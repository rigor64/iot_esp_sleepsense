
<file path=[Content_Types].xml><?xml version="1.0" encoding="utf-8"?>
<Types xmlns="http://schemas.openxmlformats.org/package/2006/content-types">
  <Default ContentType="image/jpeg" Extension="jpg"/>
  <Default ContentType="application/x-fontdata" Extension="fntdata"/>
  <Default ContentType="image/gif" Extension="gif"/>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32.xml"/>
  <Override ContentType="application/vnd.openxmlformats-officedocument.presentationml.notesSlide+xml" PartName="/ppt/notesSlides/notesSlide3.xml"/>
  <Override ContentType="application/vnd.openxmlformats-officedocument.presentationml.notesSlide+xml" PartName="/ppt/notesSlides/notesSlide33.xml"/>
  <Override ContentType="application/vnd.openxmlformats-officedocument.presentationml.notesSlide+xml" PartName="/ppt/notesSlides/notesSlide41.xml"/>
  <Override ContentType="application/vnd.openxmlformats-officedocument.presentationml.notesSlide+xml" PartName="/ppt/notesSlides/notesSlide15.xml"/>
  <Override ContentType="application/vnd.openxmlformats-officedocument.presentationml.notesSlide+xml" PartName="/ppt/notesSlides/notesSlide24.xml"/>
  <Override ContentType="application/vnd.openxmlformats-officedocument.presentationml.notesSlide+xml" PartName="/ppt/notesSlides/notesSlide50.xml"/>
  <Override ContentType="application/vnd.openxmlformats-officedocument.presentationml.notesSlide+xml" PartName="/ppt/notesSlides/notesSlide17.xml"/>
  <Override ContentType="application/vnd.openxmlformats-officedocument.presentationml.notesSlide+xml" PartName="/ppt/notesSlides/notesSlide42.xml"/>
  <Override ContentType="application/vnd.openxmlformats-officedocument.presentationml.notesSlide+xml" PartName="/ppt/notesSlides/notesSlide16.xml"/>
  <Override ContentType="application/vnd.openxmlformats-officedocument.presentationml.notesSlide+xml" PartName="/ppt/notesSlides/notesSlide34.xml"/>
  <Override ContentType="application/vnd.openxmlformats-officedocument.presentationml.notesSlide+xml" PartName="/ppt/notesSlides/notesSlide51.xml"/>
  <Override ContentType="application/vnd.openxmlformats-officedocument.presentationml.notesSlide+xml" PartName="/ppt/notesSlides/notesSlide4.xml"/>
  <Override ContentType="application/vnd.openxmlformats-officedocument.presentationml.notesSlide+xml" PartName="/ppt/notesSlides/notesSlide25.xml"/>
  <Override ContentType="application/vnd.openxmlformats-officedocument.presentationml.notesSlide+xml" PartName="/ppt/notesSlides/notesSlide43.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56.xml"/>
  <Override ContentType="application/vnd.openxmlformats-officedocument.presentationml.notesSlide+xml" PartName="/ppt/notesSlides/notesSlide30.xml"/>
  <Override ContentType="application/vnd.openxmlformats-officedocument.presentationml.notesSlide+xml" PartName="/ppt/notesSlides/notesSlide26.xml"/>
  <Override ContentType="application/vnd.openxmlformats-officedocument.presentationml.notesSlide+xml" PartName="/ppt/notesSlides/notesSlide39.xml"/>
  <Override ContentType="application/vnd.openxmlformats-officedocument.presentationml.notesSlide+xml" PartName="/ppt/notesSlides/notesSlide31.xml"/>
  <Override ContentType="application/vnd.openxmlformats-officedocument.presentationml.notesSlide+xml" PartName="/ppt/notesSlides/notesSlide57.xml"/>
  <Override ContentType="application/vnd.openxmlformats-officedocument.presentationml.notesSlide+xml" PartName="/ppt/notesSlides/notesSlide44.xml"/>
  <Override ContentType="application/vnd.openxmlformats-officedocument.presentationml.notesSlide+xml" PartName="/ppt/notesSlides/notesSlide58.xml"/>
  <Override ContentType="application/vnd.openxmlformats-officedocument.presentationml.notesSlide+xml" PartName="/ppt/notesSlides/notesSlide27.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37.xml"/>
  <Override ContentType="application/vnd.openxmlformats-officedocument.presentationml.notesSlide+xml" PartName="/ppt/notesSlides/notesSlide29.xml"/>
  <Override ContentType="application/vnd.openxmlformats-officedocument.presentationml.notesSlide+xml" PartName="/ppt/notesSlides/notesSlide54.xml"/>
  <Override ContentType="application/vnd.openxmlformats-officedocument.presentationml.notesSlide+xml" PartName="/ppt/notesSlides/notesSlide45.xml"/>
  <Override ContentType="application/vnd.openxmlformats-officedocument.presentationml.notesSlide+xml" PartName="/ppt/notesSlides/notesSlide46.xml"/>
  <Override ContentType="application/vnd.openxmlformats-officedocument.presentationml.notesSlide+xml" PartName="/ppt/notesSlides/notesSlide9.xml"/>
  <Override ContentType="application/vnd.openxmlformats-officedocument.presentationml.notesSlide+xml" PartName="/ppt/notesSlides/notesSlide28.xml"/>
  <Override ContentType="application/vnd.openxmlformats-officedocument.presentationml.notesSlide+xml" PartName="/ppt/notesSlides/notesSlide11.xml"/>
  <Override ContentType="application/vnd.openxmlformats-officedocument.presentationml.notesSlide+xml" PartName="/ppt/notesSlides/notesSlide55.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47.xml"/>
  <Override ContentType="application/vnd.openxmlformats-officedocument.presentationml.notesSlide+xml" PartName="/ppt/notesSlides/notesSlide21.xml"/>
  <Override ContentType="application/vnd.openxmlformats-officedocument.presentationml.notesSlide+xml" PartName="/ppt/notesSlides/notesSlide8.xml"/>
  <Override ContentType="application/vnd.openxmlformats-officedocument.presentationml.notesSlide+xml" PartName="/ppt/notesSlides/notesSlide38.xml"/>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48.xml"/>
  <Override ContentType="application/vnd.openxmlformats-officedocument.presentationml.notesSlide+xml" PartName="/ppt/notesSlides/notesSlide22.xml"/>
  <Override ContentType="application/vnd.openxmlformats-officedocument.presentationml.notesSlide+xml" PartName="/ppt/notesSlides/notesSlide52.xml"/>
  <Override ContentType="application/vnd.openxmlformats-officedocument.presentationml.notesSlide+xml" PartName="/ppt/notesSlides/notesSlide7.xml"/>
  <Override ContentType="application/vnd.openxmlformats-officedocument.presentationml.notesSlide+xml" PartName="/ppt/notesSlides/notesSlide35.xml"/>
  <Override ContentType="application/vnd.openxmlformats-officedocument.presentationml.notesSlide+xml" PartName="/ppt/notesSlides/notesSlide5.xml"/>
  <Override ContentType="application/vnd.openxmlformats-officedocument.presentationml.notesSlide+xml" PartName="/ppt/notesSlides/notesSlide36.xml"/>
  <Override ContentType="application/vnd.openxmlformats-officedocument.presentationml.notesSlide+xml" PartName="/ppt/notesSlides/notesSlide49.xml"/>
  <Override ContentType="application/vnd.openxmlformats-officedocument.presentationml.notesSlide+xml" PartName="/ppt/notesSlides/notesSlide19.xml"/>
  <Override ContentType="application/vnd.openxmlformats-officedocument.presentationml.notesSlide+xml" PartName="/ppt/notesSlides/notesSlide53.xml"/>
  <Override ContentType="application/vnd.openxmlformats-officedocument.presentationml.notesSlide+xml" PartName="/ppt/notesSlides/notesSlide40.xml"/>
  <Override ContentType="application/vnd.openxmlformats-officedocument.presentationml.notesSlide+xml" PartName="/ppt/notesSlides/notesSlide23.xml"/>
  <Override ContentType="application/vnd.openxmlformats-officedocument.presentationml.notesSlide+xml" PartName="/ppt/notesSlides/notesSlide10.xml"/>
  <Override ContentType="application/vnd.openxmlformats-officedocument.presentationml.tableStyles+xml" PartName="/ppt/tableStyles.xml"/>
  <Override ContentType="application/vnd.openxmlformats-officedocument.presentationml.slideLayout+xml" PartName="/ppt/slideLayouts/slideLayout3.xml"/>
  <Override ContentType="application/vnd.openxmlformats-officedocument.presentationml.slideLayout+xml" PartName="/ppt/slideLayouts/slideLayout24.xml"/>
  <Override ContentType="application/vnd.openxmlformats-officedocument.presentationml.slideLayout+xml" PartName="/ppt/slideLayouts/slideLayout11.xml"/>
  <Override ContentType="application/vnd.openxmlformats-officedocument.presentationml.slideLayout+xml" PartName="/ppt/slideLayouts/slideLayout29.xml"/>
  <Override ContentType="application/vnd.openxmlformats-officedocument.presentationml.slideLayout+xml" PartName="/ppt/slideLayouts/slideLayout7.xml"/>
  <Override ContentType="application/vnd.openxmlformats-officedocument.presentationml.slideLayout+xml" PartName="/ppt/slideLayouts/slideLayout16.xml"/>
  <Override ContentType="application/vnd.openxmlformats-officedocument.presentationml.slideLayout+xml" PartName="/ppt/slideLayouts/slideLayout20.xml"/>
  <Override ContentType="application/vnd.openxmlformats-officedocument.presentationml.slideLayout+xml" PartName="/ppt/slideLayouts/slideLayout25.xml"/>
  <Override ContentType="application/vnd.openxmlformats-officedocument.presentationml.slideLayout+xml" PartName="/ppt/slideLayouts/slideLayout17.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6.xml"/>
  <Override ContentType="application/vnd.openxmlformats-officedocument.presentationml.slideLayout+xml" PartName="/ppt/slideLayouts/slideLayout21.xml"/>
  <Override ContentType="application/vnd.openxmlformats-officedocument.presentationml.slideLayout+xml" PartName="/ppt/slideLayouts/slideLayout5.xml"/>
  <Override ContentType="application/vnd.openxmlformats-officedocument.presentationml.slideLayout+xml" PartName="/ppt/slideLayouts/slideLayout18.xml"/>
  <Override ContentType="application/vnd.openxmlformats-officedocument.presentationml.slideLayout+xml" PartName="/ppt/slideLayouts/slideLayout26.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22.xml"/>
  <Override ContentType="application/vnd.openxmlformats-officedocument.presentationml.slideLayout+xml" PartName="/ppt/slideLayouts/slideLayout9.xml"/>
  <Override ContentType="application/vnd.openxmlformats-officedocument.presentationml.slideLayout+xml" PartName="/ppt/slideLayouts/slideLayout19.xml"/>
  <Override ContentType="application/vnd.openxmlformats-officedocument.presentationml.slideLayout+xml" PartName="/ppt/slideLayouts/slideLayout4.xml"/>
  <Override ContentType="application/vnd.openxmlformats-officedocument.presentationml.slideLayout+xml" PartName="/ppt/slideLayouts/slideLayout14.xml"/>
  <Override ContentType="application/vnd.openxmlformats-officedocument.presentationml.slideLayout+xml" PartName="/ppt/slideLayouts/slideLayout28.xml"/>
  <Override ContentType="application/vnd.openxmlformats-officedocument.presentationml.slideLayout+xml" PartName="/ppt/slideLayouts/slideLayout27.xml"/>
  <Override ContentType="application/vnd.openxmlformats-officedocument.presentationml.slideLayout+xml" PartName="/ppt/slideLayouts/slideLayout10.xml"/>
  <Override ContentType="application/vnd.openxmlformats-officedocument.presentationml.slideLayout+xml" PartName="/ppt/slideLayouts/slideLayout15.xml"/>
  <Override ContentType="application/vnd.openxmlformats-officedocument.presentationml.slideLayout+xml" PartName="/ppt/slideLayouts/slideLayout23.xml"/>
  <Override ContentType="application/vnd.openxmlformats-officedocument.presentationml.slideLayout+xml" PartName="/ppt/slideLayouts/slideLayout8.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binary" PartName="/ppt/metadata"/>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43.xml"/>
  <Override ContentType="application/vnd.openxmlformats-officedocument.presentationml.slide+xml" PartName="/ppt/slides/slide35.xml"/>
  <Override ContentType="application/vnd.openxmlformats-officedocument.presentationml.slide+xml" PartName="/ppt/slides/slide52.xml"/>
  <Override ContentType="application/vnd.openxmlformats-officedocument.presentationml.slide+xml" PartName="/ppt/slides/slide26.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5.xml"/>
  <Override ContentType="application/vnd.openxmlformats-officedocument.presentationml.slide+xml" PartName="/ppt/slides/slide17.xml"/>
  <Override ContentType="application/vnd.openxmlformats-officedocument.presentationml.slide+xml" PartName="/ppt/slides/slide42.xml"/>
  <Override ContentType="application/vnd.openxmlformats-officedocument.presentationml.slide+xml" PartName="/ppt/slides/slide25.xml"/>
  <Override ContentType="application/vnd.openxmlformats-officedocument.presentationml.slide+xml" PartName="/ppt/slides/slide50.xml"/>
  <Override ContentType="application/vnd.openxmlformats-officedocument.presentationml.slide+xml" PartName="/ppt/slides/slide34.xml"/>
  <Override ContentType="application/vnd.openxmlformats-officedocument.presentationml.slide+xml" PartName="/ppt/slides/slide33.xml"/>
  <Override ContentType="application/vnd.openxmlformats-officedocument.presentationml.slide+xml" PartName="/ppt/slides/slide51.xml"/>
  <Override ContentType="application/vnd.openxmlformats-officedocument.presentationml.slide+xml" PartName="/ppt/slides/slide16.xml"/>
  <Override ContentType="application/vnd.openxmlformats-officedocument.presentationml.slide+xml" PartName="/ppt/slides/slide24.xml"/>
  <Override ContentType="application/vnd.openxmlformats-officedocument.presentationml.slide+xml" PartName="/ppt/slides/slide11.xml"/>
  <Override ContentType="application/vnd.openxmlformats-officedocument.presentationml.slide+xml" PartName="/ppt/slides/slide37.xml"/>
  <Override ContentType="application/vnd.openxmlformats-officedocument.presentationml.slide+xml" PartName="/ppt/slides/slide41.xml"/>
  <Override ContentType="application/vnd.openxmlformats-officedocument.presentationml.slide+xml" PartName="/ppt/slides/slide7.xml"/>
  <Override ContentType="application/vnd.openxmlformats-officedocument.presentationml.slide+xml" PartName="/ppt/slides/slide54.xml"/>
  <Override ContentType="application/vnd.openxmlformats-officedocument.presentationml.slide+xml" PartName="/ppt/slides/slide36.xml"/>
  <Override ContentType="application/vnd.openxmlformats-officedocument.presentationml.slide+xml" PartName="/ppt/slides/slide23.xml"/>
  <Override ContentType="application/vnd.openxmlformats-officedocument.presentationml.slide+xml" PartName="/ppt/slides/slide49.xml"/>
  <Override ContentType="application/vnd.openxmlformats-officedocument.presentationml.slide+xml" PartName="/ppt/slides/slide10.xml"/>
  <Override ContentType="application/vnd.openxmlformats-officedocument.presentationml.slide+xml" PartName="/ppt/slides/slide6.xml"/>
  <Override ContentType="application/vnd.openxmlformats-officedocument.presentationml.slide+xml" PartName="/ppt/slides/slide53.xml"/>
  <Override ContentType="application/vnd.openxmlformats-officedocument.presentationml.slide+xml" PartName="/ppt/slides/slide40.xml"/>
  <Override ContentType="application/vnd.openxmlformats-officedocument.presentationml.slide+xml" PartName="/ppt/slides/slide48.xml"/>
  <Override ContentType="application/vnd.openxmlformats-officedocument.presentationml.slide+xml" PartName="/ppt/slides/slide30.xml"/>
  <Override ContentType="application/vnd.openxmlformats-officedocument.presentationml.slide+xml" PartName="/ppt/slides/slide22.xml"/>
  <Override ContentType="application/vnd.openxmlformats-officedocument.presentationml.slide+xml" PartName="/ppt/slides/slide39.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6.xml"/>
  <Override ContentType="application/vnd.openxmlformats-officedocument.presentationml.slide+xml" PartName="/ppt/slides/slide12.xml"/>
  <Override ContentType="application/vnd.openxmlformats-officedocument.presentationml.slide+xml" PartName="/ppt/slides/slide47.xml"/>
  <Override ContentType="application/vnd.openxmlformats-officedocument.presentationml.slide+xml" PartName="/ppt/slides/slide20.xml"/>
  <Override ContentType="application/vnd.openxmlformats-officedocument.presentationml.slide+xml" PartName="/ppt/slides/slide21.xml"/>
  <Override ContentType="application/vnd.openxmlformats-officedocument.presentationml.slide+xml" PartName="/ppt/slides/slide38.xml"/>
  <Override ContentType="application/vnd.openxmlformats-officedocument.presentationml.slide+xml" PartName="/ppt/slides/slide46.xml"/>
  <Override ContentType="application/vnd.openxmlformats-officedocument.presentationml.slide+xml" PartName="/ppt/slides/slide8.xml"/>
  <Override ContentType="application/vnd.openxmlformats-officedocument.presentationml.slide+xml" PartName="/ppt/slides/slide55.xml"/>
  <Override ContentType="application/vnd.openxmlformats-officedocument.presentationml.slide+xml" PartName="/ppt/slides/slide29.xml"/>
  <Override ContentType="application/vnd.openxmlformats-officedocument.presentationml.slide+xml" PartName="/ppt/slides/slide32.xml"/>
  <Override ContentType="application/vnd.openxmlformats-officedocument.presentationml.slide+xml" PartName="/ppt/slides/slide1.xml"/>
  <Override ContentType="application/vnd.openxmlformats-officedocument.presentationml.slide+xml" PartName="/ppt/slides/slide58.xml"/>
  <Override ContentType="application/vnd.openxmlformats-officedocument.presentationml.slide+xml" PartName="/ppt/slides/slide45.xml"/>
  <Override ContentType="application/vnd.openxmlformats-officedocument.presentationml.slide+xml" PartName="/ppt/slides/slide28.xml"/>
  <Override ContentType="application/vnd.openxmlformats-officedocument.presentationml.slide+xml" PartName="/ppt/slides/slide15.xml"/>
  <Override ContentType="application/vnd.openxmlformats-officedocument.presentationml.slide+xml" PartName="/ppt/slides/slide31.xml"/>
  <Override ContentType="application/vnd.openxmlformats-officedocument.presentationml.slide+xml" PartName="/ppt/slides/slide27.xml"/>
  <Override ContentType="application/vnd.openxmlformats-officedocument.presentationml.slide+xml" PartName="/ppt/slides/slide57.xml"/>
  <Override ContentType="application/vnd.openxmlformats-officedocument.presentationml.slide+xml" PartName="/ppt/slides/slide2.xml"/>
  <Override ContentType="application/vnd.openxmlformats-officedocument.presentationml.slide+xml" PartName="/ppt/slides/slide44.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48" r:id="rId5"/>
    <p:sldMasterId id="2147483677" r:id="rId6"/>
  </p:sldMasterIdLst>
  <p:notesMasterIdLst>
    <p:notesMasterId r:id="rId7"/>
  </p:notesMasterIdLst>
  <p:sldIdLst>
    <p:sldId id="256" r:id="rId8"/>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Lst>
  <p:sldSz cy="5143500" cx="9144000"/>
  <p:notesSz cx="6858000" cy="9144000"/>
  <p:embeddedFontLst>
    <p:embeddedFont>
      <p:font typeface="Zen Dots"/>
      <p:regular r:id="rId66"/>
    </p:embeddedFont>
    <p:embeddedFont>
      <p:font typeface="Proxima Nova"/>
      <p:regular r:id="rId67"/>
      <p:bold r:id="rId68"/>
      <p:italic r:id="rId69"/>
      <p:boldItalic r:id="rId70"/>
    </p:embeddedFont>
    <p:embeddedFont>
      <p:font typeface="Roboto Medium"/>
      <p:regular r:id="rId71"/>
      <p:bold r:id="rId72"/>
      <p:italic r:id="rId73"/>
      <p:boldItalic r:id="rId74"/>
    </p:embeddedFont>
    <p:embeddedFont>
      <p:font typeface="Amatic SC"/>
      <p:regular r:id="rId75"/>
      <p:bold r:id="rId76"/>
    </p:embeddedFont>
    <p:embeddedFont>
      <p:font typeface="Anaheim"/>
      <p:regular r:id="rId77"/>
      <p:bold r:id="rId78"/>
    </p:embeddedFont>
    <p:embeddedFont>
      <p:font typeface="Proxima Nova Semibold"/>
      <p:regular r:id="rId79"/>
      <p:bold r:id="rId80"/>
      <p:boldItalic r:id="rId81"/>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EFAFB233-063F-42B5-8137-9DF3F51BA10A}">
      <p15:sldGuideLst>
        <p15:guide id="1" pos="454">
          <p15:clr>
            <a:srgbClr val="9AA0A6"/>
          </p15:clr>
        </p15:guide>
        <p15:guide id="2" orient="horz" pos="1537">
          <p15:clr>
            <a:srgbClr val="9AA0A6"/>
          </p15:clr>
        </p15:guide>
        <p15:guide id="3" orient="horz" pos="340">
          <p15:clr>
            <a:srgbClr val="9AA0A6"/>
          </p15:clr>
        </p15:guide>
        <p15:guide id="4" pos="5306">
          <p15:clr>
            <a:srgbClr val="9AA0A6"/>
          </p15:clr>
        </p15:guide>
        <p15:guide id="5" orient="horz" pos="2900">
          <p15:clr>
            <a:srgbClr val="9AA0A6"/>
          </p15:clr>
        </p15:guide>
        <p15:guide id="6" pos="2880">
          <p15:clr>
            <a:srgbClr val="747775"/>
          </p15:clr>
        </p15:guide>
        <p15:guide id="7" pos="4032">
          <p15:clr>
            <a:srgbClr val="747775"/>
          </p15:clr>
        </p15:guide>
        <p15:guide id="8" pos="1728">
          <p15:clr>
            <a:srgbClr val="747775"/>
          </p15:clr>
        </p15:guide>
      </p15:sldGuideLst>
    </p:ext>
    <p:ext uri="GoogleSlidesCustomDataVersion2">
      <go:slidesCustomData xmlns:go="http://customooxmlschemas.google.com/" r:id="rId82" roundtripDataSignature="AMtx7mjctZPgQvkRB6Hovcp50ei8u3SiGQ=="/>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E86E1B4E-5DC7-409D-9179-48FB84E890DD}">
  <a:tblStyle styleId="{E86E1B4E-5DC7-409D-9179-48FB84E890DD}" styleName="Table_0">
    <a:wholeTbl>
      <a:tcTxStyle b="off" i="off">
        <a:font>
          <a:latin typeface="Arial"/>
          <a:ea typeface="Arial"/>
          <a:cs typeface="Arial"/>
        </a:font>
        <a:srgbClr val="000000"/>
      </a:tcTxStyle>
      <a:tcStyle>
        <a:tcBdr>
          <a:left>
            <a:ln cap="flat" cmpd="sng" w="9525">
              <a:solidFill>
                <a:srgbClr val="9E9E9E"/>
              </a:solidFill>
              <a:prstDash val="solid"/>
              <a:round/>
              <a:headEnd len="sm" w="sm" type="none"/>
              <a:tailEnd len="sm" w="sm" type="none"/>
            </a:ln>
          </a:left>
          <a:right>
            <a:ln cap="flat" cmpd="sng" w="9525">
              <a:solidFill>
                <a:srgbClr val="9E9E9E"/>
              </a:solidFill>
              <a:prstDash val="solid"/>
              <a:round/>
              <a:headEnd len="sm" w="sm" type="none"/>
              <a:tailEnd len="sm" w="sm" type="none"/>
            </a:ln>
          </a:right>
          <a:top>
            <a:ln cap="flat" cmpd="sng" w="9525">
              <a:solidFill>
                <a:srgbClr val="9E9E9E"/>
              </a:solidFill>
              <a:prstDash val="solid"/>
              <a:round/>
              <a:headEnd len="sm" w="sm" type="none"/>
              <a:tailEnd len="sm" w="sm" type="none"/>
            </a:ln>
          </a:top>
          <a:bottom>
            <a:ln cap="flat" cmpd="sng" w="9525">
              <a:solidFill>
                <a:srgbClr val="9E9E9E"/>
              </a:solidFill>
              <a:prstDash val="solid"/>
              <a:round/>
              <a:headEnd len="sm" w="sm" type="none"/>
              <a:tailEnd len="sm" w="sm" type="none"/>
            </a:ln>
          </a:bottom>
          <a:insideH>
            <a:ln cap="flat" cmpd="sng" w="9525">
              <a:solidFill>
                <a:srgbClr val="9E9E9E"/>
              </a:solidFill>
              <a:prstDash val="solid"/>
              <a:round/>
              <a:headEnd len="sm" w="sm" type="none"/>
              <a:tailEnd len="sm" w="sm" type="none"/>
            </a:ln>
          </a:insideH>
          <a:insideV>
            <a:ln cap="flat" cmpd="sng" w="9525">
              <a:solidFill>
                <a:srgbClr val="9E9E9E"/>
              </a:solidFill>
              <a:prstDash val="solid"/>
              <a:round/>
              <a:headEnd len="sm" w="sm" type="none"/>
              <a:tailEnd len="sm" w="sm" type="none"/>
            </a:ln>
          </a:insideV>
        </a:tcBdr>
      </a:tcStyle>
    </a:wholeTbl>
    <a:band1H>
      <a:tcTxStyle b="off" i="off"/>
    </a:band1H>
    <a:band2H>
      <a:tcTxStyle b="off" i="off"/>
    </a:band2H>
    <a:band1V>
      <a:tcTxStyle b="off" i="off"/>
    </a:band1V>
    <a:band2V>
      <a:tcTxStyle b="off" i="off"/>
    </a:band2V>
    <a:lastCol>
      <a:tcTxStyle b="off" i="off"/>
    </a:lastCol>
    <a:firstCol>
      <a:tcTxStyle b="off" i="off"/>
    </a:firstCol>
    <a:lastRow>
      <a:tcTxStyle b="off" i="off"/>
    </a:lastRow>
    <a:seCell>
      <a:tcTxStyle b="off" i="off"/>
    </a:seCell>
    <a:swCell>
      <a:tcTxStyle b="off" i="off"/>
    </a:swCell>
    <a:firstRow>
      <a:tcTxStyle b="off" i="off"/>
    </a:firstRow>
    <a:neCell>
      <a:tcTxStyle b="off" i="off"/>
    </a:neCell>
    <a:nwCell>
      <a:tcTxStyle b="off" i="off"/>
    </a:nwCell>
  </a:tblStyle>
</a:tblStyleLst>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454"/>
        <p:guide pos="1537" orient="horz"/>
        <p:guide pos="340" orient="horz"/>
        <p:guide pos="5306"/>
        <p:guide pos="2900" orient="horz"/>
        <p:guide pos="2880"/>
        <p:guide pos="4032"/>
        <p:guide pos="1728"/>
      </p:guideLst>
    </p:cSldViewPr>
  </p:slideViewPr>
</p:viewPr>
</file>

<file path=ppt/_rels/presentation.xml.rels><?xml version="1.0" encoding="UTF-8" standalone="yes"?><Relationships xmlns="http://schemas.openxmlformats.org/package/2006/relationships"><Relationship Id="rId40" Type="http://schemas.openxmlformats.org/officeDocument/2006/relationships/slide" Target="slides/slide33.xml"/><Relationship Id="rId42" Type="http://schemas.openxmlformats.org/officeDocument/2006/relationships/slide" Target="slides/slide35.xml"/><Relationship Id="rId41" Type="http://schemas.openxmlformats.org/officeDocument/2006/relationships/slide" Target="slides/slide34.xml"/><Relationship Id="rId44" Type="http://schemas.openxmlformats.org/officeDocument/2006/relationships/slide" Target="slides/slide37.xml"/><Relationship Id="rId43" Type="http://schemas.openxmlformats.org/officeDocument/2006/relationships/slide" Target="slides/slide36.xml"/><Relationship Id="rId46" Type="http://schemas.openxmlformats.org/officeDocument/2006/relationships/slide" Target="slides/slide39.xml"/><Relationship Id="rId45" Type="http://schemas.openxmlformats.org/officeDocument/2006/relationships/slide" Target="slides/slide38.xml"/><Relationship Id="rId80" Type="http://schemas.openxmlformats.org/officeDocument/2006/relationships/font" Target="fonts/ProximaNovaSemibold-bold.fntdata"/><Relationship Id="rId82" Type="http://customschemas.google.com/relationships/presentationmetadata" Target="metadata"/><Relationship Id="rId81" Type="http://schemas.openxmlformats.org/officeDocument/2006/relationships/font" Target="fonts/ProximaNovaSemibold-boldItalic.fntdata"/><Relationship Id="rId1" Type="http://schemas.openxmlformats.org/officeDocument/2006/relationships/theme" Target="theme/theme2.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tableStyles" Target="tableStyles.xml"/><Relationship Id="rId9" Type="http://schemas.openxmlformats.org/officeDocument/2006/relationships/slide" Target="slides/slide2.xml"/><Relationship Id="rId48" Type="http://schemas.openxmlformats.org/officeDocument/2006/relationships/slide" Target="slides/slide41.xml"/><Relationship Id="rId47" Type="http://schemas.openxmlformats.org/officeDocument/2006/relationships/slide" Target="slides/slide40.xml"/><Relationship Id="rId49" Type="http://schemas.openxmlformats.org/officeDocument/2006/relationships/slide" Target="slides/slide42.xml"/><Relationship Id="rId5" Type="http://schemas.openxmlformats.org/officeDocument/2006/relationships/slideMaster" Target="slideMasters/slideMaster1.xml"/><Relationship Id="rId6" Type="http://schemas.openxmlformats.org/officeDocument/2006/relationships/slideMaster" Target="slideMasters/slideMaster2.xml"/><Relationship Id="rId7" Type="http://schemas.openxmlformats.org/officeDocument/2006/relationships/notesMaster" Target="notesMasters/notesMaster1.xml"/><Relationship Id="rId8" Type="http://schemas.openxmlformats.org/officeDocument/2006/relationships/slide" Target="slides/slide1.xml"/><Relationship Id="rId73" Type="http://schemas.openxmlformats.org/officeDocument/2006/relationships/font" Target="fonts/RobotoMedium-italic.fntdata"/><Relationship Id="rId72" Type="http://schemas.openxmlformats.org/officeDocument/2006/relationships/font" Target="fonts/RobotoMedium-bold.fntdata"/><Relationship Id="rId31" Type="http://schemas.openxmlformats.org/officeDocument/2006/relationships/slide" Target="slides/slide24.xml"/><Relationship Id="rId75" Type="http://schemas.openxmlformats.org/officeDocument/2006/relationships/font" Target="fonts/AmaticSC-regular.fntdata"/><Relationship Id="rId30" Type="http://schemas.openxmlformats.org/officeDocument/2006/relationships/slide" Target="slides/slide23.xml"/><Relationship Id="rId74" Type="http://schemas.openxmlformats.org/officeDocument/2006/relationships/font" Target="fonts/RobotoMedium-boldItalic.fntdata"/><Relationship Id="rId33" Type="http://schemas.openxmlformats.org/officeDocument/2006/relationships/slide" Target="slides/slide26.xml"/><Relationship Id="rId77" Type="http://schemas.openxmlformats.org/officeDocument/2006/relationships/font" Target="fonts/Anaheim-regular.fntdata"/><Relationship Id="rId32" Type="http://schemas.openxmlformats.org/officeDocument/2006/relationships/slide" Target="slides/slide25.xml"/><Relationship Id="rId76" Type="http://schemas.openxmlformats.org/officeDocument/2006/relationships/font" Target="fonts/AmaticSC-bold.fntdata"/><Relationship Id="rId35" Type="http://schemas.openxmlformats.org/officeDocument/2006/relationships/slide" Target="slides/slide28.xml"/><Relationship Id="rId79" Type="http://schemas.openxmlformats.org/officeDocument/2006/relationships/font" Target="fonts/ProximaNovaSemibold-regular.fntdata"/><Relationship Id="rId34" Type="http://schemas.openxmlformats.org/officeDocument/2006/relationships/slide" Target="slides/slide27.xml"/><Relationship Id="rId78" Type="http://schemas.openxmlformats.org/officeDocument/2006/relationships/font" Target="fonts/Anaheim-bold.fntdata"/><Relationship Id="rId71" Type="http://schemas.openxmlformats.org/officeDocument/2006/relationships/font" Target="fonts/RobotoMedium-regular.fntdata"/><Relationship Id="rId70" Type="http://schemas.openxmlformats.org/officeDocument/2006/relationships/font" Target="fonts/ProximaNova-boldItalic.fntdata"/><Relationship Id="rId37" Type="http://schemas.openxmlformats.org/officeDocument/2006/relationships/slide" Target="slides/slide30.xml"/><Relationship Id="rId36" Type="http://schemas.openxmlformats.org/officeDocument/2006/relationships/slide" Target="slides/slide29.xml"/><Relationship Id="rId39" Type="http://schemas.openxmlformats.org/officeDocument/2006/relationships/slide" Target="slides/slide32.xml"/><Relationship Id="rId38" Type="http://schemas.openxmlformats.org/officeDocument/2006/relationships/slide" Target="slides/slide31.xml"/><Relationship Id="rId62" Type="http://schemas.openxmlformats.org/officeDocument/2006/relationships/slide" Target="slides/slide55.xml"/><Relationship Id="rId61" Type="http://schemas.openxmlformats.org/officeDocument/2006/relationships/slide" Target="slides/slide54.xml"/><Relationship Id="rId20" Type="http://schemas.openxmlformats.org/officeDocument/2006/relationships/slide" Target="slides/slide13.xml"/><Relationship Id="rId64" Type="http://schemas.openxmlformats.org/officeDocument/2006/relationships/slide" Target="slides/slide57.xml"/><Relationship Id="rId63" Type="http://schemas.openxmlformats.org/officeDocument/2006/relationships/slide" Target="slides/slide56.xml"/><Relationship Id="rId22" Type="http://schemas.openxmlformats.org/officeDocument/2006/relationships/slide" Target="slides/slide15.xml"/><Relationship Id="rId66" Type="http://schemas.openxmlformats.org/officeDocument/2006/relationships/font" Target="fonts/ZenDots-regular.fntdata"/><Relationship Id="rId21" Type="http://schemas.openxmlformats.org/officeDocument/2006/relationships/slide" Target="slides/slide14.xml"/><Relationship Id="rId65" Type="http://schemas.openxmlformats.org/officeDocument/2006/relationships/slide" Target="slides/slide58.xml"/><Relationship Id="rId24" Type="http://schemas.openxmlformats.org/officeDocument/2006/relationships/slide" Target="slides/slide17.xml"/><Relationship Id="rId68" Type="http://schemas.openxmlformats.org/officeDocument/2006/relationships/font" Target="fonts/ProximaNova-bold.fntdata"/><Relationship Id="rId23" Type="http://schemas.openxmlformats.org/officeDocument/2006/relationships/slide" Target="slides/slide16.xml"/><Relationship Id="rId67" Type="http://schemas.openxmlformats.org/officeDocument/2006/relationships/font" Target="fonts/ProximaNova-regular.fntdata"/><Relationship Id="rId60" Type="http://schemas.openxmlformats.org/officeDocument/2006/relationships/slide" Target="slides/slide53.xml"/><Relationship Id="rId26" Type="http://schemas.openxmlformats.org/officeDocument/2006/relationships/slide" Target="slides/slide19.xml"/><Relationship Id="rId25" Type="http://schemas.openxmlformats.org/officeDocument/2006/relationships/slide" Target="slides/slide18.xml"/><Relationship Id="rId69" Type="http://schemas.openxmlformats.org/officeDocument/2006/relationships/font" Target="fonts/ProximaNova-italic.fntdata"/><Relationship Id="rId28" Type="http://schemas.openxmlformats.org/officeDocument/2006/relationships/slide" Target="slides/slide21.xml"/><Relationship Id="rId27" Type="http://schemas.openxmlformats.org/officeDocument/2006/relationships/slide" Target="slides/slide20.xml"/><Relationship Id="rId29" Type="http://schemas.openxmlformats.org/officeDocument/2006/relationships/slide" Target="slides/slide22.xml"/><Relationship Id="rId51" Type="http://schemas.openxmlformats.org/officeDocument/2006/relationships/slide" Target="slides/slide44.xml"/><Relationship Id="rId50" Type="http://schemas.openxmlformats.org/officeDocument/2006/relationships/slide" Target="slides/slide43.xml"/><Relationship Id="rId53" Type="http://schemas.openxmlformats.org/officeDocument/2006/relationships/slide" Target="slides/slide46.xml"/><Relationship Id="rId52" Type="http://schemas.openxmlformats.org/officeDocument/2006/relationships/slide" Target="slides/slide45.xml"/><Relationship Id="rId11" Type="http://schemas.openxmlformats.org/officeDocument/2006/relationships/slide" Target="slides/slide4.xml"/><Relationship Id="rId55" Type="http://schemas.openxmlformats.org/officeDocument/2006/relationships/slide" Target="slides/slide48.xml"/><Relationship Id="rId10" Type="http://schemas.openxmlformats.org/officeDocument/2006/relationships/slide" Target="slides/slide3.xml"/><Relationship Id="rId54" Type="http://schemas.openxmlformats.org/officeDocument/2006/relationships/slide" Target="slides/slide47.xml"/><Relationship Id="rId13" Type="http://schemas.openxmlformats.org/officeDocument/2006/relationships/slide" Target="slides/slide6.xml"/><Relationship Id="rId57" Type="http://schemas.openxmlformats.org/officeDocument/2006/relationships/slide" Target="slides/slide50.xml"/><Relationship Id="rId12" Type="http://schemas.openxmlformats.org/officeDocument/2006/relationships/slide" Target="slides/slide5.xml"/><Relationship Id="rId56" Type="http://schemas.openxmlformats.org/officeDocument/2006/relationships/slide" Target="slides/slide49.xml"/><Relationship Id="rId15" Type="http://schemas.openxmlformats.org/officeDocument/2006/relationships/slide" Target="slides/slide8.xml"/><Relationship Id="rId59" Type="http://schemas.openxmlformats.org/officeDocument/2006/relationships/slide" Target="slides/slide52.xml"/><Relationship Id="rId14" Type="http://schemas.openxmlformats.org/officeDocument/2006/relationships/slide" Target="slides/slide7.xml"/><Relationship Id="rId58" Type="http://schemas.openxmlformats.org/officeDocument/2006/relationships/slide" Target="slides/slide51.xml"/><Relationship Id="rId17" Type="http://schemas.openxmlformats.org/officeDocument/2006/relationships/slide" Target="slides/slide10.xml"/><Relationship Id="rId16" Type="http://schemas.openxmlformats.org/officeDocument/2006/relationships/slide" Target="slides/slide9.xml"/><Relationship Id="rId19" Type="http://schemas.openxmlformats.org/officeDocument/2006/relationships/slide" Target="slides/slide12.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1pPr>
            <a:lvl2pPr indent="-298450" lvl="1" marL="9144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2pPr>
            <a:lvl3pPr indent="-298450" lvl="2" marL="13716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3pPr>
            <a:lvl4pPr indent="-298450" lvl="3" marL="18288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4pPr>
            <a:lvl5pPr indent="-298450" lvl="4" marL="22860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5pPr>
            <a:lvl6pPr indent="-298450" lvl="5" marL="27432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6pPr>
            <a:lvl7pPr indent="-298450" lvl="6" marL="32004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7pPr>
            <a:lvl8pPr indent="-298450" lvl="7" marL="36576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8pPr>
            <a:lvl9pPr indent="-298450" lvl="8" marL="41148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59" name="Shape 1259"/>
        <p:cNvGrpSpPr/>
        <p:nvPr/>
      </p:nvGrpSpPr>
      <p:grpSpPr>
        <a:xfrm>
          <a:off x="0" y="0"/>
          <a:ext cx="0" cy="0"/>
          <a:chOff x="0" y="0"/>
          <a:chExt cx="0" cy="0"/>
        </a:xfrm>
      </p:grpSpPr>
      <p:sp>
        <p:nvSpPr>
          <p:cNvPr id="1260" name="Google Shape;1260;p1: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1261" name="Google Shape;1261;p1: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64" name="Shape 1264"/>
        <p:cNvGrpSpPr/>
        <p:nvPr/>
      </p:nvGrpSpPr>
      <p:grpSpPr>
        <a:xfrm>
          <a:off x="0" y="0"/>
          <a:ext cx="0" cy="0"/>
          <a:chOff x="0" y="0"/>
          <a:chExt cx="0" cy="0"/>
        </a:xfrm>
      </p:grpSpPr>
      <p:sp>
        <p:nvSpPr>
          <p:cNvPr id="1265" name="Google Shape;1265;p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1266" name="Google Shape;1266;p3: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22" name="Shape 1322"/>
        <p:cNvGrpSpPr/>
        <p:nvPr/>
      </p:nvGrpSpPr>
      <p:grpSpPr>
        <a:xfrm>
          <a:off x="0" y="0"/>
          <a:ext cx="0" cy="0"/>
          <a:chOff x="0" y="0"/>
          <a:chExt cx="0" cy="0"/>
        </a:xfrm>
      </p:grpSpPr>
      <p:sp>
        <p:nvSpPr>
          <p:cNvPr id="1323" name="Google Shape;1323;p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1324" name="Google Shape;1324;p2: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35" name="Shape 1335"/>
        <p:cNvGrpSpPr/>
        <p:nvPr/>
      </p:nvGrpSpPr>
      <p:grpSpPr>
        <a:xfrm>
          <a:off x="0" y="0"/>
          <a:ext cx="0" cy="0"/>
          <a:chOff x="0" y="0"/>
          <a:chExt cx="0" cy="0"/>
        </a:xfrm>
      </p:grpSpPr>
      <p:sp>
        <p:nvSpPr>
          <p:cNvPr id="1336" name="Google Shape;1336;p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1337" name="Google Shape;1337;p4: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41" name="Shape 1341"/>
        <p:cNvGrpSpPr/>
        <p:nvPr/>
      </p:nvGrpSpPr>
      <p:grpSpPr>
        <a:xfrm>
          <a:off x="0" y="0"/>
          <a:ext cx="0" cy="0"/>
          <a:chOff x="0" y="0"/>
          <a:chExt cx="0" cy="0"/>
        </a:xfrm>
      </p:grpSpPr>
      <p:sp>
        <p:nvSpPr>
          <p:cNvPr id="1342" name="Google Shape;1342;p1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1343" name="Google Shape;1343;p14: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58" name="Shape 1358"/>
        <p:cNvGrpSpPr/>
        <p:nvPr/>
      </p:nvGrpSpPr>
      <p:grpSpPr>
        <a:xfrm>
          <a:off x="0" y="0"/>
          <a:ext cx="0" cy="0"/>
          <a:chOff x="0" y="0"/>
          <a:chExt cx="0" cy="0"/>
        </a:xfrm>
      </p:grpSpPr>
      <p:sp>
        <p:nvSpPr>
          <p:cNvPr id="1359" name="Google Shape;1359;p1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1360" name="Google Shape;1360;p16: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99" name="Shape 1399"/>
        <p:cNvGrpSpPr/>
        <p:nvPr/>
      </p:nvGrpSpPr>
      <p:grpSpPr>
        <a:xfrm>
          <a:off x="0" y="0"/>
          <a:ext cx="0" cy="0"/>
          <a:chOff x="0" y="0"/>
          <a:chExt cx="0" cy="0"/>
        </a:xfrm>
      </p:grpSpPr>
      <p:sp>
        <p:nvSpPr>
          <p:cNvPr id="1400" name="Google Shape;1400;p2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1401" name="Google Shape;1401;p21: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15" name="Shape 1415"/>
        <p:cNvGrpSpPr/>
        <p:nvPr/>
      </p:nvGrpSpPr>
      <p:grpSpPr>
        <a:xfrm>
          <a:off x="0" y="0"/>
          <a:ext cx="0" cy="0"/>
          <a:chOff x="0" y="0"/>
          <a:chExt cx="0" cy="0"/>
        </a:xfrm>
      </p:grpSpPr>
      <p:sp>
        <p:nvSpPr>
          <p:cNvPr id="1416" name="Google Shape;1416;p1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1417" name="Google Shape;1417;p17: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27" name="Shape 1427"/>
        <p:cNvGrpSpPr/>
        <p:nvPr/>
      </p:nvGrpSpPr>
      <p:grpSpPr>
        <a:xfrm>
          <a:off x="0" y="0"/>
          <a:ext cx="0" cy="0"/>
          <a:chOff x="0" y="0"/>
          <a:chExt cx="0" cy="0"/>
        </a:xfrm>
      </p:grpSpPr>
      <p:sp>
        <p:nvSpPr>
          <p:cNvPr id="1428" name="Google Shape;1428;p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1429" name="Google Shape;1429;p7: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35" name="Shape 1435"/>
        <p:cNvGrpSpPr/>
        <p:nvPr/>
      </p:nvGrpSpPr>
      <p:grpSpPr>
        <a:xfrm>
          <a:off x="0" y="0"/>
          <a:ext cx="0" cy="0"/>
          <a:chOff x="0" y="0"/>
          <a:chExt cx="0" cy="0"/>
        </a:xfrm>
      </p:grpSpPr>
      <p:sp>
        <p:nvSpPr>
          <p:cNvPr id="1436" name="Google Shape;1436;p1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1437" name="Google Shape;1437;p11: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41" name="Shape 1441"/>
        <p:cNvGrpSpPr/>
        <p:nvPr/>
      </p:nvGrpSpPr>
      <p:grpSpPr>
        <a:xfrm>
          <a:off x="0" y="0"/>
          <a:ext cx="0" cy="0"/>
          <a:chOff x="0" y="0"/>
          <a:chExt cx="0" cy="0"/>
        </a:xfrm>
      </p:grpSpPr>
      <p:sp>
        <p:nvSpPr>
          <p:cNvPr id="1442" name="Google Shape;1442;g3b44d3f39a4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1443" name="Google Shape;1443;g3b44d3f39a4_0_0: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55" name="Shape 1455"/>
        <p:cNvGrpSpPr/>
        <p:nvPr/>
      </p:nvGrpSpPr>
      <p:grpSpPr>
        <a:xfrm>
          <a:off x="0" y="0"/>
          <a:ext cx="0" cy="0"/>
          <a:chOff x="0" y="0"/>
          <a:chExt cx="0" cy="0"/>
        </a:xfrm>
      </p:grpSpPr>
      <p:sp>
        <p:nvSpPr>
          <p:cNvPr id="1456" name="Google Shape;1456;g3b44d3f39a4_0_1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1457" name="Google Shape;1457;g3b44d3f39a4_0_16: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04" name="Shape 1504"/>
        <p:cNvGrpSpPr/>
        <p:nvPr/>
      </p:nvGrpSpPr>
      <p:grpSpPr>
        <a:xfrm>
          <a:off x="0" y="0"/>
          <a:ext cx="0" cy="0"/>
          <a:chOff x="0" y="0"/>
          <a:chExt cx="0" cy="0"/>
        </a:xfrm>
      </p:grpSpPr>
      <p:sp>
        <p:nvSpPr>
          <p:cNvPr id="1505" name="Google Shape;1505;g3b3d817690b_0_39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1506" name="Google Shape;1506;g3b3d817690b_0_393: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11" name="Shape 1511"/>
        <p:cNvGrpSpPr/>
        <p:nvPr/>
      </p:nvGrpSpPr>
      <p:grpSpPr>
        <a:xfrm>
          <a:off x="0" y="0"/>
          <a:ext cx="0" cy="0"/>
          <a:chOff x="0" y="0"/>
          <a:chExt cx="0" cy="0"/>
        </a:xfrm>
      </p:grpSpPr>
      <p:sp>
        <p:nvSpPr>
          <p:cNvPr id="1512" name="Google Shape;1512;g3b44d3f39a4_0_16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513" name="Google Shape;1513;g3b44d3f39a4_0_16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19" name="Shape 1519"/>
        <p:cNvGrpSpPr/>
        <p:nvPr/>
      </p:nvGrpSpPr>
      <p:grpSpPr>
        <a:xfrm>
          <a:off x="0" y="0"/>
          <a:ext cx="0" cy="0"/>
          <a:chOff x="0" y="0"/>
          <a:chExt cx="0" cy="0"/>
        </a:xfrm>
      </p:grpSpPr>
      <p:sp>
        <p:nvSpPr>
          <p:cNvPr id="1520" name="Google Shape;1520;g3b44d3f39a4_0_17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521" name="Google Shape;1521;g3b44d3f39a4_0_17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26" name="Shape 1526"/>
        <p:cNvGrpSpPr/>
        <p:nvPr/>
      </p:nvGrpSpPr>
      <p:grpSpPr>
        <a:xfrm>
          <a:off x="0" y="0"/>
          <a:ext cx="0" cy="0"/>
          <a:chOff x="0" y="0"/>
          <a:chExt cx="0" cy="0"/>
        </a:xfrm>
      </p:grpSpPr>
      <p:sp>
        <p:nvSpPr>
          <p:cNvPr id="1527" name="Google Shape;1527;g3b44d3f39a4_0_1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528" name="Google Shape;1528;g3b44d3f39a4_0_1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35" name="Shape 1535"/>
        <p:cNvGrpSpPr/>
        <p:nvPr/>
      </p:nvGrpSpPr>
      <p:grpSpPr>
        <a:xfrm>
          <a:off x="0" y="0"/>
          <a:ext cx="0" cy="0"/>
          <a:chOff x="0" y="0"/>
          <a:chExt cx="0" cy="0"/>
        </a:xfrm>
      </p:grpSpPr>
      <p:sp>
        <p:nvSpPr>
          <p:cNvPr id="1536" name="Google Shape;1536;p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1537" name="Google Shape;1537;p5: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46" name="Shape 1546"/>
        <p:cNvGrpSpPr/>
        <p:nvPr/>
      </p:nvGrpSpPr>
      <p:grpSpPr>
        <a:xfrm>
          <a:off x="0" y="0"/>
          <a:ext cx="0" cy="0"/>
          <a:chOff x="0" y="0"/>
          <a:chExt cx="0" cy="0"/>
        </a:xfrm>
      </p:grpSpPr>
      <p:sp>
        <p:nvSpPr>
          <p:cNvPr id="1547" name="Google Shape;1547;p1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1548" name="Google Shape;1548;p15: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57" name="Shape 1557"/>
        <p:cNvGrpSpPr/>
        <p:nvPr/>
      </p:nvGrpSpPr>
      <p:grpSpPr>
        <a:xfrm>
          <a:off x="0" y="0"/>
          <a:ext cx="0" cy="0"/>
          <a:chOff x="0" y="0"/>
          <a:chExt cx="0" cy="0"/>
        </a:xfrm>
      </p:grpSpPr>
      <p:sp>
        <p:nvSpPr>
          <p:cNvPr id="1558" name="Google Shape;1558;p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1559" name="Google Shape;1559;p9: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76" name="Shape 1576"/>
        <p:cNvGrpSpPr/>
        <p:nvPr/>
      </p:nvGrpSpPr>
      <p:grpSpPr>
        <a:xfrm>
          <a:off x="0" y="0"/>
          <a:ext cx="0" cy="0"/>
          <a:chOff x="0" y="0"/>
          <a:chExt cx="0" cy="0"/>
        </a:xfrm>
      </p:grpSpPr>
      <p:sp>
        <p:nvSpPr>
          <p:cNvPr id="1577" name="Google Shape;1577;p2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1578" name="Google Shape;1578;p22: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39" name="Shape 1739"/>
        <p:cNvGrpSpPr/>
        <p:nvPr/>
      </p:nvGrpSpPr>
      <p:grpSpPr>
        <a:xfrm>
          <a:off x="0" y="0"/>
          <a:ext cx="0" cy="0"/>
          <a:chOff x="0" y="0"/>
          <a:chExt cx="0" cy="0"/>
        </a:xfrm>
      </p:grpSpPr>
      <p:sp>
        <p:nvSpPr>
          <p:cNvPr id="1740" name="Google Shape;1740;p1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1741" name="Google Shape;1741;p19: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50" name="Shape 1750"/>
        <p:cNvGrpSpPr/>
        <p:nvPr/>
      </p:nvGrpSpPr>
      <p:grpSpPr>
        <a:xfrm>
          <a:off x="0" y="0"/>
          <a:ext cx="0" cy="0"/>
          <a:chOff x="0" y="0"/>
          <a:chExt cx="0" cy="0"/>
        </a:xfrm>
      </p:grpSpPr>
      <p:sp>
        <p:nvSpPr>
          <p:cNvPr id="1751" name="Google Shape;1751;g3b44d3f39a4_0_2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1752" name="Google Shape;1752;g3b44d3f39a4_0_29: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28" name="Shape 1828"/>
        <p:cNvGrpSpPr/>
        <p:nvPr/>
      </p:nvGrpSpPr>
      <p:grpSpPr>
        <a:xfrm>
          <a:off x="0" y="0"/>
          <a:ext cx="0" cy="0"/>
          <a:chOff x="0" y="0"/>
          <a:chExt cx="0" cy="0"/>
        </a:xfrm>
      </p:grpSpPr>
      <p:sp>
        <p:nvSpPr>
          <p:cNvPr id="1829" name="Google Shape;1829;p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1830" name="Google Shape;1830;p6: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03" name="Shape 1903"/>
        <p:cNvGrpSpPr/>
        <p:nvPr/>
      </p:nvGrpSpPr>
      <p:grpSpPr>
        <a:xfrm>
          <a:off x="0" y="0"/>
          <a:ext cx="0" cy="0"/>
          <a:chOff x="0" y="0"/>
          <a:chExt cx="0" cy="0"/>
        </a:xfrm>
      </p:grpSpPr>
      <p:sp>
        <p:nvSpPr>
          <p:cNvPr id="1904" name="Google Shape;1904;g3b47d110848_0_5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905" name="Google Shape;1905;g3b47d110848_0_5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14" name="Shape 1914"/>
        <p:cNvGrpSpPr/>
        <p:nvPr/>
      </p:nvGrpSpPr>
      <p:grpSpPr>
        <a:xfrm>
          <a:off x="0" y="0"/>
          <a:ext cx="0" cy="0"/>
          <a:chOff x="0" y="0"/>
          <a:chExt cx="0" cy="0"/>
        </a:xfrm>
      </p:grpSpPr>
      <p:sp>
        <p:nvSpPr>
          <p:cNvPr id="1915" name="Google Shape;1915;p1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1916" name="Google Shape;1916;p10: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44" name="Shape 2044"/>
        <p:cNvGrpSpPr/>
        <p:nvPr/>
      </p:nvGrpSpPr>
      <p:grpSpPr>
        <a:xfrm>
          <a:off x="0" y="0"/>
          <a:ext cx="0" cy="0"/>
          <a:chOff x="0" y="0"/>
          <a:chExt cx="0" cy="0"/>
        </a:xfrm>
      </p:grpSpPr>
      <p:sp>
        <p:nvSpPr>
          <p:cNvPr id="2045" name="Google Shape;2045;p1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2046" name="Google Shape;2046;p12: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91" name="Shape 2191"/>
        <p:cNvGrpSpPr/>
        <p:nvPr/>
      </p:nvGrpSpPr>
      <p:grpSpPr>
        <a:xfrm>
          <a:off x="0" y="0"/>
          <a:ext cx="0" cy="0"/>
          <a:chOff x="0" y="0"/>
          <a:chExt cx="0" cy="0"/>
        </a:xfrm>
      </p:grpSpPr>
      <p:sp>
        <p:nvSpPr>
          <p:cNvPr id="2192" name="Google Shape;2192;p1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2193" name="Google Shape;2193;p13: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44" name="Shape 2244"/>
        <p:cNvGrpSpPr/>
        <p:nvPr/>
      </p:nvGrpSpPr>
      <p:grpSpPr>
        <a:xfrm>
          <a:off x="0" y="0"/>
          <a:ext cx="0" cy="0"/>
          <a:chOff x="0" y="0"/>
          <a:chExt cx="0" cy="0"/>
        </a:xfrm>
      </p:grpSpPr>
      <p:sp>
        <p:nvSpPr>
          <p:cNvPr id="2245" name="Google Shape;2245;g3b3d817690b_0_7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2246" name="Google Shape;2246;g3b3d817690b_0_75: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21" name="Shape 2421"/>
        <p:cNvGrpSpPr/>
        <p:nvPr/>
      </p:nvGrpSpPr>
      <p:grpSpPr>
        <a:xfrm>
          <a:off x="0" y="0"/>
          <a:ext cx="0" cy="0"/>
          <a:chOff x="0" y="0"/>
          <a:chExt cx="0" cy="0"/>
        </a:xfrm>
      </p:grpSpPr>
      <p:sp>
        <p:nvSpPr>
          <p:cNvPr id="2422" name="Google Shape;2422;p1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2423" name="Google Shape;2423;p18: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59" name="Shape 2459"/>
        <p:cNvGrpSpPr/>
        <p:nvPr/>
      </p:nvGrpSpPr>
      <p:grpSpPr>
        <a:xfrm>
          <a:off x="0" y="0"/>
          <a:ext cx="0" cy="0"/>
          <a:chOff x="0" y="0"/>
          <a:chExt cx="0" cy="0"/>
        </a:xfrm>
      </p:grpSpPr>
      <p:sp>
        <p:nvSpPr>
          <p:cNvPr id="2460" name="Google Shape;2460;g3b3d817690b_0_38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461" name="Google Shape;2461;g3b3d817690b_0_38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70" name="Shape 2470"/>
        <p:cNvGrpSpPr/>
        <p:nvPr/>
      </p:nvGrpSpPr>
      <p:grpSpPr>
        <a:xfrm>
          <a:off x="0" y="0"/>
          <a:ext cx="0" cy="0"/>
          <a:chOff x="0" y="0"/>
          <a:chExt cx="0" cy="0"/>
        </a:xfrm>
      </p:grpSpPr>
      <p:sp>
        <p:nvSpPr>
          <p:cNvPr id="2471" name="Google Shape;2471;p2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2472" name="Google Shape;2472;p20: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50" name="Shape 2650"/>
        <p:cNvGrpSpPr/>
        <p:nvPr/>
      </p:nvGrpSpPr>
      <p:grpSpPr>
        <a:xfrm>
          <a:off x="0" y="0"/>
          <a:ext cx="0" cy="0"/>
          <a:chOff x="0" y="0"/>
          <a:chExt cx="0" cy="0"/>
        </a:xfrm>
      </p:grpSpPr>
      <p:sp>
        <p:nvSpPr>
          <p:cNvPr id="2651" name="Google Shape;2651;g3b3d817690b_0_27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2652" name="Google Shape;2652;g3b3d817690b_0_279: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34" name="Shape 2734"/>
        <p:cNvGrpSpPr/>
        <p:nvPr/>
      </p:nvGrpSpPr>
      <p:grpSpPr>
        <a:xfrm>
          <a:off x="0" y="0"/>
          <a:ext cx="0" cy="0"/>
          <a:chOff x="0" y="0"/>
          <a:chExt cx="0" cy="0"/>
        </a:xfrm>
      </p:grpSpPr>
      <p:sp>
        <p:nvSpPr>
          <p:cNvPr id="2735" name="Google Shape;2735;p2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2736" name="Google Shape;2736;p23: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42" name="Shape 2742"/>
        <p:cNvGrpSpPr/>
        <p:nvPr/>
      </p:nvGrpSpPr>
      <p:grpSpPr>
        <a:xfrm>
          <a:off x="0" y="0"/>
          <a:ext cx="0" cy="0"/>
          <a:chOff x="0" y="0"/>
          <a:chExt cx="0" cy="0"/>
        </a:xfrm>
      </p:grpSpPr>
      <p:sp>
        <p:nvSpPr>
          <p:cNvPr id="2743" name="Google Shape;2743;p2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2744" name="Google Shape;2744;p24: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92" name="Shape 2792"/>
        <p:cNvGrpSpPr/>
        <p:nvPr/>
      </p:nvGrpSpPr>
      <p:grpSpPr>
        <a:xfrm>
          <a:off x="0" y="0"/>
          <a:ext cx="0" cy="0"/>
          <a:chOff x="0" y="0"/>
          <a:chExt cx="0" cy="0"/>
        </a:xfrm>
      </p:grpSpPr>
      <p:sp>
        <p:nvSpPr>
          <p:cNvPr id="2793" name="Google Shape;2793;p2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2794" name="Google Shape;2794;p25: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3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14" name="Shape 2814"/>
        <p:cNvGrpSpPr/>
        <p:nvPr/>
      </p:nvGrpSpPr>
      <p:grpSpPr>
        <a:xfrm>
          <a:off x="0" y="0"/>
          <a:ext cx="0" cy="0"/>
          <a:chOff x="0" y="0"/>
          <a:chExt cx="0" cy="0"/>
        </a:xfrm>
      </p:grpSpPr>
      <p:sp>
        <p:nvSpPr>
          <p:cNvPr id="2815" name="Google Shape;2815;p2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2816" name="Google Shape;2816;p26: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50" name="Shape 2850"/>
        <p:cNvGrpSpPr/>
        <p:nvPr/>
      </p:nvGrpSpPr>
      <p:grpSpPr>
        <a:xfrm>
          <a:off x="0" y="0"/>
          <a:ext cx="0" cy="0"/>
          <a:chOff x="0" y="0"/>
          <a:chExt cx="0" cy="0"/>
        </a:xfrm>
      </p:grpSpPr>
      <p:sp>
        <p:nvSpPr>
          <p:cNvPr id="2851" name="Google Shape;2851;p2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2852" name="Google Shape;2852;p27: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3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251" name="Shape 4251"/>
        <p:cNvGrpSpPr/>
        <p:nvPr/>
      </p:nvGrpSpPr>
      <p:grpSpPr>
        <a:xfrm>
          <a:off x="0" y="0"/>
          <a:ext cx="0" cy="0"/>
          <a:chOff x="0" y="0"/>
          <a:chExt cx="0" cy="0"/>
        </a:xfrm>
      </p:grpSpPr>
      <p:sp>
        <p:nvSpPr>
          <p:cNvPr id="4252" name="Google Shape;4252;p2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253" name="Google Shape;4253;p28: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3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441" name="Shape 5441"/>
        <p:cNvGrpSpPr/>
        <p:nvPr/>
      </p:nvGrpSpPr>
      <p:grpSpPr>
        <a:xfrm>
          <a:off x="0" y="0"/>
          <a:ext cx="0" cy="0"/>
          <a:chOff x="0" y="0"/>
          <a:chExt cx="0" cy="0"/>
        </a:xfrm>
      </p:grpSpPr>
      <p:sp>
        <p:nvSpPr>
          <p:cNvPr id="5442" name="Google Shape;5442;p2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5443" name="Google Shape;5443;p29: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4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447" name="Shape 5447"/>
        <p:cNvGrpSpPr/>
        <p:nvPr/>
      </p:nvGrpSpPr>
      <p:grpSpPr>
        <a:xfrm>
          <a:off x="0" y="0"/>
          <a:ext cx="0" cy="0"/>
          <a:chOff x="0" y="0"/>
          <a:chExt cx="0" cy="0"/>
        </a:xfrm>
      </p:grpSpPr>
      <p:sp>
        <p:nvSpPr>
          <p:cNvPr id="5448" name="Google Shape;5448;p3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5449" name="Google Shape;5449;p30: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4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453" name="Shape 5453"/>
        <p:cNvGrpSpPr/>
        <p:nvPr/>
      </p:nvGrpSpPr>
      <p:grpSpPr>
        <a:xfrm>
          <a:off x="0" y="0"/>
          <a:ext cx="0" cy="0"/>
          <a:chOff x="0" y="0"/>
          <a:chExt cx="0" cy="0"/>
        </a:xfrm>
      </p:grpSpPr>
      <p:sp>
        <p:nvSpPr>
          <p:cNvPr id="5454" name="Google Shape;5454;p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5455" name="Google Shape;5455;p31: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4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460" name="Shape 5460"/>
        <p:cNvGrpSpPr/>
        <p:nvPr/>
      </p:nvGrpSpPr>
      <p:grpSpPr>
        <a:xfrm>
          <a:off x="0" y="0"/>
          <a:ext cx="0" cy="0"/>
          <a:chOff x="0" y="0"/>
          <a:chExt cx="0" cy="0"/>
        </a:xfrm>
      </p:grpSpPr>
      <p:sp>
        <p:nvSpPr>
          <p:cNvPr id="5461" name="Google Shape;5461;p3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5462" name="Google Shape;5462;p32: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4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467" name="Shape 5467"/>
        <p:cNvGrpSpPr/>
        <p:nvPr/>
      </p:nvGrpSpPr>
      <p:grpSpPr>
        <a:xfrm>
          <a:off x="0" y="0"/>
          <a:ext cx="0" cy="0"/>
          <a:chOff x="0" y="0"/>
          <a:chExt cx="0" cy="0"/>
        </a:xfrm>
      </p:grpSpPr>
      <p:sp>
        <p:nvSpPr>
          <p:cNvPr id="5468" name="Google Shape;5468;p3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5469" name="Google Shape;5469;p33: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4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490" name="Shape 5490"/>
        <p:cNvGrpSpPr/>
        <p:nvPr/>
      </p:nvGrpSpPr>
      <p:grpSpPr>
        <a:xfrm>
          <a:off x="0" y="0"/>
          <a:ext cx="0" cy="0"/>
          <a:chOff x="0" y="0"/>
          <a:chExt cx="0" cy="0"/>
        </a:xfrm>
      </p:grpSpPr>
      <p:sp>
        <p:nvSpPr>
          <p:cNvPr id="5491" name="Google Shape;5491;p3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5492" name="Google Shape;5492;p34: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4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506" name="Shape 5506"/>
        <p:cNvGrpSpPr/>
        <p:nvPr/>
      </p:nvGrpSpPr>
      <p:grpSpPr>
        <a:xfrm>
          <a:off x="0" y="0"/>
          <a:ext cx="0" cy="0"/>
          <a:chOff x="0" y="0"/>
          <a:chExt cx="0" cy="0"/>
        </a:xfrm>
      </p:grpSpPr>
      <p:sp>
        <p:nvSpPr>
          <p:cNvPr id="5507" name="Google Shape;5507;p3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5508" name="Google Shape;5508;p35: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4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843" name="Shape 5843"/>
        <p:cNvGrpSpPr/>
        <p:nvPr/>
      </p:nvGrpSpPr>
      <p:grpSpPr>
        <a:xfrm>
          <a:off x="0" y="0"/>
          <a:ext cx="0" cy="0"/>
          <a:chOff x="0" y="0"/>
          <a:chExt cx="0" cy="0"/>
        </a:xfrm>
      </p:grpSpPr>
      <p:sp>
        <p:nvSpPr>
          <p:cNvPr id="5844" name="Google Shape;5844;p3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5845" name="Google Shape;5845;p36: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4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630" name="Shape 8630"/>
        <p:cNvGrpSpPr/>
        <p:nvPr/>
      </p:nvGrpSpPr>
      <p:grpSpPr>
        <a:xfrm>
          <a:off x="0" y="0"/>
          <a:ext cx="0" cy="0"/>
          <a:chOff x="0" y="0"/>
          <a:chExt cx="0" cy="0"/>
        </a:xfrm>
      </p:grpSpPr>
      <p:sp>
        <p:nvSpPr>
          <p:cNvPr id="8631" name="Google Shape;8631;p3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8632" name="Google Shape;8632;p37: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4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049" name="Shape 9049"/>
        <p:cNvGrpSpPr/>
        <p:nvPr/>
      </p:nvGrpSpPr>
      <p:grpSpPr>
        <a:xfrm>
          <a:off x="0" y="0"/>
          <a:ext cx="0" cy="0"/>
          <a:chOff x="0" y="0"/>
          <a:chExt cx="0" cy="0"/>
        </a:xfrm>
      </p:grpSpPr>
      <p:sp>
        <p:nvSpPr>
          <p:cNvPr id="9050" name="Google Shape;9050;p3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9051" name="Google Shape;9051;p38: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4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219" name="Shape 9219"/>
        <p:cNvGrpSpPr/>
        <p:nvPr/>
      </p:nvGrpSpPr>
      <p:grpSpPr>
        <a:xfrm>
          <a:off x="0" y="0"/>
          <a:ext cx="0" cy="0"/>
          <a:chOff x="0" y="0"/>
          <a:chExt cx="0" cy="0"/>
        </a:xfrm>
      </p:grpSpPr>
      <p:sp>
        <p:nvSpPr>
          <p:cNvPr id="9220" name="Google Shape;9220;p3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9221" name="Google Shape;9221;p39: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5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624" name="Shape 9624"/>
        <p:cNvGrpSpPr/>
        <p:nvPr/>
      </p:nvGrpSpPr>
      <p:grpSpPr>
        <a:xfrm>
          <a:off x="0" y="0"/>
          <a:ext cx="0" cy="0"/>
          <a:chOff x="0" y="0"/>
          <a:chExt cx="0" cy="0"/>
        </a:xfrm>
      </p:grpSpPr>
      <p:sp>
        <p:nvSpPr>
          <p:cNvPr id="9625" name="Google Shape;9625;p4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9626" name="Google Shape;9626;p40: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5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004" name="Shape 10004"/>
        <p:cNvGrpSpPr/>
        <p:nvPr/>
      </p:nvGrpSpPr>
      <p:grpSpPr>
        <a:xfrm>
          <a:off x="0" y="0"/>
          <a:ext cx="0" cy="0"/>
          <a:chOff x="0" y="0"/>
          <a:chExt cx="0" cy="0"/>
        </a:xfrm>
      </p:grpSpPr>
      <p:sp>
        <p:nvSpPr>
          <p:cNvPr id="10005" name="Google Shape;10005;p4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10006" name="Google Shape;10006;p41: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5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772" name="Shape 10772"/>
        <p:cNvGrpSpPr/>
        <p:nvPr/>
      </p:nvGrpSpPr>
      <p:grpSpPr>
        <a:xfrm>
          <a:off x="0" y="0"/>
          <a:ext cx="0" cy="0"/>
          <a:chOff x="0" y="0"/>
          <a:chExt cx="0" cy="0"/>
        </a:xfrm>
      </p:grpSpPr>
      <p:sp>
        <p:nvSpPr>
          <p:cNvPr id="10773" name="Google Shape;10773;p4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10774" name="Google Shape;10774;p42: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5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179" name="Shape 12179"/>
        <p:cNvGrpSpPr/>
        <p:nvPr/>
      </p:nvGrpSpPr>
      <p:grpSpPr>
        <a:xfrm>
          <a:off x="0" y="0"/>
          <a:ext cx="0" cy="0"/>
          <a:chOff x="0" y="0"/>
          <a:chExt cx="0" cy="0"/>
        </a:xfrm>
      </p:grpSpPr>
      <p:sp>
        <p:nvSpPr>
          <p:cNvPr id="12180" name="Google Shape;12180;p4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12181" name="Google Shape;12181;p43: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5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573" name="Shape 14573"/>
        <p:cNvGrpSpPr/>
        <p:nvPr/>
      </p:nvGrpSpPr>
      <p:grpSpPr>
        <a:xfrm>
          <a:off x="0" y="0"/>
          <a:ext cx="0" cy="0"/>
          <a:chOff x="0" y="0"/>
          <a:chExt cx="0" cy="0"/>
        </a:xfrm>
      </p:grpSpPr>
      <p:sp>
        <p:nvSpPr>
          <p:cNvPr id="14574" name="Google Shape;14574;p4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14575" name="Google Shape;14575;p44: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5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587" name="Shape 16587"/>
        <p:cNvGrpSpPr/>
        <p:nvPr/>
      </p:nvGrpSpPr>
      <p:grpSpPr>
        <a:xfrm>
          <a:off x="0" y="0"/>
          <a:ext cx="0" cy="0"/>
          <a:chOff x="0" y="0"/>
          <a:chExt cx="0" cy="0"/>
        </a:xfrm>
      </p:grpSpPr>
      <p:sp>
        <p:nvSpPr>
          <p:cNvPr id="16588" name="Google Shape;16588;p4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16589" name="Google Shape;16589;p45: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5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223" name="Shape 18223"/>
        <p:cNvGrpSpPr/>
        <p:nvPr/>
      </p:nvGrpSpPr>
      <p:grpSpPr>
        <a:xfrm>
          <a:off x="0" y="0"/>
          <a:ext cx="0" cy="0"/>
          <a:chOff x="0" y="0"/>
          <a:chExt cx="0" cy="0"/>
        </a:xfrm>
      </p:grpSpPr>
      <p:sp>
        <p:nvSpPr>
          <p:cNvPr id="18224" name="Google Shape;18224;p4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18225" name="Google Shape;18225;p46: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5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265" name="Shape 19265"/>
        <p:cNvGrpSpPr/>
        <p:nvPr/>
      </p:nvGrpSpPr>
      <p:grpSpPr>
        <a:xfrm>
          <a:off x="0" y="0"/>
          <a:ext cx="0" cy="0"/>
          <a:chOff x="0" y="0"/>
          <a:chExt cx="0" cy="0"/>
        </a:xfrm>
      </p:grpSpPr>
      <p:sp>
        <p:nvSpPr>
          <p:cNvPr id="19266" name="Google Shape;19266;p4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19267" name="Google Shape;19267;p47: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5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808" name="Shape 20808"/>
        <p:cNvGrpSpPr/>
        <p:nvPr/>
      </p:nvGrpSpPr>
      <p:grpSpPr>
        <a:xfrm>
          <a:off x="0" y="0"/>
          <a:ext cx="0" cy="0"/>
          <a:chOff x="0" y="0"/>
          <a:chExt cx="0" cy="0"/>
        </a:xfrm>
      </p:grpSpPr>
      <p:sp>
        <p:nvSpPr>
          <p:cNvPr id="20809" name="Google Shape;20809;p4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20810" name="Google Shape;20810;p48: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hyperlink" Target="http://bit.ly/2Tynxth" TargetMode="External"/><Relationship Id="rId4" Type="http://schemas.openxmlformats.org/officeDocument/2006/relationships/hyperlink" Target="http://bit.ly/2TyoMsr" TargetMode="External"/><Relationship Id="rId5" Type="http://schemas.openxmlformats.org/officeDocument/2006/relationships/hyperlink" Target="http://bit.ly/2TtBDfr" TargetMode="Externa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10" name="Shape 10"/>
        <p:cNvGrpSpPr/>
        <p:nvPr/>
      </p:nvGrpSpPr>
      <p:grpSpPr>
        <a:xfrm>
          <a:off x="0" y="0"/>
          <a:ext cx="0" cy="0"/>
          <a:chOff x="0" y="0"/>
          <a:chExt cx="0" cy="0"/>
        </a:xfrm>
      </p:grpSpPr>
      <p:pic>
        <p:nvPicPr>
          <p:cNvPr id="11" name="Google Shape;11;p50"/>
          <p:cNvPicPr preferRelativeResize="0"/>
          <p:nvPr/>
        </p:nvPicPr>
        <p:blipFill rotWithShape="1">
          <a:blip r:embed="rId2">
            <a:alphaModFix amt="14000"/>
          </a:blip>
          <a:srcRect b="0" l="0" r="0" t="0"/>
          <a:stretch/>
        </p:blipFill>
        <p:spPr>
          <a:xfrm>
            <a:off x="0" y="0"/>
            <a:ext cx="9144000" cy="5143500"/>
          </a:xfrm>
          <a:prstGeom prst="rect">
            <a:avLst/>
          </a:prstGeom>
          <a:noFill/>
          <a:ln>
            <a:noFill/>
          </a:ln>
        </p:spPr>
      </p:pic>
      <p:grpSp>
        <p:nvGrpSpPr>
          <p:cNvPr id="12" name="Google Shape;12;p50"/>
          <p:cNvGrpSpPr/>
          <p:nvPr/>
        </p:nvGrpSpPr>
        <p:grpSpPr>
          <a:xfrm>
            <a:off x="372025" y="321975"/>
            <a:ext cx="8400000" cy="4503300"/>
            <a:chOff x="372025" y="321975"/>
            <a:chExt cx="8400000" cy="4503300"/>
          </a:xfrm>
        </p:grpSpPr>
        <p:sp>
          <p:nvSpPr>
            <p:cNvPr id="13" name="Google Shape;13;p50"/>
            <p:cNvSpPr/>
            <p:nvPr/>
          </p:nvSpPr>
          <p:spPr>
            <a:xfrm>
              <a:off x="372375" y="324675"/>
              <a:ext cx="8394900" cy="4500600"/>
            </a:xfrm>
            <a:prstGeom prst="rect">
              <a:avLst/>
            </a:prstGeom>
            <a:solidFill>
              <a:srgbClr val="7C7C7C">
                <a:alpha val="14117"/>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nvGrpSpPr>
            <p:cNvPr id="14" name="Google Shape;14;p50"/>
            <p:cNvGrpSpPr/>
            <p:nvPr/>
          </p:nvGrpSpPr>
          <p:grpSpPr>
            <a:xfrm>
              <a:off x="372025" y="321975"/>
              <a:ext cx="8400000" cy="4499700"/>
              <a:chOff x="372025" y="321975"/>
              <a:chExt cx="8400000" cy="4499700"/>
            </a:xfrm>
          </p:grpSpPr>
          <p:sp>
            <p:nvSpPr>
              <p:cNvPr id="15" name="Google Shape;15;p50"/>
              <p:cNvSpPr/>
              <p:nvPr/>
            </p:nvSpPr>
            <p:spPr>
              <a:xfrm>
                <a:off x="372025" y="321975"/>
                <a:ext cx="8400000" cy="44997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 name="Google Shape;16;p50"/>
              <p:cNvSpPr/>
              <p:nvPr/>
            </p:nvSpPr>
            <p:spPr>
              <a:xfrm>
                <a:off x="372025" y="321975"/>
                <a:ext cx="8400000" cy="2181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 name="Google Shape;17;p50"/>
              <p:cNvSpPr/>
              <p:nvPr/>
            </p:nvSpPr>
            <p:spPr>
              <a:xfrm>
                <a:off x="486450" y="380900"/>
                <a:ext cx="100200" cy="100200"/>
              </a:xfrm>
              <a:prstGeom prst="ellipse">
                <a:avLst/>
              </a:pr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 name="Google Shape;18;p50"/>
              <p:cNvSpPr/>
              <p:nvPr/>
            </p:nvSpPr>
            <p:spPr>
              <a:xfrm>
                <a:off x="669900" y="380900"/>
                <a:ext cx="100200" cy="100200"/>
              </a:xfrm>
              <a:prstGeom prst="ellipse">
                <a:avLst/>
              </a:pr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 name="Google Shape;19;p50"/>
              <p:cNvSpPr/>
              <p:nvPr/>
            </p:nvSpPr>
            <p:spPr>
              <a:xfrm>
                <a:off x="853350" y="380900"/>
                <a:ext cx="100200" cy="100200"/>
              </a:xfrm>
              <a:prstGeom prst="ellipse">
                <a:avLst/>
              </a:pr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 name="Google Shape;20;p50"/>
              <p:cNvSpPr/>
              <p:nvPr/>
            </p:nvSpPr>
            <p:spPr>
              <a:xfrm>
                <a:off x="8537750" y="380900"/>
                <a:ext cx="100200" cy="1002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cxnSp>
            <p:nvCxnSpPr>
              <p:cNvPr id="21" name="Google Shape;21;p50"/>
              <p:cNvCxnSpPr/>
              <p:nvPr/>
            </p:nvCxnSpPr>
            <p:spPr>
              <a:xfrm>
                <a:off x="7498375" y="431000"/>
                <a:ext cx="1039500" cy="0"/>
              </a:xfrm>
              <a:prstGeom prst="straightConnector1">
                <a:avLst/>
              </a:prstGeom>
              <a:noFill/>
              <a:ln cap="flat" cmpd="sng" w="9525">
                <a:solidFill>
                  <a:schemeClr val="dk2"/>
                </a:solidFill>
                <a:prstDash val="solid"/>
                <a:round/>
                <a:headEnd len="sm" w="sm" type="none"/>
                <a:tailEnd len="sm" w="sm" type="none"/>
              </a:ln>
            </p:spPr>
          </p:cxnSp>
        </p:grpSp>
      </p:grpSp>
      <p:grpSp>
        <p:nvGrpSpPr>
          <p:cNvPr id="22" name="Google Shape;22;p50"/>
          <p:cNvGrpSpPr/>
          <p:nvPr/>
        </p:nvGrpSpPr>
        <p:grpSpPr>
          <a:xfrm>
            <a:off x="371330" y="3441041"/>
            <a:ext cx="8400431" cy="1380780"/>
            <a:chOff x="4122825" y="2769975"/>
            <a:chExt cx="4390775" cy="1934950"/>
          </a:xfrm>
        </p:grpSpPr>
        <p:sp>
          <p:nvSpPr>
            <p:cNvPr id="23" name="Google Shape;23;p50"/>
            <p:cNvSpPr/>
            <p:nvPr/>
          </p:nvSpPr>
          <p:spPr>
            <a:xfrm>
              <a:off x="4122825" y="2769975"/>
              <a:ext cx="4390775" cy="1399600"/>
            </a:xfrm>
            <a:custGeom>
              <a:rect b="b" l="l" r="r" t="t"/>
              <a:pathLst>
                <a:path extrusionOk="0" fill="none" h="55984" w="175631">
                  <a:moveTo>
                    <a:pt x="175486" y="55983"/>
                  </a:moveTo>
                  <a:cubicBezTo>
                    <a:pt x="175594" y="55983"/>
                    <a:pt x="175630" y="55808"/>
                    <a:pt x="175534" y="55748"/>
                  </a:cubicBezTo>
                  <a:lnTo>
                    <a:pt x="87817" y="1"/>
                  </a:lnTo>
                  <a:lnTo>
                    <a:pt x="97" y="55748"/>
                  </a:lnTo>
                  <a:cubicBezTo>
                    <a:pt x="1" y="55810"/>
                    <a:pt x="37" y="55983"/>
                    <a:pt x="146" y="55983"/>
                  </a:cubicBezTo>
                </a:path>
              </a:pathLst>
            </a:custGeom>
            <a:noFill/>
            <a:ln cap="flat" cmpd="sng" w="9525">
              <a:solidFill>
                <a:schemeClr val="dk2"/>
              </a:solidFill>
              <a:prstDash val="solid"/>
              <a:miter lim="1069"/>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4" name="Google Shape;24;p50"/>
            <p:cNvSpPr/>
            <p:nvPr/>
          </p:nvSpPr>
          <p:spPr>
            <a:xfrm>
              <a:off x="5419875" y="2769975"/>
              <a:ext cx="898375" cy="1934950"/>
            </a:xfrm>
            <a:custGeom>
              <a:rect b="b" l="l" r="r" t="t"/>
              <a:pathLst>
                <a:path extrusionOk="0" fill="none" h="77398" w="35935">
                  <a:moveTo>
                    <a:pt x="35935" y="1"/>
                  </a:moveTo>
                  <a:lnTo>
                    <a:pt x="0" y="77398"/>
                  </a:lnTo>
                </a:path>
              </a:pathLst>
            </a:custGeom>
            <a:noFill/>
            <a:ln cap="flat" cmpd="sng" w="9525">
              <a:solidFill>
                <a:schemeClr val="dk2"/>
              </a:solidFill>
              <a:prstDash val="solid"/>
              <a:miter lim="1069"/>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 name="Google Shape;25;p50"/>
            <p:cNvSpPr/>
            <p:nvPr/>
          </p:nvSpPr>
          <p:spPr>
            <a:xfrm>
              <a:off x="4355900" y="2769975"/>
              <a:ext cx="1962350" cy="1934950"/>
            </a:xfrm>
            <a:custGeom>
              <a:rect b="b" l="l" r="r" t="t"/>
              <a:pathLst>
                <a:path extrusionOk="0" fill="none" h="77398" w="78494">
                  <a:moveTo>
                    <a:pt x="0" y="77398"/>
                  </a:moveTo>
                  <a:lnTo>
                    <a:pt x="78494" y="1"/>
                  </a:lnTo>
                </a:path>
              </a:pathLst>
            </a:custGeom>
            <a:noFill/>
            <a:ln cap="flat" cmpd="sng" w="9525">
              <a:solidFill>
                <a:schemeClr val="dk2"/>
              </a:solidFill>
              <a:prstDash val="solid"/>
              <a:miter lim="1069"/>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6" name="Google Shape;26;p50"/>
            <p:cNvSpPr/>
            <p:nvPr/>
          </p:nvSpPr>
          <p:spPr>
            <a:xfrm>
              <a:off x="6318225" y="2769975"/>
              <a:ext cx="898350" cy="1934950"/>
            </a:xfrm>
            <a:custGeom>
              <a:rect b="b" l="l" r="r" t="t"/>
              <a:pathLst>
                <a:path extrusionOk="0" fill="none" h="77398" w="35934">
                  <a:moveTo>
                    <a:pt x="1" y="1"/>
                  </a:moveTo>
                  <a:lnTo>
                    <a:pt x="35934" y="77398"/>
                  </a:lnTo>
                </a:path>
              </a:pathLst>
            </a:custGeom>
            <a:noFill/>
            <a:ln cap="flat" cmpd="sng" w="9525">
              <a:solidFill>
                <a:schemeClr val="dk2"/>
              </a:solidFill>
              <a:prstDash val="solid"/>
              <a:miter lim="1069"/>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7" name="Google Shape;27;p50"/>
            <p:cNvSpPr/>
            <p:nvPr/>
          </p:nvSpPr>
          <p:spPr>
            <a:xfrm>
              <a:off x="6318225" y="2769975"/>
              <a:ext cx="1962350" cy="1934950"/>
            </a:xfrm>
            <a:custGeom>
              <a:rect b="b" l="l" r="r" t="t"/>
              <a:pathLst>
                <a:path extrusionOk="0" fill="none" h="77398" w="78494">
                  <a:moveTo>
                    <a:pt x="78493" y="77398"/>
                  </a:moveTo>
                  <a:lnTo>
                    <a:pt x="1" y="1"/>
                  </a:lnTo>
                </a:path>
              </a:pathLst>
            </a:custGeom>
            <a:noFill/>
            <a:ln cap="flat" cmpd="sng" w="9525">
              <a:solidFill>
                <a:schemeClr val="dk2"/>
              </a:solidFill>
              <a:prstDash val="solid"/>
              <a:miter lim="1069"/>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8" name="Google Shape;28;p50"/>
            <p:cNvSpPr/>
            <p:nvPr/>
          </p:nvSpPr>
          <p:spPr>
            <a:xfrm>
              <a:off x="4123850" y="3851100"/>
              <a:ext cx="4389300" cy="25"/>
            </a:xfrm>
            <a:custGeom>
              <a:rect b="b" l="l" r="r" t="t"/>
              <a:pathLst>
                <a:path extrusionOk="0" fill="none" h="1" w="175572">
                  <a:moveTo>
                    <a:pt x="1" y="0"/>
                  </a:moveTo>
                  <a:lnTo>
                    <a:pt x="175571" y="0"/>
                  </a:lnTo>
                </a:path>
              </a:pathLst>
            </a:custGeom>
            <a:noFill/>
            <a:ln cap="flat" cmpd="sng" w="9525">
              <a:solidFill>
                <a:schemeClr val="dk2"/>
              </a:solidFill>
              <a:prstDash val="solid"/>
              <a:miter lim="1069"/>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 name="Google Shape;29;p50"/>
            <p:cNvSpPr/>
            <p:nvPr/>
          </p:nvSpPr>
          <p:spPr>
            <a:xfrm>
              <a:off x="4123850" y="4346500"/>
              <a:ext cx="4389300" cy="25"/>
            </a:xfrm>
            <a:custGeom>
              <a:rect b="b" l="l" r="r" t="t"/>
              <a:pathLst>
                <a:path extrusionOk="0" fill="none" h="1" w="175572">
                  <a:moveTo>
                    <a:pt x="1" y="1"/>
                  </a:moveTo>
                  <a:lnTo>
                    <a:pt x="175571" y="1"/>
                  </a:lnTo>
                </a:path>
              </a:pathLst>
            </a:custGeom>
            <a:noFill/>
            <a:ln cap="flat" cmpd="sng" w="9525">
              <a:solidFill>
                <a:schemeClr val="dk2"/>
              </a:solidFill>
              <a:prstDash val="solid"/>
              <a:miter lim="1069"/>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0" name="Google Shape;30;p50"/>
            <p:cNvSpPr/>
            <p:nvPr/>
          </p:nvSpPr>
          <p:spPr>
            <a:xfrm>
              <a:off x="4123850" y="3557300"/>
              <a:ext cx="4388725" cy="25"/>
            </a:xfrm>
            <a:custGeom>
              <a:rect b="b" l="l" r="r" t="t"/>
              <a:pathLst>
                <a:path extrusionOk="0" fill="none" h="1" w="175549">
                  <a:moveTo>
                    <a:pt x="1" y="0"/>
                  </a:moveTo>
                  <a:lnTo>
                    <a:pt x="175549" y="0"/>
                  </a:lnTo>
                </a:path>
              </a:pathLst>
            </a:custGeom>
            <a:noFill/>
            <a:ln cap="flat" cmpd="sng" w="9525">
              <a:solidFill>
                <a:schemeClr val="dk2"/>
              </a:solidFill>
              <a:prstDash val="solid"/>
              <a:miter lim="1069"/>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1" name="Google Shape;31;p50"/>
            <p:cNvSpPr/>
            <p:nvPr/>
          </p:nvSpPr>
          <p:spPr>
            <a:xfrm>
              <a:off x="4123850" y="3353425"/>
              <a:ext cx="4389300" cy="25"/>
            </a:xfrm>
            <a:custGeom>
              <a:rect b="b" l="l" r="r" t="t"/>
              <a:pathLst>
                <a:path extrusionOk="0" fill="none" h="1" w="175572">
                  <a:moveTo>
                    <a:pt x="1" y="0"/>
                  </a:moveTo>
                  <a:lnTo>
                    <a:pt x="175571" y="0"/>
                  </a:lnTo>
                </a:path>
              </a:pathLst>
            </a:custGeom>
            <a:noFill/>
            <a:ln cap="flat" cmpd="sng" w="9525">
              <a:solidFill>
                <a:schemeClr val="dk2"/>
              </a:solidFill>
              <a:prstDash val="solid"/>
              <a:miter lim="1069"/>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 name="Google Shape;32;p50"/>
            <p:cNvSpPr/>
            <p:nvPr/>
          </p:nvSpPr>
          <p:spPr>
            <a:xfrm>
              <a:off x="4123850" y="3194925"/>
              <a:ext cx="4389300" cy="25"/>
            </a:xfrm>
            <a:custGeom>
              <a:rect b="b" l="l" r="r" t="t"/>
              <a:pathLst>
                <a:path extrusionOk="0" fill="none" h="1" w="175572">
                  <a:moveTo>
                    <a:pt x="1" y="1"/>
                  </a:moveTo>
                  <a:lnTo>
                    <a:pt x="175571" y="1"/>
                  </a:lnTo>
                </a:path>
              </a:pathLst>
            </a:custGeom>
            <a:noFill/>
            <a:ln cap="flat" cmpd="sng" w="9525">
              <a:solidFill>
                <a:schemeClr val="dk2"/>
              </a:solidFill>
              <a:prstDash val="solid"/>
              <a:miter lim="1069"/>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3" name="Google Shape;33;p50"/>
            <p:cNvSpPr/>
            <p:nvPr/>
          </p:nvSpPr>
          <p:spPr>
            <a:xfrm>
              <a:off x="4123850" y="3079875"/>
              <a:ext cx="4388725" cy="25"/>
            </a:xfrm>
            <a:custGeom>
              <a:rect b="b" l="l" r="r" t="t"/>
              <a:pathLst>
                <a:path extrusionOk="0" fill="none" h="1" w="175549">
                  <a:moveTo>
                    <a:pt x="1" y="1"/>
                  </a:moveTo>
                  <a:lnTo>
                    <a:pt x="175549" y="1"/>
                  </a:lnTo>
                </a:path>
              </a:pathLst>
            </a:custGeom>
            <a:noFill/>
            <a:ln cap="flat" cmpd="sng" w="9525">
              <a:solidFill>
                <a:schemeClr val="dk2"/>
              </a:solidFill>
              <a:prstDash val="solid"/>
              <a:miter lim="1069"/>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4" name="Google Shape;34;p50"/>
            <p:cNvSpPr/>
            <p:nvPr/>
          </p:nvSpPr>
          <p:spPr>
            <a:xfrm>
              <a:off x="4123850" y="2976475"/>
              <a:ext cx="4389300" cy="25"/>
            </a:xfrm>
            <a:custGeom>
              <a:rect b="b" l="l" r="r" t="t"/>
              <a:pathLst>
                <a:path extrusionOk="0" fill="none" h="1" w="175572">
                  <a:moveTo>
                    <a:pt x="1" y="0"/>
                  </a:moveTo>
                  <a:lnTo>
                    <a:pt x="175571" y="0"/>
                  </a:lnTo>
                </a:path>
              </a:pathLst>
            </a:custGeom>
            <a:noFill/>
            <a:ln cap="flat" cmpd="sng" w="9525">
              <a:solidFill>
                <a:schemeClr val="dk2"/>
              </a:solidFill>
              <a:prstDash val="solid"/>
              <a:miter lim="1069"/>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5" name="Google Shape;35;p50"/>
            <p:cNvSpPr/>
            <p:nvPr/>
          </p:nvSpPr>
          <p:spPr>
            <a:xfrm>
              <a:off x="4123850" y="2880100"/>
              <a:ext cx="4388725" cy="25"/>
            </a:xfrm>
            <a:custGeom>
              <a:rect b="b" l="l" r="r" t="t"/>
              <a:pathLst>
                <a:path extrusionOk="0" fill="none" h="1" w="175549">
                  <a:moveTo>
                    <a:pt x="1" y="0"/>
                  </a:moveTo>
                  <a:lnTo>
                    <a:pt x="175549" y="0"/>
                  </a:lnTo>
                </a:path>
              </a:pathLst>
            </a:custGeom>
            <a:noFill/>
            <a:ln cap="flat" cmpd="sng" w="9525">
              <a:solidFill>
                <a:schemeClr val="dk2"/>
              </a:solidFill>
              <a:prstDash val="solid"/>
              <a:miter lim="1069"/>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 name="Google Shape;36;p50"/>
            <p:cNvSpPr/>
            <p:nvPr/>
          </p:nvSpPr>
          <p:spPr>
            <a:xfrm>
              <a:off x="4123850" y="2769975"/>
              <a:ext cx="2194400" cy="979100"/>
            </a:xfrm>
            <a:custGeom>
              <a:rect b="b" l="l" r="r" t="t"/>
              <a:pathLst>
                <a:path extrusionOk="0" fill="none" h="39164" w="87776">
                  <a:moveTo>
                    <a:pt x="87776" y="1"/>
                  </a:moveTo>
                  <a:lnTo>
                    <a:pt x="1" y="39164"/>
                  </a:lnTo>
                </a:path>
              </a:pathLst>
            </a:custGeom>
            <a:noFill/>
            <a:ln cap="flat" cmpd="sng" w="9525">
              <a:solidFill>
                <a:schemeClr val="dk2"/>
              </a:solidFill>
              <a:prstDash val="solid"/>
              <a:miter lim="1069"/>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 name="Google Shape;37;p50"/>
            <p:cNvSpPr/>
            <p:nvPr/>
          </p:nvSpPr>
          <p:spPr>
            <a:xfrm>
              <a:off x="4123850" y="2769975"/>
              <a:ext cx="2194400" cy="662050"/>
            </a:xfrm>
            <a:custGeom>
              <a:rect b="b" l="l" r="r" t="t"/>
              <a:pathLst>
                <a:path extrusionOk="0" fill="none" h="26482" w="87776">
                  <a:moveTo>
                    <a:pt x="87776" y="1"/>
                  </a:moveTo>
                  <a:lnTo>
                    <a:pt x="1" y="26481"/>
                  </a:lnTo>
                </a:path>
              </a:pathLst>
            </a:custGeom>
            <a:noFill/>
            <a:ln cap="flat" cmpd="sng" w="9525">
              <a:solidFill>
                <a:schemeClr val="dk2"/>
              </a:solidFill>
              <a:prstDash val="solid"/>
              <a:miter lim="1069"/>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8" name="Google Shape;38;p50"/>
            <p:cNvSpPr/>
            <p:nvPr/>
          </p:nvSpPr>
          <p:spPr>
            <a:xfrm>
              <a:off x="4123850" y="2769975"/>
              <a:ext cx="2194400" cy="407100"/>
            </a:xfrm>
            <a:custGeom>
              <a:rect b="b" l="l" r="r" t="t"/>
              <a:pathLst>
                <a:path extrusionOk="0" fill="none" h="16284" w="87776">
                  <a:moveTo>
                    <a:pt x="87776" y="1"/>
                  </a:moveTo>
                  <a:lnTo>
                    <a:pt x="1" y="16284"/>
                  </a:lnTo>
                </a:path>
              </a:pathLst>
            </a:custGeom>
            <a:noFill/>
            <a:ln cap="flat" cmpd="sng" w="9525">
              <a:solidFill>
                <a:schemeClr val="dk2"/>
              </a:solidFill>
              <a:prstDash val="solid"/>
              <a:miter lim="1069"/>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9" name="Google Shape;39;p50"/>
            <p:cNvSpPr/>
            <p:nvPr/>
          </p:nvSpPr>
          <p:spPr>
            <a:xfrm>
              <a:off x="4123850" y="2769975"/>
              <a:ext cx="2194400" cy="206525"/>
            </a:xfrm>
            <a:custGeom>
              <a:rect b="b" l="l" r="r" t="t"/>
              <a:pathLst>
                <a:path extrusionOk="0" fill="none" h="8261" w="87776">
                  <a:moveTo>
                    <a:pt x="87776" y="1"/>
                  </a:moveTo>
                  <a:lnTo>
                    <a:pt x="1" y="8260"/>
                  </a:lnTo>
                </a:path>
              </a:pathLst>
            </a:custGeom>
            <a:noFill/>
            <a:ln cap="flat" cmpd="sng" w="9525">
              <a:solidFill>
                <a:schemeClr val="dk2"/>
              </a:solidFill>
              <a:prstDash val="solid"/>
              <a:miter lim="1069"/>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0" name="Google Shape;40;p50"/>
            <p:cNvSpPr/>
            <p:nvPr/>
          </p:nvSpPr>
          <p:spPr>
            <a:xfrm>
              <a:off x="4123850" y="2769975"/>
              <a:ext cx="2194400" cy="25"/>
            </a:xfrm>
            <a:custGeom>
              <a:rect b="b" l="l" r="r" t="t"/>
              <a:pathLst>
                <a:path extrusionOk="0" fill="none" h="1" w="87776">
                  <a:moveTo>
                    <a:pt x="87776" y="1"/>
                  </a:moveTo>
                  <a:lnTo>
                    <a:pt x="1" y="1"/>
                  </a:lnTo>
                </a:path>
              </a:pathLst>
            </a:custGeom>
            <a:noFill/>
            <a:ln cap="flat" cmpd="sng" w="9525">
              <a:solidFill>
                <a:schemeClr val="dk2"/>
              </a:solidFill>
              <a:prstDash val="solid"/>
              <a:miter lim="1069"/>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1" name="Google Shape;41;p50"/>
            <p:cNvSpPr/>
            <p:nvPr/>
          </p:nvSpPr>
          <p:spPr>
            <a:xfrm>
              <a:off x="6318700" y="2769975"/>
              <a:ext cx="2194450" cy="979100"/>
            </a:xfrm>
            <a:custGeom>
              <a:rect b="b" l="l" r="r" t="t"/>
              <a:pathLst>
                <a:path extrusionOk="0" fill="none" h="39164" w="87778">
                  <a:moveTo>
                    <a:pt x="1" y="1"/>
                  </a:moveTo>
                  <a:lnTo>
                    <a:pt x="87777" y="39164"/>
                  </a:lnTo>
                </a:path>
              </a:pathLst>
            </a:custGeom>
            <a:noFill/>
            <a:ln cap="flat" cmpd="sng" w="9525">
              <a:solidFill>
                <a:schemeClr val="dk2"/>
              </a:solidFill>
              <a:prstDash val="solid"/>
              <a:miter lim="1069"/>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2" name="Google Shape;42;p50"/>
            <p:cNvSpPr/>
            <p:nvPr/>
          </p:nvSpPr>
          <p:spPr>
            <a:xfrm>
              <a:off x="6318700" y="2769975"/>
              <a:ext cx="2194450" cy="662050"/>
            </a:xfrm>
            <a:custGeom>
              <a:rect b="b" l="l" r="r" t="t"/>
              <a:pathLst>
                <a:path extrusionOk="0" fill="none" h="26482" w="87778">
                  <a:moveTo>
                    <a:pt x="1" y="1"/>
                  </a:moveTo>
                  <a:lnTo>
                    <a:pt x="87777" y="26481"/>
                  </a:lnTo>
                </a:path>
              </a:pathLst>
            </a:custGeom>
            <a:noFill/>
            <a:ln cap="flat" cmpd="sng" w="9525">
              <a:solidFill>
                <a:schemeClr val="dk2"/>
              </a:solidFill>
              <a:prstDash val="solid"/>
              <a:miter lim="1069"/>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3" name="Google Shape;43;p50"/>
            <p:cNvSpPr/>
            <p:nvPr/>
          </p:nvSpPr>
          <p:spPr>
            <a:xfrm>
              <a:off x="6318700" y="2769975"/>
              <a:ext cx="2194450" cy="407100"/>
            </a:xfrm>
            <a:custGeom>
              <a:rect b="b" l="l" r="r" t="t"/>
              <a:pathLst>
                <a:path extrusionOk="0" fill="none" h="16284" w="87778">
                  <a:moveTo>
                    <a:pt x="1" y="1"/>
                  </a:moveTo>
                  <a:lnTo>
                    <a:pt x="87777" y="16284"/>
                  </a:lnTo>
                </a:path>
              </a:pathLst>
            </a:custGeom>
            <a:noFill/>
            <a:ln cap="flat" cmpd="sng" w="9525">
              <a:solidFill>
                <a:schemeClr val="dk2"/>
              </a:solidFill>
              <a:prstDash val="solid"/>
              <a:miter lim="1069"/>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4" name="Google Shape;44;p50"/>
            <p:cNvSpPr/>
            <p:nvPr/>
          </p:nvSpPr>
          <p:spPr>
            <a:xfrm>
              <a:off x="6318700" y="2769975"/>
              <a:ext cx="2194450" cy="206525"/>
            </a:xfrm>
            <a:custGeom>
              <a:rect b="b" l="l" r="r" t="t"/>
              <a:pathLst>
                <a:path extrusionOk="0" fill="none" h="8261" w="87778">
                  <a:moveTo>
                    <a:pt x="1" y="1"/>
                  </a:moveTo>
                  <a:lnTo>
                    <a:pt x="87777" y="8260"/>
                  </a:lnTo>
                </a:path>
              </a:pathLst>
            </a:custGeom>
            <a:noFill/>
            <a:ln cap="flat" cmpd="sng" w="9525">
              <a:solidFill>
                <a:schemeClr val="dk2"/>
              </a:solidFill>
              <a:prstDash val="solid"/>
              <a:miter lim="1069"/>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5" name="Google Shape;45;p50"/>
            <p:cNvSpPr/>
            <p:nvPr/>
          </p:nvSpPr>
          <p:spPr>
            <a:xfrm>
              <a:off x="6318700" y="2769975"/>
              <a:ext cx="2194450" cy="25"/>
            </a:xfrm>
            <a:custGeom>
              <a:rect b="b" l="l" r="r" t="t"/>
              <a:pathLst>
                <a:path extrusionOk="0" fill="none" h="1" w="87778">
                  <a:moveTo>
                    <a:pt x="1" y="1"/>
                  </a:moveTo>
                  <a:lnTo>
                    <a:pt x="87777" y="1"/>
                  </a:lnTo>
                </a:path>
              </a:pathLst>
            </a:custGeom>
            <a:noFill/>
            <a:ln cap="flat" cmpd="sng" w="9525">
              <a:solidFill>
                <a:schemeClr val="dk2"/>
              </a:solidFill>
              <a:prstDash val="solid"/>
              <a:miter lim="1069"/>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cxnSp>
        <p:nvCxnSpPr>
          <p:cNvPr id="46" name="Google Shape;46;p50"/>
          <p:cNvCxnSpPr/>
          <p:nvPr/>
        </p:nvCxnSpPr>
        <p:spPr>
          <a:xfrm>
            <a:off x="372000" y="2007600"/>
            <a:ext cx="1495500" cy="0"/>
          </a:xfrm>
          <a:prstGeom prst="straightConnector1">
            <a:avLst/>
          </a:prstGeom>
          <a:noFill/>
          <a:ln cap="flat" cmpd="sng" w="152400">
            <a:solidFill>
              <a:schemeClr val="dk2"/>
            </a:solidFill>
            <a:prstDash val="solid"/>
            <a:round/>
            <a:headEnd len="sm" w="sm" type="none"/>
            <a:tailEnd len="sm" w="sm" type="none"/>
          </a:ln>
        </p:spPr>
      </p:cxnSp>
      <p:cxnSp>
        <p:nvCxnSpPr>
          <p:cNvPr id="47" name="Google Shape;47;p50"/>
          <p:cNvCxnSpPr/>
          <p:nvPr/>
        </p:nvCxnSpPr>
        <p:spPr>
          <a:xfrm>
            <a:off x="7276500" y="2007600"/>
            <a:ext cx="1495500" cy="0"/>
          </a:xfrm>
          <a:prstGeom prst="straightConnector1">
            <a:avLst/>
          </a:prstGeom>
          <a:noFill/>
          <a:ln cap="flat" cmpd="sng" w="152400">
            <a:solidFill>
              <a:schemeClr val="dk2"/>
            </a:solidFill>
            <a:prstDash val="solid"/>
            <a:round/>
            <a:headEnd len="sm" w="sm" type="none"/>
            <a:tailEnd len="sm" w="sm" type="none"/>
          </a:ln>
        </p:spPr>
      </p:cxnSp>
      <p:grpSp>
        <p:nvGrpSpPr>
          <p:cNvPr id="48" name="Google Shape;48;p50"/>
          <p:cNvGrpSpPr/>
          <p:nvPr/>
        </p:nvGrpSpPr>
        <p:grpSpPr>
          <a:xfrm>
            <a:off x="4313685" y="2999817"/>
            <a:ext cx="530320" cy="530308"/>
            <a:chOff x="5720325" y="1250450"/>
            <a:chExt cx="1103225" cy="1103200"/>
          </a:xfrm>
        </p:grpSpPr>
        <p:sp>
          <p:nvSpPr>
            <p:cNvPr id="49" name="Google Shape;49;p50"/>
            <p:cNvSpPr/>
            <p:nvPr/>
          </p:nvSpPr>
          <p:spPr>
            <a:xfrm>
              <a:off x="5720325" y="1250450"/>
              <a:ext cx="1103225" cy="551600"/>
            </a:xfrm>
            <a:custGeom>
              <a:rect b="b" l="l" r="r" t="t"/>
              <a:pathLst>
                <a:path extrusionOk="0" h="22064" w="44129">
                  <a:moveTo>
                    <a:pt x="22064" y="0"/>
                  </a:moveTo>
                  <a:cubicBezTo>
                    <a:pt x="9879" y="0"/>
                    <a:pt x="1" y="9878"/>
                    <a:pt x="1" y="22064"/>
                  </a:cubicBezTo>
                  <a:lnTo>
                    <a:pt x="44128" y="22064"/>
                  </a:lnTo>
                  <a:cubicBezTo>
                    <a:pt x="44128" y="9878"/>
                    <a:pt x="34250" y="0"/>
                    <a:pt x="22064" y="0"/>
                  </a:cubicBezTo>
                  <a:close/>
                </a:path>
              </a:pathLst>
            </a:cu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0" name="Google Shape;50;p50"/>
            <p:cNvSpPr/>
            <p:nvPr/>
          </p:nvSpPr>
          <p:spPr>
            <a:xfrm>
              <a:off x="5822600" y="2122000"/>
              <a:ext cx="898725" cy="38425"/>
            </a:xfrm>
            <a:custGeom>
              <a:rect b="b" l="l" r="r" t="t"/>
              <a:pathLst>
                <a:path extrusionOk="0" h="1537" w="35949">
                  <a:moveTo>
                    <a:pt x="0" y="0"/>
                  </a:moveTo>
                  <a:cubicBezTo>
                    <a:pt x="378" y="531"/>
                    <a:pt x="780" y="1043"/>
                    <a:pt x="1203" y="1537"/>
                  </a:cubicBezTo>
                  <a:lnTo>
                    <a:pt x="34746" y="1537"/>
                  </a:lnTo>
                  <a:cubicBezTo>
                    <a:pt x="35168" y="1043"/>
                    <a:pt x="35570" y="531"/>
                    <a:pt x="35948" y="0"/>
                  </a:cubicBezTo>
                  <a:close/>
                </a:path>
              </a:pathLst>
            </a:cu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1" name="Google Shape;51;p50"/>
            <p:cNvSpPr/>
            <p:nvPr/>
          </p:nvSpPr>
          <p:spPr>
            <a:xfrm>
              <a:off x="5985075" y="2273275"/>
              <a:ext cx="573750" cy="29675"/>
            </a:xfrm>
            <a:custGeom>
              <a:rect b="b" l="l" r="r" t="t"/>
              <a:pathLst>
                <a:path extrusionOk="0" h="1187" w="22950">
                  <a:moveTo>
                    <a:pt x="1" y="0"/>
                  </a:moveTo>
                  <a:cubicBezTo>
                    <a:pt x="717" y="438"/>
                    <a:pt x="1460" y="833"/>
                    <a:pt x="2226" y="1187"/>
                  </a:cubicBezTo>
                  <a:lnTo>
                    <a:pt x="20725" y="1187"/>
                  </a:lnTo>
                  <a:cubicBezTo>
                    <a:pt x="21490" y="833"/>
                    <a:pt x="22233" y="435"/>
                    <a:pt x="22949" y="0"/>
                  </a:cubicBezTo>
                  <a:close/>
                </a:path>
              </a:pathLst>
            </a:cu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2" name="Google Shape;52;p50"/>
            <p:cNvSpPr/>
            <p:nvPr/>
          </p:nvSpPr>
          <p:spPr>
            <a:xfrm>
              <a:off x="5898675" y="2208175"/>
              <a:ext cx="746500" cy="28125"/>
            </a:xfrm>
            <a:custGeom>
              <a:rect b="b" l="l" r="r" t="t"/>
              <a:pathLst>
                <a:path extrusionOk="0" h="1125" w="29860">
                  <a:moveTo>
                    <a:pt x="1" y="0"/>
                  </a:moveTo>
                  <a:cubicBezTo>
                    <a:pt x="427" y="391"/>
                    <a:pt x="867" y="767"/>
                    <a:pt x="1323" y="1125"/>
                  </a:cubicBezTo>
                  <a:lnTo>
                    <a:pt x="28538" y="1125"/>
                  </a:lnTo>
                  <a:cubicBezTo>
                    <a:pt x="28994" y="767"/>
                    <a:pt x="29435" y="391"/>
                    <a:pt x="29859" y="0"/>
                  </a:cubicBezTo>
                  <a:close/>
                </a:path>
              </a:pathLst>
            </a:cu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3" name="Google Shape;53;p50"/>
            <p:cNvSpPr/>
            <p:nvPr/>
          </p:nvSpPr>
          <p:spPr>
            <a:xfrm>
              <a:off x="5725875" y="1880175"/>
              <a:ext cx="1092175" cy="54600"/>
            </a:xfrm>
            <a:custGeom>
              <a:rect b="b" l="l" r="r" t="t"/>
              <a:pathLst>
                <a:path extrusionOk="0" h="2184" w="43687">
                  <a:moveTo>
                    <a:pt x="0" y="1"/>
                  </a:moveTo>
                  <a:cubicBezTo>
                    <a:pt x="106" y="741"/>
                    <a:pt x="246" y="1469"/>
                    <a:pt x="423" y="2184"/>
                  </a:cubicBezTo>
                  <a:lnTo>
                    <a:pt x="43264" y="2184"/>
                  </a:lnTo>
                  <a:cubicBezTo>
                    <a:pt x="43440" y="1468"/>
                    <a:pt x="43581" y="740"/>
                    <a:pt x="43686" y="1"/>
                  </a:cubicBezTo>
                  <a:close/>
                </a:path>
              </a:pathLst>
            </a:cu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4" name="Google Shape;54;p50"/>
            <p:cNvSpPr/>
            <p:nvPr/>
          </p:nvSpPr>
          <p:spPr>
            <a:xfrm>
              <a:off x="5762450" y="2013750"/>
              <a:ext cx="1019000" cy="45250"/>
            </a:xfrm>
            <a:custGeom>
              <a:rect b="b" l="l" r="r" t="t"/>
              <a:pathLst>
                <a:path extrusionOk="0" h="1810" w="40760">
                  <a:moveTo>
                    <a:pt x="1" y="1"/>
                  </a:moveTo>
                  <a:cubicBezTo>
                    <a:pt x="257" y="620"/>
                    <a:pt x="542" y="1222"/>
                    <a:pt x="853" y="1810"/>
                  </a:cubicBezTo>
                  <a:lnTo>
                    <a:pt x="39908" y="1810"/>
                  </a:lnTo>
                  <a:cubicBezTo>
                    <a:pt x="40218" y="1222"/>
                    <a:pt x="40502" y="618"/>
                    <a:pt x="40760" y="1"/>
                  </a:cubicBezTo>
                  <a:close/>
                </a:path>
              </a:pathLst>
            </a:cu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 name="Google Shape;55;p50"/>
            <p:cNvSpPr/>
            <p:nvPr/>
          </p:nvSpPr>
          <p:spPr>
            <a:xfrm>
              <a:off x="6109250" y="2329250"/>
              <a:ext cx="325425" cy="24400"/>
            </a:xfrm>
            <a:custGeom>
              <a:rect b="b" l="l" r="r" t="t"/>
              <a:pathLst>
                <a:path extrusionOk="0" h="976" w="13017">
                  <a:moveTo>
                    <a:pt x="1" y="1"/>
                  </a:moveTo>
                  <a:cubicBezTo>
                    <a:pt x="2058" y="636"/>
                    <a:pt x="4244" y="976"/>
                    <a:pt x="6509" y="976"/>
                  </a:cubicBezTo>
                  <a:cubicBezTo>
                    <a:pt x="8773" y="976"/>
                    <a:pt x="10959" y="634"/>
                    <a:pt x="13017" y="1"/>
                  </a:cubicBezTo>
                  <a:close/>
                </a:path>
              </a:pathLst>
            </a:cu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56" name="Google Shape;56;p50"/>
          <p:cNvSpPr txBox="1"/>
          <p:nvPr>
            <p:ph type="ctrTitle"/>
          </p:nvPr>
        </p:nvSpPr>
        <p:spPr>
          <a:xfrm>
            <a:off x="1319275" y="590075"/>
            <a:ext cx="6505500" cy="2407800"/>
          </a:xfrm>
          <a:prstGeom prst="rect">
            <a:avLst/>
          </a:prstGeom>
          <a:noFill/>
          <a:ln>
            <a:noFill/>
          </a:ln>
        </p:spPr>
        <p:txBody>
          <a:bodyPr anchorCtr="0" anchor="b" bIns="91425" lIns="91425" spcFirstLastPara="1" rIns="91425" wrap="square" tIns="91425">
            <a:noAutofit/>
          </a:bodyPr>
          <a:lstStyle>
            <a:lvl1pPr lvl="0" algn="ctr">
              <a:lnSpc>
                <a:spcPct val="100000"/>
              </a:lnSpc>
              <a:spcBef>
                <a:spcPts val="0"/>
              </a:spcBef>
              <a:spcAft>
                <a:spcPts val="0"/>
              </a:spcAft>
              <a:buClr>
                <a:schemeClr val="lt2"/>
              </a:buClr>
              <a:buSzPts val="5200"/>
              <a:buNone/>
              <a:defRPr sz="5200">
                <a:solidFill>
                  <a:schemeClr val="lt2"/>
                </a:solidFill>
              </a:defRPr>
            </a:lvl1pPr>
            <a:lvl2pPr lvl="1" algn="ctr">
              <a:lnSpc>
                <a:spcPct val="100000"/>
              </a:lnSpc>
              <a:spcBef>
                <a:spcPts val="0"/>
              </a:spcBef>
              <a:spcAft>
                <a:spcPts val="0"/>
              </a:spcAft>
              <a:buClr>
                <a:schemeClr val="lt2"/>
              </a:buClr>
              <a:buSzPts val="5200"/>
              <a:buNone/>
              <a:defRPr sz="5200">
                <a:solidFill>
                  <a:schemeClr val="lt2"/>
                </a:solidFill>
              </a:defRPr>
            </a:lvl2pPr>
            <a:lvl3pPr lvl="2" algn="ctr">
              <a:lnSpc>
                <a:spcPct val="100000"/>
              </a:lnSpc>
              <a:spcBef>
                <a:spcPts val="0"/>
              </a:spcBef>
              <a:spcAft>
                <a:spcPts val="0"/>
              </a:spcAft>
              <a:buClr>
                <a:schemeClr val="lt2"/>
              </a:buClr>
              <a:buSzPts val="5200"/>
              <a:buNone/>
              <a:defRPr sz="5200">
                <a:solidFill>
                  <a:schemeClr val="lt2"/>
                </a:solidFill>
              </a:defRPr>
            </a:lvl3pPr>
            <a:lvl4pPr lvl="3" algn="ctr">
              <a:lnSpc>
                <a:spcPct val="100000"/>
              </a:lnSpc>
              <a:spcBef>
                <a:spcPts val="0"/>
              </a:spcBef>
              <a:spcAft>
                <a:spcPts val="0"/>
              </a:spcAft>
              <a:buClr>
                <a:schemeClr val="lt2"/>
              </a:buClr>
              <a:buSzPts val="5200"/>
              <a:buNone/>
              <a:defRPr sz="5200">
                <a:solidFill>
                  <a:schemeClr val="lt2"/>
                </a:solidFill>
              </a:defRPr>
            </a:lvl4pPr>
            <a:lvl5pPr lvl="4" algn="ctr">
              <a:lnSpc>
                <a:spcPct val="100000"/>
              </a:lnSpc>
              <a:spcBef>
                <a:spcPts val="0"/>
              </a:spcBef>
              <a:spcAft>
                <a:spcPts val="0"/>
              </a:spcAft>
              <a:buClr>
                <a:schemeClr val="lt2"/>
              </a:buClr>
              <a:buSzPts val="5200"/>
              <a:buNone/>
              <a:defRPr sz="5200">
                <a:solidFill>
                  <a:schemeClr val="lt2"/>
                </a:solidFill>
              </a:defRPr>
            </a:lvl5pPr>
            <a:lvl6pPr lvl="5" algn="ctr">
              <a:lnSpc>
                <a:spcPct val="100000"/>
              </a:lnSpc>
              <a:spcBef>
                <a:spcPts val="0"/>
              </a:spcBef>
              <a:spcAft>
                <a:spcPts val="0"/>
              </a:spcAft>
              <a:buClr>
                <a:schemeClr val="lt2"/>
              </a:buClr>
              <a:buSzPts val="5200"/>
              <a:buNone/>
              <a:defRPr sz="5200">
                <a:solidFill>
                  <a:schemeClr val="lt2"/>
                </a:solidFill>
              </a:defRPr>
            </a:lvl6pPr>
            <a:lvl7pPr lvl="6" algn="ctr">
              <a:lnSpc>
                <a:spcPct val="100000"/>
              </a:lnSpc>
              <a:spcBef>
                <a:spcPts val="0"/>
              </a:spcBef>
              <a:spcAft>
                <a:spcPts val="0"/>
              </a:spcAft>
              <a:buClr>
                <a:schemeClr val="lt2"/>
              </a:buClr>
              <a:buSzPts val="5200"/>
              <a:buNone/>
              <a:defRPr sz="5200">
                <a:solidFill>
                  <a:schemeClr val="lt2"/>
                </a:solidFill>
              </a:defRPr>
            </a:lvl7pPr>
            <a:lvl8pPr lvl="7" algn="ctr">
              <a:lnSpc>
                <a:spcPct val="100000"/>
              </a:lnSpc>
              <a:spcBef>
                <a:spcPts val="0"/>
              </a:spcBef>
              <a:spcAft>
                <a:spcPts val="0"/>
              </a:spcAft>
              <a:buClr>
                <a:schemeClr val="lt2"/>
              </a:buClr>
              <a:buSzPts val="5200"/>
              <a:buNone/>
              <a:defRPr sz="5200">
                <a:solidFill>
                  <a:schemeClr val="lt2"/>
                </a:solidFill>
              </a:defRPr>
            </a:lvl8pPr>
            <a:lvl9pPr lvl="8" algn="ctr">
              <a:lnSpc>
                <a:spcPct val="100000"/>
              </a:lnSpc>
              <a:spcBef>
                <a:spcPts val="0"/>
              </a:spcBef>
              <a:spcAft>
                <a:spcPts val="0"/>
              </a:spcAft>
              <a:buClr>
                <a:schemeClr val="lt2"/>
              </a:buClr>
              <a:buSzPts val="5200"/>
              <a:buNone/>
              <a:defRPr sz="5200">
                <a:solidFill>
                  <a:schemeClr val="lt2"/>
                </a:solidFill>
              </a:defRPr>
            </a:lvl9pPr>
          </a:lstStyle>
          <a:p/>
        </p:txBody>
      </p:sp>
      <p:sp>
        <p:nvSpPr>
          <p:cNvPr id="57" name="Google Shape;57;p50"/>
          <p:cNvSpPr txBox="1"/>
          <p:nvPr>
            <p:ph idx="1" type="subTitle"/>
          </p:nvPr>
        </p:nvSpPr>
        <p:spPr>
          <a:xfrm>
            <a:off x="2904775" y="3440920"/>
            <a:ext cx="3334500" cy="448200"/>
          </a:xfrm>
          <a:prstGeom prst="rect">
            <a:avLst/>
          </a:prstGeom>
          <a:solidFill>
            <a:schemeClr val="accent3"/>
          </a:solidFill>
          <a:ln>
            <a:noFill/>
          </a:ln>
        </p:spPr>
        <p:txBody>
          <a:bodyPr anchorCtr="0" anchor="t" bIns="91425" lIns="91425" spcFirstLastPara="1" rIns="91425" wrap="square" tIns="91425">
            <a:noAutofit/>
          </a:bodyPr>
          <a:lstStyle>
            <a:lvl1pPr lvl="0" algn="ctr">
              <a:lnSpc>
                <a:spcPct val="100000"/>
              </a:lnSpc>
              <a:spcBef>
                <a:spcPts val="0"/>
              </a:spcBef>
              <a:spcAft>
                <a:spcPts val="0"/>
              </a:spcAft>
              <a:buSzPts val="1400"/>
              <a:buNone/>
              <a:defRPr>
                <a:solidFill>
                  <a:schemeClr val="dk1"/>
                </a:solidFill>
              </a:defRPr>
            </a:lvl1pPr>
            <a:lvl2pPr lvl="1" algn="ctr">
              <a:lnSpc>
                <a:spcPct val="100000"/>
              </a:lnSpc>
              <a:spcBef>
                <a:spcPts val="0"/>
              </a:spcBef>
              <a:spcAft>
                <a:spcPts val="0"/>
              </a:spcAft>
              <a:buSzPts val="1800"/>
              <a:buNone/>
              <a:defRPr sz="1800"/>
            </a:lvl2pPr>
            <a:lvl3pPr lvl="2" algn="ctr">
              <a:lnSpc>
                <a:spcPct val="100000"/>
              </a:lnSpc>
              <a:spcBef>
                <a:spcPts val="0"/>
              </a:spcBef>
              <a:spcAft>
                <a:spcPts val="0"/>
              </a:spcAft>
              <a:buSzPts val="1800"/>
              <a:buNone/>
              <a:defRPr sz="1800"/>
            </a:lvl3pPr>
            <a:lvl4pPr lvl="3" algn="ctr">
              <a:lnSpc>
                <a:spcPct val="100000"/>
              </a:lnSpc>
              <a:spcBef>
                <a:spcPts val="0"/>
              </a:spcBef>
              <a:spcAft>
                <a:spcPts val="0"/>
              </a:spcAft>
              <a:buSzPts val="1800"/>
              <a:buNone/>
              <a:defRPr sz="1800"/>
            </a:lvl4pPr>
            <a:lvl5pPr lvl="4" algn="ctr">
              <a:lnSpc>
                <a:spcPct val="100000"/>
              </a:lnSpc>
              <a:spcBef>
                <a:spcPts val="0"/>
              </a:spcBef>
              <a:spcAft>
                <a:spcPts val="0"/>
              </a:spcAft>
              <a:buSzPts val="1800"/>
              <a:buNone/>
              <a:defRPr sz="1800"/>
            </a:lvl5pPr>
            <a:lvl6pPr lvl="5" algn="ctr">
              <a:lnSpc>
                <a:spcPct val="100000"/>
              </a:lnSpc>
              <a:spcBef>
                <a:spcPts val="0"/>
              </a:spcBef>
              <a:spcAft>
                <a:spcPts val="0"/>
              </a:spcAft>
              <a:buSzPts val="1800"/>
              <a:buNone/>
              <a:defRPr sz="1800"/>
            </a:lvl6pPr>
            <a:lvl7pPr lvl="6" algn="ctr">
              <a:lnSpc>
                <a:spcPct val="100000"/>
              </a:lnSpc>
              <a:spcBef>
                <a:spcPts val="0"/>
              </a:spcBef>
              <a:spcAft>
                <a:spcPts val="0"/>
              </a:spcAft>
              <a:buSzPts val="1800"/>
              <a:buNone/>
              <a:defRPr sz="1800"/>
            </a:lvl7pPr>
            <a:lvl8pPr lvl="7" algn="ctr">
              <a:lnSpc>
                <a:spcPct val="100000"/>
              </a:lnSpc>
              <a:spcBef>
                <a:spcPts val="0"/>
              </a:spcBef>
              <a:spcAft>
                <a:spcPts val="0"/>
              </a:spcAft>
              <a:buSzPts val="1800"/>
              <a:buNone/>
              <a:defRPr sz="1800"/>
            </a:lvl8pPr>
            <a:lvl9pPr lvl="8" algn="ctr">
              <a:lnSpc>
                <a:spcPct val="100000"/>
              </a:lnSpc>
              <a:spcBef>
                <a:spcPts val="0"/>
              </a:spcBef>
              <a:spcAft>
                <a:spcPts val="0"/>
              </a:spcAft>
              <a:buSzPts val="1800"/>
              <a:buNone/>
              <a:defRPr sz="1800"/>
            </a:lvl9pPr>
          </a:lstStyle>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58" name="Shape 58"/>
        <p:cNvGrpSpPr/>
        <p:nvPr/>
      </p:nvGrpSpPr>
      <p:grpSpPr>
        <a:xfrm>
          <a:off x="0" y="0"/>
          <a:ext cx="0" cy="0"/>
          <a:chOff x="0" y="0"/>
          <a:chExt cx="0" cy="0"/>
        </a:xfrm>
      </p:grpSpPr>
      <p:pic>
        <p:nvPicPr>
          <p:cNvPr id="59" name="Google Shape;59;p51"/>
          <p:cNvPicPr preferRelativeResize="0"/>
          <p:nvPr/>
        </p:nvPicPr>
        <p:blipFill rotWithShape="1">
          <a:blip r:embed="rId2">
            <a:alphaModFix amt="14000"/>
          </a:blip>
          <a:srcRect b="0" l="0" r="0" t="0"/>
          <a:stretch/>
        </p:blipFill>
        <p:spPr>
          <a:xfrm>
            <a:off x="0" y="0"/>
            <a:ext cx="9144000" cy="5143500"/>
          </a:xfrm>
          <a:prstGeom prst="rect">
            <a:avLst/>
          </a:prstGeom>
          <a:noFill/>
          <a:ln>
            <a:noFill/>
          </a:ln>
        </p:spPr>
      </p:pic>
      <p:grpSp>
        <p:nvGrpSpPr>
          <p:cNvPr id="60" name="Google Shape;60;p51"/>
          <p:cNvGrpSpPr/>
          <p:nvPr/>
        </p:nvGrpSpPr>
        <p:grpSpPr>
          <a:xfrm>
            <a:off x="372025" y="321975"/>
            <a:ext cx="8400000" cy="4503300"/>
            <a:chOff x="372025" y="321975"/>
            <a:chExt cx="8400000" cy="4503300"/>
          </a:xfrm>
        </p:grpSpPr>
        <p:grpSp>
          <p:nvGrpSpPr>
            <p:cNvPr id="61" name="Google Shape;61;p51"/>
            <p:cNvGrpSpPr/>
            <p:nvPr/>
          </p:nvGrpSpPr>
          <p:grpSpPr>
            <a:xfrm>
              <a:off x="372025" y="321975"/>
              <a:ext cx="8400000" cy="4503300"/>
              <a:chOff x="372025" y="321975"/>
              <a:chExt cx="8400000" cy="4503300"/>
            </a:xfrm>
          </p:grpSpPr>
          <p:sp>
            <p:nvSpPr>
              <p:cNvPr id="62" name="Google Shape;62;p51"/>
              <p:cNvSpPr/>
              <p:nvPr/>
            </p:nvSpPr>
            <p:spPr>
              <a:xfrm>
                <a:off x="372375" y="324675"/>
                <a:ext cx="8394900" cy="4500600"/>
              </a:xfrm>
              <a:prstGeom prst="rect">
                <a:avLst/>
              </a:prstGeom>
              <a:solidFill>
                <a:srgbClr val="7C7C7C">
                  <a:alpha val="14117"/>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nvGrpSpPr>
              <p:cNvPr id="63" name="Google Shape;63;p51"/>
              <p:cNvGrpSpPr/>
              <p:nvPr/>
            </p:nvGrpSpPr>
            <p:grpSpPr>
              <a:xfrm>
                <a:off x="372025" y="321975"/>
                <a:ext cx="8400000" cy="4499700"/>
                <a:chOff x="372025" y="321975"/>
                <a:chExt cx="8400000" cy="4499700"/>
              </a:xfrm>
            </p:grpSpPr>
            <p:sp>
              <p:nvSpPr>
                <p:cNvPr id="64" name="Google Shape;64;p51"/>
                <p:cNvSpPr/>
                <p:nvPr/>
              </p:nvSpPr>
              <p:spPr>
                <a:xfrm>
                  <a:off x="372025" y="321975"/>
                  <a:ext cx="8400000" cy="44997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 name="Google Shape;65;p51"/>
                <p:cNvSpPr/>
                <p:nvPr/>
              </p:nvSpPr>
              <p:spPr>
                <a:xfrm>
                  <a:off x="372025" y="321975"/>
                  <a:ext cx="8400000" cy="2181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6" name="Google Shape;66;p51"/>
                <p:cNvSpPr/>
                <p:nvPr/>
              </p:nvSpPr>
              <p:spPr>
                <a:xfrm>
                  <a:off x="486450" y="380900"/>
                  <a:ext cx="100200" cy="100200"/>
                </a:xfrm>
                <a:prstGeom prst="ellipse">
                  <a:avLst/>
                </a:pr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7" name="Google Shape;67;p51"/>
                <p:cNvSpPr/>
                <p:nvPr/>
              </p:nvSpPr>
              <p:spPr>
                <a:xfrm>
                  <a:off x="669900" y="380900"/>
                  <a:ext cx="100200" cy="100200"/>
                </a:xfrm>
                <a:prstGeom prst="ellipse">
                  <a:avLst/>
                </a:pr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8" name="Google Shape;68;p51"/>
                <p:cNvSpPr/>
                <p:nvPr/>
              </p:nvSpPr>
              <p:spPr>
                <a:xfrm>
                  <a:off x="853350" y="380900"/>
                  <a:ext cx="100200" cy="100200"/>
                </a:xfrm>
                <a:prstGeom prst="ellipse">
                  <a:avLst/>
                </a:pr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9" name="Google Shape;69;p51"/>
                <p:cNvSpPr/>
                <p:nvPr/>
              </p:nvSpPr>
              <p:spPr>
                <a:xfrm>
                  <a:off x="8537750" y="380900"/>
                  <a:ext cx="100200" cy="1002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cxnSp>
              <p:nvCxnSpPr>
                <p:cNvPr id="70" name="Google Shape;70;p51"/>
                <p:cNvCxnSpPr/>
                <p:nvPr/>
              </p:nvCxnSpPr>
              <p:spPr>
                <a:xfrm>
                  <a:off x="7498375" y="431000"/>
                  <a:ext cx="1039500" cy="0"/>
                </a:xfrm>
                <a:prstGeom prst="straightConnector1">
                  <a:avLst/>
                </a:prstGeom>
                <a:noFill/>
                <a:ln cap="flat" cmpd="sng" w="9525">
                  <a:solidFill>
                    <a:schemeClr val="dk2"/>
                  </a:solidFill>
                  <a:prstDash val="solid"/>
                  <a:round/>
                  <a:headEnd len="sm" w="sm" type="none"/>
                  <a:tailEnd len="sm" w="sm" type="none"/>
                </a:ln>
              </p:spPr>
            </p:cxnSp>
          </p:grpSp>
        </p:grpSp>
        <p:cxnSp>
          <p:nvCxnSpPr>
            <p:cNvPr id="71" name="Google Shape;71;p51"/>
            <p:cNvCxnSpPr/>
            <p:nvPr/>
          </p:nvCxnSpPr>
          <p:spPr>
            <a:xfrm>
              <a:off x="372025" y="1104300"/>
              <a:ext cx="8400000" cy="0"/>
            </a:xfrm>
            <a:prstGeom prst="straightConnector1">
              <a:avLst/>
            </a:prstGeom>
            <a:noFill/>
            <a:ln cap="flat" cmpd="sng" w="9525">
              <a:solidFill>
                <a:schemeClr val="dk2"/>
              </a:solidFill>
              <a:prstDash val="solid"/>
              <a:round/>
              <a:headEnd len="sm" w="sm" type="none"/>
              <a:tailEnd len="sm" w="sm" type="none"/>
            </a:ln>
          </p:spPr>
        </p:cxnSp>
      </p:grpSp>
      <p:sp>
        <p:nvSpPr>
          <p:cNvPr id="72" name="Google Shape;72;p51"/>
          <p:cNvSpPr txBox="1"/>
          <p:nvPr>
            <p:ph type="title"/>
          </p:nvPr>
        </p:nvSpPr>
        <p:spPr>
          <a:xfrm>
            <a:off x="720000" y="540000"/>
            <a:ext cx="7704000" cy="564300"/>
          </a:xfrm>
          <a:prstGeom prst="rect">
            <a:avLst/>
          </a:prstGeom>
          <a:noFill/>
          <a:ln>
            <a:noFill/>
          </a:ln>
        </p:spPr>
        <p:txBody>
          <a:bodyPr anchorCtr="0" anchor="ctr" bIns="91425" lIns="91425" spcFirstLastPara="1" rIns="91425" wrap="square" tIns="91425">
            <a:noAutofit/>
          </a:bodyPr>
          <a:lstStyle>
            <a:lvl1pPr lvl="0" algn="l">
              <a:lnSpc>
                <a:spcPct val="100000"/>
              </a:lnSpc>
              <a:spcBef>
                <a:spcPts val="0"/>
              </a:spcBef>
              <a:spcAft>
                <a:spcPts val="0"/>
              </a:spcAft>
              <a:buSzPts val="2800"/>
              <a:buNone/>
              <a:defRPr/>
            </a:lvl1pPr>
            <a:lvl2pPr lvl="1" algn="l">
              <a:lnSpc>
                <a:spcPct val="100000"/>
              </a:lnSpc>
              <a:spcBef>
                <a:spcPts val="0"/>
              </a:spcBef>
              <a:spcAft>
                <a:spcPts val="0"/>
              </a:spcAft>
              <a:buSzPts val="2800"/>
              <a:buNone/>
              <a:defRPr/>
            </a:lvl2pPr>
            <a:lvl3pPr lvl="2" algn="l">
              <a:lnSpc>
                <a:spcPct val="100000"/>
              </a:lnSpc>
              <a:spcBef>
                <a:spcPts val="0"/>
              </a:spcBef>
              <a:spcAft>
                <a:spcPts val="0"/>
              </a:spcAft>
              <a:buSzPts val="2800"/>
              <a:buNone/>
              <a:defRPr/>
            </a:lvl3pPr>
            <a:lvl4pPr lvl="3" algn="l">
              <a:lnSpc>
                <a:spcPct val="100000"/>
              </a:lnSpc>
              <a:spcBef>
                <a:spcPts val="0"/>
              </a:spcBef>
              <a:spcAft>
                <a:spcPts val="0"/>
              </a:spcAft>
              <a:buSzPts val="2800"/>
              <a:buNone/>
              <a:defRPr/>
            </a:lvl4pPr>
            <a:lvl5pPr lvl="4" algn="l">
              <a:lnSpc>
                <a:spcPct val="100000"/>
              </a:lnSpc>
              <a:spcBef>
                <a:spcPts val="0"/>
              </a:spcBef>
              <a:spcAft>
                <a:spcPts val="0"/>
              </a:spcAft>
              <a:buSzPts val="2800"/>
              <a:buNone/>
              <a:defRPr/>
            </a:lvl5pPr>
            <a:lvl6pPr lvl="5" algn="l">
              <a:lnSpc>
                <a:spcPct val="100000"/>
              </a:lnSpc>
              <a:spcBef>
                <a:spcPts val="0"/>
              </a:spcBef>
              <a:spcAft>
                <a:spcPts val="0"/>
              </a:spcAft>
              <a:buSzPts val="2800"/>
              <a:buNone/>
              <a:defRPr/>
            </a:lvl6pPr>
            <a:lvl7pPr lvl="6" algn="l">
              <a:lnSpc>
                <a:spcPct val="100000"/>
              </a:lnSpc>
              <a:spcBef>
                <a:spcPts val="0"/>
              </a:spcBef>
              <a:spcAft>
                <a:spcPts val="0"/>
              </a:spcAft>
              <a:buSzPts val="2800"/>
              <a:buNone/>
              <a:defRPr/>
            </a:lvl7pPr>
            <a:lvl8pPr lvl="7" algn="l">
              <a:lnSpc>
                <a:spcPct val="100000"/>
              </a:lnSpc>
              <a:spcBef>
                <a:spcPts val="0"/>
              </a:spcBef>
              <a:spcAft>
                <a:spcPts val="0"/>
              </a:spcAft>
              <a:buSzPts val="2800"/>
              <a:buNone/>
              <a:defRPr/>
            </a:lvl8pPr>
            <a:lvl9pPr lvl="8" algn="l">
              <a:lnSpc>
                <a:spcPct val="100000"/>
              </a:lnSpc>
              <a:spcBef>
                <a:spcPts val="0"/>
              </a:spcBef>
              <a:spcAft>
                <a:spcPts val="0"/>
              </a:spcAft>
              <a:buSzPts val="2800"/>
              <a:buNone/>
              <a:defRPr/>
            </a:lvl9pPr>
          </a:lstStyle>
          <a:p/>
        </p:txBody>
      </p:sp>
      <p:sp>
        <p:nvSpPr>
          <p:cNvPr id="73" name="Google Shape;73;p51"/>
          <p:cNvSpPr txBox="1"/>
          <p:nvPr>
            <p:ph idx="1" type="body"/>
          </p:nvPr>
        </p:nvSpPr>
        <p:spPr>
          <a:xfrm>
            <a:off x="720000" y="1237083"/>
            <a:ext cx="7704000" cy="3366300"/>
          </a:xfrm>
          <a:prstGeom prst="rect">
            <a:avLst/>
          </a:prstGeom>
          <a:noFill/>
          <a:ln>
            <a:noFill/>
          </a:ln>
        </p:spPr>
        <p:txBody>
          <a:bodyPr anchorCtr="0" anchor="t" bIns="91425" lIns="91425" spcFirstLastPara="1" rIns="91425" wrap="square" tIns="91425">
            <a:noAutofit/>
          </a:bodyPr>
          <a:lstStyle>
            <a:lvl1pPr indent="-317500" lvl="0" marL="457200" algn="l">
              <a:lnSpc>
                <a:spcPct val="115000"/>
              </a:lnSpc>
              <a:spcBef>
                <a:spcPts val="0"/>
              </a:spcBef>
              <a:spcAft>
                <a:spcPts val="0"/>
              </a:spcAft>
              <a:buSzPts val="1400"/>
              <a:buChar char="●"/>
              <a:defRPr sz="1050"/>
            </a:lvl1pPr>
            <a:lvl2pPr indent="-317500" lvl="1" marL="914400" algn="l">
              <a:lnSpc>
                <a:spcPct val="115000"/>
              </a:lnSpc>
              <a:spcBef>
                <a:spcPts val="0"/>
              </a:spcBef>
              <a:spcAft>
                <a:spcPts val="0"/>
              </a:spcAft>
              <a:buSzPts val="1400"/>
              <a:buChar char="○"/>
              <a:defRPr/>
            </a:lvl2pPr>
            <a:lvl3pPr indent="-317500" lvl="2" marL="1371600" algn="l">
              <a:lnSpc>
                <a:spcPct val="115000"/>
              </a:lnSpc>
              <a:spcBef>
                <a:spcPts val="1600"/>
              </a:spcBef>
              <a:spcAft>
                <a:spcPts val="0"/>
              </a:spcAft>
              <a:buSzPts val="1400"/>
              <a:buChar char="■"/>
              <a:defRPr/>
            </a:lvl3pPr>
            <a:lvl4pPr indent="-317500" lvl="3" marL="1828800" algn="l">
              <a:lnSpc>
                <a:spcPct val="115000"/>
              </a:lnSpc>
              <a:spcBef>
                <a:spcPts val="1600"/>
              </a:spcBef>
              <a:spcAft>
                <a:spcPts val="0"/>
              </a:spcAft>
              <a:buSzPts val="1400"/>
              <a:buChar char="●"/>
              <a:defRPr/>
            </a:lvl4pPr>
            <a:lvl5pPr indent="-317500" lvl="4" marL="2286000" algn="l">
              <a:lnSpc>
                <a:spcPct val="115000"/>
              </a:lnSpc>
              <a:spcBef>
                <a:spcPts val="1600"/>
              </a:spcBef>
              <a:spcAft>
                <a:spcPts val="0"/>
              </a:spcAft>
              <a:buSzPts val="1400"/>
              <a:buChar char="○"/>
              <a:defRPr/>
            </a:lvl5pPr>
            <a:lvl6pPr indent="-317500" lvl="5" marL="2743200" algn="l">
              <a:lnSpc>
                <a:spcPct val="115000"/>
              </a:lnSpc>
              <a:spcBef>
                <a:spcPts val="1600"/>
              </a:spcBef>
              <a:spcAft>
                <a:spcPts val="0"/>
              </a:spcAft>
              <a:buSzPts val="1400"/>
              <a:buChar char="■"/>
              <a:defRPr/>
            </a:lvl6pPr>
            <a:lvl7pPr indent="-317500" lvl="6" marL="3200400" algn="l">
              <a:lnSpc>
                <a:spcPct val="115000"/>
              </a:lnSpc>
              <a:spcBef>
                <a:spcPts val="1600"/>
              </a:spcBef>
              <a:spcAft>
                <a:spcPts val="0"/>
              </a:spcAft>
              <a:buSzPts val="1400"/>
              <a:buChar char="●"/>
              <a:defRPr/>
            </a:lvl7pPr>
            <a:lvl8pPr indent="-317500" lvl="7" marL="3657600" algn="l">
              <a:lnSpc>
                <a:spcPct val="115000"/>
              </a:lnSpc>
              <a:spcBef>
                <a:spcPts val="1600"/>
              </a:spcBef>
              <a:spcAft>
                <a:spcPts val="0"/>
              </a:spcAft>
              <a:buSzPts val="1400"/>
              <a:buChar char="○"/>
              <a:defRPr/>
            </a:lvl8pPr>
            <a:lvl9pPr indent="-317500" lvl="8" marL="4114800" algn="l">
              <a:lnSpc>
                <a:spcPct val="115000"/>
              </a:lnSpc>
              <a:spcBef>
                <a:spcPts val="1600"/>
              </a:spcBef>
              <a:spcAft>
                <a:spcPts val="1600"/>
              </a:spcAft>
              <a:buSzPts val="1400"/>
              <a:buChar char="■"/>
              <a:defRPr/>
            </a:lvl9pPr>
          </a:lstStyle>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able of contents">
  <p:cSld name="BLANK_1">
    <p:spTree>
      <p:nvGrpSpPr>
        <p:cNvPr id="74" name="Shape 74"/>
        <p:cNvGrpSpPr/>
        <p:nvPr/>
      </p:nvGrpSpPr>
      <p:grpSpPr>
        <a:xfrm>
          <a:off x="0" y="0"/>
          <a:ext cx="0" cy="0"/>
          <a:chOff x="0" y="0"/>
          <a:chExt cx="0" cy="0"/>
        </a:xfrm>
      </p:grpSpPr>
      <p:pic>
        <p:nvPicPr>
          <p:cNvPr id="75" name="Google Shape;75;p52"/>
          <p:cNvPicPr preferRelativeResize="0"/>
          <p:nvPr/>
        </p:nvPicPr>
        <p:blipFill rotWithShape="1">
          <a:blip r:embed="rId2">
            <a:alphaModFix amt="14000"/>
          </a:blip>
          <a:srcRect b="0" l="0" r="0" t="0"/>
          <a:stretch/>
        </p:blipFill>
        <p:spPr>
          <a:xfrm>
            <a:off x="0" y="0"/>
            <a:ext cx="9144000" cy="5143500"/>
          </a:xfrm>
          <a:prstGeom prst="rect">
            <a:avLst/>
          </a:prstGeom>
          <a:noFill/>
          <a:ln>
            <a:noFill/>
          </a:ln>
        </p:spPr>
      </p:pic>
      <p:grpSp>
        <p:nvGrpSpPr>
          <p:cNvPr id="76" name="Google Shape;76;p52"/>
          <p:cNvGrpSpPr/>
          <p:nvPr/>
        </p:nvGrpSpPr>
        <p:grpSpPr>
          <a:xfrm>
            <a:off x="372025" y="321975"/>
            <a:ext cx="8400000" cy="4503300"/>
            <a:chOff x="372025" y="321975"/>
            <a:chExt cx="8400000" cy="4503300"/>
          </a:xfrm>
        </p:grpSpPr>
        <p:sp>
          <p:nvSpPr>
            <p:cNvPr id="77" name="Google Shape;77;p52"/>
            <p:cNvSpPr/>
            <p:nvPr/>
          </p:nvSpPr>
          <p:spPr>
            <a:xfrm>
              <a:off x="372375" y="324675"/>
              <a:ext cx="8394900" cy="4500600"/>
            </a:xfrm>
            <a:prstGeom prst="rect">
              <a:avLst/>
            </a:prstGeom>
            <a:solidFill>
              <a:srgbClr val="7C7C7C">
                <a:alpha val="14117"/>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nvGrpSpPr>
            <p:cNvPr id="78" name="Google Shape;78;p52"/>
            <p:cNvGrpSpPr/>
            <p:nvPr/>
          </p:nvGrpSpPr>
          <p:grpSpPr>
            <a:xfrm>
              <a:off x="372025" y="321975"/>
              <a:ext cx="8400000" cy="4499700"/>
              <a:chOff x="372025" y="321975"/>
              <a:chExt cx="8400000" cy="4499700"/>
            </a:xfrm>
          </p:grpSpPr>
          <p:sp>
            <p:nvSpPr>
              <p:cNvPr id="79" name="Google Shape;79;p52"/>
              <p:cNvSpPr/>
              <p:nvPr/>
            </p:nvSpPr>
            <p:spPr>
              <a:xfrm>
                <a:off x="372025" y="321975"/>
                <a:ext cx="8400000" cy="44997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0" name="Google Shape;80;p52"/>
              <p:cNvSpPr/>
              <p:nvPr/>
            </p:nvSpPr>
            <p:spPr>
              <a:xfrm>
                <a:off x="372025" y="321975"/>
                <a:ext cx="8400000" cy="2181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1" name="Google Shape;81;p52"/>
              <p:cNvSpPr/>
              <p:nvPr/>
            </p:nvSpPr>
            <p:spPr>
              <a:xfrm>
                <a:off x="486450" y="380900"/>
                <a:ext cx="100200" cy="100200"/>
              </a:xfrm>
              <a:prstGeom prst="ellipse">
                <a:avLst/>
              </a:pr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2" name="Google Shape;82;p52"/>
              <p:cNvSpPr/>
              <p:nvPr/>
            </p:nvSpPr>
            <p:spPr>
              <a:xfrm>
                <a:off x="669900" y="380900"/>
                <a:ext cx="100200" cy="100200"/>
              </a:xfrm>
              <a:prstGeom prst="ellipse">
                <a:avLst/>
              </a:pr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3" name="Google Shape;83;p52"/>
              <p:cNvSpPr/>
              <p:nvPr/>
            </p:nvSpPr>
            <p:spPr>
              <a:xfrm>
                <a:off x="853350" y="380900"/>
                <a:ext cx="100200" cy="100200"/>
              </a:xfrm>
              <a:prstGeom prst="ellipse">
                <a:avLst/>
              </a:pr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4" name="Google Shape;84;p52"/>
              <p:cNvSpPr/>
              <p:nvPr/>
            </p:nvSpPr>
            <p:spPr>
              <a:xfrm>
                <a:off x="8537750" y="380900"/>
                <a:ext cx="100200" cy="1002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cxnSp>
            <p:nvCxnSpPr>
              <p:cNvPr id="85" name="Google Shape;85;p52"/>
              <p:cNvCxnSpPr/>
              <p:nvPr/>
            </p:nvCxnSpPr>
            <p:spPr>
              <a:xfrm>
                <a:off x="7498375" y="431000"/>
                <a:ext cx="1039500" cy="0"/>
              </a:xfrm>
              <a:prstGeom prst="straightConnector1">
                <a:avLst/>
              </a:prstGeom>
              <a:noFill/>
              <a:ln cap="flat" cmpd="sng" w="9525">
                <a:solidFill>
                  <a:schemeClr val="dk2"/>
                </a:solidFill>
                <a:prstDash val="solid"/>
                <a:round/>
                <a:headEnd len="sm" w="sm" type="none"/>
                <a:tailEnd len="sm" w="sm" type="none"/>
              </a:ln>
            </p:spPr>
          </p:cxnSp>
        </p:grpSp>
      </p:grpSp>
      <p:sp>
        <p:nvSpPr>
          <p:cNvPr id="86" name="Google Shape;86;p52"/>
          <p:cNvSpPr txBox="1"/>
          <p:nvPr>
            <p:ph type="title"/>
          </p:nvPr>
        </p:nvSpPr>
        <p:spPr>
          <a:xfrm>
            <a:off x="720000" y="1264700"/>
            <a:ext cx="2336400" cy="5277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lvl1pPr lvl="0" algn="ctr">
              <a:lnSpc>
                <a:spcPct val="100000"/>
              </a:lnSpc>
              <a:spcBef>
                <a:spcPts val="0"/>
              </a:spcBef>
              <a:spcAft>
                <a:spcPts val="0"/>
              </a:spcAft>
              <a:buSzPts val="2400"/>
              <a:buNone/>
              <a:defRPr sz="1600">
                <a:solidFill>
                  <a:schemeClr val="lt2"/>
                </a:solidFill>
              </a:defRPr>
            </a:lvl1pPr>
            <a:lvl2pPr lvl="1" algn="l">
              <a:lnSpc>
                <a:spcPct val="100000"/>
              </a:lnSpc>
              <a:spcBef>
                <a:spcPts val="0"/>
              </a:spcBef>
              <a:spcAft>
                <a:spcPts val="0"/>
              </a:spcAft>
              <a:buSzPts val="2400"/>
              <a:buNone/>
              <a:defRPr sz="2400"/>
            </a:lvl2pPr>
            <a:lvl3pPr lvl="2" algn="l">
              <a:lnSpc>
                <a:spcPct val="100000"/>
              </a:lnSpc>
              <a:spcBef>
                <a:spcPts val="0"/>
              </a:spcBef>
              <a:spcAft>
                <a:spcPts val="0"/>
              </a:spcAft>
              <a:buSzPts val="2400"/>
              <a:buNone/>
              <a:defRPr sz="2400"/>
            </a:lvl3pPr>
            <a:lvl4pPr lvl="3" algn="l">
              <a:lnSpc>
                <a:spcPct val="100000"/>
              </a:lnSpc>
              <a:spcBef>
                <a:spcPts val="0"/>
              </a:spcBef>
              <a:spcAft>
                <a:spcPts val="0"/>
              </a:spcAft>
              <a:buSzPts val="2400"/>
              <a:buNone/>
              <a:defRPr sz="2400"/>
            </a:lvl4pPr>
            <a:lvl5pPr lvl="4" algn="l">
              <a:lnSpc>
                <a:spcPct val="100000"/>
              </a:lnSpc>
              <a:spcBef>
                <a:spcPts val="0"/>
              </a:spcBef>
              <a:spcAft>
                <a:spcPts val="0"/>
              </a:spcAft>
              <a:buSzPts val="2400"/>
              <a:buNone/>
              <a:defRPr sz="2400"/>
            </a:lvl5pPr>
            <a:lvl6pPr lvl="5" algn="l">
              <a:lnSpc>
                <a:spcPct val="100000"/>
              </a:lnSpc>
              <a:spcBef>
                <a:spcPts val="0"/>
              </a:spcBef>
              <a:spcAft>
                <a:spcPts val="0"/>
              </a:spcAft>
              <a:buSzPts val="2400"/>
              <a:buNone/>
              <a:defRPr sz="2400"/>
            </a:lvl6pPr>
            <a:lvl7pPr lvl="6" algn="l">
              <a:lnSpc>
                <a:spcPct val="100000"/>
              </a:lnSpc>
              <a:spcBef>
                <a:spcPts val="0"/>
              </a:spcBef>
              <a:spcAft>
                <a:spcPts val="0"/>
              </a:spcAft>
              <a:buSzPts val="2400"/>
              <a:buNone/>
              <a:defRPr sz="2400"/>
            </a:lvl7pPr>
            <a:lvl8pPr lvl="7" algn="l">
              <a:lnSpc>
                <a:spcPct val="100000"/>
              </a:lnSpc>
              <a:spcBef>
                <a:spcPts val="0"/>
              </a:spcBef>
              <a:spcAft>
                <a:spcPts val="0"/>
              </a:spcAft>
              <a:buSzPts val="2400"/>
              <a:buNone/>
              <a:defRPr sz="2400"/>
            </a:lvl8pPr>
            <a:lvl9pPr lvl="8" algn="l">
              <a:lnSpc>
                <a:spcPct val="100000"/>
              </a:lnSpc>
              <a:spcBef>
                <a:spcPts val="0"/>
              </a:spcBef>
              <a:spcAft>
                <a:spcPts val="0"/>
              </a:spcAft>
              <a:buSzPts val="2400"/>
              <a:buNone/>
              <a:defRPr sz="2400"/>
            </a:lvl9pPr>
          </a:lstStyle>
          <a:p/>
        </p:txBody>
      </p:sp>
      <p:sp>
        <p:nvSpPr>
          <p:cNvPr id="87" name="Google Shape;87;p52"/>
          <p:cNvSpPr txBox="1"/>
          <p:nvPr>
            <p:ph idx="2" type="title"/>
          </p:nvPr>
        </p:nvSpPr>
        <p:spPr>
          <a:xfrm>
            <a:off x="1781100" y="1046825"/>
            <a:ext cx="1275300" cy="218100"/>
          </a:xfrm>
          <a:prstGeom prst="rect">
            <a:avLst/>
          </a:prstGeom>
          <a:noFill/>
          <a:ln>
            <a:noFill/>
          </a:ln>
        </p:spPr>
        <p:txBody>
          <a:bodyPr anchorCtr="0" anchor="ctr" bIns="91425" lIns="91425" spcFirstLastPara="1" rIns="91425" wrap="square" tIns="91425">
            <a:noAutofit/>
          </a:bodyPr>
          <a:lstStyle>
            <a:lvl1pPr lvl="0" algn="r">
              <a:lnSpc>
                <a:spcPct val="100000"/>
              </a:lnSpc>
              <a:spcBef>
                <a:spcPts val="0"/>
              </a:spcBef>
              <a:spcAft>
                <a:spcPts val="0"/>
              </a:spcAft>
              <a:buSzPts val="3000"/>
              <a:buNone/>
              <a:defRPr sz="1000">
                <a:solidFill>
                  <a:schemeClr val="accent6"/>
                </a:solidFill>
              </a:defRPr>
            </a:lvl1pPr>
            <a:lvl2pPr lvl="1" algn="l">
              <a:lnSpc>
                <a:spcPct val="100000"/>
              </a:lnSpc>
              <a:spcBef>
                <a:spcPts val="0"/>
              </a:spcBef>
              <a:spcAft>
                <a:spcPts val="0"/>
              </a:spcAft>
              <a:buSzPts val="3000"/>
              <a:buNone/>
              <a:defRPr sz="3000"/>
            </a:lvl2pPr>
            <a:lvl3pPr lvl="2" algn="l">
              <a:lnSpc>
                <a:spcPct val="100000"/>
              </a:lnSpc>
              <a:spcBef>
                <a:spcPts val="0"/>
              </a:spcBef>
              <a:spcAft>
                <a:spcPts val="0"/>
              </a:spcAft>
              <a:buSzPts val="3000"/>
              <a:buNone/>
              <a:defRPr sz="3000"/>
            </a:lvl3pPr>
            <a:lvl4pPr lvl="3" algn="l">
              <a:lnSpc>
                <a:spcPct val="100000"/>
              </a:lnSpc>
              <a:spcBef>
                <a:spcPts val="0"/>
              </a:spcBef>
              <a:spcAft>
                <a:spcPts val="0"/>
              </a:spcAft>
              <a:buSzPts val="3000"/>
              <a:buNone/>
              <a:defRPr sz="3000"/>
            </a:lvl4pPr>
            <a:lvl5pPr lvl="4" algn="l">
              <a:lnSpc>
                <a:spcPct val="100000"/>
              </a:lnSpc>
              <a:spcBef>
                <a:spcPts val="0"/>
              </a:spcBef>
              <a:spcAft>
                <a:spcPts val="0"/>
              </a:spcAft>
              <a:buSzPts val="3000"/>
              <a:buNone/>
              <a:defRPr sz="3000"/>
            </a:lvl5pPr>
            <a:lvl6pPr lvl="5" algn="l">
              <a:lnSpc>
                <a:spcPct val="100000"/>
              </a:lnSpc>
              <a:spcBef>
                <a:spcPts val="0"/>
              </a:spcBef>
              <a:spcAft>
                <a:spcPts val="0"/>
              </a:spcAft>
              <a:buSzPts val="3000"/>
              <a:buNone/>
              <a:defRPr sz="3000"/>
            </a:lvl6pPr>
            <a:lvl7pPr lvl="6" algn="l">
              <a:lnSpc>
                <a:spcPct val="100000"/>
              </a:lnSpc>
              <a:spcBef>
                <a:spcPts val="0"/>
              </a:spcBef>
              <a:spcAft>
                <a:spcPts val="0"/>
              </a:spcAft>
              <a:buSzPts val="3000"/>
              <a:buNone/>
              <a:defRPr sz="3000"/>
            </a:lvl7pPr>
            <a:lvl8pPr lvl="7" algn="l">
              <a:lnSpc>
                <a:spcPct val="100000"/>
              </a:lnSpc>
              <a:spcBef>
                <a:spcPts val="0"/>
              </a:spcBef>
              <a:spcAft>
                <a:spcPts val="0"/>
              </a:spcAft>
              <a:buSzPts val="3000"/>
              <a:buNone/>
              <a:defRPr sz="3000"/>
            </a:lvl8pPr>
            <a:lvl9pPr lvl="8" algn="l">
              <a:lnSpc>
                <a:spcPct val="100000"/>
              </a:lnSpc>
              <a:spcBef>
                <a:spcPts val="0"/>
              </a:spcBef>
              <a:spcAft>
                <a:spcPts val="0"/>
              </a:spcAft>
              <a:buSzPts val="3000"/>
              <a:buNone/>
              <a:defRPr sz="3000"/>
            </a:lvl9pPr>
          </a:lstStyle>
          <a:p/>
        </p:txBody>
      </p:sp>
      <p:sp>
        <p:nvSpPr>
          <p:cNvPr id="88" name="Google Shape;88;p52"/>
          <p:cNvSpPr txBox="1"/>
          <p:nvPr>
            <p:ph idx="1" type="subTitle"/>
          </p:nvPr>
        </p:nvSpPr>
        <p:spPr>
          <a:xfrm>
            <a:off x="720000" y="1792400"/>
            <a:ext cx="2336400" cy="646800"/>
          </a:xfrm>
          <a:prstGeom prst="rect">
            <a:avLst/>
          </a:prstGeom>
          <a:noFill/>
          <a:ln cap="flat" cmpd="sng" w="9525">
            <a:solidFill>
              <a:schemeClr val="dk2"/>
            </a:solidFill>
            <a:prstDash val="solid"/>
            <a:round/>
            <a:headEnd len="sm" w="sm" type="none"/>
            <a:tailEnd len="sm" w="sm" type="none"/>
          </a:ln>
        </p:spPr>
        <p:txBody>
          <a:bodyPr anchorCtr="0" anchor="t" bIns="91425" lIns="91425" spcFirstLastPara="1" rIns="91425" wrap="square" tIns="91425">
            <a:noAutofit/>
          </a:bodyPr>
          <a:lstStyle>
            <a:lvl1pPr lvl="0" algn="ctr">
              <a:lnSpc>
                <a:spcPct val="100000"/>
              </a:lnSpc>
              <a:spcBef>
                <a:spcPts val="0"/>
              </a:spcBef>
              <a:spcAft>
                <a:spcPts val="0"/>
              </a:spcAft>
              <a:buSzPts val="1400"/>
              <a:buNone/>
              <a:defRPr sz="1400"/>
            </a:lvl1pPr>
            <a:lvl2pPr lvl="1" algn="l">
              <a:lnSpc>
                <a:spcPct val="100000"/>
              </a:lnSpc>
              <a:spcBef>
                <a:spcPts val="0"/>
              </a:spcBef>
              <a:spcAft>
                <a:spcPts val="0"/>
              </a:spcAft>
              <a:buSzPts val="1400"/>
              <a:buNone/>
              <a:defRPr/>
            </a:lvl2pPr>
            <a:lvl3pPr lvl="2" algn="l">
              <a:lnSpc>
                <a:spcPct val="100000"/>
              </a:lnSpc>
              <a:spcBef>
                <a:spcPts val="1600"/>
              </a:spcBef>
              <a:spcAft>
                <a:spcPts val="0"/>
              </a:spcAft>
              <a:buSzPts val="1400"/>
              <a:buNone/>
              <a:defRPr/>
            </a:lvl3pPr>
            <a:lvl4pPr lvl="3" algn="l">
              <a:lnSpc>
                <a:spcPct val="100000"/>
              </a:lnSpc>
              <a:spcBef>
                <a:spcPts val="1600"/>
              </a:spcBef>
              <a:spcAft>
                <a:spcPts val="0"/>
              </a:spcAft>
              <a:buSzPts val="1400"/>
              <a:buNone/>
              <a:defRPr/>
            </a:lvl4pPr>
            <a:lvl5pPr lvl="4" algn="l">
              <a:lnSpc>
                <a:spcPct val="100000"/>
              </a:lnSpc>
              <a:spcBef>
                <a:spcPts val="1600"/>
              </a:spcBef>
              <a:spcAft>
                <a:spcPts val="0"/>
              </a:spcAft>
              <a:buSzPts val="1400"/>
              <a:buNone/>
              <a:defRPr/>
            </a:lvl5pPr>
            <a:lvl6pPr lvl="5" algn="l">
              <a:lnSpc>
                <a:spcPct val="100000"/>
              </a:lnSpc>
              <a:spcBef>
                <a:spcPts val="1600"/>
              </a:spcBef>
              <a:spcAft>
                <a:spcPts val="0"/>
              </a:spcAft>
              <a:buSzPts val="1400"/>
              <a:buNone/>
              <a:defRPr/>
            </a:lvl6pPr>
            <a:lvl7pPr lvl="6" algn="l">
              <a:lnSpc>
                <a:spcPct val="100000"/>
              </a:lnSpc>
              <a:spcBef>
                <a:spcPts val="1600"/>
              </a:spcBef>
              <a:spcAft>
                <a:spcPts val="0"/>
              </a:spcAft>
              <a:buSzPts val="1400"/>
              <a:buNone/>
              <a:defRPr/>
            </a:lvl7pPr>
            <a:lvl8pPr lvl="7" algn="l">
              <a:lnSpc>
                <a:spcPct val="100000"/>
              </a:lnSpc>
              <a:spcBef>
                <a:spcPts val="1600"/>
              </a:spcBef>
              <a:spcAft>
                <a:spcPts val="0"/>
              </a:spcAft>
              <a:buSzPts val="1400"/>
              <a:buNone/>
              <a:defRPr/>
            </a:lvl8pPr>
            <a:lvl9pPr lvl="8" algn="l">
              <a:lnSpc>
                <a:spcPct val="100000"/>
              </a:lnSpc>
              <a:spcBef>
                <a:spcPts val="1600"/>
              </a:spcBef>
              <a:spcAft>
                <a:spcPts val="1600"/>
              </a:spcAft>
              <a:buSzPts val="1400"/>
              <a:buNone/>
              <a:defRPr/>
            </a:lvl9pPr>
          </a:lstStyle>
          <a:p/>
        </p:txBody>
      </p:sp>
      <p:sp>
        <p:nvSpPr>
          <p:cNvPr id="89" name="Google Shape;89;p52"/>
          <p:cNvSpPr txBox="1"/>
          <p:nvPr>
            <p:ph idx="3" type="title"/>
          </p:nvPr>
        </p:nvSpPr>
        <p:spPr>
          <a:xfrm>
            <a:off x="3403800" y="1264700"/>
            <a:ext cx="2336400" cy="5277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lvl1pPr lvl="0" algn="ctr">
              <a:lnSpc>
                <a:spcPct val="100000"/>
              </a:lnSpc>
              <a:spcBef>
                <a:spcPts val="0"/>
              </a:spcBef>
              <a:spcAft>
                <a:spcPts val="0"/>
              </a:spcAft>
              <a:buSzPts val="2400"/>
              <a:buNone/>
              <a:defRPr sz="1600">
                <a:solidFill>
                  <a:schemeClr val="lt2"/>
                </a:solidFill>
              </a:defRPr>
            </a:lvl1pPr>
            <a:lvl2pPr lvl="1" algn="l">
              <a:lnSpc>
                <a:spcPct val="100000"/>
              </a:lnSpc>
              <a:spcBef>
                <a:spcPts val="0"/>
              </a:spcBef>
              <a:spcAft>
                <a:spcPts val="0"/>
              </a:spcAft>
              <a:buSzPts val="2400"/>
              <a:buNone/>
              <a:defRPr sz="2400"/>
            </a:lvl2pPr>
            <a:lvl3pPr lvl="2" algn="l">
              <a:lnSpc>
                <a:spcPct val="100000"/>
              </a:lnSpc>
              <a:spcBef>
                <a:spcPts val="0"/>
              </a:spcBef>
              <a:spcAft>
                <a:spcPts val="0"/>
              </a:spcAft>
              <a:buSzPts val="2400"/>
              <a:buNone/>
              <a:defRPr sz="2400"/>
            </a:lvl3pPr>
            <a:lvl4pPr lvl="3" algn="l">
              <a:lnSpc>
                <a:spcPct val="100000"/>
              </a:lnSpc>
              <a:spcBef>
                <a:spcPts val="0"/>
              </a:spcBef>
              <a:spcAft>
                <a:spcPts val="0"/>
              </a:spcAft>
              <a:buSzPts val="2400"/>
              <a:buNone/>
              <a:defRPr sz="2400"/>
            </a:lvl4pPr>
            <a:lvl5pPr lvl="4" algn="l">
              <a:lnSpc>
                <a:spcPct val="100000"/>
              </a:lnSpc>
              <a:spcBef>
                <a:spcPts val="0"/>
              </a:spcBef>
              <a:spcAft>
                <a:spcPts val="0"/>
              </a:spcAft>
              <a:buSzPts val="2400"/>
              <a:buNone/>
              <a:defRPr sz="2400"/>
            </a:lvl5pPr>
            <a:lvl6pPr lvl="5" algn="l">
              <a:lnSpc>
                <a:spcPct val="100000"/>
              </a:lnSpc>
              <a:spcBef>
                <a:spcPts val="0"/>
              </a:spcBef>
              <a:spcAft>
                <a:spcPts val="0"/>
              </a:spcAft>
              <a:buSzPts val="2400"/>
              <a:buNone/>
              <a:defRPr sz="2400"/>
            </a:lvl6pPr>
            <a:lvl7pPr lvl="6" algn="l">
              <a:lnSpc>
                <a:spcPct val="100000"/>
              </a:lnSpc>
              <a:spcBef>
                <a:spcPts val="0"/>
              </a:spcBef>
              <a:spcAft>
                <a:spcPts val="0"/>
              </a:spcAft>
              <a:buSzPts val="2400"/>
              <a:buNone/>
              <a:defRPr sz="2400"/>
            </a:lvl7pPr>
            <a:lvl8pPr lvl="7" algn="l">
              <a:lnSpc>
                <a:spcPct val="100000"/>
              </a:lnSpc>
              <a:spcBef>
                <a:spcPts val="0"/>
              </a:spcBef>
              <a:spcAft>
                <a:spcPts val="0"/>
              </a:spcAft>
              <a:buSzPts val="2400"/>
              <a:buNone/>
              <a:defRPr sz="2400"/>
            </a:lvl8pPr>
            <a:lvl9pPr lvl="8" algn="l">
              <a:lnSpc>
                <a:spcPct val="100000"/>
              </a:lnSpc>
              <a:spcBef>
                <a:spcPts val="0"/>
              </a:spcBef>
              <a:spcAft>
                <a:spcPts val="0"/>
              </a:spcAft>
              <a:buSzPts val="2400"/>
              <a:buNone/>
              <a:defRPr sz="2400"/>
            </a:lvl9pPr>
          </a:lstStyle>
          <a:p/>
        </p:txBody>
      </p:sp>
      <p:sp>
        <p:nvSpPr>
          <p:cNvPr id="90" name="Google Shape;90;p52"/>
          <p:cNvSpPr txBox="1"/>
          <p:nvPr>
            <p:ph idx="4" type="title"/>
          </p:nvPr>
        </p:nvSpPr>
        <p:spPr>
          <a:xfrm>
            <a:off x="4464900" y="1046825"/>
            <a:ext cx="1275300" cy="218100"/>
          </a:xfrm>
          <a:prstGeom prst="rect">
            <a:avLst/>
          </a:prstGeom>
          <a:noFill/>
          <a:ln>
            <a:noFill/>
          </a:ln>
        </p:spPr>
        <p:txBody>
          <a:bodyPr anchorCtr="0" anchor="ctr" bIns="91425" lIns="91425" spcFirstLastPara="1" rIns="91425" wrap="square" tIns="91425">
            <a:noAutofit/>
          </a:bodyPr>
          <a:lstStyle>
            <a:lvl1pPr lvl="0" algn="r">
              <a:lnSpc>
                <a:spcPct val="100000"/>
              </a:lnSpc>
              <a:spcBef>
                <a:spcPts val="0"/>
              </a:spcBef>
              <a:spcAft>
                <a:spcPts val="0"/>
              </a:spcAft>
              <a:buSzPts val="3000"/>
              <a:buNone/>
              <a:defRPr sz="1000">
                <a:solidFill>
                  <a:schemeClr val="accent6"/>
                </a:solidFill>
              </a:defRPr>
            </a:lvl1pPr>
            <a:lvl2pPr lvl="1" algn="l">
              <a:lnSpc>
                <a:spcPct val="100000"/>
              </a:lnSpc>
              <a:spcBef>
                <a:spcPts val="0"/>
              </a:spcBef>
              <a:spcAft>
                <a:spcPts val="0"/>
              </a:spcAft>
              <a:buSzPts val="3000"/>
              <a:buNone/>
              <a:defRPr sz="3000"/>
            </a:lvl2pPr>
            <a:lvl3pPr lvl="2" algn="l">
              <a:lnSpc>
                <a:spcPct val="100000"/>
              </a:lnSpc>
              <a:spcBef>
                <a:spcPts val="0"/>
              </a:spcBef>
              <a:spcAft>
                <a:spcPts val="0"/>
              </a:spcAft>
              <a:buSzPts val="3000"/>
              <a:buNone/>
              <a:defRPr sz="3000"/>
            </a:lvl3pPr>
            <a:lvl4pPr lvl="3" algn="l">
              <a:lnSpc>
                <a:spcPct val="100000"/>
              </a:lnSpc>
              <a:spcBef>
                <a:spcPts val="0"/>
              </a:spcBef>
              <a:spcAft>
                <a:spcPts val="0"/>
              </a:spcAft>
              <a:buSzPts val="3000"/>
              <a:buNone/>
              <a:defRPr sz="3000"/>
            </a:lvl4pPr>
            <a:lvl5pPr lvl="4" algn="l">
              <a:lnSpc>
                <a:spcPct val="100000"/>
              </a:lnSpc>
              <a:spcBef>
                <a:spcPts val="0"/>
              </a:spcBef>
              <a:spcAft>
                <a:spcPts val="0"/>
              </a:spcAft>
              <a:buSzPts val="3000"/>
              <a:buNone/>
              <a:defRPr sz="3000"/>
            </a:lvl5pPr>
            <a:lvl6pPr lvl="5" algn="l">
              <a:lnSpc>
                <a:spcPct val="100000"/>
              </a:lnSpc>
              <a:spcBef>
                <a:spcPts val="0"/>
              </a:spcBef>
              <a:spcAft>
                <a:spcPts val="0"/>
              </a:spcAft>
              <a:buSzPts val="3000"/>
              <a:buNone/>
              <a:defRPr sz="3000"/>
            </a:lvl6pPr>
            <a:lvl7pPr lvl="6" algn="l">
              <a:lnSpc>
                <a:spcPct val="100000"/>
              </a:lnSpc>
              <a:spcBef>
                <a:spcPts val="0"/>
              </a:spcBef>
              <a:spcAft>
                <a:spcPts val="0"/>
              </a:spcAft>
              <a:buSzPts val="3000"/>
              <a:buNone/>
              <a:defRPr sz="3000"/>
            </a:lvl7pPr>
            <a:lvl8pPr lvl="7" algn="l">
              <a:lnSpc>
                <a:spcPct val="100000"/>
              </a:lnSpc>
              <a:spcBef>
                <a:spcPts val="0"/>
              </a:spcBef>
              <a:spcAft>
                <a:spcPts val="0"/>
              </a:spcAft>
              <a:buSzPts val="3000"/>
              <a:buNone/>
              <a:defRPr sz="3000"/>
            </a:lvl8pPr>
            <a:lvl9pPr lvl="8" algn="l">
              <a:lnSpc>
                <a:spcPct val="100000"/>
              </a:lnSpc>
              <a:spcBef>
                <a:spcPts val="0"/>
              </a:spcBef>
              <a:spcAft>
                <a:spcPts val="0"/>
              </a:spcAft>
              <a:buSzPts val="3000"/>
              <a:buNone/>
              <a:defRPr sz="3000"/>
            </a:lvl9pPr>
          </a:lstStyle>
          <a:p/>
        </p:txBody>
      </p:sp>
      <p:sp>
        <p:nvSpPr>
          <p:cNvPr id="91" name="Google Shape;91;p52"/>
          <p:cNvSpPr txBox="1"/>
          <p:nvPr>
            <p:ph idx="5" type="subTitle"/>
          </p:nvPr>
        </p:nvSpPr>
        <p:spPr>
          <a:xfrm>
            <a:off x="3403800" y="1792400"/>
            <a:ext cx="2336400" cy="646800"/>
          </a:xfrm>
          <a:prstGeom prst="rect">
            <a:avLst/>
          </a:prstGeom>
          <a:noFill/>
          <a:ln cap="flat" cmpd="sng" w="9525">
            <a:solidFill>
              <a:schemeClr val="dk2"/>
            </a:solidFill>
            <a:prstDash val="solid"/>
            <a:round/>
            <a:headEnd len="sm" w="sm" type="none"/>
            <a:tailEnd len="sm" w="sm" type="none"/>
          </a:ln>
        </p:spPr>
        <p:txBody>
          <a:bodyPr anchorCtr="0" anchor="t" bIns="91425" lIns="91425" spcFirstLastPara="1" rIns="91425" wrap="square" tIns="91425">
            <a:noAutofit/>
          </a:bodyPr>
          <a:lstStyle>
            <a:lvl1pPr lvl="0" algn="ctr">
              <a:lnSpc>
                <a:spcPct val="100000"/>
              </a:lnSpc>
              <a:spcBef>
                <a:spcPts val="0"/>
              </a:spcBef>
              <a:spcAft>
                <a:spcPts val="0"/>
              </a:spcAft>
              <a:buSzPts val="1400"/>
              <a:buNone/>
              <a:defRPr sz="1400"/>
            </a:lvl1pPr>
            <a:lvl2pPr lvl="1" algn="l">
              <a:lnSpc>
                <a:spcPct val="100000"/>
              </a:lnSpc>
              <a:spcBef>
                <a:spcPts val="0"/>
              </a:spcBef>
              <a:spcAft>
                <a:spcPts val="0"/>
              </a:spcAft>
              <a:buSzPts val="1400"/>
              <a:buNone/>
              <a:defRPr/>
            </a:lvl2pPr>
            <a:lvl3pPr lvl="2" algn="l">
              <a:lnSpc>
                <a:spcPct val="100000"/>
              </a:lnSpc>
              <a:spcBef>
                <a:spcPts val="1600"/>
              </a:spcBef>
              <a:spcAft>
                <a:spcPts val="0"/>
              </a:spcAft>
              <a:buSzPts val="1400"/>
              <a:buNone/>
              <a:defRPr/>
            </a:lvl3pPr>
            <a:lvl4pPr lvl="3" algn="l">
              <a:lnSpc>
                <a:spcPct val="100000"/>
              </a:lnSpc>
              <a:spcBef>
                <a:spcPts val="1600"/>
              </a:spcBef>
              <a:spcAft>
                <a:spcPts val="0"/>
              </a:spcAft>
              <a:buSzPts val="1400"/>
              <a:buNone/>
              <a:defRPr/>
            </a:lvl4pPr>
            <a:lvl5pPr lvl="4" algn="l">
              <a:lnSpc>
                <a:spcPct val="100000"/>
              </a:lnSpc>
              <a:spcBef>
                <a:spcPts val="1600"/>
              </a:spcBef>
              <a:spcAft>
                <a:spcPts val="0"/>
              </a:spcAft>
              <a:buSzPts val="1400"/>
              <a:buNone/>
              <a:defRPr/>
            </a:lvl5pPr>
            <a:lvl6pPr lvl="5" algn="l">
              <a:lnSpc>
                <a:spcPct val="100000"/>
              </a:lnSpc>
              <a:spcBef>
                <a:spcPts val="1600"/>
              </a:spcBef>
              <a:spcAft>
                <a:spcPts val="0"/>
              </a:spcAft>
              <a:buSzPts val="1400"/>
              <a:buNone/>
              <a:defRPr/>
            </a:lvl6pPr>
            <a:lvl7pPr lvl="6" algn="l">
              <a:lnSpc>
                <a:spcPct val="100000"/>
              </a:lnSpc>
              <a:spcBef>
                <a:spcPts val="1600"/>
              </a:spcBef>
              <a:spcAft>
                <a:spcPts val="0"/>
              </a:spcAft>
              <a:buSzPts val="1400"/>
              <a:buNone/>
              <a:defRPr/>
            </a:lvl7pPr>
            <a:lvl8pPr lvl="7" algn="l">
              <a:lnSpc>
                <a:spcPct val="100000"/>
              </a:lnSpc>
              <a:spcBef>
                <a:spcPts val="1600"/>
              </a:spcBef>
              <a:spcAft>
                <a:spcPts val="0"/>
              </a:spcAft>
              <a:buSzPts val="1400"/>
              <a:buNone/>
              <a:defRPr/>
            </a:lvl8pPr>
            <a:lvl9pPr lvl="8" algn="l">
              <a:lnSpc>
                <a:spcPct val="100000"/>
              </a:lnSpc>
              <a:spcBef>
                <a:spcPts val="1600"/>
              </a:spcBef>
              <a:spcAft>
                <a:spcPts val="1600"/>
              </a:spcAft>
              <a:buSzPts val="1400"/>
              <a:buNone/>
              <a:defRPr/>
            </a:lvl9pPr>
          </a:lstStyle>
          <a:p/>
        </p:txBody>
      </p:sp>
      <p:sp>
        <p:nvSpPr>
          <p:cNvPr id="92" name="Google Shape;92;p52"/>
          <p:cNvSpPr txBox="1"/>
          <p:nvPr>
            <p:ph idx="6" type="title"/>
          </p:nvPr>
        </p:nvSpPr>
        <p:spPr>
          <a:xfrm>
            <a:off x="6087600" y="1264700"/>
            <a:ext cx="2336400" cy="5277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lvl1pPr lvl="0" algn="ctr">
              <a:lnSpc>
                <a:spcPct val="100000"/>
              </a:lnSpc>
              <a:spcBef>
                <a:spcPts val="0"/>
              </a:spcBef>
              <a:spcAft>
                <a:spcPts val="0"/>
              </a:spcAft>
              <a:buSzPts val="2400"/>
              <a:buNone/>
              <a:defRPr sz="1600">
                <a:solidFill>
                  <a:schemeClr val="lt2"/>
                </a:solidFill>
              </a:defRPr>
            </a:lvl1pPr>
            <a:lvl2pPr lvl="1" algn="l">
              <a:lnSpc>
                <a:spcPct val="100000"/>
              </a:lnSpc>
              <a:spcBef>
                <a:spcPts val="0"/>
              </a:spcBef>
              <a:spcAft>
                <a:spcPts val="0"/>
              </a:spcAft>
              <a:buSzPts val="2400"/>
              <a:buNone/>
              <a:defRPr sz="2400"/>
            </a:lvl2pPr>
            <a:lvl3pPr lvl="2" algn="l">
              <a:lnSpc>
                <a:spcPct val="100000"/>
              </a:lnSpc>
              <a:spcBef>
                <a:spcPts val="0"/>
              </a:spcBef>
              <a:spcAft>
                <a:spcPts val="0"/>
              </a:spcAft>
              <a:buSzPts val="2400"/>
              <a:buNone/>
              <a:defRPr sz="2400"/>
            </a:lvl3pPr>
            <a:lvl4pPr lvl="3" algn="l">
              <a:lnSpc>
                <a:spcPct val="100000"/>
              </a:lnSpc>
              <a:spcBef>
                <a:spcPts val="0"/>
              </a:spcBef>
              <a:spcAft>
                <a:spcPts val="0"/>
              </a:spcAft>
              <a:buSzPts val="2400"/>
              <a:buNone/>
              <a:defRPr sz="2400"/>
            </a:lvl4pPr>
            <a:lvl5pPr lvl="4" algn="l">
              <a:lnSpc>
                <a:spcPct val="100000"/>
              </a:lnSpc>
              <a:spcBef>
                <a:spcPts val="0"/>
              </a:spcBef>
              <a:spcAft>
                <a:spcPts val="0"/>
              </a:spcAft>
              <a:buSzPts val="2400"/>
              <a:buNone/>
              <a:defRPr sz="2400"/>
            </a:lvl5pPr>
            <a:lvl6pPr lvl="5" algn="l">
              <a:lnSpc>
                <a:spcPct val="100000"/>
              </a:lnSpc>
              <a:spcBef>
                <a:spcPts val="0"/>
              </a:spcBef>
              <a:spcAft>
                <a:spcPts val="0"/>
              </a:spcAft>
              <a:buSzPts val="2400"/>
              <a:buNone/>
              <a:defRPr sz="2400"/>
            </a:lvl6pPr>
            <a:lvl7pPr lvl="6" algn="l">
              <a:lnSpc>
                <a:spcPct val="100000"/>
              </a:lnSpc>
              <a:spcBef>
                <a:spcPts val="0"/>
              </a:spcBef>
              <a:spcAft>
                <a:spcPts val="0"/>
              </a:spcAft>
              <a:buSzPts val="2400"/>
              <a:buNone/>
              <a:defRPr sz="2400"/>
            </a:lvl7pPr>
            <a:lvl8pPr lvl="7" algn="l">
              <a:lnSpc>
                <a:spcPct val="100000"/>
              </a:lnSpc>
              <a:spcBef>
                <a:spcPts val="0"/>
              </a:spcBef>
              <a:spcAft>
                <a:spcPts val="0"/>
              </a:spcAft>
              <a:buSzPts val="2400"/>
              <a:buNone/>
              <a:defRPr sz="2400"/>
            </a:lvl8pPr>
            <a:lvl9pPr lvl="8" algn="l">
              <a:lnSpc>
                <a:spcPct val="100000"/>
              </a:lnSpc>
              <a:spcBef>
                <a:spcPts val="0"/>
              </a:spcBef>
              <a:spcAft>
                <a:spcPts val="0"/>
              </a:spcAft>
              <a:buSzPts val="2400"/>
              <a:buNone/>
              <a:defRPr sz="2400"/>
            </a:lvl9pPr>
          </a:lstStyle>
          <a:p/>
        </p:txBody>
      </p:sp>
      <p:sp>
        <p:nvSpPr>
          <p:cNvPr id="93" name="Google Shape;93;p52"/>
          <p:cNvSpPr txBox="1"/>
          <p:nvPr>
            <p:ph idx="7" type="title"/>
          </p:nvPr>
        </p:nvSpPr>
        <p:spPr>
          <a:xfrm>
            <a:off x="7148700" y="1046825"/>
            <a:ext cx="1275300" cy="218100"/>
          </a:xfrm>
          <a:prstGeom prst="rect">
            <a:avLst/>
          </a:prstGeom>
          <a:noFill/>
          <a:ln>
            <a:noFill/>
          </a:ln>
        </p:spPr>
        <p:txBody>
          <a:bodyPr anchorCtr="0" anchor="ctr" bIns="91425" lIns="91425" spcFirstLastPara="1" rIns="91425" wrap="square" tIns="91425">
            <a:noAutofit/>
          </a:bodyPr>
          <a:lstStyle>
            <a:lvl1pPr lvl="0" algn="r">
              <a:lnSpc>
                <a:spcPct val="100000"/>
              </a:lnSpc>
              <a:spcBef>
                <a:spcPts val="0"/>
              </a:spcBef>
              <a:spcAft>
                <a:spcPts val="0"/>
              </a:spcAft>
              <a:buSzPts val="3000"/>
              <a:buNone/>
              <a:defRPr sz="1000">
                <a:solidFill>
                  <a:schemeClr val="accent6"/>
                </a:solidFill>
              </a:defRPr>
            </a:lvl1pPr>
            <a:lvl2pPr lvl="1" algn="l">
              <a:lnSpc>
                <a:spcPct val="100000"/>
              </a:lnSpc>
              <a:spcBef>
                <a:spcPts val="0"/>
              </a:spcBef>
              <a:spcAft>
                <a:spcPts val="0"/>
              </a:spcAft>
              <a:buSzPts val="3000"/>
              <a:buNone/>
              <a:defRPr sz="3000"/>
            </a:lvl2pPr>
            <a:lvl3pPr lvl="2" algn="l">
              <a:lnSpc>
                <a:spcPct val="100000"/>
              </a:lnSpc>
              <a:spcBef>
                <a:spcPts val="0"/>
              </a:spcBef>
              <a:spcAft>
                <a:spcPts val="0"/>
              </a:spcAft>
              <a:buSzPts val="3000"/>
              <a:buNone/>
              <a:defRPr sz="3000"/>
            </a:lvl3pPr>
            <a:lvl4pPr lvl="3" algn="l">
              <a:lnSpc>
                <a:spcPct val="100000"/>
              </a:lnSpc>
              <a:spcBef>
                <a:spcPts val="0"/>
              </a:spcBef>
              <a:spcAft>
                <a:spcPts val="0"/>
              </a:spcAft>
              <a:buSzPts val="3000"/>
              <a:buNone/>
              <a:defRPr sz="3000"/>
            </a:lvl4pPr>
            <a:lvl5pPr lvl="4" algn="l">
              <a:lnSpc>
                <a:spcPct val="100000"/>
              </a:lnSpc>
              <a:spcBef>
                <a:spcPts val="0"/>
              </a:spcBef>
              <a:spcAft>
                <a:spcPts val="0"/>
              </a:spcAft>
              <a:buSzPts val="3000"/>
              <a:buNone/>
              <a:defRPr sz="3000"/>
            </a:lvl5pPr>
            <a:lvl6pPr lvl="5" algn="l">
              <a:lnSpc>
                <a:spcPct val="100000"/>
              </a:lnSpc>
              <a:spcBef>
                <a:spcPts val="0"/>
              </a:spcBef>
              <a:spcAft>
                <a:spcPts val="0"/>
              </a:spcAft>
              <a:buSzPts val="3000"/>
              <a:buNone/>
              <a:defRPr sz="3000"/>
            </a:lvl6pPr>
            <a:lvl7pPr lvl="6" algn="l">
              <a:lnSpc>
                <a:spcPct val="100000"/>
              </a:lnSpc>
              <a:spcBef>
                <a:spcPts val="0"/>
              </a:spcBef>
              <a:spcAft>
                <a:spcPts val="0"/>
              </a:spcAft>
              <a:buSzPts val="3000"/>
              <a:buNone/>
              <a:defRPr sz="3000"/>
            </a:lvl7pPr>
            <a:lvl8pPr lvl="7" algn="l">
              <a:lnSpc>
                <a:spcPct val="100000"/>
              </a:lnSpc>
              <a:spcBef>
                <a:spcPts val="0"/>
              </a:spcBef>
              <a:spcAft>
                <a:spcPts val="0"/>
              </a:spcAft>
              <a:buSzPts val="3000"/>
              <a:buNone/>
              <a:defRPr sz="3000"/>
            </a:lvl8pPr>
            <a:lvl9pPr lvl="8" algn="l">
              <a:lnSpc>
                <a:spcPct val="100000"/>
              </a:lnSpc>
              <a:spcBef>
                <a:spcPts val="0"/>
              </a:spcBef>
              <a:spcAft>
                <a:spcPts val="0"/>
              </a:spcAft>
              <a:buSzPts val="3000"/>
              <a:buNone/>
              <a:defRPr sz="3000"/>
            </a:lvl9pPr>
          </a:lstStyle>
          <a:p/>
        </p:txBody>
      </p:sp>
      <p:sp>
        <p:nvSpPr>
          <p:cNvPr id="94" name="Google Shape;94;p52"/>
          <p:cNvSpPr txBox="1"/>
          <p:nvPr>
            <p:ph idx="8" type="subTitle"/>
          </p:nvPr>
        </p:nvSpPr>
        <p:spPr>
          <a:xfrm>
            <a:off x="6087600" y="1792400"/>
            <a:ext cx="2336400" cy="646800"/>
          </a:xfrm>
          <a:prstGeom prst="rect">
            <a:avLst/>
          </a:prstGeom>
          <a:noFill/>
          <a:ln cap="flat" cmpd="sng" w="9525">
            <a:solidFill>
              <a:schemeClr val="dk2"/>
            </a:solidFill>
            <a:prstDash val="solid"/>
            <a:round/>
            <a:headEnd len="sm" w="sm" type="none"/>
            <a:tailEnd len="sm" w="sm" type="none"/>
          </a:ln>
        </p:spPr>
        <p:txBody>
          <a:bodyPr anchorCtr="0" anchor="t" bIns="91425" lIns="91425" spcFirstLastPara="1" rIns="91425" wrap="square" tIns="91425">
            <a:noAutofit/>
          </a:bodyPr>
          <a:lstStyle>
            <a:lvl1pPr lvl="0" algn="ctr">
              <a:lnSpc>
                <a:spcPct val="100000"/>
              </a:lnSpc>
              <a:spcBef>
                <a:spcPts val="0"/>
              </a:spcBef>
              <a:spcAft>
                <a:spcPts val="0"/>
              </a:spcAft>
              <a:buSzPts val="1400"/>
              <a:buNone/>
              <a:defRPr sz="1400"/>
            </a:lvl1pPr>
            <a:lvl2pPr lvl="1" algn="l">
              <a:lnSpc>
                <a:spcPct val="100000"/>
              </a:lnSpc>
              <a:spcBef>
                <a:spcPts val="0"/>
              </a:spcBef>
              <a:spcAft>
                <a:spcPts val="0"/>
              </a:spcAft>
              <a:buSzPts val="1400"/>
              <a:buNone/>
              <a:defRPr/>
            </a:lvl2pPr>
            <a:lvl3pPr lvl="2" algn="l">
              <a:lnSpc>
                <a:spcPct val="100000"/>
              </a:lnSpc>
              <a:spcBef>
                <a:spcPts val="1600"/>
              </a:spcBef>
              <a:spcAft>
                <a:spcPts val="0"/>
              </a:spcAft>
              <a:buSzPts val="1400"/>
              <a:buNone/>
              <a:defRPr/>
            </a:lvl3pPr>
            <a:lvl4pPr lvl="3" algn="l">
              <a:lnSpc>
                <a:spcPct val="100000"/>
              </a:lnSpc>
              <a:spcBef>
                <a:spcPts val="1600"/>
              </a:spcBef>
              <a:spcAft>
                <a:spcPts val="0"/>
              </a:spcAft>
              <a:buSzPts val="1400"/>
              <a:buNone/>
              <a:defRPr/>
            </a:lvl4pPr>
            <a:lvl5pPr lvl="4" algn="l">
              <a:lnSpc>
                <a:spcPct val="100000"/>
              </a:lnSpc>
              <a:spcBef>
                <a:spcPts val="1600"/>
              </a:spcBef>
              <a:spcAft>
                <a:spcPts val="0"/>
              </a:spcAft>
              <a:buSzPts val="1400"/>
              <a:buNone/>
              <a:defRPr/>
            </a:lvl5pPr>
            <a:lvl6pPr lvl="5" algn="l">
              <a:lnSpc>
                <a:spcPct val="100000"/>
              </a:lnSpc>
              <a:spcBef>
                <a:spcPts val="1600"/>
              </a:spcBef>
              <a:spcAft>
                <a:spcPts val="0"/>
              </a:spcAft>
              <a:buSzPts val="1400"/>
              <a:buNone/>
              <a:defRPr/>
            </a:lvl6pPr>
            <a:lvl7pPr lvl="6" algn="l">
              <a:lnSpc>
                <a:spcPct val="100000"/>
              </a:lnSpc>
              <a:spcBef>
                <a:spcPts val="1600"/>
              </a:spcBef>
              <a:spcAft>
                <a:spcPts val="0"/>
              </a:spcAft>
              <a:buSzPts val="1400"/>
              <a:buNone/>
              <a:defRPr/>
            </a:lvl7pPr>
            <a:lvl8pPr lvl="7" algn="l">
              <a:lnSpc>
                <a:spcPct val="100000"/>
              </a:lnSpc>
              <a:spcBef>
                <a:spcPts val="1600"/>
              </a:spcBef>
              <a:spcAft>
                <a:spcPts val="0"/>
              </a:spcAft>
              <a:buSzPts val="1400"/>
              <a:buNone/>
              <a:defRPr/>
            </a:lvl8pPr>
            <a:lvl9pPr lvl="8" algn="l">
              <a:lnSpc>
                <a:spcPct val="100000"/>
              </a:lnSpc>
              <a:spcBef>
                <a:spcPts val="1600"/>
              </a:spcBef>
              <a:spcAft>
                <a:spcPts val="1600"/>
              </a:spcAft>
              <a:buSzPts val="1400"/>
              <a:buNone/>
              <a:defRPr/>
            </a:lvl9pPr>
          </a:lstStyle>
          <a:p/>
        </p:txBody>
      </p:sp>
      <p:sp>
        <p:nvSpPr>
          <p:cNvPr id="95" name="Google Shape;95;p52"/>
          <p:cNvSpPr txBox="1"/>
          <p:nvPr>
            <p:ph idx="9" type="title"/>
          </p:nvPr>
        </p:nvSpPr>
        <p:spPr>
          <a:xfrm>
            <a:off x="720000" y="3155075"/>
            <a:ext cx="2336400" cy="5277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lvl1pPr lvl="0" algn="ctr">
              <a:lnSpc>
                <a:spcPct val="100000"/>
              </a:lnSpc>
              <a:spcBef>
                <a:spcPts val="0"/>
              </a:spcBef>
              <a:spcAft>
                <a:spcPts val="0"/>
              </a:spcAft>
              <a:buSzPts val="2400"/>
              <a:buNone/>
              <a:defRPr sz="1600">
                <a:solidFill>
                  <a:schemeClr val="lt2"/>
                </a:solidFill>
              </a:defRPr>
            </a:lvl1pPr>
            <a:lvl2pPr lvl="1" algn="l">
              <a:lnSpc>
                <a:spcPct val="100000"/>
              </a:lnSpc>
              <a:spcBef>
                <a:spcPts val="0"/>
              </a:spcBef>
              <a:spcAft>
                <a:spcPts val="0"/>
              </a:spcAft>
              <a:buSzPts val="2400"/>
              <a:buNone/>
              <a:defRPr sz="2400"/>
            </a:lvl2pPr>
            <a:lvl3pPr lvl="2" algn="l">
              <a:lnSpc>
                <a:spcPct val="100000"/>
              </a:lnSpc>
              <a:spcBef>
                <a:spcPts val="0"/>
              </a:spcBef>
              <a:spcAft>
                <a:spcPts val="0"/>
              </a:spcAft>
              <a:buSzPts val="2400"/>
              <a:buNone/>
              <a:defRPr sz="2400"/>
            </a:lvl3pPr>
            <a:lvl4pPr lvl="3" algn="l">
              <a:lnSpc>
                <a:spcPct val="100000"/>
              </a:lnSpc>
              <a:spcBef>
                <a:spcPts val="0"/>
              </a:spcBef>
              <a:spcAft>
                <a:spcPts val="0"/>
              </a:spcAft>
              <a:buSzPts val="2400"/>
              <a:buNone/>
              <a:defRPr sz="2400"/>
            </a:lvl4pPr>
            <a:lvl5pPr lvl="4" algn="l">
              <a:lnSpc>
                <a:spcPct val="100000"/>
              </a:lnSpc>
              <a:spcBef>
                <a:spcPts val="0"/>
              </a:spcBef>
              <a:spcAft>
                <a:spcPts val="0"/>
              </a:spcAft>
              <a:buSzPts val="2400"/>
              <a:buNone/>
              <a:defRPr sz="2400"/>
            </a:lvl5pPr>
            <a:lvl6pPr lvl="5" algn="l">
              <a:lnSpc>
                <a:spcPct val="100000"/>
              </a:lnSpc>
              <a:spcBef>
                <a:spcPts val="0"/>
              </a:spcBef>
              <a:spcAft>
                <a:spcPts val="0"/>
              </a:spcAft>
              <a:buSzPts val="2400"/>
              <a:buNone/>
              <a:defRPr sz="2400"/>
            </a:lvl6pPr>
            <a:lvl7pPr lvl="6" algn="l">
              <a:lnSpc>
                <a:spcPct val="100000"/>
              </a:lnSpc>
              <a:spcBef>
                <a:spcPts val="0"/>
              </a:spcBef>
              <a:spcAft>
                <a:spcPts val="0"/>
              </a:spcAft>
              <a:buSzPts val="2400"/>
              <a:buNone/>
              <a:defRPr sz="2400"/>
            </a:lvl7pPr>
            <a:lvl8pPr lvl="7" algn="l">
              <a:lnSpc>
                <a:spcPct val="100000"/>
              </a:lnSpc>
              <a:spcBef>
                <a:spcPts val="0"/>
              </a:spcBef>
              <a:spcAft>
                <a:spcPts val="0"/>
              </a:spcAft>
              <a:buSzPts val="2400"/>
              <a:buNone/>
              <a:defRPr sz="2400"/>
            </a:lvl8pPr>
            <a:lvl9pPr lvl="8" algn="l">
              <a:lnSpc>
                <a:spcPct val="100000"/>
              </a:lnSpc>
              <a:spcBef>
                <a:spcPts val="0"/>
              </a:spcBef>
              <a:spcAft>
                <a:spcPts val="0"/>
              </a:spcAft>
              <a:buSzPts val="2400"/>
              <a:buNone/>
              <a:defRPr sz="2400"/>
            </a:lvl9pPr>
          </a:lstStyle>
          <a:p/>
        </p:txBody>
      </p:sp>
      <p:sp>
        <p:nvSpPr>
          <p:cNvPr id="96" name="Google Shape;96;p52"/>
          <p:cNvSpPr txBox="1"/>
          <p:nvPr>
            <p:ph idx="13" type="title"/>
          </p:nvPr>
        </p:nvSpPr>
        <p:spPr>
          <a:xfrm>
            <a:off x="1781100" y="2937200"/>
            <a:ext cx="1275300" cy="218100"/>
          </a:xfrm>
          <a:prstGeom prst="rect">
            <a:avLst/>
          </a:prstGeom>
          <a:noFill/>
          <a:ln>
            <a:noFill/>
          </a:ln>
        </p:spPr>
        <p:txBody>
          <a:bodyPr anchorCtr="0" anchor="ctr" bIns="91425" lIns="91425" spcFirstLastPara="1" rIns="91425" wrap="square" tIns="91425">
            <a:noAutofit/>
          </a:bodyPr>
          <a:lstStyle>
            <a:lvl1pPr lvl="0" algn="r">
              <a:lnSpc>
                <a:spcPct val="100000"/>
              </a:lnSpc>
              <a:spcBef>
                <a:spcPts val="0"/>
              </a:spcBef>
              <a:spcAft>
                <a:spcPts val="0"/>
              </a:spcAft>
              <a:buSzPts val="3000"/>
              <a:buNone/>
              <a:defRPr sz="1000">
                <a:solidFill>
                  <a:schemeClr val="accent6"/>
                </a:solidFill>
              </a:defRPr>
            </a:lvl1pPr>
            <a:lvl2pPr lvl="1" algn="l">
              <a:lnSpc>
                <a:spcPct val="100000"/>
              </a:lnSpc>
              <a:spcBef>
                <a:spcPts val="0"/>
              </a:spcBef>
              <a:spcAft>
                <a:spcPts val="0"/>
              </a:spcAft>
              <a:buSzPts val="3000"/>
              <a:buNone/>
              <a:defRPr sz="3000"/>
            </a:lvl2pPr>
            <a:lvl3pPr lvl="2" algn="l">
              <a:lnSpc>
                <a:spcPct val="100000"/>
              </a:lnSpc>
              <a:spcBef>
                <a:spcPts val="0"/>
              </a:spcBef>
              <a:spcAft>
                <a:spcPts val="0"/>
              </a:spcAft>
              <a:buSzPts val="3000"/>
              <a:buNone/>
              <a:defRPr sz="3000"/>
            </a:lvl3pPr>
            <a:lvl4pPr lvl="3" algn="l">
              <a:lnSpc>
                <a:spcPct val="100000"/>
              </a:lnSpc>
              <a:spcBef>
                <a:spcPts val="0"/>
              </a:spcBef>
              <a:spcAft>
                <a:spcPts val="0"/>
              </a:spcAft>
              <a:buSzPts val="3000"/>
              <a:buNone/>
              <a:defRPr sz="3000"/>
            </a:lvl4pPr>
            <a:lvl5pPr lvl="4" algn="l">
              <a:lnSpc>
                <a:spcPct val="100000"/>
              </a:lnSpc>
              <a:spcBef>
                <a:spcPts val="0"/>
              </a:spcBef>
              <a:spcAft>
                <a:spcPts val="0"/>
              </a:spcAft>
              <a:buSzPts val="3000"/>
              <a:buNone/>
              <a:defRPr sz="3000"/>
            </a:lvl5pPr>
            <a:lvl6pPr lvl="5" algn="l">
              <a:lnSpc>
                <a:spcPct val="100000"/>
              </a:lnSpc>
              <a:spcBef>
                <a:spcPts val="0"/>
              </a:spcBef>
              <a:spcAft>
                <a:spcPts val="0"/>
              </a:spcAft>
              <a:buSzPts val="3000"/>
              <a:buNone/>
              <a:defRPr sz="3000"/>
            </a:lvl6pPr>
            <a:lvl7pPr lvl="6" algn="l">
              <a:lnSpc>
                <a:spcPct val="100000"/>
              </a:lnSpc>
              <a:spcBef>
                <a:spcPts val="0"/>
              </a:spcBef>
              <a:spcAft>
                <a:spcPts val="0"/>
              </a:spcAft>
              <a:buSzPts val="3000"/>
              <a:buNone/>
              <a:defRPr sz="3000"/>
            </a:lvl7pPr>
            <a:lvl8pPr lvl="7" algn="l">
              <a:lnSpc>
                <a:spcPct val="100000"/>
              </a:lnSpc>
              <a:spcBef>
                <a:spcPts val="0"/>
              </a:spcBef>
              <a:spcAft>
                <a:spcPts val="0"/>
              </a:spcAft>
              <a:buSzPts val="3000"/>
              <a:buNone/>
              <a:defRPr sz="3000"/>
            </a:lvl8pPr>
            <a:lvl9pPr lvl="8" algn="l">
              <a:lnSpc>
                <a:spcPct val="100000"/>
              </a:lnSpc>
              <a:spcBef>
                <a:spcPts val="0"/>
              </a:spcBef>
              <a:spcAft>
                <a:spcPts val="0"/>
              </a:spcAft>
              <a:buSzPts val="3000"/>
              <a:buNone/>
              <a:defRPr sz="3000"/>
            </a:lvl9pPr>
          </a:lstStyle>
          <a:p/>
        </p:txBody>
      </p:sp>
      <p:sp>
        <p:nvSpPr>
          <p:cNvPr id="97" name="Google Shape;97;p52"/>
          <p:cNvSpPr txBox="1"/>
          <p:nvPr>
            <p:ph idx="14" type="subTitle"/>
          </p:nvPr>
        </p:nvSpPr>
        <p:spPr>
          <a:xfrm>
            <a:off x="720000" y="3682800"/>
            <a:ext cx="2336400" cy="646800"/>
          </a:xfrm>
          <a:prstGeom prst="rect">
            <a:avLst/>
          </a:prstGeom>
          <a:noFill/>
          <a:ln cap="flat" cmpd="sng" w="9525">
            <a:solidFill>
              <a:schemeClr val="dk2"/>
            </a:solidFill>
            <a:prstDash val="solid"/>
            <a:round/>
            <a:headEnd len="sm" w="sm" type="none"/>
            <a:tailEnd len="sm" w="sm" type="none"/>
          </a:ln>
        </p:spPr>
        <p:txBody>
          <a:bodyPr anchorCtr="0" anchor="t" bIns="91425" lIns="91425" spcFirstLastPara="1" rIns="91425" wrap="square" tIns="91425">
            <a:noAutofit/>
          </a:bodyPr>
          <a:lstStyle>
            <a:lvl1pPr lvl="0" algn="ctr">
              <a:lnSpc>
                <a:spcPct val="100000"/>
              </a:lnSpc>
              <a:spcBef>
                <a:spcPts val="0"/>
              </a:spcBef>
              <a:spcAft>
                <a:spcPts val="0"/>
              </a:spcAft>
              <a:buSzPts val="1400"/>
              <a:buNone/>
              <a:defRPr sz="1400"/>
            </a:lvl1pPr>
            <a:lvl2pPr lvl="1" algn="l">
              <a:lnSpc>
                <a:spcPct val="100000"/>
              </a:lnSpc>
              <a:spcBef>
                <a:spcPts val="0"/>
              </a:spcBef>
              <a:spcAft>
                <a:spcPts val="0"/>
              </a:spcAft>
              <a:buSzPts val="1400"/>
              <a:buNone/>
              <a:defRPr/>
            </a:lvl2pPr>
            <a:lvl3pPr lvl="2" algn="l">
              <a:lnSpc>
                <a:spcPct val="100000"/>
              </a:lnSpc>
              <a:spcBef>
                <a:spcPts val="1600"/>
              </a:spcBef>
              <a:spcAft>
                <a:spcPts val="0"/>
              </a:spcAft>
              <a:buSzPts val="1400"/>
              <a:buNone/>
              <a:defRPr/>
            </a:lvl3pPr>
            <a:lvl4pPr lvl="3" algn="l">
              <a:lnSpc>
                <a:spcPct val="100000"/>
              </a:lnSpc>
              <a:spcBef>
                <a:spcPts val="1600"/>
              </a:spcBef>
              <a:spcAft>
                <a:spcPts val="0"/>
              </a:spcAft>
              <a:buSzPts val="1400"/>
              <a:buNone/>
              <a:defRPr/>
            </a:lvl4pPr>
            <a:lvl5pPr lvl="4" algn="l">
              <a:lnSpc>
                <a:spcPct val="100000"/>
              </a:lnSpc>
              <a:spcBef>
                <a:spcPts val="1600"/>
              </a:spcBef>
              <a:spcAft>
                <a:spcPts val="0"/>
              </a:spcAft>
              <a:buSzPts val="1400"/>
              <a:buNone/>
              <a:defRPr/>
            </a:lvl5pPr>
            <a:lvl6pPr lvl="5" algn="l">
              <a:lnSpc>
                <a:spcPct val="100000"/>
              </a:lnSpc>
              <a:spcBef>
                <a:spcPts val="1600"/>
              </a:spcBef>
              <a:spcAft>
                <a:spcPts val="0"/>
              </a:spcAft>
              <a:buSzPts val="1400"/>
              <a:buNone/>
              <a:defRPr/>
            </a:lvl6pPr>
            <a:lvl7pPr lvl="6" algn="l">
              <a:lnSpc>
                <a:spcPct val="100000"/>
              </a:lnSpc>
              <a:spcBef>
                <a:spcPts val="1600"/>
              </a:spcBef>
              <a:spcAft>
                <a:spcPts val="0"/>
              </a:spcAft>
              <a:buSzPts val="1400"/>
              <a:buNone/>
              <a:defRPr/>
            </a:lvl7pPr>
            <a:lvl8pPr lvl="7" algn="l">
              <a:lnSpc>
                <a:spcPct val="100000"/>
              </a:lnSpc>
              <a:spcBef>
                <a:spcPts val="1600"/>
              </a:spcBef>
              <a:spcAft>
                <a:spcPts val="0"/>
              </a:spcAft>
              <a:buSzPts val="1400"/>
              <a:buNone/>
              <a:defRPr/>
            </a:lvl8pPr>
            <a:lvl9pPr lvl="8" algn="l">
              <a:lnSpc>
                <a:spcPct val="100000"/>
              </a:lnSpc>
              <a:spcBef>
                <a:spcPts val="1600"/>
              </a:spcBef>
              <a:spcAft>
                <a:spcPts val="1600"/>
              </a:spcAft>
              <a:buSzPts val="1400"/>
              <a:buNone/>
              <a:defRPr/>
            </a:lvl9pPr>
          </a:lstStyle>
          <a:p/>
        </p:txBody>
      </p:sp>
      <p:sp>
        <p:nvSpPr>
          <p:cNvPr id="98" name="Google Shape;98;p52"/>
          <p:cNvSpPr txBox="1"/>
          <p:nvPr>
            <p:ph idx="15" type="title"/>
          </p:nvPr>
        </p:nvSpPr>
        <p:spPr>
          <a:xfrm>
            <a:off x="3403800" y="3155075"/>
            <a:ext cx="2336400" cy="5277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lvl1pPr lvl="0" algn="ctr">
              <a:lnSpc>
                <a:spcPct val="100000"/>
              </a:lnSpc>
              <a:spcBef>
                <a:spcPts val="0"/>
              </a:spcBef>
              <a:spcAft>
                <a:spcPts val="0"/>
              </a:spcAft>
              <a:buSzPts val="2400"/>
              <a:buNone/>
              <a:defRPr sz="1600">
                <a:solidFill>
                  <a:schemeClr val="lt2"/>
                </a:solidFill>
              </a:defRPr>
            </a:lvl1pPr>
            <a:lvl2pPr lvl="1" algn="l">
              <a:lnSpc>
                <a:spcPct val="100000"/>
              </a:lnSpc>
              <a:spcBef>
                <a:spcPts val="0"/>
              </a:spcBef>
              <a:spcAft>
                <a:spcPts val="0"/>
              </a:spcAft>
              <a:buSzPts val="2400"/>
              <a:buNone/>
              <a:defRPr sz="2400"/>
            </a:lvl2pPr>
            <a:lvl3pPr lvl="2" algn="l">
              <a:lnSpc>
                <a:spcPct val="100000"/>
              </a:lnSpc>
              <a:spcBef>
                <a:spcPts val="0"/>
              </a:spcBef>
              <a:spcAft>
                <a:spcPts val="0"/>
              </a:spcAft>
              <a:buSzPts val="2400"/>
              <a:buNone/>
              <a:defRPr sz="2400"/>
            </a:lvl3pPr>
            <a:lvl4pPr lvl="3" algn="l">
              <a:lnSpc>
                <a:spcPct val="100000"/>
              </a:lnSpc>
              <a:spcBef>
                <a:spcPts val="0"/>
              </a:spcBef>
              <a:spcAft>
                <a:spcPts val="0"/>
              </a:spcAft>
              <a:buSzPts val="2400"/>
              <a:buNone/>
              <a:defRPr sz="2400"/>
            </a:lvl4pPr>
            <a:lvl5pPr lvl="4" algn="l">
              <a:lnSpc>
                <a:spcPct val="100000"/>
              </a:lnSpc>
              <a:spcBef>
                <a:spcPts val="0"/>
              </a:spcBef>
              <a:spcAft>
                <a:spcPts val="0"/>
              </a:spcAft>
              <a:buSzPts val="2400"/>
              <a:buNone/>
              <a:defRPr sz="2400"/>
            </a:lvl5pPr>
            <a:lvl6pPr lvl="5" algn="l">
              <a:lnSpc>
                <a:spcPct val="100000"/>
              </a:lnSpc>
              <a:spcBef>
                <a:spcPts val="0"/>
              </a:spcBef>
              <a:spcAft>
                <a:spcPts val="0"/>
              </a:spcAft>
              <a:buSzPts val="2400"/>
              <a:buNone/>
              <a:defRPr sz="2400"/>
            </a:lvl6pPr>
            <a:lvl7pPr lvl="6" algn="l">
              <a:lnSpc>
                <a:spcPct val="100000"/>
              </a:lnSpc>
              <a:spcBef>
                <a:spcPts val="0"/>
              </a:spcBef>
              <a:spcAft>
                <a:spcPts val="0"/>
              </a:spcAft>
              <a:buSzPts val="2400"/>
              <a:buNone/>
              <a:defRPr sz="2400"/>
            </a:lvl7pPr>
            <a:lvl8pPr lvl="7" algn="l">
              <a:lnSpc>
                <a:spcPct val="100000"/>
              </a:lnSpc>
              <a:spcBef>
                <a:spcPts val="0"/>
              </a:spcBef>
              <a:spcAft>
                <a:spcPts val="0"/>
              </a:spcAft>
              <a:buSzPts val="2400"/>
              <a:buNone/>
              <a:defRPr sz="2400"/>
            </a:lvl8pPr>
            <a:lvl9pPr lvl="8" algn="l">
              <a:lnSpc>
                <a:spcPct val="100000"/>
              </a:lnSpc>
              <a:spcBef>
                <a:spcPts val="0"/>
              </a:spcBef>
              <a:spcAft>
                <a:spcPts val="0"/>
              </a:spcAft>
              <a:buSzPts val="2400"/>
              <a:buNone/>
              <a:defRPr sz="2400"/>
            </a:lvl9pPr>
          </a:lstStyle>
          <a:p/>
        </p:txBody>
      </p:sp>
      <p:sp>
        <p:nvSpPr>
          <p:cNvPr id="99" name="Google Shape;99;p52"/>
          <p:cNvSpPr txBox="1"/>
          <p:nvPr>
            <p:ph idx="16" type="title"/>
          </p:nvPr>
        </p:nvSpPr>
        <p:spPr>
          <a:xfrm>
            <a:off x="4464900" y="2937200"/>
            <a:ext cx="1275300" cy="218100"/>
          </a:xfrm>
          <a:prstGeom prst="rect">
            <a:avLst/>
          </a:prstGeom>
          <a:noFill/>
          <a:ln>
            <a:noFill/>
          </a:ln>
        </p:spPr>
        <p:txBody>
          <a:bodyPr anchorCtr="0" anchor="ctr" bIns="91425" lIns="91425" spcFirstLastPara="1" rIns="91425" wrap="square" tIns="91425">
            <a:noAutofit/>
          </a:bodyPr>
          <a:lstStyle>
            <a:lvl1pPr lvl="0" algn="r">
              <a:lnSpc>
                <a:spcPct val="100000"/>
              </a:lnSpc>
              <a:spcBef>
                <a:spcPts val="0"/>
              </a:spcBef>
              <a:spcAft>
                <a:spcPts val="0"/>
              </a:spcAft>
              <a:buSzPts val="3000"/>
              <a:buNone/>
              <a:defRPr sz="1000">
                <a:solidFill>
                  <a:schemeClr val="accent6"/>
                </a:solidFill>
              </a:defRPr>
            </a:lvl1pPr>
            <a:lvl2pPr lvl="1" algn="l">
              <a:lnSpc>
                <a:spcPct val="100000"/>
              </a:lnSpc>
              <a:spcBef>
                <a:spcPts val="0"/>
              </a:spcBef>
              <a:spcAft>
                <a:spcPts val="0"/>
              </a:spcAft>
              <a:buSzPts val="3000"/>
              <a:buNone/>
              <a:defRPr sz="3000"/>
            </a:lvl2pPr>
            <a:lvl3pPr lvl="2" algn="l">
              <a:lnSpc>
                <a:spcPct val="100000"/>
              </a:lnSpc>
              <a:spcBef>
                <a:spcPts val="0"/>
              </a:spcBef>
              <a:spcAft>
                <a:spcPts val="0"/>
              </a:spcAft>
              <a:buSzPts val="3000"/>
              <a:buNone/>
              <a:defRPr sz="3000"/>
            </a:lvl3pPr>
            <a:lvl4pPr lvl="3" algn="l">
              <a:lnSpc>
                <a:spcPct val="100000"/>
              </a:lnSpc>
              <a:spcBef>
                <a:spcPts val="0"/>
              </a:spcBef>
              <a:spcAft>
                <a:spcPts val="0"/>
              </a:spcAft>
              <a:buSzPts val="3000"/>
              <a:buNone/>
              <a:defRPr sz="3000"/>
            </a:lvl4pPr>
            <a:lvl5pPr lvl="4" algn="l">
              <a:lnSpc>
                <a:spcPct val="100000"/>
              </a:lnSpc>
              <a:spcBef>
                <a:spcPts val="0"/>
              </a:spcBef>
              <a:spcAft>
                <a:spcPts val="0"/>
              </a:spcAft>
              <a:buSzPts val="3000"/>
              <a:buNone/>
              <a:defRPr sz="3000"/>
            </a:lvl5pPr>
            <a:lvl6pPr lvl="5" algn="l">
              <a:lnSpc>
                <a:spcPct val="100000"/>
              </a:lnSpc>
              <a:spcBef>
                <a:spcPts val="0"/>
              </a:spcBef>
              <a:spcAft>
                <a:spcPts val="0"/>
              </a:spcAft>
              <a:buSzPts val="3000"/>
              <a:buNone/>
              <a:defRPr sz="3000"/>
            </a:lvl6pPr>
            <a:lvl7pPr lvl="6" algn="l">
              <a:lnSpc>
                <a:spcPct val="100000"/>
              </a:lnSpc>
              <a:spcBef>
                <a:spcPts val="0"/>
              </a:spcBef>
              <a:spcAft>
                <a:spcPts val="0"/>
              </a:spcAft>
              <a:buSzPts val="3000"/>
              <a:buNone/>
              <a:defRPr sz="3000"/>
            </a:lvl7pPr>
            <a:lvl8pPr lvl="7" algn="l">
              <a:lnSpc>
                <a:spcPct val="100000"/>
              </a:lnSpc>
              <a:spcBef>
                <a:spcPts val="0"/>
              </a:spcBef>
              <a:spcAft>
                <a:spcPts val="0"/>
              </a:spcAft>
              <a:buSzPts val="3000"/>
              <a:buNone/>
              <a:defRPr sz="3000"/>
            </a:lvl8pPr>
            <a:lvl9pPr lvl="8" algn="l">
              <a:lnSpc>
                <a:spcPct val="100000"/>
              </a:lnSpc>
              <a:spcBef>
                <a:spcPts val="0"/>
              </a:spcBef>
              <a:spcAft>
                <a:spcPts val="0"/>
              </a:spcAft>
              <a:buSzPts val="3000"/>
              <a:buNone/>
              <a:defRPr sz="3000"/>
            </a:lvl9pPr>
          </a:lstStyle>
          <a:p/>
        </p:txBody>
      </p:sp>
      <p:sp>
        <p:nvSpPr>
          <p:cNvPr id="100" name="Google Shape;100;p52"/>
          <p:cNvSpPr txBox="1"/>
          <p:nvPr>
            <p:ph idx="17" type="subTitle"/>
          </p:nvPr>
        </p:nvSpPr>
        <p:spPr>
          <a:xfrm>
            <a:off x="3403800" y="3682800"/>
            <a:ext cx="2336400" cy="646800"/>
          </a:xfrm>
          <a:prstGeom prst="rect">
            <a:avLst/>
          </a:prstGeom>
          <a:noFill/>
          <a:ln cap="flat" cmpd="sng" w="9525">
            <a:solidFill>
              <a:schemeClr val="dk2"/>
            </a:solidFill>
            <a:prstDash val="solid"/>
            <a:round/>
            <a:headEnd len="sm" w="sm" type="none"/>
            <a:tailEnd len="sm" w="sm" type="none"/>
          </a:ln>
        </p:spPr>
        <p:txBody>
          <a:bodyPr anchorCtr="0" anchor="t" bIns="91425" lIns="91425" spcFirstLastPara="1" rIns="91425" wrap="square" tIns="91425">
            <a:noAutofit/>
          </a:bodyPr>
          <a:lstStyle>
            <a:lvl1pPr lvl="0" algn="ctr">
              <a:lnSpc>
                <a:spcPct val="100000"/>
              </a:lnSpc>
              <a:spcBef>
                <a:spcPts val="0"/>
              </a:spcBef>
              <a:spcAft>
                <a:spcPts val="0"/>
              </a:spcAft>
              <a:buSzPts val="1400"/>
              <a:buNone/>
              <a:defRPr sz="1400"/>
            </a:lvl1pPr>
            <a:lvl2pPr lvl="1" algn="l">
              <a:lnSpc>
                <a:spcPct val="100000"/>
              </a:lnSpc>
              <a:spcBef>
                <a:spcPts val="0"/>
              </a:spcBef>
              <a:spcAft>
                <a:spcPts val="0"/>
              </a:spcAft>
              <a:buSzPts val="1400"/>
              <a:buNone/>
              <a:defRPr/>
            </a:lvl2pPr>
            <a:lvl3pPr lvl="2" algn="l">
              <a:lnSpc>
                <a:spcPct val="100000"/>
              </a:lnSpc>
              <a:spcBef>
                <a:spcPts val="1600"/>
              </a:spcBef>
              <a:spcAft>
                <a:spcPts val="0"/>
              </a:spcAft>
              <a:buSzPts val="1400"/>
              <a:buNone/>
              <a:defRPr/>
            </a:lvl3pPr>
            <a:lvl4pPr lvl="3" algn="l">
              <a:lnSpc>
                <a:spcPct val="100000"/>
              </a:lnSpc>
              <a:spcBef>
                <a:spcPts val="1600"/>
              </a:spcBef>
              <a:spcAft>
                <a:spcPts val="0"/>
              </a:spcAft>
              <a:buSzPts val="1400"/>
              <a:buNone/>
              <a:defRPr/>
            </a:lvl4pPr>
            <a:lvl5pPr lvl="4" algn="l">
              <a:lnSpc>
                <a:spcPct val="100000"/>
              </a:lnSpc>
              <a:spcBef>
                <a:spcPts val="1600"/>
              </a:spcBef>
              <a:spcAft>
                <a:spcPts val="0"/>
              </a:spcAft>
              <a:buSzPts val="1400"/>
              <a:buNone/>
              <a:defRPr/>
            </a:lvl5pPr>
            <a:lvl6pPr lvl="5" algn="l">
              <a:lnSpc>
                <a:spcPct val="100000"/>
              </a:lnSpc>
              <a:spcBef>
                <a:spcPts val="1600"/>
              </a:spcBef>
              <a:spcAft>
                <a:spcPts val="0"/>
              </a:spcAft>
              <a:buSzPts val="1400"/>
              <a:buNone/>
              <a:defRPr/>
            </a:lvl6pPr>
            <a:lvl7pPr lvl="6" algn="l">
              <a:lnSpc>
                <a:spcPct val="100000"/>
              </a:lnSpc>
              <a:spcBef>
                <a:spcPts val="1600"/>
              </a:spcBef>
              <a:spcAft>
                <a:spcPts val="0"/>
              </a:spcAft>
              <a:buSzPts val="1400"/>
              <a:buNone/>
              <a:defRPr/>
            </a:lvl7pPr>
            <a:lvl8pPr lvl="7" algn="l">
              <a:lnSpc>
                <a:spcPct val="100000"/>
              </a:lnSpc>
              <a:spcBef>
                <a:spcPts val="1600"/>
              </a:spcBef>
              <a:spcAft>
                <a:spcPts val="0"/>
              </a:spcAft>
              <a:buSzPts val="1400"/>
              <a:buNone/>
              <a:defRPr/>
            </a:lvl8pPr>
            <a:lvl9pPr lvl="8" algn="l">
              <a:lnSpc>
                <a:spcPct val="100000"/>
              </a:lnSpc>
              <a:spcBef>
                <a:spcPts val="1600"/>
              </a:spcBef>
              <a:spcAft>
                <a:spcPts val="1600"/>
              </a:spcAft>
              <a:buSzPts val="1400"/>
              <a:buNone/>
              <a:defRPr/>
            </a:lvl9pPr>
          </a:lstStyle>
          <a:p/>
        </p:txBody>
      </p:sp>
      <p:sp>
        <p:nvSpPr>
          <p:cNvPr id="101" name="Google Shape;101;p52"/>
          <p:cNvSpPr txBox="1"/>
          <p:nvPr>
            <p:ph idx="18" type="title"/>
          </p:nvPr>
        </p:nvSpPr>
        <p:spPr>
          <a:xfrm>
            <a:off x="6087600" y="3155075"/>
            <a:ext cx="2336400" cy="5277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lvl1pPr lvl="0" algn="ctr">
              <a:lnSpc>
                <a:spcPct val="100000"/>
              </a:lnSpc>
              <a:spcBef>
                <a:spcPts val="0"/>
              </a:spcBef>
              <a:spcAft>
                <a:spcPts val="0"/>
              </a:spcAft>
              <a:buSzPts val="2400"/>
              <a:buNone/>
              <a:defRPr sz="1600">
                <a:solidFill>
                  <a:schemeClr val="lt2"/>
                </a:solidFill>
              </a:defRPr>
            </a:lvl1pPr>
            <a:lvl2pPr lvl="1" algn="l">
              <a:lnSpc>
                <a:spcPct val="100000"/>
              </a:lnSpc>
              <a:spcBef>
                <a:spcPts val="0"/>
              </a:spcBef>
              <a:spcAft>
                <a:spcPts val="0"/>
              </a:spcAft>
              <a:buSzPts val="2400"/>
              <a:buNone/>
              <a:defRPr sz="2400"/>
            </a:lvl2pPr>
            <a:lvl3pPr lvl="2" algn="l">
              <a:lnSpc>
                <a:spcPct val="100000"/>
              </a:lnSpc>
              <a:spcBef>
                <a:spcPts val="0"/>
              </a:spcBef>
              <a:spcAft>
                <a:spcPts val="0"/>
              </a:spcAft>
              <a:buSzPts val="2400"/>
              <a:buNone/>
              <a:defRPr sz="2400"/>
            </a:lvl3pPr>
            <a:lvl4pPr lvl="3" algn="l">
              <a:lnSpc>
                <a:spcPct val="100000"/>
              </a:lnSpc>
              <a:spcBef>
                <a:spcPts val="0"/>
              </a:spcBef>
              <a:spcAft>
                <a:spcPts val="0"/>
              </a:spcAft>
              <a:buSzPts val="2400"/>
              <a:buNone/>
              <a:defRPr sz="2400"/>
            </a:lvl4pPr>
            <a:lvl5pPr lvl="4" algn="l">
              <a:lnSpc>
                <a:spcPct val="100000"/>
              </a:lnSpc>
              <a:spcBef>
                <a:spcPts val="0"/>
              </a:spcBef>
              <a:spcAft>
                <a:spcPts val="0"/>
              </a:spcAft>
              <a:buSzPts val="2400"/>
              <a:buNone/>
              <a:defRPr sz="2400"/>
            </a:lvl5pPr>
            <a:lvl6pPr lvl="5" algn="l">
              <a:lnSpc>
                <a:spcPct val="100000"/>
              </a:lnSpc>
              <a:spcBef>
                <a:spcPts val="0"/>
              </a:spcBef>
              <a:spcAft>
                <a:spcPts val="0"/>
              </a:spcAft>
              <a:buSzPts val="2400"/>
              <a:buNone/>
              <a:defRPr sz="2400"/>
            </a:lvl6pPr>
            <a:lvl7pPr lvl="6" algn="l">
              <a:lnSpc>
                <a:spcPct val="100000"/>
              </a:lnSpc>
              <a:spcBef>
                <a:spcPts val="0"/>
              </a:spcBef>
              <a:spcAft>
                <a:spcPts val="0"/>
              </a:spcAft>
              <a:buSzPts val="2400"/>
              <a:buNone/>
              <a:defRPr sz="2400"/>
            </a:lvl7pPr>
            <a:lvl8pPr lvl="7" algn="l">
              <a:lnSpc>
                <a:spcPct val="100000"/>
              </a:lnSpc>
              <a:spcBef>
                <a:spcPts val="0"/>
              </a:spcBef>
              <a:spcAft>
                <a:spcPts val="0"/>
              </a:spcAft>
              <a:buSzPts val="2400"/>
              <a:buNone/>
              <a:defRPr sz="2400"/>
            </a:lvl8pPr>
            <a:lvl9pPr lvl="8" algn="l">
              <a:lnSpc>
                <a:spcPct val="100000"/>
              </a:lnSpc>
              <a:spcBef>
                <a:spcPts val="0"/>
              </a:spcBef>
              <a:spcAft>
                <a:spcPts val="0"/>
              </a:spcAft>
              <a:buSzPts val="2400"/>
              <a:buNone/>
              <a:defRPr sz="2400"/>
            </a:lvl9pPr>
          </a:lstStyle>
          <a:p/>
        </p:txBody>
      </p:sp>
      <p:sp>
        <p:nvSpPr>
          <p:cNvPr id="102" name="Google Shape;102;p52"/>
          <p:cNvSpPr txBox="1"/>
          <p:nvPr>
            <p:ph idx="19" type="title"/>
          </p:nvPr>
        </p:nvSpPr>
        <p:spPr>
          <a:xfrm>
            <a:off x="7148700" y="2937200"/>
            <a:ext cx="1275300" cy="218100"/>
          </a:xfrm>
          <a:prstGeom prst="rect">
            <a:avLst/>
          </a:prstGeom>
          <a:noFill/>
          <a:ln>
            <a:noFill/>
          </a:ln>
        </p:spPr>
        <p:txBody>
          <a:bodyPr anchorCtr="0" anchor="ctr" bIns="91425" lIns="91425" spcFirstLastPara="1" rIns="91425" wrap="square" tIns="91425">
            <a:noAutofit/>
          </a:bodyPr>
          <a:lstStyle>
            <a:lvl1pPr lvl="0" algn="r">
              <a:lnSpc>
                <a:spcPct val="100000"/>
              </a:lnSpc>
              <a:spcBef>
                <a:spcPts val="0"/>
              </a:spcBef>
              <a:spcAft>
                <a:spcPts val="0"/>
              </a:spcAft>
              <a:buSzPts val="3000"/>
              <a:buNone/>
              <a:defRPr sz="1000">
                <a:solidFill>
                  <a:schemeClr val="accent6"/>
                </a:solidFill>
              </a:defRPr>
            </a:lvl1pPr>
            <a:lvl2pPr lvl="1" algn="l">
              <a:lnSpc>
                <a:spcPct val="100000"/>
              </a:lnSpc>
              <a:spcBef>
                <a:spcPts val="0"/>
              </a:spcBef>
              <a:spcAft>
                <a:spcPts val="0"/>
              </a:spcAft>
              <a:buSzPts val="3000"/>
              <a:buNone/>
              <a:defRPr sz="3000"/>
            </a:lvl2pPr>
            <a:lvl3pPr lvl="2" algn="l">
              <a:lnSpc>
                <a:spcPct val="100000"/>
              </a:lnSpc>
              <a:spcBef>
                <a:spcPts val="0"/>
              </a:spcBef>
              <a:spcAft>
                <a:spcPts val="0"/>
              </a:spcAft>
              <a:buSzPts val="3000"/>
              <a:buNone/>
              <a:defRPr sz="3000"/>
            </a:lvl3pPr>
            <a:lvl4pPr lvl="3" algn="l">
              <a:lnSpc>
                <a:spcPct val="100000"/>
              </a:lnSpc>
              <a:spcBef>
                <a:spcPts val="0"/>
              </a:spcBef>
              <a:spcAft>
                <a:spcPts val="0"/>
              </a:spcAft>
              <a:buSzPts val="3000"/>
              <a:buNone/>
              <a:defRPr sz="3000"/>
            </a:lvl4pPr>
            <a:lvl5pPr lvl="4" algn="l">
              <a:lnSpc>
                <a:spcPct val="100000"/>
              </a:lnSpc>
              <a:spcBef>
                <a:spcPts val="0"/>
              </a:spcBef>
              <a:spcAft>
                <a:spcPts val="0"/>
              </a:spcAft>
              <a:buSzPts val="3000"/>
              <a:buNone/>
              <a:defRPr sz="3000"/>
            </a:lvl5pPr>
            <a:lvl6pPr lvl="5" algn="l">
              <a:lnSpc>
                <a:spcPct val="100000"/>
              </a:lnSpc>
              <a:spcBef>
                <a:spcPts val="0"/>
              </a:spcBef>
              <a:spcAft>
                <a:spcPts val="0"/>
              </a:spcAft>
              <a:buSzPts val="3000"/>
              <a:buNone/>
              <a:defRPr sz="3000"/>
            </a:lvl6pPr>
            <a:lvl7pPr lvl="6" algn="l">
              <a:lnSpc>
                <a:spcPct val="100000"/>
              </a:lnSpc>
              <a:spcBef>
                <a:spcPts val="0"/>
              </a:spcBef>
              <a:spcAft>
                <a:spcPts val="0"/>
              </a:spcAft>
              <a:buSzPts val="3000"/>
              <a:buNone/>
              <a:defRPr sz="3000"/>
            </a:lvl7pPr>
            <a:lvl8pPr lvl="7" algn="l">
              <a:lnSpc>
                <a:spcPct val="100000"/>
              </a:lnSpc>
              <a:spcBef>
                <a:spcPts val="0"/>
              </a:spcBef>
              <a:spcAft>
                <a:spcPts val="0"/>
              </a:spcAft>
              <a:buSzPts val="3000"/>
              <a:buNone/>
              <a:defRPr sz="3000"/>
            </a:lvl8pPr>
            <a:lvl9pPr lvl="8" algn="l">
              <a:lnSpc>
                <a:spcPct val="100000"/>
              </a:lnSpc>
              <a:spcBef>
                <a:spcPts val="0"/>
              </a:spcBef>
              <a:spcAft>
                <a:spcPts val="0"/>
              </a:spcAft>
              <a:buSzPts val="3000"/>
              <a:buNone/>
              <a:defRPr sz="3000"/>
            </a:lvl9pPr>
          </a:lstStyle>
          <a:p/>
        </p:txBody>
      </p:sp>
      <p:sp>
        <p:nvSpPr>
          <p:cNvPr id="103" name="Google Shape;103;p52"/>
          <p:cNvSpPr txBox="1"/>
          <p:nvPr>
            <p:ph idx="20" type="subTitle"/>
          </p:nvPr>
        </p:nvSpPr>
        <p:spPr>
          <a:xfrm>
            <a:off x="6087600" y="3682800"/>
            <a:ext cx="2336400" cy="646800"/>
          </a:xfrm>
          <a:prstGeom prst="rect">
            <a:avLst/>
          </a:prstGeom>
          <a:noFill/>
          <a:ln cap="flat" cmpd="sng" w="9525">
            <a:solidFill>
              <a:schemeClr val="dk2"/>
            </a:solidFill>
            <a:prstDash val="solid"/>
            <a:round/>
            <a:headEnd len="sm" w="sm" type="none"/>
            <a:tailEnd len="sm" w="sm" type="none"/>
          </a:ln>
        </p:spPr>
        <p:txBody>
          <a:bodyPr anchorCtr="0" anchor="t" bIns="91425" lIns="91425" spcFirstLastPara="1" rIns="91425" wrap="square" tIns="91425">
            <a:noAutofit/>
          </a:bodyPr>
          <a:lstStyle>
            <a:lvl1pPr lvl="0" algn="ctr">
              <a:lnSpc>
                <a:spcPct val="100000"/>
              </a:lnSpc>
              <a:spcBef>
                <a:spcPts val="0"/>
              </a:spcBef>
              <a:spcAft>
                <a:spcPts val="0"/>
              </a:spcAft>
              <a:buSzPts val="1400"/>
              <a:buNone/>
              <a:defRPr sz="1400"/>
            </a:lvl1pPr>
            <a:lvl2pPr lvl="1" algn="l">
              <a:lnSpc>
                <a:spcPct val="100000"/>
              </a:lnSpc>
              <a:spcBef>
                <a:spcPts val="0"/>
              </a:spcBef>
              <a:spcAft>
                <a:spcPts val="0"/>
              </a:spcAft>
              <a:buSzPts val="1400"/>
              <a:buNone/>
              <a:defRPr/>
            </a:lvl2pPr>
            <a:lvl3pPr lvl="2" algn="l">
              <a:lnSpc>
                <a:spcPct val="100000"/>
              </a:lnSpc>
              <a:spcBef>
                <a:spcPts val="1600"/>
              </a:spcBef>
              <a:spcAft>
                <a:spcPts val="0"/>
              </a:spcAft>
              <a:buSzPts val="1400"/>
              <a:buNone/>
              <a:defRPr/>
            </a:lvl3pPr>
            <a:lvl4pPr lvl="3" algn="l">
              <a:lnSpc>
                <a:spcPct val="100000"/>
              </a:lnSpc>
              <a:spcBef>
                <a:spcPts val="1600"/>
              </a:spcBef>
              <a:spcAft>
                <a:spcPts val="0"/>
              </a:spcAft>
              <a:buSzPts val="1400"/>
              <a:buNone/>
              <a:defRPr/>
            </a:lvl4pPr>
            <a:lvl5pPr lvl="4" algn="l">
              <a:lnSpc>
                <a:spcPct val="100000"/>
              </a:lnSpc>
              <a:spcBef>
                <a:spcPts val="1600"/>
              </a:spcBef>
              <a:spcAft>
                <a:spcPts val="0"/>
              </a:spcAft>
              <a:buSzPts val="1400"/>
              <a:buNone/>
              <a:defRPr/>
            </a:lvl5pPr>
            <a:lvl6pPr lvl="5" algn="l">
              <a:lnSpc>
                <a:spcPct val="100000"/>
              </a:lnSpc>
              <a:spcBef>
                <a:spcPts val="1600"/>
              </a:spcBef>
              <a:spcAft>
                <a:spcPts val="0"/>
              </a:spcAft>
              <a:buSzPts val="1400"/>
              <a:buNone/>
              <a:defRPr/>
            </a:lvl6pPr>
            <a:lvl7pPr lvl="6" algn="l">
              <a:lnSpc>
                <a:spcPct val="100000"/>
              </a:lnSpc>
              <a:spcBef>
                <a:spcPts val="1600"/>
              </a:spcBef>
              <a:spcAft>
                <a:spcPts val="0"/>
              </a:spcAft>
              <a:buSzPts val="1400"/>
              <a:buNone/>
              <a:defRPr/>
            </a:lvl7pPr>
            <a:lvl8pPr lvl="7" algn="l">
              <a:lnSpc>
                <a:spcPct val="100000"/>
              </a:lnSpc>
              <a:spcBef>
                <a:spcPts val="1600"/>
              </a:spcBef>
              <a:spcAft>
                <a:spcPts val="0"/>
              </a:spcAft>
              <a:buSzPts val="1400"/>
              <a:buNone/>
              <a:defRPr/>
            </a:lvl8pPr>
            <a:lvl9pPr lvl="8" algn="l">
              <a:lnSpc>
                <a:spcPct val="100000"/>
              </a:lnSpc>
              <a:spcBef>
                <a:spcPts val="1600"/>
              </a:spcBef>
              <a:spcAft>
                <a:spcPts val="1600"/>
              </a:spcAft>
              <a:buSzPts val="1400"/>
              <a:buNone/>
              <a:defRPr/>
            </a:lvl9pPr>
          </a:lstStyle>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solidFill>
          <a:schemeClr val="accent5"/>
        </a:solidFill>
      </p:bgPr>
    </p:bg>
    <p:spTree>
      <p:nvGrpSpPr>
        <p:cNvPr id="104" name="Shape 104"/>
        <p:cNvGrpSpPr/>
        <p:nvPr/>
      </p:nvGrpSpPr>
      <p:grpSpPr>
        <a:xfrm>
          <a:off x="0" y="0"/>
          <a:ext cx="0" cy="0"/>
          <a:chOff x="0" y="0"/>
          <a:chExt cx="0" cy="0"/>
        </a:xfrm>
      </p:grpSpPr>
      <p:grpSp>
        <p:nvGrpSpPr>
          <p:cNvPr id="105" name="Google Shape;105;p53"/>
          <p:cNvGrpSpPr/>
          <p:nvPr/>
        </p:nvGrpSpPr>
        <p:grpSpPr>
          <a:xfrm rot="-322104">
            <a:off x="1100214" y="2937234"/>
            <a:ext cx="1137632" cy="687020"/>
            <a:chOff x="1359125" y="757150"/>
            <a:chExt cx="1514025" cy="914325"/>
          </a:xfrm>
        </p:grpSpPr>
        <p:sp>
          <p:nvSpPr>
            <p:cNvPr id="106" name="Google Shape;106;p53"/>
            <p:cNvSpPr/>
            <p:nvPr/>
          </p:nvSpPr>
          <p:spPr>
            <a:xfrm>
              <a:off x="2351900" y="1379600"/>
              <a:ext cx="11200" cy="124500"/>
            </a:xfrm>
            <a:custGeom>
              <a:rect b="b" l="l" r="r" t="t"/>
              <a:pathLst>
                <a:path extrusionOk="0" h="4980" w="448">
                  <a:moveTo>
                    <a:pt x="225" y="0"/>
                  </a:moveTo>
                  <a:cubicBezTo>
                    <a:pt x="101" y="0"/>
                    <a:pt x="1" y="101"/>
                    <a:pt x="1" y="224"/>
                  </a:cubicBezTo>
                  <a:lnTo>
                    <a:pt x="1" y="4755"/>
                  </a:lnTo>
                  <a:cubicBezTo>
                    <a:pt x="1" y="4878"/>
                    <a:pt x="101" y="4979"/>
                    <a:pt x="225" y="4979"/>
                  </a:cubicBezTo>
                  <a:cubicBezTo>
                    <a:pt x="348" y="4979"/>
                    <a:pt x="448" y="4881"/>
                    <a:pt x="448" y="4755"/>
                  </a:cubicBezTo>
                  <a:lnTo>
                    <a:pt x="448" y="224"/>
                  </a:lnTo>
                  <a:cubicBezTo>
                    <a:pt x="448" y="101"/>
                    <a:pt x="348" y="0"/>
                    <a:pt x="225" y="0"/>
                  </a:cubicBezTo>
                  <a:close/>
                </a:path>
              </a:pathLst>
            </a:cu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7" name="Google Shape;107;p53"/>
            <p:cNvSpPr/>
            <p:nvPr/>
          </p:nvSpPr>
          <p:spPr>
            <a:xfrm>
              <a:off x="2329400" y="1492900"/>
              <a:ext cx="55000" cy="48175"/>
            </a:xfrm>
            <a:custGeom>
              <a:rect b="b" l="l" r="r" t="t"/>
              <a:pathLst>
                <a:path extrusionOk="0" h="1927" w="2200">
                  <a:moveTo>
                    <a:pt x="1100" y="448"/>
                  </a:moveTo>
                  <a:cubicBezTo>
                    <a:pt x="1187" y="448"/>
                    <a:pt x="1276" y="470"/>
                    <a:pt x="1356" y="517"/>
                  </a:cubicBezTo>
                  <a:cubicBezTo>
                    <a:pt x="1603" y="660"/>
                    <a:pt x="1687" y="976"/>
                    <a:pt x="1545" y="1220"/>
                  </a:cubicBezTo>
                  <a:cubicBezTo>
                    <a:pt x="1450" y="1386"/>
                    <a:pt x="1276" y="1479"/>
                    <a:pt x="1098" y="1479"/>
                  </a:cubicBezTo>
                  <a:cubicBezTo>
                    <a:pt x="1011" y="1479"/>
                    <a:pt x="923" y="1457"/>
                    <a:pt x="842" y="1410"/>
                  </a:cubicBezTo>
                  <a:cubicBezTo>
                    <a:pt x="722" y="1341"/>
                    <a:pt x="638" y="1230"/>
                    <a:pt x="602" y="1097"/>
                  </a:cubicBezTo>
                  <a:cubicBezTo>
                    <a:pt x="565" y="963"/>
                    <a:pt x="584" y="826"/>
                    <a:pt x="653" y="706"/>
                  </a:cubicBezTo>
                  <a:cubicBezTo>
                    <a:pt x="747" y="542"/>
                    <a:pt x="922" y="448"/>
                    <a:pt x="1100" y="448"/>
                  </a:cubicBezTo>
                  <a:close/>
                  <a:moveTo>
                    <a:pt x="1102" y="0"/>
                  </a:moveTo>
                  <a:cubicBezTo>
                    <a:pt x="769" y="0"/>
                    <a:pt x="444" y="174"/>
                    <a:pt x="265" y="483"/>
                  </a:cubicBezTo>
                  <a:cubicBezTo>
                    <a:pt x="0" y="942"/>
                    <a:pt x="158" y="1533"/>
                    <a:pt x="618" y="1798"/>
                  </a:cubicBezTo>
                  <a:cubicBezTo>
                    <a:pt x="769" y="1885"/>
                    <a:pt x="934" y="1927"/>
                    <a:pt x="1098" y="1927"/>
                  </a:cubicBezTo>
                  <a:cubicBezTo>
                    <a:pt x="1431" y="1927"/>
                    <a:pt x="1755" y="1754"/>
                    <a:pt x="1933" y="1445"/>
                  </a:cubicBezTo>
                  <a:cubicBezTo>
                    <a:pt x="2199" y="987"/>
                    <a:pt x="2040" y="395"/>
                    <a:pt x="1581" y="130"/>
                  </a:cubicBezTo>
                  <a:cubicBezTo>
                    <a:pt x="1430" y="42"/>
                    <a:pt x="1265" y="0"/>
                    <a:pt x="1102" y="0"/>
                  </a:cubicBezTo>
                  <a:close/>
                </a:path>
              </a:pathLst>
            </a:cu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8" name="Google Shape;108;p53"/>
            <p:cNvSpPr/>
            <p:nvPr/>
          </p:nvSpPr>
          <p:spPr>
            <a:xfrm>
              <a:off x="1791875" y="890900"/>
              <a:ext cx="11250" cy="150400"/>
            </a:xfrm>
            <a:custGeom>
              <a:rect b="b" l="l" r="r" t="t"/>
              <a:pathLst>
                <a:path extrusionOk="0" h="6016" w="450">
                  <a:moveTo>
                    <a:pt x="225" y="0"/>
                  </a:moveTo>
                  <a:cubicBezTo>
                    <a:pt x="102" y="0"/>
                    <a:pt x="1" y="101"/>
                    <a:pt x="1" y="225"/>
                  </a:cubicBezTo>
                  <a:lnTo>
                    <a:pt x="1" y="5791"/>
                  </a:lnTo>
                  <a:cubicBezTo>
                    <a:pt x="1" y="5915"/>
                    <a:pt x="102" y="6015"/>
                    <a:pt x="225" y="6015"/>
                  </a:cubicBezTo>
                  <a:cubicBezTo>
                    <a:pt x="348" y="6015"/>
                    <a:pt x="449" y="5915"/>
                    <a:pt x="449" y="5790"/>
                  </a:cubicBezTo>
                  <a:lnTo>
                    <a:pt x="449" y="225"/>
                  </a:lnTo>
                  <a:cubicBezTo>
                    <a:pt x="449" y="101"/>
                    <a:pt x="348" y="0"/>
                    <a:pt x="225" y="0"/>
                  </a:cubicBezTo>
                  <a:close/>
                </a:path>
              </a:pathLst>
            </a:cu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9" name="Google Shape;109;p53"/>
            <p:cNvSpPr/>
            <p:nvPr/>
          </p:nvSpPr>
          <p:spPr>
            <a:xfrm>
              <a:off x="1770625" y="853900"/>
              <a:ext cx="55050" cy="48200"/>
            </a:xfrm>
            <a:custGeom>
              <a:rect b="b" l="l" r="r" t="t"/>
              <a:pathLst>
                <a:path extrusionOk="0" h="1928" w="2202">
                  <a:moveTo>
                    <a:pt x="1101" y="448"/>
                  </a:moveTo>
                  <a:cubicBezTo>
                    <a:pt x="1189" y="448"/>
                    <a:pt x="1278" y="473"/>
                    <a:pt x="1358" y="517"/>
                  </a:cubicBezTo>
                  <a:cubicBezTo>
                    <a:pt x="1605" y="659"/>
                    <a:pt x="1689" y="973"/>
                    <a:pt x="1547" y="1220"/>
                  </a:cubicBezTo>
                  <a:cubicBezTo>
                    <a:pt x="1452" y="1386"/>
                    <a:pt x="1278" y="1478"/>
                    <a:pt x="1100" y="1478"/>
                  </a:cubicBezTo>
                  <a:cubicBezTo>
                    <a:pt x="1013" y="1478"/>
                    <a:pt x="924" y="1456"/>
                    <a:pt x="843" y="1410"/>
                  </a:cubicBezTo>
                  <a:cubicBezTo>
                    <a:pt x="724" y="1341"/>
                    <a:pt x="640" y="1230"/>
                    <a:pt x="603" y="1097"/>
                  </a:cubicBezTo>
                  <a:cubicBezTo>
                    <a:pt x="567" y="963"/>
                    <a:pt x="586" y="825"/>
                    <a:pt x="655" y="705"/>
                  </a:cubicBezTo>
                  <a:cubicBezTo>
                    <a:pt x="722" y="586"/>
                    <a:pt x="834" y="501"/>
                    <a:pt x="967" y="466"/>
                  </a:cubicBezTo>
                  <a:cubicBezTo>
                    <a:pt x="1011" y="453"/>
                    <a:pt x="1057" y="448"/>
                    <a:pt x="1101" y="448"/>
                  </a:cubicBezTo>
                  <a:close/>
                  <a:moveTo>
                    <a:pt x="1102" y="1"/>
                  </a:moveTo>
                  <a:cubicBezTo>
                    <a:pt x="1018" y="1"/>
                    <a:pt x="934" y="12"/>
                    <a:pt x="851" y="34"/>
                  </a:cubicBezTo>
                  <a:cubicBezTo>
                    <a:pt x="602" y="102"/>
                    <a:pt x="394" y="260"/>
                    <a:pt x="266" y="483"/>
                  </a:cubicBezTo>
                  <a:cubicBezTo>
                    <a:pt x="1" y="943"/>
                    <a:pt x="158" y="1534"/>
                    <a:pt x="618" y="1799"/>
                  </a:cubicBezTo>
                  <a:cubicBezTo>
                    <a:pt x="770" y="1887"/>
                    <a:pt x="935" y="1928"/>
                    <a:pt x="1098" y="1928"/>
                  </a:cubicBezTo>
                  <a:cubicBezTo>
                    <a:pt x="1430" y="1928"/>
                    <a:pt x="1756" y="1755"/>
                    <a:pt x="1936" y="1447"/>
                  </a:cubicBezTo>
                  <a:cubicBezTo>
                    <a:pt x="2202" y="987"/>
                    <a:pt x="2043" y="397"/>
                    <a:pt x="1583" y="131"/>
                  </a:cubicBezTo>
                  <a:cubicBezTo>
                    <a:pt x="1434" y="45"/>
                    <a:pt x="1269" y="1"/>
                    <a:pt x="1102" y="1"/>
                  </a:cubicBezTo>
                  <a:close/>
                </a:path>
              </a:pathLst>
            </a:cu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0" name="Google Shape;110;p53"/>
            <p:cNvSpPr/>
            <p:nvPr/>
          </p:nvSpPr>
          <p:spPr>
            <a:xfrm>
              <a:off x="2424300" y="1049475"/>
              <a:ext cx="320450" cy="14250"/>
            </a:xfrm>
            <a:custGeom>
              <a:rect b="b" l="l" r="r" t="t"/>
              <a:pathLst>
                <a:path extrusionOk="0" h="570" w="12818">
                  <a:moveTo>
                    <a:pt x="12589" y="0"/>
                  </a:moveTo>
                  <a:lnTo>
                    <a:pt x="225" y="122"/>
                  </a:lnTo>
                  <a:cubicBezTo>
                    <a:pt x="100" y="123"/>
                    <a:pt x="1" y="224"/>
                    <a:pt x="2" y="348"/>
                  </a:cubicBezTo>
                  <a:cubicBezTo>
                    <a:pt x="4" y="471"/>
                    <a:pt x="102" y="570"/>
                    <a:pt x="226" y="570"/>
                  </a:cubicBezTo>
                  <a:lnTo>
                    <a:pt x="228" y="570"/>
                  </a:lnTo>
                  <a:lnTo>
                    <a:pt x="12593" y="450"/>
                  </a:lnTo>
                  <a:cubicBezTo>
                    <a:pt x="12717" y="449"/>
                    <a:pt x="12817" y="346"/>
                    <a:pt x="12815" y="222"/>
                  </a:cubicBezTo>
                  <a:cubicBezTo>
                    <a:pt x="12814" y="100"/>
                    <a:pt x="12715" y="0"/>
                    <a:pt x="12592" y="0"/>
                  </a:cubicBezTo>
                  <a:close/>
                </a:path>
              </a:pathLst>
            </a:cu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1" name="Google Shape;111;p53"/>
            <p:cNvSpPr/>
            <p:nvPr/>
          </p:nvSpPr>
          <p:spPr>
            <a:xfrm>
              <a:off x="2388350" y="1132825"/>
              <a:ext cx="447725" cy="123875"/>
            </a:xfrm>
            <a:custGeom>
              <a:rect b="b" l="l" r="r" t="t"/>
              <a:pathLst>
                <a:path extrusionOk="0" h="4955" w="17909">
                  <a:moveTo>
                    <a:pt x="225" y="1"/>
                  </a:moveTo>
                  <a:cubicBezTo>
                    <a:pt x="102" y="1"/>
                    <a:pt x="1" y="102"/>
                    <a:pt x="1" y="225"/>
                  </a:cubicBezTo>
                  <a:cubicBezTo>
                    <a:pt x="1" y="348"/>
                    <a:pt x="102" y="449"/>
                    <a:pt x="225" y="449"/>
                  </a:cubicBezTo>
                  <a:lnTo>
                    <a:pt x="10408" y="449"/>
                  </a:lnTo>
                  <a:lnTo>
                    <a:pt x="17533" y="4920"/>
                  </a:lnTo>
                  <a:cubicBezTo>
                    <a:pt x="17570" y="4943"/>
                    <a:pt x="17612" y="4954"/>
                    <a:pt x="17653" y="4954"/>
                  </a:cubicBezTo>
                  <a:cubicBezTo>
                    <a:pt x="17728" y="4954"/>
                    <a:pt x="17800" y="4918"/>
                    <a:pt x="17843" y="4851"/>
                  </a:cubicBezTo>
                  <a:cubicBezTo>
                    <a:pt x="17908" y="4745"/>
                    <a:pt x="17876" y="4607"/>
                    <a:pt x="17772" y="4541"/>
                  </a:cubicBezTo>
                  <a:lnTo>
                    <a:pt x="10592" y="36"/>
                  </a:lnTo>
                  <a:cubicBezTo>
                    <a:pt x="10556" y="13"/>
                    <a:pt x="10515" y="1"/>
                    <a:pt x="10473" y="1"/>
                  </a:cubicBezTo>
                  <a:close/>
                </a:path>
              </a:pathLst>
            </a:cu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2" name="Google Shape;112;p53"/>
            <p:cNvSpPr/>
            <p:nvPr/>
          </p:nvSpPr>
          <p:spPr>
            <a:xfrm>
              <a:off x="2427275" y="1288975"/>
              <a:ext cx="251675" cy="11225"/>
            </a:xfrm>
            <a:custGeom>
              <a:rect b="b" l="l" r="r" t="t"/>
              <a:pathLst>
                <a:path extrusionOk="0" h="449" w="10067">
                  <a:moveTo>
                    <a:pt x="225" y="0"/>
                  </a:moveTo>
                  <a:cubicBezTo>
                    <a:pt x="101" y="0"/>
                    <a:pt x="1" y="101"/>
                    <a:pt x="1" y="224"/>
                  </a:cubicBezTo>
                  <a:cubicBezTo>
                    <a:pt x="1" y="348"/>
                    <a:pt x="101" y="448"/>
                    <a:pt x="225" y="448"/>
                  </a:cubicBezTo>
                  <a:lnTo>
                    <a:pt x="9842" y="448"/>
                  </a:lnTo>
                  <a:cubicBezTo>
                    <a:pt x="9965" y="448"/>
                    <a:pt x="10066" y="348"/>
                    <a:pt x="10066" y="224"/>
                  </a:cubicBezTo>
                  <a:cubicBezTo>
                    <a:pt x="10066" y="101"/>
                    <a:pt x="9965" y="0"/>
                    <a:pt x="9842" y="0"/>
                  </a:cubicBezTo>
                  <a:close/>
                </a:path>
              </a:pathLst>
            </a:cu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3" name="Google Shape;113;p53"/>
            <p:cNvSpPr/>
            <p:nvPr/>
          </p:nvSpPr>
          <p:spPr>
            <a:xfrm>
              <a:off x="2820650" y="1238125"/>
              <a:ext cx="52500" cy="48175"/>
            </a:xfrm>
            <a:custGeom>
              <a:rect b="b" l="l" r="r" t="t"/>
              <a:pathLst>
                <a:path extrusionOk="0" h="1927" w="2100">
                  <a:moveTo>
                    <a:pt x="1102" y="447"/>
                  </a:moveTo>
                  <a:cubicBezTo>
                    <a:pt x="1190" y="447"/>
                    <a:pt x="1279" y="472"/>
                    <a:pt x="1359" y="516"/>
                  </a:cubicBezTo>
                  <a:cubicBezTo>
                    <a:pt x="1478" y="585"/>
                    <a:pt x="1563" y="695"/>
                    <a:pt x="1599" y="828"/>
                  </a:cubicBezTo>
                  <a:cubicBezTo>
                    <a:pt x="1635" y="962"/>
                    <a:pt x="1616" y="1100"/>
                    <a:pt x="1548" y="1219"/>
                  </a:cubicBezTo>
                  <a:cubicBezTo>
                    <a:pt x="1453" y="1385"/>
                    <a:pt x="1279" y="1477"/>
                    <a:pt x="1101" y="1477"/>
                  </a:cubicBezTo>
                  <a:cubicBezTo>
                    <a:pt x="1014" y="1477"/>
                    <a:pt x="925" y="1455"/>
                    <a:pt x="844" y="1408"/>
                  </a:cubicBezTo>
                  <a:cubicBezTo>
                    <a:pt x="598" y="1266"/>
                    <a:pt x="513" y="950"/>
                    <a:pt x="656" y="705"/>
                  </a:cubicBezTo>
                  <a:cubicBezTo>
                    <a:pt x="723" y="586"/>
                    <a:pt x="835" y="500"/>
                    <a:pt x="968" y="465"/>
                  </a:cubicBezTo>
                  <a:cubicBezTo>
                    <a:pt x="1012" y="453"/>
                    <a:pt x="1058" y="447"/>
                    <a:pt x="1102" y="447"/>
                  </a:cubicBezTo>
                  <a:close/>
                  <a:moveTo>
                    <a:pt x="1102" y="1"/>
                  </a:moveTo>
                  <a:cubicBezTo>
                    <a:pt x="1018" y="1"/>
                    <a:pt x="934" y="12"/>
                    <a:pt x="852" y="34"/>
                  </a:cubicBezTo>
                  <a:cubicBezTo>
                    <a:pt x="603" y="100"/>
                    <a:pt x="395" y="260"/>
                    <a:pt x="266" y="483"/>
                  </a:cubicBezTo>
                  <a:cubicBezTo>
                    <a:pt x="1" y="942"/>
                    <a:pt x="159" y="1533"/>
                    <a:pt x="619" y="1798"/>
                  </a:cubicBezTo>
                  <a:cubicBezTo>
                    <a:pt x="770" y="1885"/>
                    <a:pt x="936" y="1927"/>
                    <a:pt x="1098" y="1927"/>
                  </a:cubicBezTo>
                  <a:cubicBezTo>
                    <a:pt x="1431" y="1927"/>
                    <a:pt x="1757" y="1754"/>
                    <a:pt x="1937" y="1448"/>
                  </a:cubicBezTo>
                  <a:cubicBezTo>
                    <a:pt x="2065" y="1224"/>
                    <a:pt x="2100" y="965"/>
                    <a:pt x="2033" y="715"/>
                  </a:cubicBezTo>
                  <a:cubicBezTo>
                    <a:pt x="1966" y="467"/>
                    <a:pt x="1806" y="259"/>
                    <a:pt x="1584" y="130"/>
                  </a:cubicBezTo>
                  <a:cubicBezTo>
                    <a:pt x="1435" y="44"/>
                    <a:pt x="1269" y="1"/>
                    <a:pt x="1102" y="1"/>
                  </a:cubicBezTo>
                  <a:close/>
                </a:path>
              </a:pathLst>
            </a:cu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4" name="Google Shape;114;p53"/>
            <p:cNvSpPr/>
            <p:nvPr/>
          </p:nvSpPr>
          <p:spPr>
            <a:xfrm>
              <a:off x="2528175" y="1526025"/>
              <a:ext cx="51650" cy="48275"/>
            </a:xfrm>
            <a:custGeom>
              <a:rect b="b" l="l" r="r" t="t"/>
              <a:pathLst>
                <a:path extrusionOk="0" h="1931" w="2066">
                  <a:moveTo>
                    <a:pt x="1068" y="451"/>
                  </a:moveTo>
                  <a:cubicBezTo>
                    <a:pt x="1157" y="451"/>
                    <a:pt x="1245" y="474"/>
                    <a:pt x="1324" y="519"/>
                  </a:cubicBezTo>
                  <a:cubicBezTo>
                    <a:pt x="1443" y="587"/>
                    <a:pt x="1528" y="698"/>
                    <a:pt x="1564" y="831"/>
                  </a:cubicBezTo>
                  <a:cubicBezTo>
                    <a:pt x="1601" y="965"/>
                    <a:pt x="1582" y="1104"/>
                    <a:pt x="1513" y="1223"/>
                  </a:cubicBezTo>
                  <a:cubicBezTo>
                    <a:pt x="1445" y="1342"/>
                    <a:pt x="1334" y="1426"/>
                    <a:pt x="1201" y="1463"/>
                  </a:cubicBezTo>
                  <a:cubicBezTo>
                    <a:pt x="1156" y="1475"/>
                    <a:pt x="1111" y="1480"/>
                    <a:pt x="1066" y="1480"/>
                  </a:cubicBezTo>
                  <a:cubicBezTo>
                    <a:pt x="977" y="1480"/>
                    <a:pt x="889" y="1457"/>
                    <a:pt x="810" y="1411"/>
                  </a:cubicBezTo>
                  <a:cubicBezTo>
                    <a:pt x="691" y="1343"/>
                    <a:pt x="606" y="1232"/>
                    <a:pt x="569" y="1099"/>
                  </a:cubicBezTo>
                  <a:cubicBezTo>
                    <a:pt x="497" y="825"/>
                    <a:pt x="660" y="542"/>
                    <a:pt x="934" y="468"/>
                  </a:cubicBezTo>
                  <a:cubicBezTo>
                    <a:pt x="979" y="456"/>
                    <a:pt x="1024" y="451"/>
                    <a:pt x="1068" y="451"/>
                  </a:cubicBezTo>
                  <a:close/>
                  <a:moveTo>
                    <a:pt x="1068" y="0"/>
                  </a:moveTo>
                  <a:cubicBezTo>
                    <a:pt x="985" y="0"/>
                    <a:pt x="901" y="11"/>
                    <a:pt x="818" y="34"/>
                  </a:cubicBezTo>
                  <a:cubicBezTo>
                    <a:pt x="306" y="172"/>
                    <a:pt x="0" y="702"/>
                    <a:pt x="137" y="1214"/>
                  </a:cubicBezTo>
                  <a:cubicBezTo>
                    <a:pt x="204" y="1464"/>
                    <a:pt x="364" y="1672"/>
                    <a:pt x="586" y="1801"/>
                  </a:cubicBezTo>
                  <a:cubicBezTo>
                    <a:pt x="734" y="1886"/>
                    <a:pt x="899" y="1930"/>
                    <a:pt x="1066" y="1930"/>
                  </a:cubicBezTo>
                  <a:cubicBezTo>
                    <a:pt x="1148" y="1930"/>
                    <a:pt x="1233" y="1920"/>
                    <a:pt x="1317" y="1897"/>
                  </a:cubicBezTo>
                  <a:cubicBezTo>
                    <a:pt x="1566" y="1829"/>
                    <a:pt x="1774" y="1670"/>
                    <a:pt x="1902" y="1448"/>
                  </a:cubicBezTo>
                  <a:cubicBezTo>
                    <a:pt x="2031" y="1224"/>
                    <a:pt x="2065" y="964"/>
                    <a:pt x="1999" y="716"/>
                  </a:cubicBezTo>
                  <a:cubicBezTo>
                    <a:pt x="1931" y="467"/>
                    <a:pt x="1772" y="259"/>
                    <a:pt x="1549" y="130"/>
                  </a:cubicBezTo>
                  <a:cubicBezTo>
                    <a:pt x="1400" y="44"/>
                    <a:pt x="1235" y="0"/>
                    <a:pt x="1068" y="0"/>
                  </a:cubicBezTo>
                  <a:close/>
                </a:path>
              </a:pathLst>
            </a:cu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5" name="Google Shape;115;p53"/>
            <p:cNvSpPr/>
            <p:nvPr/>
          </p:nvSpPr>
          <p:spPr>
            <a:xfrm>
              <a:off x="2729500" y="1031050"/>
              <a:ext cx="55050" cy="48175"/>
            </a:xfrm>
            <a:custGeom>
              <a:rect b="b" l="l" r="r" t="t"/>
              <a:pathLst>
                <a:path extrusionOk="0" h="1927" w="2202">
                  <a:moveTo>
                    <a:pt x="1102" y="448"/>
                  </a:moveTo>
                  <a:cubicBezTo>
                    <a:pt x="1190" y="448"/>
                    <a:pt x="1279" y="470"/>
                    <a:pt x="1359" y="517"/>
                  </a:cubicBezTo>
                  <a:cubicBezTo>
                    <a:pt x="1605" y="658"/>
                    <a:pt x="1689" y="973"/>
                    <a:pt x="1547" y="1220"/>
                  </a:cubicBezTo>
                  <a:cubicBezTo>
                    <a:pt x="1452" y="1385"/>
                    <a:pt x="1278" y="1478"/>
                    <a:pt x="1100" y="1478"/>
                  </a:cubicBezTo>
                  <a:cubicBezTo>
                    <a:pt x="1013" y="1478"/>
                    <a:pt x="924" y="1456"/>
                    <a:pt x="844" y="1409"/>
                  </a:cubicBezTo>
                  <a:cubicBezTo>
                    <a:pt x="597" y="1267"/>
                    <a:pt x="513" y="951"/>
                    <a:pt x="654" y="705"/>
                  </a:cubicBezTo>
                  <a:cubicBezTo>
                    <a:pt x="750" y="540"/>
                    <a:pt x="924" y="448"/>
                    <a:pt x="1102" y="448"/>
                  </a:cubicBezTo>
                  <a:close/>
                  <a:moveTo>
                    <a:pt x="1103" y="0"/>
                  </a:moveTo>
                  <a:cubicBezTo>
                    <a:pt x="770" y="0"/>
                    <a:pt x="446" y="173"/>
                    <a:pt x="267" y="481"/>
                  </a:cubicBezTo>
                  <a:cubicBezTo>
                    <a:pt x="0" y="941"/>
                    <a:pt x="160" y="1532"/>
                    <a:pt x="620" y="1798"/>
                  </a:cubicBezTo>
                  <a:cubicBezTo>
                    <a:pt x="771" y="1885"/>
                    <a:pt x="936" y="1926"/>
                    <a:pt x="1099" y="1926"/>
                  </a:cubicBezTo>
                  <a:cubicBezTo>
                    <a:pt x="1434" y="1926"/>
                    <a:pt x="1757" y="1754"/>
                    <a:pt x="1935" y="1445"/>
                  </a:cubicBezTo>
                  <a:cubicBezTo>
                    <a:pt x="2201" y="985"/>
                    <a:pt x="2043" y="394"/>
                    <a:pt x="1583" y="129"/>
                  </a:cubicBezTo>
                  <a:cubicBezTo>
                    <a:pt x="1432" y="42"/>
                    <a:pt x="1266" y="0"/>
                    <a:pt x="1103" y="0"/>
                  </a:cubicBezTo>
                  <a:close/>
                </a:path>
              </a:pathLst>
            </a:cu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6" name="Google Shape;116;p53"/>
            <p:cNvSpPr/>
            <p:nvPr/>
          </p:nvSpPr>
          <p:spPr>
            <a:xfrm>
              <a:off x="2666850" y="1270450"/>
              <a:ext cx="49925" cy="48250"/>
            </a:xfrm>
            <a:custGeom>
              <a:rect b="b" l="l" r="r" t="t"/>
              <a:pathLst>
                <a:path extrusionOk="0" h="1930" w="1997">
                  <a:moveTo>
                    <a:pt x="999" y="450"/>
                  </a:moveTo>
                  <a:cubicBezTo>
                    <a:pt x="1089" y="450"/>
                    <a:pt x="1176" y="473"/>
                    <a:pt x="1256" y="517"/>
                  </a:cubicBezTo>
                  <a:cubicBezTo>
                    <a:pt x="1375" y="586"/>
                    <a:pt x="1461" y="697"/>
                    <a:pt x="1496" y="830"/>
                  </a:cubicBezTo>
                  <a:cubicBezTo>
                    <a:pt x="1532" y="962"/>
                    <a:pt x="1513" y="1101"/>
                    <a:pt x="1445" y="1221"/>
                  </a:cubicBezTo>
                  <a:cubicBezTo>
                    <a:pt x="1376" y="1340"/>
                    <a:pt x="1266" y="1425"/>
                    <a:pt x="1133" y="1461"/>
                  </a:cubicBezTo>
                  <a:cubicBezTo>
                    <a:pt x="1088" y="1473"/>
                    <a:pt x="1042" y="1479"/>
                    <a:pt x="997" y="1479"/>
                  </a:cubicBezTo>
                  <a:cubicBezTo>
                    <a:pt x="908" y="1479"/>
                    <a:pt x="820" y="1456"/>
                    <a:pt x="741" y="1410"/>
                  </a:cubicBezTo>
                  <a:cubicBezTo>
                    <a:pt x="622" y="1342"/>
                    <a:pt x="537" y="1230"/>
                    <a:pt x="501" y="1098"/>
                  </a:cubicBezTo>
                  <a:cubicBezTo>
                    <a:pt x="466" y="964"/>
                    <a:pt x="484" y="826"/>
                    <a:pt x="553" y="707"/>
                  </a:cubicBezTo>
                  <a:cubicBezTo>
                    <a:pt x="621" y="587"/>
                    <a:pt x="732" y="503"/>
                    <a:pt x="865" y="467"/>
                  </a:cubicBezTo>
                  <a:cubicBezTo>
                    <a:pt x="909" y="455"/>
                    <a:pt x="955" y="450"/>
                    <a:pt x="999" y="450"/>
                  </a:cubicBezTo>
                  <a:close/>
                  <a:moveTo>
                    <a:pt x="1000" y="0"/>
                  </a:moveTo>
                  <a:cubicBezTo>
                    <a:pt x="916" y="0"/>
                    <a:pt x="833" y="11"/>
                    <a:pt x="750" y="34"/>
                  </a:cubicBezTo>
                  <a:cubicBezTo>
                    <a:pt x="500" y="101"/>
                    <a:pt x="292" y="260"/>
                    <a:pt x="164" y="483"/>
                  </a:cubicBezTo>
                  <a:cubicBezTo>
                    <a:pt x="35" y="707"/>
                    <a:pt x="1" y="966"/>
                    <a:pt x="67" y="1214"/>
                  </a:cubicBezTo>
                  <a:cubicBezTo>
                    <a:pt x="135" y="1464"/>
                    <a:pt x="294" y="1672"/>
                    <a:pt x="516" y="1800"/>
                  </a:cubicBezTo>
                  <a:cubicBezTo>
                    <a:pt x="667" y="1887"/>
                    <a:pt x="833" y="1929"/>
                    <a:pt x="997" y="1929"/>
                  </a:cubicBezTo>
                  <a:cubicBezTo>
                    <a:pt x="1330" y="1929"/>
                    <a:pt x="1654" y="1755"/>
                    <a:pt x="1834" y="1448"/>
                  </a:cubicBezTo>
                  <a:cubicBezTo>
                    <a:pt x="1963" y="1224"/>
                    <a:pt x="1997" y="964"/>
                    <a:pt x="1930" y="715"/>
                  </a:cubicBezTo>
                  <a:cubicBezTo>
                    <a:pt x="1863" y="467"/>
                    <a:pt x="1704" y="259"/>
                    <a:pt x="1481" y="130"/>
                  </a:cubicBezTo>
                  <a:cubicBezTo>
                    <a:pt x="1332" y="44"/>
                    <a:pt x="1167" y="0"/>
                    <a:pt x="1000" y="0"/>
                  </a:cubicBezTo>
                  <a:close/>
                </a:path>
              </a:pathLst>
            </a:cu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7" name="Google Shape;117;p53"/>
            <p:cNvSpPr/>
            <p:nvPr/>
          </p:nvSpPr>
          <p:spPr>
            <a:xfrm>
              <a:off x="2350750" y="1226550"/>
              <a:ext cx="206675" cy="306175"/>
            </a:xfrm>
            <a:custGeom>
              <a:rect b="b" l="l" r="r" t="t"/>
              <a:pathLst>
                <a:path extrusionOk="0" h="12247" w="8267">
                  <a:moveTo>
                    <a:pt x="246" y="0"/>
                  </a:moveTo>
                  <a:cubicBezTo>
                    <a:pt x="189" y="0"/>
                    <a:pt x="132" y="22"/>
                    <a:pt x="88" y="67"/>
                  </a:cubicBezTo>
                  <a:cubicBezTo>
                    <a:pt x="1" y="154"/>
                    <a:pt x="1" y="297"/>
                    <a:pt x="88" y="384"/>
                  </a:cubicBezTo>
                  <a:lnTo>
                    <a:pt x="7819" y="8114"/>
                  </a:lnTo>
                  <a:lnTo>
                    <a:pt x="7819" y="12022"/>
                  </a:lnTo>
                  <a:cubicBezTo>
                    <a:pt x="7819" y="12146"/>
                    <a:pt x="7918" y="12246"/>
                    <a:pt x="8042" y="12246"/>
                  </a:cubicBezTo>
                  <a:cubicBezTo>
                    <a:pt x="8165" y="12246"/>
                    <a:pt x="8266" y="12146"/>
                    <a:pt x="8267" y="12021"/>
                  </a:cubicBezTo>
                  <a:lnTo>
                    <a:pt x="8267" y="8020"/>
                  </a:lnTo>
                  <a:cubicBezTo>
                    <a:pt x="8267" y="7961"/>
                    <a:pt x="8243" y="7904"/>
                    <a:pt x="8202" y="7862"/>
                  </a:cubicBezTo>
                  <a:lnTo>
                    <a:pt x="406" y="67"/>
                  </a:lnTo>
                  <a:cubicBezTo>
                    <a:pt x="361" y="22"/>
                    <a:pt x="303" y="0"/>
                    <a:pt x="246" y="0"/>
                  </a:cubicBezTo>
                  <a:close/>
                </a:path>
              </a:pathLst>
            </a:cu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8" name="Google Shape;118;p53"/>
            <p:cNvSpPr/>
            <p:nvPr/>
          </p:nvSpPr>
          <p:spPr>
            <a:xfrm>
              <a:off x="1736775" y="1601125"/>
              <a:ext cx="52500" cy="48225"/>
            </a:xfrm>
            <a:custGeom>
              <a:rect b="b" l="l" r="r" t="t"/>
              <a:pathLst>
                <a:path extrusionOk="0" h="1929" w="2100">
                  <a:moveTo>
                    <a:pt x="1101" y="450"/>
                  </a:moveTo>
                  <a:cubicBezTo>
                    <a:pt x="1191" y="450"/>
                    <a:pt x="1278" y="472"/>
                    <a:pt x="1358" y="518"/>
                  </a:cubicBezTo>
                  <a:cubicBezTo>
                    <a:pt x="1478" y="587"/>
                    <a:pt x="1562" y="697"/>
                    <a:pt x="1598" y="830"/>
                  </a:cubicBezTo>
                  <a:cubicBezTo>
                    <a:pt x="1635" y="964"/>
                    <a:pt x="1615" y="1103"/>
                    <a:pt x="1548" y="1222"/>
                  </a:cubicBezTo>
                  <a:cubicBezTo>
                    <a:pt x="1452" y="1387"/>
                    <a:pt x="1279" y="1480"/>
                    <a:pt x="1101" y="1480"/>
                  </a:cubicBezTo>
                  <a:cubicBezTo>
                    <a:pt x="1013" y="1480"/>
                    <a:pt x="925" y="1457"/>
                    <a:pt x="843" y="1410"/>
                  </a:cubicBezTo>
                  <a:cubicBezTo>
                    <a:pt x="597" y="1269"/>
                    <a:pt x="513" y="954"/>
                    <a:pt x="655" y="707"/>
                  </a:cubicBezTo>
                  <a:cubicBezTo>
                    <a:pt x="723" y="588"/>
                    <a:pt x="835" y="503"/>
                    <a:pt x="967" y="467"/>
                  </a:cubicBezTo>
                  <a:cubicBezTo>
                    <a:pt x="1012" y="455"/>
                    <a:pt x="1057" y="450"/>
                    <a:pt x="1101" y="450"/>
                  </a:cubicBezTo>
                  <a:close/>
                  <a:moveTo>
                    <a:pt x="1103" y="0"/>
                  </a:moveTo>
                  <a:cubicBezTo>
                    <a:pt x="1019" y="0"/>
                    <a:pt x="935" y="12"/>
                    <a:pt x="852" y="34"/>
                  </a:cubicBezTo>
                  <a:cubicBezTo>
                    <a:pt x="602" y="101"/>
                    <a:pt x="395" y="261"/>
                    <a:pt x="267" y="483"/>
                  </a:cubicBezTo>
                  <a:cubicBezTo>
                    <a:pt x="1" y="943"/>
                    <a:pt x="159" y="1534"/>
                    <a:pt x="618" y="1800"/>
                  </a:cubicBezTo>
                  <a:cubicBezTo>
                    <a:pt x="770" y="1887"/>
                    <a:pt x="934" y="1928"/>
                    <a:pt x="1099" y="1928"/>
                  </a:cubicBezTo>
                  <a:cubicBezTo>
                    <a:pt x="1432" y="1928"/>
                    <a:pt x="1757" y="1756"/>
                    <a:pt x="1936" y="1448"/>
                  </a:cubicBezTo>
                  <a:cubicBezTo>
                    <a:pt x="2065" y="1224"/>
                    <a:pt x="2100" y="966"/>
                    <a:pt x="2032" y="717"/>
                  </a:cubicBezTo>
                  <a:cubicBezTo>
                    <a:pt x="1966" y="467"/>
                    <a:pt x="1806" y="259"/>
                    <a:pt x="1583" y="130"/>
                  </a:cubicBezTo>
                  <a:cubicBezTo>
                    <a:pt x="1435" y="44"/>
                    <a:pt x="1270" y="0"/>
                    <a:pt x="1103" y="0"/>
                  </a:cubicBezTo>
                  <a:close/>
                </a:path>
              </a:pathLst>
            </a:cu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9" name="Google Shape;119;p53"/>
            <p:cNvSpPr/>
            <p:nvPr/>
          </p:nvSpPr>
          <p:spPr>
            <a:xfrm>
              <a:off x="1772325" y="1254775"/>
              <a:ext cx="82500" cy="357600"/>
            </a:xfrm>
            <a:custGeom>
              <a:rect b="b" l="l" r="r" t="t"/>
              <a:pathLst>
                <a:path extrusionOk="0" h="14304" w="3300">
                  <a:moveTo>
                    <a:pt x="3075" y="0"/>
                  </a:moveTo>
                  <a:cubicBezTo>
                    <a:pt x="2952" y="0"/>
                    <a:pt x="2851" y="101"/>
                    <a:pt x="2851" y="224"/>
                  </a:cubicBezTo>
                  <a:lnTo>
                    <a:pt x="2851" y="11157"/>
                  </a:lnTo>
                  <a:lnTo>
                    <a:pt x="88" y="13921"/>
                  </a:lnTo>
                  <a:cubicBezTo>
                    <a:pt x="0" y="14009"/>
                    <a:pt x="0" y="14152"/>
                    <a:pt x="88" y="14238"/>
                  </a:cubicBezTo>
                  <a:cubicBezTo>
                    <a:pt x="131" y="14282"/>
                    <a:pt x="188" y="14304"/>
                    <a:pt x="246" y="14304"/>
                  </a:cubicBezTo>
                  <a:cubicBezTo>
                    <a:pt x="303" y="14304"/>
                    <a:pt x="359" y="14281"/>
                    <a:pt x="405" y="14237"/>
                  </a:cubicBezTo>
                  <a:lnTo>
                    <a:pt x="3233" y="11408"/>
                  </a:lnTo>
                  <a:cubicBezTo>
                    <a:pt x="3275" y="11366"/>
                    <a:pt x="3299" y="11308"/>
                    <a:pt x="3299" y="11249"/>
                  </a:cubicBezTo>
                  <a:lnTo>
                    <a:pt x="3299" y="224"/>
                  </a:lnTo>
                  <a:cubicBezTo>
                    <a:pt x="3299" y="101"/>
                    <a:pt x="3199" y="0"/>
                    <a:pt x="3075" y="0"/>
                  </a:cubicBezTo>
                  <a:close/>
                </a:path>
              </a:pathLst>
            </a:cu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0" name="Google Shape;120;p53"/>
            <p:cNvSpPr/>
            <p:nvPr/>
          </p:nvSpPr>
          <p:spPr>
            <a:xfrm>
              <a:off x="2554775" y="891375"/>
              <a:ext cx="49950" cy="48225"/>
            </a:xfrm>
            <a:custGeom>
              <a:rect b="b" l="l" r="r" t="t"/>
              <a:pathLst>
                <a:path extrusionOk="0" h="1929" w="1998">
                  <a:moveTo>
                    <a:pt x="999" y="449"/>
                  </a:moveTo>
                  <a:cubicBezTo>
                    <a:pt x="1089" y="449"/>
                    <a:pt x="1176" y="474"/>
                    <a:pt x="1256" y="519"/>
                  </a:cubicBezTo>
                  <a:cubicBezTo>
                    <a:pt x="1375" y="587"/>
                    <a:pt x="1460" y="699"/>
                    <a:pt x="1496" y="831"/>
                  </a:cubicBezTo>
                  <a:cubicBezTo>
                    <a:pt x="1532" y="965"/>
                    <a:pt x="1514" y="1103"/>
                    <a:pt x="1445" y="1222"/>
                  </a:cubicBezTo>
                  <a:cubicBezTo>
                    <a:pt x="1376" y="1342"/>
                    <a:pt x="1266" y="1426"/>
                    <a:pt x="1133" y="1462"/>
                  </a:cubicBezTo>
                  <a:cubicBezTo>
                    <a:pt x="1089" y="1474"/>
                    <a:pt x="1044" y="1480"/>
                    <a:pt x="1000" y="1480"/>
                  </a:cubicBezTo>
                  <a:cubicBezTo>
                    <a:pt x="773" y="1480"/>
                    <a:pt x="564" y="1328"/>
                    <a:pt x="502" y="1098"/>
                  </a:cubicBezTo>
                  <a:cubicBezTo>
                    <a:pt x="465" y="965"/>
                    <a:pt x="484" y="825"/>
                    <a:pt x="553" y="706"/>
                  </a:cubicBezTo>
                  <a:cubicBezTo>
                    <a:pt x="621" y="587"/>
                    <a:pt x="732" y="503"/>
                    <a:pt x="865" y="466"/>
                  </a:cubicBezTo>
                  <a:cubicBezTo>
                    <a:pt x="909" y="454"/>
                    <a:pt x="955" y="449"/>
                    <a:pt x="999" y="449"/>
                  </a:cubicBezTo>
                  <a:close/>
                  <a:moveTo>
                    <a:pt x="1000" y="0"/>
                  </a:moveTo>
                  <a:cubicBezTo>
                    <a:pt x="916" y="0"/>
                    <a:pt x="832" y="11"/>
                    <a:pt x="749" y="34"/>
                  </a:cubicBezTo>
                  <a:cubicBezTo>
                    <a:pt x="500" y="100"/>
                    <a:pt x="292" y="260"/>
                    <a:pt x="164" y="482"/>
                  </a:cubicBezTo>
                  <a:cubicBezTo>
                    <a:pt x="35" y="706"/>
                    <a:pt x="1" y="965"/>
                    <a:pt x="67" y="1214"/>
                  </a:cubicBezTo>
                  <a:cubicBezTo>
                    <a:pt x="183" y="1644"/>
                    <a:pt x="574" y="1929"/>
                    <a:pt x="999" y="1929"/>
                  </a:cubicBezTo>
                  <a:cubicBezTo>
                    <a:pt x="1080" y="1929"/>
                    <a:pt x="1164" y="1918"/>
                    <a:pt x="1248" y="1896"/>
                  </a:cubicBezTo>
                  <a:cubicBezTo>
                    <a:pt x="1498" y="1830"/>
                    <a:pt x="1706" y="1670"/>
                    <a:pt x="1834" y="1447"/>
                  </a:cubicBezTo>
                  <a:cubicBezTo>
                    <a:pt x="1963" y="1224"/>
                    <a:pt x="1997" y="964"/>
                    <a:pt x="1931" y="716"/>
                  </a:cubicBezTo>
                  <a:cubicBezTo>
                    <a:pt x="1863" y="466"/>
                    <a:pt x="1703" y="259"/>
                    <a:pt x="1481" y="130"/>
                  </a:cubicBezTo>
                  <a:cubicBezTo>
                    <a:pt x="1332" y="45"/>
                    <a:pt x="1167" y="0"/>
                    <a:pt x="1000" y="0"/>
                  </a:cubicBezTo>
                  <a:close/>
                </a:path>
              </a:pathLst>
            </a:cu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1" name="Google Shape;121;p53"/>
            <p:cNvSpPr/>
            <p:nvPr/>
          </p:nvSpPr>
          <p:spPr>
            <a:xfrm>
              <a:off x="2313875" y="912925"/>
              <a:ext cx="248350" cy="147825"/>
            </a:xfrm>
            <a:custGeom>
              <a:rect b="b" l="l" r="r" t="t"/>
              <a:pathLst>
                <a:path extrusionOk="0" h="5913" w="9934">
                  <a:moveTo>
                    <a:pt x="5710" y="1"/>
                  </a:moveTo>
                  <a:cubicBezTo>
                    <a:pt x="5651" y="1"/>
                    <a:pt x="5593" y="25"/>
                    <a:pt x="5552" y="67"/>
                  </a:cubicBezTo>
                  <a:lnTo>
                    <a:pt x="87" y="5530"/>
                  </a:lnTo>
                  <a:cubicBezTo>
                    <a:pt x="0" y="5618"/>
                    <a:pt x="0" y="5759"/>
                    <a:pt x="87" y="5847"/>
                  </a:cubicBezTo>
                  <a:cubicBezTo>
                    <a:pt x="130" y="5891"/>
                    <a:pt x="188" y="5913"/>
                    <a:pt x="246" y="5913"/>
                  </a:cubicBezTo>
                  <a:cubicBezTo>
                    <a:pt x="304" y="5913"/>
                    <a:pt x="360" y="5890"/>
                    <a:pt x="406" y="5847"/>
                  </a:cubicBezTo>
                  <a:lnTo>
                    <a:pt x="5802" y="449"/>
                  </a:lnTo>
                  <a:lnTo>
                    <a:pt x="9710" y="449"/>
                  </a:lnTo>
                  <a:cubicBezTo>
                    <a:pt x="9833" y="449"/>
                    <a:pt x="9934" y="348"/>
                    <a:pt x="9934" y="225"/>
                  </a:cubicBezTo>
                  <a:cubicBezTo>
                    <a:pt x="9934" y="102"/>
                    <a:pt x="9833" y="1"/>
                    <a:pt x="9710" y="1"/>
                  </a:cubicBezTo>
                  <a:close/>
                </a:path>
              </a:pathLst>
            </a:cu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2" name="Google Shape;122;p53"/>
            <p:cNvSpPr/>
            <p:nvPr/>
          </p:nvSpPr>
          <p:spPr>
            <a:xfrm>
              <a:off x="2247375" y="1623250"/>
              <a:ext cx="52425" cy="48225"/>
            </a:xfrm>
            <a:custGeom>
              <a:rect b="b" l="l" r="r" t="t"/>
              <a:pathLst>
                <a:path extrusionOk="0" h="1929" w="2097">
                  <a:moveTo>
                    <a:pt x="996" y="451"/>
                  </a:moveTo>
                  <a:cubicBezTo>
                    <a:pt x="1174" y="451"/>
                    <a:pt x="1348" y="543"/>
                    <a:pt x="1443" y="708"/>
                  </a:cubicBezTo>
                  <a:cubicBezTo>
                    <a:pt x="1586" y="953"/>
                    <a:pt x="1501" y="1270"/>
                    <a:pt x="1255" y="1412"/>
                  </a:cubicBezTo>
                  <a:cubicBezTo>
                    <a:pt x="1174" y="1459"/>
                    <a:pt x="1085" y="1481"/>
                    <a:pt x="998" y="1481"/>
                  </a:cubicBezTo>
                  <a:cubicBezTo>
                    <a:pt x="820" y="1481"/>
                    <a:pt x="646" y="1388"/>
                    <a:pt x="551" y="1222"/>
                  </a:cubicBezTo>
                  <a:cubicBezTo>
                    <a:pt x="482" y="1103"/>
                    <a:pt x="463" y="964"/>
                    <a:pt x="500" y="831"/>
                  </a:cubicBezTo>
                  <a:cubicBezTo>
                    <a:pt x="536" y="699"/>
                    <a:pt x="621" y="588"/>
                    <a:pt x="740" y="519"/>
                  </a:cubicBezTo>
                  <a:cubicBezTo>
                    <a:pt x="821" y="473"/>
                    <a:pt x="909" y="451"/>
                    <a:pt x="996" y="451"/>
                  </a:cubicBezTo>
                  <a:close/>
                  <a:moveTo>
                    <a:pt x="995" y="0"/>
                  </a:moveTo>
                  <a:cubicBezTo>
                    <a:pt x="831" y="0"/>
                    <a:pt x="666" y="42"/>
                    <a:pt x="515" y="129"/>
                  </a:cubicBezTo>
                  <a:cubicBezTo>
                    <a:pt x="292" y="257"/>
                    <a:pt x="133" y="466"/>
                    <a:pt x="66" y="714"/>
                  </a:cubicBezTo>
                  <a:cubicBezTo>
                    <a:pt x="0" y="964"/>
                    <a:pt x="33" y="1223"/>
                    <a:pt x="162" y="1446"/>
                  </a:cubicBezTo>
                  <a:cubicBezTo>
                    <a:pt x="291" y="1669"/>
                    <a:pt x="499" y="1828"/>
                    <a:pt x="748" y="1896"/>
                  </a:cubicBezTo>
                  <a:cubicBezTo>
                    <a:pt x="831" y="1918"/>
                    <a:pt x="916" y="1929"/>
                    <a:pt x="998" y="1929"/>
                  </a:cubicBezTo>
                  <a:cubicBezTo>
                    <a:pt x="1166" y="1929"/>
                    <a:pt x="1330" y="1885"/>
                    <a:pt x="1479" y="1798"/>
                  </a:cubicBezTo>
                  <a:cubicBezTo>
                    <a:pt x="1938" y="1532"/>
                    <a:pt x="2096" y="941"/>
                    <a:pt x="1830" y="482"/>
                  </a:cubicBezTo>
                  <a:cubicBezTo>
                    <a:pt x="1653" y="173"/>
                    <a:pt x="1328" y="0"/>
                    <a:pt x="995" y="0"/>
                  </a:cubicBezTo>
                  <a:close/>
                </a:path>
              </a:pathLst>
            </a:cu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3" name="Google Shape;123;p53"/>
            <p:cNvSpPr/>
            <p:nvPr/>
          </p:nvSpPr>
          <p:spPr>
            <a:xfrm>
              <a:off x="2181800" y="1359400"/>
              <a:ext cx="82475" cy="275100"/>
            </a:xfrm>
            <a:custGeom>
              <a:rect b="b" l="l" r="r" t="t"/>
              <a:pathLst>
                <a:path extrusionOk="0" h="11004" w="3299">
                  <a:moveTo>
                    <a:pt x="224" y="1"/>
                  </a:moveTo>
                  <a:cubicBezTo>
                    <a:pt x="100" y="1"/>
                    <a:pt x="1" y="101"/>
                    <a:pt x="1" y="224"/>
                  </a:cubicBezTo>
                  <a:lnTo>
                    <a:pt x="1" y="7951"/>
                  </a:lnTo>
                  <a:cubicBezTo>
                    <a:pt x="1" y="8010"/>
                    <a:pt x="24" y="8067"/>
                    <a:pt x="66" y="8109"/>
                  </a:cubicBezTo>
                  <a:lnTo>
                    <a:pt x="2896" y="10938"/>
                  </a:lnTo>
                  <a:cubicBezTo>
                    <a:pt x="2938" y="10982"/>
                    <a:pt x="2995" y="11003"/>
                    <a:pt x="3053" y="11003"/>
                  </a:cubicBezTo>
                  <a:cubicBezTo>
                    <a:pt x="3111" y="11003"/>
                    <a:pt x="3167" y="10982"/>
                    <a:pt x="3211" y="10939"/>
                  </a:cubicBezTo>
                  <a:cubicBezTo>
                    <a:pt x="3299" y="10851"/>
                    <a:pt x="3299" y="10708"/>
                    <a:pt x="3211" y="10622"/>
                  </a:cubicBezTo>
                  <a:lnTo>
                    <a:pt x="448" y="7858"/>
                  </a:lnTo>
                  <a:lnTo>
                    <a:pt x="448" y="224"/>
                  </a:lnTo>
                  <a:cubicBezTo>
                    <a:pt x="448" y="101"/>
                    <a:pt x="347" y="1"/>
                    <a:pt x="224" y="1"/>
                  </a:cubicBezTo>
                  <a:close/>
                </a:path>
              </a:pathLst>
            </a:cu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4" name="Google Shape;124;p53"/>
            <p:cNvSpPr/>
            <p:nvPr/>
          </p:nvSpPr>
          <p:spPr>
            <a:xfrm>
              <a:off x="1564275" y="875675"/>
              <a:ext cx="52300" cy="48225"/>
            </a:xfrm>
            <a:custGeom>
              <a:rect b="b" l="l" r="r" t="t"/>
              <a:pathLst>
                <a:path extrusionOk="0" h="1929" w="2092">
                  <a:moveTo>
                    <a:pt x="1100" y="450"/>
                  </a:moveTo>
                  <a:cubicBezTo>
                    <a:pt x="1176" y="450"/>
                    <a:pt x="1255" y="466"/>
                    <a:pt x="1328" y="503"/>
                  </a:cubicBezTo>
                  <a:cubicBezTo>
                    <a:pt x="1452" y="563"/>
                    <a:pt x="1544" y="670"/>
                    <a:pt x="1588" y="799"/>
                  </a:cubicBezTo>
                  <a:cubicBezTo>
                    <a:pt x="1632" y="931"/>
                    <a:pt x="1622" y="1070"/>
                    <a:pt x="1561" y="1194"/>
                  </a:cubicBezTo>
                  <a:cubicBezTo>
                    <a:pt x="1501" y="1317"/>
                    <a:pt x="1395" y="1409"/>
                    <a:pt x="1265" y="1453"/>
                  </a:cubicBezTo>
                  <a:cubicBezTo>
                    <a:pt x="1211" y="1471"/>
                    <a:pt x="1155" y="1480"/>
                    <a:pt x="1099" y="1480"/>
                  </a:cubicBezTo>
                  <a:cubicBezTo>
                    <a:pt x="1021" y="1480"/>
                    <a:pt x="943" y="1462"/>
                    <a:pt x="871" y="1426"/>
                  </a:cubicBezTo>
                  <a:cubicBezTo>
                    <a:pt x="748" y="1366"/>
                    <a:pt x="655" y="1260"/>
                    <a:pt x="611" y="1131"/>
                  </a:cubicBezTo>
                  <a:cubicBezTo>
                    <a:pt x="568" y="1000"/>
                    <a:pt x="576" y="860"/>
                    <a:pt x="638" y="737"/>
                  </a:cubicBezTo>
                  <a:cubicBezTo>
                    <a:pt x="728" y="556"/>
                    <a:pt x="909" y="450"/>
                    <a:pt x="1100" y="450"/>
                  </a:cubicBezTo>
                  <a:close/>
                  <a:moveTo>
                    <a:pt x="1101" y="1"/>
                  </a:moveTo>
                  <a:cubicBezTo>
                    <a:pt x="746" y="1"/>
                    <a:pt x="403" y="198"/>
                    <a:pt x="235" y="537"/>
                  </a:cubicBezTo>
                  <a:cubicBezTo>
                    <a:pt x="0" y="1013"/>
                    <a:pt x="195" y="1592"/>
                    <a:pt x="671" y="1827"/>
                  </a:cubicBezTo>
                  <a:cubicBezTo>
                    <a:pt x="805" y="1895"/>
                    <a:pt x="951" y="1928"/>
                    <a:pt x="1098" y="1928"/>
                  </a:cubicBezTo>
                  <a:cubicBezTo>
                    <a:pt x="1202" y="1928"/>
                    <a:pt x="1307" y="1912"/>
                    <a:pt x="1406" y="1876"/>
                  </a:cubicBezTo>
                  <a:cubicBezTo>
                    <a:pt x="1650" y="1794"/>
                    <a:pt x="1846" y="1622"/>
                    <a:pt x="1961" y="1391"/>
                  </a:cubicBezTo>
                  <a:cubicBezTo>
                    <a:pt x="2075" y="1161"/>
                    <a:pt x="2092" y="899"/>
                    <a:pt x="2011" y="654"/>
                  </a:cubicBezTo>
                  <a:cubicBezTo>
                    <a:pt x="1929" y="411"/>
                    <a:pt x="1755" y="214"/>
                    <a:pt x="1525" y="100"/>
                  </a:cubicBezTo>
                  <a:cubicBezTo>
                    <a:pt x="1389" y="33"/>
                    <a:pt x="1244" y="1"/>
                    <a:pt x="1101" y="1"/>
                  </a:cubicBezTo>
                  <a:close/>
                </a:path>
              </a:pathLst>
            </a:cu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5" name="Google Shape;125;p53"/>
            <p:cNvSpPr/>
            <p:nvPr/>
          </p:nvSpPr>
          <p:spPr>
            <a:xfrm>
              <a:off x="1605100" y="909600"/>
              <a:ext cx="111275" cy="234000"/>
            </a:xfrm>
            <a:custGeom>
              <a:rect b="b" l="l" r="r" t="t"/>
              <a:pathLst>
                <a:path extrusionOk="0" h="9360" w="4451">
                  <a:moveTo>
                    <a:pt x="255" y="0"/>
                  </a:moveTo>
                  <a:cubicBezTo>
                    <a:pt x="184" y="0"/>
                    <a:pt x="115" y="34"/>
                    <a:pt x="72" y="96"/>
                  </a:cubicBezTo>
                  <a:cubicBezTo>
                    <a:pt x="0" y="198"/>
                    <a:pt x="26" y="340"/>
                    <a:pt x="128" y="409"/>
                  </a:cubicBezTo>
                  <a:lnTo>
                    <a:pt x="3585" y="2800"/>
                  </a:lnTo>
                  <a:lnTo>
                    <a:pt x="3993" y="9150"/>
                  </a:lnTo>
                  <a:cubicBezTo>
                    <a:pt x="4001" y="9269"/>
                    <a:pt x="4099" y="9360"/>
                    <a:pt x="4217" y="9360"/>
                  </a:cubicBezTo>
                  <a:lnTo>
                    <a:pt x="4233" y="9360"/>
                  </a:lnTo>
                  <a:cubicBezTo>
                    <a:pt x="4356" y="9352"/>
                    <a:pt x="4451" y="9245"/>
                    <a:pt x="4442" y="9122"/>
                  </a:cubicBezTo>
                  <a:lnTo>
                    <a:pt x="4028" y="2663"/>
                  </a:lnTo>
                  <a:cubicBezTo>
                    <a:pt x="4024" y="2594"/>
                    <a:pt x="3987" y="2532"/>
                    <a:pt x="3932" y="2493"/>
                  </a:cubicBezTo>
                  <a:lnTo>
                    <a:pt x="384" y="41"/>
                  </a:lnTo>
                  <a:cubicBezTo>
                    <a:pt x="345" y="13"/>
                    <a:pt x="300" y="0"/>
                    <a:pt x="255" y="0"/>
                  </a:cubicBezTo>
                  <a:close/>
                </a:path>
              </a:pathLst>
            </a:cu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6" name="Google Shape;126;p53"/>
            <p:cNvSpPr/>
            <p:nvPr/>
          </p:nvSpPr>
          <p:spPr>
            <a:xfrm>
              <a:off x="1452875" y="1479875"/>
              <a:ext cx="51700" cy="48225"/>
            </a:xfrm>
            <a:custGeom>
              <a:rect b="b" l="l" r="r" t="t"/>
              <a:pathLst>
                <a:path extrusionOk="0" h="1929" w="2068">
                  <a:moveTo>
                    <a:pt x="998" y="449"/>
                  </a:moveTo>
                  <a:cubicBezTo>
                    <a:pt x="1089" y="449"/>
                    <a:pt x="1176" y="474"/>
                    <a:pt x="1256" y="519"/>
                  </a:cubicBezTo>
                  <a:cubicBezTo>
                    <a:pt x="1375" y="588"/>
                    <a:pt x="1460" y="699"/>
                    <a:pt x="1496" y="832"/>
                  </a:cubicBezTo>
                  <a:cubicBezTo>
                    <a:pt x="1531" y="966"/>
                    <a:pt x="1513" y="1103"/>
                    <a:pt x="1445" y="1222"/>
                  </a:cubicBezTo>
                  <a:cubicBezTo>
                    <a:pt x="1376" y="1342"/>
                    <a:pt x="1265" y="1427"/>
                    <a:pt x="1133" y="1463"/>
                  </a:cubicBezTo>
                  <a:cubicBezTo>
                    <a:pt x="1088" y="1475"/>
                    <a:pt x="1043" y="1480"/>
                    <a:pt x="998" y="1480"/>
                  </a:cubicBezTo>
                  <a:cubicBezTo>
                    <a:pt x="771" y="1480"/>
                    <a:pt x="563" y="1329"/>
                    <a:pt x="501" y="1098"/>
                  </a:cubicBezTo>
                  <a:cubicBezTo>
                    <a:pt x="465" y="966"/>
                    <a:pt x="484" y="827"/>
                    <a:pt x="552" y="707"/>
                  </a:cubicBezTo>
                  <a:cubicBezTo>
                    <a:pt x="620" y="588"/>
                    <a:pt x="732" y="503"/>
                    <a:pt x="864" y="468"/>
                  </a:cubicBezTo>
                  <a:cubicBezTo>
                    <a:pt x="908" y="455"/>
                    <a:pt x="955" y="449"/>
                    <a:pt x="998" y="449"/>
                  </a:cubicBezTo>
                  <a:close/>
                  <a:moveTo>
                    <a:pt x="999" y="1"/>
                  </a:moveTo>
                  <a:cubicBezTo>
                    <a:pt x="916" y="1"/>
                    <a:pt x="832" y="12"/>
                    <a:pt x="749" y="34"/>
                  </a:cubicBezTo>
                  <a:cubicBezTo>
                    <a:pt x="500" y="101"/>
                    <a:pt x="292" y="261"/>
                    <a:pt x="163" y="484"/>
                  </a:cubicBezTo>
                  <a:cubicBezTo>
                    <a:pt x="35" y="707"/>
                    <a:pt x="0" y="966"/>
                    <a:pt x="67" y="1215"/>
                  </a:cubicBezTo>
                  <a:cubicBezTo>
                    <a:pt x="183" y="1645"/>
                    <a:pt x="572" y="1929"/>
                    <a:pt x="998" y="1929"/>
                  </a:cubicBezTo>
                  <a:cubicBezTo>
                    <a:pt x="1080" y="1929"/>
                    <a:pt x="1165" y="1918"/>
                    <a:pt x="1249" y="1897"/>
                  </a:cubicBezTo>
                  <a:cubicBezTo>
                    <a:pt x="1762" y="1758"/>
                    <a:pt x="2067" y="1230"/>
                    <a:pt x="1930" y="716"/>
                  </a:cubicBezTo>
                  <a:cubicBezTo>
                    <a:pt x="1863" y="466"/>
                    <a:pt x="1703" y="260"/>
                    <a:pt x="1481" y="131"/>
                  </a:cubicBezTo>
                  <a:cubicBezTo>
                    <a:pt x="1332" y="45"/>
                    <a:pt x="1166" y="1"/>
                    <a:pt x="999" y="1"/>
                  </a:cubicBezTo>
                  <a:close/>
                </a:path>
              </a:pathLst>
            </a:cu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7" name="Google Shape;127;p53"/>
            <p:cNvSpPr/>
            <p:nvPr/>
          </p:nvSpPr>
          <p:spPr>
            <a:xfrm>
              <a:off x="1468050" y="1386850"/>
              <a:ext cx="51725" cy="48225"/>
            </a:xfrm>
            <a:custGeom>
              <a:rect b="b" l="l" r="r" t="t"/>
              <a:pathLst>
                <a:path extrusionOk="0" h="1929" w="2069">
                  <a:moveTo>
                    <a:pt x="996" y="449"/>
                  </a:moveTo>
                  <a:cubicBezTo>
                    <a:pt x="1224" y="449"/>
                    <a:pt x="1434" y="600"/>
                    <a:pt x="1496" y="831"/>
                  </a:cubicBezTo>
                  <a:cubicBezTo>
                    <a:pt x="1570" y="1106"/>
                    <a:pt x="1406" y="1388"/>
                    <a:pt x="1131" y="1462"/>
                  </a:cubicBezTo>
                  <a:cubicBezTo>
                    <a:pt x="1087" y="1474"/>
                    <a:pt x="1042" y="1479"/>
                    <a:pt x="999" y="1479"/>
                  </a:cubicBezTo>
                  <a:cubicBezTo>
                    <a:pt x="771" y="1479"/>
                    <a:pt x="562" y="1328"/>
                    <a:pt x="500" y="1098"/>
                  </a:cubicBezTo>
                  <a:cubicBezTo>
                    <a:pt x="426" y="823"/>
                    <a:pt x="590" y="540"/>
                    <a:pt x="864" y="466"/>
                  </a:cubicBezTo>
                  <a:cubicBezTo>
                    <a:pt x="908" y="454"/>
                    <a:pt x="953" y="449"/>
                    <a:pt x="996" y="449"/>
                  </a:cubicBezTo>
                  <a:close/>
                  <a:moveTo>
                    <a:pt x="1000" y="1"/>
                  </a:moveTo>
                  <a:cubicBezTo>
                    <a:pt x="917" y="1"/>
                    <a:pt x="833" y="11"/>
                    <a:pt x="750" y="34"/>
                  </a:cubicBezTo>
                  <a:cubicBezTo>
                    <a:pt x="500" y="100"/>
                    <a:pt x="292" y="260"/>
                    <a:pt x="163" y="482"/>
                  </a:cubicBezTo>
                  <a:cubicBezTo>
                    <a:pt x="34" y="706"/>
                    <a:pt x="0" y="965"/>
                    <a:pt x="67" y="1214"/>
                  </a:cubicBezTo>
                  <a:cubicBezTo>
                    <a:pt x="182" y="1644"/>
                    <a:pt x="573" y="1928"/>
                    <a:pt x="998" y="1928"/>
                  </a:cubicBezTo>
                  <a:cubicBezTo>
                    <a:pt x="1080" y="1928"/>
                    <a:pt x="1165" y="1918"/>
                    <a:pt x="1249" y="1895"/>
                  </a:cubicBezTo>
                  <a:cubicBezTo>
                    <a:pt x="1763" y="1757"/>
                    <a:pt x="2068" y="1227"/>
                    <a:pt x="1930" y="715"/>
                  </a:cubicBezTo>
                  <a:cubicBezTo>
                    <a:pt x="1814" y="285"/>
                    <a:pt x="1424" y="1"/>
                    <a:pt x="1000" y="1"/>
                  </a:cubicBezTo>
                  <a:close/>
                </a:path>
              </a:pathLst>
            </a:cu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8" name="Google Shape;128;p53"/>
            <p:cNvSpPr/>
            <p:nvPr/>
          </p:nvSpPr>
          <p:spPr>
            <a:xfrm>
              <a:off x="1374625" y="1125475"/>
              <a:ext cx="49950" cy="48250"/>
            </a:xfrm>
            <a:custGeom>
              <a:rect b="b" l="l" r="r" t="t"/>
              <a:pathLst>
                <a:path extrusionOk="0" h="1930" w="1998">
                  <a:moveTo>
                    <a:pt x="999" y="450"/>
                  </a:moveTo>
                  <a:cubicBezTo>
                    <a:pt x="1089" y="450"/>
                    <a:pt x="1176" y="473"/>
                    <a:pt x="1255" y="519"/>
                  </a:cubicBezTo>
                  <a:cubicBezTo>
                    <a:pt x="1374" y="588"/>
                    <a:pt x="1459" y="698"/>
                    <a:pt x="1495" y="831"/>
                  </a:cubicBezTo>
                  <a:cubicBezTo>
                    <a:pt x="1531" y="965"/>
                    <a:pt x="1512" y="1103"/>
                    <a:pt x="1444" y="1222"/>
                  </a:cubicBezTo>
                  <a:cubicBezTo>
                    <a:pt x="1349" y="1388"/>
                    <a:pt x="1175" y="1480"/>
                    <a:pt x="997" y="1480"/>
                  </a:cubicBezTo>
                  <a:cubicBezTo>
                    <a:pt x="910" y="1480"/>
                    <a:pt x="821" y="1458"/>
                    <a:pt x="740" y="1411"/>
                  </a:cubicBezTo>
                  <a:cubicBezTo>
                    <a:pt x="621" y="1343"/>
                    <a:pt x="537" y="1232"/>
                    <a:pt x="500" y="1099"/>
                  </a:cubicBezTo>
                  <a:cubicBezTo>
                    <a:pt x="466" y="965"/>
                    <a:pt x="484" y="827"/>
                    <a:pt x="553" y="708"/>
                  </a:cubicBezTo>
                  <a:cubicBezTo>
                    <a:pt x="620" y="589"/>
                    <a:pt x="732" y="504"/>
                    <a:pt x="865" y="467"/>
                  </a:cubicBezTo>
                  <a:cubicBezTo>
                    <a:pt x="909" y="456"/>
                    <a:pt x="955" y="450"/>
                    <a:pt x="999" y="450"/>
                  </a:cubicBezTo>
                  <a:close/>
                  <a:moveTo>
                    <a:pt x="1000" y="0"/>
                  </a:moveTo>
                  <a:cubicBezTo>
                    <a:pt x="917" y="0"/>
                    <a:pt x="833" y="11"/>
                    <a:pt x="750" y="33"/>
                  </a:cubicBezTo>
                  <a:cubicBezTo>
                    <a:pt x="500" y="101"/>
                    <a:pt x="292" y="260"/>
                    <a:pt x="164" y="482"/>
                  </a:cubicBezTo>
                  <a:cubicBezTo>
                    <a:pt x="35" y="707"/>
                    <a:pt x="1" y="966"/>
                    <a:pt x="67" y="1215"/>
                  </a:cubicBezTo>
                  <a:cubicBezTo>
                    <a:pt x="135" y="1463"/>
                    <a:pt x="294" y="1671"/>
                    <a:pt x="516" y="1800"/>
                  </a:cubicBezTo>
                  <a:cubicBezTo>
                    <a:pt x="664" y="1886"/>
                    <a:pt x="828" y="1930"/>
                    <a:pt x="996" y="1930"/>
                  </a:cubicBezTo>
                  <a:cubicBezTo>
                    <a:pt x="1080" y="1930"/>
                    <a:pt x="1165" y="1919"/>
                    <a:pt x="1249" y="1897"/>
                  </a:cubicBezTo>
                  <a:cubicBezTo>
                    <a:pt x="1497" y="1829"/>
                    <a:pt x="1705" y="1670"/>
                    <a:pt x="1834" y="1447"/>
                  </a:cubicBezTo>
                  <a:cubicBezTo>
                    <a:pt x="1963" y="1223"/>
                    <a:pt x="1997" y="965"/>
                    <a:pt x="1931" y="716"/>
                  </a:cubicBezTo>
                  <a:cubicBezTo>
                    <a:pt x="1863" y="466"/>
                    <a:pt x="1704" y="258"/>
                    <a:pt x="1481" y="130"/>
                  </a:cubicBezTo>
                  <a:cubicBezTo>
                    <a:pt x="1332" y="44"/>
                    <a:pt x="1167" y="0"/>
                    <a:pt x="1000" y="0"/>
                  </a:cubicBezTo>
                  <a:close/>
                </a:path>
              </a:pathLst>
            </a:cu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9" name="Google Shape;129;p53"/>
            <p:cNvSpPr/>
            <p:nvPr/>
          </p:nvSpPr>
          <p:spPr>
            <a:xfrm>
              <a:off x="1359125" y="1308200"/>
              <a:ext cx="55050" cy="48175"/>
            </a:xfrm>
            <a:custGeom>
              <a:rect b="b" l="l" r="r" t="t"/>
              <a:pathLst>
                <a:path extrusionOk="0" h="1927" w="2202">
                  <a:moveTo>
                    <a:pt x="1102" y="448"/>
                  </a:moveTo>
                  <a:cubicBezTo>
                    <a:pt x="1189" y="448"/>
                    <a:pt x="1277" y="470"/>
                    <a:pt x="1357" y="517"/>
                  </a:cubicBezTo>
                  <a:cubicBezTo>
                    <a:pt x="1604" y="658"/>
                    <a:pt x="1689" y="973"/>
                    <a:pt x="1547" y="1220"/>
                  </a:cubicBezTo>
                  <a:cubicBezTo>
                    <a:pt x="1451" y="1385"/>
                    <a:pt x="1278" y="1478"/>
                    <a:pt x="1100" y="1478"/>
                  </a:cubicBezTo>
                  <a:cubicBezTo>
                    <a:pt x="1012" y="1478"/>
                    <a:pt x="924" y="1456"/>
                    <a:pt x="843" y="1409"/>
                  </a:cubicBezTo>
                  <a:cubicBezTo>
                    <a:pt x="596" y="1267"/>
                    <a:pt x="512" y="952"/>
                    <a:pt x="654" y="705"/>
                  </a:cubicBezTo>
                  <a:cubicBezTo>
                    <a:pt x="749" y="540"/>
                    <a:pt x="923" y="448"/>
                    <a:pt x="1102" y="448"/>
                  </a:cubicBezTo>
                  <a:close/>
                  <a:moveTo>
                    <a:pt x="1103" y="0"/>
                  </a:moveTo>
                  <a:cubicBezTo>
                    <a:pt x="770" y="0"/>
                    <a:pt x="446" y="173"/>
                    <a:pt x="267" y="481"/>
                  </a:cubicBezTo>
                  <a:cubicBezTo>
                    <a:pt x="1" y="941"/>
                    <a:pt x="160" y="1532"/>
                    <a:pt x="620" y="1798"/>
                  </a:cubicBezTo>
                  <a:cubicBezTo>
                    <a:pt x="771" y="1885"/>
                    <a:pt x="936" y="1927"/>
                    <a:pt x="1099" y="1927"/>
                  </a:cubicBezTo>
                  <a:cubicBezTo>
                    <a:pt x="1432" y="1927"/>
                    <a:pt x="1757" y="1754"/>
                    <a:pt x="1935" y="1445"/>
                  </a:cubicBezTo>
                  <a:cubicBezTo>
                    <a:pt x="2201" y="985"/>
                    <a:pt x="2042" y="394"/>
                    <a:pt x="1582" y="130"/>
                  </a:cubicBezTo>
                  <a:cubicBezTo>
                    <a:pt x="1431" y="42"/>
                    <a:pt x="1266" y="0"/>
                    <a:pt x="1103" y="0"/>
                  </a:cubicBezTo>
                  <a:close/>
                </a:path>
              </a:pathLst>
            </a:cu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0" name="Google Shape;130;p53"/>
            <p:cNvSpPr/>
            <p:nvPr/>
          </p:nvSpPr>
          <p:spPr>
            <a:xfrm>
              <a:off x="1398775" y="1220625"/>
              <a:ext cx="240625" cy="95850"/>
            </a:xfrm>
            <a:custGeom>
              <a:rect b="b" l="l" r="r" t="t"/>
              <a:pathLst>
                <a:path extrusionOk="0" h="3834" w="9625">
                  <a:moveTo>
                    <a:pt x="2929" y="0"/>
                  </a:moveTo>
                  <a:cubicBezTo>
                    <a:pt x="2861" y="0"/>
                    <a:pt x="2797" y="32"/>
                    <a:pt x="2754" y="86"/>
                  </a:cubicBezTo>
                  <a:lnTo>
                    <a:pt x="79" y="3470"/>
                  </a:lnTo>
                  <a:cubicBezTo>
                    <a:pt x="1" y="3568"/>
                    <a:pt x="17" y="3709"/>
                    <a:pt x="114" y="3785"/>
                  </a:cubicBezTo>
                  <a:cubicBezTo>
                    <a:pt x="156" y="3817"/>
                    <a:pt x="205" y="3833"/>
                    <a:pt x="254" y="3833"/>
                  </a:cubicBezTo>
                  <a:cubicBezTo>
                    <a:pt x="320" y="3833"/>
                    <a:pt x="386" y="3804"/>
                    <a:pt x="430" y="3747"/>
                  </a:cubicBezTo>
                  <a:lnTo>
                    <a:pt x="3038" y="448"/>
                  </a:lnTo>
                  <a:lnTo>
                    <a:pt x="9401" y="448"/>
                  </a:lnTo>
                  <a:cubicBezTo>
                    <a:pt x="9525" y="448"/>
                    <a:pt x="9624" y="348"/>
                    <a:pt x="9624" y="224"/>
                  </a:cubicBezTo>
                  <a:cubicBezTo>
                    <a:pt x="9624" y="101"/>
                    <a:pt x="9525" y="0"/>
                    <a:pt x="9401" y="0"/>
                  </a:cubicBezTo>
                  <a:close/>
                </a:path>
              </a:pathLst>
            </a:cu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1" name="Google Shape;131;p53"/>
            <p:cNvSpPr/>
            <p:nvPr/>
          </p:nvSpPr>
          <p:spPr>
            <a:xfrm>
              <a:off x="1412450" y="1142325"/>
              <a:ext cx="226950" cy="11200"/>
            </a:xfrm>
            <a:custGeom>
              <a:rect b="b" l="l" r="r" t="t"/>
              <a:pathLst>
                <a:path extrusionOk="0" h="448" w="9078">
                  <a:moveTo>
                    <a:pt x="225" y="0"/>
                  </a:moveTo>
                  <a:cubicBezTo>
                    <a:pt x="101" y="0"/>
                    <a:pt x="0" y="101"/>
                    <a:pt x="0" y="224"/>
                  </a:cubicBezTo>
                  <a:cubicBezTo>
                    <a:pt x="0" y="348"/>
                    <a:pt x="101" y="447"/>
                    <a:pt x="225" y="447"/>
                  </a:cubicBezTo>
                  <a:lnTo>
                    <a:pt x="8854" y="447"/>
                  </a:lnTo>
                  <a:cubicBezTo>
                    <a:pt x="8978" y="447"/>
                    <a:pt x="9077" y="348"/>
                    <a:pt x="9077" y="224"/>
                  </a:cubicBezTo>
                  <a:cubicBezTo>
                    <a:pt x="9077" y="101"/>
                    <a:pt x="8978" y="0"/>
                    <a:pt x="8854" y="0"/>
                  </a:cubicBezTo>
                  <a:close/>
                </a:path>
              </a:pathLst>
            </a:cu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2" name="Google Shape;132;p53"/>
            <p:cNvSpPr/>
            <p:nvPr/>
          </p:nvSpPr>
          <p:spPr>
            <a:xfrm>
              <a:off x="1499850" y="1294675"/>
              <a:ext cx="109975" cy="108875"/>
            </a:xfrm>
            <a:custGeom>
              <a:rect b="b" l="l" r="r" t="t"/>
              <a:pathLst>
                <a:path extrusionOk="0" h="4355" w="4399">
                  <a:moveTo>
                    <a:pt x="4152" y="1"/>
                  </a:moveTo>
                  <a:cubicBezTo>
                    <a:pt x="4094" y="1"/>
                    <a:pt x="4037" y="23"/>
                    <a:pt x="3994" y="66"/>
                  </a:cubicBezTo>
                  <a:lnTo>
                    <a:pt x="89" y="3971"/>
                  </a:lnTo>
                  <a:cubicBezTo>
                    <a:pt x="1" y="4060"/>
                    <a:pt x="1" y="4201"/>
                    <a:pt x="89" y="4289"/>
                  </a:cubicBezTo>
                  <a:cubicBezTo>
                    <a:pt x="132" y="4333"/>
                    <a:pt x="188" y="4355"/>
                    <a:pt x="246" y="4355"/>
                  </a:cubicBezTo>
                  <a:cubicBezTo>
                    <a:pt x="303" y="4355"/>
                    <a:pt x="360" y="4333"/>
                    <a:pt x="406" y="4289"/>
                  </a:cubicBezTo>
                  <a:lnTo>
                    <a:pt x="4311" y="383"/>
                  </a:lnTo>
                  <a:cubicBezTo>
                    <a:pt x="4399" y="295"/>
                    <a:pt x="4399" y="153"/>
                    <a:pt x="4311" y="66"/>
                  </a:cubicBezTo>
                  <a:cubicBezTo>
                    <a:pt x="4267" y="23"/>
                    <a:pt x="4209" y="1"/>
                    <a:pt x="4152" y="1"/>
                  </a:cubicBezTo>
                  <a:close/>
                </a:path>
              </a:pathLst>
            </a:cu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3" name="Google Shape;133;p53"/>
            <p:cNvSpPr/>
            <p:nvPr/>
          </p:nvSpPr>
          <p:spPr>
            <a:xfrm>
              <a:off x="1490250" y="1406150"/>
              <a:ext cx="256850" cy="108825"/>
            </a:xfrm>
            <a:custGeom>
              <a:rect b="b" l="l" r="r" t="t"/>
              <a:pathLst>
                <a:path extrusionOk="0" h="4353" w="10274">
                  <a:moveTo>
                    <a:pt x="10027" y="0"/>
                  </a:moveTo>
                  <a:cubicBezTo>
                    <a:pt x="9969" y="0"/>
                    <a:pt x="9912" y="22"/>
                    <a:pt x="9868" y="66"/>
                  </a:cubicBezTo>
                  <a:lnTo>
                    <a:pt x="6033" y="3901"/>
                  </a:lnTo>
                  <a:lnTo>
                    <a:pt x="238" y="3696"/>
                  </a:lnTo>
                  <a:cubicBezTo>
                    <a:pt x="233" y="3696"/>
                    <a:pt x="229" y="3696"/>
                    <a:pt x="224" y="3696"/>
                  </a:cubicBezTo>
                  <a:cubicBezTo>
                    <a:pt x="117" y="3696"/>
                    <a:pt x="9" y="3793"/>
                    <a:pt x="6" y="3912"/>
                  </a:cubicBezTo>
                  <a:cubicBezTo>
                    <a:pt x="1" y="4035"/>
                    <a:pt x="99" y="4140"/>
                    <a:pt x="222" y="4143"/>
                  </a:cubicBezTo>
                  <a:lnTo>
                    <a:pt x="6114" y="4353"/>
                  </a:lnTo>
                  <a:lnTo>
                    <a:pt x="6123" y="4353"/>
                  </a:lnTo>
                  <a:cubicBezTo>
                    <a:pt x="6182" y="4353"/>
                    <a:pt x="6239" y="4329"/>
                    <a:pt x="6281" y="4287"/>
                  </a:cubicBezTo>
                  <a:lnTo>
                    <a:pt x="10187" y="383"/>
                  </a:lnTo>
                  <a:cubicBezTo>
                    <a:pt x="10273" y="294"/>
                    <a:pt x="10273" y="153"/>
                    <a:pt x="10187" y="66"/>
                  </a:cubicBezTo>
                  <a:cubicBezTo>
                    <a:pt x="10142" y="22"/>
                    <a:pt x="10084" y="0"/>
                    <a:pt x="10027" y="0"/>
                  </a:cubicBezTo>
                  <a:close/>
                </a:path>
              </a:pathLst>
            </a:cu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4" name="Google Shape;134;p53"/>
            <p:cNvSpPr/>
            <p:nvPr/>
          </p:nvSpPr>
          <p:spPr>
            <a:xfrm>
              <a:off x="2162400" y="757150"/>
              <a:ext cx="49900" cy="48275"/>
            </a:xfrm>
            <a:custGeom>
              <a:rect b="b" l="l" r="r" t="t"/>
              <a:pathLst>
                <a:path extrusionOk="0" h="1931" w="1996">
                  <a:moveTo>
                    <a:pt x="999" y="451"/>
                  </a:moveTo>
                  <a:cubicBezTo>
                    <a:pt x="1088" y="451"/>
                    <a:pt x="1176" y="473"/>
                    <a:pt x="1256" y="520"/>
                  </a:cubicBezTo>
                  <a:cubicBezTo>
                    <a:pt x="1375" y="589"/>
                    <a:pt x="1460" y="699"/>
                    <a:pt x="1496" y="832"/>
                  </a:cubicBezTo>
                  <a:cubicBezTo>
                    <a:pt x="1532" y="966"/>
                    <a:pt x="1513" y="1105"/>
                    <a:pt x="1445" y="1224"/>
                  </a:cubicBezTo>
                  <a:cubicBezTo>
                    <a:pt x="1376" y="1343"/>
                    <a:pt x="1266" y="1427"/>
                    <a:pt x="1133" y="1464"/>
                  </a:cubicBezTo>
                  <a:cubicBezTo>
                    <a:pt x="1089" y="1475"/>
                    <a:pt x="1044" y="1481"/>
                    <a:pt x="999" y="1481"/>
                  </a:cubicBezTo>
                  <a:cubicBezTo>
                    <a:pt x="909" y="1481"/>
                    <a:pt x="821" y="1458"/>
                    <a:pt x="741" y="1411"/>
                  </a:cubicBezTo>
                  <a:cubicBezTo>
                    <a:pt x="622" y="1343"/>
                    <a:pt x="537" y="1232"/>
                    <a:pt x="501" y="1099"/>
                  </a:cubicBezTo>
                  <a:cubicBezTo>
                    <a:pt x="465" y="965"/>
                    <a:pt x="484" y="827"/>
                    <a:pt x="553" y="708"/>
                  </a:cubicBezTo>
                  <a:cubicBezTo>
                    <a:pt x="621" y="589"/>
                    <a:pt x="732" y="504"/>
                    <a:pt x="865" y="468"/>
                  </a:cubicBezTo>
                  <a:cubicBezTo>
                    <a:pt x="909" y="456"/>
                    <a:pt x="955" y="451"/>
                    <a:pt x="999" y="451"/>
                  </a:cubicBezTo>
                  <a:close/>
                  <a:moveTo>
                    <a:pt x="1000" y="1"/>
                  </a:moveTo>
                  <a:cubicBezTo>
                    <a:pt x="666" y="1"/>
                    <a:pt x="342" y="174"/>
                    <a:pt x="163" y="483"/>
                  </a:cubicBezTo>
                  <a:cubicBezTo>
                    <a:pt x="35" y="706"/>
                    <a:pt x="0" y="965"/>
                    <a:pt x="67" y="1214"/>
                  </a:cubicBezTo>
                  <a:cubicBezTo>
                    <a:pt x="134" y="1464"/>
                    <a:pt x="294" y="1672"/>
                    <a:pt x="516" y="1801"/>
                  </a:cubicBezTo>
                  <a:cubicBezTo>
                    <a:pt x="664" y="1886"/>
                    <a:pt x="828" y="1930"/>
                    <a:pt x="997" y="1930"/>
                  </a:cubicBezTo>
                  <a:cubicBezTo>
                    <a:pt x="1079" y="1930"/>
                    <a:pt x="1164" y="1920"/>
                    <a:pt x="1246" y="1897"/>
                  </a:cubicBezTo>
                  <a:cubicBezTo>
                    <a:pt x="1496" y="1829"/>
                    <a:pt x="1704" y="1670"/>
                    <a:pt x="1832" y="1448"/>
                  </a:cubicBezTo>
                  <a:cubicBezTo>
                    <a:pt x="1960" y="1224"/>
                    <a:pt x="1996" y="964"/>
                    <a:pt x="1928" y="716"/>
                  </a:cubicBezTo>
                  <a:cubicBezTo>
                    <a:pt x="1862" y="467"/>
                    <a:pt x="1702" y="259"/>
                    <a:pt x="1480" y="130"/>
                  </a:cubicBezTo>
                  <a:cubicBezTo>
                    <a:pt x="1328" y="42"/>
                    <a:pt x="1163" y="1"/>
                    <a:pt x="1000" y="1"/>
                  </a:cubicBezTo>
                  <a:close/>
                </a:path>
              </a:pathLst>
            </a:cu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5" name="Google Shape;135;p53"/>
            <p:cNvSpPr/>
            <p:nvPr/>
          </p:nvSpPr>
          <p:spPr>
            <a:xfrm>
              <a:off x="2199650" y="788675"/>
              <a:ext cx="94775" cy="233350"/>
            </a:xfrm>
            <a:custGeom>
              <a:rect b="b" l="l" r="r" t="t"/>
              <a:pathLst>
                <a:path extrusionOk="0" h="9334" w="3791">
                  <a:moveTo>
                    <a:pt x="246" y="1"/>
                  </a:moveTo>
                  <a:cubicBezTo>
                    <a:pt x="188" y="1"/>
                    <a:pt x="131" y="22"/>
                    <a:pt x="88" y="66"/>
                  </a:cubicBezTo>
                  <a:cubicBezTo>
                    <a:pt x="1" y="155"/>
                    <a:pt x="1" y="296"/>
                    <a:pt x="88" y="384"/>
                  </a:cubicBezTo>
                  <a:lnTo>
                    <a:pt x="3342" y="3638"/>
                  </a:lnTo>
                  <a:lnTo>
                    <a:pt x="3342" y="9109"/>
                  </a:lnTo>
                  <a:cubicBezTo>
                    <a:pt x="3342" y="9233"/>
                    <a:pt x="3442" y="9333"/>
                    <a:pt x="3566" y="9333"/>
                  </a:cubicBezTo>
                  <a:cubicBezTo>
                    <a:pt x="3690" y="9333"/>
                    <a:pt x="3791" y="9233"/>
                    <a:pt x="3791" y="9108"/>
                  </a:cubicBezTo>
                  <a:lnTo>
                    <a:pt x="3791" y="3544"/>
                  </a:lnTo>
                  <a:cubicBezTo>
                    <a:pt x="3791" y="3485"/>
                    <a:pt x="3766" y="3427"/>
                    <a:pt x="3725" y="3386"/>
                  </a:cubicBezTo>
                  <a:lnTo>
                    <a:pt x="405" y="66"/>
                  </a:lnTo>
                  <a:cubicBezTo>
                    <a:pt x="361" y="22"/>
                    <a:pt x="303" y="1"/>
                    <a:pt x="246" y="1"/>
                  </a:cubicBezTo>
                  <a:close/>
                </a:path>
              </a:pathLst>
            </a:cu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6" name="Google Shape;136;p53"/>
            <p:cNvSpPr/>
            <p:nvPr/>
          </p:nvSpPr>
          <p:spPr>
            <a:xfrm>
              <a:off x="1555825" y="943500"/>
              <a:ext cx="1045300" cy="538450"/>
            </a:xfrm>
            <a:custGeom>
              <a:rect b="b" l="l" r="r" t="t"/>
              <a:pathLst>
                <a:path extrusionOk="0" h="21538" w="41812">
                  <a:moveTo>
                    <a:pt x="20107" y="0"/>
                  </a:moveTo>
                  <a:cubicBezTo>
                    <a:pt x="7759" y="0"/>
                    <a:pt x="0" y="9003"/>
                    <a:pt x="0" y="12132"/>
                  </a:cubicBezTo>
                  <a:cubicBezTo>
                    <a:pt x="0" y="15227"/>
                    <a:pt x="8675" y="21538"/>
                    <a:pt x="20453" y="21538"/>
                  </a:cubicBezTo>
                  <a:cubicBezTo>
                    <a:pt x="32231" y="21538"/>
                    <a:pt x="41812" y="14418"/>
                    <a:pt x="41812" y="12089"/>
                  </a:cubicBezTo>
                  <a:cubicBezTo>
                    <a:pt x="41812" y="9117"/>
                    <a:pt x="33820" y="0"/>
                    <a:pt x="20107" y="0"/>
                  </a:cubicBezTo>
                  <a:close/>
                </a:path>
              </a:pathLst>
            </a:cu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7" name="Google Shape;137;p53"/>
            <p:cNvSpPr/>
            <p:nvPr/>
          </p:nvSpPr>
          <p:spPr>
            <a:xfrm>
              <a:off x="1849250" y="989425"/>
              <a:ext cx="435725" cy="435725"/>
            </a:xfrm>
            <a:custGeom>
              <a:rect b="b" l="l" r="r" t="t"/>
              <a:pathLst>
                <a:path extrusionOk="0" h="17429" w="17429">
                  <a:moveTo>
                    <a:pt x="8715" y="1"/>
                  </a:moveTo>
                  <a:cubicBezTo>
                    <a:pt x="6403" y="1"/>
                    <a:pt x="4187" y="919"/>
                    <a:pt x="2553" y="2552"/>
                  </a:cubicBezTo>
                  <a:cubicBezTo>
                    <a:pt x="919" y="4188"/>
                    <a:pt x="0" y="6404"/>
                    <a:pt x="0" y="8715"/>
                  </a:cubicBezTo>
                  <a:cubicBezTo>
                    <a:pt x="0" y="11026"/>
                    <a:pt x="919" y="13242"/>
                    <a:pt x="2553" y="14877"/>
                  </a:cubicBezTo>
                  <a:cubicBezTo>
                    <a:pt x="4187" y="16511"/>
                    <a:pt x="6403" y="17429"/>
                    <a:pt x="8715" y="17429"/>
                  </a:cubicBezTo>
                  <a:cubicBezTo>
                    <a:pt x="11025" y="17429"/>
                    <a:pt x="13243" y="16511"/>
                    <a:pt x="14877" y="14877"/>
                  </a:cubicBezTo>
                  <a:cubicBezTo>
                    <a:pt x="16511" y="13242"/>
                    <a:pt x="17428" y="11026"/>
                    <a:pt x="17428" y="8715"/>
                  </a:cubicBezTo>
                  <a:cubicBezTo>
                    <a:pt x="17428" y="6404"/>
                    <a:pt x="16511" y="4188"/>
                    <a:pt x="14877" y="2552"/>
                  </a:cubicBezTo>
                  <a:cubicBezTo>
                    <a:pt x="13243" y="919"/>
                    <a:pt x="11025" y="1"/>
                    <a:pt x="8715" y="1"/>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8" name="Google Shape;138;p53"/>
            <p:cNvSpPr/>
            <p:nvPr/>
          </p:nvSpPr>
          <p:spPr>
            <a:xfrm>
              <a:off x="1958600" y="1098775"/>
              <a:ext cx="217100" cy="217050"/>
            </a:xfrm>
            <a:custGeom>
              <a:rect b="b" l="l" r="r" t="t"/>
              <a:pathLst>
                <a:path extrusionOk="0" h="8682" w="8684">
                  <a:moveTo>
                    <a:pt x="4342" y="0"/>
                  </a:moveTo>
                  <a:cubicBezTo>
                    <a:pt x="1945" y="0"/>
                    <a:pt x="1" y="1943"/>
                    <a:pt x="1" y="4341"/>
                  </a:cubicBezTo>
                  <a:cubicBezTo>
                    <a:pt x="1" y="6739"/>
                    <a:pt x="1945" y="8681"/>
                    <a:pt x="4342" y="8681"/>
                  </a:cubicBezTo>
                  <a:cubicBezTo>
                    <a:pt x="6739" y="8681"/>
                    <a:pt x="8683" y="6739"/>
                    <a:pt x="8683" y="4341"/>
                  </a:cubicBezTo>
                  <a:cubicBezTo>
                    <a:pt x="8683" y="1943"/>
                    <a:pt x="6739" y="0"/>
                    <a:pt x="4342" y="0"/>
                  </a:cubicBezTo>
                  <a:close/>
                </a:path>
              </a:pathLst>
            </a:custGeom>
            <a:solidFill>
              <a:schemeClr val="accent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9" name="Google Shape;139;p53"/>
            <p:cNvSpPr/>
            <p:nvPr/>
          </p:nvSpPr>
          <p:spPr>
            <a:xfrm>
              <a:off x="1555825" y="1078125"/>
              <a:ext cx="1045300" cy="403825"/>
            </a:xfrm>
            <a:custGeom>
              <a:rect b="b" l="l" r="r" t="t"/>
              <a:pathLst>
                <a:path extrusionOk="0" h="16153" w="41812">
                  <a:moveTo>
                    <a:pt x="4796" y="1"/>
                  </a:moveTo>
                  <a:cubicBezTo>
                    <a:pt x="1707" y="2519"/>
                    <a:pt x="0" y="5280"/>
                    <a:pt x="0" y="6747"/>
                  </a:cubicBezTo>
                  <a:cubicBezTo>
                    <a:pt x="0" y="9842"/>
                    <a:pt x="8675" y="16153"/>
                    <a:pt x="20453" y="16153"/>
                  </a:cubicBezTo>
                  <a:cubicBezTo>
                    <a:pt x="32231" y="16153"/>
                    <a:pt x="41812" y="9033"/>
                    <a:pt x="41812" y="6704"/>
                  </a:cubicBezTo>
                  <a:cubicBezTo>
                    <a:pt x="41812" y="5931"/>
                    <a:pt x="41266" y="4741"/>
                    <a:pt x="40225" y="3405"/>
                  </a:cubicBezTo>
                  <a:cubicBezTo>
                    <a:pt x="35730" y="5246"/>
                    <a:pt x="30894" y="6236"/>
                    <a:pt x="25904" y="6236"/>
                  </a:cubicBezTo>
                  <a:cubicBezTo>
                    <a:pt x="25576" y="6236"/>
                    <a:pt x="25248" y="6232"/>
                    <a:pt x="24919" y="6223"/>
                  </a:cubicBezTo>
                  <a:cubicBezTo>
                    <a:pt x="17933" y="6039"/>
                    <a:pt x="10439" y="4234"/>
                    <a:pt x="4796"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0" name="Google Shape;140;p53"/>
            <p:cNvSpPr/>
            <p:nvPr/>
          </p:nvSpPr>
          <p:spPr>
            <a:xfrm>
              <a:off x="2059650" y="1138425"/>
              <a:ext cx="66725" cy="66700"/>
            </a:xfrm>
            <a:custGeom>
              <a:rect b="b" l="l" r="r" t="t"/>
              <a:pathLst>
                <a:path extrusionOk="0" h="2668" w="2669">
                  <a:moveTo>
                    <a:pt x="1335" y="1"/>
                  </a:moveTo>
                  <a:cubicBezTo>
                    <a:pt x="598" y="1"/>
                    <a:pt x="1" y="598"/>
                    <a:pt x="1" y="1335"/>
                  </a:cubicBezTo>
                  <a:cubicBezTo>
                    <a:pt x="1" y="2070"/>
                    <a:pt x="598" y="2667"/>
                    <a:pt x="1335" y="2667"/>
                  </a:cubicBezTo>
                  <a:cubicBezTo>
                    <a:pt x="2071" y="2667"/>
                    <a:pt x="2668" y="2070"/>
                    <a:pt x="2668" y="1335"/>
                  </a:cubicBezTo>
                  <a:cubicBezTo>
                    <a:pt x="2668" y="598"/>
                    <a:pt x="2071" y="1"/>
                    <a:pt x="1335" y="1"/>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1" name="Google Shape;141;p53"/>
            <p:cNvSpPr/>
            <p:nvPr/>
          </p:nvSpPr>
          <p:spPr>
            <a:xfrm>
              <a:off x="2217175" y="997750"/>
              <a:ext cx="106400" cy="58400"/>
            </a:xfrm>
            <a:custGeom>
              <a:rect b="b" l="l" r="r" t="t"/>
              <a:pathLst>
                <a:path extrusionOk="0" h="2336" w="4256">
                  <a:moveTo>
                    <a:pt x="837" y="1"/>
                  </a:moveTo>
                  <a:cubicBezTo>
                    <a:pt x="206" y="1"/>
                    <a:pt x="1" y="1071"/>
                    <a:pt x="719" y="1346"/>
                  </a:cubicBezTo>
                  <a:cubicBezTo>
                    <a:pt x="1540" y="1660"/>
                    <a:pt x="2360" y="1974"/>
                    <a:pt x="3181" y="2288"/>
                  </a:cubicBezTo>
                  <a:cubicBezTo>
                    <a:pt x="3266" y="2321"/>
                    <a:pt x="3346" y="2335"/>
                    <a:pt x="3420" y="2335"/>
                  </a:cubicBezTo>
                  <a:cubicBezTo>
                    <a:pt x="4051" y="2335"/>
                    <a:pt x="4256" y="1265"/>
                    <a:pt x="3539" y="991"/>
                  </a:cubicBezTo>
                  <a:cubicBezTo>
                    <a:pt x="2719" y="677"/>
                    <a:pt x="1899" y="361"/>
                    <a:pt x="1076" y="48"/>
                  </a:cubicBezTo>
                  <a:cubicBezTo>
                    <a:pt x="991" y="16"/>
                    <a:pt x="911" y="1"/>
                    <a:pt x="837" y="1"/>
                  </a:cubicBezTo>
                  <a:close/>
                </a:path>
              </a:pathLst>
            </a:custGeom>
            <a:solidFill>
              <a:srgbClr val="FFFFFF">
                <a:alpha val="980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2" name="Google Shape;142;p53"/>
            <p:cNvSpPr/>
            <p:nvPr/>
          </p:nvSpPr>
          <p:spPr>
            <a:xfrm>
              <a:off x="2330250" y="1044175"/>
              <a:ext cx="160450" cy="107250"/>
            </a:xfrm>
            <a:custGeom>
              <a:rect b="b" l="l" r="r" t="t"/>
              <a:pathLst>
                <a:path extrusionOk="0" h="4290" w="6418">
                  <a:moveTo>
                    <a:pt x="843" y="0"/>
                  </a:moveTo>
                  <a:cubicBezTo>
                    <a:pt x="207" y="0"/>
                    <a:pt x="0" y="1073"/>
                    <a:pt x="722" y="1344"/>
                  </a:cubicBezTo>
                  <a:cubicBezTo>
                    <a:pt x="2324" y="1944"/>
                    <a:pt x="3646" y="3035"/>
                    <a:pt x="4942" y="4121"/>
                  </a:cubicBezTo>
                  <a:cubicBezTo>
                    <a:pt x="5082" y="4240"/>
                    <a:pt x="5237" y="4290"/>
                    <a:pt x="5386" y="4290"/>
                  </a:cubicBezTo>
                  <a:cubicBezTo>
                    <a:pt x="5936" y="4290"/>
                    <a:pt x="6417" y="3609"/>
                    <a:pt x="5894" y="3170"/>
                  </a:cubicBezTo>
                  <a:cubicBezTo>
                    <a:pt x="4409" y="1926"/>
                    <a:pt x="2913" y="732"/>
                    <a:pt x="1080" y="46"/>
                  </a:cubicBezTo>
                  <a:cubicBezTo>
                    <a:pt x="996" y="15"/>
                    <a:pt x="917" y="0"/>
                    <a:pt x="843" y="0"/>
                  </a:cubicBezTo>
                  <a:close/>
                </a:path>
              </a:pathLst>
            </a:custGeom>
            <a:solidFill>
              <a:srgbClr val="FFFFFF">
                <a:alpha val="980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43" name="Google Shape;143;p53"/>
          <p:cNvGrpSpPr/>
          <p:nvPr/>
        </p:nvGrpSpPr>
        <p:grpSpPr>
          <a:xfrm>
            <a:off x="7675049" y="2512083"/>
            <a:ext cx="864252" cy="1054868"/>
            <a:chOff x="5079250" y="2236750"/>
            <a:chExt cx="1080450" cy="1318750"/>
          </a:xfrm>
        </p:grpSpPr>
        <p:sp>
          <p:nvSpPr>
            <p:cNvPr id="144" name="Google Shape;144;p53"/>
            <p:cNvSpPr/>
            <p:nvPr/>
          </p:nvSpPr>
          <p:spPr>
            <a:xfrm>
              <a:off x="5316525" y="2236750"/>
              <a:ext cx="319825" cy="220125"/>
            </a:xfrm>
            <a:custGeom>
              <a:rect b="b" l="l" r="r" t="t"/>
              <a:pathLst>
                <a:path extrusionOk="0" h="8805" w="12793">
                  <a:moveTo>
                    <a:pt x="5146" y="1"/>
                  </a:moveTo>
                  <a:cubicBezTo>
                    <a:pt x="2032" y="1"/>
                    <a:pt x="1" y="2499"/>
                    <a:pt x="1" y="2499"/>
                  </a:cubicBezTo>
                  <a:cubicBezTo>
                    <a:pt x="1" y="2499"/>
                    <a:pt x="1483" y="1961"/>
                    <a:pt x="3375" y="1961"/>
                  </a:cubicBezTo>
                  <a:cubicBezTo>
                    <a:pt x="4366" y="1961"/>
                    <a:pt x="5469" y="2109"/>
                    <a:pt x="6530" y="2558"/>
                  </a:cubicBezTo>
                  <a:cubicBezTo>
                    <a:pt x="9618" y="3864"/>
                    <a:pt x="9115" y="7994"/>
                    <a:pt x="9115" y="7994"/>
                  </a:cubicBezTo>
                  <a:lnTo>
                    <a:pt x="11217" y="8804"/>
                  </a:lnTo>
                  <a:cubicBezTo>
                    <a:pt x="11217" y="8804"/>
                    <a:pt x="12793" y="3129"/>
                    <a:pt x="8082" y="742"/>
                  </a:cubicBezTo>
                  <a:cubicBezTo>
                    <a:pt x="7028" y="208"/>
                    <a:pt x="6042" y="1"/>
                    <a:pt x="5146" y="1"/>
                  </a:cubicBezTo>
                  <a:close/>
                </a:path>
              </a:pathLst>
            </a:cu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5" name="Google Shape;145;p53"/>
            <p:cNvSpPr/>
            <p:nvPr/>
          </p:nvSpPr>
          <p:spPr>
            <a:xfrm>
              <a:off x="5532525" y="2354450"/>
              <a:ext cx="75475" cy="102425"/>
            </a:xfrm>
            <a:custGeom>
              <a:rect b="b" l="l" r="r" t="t"/>
              <a:pathLst>
                <a:path extrusionOk="0" h="4097" w="3019">
                  <a:moveTo>
                    <a:pt x="0" y="1"/>
                  </a:moveTo>
                  <a:lnTo>
                    <a:pt x="0" y="1"/>
                  </a:lnTo>
                  <a:cubicBezTo>
                    <a:pt x="679" y="1570"/>
                    <a:pt x="475" y="3286"/>
                    <a:pt x="475" y="3286"/>
                  </a:cubicBezTo>
                  <a:lnTo>
                    <a:pt x="2578" y="4096"/>
                  </a:lnTo>
                  <a:cubicBezTo>
                    <a:pt x="2578" y="4096"/>
                    <a:pt x="3019" y="2510"/>
                    <a:pt x="2738" y="660"/>
                  </a:cubicBezTo>
                  <a:cubicBezTo>
                    <a:pt x="1826" y="432"/>
                    <a:pt x="914" y="213"/>
                    <a:pt x="0"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6" name="Google Shape;146;p53"/>
            <p:cNvSpPr/>
            <p:nvPr/>
          </p:nvSpPr>
          <p:spPr>
            <a:xfrm>
              <a:off x="5236600" y="2346225"/>
              <a:ext cx="324600" cy="221325"/>
            </a:xfrm>
            <a:custGeom>
              <a:rect b="b" l="l" r="r" t="t"/>
              <a:pathLst>
                <a:path extrusionOk="0" h="8853" w="12984">
                  <a:moveTo>
                    <a:pt x="1874" y="1"/>
                  </a:moveTo>
                  <a:lnTo>
                    <a:pt x="1874" y="1"/>
                  </a:lnTo>
                  <a:cubicBezTo>
                    <a:pt x="1874" y="1"/>
                    <a:pt x="1" y="5003"/>
                    <a:pt x="4443" y="7861"/>
                  </a:cubicBezTo>
                  <a:cubicBezTo>
                    <a:pt x="5564" y="8582"/>
                    <a:pt x="6664" y="8852"/>
                    <a:pt x="7682" y="8852"/>
                  </a:cubicBezTo>
                  <a:cubicBezTo>
                    <a:pt x="10693" y="8852"/>
                    <a:pt x="12984" y="6489"/>
                    <a:pt x="12984" y="6489"/>
                  </a:cubicBezTo>
                  <a:lnTo>
                    <a:pt x="11223" y="5085"/>
                  </a:lnTo>
                  <a:cubicBezTo>
                    <a:pt x="11223" y="5085"/>
                    <a:pt x="9527" y="6377"/>
                    <a:pt x="7578" y="6377"/>
                  </a:cubicBezTo>
                  <a:cubicBezTo>
                    <a:pt x="6804" y="6377"/>
                    <a:pt x="5989" y="6173"/>
                    <a:pt x="5225" y="5604"/>
                  </a:cubicBezTo>
                  <a:cubicBezTo>
                    <a:pt x="2537" y="3600"/>
                    <a:pt x="1874" y="1"/>
                    <a:pt x="1874" y="1"/>
                  </a:cubicBezTo>
                  <a:close/>
                </a:path>
              </a:pathLst>
            </a:cu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7" name="Google Shape;147;p53"/>
            <p:cNvSpPr/>
            <p:nvPr/>
          </p:nvSpPr>
          <p:spPr>
            <a:xfrm>
              <a:off x="5385425" y="2473325"/>
              <a:ext cx="175775" cy="94125"/>
            </a:xfrm>
            <a:custGeom>
              <a:rect b="b" l="l" r="r" t="t"/>
              <a:pathLst>
                <a:path extrusionOk="0" h="3765" w="7031">
                  <a:moveTo>
                    <a:pt x="5270" y="1"/>
                  </a:moveTo>
                  <a:cubicBezTo>
                    <a:pt x="5270" y="1"/>
                    <a:pt x="4016" y="953"/>
                    <a:pt x="2426" y="1221"/>
                  </a:cubicBezTo>
                  <a:cubicBezTo>
                    <a:pt x="2092" y="1633"/>
                    <a:pt x="1737" y="2030"/>
                    <a:pt x="1344" y="2401"/>
                  </a:cubicBezTo>
                  <a:cubicBezTo>
                    <a:pt x="940" y="2783"/>
                    <a:pt x="489" y="3150"/>
                    <a:pt x="0" y="3494"/>
                  </a:cubicBezTo>
                  <a:cubicBezTo>
                    <a:pt x="595" y="3684"/>
                    <a:pt x="1175" y="3764"/>
                    <a:pt x="1730" y="3764"/>
                  </a:cubicBezTo>
                  <a:cubicBezTo>
                    <a:pt x="4741" y="3764"/>
                    <a:pt x="7031" y="1404"/>
                    <a:pt x="7031" y="1404"/>
                  </a:cubicBezTo>
                  <a:lnTo>
                    <a:pt x="5270" y="1"/>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8" name="Google Shape;148;p53"/>
            <p:cNvSpPr/>
            <p:nvPr/>
          </p:nvSpPr>
          <p:spPr>
            <a:xfrm>
              <a:off x="5529100" y="2466150"/>
              <a:ext cx="480875" cy="455425"/>
            </a:xfrm>
            <a:custGeom>
              <a:rect b="b" l="l" r="r" t="t"/>
              <a:pathLst>
                <a:path extrusionOk="0" h="18217" w="19235">
                  <a:moveTo>
                    <a:pt x="1841" y="0"/>
                  </a:moveTo>
                  <a:lnTo>
                    <a:pt x="0" y="1416"/>
                  </a:lnTo>
                  <a:cubicBezTo>
                    <a:pt x="0" y="1416"/>
                    <a:pt x="10450" y="17141"/>
                    <a:pt x="15509" y="18216"/>
                  </a:cubicBezTo>
                  <a:lnTo>
                    <a:pt x="19235" y="14719"/>
                  </a:lnTo>
                  <a:cubicBezTo>
                    <a:pt x="19235" y="14719"/>
                    <a:pt x="14871" y="7771"/>
                    <a:pt x="1841" y="0"/>
                  </a:cubicBezTo>
                  <a:close/>
                </a:path>
              </a:pathLst>
            </a:cu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9" name="Google Shape;149;p53"/>
            <p:cNvSpPr/>
            <p:nvPr/>
          </p:nvSpPr>
          <p:spPr>
            <a:xfrm>
              <a:off x="5559300" y="2466125"/>
              <a:ext cx="450700" cy="385500"/>
            </a:xfrm>
            <a:custGeom>
              <a:rect b="b" l="l" r="r" t="t"/>
              <a:pathLst>
                <a:path extrusionOk="0" h="15420" w="18028">
                  <a:moveTo>
                    <a:pt x="634" y="0"/>
                  </a:moveTo>
                  <a:lnTo>
                    <a:pt x="0" y="488"/>
                  </a:lnTo>
                  <a:cubicBezTo>
                    <a:pt x="4289" y="4283"/>
                    <a:pt x="15782" y="14250"/>
                    <a:pt x="17283" y="15419"/>
                  </a:cubicBezTo>
                  <a:lnTo>
                    <a:pt x="18028" y="14720"/>
                  </a:lnTo>
                  <a:cubicBezTo>
                    <a:pt x="18028" y="14720"/>
                    <a:pt x="13664" y="7772"/>
                    <a:pt x="634"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0" name="Google Shape;150;p53"/>
            <p:cNvSpPr/>
            <p:nvPr/>
          </p:nvSpPr>
          <p:spPr>
            <a:xfrm>
              <a:off x="5394025" y="2882500"/>
              <a:ext cx="650125" cy="516625"/>
            </a:xfrm>
            <a:custGeom>
              <a:rect b="b" l="l" r="r" t="t"/>
              <a:pathLst>
                <a:path extrusionOk="0" h="20665" w="26005">
                  <a:moveTo>
                    <a:pt x="23308" y="0"/>
                  </a:moveTo>
                  <a:cubicBezTo>
                    <a:pt x="12928" y="0"/>
                    <a:pt x="1" y="10346"/>
                    <a:pt x="1" y="10346"/>
                  </a:cubicBezTo>
                  <a:lnTo>
                    <a:pt x="6824" y="20664"/>
                  </a:lnTo>
                  <a:cubicBezTo>
                    <a:pt x="6824" y="20664"/>
                    <a:pt x="22452" y="13423"/>
                    <a:pt x="25781" y="2301"/>
                  </a:cubicBezTo>
                  <a:cubicBezTo>
                    <a:pt x="26005" y="1555"/>
                    <a:pt x="24451" y="23"/>
                    <a:pt x="23671" y="5"/>
                  </a:cubicBezTo>
                  <a:cubicBezTo>
                    <a:pt x="23550" y="2"/>
                    <a:pt x="23429" y="0"/>
                    <a:pt x="23308" y="0"/>
                  </a:cubicBezTo>
                  <a:close/>
                </a:path>
              </a:pathLst>
            </a:cu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1" name="Google Shape;151;p53"/>
            <p:cNvSpPr/>
            <p:nvPr/>
          </p:nvSpPr>
          <p:spPr>
            <a:xfrm>
              <a:off x="5444975" y="2908100"/>
              <a:ext cx="596100" cy="490950"/>
            </a:xfrm>
            <a:custGeom>
              <a:rect b="b" l="l" r="r" t="t"/>
              <a:pathLst>
                <a:path extrusionOk="0" h="19638" w="23844">
                  <a:moveTo>
                    <a:pt x="23196" y="0"/>
                  </a:moveTo>
                  <a:cubicBezTo>
                    <a:pt x="21624" y="1167"/>
                    <a:pt x="19984" y="2239"/>
                    <a:pt x="18345" y="3236"/>
                  </a:cubicBezTo>
                  <a:cubicBezTo>
                    <a:pt x="12533" y="6781"/>
                    <a:pt x="6494" y="10388"/>
                    <a:pt x="1" y="12403"/>
                  </a:cubicBezTo>
                  <a:lnTo>
                    <a:pt x="4786" y="19638"/>
                  </a:lnTo>
                  <a:cubicBezTo>
                    <a:pt x="4786" y="19638"/>
                    <a:pt x="20414" y="12398"/>
                    <a:pt x="23743" y="1276"/>
                  </a:cubicBezTo>
                  <a:cubicBezTo>
                    <a:pt x="23843" y="939"/>
                    <a:pt x="23583" y="445"/>
                    <a:pt x="23196"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2" name="Google Shape;152;p53"/>
            <p:cNvSpPr/>
            <p:nvPr/>
          </p:nvSpPr>
          <p:spPr>
            <a:xfrm>
              <a:off x="5147300" y="2971675"/>
              <a:ext cx="510550" cy="583825"/>
            </a:xfrm>
            <a:custGeom>
              <a:rect b="b" l="l" r="r" t="t"/>
              <a:pathLst>
                <a:path extrusionOk="0" h="23353" w="20422">
                  <a:moveTo>
                    <a:pt x="10019" y="0"/>
                  </a:moveTo>
                  <a:lnTo>
                    <a:pt x="10019" y="3090"/>
                  </a:lnTo>
                  <a:cubicBezTo>
                    <a:pt x="8836" y="3317"/>
                    <a:pt x="7737" y="3780"/>
                    <a:pt x="6775" y="4431"/>
                  </a:cubicBezTo>
                  <a:lnTo>
                    <a:pt x="4591" y="2248"/>
                  </a:lnTo>
                  <a:lnTo>
                    <a:pt x="2248" y="4591"/>
                  </a:lnTo>
                  <a:lnTo>
                    <a:pt x="4430" y="6774"/>
                  </a:lnTo>
                  <a:cubicBezTo>
                    <a:pt x="3780" y="7736"/>
                    <a:pt x="3319" y="8835"/>
                    <a:pt x="3090" y="10018"/>
                  </a:cubicBezTo>
                  <a:lnTo>
                    <a:pt x="0" y="10018"/>
                  </a:lnTo>
                  <a:lnTo>
                    <a:pt x="0" y="13334"/>
                  </a:lnTo>
                  <a:lnTo>
                    <a:pt x="3090" y="13334"/>
                  </a:lnTo>
                  <a:cubicBezTo>
                    <a:pt x="3318" y="14515"/>
                    <a:pt x="3780" y="15614"/>
                    <a:pt x="4430" y="16577"/>
                  </a:cubicBezTo>
                  <a:lnTo>
                    <a:pt x="2248" y="18760"/>
                  </a:lnTo>
                  <a:lnTo>
                    <a:pt x="4591" y="21104"/>
                  </a:lnTo>
                  <a:lnTo>
                    <a:pt x="6775" y="18921"/>
                  </a:lnTo>
                  <a:cubicBezTo>
                    <a:pt x="7736" y="19573"/>
                    <a:pt x="8835" y="20034"/>
                    <a:pt x="10019" y="20261"/>
                  </a:cubicBezTo>
                  <a:lnTo>
                    <a:pt x="10019" y="23352"/>
                  </a:lnTo>
                  <a:lnTo>
                    <a:pt x="13334" y="23352"/>
                  </a:lnTo>
                  <a:lnTo>
                    <a:pt x="13334" y="20261"/>
                  </a:lnTo>
                  <a:cubicBezTo>
                    <a:pt x="17370" y="19484"/>
                    <a:pt x="20422" y="15937"/>
                    <a:pt x="20422" y="11674"/>
                  </a:cubicBezTo>
                  <a:cubicBezTo>
                    <a:pt x="20422" y="7411"/>
                    <a:pt x="17370" y="3866"/>
                    <a:pt x="13334" y="3090"/>
                  </a:cubicBezTo>
                  <a:lnTo>
                    <a:pt x="13334" y="0"/>
                  </a:lnTo>
                  <a:close/>
                </a:path>
              </a:pathLst>
            </a:cu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3" name="Google Shape;153;p53"/>
            <p:cNvSpPr/>
            <p:nvPr/>
          </p:nvSpPr>
          <p:spPr>
            <a:xfrm>
              <a:off x="5203475" y="3069150"/>
              <a:ext cx="454375" cy="486225"/>
            </a:xfrm>
            <a:custGeom>
              <a:rect b="b" l="l" r="r" t="t"/>
              <a:pathLst>
                <a:path extrusionOk="0" h="19449" w="18175">
                  <a:moveTo>
                    <a:pt x="13418" y="1"/>
                  </a:moveTo>
                  <a:lnTo>
                    <a:pt x="13418" y="1"/>
                  </a:lnTo>
                  <a:cubicBezTo>
                    <a:pt x="13842" y="2830"/>
                    <a:pt x="13444" y="5741"/>
                    <a:pt x="12087" y="8416"/>
                  </a:cubicBezTo>
                  <a:cubicBezTo>
                    <a:pt x="9827" y="12872"/>
                    <a:pt x="5827" y="14822"/>
                    <a:pt x="1584" y="14822"/>
                  </a:cubicBezTo>
                  <a:cubicBezTo>
                    <a:pt x="1096" y="14822"/>
                    <a:pt x="604" y="14796"/>
                    <a:pt x="112" y="14745"/>
                  </a:cubicBezTo>
                  <a:lnTo>
                    <a:pt x="1" y="14857"/>
                  </a:lnTo>
                  <a:lnTo>
                    <a:pt x="2344" y="17201"/>
                  </a:lnTo>
                  <a:lnTo>
                    <a:pt x="4528" y="15018"/>
                  </a:lnTo>
                  <a:cubicBezTo>
                    <a:pt x="5489" y="15669"/>
                    <a:pt x="6588" y="16131"/>
                    <a:pt x="7772" y="16358"/>
                  </a:cubicBezTo>
                  <a:lnTo>
                    <a:pt x="7772" y="19449"/>
                  </a:lnTo>
                  <a:lnTo>
                    <a:pt x="11087" y="19449"/>
                  </a:lnTo>
                  <a:lnTo>
                    <a:pt x="11087" y="16358"/>
                  </a:lnTo>
                  <a:cubicBezTo>
                    <a:pt x="15123" y="15584"/>
                    <a:pt x="18175" y="12037"/>
                    <a:pt x="18175" y="7774"/>
                  </a:cubicBezTo>
                  <a:cubicBezTo>
                    <a:pt x="18175" y="4384"/>
                    <a:pt x="16239" y="1450"/>
                    <a:pt x="13418"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4" name="Google Shape;154;p53"/>
            <p:cNvSpPr/>
            <p:nvPr/>
          </p:nvSpPr>
          <p:spPr>
            <a:xfrm>
              <a:off x="5842225" y="2804325"/>
              <a:ext cx="251300" cy="251325"/>
            </a:xfrm>
            <a:custGeom>
              <a:rect b="b" l="l" r="r" t="t"/>
              <a:pathLst>
                <a:path extrusionOk="0" h="10053" w="10052">
                  <a:moveTo>
                    <a:pt x="5026" y="1"/>
                  </a:moveTo>
                  <a:cubicBezTo>
                    <a:pt x="3694" y="1"/>
                    <a:pt x="2415" y="531"/>
                    <a:pt x="1472" y="1473"/>
                  </a:cubicBezTo>
                  <a:cubicBezTo>
                    <a:pt x="530" y="2415"/>
                    <a:pt x="0" y="3695"/>
                    <a:pt x="0" y="5027"/>
                  </a:cubicBezTo>
                  <a:cubicBezTo>
                    <a:pt x="0" y="6360"/>
                    <a:pt x="530" y="7638"/>
                    <a:pt x="1472" y="8580"/>
                  </a:cubicBezTo>
                  <a:cubicBezTo>
                    <a:pt x="2415" y="9523"/>
                    <a:pt x="3694" y="10052"/>
                    <a:pt x="5026" y="10052"/>
                  </a:cubicBezTo>
                  <a:cubicBezTo>
                    <a:pt x="6359" y="10052"/>
                    <a:pt x="7637" y="9523"/>
                    <a:pt x="8580" y="8580"/>
                  </a:cubicBezTo>
                  <a:cubicBezTo>
                    <a:pt x="9522" y="7638"/>
                    <a:pt x="10052" y="6360"/>
                    <a:pt x="10052" y="5027"/>
                  </a:cubicBezTo>
                  <a:cubicBezTo>
                    <a:pt x="10052" y="3695"/>
                    <a:pt x="9522" y="2415"/>
                    <a:pt x="8580" y="1473"/>
                  </a:cubicBezTo>
                  <a:cubicBezTo>
                    <a:pt x="7637" y="531"/>
                    <a:pt x="6359" y="1"/>
                    <a:pt x="5026" y="1"/>
                  </a:cubicBezTo>
                  <a:close/>
                </a:path>
              </a:pathLst>
            </a:cu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5" name="Google Shape;155;p53"/>
            <p:cNvSpPr/>
            <p:nvPr/>
          </p:nvSpPr>
          <p:spPr>
            <a:xfrm>
              <a:off x="5479500" y="2420500"/>
              <a:ext cx="139025" cy="127250"/>
            </a:xfrm>
            <a:custGeom>
              <a:rect b="b" l="l" r="r" t="t"/>
              <a:pathLst>
                <a:path extrusionOk="0" h="5090" w="5561">
                  <a:moveTo>
                    <a:pt x="2779" y="0"/>
                  </a:moveTo>
                  <a:cubicBezTo>
                    <a:pt x="1604" y="0"/>
                    <a:pt x="546" y="821"/>
                    <a:pt x="292" y="2016"/>
                  </a:cubicBezTo>
                  <a:cubicBezTo>
                    <a:pt x="1" y="3390"/>
                    <a:pt x="878" y="4741"/>
                    <a:pt x="2252" y="5033"/>
                  </a:cubicBezTo>
                  <a:cubicBezTo>
                    <a:pt x="2430" y="5071"/>
                    <a:pt x="2608" y="5089"/>
                    <a:pt x="2783" y="5089"/>
                  </a:cubicBezTo>
                  <a:cubicBezTo>
                    <a:pt x="3958" y="5089"/>
                    <a:pt x="5014" y="4270"/>
                    <a:pt x="5268" y="3073"/>
                  </a:cubicBezTo>
                  <a:cubicBezTo>
                    <a:pt x="5561" y="1699"/>
                    <a:pt x="4684" y="349"/>
                    <a:pt x="3309" y="56"/>
                  </a:cubicBezTo>
                  <a:cubicBezTo>
                    <a:pt x="3131" y="19"/>
                    <a:pt x="2954" y="0"/>
                    <a:pt x="2779" y="0"/>
                  </a:cubicBezTo>
                  <a:close/>
                </a:path>
              </a:pathLst>
            </a:cu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6" name="Google Shape;156;p53"/>
            <p:cNvSpPr/>
            <p:nvPr/>
          </p:nvSpPr>
          <p:spPr>
            <a:xfrm>
              <a:off x="5865075" y="2844375"/>
              <a:ext cx="228525" cy="211275"/>
            </a:xfrm>
            <a:custGeom>
              <a:rect b="b" l="l" r="r" t="t"/>
              <a:pathLst>
                <a:path extrusionOk="0" h="8451" w="9141">
                  <a:moveTo>
                    <a:pt x="7786" y="1"/>
                  </a:moveTo>
                  <a:cubicBezTo>
                    <a:pt x="7715" y="692"/>
                    <a:pt x="7525" y="1415"/>
                    <a:pt x="7179" y="2173"/>
                  </a:cubicBezTo>
                  <a:cubicBezTo>
                    <a:pt x="5868" y="5041"/>
                    <a:pt x="3735" y="6419"/>
                    <a:pt x="1253" y="6419"/>
                  </a:cubicBezTo>
                  <a:cubicBezTo>
                    <a:pt x="845" y="6419"/>
                    <a:pt x="426" y="6382"/>
                    <a:pt x="1" y="6307"/>
                  </a:cubicBezTo>
                  <a:lnTo>
                    <a:pt x="1" y="6307"/>
                  </a:lnTo>
                  <a:cubicBezTo>
                    <a:pt x="909" y="7602"/>
                    <a:pt x="2411" y="8450"/>
                    <a:pt x="4113" y="8450"/>
                  </a:cubicBezTo>
                  <a:cubicBezTo>
                    <a:pt x="6889" y="8450"/>
                    <a:pt x="9139" y="6200"/>
                    <a:pt x="9139" y="3424"/>
                  </a:cubicBezTo>
                  <a:cubicBezTo>
                    <a:pt x="9141" y="2101"/>
                    <a:pt x="8623" y="898"/>
                    <a:pt x="7786"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7" name="Google Shape;157;p53"/>
            <p:cNvSpPr/>
            <p:nvPr/>
          </p:nvSpPr>
          <p:spPr>
            <a:xfrm>
              <a:off x="5526175" y="2420700"/>
              <a:ext cx="92350" cy="127050"/>
            </a:xfrm>
            <a:custGeom>
              <a:rect b="b" l="l" r="r" t="t"/>
              <a:pathLst>
                <a:path extrusionOk="0" h="5082" w="3694">
                  <a:moveTo>
                    <a:pt x="961" y="1"/>
                  </a:moveTo>
                  <a:cubicBezTo>
                    <a:pt x="848" y="1"/>
                    <a:pt x="735" y="8"/>
                    <a:pt x="624" y="20"/>
                  </a:cubicBezTo>
                  <a:cubicBezTo>
                    <a:pt x="983" y="689"/>
                    <a:pt x="1189" y="1429"/>
                    <a:pt x="1158" y="2242"/>
                  </a:cubicBezTo>
                  <a:cubicBezTo>
                    <a:pt x="1120" y="3245"/>
                    <a:pt x="677" y="4188"/>
                    <a:pt x="0" y="4902"/>
                  </a:cubicBezTo>
                  <a:cubicBezTo>
                    <a:pt x="125" y="4950"/>
                    <a:pt x="251" y="4997"/>
                    <a:pt x="386" y="5025"/>
                  </a:cubicBezTo>
                  <a:cubicBezTo>
                    <a:pt x="564" y="5063"/>
                    <a:pt x="742" y="5081"/>
                    <a:pt x="917" y="5081"/>
                  </a:cubicBezTo>
                  <a:cubicBezTo>
                    <a:pt x="2092" y="5081"/>
                    <a:pt x="3149" y="4263"/>
                    <a:pt x="3403" y="3065"/>
                  </a:cubicBezTo>
                  <a:cubicBezTo>
                    <a:pt x="3694" y="1691"/>
                    <a:pt x="2817" y="341"/>
                    <a:pt x="1443" y="49"/>
                  </a:cubicBezTo>
                  <a:cubicBezTo>
                    <a:pt x="1281" y="15"/>
                    <a:pt x="1120" y="1"/>
                    <a:pt x="961"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8" name="Google Shape;158;p53"/>
            <p:cNvSpPr/>
            <p:nvPr/>
          </p:nvSpPr>
          <p:spPr>
            <a:xfrm>
              <a:off x="5283750" y="3322175"/>
              <a:ext cx="35500" cy="35450"/>
            </a:xfrm>
            <a:custGeom>
              <a:rect b="b" l="l" r="r" t="t"/>
              <a:pathLst>
                <a:path extrusionOk="0" h="1418" w="1420">
                  <a:moveTo>
                    <a:pt x="709" y="0"/>
                  </a:moveTo>
                  <a:cubicBezTo>
                    <a:pt x="318" y="0"/>
                    <a:pt x="1" y="317"/>
                    <a:pt x="1" y="709"/>
                  </a:cubicBezTo>
                  <a:cubicBezTo>
                    <a:pt x="1" y="1100"/>
                    <a:pt x="318" y="1417"/>
                    <a:pt x="709" y="1417"/>
                  </a:cubicBezTo>
                  <a:cubicBezTo>
                    <a:pt x="1101" y="1417"/>
                    <a:pt x="1419" y="1100"/>
                    <a:pt x="1419" y="709"/>
                  </a:cubicBezTo>
                  <a:cubicBezTo>
                    <a:pt x="1419" y="317"/>
                    <a:pt x="1101" y="0"/>
                    <a:pt x="709" y="0"/>
                  </a:cubicBezTo>
                  <a:close/>
                </a:path>
              </a:pathLst>
            </a:cu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9" name="Google Shape;159;p53"/>
            <p:cNvSpPr/>
            <p:nvPr/>
          </p:nvSpPr>
          <p:spPr>
            <a:xfrm>
              <a:off x="5261800" y="3241850"/>
              <a:ext cx="35500" cy="35475"/>
            </a:xfrm>
            <a:custGeom>
              <a:rect b="b" l="l" r="r" t="t"/>
              <a:pathLst>
                <a:path extrusionOk="0" h="1419" w="1420">
                  <a:moveTo>
                    <a:pt x="710" y="1"/>
                  </a:moveTo>
                  <a:cubicBezTo>
                    <a:pt x="318" y="1"/>
                    <a:pt x="1" y="318"/>
                    <a:pt x="1" y="710"/>
                  </a:cubicBezTo>
                  <a:cubicBezTo>
                    <a:pt x="1" y="1101"/>
                    <a:pt x="318" y="1418"/>
                    <a:pt x="710" y="1418"/>
                  </a:cubicBezTo>
                  <a:cubicBezTo>
                    <a:pt x="1102" y="1418"/>
                    <a:pt x="1419" y="1101"/>
                    <a:pt x="1419" y="710"/>
                  </a:cubicBezTo>
                  <a:cubicBezTo>
                    <a:pt x="1419" y="318"/>
                    <a:pt x="1102" y="1"/>
                    <a:pt x="710" y="1"/>
                  </a:cubicBezTo>
                  <a:close/>
                </a:path>
              </a:pathLst>
            </a:cu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0" name="Google Shape;160;p53"/>
            <p:cNvSpPr/>
            <p:nvPr/>
          </p:nvSpPr>
          <p:spPr>
            <a:xfrm>
              <a:off x="5288850" y="3161550"/>
              <a:ext cx="35475" cy="35500"/>
            </a:xfrm>
            <a:custGeom>
              <a:rect b="b" l="l" r="r" t="t"/>
              <a:pathLst>
                <a:path extrusionOk="0" h="1420" w="1419">
                  <a:moveTo>
                    <a:pt x="709" y="1"/>
                  </a:moveTo>
                  <a:cubicBezTo>
                    <a:pt x="318" y="1"/>
                    <a:pt x="0" y="319"/>
                    <a:pt x="0" y="710"/>
                  </a:cubicBezTo>
                  <a:cubicBezTo>
                    <a:pt x="0" y="1102"/>
                    <a:pt x="318" y="1419"/>
                    <a:pt x="709" y="1419"/>
                  </a:cubicBezTo>
                  <a:cubicBezTo>
                    <a:pt x="1100" y="1419"/>
                    <a:pt x="1419" y="1102"/>
                    <a:pt x="1419" y="710"/>
                  </a:cubicBezTo>
                  <a:cubicBezTo>
                    <a:pt x="1419" y="319"/>
                    <a:pt x="1100" y="1"/>
                    <a:pt x="709" y="1"/>
                  </a:cubicBezTo>
                  <a:close/>
                </a:path>
              </a:pathLst>
            </a:cu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1" name="Google Shape;161;p53"/>
            <p:cNvSpPr/>
            <p:nvPr/>
          </p:nvSpPr>
          <p:spPr>
            <a:xfrm>
              <a:off x="5959025" y="2821600"/>
              <a:ext cx="17775" cy="17775"/>
            </a:xfrm>
            <a:custGeom>
              <a:rect b="b" l="l" r="r" t="t"/>
              <a:pathLst>
                <a:path extrusionOk="0" h="711" w="711">
                  <a:moveTo>
                    <a:pt x="355" y="0"/>
                  </a:moveTo>
                  <a:cubicBezTo>
                    <a:pt x="158" y="0"/>
                    <a:pt x="1" y="160"/>
                    <a:pt x="1" y="355"/>
                  </a:cubicBezTo>
                  <a:cubicBezTo>
                    <a:pt x="1" y="553"/>
                    <a:pt x="159" y="710"/>
                    <a:pt x="355" y="710"/>
                  </a:cubicBezTo>
                  <a:cubicBezTo>
                    <a:pt x="553" y="710"/>
                    <a:pt x="710" y="551"/>
                    <a:pt x="710" y="355"/>
                  </a:cubicBezTo>
                  <a:cubicBezTo>
                    <a:pt x="710" y="158"/>
                    <a:pt x="553" y="0"/>
                    <a:pt x="355" y="0"/>
                  </a:cubicBezTo>
                  <a:close/>
                </a:path>
              </a:pathLst>
            </a:cu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2" name="Google Shape;162;p53"/>
            <p:cNvSpPr/>
            <p:nvPr/>
          </p:nvSpPr>
          <p:spPr>
            <a:xfrm>
              <a:off x="5511325" y="2496325"/>
              <a:ext cx="17800" cy="17775"/>
            </a:xfrm>
            <a:custGeom>
              <a:rect b="b" l="l" r="r" t="t"/>
              <a:pathLst>
                <a:path extrusionOk="0" h="711" w="712">
                  <a:moveTo>
                    <a:pt x="355" y="1"/>
                  </a:moveTo>
                  <a:cubicBezTo>
                    <a:pt x="159" y="1"/>
                    <a:pt x="0" y="159"/>
                    <a:pt x="0" y="356"/>
                  </a:cubicBezTo>
                  <a:cubicBezTo>
                    <a:pt x="0" y="553"/>
                    <a:pt x="160" y="710"/>
                    <a:pt x="355" y="710"/>
                  </a:cubicBezTo>
                  <a:cubicBezTo>
                    <a:pt x="552" y="710"/>
                    <a:pt x="711" y="552"/>
                    <a:pt x="711" y="356"/>
                  </a:cubicBezTo>
                  <a:cubicBezTo>
                    <a:pt x="711" y="160"/>
                    <a:pt x="552" y="2"/>
                    <a:pt x="355" y="1"/>
                  </a:cubicBezTo>
                  <a:close/>
                </a:path>
              </a:pathLst>
            </a:cu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3" name="Google Shape;163;p53"/>
            <p:cNvSpPr/>
            <p:nvPr/>
          </p:nvSpPr>
          <p:spPr>
            <a:xfrm>
              <a:off x="5565550" y="2439125"/>
              <a:ext cx="17775" cy="17800"/>
            </a:xfrm>
            <a:custGeom>
              <a:rect b="b" l="l" r="r" t="t"/>
              <a:pathLst>
                <a:path extrusionOk="0" h="712" w="711">
                  <a:moveTo>
                    <a:pt x="355" y="1"/>
                  </a:moveTo>
                  <a:cubicBezTo>
                    <a:pt x="158" y="1"/>
                    <a:pt x="0" y="160"/>
                    <a:pt x="0" y="356"/>
                  </a:cubicBezTo>
                  <a:cubicBezTo>
                    <a:pt x="0" y="553"/>
                    <a:pt x="159" y="712"/>
                    <a:pt x="355" y="712"/>
                  </a:cubicBezTo>
                  <a:cubicBezTo>
                    <a:pt x="552" y="712"/>
                    <a:pt x="710" y="552"/>
                    <a:pt x="710" y="356"/>
                  </a:cubicBezTo>
                  <a:cubicBezTo>
                    <a:pt x="710" y="159"/>
                    <a:pt x="550" y="1"/>
                    <a:pt x="355" y="1"/>
                  </a:cubicBezTo>
                  <a:close/>
                </a:path>
              </a:pathLst>
            </a:cu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4" name="Google Shape;164;p53"/>
            <p:cNvSpPr/>
            <p:nvPr/>
          </p:nvSpPr>
          <p:spPr>
            <a:xfrm>
              <a:off x="5920700" y="3006950"/>
              <a:ext cx="18650" cy="17750"/>
            </a:xfrm>
            <a:custGeom>
              <a:rect b="b" l="l" r="r" t="t"/>
              <a:pathLst>
                <a:path extrusionOk="0" h="710" w="746">
                  <a:moveTo>
                    <a:pt x="371" y="1"/>
                  </a:moveTo>
                  <a:cubicBezTo>
                    <a:pt x="359" y="1"/>
                    <a:pt x="347" y="1"/>
                    <a:pt x="335" y="3"/>
                  </a:cubicBezTo>
                  <a:cubicBezTo>
                    <a:pt x="141" y="23"/>
                    <a:pt x="0" y="199"/>
                    <a:pt x="20" y="393"/>
                  </a:cubicBezTo>
                  <a:cubicBezTo>
                    <a:pt x="39" y="574"/>
                    <a:pt x="194" y="710"/>
                    <a:pt x="373" y="710"/>
                  </a:cubicBezTo>
                  <a:cubicBezTo>
                    <a:pt x="385" y="710"/>
                    <a:pt x="397" y="709"/>
                    <a:pt x="410" y="708"/>
                  </a:cubicBezTo>
                  <a:cubicBezTo>
                    <a:pt x="604" y="688"/>
                    <a:pt x="746" y="512"/>
                    <a:pt x="725" y="318"/>
                  </a:cubicBezTo>
                  <a:cubicBezTo>
                    <a:pt x="705" y="136"/>
                    <a:pt x="550" y="1"/>
                    <a:pt x="371" y="1"/>
                  </a:cubicBezTo>
                  <a:close/>
                </a:path>
              </a:pathLst>
            </a:cu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5" name="Google Shape;165;p53"/>
            <p:cNvSpPr/>
            <p:nvPr/>
          </p:nvSpPr>
          <p:spPr>
            <a:xfrm>
              <a:off x="5887100" y="2978700"/>
              <a:ext cx="18675" cy="17750"/>
            </a:xfrm>
            <a:custGeom>
              <a:rect b="b" l="l" r="r" t="t"/>
              <a:pathLst>
                <a:path extrusionOk="0" h="710" w="747">
                  <a:moveTo>
                    <a:pt x="372" y="1"/>
                  </a:moveTo>
                  <a:cubicBezTo>
                    <a:pt x="361" y="1"/>
                    <a:pt x="349" y="1"/>
                    <a:pt x="337" y="2"/>
                  </a:cubicBezTo>
                  <a:cubicBezTo>
                    <a:pt x="141" y="23"/>
                    <a:pt x="1" y="199"/>
                    <a:pt x="21" y="393"/>
                  </a:cubicBezTo>
                  <a:cubicBezTo>
                    <a:pt x="40" y="575"/>
                    <a:pt x="195" y="710"/>
                    <a:pt x="374" y="710"/>
                  </a:cubicBezTo>
                  <a:cubicBezTo>
                    <a:pt x="386" y="710"/>
                    <a:pt x="399" y="709"/>
                    <a:pt x="412" y="708"/>
                  </a:cubicBezTo>
                  <a:cubicBezTo>
                    <a:pt x="606" y="688"/>
                    <a:pt x="746" y="512"/>
                    <a:pt x="726" y="318"/>
                  </a:cubicBezTo>
                  <a:cubicBezTo>
                    <a:pt x="706" y="135"/>
                    <a:pt x="552" y="1"/>
                    <a:pt x="372" y="1"/>
                  </a:cubicBezTo>
                  <a:close/>
                </a:path>
              </a:pathLst>
            </a:cu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6" name="Google Shape;166;p53"/>
            <p:cNvSpPr/>
            <p:nvPr/>
          </p:nvSpPr>
          <p:spPr>
            <a:xfrm>
              <a:off x="5906000" y="2839325"/>
              <a:ext cx="17800" cy="17775"/>
            </a:xfrm>
            <a:custGeom>
              <a:rect b="b" l="l" r="r" t="t"/>
              <a:pathLst>
                <a:path extrusionOk="0" h="711" w="712">
                  <a:moveTo>
                    <a:pt x="356" y="0"/>
                  </a:moveTo>
                  <a:cubicBezTo>
                    <a:pt x="160" y="0"/>
                    <a:pt x="1" y="160"/>
                    <a:pt x="1" y="355"/>
                  </a:cubicBezTo>
                  <a:cubicBezTo>
                    <a:pt x="1" y="552"/>
                    <a:pt x="161" y="711"/>
                    <a:pt x="356" y="711"/>
                  </a:cubicBezTo>
                  <a:cubicBezTo>
                    <a:pt x="553" y="711"/>
                    <a:pt x="712" y="551"/>
                    <a:pt x="712" y="355"/>
                  </a:cubicBezTo>
                  <a:cubicBezTo>
                    <a:pt x="712" y="160"/>
                    <a:pt x="552" y="0"/>
                    <a:pt x="356" y="0"/>
                  </a:cubicBezTo>
                  <a:close/>
                </a:path>
              </a:pathLst>
            </a:cu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7" name="Google Shape;167;p53"/>
            <p:cNvSpPr/>
            <p:nvPr/>
          </p:nvSpPr>
          <p:spPr>
            <a:xfrm>
              <a:off x="5863425" y="2877525"/>
              <a:ext cx="39675" cy="82050"/>
            </a:xfrm>
            <a:custGeom>
              <a:rect b="b" l="l" r="r" t="t"/>
              <a:pathLst>
                <a:path extrusionOk="0" h="3282" w="1587">
                  <a:moveTo>
                    <a:pt x="1108" y="0"/>
                  </a:moveTo>
                  <a:cubicBezTo>
                    <a:pt x="1005" y="0"/>
                    <a:pt x="901" y="43"/>
                    <a:pt x="826" y="146"/>
                  </a:cubicBezTo>
                  <a:cubicBezTo>
                    <a:pt x="208" y="993"/>
                    <a:pt x="0" y="2010"/>
                    <a:pt x="182" y="3038"/>
                  </a:cubicBezTo>
                  <a:cubicBezTo>
                    <a:pt x="212" y="3208"/>
                    <a:pt x="333" y="3281"/>
                    <a:pt x="464" y="3281"/>
                  </a:cubicBezTo>
                  <a:cubicBezTo>
                    <a:pt x="660" y="3281"/>
                    <a:pt x="876" y="3114"/>
                    <a:pt x="831" y="2858"/>
                  </a:cubicBezTo>
                  <a:cubicBezTo>
                    <a:pt x="680" y="2004"/>
                    <a:pt x="899" y="1181"/>
                    <a:pt x="1407" y="485"/>
                  </a:cubicBezTo>
                  <a:cubicBezTo>
                    <a:pt x="1586" y="239"/>
                    <a:pt x="1351" y="0"/>
                    <a:pt x="1108" y="0"/>
                  </a:cubicBezTo>
                  <a:close/>
                </a:path>
              </a:pathLst>
            </a:custGeom>
            <a:solidFill>
              <a:srgbClr val="FFFFFF">
                <a:alpha val="980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8" name="Google Shape;168;p53"/>
            <p:cNvSpPr/>
            <p:nvPr/>
          </p:nvSpPr>
          <p:spPr>
            <a:xfrm>
              <a:off x="5505825" y="2449625"/>
              <a:ext cx="25700" cy="30025"/>
            </a:xfrm>
            <a:custGeom>
              <a:rect b="b" l="l" r="r" t="t"/>
              <a:pathLst>
                <a:path extrusionOk="0" h="1201" w="1028">
                  <a:moveTo>
                    <a:pt x="542" y="0"/>
                  </a:moveTo>
                  <a:cubicBezTo>
                    <a:pt x="466" y="0"/>
                    <a:pt x="388" y="30"/>
                    <a:pt x="318" y="101"/>
                  </a:cubicBezTo>
                  <a:cubicBezTo>
                    <a:pt x="112" y="313"/>
                    <a:pt x="0" y="579"/>
                    <a:pt x="10" y="876"/>
                  </a:cubicBezTo>
                  <a:cubicBezTo>
                    <a:pt x="17" y="1092"/>
                    <a:pt x="189" y="1201"/>
                    <a:pt x="357" y="1201"/>
                  </a:cubicBezTo>
                  <a:cubicBezTo>
                    <a:pt x="525" y="1201"/>
                    <a:pt x="689" y="1093"/>
                    <a:pt x="682" y="876"/>
                  </a:cubicBezTo>
                  <a:cubicBezTo>
                    <a:pt x="679" y="753"/>
                    <a:pt x="707" y="665"/>
                    <a:pt x="794" y="577"/>
                  </a:cubicBezTo>
                  <a:cubicBezTo>
                    <a:pt x="1028" y="338"/>
                    <a:pt x="799" y="0"/>
                    <a:pt x="542" y="0"/>
                  </a:cubicBezTo>
                  <a:close/>
                </a:path>
              </a:pathLst>
            </a:custGeom>
            <a:solidFill>
              <a:srgbClr val="FFFFFF">
                <a:alpha val="980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9" name="Google Shape;169;p53"/>
            <p:cNvSpPr/>
            <p:nvPr/>
          </p:nvSpPr>
          <p:spPr>
            <a:xfrm>
              <a:off x="5316525" y="3096625"/>
              <a:ext cx="81050" cy="51125"/>
            </a:xfrm>
            <a:custGeom>
              <a:rect b="b" l="l" r="r" t="t"/>
              <a:pathLst>
                <a:path extrusionOk="0" h="2045" w="3242">
                  <a:moveTo>
                    <a:pt x="2601" y="0"/>
                  </a:moveTo>
                  <a:cubicBezTo>
                    <a:pt x="2547" y="0"/>
                    <a:pt x="2489" y="10"/>
                    <a:pt x="2428" y="32"/>
                  </a:cubicBezTo>
                  <a:cubicBezTo>
                    <a:pt x="1674" y="302"/>
                    <a:pt x="1004" y="689"/>
                    <a:pt x="393" y="1204"/>
                  </a:cubicBezTo>
                  <a:cubicBezTo>
                    <a:pt x="0" y="1534"/>
                    <a:pt x="361" y="2044"/>
                    <a:pt x="773" y="2044"/>
                  </a:cubicBezTo>
                  <a:cubicBezTo>
                    <a:pt x="885" y="2044"/>
                    <a:pt x="1000" y="2007"/>
                    <a:pt x="1106" y="1918"/>
                  </a:cubicBezTo>
                  <a:cubicBezTo>
                    <a:pt x="1577" y="1521"/>
                    <a:pt x="2116" y="1214"/>
                    <a:pt x="2696" y="1006"/>
                  </a:cubicBezTo>
                  <a:cubicBezTo>
                    <a:pt x="3242" y="810"/>
                    <a:pt x="3085" y="0"/>
                    <a:pt x="2601" y="0"/>
                  </a:cubicBezTo>
                  <a:close/>
                </a:path>
              </a:pathLst>
            </a:custGeom>
            <a:solidFill>
              <a:srgbClr val="FFFFFF">
                <a:alpha val="980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0" name="Google Shape;170;p53"/>
            <p:cNvSpPr/>
            <p:nvPr/>
          </p:nvSpPr>
          <p:spPr>
            <a:xfrm>
              <a:off x="5419900" y="3083675"/>
              <a:ext cx="96200" cy="28275"/>
            </a:xfrm>
            <a:custGeom>
              <a:rect b="b" l="l" r="r" t="t"/>
              <a:pathLst>
                <a:path extrusionOk="0" h="1131" w="3848">
                  <a:moveTo>
                    <a:pt x="1783" y="0"/>
                  </a:moveTo>
                  <a:cubicBezTo>
                    <a:pt x="1395" y="0"/>
                    <a:pt x="1005" y="31"/>
                    <a:pt x="611" y="90"/>
                  </a:cubicBezTo>
                  <a:cubicBezTo>
                    <a:pt x="0" y="182"/>
                    <a:pt x="219" y="1070"/>
                    <a:pt x="792" y="1070"/>
                  </a:cubicBezTo>
                  <a:cubicBezTo>
                    <a:pt x="820" y="1070"/>
                    <a:pt x="849" y="1068"/>
                    <a:pt x="879" y="1064"/>
                  </a:cubicBezTo>
                  <a:cubicBezTo>
                    <a:pt x="1172" y="1019"/>
                    <a:pt x="1467" y="997"/>
                    <a:pt x="1762" y="997"/>
                  </a:cubicBezTo>
                  <a:cubicBezTo>
                    <a:pt x="2171" y="997"/>
                    <a:pt x="2579" y="1039"/>
                    <a:pt x="2981" y="1119"/>
                  </a:cubicBezTo>
                  <a:cubicBezTo>
                    <a:pt x="3020" y="1127"/>
                    <a:pt x="3057" y="1131"/>
                    <a:pt x="3093" y="1131"/>
                  </a:cubicBezTo>
                  <a:cubicBezTo>
                    <a:pt x="3644" y="1131"/>
                    <a:pt x="3848" y="266"/>
                    <a:pt x="3249" y="147"/>
                  </a:cubicBezTo>
                  <a:cubicBezTo>
                    <a:pt x="2757" y="48"/>
                    <a:pt x="2271" y="0"/>
                    <a:pt x="1783" y="0"/>
                  </a:cubicBezTo>
                  <a:close/>
                </a:path>
              </a:pathLst>
            </a:custGeom>
            <a:solidFill>
              <a:srgbClr val="FFFFFF">
                <a:alpha val="980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1" name="Google Shape;171;p53"/>
            <p:cNvSpPr/>
            <p:nvPr/>
          </p:nvSpPr>
          <p:spPr>
            <a:xfrm>
              <a:off x="5079250" y="2925400"/>
              <a:ext cx="197550" cy="176800"/>
            </a:xfrm>
            <a:custGeom>
              <a:rect b="b" l="l" r="r" t="t"/>
              <a:pathLst>
                <a:path extrusionOk="0" h="7072" w="7902">
                  <a:moveTo>
                    <a:pt x="6905" y="1"/>
                  </a:moveTo>
                  <a:cubicBezTo>
                    <a:pt x="6801" y="1"/>
                    <a:pt x="6690" y="28"/>
                    <a:pt x="6577" y="90"/>
                  </a:cubicBezTo>
                  <a:cubicBezTo>
                    <a:pt x="3989" y="1516"/>
                    <a:pt x="1861" y="3555"/>
                    <a:pt x="316" y="6074"/>
                  </a:cubicBezTo>
                  <a:cubicBezTo>
                    <a:pt x="0" y="6588"/>
                    <a:pt x="466" y="7072"/>
                    <a:pt x="931" y="7072"/>
                  </a:cubicBezTo>
                  <a:cubicBezTo>
                    <a:pt x="1136" y="7072"/>
                    <a:pt x="1340" y="6978"/>
                    <a:pt x="1479" y="6753"/>
                  </a:cubicBezTo>
                  <a:cubicBezTo>
                    <a:pt x="2909" y="4425"/>
                    <a:pt x="4863" y="2571"/>
                    <a:pt x="7256" y="1252"/>
                  </a:cubicBezTo>
                  <a:cubicBezTo>
                    <a:pt x="7902" y="896"/>
                    <a:pt x="7506" y="1"/>
                    <a:pt x="6905" y="1"/>
                  </a:cubicBezTo>
                  <a:close/>
                </a:path>
              </a:pathLst>
            </a:cu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2" name="Google Shape;172;p53"/>
            <p:cNvSpPr/>
            <p:nvPr/>
          </p:nvSpPr>
          <p:spPr>
            <a:xfrm>
              <a:off x="5149475" y="2851150"/>
              <a:ext cx="91625" cy="56675"/>
            </a:xfrm>
            <a:custGeom>
              <a:rect b="b" l="l" r="r" t="t"/>
              <a:pathLst>
                <a:path extrusionOk="0" h="2267" w="3665">
                  <a:moveTo>
                    <a:pt x="2933" y="0"/>
                  </a:moveTo>
                  <a:cubicBezTo>
                    <a:pt x="2814" y="0"/>
                    <a:pt x="2691" y="28"/>
                    <a:pt x="2573" y="79"/>
                  </a:cubicBezTo>
                  <a:cubicBezTo>
                    <a:pt x="1853" y="394"/>
                    <a:pt x="1131" y="711"/>
                    <a:pt x="412" y="1026"/>
                  </a:cubicBezTo>
                  <a:cubicBezTo>
                    <a:pt x="79" y="1171"/>
                    <a:pt x="0" y="1660"/>
                    <a:pt x="171" y="1946"/>
                  </a:cubicBezTo>
                  <a:cubicBezTo>
                    <a:pt x="303" y="2169"/>
                    <a:pt x="512" y="2266"/>
                    <a:pt x="734" y="2266"/>
                  </a:cubicBezTo>
                  <a:cubicBezTo>
                    <a:pt x="852" y="2266"/>
                    <a:pt x="975" y="2238"/>
                    <a:pt x="1092" y="2187"/>
                  </a:cubicBezTo>
                  <a:cubicBezTo>
                    <a:pt x="1812" y="1873"/>
                    <a:pt x="2534" y="1557"/>
                    <a:pt x="3253" y="1241"/>
                  </a:cubicBezTo>
                  <a:cubicBezTo>
                    <a:pt x="3585" y="1097"/>
                    <a:pt x="3665" y="608"/>
                    <a:pt x="3494" y="320"/>
                  </a:cubicBezTo>
                  <a:cubicBezTo>
                    <a:pt x="3362" y="97"/>
                    <a:pt x="3155" y="0"/>
                    <a:pt x="2933" y="0"/>
                  </a:cubicBezTo>
                  <a:close/>
                </a:path>
              </a:pathLst>
            </a:cu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3" name="Google Shape;173;p53"/>
            <p:cNvSpPr/>
            <p:nvPr/>
          </p:nvSpPr>
          <p:spPr>
            <a:xfrm>
              <a:off x="5792550" y="2498975"/>
              <a:ext cx="256800" cy="246575"/>
            </a:xfrm>
            <a:custGeom>
              <a:rect b="b" l="l" r="r" t="t"/>
              <a:pathLst>
                <a:path extrusionOk="0" h="9863" w="10272">
                  <a:moveTo>
                    <a:pt x="1001" y="1"/>
                  </a:moveTo>
                  <a:cubicBezTo>
                    <a:pt x="469" y="1"/>
                    <a:pt x="1" y="678"/>
                    <a:pt x="497" y="1137"/>
                  </a:cubicBezTo>
                  <a:cubicBezTo>
                    <a:pt x="3423" y="3845"/>
                    <a:pt x="6216" y="6681"/>
                    <a:pt x="8879" y="9647"/>
                  </a:cubicBezTo>
                  <a:cubicBezTo>
                    <a:pt x="9015" y="9799"/>
                    <a:pt x="9171" y="9862"/>
                    <a:pt x="9324" y="9862"/>
                  </a:cubicBezTo>
                  <a:cubicBezTo>
                    <a:pt x="9820" y="9862"/>
                    <a:pt x="10271" y="9188"/>
                    <a:pt x="9830" y="8696"/>
                  </a:cubicBezTo>
                  <a:cubicBezTo>
                    <a:pt x="7167" y="5729"/>
                    <a:pt x="4374" y="2892"/>
                    <a:pt x="1449" y="185"/>
                  </a:cubicBezTo>
                  <a:cubicBezTo>
                    <a:pt x="1308" y="56"/>
                    <a:pt x="1152" y="1"/>
                    <a:pt x="1001" y="1"/>
                  </a:cubicBezTo>
                  <a:close/>
                </a:path>
              </a:pathLst>
            </a:cu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4" name="Google Shape;174;p53"/>
            <p:cNvSpPr/>
            <p:nvPr/>
          </p:nvSpPr>
          <p:spPr>
            <a:xfrm>
              <a:off x="5981125" y="2552925"/>
              <a:ext cx="178575" cy="178250"/>
            </a:xfrm>
            <a:custGeom>
              <a:rect b="b" l="l" r="r" t="t"/>
              <a:pathLst>
                <a:path extrusionOk="0" h="7130" w="7143">
                  <a:moveTo>
                    <a:pt x="1016" y="0"/>
                  </a:moveTo>
                  <a:cubicBezTo>
                    <a:pt x="475" y="0"/>
                    <a:pt x="1" y="678"/>
                    <a:pt x="510" y="1129"/>
                  </a:cubicBezTo>
                  <a:cubicBezTo>
                    <a:pt x="2438" y="2831"/>
                    <a:pt x="4151" y="4727"/>
                    <a:pt x="5631" y="6831"/>
                  </a:cubicBezTo>
                  <a:cubicBezTo>
                    <a:pt x="5779" y="7042"/>
                    <a:pt x="5987" y="7129"/>
                    <a:pt x="6193" y="7129"/>
                  </a:cubicBezTo>
                  <a:cubicBezTo>
                    <a:pt x="6675" y="7129"/>
                    <a:pt x="7143" y="6650"/>
                    <a:pt x="6793" y="6152"/>
                  </a:cubicBezTo>
                  <a:cubicBezTo>
                    <a:pt x="5249" y="3954"/>
                    <a:pt x="3477" y="1955"/>
                    <a:pt x="1462" y="176"/>
                  </a:cubicBezTo>
                  <a:cubicBezTo>
                    <a:pt x="1322" y="52"/>
                    <a:pt x="1166" y="0"/>
                    <a:pt x="1016" y="0"/>
                  </a:cubicBezTo>
                  <a:close/>
                </a:path>
              </a:pathLst>
            </a:cu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5" name="Google Shape;175;p53"/>
            <p:cNvSpPr/>
            <p:nvPr/>
          </p:nvSpPr>
          <p:spPr>
            <a:xfrm>
              <a:off x="6045250" y="2756575"/>
              <a:ext cx="111725" cy="108050"/>
            </a:xfrm>
            <a:custGeom>
              <a:rect b="b" l="l" r="r" t="t"/>
              <a:pathLst>
                <a:path extrusionOk="0" h="4322" w="4469">
                  <a:moveTo>
                    <a:pt x="1031" y="1"/>
                  </a:moveTo>
                  <a:cubicBezTo>
                    <a:pt x="481" y="1"/>
                    <a:pt x="0" y="680"/>
                    <a:pt x="522" y="1121"/>
                  </a:cubicBezTo>
                  <a:cubicBezTo>
                    <a:pt x="1505" y="1947"/>
                    <a:pt x="2331" y="2902"/>
                    <a:pt x="2995" y="4002"/>
                  </a:cubicBezTo>
                  <a:cubicBezTo>
                    <a:pt x="3132" y="4228"/>
                    <a:pt x="3336" y="4322"/>
                    <a:pt x="3540" y="4322"/>
                  </a:cubicBezTo>
                  <a:cubicBezTo>
                    <a:pt x="4003" y="4322"/>
                    <a:pt x="4468" y="3838"/>
                    <a:pt x="4156" y="3322"/>
                  </a:cubicBezTo>
                  <a:cubicBezTo>
                    <a:pt x="3437" y="2131"/>
                    <a:pt x="2540" y="1067"/>
                    <a:pt x="1474" y="169"/>
                  </a:cubicBezTo>
                  <a:cubicBezTo>
                    <a:pt x="1334" y="51"/>
                    <a:pt x="1180" y="1"/>
                    <a:pt x="1031" y="1"/>
                  </a:cubicBezTo>
                  <a:close/>
                </a:path>
              </a:pathLst>
            </a:cu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176" name="Google Shape;176;p53"/>
          <p:cNvPicPr preferRelativeResize="0"/>
          <p:nvPr/>
        </p:nvPicPr>
        <p:blipFill rotWithShape="1">
          <a:blip r:embed="rId2">
            <a:alphaModFix amt="14000"/>
          </a:blip>
          <a:srcRect b="0" l="0" r="0" t="0"/>
          <a:stretch/>
        </p:blipFill>
        <p:spPr>
          <a:xfrm>
            <a:off x="0" y="0"/>
            <a:ext cx="9144000" cy="5143500"/>
          </a:xfrm>
          <a:prstGeom prst="rect">
            <a:avLst/>
          </a:prstGeom>
          <a:noFill/>
          <a:ln>
            <a:noFill/>
          </a:ln>
        </p:spPr>
      </p:pic>
      <p:sp>
        <p:nvSpPr>
          <p:cNvPr id="177" name="Google Shape;177;p53"/>
          <p:cNvSpPr/>
          <p:nvPr/>
        </p:nvSpPr>
        <p:spPr>
          <a:xfrm>
            <a:off x="372375" y="324675"/>
            <a:ext cx="8394900" cy="4500600"/>
          </a:xfrm>
          <a:prstGeom prst="rect">
            <a:avLst/>
          </a:prstGeom>
          <a:solidFill>
            <a:srgbClr val="7C7C7C">
              <a:alpha val="14117"/>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nvGrpSpPr>
          <p:cNvPr id="178" name="Google Shape;178;p53"/>
          <p:cNvGrpSpPr/>
          <p:nvPr/>
        </p:nvGrpSpPr>
        <p:grpSpPr>
          <a:xfrm>
            <a:off x="371330" y="3818004"/>
            <a:ext cx="8400431" cy="1003659"/>
            <a:chOff x="4122825" y="2769975"/>
            <a:chExt cx="4390775" cy="1934950"/>
          </a:xfrm>
        </p:grpSpPr>
        <p:sp>
          <p:nvSpPr>
            <p:cNvPr id="179" name="Google Shape;179;p53"/>
            <p:cNvSpPr/>
            <p:nvPr/>
          </p:nvSpPr>
          <p:spPr>
            <a:xfrm>
              <a:off x="4122825" y="2769975"/>
              <a:ext cx="4390775" cy="1399600"/>
            </a:xfrm>
            <a:custGeom>
              <a:rect b="b" l="l" r="r" t="t"/>
              <a:pathLst>
                <a:path extrusionOk="0" fill="none" h="55984" w="175631">
                  <a:moveTo>
                    <a:pt x="175486" y="55983"/>
                  </a:moveTo>
                  <a:cubicBezTo>
                    <a:pt x="175594" y="55983"/>
                    <a:pt x="175630" y="55808"/>
                    <a:pt x="175534" y="55748"/>
                  </a:cubicBezTo>
                  <a:lnTo>
                    <a:pt x="87817" y="1"/>
                  </a:lnTo>
                  <a:lnTo>
                    <a:pt x="97" y="55748"/>
                  </a:lnTo>
                  <a:cubicBezTo>
                    <a:pt x="1" y="55810"/>
                    <a:pt x="37" y="55983"/>
                    <a:pt x="146" y="55983"/>
                  </a:cubicBezTo>
                </a:path>
              </a:pathLst>
            </a:custGeom>
            <a:noFill/>
            <a:ln cap="flat" cmpd="sng" w="9525">
              <a:solidFill>
                <a:schemeClr val="accent4"/>
              </a:solidFill>
              <a:prstDash val="solid"/>
              <a:miter lim="1069"/>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0" name="Google Shape;180;p53"/>
            <p:cNvSpPr/>
            <p:nvPr/>
          </p:nvSpPr>
          <p:spPr>
            <a:xfrm>
              <a:off x="5419875" y="2769975"/>
              <a:ext cx="898375" cy="1934950"/>
            </a:xfrm>
            <a:custGeom>
              <a:rect b="b" l="l" r="r" t="t"/>
              <a:pathLst>
                <a:path extrusionOk="0" fill="none" h="77398" w="35935">
                  <a:moveTo>
                    <a:pt x="35935" y="1"/>
                  </a:moveTo>
                  <a:lnTo>
                    <a:pt x="0" y="77398"/>
                  </a:lnTo>
                </a:path>
              </a:pathLst>
            </a:custGeom>
            <a:noFill/>
            <a:ln cap="flat" cmpd="sng" w="9525">
              <a:solidFill>
                <a:schemeClr val="accent4"/>
              </a:solidFill>
              <a:prstDash val="solid"/>
              <a:miter lim="1069"/>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1" name="Google Shape;181;p53"/>
            <p:cNvSpPr/>
            <p:nvPr/>
          </p:nvSpPr>
          <p:spPr>
            <a:xfrm>
              <a:off x="4355900" y="2769975"/>
              <a:ext cx="1962350" cy="1934950"/>
            </a:xfrm>
            <a:custGeom>
              <a:rect b="b" l="l" r="r" t="t"/>
              <a:pathLst>
                <a:path extrusionOk="0" fill="none" h="77398" w="78494">
                  <a:moveTo>
                    <a:pt x="0" y="77398"/>
                  </a:moveTo>
                  <a:lnTo>
                    <a:pt x="78494" y="1"/>
                  </a:lnTo>
                </a:path>
              </a:pathLst>
            </a:custGeom>
            <a:noFill/>
            <a:ln cap="flat" cmpd="sng" w="9525">
              <a:solidFill>
                <a:schemeClr val="accent4"/>
              </a:solidFill>
              <a:prstDash val="solid"/>
              <a:miter lim="1069"/>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2" name="Google Shape;182;p53"/>
            <p:cNvSpPr/>
            <p:nvPr/>
          </p:nvSpPr>
          <p:spPr>
            <a:xfrm>
              <a:off x="6318225" y="2769975"/>
              <a:ext cx="898350" cy="1934950"/>
            </a:xfrm>
            <a:custGeom>
              <a:rect b="b" l="l" r="r" t="t"/>
              <a:pathLst>
                <a:path extrusionOk="0" fill="none" h="77398" w="35934">
                  <a:moveTo>
                    <a:pt x="1" y="1"/>
                  </a:moveTo>
                  <a:lnTo>
                    <a:pt x="35934" y="77398"/>
                  </a:lnTo>
                </a:path>
              </a:pathLst>
            </a:custGeom>
            <a:noFill/>
            <a:ln cap="flat" cmpd="sng" w="9525">
              <a:solidFill>
                <a:schemeClr val="accent4"/>
              </a:solidFill>
              <a:prstDash val="solid"/>
              <a:miter lim="1069"/>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3" name="Google Shape;183;p53"/>
            <p:cNvSpPr/>
            <p:nvPr/>
          </p:nvSpPr>
          <p:spPr>
            <a:xfrm>
              <a:off x="6318225" y="2769975"/>
              <a:ext cx="1962350" cy="1934950"/>
            </a:xfrm>
            <a:custGeom>
              <a:rect b="b" l="l" r="r" t="t"/>
              <a:pathLst>
                <a:path extrusionOk="0" fill="none" h="77398" w="78494">
                  <a:moveTo>
                    <a:pt x="78493" y="77398"/>
                  </a:moveTo>
                  <a:lnTo>
                    <a:pt x="1" y="1"/>
                  </a:lnTo>
                </a:path>
              </a:pathLst>
            </a:custGeom>
            <a:noFill/>
            <a:ln cap="flat" cmpd="sng" w="9525">
              <a:solidFill>
                <a:schemeClr val="accent4"/>
              </a:solidFill>
              <a:prstDash val="solid"/>
              <a:miter lim="1069"/>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4" name="Google Shape;184;p53"/>
            <p:cNvSpPr/>
            <p:nvPr/>
          </p:nvSpPr>
          <p:spPr>
            <a:xfrm>
              <a:off x="4123850" y="3851100"/>
              <a:ext cx="4389300" cy="25"/>
            </a:xfrm>
            <a:custGeom>
              <a:rect b="b" l="l" r="r" t="t"/>
              <a:pathLst>
                <a:path extrusionOk="0" fill="none" h="1" w="175572">
                  <a:moveTo>
                    <a:pt x="1" y="0"/>
                  </a:moveTo>
                  <a:lnTo>
                    <a:pt x="175571" y="0"/>
                  </a:lnTo>
                </a:path>
              </a:pathLst>
            </a:custGeom>
            <a:noFill/>
            <a:ln cap="flat" cmpd="sng" w="9525">
              <a:solidFill>
                <a:schemeClr val="accent4"/>
              </a:solidFill>
              <a:prstDash val="solid"/>
              <a:miter lim="1069"/>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5" name="Google Shape;185;p53"/>
            <p:cNvSpPr/>
            <p:nvPr/>
          </p:nvSpPr>
          <p:spPr>
            <a:xfrm>
              <a:off x="4123850" y="4346500"/>
              <a:ext cx="4389300" cy="25"/>
            </a:xfrm>
            <a:custGeom>
              <a:rect b="b" l="l" r="r" t="t"/>
              <a:pathLst>
                <a:path extrusionOk="0" fill="none" h="1" w="175572">
                  <a:moveTo>
                    <a:pt x="1" y="1"/>
                  </a:moveTo>
                  <a:lnTo>
                    <a:pt x="175571" y="1"/>
                  </a:lnTo>
                </a:path>
              </a:pathLst>
            </a:custGeom>
            <a:noFill/>
            <a:ln cap="flat" cmpd="sng" w="9525">
              <a:solidFill>
                <a:schemeClr val="accent4"/>
              </a:solidFill>
              <a:prstDash val="solid"/>
              <a:miter lim="1069"/>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6" name="Google Shape;186;p53"/>
            <p:cNvSpPr/>
            <p:nvPr/>
          </p:nvSpPr>
          <p:spPr>
            <a:xfrm>
              <a:off x="4123850" y="3557300"/>
              <a:ext cx="4388725" cy="25"/>
            </a:xfrm>
            <a:custGeom>
              <a:rect b="b" l="l" r="r" t="t"/>
              <a:pathLst>
                <a:path extrusionOk="0" fill="none" h="1" w="175549">
                  <a:moveTo>
                    <a:pt x="1" y="0"/>
                  </a:moveTo>
                  <a:lnTo>
                    <a:pt x="175549" y="0"/>
                  </a:lnTo>
                </a:path>
              </a:pathLst>
            </a:custGeom>
            <a:noFill/>
            <a:ln cap="flat" cmpd="sng" w="9525">
              <a:solidFill>
                <a:schemeClr val="accent4"/>
              </a:solidFill>
              <a:prstDash val="solid"/>
              <a:miter lim="1069"/>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7" name="Google Shape;187;p53"/>
            <p:cNvSpPr/>
            <p:nvPr/>
          </p:nvSpPr>
          <p:spPr>
            <a:xfrm>
              <a:off x="4123850" y="3353425"/>
              <a:ext cx="4389300" cy="25"/>
            </a:xfrm>
            <a:custGeom>
              <a:rect b="b" l="l" r="r" t="t"/>
              <a:pathLst>
                <a:path extrusionOk="0" fill="none" h="1" w="175572">
                  <a:moveTo>
                    <a:pt x="1" y="0"/>
                  </a:moveTo>
                  <a:lnTo>
                    <a:pt x="175571" y="0"/>
                  </a:lnTo>
                </a:path>
              </a:pathLst>
            </a:custGeom>
            <a:noFill/>
            <a:ln cap="flat" cmpd="sng" w="9525">
              <a:solidFill>
                <a:schemeClr val="accent4"/>
              </a:solidFill>
              <a:prstDash val="solid"/>
              <a:miter lim="1069"/>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8" name="Google Shape;188;p53"/>
            <p:cNvSpPr/>
            <p:nvPr/>
          </p:nvSpPr>
          <p:spPr>
            <a:xfrm>
              <a:off x="4123850" y="3194925"/>
              <a:ext cx="4389300" cy="25"/>
            </a:xfrm>
            <a:custGeom>
              <a:rect b="b" l="l" r="r" t="t"/>
              <a:pathLst>
                <a:path extrusionOk="0" fill="none" h="1" w="175572">
                  <a:moveTo>
                    <a:pt x="1" y="1"/>
                  </a:moveTo>
                  <a:lnTo>
                    <a:pt x="175571" y="1"/>
                  </a:lnTo>
                </a:path>
              </a:pathLst>
            </a:custGeom>
            <a:noFill/>
            <a:ln cap="flat" cmpd="sng" w="9525">
              <a:solidFill>
                <a:schemeClr val="accent4"/>
              </a:solidFill>
              <a:prstDash val="solid"/>
              <a:miter lim="1069"/>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9" name="Google Shape;189;p53"/>
            <p:cNvSpPr/>
            <p:nvPr/>
          </p:nvSpPr>
          <p:spPr>
            <a:xfrm>
              <a:off x="4123850" y="3079875"/>
              <a:ext cx="4388725" cy="25"/>
            </a:xfrm>
            <a:custGeom>
              <a:rect b="b" l="l" r="r" t="t"/>
              <a:pathLst>
                <a:path extrusionOk="0" fill="none" h="1" w="175549">
                  <a:moveTo>
                    <a:pt x="1" y="1"/>
                  </a:moveTo>
                  <a:lnTo>
                    <a:pt x="175549" y="1"/>
                  </a:lnTo>
                </a:path>
              </a:pathLst>
            </a:custGeom>
            <a:noFill/>
            <a:ln cap="flat" cmpd="sng" w="9525">
              <a:solidFill>
                <a:schemeClr val="accent4"/>
              </a:solidFill>
              <a:prstDash val="solid"/>
              <a:miter lim="1069"/>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0" name="Google Shape;190;p53"/>
            <p:cNvSpPr/>
            <p:nvPr/>
          </p:nvSpPr>
          <p:spPr>
            <a:xfrm>
              <a:off x="4123850" y="2976475"/>
              <a:ext cx="4389300" cy="25"/>
            </a:xfrm>
            <a:custGeom>
              <a:rect b="b" l="l" r="r" t="t"/>
              <a:pathLst>
                <a:path extrusionOk="0" fill="none" h="1" w="175572">
                  <a:moveTo>
                    <a:pt x="1" y="0"/>
                  </a:moveTo>
                  <a:lnTo>
                    <a:pt x="175571" y="0"/>
                  </a:lnTo>
                </a:path>
              </a:pathLst>
            </a:custGeom>
            <a:noFill/>
            <a:ln cap="flat" cmpd="sng" w="9525">
              <a:solidFill>
                <a:schemeClr val="accent4"/>
              </a:solidFill>
              <a:prstDash val="solid"/>
              <a:miter lim="1069"/>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1" name="Google Shape;191;p53"/>
            <p:cNvSpPr/>
            <p:nvPr/>
          </p:nvSpPr>
          <p:spPr>
            <a:xfrm>
              <a:off x="4123850" y="2880100"/>
              <a:ext cx="4388725" cy="25"/>
            </a:xfrm>
            <a:custGeom>
              <a:rect b="b" l="l" r="r" t="t"/>
              <a:pathLst>
                <a:path extrusionOk="0" fill="none" h="1" w="175549">
                  <a:moveTo>
                    <a:pt x="1" y="0"/>
                  </a:moveTo>
                  <a:lnTo>
                    <a:pt x="175549" y="0"/>
                  </a:lnTo>
                </a:path>
              </a:pathLst>
            </a:custGeom>
            <a:noFill/>
            <a:ln cap="flat" cmpd="sng" w="9525">
              <a:solidFill>
                <a:schemeClr val="accent4"/>
              </a:solidFill>
              <a:prstDash val="solid"/>
              <a:miter lim="1069"/>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2" name="Google Shape;192;p53"/>
            <p:cNvSpPr/>
            <p:nvPr/>
          </p:nvSpPr>
          <p:spPr>
            <a:xfrm>
              <a:off x="4123850" y="2769975"/>
              <a:ext cx="2194400" cy="979100"/>
            </a:xfrm>
            <a:custGeom>
              <a:rect b="b" l="l" r="r" t="t"/>
              <a:pathLst>
                <a:path extrusionOk="0" fill="none" h="39164" w="87776">
                  <a:moveTo>
                    <a:pt x="87776" y="1"/>
                  </a:moveTo>
                  <a:lnTo>
                    <a:pt x="1" y="39164"/>
                  </a:lnTo>
                </a:path>
              </a:pathLst>
            </a:custGeom>
            <a:noFill/>
            <a:ln cap="flat" cmpd="sng" w="9525">
              <a:solidFill>
                <a:schemeClr val="accent4"/>
              </a:solidFill>
              <a:prstDash val="solid"/>
              <a:miter lim="1069"/>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3" name="Google Shape;193;p53"/>
            <p:cNvSpPr/>
            <p:nvPr/>
          </p:nvSpPr>
          <p:spPr>
            <a:xfrm>
              <a:off x="4123850" y="2769975"/>
              <a:ext cx="2194400" cy="662050"/>
            </a:xfrm>
            <a:custGeom>
              <a:rect b="b" l="l" r="r" t="t"/>
              <a:pathLst>
                <a:path extrusionOk="0" fill="none" h="26482" w="87776">
                  <a:moveTo>
                    <a:pt x="87776" y="1"/>
                  </a:moveTo>
                  <a:lnTo>
                    <a:pt x="1" y="26481"/>
                  </a:lnTo>
                </a:path>
              </a:pathLst>
            </a:custGeom>
            <a:noFill/>
            <a:ln cap="flat" cmpd="sng" w="9525">
              <a:solidFill>
                <a:schemeClr val="accent4"/>
              </a:solidFill>
              <a:prstDash val="solid"/>
              <a:miter lim="1069"/>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4" name="Google Shape;194;p53"/>
            <p:cNvSpPr/>
            <p:nvPr/>
          </p:nvSpPr>
          <p:spPr>
            <a:xfrm>
              <a:off x="4123850" y="2769975"/>
              <a:ext cx="2194400" cy="407100"/>
            </a:xfrm>
            <a:custGeom>
              <a:rect b="b" l="l" r="r" t="t"/>
              <a:pathLst>
                <a:path extrusionOk="0" fill="none" h="16284" w="87776">
                  <a:moveTo>
                    <a:pt x="87776" y="1"/>
                  </a:moveTo>
                  <a:lnTo>
                    <a:pt x="1" y="16284"/>
                  </a:lnTo>
                </a:path>
              </a:pathLst>
            </a:custGeom>
            <a:noFill/>
            <a:ln cap="flat" cmpd="sng" w="9525">
              <a:solidFill>
                <a:schemeClr val="accent4"/>
              </a:solidFill>
              <a:prstDash val="solid"/>
              <a:miter lim="1069"/>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5" name="Google Shape;195;p53"/>
            <p:cNvSpPr/>
            <p:nvPr/>
          </p:nvSpPr>
          <p:spPr>
            <a:xfrm>
              <a:off x="4123850" y="2769975"/>
              <a:ext cx="2194400" cy="206525"/>
            </a:xfrm>
            <a:custGeom>
              <a:rect b="b" l="l" r="r" t="t"/>
              <a:pathLst>
                <a:path extrusionOk="0" fill="none" h="8261" w="87776">
                  <a:moveTo>
                    <a:pt x="87776" y="1"/>
                  </a:moveTo>
                  <a:lnTo>
                    <a:pt x="1" y="8260"/>
                  </a:lnTo>
                </a:path>
              </a:pathLst>
            </a:custGeom>
            <a:noFill/>
            <a:ln cap="flat" cmpd="sng" w="9525">
              <a:solidFill>
                <a:schemeClr val="accent4"/>
              </a:solidFill>
              <a:prstDash val="solid"/>
              <a:miter lim="1069"/>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6" name="Google Shape;196;p53"/>
            <p:cNvSpPr/>
            <p:nvPr/>
          </p:nvSpPr>
          <p:spPr>
            <a:xfrm>
              <a:off x="4123850" y="2769975"/>
              <a:ext cx="2194400" cy="25"/>
            </a:xfrm>
            <a:custGeom>
              <a:rect b="b" l="l" r="r" t="t"/>
              <a:pathLst>
                <a:path extrusionOk="0" fill="none" h="1" w="87776">
                  <a:moveTo>
                    <a:pt x="87776" y="1"/>
                  </a:moveTo>
                  <a:lnTo>
                    <a:pt x="1" y="1"/>
                  </a:lnTo>
                </a:path>
              </a:pathLst>
            </a:custGeom>
            <a:noFill/>
            <a:ln cap="flat" cmpd="sng" w="9525">
              <a:solidFill>
                <a:schemeClr val="accent4"/>
              </a:solidFill>
              <a:prstDash val="solid"/>
              <a:miter lim="1069"/>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7" name="Google Shape;197;p53"/>
            <p:cNvSpPr/>
            <p:nvPr/>
          </p:nvSpPr>
          <p:spPr>
            <a:xfrm>
              <a:off x="6318700" y="2769975"/>
              <a:ext cx="2194450" cy="979100"/>
            </a:xfrm>
            <a:custGeom>
              <a:rect b="b" l="l" r="r" t="t"/>
              <a:pathLst>
                <a:path extrusionOk="0" fill="none" h="39164" w="87778">
                  <a:moveTo>
                    <a:pt x="1" y="1"/>
                  </a:moveTo>
                  <a:lnTo>
                    <a:pt x="87777" y="39164"/>
                  </a:lnTo>
                </a:path>
              </a:pathLst>
            </a:custGeom>
            <a:noFill/>
            <a:ln cap="flat" cmpd="sng" w="9525">
              <a:solidFill>
                <a:schemeClr val="accent4"/>
              </a:solidFill>
              <a:prstDash val="solid"/>
              <a:miter lim="1069"/>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8" name="Google Shape;198;p53"/>
            <p:cNvSpPr/>
            <p:nvPr/>
          </p:nvSpPr>
          <p:spPr>
            <a:xfrm>
              <a:off x="6318700" y="2769975"/>
              <a:ext cx="2194450" cy="662050"/>
            </a:xfrm>
            <a:custGeom>
              <a:rect b="b" l="l" r="r" t="t"/>
              <a:pathLst>
                <a:path extrusionOk="0" fill="none" h="26482" w="87778">
                  <a:moveTo>
                    <a:pt x="1" y="1"/>
                  </a:moveTo>
                  <a:lnTo>
                    <a:pt x="87777" y="26481"/>
                  </a:lnTo>
                </a:path>
              </a:pathLst>
            </a:custGeom>
            <a:noFill/>
            <a:ln cap="flat" cmpd="sng" w="9525">
              <a:solidFill>
                <a:schemeClr val="accent4"/>
              </a:solidFill>
              <a:prstDash val="solid"/>
              <a:miter lim="1069"/>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9" name="Google Shape;199;p53"/>
            <p:cNvSpPr/>
            <p:nvPr/>
          </p:nvSpPr>
          <p:spPr>
            <a:xfrm>
              <a:off x="6318700" y="2769975"/>
              <a:ext cx="2194450" cy="407100"/>
            </a:xfrm>
            <a:custGeom>
              <a:rect b="b" l="l" r="r" t="t"/>
              <a:pathLst>
                <a:path extrusionOk="0" fill="none" h="16284" w="87778">
                  <a:moveTo>
                    <a:pt x="1" y="1"/>
                  </a:moveTo>
                  <a:lnTo>
                    <a:pt x="87777" y="16284"/>
                  </a:lnTo>
                </a:path>
              </a:pathLst>
            </a:custGeom>
            <a:noFill/>
            <a:ln cap="flat" cmpd="sng" w="9525">
              <a:solidFill>
                <a:schemeClr val="accent4"/>
              </a:solidFill>
              <a:prstDash val="solid"/>
              <a:miter lim="1069"/>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0" name="Google Shape;200;p53"/>
            <p:cNvSpPr/>
            <p:nvPr/>
          </p:nvSpPr>
          <p:spPr>
            <a:xfrm>
              <a:off x="6318700" y="2769975"/>
              <a:ext cx="2194450" cy="206525"/>
            </a:xfrm>
            <a:custGeom>
              <a:rect b="b" l="l" r="r" t="t"/>
              <a:pathLst>
                <a:path extrusionOk="0" fill="none" h="8261" w="87778">
                  <a:moveTo>
                    <a:pt x="1" y="1"/>
                  </a:moveTo>
                  <a:lnTo>
                    <a:pt x="87777" y="8260"/>
                  </a:lnTo>
                </a:path>
              </a:pathLst>
            </a:custGeom>
            <a:noFill/>
            <a:ln cap="flat" cmpd="sng" w="9525">
              <a:solidFill>
                <a:schemeClr val="accent4"/>
              </a:solidFill>
              <a:prstDash val="solid"/>
              <a:miter lim="1069"/>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1" name="Google Shape;201;p53"/>
            <p:cNvSpPr/>
            <p:nvPr/>
          </p:nvSpPr>
          <p:spPr>
            <a:xfrm>
              <a:off x="6318700" y="2769975"/>
              <a:ext cx="2194450" cy="25"/>
            </a:xfrm>
            <a:custGeom>
              <a:rect b="b" l="l" r="r" t="t"/>
              <a:pathLst>
                <a:path extrusionOk="0" fill="none" h="1" w="87778">
                  <a:moveTo>
                    <a:pt x="1" y="1"/>
                  </a:moveTo>
                  <a:lnTo>
                    <a:pt x="87777" y="1"/>
                  </a:lnTo>
                </a:path>
              </a:pathLst>
            </a:custGeom>
            <a:noFill/>
            <a:ln cap="flat" cmpd="sng" w="9525">
              <a:solidFill>
                <a:schemeClr val="accent4"/>
              </a:solidFill>
              <a:prstDash val="solid"/>
              <a:miter lim="1069"/>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202" name="Google Shape;202;p53"/>
          <p:cNvGrpSpPr/>
          <p:nvPr/>
        </p:nvGrpSpPr>
        <p:grpSpPr>
          <a:xfrm flipH="1" rot="10800000">
            <a:off x="371330" y="540079"/>
            <a:ext cx="8400431" cy="1003659"/>
            <a:chOff x="4122825" y="2769975"/>
            <a:chExt cx="4390775" cy="1934950"/>
          </a:xfrm>
        </p:grpSpPr>
        <p:sp>
          <p:nvSpPr>
            <p:cNvPr id="203" name="Google Shape;203;p53"/>
            <p:cNvSpPr/>
            <p:nvPr/>
          </p:nvSpPr>
          <p:spPr>
            <a:xfrm>
              <a:off x="4122825" y="2769975"/>
              <a:ext cx="4390775" cy="1399600"/>
            </a:xfrm>
            <a:custGeom>
              <a:rect b="b" l="l" r="r" t="t"/>
              <a:pathLst>
                <a:path extrusionOk="0" fill="none" h="55984" w="175631">
                  <a:moveTo>
                    <a:pt x="175486" y="55983"/>
                  </a:moveTo>
                  <a:cubicBezTo>
                    <a:pt x="175594" y="55983"/>
                    <a:pt x="175630" y="55808"/>
                    <a:pt x="175534" y="55748"/>
                  </a:cubicBezTo>
                  <a:lnTo>
                    <a:pt x="87817" y="1"/>
                  </a:lnTo>
                  <a:lnTo>
                    <a:pt x="97" y="55748"/>
                  </a:lnTo>
                  <a:cubicBezTo>
                    <a:pt x="1" y="55810"/>
                    <a:pt x="37" y="55983"/>
                    <a:pt x="146" y="55983"/>
                  </a:cubicBezTo>
                </a:path>
              </a:pathLst>
            </a:custGeom>
            <a:noFill/>
            <a:ln cap="flat" cmpd="sng" w="9525">
              <a:solidFill>
                <a:schemeClr val="accent4"/>
              </a:solidFill>
              <a:prstDash val="solid"/>
              <a:miter lim="1069"/>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4" name="Google Shape;204;p53"/>
            <p:cNvSpPr/>
            <p:nvPr/>
          </p:nvSpPr>
          <p:spPr>
            <a:xfrm>
              <a:off x="5419875" y="2769975"/>
              <a:ext cx="898375" cy="1934950"/>
            </a:xfrm>
            <a:custGeom>
              <a:rect b="b" l="l" r="r" t="t"/>
              <a:pathLst>
                <a:path extrusionOk="0" fill="none" h="77398" w="35935">
                  <a:moveTo>
                    <a:pt x="35935" y="1"/>
                  </a:moveTo>
                  <a:lnTo>
                    <a:pt x="0" y="77398"/>
                  </a:lnTo>
                </a:path>
              </a:pathLst>
            </a:custGeom>
            <a:noFill/>
            <a:ln cap="flat" cmpd="sng" w="9525">
              <a:solidFill>
                <a:schemeClr val="accent4"/>
              </a:solidFill>
              <a:prstDash val="solid"/>
              <a:miter lim="1069"/>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5" name="Google Shape;205;p53"/>
            <p:cNvSpPr/>
            <p:nvPr/>
          </p:nvSpPr>
          <p:spPr>
            <a:xfrm>
              <a:off x="4355900" y="2769975"/>
              <a:ext cx="1962350" cy="1934950"/>
            </a:xfrm>
            <a:custGeom>
              <a:rect b="b" l="l" r="r" t="t"/>
              <a:pathLst>
                <a:path extrusionOk="0" fill="none" h="77398" w="78494">
                  <a:moveTo>
                    <a:pt x="0" y="77398"/>
                  </a:moveTo>
                  <a:lnTo>
                    <a:pt x="78494" y="1"/>
                  </a:lnTo>
                </a:path>
              </a:pathLst>
            </a:custGeom>
            <a:noFill/>
            <a:ln cap="flat" cmpd="sng" w="9525">
              <a:solidFill>
                <a:schemeClr val="accent4"/>
              </a:solidFill>
              <a:prstDash val="solid"/>
              <a:miter lim="1069"/>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6" name="Google Shape;206;p53"/>
            <p:cNvSpPr/>
            <p:nvPr/>
          </p:nvSpPr>
          <p:spPr>
            <a:xfrm>
              <a:off x="6318225" y="2769975"/>
              <a:ext cx="898350" cy="1934950"/>
            </a:xfrm>
            <a:custGeom>
              <a:rect b="b" l="l" r="r" t="t"/>
              <a:pathLst>
                <a:path extrusionOk="0" fill="none" h="77398" w="35934">
                  <a:moveTo>
                    <a:pt x="1" y="1"/>
                  </a:moveTo>
                  <a:lnTo>
                    <a:pt x="35934" y="77398"/>
                  </a:lnTo>
                </a:path>
              </a:pathLst>
            </a:custGeom>
            <a:noFill/>
            <a:ln cap="flat" cmpd="sng" w="9525">
              <a:solidFill>
                <a:schemeClr val="accent4"/>
              </a:solidFill>
              <a:prstDash val="solid"/>
              <a:miter lim="1069"/>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7" name="Google Shape;207;p53"/>
            <p:cNvSpPr/>
            <p:nvPr/>
          </p:nvSpPr>
          <p:spPr>
            <a:xfrm>
              <a:off x="6318225" y="2769975"/>
              <a:ext cx="1962350" cy="1934950"/>
            </a:xfrm>
            <a:custGeom>
              <a:rect b="b" l="l" r="r" t="t"/>
              <a:pathLst>
                <a:path extrusionOk="0" fill="none" h="77398" w="78494">
                  <a:moveTo>
                    <a:pt x="78493" y="77398"/>
                  </a:moveTo>
                  <a:lnTo>
                    <a:pt x="1" y="1"/>
                  </a:lnTo>
                </a:path>
              </a:pathLst>
            </a:custGeom>
            <a:noFill/>
            <a:ln cap="flat" cmpd="sng" w="9525">
              <a:solidFill>
                <a:schemeClr val="accent4"/>
              </a:solidFill>
              <a:prstDash val="solid"/>
              <a:miter lim="1069"/>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8" name="Google Shape;208;p53"/>
            <p:cNvSpPr/>
            <p:nvPr/>
          </p:nvSpPr>
          <p:spPr>
            <a:xfrm>
              <a:off x="4123850" y="3851100"/>
              <a:ext cx="4389300" cy="25"/>
            </a:xfrm>
            <a:custGeom>
              <a:rect b="b" l="l" r="r" t="t"/>
              <a:pathLst>
                <a:path extrusionOk="0" fill="none" h="1" w="175572">
                  <a:moveTo>
                    <a:pt x="1" y="0"/>
                  </a:moveTo>
                  <a:lnTo>
                    <a:pt x="175571" y="0"/>
                  </a:lnTo>
                </a:path>
              </a:pathLst>
            </a:custGeom>
            <a:noFill/>
            <a:ln cap="flat" cmpd="sng" w="9525">
              <a:solidFill>
                <a:schemeClr val="accent4"/>
              </a:solidFill>
              <a:prstDash val="solid"/>
              <a:miter lim="1069"/>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9" name="Google Shape;209;p53"/>
            <p:cNvSpPr/>
            <p:nvPr/>
          </p:nvSpPr>
          <p:spPr>
            <a:xfrm>
              <a:off x="4123850" y="4346500"/>
              <a:ext cx="4389300" cy="25"/>
            </a:xfrm>
            <a:custGeom>
              <a:rect b="b" l="l" r="r" t="t"/>
              <a:pathLst>
                <a:path extrusionOk="0" fill="none" h="1" w="175572">
                  <a:moveTo>
                    <a:pt x="1" y="1"/>
                  </a:moveTo>
                  <a:lnTo>
                    <a:pt x="175571" y="1"/>
                  </a:lnTo>
                </a:path>
              </a:pathLst>
            </a:custGeom>
            <a:noFill/>
            <a:ln cap="flat" cmpd="sng" w="9525">
              <a:solidFill>
                <a:schemeClr val="accent4"/>
              </a:solidFill>
              <a:prstDash val="solid"/>
              <a:miter lim="1069"/>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10" name="Google Shape;210;p53"/>
            <p:cNvSpPr/>
            <p:nvPr/>
          </p:nvSpPr>
          <p:spPr>
            <a:xfrm>
              <a:off x="4123850" y="3557300"/>
              <a:ext cx="4388725" cy="25"/>
            </a:xfrm>
            <a:custGeom>
              <a:rect b="b" l="l" r="r" t="t"/>
              <a:pathLst>
                <a:path extrusionOk="0" fill="none" h="1" w="175549">
                  <a:moveTo>
                    <a:pt x="1" y="0"/>
                  </a:moveTo>
                  <a:lnTo>
                    <a:pt x="175549" y="0"/>
                  </a:lnTo>
                </a:path>
              </a:pathLst>
            </a:custGeom>
            <a:noFill/>
            <a:ln cap="flat" cmpd="sng" w="9525">
              <a:solidFill>
                <a:schemeClr val="accent4"/>
              </a:solidFill>
              <a:prstDash val="solid"/>
              <a:miter lim="1069"/>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11" name="Google Shape;211;p53"/>
            <p:cNvSpPr/>
            <p:nvPr/>
          </p:nvSpPr>
          <p:spPr>
            <a:xfrm>
              <a:off x="4123850" y="3353425"/>
              <a:ext cx="4389300" cy="25"/>
            </a:xfrm>
            <a:custGeom>
              <a:rect b="b" l="l" r="r" t="t"/>
              <a:pathLst>
                <a:path extrusionOk="0" fill="none" h="1" w="175572">
                  <a:moveTo>
                    <a:pt x="1" y="0"/>
                  </a:moveTo>
                  <a:lnTo>
                    <a:pt x="175571" y="0"/>
                  </a:lnTo>
                </a:path>
              </a:pathLst>
            </a:custGeom>
            <a:noFill/>
            <a:ln cap="flat" cmpd="sng" w="9525">
              <a:solidFill>
                <a:schemeClr val="accent4"/>
              </a:solidFill>
              <a:prstDash val="solid"/>
              <a:miter lim="1069"/>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12" name="Google Shape;212;p53"/>
            <p:cNvSpPr/>
            <p:nvPr/>
          </p:nvSpPr>
          <p:spPr>
            <a:xfrm>
              <a:off x="4123850" y="3194925"/>
              <a:ext cx="4389300" cy="25"/>
            </a:xfrm>
            <a:custGeom>
              <a:rect b="b" l="l" r="r" t="t"/>
              <a:pathLst>
                <a:path extrusionOk="0" fill="none" h="1" w="175572">
                  <a:moveTo>
                    <a:pt x="1" y="1"/>
                  </a:moveTo>
                  <a:lnTo>
                    <a:pt x="175571" y="1"/>
                  </a:lnTo>
                </a:path>
              </a:pathLst>
            </a:custGeom>
            <a:noFill/>
            <a:ln cap="flat" cmpd="sng" w="9525">
              <a:solidFill>
                <a:schemeClr val="accent4"/>
              </a:solidFill>
              <a:prstDash val="solid"/>
              <a:miter lim="1069"/>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13" name="Google Shape;213;p53"/>
            <p:cNvSpPr/>
            <p:nvPr/>
          </p:nvSpPr>
          <p:spPr>
            <a:xfrm>
              <a:off x="4123850" y="3079875"/>
              <a:ext cx="4388725" cy="25"/>
            </a:xfrm>
            <a:custGeom>
              <a:rect b="b" l="l" r="r" t="t"/>
              <a:pathLst>
                <a:path extrusionOk="0" fill="none" h="1" w="175549">
                  <a:moveTo>
                    <a:pt x="1" y="1"/>
                  </a:moveTo>
                  <a:lnTo>
                    <a:pt x="175549" y="1"/>
                  </a:lnTo>
                </a:path>
              </a:pathLst>
            </a:custGeom>
            <a:noFill/>
            <a:ln cap="flat" cmpd="sng" w="9525">
              <a:solidFill>
                <a:schemeClr val="accent4"/>
              </a:solidFill>
              <a:prstDash val="solid"/>
              <a:miter lim="1069"/>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14" name="Google Shape;214;p53"/>
            <p:cNvSpPr/>
            <p:nvPr/>
          </p:nvSpPr>
          <p:spPr>
            <a:xfrm>
              <a:off x="4123850" y="2976475"/>
              <a:ext cx="4389300" cy="25"/>
            </a:xfrm>
            <a:custGeom>
              <a:rect b="b" l="l" r="r" t="t"/>
              <a:pathLst>
                <a:path extrusionOk="0" fill="none" h="1" w="175572">
                  <a:moveTo>
                    <a:pt x="1" y="0"/>
                  </a:moveTo>
                  <a:lnTo>
                    <a:pt x="175571" y="0"/>
                  </a:lnTo>
                </a:path>
              </a:pathLst>
            </a:custGeom>
            <a:noFill/>
            <a:ln cap="flat" cmpd="sng" w="9525">
              <a:solidFill>
                <a:schemeClr val="accent4"/>
              </a:solidFill>
              <a:prstDash val="solid"/>
              <a:miter lim="1069"/>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15" name="Google Shape;215;p53"/>
            <p:cNvSpPr/>
            <p:nvPr/>
          </p:nvSpPr>
          <p:spPr>
            <a:xfrm>
              <a:off x="4123850" y="2880100"/>
              <a:ext cx="4388725" cy="25"/>
            </a:xfrm>
            <a:custGeom>
              <a:rect b="b" l="l" r="r" t="t"/>
              <a:pathLst>
                <a:path extrusionOk="0" fill="none" h="1" w="175549">
                  <a:moveTo>
                    <a:pt x="1" y="0"/>
                  </a:moveTo>
                  <a:lnTo>
                    <a:pt x="175549" y="0"/>
                  </a:lnTo>
                </a:path>
              </a:pathLst>
            </a:custGeom>
            <a:noFill/>
            <a:ln cap="flat" cmpd="sng" w="9525">
              <a:solidFill>
                <a:schemeClr val="accent4"/>
              </a:solidFill>
              <a:prstDash val="solid"/>
              <a:miter lim="1069"/>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16" name="Google Shape;216;p53"/>
            <p:cNvSpPr/>
            <p:nvPr/>
          </p:nvSpPr>
          <p:spPr>
            <a:xfrm>
              <a:off x="4123850" y="2769975"/>
              <a:ext cx="2194400" cy="979100"/>
            </a:xfrm>
            <a:custGeom>
              <a:rect b="b" l="l" r="r" t="t"/>
              <a:pathLst>
                <a:path extrusionOk="0" fill="none" h="39164" w="87776">
                  <a:moveTo>
                    <a:pt x="87776" y="1"/>
                  </a:moveTo>
                  <a:lnTo>
                    <a:pt x="1" y="39164"/>
                  </a:lnTo>
                </a:path>
              </a:pathLst>
            </a:custGeom>
            <a:noFill/>
            <a:ln cap="flat" cmpd="sng" w="9525">
              <a:solidFill>
                <a:schemeClr val="accent4"/>
              </a:solidFill>
              <a:prstDash val="solid"/>
              <a:miter lim="1069"/>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17" name="Google Shape;217;p53"/>
            <p:cNvSpPr/>
            <p:nvPr/>
          </p:nvSpPr>
          <p:spPr>
            <a:xfrm>
              <a:off x="4123850" y="2769975"/>
              <a:ext cx="2194400" cy="662050"/>
            </a:xfrm>
            <a:custGeom>
              <a:rect b="b" l="l" r="r" t="t"/>
              <a:pathLst>
                <a:path extrusionOk="0" fill="none" h="26482" w="87776">
                  <a:moveTo>
                    <a:pt x="87776" y="1"/>
                  </a:moveTo>
                  <a:lnTo>
                    <a:pt x="1" y="26481"/>
                  </a:lnTo>
                </a:path>
              </a:pathLst>
            </a:custGeom>
            <a:noFill/>
            <a:ln cap="flat" cmpd="sng" w="9525">
              <a:solidFill>
                <a:schemeClr val="accent4"/>
              </a:solidFill>
              <a:prstDash val="solid"/>
              <a:miter lim="1069"/>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18" name="Google Shape;218;p53"/>
            <p:cNvSpPr/>
            <p:nvPr/>
          </p:nvSpPr>
          <p:spPr>
            <a:xfrm>
              <a:off x="4123850" y="2769975"/>
              <a:ext cx="2194400" cy="407100"/>
            </a:xfrm>
            <a:custGeom>
              <a:rect b="b" l="l" r="r" t="t"/>
              <a:pathLst>
                <a:path extrusionOk="0" fill="none" h="16284" w="87776">
                  <a:moveTo>
                    <a:pt x="87776" y="1"/>
                  </a:moveTo>
                  <a:lnTo>
                    <a:pt x="1" y="16284"/>
                  </a:lnTo>
                </a:path>
              </a:pathLst>
            </a:custGeom>
            <a:noFill/>
            <a:ln cap="flat" cmpd="sng" w="9525">
              <a:solidFill>
                <a:schemeClr val="accent4"/>
              </a:solidFill>
              <a:prstDash val="solid"/>
              <a:miter lim="1069"/>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19" name="Google Shape;219;p53"/>
            <p:cNvSpPr/>
            <p:nvPr/>
          </p:nvSpPr>
          <p:spPr>
            <a:xfrm>
              <a:off x="4123850" y="2769975"/>
              <a:ext cx="2194400" cy="206525"/>
            </a:xfrm>
            <a:custGeom>
              <a:rect b="b" l="l" r="r" t="t"/>
              <a:pathLst>
                <a:path extrusionOk="0" fill="none" h="8261" w="87776">
                  <a:moveTo>
                    <a:pt x="87776" y="1"/>
                  </a:moveTo>
                  <a:lnTo>
                    <a:pt x="1" y="8260"/>
                  </a:lnTo>
                </a:path>
              </a:pathLst>
            </a:custGeom>
            <a:noFill/>
            <a:ln cap="flat" cmpd="sng" w="9525">
              <a:solidFill>
                <a:schemeClr val="accent4"/>
              </a:solidFill>
              <a:prstDash val="solid"/>
              <a:miter lim="1069"/>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20" name="Google Shape;220;p53"/>
            <p:cNvSpPr/>
            <p:nvPr/>
          </p:nvSpPr>
          <p:spPr>
            <a:xfrm>
              <a:off x="4123850" y="2769975"/>
              <a:ext cx="2194400" cy="25"/>
            </a:xfrm>
            <a:custGeom>
              <a:rect b="b" l="l" r="r" t="t"/>
              <a:pathLst>
                <a:path extrusionOk="0" fill="none" h="1" w="87776">
                  <a:moveTo>
                    <a:pt x="87776" y="1"/>
                  </a:moveTo>
                  <a:lnTo>
                    <a:pt x="1" y="1"/>
                  </a:lnTo>
                </a:path>
              </a:pathLst>
            </a:custGeom>
            <a:noFill/>
            <a:ln cap="flat" cmpd="sng" w="9525">
              <a:solidFill>
                <a:schemeClr val="accent4"/>
              </a:solidFill>
              <a:prstDash val="solid"/>
              <a:miter lim="1069"/>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21" name="Google Shape;221;p53"/>
            <p:cNvSpPr/>
            <p:nvPr/>
          </p:nvSpPr>
          <p:spPr>
            <a:xfrm>
              <a:off x="6318700" y="2769975"/>
              <a:ext cx="2194450" cy="979100"/>
            </a:xfrm>
            <a:custGeom>
              <a:rect b="b" l="l" r="r" t="t"/>
              <a:pathLst>
                <a:path extrusionOk="0" fill="none" h="39164" w="87778">
                  <a:moveTo>
                    <a:pt x="1" y="1"/>
                  </a:moveTo>
                  <a:lnTo>
                    <a:pt x="87777" y="39164"/>
                  </a:lnTo>
                </a:path>
              </a:pathLst>
            </a:custGeom>
            <a:noFill/>
            <a:ln cap="flat" cmpd="sng" w="9525">
              <a:solidFill>
                <a:schemeClr val="accent4"/>
              </a:solidFill>
              <a:prstDash val="solid"/>
              <a:miter lim="1069"/>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22" name="Google Shape;222;p53"/>
            <p:cNvSpPr/>
            <p:nvPr/>
          </p:nvSpPr>
          <p:spPr>
            <a:xfrm>
              <a:off x="6318700" y="2769975"/>
              <a:ext cx="2194450" cy="662050"/>
            </a:xfrm>
            <a:custGeom>
              <a:rect b="b" l="l" r="r" t="t"/>
              <a:pathLst>
                <a:path extrusionOk="0" fill="none" h="26482" w="87778">
                  <a:moveTo>
                    <a:pt x="1" y="1"/>
                  </a:moveTo>
                  <a:lnTo>
                    <a:pt x="87777" y="26481"/>
                  </a:lnTo>
                </a:path>
              </a:pathLst>
            </a:custGeom>
            <a:noFill/>
            <a:ln cap="flat" cmpd="sng" w="9525">
              <a:solidFill>
                <a:schemeClr val="accent4"/>
              </a:solidFill>
              <a:prstDash val="solid"/>
              <a:miter lim="1069"/>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23" name="Google Shape;223;p53"/>
            <p:cNvSpPr/>
            <p:nvPr/>
          </p:nvSpPr>
          <p:spPr>
            <a:xfrm>
              <a:off x="6318700" y="2769975"/>
              <a:ext cx="2194450" cy="407100"/>
            </a:xfrm>
            <a:custGeom>
              <a:rect b="b" l="l" r="r" t="t"/>
              <a:pathLst>
                <a:path extrusionOk="0" fill="none" h="16284" w="87778">
                  <a:moveTo>
                    <a:pt x="1" y="1"/>
                  </a:moveTo>
                  <a:lnTo>
                    <a:pt x="87777" y="16284"/>
                  </a:lnTo>
                </a:path>
              </a:pathLst>
            </a:custGeom>
            <a:noFill/>
            <a:ln cap="flat" cmpd="sng" w="9525">
              <a:solidFill>
                <a:schemeClr val="accent4"/>
              </a:solidFill>
              <a:prstDash val="solid"/>
              <a:miter lim="1069"/>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24" name="Google Shape;224;p53"/>
            <p:cNvSpPr/>
            <p:nvPr/>
          </p:nvSpPr>
          <p:spPr>
            <a:xfrm>
              <a:off x="6318700" y="2769975"/>
              <a:ext cx="2194450" cy="206525"/>
            </a:xfrm>
            <a:custGeom>
              <a:rect b="b" l="l" r="r" t="t"/>
              <a:pathLst>
                <a:path extrusionOk="0" fill="none" h="8261" w="87778">
                  <a:moveTo>
                    <a:pt x="1" y="1"/>
                  </a:moveTo>
                  <a:lnTo>
                    <a:pt x="87777" y="8260"/>
                  </a:lnTo>
                </a:path>
              </a:pathLst>
            </a:custGeom>
            <a:noFill/>
            <a:ln cap="flat" cmpd="sng" w="9525">
              <a:solidFill>
                <a:schemeClr val="accent4"/>
              </a:solidFill>
              <a:prstDash val="solid"/>
              <a:miter lim="1069"/>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25" name="Google Shape;225;p53"/>
            <p:cNvSpPr/>
            <p:nvPr/>
          </p:nvSpPr>
          <p:spPr>
            <a:xfrm>
              <a:off x="6318700" y="2769975"/>
              <a:ext cx="2194450" cy="25"/>
            </a:xfrm>
            <a:custGeom>
              <a:rect b="b" l="l" r="r" t="t"/>
              <a:pathLst>
                <a:path extrusionOk="0" fill="none" h="1" w="87778">
                  <a:moveTo>
                    <a:pt x="1" y="1"/>
                  </a:moveTo>
                  <a:lnTo>
                    <a:pt x="87777" y="1"/>
                  </a:lnTo>
                </a:path>
              </a:pathLst>
            </a:custGeom>
            <a:noFill/>
            <a:ln cap="flat" cmpd="sng" w="9525">
              <a:solidFill>
                <a:schemeClr val="accent4"/>
              </a:solidFill>
              <a:prstDash val="solid"/>
              <a:miter lim="1069"/>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226" name="Google Shape;226;p53"/>
          <p:cNvGrpSpPr/>
          <p:nvPr/>
        </p:nvGrpSpPr>
        <p:grpSpPr>
          <a:xfrm>
            <a:off x="372025" y="321975"/>
            <a:ext cx="8400000" cy="4499700"/>
            <a:chOff x="372025" y="321975"/>
            <a:chExt cx="8400000" cy="4499700"/>
          </a:xfrm>
        </p:grpSpPr>
        <p:sp>
          <p:nvSpPr>
            <p:cNvPr id="227" name="Google Shape;227;p53"/>
            <p:cNvSpPr/>
            <p:nvPr/>
          </p:nvSpPr>
          <p:spPr>
            <a:xfrm>
              <a:off x="372025" y="321975"/>
              <a:ext cx="8400000" cy="44997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28" name="Google Shape;228;p53"/>
            <p:cNvSpPr/>
            <p:nvPr/>
          </p:nvSpPr>
          <p:spPr>
            <a:xfrm>
              <a:off x="372025" y="321975"/>
              <a:ext cx="8400000" cy="2181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29" name="Google Shape;229;p53"/>
            <p:cNvSpPr/>
            <p:nvPr/>
          </p:nvSpPr>
          <p:spPr>
            <a:xfrm>
              <a:off x="486450" y="380900"/>
              <a:ext cx="100200" cy="100200"/>
            </a:xfrm>
            <a:prstGeom prst="ellipse">
              <a:avLst/>
            </a:pr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30" name="Google Shape;230;p53"/>
            <p:cNvSpPr/>
            <p:nvPr/>
          </p:nvSpPr>
          <p:spPr>
            <a:xfrm>
              <a:off x="669900" y="380900"/>
              <a:ext cx="100200" cy="100200"/>
            </a:xfrm>
            <a:prstGeom prst="ellipse">
              <a:avLst/>
            </a:pr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31" name="Google Shape;231;p53"/>
            <p:cNvSpPr/>
            <p:nvPr/>
          </p:nvSpPr>
          <p:spPr>
            <a:xfrm>
              <a:off x="853350" y="380900"/>
              <a:ext cx="100200" cy="100200"/>
            </a:xfrm>
            <a:prstGeom prst="ellipse">
              <a:avLst/>
            </a:pr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232" name="Google Shape;232;p53"/>
          <p:cNvSpPr txBox="1"/>
          <p:nvPr>
            <p:ph type="title"/>
          </p:nvPr>
        </p:nvSpPr>
        <p:spPr>
          <a:xfrm>
            <a:off x="7790225" y="324675"/>
            <a:ext cx="633900" cy="215400"/>
          </a:xfrm>
          <a:prstGeom prst="rect">
            <a:avLst/>
          </a:prstGeom>
          <a:noFill/>
          <a:ln>
            <a:noFill/>
          </a:ln>
        </p:spPr>
        <p:txBody>
          <a:bodyPr anchorCtr="0" anchor="ctr" bIns="91425" lIns="91425" spcFirstLastPara="1" rIns="91425" wrap="square" tIns="91425">
            <a:noAutofit/>
          </a:bodyPr>
          <a:lstStyle>
            <a:lvl1pPr lvl="0" algn="r">
              <a:lnSpc>
                <a:spcPct val="100000"/>
              </a:lnSpc>
              <a:spcBef>
                <a:spcPts val="0"/>
              </a:spcBef>
              <a:spcAft>
                <a:spcPts val="0"/>
              </a:spcAft>
              <a:buSzPts val="1200"/>
              <a:buNone/>
              <a:defRPr sz="1200"/>
            </a:lvl1pPr>
            <a:lvl2pPr lvl="1" algn="r">
              <a:lnSpc>
                <a:spcPct val="100000"/>
              </a:lnSpc>
              <a:spcBef>
                <a:spcPts val="0"/>
              </a:spcBef>
              <a:spcAft>
                <a:spcPts val="0"/>
              </a:spcAft>
              <a:buSzPts val="1200"/>
              <a:buNone/>
              <a:defRPr sz="1200"/>
            </a:lvl2pPr>
            <a:lvl3pPr lvl="2" algn="r">
              <a:lnSpc>
                <a:spcPct val="100000"/>
              </a:lnSpc>
              <a:spcBef>
                <a:spcPts val="0"/>
              </a:spcBef>
              <a:spcAft>
                <a:spcPts val="0"/>
              </a:spcAft>
              <a:buSzPts val="1200"/>
              <a:buNone/>
              <a:defRPr sz="1200"/>
            </a:lvl3pPr>
            <a:lvl4pPr lvl="3" algn="r">
              <a:lnSpc>
                <a:spcPct val="100000"/>
              </a:lnSpc>
              <a:spcBef>
                <a:spcPts val="0"/>
              </a:spcBef>
              <a:spcAft>
                <a:spcPts val="0"/>
              </a:spcAft>
              <a:buSzPts val="1200"/>
              <a:buNone/>
              <a:defRPr sz="1200"/>
            </a:lvl4pPr>
            <a:lvl5pPr lvl="4" algn="r">
              <a:lnSpc>
                <a:spcPct val="100000"/>
              </a:lnSpc>
              <a:spcBef>
                <a:spcPts val="0"/>
              </a:spcBef>
              <a:spcAft>
                <a:spcPts val="0"/>
              </a:spcAft>
              <a:buSzPts val="1200"/>
              <a:buNone/>
              <a:defRPr sz="1200"/>
            </a:lvl5pPr>
            <a:lvl6pPr lvl="5" algn="r">
              <a:lnSpc>
                <a:spcPct val="100000"/>
              </a:lnSpc>
              <a:spcBef>
                <a:spcPts val="0"/>
              </a:spcBef>
              <a:spcAft>
                <a:spcPts val="0"/>
              </a:spcAft>
              <a:buSzPts val="1200"/>
              <a:buNone/>
              <a:defRPr sz="1200"/>
            </a:lvl6pPr>
            <a:lvl7pPr lvl="6" algn="r">
              <a:lnSpc>
                <a:spcPct val="100000"/>
              </a:lnSpc>
              <a:spcBef>
                <a:spcPts val="0"/>
              </a:spcBef>
              <a:spcAft>
                <a:spcPts val="0"/>
              </a:spcAft>
              <a:buSzPts val="1200"/>
              <a:buNone/>
              <a:defRPr sz="1200"/>
            </a:lvl7pPr>
            <a:lvl8pPr lvl="7" algn="r">
              <a:lnSpc>
                <a:spcPct val="100000"/>
              </a:lnSpc>
              <a:spcBef>
                <a:spcPts val="0"/>
              </a:spcBef>
              <a:spcAft>
                <a:spcPts val="0"/>
              </a:spcAft>
              <a:buSzPts val="1200"/>
              <a:buNone/>
              <a:defRPr sz="1200"/>
            </a:lvl8pPr>
            <a:lvl9pPr lvl="8" algn="r">
              <a:lnSpc>
                <a:spcPct val="100000"/>
              </a:lnSpc>
              <a:spcBef>
                <a:spcPts val="0"/>
              </a:spcBef>
              <a:spcAft>
                <a:spcPts val="0"/>
              </a:spcAft>
              <a:buSzPts val="1200"/>
              <a:buNone/>
              <a:defRPr sz="1200"/>
            </a:lvl9pPr>
          </a:lstStyle>
          <a:p/>
        </p:txBody>
      </p:sp>
      <p:sp>
        <p:nvSpPr>
          <p:cNvPr id="233" name="Google Shape;233;p53"/>
          <p:cNvSpPr txBox="1"/>
          <p:nvPr>
            <p:ph idx="1" type="subTitle"/>
          </p:nvPr>
        </p:nvSpPr>
        <p:spPr>
          <a:xfrm>
            <a:off x="2391925" y="2817825"/>
            <a:ext cx="4360200" cy="443400"/>
          </a:xfrm>
          <a:prstGeom prst="rect">
            <a:avLst/>
          </a:prstGeom>
          <a:solidFill>
            <a:schemeClr val="accent2"/>
          </a:solidFill>
          <a:ln>
            <a:noFill/>
          </a:ln>
        </p:spPr>
        <p:txBody>
          <a:bodyPr anchorCtr="0" anchor="t" bIns="91425" lIns="91425" spcFirstLastPara="1" rIns="91425" wrap="square" tIns="91425">
            <a:noAutofit/>
          </a:bodyPr>
          <a:lstStyle>
            <a:lvl1pPr lvl="0" algn="ctr">
              <a:lnSpc>
                <a:spcPct val="100000"/>
              </a:lnSpc>
              <a:spcBef>
                <a:spcPts val="0"/>
              </a:spcBef>
              <a:spcAft>
                <a:spcPts val="0"/>
              </a:spcAft>
              <a:buSzPts val="1400"/>
              <a:buNone/>
              <a:defRPr/>
            </a:lvl1pPr>
            <a:lvl2pPr lvl="1" algn="ctr">
              <a:lnSpc>
                <a:spcPct val="100000"/>
              </a:lnSpc>
              <a:spcBef>
                <a:spcPts val="1600"/>
              </a:spcBef>
              <a:spcAft>
                <a:spcPts val="0"/>
              </a:spcAft>
              <a:buSzPts val="1400"/>
              <a:buNone/>
              <a:defRPr/>
            </a:lvl2pPr>
            <a:lvl3pPr lvl="2" algn="ctr">
              <a:lnSpc>
                <a:spcPct val="100000"/>
              </a:lnSpc>
              <a:spcBef>
                <a:spcPts val="1600"/>
              </a:spcBef>
              <a:spcAft>
                <a:spcPts val="0"/>
              </a:spcAft>
              <a:buSzPts val="1400"/>
              <a:buNone/>
              <a:defRPr/>
            </a:lvl3pPr>
            <a:lvl4pPr lvl="3" algn="ctr">
              <a:lnSpc>
                <a:spcPct val="100000"/>
              </a:lnSpc>
              <a:spcBef>
                <a:spcPts val="1600"/>
              </a:spcBef>
              <a:spcAft>
                <a:spcPts val="0"/>
              </a:spcAft>
              <a:buSzPts val="1400"/>
              <a:buNone/>
              <a:defRPr/>
            </a:lvl4pPr>
            <a:lvl5pPr lvl="4" algn="ctr">
              <a:lnSpc>
                <a:spcPct val="100000"/>
              </a:lnSpc>
              <a:spcBef>
                <a:spcPts val="1600"/>
              </a:spcBef>
              <a:spcAft>
                <a:spcPts val="0"/>
              </a:spcAft>
              <a:buSzPts val="1400"/>
              <a:buNone/>
              <a:defRPr/>
            </a:lvl5pPr>
            <a:lvl6pPr lvl="5" algn="ctr">
              <a:lnSpc>
                <a:spcPct val="100000"/>
              </a:lnSpc>
              <a:spcBef>
                <a:spcPts val="1600"/>
              </a:spcBef>
              <a:spcAft>
                <a:spcPts val="0"/>
              </a:spcAft>
              <a:buSzPts val="1400"/>
              <a:buNone/>
              <a:defRPr/>
            </a:lvl6pPr>
            <a:lvl7pPr lvl="6" algn="ctr">
              <a:lnSpc>
                <a:spcPct val="100000"/>
              </a:lnSpc>
              <a:spcBef>
                <a:spcPts val="1600"/>
              </a:spcBef>
              <a:spcAft>
                <a:spcPts val="0"/>
              </a:spcAft>
              <a:buSzPts val="1400"/>
              <a:buNone/>
              <a:defRPr/>
            </a:lvl7pPr>
            <a:lvl8pPr lvl="7" algn="ctr">
              <a:lnSpc>
                <a:spcPct val="100000"/>
              </a:lnSpc>
              <a:spcBef>
                <a:spcPts val="1600"/>
              </a:spcBef>
              <a:spcAft>
                <a:spcPts val="0"/>
              </a:spcAft>
              <a:buSzPts val="1400"/>
              <a:buNone/>
              <a:defRPr/>
            </a:lvl8pPr>
            <a:lvl9pPr lvl="8" algn="ctr">
              <a:lnSpc>
                <a:spcPct val="100000"/>
              </a:lnSpc>
              <a:spcBef>
                <a:spcPts val="1600"/>
              </a:spcBef>
              <a:spcAft>
                <a:spcPts val="1600"/>
              </a:spcAft>
              <a:buSzPts val="1400"/>
              <a:buNone/>
              <a:defRPr/>
            </a:lvl9pPr>
          </a:lstStyle>
          <a:p/>
        </p:txBody>
      </p:sp>
      <p:sp>
        <p:nvSpPr>
          <p:cNvPr id="234" name="Google Shape;234;p53"/>
          <p:cNvSpPr txBox="1"/>
          <p:nvPr>
            <p:ph idx="2" type="title"/>
          </p:nvPr>
        </p:nvSpPr>
        <p:spPr>
          <a:xfrm>
            <a:off x="1070575" y="2043725"/>
            <a:ext cx="7002900" cy="841800"/>
          </a:xfrm>
          <a:prstGeom prst="rect">
            <a:avLst/>
          </a:prstGeom>
          <a:noFill/>
          <a:ln>
            <a:noFill/>
          </a:ln>
        </p:spPr>
        <p:txBody>
          <a:bodyPr anchorCtr="0" anchor="ctr" bIns="91425" lIns="91425" spcFirstLastPara="1" rIns="91425" wrap="square" tIns="91425">
            <a:noAutofit/>
          </a:bodyPr>
          <a:lstStyle>
            <a:lvl1pPr lvl="0" algn="ctr">
              <a:lnSpc>
                <a:spcPct val="100000"/>
              </a:lnSpc>
              <a:spcBef>
                <a:spcPts val="0"/>
              </a:spcBef>
              <a:spcAft>
                <a:spcPts val="0"/>
              </a:spcAft>
              <a:buClr>
                <a:schemeClr val="lt2"/>
              </a:buClr>
              <a:buSzPts val="3600"/>
              <a:buNone/>
              <a:defRPr sz="4700">
                <a:solidFill>
                  <a:schemeClr val="lt2"/>
                </a:solidFill>
              </a:defRPr>
            </a:lvl1pPr>
            <a:lvl2pPr lvl="1" algn="ctr">
              <a:lnSpc>
                <a:spcPct val="100000"/>
              </a:lnSpc>
              <a:spcBef>
                <a:spcPts val="0"/>
              </a:spcBef>
              <a:spcAft>
                <a:spcPts val="0"/>
              </a:spcAft>
              <a:buClr>
                <a:schemeClr val="lt2"/>
              </a:buClr>
              <a:buSzPts val="3600"/>
              <a:buNone/>
              <a:defRPr sz="3600">
                <a:solidFill>
                  <a:schemeClr val="lt2"/>
                </a:solidFill>
              </a:defRPr>
            </a:lvl2pPr>
            <a:lvl3pPr lvl="2" algn="ctr">
              <a:lnSpc>
                <a:spcPct val="100000"/>
              </a:lnSpc>
              <a:spcBef>
                <a:spcPts val="0"/>
              </a:spcBef>
              <a:spcAft>
                <a:spcPts val="0"/>
              </a:spcAft>
              <a:buClr>
                <a:schemeClr val="lt2"/>
              </a:buClr>
              <a:buSzPts val="3600"/>
              <a:buNone/>
              <a:defRPr sz="3600">
                <a:solidFill>
                  <a:schemeClr val="lt2"/>
                </a:solidFill>
              </a:defRPr>
            </a:lvl3pPr>
            <a:lvl4pPr lvl="3" algn="ctr">
              <a:lnSpc>
                <a:spcPct val="100000"/>
              </a:lnSpc>
              <a:spcBef>
                <a:spcPts val="0"/>
              </a:spcBef>
              <a:spcAft>
                <a:spcPts val="0"/>
              </a:spcAft>
              <a:buClr>
                <a:schemeClr val="lt2"/>
              </a:buClr>
              <a:buSzPts val="3600"/>
              <a:buNone/>
              <a:defRPr sz="3600">
                <a:solidFill>
                  <a:schemeClr val="lt2"/>
                </a:solidFill>
              </a:defRPr>
            </a:lvl4pPr>
            <a:lvl5pPr lvl="4" algn="ctr">
              <a:lnSpc>
                <a:spcPct val="100000"/>
              </a:lnSpc>
              <a:spcBef>
                <a:spcPts val="0"/>
              </a:spcBef>
              <a:spcAft>
                <a:spcPts val="0"/>
              </a:spcAft>
              <a:buClr>
                <a:schemeClr val="lt2"/>
              </a:buClr>
              <a:buSzPts val="3600"/>
              <a:buNone/>
              <a:defRPr sz="3600">
                <a:solidFill>
                  <a:schemeClr val="lt2"/>
                </a:solidFill>
              </a:defRPr>
            </a:lvl5pPr>
            <a:lvl6pPr lvl="5" algn="ctr">
              <a:lnSpc>
                <a:spcPct val="100000"/>
              </a:lnSpc>
              <a:spcBef>
                <a:spcPts val="0"/>
              </a:spcBef>
              <a:spcAft>
                <a:spcPts val="0"/>
              </a:spcAft>
              <a:buClr>
                <a:schemeClr val="lt2"/>
              </a:buClr>
              <a:buSzPts val="3600"/>
              <a:buNone/>
              <a:defRPr sz="3600">
                <a:solidFill>
                  <a:schemeClr val="lt2"/>
                </a:solidFill>
              </a:defRPr>
            </a:lvl6pPr>
            <a:lvl7pPr lvl="6" algn="ctr">
              <a:lnSpc>
                <a:spcPct val="100000"/>
              </a:lnSpc>
              <a:spcBef>
                <a:spcPts val="0"/>
              </a:spcBef>
              <a:spcAft>
                <a:spcPts val="0"/>
              </a:spcAft>
              <a:buClr>
                <a:schemeClr val="lt2"/>
              </a:buClr>
              <a:buSzPts val="3600"/>
              <a:buNone/>
              <a:defRPr sz="3600">
                <a:solidFill>
                  <a:schemeClr val="lt2"/>
                </a:solidFill>
              </a:defRPr>
            </a:lvl7pPr>
            <a:lvl8pPr lvl="7" algn="ctr">
              <a:lnSpc>
                <a:spcPct val="100000"/>
              </a:lnSpc>
              <a:spcBef>
                <a:spcPts val="0"/>
              </a:spcBef>
              <a:spcAft>
                <a:spcPts val="0"/>
              </a:spcAft>
              <a:buClr>
                <a:schemeClr val="lt2"/>
              </a:buClr>
              <a:buSzPts val="3600"/>
              <a:buNone/>
              <a:defRPr sz="3600">
                <a:solidFill>
                  <a:schemeClr val="lt2"/>
                </a:solidFill>
              </a:defRPr>
            </a:lvl8pPr>
            <a:lvl9pPr lvl="8" algn="ctr">
              <a:lnSpc>
                <a:spcPct val="100000"/>
              </a:lnSpc>
              <a:spcBef>
                <a:spcPts val="0"/>
              </a:spcBef>
              <a:spcAft>
                <a:spcPts val="0"/>
              </a:spcAft>
              <a:buClr>
                <a:schemeClr val="lt2"/>
              </a:buClr>
              <a:buSzPts val="3600"/>
              <a:buNone/>
              <a:defRPr sz="3600">
                <a:solidFill>
                  <a:schemeClr val="lt2"/>
                </a:solidFill>
              </a:defRPr>
            </a:lvl9pPr>
          </a:lstStyle>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235" name="Shape 235"/>
        <p:cNvGrpSpPr/>
        <p:nvPr/>
      </p:nvGrpSpPr>
      <p:grpSpPr>
        <a:xfrm>
          <a:off x="0" y="0"/>
          <a:ext cx="0" cy="0"/>
          <a:chOff x="0" y="0"/>
          <a:chExt cx="0" cy="0"/>
        </a:xfrm>
      </p:grpSpPr>
      <p:grpSp>
        <p:nvGrpSpPr>
          <p:cNvPr id="236" name="Google Shape;236;p54"/>
          <p:cNvGrpSpPr/>
          <p:nvPr/>
        </p:nvGrpSpPr>
        <p:grpSpPr>
          <a:xfrm rot="-338463">
            <a:off x="2050912" y="191733"/>
            <a:ext cx="1355008" cy="1170650"/>
            <a:chOff x="2916888" y="3536925"/>
            <a:chExt cx="1354950" cy="1170600"/>
          </a:xfrm>
        </p:grpSpPr>
        <p:sp>
          <p:nvSpPr>
            <p:cNvPr id="237" name="Google Shape;237;p54"/>
            <p:cNvSpPr/>
            <p:nvPr/>
          </p:nvSpPr>
          <p:spPr>
            <a:xfrm>
              <a:off x="3216663" y="3922625"/>
              <a:ext cx="784850" cy="784850"/>
            </a:xfrm>
            <a:custGeom>
              <a:rect b="b" l="l" r="r" t="t"/>
              <a:pathLst>
                <a:path extrusionOk="0" h="31394" w="31394">
                  <a:moveTo>
                    <a:pt x="15697" y="1"/>
                  </a:moveTo>
                  <a:cubicBezTo>
                    <a:pt x="11535" y="1"/>
                    <a:pt x="7542" y="1655"/>
                    <a:pt x="4598" y="4597"/>
                  </a:cubicBezTo>
                  <a:cubicBezTo>
                    <a:pt x="1654" y="7541"/>
                    <a:pt x="0" y="11534"/>
                    <a:pt x="0" y="15697"/>
                  </a:cubicBezTo>
                  <a:cubicBezTo>
                    <a:pt x="0" y="19859"/>
                    <a:pt x="1654" y="23852"/>
                    <a:pt x="4598" y="26796"/>
                  </a:cubicBezTo>
                  <a:cubicBezTo>
                    <a:pt x="7542" y="29739"/>
                    <a:pt x="11535" y="31394"/>
                    <a:pt x="15697" y="31394"/>
                  </a:cubicBezTo>
                  <a:cubicBezTo>
                    <a:pt x="19860" y="31394"/>
                    <a:pt x="23853" y="29739"/>
                    <a:pt x="26795" y="26796"/>
                  </a:cubicBezTo>
                  <a:cubicBezTo>
                    <a:pt x="29739" y="23852"/>
                    <a:pt x="31393" y="19859"/>
                    <a:pt x="31393" y="15697"/>
                  </a:cubicBezTo>
                  <a:cubicBezTo>
                    <a:pt x="31393" y="11534"/>
                    <a:pt x="29739" y="7541"/>
                    <a:pt x="26795" y="4597"/>
                  </a:cubicBezTo>
                  <a:cubicBezTo>
                    <a:pt x="23853" y="1655"/>
                    <a:pt x="19860" y="1"/>
                    <a:pt x="15697" y="1"/>
                  </a:cubicBezTo>
                  <a:close/>
                </a:path>
              </a:pathLst>
            </a:cu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38" name="Google Shape;238;p54"/>
            <p:cNvSpPr/>
            <p:nvPr/>
          </p:nvSpPr>
          <p:spPr>
            <a:xfrm>
              <a:off x="3503263" y="3922625"/>
              <a:ext cx="216075" cy="784900"/>
            </a:xfrm>
            <a:custGeom>
              <a:rect b="b" l="l" r="r" t="t"/>
              <a:pathLst>
                <a:path extrusionOk="0" h="31396" w="8643">
                  <a:moveTo>
                    <a:pt x="4233" y="1"/>
                  </a:moveTo>
                  <a:cubicBezTo>
                    <a:pt x="2764" y="1"/>
                    <a:pt x="1347" y="205"/>
                    <a:pt x="0" y="583"/>
                  </a:cubicBezTo>
                  <a:lnTo>
                    <a:pt x="0" y="30811"/>
                  </a:lnTo>
                  <a:cubicBezTo>
                    <a:pt x="1347" y="31189"/>
                    <a:pt x="2767" y="31395"/>
                    <a:pt x="4233" y="31395"/>
                  </a:cubicBezTo>
                  <a:cubicBezTo>
                    <a:pt x="5764" y="31395"/>
                    <a:pt x="7243" y="31172"/>
                    <a:pt x="8642" y="30761"/>
                  </a:cubicBezTo>
                  <a:lnTo>
                    <a:pt x="8642" y="633"/>
                  </a:lnTo>
                  <a:cubicBezTo>
                    <a:pt x="7245" y="224"/>
                    <a:pt x="5765" y="1"/>
                    <a:pt x="4233"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39" name="Google Shape;239;p54"/>
            <p:cNvSpPr/>
            <p:nvPr/>
          </p:nvSpPr>
          <p:spPr>
            <a:xfrm>
              <a:off x="3763363" y="3954175"/>
              <a:ext cx="52950" cy="721725"/>
            </a:xfrm>
            <a:custGeom>
              <a:rect b="b" l="l" r="r" t="t"/>
              <a:pathLst>
                <a:path extrusionOk="0" h="28869" w="2118">
                  <a:moveTo>
                    <a:pt x="1" y="1"/>
                  </a:moveTo>
                  <a:lnTo>
                    <a:pt x="1" y="28868"/>
                  </a:lnTo>
                  <a:cubicBezTo>
                    <a:pt x="737" y="28554"/>
                    <a:pt x="1443" y="28182"/>
                    <a:pt x="2118" y="27761"/>
                  </a:cubicBezTo>
                  <a:lnTo>
                    <a:pt x="2118" y="1108"/>
                  </a:lnTo>
                  <a:cubicBezTo>
                    <a:pt x="1443" y="687"/>
                    <a:pt x="737" y="317"/>
                    <a:pt x="1"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40" name="Google Shape;240;p54"/>
            <p:cNvSpPr/>
            <p:nvPr/>
          </p:nvSpPr>
          <p:spPr>
            <a:xfrm>
              <a:off x="3229888" y="4077000"/>
              <a:ext cx="749550" cy="467325"/>
            </a:xfrm>
            <a:custGeom>
              <a:rect b="b" l="l" r="r" t="t"/>
              <a:pathLst>
                <a:path extrusionOk="0" h="18693" w="29982">
                  <a:moveTo>
                    <a:pt x="14991" y="0"/>
                  </a:moveTo>
                  <a:cubicBezTo>
                    <a:pt x="11016" y="0"/>
                    <a:pt x="7203" y="984"/>
                    <a:pt x="4391" y="2737"/>
                  </a:cubicBezTo>
                  <a:cubicBezTo>
                    <a:pt x="1580" y="4490"/>
                    <a:pt x="0" y="6868"/>
                    <a:pt x="0" y="9346"/>
                  </a:cubicBezTo>
                  <a:cubicBezTo>
                    <a:pt x="0" y="11825"/>
                    <a:pt x="1580" y="14202"/>
                    <a:pt x="4391" y="15956"/>
                  </a:cubicBezTo>
                  <a:cubicBezTo>
                    <a:pt x="7203" y="17708"/>
                    <a:pt x="11016" y="18693"/>
                    <a:pt x="14991" y="18693"/>
                  </a:cubicBezTo>
                  <a:cubicBezTo>
                    <a:pt x="18966" y="18693"/>
                    <a:pt x="22779" y="17708"/>
                    <a:pt x="25591" y="15956"/>
                  </a:cubicBezTo>
                  <a:cubicBezTo>
                    <a:pt x="28402" y="14202"/>
                    <a:pt x="29981" y="11825"/>
                    <a:pt x="29981" y="9346"/>
                  </a:cubicBezTo>
                  <a:cubicBezTo>
                    <a:pt x="29981" y="6868"/>
                    <a:pt x="28402" y="4490"/>
                    <a:pt x="25591" y="2737"/>
                  </a:cubicBezTo>
                  <a:cubicBezTo>
                    <a:pt x="22779" y="984"/>
                    <a:pt x="18966" y="0"/>
                    <a:pt x="14991" y="0"/>
                  </a:cubicBez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41" name="Google Shape;241;p54"/>
            <p:cNvSpPr/>
            <p:nvPr/>
          </p:nvSpPr>
          <p:spPr>
            <a:xfrm>
              <a:off x="3547063" y="4076925"/>
              <a:ext cx="360800" cy="467375"/>
            </a:xfrm>
            <a:custGeom>
              <a:rect b="b" l="l" r="r" t="t"/>
              <a:pathLst>
                <a:path extrusionOk="0" h="18695" w="14432">
                  <a:moveTo>
                    <a:pt x="2304" y="0"/>
                  </a:moveTo>
                  <a:cubicBezTo>
                    <a:pt x="1521" y="0"/>
                    <a:pt x="752" y="39"/>
                    <a:pt x="1" y="110"/>
                  </a:cubicBezTo>
                  <a:cubicBezTo>
                    <a:pt x="2527" y="3428"/>
                    <a:pt x="4251" y="7437"/>
                    <a:pt x="3989" y="11665"/>
                  </a:cubicBezTo>
                  <a:cubicBezTo>
                    <a:pt x="3822" y="14337"/>
                    <a:pt x="2860" y="16686"/>
                    <a:pt x="1368" y="18674"/>
                  </a:cubicBezTo>
                  <a:cubicBezTo>
                    <a:pt x="1679" y="18687"/>
                    <a:pt x="1989" y="18694"/>
                    <a:pt x="2304" y="18694"/>
                  </a:cubicBezTo>
                  <a:cubicBezTo>
                    <a:pt x="5810" y="18694"/>
                    <a:pt x="9033" y="17942"/>
                    <a:pt x="11585" y="16684"/>
                  </a:cubicBezTo>
                  <a:cubicBezTo>
                    <a:pt x="11589" y="16679"/>
                    <a:pt x="11592" y="16671"/>
                    <a:pt x="11595" y="16663"/>
                  </a:cubicBezTo>
                  <a:cubicBezTo>
                    <a:pt x="14432" y="11726"/>
                    <a:pt x="13562" y="5758"/>
                    <a:pt x="10298" y="1442"/>
                  </a:cubicBezTo>
                  <a:cubicBezTo>
                    <a:pt x="7983" y="531"/>
                    <a:pt x="5244" y="0"/>
                    <a:pt x="2304"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42" name="Google Shape;242;p54"/>
            <p:cNvSpPr/>
            <p:nvPr/>
          </p:nvSpPr>
          <p:spPr>
            <a:xfrm>
              <a:off x="3441463" y="4165075"/>
              <a:ext cx="330725" cy="330750"/>
            </a:xfrm>
            <a:custGeom>
              <a:rect b="b" l="l" r="r" t="t"/>
              <a:pathLst>
                <a:path extrusionOk="0" h="13230" w="13229">
                  <a:moveTo>
                    <a:pt x="6615" y="0"/>
                  </a:moveTo>
                  <a:cubicBezTo>
                    <a:pt x="4860" y="0"/>
                    <a:pt x="3178" y="697"/>
                    <a:pt x="1937" y="1939"/>
                  </a:cubicBezTo>
                  <a:cubicBezTo>
                    <a:pt x="697" y="3179"/>
                    <a:pt x="0" y="4861"/>
                    <a:pt x="0" y="6615"/>
                  </a:cubicBezTo>
                  <a:cubicBezTo>
                    <a:pt x="0" y="8369"/>
                    <a:pt x="697" y="10051"/>
                    <a:pt x="1937" y="11291"/>
                  </a:cubicBezTo>
                  <a:cubicBezTo>
                    <a:pt x="3178" y="12533"/>
                    <a:pt x="4860" y="13230"/>
                    <a:pt x="6615" y="13230"/>
                  </a:cubicBezTo>
                  <a:cubicBezTo>
                    <a:pt x="8369" y="13230"/>
                    <a:pt x="10051" y="12533"/>
                    <a:pt x="11292" y="11291"/>
                  </a:cubicBezTo>
                  <a:cubicBezTo>
                    <a:pt x="12532" y="10051"/>
                    <a:pt x="13229" y="8369"/>
                    <a:pt x="13229" y="6615"/>
                  </a:cubicBezTo>
                  <a:cubicBezTo>
                    <a:pt x="13229" y="4861"/>
                    <a:pt x="12532" y="3179"/>
                    <a:pt x="11292" y="1939"/>
                  </a:cubicBezTo>
                  <a:cubicBezTo>
                    <a:pt x="10051" y="697"/>
                    <a:pt x="8369" y="0"/>
                    <a:pt x="6615" y="0"/>
                  </a:cubicBezTo>
                  <a:close/>
                </a:path>
              </a:pathLst>
            </a:custGeom>
            <a:solidFill>
              <a:schemeClr val="accent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43" name="Google Shape;243;p54"/>
            <p:cNvSpPr/>
            <p:nvPr/>
          </p:nvSpPr>
          <p:spPr>
            <a:xfrm>
              <a:off x="3551763" y="4279775"/>
              <a:ext cx="97050" cy="97000"/>
            </a:xfrm>
            <a:custGeom>
              <a:rect b="b" l="l" r="r" t="t"/>
              <a:pathLst>
                <a:path extrusionOk="0" h="3880" w="3882">
                  <a:moveTo>
                    <a:pt x="1941" y="0"/>
                  </a:moveTo>
                  <a:cubicBezTo>
                    <a:pt x="870" y="0"/>
                    <a:pt x="0" y="868"/>
                    <a:pt x="0" y="1940"/>
                  </a:cubicBezTo>
                  <a:cubicBezTo>
                    <a:pt x="0" y="3011"/>
                    <a:pt x="870" y="3880"/>
                    <a:pt x="1941" y="3880"/>
                  </a:cubicBezTo>
                  <a:cubicBezTo>
                    <a:pt x="3011" y="3880"/>
                    <a:pt x="3881" y="3011"/>
                    <a:pt x="3881" y="1940"/>
                  </a:cubicBezTo>
                  <a:cubicBezTo>
                    <a:pt x="3881" y="868"/>
                    <a:pt x="3011" y="0"/>
                    <a:pt x="1941" y="0"/>
                  </a:cubicBezTo>
                  <a:close/>
                </a:path>
              </a:pathLst>
            </a:custGeom>
            <a:solidFill>
              <a:srgbClr val="22113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44" name="Google Shape;244;p54"/>
            <p:cNvSpPr/>
            <p:nvPr/>
          </p:nvSpPr>
          <p:spPr>
            <a:xfrm>
              <a:off x="3609088" y="4218025"/>
              <a:ext cx="97000" cy="97025"/>
            </a:xfrm>
            <a:custGeom>
              <a:rect b="b" l="l" r="r" t="t"/>
              <a:pathLst>
                <a:path extrusionOk="0" h="3881" w="3880">
                  <a:moveTo>
                    <a:pt x="1940" y="1"/>
                  </a:moveTo>
                  <a:cubicBezTo>
                    <a:pt x="869" y="1"/>
                    <a:pt x="0" y="869"/>
                    <a:pt x="0" y="1941"/>
                  </a:cubicBezTo>
                  <a:cubicBezTo>
                    <a:pt x="0" y="3012"/>
                    <a:pt x="869" y="3881"/>
                    <a:pt x="1940" y="3881"/>
                  </a:cubicBezTo>
                  <a:cubicBezTo>
                    <a:pt x="3012" y="3881"/>
                    <a:pt x="3880" y="3012"/>
                    <a:pt x="3880" y="1941"/>
                  </a:cubicBezTo>
                  <a:cubicBezTo>
                    <a:pt x="3880" y="869"/>
                    <a:pt x="3012" y="1"/>
                    <a:pt x="1940" y="1"/>
                  </a:cubicBez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45" name="Google Shape;245;p54"/>
            <p:cNvSpPr/>
            <p:nvPr/>
          </p:nvSpPr>
          <p:spPr>
            <a:xfrm>
              <a:off x="3498788" y="4372925"/>
              <a:ext cx="57450" cy="51775"/>
            </a:xfrm>
            <a:custGeom>
              <a:rect b="b" l="l" r="r" t="t"/>
              <a:pathLst>
                <a:path extrusionOk="0" h="2071" w="2298">
                  <a:moveTo>
                    <a:pt x="1061" y="1"/>
                  </a:moveTo>
                  <a:cubicBezTo>
                    <a:pt x="520" y="1"/>
                    <a:pt x="1" y="475"/>
                    <a:pt x="26" y="1036"/>
                  </a:cubicBezTo>
                  <a:cubicBezTo>
                    <a:pt x="51" y="1597"/>
                    <a:pt x="480" y="2071"/>
                    <a:pt x="1061" y="2071"/>
                  </a:cubicBezTo>
                  <a:lnTo>
                    <a:pt x="1238" y="2071"/>
                  </a:lnTo>
                  <a:cubicBezTo>
                    <a:pt x="1780" y="2071"/>
                    <a:pt x="2298" y="1596"/>
                    <a:pt x="2274" y="1036"/>
                  </a:cubicBezTo>
                  <a:cubicBezTo>
                    <a:pt x="2248" y="474"/>
                    <a:pt x="1817" y="1"/>
                    <a:pt x="1238" y="1"/>
                  </a:cubicBez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46" name="Google Shape;246;p54"/>
            <p:cNvSpPr/>
            <p:nvPr/>
          </p:nvSpPr>
          <p:spPr>
            <a:xfrm>
              <a:off x="3570313" y="4403500"/>
              <a:ext cx="55450" cy="25925"/>
            </a:xfrm>
            <a:custGeom>
              <a:rect b="b" l="l" r="r" t="t"/>
              <a:pathLst>
                <a:path extrusionOk="0" h="1037" w="2218">
                  <a:moveTo>
                    <a:pt x="670" y="1"/>
                  </a:moveTo>
                  <a:cubicBezTo>
                    <a:pt x="2" y="1"/>
                    <a:pt x="1" y="1036"/>
                    <a:pt x="670" y="1036"/>
                  </a:cubicBezTo>
                  <a:lnTo>
                    <a:pt x="1551" y="1036"/>
                  </a:lnTo>
                  <a:cubicBezTo>
                    <a:pt x="2218" y="1036"/>
                    <a:pt x="2218" y="1"/>
                    <a:pt x="1551" y="1"/>
                  </a:cubicBez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47" name="Google Shape;247;p54"/>
            <p:cNvSpPr/>
            <p:nvPr/>
          </p:nvSpPr>
          <p:spPr>
            <a:xfrm>
              <a:off x="3654113" y="4297675"/>
              <a:ext cx="33400" cy="25925"/>
            </a:xfrm>
            <a:custGeom>
              <a:rect b="b" l="l" r="r" t="t"/>
              <a:pathLst>
                <a:path extrusionOk="0" h="1037" w="1336">
                  <a:moveTo>
                    <a:pt x="668" y="1"/>
                  </a:moveTo>
                  <a:cubicBezTo>
                    <a:pt x="2" y="1"/>
                    <a:pt x="0" y="1036"/>
                    <a:pt x="668" y="1036"/>
                  </a:cubicBezTo>
                  <a:cubicBezTo>
                    <a:pt x="1335" y="1036"/>
                    <a:pt x="1335" y="1"/>
                    <a:pt x="668" y="1"/>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48" name="Google Shape;248;p54"/>
            <p:cNvSpPr/>
            <p:nvPr/>
          </p:nvSpPr>
          <p:spPr>
            <a:xfrm>
              <a:off x="3486563" y="4297675"/>
              <a:ext cx="37825" cy="25925"/>
            </a:xfrm>
            <a:custGeom>
              <a:rect b="b" l="l" r="r" t="t"/>
              <a:pathLst>
                <a:path extrusionOk="0" h="1037" w="1513">
                  <a:moveTo>
                    <a:pt x="668" y="1"/>
                  </a:moveTo>
                  <a:cubicBezTo>
                    <a:pt x="2" y="1"/>
                    <a:pt x="0" y="1036"/>
                    <a:pt x="668" y="1036"/>
                  </a:cubicBezTo>
                  <a:lnTo>
                    <a:pt x="846" y="1036"/>
                  </a:lnTo>
                  <a:cubicBezTo>
                    <a:pt x="1512" y="1036"/>
                    <a:pt x="1512" y="1"/>
                    <a:pt x="846" y="1"/>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49" name="Google Shape;249;p54"/>
            <p:cNvSpPr/>
            <p:nvPr/>
          </p:nvSpPr>
          <p:spPr>
            <a:xfrm>
              <a:off x="3410663" y="4279800"/>
              <a:ext cx="61725" cy="61725"/>
            </a:xfrm>
            <a:custGeom>
              <a:rect b="b" l="l" r="r" t="t"/>
              <a:pathLst>
                <a:path extrusionOk="0" h="2469" w="2469">
                  <a:moveTo>
                    <a:pt x="1238" y="0"/>
                  </a:moveTo>
                  <a:cubicBezTo>
                    <a:pt x="1237" y="0"/>
                    <a:pt x="1236" y="0"/>
                    <a:pt x="1235" y="0"/>
                  </a:cubicBezTo>
                  <a:cubicBezTo>
                    <a:pt x="554" y="0"/>
                    <a:pt x="1" y="553"/>
                    <a:pt x="1" y="1234"/>
                  </a:cubicBezTo>
                  <a:cubicBezTo>
                    <a:pt x="1" y="1916"/>
                    <a:pt x="554" y="2468"/>
                    <a:pt x="1235" y="2468"/>
                  </a:cubicBezTo>
                  <a:cubicBezTo>
                    <a:pt x="1916" y="2468"/>
                    <a:pt x="2468" y="1916"/>
                    <a:pt x="2468" y="1235"/>
                  </a:cubicBezTo>
                  <a:cubicBezTo>
                    <a:pt x="2468" y="552"/>
                    <a:pt x="1918" y="0"/>
                    <a:pt x="1238" y="0"/>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0" name="Google Shape;250;p54"/>
            <p:cNvSpPr/>
            <p:nvPr/>
          </p:nvSpPr>
          <p:spPr>
            <a:xfrm>
              <a:off x="3624238" y="3705900"/>
              <a:ext cx="647600" cy="538975"/>
            </a:xfrm>
            <a:custGeom>
              <a:rect b="b" l="l" r="r" t="t"/>
              <a:pathLst>
                <a:path extrusionOk="0" h="21559" w="25904">
                  <a:moveTo>
                    <a:pt x="8466" y="0"/>
                  </a:moveTo>
                  <a:cubicBezTo>
                    <a:pt x="7564" y="0"/>
                    <a:pt x="6651" y="268"/>
                    <a:pt x="5742" y="801"/>
                  </a:cubicBezTo>
                  <a:cubicBezTo>
                    <a:pt x="2730" y="2567"/>
                    <a:pt x="605" y="6711"/>
                    <a:pt x="58" y="9089"/>
                  </a:cubicBezTo>
                  <a:cubicBezTo>
                    <a:pt x="1" y="9338"/>
                    <a:pt x="155" y="9587"/>
                    <a:pt x="404" y="9644"/>
                  </a:cubicBezTo>
                  <a:cubicBezTo>
                    <a:pt x="439" y="9652"/>
                    <a:pt x="474" y="9656"/>
                    <a:pt x="508" y="9656"/>
                  </a:cubicBezTo>
                  <a:cubicBezTo>
                    <a:pt x="719" y="9656"/>
                    <a:pt x="910" y="9511"/>
                    <a:pt x="959" y="9296"/>
                  </a:cubicBezTo>
                  <a:cubicBezTo>
                    <a:pt x="1456" y="7144"/>
                    <a:pt x="3467" y="3208"/>
                    <a:pt x="6211" y="1599"/>
                  </a:cubicBezTo>
                  <a:cubicBezTo>
                    <a:pt x="6973" y="1152"/>
                    <a:pt x="7730" y="927"/>
                    <a:pt x="8472" y="927"/>
                  </a:cubicBezTo>
                  <a:cubicBezTo>
                    <a:pt x="8822" y="927"/>
                    <a:pt x="9168" y="977"/>
                    <a:pt x="9510" y="1077"/>
                  </a:cubicBezTo>
                  <a:cubicBezTo>
                    <a:pt x="11311" y="1600"/>
                    <a:pt x="11581" y="3431"/>
                    <a:pt x="11841" y="5199"/>
                  </a:cubicBezTo>
                  <a:lnTo>
                    <a:pt x="11903" y="5610"/>
                  </a:lnTo>
                  <a:cubicBezTo>
                    <a:pt x="12249" y="7870"/>
                    <a:pt x="13670" y="9328"/>
                    <a:pt x="16123" y="9939"/>
                  </a:cubicBezTo>
                  <a:cubicBezTo>
                    <a:pt x="16496" y="10032"/>
                    <a:pt x="16888" y="10123"/>
                    <a:pt x="17289" y="10216"/>
                  </a:cubicBezTo>
                  <a:cubicBezTo>
                    <a:pt x="20460" y="10952"/>
                    <a:pt x="24057" y="11783"/>
                    <a:pt x="24663" y="15216"/>
                  </a:cubicBezTo>
                  <a:cubicBezTo>
                    <a:pt x="25036" y="17333"/>
                    <a:pt x="23391" y="19171"/>
                    <a:pt x="21703" y="19982"/>
                  </a:cubicBezTo>
                  <a:cubicBezTo>
                    <a:pt x="20576" y="20525"/>
                    <a:pt x="19280" y="20635"/>
                    <a:pt x="17966" y="20635"/>
                  </a:cubicBezTo>
                  <a:cubicBezTo>
                    <a:pt x="17516" y="20635"/>
                    <a:pt x="17064" y="20622"/>
                    <a:pt x="16616" y="20609"/>
                  </a:cubicBezTo>
                  <a:cubicBezTo>
                    <a:pt x="16166" y="20596"/>
                    <a:pt x="15719" y="20583"/>
                    <a:pt x="15282" y="20583"/>
                  </a:cubicBezTo>
                  <a:cubicBezTo>
                    <a:pt x="15029" y="20583"/>
                    <a:pt x="14821" y="20791"/>
                    <a:pt x="14821" y="21045"/>
                  </a:cubicBezTo>
                  <a:cubicBezTo>
                    <a:pt x="14821" y="21299"/>
                    <a:pt x="15026" y="21506"/>
                    <a:pt x="15282" y="21506"/>
                  </a:cubicBezTo>
                  <a:cubicBezTo>
                    <a:pt x="15711" y="21506"/>
                    <a:pt x="16149" y="21519"/>
                    <a:pt x="16591" y="21532"/>
                  </a:cubicBezTo>
                  <a:cubicBezTo>
                    <a:pt x="17053" y="21546"/>
                    <a:pt x="17518" y="21559"/>
                    <a:pt x="17983" y="21559"/>
                  </a:cubicBezTo>
                  <a:cubicBezTo>
                    <a:pt x="19399" y="21559"/>
                    <a:pt x="20812" y="21434"/>
                    <a:pt x="22104" y="20812"/>
                  </a:cubicBezTo>
                  <a:cubicBezTo>
                    <a:pt x="24959" y="19439"/>
                    <a:pt x="25903" y="16930"/>
                    <a:pt x="25573" y="15053"/>
                  </a:cubicBezTo>
                  <a:cubicBezTo>
                    <a:pt x="24861" y="11019"/>
                    <a:pt x="20779" y="10073"/>
                    <a:pt x="17498" y="9315"/>
                  </a:cubicBezTo>
                  <a:cubicBezTo>
                    <a:pt x="17103" y="9222"/>
                    <a:pt x="16718" y="9132"/>
                    <a:pt x="16347" y="9040"/>
                  </a:cubicBezTo>
                  <a:cubicBezTo>
                    <a:pt x="14260" y="8521"/>
                    <a:pt x="13106" y="7351"/>
                    <a:pt x="12816" y="5468"/>
                  </a:cubicBezTo>
                  <a:lnTo>
                    <a:pt x="12755" y="5064"/>
                  </a:lnTo>
                  <a:cubicBezTo>
                    <a:pt x="12479" y="3200"/>
                    <a:pt x="12136" y="878"/>
                    <a:pt x="9767" y="188"/>
                  </a:cubicBezTo>
                  <a:cubicBezTo>
                    <a:pt x="9337" y="63"/>
                    <a:pt x="8903" y="0"/>
                    <a:pt x="8466" y="0"/>
                  </a:cubicBez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1" name="Google Shape;251;p54"/>
            <p:cNvSpPr/>
            <p:nvPr/>
          </p:nvSpPr>
          <p:spPr>
            <a:xfrm>
              <a:off x="3549113" y="3536925"/>
              <a:ext cx="585425" cy="660475"/>
            </a:xfrm>
            <a:custGeom>
              <a:rect b="b" l="l" r="r" t="t"/>
              <a:pathLst>
                <a:path extrusionOk="0" h="26419" w="23417">
                  <a:moveTo>
                    <a:pt x="3839" y="0"/>
                  </a:moveTo>
                  <a:cubicBezTo>
                    <a:pt x="3223" y="0"/>
                    <a:pt x="2631" y="178"/>
                    <a:pt x="2110" y="527"/>
                  </a:cubicBezTo>
                  <a:cubicBezTo>
                    <a:pt x="0" y="1945"/>
                    <a:pt x="342" y="6365"/>
                    <a:pt x="525" y="8740"/>
                  </a:cubicBezTo>
                  <a:cubicBezTo>
                    <a:pt x="558" y="9188"/>
                    <a:pt x="590" y="9574"/>
                    <a:pt x="590" y="9797"/>
                  </a:cubicBezTo>
                  <a:cubicBezTo>
                    <a:pt x="590" y="11009"/>
                    <a:pt x="628" y="12006"/>
                    <a:pt x="666" y="12971"/>
                  </a:cubicBezTo>
                  <a:cubicBezTo>
                    <a:pt x="704" y="13928"/>
                    <a:pt x="743" y="14917"/>
                    <a:pt x="743" y="16107"/>
                  </a:cubicBezTo>
                  <a:cubicBezTo>
                    <a:pt x="743" y="16362"/>
                    <a:pt x="949" y="16569"/>
                    <a:pt x="1205" y="16569"/>
                  </a:cubicBezTo>
                  <a:cubicBezTo>
                    <a:pt x="1458" y="16569"/>
                    <a:pt x="1665" y="16363"/>
                    <a:pt x="1665" y="16107"/>
                  </a:cubicBezTo>
                  <a:cubicBezTo>
                    <a:pt x="1665" y="14900"/>
                    <a:pt x="1627" y="13901"/>
                    <a:pt x="1588" y="12935"/>
                  </a:cubicBezTo>
                  <a:cubicBezTo>
                    <a:pt x="1551" y="11978"/>
                    <a:pt x="1512" y="10990"/>
                    <a:pt x="1512" y="9800"/>
                  </a:cubicBezTo>
                  <a:cubicBezTo>
                    <a:pt x="1512" y="9539"/>
                    <a:pt x="1484" y="9156"/>
                    <a:pt x="1445" y="8671"/>
                  </a:cubicBezTo>
                  <a:cubicBezTo>
                    <a:pt x="1288" y="6640"/>
                    <a:pt x="963" y="2413"/>
                    <a:pt x="2625" y="1295"/>
                  </a:cubicBezTo>
                  <a:cubicBezTo>
                    <a:pt x="3039" y="1016"/>
                    <a:pt x="3458" y="922"/>
                    <a:pt x="3832" y="922"/>
                  </a:cubicBezTo>
                  <a:cubicBezTo>
                    <a:pt x="4115" y="922"/>
                    <a:pt x="4373" y="976"/>
                    <a:pt x="4585" y="1042"/>
                  </a:cubicBezTo>
                  <a:cubicBezTo>
                    <a:pt x="5485" y="1325"/>
                    <a:pt x="6285" y="2072"/>
                    <a:pt x="6624" y="2949"/>
                  </a:cubicBezTo>
                  <a:cubicBezTo>
                    <a:pt x="6938" y="3759"/>
                    <a:pt x="6917" y="5186"/>
                    <a:pt x="6895" y="6697"/>
                  </a:cubicBezTo>
                  <a:cubicBezTo>
                    <a:pt x="6863" y="9153"/>
                    <a:pt x="6824" y="11695"/>
                    <a:pt x="8133" y="12883"/>
                  </a:cubicBezTo>
                  <a:cubicBezTo>
                    <a:pt x="8596" y="13303"/>
                    <a:pt x="9186" y="13513"/>
                    <a:pt x="9897" y="13513"/>
                  </a:cubicBezTo>
                  <a:cubicBezTo>
                    <a:pt x="10039" y="13513"/>
                    <a:pt x="10185" y="13504"/>
                    <a:pt x="10336" y="13488"/>
                  </a:cubicBezTo>
                  <a:cubicBezTo>
                    <a:pt x="11423" y="13369"/>
                    <a:pt x="12370" y="12798"/>
                    <a:pt x="13283" y="12247"/>
                  </a:cubicBezTo>
                  <a:cubicBezTo>
                    <a:pt x="14145" y="11727"/>
                    <a:pt x="14962" y="11235"/>
                    <a:pt x="15882" y="11094"/>
                  </a:cubicBezTo>
                  <a:cubicBezTo>
                    <a:pt x="16201" y="11045"/>
                    <a:pt x="16511" y="11021"/>
                    <a:pt x="16810" y="11021"/>
                  </a:cubicBezTo>
                  <a:cubicBezTo>
                    <a:pt x="17804" y="11021"/>
                    <a:pt x="18675" y="11290"/>
                    <a:pt x="19318" y="11807"/>
                  </a:cubicBezTo>
                  <a:cubicBezTo>
                    <a:pt x="20078" y="12418"/>
                    <a:pt x="20520" y="13369"/>
                    <a:pt x="20597" y="14558"/>
                  </a:cubicBezTo>
                  <a:cubicBezTo>
                    <a:pt x="20660" y="15519"/>
                    <a:pt x="20274" y="16290"/>
                    <a:pt x="19866" y="17105"/>
                  </a:cubicBezTo>
                  <a:cubicBezTo>
                    <a:pt x="19508" y="17818"/>
                    <a:pt x="19139" y="18556"/>
                    <a:pt x="19056" y="19449"/>
                  </a:cubicBezTo>
                  <a:cubicBezTo>
                    <a:pt x="18882" y="21318"/>
                    <a:pt x="19610" y="21729"/>
                    <a:pt x="20656" y="22107"/>
                  </a:cubicBezTo>
                  <a:cubicBezTo>
                    <a:pt x="20916" y="22200"/>
                    <a:pt x="21184" y="22297"/>
                    <a:pt x="21461" y="22441"/>
                  </a:cubicBezTo>
                  <a:cubicBezTo>
                    <a:pt x="22063" y="22756"/>
                    <a:pt x="22462" y="23320"/>
                    <a:pt x="22475" y="23875"/>
                  </a:cubicBezTo>
                  <a:cubicBezTo>
                    <a:pt x="22485" y="24328"/>
                    <a:pt x="22245" y="24710"/>
                    <a:pt x="21783" y="24980"/>
                  </a:cubicBezTo>
                  <a:cubicBezTo>
                    <a:pt x="21221" y="25308"/>
                    <a:pt x="20159" y="25351"/>
                    <a:pt x="19221" y="25388"/>
                  </a:cubicBezTo>
                  <a:cubicBezTo>
                    <a:pt x="18680" y="25410"/>
                    <a:pt x="18169" y="25430"/>
                    <a:pt x="17749" y="25501"/>
                  </a:cubicBezTo>
                  <a:cubicBezTo>
                    <a:pt x="17497" y="25544"/>
                    <a:pt x="17327" y="25782"/>
                    <a:pt x="17370" y="26033"/>
                  </a:cubicBezTo>
                  <a:cubicBezTo>
                    <a:pt x="17407" y="26259"/>
                    <a:pt x="17602" y="26418"/>
                    <a:pt x="17823" y="26418"/>
                  </a:cubicBezTo>
                  <a:cubicBezTo>
                    <a:pt x="17850" y="26418"/>
                    <a:pt x="17876" y="26417"/>
                    <a:pt x="17903" y="26411"/>
                  </a:cubicBezTo>
                  <a:cubicBezTo>
                    <a:pt x="18267" y="26348"/>
                    <a:pt x="18750" y="26331"/>
                    <a:pt x="19259" y="26309"/>
                  </a:cubicBezTo>
                  <a:cubicBezTo>
                    <a:pt x="20304" y="26266"/>
                    <a:pt x="21490" y="26219"/>
                    <a:pt x="22249" y="25776"/>
                  </a:cubicBezTo>
                  <a:cubicBezTo>
                    <a:pt x="22999" y="25338"/>
                    <a:pt x="23417" y="24637"/>
                    <a:pt x="23399" y="23850"/>
                  </a:cubicBezTo>
                  <a:cubicBezTo>
                    <a:pt x="23378" y="22949"/>
                    <a:pt x="22799" y="22094"/>
                    <a:pt x="21887" y="21619"/>
                  </a:cubicBezTo>
                  <a:cubicBezTo>
                    <a:pt x="21555" y="21446"/>
                    <a:pt x="21244" y="21333"/>
                    <a:pt x="20969" y="21234"/>
                  </a:cubicBezTo>
                  <a:cubicBezTo>
                    <a:pt x="20158" y="20942"/>
                    <a:pt x="19853" y="20832"/>
                    <a:pt x="19975" y="19530"/>
                  </a:cubicBezTo>
                  <a:cubicBezTo>
                    <a:pt x="20041" y="18809"/>
                    <a:pt x="20357" y="18181"/>
                    <a:pt x="20690" y="17515"/>
                  </a:cubicBezTo>
                  <a:cubicBezTo>
                    <a:pt x="21135" y="16626"/>
                    <a:pt x="21597" y="15705"/>
                    <a:pt x="21518" y="14495"/>
                  </a:cubicBezTo>
                  <a:cubicBezTo>
                    <a:pt x="21422" y="13038"/>
                    <a:pt x="20862" y="11861"/>
                    <a:pt x="19896" y="11084"/>
                  </a:cubicBezTo>
                  <a:cubicBezTo>
                    <a:pt x="19086" y="10435"/>
                    <a:pt x="18015" y="10095"/>
                    <a:pt x="16809" y="10095"/>
                  </a:cubicBezTo>
                  <a:cubicBezTo>
                    <a:pt x="16463" y="10095"/>
                    <a:pt x="16106" y="10123"/>
                    <a:pt x="15740" y="10180"/>
                  </a:cubicBezTo>
                  <a:cubicBezTo>
                    <a:pt x="14640" y="10349"/>
                    <a:pt x="13709" y="10911"/>
                    <a:pt x="12806" y="11455"/>
                  </a:cubicBezTo>
                  <a:cubicBezTo>
                    <a:pt x="11938" y="11977"/>
                    <a:pt x="11120" y="12471"/>
                    <a:pt x="10233" y="12569"/>
                  </a:cubicBezTo>
                  <a:cubicBezTo>
                    <a:pt x="10114" y="12582"/>
                    <a:pt x="10001" y="12589"/>
                    <a:pt x="9893" y="12589"/>
                  </a:cubicBezTo>
                  <a:cubicBezTo>
                    <a:pt x="9416" y="12589"/>
                    <a:pt x="9040" y="12460"/>
                    <a:pt x="8752" y="12197"/>
                  </a:cubicBezTo>
                  <a:cubicBezTo>
                    <a:pt x="7752" y="11290"/>
                    <a:pt x="7788" y="8857"/>
                    <a:pt x="7818" y="6708"/>
                  </a:cubicBezTo>
                  <a:cubicBezTo>
                    <a:pt x="7842" y="5105"/>
                    <a:pt x="7864" y="3590"/>
                    <a:pt x="7485" y="2614"/>
                  </a:cubicBezTo>
                  <a:cubicBezTo>
                    <a:pt x="7041" y="1470"/>
                    <a:pt x="6036" y="530"/>
                    <a:pt x="4863" y="161"/>
                  </a:cubicBezTo>
                  <a:cubicBezTo>
                    <a:pt x="4520" y="53"/>
                    <a:pt x="4176" y="0"/>
                    <a:pt x="3839" y="0"/>
                  </a:cubicBez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2" name="Google Shape;252;p54"/>
            <p:cNvSpPr/>
            <p:nvPr/>
          </p:nvSpPr>
          <p:spPr>
            <a:xfrm>
              <a:off x="2942638" y="3712675"/>
              <a:ext cx="647650" cy="538900"/>
            </a:xfrm>
            <a:custGeom>
              <a:rect b="b" l="l" r="r" t="t"/>
              <a:pathLst>
                <a:path extrusionOk="0" h="21556" w="25906">
                  <a:moveTo>
                    <a:pt x="17440" y="1"/>
                  </a:moveTo>
                  <a:cubicBezTo>
                    <a:pt x="17004" y="1"/>
                    <a:pt x="16569" y="64"/>
                    <a:pt x="16138" y="189"/>
                  </a:cubicBezTo>
                  <a:cubicBezTo>
                    <a:pt x="13769" y="881"/>
                    <a:pt x="13426" y="3200"/>
                    <a:pt x="13150" y="5066"/>
                  </a:cubicBezTo>
                  <a:lnTo>
                    <a:pt x="13090" y="5468"/>
                  </a:lnTo>
                  <a:cubicBezTo>
                    <a:pt x="12799" y="7350"/>
                    <a:pt x="11645" y="8520"/>
                    <a:pt x="9558" y="9040"/>
                  </a:cubicBezTo>
                  <a:cubicBezTo>
                    <a:pt x="9187" y="9133"/>
                    <a:pt x="8801" y="9223"/>
                    <a:pt x="8406" y="9314"/>
                  </a:cubicBezTo>
                  <a:cubicBezTo>
                    <a:pt x="5125" y="10073"/>
                    <a:pt x="1043" y="11018"/>
                    <a:pt x="331" y="15052"/>
                  </a:cubicBezTo>
                  <a:cubicBezTo>
                    <a:pt x="1" y="16929"/>
                    <a:pt x="943" y="19438"/>
                    <a:pt x="3800" y="20812"/>
                  </a:cubicBezTo>
                  <a:cubicBezTo>
                    <a:pt x="5092" y="21434"/>
                    <a:pt x="6504" y="21555"/>
                    <a:pt x="7920" y="21555"/>
                  </a:cubicBezTo>
                  <a:cubicBezTo>
                    <a:pt x="8385" y="21555"/>
                    <a:pt x="8850" y="21541"/>
                    <a:pt x="9316" y="21532"/>
                  </a:cubicBezTo>
                  <a:cubicBezTo>
                    <a:pt x="9758" y="21520"/>
                    <a:pt x="10196" y="21507"/>
                    <a:pt x="10625" y="21507"/>
                  </a:cubicBezTo>
                  <a:cubicBezTo>
                    <a:pt x="10880" y="21507"/>
                    <a:pt x="11087" y="21299"/>
                    <a:pt x="11087" y="21046"/>
                  </a:cubicBezTo>
                  <a:cubicBezTo>
                    <a:pt x="11087" y="20791"/>
                    <a:pt x="10881" y="20584"/>
                    <a:pt x="10625" y="20584"/>
                  </a:cubicBezTo>
                  <a:cubicBezTo>
                    <a:pt x="10187" y="20584"/>
                    <a:pt x="9741" y="20597"/>
                    <a:pt x="9290" y="20610"/>
                  </a:cubicBezTo>
                  <a:cubicBezTo>
                    <a:pt x="8841" y="20623"/>
                    <a:pt x="8388" y="20636"/>
                    <a:pt x="7936" y="20636"/>
                  </a:cubicBezTo>
                  <a:cubicBezTo>
                    <a:pt x="6623" y="20636"/>
                    <a:pt x="5329" y="20525"/>
                    <a:pt x="4202" y="19983"/>
                  </a:cubicBezTo>
                  <a:cubicBezTo>
                    <a:pt x="2514" y="19174"/>
                    <a:pt x="869" y="17335"/>
                    <a:pt x="1244" y="15217"/>
                  </a:cubicBezTo>
                  <a:cubicBezTo>
                    <a:pt x="1849" y="11783"/>
                    <a:pt x="5445" y="10949"/>
                    <a:pt x="8618" y="10217"/>
                  </a:cubicBezTo>
                  <a:cubicBezTo>
                    <a:pt x="9019" y="10124"/>
                    <a:pt x="9409" y="10033"/>
                    <a:pt x="9784" y="9940"/>
                  </a:cubicBezTo>
                  <a:cubicBezTo>
                    <a:pt x="12234" y="9326"/>
                    <a:pt x="13655" y="7871"/>
                    <a:pt x="14004" y="5611"/>
                  </a:cubicBezTo>
                  <a:lnTo>
                    <a:pt x="14064" y="5202"/>
                  </a:lnTo>
                  <a:cubicBezTo>
                    <a:pt x="14326" y="3432"/>
                    <a:pt x="14595" y="1604"/>
                    <a:pt x="16396" y="1077"/>
                  </a:cubicBezTo>
                  <a:cubicBezTo>
                    <a:pt x="16738" y="977"/>
                    <a:pt x="17084" y="927"/>
                    <a:pt x="17433" y="927"/>
                  </a:cubicBezTo>
                  <a:cubicBezTo>
                    <a:pt x="18175" y="927"/>
                    <a:pt x="18931" y="1152"/>
                    <a:pt x="19695" y="1600"/>
                  </a:cubicBezTo>
                  <a:cubicBezTo>
                    <a:pt x="22440" y="3209"/>
                    <a:pt x="24451" y="7144"/>
                    <a:pt x="24947" y="9297"/>
                  </a:cubicBezTo>
                  <a:cubicBezTo>
                    <a:pt x="24998" y="9511"/>
                    <a:pt x="25186" y="9657"/>
                    <a:pt x="25396" y="9657"/>
                  </a:cubicBezTo>
                  <a:cubicBezTo>
                    <a:pt x="25431" y="9657"/>
                    <a:pt x="25466" y="9653"/>
                    <a:pt x="25501" y="9645"/>
                  </a:cubicBezTo>
                  <a:cubicBezTo>
                    <a:pt x="25750" y="9588"/>
                    <a:pt x="25906" y="9339"/>
                    <a:pt x="25849" y="9090"/>
                  </a:cubicBezTo>
                  <a:cubicBezTo>
                    <a:pt x="25299" y="6712"/>
                    <a:pt x="23175" y="2567"/>
                    <a:pt x="20164" y="803"/>
                  </a:cubicBezTo>
                  <a:cubicBezTo>
                    <a:pt x="19254" y="269"/>
                    <a:pt x="18342" y="1"/>
                    <a:pt x="17440" y="1"/>
                  </a:cubicBez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3" name="Google Shape;253;p54"/>
            <p:cNvSpPr/>
            <p:nvPr/>
          </p:nvSpPr>
          <p:spPr>
            <a:xfrm>
              <a:off x="3079963" y="3536925"/>
              <a:ext cx="585375" cy="660475"/>
            </a:xfrm>
            <a:custGeom>
              <a:rect b="b" l="l" r="r" t="t"/>
              <a:pathLst>
                <a:path extrusionOk="0" h="26419" w="23415">
                  <a:moveTo>
                    <a:pt x="19579" y="0"/>
                  </a:moveTo>
                  <a:cubicBezTo>
                    <a:pt x="19242" y="0"/>
                    <a:pt x="18898" y="54"/>
                    <a:pt x="18555" y="161"/>
                  </a:cubicBezTo>
                  <a:cubicBezTo>
                    <a:pt x="17382" y="530"/>
                    <a:pt x="16376" y="1470"/>
                    <a:pt x="15932" y="2614"/>
                  </a:cubicBezTo>
                  <a:cubicBezTo>
                    <a:pt x="15553" y="3591"/>
                    <a:pt x="15575" y="5105"/>
                    <a:pt x="15598" y="6710"/>
                  </a:cubicBezTo>
                  <a:cubicBezTo>
                    <a:pt x="15629" y="8856"/>
                    <a:pt x="15665" y="11290"/>
                    <a:pt x="14665" y="12197"/>
                  </a:cubicBezTo>
                  <a:cubicBezTo>
                    <a:pt x="14376" y="12460"/>
                    <a:pt x="14001" y="12589"/>
                    <a:pt x="13524" y="12589"/>
                  </a:cubicBezTo>
                  <a:cubicBezTo>
                    <a:pt x="13416" y="12589"/>
                    <a:pt x="13303" y="12582"/>
                    <a:pt x="13184" y="12569"/>
                  </a:cubicBezTo>
                  <a:cubicBezTo>
                    <a:pt x="12298" y="12471"/>
                    <a:pt x="11478" y="11977"/>
                    <a:pt x="10611" y="11455"/>
                  </a:cubicBezTo>
                  <a:cubicBezTo>
                    <a:pt x="9710" y="10911"/>
                    <a:pt x="8777" y="10351"/>
                    <a:pt x="7677" y="10180"/>
                  </a:cubicBezTo>
                  <a:cubicBezTo>
                    <a:pt x="7310" y="10123"/>
                    <a:pt x="6952" y="10095"/>
                    <a:pt x="6605" y="10095"/>
                  </a:cubicBezTo>
                  <a:cubicBezTo>
                    <a:pt x="5399" y="10095"/>
                    <a:pt x="4329" y="10435"/>
                    <a:pt x="3521" y="11084"/>
                  </a:cubicBezTo>
                  <a:cubicBezTo>
                    <a:pt x="2554" y="11861"/>
                    <a:pt x="1993" y="13041"/>
                    <a:pt x="1899" y="14495"/>
                  </a:cubicBezTo>
                  <a:cubicBezTo>
                    <a:pt x="1820" y="15705"/>
                    <a:pt x="2282" y="16625"/>
                    <a:pt x="2727" y="17515"/>
                  </a:cubicBezTo>
                  <a:cubicBezTo>
                    <a:pt x="3061" y="18180"/>
                    <a:pt x="3374" y="18809"/>
                    <a:pt x="3443" y="19530"/>
                  </a:cubicBezTo>
                  <a:cubicBezTo>
                    <a:pt x="3564" y="20832"/>
                    <a:pt x="3259" y="20941"/>
                    <a:pt x="2448" y="21234"/>
                  </a:cubicBezTo>
                  <a:cubicBezTo>
                    <a:pt x="2172" y="21333"/>
                    <a:pt x="1862" y="21446"/>
                    <a:pt x="1529" y="21619"/>
                  </a:cubicBezTo>
                  <a:cubicBezTo>
                    <a:pt x="619" y="22095"/>
                    <a:pt x="39" y="22949"/>
                    <a:pt x="18" y="23850"/>
                  </a:cubicBezTo>
                  <a:cubicBezTo>
                    <a:pt x="1" y="24637"/>
                    <a:pt x="418" y="25340"/>
                    <a:pt x="1168" y="25776"/>
                  </a:cubicBezTo>
                  <a:cubicBezTo>
                    <a:pt x="1926" y="26219"/>
                    <a:pt x="3112" y="26266"/>
                    <a:pt x="4158" y="26309"/>
                  </a:cubicBezTo>
                  <a:cubicBezTo>
                    <a:pt x="4667" y="26331"/>
                    <a:pt x="5151" y="26351"/>
                    <a:pt x="5514" y="26411"/>
                  </a:cubicBezTo>
                  <a:cubicBezTo>
                    <a:pt x="5538" y="26417"/>
                    <a:pt x="5565" y="26418"/>
                    <a:pt x="5590" y="26418"/>
                  </a:cubicBezTo>
                  <a:cubicBezTo>
                    <a:pt x="5812" y="26418"/>
                    <a:pt x="6007" y="26259"/>
                    <a:pt x="6048" y="26033"/>
                  </a:cubicBezTo>
                  <a:cubicBezTo>
                    <a:pt x="6089" y="25782"/>
                    <a:pt x="5920" y="25544"/>
                    <a:pt x="5668" y="25501"/>
                  </a:cubicBezTo>
                  <a:cubicBezTo>
                    <a:pt x="5246" y="25431"/>
                    <a:pt x="4737" y="25410"/>
                    <a:pt x="4196" y="25388"/>
                  </a:cubicBezTo>
                  <a:cubicBezTo>
                    <a:pt x="3258" y="25351"/>
                    <a:pt x="2197" y="25308"/>
                    <a:pt x="1634" y="24980"/>
                  </a:cubicBezTo>
                  <a:cubicBezTo>
                    <a:pt x="1171" y="24710"/>
                    <a:pt x="932" y="24328"/>
                    <a:pt x="942" y="23876"/>
                  </a:cubicBezTo>
                  <a:cubicBezTo>
                    <a:pt x="955" y="23320"/>
                    <a:pt x="1354" y="22756"/>
                    <a:pt x="1956" y="22441"/>
                  </a:cubicBezTo>
                  <a:cubicBezTo>
                    <a:pt x="2234" y="22297"/>
                    <a:pt x="2501" y="22200"/>
                    <a:pt x="2762" y="22107"/>
                  </a:cubicBezTo>
                  <a:cubicBezTo>
                    <a:pt x="3809" y="21730"/>
                    <a:pt x="4535" y="21318"/>
                    <a:pt x="4361" y="19449"/>
                  </a:cubicBezTo>
                  <a:cubicBezTo>
                    <a:pt x="4278" y="18556"/>
                    <a:pt x="3909" y="17819"/>
                    <a:pt x="3551" y="17105"/>
                  </a:cubicBezTo>
                  <a:cubicBezTo>
                    <a:pt x="3144" y="16290"/>
                    <a:pt x="2757" y="15519"/>
                    <a:pt x="2820" y="14558"/>
                  </a:cubicBezTo>
                  <a:cubicBezTo>
                    <a:pt x="2898" y="13369"/>
                    <a:pt x="3338" y="12418"/>
                    <a:pt x="4099" y="11807"/>
                  </a:cubicBezTo>
                  <a:cubicBezTo>
                    <a:pt x="4743" y="11290"/>
                    <a:pt x="5612" y="11021"/>
                    <a:pt x="6607" y="11021"/>
                  </a:cubicBezTo>
                  <a:cubicBezTo>
                    <a:pt x="6906" y="11021"/>
                    <a:pt x="7216" y="11045"/>
                    <a:pt x="7535" y="11094"/>
                  </a:cubicBezTo>
                  <a:cubicBezTo>
                    <a:pt x="8455" y="11235"/>
                    <a:pt x="9271" y="11727"/>
                    <a:pt x="10133" y="12247"/>
                  </a:cubicBezTo>
                  <a:cubicBezTo>
                    <a:pt x="11047" y="12798"/>
                    <a:pt x="11991" y="13366"/>
                    <a:pt x="13080" y="13488"/>
                  </a:cubicBezTo>
                  <a:cubicBezTo>
                    <a:pt x="13232" y="13505"/>
                    <a:pt x="13379" y="13513"/>
                    <a:pt x="13521" y="13513"/>
                  </a:cubicBezTo>
                  <a:cubicBezTo>
                    <a:pt x="14230" y="13513"/>
                    <a:pt x="14822" y="13301"/>
                    <a:pt x="15283" y="12883"/>
                  </a:cubicBezTo>
                  <a:cubicBezTo>
                    <a:pt x="16592" y="11695"/>
                    <a:pt x="16556" y="9153"/>
                    <a:pt x="16520" y="6697"/>
                  </a:cubicBezTo>
                  <a:cubicBezTo>
                    <a:pt x="16499" y="5186"/>
                    <a:pt x="16480" y="3759"/>
                    <a:pt x="16792" y="2949"/>
                  </a:cubicBezTo>
                  <a:cubicBezTo>
                    <a:pt x="17133" y="2072"/>
                    <a:pt x="17934" y="1325"/>
                    <a:pt x="18831" y="1042"/>
                  </a:cubicBezTo>
                  <a:cubicBezTo>
                    <a:pt x="19043" y="976"/>
                    <a:pt x="19301" y="923"/>
                    <a:pt x="19584" y="923"/>
                  </a:cubicBezTo>
                  <a:cubicBezTo>
                    <a:pt x="19958" y="923"/>
                    <a:pt x="20377" y="1016"/>
                    <a:pt x="20791" y="1295"/>
                  </a:cubicBezTo>
                  <a:cubicBezTo>
                    <a:pt x="22453" y="2413"/>
                    <a:pt x="22127" y="6640"/>
                    <a:pt x="21971" y="8671"/>
                  </a:cubicBezTo>
                  <a:cubicBezTo>
                    <a:pt x="21934" y="9157"/>
                    <a:pt x="21905" y="9539"/>
                    <a:pt x="21905" y="9800"/>
                  </a:cubicBezTo>
                  <a:cubicBezTo>
                    <a:pt x="21905" y="10990"/>
                    <a:pt x="21866" y="11978"/>
                    <a:pt x="21828" y="12935"/>
                  </a:cubicBezTo>
                  <a:cubicBezTo>
                    <a:pt x="21790" y="13900"/>
                    <a:pt x="21752" y="14900"/>
                    <a:pt x="21752" y="16108"/>
                  </a:cubicBezTo>
                  <a:cubicBezTo>
                    <a:pt x="21752" y="16362"/>
                    <a:pt x="21956" y="16569"/>
                    <a:pt x="22212" y="16569"/>
                  </a:cubicBezTo>
                  <a:cubicBezTo>
                    <a:pt x="22467" y="16569"/>
                    <a:pt x="22675" y="16363"/>
                    <a:pt x="22675" y="16108"/>
                  </a:cubicBezTo>
                  <a:cubicBezTo>
                    <a:pt x="22675" y="14917"/>
                    <a:pt x="22713" y="13928"/>
                    <a:pt x="22750" y="12971"/>
                  </a:cubicBezTo>
                  <a:cubicBezTo>
                    <a:pt x="22789" y="12006"/>
                    <a:pt x="22828" y="11006"/>
                    <a:pt x="22828" y="9797"/>
                  </a:cubicBezTo>
                  <a:cubicBezTo>
                    <a:pt x="22828" y="9574"/>
                    <a:pt x="22858" y="9188"/>
                    <a:pt x="22892" y="8741"/>
                  </a:cubicBezTo>
                  <a:cubicBezTo>
                    <a:pt x="23075" y="6367"/>
                    <a:pt x="23414" y="1946"/>
                    <a:pt x="21306" y="527"/>
                  </a:cubicBezTo>
                  <a:cubicBezTo>
                    <a:pt x="20787" y="178"/>
                    <a:pt x="20195" y="0"/>
                    <a:pt x="19579" y="0"/>
                  </a:cubicBez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4" name="Google Shape;254;p54"/>
            <p:cNvSpPr/>
            <p:nvPr/>
          </p:nvSpPr>
          <p:spPr>
            <a:xfrm>
              <a:off x="3318088" y="3702200"/>
              <a:ext cx="57350" cy="57300"/>
            </a:xfrm>
            <a:custGeom>
              <a:rect b="b" l="l" r="r" t="t"/>
              <a:pathLst>
                <a:path extrusionOk="0" h="2292" w="2294">
                  <a:moveTo>
                    <a:pt x="1147" y="0"/>
                  </a:moveTo>
                  <a:cubicBezTo>
                    <a:pt x="514" y="0"/>
                    <a:pt x="0" y="514"/>
                    <a:pt x="0" y="1146"/>
                  </a:cubicBezTo>
                  <a:cubicBezTo>
                    <a:pt x="0" y="1780"/>
                    <a:pt x="514" y="2292"/>
                    <a:pt x="1147" y="2292"/>
                  </a:cubicBezTo>
                  <a:cubicBezTo>
                    <a:pt x="1780" y="2292"/>
                    <a:pt x="2293" y="1780"/>
                    <a:pt x="2293" y="1146"/>
                  </a:cubicBezTo>
                  <a:cubicBezTo>
                    <a:pt x="2293" y="514"/>
                    <a:pt x="1780" y="0"/>
                    <a:pt x="1147" y="0"/>
                  </a:cubicBezTo>
                  <a:close/>
                </a:path>
              </a:pathLst>
            </a:custGeom>
            <a:solidFill>
              <a:schemeClr val="accent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5" name="Google Shape;255;p54"/>
            <p:cNvSpPr/>
            <p:nvPr/>
          </p:nvSpPr>
          <p:spPr>
            <a:xfrm>
              <a:off x="2916888" y="4037300"/>
              <a:ext cx="88175" cy="88175"/>
            </a:xfrm>
            <a:custGeom>
              <a:rect b="b" l="l" r="r" t="t"/>
              <a:pathLst>
                <a:path extrusionOk="0" h="3527" w="3527">
                  <a:moveTo>
                    <a:pt x="1763" y="0"/>
                  </a:moveTo>
                  <a:cubicBezTo>
                    <a:pt x="790" y="0"/>
                    <a:pt x="1" y="790"/>
                    <a:pt x="1" y="1763"/>
                  </a:cubicBezTo>
                  <a:cubicBezTo>
                    <a:pt x="1" y="2737"/>
                    <a:pt x="790" y="3526"/>
                    <a:pt x="1763" y="3526"/>
                  </a:cubicBezTo>
                  <a:cubicBezTo>
                    <a:pt x="2737" y="3526"/>
                    <a:pt x="3527" y="2737"/>
                    <a:pt x="3527" y="1763"/>
                  </a:cubicBezTo>
                  <a:cubicBezTo>
                    <a:pt x="3527" y="790"/>
                    <a:pt x="2737" y="0"/>
                    <a:pt x="1763" y="0"/>
                  </a:cubicBezTo>
                  <a:close/>
                </a:path>
              </a:pathLst>
            </a:custGeom>
            <a:solidFill>
              <a:schemeClr val="accent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6" name="Google Shape;256;p54"/>
            <p:cNvSpPr/>
            <p:nvPr/>
          </p:nvSpPr>
          <p:spPr>
            <a:xfrm>
              <a:off x="3886813" y="3777125"/>
              <a:ext cx="66200" cy="66175"/>
            </a:xfrm>
            <a:custGeom>
              <a:rect b="b" l="l" r="r" t="t"/>
              <a:pathLst>
                <a:path extrusionOk="0" h="2647" w="2648">
                  <a:moveTo>
                    <a:pt x="1324" y="0"/>
                  </a:moveTo>
                  <a:cubicBezTo>
                    <a:pt x="593" y="0"/>
                    <a:pt x="1" y="592"/>
                    <a:pt x="1" y="1323"/>
                  </a:cubicBezTo>
                  <a:cubicBezTo>
                    <a:pt x="1" y="2054"/>
                    <a:pt x="593" y="2647"/>
                    <a:pt x="1324" y="2647"/>
                  </a:cubicBezTo>
                  <a:cubicBezTo>
                    <a:pt x="2055" y="2647"/>
                    <a:pt x="2647" y="2054"/>
                    <a:pt x="2647" y="1323"/>
                  </a:cubicBezTo>
                  <a:cubicBezTo>
                    <a:pt x="2647" y="594"/>
                    <a:pt x="2055" y="2"/>
                    <a:pt x="1324" y="0"/>
                  </a:cubicBezTo>
                  <a:close/>
                </a:path>
              </a:pathLst>
            </a:custGeom>
            <a:solidFill>
              <a:schemeClr val="accent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7" name="Google Shape;257;p54"/>
            <p:cNvSpPr/>
            <p:nvPr/>
          </p:nvSpPr>
          <p:spPr>
            <a:xfrm>
              <a:off x="4160188" y="3975575"/>
              <a:ext cx="83775" cy="83775"/>
            </a:xfrm>
            <a:custGeom>
              <a:rect b="b" l="l" r="r" t="t"/>
              <a:pathLst>
                <a:path extrusionOk="0" h="3351" w="3351">
                  <a:moveTo>
                    <a:pt x="1676" y="0"/>
                  </a:moveTo>
                  <a:cubicBezTo>
                    <a:pt x="749" y="0"/>
                    <a:pt x="1" y="751"/>
                    <a:pt x="1" y="1675"/>
                  </a:cubicBezTo>
                  <a:cubicBezTo>
                    <a:pt x="1" y="2601"/>
                    <a:pt x="752" y="3350"/>
                    <a:pt x="1676" y="3350"/>
                  </a:cubicBezTo>
                  <a:cubicBezTo>
                    <a:pt x="2603" y="3350"/>
                    <a:pt x="3351" y="2599"/>
                    <a:pt x="3351" y="1675"/>
                  </a:cubicBezTo>
                  <a:cubicBezTo>
                    <a:pt x="3351" y="748"/>
                    <a:pt x="2603" y="0"/>
                    <a:pt x="1676" y="0"/>
                  </a:cubicBezTo>
                  <a:close/>
                </a:path>
              </a:pathLst>
            </a:custGeom>
            <a:solidFill>
              <a:schemeClr val="accent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8" name="Google Shape;258;p54"/>
            <p:cNvSpPr/>
            <p:nvPr/>
          </p:nvSpPr>
          <p:spPr>
            <a:xfrm>
              <a:off x="4133763" y="4195975"/>
              <a:ext cx="70575" cy="70575"/>
            </a:xfrm>
            <a:custGeom>
              <a:rect b="b" l="l" r="r" t="t"/>
              <a:pathLst>
                <a:path extrusionOk="0" h="2823" w="2823">
                  <a:moveTo>
                    <a:pt x="1411" y="0"/>
                  </a:moveTo>
                  <a:cubicBezTo>
                    <a:pt x="633" y="0"/>
                    <a:pt x="1" y="633"/>
                    <a:pt x="1" y="1412"/>
                  </a:cubicBezTo>
                  <a:cubicBezTo>
                    <a:pt x="1" y="2190"/>
                    <a:pt x="633" y="2823"/>
                    <a:pt x="1411" y="2823"/>
                  </a:cubicBezTo>
                  <a:cubicBezTo>
                    <a:pt x="2191" y="2823"/>
                    <a:pt x="2823" y="2190"/>
                    <a:pt x="2823" y="1412"/>
                  </a:cubicBezTo>
                  <a:cubicBezTo>
                    <a:pt x="2823" y="633"/>
                    <a:pt x="2191" y="0"/>
                    <a:pt x="1411" y="0"/>
                  </a:cubicBezTo>
                  <a:close/>
                </a:path>
              </a:pathLst>
            </a:custGeom>
            <a:solidFill>
              <a:schemeClr val="accent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9" name="Google Shape;259;p54"/>
            <p:cNvSpPr/>
            <p:nvPr/>
          </p:nvSpPr>
          <p:spPr>
            <a:xfrm>
              <a:off x="4032188" y="4041725"/>
              <a:ext cx="44300" cy="44275"/>
            </a:xfrm>
            <a:custGeom>
              <a:rect b="b" l="l" r="r" t="t"/>
              <a:pathLst>
                <a:path extrusionOk="0" h="1771" w="1772">
                  <a:moveTo>
                    <a:pt x="892" y="0"/>
                  </a:moveTo>
                  <a:cubicBezTo>
                    <a:pt x="890" y="0"/>
                    <a:pt x="888" y="0"/>
                    <a:pt x="886" y="1"/>
                  </a:cubicBezTo>
                  <a:cubicBezTo>
                    <a:pt x="399" y="1"/>
                    <a:pt x="1" y="395"/>
                    <a:pt x="1" y="885"/>
                  </a:cubicBezTo>
                  <a:cubicBezTo>
                    <a:pt x="1" y="1374"/>
                    <a:pt x="396" y="1770"/>
                    <a:pt x="886" y="1770"/>
                  </a:cubicBezTo>
                  <a:cubicBezTo>
                    <a:pt x="1374" y="1770"/>
                    <a:pt x="1772" y="1375"/>
                    <a:pt x="1772" y="885"/>
                  </a:cubicBezTo>
                  <a:cubicBezTo>
                    <a:pt x="1772" y="397"/>
                    <a:pt x="1377" y="0"/>
                    <a:pt x="892" y="0"/>
                  </a:cubicBezTo>
                  <a:close/>
                </a:path>
              </a:pathLst>
            </a:custGeom>
            <a:solidFill>
              <a:schemeClr val="accent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60" name="Google Shape;260;p54"/>
            <p:cNvSpPr/>
            <p:nvPr/>
          </p:nvSpPr>
          <p:spPr>
            <a:xfrm>
              <a:off x="3168113" y="4173950"/>
              <a:ext cx="79425" cy="79400"/>
            </a:xfrm>
            <a:custGeom>
              <a:rect b="b" l="l" r="r" t="t"/>
              <a:pathLst>
                <a:path extrusionOk="0" h="3176" w="3177">
                  <a:moveTo>
                    <a:pt x="1589" y="0"/>
                  </a:moveTo>
                  <a:cubicBezTo>
                    <a:pt x="711" y="0"/>
                    <a:pt x="1" y="713"/>
                    <a:pt x="1" y="1588"/>
                  </a:cubicBezTo>
                  <a:cubicBezTo>
                    <a:pt x="1" y="2466"/>
                    <a:pt x="711" y="3176"/>
                    <a:pt x="1589" y="3176"/>
                  </a:cubicBezTo>
                  <a:cubicBezTo>
                    <a:pt x="2467" y="3176"/>
                    <a:pt x="3177" y="2465"/>
                    <a:pt x="3177" y="1588"/>
                  </a:cubicBezTo>
                  <a:cubicBezTo>
                    <a:pt x="3177" y="710"/>
                    <a:pt x="2467" y="0"/>
                    <a:pt x="1589" y="0"/>
                  </a:cubicBezTo>
                  <a:close/>
                </a:path>
              </a:pathLst>
            </a:custGeom>
            <a:solidFill>
              <a:schemeClr val="accent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61" name="Google Shape;261;p54"/>
            <p:cNvSpPr/>
            <p:nvPr/>
          </p:nvSpPr>
          <p:spPr>
            <a:xfrm>
              <a:off x="3957388" y="4173950"/>
              <a:ext cx="79400" cy="79400"/>
            </a:xfrm>
            <a:custGeom>
              <a:rect b="b" l="l" r="r" t="t"/>
              <a:pathLst>
                <a:path extrusionOk="0" h="3176" w="3176">
                  <a:moveTo>
                    <a:pt x="1588" y="0"/>
                  </a:moveTo>
                  <a:cubicBezTo>
                    <a:pt x="710" y="0"/>
                    <a:pt x="0" y="713"/>
                    <a:pt x="0" y="1588"/>
                  </a:cubicBezTo>
                  <a:cubicBezTo>
                    <a:pt x="0" y="2466"/>
                    <a:pt x="711" y="3176"/>
                    <a:pt x="1588" y="3176"/>
                  </a:cubicBezTo>
                  <a:cubicBezTo>
                    <a:pt x="2465" y="3176"/>
                    <a:pt x="3176" y="2465"/>
                    <a:pt x="3176" y="1588"/>
                  </a:cubicBezTo>
                  <a:cubicBezTo>
                    <a:pt x="3176" y="710"/>
                    <a:pt x="2464" y="0"/>
                    <a:pt x="1588" y="0"/>
                  </a:cubicBezTo>
                  <a:close/>
                </a:path>
              </a:pathLst>
            </a:custGeom>
            <a:solidFill>
              <a:schemeClr val="accent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262" name="Google Shape;262;p54"/>
          <p:cNvGrpSpPr/>
          <p:nvPr/>
        </p:nvGrpSpPr>
        <p:grpSpPr>
          <a:xfrm rot="-376160">
            <a:off x="6037835" y="3725070"/>
            <a:ext cx="1760215" cy="1072079"/>
            <a:chOff x="4411213" y="3961650"/>
            <a:chExt cx="1760250" cy="1072100"/>
          </a:xfrm>
        </p:grpSpPr>
        <p:sp>
          <p:nvSpPr>
            <p:cNvPr id="263" name="Google Shape;263;p54"/>
            <p:cNvSpPr/>
            <p:nvPr/>
          </p:nvSpPr>
          <p:spPr>
            <a:xfrm>
              <a:off x="5222063" y="4040150"/>
              <a:ext cx="584500" cy="584475"/>
            </a:xfrm>
            <a:custGeom>
              <a:rect b="b" l="l" r="r" t="t"/>
              <a:pathLst>
                <a:path extrusionOk="0" h="23379" w="23380">
                  <a:moveTo>
                    <a:pt x="11690" y="1"/>
                  </a:moveTo>
                  <a:cubicBezTo>
                    <a:pt x="8590" y="1"/>
                    <a:pt x="5617" y="1232"/>
                    <a:pt x="3425" y="3424"/>
                  </a:cubicBezTo>
                  <a:cubicBezTo>
                    <a:pt x="1232" y="5617"/>
                    <a:pt x="1" y="8589"/>
                    <a:pt x="1" y="11689"/>
                  </a:cubicBezTo>
                  <a:cubicBezTo>
                    <a:pt x="1" y="14789"/>
                    <a:pt x="1232" y="17763"/>
                    <a:pt x="3425" y="19955"/>
                  </a:cubicBezTo>
                  <a:cubicBezTo>
                    <a:pt x="5617" y="22146"/>
                    <a:pt x="8590" y="23378"/>
                    <a:pt x="11690" y="23378"/>
                  </a:cubicBezTo>
                  <a:cubicBezTo>
                    <a:pt x="14791" y="23378"/>
                    <a:pt x="17764" y="22146"/>
                    <a:pt x="19955" y="19955"/>
                  </a:cubicBezTo>
                  <a:cubicBezTo>
                    <a:pt x="22148" y="17763"/>
                    <a:pt x="23380" y="14789"/>
                    <a:pt x="23380" y="11689"/>
                  </a:cubicBezTo>
                  <a:cubicBezTo>
                    <a:pt x="23380" y="8589"/>
                    <a:pt x="22148" y="5617"/>
                    <a:pt x="19955" y="3424"/>
                  </a:cubicBezTo>
                  <a:cubicBezTo>
                    <a:pt x="17764" y="1232"/>
                    <a:pt x="14791" y="1"/>
                    <a:pt x="11690" y="1"/>
                  </a:cubicBezTo>
                  <a:close/>
                </a:path>
              </a:pathLst>
            </a:custGeom>
            <a:solidFill>
              <a:schemeClr val="accent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64" name="Google Shape;264;p54"/>
            <p:cNvSpPr/>
            <p:nvPr/>
          </p:nvSpPr>
          <p:spPr>
            <a:xfrm>
              <a:off x="4551113" y="3987475"/>
              <a:ext cx="979375" cy="473875"/>
            </a:xfrm>
            <a:custGeom>
              <a:rect b="b" l="l" r="r" t="t"/>
              <a:pathLst>
                <a:path extrusionOk="0" h="18955" w="39175">
                  <a:moveTo>
                    <a:pt x="9478" y="0"/>
                  </a:moveTo>
                  <a:cubicBezTo>
                    <a:pt x="4265" y="0"/>
                    <a:pt x="1" y="4266"/>
                    <a:pt x="1" y="9478"/>
                  </a:cubicBezTo>
                  <a:cubicBezTo>
                    <a:pt x="1" y="14690"/>
                    <a:pt x="4265" y="18955"/>
                    <a:pt x="9478" y="18955"/>
                  </a:cubicBezTo>
                  <a:lnTo>
                    <a:pt x="29697" y="18955"/>
                  </a:lnTo>
                  <a:cubicBezTo>
                    <a:pt x="34910" y="18955"/>
                    <a:pt x="39174" y="14690"/>
                    <a:pt x="39174" y="9478"/>
                  </a:cubicBezTo>
                  <a:cubicBezTo>
                    <a:pt x="39174" y="4266"/>
                    <a:pt x="34910" y="0"/>
                    <a:pt x="29697" y="0"/>
                  </a:cubicBezTo>
                  <a:close/>
                </a:path>
              </a:pathLst>
            </a:custGeom>
            <a:solidFill>
              <a:schemeClr val="accent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65" name="Google Shape;265;p54"/>
            <p:cNvSpPr/>
            <p:nvPr/>
          </p:nvSpPr>
          <p:spPr>
            <a:xfrm>
              <a:off x="4832463" y="3987475"/>
              <a:ext cx="979425" cy="473875"/>
            </a:xfrm>
            <a:custGeom>
              <a:rect b="b" l="l" r="r" t="t"/>
              <a:pathLst>
                <a:path extrusionOk="0" h="18955" w="39177">
                  <a:moveTo>
                    <a:pt x="9478" y="0"/>
                  </a:moveTo>
                  <a:cubicBezTo>
                    <a:pt x="4267" y="0"/>
                    <a:pt x="1" y="4266"/>
                    <a:pt x="1" y="9478"/>
                  </a:cubicBezTo>
                  <a:cubicBezTo>
                    <a:pt x="1" y="14690"/>
                    <a:pt x="4267" y="18955"/>
                    <a:pt x="9478" y="18955"/>
                  </a:cubicBezTo>
                  <a:lnTo>
                    <a:pt x="29697" y="18955"/>
                  </a:lnTo>
                  <a:cubicBezTo>
                    <a:pt x="34911" y="18955"/>
                    <a:pt x="39177" y="14690"/>
                    <a:pt x="39174" y="9478"/>
                  </a:cubicBezTo>
                  <a:cubicBezTo>
                    <a:pt x="39174" y="4266"/>
                    <a:pt x="34910" y="0"/>
                    <a:pt x="29697" y="0"/>
                  </a:cubicBezTo>
                  <a:close/>
                </a:path>
              </a:pathLst>
            </a:cu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66" name="Google Shape;266;p54"/>
            <p:cNvSpPr/>
            <p:nvPr/>
          </p:nvSpPr>
          <p:spPr>
            <a:xfrm>
              <a:off x="4829988" y="4256100"/>
              <a:ext cx="358550" cy="126225"/>
            </a:xfrm>
            <a:custGeom>
              <a:rect b="b" l="l" r="r" t="t"/>
              <a:pathLst>
                <a:path extrusionOk="0" h="5049" w="14342">
                  <a:moveTo>
                    <a:pt x="208" y="0"/>
                  </a:moveTo>
                  <a:cubicBezTo>
                    <a:pt x="94" y="0"/>
                    <a:pt x="1" y="93"/>
                    <a:pt x="1" y="209"/>
                  </a:cubicBezTo>
                  <a:cubicBezTo>
                    <a:pt x="1" y="323"/>
                    <a:pt x="94" y="416"/>
                    <a:pt x="208" y="416"/>
                  </a:cubicBezTo>
                  <a:lnTo>
                    <a:pt x="8348" y="416"/>
                  </a:lnTo>
                  <a:lnTo>
                    <a:pt x="13977" y="5003"/>
                  </a:lnTo>
                  <a:cubicBezTo>
                    <a:pt x="14014" y="5033"/>
                    <a:pt x="14060" y="5048"/>
                    <a:pt x="14107" y="5048"/>
                  </a:cubicBezTo>
                  <a:cubicBezTo>
                    <a:pt x="14166" y="5048"/>
                    <a:pt x="14228" y="5023"/>
                    <a:pt x="14270" y="4971"/>
                  </a:cubicBezTo>
                  <a:cubicBezTo>
                    <a:pt x="14342" y="4882"/>
                    <a:pt x="14329" y="4752"/>
                    <a:pt x="14239" y="4681"/>
                  </a:cubicBezTo>
                  <a:lnTo>
                    <a:pt x="8553" y="47"/>
                  </a:lnTo>
                  <a:cubicBezTo>
                    <a:pt x="8515" y="17"/>
                    <a:pt x="8471" y="0"/>
                    <a:pt x="8422" y="0"/>
                  </a:cubicBez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67" name="Google Shape;267;p54"/>
            <p:cNvSpPr/>
            <p:nvPr/>
          </p:nvSpPr>
          <p:spPr>
            <a:xfrm>
              <a:off x="5158938" y="4363975"/>
              <a:ext cx="50075" cy="50000"/>
            </a:xfrm>
            <a:custGeom>
              <a:rect b="b" l="l" r="r" t="t"/>
              <a:pathLst>
                <a:path extrusionOk="0" h="2000" w="2003">
                  <a:moveTo>
                    <a:pt x="1001" y="1"/>
                  </a:moveTo>
                  <a:cubicBezTo>
                    <a:pt x="452" y="1"/>
                    <a:pt x="1" y="450"/>
                    <a:pt x="1" y="1001"/>
                  </a:cubicBezTo>
                  <a:cubicBezTo>
                    <a:pt x="1" y="1549"/>
                    <a:pt x="450" y="1999"/>
                    <a:pt x="1001" y="1999"/>
                  </a:cubicBezTo>
                  <a:cubicBezTo>
                    <a:pt x="1552" y="1999"/>
                    <a:pt x="2002" y="1549"/>
                    <a:pt x="2001" y="1001"/>
                  </a:cubicBezTo>
                  <a:cubicBezTo>
                    <a:pt x="2001" y="452"/>
                    <a:pt x="1552" y="1"/>
                    <a:pt x="1001" y="1"/>
                  </a:cubicBez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68" name="Google Shape;268;p54"/>
            <p:cNvSpPr/>
            <p:nvPr/>
          </p:nvSpPr>
          <p:spPr>
            <a:xfrm>
              <a:off x="4858888" y="4121800"/>
              <a:ext cx="323800" cy="221000"/>
            </a:xfrm>
            <a:custGeom>
              <a:rect b="b" l="l" r="r" t="t"/>
              <a:pathLst>
                <a:path extrusionOk="0" h="8840" w="12952">
                  <a:moveTo>
                    <a:pt x="12729" y="1"/>
                  </a:moveTo>
                  <a:cubicBezTo>
                    <a:pt x="12632" y="1"/>
                    <a:pt x="12538" y="90"/>
                    <a:pt x="12532" y="198"/>
                  </a:cubicBezTo>
                  <a:lnTo>
                    <a:pt x="12326" y="4710"/>
                  </a:lnTo>
                  <a:lnTo>
                    <a:pt x="4793" y="8425"/>
                  </a:lnTo>
                  <a:lnTo>
                    <a:pt x="208" y="8425"/>
                  </a:lnTo>
                  <a:cubicBezTo>
                    <a:pt x="94" y="8425"/>
                    <a:pt x="1" y="8518"/>
                    <a:pt x="1" y="8632"/>
                  </a:cubicBezTo>
                  <a:cubicBezTo>
                    <a:pt x="1" y="8747"/>
                    <a:pt x="94" y="8840"/>
                    <a:pt x="208" y="8840"/>
                  </a:cubicBezTo>
                  <a:lnTo>
                    <a:pt x="4842" y="8840"/>
                  </a:lnTo>
                  <a:cubicBezTo>
                    <a:pt x="4875" y="8840"/>
                    <a:pt x="4905" y="8832"/>
                    <a:pt x="4935" y="8818"/>
                  </a:cubicBezTo>
                  <a:lnTo>
                    <a:pt x="12622" y="5027"/>
                  </a:lnTo>
                  <a:cubicBezTo>
                    <a:pt x="12688" y="4994"/>
                    <a:pt x="12733" y="4926"/>
                    <a:pt x="12737" y="4851"/>
                  </a:cubicBezTo>
                  <a:lnTo>
                    <a:pt x="12947" y="218"/>
                  </a:lnTo>
                  <a:cubicBezTo>
                    <a:pt x="12951" y="103"/>
                    <a:pt x="12863" y="6"/>
                    <a:pt x="12748" y="2"/>
                  </a:cubicBezTo>
                  <a:cubicBezTo>
                    <a:pt x="12742" y="1"/>
                    <a:pt x="12736" y="1"/>
                    <a:pt x="12729" y="1"/>
                  </a:cubicBez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69" name="Google Shape;269;p54"/>
            <p:cNvSpPr/>
            <p:nvPr/>
          </p:nvSpPr>
          <p:spPr>
            <a:xfrm>
              <a:off x="5148388" y="4103275"/>
              <a:ext cx="39550" cy="39550"/>
            </a:xfrm>
            <a:custGeom>
              <a:rect b="b" l="l" r="r" t="t"/>
              <a:pathLst>
                <a:path extrusionOk="0" h="1582" w="1582">
                  <a:moveTo>
                    <a:pt x="792" y="0"/>
                  </a:moveTo>
                  <a:cubicBezTo>
                    <a:pt x="357" y="0"/>
                    <a:pt x="1" y="357"/>
                    <a:pt x="1" y="790"/>
                  </a:cubicBezTo>
                  <a:cubicBezTo>
                    <a:pt x="1" y="1225"/>
                    <a:pt x="357" y="1581"/>
                    <a:pt x="792" y="1581"/>
                  </a:cubicBezTo>
                  <a:cubicBezTo>
                    <a:pt x="1227" y="1581"/>
                    <a:pt x="1582" y="1226"/>
                    <a:pt x="1582" y="790"/>
                  </a:cubicBezTo>
                  <a:cubicBezTo>
                    <a:pt x="1582" y="357"/>
                    <a:pt x="1227" y="0"/>
                    <a:pt x="792" y="0"/>
                  </a:cubicBez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70" name="Google Shape;270;p54"/>
            <p:cNvSpPr/>
            <p:nvPr/>
          </p:nvSpPr>
          <p:spPr>
            <a:xfrm>
              <a:off x="4882488" y="4079700"/>
              <a:ext cx="602975" cy="244675"/>
            </a:xfrm>
            <a:custGeom>
              <a:rect b="b" l="l" r="r" t="t"/>
              <a:pathLst>
                <a:path extrusionOk="0" h="9787" w="24119">
                  <a:moveTo>
                    <a:pt x="1" y="1"/>
                  </a:moveTo>
                  <a:lnTo>
                    <a:pt x="1" y="416"/>
                  </a:lnTo>
                  <a:lnTo>
                    <a:pt x="4650" y="416"/>
                  </a:lnTo>
                  <a:lnTo>
                    <a:pt x="13391" y="9682"/>
                  </a:lnTo>
                  <a:lnTo>
                    <a:pt x="24115" y="9787"/>
                  </a:lnTo>
                  <a:lnTo>
                    <a:pt x="24118" y="9372"/>
                  </a:lnTo>
                  <a:lnTo>
                    <a:pt x="13572" y="9269"/>
                  </a:lnTo>
                  <a:lnTo>
                    <a:pt x="4829" y="1"/>
                  </a:ln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71" name="Google Shape;271;p54"/>
            <p:cNvSpPr/>
            <p:nvPr/>
          </p:nvSpPr>
          <p:spPr>
            <a:xfrm>
              <a:off x="5453788" y="4298100"/>
              <a:ext cx="44800" cy="44850"/>
            </a:xfrm>
            <a:custGeom>
              <a:rect b="b" l="l" r="r" t="t"/>
              <a:pathLst>
                <a:path extrusionOk="0" h="1794" w="1792">
                  <a:moveTo>
                    <a:pt x="896" y="1"/>
                  </a:moveTo>
                  <a:cubicBezTo>
                    <a:pt x="401" y="1"/>
                    <a:pt x="0" y="403"/>
                    <a:pt x="0" y="898"/>
                  </a:cubicBezTo>
                  <a:cubicBezTo>
                    <a:pt x="0" y="1393"/>
                    <a:pt x="401" y="1793"/>
                    <a:pt x="896" y="1793"/>
                  </a:cubicBezTo>
                  <a:cubicBezTo>
                    <a:pt x="1391" y="1793"/>
                    <a:pt x="1791" y="1393"/>
                    <a:pt x="1791" y="898"/>
                  </a:cubicBezTo>
                  <a:cubicBezTo>
                    <a:pt x="1791" y="403"/>
                    <a:pt x="1391" y="1"/>
                    <a:pt x="896" y="1"/>
                  </a:cubicBez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72" name="Google Shape;272;p54"/>
            <p:cNvSpPr/>
            <p:nvPr/>
          </p:nvSpPr>
          <p:spPr>
            <a:xfrm>
              <a:off x="4837763" y="4050675"/>
              <a:ext cx="136825" cy="155275"/>
            </a:xfrm>
            <a:custGeom>
              <a:rect b="b" l="l" r="r" t="t"/>
              <a:pathLst>
                <a:path extrusionOk="0" h="6211" w="5473">
                  <a:moveTo>
                    <a:pt x="5059" y="0"/>
                  </a:moveTo>
                  <a:lnTo>
                    <a:pt x="5059" y="5795"/>
                  </a:lnTo>
                  <a:lnTo>
                    <a:pt x="0" y="5795"/>
                  </a:lnTo>
                  <a:lnTo>
                    <a:pt x="0" y="6210"/>
                  </a:lnTo>
                  <a:lnTo>
                    <a:pt x="5472" y="6210"/>
                  </a:lnTo>
                  <a:lnTo>
                    <a:pt x="5472" y="0"/>
                  </a:ln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73" name="Google Shape;273;p54"/>
            <p:cNvSpPr/>
            <p:nvPr/>
          </p:nvSpPr>
          <p:spPr>
            <a:xfrm>
              <a:off x="4950988" y="4024375"/>
              <a:ext cx="36850" cy="36875"/>
            </a:xfrm>
            <a:custGeom>
              <a:rect b="b" l="l" r="r" t="t"/>
              <a:pathLst>
                <a:path extrusionOk="0" h="1475" w="1474">
                  <a:moveTo>
                    <a:pt x="742" y="1"/>
                  </a:moveTo>
                  <a:cubicBezTo>
                    <a:pt x="741" y="1"/>
                    <a:pt x="739" y="1"/>
                    <a:pt x="737" y="1"/>
                  </a:cubicBezTo>
                  <a:cubicBezTo>
                    <a:pt x="331" y="1"/>
                    <a:pt x="0" y="330"/>
                    <a:pt x="0" y="737"/>
                  </a:cubicBezTo>
                  <a:cubicBezTo>
                    <a:pt x="0" y="1142"/>
                    <a:pt x="329" y="1474"/>
                    <a:pt x="737" y="1474"/>
                  </a:cubicBezTo>
                  <a:cubicBezTo>
                    <a:pt x="1143" y="1474"/>
                    <a:pt x="1474" y="1145"/>
                    <a:pt x="1474" y="737"/>
                  </a:cubicBezTo>
                  <a:cubicBezTo>
                    <a:pt x="1474" y="331"/>
                    <a:pt x="1146" y="1"/>
                    <a:pt x="742" y="1"/>
                  </a:cubicBez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74" name="Google Shape;274;p54"/>
            <p:cNvSpPr/>
            <p:nvPr/>
          </p:nvSpPr>
          <p:spPr>
            <a:xfrm>
              <a:off x="4877613" y="4065625"/>
              <a:ext cx="36850" cy="36850"/>
            </a:xfrm>
            <a:custGeom>
              <a:rect b="b" l="l" r="r" t="t"/>
              <a:pathLst>
                <a:path extrusionOk="0" h="1474" w="1474">
                  <a:moveTo>
                    <a:pt x="737" y="0"/>
                  </a:moveTo>
                  <a:cubicBezTo>
                    <a:pt x="330" y="0"/>
                    <a:pt x="0" y="329"/>
                    <a:pt x="0" y="737"/>
                  </a:cubicBezTo>
                  <a:cubicBezTo>
                    <a:pt x="0" y="1143"/>
                    <a:pt x="329" y="1474"/>
                    <a:pt x="737" y="1474"/>
                  </a:cubicBezTo>
                  <a:cubicBezTo>
                    <a:pt x="1143" y="1474"/>
                    <a:pt x="1473" y="1145"/>
                    <a:pt x="1473" y="737"/>
                  </a:cubicBezTo>
                  <a:cubicBezTo>
                    <a:pt x="1473" y="332"/>
                    <a:pt x="1143" y="0"/>
                    <a:pt x="737" y="0"/>
                  </a:cubicBez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75" name="Google Shape;275;p54"/>
            <p:cNvSpPr/>
            <p:nvPr/>
          </p:nvSpPr>
          <p:spPr>
            <a:xfrm>
              <a:off x="4820988" y="4184925"/>
              <a:ext cx="36850" cy="36850"/>
            </a:xfrm>
            <a:custGeom>
              <a:rect b="b" l="l" r="r" t="t"/>
              <a:pathLst>
                <a:path extrusionOk="0" h="1474" w="1474">
                  <a:moveTo>
                    <a:pt x="737" y="0"/>
                  </a:moveTo>
                  <a:cubicBezTo>
                    <a:pt x="331" y="0"/>
                    <a:pt x="0" y="331"/>
                    <a:pt x="0" y="737"/>
                  </a:cubicBezTo>
                  <a:cubicBezTo>
                    <a:pt x="0" y="1145"/>
                    <a:pt x="331" y="1474"/>
                    <a:pt x="737" y="1474"/>
                  </a:cubicBezTo>
                  <a:cubicBezTo>
                    <a:pt x="1145" y="1474"/>
                    <a:pt x="1474" y="1145"/>
                    <a:pt x="1474" y="737"/>
                  </a:cubicBezTo>
                  <a:cubicBezTo>
                    <a:pt x="1474" y="331"/>
                    <a:pt x="1145" y="0"/>
                    <a:pt x="737" y="0"/>
                  </a:cubicBez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76" name="Google Shape;276;p54"/>
            <p:cNvSpPr/>
            <p:nvPr/>
          </p:nvSpPr>
          <p:spPr>
            <a:xfrm>
              <a:off x="4819163" y="4237600"/>
              <a:ext cx="36850" cy="36850"/>
            </a:xfrm>
            <a:custGeom>
              <a:rect b="b" l="l" r="r" t="t"/>
              <a:pathLst>
                <a:path extrusionOk="0" h="1474" w="1474">
                  <a:moveTo>
                    <a:pt x="737" y="0"/>
                  </a:moveTo>
                  <a:cubicBezTo>
                    <a:pt x="331" y="0"/>
                    <a:pt x="1" y="331"/>
                    <a:pt x="1" y="737"/>
                  </a:cubicBezTo>
                  <a:cubicBezTo>
                    <a:pt x="1" y="1143"/>
                    <a:pt x="331" y="1474"/>
                    <a:pt x="737" y="1474"/>
                  </a:cubicBezTo>
                  <a:cubicBezTo>
                    <a:pt x="1144" y="1474"/>
                    <a:pt x="1474" y="1143"/>
                    <a:pt x="1474" y="737"/>
                  </a:cubicBezTo>
                  <a:cubicBezTo>
                    <a:pt x="1474" y="331"/>
                    <a:pt x="1144" y="0"/>
                    <a:pt x="737" y="0"/>
                  </a:cubicBez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77" name="Google Shape;277;p54"/>
            <p:cNvSpPr/>
            <p:nvPr/>
          </p:nvSpPr>
          <p:spPr>
            <a:xfrm>
              <a:off x="4842088" y="4318650"/>
              <a:ext cx="36850" cy="36850"/>
            </a:xfrm>
            <a:custGeom>
              <a:rect b="b" l="l" r="r" t="t"/>
              <a:pathLst>
                <a:path extrusionOk="0" h="1474" w="1474">
                  <a:moveTo>
                    <a:pt x="737" y="0"/>
                  </a:moveTo>
                  <a:cubicBezTo>
                    <a:pt x="331" y="0"/>
                    <a:pt x="0" y="329"/>
                    <a:pt x="0" y="737"/>
                  </a:cubicBezTo>
                  <a:cubicBezTo>
                    <a:pt x="0" y="1143"/>
                    <a:pt x="330" y="1473"/>
                    <a:pt x="737" y="1473"/>
                  </a:cubicBezTo>
                  <a:cubicBezTo>
                    <a:pt x="1143" y="1473"/>
                    <a:pt x="1474" y="1144"/>
                    <a:pt x="1474" y="737"/>
                  </a:cubicBezTo>
                  <a:cubicBezTo>
                    <a:pt x="1474" y="332"/>
                    <a:pt x="1145" y="0"/>
                    <a:pt x="737" y="0"/>
                  </a:cubicBez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78" name="Google Shape;278;p54"/>
            <p:cNvSpPr/>
            <p:nvPr/>
          </p:nvSpPr>
          <p:spPr>
            <a:xfrm>
              <a:off x="5306463" y="4042800"/>
              <a:ext cx="94625" cy="339625"/>
            </a:xfrm>
            <a:custGeom>
              <a:rect b="b" l="l" r="r" t="t"/>
              <a:pathLst>
                <a:path extrusionOk="0" h="13585" w="3785">
                  <a:moveTo>
                    <a:pt x="3370" y="0"/>
                  </a:moveTo>
                  <a:lnTo>
                    <a:pt x="3370" y="3488"/>
                  </a:lnTo>
                  <a:lnTo>
                    <a:pt x="1" y="6541"/>
                  </a:lnTo>
                  <a:lnTo>
                    <a:pt x="1" y="13585"/>
                  </a:lnTo>
                  <a:lnTo>
                    <a:pt x="414" y="13585"/>
                  </a:lnTo>
                  <a:lnTo>
                    <a:pt x="414" y="6725"/>
                  </a:lnTo>
                  <a:lnTo>
                    <a:pt x="3785" y="3671"/>
                  </a:lnTo>
                  <a:lnTo>
                    <a:pt x="3785" y="0"/>
                  </a:ln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79" name="Google Shape;279;p54"/>
            <p:cNvSpPr/>
            <p:nvPr/>
          </p:nvSpPr>
          <p:spPr>
            <a:xfrm>
              <a:off x="5293213" y="4363950"/>
              <a:ext cx="42150" cy="42125"/>
            </a:xfrm>
            <a:custGeom>
              <a:rect b="b" l="l" r="r" t="t"/>
              <a:pathLst>
                <a:path extrusionOk="0" h="1685" w="1686">
                  <a:moveTo>
                    <a:pt x="843" y="0"/>
                  </a:moveTo>
                  <a:cubicBezTo>
                    <a:pt x="378" y="0"/>
                    <a:pt x="0" y="377"/>
                    <a:pt x="0" y="842"/>
                  </a:cubicBezTo>
                  <a:cubicBezTo>
                    <a:pt x="0" y="1307"/>
                    <a:pt x="378" y="1684"/>
                    <a:pt x="843" y="1684"/>
                  </a:cubicBezTo>
                  <a:cubicBezTo>
                    <a:pt x="1308" y="1684"/>
                    <a:pt x="1685" y="1307"/>
                    <a:pt x="1685" y="842"/>
                  </a:cubicBezTo>
                  <a:cubicBezTo>
                    <a:pt x="1685" y="377"/>
                    <a:pt x="1308" y="0"/>
                    <a:pt x="843" y="0"/>
                  </a:cubicBez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80" name="Google Shape;280;p54"/>
            <p:cNvSpPr/>
            <p:nvPr/>
          </p:nvSpPr>
          <p:spPr>
            <a:xfrm>
              <a:off x="5227388" y="3979675"/>
              <a:ext cx="216550" cy="249950"/>
            </a:xfrm>
            <a:custGeom>
              <a:rect b="b" l="l" r="r" t="t"/>
              <a:pathLst>
                <a:path extrusionOk="0" h="9998" w="8662">
                  <a:moveTo>
                    <a:pt x="321" y="1"/>
                  </a:moveTo>
                  <a:cubicBezTo>
                    <a:pt x="221" y="1"/>
                    <a:pt x="113" y="88"/>
                    <a:pt x="108" y="202"/>
                  </a:cubicBezTo>
                  <a:lnTo>
                    <a:pt x="2" y="4203"/>
                  </a:lnTo>
                  <a:cubicBezTo>
                    <a:pt x="1" y="4275"/>
                    <a:pt x="35" y="4342"/>
                    <a:pt x="94" y="4381"/>
                  </a:cubicBezTo>
                  <a:lnTo>
                    <a:pt x="8309" y="9961"/>
                  </a:lnTo>
                  <a:cubicBezTo>
                    <a:pt x="8345" y="9986"/>
                    <a:pt x="8385" y="9997"/>
                    <a:pt x="8425" y="9997"/>
                  </a:cubicBezTo>
                  <a:cubicBezTo>
                    <a:pt x="8491" y="9997"/>
                    <a:pt x="8557" y="9966"/>
                    <a:pt x="8597" y="9908"/>
                  </a:cubicBezTo>
                  <a:cubicBezTo>
                    <a:pt x="8661" y="9814"/>
                    <a:pt x="8636" y="9685"/>
                    <a:pt x="8541" y="9621"/>
                  </a:cubicBezTo>
                  <a:lnTo>
                    <a:pt x="422" y="4102"/>
                  </a:lnTo>
                  <a:lnTo>
                    <a:pt x="523" y="212"/>
                  </a:lnTo>
                  <a:cubicBezTo>
                    <a:pt x="527" y="98"/>
                    <a:pt x="436" y="3"/>
                    <a:pt x="321" y="1"/>
                  </a:cubicBez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81" name="Google Shape;281;p54"/>
            <p:cNvSpPr/>
            <p:nvPr/>
          </p:nvSpPr>
          <p:spPr>
            <a:xfrm>
              <a:off x="5422163" y="4205950"/>
              <a:ext cx="44850" cy="44825"/>
            </a:xfrm>
            <a:custGeom>
              <a:rect b="b" l="l" r="r" t="t"/>
              <a:pathLst>
                <a:path extrusionOk="0" h="1793" w="1794">
                  <a:moveTo>
                    <a:pt x="896" y="0"/>
                  </a:moveTo>
                  <a:cubicBezTo>
                    <a:pt x="403" y="0"/>
                    <a:pt x="1" y="401"/>
                    <a:pt x="1" y="896"/>
                  </a:cubicBezTo>
                  <a:cubicBezTo>
                    <a:pt x="1" y="1391"/>
                    <a:pt x="403" y="1793"/>
                    <a:pt x="896" y="1793"/>
                  </a:cubicBezTo>
                  <a:cubicBezTo>
                    <a:pt x="1391" y="1793"/>
                    <a:pt x="1793" y="1391"/>
                    <a:pt x="1793" y="896"/>
                  </a:cubicBezTo>
                  <a:cubicBezTo>
                    <a:pt x="1793" y="401"/>
                    <a:pt x="1391" y="0"/>
                    <a:pt x="896" y="0"/>
                  </a:cubicBez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82" name="Google Shape;282;p54"/>
            <p:cNvSpPr/>
            <p:nvPr/>
          </p:nvSpPr>
          <p:spPr>
            <a:xfrm>
              <a:off x="5080063" y="3992775"/>
              <a:ext cx="247425" cy="52575"/>
            </a:xfrm>
            <a:custGeom>
              <a:rect b="b" l="l" r="r" t="t"/>
              <a:pathLst>
                <a:path extrusionOk="0" h="2103" w="9897">
                  <a:moveTo>
                    <a:pt x="0" y="0"/>
                  </a:moveTo>
                  <a:lnTo>
                    <a:pt x="0" y="2103"/>
                  </a:lnTo>
                  <a:lnTo>
                    <a:pt x="9897" y="2103"/>
                  </a:lnTo>
                  <a:lnTo>
                    <a:pt x="9897" y="1688"/>
                  </a:lnTo>
                  <a:lnTo>
                    <a:pt x="415" y="1688"/>
                  </a:lnTo>
                  <a:lnTo>
                    <a:pt x="415" y="0"/>
                  </a:ln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83" name="Google Shape;283;p54"/>
            <p:cNvSpPr/>
            <p:nvPr/>
          </p:nvSpPr>
          <p:spPr>
            <a:xfrm>
              <a:off x="5303763" y="4024300"/>
              <a:ext cx="34250" cy="34300"/>
            </a:xfrm>
            <a:custGeom>
              <a:rect b="b" l="l" r="r" t="t"/>
              <a:pathLst>
                <a:path extrusionOk="0" h="1372" w="1370">
                  <a:moveTo>
                    <a:pt x="685" y="1"/>
                  </a:moveTo>
                  <a:cubicBezTo>
                    <a:pt x="306" y="1"/>
                    <a:pt x="0" y="308"/>
                    <a:pt x="0" y="686"/>
                  </a:cubicBezTo>
                  <a:cubicBezTo>
                    <a:pt x="0" y="1064"/>
                    <a:pt x="306" y="1371"/>
                    <a:pt x="685" y="1371"/>
                  </a:cubicBezTo>
                  <a:cubicBezTo>
                    <a:pt x="1063" y="1371"/>
                    <a:pt x="1369" y="1064"/>
                    <a:pt x="1369" y="686"/>
                  </a:cubicBezTo>
                  <a:cubicBezTo>
                    <a:pt x="1369" y="308"/>
                    <a:pt x="1063" y="1"/>
                    <a:pt x="685" y="1"/>
                  </a:cubicBez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84" name="Google Shape;284;p54"/>
            <p:cNvSpPr/>
            <p:nvPr/>
          </p:nvSpPr>
          <p:spPr>
            <a:xfrm>
              <a:off x="5568263" y="4029425"/>
              <a:ext cx="34275" cy="34250"/>
            </a:xfrm>
            <a:custGeom>
              <a:rect b="b" l="l" r="r" t="t"/>
              <a:pathLst>
                <a:path extrusionOk="0" h="1370" w="1371">
                  <a:moveTo>
                    <a:pt x="686" y="0"/>
                  </a:moveTo>
                  <a:cubicBezTo>
                    <a:pt x="308" y="0"/>
                    <a:pt x="0" y="307"/>
                    <a:pt x="0" y="686"/>
                  </a:cubicBezTo>
                  <a:cubicBezTo>
                    <a:pt x="0" y="1063"/>
                    <a:pt x="308" y="1369"/>
                    <a:pt x="686" y="1369"/>
                  </a:cubicBezTo>
                  <a:cubicBezTo>
                    <a:pt x="1063" y="1369"/>
                    <a:pt x="1371" y="1063"/>
                    <a:pt x="1371" y="686"/>
                  </a:cubicBezTo>
                  <a:cubicBezTo>
                    <a:pt x="1371" y="307"/>
                    <a:pt x="1063" y="0"/>
                    <a:pt x="686" y="0"/>
                  </a:cubicBez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85" name="Google Shape;285;p54"/>
            <p:cNvSpPr/>
            <p:nvPr/>
          </p:nvSpPr>
          <p:spPr>
            <a:xfrm>
              <a:off x="5725763" y="4029425"/>
              <a:ext cx="34250" cy="34250"/>
            </a:xfrm>
            <a:custGeom>
              <a:rect b="b" l="l" r="r" t="t"/>
              <a:pathLst>
                <a:path extrusionOk="0" h="1370" w="1370">
                  <a:moveTo>
                    <a:pt x="686" y="0"/>
                  </a:moveTo>
                  <a:cubicBezTo>
                    <a:pt x="306" y="0"/>
                    <a:pt x="0" y="307"/>
                    <a:pt x="0" y="686"/>
                  </a:cubicBezTo>
                  <a:cubicBezTo>
                    <a:pt x="0" y="1063"/>
                    <a:pt x="306" y="1369"/>
                    <a:pt x="686" y="1369"/>
                  </a:cubicBezTo>
                  <a:cubicBezTo>
                    <a:pt x="1063" y="1369"/>
                    <a:pt x="1369" y="1063"/>
                    <a:pt x="1369" y="686"/>
                  </a:cubicBezTo>
                  <a:cubicBezTo>
                    <a:pt x="1369" y="307"/>
                    <a:pt x="1063" y="0"/>
                    <a:pt x="686" y="0"/>
                  </a:cubicBez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86" name="Google Shape;286;p54"/>
            <p:cNvSpPr/>
            <p:nvPr/>
          </p:nvSpPr>
          <p:spPr>
            <a:xfrm>
              <a:off x="5704338" y="4394875"/>
              <a:ext cx="34275" cy="34250"/>
            </a:xfrm>
            <a:custGeom>
              <a:rect b="b" l="l" r="r" t="t"/>
              <a:pathLst>
                <a:path extrusionOk="0" h="1370" w="1371">
                  <a:moveTo>
                    <a:pt x="686" y="1"/>
                  </a:moveTo>
                  <a:cubicBezTo>
                    <a:pt x="308" y="1"/>
                    <a:pt x="0" y="307"/>
                    <a:pt x="0" y="685"/>
                  </a:cubicBezTo>
                  <a:cubicBezTo>
                    <a:pt x="0" y="1064"/>
                    <a:pt x="308" y="1370"/>
                    <a:pt x="686" y="1370"/>
                  </a:cubicBezTo>
                  <a:cubicBezTo>
                    <a:pt x="1063" y="1370"/>
                    <a:pt x="1371" y="1064"/>
                    <a:pt x="1371" y="685"/>
                  </a:cubicBezTo>
                  <a:cubicBezTo>
                    <a:pt x="1371" y="307"/>
                    <a:pt x="1063" y="1"/>
                    <a:pt x="686" y="1"/>
                  </a:cubicBez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87" name="Google Shape;287;p54"/>
            <p:cNvSpPr/>
            <p:nvPr/>
          </p:nvSpPr>
          <p:spPr>
            <a:xfrm>
              <a:off x="5377113" y="4027850"/>
              <a:ext cx="34275" cy="34250"/>
            </a:xfrm>
            <a:custGeom>
              <a:rect b="b" l="l" r="r" t="t"/>
              <a:pathLst>
                <a:path extrusionOk="0" h="1370" w="1371">
                  <a:moveTo>
                    <a:pt x="685" y="0"/>
                  </a:moveTo>
                  <a:cubicBezTo>
                    <a:pt x="308" y="0"/>
                    <a:pt x="0" y="307"/>
                    <a:pt x="0" y="686"/>
                  </a:cubicBezTo>
                  <a:cubicBezTo>
                    <a:pt x="0" y="1063"/>
                    <a:pt x="308" y="1369"/>
                    <a:pt x="685" y="1369"/>
                  </a:cubicBezTo>
                  <a:cubicBezTo>
                    <a:pt x="1063" y="1369"/>
                    <a:pt x="1371" y="1063"/>
                    <a:pt x="1371" y="686"/>
                  </a:cubicBezTo>
                  <a:cubicBezTo>
                    <a:pt x="1371" y="307"/>
                    <a:pt x="1063" y="0"/>
                    <a:pt x="685" y="0"/>
                  </a:cubicBez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88" name="Google Shape;288;p54"/>
            <p:cNvSpPr/>
            <p:nvPr/>
          </p:nvSpPr>
          <p:spPr>
            <a:xfrm>
              <a:off x="5517788" y="4445350"/>
              <a:ext cx="34300" cy="34250"/>
            </a:xfrm>
            <a:custGeom>
              <a:rect b="b" l="l" r="r" t="t"/>
              <a:pathLst>
                <a:path extrusionOk="0" h="1370" w="1372">
                  <a:moveTo>
                    <a:pt x="686" y="0"/>
                  </a:moveTo>
                  <a:cubicBezTo>
                    <a:pt x="307" y="0"/>
                    <a:pt x="1" y="306"/>
                    <a:pt x="1" y="686"/>
                  </a:cubicBezTo>
                  <a:cubicBezTo>
                    <a:pt x="1" y="1063"/>
                    <a:pt x="307" y="1369"/>
                    <a:pt x="686" y="1369"/>
                  </a:cubicBezTo>
                  <a:cubicBezTo>
                    <a:pt x="1064" y="1369"/>
                    <a:pt x="1371" y="1063"/>
                    <a:pt x="1371" y="686"/>
                  </a:cubicBezTo>
                  <a:cubicBezTo>
                    <a:pt x="1371" y="306"/>
                    <a:pt x="1064" y="0"/>
                    <a:pt x="686" y="0"/>
                  </a:cubicBez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89" name="Google Shape;289;p54"/>
            <p:cNvSpPr/>
            <p:nvPr/>
          </p:nvSpPr>
          <p:spPr>
            <a:xfrm>
              <a:off x="5065188" y="3967725"/>
              <a:ext cx="34250" cy="34250"/>
            </a:xfrm>
            <a:custGeom>
              <a:rect b="b" l="l" r="r" t="t"/>
              <a:pathLst>
                <a:path extrusionOk="0" h="1370" w="1370">
                  <a:moveTo>
                    <a:pt x="685" y="1"/>
                  </a:moveTo>
                  <a:cubicBezTo>
                    <a:pt x="306" y="1"/>
                    <a:pt x="0" y="307"/>
                    <a:pt x="0" y="686"/>
                  </a:cubicBezTo>
                  <a:cubicBezTo>
                    <a:pt x="0" y="1064"/>
                    <a:pt x="306" y="1370"/>
                    <a:pt x="685" y="1370"/>
                  </a:cubicBezTo>
                  <a:cubicBezTo>
                    <a:pt x="1063" y="1370"/>
                    <a:pt x="1369" y="1064"/>
                    <a:pt x="1369" y="686"/>
                  </a:cubicBezTo>
                  <a:cubicBezTo>
                    <a:pt x="1369" y="307"/>
                    <a:pt x="1063" y="1"/>
                    <a:pt x="685" y="1"/>
                  </a:cubicBez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0" name="Google Shape;290;p54"/>
            <p:cNvSpPr/>
            <p:nvPr/>
          </p:nvSpPr>
          <p:spPr>
            <a:xfrm>
              <a:off x="5218113" y="3961650"/>
              <a:ext cx="34250" cy="34250"/>
            </a:xfrm>
            <a:custGeom>
              <a:rect b="b" l="l" r="r" t="t"/>
              <a:pathLst>
                <a:path extrusionOk="0" h="1370" w="1370">
                  <a:moveTo>
                    <a:pt x="685" y="1"/>
                  </a:moveTo>
                  <a:cubicBezTo>
                    <a:pt x="306" y="1"/>
                    <a:pt x="0" y="307"/>
                    <a:pt x="0" y="684"/>
                  </a:cubicBezTo>
                  <a:cubicBezTo>
                    <a:pt x="0" y="1063"/>
                    <a:pt x="306" y="1370"/>
                    <a:pt x="685" y="1370"/>
                  </a:cubicBezTo>
                  <a:cubicBezTo>
                    <a:pt x="1063" y="1370"/>
                    <a:pt x="1369" y="1063"/>
                    <a:pt x="1369" y="684"/>
                  </a:cubicBezTo>
                  <a:cubicBezTo>
                    <a:pt x="1369" y="307"/>
                    <a:pt x="1063" y="1"/>
                    <a:pt x="685" y="1"/>
                  </a:cubicBez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1" name="Google Shape;291;p54"/>
            <p:cNvSpPr/>
            <p:nvPr/>
          </p:nvSpPr>
          <p:spPr>
            <a:xfrm>
              <a:off x="5523513" y="4052550"/>
              <a:ext cx="74750" cy="413375"/>
            </a:xfrm>
            <a:custGeom>
              <a:rect b="b" l="l" r="r" t="t"/>
              <a:pathLst>
                <a:path extrusionOk="0" h="16535" w="2990">
                  <a:moveTo>
                    <a:pt x="2866" y="1"/>
                  </a:moveTo>
                  <a:lnTo>
                    <a:pt x="2453" y="7"/>
                  </a:lnTo>
                  <a:lnTo>
                    <a:pt x="2573" y="7666"/>
                  </a:lnTo>
                  <a:lnTo>
                    <a:pt x="1" y="13054"/>
                  </a:lnTo>
                  <a:lnTo>
                    <a:pt x="250" y="16535"/>
                  </a:lnTo>
                  <a:lnTo>
                    <a:pt x="663" y="16506"/>
                  </a:lnTo>
                  <a:lnTo>
                    <a:pt x="423" y="13133"/>
                  </a:lnTo>
                  <a:lnTo>
                    <a:pt x="2989" y="7757"/>
                  </a:lnTo>
                  <a:lnTo>
                    <a:pt x="2866" y="1"/>
                  </a:ln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2" name="Google Shape;292;p54"/>
            <p:cNvSpPr/>
            <p:nvPr/>
          </p:nvSpPr>
          <p:spPr>
            <a:xfrm>
              <a:off x="5630663" y="4038325"/>
              <a:ext cx="123575" cy="377375"/>
            </a:xfrm>
            <a:custGeom>
              <a:rect b="b" l="l" r="r" t="t"/>
              <a:pathLst>
                <a:path extrusionOk="0" h="15095" w="4943">
                  <a:moveTo>
                    <a:pt x="199" y="0"/>
                  </a:moveTo>
                  <a:cubicBezTo>
                    <a:pt x="143" y="0"/>
                    <a:pt x="100" y="22"/>
                    <a:pt x="63" y="59"/>
                  </a:cubicBezTo>
                  <a:cubicBezTo>
                    <a:pt x="25" y="98"/>
                    <a:pt x="1" y="152"/>
                    <a:pt x="1" y="208"/>
                  </a:cubicBezTo>
                  <a:cubicBezTo>
                    <a:pt x="1" y="5738"/>
                    <a:pt x="357" y="5859"/>
                    <a:pt x="504" y="5906"/>
                  </a:cubicBezTo>
                  <a:cubicBezTo>
                    <a:pt x="702" y="6002"/>
                    <a:pt x="1664" y="7072"/>
                    <a:pt x="2302" y="7780"/>
                  </a:cubicBezTo>
                  <a:cubicBezTo>
                    <a:pt x="2986" y="8538"/>
                    <a:pt x="3424" y="9023"/>
                    <a:pt x="3613" y="9167"/>
                  </a:cubicBezTo>
                  <a:cubicBezTo>
                    <a:pt x="3774" y="9545"/>
                    <a:pt x="3647" y="12342"/>
                    <a:pt x="3427" y="14871"/>
                  </a:cubicBezTo>
                  <a:cubicBezTo>
                    <a:pt x="3417" y="14982"/>
                    <a:pt x="3501" y="15085"/>
                    <a:pt x="3615" y="15094"/>
                  </a:cubicBezTo>
                  <a:lnTo>
                    <a:pt x="3633" y="15094"/>
                  </a:lnTo>
                  <a:cubicBezTo>
                    <a:pt x="3740" y="15094"/>
                    <a:pt x="3831" y="15014"/>
                    <a:pt x="3842" y="14904"/>
                  </a:cubicBezTo>
                  <a:cubicBezTo>
                    <a:pt x="4173" y="11090"/>
                    <a:pt x="4183" y="9050"/>
                    <a:pt x="3873" y="8843"/>
                  </a:cubicBezTo>
                  <a:cubicBezTo>
                    <a:pt x="3734" y="8753"/>
                    <a:pt x="3139" y="8087"/>
                    <a:pt x="2611" y="7504"/>
                  </a:cubicBezTo>
                  <a:cubicBezTo>
                    <a:pt x="1531" y="6303"/>
                    <a:pt x="962" y="5687"/>
                    <a:pt x="697" y="5541"/>
                  </a:cubicBezTo>
                  <a:cubicBezTo>
                    <a:pt x="526" y="5176"/>
                    <a:pt x="423" y="2719"/>
                    <a:pt x="415" y="420"/>
                  </a:cubicBezTo>
                  <a:lnTo>
                    <a:pt x="415" y="420"/>
                  </a:lnTo>
                  <a:lnTo>
                    <a:pt x="4728" y="537"/>
                  </a:lnTo>
                  <a:cubicBezTo>
                    <a:pt x="4846" y="537"/>
                    <a:pt x="4940" y="448"/>
                    <a:pt x="4942" y="334"/>
                  </a:cubicBezTo>
                  <a:cubicBezTo>
                    <a:pt x="4943" y="219"/>
                    <a:pt x="4854" y="125"/>
                    <a:pt x="4740" y="122"/>
                  </a:cubicBezTo>
                  <a:lnTo>
                    <a:pt x="214" y="1"/>
                  </a:lnTo>
                  <a:cubicBezTo>
                    <a:pt x="209" y="0"/>
                    <a:pt x="204" y="0"/>
                    <a:pt x="199" y="0"/>
                  </a:cubicBez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3" name="Google Shape;293;p54"/>
            <p:cNvSpPr/>
            <p:nvPr/>
          </p:nvSpPr>
          <p:spPr>
            <a:xfrm>
              <a:off x="4556413" y="4062800"/>
              <a:ext cx="139600" cy="224475"/>
            </a:xfrm>
            <a:custGeom>
              <a:rect b="b" l="l" r="r" t="t"/>
              <a:pathLst>
                <a:path extrusionOk="0" h="8979" w="5584">
                  <a:moveTo>
                    <a:pt x="1949" y="0"/>
                  </a:moveTo>
                  <a:cubicBezTo>
                    <a:pt x="1896" y="0"/>
                    <a:pt x="1842" y="20"/>
                    <a:pt x="1802" y="60"/>
                  </a:cubicBezTo>
                  <a:cubicBezTo>
                    <a:pt x="1721" y="140"/>
                    <a:pt x="1721" y="273"/>
                    <a:pt x="1802" y="353"/>
                  </a:cubicBezTo>
                  <a:cubicBezTo>
                    <a:pt x="2146" y="697"/>
                    <a:pt x="4565" y="2518"/>
                    <a:pt x="5047" y="2881"/>
                  </a:cubicBezTo>
                  <a:lnTo>
                    <a:pt x="5162" y="6314"/>
                  </a:lnTo>
                  <a:lnTo>
                    <a:pt x="151" y="8582"/>
                  </a:lnTo>
                  <a:cubicBezTo>
                    <a:pt x="46" y="8629"/>
                    <a:pt x="0" y="8752"/>
                    <a:pt x="46" y="8856"/>
                  </a:cubicBezTo>
                  <a:cubicBezTo>
                    <a:pt x="82" y="8932"/>
                    <a:pt x="158" y="8978"/>
                    <a:pt x="237" y="8978"/>
                  </a:cubicBezTo>
                  <a:cubicBezTo>
                    <a:pt x="264" y="8978"/>
                    <a:pt x="294" y="8971"/>
                    <a:pt x="322" y="8959"/>
                  </a:cubicBezTo>
                  <a:lnTo>
                    <a:pt x="5459" y="6635"/>
                  </a:lnTo>
                  <a:cubicBezTo>
                    <a:pt x="5535" y="6601"/>
                    <a:pt x="5584" y="6525"/>
                    <a:pt x="5581" y="6440"/>
                  </a:cubicBezTo>
                  <a:lnTo>
                    <a:pt x="5459" y="2770"/>
                  </a:lnTo>
                  <a:cubicBezTo>
                    <a:pt x="5456" y="2707"/>
                    <a:pt x="5426" y="2648"/>
                    <a:pt x="5376" y="2609"/>
                  </a:cubicBezTo>
                  <a:cubicBezTo>
                    <a:pt x="4365" y="1851"/>
                    <a:pt x="2378" y="342"/>
                    <a:pt x="2095" y="60"/>
                  </a:cubicBezTo>
                  <a:cubicBezTo>
                    <a:pt x="2055" y="20"/>
                    <a:pt x="2002" y="0"/>
                    <a:pt x="1949" y="0"/>
                  </a:cubicBez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4" name="Google Shape;294;p54"/>
            <p:cNvSpPr/>
            <p:nvPr/>
          </p:nvSpPr>
          <p:spPr>
            <a:xfrm>
              <a:off x="4678788" y="4013850"/>
              <a:ext cx="176200" cy="71525"/>
            </a:xfrm>
            <a:custGeom>
              <a:rect b="b" l="l" r="r" t="t"/>
              <a:pathLst>
                <a:path extrusionOk="0" h="2861" w="7048">
                  <a:moveTo>
                    <a:pt x="233" y="0"/>
                  </a:moveTo>
                  <a:cubicBezTo>
                    <a:pt x="173" y="0"/>
                    <a:pt x="113" y="26"/>
                    <a:pt x="72" y="76"/>
                  </a:cubicBezTo>
                  <a:cubicBezTo>
                    <a:pt x="1" y="164"/>
                    <a:pt x="14" y="294"/>
                    <a:pt x="101" y="367"/>
                  </a:cubicBezTo>
                  <a:lnTo>
                    <a:pt x="2915" y="2692"/>
                  </a:lnTo>
                  <a:cubicBezTo>
                    <a:pt x="2950" y="2721"/>
                    <a:pt x="2993" y="2736"/>
                    <a:pt x="3041" y="2739"/>
                  </a:cubicBezTo>
                  <a:lnTo>
                    <a:pt x="6833" y="2861"/>
                  </a:lnTo>
                  <a:lnTo>
                    <a:pt x="6840" y="2861"/>
                  </a:lnTo>
                  <a:cubicBezTo>
                    <a:pt x="6953" y="2861"/>
                    <a:pt x="7045" y="2771"/>
                    <a:pt x="7045" y="2659"/>
                  </a:cubicBezTo>
                  <a:cubicBezTo>
                    <a:pt x="7047" y="2547"/>
                    <a:pt x="6959" y="2450"/>
                    <a:pt x="6844" y="2447"/>
                  </a:cubicBezTo>
                  <a:lnTo>
                    <a:pt x="3122" y="2327"/>
                  </a:lnTo>
                  <a:lnTo>
                    <a:pt x="364" y="47"/>
                  </a:lnTo>
                  <a:cubicBezTo>
                    <a:pt x="326" y="15"/>
                    <a:pt x="279" y="0"/>
                    <a:pt x="233" y="0"/>
                  </a:cubicBez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5" name="Google Shape;295;p54"/>
            <p:cNvSpPr/>
            <p:nvPr/>
          </p:nvSpPr>
          <p:spPr>
            <a:xfrm>
              <a:off x="4713088" y="4279875"/>
              <a:ext cx="95400" cy="169475"/>
            </a:xfrm>
            <a:custGeom>
              <a:rect b="b" l="l" r="r" t="t"/>
              <a:pathLst>
                <a:path extrusionOk="0" h="6779" w="3816">
                  <a:moveTo>
                    <a:pt x="3512" y="1"/>
                  </a:moveTo>
                  <a:cubicBezTo>
                    <a:pt x="3425" y="1"/>
                    <a:pt x="3344" y="56"/>
                    <a:pt x="3315" y="142"/>
                  </a:cubicBezTo>
                  <a:cubicBezTo>
                    <a:pt x="3304" y="178"/>
                    <a:pt x="3301" y="215"/>
                    <a:pt x="3308" y="249"/>
                  </a:cubicBezTo>
                  <a:cubicBezTo>
                    <a:pt x="3060" y="601"/>
                    <a:pt x="1517" y="1880"/>
                    <a:pt x="82" y="2980"/>
                  </a:cubicBezTo>
                  <a:cubicBezTo>
                    <a:pt x="29" y="3022"/>
                    <a:pt x="1" y="3086"/>
                    <a:pt x="2" y="3152"/>
                  </a:cubicBezTo>
                  <a:lnTo>
                    <a:pt x="124" y="6578"/>
                  </a:lnTo>
                  <a:cubicBezTo>
                    <a:pt x="129" y="6691"/>
                    <a:pt x="219" y="6778"/>
                    <a:pt x="331" y="6778"/>
                  </a:cubicBezTo>
                  <a:cubicBezTo>
                    <a:pt x="332" y="6778"/>
                    <a:pt x="337" y="6778"/>
                    <a:pt x="338" y="6777"/>
                  </a:cubicBezTo>
                  <a:cubicBezTo>
                    <a:pt x="453" y="6772"/>
                    <a:pt x="543" y="6677"/>
                    <a:pt x="538" y="6562"/>
                  </a:cubicBezTo>
                  <a:lnTo>
                    <a:pt x="421" y="3243"/>
                  </a:lnTo>
                  <a:cubicBezTo>
                    <a:pt x="3816" y="635"/>
                    <a:pt x="3764" y="332"/>
                    <a:pt x="3743" y="201"/>
                  </a:cubicBezTo>
                  <a:cubicBezTo>
                    <a:pt x="3730" y="126"/>
                    <a:pt x="3651" y="36"/>
                    <a:pt x="3578" y="12"/>
                  </a:cubicBezTo>
                  <a:cubicBezTo>
                    <a:pt x="3556" y="4"/>
                    <a:pt x="3534" y="1"/>
                    <a:pt x="3512" y="1"/>
                  </a:cubicBez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6" name="Google Shape;296;p54"/>
            <p:cNvSpPr/>
            <p:nvPr/>
          </p:nvSpPr>
          <p:spPr>
            <a:xfrm>
              <a:off x="4645713" y="4160625"/>
              <a:ext cx="114425" cy="258150"/>
            </a:xfrm>
            <a:custGeom>
              <a:rect b="b" l="l" r="r" t="t"/>
              <a:pathLst>
                <a:path extrusionOk="0" h="10326" w="4577">
                  <a:moveTo>
                    <a:pt x="4369" y="1"/>
                  </a:moveTo>
                  <a:cubicBezTo>
                    <a:pt x="4255" y="1"/>
                    <a:pt x="4162" y="94"/>
                    <a:pt x="4162" y="208"/>
                  </a:cubicBezTo>
                  <a:lnTo>
                    <a:pt x="4162" y="3768"/>
                  </a:lnTo>
                  <a:lnTo>
                    <a:pt x="217" y="6398"/>
                  </a:lnTo>
                  <a:cubicBezTo>
                    <a:pt x="161" y="6434"/>
                    <a:pt x="128" y="6497"/>
                    <a:pt x="125" y="6563"/>
                  </a:cubicBezTo>
                  <a:lnTo>
                    <a:pt x="5" y="10110"/>
                  </a:lnTo>
                  <a:cubicBezTo>
                    <a:pt x="0" y="10225"/>
                    <a:pt x="91" y="10322"/>
                    <a:pt x="205" y="10325"/>
                  </a:cubicBezTo>
                  <a:lnTo>
                    <a:pt x="212" y="10325"/>
                  </a:lnTo>
                  <a:cubicBezTo>
                    <a:pt x="322" y="10325"/>
                    <a:pt x="415" y="10236"/>
                    <a:pt x="417" y="10123"/>
                  </a:cubicBezTo>
                  <a:lnTo>
                    <a:pt x="536" y="6682"/>
                  </a:lnTo>
                  <a:lnTo>
                    <a:pt x="4484" y="4049"/>
                  </a:lnTo>
                  <a:cubicBezTo>
                    <a:pt x="4542" y="4011"/>
                    <a:pt x="4577" y="3946"/>
                    <a:pt x="4577" y="3878"/>
                  </a:cubicBezTo>
                  <a:lnTo>
                    <a:pt x="4577" y="208"/>
                  </a:lnTo>
                  <a:cubicBezTo>
                    <a:pt x="4577" y="94"/>
                    <a:pt x="4484" y="1"/>
                    <a:pt x="4369" y="1"/>
                  </a:cubicBez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7" name="Google Shape;297;p54"/>
            <p:cNvSpPr/>
            <p:nvPr/>
          </p:nvSpPr>
          <p:spPr>
            <a:xfrm>
              <a:off x="4733613" y="4150525"/>
              <a:ext cx="36725" cy="36700"/>
            </a:xfrm>
            <a:custGeom>
              <a:rect b="b" l="l" r="r" t="t"/>
              <a:pathLst>
                <a:path extrusionOk="0" h="1468" w="1469">
                  <a:moveTo>
                    <a:pt x="733" y="0"/>
                  </a:moveTo>
                  <a:cubicBezTo>
                    <a:pt x="331" y="0"/>
                    <a:pt x="1" y="329"/>
                    <a:pt x="1" y="734"/>
                  </a:cubicBezTo>
                  <a:cubicBezTo>
                    <a:pt x="1" y="1137"/>
                    <a:pt x="328" y="1468"/>
                    <a:pt x="733" y="1468"/>
                  </a:cubicBezTo>
                  <a:cubicBezTo>
                    <a:pt x="1138" y="1468"/>
                    <a:pt x="1468" y="1137"/>
                    <a:pt x="1468" y="734"/>
                  </a:cubicBezTo>
                  <a:cubicBezTo>
                    <a:pt x="1468" y="331"/>
                    <a:pt x="1138" y="0"/>
                    <a:pt x="733" y="0"/>
                  </a:cubicBez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8" name="Google Shape;298;p54"/>
            <p:cNvSpPr/>
            <p:nvPr/>
          </p:nvSpPr>
          <p:spPr>
            <a:xfrm>
              <a:off x="4585238" y="4052625"/>
              <a:ext cx="36725" cy="36725"/>
            </a:xfrm>
            <a:custGeom>
              <a:rect b="b" l="l" r="r" t="t"/>
              <a:pathLst>
                <a:path extrusionOk="0" h="1469" w="1469">
                  <a:moveTo>
                    <a:pt x="736" y="1"/>
                  </a:moveTo>
                  <a:cubicBezTo>
                    <a:pt x="331" y="1"/>
                    <a:pt x="0" y="331"/>
                    <a:pt x="0" y="735"/>
                  </a:cubicBezTo>
                  <a:cubicBezTo>
                    <a:pt x="0" y="1138"/>
                    <a:pt x="331" y="1469"/>
                    <a:pt x="736" y="1469"/>
                  </a:cubicBezTo>
                  <a:cubicBezTo>
                    <a:pt x="1138" y="1469"/>
                    <a:pt x="1468" y="1140"/>
                    <a:pt x="1468" y="735"/>
                  </a:cubicBezTo>
                  <a:cubicBezTo>
                    <a:pt x="1468" y="331"/>
                    <a:pt x="1139" y="1"/>
                    <a:pt x="736" y="1"/>
                  </a:cubicBez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9" name="Google Shape;299;p54"/>
            <p:cNvSpPr/>
            <p:nvPr/>
          </p:nvSpPr>
          <p:spPr>
            <a:xfrm>
              <a:off x="4661763" y="3991450"/>
              <a:ext cx="36700" cy="36775"/>
            </a:xfrm>
            <a:custGeom>
              <a:rect b="b" l="l" r="r" t="t"/>
              <a:pathLst>
                <a:path extrusionOk="0" h="1471" w="1468">
                  <a:moveTo>
                    <a:pt x="733" y="0"/>
                  </a:moveTo>
                  <a:cubicBezTo>
                    <a:pt x="331" y="0"/>
                    <a:pt x="1" y="332"/>
                    <a:pt x="1" y="735"/>
                  </a:cubicBezTo>
                  <a:cubicBezTo>
                    <a:pt x="1" y="1140"/>
                    <a:pt x="330" y="1471"/>
                    <a:pt x="733" y="1471"/>
                  </a:cubicBezTo>
                  <a:cubicBezTo>
                    <a:pt x="1137" y="1471"/>
                    <a:pt x="1467" y="1140"/>
                    <a:pt x="1467" y="735"/>
                  </a:cubicBezTo>
                  <a:cubicBezTo>
                    <a:pt x="1467" y="332"/>
                    <a:pt x="1137" y="2"/>
                    <a:pt x="733" y="0"/>
                  </a:cubicBez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00" name="Google Shape;300;p54"/>
            <p:cNvSpPr/>
            <p:nvPr/>
          </p:nvSpPr>
          <p:spPr>
            <a:xfrm>
              <a:off x="4826813" y="4057275"/>
              <a:ext cx="36750" cy="36725"/>
            </a:xfrm>
            <a:custGeom>
              <a:rect b="b" l="l" r="r" t="t"/>
              <a:pathLst>
                <a:path extrusionOk="0" h="1469" w="1470">
                  <a:moveTo>
                    <a:pt x="741" y="1"/>
                  </a:moveTo>
                  <a:cubicBezTo>
                    <a:pt x="739" y="1"/>
                    <a:pt x="738" y="1"/>
                    <a:pt x="736" y="1"/>
                  </a:cubicBezTo>
                  <a:cubicBezTo>
                    <a:pt x="331" y="1"/>
                    <a:pt x="1" y="330"/>
                    <a:pt x="1" y="733"/>
                  </a:cubicBezTo>
                  <a:cubicBezTo>
                    <a:pt x="1" y="1138"/>
                    <a:pt x="331" y="1469"/>
                    <a:pt x="736" y="1469"/>
                  </a:cubicBezTo>
                  <a:cubicBezTo>
                    <a:pt x="1139" y="1469"/>
                    <a:pt x="1470" y="1138"/>
                    <a:pt x="1470" y="733"/>
                  </a:cubicBezTo>
                  <a:cubicBezTo>
                    <a:pt x="1470" y="332"/>
                    <a:pt x="1144" y="1"/>
                    <a:pt x="741" y="1"/>
                  </a:cubicBez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01" name="Google Shape;301;p54"/>
            <p:cNvSpPr/>
            <p:nvPr/>
          </p:nvSpPr>
          <p:spPr>
            <a:xfrm>
              <a:off x="4785613" y="4269825"/>
              <a:ext cx="36675" cy="36750"/>
            </a:xfrm>
            <a:custGeom>
              <a:rect b="b" l="l" r="r" t="t"/>
              <a:pathLst>
                <a:path extrusionOk="0" h="1470" w="1467">
                  <a:moveTo>
                    <a:pt x="737" y="0"/>
                  </a:moveTo>
                  <a:cubicBezTo>
                    <a:pt x="736" y="0"/>
                    <a:pt x="735" y="0"/>
                    <a:pt x="735" y="0"/>
                  </a:cubicBezTo>
                  <a:cubicBezTo>
                    <a:pt x="333" y="0"/>
                    <a:pt x="1" y="329"/>
                    <a:pt x="1" y="734"/>
                  </a:cubicBezTo>
                  <a:cubicBezTo>
                    <a:pt x="1" y="1138"/>
                    <a:pt x="330" y="1470"/>
                    <a:pt x="735" y="1470"/>
                  </a:cubicBezTo>
                  <a:cubicBezTo>
                    <a:pt x="1137" y="1470"/>
                    <a:pt x="1467" y="1138"/>
                    <a:pt x="1467" y="734"/>
                  </a:cubicBezTo>
                  <a:cubicBezTo>
                    <a:pt x="1467" y="330"/>
                    <a:pt x="1138" y="0"/>
                    <a:pt x="737" y="0"/>
                  </a:cubicBez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02" name="Google Shape;302;p54"/>
            <p:cNvSpPr/>
            <p:nvPr/>
          </p:nvSpPr>
          <p:spPr>
            <a:xfrm>
              <a:off x="4706038" y="4431925"/>
              <a:ext cx="36750" cy="36725"/>
            </a:xfrm>
            <a:custGeom>
              <a:rect b="b" l="l" r="r" t="t"/>
              <a:pathLst>
                <a:path extrusionOk="0" h="1469" w="1470">
                  <a:moveTo>
                    <a:pt x="737" y="1"/>
                  </a:moveTo>
                  <a:cubicBezTo>
                    <a:pt x="736" y="1"/>
                    <a:pt x="736" y="1"/>
                    <a:pt x="735" y="1"/>
                  </a:cubicBezTo>
                  <a:cubicBezTo>
                    <a:pt x="333" y="1"/>
                    <a:pt x="1" y="330"/>
                    <a:pt x="1" y="733"/>
                  </a:cubicBezTo>
                  <a:cubicBezTo>
                    <a:pt x="1" y="1138"/>
                    <a:pt x="330" y="1469"/>
                    <a:pt x="735" y="1469"/>
                  </a:cubicBezTo>
                  <a:cubicBezTo>
                    <a:pt x="1139" y="1469"/>
                    <a:pt x="1470" y="1138"/>
                    <a:pt x="1470" y="733"/>
                  </a:cubicBezTo>
                  <a:cubicBezTo>
                    <a:pt x="1470" y="331"/>
                    <a:pt x="1141" y="1"/>
                    <a:pt x="737" y="1"/>
                  </a:cubicBez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03" name="Google Shape;303;p54"/>
            <p:cNvSpPr/>
            <p:nvPr/>
          </p:nvSpPr>
          <p:spPr>
            <a:xfrm>
              <a:off x="4628113" y="4396700"/>
              <a:ext cx="36675" cy="36725"/>
            </a:xfrm>
            <a:custGeom>
              <a:rect b="b" l="l" r="r" t="t"/>
              <a:pathLst>
                <a:path extrusionOk="0" h="1469" w="1467">
                  <a:moveTo>
                    <a:pt x="733" y="1"/>
                  </a:moveTo>
                  <a:cubicBezTo>
                    <a:pt x="331" y="1"/>
                    <a:pt x="1" y="331"/>
                    <a:pt x="1" y="736"/>
                  </a:cubicBezTo>
                  <a:cubicBezTo>
                    <a:pt x="1" y="1138"/>
                    <a:pt x="328" y="1469"/>
                    <a:pt x="733" y="1469"/>
                  </a:cubicBezTo>
                  <a:cubicBezTo>
                    <a:pt x="1135" y="1469"/>
                    <a:pt x="1467" y="1140"/>
                    <a:pt x="1467" y="736"/>
                  </a:cubicBezTo>
                  <a:cubicBezTo>
                    <a:pt x="1467" y="331"/>
                    <a:pt x="1135" y="1"/>
                    <a:pt x="733" y="1"/>
                  </a:cubicBez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04" name="Google Shape;304;p54"/>
            <p:cNvSpPr/>
            <p:nvPr/>
          </p:nvSpPr>
          <p:spPr>
            <a:xfrm>
              <a:off x="4534788" y="4266700"/>
              <a:ext cx="36700" cy="36775"/>
            </a:xfrm>
            <a:custGeom>
              <a:rect b="b" l="l" r="r" t="t"/>
              <a:pathLst>
                <a:path extrusionOk="0" h="1471" w="1468">
                  <a:moveTo>
                    <a:pt x="732" y="1"/>
                  </a:moveTo>
                  <a:cubicBezTo>
                    <a:pt x="330" y="1"/>
                    <a:pt x="0" y="331"/>
                    <a:pt x="0" y="736"/>
                  </a:cubicBezTo>
                  <a:cubicBezTo>
                    <a:pt x="0" y="1140"/>
                    <a:pt x="329" y="1470"/>
                    <a:pt x="732" y="1470"/>
                  </a:cubicBezTo>
                  <a:cubicBezTo>
                    <a:pt x="1137" y="1470"/>
                    <a:pt x="1468" y="1140"/>
                    <a:pt x="1468" y="736"/>
                  </a:cubicBezTo>
                  <a:cubicBezTo>
                    <a:pt x="1468" y="331"/>
                    <a:pt x="1139" y="2"/>
                    <a:pt x="732" y="1"/>
                  </a:cubicBez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05" name="Google Shape;305;p54"/>
            <p:cNvSpPr/>
            <p:nvPr/>
          </p:nvSpPr>
          <p:spPr>
            <a:xfrm>
              <a:off x="5337913" y="4489875"/>
              <a:ext cx="430525" cy="79475"/>
            </a:xfrm>
            <a:custGeom>
              <a:rect b="b" l="l" r="r" t="t"/>
              <a:pathLst>
                <a:path extrusionOk="0" h="3179" w="17221">
                  <a:moveTo>
                    <a:pt x="16893" y="0"/>
                  </a:moveTo>
                  <a:cubicBezTo>
                    <a:pt x="15208" y="2160"/>
                    <a:pt x="13236" y="2766"/>
                    <a:pt x="11553" y="2766"/>
                  </a:cubicBezTo>
                  <a:cubicBezTo>
                    <a:pt x="9487" y="2766"/>
                    <a:pt x="7859" y="1852"/>
                    <a:pt x="7737" y="1781"/>
                  </a:cubicBezTo>
                  <a:cubicBezTo>
                    <a:pt x="6420" y="1054"/>
                    <a:pt x="5264" y="785"/>
                    <a:pt x="4274" y="785"/>
                  </a:cubicBezTo>
                  <a:cubicBezTo>
                    <a:pt x="1487" y="785"/>
                    <a:pt x="20" y="2918"/>
                    <a:pt x="0" y="2949"/>
                  </a:cubicBezTo>
                  <a:lnTo>
                    <a:pt x="345" y="3179"/>
                  </a:lnTo>
                  <a:cubicBezTo>
                    <a:pt x="364" y="3152"/>
                    <a:pt x="1704" y="1203"/>
                    <a:pt x="4277" y="1203"/>
                  </a:cubicBezTo>
                  <a:cubicBezTo>
                    <a:pt x="5204" y="1203"/>
                    <a:pt x="6291" y="1456"/>
                    <a:pt x="7533" y="2142"/>
                  </a:cubicBezTo>
                  <a:cubicBezTo>
                    <a:pt x="7564" y="2160"/>
                    <a:pt x="9326" y="3152"/>
                    <a:pt x="11569" y="3152"/>
                  </a:cubicBezTo>
                  <a:cubicBezTo>
                    <a:pt x="13358" y="3152"/>
                    <a:pt x="15454" y="2520"/>
                    <a:pt x="17221" y="256"/>
                  </a:cubicBezTo>
                  <a:lnTo>
                    <a:pt x="16893" y="0"/>
                  </a:ln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06" name="Google Shape;306;p54"/>
            <p:cNvSpPr/>
            <p:nvPr/>
          </p:nvSpPr>
          <p:spPr>
            <a:xfrm>
              <a:off x="5331513" y="4554200"/>
              <a:ext cx="39825" cy="39800"/>
            </a:xfrm>
            <a:custGeom>
              <a:rect b="b" l="l" r="r" t="t"/>
              <a:pathLst>
                <a:path extrusionOk="0" h="1592" w="1593">
                  <a:moveTo>
                    <a:pt x="797" y="1"/>
                  </a:moveTo>
                  <a:cubicBezTo>
                    <a:pt x="358" y="1"/>
                    <a:pt x="0" y="358"/>
                    <a:pt x="0" y="796"/>
                  </a:cubicBezTo>
                  <a:cubicBezTo>
                    <a:pt x="0" y="1234"/>
                    <a:pt x="358" y="1592"/>
                    <a:pt x="797" y="1592"/>
                  </a:cubicBezTo>
                  <a:cubicBezTo>
                    <a:pt x="1233" y="1592"/>
                    <a:pt x="1592" y="1234"/>
                    <a:pt x="1592" y="796"/>
                  </a:cubicBezTo>
                  <a:cubicBezTo>
                    <a:pt x="1592" y="358"/>
                    <a:pt x="1235" y="1"/>
                    <a:pt x="797" y="1"/>
                  </a:cubicBez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07" name="Google Shape;307;p54"/>
            <p:cNvSpPr/>
            <p:nvPr/>
          </p:nvSpPr>
          <p:spPr>
            <a:xfrm>
              <a:off x="5733738" y="4474700"/>
              <a:ext cx="45875" cy="45925"/>
            </a:xfrm>
            <a:custGeom>
              <a:rect b="b" l="l" r="r" t="t"/>
              <a:pathLst>
                <a:path extrusionOk="0" h="1837" w="1835">
                  <a:moveTo>
                    <a:pt x="917" y="1"/>
                  </a:moveTo>
                  <a:cubicBezTo>
                    <a:pt x="412" y="1"/>
                    <a:pt x="0" y="414"/>
                    <a:pt x="0" y="918"/>
                  </a:cubicBezTo>
                  <a:cubicBezTo>
                    <a:pt x="0" y="1423"/>
                    <a:pt x="412" y="1836"/>
                    <a:pt x="917" y="1836"/>
                  </a:cubicBezTo>
                  <a:cubicBezTo>
                    <a:pt x="1421" y="1836"/>
                    <a:pt x="1834" y="1423"/>
                    <a:pt x="1834" y="918"/>
                  </a:cubicBezTo>
                  <a:cubicBezTo>
                    <a:pt x="1834" y="414"/>
                    <a:pt x="1421" y="1"/>
                    <a:pt x="917" y="1"/>
                  </a:cubicBez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08" name="Google Shape;308;p54"/>
            <p:cNvSpPr/>
            <p:nvPr/>
          </p:nvSpPr>
          <p:spPr>
            <a:xfrm>
              <a:off x="4411213" y="4707450"/>
              <a:ext cx="854575" cy="326300"/>
            </a:xfrm>
            <a:custGeom>
              <a:rect b="b" l="l" r="r" t="t"/>
              <a:pathLst>
                <a:path extrusionOk="0" h="13052" w="34183">
                  <a:moveTo>
                    <a:pt x="28382" y="829"/>
                  </a:moveTo>
                  <a:cubicBezTo>
                    <a:pt x="31116" y="829"/>
                    <a:pt x="33355" y="3066"/>
                    <a:pt x="33355" y="5803"/>
                  </a:cubicBezTo>
                  <a:lnTo>
                    <a:pt x="33355" y="7253"/>
                  </a:lnTo>
                  <a:cubicBezTo>
                    <a:pt x="33355" y="9987"/>
                    <a:pt x="31117" y="12226"/>
                    <a:pt x="28382" y="12226"/>
                  </a:cubicBezTo>
                  <a:lnTo>
                    <a:pt x="5801" y="12226"/>
                  </a:lnTo>
                  <a:cubicBezTo>
                    <a:pt x="3066" y="12226"/>
                    <a:pt x="827" y="9989"/>
                    <a:pt x="827" y="7253"/>
                  </a:cubicBezTo>
                  <a:lnTo>
                    <a:pt x="827" y="5803"/>
                  </a:lnTo>
                  <a:cubicBezTo>
                    <a:pt x="827" y="3069"/>
                    <a:pt x="3065" y="829"/>
                    <a:pt x="5801" y="829"/>
                  </a:cubicBezTo>
                  <a:close/>
                  <a:moveTo>
                    <a:pt x="5801" y="1"/>
                  </a:moveTo>
                  <a:cubicBezTo>
                    <a:pt x="2601" y="1"/>
                    <a:pt x="1" y="2601"/>
                    <a:pt x="1" y="5800"/>
                  </a:cubicBezTo>
                  <a:lnTo>
                    <a:pt x="1" y="7251"/>
                  </a:lnTo>
                  <a:cubicBezTo>
                    <a:pt x="1" y="10449"/>
                    <a:pt x="2601" y="13051"/>
                    <a:pt x="5801" y="13051"/>
                  </a:cubicBezTo>
                  <a:lnTo>
                    <a:pt x="28382" y="13051"/>
                  </a:lnTo>
                  <a:cubicBezTo>
                    <a:pt x="31581" y="13051"/>
                    <a:pt x="34183" y="10449"/>
                    <a:pt x="34183" y="7251"/>
                  </a:cubicBezTo>
                  <a:lnTo>
                    <a:pt x="34183" y="5800"/>
                  </a:lnTo>
                  <a:cubicBezTo>
                    <a:pt x="34183" y="2601"/>
                    <a:pt x="31581" y="1"/>
                    <a:pt x="28382" y="1"/>
                  </a:cubicBezTo>
                  <a:close/>
                </a:path>
              </a:pathLst>
            </a:cu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09" name="Google Shape;309;p54"/>
            <p:cNvSpPr/>
            <p:nvPr/>
          </p:nvSpPr>
          <p:spPr>
            <a:xfrm>
              <a:off x="4431888" y="4728125"/>
              <a:ext cx="813200" cy="284950"/>
            </a:xfrm>
            <a:custGeom>
              <a:rect b="b" l="l" r="r" t="t"/>
              <a:pathLst>
                <a:path extrusionOk="0" h="11398" w="32528">
                  <a:moveTo>
                    <a:pt x="4974" y="0"/>
                  </a:moveTo>
                  <a:cubicBezTo>
                    <a:pt x="2238" y="0"/>
                    <a:pt x="0" y="2239"/>
                    <a:pt x="0" y="4973"/>
                  </a:cubicBezTo>
                  <a:lnTo>
                    <a:pt x="0" y="6424"/>
                  </a:lnTo>
                  <a:cubicBezTo>
                    <a:pt x="0" y="9160"/>
                    <a:pt x="2239" y="11397"/>
                    <a:pt x="4974" y="11397"/>
                  </a:cubicBezTo>
                  <a:lnTo>
                    <a:pt x="27555" y="11397"/>
                  </a:lnTo>
                  <a:cubicBezTo>
                    <a:pt x="30290" y="11397"/>
                    <a:pt x="32528" y="9157"/>
                    <a:pt x="32528" y="6424"/>
                  </a:cubicBezTo>
                  <a:lnTo>
                    <a:pt x="32528" y="4973"/>
                  </a:lnTo>
                  <a:cubicBezTo>
                    <a:pt x="32528" y="2238"/>
                    <a:pt x="30289" y="0"/>
                    <a:pt x="27555" y="0"/>
                  </a:cubicBezTo>
                  <a:close/>
                </a:path>
              </a:pathLst>
            </a:custGeom>
            <a:solidFill>
              <a:schemeClr val="accent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10" name="Google Shape;310;p54"/>
            <p:cNvSpPr/>
            <p:nvPr/>
          </p:nvSpPr>
          <p:spPr>
            <a:xfrm>
              <a:off x="4576988" y="4728125"/>
              <a:ext cx="576200" cy="284875"/>
            </a:xfrm>
            <a:custGeom>
              <a:rect b="b" l="l" r="r" t="t"/>
              <a:pathLst>
                <a:path extrusionOk="0" h="11395" w="23048">
                  <a:moveTo>
                    <a:pt x="9888" y="0"/>
                  </a:moveTo>
                  <a:cubicBezTo>
                    <a:pt x="6526" y="3740"/>
                    <a:pt x="3267" y="7574"/>
                    <a:pt x="0" y="11395"/>
                  </a:cubicBezTo>
                  <a:lnTo>
                    <a:pt x="12360" y="11395"/>
                  </a:lnTo>
                  <a:cubicBezTo>
                    <a:pt x="15883" y="7619"/>
                    <a:pt x="19435" y="3870"/>
                    <a:pt x="23047" y="179"/>
                  </a:cubicBezTo>
                  <a:cubicBezTo>
                    <a:pt x="22632" y="68"/>
                    <a:pt x="22199" y="0"/>
                    <a:pt x="21751" y="0"/>
                  </a:cubicBezTo>
                  <a:close/>
                </a:path>
              </a:pathLst>
            </a:cu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11" name="Google Shape;311;p54"/>
            <p:cNvSpPr/>
            <p:nvPr/>
          </p:nvSpPr>
          <p:spPr>
            <a:xfrm>
              <a:off x="4956888" y="4757850"/>
              <a:ext cx="280475" cy="255175"/>
            </a:xfrm>
            <a:custGeom>
              <a:rect b="b" l="l" r="r" t="t"/>
              <a:pathLst>
                <a:path extrusionOk="0" h="10207" w="11219">
                  <a:moveTo>
                    <a:pt x="9767" y="0"/>
                  </a:moveTo>
                  <a:cubicBezTo>
                    <a:pt x="6466" y="3361"/>
                    <a:pt x="3219" y="6771"/>
                    <a:pt x="0" y="10207"/>
                  </a:cubicBezTo>
                  <a:lnTo>
                    <a:pt x="3810" y="10207"/>
                  </a:lnTo>
                  <a:cubicBezTo>
                    <a:pt x="6242" y="7465"/>
                    <a:pt x="8705" y="4748"/>
                    <a:pt x="11219" y="2079"/>
                  </a:cubicBezTo>
                  <a:cubicBezTo>
                    <a:pt x="10918" y="1268"/>
                    <a:pt x="10415" y="552"/>
                    <a:pt x="9767" y="0"/>
                  </a:cubicBezTo>
                  <a:close/>
                </a:path>
              </a:pathLst>
            </a:cu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12" name="Google Shape;312;p54"/>
            <p:cNvSpPr/>
            <p:nvPr/>
          </p:nvSpPr>
          <p:spPr>
            <a:xfrm>
              <a:off x="4814363" y="4500300"/>
              <a:ext cx="1164950" cy="530900"/>
            </a:xfrm>
            <a:custGeom>
              <a:rect b="b" l="l" r="r" t="t"/>
              <a:pathLst>
                <a:path extrusionOk="0" h="21236" w="46598">
                  <a:moveTo>
                    <a:pt x="39405" y="1"/>
                  </a:moveTo>
                  <a:cubicBezTo>
                    <a:pt x="39065" y="1"/>
                    <a:pt x="38792" y="255"/>
                    <a:pt x="38774" y="592"/>
                  </a:cubicBezTo>
                  <a:cubicBezTo>
                    <a:pt x="38757" y="935"/>
                    <a:pt x="39021" y="1226"/>
                    <a:pt x="39365" y="1243"/>
                  </a:cubicBezTo>
                  <a:cubicBezTo>
                    <a:pt x="41922" y="1366"/>
                    <a:pt x="44168" y="5164"/>
                    <a:pt x="44590" y="7726"/>
                  </a:cubicBezTo>
                  <a:cubicBezTo>
                    <a:pt x="45281" y="11916"/>
                    <a:pt x="42715" y="17225"/>
                    <a:pt x="36475" y="19264"/>
                  </a:cubicBezTo>
                  <a:cubicBezTo>
                    <a:pt x="34960" y="19760"/>
                    <a:pt x="33319" y="19998"/>
                    <a:pt x="31627" y="19998"/>
                  </a:cubicBezTo>
                  <a:cubicBezTo>
                    <a:pt x="26712" y="19998"/>
                    <a:pt x="21367" y="17989"/>
                    <a:pt x="17425" y="14434"/>
                  </a:cubicBezTo>
                  <a:cubicBezTo>
                    <a:pt x="16257" y="13381"/>
                    <a:pt x="15219" y="12139"/>
                    <a:pt x="14119" y="10827"/>
                  </a:cubicBezTo>
                  <a:cubicBezTo>
                    <a:pt x="11780" y="8033"/>
                    <a:pt x="9361" y="5145"/>
                    <a:pt x="5604" y="4185"/>
                  </a:cubicBezTo>
                  <a:cubicBezTo>
                    <a:pt x="4959" y="4021"/>
                    <a:pt x="4348" y="3940"/>
                    <a:pt x="3786" y="3940"/>
                  </a:cubicBezTo>
                  <a:cubicBezTo>
                    <a:pt x="2634" y="3940"/>
                    <a:pt x="1689" y="4280"/>
                    <a:pt x="1079" y="4941"/>
                  </a:cubicBezTo>
                  <a:cubicBezTo>
                    <a:pt x="522" y="5544"/>
                    <a:pt x="1" y="6686"/>
                    <a:pt x="686" y="8696"/>
                  </a:cubicBezTo>
                  <a:cubicBezTo>
                    <a:pt x="775" y="8954"/>
                    <a:pt x="1016" y="9117"/>
                    <a:pt x="1274" y="9117"/>
                  </a:cubicBezTo>
                  <a:cubicBezTo>
                    <a:pt x="1341" y="9117"/>
                    <a:pt x="1408" y="9106"/>
                    <a:pt x="1474" y="9083"/>
                  </a:cubicBezTo>
                  <a:cubicBezTo>
                    <a:pt x="1800" y="8972"/>
                    <a:pt x="1974" y="8620"/>
                    <a:pt x="1863" y="8295"/>
                  </a:cubicBezTo>
                  <a:cubicBezTo>
                    <a:pt x="1594" y="7504"/>
                    <a:pt x="1398" y="6428"/>
                    <a:pt x="1994" y="5785"/>
                  </a:cubicBezTo>
                  <a:cubicBezTo>
                    <a:pt x="2360" y="5387"/>
                    <a:pt x="2990" y="5182"/>
                    <a:pt x="3781" y="5182"/>
                  </a:cubicBezTo>
                  <a:cubicBezTo>
                    <a:pt x="4239" y="5182"/>
                    <a:pt x="4752" y="5251"/>
                    <a:pt x="5298" y="5391"/>
                  </a:cubicBezTo>
                  <a:cubicBezTo>
                    <a:pt x="8667" y="6252"/>
                    <a:pt x="10854" y="8863"/>
                    <a:pt x="13167" y="11625"/>
                  </a:cubicBezTo>
                  <a:cubicBezTo>
                    <a:pt x="14246" y="12913"/>
                    <a:pt x="15362" y="14246"/>
                    <a:pt x="16595" y="15358"/>
                  </a:cubicBezTo>
                  <a:cubicBezTo>
                    <a:pt x="20762" y="19116"/>
                    <a:pt x="26427" y="21236"/>
                    <a:pt x="31654" y="21236"/>
                  </a:cubicBezTo>
                  <a:cubicBezTo>
                    <a:pt x="33471" y="21236"/>
                    <a:pt x="35233" y="20978"/>
                    <a:pt x="36864" y="20448"/>
                  </a:cubicBezTo>
                  <a:cubicBezTo>
                    <a:pt x="43771" y="18189"/>
                    <a:pt x="46597" y="12238"/>
                    <a:pt x="45819" y="7524"/>
                  </a:cubicBezTo>
                  <a:cubicBezTo>
                    <a:pt x="45330" y="4552"/>
                    <a:pt x="42771" y="163"/>
                    <a:pt x="39425" y="1"/>
                  </a:cubicBezTo>
                  <a:cubicBezTo>
                    <a:pt x="39418" y="1"/>
                    <a:pt x="39412" y="1"/>
                    <a:pt x="39405" y="1"/>
                  </a:cubicBezTo>
                  <a:close/>
                </a:path>
              </a:pathLst>
            </a:cu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13" name="Google Shape;313;p54"/>
            <p:cNvSpPr/>
            <p:nvPr/>
          </p:nvSpPr>
          <p:spPr>
            <a:xfrm>
              <a:off x="5028238" y="4203900"/>
              <a:ext cx="1143225" cy="797975"/>
            </a:xfrm>
            <a:custGeom>
              <a:rect b="b" l="l" r="r" t="t"/>
              <a:pathLst>
                <a:path extrusionOk="0" h="31919" w="45729">
                  <a:moveTo>
                    <a:pt x="34565" y="0"/>
                  </a:moveTo>
                  <a:cubicBezTo>
                    <a:pt x="34271" y="0"/>
                    <a:pt x="34011" y="208"/>
                    <a:pt x="33954" y="506"/>
                  </a:cubicBezTo>
                  <a:cubicBezTo>
                    <a:pt x="33889" y="843"/>
                    <a:pt x="34111" y="1168"/>
                    <a:pt x="34449" y="1233"/>
                  </a:cubicBezTo>
                  <a:cubicBezTo>
                    <a:pt x="41915" y="2636"/>
                    <a:pt x="44415" y="12514"/>
                    <a:pt x="43288" y="18804"/>
                  </a:cubicBezTo>
                  <a:cubicBezTo>
                    <a:pt x="42307" y="24290"/>
                    <a:pt x="38903" y="28217"/>
                    <a:pt x="33708" y="29860"/>
                  </a:cubicBezTo>
                  <a:cubicBezTo>
                    <a:pt x="31954" y="30415"/>
                    <a:pt x="30094" y="30682"/>
                    <a:pt x="28213" y="30682"/>
                  </a:cubicBezTo>
                  <a:cubicBezTo>
                    <a:pt x="22967" y="30682"/>
                    <a:pt x="17556" y="28607"/>
                    <a:pt x="13834" y="24918"/>
                  </a:cubicBezTo>
                  <a:cubicBezTo>
                    <a:pt x="12917" y="24009"/>
                    <a:pt x="12130" y="22912"/>
                    <a:pt x="11294" y="21748"/>
                  </a:cubicBezTo>
                  <a:cubicBezTo>
                    <a:pt x="9562" y="19332"/>
                    <a:pt x="7770" y="16832"/>
                    <a:pt x="4690" y="16020"/>
                  </a:cubicBezTo>
                  <a:cubicBezTo>
                    <a:pt x="4280" y="15912"/>
                    <a:pt x="3871" y="15860"/>
                    <a:pt x="3478" y="15860"/>
                  </a:cubicBezTo>
                  <a:cubicBezTo>
                    <a:pt x="2503" y="15860"/>
                    <a:pt x="1620" y="16182"/>
                    <a:pt x="1025" y="16787"/>
                  </a:cubicBezTo>
                  <a:cubicBezTo>
                    <a:pt x="221" y="17605"/>
                    <a:pt x="0" y="18857"/>
                    <a:pt x="410" y="20310"/>
                  </a:cubicBezTo>
                  <a:cubicBezTo>
                    <a:pt x="487" y="20584"/>
                    <a:pt x="738" y="20764"/>
                    <a:pt x="1010" y="20764"/>
                  </a:cubicBezTo>
                  <a:cubicBezTo>
                    <a:pt x="1065" y="20764"/>
                    <a:pt x="1122" y="20756"/>
                    <a:pt x="1178" y="20741"/>
                  </a:cubicBezTo>
                  <a:cubicBezTo>
                    <a:pt x="1508" y="20648"/>
                    <a:pt x="1701" y="20304"/>
                    <a:pt x="1608" y="19974"/>
                  </a:cubicBezTo>
                  <a:cubicBezTo>
                    <a:pt x="1408" y="19261"/>
                    <a:pt x="1299" y="18282"/>
                    <a:pt x="1912" y="17658"/>
                  </a:cubicBezTo>
                  <a:cubicBezTo>
                    <a:pt x="2273" y="17292"/>
                    <a:pt x="2830" y="17098"/>
                    <a:pt x="3467" y="17098"/>
                  </a:cubicBezTo>
                  <a:cubicBezTo>
                    <a:pt x="3756" y="17098"/>
                    <a:pt x="4062" y="17138"/>
                    <a:pt x="4372" y="17220"/>
                  </a:cubicBezTo>
                  <a:cubicBezTo>
                    <a:pt x="7021" y="17920"/>
                    <a:pt x="8605" y="20130"/>
                    <a:pt x="10284" y="22470"/>
                  </a:cubicBezTo>
                  <a:cubicBezTo>
                    <a:pt x="11111" y="23625"/>
                    <a:pt x="11967" y="24818"/>
                    <a:pt x="12958" y="25799"/>
                  </a:cubicBezTo>
                  <a:cubicBezTo>
                    <a:pt x="16909" y="29717"/>
                    <a:pt x="22657" y="31919"/>
                    <a:pt x="28232" y="31919"/>
                  </a:cubicBezTo>
                  <a:cubicBezTo>
                    <a:pt x="30233" y="31919"/>
                    <a:pt x="32214" y="31634"/>
                    <a:pt x="34083" y="31046"/>
                  </a:cubicBezTo>
                  <a:cubicBezTo>
                    <a:pt x="39740" y="29256"/>
                    <a:pt x="43445" y="24986"/>
                    <a:pt x="44513" y="19024"/>
                  </a:cubicBezTo>
                  <a:cubicBezTo>
                    <a:pt x="45729" y="12238"/>
                    <a:pt x="42928" y="1563"/>
                    <a:pt x="34681" y="11"/>
                  </a:cubicBezTo>
                  <a:cubicBezTo>
                    <a:pt x="34642" y="4"/>
                    <a:pt x="34603" y="0"/>
                    <a:pt x="34565" y="0"/>
                  </a:cubicBezTo>
                  <a:close/>
                </a:path>
              </a:pathLst>
            </a:cu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14" name="Google Shape;314;p54"/>
            <p:cNvSpPr/>
            <p:nvPr/>
          </p:nvSpPr>
          <p:spPr>
            <a:xfrm>
              <a:off x="5762988" y="4469175"/>
              <a:ext cx="114000" cy="88100"/>
            </a:xfrm>
            <a:custGeom>
              <a:rect b="b" l="l" r="r" t="t"/>
              <a:pathLst>
                <a:path extrusionOk="0" h="3524" w="4560">
                  <a:moveTo>
                    <a:pt x="1763" y="0"/>
                  </a:moveTo>
                  <a:cubicBezTo>
                    <a:pt x="793" y="0"/>
                    <a:pt x="0" y="793"/>
                    <a:pt x="0" y="1761"/>
                  </a:cubicBezTo>
                  <a:cubicBezTo>
                    <a:pt x="0" y="2731"/>
                    <a:pt x="793" y="3523"/>
                    <a:pt x="1763" y="3523"/>
                  </a:cubicBezTo>
                  <a:lnTo>
                    <a:pt x="2797" y="3523"/>
                  </a:lnTo>
                  <a:cubicBezTo>
                    <a:pt x="3766" y="3523"/>
                    <a:pt x="4557" y="2731"/>
                    <a:pt x="4560" y="1761"/>
                  </a:cubicBezTo>
                  <a:cubicBezTo>
                    <a:pt x="4560" y="793"/>
                    <a:pt x="3767" y="0"/>
                    <a:pt x="2797" y="0"/>
                  </a:cubicBezTo>
                  <a:close/>
                </a:path>
              </a:pathLst>
            </a:cu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15" name="Google Shape;315;p54"/>
            <p:cNvSpPr/>
            <p:nvPr/>
          </p:nvSpPr>
          <p:spPr>
            <a:xfrm>
              <a:off x="5778513" y="4181725"/>
              <a:ext cx="113950" cy="88075"/>
            </a:xfrm>
            <a:custGeom>
              <a:rect b="b" l="l" r="r" t="t"/>
              <a:pathLst>
                <a:path extrusionOk="0" h="3523" w="4558">
                  <a:moveTo>
                    <a:pt x="1761" y="1"/>
                  </a:moveTo>
                  <a:cubicBezTo>
                    <a:pt x="793" y="1"/>
                    <a:pt x="0" y="792"/>
                    <a:pt x="0" y="1762"/>
                  </a:cubicBezTo>
                  <a:cubicBezTo>
                    <a:pt x="0" y="2730"/>
                    <a:pt x="793" y="3523"/>
                    <a:pt x="1761" y="3523"/>
                  </a:cubicBezTo>
                  <a:lnTo>
                    <a:pt x="2797" y="3523"/>
                  </a:lnTo>
                  <a:cubicBezTo>
                    <a:pt x="3767" y="3523"/>
                    <a:pt x="4558" y="2730"/>
                    <a:pt x="4558" y="1762"/>
                  </a:cubicBezTo>
                  <a:cubicBezTo>
                    <a:pt x="4558" y="792"/>
                    <a:pt x="3767" y="1"/>
                    <a:pt x="2797" y="1"/>
                  </a:cubicBezTo>
                  <a:close/>
                </a:path>
              </a:pathLst>
            </a:cu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316" name="Google Shape;316;p54"/>
          <p:cNvPicPr preferRelativeResize="0"/>
          <p:nvPr/>
        </p:nvPicPr>
        <p:blipFill rotWithShape="1">
          <a:blip r:embed="rId2">
            <a:alphaModFix amt="14000"/>
          </a:blip>
          <a:srcRect b="0" l="0" r="0" t="0"/>
          <a:stretch/>
        </p:blipFill>
        <p:spPr>
          <a:xfrm>
            <a:off x="0" y="0"/>
            <a:ext cx="9144000" cy="5143500"/>
          </a:xfrm>
          <a:prstGeom prst="rect">
            <a:avLst/>
          </a:prstGeom>
          <a:noFill/>
          <a:ln>
            <a:noFill/>
          </a:ln>
        </p:spPr>
      </p:pic>
      <p:sp>
        <p:nvSpPr>
          <p:cNvPr id="317" name="Google Shape;317;p54"/>
          <p:cNvSpPr txBox="1"/>
          <p:nvPr>
            <p:ph type="title"/>
          </p:nvPr>
        </p:nvSpPr>
        <p:spPr>
          <a:xfrm>
            <a:off x="1708150" y="1839000"/>
            <a:ext cx="5727600" cy="8418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lvl1pPr lvl="0" algn="ctr">
              <a:lnSpc>
                <a:spcPct val="100000"/>
              </a:lnSpc>
              <a:spcBef>
                <a:spcPts val="0"/>
              </a:spcBef>
              <a:spcAft>
                <a:spcPts val="0"/>
              </a:spcAft>
              <a:buSzPts val="3600"/>
              <a:buNone/>
              <a:defRPr sz="4300"/>
            </a:lvl1pPr>
            <a:lvl2pPr lvl="1" algn="ctr">
              <a:lnSpc>
                <a:spcPct val="100000"/>
              </a:lnSpc>
              <a:spcBef>
                <a:spcPts val="0"/>
              </a:spcBef>
              <a:spcAft>
                <a:spcPts val="0"/>
              </a:spcAft>
              <a:buSzPts val="3600"/>
              <a:buNone/>
              <a:defRPr sz="3600"/>
            </a:lvl2pPr>
            <a:lvl3pPr lvl="2" algn="ctr">
              <a:lnSpc>
                <a:spcPct val="100000"/>
              </a:lnSpc>
              <a:spcBef>
                <a:spcPts val="0"/>
              </a:spcBef>
              <a:spcAft>
                <a:spcPts val="0"/>
              </a:spcAft>
              <a:buSzPts val="3600"/>
              <a:buNone/>
              <a:defRPr sz="3600"/>
            </a:lvl3pPr>
            <a:lvl4pPr lvl="3" algn="ctr">
              <a:lnSpc>
                <a:spcPct val="100000"/>
              </a:lnSpc>
              <a:spcBef>
                <a:spcPts val="0"/>
              </a:spcBef>
              <a:spcAft>
                <a:spcPts val="0"/>
              </a:spcAft>
              <a:buSzPts val="3600"/>
              <a:buNone/>
              <a:defRPr sz="3600"/>
            </a:lvl4pPr>
            <a:lvl5pPr lvl="4" algn="ctr">
              <a:lnSpc>
                <a:spcPct val="100000"/>
              </a:lnSpc>
              <a:spcBef>
                <a:spcPts val="0"/>
              </a:spcBef>
              <a:spcAft>
                <a:spcPts val="0"/>
              </a:spcAft>
              <a:buSzPts val="3600"/>
              <a:buNone/>
              <a:defRPr sz="3600"/>
            </a:lvl5pPr>
            <a:lvl6pPr lvl="5" algn="ctr">
              <a:lnSpc>
                <a:spcPct val="100000"/>
              </a:lnSpc>
              <a:spcBef>
                <a:spcPts val="0"/>
              </a:spcBef>
              <a:spcAft>
                <a:spcPts val="0"/>
              </a:spcAft>
              <a:buSzPts val="3600"/>
              <a:buNone/>
              <a:defRPr sz="3600"/>
            </a:lvl6pPr>
            <a:lvl7pPr lvl="6" algn="ctr">
              <a:lnSpc>
                <a:spcPct val="100000"/>
              </a:lnSpc>
              <a:spcBef>
                <a:spcPts val="0"/>
              </a:spcBef>
              <a:spcAft>
                <a:spcPts val="0"/>
              </a:spcAft>
              <a:buSzPts val="3600"/>
              <a:buNone/>
              <a:defRPr sz="3600"/>
            </a:lvl7pPr>
            <a:lvl8pPr lvl="7" algn="ctr">
              <a:lnSpc>
                <a:spcPct val="100000"/>
              </a:lnSpc>
              <a:spcBef>
                <a:spcPts val="0"/>
              </a:spcBef>
              <a:spcAft>
                <a:spcPts val="0"/>
              </a:spcAft>
              <a:buSzPts val="3600"/>
              <a:buNone/>
              <a:defRPr sz="3600"/>
            </a:lvl8pPr>
            <a:lvl9pPr lvl="8" algn="ctr">
              <a:lnSpc>
                <a:spcPct val="100000"/>
              </a:lnSpc>
              <a:spcBef>
                <a:spcPts val="0"/>
              </a:spcBef>
              <a:spcAft>
                <a:spcPts val="0"/>
              </a:spcAft>
              <a:buSzPts val="3600"/>
              <a:buNone/>
              <a:defRPr sz="3600"/>
            </a:lvl9pPr>
          </a:lstStyle>
          <a:p/>
        </p:txBody>
      </p:sp>
      <p:sp>
        <p:nvSpPr>
          <p:cNvPr id="318" name="Google Shape;318;p54"/>
          <p:cNvSpPr txBox="1"/>
          <p:nvPr>
            <p:ph idx="1" type="subTitle"/>
          </p:nvPr>
        </p:nvSpPr>
        <p:spPr>
          <a:xfrm>
            <a:off x="1708175" y="2680800"/>
            <a:ext cx="5727600" cy="841800"/>
          </a:xfrm>
          <a:prstGeom prst="rect">
            <a:avLst/>
          </a:prstGeom>
          <a:noFill/>
          <a:ln cap="flat" cmpd="sng" w="9525">
            <a:solidFill>
              <a:schemeClr val="dk2"/>
            </a:solidFill>
            <a:prstDash val="solid"/>
            <a:round/>
            <a:headEnd len="sm" w="sm" type="none"/>
            <a:tailEnd len="sm" w="sm" type="none"/>
          </a:ln>
        </p:spPr>
        <p:txBody>
          <a:bodyPr anchorCtr="0" anchor="t" bIns="91425" lIns="91425" spcFirstLastPara="1" rIns="91425" wrap="square" tIns="91425">
            <a:noAutofit/>
          </a:bodyPr>
          <a:lstStyle>
            <a:lvl1pPr lvl="0" algn="ctr">
              <a:lnSpc>
                <a:spcPct val="100000"/>
              </a:lnSpc>
              <a:spcBef>
                <a:spcPts val="0"/>
              </a:spcBef>
              <a:spcAft>
                <a:spcPts val="0"/>
              </a:spcAft>
              <a:buSzPts val="1400"/>
              <a:buNone/>
              <a:defRPr/>
            </a:lvl1pPr>
            <a:lvl2pPr lvl="1" algn="ctr">
              <a:lnSpc>
                <a:spcPct val="100000"/>
              </a:lnSpc>
              <a:spcBef>
                <a:spcPts val="0"/>
              </a:spcBef>
              <a:spcAft>
                <a:spcPts val="0"/>
              </a:spcAft>
              <a:buSzPts val="1400"/>
              <a:buNone/>
              <a:defRPr/>
            </a:lvl2pPr>
            <a:lvl3pPr lvl="2" algn="ctr">
              <a:lnSpc>
                <a:spcPct val="100000"/>
              </a:lnSpc>
              <a:spcBef>
                <a:spcPts val="1600"/>
              </a:spcBef>
              <a:spcAft>
                <a:spcPts val="0"/>
              </a:spcAft>
              <a:buSzPts val="1400"/>
              <a:buNone/>
              <a:defRPr/>
            </a:lvl3pPr>
            <a:lvl4pPr lvl="3" algn="ctr">
              <a:lnSpc>
                <a:spcPct val="100000"/>
              </a:lnSpc>
              <a:spcBef>
                <a:spcPts val="1600"/>
              </a:spcBef>
              <a:spcAft>
                <a:spcPts val="0"/>
              </a:spcAft>
              <a:buSzPts val="1400"/>
              <a:buNone/>
              <a:defRPr/>
            </a:lvl4pPr>
            <a:lvl5pPr lvl="4" algn="ctr">
              <a:lnSpc>
                <a:spcPct val="100000"/>
              </a:lnSpc>
              <a:spcBef>
                <a:spcPts val="1600"/>
              </a:spcBef>
              <a:spcAft>
                <a:spcPts val="0"/>
              </a:spcAft>
              <a:buSzPts val="1400"/>
              <a:buNone/>
              <a:defRPr/>
            </a:lvl5pPr>
            <a:lvl6pPr lvl="5" algn="ctr">
              <a:lnSpc>
                <a:spcPct val="100000"/>
              </a:lnSpc>
              <a:spcBef>
                <a:spcPts val="1600"/>
              </a:spcBef>
              <a:spcAft>
                <a:spcPts val="0"/>
              </a:spcAft>
              <a:buSzPts val="1400"/>
              <a:buNone/>
              <a:defRPr/>
            </a:lvl6pPr>
            <a:lvl7pPr lvl="6" algn="ctr">
              <a:lnSpc>
                <a:spcPct val="100000"/>
              </a:lnSpc>
              <a:spcBef>
                <a:spcPts val="1600"/>
              </a:spcBef>
              <a:spcAft>
                <a:spcPts val="0"/>
              </a:spcAft>
              <a:buSzPts val="1400"/>
              <a:buNone/>
              <a:defRPr/>
            </a:lvl7pPr>
            <a:lvl8pPr lvl="7" algn="ctr">
              <a:lnSpc>
                <a:spcPct val="100000"/>
              </a:lnSpc>
              <a:spcBef>
                <a:spcPts val="1600"/>
              </a:spcBef>
              <a:spcAft>
                <a:spcPts val="0"/>
              </a:spcAft>
              <a:buSzPts val="1400"/>
              <a:buNone/>
              <a:defRPr/>
            </a:lvl8pPr>
            <a:lvl9pPr lvl="8" algn="ctr">
              <a:lnSpc>
                <a:spcPct val="100000"/>
              </a:lnSpc>
              <a:spcBef>
                <a:spcPts val="1600"/>
              </a:spcBef>
              <a:spcAft>
                <a:spcPts val="1600"/>
              </a:spcAft>
              <a:buSzPts val="1400"/>
              <a:buNone/>
              <a:defRPr/>
            </a:lvl9pPr>
          </a:lstStyle>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319" name="Shape 319"/>
        <p:cNvGrpSpPr/>
        <p:nvPr/>
      </p:nvGrpSpPr>
      <p:grpSpPr>
        <a:xfrm>
          <a:off x="0" y="0"/>
          <a:ext cx="0" cy="0"/>
          <a:chOff x="0" y="0"/>
          <a:chExt cx="0" cy="0"/>
        </a:xfrm>
      </p:grpSpPr>
      <p:grpSp>
        <p:nvGrpSpPr>
          <p:cNvPr id="320" name="Google Shape;320;p55"/>
          <p:cNvGrpSpPr/>
          <p:nvPr/>
        </p:nvGrpSpPr>
        <p:grpSpPr>
          <a:xfrm rot="-955960">
            <a:off x="6784480" y="1444921"/>
            <a:ext cx="1597432" cy="1754779"/>
            <a:chOff x="453638" y="2044550"/>
            <a:chExt cx="2348725" cy="2580075"/>
          </a:xfrm>
        </p:grpSpPr>
        <p:sp>
          <p:nvSpPr>
            <p:cNvPr id="321" name="Google Shape;321;p55"/>
            <p:cNvSpPr/>
            <p:nvPr/>
          </p:nvSpPr>
          <p:spPr>
            <a:xfrm>
              <a:off x="1978763" y="3581000"/>
              <a:ext cx="283125" cy="611275"/>
            </a:xfrm>
            <a:custGeom>
              <a:rect b="b" l="l" r="r" t="t"/>
              <a:pathLst>
                <a:path extrusionOk="0" h="24451" w="11325">
                  <a:moveTo>
                    <a:pt x="4620" y="7798"/>
                  </a:moveTo>
                  <a:cubicBezTo>
                    <a:pt x="5123" y="7798"/>
                    <a:pt x="5687" y="8015"/>
                    <a:pt x="6153" y="8266"/>
                  </a:cubicBezTo>
                  <a:cubicBezTo>
                    <a:pt x="5847" y="8678"/>
                    <a:pt x="5390" y="8964"/>
                    <a:pt x="4751" y="9018"/>
                  </a:cubicBezTo>
                  <a:cubicBezTo>
                    <a:pt x="4706" y="9022"/>
                    <a:pt x="4660" y="9024"/>
                    <a:pt x="4612" y="9024"/>
                  </a:cubicBezTo>
                  <a:cubicBezTo>
                    <a:pt x="4337" y="9024"/>
                    <a:pt x="4029" y="8959"/>
                    <a:pt x="3822" y="8782"/>
                  </a:cubicBezTo>
                  <a:cubicBezTo>
                    <a:pt x="3109" y="8167"/>
                    <a:pt x="3845" y="7881"/>
                    <a:pt x="4430" y="7809"/>
                  </a:cubicBezTo>
                  <a:cubicBezTo>
                    <a:pt x="4492" y="7802"/>
                    <a:pt x="4556" y="7798"/>
                    <a:pt x="4620" y="7798"/>
                  </a:cubicBezTo>
                  <a:close/>
                  <a:moveTo>
                    <a:pt x="4221" y="14526"/>
                  </a:moveTo>
                  <a:cubicBezTo>
                    <a:pt x="4746" y="14526"/>
                    <a:pt x="5582" y="14873"/>
                    <a:pt x="5781" y="15026"/>
                  </a:cubicBezTo>
                  <a:cubicBezTo>
                    <a:pt x="5940" y="15149"/>
                    <a:pt x="6078" y="15280"/>
                    <a:pt x="6206" y="15417"/>
                  </a:cubicBezTo>
                  <a:cubicBezTo>
                    <a:pt x="6103" y="15457"/>
                    <a:pt x="5995" y="15494"/>
                    <a:pt x="5888" y="15523"/>
                  </a:cubicBezTo>
                  <a:cubicBezTo>
                    <a:pt x="5699" y="15574"/>
                    <a:pt x="5390" y="15620"/>
                    <a:pt x="5068" y="15620"/>
                  </a:cubicBezTo>
                  <a:cubicBezTo>
                    <a:pt x="4557" y="15620"/>
                    <a:pt x="4010" y="15504"/>
                    <a:pt x="3850" y="15106"/>
                  </a:cubicBezTo>
                  <a:cubicBezTo>
                    <a:pt x="3673" y="14671"/>
                    <a:pt x="3882" y="14526"/>
                    <a:pt x="4221" y="14526"/>
                  </a:cubicBezTo>
                  <a:close/>
                  <a:moveTo>
                    <a:pt x="2870" y="1"/>
                  </a:moveTo>
                  <a:cubicBezTo>
                    <a:pt x="2142" y="1"/>
                    <a:pt x="1664" y="1030"/>
                    <a:pt x="2399" y="1474"/>
                  </a:cubicBezTo>
                  <a:cubicBezTo>
                    <a:pt x="3951" y="2412"/>
                    <a:pt x="5519" y="3160"/>
                    <a:pt x="6319" y="4907"/>
                  </a:cubicBezTo>
                  <a:cubicBezTo>
                    <a:pt x="6480" y="5264"/>
                    <a:pt x="6592" y="5688"/>
                    <a:pt x="6635" y="6127"/>
                  </a:cubicBezTo>
                  <a:cubicBezTo>
                    <a:pt x="5870" y="5780"/>
                    <a:pt x="5037" y="5554"/>
                    <a:pt x="4232" y="5554"/>
                  </a:cubicBezTo>
                  <a:cubicBezTo>
                    <a:pt x="3410" y="5554"/>
                    <a:pt x="2618" y="5789"/>
                    <a:pt x="1957" y="6370"/>
                  </a:cubicBezTo>
                  <a:cubicBezTo>
                    <a:pt x="0" y="8090"/>
                    <a:pt x="1566" y="10974"/>
                    <a:pt x="3791" y="11378"/>
                  </a:cubicBezTo>
                  <a:cubicBezTo>
                    <a:pt x="4038" y="11423"/>
                    <a:pt x="4280" y="11444"/>
                    <a:pt x="4518" y="11444"/>
                  </a:cubicBezTo>
                  <a:cubicBezTo>
                    <a:pt x="5857" y="11444"/>
                    <a:pt x="7026" y="10765"/>
                    <a:pt x="7821" y="9755"/>
                  </a:cubicBezTo>
                  <a:cubicBezTo>
                    <a:pt x="8391" y="10576"/>
                    <a:pt x="8703" y="11574"/>
                    <a:pt x="8550" y="12560"/>
                  </a:cubicBezTo>
                  <a:cubicBezTo>
                    <a:pt x="8463" y="13118"/>
                    <a:pt x="8227" y="13653"/>
                    <a:pt x="7887" y="14116"/>
                  </a:cubicBezTo>
                  <a:cubicBezTo>
                    <a:pt x="7701" y="13895"/>
                    <a:pt x="7497" y="13684"/>
                    <a:pt x="7276" y="13491"/>
                  </a:cubicBezTo>
                  <a:cubicBezTo>
                    <a:pt x="6494" y="12814"/>
                    <a:pt x="5290" y="12349"/>
                    <a:pt x="4163" y="12349"/>
                  </a:cubicBezTo>
                  <a:cubicBezTo>
                    <a:pt x="3015" y="12349"/>
                    <a:pt x="1946" y="12831"/>
                    <a:pt x="1483" y="14061"/>
                  </a:cubicBezTo>
                  <a:cubicBezTo>
                    <a:pt x="596" y="16417"/>
                    <a:pt x="3208" y="18025"/>
                    <a:pt x="5249" y="18025"/>
                  </a:cubicBezTo>
                  <a:cubicBezTo>
                    <a:pt x="5344" y="18025"/>
                    <a:pt x="5438" y="18022"/>
                    <a:pt x="5530" y="18015"/>
                  </a:cubicBezTo>
                  <a:cubicBezTo>
                    <a:pt x="6045" y="17975"/>
                    <a:pt x="6546" y="17853"/>
                    <a:pt x="7025" y="17671"/>
                  </a:cubicBezTo>
                  <a:lnTo>
                    <a:pt x="7025" y="17671"/>
                  </a:lnTo>
                  <a:cubicBezTo>
                    <a:pt x="6973" y="19759"/>
                    <a:pt x="5167" y="21951"/>
                    <a:pt x="3004" y="21951"/>
                  </a:cubicBezTo>
                  <a:cubicBezTo>
                    <a:pt x="2978" y="21951"/>
                    <a:pt x="2953" y="21951"/>
                    <a:pt x="2927" y="21950"/>
                  </a:cubicBezTo>
                  <a:cubicBezTo>
                    <a:pt x="2913" y="21950"/>
                    <a:pt x="2900" y="21950"/>
                    <a:pt x="2887" y="21950"/>
                  </a:cubicBezTo>
                  <a:cubicBezTo>
                    <a:pt x="1229" y="21950"/>
                    <a:pt x="1313" y="24450"/>
                    <a:pt x="2857" y="24450"/>
                  </a:cubicBezTo>
                  <a:cubicBezTo>
                    <a:pt x="2944" y="24450"/>
                    <a:pt x="3037" y="24442"/>
                    <a:pt x="3134" y="24425"/>
                  </a:cubicBezTo>
                  <a:cubicBezTo>
                    <a:pt x="5652" y="23983"/>
                    <a:pt x="7957" y="22485"/>
                    <a:pt x="8885" y="20019"/>
                  </a:cubicBezTo>
                  <a:cubicBezTo>
                    <a:pt x="9323" y="18849"/>
                    <a:pt x="9364" y="17565"/>
                    <a:pt x="9047" y="16378"/>
                  </a:cubicBezTo>
                  <a:cubicBezTo>
                    <a:pt x="9766" y="15686"/>
                    <a:pt x="10320" y="14826"/>
                    <a:pt x="10615" y="13880"/>
                  </a:cubicBezTo>
                  <a:cubicBezTo>
                    <a:pt x="11324" y="11620"/>
                    <a:pt x="10460" y="9203"/>
                    <a:pt x="8809" y="7595"/>
                  </a:cubicBezTo>
                  <a:cubicBezTo>
                    <a:pt x="8889" y="7183"/>
                    <a:pt x="8919" y="6761"/>
                    <a:pt x="8892" y="6339"/>
                  </a:cubicBezTo>
                  <a:cubicBezTo>
                    <a:pt x="8678" y="3255"/>
                    <a:pt x="5931" y="846"/>
                    <a:pt x="3094" y="33"/>
                  </a:cubicBezTo>
                  <a:cubicBezTo>
                    <a:pt x="3018" y="11"/>
                    <a:pt x="2943" y="1"/>
                    <a:pt x="2870" y="1"/>
                  </a:cubicBezTo>
                  <a:close/>
                </a:path>
              </a:pathLst>
            </a:custGeom>
            <a:solidFill>
              <a:schemeClr val="accent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2" name="Google Shape;322;p55"/>
            <p:cNvSpPr/>
            <p:nvPr/>
          </p:nvSpPr>
          <p:spPr>
            <a:xfrm>
              <a:off x="670463" y="2129550"/>
              <a:ext cx="1719150" cy="2495075"/>
            </a:xfrm>
            <a:custGeom>
              <a:rect b="b" l="l" r="r" t="t"/>
              <a:pathLst>
                <a:path extrusionOk="0" h="99803" w="68766">
                  <a:moveTo>
                    <a:pt x="36466" y="1"/>
                  </a:moveTo>
                  <a:cubicBezTo>
                    <a:pt x="7531" y="1"/>
                    <a:pt x="1" y="73197"/>
                    <a:pt x="1" y="73197"/>
                  </a:cubicBezTo>
                  <a:cubicBezTo>
                    <a:pt x="1" y="73197"/>
                    <a:pt x="4559" y="76362"/>
                    <a:pt x="8865" y="76362"/>
                  </a:cubicBezTo>
                  <a:cubicBezTo>
                    <a:pt x="9110" y="76362"/>
                    <a:pt x="9354" y="76352"/>
                    <a:pt x="9597" y="76330"/>
                  </a:cubicBezTo>
                  <a:lnTo>
                    <a:pt x="21673" y="70904"/>
                  </a:lnTo>
                  <a:lnTo>
                    <a:pt x="19798" y="86218"/>
                  </a:lnTo>
                  <a:lnTo>
                    <a:pt x="9997" y="95196"/>
                  </a:lnTo>
                  <a:lnTo>
                    <a:pt x="24106" y="99802"/>
                  </a:lnTo>
                  <a:lnTo>
                    <a:pt x="57247" y="84702"/>
                  </a:lnTo>
                  <a:lnTo>
                    <a:pt x="51006" y="62365"/>
                  </a:lnTo>
                  <a:cubicBezTo>
                    <a:pt x="51006" y="62365"/>
                    <a:pt x="68766" y="50051"/>
                    <a:pt x="67085" y="36075"/>
                  </a:cubicBezTo>
                  <a:cubicBezTo>
                    <a:pt x="65403" y="22096"/>
                    <a:pt x="66297" y="842"/>
                    <a:pt x="36958" y="8"/>
                  </a:cubicBezTo>
                  <a:cubicBezTo>
                    <a:pt x="36794" y="3"/>
                    <a:pt x="36630" y="1"/>
                    <a:pt x="36466" y="1"/>
                  </a:cubicBezTo>
                  <a:close/>
                </a:path>
              </a:pathLst>
            </a:cu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3" name="Google Shape;323;p55"/>
            <p:cNvSpPr/>
            <p:nvPr/>
          </p:nvSpPr>
          <p:spPr>
            <a:xfrm>
              <a:off x="453638" y="2044550"/>
              <a:ext cx="1577950" cy="1992025"/>
            </a:xfrm>
            <a:custGeom>
              <a:rect b="b" l="l" r="r" t="t"/>
              <a:pathLst>
                <a:path extrusionOk="0" h="79681" w="63118">
                  <a:moveTo>
                    <a:pt x="42118" y="1"/>
                  </a:moveTo>
                  <a:cubicBezTo>
                    <a:pt x="39354" y="1"/>
                    <a:pt x="36399" y="187"/>
                    <a:pt x="33887" y="774"/>
                  </a:cubicBezTo>
                  <a:cubicBezTo>
                    <a:pt x="33194" y="934"/>
                    <a:pt x="32536" y="1126"/>
                    <a:pt x="31925" y="1351"/>
                  </a:cubicBezTo>
                  <a:cubicBezTo>
                    <a:pt x="22883" y="4698"/>
                    <a:pt x="15181" y="11540"/>
                    <a:pt x="10792" y="20129"/>
                  </a:cubicBezTo>
                  <a:cubicBezTo>
                    <a:pt x="9459" y="22741"/>
                    <a:pt x="10412" y="29688"/>
                    <a:pt x="10930" y="32574"/>
                  </a:cubicBezTo>
                  <a:cubicBezTo>
                    <a:pt x="7807" y="37053"/>
                    <a:pt x="4848" y="38297"/>
                    <a:pt x="1724" y="42776"/>
                  </a:cubicBezTo>
                  <a:cubicBezTo>
                    <a:pt x="884" y="43981"/>
                    <a:pt x="0" y="45379"/>
                    <a:pt x="328" y="46814"/>
                  </a:cubicBezTo>
                  <a:cubicBezTo>
                    <a:pt x="470" y="47445"/>
                    <a:pt x="834" y="47997"/>
                    <a:pt x="1211" y="48523"/>
                  </a:cubicBezTo>
                  <a:cubicBezTo>
                    <a:pt x="2381" y="50178"/>
                    <a:pt x="3694" y="51735"/>
                    <a:pt x="5123" y="53173"/>
                  </a:cubicBezTo>
                  <a:cubicBezTo>
                    <a:pt x="4926" y="56839"/>
                    <a:pt x="4767" y="60616"/>
                    <a:pt x="4608" y="64392"/>
                  </a:cubicBezTo>
                  <a:cubicBezTo>
                    <a:pt x="4438" y="68412"/>
                    <a:pt x="4273" y="72437"/>
                    <a:pt x="4060" y="76343"/>
                  </a:cubicBezTo>
                  <a:cubicBezTo>
                    <a:pt x="6000" y="78178"/>
                    <a:pt x="8465" y="79460"/>
                    <a:pt x="11126" y="79680"/>
                  </a:cubicBezTo>
                  <a:cubicBezTo>
                    <a:pt x="16334" y="71166"/>
                    <a:pt x="24578" y="63498"/>
                    <a:pt x="32922" y="58025"/>
                  </a:cubicBezTo>
                  <a:cubicBezTo>
                    <a:pt x="36931" y="59225"/>
                    <a:pt x="42355" y="59846"/>
                    <a:pt x="46541" y="59889"/>
                  </a:cubicBezTo>
                  <a:cubicBezTo>
                    <a:pt x="46619" y="59890"/>
                    <a:pt x="46697" y="59890"/>
                    <a:pt x="46775" y="59890"/>
                  </a:cubicBezTo>
                  <a:cubicBezTo>
                    <a:pt x="50886" y="59890"/>
                    <a:pt x="55110" y="58775"/>
                    <a:pt x="58217" y="56087"/>
                  </a:cubicBezTo>
                  <a:cubicBezTo>
                    <a:pt x="61378" y="53346"/>
                    <a:pt x="63118" y="48789"/>
                    <a:pt x="61843" y="44804"/>
                  </a:cubicBezTo>
                  <a:cubicBezTo>
                    <a:pt x="61288" y="43077"/>
                    <a:pt x="60223" y="41550"/>
                    <a:pt x="58985" y="40221"/>
                  </a:cubicBezTo>
                  <a:cubicBezTo>
                    <a:pt x="56934" y="38018"/>
                    <a:pt x="54373" y="36294"/>
                    <a:pt x="51561" y="35222"/>
                  </a:cubicBezTo>
                  <a:cubicBezTo>
                    <a:pt x="53937" y="33722"/>
                    <a:pt x="56233" y="31321"/>
                    <a:pt x="58609" y="29816"/>
                  </a:cubicBezTo>
                  <a:cubicBezTo>
                    <a:pt x="57339" y="19359"/>
                    <a:pt x="53034" y="8334"/>
                    <a:pt x="46414" y="135"/>
                  </a:cubicBezTo>
                  <a:cubicBezTo>
                    <a:pt x="45111" y="57"/>
                    <a:pt x="43644" y="1"/>
                    <a:pt x="42118" y="1"/>
                  </a:cubicBezTo>
                  <a:close/>
                </a:path>
              </a:pathLst>
            </a:cu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4" name="Google Shape;324;p55"/>
            <p:cNvSpPr/>
            <p:nvPr/>
          </p:nvSpPr>
          <p:spPr>
            <a:xfrm>
              <a:off x="1814813" y="2092400"/>
              <a:ext cx="594475" cy="1037250"/>
            </a:xfrm>
            <a:custGeom>
              <a:rect b="b" l="l" r="r" t="t"/>
              <a:pathLst>
                <a:path extrusionOk="0" h="41490" w="23779">
                  <a:moveTo>
                    <a:pt x="1" y="0"/>
                  </a:moveTo>
                  <a:cubicBezTo>
                    <a:pt x="1" y="0"/>
                    <a:pt x="6661" y="6860"/>
                    <a:pt x="8559" y="17784"/>
                  </a:cubicBezTo>
                  <a:cubicBezTo>
                    <a:pt x="10456" y="28709"/>
                    <a:pt x="9818" y="31622"/>
                    <a:pt x="9818" y="31622"/>
                  </a:cubicBezTo>
                  <a:lnTo>
                    <a:pt x="23305" y="41490"/>
                  </a:lnTo>
                  <a:cubicBezTo>
                    <a:pt x="23305" y="41490"/>
                    <a:pt x="23779" y="19471"/>
                    <a:pt x="20840" y="15078"/>
                  </a:cubicBezTo>
                  <a:cubicBezTo>
                    <a:pt x="17902" y="10686"/>
                    <a:pt x="14337" y="3432"/>
                    <a:pt x="1" y="0"/>
                  </a:cubicBezTo>
                  <a:close/>
                </a:path>
              </a:pathLst>
            </a:custGeom>
            <a:solidFill>
              <a:schemeClr val="l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5" name="Google Shape;325;p55"/>
            <p:cNvSpPr/>
            <p:nvPr/>
          </p:nvSpPr>
          <p:spPr>
            <a:xfrm>
              <a:off x="1667188" y="3815950"/>
              <a:ext cx="166000" cy="201525"/>
            </a:xfrm>
            <a:custGeom>
              <a:rect b="b" l="l" r="r" t="t"/>
              <a:pathLst>
                <a:path extrusionOk="0" h="8061" w="6640">
                  <a:moveTo>
                    <a:pt x="6639" y="1"/>
                  </a:moveTo>
                  <a:lnTo>
                    <a:pt x="0" y="956"/>
                  </a:lnTo>
                  <a:lnTo>
                    <a:pt x="2487" y="8013"/>
                  </a:lnTo>
                  <a:lnTo>
                    <a:pt x="5177" y="8060"/>
                  </a:lnTo>
                  <a:lnTo>
                    <a:pt x="6639" y="1"/>
                  </a:ln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6" name="Google Shape;326;p55"/>
            <p:cNvSpPr/>
            <p:nvPr/>
          </p:nvSpPr>
          <p:spPr>
            <a:xfrm>
              <a:off x="1818413" y="3686950"/>
              <a:ext cx="311500" cy="237750"/>
            </a:xfrm>
            <a:custGeom>
              <a:rect b="b" l="l" r="r" t="t"/>
              <a:pathLst>
                <a:path extrusionOk="0" h="9510" w="12460">
                  <a:moveTo>
                    <a:pt x="1361" y="1"/>
                  </a:moveTo>
                  <a:lnTo>
                    <a:pt x="1" y="2573"/>
                  </a:lnTo>
                  <a:lnTo>
                    <a:pt x="7388" y="8005"/>
                  </a:lnTo>
                  <a:lnTo>
                    <a:pt x="11997" y="9509"/>
                  </a:lnTo>
                  <a:lnTo>
                    <a:pt x="12459" y="8099"/>
                  </a:lnTo>
                  <a:lnTo>
                    <a:pt x="8895" y="3709"/>
                  </a:lnTo>
                  <a:lnTo>
                    <a:pt x="1361" y="1"/>
                  </a:lnTo>
                  <a:close/>
                </a:path>
              </a:pathLst>
            </a:cu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7" name="Google Shape;327;p55"/>
            <p:cNvSpPr/>
            <p:nvPr/>
          </p:nvSpPr>
          <p:spPr>
            <a:xfrm>
              <a:off x="1956788" y="3759950"/>
              <a:ext cx="120800" cy="146425"/>
            </a:xfrm>
            <a:custGeom>
              <a:rect b="b" l="l" r="r" t="t"/>
              <a:pathLst>
                <a:path extrusionOk="0" h="5857" w="4832">
                  <a:moveTo>
                    <a:pt x="1762" y="0"/>
                  </a:moveTo>
                  <a:lnTo>
                    <a:pt x="1" y="3723"/>
                  </a:lnTo>
                  <a:lnTo>
                    <a:pt x="1853" y="5085"/>
                  </a:lnTo>
                  <a:lnTo>
                    <a:pt x="4216" y="5857"/>
                  </a:lnTo>
                  <a:lnTo>
                    <a:pt x="4832" y="2600"/>
                  </a:lnTo>
                  <a:lnTo>
                    <a:pt x="3360" y="789"/>
                  </a:lnTo>
                  <a:lnTo>
                    <a:pt x="1762" y="0"/>
                  </a:ln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8" name="Google Shape;328;p55"/>
            <p:cNvSpPr/>
            <p:nvPr/>
          </p:nvSpPr>
          <p:spPr>
            <a:xfrm>
              <a:off x="1043963" y="3656850"/>
              <a:ext cx="485200" cy="846875"/>
            </a:xfrm>
            <a:custGeom>
              <a:rect b="b" l="l" r="r" t="t"/>
              <a:pathLst>
                <a:path extrusionOk="0" h="33875" w="19408">
                  <a:moveTo>
                    <a:pt x="19407" y="0"/>
                  </a:moveTo>
                  <a:lnTo>
                    <a:pt x="11441" y="2085"/>
                  </a:lnTo>
                  <a:lnTo>
                    <a:pt x="7800" y="7974"/>
                  </a:lnTo>
                  <a:lnTo>
                    <a:pt x="6586" y="26525"/>
                  </a:lnTo>
                  <a:lnTo>
                    <a:pt x="1" y="31869"/>
                  </a:lnTo>
                  <a:lnTo>
                    <a:pt x="6148" y="33875"/>
                  </a:lnTo>
                  <a:cubicBezTo>
                    <a:pt x="8255" y="27692"/>
                    <a:pt x="17635" y="22012"/>
                    <a:pt x="17635" y="22012"/>
                  </a:cubicBezTo>
                  <a:lnTo>
                    <a:pt x="19407" y="0"/>
                  </a:lnTo>
                  <a:close/>
                </a:path>
              </a:pathLst>
            </a:cu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9" name="Google Shape;329;p55"/>
            <p:cNvSpPr/>
            <p:nvPr/>
          </p:nvSpPr>
          <p:spPr>
            <a:xfrm>
              <a:off x="1984763" y="3134050"/>
              <a:ext cx="514075" cy="575525"/>
            </a:xfrm>
            <a:custGeom>
              <a:rect b="b" l="l" r="r" t="t"/>
              <a:pathLst>
                <a:path extrusionOk="0" h="23021" w="20563">
                  <a:moveTo>
                    <a:pt x="11203" y="1"/>
                  </a:moveTo>
                  <a:cubicBezTo>
                    <a:pt x="7236" y="1"/>
                    <a:pt x="3329" y="3043"/>
                    <a:pt x="1816" y="7677"/>
                  </a:cubicBezTo>
                  <a:cubicBezTo>
                    <a:pt x="0" y="13236"/>
                    <a:pt x="1583" y="21237"/>
                    <a:pt x="6259" y="22763"/>
                  </a:cubicBezTo>
                  <a:cubicBezTo>
                    <a:pt x="6795" y="22938"/>
                    <a:pt x="7349" y="23020"/>
                    <a:pt x="7912" y="23020"/>
                  </a:cubicBezTo>
                  <a:cubicBezTo>
                    <a:pt x="12256" y="23020"/>
                    <a:pt x="17140" y="18126"/>
                    <a:pt x="18747" y="13205"/>
                  </a:cubicBezTo>
                  <a:cubicBezTo>
                    <a:pt x="20563" y="7647"/>
                    <a:pt x="18244" y="1901"/>
                    <a:pt x="13567" y="376"/>
                  </a:cubicBezTo>
                  <a:cubicBezTo>
                    <a:pt x="12789" y="122"/>
                    <a:pt x="11995" y="1"/>
                    <a:pt x="11203" y="1"/>
                  </a:cubicBezTo>
                  <a:close/>
                </a:path>
              </a:pathLst>
            </a:cu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30" name="Google Shape;330;p55"/>
            <p:cNvSpPr/>
            <p:nvPr/>
          </p:nvSpPr>
          <p:spPr>
            <a:xfrm>
              <a:off x="2017688" y="3286050"/>
              <a:ext cx="143275" cy="123050"/>
            </a:xfrm>
            <a:custGeom>
              <a:rect b="b" l="l" r="r" t="t"/>
              <a:pathLst>
                <a:path extrusionOk="0" h="4922" w="5731">
                  <a:moveTo>
                    <a:pt x="708" y="1"/>
                  </a:moveTo>
                  <a:lnTo>
                    <a:pt x="1" y="2164"/>
                  </a:lnTo>
                  <a:lnTo>
                    <a:pt x="4305" y="4922"/>
                  </a:lnTo>
                  <a:lnTo>
                    <a:pt x="5730" y="2471"/>
                  </a:lnTo>
                  <a:lnTo>
                    <a:pt x="708" y="1"/>
                  </a:ln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31" name="Google Shape;331;p55"/>
            <p:cNvSpPr/>
            <p:nvPr/>
          </p:nvSpPr>
          <p:spPr>
            <a:xfrm>
              <a:off x="2043263" y="3489350"/>
              <a:ext cx="52725" cy="37325"/>
            </a:xfrm>
            <a:custGeom>
              <a:rect b="b" l="l" r="r" t="t"/>
              <a:pathLst>
                <a:path extrusionOk="0" h="1493" w="2109">
                  <a:moveTo>
                    <a:pt x="1042" y="1"/>
                  </a:moveTo>
                  <a:cubicBezTo>
                    <a:pt x="302" y="1"/>
                    <a:pt x="0" y="1183"/>
                    <a:pt x="823" y="1452"/>
                  </a:cubicBezTo>
                  <a:cubicBezTo>
                    <a:pt x="909" y="1480"/>
                    <a:pt x="990" y="1492"/>
                    <a:pt x="1067" y="1492"/>
                  </a:cubicBezTo>
                  <a:cubicBezTo>
                    <a:pt x="1806" y="1492"/>
                    <a:pt x="2108" y="311"/>
                    <a:pt x="1285" y="41"/>
                  </a:cubicBezTo>
                  <a:cubicBezTo>
                    <a:pt x="1200" y="13"/>
                    <a:pt x="1118" y="1"/>
                    <a:pt x="1042" y="1"/>
                  </a:cubicBez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32" name="Google Shape;332;p55"/>
            <p:cNvSpPr/>
            <p:nvPr/>
          </p:nvSpPr>
          <p:spPr>
            <a:xfrm>
              <a:off x="2168588" y="2417475"/>
              <a:ext cx="633775" cy="864125"/>
            </a:xfrm>
            <a:custGeom>
              <a:rect b="b" l="l" r="r" t="t"/>
              <a:pathLst>
                <a:path extrusionOk="0" h="34565" w="25351">
                  <a:moveTo>
                    <a:pt x="24226" y="1"/>
                  </a:moveTo>
                  <a:cubicBezTo>
                    <a:pt x="24122" y="1"/>
                    <a:pt x="24016" y="16"/>
                    <a:pt x="23910" y="48"/>
                  </a:cubicBezTo>
                  <a:cubicBezTo>
                    <a:pt x="23681" y="115"/>
                    <a:pt x="23481" y="257"/>
                    <a:pt x="23339" y="450"/>
                  </a:cubicBezTo>
                  <a:lnTo>
                    <a:pt x="631" y="31483"/>
                  </a:lnTo>
                  <a:cubicBezTo>
                    <a:pt x="0" y="32347"/>
                    <a:pt x="188" y="33561"/>
                    <a:pt x="1053" y="34193"/>
                  </a:cubicBezTo>
                  <a:cubicBezTo>
                    <a:pt x="1398" y="34444"/>
                    <a:pt x="1797" y="34564"/>
                    <a:pt x="2192" y="34564"/>
                  </a:cubicBezTo>
                  <a:cubicBezTo>
                    <a:pt x="2818" y="34564"/>
                    <a:pt x="3433" y="34263"/>
                    <a:pt x="3807" y="33701"/>
                  </a:cubicBezTo>
                  <a:lnTo>
                    <a:pt x="25351" y="1352"/>
                  </a:lnTo>
                  <a:lnTo>
                    <a:pt x="25312" y="980"/>
                  </a:lnTo>
                  <a:cubicBezTo>
                    <a:pt x="25252" y="409"/>
                    <a:pt x="24768" y="1"/>
                    <a:pt x="24226" y="1"/>
                  </a:cubicBezTo>
                  <a:close/>
                </a:path>
              </a:pathLst>
            </a:cu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33" name="Google Shape;333;p55"/>
            <p:cNvSpPr/>
            <p:nvPr/>
          </p:nvSpPr>
          <p:spPr>
            <a:xfrm>
              <a:off x="2168188" y="3231025"/>
              <a:ext cx="272750" cy="426175"/>
            </a:xfrm>
            <a:custGeom>
              <a:rect b="b" l="l" r="r" t="t"/>
              <a:pathLst>
                <a:path extrusionOk="0" h="17047" w="10910">
                  <a:moveTo>
                    <a:pt x="7814" y="0"/>
                  </a:moveTo>
                  <a:cubicBezTo>
                    <a:pt x="7783" y="0"/>
                    <a:pt x="7752" y="1"/>
                    <a:pt x="7721" y="3"/>
                  </a:cubicBezTo>
                  <a:cubicBezTo>
                    <a:pt x="5996" y="106"/>
                    <a:pt x="4455" y="2920"/>
                    <a:pt x="3694" y="4191"/>
                  </a:cubicBezTo>
                  <a:cubicBezTo>
                    <a:pt x="1703" y="7519"/>
                    <a:pt x="1" y="11331"/>
                    <a:pt x="621" y="15158"/>
                  </a:cubicBezTo>
                  <a:cubicBezTo>
                    <a:pt x="733" y="15853"/>
                    <a:pt x="989" y="16621"/>
                    <a:pt x="1626" y="16922"/>
                  </a:cubicBezTo>
                  <a:cubicBezTo>
                    <a:pt x="1813" y="17010"/>
                    <a:pt x="2012" y="17047"/>
                    <a:pt x="2214" y="17047"/>
                  </a:cubicBezTo>
                  <a:cubicBezTo>
                    <a:pt x="2670" y="17047"/>
                    <a:pt x="3145" y="16858"/>
                    <a:pt x="3561" y="16643"/>
                  </a:cubicBezTo>
                  <a:cubicBezTo>
                    <a:pt x="6780" y="14980"/>
                    <a:pt x="9037" y="11800"/>
                    <a:pt x="10149" y="8353"/>
                  </a:cubicBezTo>
                  <a:cubicBezTo>
                    <a:pt x="10624" y="6877"/>
                    <a:pt x="10910" y="5307"/>
                    <a:pt x="10661" y="3777"/>
                  </a:cubicBezTo>
                  <a:cubicBezTo>
                    <a:pt x="10453" y="2484"/>
                    <a:pt x="9438" y="0"/>
                    <a:pt x="7814" y="0"/>
                  </a:cubicBezTo>
                  <a:close/>
                </a:path>
              </a:pathLst>
            </a:cu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34" name="Google Shape;334;p55"/>
            <p:cNvSpPr/>
            <p:nvPr/>
          </p:nvSpPr>
          <p:spPr>
            <a:xfrm>
              <a:off x="2244713" y="3319575"/>
              <a:ext cx="166300" cy="262000"/>
            </a:xfrm>
            <a:custGeom>
              <a:rect b="b" l="l" r="r" t="t"/>
              <a:pathLst>
                <a:path extrusionOk="0" h="10480" w="6652">
                  <a:moveTo>
                    <a:pt x="4923" y="0"/>
                  </a:moveTo>
                  <a:cubicBezTo>
                    <a:pt x="4568" y="0"/>
                    <a:pt x="4200" y="153"/>
                    <a:pt x="3873" y="433"/>
                  </a:cubicBezTo>
                  <a:cubicBezTo>
                    <a:pt x="1916" y="2110"/>
                    <a:pt x="882" y="5784"/>
                    <a:pt x="233" y="8168"/>
                  </a:cubicBezTo>
                  <a:cubicBezTo>
                    <a:pt x="114" y="8610"/>
                    <a:pt x="1" y="9070"/>
                    <a:pt x="82" y="9520"/>
                  </a:cubicBezTo>
                  <a:cubicBezTo>
                    <a:pt x="165" y="9971"/>
                    <a:pt x="492" y="10408"/>
                    <a:pt x="945" y="10471"/>
                  </a:cubicBezTo>
                  <a:cubicBezTo>
                    <a:pt x="985" y="10477"/>
                    <a:pt x="1024" y="10479"/>
                    <a:pt x="1064" y="10479"/>
                  </a:cubicBezTo>
                  <a:cubicBezTo>
                    <a:pt x="1344" y="10479"/>
                    <a:pt x="1617" y="10350"/>
                    <a:pt x="1862" y="10205"/>
                  </a:cubicBezTo>
                  <a:cubicBezTo>
                    <a:pt x="3916" y="8992"/>
                    <a:pt x="5063" y="6686"/>
                    <a:pt x="5783" y="4412"/>
                  </a:cubicBezTo>
                  <a:cubicBezTo>
                    <a:pt x="6111" y="3376"/>
                    <a:pt x="6651" y="1731"/>
                    <a:pt x="6038" y="702"/>
                  </a:cubicBezTo>
                  <a:cubicBezTo>
                    <a:pt x="5749" y="219"/>
                    <a:pt x="5346" y="0"/>
                    <a:pt x="4923" y="0"/>
                  </a:cubicBezTo>
                  <a:close/>
                </a:path>
              </a:pathLst>
            </a:custGeom>
            <a:solidFill>
              <a:schemeClr val="accent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35" name="Google Shape;335;p55"/>
            <p:cNvSpPr/>
            <p:nvPr/>
          </p:nvSpPr>
          <p:spPr>
            <a:xfrm>
              <a:off x="2334663" y="3359550"/>
              <a:ext cx="47275" cy="42950"/>
            </a:xfrm>
            <a:custGeom>
              <a:rect b="b" l="l" r="r" t="t"/>
              <a:pathLst>
                <a:path extrusionOk="0" h="1718" w="1891">
                  <a:moveTo>
                    <a:pt x="960" y="0"/>
                  </a:moveTo>
                  <a:cubicBezTo>
                    <a:pt x="595" y="0"/>
                    <a:pt x="226" y="228"/>
                    <a:pt x="125" y="591"/>
                  </a:cubicBezTo>
                  <a:cubicBezTo>
                    <a:pt x="1" y="1042"/>
                    <a:pt x="218" y="1528"/>
                    <a:pt x="677" y="1678"/>
                  </a:cubicBezTo>
                  <a:cubicBezTo>
                    <a:pt x="759" y="1705"/>
                    <a:pt x="845" y="1718"/>
                    <a:pt x="932" y="1718"/>
                  </a:cubicBezTo>
                  <a:cubicBezTo>
                    <a:pt x="1296" y="1718"/>
                    <a:pt x="1665" y="1489"/>
                    <a:pt x="1764" y="1126"/>
                  </a:cubicBezTo>
                  <a:cubicBezTo>
                    <a:pt x="1890" y="677"/>
                    <a:pt x="1673" y="189"/>
                    <a:pt x="1212" y="39"/>
                  </a:cubicBezTo>
                  <a:cubicBezTo>
                    <a:pt x="1131" y="13"/>
                    <a:pt x="1045" y="0"/>
                    <a:pt x="960" y="0"/>
                  </a:cubicBez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36" name="Google Shape;336;p55"/>
            <p:cNvSpPr/>
            <p:nvPr/>
          </p:nvSpPr>
          <p:spPr>
            <a:xfrm>
              <a:off x="2319513" y="3438625"/>
              <a:ext cx="26800" cy="24475"/>
            </a:xfrm>
            <a:custGeom>
              <a:rect b="b" l="l" r="r" t="t"/>
              <a:pathLst>
                <a:path extrusionOk="0" h="979" w="1072">
                  <a:moveTo>
                    <a:pt x="531" y="1"/>
                  </a:moveTo>
                  <a:cubicBezTo>
                    <a:pt x="417" y="1"/>
                    <a:pt x="302" y="40"/>
                    <a:pt x="209" y="122"/>
                  </a:cubicBezTo>
                  <a:cubicBezTo>
                    <a:pt x="6" y="302"/>
                    <a:pt x="0" y="610"/>
                    <a:pt x="167" y="816"/>
                  </a:cubicBezTo>
                  <a:cubicBezTo>
                    <a:pt x="260" y="929"/>
                    <a:pt x="382" y="978"/>
                    <a:pt x="506" y="978"/>
                  </a:cubicBezTo>
                  <a:cubicBezTo>
                    <a:pt x="670" y="978"/>
                    <a:pt x="838" y="893"/>
                    <a:pt x="946" y="760"/>
                  </a:cubicBezTo>
                  <a:cubicBezTo>
                    <a:pt x="1072" y="607"/>
                    <a:pt x="1043" y="366"/>
                    <a:pt x="938" y="215"/>
                  </a:cubicBezTo>
                  <a:cubicBezTo>
                    <a:pt x="843" y="75"/>
                    <a:pt x="688" y="1"/>
                    <a:pt x="531" y="1"/>
                  </a:cubicBez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37" name="Google Shape;337;p55"/>
            <p:cNvSpPr/>
            <p:nvPr/>
          </p:nvSpPr>
          <p:spPr>
            <a:xfrm>
              <a:off x="2270588" y="3484500"/>
              <a:ext cx="58025" cy="41050"/>
            </a:xfrm>
            <a:custGeom>
              <a:rect b="b" l="l" r="r" t="t"/>
              <a:pathLst>
                <a:path extrusionOk="0" h="1642" w="2321">
                  <a:moveTo>
                    <a:pt x="1145" y="0"/>
                  </a:moveTo>
                  <a:cubicBezTo>
                    <a:pt x="331" y="0"/>
                    <a:pt x="0" y="1300"/>
                    <a:pt x="907" y="1597"/>
                  </a:cubicBezTo>
                  <a:cubicBezTo>
                    <a:pt x="1001" y="1628"/>
                    <a:pt x="1090" y="1641"/>
                    <a:pt x="1174" y="1641"/>
                  </a:cubicBezTo>
                  <a:cubicBezTo>
                    <a:pt x="1988" y="1641"/>
                    <a:pt x="2321" y="340"/>
                    <a:pt x="1413" y="45"/>
                  </a:cubicBezTo>
                  <a:cubicBezTo>
                    <a:pt x="1319" y="14"/>
                    <a:pt x="1229" y="0"/>
                    <a:pt x="1145" y="0"/>
                  </a:cubicBez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38" name="Google Shape;338;p55"/>
            <p:cNvSpPr/>
            <p:nvPr/>
          </p:nvSpPr>
          <p:spPr>
            <a:xfrm>
              <a:off x="2072263" y="3603325"/>
              <a:ext cx="97025" cy="82275"/>
            </a:xfrm>
            <a:custGeom>
              <a:rect b="b" l="l" r="r" t="t"/>
              <a:pathLst>
                <a:path extrusionOk="0" h="3291" w="3881">
                  <a:moveTo>
                    <a:pt x="103" y="1"/>
                  </a:moveTo>
                  <a:cubicBezTo>
                    <a:pt x="51" y="1"/>
                    <a:pt x="0" y="68"/>
                    <a:pt x="21" y="127"/>
                  </a:cubicBezTo>
                  <a:cubicBezTo>
                    <a:pt x="386" y="1130"/>
                    <a:pt x="713" y="1788"/>
                    <a:pt x="1572" y="2462"/>
                  </a:cubicBezTo>
                  <a:cubicBezTo>
                    <a:pt x="1980" y="2781"/>
                    <a:pt x="2642" y="3290"/>
                    <a:pt x="3224" y="3290"/>
                  </a:cubicBezTo>
                  <a:cubicBezTo>
                    <a:pt x="3414" y="3290"/>
                    <a:pt x="3596" y="3236"/>
                    <a:pt x="3757" y="3103"/>
                  </a:cubicBezTo>
                  <a:cubicBezTo>
                    <a:pt x="3875" y="3004"/>
                    <a:pt x="3880" y="2852"/>
                    <a:pt x="3830" y="2723"/>
                  </a:cubicBezTo>
                  <a:cubicBezTo>
                    <a:pt x="3590" y="2101"/>
                    <a:pt x="2599" y="2033"/>
                    <a:pt x="2067" y="1715"/>
                  </a:cubicBezTo>
                  <a:cubicBezTo>
                    <a:pt x="1400" y="1312"/>
                    <a:pt x="597" y="672"/>
                    <a:pt x="160" y="34"/>
                  </a:cubicBezTo>
                  <a:cubicBezTo>
                    <a:pt x="143" y="10"/>
                    <a:pt x="123" y="1"/>
                    <a:pt x="103" y="1"/>
                  </a:cubicBezTo>
                  <a:close/>
                </a:path>
              </a:pathLst>
            </a:custGeom>
            <a:solidFill>
              <a:srgbClr val="245A7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39" name="Google Shape;339;p55"/>
            <p:cNvSpPr/>
            <p:nvPr/>
          </p:nvSpPr>
          <p:spPr>
            <a:xfrm>
              <a:off x="753913" y="2583100"/>
              <a:ext cx="538625" cy="473225"/>
            </a:xfrm>
            <a:custGeom>
              <a:rect b="b" l="l" r="r" t="t"/>
              <a:pathLst>
                <a:path extrusionOk="0" h="18929" w="21545">
                  <a:moveTo>
                    <a:pt x="13506" y="1"/>
                  </a:moveTo>
                  <a:cubicBezTo>
                    <a:pt x="12791" y="1"/>
                    <a:pt x="12037" y="115"/>
                    <a:pt x="11253" y="362"/>
                  </a:cubicBezTo>
                  <a:cubicBezTo>
                    <a:pt x="6477" y="1866"/>
                    <a:pt x="0" y="9380"/>
                    <a:pt x="1727" y="14550"/>
                  </a:cubicBezTo>
                  <a:cubicBezTo>
                    <a:pt x="2522" y="16929"/>
                    <a:pt x="4960" y="18485"/>
                    <a:pt x="7446" y="18837"/>
                  </a:cubicBezTo>
                  <a:cubicBezTo>
                    <a:pt x="7879" y="18899"/>
                    <a:pt x="8316" y="18929"/>
                    <a:pt x="8752" y="18929"/>
                  </a:cubicBezTo>
                  <a:cubicBezTo>
                    <a:pt x="11011" y="18929"/>
                    <a:pt x="13265" y="18127"/>
                    <a:pt x="15092" y="16783"/>
                  </a:cubicBezTo>
                  <a:cubicBezTo>
                    <a:pt x="17271" y="15180"/>
                    <a:pt x="18861" y="12845"/>
                    <a:pt x="19788" y="10304"/>
                  </a:cubicBezTo>
                  <a:cubicBezTo>
                    <a:pt x="21545" y="5495"/>
                    <a:pt x="18464" y="1"/>
                    <a:pt x="13506" y="1"/>
                  </a:cubicBezTo>
                  <a:close/>
                </a:path>
              </a:pathLst>
            </a:cu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40" name="Google Shape;340;p55"/>
            <p:cNvSpPr/>
            <p:nvPr/>
          </p:nvSpPr>
          <p:spPr>
            <a:xfrm>
              <a:off x="798313" y="2678600"/>
              <a:ext cx="337550" cy="328900"/>
            </a:xfrm>
            <a:custGeom>
              <a:rect b="b" l="l" r="r" t="t"/>
              <a:pathLst>
                <a:path extrusionOk="0" h="13156" w="13502">
                  <a:moveTo>
                    <a:pt x="8427" y="0"/>
                  </a:moveTo>
                  <a:cubicBezTo>
                    <a:pt x="7705" y="0"/>
                    <a:pt x="6943" y="188"/>
                    <a:pt x="6173" y="608"/>
                  </a:cubicBezTo>
                  <a:cubicBezTo>
                    <a:pt x="3257" y="2204"/>
                    <a:pt x="1" y="7941"/>
                    <a:pt x="1792" y="11088"/>
                  </a:cubicBezTo>
                  <a:cubicBezTo>
                    <a:pt x="2572" y="12455"/>
                    <a:pt x="4210" y="13155"/>
                    <a:pt x="5791" y="13155"/>
                  </a:cubicBezTo>
                  <a:cubicBezTo>
                    <a:pt x="5885" y="13155"/>
                    <a:pt x="5979" y="13153"/>
                    <a:pt x="6073" y="13148"/>
                  </a:cubicBezTo>
                  <a:cubicBezTo>
                    <a:pt x="7870" y="13050"/>
                    <a:pt x="9580" y="12149"/>
                    <a:pt x="10794" y="10823"/>
                  </a:cubicBezTo>
                  <a:cubicBezTo>
                    <a:pt x="12009" y="9496"/>
                    <a:pt x="12745" y="7770"/>
                    <a:pt x="13023" y="5992"/>
                  </a:cubicBezTo>
                  <a:cubicBezTo>
                    <a:pt x="13501" y="2922"/>
                    <a:pt x="11278" y="0"/>
                    <a:pt x="8427" y="0"/>
                  </a:cubicBezTo>
                  <a:close/>
                </a:path>
              </a:pathLst>
            </a:custGeom>
            <a:solidFill>
              <a:srgbClr val="245A7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41" name="Google Shape;341;p55"/>
            <p:cNvSpPr/>
            <p:nvPr/>
          </p:nvSpPr>
          <p:spPr>
            <a:xfrm>
              <a:off x="853363" y="2764700"/>
              <a:ext cx="145025" cy="141375"/>
            </a:xfrm>
            <a:custGeom>
              <a:rect b="b" l="l" r="r" t="t"/>
              <a:pathLst>
                <a:path extrusionOk="0" h="5655" w="5801">
                  <a:moveTo>
                    <a:pt x="3622" y="1"/>
                  </a:moveTo>
                  <a:cubicBezTo>
                    <a:pt x="3312" y="1"/>
                    <a:pt x="2984" y="81"/>
                    <a:pt x="2654" y="262"/>
                  </a:cubicBezTo>
                  <a:cubicBezTo>
                    <a:pt x="1398" y="949"/>
                    <a:pt x="0" y="3412"/>
                    <a:pt x="770" y="4766"/>
                  </a:cubicBezTo>
                  <a:cubicBezTo>
                    <a:pt x="1105" y="5354"/>
                    <a:pt x="1809" y="5654"/>
                    <a:pt x="2492" y="5654"/>
                  </a:cubicBezTo>
                  <a:cubicBezTo>
                    <a:pt x="2532" y="5654"/>
                    <a:pt x="2571" y="5653"/>
                    <a:pt x="2611" y="5651"/>
                  </a:cubicBezTo>
                  <a:cubicBezTo>
                    <a:pt x="3383" y="5610"/>
                    <a:pt x="4116" y="5222"/>
                    <a:pt x="4638" y="4651"/>
                  </a:cubicBezTo>
                  <a:cubicBezTo>
                    <a:pt x="5160" y="4082"/>
                    <a:pt x="5478" y="3341"/>
                    <a:pt x="5595" y="2575"/>
                  </a:cubicBezTo>
                  <a:cubicBezTo>
                    <a:pt x="5800" y="1256"/>
                    <a:pt x="4846" y="1"/>
                    <a:pt x="3622" y="1"/>
                  </a:cubicBez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42" name="Google Shape;342;p55"/>
            <p:cNvSpPr/>
            <p:nvPr/>
          </p:nvSpPr>
          <p:spPr>
            <a:xfrm>
              <a:off x="555138" y="2044550"/>
              <a:ext cx="1476450" cy="1992025"/>
            </a:xfrm>
            <a:custGeom>
              <a:rect b="b" l="l" r="r" t="t"/>
              <a:pathLst>
                <a:path extrusionOk="0" h="79681" w="59058">
                  <a:moveTo>
                    <a:pt x="38060" y="1"/>
                  </a:moveTo>
                  <a:cubicBezTo>
                    <a:pt x="35295" y="1"/>
                    <a:pt x="32340" y="187"/>
                    <a:pt x="29828" y="774"/>
                  </a:cubicBezTo>
                  <a:cubicBezTo>
                    <a:pt x="32550" y="1963"/>
                    <a:pt x="34749" y="4522"/>
                    <a:pt x="36311" y="7156"/>
                  </a:cubicBezTo>
                  <a:cubicBezTo>
                    <a:pt x="39860" y="13148"/>
                    <a:pt x="41472" y="20268"/>
                    <a:pt x="40856" y="27207"/>
                  </a:cubicBezTo>
                  <a:cubicBezTo>
                    <a:pt x="40703" y="28912"/>
                    <a:pt x="40347" y="30748"/>
                    <a:pt x="39069" y="31892"/>
                  </a:cubicBezTo>
                  <a:cubicBezTo>
                    <a:pt x="38003" y="32849"/>
                    <a:pt x="36566" y="33100"/>
                    <a:pt x="35097" y="33100"/>
                  </a:cubicBezTo>
                  <a:cubicBezTo>
                    <a:pt x="34410" y="33100"/>
                    <a:pt x="33716" y="33045"/>
                    <a:pt x="33050" y="32982"/>
                  </a:cubicBezTo>
                  <a:lnTo>
                    <a:pt x="33050" y="32982"/>
                  </a:lnTo>
                  <a:cubicBezTo>
                    <a:pt x="34730" y="36019"/>
                    <a:pt x="32908" y="39907"/>
                    <a:pt x="30320" y="42219"/>
                  </a:cubicBezTo>
                  <a:cubicBezTo>
                    <a:pt x="25792" y="46269"/>
                    <a:pt x="19358" y="47406"/>
                    <a:pt x="13277" y="47406"/>
                  </a:cubicBezTo>
                  <a:cubicBezTo>
                    <a:pt x="13220" y="47406"/>
                    <a:pt x="13162" y="47406"/>
                    <a:pt x="13105" y="47406"/>
                  </a:cubicBezTo>
                  <a:lnTo>
                    <a:pt x="13105" y="47406"/>
                  </a:lnTo>
                  <a:cubicBezTo>
                    <a:pt x="15809" y="51466"/>
                    <a:pt x="13853" y="57308"/>
                    <a:pt x="10071" y="60385"/>
                  </a:cubicBezTo>
                  <a:cubicBezTo>
                    <a:pt x="7365" y="62588"/>
                    <a:pt x="4010" y="63708"/>
                    <a:pt x="548" y="64392"/>
                  </a:cubicBezTo>
                  <a:cubicBezTo>
                    <a:pt x="378" y="68412"/>
                    <a:pt x="213" y="72437"/>
                    <a:pt x="0" y="76343"/>
                  </a:cubicBezTo>
                  <a:cubicBezTo>
                    <a:pt x="1940" y="78178"/>
                    <a:pt x="4405" y="79460"/>
                    <a:pt x="7066" y="79680"/>
                  </a:cubicBezTo>
                  <a:cubicBezTo>
                    <a:pt x="12274" y="71166"/>
                    <a:pt x="20518" y="63498"/>
                    <a:pt x="28862" y="58025"/>
                  </a:cubicBezTo>
                  <a:cubicBezTo>
                    <a:pt x="32871" y="59225"/>
                    <a:pt x="38295" y="59846"/>
                    <a:pt x="42481" y="59889"/>
                  </a:cubicBezTo>
                  <a:cubicBezTo>
                    <a:pt x="42559" y="59890"/>
                    <a:pt x="42637" y="59890"/>
                    <a:pt x="42715" y="59890"/>
                  </a:cubicBezTo>
                  <a:cubicBezTo>
                    <a:pt x="46826" y="59890"/>
                    <a:pt x="51050" y="58775"/>
                    <a:pt x="54157" y="56087"/>
                  </a:cubicBezTo>
                  <a:cubicBezTo>
                    <a:pt x="57318" y="53346"/>
                    <a:pt x="59058" y="48789"/>
                    <a:pt x="57785" y="44803"/>
                  </a:cubicBezTo>
                  <a:cubicBezTo>
                    <a:pt x="57230" y="43077"/>
                    <a:pt x="56164" y="41548"/>
                    <a:pt x="54927" y="40221"/>
                  </a:cubicBezTo>
                  <a:cubicBezTo>
                    <a:pt x="52877" y="38018"/>
                    <a:pt x="50316" y="36294"/>
                    <a:pt x="47502" y="35222"/>
                  </a:cubicBezTo>
                  <a:cubicBezTo>
                    <a:pt x="49880" y="33722"/>
                    <a:pt x="52176" y="31320"/>
                    <a:pt x="54552" y="29816"/>
                  </a:cubicBezTo>
                  <a:cubicBezTo>
                    <a:pt x="53280" y="19359"/>
                    <a:pt x="48976" y="8334"/>
                    <a:pt x="42357" y="135"/>
                  </a:cubicBezTo>
                  <a:cubicBezTo>
                    <a:pt x="41053" y="57"/>
                    <a:pt x="39586" y="1"/>
                    <a:pt x="38060" y="1"/>
                  </a:cubicBezTo>
                  <a:close/>
                </a:path>
              </a:pathLst>
            </a:custGeom>
            <a:solidFill>
              <a:schemeClr val="l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43" name="Google Shape;343;p55"/>
            <p:cNvSpPr/>
            <p:nvPr/>
          </p:nvSpPr>
          <p:spPr>
            <a:xfrm>
              <a:off x="589063" y="3280975"/>
              <a:ext cx="130450" cy="107200"/>
            </a:xfrm>
            <a:custGeom>
              <a:rect b="b" l="l" r="r" t="t"/>
              <a:pathLst>
                <a:path extrusionOk="0" h="4288" w="5218">
                  <a:moveTo>
                    <a:pt x="1" y="0"/>
                  </a:moveTo>
                  <a:lnTo>
                    <a:pt x="428" y="790"/>
                  </a:lnTo>
                  <a:cubicBezTo>
                    <a:pt x="989" y="1515"/>
                    <a:pt x="1551" y="2242"/>
                    <a:pt x="2114" y="2966"/>
                  </a:cubicBezTo>
                  <a:cubicBezTo>
                    <a:pt x="2478" y="3437"/>
                    <a:pt x="2865" y="3924"/>
                    <a:pt x="3411" y="4166"/>
                  </a:cubicBezTo>
                  <a:cubicBezTo>
                    <a:pt x="3593" y="4246"/>
                    <a:pt x="3797" y="4287"/>
                    <a:pt x="3999" y="4287"/>
                  </a:cubicBezTo>
                  <a:cubicBezTo>
                    <a:pt x="4402" y="4287"/>
                    <a:pt x="4797" y="4123"/>
                    <a:pt x="4986" y="3774"/>
                  </a:cubicBezTo>
                  <a:cubicBezTo>
                    <a:pt x="5218" y="3344"/>
                    <a:pt x="5056" y="2783"/>
                    <a:pt x="4729" y="2418"/>
                  </a:cubicBezTo>
                  <a:cubicBezTo>
                    <a:pt x="4401" y="2053"/>
                    <a:pt x="3943" y="1839"/>
                    <a:pt x="3498" y="1634"/>
                  </a:cubicBezTo>
                  <a:cubicBezTo>
                    <a:pt x="2331" y="1093"/>
                    <a:pt x="1165" y="550"/>
                    <a:pt x="1" y="0"/>
                  </a:cubicBezTo>
                  <a:close/>
                </a:path>
              </a:pathLst>
            </a:custGeom>
            <a:solidFill>
              <a:schemeClr val="accent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44" name="Google Shape;344;p55"/>
            <p:cNvSpPr/>
            <p:nvPr/>
          </p:nvSpPr>
          <p:spPr>
            <a:xfrm>
              <a:off x="1796038" y="2713375"/>
              <a:ext cx="94475" cy="84300"/>
            </a:xfrm>
            <a:custGeom>
              <a:rect b="b" l="l" r="r" t="t"/>
              <a:pathLst>
                <a:path extrusionOk="0" h="3372" w="3779">
                  <a:moveTo>
                    <a:pt x="1887" y="1"/>
                  </a:moveTo>
                  <a:cubicBezTo>
                    <a:pt x="1178" y="1"/>
                    <a:pt x="519" y="453"/>
                    <a:pt x="288" y="1164"/>
                  </a:cubicBezTo>
                  <a:cubicBezTo>
                    <a:pt x="0" y="2048"/>
                    <a:pt x="481" y="2999"/>
                    <a:pt x="1367" y="3288"/>
                  </a:cubicBezTo>
                  <a:cubicBezTo>
                    <a:pt x="1540" y="3344"/>
                    <a:pt x="1716" y="3371"/>
                    <a:pt x="1889" y="3371"/>
                  </a:cubicBezTo>
                  <a:cubicBezTo>
                    <a:pt x="2599" y="3371"/>
                    <a:pt x="3259" y="2921"/>
                    <a:pt x="3491" y="2209"/>
                  </a:cubicBezTo>
                  <a:cubicBezTo>
                    <a:pt x="3778" y="1325"/>
                    <a:pt x="3295" y="374"/>
                    <a:pt x="2412" y="85"/>
                  </a:cubicBezTo>
                  <a:cubicBezTo>
                    <a:pt x="2238" y="28"/>
                    <a:pt x="2061" y="1"/>
                    <a:pt x="1887" y="1"/>
                  </a:cubicBezTo>
                  <a:close/>
                </a:path>
              </a:pathLst>
            </a:cu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45" name="Google Shape;345;p55"/>
            <p:cNvSpPr/>
            <p:nvPr/>
          </p:nvSpPr>
          <p:spPr>
            <a:xfrm>
              <a:off x="1816788" y="2731925"/>
              <a:ext cx="52975" cy="47250"/>
            </a:xfrm>
            <a:custGeom>
              <a:rect b="b" l="l" r="r" t="t"/>
              <a:pathLst>
                <a:path extrusionOk="0" h="1890" w="2119">
                  <a:moveTo>
                    <a:pt x="1059" y="0"/>
                  </a:moveTo>
                  <a:cubicBezTo>
                    <a:pt x="660" y="0"/>
                    <a:pt x="290" y="254"/>
                    <a:pt x="160" y="652"/>
                  </a:cubicBezTo>
                  <a:cubicBezTo>
                    <a:pt x="0" y="1147"/>
                    <a:pt x="269" y="1681"/>
                    <a:pt x="766" y="1842"/>
                  </a:cubicBezTo>
                  <a:cubicBezTo>
                    <a:pt x="863" y="1874"/>
                    <a:pt x="961" y="1889"/>
                    <a:pt x="1058" y="1889"/>
                  </a:cubicBezTo>
                  <a:cubicBezTo>
                    <a:pt x="1455" y="1889"/>
                    <a:pt x="1825" y="1636"/>
                    <a:pt x="1956" y="1239"/>
                  </a:cubicBezTo>
                  <a:cubicBezTo>
                    <a:pt x="2119" y="744"/>
                    <a:pt x="1848" y="210"/>
                    <a:pt x="1352" y="47"/>
                  </a:cubicBezTo>
                  <a:cubicBezTo>
                    <a:pt x="1255" y="15"/>
                    <a:pt x="1156" y="0"/>
                    <a:pt x="1059" y="0"/>
                  </a:cubicBezTo>
                  <a:close/>
                </a:path>
              </a:pathLst>
            </a:cu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46" name="Google Shape;346;p55"/>
            <p:cNvSpPr/>
            <p:nvPr/>
          </p:nvSpPr>
          <p:spPr>
            <a:xfrm>
              <a:off x="2081738" y="2806700"/>
              <a:ext cx="94525" cy="84250"/>
            </a:xfrm>
            <a:custGeom>
              <a:rect b="b" l="l" r="r" t="t"/>
              <a:pathLst>
                <a:path extrusionOk="0" h="3370" w="3781">
                  <a:moveTo>
                    <a:pt x="1891" y="1"/>
                  </a:moveTo>
                  <a:cubicBezTo>
                    <a:pt x="1181" y="1"/>
                    <a:pt x="521" y="452"/>
                    <a:pt x="290" y="1161"/>
                  </a:cubicBezTo>
                  <a:cubicBezTo>
                    <a:pt x="1" y="2047"/>
                    <a:pt x="483" y="2998"/>
                    <a:pt x="1369" y="3286"/>
                  </a:cubicBezTo>
                  <a:cubicBezTo>
                    <a:pt x="1542" y="3342"/>
                    <a:pt x="1718" y="3369"/>
                    <a:pt x="1891" y="3369"/>
                  </a:cubicBezTo>
                  <a:cubicBezTo>
                    <a:pt x="2601" y="3369"/>
                    <a:pt x="3261" y="2919"/>
                    <a:pt x="3493" y="2209"/>
                  </a:cubicBezTo>
                  <a:cubicBezTo>
                    <a:pt x="3780" y="1323"/>
                    <a:pt x="3297" y="373"/>
                    <a:pt x="2414" y="84"/>
                  </a:cubicBezTo>
                  <a:cubicBezTo>
                    <a:pt x="2240" y="28"/>
                    <a:pt x="2064" y="1"/>
                    <a:pt x="1891" y="1"/>
                  </a:cubicBezTo>
                  <a:close/>
                </a:path>
              </a:pathLst>
            </a:cu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47" name="Google Shape;347;p55"/>
            <p:cNvSpPr/>
            <p:nvPr/>
          </p:nvSpPr>
          <p:spPr>
            <a:xfrm>
              <a:off x="2102538" y="2825175"/>
              <a:ext cx="52975" cy="47250"/>
            </a:xfrm>
            <a:custGeom>
              <a:rect b="b" l="l" r="r" t="t"/>
              <a:pathLst>
                <a:path extrusionOk="0" h="1890" w="2119">
                  <a:moveTo>
                    <a:pt x="1058" y="1"/>
                  </a:moveTo>
                  <a:cubicBezTo>
                    <a:pt x="661" y="1"/>
                    <a:pt x="291" y="254"/>
                    <a:pt x="160" y="651"/>
                  </a:cubicBezTo>
                  <a:cubicBezTo>
                    <a:pt x="0" y="1149"/>
                    <a:pt x="269" y="1681"/>
                    <a:pt x="765" y="1843"/>
                  </a:cubicBezTo>
                  <a:cubicBezTo>
                    <a:pt x="862" y="1874"/>
                    <a:pt x="961" y="1889"/>
                    <a:pt x="1057" y="1889"/>
                  </a:cubicBezTo>
                  <a:cubicBezTo>
                    <a:pt x="1454" y="1889"/>
                    <a:pt x="1824" y="1637"/>
                    <a:pt x="1956" y="1238"/>
                  </a:cubicBezTo>
                  <a:cubicBezTo>
                    <a:pt x="2119" y="743"/>
                    <a:pt x="1847" y="211"/>
                    <a:pt x="1350" y="48"/>
                  </a:cubicBezTo>
                  <a:cubicBezTo>
                    <a:pt x="1253" y="16"/>
                    <a:pt x="1155" y="1"/>
                    <a:pt x="1058" y="1"/>
                  </a:cubicBezTo>
                  <a:close/>
                </a:path>
              </a:pathLst>
            </a:cu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48" name="Google Shape;348;p55"/>
            <p:cNvSpPr/>
            <p:nvPr/>
          </p:nvSpPr>
          <p:spPr>
            <a:xfrm>
              <a:off x="1990238" y="2285925"/>
              <a:ext cx="94500" cy="84275"/>
            </a:xfrm>
            <a:custGeom>
              <a:rect b="b" l="l" r="r" t="t"/>
              <a:pathLst>
                <a:path extrusionOk="0" h="3371" w="3780">
                  <a:moveTo>
                    <a:pt x="1889" y="1"/>
                  </a:moveTo>
                  <a:cubicBezTo>
                    <a:pt x="1179" y="1"/>
                    <a:pt x="519" y="451"/>
                    <a:pt x="288" y="1163"/>
                  </a:cubicBezTo>
                  <a:cubicBezTo>
                    <a:pt x="0" y="2048"/>
                    <a:pt x="481" y="2999"/>
                    <a:pt x="1366" y="3287"/>
                  </a:cubicBezTo>
                  <a:cubicBezTo>
                    <a:pt x="1540" y="3343"/>
                    <a:pt x="1715" y="3370"/>
                    <a:pt x="1888" y="3370"/>
                  </a:cubicBezTo>
                  <a:cubicBezTo>
                    <a:pt x="2598" y="3370"/>
                    <a:pt x="3258" y="2919"/>
                    <a:pt x="3491" y="2208"/>
                  </a:cubicBezTo>
                  <a:cubicBezTo>
                    <a:pt x="3780" y="1324"/>
                    <a:pt x="3298" y="374"/>
                    <a:pt x="2412" y="84"/>
                  </a:cubicBezTo>
                  <a:cubicBezTo>
                    <a:pt x="2238" y="28"/>
                    <a:pt x="2062" y="1"/>
                    <a:pt x="1889" y="1"/>
                  </a:cubicBezTo>
                  <a:close/>
                </a:path>
              </a:pathLst>
            </a:cu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49" name="Google Shape;349;p55"/>
            <p:cNvSpPr/>
            <p:nvPr/>
          </p:nvSpPr>
          <p:spPr>
            <a:xfrm>
              <a:off x="2011013" y="2304450"/>
              <a:ext cx="52950" cy="47225"/>
            </a:xfrm>
            <a:custGeom>
              <a:rect b="b" l="l" r="r" t="t"/>
              <a:pathLst>
                <a:path extrusionOk="0" h="1889" w="2118">
                  <a:moveTo>
                    <a:pt x="1059" y="0"/>
                  </a:moveTo>
                  <a:cubicBezTo>
                    <a:pt x="662" y="0"/>
                    <a:pt x="290" y="253"/>
                    <a:pt x="161" y="651"/>
                  </a:cubicBezTo>
                  <a:cubicBezTo>
                    <a:pt x="0" y="1146"/>
                    <a:pt x="271" y="1679"/>
                    <a:pt x="766" y="1842"/>
                  </a:cubicBezTo>
                  <a:cubicBezTo>
                    <a:pt x="862" y="1873"/>
                    <a:pt x="960" y="1888"/>
                    <a:pt x="1057" y="1888"/>
                  </a:cubicBezTo>
                  <a:cubicBezTo>
                    <a:pt x="1455" y="1888"/>
                    <a:pt x="1826" y="1635"/>
                    <a:pt x="1956" y="1237"/>
                  </a:cubicBezTo>
                  <a:cubicBezTo>
                    <a:pt x="2118" y="742"/>
                    <a:pt x="1847" y="209"/>
                    <a:pt x="1352" y="47"/>
                  </a:cubicBezTo>
                  <a:cubicBezTo>
                    <a:pt x="1255" y="15"/>
                    <a:pt x="1156" y="0"/>
                    <a:pt x="1059" y="0"/>
                  </a:cubicBezTo>
                  <a:close/>
                </a:path>
              </a:pathLst>
            </a:cu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50" name="Google Shape;350;p55"/>
            <p:cNvSpPr/>
            <p:nvPr/>
          </p:nvSpPr>
          <p:spPr>
            <a:xfrm>
              <a:off x="1532613" y="2067425"/>
              <a:ext cx="94500" cy="84250"/>
            </a:xfrm>
            <a:custGeom>
              <a:rect b="b" l="l" r="r" t="t"/>
              <a:pathLst>
                <a:path extrusionOk="0" h="3370" w="3780">
                  <a:moveTo>
                    <a:pt x="1890" y="0"/>
                  </a:moveTo>
                  <a:cubicBezTo>
                    <a:pt x="1180" y="0"/>
                    <a:pt x="520" y="451"/>
                    <a:pt x="289" y="1162"/>
                  </a:cubicBezTo>
                  <a:cubicBezTo>
                    <a:pt x="0" y="2048"/>
                    <a:pt x="482" y="2999"/>
                    <a:pt x="1366" y="3287"/>
                  </a:cubicBezTo>
                  <a:cubicBezTo>
                    <a:pt x="1540" y="3343"/>
                    <a:pt x="1716" y="3370"/>
                    <a:pt x="1889" y="3370"/>
                  </a:cubicBezTo>
                  <a:cubicBezTo>
                    <a:pt x="2599" y="3370"/>
                    <a:pt x="3260" y="2919"/>
                    <a:pt x="3492" y="2208"/>
                  </a:cubicBezTo>
                  <a:cubicBezTo>
                    <a:pt x="3780" y="1325"/>
                    <a:pt x="3299" y="374"/>
                    <a:pt x="2414" y="84"/>
                  </a:cubicBezTo>
                  <a:cubicBezTo>
                    <a:pt x="2240" y="27"/>
                    <a:pt x="2063" y="0"/>
                    <a:pt x="1890" y="0"/>
                  </a:cubicBezTo>
                  <a:close/>
                </a:path>
              </a:pathLst>
            </a:cu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51" name="Google Shape;351;p55"/>
            <p:cNvSpPr/>
            <p:nvPr/>
          </p:nvSpPr>
          <p:spPr>
            <a:xfrm>
              <a:off x="1553413" y="2085975"/>
              <a:ext cx="52950" cy="47250"/>
            </a:xfrm>
            <a:custGeom>
              <a:rect b="b" l="l" r="r" t="t"/>
              <a:pathLst>
                <a:path extrusionOk="0" h="1890" w="2118">
                  <a:moveTo>
                    <a:pt x="1060" y="0"/>
                  </a:moveTo>
                  <a:cubicBezTo>
                    <a:pt x="662" y="0"/>
                    <a:pt x="292" y="253"/>
                    <a:pt x="161" y="651"/>
                  </a:cubicBezTo>
                  <a:cubicBezTo>
                    <a:pt x="1" y="1147"/>
                    <a:pt x="271" y="1679"/>
                    <a:pt x="766" y="1842"/>
                  </a:cubicBezTo>
                  <a:cubicBezTo>
                    <a:pt x="864" y="1874"/>
                    <a:pt x="963" y="1890"/>
                    <a:pt x="1060" y="1890"/>
                  </a:cubicBezTo>
                  <a:cubicBezTo>
                    <a:pt x="1457" y="1890"/>
                    <a:pt x="1827" y="1636"/>
                    <a:pt x="1956" y="1237"/>
                  </a:cubicBezTo>
                  <a:cubicBezTo>
                    <a:pt x="2118" y="741"/>
                    <a:pt x="1848" y="207"/>
                    <a:pt x="1353" y="47"/>
                  </a:cubicBezTo>
                  <a:cubicBezTo>
                    <a:pt x="1255" y="15"/>
                    <a:pt x="1157" y="0"/>
                    <a:pt x="1060" y="0"/>
                  </a:cubicBezTo>
                  <a:close/>
                </a:path>
              </a:pathLst>
            </a:cu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52" name="Google Shape;352;p55"/>
            <p:cNvSpPr/>
            <p:nvPr/>
          </p:nvSpPr>
          <p:spPr>
            <a:xfrm>
              <a:off x="633213" y="3885425"/>
              <a:ext cx="94475" cy="84275"/>
            </a:xfrm>
            <a:custGeom>
              <a:rect b="b" l="l" r="r" t="t"/>
              <a:pathLst>
                <a:path extrusionOk="0" h="3371" w="3779">
                  <a:moveTo>
                    <a:pt x="1888" y="1"/>
                  </a:moveTo>
                  <a:cubicBezTo>
                    <a:pt x="1179" y="1"/>
                    <a:pt x="519" y="451"/>
                    <a:pt x="288" y="1163"/>
                  </a:cubicBezTo>
                  <a:cubicBezTo>
                    <a:pt x="0" y="2048"/>
                    <a:pt x="482" y="3000"/>
                    <a:pt x="1366" y="3287"/>
                  </a:cubicBezTo>
                  <a:cubicBezTo>
                    <a:pt x="1540" y="3343"/>
                    <a:pt x="1716" y="3370"/>
                    <a:pt x="1889" y="3370"/>
                  </a:cubicBezTo>
                  <a:cubicBezTo>
                    <a:pt x="2598" y="3370"/>
                    <a:pt x="3258" y="2920"/>
                    <a:pt x="3490" y="2208"/>
                  </a:cubicBezTo>
                  <a:cubicBezTo>
                    <a:pt x="3778" y="1324"/>
                    <a:pt x="3294" y="375"/>
                    <a:pt x="2412" y="84"/>
                  </a:cubicBezTo>
                  <a:cubicBezTo>
                    <a:pt x="2238" y="28"/>
                    <a:pt x="2062" y="1"/>
                    <a:pt x="1888" y="1"/>
                  </a:cubicBezTo>
                  <a:close/>
                </a:path>
              </a:pathLst>
            </a:cu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53" name="Google Shape;353;p55"/>
            <p:cNvSpPr/>
            <p:nvPr/>
          </p:nvSpPr>
          <p:spPr>
            <a:xfrm>
              <a:off x="653863" y="3903950"/>
              <a:ext cx="53075" cy="47225"/>
            </a:xfrm>
            <a:custGeom>
              <a:rect b="b" l="l" r="r" t="t"/>
              <a:pathLst>
                <a:path extrusionOk="0" h="1889" w="2123">
                  <a:moveTo>
                    <a:pt x="1062" y="0"/>
                  </a:moveTo>
                  <a:cubicBezTo>
                    <a:pt x="664" y="0"/>
                    <a:pt x="295" y="253"/>
                    <a:pt x="164" y="651"/>
                  </a:cubicBezTo>
                  <a:cubicBezTo>
                    <a:pt x="1" y="1146"/>
                    <a:pt x="273" y="1679"/>
                    <a:pt x="769" y="1842"/>
                  </a:cubicBezTo>
                  <a:cubicBezTo>
                    <a:pt x="866" y="1874"/>
                    <a:pt x="964" y="1889"/>
                    <a:pt x="1061" y="1889"/>
                  </a:cubicBezTo>
                  <a:cubicBezTo>
                    <a:pt x="1458" y="1889"/>
                    <a:pt x="1828" y="1635"/>
                    <a:pt x="1959" y="1237"/>
                  </a:cubicBezTo>
                  <a:cubicBezTo>
                    <a:pt x="2122" y="742"/>
                    <a:pt x="1851" y="209"/>
                    <a:pt x="1356" y="47"/>
                  </a:cubicBezTo>
                  <a:cubicBezTo>
                    <a:pt x="1258" y="15"/>
                    <a:pt x="1159" y="0"/>
                    <a:pt x="1062" y="0"/>
                  </a:cubicBezTo>
                  <a:close/>
                </a:path>
              </a:pathLst>
            </a:cu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54" name="Google Shape;354;p55"/>
            <p:cNvSpPr/>
            <p:nvPr/>
          </p:nvSpPr>
          <p:spPr>
            <a:xfrm>
              <a:off x="891488" y="2338175"/>
              <a:ext cx="353350" cy="161300"/>
            </a:xfrm>
            <a:custGeom>
              <a:rect b="b" l="l" r="r" t="t"/>
              <a:pathLst>
                <a:path extrusionOk="0" h="6452" w="14134">
                  <a:moveTo>
                    <a:pt x="5501" y="0"/>
                  </a:moveTo>
                  <a:cubicBezTo>
                    <a:pt x="3530" y="0"/>
                    <a:pt x="1601" y="214"/>
                    <a:pt x="0" y="666"/>
                  </a:cubicBezTo>
                  <a:cubicBezTo>
                    <a:pt x="836" y="2546"/>
                    <a:pt x="2060" y="4313"/>
                    <a:pt x="2923" y="6212"/>
                  </a:cubicBezTo>
                  <a:cubicBezTo>
                    <a:pt x="6659" y="6291"/>
                    <a:pt x="10397" y="6373"/>
                    <a:pt x="14134" y="6451"/>
                  </a:cubicBezTo>
                  <a:cubicBezTo>
                    <a:pt x="14054" y="4896"/>
                    <a:pt x="13878" y="3349"/>
                    <a:pt x="13606" y="1816"/>
                  </a:cubicBezTo>
                  <a:cubicBezTo>
                    <a:pt x="13574" y="1639"/>
                    <a:pt x="13539" y="1453"/>
                    <a:pt x="13420" y="1317"/>
                  </a:cubicBezTo>
                  <a:cubicBezTo>
                    <a:pt x="13284" y="1161"/>
                    <a:pt x="13070" y="1104"/>
                    <a:pt x="12869" y="1055"/>
                  </a:cubicBezTo>
                  <a:cubicBezTo>
                    <a:pt x="10776" y="372"/>
                    <a:pt x="8102" y="0"/>
                    <a:pt x="5501" y="0"/>
                  </a:cubicBezTo>
                  <a:close/>
                </a:path>
              </a:pathLst>
            </a:cu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55" name="Google Shape;355;p55"/>
            <p:cNvSpPr/>
            <p:nvPr/>
          </p:nvSpPr>
          <p:spPr>
            <a:xfrm>
              <a:off x="941713" y="2374850"/>
              <a:ext cx="33100" cy="47775"/>
            </a:xfrm>
            <a:custGeom>
              <a:rect b="b" l="l" r="r" t="t"/>
              <a:pathLst>
                <a:path extrusionOk="0" h="1911" w="1324">
                  <a:moveTo>
                    <a:pt x="222" y="0"/>
                  </a:moveTo>
                  <a:cubicBezTo>
                    <a:pt x="104" y="0"/>
                    <a:pt x="1" y="100"/>
                    <a:pt x="20" y="246"/>
                  </a:cubicBezTo>
                  <a:cubicBezTo>
                    <a:pt x="53" y="527"/>
                    <a:pt x="163" y="751"/>
                    <a:pt x="284" y="1005"/>
                  </a:cubicBezTo>
                  <a:cubicBezTo>
                    <a:pt x="402" y="1255"/>
                    <a:pt x="510" y="1512"/>
                    <a:pt x="658" y="1747"/>
                  </a:cubicBezTo>
                  <a:cubicBezTo>
                    <a:pt x="730" y="1862"/>
                    <a:pt x="833" y="1910"/>
                    <a:pt x="933" y="1910"/>
                  </a:cubicBezTo>
                  <a:cubicBezTo>
                    <a:pt x="1134" y="1910"/>
                    <a:pt x="1324" y="1714"/>
                    <a:pt x="1221" y="1461"/>
                  </a:cubicBezTo>
                  <a:cubicBezTo>
                    <a:pt x="1117" y="1205"/>
                    <a:pt x="971" y="966"/>
                    <a:pt x="838" y="724"/>
                  </a:cubicBezTo>
                  <a:cubicBezTo>
                    <a:pt x="702" y="478"/>
                    <a:pt x="586" y="258"/>
                    <a:pt x="379" y="65"/>
                  </a:cubicBezTo>
                  <a:cubicBezTo>
                    <a:pt x="330" y="20"/>
                    <a:pt x="275" y="0"/>
                    <a:pt x="222" y="0"/>
                  </a:cubicBezTo>
                  <a:close/>
                </a:path>
              </a:pathLst>
            </a:custGeom>
            <a:solidFill>
              <a:srgbClr val="85E2E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56" name="Google Shape;356;p55"/>
            <p:cNvSpPr/>
            <p:nvPr/>
          </p:nvSpPr>
          <p:spPr>
            <a:xfrm>
              <a:off x="973313" y="2371400"/>
              <a:ext cx="25300" cy="39225"/>
            </a:xfrm>
            <a:custGeom>
              <a:rect b="b" l="l" r="r" t="t"/>
              <a:pathLst>
                <a:path extrusionOk="0" h="1569" w="1012">
                  <a:moveTo>
                    <a:pt x="194" y="0"/>
                  </a:moveTo>
                  <a:cubicBezTo>
                    <a:pt x="171" y="0"/>
                    <a:pt x="144" y="12"/>
                    <a:pt x="133" y="33"/>
                  </a:cubicBezTo>
                  <a:cubicBezTo>
                    <a:pt x="95" y="111"/>
                    <a:pt x="47" y="201"/>
                    <a:pt x="30" y="281"/>
                  </a:cubicBezTo>
                  <a:cubicBezTo>
                    <a:pt x="0" y="413"/>
                    <a:pt x="47" y="537"/>
                    <a:pt x="90" y="661"/>
                  </a:cubicBezTo>
                  <a:cubicBezTo>
                    <a:pt x="181" y="911"/>
                    <a:pt x="266" y="1170"/>
                    <a:pt x="381" y="1412"/>
                  </a:cubicBezTo>
                  <a:cubicBezTo>
                    <a:pt x="434" y="1521"/>
                    <a:pt x="536" y="1568"/>
                    <a:pt x="640" y="1568"/>
                  </a:cubicBezTo>
                  <a:cubicBezTo>
                    <a:pt x="823" y="1568"/>
                    <a:pt x="1012" y="1421"/>
                    <a:pt x="949" y="1207"/>
                  </a:cubicBezTo>
                  <a:cubicBezTo>
                    <a:pt x="874" y="952"/>
                    <a:pt x="768" y="703"/>
                    <a:pt x="668" y="456"/>
                  </a:cubicBezTo>
                  <a:cubicBezTo>
                    <a:pt x="625" y="352"/>
                    <a:pt x="587" y="227"/>
                    <a:pt x="497" y="153"/>
                  </a:cubicBezTo>
                  <a:cubicBezTo>
                    <a:pt x="427" y="91"/>
                    <a:pt x="301" y="38"/>
                    <a:pt x="215" y="4"/>
                  </a:cubicBezTo>
                  <a:cubicBezTo>
                    <a:pt x="209" y="1"/>
                    <a:pt x="202" y="0"/>
                    <a:pt x="194" y="0"/>
                  </a:cubicBezTo>
                  <a:close/>
                </a:path>
              </a:pathLst>
            </a:custGeom>
            <a:solidFill>
              <a:srgbClr val="85E2E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57" name="Google Shape;357;p55"/>
            <p:cNvSpPr/>
            <p:nvPr/>
          </p:nvSpPr>
          <p:spPr>
            <a:xfrm>
              <a:off x="1003813" y="2362850"/>
              <a:ext cx="28525" cy="39300"/>
            </a:xfrm>
            <a:custGeom>
              <a:rect b="b" l="l" r="r" t="t"/>
              <a:pathLst>
                <a:path extrusionOk="0" h="1572" w="1141">
                  <a:moveTo>
                    <a:pt x="276" y="1"/>
                  </a:moveTo>
                  <a:cubicBezTo>
                    <a:pt x="142" y="1"/>
                    <a:pt x="0" y="123"/>
                    <a:pt x="43" y="272"/>
                  </a:cubicBezTo>
                  <a:cubicBezTo>
                    <a:pt x="171" y="695"/>
                    <a:pt x="328" y="1113"/>
                    <a:pt x="587" y="1475"/>
                  </a:cubicBezTo>
                  <a:cubicBezTo>
                    <a:pt x="636" y="1542"/>
                    <a:pt x="707" y="1571"/>
                    <a:pt x="781" y="1571"/>
                  </a:cubicBezTo>
                  <a:cubicBezTo>
                    <a:pt x="954" y="1571"/>
                    <a:pt x="1140" y="1411"/>
                    <a:pt x="1079" y="1224"/>
                  </a:cubicBezTo>
                  <a:cubicBezTo>
                    <a:pt x="942" y="802"/>
                    <a:pt x="694" y="429"/>
                    <a:pt x="428" y="76"/>
                  </a:cubicBezTo>
                  <a:cubicBezTo>
                    <a:pt x="389" y="23"/>
                    <a:pt x="333" y="1"/>
                    <a:pt x="276" y="1"/>
                  </a:cubicBezTo>
                  <a:close/>
                </a:path>
              </a:pathLst>
            </a:custGeom>
            <a:solidFill>
              <a:srgbClr val="85E2E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58" name="Google Shape;358;p55"/>
            <p:cNvSpPr/>
            <p:nvPr/>
          </p:nvSpPr>
          <p:spPr>
            <a:xfrm>
              <a:off x="1328188" y="3391125"/>
              <a:ext cx="94550" cy="84250"/>
            </a:xfrm>
            <a:custGeom>
              <a:rect b="b" l="l" r="r" t="t"/>
              <a:pathLst>
                <a:path extrusionOk="0" h="3370" w="3782">
                  <a:moveTo>
                    <a:pt x="1891" y="0"/>
                  </a:moveTo>
                  <a:cubicBezTo>
                    <a:pt x="1181" y="0"/>
                    <a:pt x="520" y="451"/>
                    <a:pt x="288" y="1162"/>
                  </a:cubicBezTo>
                  <a:cubicBezTo>
                    <a:pt x="0" y="2046"/>
                    <a:pt x="482" y="2997"/>
                    <a:pt x="1367" y="3286"/>
                  </a:cubicBezTo>
                  <a:cubicBezTo>
                    <a:pt x="1540" y="3343"/>
                    <a:pt x="1717" y="3370"/>
                    <a:pt x="1890" y="3370"/>
                  </a:cubicBezTo>
                  <a:cubicBezTo>
                    <a:pt x="2600" y="3370"/>
                    <a:pt x="3260" y="2919"/>
                    <a:pt x="3491" y="2208"/>
                  </a:cubicBezTo>
                  <a:cubicBezTo>
                    <a:pt x="3781" y="1324"/>
                    <a:pt x="3298" y="372"/>
                    <a:pt x="2414" y="83"/>
                  </a:cubicBezTo>
                  <a:cubicBezTo>
                    <a:pt x="2240" y="27"/>
                    <a:pt x="2064" y="0"/>
                    <a:pt x="1891" y="0"/>
                  </a:cubicBezTo>
                  <a:close/>
                </a:path>
              </a:pathLst>
            </a:cu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59" name="Google Shape;359;p55"/>
            <p:cNvSpPr/>
            <p:nvPr/>
          </p:nvSpPr>
          <p:spPr>
            <a:xfrm>
              <a:off x="1348963" y="3409625"/>
              <a:ext cx="53000" cy="47250"/>
            </a:xfrm>
            <a:custGeom>
              <a:rect b="b" l="l" r="r" t="t"/>
              <a:pathLst>
                <a:path extrusionOk="0" h="1890" w="2120">
                  <a:moveTo>
                    <a:pt x="1060" y="1"/>
                  </a:moveTo>
                  <a:cubicBezTo>
                    <a:pt x="663" y="1"/>
                    <a:pt x="293" y="254"/>
                    <a:pt x="162" y="652"/>
                  </a:cubicBezTo>
                  <a:cubicBezTo>
                    <a:pt x="1" y="1147"/>
                    <a:pt x="271" y="1681"/>
                    <a:pt x="767" y="1843"/>
                  </a:cubicBezTo>
                  <a:cubicBezTo>
                    <a:pt x="864" y="1874"/>
                    <a:pt x="963" y="1889"/>
                    <a:pt x="1060" y="1889"/>
                  </a:cubicBezTo>
                  <a:cubicBezTo>
                    <a:pt x="1457" y="1889"/>
                    <a:pt x="1826" y="1637"/>
                    <a:pt x="1957" y="1239"/>
                  </a:cubicBezTo>
                  <a:cubicBezTo>
                    <a:pt x="2119" y="744"/>
                    <a:pt x="1849" y="210"/>
                    <a:pt x="1352" y="47"/>
                  </a:cubicBezTo>
                  <a:cubicBezTo>
                    <a:pt x="1255" y="16"/>
                    <a:pt x="1157" y="1"/>
                    <a:pt x="1060" y="1"/>
                  </a:cubicBezTo>
                  <a:close/>
                </a:path>
              </a:pathLst>
            </a:cu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360" name="Google Shape;360;p55"/>
          <p:cNvGrpSpPr/>
          <p:nvPr/>
        </p:nvGrpSpPr>
        <p:grpSpPr>
          <a:xfrm rot="401786">
            <a:off x="1610189" y="3211662"/>
            <a:ext cx="1039046" cy="1489737"/>
            <a:chOff x="6224263" y="1126225"/>
            <a:chExt cx="1156125" cy="1657600"/>
          </a:xfrm>
        </p:grpSpPr>
        <p:sp>
          <p:nvSpPr>
            <p:cNvPr id="361" name="Google Shape;361;p55"/>
            <p:cNvSpPr/>
            <p:nvPr/>
          </p:nvSpPr>
          <p:spPr>
            <a:xfrm>
              <a:off x="6534363" y="1126225"/>
              <a:ext cx="426675" cy="954650"/>
            </a:xfrm>
            <a:custGeom>
              <a:rect b="b" l="l" r="r" t="t"/>
              <a:pathLst>
                <a:path extrusionOk="0" h="38186" w="17067">
                  <a:moveTo>
                    <a:pt x="3471" y="0"/>
                  </a:moveTo>
                  <a:cubicBezTo>
                    <a:pt x="1554" y="0"/>
                    <a:pt x="0" y="1554"/>
                    <a:pt x="0" y="3471"/>
                  </a:cubicBezTo>
                  <a:lnTo>
                    <a:pt x="0" y="34713"/>
                  </a:lnTo>
                  <a:cubicBezTo>
                    <a:pt x="0" y="36630"/>
                    <a:pt x="1554" y="38185"/>
                    <a:pt x="3471" y="38185"/>
                  </a:cubicBezTo>
                  <a:lnTo>
                    <a:pt x="13596" y="38185"/>
                  </a:lnTo>
                  <a:cubicBezTo>
                    <a:pt x="15513" y="38185"/>
                    <a:pt x="17067" y="36630"/>
                    <a:pt x="17067" y="34713"/>
                  </a:cubicBezTo>
                  <a:lnTo>
                    <a:pt x="17067" y="3471"/>
                  </a:lnTo>
                  <a:cubicBezTo>
                    <a:pt x="17067" y="1554"/>
                    <a:pt x="15513" y="0"/>
                    <a:pt x="13596" y="0"/>
                  </a:cubicBezTo>
                  <a:close/>
                </a:path>
              </a:pathLst>
            </a:cu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2" name="Google Shape;362;p55"/>
            <p:cNvSpPr/>
            <p:nvPr/>
          </p:nvSpPr>
          <p:spPr>
            <a:xfrm>
              <a:off x="6531963" y="1127100"/>
              <a:ext cx="426675" cy="843725"/>
            </a:xfrm>
            <a:custGeom>
              <a:rect b="b" l="l" r="r" t="t"/>
              <a:pathLst>
                <a:path extrusionOk="0" h="33749" w="17067">
                  <a:moveTo>
                    <a:pt x="3471" y="1"/>
                  </a:moveTo>
                  <a:cubicBezTo>
                    <a:pt x="1554" y="1"/>
                    <a:pt x="1" y="1554"/>
                    <a:pt x="1" y="3471"/>
                  </a:cubicBezTo>
                  <a:lnTo>
                    <a:pt x="1" y="33748"/>
                  </a:lnTo>
                  <a:cubicBezTo>
                    <a:pt x="4995" y="33173"/>
                    <a:pt x="9866" y="31723"/>
                    <a:pt x="14890" y="31362"/>
                  </a:cubicBezTo>
                  <a:cubicBezTo>
                    <a:pt x="15610" y="31309"/>
                    <a:pt x="16339" y="31281"/>
                    <a:pt x="17067" y="31275"/>
                  </a:cubicBezTo>
                  <a:lnTo>
                    <a:pt x="17067" y="3471"/>
                  </a:lnTo>
                  <a:cubicBezTo>
                    <a:pt x="17067" y="1554"/>
                    <a:pt x="15512" y="1"/>
                    <a:pt x="13595" y="1"/>
                  </a:cubicBezTo>
                  <a:close/>
                </a:path>
              </a:pathLst>
            </a:custGeom>
            <a:solidFill>
              <a:schemeClr val="l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3" name="Google Shape;363;p55"/>
            <p:cNvSpPr/>
            <p:nvPr/>
          </p:nvSpPr>
          <p:spPr>
            <a:xfrm>
              <a:off x="6502713" y="1907250"/>
              <a:ext cx="491800" cy="65100"/>
            </a:xfrm>
            <a:custGeom>
              <a:rect b="b" l="l" r="r" t="t"/>
              <a:pathLst>
                <a:path extrusionOk="0" h="2604" w="19672">
                  <a:moveTo>
                    <a:pt x="0" y="0"/>
                  </a:moveTo>
                  <a:lnTo>
                    <a:pt x="0" y="2604"/>
                  </a:lnTo>
                  <a:lnTo>
                    <a:pt x="19672" y="2604"/>
                  </a:lnTo>
                  <a:lnTo>
                    <a:pt x="19672" y="0"/>
                  </a:lnTo>
                  <a:close/>
                </a:path>
              </a:pathLst>
            </a:custGeom>
            <a:solidFill>
              <a:schemeClr val="accent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4" name="Google Shape;364;p55"/>
            <p:cNvSpPr/>
            <p:nvPr/>
          </p:nvSpPr>
          <p:spPr>
            <a:xfrm>
              <a:off x="6601988" y="1445000"/>
              <a:ext cx="122300" cy="472650"/>
            </a:xfrm>
            <a:custGeom>
              <a:rect b="b" l="l" r="r" t="t"/>
              <a:pathLst>
                <a:path extrusionOk="0" h="18906" w="4892">
                  <a:moveTo>
                    <a:pt x="415" y="1"/>
                  </a:moveTo>
                  <a:cubicBezTo>
                    <a:pt x="187" y="1"/>
                    <a:pt x="1" y="187"/>
                    <a:pt x="1" y="416"/>
                  </a:cubicBezTo>
                  <a:lnTo>
                    <a:pt x="1" y="5876"/>
                  </a:lnTo>
                  <a:cubicBezTo>
                    <a:pt x="1" y="7093"/>
                    <a:pt x="576" y="8268"/>
                    <a:pt x="1538" y="9013"/>
                  </a:cubicBezTo>
                  <a:lnTo>
                    <a:pt x="3261" y="10345"/>
                  </a:lnTo>
                  <a:cubicBezTo>
                    <a:pt x="3763" y="10733"/>
                    <a:pt x="4062" y="11343"/>
                    <a:pt x="4062" y="11977"/>
                  </a:cubicBezTo>
                  <a:lnTo>
                    <a:pt x="4062" y="18490"/>
                  </a:lnTo>
                  <a:cubicBezTo>
                    <a:pt x="4062" y="18719"/>
                    <a:pt x="4248" y="18905"/>
                    <a:pt x="4477" y="18905"/>
                  </a:cubicBezTo>
                  <a:cubicBezTo>
                    <a:pt x="4706" y="18905"/>
                    <a:pt x="4892" y="18719"/>
                    <a:pt x="4892" y="18490"/>
                  </a:cubicBezTo>
                  <a:lnTo>
                    <a:pt x="4892" y="11977"/>
                  </a:lnTo>
                  <a:cubicBezTo>
                    <a:pt x="4892" y="11089"/>
                    <a:pt x="4474" y="10235"/>
                    <a:pt x="3770" y="9691"/>
                  </a:cubicBezTo>
                  <a:lnTo>
                    <a:pt x="2049" y="8358"/>
                  </a:lnTo>
                  <a:cubicBezTo>
                    <a:pt x="1285" y="7769"/>
                    <a:pt x="830" y="6840"/>
                    <a:pt x="830" y="5876"/>
                  </a:cubicBezTo>
                  <a:lnTo>
                    <a:pt x="830" y="416"/>
                  </a:lnTo>
                  <a:cubicBezTo>
                    <a:pt x="830" y="187"/>
                    <a:pt x="644" y="1"/>
                    <a:pt x="415" y="1"/>
                  </a:cubicBezTo>
                  <a:close/>
                </a:path>
              </a:pathLst>
            </a:cu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5" name="Google Shape;365;p55"/>
            <p:cNvSpPr/>
            <p:nvPr/>
          </p:nvSpPr>
          <p:spPr>
            <a:xfrm>
              <a:off x="6575813" y="1405675"/>
              <a:ext cx="75900" cy="75900"/>
            </a:xfrm>
            <a:custGeom>
              <a:rect b="b" l="l" r="r" t="t"/>
              <a:pathLst>
                <a:path extrusionOk="0" h="3036" w="3036">
                  <a:moveTo>
                    <a:pt x="1518" y="0"/>
                  </a:moveTo>
                  <a:cubicBezTo>
                    <a:pt x="680" y="0"/>
                    <a:pt x="0" y="680"/>
                    <a:pt x="0" y="1518"/>
                  </a:cubicBezTo>
                  <a:cubicBezTo>
                    <a:pt x="0" y="2356"/>
                    <a:pt x="680" y="3036"/>
                    <a:pt x="1518" y="3036"/>
                  </a:cubicBezTo>
                  <a:cubicBezTo>
                    <a:pt x="2357" y="3036"/>
                    <a:pt x="3036" y="2356"/>
                    <a:pt x="3036" y="1518"/>
                  </a:cubicBezTo>
                  <a:cubicBezTo>
                    <a:pt x="3036" y="680"/>
                    <a:pt x="2357" y="0"/>
                    <a:pt x="1518" y="0"/>
                  </a:cubicBezTo>
                  <a:close/>
                </a:path>
              </a:pathLst>
            </a:cu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6" name="Google Shape;366;p55"/>
            <p:cNvSpPr/>
            <p:nvPr/>
          </p:nvSpPr>
          <p:spPr>
            <a:xfrm>
              <a:off x="6769038" y="1445975"/>
              <a:ext cx="122300" cy="472625"/>
            </a:xfrm>
            <a:custGeom>
              <a:rect b="b" l="l" r="r" t="t"/>
              <a:pathLst>
                <a:path extrusionOk="0" h="18905" w="4892">
                  <a:moveTo>
                    <a:pt x="4477" y="0"/>
                  </a:moveTo>
                  <a:cubicBezTo>
                    <a:pt x="4248" y="0"/>
                    <a:pt x="4062" y="186"/>
                    <a:pt x="4062" y="415"/>
                  </a:cubicBezTo>
                  <a:lnTo>
                    <a:pt x="4062" y="5877"/>
                  </a:lnTo>
                  <a:cubicBezTo>
                    <a:pt x="4062" y="6841"/>
                    <a:pt x="3607" y="7768"/>
                    <a:pt x="2844" y="8359"/>
                  </a:cubicBezTo>
                  <a:lnTo>
                    <a:pt x="1122" y="9691"/>
                  </a:lnTo>
                  <a:cubicBezTo>
                    <a:pt x="421" y="10234"/>
                    <a:pt x="1" y="11090"/>
                    <a:pt x="1" y="11978"/>
                  </a:cubicBezTo>
                  <a:lnTo>
                    <a:pt x="1" y="18490"/>
                  </a:lnTo>
                  <a:cubicBezTo>
                    <a:pt x="1" y="18719"/>
                    <a:pt x="188" y="18905"/>
                    <a:pt x="417" y="18905"/>
                  </a:cubicBezTo>
                  <a:cubicBezTo>
                    <a:pt x="643" y="18905"/>
                    <a:pt x="829" y="18722"/>
                    <a:pt x="832" y="18490"/>
                  </a:cubicBezTo>
                  <a:lnTo>
                    <a:pt x="832" y="11978"/>
                  </a:lnTo>
                  <a:cubicBezTo>
                    <a:pt x="832" y="11343"/>
                    <a:pt x="1132" y="10734"/>
                    <a:pt x="1633" y="10346"/>
                  </a:cubicBezTo>
                  <a:lnTo>
                    <a:pt x="3354" y="9013"/>
                  </a:lnTo>
                  <a:cubicBezTo>
                    <a:pt x="4316" y="8267"/>
                    <a:pt x="4892" y="7096"/>
                    <a:pt x="4892" y="5877"/>
                  </a:cubicBezTo>
                  <a:lnTo>
                    <a:pt x="4892" y="415"/>
                  </a:lnTo>
                  <a:cubicBezTo>
                    <a:pt x="4892" y="186"/>
                    <a:pt x="4706" y="0"/>
                    <a:pt x="4477" y="0"/>
                  </a:cubicBezTo>
                  <a:close/>
                </a:path>
              </a:pathLst>
            </a:cu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7" name="Google Shape;367;p55"/>
            <p:cNvSpPr/>
            <p:nvPr/>
          </p:nvSpPr>
          <p:spPr>
            <a:xfrm>
              <a:off x="6841613" y="1406625"/>
              <a:ext cx="75950" cy="75950"/>
            </a:xfrm>
            <a:custGeom>
              <a:rect b="b" l="l" r="r" t="t"/>
              <a:pathLst>
                <a:path extrusionOk="0" h="3038" w="3038">
                  <a:moveTo>
                    <a:pt x="1519" y="1"/>
                  </a:moveTo>
                  <a:cubicBezTo>
                    <a:pt x="680" y="1"/>
                    <a:pt x="0" y="680"/>
                    <a:pt x="0" y="1520"/>
                  </a:cubicBezTo>
                  <a:cubicBezTo>
                    <a:pt x="0" y="2358"/>
                    <a:pt x="680" y="3038"/>
                    <a:pt x="1519" y="3038"/>
                  </a:cubicBezTo>
                  <a:cubicBezTo>
                    <a:pt x="2358" y="3038"/>
                    <a:pt x="3037" y="2358"/>
                    <a:pt x="3037" y="1520"/>
                  </a:cubicBezTo>
                  <a:cubicBezTo>
                    <a:pt x="3037" y="680"/>
                    <a:pt x="2358" y="1"/>
                    <a:pt x="1519" y="1"/>
                  </a:cubicBezTo>
                  <a:close/>
                </a:path>
              </a:pathLst>
            </a:cu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8" name="Google Shape;368;p55"/>
            <p:cNvSpPr/>
            <p:nvPr/>
          </p:nvSpPr>
          <p:spPr>
            <a:xfrm>
              <a:off x="6873963" y="1595150"/>
              <a:ext cx="50350" cy="45850"/>
            </a:xfrm>
            <a:custGeom>
              <a:rect b="b" l="l" r="r" t="t"/>
              <a:pathLst>
                <a:path extrusionOk="0" h="1834" w="2014">
                  <a:moveTo>
                    <a:pt x="1007" y="1"/>
                  </a:moveTo>
                  <a:cubicBezTo>
                    <a:pt x="772" y="1"/>
                    <a:pt x="537" y="90"/>
                    <a:pt x="358" y="269"/>
                  </a:cubicBezTo>
                  <a:cubicBezTo>
                    <a:pt x="1" y="627"/>
                    <a:pt x="1" y="1208"/>
                    <a:pt x="358" y="1565"/>
                  </a:cubicBezTo>
                  <a:cubicBezTo>
                    <a:pt x="537" y="1744"/>
                    <a:pt x="772" y="1833"/>
                    <a:pt x="1007" y="1833"/>
                  </a:cubicBezTo>
                  <a:cubicBezTo>
                    <a:pt x="1242" y="1833"/>
                    <a:pt x="1477" y="1744"/>
                    <a:pt x="1656" y="1565"/>
                  </a:cubicBezTo>
                  <a:cubicBezTo>
                    <a:pt x="2013" y="1208"/>
                    <a:pt x="2013" y="627"/>
                    <a:pt x="1656" y="269"/>
                  </a:cubicBezTo>
                  <a:cubicBezTo>
                    <a:pt x="1477" y="90"/>
                    <a:pt x="1242" y="1"/>
                    <a:pt x="1007" y="1"/>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9" name="Google Shape;369;p55"/>
            <p:cNvSpPr/>
            <p:nvPr/>
          </p:nvSpPr>
          <p:spPr>
            <a:xfrm>
              <a:off x="6883163" y="1281750"/>
              <a:ext cx="40850" cy="251875"/>
            </a:xfrm>
            <a:custGeom>
              <a:rect b="b" l="l" r="r" t="t"/>
              <a:pathLst>
                <a:path extrusionOk="0" h="10075" w="1634">
                  <a:moveTo>
                    <a:pt x="817" y="1"/>
                  </a:moveTo>
                  <a:cubicBezTo>
                    <a:pt x="367" y="1"/>
                    <a:pt x="0" y="367"/>
                    <a:pt x="0" y="817"/>
                  </a:cubicBezTo>
                  <a:lnTo>
                    <a:pt x="0" y="9257"/>
                  </a:lnTo>
                  <a:cubicBezTo>
                    <a:pt x="0" y="9709"/>
                    <a:pt x="367" y="10074"/>
                    <a:pt x="817" y="10074"/>
                  </a:cubicBezTo>
                  <a:cubicBezTo>
                    <a:pt x="1268" y="10074"/>
                    <a:pt x="1634" y="9708"/>
                    <a:pt x="1634" y="9257"/>
                  </a:cubicBezTo>
                  <a:lnTo>
                    <a:pt x="1634" y="817"/>
                  </a:lnTo>
                  <a:cubicBezTo>
                    <a:pt x="1634" y="365"/>
                    <a:pt x="1268" y="1"/>
                    <a:pt x="817" y="1"/>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0" name="Google Shape;370;p55"/>
            <p:cNvSpPr/>
            <p:nvPr/>
          </p:nvSpPr>
          <p:spPr>
            <a:xfrm>
              <a:off x="6734838" y="1418750"/>
              <a:ext cx="20775" cy="492350"/>
            </a:xfrm>
            <a:custGeom>
              <a:rect b="b" l="l" r="r" t="t"/>
              <a:pathLst>
                <a:path extrusionOk="0" h="19694" w="831">
                  <a:moveTo>
                    <a:pt x="416" y="1"/>
                  </a:moveTo>
                  <a:cubicBezTo>
                    <a:pt x="187" y="1"/>
                    <a:pt x="1" y="187"/>
                    <a:pt x="1" y="416"/>
                  </a:cubicBezTo>
                  <a:lnTo>
                    <a:pt x="1" y="19279"/>
                  </a:lnTo>
                  <a:cubicBezTo>
                    <a:pt x="1" y="19507"/>
                    <a:pt x="187" y="19693"/>
                    <a:pt x="416" y="19693"/>
                  </a:cubicBezTo>
                  <a:cubicBezTo>
                    <a:pt x="645" y="19693"/>
                    <a:pt x="831" y="19507"/>
                    <a:pt x="831" y="19277"/>
                  </a:cubicBezTo>
                  <a:lnTo>
                    <a:pt x="831" y="416"/>
                  </a:lnTo>
                  <a:cubicBezTo>
                    <a:pt x="831" y="187"/>
                    <a:pt x="645" y="1"/>
                    <a:pt x="416" y="1"/>
                  </a:cubicBezTo>
                  <a:close/>
                </a:path>
              </a:pathLst>
            </a:cu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1" name="Google Shape;371;p55"/>
            <p:cNvSpPr/>
            <p:nvPr/>
          </p:nvSpPr>
          <p:spPr>
            <a:xfrm>
              <a:off x="6705888" y="1349300"/>
              <a:ext cx="78400" cy="71400"/>
            </a:xfrm>
            <a:custGeom>
              <a:rect b="b" l="l" r="r" t="t"/>
              <a:pathLst>
                <a:path extrusionOk="0" h="2856" w="3136">
                  <a:moveTo>
                    <a:pt x="1568" y="0"/>
                  </a:moveTo>
                  <a:cubicBezTo>
                    <a:pt x="1203" y="0"/>
                    <a:pt x="837" y="140"/>
                    <a:pt x="558" y="418"/>
                  </a:cubicBezTo>
                  <a:cubicBezTo>
                    <a:pt x="0" y="976"/>
                    <a:pt x="0" y="1879"/>
                    <a:pt x="558" y="2437"/>
                  </a:cubicBezTo>
                  <a:cubicBezTo>
                    <a:pt x="837" y="2716"/>
                    <a:pt x="1203" y="2855"/>
                    <a:pt x="1568" y="2855"/>
                  </a:cubicBezTo>
                  <a:cubicBezTo>
                    <a:pt x="1934" y="2855"/>
                    <a:pt x="2299" y="2716"/>
                    <a:pt x="2578" y="2437"/>
                  </a:cubicBezTo>
                  <a:cubicBezTo>
                    <a:pt x="3136" y="1879"/>
                    <a:pt x="3136" y="976"/>
                    <a:pt x="2578" y="418"/>
                  </a:cubicBezTo>
                  <a:cubicBezTo>
                    <a:pt x="2299" y="140"/>
                    <a:pt x="1934" y="0"/>
                    <a:pt x="1568" y="0"/>
                  </a:cubicBezTo>
                  <a:close/>
                </a:path>
              </a:pathLst>
            </a:cu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2" name="Google Shape;372;p55"/>
            <p:cNvSpPr/>
            <p:nvPr/>
          </p:nvSpPr>
          <p:spPr>
            <a:xfrm>
              <a:off x="6664838" y="2067725"/>
              <a:ext cx="147350" cy="42575"/>
            </a:xfrm>
            <a:custGeom>
              <a:rect b="b" l="l" r="r" t="t"/>
              <a:pathLst>
                <a:path extrusionOk="0" h="1703" w="5894">
                  <a:moveTo>
                    <a:pt x="851" y="0"/>
                  </a:moveTo>
                  <a:cubicBezTo>
                    <a:pt x="382" y="0"/>
                    <a:pt x="0" y="383"/>
                    <a:pt x="0" y="851"/>
                  </a:cubicBezTo>
                  <a:cubicBezTo>
                    <a:pt x="0" y="1320"/>
                    <a:pt x="382" y="1702"/>
                    <a:pt x="851" y="1702"/>
                  </a:cubicBezTo>
                  <a:lnTo>
                    <a:pt x="5043" y="1702"/>
                  </a:lnTo>
                  <a:cubicBezTo>
                    <a:pt x="5510" y="1702"/>
                    <a:pt x="5894" y="1320"/>
                    <a:pt x="5894" y="851"/>
                  </a:cubicBezTo>
                  <a:cubicBezTo>
                    <a:pt x="5894" y="383"/>
                    <a:pt x="5510" y="0"/>
                    <a:pt x="5043" y="0"/>
                  </a:cubicBezTo>
                  <a:close/>
                </a:path>
              </a:pathLst>
            </a:cu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3" name="Google Shape;373;p55"/>
            <p:cNvSpPr/>
            <p:nvPr/>
          </p:nvSpPr>
          <p:spPr>
            <a:xfrm>
              <a:off x="6664838" y="2139775"/>
              <a:ext cx="147350" cy="42575"/>
            </a:xfrm>
            <a:custGeom>
              <a:rect b="b" l="l" r="r" t="t"/>
              <a:pathLst>
                <a:path extrusionOk="0" h="1703" w="5894">
                  <a:moveTo>
                    <a:pt x="851" y="1"/>
                  </a:moveTo>
                  <a:cubicBezTo>
                    <a:pt x="382" y="1"/>
                    <a:pt x="0" y="384"/>
                    <a:pt x="0" y="852"/>
                  </a:cubicBezTo>
                  <a:cubicBezTo>
                    <a:pt x="0" y="1321"/>
                    <a:pt x="382" y="1703"/>
                    <a:pt x="851" y="1703"/>
                  </a:cubicBezTo>
                  <a:lnTo>
                    <a:pt x="5043" y="1703"/>
                  </a:lnTo>
                  <a:cubicBezTo>
                    <a:pt x="5510" y="1703"/>
                    <a:pt x="5894" y="1320"/>
                    <a:pt x="5894" y="852"/>
                  </a:cubicBezTo>
                  <a:cubicBezTo>
                    <a:pt x="5894" y="384"/>
                    <a:pt x="5510" y="1"/>
                    <a:pt x="5043" y="1"/>
                  </a:cubicBezTo>
                  <a:close/>
                </a:path>
              </a:pathLst>
            </a:cu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4" name="Google Shape;374;p55"/>
            <p:cNvSpPr/>
            <p:nvPr/>
          </p:nvSpPr>
          <p:spPr>
            <a:xfrm>
              <a:off x="6389988" y="2164600"/>
              <a:ext cx="699075" cy="231950"/>
            </a:xfrm>
            <a:custGeom>
              <a:rect b="b" l="l" r="r" t="t"/>
              <a:pathLst>
                <a:path extrusionOk="0" h="9278" w="27963">
                  <a:moveTo>
                    <a:pt x="1009" y="0"/>
                  </a:moveTo>
                  <a:cubicBezTo>
                    <a:pt x="425" y="0"/>
                    <a:pt x="0" y="491"/>
                    <a:pt x="0" y="1073"/>
                  </a:cubicBezTo>
                  <a:lnTo>
                    <a:pt x="0" y="8239"/>
                  </a:lnTo>
                  <a:cubicBezTo>
                    <a:pt x="0" y="8821"/>
                    <a:pt x="425" y="9277"/>
                    <a:pt x="1009" y="9277"/>
                  </a:cubicBezTo>
                  <a:lnTo>
                    <a:pt x="26861" y="9277"/>
                  </a:lnTo>
                  <a:cubicBezTo>
                    <a:pt x="27445" y="9277"/>
                    <a:pt x="27963" y="8821"/>
                    <a:pt x="27963" y="8239"/>
                  </a:cubicBezTo>
                  <a:lnTo>
                    <a:pt x="27963" y="1073"/>
                  </a:lnTo>
                  <a:cubicBezTo>
                    <a:pt x="27963" y="491"/>
                    <a:pt x="27445" y="0"/>
                    <a:pt x="26861" y="0"/>
                  </a:cubicBezTo>
                  <a:close/>
                </a:path>
              </a:pathLst>
            </a:cu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5" name="Google Shape;375;p55"/>
            <p:cNvSpPr/>
            <p:nvPr/>
          </p:nvSpPr>
          <p:spPr>
            <a:xfrm>
              <a:off x="6885563" y="2258875"/>
              <a:ext cx="110450" cy="110450"/>
            </a:xfrm>
            <a:custGeom>
              <a:rect b="b" l="l" r="r" t="t"/>
              <a:pathLst>
                <a:path extrusionOk="0" h="4418" w="4418">
                  <a:moveTo>
                    <a:pt x="2209" y="0"/>
                  </a:moveTo>
                  <a:cubicBezTo>
                    <a:pt x="989" y="0"/>
                    <a:pt x="0" y="990"/>
                    <a:pt x="0" y="2209"/>
                  </a:cubicBezTo>
                  <a:cubicBezTo>
                    <a:pt x="0" y="3429"/>
                    <a:pt x="989" y="4418"/>
                    <a:pt x="2209" y="4418"/>
                  </a:cubicBezTo>
                  <a:cubicBezTo>
                    <a:pt x="3428" y="4418"/>
                    <a:pt x="4418" y="3429"/>
                    <a:pt x="4418" y="2209"/>
                  </a:cubicBezTo>
                  <a:cubicBezTo>
                    <a:pt x="4418" y="990"/>
                    <a:pt x="3431" y="0"/>
                    <a:pt x="2209" y="0"/>
                  </a:cubicBezTo>
                  <a:close/>
                </a:path>
              </a:pathLst>
            </a:custGeom>
            <a:solidFill>
              <a:schemeClr val="accent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6" name="Google Shape;376;p55"/>
            <p:cNvSpPr/>
            <p:nvPr/>
          </p:nvSpPr>
          <p:spPr>
            <a:xfrm>
              <a:off x="6444563" y="2290800"/>
              <a:ext cx="248975" cy="64800"/>
            </a:xfrm>
            <a:custGeom>
              <a:rect b="b" l="l" r="r" t="t"/>
              <a:pathLst>
                <a:path extrusionOk="0" h="2592" w="9959">
                  <a:moveTo>
                    <a:pt x="0" y="1"/>
                  </a:moveTo>
                  <a:lnTo>
                    <a:pt x="0" y="2591"/>
                  </a:lnTo>
                  <a:lnTo>
                    <a:pt x="9958" y="2591"/>
                  </a:lnTo>
                  <a:lnTo>
                    <a:pt x="9958" y="1"/>
                  </a:lnTo>
                  <a:close/>
                </a:path>
              </a:pathLst>
            </a:custGeom>
            <a:solidFill>
              <a:schemeClr val="accent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7" name="Google Shape;377;p55"/>
            <p:cNvSpPr/>
            <p:nvPr/>
          </p:nvSpPr>
          <p:spPr>
            <a:xfrm>
              <a:off x="6447963" y="2232825"/>
              <a:ext cx="64775" cy="30725"/>
            </a:xfrm>
            <a:custGeom>
              <a:rect b="b" l="l" r="r" t="t"/>
              <a:pathLst>
                <a:path extrusionOk="0" h="1229" w="2591">
                  <a:moveTo>
                    <a:pt x="0" y="1"/>
                  </a:moveTo>
                  <a:lnTo>
                    <a:pt x="0" y="1228"/>
                  </a:lnTo>
                  <a:lnTo>
                    <a:pt x="2591" y="1228"/>
                  </a:lnTo>
                  <a:lnTo>
                    <a:pt x="2591" y="1"/>
                  </a:lnTo>
                  <a:close/>
                </a:path>
              </a:pathLst>
            </a:custGeom>
            <a:solidFill>
              <a:schemeClr val="accent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8" name="Google Shape;378;p55"/>
            <p:cNvSpPr/>
            <p:nvPr/>
          </p:nvSpPr>
          <p:spPr>
            <a:xfrm>
              <a:off x="6363888" y="2251400"/>
              <a:ext cx="233200" cy="229175"/>
            </a:xfrm>
            <a:custGeom>
              <a:rect b="b" l="l" r="r" t="t"/>
              <a:pathLst>
                <a:path extrusionOk="0" h="9167" w="9328">
                  <a:moveTo>
                    <a:pt x="8419" y="1"/>
                  </a:moveTo>
                  <a:cubicBezTo>
                    <a:pt x="8207" y="1"/>
                    <a:pt x="7995" y="81"/>
                    <a:pt x="7834" y="242"/>
                  </a:cubicBezTo>
                  <a:lnTo>
                    <a:pt x="322" y="7755"/>
                  </a:lnTo>
                  <a:cubicBezTo>
                    <a:pt x="0" y="8077"/>
                    <a:pt x="0" y="8603"/>
                    <a:pt x="322" y="8925"/>
                  </a:cubicBezTo>
                  <a:cubicBezTo>
                    <a:pt x="483" y="9086"/>
                    <a:pt x="695" y="9167"/>
                    <a:pt x="907" y="9167"/>
                  </a:cubicBezTo>
                  <a:cubicBezTo>
                    <a:pt x="1119" y="9167"/>
                    <a:pt x="1331" y="9086"/>
                    <a:pt x="1492" y="8925"/>
                  </a:cubicBezTo>
                  <a:lnTo>
                    <a:pt x="9005" y="1414"/>
                  </a:lnTo>
                  <a:cubicBezTo>
                    <a:pt x="9327" y="1092"/>
                    <a:pt x="9327" y="564"/>
                    <a:pt x="9005" y="242"/>
                  </a:cubicBezTo>
                  <a:cubicBezTo>
                    <a:pt x="8844" y="81"/>
                    <a:pt x="8632" y="1"/>
                    <a:pt x="8419" y="1"/>
                  </a:cubicBezTo>
                  <a:close/>
                </a:path>
              </a:pathLst>
            </a:cu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9" name="Google Shape;379;p55"/>
            <p:cNvSpPr/>
            <p:nvPr/>
          </p:nvSpPr>
          <p:spPr>
            <a:xfrm>
              <a:off x="6298888" y="2559200"/>
              <a:ext cx="78825" cy="77800"/>
            </a:xfrm>
            <a:custGeom>
              <a:rect b="b" l="l" r="r" t="t"/>
              <a:pathLst>
                <a:path extrusionOk="0" h="3112" w="3153">
                  <a:moveTo>
                    <a:pt x="227" y="1"/>
                  </a:moveTo>
                  <a:cubicBezTo>
                    <a:pt x="175" y="1"/>
                    <a:pt x="122" y="21"/>
                    <a:pt x="82" y="61"/>
                  </a:cubicBezTo>
                  <a:cubicBezTo>
                    <a:pt x="1" y="142"/>
                    <a:pt x="1" y="271"/>
                    <a:pt x="82" y="351"/>
                  </a:cubicBezTo>
                  <a:lnTo>
                    <a:pt x="2782" y="3051"/>
                  </a:lnTo>
                  <a:cubicBezTo>
                    <a:pt x="2822" y="3091"/>
                    <a:pt x="2874" y="3112"/>
                    <a:pt x="2926" y="3112"/>
                  </a:cubicBezTo>
                  <a:cubicBezTo>
                    <a:pt x="2979" y="3112"/>
                    <a:pt x="3031" y="3091"/>
                    <a:pt x="3072" y="3051"/>
                  </a:cubicBezTo>
                  <a:cubicBezTo>
                    <a:pt x="3152" y="2970"/>
                    <a:pt x="3152" y="2842"/>
                    <a:pt x="3072" y="2762"/>
                  </a:cubicBezTo>
                  <a:lnTo>
                    <a:pt x="371" y="61"/>
                  </a:lnTo>
                  <a:cubicBezTo>
                    <a:pt x="331" y="21"/>
                    <a:pt x="279" y="1"/>
                    <a:pt x="227" y="1"/>
                  </a:cubicBezTo>
                  <a:close/>
                </a:path>
              </a:pathLst>
            </a:cu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80" name="Google Shape;380;p55"/>
            <p:cNvSpPr/>
            <p:nvPr/>
          </p:nvSpPr>
          <p:spPr>
            <a:xfrm>
              <a:off x="6276438" y="2640275"/>
              <a:ext cx="105700" cy="10225"/>
            </a:xfrm>
            <a:custGeom>
              <a:rect b="b" l="l" r="r" t="t"/>
              <a:pathLst>
                <a:path extrusionOk="0" h="409" w="4228">
                  <a:moveTo>
                    <a:pt x="204" y="1"/>
                  </a:moveTo>
                  <a:cubicBezTo>
                    <a:pt x="91" y="1"/>
                    <a:pt x="1" y="92"/>
                    <a:pt x="1" y="205"/>
                  </a:cubicBezTo>
                  <a:cubicBezTo>
                    <a:pt x="1" y="317"/>
                    <a:pt x="91" y="408"/>
                    <a:pt x="204" y="408"/>
                  </a:cubicBezTo>
                  <a:lnTo>
                    <a:pt x="4023" y="408"/>
                  </a:lnTo>
                  <a:cubicBezTo>
                    <a:pt x="4136" y="408"/>
                    <a:pt x="4228" y="318"/>
                    <a:pt x="4228" y="205"/>
                  </a:cubicBezTo>
                  <a:cubicBezTo>
                    <a:pt x="4228" y="92"/>
                    <a:pt x="4136" y="1"/>
                    <a:pt x="4023" y="1"/>
                  </a:cubicBezTo>
                  <a:close/>
                </a:path>
              </a:pathLst>
            </a:cu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81" name="Google Shape;381;p55"/>
            <p:cNvSpPr/>
            <p:nvPr/>
          </p:nvSpPr>
          <p:spPr>
            <a:xfrm>
              <a:off x="6312588" y="2647850"/>
              <a:ext cx="78775" cy="77775"/>
            </a:xfrm>
            <a:custGeom>
              <a:rect b="b" l="l" r="r" t="t"/>
              <a:pathLst>
                <a:path extrusionOk="0" h="3111" w="3151">
                  <a:moveTo>
                    <a:pt x="2926" y="1"/>
                  </a:moveTo>
                  <a:cubicBezTo>
                    <a:pt x="2873" y="1"/>
                    <a:pt x="2821" y="21"/>
                    <a:pt x="2782" y="61"/>
                  </a:cubicBezTo>
                  <a:lnTo>
                    <a:pt x="81" y="2762"/>
                  </a:lnTo>
                  <a:cubicBezTo>
                    <a:pt x="1" y="2842"/>
                    <a:pt x="1" y="2971"/>
                    <a:pt x="81" y="3051"/>
                  </a:cubicBezTo>
                  <a:cubicBezTo>
                    <a:pt x="121" y="3091"/>
                    <a:pt x="173" y="3111"/>
                    <a:pt x="226" y="3111"/>
                  </a:cubicBezTo>
                  <a:cubicBezTo>
                    <a:pt x="278" y="3111"/>
                    <a:pt x="331" y="3091"/>
                    <a:pt x="371" y="3051"/>
                  </a:cubicBezTo>
                  <a:lnTo>
                    <a:pt x="3071" y="351"/>
                  </a:lnTo>
                  <a:cubicBezTo>
                    <a:pt x="3151" y="270"/>
                    <a:pt x="3151" y="141"/>
                    <a:pt x="3071" y="61"/>
                  </a:cubicBezTo>
                  <a:cubicBezTo>
                    <a:pt x="3031" y="21"/>
                    <a:pt x="2978" y="1"/>
                    <a:pt x="2926" y="1"/>
                  </a:cubicBezTo>
                  <a:close/>
                </a:path>
              </a:pathLst>
            </a:cu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82" name="Google Shape;382;p55"/>
            <p:cNvSpPr/>
            <p:nvPr/>
          </p:nvSpPr>
          <p:spPr>
            <a:xfrm>
              <a:off x="6404338" y="2559200"/>
              <a:ext cx="78725" cy="77800"/>
            </a:xfrm>
            <a:custGeom>
              <a:rect b="b" l="l" r="r" t="t"/>
              <a:pathLst>
                <a:path extrusionOk="0" h="3112" w="3149">
                  <a:moveTo>
                    <a:pt x="2924" y="1"/>
                  </a:moveTo>
                  <a:cubicBezTo>
                    <a:pt x="2871" y="1"/>
                    <a:pt x="2819" y="21"/>
                    <a:pt x="2778" y="61"/>
                  </a:cubicBezTo>
                  <a:lnTo>
                    <a:pt x="79" y="2762"/>
                  </a:lnTo>
                  <a:cubicBezTo>
                    <a:pt x="0" y="2842"/>
                    <a:pt x="0" y="2970"/>
                    <a:pt x="79" y="3051"/>
                  </a:cubicBezTo>
                  <a:cubicBezTo>
                    <a:pt x="119" y="3091"/>
                    <a:pt x="171" y="3112"/>
                    <a:pt x="223" y="3112"/>
                  </a:cubicBezTo>
                  <a:cubicBezTo>
                    <a:pt x="275" y="3112"/>
                    <a:pt x="328" y="3091"/>
                    <a:pt x="368" y="3051"/>
                  </a:cubicBezTo>
                  <a:lnTo>
                    <a:pt x="3069" y="351"/>
                  </a:lnTo>
                  <a:cubicBezTo>
                    <a:pt x="3149" y="271"/>
                    <a:pt x="3149" y="142"/>
                    <a:pt x="3069" y="61"/>
                  </a:cubicBezTo>
                  <a:cubicBezTo>
                    <a:pt x="3028" y="21"/>
                    <a:pt x="2976" y="1"/>
                    <a:pt x="2924" y="1"/>
                  </a:cubicBezTo>
                  <a:close/>
                </a:path>
              </a:pathLst>
            </a:cu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83" name="Google Shape;383;p55"/>
            <p:cNvSpPr/>
            <p:nvPr/>
          </p:nvSpPr>
          <p:spPr>
            <a:xfrm>
              <a:off x="6402563" y="2640275"/>
              <a:ext cx="105725" cy="10225"/>
            </a:xfrm>
            <a:custGeom>
              <a:rect b="b" l="l" r="r" t="t"/>
              <a:pathLst>
                <a:path extrusionOk="0" h="409" w="4229">
                  <a:moveTo>
                    <a:pt x="206" y="1"/>
                  </a:moveTo>
                  <a:cubicBezTo>
                    <a:pt x="93" y="1"/>
                    <a:pt x="1" y="92"/>
                    <a:pt x="1" y="205"/>
                  </a:cubicBezTo>
                  <a:cubicBezTo>
                    <a:pt x="1" y="318"/>
                    <a:pt x="93" y="408"/>
                    <a:pt x="206" y="408"/>
                  </a:cubicBezTo>
                  <a:lnTo>
                    <a:pt x="4025" y="408"/>
                  </a:lnTo>
                  <a:cubicBezTo>
                    <a:pt x="4027" y="408"/>
                    <a:pt x="4028" y="408"/>
                    <a:pt x="4030" y="408"/>
                  </a:cubicBezTo>
                  <a:cubicBezTo>
                    <a:pt x="4139" y="408"/>
                    <a:pt x="4228" y="317"/>
                    <a:pt x="4228" y="205"/>
                  </a:cubicBezTo>
                  <a:cubicBezTo>
                    <a:pt x="4228" y="92"/>
                    <a:pt x="4137" y="1"/>
                    <a:pt x="4025" y="1"/>
                  </a:cubicBezTo>
                  <a:close/>
                </a:path>
              </a:pathLst>
            </a:cu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84" name="Google Shape;384;p55"/>
            <p:cNvSpPr/>
            <p:nvPr/>
          </p:nvSpPr>
          <p:spPr>
            <a:xfrm>
              <a:off x="6390638" y="2647850"/>
              <a:ext cx="78800" cy="77775"/>
            </a:xfrm>
            <a:custGeom>
              <a:rect b="b" l="l" r="r" t="t"/>
              <a:pathLst>
                <a:path extrusionOk="0" h="3111" w="3152">
                  <a:moveTo>
                    <a:pt x="226" y="1"/>
                  </a:moveTo>
                  <a:cubicBezTo>
                    <a:pt x="174" y="1"/>
                    <a:pt x="122" y="21"/>
                    <a:pt x="82" y="61"/>
                  </a:cubicBezTo>
                  <a:cubicBezTo>
                    <a:pt x="0" y="141"/>
                    <a:pt x="0" y="270"/>
                    <a:pt x="82" y="351"/>
                  </a:cubicBezTo>
                  <a:lnTo>
                    <a:pt x="2781" y="3051"/>
                  </a:lnTo>
                  <a:cubicBezTo>
                    <a:pt x="2821" y="3091"/>
                    <a:pt x="2873" y="3111"/>
                    <a:pt x="2926" y="3111"/>
                  </a:cubicBezTo>
                  <a:cubicBezTo>
                    <a:pt x="2978" y="3111"/>
                    <a:pt x="3031" y="3091"/>
                    <a:pt x="3072" y="3051"/>
                  </a:cubicBezTo>
                  <a:cubicBezTo>
                    <a:pt x="3152" y="2971"/>
                    <a:pt x="3152" y="2842"/>
                    <a:pt x="3072" y="2762"/>
                  </a:cubicBezTo>
                  <a:lnTo>
                    <a:pt x="371" y="61"/>
                  </a:lnTo>
                  <a:cubicBezTo>
                    <a:pt x="331" y="21"/>
                    <a:pt x="278" y="1"/>
                    <a:pt x="226" y="1"/>
                  </a:cubicBezTo>
                  <a:close/>
                </a:path>
              </a:pathLst>
            </a:cu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85" name="Google Shape;385;p55"/>
            <p:cNvSpPr/>
            <p:nvPr/>
          </p:nvSpPr>
          <p:spPr>
            <a:xfrm>
              <a:off x="6388938" y="2643675"/>
              <a:ext cx="10225" cy="105700"/>
            </a:xfrm>
            <a:custGeom>
              <a:rect b="b" l="l" r="r" t="t"/>
              <a:pathLst>
                <a:path extrusionOk="0" h="4228" w="409">
                  <a:moveTo>
                    <a:pt x="204" y="1"/>
                  </a:moveTo>
                  <a:cubicBezTo>
                    <a:pt x="92" y="1"/>
                    <a:pt x="1" y="92"/>
                    <a:pt x="1" y="205"/>
                  </a:cubicBezTo>
                  <a:lnTo>
                    <a:pt x="1" y="4025"/>
                  </a:lnTo>
                  <a:cubicBezTo>
                    <a:pt x="1" y="4136"/>
                    <a:pt x="92" y="4228"/>
                    <a:pt x="204" y="4228"/>
                  </a:cubicBezTo>
                  <a:cubicBezTo>
                    <a:pt x="317" y="4228"/>
                    <a:pt x="409" y="4138"/>
                    <a:pt x="409" y="4025"/>
                  </a:cubicBezTo>
                  <a:lnTo>
                    <a:pt x="409" y="205"/>
                  </a:lnTo>
                  <a:cubicBezTo>
                    <a:pt x="409" y="92"/>
                    <a:pt x="317" y="1"/>
                    <a:pt x="204" y="1"/>
                  </a:cubicBezTo>
                  <a:close/>
                </a:path>
              </a:pathLst>
            </a:cu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86" name="Google Shape;386;p55"/>
            <p:cNvSpPr/>
            <p:nvPr/>
          </p:nvSpPr>
          <p:spPr>
            <a:xfrm>
              <a:off x="6224263" y="2492250"/>
              <a:ext cx="331750" cy="291575"/>
            </a:xfrm>
            <a:custGeom>
              <a:rect b="b" l="l" r="r" t="t"/>
              <a:pathLst>
                <a:path extrusionOk="0" h="11663" w="13270">
                  <a:moveTo>
                    <a:pt x="6629" y="2611"/>
                  </a:moveTo>
                  <a:cubicBezTo>
                    <a:pt x="7864" y="2611"/>
                    <a:pt x="9044" y="3323"/>
                    <a:pt x="9578" y="4520"/>
                  </a:cubicBezTo>
                  <a:cubicBezTo>
                    <a:pt x="10302" y="6142"/>
                    <a:pt x="9571" y="8050"/>
                    <a:pt x="7947" y="8774"/>
                  </a:cubicBezTo>
                  <a:cubicBezTo>
                    <a:pt x="7522" y="8963"/>
                    <a:pt x="7078" y="9053"/>
                    <a:pt x="6640" y="9053"/>
                  </a:cubicBezTo>
                  <a:cubicBezTo>
                    <a:pt x="5406" y="9053"/>
                    <a:pt x="4226" y="8341"/>
                    <a:pt x="3693" y="7143"/>
                  </a:cubicBezTo>
                  <a:cubicBezTo>
                    <a:pt x="2970" y="5521"/>
                    <a:pt x="3701" y="3611"/>
                    <a:pt x="5323" y="2889"/>
                  </a:cubicBezTo>
                  <a:cubicBezTo>
                    <a:pt x="5748" y="2700"/>
                    <a:pt x="6192" y="2611"/>
                    <a:pt x="6629" y="2611"/>
                  </a:cubicBezTo>
                  <a:close/>
                  <a:moveTo>
                    <a:pt x="6626" y="1"/>
                  </a:moveTo>
                  <a:cubicBezTo>
                    <a:pt x="5834" y="1"/>
                    <a:pt x="5030" y="163"/>
                    <a:pt x="4262" y="506"/>
                  </a:cubicBezTo>
                  <a:cubicBezTo>
                    <a:pt x="1324" y="1815"/>
                    <a:pt x="0" y="5269"/>
                    <a:pt x="1309" y="8206"/>
                  </a:cubicBezTo>
                  <a:cubicBezTo>
                    <a:pt x="2276" y="10373"/>
                    <a:pt x="4411" y="11662"/>
                    <a:pt x="6644" y="11662"/>
                  </a:cubicBezTo>
                  <a:cubicBezTo>
                    <a:pt x="7436" y="11662"/>
                    <a:pt x="8240" y="11500"/>
                    <a:pt x="9008" y="11157"/>
                  </a:cubicBezTo>
                  <a:cubicBezTo>
                    <a:pt x="11945" y="9848"/>
                    <a:pt x="13270" y="6394"/>
                    <a:pt x="11961" y="3458"/>
                  </a:cubicBezTo>
                  <a:cubicBezTo>
                    <a:pt x="10995" y="1290"/>
                    <a:pt x="8859" y="1"/>
                    <a:pt x="6626" y="1"/>
                  </a:cubicBezTo>
                  <a:close/>
                </a:path>
              </a:pathLst>
            </a:custGeom>
            <a:solidFill>
              <a:schemeClr val="accent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87" name="Google Shape;387;p55"/>
            <p:cNvSpPr/>
            <p:nvPr/>
          </p:nvSpPr>
          <p:spPr>
            <a:xfrm>
              <a:off x="6368463" y="2442950"/>
              <a:ext cx="47750" cy="181150"/>
            </a:xfrm>
            <a:custGeom>
              <a:rect b="b" l="l" r="r" t="t"/>
              <a:pathLst>
                <a:path extrusionOk="0" h="7246" w="1910">
                  <a:moveTo>
                    <a:pt x="956" y="0"/>
                  </a:moveTo>
                  <a:cubicBezTo>
                    <a:pt x="428" y="0"/>
                    <a:pt x="0" y="212"/>
                    <a:pt x="0" y="474"/>
                  </a:cubicBezTo>
                  <a:lnTo>
                    <a:pt x="0" y="6771"/>
                  </a:lnTo>
                  <a:cubicBezTo>
                    <a:pt x="0" y="7033"/>
                    <a:pt x="428" y="7246"/>
                    <a:pt x="956" y="7246"/>
                  </a:cubicBezTo>
                  <a:cubicBezTo>
                    <a:pt x="1484" y="7246"/>
                    <a:pt x="1910" y="7033"/>
                    <a:pt x="1910" y="6771"/>
                  </a:cubicBezTo>
                  <a:lnTo>
                    <a:pt x="1910" y="474"/>
                  </a:lnTo>
                  <a:cubicBezTo>
                    <a:pt x="1910" y="212"/>
                    <a:pt x="1484" y="0"/>
                    <a:pt x="956" y="0"/>
                  </a:cubicBezTo>
                  <a:close/>
                </a:path>
              </a:pathLst>
            </a:cu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88" name="Google Shape;388;p55"/>
            <p:cNvSpPr/>
            <p:nvPr/>
          </p:nvSpPr>
          <p:spPr>
            <a:xfrm>
              <a:off x="6362838" y="2431000"/>
              <a:ext cx="56425" cy="56425"/>
            </a:xfrm>
            <a:custGeom>
              <a:rect b="b" l="l" r="r" t="t"/>
              <a:pathLst>
                <a:path extrusionOk="0" h="2257" w="2257">
                  <a:moveTo>
                    <a:pt x="1129" y="0"/>
                  </a:moveTo>
                  <a:cubicBezTo>
                    <a:pt x="507" y="0"/>
                    <a:pt x="1" y="504"/>
                    <a:pt x="1" y="1129"/>
                  </a:cubicBezTo>
                  <a:cubicBezTo>
                    <a:pt x="1" y="1753"/>
                    <a:pt x="507" y="2256"/>
                    <a:pt x="1129" y="2256"/>
                  </a:cubicBezTo>
                  <a:cubicBezTo>
                    <a:pt x="1752" y="2256"/>
                    <a:pt x="2257" y="1750"/>
                    <a:pt x="2257" y="1129"/>
                  </a:cubicBezTo>
                  <a:cubicBezTo>
                    <a:pt x="2257" y="505"/>
                    <a:pt x="1752" y="0"/>
                    <a:pt x="1129" y="0"/>
                  </a:cubicBezTo>
                  <a:close/>
                </a:path>
              </a:pathLst>
            </a:custGeom>
            <a:solidFill>
              <a:schemeClr val="accent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89" name="Google Shape;389;p55"/>
            <p:cNvSpPr/>
            <p:nvPr/>
          </p:nvSpPr>
          <p:spPr>
            <a:xfrm>
              <a:off x="6361638" y="2604350"/>
              <a:ext cx="63675" cy="63675"/>
            </a:xfrm>
            <a:custGeom>
              <a:rect b="b" l="l" r="r" t="t"/>
              <a:pathLst>
                <a:path extrusionOk="0" h="2547" w="2547">
                  <a:moveTo>
                    <a:pt x="1273" y="0"/>
                  </a:moveTo>
                  <a:cubicBezTo>
                    <a:pt x="571" y="0"/>
                    <a:pt x="0" y="571"/>
                    <a:pt x="0" y="1273"/>
                  </a:cubicBezTo>
                  <a:cubicBezTo>
                    <a:pt x="0" y="1977"/>
                    <a:pt x="571" y="2546"/>
                    <a:pt x="1273" y="2546"/>
                  </a:cubicBezTo>
                  <a:cubicBezTo>
                    <a:pt x="1976" y="2546"/>
                    <a:pt x="2546" y="1977"/>
                    <a:pt x="2546" y="1273"/>
                  </a:cubicBezTo>
                  <a:cubicBezTo>
                    <a:pt x="2546" y="569"/>
                    <a:pt x="1976" y="0"/>
                    <a:pt x="1273" y="0"/>
                  </a:cubicBezTo>
                  <a:close/>
                </a:path>
              </a:pathLst>
            </a:cu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90" name="Google Shape;390;p55"/>
            <p:cNvSpPr/>
            <p:nvPr/>
          </p:nvSpPr>
          <p:spPr>
            <a:xfrm>
              <a:off x="7029513" y="2282650"/>
              <a:ext cx="219525" cy="215750"/>
            </a:xfrm>
            <a:custGeom>
              <a:rect b="b" l="l" r="r" t="t"/>
              <a:pathLst>
                <a:path extrusionOk="0" h="8630" w="8781">
                  <a:moveTo>
                    <a:pt x="854" y="0"/>
                  </a:moveTo>
                  <a:cubicBezTo>
                    <a:pt x="654" y="0"/>
                    <a:pt x="454" y="76"/>
                    <a:pt x="302" y="228"/>
                  </a:cubicBezTo>
                  <a:cubicBezTo>
                    <a:pt x="0" y="533"/>
                    <a:pt x="0" y="1028"/>
                    <a:pt x="302" y="1331"/>
                  </a:cubicBezTo>
                  <a:lnTo>
                    <a:pt x="7373" y="8402"/>
                  </a:lnTo>
                  <a:cubicBezTo>
                    <a:pt x="7525" y="8554"/>
                    <a:pt x="7725" y="8629"/>
                    <a:pt x="7924" y="8629"/>
                  </a:cubicBezTo>
                  <a:cubicBezTo>
                    <a:pt x="8124" y="8629"/>
                    <a:pt x="8324" y="8554"/>
                    <a:pt x="8476" y="8402"/>
                  </a:cubicBezTo>
                  <a:cubicBezTo>
                    <a:pt x="8781" y="8097"/>
                    <a:pt x="8781" y="7602"/>
                    <a:pt x="8476" y="7299"/>
                  </a:cubicBezTo>
                  <a:lnTo>
                    <a:pt x="1406" y="228"/>
                  </a:lnTo>
                  <a:cubicBezTo>
                    <a:pt x="1254" y="76"/>
                    <a:pt x="1054" y="0"/>
                    <a:pt x="854" y="0"/>
                  </a:cubicBezTo>
                  <a:close/>
                </a:path>
              </a:pathLst>
            </a:cu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91" name="Google Shape;391;p55"/>
            <p:cNvSpPr/>
            <p:nvPr/>
          </p:nvSpPr>
          <p:spPr>
            <a:xfrm>
              <a:off x="7235988" y="2572400"/>
              <a:ext cx="74125" cy="73225"/>
            </a:xfrm>
            <a:custGeom>
              <a:rect b="b" l="l" r="r" t="t"/>
              <a:pathLst>
                <a:path extrusionOk="0" h="2929" w="2965">
                  <a:moveTo>
                    <a:pt x="2754" y="1"/>
                  </a:moveTo>
                  <a:cubicBezTo>
                    <a:pt x="2705" y="1"/>
                    <a:pt x="2656" y="20"/>
                    <a:pt x="2619" y="58"/>
                  </a:cubicBezTo>
                  <a:lnTo>
                    <a:pt x="75" y="2600"/>
                  </a:lnTo>
                  <a:cubicBezTo>
                    <a:pt x="1" y="2676"/>
                    <a:pt x="1" y="2797"/>
                    <a:pt x="75" y="2872"/>
                  </a:cubicBezTo>
                  <a:cubicBezTo>
                    <a:pt x="113" y="2910"/>
                    <a:pt x="163" y="2928"/>
                    <a:pt x="212" y="2928"/>
                  </a:cubicBezTo>
                  <a:cubicBezTo>
                    <a:pt x="261" y="2928"/>
                    <a:pt x="310" y="2910"/>
                    <a:pt x="347" y="2872"/>
                  </a:cubicBezTo>
                  <a:lnTo>
                    <a:pt x="2891" y="330"/>
                  </a:lnTo>
                  <a:cubicBezTo>
                    <a:pt x="2965" y="254"/>
                    <a:pt x="2965" y="132"/>
                    <a:pt x="2891" y="58"/>
                  </a:cubicBezTo>
                  <a:cubicBezTo>
                    <a:pt x="2853" y="20"/>
                    <a:pt x="2803" y="1"/>
                    <a:pt x="2754" y="1"/>
                  </a:cubicBezTo>
                  <a:close/>
                </a:path>
              </a:pathLst>
            </a:cu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92" name="Google Shape;392;p55"/>
            <p:cNvSpPr/>
            <p:nvPr/>
          </p:nvSpPr>
          <p:spPr>
            <a:xfrm>
              <a:off x="7231838" y="2648675"/>
              <a:ext cx="99575" cy="9700"/>
            </a:xfrm>
            <a:custGeom>
              <a:rect b="b" l="l" r="r" t="t"/>
              <a:pathLst>
                <a:path extrusionOk="0" h="388" w="3983">
                  <a:moveTo>
                    <a:pt x="193" y="1"/>
                  </a:moveTo>
                  <a:cubicBezTo>
                    <a:pt x="87" y="1"/>
                    <a:pt x="1" y="90"/>
                    <a:pt x="1" y="194"/>
                  </a:cubicBezTo>
                  <a:cubicBezTo>
                    <a:pt x="1" y="300"/>
                    <a:pt x="85" y="387"/>
                    <a:pt x="193" y="387"/>
                  </a:cubicBezTo>
                  <a:lnTo>
                    <a:pt x="3789" y="387"/>
                  </a:lnTo>
                  <a:cubicBezTo>
                    <a:pt x="3895" y="387"/>
                    <a:pt x="3982" y="301"/>
                    <a:pt x="3982" y="194"/>
                  </a:cubicBezTo>
                  <a:cubicBezTo>
                    <a:pt x="3982" y="90"/>
                    <a:pt x="3896" y="1"/>
                    <a:pt x="3789" y="1"/>
                  </a:cubicBezTo>
                  <a:close/>
                </a:path>
              </a:pathLst>
            </a:cu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93" name="Google Shape;393;p55"/>
            <p:cNvSpPr/>
            <p:nvPr/>
          </p:nvSpPr>
          <p:spPr>
            <a:xfrm>
              <a:off x="7223163" y="2655875"/>
              <a:ext cx="74150" cy="73200"/>
            </a:xfrm>
            <a:custGeom>
              <a:rect b="b" l="l" r="r" t="t"/>
              <a:pathLst>
                <a:path extrusionOk="0" h="2928" w="2966">
                  <a:moveTo>
                    <a:pt x="212" y="0"/>
                  </a:moveTo>
                  <a:cubicBezTo>
                    <a:pt x="162" y="0"/>
                    <a:pt x="113" y="19"/>
                    <a:pt x="76" y="56"/>
                  </a:cubicBezTo>
                  <a:cubicBezTo>
                    <a:pt x="0" y="132"/>
                    <a:pt x="0" y="254"/>
                    <a:pt x="76" y="328"/>
                  </a:cubicBezTo>
                  <a:lnTo>
                    <a:pt x="2618" y="2871"/>
                  </a:lnTo>
                  <a:cubicBezTo>
                    <a:pt x="2656" y="2909"/>
                    <a:pt x="2705" y="2927"/>
                    <a:pt x="2755" y="2927"/>
                  </a:cubicBezTo>
                  <a:cubicBezTo>
                    <a:pt x="2804" y="2927"/>
                    <a:pt x="2853" y="2909"/>
                    <a:pt x="2890" y="2871"/>
                  </a:cubicBezTo>
                  <a:cubicBezTo>
                    <a:pt x="2966" y="2796"/>
                    <a:pt x="2966" y="2674"/>
                    <a:pt x="2890" y="2600"/>
                  </a:cubicBezTo>
                  <a:lnTo>
                    <a:pt x="348" y="56"/>
                  </a:lnTo>
                  <a:cubicBezTo>
                    <a:pt x="310" y="19"/>
                    <a:pt x="261" y="0"/>
                    <a:pt x="212" y="0"/>
                  </a:cubicBezTo>
                  <a:close/>
                </a:path>
              </a:pathLst>
            </a:cu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94" name="Google Shape;394;p55"/>
            <p:cNvSpPr/>
            <p:nvPr/>
          </p:nvSpPr>
          <p:spPr>
            <a:xfrm>
              <a:off x="7136788" y="2572400"/>
              <a:ext cx="74175" cy="73225"/>
            </a:xfrm>
            <a:custGeom>
              <a:rect b="b" l="l" r="r" t="t"/>
              <a:pathLst>
                <a:path extrusionOk="0" h="2929" w="2967">
                  <a:moveTo>
                    <a:pt x="211" y="1"/>
                  </a:moveTo>
                  <a:cubicBezTo>
                    <a:pt x="162" y="1"/>
                    <a:pt x="113" y="20"/>
                    <a:pt x="75" y="58"/>
                  </a:cubicBezTo>
                  <a:cubicBezTo>
                    <a:pt x="1" y="132"/>
                    <a:pt x="1" y="254"/>
                    <a:pt x="75" y="330"/>
                  </a:cubicBezTo>
                  <a:lnTo>
                    <a:pt x="2618" y="2872"/>
                  </a:lnTo>
                  <a:cubicBezTo>
                    <a:pt x="2656" y="2910"/>
                    <a:pt x="2705" y="2928"/>
                    <a:pt x="2754" y="2928"/>
                  </a:cubicBezTo>
                  <a:cubicBezTo>
                    <a:pt x="2803" y="2928"/>
                    <a:pt x="2852" y="2910"/>
                    <a:pt x="2890" y="2872"/>
                  </a:cubicBezTo>
                  <a:cubicBezTo>
                    <a:pt x="2966" y="2797"/>
                    <a:pt x="2966" y="2676"/>
                    <a:pt x="2890" y="2600"/>
                  </a:cubicBezTo>
                  <a:lnTo>
                    <a:pt x="347" y="58"/>
                  </a:lnTo>
                  <a:cubicBezTo>
                    <a:pt x="310" y="20"/>
                    <a:pt x="261" y="1"/>
                    <a:pt x="211" y="1"/>
                  </a:cubicBezTo>
                  <a:close/>
                </a:path>
              </a:pathLst>
            </a:cu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95" name="Google Shape;395;p55"/>
            <p:cNvSpPr/>
            <p:nvPr/>
          </p:nvSpPr>
          <p:spPr>
            <a:xfrm>
              <a:off x="7113038" y="2648675"/>
              <a:ext cx="99550" cy="9700"/>
            </a:xfrm>
            <a:custGeom>
              <a:rect b="b" l="l" r="r" t="t"/>
              <a:pathLst>
                <a:path extrusionOk="0" h="388" w="3982">
                  <a:moveTo>
                    <a:pt x="194" y="1"/>
                  </a:moveTo>
                  <a:cubicBezTo>
                    <a:pt x="87" y="1"/>
                    <a:pt x="1" y="90"/>
                    <a:pt x="1" y="194"/>
                  </a:cubicBezTo>
                  <a:cubicBezTo>
                    <a:pt x="1" y="300"/>
                    <a:pt x="87" y="387"/>
                    <a:pt x="194" y="387"/>
                  </a:cubicBezTo>
                  <a:lnTo>
                    <a:pt x="3789" y="387"/>
                  </a:lnTo>
                  <a:cubicBezTo>
                    <a:pt x="3896" y="387"/>
                    <a:pt x="3982" y="300"/>
                    <a:pt x="3982" y="194"/>
                  </a:cubicBezTo>
                  <a:cubicBezTo>
                    <a:pt x="3982" y="87"/>
                    <a:pt x="3896" y="1"/>
                    <a:pt x="3789" y="1"/>
                  </a:cubicBezTo>
                  <a:close/>
                </a:path>
              </a:pathLst>
            </a:cu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96" name="Google Shape;396;p55"/>
            <p:cNvSpPr/>
            <p:nvPr/>
          </p:nvSpPr>
          <p:spPr>
            <a:xfrm>
              <a:off x="7149638" y="2655875"/>
              <a:ext cx="74125" cy="73200"/>
            </a:xfrm>
            <a:custGeom>
              <a:rect b="b" l="l" r="r" t="t"/>
              <a:pathLst>
                <a:path extrusionOk="0" h="2928" w="2965">
                  <a:moveTo>
                    <a:pt x="2753" y="0"/>
                  </a:moveTo>
                  <a:cubicBezTo>
                    <a:pt x="2704" y="0"/>
                    <a:pt x="2655" y="19"/>
                    <a:pt x="2618" y="56"/>
                  </a:cubicBezTo>
                  <a:lnTo>
                    <a:pt x="75" y="2600"/>
                  </a:lnTo>
                  <a:cubicBezTo>
                    <a:pt x="0" y="2674"/>
                    <a:pt x="0" y="2796"/>
                    <a:pt x="75" y="2871"/>
                  </a:cubicBezTo>
                  <a:cubicBezTo>
                    <a:pt x="112" y="2909"/>
                    <a:pt x="162" y="2927"/>
                    <a:pt x="211" y="2927"/>
                  </a:cubicBezTo>
                  <a:cubicBezTo>
                    <a:pt x="260" y="2927"/>
                    <a:pt x="309" y="2909"/>
                    <a:pt x="346" y="2871"/>
                  </a:cubicBezTo>
                  <a:lnTo>
                    <a:pt x="2890" y="328"/>
                  </a:lnTo>
                  <a:cubicBezTo>
                    <a:pt x="2964" y="254"/>
                    <a:pt x="2964" y="132"/>
                    <a:pt x="2890" y="56"/>
                  </a:cubicBezTo>
                  <a:cubicBezTo>
                    <a:pt x="2852" y="19"/>
                    <a:pt x="2803" y="0"/>
                    <a:pt x="2753" y="0"/>
                  </a:cubicBezTo>
                  <a:close/>
                </a:path>
              </a:pathLst>
            </a:cu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97" name="Google Shape;397;p55"/>
            <p:cNvSpPr/>
            <p:nvPr/>
          </p:nvSpPr>
          <p:spPr>
            <a:xfrm>
              <a:off x="7215788" y="2651875"/>
              <a:ext cx="9675" cy="99575"/>
            </a:xfrm>
            <a:custGeom>
              <a:rect b="b" l="l" r="r" t="t"/>
              <a:pathLst>
                <a:path extrusionOk="0" h="3983" w="387">
                  <a:moveTo>
                    <a:pt x="194" y="0"/>
                  </a:moveTo>
                  <a:cubicBezTo>
                    <a:pt x="88" y="0"/>
                    <a:pt x="1" y="86"/>
                    <a:pt x="1" y="193"/>
                  </a:cubicBezTo>
                  <a:lnTo>
                    <a:pt x="1" y="3790"/>
                  </a:lnTo>
                  <a:cubicBezTo>
                    <a:pt x="1" y="3895"/>
                    <a:pt x="86" y="3983"/>
                    <a:pt x="194" y="3983"/>
                  </a:cubicBezTo>
                  <a:cubicBezTo>
                    <a:pt x="301" y="3983"/>
                    <a:pt x="387" y="3897"/>
                    <a:pt x="387" y="3790"/>
                  </a:cubicBezTo>
                  <a:lnTo>
                    <a:pt x="387" y="193"/>
                  </a:lnTo>
                  <a:cubicBezTo>
                    <a:pt x="387" y="87"/>
                    <a:pt x="301" y="0"/>
                    <a:pt x="194" y="0"/>
                  </a:cubicBezTo>
                  <a:close/>
                </a:path>
              </a:pathLst>
            </a:cu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98" name="Google Shape;398;p55"/>
            <p:cNvSpPr/>
            <p:nvPr/>
          </p:nvSpPr>
          <p:spPr>
            <a:xfrm>
              <a:off x="7068138" y="2509350"/>
              <a:ext cx="312250" cy="274450"/>
            </a:xfrm>
            <a:custGeom>
              <a:rect b="b" l="l" r="r" t="t"/>
              <a:pathLst>
                <a:path extrusionOk="0" h="10978" w="12490">
                  <a:moveTo>
                    <a:pt x="6252" y="2458"/>
                  </a:moveTo>
                  <a:cubicBezTo>
                    <a:pt x="6663" y="2458"/>
                    <a:pt x="7081" y="2542"/>
                    <a:pt x="7480" y="2720"/>
                  </a:cubicBezTo>
                  <a:cubicBezTo>
                    <a:pt x="9007" y="3399"/>
                    <a:pt x="9696" y="5196"/>
                    <a:pt x="9014" y="6724"/>
                  </a:cubicBezTo>
                  <a:cubicBezTo>
                    <a:pt x="8511" y="7852"/>
                    <a:pt x="7402" y="8522"/>
                    <a:pt x="6241" y="8522"/>
                  </a:cubicBezTo>
                  <a:cubicBezTo>
                    <a:pt x="5829" y="8522"/>
                    <a:pt x="5411" y="8437"/>
                    <a:pt x="5011" y="8259"/>
                  </a:cubicBezTo>
                  <a:cubicBezTo>
                    <a:pt x="3483" y="7579"/>
                    <a:pt x="2795" y="5781"/>
                    <a:pt x="3476" y="4256"/>
                  </a:cubicBezTo>
                  <a:cubicBezTo>
                    <a:pt x="3979" y="3129"/>
                    <a:pt x="5090" y="2458"/>
                    <a:pt x="6252" y="2458"/>
                  </a:cubicBezTo>
                  <a:close/>
                  <a:moveTo>
                    <a:pt x="6252" y="1"/>
                  </a:moveTo>
                  <a:cubicBezTo>
                    <a:pt x="4150" y="1"/>
                    <a:pt x="2142" y="1214"/>
                    <a:pt x="1232" y="3255"/>
                  </a:cubicBezTo>
                  <a:cubicBezTo>
                    <a:pt x="0" y="6020"/>
                    <a:pt x="1246" y="9270"/>
                    <a:pt x="4011" y="10502"/>
                  </a:cubicBezTo>
                  <a:cubicBezTo>
                    <a:pt x="4735" y="10825"/>
                    <a:pt x="5492" y="10978"/>
                    <a:pt x="6238" y="10978"/>
                  </a:cubicBezTo>
                  <a:cubicBezTo>
                    <a:pt x="8340" y="10978"/>
                    <a:pt x="10349" y="9764"/>
                    <a:pt x="11258" y="7724"/>
                  </a:cubicBezTo>
                  <a:cubicBezTo>
                    <a:pt x="12490" y="4959"/>
                    <a:pt x="11244" y="1709"/>
                    <a:pt x="8480" y="477"/>
                  </a:cubicBezTo>
                  <a:cubicBezTo>
                    <a:pt x="7756" y="154"/>
                    <a:pt x="6998" y="1"/>
                    <a:pt x="6252" y="1"/>
                  </a:cubicBezTo>
                  <a:close/>
                </a:path>
              </a:pathLst>
            </a:custGeom>
            <a:solidFill>
              <a:schemeClr val="accent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99" name="Google Shape;399;p55"/>
            <p:cNvSpPr/>
            <p:nvPr/>
          </p:nvSpPr>
          <p:spPr>
            <a:xfrm>
              <a:off x="7199738" y="2462975"/>
              <a:ext cx="44975" cy="170525"/>
            </a:xfrm>
            <a:custGeom>
              <a:rect b="b" l="l" r="r" t="t"/>
              <a:pathLst>
                <a:path extrusionOk="0" h="6821" w="1799">
                  <a:moveTo>
                    <a:pt x="900" y="0"/>
                  </a:moveTo>
                  <a:cubicBezTo>
                    <a:pt x="402" y="0"/>
                    <a:pt x="0" y="200"/>
                    <a:pt x="0" y="447"/>
                  </a:cubicBezTo>
                  <a:lnTo>
                    <a:pt x="0" y="6375"/>
                  </a:lnTo>
                  <a:cubicBezTo>
                    <a:pt x="0" y="6621"/>
                    <a:pt x="402" y="6821"/>
                    <a:pt x="900" y="6821"/>
                  </a:cubicBezTo>
                  <a:cubicBezTo>
                    <a:pt x="1397" y="6821"/>
                    <a:pt x="1799" y="6621"/>
                    <a:pt x="1799" y="6375"/>
                  </a:cubicBezTo>
                  <a:lnTo>
                    <a:pt x="1799" y="447"/>
                  </a:lnTo>
                  <a:cubicBezTo>
                    <a:pt x="1799" y="200"/>
                    <a:pt x="1397" y="0"/>
                    <a:pt x="900" y="0"/>
                  </a:cubicBezTo>
                  <a:close/>
                </a:path>
              </a:pathLst>
            </a:cu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00" name="Google Shape;400;p55"/>
            <p:cNvSpPr/>
            <p:nvPr/>
          </p:nvSpPr>
          <p:spPr>
            <a:xfrm>
              <a:off x="7196838" y="2451700"/>
              <a:ext cx="53125" cy="53125"/>
            </a:xfrm>
            <a:custGeom>
              <a:rect b="b" l="l" r="r" t="t"/>
              <a:pathLst>
                <a:path extrusionOk="0" h="2125" w="2125">
                  <a:moveTo>
                    <a:pt x="1062" y="1"/>
                  </a:moveTo>
                  <a:cubicBezTo>
                    <a:pt x="475" y="1"/>
                    <a:pt x="0" y="475"/>
                    <a:pt x="0" y="1062"/>
                  </a:cubicBezTo>
                  <a:cubicBezTo>
                    <a:pt x="0" y="1649"/>
                    <a:pt x="475" y="2125"/>
                    <a:pt x="1062" y="2125"/>
                  </a:cubicBezTo>
                  <a:cubicBezTo>
                    <a:pt x="1648" y="2125"/>
                    <a:pt x="2125" y="1649"/>
                    <a:pt x="2125" y="1062"/>
                  </a:cubicBezTo>
                  <a:cubicBezTo>
                    <a:pt x="2125" y="475"/>
                    <a:pt x="1648" y="1"/>
                    <a:pt x="1062" y="1"/>
                  </a:cubicBezTo>
                  <a:close/>
                </a:path>
              </a:pathLst>
            </a:custGeom>
            <a:solidFill>
              <a:schemeClr val="accent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01" name="Google Shape;401;p55"/>
            <p:cNvSpPr/>
            <p:nvPr/>
          </p:nvSpPr>
          <p:spPr>
            <a:xfrm>
              <a:off x="7191188" y="2614900"/>
              <a:ext cx="59925" cy="59925"/>
            </a:xfrm>
            <a:custGeom>
              <a:rect b="b" l="l" r="r" t="t"/>
              <a:pathLst>
                <a:path extrusionOk="0" h="2397" w="2397">
                  <a:moveTo>
                    <a:pt x="1197" y="0"/>
                  </a:moveTo>
                  <a:cubicBezTo>
                    <a:pt x="535" y="0"/>
                    <a:pt x="0" y="536"/>
                    <a:pt x="0" y="1199"/>
                  </a:cubicBezTo>
                  <a:cubicBezTo>
                    <a:pt x="0" y="1860"/>
                    <a:pt x="537" y="2396"/>
                    <a:pt x="1199" y="2396"/>
                  </a:cubicBezTo>
                  <a:cubicBezTo>
                    <a:pt x="1860" y="2396"/>
                    <a:pt x="2397" y="1860"/>
                    <a:pt x="2397" y="1199"/>
                  </a:cubicBezTo>
                  <a:cubicBezTo>
                    <a:pt x="2397" y="536"/>
                    <a:pt x="1860" y="0"/>
                    <a:pt x="1199" y="0"/>
                  </a:cubicBezTo>
                  <a:cubicBezTo>
                    <a:pt x="1198" y="0"/>
                    <a:pt x="1197" y="0"/>
                    <a:pt x="1197" y="0"/>
                  </a:cubicBezTo>
                  <a:close/>
                </a:path>
              </a:pathLst>
            </a:cu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02" name="Google Shape;402;p55"/>
            <p:cNvSpPr/>
            <p:nvPr/>
          </p:nvSpPr>
          <p:spPr>
            <a:xfrm>
              <a:off x="6769013" y="2248025"/>
              <a:ext cx="39325" cy="198775"/>
            </a:xfrm>
            <a:custGeom>
              <a:rect b="b" l="l" r="r" t="t"/>
              <a:pathLst>
                <a:path extrusionOk="0" h="7951" w="1573">
                  <a:moveTo>
                    <a:pt x="764" y="1"/>
                  </a:moveTo>
                  <a:cubicBezTo>
                    <a:pt x="343" y="1"/>
                    <a:pt x="0" y="344"/>
                    <a:pt x="0" y="763"/>
                  </a:cubicBezTo>
                  <a:lnTo>
                    <a:pt x="0" y="7186"/>
                  </a:lnTo>
                  <a:cubicBezTo>
                    <a:pt x="0" y="7607"/>
                    <a:pt x="343" y="7950"/>
                    <a:pt x="764" y="7950"/>
                  </a:cubicBezTo>
                  <a:lnTo>
                    <a:pt x="808" y="7950"/>
                  </a:lnTo>
                  <a:cubicBezTo>
                    <a:pt x="1228" y="7950"/>
                    <a:pt x="1571" y="7607"/>
                    <a:pt x="1572" y="7186"/>
                  </a:cubicBezTo>
                  <a:lnTo>
                    <a:pt x="1572" y="763"/>
                  </a:lnTo>
                  <a:cubicBezTo>
                    <a:pt x="1572" y="344"/>
                    <a:pt x="1229" y="1"/>
                    <a:pt x="808" y="1"/>
                  </a:cubicBezTo>
                  <a:close/>
                </a:path>
              </a:pathLst>
            </a:cu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03" name="Google Shape;403;p55"/>
            <p:cNvSpPr/>
            <p:nvPr/>
          </p:nvSpPr>
          <p:spPr>
            <a:xfrm>
              <a:off x="6695038" y="2559200"/>
              <a:ext cx="78750" cy="77800"/>
            </a:xfrm>
            <a:custGeom>
              <a:rect b="b" l="l" r="r" t="t"/>
              <a:pathLst>
                <a:path extrusionOk="0" h="3112" w="3150">
                  <a:moveTo>
                    <a:pt x="225" y="1"/>
                  </a:moveTo>
                  <a:cubicBezTo>
                    <a:pt x="173" y="1"/>
                    <a:pt x="121" y="21"/>
                    <a:pt x="81" y="61"/>
                  </a:cubicBezTo>
                  <a:cubicBezTo>
                    <a:pt x="1" y="142"/>
                    <a:pt x="1" y="271"/>
                    <a:pt x="81" y="351"/>
                  </a:cubicBezTo>
                  <a:lnTo>
                    <a:pt x="2780" y="3051"/>
                  </a:lnTo>
                  <a:cubicBezTo>
                    <a:pt x="2821" y="3091"/>
                    <a:pt x="2874" y="3112"/>
                    <a:pt x="2926" y="3112"/>
                  </a:cubicBezTo>
                  <a:cubicBezTo>
                    <a:pt x="2978" y="3112"/>
                    <a:pt x="3031" y="3091"/>
                    <a:pt x="3071" y="3051"/>
                  </a:cubicBezTo>
                  <a:cubicBezTo>
                    <a:pt x="3149" y="2970"/>
                    <a:pt x="3149" y="2842"/>
                    <a:pt x="3071" y="2762"/>
                  </a:cubicBezTo>
                  <a:lnTo>
                    <a:pt x="370" y="61"/>
                  </a:lnTo>
                  <a:cubicBezTo>
                    <a:pt x="330" y="21"/>
                    <a:pt x="278" y="1"/>
                    <a:pt x="225" y="1"/>
                  </a:cubicBezTo>
                  <a:close/>
                </a:path>
              </a:pathLst>
            </a:cu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04" name="Google Shape;404;p55"/>
            <p:cNvSpPr/>
            <p:nvPr/>
          </p:nvSpPr>
          <p:spPr>
            <a:xfrm>
              <a:off x="6672513" y="2640275"/>
              <a:ext cx="105700" cy="10225"/>
            </a:xfrm>
            <a:custGeom>
              <a:rect b="b" l="l" r="r" t="t"/>
              <a:pathLst>
                <a:path extrusionOk="0" h="409" w="4228">
                  <a:moveTo>
                    <a:pt x="204" y="1"/>
                  </a:moveTo>
                  <a:cubicBezTo>
                    <a:pt x="91" y="1"/>
                    <a:pt x="1" y="92"/>
                    <a:pt x="1" y="205"/>
                  </a:cubicBezTo>
                  <a:cubicBezTo>
                    <a:pt x="1" y="317"/>
                    <a:pt x="91" y="408"/>
                    <a:pt x="204" y="408"/>
                  </a:cubicBezTo>
                  <a:lnTo>
                    <a:pt x="4023" y="408"/>
                  </a:lnTo>
                  <a:cubicBezTo>
                    <a:pt x="4136" y="408"/>
                    <a:pt x="4228" y="318"/>
                    <a:pt x="4228" y="205"/>
                  </a:cubicBezTo>
                  <a:cubicBezTo>
                    <a:pt x="4228" y="92"/>
                    <a:pt x="4136" y="1"/>
                    <a:pt x="4023" y="1"/>
                  </a:cubicBezTo>
                  <a:close/>
                </a:path>
              </a:pathLst>
            </a:cu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05" name="Google Shape;405;p55"/>
            <p:cNvSpPr/>
            <p:nvPr/>
          </p:nvSpPr>
          <p:spPr>
            <a:xfrm>
              <a:off x="6708663" y="2647850"/>
              <a:ext cx="78775" cy="77775"/>
            </a:xfrm>
            <a:custGeom>
              <a:rect b="b" l="l" r="r" t="t"/>
              <a:pathLst>
                <a:path extrusionOk="0" h="3111" w="3151">
                  <a:moveTo>
                    <a:pt x="2926" y="1"/>
                  </a:moveTo>
                  <a:cubicBezTo>
                    <a:pt x="2874" y="1"/>
                    <a:pt x="2822" y="21"/>
                    <a:pt x="2782" y="61"/>
                  </a:cubicBezTo>
                  <a:lnTo>
                    <a:pt x="81" y="2762"/>
                  </a:lnTo>
                  <a:cubicBezTo>
                    <a:pt x="1" y="2842"/>
                    <a:pt x="1" y="2971"/>
                    <a:pt x="81" y="3051"/>
                  </a:cubicBezTo>
                  <a:cubicBezTo>
                    <a:pt x="121" y="3091"/>
                    <a:pt x="173" y="3111"/>
                    <a:pt x="226" y="3111"/>
                  </a:cubicBezTo>
                  <a:cubicBezTo>
                    <a:pt x="278" y="3111"/>
                    <a:pt x="331" y="3091"/>
                    <a:pt x="371" y="3051"/>
                  </a:cubicBezTo>
                  <a:lnTo>
                    <a:pt x="3071" y="351"/>
                  </a:lnTo>
                  <a:cubicBezTo>
                    <a:pt x="3151" y="270"/>
                    <a:pt x="3151" y="141"/>
                    <a:pt x="3071" y="61"/>
                  </a:cubicBezTo>
                  <a:cubicBezTo>
                    <a:pt x="3031" y="21"/>
                    <a:pt x="2978" y="1"/>
                    <a:pt x="2926" y="1"/>
                  </a:cubicBezTo>
                  <a:close/>
                </a:path>
              </a:pathLst>
            </a:cu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06" name="Google Shape;406;p55"/>
            <p:cNvSpPr/>
            <p:nvPr/>
          </p:nvSpPr>
          <p:spPr>
            <a:xfrm>
              <a:off x="6800413" y="2559200"/>
              <a:ext cx="78775" cy="77800"/>
            </a:xfrm>
            <a:custGeom>
              <a:rect b="b" l="l" r="r" t="t"/>
              <a:pathLst>
                <a:path extrusionOk="0" h="3112" w="3151">
                  <a:moveTo>
                    <a:pt x="2926" y="1"/>
                  </a:moveTo>
                  <a:cubicBezTo>
                    <a:pt x="2873" y="1"/>
                    <a:pt x="2821" y="21"/>
                    <a:pt x="2781" y="61"/>
                  </a:cubicBezTo>
                  <a:lnTo>
                    <a:pt x="80" y="2762"/>
                  </a:lnTo>
                  <a:cubicBezTo>
                    <a:pt x="0" y="2842"/>
                    <a:pt x="0" y="2970"/>
                    <a:pt x="80" y="3051"/>
                  </a:cubicBezTo>
                  <a:cubicBezTo>
                    <a:pt x="120" y="3091"/>
                    <a:pt x="173" y="3112"/>
                    <a:pt x="225" y="3112"/>
                  </a:cubicBezTo>
                  <a:cubicBezTo>
                    <a:pt x="277" y="3112"/>
                    <a:pt x="330" y="3091"/>
                    <a:pt x="371" y="3051"/>
                  </a:cubicBezTo>
                  <a:lnTo>
                    <a:pt x="3070" y="351"/>
                  </a:lnTo>
                  <a:cubicBezTo>
                    <a:pt x="3150" y="271"/>
                    <a:pt x="3150" y="142"/>
                    <a:pt x="3070" y="61"/>
                  </a:cubicBezTo>
                  <a:cubicBezTo>
                    <a:pt x="3030" y="21"/>
                    <a:pt x="2978" y="1"/>
                    <a:pt x="2926" y="1"/>
                  </a:cubicBezTo>
                  <a:close/>
                </a:path>
              </a:pathLst>
            </a:cu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07" name="Google Shape;407;p55"/>
            <p:cNvSpPr/>
            <p:nvPr/>
          </p:nvSpPr>
          <p:spPr>
            <a:xfrm>
              <a:off x="6798688" y="2640275"/>
              <a:ext cx="105700" cy="10225"/>
            </a:xfrm>
            <a:custGeom>
              <a:rect b="b" l="l" r="r" t="t"/>
              <a:pathLst>
                <a:path extrusionOk="0" h="409" w="4228">
                  <a:moveTo>
                    <a:pt x="205" y="1"/>
                  </a:moveTo>
                  <a:cubicBezTo>
                    <a:pt x="92" y="1"/>
                    <a:pt x="0" y="92"/>
                    <a:pt x="0" y="205"/>
                  </a:cubicBezTo>
                  <a:cubicBezTo>
                    <a:pt x="0" y="318"/>
                    <a:pt x="92" y="408"/>
                    <a:pt x="205" y="408"/>
                  </a:cubicBezTo>
                  <a:lnTo>
                    <a:pt x="4025" y="408"/>
                  </a:lnTo>
                  <a:cubicBezTo>
                    <a:pt x="4026" y="408"/>
                    <a:pt x="4028" y="408"/>
                    <a:pt x="4029" y="408"/>
                  </a:cubicBezTo>
                  <a:cubicBezTo>
                    <a:pt x="4137" y="408"/>
                    <a:pt x="4228" y="317"/>
                    <a:pt x="4228" y="205"/>
                  </a:cubicBezTo>
                  <a:cubicBezTo>
                    <a:pt x="4228" y="92"/>
                    <a:pt x="4138" y="1"/>
                    <a:pt x="4025" y="1"/>
                  </a:cubicBezTo>
                  <a:close/>
                </a:path>
              </a:pathLst>
            </a:cu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08" name="Google Shape;408;p55"/>
            <p:cNvSpPr/>
            <p:nvPr/>
          </p:nvSpPr>
          <p:spPr>
            <a:xfrm>
              <a:off x="6786788" y="2647850"/>
              <a:ext cx="78775" cy="77775"/>
            </a:xfrm>
            <a:custGeom>
              <a:rect b="b" l="l" r="r" t="t"/>
              <a:pathLst>
                <a:path extrusionOk="0" h="3111" w="3151">
                  <a:moveTo>
                    <a:pt x="224" y="1"/>
                  </a:moveTo>
                  <a:cubicBezTo>
                    <a:pt x="172" y="1"/>
                    <a:pt x="120" y="21"/>
                    <a:pt x="80" y="61"/>
                  </a:cubicBezTo>
                  <a:cubicBezTo>
                    <a:pt x="0" y="141"/>
                    <a:pt x="0" y="270"/>
                    <a:pt x="80" y="351"/>
                  </a:cubicBezTo>
                  <a:lnTo>
                    <a:pt x="2780" y="3051"/>
                  </a:lnTo>
                  <a:cubicBezTo>
                    <a:pt x="2820" y="3091"/>
                    <a:pt x="2873" y="3111"/>
                    <a:pt x="2925" y="3111"/>
                  </a:cubicBezTo>
                  <a:cubicBezTo>
                    <a:pt x="2978" y="3111"/>
                    <a:pt x="3030" y="3091"/>
                    <a:pt x="3070" y="3051"/>
                  </a:cubicBezTo>
                  <a:cubicBezTo>
                    <a:pt x="3150" y="2971"/>
                    <a:pt x="3150" y="2842"/>
                    <a:pt x="3070" y="2762"/>
                  </a:cubicBezTo>
                  <a:lnTo>
                    <a:pt x="369" y="61"/>
                  </a:lnTo>
                  <a:cubicBezTo>
                    <a:pt x="329" y="21"/>
                    <a:pt x="277" y="1"/>
                    <a:pt x="224" y="1"/>
                  </a:cubicBezTo>
                  <a:close/>
                </a:path>
              </a:pathLst>
            </a:cu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09" name="Google Shape;409;p55"/>
            <p:cNvSpPr/>
            <p:nvPr/>
          </p:nvSpPr>
          <p:spPr>
            <a:xfrm>
              <a:off x="6785063" y="2643675"/>
              <a:ext cx="10225" cy="105700"/>
            </a:xfrm>
            <a:custGeom>
              <a:rect b="b" l="l" r="r" t="t"/>
              <a:pathLst>
                <a:path extrusionOk="0" h="4228" w="409">
                  <a:moveTo>
                    <a:pt x="205" y="1"/>
                  </a:moveTo>
                  <a:cubicBezTo>
                    <a:pt x="92" y="1"/>
                    <a:pt x="0" y="92"/>
                    <a:pt x="0" y="205"/>
                  </a:cubicBezTo>
                  <a:lnTo>
                    <a:pt x="0" y="4025"/>
                  </a:lnTo>
                  <a:cubicBezTo>
                    <a:pt x="0" y="4136"/>
                    <a:pt x="92" y="4228"/>
                    <a:pt x="205" y="4228"/>
                  </a:cubicBezTo>
                  <a:cubicBezTo>
                    <a:pt x="317" y="4228"/>
                    <a:pt x="408" y="4138"/>
                    <a:pt x="408" y="4025"/>
                  </a:cubicBezTo>
                  <a:lnTo>
                    <a:pt x="408" y="205"/>
                  </a:lnTo>
                  <a:cubicBezTo>
                    <a:pt x="408" y="92"/>
                    <a:pt x="317" y="1"/>
                    <a:pt x="205" y="1"/>
                  </a:cubicBezTo>
                  <a:close/>
                </a:path>
              </a:pathLst>
            </a:cu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10" name="Google Shape;410;p55"/>
            <p:cNvSpPr/>
            <p:nvPr/>
          </p:nvSpPr>
          <p:spPr>
            <a:xfrm>
              <a:off x="6620363" y="2492250"/>
              <a:ext cx="331775" cy="291575"/>
            </a:xfrm>
            <a:custGeom>
              <a:rect b="b" l="l" r="r" t="t"/>
              <a:pathLst>
                <a:path extrusionOk="0" h="11663" w="13271">
                  <a:moveTo>
                    <a:pt x="6630" y="2611"/>
                  </a:moveTo>
                  <a:cubicBezTo>
                    <a:pt x="7864" y="2611"/>
                    <a:pt x="9045" y="3323"/>
                    <a:pt x="9578" y="4520"/>
                  </a:cubicBezTo>
                  <a:cubicBezTo>
                    <a:pt x="10301" y="6142"/>
                    <a:pt x="9570" y="8050"/>
                    <a:pt x="7947" y="8774"/>
                  </a:cubicBezTo>
                  <a:cubicBezTo>
                    <a:pt x="7523" y="8963"/>
                    <a:pt x="7078" y="9053"/>
                    <a:pt x="6641" y="9053"/>
                  </a:cubicBezTo>
                  <a:cubicBezTo>
                    <a:pt x="5407" y="9053"/>
                    <a:pt x="4226" y="8341"/>
                    <a:pt x="3693" y="7143"/>
                  </a:cubicBezTo>
                  <a:cubicBezTo>
                    <a:pt x="2971" y="5521"/>
                    <a:pt x="3703" y="3611"/>
                    <a:pt x="5324" y="2889"/>
                  </a:cubicBezTo>
                  <a:cubicBezTo>
                    <a:pt x="5748" y="2700"/>
                    <a:pt x="6192" y="2611"/>
                    <a:pt x="6630" y="2611"/>
                  </a:cubicBezTo>
                  <a:close/>
                  <a:moveTo>
                    <a:pt x="6627" y="1"/>
                  </a:moveTo>
                  <a:cubicBezTo>
                    <a:pt x="5835" y="1"/>
                    <a:pt x="5031" y="163"/>
                    <a:pt x="4262" y="506"/>
                  </a:cubicBezTo>
                  <a:cubicBezTo>
                    <a:pt x="1324" y="1815"/>
                    <a:pt x="1" y="5269"/>
                    <a:pt x="1310" y="8206"/>
                  </a:cubicBezTo>
                  <a:cubicBezTo>
                    <a:pt x="2276" y="10373"/>
                    <a:pt x="4411" y="11662"/>
                    <a:pt x="6644" y="11662"/>
                  </a:cubicBezTo>
                  <a:cubicBezTo>
                    <a:pt x="7436" y="11662"/>
                    <a:pt x="8241" y="11500"/>
                    <a:pt x="9010" y="11157"/>
                  </a:cubicBezTo>
                  <a:cubicBezTo>
                    <a:pt x="11946" y="9848"/>
                    <a:pt x="13270" y="6394"/>
                    <a:pt x="11961" y="3458"/>
                  </a:cubicBezTo>
                  <a:cubicBezTo>
                    <a:pt x="10995" y="1290"/>
                    <a:pt x="8860" y="1"/>
                    <a:pt x="6627" y="1"/>
                  </a:cubicBezTo>
                  <a:close/>
                </a:path>
              </a:pathLst>
            </a:custGeom>
            <a:solidFill>
              <a:schemeClr val="accent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11" name="Google Shape;411;p55"/>
            <p:cNvSpPr/>
            <p:nvPr/>
          </p:nvSpPr>
          <p:spPr>
            <a:xfrm>
              <a:off x="6764538" y="2442950"/>
              <a:ext cx="47775" cy="181150"/>
            </a:xfrm>
            <a:custGeom>
              <a:rect b="b" l="l" r="r" t="t"/>
              <a:pathLst>
                <a:path extrusionOk="0" h="7246" w="1911">
                  <a:moveTo>
                    <a:pt x="956" y="0"/>
                  </a:moveTo>
                  <a:cubicBezTo>
                    <a:pt x="428" y="0"/>
                    <a:pt x="0" y="212"/>
                    <a:pt x="0" y="474"/>
                  </a:cubicBezTo>
                  <a:lnTo>
                    <a:pt x="0" y="6771"/>
                  </a:lnTo>
                  <a:cubicBezTo>
                    <a:pt x="0" y="7033"/>
                    <a:pt x="428" y="7246"/>
                    <a:pt x="956" y="7246"/>
                  </a:cubicBezTo>
                  <a:cubicBezTo>
                    <a:pt x="1484" y="7246"/>
                    <a:pt x="1910" y="7033"/>
                    <a:pt x="1910" y="6771"/>
                  </a:cubicBezTo>
                  <a:lnTo>
                    <a:pt x="1910" y="474"/>
                  </a:lnTo>
                  <a:cubicBezTo>
                    <a:pt x="1910" y="212"/>
                    <a:pt x="1484" y="0"/>
                    <a:pt x="956" y="0"/>
                  </a:cubicBezTo>
                  <a:close/>
                </a:path>
              </a:pathLst>
            </a:cu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12" name="Google Shape;412;p55"/>
            <p:cNvSpPr/>
            <p:nvPr/>
          </p:nvSpPr>
          <p:spPr>
            <a:xfrm>
              <a:off x="6758963" y="2431000"/>
              <a:ext cx="56450" cy="56425"/>
            </a:xfrm>
            <a:custGeom>
              <a:rect b="b" l="l" r="r" t="t"/>
              <a:pathLst>
                <a:path extrusionOk="0" h="2257" w="2258">
                  <a:moveTo>
                    <a:pt x="1129" y="0"/>
                  </a:moveTo>
                  <a:cubicBezTo>
                    <a:pt x="505" y="0"/>
                    <a:pt x="0" y="504"/>
                    <a:pt x="0" y="1129"/>
                  </a:cubicBezTo>
                  <a:cubicBezTo>
                    <a:pt x="0" y="1753"/>
                    <a:pt x="507" y="2256"/>
                    <a:pt x="1129" y="2256"/>
                  </a:cubicBezTo>
                  <a:cubicBezTo>
                    <a:pt x="1751" y="2256"/>
                    <a:pt x="2258" y="1750"/>
                    <a:pt x="2258" y="1129"/>
                  </a:cubicBezTo>
                  <a:cubicBezTo>
                    <a:pt x="2258" y="505"/>
                    <a:pt x="1751" y="0"/>
                    <a:pt x="1129" y="0"/>
                  </a:cubicBezTo>
                  <a:close/>
                </a:path>
              </a:pathLst>
            </a:custGeom>
            <a:solidFill>
              <a:schemeClr val="accent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13" name="Google Shape;413;p55"/>
            <p:cNvSpPr/>
            <p:nvPr/>
          </p:nvSpPr>
          <p:spPr>
            <a:xfrm>
              <a:off x="6757713" y="2604350"/>
              <a:ext cx="63675" cy="63675"/>
            </a:xfrm>
            <a:custGeom>
              <a:rect b="b" l="l" r="r" t="t"/>
              <a:pathLst>
                <a:path extrusionOk="0" h="2547" w="2547">
                  <a:moveTo>
                    <a:pt x="1273" y="0"/>
                  </a:moveTo>
                  <a:cubicBezTo>
                    <a:pt x="571" y="0"/>
                    <a:pt x="0" y="571"/>
                    <a:pt x="0" y="1273"/>
                  </a:cubicBezTo>
                  <a:cubicBezTo>
                    <a:pt x="0" y="1977"/>
                    <a:pt x="571" y="2546"/>
                    <a:pt x="1273" y="2546"/>
                  </a:cubicBezTo>
                  <a:cubicBezTo>
                    <a:pt x="1976" y="2546"/>
                    <a:pt x="2546" y="1977"/>
                    <a:pt x="2546" y="1273"/>
                  </a:cubicBezTo>
                  <a:cubicBezTo>
                    <a:pt x="2546" y="569"/>
                    <a:pt x="1976" y="0"/>
                    <a:pt x="1273" y="0"/>
                  </a:cubicBezTo>
                  <a:close/>
                </a:path>
              </a:pathLst>
            </a:cu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14" name="Google Shape;414;p55"/>
            <p:cNvSpPr/>
            <p:nvPr/>
          </p:nvSpPr>
          <p:spPr>
            <a:xfrm>
              <a:off x="6579038" y="1203475"/>
              <a:ext cx="66775" cy="51825"/>
            </a:xfrm>
            <a:custGeom>
              <a:rect b="b" l="l" r="r" t="t"/>
              <a:pathLst>
                <a:path extrusionOk="0" h="2073" w="2671">
                  <a:moveTo>
                    <a:pt x="1336" y="0"/>
                  </a:moveTo>
                  <a:cubicBezTo>
                    <a:pt x="2" y="2"/>
                    <a:pt x="0" y="2073"/>
                    <a:pt x="1336" y="2073"/>
                  </a:cubicBezTo>
                  <a:cubicBezTo>
                    <a:pt x="2668" y="2073"/>
                    <a:pt x="2671" y="0"/>
                    <a:pt x="1336" y="0"/>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15" name="Google Shape;415;p55"/>
            <p:cNvSpPr/>
            <p:nvPr/>
          </p:nvSpPr>
          <p:spPr>
            <a:xfrm>
              <a:off x="6665963" y="1249275"/>
              <a:ext cx="50100" cy="38900"/>
            </a:xfrm>
            <a:custGeom>
              <a:rect b="b" l="l" r="r" t="t"/>
              <a:pathLst>
                <a:path extrusionOk="0" h="1556" w="2004">
                  <a:moveTo>
                    <a:pt x="1002" y="1"/>
                  </a:moveTo>
                  <a:cubicBezTo>
                    <a:pt x="2" y="1"/>
                    <a:pt x="1" y="1556"/>
                    <a:pt x="1002" y="1556"/>
                  </a:cubicBezTo>
                  <a:cubicBezTo>
                    <a:pt x="2002" y="1556"/>
                    <a:pt x="2004" y="1"/>
                    <a:pt x="1002" y="1"/>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16" name="Google Shape;416;p55"/>
            <p:cNvSpPr/>
            <p:nvPr/>
          </p:nvSpPr>
          <p:spPr>
            <a:xfrm>
              <a:off x="6873263" y="2047225"/>
              <a:ext cx="45975" cy="38825"/>
            </a:xfrm>
            <a:custGeom>
              <a:rect b="b" l="l" r="r" t="t"/>
              <a:pathLst>
                <a:path extrusionOk="0" h="1553" w="1839">
                  <a:moveTo>
                    <a:pt x="797" y="0"/>
                  </a:moveTo>
                  <a:cubicBezTo>
                    <a:pt x="391" y="0"/>
                    <a:pt x="0" y="358"/>
                    <a:pt x="20" y="776"/>
                  </a:cubicBezTo>
                  <a:cubicBezTo>
                    <a:pt x="40" y="1196"/>
                    <a:pt x="362" y="1552"/>
                    <a:pt x="797" y="1552"/>
                  </a:cubicBezTo>
                  <a:lnTo>
                    <a:pt x="1043" y="1552"/>
                  </a:lnTo>
                  <a:cubicBezTo>
                    <a:pt x="1449" y="1552"/>
                    <a:pt x="1838" y="1195"/>
                    <a:pt x="1820" y="776"/>
                  </a:cubicBezTo>
                  <a:cubicBezTo>
                    <a:pt x="1801" y="355"/>
                    <a:pt x="1478" y="0"/>
                    <a:pt x="1043" y="0"/>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417" name="Google Shape;417;p55"/>
          <p:cNvPicPr preferRelativeResize="0"/>
          <p:nvPr/>
        </p:nvPicPr>
        <p:blipFill rotWithShape="1">
          <a:blip r:embed="rId2">
            <a:alphaModFix amt="14000"/>
          </a:blip>
          <a:srcRect b="0" l="0" r="0" t="0"/>
          <a:stretch/>
        </p:blipFill>
        <p:spPr>
          <a:xfrm>
            <a:off x="0" y="0"/>
            <a:ext cx="9144000" cy="5143500"/>
          </a:xfrm>
          <a:prstGeom prst="rect">
            <a:avLst/>
          </a:prstGeom>
          <a:noFill/>
          <a:ln>
            <a:noFill/>
          </a:ln>
        </p:spPr>
      </p:pic>
      <p:grpSp>
        <p:nvGrpSpPr>
          <p:cNvPr id="418" name="Google Shape;418;p55"/>
          <p:cNvGrpSpPr/>
          <p:nvPr/>
        </p:nvGrpSpPr>
        <p:grpSpPr>
          <a:xfrm>
            <a:off x="372025" y="321975"/>
            <a:ext cx="8400000" cy="4503300"/>
            <a:chOff x="372025" y="321975"/>
            <a:chExt cx="8400000" cy="4503300"/>
          </a:xfrm>
        </p:grpSpPr>
        <p:grpSp>
          <p:nvGrpSpPr>
            <p:cNvPr id="419" name="Google Shape;419;p55"/>
            <p:cNvGrpSpPr/>
            <p:nvPr/>
          </p:nvGrpSpPr>
          <p:grpSpPr>
            <a:xfrm>
              <a:off x="372025" y="321975"/>
              <a:ext cx="8400000" cy="4503300"/>
              <a:chOff x="372025" y="321975"/>
              <a:chExt cx="8400000" cy="4503300"/>
            </a:xfrm>
          </p:grpSpPr>
          <p:sp>
            <p:nvSpPr>
              <p:cNvPr id="420" name="Google Shape;420;p55"/>
              <p:cNvSpPr/>
              <p:nvPr/>
            </p:nvSpPr>
            <p:spPr>
              <a:xfrm>
                <a:off x="372375" y="324675"/>
                <a:ext cx="8394900" cy="4500600"/>
              </a:xfrm>
              <a:prstGeom prst="rect">
                <a:avLst/>
              </a:prstGeom>
              <a:solidFill>
                <a:srgbClr val="7C7C7C">
                  <a:alpha val="14117"/>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nvGrpSpPr>
              <p:cNvPr id="421" name="Google Shape;421;p55"/>
              <p:cNvGrpSpPr/>
              <p:nvPr/>
            </p:nvGrpSpPr>
            <p:grpSpPr>
              <a:xfrm>
                <a:off x="372025" y="321975"/>
                <a:ext cx="8400000" cy="4499700"/>
                <a:chOff x="372025" y="321975"/>
                <a:chExt cx="8400000" cy="4499700"/>
              </a:xfrm>
            </p:grpSpPr>
            <p:sp>
              <p:nvSpPr>
                <p:cNvPr id="422" name="Google Shape;422;p55"/>
                <p:cNvSpPr/>
                <p:nvPr/>
              </p:nvSpPr>
              <p:spPr>
                <a:xfrm>
                  <a:off x="372025" y="321975"/>
                  <a:ext cx="8400000" cy="44997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23" name="Google Shape;423;p55"/>
                <p:cNvSpPr/>
                <p:nvPr/>
              </p:nvSpPr>
              <p:spPr>
                <a:xfrm>
                  <a:off x="372025" y="321975"/>
                  <a:ext cx="8400000" cy="2181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24" name="Google Shape;424;p55"/>
                <p:cNvSpPr/>
                <p:nvPr/>
              </p:nvSpPr>
              <p:spPr>
                <a:xfrm>
                  <a:off x="486450" y="380900"/>
                  <a:ext cx="100200" cy="100200"/>
                </a:xfrm>
                <a:prstGeom prst="ellipse">
                  <a:avLst/>
                </a:pr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25" name="Google Shape;425;p55"/>
                <p:cNvSpPr/>
                <p:nvPr/>
              </p:nvSpPr>
              <p:spPr>
                <a:xfrm>
                  <a:off x="669900" y="380900"/>
                  <a:ext cx="100200" cy="100200"/>
                </a:xfrm>
                <a:prstGeom prst="ellipse">
                  <a:avLst/>
                </a:pr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26" name="Google Shape;426;p55"/>
                <p:cNvSpPr/>
                <p:nvPr/>
              </p:nvSpPr>
              <p:spPr>
                <a:xfrm>
                  <a:off x="853350" y="380900"/>
                  <a:ext cx="100200" cy="100200"/>
                </a:xfrm>
                <a:prstGeom prst="ellipse">
                  <a:avLst/>
                </a:pr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27" name="Google Shape;427;p55"/>
                <p:cNvSpPr/>
                <p:nvPr/>
              </p:nvSpPr>
              <p:spPr>
                <a:xfrm>
                  <a:off x="8537750" y="380900"/>
                  <a:ext cx="100200" cy="1002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cxnSp>
              <p:nvCxnSpPr>
                <p:cNvPr id="428" name="Google Shape;428;p55"/>
                <p:cNvCxnSpPr/>
                <p:nvPr/>
              </p:nvCxnSpPr>
              <p:spPr>
                <a:xfrm>
                  <a:off x="7498375" y="431000"/>
                  <a:ext cx="1039500" cy="0"/>
                </a:xfrm>
                <a:prstGeom prst="straightConnector1">
                  <a:avLst/>
                </a:prstGeom>
                <a:noFill/>
                <a:ln cap="flat" cmpd="sng" w="9525">
                  <a:solidFill>
                    <a:schemeClr val="dk2"/>
                  </a:solidFill>
                  <a:prstDash val="solid"/>
                  <a:round/>
                  <a:headEnd len="sm" w="sm" type="none"/>
                  <a:tailEnd len="sm" w="sm" type="none"/>
                </a:ln>
              </p:spPr>
            </p:cxnSp>
          </p:grpSp>
        </p:grpSp>
        <p:cxnSp>
          <p:nvCxnSpPr>
            <p:cNvPr id="429" name="Google Shape;429;p55"/>
            <p:cNvCxnSpPr/>
            <p:nvPr/>
          </p:nvCxnSpPr>
          <p:spPr>
            <a:xfrm>
              <a:off x="372025" y="1104300"/>
              <a:ext cx="8400000" cy="0"/>
            </a:xfrm>
            <a:prstGeom prst="straightConnector1">
              <a:avLst/>
            </a:prstGeom>
            <a:noFill/>
            <a:ln cap="flat" cmpd="sng" w="9525">
              <a:solidFill>
                <a:schemeClr val="dk2"/>
              </a:solidFill>
              <a:prstDash val="solid"/>
              <a:round/>
              <a:headEnd len="sm" w="sm" type="none"/>
              <a:tailEnd len="sm" w="sm" type="none"/>
            </a:ln>
          </p:spPr>
        </p:cxnSp>
      </p:grpSp>
      <p:sp>
        <p:nvSpPr>
          <p:cNvPr id="430" name="Google Shape;430;p55"/>
          <p:cNvSpPr txBox="1"/>
          <p:nvPr>
            <p:ph idx="1" type="subTitle"/>
          </p:nvPr>
        </p:nvSpPr>
        <p:spPr>
          <a:xfrm>
            <a:off x="1359525" y="1645625"/>
            <a:ext cx="2907600" cy="463200"/>
          </a:xfrm>
          <a:prstGeom prst="rect">
            <a:avLst/>
          </a:prstGeom>
          <a:noFill/>
          <a:ln cap="flat" cmpd="sng" w="9525">
            <a:solidFill>
              <a:schemeClr val="dk2"/>
            </a:solidFill>
            <a:prstDash val="solid"/>
            <a:round/>
            <a:headEnd len="sm" w="sm" type="none"/>
            <a:tailEnd len="sm" w="sm" type="none"/>
          </a:ln>
        </p:spPr>
        <p:txBody>
          <a:bodyPr anchorCtr="0" anchor="t" bIns="91425" lIns="91425" spcFirstLastPara="1" rIns="91425" wrap="square" tIns="91425">
            <a:noAutofit/>
          </a:bodyPr>
          <a:lstStyle>
            <a:lvl1pPr lvl="0" algn="ctr">
              <a:lnSpc>
                <a:spcPct val="100000"/>
              </a:lnSpc>
              <a:spcBef>
                <a:spcPts val="0"/>
              </a:spcBef>
              <a:spcAft>
                <a:spcPts val="0"/>
              </a:spcAft>
              <a:buClr>
                <a:schemeClr val="lt2"/>
              </a:buClr>
              <a:buSzPts val="1600"/>
              <a:buFont typeface="Zen Dots"/>
              <a:buNone/>
              <a:defRPr sz="1600">
                <a:solidFill>
                  <a:schemeClr val="lt2"/>
                </a:solidFill>
                <a:latin typeface="Zen Dots"/>
                <a:ea typeface="Zen Dots"/>
                <a:cs typeface="Zen Dots"/>
                <a:sym typeface="Zen Dots"/>
              </a:defRPr>
            </a:lvl1pPr>
            <a:lvl2pPr lvl="1" algn="ctr">
              <a:lnSpc>
                <a:spcPct val="100000"/>
              </a:lnSpc>
              <a:spcBef>
                <a:spcPts val="1600"/>
              </a:spcBef>
              <a:spcAft>
                <a:spcPts val="0"/>
              </a:spcAft>
              <a:buClr>
                <a:schemeClr val="lt2"/>
              </a:buClr>
              <a:buSzPts val="1600"/>
              <a:buFont typeface="Zen Dots"/>
              <a:buNone/>
              <a:defRPr sz="1600">
                <a:solidFill>
                  <a:schemeClr val="lt2"/>
                </a:solidFill>
                <a:latin typeface="Zen Dots"/>
                <a:ea typeface="Zen Dots"/>
                <a:cs typeface="Zen Dots"/>
                <a:sym typeface="Zen Dots"/>
              </a:defRPr>
            </a:lvl2pPr>
            <a:lvl3pPr lvl="2" algn="ctr">
              <a:lnSpc>
                <a:spcPct val="100000"/>
              </a:lnSpc>
              <a:spcBef>
                <a:spcPts val="1600"/>
              </a:spcBef>
              <a:spcAft>
                <a:spcPts val="0"/>
              </a:spcAft>
              <a:buClr>
                <a:schemeClr val="lt2"/>
              </a:buClr>
              <a:buSzPts val="1600"/>
              <a:buFont typeface="Zen Dots"/>
              <a:buNone/>
              <a:defRPr sz="1600">
                <a:solidFill>
                  <a:schemeClr val="lt2"/>
                </a:solidFill>
                <a:latin typeface="Zen Dots"/>
                <a:ea typeface="Zen Dots"/>
                <a:cs typeface="Zen Dots"/>
                <a:sym typeface="Zen Dots"/>
              </a:defRPr>
            </a:lvl3pPr>
            <a:lvl4pPr lvl="3" algn="ctr">
              <a:lnSpc>
                <a:spcPct val="100000"/>
              </a:lnSpc>
              <a:spcBef>
                <a:spcPts val="1600"/>
              </a:spcBef>
              <a:spcAft>
                <a:spcPts val="0"/>
              </a:spcAft>
              <a:buClr>
                <a:schemeClr val="lt2"/>
              </a:buClr>
              <a:buSzPts val="1600"/>
              <a:buFont typeface="Zen Dots"/>
              <a:buNone/>
              <a:defRPr sz="1600">
                <a:solidFill>
                  <a:schemeClr val="lt2"/>
                </a:solidFill>
                <a:latin typeface="Zen Dots"/>
                <a:ea typeface="Zen Dots"/>
                <a:cs typeface="Zen Dots"/>
                <a:sym typeface="Zen Dots"/>
              </a:defRPr>
            </a:lvl4pPr>
            <a:lvl5pPr lvl="4" algn="ctr">
              <a:lnSpc>
                <a:spcPct val="100000"/>
              </a:lnSpc>
              <a:spcBef>
                <a:spcPts val="1600"/>
              </a:spcBef>
              <a:spcAft>
                <a:spcPts val="0"/>
              </a:spcAft>
              <a:buClr>
                <a:schemeClr val="lt2"/>
              </a:buClr>
              <a:buSzPts val="1600"/>
              <a:buFont typeface="Zen Dots"/>
              <a:buNone/>
              <a:defRPr sz="1600">
                <a:solidFill>
                  <a:schemeClr val="lt2"/>
                </a:solidFill>
                <a:latin typeface="Zen Dots"/>
                <a:ea typeface="Zen Dots"/>
                <a:cs typeface="Zen Dots"/>
                <a:sym typeface="Zen Dots"/>
              </a:defRPr>
            </a:lvl5pPr>
            <a:lvl6pPr lvl="5" algn="ctr">
              <a:lnSpc>
                <a:spcPct val="100000"/>
              </a:lnSpc>
              <a:spcBef>
                <a:spcPts val="1600"/>
              </a:spcBef>
              <a:spcAft>
                <a:spcPts val="0"/>
              </a:spcAft>
              <a:buClr>
                <a:schemeClr val="lt2"/>
              </a:buClr>
              <a:buSzPts val="1600"/>
              <a:buFont typeface="Zen Dots"/>
              <a:buNone/>
              <a:defRPr sz="1600">
                <a:solidFill>
                  <a:schemeClr val="lt2"/>
                </a:solidFill>
                <a:latin typeface="Zen Dots"/>
                <a:ea typeface="Zen Dots"/>
                <a:cs typeface="Zen Dots"/>
                <a:sym typeface="Zen Dots"/>
              </a:defRPr>
            </a:lvl6pPr>
            <a:lvl7pPr lvl="6" algn="ctr">
              <a:lnSpc>
                <a:spcPct val="100000"/>
              </a:lnSpc>
              <a:spcBef>
                <a:spcPts val="1600"/>
              </a:spcBef>
              <a:spcAft>
                <a:spcPts val="0"/>
              </a:spcAft>
              <a:buClr>
                <a:schemeClr val="lt2"/>
              </a:buClr>
              <a:buSzPts val="1600"/>
              <a:buFont typeface="Zen Dots"/>
              <a:buNone/>
              <a:defRPr sz="1600">
                <a:solidFill>
                  <a:schemeClr val="lt2"/>
                </a:solidFill>
                <a:latin typeface="Zen Dots"/>
                <a:ea typeface="Zen Dots"/>
                <a:cs typeface="Zen Dots"/>
                <a:sym typeface="Zen Dots"/>
              </a:defRPr>
            </a:lvl7pPr>
            <a:lvl8pPr lvl="7" algn="ctr">
              <a:lnSpc>
                <a:spcPct val="100000"/>
              </a:lnSpc>
              <a:spcBef>
                <a:spcPts val="1600"/>
              </a:spcBef>
              <a:spcAft>
                <a:spcPts val="0"/>
              </a:spcAft>
              <a:buClr>
                <a:schemeClr val="lt2"/>
              </a:buClr>
              <a:buSzPts val="1600"/>
              <a:buFont typeface="Zen Dots"/>
              <a:buNone/>
              <a:defRPr sz="1600">
                <a:solidFill>
                  <a:schemeClr val="lt2"/>
                </a:solidFill>
                <a:latin typeface="Zen Dots"/>
                <a:ea typeface="Zen Dots"/>
                <a:cs typeface="Zen Dots"/>
                <a:sym typeface="Zen Dots"/>
              </a:defRPr>
            </a:lvl8pPr>
            <a:lvl9pPr lvl="8" algn="ctr">
              <a:lnSpc>
                <a:spcPct val="100000"/>
              </a:lnSpc>
              <a:spcBef>
                <a:spcPts val="1600"/>
              </a:spcBef>
              <a:spcAft>
                <a:spcPts val="1600"/>
              </a:spcAft>
              <a:buClr>
                <a:schemeClr val="lt2"/>
              </a:buClr>
              <a:buSzPts val="1600"/>
              <a:buFont typeface="Zen Dots"/>
              <a:buNone/>
              <a:defRPr sz="1600">
                <a:solidFill>
                  <a:schemeClr val="lt2"/>
                </a:solidFill>
                <a:latin typeface="Zen Dots"/>
                <a:ea typeface="Zen Dots"/>
                <a:cs typeface="Zen Dots"/>
                <a:sym typeface="Zen Dots"/>
              </a:defRPr>
            </a:lvl9pPr>
          </a:lstStyle>
          <a:p/>
        </p:txBody>
      </p:sp>
      <p:sp>
        <p:nvSpPr>
          <p:cNvPr id="431" name="Google Shape;431;p55"/>
          <p:cNvSpPr txBox="1"/>
          <p:nvPr>
            <p:ph idx="2" type="subTitle"/>
          </p:nvPr>
        </p:nvSpPr>
        <p:spPr>
          <a:xfrm>
            <a:off x="4876875" y="3506050"/>
            <a:ext cx="2907600" cy="463200"/>
          </a:xfrm>
          <a:prstGeom prst="rect">
            <a:avLst/>
          </a:prstGeom>
          <a:noFill/>
          <a:ln cap="flat" cmpd="sng" w="9525">
            <a:solidFill>
              <a:schemeClr val="dk2"/>
            </a:solidFill>
            <a:prstDash val="solid"/>
            <a:round/>
            <a:headEnd len="sm" w="sm" type="none"/>
            <a:tailEnd len="sm" w="sm" type="none"/>
          </a:ln>
        </p:spPr>
        <p:txBody>
          <a:bodyPr anchorCtr="0" anchor="t" bIns="91425" lIns="91425" spcFirstLastPara="1" rIns="91425" wrap="square" tIns="91425">
            <a:noAutofit/>
          </a:bodyPr>
          <a:lstStyle>
            <a:lvl1pPr lvl="0" algn="ctr">
              <a:lnSpc>
                <a:spcPct val="100000"/>
              </a:lnSpc>
              <a:spcBef>
                <a:spcPts val="0"/>
              </a:spcBef>
              <a:spcAft>
                <a:spcPts val="0"/>
              </a:spcAft>
              <a:buClr>
                <a:schemeClr val="lt2"/>
              </a:buClr>
              <a:buSzPts val="1600"/>
              <a:buFont typeface="Zen Dots"/>
              <a:buNone/>
              <a:defRPr sz="1600">
                <a:solidFill>
                  <a:schemeClr val="lt2"/>
                </a:solidFill>
                <a:latin typeface="Zen Dots"/>
                <a:ea typeface="Zen Dots"/>
                <a:cs typeface="Zen Dots"/>
                <a:sym typeface="Zen Dots"/>
              </a:defRPr>
            </a:lvl1pPr>
            <a:lvl2pPr lvl="1" algn="ctr">
              <a:lnSpc>
                <a:spcPct val="100000"/>
              </a:lnSpc>
              <a:spcBef>
                <a:spcPts val="1600"/>
              </a:spcBef>
              <a:spcAft>
                <a:spcPts val="0"/>
              </a:spcAft>
              <a:buClr>
                <a:schemeClr val="lt2"/>
              </a:buClr>
              <a:buSzPts val="1600"/>
              <a:buFont typeface="Zen Dots"/>
              <a:buNone/>
              <a:defRPr sz="1600">
                <a:solidFill>
                  <a:schemeClr val="lt2"/>
                </a:solidFill>
                <a:latin typeface="Zen Dots"/>
                <a:ea typeface="Zen Dots"/>
                <a:cs typeface="Zen Dots"/>
                <a:sym typeface="Zen Dots"/>
              </a:defRPr>
            </a:lvl2pPr>
            <a:lvl3pPr lvl="2" algn="ctr">
              <a:lnSpc>
                <a:spcPct val="100000"/>
              </a:lnSpc>
              <a:spcBef>
                <a:spcPts val="1600"/>
              </a:spcBef>
              <a:spcAft>
                <a:spcPts val="0"/>
              </a:spcAft>
              <a:buClr>
                <a:schemeClr val="lt2"/>
              </a:buClr>
              <a:buSzPts val="1600"/>
              <a:buFont typeface="Zen Dots"/>
              <a:buNone/>
              <a:defRPr sz="1600">
                <a:solidFill>
                  <a:schemeClr val="lt2"/>
                </a:solidFill>
                <a:latin typeface="Zen Dots"/>
                <a:ea typeface="Zen Dots"/>
                <a:cs typeface="Zen Dots"/>
                <a:sym typeface="Zen Dots"/>
              </a:defRPr>
            </a:lvl3pPr>
            <a:lvl4pPr lvl="3" algn="ctr">
              <a:lnSpc>
                <a:spcPct val="100000"/>
              </a:lnSpc>
              <a:spcBef>
                <a:spcPts val="1600"/>
              </a:spcBef>
              <a:spcAft>
                <a:spcPts val="0"/>
              </a:spcAft>
              <a:buClr>
                <a:schemeClr val="lt2"/>
              </a:buClr>
              <a:buSzPts val="1600"/>
              <a:buFont typeface="Zen Dots"/>
              <a:buNone/>
              <a:defRPr sz="1600">
                <a:solidFill>
                  <a:schemeClr val="lt2"/>
                </a:solidFill>
                <a:latin typeface="Zen Dots"/>
                <a:ea typeface="Zen Dots"/>
                <a:cs typeface="Zen Dots"/>
                <a:sym typeface="Zen Dots"/>
              </a:defRPr>
            </a:lvl4pPr>
            <a:lvl5pPr lvl="4" algn="ctr">
              <a:lnSpc>
                <a:spcPct val="100000"/>
              </a:lnSpc>
              <a:spcBef>
                <a:spcPts val="1600"/>
              </a:spcBef>
              <a:spcAft>
                <a:spcPts val="0"/>
              </a:spcAft>
              <a:buClr>
                <a:schemeClr val="lt2"/>
              </a:buClr>
              <a:buSzPts val="1600"/>
              <a:buFont typeface="Zen Dots"/>
              <a:buNone/>
              <a:defRPr sz="1600">
                <a:solidFill>
                  <a:schemeClr val="lt2"/>
                </a:solidFill>
                <a:latin typeface="Zen Dots"/>
                <a:ea typeface="Zen Dots"/>
                <a:cs typeface="Zen Dots"/>
                <a:sym typeface="Zen Dots"/>
              </a:defRPr>
            </a:lvl5pPr>
            <a:lvl6pPr lvl="5" algn="ctr">
              <a:lnSpc>
                <a:spcPct val="100000"/>
              </a:lnSpc>
              <a:spcBef>
                <a:spcPts val="1600"/>
              </a:spcBef>
              <a:spcAft>
                <a:spcPts val="0"/>
              </a:spcAft>
              <a:buClr>
                <a:schemeClr val="lt2"/>
              </a:buClr>
              <a:buSzPts val="1600"/>
              <a:buFont typeface="Zen Dots"/>
              <a:buNone/>
              <a:defRPr sz="1600">
                <a:solidFill>
                  <a:schemeClr val="lt2"/>
                </a:solidFill>
                <a:latin typeface="Zen Dots"/>
                <a:ea typeface="Zen Dots"/>
                <a:cs typeface="Zen Dots"/>
                <a:sym typeface="Zen Dots"/>
              </a:defRPr>
            </a:lvl6pPr>
            <a:lvl7pPr lvl="6" algn="ctr">
              <a:lnSpc>
                <a:spcPct val="100000"/>
              </a:lnSpc>
              <a:spcBef>
                <a:spcPts val="1600"/>
              </a:spcBef>
              <a:spcAft>
                <a:spcPts val="0"/>
              </a:spcAft>
              <a:buClr>
                <a:schemeClr val="lt2"/>
              </a:buClr>
              <a:buSzPts val="1600"/>
              <a:buFont typeface="Zen Dots"/>
              <a:buNone/>
              <a:defRPr sz="1600">
                <a:solidFill>
                  <a:schemeClr val="lt2"/>
                </a:solidFill>
                <a:latin typeface="Zen Dots"/>
                <a:ea typeface="Zen Dots"/>
                <a:cs typeface="Zen Dots"/>
                <a:sym typeface="Zen Dots"/>
              </a:defRPr>
            </a:lvl7pPr>
            <a:lvl8pPr lvl="7" algn="ctr">
              <a:lnSpc>
                <a:spcPct val="100000"/>
              </a:lnSpc>
              <a:spcBef>
                <a:spcPts val="1600"/>
              </a:spcBef>
              <a:spcAft>
                <a:spcPts val="0"/>
              </a:spcAft>
              <a:buClr>
                <a:schemeClr val="lt2"/>
              </a:buClr>
              <a:buSzPts val="1600"/>
              <a:buFont typeface="Zen Dots"/>
              <a:buNone/>
              <a:defRPr sz="1600">
                <a:solidFill>
                  <a:schemeClr val="lt2"/>
                </a:solidFill>
                <a:latin typeface="Zen Dots"/>
                <a:ea typeface="Zen Dots"/>
                <a:cs typeface="Zen Dots"/>
                <a:sym typeface="Zen Dots"/>
              </a:defRPr>
            </a:lvl8pPr>
            <a:lvl9pPr lvl="8" algn="ctr">
              <a:lnSpc>
                <a:spcPct val="100000"/>
              </a:lnSpc>
              <a:spcBef>
                <a:spcPts val="1600"/>
              </a:spcBef>
              <a:spcAft>
                <a:spcPts val="1600"/>
              </a:spcAft>
              <a:buClr>
                <a:schemeClr val="lt2"/>
              </a:buClr>
              <a:buSzPts val="1600"/>
              <a:buFont typeface="Zen Dots"/>
              <a:buNone/>
              <a:defRPr sz="1600">
                <a:solidFill>
                  <a:schemeClr val="lt2"/>
                </a:solidFill>
                <a:latin typeface="Zen Dots"/>
                <a:ea typeface="Zen Dots"/>
                <a:cs typeface="Zen Dots"/>
                <a:sym typeface="Zen Dots"/>
              </a:defRPr>
            </a:lvl9pPr>
          </a:lstStyle>
          <a:p/>
        </p:txBody>
      </p:sp>
      <p:sp>
        <p:nvSpPr>
          <p:cNvPr id="432" name="Google Shape;432;p55"/>
          <p:cNvSpPr txBox="1"/>
          <p:nvPr>
            <p:ph idx="3" type="subTitle"/>
          </p:nvPr>
        </p:nvSpPr>
        <p:spPr>
          <a:xfrm>
            <a:off x="1359525" y="2108625"/>
            <a:ext cx="2907600" cy="638100"/>
          </a:xfrm>
          <a:prstGeom prst="rect">
            <a:avLst/>
          </a:prstGeom>
          <a:noFill/>
          <a:ln cap="flat" cmpd="sng" w="9525">
            <a:solidFill>
              <a:schemeClr val="dk2"/>
            </a:solidFill>
            <a:prstDash val="solid"/>
            <a:round/>
            <a:headEnd len="sm" w="sm" type="none"/>
            <a:tailEnd len="sm" w="sm" type="none"/>
          </a:ln>
        </p:spPr>
        <p:txBody>
          <a:bodyPr anchorCtr="0" anchor="t" bIns="91425" lIns="91425" spcFirstLastPara="1" rIns="91425" wrap="square" tIns="91425">
            <a:noAutofit/>
          </a:bodyPr>
          <a:lstStyle>
            <a:lvl1pPr lvl="0" algn="ctr">
              <a:lnSpc>
                <a:spcPct val="100000"/>
              </a:lnSpc>
              <a:spcBef>
                <a:spcPts val="0"/>
              </a:spcBef>
              <a:spcAft>
                <a:spcPts val="0"/>
              </a:spcAft>
              <a:buSzPts val="1400"/>
              <a:buNone/>
              <a:defRPr/>
            </a:lvl1pPr>
            <a:lvl2pPr lvl="1" algn="ctr">
              <a:lnSpc>
                <a:spcPct val="100000"/>
              </a:lnSpc>
              <a:spcBef>
                <a:spcPts val="1600"/>
              </a:spcBef>
              <a:spcAft>
                <a:spcPts val="0"/>
              </a:spcAft>
              <a:buSzPts val="1400"/>
              <a:buNone/>
              <a:defRPr/>
            </a:lvl2pPr>
            <a:lvl3pPr lvl="2" algn="ctr">
              <a:lnSpc>
                <a:spcPct val="100000"/>
              </a:lnSpc>
              <a:spcBef>
                <a:spcPts val="1600"/>
              </a:spcBef>
              <a:spcAft>
                <a:spcPts val="0"/>
              </a:spcAft>
              <a:buSzPts val="1400"/>
              <a:buNone/>
              <a:defRPr/>
            </a:lvl3pPr>
            <a:lvl4pPr lvl="3" algn="ctr">
              <a:lnSpc>
                <a:spcPct val="100000"/>
              </a:lnSpc>
              <a:spcBef>
                <a:spcPts val="1600"/>
              </a:spcBef>
              <a:spcAft>
                <a:spcPts val="0"/>
              </a:spcAft>
              <a:buSzPts val="1400"/>
              <a:buNone/>
              <a:defRPr/>
            </a:lvl4pPr>
            <a:lvl5pPr lvl="4" algn="ctr">
              <a:lnSpc>
                <a:spcPct val="100000"/>
              </a:lnSpc>
              <a:spcBef>
                <a:spcPts val="1600"/>
              </a:spcBef>
              <a:spcAft>
                <a:spcPts val="0"/>
              </a:spcAft>
              <a:buSzPts val="1400"/>
              <a:buNone/>
              <a:defRPr/>
            </a:lvl5pPr>
            <a:lvl6pPr lvl="5" algn="ctr">
              <a:lnSpc>
                <a:spcPct val="100000"/>
              </a:lnSpc>
              <a:spcBef>
                <a:spcPts val="1600"/>
              </a:spcBef>
              <a:spcAft>
                <a:spcPts val="0"/>
              </a:spcAft>
              <a:buSzPts val="1400"/>
              <a:buNone/>
              <a:defRPr/>
            </a:lvl6pPr>
            <a:lvl7pPr lvl="6" algn="ctr">
              <a:lnSpc>
                <a:spcPct val="100000"/>
              </a:lnSpc>
              <a:spcBef>
                <a:spcPts val="1600"/>
              </a:spcBef>
              <a:spcAft>
                <a:spcPts val="0"/>
              </a:spcAft>
              <a:buSzPts val="1400"/>
              <a:buNone/>
              <a:defRPr/>
            </a:lvl7pPr>
            <a:lvl8pPr lvl="7" algn="ctr">
              <a:lnSpc>
                <a:spcPct val="100000"/>
              </a:lnSpc>
              <a:spcBef>
                <a:spcPts val="1600"/>
              </a:spcBef>
              <a:spcAft>
                <a:spcPts val="0"/>
              </a:spcAft>
              <a:buSzPts val="1400"/>
              <a:buNone/>
              <a:defRPr/>
            </a:lvl8pPr>
            <a:lvl9pPr lvl="8" algn="ctr">
              <a:lnSpc>
                <a:spcPct val="100000"/>
              </a:lnSpc>
              <a:spcBef>
                <a:spcPts val="1600"/>
              </a:spcBef>
              <a:spcAft>
                <a:spcPts val="1600"/>
              </a:spcAft>
              <a:buSzPts val="1400"/>
              <a:buNone/>
              <a:defRPr/>
            </a:lvl9pPr>
          </a:lstStyle>
          <a:p/>
        </p:txBody>
      </p:sp>
      <p:sp>
        <p:nvSpPr>
          <p:cNvPr id="433" name="Google Shape;433;p55"/>
          <p:cNvSpPr txBox="1"/>
          <p:nvPr>
            <p:ph idx="4" type="subTitle"/>
          </p:nvPr>
        </p:nvSpPr>
        <p:spPr>
          <a:xfrm>
            <a:off x="4876875" y="3969050"/>
            <a:ext cx="2907600" cy="638100"/>
          </a:xfrm>
          <a:prstGeom prst="rect">
            <a:avLst/>
          </a:prstGeom>
          <a:noFill/>
          <a:ln cap="flat" cmpd="sng" w="9525">
            <a:solidFill>
              <a:schemeClr val="dk2"/>
            </a:solidFill>
            <a:prstDash val="solid"/>
            <a:round/>
            <a:headEnd len="sm" w="sm" type="none"/>
            <a:tailEnd len="sm" w="sm" type="none"/>
          </a:ln>
        </p:spPr>
        <p:txBody>
          <a:bodyPr anchorCtr="0" anchor="t" bIns="91425" lIns="91425" spcFirstLastPara="1" rIns="91425" wrap="square" tIns="91425">
            <a:noAutofit/>
          </a:bodyPr>
          <a:lstStyle>
            <a:lvl1pPr lvl="0" algn="ctr">
              <a:lnSpc>
                <a:spcPct val="100000"/>
              </a:lnSpc>
              <a:spcBef>
                <a:spcPts val="0"/>
              </a:spcBef>
              <a:spcAft>
                <a:spcPts val="0"/>
              </a:spcAft>
              <a:buSzPts val="1400"/>
              <a:buNone/>
              <a:defRPr/>
            </a:lvl1pPr>
            <a:lvl2pPr lvl="1" algn="ctr">
              <a:lnSpc>
                <a:spcPct val="100000"/>
              </a:lnSpc>
              <a:spcBef>
                <a:spcPts val="1600"/>
              </a:spcBef>
              <a:spcAft>
                <a:spcPts val="0"/>
              </a:spcAft>
              <a:buSzPts val="1400"/>
              <a:buNone/>
              <a:defRPr/>
            </a:lvl2pPr>
            <a:lvl3pPr lvl="2" algn="ctr">
              <a:lnSpc>
                <a:spcPct val="100000"/>
              </a:lnSpc>
              <a:spcBef>
                <a:spcPts val="1600"/>
              </a:spcBef>
              <a:spcAft>
                <a:spcPts val="0"/>
              </a:spcAft>
              <a:buSzPts val="1400"/>
              <a:buNone/>
              <a:defRPr/>
            </a:lvl3pPr>
            <a:lvl4pPr lvl="3" algn="ctr">
              <a:lnSpc>
                <a:spcPct val="100000"/>
              </a:lnSpc>
              <a:spcBef>
                <a:spcPts val="1600"/>
              </a:spcBef>
              <a:spcAft>
                <a:spcPts val="0"/>
              </a:spcAft>
              <a:buSzPts val="1400"/>
              <a:buNone/>
              <a:defRPr/>
            </a:lvl4pPr>
            <a:lvl5pPr lvl="4" algn="ctr">
              <a:lnSpc>
                <a:spcPct val="100000"/>
              </a:lnSpc>
              <a:spcBef>
                <a:spcPts val="1600"/>
              </a:spcBef>
              <a:spcAft>
                <a:spcPts val="0"/>
              </a:spcAft>
              <a:buSzPts val="1400"/>
              <a:buNone/>
              <a:defRPr/>
            </a:lvl5pPr>
            <a:lvl6pPr lvl="5" algn="ctr">
              <a:lnSpc>
                <a:spcPct val="100000"/>
              </a:lnSpc>
              <a:spcBef>
                <a:spcPts val="1600"/>
              </a:spcBef>
              <a:spcAft>
                <a:spcPts val="0"/>
              </a:spcAft>
              <a:buSzPts val="1400"/>
              <a:buNone/>
              <a:defRPr/>
            </a:lvl6pPr>
            <a:lvl7pPr lvl="6" algn="ctr">
              <a:lnSpc>
                <a:spcPct val="100000"/>
              </a:lnSpc>
              <a:spcBef>
                <a:spcPts val="1600"/>
              </a:spcBef>
              <a:spcAft>
                <a:spcPts val="0"/>
              </a:spcAft>
              <a:buSzPts val="1400"/>
              <a:buNone/>
              <a:defRPr/>
            </a:lvl7pPr>
            <a:lvl8pPr lvl="7" algn="ctr">
              <a:lnSpc>
                <a:spcPct val="100000"/>
              </a:lnSpc>
              <a:spcBef>
                <a:spcPts val="1600"/>
              </a:spcBef>
              <a:spcAft>
                <a:spcPts val="0"/>
              </a:spcAft>
              <a:buSzPts val="1400"/>
              <a:buNone/>
              <a:defRPr/>
            </a:lvl8pPr>
            <a:lvl9pPr lvl="8" algn="ctr">
              <a:lnSpc>
                <a:spcPct val="100000"/>
              </a:lnSpc>
              <a:spcBef>
                <a:spcPts val="1600"/>
              </a:spcBef>
              <a:spcAft>
                <a:spcPts val="1600"/>
              </a:spcAft>
              <a:buSzPts val="1400"/>
              <a:buNone/>
              <a:defRPr/>
            </a:lvl9pPr>
          </a:lstStyle>
          <a:p/>
        </p:txBody>
      </p:sp>
      <p:sp>
        <p:nvSpPr>
          <p:cNvPr id="434" name="Google Shape;434;p55"/>
          <p:cNvSpPr txBox="1"/>
          <p:nvPr>
            <p:ph type="title"/>
          </p:nvPr>
        </p:nvSpPr>
        <p:spPr>
          <a:xfrm>
            <a:off x="720000" y="540000"/>
            <a:ext cx="7704000" cy="564300"/>
          </a:xfrm>
          <a:prstGeom prst="rect">
            <a:avLst/>
          </a:prstGeom>
          <a:noFill/>
          <a:ln>
            <a:noFill/>
          </a:ln>
        </p:spPr>
        <p:txBody>
          <a:bodyPr anchorCtr="0" anchor="ctr" bIns="91425" lIns="91425" spcFirstLastPara="1" rIns="91425" wrap="square" tIns="91425">
            <a:noAutofit/>
          </a:bodyPr>
          <a:lstStyle>
            <a:lvl1pPr lvl="0" algn="l">
              <a:lnSpc>
                <a:spcPct val="100000"/>
              </a:lnSpc>
              <a:spcBef>
                <a:spcPts val="0"/>
              </a:spcBef>
              <a:spcAft>
                <a:spcPts val="0"/>
              </a:spcAft>
              <a:buSzPts val="2800"/>
              <a:buNone/>
              <a:defRPr/>
            </a:lvl1pPr>
            <a:lvl2pPr lvl="1" algn="l">
              <a:lnSpc>
                <a:spcPct val="100000"/>
              </a:lnSpc>
              <a:spcBef>
                <a:spcPts val="0"/>
              </a:spcBef>
              <a:spcAft>
                <a:spcPts val="0"/>
              </a:spcAft>
              <a:buSzPts val="2800"/>
              <a:buNone/>
              <a:defRPr/>
            </a:lvl2pPr>
            <a:lvl3pPr lvl="2" algn="l">
              <a:lnSpc>
                <a:spcPct val="100000"/>
              </a:lnSpc>
              <a:spcBef>
                <a:spcPts val="0"/>
              </a:spcBef>
              <a:spcAft>
                <a:spcPts val="0"/>
              </a:spcAft>
              <a:buSzPts val="2800"/>
              <a:buNone/>
              <a:defRPr/>
            </a:lvl3pPr>
            <a:lvl4pPr lvl="3" algn="l">
              <a:lnSpc>
                <a:spcPct val="100000"/>
              </a:lnSpc>
              <a:spcBef>
                <a:spcPts val="0"/>
              </a:spcBef>
              <a:spcAft>
                <a:spcPts val="0"/>
              </a:spcAft>
              <a:buSzPts val="2800"/>
              <a:buNone/>
              <a:defRPr/>
            </a:lvl4pPr>
            <a:lvl5pPr lvl="4" algn="l">
              <a:lnSpc>
                <a:spcPct val="100000"/>
              </a:lnSpc>
              <a:spcBef>
                <a:spcPts val="0"/>
              </a:spcBef>
              <a:spcAft>
                <a:spcPts val="0"/>
              </a:spcAft>
              <a:buSzPts val="2800"/>
              <a:buNone/>
              <a:defRPr/>
            </a:lvl5pPr>
            <a:lvl6pPr lvl="5" algn="l">
              <a:lnSpc>
                <a:spcPct val="100000"/>
              </a:lnSpc>
              <a:spcBef>
                <a:spcPts val="0"/>
              </a:spcBef>
              <a:spcAft>
                <a:spcPts val="0"/>
              </a:spcAft>
              <a:buSzPts val="2800"/>
              <a:buNone/>
              <a:defRPr/>
            </a:lvl6pPr>
            <a:lvl7pPr lvl="6" algn="l">
              <a:lnSpc>
                <a:spcPct val="100000"/>
              </a:lnSpc>
              <a:spcBef>
                <a:spcPts val="0"/>
              </a:spcBef>
              <a:spcAft>
                <a:spcPts val="0"/>
              </a:spcAft>
              <a:buSzPts val="2800"/>
              <a:buNone/>
              <a:defRPr/>
            </a:lvl7pPr>
            <a:lvl8pPr lvl="7" algn="l">
              <a:lnSpc>
                <a:spcPct val="100000"/>
              </a:lnSpc>
              <a:spcBef>
                <a:spcPts val="0"/>
              </a:spcBef>
              <a:spcAft>
                <a:spcPts val="0"/>
              </a:spcAft>
              <a:buSzPts val="2800"/>
              <a:buNone/>
              <a:defRPr/>
            </a:lvl8pPr>
            <a:lvl9pPr lvl="8" algn="l">
              <a:lnSpc>
                <a:spcPct val="100000"/>
              </a:lnSpc>
              <a:spcBef>
                <a:spcPts val="0"/>
              </a:spcBef>
              <a:spcAft>
                <a:spcPts val="0"/>
              </a:spcAft>
              <a:buSzPts val="2800"/>
              <a:buNone/>
              <a:defRPr/>
            </a:lvl9pPr>
          </a:lstStyle>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bg>
      <p:bgPr>
        <a:solidFill>
          <a:schemeClr val="dk2"/>
        </a:solidFill>
      </p:bgPr>
    </p:bg>
    <p:spTree>
      <p:nvGrpSpPr>
        <p:cNvPr id="435" name="Shape 435"/>
        <p:cNvGrpSpPr/>
        <p:nvPr/>
      </p:nvGrpSpPr>
      <p:grpSpPr>
        <a:xfrm>
          <a:off x="0" y="0"/>
          <a:ext cx="0" cy="0"/>
          <a:chOff x="0" y="0"/>
          <a:chExt cx="0" cy="0"/>
        </a:xfrm>
      </p:grpSpPr>
      <p:pic>
        <p:nvPicPr>
          <p:cNvPr id="436" name="Google Shape;436;p56"/>
          <p:cNvPicPr preferRelativeResize="0"/>
          <p:nvPr/>
        </p:nvPicPr>
        <p:blipFill rotWithShape="1">
          <a:blip r:embed="rId2">
            <a:alphaModFix amt="14000"/>
          </a:blip>
          <a:srcRect b="0" l="0" r="0" t="0"/>
          <a:stretch/>
        </p:blipFill>
        <p:spPr>
          <a:xfrm>
            <a:off x="0" y="0"/>
            <a:ext cx="9144000" cy="5143500"/>
          </a:xfrm>
          <a:prstGeom prst="rect">
            <a:avLst/>
          </a:prstGeom>
          <a:noFill/>
          <a:ln>
            <a:noFill/>
          </a:ln>
        </p:spPr>
      </p:pic>
      <p:sp>
        <p:nvSpPr>
          <p:cNvPr id="437" name="Google Shape;437;p56"/>
          <p:cNvSpPr/>
          <p:nvPr/>
        </p:nvSpPr>
        <p:spPr>
          <a:xfrm>
            <a:off x="372375" y="324675"/>
            <a:ext cx="8394900" cy="4500600"/>
          </a:xfrm>
          <a:prstGeom prst="rect">
            <a:avLst/>
          </a:prstGeom>
          <a:solidFill>
            <a:srgbClr val="7C7C7C">
              <a:alpha val="27058"/>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nvGrpSpPr>
          <p:cNvPr id="438" name="Google Shape;438;p56"/>
          <p:cNvGrpSpPr/>
          <p:nvPr/>
        </p:nvGrpSpPr>
        <p:grpSpPr>
          <a:xfrm>
            <a:off x="372025" y="321975"/>
            <a:ext cx="8400000" cy="4499700"/>
            <a:chOff x="372025" y="321975"/>
            <a:chExt cx="8400000" cy="4499700"/>
          </a:xfrm>
        </p:grpSpPr>
        <p:sp>
          <p:nvSpPr>
            <p:cNvPr id="439" name="Google Shape;439;p56"/>
            <p:cNvSpPr/>
            <p:nvPr/>
          </p:nvSpPr>
          <p:spPr>
            <a:xfrm>
              <a:off x="372025" y="321975"/>
              <a:ext cx="8400000" cy="4499700"/>
            </a:xfrm>
            <a:prstGeom prst="rect">
              <a:avLst/>
            </a:prstGeom>
            <a:noFill/>
            <a:ln cap="flat" cmpd="sng" w="9525">
              <a:solidFill>
                <a:schemeClr val="accent6"/>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40" name="Google Shape;440;p56"/>
            <p:cNvSpPr/>
            <p:nvPr/>
          </p:nvSpPr>
          <p:spPr>
            <a:xfrm>
              <a:off x="372025" y="321975"/>
              <a:ext cx="8400000" cy="218100"/>
            </a:xfrm>
            <a:prstGeom prst="rect">
              <a:avLst/>
            </a:prstGeom>
            <a:noFill/>
            <a:ln cap="flat" cmpd="sng" w="9525">
              <a:solidFill>
                <a:schemeClr val="accent6"/>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41" name="Google Shape;441;p56"/>
            <p:cNvSpPr/>
            <p:nvPr/>
          </p:nvSpPr>
          <p:spPr>
            <a:xfrm>
              <a:off x="486450" y="380900"/>
              <a:ext cx="100200" cy="100200"/>
            </a:xfrm>
            <a:prstGeom prst="ellips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42" name="Google Shape;442;p56"/>
            <p:cNvSpPr/>
            <p:nvPr/>
          </p:nvSpPr>
          <p:spPr>
            <a:xfrm>
              <a:off x="669900" y="380900"/>
              <a:ext cx="100200" cy="100200"/>
            </a:xfrm>
            <a:prstGeom prst="ellips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43" name="Google Shape;443;p56"/>
            <p:cNvSpPr/>
            <p:nvPr/>
          </p:nvSpPr>
          <p:spPr>
            <a:xfrm>
              <a:off x="853350" y="380900"/>
              <a:ext cx="100200" cy="100200"/>
            </a:xfrm>
            <a:prstGeom prst="ellips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44" name="Google Shape;444;p56"/>
            <p:cNvSpPr/>
            <p:nvPr/>
          </p:nvSpPr>
          <p:spPr>
            <a:xfrm>
              <a:off x="8537750" y="380900"/>
              <a:ext cx="100200" cy="100200"/>
            </a:xfrm>
            <a:prstGeom prst="ellipse">
              <a:avLst/>
            </a:prstGeom>
            <a:noFill/>
            <a:ln cap="flat" cmpd="sng" w="9525">
              <a:solidFill>
                <a:schemeClr val="accent6"/>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cxnSp>
          <p:nvCxnSpPr>
            <p:cNvPr id="445" name="Google Shape;445;p56"/>
            <p:cNvCxnSpPr/>
            <p:nvPr/>
          </p:nvCxnSpPr>
          <p:spPr>
            <a:xfrm>
              <a:off x="7498375" y="431000"/>
              <a:ext cx="1039500" cy="0"/>
            </a:xfrm>
            <a:prstGeom prst="straightConnector1">
              <a:avLst/>
            </a:prstGeom>
            <a:noFill/>
            <a:ln cap="flat" cmpd="sng" w="9525">
              <a:solidFill>
                <a:schemeClr val="accent6"/>
              </a:solidFill>
              <a:prstDash val="solid"/>
              <a:round/>
              <a:headEnd len="sm" w="sm" type="none"/>
              <a:tailEnd len="sm" w="sm" type="none"/>
            </a:ln>
          </p:spPr>
        </p:cxnSp>
      </p:grpSp>
      <p:sp>
        <p:nvSpPr>
          <p:cNvPr id="446" name="Google Shape;446;p56"/>
          <p:cNvSpPr txBox="1"/>
          <p:nvPr>
            <p:ph type="title"/>
          </p:nvPr>
        </p:nvSpPr>
        <p:spPr>
          <a:xfrm>
            <a:off x="720000" y="936725"/>
            <a:ext cx="5025300" cy="1323900"/>
          </a:xfrm>
          <a:prstGeom prst="rect">
            <a:avLst/>
          </a:prstGeom>
          <a:noFill/>
          <a:ln>
            <a:noFill/>
          </a:ln>
        </p:spPr>
        <p:txBody>
          <a:bodyPr anchorCtr="0" anchor="ctr" bIns="91425" lIns="91425" spcFirstLastPara="1" rIns="91425" wrap="square" tIns="91425">
            <a:noAutofit/>
          </a:bodyPr>
          <a:lstStyle>
            <a:lvl1pPr lvl="0" algn="l">
              <a:lnSpc>
                <a:spcPct val="100000"/>
              </a:lnSpc>
              <a:spcBef>
                <a:spcPts val="0"/>
              </a:spcBef>
              <a:spcAft>
                <a:spcPts val="0"/>
              </a:spcAft>
              <a:buSzPts val="2800"/>
              <a:buNone/>
              <a:defRPr sz="3000"/>
            </a:lvl1pPr>
            <a:lvl2pPr lvl="1" algn="l">
              <a:lnSpc>
                <a:spcPct val="100000"/>
              </a:lnSpc>
              <a:spcBef>
                <a:spcPts val="0"/>
              </a:spcBef>
              <a:spcAft>
                <a:spcPts val="0"/>
              </a:spcAft>
              <a:buSzPts val="2800"/>
              <a:buNone/>
              <a:defRPr/>
            </a:lvl2pPr>
            <a:lvl3pPr lvl="2" algn="l">
              <a:lnSpc>
                <a:spcPct val="100000"/>
              </a:lnSpc>
              <a:spcBef>
                <a:spcPts val="0"/>
              </a:spcBef>
              <a:spcAft>
                <a:spcPts val="0"/>
              </a:spcAft>
              <a:buSzPts val="2800"/>
              <a:buNone/>
              <a:defRPr/>
            </a:lvl3pPr>
            <a:lvl4pPr lvl="3" algn="l">
              <a:lnSpc>
                <a:spcPct val="100000"/>
              </a:lnSpc>
              <a:spcBef>
                <a:spcPts val="0"/>
              </a:spcBef>
              <a:spcAft>
                <a:spcPts val="0"/>
              </a:spcAft>
              <a:buSzPts val="2800"/>
              <a:buNone/>
              <a:defRPr/>
            </a:lvl4pPr>
            <a:lvl5pPr lvl="4" algn="l">
              <a:lnSpc>
                <a:spcPct val="100000"/>
              </a:lnSpc>
              <a:spcBef>
                <a:spcPts val="0"/>
              </a:spcBef>
              <a:spcAft>
                <a:spcPts val="0"/>
              </a:spcAft>
              <a:buSzPts val="2800"/>
              <a:buNone/>
              <a:defRPr/>
            </a:lvl5pPr>
            <a:lvl6pPr lvl="5" algn="l">
              <a:lnSpc>
                <a:spcPct val="100000"/>
              </a:lnSpc>
              <a:spcBef>
                <a:spcPts val="0"/>
              </a:spcBef>
              <a:spcAft>
                <a:spcPts val="0"/>
              </a:spcAft>
              <a:buSzPts val="2800"/>
              <a:buNone/>
              <a:defRPr/>
            </a:lvl6pPr>
            <a:lvl7pPr lvl="6" algn="l">
              <a:lnSpc>
                <a:spcPct val="100000"/>
              </a:lnSpc>
              <a:spcBef>
                <a:spcPts val="0"/>
              </a:spcBef>
              <a:spcAft>
                <a:spcPts val="0"/>
              </a:spcAft>
              <a:buSzPts val="2800"/>
              <a:buNone/>
              <a:defRPr/>
            </a:lvl7pPr>
            <a:lvl8pPr lvl="7" algn="l">
              <a:lnSpc>
                <a:spcPct val="100000"/>
              </a:lnSpc>
              <a:spcBef>
                <a:spcPts val="0"/>
              </a:spcBef>
              <a:spcAft>
                <a:spcPts val="0"/>
              </a:spcAft>
              <a:buSzPts val="2800"/>
              <a:buNone/>
              <a:defRPr/>
            </a:lvl8pPr>
            <a:lvl9pPr lvl="8" algn="l">
              <a:lnSpc>
                <a:spcPct val="100000"/>
              </a:lnSpc>
              <a:spcBef>
                <a:spcPts val="0"/>
              </a:spcBef>
              <a:spcAft>
                <a:spcPts val="0"/>
              </a:spcAft>
              <a:buSzPts val="2800"/>
              <a:buNone/>
              <a:defRPr/>
            </a:lvl9pPr>
          </a:lstStyle>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447" name="Shape 447"/>
        <p:cNvGrpSpPr/>
        <p:nvPr/>
      </p:nvGrpSpPr>
      <p:grpSpPr>
        <a:xfrm>
          <a:off x="0" y="0"/>
          <a:ext cx="0" cy="0"/>
          <a:chOff x="0" y="0"/>
          <a:chExt cx="0" cy="0"/>
        </a:xfrm>
      </p:grpSpPr>
      <p:pic>
        <p:nvPicPr>
          <p:cNvPr id="448" name="Google Shape;448;p57"/>
          <p:cNvPicPr preferRelativeResize="0"/>
          <p:nvPr/>
        </p:nvPicPr>
        <p:blipFill rotWithShape="1">
          <a:blip r:embed="rId2">
            <a:alphaModFix amt="14000"/>
          </a:blip>
          <a:srcRect b="0" l="0" r="0" t="0"/>
          <a:stretch/>
        </p:blipFill>
        <p:spPr>
          <a:xfrm>
            <a:off x="0" y="0"/>
            <a:ext cx="9144000" cy="5143500"/>
          </a:xfrm>
          <a:prstGeom prst="rect">
            <a:avLst/>
          </a:prstGeom>
          <a:noFill/>
          <a:ln>
            <a:noFill/>
          </a:ln>
        </p:spPr>
      </p:pic>
      <p:grpSp>
        <p:nvGrpSpPr>
          <p:cNvPr id="449" name="Google Shape;449;p57"/>
          <p:cNvGrpSpPr/>
          <p:nvPr/>
        </p:nvGrpSpPr>
        <p:grpSpPr>
          <a:xfrm>
            <a:off x="372025" y="321975"/>
            <a:ext cx="8400000" cy="4503300"/>
            <a:chOff x="372025" y="321975"/>
            <a:chExt cx="8400000" cy="4503300"/>
          </a:xfrm>
        </p:grpSpPr>
        <p:grpSp>
          <p:nvGrpSpPr>
            <p:cNvPr id="450" name="Google Shape;450;p57"/>
            <p:cNvGrpSpPr/>
            <p:nvPr/>
          </p:nvGrpSpPr>
          <p:grpSpPr>
            <a:xfrm>
              <a:off x="372025" y="321975"/>
              <a:ext cx="8400000" cy="4503300"/>
              <a:chOff x="372025" y="321975"/>
              <a:chExt cx="8400000" cy="4503300"/>
            </a:xfrm>
          </p:grpSpPr>
          <p:sp>
            <p:nvSpPr>
              <p:cNvPr id="451" name="Google Shape;451;p57"/>
              <p:cNvSpPr/>
              <p:nvPr/>
            </p:nvSpPr>
            <p:spPr>
              <a:xfrm>
                <a:off x="372375" y="324675"/>
                <a:ext cx="8394900" cy="4500600"/>
              </a:xfrm>
              <a:prstGeom prst="rect">
                <a:avLst/>
              </a:prstGeom>
              <a:solidFill>
                <a:srgbClr val="7C7C7C">
                  <a:alpha val="14117"/>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nvGrpSpPr>
              <p:cNvPr id="452" name="Google Shape;452;p57"/>
              <p:cNvGrpSpPr/>
              <p:nvPr/>
            </p:nvGrpSpPr>
            <p:grpSpPr>
              <a:xfrm>
                <a:off x="372025" y="321975"/>
                <a:ext cx="8400000" cy="4499700"/>
                <a:chOff x="372025" y="321975"/>
                <a:chExt cx="8400000" cy="4499700"/>
              </a:xfrm>
            </p:grpSpPr>
            <p:sp>
              <p:nvSpPr>
                <p:cNvPr id="453" name="Google Shape;453;p57"/>
                <p:cNvSpPr/>
                <p:nvPr/>
              </p:nvSpPr>
              <p:spPr>
                <a:xfrm>
                  <a:off x="372025" y="321975"/>
                  <a:ext cx="8400000" cy="44997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54" name="Google Shape;454;p57"/>
                <p:cNvSpPr/>
                <p:nvPr/>
              </p:nvSpPr>
              <p:spPr>
                <a:xfrm>
                  <a:off x="372025" y="321975"/>
                  <a:ext cx="8400000" cy="2181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55" name="Google Shape;455;p57"/>
                <p:cNvSpPr/>
                <p:nvPr/>
              </p:nvSpPr>
              <p:spPr>
                <a:xfrm>
                  <a:off x="486450" y="380900"/>
                  <a:ext cx="100200" cy="100200"/>
                </a:xfrm>
                <a:prstGeom prst="ellipse">
                  <a:avLst/>
                </a:pr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56" name="Google Shape;456;p57"/>
                <p:cNvSpPr/>
                <p:nvPr/>
              </p:nvSpPr>
              <p:spPr>
                <a:xfrm>
                  <a:off x="669900" y="380900"/>
                  <a:ext cx="100200" cy="100200"/>
                </a:xfrm>
                <a:prstGeom prst="ellipse">
                  <a:avLst/>
                </a:pr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57" name="Google Shape;457;p57"/>
                <p:cNvSpPr/>
                <p:nvPr/>
              </p:nvSpPr>
              <p:spPr>
                <a:xfrm>
                  <a:off x="853350" y="380900"/>
                  <a:ext cx="100200" cy="100200"/>
                </a:xfrm>
                <a:prstGeom prst="ellipse">
                  <a:avLst/>
                </a:pr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58" name="Google Shape;458;p57"/>
                <p:cNvSpPr/>
                <p:nvPr/>
              </p:nvSpPr>
              <p:spPr>
                <a:xfrm>
                  <a:off x="8537750" y="380900"/>
                  <a:ext cx="100200" cy="1002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cxnSp>
              <p:nvCxnSpPr>
                <p:cNvPr id="459" name="Google Shape;459;p57"/>
                <p:cNvCxnSpPr/>
                <p:nvPr/>
              </p:nvCxnSpPr>
              <p:spPr>
                <a:xfrm>
                  <a:off x="7498375" y="431000"/>
                  <a:ext cx="1039500" cy="0"/>
                </a:xfrm>
                <a:prstGeom prst="straightConnector1">
                  <a:avLst/>
                </a:prstGeom>
                <a:noFill/>
                <a:ln cap="flat" cmpd="sng" w="9525">
                  <a:solidFill>
                    <a:schemeClr val="dk2"/>
                  </a:solidFill>
                  <a:prstDash val="solid"/>
                  <a:round/>
                  <a:headEnd len="sm" w="sm" type="none"/>
                  <a:tailEnd len="sm" w="sm" type="none"/>
                </a:ln>
              </p:spPr>
            </p:cxnSp>
          </p:grpSp>
        </p:grpSp>
        <p:cxnSp>
          <p:nvCxnSpPr>
            <p:cNvPr id="460" name="Google Shape;460;p57"/>
            <p:cNvCxnSpPr/>
            <p:nvPr/>
          </p:nvCxnSpPr>
          <p:spPr>
            <a:xfrm>
              <a:off x="372025" y="1104300"/>
              <a:ext cx="8400000" cy="0"/>
            </a:xfrm>
            <a:prstGeom prst="straightConnector1">
              <a:avLst/>
            </a:prstGeom>
            <a:noFill/>
            <a:ln cap="flat" cmpd="sng" w="9525">
              <a:solidFill>
                <a:schemeClr val="dk2"/>
              </a:solidFill>
              <a:prstDash val="solid"/>
              <a:round/>
              <a:headEnd len="sm" w="sm" type="none"/>
              <a:tailEnd len="sm" w="sm" type="none"/>
            </a:ln>
          </p:spPr>
        </p:cxnSp>
      </p:grpSp>
      <p:sp>
        <p:nvSpPr>
          <p:cNvPr id="461" name="Google Shape;461;p57"/>
          <p:cNvSpPr txBox="1"/>
          <p:nvPr>
            <p:ph type="title"/>
          </p:nvPr>
        </p:nvSpPr>
        <p:spPr>
          <a:xfrm>
            <a:off x="720000" y="540000"/>
            <a:ext cx="7704000" cy="564300"/>
          </a:xfrm>
          <a:prstGeom prst="rect">
            <a:avLst/>
          </a:prstGeom>
          <a:noFill/>
          <a:ln>
            <a:noFill/>
          </a:ln>
        </p:spPr>
        <p:txBody>
          <a:bodyPr anchorCtr="0" anchor="ctr" bIns="91425" lIns="91425" spcFirstLastPara="1" rIns="91425" wrap="square" tIns="91425">
            <a:noAutofit/>
          </a:bodyPr>
          <a:lstStyle>
            <a:lvl1pPr lvl="0" algn="l">
              <a:lnSpc>
                <a:spcPct val="100000"/>
              </a:lnSpc>
              <a:spcBef>
                <a:spcPts val="0"/>
              </a:spcBef>
              <a:spcAft>
                <a:spcPts val="0"/>
              </a:spcAft>
              <a:buSzPts val="2800"/>
              <a:buNone/>
              <a:defRPr/>
            </a:lvl1pPr>
            <a:lvl2pPr lvl="1" algn="l">
              <a:lnSpc>
                <a:spcPct val="100000"/>
              </a:lnSpc>
              <a:spcBef>
                <a:spcPts val="0"/>
              </a:spcBef>
              <a:spcAft>
                <a:spcPts val="0"/>
              </a:spcAft>
              <a:buSzPts val="2800"/>
              <a:buNone/>
              <a:defRPr/>
            </a:lvl2pPr>
            <a:lvl3pPr lvl="2" algn="l">
              <a:lnSpc>
                <a:spcPct val="100000"/>
              </a:lnSpc>
              <a:spcBef>
                <a:spcPts val="0"/>
              </a:spcBef>
              <a:spcAft>
                <a:spcPts val="0"/>
              </a:spcAft>
              <a:buSzPts val="2800"/>
              <a:buNone/>
              <a:defRPr/>
            </a:lvl3pPr>
            <a:lvl4pPr lvl="3" algn="l">
              <a:lnSpc>
                <a:spcPct val="100000"/>
              </a:lnSpc>
              <a:spcBef>
                <a:spcPts val="0"/>
              </a:spcBef>
              <a:spcAft>
                <a:spcPts val="0"/>
              </a:spcAft>
              <a:buSzPts val="2800"/>
              <a:buNone/>
              <a:defRPr/>
            </a:lvl4pPr>
            <a:lvl5pPr lvl="4" algn="l">
              <a:lnSpc>
                <a:spcPct val="100000"/>
              </a:lnSpc>
              <a:spcBef>
                <a:spcPts val="0"/>
              </a:spcBef>
              <a:spcAft>
                <a:spcPts val="0"/>
              </a:spcAft>
              <a:buSzPts val="2800"/>
              <a:buNone/>
              <a:defRPr/>
            </a:lvl5pPr>
            <a:lvl6pPr lvl="5" algn="l">
              <a:lnSpc>
                <a:spcPct val="100000"/>
              </a:lnSpc>
              <a:spcBef>
                <a:spcPts val="0"/>
              </a:spcBef>
              <a:spcAft>
                <a:spcPts val="0"/>
              </a:spcAft>
              <a:buSzPts val="2800"/>
              <a:buNone/>
              <a:defRPr/>
            </a:lvl6pPr>
            <a:lvl7pPr lvl="6" algn="l">
              <a:lnSpc>
                <a:spcPct val="100000"/>
              </a:lnSpc>
              <a:spcBef>
                <a:spcPts val="0"/>
              </a:spcBef>
              <a:spcAft>
                <a:spcPts val="0"/>
              </a:spcAft>
              <a:buSzPts val="2800"/>
              <a:buNone/>
              <a:defRPr/>
            </a:lvl7pPr>
            <a:lvl8pPr lvl="7" algn="l">
              <a:lnSpc>
                <a:spcPct val="100000"/>
              </a:lnSpc>
              <a:spcBef>
                <a:spcPts val="0"/>
              </a:spcBef>
              <a:spcAft>
                <a:spcPts val="0"/>
              </a:spcAft>
              <a:buSzPts val="2800"/>
              <a:buNone/>
              <a:defRPr/>
            </a:lvl8pPr>
            <a:lvl9pPr lvl="8" algn="l">
              <a:lnSpc>
                <a:spcPct val="100000"/>
              </a:lnSpc>
              <a:spcBef>
                <a:spcPts val="0"/>
              </a:spcBef>
              <a:spcAft>
                <a:spcPts val="0"/>
              </a:spcAft>
              <a:buSzPts val="2800"/>
              <a:buNone/>
              <a:defRPr/>
            </a:lvl9pPr>
          </a:lstStyle>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1">
  <p:cSld name="ONE_COLUMN_TEXT_1">
    <p:spTree>
      <p:nvGrpSpPr>
        <p:cNvPr id="462" name="Shape 462"/>
        <p:cNvGrpSpPr/>
        <p:nvPr/>
      </p:nvGrpSpPr>
      <p:grpSpPr>
        <a:xfrm>
          <a:off x="0" y="0"/>
          <a:ext cx="0" cy="0"/>
          <a:chOff x="0" y="0"/>
          <a:chExt cx="0" cy="0"/>
        </a:xfrm>
      </p:grpSpPr>
      <p:pic>
        <p:nvPicPr>
          <p:cNvPr id="463" name="Google Shape;463;p58"/>
          <p:cNvPicPr preferRelativeResize="0"/>
          <p:nvPr/>
        </p:nvPicPr>
        <p:blipFill rotWithShape="1">
          <a:blip r:embed="rId2">
            <a:alphaModFix amt="14000"/>
          </a:blip>
          <a:srcRect b="0" l="0" r="0" t="0"/>
          <a:stretch/>
        </p:blipFill>
        <p:spPr>
          <a:xfrm>
            <a:off x="0" y="0"/>
            <a:ext cx="9144000" cy="5143500"/>
          </a:xfrm>
          <a:prstGeom prst="rect">
            <a:avLst/>
          </a:prstGeom>
          <a:noFill/>
          <a:ln>
            <a:noFill/>
          </a:ln>
        </p:spPr>
      </p:pic>
      <p:grpSp>
        <p:nvGrpSpPr>
          <p:cNvPr id="464" name="Google Shape;464;p58"/>
          <p:cNvGrpSpPr/>
          <p:nvPr/>
        </p:nvGrpSpPr>
        <p:grpSpPr>
          <a:xfrm>
            <a:off x="372025" y="321975"/>
            <a:ext cx="8400000" cy="4503300"/>
            <a:chOff x="372025" y="321975"/>
            <a:chExt cx="8400000" cy="4503300"/>
          </a:xfrm>
        </p:grpSpPr>
        <p:grpSp>
          <p:nvGrpSpPr>
            <p:cNvPr id="465" name="Google Shape;465;p58"/>
            <p:cNvGrpSpPr/>
            <p:nvPr/>
          </p:nvGrpSpPr>
          <p:grpSpPr>
            <a:xfrm>
              <a:off x="372025" y="321975"/>
              <a:ext cx="8400000" cy="4503300"/>
              <a:chOff x="372025" y="321975"/>
              <a:chExt cx="8400000" cy="4503300"/>
            </a:xfrm>
          </p:grpSpPr>
          <p:sp>
            <p:nvSpPr>
              <p:cNvPr id="466" name="Google Shape;466;p58"/>
              <p:cNvSpPr/>
              <p:nvPr/>
            </p:nvSpPr>
            <p:spPr>
              <a:xfrm>
                <a:off x="372375" y="324675"/>
                <a:ext cx="8394900" cy="4500600"/>
              </a:xfrm>
              <a:prstGeom prst="rect">
                <a:avLst/>
              </a:prstGeom>
              <a:solidFill>
                <a:srgbClr val="7C7C7C">
                  <a:alpha val="14117"/>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nvGrpSpPr>
              <p:cNvPr id="467" name="Google Shape;467;p58"/>
              <p:cNvGrpSpPr/>
              <p:nvPr/>
            </p:nvGrpSpPr>
            <p:grpSpPr>
              <a:xfrm>
                <a:off x="372025" y="321975"/>
                <a:ext cx="8400000" cy="4499700"/>
                <a:chOff x="372025" y="321975"/>
                <a:chExt cx="8400000" cy="4499700"/>
              </a:xfrm>
            </p:grpSpPr>
            <p:sp>
              <p:nvSpPr>
                <p:cNvPr id="468" name="Google Shape;468;p58"/>
                <p:cNvSpPr/>
                <p:nvPr/>
              </p:nvSpPr>
              <p:spPr>
                <a:xfrm>
                  <a:off x="372025" y="321975"/>
                  <a:ext cx="8400000" cy="44997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69" name="Google Shape;469;p58"/>
                <p:cNvSpPr/>
                <p:nvPr/>
              </p:nvSpPr>
              <p:spPr>
                <a:xfrm>
                  <a:off x="372025" y="321975"/>
                  <a:ext cx="8400000" cy="2181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70" name="Google Shape;470;p58"/>
                <p:cNvSpPr/>
                <p:nvPr/>
              </p:nvSpPr>
              <p:spPr>
                <a:xfrm>
                  <a:off x="486450" y="380900"/>
                  <a:ext cx="100200" cy="100200"/>
                </a:xfrm>
                <a:prstGeom prst="ellipse">
                  <a:avLst/>
                </a:pr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71" name="Google Shape;471;p58"/>
                <p:cNvSpPr/>
                <p:nvPr/>
              </p:nvSpPr>
              <p:spPr>
                <a:xfrm>
                  <a:off x="669900" y="380900"/>
                  <a:ext cx="100200" cy="100200"/>
                </a:xfrm>
                <a:prstGeom prst="ellipse">
                  <a:avLst/>
                </a:pr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72" name="Google Shape;472;p58"/>
                <p:cNvSpPr/>
                <p:nvPr/>
              </p:nvSpPr>
              <p:spPr>
                <a:xfrm>
                  <a:off x="853350" y="380900"/>
                  <a:ext cx="100200" cy="100200"/>
                </a:xfrm>
                <a:prstGeom prst="ellipse">
                  <a:avLst/>
                </a:pr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73" name="Google Shape;473;p58"/>
                <p:cNvSpPr/>
                <p:nvPr/>
              </p:nvSpPr>
              <p:spPr>
                <a:xfrm>
                  <a:off x="8537750" y="380900"/>
                  <a:ext cx="100200" cy="1002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cxnSp>
              <p:nvCxnSpPr>
                <p:cNvPr id="474" name="Google Shape;474;p58"/>
                <p:cNvCxnSpPr/>
                <p:nvPr/>
              </p:nvCxnSpPr>
              <p:spPr>
                <a:xfrm>
                  <a:off x="7498375" y="431000"/>
                  <a:ext cx="1039500" cy="0"/>
                </a:xfrm>
                <a:prstGeom prst="straightConnector1">
                  <a:avLst/>
                </a:prstGeom>
                <a:noFill/>
                <a:ln cap="flat" cmpd="sng" w="9525">
                  <a:solidFill>
                    <a:schemeClr val="dk2"/>
                  </a:solidFill>
                  <a:prstDash val="solid"/>
                  <a:round/>
                  <a:headEnd len="sm" w="sm" type="none"/>
                  <a:tailEnd len="sm" w="sm" type="none"/>
                </a:ln>
              </p:spPr>
            </p:cxnSp>
          </p:grpSp>
        </p:grpSp>
        <p:cxnSp>
          <p:nvCxnSpPr>
            <p:cNvPr id="475" name="Google Shape;475;p58"/>
            <p:cNvCxnSpPr/>
            <p:nvPr/>
          </p:nvCxnSpPr>
          <p:spPr>
            <a:xfrm>
              <a:off x="372025" y="1104300"/>
              <a:ext cx="8400000" cy="0"/>
            </a:xfrm>
            <a:prstGeom prst="straightConnector1">
              <a:avLst/>
            </a:prstGeom>
            <a:noFill/>
            <a:ln cap="flat" cmpd="sng" w="9525">
              <a:solidFill>
                <a:schemeClr val="dk2"/>
              </a:solidFill>
              <a:prstDash val="solid"/>
              <a:round/>
              <a:headEnd len="sm" w="sm" type="none"/>
              <a:tailEnd len="sm" w="sm" type="none"/>
            </a:ln>
          </p:spPr>
        </p:cxnSp>
      </p:grpSp>
      <p:sp>
        <p:nvSpPr>
          <p:cNvPr id="476" name="Google Shape;476;p58"/>
          <p:cNvSpPr txBox="1"/>
          <p:nvPr>
            <p:ph idx="1" type="subTitle"/>
          </p:nvPr>
        </p:nvSpPr>
        <p:spPr>
          <a:xfrm>
            <a:off x="1272075" y="2229875"/>
            <a:ext cx="3201000" cy="1717200"/>
          </a:xfrm>
          <a:prstGeom prst="rect">
            <a:avLst/>
          </a:prstGeom>
          <a:noFill/>
          <a:ln cap="flat" cmpd="sng" w="9525">
            <a:solidFill>
              <a:schemeClr val="dk2"/>
            </a:solidFill>
            <a:prstDash val="solid"/>
            <a:round/>
            <a:headEnd len="sm" w="sm" type="none"/>
            <a:tailEnd len="sm" w="sm" type="none"/>
          </a:ln>
        </p:spPr>
        <p:txBody>
          <a:bodyPr anchorCtr="0" anchor="t" bIns="91425" lIns="91425" spcFirstLastPara="1" rIns="91425" wrap="square" tIns="91425">
            <a:noAutofit/>
          </a:bodyPr>
          <a:lstStyle>
            <a:lvl1pPr lvl="0" algn="l">
              <a:lnSpc>
                <a:spcPct val="100000"/>
              </a:lnSpc>
              <a:spcBef>
                <a:spcPts val="0"/>
              </a:spcBef>
              <a:spcAft>
                <a:spcPts val="0"/>
              </a:spcAft>
              <a:buSzPts val="1400"/>
              <a:buChar char="●"/>
              <a:defRPr/>
            </a:lvl1pPr>
            <a:lvl2pPr lvl="1" algn="ctr">
              <a:lnSpc>
                <a:spcPct val="100000"/>
              </a:lnSpc>
              <a:spcBef>
                <a:spcPts val="0"/>
              </a:spcBef>
              <a:spcAft>
                <a:spcPts val="0"/>
              </a:spcAft>
              <a:buSzPts val="1400"/>
              <a:buChar char="○"/>
              <a:defRPr/>
            </a:lvl2pPr>
            <a:lvl3pPr lvl="2" algn="ctr">
              <a:lnSpc>
                <a:spcPct val="100000"/>
              </a:lnSpc>
              <a:spcBef>
                <a:spcPts val="1600"/>
              </a:spcBef>
              <a:spcAft>
                <a:spcPts val="0"/>
              </a:spcAft>
              <a:buSzPts val="1400"/>
              <a:buChar char="■"/>
              <a:defRPr/>
            </a:lvl3pPr>
            <a:lvl4pPr lvl="3" algn="ctr">
              <a:lnSpc>
                <a:spcPct val="100000"/>
              </a:lnSpc>
              <a:spcBef>
                <a:spcPts val="1600"/>
              </a:spcBef>
              <a:spcAft>
                <a:spcPts val="0"/>
              </a:spcAft>
              <a:buSzPts val="1400"/>
              <a:buChar char="●"/>
              <a:defRPr/>
            </a:lvl4pPr>
            <a:lvl5pPr lvl="4" algn="ctr">
              <a:lnSpc>
                <a:spcPct val="100000"/>
              </a:lnSpc>
              <a:spcBef>
                <a:spcPts val="1600"/>
              </a:spcBef>
              <a:spcAft>
                <a:spcPts val="0"/>
              </a:spcAft>
              <a:buSzPts val="1400"/>
              <a:buChar char="○"/>
              <a:defRPr/>
            </a:lvl5pPr>
            <a:lvl6pPr lvl="5" algn="ctr">
              <a:lnSpc>
                <a:spcPct val="100000"/>
              </a:lnSpc>
              <a:spcBef>
                <a:spcPts val="1600"/>
              </a:spcBef>
              <a:spcAft>
                <a:spcPts val="0"/>
              </a:spcAft>
              <a:buSzPts val="1400"/>
              <a:buChar char="■"/>
              <a:defRPr/>
            </a:lvl6pPr>
            <a:lvl7pPr lvl="6" algn="ctr">
              <a:lnSpc>
                <a:spcPct val="100000"/>
              </a:lnSpc>
              <a:spcBef>
                <a:spcPts val="1600"/>
              </a:spcBef>
              <a:spcAft>
                <a:spcPts val="0"/>
              </a:spcAft>
              <a:buSzPts val="1400"/>
              <a:buChar char="●"/>
              <a:defRPr/>
            </a:lvl7pPr>
            <a:lvl8pPr lvl="7" algn="ctr">
              <a:lnSpc>
                <a:spcPct val="100000"/>
              </a:lnSpc>
              <a:spcBef>
                <a:spcPts val="1600"/>
              </a:spcBef>
              <a:spcAft>
                <a:spcPts val="0"/>
              </a:spcAft>
              <a:buSzPts val="1400"/>
              <a:buChar char="○"/>
              <a:defRPr/>
            </a:lvl8pPr>
            <a:lvl9pPr lvl="8" algn="ctr">
              <a:lnSpc>
                <a:spcPct val="100000"/>
              </a:lnSpc>
              <a:spcBef>
                <a:spcPts val="1600"/>
              </a:spcBef>
              <a:spcAft>
                <a:spcPts val="1600"/>
              </a:spcAft>
              <a:buSzPts val="1400"/>
              <a:buChar char="■"/>
              <a:defRPr/>
            </a:lvl9pPr>
          </a:lstStyle>
          <a:p/>
        </p:txBody>
      </p:sp>
      <p:sp>
        <p:nvSpPr>
          <p:cNvPr id="477" name="Google Shape;477;p58"/>
          <p:cNvSpPr txBox="1"/>
          <p:nvPr>
            <p:ph idx="2" type="subTitle"/>
          </p:nvPr>
        </p:nvSpPr>
        <p:spPr>
          <a:xfrm>
            <a:off x="4964325" y="2654613"/>
            <a:ext cx="2907600" cy="863700"/>
          </a:xfrm>
          <a:prstGeom prst="rect">
            <a:avLst/>
          </a:prstGeom>
          <a:noFill/>
          <a:ln cap="flat" cmpd="sng" w="9525">
            <a:solidFill>
              <a:schemeClr val="dk2"/>
            </a:solidFill>
            <a:prstDash val="solid"/>
            <a:round/>
            <a:headEnd len="sm" w="sm" type="none"/>
            <a:tailEnd len="sm" w="sm" type="none"/>
          </a:ln>
        </p:spPr>
        <p:txBody>
          <a:bodyPr anchorCtr="0" anchor="t" bIns="91425" lIns="91425" spcFirstLastPara="1" rIns="91425" wrap="square" tIns="91425">
            <a:noAutofit/>
          </a:bodyPr>
          <a:lstStyle>
            <a:lvl1pPr lvl="0" algn="l">
              <a:lnSpc>
                <a:spcPct val="100000"/>
              </a:lnSpc>
              <a:spcBef>
                <a:spcPts val="0"/>
              </a:spcBef>
              <a:spcAft>
                <a:spcPts val="0"/>
              </a:spcAft>
              <a:buSzPts val="1400"/>
              <a:buNone/>
              <a:defRPr/>
            </a:lvl1pPr>
            <a:lvl2pPr lvl="1" algn="ctr">
              <a:lnSpc>
                <a:spcPct val="100000"/>
              </a:lnSpc>
              <a:spcBef>
                <a:spcPts val="1600"/>
              </a:spcBef>
              <a:spcAft>
                <a:spcPts val="0"/>
              </a:spcAft>
              <a:buSzPts val="1400"/>
              <a:buNone/>
              <a:defRPr/>
            </a:lvl2pPr>
            <a:lvl3pPr lvl="2" algn="ctr">
              <a:lnSpc>
                <a:spcPct val="100000"/>
              </a:lnSpc>
              <a:spcBef>
                <a:spcPts val="1600"/>
              </a:spcBef>
              <a:spcAft>
                <a:spcPts val="0"/>
              </a:spcAft>
              <a:buSzPts val="1400"/>
              <a:buNone/>
              <a:defRPr/>
            </a:lvl3pPr>
            <a:lvl4pPr lvl="3" algn="ctr">
              <a:lnSpc>
                <a:spcPct val="100000"/>
              </a:lnSpc>
              <a:spcBef>
                <a:spcPts val="1600"/>
              </a:spcBef>
              <a:spcAft>
                <a:spcPts val="0"/>
              </a:spcAft>
              <a:buSzPts val="1400"/>
              <a:buNone/>
              <a:defRPr/>
            </a:lvl4pPr>
            <a:lvl5pPr lvl="4" algn="ctr">
              <a:lnSpc>
                <a:spcPct val="100000"/>
              </a:lnSpc>
              <a:spcBef>
                <a:spcPts val="1600"/>
              </a:spcBef>
              <a:spcAft>
                <a:spcPts val="0"/>
              </a:spcAft>
              <a:buSzPts val="1400"/>
              <a:buNone/>
              <a:defRPr/>
            </a:lvl5pPr>
            <a:lvl6pPr lvl="5" algn="ctr">
              <a:lnSpc>
                <a:spcPct val="100000"/>
              </a:lnSpc>
              <a:spcBef>
                <a:spcPts val="1600"/>
              </a:spcBef>
              <a:spcAft>
                <a:spcPts val="0"/>
              </a:spcAft>
              <a:buSzPts val="1400"/>
              <a:buNone/>
              <a:defRPr/>
            </a:lvl6pPr>
            <a:lvl7pPr lvl="6" algn="ctr">
              <a:lnSpc>
                <a:spcPct val="100000"/>
              </a:lnSpc>
              <a:spcBef>
                <a:spcPts val="1600"/>
              </a:spcBef>
              <a:spcAft>
                <a:spcPts val="0"/>
              </a:spcAft>
              <a:buSzPts val="1400"/>
              <a:buNone/>
              <a:defRPr/>
            </a:lvl7pPr>
            <a:lvl8pPr lvl="7" algn="ctr">
              <a:lnSpc>
                <a:spcPct val="100000"/>
              </a:lnSpc>
              <a:spcBef>
                <a:spcPts val="1600"/>
              </a:spcBef>
              <a:spcAft>
                <a:spcPts val="0"/>
              </a:spcAft>
              <a:buSzPts val="1400"/>
              <a:buNone/>
              <a:defRPr/>
            </a:lvl8pPr>
            <a:lvl9pPr lvl="8" algn="ctr">
              <a:lnSpc>
                <a:spcPct val="100000"/>
              </a:lnSpc>
              <a:spcBef>
                <a:spcPts val="1600"/>
              </a:spcBef>
              <a:spcAft>
                <a:spcPts val="1600"/>
              </a:spcAft>
              <a:buSzPts val="1400"/>
              <a:buNone/>
              <a:defRPr/>
            </a:lvl9pPr>
          </a:lstStyle>
          <a:p/>
        </p:txBody>
      </p:sp>
      <p:sp>
        <p:nvSpPr>
          <p:cNvPr id="478" name="Google Shape;478;p58"/>
          <p:cNvSpPr txBox="1"/>
          <p:nvPr>
            <p:ph type="title"/>
          </p:nvPr>
        </p:nvSpPr>
        <p:spPr>
          <a:xfrm>
            <a:off x="720000" y="540000"/>
            <a:ext cx="7704000" cy="564300"/>
          </a:xfrm>
          <a:prstGeom prst="rect">
            <a:avLst/>
          </a:prstGeom>
          <a:noFill/>
          <a:ln>
            <a:noFill/>
          </a:ln>
        </p:spPr>
        <p:txBody>
          <a:bodyPr anchorCtr="0" anchor="ctr" bIns="91425" lIns="91425" spcFirstLastPara="1" rIns="91425" wrap="square" tIns="91425">
            <a:noAutofit/>
          </a:bodyPr>
          <a:lstStyle>
            <a:lvl1pPr lvl="0" algn="l">
              <a:lnSpc>
                <a:spcPct val="100000"/>
              </a:lnSpc>
              <a:spcBef>
                <a:spcPts val="0"/>
              </a:spcBef>
              <a:spcAft>
                <a:spcPts val="0"/>
              </a:spcAft>
              <a:buSzPts val="2800"/>
              <a:buNone/>
              <a:defRPr/>
            </a:lvl1pPr>
            <a:lvl2pPr lvl="1" algn="l">
              <a:lnSpc>
                <a:spcPct val="100000"/>
              </a:lnSpc>
              <a:spcBef>
                <a:spcPts val="0"/>
              </a:spcBef>
              <a:spcAft>
                <a:spcPts val="0"/>
              </a:spcAft>
              <a:buSzPts val="2800"/>
              <a:buNone/>
              <a:defRPr/>
            </a:lvl2pPr>
            <a:lvl3pPr lvl="2" algn="l">
              <a:lnSpc>
                <a:spcPct val="100000"/>
              </a:lnSpc>
              <a:spcBef>
                <a:spcPts val="0"/>
              </a:spcBef>
              <a:spcAft>
                <a:spcPts val="0"/>
              </a:spcAft>
              <a:buSzPts val="2800"/>
              <a:buNone/>
              <a:defRPr/>
            </a:lvl3pPr>
            <a:lvl4pPr lvl="3" algn="l">
              <a:lnSpc>
                <a:spcPct val="100000"/>
              </a:lnSpc>
              <a:spcBef>
                <a:spcPts val="0"/>
              </a:spcBef>
              <a:spcAft>
                <a:spcPts val="0"/>
              </a:spcAft>
              <a:buSzPts val="2800"/>
              <a:buNone/>
              <a:defRPr/>
            </a:lvl4pPr>
            <a:lvl5pPr lvl="4" algn="l">
              <a:lnSpc>
                <a:spcPct val="100000"/>
              </a:lnSpc>
              <a:spcBef>
                <a:spcPts val="0"/>
              </a:spcBef>
              <a:spcAft>
                <a:spcPts val="0"/>
              </a:spcAft>
              <a:buSzPts val="2800"/>
              <a:buNone/>
              <a:defRPr/>
            </a:lvl5pPr>
            <a:lvl6pPr lvl="5" algn="l">
              <a:lnSpc>
                <a:spcPct val="100000"/>
              </a:lnSpc>
              <a:spcBef>
                <a:spcPts val="0"/>
              </a:spcBef>
              <a:spcAft>
                <a:spcPts val="0"/>
              </a:spcAft>
              <a:buSzPts val="2800"/>
              <a:buNone/>
              <a:defRPr/>
            </a:lvl6pPr>
            <a:lvl7pPr lvl="6" algn="l">
              <a:lnSpc>
                <a:spcPct val="100000"/>
              </a:lnSpc>
              <a:spcBef>
                <a:spcPts val="0"/>
              </a:spcBef>
              <a:spcAft>
                <a:spcPts val="0"/>
              </a:spcAft>
              <a:buSzPts val="2800"/>
              <a:buNone/>
              <a:defRPr/>
            </a:lvl7pPr>
            <a:lvl8pPr lvl="7" algn="l">
              <a:lnSpc>
                <a:spcPct val="100000"/>
              </a:lnSpc>
              <a:spcBef>
                <a:spcPts val="0"/>
              </a:spcBef>
              <a:spcAft>
                <a:spcPts val="0"/>
              </a:spcAft>
              <a:buSzPts val="2800"/>
              <a:buNone/>
              <a:defRPr/>
            </a:lvl8pPr>
            <a:lvl9pPr lvl="8" algn="l">
              <a:lnSpc>
                <a:spcPct val="100000"/>
              </a:lnSpc>
              <a:spcBef>
                <a:spcPts val="0"/>
              </a:spcBef>
              <a:spcAft>
                <a:spcPts val="0"/>
              </a:spcAft>
              <a:buSzPts val="2800"/>
              <a:buNone/>
              <a:defRPr/>
            </a:lvl9pPr>
          </a:lstStyle>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hree columns">
  <p:cSld name="BLANK_1_1_1_2">
    <p:spTree>
      <p:nvGrpSpPr>
        <p:cNvPr id="479" name="Shape 479"/>
        <p:cNvGrpSpPr/>
        <p:nvPr/>
      </p:nvGrpSpPr>
      <p:grpSpPr>
        <a:xfrm>
          <a:off x="0" y="0"/>
          <a:ext cx="0" cy="0"/>
          <a:chOff x="0" y="0"/>
          <a:chExt cx="0" cy="0"/>
        </a:xfrm>
      </p:grpSpPr>
      <p:grpSp>
        <p:nvGrpSpPr>
          <p:cNvPr id="480" name="Google Shape;480;p59"/>
          <p:cNvGrpSpPr/>
          <p:nvPr/>
        </p:nvGrpSpPr>
        <p:grpSpPr>
          <a:xfrm>
            <a:off x="818830" y="3790732"/>
            <a:ext cx="757775" cy="901643"/>
            <a:chOff x="1081548" y="3586707"/>
            <a:chExt cx="975133" cy="1160267"/>
          </a:xfrm>
        </p:grpSpPr>
        <p:sp>
          <p:nvSpPr>
            <p:cNvPr id="481" name="Google Shape;481;p59"/>
            <p:cNvSpPr/>
            <p:nvPr/>
          </p:nvSpPr>
          <p:spPr>
            <a:xfrm rot="448199">
              <a:off x="1199243" y="4572582"/>
              <a:ext cx="415099" cy="148037"/>
            </a:xfrm>
            <a:custGeom>
              <a:rect b="b" l="l" r="r" t="t"/>
              <a:pathLst>
                <a:path extrusionOk="0" h="6700" w="18787">
                  <a:moveTo>
                    <a:pt x="9393" y="0"/>
                  </a:moveTo>
                  <a:cubicBezTo>
                    <a:pt x="5040" y="0"/>
                    <a:pt x="1342" y="2801"/>
                    <a:pt x="0" y="6699"/>
                  </a:cubicBezTo>
                  <a:lnTo>
                    <a:pt x="18786" y="6699"/>
                  </a:lnTo>
                  <a:cubicBezTo>
                    <a:pt x="17443" y="2803"/>
                    <a:pt x="13748" y="0"/>
                    <a:pt x="9393" y="0"/>
                  </a:cubicBezTo>
                  <a:close/>
                </a:path>
              </a:pathLst>
            </a:cu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82" name="Google Shape;482;p59"/>
            <p:cNvSpPr/>
            <p:nvPr/>
          </p:nvSpPr>
          <p:spPr>
            <a:xfrm rot="448199">
              <a:off x="1455355" y="4141939"/>
              <a:ext cx="63236" cy="528844"/>
            </a:xfrm>
            <a:custGeom>
              <a:rect b="b" l="l" r="r" t="t"/>
              <a:pathLst>
                <a:path extrusionOk="0" h="23935" w="2862">
                  <a:moveTo>
                    <a:pt x="1431" y="0"/>
                  </a:moveTo>
                  <a:cubicBezTo>
                    <a:pt x="644" y="0"/>
                    <a:pt x="0" y="644"/>
                    <a:pt x="0" y="1431"/>
                  </a:cubicBezTo>
                  <a:lnTo>
                    <a:pt x="0" y="22504"/>
                  </a:lnTo>
                  <a:cubicBezTo>
                    <a:pt x="0" y="23291"/>
                    <a:pt x="644" y="23934"/>
                    <a:pt x="1431" y="23934"/>
                  </a:cubicBezTo>
                  <a:cubicBezTo>
                    <a:pt x="2216" y="23934"/>
                    <a:pt x="2860" y="23291"/>
                    <a:pt x="2861" y="22504"/>
                  </a:cubicBezTo>
                  <a:lnTo>
                    <a:pt x="2861" y="1431"/>
                  </a:lnTo>
                  <a:cubicBezTo>
                    <a:pt x="2861" y="644"/>
                    <a:pt x="2217" y="0"/>
                    <a:pt x="1431" y="0"/>
                  </a:cubicBezTo>
                  <a:close/>
                </a:path>
              </a:pathLst>
            </a:cu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83" name="Google Shape;483;p59"/>
            <p:cNvSpPr/>
            <p:nvPr/>
          </p:nvSpPr>
          <p:spPr>
            <a:xfrm rot="448199">
              <a:off x="1381310" y="3758307"/>
              <a:ext cx="437393" cy="437371"/>
            </a:xfrm>
            <a:custGeom>
              <a:rect b="b" l="l" r="r" t="t"/>
              <a:pathLst>
                <a:path extrusionOk="0" h="19795" w="19796">
                  <a:moveTo>
                    <a:pt x="9898" y="0"/>
                  </a:moveTo>
                  <a:cubicBezTo>
                    <a:pt x="7273" y="0"/>
                    <a:pt x="4755" y="1042"/>
                    <a:pt x="2900" y="2899"/>
                  </a:cubicBezTo>
                  <a:cubicBezTo>
                    <a:pt x="1043" y="4754"/>
                    <a:pt x="0" y="7272"/>
                    <a:pt x="0" y="9897"/>
                  </a:cubicBezTo>
                  <a:cubicBezTo>
                    <a:pt x="0" y="12522"/>
                    <a:pt x="1043" y="15039"/>
                    <a:pt x="2900" y="16896"/>
                  </a:cubicBezTo>
                  <a:cubicBezTo>
                    <a:pt x="4755" y="18752"/>
                    <a:pt x="7273" y="19794"/>
                    <a:pt x="9898" y="19794"/>
                  </a:cubicBezTo>
                  <a:cubicBezTo>
                    <a:pt x="12523" y="19794"/>
                    <a:pt x="15041" y="18752"/>
                    <a:pt x="16898" y="16896"/>
                  </a:cubicBezTo>
                  <a:cubicBezTo>
                    <a:pt x="18753" y="15039"/>
                    <a:pt x="19796" y="12522"/>
                    <a:pt x="19796" y="9897"/>
                  </a:cubicBezTo>
                  <a:cubicBezTo>
                    <a:pt x="19796" y="7272"/>
                    <a:pt x="18753" y="4754"/>
                    <a:pt x="16898" y="2899"/>
                  </a:cubicBezTo>
                  <a:cubicBezTo>
                    <a:pt x="15041" y="1042"/>
                    <a:pt x="12523" y="0"/>
                    <a:pt x="9898" y="0"/>
                  </a:cubicBezTo>
                  <a:close/>
                </a:path>
              </a:pathLst>
            </a:custGeom>
            <a:solidFill>
              <a:schemeClr val="accent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84" name="Google Shape;484;p59"/>
            <p:cNvSpPr/>
            <p:nvPr/>
          </p:nvSpPr>
          <p:spPr>
            <a:xfrm rot="448199">
              <a:off x="1101491" y="3700859"/>
              <a:ext cx="732892" cy="354647"/>
            </a:xfrm>
            <a:custGeom>
              <a:rect b="b" l="l" r="r" t="t"/>
              <a:pathLst>
                <a:path extrusionOk="0" h="16051" w="33170">
                  <a:moveTo>
                    <a:pt x="8025" y="0"/>
                  </a:moveTo>
                  <a:cubicBezTo>
                    <a:pt x="3609" y="0"/>
                    <a:pt x="0" y="3612"/>
                    <a:pt x="0" y="8025"/>
                  </a:cubicBezTo>
                  <a:cubicBezTo>
                    <a:pt x="0" y="12440"/>
                    <a:pt x="3612" y="16051"/>
                    <a:pt x="8025" y="16051"/>
                  </a:cubicBezTo>
                  <a:lnTo>
                    <a:pt x="25144" y="16051"/>
                  </a:lnTo>
                  <a:cubicBezTo>
                    <a:pt x="29558" y="16051"/>
                    <a:pt x="33168" y="12440"/>
                    <a:pt x="33170" y="8025"/>
                  </a:cubicBezTo>
                  <a:cubicBezTo>
                    <a:pt x="33170" y="3611"/>
                    <a:pt x="29558" y="0"/>
                    <a:pt x="25144" y="0"/>
                  </a:cubicBezTo>
                  <a:close/>
                </a:path>
              </a:pathLst>
            </a:cu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85" name="Google Shape;485;p59"/>
            <p:cNvSpPr/>
            <p:nvPr/>
          </p:nvSpPr>
          <p:spPr>
            <a:xfrm rot="448199">
              <a:off x="1637174" y="3633965"/>
              <a:ext cx="359839" cy="941402"/>
            </a:xfrm>
            <a:custGeom>
              <a:rect b="b" l="l" r="r" t="t"/>
              <a:pathLst>
                <a:path extrusionOk="0" h="42607" w="16286">
                  <a:moveTo>
                    <a:pt x="5123" y="1"/>
                  </a:moveTo>
                  <a:cubicBezTo>
                    <a:pt x="3640" y="1"/>
                    <a:pt x="2314" y="734"/>
                    <a:pt x="1532" y="2714"/>
                  </a:cubicBezTo>
                  <a:cubicBezTo>
                    <a:pt x="533" y="5248"/>
                    <a:pt x="937" y="7974"/>
                    <a:pt x="1963" y="10433"/>
                  </a:cubicBezTo>
                  <a:cubicBezTo>
                    <a:pt x="2595" y="11944"/>
                    <a:pt x="3540" y="13347"/>
                    <a:pt x="4099" y="14884"/>
                  </a:cubicBezTo>
                  <a:cubicBezTo>
                    <a:pt x="4634" y="16347"/>
                    <a:pt x="4694" y="18011"/>
                    <a:pt x="4617" y="19549"/>
                  </a:cubicBezTo>
                  <a:cubicBezTo>
                    <a:pt x="4421" y="23536"/>
                    <a:pt x="1698" y="26787"/>
                    <a:pt x="943" y="30634"/>
                  </a:cubicBezTo>
                  <a:cubicBezTo>
                    <a:pt x="0" y="35417"/>
                    <a:pt x="667" y="41118"/>
                    <a:pt x="6283" y="42427"/>
                  </a:cubicBezTo>
                  <a:cubicBezTo>
                    <a:pt x="6807" y="42549"/>
                    <a:pt x="7317" y="42607"/>
                    <a:pt x="7811" y="42607"/>
                  </a:cubicBezTo>
                  <a:cubicBezTo>
                    <a:pt x="11663" y="42607"/>
                    <a:pt x="14500" y="39100"/>
                    <a:pt x="14500" y="35234"/>
                  </a:cubicBezTo>
                  <a:lnTo>
                    <a:pt x="14500" y="21554"/>
                  </a:lnTo>
                  <a:cubicBezTo>
                    <a:pt x="15637" y="19403"/>
                    <a:pt x="16285" y="16955"/>
                    <a:pt x="16285" y="14353"/>
                  </a:cubicBezTo>
                  <a:cubicBezTo>
                    <a:pt x="16285" y="9987"/>
                    <a:pt x="14391" y="5760"/>
                    <a:pt x="11136" y="2847"/>
                  </a:cubicBezTo>
                  <a:cubicBezTo>
                    <a:pt x="9514" y="1398"/>
                    <a:pt x="7169" y="1"/>
                    <a:pt x="5123" y="1"/>
                  </a:cubicBez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86" name="Google Shape;486;p59"/>
            <p:cNvSpPr/>
            <p:nvPr/>
          </p:nvSpPr>
          <p:spPr>
            <a:xfrm rot="448199">
              <a:off x="1091629" y="3870125"/>
              <a:ext cx="269780" cy="95870"/>
            </a:xfrm>
            <a:custGeom>
              <a:rect b="b" l="l" r="r" t="t"/>
              <a:pathLst>
                <a:path extrusionOk="0" h="4339" w="12210">
                  <a:moveTo>
                    <a:pt x="208" y="1"/>
                  </a:moveTo>
                  <a:cubicBezTo>
                    <a:pt x="93" y="1"/>
                    <a:pt x="0" y="92"/>
                    <a:pt x="0" y="208"/>
                  </a:cubicBezTo>
                  <a:cubicBezTo>
                    <a:pt x="0" y="323"/>
                    <a:pt x="93" y="414"/>
                    <a:pt x="208" y="414"/>
                  </a:cubicBezTo>
                  <a:lnTo>
                    <a:pt x="7089" y="414"/>
                  </a:lnTo>
                  <a:lnTo>
                    <a:pt x="11847" y="4292"/>
                  </a:lnTo>
                  <a:cubicBezTo>
                    <a:pt x="11885" y="4324"/>
                    <a:pt x="11931" y="4338"/>
                    <a:pt x="11978" y="4338"/>
                  </a:cubicBezTo>
                  <a:cubicBezTo>
                    <a:pt x="12038" y="4338"/>
                    <a:pt x="12097" y="4314"/>
                    <a:pt x="12138" y="4261"/>
                  </a:cubicBezTo>
                  <a:cubicBezTo>
                    <a:pt x="12210" y="4172"/>
                    <a:pt x="12197" y="4042"/>
                    <a:pt x="12108" y="3970"/>
                  </a:cubicBezTo>
                  <a:lnTo>
                    <a:pt x="7292" y="47"/>
                  </a:lnTo>
                  <a:cubicBezTo>
                    <a:pt x="7255" y="16"/>
                    <a:pt x="7210" y="1"/>
                    <a:pt x="7162" y="1"/>
                  </a:cubicBez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87" name="Google Shape;487;p59"/>
            <p:cNvSpPr/>
            <p:nvPr/>
          </p:nvSpPr>
          <p:spPr>
            <a:xfrm rot="448199">
              <a:off x="1330623" y="3968076"/>
              <a:ext cx="37473" cy="37473"/>
            </a:xfrm>
            <a:custGeom>
              <a:rect b="b" l="l" r="r" t="t"/>
              <a:pathLst>
                <a:path extrusionOk="0" h="1696" w="1696">
                  <a:moveTo>
                    <a:pt x="848" y="0"/>
                  </a:moveTo>
                  <a:cubicBezTo>
                    <a:pt x="382" y="0"/>
                    <a:pt x="0" y="381"/>
                    <a:pt x="0" y="847"/>
                  </a:cubicBezTo>
                  <a:cubicBezTo>
                    <a:pt x="0" y="1314"/>
                    <a:pt x="382" y="1695"/>
                    <a:pt x="848" y="1695"/>
                  </a:cubicBezTo>
                  <a:cubicBezTo>
                    <a:pt x="1315" y="1695"/>
                    <a:pt x="1695" y="1314"/>
                    <a:pt x="1695" y="847"/>
                  </a:cubicBezTo>
                  <a:cubicBezTo>
                    <a:pt x="1695" y="381"/>
                    <a:pt x="1315" y="0"/>
                    <a:pt x="848" y="0"/>
                  </a:cubicBez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88" name="Google Shape;488;p59"/>
            <p:cNvSpPr/>
            <p:nvPr/>
          </p:nvSpPr>
          <p:spPr>
            <a:xfrm rot="448199">
              <a:off x="1121684" y="3771313"/>
              <a:ext cx="243730" cy="166795"/>
            </a:xfrm>
            <a:custGeom>
              <a:rect b="b" l="l" r="r" t="t"/>
              <a:pathLst>
                <a:path extrusionOk="0" h="7549" w="11031">
                  <a:moveTo>
                    <a:pt x="10820" y="1"/>
                  </a:moveTo>
                  <a:cubicBezTo>
                    <a:pt x="10713" y="1"/>
                    <a:pt x="10618" y="85"/>
                    <a:pt x="10612" y="197"/>
                  </a:cubicBezTo>
                  <a:lnTo>
                    <a:pt x="10439" y="3999"/>
                  </a:lnTo>
                  <a:lnTo>
                    <a:pt x="4083" y="7134"/>
                  </a:lnTo>
                  <a:lnTo>
                    <a:pt x="208" y="7134"/>
                  </a:lnTo>
                  <a:cubicBezTo>
                    <a:pt x="94" y="7134"/>
                    <a:pt x="1" y="7227"/>
                    <a:pt x="1" y="7341"/>
                  </a:cubicBezTo>
                  <a:cubicBezTo>
                    <a:pt x="1" y="7456"/>
                    <a:pt x="94" y="7549"/>
                    <a:pt x="208" y="7549"/>
                  </a:cubicBezTo>
                  <a:lnTo>
                    <a:pt x="4132" y="7549"/>
                  </a:lnTo>
                  <a:cubicBezTo>
                    <a:pt x="4162" y="7549"/>
                    <a:pt x="4195" y="7541"/>
                    <a:pt x="4224" y="7527"/>
                  </a:cubicBezTo>
                  <a:lnTo>
                    <a:pt x="10732" y="4317"/>
                  </a:lnTo>
                  <a:cubicBezTo>
                    <a:pt x="10798" y="4284"/>
                    <a:pt x="10843" y="4215"/>
                    <a:pt x="10847" y="4141"/>
                  </a:cubicBezTo>
                  <a:lnTo>
                    <a:pt x="11026" y="217"/>
                  </a:lnTo>
                  <a:cubicBezTo>
                    <a:pt x="11030" y="103"/>
                    <a:pt x="10943" y="7"/>
                    <a:pt x="10828" y="1"/>
                  </a:cubicBezTo>
                  <a:cubicBezTo>
                    <a:pt x="10826" y="1"/>
                    <a:pt x="10823" y="1"/>
                    <a:pt x="10820" y="1"/>
                  </a:cubicBez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89" name="Google Shape;489;p59"/>
            <p:cNvSpPr/>
            <p:nvPr/>
          </p:nvSpPr>
          <p:spPr>
            <a:xfrm rot="448199">
              <a:off x="1348743" y="3773242"/>
              <a:ext cx="29563" cy="29563"/>
            </a:xfrm>
            <a:custGeom>
              <a:rect b="b" l="l" r="r" t="t"/>
              <a:pathLst>
                <a:path extrusionOk="0" h="1338" w="1338">
                  <a:moveTo>
                    <a:pt x="668" y="0"/>
                  </a:moveTo>
                  <a:cubicBezTo>
                    <a:pt x="301" y="0"/>
                    <a:pt x="0" y="301"/>
                    <a:pt x="0" y="668"/>
                  </a:cubicBezTo>
                  <a:cubicBezTo>
                    <a:pt x="0" y="1038"/>
                    <a:pt x="301" y="1338"/>
                    <a:pt x="668" y="1338"/>
                  </a:cubicBezTo>
                  <a:cubicBezTo>
                    <a:pt x="1035" y="1338"/>
                    <a:pt x="1338" y="1036"/>
                    <a:pt x="1338" y="668"/>
                  </a:cubicBezTo>
                  <a:cubicBezTo>
                    <a:pt x="1338" y="301"/>
                    <a:pt x="1038" y="0"/>
                    <a:pt x="668" y="0"/>
                  </a:cubicBez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90" name="Google Shape;490;p59"/>
            <p:cNvSpPr/>
            <p:nvPr/>
          </p:nvSpPr>
          <p:spPr>
            <a:xfrm rot="448199">
              <a:off x="1141995" y="3755918"/>
              <a:ext cx="451158" cy="184471"/>
            </a:xfrm>
            <a:custGeom>
              <a:rect b="b" l="l" r="r" t="t"/>
              <a:pathLst>
                <a:path extrusionOk="0" h="8349" w="20419">
                  <a:moveTo>
                    <a:pt x="0" y="0"/>
                  </a:moveTo>
                  <a:lnTo>
                    <a:pt x="0" y="414"/>
                  </a:lnTo>
                  <a:lnTo>
                    <a:pt x="3923" y="414"/>
                  </a:lnTo>
                  <a:lnTo>
                    <a:pt x="11323" y="8259"/>
                  </a:lnTo>
                  <a:lnTo>
                    <a:pt x="20415" y="8349"/>
                  </a:lnTo>
                  <a:lnTo>
                    <a:pt x="20418" y="7935"/>
                  </a:lnTo>
                  <a:lnTo>
                    <a:pt x="11503" y="7847"/>
                  </a:lnTo>
                  <a:lnTo>
                    <a:pt x="4102" y="0"/>
                  </a:ln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91" name="Google Shape;491;p59"/>
            <p:cNvSpPr/>
            <p:nvPr/>
          </p:nvSpPr>
          <p:spPr>
            <a:xfrm rot="448199">
              <a:off x="1556068" y="3947692"/>
              <a:ext cx="33562" cy="33518"/>
            </a:xfrm>
            <a:custGeom>
              <a:rect b="b" l="l" r="r" t="t"/>
              <a:pathLst>
                <a:path extrusionOk="0" h="1517" w="1519">
                  <a:moveTo>
                    <a:pt x="760" y="1"/>
                  </a:moveTo>
                  <a:cubicBezTo>
                    <a:pt x="341" y="1"/>
                    <a:pt x="1" y="340"/>
                    <a:pt x="1" y="759"/>
                  </a:cubicBezTo>
                  <a:cubicBezTo>
                    <a:pt x="1" y="1178"/>
                    <a:pt x="341" y="1517"/>
                    <a:pt x="760" y="1517"/>
                  </a:cubicBezTo>
                  <a:cubicBezTo>
                    <a:pt x="1178" y="1517"/>
                    <a:pt x="1518" y="1178"/>
                    <a:pt x="1518" y="759"/>
                  </a:cubicBezTo>
                  <a:cubicBezTo>
                    <a:pt x="1518" y="340"/>
                    <a:pt x="1178" y="1"/>
                    <a:pt x="760" y="1"/>
                  </a:cubicBez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92" name="Google Shape;492;p59"/>
            <p:cNvSpPr/>
            <p:nvPr/>
          </p:nvSpPr>
          <p:spPr>
            <a:xfrm rot="448199">
              <a:off x="1117365" y="3708388"/>
              <a:ext cx="103095" cy="116861"/>
            </a:xfrm>
            <a:custGeom>
              <a:rect b="b" l="l" r="r" t="t"/>
              <a:pathLst>
                <a:path extrusionOk="0" h="5289" w="4666">
                  <a:moveTo>
                    <a:pt x="4251" y="0"/>
                  </a:moveTo>
                  <a:lnTo>
                    <a:pt x="4251" y="4874"/>
                  </a:lnTo>
                  <a:lnTo>
                    <a:pt x="1" y="4874"/>
                  </a:lnTo>
                  <a:lnTo>
                    <a:pt x="1" y="5289"/>
                  </a:lnTo>
                  <a:lnTo>
                    <a:pt x="4666" y="5289"/>
                  </a:lnTo>
                  <a:lnTo>
                    <a:pt x="4666" y="0"/>
                  </a:ln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93" name="Google Shape;493;p59"/>
            <p:cNvSpPr/>
            <p:nvPr/>
          </p:nvSpPr>
          <p:spPr>
            <a:xfrm rot="448199">
              <a:off x="1210047" y="3695309"/>
              <a:ext cx="27597" cy="27575"/>
            </a:xfrm>
            <a:custGeom>
              <a:rect b="b" l="l" r="r" t="t"/>
              <a:pathLst>
                <a:path extrusionOk="0" h="1248" w="1249">
                  <a:moveTo>
                    <a:pt x="624" y="0"/>
                  </a:moveTo>
                  <a:cubicBezTo>
                    <a:pt x="280" y="0"/>
                    <a:pt x="1" y="279"/>
                    <a:pt x="1" y="624"/>
                  </a:cubicBezTo>
                  <a:cubicBezTo>
                    <a:pt x="1" y="969"/>
                    <a:pt x="280" y="1248"/>
                    <a:pt x="624" y="1248"/>
                  </a:cubicBezTo>
                  <a:cubicBezTo>
                    <a:pt x="969" y="1248"/>
                    <a:pt x="1248" y="969"/>
                    <a:pt x="1248" y="624"/>
                  </a:cubicBezTo>
                  <a:cubicBezTo>
                    <a:pt x="1248" y="279"/>
                    <a:pt x="969" y="0"/>
                    <a:pt x="624" y="0"/>
                  </a:cubicBez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94" name="Google Shape;494;p59"/>
            <p:cNvSpPr/>
            <p:nvPr/>
          </p:nvSpPr>
          <p:spPr>
            <a:xfrm rot="448199">
              <a:off x="1456382" y="3745409"/>
              <a:ext cx="72229" cy="254137"/>
            </a:xfrm>
            <a:custGeom>
              <a:rect b="b" l="l" r="r" t="t"/>
              <a:pathLst>
                <a:path extrusionOk="0" h="11502" w="3269">
                  <a:moveTo>
                    <a:pt x="2854" y="0"/>
                  </a:moveTo>
                  <a:lnTo>
                    <a:pt x="2854" y="2940"/>
                  </a:lnTo>
                  <a:lnTo>
                    <a:pt x="0" y="5526"/>
                  </a:lnTo>
                  <a:lnTo>
                    <a:pt x="0" y="11501"/>
                  </a:lnTo>
                  <a:lnTo>
                    <a:pt x="415" y="11501"/>
                  </a:lnTo>
                  <a:lnTo>
                    <a:pt x="415" y="5709"/>
                  </a:lnTo>
                  <a:lnTo>
                    <a:pt x="3269" y="3124"/>
                  </a:lnTo>
                  <a:lnTo>
                    <a:pt x="3269" y="0"/>
                  </a:ln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95" name="Google Shape;495;p59"/>
            <p:cNvSpPr/>
            <p:nvPr/>
          </p:nvSpPr>
          <p:spPr>
            <a:xfrm rot="448199">
              <a:off x="1430645" y="3980801"/>
              <a:ext cx="31574" cy="31530"/>
            </a:xfrm>
            <a:custGeom>
              <a:rect b="b" l="l" r="r" t="t"/>
              <a:pathLst>
                <a:path extrusionOk="0" h="1427" w="1429">
                  <a:moveTo>
                    <a:pt x="715" y="1"/>
                  </a:moveTo>
                  <a:cubicBezTo>
                    <a:pt x="321" y="1"/>
                    <a:pt x="1" y="321"/>
                    <a:pt x="1" y="715"/>
                  </a:cubicBezTo>
                  <a:cubicBezTo>
                    <a:pt x="1" y="1108"/>
                    <a:pt x="321" y="1427"/>
                    <a:pt x="715" y="1427"/>
                  </a:cubicBezTo>
                  <a:cubicBezTo>
                    <a:pt x="1108" y="1427"/>
                    <a:pt x="1428" y="1108"/>
                    <a:pt x="1428" y="715"/>
                  </a:cubicBezTo>
                  <a:cubicBezTo>
                    <a:pt x="1428" y="321"/>
                    <a:pt x="1108" y="1"/>
                    <a:pt x="715" y="1"/>
                  </a:cubicBez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96" name="Google Shape;496;p59"/>
            <p:cNvSpPr/>
            <p:nvPr/>
          </p:nvSpPr>
          <p:spPr>
            <a:xfrm rot="448199">
              <a:off x="1407896" y="3696379"/>
              <a:ext cx="163547" cy="188471"/>
            </a:xfrm>
            <a:custGeom>
              <a:rect b="b" l="l" r="r" t="t"/>
              <a:pathLst>
                <a:path extrusionOk="0" h="8530" w="7402">
                  <a:moveTo>
                    <a:pt x="305" y="1"/>
                  </a:moveTo>
                  <a:cubicBezTo>
                    <a:pt x="205" y="5"/>
                    <a:pt x="96" y="88"/>
                    <a:pt x="92" y="203"/>
                  </a:cubicBezTo>
                  <a:lnTo>
                    <a:pt x="3" y="3590"/>
                  </a:lnTo>
                  <a:cubicBezTo>
                    <a:pt x="0" y="3662"/>
                    <a:pt x="34" y="3729"/>
                    <a:pt x="93" y="3768"/>
                  </a:cubicBezTo>
                  <a:lnTo>
                    <a:pt x="7048" y="8494"/>
                  </a:lnTo>
                  <a:cubicBezTo>
                    <a:pt x="7084" y="8520"/>
                    <a:pt x="7124" y="8530"/>
                    <a:pt x="7164" y="8530"/>
                  </a:cubicBezTo>
                  <a:cubicBezTo>
                    <a:pt x="7230" y="8530"/>
                    <a:pt x="7294" y="8498"/>
                    <a:pt x="7337" y="8438"/>
                  </a:cubicBezTo>
                  <a:cubicBezTo>
                    <a:pt x="7402" y="8344"/>
                    <a:pt x="7377" y="8215"/>
                    <a:pt x="7281" y="8151"/>
                  </a:cubicBezTo>
                  <a:lnTo>
                    <a:pt x="421" y="3489"/>
                  </a:lnTo>
                  <a:lnTo>
                    <a:pt x="506" y="213"/>
                  </a:lnTo>
                  <a:cubicBezTo>
                    <a:pt x="508" y="98"/>
                    <a:pt x="419" y="4"/>
                    <a:pt x="305" y="1"/>
                  </a:cubicBez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97" name="Google Shape;497;p59"/>
            <p:cNvSpPr/>
            <p:nvPr/>
          </p:nvSpPr>
          <p:spPr>
            <a:xfrm rot="448199">
              <a:off x="1541589" y="3876264"/>
              <a:ext cx="33518" cy="33518"/>
            </a:xfrm>
            <a:custGeom>
              <a:rect b="b" l="l" r="r" t="t"/>
              <a:pathLst>
                <a:path extrusionOk="0" h="1517" w="1517">
                  <a:moveTo>
                    <a:pt x="759" y="1"/>
                  </a:moveTo>
                  <a:cubicBezTo>
                    <a:pt x="340" y="1"/>
                    <a:pt x="1" y="340"/>
                    <a:pt x="1" y="759"/>
                  </a:cubicBezTo>
                  <a:cubicBezTo>
                    <a:pt x="1" y="1176"/>
                    <a:pt x="340" y="1517"/>
                    <a:pt x="759" y="1517"/>
                  </a:cubicBezTo>
                  <a:cubicBezTo>
                    <a:pt x="1177" y="1517"/>
                    <a:pt x="1517" y="1176"/>
                    <a:pt x="1517" y="759"/>
                  </a:cubicBezTo>
                  <a:cubicBezTo>
                    <a:pt x="1517" y="340"/>
                    <a:pt x="1177" y="1"/>
                    <a:pt x="759" y="1"/>
                  </a:cubicBez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98" name="Google Shape;498;p59"/>
            <p:cNvSpPr/>
            <p:nvPr/>
          </p:nvSpPr>
          <p:spPr>
            <a:xfrm rot="448199">
              <a:off x="1306695" y="3694565"/>
              <a:ext cx="185841" cy="40058"/>
            </a:xfrm>
            <a:custGeom>
              <a:rect b="b" l="l" r="r" t="t"/>
              <a:pathLst>
                <a:path extrusionOk="0" h="1813" w="8411">
                  <a:moveTo>
                    <a:pt x="0" y="0"/>
                  </a:moveTo>
                  <a:lnTo>
                    <a:pt x="0" y="1813"/>
                  </a:lnTo>
                  <a:lnTo>
                    <a:pt x="8411" y="1813"/>
                  </a:lnTo>
                  <a:lnTo>
                    <a:pt x="8411" y="1397"/>
                  </a:lnTo>
                  <a:lnTo>
                    <a:pt x="415" y="1397"/>
                  </a:lnTo>
                  <a:lnTo>
                    <a:pt x="415" y="0"/>
                  </a:ln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99" name="Google Shape;499;p59"/>
            <p:cNvSpPr/>
            <p:nvPr/>
          </p:nvSpPr>
          <p:spPr>
            <a:xfrm rot="448199">
              <a:off x="1471933" y="3729510"/>
              <a:ext cx="25630" cy="25630"/>
            </a:xfrm>
            <a:custGeom>
              <a:rect b="b" l="l" r="r" t="t"/>
              <a:pathLst>
                <a:path extrusionOk="0" h="1160" w="1160">
                  <a:moveTo>
                    <a:pt x="580" y="0"/>
                  </a:moveTo>
                  <a:cubicBezTo>
                    <a:pt x="259" y="0"/>
                    <a:pt x="0" y="259"/>
                    <a:pt x="0" y="580"/>
                  </a:cubicBezTo>
                  <a:cubicBezTo>
                    <a:pt x="0" y="900"/>
                    <a:pt x="259" y="1159"/>
                    <a:pt x="580" y="1159"/>
                  </a:cubicBezTo>
                  <a:cubicBezTo>
                    <a:pt x="900" y="1159"/>
                    <a:pt x="1159" y="900"/>
                    <a:pt x="1159" y="580"/>
                  </a:cubicBezTo>
                  <a:cubicBezTo>
                    <a:pt x="1159" y="259"/>
                    <a:pt x="900" y="0"/>
                    <a:pt x="580" y="0"/>
                  </a:cubicBez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00" name="Google Shape;500;p59"/>
            <p:cNvSpPr/>
            <p:nvPr/>
          </p:nvSpPr>
          <p:spPr>
            <a:xfrm rot="448199">
              <a:off x="1186301" y="4113114"/>
              <a:ext cx="141121" cy="83342"/>
            </a:xfrm>
            <a:custGeom>
              <a:rect b="b" l="l" r="r" t="t"/>
              <a:pathLst>
                <a:path extrusionOk="0" h="3772" w="6387">
                  <a:moveTo>
                    <a:pt x="6087" y="2981"/>
                  </a:moveTo>
                  <a:cubicBezTo>
                    <a:pt x="6091" y="2982"/>
                    <a:pt x="6095" y="2984"/>
                    <a:pt x="6095" y="2987"/>
                  </a:cubicBezTo>
                  <a:cubicBezTo>
                    <a:pt x="6092" y="2985"/>
                    <a:pt x="6089" y="2983"/>
                    <a:pt x="6087" y="2981"/>
                  </a:cubicBezTo>
                  <a:close/>
                  <a:moveTo>
                    <a:pt x="870" y="3159"/>
                  </a:moveTo>
                  <a:lnTo>
                    <a:pt x="870" y="3159"/>
                  </a:lnTo>
                  <a:cubicBezTo>
                    <a:pt x="870" y="3159"/>
                    <a:pt x="870" y="3159"/>
                    <a:pt x="870" y="3159"/>
                  </a:cubicBezTo>
                  <a:lnTo>
                    <a:pt x="870" y="3159"/>
                  </a:lnTo>
                  <a:close/>
                  <a:moveTo>
                    <a:pt x="3027" y="1"/>
                  </a:moveTo>
                  <a:cubicBezTo>
                    <a:pt x="2848" y="1"/>
                    <a:pt x="2691" y="144"/>
                    <a:pt x="2669" y="325"/>
                  </a:cubicBezTo>
                  <a:cubicBezTo>
                    <a:pt x="2660" y="392"/>
                    <a:pt x="2673" y="464"/>
                    <a:pt x="2700" y="524"/>
                  </a:cubicBezTo>
                  <a:cubicBezTo>
                    <a:pt x="2626" y="534"/>
                    <a:pt x="2553" y="552"/>
                    <a:pt x="2480" y="570"/>
                  </a:cubicBezTo>
                  <a:lnTo>
                    <a:pt x="2480" y="570"/>
                  </a:lnTo>
                  <a:cubicBezTo>
                    <a:pt x="2492" y="383"/>
                    <a:pt x="2356" y="219"/>
                    <a:pt x="2166" y="196"/>
                  </a:cubicBezTo>
                  <a:cubicBezTo>
                    <a:pt x="2152" y="195"/>
                    <a:pt x="2138" y="194"/>
                    <a:pt x="2124" y="194"/>
                  </a:cubicBezTo>
                  <a:cubicBezTo>
                    <a:pt x="1947" y="194"/>
                    <a:pt x="1793" y="326"/>
                    <a:pt x="1772" y="507"/>
                  </a:cubicBezTo>
                  <a:cubicBezTo>
                    <a:pt x="1757" y="618"/>
                    <a:pt x="1799" y="720"/>
                    <a:pt x="1870" y="796"/>
                  </a:cubicBezTo>
                  <a:cubicBezTo>
                    <a:pt x="1789" y="836"/>
                    <a:pt x="1706" y="926"/>
                    <a:pt x="1636" y="926"/>
                  </a:cubicBezTo>
                  <a:cubicBezTo>
                    <a:pt x="1617" y="778"/>
                    <a:pt x="1493" y="631"/>
                    <a:pt x="1322" y="611"/>
                  </a:cubicBezTo>
                  <a:cubicBezTo>
                    <a:pt x="1308" y="609"/>
                    <a:pt x="1294" y="609"/>
                    <a:pt x="1280" y="609"/>
                  </a:cubicBezTo>
                  <a:cubicBezTo>
                    <a:pt x="1103" y="609"/>
                    <a:pt x="947" y="741"/>
                    <a:pt x="925" y="921"/>
                  </a:cubicBezTo>
                  <a:cubicBezTo>
                    <a:pt x="906" y="1092"/>
                    <a:pt x="1008" y="1249"/>
                    <a:pt x="1164" y="1301"/>
                  </a:cubicBezTo>
                  <a:cubicBezTo>
                    <a:pt x="1099" y="1365"/>
                    <a:pt x="1036" y="1434"/>
                    <a:pt x="978" y="1504"/>
                  </a:cubicBezTo>
                  <a:cubicBezTo>
                    <a:pt x="922" y="1414"/>
                    <a:pt x="829" y="1349"/>
                    <a:pt x="716" y="1335"/>
                  </a:cubicBezTo>
                  <a:cubicBezTo>
                    <a:pt x="702" y="1333"/>
                    <a:pt x="689" y="1333"/>
                    <a:pt x="676" y="1333"/>
                  </a:cubicBezTo>
                  <a:cubicBezTo>
                    <a:pt x="504" y="1333"/>
                    <a:pt x="391" y="1472"/>
                    <a:pt x="370" y="1654"/>
                  </a:cubicBezTo>
                  <a:cubicBezTo>
                    <a:pt x="347" y="1847"/>
                    <a:pt x="355" y="2007"/>
                    <a:pt x="723" y="2056"/>
                  </a:cubicBezTo>
                  <a:cubicBezTo>
                    <a:pt x="501" y="2113"/>
                    <a:pt x="599" y="2209"/>
                    <a:pt x="566" y="2293"/>
                  </a:cubicBezTo>
                  <a:cubicBezTo>
                    <a:pt x="533" y="2278"/>
                    <a:pt x="471" y="2263"/>
                    <a:pt x="433" y="2258"/>
                  </a:cubicBezTo>
                  <a:cubicBezTo>
                    <a:pt x="418" y="2256"/>
                    <a:pt x="404" y="2255"/>
                    <a:pt x="390" y="2255"/>
                  </a:cubicBezTo>
                  <a:cubicBezTo>
                    <a:pt x="210" y="2255"/>
                    <a:pt x="46" y="2386"/>
                    <a:pt x="25" y="2567"/>
                  </a:cubicBezTo>
                  <a:cubicBezTo>
                    <a:pt x="1" y="2763"/>
                    <a:pt x="151" y="2934"/>
                    <a:pt x="347" y="2957"/>
                  </a:cubicBezTo>
                  <a:cubicBezTo>
                    <a:pt x="347" y="2957"/>
                    <a:pt x="348" y="2957"/>
                    <a:pt x="348" y="2957"/>
                  </a:cubicBezTo>
                  <a:cubicBezTo>
                    <a:pt x="352" y="2957"/>
                    <a:pt x="345" y="2952"/>
                    <a:pt x="364" y="2952"/>
                  </a:cubicBezTo>
                  <a:cubicBezTo>
                    <a:pt x="370" y="2952"/>
                    <a:pt x="379" y="2952"/>
                    <a:pt x="393" y="2954"/>
                  </a:cubicBezTo>
                  <a:lnTo>
                    <a:pt x="393" y="2954"/>
                  </a:lnTo>
                  <a:lnTo>
                    <a:pt x="391" y="2971"/>
                  </a:lnTo>
                  <a:cubicBezTo>
                    <a:pt x="384" y="3034"/>
                    <a:pt x="335" y="3094"/>
                    <a:pt x="341" y="3094"/>
                  </a:cubicBezTo>
                  <a:lnTo>
                    <a:pt x="870" y="3159"/>
                  </a:lnTo>
                  <a:lnTo>
                    <a:pt x="870" y="3159"/>
                  </a:lnTo>
                  <a:cubicBezTo>
                    <a:pt x="866" y="3158"/>
                    <a:pt x="873" y="3081"/>
                    <a:pt x="880" y="3030"/>
                  </a:cubicBezTo>
                  <a:cubicBezTo>
                    <a:pt x="1022" y="1874"/>
                    <a:pt x="2001" y="1037"/>
                    <a:pt x="3136" y="1037"/>
                  </a:cubicBezTo>
                  <a:cubicBezTo>
                    <a:pt x="3229" y="1037"/>
                    <a:pt x="3322" y="1043"/>
                    <a:pt x="3417" y="1055"/>
                  </a:cubicBezTo>
                  <a:cubicBezTo>
                    <a:pt x="4667" y="1206"/>
                    <a:pt x="5558" y="2322"/>
                    <a:pt x="5408" y="3572"/>
                  </a:cubicBezTo>
                  <a:cubicBezTo>
                    <a:pt x="5401" y="3623"/>
                    <a:pt x="5391" y="3706"/>
                    <a:pt x="5387" y="3707"/>
                  </a:cubicBezTo>
                  <a:lnTo>
                    <a:pt x="5387" y="3707"/>
                  </a:lnTo>
                  <a:lnTo>
                    <a:pt x="5387" y="3707"/>
                  </a:lnTo>
                  <a:lnTo>
                    <a:pt x="5387" y="3707"/>
                  </a:lnTo>
                  <a:cubicBezTo>
                    <a:pt x="5387" y="3707"/>
                    <a:pt x="5387" y="3707"/>
                    <a:pt x="5387" y="3707"/>
                  </a:cubicBezTo>
                  <a:cubicBezTo>
                    <a:pt x="5387" y="3707"/>
                    <a:pt x="5387" y="3707"/>
                    <a:pt x="5387" y="3707"/>
                  </a:cubicBezTo>
                  <a:lnTo>
                    <a:pt x="5387" y="3707"/>
                  </a:lnTo>
                  <a:lnTo>
                    <a:pt x="5916" y="3771"/>
                  </a:lnTo>
                  <a:cubicBezTo>
                    <a:pt x="5920" y="3771"/>
                    <a:pt x="5940" y="3738"/>
                    <a:pt x="5947" y="3682"/>
                  </a:cubicBezTo>
                  <a:lnTo>
                    <a:pt x="5954" y="3625"/>
                  </a:lnTo>
                  <a:lnTo>
                    <a:pt x="5954" y="3625"/>
                  </a:lnTo>
                  <a:cubicBezTo>
                    <a:pt x="5966" y="3626"/>
                    <a:pt x="5978" y="3627"/>
                    <a:pt x="5990" y="3627"/>
                  </a:cubicBezTo>
                  <a:cubicBezTo>
                    <a:pt x="6171" y="3627"/>
                    <a:pt x="6353" y="3522"/>
                    <a:pt x="6374" y="3345"/>
                  </a:cubicBezTo>
                  <a:cubicBezTo>
                    <a:pt x="6387" y="3150"/>
                    <a:pt x="6288" y="3006"/>
                    <a:pt x="6093" y="2980"/>
                  </a:cubicBezTo>
                  <a:cubicBezTo>
                    <a:pt x="6089" y="2980"/>
                    <a:pt x="6087" y="2979"/>
                    <a:pt x="6085" y="2979"/>
                  </a:cubicBezTo>
                  <a:lnTo>
                    <a:pt x="6085" y="2979"/>
                  </a:lnTo>
                  <a:cubicBezTo>
                    <a:pt x="5950" y="2868"/>
                    <a:pt x="5984" y="2779"/>
                    <a:pt x="5962" y="2685"/>
                  </a:cubicBezTo>
                  <a:lnTo>
                    <a:pt x="5962" y="2685"/>
                  </a:lnTo>
                  <a:cubicBezTo>
                    <a:pt x="5966" y="2685"/>
                    <a:pt x="5971" y="2686"/>
                    <a:pt x="5975" y="2686"/>
                  </a:cubicBezTo>
                  <a:cubicBezTo>
                    <a:pt x="6149" y="2686"/>
                    <a:pt x="6264" y="2550"/>
                    <a:pt x="6285" y="2369"/>
                  </a:cubicBezTo>
                  <a:cubicBezTo>
                    <a:pt x="6308" y="2173"/>
                    <a:pt x="6149" y="1994"/>
                    <a:pt x="5955" y="1971"/>
                  </a:cubicBezTo>
                  <a:cubicBezTo>
                    <a:pt x="5940" y="1970"/>
                    <a:pt x="5925" y="1969"/>
                    <a:pt x="5910" y="1969"/>
                  </a:cubicBezTo>
                  <a:cubicBezTo>
                    <a:pt x="5819" y="1969"/>
                    <a:pt x="5730" y="2002"/>
                    <a:pt x="5666" y="2057"/>
                  </a:cubicBezTo>
                  <a:lnTo>
                    <a:pt x="5656" y="2107"/>
                  </a:lnTo>
                  <a:cubicBezTo>
                    <a:pt x="5608" y="2013"/>
                    <a:pt x="5555" y="1884"/>
                    <a:pt x="5490" y="1884"/>
                  </a:cubicBezTo>
                  <a:cubicBezTo>
                    <a:pt x="5663" y="1662"/>
                    <a:pt x="5770" y="1685"/>
                    <a:pt x="5790" y="1525"/>
                  </a:cubicBezTo>
                  <a:cubicBezTo>
                    <a:pt x="5813" y="1329"/>
                    <a:pt x="5633" y="1120"/>
                    <a:pt x="5437" y="1097"/>
                  </a:cubicBezTo>
                  <a:cubicBezTo>
                    <a:pt x="5421" y="1096"/>
                    <a:pt x="5408" y="1095"/>
                    <a:pt x="5395" y="1095"/>
                  </a:cubicBezTo>
                  <a:cubicBezTo>
                    <a:pt x="5266" y="1095"/>
                    <a:pt x="5234" y="1182"/>
                    <a:pt x="5020" y="1299"/>
                  </a:cubicBezTo>
                  <a:lnTo>
                    <a:pt x="5020" y="1296"/>
                  </a:lnTo>
                  <a:cubicBezTo>
                    <a:pt x="5025" y="1258"/>
                    <a:pt x="4976" y="1213"/>
                    <a:pt x="4927" y="1172"/>
                  </a:cubicBezTo>
                  <a:cubicBezTo>
                    <a:pt x="4972" y="1120"/>
                    <a:pt x="5026" y="1056"/>
                    <a:pt x="5035" y="983"/>
                  </a:cubicBezTo>
                  <a:cubicBezTo>
                    <a:pt x="5058" y="788"/>
                    <a:pt x="4977" y="617"/>
                    <a:pt x="4783" y="592"/>
                  </a:cubicBezTo>
                  <a:cubicBezTo>
                    <a:pt x="4769" y="591"/>
                    <a:pt x="4755" y="590"/>
                    <a:pt x="4741" y="590"/>
                  </a:cubicBezTo>
                  <a:cubicBezTo>
                    <a:pt x="4603" y="590"/>
                    <a:pt x="4490" y="672"/>
                    <a:pt x="4478" y="798"/>
                  </a:cubicBezTo>
                  <a:lnTo>
                    <a:pt x="4478" y="799"/>
                  </a:lnTo>
                  <a:lnTo>
                    <a:pt x="4478" y="799"/>
                  </a:lnTo>
                  <a:cubicBezTo>
                    <a:pt x="4475" y="775"/>
                    <a:pt x="4304" y="681"/>
                    <a:pt x="4242" y="674"/>
                  </a:cubicBezTo>
                  <a:lnTo>
                    <a:pt x="4226" y="671"/>
                  </a:lnTo>
                  <a:lnTo>
                    <a:pt x="4226" y="671"/>
                  </a:lnTo>
                  <a:cubicBezTo>
                    <a:pt x="4227" y="671"/>
                    <a:pt x="4228" y="671"/>
                    <a:pt x="4229" y="671"/>
                  </a:cubicBezTo>
                  <a:cubicBezTo>
                    <a:pt x="4260" y="671"/>
                    <a:pt x="4281" y="580"/>
                    <a:pt x="4288" y="514"/>
                  </a:cubicBezTo>
                  <a:cubicBezTo>
                    <a:pt x="4311" y="319"/>
                    <a:pt x="4168" y="152"/>
                    <a:pt x="3970" y="126"/>
                  </a:cubicBezTo>
                  <a:cubicBezTo>
                    <a:pt x="3949" y="124"/>
                    <a:pt x="3928" y="122"/>
                    <a:pt x="3908" y="122"/>
                  </a:cubicBezTo>
                  <a:cubicBezTo>
                    <a:pt x="3740" y="122"/>
                    <a:pt x="3600" y="206"/>
                    <a:pt x="3577" y="382"/>
                  </a:cubicBezTo>
                  <a:cubicBezTo>
                    <a:pt x="3574" y="407"/>
                    <a:pt x="3574" y="409"/>
                    <a:pt x="3579" y="409"/>
                  </a:cubicBezTo>
                  <a:lnTo>
                    <a:pt x="3579" y="409"/>
                  </a:lnTo>
                  <a:cubicBezTo>
                    <a:pt x="3558" y="409"/>
                    <a:pt x="3538" y="411"/>
                    <a:pt x="3518" y="411"/>
                  </a:cubicBezTo>
                  <a:cubicBezTo>
                    <a:pt x="3508" y="411"/>
                    <a:pt x="3497" y="410"/>
                    <a:pt x="3487" y="409"/>
                  </a:cubicBezTo>
                  <a:cubicBezTo>
                    <a:pt x="3473" y="407"/>
                    <a:pt x="3459" y="407"/>
                    <a:pt x="3446" y="407"/>
                  </a:cubicBezTo>
                  <a:cubicBezTo>
                    <a:pt x="3419" y="407"/>
                    <a:pt x="3392" y="409"/>
                    <a:pt x="3367" y="409"/>
                  </a:cubicBezTo>
                  <a:cubicBezTo>
                    <a:pt x="3374" y="409"/>
                    <a:pt x="3377" y="404"/>
                    <a:pt x="3381" y="375"/>
                  </a:cubicBezTo>
                  <a:cubicBezTo>
                    <a:pt x="3404" y="180"/>
                    <a:pt x="3262" y="26"/>
                    <a:pt x="3066" y="3"/>
                  </a:cubicBezTo>
                  <a:cubicBezTo>
                    <a:pt x="3053" y="2"/>
                    <a:pt x="3040" y="1"/>
                    <a:pt x="3027" y="1"/>
                  </a:cubicBezTo>
                  <a:close/>
                </a:path>
              </a:pathLst>
            </a:custGeom>
            <a:solidFill>
              <a:schemeClr val="accent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01" name="Google Shape;501;p59"/>
            <p:cNvSpPr/>
            <p:nvPr/>
          </p:nvSpPr>
          <p:spPr>
            <a:xfrm rot="448199">
              <a:off x="1226441" y="4149285"/>
              <a:ext cx="25652" cy="24437"/>
            </a:xfrm>
            <a:custGeom>
              <a:rect b="b" l="l" r="r" t="t"/>
              <a:pathLst>
                <a:path extrusionOk="0" h="1106" w="1161">
                  <a:moveTo>
                    <a:pt x="577" y="0"/>
                  </a:moveTo>
                  <a:cubicBezTo>
                    <a:pt x="297" y="0"/>
                    <a:pt x="58" y="213"/>
                    <a:pt x="30" y="498"/>
                  </a:cubicBezTo>
                  <a:cubicBezTo>
                    <a:pt x="0" y="801"/>
                    <a:pt x="222" y="1072"/>
                    <a:pt x="525" y="1103"/>
                  </a:cubicBezTo>
                  <a:cubicBezTo>
                    <a:pt x="544" y="1105"/>
                    <a:pt x="562" y="1106"/>
                    <a:pt x="580" y="1106"/>
                  </a:cubicBezTo>
                  <a:cubicBezTo>
                    <a:pt x="862" y="1106"/>
                    <a:pt x="1101" y="893"/>
                    <a:pt x="1130" y="607"/>
                  </a:cubicBezTo>
                  <a:cubicBezTo>
                    <a:pt x="1160" y="304"/>
                    <a:pt x="937" y="33"/>
                    <a:pt x="634" y="3"/>
                  </a:cubicBezTo>
                  <a:cubicBezTo>
                    <a:pt x="615" y="1"/>
                    <a:pt x="596" y="0"/>
                    <a:pt x="577" y="0"/>
                  </a:cubicBezTo>
                  <a:close/>
                </a:path>
              </a:pathLst>
            </a:custGeom>
            <a:solidFill>
              <a:schemeClr val="accent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02" name="Google Shape;502;p59"/>
            <p:cNvSpPr/>
            <p:nvPr/>
          </p:nvSpPr>
          <p:spPr>
            <a:xfrm rot="448199">
              <a:off x="1261483" y="4170774"/>
              <a:ext cx="25697" cy="24459"/>
            </a:xfrm>
            <a:custGeom>
              <a:rect b="b" l="l" r="r" t="t"/>
              <a:pathLst>
                <a:path extrusionOk="0" h="1107" w="1163">
                  <a:moveTo>
                    <a:pt x="578" y="0"/>
                  </a:moveTo>
                  <a:cubicBezTo>
                    <a:pt x="299" y="0"/>
                    <a:pt x="60" y="213"/>
                    <a:pt x="32" y="498"/>
                  </a:cubicBezTo>
                  <a:cubicBezTo>
                    <a:pt x="1" y="802"/>
                    <a:pt x="222" y="1072"/>
                    <a:pt x="527" y="1103"/>
                  </a:cubicBezTo>
                  <a:cubicBezTo>
                    <a:pt x="546" y="1105"/>
                    <a:pt x="564" y="1106"/>
                    <a:pt x="582" y="1106"/>
                  </a:cubicBezTo>
                  <a:cubicBezTo>
                    <a:pt x="862" y="1106"/>
                    <a:pt x="1103" y="893"/>
                    <a:pt x="1131" y="607"/>
                  </a:cubicBezTo>
                  <a:cubicBezTo>
                    <a:pt x="1162" y="304"/>
                    <a:pt x="941" y="33"/>
                    <a:pt x="636" y="3"/>
                  </a:cubicBezTo>
                  <a:cubicBezTo>
                    <a:pt x="617" y="1"/>
                    <a:pt x="597" y="0"/>
                    <a:pt x="578" y="0"/>
                  </a:cubicBezTo>
                  <a:close/>
                </a:path>
              </a:pathLst>
            </a:custGeom>
            <a:solidFill>
              <a:schemeClr val="accent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03" name="Google Shape;503;p59"/>
            <p:cNvSpPr/>
            <p:nvPr/>
          </p:nvSpPr>
          <p:spPr>
            <a:xfrm rot="448199">
              <a:off x="1278862" y="4219205"/>
              <a:ext cx="226982" cy="226982"/>
            </a:xfrm>
            <a:custGeom>
              <a:rect b="b" l="l" r="r" t="t"/>
              <a:pathLst>
                <a:path extrusionOk="0" h="10273" w="10273">
                  <a:moveTo>
                    <a:pt x="5139" y="1"/>
                  </a:moveTo>
                  <a:cubicBezTo>
                    <a:pt x="5138" y="1"/>
                    <a:pt x="5137" y="1"/>
                    <a:pt x="5136" y="1"/>
                  </a:cubicBezTo>
                  <a:cubicBezTo>
                    <a:pt x="2301" y="1"/>
                    <a:pt x="1" y="2300"/>
                    <a:pt x="1" y="5137"/>
                  </a:cubicBezTo>
                  <a:cubicBezTo>
                    <a:pt x="1" y="7972"/>
                    <a:pt x="2301" y="10272"/>
                    <a:pt x="5136" y="10272"/>
                  </a:cubicBezTo>
                  <a:cubicBezTo>
                    <a:pt x="7972" y="10272"/>
                    <a:pt x="10272" y="7972"/>
                    <a:pt x="10272" y="5137"/>
                  </a:cubicBezTo>
                  <a:cubicBezTo>
                    <a:pt x="10272" y="2299"/>
                    <a:pt x="7975" y="1"/>
                    <a:pt x="5139" y="1"/>
                  </a:cubicBezTo>
                  <a:close/>
                </a:path>
              </a:pathLst>
            </a:custGeom>
            <a:solidFill>
              <a:schemeClr val="accent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04" name="Google Shape;504;p59"/>
            <p:cNvSpPr/>
            <p:nvPr/>
          </p:nvSpPr>
          <p:spPr>
            <a:xfrm rot="448199">
              <a:off x="1329218" y="4272717"/>
              <a:ext cx="122031" cy="122031"/>
            </a:xfrm>
            <a:custGeom>
              <a:rect b="b" l="l" r="r" t="t"/>
              <a:pathLst>
                <a:path extrusionOk="0" h="5523" w="5523">
                  <a:moveTo>
                    <a:pt x="2762" y="0"/>
                  </a:moveTo>
                  <a:cubicBezTo>
                    <a:pt x="1235" y="0"/>
                    <a:pt x="1" y="1236"/>
                    <a:pt x="1" y="2761"/>
                  </a:cubicBezTo>
                  <a:cubicBezTo>
                    <a:pt x="1" y="4286"/>
                    <a:pt x="1235" y="5522"/>
                    <a:pt x="2762" y="5522"/>
                  </a:cubicBezTo>
                  <a:cubicBezTo>
                    <a:pt x="4287" y="5522"/>
                    <a:pt x="5523" y="4286"/>
                    <a:pt x="5523" y="2761"/>
                  </a:cubicBezTo>
                  <a:cubicBezTo>
                    <a:pt x="5523" y="1236"/>
                    <a:pt x="4287" y="0"/>
                    <a:pt x="2762" y="0"/>
                  </a:cubicBezTo>
                  <a:close/>
                </a:path>
              </a:pathLst>
            </a:cu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05" name="Google Shape;505;p59"/>
            <p:cNvSpPr/>
            <p:nvPr/>
          </p:nvSpPr>
          <p:spPr>
            <a:xfrm rot="448199">
              <a:off x="1352837" y="4296357"/>
              <a:ext cx="74770" cy="74770"/>
            </a:xfrm>
            <a:custGeom>
              <a:rect b="b" l="l" r="r" t="t"/>
              <a:pathLst>
                <a:path extrusionOk="0" h="3384" w="3384">
                  <a:moveTo>
                    <a:pt x="1693" y="0"/>
                  </a:moveTo>
                  <a:cubicBezTo>
                    <a:pt x="759" y="0"/>
                    <a:pt x="0" y="756"/>
                    <a:pt x="0" y="1691"/>
                  </a:cubicBezTo>
                  <a:cubicBezTo>
                    <a:pt x="0" y="2625"/>
                    <a:pt x="757" y="3384"/>
                    <a:pt x="1693" y="3384"/>
                  </a:cubicBezTo>
                  <a:cubicBezTo>
                    <a:pt x="2625" y="3384"/>
                    <a:pt x="3384" y="2627"/>
                    <a:pt x="3384" y="1691"/>
                  </a:cubicBezTo>
                  <a:cubicBezTo>
                    <a:pt x="3384" y="756"/>
                    <a:pt x="2627" y="0"/>
                    <a:pt x="1693" y="0"/>
                  </a:cubicBezTo>
                  <a:close/>
                </a:path>
              </a:pathLst>
            </a:custGeom>
            <a:solidFill>
              <a:schemeClr val="accent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06" name="Google Shape;506;p59"/>
            <p:cNvSpPr/>
            <p:nvPr/>
          </p:nvSpPr>
          <p:spPr>
            <a:xfrm rot="448199">
              <a:off x="1396860" y="4191294"/>
              <a:ext cx="24459" cy="55392"/>
            </a:xfrm>
            <a:custGeom>
              <a:rect b="b" l="l" r="r" t="t"/>
              <a:pathLst>
                <a:path extrusionOk="0" h="2507" w="1107">
                  <a:moveTo>
                    <a:pt x="536" y="0"/>
                  </a:moveTo>
                  <a:cubicBezTo>
                    <a:pt x="241" y="0"/>
                    <a:pt x="1" y="240"/>
                    <a:pt x="1" y="535"/>
                  </a:cubicBezTo>
                  <a:lnTo>
                    <a:pt x="1" y="1971"/>
                  </a:lnTo>
                  <a:cubicBezTo>
                    <a:pt x="1" y="2266"/>
                    <a:pt x="241" y="2506"/>
                    <a:pt x="536" y="2506"/>
                  </a:cubicBezTo>
                  <a:lnTo>
                    <a:pt x="572" y="2506"/>
                  </a:lnTo>
                  <a:cubicBezTo>
                    <a:pt x="866" y="2506"/>
                    <a:pt x="1107" y="2266"/>
                    <a:pt x="1107" y="1971"/>
                  </a:cubicBezTo>
                  <a:lnTo>
                    <a:pt x="1107" y="535"/>
                  </a:lnTo>
                  <a:cubicBezTo>
                    <a:pt x="1107" y="240"/>
                    <a:pt x="866" y="0"/>
                    <a:pt x="572" y="0"/>
                  </a:cubicBezTo>
                  <a:close/>
                </a:path>
              </a:pathLst>
            </a:custGeom>
            <a:solidFill>
              <a:schemeClr val="accent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07" name="Google Shape;507;p59"/>
            <p:cNvSpPr/>
            <p:nvPr/>
          </p:nvSpPr>
          <p:spPr>
            <a:xfrm rot="448199">
              <a:off x="1367875" y="4412341"/>
              <a:ext cx="24459" cy="55414"/>
            </a:xfrm>
            <a:custGeom>
              <a:rect b="b" l="l" r="r" t="t"/>
              <a:pathLst>
                <a:path extrusionOk="0" h="2508" w="1107">
                  <a:moveTo>
                    <a:pt x="536" y="1"/>
                  </a:moveTo>
                  <a:cubicBezTo>
                    <a:pt x="241" y="1"/>
                    <a:pt x="1" y="241"/>
                    <a:pt x="1" y="536"/>
                  </a:cubicBezTo>
                  <a:lnTo>
                    <a:pt x="1" y="1972"/>
                  </a:lnTo>
                  <a:cubicBezTo>
                    <a:pt x="1" y="2267"/>
                    <a:pt x="241" y="2507"/>
                    <a:pt x="536" y="2507"/>
                  </a:cubicBezTo>
                  <a:lnTo>
                    <a:pt x="572" y="2507"/>
                  </a:lnTo>
                  <a:cubicBezTo>
                    <a:pt x="866" y="2507"/>
                    <a:pt x="1107" y="2267"/>
                    <a:pt x="1107" y="1972"/>
                  </a:cubicBezTo>
                  <a:lnTo>
                    <a:pt x="1107" y="536"/>
                  </a:lnTo>
                  <a:cubicBezTo>
                    <a:pt x="1107" y="241"/>
                    <a:pt x="866" y="1"/>
                    <a:pt x="572" y="1"/>
                  </a:cubicBezTo>
                  <a:close/>
                </a:path>
              </a:pathLst>
            </a:custGeom>
            <a:solidFill>
              <a:schemeClr val="accent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08" name="Google Shape;508;p59"/>
            <p:cNvSpPr/>
            <p:nvPr/>
          </p:nvSpPr>
          <p:spPr>
            <a:xfrm rot="448199">
              <a:off x="1255994" y="4306080"/>
              <a:ext cx="55326" cy="24415"/>
            </a:xfrm>
            <a:custGeom>
              <a:rect b="b" l="l" r="r" t="t"/>
              <a:pathLst>
                <a:path extrusionOk="0" h="1105" w="2504">
                  <a:moveTo>
                    <a:pt x="521" y="0"/>
                  </a:moveTo>
                  <a:cubicBezTo>
                    <a:pt x="221" y="0"/>
                    <a:pt x="0" y="248"/>
                    <a:pt x="0" y="541"/>
                  </a:cubicBezTo>
                  <a:lnTo>
                    <a:pt x="0" y="581"/>
                  </a:lnTo>
                  <a:cubicBezTo>
                    <a:pt x="0" y="876"/>
                    <a:pt x="219" y="1105"/>
                    <a:pt x="521" y="1105"/>
                  </a:cubicBezTo>
                  <a:lnTo>
                    <a:pt x="1934" y="1105"/>
                  </a:lnTo>
                  <a:cubicBezTo>
                    <a:pt x="2235" y="1105"/>
                    <a:pt x="2504" y="876"/>
                    <a:pt x="2504" y="581"/>
                  </a:cubicBezTo>
                  <a:lnTo>
                    <a:pt x="2504" y="541"/>
                  </a:lnTo>
                  <a:cubicBezTo>
                    <a:pt x="2504" y="248"/>
                    <a:pt x="2236" y="0"/>
                    <a:pt x="1934" y="0"/>
                  </a:cubicBezTo>
                  <a:close/>
                </a:path>
              </a:pathLst>
            </a:custGeom>
            <a:solidFill>
              <a:schemeClr val="accent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09" name="Google Shape;509;p59"/>
            <p:cNvSpPr/>
            <p:nvPr/>
          </p:nvSpPr>
          <p:spPr>
            <a:xfrm rot="448199">
              <a:off x="1476997" y="4335061"/>
              <a:ext cx="55370" cy="24415"/>
            </a:xfrm>
            <a:custGeom>
              <a:rect b="b" l="l" r="r" t="t"/>
              <a:pathLst>
                <a:path extrusionOk="0" h="1105" w="2506">
                  <a:moveTo>
                    <a:pt x="534" y="0"/>
                  </a:moveTo>
                  <a:cubicBezTo>
                    <a:pt x="239" y="0"/>
                    <a:pt x="0" y="239"/>
                    <a:pt x="0" y="534"/>
                  </a:cubicBezTo>
                  <a:lnTo>
                    <a:pt x="0" y="570"/>
                  </a:lnTo>
                  <a:cubicBezTo>
                    <a:pt x="0" y="866"/>
                    <a:pt x="239" y="1105"/>
                    <a:pt x="534" y="1105"/>
                  </a:cubicBezTo>
                  <a:lnTo>
                    <a:pt x="1970" y="1105"/>
                  </a:lnTo>
                  <a:cubicBezTo>
                    <a:pt x="2265" y="1105"/>
                    <a:pt x="2505" y="866"/>
                    <a:pt x="2505" y="570"/>
                  </a:cubicBezTo>
                  <a:lnTo>
                    <a:pt x="2505" y="534"/>
                  </a:lnTo>
                  <a:cubicBezTo>
                    <a:pt x="2505" y="239"/>
                    <a:pt x="2265" y="0"/>
                    <a:pt x="1970" y="0"/>
                  </a:cubicBezTo>
                  <a:close/>
                </a:path>
              </a:pathLst>
            </a:custGeom>
            <a:solidFill>
              <a:schemeClr val="accent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10" name="Google Shape;510;p59"/>
            <p:cNvSpPr/>
            <p:nvPr/>
          </p:nvSpPr>
          <p:spPr>
            <a:xfrm rot="448199">
              <a:off x="1291632" y="4228239"/>
              <a:ext cx="48211" cy="45958"/>
            </a:xfrm>
            <a:custGeom>
              <a:rect b="b" l="l" r="r" t="t"/>
              <a:pathLst>
                <a:path extrusionOk="0" h="2080" w="2182">
                  <a:moveTo>
                    <a:pt x="587" y="0"/>
                  </a:moveTo>
                  <a:cubicBezTo>
                    <a:pt x="450" y="0"/>
                    <a:pt x="313" y="53"/>
                    <a:pt x="209" y="157"/>
                  </a:cubicBezTo>
                  <a:cubicBezTo>
                    <a:pt x="0" y="367"/>
                    <a:pt x="0" y="705"/>
                    <a:pt x="209" y="914"/>
                  </a:cubicBezTo>
                  <a:lnTo>
                    <a:pt x="1218" y="1922"/>
                  </a:lnTo>
                  <a:cubicBezTo>
                    <a:pt x="1322" y="2027"/>
                    <a:pt x="1459" y="2079"/>
                    <a:pt x="1596" y="2079"/>
                  </a:cubicBezTo>
                  <a:cubicBezTo>
                    <a:pt x="1733" y="2079"/>
                    <a:pt x="1870" y="2027"/>
                    <a:pt x="1974" y="1922"/>
                  </a:cubicBezTo>
                  <a:cubicBezTo>
                    <a:pt x="2182" y="1714"/>
                    <a:pt x="2182" y="1376"/>
                    <a:pt x="1974" y="1166"/>
                  </a:cubicBezTo>
                  <a:lnTo>
                    <a:pt x="966" y="157"/>
                  </a:lnTo>
                  <a:cubicBezTo>
                    <a:pt x="861" y="53"/>
                    <a:pt x="724" y="0"/>
                    <a:pt x="587" y="0"/>
                  </a:cubicBezTo>
                  <a:close/>
                </a:path>
              </a:pathLst>
            </a:custGeom>
            <a:solidFill>
              <a:schemeClr val="accent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11" name="Google Shape;511;p59"/>
            <p:cNvSpPr/>
            <p:nvPr/>
          </p:nvSpPr>
          <p:spPr>
            <a:xfrm rot="448199">
              <a:off x="1428283" y="4406158"/>
              <a:ext cx="48233" cy="45936"/>
            </a:xfrm>
            <a:custGeom>
              <a:rect b="b" l="l" r="r" t="t"/>
              <a:pathLst>
                <a:path extrusionOk="0" h="2079" w="2183">
                  <a:moveTo>
                    <a:pt x="588" y="0"/>
                  </a:moveTo>
                  <a:cubicBezTo>
                    <a:pt x="451" y="0"/>
                    <a:pt x="314" y="52"/>
                    <a:pt x="210" y="157"/>
                  </a:cubicBezTo>
                  <a:cubicBezTo>
                    <a:pt x="1" y="366"/>
                    <a:pt x="1" y="705"/>
                    <a:pt x="210" y="914"/>
                  </a:cubicBezTo>
                  <a:lnTo>
                    <a:pt x="1218" y="1922"/>
                  </a:lnTo>
                  <a:cubicBezTo>
                    <a:pt x="1323" y="2027"/>
                    <a:pt x="1459" y="2079"/>
                    <a:pt x="1596" y="2079"/>
                  </a:cubicBezTo>
                  <a:cubicBezTo>
                    <a:pt x="1733" y="2079"/>
                    <a:pt x="1870" y="2027"/>
                    <a:pt x="1975" y="1922"/>
                  </a:cubicBezTo>
                  <a:cubicBezTo>
                    <a:pt x="2183" y="1713"/>
                    <a:pt x="2183" y="1374"/>
                    <a:pt x="1975" y="1165"/>
                  </a:cubicBezTo>
                  <a:lnTo>
                    <a:pt x="967" y="157"/>
                  </a:lnTo>
                  <a:cubicBezTo>
                    <a:pt x="861" y="52"/>
                    <a:pt x="724" y="0"/>
                    <a:pt x="588" y="0"/>
                  </a:cubicBezTo>
                  <a:close/>
                </a:path>
              </a:pathLst>
            </a:custGeom>
            <a:solidFill>
              <a:schemeClr val="accent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12" name="Google Shape;512;p59"/>
            <p:cNvSpPr/>
            <p:nvPr/>
          </p:nvSpPr>
          <p:spPr>
            <a:xfrm rot="448199">
              <a:off x="1455848" y="4236536"/>
              <a:ext cx="48233" cy="45958"/>
            </a:xfrm>
            <a:custGeom>
              <a:rect b="b" l="l" r="r" t="t"/>
              <a:pathLst>
                <a:path extrusionOk="0" h="2080" w="2183">
                  <a:moveTo>
                    <a:pt x="1595" y="1"/>
                  </a:moveTo>
                  <a:cubicBezTo>
                    <a:pt x="1458" y="1"/>
                    <a:pt x="1321" y="53"/>
                    <a:pt x="1217" y="157"/>
                  </a:cubicBezTo>
                  <a:lnTo>
                    <a:pt x="208" y="1166"/>
                  </a:lnTo>
                  <a:cubicBezTo>
                    <a:pt x="1" y="1376"/>
                    <a:pt x="1" y="1714"/>
                    <a:pt x="208" y="1923"/>
                  </a:cubicBezTo>
                  <a:cubicBezTo>
                    <a:pt x="313" y="2027"/>
                    <a:pt x="450" y="2079"/>
                    <a:pt x="587" y="2079"/>
                  </a:cubicBezTo>
                  <a:cubicBezTo>
                    <a:pt x="724" y="2079"/>
                    <a:pt x="861" y="2027"/>
                    <a:pt x="965" y="1923"/>
                  </a:cubicBezTo>
                  <a:lnTo>
                    <a:pt x="1974" y="914"/>
                  </a:lnTo>
                  <a:cubicBezTo>
                    <a:pt x="2182" y="705"/>
                    <a:pt x="2182" y="368"/>
                    <a:pt x="1974" y="157"/>
                  </a:cubicBezTo>
                  <a:cubicBezTo>
                    <a:pt x="1869" y="53"/>
                    <a:pt x="1732" y="1"/>
                    <a:pt x="1595" y="1"/>
                  </a:cubicBezTo>
                  <a:close/>
                </a:path>
              </a:pathLst>
            </a:custGeom>
            <a:solidFill>
              <a:schemeClr val="accent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13" name="Google Shape;513;p59"/>
            <p:cNvSpPr/>
            <p:nvPr/>
          </p:nvSpPr>
          <p:spPr>
            <a:xfrm rot="448199">
              <a:off x="1926942" y="4104648"/>
              <a:ext cx="98013" cy="218719"/>
            </a:xfrm>
            <a:custGeom>
              <a:rect b="b" l="l" r="r" t="t"/>
              <a:pathLst>
                <a:path extrusionOk="0" h="9899" w="4436">
                  <a:moveTo>
                    <a:pt x="1" y="1"/>
                  </a:moveTo>
                  <a:lnTo>
                    <a:pt x="447" y="9899"/>
                  </a:lnTo>
                  <a:lnTo>
                    <a:pt x="3056" y="8568"/>
                  </a:lnTo>
                  <a:cubicBezTo>
                    <a:pt x="4091" y="8040"/>
                    <a:pt x="4435" y="6734"/>
                    <a:pt x="3797" y="5764"/>
                  </a:cubicBezTo>
                  <a:lnTo>
                    <a:pt x="1" y="1"/>
                  </a:ln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14" name="Google Shape;514;p59"/>
            <p:cNvSpPr/>
            <p:nvPr/>
          </p:nvSpPr>
          <p:spPr>
            <a:xfrm rot="448199">
              <a:off x="1788097" y="4048989"/>
              <a:ext cx="127798" cy="60629"/>
            </a:xfrm>
            <a:custGeom>
              <a:rect b="b" l="l" r="r" t="t"/>
              <a:pathLst>
                <a:path extrusionOk="0" h="2744" w="5784">
                  <a:moveTo>
                    <a:pt x="0" y="1"/>
                  </a:moveTo>
                  <a:cubicBezTo>
                    <a:pt x="1525" y="976"/>
                    <a:pt x="3077" y="1908"/>
                    <a:pt x="4679" y="2743"/>
                  </a:cubicBezTo>
                  <a:cubicBezTo>
                    <a:pt x="5362" y="2031"/>
                    <a:pt x="5784" y="1065"/>
                    <a:pt x="5784" y="1"/>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15" name="Google Shape;515;p59"/>
            <p:cNvSpPr/>
            <p:nvPr/>
          </p:nvSpPr>
          <p:spPr>
            <a:xfrm rot="448199">
              <a:off x="1871179" y="4054391"/>
              <a:ext cx="44367" cy="60585"/>
            </a:xfrm>
            <a:custGeom>
              <a:rect b="b" l="l" r="r" t="t"/>
              <a:pathLst>
                <a:path extrusionOk="0" h="2742" w="2008">
                  <a:moveTo>
                    <a:pt x="1" y="0"/>
                  </a:moveTo>
                  <a:lnTo>
                    <a:pt x="1" y="2"/>
                  </a:lnTo>
                  <a:lnTo>
                    <a:pt x="1" y="2255"/>
                  </a:lnTo>
                  <a:cubicBezTo>
                    <a:pt x="301" y="2419"/>
                    <a:pt x="600" y="2584"/>
                    <a:pt x="903" y="2741"/>
                  </a:cubicBezTo>
                  <a:cubicBezTo>
                    <a:pt x="1586" y="2030"/>
                    <a:pt x="2008" y="1065"/>
                    <a:pt x="2008" y="0"/>
                  </a:cubicBezTo>
                  <a:close/>
                </a:path>
              </a:pathLst>
            </a:cu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16" name="Google Shape;516;p59"/>
            <p:cNvSpPr/>
            <p:nvPr/>
          </p:nvSpPr>
          <p:spPr>
            <a:xfrm rot="448199">
              <a:off x="1852976" y="4339552"/>
              <a:ext cx="102410" cy="91562"/>
            </a:xfrm>
            <a:custGeom>
              <a:rect b="b" l="l" r="r" t="t"/>
              <a:pathLst>
                <a:path extrusionOk="0" h="4144" w="4635">
                  <a:moveTo>
                    <a:pt x="3403" y="1"/>
                  </a:moveTo>
                  <a:cubicBezTo>
                    <a:pt x="3282" y="1"/>
                    <a:pt x="3152" y="52"/>
                    <a:pt x="3015" y="167"/>
                  </a:cubicBezTo>
                  <a:cubicBezTo>
                    <a:pt x="2938" y="231"/>
                    <a:pt x="2859" y="314"/>
                    <a:pt x="2779" y="420"/>
                  </a:cubicBezTo>
                  <a:cubicBezTo>
                    <a:pt x="1852" y="1640"/>
                    <a:pt x="926" y="2860"/>
                    <a:pt x="1" y="4081"/>
                  </a:cubicBezTo>
                  <a:cubicBezTo>
                    <a:pt x="399" y="4112"/>
                    <a:pt x="800" y="4144"/>
                    <a:pt x="1199" y="4144"/>
                  </a:cubicBezTo>
                  <a:cubicBezTo>
                    <a:pt x="1470" y="4144"/>
                    <a:pt x="1740" y="4129"/>
                    <a:pt x="2008" y="4091"/>
                  </a:cubicBezTo>
                  <a:cubicBezTo>
                    <a:pt x="2672" y="3996"/>
                    <a:pt x="3333" y="3740"/>
                    <a:pt x="3798" y="3257"/>
                  </a:cubicBezTo>
                  <a:cubicBezTo>
                    <a:pt x="4635" y="2387"/>
                    <a:pt x="4231" y="1"/>
                    <a:pt x="3403" y="1"/>
                  </a:cubicBezTo>
                  <a:close/>
                </a:path>
              </a:pathLst>
            </a:custGeom>
            <a:solidFill>
              <a:schemeClr val="accent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17" name="Google Shape;517;p59"/>
            <p:cNvSpPr/>
            <p:nvPr/>
          </p:nvSpPr>
          <p:spPr>
            <a:xfrm rot="448199">
              <a:off x="1846512" y="4416594"/>
              <a:ext cx="123820" cy="35772"/>
            </a:xfrm>
            <a:custGeom>
              <a:rect b="b" l="l" r="r" t="t"/>
              <a:pathLst>
                <a:path extrusionOk="0" h="1619" w="5604">
                  <a:moveTo>
                    <a:pt x="2796" y="0"/>
                  </a:moveTo>
                  <a:cubicBezTo>
                    <a:pt x="2772" y="0"/>
                    <a:pt x="2749" y="1"/>
                    <a:pt x="2728" y="2"/>
                  </a:cubicBezTo>
                  <a:cubicBezTo>
                    <a:pt x="1810" y="74"/>
                    <a:pt x="916" y="533"/>
                    <a:pt x="0" y="550"/>
                  </a:cubicBezTo>
                  <a:cubicBezTo>
                    <a:pt x="9" y="550"/>
                    <a:pt x="18" y="550"/>
                    <a:pt x="26" y="550"/>
                  </a:cubicBezTo>
                  <a:cubicBezTo>
                    <a:pt x="1073" y="550"/>
                    <a:pt x="2183" y="1618"/>
                    <a:pt x="3346" y="1618"/>
                  </a:cubicBezTo>
                  <a:cubicBezTo>
                    <a:pt x="3574" y="1618"/>
                    <a:pt x="3803" y="1578"/>
                    <a:pt x="4034" y="1480"/>
                  </a:cubicBezTo>
                  <a:cubicBezTo>
                    <a:pt x="5604" y="818"/>
                    <a:pt x="3564" y="0"/>
                    <a:pt x="2796" y="0"/>
                  </a:cubicBezTo>
                  <a:close/>
                </a:path>
              </a:pathLst>
            </a:cu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18" name="Google Shape;518;p59"/>
            <p:cNvSpPr/>
            <p:nvPr/>
          </p:nvSpPr>
          <p:spPr>
            <a:xfrm rot="448199">
              <a:off x="1723523" y="3704850"/>
              <a:ext cx="25630" cy="25630"/>
            </a:xfrm>
            <a:custGeom>
              <a:rect b="b" l="l" r="r" t="t"/>
              <a:pathLst>
                <a:path extrusionOk="0" h="1160" w="1160">
                  <a:moveTo>
                    <a:pt x="580" y="1"/>
                  </a:moveTo>
                  <a:cubicBezTo>
                    <a:pt x="261" y="1"/>
                    <a:pt x="1" y="261"/>
                    <a:pt x="1" y="580"/>
                  </a:cubicBezTo>
                  <a:cubicBezTo>
                    <a:pt x="1" y="901"/>
                    <a:pt x="261" y="1160"/>
                    <a:pt x="580" y="1160"/>
                  </a:cubicBezTo>
                  <a:cubicBezTo>
                    <a:pt x="900" y="1160"/>
                    <a:pt x="1159" y="901"/>
                    <a:pt x="1159" y="580"/>
                  </a:cubicBezTo>
                  <a:cubicBezTo>
                    <a:pt x="1159" y="261"/>
                    <a:pt x="900" y="1"/>
                    <a:pt x="580" y="1"/>
                  </a:cubicBezTo>
                  <a:close/>
                </a:path>
              </a:pathLst>
            </a:cu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19" name="Google Shape;519;p59"/>
            <p:cNvSpPr/>
            <p:nvPr/>
          </p:nvSpPr>
          <p:spPr>
            <a:xfrm rot="448199">
              <a:off x="1640860" y="4410073"/>
              <a:ext cx="36766" cy="33496"/>
            </a:xfrm>
            <a:custGeom>
              <a:rect b="b" l="l" r="r" t="t"/>
              <a:pathLst>
                <a:path extrusionOk="0" h="1516" w="1664">
                  <a:moveTo>
                    <a:pt x="832" y="1"/>
                  </a:moveTo>
                  <a:cubicBezTo>
                    <a:pt x="638" y="1"/>
                    <a:pt x="444" y="74"/>
                    <a:pt x="296" y="222"/>
                  </a:cubicBezTo>
                  <a:cubicBezTo>
                    <a:pt x="0" y="516"/>
                    <a:pt x="0" y="996"/>
                    <a:pt x="296" y="1293"/>
                  </a:cubicBezTo>
                  <a:cubicBezTo>
                    <a:pt x="444" y="1441"/>
                    <a:pt x="637" y="1515"/>
                    <a:pt x="831" y="1515"/>
                  </a:cubicBezTo>
                  <a:cubicBezTo>
                    <a:pt x="1025" y="1515"/>
                    <a:pt x="1219" y="1441"/>
                    <a:pt x="1368" y="1293"/>
                  </a:cubicBezTo>
                  <a:cubicBezTo>
                    <a:pt x="1664" y="997"/>
                    <a:pt x="1664" y="518"/>
                    <a:pt x="1368" y="222"/>
                  </a:cubicBezTo>
                  <a:cubicBezTo>
                    <a:pt x="1221" y="74"/>
                    <a:pt x="1026" y="1"/>
                    <a:pt x="832" y="1"/>
                  </a:cubicBezTo>
                  <a:close/>
                </a:path>
              </a:pathLst>
            </a:cu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20" name="Google Shape;520;p59"/>
            <p:cNvSpPr/>
            <p:nvPr/>
          </p:nvSpPr>
          <p:spPr>
            <a:xfrm rot="448199">
              <a:off x="1722719" y="3761526"/>
              <a:ext cx="13854" cy="13854"/>
            </a:xfrm>
            <a:custGeom>
              <a:rect b="b" l="l" r="r" t="t"/>
              <a:pathLst>
                <a:path extrusionOk="0" h="627" w="627">
                  <a:moveTo>
                    <a:pt x="314" y="1"/>
                  </a:moveTo>
                  <a:cubicBezTo>
                    <a:pt x="140" y="1"/>
                    <a:pt x="0" y="141"/>
                    <a:pt x="0" y="313"/>
                  </a:cubicBezTo>
                  <a:cubicBezTo>
                    <a:pt x="0" y="487"/>
                    <a:pt x="142" y="626"/>
                    <a:pt x="314" y="626"/>
                  </a:cubicBezTo>
                  <a:cubicBezTo>
                    <a:pt x="487" y="626"/>
                    <a:pt x="627" y="484"/>
                    <a:pt x="627" y="313"/>
                  </a:cubicBezTo>
                  <a:cubicBezTo>
                    <a:pt x="627" y="141"/>
                    <a:pt x="487" y="2"/>
                    <a:pt x="314" y="1"/>
                  </a:cubicBezTo>
                  <a:close/>
                </a:path>
              </a:pathLst>
            </a:cu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21" name="Google Shape;521;p59"/>
            <p:cNvSpPr/>
            <p:nvPr/>
          </p:nvSpPr>
          <p:spPr>
            <a:xfrm rot="448199">
              <a:off x="1632416" y="4372046"/>
              <a:ext cx="19731" cy="19687"/>
            </a:xfrm>
            <a:custGeom>
              <a:rect b="b" l="l" r="r" t="t"/>
              <a:pathLst>
                <a:path extrusionOk="0" h="891" w="893">
                  <a:moveTo>
                    <a:pt x="447" y="0"/>
                  </a:moveTo>
                  <a:cubicBezTo>
                    <a:pt x="201" y="0"/>
                    <a:pt x="1" y="198"/>
                    <a:pt x="1" y="445"/>
                  </a:cubicBezTo>
                  <a:cubicBezTo>
                    <a:pt x="1" y="690"/>
                    <a:pt x="201" y="890"/>
                    <a:pt x="447" y="890"/>
                  </a:cubicBezTo>
                  <a:cubicBezTo>
                    <a:pt x="692" y="890"/>
                    <a:pt x="892" y="691"/>
                    <a:pt x="892" y="445"/>
                  </a:cubicBezTo>
                  <a:cubicBezTo>
                    <a:pt x="892" y="198"/>
                    <a:pt x="692" y="0"/>
                    <a:pt x="447" y="0"/>
                  </a:cubicBezTo>
                  <a:close/>
                </a:path>
              </a:pathLst>
            </a:cu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22" name="Google Shape;522;p59"/>
            <p:cNvSpPr/>
            <p:nvPr/>
          </p:nvSpPr>
          <p:spPr>
            <a:xfrm rot="448199">
              <a:off x="1316783" y="3642236"/>
              <a:ext cx="428467" cy="32502"/>
            </a:xfrm>
            <a:custGeom>
              <a:rect b="b" l="l" r="r" t="t"/>
              <a:pathLst>
                <a:path extrusionOk="0" h="1471" w="19392">
                  <a:moveTo>
                    <a:pt x="736" y="0"/>
                  </a:moveTo>
                  <a:cubicBezTo>
                    <a:pt x="331" y="0"/>
                    <a:pt x="0" y="331"/>
                    <a:pt x="0" y="736"/>
                  </a:cubicBezTo>
                  <a:cubicBezTo>
                    <a:pt x="0" y="1139"/>
                    <a:pt x="331" y="1471"/>
                    <a:pt x="736" y="1471"/>
                  </a:cubicBezTo>
                  <a:lnTo>
                    <a:pt x="18656" y="1471"/>
                  </a:lnTo>
                  <a:cubicBezTo>
                    <a:pt x="19061" y="1471"/>
                    <a:pt x="19391" y="1139"/>
                    <a:pt x="19391" y="736"/>
                  </a:cubicBezTo>
                  <a:cubicBezTo>
                    <a:pt x="19391" y="331"/>
                    <a:pt x="19061" y="0"/>
                    <a:pt x="18656" y="0"/>
                  </a:cubicBezTo>
                  <a:close/>
                </a:path>
              </a:pathLst>
            </a:cu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23" name="Google Shape;523;p59"/>
            <p:cNvSpPr/>
            <p:nvPr/>
          </p:nvSpPr>
          <p:spPr>
            <a:xfrm rot="448199">
              <a:off x="1446906" y="3602934"/>
              <a:ext cx="251176" cy="23642"/>
            </a:xfrm>
            <a:custGeom>
              <a:rect b="b" l="l" r="r" t="t"/>
              <a:pathLst>
                <a:path extrusionOk="0" h="1070" w="11368">
                  <a:moveTo>
                    <a:pt x="536" y="1"/>
                  </a:moveTo>
                  <a:cubicBezTo>
                    <a:pt x="242" y="1"/>
                    <a:pt x="1" y="240"/>
                    <a:pt x="1" y="534"/>
                  </a:cubicBezTo>
                  <a:cubicBezTo>
                    <a:pt x="1" y="828"/>
                    <a:pt x="241" y="1069"/>
                    <a:pt x="536" y="1069"/>
                  </a:cubicBezTo>
                  <a:lnTo>
                    <a:pt x="10834" y="1069"/>
                  </a:lnTo>
                  <a:cubicBezTo>
                    <a:pt x="11127" y="1069"/>
                    <a:pt x="11367" y="828"/>
                    <a:pt x="11367" y="534"/>
                  </a:cubicBezTo>
                  <a:cubicBezTo>
                    <a:pt x="11367" y="241"/>
                    <a:pt x="11129" y="1"/>
                    <a:pt x="10834" y="1"/>
                  </a:cubicBez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24" name="Google Shape;524;p59"/>
            <p:cNvSpPr/>
            <p:nvPr/>
          </p:nvSpPr>
          <p:spPr>
            <a:xfrm rot="448199">
              <a:off x="1421805" y="4543099"/>
              <a:ext cx="86480" cy="86480"/>
            </a:xfrm>
            <a:custGeom>
              <a:rect b="b" l="l" r="r" t="t"/>
              <a:pathLst>
                <a:path extrusionOk="0" h="3914" w="3914">
                  <a:moveTo>
                    <a:pt x="1958" y="1"/>
                  </a:moveTo>
                  <a:cubicBezTo>
                    <a:pt x="880" y="1"/>
                    <a:pt x="1" y="880"/>
                    <a:pt x="1" y="1956"/>
                  </a:cubicBezTo>
                  <a:cubicBezTo>
                    <a:pt x="1" y="3033"/>
                    <a:pt x="880" y="3913"/>
                    <a:pt x="1958" y="3913"/>
                  </a:cubicBezTo>
                  <a:cubicBezTo>
                    <a:pt x="3032" y="3913"/>
                    <a:pt x="3913" y="3032"/>
                    <a:pt x="3913" y="1956"/>
                  </a:cubicBezTo>
                  <a:cubicBezTo>
                    <a:pt x="3913" y="880"/>
                    <a:pt x="3033" y="1"/>
                    <a:pt x="1958" y="1"/>
                  </a:cubicBezTo>
                  <a:close/>
                </a:path>
              </a:pathLst>
            </a:custGeom>
            <a:solidFill>
              <a:schemeClr val="accent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25" name="Google Shape;525;p59"/>
            <p:cNvSpPr/>
            <p:nvPr/>
          </p:nvSpPr>
          <p:spPr>
            <a:xfrm rot="448199">
              <a:off x="1835047" y="3675643"/>
              <a:ext cx="82680" cy="53227"/>
            </a:xfrm>
            <a:custGeom>
              <a:rect b="b" l="l" r="r" t="t"/>
              <a:pathLst>
                <a:path extrusionOk="0" h="2409" w="3742">
                  <a:moveTo>
                    <a:pt x="744" y="1"/>
                  </a:moveTo>
                  <a:cubicBezTo>
                    <a:pt x="297" y="1"/>
                    <a:pt x="1" y="683"/>
                    <a:pt x="482" y="972"/>
                  </a:cubicBezTo>
                  <a:cubicBezTo>
                    <a:pt x="1233" y="1424"/>
                    <a:pt x="1986" y="1876"/>
                    <a:pt x="2737" y="2331"/>
                  </a:cubicBezTo>
                  <a:cubicBezTo>
                    <a:pt x="2826" y="2385"/>
                    <a:pt x="2915" y="2409"/>
                    <a:pt x="2998" y="2409"/>
                  </a:cubicBezTo>
                  <a:cubicBezTo>
                    <a:pt x="3446" y="2409"/>
                    <a:pt x="3741" y="1727"/>
                    <a:pt x="3259" y="1437"/>
                  </a:cubicBezTo>
                  <a:cubicBezTo>
                    <a:pt x="2508" y="985"/>
                    <a:pt x="1755" y="532"/>
                    <a:pt x="1004" y="78"/>
                  </a:cubicBezTo>
                  <a:cubicBezTo>
                    <a:pt x="915" y="24"/>
                    <a:pt x="827" y="1"/>
                    <a:pt x="744" y="1"/>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26" name="Google Shape;526;p59"/>
            <p:cNvSpPr/>
            <p:nvPr/>
          </p:nvSpPr>
          <p:spPr>
            <a:xfrm rot="448199">
              <a:off x="1920319" y="3760564"/>
              <a:ext cx="47350" cy="37915"/>
            </a:xfrm>
            <a:custGeom>
              <a:rect b="b" l="l" r="r" t="t"/>
              <a:pathLst>
                <a:path extrusionOk="0" h="1716" w="2143">
                  <a:moveTo>
                    <a:pt x="754" y="0"/>
                  </a:moveTo>
                  <a:cubicBezTo>
                    <a:pt x="356" y="0"/>
                    <a:pt x="1" y="520"/>
                    <a:pt x="366" y="885"/>
                  </a:cubicBezTo>
                  <a:lnTo>
                    <a:pt x="1044" y="1563"/>
                  </a:lnTo>
                  <a:cubicBezTo>
                    <a:pt x="1151" y="1670"/>
                    <a:pt x="1272" y="1716"/>
                    <a:pt x="1389" y="1716"/>
                  </a:cubicBezTo>
                  <a:cubicBezTo>
                    <a:pt x="1787" y="1716"/>
                    <a:pt x="2142" y="1195"/>
                    <a:pt x="1777" y="831"/>
                  </a:cubicBezTo>
                  <a:lnTo>
                    <a:pt x="1099" y="153"/>
                  </a:lnTo>
                  <a:cubicBezTo>
                    <a:pt x="992" y="45"/>
                    <a:pt x="871" y="0"/>
                    <a:pt x="754" y="0"/>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27" name="Google Shape;527;p59"/>
            <p:cNvSpPr/>
            <p:nvPr/>
          </p:nvSpPr>
          <p:spPr>
            <a:xfrm rot="448199">
              <a:off x="1935673" y="4199834"/>
              <a:ext cx="42224" cy="42798"/>
            </a:xfrm>
            <a:custGeom>
              <a:rect b="b" l="l" r="r" t="t"/>
              <a:pathLst>
                <a:path extrusionOk="0" h="1937" w="1911">
                  <a:moveTo>
                    <a:pt x="605" y="0"/>
                  </a:moveTo>
                  <a:cubicBezTo>
                    <a:pt x="523" y="0"/>
                    <a:pt x="439" y="22"/>
                    <a:pt x="357" y="70"/>
                  </a:cubicBezTo>
                  <a:cubicBezTo>
                    <a:pt x="135" y="199"/>
                    <a:pt x="1" y="553"/>
                    <a:pt x="171" y="779"/>
                  </a:cubicBezTo>
                  <a:cubicBezTo>
                    <a:pt x="395" y="1079"/>
                    <a:pt x="621" y="1381"/>
                    <a:pt x="849" y="1681"/>
                  </a:cubicBezTo>
                  <a:cubicBezTo>
                    <a:pt x="964" y="1834"/>
                    <a:pt x="1131" y="1936"/>
                    <a:pt x="1309" y="1936"/>
                  </a:cubicBezTo>
                  <a:cubicBezTo>
                    <a:pt x="1391" y="1936"/>
                    <a:pt x="1475" y="1915"/>
                    <a:pt x="1557" y="1867"/>
                  </a:cubicBezTo>
                  <a:cubicBezTo>
                    <a:pt x="1776" y="1738"/>
                    <a:pt x="1910" y="1384"/>
                    <a:pt x="1743" y="1159"/>
                  </a:cubicBezTo>
                  <a:cubicBezTo>
                    <a:pt x="1517" y="859"/>
                    <a:pt x="1291" y="557"/>
                    <a:pt x="1065" y="256"/>
                  </a:cubicBezTo>
                  <a:cubicBezTo>
                    <a:pt x="949" y="103"/>
                    <a:pt x="782" y="0"/>
                    <a:pt x="605" y="0"/>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28" name="Google Shape;528;p59"/>
            <p:cNvSpPr/>
            <p:nvPr/>
          </p:nvSpPr>
          <p:spPr>
            <a:xfrm rot="448199">
              <a:off x="1897639" y="3943250"/>
              <a:ext cx="47151" cy="58927"/>
            </a:xfrm>
            <a:custGeom>
              <a:rect b="b" l="l" r="r" t="t"/>
              <a:pathLst>
                <a:path extrusionOk="0" h="2667" w="2134">
                  <a:moveTo>
                    <a:pt x="701" y="0"/>
                  </a:moveTo>
                  <a:cubicBezTo>
                    <a:pt x="359" y="0"/>
                    <a:pt x="0" y="376"/>
                    <a:pt x="208" y="784"/>
                  </a:cubicBezTo>
                  <a:cubicBezTo>
                    <a:pt x="483" y="1325"/>
                    <a:pt x="757" y="1865"/>
                    <a:pt x="1032" y="2405"/>
                  </a:cubicBezTo>
                  <a:cubicBezTo>
                    <a:pt x="1126" y="2590"/>
                    <a:pt x="1277" y="2666"/>
                    <a:pt x="1432" y="2666"/>
                  </a:cubicBezTo>
                  <a:cubicBezTo>
                    <a:pt x="1775" y="2666"/>
                    <a:pt x="2134" y="2291"/>
                    <a:pt x="1926" y="1883"/>
                  </a:cubicBezTo>
                  <a:cubicBezTo>
                    <a:pt x="1651" y="1343"/>
                    <a:pt x="1377" y="803"/>
                    <a:pt x="1102" y="263"/>
                  </a:cubicBezTo>
                  <a:cubicBezTo>
                    <a:pt x="1008" y="77"/>
                    <a:pt x="856" y="0"/>
                    <a:pt x="701" y="0"/>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29" name="Google Shape;529;p59"/>
            <p:cNvSpPr/>
            <p:nvPr/>
          </p:nvSpPr>
          <p:spPr>
            <a:xfrm rot="448199">
              <a:off x="1704175" y="4198913"/>
              <a:ext cx="29519" cy="22890"/>
            </a:xfrm>
            <a:custGeom>
              <a:rect b="b" l="l" r="r" t="t"/>
              <a:pathLst>
                <a:path extrusionOk="0" h="1036" w="1336">
                  <a:moveTo>
                    <a:pt x="667" y="0"/>
                  </a:moveTo>
                  <a:cubicBezTo>
                    <a:pt x="2" y="0"/>
                    <a:pt x="1" y="1036"/>
                    <a:pt x="667" y="1036"/>
                  </a:cubicBezTo>
                  <a:cubicBezTo>
                    <a:pt x="1335" y="1036"/>
                    <a:pt x="1335" y="0"/>
                    <a:pt x="667" y="0"/>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30" name="Google Shape;530;p59"/>
            <p:cNvSpPr/>
            <p:nvPr/>
          </p:nvSpPr>
          <p:spPr>
            <a:xfrm rot="448199">
              <a:off x="1726745" y="4257245"/>
              <a:ext cx="29475" cy="22868"/>
            </a:xfrm>
            <a:custGeom>
              <a:rect b="b" l="l" r="r" t="t"/>
              <a:pathLst>
                <a:path extrusionOk="0" h="1035" w="1334">
                  <a:moveTo>
                    <a:pt x="667" y="0"/>
                  </a:moveTo>
                  <a:cubicBezTo>
                    <a:pt x="1" y="0"/>
                    <a:pt x="1" y="1034"/>
                    <a:pt x="667" y="1034"/>
                  </a:cubicBezTo>
                  <a:cubicBezTo>
                    <a:pt x="1334" y="1034"/>
                    <a:pt x="1334" y="0"/>
                    <a:pt x="667" y="0"/>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531" name="Google Shape;531;p59"/>
          <p:cNvPicPr preferRelativeResize="0"/>
          <p:nvPr/>
        </p:nvPicPr>
        <p:blipFill rotWithShape="1">
          <a:blip r:embed="rId2">
            <a:alphaModFix amt="14000"/>
          </a:blip>
          <a:srcRect b="0" l="0" r="0" t="0"/>
          <a:stretch/>
        </p:blipFill>
        <p:spPr>
          <a:xfrm>
            <a:off x="0" y="0"/>
            <a:ext cx="9144000" cy="5143500"/>
          </a:xfrm>
          <a:prstGeom prst="rect">
            <a:avLst/>
          </a:prstGeom>
          <a:noFill/>
          <a:ln>
            <a:noFill/>
          </a:ln>
        </p:spPr>
      </p:pic>
      <p:grpSp>
        <p:nvGrpSpPr>
          <p:cNvPr id="532" name="Google Shape;532;p59"/>
          <p:cNvGrpSpPr/>
          <p:nvPr/>
        </p:nvGrpSpPr>
        <p:grpSpPr>
          <a:xfrm>
            <a:off x="372025" y="321975"/>
            <a:ext cx="8400000" cy="4503300"/>
            <a:chOff x="372025" y="321975"/>
            <a:chExt cx="8400000" cy="4503300"/>
          </a:xfrm>
        </p:grpSpPr>
        <p:grpSp>
          <p:nvGrpSpPr>
            <p:cNvPr id="533" name="Google Shape;533;p59"/>
            <p:cNvGrpSpPr/>
            <p:nvPr/>
          </p:nvGrpSpPr>
          <p:grpSpPr>
            <a:xfrm>
              <a:off x="372025" y="321975"/>
              <a:ext cx="8400000" cy="4503300"/>
              <a:chOff x="372025" y="321975"/>
              <a:chExt cx="8400000" cy="4503300"/>
            </a:xfrm>
          </p:grpSpPr>
          <p:sp>
            <p:nvSpPr>
              <p:cNvPr id="534" name="Google Shape;534;p59"/>
              <p:cNvSpPr/>
              <p:nvPr/>
            </p:nvSpPr>
            <p:spPr>
              <a:xfrm>
                <a:off x="372375" y="324675"/>
                <a:ext cx="8394900" cy="4500600"/>
              </a:xfrm>
              <a:prstGeom prst="rect">
                <a:avLst/>
              </a:prstGeom>
              <a:solidFill>
                <a:srgbClr val="7C7C7C">
                  <a:alpha val="14117"/>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nvGrpSpPr>
              <p:cNvPr id="535" name="Google Shape;535;p59"/>
              <p:cNvGrpSpPr/>
              <p:nvPr/>
            </p:nvGrpSpPr>
            <p:grpSpPr>
              <a:xfrm>
                <a:off x="372025" y="321975"/>
                <a:ext cx="8400000" cy="4499700"/>
                <a:chOff x="372025" y="321975"/>
                <a:chExt cx="8400000" cy="4499700"/>
              </a:xfrm>
            </p:grpSpPr>
            <p:sp>
              <p:nvSpPr>
                <p:cNvPr id="536" name="Google Shape;536;p59"/>
                <p:cNvSpPr/>
                <p:nvPr/>
              </p:nvSpPr>
              <p:spPr>
                <a:xfrm>
                  <a:off x="372025" y="321975"/>
                  <a:ext cx="8400000" cy="44997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37" name="Google Shape;537;p59"/>
                <p:cNvSpPr/>
                <p:nvPr/>
              </p:nvSpPr>
              <p:spPr>
                <a:xfrm>
                  <a:off x="372025" y="321975"/>
                  <a:ext cx="8400000" cy="2181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38" name="Google Shape;538;p59"/>
                <p:cNvSpPr/>
                <p:nvPr/>
              </p:nvSpPr>
              <p:spPr>
                <a:xfrm>
                  <a:off x="486450" y="380900"/>
                  <a:ext cx="100200" cy="100200"/>
                </a:xfrm>
                <a:prstGeom prst="ellipse">
                  <a:avLst/>
                </a:pr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39" name="Google Shape;539;p59"/>
                <p:cNvSpPr/>
                <p:nvPr/>
              </p:nvSpPr>
              <p:spPr>
                <a:xfrm>
                  <a:off x="669900" y="380900"/>
                  <a:ext cx="100200" cy="100200"/>
                </a:xfrm>
                <a:prstGeom prst="ellipse">
                  <a:avLst/>
                </a:pr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40" name="Google Shape;540;p59"/>
                <p:cNvSpPr/>
                <p:nvPr/>
              </p:nvSpPr>
              <p:spPr>
                <a:xfrm>
                  <a:off x="853350" y="380900"/>
                  <a:ext cx="100200" cy="100200"/>
                </a:xfrm>
                <a:prstGeom prst="ellipse">
                  <a:avLst/>
                </a:pr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41" name="Google Shape;541;p59"/>
                <p:cNvSpPr/>
                <p:nvPr/>
              </p:nvSpPr>
              <p:spPr>
                <a:xfrm>
                  <a:off x="8537750" y="380900"/>
                  <a:ext cx="100200" cy="1002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cxnSp>
              <p:nvCxnSpPr>
                <p:cNvPr id="542" name="Google Shape;542;p59"/>
                <p:cNvCxnSpPr/>
                <p:nvPr/>
              </p:nvCxnSpPr>
              <p:spPr>
                <a:xfrm>
                  <a:off x="7498375" y="431000"/>
                  <a:ext cx="1039500" cy="0"/>
                </a:xfrm>
                <a:prstGeom prst="straightConnector1">
                  <a:avLst/>
                </a:prstGeom>
                <a:noFill/>
                <a:ln cap="flat" cmpd="sng" w="9525">
                  <a:solidFill>
                    <a:schemeClr val="dk2"/>
                  </a:solidFill>
                  <a:prstDash val="solid"/>
                  <a:round/>
                  <a:headEnd len="sm" w="sm" type="none"/>
                  <a:tailEnd len="sm" w="sm" type="none"/>
                </a:ln>
              </p:spPr>
            </p:cxnSp>
          </p:grpSp>
        </p:grpSp>
        <p:cxnSp>
          <p:nvCxnSpPr>
            <p:cNvPr id="543" name="Google Shape;543;p59"/>
            <p:cNvCxnSpPr/>
            <p:nvPr/>
          </p:nvCxnSpPr>
          <p:spPr>
            <a:xfrm>
              <a:off x="372025" y="1104300"/>
              <a:ext cx="8400000" cy="0"/>
            </a:xfrm>
            <a:prstGeom prst="straightConnector1">
              <a:avLst/>
            </a:prstGeom>
            <a:noFill/>
            <a:ln cap="flat" cmpd="sng" w="9525">
              <a:solidFill>
                <a:schemeClr val="dk2"/>
              </a:solidFill>
              <a:prstDash val="solid"/>
              <a:round/>
              <a:headEnd len="sm" w="sm" type="none"/>
              <a:tailEnd len="sm" w="sm" type="none"/>
            </a:ln>
          </p:spPr>
        </p:cxnSp>
      </p:grpSp>
      <p:sp>
        <p:nvSpPr>
          <p:cNvPr id="544" name="Google Shape;544;p59"/>
          <p:cNvSpPr txBox="1"/>
          <p:nvPr>
            <p:ph type="title"/>
          </p:nvPr>
        </p:nvSpPr>
        <p:spPr>
          <a:xfrm>
            <a:off x="720000" y="540000"/>
            <a:ext cx="7704000" cy="564300"/>
          </a:xfrm>
          <a:prstGeom prst="rect">
            <a:avLst/>
          </a:prstGeom>
          <a:noFill/>
          <a:ln>
            <a:noFill/>
          </a:ln>
        </p:spPr>
        <p:txBody>
          <a:bodyPr anchorCtr="0" anchor="ctr" bIns="91425" lIns="91425" spcFirstLastPara="1" rIns="91425" wrap="square" tIns="91425">
            <a:noAutofit/>
          </a:bodyPr>
          <a:lstStyle>
            <a:lvl1pPr lvl="0" algn="l">
              <a:lnSpc>
                <a:spcPct val="100000"/>
              </a:lnSpc>
              <a:spcBef>
                <a:spcPts val="0"/>
              </a:spcBef>
              <a:spcAft>
                <a:spcPts val="0"/>
              </a:spcAft>
              <a:buSzPts val="2800"/>
              <a:buNone/>
              <a:defRPr/>
            </a:lvl1pPr>
            <a:lvl2pPr lvl="1" algn="l">
              <a:lnSpc>
                <a:spcPct val="100000"/>
              </a:lnSpc>
              <a:spcBef>
                <a:spcPts val="0"/>
              </a:spcBef>
              <a:spcAft>
                <a:spcPts val="0"/>
              </a:spcAft>
              <a:buSzPts val="2800"/>
              <a:buNone/>
              <a:defRPr/>
            </a:lvl2pPr>
            <a:lvl3pPr lvl="2" algn="l">
              <a:lnSpc>
                <a:spcPct val="100000"/>
              </a:lnSpc>
              <a:spcBef>
                <a:spcPts val="0"/>
              </a:spcBef>
              <a:spcAft>
                <a:spcPts val="0"/>
              </a:spcAft>
              <a:buSzPts val="2800"/>
              <a:buNone/>
              <a:defRPr/>
            </a:lvl3pPr>
            <a:lvl4pPr lvl="3" algn="l">
              <a:lnSpc>
                <a:spcPct val="100000"/>
              </a:lnSpc>
              <a:spcBef>
                <a:spcPts val="0"/>
              </a:spcBef>
              <a:spcAft>
                <a:spcPts val="0"/>
              </a:spcAft>
              <a:buSzPts val="2800"/>
              <a:buNone/>
              <a:defRPr/>
            </a:lvl4pPr>
            <a:lvl5pPr lvl="4" algn="l">
              <a:lnSpc>
                <a:spcPct val="100000"/>
              </a:lnSpc>
              <a:spcBef>
                <a:spcPts val="0"/>
              </a:spcBef>
              <a:spcAft>
                <a:spcPts val="0"/>
              </a:spcAft>
              <a:buSzPts val="2800"/>
              <a:buNone/>
              <a:defRPr/>
            </a:lvl5pPr>
            <a:lvl6pPr lvl="5" algn="l">
              <a:lnSpc>
                <a:spcPct val="100000"/>
              </a:lnSpc>
              <a:spcBef>
                <a:spcPts val="0"/>
              </a:spcBef>
              <a:spcAft>
                <a:spcPts val="0"/>
              </a:spcAft>
              <a:buSzPts val="2800"/>
              <a:buNone/>
              <a:defRPr/>
            </a:lvl6pPr>
            <a:lvl7pPr lvl="6" algn="l">
              <a:lnSpc>
                <a:spcPct val="100000"/>
              </a:lnSpc>
              <a:spcBef>
                <a:spcPts val="0"/>
              </a:spcBef>
              <a:spcAft>
                <a:spcPts val="0"/>
              </a:spcAft>
              <a:buSzPts val="2800"/>
              <a:buNone/>
              <a:defRPr/>
            </a:lvl7pPr>
            <a:lvl8pPr lvl="7" algn="l">
              <a:lnSpc>
                <a:spcPct val="100000"/>
              </a:lnSpc>
              <a:spcBef>
                <a:spcPts val="0"/>
              </a:spcBef>
              <a:spcAft>
                <a:spcPts val="0"/>
              </a:spcAft>
              <a:buSzPts val="2800"/>
              <a:buNone/>
              <a:defRPr/>
            </a:lvl8pPr>
            <a:lvl9pPr lvl="8" algn="l">
              <a:lnSpc>
                <a:spcPct val="100000"/>
              </a:lnSpc>
              <a:spcBef>
                <a:spcPts val="0"/>
              </a:spcBef>
              <a:spcAft>
                <a:spcPts val="0"/>
              </a:spcAft>
              <a:buSzPts val="2800"/>
              <a:buNone/>
              <a:defRPr/>
            </a:lvl9pPr>
          </a:lstStyle>
          <a:p/>
        </p:txBody>
      </p:sp>
      <p:sp>
        <p:nvSpPr>
          <p:cNvPr id="545" name="Google Shape;545;p59"/>
          <p:cNvSpPr txBox="1"/>
          <p:nvPr>
            <p:ph idx="2" type="title"/>
          </p:nvPr>
        </p:nvSpPr>
        <p:spPr>
          <a:xfrm>
            <a:off x="1355100" y="2482871"/>
            <a:ext cx="2336400" cy="5277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lvl1pPr lvl="0" algn="ctr">
              <a:lnSpc>
                <a:spcPct val="100000"/>
              </a:lnSpc>
              <a:spcBef>
                <a:spcPts val="0"/>
              </a:spcBef>
              <a:spcAft>
                <a:spcPts val="0"/>
              </a:spcAft>
              <a:buSzPts val="2400"/>
              <a:buNone/>
              <a:defRPr sz="1600">
                <a:solidFill>
                  <a:schemeClr val="lt2"/>
                </a:solidFill>
              </a:defRPr>
            </a:lvl1pPr>
            <a:lvl2pPr lvl="1" algn="ctr">
              <a:lnSpc>
                <a:spcPct val="100000"/>
              </a:lnSpc>
              <a:spcBef>
                <a:spcPts val="0"/>
              </a:spcBef>
              <a:spcAft>
                <a:spcPts val="0"/>
              </a:spcAft>
              <a:buSzPts val="2400"/>
              <a:buNone/>
              <a:defRPr sz="2400"/>
            </a:lvl2pPr>
            <a:lvl3pPr lvl="2" algn="ctr">
              <a:lnSpc>
                <a:spcPct val="100000"/>
              </a:lnSpc>
              <a:spcBef>
                <a:spcPts val="0"/>
              </a:spcBef>
              <a:spcAft>
                <a:spcPts val="0"/>
              </a:spcAft>
              <a:buSzPts val="2400"/>
              <a:buNone/>
              <a:defRPr sz="2400"/>
            </a:lvl3pPr>
            <a:lvl4pPr lvl="3" algn="ctr">
              <a:lnSpc>
                <a:spcPct val="100000"/>
              </a:lnSpc>
              <a:spcBef>
                <a:spcPts val="0"/>
              </a:spcBef>
              <a:spcAft>
                <a:spcPts val="0"/>
              </a:spcAft>
              <a:buSzPts val="2400"/>
              <a:buNone/>
              <a:defRPr sz="2400"/>
            </a:lvl4pPr>
            <a:lvl5pPr lvl="4" algn="ctr">
              <a:lnSpc>
                <a:spcPct val="100000"/>
              </a:lnSpc>
              <a:spcBef>
                <a:spcPts val="0"/>
              </a:spcBef>
              <a:spcAft>
                <a:spcPts val="0"/>
              </a:spcAft>
              <a:buSzPts val="2400"/>
              <a:buNone/>
              <a:defRPr sz="2400"/>
            </a:lvl5pPr>
            <a:lvl6pPr lvl="5" algn="ctr">
              <a:lnSpc>
                <a:spcPct val="100000"/>
              </a:lnSpc>
              <a:spcBef>
                <a:spcPts val="0"/>
              </a:spcBef>
              <a:spcAft>
                <a:spcPts val="0"/>
              </a:spcAft>
              <a:buSzPts val="2400"/>
              <a:buNone/>
              <a:defRPr sz="2400"/>
            </a:lvl6pPr>
            <a:lvl7pPr lvl="6" algn="ctr">
              <a:lnSpc>
                <a:spcPct val="100000"/>
              </a:lnSpc>
              <a:spcBef>
                <a:spcPts val="0"/>
              </a:spcBef>
              <a:spcAft>
                <a:spcPts val="0"/>
              </a:spcAft>
              <a:buSzPts val="2400"/>
              <a:buNone/>
              <a:defRPr sz="2400"/>
            </a:lvl7pPr>
            <a:lvl8pPr lvl="7" algn="ctr">
              <a:lnSpc>
                <a:spcPct val="100000"/>
              </a:lnSpc>
              <a:spcBef>
                <a:spcPts val="0"/>
              </a:spcBef>
              <a:spcAft>
                <a:spcPts val="0"/>
              </a:spcAft>
              <a:buSzPts val="2400"/>
              <a:buNone/>
              <a:defRPr sz="2400"/>
            </a:lvl8pPr>
            <a:lvl9pPr lvl="8" algn="ctr">
              <a:lnSpc>
                <a:spcPct val="100000"/>
              </a:lnSpc>
              <a:spcBef>
                <a:spcPts val="0"/>
              </a:spcBef>
              <a:spcAft>
                <a:spcPts val="0"/>
              </a:spcAft>
              <a:buSzPts val="2400"/>
              <a:buNone/>
              <a:defRPr sz="2400"/>
            </a:lvl9pPr>
          </a:lstStyle>
          <a:p/>
        </p:txBody>
      </p:sp>
      <p:sp>
        <p:nvSpPr>
          <p:cNvPr id="546" name="Google Shape;546;p59"/>
          <p:cNvSpPr txBox="1"/>
          <p:nvPr>
            <p:ph idx="1" type="subTitle"/>
          </p:nvPr>
        </p:nvSpPr>
        <p:spPr>
          <a:xfrm>
            <a:off x="1355100" y="3010584"/>
            <a:ext cx="2336400" cy="657300"/>
          </a:xfrm>
          <a:prstGeom prst="rect">
            <a:avLst/>
          </a:prstGeom>
          <a:noFill/>
          <a:ln cap="flat" cmpd="sng" w="9525">
            <a:solidFill>
              <a:schemeClr val="dk2"/>
            </a:solidFill>
            <a:prstDash val="solid"/>
            <a:round/>
            <a:headEnd len="sm" w="sm" type="none"/>
            <a:tailEnd len="sm" w="sm" type="none"/>
          </a:ln>
        </p:spPr>
        <p:txBody>
          <a:bodyPr anchorCtr="0" anchor="t" bIns="91425" lIns="91425" spcFirstLastPara="1" rIns="91425" wrap="square" tIns="91425">
            <a:noAutofit/>
          </a:bodyPr>
          <a:lstStyle>
            <a:lvl1pPr lvl="0" algn="ctr">
              <a:lnSpc>
                <a:spcPct val="100000"/>
              </a:lnSpc>
              <a:spcBef>
                <a:spcPts val="0"/>
              </a:spcBef>
              <a:spcAft>
                <a:spcPts val="0"/>
              </a:spcAft>
              <a:buSzPts val="1400"/>
              <a:buNone/>
              <a:defRPr sz="1400"/>
            </a:lvl1pPr>
            <a:lvl2pPr lvl="1" algn="ctr">
              <a:lnSpc>
                <a:spcPct val="100000"/>
              </a:lnSpc>
              <a:spcBef>
                <a:spcPts val="1600"/>
              </a:spcBef>
              <a:spcAft>
                <a:spcPts val="0"/>
              </a:spcAft>
              <a:buSzPts val="1400"/>
              <a:buNone/>
              <a:defRPr/>
            </a:lvl2pPr>
            <a:lvl3pPr lvl="2" algn="ctr">
              <a:lnSpc>
                <a:spcPct val="100000"/>
              </a:lnSpc>
              <a:spcBef>
                <a:spcPts val="1600"/>
              </a:spcBef>
              <a:spcAft>
                <a:spcPts val="0"/>
              </a:spcAft>
              <a:buSzPts val="1400"/>
              <a:buNone/>
              <a:defRPr/>
            </a:lvl3pPr>
            <a:lvl4pPr lvl="3" algn="ctr">
              <a:lnSpc>
                <a:spcPct val="100000"/>
              </a:lnSpc>
              <a:spcBef>
                <a:spcPts val="1600"/>
              </a:spcBef>
              <a:spcAft>
                <a:spcPts val="0"/>
              </a:spcAft>
              <a:buSzPts val="1400"/>
              <a:buNone/>
              <a:defRPr/>
            </a:lvl4pPr>
            <a:lvl5pPr lvl="4" algn="ctr">
              <a:lnSpc>
                <a:spcPct val="100000"/>
              </a:lnSpc>
              <a:spcBef>
                <a:spcPts val="1600"/>
              </a:spcBef>
              <a:spcAft>
                <a:spcPts val="0"/>
              </a:spcAft>
              <a:buSzPts val="1400"/>
              <a:buNone/>
              <a:defRPr/>
            </a:lvl5pPr>
            <a:lvl6pPr lvl="5" algn="ctr">
              <a:lnSpc>
                <a:spcPct val="100000"/>
              </a:lnSpc>
              <a:spcBef>
                <a:spcPts val="1600"/>
              </a:spcBef>
              <a:spcAft>
                <a:spcPts val="0"/>
              </a:spcAft>
              <a:buSzPts val="1400"/>
              <a:buNone/>
              <a:defRPr/>
            </a:lvl6pPr>
            <a:lvl7pPr lvl="6" algn="ctr">
              <a:lnSpc>
                <a:spcPct val="100000"/>
              </a:lnSpc>
              <a:spcBef>
                <a:spcPts val="1600"/>
              </a:spcBef>
              <a:spcAft>
                <a:spcPts val="0"/>
              </a:spcAft>
              <a:buSzPts val="1400"/>
              <a:buNone/>
              <a:defRPr/>
            </a:lvl7pPr>
            <a:lvl8pPr lvl="7" algn="ctr">
              <a:lnSpc>
                <a:spcPct val="100000"/>
              </a:lnSpc>
              <a:spcBef>
                <a:spcPts val="1600"/>
              </a:spcBef>
              <a:spcAft>
                <a:spcPts val="0"/>
              </a:spcAft>
              <a:buSzPts val="1400"/>
              <a:buNone/>
              <a:defRPr/>
            </a:lvl8pPr>
            <a:lvl9pPr lvl="8" algn="ctr">
              <a:lnSpc>
                <a:spcPct val="100000"/>
              </a:lnSpc>
              <a:spcBef>
                <a:spcPts val="1600"/>
              </a:spcBef>
              <a:spcAft>
                <a:spcPts val="1600"/>
              </a:spcAft>
              <a:buSzPts val="1400"/>
              <a:buNone/>
              <a:defRPr/>
            </a:lvl9pPr>
          </a:lstStyle>
          <a:p/>
        </p:txBody>
      </p:sp>
      <p:sp>
        <p:nvSpPr>
          <p:cNvPr id="547" name="Google Shape;547;p59"/>
          <p:cNvSpPr txBox="1"/>
          <p:nvPr>
            <p:ph idx="3" type="title"/>
          </p:nvPr>
        </p:nvSpPr>
        <p:spPr>
          <a:xfrm>
            <a:off x="5452500" y="1598709"/>
            <a:ext cx="2336400" cy="5277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lvl1pPr lvl="0" algn="ctr">
              <a:lnSpc>
                <a:spcPct val="100000"/>
              </a:lnSpc>
              <a:spcBef>
                <a:spcPts val="0"/>
              </a:spcBef>
              <a:spcAft>
                <a:spcPts val="0"/>
              </a:spcAft>
              <a:buSzPts val="2400"/>
              <a:buNone/>
              <a:defRPr sz="1600">
                <a:solidFill>
                  <a:schemeClr val="lt2"/>
                </a:solidFill>
              </a:defRPr>
            </a:lvl1pPr>
            <a:lvl2pPr lvl="1" algn="ctr">
              <a:lnSpc>
                <a:spcPct val="100000"/>
              </a:lnSpc>
              <a:spcBef>
                <a:spcPts val="0"/>
              </a:spcBef>
              <a:spcAft>
                <a:spcPts val="0"/>
              </a:spcAft>
              <a:buSzPts val="2400"/>
              <a:buNone/>
              <a:defRPr sz="2400"/>
            </a:lvl2pPr>
            <a:lvl3pPr lvl="2" algn="ctr">
              <a:lnSpc>
                <a:spcPct val="100000"/>
              </a:lnSpc>
              <a:spcBef>
                <a:spcPts val="0"/>
              </a:spcBef>
              <a:spcAft>
                <a:spcPts val="0"/>
              </a:spcAft>
              <a:buSzPts val="2400"/>
              <a:buNone/>
              <a:defRPr sz="2400"/>
            </a:lvl3pPr>
            <a:lvl4pPr lvl="3" algn="ctr">
              <a:lnSpc>
                <a:spcPct val="100000"/>
              </a:lnSpc>
              <a:spcBef>
                <a:spcPts val="0"/>
              </a:spcBef>
              <a:spcAft>
                <a:spcPts val="0"/>
              </a:spcAft>
              <a:buSzPts val="2400"/>
              <a:buNone/>
              <a:defRPr sz="2400"/>
            </a:lvl4pPr>
            <a:lvl5pPr lvl="4" algn="ctr">
              <a:lnSpc>
                <a:spcPct val="100000"/>
              </a:lnSpc>
              <a:spcBef>
                <a:spcPts val="0"/>
              </a:spcBef>
              <a:spcAft>
                <a:spcPts val="0"/>
              </a:spcAft>
              <a:buSzPts val="2400"/>
              <a:buNone/>
              <a:defRPr sz="2400"/>
            </a:lvl5pPr>
            <a:lvl6pPr lvl="5" algn="ctr">
              <a:lnSpc>
                <a:spcPct val="100000"/>
              </a:lnSpc>
              <a:spcBef>
                <a:spcPts val="0"/>
              </a:spcBef>
              <a:spcAft>
                <a:spcPts val="0"/>
              </a:spcAft>
              <a:buSzPts val="2400"/>
              <a:buNone/>
              <a:defRPr sz="2400"/>
            </a:lvl6pPr>
            <a:lvl7pPr lvl="6" algn="ctr">
              <a:lnSpc>
                <a:spcPct val="100000"/>
              </a:lnSpc>
              <a:spcBef>
                <a:spcPts val="0"/>
              </a:spcBef>
              <a:spcAft>
                <a:spcPts val="0"/>
              </a:spcAft>
              <a:buSzPts val="2400"/>
              <a:buNone/>
              <a:defRPr sz="2400"/>
            </a:lvl7pPr>
            <a:lvl8pPr lvl="7" algn="ctr">
              <a:lnSpc>
                <a:spcPct val="100000"/>
              </a:lnSpc>
              <a:spcBef>
                <a:spcPts val="0"/>
              </a:spcBef>
              <a:spcAft>
                <a:spcPts val="0"/>
              </a:spcAft>
              <a:buSzPts val="2400"/>
              <a:buNone/>
              <a:defRPr sz="2400"/>
            </a:lvl8pPr>
            <a:lvl9pPr lvl="8" algn="ctr">
              <a:lnSpc>
                <a:spcPct val="100000"/>
              </a:lnSpc>
              <a:spcBef>
                <a:spcPts val="0"/>
              </a:spcBef>
              <a:spcAft>
                <a:spcPts val="0"/>
              </a:spcAft>
              <a:buSzPts val="2400"/>
              <a:buNone/>
              <a:defRPr sz="2400"/>
            </a:lvl9pPr>
          </a:lstStyle>
          <a:p/>
        </p:txBody>
      </p:sp>
      <p:sp>
        <p:nvSpPr>
          <p:cNvPr id="548" name="Google Shape;548;p59"/>
          <p:cNvSpPr txBox="1"/>
          <p:nvPr>
            <p:ph idx="4" type="subTitle"/>
          </p:nvPr>
        </p:nvSpPr>
        <p:spPr>
          <a:xfrm>
            <a:off x="5452500" y="2126421"/>
            <a:ext cx="2336400" cy="657300"/>
          </a:xfrm>
          <a:prstGeom prst="rect">
            <a:avLst/>
          </a:prstGeom>
          <a:noFill/>
          <a:ln cap="flat" cmpd="sng" w="9525">
            <a:solidFill>
              <a:schemeClr val="dk2"/>
            </a:solidFill>
            <a:prstDash val="solid"/>
            <a:round/>
            <a:headEnd len="sm" w="sm" type="none"/>
            <a:tailEnd len="sm" w="sm" type="none"/>
          </a:ln>
        </p:spPr>
        <p:txBody>
          <a:bodyPr anchorCtr="0" anchor="t" bIns="91425" lIns="91425" spcFirstLastPara="1" rIns="91425" wrap="square" tIns="91425">
            <a:noAutofit/>
          </a:bodyPr>
          <a:lstStyle>
            <a:lvl1pPr lvl="0" algn="ctr">
              <a:lnSpc>
                <a:spcPct val="100000"/>
              </a:lnSpc>
              <a:spcBef>
                <a:spcPts val="0"/>
              </a:spcBef>
              <a:spcAft>
                <a:spcPts val="0"/>
              </a:spcAft>
              <a:buSzPts val="1400"/>
              <a:buNone/>
              <a:defRPr sz="1400"/>
            </a:lvl1pPr>
            <a:lvl2pPr lvl="1" algn="ctr">
              <a:lnSpc>
                <a:spcPct val="100000"/>
              </a:lnSpc>
              <a:spcBef>
                <a:spcPts val="1600"/>
              </a:spcBef>
              <a:spcAft>
                <a:spcPts val="0"/>
              </a:spcAft>
              <a:buSzPts val="1400"/>
              <a:buNone/>
              <a:defRPr/>
            </a:lvl2pPr>
            <a:lvl3pPr lvl="2" algn="ctr">
              <a:lnSpc>
                <a:spcPct val="100000"/>
              </a:lnSpc>
              <a:spcBef>
                <a:spcPts val="1600"/>
              </a:spcBef>
              <a:spcAft>
                <a:spcPts val="0"/>
              </a:spcAft>
              <a:buSzPts val="1400"/>
              <a:buNone/>
              <a:defRPr/>
            </a:lvl3pPr>
            <a:lvl4pPr lvl="3" algn="ctr">
              <a:lnSpc>
                <a:spcPct val="100000"/>
              </a:lnSpc>
              <a:spcBef>
                <a:spcPts val="1600"/>
              </a:spcBef>
              <a:spcAft>
                <a:spcPts val="0"/>
              </a:spcAft>
              <a:buSzPts val="1400"/>
              <a:buNone/>
              <a:defRPr/>
            </a:lvl4pPr>
            <a:lvl5pPr lvl="4" algn="ctr">
              <a:lnSpc>
                <a:spcPct val="100000"/>
              </a:lnSpc>
              <a:spcBef>
                <a:spcPts val="1600"/>
              </a:spcBef>
              <a:spcAft>
                <a:spcPts val="0"/>
              </a:spcAft>
              <a:buSzPts val="1400"/>
              <a:buNone/>
              <a:defRPr/>
            </a:lvl5pPr>
            <a:lvl6pPr lvl="5" algn="ctr">
              <a:lnSpc>
                <a:spcPct val="100000"/>
              </a:lnSpc>
              <a:spcBef>
                <a:spcPts val="1600"/>
              </a:spcBef>
              <a:spcAft>
                <a:spcPts val="0"/>
              </a:spcAft>
              <a:buSzPts val="1400"/>
              <a:buNone/>
              <a:defRPr/>
            </a:lvl6pPr>
            <a:lvl7pPr lvl="6" algn="ctr">
              <a:lnSpc>
                <a:spcPct val="100000"/>
              </a:lnSpc>
              <a:spcBef>
                <a:spcPts val="1600"/>
              </a:spcBef>
              <a:spcAft>
                <a:spcPts val="0"/>
              </a:spcAft>
              <a:buSzPts val="1400"/>
              <a:buNone/>
              <a:defRPr/>
            </a:lvl7pPr>
            <a:lvl8pPr lvl="7" algn="ctr">
              <a:lnSpc>
                <a:spcPct val="100000"/>
              </a:lnSpc>
              <a:spcBef>
                <a:spcPts val="1600"/>
              </a:spcBef>
              <a:spcAft>
                <a:spcPts val="0"/>
              </a:spcAft>
              <a:buSzPts val="1400"/>
              <a:buNone/>
              <a:defRPr/>
            </a:lvl8pPr>
            <a:lvl9pPr lvl="8" algn="ctr">
              <a:lnSpc>
                <a:spcPct val="100000"/>
              </a:lnSpc>
              <a:spcBef>
                <a:spcPts val="1600"/>
              </a:spcBef>
              <a:spcAft>
                <a:spcPts val="1600"/>
              </a:spcAft>
              <a:buSzPts val="1400"/>
              <a:buNone/>
              <a:defRPr/>
            </a:lvl9pPr>
          </a:lstStyle>
          <a:p/>
        </p:txBody>
      </p:sp>
      <p:sp>
        <p:nvSpPr>
          <p:cNvPr id="549" name="Google Shape;549;p59"/>
          <p:cNvSpPr txBox="1"/>
          <p:nvPr>
            <p:ph idx="5" type="title"/>
          </p:nvPr>
        </p:nvSpPr>
        <p:spPr>
          <a:xfrm>
            <a:off x="5452500" y="3367059"/>
            <a:ext cx="2336400" cy="5277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lvl1pPr lvl="0" algn="ctr">
              <a:lnSpc>
                <a:spcPct val="100000"/>
              </a:lnSpc>
              <a:spcBef>
                <a:spcPts val="0"/>
              </a:spcBef>
              <a:spcAft>
                <a:spcPts val="0"/>
              </a:spcAft>
              <a:buSzPts val="2400"/>
              <a:buNone/>
              <a:defRPr sz="1600">
                <a:solidFill>
                  <a:schemeClr val="lt2"/>
                </a:solidFill>
              </a:defRPr>
            </a:lvl1pPr>
            <a:lvl2pPr lvl="1" algn="ctr">
              <a:lnSpc>
                <a:spcPct val="100000"/>
              </a:lnSpc>
              <a:spcBef>
                <a:spcPts val="0"/>
              </a:spcBef>
              <a:spcAft>
                <a:spcPts val="0"/>
              </a:spcAft>
              <a:buSzPts val="2400"/>
              <a:buNone/>
              <a:defRPr sz="2400"/>
            </a:lvl2pPr>
            <a:lvl3pPr lvl="2" algn="ctr">
              <a:lnSpc>
                <a:spcPct val="100000"/>
              </a:lnSpc>
              <a:spcBef>
                <a:spcPts val="0"/>
              </a:spcBef>
              <a:spcAft>
                <a:spcPts val="0"/>
              </a:spcAft>
              <a:buSzPts val="2400"/>
              <a:buNone/>
              <a:defRPr sz="2400"/>
            </a:lvl3pPr>
            <a:lvl4pPr lvl="3" algn="ctr">
              <a:lnSpc>
                <a:spcPct val="100000"/>
              </a:lnSpc>
              <a:spcBef>
                <a:spcPts val="0"/>
              </a:spcBef>
              <a:spcAft>
                <a:spcPts val="0"/>
              </a:spcAft>
              <a:buSzPts val="2400"/>
              <a:buNone/>
              <a:defRPr sz="2400"/>
            </a:lvl4pPr>
            <a:lvl5pPr lvl="4" algn="ctr">
              <a:lnSpc>
                <a:spcPct val="100000"/>
              </a:lnSpc>
              <a:spcBef>
                <a:spcPts val="0"/>
              </a:spcBef>
              <a:spcAft>
                <a:spcPts val="0"/>
              </a:spcAft>
              <a:buSzPts val="2400"/>
              <a:buNone/>
              <a:defRPr sz="2400"/>
            </a:lvl5pPr>
            <a:lvl6pPr lvl="5" algn="ctr">
              <a:lnSpc>
                <a:spcPct val="100000"/>
              </a:lnSpc>
              <a:spcBef>
                <a:spcPts val="0"/>
              </a:spcBef>
              <a:spcAft>
                <a:spcPts val="0"/>
              </a:spcAft>
              <a:buSzPts val="2400"/>
              <a:buNone/>
              <a:defRPr sz="2400"/>
            </a:lvl6pPr>
            <a:lvl7pPr lvl="6" algn="ctr">
              <a:lnSpc>
                <a:spcPct val="100000"/>
              </a:lnSpc>
              <a:spcBef>
                <a:spcPts val="0"/>
              </a:spcBef>
              <a:spcAft>
                <a:spcPts val="0"/>
              </a:spcAft>
              <a:buSzPts val="2400"/>
              <a:buNone/>
              <a:defRPr sz="2400"/>
            </a:lvl7pPr>
            <a:lvl8pPr lvl="7" algn="ctr">
              <a:lnSpc>
                <a:spcPct val="100000"/>
              </a:lnSpc>
              <a:spcBef>
                <a:spcPts val="0"/>
              </a:spcBef>
              <a:spcAft>
                <a:spcPts val="0"/>
              </a:spcAft>
              <a:buSzPts val="2400"/>
              <a:buNone/>
              <a:defRPr sz="2400"/>
            </a:lvl8pPr>
            <a:lvl9pPr lvl="8" algn="ctr">
              <a:lnSpc>
                <a:spcPct val="100000"/>
              </a:lnSpc>
              <a:spcBef>
                <a:spcPts val="0"/>
              </a:spcBef>
              <a:spcAft>
                <a:spcPts val="0"/>
              </a:spcAft>
              <a:buSzPts val="2400"/>
              <a:buNone/>
              <a:defRPr sz="2400"/>
            </a:lvl9pPr>
          </a:lstStyle>
          <a:p/>
        </p:txBody>
      </p:sp>
      <p:sp>
        <p:nvSpPr>
          <p:cNvPr id="550" name="Google Shape;550;p59"/>
          <p:cNvSpPr txBox="1"/>
          <p:nvPr>
            <p:ph idx="6" type="subTitle"/>
          </p:nvPr>
        </p:nvSpPr>
        <p:spPr>
          <a:xfrm>
            <a:off x="5452500" y="3894771"/>
            <a:ext cx="2336400" cy="657300"/>
          </a:xfrm>
          <a:prstGeom prst="rect">
            <a:avLst/>
          </a:prstGeom>
          <a:noFill/>
          <a:ln cap="flat" cmpd="sng" w="9525">
            <a:solidFill>
              <a:schemeClr val="dk2"/>
            </a:solidFill>
            <a:prstDash val="solid"/>
            <a:round/>
            <a:headEnd len="sm" w="sm" type="none"/>
            <a:tailEnd len="sm" w="sm" type="none"/>
          </a:ln>
        </p:spPr>
        <p:txBody>
          <a:bodyPr anchorCtr="0" anchor="t" bIns="91425" lIns="91425" spcFirstLastPara="1" rIns="91425" wrap="square" tIns="91425">
            <a:noAutofit/>
          </a:bodyPr>
          <a:lstStyle>
            <a:lvl1pPr lvl="0" algn="ctr">
              <a:lnSpc>
                <a:spcPct val="100000"/>
              </a:lnSpc>
              <a:spcBef>
                <a:spcPts val="0"/>
              </a:spcBef>
              <a:spcAft>
                <a:spcPts val="0"/>
              </a:spcAft>
              <a:buSzPts val="1400"/>
              <a:buNone/>
              <a:defRPr sz="1400"/>
            </a:lvl1pPr>
            <a:lvl2pPr lvl="1" algn="ctr">
              <a:lnSpc>
                <a:spcPct val="100000"/>
              </a:lnSpc>
              <a:spcBef>
                <a:spcPts val="1600"/>
              </a:spcBef>
              <a:spcAft>
                <a:spcPts val="0"/>
              </a:spcAft>
              <a:buSzPts val="1400"/>
              <a:buNone/>
              <a:defRPr/>
            </a:lvl2pPr>
            <a:lvl3pPr lvl="2" algn="ctr">
              <a:lnSpc>
                <a:spcPct val="100000"/>
              </a:lnSpc>
              <a:spcBef>
                <a:spcPts val="1600"/>
              </a:spcBef>
              <a:spcAft>
                <a:spcPts val="0"/>
              </a:spcAft>
              <a:buSzPts val="1400"/>
              <a:buNone/>
              <a:defRPr/>
            </a:lvl3pPr>
            <a:lvl4pPr lvl="3" algn="ctr">
              <a:lnSpc>
                <a:spcPct val="100000"/>
              </a:lnSpc>
              <a:spcBef>
                <a:spcPts val="1600"/>
              </a:spcBef>
              <a:spcAft>
                <a:spcPts val="0"/>
              </a:spcAft>
              <a:buSzPts val="1400"/>
              <a:buNone/>
              <a:defRPr/>
            </a:lvl4pPr>
            <a:lvl5pPr lvl="4" algn="ctr">
              <a:lnSpc>
                <a:spcPct val="100000"/>
              </a:lnSpc>
              <a:spcBef>
                <a:spcPts val="1600"/>
              </a:spcBef>
              <a:spcAft>
                <a:spcPts val="0"/>
              </a:spcAft>
              <a:buSzPts val="1400"/>
              <a:buNone/>
              <a:defRPr/>
            </a:lvl5pPr>
            <a:lvl6pPr lvl="5" algn="ctr">
              <a:lnSpc>
                <a:spcPct val="100000"/>
              </a:lnSpc>
              <a:spcBef>
                <a:spcPts val="1600"/>
              </a:spcBef>
              <a:spcAft>
                <a:spcPts val="0"/>
              </a:spcAft>
              <a:buSzPts val="1400"/>
              <a:buNone/>
              <a:defRPr/>
            </a:lvl6pPr>
            <a:lvl7pPr lvl="6" algn="ctr">
              <a:lnSpc>
                <a:spcPct val="100000"/>
              </a:lnSpc>
              <a:spcBef>
                <a:spcPts val="1600"/>
              </a:spcBef>
              <a:spcAft>
                <a:spcPts val="0"/>
              </a:spcAft>
              <a:buSzPts val="1400"/>
              <a:buNone/>
              <a:defRPr/>
            </a:lvl7pPr>
            <a:lvl8pPr lvl="7" algn="ctr">
              <a:lnSpc>
                <a:spcPct val="100000"/>
              </a:lnSpc>
              <a:spcBef>
                <a:spcPts val="1600"/>
              </a:spcBef>
              <a:spcAft>
                <a:spcPts val="0"/>
              </a:spcAft>
              <a:buSzPts val="1400"/>
              <a:buNone/>
              <a:defRPr/>
            </a:lvl8pPr>
            <a:lvl9pPr lvl="8" algn="ctr">
              <a:lnSpc>
                <a:spcPct val="100000"/>
              </a:lnSpc>
              <a:spcBef>
                <a:spcPts val="1600"/>
              </a:spcBef>
              <a:spcAft>
                <a:spcPts val="1600"/>
              </a:spcAft>
              <a:buSzPts val="1400"/>
              <a:buNone/>
              <a:defRPr/>
            </a:lvl9pPr>
          </a:lstStyle>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ext">
  <p:cSld name="SECTION_HEADER_1">
    <p:bg>
      <p:bgPr>
        <a:solidFill>
          <a:schemeClr val="accent4"/>
        </a:solidFill>
      </p:bgPr>
    </p:bg>
    <p:spTree>
      <p:nvGrpSpPr>
        <p:cNvPr id="551" name="Shape 551"/>
        <p:cNvGrpSpPr/>
        <p:nvPr/>
      </p:nvGrpSpPr>
      <p:grpSpPr>
        <a:xfrm>
          <a:off x="0" y="0"/>
          <a:ext cx="0" cy="0"/>
          <a:chOff x="0" y="0"/>
          <a:chExt cx="0" cy="0"/>
        </a:xfrm>
      </p:grpSpPr>
      <p:pic>
        <p:nvPicPr>
          <p:cNvPr id="552" name="Google Shape;552;p60"/>
          <p:cNvPicPr preferRelativeResize="0"/>
          <p:nvPr/>
        </p:nvPicPr>
        <p:blipFill rotWithShape="1">
          <a:blip r:embed="rId2">
            <a:alphaModFix amt="14000"/>
          </a:blip>
          <a:srcRect b="0" l="0" r="0" t="0"/>
          <a:stretch/>
        </p:blipFill>
        <p:spPr>
          <a:xfrm>
            <a:off x="0" y="0"/>
            <a:ext cx="9144000" cy="5143500"/>
          </a:xfrm>
          <a:prstGeom prst="rect">
            <a:avLst/>
          </a:prstGeom>
          <a:noFill/>
          <a:ln>
            <a:noFill/>
          </a:ln>
        </p:spPr>
      </p:pic>
      <p:grpSp>
        <p:nvGrpSpPr>
          <p:cNvPr id="553" name="Google Shape;553;p60"/>
          <p:cNvGrpSpPr/>
          <p:nvPr/>
        </p:nvGrpSpPr>
        <p:grpSpPr>
          <a:xfrm>
            <a:off x="372025" y="321975"/>
            <a:ext cx="8400000" cy="4499700"/>
            <a:chOff x="372025" y="321975"/>
            <a:chExt cx="8400000" cy="4499700"/>
          </a:xfrm>
        </p:grpSpPr>
        <p:sp>
          <p:nvSpPr>
            <p:cNvPr id="554" name="Google Shape;554;p60"/>
            <p:cNvSpPr/>
            <p:nvPr/>
          </p:nvSpPr>
          <p:spPr>
            <a:xfrm>
              <a:off x="372025" y="321975"/>
              <a:ext cx="8400000" cy="4499700"/>
            </a:xfrm>
            <a:prstGeom prst="rect">
              <a:avLst/>
            </a:prstGeom>
            <a:noFill/>
            <a:ln cap="flat" cmpd="sng" w="9525">
              <a:solidFill>
                <a:schemeClr val="accent6"/>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5" name="Google Shape;555;p60"/>
            <p:cNvSpPr/>
            <p:nvPr/>
          </p:nvSpPr>
          <p:spPr>
            <a:xfrm>
              <a:off x="372025" y="321975"/>
              <a:ext cx="8400000" cy="218100"/>
            </a:xfrm>
            <a:prstGeom prst="rect">
              <a:avLst/>
            </a:prstGeom>
            <a:solidFill>
              <a:schemeClr val="accent5"/>
            </a:solidFill>
            <a:ln cap="flat" cmpd="sng" w="9525">
              <a:solidFill>
                <a:schemeClr val="accent6"/>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6" name="Google Shape;556;p60"/>
            <p:cNvSpPr/>
            <p:nvPr/>
          </p:nvSpPr>
          <p:spPr>
            <a:xfrm>
              <a:off x="486450" y="380900"/>
              <a:ext cx="100200" cy="100200"/>
            </a:xfrm>
            <a:prstGeom prst="ellipse">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7" name="Google Shape;557;p60"/>
            <p:cNvSpPr/>
            <p:nvPr/>
          </p:nvSpPr>
          <p:spPr>
            <a:xfrm>
              <a:off x="669900" y="380900"/>
              <a:ext cx="100200" cy="100200"/>
            </a:xfrm>
            <a:prstGeom prst="ellipse">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8" name="Google Shape;558;p60"/>
            <p:cNvSpPr/>
            <p:nvPr/>
          </p:nvSpPr>
          <p:spPr>
            <a:xfrm>
              <a:off x="853350" y="380900"/>
              <a:ext cx="100200" cy="100200"/>
            </a:xfrm>
            <a:prstGeom prst="ellipse">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559" name="Google Shape;559;p60"/>
          <p:cNvSpPr/>
          <p:nvPr/>
        </p:nvSpPr>
        <p:spPr>
          <a:xfrm>
            <a:off x="372375" y="324675"/>
            <a:ext cx="8394900" cy="4500600"/>
          </a:xfrm>
          <a:prstGeom prst="rect">
            <a:avLst/>
          </a:prstGeom>
          <a:solidFill>
            <a:srgbClr val="7C7C7C">
              <a:alpha val="14117"/>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nvGrpSpPr>
          <p:cNvPr id="560" name="Google Shape;560;p60"/>
          <p:cNvGrpSpPr/>
          <p:nvPr/>
        </p:nvGrpSpPr>
        <p:grpSpPr>
          <a:xfrm>
            <a:off x="371330" y="4054252"/>
            <a:ext cx="8400431" cy="767401"/>
            <a:chOff x="4122825" y="2769975"/>
            <a:chExt cx="4390775" cy="1934950"/>
          </a:xfrm>
        </p:grpSpPr>
        <p:sp>
          <p:nvSpPr>
            <p:cNvPr id="561" name="Google Shape;561;p60"/>
            <p:cNvSpPr/>
            <p:nvPr/>
          </p:nvSpPr>
          <p:spPr>
            <a:xfrm>
              <a:off x="4122825" y="2769975"/>
              <a:ext cx="4390775" cy="1399600"/>
            </a:xfrm>
            <a:custGeom>
              <a:rect b="b" l="l" r="r" t="t"/>
              <a:pathLst>
                <a:path extrusionOk="0" fill="none" h="55984" w="175631">
                  <a:moveTo>
                    <a:pt x="175486" y="55983"/>
                  </a:moveTo>
                  <a:cubicBezTo>
                    <a:pt x="175594" y="55983"/>
                    <a:pt x="175630" y="55808"/>
                    <a:pt x="175534" y="55748"/>
                  </a:cubicBezTo>
                  <a:lnTo>
                    <a:pt x="87817" y="1"/>
                  </a:lnTo>
                  <a:lnTo>
                    <a:pt x="97" y="55748"/>
                  </a:lnTo>
                  <a:cubicBezTo>
                    <a:pt x="1" y="55810"/>
                    <a:pt x="37" y="55983"/>
                    <a:pt x="146" y="55983"/>
                  </a:cubicBezTo>
                </a:path>
              </a:pathLst>
            </a:custGeom>
            <a:noFill/>
            <a:ln cap="flat" cmpd="sng" w="9525">
              <a:solidFill>
                <a:schemeClr val="accent6"/>
              </a:solidFill>
              <a:prstDash val="solid"/>
              <a:miter lim="1069"/>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62" name="Google Shape;562;p60"/>
            <p:cNvSpPr/>
            <p:nvPr/>
          </p:nvSpPr>
          <p:spPr>
            <a:xfrm>
              <a:off x="5419875" y="2769975"/>
              <a:ext cx="898375" cy="1934950"/>
            </a:xfrm>
            <a:custGeom>
              <a:rect b="b" l="l" r="r" t="t"/>
              <a:pathLst>
                <a:path extrusionOk="0" fill="none" h="77398" w="35935">
                  <a:moveTo>
                    <a:pt x="35935" y="1"/>
                  </a:moveTo>
                  <a:lnTo>
                    <a:pt x="0" y="77398"/>
                  </a:lnTo>
                </a:path>
              </a:pathLst>
            </a:custGeom>
            <a:noFill/>
            <a:ln cap="flat" cmpd="sng" w="9525">
              <a:solidFill>
                <a:schemeClr val="accent6"/>
              </a:solidFill>
              <a:prstDash val="solid"/>
              <a:miter lim="1069"/>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63" name="Google Shape;563;p60"/>
            <p:cNvSpPr/>
            <p:nvPr/>
          </p:nvSpPr>
          <p:spPr>
            <a:xfrm>
              <a:off x="4355900" y="2769975"/>
              <a:ext cx="1962350" cy="1934950"/>
            </a:xfrm>
            <a:custGeom>
              <a:rect b="b" l="l" r="r" t="t"/>
              <a:pathLst>
                <a:path extrusionOk="0" fill="none" h="77398" w="78494">
                  <a:moveTo>
                    <a:pt x="0" y="77398"/>
                  </a:moveTo>
                  <a:lnTo>
                    <a:pt x="78494" y="1"/>
                  </a:lnTo>
                </a:path>
              </a:pathLst>
            </a:custGeom>
            <a:noFill/>
            <a:ln cap="flat" cmpd="sng" w="9525">
              <a:solidFill>
                <a:schemeClr val="accent6"/>
              </a:solidFill>
              <a:prstDash val="solid"/>
              <a:miter lim="1069"/>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64" name="Google Shape;564;p60"/>
            <p:cNvSpPr/>
            <p:nvPr/>
          </p:nvSpPr>
          <p:spPr>
            <a:xfrm>
              <a:off x="6318225" y="2769975"/>
              <a:ext cx="898350" cy="1934950"/>
            </a:xfrm>
            <a:custGeom>
              <a:rect b="b" l="l" r="r" t="t"/>
              <a:pathLst>
                <a:path extrusionOk="0" fill="none" h="77398" w="35934">
                  <a:moveTo>
                    <a:pt x="1" y="1"/>
                  </a:moveTo>
                  <a:lnTo>
                    <a:pt x="35934" y="77398"/>
                  </a:lnTo>
                </a:path>
              </a:pathLst>
            </a:custGeom>
            <a:noFill/>
            <a:ln cap="flat" cmpd="sng" w="9525">
              <a:solidFill>
                <a:schemeClr val="accent6"/>
              </a:solidFill>
              <a:prstDash val="solid"/>
              <a:miter lim="1069"/>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65" name="Google Shape;565;p60"/>
            <p:cNvSpPr/>
            <p:nvPr/>
          </p:nvSpPr>
          <p:spPr>
            <a:xfrm>
              <a:off x="6318225" y="2769975"/>
              <a:ext cx="1962350" cy="1934950"/>
            </a:xfrm>
            <a:custGeom>
              <a:rect b="b" l="l" r="r" t="t"/>
              <a:pathLst>
                <a:path extrusionOk="0" fill="none" h="77398" w="78494">
                  <a:moveTo>
                    <a:pt x="78493" y="77398"/>
                  </a:moveTo>
                  <a:lnTo>
                    <a:pt x="1" y="1"/>
                  </a:lnTo>
                </a:path>
              </a:pathLst>
            </a:custGeom>
            <a:noFill/>
            <a:ln cap="flat" cmpd="sng" w="9525">
              <a:solidFill>
                <a:schemeClr val="accent6"/>
              </a:solidFill>
              <a:prstDash val="solid"/>
              <a:miter lim="1069"/>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66" name="Google Shape;566;p60"/>
            <p:cNvSpPr/>
            <p:nvPr/>
          </p:nvSpPr>
          <p:spPr>
            <a:xfrm>
              <a:off x="4123850" y="3851100"/>
              <a:ext cx="4389300" cy="25"/>
            </a:xfrm>
            <a:custGeom>
              <a:rect b="b" l="l" r="r" t="t"/>
              <a:pathLst>
                <a:path extrusionOk="0" fill="none" h="1" w="175572">
                  <a:moveTo>
                    <a:pt x="1" y="0"/>
                  </a:moveTo>
                  <a:lnTo>
                    <a:pt x="175571" y="0"/>
                  </a:lnTo>
                </a:path>
              </a:pathLst>
            </a:custGeom>
            <a:noFill/>
            <a:ln cap="flat" cmpd="sng" w="9525">
              <a:solidFill>
                <a:schemeClr val="accent6"/>
              </a:solidFill>
              <a:prstDash val="solid"/>
              <a:miter lim="1069"/>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67" name="Google Shape;567;p60"/>
            <p:cNvSpPr/>
            <p:nvPr/>
          </p:nvSpPr>
          <p:spPr>
            <a:xfrm>
              <a:off x="4123850" y="4346500"/>
              <a:ext cx="4389300" cy="25"/>
            </a:xfrm>
            <a:custGeom>
              <a:rect b="b" l="l" r="r" t="t"/>
              <a:pathLst>
                <a:path extrusionOk="0" fill="none" h="1" w="175572">
                  <a:moveTo>
                    <a:pt x="1" y="1"/>
                  </a:moveTo>
                  <a:lnTo>
                    <a:pt x="175571" y="1"/>
                  </a:lnTo>
                </a:path>
              </a:pathLst>
            </a:custGeom>
            <a:noFill/>
            <a:ln cap="flat" cmpd="sng" w="9525">
              <a:solidFill>
                <a:schemeClr val="accent6"/>
              </a:solidFill>
              <a:prstDash val="solid"/>
              <a:miter lim="1069"/>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68" name="Google Shape;568;p60"/>
            <p:cNvSpPr/>
            <p:nvPr/>
          </p:nvSpPr>
          <p:spPr>
            <a:xfrm>
              <a:off x="4123850" y="3557300"/>
              <a:ext cx="4388725" cy="25"/>
            </a:xfrm>
            <a:custGeom>
              <a:rect b="b" l="l" r="r" t="t"/>
              <a:pathLst>
                <a:path extrusionOk="0" fill="none" h="1" w="175549">
                  <a:moveTo>
                    <a:pt x="1" y="0"/>
                  </a:moveTo>
                  <a:lnTo>
                    <a:pt x="175549" y="0"/>
                  </a:lnTo>
                </a:path>
              </a:pathLst>
            </a:custGeom>
            <a:noFill/>
            <a:ln cap="flat" cmpd="sng" w="9525">
              <a:solidFill>
                <a:schemeClr val="accent6"/>
              </a:solidFill>
              <a:prstDash val="solid"/>
              <a:miter lim="1069"/>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69" name="Google Shape;569;p60"/>
            <p:cNvSpPr/>
            <p:nvPr/>
          </p:nvSpPr>
          <p:spPr>
            <a:xfrm>
              <a:off x="4123850" y="3353425"/>
              <a:ext cx="4389300" cy="25"/>
            </a:xfrm>
            <a:custGeom>
              <a:rect b="b" l="l" r="r" t="t"/>
              <a:pathLst>
                <a:path extrusionOk="0" fill="none" h="1" w="175572">
                  <a:moveTo>
                    <a:pt x="1" y="0"/>
                  </a:moveTo>
                  <a:lnTo>
                    <a:pt x="175571" y="0"/>
                  </a:lnTo>
                </a:path>
              </a:pathLst>
            </a:custGeom>
            <a:noFill/>
            <a:ln cap="flat" cmpd="sng" w="9525">
              <a:solidFill>
                <a:schemeClr val="accent6"/>
              </a:solidFill>
              <a:prstDash val="solid"/>
              <a:miter lim="1069"/>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70" name="Google Shape;570;p60"/>
            <p:cNvSpPr/>
            <p:nvPr/>
          </p:nvSpPr>
          <p:spPr>
            <a:xfrm>
              <a:off x="4123850" y="3194925"/>
              <a:ext cx="4389300" cy="25"/>
            </a:xfrm>
            <a:custGeom>
              <a:rect b="b" l="l" r="r" t="t"/>
              <a:pathLst>
                <a:path extrusionOk="0" fill="none" h="1" w="175572">
                  <a:moveTo>
                    <a:pt x="1" y="1"/>
                  </a:moveTo>
                  <a:lnTo>
                    <a:pt x="175571" y="1"/>
                  </a:lnTo>
                </a:path>
              </a:pathLst>
            </a:custGeom>
            <a:noFill/>
            <a:ln cap="flat" cmpd="sng" w="9525">
              <a:solidFill>
                <a:schemeClr val="accent6"/>
              </a:solidFill>
              <a:prstDash val="solid"/>
              <a:miter lim="1069"/>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71" name="Google Shape;571;p60"/>
            <p:cNvSpPr/>
            <p:nvPr/>
          </p:nvSpPr>
          <p:spPr>
            <a:xfrm>
              <a:off x="4123850" y="3079875"/>
              <a:ext cx="4388725" cy="25"/>
            </a:xfrm>
            <a:custGeom>
              <a:rect b="b" l="l" r="r" t="t"/>
              <a:pathLst>
                <a:path extrusionOk="0" fill="none" h="1" w="175549">
                  <a:moveTo>
                    <a:pt x="1" y="1"/>
                  </a:moveTo>
                  <a:lnTo>
                    <a:pt x="175549" y="1"/>
                  </a:lnTo>
                </a:path>
              </a:pathLst>
            </a:custGeom>
            <a:noFill/>
            <a:ln cap="flat" cmpd="sng" w="9525">
              <a:solidFill>
                <a:schemeClr val="accent6"/>
              </a:solidFill>
              <a:prstDash val="solid"/>
              <a:miter lim="1069"/>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72" name="Google Shape;572;p60"/>
            <p:cNvSpPr/>
            <p:nvPr/>
          </p:nvSpPr>
          <p:spPr>
            <a:xfrm>
              <a:off x="4123850" y="2976475"/>
              <a:ext cx="4389300" cy="25"/>
            </a:xfrm>
            <a:custGeom>
              <a:rect b="b" l="l" r="r" t="t"/>
              <a:pathLst>
                <a:path extrusionOk="0" fill="none" h="1" w="175572">
                  <a:moveTo>
                    <a:pt x="1" y="0"/>
                  </a:moveTo>
                  <a:lnTo>
                    <a:pt x="175571" y="0"/>
                  </a:lnTo>
                </a:path>
              </a:pathLst>
            </a:custGeom>
            <a:noFill/>
            <a:ln cap="flat" cmpd="sng" w="9525">
              <a:solidFill>
                <a:schemeClr val="accent6"/>
              </a:solidFill>
              <a:prstDash val="solid"/>
              <a:miter lim="1069"/>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73" name="Google Shape;573;p60"/>
            <p:cNvSpPr/>
            <p:nvPr/>
          </p:nvSpPr>
          <p:spPr>
            <a:xfrm>
              <a:off x="4123850" y="2880100"/>
              <a:ext cx="4388725" cy="25"/>
            </a:xfrm>
            <a:custGeom>
              <a:rect b="b" l="l" r="r" t="t"/>
              <a:pathLst>
                <a:path extrusionOk="0" fill="none" h="1" w="175549">
                  <a:moveTo>
                    <a:pt x="1" y="0"/>
                  </a:moveTo>
                  <a:lnTo>
                    <a:pt x="175549" y="0"/>
                  </a:lnTo>
                </a:path>
              </a:pathLst>
            </a:custGeom>
            <a:noFill/>
            <a:ln cap="flat" cmpd="sng" w="9525">
              <a:solidFill>
                <a:schemeClr val="accent6"/>
              </a:solidFill>
              <a:prstDash val="solid"/>
              <a:miter lim="1069"/>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74" name="Google Shape;574;p60"/>
            <p:cNvSpPr/>
            <p:nvPr/>
          </p:nvSpPr>
          <p:spPr>
            <a:xfrm>
              <a:off x="4123850" y="2769975"/>
              <a:ext cx="2194400" cy="979100"/>
            </a:xfrm>
            <a:custGeom>
              <a:rect b="b" l="l" r="r" t="t"/>
              <a:pathLst>
                <a:path extrusionOk="0" fill="none" h="39164" w="87776">
                  <a:moveTo>
                    <a:pt x="87776" y="1"/>
                  </a:moveTo>
                  <a:lnTo>
                    <a:pt x="1" y="39164"/>
                  </a:lnTo>
                </a:path>
              </a:pathLst>
            </a:custGeom>
            <a:noFill/>
            <a:ln cap="flat" cmpd="sng" w="9525">
              <a:solidFill>
                <a:schemeClr val="accent6"/>
              </a:solidFill>
              <a:prstDash val="solid"/>
              <a:miter lim="1069"/>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75" name="Google Shape;575;p60"/>
            <p:cNvSpPr/>
            <p:nvPr/>
          </p:nvSpPr>
          <p:spPr>
            <a:xfrm>
              <a:off x="4123850" y="2769975"/>
              <a:ext cx="2194400" cy="662050"/>
            </a:xfrm>
            <a:custGeom>
              <a:rect b="b" l="l" r="r" t="t"/>
              <a:pathLst>
                <a:path extrusionOk="0" fill="none" h="26482" w="87776">
                  <a:moveTo>
                    <a:pt x="87776" y="1"/>
                  </a:moveTo>
                  <a:lnTo>
                    <a:pt x="1" y="26481"/>
                  </a:lnTo>
                </a:path>
              </a:pathLst>
            </a:custGeom>
            <a:noFill/>
            <a:ln cap="flat" cmpd="sng" w="9525">
              <a:solidFill>
                <a:schemeClr val="accent6"/>
              </a:solidFill>
              <a:prstDash val="solid"/>
              <a:miter lim="1069"/>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76" name="Google Shape;576;p60"/>
            <p:cNvSpPr/>
            <p:nvPr/>
          </p:nvSpPr>
          <p:spPr>
            <a:xfrm>
              <a:off x="4123850" y="2769975"/>
              <a:ext cx="2194400" cy="407100"/>
            </a:xfrm>
            <a:custGeom>
              <a:rect b="b" l="l" r="r" t="t"/>
              <a:pathLst>
                <a:path extrusionOk="0" fill="none" h="16284" w="87776">
                  <a:moveTo>
                    <a:pt x="87776" y="1"/>
                  </a:moveTo>
                  <a:lnTo>
                    <a:pt x="1" y="16284"/>
                  </a:lnTo>
                </a:path>
              </a:pathLst>
            </a:custGeom>
            <a:noFill/>
            <a:ln cap="flat" cmpd="sng" w="9525">
              <a:solidFill>
                <a:schemeClr val="accent6"/>
              </a:solidFill>
              <a:prstDash val="solid"/>
              <a:miter lim="1069"/>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77" name="Google Shape;577;p60"/>
            <p:cNvSpPr/>
            <p:nvPr/>
          </p:nvSpPr>
          <p:spPr>
            <a:xfrm>
              <a:off x="4123850" y="2769975"/>
              <a:ext cx="2194400" cy="206525"/>
            </a:xfrm>
            <a:custGeom>
              <a:rect b="b" l="l" r="r" t="t"/>
              <a:pathLst>
                <a:path extrusionOk="0" fill="none" h="8261" w="87776">
                  <a:moveTo>
                    <a:pt x="87776" y="1"/>
                  </a:moveTo>
                  <a:lnTo>
                    <a:pt x="1" y="8260"/>
                  </a:lnTo>
                </a:path>
              </a:pathLst>
            </a:custGeom>
            <a:noFill/>
            <a:ln cap="flat" cmpd="sng" w="9525">
              <a:solidFill>
                <a:schemeClr val="accent6"/>
              </a:solidFill>
              <a:prstDash val="solid"/>
              <a:miter lim="1069"/>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78" name="Google Shape;578;p60"/>
            <p:cNvSpPr/>
            <p:nvPr/>
          </p:nvSpPr>
          <p:spPr>
            <a:xfrm>
              <a:off x="4123850" y="2769975"/>
              <a:ext cx="2194400" cy="25"/>
            </a:xfrm>
            <a:custGeom>
              <a:rect b="b" l="l" r="r" t="t"/>
              <a:pathLst>
                <a:path extrusionOk="0" fill="none" h="1" w="87776">
                  <a:moveTo>
                    <a:pt x="87776" y="1"/>
                  </a:moveTo>
                  <a:lnTo>
                    <a:pt x="1" y="1"/>
                  </a:lnTo>
                </a:path>
              </a:pathLst>
            </a:custGeom>
            <a:noFill/>
            <a:ln cap="flat" cmpd="sng" w="9525">
              <a:solidFill>
                <a:schemeClr val="accent6"/>
              </a:solidFill>
              <a:prstDash val="solid"/>
              <a:miter lim="1069"/>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79" name="Google Shape;579;p60"/>
            <p:cNvSpPr/>
            <p:nvPr/>
          </p:nvSpPr>
          <p:spPr>
            <a:xfrm>
              <a:off x="6318700" y="2769975"/>
              <a:ext cx="2194450" cy="979100"/>
            </a:xfrm>
            <a:custGeom>
              <a:rect b="b" l="l" r="r" t="t"/>
              <a:pathLst>
                <a:path extrusionOk="0" fill="none" h="39164" w="87778">
                  <a:moveTo>
                    <a:pt x="1" y="1"/>
                  </a:moveTo>
                  <a:lnTo>
                    <a:pt x="87777" y="39164"/>
                  </a:lnTo>
                </a:path>
              </a:pathLst>
            </a:custGeom>
            <a:noFill/>
            <a:ln cap="flat" cmpd="sng" w="9525">
              <a:solidFill>
                <a:schemeClr val="accent6"/>
              </a:solidFill>
              <a:prstDash val="solid"/>
              <a:miter lim="1069"/>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80" name="Google Shape;580;p60"/>
            <p:cNvSpPr/>
            <p:nvPr/>
          </p:nvSpPr>
          <p:spPr>
            <a:xfrm>
              <a:off x="6318700" y="2769975"/>
              <a:ext cx="2194450" cy="662050"/>
            </a:xfrm>
            <a:custGeom>
              <a:rect b="b" l="l" r="r" t="t"/>
              <a:pathLst>
                <a:path extrusionOk="0" fill="none" h="26482" w="87778">
                  <a:moveTo>
                    <a:pt x="1" y="1"/>
                  </a:moveTo>
                  <a:lnTo>
                    <a:pt x="87777" y="26481"/>
                  </a:lnTo>
                </a:path>
              </a:pathLst>
            </a:custGeom>
            <a:noFill/>
            <a:ln cap="flat" cmpd="sng" w="9525">
              <a:solidFill>
                <a:schemeClr val="accent6"/>
              </a:solidFill>
              <a:prstDash val="solid"/>
              <a:miter lim="1069"/>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81" name="Google Shape;581;p60"/>
            <p:cNvSpPr/>
            <p:nvPr/>
          </p:nvSpPr>
          <p:spPr>
            <a:xfrm>
              <a:off x="6318700" y="2769975"/>
              <a:ext cx="2194450" cy="407100"/>
            </a:xfrm>
            <a:custGeom>
              <a:rect b="b" l="l" r="r" t="t"/>
              <a:pathLst>
                <a:path extrusionOk="0" fill="none" h="16284" w="87778">
                  <a:moveTo>
                    <a:pt x="1" y="1"/>
                  </a:moveTo>
                  <a:lnTo>
                    <a:pt x="87777" y="16284"/>
                  </a:lnTo>
                </a:path>
              </a:pathLst>
            </a:custGeom>
            <a:noFill/>
            <a:ln cap="flat" cmpd="sng" w="9525">
              <a:solidFill>
                <a:schemeClr val="accent6"/>
              </a:solidFill>
              <a:prstDash val="solid"/>
              <a:miter lim="1069"/>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82" name="Google Shape;582;p60"/>
            <p:cNvSpPr/>
            <p:nvPr/>
          </p:nvSpPr>
          <p:spPr>
            <a:xfrm>
              <a:off x="6318700" y="2769975"/>
              <a:ext cx="2194450" cy="206525"/>
            </a:xfrm>
            <a:custGeom>
              <a:rect b="b" l="l" r="r" t="t"/>
              <a:pathLst>
                <a:path extrusionOk="0" fill="none" h="8261" w="87778">
                  <a:moveTo>
                    <a:pt x="1" y="1"/>
                  </a:moveTo>
                  <a:lnTo>
                    <a:pt x="87777" y="8260"/>
                  </a:lnTo>
                </a:path>
              </a:pathLst>
            </a:custGeom>
            <a:noFill/>
            <a:ln cap="flat" cmpd="sng" w="9525">
              <a:solidFill>
                <a:schemeClr val="accent6"/>
              </a:solidFill>
              <a:prstDash val="solid"/>
              <a:miter lim="1069"/>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83" name="Google Shape;583;p60"/>
            <p:cNvSpPr/>
            <p:nvPr/>
          </p:nvSpPr>
          <p:spPr>
            <a:xfrm>
              <a:off x="6318700" y="2769975"/>
              <a:ext cx="2194450" cy="25"/>
            </a:xfrm>
            <a:custGeom>
              <a:rect b="b" l="l" r="r" t="t"/>
              <a:pathLst>
                <a:path extrusionOk="0" fill="none" h="1" w="87778">
                  <a:moveTo>
                    <a:pt x="1" y="1"/>
                  </a:moveTo>
                  <a:lnTo>
                    <a:pt x="87777" y="1"/>
                  </a:lnTo>
                </a:path>
              </a:pathLst>
            </a:custGeom>
            <a:noFill/>
            <a:ln cap="flat" cmpd="sng" w="9525">
              <a:solidFill>
                <a:schemeClr val="accent6"/>
              </a:solidFill>
              <a:prstDash val="solid"/>
              <a:miter lim="1069"/>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584" name="Google Shape;584;p60"/>
          <p:cNvGrpSpPr/>
          <p:nvPr/>
        </p:nvGrpSpPr>
        <p:grpSpPr>
          <a:xfrm flipH="1" rot="10800000">
            <a:off x="371330" y="539955"/>
            <a:ext cx="8400431" cy="767401"/>
            <a:chOff x="4122825" y="2769975"/>
            <a:chExt cx="4390775" cy="1934950"/>
          </a:xfrm>
        </p:grpSpPr>
        <p:sp>
          <p:nvSpPr>
            <p:cNvPr id="585" name="Google Shape;585;p60"/>
            <p:cNvSpPr/>
            <p:nvPr/>
          </p:nvSpPr>
          <p:spPr>
            <a:xfrm>
              <a:off x="4122825" y="2769975"/>
              <a:ext cx="4390775" cy="1399600"/>
            </a:xfrm>
            <a:custGeom>
              <a:rect b="b" l="l" r="r" t="t"/>
              <a:pathLst>
                <a:path extrusionOk="0" fill="none" h="55984" w="175631">
                  <a:moveTo>
                    <a:pt x="175486" y="55983"/>
                  </a:moveTo>
                  <a:cubicBezTo>
                    <a:pt x="175594" y="55983"/>
                    <a:pt x="175630" y="55808"/>
                    <a:pt x="175534" y="55748"/>
                  </a:cubicBezTo>
                  <a:lnTo>
                    <a:pt x="87817" y="1"/>
                  </a:lnTo>
                  <a:lnTo>
                    <a:pt x="97" y="55748"/>
                  </a:lnTo>
                  <a:cubicBezTo>
                    <a:pt x="1" y="55810"/>
                    <a:pt x="37" y="55983"/>
                    <a:pt x="146" y="55983"/>
                  </a:cubicBezTo>
                </a:path>
              </a:pathLst>
            </a:custGeom>
            <a:noFill/>
            <a:ln cap="flat" cmpd="sng" w="9525">
              <a:solidFill>
                <a:schemeClr val="accent6"/>
              </a:solidFill>
              <a:prstDash val="solid"/>
              <a:miter lim="1069"/>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86" name="Google Shape;586;p60"/>
            <p:cNvSpPr/>
            <p:nvPr/>
          </p:nvSpPr>
          <p:spPr>
            <a:xfrm>
              <a:off x="5419875" y="2769975"/>
              <a:ext cx="898375" cy="1934950"/>
            </a:xfrm>
            <a:custGeom>
              <a:rect b="b" l="l" r="r" t="t"/>
              <a:pathLst>
                <a:path extrusionOk="0" fill="none" h="77398" w="35935">
                  <a:moveTo>
                    <a:pt x="35935" y="1"/>
                  </a:moveTo>
                  <a:lnTo>
                    <a:pt x="0" y="77398"/>
                  </a:lnTo>
                </a:path>
              </a:pathLst>
            </a:custGeom>
            <a:noFill/>
            <a:ln cap="flat" cmpd="sng" w="9525">
              <a:solidFill>
                <a:schemeClr val="accent6"/>
              </a:solidFill>
              <a:prstDash val="solid"/>
              <a:miter lim="1069"/>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87" name="Google Shape;587;p60"/>
            <p:cNvSpPr/>
            <p:nvPr/>
          </p:nvSpPr>
          <p:spPr>
            <a:xfrm>
              <a:off x="4355900" y="2769975"/>
              <a:ext cx="1962350" cy="1934950"/>
            </a:xfrm>
            <a:custGeom>
              <a:rect b="b" l="l" r="r" t="t"/>
              <a:pathLst>
                <a:path extrusionOk="0" fill="none" h="77398" w="78494">
                  <a:moveTo>
                    <a:pt x="0" y="77398"/>
                  </a:moveTo>
                  <a:lnTo>
                    <a:pt x="78494" y="1"/>
                  </a:lnTo>
                </a:path>
              </a:pathLst>
            </a:custGeom>
            <a:noFill/>
            <a:ln cap="flat" cmpd="sng" w="9525">
              <a:solidFill>
                <a:schemeClr val="accent6"/>
              </a:solidFill>
              <a:prstDash val="solid"/>
              <a:miter lim="1069"/>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88" name="Google Shape;588;p60"/>
            <p:cNvSpPr/>
            <p:nvPr/>
          </p:nvSpPr>
          <p:spPr>
            <a:xfrm>
              <a:off x="6318225" y="2769975"/>
              <a:ext cx="898350" cy="1934950"/>
            </a:xfrm>
            <a:custGeom>
              <a:rect b="b" l="l" r="r" t="t"/>
              <a:pathLst>
                <a:path extrusionOk="0" fill="none" h="77398" w="35934">
                  <a:moveTo>
                    <a:pt x="1" y="1"/>
                  </a:moveTo>
                  <a:lnTo>
                    <a:pt x="35934" y="77398"/>
                  </a:lnTo>
                </a:path>
              </a:pathLst>
            </a:custGeom>
            <a:noFill/>
            <a:ln cap="flat" cmpd="sng" w="9525">
              <a:solidFill>
                <a:schemeClr val="accent6"/>
              </a:solidFill>
              <a:prstDash val="solid"/>
              <a:miter lim="1069"/>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89" name="Google Shape;589;p60"/>
            <p:cNvSpPr/>
            <p:nvPr/>
          </p:nvSpPr>
          <p:spPr>
            <a:xfrm>
              <a:off x="6318225" y="2769975"/>
              <a:ext cx="1962350" cy="1934950"/>
            </a:xfrm>
            <a:custGeom>
              <a:rect b="b" l="l" r="r" t="t"/>
              <a:pathLst>
                <a:path extrusionOk="0" fill="none" h="77398" w="78494">
                  <a:moveTo>
                    <a:pt x="78493" y="77398"/>
                  </a:moveTo>
                  <a:lnTo>
                    <a:pt x="1" y="1"/>
                  </a:lnTo>
                </a:path>
              </a:pathLst>
            </a:custGeom>
            <a:noFill/>
            <a:ln cap="flat" cmpd="sng" w="9525">
              <a:solidFill>
                <a:schemeClr val="accent6"/>
              </a:solidFill>
              <a:prstDash val="solid"/>
              <a:miter lim="1069"/>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0" name="Google Shape;590;p60"/>
            <p:cNvSpPr/>
            <p:nvPr/>
          </p:nvSpPr>
          <p:spPr>
            <a:xfrm>
              <a:off x="4123850" y="3851100"/>
              <a:ext cx="4389300" cy="25"/>
            </a:xfrm>
            <a:custGeom>
              <a:rect b="b" l="l" r="r" t="t"/>
              <a:pathLst>
                <a:path extrusionOk="0" fill="none" h="1" w="175572">
                  <a:moveTo>
                    <a:pt x="1" y="0"/>
                  </a:moveTo>
                  <a:lnTo>
                    <a:pt x="175571" y="0"/>
                  </a:lnTo>
                </a:path>
              </a:pathLst>
            </a:custGeom>
            <a:noFill/>
            <a:ln cap="flat" cmpd="sng" w="9525">
              <a:solidFill>
                <a:schemeClr val="accent6"/>
              </a:solidFill>
              <a:prstDash val="solid"/>
              <a:miter lim="1069"/>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1" name="Google Shape;591;p60"/>
            <p:cNvSpPr/>
            <p:nvPr/>
          </p:nvSpPr>
          <p:spPr>
            <a:xfrm>
              <a:off x="4123850" y="4346500"/>
              <a:ext cx="4389300" cy="25"/>
            </a:xfrm>
            <a:custGeom>
              <a:rect b="b" l="l" r="r" t="t"/>
              <a:pathLst>
                <a:path extrusionOk="0" fill="none" h="1" w="175572">
                  <a:moveTo>
                    <a:pt x="1" y="1"/>
                  </a:moveTo>
                  <a:lnTo>
                    <a:pt x="175571" y="1"/>
                  </a:lnTo>
                </a:path>
              </a:pathLst>
            </a:custGeom>
            <a:noFill/>
            <a:ln cap="flat" cmpd="sng" w="9525">
              <a:solidFill>
                <a:schemeClr val="accent6"/>
              </a:solidFill>
              <a:prstDash val="solid"/>
              <a:miter lim="1069"/>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2" name="Google Shape;592;p60"/>
            <p:cNvSpPr/>
            <p:nvPr/>
          </p:nvSpPr>
          <p:spPr>
            <a:xfrm>
              <a:off x="4123850" y="3557300"/>
              <a:ext cx="4388725" cy="25"/>
            </a:xfrm>
            <a:custGeom>
              <a:rect b="b" l="l" r="r" t="t"/>
              <a:pathLst>
                <a:path extrusionOk="0" fill="none" h="1" w="175549">
                  <a:moveTo>
                    <a:pt x="1" y="0"/>
                  </a:moveTo>
                  <a:lnTo>
                    <a:pt x="175549" y="0"/>
                  </a:lnTo>
                </a:path>
              </a:pathLst>
            </a:custGeom>
            <a:noFill/>
            <a:ln cap="flat" cmpd="sng" w="9525">
              <a:solidFill>
                <a:schemeClr val="accent6"/>
              </a:solidFill>
              <a:prstDash val="solid"/>
              <a:miter lim="1069"/>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3" name="Google Shape;593;p60"/>
            <p:cNvSpPr/>
            <p:nvPr/>
          </p:nvSpPr>
          <p:spPr>
            <a:xfrm>
              <a:off x="4123850" y="3353425"/>
              <a:ext cx="4389300" cy="25"/>
            </a:xfrm>
            <a:custGeom>
              <a:rect b="b" l="l" r="r" t="t"/>
              <a:pathLst>
                <a:path extrusionOk="0" fill="none" h="1" w="175572">
                  <a:moveTo>
                    <a:pt x="1" y="0"/>
                  </a:moveTo>
                  <a:lnTo>
                    <a:pt x="175571" y="0"/>
                  </a:lnTo>
                </a:path>
              </a:pathLst>
            </a:custGeom>
            <a:noFill/>
            <a:ln cap="flat" cmpd="sng" w="9525">
              <a:solidFill>
                <a:schemeClr val="accent6"/>
              </a:solidFill>
              <a:prstDash val="solid"/>
              <a:miter lim="1069"/>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4" name="Google Shape;594;p60"/>
            <p:cNvSpPr/>
            <p:nvPr/>
          </p:nvSpPr>
          <p:spPr>
            <a:xfrm>
              <a:off x="4123850" y="3194925"/>
              <a:ext cx="4389300" cy="25"/>
            </a:xfrm>
            <a:custGeom>
              <a:rect b="b" l="l" r="r" t="t"/>
              <a:pathLst>
                <a:path extrusionOk="0" fill="none" h="1" w="175572">
                  <a:moveTo>
                    <a:pt x="1" y="1"/>
                  </a:moveTo>
                  <a:lnTo>
                    <a:pt x="175571" y="1"/>
                  </a:lnTo>
                </a:path>
              </a:pathLst>
            </a:custGeom>
            <a:noFill/>
            <a:ln cap="flat" cmpd="sng" w="9525">
              <a:solidFill>
                <a:schemeClr val="accent6"/>
              </a:solidFill>
              <a:prstDash val="solid"/>
              <a:miter lim="1069"/>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5" name="Google Shape;595;p60"/>
            <p:cNvSpPr/>
            <p:nvPr/>
          </p:nvSpPr>
          <p:spPr>
            <a:xfrm>
              <a:off x="4123850" y="3079875"/>
              <a:ext cx="4388725" cy="25"/>
            </a:xfrm>
            <a:custGeom>
              <a:rect b="b" l="l" r="r" t="t"/>
              <a:pathLst>
                <a:path extrusionOk="0" fill="none" h="1" w="175549">
                  <a:moveTo>
                    <a:pt x="1" y="1"/>
                  </a:moveTo>
                  <a:lnTo>
                    <a:pt x="175549" y="1"/>
                  </a:lnTo>
                </a:path>
              </a:pathLst>
            </a:custGeom>
            <a:noFill/>
            <a:ln cap="flat" cmpd="sng" w="9525">
              <a:solidFill>
                <a:schemeClr val="accent6"/>
              </a:solidFill>
              <a:prstDash val="solid"/>
              <a:miter lim="1069"/>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6" name="Google Shape;596;p60"/>
            <p:cNvSpPr/>
            <p:nvPr/>
          </p:nvSpPr>
          <p:spPr>
            <a:xfrm>
              <a:off x="4123850" y="2976475"/>
              <a:ext cx="4389300" cy="25"/>
            </a:xfrm>
            <a:custGeom>
              <a:rect b="b" l="l" r="r" t="t"/>
              <a:pathLst>
                <a:path extrusionOk="0" fill="none" h="1" w="175572">
                  <a:moveTo>
                    <a:pt x="1" y="0"/>
                  </a:moveTo>
                  <a:lnTo>
                    <a:pt x="175571" y="0"/>
                  </a:lnTo>
                </a:path>
              </a:pathLst>
            </a:custGeom>
            <a:noFill/>
            <a:ln cap="flat" cmpd="sng" w="9525">
              <a:solidFill>
                <a:schemeClr val="accent6"/>
              </a:solidFill>
              <a:prstDash val="solid"/>
              <a:miter lim="1069"/>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7" name="Google Shape;597;p60"/>
            <p:cNvSpPr/>
            <p:nvPr/>
          </p:nvSpPr>
          <p:spPr>
            <a:xfrm>
              <a:off x="4123850" y="2880100"/>
              <a:ext cx="4388725" cy="25"/>
            </a:xfrm>
            <a:custGeom>
              <a:rect b="b" l="l" r="r" t="t"/>
              <a:pathLst>
                <a:path extrusionOk="0" fill="none" h="1" w="175549">
                  <a:moveTo>
                    <a:pt x="1" y="0"/>
                  </a:moveTo>
                  <a:lnTo>
                    <a:pt x="175549" y="0"/>
                  </a:lnTo>
                </a:path>
              </a:pathLst>
            </a:custGeom>
            <a:noFill/>
            <a:ln cap="flat" cmpd="sng" w="9525">
              <a:solidFill>
                <a:schemeClr val="accent6"/>
              </a:solidFill>
              <a:prstDash val="solid"/>
              <a:miter lim="1069"/>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8" name="Google Shape;598;p60"/>
            <p:cNvSpPr/>
            <p:nvPr/>
          </p:nvSpPr>
          <p:spPr>
            <a:xfrm>
              <a:off x="4123850" y="2769975"/>
              <a:ext cx="2194400" cy="979100"/>
            </a:xfrm>
            <a:custGeom>
              <a:rect b="b" l="l" r="r" t="t"/>
              <a:pathLst>
                <a:path extrusionOk="0" fill="none" h="39164" w="87776">
                  <a:moveTo>
                    <a:pt x="87776" y="1"/>
                  </a:moveTo>
                  <a:lnTo>
                    <a:pt x="1" y="39164"/>
                  </a:lnTo>
                </a:path>
              </a:pathLst>
            </a:custGeom>
            <a:noFill/>
            <a:ln cap="flat" cmpd="sng" w="9525">
              <a:solidFill>
                <a:schemeClr val="accent6"/>
              </a:solidFill>
              <a:prstDash val="solid"/>
              <a:miter lim="1069"/>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9" name="Google Shape;599;p60"/>
            <p:cNvSpPr/>
            <p:nvPr/>
          </p:nvSpPr>
          <p:spPr>
            <a:xfrm>
              <a:off x="4123850" y="2769975"/>
              <a:ext cx="2194400" cy="662050"/>
            </a:xfrm>
            <a:custGeom>
              <a:rect b="b" l="l" r="r" t="t"/>
              <a:pathLst>
                <a:path extrusionOk="0" fill="none" h="26482" w="87776">
                  <a:moveTo>
                    <a:pt x="87776" y="1"/>
                  </a:moveTo>
                  <a:lnTo>
                    <a:pt x="1" y="26481"/>
                  </a:lnTo>
                </a:path>
              </a:pathLst>
            </a:custGeom>
            <a:noFill/>
            <a:ln cap="flat" cmpd="sng" w="9525">
              <a:solidFill>
                <a:schemeClr val="accent6"/>
              </a:solidFill>
              <a:prstDash val="solid"/>
              <a:miter lim="1069"/>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00" name="Google Shape;600;p60"/>
            <p:cNvSpPr/>
            <p:nvPr/>
          </p:nvSpPr>
          <p:spPr>
            <a:xfrm>
              <a:off x="4123850" y="2769975"/>
              <a:ext cx="2194400" cy="407100"/>
            </a:xfrm>
            <a:custGeom>
              <a:rect b="b" l="l" r="r" t="t"/>
              <a:pathLst>
                <a:path extrusionOk="0" fill="none" h="16284" w="87776">
                  <a:moveTo>
                    <a:pt x="87776" y="1"/>
                  </a:moveTo>
                  <a:lnTo>
                    <a:pt x="1" y="16284"/>
                  </a:lnTo>
                </a:path>
              </a:pathLst>
            </a:custGeom>
            <a:noFill/>
            <a:ln cap="flat" cmpd="sng" w="9525">
              <a:solidFill>
                <a:schemeClr val="accent6"/>
              </a:solidFill>
              <a:prstDash val="solid"/>
              <a:miter lim="1069"/>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01" name="Google Shape;601;p60"/>
            <p:cNvSpPr/>
            <p:nvPr/>
          </p:nvSpPr>
          <p:spPr>
            <a:xfrm>
              <a:off x="4123850" y="2769975"/>
              <a:ext cx="2194400" cy="206525"/>
            </a:xfrm>
            <a:custGeom>
              <a:rect b="b" l="l" r="r" t="t"/>
              <a:pathLst>
                <a:path extrusionOk="0" fill="none" h="8261" w="87776">
                  <a:moveTo>
                    <a:pt x="87776" y="1"/>
                  </a:moveTo>
                  <a:lnTo>
                    <a:pt x="1" y="8260"/>
                  </a:lnTo>
                </a:path>
              </a:pathLst>
            </a:custGeom>
            <a:noFill/>
            <a:ln cap="flat" cmpd="sng" w="9525">
              <a:solidFill>
                <a:schemeClr val="accent6"/>
              </a:solidFill>
              <a:prstDash val="solid"/>
              <a:miter lim="1069"/>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02" name="Google Shape;602;p60"/>
            <p:cNvSpPr/>
            <p:nvPr/>
          </p:nvSpPr>
          <p:spPr>
            <a:xfrm>
              <a:off x="4123850" y="2769975"/>
              <a:ext cx="2194400" cy="25"/>
            </a:xfrm>
            <a:custGeom>
              <a:rect b="b" l="l" r="r" t="t"/>
              <a:pathLst>
                <a:path extrusionOk="0" fill="none" h="1" w="87776">
                  <a:moveTo>
                    <a:pt x="87776" y="1"/>
                  </a:moveTo>
                  <a:lnTo>
                    <a:pt x="1" y="1"/>
                  </a:lnTo>
                </a:path>
              </a:pathLst>
            </a:custGeom>
            <a:noFill/>
            <a:ln cap="flat" cmpd="sng" w="9525">
              <a:solidFill>
                <a:schemeClr val="accent6"/>
              </a:solidFill>
              <a:prstDash val="solid"/>
              <a:miter lim="1069"/>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03" name="Google Shape;603;p60"/>
            <p:cNvSpPr/>
            <p:nvPr/>
          </p:nvSpPr>
          <p:spPr>
            <a:xfrm>
              <a:off x="6318700" y="2769975"/>
              <a:ext cx="2194450" cy="979100"/>
            </a:xfrm>
            <a:custGeom>
              <a:rect b="b" l="l" r="r" t="t"/>
              <a:pathLst>
                <a:path extrusionOk="0" fill="none" h="39164" w="87778">
                  <a:moveTo>
                    <a:pt x="1" y="1"/>
                  </a:moveTo>
                  <a:lnTo>
                    <a:pt x="87777" y="39164"/>
                  </a:lnTo>
                </a:path>
              </a:pathLst>
            </a:custGeom>
            <a:noFill/>
            <a:ln cap="flat" cmpd="sng" w="9525">
              <a:solidFill>
                <a:schemeClr val="accent6"/>
              </a:solidFill>
              <a:prstDash val="solid"/>
              <a:miter lim="1069"/>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04" name="Google Shape;604;p60"/>
            <p:cNvSpPr/>
            <p:nvPr/>
          </p:nvSpPr>
          <p:spPr>
            <a:xfrm>
              <a:off x="6318700" y="2769975"/>
              <a:ext cx="2194450" cy="662050"/>
            </a:xfrm>
            <a:custGeom>
              <a:rect b="b" l="l" r="r" t="t"/>
              <a:pathLst>
                <a:path extrusionOk="0" fill="none" h="26482" w="87778">
                  <a:moveTo>
                    <a:pt x="1" y="1"/>
                  </a:moveTo>
                  <a:lnTo>
                    <a:pt x="87777" y="26481"/>
                  </a:lnTo>
                </a:path>
              </a:pathLst>
            </a:custGeom>
            <a:noFill/>
            <a:ln cap="flat" cmpd="sng" w="9525">
              <a:solidFill>
                <a:schemeClr val="accent6"/>
              </a:solidFill>
              <a:prstDash val="solid"/>
              <a:miter lim="1069"/>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05" name="Google Shape;605;p60"/>
            <p:cNvSpPr/>
            <p:nvPr/>
          </p:nvSpPr>
          <p:spPr>
            <a:xfrm>
              <a:off x="6318700" y="2769975"/>
              <a:ext cx="2194450" cy="407100"/>
            </a:xfrm>
            <a:custGeom>
              <a:rect b="b" l="l" r="r" t="t"/>
              <a:pathLst>
                <a:path extrusionOk="0" fill="none" h="16284" w="87778">
                  <a:moveTo>
                    <a:pt x="1" y="1"/>
                  </a:moveTo>
                  <a:lnTo>
                    <a:pt x="87777" y="16284"/>
                  </a:lnTo>
                </a:path>
              </a:pathLst>
            </a:custGeom>
            <a:noFill/>
            <a:ln cap="flat" cmpd="sng" w="9525">
              <a:solidFill>
                <a:schemeClr val="accent6"/>
              </a:solidFill>
              <a:prstDash val="solid"/>
              <a:miter lim="1069"/>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06" name="Google Shape;606;p60"/>
            <p:cNvSpPr/>
            <p:nvPr/>
          </p:nvSpPr>
          <p:spPr>
            <a:xfrm>
              <a:off x="6318700" y="2769975"/>
              <a:ext cx="2194450" cy="206525"/>
            </a:xfrm>
            <a:custGeom>
              <a:rect b="b" l="l" r="r" t="t"/>
              <a:pathLst>
                <a:path extrusionOk="0" fill="none" h="8261" w="87778">
                  <a:moveTo>
                    <a:pt x="1" y="1"/>
                  </a:moveTo>
                  <a:lnTo>
                    <a:pt x="87777" y="8260"/>
                  </a:lnTo>
                </a:path>
              </a:pathLst>
            </a:custGeom>
            <a:noFill/>
            <a:ln cap="flat" cmpd="sng" w="9525">
              <a:solidFill>
                <a:schemeClr val="accent6"/>
              </a:solidFill>
              <a:prstDash val="solid"/>
              <a:miter lim="1069"/>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07" name="Google Shape;607;p60"/>
            <p:cNvSpPr/>
            <p:nvPr/>
          </p:nvSpPr>
          <p:spPr>
            <a:xfrm>
              <a:off x="6318700" y="2769975"/>
              <a:ext cx="2194450" cy="25"/>
            </a:xfrm>
            <a:custGeom>
              <a:rect b="b" l="l" r="r" t="t"/>
              <a:pathLst>
                <a:path extrusionOk="0" fill="none" h="1" w="87778">
                  <a:moveTo>
                    <a:pt x="1" y="1"/>
                  </a:moveTo>
                  <a:lnTo>
                    <a:pt x="87777" y="1"/>
                  </a:lnTo>
                </a:path>
              </a:pathLst>
            </a:custGeom>
            <a:noFill/>
            <a:ln cap="flat" cmpd="sng" w="9525">
              <a:solidFill>
                <a:schemeClr val="accent6"/>
              </a:solidFill>
              <a:prstDash val="solid"/>
              <a:miter lim="1069"/>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608" name="Google Shape;608;p60"/>
          <p:cNvSpPr txBox="1"/>
          <p:nvPr>
            <p:ph idx="1" type="subTitle"/>
          </p:nvPr>
        </p:nvSpPr>
        <p:spPr>
          <a:xfrm>
            <a:off x="2369750" y="3096300"/>
            <a:ext cx="4404600" cy="615900"/>
          </a:xfrm>
          <a:prstGeom prst="rect">
            <a:avLst/>
          </a:prstGeom>
          <a:solidFill>
            <a:schemeClr val="accent6"/>
          </a:solidFill>
          <a:ln>
            <a:noFill/>
          </a:ln>
        </p:spPr>
        <p:txBody>
          <a:bodyPr anchorCtr="0" anchor="t" bIns="91425" lIns="91425" spcFirstLastPara="1" rIns="91425" wrap="square" tIns="91425">
            <a:noAutofit/>
          </a:bodyPr>
          <a:lstStyle>
            <a:lvl1pPr lvl="0" algn="ctr">
              <a:lnSpc>
                <a:spcPct val="100000"/>
              </a:lnSpc>
              <a:spcBef>
                <a:spcPts val="0"/>
              </a:spcBef>
              <a:spcAft>
                <a:spcPts val="0"/>
              </a:spcAft>
              <a:buSzPts val="1400"/>
              <a:buNone/>
              <a:defRPr/>
            </a:lvl1pPr>
            <a:lvl2pPr lvl="1" algn="ctr">
              <a:lnSpc>
                <a:spcPct val="100000"/>
              </a:lnSpc>
              <a:spcBef>
                <a:spcPts val="1600"/>
              </a:spcBef>
              <a:spcAft>
                <a:spcPts val="0"/>
              </a:spcAft>
              <a:buSzPts val="1400"/>
              <a:buNone/>
              <a:defRPr/>
            </a:lvl2pPr>
            <a:lvl3pPr lvl="2" algn="ctr">
              <a:lnSpc>
                <a:spcPct val="100000"/>
              </a:lnSpc>
              <a:spcBef>
                <a:spcPts val="1600"/>
              </a:spcBef>
              <a:spcAft>
                <a:spcPts val="0"/>
              </a:spcAft>
              <a:buSzPts val="1400"/>
              <a:buNone/>
              <a:defRPr/>
            </a:lvl3pPr>
            <a:lvl4pPr lvl="3" algn="ctr">
              <a:lnSpc>
                <a:spcPct val="100000"/>
              </a:lnSpc>
              <a:spcBef>
                <a:spcPts val="1600"/>
              </a:spcBef>
              <a:spcAft>
                <a:spcPts val="0"/>
              </a:spcAft>
              <a:buSzPts val="1400"/>
              <a:buNone/>
              <a:defRPr/>
            </a:lvl4pPr>
            <a:lvl5pPr lvl="4" algn="ctr">
              <a:lnSpc>
                <a:spcPct val="100000"/>
              </a:lnSpc>
              <a:spcBef>
                <a:spcPts val="1600"/>
              </a:spcBef>
              <a:spcAft>
                <a:spcPts val="0"/>
              </a:spcAft>
              <a:buSzPts val="1400"/>
              <a:buNone/>
              <a:defRPr/>
            </a:lvl5pPr>
            <a:lvl6pPr lvl="5" algn="ctr">
              <a:lnSpc>
                <a:spcPct val="100000"/>
              </a:lnSpc>
              <a:spcBef>
                <a:spcPts val="1600"/>
              </a:spcBef>
              <a:spcAft>
                <a:spcPts val="0"/>
              </a:spcAft>
              <a:buSzPts val="1400"/>
              <a:buNone/>
              <a:defRPr/>
            </a:lvl6pPr>
            <a:lvl7pPr lvl="6" algn="ctr">
              <a:lnSpc>
                <a:spcPct val="100000"/>
              </a:lnSpc>
              <a:spcBef>
                <a:spcPts val="1600"/>
              </a:spcBef>
              <a:spcAft>
                <a:spcPts val="0"/>
              </a:spcAft>
              <a:buSzPts val="1400"/>
              <a:buNone/>
              <a:defRPr/>
            </a:lvl7pPr>
            <a:lvl8pPr lvl="7" algn="ctr">
              <a:lnSpc>
                <a:spcPct val="100000"/>
              </a:lnSpc>
              <a:spcBef>
                <a:spcPts val="1600"/>
              </a:spcBef>
              <a:spcAft>
                <a:spcPts val="0"/>
              </a:spcAft>
              <a:buSzPts val="1400"/>
              <a:buNone/>
              <a:defRPr/>
            </a:lvl8pPr>
            <a:lvl9pPr lvl="8" algn="ctr">
              <a:lnSpc>
                <a:spcPct val="100000"/>
              </a:lnSpc>
              <a:spcBef>
                <a:spcPts val="1600"/>
              </a:spcBef>
              <a:spcAft>
                <a:spcPts val="1600"/>
              </a:spcAft>
              <a:buSzPts val="1400"/>
              <a:buNone/>
              <a:defRPr/>
            </a:lvl9pPr>
          </a:lstStyle>
          <a:p/>
        </p:txBody>
      </p:sp>
      <p:sp>
        <p:nvSpPr>
          <p:cNvPr id="609" name="Google Shape;609;p60"/>
          <p:cNvSpPr txBox="1"/>
          <p:nvPr>
            <p:ph type="title"/>
          </p:nvPr>
        </p:nvSpPr>
        <p:spPr>
          <a:xfrm>
            <a:off x="720150" y="1431300"/>
            <a:ext cx="7704000" cy="1665000"/>
          </a:xfrm>
          <a:prstGeom prst="rect">
            <a:avLst/>
          </a:prstGeom>
          <a:noFill/>
          <a:ln>
            <a:noFill/>
          </a:ln>
        </p:spPr>
        <p:txBody>
          <a:bodyPr anchorCtr="0" anchor="ctr" bIns="91425" lIns="91425" spcFirstLastPara="1" rIns="91425" wrap="square" tIns="91425">
            <a:noAutofit/>
          </a:bodyPr>
          <a:lstStyle>
            <a:lvl1pPr lvl="0" algn="ctr">
              <a:lnSpc>
                <a:spcPct val="100000"/>
              </a:lnSpc>
              <a:spcBef>
                <a:spcPts val="0"/>
              </a:spcBef>
              <a:spcAft>
                <a:spcPts val="0"/>
              </a:spcAft>
              <a:buSzPts val="3600"/>
              <a:buNone/>
              <a:defRPr sz="12000"/>
            </a:lvl1pPr>
            <a:lvl2pPr lvl="1" algn="ctr">
              <a:lnSpc>
                <a:spcPct val="100000"/>
              </a:lnSpc>
              <a:spcBef>
                <a:spcPts val="0"/>
              </a:spcBef>
              <a:spcAft>
                <a:spcPts val="0"/>
              </a:spcAft>
              <a:buSzPts val="3600"/>
              <a:buNone/>
              <a:defRPr sz="3600"/>
            </a:lvl2pPr>
            <a:lvl3pPr lvl="2" algn="ctr">
              <a:lnSpc>
                <a:spcPct val="100000"/>
              </a:lnSpc>
              <a:spcBef>
                <a:spcPts val="0"/>
              </a:spcBef>
              <a:spcAft>
                <a:spcPts val="0"/>
              </a:spcAft>
              <a:buSzPts val="3600"/>
              <a:buNone/>
              <a:defRPr sz="3600"/>
            </a:lvl3pPr>
            <a:lvl4pPr lvl="3" algn="ctr">
              <a:lnSpc>
                <a:spcPct val="100000"/>
              </a:lnSpc>
              <a:spcBef>
                <a:spcPts val="0"/>
              </a:spcBef>
              <a:spcAft>
                <a:spcPts val="0"/>
              </a:spcAft>
              <a:buSzPts val="3600"/>
              <a:buNone/>
              <a:defRPr sz="3600"/>
            </a:lvl4pPr>
            <a:lvl5pPr lvl="4" algn="ctr">
              <a:lnSpc>
                <a:spcPct val="100000"/>
              </a:lnSpc>
              <a:spcBef>
                <a:spcPts val="0"/>
              </a:spcBef>
              <a:spcAft>
                <a:spcPts val="0"/>
              </a:spcAft>
              <a:buSzPts val="3600"/>
              <a:buNone/>
              <a:defRPr sz="3600"/>
            </a:lvl5pPr>
            <a:lvl6pPr lvl="5" algn="ctr">
              <a:lnSpc>
                <a:spcPct val="100000"/>
              </a:lnSpc>
              <a:spcBef>
                <a:spcPts val="0"/>
              </a:spcBef>
              <a:spcAft>
                <a:spcPts val="0"/>
              </a:spcAft>
              <a:buSzPts val="3600"/>
              <a:buNone/>
              <a:defRPr sz="3600"/>
            </a:lvl6pPr>
            <a:lvl7pPr lvl="6" algn="ctr">
              <a:lnSpc>
                <a:spcPct val="100000"/>
              </a:lnSpc>
              <a:spcBef>
                <a:spcPts val="0"/>
              </a:spcBef>
              <a:spcAft>
                <a:spcPts val="0"/>
              </a:spcAft>
              <a:buSzPts val="3600"/>
              <a:buNone/>
              <a:defRPr sz="3600"/>
            </a:lvl7pPr>
            <a:lvl8pPr lvl="7" algn="ctr">
              <a:lnSpc>
                <a:spcPct val="100000"/>
              </a:lnSpc>
              <a:spcBef>
                <a:spcPts val="0"/>
              </a:spcBef>
              <a:spcAft>
                <a:spcPts val="0"/>
              </a:spcAft>
              <a:buSzPts val="3600"/>
              <a:buNone/>
              <a:defRPr sz="3600"/>
            </a:lvl8pPr>
            <a:lvl9pPr lvl="8" algn="ctr">
              <a:lnSpc>
                <a:spcPct val="100000"/>
              </a:lnSpc>
              <a:spcBef>
                <a:spcPts val="0"/>
              </a:spcBef>
              <a:spcAft>
                <a:spcPts val="0"/>
              </a:spcAft>
              <a:buSzPts val="3600"/>
              <a:buNone/>
              <a:defRPr sz="3600"/>
            </a:lvl9pPr>
          </a:lstStyle>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six columns">
  <p:cSld name="BLANK_1_1_1_1_1">
    <p:spTree>
      <p:nvGrpSpPr>
        <p:cNvPr id="610" name="Shape 610"/>
        <p:cNvGrpSpPr/>
        <p:nvPr/>
      </p:nvGrpSpPr>
      <p:grpSpPr>
        <a:xfrm>
          <a:off x="0" y="0"/>
          <a:ext cx="0" cy="0"/>
          <a:chOff x="0" y="0"/>
          <a:chExt cx="0" cy="0"/>
        </a:xfrm>
      </p:grpSpPr>
      <p:pic>
        <p:nvPicPr>
          <p:cNvPr id="611" name="Google Shape;611;p61"/>
          <p:cNvPicPr preferRelativeResize="0"/>
          <p:nvPr/>
        </p:nvPicPr>
        <p:blipFill rotWithShape="1">
          <a:blip r:embed="rId2">
            <a:alphaModFix amt="14000"/>
          </a:blip>
          <a:srcRect b="0" l="0" r="0" t="0"/>
          <a:stretch/>
        </p:blipFill>
        <p:spPr>
          <a:xfrm>
            <a:off x="0" y="0"/>
            <a:ext cx="9144000" cy="5143500"/>
          </a:xfrm>
          <a:prstGeom prst="rect">
            <a:avLst/>
          </a:prstGeom>
          <a:noFill/>
          <a:ln>
            <a:noFill/>
          </a:ln>
        </p:spPr>
      </p:pic>
      <p:grpSp>
        <p:nvGrpSpPr>
          <p:cNvPr id="612" name="Google Shape;612;p61"/>
          <p:cNvGrpSpPr/>
          <p:nvPr/>
        </p:nvGrpSpPr>
        <p:grpSpPr>
          <a:xfrm>
            <a:off x="372025" y="321975"/>
            <a:ext cx="8400000" cy="4503300"/>
            <a:chOff x="372025" y="321975"/>
            <a:chExt cx="8400000" cy="4503300"/>
          </a:xfrm>
        </p:grpSpPr>
        <p:grpSp>
          <p:nvGrpSpPr>
            <p:cNvPr id="613" name="Google Shape;613;p61"/>
            <p:cNvGrpSpPr/>
            <p:nvPr/>
          </p:nvGrpSpPr>
          <p:grpSpPr>
            <a:xfrm>
              <a:off x="372025" y="321975"/>
              <a:ext cx="8400000" cy="4503300"/>
              <a:chOff x="372025" y="321975"/>
              <a:chExt cx="8400000" cy="4503300"/>
            </a:xfrm>
          </p:grpSpPr>
          <p:sp>
            <p:nvSpPr>
              <p:cNvPr id="614" name="Google Shape;614;p61"/>
              <p:cNvSpPr/>
              <p:nvPr/>
            </p:nvSpPr>
            <p:spPr>
              <a:xfrm>
                <a:off x="372375" y="324675"/>
                <a:ext cx="8394900" cy="4500600"/>
              </a:xfrm>
              <a:prstGeom prst="rect">
                <a:avLst/>
              </a:prstGeom>
              <a:solidFill>
                <a:srgbClr val="7C7C7C">
                  <a:alpha val="14117"/>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nvGrpSpPr>
              <p:cNvPr id="615" name="Google Shape;615;p61"/>
              <p:cNvGrpSpPr/>
              <p:nvPr/>
            </p:nvGrpSpPr>
            <p:grpSpPr>
              <a:xfrm>
                <a:off x="372025" y="321975"/>
                <a:ext cx="8400000" cy="4499700"/>
                <a:chOff x="372025" y="321975"/>
                <a:chExt cx="8400000" cy="4499700"/>
              </a:xfrm>
            </p:grpSpPr>
            <p:sp>
              <p:nvSpPr>
                <p:cNvPr id="616" name="Google Shape;616;p61"/>
                <p:cNvSpPr/>
                <p:nvPr/>
              </p:nvSpPr>
              <p:spPr>
                <a:xfrm>
                  <a:off x="372025" y="321975"/>
                  <a:ext cx="8400000" cy="44997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17" name="Google Shape;617;p61"/>
                <p:cNvSpPr/>
                <p:nvPr/>
              </p:nvSpPr>
              <p:spPr>
                <a:xfrm>
                  <a:off x="372025" y="321975"/>
                  <a:ext cx="8400000" cy="2181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18" name="Google Shape;618;p61"/>
                <p:cNvSpPr/>
                <p:nvPr/>
              </p:nvSpPr>
              <p:spPr>
                <a:xfrm>
                  <a:off x="486450" y="380900"/>
                  <a:ext cx="100200" cy="100200"/>
                </a:xfrm>
                <a:prstGeom prst="ellipse">
                  <a:avLst/>
                </a:pr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19" name="Google Shape;619;p61"/>
                <p:cNvSpPr/>
                <p:nvPr/>
              </p:nvSpPr>
              <p:spPr>
                <a:xfrm>
                  <a:off x="669900" y="380900"/>
                  <a:ext cx="100200" cy="100200"/>
                </a:xfrm>
                <a:prstGeom prst="ellipse">
                  <a:avLst/>
                </a:pr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20" name="Google Shape;620;p61"/>
                <p:cNvSpPr/>
                <p:nvPr/>
              </p:nvSpPr>
              <p:spPr>
                <a:xfrm>
                  <a:off x="853350" y="380900"/>
                  <a:ext cx="100200" cy="100200"/>
                </a:xfrm>
                <a:prstGeom prst="ellipse">
                  <a:avLst/>
                </a:pr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21" name="Google Shape;621;p61"/>
                <p:cNvSpPr/>
                <p:nvPr/>
              </p:nvSpPr>
              <p:spPr>
                <a:xfrm>
                  <a:off x="8537750" y="380900"/>
                  <a:ext cx="100200" cy="1002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cxnSp>
              <p:nvCxnSpPr>
                <p:cNvPr id="622" name="Google Shape;622;p61"/>
                <p:cNvCxnSpPr/>
                <p:nvPr/>
              </p:nvCxnSpPr>
              <p:spPr>
                <a:xfrm>
                  <a:off x="7498375" y="431000"/>
                  <a:ext cx="1039500" cy="0"/>
                </a:xfrm>
                <a:prstGeom prst="straightConnector1">
                  <a:avLst/>
                </a:prstGeom>
                <a:noFill/>
                <a:ln cap="flat" cmpd="sng" w="9525">
                  <a:solidFill>
                    <a:schemeClr val="dk2"/>
                  </a:solidFill>
                  <a:prstDash val="solid"/>
                  <a:round/>
                  <a:headEnd len="sm" w="sm" type="none"/>
                  <a:tailEnd len="sm" w="sm" type="none"/>
                </a:ln>
              </p:spPr>
            </p:cxnSp>
          </p:grpSp>
        </p:grpSp>
        <p:cxnSp>
          <p:nvCxnSpPr>
            <p:cNvPr id="623" name="Google Shape;623;p61"/>
            <p:cNvCxnSpPr/>
            <p:nvPr/>
          </p:nvCxnSpPr>
          <p:spPr>
            <a:xfrm>
              <a:off x="372025" y="1104300"/>
              <a:ext cx="8400000" cy="0"/>
            </a:xfrm>
            <a:prstGeom prst="straightConnector1">
              <a:avLst/>
            </a:prstGeom>
            <a:noFill/>
            <a:ln cap="flat" cmpd="sng" w="9525">
              <a:solidFill>
                <a:schemeClr val="dk2"/>
              </a:solidFill>
              <a:prstDash val="solid"/>
              <a:round/>
              <a:headEnd len="sm" w="sm" type="none"/>
              <a:tailEnd len="sm" w="sm" type="none"/>
            </a:ln>
          </p:spPr>
        </p:cxnSp>
      </p:grpSp>
      <p:sp>
        <p:nvSpPr>
          <p:cNvPr id="624" name="Google Shape;624;p61"/>
          <p:cNvSpPr txBox="1"/>
          <p:nvPr>
            <p:ph type="title"/>
          </p:nvPr>
        </p:nvSpPr>
        <p:spPr>
          <a:xfrm>
            <a:off x="720000" y="540000"/>
            <a:ext cx="7704000" cy="564300"/>
          </a:xfrm>
          <a:prstGeom prst="rect">
            <a:avLst/>
          </a:prstGeom>
          <a:noFill/>
          <a:ln>
            <a:noFill/>
          </a:ln>
        </p:spPr>
        <p:txBody>
          <a:bodyPr anchorCtr="0" anchor="ctr" bIns="91425" lIns="91425" spcFirstLastPara="1" rIns="91425" wrap="square" tIns="91425">
            <a:noAutofit/>
          </a:bodyPr>
          <a:lstStyle>
            <a:lvl1pPr lvl="0" algn="l">
              <a:lnSpc>
                <a:spcPct val="100000"/>
              </a:lnSpc>
              <a:spcBef>
                <a:spcPts val="0"/>
              </a:spcBef>
              <a:spcAft>
                <a:spcPts val="0"/>
              </a:spcAft>
              <a:buSzPts val="2800"/>
              <a:buNone/>
              <a:defRPr/>
            </a:lvl1pPr>
            <a:lvl2pPr lvl="1" algn="l">
              <a:lnSpc>
                <a:spcPct val="100000"/>
              </a:lnSpc>
              <a:spcBef>
                <a:spcPts val="0"/>
              </a:spcBef>
              <a:spcAft>
                <a:spcPts val="0"/>
              </a:spcAft>
              <a:buSzPts val="2800"/>
              <a:buNone/>
              <a:defRPr/>
            </a:lvl2pPr>
            <a:lvl3pPr lvl="2" algn="l">
              <a:lnSpc>
                <a:spcPct val="100000"/>
              </a:lnSpc>
              <a:spcBef>
                <a:spcPts val="0"/>
              </a:spcBef>
              <a:spcAft>
                <a:spcPts val="0"/>
              </a:spcAft>
              <a:buSzPts val="2800"/>
              <a:buNone/>
              <a:defRPr/>
            </a:lvl3pPr>
            <a:lvl4pPr lvl="3" algn="l">
              <a:lnSpc>
                <a:spcPct val="100000"/>
              </a:lnSpc>
              <a:spcBef>
                <a:spcPts val="0"/>
              </a:spcBef>
              <a:spcAft>
                <a:spcPts val="0"/>
              </a:spcAft>
              <a:buSzPts val="2800"/>
              <a:buNone/>
              <a:defRPr/>
            </a:lvl4pPr>
            <a:lvl5pPr lvl="4" algn="l">
              <a:lnSpc>
                <a:spcPct val="100000"/>
              </a:lnSpc>
              <a:spcBef>
                <a:spcPts val="0"/>
              </a:spcBef>
              <a:spcAft>
                <a:spcPts val="0"/>
              </a:spcAft>
              <a:buSzPts val="2800"/>
              <a:buNone/>
              <a:defRPr/>
            </a:lvl5pPr>
            <a:lvl6pPr lvl="5" algn="l">
              <a:lnSpc>
                <a:spcPct val="100000"/>
              </a:lnSpc>
              <a:spcBef>
                <a:spcPts val="0"/>
              </a:spcBef>
              <a:spcAft>
                <a:spcPts val="0"/>
              </a:spcAft>
              <a:buSzPts val="2800"/>
              <a:buNone/>
              <a:defRPr/>
            </a:lvl6pPr>
            <a:lvl7pPr lvl="6" algn="l">
              <a:lnSpc>
                <a:spcPct val="100000"/>
              </a:lnSpc>
              <a:spcBef>
                <a:spcPts val="0"/>
              </a:spcBef>
              <a:spcAft>
                <a:spcPts val="0"/>
              </a:spcAft>
              <a:buSzPts val="2800"/>
              <a:buNone/>
              <a:defRPr/>
            </a:lvl7pPr>
            <a:lvl8pPr lvl="7" algn="l">
              <a:lnSpc>
                <a:spcPct val="100000"/>
              </a:lnSpc>
              <a:spcBef>
                <a:spcPts val="0"/>
              </a:spcBef>
              <a:spcAft>
                <a:spcPts val="0"/>
              </a:spcAft>
              <a:buSzPts val="2800"/>
              <a:buNone/>
              <a:defRPr/>
            </a:lvl8pPr>
            <a:lvl9pPr lvl="8" algn="l">
              <a:lnSpc>
                <a:spcPct val="100000"/>
              </a:lnSpc>
              <a:spcBef>
                <a:spcPts val="0"/>
              </a:spcBef>
              <a:spcAft>
                <a:spcPts val="0"/>
              </a:spcAft>
              <a:buSzPts val="2800"/>
              <a:buNone/>
              <a:defRPr/>
            </a:lvl9pPr>
          </a:lstStyle>
          <a:p/>
        </p:txBody>
      </p:sp>
      <p:sp>
        <p:nvSpPr>
          <p:cNvPr id="625" name="Google Shape;625;p61"/>
          <p:cNvSpPr txBox="1"/>
          <p:nvPr>
            <p:ph idx="2" type="title"/>
          </p:nvPr>
        </p:nvSpPr>
        <p:spPr>
          <a:xfrm>
            <a:off x="720000" y="1639250"/>
            <a:ext cx="2305500" cy="5277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lvl1pPr lvl="0" algn="ctr">
              <a:lnSpc>
                <a:spcPct val="100000"/>
              </a:lnSpc>
              <a:spcBef>
                <a:spcPts val="0"/>
              </a:spcBef>
              <a:spcAft>
                <a:spcPts val="0"/>
              </a:spcAft>
              <a:buSzPts val="2400"/>
              <a:buNone/>
              <a:defRPr sz="1600">
                <a:solidFill>
                  <a:schemeClr val="lt2"/>
                </a:solidFill>
              </a:defRPr>
            </a:lvl1pPr>
            <a:lvl2pPr lvl="1" algn="ctr">
              <a:lnSpc>
                <a:spcPct val="100000"/>
              </a:lnSpc>
              <a:spcBef>
                <a:spcPts val="0"/>
              </a:spcBef>
              <a:spcAft>
                <a:spcPts val="0"/>
              </a:spcAft>
              <a:buSzPts val="2400"/>
              <a:buNone/>
              <a:defRPr sz="2400"/>
            </a:lvl2pPr>
            <a:lvl3pPr lvl="2" algn="ctr">
              <a:lnSpc>
                <a:spcPct val="100000"/>
              </a:lnSpc>
              <a:spcBef>
                <a:spcPts val="0"/>
              </a:spcBef>
              <a:spcAft>
                <a:spcPts val="0"/>
              </a:spcAft>
              <a:buSzPts val="2400"/>
              <a:buNone/>
              <a:defRPr sz="2400"/>
            </a:lvl3pPr>
            <a:lvl4pPr lvl="3" algn="ctr">
              <a:lnSpc>
                <a:spcPct val="100000"/>
              </a:lnSpc>
              <a:spcBef>
                <a:spcPts val="0"/>
              </a:spcBef>
              <a:spcAft>
                <a:spcPts val="0"/>
              </a:spcAft>
              <a:buSzPts val="2400"/>
              <a:buNone/>
              <a:defRPr sz="2400"/>
            </a:lvl4pPr>
            <a:lvl5pPr lvl="4" algn="ctr">
              <a:lnSpc>
                <a:spcPct val="100000"/>
              </a:lnSpc>
              <a:spcBef>
                <a:spcPts val="0"/>
              </a:spcBef>
              <a:spcAft>
                <a:spcPts val="0"/>
              </a:spcAft>
              <a:buSzPts val="2400"/>
              <a:buNone/>
              <a:defRPr sz="2400"/>
            </a:lvl5pPr>
            <a:lvl6pPr lvl="5" algn="ctr">
              <a:lnSpc>
                <a:spcPct val="100000"/>
              </a:lnSpc>
              <a:spcBef>
                <a:spcPts val="0"/>
              </a:spcBef>
              <a:spcAft>
                <a:spcPts val="0"/>
              </a:spcAft>
              <a:buSzPts val="2400"/>
              <a:buNone/>
              <a:defRPr sz="2400"/>
            </a:lvl6pPr>
            <a:lvl7pPr lvl="6" algn="ctr">
              <a:lnSpc>
                <a:spcPct val="100000"/>
              </a:lnSpc>
              <a:spcBef>
                <a:spcPts val="0"/>
              </a:spcBef>
              <a:spcAft>
                <a:spcPts val="0"/>
              </a:spcAft>
              <a:buSzPts val="2400"/>
              <a:buNone/>
              <a:defRPr sz="2400"/>
            </a:lvl7pPr>
            <a:lvl8pPr lvl="7" algn="ctr">
              <a:lnSpc>
                <a:spcPct val="100000"/>
              </a:lnSpc>
              <a:spcBef>
                <a:spcPts val="0"/>
              </a:spcBef>
              <a:spcAft>
                <a:spcPts val="0"/>
              </a:spcAft>
              <a:buSzPts val="2400"/>
              <a:buNone/>
              <a:defRPr sz="2400"/>
            </a:lvl8pPr>
            <a:lvl9pPr lvl="8" algn="ctr">
              <a:lnSpc>
                <a:spcPct val="100000"/>
              </a:lnSpc>
              <a:spcBef>
                <a:spcPts val="0"/>
              </a:spcBef>
              <a:spcAft>
                <a:spcPts val="0"/>
              </a:spcAft>
              <a:buSzPts val="2400"/>
              <a:buNone/>
              <a:defRPr sz="2400"/>
            </a:lvl9pPr>
          </a:lstStyle>
          <a:p/>
        </p:txBody>
      </p:sp>
      <p:sp>
        <p:nvSpPr>
          <p:cNvPr id="626" name="Google Shape;626;p61"/>
          <p:cNvSpPr txBox="1"/>
          <p:nvPr>
            <p:ph idx="1" type="subTitle"/>
          </p:nvPr>
        </p:nvSpPr>
        <p:spPr>
          <a:xfrm>
            <a:off x="720000" y="2166950"/>
            <a:ext cx="2305500" cy="613200"/>
          </a:xfrm>
          <a:prstGeom prst="rect">
            <a:avLst/>
          </a:prstGeom>
          <a:noFill/>
          <a:ln cap="flat" cmpd="sng" w="9525">
            <a:solidFill>
              <a:schemeClr val="dk2"/>
            </a:solidFill>
            <a:prstDash val="solid"/>
            <a:round/>
            <a:headEnd len="sm" w="sm" type="none"/>
            <a:tailEnd len="sm" w="sm" type="none"/>
          </a:ln>
        </p:spPr>
        <p:txBody>
          <a:bodyPr anchorCtr="0" anchor="t" bIns="91425" lIns="91425" spcFirstLastPara="1" rIns="91425" wrap="square" tIns="91425">
            <a:noAutofit/>
          </a:bodyPr>
          <a:lstStyle>
            <a:lvl1pPr lvl="0" algn="ctr">
              <a:lnSpc>
                <a:spcPct val="100000"/>
              </a:lnSpc>
              <a:spcBef>
                <a:spcPts val="0"/>
              </a:spcBef>
              <a:spcAft>
                <a:spcPts val="0"/>
              </a:spcAft>
              <a:buSzPts val="1400"/>
              <a:buNone/>
              <a:defRPr sz="1400"/>
            </a:lvl1pPr>
            <a:lvl2pPr lvl="1" algn="ctr">
              <a:lnSpc>
                <a:spcPct val="100000"/>
              </a:lnSpc>
              <a:spcBef>
                <a:spcPts val="0"/>
              </a:spcBef>
              <a:spcAft>
                <a:spcPts val="0"/>
              </a:spcAft>
              <a:buSzPts val="1400"/>
              <a:buNone/>
              <a:defRPr/>
            </a:lvl2pPr>
            <a:lvl3pPr lvl="2" algn="ctr">
              <a:lnSpc>
                <a:spcPct val="100000"/>
              </a:lnSpc>
              <a:spcBef>
                <a:spcPts val="1600"/>
              </a:spcBef>
              <a:spcAft>
                <a:spcPts val="0"/>
              </a:spcAft>
              <a:buSzPts val="1400"/>
              <a:buNone/>
              <a:defRPr/>
            </a:lvl3pPr>
            <a:lvl4pPr lvl="3" algn="ctr">
              <a:lnSpc>
                <a:spcPct val="100000"/>
              </a:lnSpc>
              <a:spcBef>
                <a:spcPts val="1600"/>
              </a:spcBef>
              <a:spcAft>
                <a:spcPts val="0"/>
              </a:spcAft>
              <a:buSzPts val="1400"/>
              <a:buNone/>
              <a:defRPr/>
            </a:lvl4pPr>
            <a:lvl5pPr lvl="4" algn="ctr">
              <a:lnSpc>
                <a:spcPct val="100000"/>
              </a:lnSpc>
              <a:spcBef>
                <a:spcPts val="1600"/>
              </a:spcBef>
              <a:spcAft>
                <a:spcPts val="0"/>
              </a:spcAft>
              <a:buSzPts val="1400"/>
              <a:buNone/>
              <a:defRPr/>
            </a:lvl5pPr>
            <a:lvl6pPr lvl="5" algn="ctr">
              <a:lnSpc>
                <a:spcPct val="100000"/>
              </a:lnSpc>
              <a:spcBef>
                <a:spcPts val="1600"/>
              </a:spcBef>
              <a:spcAft>
                <a:spcPts val="0"/>
              </a:spcAft>
              <a:buSzPts val="1400"/>
              <a:buNone/>
              <a:defRPr/>
            </a:lvl6pPr>
            <a:lvl7pPr lvl="6" algn="ctr">
              <a:lnSpc>
                <a:spcPct val="100000"/>
              </a:lnSpc>
              <a:spcBef>
                <a:spcPts val="1600"/>
              </a:spcBef>
              <a:spcAft>
                <a:spcPts val="0"/>
              </a:spcAft>
              <a:buSzPts val="1400"/>
              <a:buNone/>
              <a:defRPr/>
            </a:lvl7pPr>
            <a:lvl8pPr lvl="7" algn="ctr">
              <a:lnSpc>
                <a:spcPct val="100000"/>
              </a:lnSpc>
              <a:spcBef>
                <a:spcPts val="1600"/>
              </a:spcBef>
              <a:spcAft>
                <a:spcPts val="0"/>
              </a:spcAft>
              <a:buSzPts val="1400"/>
              <a:buNone/>
              <a:defRPr/>
            </a:lvl8pPr>
            <a:lvl9pPr lvl="8" algn="ctr">
              <a:lnSpc>
                <a:spcPct val="100000"/>
              </a:lnSpc>
              <a:spcBef>
                <a:spcPts val="1600"/>
              </a:spcBef>
              <a:spcAft>
                <a:spcPts val="1600"/>
              </a:spcAft>
              <a:buSzPts val="1400"/>
              <a:buNone/>
              <a:defRPr/>
            </a:lvl9pPr>
          </a:lstStyle>
          <a:p/>
        </p:txBody>
      </p:sp>
      <p:sp>
        <p:nvSpPr>
          <p:cNvPr id="627" name="Google Shape;627;p61"/>
          <p:cNvSpPr txBox="1"/>
          <p:nvPr>
            <p:ph idx="3" type="title"/>
          </p:nvPr>
        </p:nvSpPr>
        <p:spPr>
          <a:xfrm>
            <a:off x="3419269" y="1639250"/>
            <a:ext cx="2305500" cy="5277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lvl1pPr lvl="0" algn="ctr">
              <a:lnSpc>
                <a:spcPct val="100000"/>
              </a:lnSpc>
              <a:spcBef>
                <a:spcPts val="0"/>
              </a:spcBef>
              <a:spcAft>
                <a:spcPts val="0"/>
              </a:spcAft>
              <a:buSzPts val="2400"/>
              <a:buNone/>
              <a:defRPr sz="1600">
                <a:solidFill>
                  <a:schemeClr val="lt2"/>
                </a:solidFill>
              </a:defRPr>
            </a:lvl1pPr>
            <a:lvl2pPr lvl="1" algn="ctr">
              <a:lnSpc>
                <a:spcPct val="100000"/>
              </a:lnSpc>
              <a:spcBef>
                <a:spcPts val="0"/>
              </a:spcBef>
              <a:spcAft>
                <a:spcPts val="0"/>
              </a:spcAft>
              <a:buSzPts val="2400"/>
              <a:buNone/>
              <a:defRPr sz="2400"/>
            </a:lvl2pPr>
            <a:lvl3pPr lvl="2" algn="ctr">
              <a:lnSpc>
                <a:spcPct val="100000"/>
              </a:lnSpc>
              <a:spcBef>
                <a:spcPts val="0"/>
              </a:spcBef>
              <a:spcAft>
                <a:spcPts val="0"/>
              </a:spcAft>
              <a:buSzPts val="2400"/>
              <a:buNone/>
              <a:defRPr sz="2400"/>
            </a:lvl3pPr>
            <a:lvl4pPr lvl="3" algn="ctr">
              <a:lnSpc>
                <a:spcPct val="100000"/>
              </a:lnSpc>
              <a:spcBef>
                <a:spcPts val="0"/>
              </a:spcBef>
              <a:spcAft>
                <a:spcPts val="0"/>
              </a:spcAft>
              <a:buSzPts val="2400"/>
              <a:buNone/>
              <a:defRPr sz="2400"/>
            </a:lvl4pPr>
            <a:lvl5pPr lvl="4" algn="ctr">
              <a:lnSpc>
                <a:spcPct val="100000"/>
              </a:lnSpc>
              <a:spcBef>
                <a:spcPts val="0"/>
              </a:spcBef>
              <a:spcAft>
                <a:spcPts val="0"/>
              </a:spcAft>
              <a:buSzPts val="2400"/>
              <a:buNone/>
              <a:defRPr sz="2400"/>
            </a:lvl5pPr>
            <a:lvl6pPr lvl="5" algn="ctr">
              <a:lnSpc>
                <a:spcPct val="100000"/>
              </a:lnSpc>
              <a:spcBef>
                <a:spcPts val="0"/>
              </a:spcBef>
              <a:spcAft>
                <a:spcPts val="0"/>
              </a:spcAft>
              <a:buSzPts val="2400"/>
              <a:buNone/>
              <a:defRPr sz="2400"/>
            </a:lvl6pPr>
            <a:lvl7pPr lvl="6" algn="ctr">
              <a:lnSpc>
                <a:spcPct val="100000"/>
              </a:lnSpc>
              <a:spcBef>
                <a:spcPts val="0"/>
              </a:spcBef>
              <a:spcAft>
                <a:spcPts val="0"/>
              </a:spcAft>
              <a:buSzPts val="2400"/>
              <a:buNone/>
              <a:defRPr sz="2400"/>
            </a:lvl7pPr>
            <a:lvl8pPr lvl="7" algn="ctr">
              <a:lnSpc>
                <a:spcPct val="100000"/>
              </a:lnSpc>
              <a:spcBef>
                <a:spcPts val="0"/>
              </a:spcBef>
              <a:spcAft>
                <a:spcPts val="0"/>
              </a:spcAft>
              <a:buSzPts val="2400"/>
              <a:buNone/>
              <a:defRPr sz="2400"/>
            </a:lvl8pPr>
            <a:lvl9pPr lvl="8" algn="ctr">
              <a:lnSpc>
                <a:spcPct val="100000"/>
              </a:lnSpc>
              <a:spcBef>
                <a:spcPts val="0"/>
              </a:spcBef>
              <a:spcAft>
                <a:spcPts val="0"/>
              </a:spcAft>
              <a:buSzPts val="2400"/>
              <a:buNone/>
              <a:defRPr sz="2400"/>
            </a:lvl9pPr>
          </a:lstStyle>
          <a:p/>
        </p:txBody>
      </p:sp>
      <p:sp>
        <p:nvSpPr>
          <p:cNvPr id="628" name="Google Shape;628;p61"/>
          <p:cNvSpPr txBox="1"/>
          <p:nvPr>
            <p:ph idx="4" type="subTitle"/>
          </p:nvPr>
        </p:nvSpPr>
        <p:spPr>
          <a:xfrm>
            <a:off x="3419271" y="2166950"/>
            <a:ext cx="2305500" cy="613200"/>
          </a:xfrm>
          <a:prstGeom prst="rect">
            <a:avLst/>
          </a:prstGeom>
          <a:noFill/>
          <a:ln cap="flat" cmpd="sng" w="9525">
            <a:solidFill>
              <a:schemeClr val="dk2"/>
            </a:solidFill>
            <a:prstDash val="solid"/>
            <a:round/>
            <a:headEnd len="sm" w="sm" type="none"/>
            <a:tailEnd len="sm" w="sm" type="none"/>
          </a:ln>
        </p:spPr>
        <p:txBody>
          <a:bodyPr anchorCtr="0" anchor="t" bIns="91425" lIns="91425" spcFirstLastPara="1" rIns="91425" wrap="square" tIns="91425">
            <a:noAutofit/>
          </a:bodyPr>
          <a:lstStyle>
            <a:lvl1pPr lvl="0" algn="ctr">
              <a:lnSpc>
                <a:spcPct val="100000"/>
              </a:lnSpc>
              <a:spcBef>
                <a:spcPts val="0"/>
              </a:spcBef>
              <a:spcAft>
                <a:spcPts val="0"/>
              </a:spcAft>
              <a:buSzPts val="1400"/>
              <a:buNone/>
              <a:defRPr sz="1400"/>
            </a:lvl1pPr>
            <a:lvl2pPr lvl="1" algn="ctr">
              <a:lnSpc>
                <a:spcPct val="100000"/>
              </a:lnSpc>
              <a:spcBef>
                <a:spcPts val="0"/>
              </a:spcBef>
              <a:spcAft>
                <a:spcPts val="0"/>
              </a:spcAft>
              <a:buSzPts val="1400"/>
              <a:buNone/>
              <a:defRPr/>
            </a:lvl2pPr>
            <a:lvl3pPr lvl="2" algn="ctr">
              <a:lnSpc>
                <a:spcPct val="100000"/>
              </a:lnSpc>
              <a:spcBef>
                <a:spcPts val="1600"/>
              </a:spcBef>
              <a:spcAft>
                <a:spcPts val="0"/>
              </a:spcAft>
              <a:buSzPts val="1400"/>
              <a:buNone/>
              <a:defRPr/>
            </a:lvl3pPr>
            <a:lvl4pPr lvl="3" algn="ctr">
              <a:lnSpc>
                <a:spcPct val="100000"/>
              </a:lnSpc>
              <a:spcBef>
                <a:spcPts val="1600"/>
              </a:spcBef>
              <a:spcAft>
                <a:spcPts val="0"/>
              </a:spcAft>
              <a:buSzPts val="1400"/>
              <a:buNone/>
              <a:defRPr/>
            </a:lvl4pPr>
            <a:lvl5pPr lvl="4" algn="ctr">
              <a:lnSpc>
                <a:spcPct val="100000"/>
              </a:lnSpc>
              <a:spcBef>
                <a:spcPts val="1600"/>
              </a:spcBef>
              <a:spcAft>
                <a:spcPts val="0"/>
              </a:spcAft>
              <a:buSzPts val="1400"/>
              <a:buNone/>
              <a:defRPr/>
            </a:lvl5pPr>
            <a:lvl6pPr lvl="5" algn="ctr">
              <a:lnSpc>
                <a:spcPct val="100000"/>
              </a:lnSpc>
              <a:spcBef>
                <a:spcPts val="1600"/>
              </a:spcBef>
              <a:spcAft>
                <a:spcPts val="0"/>
              </a:spcAft>
              <a:buSzPts val="1400"/>
              <a:buNone/>
              <a:defRPr/>
            </a:lvl6pPr>
            <a:lvl7pPr lvl="6" algn="ctr">
              <a:lnSpc>
                <a:spcPct val="100000"/>
              </a:lnSpc>
              <a:spcBef>
                <a:spcPts val="1600"/>
              </a:spcBef>
              <a:spcAft>
                <a:spcPts val="0"/>
              </a:spcAft>
              <a:buSzPts val="1400"/>
              <a:buNone/>
              <a:defRPr/>
            </a:lvl7pPr>
            <a:lvl8pPr lvl="7" algn="ctr">
              <a:lnSpc>
                <a:spcPct val="100000"/>
              </a:lnSpc>
              <a:spcBef>
                <a:spcPts val="1600"/>
              </a:spcBef>
              <a:spcAft>
                <a:spcPts val="0"/>
              </a:spcAft>
              <a:buSzPts val="1400"/>
              <a:buNone/>
              <a:defRPr/>
            </a:lvl8pPr>
            <a:lvl9pPr lvl="8" algn="ctr">
              <a:lnSpc>
                <a:spcPct val="100000"/>
              </a:lnSpc>
              <a:spcBef>
                <a:spcPts val="1600"/>
              </a:spcBef>
              <a:spcAft>
                <a:spcPts val="1600"/>
              </a:spcAft>
              <a:buSzPts val="1400"/>
              <a:buNone/>
              <a:defRPr/>
            </a:lvl9pPr>
          </a:lstStyle>
          <a:p/>
        </p:txBody>
      </p:sp>
      <p:sp>
        <p:nvSpPr>
          <p:cNvPr id="629" name="Google Shape;629;p61"/>
          <p:cNvSpPr txBox="1"/>
          <p:nvPr>
            <p:ph idx="5" type="title"/>
          </p:nvPr>
        </p:nvSpPr>
        <p:spPr>
          <a:xfrm>
            <a:off x="720000" y="3325325"/>
            <a:ext cx="2305500" cy="5277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lvl1pPr lvl="0" algn="ctr">
              <a:lnSpc>
                <a:spcPct val="100000"/>
              </a:lnSpc>
              <a:spcBef>
                <a:spcPts val="0"/>
              </a:spcBef>
              <a:spcAft>
                <a:spcPts val="0"/>
              </a:spcAft>
              <a:buSzPts val="2400"/>
              <a:buNone/>
              <a:defRPr sz="1600">
                <a:solidFill>
                  <a:schemeClr val="lt2"/>
                </a:solidFill>
              </a:defRPr>
            </a:lvl1pPr>
            <a:lvl2pPr lvl="1" algn="ctr">
              <a:lnSpc>
                <a:spcPct val="100000"/>
              </a:lnSpc>
              <a:spcBef>
                <a:spcPts val="0"/>
              </a:spcBef>
              <a:spcAft>
                <a:spcPts val="0"/>
              </a:spcAft>
              <a:buSzPts val="2400"/>
              <a:buNone/>
              <a:defRPr sz="2400"/>
            </a:lvl2pPr>
            <a:lvl3pPr lvl="2" algn="ctr">
              <a:lnSpc>
                <a:spcPct val="100000"/>
              </a:lnSpc>
              <a:spcBef>
                <a:spcPts val="0"/>
              </a:spcBef>
              <a:spcAft>
                <a:spcPts val="0"/>
              </a:spcAft>
              <a:buSzPts val="2400"/>
              <a:buNone/>
              <a:defRPr sz="2400"/>
            </a:lvl3pPr>
            <a:lvl4pPr lvl="3" algn="ctr">
              <a:lnSpc>
                <a:spcPct val="100000"/>
              </a:lnSpc>
              <a:spcBef>
                <a:spcPts val="0"/>
              </a:spcBef>
              <a:spcAft>
                <a:spcPts val="0"/>
              </a:spcAft>
              <a:buSzPts val="2400"/>
              <a:buNone/>
              <a:defRPr sz="2400"/>
            </a:lvl4pPr>
            <a:lvl5pPr lvl="4" algn="ctr">
              <a:lnSpc>
                <a:spcPct val="100000"/>
              </a:lnSpc>
              <a:spcBef>
                <a:spcPts val="0"/>
              </a:spcBef>
              <a:spcAft>
                <a:spcPts val="0"/>
              </a:spcAft>
              <a:buSzPts val="2400"/>
              <a:buNone/>
              <a:defRPr sz="2400"/>
            </a:lvl5pPr>
            <a:lvl6pPr lvl="5" algn="ctr">
              <a:lnSpc>
                <a:spcPct val="100000"/>
              </a:lnSpc>
              <a:spcBef>
                <a:spcPts val="0"/>
              </a:spcBef>
              <a:spcAft>
                <a:spcPts val="0"/>
              </a:spcAft>
              <a:buSzPts val="2400"/>
              <a:buNone/>
              <a:defRPr sz="2400"/>
            </a:lvl6pPr>
            <a:lvl7pPr lvl="6" algn="ctr">
              <a:lnSpc>
                <a:spcPct val="100000"/>
              </a:lnSpc>
              <a:spcBef>
                <a:spcPts val="0"/>
              </a:spcBef>
              <a:spcAft>
                <a:spcPts val="0"/>
              </a:spcAft>
              <a:buSzPts val="2400"/>
              <a:buNone/>
              <a:defRPr sz="2400"/>
            </a:lvl7pPr>
            <a:lvl8pPr lvl="7" algn="ctr">
              <a:lnSpc>
                <a:spcPct val="100000"/>
              </a:lnSpc>
              <a:spcBef>
                <a:spcPts val="0"/>
              </a:spcBef>
              <a:spcAft>
                <a:spcPts val="0"/>
              </a:spcAft>
              <a:buSzPts val="2400"/>
              <a:buNone/>
              <a:defRPr sz="2400"/>
            </a:lvl8pPr>
            <a:lvl9pPr lvl="8" algn="ctr">
              <a:lnSpc>
                <a:spcPct val="100000"/>
              </a:lnSpc>
              <a:spcBef>
                <a:spcPts val="0"/>
              </a:spcBef>
              <a:spcAft>
                <a:spcPts val="0"/>
              </a:spcAft>
              <a:buSzPts val="2400"/>
              <a:buNone/>
              <a:defRPr sz="2400"/>
            </a:lvl9pPr>
          </a:lstStyle>
          <a:p/>
        </p:txBody>
      </p:sp>
      <p:sp>
        <p:nvSpPr>
          <p:cNvPr id="630" name="Google Shape;630;p61"/>
          <p:cNvSpPr txBox="1"/>
          <p:nvPr>
            <p:ph idx="6" type="subTitle"/>
          </p:nvPr>
        </p:nvSpPr>
        <p:spPr>
          <a:xfrm>
            <a:off x="720000" y="3853025"/>
            <a:ext cx="2305500" cy="613200"/>
          </a:xfrm>
          <a:prstGeom prst="rect">
            <a:avLst/>
          </a:prstGeom>
          <a:noFill/>
          <a:ln cap="flat" cmpd="sng" w="9525">
            <a:solidFill>
              <a:schemeClr val="dk2"/>
            </a:solidFill>
            <a:prstDash val="solid"/>
            <a:round/>
            <a:headEnd len="sm" w="sm" type="none"/>
            <a:tailEnd len="sm" w="sm" type="none"/>
          </a:ln>
        </p:spPr>
        <p:txBody>
          <a:bodyPr anchorCtr="0" anchor="t" bIns="91425" lIns="91425" spcFirstLastPara="1" rIns="91425" wrap="square" tIns="91425">
            <a:noAutofit/>
          </a:bodyPr>
          <a:lstStyle>
            <a:lvl1pPr lvl="0" algn="ctr">
              <a:lnSpc>
                <a:spcPct val="100000"/>
              </a:lnSpc>
              <a:spcBef>
                <a:spcPts val="0"/>
              </a:spcBef>
              <a:spcAft>
                <a:spcPts val="0"/>
              </a:spcAft>
              <a:buSzPts val="1400"/>
              <a:buNone/>
              <a:defRPr sz="1400"/>
            </a:lvl1pPr>
            <a:lvl2pPr lvl="1" algn="ctr">
              <a:lnSpc>
                <a:spcPct val="100000"/>
              </a:lnSpc>
              <a:spcBef>
                <a:spcPts val="0"/>
              </a:spcBef>
              <a:spcAft>
                <a:spcPts val="0"/>
              </a:spcAft>
              <a:buSzPts val="1400"/>
              <a:buNone/>
              <a:defRPr/>
            </a:lvl2pPr>
            <a:lvl3pPr lvl="2" algn="ctr">
              <a:lnSpc>
                <a:spcPct val="100000"/>
              </a:lnSpc>
              <a:spcBef>
                <a:spcPts val="1600"/>
              </a:spcBef>
              <a:spcAft>
                <a:spcPts val="0"/>
              </a:spcAft>
              <a:buSzPts val="1400"/>
              <a:buNone/>
              <a:defRPr/>
            </a:lvl3pPr>
            <a:lvl4pPr lvl="3" algn="ctr">
              <a:lnSpc>
                <a:spcPct val="100000"/>
              </a:lnSpc>
              <a:spcBef>
                <a:spcPts val="1600"/>
              </a:spcBef>
              <a:spcAft>
                <a:spcPts val="0"/>
              </a:spcAft>
              <a:buSzPts val="1400"/>
              <a:buNone/>
              <a:defRPr/>
            </a:lvl4pPr>
            <a:lvl5pPr lvl="4" algn="ctr">
              <a:lnSpc>
                <a:spcPct val="100000"/>
              </a:lnSpc>
              <a:spcBef>
                <a:spcPts val="1600"/>
              </a:spcBef>
              <a:spcAft>
                <a:spcPts val="0"/>
              </a:spcAft>
              <a:buSzPts val="1400"/>
              <a:buNone/>
              <a:defRPr/>
            </a:lvl5pPr>
            <a:lvl6pPr lvl="5" algn="ctr">
              <a:lnSpc>
                <a:spcPct val="100000"/>
              </a:lnSpc>
              <a:spcBef>
                <a:spcPts val="1600"/>
              </a:spcBef>
              <a:spcAft>
                <a:spcPts val="0"/>
              </a:spcAft>
              <a:buSzPts val="1400"/>
              <a:buNone/>
              <a:defRPr/>
            </a:lvl6pPr>
            <a:lvl7pPr lvl="6" algn="ctr">
              <a:lnSpc>
                <a:spcPct val="100000"/>
              </a:lnSpc>
              <a:spcBef>
                <a:spcPts val="1600"/>
              </a:spcBef>
              <a:spcAft>
                <a:spcPts val="0"/>
              </a:spcAft>
              <a:buSzPts val="1400"/>
              <a:buNone/>
              <a:defRPr/>
            </a:lvl7pPr>
            <a:lvl8pPr lvl="7" algn="ctr">
              <a:lnSpc>
                <a:spcPct val="100000"/>
              </a:lnSpc>
              <a:spcBef>
                <a:spcPts val="1600"/>
              </a:spcBef>
              <a:spcAft>
                <a:spcPts val="0"/>
              </a:spcAft>
              <a:buSzPts val="1400"/>
              <a:buNone/>
              <a:defRPr/>
            </a:lvl8pPr>
            <a:lvl9pPr lvl="8" algn="ctr">
              <a:lnSpc>
                <a:spcPct val="100000"/>
              </a:lnSpc>
              <a:spcBef>
                <a:spcPts val="1600"/>
              </a:spcBef>
              <a:spcAft>
                <a:spcPts val="1600"/>
              </a:spcAft>
              <a:buSzPts val="1400"/>
              <a:buNone/>
              <a:defRPr/>
            </a:lvl9pPr>
          </a:lstStyle>
          <a:p/>
        </p:txBody>
      </p:sp>
      <p:sp>
        <p:nvSpPr>
          <p:cNvPr id="631" name="Google Shape;631;p61"/>
          <p:cNvSpPr txBox="1"/>
          <p:nvPr>
            <p:ph idx="7" type="title"/>
          </p:nvPr>
        </p:nvSpPr>
        <p:spPr>
          <a:xfrm>
            <a:off x="3419269" y="3325325"/>
            <a:ext cx="2305500" cy="5277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lvl1pPr lvl="0" algn="ctr">
              <a:lnSpc>
                <a:spcPct val="100000"/>
              </a:lnSpc>
              <a:spcBef>
                <a:spcPts val="0"/>
              </a:spcBef>
              <a:spcAft>
                <a:spcPts val="0"/>
              </a:spcAft>
              <a:buSzPts val="2400"/>
              <a:buNone/>
              <a:defRPr sz="1600">
                <a:solidFill>
                  <a:schemeClr val="lt2"/>
                </a:solidFill>
              </a:defRPr>
            </a:lvl1pPr>
            <a:lvl2pPr lvl="1" algn="ctr">
              <a:lnSpc>
                <a:spcPct val="100000"/>
              </a:lnSpc>
              <a:spcBef>
                <a:spcPts val="0"/>
              </a:spcBef>
              <a:spcAft>
                <a:spcPts val="0"/>
              </a:spcAft>
              <a:buSzPts val="2400"/>
              <a:buNone/>
              <a:defRPr sz="2400"/>
            </a:lvl2pPr>
            <a:lvl3pPr lvl="2" algn="ctr">
              <a:lnSpc>
                <a:spcPct val="100000"/>
              </a:lnSpc>
              <a:spcBef>
                <a:spcPts val="0"/>
              </a:spcBef>
              <a:spcAft>
                <a:spcPts val="0"/>
              </a:spcAft>
              <a:buSzPts val="2400"/>
              <a:buNone/>
              <a:defRPr sz="2400"/>
            </a:lvl3pPr>
            <a:lvl4pPr lvl="3" algn="ctr">
              <a:lnSpc>
                <a:spcPct val="100000"/>
              </a:lnSpc>
              <a:spcBef>
                <a:spcPts val="0"/>
              </a:spcBef>
              <a:spcAft>
                <a:spcPts val="0"/>
              </a:spcAft>
              <a:buSzPts val="2400"/>
              <a:buNone/>
              <a:defRPr sz="2400"/>
            </a:lvl4pPr>
            <a:lvl5pPr lvl="4" algn="ctr">
              <a:lnSpc>
                <a:spcPct val="100000"/>
              </a:lnSpc>
              <a:spcBef>
                <a:spcPts val="0"/>
              </a:spcBef>
              <a:spcAft>
                <a:spcPts val="0"/>
              </a:spcAft>
              <a:buSzPts val="2400"/>
              <a:buNone/>
              <a:defRPr sz="2400"/>
            </a:lvl5pPr>
            <a:lvl6pPr lvl="5" algn="ctr">
              <a:lnSpc>
                <a:spcPct val="100000"/>
              </a:lnSpc>
              <a:spcBef>
                <a:spcPts val="0"/>
              </a:spcBef>
              <a:spcAft>
                <a:spcPts val="0"/>
              </a:spcAft>
              <a:buSzPts val="2400"/>
              <a:buNone/>
              <a:defRPr sz="2400"/>
            </a:lvl6pPr>
            <a:lvl7pPr lvl="6" algn="ctr">
              <a:lnSpc>
                <a:spcPct val="100000"/>
              </a:lnSpc>
              <a:spcBef>
                <a:spcPts val="0"/>
              </a:spcBef>
              <a:spcAft>
                <a:spcPts val="0"/>
              </a:spcAft>
              <a:buSzPts val="2400"/>
              <a:buNone/>
              <a:defRPr sz="2400"/>
            </a:lvl7pPr>
            <a:lvl8pPr lvl="7" algn="ctr">
              <a:lnSpc>
                <a:spcPct val="100000"/>
              </a:lnSpc>
              <a:spcBef>
                <a:spcPts val="0"/>
              </a:spcBef>
              <a:spcAft>
                <a:spcPts val="0"/>
              </a:spcAft>
              <a:buSzPts val="2400"/>
              <a:buNone/>
              <a:defRPr sz="2400"/>
            </a:lvl8pPr>
            <a:lvl9pPr lvl="8" algn="ctr">
              <a:lnSpc>
                <a:spcPct val="100000"/>
              </a:lnSpc>
              <a:spcBef>
                <a:spcPts val="0"/>
              </a:spcBef>
              <a:spcAft>
                <a:spcPts val="0"/>
              </a:spcAft>
              <a:buSzPts val="2400"/>
              <a:buNone/>
              <a:defRPr sz="2400"/>
            </a:lvl9pPr>
          </a:lstStyle>
          <a:p/>
        </p:txBody>
      </p:sp>
      <p:sp>
        <p:nvSpPr>
          <p:cNvPr id="632" name="Google Shape;632;p61"/>
          <p:cNvSpPr txBox="1"/>
          <p:nvPr>
            <p:ph idx="8" type="subTitle"/>
          </p:nvPr>
        </p:nvSpPr>
        <p:spPr>
          <a:xfrm>
            <a:off x="3419271" y="3853025"/>
            <a:ext cx="2305500" cy="613200"/>
          </a:xfrm>
          <a:prstGeom prst="rect">
            <a:avLst/>
          </a:prstGeom>
          <a:noFill/>
          <a:ln cap="flat" cmpd="sng" w="9525">
            <a:solidFill>
              <a:schemeClr val="dk2"/>
            </a:solidFill>
            <a:prstDash val="solid"/>
            <a:round/>
            <a:headEnd len="sm" w="sm" type="none"/>
            <a:tailEnd len="sm" w="sm" type="none"/>
          </a:ln>
        </p:spPr>
        <p:txBody>
          <a:bodyPr anchorCtr="0" anchor="t" bIns="91425" lIns="91425" spcFirstLastPara="1" rIns="91425" wrap="square" tIns="91425">
            <a:noAutofit/>
          </a:bodyPr>
          <a:lstStyle>
            <a:lvl1pPr lvl="0" algn="ctr">
              <a:lnSpc>
                <a:spcPct val="100000"/>
              </a:lnSpc>
              <a:spcBef>
                <a:spcPts val="0"/>
              </a:spcBef>
              <a:spcAft>
                <a:spcPts val="0"/>
              </a:spcAft>
              <a:buSzPts val="1400"/>
              <a:buNone/>
              <a:defRPr sz="1400"/>
            </a:lvl1pPr>
            <a:lvl2pPr lvl="1" algn="ctr">
              <a:lnSpc>
                <a:spcPct val="100000"/>
              </a:lnSpc>
              <a:spcBef>
                <a:spcPts val="1600"/>
              </a:spcBef>
              <a:spcAft>
                <a:spcPts val="0"/>
              </a:spcAft>
              <a:buSzPts val="1400"/>
              <a:buNone/>
              <a:defRPr/>
            </a:lvl2pPr>
            <a:lvl3pPr lvl="2" algn="ctr">
              <a:lnSpc>
                <a:spcPct val="100000"/>
              </a:lnSpc>
              <a:spcBef>
                <a:spcPts val="1600"/>
              </a:spcBef>
              <a:spcAft>
                <a:spcPts val="0"/>
              </a:spcAft>
              <a:buSzPts val="1400"/>
              <a:buNone/>
              <a:defRPr/>
            </a:lvl3pPr>
            <a:lvl4pPr lvl="3" algn="ctr">
              <a:lnSpc>
                <a:spcPct val="100000"/>
              </a:lnSpc>
              <a:spcBef>
                <a:spcPts val="1600"/>
              </a:spcBef>
              <a:spcAft>
                <a:spcPts val="0"/>
              </a:spcAft>
              <a:buSzPts val="1400"/>
              <a:buNone/>
              <a:defRPr/>
            </a:lvl4pPr>
            <a:lvl5pPr lvl="4" algn="ctr">
              <a:lnSpc>
                <a:spcPct val="100000"/>
              </a:lnSpc>
              <a:spcBef>
                <a:spcPts val="1600"/>
              </a:spcBef>
              <a:spcAft>
                <a:spcPts val="0"/>
              </a:spcAft>
              <a:buSzPts val="1400"/>
              <a:buNone/>
              <a:defRPr/>
            </a:lvl5pPr>
            <a:lvl6pPr lvl="5" algn="ctr">
              <a:lnSpc>
                <a:spcPct val="100000"/>
              </a:lnSpc>
              <a:spcBef>
                <a:spcPts val="1600"/>
              </a:spcBef>
              <a:spcAft>
                <a:spcPts val="0"/>
              </a:spcAft>
              <a:buSzPts val="1400"/>
              <a:buNone/>
              <a:defRPr/>
            </a:lvl6pPr>
            <a:lvl7pPr lvl="6" algn="ctr">
              <a:lnSpc>
                <a:spcPct val="100000"/>
              </a:lnSpc>
              <a:spcBef>
                <a:spcPts val="1600"/>
              </a:spcBef>
              <a:spcAft>
                <a:spcPts val="0"/>
              </a:spcAft>
              <a:buSzPts val="1400"/>
              <a:buNone/>
              <a:defRPr/>
            </a:lvl7pPr>
            <a:lvl8pPr lvl="7" algn="ctr">
              <a:lnSpc>
                <a:spcPct val="100000"/>
              </a:lnSpc>
              <a:spcBef>
                <a:spcPts val="1600"/>
              </a:spcBef>
              <a:spcAft>
                <a:spcPts val="0"/>
              </a:spcAft>
              <a:buSzPts val="1400"/>
              <a:buNone/>
              <a:defRPr/>
            </a:lvl8pPr>
            <a:lvl9pPr lvl="8" algn="ctr">
              <a:lnSpc>
                <a:spcPct val="100000"/>
              </a:lnSpc>
              <a:spcBef>
                <a:spcPts val="1600"/>
              </a:spcBef>
              <a:spcAft>
                <a:spcPts val="1600"/>
              </a:spcAft>
              <a:buSzPts val="1400"/>
              <a:buNone/>
              <a:defRPr/>
            </a:lvl9pPr>
          </a:lstStyle>
          <a:p/>
        </p:txBody>
      </p:sp>
      <p:sp>
        <p:nvSpPr>
          <p:cNvPr id="633" name="Google Shape;633;p61"/>
          <p:cNvSpPr txBox="1"/>
          <p:nvPr>
            <p:ph idx="9" type="title"/>
          </p:nvPr>
        </p:nvSpPr>
        <p:spPr>
          <a:xfrm>
            <a:off x="6118545" y="1639250"/>
            <a:ext cx="2305500" cy="5277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lvl1pPr lvl="0" algn="ctr">
              <a:lnSpc>
                <a:spcPct val="100000"/>
              </a:lnSpc>
              <a:spcBef>
                <a:spcPts val="0"/>
              </a:spcBef>
              <a:spcAft>
                <a:spcPts val="0"/>
              </a:spcAft>
              <a:buSzPts val="2400"/>
              <a:buNone/>
              <a:defRPr sz="1600">
                <a:solidFill>
                  <a:schemeClr val="lt2"/>
                </a:solidFill>
              </a:defRPr>
            </a:lvl1pPr>
            <a:lvl2pPr lvl="1" algn="ctr">
              <a:lnSpc>
                <a:spcPct val="100000"/>
              </a:lnSpc>
              <a:spcBef>
                <a:spcPts val="0"/>
              </a:spcBef>
              <a:spcAft>
                <a:spcPts val="0"/>
              </a:spcAft>
              <a:buSzPts val="2400"/>
              <a:buNone/>
              <a:defRPr sz="2400"/>
            </a:lvl2pPr>
            <a:lvl3pPr lvl="2" algn="ctr">
              <a:lnSpc>
                <a:spcPct val="100000"/>
              </a:lnSpc>
              <a:spcBef>
                <a:spcPts val="0"/>
              </a:spcBef>
              <a:spcAft>
                <a:spcPts val="0"/>
              </a:spcAft>
              <a:buSzPts val="2400"/>
              <a:buNone/>
              <a:defRPr sz="2400"/>
            </a:lvl3pPr>
            <a:lvl4pPr lvl="3" algn="ctr">
              <a:lnSpc>
                <a:spcPct val="100000"/>
              </a:lnSpc>
              <a:spcBef>
                <a:spcPts val="0"/>
              </a:spcBef>
              <a:spcAft>
                <a:spcPts val="0"/>
              </a:spcAft>
              <a:buSzPts val="2400"/>
              <a:buNone/>
              <a:defRPr sz="2400"/>
            </a:lvl4pPr>
            <a:lvl5pPr lvl="4" algn="ctr">
              <a:lnSpc>
                <a:spcPct val="100000"/>
              </a:lnSpc>
              <a:spcBef>
                <a:spcPts val="0"/>
              </a:spcBef>
              <a:spcAft>
                <a:spcPts val="0"/>
              </a:spcAft>
              <a:buSzPts val="2400"/>
              <a:buNone/>
              <a:defRPr sz="2400"/>
            </a:lvl5pPr>
            <a:lvl6pPr lvl="5" algn="ctr">
              <a:lnSpc>
                <a:spcPct val="100000"/>
              </a:lnSpc>
              <a:spcBef>
                <a:spcPts val="0"/>
              </a:spcBef>
              <a:spcAft>
                <a:spcPts val="0"/>
              </a:spcAft>
              <a:buSzPts val="2400"/>
              <a:buNone/>
              <a:defRPr sz="2400"/>
            </a:lvl6pPr>
            <a:lvl7pPr lvl="6" algn="ctr">
              <a:lnSpc>
                <a:spcPct val="100000"/>
              </a:lnSpc>
              <a:spcBef>
                <a:spcPts val="0"/>
              </a:spcBef>
              <a:spcAft>
                <a:spcPts val="0"/>
              </a:spcAft>
              <a:buSzPts val="2400"/>
              <a:buNone/>
              <a:defRPr sz="2400"/>
            </a:lvl7pPr>
            <a:lvl8pPr lvl="7" algn="ctr">
              <a:lnSpc>
                <a:spcPct val="100000"/>
              </a:lnSpc>
              <a:spcBef>
                <a:spcPts val="0"/>
              </a:spcBef>
              <a:spcAft>
                <a:spcPts val="0"/>
              </a:spcAft>
              <a:buSzPts val="2400"/>
              <a:buNone/>
              <a:defRPr sz="2400"/>
            </a:lvl8pPr>
            <a:lvl9pPr lvl="8" algn="ctr">
              <a:lnSpc>
                <a:spcPct val="100000"/>
              </a:lnSpc>
              <a:spcBef>
                <a:spcPts val="0"/>
              </a:spcBef>
              <a:spcAft>
                <a:spcPts val="0"/>
              </a:spcAft>
              <a:buSzPts val="2400"/>
              <a:buNone/>
              <a:defRPr sz="2400"/>
            </a:lvl9pPr>
          </a:lstStyle>
          <a:p/>
        </p:txBody>
      </p:sp>
      <p:sp>
        <p:nvSpPr>
          <p:cNvPr id="634" name="Google Shape;634;p61"/>
          <p:cNvSpPr txBox="1"/>
          <p:nvPr>
            <p:ph idx="13" type="subTitle"/>
          </p:nvPr>
        </p:nvSpPr>
        <p:spPr>
          <a:xfrm>
            <a:off x="6118549" y="2166950"/>
            <a:ext cx="2305500" cy="613200"/>
          </a:xfrm>
          <a:prstGeom prst="rect">
            <a:avLst/>
          </a:prstGeom>
          <a:noFill/>
          <a:ln cap="flat" cmpd="sng" w="9525">
            <a:solidFill>
              <a:schemeClr val="dk2"/>
            </a:solidFill>
            <a:prstDash val="solid"/>
            <a:round/>
            <a:headEnd len="sm" w="sm" type="none"/>
            <a:tailEnd len="sm" w="sm" type="none"/>
          </a:ln>
        </p:spPr>
        <p:txBody>
          <a:bodyPr anchorCtr="0" anchor="t" bIns="91425" lIns="91425" spcFirstLastPara="1" rIns="91425" wrap="square" tIns="91425">
            <a:noAutofit/>
          </a:bodyPr>
          <a:lstStyle>
            <a:lvl1pPr lvl="0" algn="ctr">
              <a:lnSpc>
                <a:spcPct val="100000"/>
              </a:lnSpc>
              <a:spcBef>
                <a:spcPts val="0"/>
              </a:spcBef>
              <a:spcAft>
                <a:spcPts val="0"/>
              </a:spcAft>
              <a:buSzPts val="1400"/>
              <a:buNone/>
              <a:defRPr sz="1400"/>
            </a:lvl1pPr>
            <a:lvl2pPr lvl="1" algn="ctr">
              <a:lnSpc>
                <a:spcPct val="100000"/>
              </a:lnSpc>
              <a:spcBef>
                <a:spcPts val="0"/>
              </a:spcBef>
              <a:spcAft>
                <a:spcPts val="0"/>
              </a:spcAft>
              <a:buSzPts val="1400"/>
              <a:buNone/>
              <a:defRPr/>
            </a:lvl2pPr>
            <a:lvl3pPr lvl="2" algn="ctr">
              <a:lnSpc>
                <a:spcPct val="100000"/>
              </a:lnSpc>
              <a:spcBef>
                <a:spcPts val="1600"/>
              </a:spcBef>
              <a:spcAft>
                <a:spcPts val="0"/>
              </a:spcAft>
              <a:buSzPts val="1400"/>
              <a:buNone/>
              <a:defRPr/>
            </a:lvl3pPr>
            <a:lvl4pPr lvl="3" algn="ctr">
              <a:lnSpc>
                <a:spcPct val="100000"/>
              </a:lnSpc>
              <a:spcBef>
                <a:spcPts val="1600"/>
              </a:spcBef>
              <a:spcAft>
                <a:spcPts val="0"/>
              </a:spcAft>
              <a:buSzPts val="1400"/>
              <a:buNone/>
              <a:defRPr/>
            </a:lvl4pPr>
            <a:lvl5pPr lvl="4" algn="ctr">
              <a:lnSpc>
                <a:spcPct val="100000"/>
              </a:lnSpc>
              <a:spcBef>
                <a:spcPts val="1600"/>
              </a:spcBef>
              <a:spcAft>
                <a:spcPts val="0"/>
              </a:spcAft>
              <a:buSzPts val="1400"/>
              <a:buNone/>
              <a:defRPr/>
            </a:lvl5pPr>
            <a:lvl6pPr lvl="5" algn="ctr">
              <a:lnSpc>
                <a:spcPct val="100000"/>
              </a:lnSpc>
              <a:spcBef>
                <a:spcPts val="1600"/>
              </a:spcBef>
              <a:spcAft>
                <a:spcPts val="0"/>
              </a:spcAft>
              <a:buSzPts val="1400"/>
              <a:buNone/>
              <a:defRPr/>
            </a:lvl6pPr>
            <a:lvl7pPr lvl="6" algn="ctr">
              <a:lnSpc>
                <a:spcPct val="100000"/>
              </a:lnSpc>
              <a:spcBef>
                <a:spcPts val="1600"/>
              </a:spcBef>
              <a:spcAft>
                <a:spcPts val="0"/>
              </a:spcAft>
              <a:buSzPts val="1400"/>
              <a:buNone/>
              <a:defRPr/>
            </a:lvl7pPr>
            <a:lvl8pPr lvl="7" algn="ctr">
              <a:lnSpc>
                <a:spcPct val="100000"/>
              </a:lnSpc>
              <a:spcBef>
                <a:spcPts val="1600"/>
              </a:spcBef>
              <a:spcAft>
                <a:spcPts val="0"/>
              </a:spcAft>
              <a:buSzPts val="1400"/>
              <a:buNone/>
              <a:defRPr/>
            </a:lvl8pPr>
            <a:lvl9pPr lvl="8" algn="ctr">
              <a:lnSpc>
                <a:spcPct val="100000"/>
              </a:lnSpc>
              <a:spcBef>
                <a:spcPts val="1600"/>
              </a:spcBef>
              <a:spcAft>
                <a:spcPts val="1600"/>
              </a:spcAft>
              <a:buSzPts val="1400"/>
              <a:buNone/>
              <a:defRPr/>
            </a:lvl9pPr>
          </a:lstStyle>
          <a:p/>
        </p:txBody>
      </p:sp>
      <p:sp>
        <p:nvSpPr>
          <p:cNvPr id="635" name="Google Shape;635;p61"/>
          <p:cNvSpPr txBox="1"/>
          <p:nvPr>
            <p:ph idx="14" type="title"/>
          </p:nvPr>
        </p:nvSpPr>
        <p:spPr>
          <a:xfrm>
            <a:off x="6118545" y="3325325"/>
            <a:ext cx="2305500" cy="5277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lvl1pPr lvl="0" algn="ctr">
              <a:lnSpc>
                <a:spcPct val="100000"/>
              </a:lnSpc>
              <a:spcBef>
                <a:spcPts val="0"/>
              </a:spcBef>
              <a:spcAft>
                <a:spcPts val="0"/>
              </a:spcAft>
              <a:buSzPts val="2400"/>
              <a:buNone/>
              <a:defRPr sz="1600">
                <a:solidFill>
                  <a:schemeClr val="lt2"/>
                </a:solidFill>
              </a:defRPr>
            </a:lvl1pPr>
            <a:lvl2pPr lvl="1" algn="ctr">
              <a:lnSpc>
                <a:spcPct val="100000"/>
              </a:lnSpc>
              <a:spcBef>
                <a:spcPts val="0"/>
              </a:spcBef>
              <a:spcAft>
                <a:spcPts val="0"/>
              </a:spcAft>
              <a:buSzPts val="2400"/>
              <a:buNone/>
              <a:defRPr sz="2400"/>
            </a:lvl2pPr>
            <a:lvl3pPr lvl="2" algn="ctr">
              <a:lnSpc>
                <a:spcPct val="100000"/>
              </a:lnSpc>
              <a:spcBef>
                <a:spcPts val="0"/>
              </a:spcBef>
              <a:spcAft>
                <a:spcPts val="0"/>
              </a:spcAft>
              <a:buSzPts val="2400"/>
              <a:buNone/>
              <a:defRPr sz="2400"/>
            </a:lvl3pPr>
            <a:lvl4pPr lvl="3" algn="ctr">
              <a:lnSpc>
                <a:spcPct val="100000"/>
              </a:lnSpc>
              <a:spcBef>
                <a:spcPts val="0"/>
              </a:spcBef>
              <a:spcAft>
                <a:spcPts val="0"/>
              </a:spcAft>
              <a:buSzPts val="2400"/>
              <a:buNone/>
              <a:defRPr sz="2400"/>
            </a:lvl4pPr>
            <a:lvl5pPr lvl="4" algn="ctr">
              <a:lnSpc>
                <a:spcPct val="100000"/>
              </a:lnSpc>
              <a:spcBef>
                <a:spcPts val="0"/>
              </a:spcBef>
              <a:spcAft>
                <a:spcPts val="0"/>
              </a:spcAft>
              <a:buSzPts val="2400"/>
              <a:buNone/>
              <a:defRPr sz="2400"/>
            </a:lvl5pPr>
            <a:lvl6pPr lvl="5" algn="ctr">
              <a:lnSpc>
                <a:spcPct val="100000"/>
              </a:lnSpc>
              <a:spcBef>
                <a:spcPts val="0"/>
              </a:spcBef>
              <a:spcAft>
                <a:spcPts val="0"/>
              </a:spcAft>
              <a:buSzPts val="2400"/>
              <a:buNone/>
              <a:defRPr sz="2400"/>
            </a:lvl6pPr>
            <a:lvl7pPr lvl="6" algn="ctr">
              <a:lnSpc>
                <a:spcPct val="100000"/>
              </a:lnSpc>
              <a:spcBef>
                <a:spcPts val="0"/>
              </a:spcBef>
              <a:spcAft>
                <a:spcPts val="0"/>
              </a:spcAft>
              <a:buSzPts val="2400"/>
              <a:buNone/>
              <a:defRPr sz="2400"/>
            </a:lvl7pPr>
            <a:lvl8pPr lvl="7" algn="ctr">
              <a:lnSpc>
                <a:spcPct val="100000"/>
              </a:lnSpc>
              <a:spcBef>
                <a:spcPts val="0"/>
              </a:spcBef>
              <a:spcAft>
                <a:spcPts val="0"/>
              </a:spcAft>
              <a:buSzPts val="2400"/>
              <a:buNone/>
              <a:defRPr sz="2400"/>
            </a:lvl8pPr>
            <a:lvl9pPr lvl="8" algn="ctr">
              <a:lnSpc>
                <a:spcPct val="100000"/>
              </a:lnSpc>
              <a:spcBef>
                <a:spcPts val="0"/>
              </a:spcBef>
              <a:spcAft>
                <a:spcPts val="0"/>
              </a:spcAft>
              <a:buSzPts val="2400"/>
              <a:buNone/>
              <a:defRPr sz="2400"/>
            </a:lvl9pPr>
          </a:lstStyle>
          <a:p/>
        </p:txBody>
      </p:sp>
      <p:sp>
        <p:nvSpPr>
          <p:cNvPr id="636" name="Google Shape;636;p61"/>
          <p:cNvSpPr txBox="1"/>
          <p:nvPr>
            <p:ph idx="15" type="subTitle"/>
          </p:nvPr>
        </p:nvSpPr>
        <p:spPr>
          <a:xfrm>
            <a:off x="6118550" y="3853025"/>
            <a:ext cx="2305500" cy="613200"/>
          </a:xfrm>
          <a:prstGeom prst="rect">
            <a:avLst/>
          </a:prstGeom>
          <a:noFill/>
          <a:ln cap="flat" cmpd="sng" w="9525">
            <a:solidFill>
              <a:schemeClr val="dk2"/>
            </a:solidFill>
            <a:prstDash val="solid"/>
            <a:round/>
            <a:headEnd len="sm" w="sm" type="none"/>
            <a:tailEnd len="sm" w="sm" type="none"/>
          </a:ln>
        </p:spPr>
        <p:txBody>
          <a:bodyPr anchorCtr="0" anchor="t" bIns="91425" lIns="91425" spcFirstLastPara="1" rIns="91425" wrap="square" tIns="91425">
            <a:noAutofit/>
          </a:bodyPr>
          <a:lstStyle>
            <a:lvl1pPr lvl="0" algn="ctr">
              <a:lnSpc>
                <a:spcPct val="100000"/>
              </a:lnSpc>
              <a:spcBef>
                <a:spcPts val="0"/>
              </a:spcBef>
              <a:spcAft>
                <a:spcPts val="0"/>
              </a:spcAft>
              <a:buSzPts val="1400"/>
              <a:buNone/>
              <a:defRPr sz="1400"/>
            </a:lvl1pPr>
            <a:lvl2pPr lvl="1" algn="ctr">
              <a:lnSpc>
                <a:spcPct val="100000"/>
              </a:lnSpc>
              <a:spcBef>
                <a:spcPts val="0"/>
              </a:spcBef>
              <a:spcAft>
                <a:spcPts val="0"/>
              </a:spcAft>
              <a:buSzPts val="1400"/>
              <a:buNone/>
              <a:defRPr/>
            </a:lvl2pPr>
            <a:lvl3pPr lvl="2" algn="ctr">
              <a:lnSpc>
                <a:spcPct val="100000"/>
              </a:lnSpc>
              <a:spcBef>
                <a:spcPts val="1600"/>
              </a:spcBef>
              <a:spcAft>
                <a:spcPts val="0"/>
              </a:spcAft>
              <a:buSzPts val="1400"/>
              <a:buNone/>
              <a:defRPr/>
            </a:lvl3pPr>
            <a:lvl4pPr lvl="3" algn="ctr">
              <a:lnSpc>
                <a:spcPct val="100000"/>
              </a:lnSpc>
              <a:spcBef>
                <a:spcPts val="1600"/>
              </a:spcBef>
              <a:spcAft>
                <a:spcPts val="0"/>
              </a:spcAft>
              <a:buSzPts val="1400"/>
              <a:buNone/>
              <a:defRPr/>
            </a:lvl4pPr>
            <a:lvl5pPr lvl="4" algn="ctr">
              <a:lnSpc>
                <a:spcPct val="100000"/>
              </a:lnSpc>
              <a:spcBef>
                <a:spcPts val="1600"/>
              </a:spcBef>
              <a:spcAft>
                <a:spcPts val="0"/>
              </a:spcAft>
              <a:buSzPts val="1400"/>
              <a:buNone/>
              <a:defRPr/>
            </a:lvl5pPr>
            <a:lvl6pPr lvl="5" algn="ctr">
              <a:lnSpc>
                <a:spcPct val="100000"/>
              </a:lnSpc>
              <a:spcBef>
                <a:spcPts val="1600"/>
              </a:spcBef>
              <a:spcAft>
                <a:spcPts val="0"/>
              </a:spcAft>
              <a:buSzPts val="1400"/>
              <a:buNone/>
              <a:defRPr/>
            </a:lvl6pPr>
            <a:lvl7pPr lvl="6" algn="ctr">
              <a:lnSpc>
                <a:spcPct val="100000"/>
              </a:lnSpc>
              <a:spcBef>
                <a:spcPts val="1600"/>
              </a:spcBef>
              <a:spcAft>
                <a:spcPts val="0"/>
              </a:spcAft>
              <a:buSzPts val="1400"/>
              <a:buNone/>
              <a:defRPr/>
            </a:lvl7pPr>
            <a:lvl8pPr lvl="7" algn="ctr">
              <a:lnSpc>
                <a:spcPct val="100000"/>
              </a:lnSpc>
              <a:spcBef>
                <a:spcPts val="1600"/>
              </a:spcBef>
              <a:spcAft>
                <a:spcPts val="0"/>
              </a:spcAft>
              <a:buSzPts val="1400"/>
              <a:buNone/>
              <a:defRPr/>
            </a:lvl8pPr>
            <a:lvl9pPr lvl="8" algn="ctr">
              <a:lnSpc>
                <a:spcPct val="100000"/>
              </a:lnSpc>
              <a:spcBef>
                <a:spcPts val="1600"/>
              </a:spcBef>
              <a:spcAft>
                <a:spcPts val="1600"/>
              </a:spcAft>
              <a:buSzPts val="1400"/>
              <a:buNone/>
              <a:defRPr/>
            </a:lvl9pPr>
          </a:lstStyle>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637" name="Shape 637"/>
        <p:cNvGrpSpPr/>
        <p:nvPr/>
      </p:nvGrpSpPr>
      <p:grpSpPr>
        <a:xfrm>
          <a:off x="0" y="0"/>
          <a:ext cx="0" cy="0"/>
          <a:chOff x="0" y="0"/>
          <a:chExt cx="0" cy="0"/>
        </a:xfrm>
      </p:grpSpPr>
      <p:pic>
        <p:nvPicPr>
          <p:cNvPr id="638" name="Google Shape;638;p62"/>
          <p:cNvPicPr preferRelativeResize="0"/>
          <p:nvPr/>
        </p:nvPicPr>
        <p:blipFill rotWithShape="1">
          <a:blip r:embed="rId2">
            <a:alphaModFix amt="14000"/>
          </a:blip>
          <a:srcRect b="0" l="0" r="0" t="0"/>
          <a:stretch/>
        </p:blipFill>
        <p:spPr>
          <a:xfrm>
            <a:off x="0" y="0"/>
            <a:ext cx="9144000" cy="5143500"/>
          </a:xfrm>
          <a:prstGeom prst="rect">
            <a:avLst/>
          </a:prstGeom>
          <a:noFill/>
          <a:ln>
            <a:noFill/>
          </a:ln>
        </p:spPr>
      </p:pic>
      <p:grpSp>
        <p:nvGrpSpPr>
          <p:cNvPr id="639" name="Google Shape;639;p62"/>
          <p:cNvGrpSpPr/>
          <p:nvPr/>
        </p:nvGrpSpPr>
        <p:grpSpPr>
          <a:xfrm>
            <a:off x="372025" y="321975"/>
            <a:ext cx="8400000" cy="4503300"/>
            <a:chOff x="372025" y="321975"/>
            <a:chExt cx="8400000" cy="4503300"/>
          </a:xfrm>
        </p:grpSpPr>
        <p:grpSp>
          <p:nvGrpSpPr>
            <p:cNvPr id="640" name="Google Shape;640;p62"/>
            <p:cNvGrpSpPr/>
            <p:nvPr/>
          </p:nvGrpSpPr>
          <p:grpSpPr>
            <a:xfrm>
              <a:off x="372025" y="321975"/>
              <a:ext cx="8400000" cy="4503300"/>
              <a:chOff x="372025" y="321975"/>
              <a:chExt cx="8400000" cy="4503300"/>
            </a:xfrm>
          </p:grpSpPr>
          <p:sp>
            <p:nvSpPr>
              <p:cNvPr id="641" name="Google Shape;641;p62"/>
              <p:cNvSpPr/>
              <p:nvPr/>
            </p:nvSpPr>
            <p:spPr>
              <a:xfrm>
                <a:off x="372375" y="324675"/>
                <a:ext cx="8394900" cy="4500600"/>
              </a:xfrm>
              <a:prstGeom prst="rect">
                <a:avLst/>
              </a:prstGeom>
              <a:solidFill>
                <a:srgbClr val="7C7C7C">
                  <a:alpha val="14117"/>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nvGrpSpPr>
              <p:cNvPr id="642" name="Google Shape;642;p62"/>
              <p:cNvGrpSpPr/>
              <p:nvPr/>
            </p:nvGrpSpPr>
            <p:grpSpPr>
              <a:xfrm>
                <a:off x="372025" y="321975"/>
                <a:ext cx="8400000" cy="4499700"/>
                <a:chOff x="372025" y="321975"/>
                <a:chExt cx="8400000" cy="4499700"/>
              </a:xfrm>
            </p:grpSpPr>
            <p:sp>
              <p:nvSpPr>
                <p:cNvPr id="643" name="Google Shape;643;p62"/>
                <p:cNvSpPr/>
                <p:nvPr/>
              </p:nvSpPr>
              <p:spPr>
                <a:xfrm>
                  <a:off x="372025" y="321975"/>
                  <a:ext cx="8400000" cy="44997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44" name="Google Shape;644;p62"/>
                <p:cNvSpPr/>
                <p:nvPr/>
              </p:nvSpPr>
              <p:spPr>
                <a:xfrm>
                  <a:off x="372025" y="321975"/>
                  <a:ext cx="8400000" cy="2181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45" name="Google Shape;645;p62"/>
                <p:cNvSpPr/>
                <p:nvPr/>
              </p:nvSpPr>
              <p:spPr>
                <a:xfrm>
                  <a:off x="486450" y="380900"/>
                  <a:ext cx="100200" cy="100200"/>
                </a:xfrm>
                <a:prstGeom prst="ellipse">
                  <a:avLst/>
                </a:pr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46" name="Google Shape;646;p62"/>
                <p:cNvSpPr/>
                <p:nvPr/>
              </p:nvSpPr>
              <p:spPr>
                <a:xfrm>
                  <a:off x="669900" y="380900"/>
                  <a:ext cx="100200" cy="100200"/>
                </a:xfrm>
                <a:prstGeom prst="ellipse">
                  <a:avLst/>
                </a:pr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47" name="Google Shape;647;p62"/>
                <p:cNvSpPr/>
                <p:nvPr/>
              </p:nvSpPr>
              <p:spPr>
                <a:xfrm>
                  <a:off x="853350" y="380900"/>
                  <a:ext cx="100200" cy="100200"/>
                </a:xfrm>
                <a:prstGeom prst="ellipse">
                  <a:avLst/>
                </a:pr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48" name="Google Shape;648;p62"/>
                <p:cNvSpPr/>
                <p:nvPr/>
              </p:nvSpPr>
              <p:spPr>
                <a:xfrm>
                  <a:off x="8537750" y="380900"/>
                  <a:ext cx="100200" cy="1002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cxnSp>
              <p:nvCxnSpPr>
                <p:cNvPr id="649" name="Google Shape;649;p62"/>
                <p:cNvCxnSpPr/>
                <p:nvPr/>
              </p:nvCxnSpPr>
              <p:spPr>
                <a:xfrm>
                  <a:off x="7498375" y="431000"/>
                  <a:ext cx="1039500" cy="0"/>
                </a:xfrm>
                <a:prstGeom prst="straightConnector1">
                  <a:avLst/>
                </a:prstGeom>
                <a:noFill/>
                <a:ln cap="flat" cmpd="sng" w="9525">
                  <a:solidFill>
                    <a:schemeClr val="dk2"/>
                  </a:solidFill>
                  <a:prstDash val="solid"/>
                  <a:round/>
                  <a:headEnd len="sm" w="sm" type="none"/>
                  <a:tailEnd len="sm" w="sm" type="none"/>
                </a:ln>
              </p:spPr>
            </p:cxnSp>
          </p:grpSp>
        </p:grpSp>
        <p:cxnSp>
          <p:nvCxnSpPr>
            <p:cNvPr id="650" name="Google Shape;650;p62"/>
            <p:cNvCxnSpPr/>
            <p:nvPr/>
          </p:nvCxnSpPr>
          <p:spPr>
            <a:xfrm>
              <a:off x="372025" y="1104300"/>
              <a:ext cx="8400000" cy="0"/>
            </a:xfrm>
            <a:prstGeom prst="straightConnector1">
              <a:avLst/>
            </a:prstGeom>
            <a:noFill/>
            <a:ln cap="flat" cmpd="sng" w="9525">
              <a:solidFill>
                <a:schemeClr val="dk2"/>
              </a:solidFill>
              <a:prstDash val="solid"/>
              <a:round/>
              <a:headEnd len="sm" w="sm" type="none"/>
              <a:tailEnd len="sm" w="sm" type="none"/>
            </a:ln>
          </p:spPr>
        </p:cxnSp>
      </p:grpSp>
      <p:sp>
        <p:nvSpPr>
          <p:cNvPr id="651" name="Google Shape;651;p62"/>
          <p:cNvSpPr txBox="1"/>
          <p:nvPr>
            <p:ph type="title"/>
          </p:nvPr>
        </p:nvSpPr>
        <p:spPr>
          <a:xfrm>
            <a:off x="720000" y="540000"/>
            <a:ext cx="7704000" cy="564300"/>
          </a:xfrm>
          <a:prstGeom prst="rect">
            <a:avLst/>
          </a:prstGeom>
          <a:noFill/>
          <a:ln>
            <a:noFill/>
          </a:ln>
        </p:spPr>
        <p:txBody>
          <a:bodyPr anchorCtr="0" anchor="ctr" bIns="91425" lIns="91425" spcFirstLastPara="1" rIns="91425" wrap="square" tIns="91425">
            <a:noAutofit/>
          </a:bodyPr>
          <a:lstStyle>
            <a:lvl1pPr lvl="0" algn="l">
              <a:lnSpc>
                <a:spcPct val="100000"/>
              </a:lnSpc>
              <a:spcBef>
                <a:spcPts val="0"/>
              </a:spcBef>
              <a:spcAft>
                <a:spcPts val="0"/>
              </a:spcAft>
              <a:buSzPts val="2800"/>
              <a:buNone/>
              <a:defRPr/>
            </a:lvl1pPr>
            <a:lvl2pPr lvl="1" algn="l">
              <a:lnSpc>
                <a:spcPct val="100000"/>
              </a:lnSpc>
              <a:spcBef>
                <a:spcPts val="0"/>
              </a:spcBef>
              <a:spcAft>
                <a:spcPts val="0"/>
              </a:spcAft>
              <a:buSzPts val="2800"/>
              <a:buNone/>
              <a:defRPr/>
            </a:lvl2pPr>
            <a:lvl3pPr lvl="2" algn="l">
              <a:lnSpc>
                <a:spcPct val="100000"/>
              </a:lnSpc>
              <a:spcBef>
                <a:spcPts val="0"/>
              </a:spcBef>
              <a:spcAft>
                <a:spcPts val="0"/>
              </a:spcAft>
              <a:buSzPts val="2800"/>
              <a:buNone/>
              <a:defRPr/>
            </a:lvl3pPr>
            <a:lvl4pPr lvl="3" algn="l">
              <a:lnSpc>
                <a:spcPct val="100000"/>
              </a:lnSpc>
              <a:spcBef>
                <a:spcPts val="0"/>
              </a:spcBef>
              <a:spcAft>
                <a:spcPts val="0"/>
              </a:spcAft>
              <a:buSzPts val="2800"/>
              <a:buNone/>
              <a:defRPr/>
            </a:lvl4pPr>
            <a:lvl5pPr lvl="4" algn="l">
              <a:lnSpc>
                <a:spcPct val="100000"/>
              </a:lnSpc>
              <a:spcBef>
                <a:spcPts val="0"/>
              </a:spcBef>
              <a:spcAft>
                <a:spcPts val="0"/>
              </a:spcAft>
              <a:buSzPts val="2800"/>
              <a:buNone/>
              <a:defRPr/>
            </a:lvl5pPr>
            <a:lvl6pPr lvl="5" algn="l">
              <a:lnSpc>
                <a:spcPct val="100000"/>
              </a:lnSpc>
              <a:spcBef>
                <a:spcPts val="0"/>
              </a:spcBef>
              <a:spcAft>
                <a:spcPts val="0"/>
              </a:spcAft>
              <a:buSzPts val="2800"/>
              <a:buNone/>
              <a:defRPr/>
            </a:lvl6pPr>
            <a:lvl7pPr lvl="6" algn="l">
              <a:lnSpc>
                <a:spcPct val="100000"/>
              </a:lnSpc>
              <a:spcBef>
                <a:spcPts val="0"/>
              </a:spcBef>
              <a:spcAft>
                <a:spcPts val="0"/>
              </a:spcAft>
              <a:buSzPts val="2800"/>
              <a:buNone/>
              <a:defRPr/>
            </a:lvl7pPr>
            <a:lvl8pPr lvl="7" algn="l">
              <a:lnSpc>
                <a:spcPct val="100000"/>
              </a:lnSpc>
              <a:spcBef>
                <a:spcPts val="0"/>
              </a:spcBef>
              <a:spcAft>
                <a:spcPts val="0"/>
              </a:spcAft>
              <a:buSzPts val="2800"/>
              <a:buNone/>
              <a:defRPr/>
            </a:lvl8pPr>
            <a:lvl9pPr lvl="8" algn="l">
              <a:lnSpc>
                <a:spcPct val="100000"/>
              </a:lnSpc>
              <a:spcBef>
                <a:spcPts val="0"/>
              </a:spcBef>
              <a:spcAft>
                <a:spcPts val="0"/>
              </a:spcAft>
              <a:buSzPts val="2800"/>
              <a:buNone/>
              <a:defRPr/>
            </a:lvl9pPr>
          </a:lstStyle>
          <a:p/>
        </p:txBody>
      </p:sp>
      <p:sp>
        <p:nvSpPr>
          <p:cNvPr id="652" name="Google Shape;652;p62"/>
          <p:cNvSpPr txBox="1"/>
          <p:nvPr>
            <p:ph idx="1" type="subTitle"/>
          </p:nvPr>
        </p:nvSpPr>
        <p:spPr>
          <a:xfrm>
            <a:off x="1383650" y="2639606"/>
            <a:ext cx="2907600" cy="1052100"/>
          </a:xfrm>
          <a:prstGeom prst="rect">
            <a:avLst/>
          </a:prstGeom>
          <a:noFill/>
          <a:ln cap="flat" cmpd="sng" w="9525">
            <a:solidFill>
              <a:schemeClr val="dk2"/>
            </a:solidFill>
            <a:prstDash val="solid"/>
            <a:round/>
            <a:headEnd len="sm" w="sm" type="none"/>
            <a:tailEnd len="sm" w="sm" type="none"/>
          </a:ln>
        </p:spPr>
        <p:txBody>
          <a:bodyPr anchorCtr="0" anchor="t" bIns="91425" lIns="91425" spcFirstLastPara="1" rIns="91425" wrap="square" tIns="91425">
            <a:noAutofit/>
          </a:bodyPr>
          <a:lstStyle>
            <a:lvl1pPr lvl="0" algn="ctr">
              <a:lnSpc>
                <a:spcPct val="100000"/>
              </a:lnSpc>
              <a:spcBef>
                <a:spcPts val="0"/>
              </a:spcBef>
              <a:spcAft>
                <a:spcPts val="0"/>
              </a:spcAft>
              <a:buSzPts val="1400"/>
              <a:buNone/>
              <a:defRPr/>
            </a:lvl1pPr>
            <a:lvl2pPr lvl="1" algn="ctr">
              <a:lnSpc>
                <a:spcPct val="100000"/>
              </a:lnSpc>
              <a:spcBef>
                <a:spcPts val="0"/>
              </a:spcBef>
              <a:spcAft>
                <a:spcPts val="0"/>
              </a:spcAft>
              <a:buSzPts val="1400"/>
              <a:buNone/>
              <a:defRPr/>
            </a:lvl2pPr>
            <a:lvl3pPr lvl="2" algn="ctr">
              <a:lnSpc>
                <a:spcPct val="100000"/>
              </a:lnSpc>
              <a:spcBef>
                <a:spcPts val="1600"/>
              </a:spcBef>
              <a:spcAft>
                <a:spcPts val="0"/>
              </a:spcAft>
              <a:buSzPts val="1400"/>
              <a:buNone/>
              <a:defRPr/>
            </a:lvl3pPr>
            <a:lvl4pPr lvl="3" algn="ctr">
              <a:lnSpc>
                <a:spcPct val="100000"/>
              </a:lnSpc>
              <a:spcBef>
                <a:spcPts val="1600"/>
              </a:spcBef>
              <a:spcAft>
                <a:spcPts val="0"/>
              </a:spcAft>
              <a:buSzPts val="1400"/>
              <a:buNone/>
              <a:defRPr/>
            </a:lvl4pPr>
            <a:lvl5pPr lvl="4" algn="ctr">
              <a:lnSpc>
                <a:spcPct val="100000"/>
              </a:lnSpc>
              <a:spcBef>
                <a:spcPts val="1600"/>
              </a:spcBef>
              <a:spcAft>
                <a:spcPts val="0"/>
              </a:spcAft>
              <a:buSzPts val="1400"/>
              <a:buNone/>
              <a:defRPr/>
            </a:lvl5pPr>
            <a:lvl6pPr lvl="5" algn="ctr">
              <a:lnSpc>
                <a:spcPct val="100000"/>
              </a:lnSpc>
              <a:spcBef>
                <a:spcPts val="1600"/>
              </a:spcBef>
              <a:spcAft>
                <a:spcPts val="0"/>
              </a:spcAft>
              <a:buSzPts val="1400"/>
              <a:buNone/>
              <a:defRPr/>
            </a:lvl6pPr>
            <a:lvl7pPr lvl="6" algn="ctr">
              <a:lnSpc>
                <a:spcPct val="100000"/>
              </a:lnSpc>
              <a:spcBef>
                <a:spcPts val="1600"/>
              </a:spcBef>
              <a:spcAft>
                <a:spcPts val="0"/>
              </a:spcAft>
              <a:buSzPts val="1400"/>
              <a:buNone/>
              <a:defRPr/>
            </a:lvl7pPr>
            <a:lvl8pPr lvl="7" algn="ctr">
              <a:lnSpc>
                <a:spcPct val="100000"/>
              </a:lnSpc>
              <a:spcBef>
                <a:spcPts val="1600"/>
              </a:spcBef>
              <a:spcAft>
                <a:spcPts val="0"/>
              </a:spcAft>
              <a:buSzPts val="1400"/>
              <a:buNone/>
              <a:defRPr/>
            </a:lvl8pPr>
            <a:lvl9pPr lvl="8" algn="ctr">
              <a:lnSpc>
                <a:spcPct val="100000"/>
              </a:lnSpc>
              <a:spcBef>
                <a:spcPts val="1600"/>
              </a:spcBef>
              <a:spcAft>
                <a:spcPts val="1600"/>
              </a:spcAft>
              <a:buSzPts val="1400"/>
              <a:buNone/>
              <a:defRPr/>
            </a:lvl9pPr>
          </a:lstStyle>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solidFill>
          <a:schemeClr val="dk2"/>
        </a:solidFill>
      </p:bgPr>
    </p:bg>
    <p:spTree>
      <p:nvGrpSpPr>
        <p:cNvPr id="653" name="Shape 653"/>
        <p:cNvGrpSpPr/>
        <p:nvPr/>
      </p:nvGrpSpPr>
      <p:grpSpPr>
        <a:xfrm>
          <a:off x="0" y="0"/>
          <a:ext cx="0" cy="0"/>
          <a:chOff x="0" y="0"/>
          <a:chExt cx="0" cy="0"/>
        </a:xfrm>
      </p:grpSpPr>
      <p:grpSp>
        <p:nvGrpSpPr>
          <p:cNvPr id="654" name="Google Shape;654;p63"/>
          <p:cNvGrpSpPr/>
          <p:nvPr/>
        </p:nvGrpSpPr>
        <p:grpSpPr>
          <a:xfrm rot="513767">
            <a:off x="7302476" y="127263"/>
            <a:ext cx="1208232" cy="1240909"/>
            <a:chOff x="3275000" y="551700"/>
            <a:chExt cx="1208175" cy="1240850"/>
          </a:xfrm>
        </p:grpSpPr>
        <p:sp>
          <p:nvSpPr>
            <p:cNvPr id="655" name="Google Shape;655;p63"/>
            <p:cNvSpPr/>
            <p:nvPr/>
          </p:nvSpPr>
          <p:spPr>
            <a:xfrm>
              <a:off x="3956050" y="578475"/>
              <a:ext cx="172800" cy="376500"/>
            </a:xfrm>
            <a:custGeom>
              <a:rect b="b" l="l" r="r" t="t"/>
              <a:pathLst>
                <a:path extrusionOk="0" h="15060" w="6912">
                  <a:moveTo>
                    <a:pt x="6658" y="1"/>
                  </a:moveTo>
                  <a:cubicBezTo>
                    <a:pt x="6610" y="1"/>
                    <a:pt x="6563" y="15"/>
                    <a:pt x="6522" y="46"/>
                  </a:cubicBezTo>
                  <a:lnTo>
                    <a:pt x="89" y="4972"/>
                  </a:lnTo>
                  <a:cubicBezTo>
                    <a:pt x="32" y="5015"/>
                    <a:pt x="0" y="5080"/>
                    <a:pt x="0" y="5150"/>
                  </a:cubicBezTo>
                  <a:lnTo>
                    <a:pt x="0" y="14836"/>
                  </a:lnTo>
                  <a:cubicBezTo>
                    <a:pt x="0" y="14959"/>
                    <a:pt x="101" y="15060"/>
                    <a:pt x="224" y="15060"/>
                  </a:cubicBezTo>
                  <a:cubicBezTo>
                    <a:pt x="348" y="15060"/>
                    <a:pt x="448" y="14959"/>
                    <a:pt x="451" y="14836"/>
                  </a:cubicBezTo>
                  <a:lnTo>
                    <a:pt x="451" y="5261"/>
                  </a:lnTo>
                  <a:lnTo>
                    <a:pt x="6796" y="403"/>
                  </a:lnTo>
                  <a:cubicBezTo>
                    <a:pt x="6893" y="327"/>
                    <a:pt x="6911" y="188"/>
                    <a:pt x="6836" y="88"/>
                  </a:cubicBezTo>
                  <a:cubicBezTo>
                    <a:pt x="6792" y="31"/>
                    <a:pt x="6725" y="1"/>
                    <a:pt x="6658" y="1"/>
                  </a:cubicBezTo>
                  <a:close/>
                </a:path>
              </a:pathLst>
            </a:cu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6" name="Google Shape;656;p63"/>
            <p:cNvSpPr/>
            <p:nvPr/>
          </p:nvSpPr>
          <p:spPr>
            <a:xfrm>
              <a:off x="3830600" y="748775"/>
              <a:ext cx="11225" cy="143650"/>
            </a:xfrm>
            <a:custGeom>
              <a:rect b="b" l="l" r="r" t="t"/>
              <a:pathLst>
                <a:path extrusionOk="0" h="5746" w="449">
                  <a:moveTo>
                    <a:pt x="225" y="1"/>
                  </a:moveTo>
                  <a:cubicBezTo>
                    <a:pt x="101" y="1"/>
                    <a:pt x="1" y="102"/>
                    <a:pt x="1" y="225"/>
                  </a:cubicBezTo>
                  <a:lnTo>
                    <a:pt x="1" y="5521"/>
                  </a:lnTo>
                  <a:cubicBezTo>
                    <a:pt x="1" y="5645"/>
                    <a:pt x="101" y="5746"/>
                    <a:pt x="225" y="5746"/>
                  </a:cubicBezTo>
                  <a:cubicBezTo>
                    <a:pt x="349" y="5746"/>
                    <a:pt x="449" y="5645"/>
                    <a:pt x="449" y="5521"/>
                  </a:cubicBezTo>
                  <a:lnTo>
                    <a:pt x="449" y="225"/>
                  </a:lnTo>
                  <a:cubicBezTo>
                    <a:pt x="449" y="102"/>
                    <a:pt x="348" y="1"/>
                    <a:pt x="225" y="1"/>
                  </a:cubicBezTo>
                  <a:close/>
                </a:path>
              </a:pathLst>
            </a:cu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7" name="Google Shape;657;p63"/>
            <p:cNvSpPr/>
            <p:nvPr/>
          </p:nvSpPr>
          <p:spPr>
            <a:xfrm>
              <a:off x="3582400" y="652375"/>
              <a:ext cx="11225" cy="289425"/>
            </a:xfrm>
            <a:custGeom>
              <a:rect b="b" l="l" r="r" t="t"/>
              <a:pathLst>
                <a:path extrusionOk="0" h="11577" w="449">
                  <a:moveTo>
                    <a:pt x="224" y="0"/>
                  </a:moveTo>
                  <a:cubicBezTo>
                    <a:pt x="101" y="0"/>
                    <a:pt x="0" y="101"/>
                    <a:pt x="0" y="224"/>
                  </a:cubicBezTo>
                  <a:lnTo>
                    <a:pt x="0" y="11353"/>
                  </a:lnTo>
                  <a:cubicBezTo>
                    <a:pt x="0" y="11477"/>
                    <a:pt x="101" y="11576"/>
                    <a:pt x="224" y="11576"/>
                  </a:cubicBezTo>
                  <a:cubicBezTo>
                    <a:pt x="348" y="11576"/>
                    <a:pt x="448" y="11478"/>
                    <a:pt x="448" y="11353"/>
                  </a:cubicBezTo>
                  <a:lnTo>
                    <a:pt x="448" y="224"/>
                  </a:lnTo>
                  <a:cubicBezTo>
                    <a:pt x="448" y="101"/>
                    <a:pt x="348" y="0"/>
                    <a:pt x="224" y="0"/>
                  </a:cubicBezTo>
                  <a:close/>
                </a:path>
              </a:pathLst>
            </a:cu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8" name="Google Shape;658;p63"/>
            <p:cNvSpPr/>
            <p:nvPr/>
          </p:nvSpPr>
          <p:spPr>
            <a:xfrm>
              <a:off x="3463725" y="640050"/>
              <a:ext cx="181800" cy="425775"/>
            </a:xfrm>
            <a:custGeom>
              <a:rect b="b" l="l" r="r" t="t"/>
              <a:pathLst>
                <a:path extrusionOk="0" h="17031" w="7272">
                  <a:moveTo>
                    <a:pt x="225" y="0"/>
                  </a:moveTo>
                  <a:cubicBezTo>
                    <a:pt x="102" y="0"/>
                    <a:pt x="1" y="101"/>
                    <a:pt x="1" y="224"/>
                  </a:cubicBezTo>
                  <a:lnTo>
                    <a:pt x="1" y="8532"/>
                  </a:lnTo>
                  <a:cubicBezTo>
                    <a:pt x="1" y="8584"/>
                    <a:pt x="18" y="8634"/>
                    <a:pt x="51" y="8674"/>
                  </a:cubicBezTo>
                  <a:lnTo>
                    <a:pt x="6847" y="16949"/>
                  </a:lnTo>
                  <a:cubicBezTo>
                    <a:pt x="6891" y="17002"/>
                    <a:pt x="6955" y="17030"/>
                    <a:pt x="7019" y="17030"/>
                  </a:cubicBezTo>
                  <a:cubicBezTo>
                    <a:pt x="7069" y="17030"/>
                    <a:pt x="7120" y="17014"/>
                    <a:pt x="7161" y="16979"/>
                  </a:cubicBezTo>
                  <a:cubicBezTo>
                    <a:pt x="7256" y="16902"/>
                    <a:pt x="7271" y="16759"/>
                    <a:pt x="7192" y="16665"/>
                  </a:cubicBezTo>
                  <a:lnTo>
                    <a:pt x="448" y="8452"/>
                  </a:lnTo>
                  <a:lnTo>
                    <a:pt x="448" y="224"/>
                  </a:lnTo>
                  <a:cubicBezTo>
                    <a:pt x="448" y="101"/>
                    <a:pt x="348" y="0"/>
                    <a:pt x="225" y="0"/>
                  </a:cubicBezTo>
                  <a:close/>
                </a:path>
              </a:pathLst>
            </a:cu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9" name="Google Shape;659;p63"/>
            <p:cNvSpPr/>
            <p:nvPr/>
          </p:nvSpPr>
          <p:spPr>
            <a:xfrm>
              <a:off x="3978550" y="634175"/>
              <a:ext cx="269950" cy="424000"/>
            </a:xfrm>
            <a:custGeom>
              <a:rect b="b" l="l" r="r" t="t"/>
              <a:pathLst>
                <a:path extrusionOk="0" h="16960" w="10798">
                  <a:moveTo>
                    <a:pt x="10560" y="1"/>
                  </a:moveTo>
                  <a:cubicBezTo>
                    <a:pt x="10449" y="1"/>
                    <a:pt x="10351" y="83"/>
                    <a:pt x="10336" y="196"/>
                  </a:cubicBezTo>
                  <a:lnTo>
                    <a:pt x="9277" y="8569"/>
                  </a:lnTo>
                  <a:lnTo>
                    <a:pt x="105" y="16567"/>
                  </a:lnTo>
                  <a:cubicBezTo>
                    <a:pt x="11" y="16649"/>
                    <a:pt x="1" y="16789"/>
                    <a:pt x="83" y="16884"/>
                  </a:cubicBezTo>
                  <a:cubicBezTo>
                    <a:pt x="127" y="16934"/>
                    <a:pt x="188" y="16960"/>
                    <a:pt x="252" y="16960"/>
                  </a:cubicBezTo>
                  <a:cubicBezTo>
                    <a:pt x="304" y="16960"/>
                    <a:pt x="356" y="16940"/>
                    <a:pt x="400" y="16905"/>
                  </a:cubicBezTo>
                  <a:lnTo>
                    <a:pt x="9636" y="8850"/>
                  </a:lnTo>
                  <a:cubicBezTo>
                    <a:pt x="9677" y="8813"/>
                    <a:pt x="9704" y="8764"/>
                    <a:pt x="9711" y="8709"/>
                  </a:cubicBezTo>
                  <a:lnTo>
                    <a:pt x="10781" y="252"/>
                  </a:lnTo>
                  <a:cubicBezTo>
                    <a:pt x="10798" y="129"/>
                    <a:pt x="10711" y="19"/>
                    <a:pt x="10587" y="2"/>
                  </a:cubicBezTo>
                  <a:cubicBezTo>
                    <a:pt x="10578" y="1"/>
                    <a:pt x="10569" y="1"/>
                    <a:pt x="10560" y="1"/>
                  </a:cubicBezTo>
                  <a:close/>
                </a:path>
              </a:pathLst>
            </a:cu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60" name="Google Shape;660;p63"/>
            <p:cNvSpPr/>
            <p:nvPr/>
          </p:nvSpPr>
          <p:spPr>
            <a:xfrm>
              <a:off x="4055700" y="895325"/>
              <a:ext cx="248425" cy="88350"/>
            </a:xfrm>
            <a:custGeom>
              <a:rect b="b" l="l" r="r" t="t"/>
              <a:pathLst>
                <a:path extrusionOk="0" h="3534" w="9937">
                  <a:moveTo>
                    <a:pt x="9688" y="1"/>
                  </a:moveTo>
                  <a:cubicBezTo>
                    <a:pt x="9629" y="1"/>
                    <a:pt x="9570" y="24"/>
                    <a:pt x="9526" y="70"/>
                  </a:cubicBezTo>
                  <a:lnTo>
                    <a:pt x="6654" y="3085"/>
                  </a:lnTo>
                  <a:lnTo>
                    <a:pt x="225" y="3085"/>
                  </a:lnTo>
                  <a:cubicBezTo>
                    <a:pt x="101" y="3085"/>
                    <a:pt x="1" y="3186"/>
                    <a:pt x="1" y="3309"/>
                  </a:cubicBezTo>
                  <a:cubicBezTo>
                    <a:pt x="1" y="3432"/>
                    <a:pt x="101" y="3533"/>
                    <a:pt x="225" y="3533"/>
                  </a:cubicBezTo>
                  <a:lnTo>
                    <a:pt x="6751" y="3533"/>
                  </a:lnTo>
                  <a:cubicBezTo>
                    <a:pt x="6812" y="3533"/>
                    <a:pt x="6872" y="3508"/>
                    <a:pt x="6913" y="3465"/>
                  </a:cubicBezTo>
                  <a:lnTo>
                    <a:pt x="9850" y="380"/>
                  </a:lnTo>
                  <a:cubicBezTo>
                    <a:pt x="9936" y="290"/>
                    <a:pt x="9933" y="147"/>
                    <a:pt x="9843" y="61"/>
                  </a:cubicBezTo>
                  <a:cubicBezTo>
                    <a:pt x="9799" y="21"/>
                    <a:pt x="9744" y="1"/>
                    <a:pt x="9688" y="1"/>
                  </a:cubicBezTo>
                  <a:close/>
                </a:path>
              </a:pathLst>
            </a:cu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61" name="Google Shape;661;p63"/>
            <p:cNvSpPr/>
            <p:nvPr/>
          </p:nvSpPr>
          <p:spPr>
            <a:xfrm>
              <a:off x="4055675" y="1079250"/>
              <a:ext cx="305375" cy="14100"/>
            </a:xfrm>
            <a:custGeom>
              <a:rect b="b" l="l" r="r" t="t"/>
              <a:pathLst>
                <a:path extrusionOk="0" h="564" w="12215">
                  <a:moveTo>
                    <a:pt x="11987" y="1"/>
                  </a:moveTo>
                  <a:lnTo>
                    <a:pt x="223" y="115"/>
                  </a:lnTo>
                  <a:cubicBezTo>
                    <a:pt x="99" y="116"/>
                    <a:pt x="0" y="218"/>
                    <a:pt x="2" y="342"/>
                  </a:cubicBezTo>
                  <a:cubicBezTo>
                    <a:pt x="3" y="465"/>
                    <a:pt x="102" y="563"/>
                    <a:pt x="226" y="563"/>
                  </a:cubicBezTo>
                  <a:lnTo>
                    <a:pt x="228" y="563"/>
                  </a:lnTo>
                  <a:lnTo>
                    <a:pt x="11990" y="450"/>
                  </a:lnTo>
                  <a:cubicBezTo>
                    <a:pt x="12116" y="449"/>
                    <a:pt x="12215" y="347"/>
                    <a:pt x="12213" y="224"/>
                  </a:cubicBezTo>
                  <a:cubicBezTo>
                    <a:pt x="12212" y="99"/>
                    <a:pt x="12118" y="6"/>
                    <a:pt x="11987" y="1"/>
                  </a:cubicBezTo>
                  <a:close/>
                </a:path>
              </a:pathLst>
            </a:cu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62" name="Google Shape;662;p63"/>
            <p:cNvSpPr/>
            <p:nvPr/>
          </p:nvSpPr>
          <p:spPr>
            <a:xfrm>
              <a:off x="4021450" y="1133900"/>
              <a:ext cx="426550" cy="118400"/>
            </a:xfrm>
            <a:custGeom>
              <a:rect b="b" l="l" r="r" t="t"/>
              <a:pathLst>
                <a:path extrusionOk="0" h="4736" w="17062">
                  <a:moveTo>
                    <a:pt x="224" y="1"/>
                  </a:moveTo>
                  <a:cubicBezTo>
                    <a:pt x="101" y="1"/>
                    <a:pt x="0" y="101"/>
                    <a:pt x="0" y="225"/>
                  </a:cubicBezTo>
                  <a:cubicBezTo>
                    <a:pt x="0" y="348"/>
                    <a:pt x="101" y="449"/>
                    <a:pt x="224" y="449"/>
                  </a:cubicBezTo>
                  <a:lnTo>
                    <a:pt x="9910" y="449"/>
                  </a:lnTo>
                  <a:lnTo>
                    <a:pt x="16686" y="4701"/>
                  </a:lnTo>
                  <a:cubicBezTo>
                    <a:pt x="16724" y="4725"/>
                    <a:pt x="16766" y="4735"/>
                    <a:pt x="16805" y="4735"/>
                  </a:cubicBezTo>
                  <a:cubicBezTo>
                    <a:pt x="16879" y="4735"/>
                    <a:pt x="16953" y="4698"/>
                    <a:pt x="16996" y="4631"/>
                  </a:cubicBezTo>
                  <a:cubicBezTo>
                    <a:pt x="17062" y="4525"/>
                    <a:pt x="17029" y="4387"/>
                    <a:pt x="16924" y="4322"/>
                  </a:cubicBezTo>
                  <a:lnTo>
                    <a:pt x="10094" y="36"/>
                  </a:lnTo>
                  <a:cubicBezTo>
                    <a:pt x="10057" y="12"/>
                    <a:pt x="10016" y="1"/>
                    <a:pt x="9975" y="1"/>
                  </a:cubicBezTo>
                  <a:close/>
                </a:path>
              </a:pathLst>
            </a:cu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63" name="Google Shape;663;p63"/>
            <p:cNvSpPr/>
            <p:nvPr/>
          </p:nvSpPr>
          <p:spPr>
            <a:xfrm>
              <a:off x="4070775" y="1294750"/>
              <a:ext cx="240000" cy="11225"/>
            </a:xfrm>
            <a:custGeom>
              <a:rect b="b" l="l" r="r" t="t"/>
              <a:pathLst>
                <a:path extrusionOk="0" h="449" w="9600">
                  <a:moveTo>
                    <a:pt x="224" y="1"/>
                  </a:moveTo>
                  <a:cubicBezTo>
                    <a:pt x="101" y="1"/>
                    <a:pt x="0" y="102"/>
                    <a:pt x="0" y="225"/>
                  </a:cubicBezTo>
                  <a:cubicBezTo>
                    <a:pt x="0" y="348"/>
                    <a:pt x="101" y="449"/>
                    <a:pt x="224" y="449"/>
                  </a:cubicBezTo>
                  <a:lnTo>
                    <a:pt x="9375" y="449"/>
                  </a:lnTo>
                  <a:cubicBezTo>
                    <a:pt x="9498" y="449"/>
                    <a:pt x="9599" y="348"/>
                    <a:pt x="9599" y="225"/>
                  </a:cubicBezTo>
                  <a:cubicBezTo>
                    <a:pt x="9599" y="102"/>
                    <a:pt x="9498" y="1"/>
                    <a:pt x="9375" y="1"/>
                  </a:cubicBezTo>
                  <a:close/>
                </a:path>
              </a:pathLst>
            </a:cu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64" name="Google Shape;664;p63"/>
            <p:cNvSpPr/>
            <p:nvPr/>
          </p:nvSpPr>
          <p:spPr>
            <a:xfrm>
              <a:off x="4435150" y="1234025"/>
              <a:ext cx="48025" cy="46475"/>
            </a:xfrm>
            <a:custGeom>
              <a:rect b="b" l="l" r="r" t="t"/>
              <a:pathLst>
                <a:path extrusionOk="0" h="1859" w="1921">
                  <a:moveTo>
                    <a:pt x="962" y="451"/>
                  </a:moveTo>
                  <a:cubicBezTo>
                    <a:pt x="1044" y="451"/>
                    <a:pt x="1127" y="472"/>
                    <a:pt x="1201" y="515"/>
                  </a:cubicBezTo>
                  <a:cubicBezTo>
                    <a:pt x="1312" y="578"/>
                    <a:pt x="1392" y="682"/>
                    <a:pt x="1425" y="805"/>
                  </a:cubicBezTo>
                  <a:cubicBezTo>
                    <a:pt x="1458" y="929"/>
                    <a:pt x="1441" y="1057"/>
                    <a:pt x="1377" y="1169"/>
                  </a:cubicBezTo>
                  <a:cubicBezTo>
                    <a:pt x="1313" y="1280"/>
                    <a:pt x="1209" y="1359"/>
                    <a:pt x="1086" y="1393"/>
                  </a:cubicBezTo>
                  <a:cubicBezTo>
                    <a:pt x="1045" y="1404"/>
                    <a:pt x="1003" y="1409"/>
                    <a:pt x="961" y="1409"/>
                  </a:cubicBezTo>
                  <a:cubicBezTo>
                    <a:pt x="878" y="1409"/>
                    <a:pt x="796" y="1388"/>
                    <a:pt x="723" y="1345"/>
                  </a:cubicBezTo>
                  <a:cubicBezTo>
                    <a:pt x="611" y="1281"/>
                    <a:pt x="532" y="1176"/>
                    <a:pt x="499" y="1053"/>
                  </a:cubicBezTo>
                  <a:cubicBezTo>
                    <a:pt x="465" y="931"/>
                    <a:pt x="483" y="802"/>
                    <a:pt x="547" y="691"/>
                  </a:cubicBezTo>
                  <a:cubicBezTo>
                    <a:pt x="610" y="579"/>
                    <a:pt x="714" y="500"/>
                    <a:pt x="837" y="467"/>
                  </a:cubicBezTo>
                  <a:cubicBezTo>
                    <a:pt x="879" y="456"/>
                    <a:pt x="921" y="451"/>
                    <a:pt x="962" y="451"/>
                  </a:cubicBezTo>
                  <a:close/>
                  <a:moveTo>
                    <a:pt x="963" y="0"/>
                  </a:moveTo>
                  <a:cubicBezTo>
                    <a:pt x="881" y="0"/>
                    <a:pt x="800" y="11"/>
                    <a:pt x="719" y="32"/>
                  </a:cubicBezTo>
                  <a:cubicBezTo>
                    <a:pt x="480" y="97"/>
                    <a:pt x="280" y="251"/>
                    <a:pt x="157" y="466"/>
                  </a:cubicBezTo>
                  <a:cubicBezTo>
                    <a:pt x="32" y="680"/>
                    <a:pt x="0" y="929"/>
                    <a:pt x="64" y="1169"/>
                  </a:cubicBezTo>
                  <a:cubicBezTo>
                    <a:pt x="129" y="1409"/>
                    <a:pt x="283" y="1610"/>
                    <a:pt x="498" y="1733"/>
                  </a:cubicBezTo>
                  <a:cubicBezTo>
                    <a:pt x="641" y="1816"/>
                    <a:pt x="799" y="1858"/>
                    <a:pt x="960" y="1858"/>
                  </a:cubicBezTo>
                  <a:cubicBezTo>
                    <a:pt x="1040" y="1858"/>
                    <a:pt x="1122" y="1848"/>
                    <a:pt x="1201" y="1826"/>
                  </a:cubicBezTo>
                  <a:cubicBezTo>
                    <a:pt x="1441" y="1762"/>
                    <a:pt x="1640" y="1607"/>
                    <a:pt x="1764" y="1393"/>
                  </a:cubicBezTo>
                  <a:cubicBezTo>
                    <a:pt x="1888" y="1179"/>
                    <a:pt x="1920" y="929"/>
                    <a:pt x="1856" y="690"/>
                  </a:cubicBezTo>
                  <a:cubicBezTo>
                    <a:pt x="1792" y="449"/>
                    <a:pt x="1638" y="248"/>
                    <a:pt x="1424" y="125"/>
                  </a:cubicBezTo>
                  <a:cubicBezTo>
                    <a:pt x="1281" y="42"/>
                    <a:pt x="1123" y="0"/>
                    <a:pt x="963" y="0"/>
                  </a:cubicBezTo>
                  <a:close/>
                </a:path>
              </a:pathLst>
            </a:cu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65" name="Google Shape;665;p63"/>
            <p:cNvSpPr/>
            <p:nvPr/>
          </p:nvSpPr>
          <p:spPr>
            <a:xfrm>
              <a:off x="4146700" y="1728575"/>
              <a:ext cx="52975" cy="46400"/>
            </a:xfrm>
            <a:custGeom>
              <a:rect b="b" l="l" r="r" t="t"/>
              <a:pathLst>
                <a:path extrusionOk="0" h="1856" w="2119">
                  <a:moveTo>
                    <a:pt x="1061" y="449"/>
                  </a:moveTo>
                  <a:cubicBezTo>
                    <a:pt x="1141" y="449"/>
                    <a:pt x="1224" y="468"/>
                    <a:pt x="1299" y="513"/>
                  </a:cubicBezTo>
                  <a:cubicBezTo>
                    <a:pt x="1528" y="645"/>
                    <a:pt x="1606" y="939"/>
                    <a:pt x="1475" y="1168"/>
                  </a:cubicBezTo>
                  <a:cubicBezTo>
                    <a:pt x="1386" y="1322"/>
                    <a:pt x="1224" y="1408"/>
                    <a:pt x="1058" y="1408"/>
                  </a:cubicBezTo>
                  <a:cubicBezTo>
                    <a:pt x="977" y="1408"/>
                    <a:pt x="895" y="1388"/>
                    <a:pt x="820" y="1344"/>
                  </a:cubicBezTo>
                  <a:cubicBezTo>
                    <a:pt x="590" y="1211"/>
                    <a:pt x="512" y="917"/>
                    <a:pt x="644" y="688"/>
                  </a:cubicBezTo>
                  <a:cubicBezTo>
                    <a:pt x="734" y="535"/>
                    <a:pt x="895" y="449"/>
                    <a:pt x="1061" y="449"/>
                  </a:cubicBezTo>
                  <a:close/>
                  <a:moveTo>
                    <a:pt x="1062" y="1"/>
                  </a:moveTo>
                  <a:cubicBezTo>
                    <a:pt x="740" y="1"/>
                    <a:pt x="427" y="167"/>
                    <a:pt x="255" y="465"/>
                  </a:cubicBezTo>
                  <a:cubicBezTo>
                    <a:pt x="1" y="909"/>
                    <a:pt x="153" y="1476"/>
                    <a:pt x="596" y="1732"/>
                  </a:cubicBezTo>
                  <a:cubicBezTo>
                    <a:pt x="741" y="1816"/>
                    <a:pt x="900" y="1856"/>
                    <a:pt x="1058" y="1856"/>
                  </a:cubicBezTo>
                  <a:cubicBezTo>
                    <a:pt x="1378" y="1856"/>
                    <a:pt x="1690" y="1688"/>
                    <a:pt x="1863" y="1392"/>
                  </a:cubicBezTo>
                  <a:cubicBezTo>
                    <a:pt x="2118" y="949"/>
                    <a:pt x="1965" y="380"/>
                    <a:pt x="1523" y="124"/>
                  </a:cubicBezTo>
                  <a:cubicBezTo>
                    <a:pt x="1378" y="41"/>
                    <a:pt x="1219" y="1"/>
                    <a:pt x="1062" y="1"/>
                  </a:cubicBezTo>
                  <a:close/>
                </a:path>
              </a:pathLst>
            </a:cu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66" name="Google Shape;666;p63"/>
            <p:cNvSpPr/>
            <p:nvPr/>
          </p:nvSpPr>
          <p:spPr>
            <a:xfrm>
              <a:off x="4232375" y="1597575"/>
              <a:ext cx="48025" cy="46425"/>
            </a:xfrm>
            <a:custGeom>
              <a:rect b="b" l="l" r="r" t="t"/>
              <a:pathLst>
                <a:path extrusionOk="0" h="1857" w="1921">
                  <a:moveTo>
                    <a:pt x="963" y="448"/>
                  </a:moveTo>
                  <a:cubicBezTo>
                    <a:pt x="1046" y="448"/>
                    <a:pt x="1127" y="472"/>
                    <a:pt x="1201" y="512"/>
                  </a:cubicBezTo>
                  <a:cubicBezTo>
                    <a:pt x="1312" y="577"/>
                    <a:pt x="1393" y="681"/>
                    <a:pt x="1425" y="803"/>
                  </a:cubicBezTo>
                  <a:cubicBezTo>
                    <a:pt x="1458" y="928"/>
                    <a:pt x="1441" y="1057"/>
                    <a:pt x="1377" y="1168"/>
                  </a:cubicBezTo>
                  <a:cubicBezTo>
                    <a:pt x="1314" y="1278"/>
                    <a:pt x="1210" y="1357"/>
                    <a:pt x="1086" y="1391"/>
                  </a:cubicBezTo>
                  <a:cubicBezTo>
                    <a:pt x="1046" y="1401"/>
                    <a:pt x="1004" y="1407"/>
                    <a:pt x="962" y="1407"/>
                  </a:cubicBezTo>
                  <a:cubicBezTo>
                    <a:pt x="880" y="1407"/>
                    <a:pt x="797" y="1385"/>
                    <a:pt x="723" y="1342"/>
                  </a:cubicBezTo>
                  <a:cubicBezTo>
                    <a:pt x="611" y="1278"/>
                    <a:pt x="531" y="1175"/>
                    <a:pt x="499" y="1052"/>
                  </a:cubicBezTo>
                  <a:cubicBezTo>
                    <a:pt x="465" y="926"/>
                    <a:pt x="483" y="799"/>
                    <a:pt x="547" y="687"/>
                  </a:cubicBezTo>
                  <a:cubicBezTo>
                    <a:pt x="610" y="577"/>
                    <a:pt x="714" y="499"/>
                    <a:pt x="838" y="464"/>
                  </a:cubicBezTo>
                  <a:cubicBezTo>
                    <a:pt x="879" y="453"/>
                    <a:pt x="921" y="448"/>
                    <a:pt x="963" y="448"/>
                  </a:cubicBezTo>
                  <a:close/>
                  <a:moveTo>
                    <a:pt x="963" y="1"/>
                  </a:moveTo>
                  <a:cubicBezTo>
                    <a:pt x="881" y="1"/>
                    <a:pt x="800" y="12"/>
                    <a:pt x="720" y="33"/>
                  </a:cubicBezTo>
                  <a:cubicBezTo>
                    <a:pt x="480" y="98"/>
                    <a:pt x="280" y="252"/>
                    <a:pt x="157" y="466"/>
                  </a:cubicBezTo>
                  <a:cubicBezTo>
                    <a:pt x="32" y="681"/>
                    <a:pt x="0" y="930"/>
                    <a:pt x="64" y="1170"/>
                  </a:cubicBezTo>
                  <a:cubicBezTo>
                    <a:pt x="129" y="1408"/>
                    <a:pt x="283" y="1609"/>
                    <a:pt x="498" y="1733"/>
                  </a:cubicBezTo>
                  <a:cubicBezTo>
                    <a:pt x="639" y="1815"/>
                    <a:pt x="799" y="1857"/>
                    <a:pt x="960" y="1857"/>
                  </a:cubicBezTo>
                  <a:cubicBezTo>
                    <a:pt x="1040" y="1857"/>
                    <a:pt x="1122" y="1846"/>
                    <a:pt x="1201" y="1824"/>
                  </a:cubicBezTo>
                  <a:cubicBezTo>
                    <a:pt x="1441" y="1760"/>
                    <a:pt x="1641" y="1606"/>
                    <a:pt x="1764" y="1392"/>
                  </a:cubicBezTo>
                  <a:cubicBezTo>
                    <a:pt x="1888" y="1177"/>
                    <a:pt x="1920" y="928"/>
                    <a:pt x="1856" y="688"/>
                  </a:cubicBezTo>
                  <a:cubicBezTo>
                    <a:pt x="1792" y="449"/>
                    <a:pt x="1638" y="249"/>
                    <a:pt x="1424" y="125"/>
                  </a:cubicBezTo>
                  <a:cubicBezTo>
                    <a:pt x="1282" y="43"/>
                    <a:pt x="1123" y="1"/>
                    <a:pt x="963" y="1"/>
                  </a:cubicBezTo>
                  <a:close/>
                </a:path>
              </a:pathLst>
            </a:cu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67" name="Google Shape;667;p63"/>
            <p:cNvSpPr/>
            <p:nvPr/>
          </p:nvSpPr>
          <p:spPr>
            <a:xfrm>
              <a:off x="3908250" y="1746175"/>
              <a:ext cx="52975" cy="46375"/>
            </a:xfrm>
            <a:custGeom>
              <a:rect b="b" l="l" r="r" t="t"/>
              <a:pathLst>
                <a:path extrusionOk="0" h="1855" w="2119">
                  <a:moveTo>
                    <a:pt x="1060" y="448"/>
                  </a:moveTo>
                  <a:cubicBezTo>
                    <a:pt x="1140" y="448"/>
                    <a:pt x="1224" y="469"/>
                    <a:pt x="1299" y="513"/>
                  </a:cubicBezTo>
                  <a:cubicBezTo>
                    <a:pt x="1528" y="645"/>
                    <a:pt x="1606" y="938"/>
                    <a:pt x="1475" y="1168"/>
                  </a:cubicBezTo>
                  <a:cubicBezTo>
                    <a:pt x="1386" y="1322"/>
                    <a:pt x="1224" y="1408"/>
                    <a:pt x="1058" y="1408"/>
                  </a:cubicBezTo>
                  <a:cubicBezTo>
                    <a:pt x="977" y="1408"/>
                    <a:pt x="894" y="1387"/>
                    <a:pt x="819" y="1343"/>
                  </a:cubicBezTo>
                  <a:cubicBezTo>
                    <a:pt x="590" y="1211"/>
                    <a:pt x="512" y="917"/>
                    <a:pt x="644" y="688"/>
                  </a:cubicBezTo>
                  <a:cubicBezTo>
                    <a:pt x="733" y="534"/>
                    <a:pt x="894" y="448"/>
                    <a:pt x="1060" y="448"/>
                  </a:cubicBezTo>
                  <a:close/>
                  <a:moveTo>
                    <a:pt x="1060" y="0"/>
                  </a:moveTo>
                  <a:cubicBezTo>
                    <a:pt x="739" y="0"/>
                    <a:pt x="427" y="167"/>
                    <a:pt x="255" y="464"/>
                  </a:cubicBezTo>
                  <a:cubicBezTo>
                    <a:pt x="1" y="908"/>
                    <a:pt x="153" y="1476"/>
                    <a:pt x="596" y="1733"/>
                  </a:cubicBezTo>
                  <a:cubicBezTo>
                    <a:pt x="741" y="1815"/>
                    <a:pt x="901" y="1855"/>
                    <a:pt x="1058" y="1855"/>
                  </a:cubicBezTo>
                  <a:cubicBezTo>
                    <a:pt x="1378" y="1855"/>
                    <a:pt x="1690" y="1690"/>
                    <a:pt x="1862" y="1392"/>
                  </a:cubicBezTo>
                  <a:cubicBezTo>
                    <a:pt x="2118" y="948"/>
                    <a:pt x="1966" y="380"/>
                    <a:pt x="1523" y="124"/>
                  </a:cubicBezTo>
                  <a:cubicBezTo>
                    <a:pt x="1377" y="40"/>
                    <a:pt x="1217" y="0"/>
                    <a:pt x="1060" y="0"/>
                  </a:cubicBezTo>
                  <a:close/>
                </a:path>
              </a:pathLst>
            </a:cu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68" name="Google Shape;668;p63"/>
            <p:cNvSpPr/>
            <p:nvPr/>
          </p:nvSpPr>
          <p:spPr>
            <a:xfrm>
              <a:off x="3977950" y="1694975"/>
              <a:ext cx="50500" cy="46425"/>
            </a:xfrm>
            <a:custGeom>
              <a:rect b="b" l="l" r="r" t="t"/>
              <a:pathLst>
                <a:path extrusionOk="0" h="1857" w="2020">
                  <a:moveTo>
                    <a:pt x="961" y="449"/>
                  </a:moveTo>
                  <a:cubicBezTo>
                    <a:pt x="1041" y="449"/>
                    <a:pt x="1124" y="470"/>
                    <a:pt x="1199" y="513"/>
                  </a:cubicBezTo>
                  <a:cubicBezTo>
                    <a:pt x="1428" y="646"/>
                    <a:pt x="1506" y="938"/>
                    <a:pt x="1375" y="1168"/>
                  </a:cubicBezTo>
                  <a:cubicBezTo>
                    <a:pt x="1286" y="1322"/>
                    <a:pt x="1125" y="1408"/>
                    <a:pt x="959" y="1408"/>
                  </a:cubicBezTo>
                  <a:cubicBezTo>
                    <a:pt x="878" y="1408"/>
                    <a:pt x="795" y="1387"/>
                    <a:pt x="720" y="1344"/>
                  </a:cubicBezTo>
                  <a:cubicBezTo>
                    <a:pt x="608" y="1279"/>
                    <a:pt x="529" y="1176"/>
                    <a:pt x="496" y="1053"/>
                  </a:cubicBezTo>
                  <a:cubicBezTo>
                    <a:pt x="463" y="930"/>
                    <a:pt x="479" y="801"/>
                    <a:pt x="544" y="690"/>
                  </a:cubicBezTo>
                  <a:cubicBezTo>
                    <a:pt x="634" y="535"/>
                    <a:pt x="795" y="449"/>
                    <a:pt x="961" y="449"/>
                  </a:cubicBezTo>
                  <a:close/>
                  <a:moveTo>
                    <a:pt x="960" y="1"/>
                  </a:moveTo>
                  <a:cubicBezTo>
                    <a:pt x="639" y="1"/>
                    <a:pt x="328" y="167"/>
                    <a:pt x="157" y="464"/>
                  </a:cubicBezTo>
                  <a:cubicBezTo>
                    <a:pt x="33" y="679"/>
                    <a:pt x="0" y="929"/>
                    <a:pt x="63" y="1168"/>
                  </a:cubicBezTo>
                  <a:cubicBezTo>
                    <a:pt x="129" y="1407"/>
                    <a:pt x="281" y="1607"/>
                    <a:pt x="496" y="1731"/>
                  </a:cubicBezTo>
                  <a:cubicBezTo>
                    <a:pt x="641" y="1815"/>
                    <a:pt x="800" y="1856"/>
                    <a:pt x="958" y="1856"/>
                  </a:cubicBezTo>
                  <a:cubicBezTo>
                    <a:pt x="1278" y="1856"/>
                    <a:pt x="1590" y="1690"/>
                    <a:pt x="1765" y="1393"/>
                  </a:cubicBezTo>
                  <a:cubicBezTo>
                    <a:pt x="2019" y="950"/>
                    <a:pt x="1867" y="382"/>
                    <a:pt x="1424" y="126"/>
                  </a:cubicBezTo>
                  <a:cubicBezTo>
                    <a:pt x="1278" y="41"/>
                    <a:pt x="1118" y="1"/>
                    <a:pt x="960" y="1"/>
                  </a:cubicBezTo>
                  <a:close/>
                </a:path>
              </a:pathLst>
            </a:cu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69" name="Google Shape;669;p63"/>
            <p:cNvSpPr/>
            <p:nvPr/>
          </p:nvSpPr>
          <p:spPr>
            <a:xfrm>
              <a:off x="3448425" y="1725875"/>
              <a:ext cx="53000" cy="46425"/>
            </a:xfrm>
            <a:custGeom>
              <a:rect b="b" l="l" r="r" t="t"/>
              <a:pathLst>
                <a:path extrusionOk="0" h="1857" w="2120">
                  <a:moveTo>
                    <a:pt x="1060" y="449"/>
                  </a:moveTo>
                  <a:cubicBezTo>
                    <a:pt x="1143" y="449"/>
                    <a:pt x="1224" y="469"/>
                    <a:pt x="1299" y="514"/>
                  </a:cubicBezTo>
                  <a:cubicBezTo>
                    <a:pt x="1411" y="578"/>
                    <a:pt x="1489" y="681"/>
                    <a:pt x="1523" y="805"/>
                  </a:cubicBezTo>
                  <a:cubicBezTo>
                    <a:pt x="1555" y="928"/>
                    <a:pt x="1539" y="1057"/>
                    <a:pt x="1475" y="1168"/>
                  </a:cubicBezTo>
                  <a:cubicBezTo>
                    <a:pt x="1411" y="1280"/>
                    <a:pt x="1307" y="1358"/>
                    <a:pt x="1183" y="1392"/>
                  </a:cubicBezTo>
                  <a:cubicBezTo>
                    <a:pt x="1143" y="1403"/>
                    <a:pt x="1103" y="1408"/>
                    <a:pt x="1062" y="1408"/>
                  </a:cubicBezTo>
                  <a:cubicBezTo>
                    <a:pt x="978" y="1408"/>
                    <a:pt x="895" y="1386"/>
                    <a:pt x="821" y="1343"/>
                  </a:cubicBezTo>
                  <a:cubicBezTo>
                    <a:pt x="591" y="1211"/>
                    <a:pt x="512" y="917"/>
                    <a:pt x="645" y="688"/>
                  </a:cubicBezTo>
                  <a:cubicBezTo>
                    <a:pt x="733" y="534"/>
                    <a:pt x="894" y="449"/>
                    <a:pt x="1060" y="449"/>
                  </a:cubicBezTo>
                  <a:close/>
                  <a:moveTo>
                    <a:pt x="1061" y="0"/>
                  </a:moveTo>
                  <a:cubicBezTo>
                    <a:pt x="740" y="0"/>
                    <a:pt x="428" y="167"/>
                    <a:pt x="256" y="464"/>
                  </a:cubicBezTo>
                  <a:cubicBezTo>
                    <a:pt x="1" y="907"/>
                    <a:pt x="152" y="1476"/>
                    <a:pt x="596" y="1732"/>
                  </a:cubicBezTo>
                  <a:cubicBezTo>
                    <a:pt x="738" y="1813"/>
                    <a:pt x="897" y="1856"/>
                    <a:pt x="1058" y="1856"/>
                  </a:cubicBezTo>
                  <a:cubicBezTo>
                    <a:pt x="1138" y="1856"/>
                    <a:pt x="1220" y="1846"/>
                    <a:pt x="1300" y="1824"/>
                  </a:cubicBezTo>
                  <a:cubicBezTo>
                    <a:pt x="1539" y="1761"/>
                    <a:pt x="1740" y="1608"/>
                    <a:pt x="1863" y="1393"/>
                  </a:cubicBezTo>
                  <a:cubicBezTo>
                    <a:pt x="2119" y="949"/>
                    <a:pt x="1968" y="381"/>
                    <a:pt x="1524" y="125"/>
                  </a:cubicBezTo>
                  <a:cubicBezTo>
                    <a:pt x="1378" y="40"/>
                    <a:pt x="1218" y="0"/>
                    <a:pt x="1061" y="0"/>
                  </a:cubicBezTo>
                  <a:close/>
                </a:path>
              </a:pathLst>
            </a:cu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70" name="Google Shape;670;p63"/>
            <p:cNvSpPr/>
            <p:nvPr/>
          </p:nvSpPr>
          <p:spPr>
            <a:xfrm>
              <a:off x="3352325" y="1550125"/>
              <a:ext cx="53000" cy="46425"/>
            </a:xfrm>
            <a:custGeom>
              <a:rect b="b" l="l" r="r" t="t"/>
              <a:pathLst>
                <a:path extrusionOk="0" h="1857" w="2120">
                  <a:moveTo>
                    <a:pt x="1059" y="451"/>
                  </a:moveTo>
                  <a:cubicBezTo>
                    <a:pt x="1141" y="451"/>
                    <a:pt x="1223" y="470"/>
                    <a:pt x="1299" y="515"/>
                  </a:cubicBezTo>
                  <a:cubicBezTo>
                    <a:pt x="1529" y="647"/>
                    <a:pt x="1607" y="941"/>
                    <a:pt x="1475" y="1170"/>
                  </a:cubicBezTo>
                  <a:cubicBezTo>
                    <a:pt x="1386" y="1324"/>
                    <a:pt x="1224" y="1409"/>
                    <a:pt x="1058" y="1409"/>
                  </a:cubicBezTo>
                  <a:cubicBezTo>
                    <a:pt x="977" y="1409"/>
                    <a:pt x="895" y="1389"/>
                    <a:pt x="819" y="1346"/>
                  </a:cubicBezTo>
                  <a:cubicBezTo>
                    <a:pt x="591" y="1213"/>
                    <a:pt x="511" y="919"/>
                    <a:pt x="644" y="690"/>
                  </a:cubicBezTo>
                  <a:cubicBezTo>
                    <a:pt x="732" y="536"/>
                    <a:pt x="893" y="451"/>
                    <a:pt x="1059" y="451"/>
                  </a:cubicBezTo>
                  <a:close/>
                  <a:moveTo>
                    <a:pt x="1062" y="1"/>
                  </a:moveTo>
                  <a:cubicBezTo>
                    <a:pt x="741" y="1"/>
                    <a:pt x="428" y="167"/>
                    <a:pt x="256" y="464"/>
                  </a:cubicBezTo>
                  <a:cubicBezTo>
                    <a:pt x="1" y="908"/>
                    <a:pt x="152" y="1477"/>
                    <a:pt x="596" y="1733"/>
                  </a:cubicBezTo>
                  <a:cubicBezTo>
                    <a:pt x="742" y="1815"/>
                    <a:pt x="902" y="1856"/>
                    <a:pt x="1058" y="1856"/>
                  </a:cubicBezTo>
                  <a:cubicBezTo>
                    <a:pt x="1379" y="1856"/>
                    <a:pt x="1691" y="1690"/>
                    <a:pt x="1863" y="1392"/>
                  </a:cubicBezTo>
                  <a:cubicBezTo>
                    <a:pt x="2120" y="949"/>
                    <a:pt x="1968" y="381"/>
                    <a:pt x="1525" y="125"/>
                  </a:cubicBezTo>
                  <a:cubicBezTo>
                    <a:pt x="1379" y="41"/>
                    <a:pt x="1219" y="1"/>
                    <a:pt x="1062" y="1"/>
                  </a:cubicBezTo>
                  <a:close/>
                </a:path>
              </a:pathLst>
            </a:cu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71" name="Google Shape;671;p63"/>
            <p:cNvSpPr/>
            <p:nvPr/>
          </p:nvSpPr>
          <p:spPr>
            <a:xfrm>
              <a:off x="3275000" y="1234100"/>
              <a:ext cx="53000" cy="46400"/>
            </a:xfrm>
            <a:custGeom>
              <a:rect b="b" l="l" r="r" t="t"/>
              <a:pathLst>
                <a:path extrusionOk="0" h="1856" w="2120">
                  <a:moveTo>
                    <a:pt x="1060" y="448"/>
                  </a:moveTo>
                  <a:cubicBezTo>
                    <a:pt x="1143" y="448"/>
                    <a:pt x="1224" y="468"/>
                    <a:pt x="1300" y="512"/>
                  </a:cubicBezTo>
                  <a:cubicBezTo>
                    <a:pt x="1530" y="645"/>
                    <a:pt x="1609" y="939"/>
                    <a:pt x="1476" y="1167"/>
                  </a:cubicBezTo>
                  <a:cubicBezTo>
                    <a:pt x="1387" y="1321"/>
                    <a:pt x="1225" y="1407"/>
                    <a:pt x="1059" y="1407"/>
                  </a:cubicBezTo>
                  <a:cubicBezTo>
                    <a:pt x="978" y="1407"/>
                    <a:pt x="896" y="1387"/>
                    <a:pt x="821" y="1343"/>
                  </a:cubicBezTo>
                  <a:cubicBezTo>
                    <a:pt x="592" y="1210"/>
                    <a:pt x="512" y="917"/>
                    <a:pt x="645" y="688"/>
                  </a:cubicBezTo>
                  <a:cubicBezTo>
                    <a:pt x="733" y="533"/>
                    <a:pt x="894" y="448"/>
                    <a:pt x="1060" y="448"/>
                  </a:cubicBezTo>
                  <a:close/>
                  <a:moveTo>
                    <a:pt x="1062" y="1"/>
                  </a:moveTo>
                  <a:cubicBezTo>
                    <a:pt x="740" y="1"/>
                    <a:pt x="428" y="167"/>
                    <a:pt x="256" y="464"/>
                  </a:cubicBezTo>
                  <a:cubicBezTo>
                    <a:pt x="1" y="907"/>
                    <a:pt x="152" y="1476"/>
                    <a:pt x="596" y="1732"/>
                  </a:cubicBezTo>
                  <a:cubicBezTo>
                    <a:pt x="742" y="1815"/>
                    <a:pt x="901" y="1855"/>
                    <a:pt x="1058" y="1855"/>
                  </a:cubicBezTo>
                  <a:cubicBezTo>
                    <a:pt x="1380" y="1855"/>
                    <a:pt x="1692" y="1689"/>
                    <a:pt x="1863" y="1392"/>
                  </a:cubicBezTo>
                  <a:cubicBezTo>
                    <a:pt x="2119" y="949"/>
                    <a:pt x="1968" y="381"/>
                    <a:pt x="1524" y="125"/>
                  </a:cubicBezTo>
                  <a:cubicBezTo>
                    <a:pt x="1378" y="41"/>
                    <a:pt x="1219" y="1"/>
                    <a:pt x="1062" y="1"/>
                  </a:cubicBezTo>
                  <a:close/>
                </a:path>
              </a:pathLst>
            </a:cu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72" name="Google Shape;672;p63"/>
            <p:cNvSpPr/>
            <p:nvPr/>
          </p:nvSpPr>
          <p:spPr>
            <a:xfrm>
              <a:off x="3367675" y="1181700"/>
              <a:ext cx="50500" cy="46400"/>
            </a:xfrm>
            <a:custGeom>
              <a:rect b="b" l="l" r="r" t="t"/>
              <a:pathLst>
                <a:path extrusionOk="0" h="1856" w="2020">
                  <a:moveTo>
                    <a:pt x="963" y="447"/>
                  </a:moveTo>
                  <a:cubicBezTo>
                    <a:pt x="1046" y="447"/>
                    <a:pt x="1127" y="469"/>
                    <a:pt x="1202" y="511"/>
                  </a:cubicBezTo>
                  <a:cubicBezTo>
                    <a:pt x="1432" y="643"/>
                    <a:pt x="1511" y="936"/>
                    <a:pt x="1378" y="1166"/>
                  </a:cubicBezTo>
                  <a:cubicBezTo>
                    <a:pt x="1289" y="1320"/>
                    <a:pt x="1127" y="1406"/>
                    <a:pt x="961" y="1406"/>
                  </a:cubicBezTo>
                  <a:cubicBezTo>
                    <a:pt x="880" y="1406"/>
                    <a:pt x="798" y="1385"/>
                    <a:pt x="723" y="1342"/>
                  </a:cubicBezTo>
                  <a:cubicBezTo>
                    <a:pt x="611" y="1277"/>
                    <a:pt x="532" y="1173"/>
                    <a:pt x="499" y="1050"/>
                  </a:cubicBezTo>
                  <a:cubicBezTo>
                    <a:pt x="466" y="927"/>
                    <a:pt x="483" y="799"/>
                    <a:pt x="547" y="688"/>
                  </a:cubicBezTo>
                  <a:cubicBezTo>
                    <a:pt x="611" y="576"/>
                    <a:pt x="714" y="497"/>
                    <a:pt x="838" y="464"/>
                  </a:cubicBezTo>
                  <a:cubicBezTo>
                    <a:pt x="879" y="453"/>
                    <a:pt x="921" y="447"/>
                    <a:pt x="963" y="447"/>
                  </a:cubicBezTo>
                  <a:close/>
                  <a:moveTo>
                    <a:pt x="963" y="0"/>
                  </a:moveTo>
                  <a:cubicBezTo>
                    <a:pt x="882" y="0"/>
                    <a:pt x="800" y="11"/>
                    <a:pt x="720" y="33"/>
                  </a:cubicBezTo>
                  <a:cubicBezTo>
                    <a:pt x="482" y="95"/>
                    <a:pt x="280" y="249"/>
                    <a:pt x="157" y="464"/>
                  </a:cubicBezTo>
                  <a:cubicBezTo>
                    <a:pt x="33" y="678"/>
                    <a:pt x="0" y="927"/>
                    <a:pt x="65" y="1167"/>
                  </a:cubicBezTo>
                  <a:cubicBezTo>
                    <a:pt x="129" y="1406"/>
                    <a:pt x="283" y="1606"/>
                    <a:pt x="498" y="1730"/>
                  </a:cubicBezTo>
                  <a:cubicBezTo>
                    <a:pt x="644" y="1814"/>
                    <a:pt x="803" y="1855"/>
                    <a:pt x="960" y="1855"/>
                  </a:cubicBezTo>
                  <a:cubicBezTo>
                    <a:pt x="1281" y="1855"/>
                    <a:pt x="1593" y="1689"/>
                    <a:pt x="1763" y="1392"/>
                  </a:cubicBezTo>
                  <a:cubicBezTo>
                    <a:pt x="2019" y="949"/>
                    <a:pt x="1867" y="381"/>
                    <a:pt x="1424" y="125"/>
                  </a:cubicBezTo>
                  <a:cubicBezTo>
                    <a:pt x="1282" y="42"/>
                    <a:pt x="1124" y="0"/>
                    <a:pt x="963" y="0"/>
                  </a:cubicBezTo>
                  <a:close/>
                </a:path>
              </a:pathLst>
            </a:cu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73" name="Google Shape;673;p63"/>
            <p:cNvSpPr/>
            <p:nvPr/>
          </p:nvSpPr>
          <p:spPr>
            <a:xfrm>
              <a:off x="3729600" y="1677400"/>
              <a:ext cx="53000" cy="46375"/>
            </a:xfrm>
            <a:custGeom>
              <a:rect b="b" l="l" r="r" t="t"/>
              <a:pathLst>
                <a:path extrusionOk="0" h="1855" w="2120">
                  <a:moveTo>
                    <a:pt x="1060" y="448"/>
                  </a:moveTo>
                  <a:cubicBezTo>
                    <a:pt x="1142" y="448"/>
                    <a:pt x="1224" y="469"/>
                    <a:pt x="1299" y="512"/>
                  </a:cubicBezTo>
                  <a:cubicBezTo>
                    <a:pt x="1528" y="644"/>
                    <a:pt x="1607" y="938"/>
                    <a:pt x="1475" y="1167"/>
                  </a:cubicBezTo>
                  <a:cubicBezTo>
                    <a:pt x="1386" y="1321"/>
                    <a:pt x="1224" y="1407"/>
                    <a:pt x="1058" y="1407"/>
                  </a:cubicBezTo>
                  <a:cubicBezTo>
                    <a:pt x="977" y="1407"/>
                    <a:pt x="894" y="1387"/>
                    <a:pt x="819" y="1343"/>
                  </a:cubicBezTo>
                  <a:cubicBezTo>
                    <a:pt x="590" y="1210"/>
                    <a:pt x="511" y="917"/>
                    <a:pt x="644" y="688"/>
                  </a:cubicBezTo>
                  <a:cubicBezTo>
                    <a:pt x="733" y="534"/>
                    <a:pt x="894" y="448"/>
                    <a:pt x="1060" y="448"/>
                  </a:cubicBezTo>
                  <a:close/>
                  <a:moveTo>
                    <a:pt x="1061" y="1"/>
                  </a:moveTo>
                  <a:cubicBezTo>
                    <a:pt x="740" y="1"/>
                    <a:pt x="428" y="167"/>
                    <a:pt x="256" y="464"/>
                  </a:cubicBezTo>
                  <a:cubicBezTo>
                    <a:pt x="1" y="908"/>
                    <a:pt x="152" y="1476"/>
                    <a:pt x="596" y="1731"/>
                  </a:cubicBezTo>
                  <a:cubicBezTo>
                    <a:pt x="741" y="1815"/>
                    <a:pt x="901" y="1855"/>
                    <a:pt x="1058" y="1855"/>
                  </a:cubicBezTo>
                  <a:cubicBezTo>
                    <a:pt x="1379" y="1855"/>
                    <a:pt x="1691" y="1689"/>
                    <a:pt x="1863" y="1393"/>
                  </a:cubicBezTo>
                  <a:cubicBezTo>
                    <a:pt x="2119" y="949"/>
                    <a:pt x="1966" y="380"/>
                    <a:pt x="1524" y="125"/>
                  </a:cubicBezTo>
                  <a:cubicBezTo>
                    <a:pt x="1378" y="41"/>
                    <a:pt x="1218" y="1"/>
                    <a:pt x="1061" y="1"/>
                  </a:cubicBezTo>
                  <a:close/>
                </a:path>
              </a:pathLst>
            </a:cu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74" name="Google Shape;674;p63"/>
            <p:cNvSpPr/>
            <p:nvPr/>
          </p:nvSpPr>
          <p:spPr>
            <a:xfrm>
              <a:off x="4392625" y="1499050"/>
              <a:ext cx="50525" cy="46350"/>
            </a:xfrm>
            <a:custGeom>
              <a:rect b="b" l="l" r="r" t="t"/>
              <a:pathLst>
                <a:path extrusionOk="0" h="1854" w="2021">
                  <a:moveTo>
                    <a:pt x="962" y="447"/>
                  </a:moveTo>
                  <a:cubicBezTo>
                    <a:pt x="1043" y="447"/>
                    <a:pt x="1126" y="468"/>
                    <a:pt x="1201" y="509"/>
                  </a:cubicBezTo>
                  <a:cubicBezTo>
                    <a:pt x="1430" y="642"/>
                    <a:pt x="1508" y="936"/>
                    <a:pt x="1376" y="1165"/>
                  </a:cubicBezTo>
                  <a:cubicBezTo>
                    <a:pt x="1288" y="1318"/>
                    <a:pt x="1127" y="1404"/>
                    <a:pt x="961" y="1404"/>
                  </a:cubicBezTo>
                  <a:cubicBezTo>
                    <a:pt x="880" y="1404"/>
                    <a:pt x="797" y="1384"/>
                    <a:pt x="721" y="1340"/>
                  </a:cubicBezTo>
                  <a:cubicBezTo>
                    <a:pt x="610" y="1277"/>
                    <a:pt x="531" y="1173"/>
                    <a:pt x="497" y="1049"/>
                  </a:cubicBezTo>
                  <a:cubicBezTo>
                    <a:pt x="465" y="926"/>
                    <a:pt x="482" y="797"/>
                    <a:pt x="545" y="687"/>
                  </a:cubicBezTo>
                  <a:cubicBezTo>
                    <a:pt x="635" y="533"/>
                    <a:pt x="796" y="447"/>
                    <a:pt x="962" y="447"/>
                  </a:cubicBezTo>
                  <a:close/>
                  <a:moveTo>
                    <a:pt x="961" y="0"/>
                  </a:moveTo>
                  <a:cubicBezTo>
                    <a:pt x="641" y="0"/>
                    <a:pt x="329" y="166"/>
                    <a:pt x="157" y="464"/>
                  </a:cubicBezTo>
                  <a:cubicBezTo>
                    <a:pt x="34" y="678"/>
                    <a:pt x="1" y="928"/>
                    <a:pt x="65" y="1167"/>
                  </a:cubicBezTo>
                  <a:cubicBezTo>
                    <a:pt x="130" y="1406"/>
                    <a:pt x="284" y="1607"/>
                    <a:pt x="498" y="1730"/>
                  </a:cubicBezTo>
                  <a:cubicBezTo>
                    <a:pt x="644" y="1814"/>
                    <a:pt x="802" y="1853"/>
                    <a:pt x="960" y="1853"/>
                  </a:cubicBezTo>
                  <a:cubicBezTo>
                    <a:pt x="1281" y="1853"/>
                    <a:pt x="1593" y="1687"/>
                    <a:pt x="1765" y="1392"/>
                  </a:cubicBezTo>
                  <a:cubicBezTo>
                    <a:pt x="2021" y="950"/>
                    <a:pt x="1867" y="381"/>
                    <a:pt x="1425" y="125"/>
                  </a:cubicBezTo>
                  <a:cubicBezTo>
                    <a:pt x="1279" y="41"/>
                    <a:pt x="1119" y="0"/>
                    <a:pt x="961" y="0"/>
                  </a:cubicBezTo>
                  <a:close/>
                </a:path>
              </a:pathLst>
            </a:cu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75" name="Google Shape;675;p63"/>
            <p:cNvSpPr/>
            <p:nvPr/>
          </p:nvSpPr>
          <p:spPr>
            <a:xfrm>
              <a:off x="4216025" y="592100"/>
              <a:ext cx="52975" cy="46375"/>
            </a:xfrm>
            <a:custGeom>
              <a:rect b="b" l="l" r="r" t="t"/>
              <a:pathLst>
                <a:path extrusionOk="0" h="1855" w="2119">
                  <a:moveTo>
                    <a:pt x="1062" y="449"/>
                  </a:moveTo>
                  <a:cubicBezTo>
                    <a:pt x="1142" y="449"/>
                    <a:pt x="1223" y="470"/>
                    <a:pt x="1301" y="514"/>
                  </a:cubicBezTo>
                  <a:cubicBezTo>
                    <a:pt x="1529" y="647"/>
                    <a:pt x="1607" y="940"/>
                    <a:pt x="1475" y="1169"/>
                  </a:cubicBezTo>
                  <a:cubicBezTo>
                    <a:pt x="1387" y="1323"/>
                    <a:pt x="1226" y="1409"/>
                    <a:pt x="1060" y="1409"/>
                  </a:cubicBezTo>
                  <a:cubicBezTo>
                    <a:pt x="979" y="1409"/>
                    <a:pt x="896" y="1388"/>
                    <a:pt x="820" y="1344"/>
                  </a:cubicBezTo>
                  <a:cubicBezTo>
                    <a:pt x="591" y="1212"/>
                    <a:pt x="514" y="919"/>
                    <a:pt x="645" y="689"/>
                  </a:cubicBezTo>
                  <a:cubicBezTo>
                    <a:pt x="735" y="535"/>
                    <a:pt x="895" y="449"/>
                    <a:pt x="1062" y="449"/>
                  </a:cubicBezTo>
                  <a:close/>
                  <a:moveTo>
                    <a:pt x="1061" y="1"/>
                  </a:moveTo>
                  <a:cubicBezTo>
                    <a:pt x="740" y="1"/>
                    <a:pt x="428" y="167"/>
                    <a:pt x="256" y="464"/>
                  </a:cubicBezTo>
                  <a:cubicBezTo>
                    <a:pt x="0" y="908"/>
                    <a:pt x="151" y="1476"/>
                    <a:pt x="595" y="1732"/>
                  </a:cubicBezTo>
                  <a:cubicBezTo>
                    <a:pt x="741" y="1815"/>
                    <a:pt x="901" y="1855"/>
                    <a:pt x="1057" y="1855"/>
                  </a:cubicBezTo>
                  <a:cubicBezTo>
                    <a:pt x="1379" y="1855"/>
                    <a:pt x="1692" y="1689"/>
                    <a:pt x="1865" y="1393"/>
                  </a:cubicBezTo>
                  <a:cubicBezTo>
                    <a:pt x="2119" y="949"/>
                    <a:pt x="1966" y="381"/>
                    <a:pt x="1524" y="125"/>
                  </a:cubicBezTo>
                  <a:cubicBezTo>
                    <a:pt x="1378" y="41"/>
                    <a:pt x="1218" y="1"/>
                    <a:pt x="1061" y="1"/>
                  </a:cubicBezTo>
                  <a:close/>
                </a:path>
              </a:pathLst>
            </a:cu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76" name="Google Shape;676;p63"/>
            <p:cNvSpPr/>
            <p:nvPr/>
          </p:nvSpPr>
          <p:spPr>
            <a:xfrm>
              <a:off x="4015550" y="718925"/>
              <a:ext cx="53025" cy="46400"/>
            </a:xfrm>
            <a:custGeom>
              <a:rect b="b" l="l" r="r" t="t"/>
              <a:pathLst>
                <a:path extrusionOk="0" h="1856" w="2121">
                  <a:moveTo>
                    <a:pt x="1062" y="448"/>
                  </a:moveTo>
                  <a:cubicBezTo>
                    <a:pt x="1142" y="448"/>
                    <a:pt x="1226" y="469"/>
                    <a:pt x="1301" y="512"/>
                  </a:cubicBezTo>
                  <a:cubicBezTo>
                    <a:pt x="1529" y="645"/>
                    <a:pt x="1608" y="939"/>
                    <a:pt x="1476" y="1167"/>
                  </a:cubicBezTo>
                  <a:cubicBezTo>
                    <a:pt x="1387" y="1321"/>
                    <a:pt x="1226" y="1407"/>
                    <a:pt x="1060" y="1407"/>
                  </a:cubicBezTo>
                  <a:cubicBezTo>
                    <a:pt x="979" y="1407"/>
                    <a:pt x="896" y="1387"/>
                    <a:pt x="821" y="1343"/>
                  </a:cubicBezTo>
                  <a:cubicBezTo>
                    <a:pt x="591" y="1210"/>
                    <a:pt x="514" y="917"/>
                    <a:pt x="645" y="688"/>
                  </a:cubicBezTo>
                  <a:cubicBezTo>
                    <a:pt x="735" y="533"/>
                    <a:pt x="896" y="448"/>
                    <a:pt x="1062" y="448"/>
                  </a:cubicBezTo>
                  <a:close/>
                  <a:moveTo>
                    <a:pt x="1062" y="1"/>
                  </a:moveTo>
                  <a:cubicBezTo>
                    <a:pt x="741" y="1"/>
                    <a:pt x="429" y="167"/>
                    <a:pt x="257" y="464"/>
                  </a:cubicBezTo>
                  <a:cubicBezTo>
                    <a:pt x="0" y="908"/>
                    <a:pt x="153" y="1476"/>
                    <a:pt x="595" y="1732"/>
                  </a:cubicBezTo>
                  <a:cubicBezTo>
                    <a:pt x="742" y="1815"/>
                    <a:pt x="901" y="1855"/>
                    <a:pt x="1059" y="1855"/>
                  </a:cubicBezTo>
                  <a:cubicBezTo>
                    <a:pt x="1380" y="1855"/>
                    <a:pt x="1692" y="1689"/>
                    <a:pt x="1865" y="1392"/>
                  </a:cubicBezTo>
                  <a:cubicBezTo>
                    <a:pt x="2120" y="949"/>
                    <a:pt x="1967" y="381"/>
                    <a:pt x="1525" y="125"/>
                  </a:cubicBezTo>
                  <a:cubicBezTo>
                    <a:pt x="1379" y="41"/>
                    <a:pt x="1220" y="1"/>
                    <a:pt x="1062" y="1"/>
                  </a:cubicBezTo>
                  <a:close/>
                </a:path>
              </a:pathLst>
            </a:cu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77" name="Google Shape;677;p63"/>
            <p:cNvSpPr/>
            <p:nvPr/>
          </p:nvSpPr>
          <p:spPr>
            <a:xfrm>
              <a:off x="3636450" y="661950"/>
              <a:ext cx="50550" cy="46450"/>
            </a:xfrm>
            <a:custGeom>
              <a:rect b="b" l="l" r="r" t="t"/>
              <a:pathLst>
                <a:path extrusionOk="0" h="1858" w="2022">
                  <a:moveTo>
                    <a:pt x="1060" y="448"/>
                  </a:moveTo>
                  <a:cubicBezTo>
                    <a:pt x="1143" y="448"/>
                    <a:pt x="1224" y="470"/>
                    <a:pt x="1299" y="514"/>
                  </a:cubicBezTo>
                  <a:cubicBezTo>
                    <a:pt x="1411" y="578"/>
                    <a:pt x="1489" y="682"/>
                    <a:pt x="1523" y="805"/>
                  </a:cubicBezTo>
                  <a:cubicBezTo>
                    <a:pt x="1557" y="929"/>
                    <a:pt x="1539" y="1057"/>
                    <a:pt x="1475" y="1168"/>
                  </a:cubicBezTo>
                  <a:cubicBezTo>
                    <a:pt x="1411" y="1279"/>
                    <a:pt x="1307" y="1358"/>
                    <a:pt x="1183" y="1392"/>
                  </a:cubicBezTo>
                  <a:cubicBezTo>
                    <a:pt x="1142" y="1403"/>
                    <a:pt x="1101" y="1408"/>
                    <a:pt x="1059" y="1408"/>
                  </a:cubicBezTo>
                  <a:cubicBezTo>
                    <a:pt x="976" y="1408"/>
                    <a:pt x="895" y="1386"/>
                    <a:pt x="821" y="1343"/>
                  </a:cubicBezTo>
                  <a:cubicBezTo>
                    <a:pt x="592" y="1211"/>
                    <a:pt x="512" y="918"/>
                    <a:pt x="645" y="688"/>
                  </a:cubicBezTo>
                  <a:cubicBezTo>
                    <a:pt x="733" y="534"/>
                    <a:pt x="894" y="448"/>
                    <a:pt x="1060" y="448"/>
                  </a:cubicBezTo>
                  <a:close/>
                  <a:moveTo>
                    <a:pt x="1060" y="1"/>
                  </a:moveTo>
                  <a:cubicBezTo>
                    <a:pt x="740" y="1"/>
                    <a:pt x="428" y="167"/>
                    <a:pt x="256" y="464"/>
                  </a:cubicBezTo>
                  <a:cubicBezTo>
                    <a:pt x="1" y="908"/>
                    <a:pt x="152" y="1476"/>
                    <a:pt x="596" y="1733"/>
                  </a:cubicBezTo>
                  <a:cubicBezTo>
                    <a:pt x="739" y="1814"/>
                    <a:pt x="897" y="1857"/>
                    <a:pt x="1058" y="1857"/>
                  </a:cubicBezTo>
                  <a:cubicBezTo>
                    <a:pt x="1138" y="1857"/>
                    <a:pt x="1220" y="1846"/>
                    <a:pt x="1301" y="1824"/>
                  </a:cubicBezTo>
                  <a:cubicBezTo>
                    <a:pt x="1540" y="1759"/>
                    <a:pt x="1741" y="1606"/>
                    <a:pt x="1864" y="1392"/>
                  </a:cubicBezTo>
                  <a:cubicBezTo>
                    <a:pt x="1988" y="1177"/>
                    <a:pt x="2022" y="929"/>
                    <a:pt x="1958" y="688"/>
                  </a:cubicBezTo>
                  <a:cubicBezTo>
                    <a:pt x="1893" y="449"/>
                    <a:pt x="1739" y="249"/>
                    <a:pt x="1524" y="125"/>
                  </a:cubicBezTo>
                  <a:cubicBezTo>
                    <a:pt x="1378" y="41"/>
                    <a:pt x="1218" y="1"/>
                    <a:pt x="1060" y="1"/>
                  </a:cubicBezTo>
                  <a:close/>
                </a:path>
              </a:pathLst>
            </a:cu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78" name="Google Shape;678;p63"/>
            <p:cNvSpPr/>
            <p:nvPr/>
          </p:nvSpPr>
          <p:spPr>
            <a:xfrm>
              <a:off x="3442850" y="604800"/>
              <a:ext cx="52975" cy="46475"/>
            </a:xfrm>
            <a:custGeom>
              <a:rect b="b" l="l" r="r" t="t"/>
              <a:pathLst>
                <a:path extrusionOk="0" h="1859" w="2119">
                  <a:moveTo>
                    <a:pt x="1061" y="451"/>
                  </a:moveTo>
                  <a:cubicBezTo>
                    <a:pt x="1143" y="451"/>
                    <a:pt x="1226" y="473"/>
                    <a:pt x="1301" y="516"/>
                  </a:cubicBezTo>
                  <a:cubicBezTo>
                    <a:pt x="1412" y="580"/>
                    <a:pt x="1491" y="684"/>
                    <a:pt x="1524" y="808"/>
                  </a:cubicBezTo>
                  <a:cubicBezTo>
                    <a:pt x="1556" y="931"/>
                    <a:pt x="1540" y="1059"/>
                    <a:pt x="1476" y="1170"/>
                  </a:cubicBezTo>
                  <a:cubicBezTo>
                    <a:pt x="1387" y="1324"/>
                    <a:pt x="1226" y="1410"/>
                    <a:pt x="1060" y="1410"/>
                  </a:cubicBezTo>
                  <a:cubicBezTo>
                    <a:pt x="979" y="1410"/>
                    <a:pt x="896" y="1389"/>
                    <a:pt x="821" y="1346"/>
                  </a:cubicBezTo>
                  <a:cubicBezTo>
                    <a:pt x="591" y="1213"/>
                    <a:pt x="513" y="920"/>
                    <a:pt x="645" y="691"/>
                  </a:cubicBezTo>
                  <a:cubicBezTo>
                    <a:pt x="709" y="579"/>
                    <a:pt x="813" y="500"/>
                    <a:pt x="937" y="467"/>
                  </a:cubicBezTo>
                  <a:cubicBezTo>
                    <a:pt x="977" y="456"/>
                    <a:pt x="1019" y="451"/>
                    <a:pt x="1061" y="451"/>
                  </a:cubicBezTo>
                  <a:close/>
                  <a:moveTo>
                    <a:pt x="1062" y="0"/>
                  </a:moveTo>
                  <a:cubicBezTo>
                    <a:pt x="981" y="0"/>
                    <a:pt x="900" y="11"/>
                    <a:pt x="820" y="32"/>
                  </a:cubicBezTo>
                  <a:cubicBezTo>
                    <a:pt x="581" y="97"/>
                    <a:pt x="380" y="251"/>
                    <a:pt x="257" y="466"/>
                  </a:cubicBezTo>
                  <a:cubicBezTo>
                    <a:pt x="1" y="909"/>
                    <a:pt x="152" y="1478"/>
                    <a:pt x="596" y="1733"/>
                  </a:cubicBezTo>
                  <a:cubicBezTo>
                    <a:pt x="742" y="1818"/>
                    <a:pt x="901" y="1858"/>
                    <a:pt x="1058" y="1858"/>
                  </a:cubicBezTo>
                  <a:cubicBezTo>
                    <a:pt x="1378" y="1858"/>
                    <a:pt x="1690" y="1691"/>
                    <a:pt x="1862" y="1393"/>
                  </a:cubicBezTo>
                  <a:cubicBezTo>
                    <a:pt x="2118" y="949"/>
                    <a:pt x="1967" y="381"/>
                    <a:pt x="1523" y="125"/>
                  </a:cubicBezTo>
                  <a:cubicBezTo>
                    <a:pt x="1380" y="42"/>
                    <a:pt x="1222" y="0"/>
                    <a:pt x="1062" y="0"/>
                  </a:cubicBezTo>
                  <a:close/>
                </a:path>
              </a:pathLst>
            </a:cu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79" name="Google Shape;679;p63"/>
            <p:cNvSpPr/>
            <p:nvPr/>
          </p:nvSpPr>
          <p:spPr>
            <a:xfrm>
              <a:off x="3301925" y="954900"/>
              <a:ext cx="50525" cy="46375"/>
            </a:xfrm>
            <a:custGeom>
              <a:rect b="b" l="l" r="r" t="t"/>
              <a:pathLst>
                <a:path extrusionOk="0" h="1855" w="2021">
                  <a:moveTo>
                    <a:pt x="962" y="448"/>
                  </a:moveTo>
                  <a:cubicBezTo>
                    <a:pt x="1045" y="448"/>
                    <a:pt x="1128" y="469"/>
                    <a:pt x="1200" y="510"/>
                  </a:cubicBezTo>
                  <a:cubicBezTo>
                    <a:pt x="1429" y="643"/>
                    <a:pt x="1509" y="937"/>
                    <a:pt x="1376" y="1166"/>
                  </a:cubicBezTo>
                  <a:cubicBezTo>
                    <a:pt x="1311" y="1277"/>
                    <a:pt x="1209" y="1356"/>
                    <a:pt x="1085" y="1389"/>
                  </a:cubicBezTo>
                  <a:cubicBezTo>
                    <a:pt x="1044" y="1400"/>
                    <a:pt x="1002" y="1405"/>
                    <a:pt x="961" y="1405"/>
                  </a:cubicBezTo>
                  <a:cubicBezTo>
                    <a:pt x="878" y="1405"/>
                    <a:pt x="796" y="1384"/>
                    <a:pt x="722" y="1341"/>
                  </a:cubicBezTo>
                  <a:cubicBezTo>
                    <a:pt x="610" y="1277"/>
                    <a:pt x="532" y="1174"/>
                    <a:pt x="498" y="1050"/>
                  </a:cubicBezTo>
                  <a:cubicBezTo>
                    <a:pt x="464" y="927"/>
                    <a:pt x="482" y="798"/>
                    <a:pt x="546" y="687"/>
                  </a:cubicBezTo>
                  <a:cubicBezTo>
                    <a:pt x="610" y="577"/>
                    <a:pt x="714" y="497"/>
                    <a:pt x="838" y="464"/>
                  </a:cubicBezTo>
                  <a:cubicBezTo>
                    <a:pt x="878" y="453"/>
                    <a:pt x="920" y="448"/>
                    <a:pt x="962" y="448"/>
                  </a:cubicBezTo>
                  <a:close/>
                  <a:moveTo>
                    <a:pt x="962" y="0"/>
                  </a:moveTo>
                  <a:cubicBezTo>
                    <a:pt x="642" y="0"/>
                    <a:pt x="330" y="166"/>
                    <a:pt x="158" y="464"/>
                  </a:cubicBezTo>
                  <a:cubicBezTo>
                    <a:pt x="35" y="678"/>
                    <a:pt x="0" y="927"/>
                    <a:pt x="66" y="1167"/>
                  </a:cubicBezTo>
                  <a:cubicBezTo>
                    <a:pt x="130" y="1405"/>
                    <a:pt x="283" y="1607"/>
                    <a:pt x="498" y="1730"/>
                  </a:cubicBezTo>
                  <a:cubicBezTo>
                    <a:pt x="641" y="1814"/>
                    <a:pt x="800" y="1855"/>
                    <a:pt x="961" y="1855"/>
                  </a:cubicBezTo>
                  <a:cubicBezTo>
                    <a:pt x="1041" y="1855"/>
                    <a:pt x="1122" y="1844"/>
                    <a:pt x="1202" y="1826"/>
                  </a:cubicBezTo>
                  <a:cubicBezTo>
                    <a:pt x="1440" y="1761"/>
                    <a:pt x="1642" y="1607"/>
                    <a:pt x="1765" y="1392"/>
                  </a:cubicBezTo>
                  <a:cubicBezTo>
                    <a:pt x="2020" y="949"/>
                    <a:pt x="1869" y="380"/>
                    <a:pt x="1425" y="124"/>
                  </a:cubicBezTo>
                  <a:cubicBezTo>
                    <a:pt x="1279" y="40"/>
                    <a:pt x="1120" y="0"/>
                    <a:pt x="962" y="0"/>
                  </a:cubicBezTo>
                  <a:close/>
                </a:path>
              </a:pathLst>
            </a:cu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80" name="Google Shape;680;p63"/>
            <p:cNvSpPr/>
            <p:nvPr/>
          </p:nvSpPr>
          <p:spPr>
            <a:xfrm>
              <a:off x="3287150" y="1128625"/>
              <a:ext cx="50550" cy="46425"/>
            </a:xfrm>
            <a:custGeom>
              <a:rect b="b" l="l" r="r" t="t"/>
              <a:pathLst>
                <a:path extrusionOk="0" h="1857" w="2022">
                  <a:moveTo>
                    <a:pt x="1061" y="449"/>
                  </a:moveTo>
                  <a:cubicBezTo>
                    <a:pt x="1141" y="449"/>
                    <a:pt x="1225" y="470"/>
                    <a:pt x="1300" y="515"/>
                  </a:cubicBezTo>
                  <a:cubicBezTo>
                    <a:pt x="1410" y="579"/>
                    <a:pt x="1490" y="682"/>
                    <a:pt x="1523" y="806"/>
                  </a:cubicBezTo>
                  <a:cubicBezTo>
                    <a:pt x="1557" y="929"/>
                    <a:pt x="1539" y="1058"/>
                    <a:pt x="1475" y="1169"/>
                  </a:cubicBezTo>
                  <a:cubicBezTo>
                    <a:pt x="1410" y="1280"/>
                    <a:pt x="1307" y="1359"/>
                    <a:pt x="1184" y="1392"/>
                  </a:cubicBezTo>
                  <a:cubicBezTo>
                    <a:pt x="1143" y="1404"/>
                    <a:pt x="1101" y="1409"/>
                    <a:pt x="1060" y="1409"/>
                  </a:cubicBezTo>
                  <a:cubicBezTo>
                    <a:pt x="977" y="1409"/>
                    <a:pt x="895" y="1387"/>
                    <a:pt x="821" y="1344"/>
                  </a:cubicBezTo>
                  <a:cubicBezTo>
                    <a:pt x="592" y="1212"/>
                    <a:pt x="513" y="918"/>
                    <a:pt x="646" y="689"/>
                  </a:cubicBezTo>
                  <a:cubicBezTo>
                    <a:pt x="734" y="534"/>
                    <a:pt x="895" y="449"/>
                    <a:pt x="1061" y="449"/>
                  </a:cubicBezTo>
                  <a:close/>
                  <a:moveTo>
                    <a:pt x="1061" y="0"/>
                  </a:moveTo>
                  <a:cubicBezTo>
                    <a:pt x="740" y="0"/>
                    <a:pt x="428" y="166"/>
                    <a:pt x="257" y="464"/>
                  </a:cubicBezTo>
                  <a:cubicBezTo>
                    <a:pt x="0" y="908"/>
                    <a:pt x="153" y="1476"/>
                    <a:pt x="596" y="1732"/>
                  </a:cubicBezTo>
                  <a:cubicBezTo>
                    <a:pt x="739" y="1814"/>
                    <a:pt x="898" y="1856"/>
                    <a:pt x="1059" y="1856"/>
                  </a:cubicBezTo>
                  <a:cubicBezTo>
                    <a:pt x="1139" y="1856"/>
                    <a:pt x="1221" y="1846"/>
                    <a:pt x="1302" y="1823"/>
                  </a:cubicBezTo>
                  <a:cubicBezTo>
                    <a:pt x="1541" y="1760"/>
                    <a:pt x="1742" y="1606"/>
                    <a:pt x="1865" y="1391"/>
                  </a:cubicBezTo>
                  <a:cubicBezTo>
                    <a:pt x="1988" y="1177"/>
                    <a:pt x="2022" y="928"/>
                    <a:pt x="1957" y="688"/>
                  </a:cubicBezTo>
                  <a:cubicBezTo>
                    <a:pt x="1893" y="449"/>
                    <a:pt x="1740" y="248"/>
                    <a:pt x="1525" y="125"/>
                  </a:cubicBezTo>
                  <a:cubicBezTo>
                    <a:pt x="1379" y="40"/>
                    <a:pt x="1219" y="0"/>
                    <a:pt x="1061" y="0"/>
                  </a:cubicBezTo>
                  <a:close/>
                </a:path>
              </a:pathLst>
            </a:cu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81" name="Google Shape;681;p63"/>
            <p:cNvSpPr/>
            <p:nvPr/>
          </p:nvSpPr>
          <p:spPr>
            <a:xfrm>
              <a:off x="3561550" y="608775"/>
              <a:ext cx="52975" cy="46400"/>
            </a:xfrm>
            <a:custGeom>
              <a:rect b="b" l="l" r="r" t="t"/>
              <a:pathLst>
                <a:path extrusionOk="0" h="1856" w="2119">
                  <a:moveTo>
                    <a:pt x="1058" y="448"/>
                  </a:moveTo>
                  <a:cubicBezTo>
                    <a:pt x="1140" y="448"/>
                    <a:pt x="1224" y="468"/>
                    <a:pt x="1299" y="512"/>
                  </a:cubicBezTo>
                  <a:cubicBezTo>
                    <a:pt x="1528" y="645"/>
                    <a:pt x="1606" y="939"/>
                    <a:pt x="1474" y="1169"/>
                  </a:cubicBezTo>
                  <a:cubicBezTo>
                    <a:pt x="1385" y="1322"/>
                    <a:pt x="1223" y="1407"/>
                    <a:pt x="1057" y="1407"/>
                  </a:cubicBezTo>
                  <a:cubicBezTo>
                    <a:pt x="976" y="1407"/>
                    <a:pt x="893" y="1387"/>
                    <a:pt x="818" y="1343"/>
                  </a:cubicBezTo>
                  <a:cubicBezTo>
                    <a:pt x="590" y="1211"/>
                    <a:pt x="511" y="918"/>
                    <a:pt x="643" y="688"/>
                  </a:cubicBezTo>
                  <a:cubicBezTo>
                    <a:pt x="731" y="534"/>
                    <a:pt x="892" y="448"/>
                    <a:pt x="1058" y="448"/>
                  </a:cubicBezTo>
                  <a:close/>
                  <a:moveTo>
                    <a:pt x="1061" y="0"/>
                  </a:moveTo>
                  <a:cubicBezTo>
                    <a:pt x="740" y="0"/>
                    <a:pt x="427" y="167"/>
                    <a:pt x="255" y="463"/>
                  </a:cubicBezTo>
                  <a:cubicBezTo>
                    <a:pt x="0" y="907"/>
                    <a:pt x="151" y="1475"/>
                    <a:pt x="595" y="1731"/>
                  </a:cubicBezTo>
                  <a:cubicBezTo>
                    <a:pt x="738" y="1813"/>
                    <a:pt x="897" y="1856"/>
                    <a:pt x="1057" y="1856"/>
                  </a:cubicBezTo>
                  <a:cubicBezTo>
                    <a:pt x="1138" y="1856"/>
                    <a:pt x="1218" y="1845"/>
                    <a:pt x="1299" y="1825"/>
                  </a:cubicBezTo>
                  <a:cubicBezTo>
                    <a:pt x="1539" y="1760"/>
                    <a:pt x="1738" y="1606"/>
                    <a:pt x="1863" y="1392"/>
                  </a:cubicBezTo>
                  <a:cubicBezTo>
                    <a:pt x="2119" y="949"/>
                    <a:pt x="1968" y="380"/>
                    <a:pt x="1524" y="124"/>
                  </a:cubicBezTo>
                  <a:cubicBezTo>
                    <a:pt x="1378" y="40"/>
                    <a:pt x="1218" y="0"/>
                    <a:pt x="1061" y="0"/>
                  </a:cubicBezTo>
                  <a:close/>
                </a:path>
              </a:pathLst>
            </a:cu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82" name="Google Shape;682;p63"/>
            <p:cNvSpPr/>
            <p:nvPr/>
          </p:nvSpPr>
          <p:spPr>
            <a:xfrm>
              <a:off x="4346000" y="1061675"/>
              <a:ext cx="52975" cy="46400"/>
            </a:xfrm>
            <a:custGeom>
              <a:rect b="b" l="l" r="r" t="t"/>
              <a:pathLst>
                <a:path extrusionOk="0" h="1856" w="2119">
                  <a:moveTo>
                    <a:pt x="1061" y="449"/>
                  </a:moveTo>
                  <a:cubicBezTo>
                    <a:pt x="1142" y="449"/>
                    <a:pt x="1224" y="470"/>
                    <a:pt x="1299" y="512"/>
                  </a:cubicBezTo>
                  <a:cubicBezTo>
                    <a:pt x="1529" y="645"/>
                    <a:pt x="1606" y="938"/>
                    <a:pt x="1475" y="1168"/>
                  </a:cubicBezTo>
                  <a:cubicBezTo>
                    <a:pt x="1386" y="1321"/>
                    <a:pt x="1225" y="1407"/>
                    <a:pt x="1060" y="1407"/>
                  </a:cubicBezTo>
                  <a:cubicBezTo>
                    <a:pt x="978" y="1407"/>
                    <a:pt x="896" y="1386"/>
                    <a:pt x="820" y="1343"/>
                  </a:cubicBezTo>
                  <a:cubicBezTo>
                    <a:pt x="709" y="1280"/>
                    <a:pt x="629" y="1175"/>
                    <a:pt x="596" y="1052"/>
                  </a:cubicBezTo>
                  <a:cubicBezTo>
                    <a:pt x="564" y="929"/>
                    <a:pt x="580" y="800"/>
                    <a:pt x="644" y="690"/>
                  </a:cubicBezTo>
                  <a:cubicBezTo>
                    <a:pt x="734" y="535"/>
                    <a:pt x="895" y="449"/>
                    <a:pt x="1061" y="449"/>
                  </a:cubicBezTo>
                  <a:close/>
                  <a:moveTo>
                    <a:pt x="1061" y="1"/>
                  </a:moveTo>
                  <a:cubicBezTo>
                    <a:pt x="740" y="1"/>
                    <a:pt x="428" y="167"/>
                    <a:pt x="256" y="464"/>
                  </a:cubicBezTo>
                  <a:cubicBezTo>
                    <a:pt x="0" y="907"/>
                    <a:pt x="151" y="1476"/>
                    <a:pt x="595" y="1732"/>
                  </a:cubicBezTo>
                  <a:cubicBezTo>
                    <a:pt x="741" y="1815"/>
                    <a:pt x="901" y="1855"/>
                    <a:pt x="1057" y="1855"/>
                  </a:cubicBezTo>
                  <a:cubicBezTo>
                    <a:pt x="1379" y="1855"/>
                    <a:pt x="1691" y="1689"/>
                    <a:pt x="1865" y="1393"/>
                  </a:cubicBezTo>
                  <a:cubicBezTo>
                    <a:pt x="2119" y="949"/>
                    <a:pt x="1966" y="381"/>
                    <a:pt x="1524" y="125"/>
                  </a:cubicBezTo>
                  <a:cubicBezTo>
                    <a:pt x="1378" y="41"/>
                    <a:pt x="1218" y="1"/>
                    <a:pt x="1061" y="1"/>
                  </a:cubicBezTo>
                  <a:close/>
                </a:path>
              </a:pathLst>
            </a:cu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83" name="Google Shape;683;p63"/>
            <p:cNvSpPr/>
            <p:nvPr/>
          </p:nvSpPr>
          <p:spPr>
            <a:xfrm>
              <a:off x="4289025" y="863625"/>
              <a:ext cx="53000" cy="46375"/>
            </a:xfrm>
            <a:custGeom>
              <a:rect b="b" l="l" r="r" t="t"/>
              <a:pathLst>
                <a:path extrusionOk="0" h="1855" w="2120">
                  <a:moveTo>
                    <a:pt x="1061" y="448"/>
                  </a:moveTo>
                  <a:cubicBezTo>
                    <a:pt x="1143" y="448"/>
                    <a:pt x="1224" y="470"/>
                    <a:pt x="1299" y="511"/>
                  </a:cubicBezTo>
                  <a:cubicBezTo>
                    <a:pt x="1529" y="643"/>
                    <a:pt x="1606" y="937"/>
                    <a:pt x="1475" y="1167"/>
                  </a:cubicBezTo>
                  <a:cubicBezTo>
                    <a:pt x="1386" y="1320"/>
                    <a:pt x="1224" y="1406"/>
                    <a:pt x="1058" y="1406"/>
                  </a:cubicBezTo>
                  <a:cubicBezTo>
                    <a:pt x="977" y="1406"/>
                    <a:pt x="895" y="1386"/>
                    <a:pt x="820" y="1342"/>
                  </a:cubicBezTo>
                  <a:cubicBezTo>
                    <a:pt x="708" y="1279"/>
                    <a:pt x="629" y="1174"/>
                    <a:pt x="596" y="1051"/>
                  </a:cubicBezTo>
                  <a:cubicBezTo>
                    <a:pt x="564" y="927"/>
                    <a:pt x="580" y="799"/>
                    <a:pt x="644" y="688"/>
                  </a:cubicBezTo>
                  <a:cubicBezTo>
                    <a:pt x="734" y="534"/>
                    <a:pt x="895" y="448"/>
                    <a:pt x="1061" y="448"/>
                  </a:cubicBezTo>
                  <a:close/>
                  <a:moveTo>
                    <a:pt x="1061" y="1"/>
                  </a:moveTo>
                  <a:cubicBezTo>
                    <a:pt x="740" y="1"/>
                    <a:pt x="428" y="167"/>
                    <a:pt x="257" y="464"/>
                  </a:cubicBezTo>
                  <a:cubicBezTo>
                    <a:pt x="1" y="908"/>
                    <a:pt x="152" y="1476"/>
                    <a:pt x="596" y="1732"/>
                  </a:cubicBezTo>
                  <a:cubicBezTo>
                    <a:pt x="742" y="1815"/>
                    <a:pt x="901" y="1855"/>
                    <a:pt x="1058" y="1855"/>
                  </a:cubicBezTo>
                  <a:cubicBezTo>
                    <a:pt x="1378" y="1855"/>
                    <a:pt x="1691" y="1689"/>
                    <a:pt x="1865" y="1393"/>
                  </a:cubicBezTo>
                  <a:cubicBezTo>
                    <a:pt x="2119" y="949"/>
                    <a:pt x="1967" y="381"/>
                    <a:pt x="1524" y="125"/>
                  </a:cubicBezTo>
                  <a:cubicBezTo>
                    <a:pt x="1378" y="41"/>
                    <a:pt x="1218" y="1"/>
                    <a:pt x="1061" y="1"/>
                  </a:cubicBezTo>
                  <a:close/>
                </a:path>
              </a:pathLst>
            </a:cu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84" name="Google Shape;684;p63"/>
            <p:cNvSpPr/>
            <p:nvPr/>
          </p:nvSpPr>
          <p:spPr>
            <a:xfrm>
              <a:off x="3810325" y="713625"/>
              <a:ext cx="50550" cy="46425"/>
            </a:xfrm>
            <a:custGeom>
              <a:rect b="b" l="l" r="r" t="t"/>
              <a:pathLst>
                <a:path extrusionOk="0" h="1857" w="2022">
                  <a:moveTo>
                    <a:pt x="1060" y="449"/>
                  </a:moveTo>
                  <a:cubicBezTo>
                    <a:pt x="1142" y="449"/>
                    <a:pt x="1223" y="470"/>
                    <a:pt x="1298" y="514"/>
                  </a:cubicBezTo>
                  <a:cubicBezTo>
                    <a:pt x="1410" y="578"/>
                    <a:pt x="1489" y="681"/>
                    <a:pt x="1522" y="804"/>
                  </a:cubicBezTo>
                  <a:cubicBezTo>
                    <a:pt x="1555" y="928"/>
                    <a:pt x="1538" y="1056"/>
                    <a:pt x="1474" y="1168"/>
                  </a:cubicBezTo>
                  <a:cubicBezTo>
                    <a:pt x="1410" y="1279"/>
                    <a:pt x="1307" y="1358"/>
                    <a:pt x="1184" y="1392"/>
                  </a:cubicBezTo>
                  <a:cubicBezTo>
                    <a:pt x="1143" y="1403"/>
                    <a:pt x="1101" y="1408"/>
                    <a:pt x="1060" y="1408"/>
                  </a:cubicBezTo>
                  <a:cubicBezTo>
                    <a:pt x="977" y="1408"/>
                    <a:pt x="894" y="1386"/>
                    <a:pt x="820" y="1344"/>
                  </a:cubicBezTo>
                  <a:cubicBezTo>
                    <a:pt x="709" y="1279"/>
                    <a:pt x="629" y="1175"/>
                    <a:pt x="596" y="1052"/>
                  </a:cubicBezTo>
                  <a:cubicBezTo>
                    <a:pt x="564" y="929"/>
                    <a:pt x="580" y="800"/>
                    <a:pt x="644" y="690"/>
                  </a:cubicBezTo>
                  <a:cubicBezTo>
                    <a:pt x="733" y="535"/>
                    <a:pt x="894" y="449"/>
                    <a:pt x="1060" y="449"/>
                  </a:cubicBezTo>
                  <a:close/>
                  <a:moveTo>
                    <a:pt x="1062" y="1"/>
                  </a:moveTo>
                  <a:cubicBezTo>
                    <a:pt x="741" y="1"/>
                    <a:pt x="429" y="167"/>
                    <a:pt x="257" y="464"/>
                  </a:cubicBezTo>
                  <a:cubicBezTo>
                    <a:pt x="1" y="907"/>
                    <a:pt x="152" y="1475"/>
                    <a:pt x="596" y="1732"/>
                  </a:cubicBezTo>
                  <a:cubicBezTo>
                    <a:pt x="740" y="1813"/>
                    <a:pt x="897" y="1856"/>
                    <a:pt x="1058" y="1856"/>
                  </a:cubicBezTo>
                  <a:cubicBezTo>
                    <a:pt x="1139" y="1856"/>
                    <a:pt x="1219" y="1845"/>
                    <a:pt x="1303" y="1824"/>
                  </a:cubicBezTo>
                  <a:cubicBezTo>
                    <a:pt x="1541" y="1760"/>
                    <a:pt x="1742" y="1606"/>
                    <a:pt x="1865" y="1392"/>
                  </a:cubicBezTo>
                  <a:cubicBezTo>
                    <a:pt x="1989" y="1177"/>
                    <a:pt x="2022" y="928"/>
                    <a:pt x="1958" y="687"/>
                  </a:cubicBezTo>
                  <a:cubicBezTo>
                    <a:pt x="1893" y="449"/>
                    <a:pt x="1739" y="248"/>
                    <a:pt x="1525" y="125"/>
                  </a:cubicBezTo>
                  <a:cubicBezTo>
                    <a:pt x="1379" y="41"/>
                    <a:pt x="1219" y="1"/>
                    <a:pt x="1062" y="1"/>
                  </a:cubicBezTo>
                  <a:close/>
                </a:path>
              </a:pathLst>
            </a:cu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85" name="Google Shape;685;p63"/>
            <p:cNvSpPr/>
            <p:nvPr/>
          </p:nvSpPr>
          <p:spPr>
            <a:xfrm>
              <a:off x="4112125" y="551700"/>
              <a:ext cx="50500" cy="46400"/>
            </a:xfrm>
            <a:custGeom>
              <a:rect b="b" l="l" r="r" t="t"/>
              <a:pathLst>
                <a:path extrusionOk="0" h="1856" w="2020">
                  <a:moveTo>
                    <a:pt x="1061" y="447"/>
                  </a:moveTo>
                  <a:cubicBezTo>
                    <a:pt x="1143" y="447"/>
                    <a:pt x="1225" y="471"/>
                    <a:pt x="1299" y="514"/>
                  </a:cubicBezTo>
                  <a:cubicBezTo>
                    <a:pt x="1410" y="578"/>
                    <a:pt x="1490" y="681"/>
                    <a:pt x="1523" y="804"/>
                  </a:cubicBezTo>
                  <a:cubicBezTo>
                    <a:pt x="1555" y="928"/>
                    <a:pt x="1539" y="1056"/>
                    <a:pt x="1475" y="1168"/>
                  </a:cubicBezTo>
                  <a:cubicBezTo>
                    <a:pt x="1385" y="1320"/>
                    <a:pt x="1224" y="1407"/>
                    <a:pt x="1059" y="1407"/>
                  </a:cubicBezTo>
                  <a:cubicBezTo>
                    <a:pt x="978" y="1407"/>
                    <a:pt x="895" y="1386"/>
                    <a:pt x="820" y="1343"/>
                  </a:cubicBezTo>
                  <a:cubicBezTo>
                    <a:pt x="590" y="1211"/>
                    <a:pt x="512" y="917"/>
                    <a:pt x="644" y="687"/>
                  </a:cubicBezTo>
                  <a:cubicBezTo>
                    <a:pt x="708" y="576"/>
                    <a:pt x="812" y="498"/>
                    <a:pt x="935" y="463"/>
                  </a:cubicBezTo>
                  <a:cubicBezTo>
                    <a:pt x="977" y="453"/>
                    <a:pt x="1019" y="447"/>
                    <a:pt x="1061" y="447"/>
                  </a:cubicBezTo>
                  <a:close/>
                  <a:moveTo>
                    <a:pt x="1061" y="0"/>
                  </a:moveTo>
                  <a:cubicBezTo>
                    <a:pt x="980" y="0"/>
                    <a:pt x="899" y="11"/>
                    <a:pt x="820" y="32"/>
                  </a:cubicBezTo>
                  <a:cubicBezTo>
                    <a:pt x="579" y="97"/>
                    <a:pt x="379" y="250"/>
                    <a:pt x="255" y="464"/>
                  </a:cubicBezTo>
                  <a:cubicBezTo>
                    <a:pt x="0" y="907"/>
                    <a:pt x="153" y="1476"/>
                    <a:pt x="595" y="1732"/>
                  </a:cubicBezTo>
                  <a:cubicBezTo>
                    <a:pt x="741" y="1814"/>
                    <a:pt x="900" y="1855"/>
                    <a:pt x="1058" y="1855"/>
                  </a:cubicBezTo>
                  <a:cubicBezTo>
                    <a:pt x="1378" y="1855"/>
                    <a:pt x="1690" y="1689"/>
                    <a:pt x="1863" y="1391"/>
                  </a:cubicBezTo>
                  <a:cubicBezTo>
                    <a:pt x="1986" y="1176"/>
                    <a:pt x="2019" y="928"/>
                    <a:pt x="1955" y="687"/>
                  </a:cubicBezTo>
                  <a:cubicBezTo>
                    <a:pt x="1890" y="449"/>
                    <a:pt x="1737" y="248"/>
                    <a:pt x="1523" y="125"/>
                  </a:cubicBezTo>
                  <a:cubicBezTo>
                    <a:pt x="1380" y="42"/>
                    <a:pt x="1222" y="0"/>
                    <a:pt x="1061" y="0"/>
                  </a:cubicBezTo>
                  <a:close/>
                </a:path>
              </a:pathLst>
            </a:cu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86" name="Google Shape;686;p63"/>
            <p:cNvSpPr/>
            <p:nvPr/>
          </p:nvSpPr>
          <p:spPr>
            <a:xfrm>
              <a:off x="4298700" y="1277175"/>
              <a:ext cx="50500" cy="46400"/>
            </a:xfrm>
            <a:custGeom>
              <a:rect b="b" l="l" r="r" t="t"/>
              <a:pathLst>
                <a:path extrusionOk="0" h="1856" w="2020">
                  <a:moveTo>
                    <a:pt x="961" y="449"/>
                  </a:moveTo>
                  <a:cubicBezTo>
                    <a:pt x="1045" y="449"/>
                    <a:pt x="1127" y="471"/>
                    <a:pt x="1202" y="511"/>
                  </a:cubicBezTo>
                  <a:cubicBezTo>
                    <a:pt x="1431" y="644"/>
                    <a:pt x="1508" y="937"/>
                    <a:pt x="1377" y="1166"/>
                  </a:cubicBezTo>
                  <a:cubicBezTo>
                    <a:pt x="1288" y="1320"/>
                    <a:pt x="1127" y="1406"/>
                    <a:pt x="961" y="1406"/>
                  </a:cubicBezTo>
                  <a:cubicBezTo>
                    <a:pt x="880" y="1406"/>
                    <a:pt x="797" y="1385"/>
                    <a:pt x="722" y="1342"/>
                  </a:cubicBezTo>
                  <a:cubicBezTo>
                    <a:pt x="611" y="1277"/>
                    <a:pt x="531" y="1174"/>
                    <a:pt x="498" y="1051"/>
                  </a:cubicBezTo>
                  <a:cubicBezTo>
                    <a:pt x="466" y="928"/>
                    <a:pt x="482" y="799"/>
                    <a:pt x="546" y="688"/>
                  </a:cubicBezTo>
                  <a:cubicBezTo>
                    <a:pt x="611" y="577"/>
                    <a:pt x="714" y="498"/>
                    <a:pt x="837" y="465"/>
                  </a:cubicBezTo>
                  <a:cubicBezTo>
                    <a:pt x="879" y="454"/>
                    <a:pt x="921" y="449"/>
                    <a:pt x="961" y="449"/>
                  </a:cubicBezTo>
                  <a:close/>
                  <a:moveTo>
                    <a:pt x="962" y="0"/>
                  </a:moveTo>
                  <a:cubicBezTo>
                    <a:pt x="882" y="0"/>
                    <a:pt x="800" y="11"/>
                    <a:pt x="720" y="33"/>
                  </a:cubicBezTo>
                  <a:cubicBezTo>
                    <a:pt x="482" y="96"/>
                    <a:pt x="281" y="250"/>
                    <a:pt x="157" y="465"/>
                  </a:cubicBezTo>
                  <a:cubicBezTo>
                    <a:pt x="34" y="679"/>
                    <a:pt x="1" y="928"/>
                    <a:pt x="65" y="1168"/>
                  </a:cubicBezTo>
                  <a:cubicBezTo>
                    <a:pt x="129" y="1406"/>
                    <a:pt x="284" y="1608"/>
                    <a:pt x="498" y="1731"/>
                  </a:cubicBezTo>
                  <a:cubicBezTo>
                    <a:pt x="644" y="1816"/>
                    <a:pt x="803" y="1855"/>
                    <a:pt x="960" y="1855"/>
                  </a:cubicBezTo>
                  <a:cubicBezTo>
                    <a:pt x="1281" y="1855"/>
                    <a:pt x="1593" y="1689"/>
                    <a:pt x="1764" y="1393"/>
                  </a:cubicBezTo>
                  <a:cubicBezTo>
                    <a:pt x="2020" y="949"/>
                    <a:pt x="1867" y="381"/>
                    <a:pt x="1425" y="125"/>
                  </a:cubicBezTo>
                  <a:cubicBezTo>
                    <a:pt x="1282" y="43"/>
                    <a:pt x="1123" y="0"/>
                    <a:pt x="962" y="0"/>
                  </a:cubicBezTo>
                  <a:close/>
                </a:path>
              </a:pathLst>
            </a:cu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87" name="Google Shape;687;p63"/>
            <p:cNvSpPr/>
            <p:nvPr/>
          </p:nvSpPr>
          <p:spPr>
            <a:xfrm>
              <a:off x="4091375" y="1374875"/>
              <a:ext cx="313825" cy="139475"/>
            </a:xfrm>
            <a:custGeom>
              <a:rect b="b" l="l" r="r" t="t"/>
              <a:pathLst>
                <a:path extrusionOk="0" h="5579" w="12553">
                  <a:moveTo>
                    <a:pt x="225" y="0"/>
                  </a:moveTo>
                  <a:cubicBezTo>
                    <a:pt x="101" y="0"/>
                    <a:pt x="1" y="101"/>
                    <a:pt x="1" y="225"/>
                  </a:cubicBezTo>
                  <a:cubicBezTo>
                    <a:pt x="1" y="348"/>
                    <a:pt x="101" y="449"/>
                    <a:pt x="225" y="449"/>
                  </a:cubicBezTo>
                  <a:lnTo>
                    <a:pt x="7085" y="449"/>
                  </a:lnTo>
                  <a:lnTo>
                    <a:pt x="12149" y="5512"/>
                  </a:lnTo>
                  <a:cubicBezTo>
                    <a:pt x="12192" y="5557"/>
                    <a:pt x="12250" y="5579"/>
                    <a:pt x="12308" y="5579"/>
                  </a:cubicBezTo>
                  <a:cubicBezTo>
                    <a:pt x="12366" y="5579"/>
                    <a:pt x="12423" y="5555"/>
                    <a:pt x="12466" y="5515"/>
                  </a:cubicBezTo>
                  <a:cubicBezTo>
                    <a:pt x="12552" y="5426"/>
                    <a:pt x="12552" y="5284"/>
                    <a:pt x="12466" y="5196"/>
                  </a:cubicBezTo>
                  <a:lnTo>
                    <a:pt x="7335" y="66"/>
                  </a:lnTo>
                  <a:cubicBezTo>
                    <a:pt x="7294" y="25"/>
                    <a:pt x="7237" y="0"/>
                    <a:pt x="7178" y="0"/>
                  </a:cubicBezTo>
                  <a:close/>
                </a:path>
              </a:pathLst>
            </a:cu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88" name="Google Shape;688;p63"/>
            <p:cNvSpPr/>
            <p:nvPr/>
          </p:nvSpPr>
          <p:spPr>
            <a:xfrm>
              <a:off x="4083375" y="1510250"/>
              <a:ext cx="81600" cy="229550"/>
            </a:xfrm>
            <a:custGeom>
              <a:rect b="b" l="l" r="r" t="t"/>
              <a:pathLst>
                <a:path extrusionOk="0" h="9182" w="3264">
                  <a:moveTo>
                    <a:pt x="224" y="1"/>
                  </a:moveTo>
                  <a:cubicBezTo>
                    <a:pt x="101" y="1"/>
                    <a:pt x="0" y="102"/>
                    <a:pt x="0" y="225"/>
                  </a:cubicBezTo>
                  <a:lnTo>
                    <a:pt x="0" y="6162"/>
                  </a:lnTo>
                  <a:cubicBezTo>
                    <a:pt x="0" y="6222"/>
                    <a:pt x="25" y="6278"/>
                    <a:pt x="66" y="6320"/>
                  </a:cubicBezTo>
                  <a:lnTo>
                    <a:pt x="2862" y="9116"/>
                  </a:lnTo>
                  <a:cubicBezTo>
                    <a:pt x="2904" y="9160"/>
                    <a:pt x="2962" y="9182"/>
                    <a:pt x="3020" y="9182"/>
                  </a:cubicBezTo>
                  <a:cubicBezTo>
                    <a:pt x="3076" y="9182"/>
                    <a:pt x="3134" y="9159"/>
                    <a:pt x="3177" y="9116"/>
                  </a:cubicBezTo>
                  <a:cubicBezTo>
                    <a:pt x="3264" y="9027"/>
                    <a:pt x="3264" y="8886"/>
                    <a:pt x="3177" y="8798"/>
                  </a:cubicBezTo>
                  <a:lnTo>
                    <a:pt x="448" y="6069"/>
                  </a:lnTo>
                  <a:lnTo>
                    <a:pt x="448" y="225"/>
                  </a:lnTo>
                  <a:cubicBezTo>
                    <a:pt x="448" y="102"/>
                    <a:pt x="347" y="1"/>
                    <a:pt x="224" y="1"/>
                  </a:cubicBezTo>
                  <a:close/>
                </a:path>
              </a:pathLst>
            </a:cu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89" name="Google Shape;689;p63"/>
            <p:cNvSpPr/>
            <p:nvPr/>
          </p:nvSpPr>
          <p:spPr>
            <a:xfrm>
              <a:off x="4132975" y="1461025"/>
              <a:ext cx="129050" cy="147025"/>
            </a:xfrm>
            <a:custGeom>
              <a:rect b="b" l="l" r="r" t="t"/>
              <a:pathLst>
                <a:path extrusionOk="0" h="5881" w="5162">
                  <a:moveTo>
                    <a:pt x="225" y="0"/>
                  </a:moveTo>
                  <a:cubicBezTo>
                    <a:pt x="101" y="0"/>
                    <a:pt x="1" y="101"/>
                    <a:pt x="1" y="224"/>
                  </a:cubicBezTo>
                  <a:cubicBezTo>
                    <a:pt x="1" y="348"/>
                    <a:pt x="101" y="447"/>
                    <a:pt x="225" y="447"/>
                  </a:cubicBezTo>
                  <a:lnTo>
                    <a:pt x="4713" y="447"/>
                  </a:lnTo>
                  <a:lnTo>
                    <a:pt x="4713" y="5656"/>
                  </a:lnTo>
                  <a:cubicBezTo>
                    <a:pt x="4713" y="5779"/>
                    <a:pt x="4814" y="5880"/>
                    <a:pt x="4937" y="5880"/>
                  </a:cubicBezTo>
                  <a:cubicBezTo>
                    <a:pt x="5061" y="5880"/>
                    <a:pt x="5162" y="5779"/>
                    <a:pt x="5161" y="5656"/>
                  </a:cubicBezTo>
                  <a:lnTo>
                    <a:pt x="5161" y="224"/>
                  </a:lnTo>
                  <a:cubicBezTo>
                    <a:pt x="5161" y="101"/>
                    <a:pt x="5060" y="0"/>
                    <a:pt x="4937" y="0"/>
                  </a:cubicBezTo>
                  <a:close/>
                </a:path>
              </a:pathLst>
            </a:cu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90" name="Google Shape;690;p63"/>
            <p:cNvSpPr/>
            <p:nvPr/>
          </p:nvSpPr>
          <p:spPr>
            <a:xfrm>
              <a:off x="3674375" y="697100"/>
              <a:ext cx="79775" cy="207650"/>
            </a:xfrm>
            <a:custGeom>
              <a:rect b="b" l="l" r="r" t="t"/>
              <a:pathLst>
                <a:path extrusionOk="0" h="8306" w="3191">
                  <a:moveTo>
                    <a:pt x="245" y="0"/>
                  </a:moveTo>
                  <a:cubicBezTo>
                    <a:pt x="188" y="0"/>
                    <a:pt x="131" y="22"/>
                    <a:pt x="88" y="66"/>
                  </a:cubicBezTo>
                  <a:cubicBezTo>
                    <a:pt x="1" y="155"/>
                    <a:pt x="1" y="297"/>
                    <a:pt x="88" y="383"/>
                  </a:cubicBezTo>
                  <a:lnTo>
                    <a:pt x="2741" y="3037"/>
                  </a:lnTo>
                  <a:lnTo>
                    <a:pt x="2741" y="8082"/>
                  </a:lnTo>
                  <a:cubicBezTo>
                    <a:pt x="2741" y="8205"/>
                    <a:pt x="2842" y="8306"/>
                    <a:pt x="2966" y="8306"/>
                  </a:cubicBezTo>
                  <a:cubicBezTo>
                    <a:pt x="3089" y="8306"/>
                    <a:pt x="3189" y="8205"/>
                    <a:pt x="3191" y="8081"/>
                  </a:cubicBezTo>
                  <a:lnTo>
                    <a:pt x="3191" y="2944"/>
                  </a:lnTo>
                  <a:cubicBezTo>
                    <a:pt x="3191" y="2885"/>
                    <a:pt x="3166" y="2827"/>
                    <a:pt x="3124" y="2785"/>
                  </a:cubicBezTo>
                  <a:lnTo>
                    <a:pt x="405" y="66"/>
                  </a:lnTo>
                  <a:cubicBezTo>
                    <a:pt x="361" y="22"/>
                    <a:pt x="303" y="0"/>
                    <a:pt x="245" y="0"/>
                  </a:cubicBezTo>
                  <a:close/>
                </a:path>
              </a:pathLst>
            </a:cu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91" name="Google Shape;691;p63"/>
            <p:cNvSpPr/>
            <p:nvPr/>
          </p:nvSpPr>
          <p:spPr>
            <a:xfrm>
              <a:off x="3324900" y="1045350"/>
              <a:ext cx="229475" cy="91750"/>
            </a:xfrm>
            <a:custGeom>
              <a:rect b="b" l="l" r="r" t="t"/>
              <a:pathLst>
                <a:path extrusionOk="0" h="3670" w="9179">
                  <a:moveTo>
                    <a:pt x="2798" y="0"/>
                  </a:moveTo>
                  <a:cubicBezTo>
                    <a:pt x="2730" y="0"/>
                    <a:pt x="2665" y="32"/>
                    <a:pt x="2623" y="86"/>
                  </a:cubicBezTo>
                  <a:lnTo>
                    <a:pt x="77" y="3306"/>
                  </a:lnTo>
                  <a:cubicBezTo>
                    <a:pt x="0" y="3402"/>
                    <a:pt x="16" y="3544"/>
                    <a:pt x="114" y="3621"/>
                  </a:cubicBezTo>
                  <a:cubicBezTo>
                    <a:pt x="156" y="3653"/>
                    <a:pt x="205" y="3669"/>
                    <a:pt x="253" y="3669"/>
                  </a:cubicBezTo>
                  <a:cubicBezTo>
                    <a:pt x="321" y="3669"/>
                    <a:pt x="386" y="3639"/>
                    <a:pt x="429" y="3581"/>
                  </a:cubicBezTo>
                  <a:lnTo>
                    <a:pt x="2907" y="448"/>
                  </a:lnTo>
                  <a:lnTo>
                    <a:pt x="8955" y="448"/>
                  </a:lnTo>
                  <a:cubicBezTo>
                    <a:pt x="9078" y="448"/>
                    <a:pt x="9179" y="348"/>
                    <a:pt x="9179" y="224"/>
                  </a:cubicBezTo>
                  <a:cubicBezTo>
                    <a:pt x="9179" y="101"/>
                    <a:pt x="9078" y="0"/>
                    <a:pt x="8955" y="0"/>
                  </a:cubicBezTo>
                  <a:close/>
                </a:path>
              </a:pathLst>
            </a:cu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92" name="Google Shape;692;p63"/>
            <p:cNvSpPr/>
            <p:nvPr/>
          </p:nvSpPr>
          <p:spPr>
            <a:xfrm>
              <a:off x="3337950" y="970825"/>
              <a:ext cx="216450" cy="11225"/>
            </a:xfrm>
            <a:custGeom>
              <a:rect b="b" l="l" r="r" t="t"/>
              <a:pathLst>
                <a:path extrusionOk="0" h="449" w="8658">
                  <a:moveTo>
                    <a:pt x="224" y="1"/>
                  </a:moveTo>
                  <a:cubicBezTo>
                    <a:pt x="101" y="1"/>
                    <a:pt x="0" y="101"/>
                    <a:pt x="0" y="225"/>
                  </a:cubicBezTo>
                  <a:cubicBezTo>
                    <a:pt x="0" y="348"/>
                    <a:pt x="101" y="449"/>
                    <a:pt x="224" y="449"/>
                  </a:cubicBezTo>
                  <a:lnTo>
                    <a:pt x="8433" y="449"/>
                  </a:lnTo>
                  <a:cubicBezTo>
                    <a:pt x="8558" y="449"/>
                    <a:pt x="8658" y="348"/>
                    <a:pt x="8658" y="225"/>
                  </a:cubicBezTo>
                  <a:cubicBezTo>
                    <a:pt x="8658" y="101"/>
                    <a:pt x="8558" y="1"/>
                    <a:pt x="8435" y="1"/>
                  </a:cubicBezTo>
                  <a:close/>
                </a:path>
              </a:pathLst>
            </a:cu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93" name="Google Shape;693;p63"/>
            <p:cNvSpPr/>
            <p:nvPr/>
          </p:nvSpPr>
          <p:spPr>
            <a:xfrm>
              <a:off x="4036450" y="760100"/>
              <a:ext cx="11225" cy="200275"/>
            </a:xfrm>
            <a:custGeom>
              <a:rect b="b" l="l" r="r" t="t"/>
              <a:pathLst>
                <a:path extrusionOk="0" h="8011" w="449">
                  <a:moveTo>
                    <a:pt x="225" y="0"/>
                  </a:moveTo>
                  <a:cubicBezTo>
                    <a:pt x="102" y="0"/>
                    <a:pt x="1" y="101"/>
                    <a:pt x="1" y="224"/>
                  </a:cubicBezTo>
                  <a:lnTo>
                    <a:pt x="1" y="7786"/>
                  </a:lnTo>
                  <a:cubicBezTo>
                    <a:pt x="1" y="7910"/>
                    <a:pt x="102" y="8010"/>
                    <a:pt x="225" y="8010"/>
                  </a:cubicBezTo>
                  <a:cubicBezTo>
                    <a:pt x="348" y="8010"/>
                    <a:pt x="449" y="7911"/>
                    <a:pt x="449" y="7786"/>
                  </a:cubicBezTo>
                  <a:lnTo>
                    <a:pt x="449" y="224"/>
                  </a:lnTo>
                  <a:cubicBezTo>
                    <a:pt x="449" y="101"/>
                    <a:pt x="348" y="0"/>
                    <a:pt x="225" y="0"/>
                  </a:cubicBezTo>
                  <a:close/>
                </a:path>
              </a:pathLst>
            </a:cu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94" name="Google Shape;694;p63"/>
            <p:cNvSpPr/>
            <p:nvPr/>
          </p:nvSpPr>
          <p:spPr>
            <a:xfrm>
              <a:off x="3996325" y="1485650"/>
              <a:ext cx="11200" cy="220550"/>
            </a:xfrm>
            <a:custGeom>
              <a:rect b="b" l="l" r="r" t="t"/>
              <a:pathLst>
                <a:path extrusionOk="0" h="8822" w="448">
                  <a:moveTo>
                    <a:pt x="225" y="1"/>
                  </a:moveTo>
                  <a:cubicBezTo>
                    <a:pt x="100" y="1"/>
                    <a:pt x="1" y="100"/>
                    <a:pt x="1" y="224"/>
                  </a:cubicBezTo>
                  <a:lnTo>
                    <a:pt x="1" y="8597"/>
                  </a:lnTo>
                  <a:cubicBezTo>
                    <a:pt x="1" y="8721"/>
                    <a:pt x="100" y="8821"/>
                    <a:pt x="225" y="8821"/>
                  </a:cubicBezTo>
                  <a:cubicBezTo>
                    <a:pt x="348" y="8821"/>
                    <a:pt x="448" y="8723"/>
                    <a:pt x="448" y="8597"/>
                  </a:cubicBezTo>
                  <a:lnTo>
                    <a:pt x="448" y="224"/>
                  </a:lnTo>
                  <a:cubicBezTo>
                    <a:pt x="448" y="100"/>
                    <a:pt x="348" y="1"/>
                    <a:pt x="225" y="1"/>
                  </a:cubicBezTo>
                  <a:close/>
                </a:path>
              </a:pathLst>
            </a:cu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95" name="Google Shape;695;p63"/>
            <p:cNvSpPr/>
            <p:nvPr/>
          </p:nvSpPr>
          <p:spPr>
            <a:xfrm>
              <a:off x="3403675" y="1199275"/>
              <a:ext cx="142525" cy="11200"/>
            </a:xfrm>
            <a:custGeom>
              <a:rect b="b" l="l" r="r" t="t"/>
              <a:pathLst>
                <a:path extrusionOk="0" h="448" w="5701">
                  <a:moveTo>
                    <a:pt x="223" y="1"/>
                  </a:moveTo>
                  <a:cubicBezTo>
                    <a:pt x="100" y="1"/>
                    <a:pt x="0" y="101"/>
                    <a:pt x="0" y="225"/>
                  </a:cubicBezTo>
                  <a:cubicBezTo>
                    <a:pt x="0" y="348"/>
                    <a:pt x="100" y="448"/>
                    <a:pt x="223" y="448"/>
                  </a:cubicBezTo>
                  <a:lnTo>
                    <a:pt x="5477" y="448"/>
                  </a:lnTo>
                  <a:cubicBezTo>
                    <a:pt x="5600" y="448"/>
                    <a:pt x="5701" y="348"/>
                    <a:pt x="5701" y="225"/>
                  </a:cubicBezTo>
                  <a:cubicBezTo>
                    <a:pt x="5701" y="101"/>
                    <a:pt x="5600" y="1"/>
                    <a:pt x="5477" y="1"/>
                  </a:cubicBezTo>
                  <a:close/>
                </a:path>
              </a:pathLst>
            </a:cu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96" name="Google Shape;696;p63"/>
            <p:cNvSpPr/>
            <p:nvPr/>
          </p:nvSpPr>
          <p:spPr>
            <a:xfrm>
              <a:off x="3307475" y="1263975"/>
              <a:ext cx="238725" cy="113850"/>
            </a:xfrm>
            <a:custGeom>
              <a:rect b="b" l="l" r="r" t="t"/>
              <a:pathLst>
                <a:path extrusionOk="0" h="4554" w="9549">
                  <a:moveTo>
                    <a:pt x="248" y="1"/>
                  </a:moveTo>
                  <a:cubicBezTo>
                    <a:pt x="193" y="1"/>
                    <a:pt x="138" y="21"/>
                    <a:pt x="96" y="61"/>
                  </a:cubicBezTo>
                  <a:cubicBezTo>
                    <a:pt x="6" y="145"/>
                    <a:pt x="0" y="286"/>
                    <a:pt x="85" y="377"/>
                  </a:cubicBezTo>
                  <a:lnTo>
                    <a:pt x="3908" y="4483"/>
                  </a:lnTo>
                  <a:cubicBezTo>
                    <a:pt x="3950" y="4528"/>
                    <a:pt x="4010" y="4553"/>
                    <a:pt x="4071" y="4553"/>
                  </a:cubicBezTo>
                  <a:lnTo>
                    <a:pt x="9325" y="4553"/>
                  </a:lnTo>
                  <a:cubicBezTo>
                    <a:pt x="9448" y="4553"/>
                    <a:pt x="9549" y="4454"/>
                    <a:pt x="9549" y="4328"/>
                  </a:cubicBezTo>
                  <a:cubicBezTo>
                    <a:pt x="9549" y="4205"/>
                    <a:pt x="9448" y="4104"/>
                    <a:pt x="9325" y="4104"/>
                  </a:cubicBezTo>
                  <a:lnTo>
                    <a:pt x="4168" y="4104"/>
                  </a:lnTo>
                  <a:lnTo>
                    <a:pt x="412" y="72"/>
                  </a:lnTo>
                  <a:cubicBezTo>
                    <a:pt x="368" y="25"/>
                    <a:pt x="308" y="1"/>
                    <a:pt x="248" y="1"/>
                  </a:cubicBezTo>
                  <a:close/>
                </a:path>
              </a:pathLst>
            </a:cu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97" name="Google Shape;697;p63"/>
            <p:cNvSpPr/>
            <p:nvPr/>
          </p:nvSpPr>
          <p:spPr>
            <a:xfrm>
              <a:off x="3489100" y="1485650"/>
              <a:ext cx="112475" cy="254150"/>
            </a:xfrm>
            <a:custGeom>
              <a:rect b="b" l="l" r="r" t="t"/>
              <a:pathLst>
                <a:path extrusionOk="0" h="10166" w="4499">
                  <a:moveTo>
                    <a:pt x="4276" y="1"/>
                  </a:moveTo>
                  <a:cubicBezTo>
                    <a:pt x="4153" y="1"/>
                    <a:pt x="4052" y="100"/>
                    <a:pt x="4052" y="224"/>
                  </a:cubicBezTo>
                  <a:lnTo>
                    <a:pt x="4052" y="6682"/>
                  </a:lnTo>
                  <a:lnTo>
                    <a:pt x="116" y="9765"/>
                  </a:lnTo>
                  <a:cubicBezTo>
                    <a:pt x="17" y="9841"/>
                    <a:pt x="0" y="9983"/>
                    <a:pt x="76" y="10080"/>
                  </a:cubicBezTo>
                  <a:cubicBezTo>
                    <a:pt x="121" y="10136"/>
                    <a:pt x="187" y="10166"/>
                    <a:pt x="253" y="10166"/>
                  </a:cubicBezTo>
                  <a:cubicBezTo>
                    <a:pt x="301" y="10166"/>
                    <a:pt x="350" y="10150"/>
                    <a:pt x="390" y="10119"/>
                  </a:cubicBezTo>
                  <a:lnTo>
                    <a:pt x="4413" y="6969"/>
                  </a:lnTo>
                  <a:cubicBezTo>
                    <a:pt x="4467" y="6927"/>
                    <a:pt x="4499" y="6860"/>
                    <a:pt x="4499" y="6793"/>
                  </a:cubicBezTo>
                  <a:lnTo>
                    <a:pt x="4499" y="224"/>
                  </a:lnTo>
                  <a:cubicBezTo>
                    <a:pt x="4499" y="100"/>
                    <a:pt x="4399" y="1"/>
                    <a:pt x="4276" y="1"/>
                  </a:cubicBezTo>
                  <a:close/>
                </a:path>
              </a:pathLst>
            </a:cu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98" name="Google Shape;698;p63"/>
            <p:cNvSpPr/>
            <p:nvPr/>
          </p:nvSpPr>
          <p:spPr>
            <a:xfrm>
              <a:off x="3750450" y="1508250"/>
              <a:ext cx="11250" cy="175400"/>
            </a:xfrm>
            <a:custGeom>
              <a:rect b="b" l="l" r="r" t="t"/>
              <a:pathLst>
                <a:path extrusionOk="0" h="7016" w="450">
                  <a:moveTo>
                    <a:pt x="225" y="1"/>
                  </a:moveTo>
                  <a:cubicBezTo>
                    <a:pt x="102" y="1"/>
                    <a:pt x="1" y="101"/>
                    <a:pt x="1" y="225"/>
                  </a:cubicBezTo>
                  <a:lnTo>
                    <a:pt x="1" y="6792"/>
                  </a:lnTo>
                  <a:cubicBezTo>
                    <a:pt x="1" y="6915"/>
                    <a:pt x="102" y="7016"/>
                    <a:pt x="225" y="7016"/>
                  </a:cubicBezTo>
                  <a:cubicBezTo>
                    <a:pt x="349" y="7016"/>
                    <a:pt x="450" y="6915"/>
                    <a:pt x="449" y="6792"/>
                  </a:cubicBezTo>
                  <a:lnTo>
                    <a:pt x="449" y="225"/>
                  </a:lnTo>
                  <a:cubicBezTo>
                    <a:pt x="449" y="101"/>
                    <a:pt x="348" y="1"/>
                    <a:pt x="225" y="1"/>
                  </a:cubicBezTo>
                  <a:close/>
                </a:path>
              </a:pathLst>
            </a:cu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99" name="Google Shape;699;p63"/>
            <p:cNvSpPr/>
            <p:nvPr/>
          </p:nvSpPr>
          <p:spPr>
            <a:xfrm>
              <a:off x="3832575" y="1540100"/>
              <a:ext cx="90675" cy="222500"/>
            </a:xfrm>
            <a:custGeom>
              <a:rect b="b" l="l" r="r" t="t"/>
              <a:pathLst>
                <a:path extrusionOk="0" h="8900" w="3627">
                  <a:moveTo>
                    <a:pt x="225" y="0"/>
                  </a:moveTo>
                  <a:cubicBezTo>
                    <a:pt x="102" y="0"/>
                    <a:pt x="1" y="100"/>
                    <a:pt x="1" y="223"/>
                  </a:cubicBezTo>
                  <a:lnTo>
                    <a:pt x="1" y="5518"/>
                  </a:lnTo>
                  <a:cubicBezTo>
                    <a:pt x="1" y="5577"/>
                    <a:pt x="24" y="5634"/>
                    <a:pt x="66" y="5675"/>
                  </a:cubicBezTo>
                  <a:lnTo>
                    <a:pt x="3224" y="8834"/>
                  </a:lnTo>
                  <a:cubicBezTo>
                    <a:pt x="3267" y="8878"/>
                    <a:pt x="3325" y="8899"/>
                    <a:pt x="3382" y="8899"/>
                  </a:cubicBezTo>
                  <a:cubicBezTo>
                    <a:pt x="3440" y="8899"/>
                    <a:pt x="3497" y="8878"/>
                    <a:pt x="3540" y="8835"/>
                  </a:cubicBezTo>
                  <a:cubicBezTo>
                    <a:pt x="3627" y="8746"/>
                    <a:pt x="3627" y="8604"/>
                    <a:pt x="3540" y="8516"/>
                  </a:cubicBezTo>
                  <a:lnTo>
                    <a:pt x="448" y="5425"/>
                  </a:lnTo>
                  <a:lnTo>
                    <a:pt x="448" y="223"/>
                  </a:lnTo>
                  <a:cubicBezTo>
                    <a:pt x="448" y="100"/>
                    <a:pt x="348" y="0"/>
                    <a:pt x="225" y="0"/>
                  </a:cubicBezTo>
                  <a:close/>
                </a:path>
              </a:pathLst>
            </a:cu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00" name="Google Shape;700;p63"/>
            <p:cNvSpPr/>
            <p:nvPr/>
          </p:nvSpPr>
          <p:spPr>
            <a:xfrm>
              <a:off x="3395400" y="1475950"/>
              <a:ext cx="159825" cy="103025"/>
            </a:xfrm>
            <a:custGeom>
              <a:rect b="b" l="l" r="r" t="t"/>
              <a:pathLst>
                <a:path extrusionOk="0" h="4121" w="6393">
                  <a:moveTo>
                    <a:pt x="6135" y="1"/>
                  </a:moveTo>
                  <a:cubicBezTo>
                    <a:pt x="6058" y="1"/>
                    <a:pt x="5983" y="41"/>
                    <a:pt x="5942" y="112"/>
                  </a:cubicBezTo>
                  <a:lnTo>
                    <a:pt x="3873" y="3673"/>
                  </a:lnTo>
                  <a:lnTo>
                    <a:pt x="225" y="3673"/>
                  </a:lnTo>
                  <a:cubicBezTo>
                    <a:pt x="102" y="3673"/>
                    <a:pt x="1" y="3774"/>
                    <a:pt x="1" y="3897"/>
                  </a:cubicBezTo>
                  <a:cubicBezTo>
                    <a:pt x="1" y="4020"/>
                    <a:pt x="102" y="4121"/>
                    <a:pt x="225" y="4121"/>
                  </a:cubicBezTo>
                  <a:lnTo>
                    <a:pt x="4001" y="4121"/>
                  </a:lnTo>
                  <a:cubicBezTo>
                    <a:pt x="4082" y="4121"/>
                    <a:pt x="4156" y="4078"/>
                    <a:pt x="4194" y="4010"/>
                  </a:cubicBezTo>
                  <a:lnTo>
                    <a:pt x="6329" y="338"/>
                  </a:lnTo>
                  <a:cubicBezTo>
                    <a:pt x="6392" y="231"/>
                    <a:pt x="6356" y="94"/>
                    <a:pt x="6248" y="32"/>
                  </a:cubicBezTo>
                  <a:cubicBezTo>
                    <a:pt x="6213" y="11"/>
                    <a:pt x="6174" y="1"/>
                    <a:pt x="6135" y="1"/>
                  </a:cubicBezTo>
                  <a:close/>
                </a:path>
              </a:pathLst>
            </a:cu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01" name="Google Shape;701;p63"/>
            <p:cNvSpPr/>
            <p:nvPr/>
          </p:nvSpPr>
          <p:spPr>
            <a:xfrm>
              <a:off x="3482900" y="850875"/>
              <a:ext cx="707900" cy="707925"/>
            </a:xfrm>
            <a:custGeom>
              <a:rect b="b" l="l" r="r" t="t"/>
              <a:pathLst>
                <a:path extrusionOk="0" h="28317" w="28316">
                  <a:moveTo>
                    <a:pt x="3328" y="1"/>
                  </a:moveTo>
                  <a:lnTo>
                    <a:pt x="3328" y="1965"/>
                  </a:lnTo>
                  <a:lnTo>
                    <a:pt x="3211" y="1965"/>
                  </a:lnTo>
                  <a:cubicBezTo>
                    <a:pt x="2171" y="1965"/>
                    <a:pt x="1329" y="2792"/>
                    <a:pt x="1293" y="3822"/>
                  </a:cubicBezTo>
                  <a:lnTo>
                    <a:pt x="0" y="3822"/>
                  </a:lnTo>
                  <a:lnTo>
                    <a:pt x="0" y="5832"/>
                  </a:lnTo>
                  <a:lnTo>
                    <a:pt x="1287" y="5832"/>
                  </a:lnTo>
                  <a:lnTo>
                    <a:pt x="1287" y="7043"/>
                  </a:lnTo>
                  <a:lnTo>
                    <a:pt x="0" y="7043"/>
                  </a:lnTo>
                  <a:lnTo>
                    <a:pt x="0" y="9053"/>
                  </a:lnTo>
                  <a:lnTo>
                    <a:pt x="1287" y="9053"/>
                  </a:lnTo>
                  <a:lnTo>
                    <a:pt x="1287" y="10372"/>
                  </a:lnTo>
                  <a:lnTo>
                    <a:pt x="0" y="10372"/>
                  </a:lnTo>
                  <a:lnTo>
                    <a:pt x="0" y="12382"/>
                  </a:lnTo>
                  <a:lnTo>
                    <a:pt x="1287" y="12382"/>
                  </a:lnTo>
                  <a:lnTo>
                    <a:pt x="1287" y="13593"/>
                  </a:lnTo>
                  <a:lnTo>
                    <a:pt x="0" y="13593"/>
                  </a:lnTo>
                  <a:lnTo>
                    <a:pt x="0" y="15603"/>
                  </a:lnTo>
                  <a:lnTo>
                    <a:pt x="1287" y="15603"/>
                  </a:lnTo>
                  <a:lnTo>
                    <a:pt x="1287" y="16922"/>
                  </a:lnTo>
                  <a:lnTo>
                    <a:pt x="0" y="16922"/>
                  </a:lnTo>
                  <a:lnTo>
                    <a:pt x="0" y="18932"/>
                  </a:lnTo>
                  <a:lnTo>
                    <a:pt x="1287" y="18932"/>
                  </a:lnTo>
                  <a:lnTo>
                    <a:pt x="1287" y="20141"/>
                  </a:lnTo>
                  <a:lnTo>
                    <a:pt x="0" y="20141"/>
                  </a:lnTo>
                  <a:lnTo>
                    <a:pt x="0" y="22152"/>
                  </a:lnTo>
                  <a:lnTo>
                    <a:pt x="1287" y="22152"/>
                  </a:lnTo>
                  <a:lnTo>
                    <a:pt x="1287" y="23470"/>
                  </a:lnTo>
                  <a:lnTo>
                    <a:pt x="0" y="23470"/>
                  </a:lnTo>
                  <a:lnTo>
                    <a:pt x="0" y="25481"/>
                  </a:lnTo>
                  <a:lnTo>
                    <a:pt x="1471" y="25481"/>
                  </a:lnTo>
                  <a:cubicBezTo>
                    <a:pt x="1779" y="26137"/>
                    <a:pt x="2439" y="26594"/>
                    <a:pt x="3211" y="26594"/>
                  </a:cubicBezTo>
                  <a:lnTo>
                    <a:pt x="3328" y="26594"/>
                  </a:lnTo>
                  <a:lnTo>
                    <a:pt x="3328" y="28317"/>
                  </a:lnTo>
                  <a:lnTo>
                    <a:pt x="5339" y="28317"/>
                  </a:lnTo>
                  <a:lnTo>
                    <a:pt x="5339" y="26594"/>
                  </a:lnTo>
                  <a:lnTo>
                    <a:pt x="6658" y="26594"/>
                  </a:lnTo>
                  <a:lnTo>
                    <a:pt x="6658" y="28317"/>
                  </a:lnTo>
                  <a:lnTo>
                    <a:pt x="8668" y="28317"/>
                  </a:lnTo>
                  <a:lnTo>
                    <a:pt x="8668" y="26594"/>
                  </a:lnTo>
                  <a:lnTo>
                    <a:pt x="9877" y="26594"/>
                  </a:lnTo>
                  <a:lnTo>
                    <a:pt x="9877" y="28317"/>
                  </a:lnTo>
                  <a:lnTo>
                    <a:pt x="11888" y="28317"/>
                  </a:lnTo>
                  <a:lnTo>
                    <a:pt x="11888" y="26594"/>
                  </a:lnTo>
                  <a:lnTo>
                    <a:pt x="13206" y="26594"/>
                  </a:lnTo>
                  <a:lnTo>
                    <a:pt x="13206" y="28317"/>
                  </a:lnTo>
                  <a:lnTo>
                    <a:pt x="15217" y="28317"/>
                  </a:lnTo>
                  <a:lnTo>
                    <a:pt x="15217" y="26594"/>
                  </a:lnTo>
                  <a:lnTo>
                    <a:pt x="16427" y="26594"/>
                  </a:lnTo>
                  <a:lnTo>
                    <a:pt x="16427" y="28317"/>
                  </a:lnTo>
                  <a:lnTo>
                    <a:pt x="18437" y="28317"/>
                  </a:lnTo>
                  <a:lnTo>
                    <a:pt x="18437" y="26594"/>
                  </a:lnTo>
                  <a:lnTo>
                    <a:pt x="19756" y="26594"/>
                  </a:lnTo>
                  <a:lnTo>
                    <a:pt x="19756" y="28317"/>
                  </a:lnTo>
                  <a:lnTo>
                    <a:pt x="21766" y="28317"/>
                  </a:lnTo>
                  <a:lnTo>
                    <a:pt x="21766" y="26594"/>
                  </a:lnTo>
                  <a:lnTo>
                    <a:pt x="22977" y="26594"/>
                  </a:lnTo>
                  <a:lnTo>
                    <a:pt x="22977" y="28317"/>
                  </a:lnTo>
                  <a:lnTo>
                    <a:pt x="24987" y="28317"/>
                  </a:lnTo>
                  <a:lnTo>
                    <a:pt x="24987" y="26594"/>
                  </a:lnTo>
                  <a:lnTo>
                    <a:pt x="25015" y="26594"/>
                  </a:lnTo>
                  <a:cubicBezTo>
                    <a:pt x="25786" y="26594"/>
                    <a:pt x="26446" y="26137"/>
                    <a:pt x="26753" y="25481"/>
                  </a:cubicBezTo>
                  <a:lnTo>
                    <a:pt x="28315" y="25481"/>
                  </a:lnTo>
                  <a:lnTo>
                    <a:pt x="28315" y="23470"/>
                  </a:lnTo>
                  <a:lnTo>
                    <a:pt x="26939" y="23470"/>
                  </a:lnTo>
                  <a:lnTo>
                    <a:pt x="26939" y="22152"/>
                  </a:lnTo>
                  <a:lnTo>
                    <a:pt x="28315" y="22152"/>
                  </a:lnTo>
                  <a:lnTo>
                    <a:pt x="28315" y="20141"/>
                  </a:lnTo>
                  <a:lnTo>
                    <a:pt x="26939" y="20141"/>
                  </a:lnTo>
                  <a:lnTo>
                    <a:pt x="26939" y="18932"/>
                  </a:lnTo>
                  <a:lnTo>
                    <a:pt x="28315" y="18932"/>
                  </a:lnTo>
                  <a:lnTo>
                    <a:pt x="28315" y="16922"/>
                  </a:lnTo>
                  <a:lnTo>
                    <a:pt x="26939" y="16922"/>
                  </a:lnTo>
                  <a:lnTo>
                    <a:pt x="26939" y="15603"/>
                  </a:lnTo>
                  <a:lnTo>
                    <a:pt x="28315" y="15603"/>
                  </a:lnTo>
                  <a:lnTo>
                    <a:pt x="28315" y="13593"/>
                  </a:lnTo>
                  <a:lnTo>
                    <a:pt x="26939" y="13593"/>
                  </a:lnTo>
                  <a:lnTo>
                    <a:pt x="26939" y="12382"/>
                  </a:lnTo>
                  <a:lnTo>
                    <a:pt x="28315" y="12382"/>
                  </a:lnTo>
                  <a:lnTo>
                    <a:pt x="28315" y="10372"/>
                  </a:lnTo>
                  <a:lnTo>
                    <a:pt x="26939" y="10372"/>
                  </a:lnTo>
                  <a:lnTo>
                    <a:pt x="26939" y="9053"/>
                  </a:lnTo>
                  <a:lnTo>
                    <a:pt x="28315" y="9053"/>
                  </a:lnTo>
                  <a:lnTo>
                    <a:pt x="28315" y="7043"/>
                  </a:lnTo>
                  <a:lnTo>
                    <a:pt x="26939" y="7043"/>
                  </a:lnTo>
                  <a:lnTo>
                    <a:pt x="26939" y="5832"/>
                  </a:lnTo>
                  <a:lnTo>
                    <a:pt x="28315" y="5832"/>
                  </a:lnTo>
                  <a:lnTo>
                    <a:pt x="28315" y="3822"/>
                  </a:lnTo>
                  <a:lnTo>
                    <a:pt x="26932" y="3822"/>
                  </a:lnTo>
                  <a:cubicBezTo>
                    <a:pt x="26896" y="2792"/>
                    <a:pt x="26055" y="1965"/>
                    <a:pt x="25015" y="1965"/>
                  </a:cubicBezTo>
                  <a:lnTo>
                    <a:pt x="24987" y="1965"/>
                  </a:lnTo>
                  <a:lnTo>
                    <a:pt x="24987" y="1"/>
                  </a:lnTo>
                  <a:lnTo>
                    <a:pt x="22977" y="1"/>
                  </a:lnTo>
                  <a:lnTo>
                    <a:pt x="22977" y="1965"/>
                  </a:lnTo>
                  <a:lnTo>
                    <a:pt x="21766" y="1965"/>
                  </a:lnTo>
                  <a:lnTo>
                    <a:pt x="21766" y="1"/>
                  </a:lnTo>
                  <a:lnTo>
                    <a:pt x="19756" y="1"/>
                  </a:lnTo>
                  <a:lnTo>
                    <a:pt x="19756" y="1965"/>
                  </a:lnTo>
                  <a:lnTo>
                    <a:pt x="18437" y="1965"/>
                  </a:lnTo>
                  <a:lnTo>
                    <a:pt x="18437" y="1"/>
                  </a:lnTo>
                  <a:lnTo>
                    <a:pt x="16427" y="1"/>
                  </a:lnTo>
                  <a:lnTo>
                    <a:pt x="16427" y="1965"/>
                  </a:lnTo>
                  <a:lnTo>
                    <a:pt x="15217" y="1965"/>
                  </a:lnTo>
                  <a:lnTo>
                    <a:pt x="15217" y="1"/>
                  </a:lnTo>
                  <a:lnTo>
                    <a:pt x="13206" y="1"/>
                  </a:lnTo>
                  <a:lnTo>
                    <a:pt x="13206" y="1965"/>
                  </a:lnTo>
                  <a:lnTo>
                    <a:pt x="11888" y="1965"/>
                  </a:lnTo>
                  <a:lnTo>
                    <a:pt x="11888" y="1"/>
                  </a:lnTo>
                  <a:lnTo>
                    <a:pt x="9877" y="1"/>
                  </a:lnTo>
                  <a:lnTo>
                    <a:pt x="9877" y="1965"/>
                  </a:lnTo>
                  <a:lnTo>
                    <a:pt x="8668" y="1965"/>
                  </a:lnTo>
                  <a:lnTo>
                    <a:pt x="8668" y="1"/>
                  </a:lnTo>
                  <a:lnTo>
                    <a:pt x="6658" y="1"/>
                  </a:lnTo>
                  <a:lnTo>
                    <a:pt x="6658" y="1965"/>
                  </a:lnTo>
                  <a:lnTo>
                    <a:pt x="5339" y="1965"/>
                  </a:lnTo>
                  <a:lnTo>
                    <a:pt x="5339" y="1"/>
                  </a:ln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02" name="Google Shape;702;p63"/>
            <p:cNvSpPr/>
            <p:nvPr/>
          </p:nvSpPr>
          <p:spPr>
            <a:xfrm>
              <a:off x="3482850" y="850875"/>
              <a:ext cx="491975" cy="707925"/>
            </a:xfrm>
            <a:custGeom>
              <a:rect b="b" l="l" r="r" t="t"/>
              <a:pathLst>
                <a:path extrusionOk="0" h="28317" w="19679">
                  <a:moveTo>
                    <a:pt x="3328" y="1"/>
                  </a:moveTo>
                  <a:lnTo>
                    <a:pt x="3328" y="1965"/>
                  </a:lnTo>
                  <a:lnTo>
                    <a:pt x="3210" y="1965"/>
                  </a:lnTo>
                  <a:cubicBezTo>
                    <a:pt x="2170" y="1965"/>
                    <a:pt x="1329" y="2792"/>
                    <a:pt x="1294" y="3822"/>
                  </a:cubicBezTo>
                  <a:lnTo>
                    <a:pt x="0" y="3822"/>
                  </a:lnTo>
                  <a:lnTo>
                    <a:pt x="0" y="5832"/>
                  </a:lnTo>
                  <a:lnTo>
                    <a:pt x="1287" y="5832"/>
                  </a:lnTo>
                  <a:lnTo>
                    <a:pt x="1287" y="7043"/>
                  </a:lnTo>
                  <a:lnTo>
                    <a:pt x="0" y="7043"/>
                  </a:lnTo>
                  <a:lnTo>
                    <a:pt x="0" y="9053"/>
                  </a:lnTo>
                  <a:lnTo>
                    <a:pt x="1287" y="9053"/>
                  </a:lnTo>
                  <a:lnTo>
                    <a:pt x="1287" y="10372"/>
                  </a:lnTo>
                  <a:lnTo>
                    <a:pt x="0" y="10372"/>
                  </a:lnTo>
                  <a:lnTo>
                    <a:pt x="0" y="12382"/>
                  </a:lnTo>
                  <a:lnTo>
                    <a:pt x="1287" y="12382"/>
                  </a:lnTo>
                  <a:lnTo>
                    <a:pt x="1287" y="13593"/>
                  </a:lnTo>
                  <a:lnTo>
                    <a:pt x="0" y="13593"/>
                  </a:lnTo>
                  <a:lnTo>
                    <a:pt x="0" y="15603"/>
                  </a:lnTo>
                  <a:lnTo>
                    <a:pt x="1287" y="15603"/>
                  </a:lnTo>
                  <a:lnTo>
                    <a:pt x="1287" y="16922"/>
                  </a:lnTo>
                  <a:lnTo>
                    <a:pt x="0" y="16922"/>
                  </a:lnTo>
                  <a:lnTo>
                    <a:pt x="0" y="18932"/>
                  </a:lnTo>
                  <a:lnTo>
                    <a:pt x="1287" y="18932"/>
                  </a:lnTo>
                  <a:lnTo>
                    <a:pt x="1287" y="20141"/>
                  </a:lnTo>
                  <a:lnTo>
                    <a:pt x="0" y="20141"/>
                  </a:lnTo>
                  <a:lnTo>
                    <a:pt x="0" y="22152"/>
                  </a:lnTo>
                  <a:lnTo>
                    <a:pt x="1287" y="22152"/>
                  </a:lnTo>
                  <a:lnTo>
                    <a:pt x="1287" y="23470"/>
                  </a:lnTo>
                  <a:lnTo>
                    <a:pt x="0" y="23470"/>
                  </a:lnTo>
                  <a:lnTo>
                    <a:pt x="0" y="25481"/>
                  </a:lnTo>
                  <a:lnTo>
                    <a:pt x="1472" y="25481"/>
                  </a:lnTo>
                  <a:cubicBezTo>
                    <a:pt x="1779" y="26137"/>
                    <a:pt x="2438" y="26594"/>
                    <a:pt x="3210" y="26594"/>
                  </a:cubicBezTo>
                  <a:lnTo>
                    <a:pt x="3328" y="26594"/>
                  </a:lnTo>
                  <a:lnTo>
                    <a:pt x="3328" y="28317"/>
                  </a:lnTo>
                  <a:lnTo>
                    <a:pt x="5339" y="28317"/>
                  </a:lnTo>
                  <a:lnTo>
                    <a:pt x="5339" y="26594"/>
                  </a:lnTo>
                  <a:lnTo>
                    <a:pt x="6657" y="26594"/>
                  </a:lnTo>
                  <a:lnTo>
                    <a:pt x="6657" y="28317"/>
                  </a:lnTo>
                  <a:lnTo>
                    <a:pt x="8668" y="28317"/>
                  </a:lnTo>
                  <a:lnTo>
                    <a:pt x="8668" y="26594"/>
                  </a:lnTo>
                  <a:lnTo>
                    <a:pt x="9878" y="26594"/>
                  </a:lnTo>
                  <a:lnTo>
                    <a:pt x="9878" y="28317"/>
                  </a:lnTo>
                  <a:lnTo>
                    <a:pt x="11888" y="28317"/>
                  </a:lnTo>
                  <a:lnTo>
                    <a:pt x="11888" y="26594"/>
                  </a:lnTo>
                  <a:lnTo>
                    <a:pt x="13207" y="26594"/>
                  </a:lnTo>
                  <a:lnTo>
                    <a:pt x="13207" y="28317"/>
                  </a:lnTo>
                  <a:lnTo>
                    <a:pt x="15217" y="28317"/>
                  </a:lnTo>
                  <a:lnTo>
                    <a:pt x="15217" y="26594"/>
                  </a:lnTo>
                  <a:lnTo>
                    <a:pt x="16428" y="26594"/>
                  </a:lnTo>
                  <a:lnTo>
                    <a:pt x="16428" y="28317"/>
                  </a:lnTo>
                  <a:lnTo>
                    <a:pt x="18438" y="28317"/>
                  </a:lnTo>
                  <a:lnTo>
                    <a:pt x="18438" y="26594"/>
                  </a:lnTo>
                  <a:lnTo>
                    <a:pt x="19679" y="26594"/>
                  </a:lnTo>
                  <a:cubicBezTo>
                    <a:pt x="10299" y="21989"/>
                    <a:pt x="5724" y="12051"/>
                    <a:pt x="6185" y="1965"/>
                  </a:cubicBezTo>
                  <a:lnTo>
                    <a:pt x="5339" y="1965"/>
                  </a:lnTo>
                  <a:lnTo>
                    <a:pt x="5339" y="1"/>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03" name="Google Shape;703;p63"/>
            <p:cNvSpPr/>
            <p:nvPr/>
          </p:nvSpPr>
          <p:spPr>
            <a:xfrm>
              <a:off x="3976800" y="1516675"/>
              <a:ext cx="50275" cy="42125"/>
            </a:xfrm>
            <a:custGeom>
              <a:rect b="b" l="l" r="r" t="t"/>
              <a:pathLst>
                <a:path extrusionOk="0" h="1685" w="2011">
                  <a:moveTo>
                    <a:pt x="0" y="0"/>
                  </a:moveTo>
                  <a:lnTo>
                    <a:pt x="0" y="1685"/>
                  </a:lnTo>
                  <a:lnTo>
                    <a:pt x="2010" y="1685"/>
                  </a:lnTo>
                  <a:lnTo>
                    <a:pt x="2010" y="869"/>
                  </a:lnTo>
                  <a:cubicBezTo>
                    <a:pt x="1925" y="838"/>
                    <a:pt x="1838" y="810"/>
                    <a:pt x="1753" y="776"/>
                  </a:cubicBezTo>
                  <a:cubicBezTo>
                    <a:pt x="1148" y="541"/>
                    <a:pt x="568" y="277"/>
                    <a:pt x="0"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04" name="Google Shape;704;p63"/>
            <p:cNvSpPr/>
            <p:nvPr/>
          </p:nvSpPr>
          <p:spPr>
            <a:xfrm>
              <a:off x="3685575" y="1077300"/>
              <a:ext cx="205750" cy="272350"/>
            </a:xfrm>
            <a:custGeom>
              <a:rect b="b" l="l" r="r" t="t"/>
              <a:pathLst>
                <a:path extrusionOk="0" h="10894" w="8230">
                  <a:moveTo>
                    <a:pt x="4111" y="2496"/>
                  </a:moveTo>
                  <a:lnTo>
                    <a:pt x="5396" y="7035"/>
                  </a:lnTo>
                  <a:lnTo>
                    <a:pt x="2824" y="7035"/>
                  </a:lnTo>
                  <a:lnTo>
                    <a:pt x="4111" y="2496"/>
                  </a:lnTo>
                  <a:close/>
                  <a:moveTo>
                    <a:pt x="4108" y="0"/>
                  </a:moveTo>
                  <a:cubicBezTo>
                    <a:pt x="3561" y="0"/>
                    <a:pt x="3014" y="206"/>
                    <a:pt x="2882" y="650"/>
                  </a:cubicBezTo>
                  <a:lnTo>
                    <a:pt x="30" y="9947"/>
                  </a:lnTo>
                  <a:cubicBezTo>
                    <a:pt x="15" y="10006"/>
                    <a:pt x="0" y="10065"/>
                    <a:pt x="0" y="10095"/>
                  </a:cubicBezTo>
                  <a:cubicBezTo>
                    <a:pt x="0" y="10568"/>
                    <a:pt x="696" y="10891"/>
                    <a:pt x="1209" y="10893"/>
                  </a:cubicBezTo>
                  <a:cubicBezTo>
                    <a:pt x="1533" y="10893"/>
                    <a:pt x="1785" y="10788"/>
                    <a:pt x="1859" y="10509"/>
                  </a:cubicBezTo>
                  <a:lnTo>
                    <a:pt x="2421" y="8542"/>
                  </a:lnTo>
                  <a:lnTo>
                    <a:pt x="5806" y="8542"/>
                  </a:lnTo>
                  <a:lnTo>
                    <a:pt x="6368" y="10509"/>
                  </a:lnTo>
                  <a:cubicBezTo>
                    <a:pt x="6442" y="10789"/>
                    <a:pt x="6694" y="10893"/>
                    <a:pt x="7017" y="10893"/>
                  </a:cubicBezTo>
                  <a:cubicBezTo>
                    <a:pt x="7536" y="10893"/>
                    <a:pt x="8230" y="10553"/>
                    <a:pt x="8230" y="10095"/>
                  </a:cubicBezTo>
                  <a:cubicBezTo>
                    <a:pt x="8230" y="10050"/>
                    <a:pt x="8216" y="10006"/>
                    <a:pt x="8201" y="9947"/>
                  </a:cubicBezTo>
                  <a:lnTo>
                    <a:pt x="5349" y="650"/>
                  </a:lnTo>
                  <a:cubicBezTo>
                    <a:pt x="5216" y="206"/>
                    <a:pt x="4669" y="0"/>
                    <a:pt x="4108" y="0"/>
                  </a:cubicBezTo>
                  <a:close/>
                </a:path>
              </a:pathLst>
            </a:cu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05" name="Google Shape;705;p63"/>
            <p:cNvSpPr/>
            <p:nvPr/>
          </p:nvSpPr>
          <p:spPr>
            <a:xfrm>
              <a:off x="3916850" y="1079500"/>
              <a:ext cx="48075" cy="270150"/>
            </a:xfrm>
            <a:custGeom>
              <a:rect b="b" l="l" r="r" t="t"/>
              <a:pathLst>
                <a:path extrusionOk="0" h="10806" w="1923">
                  <a:moveTo>
                    <a:pt x="961" y="0"/>
                  </a:moveTo>
                  <a:cubicBezTo>
                    <a:pt x="474" y="0"/>
                    <a:pt x="1" y="177"/>
                    <a:pt x="1" y="591"/>
                  </a:cubicBezTo>
                  <a:lnTo>
                    <a:pt x="1" y="10200"/>
                  </a:lnTo>
                  <a:cubicBezTo>
                    <a:pt x="1" y="10599"/>
                    <a:pt x="474" y="10805"/>
                    <a:pt x="961" y="10805"/>
                  </a:cubicBezTo>
                  <a:cubicBezTo>
                    <a:pt x="1434" y="10805"/>
                    <a:pt x="1922" y="10599"/>
                    <a:pt x="1922" y="10200"/>
                  </a:cubicBezTo>
                  <a:lnTo>
                    <a:pt x="1922" y="591"/>
                  </a:lnTo>
                  <a:cubicBezTo>
                    <a:pt x="1922" y="177"/>
                    <a:pt x="1434" y="0"/>
                    <a:pt x="961" y="0"/>
                  </a:cubicBezTo>
                  <a:close/>
                </a:path>
              </a:pathLst>
            </a:cu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06" name="Google Shape;706;p63"/>
            <p:cNvSpPr/>
            <p:nvPr/>
          </p:nvSpPr>
          <p:spPr>
            <a:xfrm>
              <a:off x="4042850" y="938225"/>
              <a:ext cx="64450" cy="67975"/>
            </a:xfrm>
            <a:custGeom>
              <a:rect b="b" l="l" r="r" t="t"/>
              <a:pathLst>
                <a:path extrusionOk="0" h="2719" w="2578">
                  <a:moveTo>
                    <a:pt x="771" y="0"/>
                  </a:moveTo>
                  <a:cubicBezTo>
                    <a:pt x="464" y="0"/>
                    <a:pt x="179" y="155"/>
                    <a:pt x="90" y="482"/>
                  </a:cubicBezTo>
                  <a:cubicBezTo>
                    <a:pt x="1" y="803"/>
                    <a:pt x="198" y="1253"/>
                    <a:pt x="558" y="1310"/>
                  </a:cubicBezTo>
                  <a:cubicBezTo>
                    <a:pt x="793" y="1348"/>
                    <a:pt x="907" y="1389"/>
                    <a:pt x="1057" y="1586"/>
                  </a:cubicBezTo>
                  <a:cubicBezTo>
                    <a:pt x="1143" y="1698"/>
                    <a:pt x="1178" y="1876"/>
                    <a:pt x="1165" y="2047"/>
                  </a:cubicBezTo>
                  <a:cubicBezTo>
                    <a:pt x="1141" y="2409"/>
                    <a:pt x="1492" y="2719"/>
                    <a:pt x="1839" y="2719"/>
                  </a:cubicBezTo>
                  <a:cubicBezTo>
                    <a:pt x="2225" y="2719"/>
                    <a:pt x="2486" y="2411"/>
                    <a:pt x="2511" y="2047"/>
                  </a:cubicBezTo>
                  <a:cubicBezTo>
                    <a:pt x="2577" y="1106"/>
                    <a:pt x="1855" y="161"/>
                    <a:pt x="917" y="12"/>
                  </a:cubicBezTo>
                  <a:cubicBezTo>
                    <a:pt x="868" y="4"/>
                    <a:pt x="819" y="0"/>
                    <a:pt x="771" y="0"/>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07" name="Google Shape;707;p63"/>
            <p:cNvSpPr/>
            <p:nvPr/>
          </p:nvSpPr>
          <p:spPr>
            <a:xfrm>
              <a:off x="4074525" y="1036350"/>
              <a:ext cx="39775" cy="231025"/>
            </a:xfrm>
            <a:custGeom>
              <a:rect b="b" l="l" r="r" t="t"/>
              <a:pathLst>
                <a:path extrusionOk="0" h="9241" w="1591">
                  <a:moveTo>
                    <a:pt x="658" y="1"/>
                  </a:moveTo>
                  <a:cubicBezTo>
                    <a:pt x="323" y="1"/>
                    <a:pt x="0" y="216"/>
                    <a:pt x="26" y="649"/>
                  </a:cubicBezTo>
                  <a:cubicBezTo>
                    <a:pt x="180" y="3295"/>
                    <a:pt x="245" y="5941"/>
                    <a:pt x="219" y="8591"/>
                  </a:cubicBezTo>
                  <a:cubicBezTo>
                    <a:pt x="215" y="9024"/>
                    <a:pt x="550" y="9241"/>
                    <a:pt x="886" y="9241"/>
                  </a:cubicBezTo>
                  <a:cubicBezTo>
                    <a:pt x="1222" y="9241"/>
                    <a:pt x="1560" y="9024"/>
                    <a:pt x="1564" y="8591"/>
                  </a:cubicBezTo>
                  <a:cubicBezTo>
                    <a:pt x="1590" y="5941"/>
                    <a:pt x="1526" y="3295"/>
                    <a:pt x="1371" y="649"/>
                  </a:cubicBezTo>
                  <a:cubicBezTo>
                    <a:pt x="1346" y="218"/>
                    <a:pt x="996" y="1"/>
                    <a:pt x="658" y="1"/>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708" name="Google Shape;708;p63"/>
          <p:cNvGrpSpPr/>
          <p:nvPr/>
        </p:nvGrpSpPr>
        <p:grpSpPr>
          <a:xfrm rot="-263580">
            <a:off x="603860" y="3660284"/>
            <a:ext cx="1347151" cy="1115842"/>
            <a:chOff x="3159675" y="4001400"/>
            <a:chExt cx="1347100" cy="1115800"/>
          </a:xfrm>
        </p:grpSpPr>
        <p:sp>
          <p:nvSpPr>
            <p:cNvPr id="709" name="Google Shape;709;p63"/>
            <p:cNvSpPr/>
            <p:nvPr/>
          </p:nvSpPr>
          <p:spPr>
            <a:xfrm>
              <a:off x="3671625" y="4949725"/>
              <a:ext cx="328750" cy="135375"/>
            </a:xfrm>
            <a:custGeom>
              <a:rect b="b" l="l" r="r" t="t"/>
              <a:pathLst>
                <a:path extrusionOk="0" h="5415" w="13150">
                  <a:moveTo>
                    <a:pt x="1" y="1"/>
                  </a:moveTo>
                  <a:lnTo>
                    <a:pt x="1" y="5414"/>
                  </a:lnTo>
                  <a:lnTo>
                    <a:pt x="13150" y="5414"/>
                  </a:lnTo>
                  <a:lnTo>
                    <a:pt x="13150" y="1"/>
                  </a:lnTo>
                  <a:close/>
                </a:path>
              </a:pathLst>
            </a:cu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10" name="Google Shape;710;p63"/>
            <p:cNvSpPr/>
            <p:nvPr/>
          </p:nvSpPr>
          <p:spPr>
            <a:xfrm>
              <a:off x="3671600" y="4949725"/>
              <a:ext cx="328750" cy="75325"/>
            </a:xfrm>
            <a:custGeom>
              <a:rect b="b" l="l" r="r" t="t"/>
              <a:pathLst>
                <a:path extrusionOk="0" h="3013" w="13150">
                  <a:moveTo>
                    <a:pt x="0" y="1"/>
                  </a:moveTo>
                  <a:lnTo>
                    <a:pt x="0" y="3013"/>
                  </a:lnTo>
                  <a:cubicBezTo>
                    <a:pt x="4381" y="2750"/>
                    <a:pt x="8765" y="2542"/>
                    <a:pt x="13149" y="2371"/>
                  </a:cubicBezTo>
                  <a:lnTo>
                    <a:pt x="13149" y="1"/>
                  </a:lnTo>
                  <a:close/>
                </a:path>
              </a:pathLst>
            </a:cu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11" name="Google Shape;711;p63"/>
            <p:cNvSpPr/>
            <p:nvPr/>
          </p:nvSpPr>
          <p:spPr>
            <a:xfrm>
              <a:off x="3613075" y="5067300"/>
              <a:ext cx="445850" cy="49900"/>
            </a:xfrm>
            <a:custGeom>
              <a:rect b="b" l="l" r="r" t="t"/>
              <a:pathLst>
                <a:path extrusionOk="0" h="1996" w="17834">
                  <a:moveTo>
                    <a:pt x="1" y="0"/>
                  </a:moveTo>
                  <a:lnTo>
                    <a:pt x="1" y="1996"/>
                  </a:lnTo>
                  <a:lnTo>
                    <a:pt x="17833" y="1996"/>
                  </a:lnTo>
                  <a:lnTo>
                    <a:pt x="17833" y="0"/>
                  </a:lnTo>
                  <a:close/>
                </a:path>
              </a:pathLst>
            </a:cu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12" name="Google Shape;712;p63"/>
            <p:cNvSpPr/>
            <p:nvPr/>
          </p:nvSpPr>
          <p:spPr>
            <a:xfrm>
              <a:off x="3159675" y="4001400"/>
              <a:ext cx="1347100" cy="968600"/>
            </a:xfrm>
            <a:custGeom>
              <a:rect b="b" l="l" r="r" t="t"/>
              <a:pathLst>
                <a:path extrusionOk="0" h="38744" w="53884">
                  <a:moveTo>
                    <a:pt x="997" y="1"/>
                  </a:moveTo>
                  <a:cubicBezTo>
                    <a:pt x="446" y="1"/>
                    <a:pt x="0" y="447"/>
                    <a:pt x="0" y="998"/>
                  </a:cubicBezTo>
                  <a:lnTo>
                    <a:pt x="0" y="37746"/>
                  </a:lnTo>
                  <a:cubicBezTo>
                    <a:pt x="0" y="38297"/>
                    <a:pt x="446" y="38743"/>
                    <a:pt x="997" y="38743"/>
                  </a:cubicBezTo>
                  <a:lnTo>
                    <a:pt x="52888" y="38743"/>
                  </a:lnTo>
                  <a:cubicBezTo>
                    <a:pt x="53438" y="38743"/>
                    <a:pt x="53884" y="38297"/>
                    <a:pt x="53883" y="37746"/>
                  </a:cubicBezTo>
                  <a:lnTo>
                    <a:pt x="53883" y="998"/>
                  </a:lnTo>
                  <a:cubicBezTo>
                    <a:pt x="53883" y="447"/>
                    <a:pt x="53437" y="1"/>
                    <a:pt x="52886" y="1"/>
                  </a:cubicBezTo>
                  <a:close/>
                </a:path>
              </a:pathLst>
            </a:cu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13" name="Google Shape;713;p63"/>
            <p:cNvSpPr/>
            <p:nvPr/>
          </p:nvSpPr>
          <p:spPr>
            <a:xfrm>
              <a:off x="3324800" y="4001400"/>
              <a:ext cx="1181975" cy="968625"/>
            </a:xfrm>
            <a:custGeom>
              <a:rect b="b" l="l" r="r" t="t"/>
              <a:pathLst>
                <a:path extrusionOk="0" h="38745" w="47279">
                  <a:moveTo>
                    <a:pt x="30770" y="1"/>
                  </a:moveTo>
                  <a:lnTo>
                    <a:pt x="1" y="38744"/>
                  </a:lnTo>
                  <a:lnTo>
                    <a:pt x="46283" y="38744"/>
                  </a:lnTo>
                  <a:cubicBezTo>
                    <a:pt x="46833" y="38744"/>
                    <a:pt x="47279" y="38298"/>
                    <a:pt x="47279" y="37747"/>
                  </a:cubicBezTo>
                  <a:lnTo>
                    <a:pt x="47279" y="999"/>
                  </a:lnTo>
                  <a:cubicBezTo>
                    <a:pt x="47279" y="447"/>
                    <a:pt x="46833" y="1"/>
                    <a:pt x="46283"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14" name="Google Shape;714;p63"/>
            <p:cNvSpPr/>
            <p:nvPr/>
          </p:nvSpPr>
          <p:spPr>
            <a:xfrm>
              <a:off x="3252125" y="4078950"/>
              <a:ext cx="1159175" cy="726700"/>
            </a:xfrm>
            <a:custGeom>
              <a:rect b="b" l="l" r="r" t="t"/>
              <a:pathLst>
                <a:path extrusionOk="0" h="29068" w="46367">
                  <a:moveTo>
                    <a:pt x="0" y="0"/>
                  </a:moveTo>
                  <a:lnTo>
                    <a:pt x="0" y="29068"/>
                  </a:lnTo>
                  <a:lnTo>
                    <a:pt x="46367" y="29068"/>
                  </a:lnTo>
                  <a:lnTo>
                    <a:pt x="46367" y="0"/>
                  </a:lnTo>
                  <a:close/>
                </a:path>
              </a:pathLst>
            </a:cu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15" name="Google Shape;715;p63"/>
            <p:cNvSpPr/>
            <p:nvPr/>
          </p:nvSpPr>
          <p:spPr>
            <a:xfrm>
              <a:off x="3433775" y="4078950"/>
              <a:ext cx="977525" cy="726700"/>
            </a:xfrm>
            <a:custGeom>
              <a:rect b="b" l="l" r="r" t="t"/>
              <a:pathLst>
                <a:path extrusionOk="0" h="29068" w="39101">
                  <a:moveTo>
                    <a:pt x="25075" y="0"/>
                  </a:moveTo>
                  <a:lnTo>
                    <a:pt x="0" y="29068"/>
                  </a:lnTo>
                  <a:lnTo>
                    <a:pt x="39101" y="29068"/>
                  </a:lnTo>
                  <a:lnTo>
                    <a:pt x="39101" y="0"/>
                  </a:lnTo>
                  <a:close/>
                </a:path>
              </a:pathLst>
            </a:cu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16" name="Google Shape;716;p63"/>
            <p:cNvSpPr/>
            <p:nvPr/>
          </p:nvSpPr>
          <p:spPr>
            <a:xfrm>
              <a:off x="3407075" y="4455325"/>
              <a:ext cx="57500" cy="153075"/>
            </a:xfrm>
            <a:custGeom>
              <a:rect b="b" l="l" r="r" t="t"/>
              <a:pathLst>
                <a:path extrusionOk="0" h="6123" w="2300">
                  <a:moveTo>
                    <a:pt x="0" y="1"/>
                  </a:moveTo>
                  <a:lnTo>
                    <a:pt x="0" y="6123"/>
                  </a:lnTo>
                  <a:lnTo>
                    <a:pt x="2299" y="6123"/>
                  </a:lnTo>
                  <a:lnTo>
                    <a:pt x="2299" y="1"/>
                  </a:lnTo>
                  <a:close/>
                </a:path>
              </a:pathLst>
            </a:custGeom>
            <a:solidFill>
              <a:schemeClr val="accent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17" name="Google Shape;717;p63"/>
            <p:cNvSpPr/>
            <p:nvPr/>
          </p:nvSpPr>
          <p:spPr>
            <a:xfrm>
              <a:off x="3524050" y="4315400"/>
              <a:ext cx="57475" cy="293000"/>
            </a:xfrm>
            <a:custGeom>
              <a:rect b="b" l="l" r="r" t="t"/>
              <a:pathLst>
                <a:path extrusionOk="0" h="11720" w="2299">
                  <a:moveTo>
                    <a:pt x="0" y="0"/>
                  </a:moveTo>
                  <a:lnTo>
                    <a:pt x="0" y="11720"/>
                  </a:lnTo>
                  <a:lnTo>
                    <a:pt x="2299" y="11720"/>
                  </a:lnTo>
                  <a:lnTo>
                    <a:pt x="2299" y="0"/>
                  </a:lnTo>
                  <a:close/>
                </a:path>
              </a:pathLst>
            </a:cu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18" name="Google Shape;718;p63"/>
            <p:cNvSpPr/>
            <p:nvPr/>
          </p:nvSpPr>
          <p:spPr>
            <a:xfrm>
              <a:off x="3642875" y="4380100"/>
              <a:ext cx="57475" cy="228300"/>
            </a:xfrm>
            <a:custGeom>
              <a:rect b="b" l="l" r="r" t="t"/>
              <a:pathLst>
                <a:path extrusionOk="0" h="9132" w="2299">
                  <a:moveTo>
                    <a:pt x="0" y="0"/>
                  </a:moveTo>
                  <a:lnTo>
                    <a:pt x="0" y="9132"/>
                  </a:lnTo>
                  <a:lnTo>
                    <a:pt x="2299" y="9132"/>
                  </a:lnTo>
                  <a:lnTo>
                    <a:pt x="2299" y="0"/>
                  </a:lnTo>
                  <a:close/>
                </a:path>
              </a:pathLst>
            </a:cu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19" name="Google Shape;719;p63"/>
            <p:cNvSpPr/>
            <p:nvPr/>
          </p:nvSpPr>
          <p:spPr>
            <a:xfrm>
              <a:off x="3186575" y="4041475"/>
              <a:ext cx="30475" cy="104575"/>
            </a:xfrm>
            <a:custGeom>
              <a:rect b="b" l="l" r="r" t="t"/>
              <a:pathLst>
                <a:path extrusionOk="0" h="4183" w="1219">
                  <a:moveTo>
                    <a:pt x="568" y="0"/>
                  </a:moveTo>
                  <a:cubicBezTo>
                    <a:pt x="315" y="0"/>
                    <a:pt x="56" y="162"/>
                    <a:pt x="44" y="486"/>
                  </a:cubicBezTo>
                  <a:cubicBezTo>
                    <a:pt x="1" y="1562"/>
                    <a:pt x="44" y="2632"/>
                    <a:pt x="171" y="3703"/>
                  </a:cubicBezTo>
                  <a:cubicBezTo>
                    <a:pt x="209" y="4022"/>
                    <a:pt x="482" y="4183"/>
                    <a:pt x="735" y="4183"/>
                  </a:cubicBezTo>
                  <a:cubicBezTo>
                    <a:pt x="986" y="4183"/>
                    <a:pt x="1218" y="4024"/>
                    <a:pt x="1180" y="3703"/>
                  </a:cubicBezTo>
                  <a:cubicBezTo>
                    <a:pt x="1053" y="2633"/>
                    <a:pt x="1011" y="1564"/>
                    <a:pt x="1053" y="486"/>
                  </a:cubicBezTo>
                  <a:cubicBezTo>
                    <a:pt x="1065" y="162"/>
                    <a:pt x="820" y="0"/>
                    <a:pt x="568" y="0"/>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20" name="Google Shape;720;p63"/>
            <p:cNvSpPr/>
            <p:nvPr/>
          </p:nvSpPr>
          <p:spPr>
            <a:xfrm>
              <a:off x="3189400" y="4192775"/>
              <a:ext cx="25250" cy="284100"/>
            </a:xfrm>
            <a:custGeom>
              <a:rect b="b" l="l" r="r" t="t"/>
              <a:pathLst>
                <a:path extrusionOk="0" h="11364" w="1010">
                  <a:moveTo>
                    <a:pt x="504" y="1"/>
                  </a:moveTo>
                  <a:cubicBezTo>
                    <a:pt x="252" y="1"/>
                    <a:pt x="0" y="163"/>
                    <a:pt x="0" y="488"/>
                  </a:cubicBezTo>
                  <a:lnTo>
                    <a:pt x="0" y="10877"/>
                  </a:lnTo>
                  <a:cubicBezTo>
                    <a:pt x="0" y="11201"/>
                    <a:pt x="253" y="11364"/>
                    <a:pt x="505" y="11364"/>
                  </a:cubicBezTo>
                  <a:cubicBezTo>
                    <a:pt x="757" y="11364"/>
                    <a:pt x="1009" y="11202"/>
                    <a:pt x="1009" y="10877"/>
                  </a:cubicBezTo>
                  <a:lnTo>
                    <a:pt x="1009" y="488"/>
                  </a:lnTo>
                  <a:cubicBezTo>
                    <a:pt x="1009" y="163"/>
                    <a:pt x="757" y="1"/>
                    <a:pt x="504" y="1"/>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21" name="Google Shape;721;p63"/>
            <p:cNvSpPr/>
            <p:nvPr/>
          </p:nvSpPr>
          <p:spPr>
            <a:xfrm>
              <a:off x="3837700" y="4180450"/>
              <a:ext cx="8450" cy="515725"/>
            </a:xfrm>
            <a:custGeom>
              <a:rect b="b" l="l" r="r" t="t"/>
              <a:pathLst>
                <a:path extrusionOk="0" h="20629" w="338">
                  <a:moveTo>
                    <a:pt x="169" y="1"/>
                  </a:moveTo>
                  <a:cubicBezTo>
                    <a:pt x="76" y="1"/>
                    <a:pt x="1" y="76"/>
                    <a:pt x="1" y="168"/>
                  </a:cubicBezTo>
                  <a:lnTo>
                    <a:pt x="1" y="20461"/>
                  </a:lnTo>
                  <a:cubicBezTo>
                    <a:pt x="1" y="20553"/>
                    <a:pt x="76" y="20628"/>
                    <a:pt x="169" y="20628"/>
                  </a:cubicBezTo>
                  <a:cubicBezTo>
                    <a:pt x="261" y="20628"/>
                    <a:pt x="337" y="20553"/>
                    <a:pt x="336" y="20461"/>
                  </a:cubicBezTo>
                  <a:lnTo>
                    <a:pt x="336" y="168"/>
                  </a:lnTo>
                  <a:cubicBezTo>
                    <a:pt x="336" y="76"/>
                    <a:pt x="261" y="1"/>
                    <a:pt x="169" y="1"/>
                  </a:cubicBezTo>
                  <a:close/>
                </a:path>
              </a:pathLst>
            </a:cu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22" name="Google Shape;722;p63"/>
            <p:cNvSpPr/>
            <p:nvPr/>
          </p:nvSpPr>
          <p:spPr>
            <a:xfrm>
              <a:off x="3356650" y="4223650"/>
              <a:ext cx="376525" cy="389000"/>
            </a:xfrm>
            <a:custGeom>
              <a:rect b="b" l="l" r="r" t="t"/>
              <a:pathLst>
                <a:path extrusionOk="0" h="15560" w="15061">
                  <a:moveTo>
                    <a:pt x="168" y="0"/>
                  </a:moveTo>
                  <a:cubicBezTo>
                    <a:pt x="76" y="0"/>
                    <a:pt x="1" y="75"/>
                    <a:pt x="1" y="168"/>
                  </a:cubicBezTo>
                  <a:lnTo>
                    <a:pt x="1" y="15391"/>
                  </a:lnTo>
                  <a:cubicBezTo>
                    <a:pt x="1" y="15484"/>
                    <a:pt x="76" y="15559"/>
                    <a:pt x="168" y="15559"/>
                  </a:cubicBezTo>
                  <a:lnTo>
                    <a:pt x="14893" y="15559"/>
                  </a:lnTo>
                  <a:cubicBezTo>
                    <a:pt x="14985" y="15559"/>
                    <a:pt x="15060" y="15482"/>
                    <a:pt x="15059" y="15391"/>
                  </a:cubicBezTo>
                  <a:cubicBezTo>
                    <a:pt x="15059" y="15299"/>
                    <a:pt x="14984" y="15224"/>
                    <a:pt x="14892" y="15224"/>
                  </a:cubicBezTo>
                  <a:lnTo>
                    <a:pt x="335" y="15224"/>
                  </a:lnTo>
                  <a:lnTo>
                    <a:pt x="335" y="168"/>
                  </a:lnTo>
                  <a:cubicBezTo>
                    <a:pt x="335" y="75"/>
                    <a:pt x="260" y="0"/>
                    <a:pt x="168" y="0"/>
                  </a:cubicBezTo>
                  <a:close/>
                </a:path>
              </a:pathLst>
            </a:cu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23" name="Google Shape;723;p63"/>
            <p:cNvSpPr/>
            <p:nvPr/>
          </p:nvSpPr>
          <p:spPr>
            <a:xfrm>
              <a:off x="3402925" y="4658600"/>
              <a:ext cx="294850" cy="8375"/>
            </a:xfrm>
            <a:custGeom>
              <a:rect b="b" l="l" r="r" t="t"/>
              <a:pathLst>
                <a:path extrusionOk="0" h="335" w="11794">
                  <a:moveTo>
                    <a:pt x="167" y="0"/>
                  </a:moveTo>
                  <a:cubicBezTo>
                    <a:pt x="75" y="0"/>
                    <a:pt x="0" y="75"/>
                    <a:pt x="0" y="167"/>
                  </a:cubicBezTo>
                  <a:cubicBezTo>
                    <a:pt x="0" y="259"/>
                    <a:pt x="75" y="335"/>
                    <a:pt x="167" y="335"/>
                  </a:cubicBezTo>
                  <a:lnTo>
                    <a:pt x="11627" y="335"/>
                  </a:lnTo>
                  <a:cubicBezTo>
                    <a:pt x="11719" y="335"/>
                    <a:pt x="11794" y="259"/>
                    <a:pt x="11794" y="167"/>
                  </a:cubicBezTo>
                  <a:cubicBezTo>
                    <a:pt x="11794" y="75"/>
                    <a:pt x="11719" y="0"/>
                    <a:pt x="11627" y="0"/>
                  </a:cubicBezTo>
                  <a:close/>
                </a:path>
              </a:pathLst>
            </a:cu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24" name="Google Shape;724;p63"/>
            <p:cNvSpPr/>
            <p:nvPr/>
          </p:nvSpPr>
          <p:spPr>
            <a:xfrm>
              <a:off x="3957650" y="4234850"/>
              <a:ext cx="308050" cy="8375"/>
            </a:xfrm>
            <a:custGeom>
              <a:rect b="b" l="l" r="r" t="t"/>
              <a:pathLst>
                <a:path extrusionOk="0" h="335" w="12322">
                  <a:moveTo>
                    <a:pt x="169" y="0"/>
                  </a:moveTo>
                  <a:cubicBezTo>
                    <a:pt x="76" y="0"/>
                    <a:pt x="1" y="75"/>
                    <a:pt x="1" y="167"/>
                  </a:cubicBezTo>
                  <a:cubicBezTo>
                    <a:pt x="1" y="260"/>
                    <a:pt x="76" y="335"/>
                    <a:pt x="169" y="335"/>
                  </a:cubicBezTo>
                  <a:lnTo>
                    <a:pt x="12154" y="335"/>
                  </a:lnTo>
                  <a:cubicBezTo>
                    <a:pt x="12247" y="335"/>
                    <a:pt x="12322" y="260"/>
                    <a:pt x="12322" y="167"/>
                  </a:cubicBezTo>
                  <a:cubicBezTo>
                    <a:pt x="12322" y="75"/>
                    <a:pt x="12247" y="0"/>
                    <a:pt x="12154" y="0"/>
                  </a:cubicBezTo>
                  <a:close/>
                </a:path>
              </a:pathLst>
            </a:cu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25" name="Google Shape;725;p63"/>
            <p:cNvSpPr/>
            <p:nvPr/>
          </p:nvSpPr>
          <p:spPr>
            <a:xfrm>
              <a:off x="3957650" y="4280125"/>
              <a:ext cx="308050" cy="8375"/>
            </a:xfrm>
            <a:custGeom>
              <a:rect b="b" l="l" r="r" t="t"/>
              <a:pathLst>
                <a:path extrusionOk="0" h="335" w="12322">
                  <a:moveTo>
                    <a:pt x="169" y="0"/>
                  </a:moveTo>
                  <a:cubicBezTo>
                    <a:pt x="76" y="0"/>
                    <a:pt x="1" y="75"/>
                    <a:pt x="1" y="167"/>
                  </a:cubicBezTo>
                  <a:cubicBezTo>
                    <a:pt x="1" y="260"/>
                    <a:pt x="76" y="335"/>
                    <a:pt x="169" y="335"/>
                  </a:cubicBezTo>
                  <a:lnTo>
                    <a:pt x="12154" y="335"/>
                  </a:lnTo>
                  <a:cubicBezTo>
                    <a:pt x="12247" y="335"/>
                    <a:pt x="12322" y="258"/>
                    <a:pt x="12322" y="167"/>
                  </a:cubicBezTo>
                  <a:cubicBezTo>
                    <a:pt x="12322" y="75"/>
                    <a:pt x="12247" y="0"/>
                    <a:pt x="12154" y="0"/>
                  </a:cubicBezTo>
                  <a:close/>
                </a:path>
              </a:pathLst>
            </a:custGeom>
            <a:solidFill>
              <a:srgbClr val="403D5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26" name="Google Shape;726;p63"/>
            <p:cNvSpPr/>
            <p:nvPr/>
          </p:nvSpPr>
          <p:spPr>
            <a:xfrm>
              <a:off x="3957650" y="4280125"/>
              <a:ext cx="308050" cy="8375"/>
            </a:xfrm>
            <a:custGeom>
              <a:rect b="b" l="l" r="r" t="t"/>
              <a:pathLst>
                <a:path extrusionOk="0" h="335" w="12322">
                  <a:moveTo>
                    <a:pt x="169" y="0"/>
                  </a:moveTo>
                  <a:cubicBezTo>
                    <a:pt x="76" y="0"/>
                    <a:pt x="1" y="75"/>
                    <a:pt x="1" y="167"/>
                  </a:cubicBezTo>
                  <a:cubicBezTo>
                    <a:pt x="1" y="260"/>
                    <a:pt x="76" y="335"/>
                    <a:pt x="169" y="335"/>
                  </a:cubicBezTo>
                  <a:lnTo>
                    <a:pt x="12154" y="335"/>
                  </a:lnTo>
                  <a:cubicBezTo>
                    <a:pt x="12247" y="335"/>
                    <a:pt x="12322" y="258"/>
                    <a:pt x="12322" y="167"/>
                  </a:cubicBezTo>
                  <a:cubicBezTo>
                    <a:pt x="12322" y="75"/>
                    <a:pt x="12247" y="0"/>
                    <a:pt x="12154" y="0"/>
                  </a:cubicBezTo>
                  <a:close/>
                </a:path>
              </a:pathLst>
            </a:cu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27" name="Google Shape;727;p63"/>
            <p:cNvSpPr/>
            <p:nvPr/>
          </p:nvSpPr>
          <p:spPr>
            <a:xfrm>
              <a:off x="3957650" y="4325325"/>
              <a:ext cx="308050" cy="8425"/>
            </a:xfrm>
            <a:custGeom>
              <a:rect b="b" l="l" r="r" t="t"/>
              <a:pathLst>
                <a:path extrusionOk="0" h="337" w="12322">
                  <a:moveTo>
                    <a:pt x="169" y="1"/>
                  </a:moveTo>
                  <a:cubicBezTo>
                    <a:pt x="76" y="1"/>
                    <a:pt x="1" y="76"/>
                    <a:pt x="1" y="168"/>
                  </a:cubicBezTo>
                  <a:cubicBezTo>
                    <a:pt x="1" y="261"/>
                    <a:pt x="76" y="336"/>
                    <a:pt x="169" y="336"/>
                  </a:cubicBezTo>
                  <a:lnTo>
                    <a:pt x="12154" y="336"/>
                  </a:lnTo>
                  <a:cubicBezTo>
                    <a:pt x="12247" y="336"/>
                    <a:pt x="12322" y="261"/>
                    <a:pt x="12322" y="168"/>
                  </a:cubicBezTo>
                  <a:cubicBezTo>
                    <a:pt x="12322" y="76"/>
                    <a:pt x="12247" y="1"/>
                    <a:pt x="12154" y="1"/>
                  </a:cubicBezTo>
                  <a:close/>
                </a:path>
              </a:pathLst>
            </a:cu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28" name="Google Shape;728;p63"/>
            <p:cNvSpPr/>
            <p:nvPr/>
          </p:nvSpPr>
          <p:spPr>
            <a:xfrm>
              <a:off x="3957650" y="4372225"/>
              <a:ext cx="308050" cy="8375"/>
            </a:xfrm>
            <a:custGeom>
              <a:rect b="b" l="l" r="r" t="t"/>
              <a:pathLst>
                <a:path extrusionOk="0" h="335" w="12322">
                  <a:moveTo>
                    <a:pt x="169" y="0"/>
                  </a:moveTo>
                  <a:cubicBezTo>
                    <a:pt x="76" y="0"/>
                    <a:pt x="1" y="75"/>
                    <a:pt x="1" y="167"/>
                  </a:cubicBezTo>
                  <a:cubicBezTo>
                    <a:pt x="1" y="259"/>
                    <a:pt x="76" y="335"/>
                    <a:pt x="169" y="335"/>
                  </a:cubicBezTo>
                  <a:lnTo>
                    <a:pt x="12154" y="335"/>
                  </a:lnTo>
                  <a:cubicBezTo>
                    <a:pt x="12247" y="335"/>
                    <a:pt x="12322" y="258"/>
                    <a:pt x="12322" y="167"/>
                  </a:cubicBezTo>
                  <a:cubicBezTo>
                    <a:pt x="12322" y="75"/>
                    <a:pt x="12247" y="0"/>
                    <a:pt x="12154" y="0"/>
                  </a:cubicBezTo>
                  <a:close/>
                </a:path>
              </a:pathLst>
            </a:custGeom>
            <a:solidFill>
              <a:srgbClr val="403D5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29" name="Google Shape;729;p63"/>
            <p:cNvSpPr/>
            <p:nvPr/>
          </p:nvSpPr>
          <p:spPr>
            <a:xfrm>
              <a:off x="3957650" y="4372225"/>
              <a:ext cx="308050" cy="8375"/>
            </a:xfrm>
            <a:custGeom>
              <a:rect b="b" l="l" r="r" t="t"/>
              <a:pathLst>
                <a:path extrusionOk="0" h="335" w="12322">
                  <a:moveTo>
                    <a:pt x="169" y="0"/>
                  </a:moveTo>
                  <a:cubicBezTo>
                    <a:pt x="76" y="0"/>
                    <a:pt x="1" y="75"/>
                    <a:pt x="1" y="167"/>
                  </a:cubicBezTo>
                  <a:cubicBezTo>
                    <a:pt x="1" y="259"/>
                    <a:pt x="76" y="335"/>
                    <a:pt x="169" y="335"/>
                  </a:cubicBezTo>
                  <a:lnTo>
                    <a:pt x="12154" y="335"/>
                  </a:lnTo>
                  <a:cubicBezTo>
                    <a:pt x="12247" y="335"/>
                    <a:pt x="12322" y="258"/>
                    <a:pt x="12322" y="167"/>
                  </a:cubicBezTo>
                  <a:cubicBezTo>
                    <a:pt x="12322" y="75"/>
                    <a:pt x="12247" y="0"/>
                    <a:pt x="12154" y="0"/>
                  </a:cubicBezTo>
                  <a:close/>
                </a:path>
              </a:pathLst>
            </a:cu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30" name="Google Shape;730;p63"/>
            <p:cNvSpPr/>
            <p:nvPr/>
          </p:nvSpPr>
          <p:spPr>
            <a:xfrm>
              <a:off x="3957650" y="4417425"/>
              <a:ext cx="308050" cy="8425"/>
            </a:xfrm>
            <a:custGeom>
              <a:rect b="b" l="l" r="r" t="t"/>
              <a:pathLst>
                <a:path extrusionOk="0" h="337" w="12322">
                  <a:moveTo>
                    <a:pt x="169" y="1"/>
                  </a:moveTo>
                  <a:cubicBezTo>
                    <a:pt x="76" y="1"/>
                    <a:pt x="1" y="76"/>
                    <a:pt x="1" y="169"/>
                  </a:cubicBezTo>
                  <a:cubicBezTo>
                    <a:pt x="1" y="261"/>
                    <a:pt x="76" y="336"/>
                    <a:pt x="169" y="336"/>
                  </a:cubicBezTo>
                  <a:lnTo>
                    <a:pt x="12154" y="336"/>
                  </a:lnTo>
                  <a:cubicBezTo>
                    <a:pt x="12247" y="336"/>
                    <a:pt x="12322" y="261"/>
                    <a:pt x="12322" y="169"/>
                  </a:cubicBezTo>
                  <a:cubicBezTo>
                    <a:pt x="12322" y="76"/>
                    <a:pt x="12247" y="1"/>
                    <a:pt x="12154" y="1"/>
                  </a:cubicBezTo>
                  <a:close/>
                </a:path>
              </a:pathLst>
            </a:cu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31" name="Google Shape;731;p63"/>
            <p:cNvSpPr/>
            <p:nvPr/>
          </p:nvSpPr>
          <p:spPr>
            <a:xfrm>
              <a:off x="3997575" y="4501275"/>
              <a:ext cx="268125" cy="8375"/>
            </a:xfrm>
            <a:custGeom>
              <a:rect b="b" l="l" r="r" t="t"/>
              <a:pathLst>
                <a:path extrusionOk="0" h="335" w="10725">
                  <a:moveTo>
                    <a:pt x="167" y="0"/>
                  </a:moveTo>
                  <a:cubicBezTo>
                    <a:pt x="75" y="0"/>
                    <a:pt x="0" y="76"/>
                    <a:pt x="0" y="168"/>
                  </a:cubicBezTo>
                  <a:cubicBezTo>
                    <a:pt x="0" y="260"/>
                    <a:pt x="75" y="335"/>
                    <a:pt x="167" y="335"/>
                  </a:cubicBezTo>
                  <a:lnTo>
                    <a:pt x="10557" y="335"/>
                  </a:lnTo>
                  <a:cubicBezTo>
                    <a:pt x="10650" y="335"/>
                    <a:pt x="10725" y="260"/>
                    <a:pt x="10725" y="168"/>
                  </a:cubicBezTo>
                  <a:cubicBezTo>
                    <a:pt x="10725" y="76"/>
                    <a:pt x="10650" y="0"/>
                    <a:pt x="10557" y="0"/>
                  </a:cubicBezTo>
                  <a:close/>
                </a:path>
              </a:pathLst>
            </a:cu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32" name="Google Shape;732;p63"/>
            <p:cNvSpPr/>
            <p:nvPr/>
          </p:nvSpPr>
          <p:spPr>
            <a:xfrm>
              <a:off x="3997575" y="4558400"/>
              <a:ext cx="268125" cy="8400"/>
            </a:xfrm>
            <a:custGeom>
              <a:rect b="b" l="l" r="r" t="t"/>
              <a:pathLst>
                <a:path extrusionOk="0" h="336" w="10725">
                  <a:moveTo>
                    <a:pt x="167" y="0"/>
                  </a:moveTo>
                  <a:cubicBezTo>
                    <a:pt x="75" y="0"/>
                    <a:pt x="0" y="75"/>
                    <a:pt x="0" y="168"/>
                  </a:cubicBezTo>
                  <a:cubicBezTo>
                    <a:pt x="0" y="261"/>
                    <a:pt x="75" y="336"/>
                    <a:pt x="167" y="336"/>
                  </a:cubicBezTo>
                  <a:lnTo>
                    <a:pt x="10557" y="336"/>
                  </a:lnTo>
                  <a:cubicBezTo>
                    <a:pt x="10650" y="336"/>
                    <a:pt x="10725" y="261"/>
                    <a:pt x="10725" y="168"/>
                  </a:cubicBezTo>
                  <a:cubicBezTo>
                    <a:pt x="10725" y="75"/>
                    <a:pt x="10650" y="0"/>
                    <a:pt x="10557" y="0"/>
                  </a:cubicBezTo>
                  <a:close/>
                </a:path>
              </a:pathLst>
            </a:cu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33" name="Google Shape;733;p63"/>
            <p:cNvSpPr/>
            <p:nvPr/>
          </p:nvSpPr>
          <p:spPr>
            <a:xfrm>
              <a:off x="3997575" y="4618400"/>
              <a:ext cx="268125" cy="8400"/>
            </a:xfrm>
            <a:custGeom>
              <a:rect b="b" l="l" r="r" t="t"/>
              <a:pathLst>
                <a:path extrusionOk="0" h="336" w="10725">
                  <a:moveTo>
                    <a:pt x="167" y="1"/>
                  </a:moveTo>
                  <a:cubicBezTo>
                    <a:pt x="75" y="1"/>
                    <a:pt x="0" y="76"/>
                    <a:pt x="0" y="168"/>
                  </a:cubicBezTo>
                  <a:cubicBezTo>
                    <a:pt x="0" y="260"/>
                    <a:pt x="75" y="335"/>
                    <a:pt x="167" y="335"/>
                  </a:cubicBezTo>
                  <a:lnTo>
                    <a:pt x="10557" y="335"/>
                  </a:lnTo>
                  <a:cubicBezTo>
                    <a:pt x="10650" y="335"/>
                    <a:pt x="10725" y="260"/>
                    <a:pt x="10725" y="168"/>
                  </a:cubicBezTo>
                  <a:cubicBezTo>
                    <a:pt x="10725" y="76"/>
                    <a:pt x="10650" y="1"/>
                    <a:pt x="10557" y="1"/>
                  </a:cubicBezTo>
                  <a:close/>
                </a:path>
              </a:pathLst>
            </a:cu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34" name="Google Shape;734;p63"/>
            <p:cNvSpPr/>
            <p:nvPr/>
          </p:nvSpPr>
          <p:spPr>
            <a:xfrm>
              <a:off x="3963150" y="4494050"/>
              <a:ext cx="22875" cy="22850"/>
            </a:xfrm>
            <a:custGeom>
              <a:rect b="b" l="l" r="r" t="t"/>
              <a:pathLst>
                <a:path extrusionOk="0" h="914" w="915">
                  <a:moveTo>
                    <a:pt x="458" y="0"/>
                  </a:moveTo>
                  <a:cubicBezTo>
                    <a:pt x="205" y="0"/>
                    <a:pt x="0" y="205"/>
                    <a:pt x="0" y="457"/>
                  </a:cubicBezTo>
                  <a:cubicBezTo>
                    <a:pt x="0" y="709"/>
                    <a:pt x="206" y="913"/>
                    <a:pt x="458" y="913"/>
                  </a:cubicBezTo>
                  <a:cubicBezTo>
                    <a:pt x="710" y="913"/>
                    <a:pt x="915" y="709"/>
                    <a:pt x="915" y="457"/>
                  </a:cubicBezTo>
                  <a:cubicBezTo>
                    <a:pt x="915" y="204"/>
                    <a:pt x="710" y="0"/>
                    <a:pt x="458" y="0"/>
                  </a:cubicBezTo>
                  <a:close/>
                </a:path>
              </a:pathLst>
            </a:cu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35" name="Google Shape;735;p63"/>
            <p:cNvSpPr/>
            <p:nvPr/>
          </p:nvSpPr>
          <p:spPr>
            <a:xfrm>
              <a:off x="3361850" y="4651350"/>
              <a:ext cx="22875" cy="22850"/>
            </a:xfrm>
            <a:custGeom>
              <a:rect b="b" l="l" r="r" t="t"/>
              <a:pathLst>
                <a:path extrusionOk="0" h="914" w="915">
                  <a:moveTo>
                    <a:pt x="457" y="1"/>
                  </a:moveTo>
                  <a:cubicBezTo>
                    <a:pt x="204" y="1"/>
                    <a:pt x="1" y="204"/>
                    <a:pt x="1" y="457"/>
                  </a:cubicBezTo>
                  <a:cubicBezTo>
                    <a:pt x="1" y="709"/>
                    <a:pt x="204" y="914"/>
                    <a:pt x="457" y="914"/>
                  </a:cubicBezTo>
                  <a:cubicBezTo>
                    <a:pt x="709" y="914"/>
                    <a:pt x="914" y="709"/>
                    <a:pt x="914" y="457"/>
                  </a:cubicBezTo>
                  <a:cubicBezTo>
                    <a:pt x="914" y="204"/>
                    <a:pt x="709" y="1"/>
                    <a:pt x="457" y="1"/>
                  </a:cubicBezTo>
                  <a:close/>
                </a:path>
              </a:pathLst>
            </a:cu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36" name="Google Shape;736;p63"/>
            <p:cNvSpPr/>
            <p:nvPr/>
          </p:nvSpPr>
          <p:spPr>
            <a:xfrm>
              <a:off x="3963150" y="4551150"/>
              <a:ext cx="22875" cy="22900"/>
            </a:xfrm>
            <a:custGeom>
              <a:rect b="b" l="l" r="r" t="t"/>
              <a:pathLst>
                <a:path extrusionOk="0" h="916" w="915">
                  <a:moveTo>
                    <a:pt x="458" y="1"/>
                  </a:moveTo>
                  <a:cubicBezTo>
                    <a:pt x="205" y="1"/>
                    <a:pt x="0" y="206"/>
                    <a:pt x="0" y="458"/>
                  </a:cubicBezTo>
                  <a:cubicBezTo>
                    <a:pt x="0" y="709"/>
                    <a:pt x="206" y="915"/>
                    <a:pt x="458" y="915"/>
                  </a:cubicBezTo>
                  <a:cubicBezTo>
                    <a:pt x="710" y="915"/>
                    <a:pt x="915" y="709"/>
                    <a:pt x="915" y="458"/>
                  </a:cubicBezTo>
                  <a:cubicBezTo>
                    <a:pt x="915" y="206"/>
                    <a:pt x="710" y="1"/>
                    <a:pt x="458" y="1"/>
                  </a:cubicBezTo>
                  <a:close/>
                </a:path>
              </a:pathLst>
            </a:cu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37" name="Google Shape;737;p63"/>
            <p:cNvSpPr/>
            <p:nvPr/>
          </p:nvSpPr>
          <p:spPr>
            <a:xfrm>
              <a:off x="3963150" y="4611175"/>
              <a:ext cx="22875" cy="22850"/>
            </a:xfrm>
            <a:custGeom>
              <a:rect b="b" l="l" r="r" t="t"/>
              <a:pathLst>
                <a:path extrusionOk="0" h="914" w="915">
                  <a:moveTo>
                    <a:pt x="458" y="0"/>
                  </a:moveTo>
                  <a:cubicBezTo>
                    <a:pt x="205" y="0"/>
                    <a:pt x="0" y="205"/>
                    <a:pt x="0" y="457"/>
                  </a:cubicBezTo>
                  <a:cubicBezTo>
                    <a:pt x="0" y="709"/>
                    <a:pt x="206" y="914"/>
                    <a:pt x="458" y="914"/>
                  </a:cubicBezTo>
                  <a:cubicBezTo>
                    <a:pt x="710" y="914"/>
                    <a:pt x="915" y="709"/>
                    <a:pt x="915" y="457"/>
                  </a:cubicBezTo>
                  <a:cubicBezTo>
                    <a:pt x="915" y="204"/>
                    <a:pt x="710" y="0"/>
                    <a:pt x="458" y="0"/>
                  </a:cubicBezTo>
                  <a:close/>
                </a:path>
              </a:pathLst>
            </a:custGeom>
            <a:solidFill>
              <a:schemeClr val="accent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738" name="Google Shape;738;p63"/>
          <p:cNvPicPr preferRelativeResize="0"/>
          <p:nvPr/>
        </p:nvPicPr>
        <p:blipFill rotWithShape="1">
          <a:blip r:embed="rId2">
            <a:alphaModFix amt="14000"/>
          </a:blip>
          <a:srcRect b="0" l="0" r="0" t="0"/>
          <a:stretch/>
        </p:blipFill>
        <p:spPr>
          <a:xfrm>
            <a:off x="0" y="0"/>
            <a:ext cx="9144000" cy="5143500"/>
          </a:xfrm>
          <a:prstGeom prst="rect">
            <a:avLst/>
          </a:prstGeom>
          <a:noFill/>
          <a:ln>
            <a:noFill/>
          </a:ln>
        </p:spPr>
      </p:pic>
      <p:sp>
        <p:nvSpPr>
          <p:cNvPr id="739" name="Google Shape;739;p63"/>
          <p:cNvSpPr txBox="1"/>
          <p:nvPr>
            <p:ph hasCustomPrompt="1" type="title"/>
          </p:nvPr>
        </p:nvSpPr>
        <p:spPr>
          <a:xfrm>
            <a:off x="1123350" y="1555504"/>
            <a:ext cx="6897300" cy="1806300"/>
          </a:xfrm>
          <a:prstGeom prst="rect">
            <a:avLst/>
          </a:prstGeom>
          <a:noFill/>
          <a:ln>
            <a:noFill/>
          </a:ln>
        </p:spPr>
        <p:txBody>
          <a:bodyPr anchorCtr="0" anchor="ctr" bIns="91425" lIns="91425" spcFirstLastPara="1" rIns="91425" wrap="square" tIns="91425">
            <a:noAutofit/>
          </a:bodyPr>
          <a:lstStyle>
            <a:lvl1pPr lvl="0" algn="ctr">
              <a:lnSpc>
                <a:spcPct val="100000"/>
              </a:lnSpc>
              <a:spcBef>
                <a:spcPts val="0"/>
              </a:spcBef>
              <a:spcAft>
                <a:spcPts val="0"/>
              </a:spcAft>
              <a:buSzPts val="9600"/>
              <a:buNone/>
              <a:defRPr sz="9600">
                <a:solidFill>
                  <a:schemeClr val="accent6"/>
                </a:solidFill>
              </a:defRPr>
            </a:lvl1pPr>
            <a:lvl2pPr lvl="1" algn="ctr">
              <a:lnSpc>
                <a:spcPct val="100000"/>
              </a:lnSpc>
              <a:spcBef>
                <a:spcPts val="0"/>
              </a:spcBef>
              <a:spcAft>
                <a:spcPts val="0"/>
              </a:spcAft>
              <a:buSzPts val="9600"/>
              <a:buNone/>
              <a:defRPr sz="9600"/>
            </a:lvl2pPr>
            <a:lvl3pPr lvl="2" algn="ctr">
              <a:lnSpc>
                <a:spcPct val="100000"/>
              </a:lnSpc>
              <a:spcBef>
                <a:spcPts val="0"/>
              </a:spcBef>
              <a:spcAft>
                <a:spcPts val="0"/>
              </a:spcAft>
              <a:buSzPts val="9600"/>
              <a:buNone/>
              <a:defRPr sz="9600"/>
            </a:lvl3pPr>
            <a:lvl4pPr lvl="3" algn="ctr">
              <a:lnSpc>
                <a:spcPct val="100000"/>
              </a:lnSpc>
              <a:spcBef>
                <a:spcPts val="0"/>
              </a:spcBef>
              <a:spcAft>
                <a:spcPts val="0"/>
              </a:spcAft>
              <a:buSzPts val="9600"/>
              <a:buNone/>
              <a:defRPr sz="9600"/>
            </a:lvl4pPr>
            <a:lvl5pPr lvl="4" algn="ctr">
              <a:lnSpc>
                <a:spcPct val="100000"/>
              </a:lnSpc>
              <a:spcBef>
                <a:spcPts val="0"/>
              </a:spcBef>
              <a:spcAft>
                <a:spcPts val="0"/>
              </a:spcAft>
              <a:buSzPts val="9600"/>
              <a:buNone/>
              <a:defRPr sz="9600"/>
            </a:lvl5pPr>
            <a:lvl6pPr lvl="5" algn="ctr">
              <a:lnSpc>
                <a:spcPct val="100000"/>
              </a:lnSpc>
              <a:spcBef>
                <a:spcPts val="0"/>
              </a:spcBef>
              <a:spcAft>
                <a:spcPts val="0"/>
              </a:spcAft>
              <a:buSzPts val="9600"/>
              <a:buNone/>
              <a:defRPr sz="9600"/>
            </a:lvl6pPr>
            <a:lvl7pPr lvl="6" algn="ctr">
              <a:lnSpc>
                <a:spcPct val="100000"/>
              </a:lnSpc>
              <a:spcBef>
                <a:spcPts val="0"/>
              </a:spcBef>
              <a:spcAft>
                <a:spcPts val="0"/>
              </a:spcAft>
              <a:buSzPts val="9600"/>
              <a:buNone/>
              <a:defRPr sz="9600"/>
            </a:lvl7pPr>
            <a:lvl8pPr lvl="7" algn="ctr">
              <a:lnSpc>
                <a:spcPct val="100000"/>
              </a:lnSpc>
              <a:spcBef>
                <a:spcPts val="0"/>
              </a:spcBef>
              <a:spcAft>
                <a:spcPts val="0"/>
              </a:spcAft>
              <a:buSzPts val="9600"/>
              <a:buNone/>
              <a:defRPr sz="9600"/>
            </a:lvl8pPr>
            <a:lvl9pPr lvl="8" algn="ctr">
              <a:lnSpc>
                <a:spcPct val="100000"/>
              </a:lnSpc>
              <a:spcBef>
                <a:spcPts val="0"/>
              </a:spcBef>
              <a:spcAft>
                <a:spcPts val="0"/>
              </a:spcAft>
              <a:buSzPts val="9600"/>
              <a:buNone/>
              <a:defRPr sz="9600"/>
            </a:lvl9pPr>
          </a:lstStyle>
          <a:p>
            <a:r>
              <a:t>xx%</a:t>
            </a:r>
          </a:p>
        </p:txBody>
      </p:sp>
      <p:sp>
        <p:nvSpPr>
          <p:cNvPr id="740" name="Google Shape;740;p63"/>
          <p:cNvSpPr txBox="1"/>
          <p:nvPr>
            <p:ph idx="1" type="subTitle"/>
          </p:nvPr>
        </p:nvSpPr>
        <p:spPr>
          <a:xfrm>
            <a:off x="1123350" y="3516925"/>
            <a:ext cx="6897300" cy="428400"/>
          </a:xfrm>
          <a:prstGeom prst="rect">
            <a:avLst/>
          </a:prstGeom>
          <a:solidFill>
            <a:schemeClr val="accent6"/>
          </a:solidFill>
          <a:ln>
            <a:noFill/>
          </a:ln>
        </p:spPr>
        <p:txBody>
          <a:bodyPr anchorCtr="0" anchor="t" bIns="91425" lIns="91425" spcFirstLastPara="1" rIns="91425" wrap="square" tIns="91425">
            <a:noAutofit/>
          </a:bodyPr>
          <a:lstStyle>
            <a:lvl1pPr lvl="0" algn="ctr">
              <a:lnSpc>
                <a:spcPct val="100000"/>
              </a:lnSpc>
              <a:spcBef>
                <a:spcPts val="0"/>
              </a:spcBef>
              <a:spcAft>
                <a:spcPts val="0"/>
              </a:spcAft>
              <a:buSzPts val="1400"/>
              <a:buNone/>
              <a:defRPr/>
            </a:lvl1pPr>
            <a:lvl2pPr lvl="1" algn="ctr">
              <a:lnSpc>
                <a:spcPct val="100000"/>
              </a:lnSpc>
              <a:spcBef>
                <a:spcPts val="1600"/>
              </a:spcBef>
              <a:spcAft>
                <a:spcPts val="0"/>
              </a:spcAft>
              <a:buSzPts val="1400"/>
              <a:buNone/>
              <a:defRPr/>
            </a:lvl2pPr>
            <a:lvl3pPr lvl="2" algn="ctr">
              <a:lnSpc>
                <a:spcPct val="100000"/>
              </a:lnSpc>
              <a:spcBef>
                <a:spcPts val="1600"/>
              </a:spcBef>
              <a:spcAft>
                <a:spcPts val="0"/>
              </a:spcAft>
              <a:buSzPts val="1400"/>
              <a:buNone/>
              <a:defRPr/>
            </a:lvl3pPr>
            <a:lvl4pPr lvl="3" algn="ctr">
              <a:lnSpc>
                <a:spcPct val="100000"/>
              </a:lnSpc>
              <a:spcBef>
                <a:spcPts val="1600"/>
              </a:spcBef>
              <a:spcAft>
                <a:spcPts val="0"/>
              </a:spcAft>
              <a:buSzPts val="1400"/>
              <a:buNone/>
              <a:defRPr/>
            </a:lvl4pPr>
            <a:lvl5pPr lvl="4" algn="ctr">
              <a:lnSpc>
                <a:spcPct val="100000"/>
              </a:lnSpc>
              <a:spcBef>
                <a:spcPts val="1600"/>
              </a:spcBef>
              <a:spcAft>
                <a:spcPts val="0"/>
              </a:spcAft>
              <a:buSzPts val="1400"/>
              <a:buNone/>
              <a:defRPr/>
            </a:lvl5pPr>
            <a:lvl6pPr lvl="5" algn="ctr">
              <a:lnSpc>
                <a:spcPct val="100000"/>
              </a:lnSpc>
              <a:spcBef>
                <a:spcPts val="1600"/>
              </a:spcBef>
              <a:spcAft>
                <a:spcPts val="0"/>
              </a:spcAft>
              <a:buSzPts val="1400"/>
              <a:buNone/>
              <a:defRPr/>
            </a:lvl6pPr>
            <a:lvl7pPr lvl="6" algn="ctr">
              <a:lnSpc>
                <a:spcPct val="100000"/>
              </a:lnSpc>
              <a:spcBef>
                <a:spcPts val="1600"/>
              </a:spcBef>
              <a:spcAft>
                <a:spcPts val="0"/>
              </a:spcAft>
              <a:buSzPts val="1400"/>
              <a:buNone/>
              <a:defRPr/>
            </a:lvl7pPr>
            <a:lvl8pPr lvl="7" algn="ctr">
              <a:lnSpc>
                <a:spcPct val="100000"/>
              </a:lnSpc>
              <a:spcBef>
                <a:spcPts val="1600"/>
              </a:spcBef>
              <a:spcAft>
                <a:spcPts val="0"/>
              </a:spcAft>
              <a:buSzPts val="1400"/>
              <a:buNone/>
              <a:defRPr/>
            </a:lvl8pPr>
            <a:lvl9pPr lvl="8" algn="ctr">
              <a:lnSpc>
                <a:spcPct val="100000"/>
              </a:lnSpc>
              <a:spcBef>
                <a:spcPts val="1600"/>
              </a:spcBef>
              <a:spcAft>
                <a:spcPts val="1600"/>
              </a:spcAft>
              <a:buSzPts val="1400"/>
              <a:buNone/>
              <a:defRPr/>
            </a:lvl9pPr>
          </a:lstStyle>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four columns">
  <p:cSld name="BLANK_1_1_1_1">
    <p:spTree>
      <p:nvGrpSpPr>
        <p:cNvPr id="741" name="Shape 741"/>
        <p:cNvGrpSpPr/>
        <p:nvPr/>
      </p:nvGrpSpPr>
      <p:grpSpPr>
        <a:xfrm>
          <a:off x="0" y="0"/>
          <a:ext cx="0" cy="0"/>
          <a:chOff x="0" y="0"/>
          <a:chExt cx="0" cy="0"/>
        </a:xfrm>
      </p:grpSpPr>
      <p:pic>
        <p:nvPicPr>
          <p:cNvPr id="742" name="Google Shape;742;p64"/>
          <p:cNvPicPr preferRelativeResize="0"/>
          <p:nvPr/>
        </p:nvPicPr>
        <p:blipFill rotWithShape="1">
          <a:blip r:embed="rId2">
            <a:alphaModFix amt="14000"/>
          </a:blip>
          <a:srcRect b="0" l="0" r="0" t="0"/>
          <a:stretch/>
        </p:blipFill>
        <p:spPr>
          <a:xfrm>
            <a:off x="0" y="0"/>
            <a:ext cx="9144000" cy="5143500"/>
          </a:xfrm>
          <a:prstGeom prst="rect">
            <a:avLst/>
          </a:prstGeom>
          <a:noFill/>
          <a:ln>
            <a:noFill/>
          </a:ln>
        </p:spPr>
      </p:pic>
      <p:grpSp>
        <p:nvGrpSpPr>
          <p:cNvPr id="743" name="Google Shape;743;p64"/>
          <p:cNvGrpSpPr/>
          <p:nvPr/>
        </p:nvGrpSpPr>
        <p:grpSpPr>
          <a:xfrm>
            <a:off x="372025" y="321975"/>
            <a:ext cx="8400000" cy="4503300"/>
            <a:chOff x="372025" y="321975"/>
            <a:chExt cx="8400000" cy="4503300"/>
          </a:xfrm>
        </p:grpSpPr>
        <p:grpSp>
          <p:nvGrpSpPr>
            <p:cNvPr id="744" name="Google Shape;744;p64"/>
            <p:cNvGrpSpPr/>
            <p:nvPr/>
          </p:nvGrpSpPr>
          <p:grpSpPr>
            <a:xfrm>
              <a:off x="372025" y="321975"/>
              <a:ext cx="8400000" cy="4503300"/>
              <a:chOff x="372025" y="321975"/>
              <a:chExt cx="8400000" cy="4503300"/>
            </a:xfrm>
          </p:grpSpPr>
          <p:sp>
            <p:nvSpPr>
              <p:cNvPr id="745" name="Google Shape;745;p64"/>
              <p:cNvSpPr/>
              <p:nvPr/>
            </p:nvSpPr>
            <p:spPr>
              <a:xfrm>
                <a:off x="372375" y="324675"/>
                <a:ext cx="8394900" cy="4500600"/>
              </a:xfrm>
              <a:prstGeom prst="rect">
                <a:avLst/>
              </a:prstGeom>
              <a:solidFill>
                <a:srgbClr val="7C7C7C">
                  <a:alpha val="14117"/>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nvGrpSpPr>
              <p:cNvPr id="746" name="Google Shape;746;p64"/>
              <p:cNvGrpSpPr/>
              <p:nvPr/>
            </p:nvGrpSpPr>
            <p:grpSpPr>
              <a:xfrm>
                <a:off x="372025" y="321975"/>
                <a:ext cx="8400000" cy="4499700"/>
                <a:chOff x="372025" y="321975"/>
                <a:chExt cx="8400000" cy="4499700"/>
              </a:xfrm>
            </p:grpSpPr>
            <p:sp>
              <p:nvSpPr>
                <p:cNvPr id="747" name="Google Shape;747;p64"/>
                <p:cNvSpPr/>
                <p:nvPr/>
              </p:nvSpPr>
              <p:spPr>
                <a:xfrm>
                  <a:off x="372025" y="321975"/>
                  <a:ext cx="8400000" cy="44997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48" name="Google Shape;748;p64"/>
                <p:cNvSpPr/>
                <p:nvPr/>
              </p:nvSpPr>
              <p:spPr>
                <a:xfrm>
                  <a:off x="372025" y="321975"/>
                  <a:ext cx="8400000" cy="2181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49" name="Google Shape;749;p64"/>
                <p:cNvSpPr/>
                <p:nvPr/>
              </p:nvSpPr>
              <p:spPr>
                <a:xfrm>
                  <a:off x="486450" y="380900"/>
                  <a:ext cx="100200" cy="100200"/>
                </a:xfrm>
                <a:prstGeom prst="ellipse">
                  <a:avLst/>
                </a:pr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50" name="Google Shape;750;p64"/>
                <p:cNvSpPr/>
                <p:nvPr/>
              </p:nvSpPr>
              <p:spPr>
                <a:xfrm>
                  <a:off x="669900" y="380900"/>
                  <a:ext cx="100200" cy="100200"/>
                </a:xfrm>
                <a:prstGeom prst="ellipse">
                  <a:avLst/>
                </a:pr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51" name="Google Shape;751;p64"/>
                <p:cNvSpPr/>
                <p:nvPr/>
              </p:nvSpPr>
              <p:spPr>
                <a:xfrm>
                  <a:off x="853350" y="380900"/>
                  <a:ext cx="100200" cy="100200"/>
                </a:xfrm>
                <a:prstGeom prst="ellipse">
                  <a:avLst/>
                </a:pr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52" name="Google Shape;752;p64"/>
                <p:cNvSpPr/>
                <p:nvPr/>
              </p:nvSpPr>
              <p:spPr>
                <a:xfrm>
                  <a:off x="8537750" y="380900"/>
                  <a:ext cx="100200" cy="1002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cxnSp>
              <p:nvCxnSpPr>
                <p:cNvPr id="753" name="Google Shape;753;p64"/>
                <p:cNvCxnSpPr/>
                <p:nvPr/>
              </p:nvCxnSpPr>
              <p:spPr>
                <a:xfrm>
                  <a:off x="7498375" y="431000"/>
                  <a:ext cx="1039500" cy="0"/>
                </a:xfrm>
                <a:prstGeom prst="straightConnector1">
                  <a:avLst/>
                </a:prstGeom>
                <a:noFill/>
                <a:ln cap="flat" cmpd="sng" w="9525">
                  <a:solidFill>
                    <a:schemeClr val="dk2"/>
                  </a:solidFill>
                  <a:prstDash val="solid"/>
                  <a:round/>
                  <a:headEnd len="sm" w="sm" type="none"/>
                  <a:tailEnd len="sm" w="sm" type="none"/>
                </a:ln>
              </p:spPr>
            </p:cxnSp>
          </p:grpSp>
        </p:grpSp>
        <p:cxnSp>
          <p:nvCxnSpPr>
            <p:cNvPr id="754" name="Google Shape;754;p64"/>
            <p:cNvCxnSpPr/>
            <p:nvPr/>
          </p:nvCxnSpPr>
          <p:spPr>
            <a:xfrm>
              <a:off x="372025" y="1104300"/>
              <a:ext cx="8400000" cy="0"/>
            </a:xfrm>
            <a:prstGeom prst="straightConnector1">
              <a:avLst/>
            </a:prstGeom>
            <a:noFill/>
            <a:ln cap="flat" cmpd="sng" w="9525">
              <a:solidFill>
                <a:schemeClr val="dk2"/>
              </a:solidFill>
              <a:prstDash val="solid"/>
              <a:round/>
              <a:headEnd len="sm" w="sm" type="none"/>
              <a:tailEnd len="sm" w="sm" type="none"/>
            </a:ln>
          </p:spPr>
        </p:cxnSp>
      </p:grpSp>
      <p:sp>
        <p:nvSpPr>
          <p:cNvPr id="755" name="Google Shape;755;p64"/>
          <p:cNvSpPr txBox="1"/>
          <p:nvPr>
            <p:ph type="title"/>
          </p:nvPr>
        </p:nvSpPr>
        <p:spPr>
          <a:xfrm>
            <a:off x="720000" y="540000"/>
            <a:ext cx="7704000" cy="564300"/>
          </a:xfrm>
          <a:prstGeom prst="rect">
            <a:avLst/>
          </a:prstGeom>
          <a:noFill/>
          <a:ln>
            <a:noFill/>
          </a:ln>
        </p:spPr>
        <p:txBody>
          <a:bodyPr anchorCtr="0" anchor="ctr" bIns="91425" lIns="91425" spcFirstLastPara="1" rIns="91425" wrap="square" tIns="91425">
            <a:noAutofit/>
          </a:bodyPr>
          <a:lstStyle>
            <a:lvl1pPr lvl="0" algn="l">
              <a:lnSpc>
                <a:spcPct val="100000"/>
              </a:lnSpc>
              <a:spcBef>
                <a:spcPts val="0"/>
              </a:spcBef>
              <a:spcAft>
                <a:spcPts val="0"/>
              </a:spcAft>
              <a:buSzPts val="2800"/>
              <a:buNone/>
              <a:defRPr/>
            </a:lvl1pPr>
            <a:lvl2pPr lvl="1" algn="l">
              <a:lnSpc>
                <a:spcPct val="100000"/>
              </a:lnSpc>
              <a:spcBef>
                <a:spcPts val="0"/>
              </a:spcBef>
              <a:spcAft>
                <a:spcPts val="0"/>
              </a:spcAft>
              <a:buSzPts val="2800"/>
              <a:buNone/>
              <a:defRPr/>
            </a:lvl2pPr>
            <a:lvl3pPr lvl="2" algn="l">
              <a:lnSpc>
                <a:spcPct val="100000"/>
              </a:lnSpc>
              <a:spcBef>
                <a:spcPts val="0"/>
              </a:spcBef>
              <a:spcAft>
                <a:spcPts val="0"/>
              </a:spcAft>
              <a:buSzPts val="2800"/>
              <a:buNone/>
              <a:defRPr/>
            </a:lvl3pPr>
            <a:lvl4pPr lvl="3" algn="l">
              <a:lnSpc>
                <a:spcPct val="100000"/>
              </a:lnSpc>
              <a:spcBef>
                <a:spcPts val="0"/>
              </a:spcBef>
              <a:spcAft>
                <a:spcPts val="0"/>
              </a:spcAft>
              <a:buSzPts val="2800"/>
              <a:buNone/>
              <a:defRPr/>
            </a:lvl4pPr>
            <a:lvl5pPr lvl="4" algn="l">
              <a:lnSpc>
                <a:spcPct val="100000"/>
              </a:lnSpc>
              <a:spcBef>
                <a:spcPts val="0"/>
              </a:spcBef>
              <a:spcAft>
                <a:spcPts val="0"/>
              </a:spcAft>
              <a:buSzPts val="2800"/>
              <a:buNone/>
              <a:defRPr/>
            </a:lvl5pPr>
            <a:lvl6pPr lvl="5" algn="l">
              <a:lnSpc>
                <a:spcPct val="100000"/>
              </a:lnSpc>
              <a:spcBef>
                <a:spcPts val="0"/>
              </a:spcBef>
              <a:spcAft>
                <a:spcPts val="0"/>
              </a:spcAft>
              <a:buSzPts val="2800"/>
              <a:buNone/>
              <a:defRPr/>
            </a:lvl6pPr>
            <a:lvl7pPr lvl="6" algn="l">
              <a:lnSpc>
                <a:spcPct val="100000"/>
              </a:lnSpc>
              <a:spcBef>
                <a:spcPts val="0"/>
              </a:spcBef>
              <a:spcAft>
                <a:spcPts val="0"/>
              </a:spcAft>
              <a:buSzPts val="2800"/>
              <a:buNone/>
              <a:defRPr/>
            </a:lvl7pPr>
            <a:lvl8pPr lvl="7" algn="l">
              <a:lnSpc>
                <a:spcPct val="100000"/>
              </a:lnSpc>
              <a:spcBef>
                <a:spcPts val="0"/>
              </a:spcBef>
              <a:spcAft>
                <a:spcPts val="0"/>
              </a:spcAft>
              <a:buSzPts val="2800"/>
              <a:buNone/>
              <a:defRPr/>
            </a:lvl8pPr>
            <a:lvl9pPr lvl="8" algn="l">
              <a:lnSpc>
                <a:spcPct val="100000"/>
              </a:lnSpc>
              <a:spcBef>
                <a:spcPts val="0"/>
              </a:spcBef>
              <a:spcAft>
                <a:spcPts val="0"/>
              </a:spcAft>
              <a:buSzPts val="2800"/>
              <a:buNone/>
              <a:defRPr/>
            </a:lvl9pPr>
          </a:lstStyle>
          <a:p/>
        </p:txBody>
      </p:sp>
      <p:sp>
        <p:nvSpPr>
          <p:cNvPr id="756" name="Google Shape;756;p64"/>
          <p:cNvSpPr txBox="1"/>
          <p:nvPr>
            <p:ph idx="2" type="title"/>
          </p:nvPr>
        </p:nvSpPr>
        <p:spPr>
          <a:xfrm>
            <a:off x="1544823" y="1649108"/>
            <a:ext cx="2867100" cy="5277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lvl1pPr lvl="0" algn="l">
              <a:lnSpc>
                <a:spcPct val="100000"/>
              </a:lnSpc>
              <a:spcBef>
                <a:spcPts val="0"/>
              </a:spcBef>
              <a:spcAft>
                <a:spcPts val="0"/>
              </a:spcAft>
              <a:buSzPts val="2400"/>
              <a:buNone/>
              <a:defRPr sz="1600">
                <a:solidFill>
                  <a:schemeClr val="lt2"/>
                </a:solidFill>
              </a:defRPr>
            </a:lvl1pPr>
            <a:lvl2pPr lvl="1" algn="ctr">
              <a:lnSpc>
                <a:spcPct val="100000"/>
              </a:lnSpc>
              <a:spcBef>
                <a:spcPts val="0"/>
              </a:spcBef>
              <a:spcAft>
                <a:spcPts val="0"/>
              </a:spcAft>
              <a:buSzPts val="2400"/>
              <a:buNone/>
              <a:defRPr sz="2400"/>
            </a:lvl2pPr>
            <a:lvl3pPr lvl="2" algn="ctr">
              <a:lnSpc>
                <a:spcPct val="100000"/>
              </a:lnSpc>
              <a:spcBef>
                <a:spcPts val="0"/>
              </a:spcBef>
              <a:spcAft>
                <a:spcPts val="0"/>
              </a:spcAft>
              <a:buSzPts val="2400"/>
              <a:buNone/>
              <a:defRPr sz="2400"/>
            </a:lvl3pPr>
            <a:lvl4pPr lvl="3" algn="ctr">
              <a:lnSpc>
                <a:spcPct val="100000"/>
              </a:lnSpc>
              <a:spcBef>
                <a:spcPts val="0"/>
              </a:spcBef>
              <a:spcAft>
                <a:spcPts val="0"/>
              </a:spcAft>
              <a:buSzPts val="2400"/>
              <a:buNone/>
              <a:defRPr sz="2400"/>
            </a:lvl4pPr>
            <a:lvl5pPr lvl="4" algn="ctr">
              <a:lnSpc>
                <a:spcPct val="100000"/>
              </a:lnSpc>
              <a:spcBef>
                <a:spcPts val="0"/>
              </a:spcBef>
              <a:spcAft>
                <a:spcPts val="0"/>
              </a:spcAft>
              <a:buSzPts val="2400"/>
              <a:buNone/>
              <a:defRPr sz="2400"/>
            </a:lvl5pPr>
            <a:lvl6pPr lvl="5" algn="ctr">
              <a:lnSpc>
                <a:spcPct val="100000"/>
              </a:lnSpc>
              <a:spcBef>
                <a:spcPts val="0"/>
              </a:spcBef>
              <a:spcAft>
                <a:spcPts val="0"/>
              </a:spcAft>
              <a:buSzPts val="2400"/>
              <a:buNone/>
              <a:defRPr sz="2400"/>
            </a:lvl6pPr>
            <a:lvl7pPr lvl="6" algn="ctr">
              <a:lnSpc>
                <a:spcPct val="100000"/>
              </a:lnSpc>
              <a:spcBef>
                <a:spcPts val="0"/>
              </a:spcBef>
              <a:spcAft>
                <a:spcPts val="0"/>
              </a:spcAft>
              <a:buSzPts val="2400"/>
              <a:buNone/>
              <a:defRPr sz="2400"/>
            </a:lvl7pPr>
            <a:lvl8pPr lvl="7" algn="ctr">
              <a:lnSpc>
                <a:spcPct val="100000"/>
              </a:lnSpc>
              <a:spcBef>
                <a:spcPts val="0"/>
              </a:spcBef>
              <a:spcAft>
                <a:spcPts val="0"/>
              </a:spcAft>
              <a:buSzPts val="2400"/>
              <a:buNone/>
              <a:defRPr sz="2400"/>
            </a:lvl8pPr>
            <a:lvl9pPr lvl="8" algn="ctr">
              <a:lnSpc>
                <a:spcPct val="100000"/>
              </a:lnSpc>
              <a:spcBef>
                <a:spcPts val="0"/>
              </a:spcBef>
              <a:spcAft>
                <a:spcPts val="0"/>
              </a:spcAft>
              <a:buSzPts val="2400"/>
              <a:buNone/>
              <a:defRPr sz="2400"/>
            </a:lvl9pPr>
          </a:lstStyle>
          <a:p/>
        </p:txBody>
      </p:sp>
      <p:sp>
        <p:nvSpPr>
          <p:cNvPr id="757" name="Google Shape;757;p64"/>
          <p:cNvSpPr txBox="1"/>
          <p:nvPr>
            <p:ph idx="1" type="subTitle"/>
          </p:nvPr>
        </p:nvSpPr>
        <p:spPr>
          <a:xfrm>
            <a:off x="1544848" y="2176808"/>
            <a:ext cx="2867100" cy="599400"/>
          </a:xfrm>
          <a:prstGeom prst="rect">
            <a:avLst/>
          </a:prstGeom>
          <a:noFill/>
          <a:ln cap="flat" cmpd="sng" w="9525">
            <a:solidFill>
              <a:schemeClr val="dk2"/>
            </a:solidFill>
            <a:prstDash val="solid"/>
            <a:round/>
            <a:headEnd len="sm" w="sm" type="none"/>
            <a:tailEnd len="sm" w="sm" type="none"/>
          </a:ln>
        </p:spPr>
        <p:txBody>
          <a:bodyPr anchorCtr="0" anchor="t" bIns="91425" lIns="91425" spcFirstLastPara="1" rIns="91425" wrap="square" tIns="91425">
            <a:noAutofit/>
          </a:bodyPr>
          <a:lstStyle>
            <a:lvl1pPr lvl="0" algn="l">
              <a:lnSpc>
                <a:spcPct val="100000"/>
              </a:lnSpc>
              <a:spcBef>
                <a:spcPts val="0"/>
              </a:spcBef>
              <a:spcAft>
                <a:spcPts val="0"/>
              </a:spcAft>
              <a:buSzPts val="1400"/>
              <a:buNone/>
              <a:defRPr sz="1400"/>
            </a:lvl1pPr>
            <a:lvl2pPr lvl="1" algn="ctr">
              <a:lnSpc>
                <a:spcPct val="100000"/>
              </a:lnSpc>
              <a:spcBef>
                <a:spcPts val="0"/>
              </a:spcBef>
              <a:spcAft>
                <a:spcPts val="0"/>
              </a:spcAft>
              <a:buSzPts val="1400"/>
              <a:buNone/>
              <a:defRPr/>
            </a:lvl2pPr>
            <a:lvl3pPr lvl="2" algn="ctr">
              <a:lnSpc>
                <a:spcPct val="100000"/>
              </a:lnSpc>
              <a:spcBef>
                <a:spcPts val="1600"/>
              </a:spcBef>
              <a:spcAft>
                <a:spcPts val="0"/>
              </a:spcAft>
              <a:buSzPts val="1400"/>
              <a:buNone/>
              <a:defRPr/>
            </a:lvl3pPr>
            <a:lvl4pPr lvl="3" algn="ctr">
              <a:lnSpc>
                <a:spcPct val="100000"/>
              </a:lnSpc>
              <a:spcBef>
                <a:spcPts val="1600"/>
              </a:spcBef>
              <a:spcAft>
                <a:spcPts val="0"/>
              </a:spcAft>
              <a:buSzPts val="1400"/>
              <a:buNone/>
              <a:defRPr/>
            </a:lvl4pPr>
            <a:lvl5pPr lvl="4" algn="ctr">
              <a:lnSpc>
                <a:spcPct val="100000"/>
              </a:lnSpc>
              <a:spcBef>
                <a:spcPts val="1600"/>
              </a:spcBef>
              <a:spcAft>
                <a:spcPts val="0"/>
              </a:spcAft>
              <a:buSzPts val="1400"/>
              <a:buNone/>
              <a:defRPr/>
            </a:lvl5pPr>
            <a:lvl6pPr lvl="5" algn="ctr">
              <a:lnSpc>
                <a:spcPct val="100000"/>
              </a:lnSpc>
              <a:spcBef>
                <a:spcPts val="1600"/>
              </a:spcBef>
              <a:spcAft>
                <a:spcPts val="0"/>
              </a:spcAft>
              <a:buSzPts val="1400"/>
              <a:buNone/>
              <a:defRPr/>
            </a:lvl6pPr>
            <a:lvl7pPr lvl="6" algn="ctr">
              <a:lnSpc>
                <a:spcPct val="100000"/>
              </a:lnSpc>
              <a:spcBef>
                <a:spcPts val="1600"/>
              </a:spcBef>
              <a:spcAft>
                <a:spcPts val="0"/>
              </a:spcAft>
              <a:buSzPts val="1400"/>
              <a:buNone/>
              <a:defRPr/>
            </a:lvl7pPr>
            <a:lvl8pPr lvl="7" algn="ctr">
              <a:lnSpc>
                <a:spcPct val="100000"/>
              </a:lnSpc>
              <a:spcBef>
                <a:spcPts val="1600"/>
              </a:spcBef>
              <a:spcAft>
                <a:spcPts val="0"/>
              </a:spcAft>
              <a:buSzPts val="1400"/>
              <a:buNone/>
              <a:defRPr/>
            </a:lvl8pPr>
            <a:lvl9pPr lvl="8" algn="ctr">
              <a:lnSpc>
                <a:spcPct val="100000"/>
              </a:lnSpc>
              <a:spcBef>
                <a:spcPts val="1600"/>
              </a:spcBef>
              <a:spcAft>
                <a:spcPts val="1600"/>
              </a:spcAft>
              <a:buSzPts val="1400"/>
              <a:buNone/>
              <a:defRPr/>
            </a:lvl9pPr>
          </a:lstStyle>
          <a:p/>
        </p:txBody>
      </p:sp>
      <p:sp>
        <p:nvSpPr>
          <p:cNvPr id="758" name="Google Shape;758;p64"/>
          <p:cNvSpPr txBox="1"/>
          <p:nvPr>
            <p:ph idx="3" type="title"/>
          </p:nvPr>
        </p:nvSpPr>
        <p:spPr>
          <a:xfrm>
            <a:off x="5556855" y="1649108"/>
            <a:ext cx="2867100" cy="5277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lvl1pPr lvl="0" algn="l">
              <a:lnSpc>
                <a:spcPct val="100000"/>
              </a:lnSpc>
              <a:spcBef>
                <a:spcPts val="0"/>
              </a:spcBef>
              <a:spcAft>
                <a:spcPts val="0"/>
              </a:spcAft>
              <a:buSzPts val="2400"/>
              <a:buNone/>
              <a:defRPr sz="1600">
                <a:solidFill>
                  <a:schemeClr val="lt2"/>
                </a:solidFill>
              </a:defRPr>
            </a:lvl1pPr>
            <a:lvl2pPr lvl="1" algn="ctr">
              <a:lnSpc>
                <a:spcPct val="100000"/>
              </a:lnSpc>
              <a:spcBef>
                <a:spcPts val="0"/>
              </a:spcBef>
              <a:spcAft>
                <a:spcPts val="0"/>
              </a:spcAft>
              <a:buSzPts val="2400"/>
              <a:buNone/>
              <a:defRPr sz="2400"/>
            </a:lvl2pPr>
            <a:lvl3pPr lvl="2" algn="ctr">
              <a:lnSpc>
                <a:spcPct val="100000"/>
              </a:lnSpc>
              <a:spcBef>
                <a:spcPts val="0"/>
              </a:spcBef>
              <a:spcAft>
                <a:spcPts val="0"/>
              </a:spcAft>
              <a:buSzPts val="2400"/>
              <a:buNone/>
              <a:defRPr sz="2400"/>
            </a:lvl3pPr>
            <a:lvl4pPr lvl="3" algn="ctr">
              <a:lnSpc>
                <a:spcPct val="100000"/>
              </a:lnSpc>
              <a:spcBef>
                <a:spcPts val="0"/>
              </a:spcBef>
              <a:spcAft>
                <a:spcPts val="0"/>
              </a:spcAft>
              <a:buSzPts val="2400"/>
              <a:buNone/>
              <a:defRPr sz="2400"/>
            </a:lvl4pPr>
            <a:lvl5pPr lvl="4" algn="ctr">
              <a:lnSpc>
                <a:spcPct val="100000"/>
              </a:lnSpc>
              <a:spcBef>
                <a:spcPts val="0"/>
              </a:spcBef>
              <a:spcAft>
                <a:spcPts val="0"/>
              </a:spcAft>
              <a:buSzPts val="2400"/>
              <a:buNone/>
              <a:defRPr sz="2400"/>
            </a:lvl5pPr>
            <a:lvl6pPr lvl="5" algn="ctr">
              <a:lnSpc>
                <a:spcPct val="100000"/>
              </a:lnSpc>
              <a:spcBef>
                <a:spcPts val="0"/>
              </a:spcBef>
              <a:spcAft>
                <a:spcPts val="0"/>
              </a:spcAft>
              <a:buSzPts val="2400"/>
              <a:buNone/>
              <a:defRPr sz="2400"/>
            </a:lvl6pPr>
            <a:lvl7pPr lvl="6" algn="ctr">
              <a:lnSpc>
                <a:spcPct val="100000"/>
              </a:lnSpc>
              <a:spcBef>
                <a:spcPts val="0"/>
              </a:spcBef>
              <a:spcAft>
                <a:spcPts val="0"/>
              </a:spcAft>
              <a:buSzPts val="2400"/>
              <a:buNone/>
              <a:defRPr sz="2400"/>
            </a:lvl7pPr>
            <a:lvl8pPr lvl="7" algn="ctr">
              <a:lnSpc>
                <a:spcPct val="100000"/>
              </a:lnSpc>
              <a:spcBef>
                <a:spcPts val="0"/>
              </a:spcBef>
              <a:spcAft>
                <a:spcPts val="0"/>
              </a:spcAft>
              <a:buSzPts val="2400"/>
              <a:buNone/>
              <a:defRPr sz="2400"/>
            </a:lvl8pPr>
            <a:lvl9pPr lvl="8" algn="ctr">
              <a:lnSpc>
                <a:spcPct val="100000"/>
              </a:lnSpc>
              <a:spcBef>
                <a:spcPts val="0"/>
              </a:spcBef>
              <a:spcAft>
                <a:spcPts val="0"/>
              </a:spcAft>
              <a:buSzPts val="2400"/>
              <a:buNone/>
              <a:defRPr sz="2400"/>
            </a:lvl9pPr>
          </a:lstStyle>
          <a:p/>
        </p:txBody>
      </p:sp>
      <p:sp>
        <p:nvSpPr>
          <p:cNvPr id="759" name="Google Shape;759;p64"/>
          <p:cNvSpPr txBox="1"/>
          <p:nvPr>
            <p:ph idx="4" type="subTitle"/>
          </p:nvPr>
        </p:nvSpPr>
        <p:spPr>
          <a:xfrm>
            <a:off x="5556877" y="2176808"/>
            <a:ext cx="2867100" cy="599400"/>
          </a:xfrm>
          <a:prstGeom prst="rect">
            <a:avLst/>
          </a:prstGeom>
          <a:noFill/>
          <a:ln cap="flat" cmpd="sng" w="9525">
            <a:solidFill>
              <a:schemeClr val="dk2"/>
            </a:solidFill>
            <a:prstDash val="solid"/>
            <a:round/>
            <a:headEnd len="sm" w="sm" type="none"/>
            <a:tailEnd len="sm" w="sm" type="none"/>
          </a:ln>
        </p:spPr>
        <p:txBody>
          <a:bodyPr anchorCtr="0" anchor="t" bIns="91425" lIns="91425" spcFirstLastPara="1" rIns="91425" wrap="square" tIns="91425">
            <a:noAutofit/>
          </a:bodyPr>
          <a:lstStyle>
            <a:lvl1pPr lvl="0" algn="l">
              <a:lnSpc>
                <a:spcPct val="100000"/>
              </a:lnSpc>
              <a:spcBef>
                <a:spcPts val="0"/>
              </a:spcBef>
              <a:spcAft>
                <a:spcPts val="0"/>
              </a:spcAft>
              <a:buSzPts val="1400"/>
              <a:buNone/>
              <a:defRPr sz="1400"/>
            </a:lvl1pPr>
            <a:lvl2pPr lvl="1" algn="ctr">
              <a:lnSpc>
                <a:spcPct val="100000"/>
              </a:lnSpc>
              <a:spcBef>
                <a:spcPts val="0"/>
              </a:spcBef>
              <a:spcAft>
                <a:spcPts val="0"/>
              </a:spcAft>
              <a:buSzPts val="1400"/>
              <a:buNone/>
              <a:defRPr/>
            </a:lvl2pPr>
            <a:lvl3pPr lvl="2" algn="ctr">
              <a:lnSpc>
                <a:spcPct val="100000"/>
              </a:lnSpc>
              <a:spcBef>
                <a:spcPts val="1600"/>
              </a:spcBef>
              <a:spcAft>
                <a:spcPts val="0"/>
              </a:spcAft>
              <a:buSzPts val="1400"/>
              <a:buNone/>
              <a:defRPr/>
            </a:lvl3pPr>
            <a:lvl4pPr lvl="3" algn="ctr">
              <a:lnSpc>
                <a:spcPct val="100000"/>
              </a:lnSpc>
              <a:spcBef>
                <a:spcPts val="1600"/>
              </a:spcBef>
              <a:spcAft>
                <a:spcPts val="0"/>
              </a:spcAft>
              <a:buSzPts val="1400"/>
              <a:buNone/>
              <a:defRPr/>
            </a:lvl4pPr>
            <a:lvl5pPr lvl="4" algn="ctr">
              <a:lnSpc>
                <a:spcPct val="100000"/>
              </a:lnSpc>
              <a:spcBef>
                <a:spcPts val="1600"/>
              </a:spcBef>
              <a:spcAft>
                <a:spcPts val="0"/>
              </a:spcAft>
              <a:buSzPts val="1400"/>
              <a:buNone/>
              <a:defRPr/>
            </a:lvl5pPr>
            <a:lvl6pPr lvl="5" algn="ctr">
              <a:lnSpc>
                <a:spcPct val="100000"/>
              </a:lnSpc>
              <a:spcBef>
                <a:spcPts val="1600"/>
              </a:spcBef>
              <a:spcAft>
                <a:spcPts val="0"/>
              </a:spcAft>
              <a:buSzPts val="1400"/>
              <a:buNone/>
              <a:defRPr/>
            </a:lvl6pPr>
            <a:lvl7pPr lvl="6" algn="ctr">
              <a:lnSpc>
                <a:spcPct val="100000"/>
              </a:lnSpc>
              <a:spcBef>
                <a:spcPts val="1600"/>
              </a:spcBef>
              <a:spcAft>
                <a:spcPts val="0"/>
              </a:spcAft>
              <a:buSzPts val="1400"/>
              <a:buNone/>
              <a:defRPr/>
            </a:lvl7pPr>
            <a:lvl8pPr lvl="7" algn="ctr">
              <a:lnSpc>
                <a:spcPct val="100000"/>
              </a:lnSpc>
              <a:spcBef>
                <a:spcPts val="1600"/>
              </a:spcBef>
              <a:spcAft>
                <a:spcPts val="0"/>
              </a:spcAft>
              <a:buSzPts val="1400"/>
              <a:buNone/>
              <a:defRPr/>
            </a:lvl8pPr>
            <a:lvl9pPr lvl="8" algn="ctr">
              <a:lnSpc>
                <a:spcPct val="100000"/>
              </a:lnSpc>
              <a:spcBef>
                <a:spcPts val="1600"/>
              </a:spcBef>
              <a:spcAft>
                <a:spcPts val="1600"/>
              </a:spcAft>
              <a:buSzPts val="1400"/>
              <a:buNone/>
              <a:defRPr/>
            </a:lvl9pPr>
          </a:lstStyle>
          <a:p/>
        </p:txBody>
      </p:sp>
      <p:sp>
        <p:nvSpPr>
          <p:cNvPr id="760" name="Google Shape;760;p64"/>
          <p:cNvSpPr txBox="1"/>
          <p:nvPr>
            <p:ph idx="5" type="title"/>
          </p:nvPr>
        </p:nvSpPr>
        <p:spPr>
          <a:xfrm>
            <a:off x="1544823" y="3367383"/>
            <a:ext cx="2867100" cy="5277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lvl1pPr lvl="0" algn="l">
              <a:lnSpc>
                <a:spcPct val="100000"/>
              </a:lnSpc>
              <a:spcBef>
                <a:spcPts val="0"/>
              </a:spcBef>
              <a:spcAft>
                <a:spcPts val="0"/>
              </a:spcAft>
              <a:buSzPts val="2400"/>
              <a:buNone/>
              <a:defRPr sz="1600">
                <a:solidFill>
                  <a:schemeClr val="lt2"/>
                </a:solidFill>
              </a:defRPr>
            </a:lvl1pPr>
            <a:lvl2pPr lvl="1" algn="ctr">
              <a:lnSpc>
                <a:spcPct val="100000"/>
              </a:lnSpc>
              <a:spcBef>
                <a:spcPts val="0"/>
              </a:spcBef>
              <a:spcAft>
                <a:spcPts val="0"/>
              </a:spcAft>
              <a:buSzPts val="2400"/>
              <a:buNone/>
              <a:defRPr sz="2400"/>
            </a:lvl2pPr>
            <a:lvl3pPr lvl="2" algn="ctr">
              <a:lnSpc>
                <a:spcPct val="100000"/>
              </a:lnSpc>
              <a:spcBef>
                <a:spcPts val="0"/>
              </a:spcBef>
              <a:spcAft>
                <a:spcPts val="0"/>
              </a:spcAft>
              <a:buSzPts val="2400"/>
              <a:buNone/>
              <a:defRPr sz="2400"/>
            </a:lvl3pPr>
            <a:lvl4pPr lvl="3" algn="ctr">
              <a:lnSpc>
                <a:spcPct val="100000"/>
              </a:lnSpc>
              <a:spcBef>
                <a:spcPts val="0"/>
              </a:spcBef>
              <a:spcAft>
                <a:spcPts val="0"/>
              </a:spcAft>
              <a:buSzPts val="2400"/>
              <a:buNone/>
              <a:defRPr sz="2400"/>
            </a:lvl4pPr>
            <a:lvl5pPr lvl="4" algn="ctr">
              <a:lnSpc>
                <a:spcPct val="100000"/>
              </a:lnSpc>
              <a:spcBef>
                <a:spcPts val="0"/>
              </a:spcBef>
              <a:spcAft>
                <a:spcPts val="0"/>
              </a:spcAft>
              <a:buSzPts val="2400"/>
              <a:buNone/>
              <a:defRPr sz="2400"/>
            </a:lvl5pPr>
            <a:lvl6pPr lvl="5" algn="ctr">
              <a:lnSpc>
                <a:spcPct val="100000"/>
              </a:lnSpc>
              <a:spcBef>
                <a:spcPts val="0"/>
              </a:spcBef>
              <a:spcAft>
                <a:spcPts val="0"/>
              </a:spcAft>
              <a:buSzPts val="2400"/>
              <a:buNone/>
              <a:defRPr sz="2400"/>
            </a:lvl6pPr>
            <a:lvl7pPr lvl="6" algn="ctr">
              <a:lnSpc>
                <a:spcPct val="100000"/>
              </a:lnSpc>
              <a:spcBef>
                <a:spcPts val="0"/>
              </a:spcBef>
              <a:spcAft>
                <a:spcPts val="0"/>
              </a:spcAft>
              <a:buSzPts val="2400"/>
              <a:buNone/>
              <a:defRPr sz="2400"/>
            </a:lvl7pPr>
            <a:lvl8pPr lvl="7" algn="ctr">
              <a:lnSpc>
                <a:spcPct val="100000"/>
              </a:lnSpc>
              <a:spcBef>
                <a:spcPts val="0"/>
              </a:spcBef>
              <a:spcAft>
                <a:spcPts val="0"/>
              </a:spcAft>
              <a:buSzPts val="2400"/>
              <a:buNone/>
              <a:defRPr sz="2400"/>
            </a:lvl8pPr>
            <a:lvl9pPr lvl="8" algn="ctr">
              <a:lnSpc>
                <a:spcPct val="100000"/>
              </a:lnSpc>
              <a:spcBef>
                <a:spcPts val="0"/>
              </a:spcBef>
              <a:spcAft>
                <a:spcPts val="0"/>
              </a:spcAft>
              <a:buSzPts val="2400"/>
              <a:buNone/>
              <a:defRPr sz="2400"/>
            </a:lvl9pPr>
          </a:lstStyle>
          <a:p/>
        </p:txBody>
      </p:sp>
      <p:sp>
        <p:nvSpPr>
          <p:cNvPr id="761" name="Google Shape;761;p64"/>
          <p:cNvSpPr txBox="1"/>
          <p:nvPr>
            <p:ph idx="6" type="subTitle"/>
          </p:nvPr>
        </p:nvSpPr>
        <p:spPr>
          <a:xfrm>
            <a:off x="1544848" y="3895083"/>
            <a:ext cx="2867100" cy="599400"/>
          </a:xfrm>
          <a:prstGeom prst="rect">
            <a:avLst/>
          </a:prstGeom>
          <a:noFill/>
          <a:ln cap="flat" cmpd="sng" w="9525">
            <a:solidFill>
              <a:schemeClr val="dk2"/>
            </a:solidFill>
            <a:prstDash val="solid"/>
            <a:round/>
            <a:headEnd len="sm" w="sm" type="none"/>
            <a:tailEnd len="sm" w="sm" type="none"/>
          </a:ln>
        </p:spPr>
        <p:txBody>
          <a:bodyPr anchorCtr="0" anchor="t" bIns="91425" lIns="91425" spcFirstLastPara="1" rIns="91425" wrap="square" tIns="91425">
            <a:noAutofit/>
          </a:bodyPr>
          <a:lstStyle>
            <a:lvl1pPr lvl="0" algn="l">
              <a:lnSpc>
                <a:spcPct val="100000"/>
              </a:lnSpc>
              <a:spcBef>
                <a:spcPts val="0"/>
              </a:spcBef>
              <a:spcAft>
                <a:spcPts val="0"/>
              </a:spcAft>
              <a:buSzPts val="1400"/>
              <a:buNone/>
              <a:defRPr sz="1400"/>
            </a:lvl1pPr>
            <a:lvl2pPr lvl="1" algn="ctr">
              <a:lnSpc>
                <a:spcPct val="100000"/>
              </a:lnSpc>
              <a:spcBef>
                <a:spcPts val="0"/>
              </a:spcBef>
              <a:spcAft>
                <a:spcPts val="0"/>
              </a:spcAft>
              <a:buSzPts val="1400"/>
              <a:buNone/>
              <a:defRPr/>
            </a:lvl2pPr>
            <a:lvl3pPr lvl="2" algn="ctr">
              <a:lnSpc>
                <a:spcPct val="100000"/>
              </a:lnSpc>
              <a:spcBef>
                <a:spcPts val="1600"/>
              </a:spcBef>
              <a:spcAft>
                <a:spcPts val="0"/>
              </a:spcAft>
              <a:buSzPts val="1400"/>
              <a:buNone/>
              <a:defRPr/>
            </a:lvl3pPr>
            <a:lvl4pPr lvl="3" algn="ctr">
              <a:lnSpc>
                <a:spcPct val="100000"/>
              </a:lnSpc>
              <a:spcBef>
                <a:spcPts val="1600"/>
              </a:spcBef>
              <a:spcAft>
                <a:spcPts val="0"/>
              </a:spcAft>
              <a:buSzPts val="1400"/>
              <a:buNone/>
              <a:defRPr/>
            </a:lvl4pPr>
            <a:lvl5pPr lvl="4" algn="ctr">
              <a:lnSpc>
                <a:spcPct val="100000"/>
              </a:lnSpc>
              <a:spcBef>
                <a:spcPts val="1600"/>
              </a:spcBef>
              <a:spcAft>
                <a:spcPts val="0"/>
              </a:spcAft>
              <a:buSzPts val="1400"/>
              <a:buNone/>
              <a:defRPr/>
            </a:lvl5pPr>
            <a:lvl6pPr lvl="5" algn="ctr">
              <a:lnSpc>
                <a:spcPct val="100000"/>
              </a:lnSpc>
              <a:spcBef>
                <a:spcPts val="1600"/>
              </a:spcBef>
              <a:spcAft>
                <a:spcPts val="0"/>
              </a:spcAft>
              <a:buSzPts val="1400"/>
              <a:buNone/>
              <a:defRPr/>
            </a:lvl6pPr>
            <a:lvl7pPr lvl="6" algn="ctr">
              <a:lnSpc>
                <a:spcPct val="100000"/>
              </a:lnSpc>
              <a:spcBef>
                <a:spcPts val="1600"/>
              </a:spcBef>
              <a:spcAft>
                <a:spcPts val="0"/>
              </a:spcAft>
              <a:buSzPts val="1400"/>
              <a:buNone/>
              <a:defRPr/>
            </a:lvl7pPr>
            <a:lvl8pPr lvl="7" algn="ctr">
              <a:lnSpc>
                <a:spcPct val="100000"/>
              </a:lnSpc>
              <a:spcBef>
                <a:spcPts val="1600"/>
              </a:spcBef>
              <a:spcAft>
                <a:spcPts val="0"/>
              </a:spcAft>
              <a:buSzPts val="1400"/>
              <a:buNone/>
              <a:defRPr/>
            </a:lvl8pPr>
            <a:lvl9pPr lvl="8" algn="ctr">
              <a:lnSpc>
                <a:spcPct val="100000"/>
              </a:lnSpc>
              <a:spcBef>
                <a:spcPts val="1600"/>
              </a:spcBef>
              <a:spcAft>
                <a:spcPts val="1600"/>
              </a:spcAft>
              <a:buSzPts val="1400"/>
              <a:buNone/>
              <a:defRPr/>
            </a:lvl9pPr>
          </a:lstStyle>
          <a:p/>
        </p:txBody>
      </p:sp>
      <p:sp>
        <p:nvSpPr>
          <p:cNvPr id="762" name="Google Shape;762;p64"/>
          <p:cNvSpPr txBox="1"/>
          <p:nvPr>
            <p:ph idx="7" type="title"/>
          </p:nvPr>
        </p:nvSpPr>
        <p:spPr>
          <a:xfrm>
            <a:off x="5556855" y="3367383"/>
            <a:ext cx="2867100" cy="5277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lvl1pPr lvl="0" algn="l">
              <a:lnSpc>
                <a:spcPct val="100000"/>
              </a:lnSpc>
              <a:spcBef>
                <a:spcPts val="0"/>
              </a:spcBef>
              <a:spcAft>
                <a:spcPts val="0"/>
              </a:spcAft>
              <a:buSzPts val="2400"/>
              <a:buNone/>
              <a:defRPr sz="1600">
                <a:solidFill>
                  <a:schemeClr val="lt2"/>
                </a:solidFill>
              </a:defRPr>
            </a:lvl1pPr>
            <a:lvl2pPr lvl="1" algn="ctr">
              <a:lnSpc>
                <a:spcPct val="100000"/>
              </a:lnSpc>
              <a:spcBef>
                <a:spcPts val="0"/>
              </a:spcBef>
              <a:spcAft>
                <a:spcPts val="0"/>
              </a:spcAft>
              <a:buSzPts val="2400"/>
              <a:buNone/>
              <a:defRPr sz="2400"/>
            </a:lvl2pPr>
            <a:lvl3pPr lvl="2" algn="ctr">
              <a:lnSpc>
                <a:spcPct val="100000"/>
              </a:lnSpc>
              <a:spcBef>
                <a:spcPts val="0"/>
              </a:spcBef>
              <a:spcAft>
                <a:spcPts val="0"/>
              </a:spcAft>
              <a:buSzPts val="2400"/>
              <a:buNone/>
              <a:defRPr sz="2400"/>
            </a:lvl3pPr>
            <a:lvl4pPr lvl="3" algn="ctr">
              <a:lnSpc>
                <a:spcPct val="100000"/>
              </a:lnSpc>
              <a:spcBef>
                <a:spcPts val="0"/>
              </a:spcBef>
              <a:spcAft>
                <a:spcPts val="0"/>
              </a:spcAft>
              <a:buSzPts val="2400"/>
              <a:buNone/>
              <a:defRPr sz="2400"/>
            </a:lvl4pPr>
            <a:lvl5pPr lvl="4" algn="ctr">
              <a:lnSpc>
                <a:spcPct val="100000"/>
              </a:lnSpc>
              <a:spcBef>
                <a:spcPts val="0"/>
              </a:spcBef>
              <a:spcAft>
                <a:spcPts val="0"/>
              </a:spcAft>
              <a:buSzPts val="2400"/>
              <a:buNone/>
              <a:defRPr sz="2400"/>
            </a:lvl5pPr>
            <a:lvl6pPr lvl="5" algn="ctr">
              <a:lnSpc>
                <a:spcPct val="100000"/>
              </a:lnSpc>
              <a:spcBef>
                <a:spcPts val="0"/>
              </a:spcBef>
              <a:spcAft>
                <a:spcPts val="0"/>
              </a:spcAft>
              <a:buSzPts val="2400"/>
              <a:buNone/>
              <a:defRPr sz="2400"/>
            </a:lvl6pPr>
            <a:lvl7pPr lvl="6" algn="ctr">
              <a:lnSpc>
                <a:spcPct val="100000"/>
              </a:lnSpc>
              <a:spcBef>
                <a:spcPts val="0"/>
              </a:spcBef>
              <a:spcAft>
                <a:spcPts val="0"/>
              </a:spcAft>
              <a:buSzPts val="2400"/>
              <a:buNone/>
              <a:defRPr sz="2400"/>
            </a:lvl7pPr>
            <a:lvl8pPr lvl="7" algn="ctr">
              <a:lnSpc>
                <a:spcPct val="100000"/>
              </a:lnSpc>
              <a:spcBef>
                <a:spcPts val="0"/>
              </a:spcBef>
              <a:spcAft>
                <a:spcPts val="0"/>
              </a:spcAft>
              <a:buSzPts val="2400"/>
              <a:buNone/>
              <a:defRPr sz="2400"/>
            </a:lvl8pPr>
            <a:lvl9pPr lvl="8" algn="ctr">
              <a:lnSpc>
                <a:spcPct val="100000"/>
              </a:lnSpc>
              <a:spcBef>
                <a:spcPts val="0"/>
              </a:spcBef>
              <a:spcAft>
                <a:spcPts val="0"/>
              </a:spcAft>
              <a:buSzPts val="2400"/>
              <a:buNone/>
              <a:defRPr sz="2400"/>
            </a:lvl9pPr>
          </a:lstStyle>
          <a:p/>
        </p:txBody>
      </p:sp>
      <p:sp>
        <p:nvSpPr>
          <p:cNvPr id="763" name="Google Shape;763;p64"/>
          <p:cNvSpPr txBox="1"/>
          <p:nvPr>
            <p:ph idx="8" type="subTitle"/>
          </p:nvPr>
        </p:nvSpPr>
        <p:spPr>
          <a:xfrm>
            <a:off x="5556877" y="3895083"/>
            <a:ext cx="2867100" cy="599400"/>
          </a:xfrm>
          <a:prstGeom prst="rect">
            <a:avLst/>
          </a:prstGeom>
          <a:noFill/>
          <a:ln cap="flat" cmpd="sng" w="9525">
            <a:solidFill>
              <a:schemeClr val="dk2"/>
            </a:solidFill>
            <a:prstDash val="solid"/>
            <a:round/>
            <a:headEnd len="sm" w="sm" type="none"/>
            <a:tailEnd len="sm" w="sm" type="none"/>
          </a:ln>
        </p:spPr>
        <p:txBody>
          <a:bodyPr anchorCtr="0" anchor="t" bIns="91425" lIns="91425" spcFirstLastPara="1" rIns="91425" wrap="square" tIns="91425">
            <a:noAutofit/>
          </a:bodyPr>
          <a:lstStyle>
            <a:lvl1pPr lvl="0" algn="l">
              <a:lnSpc>
                <a:spcPct val="100000"/>
              </a:lnSpc>
              <a:spcBef>
                <a:spcPts val="0"/>
              </a:spcBef>
              <a:spcAft>
                <a:spcPts val="0"/>
              </a:spcAft>
              <a:buSzPts val="1400"/>
              <a:buNone/>
              <a:defRPr sz="1400"/>
            </a:lvl1pPr>
            <a:lvl2pPr lvl="1" algn="ctr">
              <a:lnSpc>
                <a:spcPct val="100000"/>
              </a:lnSpc>
              <a:spcBef>
                <a:spcPts val="0"/>
              </a:spcBef>
              <a:spcAft>
                <a:spcPts val="0"/>
              </a:spcAft>
              <a:buSzPts val="1400"/>
              <a:buNone/>
              <a:defRPr/>
            </a:lvl2pPr>
            <a:lvl3pPr lvl="2" algn="ctr">
              <a:lnSpc>
                <a:spcPct val="100000"/>
              </a:lnSpc>
              <a:spcBef>
                <a:spcPts val="1600"/>
              </a:spcBef>
              <a:spcAft>
                <a:spcPts val="0"/>
              </a:spcAft>
              <a:buSzPts val="1400"/>
              <a:buNone/>
              <a:defRPr/>
            </a:lvl3pPr>
            <a:lvl4pPr lvl="3" algn="ctr">
              <a:lnSpc>
                <a:spcPct val="100000"/>
              </a:lnSpc>
              <a:spcBef>
                <a:spcPts val="1600"/>
              </a:spcBef>
              <a:spcAft>
                <a:spcPts val="0"/>
              </a:spcAft>
              <a:buSzPts val="1400"/>
              <a:buNone/>
              <a:defRPr/>
            </a:lvl4pPr>
            <a:lvl5pPr lvl="4" algn="ctr">
              <a:lnSpc>
                <a:spcPct val="100000"/>
              </a:lnSpc>
              <a:spcBef>
                <a:spcPts val="1600"/>
              </a:spcBef>
              <a:spcAft>
                <a:spcPts val="0"/>
              </a:spcAft>
              <a:buSzPts val="1400"/>
              <a:buNone/>
              <a:defRPr/>
            </a:lvl5pPr>
            <a:lvl6pPr lvl="5" algn="ctr">
              <a:lnSpc>
                <a:spcPct val="100000"/>
              </a:lnSpc>
              <a:spcBef>
                <a:spcPts val="1600"/>
              </a:spcBef>
              <a:spcAft>
                <a:spcPts val="0"/>
              </a:spcAft>
              <a:buSzPts val="1400"/>
              <a:buNone/>
              <a:defRPr/>
            </a:lvl6pPr>
            <a:lvl7pPr lvl="6" algn="ctr">
              <a:lnSpc>
                <a:spcPct val="100000"/>
              </a:lnSpc>
              <a:spcBef>
                <a:spcPts val="1600"/>
              </a:spcBef>
              <a:spcAft>
                <a:spcPts val="0"/>
              </a:spcAft>
              <a:buSzPts val="1400"/>
              <a:buNone/>
              <a:defRPr/>
            </a:lvl7pPr>
            <a:lvl8pPr lvl="7" algn="ctr">
              <a:lnSpc>
                <a:spcPct val="100000"/>
              </a:lnSpc>
              <a:spcBef>
                <a:spcPts val="1600"/>
              </a:spcBef>
              <a:spcAft>
                <a:spcPts val="0"/>
              </a:spcAft>
              <a:buSzPts val="1400"/>
              <a:buNone/>
              <a:defRPr/>
            </a:lvl8pPr>
            <a:lvl9pPr lvl="8" algn="ctr">
              <a:lnSpc>
                <a:spcPct val="100000"/>
              </a:lnSpc>
              <a:spcBef>
                <a:spcPts val="1600"/>
              </a:spcBef>
              <a:spcAft>
                <a:spcPts val="1600"/>
              </a:spcAft>
              <a:buSzPts val="1400"/>
              <a:buNone/>
              <a:defRPr/>
            </a:lvl9pPr>
          </a:lstStyle>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Numbers and text 1">
  <p:cSld name="BLANK_1_1_1_2_1">
    <p:spTree>
      <p:nvGrpSpPr>
        <p:cNvPr id="764" name="Shape 764"/>
        <p:cNvGrpSpPr/>
        <p:nvPr/>
      </p:nvGrpSpPr>
      <p:grpSpPr>
        <a:xfrm>
          <a:off x="0" y="0"/>
          <a:ext cx="0" cy="0"/>
          <a:chOff x="0" y="0"/>
          <a:chExt cx="0" cy="0"/>
        </a:xfrm>
      </p:grpSpPr>
      <p:grpSp>
        <p:nvGrpSpPr>
          <p:cNvPr id="765" name="Google Shape;765;p65"/>
          <p:cNvGrpSpPr/>
          <p:nvPr/>
        </p:nvGrpSpPr>
        <p:grpSpPr>
          <a:xfrm>
            <a:off x="7495226" y="1393376"/>
            <a:ext cx="755026" cy="1035656"/>
            <a:chOff x="5141975" y="584675"/>
            <a:chExt cx="922225" cy="1265000"/>
          </a:xfrm>
        </p:grpSpPr>
        <p:sp>
          <p:nvSpPr>
            <p:cNvPr id="766" name="Google Shape;766;p65"/>
            <p:cNvSpPr/>
            <p:nvPr/>
          </p:nvSpPr>
          <p:spPr>
            <a:xfrm>
              <a:off x="5589875" y="654525"/>
              <a:ext cx="329975" cy="74675"/>
            </a:xfrm>
            <a:custGeom>
              <a:rect b="b" l="l" r="r" t="t"/>
              <a:pathLst>
                <a:path extrusionOk="0" h="2987" w="13199">
                  <a:moveTo>
                    <a:pt x="1" y="0"/>
                  </a:moveTo>
                  <a:lnTo>
                    <a:pt x="13198" y="2986"/>
                  </a:lnTo>
                </a:path>
              </a:pathLst>
            </a:custGeom>
            <a:solidFill>
              <a:srgbClr val="0D1C2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7" name="Google Shape;767;p65"/>
            <p:cNvSpPr/>
            <p:nvPr/>
          </p:nvSpPr>
          <p:spPr>
            <a:xfrm>
              <a:off x="5588125" y="647200"/>
              <a:ext cx="333125" cy="88850"/>
            </a:xfrm>
            <a:custGeom>
              <a:rect b="b" l="l" r="r" t="t"/>
              <a:pathLst>
                <a:path extrusionOk="0" h="3554" w="13325">
                  <a:moveTo>
                    <a:pt x="129" y="0"/>
                  </a:moveTo>
                  <a:lnTo>
                    <a:pt x="0" y="569"/>
                  </a:lnTo>
                  <a:lnTo>
                    <a:pt x="13196" y="3554"/>
                  </a:lnTo>
                  <a:lnTo>
                    <a:pt x="13325" y="2984"/>
                  </a:lnTo>
                  <a:lnTo>
                    <a:pt x="129" y="0"/>
                  </a:lnTo>
                  <a:close/>
                </a:path>
              </a:pathLst>
            </a:cu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8" name="Google Shape;768;p65"/>
            <p:cNvSpPr/>
            <p:nvPr/>
          </p:nvSpPr>
          <p:spPr>
            <a:xfrm>
              <a:off x="5351750" y="1707200"/>
              <a:ext cx="329925" cy="74600"/>
            </a:xfrm>
            <a:custGeom>
              <a:rect b="b" l="l" r="r" t="t"/>
              <a:pathLst>
                <a:path extrusionOk="0" h="2984" w="13197">
                  <a:moveTo>
                    <a:pt x="1" y="0"/>
                  </a:moveTo>
                  <a:lnTo>
                    <a:pt x="13197" y="2984"/>
                  </a:lnTo>
                </a:path>
              </a:pathLst>
            </a:cu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9" name="Google Shape;769;p65"/>
            <p:cNvSpPr/>
            <p:nvPr/>
          </p:nvSpPr>
          <p:spPr>
            <a:xfrm>
              <a:off x="5350025" y="1699800"/>
              <a:ext cx="333125" cy="88850"/>
            </a:xfrm>
            <a:custGeom>
              <a:rect b="b" l="l" r="r" t="t"/>
              <a:pathLst>
                <a:path extrusionOk="0" h="3554" w="13325">
                  <a:moveTo>
                    <a:pt x="129" y="0"/>
                  </a:moveTo>
                  <a:lnTo>
                    <a:pt x="0" y="568"/>
                  </a:lnTo>
                  <a:lnTo>
                    <a:pt x="13196" y="3553"/>
                  </a:lnTo>
                  <a:lnTo>
                    <a:pt x="13325" y="2985"/>
                  </a:lnTo>
                  <a:lnTo>
                    <a:pt x="129" y="0"/>
                  </a:lnTo>
                  <a:close/>
                </a:path>
              </a:pathLst>
            </a:cu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70" name="Google Shape;770;p65"/>
            <p:cNvSpPr/>
            <p:nvPr/>
          </p:nvSpPr>
          <p:spPr>
            <a:xfrm>
              <a:off x="5470675" y="1029075"/>
              <a:ext cx="417400" cy="94425"/>
            </a:xfrm>
            <a:custGeom>
              <a:rect b="b" l="l" r="r" t="t"/>
              <a:pathLst>
                <a:path extrusionOk="0" h="3777" w="16696">
                  <a:moveTo>
                    <a:pt x="1" y="0"/>
                  </a:moveTo>
                  <a:lnTo>
                    <a:pt x="16696" y="3777"/>
                  </a:lnTo>
                </a:path>
              </a:pathLst>
            </a:custGeom>
            <a:solidFill>
              <a:srgbClr val="0D1C2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71" name="Google Shape;771;p65"/>
            <p:cNvSpPr/>
            <p:nvPr/>
          </p:nvSpPr>
          <p:spPr>
            <a:xfrm>
              <a:off x="5468900" y="1021725"/>
              <a:ext cx="420625" cy="108650"/>
            </a:xfrm>
            <a:custGeom>
              <a:rect b="b" l="l" r="r" t="t"/>
              <a:pathLst>
                <a:path extrusionOk="0" h="4346" w="16825">
                  <a:moveTo>
                    <a:pt x="129" y="1"/>
                  </a:moveTo>
                  <a:lnTo>
                    <a:pt x="0" y="569"/>
                  </a:lnTo>
                  <a:lnTo>
                    <a:pt x="16696" y="4345"/>
                  </a:lnTo>
                  <a:lnTo>
                    <a:pt x="16824" y="3777"/>
                  </a:lnTo>
                  <a:lnTo>
                    <a:pt x="129" y="1"/>
                  </a:lnTo>
                  <a:close/>
                </a:path>
              </a:pathLst>
            </a:cu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72" name="Google Shape;772;p65"/>
            <p:cNvSpPr/>
            <p:nvPr/>
          </p:nvSpPr>
          <p:spPr>
            <a:xfrm>
              <a:off x="5453100" y="1208525"/>
              <a:ext cx="362700" cy="82075"/>
            </a:xfrm>
            <a:custGeom>
              <a:rect b="b" l="l" r="r" t="t"/>
              <a:pathLst>
                <a:path extrusionOk="0" h="3283" w="14508">
                  <a:moveTo>
                    <a:pt x="1" y="1"/>
                  </a:moveTo>
                  <a:lnTo>
                    <a:pt x="14508" y="3282"/>
                  </a:lnTo>
                </a:path>
              </a:pathLst>
            </a:custGeom>
            <a:solidFill>
              <a:srgbClr val="0D1C2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73" name="Google Shape;773;p65"/>
            <p:cNvSpPr/>
            <p:nvPr/>
          </p:nvSpPr>
          <p:spPr>
            <a:xfrm>
              <a:off x="5451350" y="1201175"/>
              <a:ext cx="366000" cy="96275"/>
            </a:xfrm>
            <a:custGeom>
              <a:rect b="b" l="l" r="r" t="t"/>
              <a:pathLst>
                <a:path extrusionOk="0" h="3851" w="14640">
                  <a:moveTo>
                    <a:pt x="130" y="1"/>
                  </a:moveTo>
                  <a:lnTo>
                    <a:pt x="1" y="570"/>
                  </a:lnTo>
                  <a:lnTo>
                    <a:pt x="14510" y="3851"/>
                  </a:lnTo>
                  <a:lnTo>
                    <a:pt x="14639" y="3283"/>
                  </a:lnTo>
                  <a:lnTo>
                    <a:pt x="130" y="1"/>
                  </a:lnTo>
                  <a:close/>
                </a:path>
              </a:pathLst>
            </a:cu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74" name="Google Shape;774;p65"/>
            <p:cNvSpPr/>
            <p:nvPr/>
          </p:nvSpPr>
          <p:spPr>
            <a:xfrm>
              <a:off x="5450075" y="1120200"/>
              <a:ext cx="417400" cy="94425"/>
            </a:xfrm>
            <a:custGeom>
              <a:rect b="b" l="l" r="r" t="t"/>
              <a:pathLst>
                <a:path extrusionOk="0" h="3777" w="16696">
                  <a:moveTo>
                    <a:pt x="0" y="1"/>
                  </a:moveTo>
                  <a:lnTo>
                    <a:pt x="16695" y="3777"/>
                  </a:lnTo>
                </a:path>
              </a:pathLst>
            </a:custGeom>
            <a:solidFill>
              <a:srgbClr val="0D1C2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75" name="Google Shape;775;p65"/>
            <p:cNvSpPr/>
            <p:nvPr/>
          </p:nvSpPr>
          <p:spPr>
            <a:xfrm>
              <a:off x="5448375" y="1112900"/>
              <a:ext cx="420650" cy="108625"/>
            </a:xfrm>
            <a:custGeom>
              <a:rect b="b" l="l" r="r" t="t"/>
              <a:pathLst>
                <a:path extrusionOk="0" h="4345" w="16826">
                  <a:moveTo>
                    <a:pt x="130" y="0"/>
                  </a:moveTo>
                  <a:lnTo>
                    <a:pt x="1" y="568"/>
                  </a:lnTo>
                  <a:lnTo>
                    <a:pt x="16697" y="4345"/>
                  </a:lnTo>
                  <a:lnTo>
                    <a:pt x="16825" y="3776"/>
                  </a:lnTo>
                  <a:lnTo>
                    <a:pt x="130" y="0"/>
                  </a:lnTo>
                  <a:close/>
                </a:path>
              </a:pathLst>
            </a:cu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76" name="Google Shape;776;p65"/>
            <p:cNvSpPr/>
            <p:nvPr/>
          </p:nvSpPr>
          <p:spPr>
            <a:xfrm>
              <a:off x="5625775" y="749975"/>
              <a:ext cx="242450" cy="54875"/>
            </a:xfrm>
            <a:custGeom>
              <a:rect b="b" l="l" r="r" t="t"/>
              <a:pathLst>
                <a:path extrusionOk="0" h="2195" w="9698">
                  <a:moveTo>
                    <a:pt x="0" y="0"/>
                  </a:moveTo>
                  <a:lnTo>
                    <a:pt x="9697" y="2195"/>
                  </a:lnTo>
                </a:path>
              </a:pathLst>
            </a:custGeom>
            <a:solidFill>
              <a:srgbClr val="0D1C2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77" name="Google Shape;777;p65"/>
            <p:cNvSpPr/>
            <p:nvPr/>
          </p:nvSpPr>
          <p:spPr>
            <a:xfrm>
              <a:off x="5624000" y="742650"/>
              <a:ext cx="245725" cy="69075"/>
            </a:xfrm>
            <a:custGeom>
              <a:rect b="b" l="l" r="r" t="t"/>
              <a:pathLst>
                <a:path extrusionOk="0" h="2763" w="9829">
                  <a:moveTo>
                    <a:pt x="129" y="0"/>
                  </a:moveTo>
                  <a:lnTo>
                    <a:pt x="1" y="570"/>
                  </a:lnTo>
                  <a:lnTo>
                    <a:pt x="9699" y="2762"/>
                  </a:lnTo>
                  <a:lnTo>
                    <a:pt x="9828" y="2194"/>
                  </a:lnTo>
                  <a:lnTo>
                    <a:pt x="129" y="0"/>
                  </a:lnTo>
                  <a:close/>
                </a:path>
              </a:pathLst>
            </a:cu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78" name="Google Shape;778;p65"/>
            <p:cNvSpPr/>
            <p:nvPr/>
          </p:nvSpPr>
          <p:spPr>
            <a:xfrm>
              <a:off x="5458800" y="1437175"/>
              <a:ext cx="253425" cy="57350"/>
            </a:xfrm>
            <a:custGeom>
              <a:rect b="b" l="l" r="r" t="t"/>
              <a:pathLst>
                <a:path extrusionOk="0" h="2294" w="10137">
                  <a:moveTo>
                    <a:pt x="1" y="0"/>
                  </a:moveTo>
                  <a:lnTo>
                    <a:pt x="10136" y="2294"/>
                  </a:lnTo>
                </a:path>
              </a:pathLst>
            </a:custGeom>
            <a:solidFill>
              <a:srgbClr val="0D1C2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79" name="Google Shape;779;p65"/>
            <p:cNvSpPr/>
            <p:nvPr/>
          </p:nvSpPr>
          <p:spPr>
            <a:xfrm>
              <a:off x="5457150" y="1429825"/>
              <a:ext cx="256600" cy="71525"/>
            </a:xfrm>
            <a:custGeom>
              <a:rect b="b" l="l" r="r" t="t"/>
              <a:pathLst>
                <a:path extrusionOk="0" h="2861" w="10264">
                  <a:moveTo>
                    <a:pt x="129" y="0"/>
                  </a:moveTo>
                  <a:lnTo>
                    <a:pt x="0" y="569"/>
                  </a:lnTo>
                  <a:lnTo>
                    <a:pt x="10135" y="2861"/>
                  </a:lnTo>
                  <a:lnTo>
                    <a:pt x="10263" y="2293"/>
                  </a:lnTo>
                  <a:lnTo>
                    <a:pt x="129" y="0"/>
                  </a:lnTo>
                  <a:close/>
                </a:path>
              </a:pathLst>
            </a:cu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80" name="Google Shape;780;p65"/>
            <p:cNvSpPr/>
            <p:nvPr/>
          </p:nvSpPr>
          <p:spPr>
            <a:xfrm>
              <a:off x="5440025" y="1520250"/>
              <a:ext cx="242475" cy="54850"/>
            </a:xfrm>
            <a:custGeom>
              <a:rect b="b" l="l" r="r" t="t"/>
              <a:pathLst>
                <a:path extrusionOk="0" h="2194" w="9699">
                  <a:moveTo>
                    <a:pt x="0" y="1"/>
                  </a:moveTo>
                  <a:lnTo>
                    <a:pt x="9698" y="2193"/>
                  </a:lnTo>
                </a:path>
              </a:pathLst>
            </a:custGeom>
            <a:solidFill>
              <a:srgbClr val="0D1C2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81" name="Google Shape;781;p65"/>
            <p:cNvSpPr/>
            <p:nvPr/>
          </p:nvSpPr>
          <p:spPr>
            <a:xfrm>
              <a:off x="5438275" y="1512850"/>
              <a:ext cx="245650" cy="69075"/>
            </a:xfrm>
            <a:custGeom>
              <a:rect b="b" l="l" r="r" t="t"/>
              <a:pathLst>
                <a:path extrusionOk="0" h="2763" w="9826">
                  <a:moveTo>
                    <a:pt x="129" y="1"/>
                  </a:moveTo>
                  <a:lnTo>
                    <a:pt x="1" y="569"/>
                  </a:lnTo>
                  <a:lnTo>
                    <a:pt x="9698" y="2763"/>
                  </a:lnTo>
                  <a:lnTo>
                    <a:pt x="9826" y="2195"/>
                  </a:lnTo>
                  <a:lnTo>
                    <a:pt x="129" y="1"/>
                  </a:lnTo>
                  <a:close/>
                </a:path>
              </a:pathLst>
            </a:cu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82" name="Google Shape;782;p65"/>
            <p:cNvSpPr/>
            <p:nvPr/>
          </p:nvSpPr>
          <p:spPr>
            <a:xfrm>
              <a:off x="5578750" y="957750"/>
              <a:ext cx="242475" cy="54875"/>
            </a:xfrm>
            <a:custGeom>
              <a:rect b="b" l="l" r="r" t="t"/>
              <a:pathLst>
                <a:path extrusionOk="0" h="2195" w="9699">
                  <a:moveTo>
                    <a:pt x="1" y="0"/>
                  </a:moveTo>
                  <a:lnTo>
                    <a:pt x="9699" y="2194"/>
                  </a:lnTo>
                </a:path>
              </a:pathLst>
            </a:custGeom>
            <a:solidFill>
              <a:srgbClr val="0D1C2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83" name="Google Shape;783;p65"/>
            <p:cNvSpPr/>
            <p:nvPr/>
          </p:nvSpPr>
          <p:spPr>
            <a:xfrm>
              <a:off x="5577000" y="950375"/>
              <a:ext cx="245650" cy="69075"/>
            </a:xfrm>
            <a:custGeom>
              <a:rect b="b" l="l" r="r" t="t"/>
              <a:pathLst>
                <a:path extrusionOk="0" h="2763" w="9826">
                  <a:moveTo>
                    <a:pt x="129" y="1"/>
                  </a:moveTo>
                  <a:lnTo>
                    <a:pt x="0" y="569"/>
                  </a:lnTo>
                  <a:lnTo>
                    <a:pt x="9697" y="2762"/>
                  </a:lnTo>
                  <a:lnTo>
                    <a:pt x="9825" y="2193"/>
                  </a:lnTo>
                  <a:lnTo>
                    <a:pt x="129" y="1"/>
                  </a:lnTo>
                  <a:close/>
                </a:path>
              </a:pathLst>
            </a:cu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84" name="Google Shape;784;p65"/>
            <p:cNvSpPr/>
            <p:nvPr/>
          </p:nvSpPr>
          <p:spPr>
            <a:xfrm>
              <a:off x="5374425" y="584675"/>
              <a:ext cx="559375" cy="1265000"/>
            </a:xfrm>
            <a:custGeom>
              <a:rect b="b" l="l" r="r" t="t"/>
              <a:pathLst>
                <a:path extrusionOk="0" h="50600" w="22375">
                  <a:moveTo>
                    <a:pt x="9068" y="0"/>
                  </a:moveTo>
                  <a:cubicBezTo>
                    <a:pt x="8695" y="0"/>
                    <a:pt x="8348" y="235"/>
                    <a:pt x="8220" y="606"/>
                  </a:cubicBezTo>
                  <a:cubicBezTo>
                    <a:pt x="8140" y="835"/>
                    <a:pt x="6333" y="6301"/>
                    <a:pt x="11195" y="11430"/>
                  </a:cubicBezTo>
                  <a:cubicBezTo>
                    <a:pt x="11939" y="12216"/>
                    <a:pt x="12842" y="12991"/>
                    <a:pt x="13796" y="13812"/>
                  </a:cubicBezTo>
                  <a:cubicBezTo>
                    <a:pt x="16885" y="16467"/>
                    <a:pt x="20388" y="19477"/>
                    <a:pt x="19412" y="23786"/>
                  </a:cubicBezTo>
                  <a:cubicBezTo>
                    <a:pt x="18507" y="27787"/>
                    <a:pt x="14129" y="28741"/>
                    <a:pt x="9895" y="29666"/>
                  </a:cubicBezTo>
                  <a:cubicBezTo>
                    <a:pt x="5931" y="30529"/>
                    <a:pt x="1831" y="31422"/>
                    <a:pt x="1012" y="35033"/>
                  </a:cubicBezTo>
                  <a:cubicBezTo>
                    <a:pt x="1" y="39487"/>
                    <a:pt x="3620" y="41679"/>
                    <a:pt x="6812" y="43615"/>
                  </a:cubicBezTo>
                  <a:cubicBezTo>
                    <a:pt x="10109" y="45612"/>
                    <a:pt x="12079" y="47008"/>
                    <a:pt x="11602" y="49535"/>
                  </a:cubicBezTo>
                  <a:cubicBezTo>
                    <a:pt x="11510" y="50023"/>
                    <a:pt x="11830" y="50492"/>
                    <a:pt x="12317" y="50584"/>
                  </a:cubicBezTo>
                  <a:cubicBezTo>
                    <a:pt x="12374" y="50594"/>
                    <a:pt x="12429" y="50600"/>
                    <a:pt x="12484" y="50600"/>
                  </a:cubicBezTo>
                  <a:cubicBezTo>
                    <a:pt x="12906" y="50600"/>
                    <a:pt x="13283" y="50298"/>
                    <a:pt x="13365" y="49867"/>
                  </a:cubicBezTo>
                  <a:cubicBezTo>
                    <a:pt x="14106" y="45936"/>
                    <a:pt x="10725" y="43888"/>
                    <a:pt x="7743" y="42079"/>
                  </a:cubicBezTo>
                  <a:cubicBezTo>
                    <a:pt x="4193" y="39928"/>
                    <a:pt x="2084" y="38407"/>
                    <a:pt x="2762" y="35430"/>
                  </a:cubicBezTo>
                  <a:cubicBezTo>
                    <a:pt x="3328" y="32931"/>
                    <a:pt x="6548" y="32229"/>
                    <a:pt x="10277" y="31417"/>
                  </a:cubicBezTo>
                  <a:cubicBezTo>
                    <a:pt x="14836" y="30424"/>
                    <a:pt x="20005" y="29297"/>
                    <a:pt x="21162" y="24182"/>
                  </a:cubicBezTo>
                  <a:cubicBezTo>
                    <a:pt x="22375" y="18819"/>
                    <a:pt x="18267" y="15289"/>
                    <a:pt x="14966" y="12452"/>
                  </a:cubicBezTo>
                  <a:cubicBezTo>
                    <a:pt x="14047" y="11661"/>
                    <a:pt x="13180" y="10916"/>
                    <a:pt x="12498" y="10196"/>
                  </a:cubicBezTo>
                  <a:cubicBezTo>
                    <a:pt x="8415" y="5890"/>
                    <a:pt x="9849" y="1393"/>
                    <a:pt x="9916" y="1187"/>
                  </a:cubicBezTo>
                  <a:cubicBezTo>
                    <a:pt x="10077" y="719"/>
                    <a:pt x="9828" y="210"/>
                    <a:pt x="9361" y="49"/>
                  </a:cubicBezTo>
                  <a:cubicBezTo>
                    <a:pt x="9264" y="16"/>
                    <a:pt x="9165" y="0"/>
                    <a:pt x="9068" y="0"/>
                  </a:cubicBezTo>
                  <a:close/>
                </a:path>
              </a:pathLst>
            </a:cu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85" name="Google Shape;785;p65"/>
            <p:cNvSpPr/>
            <p:nvPr/>
          </p:nvSpPr>
          <p:spPr>
            <a:xfrm>
              <a:off x="5307375" y="660150"/>
              <a:ext cx="650775" cy="1109375"/>
            </a:xfrm>
            <a:custGeom>
              <a:rect b="b" l="l" r="r" t="t"/>
              <a:pathLst>
                <a:path extrusionOk="0" h="44375" w="26031">
                  <a:moveTo>
                    <a:pt x="25085" y="1"/>
                  </a:moveTo>
                  <a:cubicBezTo>
                    <a:pt x="24639" y="1"/>
                    <a:pt x="24248" y="335"/>
                    <a:pt x="24192" y="791"/>
                  </a:cubicBezTo>
                  <a:cubicBezTo>
                    <a:pt x="24169" y="990"/>
                    <a:pt x="23536" y="5678"/>
                    <a:pt x="17986" y="7814"/>
                  </a:cubicBezTo>
                  <a:cubicBezTo>
                    <a:pt x="17062" y="8169"/>
                    <a:pt x="15957" y="8469"/>
                    <a:pt x="14787" y="8787"/>
                  </a:cubicBezTo>
                  <a:cubicBezTo>
                    <a:pt x="10586" y="9926"/>
                    <a:pt x="5358" y="11345"/>
                    <a:pt x="4144" y="16708"/>
                  </a:cubicBezTo>
                  <a:cubicBezTo>
                    <a:pt x="2986" y="21823"/>
                    <a:pt x="7167" y="25063"/>
                    <a:pt x="10855" y="27924"/>
                  </a:cubicBezTo>
                  <a:cubicBezTo>
                    <a:pt x="13871" y="30262"/>
                    <a:pt x="16474" y="32282"/>
                    <a:pt x="15911" y="34780"/>
                  </a:cubicBezTo>
                  <a:cubicBezTo>
                    <a:pt x="15240" y="37760"/>
                    <a:pt x="12683" y="38226"/>
                    <a:pt x="8553" y="38640"/>
                  </a:cubicBezTo>
                  <a:cubicBezTo>
                    <a:pt x="5082" y="38987"/>
                    <a:pt x="1149" y="39381"/>
                    <a:pt x="127" y="43249"/>
                  </a:cubicBezTo>
                  <a:cubicBezTo>
                    <a:pt x="0" y="43727"/>
                    <a:pt x="285" y="44217"/>
                    <a:pt x="765" y="44345"/>
                  </a:cubicBezTo>
                  <a:cubicBezTo>
                    <a:pt x="842" y="44365"/>
                    <a:pt x="919" y="44375"/>
                    <a:pt x="995" y="44375"/>
                  </a:cubicBezTo>
                  <a:cubicBezTo>
                    <a:pt x="1392" y="44375"/>
                    <a:pt x="1755" y="44109"/>
                    <a:pt x="1864" y="43708"/>
                  </a:cubicBezTo>
                  <a:cubicBezTo>
                    <a:pt x="2520" y="41223"/>
                    <a:pt x="4898" y="40810"/>
                    <a:pt x="8733" y="40425"/>
                  </a:cubicBezTo>
                  <a:cubicBezTo>
                    <a:pt x="12448" y="40052"/>
                    <a:pt x="16659" y="39632"/>
                    <a:pt x="17663" y="35176"/>
                  </a:cubicBezTo>
                  <a:cubicBezTo>
                    <a:pt x="18477" y="31564"/>
                    <a:pt x="15161" y="28993"/>
                    <a:pt x="11955" y="26507"/>
                  </a:cubicBezTo>
                  <a:cubicBezTo>
                    <a:pt x="8531" y="23852"/>
                    <a:pt x="4989" y="21106"/>
                    <a:pt x="5895" y="17104"/>
                  </a:cubicBezTo>
                  <a:cubicBezTo>
                    <a:pt x="6870" y="12794"/>
                    <a:pt x="11325" y="11585"/>
                    <a:pt x="15256" y="10518"/>
                  </a:cubicBezTo>
                  <a:cubicBezTo>
                    <a:pt x="16472" y="10187"/>
                    <a:pt x="17619" y="9876"/>
                    <a:pt x="18629" y="9488"/>
                  </a:cubicBezTo>
                  <a:cubicBezTo>
                    <a:pt x="25226" y="6952"/>
                    <a:pt x="25947" y="1240"/>
                    <a:pt x="25975" y="997"/>
                  </a:cubicBezTo>
                  <a:cubicBezTo>
                    <a:pt x="26030" y="507"/>
                    <a:pt x="25678" y="65"/>
                    <a:pt x="25188" y="7"/>
                  </a:cubicBezTo>
                  <a:cubicBezTo>
                    <a:pt x="25154" y="3"/>
                    <a:pt x="25119" y="1"/>
                    <a:pt x="25085" y="1"/>
                  </a:cubicBezTo>
                  <a:close/>
                </a:path>
              </a:pathLst>
            </a:cu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86" name="Google Shape;786;p65"/>
            <p:cNvSpPr/>
            <p:nvPr/>
          </p:nvSpPr>
          <p:spPr>
            <a:xfrm>
              <a:off x="5980500" y="901400"/>
              <a:ext cx="83700" cy="73425"/>
            </a:xfrm>
            <a:custGeom>
              <a:rect b="b" l="l" r="r" t="t"/>
              <a:pathLst>
                <a:path extrusionOk="0" h="2937" w="3348">
                  <a:moveTo>
                    <a:pt x="1674" y="1"/>
                  </a:moveTo>
                  <a:cubicBezTo>
                    <a:pt x="1406" y="1"/>
                    <a:pt x="1135" y="74"/>
                    <a:pt x="891" y="228"/>
                  </a:cubicBezTo>
                  <a:cubicBezTo>
                    <a:pt x="205" y="659"/>
                    <a:pt x="0" y="1566"/>
                    <a:pt x="434" y="2251"/>
                  </a:cubicBezTo>
                  <a:cubicBezTo>
                    <a:pt x="712" y="2694"/>
                    <a:pt x="1188" y="2936"/>
                    <a:pt x="1675" y="2936"/>
                  </a:cubicBezTo>
                  <a:cubicBezTo>
                    <a:pt x="1943" y="2936"/>
                    <a:pt x="2214" y="2863"/>
                    <a:pt x="2457" y="2710"/>
                  </a:cubicBezTo>
                  <a:cubicBezTo>
                    <a:pt x="3143" y="2277"/>
                    <a:pt x="3348" y="1371"/>
                    <a:pt x="2916" y="686"/>
                  </a:cubicBezTo>
                  <a:cubicBezTo>
                    <a:pt x="2637" y="243"/>
                    <a:pt x="2161" y="1"/>
                    <a:pt x="1674" y="1"/>
                  </a:cubicBezTo>
                  <a:close/>
                </a:path>
              </a:pathLst>
            </a:custGeom>
            <a:solidFill>
              <a:schemeClr val="accent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87" name="Google Shape;787;p65"/>
            <p:cNvSpPr/>
            <p:nvPr/>
          </p:nvSpPr>
          <p:spPr>
            <a:xfrm>
              <a:off x="5216050" y="1573200"/>
              <a:ext cx="83675" cy="73425"/>
            </a:xfrm>
            <a:custGeom>
              <a:rect b="b" l="l" r="r" t="t"/>
              <a:pathLst>
                <a:path extrusionOk="0" h="2937" w="3347">
                  <a:moveTo>
                    <a:pt x="1672" y="1"/>
                  </a:moveTo>
                  <a:cubicBezTo>
                    <a:pt x="1405" y="1"/>
                    <a:pt x="1134" y="74"/>
                    <a:pt x="891" y="228"/>
                  </a:cubicBezTo>
                  <a:cubicBezTo>
                    <a:pt x="205" y="661"/>
                    <a:pt x="0" y="1567"/>
                    <a:pt x="434" y="2252"/>
                  </a:cubicBezTo>
                  <a:cubicBezTo>
                    <a:pt x="712" y="2695"/>
                    <a:pt x="1188" y="2937"/>
                    <a:pt x="1675" y="2937"/>
                  </a:cubicBezTo>
                  <a:cubicBezTo>
                    <a:pt x="1942" y="2937"/>
                    <a:pt x="2214" y="2863"/>
                    <a:pt x="2457" y="2710"/>
                  </a:cubicBezTo>
                  <a:cubicBezTo>
                    <a:pt x="3142" y="2278"/>
                    <a:pt x="3347" y="1372"/>
                    <a:pt x="2916" y="687"/>
                  </a:cubicBezTo>
                  <a:cubicBezTo>
                    <a:pt x="2636" y="244"/>
                    <a:pt x="2159" y="1"/>
                    <a:pt x="1672" y="1"/>
                  </a:cubicBezTo>
                  <a:close/>
                </a:path>
              </a:pathLst>
            </a:custGeom>
            <a:solidFill>
              <a:schemeClr val="accent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88" name="Google Shape;788;p65"/>
            <p:cNvSpPr/>
            <p:nvPr/>
          </p:nvSpPr>
          <p:spPr>
            <a:xfrm>
              <a:off x="5300775" y="1212850"/>
              <a:ext cx="83675" cy="73400"/>
            </a:xfrm>
            <a:custGeom>
              <a:rect b="b" l="l" r="r" t="t"/>
              <a:pathLst>
                <a:path extrusionOk="0" h="2936" w="3347">
                  <a:moveTo>
                    <a:pt x="1673" y="0"/>
                  </a:moveTo>
                  <a:cubicBezTo>
                    <a:pt x="1405" y="0"/>
                    <a:pt x="1134" y="73"/>
                    <a:pt x="891" y="226"/>
                  </a:cubicBezTo>
                  <a:cubicBezTo>
                    <a:pt x="205" y="660"/>
                    <a:pt x="0" y="1566"/>
                    <a:pt x="434" y="2251"/>
                  </a:cubicBezTo>
                  <a:cubicBezTo>
                    <a:pt x="713" y="2693"/>
                    <a:pt x="1189" y="2936"/>
                    <a:pt x="1676" y="2936"/>
                  </a:cubicBezTo>
                  <a:cubicBezTo>
                    <a:pt x="1943" y="2936"/>
                    <a:pt x="2214" y="2862"/>
                    <a:pt x="2457" y="2708"/>
                  </a:cubicBezTo>
                  <a:cubicBezTo>
                    <a:pt x="3142" y="2276"/>
                    <a:pt x="3347" y="1370"/>
                    <a:pt x="2916" y="685"/>
                  </a:cubicBezTo>
                  <a:cubicBezTo>
                    <a:pt x="2636" y="242"/>
                    <a:pt x="2160" y="0"/>
                    <a:pt x="1673" y="0"/>
                  </a:cubicBezTo>
                  <a:close/>
                </a:path>
              </a:pathLst>
            </a:custGeom>
            <a:solidFill>
              <a:schemeClr val="accent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89" name="Google Shape;789;p65"/>
            <p:cNvSpPr/>
            <p:nvPr/>
          </p:nvSpPr>
          <p:spPr>
            <a:xfrm>
              <a:off x="5874725" y="1642875"/>
              <a:ext cx="83675" cy="73425"/>
            </a:xfrm>
            <a:custGeom>
              <a:rect b="b" l="l" r="r" t="t"/>
              <a:pathLst>
                <a:path extrusionOk="0" h="2937" w="3347">
                  <a:moveTo>
                    <a:pt x="1673" y="0"/>
                  </a:moveTo>
                  <a:cubicBezTo>
                    <a:pt x="1405" y="0"/>
                    <a:pt x="1135" y="74"/>
                    <a:pt x="892" y="227"/>
                  </a:cubicBezTo>
                  <a:cubicBezTo>
                    <a:pt x="205" y="660"/>
                    <a:pt x="1" y="1566"/>
                    <a:pt x="433" y="2251"/>
                  </a:cubicBezTo>
                  <a:cubicBezTo>
                    <a:pt x="711" y="2694"/>
                    <a:pt x="1188" y="2936"/>
                    <a:pt x="1675" y="2936"/>
                  </a:cubicBezTo>
                  <a:cubicBezTo>
                    <a:pt x="1943" y="2936"/>
                    <a:pt x="2214" y="2863"/>
                    <a:pt x="2457" y="2709"/>
                  </a:cubicBezTo>
                  <a:cubicBezTo>
                    <a:pt x="3142" y="2276"/>
                    <a:pt x="3347" y="1370"/>
                    <a:pt x="2915" y="686"/>
                  </a:cubicBezTo>
                  <a:cubicBezTo>
                    <a:pt x="2637" y="243"/>
                    <a:pt x="2160" y="0"/>
                    <a:pt x="1673" y="0"/>
                  </a:cubicBezTo>
                  <a:close/>
                </a:path>
              </a:pathLst>
            </a:custGeom>
            <a:solidFill>
              <a:schemeClr val="accent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90" name="Google Shape;790;p65"/>
            <p:cNvSpPr/>
            <p:nvPr/>
          </p:nvSpPr>
          <p:spPr>
            <a:xfrm>
              <a:off x="5522825" y="804775"/>
              <a:ext cx="25625" cy="22500"/>
            </a:xfrm>
            <a:custGeom>
              <a:rect b="b" l="l" r="r" t="t"/>
              <a:pathLst>
                <a:path extrusionOk="0" h="900" w="1025">
                  <a:moveTo>
                    <a:pt x="511" y="1"/>
                  </a:moveTo>
                  <a:cubicBezTo>
                    <a:pt x="429" y="1"/>
                    <a:pt x="346" y="23"/>
                    <a:pt x="272" y="70"/>
                  </a:cubicBezTo>
                  <a:cubicBezTo>
                    <a:pt x="62" y="203"/>
                    <a:pt x="0" y="481"/>
                    <a:pt x="133" y="690"/>
                  </a:cubicBezTo>
                  <a:cubicBezTo>
                    <a:pt x="218" y="825"/>
                    <a:pt x="364" y="899"/>
                    <a:pt x="513" y="899"/>
                  </a:cubicBezTo>
                  <a:cubicBezTo>
                    <a:pt x="595" y="899"/>
                    <a:pt x="678" y="877"/>
                    <a:pt x="752" y="829"/>
                  </a:cubicBezTo>
                  <a:cubicBezTo>
                    <a:pt x="961" y="698"/>
                    <a:pt x="1024" y="421"/>
                    <a:pt x="891" y="210"/>
                  </a:cubicBezTo>
                  <a:cubicBezTo>
                    <a:pt x="805" y="75"/>
                    <a:pt x="660" y="1"/>
                    <a:pt x="511" y="1"/>
                  </a:cubicBezTo>
                  <a:close/>
                </a:path>
              </a:pathLst>
            </a:custGeom>
            <a:solidFill>
              <a:schemeClr val="accent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91" name="Google Shape;791;p65"/>
            <p:cNvSpPr/>
            <p:nvPr/>
          </p:nvSpPr>
          <p:spPr>
            <a:xfrm>
              <a:off x="5886275" y="1432775"/>
              <a:ext cx="25625" cy="22475"/>
            </a:xfrm>
            <a:custGeom>
              <a:rect b="b" l="l" r="r" t="t"/>
              <a:pathLst>
                <a:path extrusionOk="0" h="899" w="1025">
                  <a:moveTo>
                    <a:pt x="512" y="0"/>
                  </a:moveTo>
                  <a:cubicBezTo>
                    <a:pt x="430" y="0"/>
                    <a:pt x="347" y="23"/>
                    <a:pt x="273" y="70"/>
                  </a:cubicBezTo>
                  <a:cubicBezTo>
                    <a:pt x="64" y="203"/>
                    <a:pt x="1" y="481"/>
                    <a:pt x="134" y="690"/>
                  </a:cubicBezTo>
                  <a:cubicBezTo>
                    <a:pt x="219" y="825"/>
                    <a:pt x="364" y="898"/>
                    <a:pt x="513" y="898"/>
                  </a:cubicBezTo>
                  <a:cubicBezTo>
                    <a:pt x="595" y="898"/>
                    <a:pt x="678" y="876"/>
                    <a:pt x="752" y="829"/>
                  </a:cubicBezTo>
                  <a:cubicBezTo>
                    <a:pt x="961" y="697"/>
                    <a:pt x="1025" y="420"/>
                    <a:pt x="892" y="209"/>
                  </a:cubicBezTo>
                  <a:cubicBezTo>
                    <a:pt x="806" y="75"/>
                    <a:pt x="660" y="0"/>
                    <a:pt x="512" y="0"/>
                  </a:cubicBezTo>
                  <a:close/>
                </a:path>
              </a:pathLst>
            </a:custGeom>
            <a:solidFill>
              <a:schemeClr val="accent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92" name="Google Shape;792;p65"/>
            <p:cNvSpPr/>
            <p:nvPr/>
          </p:nvSpPr>
          <p:spPr>
            <a:xfrm>
              <a:off x="5470075" y="652650"/>
              <a:ext cx="25625" cy="22450"/>
            </a:xfrm>
            <a:custGeom>
              <a:rect b="b" l="l" r="r" t="t"/>
              <a:pathLst>
                <a:path extrusionOk="0" h="898" w="1025">
                  <a:moveTo>
                    <a:pt x="512" y="0"/>
                  </a:moveTo>
                  <a:cubicBezTo>
                    <a:pt x="430" y="0"/>
                    <a:pt x="347" y="23"/>
                    <a:pt x="273" y="70"/>
                  </a:cubicBezTo>
                  <a:cubicBezTo>
                    <a:pt x="63" y="203"/>
                    <a:pt x="0" y="480"/>
                    <a:pt x="133" y="688"/>
                  </a:cubicBezTo>
                  <a:cubicBezTo>
                    <a:pt x="219" y="824"/>
                    <a:pt x="365" y="898"/>
                    <a:pt x="514" y="898"/>
                  </a:cubicBezTo>
                  <a:cubicBezTo>
                    <a:pt x="596" y="898"/>
                    <a:pt x="679" y="876"/>
                    <a:pt x="753" y="829"/>
                  </a:cubicBezTo>
                  <a:cubicBezTo>
                    <a:pt x="963" y="696"/>
                    <a:pt x="1024" y="419"/>
                    <a:pt x="892" y="209"/>
                  </a:cubicBezTo>
                  <a:cubicBezTo>
                    <a:pt x="807" y="74"/>
                    <a:pt x="661" y="0"/>
                    <a:pt x="512" y="0"/>
                  </a:cubicBezTo>
                  <a:close/>
                </a:path>
              </a:pathLst>
            </a:custGeom>
            <a:solidFill>
              <a:schemeClr val="accent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93" name="Google Shape;793;p65"/>
            <p:cNvSpPr/>
            <p:nvPr/>
          </p:nvSpPr>
          <p:spPr>
            <a:xfrm>
              <a:off x="5406650" y="729075"/>
              <a:ext cx="38350" cy="33675"/>
            </a:xfrm>
            <a:custGeom>
              <a:rect b="b" l="l" r="r" t="t"/>
              <a:pathLst>
                <a:path extrusionOk="0" h="1347" w="1534">
                  <a:moveTo>
                    <a:pt x="768" y="1"/>
                  </a:moveTo>
                  <a:cubicBezTo>
                    <a:pt x="645" y="1"/>
                    <a:pt x="521" y="34"/>
                    <a:pt x="409" y="105"/>
                  </a:cubicBezTo>
                  <a:cubicBezTo>
                    <a:pt x="95" y="303"/>
                    <a:pt x="1" y="718"/>
                    <a:pt x="199" y="1032"/>
                  </a:cubicBezTo>
                  <a:cubicBezTo>
                    <a:pt x="327" y="1236"/>
                    <a:pt x="545" y="1346"/>
                    <a:pt x="768" y="1346"/>
                  </a:cubicBezTo>
                  <a:cubicBezTo>
                    <a:pt x="891" y="1346"/>
                    <a:pt x="1015" y="1313"/>
                    <a:pt x="1126" y="1242"/>
                  </a:cubicBezTo>
                  <a:cubicBezTo>
                    <a:pt x="1440" y="1044"/>
                    <a:pt x="1534" y="629"/>
                    <a:pt x="1336" y="315"/>
                  </a:cubicBezTo>
                  <a:cubicBezTo>
                    <a:pt x="1209" y="112"/>
                    <a:pt x="991" y="1"/>
                    <a:pt x="768" y="1"/>
                  </a:cubicBezTo>
                  <a:close/>
                </a:path>
              </a:pathLst>
            </a:custGeom>
            <a:solidFill>
              <a:schemeClr val="accent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94" name="Google Shape;794;p65"/>
            <p:cNvSpPr/>
            <p:nvPr/>
          </p:nvSpPr>
          <p:spPr>
            <a:xfrm>
              <a:off x="5398750" y="1312925"/>
              <a:ext cx="38375" cy="33700"/>
            </a:xfrm>
            <a:custGeom>
              <a:rect b="b" l="l" r="r" t="t"/>
              <a:pathLst>
                <a:path extrusionOk="0" h="1348" w="1535">
                  <a:moveTo>
                    <a:pt x="767" y="1"/>
                  </a:moveTo>
                  <a:cubicBezTo>
                    <a:pt x="644" y="1"/>
                    <a:pt x="520" y="34"/>
                    <a:pt x="409" y="105"/>
                  </a:cubicBezTo>
                  <a:cubicBezTo>
                    <a:pt x="95" y="303"/>
                    <a:pt x="0" y="719"/>
                    <a:pt x="199" y="1032"/>
                  </a:cubicBezTo>
                  <a:cubicBezTo>
                    <a:pt x="327" y="1236"/>
                    <a:pt x="546" y="1347"/>
                    <a:pt x="769" y="1347"/>
                  </a:cubicBezTo>
                  <a:cubicBezTo>
                    <a:pt x="891" y="1347"/>
                    <a:pt x="1015" y="1314"/>
                    <a:pt x="1126" y="1243"/>
                  </a:cubicBezTo>
                  <a:cubicBezTo>
                    <a:pt x="1441" y="1045"/>
                    <a:pt x="1534" y="629"/>
                    <a:pt x="1336" y="316"/>
                  </a:cubicBezTo>
                  <a:cubicBezTo>
                    <a:pt x="1208" y="112"/>
                    <a:pt x="990" y="1"/>
                    <a:pt x="767" y="1"/>
                  </a:cubicBezTo>
                  <a:close/>
                </a:path>
              </a:pathLst>
            </a:custGeom>
            <a:solidFill>
              <a:schemeClr val="accent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95" name="Google Shape;795;p65"/>
            <p:cNvSpPr/>
            <p:nvPr/>
          </p:nvSpPr>
          <p:spPr>
            <a:xfrm>
              <a:off x="5811900" y="1586075"/>
              <a:ext cx="38350" cy="33675"/>
            </a:xfrm>
            <a:custGeom>
              <a:rect b="b" l="l" r="r" t="t"/>
              <a:pathLst>
                <a:path extrusionOk="0" h="1347" w="1534">
                  <a:moveTo>
                    <a:pt x="767" y="0"/>
                  </a:moveTo>
                  <a:cubicBezTo>
                    <a:pt x="645" y="0"/>
                    <a:pt x="521" y="34"/>
                    <a:pt x="409" y="104"/>
                  </a:cubicBezTo>
                  <a:cubicBezTo>
                    <a:pt x="94" y="302"/>
                    <a:pt x="1" y="718"/>
                    <a:pt x="199" y="1031"/>
                  </a:cubicBezTo>
                  <a:cubicBezTo>
                    <a:pt x="327" y="1235"/>
                    <a:pt x="545" y="1346"/>
                    <a:pt x="769" y="1346"/>
                  </a:cubicBezTo>
                  <a:cubicBezTo>
                    <a:pt x="891" y="1346"/>
                    <a:pt x="1015" y="1313"/>
                    <a:pt x="1126" y="1243"/>
                  </a:cubicBezTo>
                  <a:cubicBezTo>
                    <a:pt x="1439" y="1044"/>
                    <a:pt x="1534" y="628"/>
                    <a:pt x="1336" y="315"/>
                  </a:cubicBezTo>
                  <a:cubicBezTo>
                    <a:pt x="1208" y="112"/>
                    <a:pt x="990" y="0"/>
                    <a:pt x="767" y="0"/>
                  </a:cubicBezTo>
                  <a:close/>
                </a:path>
              </a:pathLst>
            </a:custGeom>
            <a:solidFill>
              <a:schemeClr val="accent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96" name="Google Shape;796;p65"/>
            <p:cNvSpPr/>
            <p:nvPr/>
          </p:nvSpPr>
          <p:spPr>
            <a:xfrm>
              <a:off x="6007450" y="716175"/>
              <a:ext cx="25625" cy="22450"/>
            </a:xfrm>
            <a:custGeom>
              <a:rect b="b" l="l" r="r" t="t"/>
              <a:pathLst>
                <a:path extrusionOk="0" h="898" w="1025">
                  <a:moveTo>
                    <a:pt x="512" y="0"/>
                  </a:moveTo>
                  <a:cubicBezTo>
                    <a:pt x="430" y="0"/>
                    <a:pt x="348" y="23"/>
                    <a:pt x="273" y="70"/>
                  </a:cubicBezTo>
                  <a:cubicBezTo>
                    <a:pt x="64" y="203"/>
                    <a:pt x="1" y="480"/>
                    <a:pt x="134" y="688"/>
                  </a:cubicBezTo>
                  <a:cubicBezTo>
                    <a:pt x="220" y="824"/>
                    <a:pt x="365" y="898"/>
                    <a:pt x="514" y="898"/>
                  </a:cubicBezTo>
                  <a:cubicBezTo>
                    <a:pt x="596" y="898"/>
                    <a:pt x="678" y="876"/>
                    <a:pt x="753" y="829"/>
                  </a:cubicBezTo>
                  <a:cubicBezTo>
                    <a:pt x="964" y="697"/>
                    <a:pt x="1025" y="419"/>
                    <a:pt x="892" y="209"/>
                  </a:cubicBezTo>
                  <a:cubicBezTo>
                    <a:pt x="806" y="74"/>
                    <a:pt x="661" y="0"/>
                    <a:pt x="512" y="0"/>
                  </a:cubicBezTo>
                  <a:close/>
                </a:path>
              </a:pathLst>
            </a:custGeom>
            <a:solidFill>
              <a:schemeClr val="accent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97" name="Google Shape;797;p65"/>
            <p:cNvSpPr/>
            <p:nvPr/>
          </p:nvSpPr>
          <p:spPr>
            <a:xfrm>
              <a:off x="5950675" y="826300"/>
              <a:ext cx="25600" cy="22450"/>
            </a:xfrm>
            <a:custGeom>
              <a:rect b="b" l="l" r="r" t="t"/>
              <a:pathLst>
                <a:path extrusionOk="0" h="898" w="1024">
                  <a:moveTo>
                    <a:pt x="511" y="1"/>
                  </a:moveTo>
                  <a:cubicBezTo>
                    <a:pt x="429" y="1"/>
                    <a:pt x="347" y="23"/>
                    <a:pt x="272" y="70"/>
                  </a:cubicBezTo>
                  <a:cubicBezTo>
                    <a:pt x="63" y="203"/>
                    <a:pt x="0" y="480"/>
                    <a:pt x="133" y="689"/>
                  </a:cubicBezTo>
                  <a:cubicBezTo>
                    <a:pt x="219" y="824"/>
                    <a:pt x="365" y="898"/>
                    <a:pt x="514" y="898"/>
                  </a:cubicBezTo>
                  <a:cubicBezTo>
                    <a:pt x="596" y="898"/>
                    <a:pt x="679" y="875"/>
                    <a:pt x="753" y="828"/>
                  </a:cubicBezTo>
                  <a:cubicBezTo>
                    <a:pt x="962" y="697"/>
                    <a:pt x="1024" y="420"/>
                    <a:pt x="892" y="210"/>
                  </a:cubicBezTo>
                  <a:cubicBezTo>
                    <a:pt x="806" y="75"/>
                    <a:pt x="660" y="1"/>
                    <a:pt x="511" y="1"/>
                  </a:cubicBezTo>
                  <a:close/>
                </a:path>
              </a:pathLst>
            </a:custGeom>
            <a:solidFill>
              <a:schemeClr val="accent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98" name="Google Shape;798;p65"/>
            <p:cNvSpPr/>
            <p:nvPr/>
          </p:nvSpPr>
          <p:spPr>
            <a:xfrm>
              <a:off x="5141975" y="1575375"/>
              <a:ext cx="25625" cy="22475"/>
            </a:xfrm>
            <a:custGeom>
              <a:rect b="b" l="l" r="r" t="t"/>
              <a:pathLst>
                <a:path extrusionOk="0" h="899" w="1025">
                  <a:moveTo>
                    <a:pt x="512" y="0"/>
                  </a:moveTo>
                  <a:cubicBezTo>
                    <a:pt x="430" y="0"/>
                    <a:pt x="348" y="23"/>
                    <a:pt x="273" y="70"/>
                  </a:cubicBezTo>
                  <a:cubicBezTo>
                    <a:pt x="64" y="203"/>
                    <a:pt x="1" y="481"/>
                    <a:pt x="134" y="690"/>
                  </a:cubicBezTo>
                  <a:cubicBezTo>
                    <a:pt x="220" y="824"/>
                    <a:pt x="366" y="898"/>
                    <a:pt x="515" y="898"/>
                  </a:cubicBezTo>
                  <a:cubicBezTo>
                    <a:pt x="597" y="898"/>
                    <a:pt x="679" y="876"/>
                    <a:pt x="754" y="829"/>
                  </a:cubicBezTo>
                  <a:cubicBezTo>
                    <a:pt x="964" y="697"/>
                    <a:pt x="1025" y="419"/>
                    <a:pt x="893" y="209"/>
                  </a:cubicBezTo>
                  <a:cubicBezTo>
                    <a:pt x="807" y="74"/>
                    <a:pt x="661" y="0"/>
                    <a:pt x="512" y="0"/>
                  </a:cubicBezTo>
                  <a:close/>
                </a:path>
              </a:pathLst>
            </a:custGeom>
            <a:solidFill>
              <a:schemeClr val="accent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99" name="Google Shape;799;p65"/>
            <p:cNvSpPr/>
            <p:nvPr/>
          </p:nvSpPr>
          <p:spPr>
            <a:xfrm>
              <a:off x="5809750" y="1771000"/>
              <a:ext cx="25625" cy="22475"/>
            </a:xfrm>
            <a:custGeom>
              <a:rect b="b" l="l" r="r" t="t"/>
              <a:pathLst>
                <a:path extrusionOk="0" h="899" w="1025">
                  <a:moveTo>
                    <a:pt x="511" y="1"/>
                  </a:moveTo>
                  <a:cubicBezTo>
                    <a:pt x="429" y="1"/>
                    <a:pt x="346" y="23"/>
                    <a:pt x="272" y="71"/>
                  </a:cubicBezTo>
                  <a:cubicBezTo>
                    <a:pt x="63" y="204"/>
                    <a:pt x="1" y="480"/>
                    <a:pt x="133" y="689"/>
                  </a:cubicBezTo>
                  <a:cubicBezTo>
                    <a:pt x="218" y="824"/>
                    <a:pt x="364" y="898"/>
                    <a:pt x="513" y="898"/>
                  </a:cubicBezTo>
                  <a:cubicBezTo>
                    <a:pt x="595" y="898"/>
                    <a:pt x="678" y="876"/>
                    <a:pt x="752" y="829"/>
                  </a:cubicBezTo>
                  <a:cubicBezTo>
                    <a:pt x="962" y="698"/>
                    <a:pt x="1025" y="420"/>
                    <a:pt x="892" y="210"/>
                  </a:cubicBezTo>
                  <a:cubicBezTo>
                    <a:pt x="806" y="75"/>
                    <a:pt x="660" y="1"/>
                    <a:pt x="511" y="1"/>
                  </a:cubicBezTo>
                  <a:close/>
                </a:path>
              </a:pathLst>
            </a:custGeom>
            <a:solidFill>
              <a:schemeClr val="accent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00" name="Google Shape;800;p65"/>
            <p:cNvSpPr/>
            <p:nvPr/>
          </p:nvSpPr>
          <p:spPr>
            <a:xfrm>
              <a:off x="5859200" y="929125"/>
              <a:ext cx="25625" cy="22450"/>
            </a:xfrm>
            <a:custGeom>
              <a:rect b="b" l="l" r="r" t="t"/>
              <a:pathLst>
                <a:path extrusionOk="0" h="898" w="1025">
                  <a:moveTo>
                    <a:pt x="512" y="0"/>
                  </a:moveTo>
                  <a:cubicBezTo>
                    <a:pt x="430" y="0"/>
                    <a:pt x="347" y="23"/>
                    <a:pt x="272" y="70"/>
                  </a:cubicBezTo>
                  <a:cubicBezTo>
                    <a:pt x="63" y="203"/>
                    <a:pt x="1" y="480"/>
                    <a:pt x="134" y="689"/>
                  </a:cubicBezTo>
                  <a:cubicBezTo>
                    <a:pt x="219" y="824"/>
                    <a:pt x="365" y="898"/>
                    <a:pt x="513" y="898"/>
                  </a:cubicBezTo>
                  <a:cubicBezTo>
                    <a:pt x="595" y="898"/>
                    <a:pt x="678" y="875"/>
                    <a:pt x="752" y="828"/>
                  </a:cubicBezTo>
                  <a:cubicBezTo>
                    <a:pt x="962" y="697"/>
                    <a:pt x="1025" y="420"/>
                    <a:pt x="892" y="209"/>
                  </a:cubicBezTo>
                  <a:cubicBezTo>
                    <a:pt x="806" y="75"/>
                    <a:pt x="661" y="0"/>
                    <a:pt x="512" y="0"/>
                  </a:cubicBezTo>
                  <a:close/>
                </a:path>
              </a:pathLst>
            </a:custGeom>
            <a:solidFill>
              <a:schemeClr val="accent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01" name="Google Shape;801;p65"/>
            <p:cNvSpPr/>
            <p:nvPr/>
          </p:nvSpPr>
          <p:spPr>
            <a:xfrm>
              <a:off x="5256950" y="1084700"/>
              <a:ext cx="25625" cy="22450"/>
            </a:xfrm>
            <a:custGeom>
              <a:rect b="b" l="l" r="r" t="t"/>
              <a:pathLst>
                <a:path extrusionOk="0" h="898" w="1025">
                  <a:moveTo>
                    <a:pt x="512" y="0"/>
                  </a:moveTo>
                  <a:cubicBezTo>
                    <a:pt x="430" y="0"/>
                    <a:pt x="347" y="23"/>
                    <a:pt x="273" y="70"/>
                  </a:cubicBezTo>
                  <a:cubicBezTo>
                    <a:pt x="64" y="202"/>
                    <a:pt x="0" y="479"/>
                    <a:pt x="133" y="689"/>
                  </a:cubicBezTo>
                  <a:cubicBezTo>
                    <a:pt x="219" y="823"/>
                    <a:pt x="365" y="898"/>
                    <a:pt x="513" y="898"/>
                  </a:cubicBezTo>
                  <a:cubicBezTo>
                    <a:pt x="595" y="898"/>
                    <a:pt x="678" y="875"/>
                    <a:pt x="752" y="828"/>
                  </a:cubicBezTo>
                  <a:cubicBezTo>
                    <a:pt x="963" y="696"/>
                    <a:pt x="1024" y="419"/>
                    <a:pt x="891" y="209"/>
                  </a:cubicBezTo>
                  <a:cubicBezTo>
                    <a:pt x="806" y="74"/>
                    <a:pt x="660" y="0"/>
                    <a:pt x="512" y="0"/>
                  </a:cubicBezTo>
                  <a:close/>
                </a:path>
              </a:pathLst>
            </a:custGeom>
            <a:solidFill>
              <a:schemeClr val="accent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802" name="Google Shape;802;p65"/>
          <p:cNvGrpSpPr/>
          <p:nvPr/>
        </p:nvGrpSpPr>
        <p:grpSpPr>
          <a:xfrm rot="-1183679">
            <a:off x="816932" y="1445906"/>
            <a:ext cx="1240952" cy="1102962"/>
            <a:chOff x="4461213" y="1170525"/>
            <a:chExt cx="1781750" cy="1583625"/>
          </a:xfrm>
        </p:grpSpPr>
        <p:sp>
          <p:nvSpPr>
            <p:cNvPr id="803" name="Google Shape;803;p65"/>
            <p:cNvSpPr/>
            <p:nvPr/>
          </p:nvSpPr>
          <p:spPr>
            <a:xfrm>
              <a:off x="5010638" y="1640650"/>
              <a:ext cx="320525" cy="793375"/>
            </a:xfrm>
            <a:custGeom>
              <a:rect b="b" l="l" r="r" t="t"/>
              <a:pathLst>
                <a:path extrusionOk="0" h="31735" w="12821">
                  <a:moveTo>
                    <a:pt x="10595" y="1"/>
                  </a:moveTo>
                  <a:cubicBezTo>
                    <a:pt x="10537" y="1"/>
                    <a:pt x="10477" y="7"/>
                    <a:pt x="10418" y="20"/>
                  </a:cubicBezTo>
                  <a:cubicBezTo>
                    <a:pt x="9971" y="117"/>
                    <a:pt x="9688" y="559"/>
                    <a:pt x="9787" y="1007"/>
                  </a:cubicBezTo>
                  <a:cubicBezTo>
                    <a:pt x="9936" y="1682"/>
                    <a:pt x="10162" y="2283"/>
                    <a:pt x="10382" y="2864"/>
                  </a:cubicBezTo>
                  <a:cubicBezTo>
                    <a:pt x="10774" y="3899"/>
                    <a:pt x="11111" y="4793"/>
                    <a:pt x="10924" y="5895"/>
                  </a:cubicBezTo>
                  <a:cubicBezTo>
                    <a:pt x="10654" y="7490"/>
                    <a:pt x="9473" y="9408"/>
                    <a:pt x="7768" y="11028"/>
                  </a:cubicBezTo>
                  <a:cubicBezTo>
                    <a:pt x="7358" y="11417"/>
                    <a:pt x="6921" y="11780"/>
                    <a:pt x="6499" y="12132"/>
                  </a:cubicBezTo>
                  <a:cubicBezTo>
                    <a:pt x="4803" y="13548"/>
                    <a:pt x="3049" y="15012"/>
                    <a:pt x="3222" y="18037"/>
                  </a:cubicBezTo>
                  <a:cubicBezTo>
                    <a:pt x="3302" y="19465"/>
                    <a:pt x="3973" y="20857"/>
                    <a:pt x="4621" y="22201"/>
                  </a:cubicBezTo>
                  <a:cubicBezTo>
                    <a:pt x="5562" y="24157"/>
                    <a:pt x="6452" y="26007"/>
                    <a:pt x="5522" y="27776"/>
                  </a:cubicBezTo>
                  <a:cubicBezTo>
                    <a:pt x="4842" y="29071"/>
                    <a:pt x="3026" y="30077"/>
                    <a:pt x="1499" y="30077"/>
                  </a:cubicBezTo>
                  <a:cubicBezTo>
                    <a:pt x="1334" y="30077"/>
                    <a:pt x="1173" y="30065"/>
                    <a:pt x="1016" y="30041"/>
                  </a:cubicBezTo>
                  <a:cubicBezTo>
                    <a:pt x="972" y="30034"/>
                    <a:pt x="929" y="30030"/>
                    <a:pt x="886" y="30030"/>
                  </a:cubicBezTo>
                  <a:cubicBezTo>
                    <a:pt x="484" y="30030"/>
                    <a:pt x="133" y="30323"/>
                    <a:pt x="69" y="30733"/>
                  </a:cubicBezTo>
                  <a:cubicBezTo>
                    <a:pt x="1" y="31185"/>
                    <a:pt x="310" y="31609"/>
                    <a:pt x="762" y="31679"/>
                  </a:cubicBezTo>
                  <a:cubicBezTo>
                    <a:pt x="1000" y="31716"/>
                    <a:pt x="1241" y="31734"/>
                    <a:pt x="1488" y="31734"/>
                  </a:cubicBezTo>
                  <a:cubicBezTo>
                    <a:pt x="3628" y="31734"/>
                    <a:pt x="6023" y="30391"/>
                    <a:pt x="6989" y="28544"/>
                  </a:cubicBezTo>
                  <a:cubicBezTo>
                    <a:pt x="8306" y="26035"/>
                    <a:pt x="7140" y="23613"/>
                    <a:pt x="6112" y="21479"/>
                  </a:cubicBezTo>
                  <a:cubicBezTo>
                    <a:pt x="5508" y="20223"/>
                    <a:pt x="4937" y="19040"/>
                    <a:pt x="4874" y="17939"/>
                  </a:cubicBezTo>
                  <a:cubicBezTo>
                    <a:pt x="4750" y="15746"/>
                    <a:pt x="5927" y="14763"/>
                    <a:pt x="7561" y="13402"/>
                  </a:cubicBezTo>
                  <a:cubicBezTo>
                    <a:pt x="8004" y="13033"/>
                    <a:pt x="8459" y="12653"/>
                    <a:pt x="8908" y="12226"/>
                  </a:cubicBezTo>
                  <a:cubicBezTo>
                    <a:pt x="9847" y="11337"/>
                    <a:pt x="12083" y="8962"/>
                    <a:pt x="12558" y="6172"/>
                  </a:cubicBezTo>
                  <a:cubicBezTo>
                    <a:pt x="12821" y="4628"/>
                    <a:pt x="12369" y="3433"/>
                    <a:pt x="11933" y="2277"/>
                  </a:cubicBezTo>
                  <a:cubicBezTo>
                    <a:pt x="11724" y="1729"/>
                    <a:pt x="11526" y="1209"/>
                    <a:pt x="11405" y="651"/>
                  </a:cubicBezTo>
                  <a:cubicBezTo>
                    <a:pt x="11319" y="263"/>
                    <a:pt x="10975" y="1"/>
                    <a:pt x="10595" y="1"/>
                  </a:cubicBezTo>
                  <a:close/>
                </a:path>
              </a:pathLst>
            </a:cu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04" name="Google Shape;804;p65"/>
            <p:cNvSpPr/>
            <p:nvPr/>
          </p:nvSpPr>
          <p:spPr>
            <a:xfrm>
              <a:off x="5082563" y="2379150"/>
              <a:ext cx="45975" cy="41000"/>
            </a:xfrm>
            <a:custGeom>
              <a:rect b="b" l="l" r="r" t="t"/>
              <a:pathLst>
                <a:path extrusionOk="0" h="1640" w="1839">
                  <a:moveTo>
                    <a:pt x="537" y="0"/>
                  </a:moveTo>
                  <a:cubicBezTo>
                    <a:pt x="359" y="82"/>
                    <a:pt x="183" y="157"/>
                    <a:pt x="0" y="220"/>
                  </a:cubicBezTo>
                  <a:cubicBezTo>
                    <a:pt x="422" y="701"/>
                    <a:pt x="849" y="1174"/>
                    <a:pt x="1285" y="1639"/>
                  </a:cubicBezTo>
                  <a:cubicBezTo>
                    <a:pt x="1474" y="1552"/>
                    <a:pt x="1658" y="1453"/>
                    <a:pt x="1839" y="1350"/>
                  </a:cubicBezTo>
                  <a:cubicBezTo>
                    <a:pt x="1404" y="900"/>
                    <a:pt x="972" y="449"/>
                    <a:pt x="537" y="0"/>
                  </a:cubicBez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05" name="Google Shape;805;p65"/>
            <p:cNvSpPr/>
            <p:nvPr/>
          </p:nvSpPr>
          <p:spPr>
            <a:xfrm>
              <a:off x="5097763" y="2133650"/>
              <a:ext cx="89600" cy="92850"/>
            </a:xfrm>
            <a:custGeom>
              <a:rect b="b" l="l" r="r" t="t"/>
              <a:pathLst>
                <a:path extrusionOk="0" h="3714" w="3584">
                  <a:moveTo>
                    <a:pt x="0" y="1"/>
                  </a:moveTo>
                  <a:cubicBezTo>
                    <a:pt x="222" y="692"/>
                    <a:pt x="524" y="1371"/>
                    <a:pt x="843" y="2039"/>
                  </a:cubicBezTo>
                  <a:cubicBezTo>
                    <a:pt x="1754" y="2602"/>
                    <a:pt x="2668" y="3160"/>
                    <a:pt x="3584" y="3713"/>
                  </a:cubicBezTo>
                  <a:cubicBezTo>
                    <a:pt x="3321" y="3031"/>
                    <a:pt x="3004" y="2368"/>
                    <a:pt x="2697" y="1730"/>
                  </a:cubicBezTo>
                  <a:cubicBezTo>
                    <a:pt x="2627" y="1583"/>
                    <a:pt x="2555" y="1437"/>
                    <a:pt x="2487" y="1290"/>
                  </a:cubicBezTo>
                  <a:cubicBezTo>
                    <a:pt x="1671" y="831"/>
                    <a:pt x="844" y="393"/>
                    <a:pt x="0" y="1"/>
                  </a:cubicBez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06" name="Google Shape;806;p65"/>
            <p:cNvSpPr/>
            <p:nvPr/>
          </p:nvSpPr>
          <p:spPr>
            <a:xfrm>
              <a:off x="5253438" y="1665375"/>
              <a:ext cx="73325" cy="86000"/>
            </a:xfrm>
            <a:custGeom>
              <a:rect b="b" l="l" r="r" t="t"/>
              <a:pathLst>
                <a:path extrusionOk="0" h="3440" w="2933">
                  <a:moveTo>
                    <a:pt x="0" y="1"/>
                  </a:moveTo>
                  <a:lnTo>
                    <a:pt x="0" y="1"/>
                  </a:lnTo>
                  <a:cubicBezTo>
                    <a:pt x="2" y="12"/>
                    <a:pt x="2" y="25"/>
                    <a:pt x="3" y="35"/>
                  </a:cubicBezTo>
                  <a:cubicBezTo>
                    <a:pt x="153" y="716"/>
                    <a:pt x="381" y="1321"/>
                    <a:pt x="603" y="1903"/>
                  </a:cubicBezTo>
                  <a:cubicBezTo>
                    <a:pt x="610" y="1923"/>
                    <a:pt x="617" y="1943"/>
                    <a:pt x="624" y="1961"/>
                  </a:cubicBezTo>
                  <a:cubicBezTo>
                    <a:pt x="1377" y="2480"/>
                    <a:pt x="2146" y="2973"/>
                    <a:pt x="2933" y="3440"/>
                  </a:cubicBezTo>
                  <a:cubicBezTo>
                    <a:pt x="2827" y="2749"/>
                    <a:pt x="2611" y="2122"/>
                    <a:pt x="2384" y="1510"/>
                  </a:cubicBezTo>
                  <a:cubicBezTo>
                    <a:pt x="1568" y="1044"/>
                    <a:pt x="773" y="543"/>
                    <a:pt x="0" y="1"/>
                  </a:cubicBez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07" name="Google Shape;807;p65"/>
            <p:cNvSpPr/>
            <p:nvPr/>
          </p:nvSpPr>
          <p:spPr>
            <a:xfrm>
              <a:off x="5185338" y="1921150"/>
              <a:ext cx="51675" cy="36050"/>
            </a:xfrm>
            <a:custGeom>
              <a:rect b="b" l="l" r="r" t="t"/>
              <a:pathLst>
                <a:path extrusionOk="0" h="1442" w="2067">
                  <a:moveTo>
                    <a:pt x="457" y="1"/>
                  </a:moveTo>
                  <a:cubicBezTo>
                    <a:pt x="304" y="137"/>
                    <a:pt x="157" y="274"/>
                    <a:pt x="1" y="406"/>
                  </a:cubicBezTo>
                  <a:cubicBezTo>
                    <a:pt x="523" y="742"/>
                    <a:pt x="1041" y="1089"/>
                    <a:pt x="1556" y="1441"/>
                  </a:cubicBezTo>
                  <a:cubicBezTo>
                    <a:pt x="1696" y="1318"/>
                    <a:pt x="1835" y="1197"/>
                    <a:pt x="1975" y="1064"/>
                  </a:cubicBezTo>
                  <a:cubicBezTo>
                    <a:pt x="2003" y="1038"/>
                    <a:pt x="2035" y="1005"/>
                    <a:pt x="2066" y="975"/>
                  </a:cubicBezTo>
                  <a:cubicBezTo>
                    <a:pt x="1524" y="660"/>
                    <a:pt x="988" y="334"/>
                    <a:pt x="457" y="1"/>
                  </a:cubicBez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08" name="Google Shape;808;p65"/>
            <p:cNvSpPr/>
            <p:nvPr/>
          </p:nvSpPr>
          <p:spPr>
            <a:xfrm>
              <a:off x="4728113" y="1751750"/>
              <a:ext cx="299150" cy="948275"/>
            </a:xfrm>
            <a:custGeom>
              <a:rect b="b" l="l" r="r" t="t"/>
              <a:pathLst>
                <a:path extrusionOk="0" h="37931" w="11966">
                  <a:moveTo>
                    <a:pt x="5418" y="0"/>
                  </a:moveTo>
                  <a:cubicBezTo>
                    <a:pt x="2439" y="0"/>
                    <a:pt x="0" y="2438"/>
                    <a:pt x="0" y="5419"/>
                  </a:cubicBezTo>
                  <a:lnTo>
                    <a:pt x="0" y="32513"/>
                  </a:lnTo>
                  <a:cubicBezTo>
                    <a:pt x="0" y="35492"/>
                    <a:pt x="2438" y="37931"/>
                    <a:pt x="5418" y="37931"/>
                  </a:cubicBezTo>
                  <a:lnTo>
                    <a:pt x="6546" y="37931"/>
                  </a:lnTo>
                  <a:cubicBezTo>
                    <a:pt x="9525" y="37931"/>
                    <a:pt x="11965" y="35492"/>
                    <a:pt x="11965" y="32513"/>
                  </a:cubicBezTo>
                  <a:lnTo>
                    <a:pt x="11965" y="5419"/>
                  </a:lnTo>
                  <a:cubicBezTo>
                    <a:pt x="11965" y="2439"/>
                    <a:pt x="9528" y="0"/>
                    <a:pt x="6546" y="0"/>
                  </a:cubicBez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09" name="Google Shape;809;p65"/>
            <p:cNvSpPr/>
            <p:nvPr/>
          </p:nvSpPr>
          <p:spPr>
            <a:xfrm>
              <a:off x="5200263" y="1170525"/>
              <a:ext cx="769750" cy="538325"/>
            </a:xfrm>
            <a:custGeom>
              <a:rect b="b" l="l" r="r" t="t"/>
              <a:pathLst>
                <a:path extrusionOk="0" h="21533" w="30790">
                  <a:moveTo>
                    <a:pt x="6625" y="1"/>
                  </a:moveTo>
                  <a:cubicBezTo>
                    <a:pt x="4856" y="1"/>
                    <a:pt x="3140" y="954"/>
                    <a:pt x="2259" y="2618"/>
                  </a:cubicBezTo>
                  <a:lnTo>
                    <a:pt x="1266" y="4494"/>
                  </a:lnTo>
                  <a:cubicBezTo>
                    <a:pt x="0" y="6887"/>
                    <a:pt x="923" y="9880"/>
                    <a:pt x="3316" y="11146"/>
                  </a:cubicBezTo>
                  <a:lnTo>
                    <a:pt x="21879" y="20965"/>
                  </a:lnTo>
                  <a:cubicBezTo>
                    <a:pt x="22607" y="21350"/>
                    <a:pt x="23391" y="21533"/>
                    <a:pt x="24165" y="21533"/>
                  </a:cubicBezTo>
                  <a:cubicBezTo>
                    <a:pt x="25933" y="21533"/>
                    <a:pt x="27650" y="20580"/>
                    <a:pt x="28531" y="18915"/>
                  </a:cubicBezTo>
                  <a:lnTo>
                    <a:pt x="29523" y="17040"/>
                  </a:lnTo>
                  <a:cubicBezTo>
                    <a:pt x="30789" y="14648"/>
                    <a:pt x="29867" y="11654"/>
                    <a:pt x="27473" y="10388"/>
                  </a:cubicBezTo>
                  <a:lnTo>
                    <a:pt x="8911" y="569"/>
                  </a:lnTo>
                  <a:cubicBezTo>
                    <a:pt x="8183" y="183"/>
                    <a:pt x="7399" y="1"/>
                    <a:pt x="6625" y="1"/>
                  </a:cubicBez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10" name="Google Shape;810;p65"/>
            <p:cNvSpPr/>
            <p:nvPr/>
          </p:nvSpPr>
          <p:spPr>
            <a:xfrm>
              <a:off x="4688563" y="1248425"/>
              <a:ext cx="795925" cy="769550"/>
            </a:xfrm>
            <a:custGeom>
              <a:rect b="b" l="l" r="r" t="t"/>
              <a:pathLst>
                <a:path extrusionOk="0" h="30782" w="31837">
                  <a:moveTo>
                    <a:pt x="25099" y="1"/>
                  </a:moveTo>
                  <a:cubicBezTo>
                    <a:pt x="23710" y="1"/>
                    <a:pt x="22321" y="528"/>
                    <a:pt x="21266" y="1582"/>
                  </a:cubicBezTo>
                  <a:lnTo>
                    <a:pt x="2107" y="20740"/>
                  </a:lnTo>
                  <a:cubicBezTo>
                    <a:pt x="0" y="22849"/>
                    <a:pt x="0" y="26296"/>
                    <a:pt x="2107" y="28405"/>
                  </a:cubicBezTo>
                  <a:lnTo>
                    <a:pt x="2906" y="29201"/>
                  </a:lnTo>
                  <a:cubicBezTo>
                    <a:pt x="3960" y="30255"/>
                    <a:pt x="5349" y="30782"/>
                    <a:pt x="6737" y="30782"/>
                  </a:cubicBezTo>
                  <a:cubicBezTo>
                    <a:pt x="8126" y="30782"/>
                    <a:pt x="9515" y="30255"/>
                    <a:pt x="10569" y="29201"/>
                  </a:cubicBezTo>
                  <a:lnTo>
                    <a:pt x="29728" y="10044"/>
                  </a:lnTo>
                  <a:cubicBezTo>
                    <a:pt x="31837" y="7935"/>
                    <a:pt x="31837" y="4488"/>
                    <a:pt x="29728" y="2379"/>
                  </a:cubicBezTo>
                  <a:lnTo>
                    <a:pt x="28930" y="1582"/>
                  </a:lnTo>
                  <a:cubicBezTo>
                    <a:pt x="27876" y="528"/>
                    <a:pt x="26487" y="1"/>
                    <a:pt x="25099" y="1"/>
                  </a:cubicBezTo>
                  <a:close/>
                </a:path>
              </a:pathLst>
            </a:cu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11" name="Google Shape;811;p65"/>
            <p:cNvSpPr/>
            <p:nvPr/>
          </p:nvSpPr>
          <p:spPr>
            <a:xfrm>
              <a:off x="4461213" y="2451675"/>
              <a:ext cx="848250" cy="302475"/>
            </a:xfrm>
            <a:custGeom>
              <a:rect b="b" l="l" r="r" t="t"/>
              <a:pathLst>
                <a:path extrusionOk="0" h="12099" w="33930">
                  <a:moveTo>
                    <a:pt x="16965" y="0"/>
                  </a:moveTo>
                  <a:cubicBezTo>
                    <a:pt x="9103" y="0"/>
                    <a:pt x="2425" y="5060"/>
                    <a:pt x="0" y="12098"/>
                  </a:cubicBezTo>
                  <a:lnTo>
                    <a:pt x="33930" y="12098"/>
                  </a:lnTo>
                  <a:cubicBezTo>
                    <a:pt x="31505" y="5060"/>
                    <a:pt x="24827" y="0"/>
                    <a:pt x="16965" y="0"/>
                  </a:cubicBezTo>
                  <a:close/>
                </a:path>
              </a:pathLst>
            </a:custGeom>
            <a:solidFill>
              <a:schemeClr val="accent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12" name="Google Shape;812;p65"/>
            <p:cNvSpPr/>
            <p:nvPr/>
          </p:nvSpPr>
          <p:spPr>
            <a:xfrm>
              <a:off x="4718563" y="2314125"/>
              <a:ext cx="328050" cy="298875"/>
            </a:xfrm>
            <a:custGeom>
              <a:rect b="b" l="l" r="r" t="t"/>
              <a:pathLst>
                <a:path extrusionOk="0" h="11955" w="13122">
                  <a:moveTo>
                    <a:pt x="6560" y="0"/>
                  </a:moveTo>
                  <a:cubicBezTo>
                    <a:pt x="5031" y="0"/>
                    <a:pt x="3502" y="584"/>
                    <a:pt x="2335" y="1751"/>
                  </a:cubicBezTo>
                  <a:cubicBezTo>
                    <a:pt x="0" y="4084"/>
                    <a:pt x="0" y="7871"/>
                    <a:pt x="2335" y="10204"/>
                  </a:cubicBezTo>
                  <a:cubicBezTo>
                    <a:pt x="3502" y="11371"/>
                    <a:pt x="5031" y="11954"/>
                    <a:pt x="6561" y="11954"/>
                  </a:cubicBezTo>
                  <a:cubicBezTo>
                    <a:pt x="8091" y="11954"/>
                    <a:pt x="9621" y="11371"/>
                    <a:pt x="10788" y="10204"/>
                  </a:cubicBezTo>
                  <a:cubicBezTo>
                    <a:pt x="13121" y="7871"/>
                    <a:pt x="13121" y="4084"/>
                    <a:pt x="10788" y="1751"/>
                  </a:cubicBezTo>
                  <a:cubicBezTo>
                    <a:pt x="9620" y="584"/>
                    <a:pt x="8090" y="0"/>
                    <a:pt x="6560" y="0"/>
                  </a:cubicBezTo>
                  <a:close/>
                </a:path>
              </a:pathLst>
            </a:cu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13" name="Google Shape;813;p65"/>
            <p:cNvSpPr/>
            <p:nvPr/>
          </p:nvSpPr>
          <p:spPr>
            <a:xfrm>
              <a:off x="4793763" y="2386275"/>
              <a:ext cx="176375" cy="160675"/>
            </a:xfrm>
            <a:custGeom>
              <a:rect b="b" l="l" r="r" t="t"/>
              <a:pathLst>
                <a:path extrusionOk="0" h="6427" w="7055">
                  <a:moveTo>
                    <a:pt x="3528" y="0"/>
                  </a:moveTo>
                  <a:cubicBezTo>
                    <a:pt x="2706" y="0"/>
                    <a:pt x="1883" y="314"/>
                    <a:pt x="1255" y="941"/>
                  </a:cubicBezTo>
                  <a:cubicBezTo>
                    <a:pt x="1" y="2197"/>
                    <a:pt x="1" y="4230"/>
                    <a:pt x="1255" y="5486"/>
                  </a:cubicBezTo>
                  <a:cubicBezTo>
                    <a:pt x="1883" y="6113"/>
                    <a:pt x="2706" y="6427"/>
                    <a:pt x="3528" y="6427"/>
                  </a:cubicBezTo>
                  <a:cubicBezTo>
                    <a:pt x="4350" y="6427"/>
                    <a:pt x="5172" y="6113"/>
                    <a:pt x="5800" y="5486"/>
                  </a:cubicBezTo>
                  <a:cubicBezTo>
                    <a:pt x="7055" y="4230"/>
                    <a:pt x="7055" y="2197"/>
                    <a:pt x="5800" y="941"/>
                  </a:cubicBezTo>
                  <a:cubicBezTo>
                    <a:pt x="5172" y="314"/>
                    <a:pt x="4350" y="0"/>
                    <a:pt x="3528" y="0"/>
                  </a:cubicBez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14" name="Google Shape;814;p65"/>
            <p:cNvSpPr/>
            <p:nvPr/>
          </p:nvSpPr>
          <p:spPr>
            <a:xfrm>
              <a:off x="4827888" y="2417375"/>
              <a:ext cx="108100" cy="98500"/>
            </a:xfrm>
            <a:custGeom>
              <a:rect b="b" l="l" r="r" t="t"/>
              <a:pathLst>
                <a:path extrusionOk="0" h="3940" w="4324">
                  <a:moveTo>
                    <a:pt x="2163" y="1"/>
                  </a:moveTo>
                  <a:cubicBezTo>
                    <a:pt x="1659" y="1"/>
                    <a:pt x="1154" y="193"/>
                    <a:pt x="769" y="577"/>
                  </a:cubicBezTo>
                  <a:cubicBezTo>
                    <a:pt x="1" y="1348"/>
                    <a:pt x="1" y="2594"/>
                    <a:pt x="769" y="3363"/>
                  </a:cubicBezTo>
                  <a:cubicBezTo>
                    <a:pt x="1154" y="3748"/>
                    <a:pt x="1659" y="3940"/>
                    <a:pt x="2163" y="3940"/>
                  </a:cubicBezTo>
                  <a:cubicBezTo>
                    <a:pt x="2667" y="3940"/>
                    <a:pt x="3171" y="3748"/>
                    <a:pt x="3555" y="3363"/>
                  </a:cubicBezTo>
                  <a:cubicBezTo>
                    <a:pt x="4324" y="2592"/>
                    <a:pt x="4324" y="1346"/>
                    <a:pt x="3555" y="577"/>
                  </a:cubicBezTo>
                  <a:cubicBezTo>
                    <a:pt x="3171" y="193"/>
                    <a:pt x="2667" y="1"/>
                    <a:pt x="2163" y="1"/>
                  </a:cubicBezTo>
                  <a:close/>
                </a:path>
              </a:pathLst>
            </a:custGeom>
            <a:solidFill>
              <a:schemeClr val="accent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15" name="Google Shape;815;p65"/>
            <p:cNvSpPr/>
            <p:nvPr/>
          </p:nvSpPr>
          <p:spPr>
            <a:xfrm>
              <a:off x="4745038" y="2324150"/>
              <a:ext cx="64500" cy="61425"/>
            </a:xfrm>
            <a:custGeom>
              <a:rect b="b" l="l" r="r" t="t"/>
              <a:pathLst>
                <a:path extrusionOk="0" h="2457" w="2580">
                  <a:moveTo>
                    <a:pt x="715" y="1"/>
                  </a:moveTo>
                  <a:cubicBezTo>
                    <a:pt x="555" y="1"/>
                    <a:pt x="396" y="61"/>
                    <a:pt x="275" y="183"/>
                  </a:cubicBezTo>
                  <a:lnTo>
                    <a:pt x="243" y="213"/>
                  </a:lnTo>
                  <a:cubicBezTo>
                    <a:pt x="0" y="456"/>
                    <a:pt x="0" y="850"/>
                    <a:pt x="243" y="1093"/>
                  </a:cubicBezTo>
                  <a:lnTo>
                    <a:pt x="1426" y="2274"/>
                  </a:lnTo>
                  <a:cubicBezTo>
                    <a:pt x="1548" y="2396"/>
                    <a:pt x="1707" y="2457"/>
                    <a:pt x="1866" y="2457"/>
                  </a:cubicBezTo>
                  <a:cubicBezTo>
                    <a:pt x="2025" y="2457"/>
                    <a:pt x="2184" y="2396"/>
                    <a:pt x="2306" y="2274"/>
                  </a:cubicBezTo>
                  <a:lnTo>
                    <a:pt x="2336" y="2244"/>
                  </a:lnTo>
                  <a:cubicBezTo>
                    <a:pt x="2579" y="2001"/>
                    <a:pt x="2579" y="1608"/>
                    <a:pt x="2336" y="1365"/>
                  </a:cubicBezTo>
                  <a:lnTo>
                    <a:pt x="1154" y="183"/>
                  </a:lnTo>
                  <a:cubicBezTo>
                    <a:pt x="1033" y="61"/>
                    <a:pt x="874" y="1"/>
                    <a:pt x="715" y="1"/>
                  </a:cubicBezTo>
                  <a:close/>
                </a:path>
              </a:pathLst>
            </a:cu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16" name="Google Shape;816;p65"/>
            <p:cNvSpPr/>
            <p:nvPr/>
          </p:nvSpPr>
          <p:spPr>
            <a:xfrm>
              <a:off x="4952588" y="2531750"/>
              <a:ext cx="64525" cy="61425"/>
            </a:xfrm>
            <a:custGeom>
              <a:rect b="b" l="l" r="r" t="t"/>
              <a:pathLst>
                <a:path extrusionOk="0" h="2457" w="2581">
                  <a:moveTo>
                    <a:pt x="714" y="1"/>
                  </a:moveTo>
                  <a:cubicBezTo>
                    <a:pt x="555" y="1"/>
                    <a:pt x="396" y="62"/>
                    <a:pt x="274" y="183"/>
                  </a:cubicBezTo>
                  <a:lnTo>
                    <a:pt x="244" y="213"/>
                  </a:lnTo>
                  <a:cubicBezTo>
                    <a:pt x="1" y="456"/>
                    <a:pt x="1" y="850"/>
                    <a:pt x="244" y="1093"/>
                  </a:cubicBezTo>
                  <a:lnTo>
                    <a:pt x="1426" y="2275"/>
                  </a:lnTo>
                  <a:cubicBezTo>
                    <a:pt x="1547" y="2396"/>
                    <a:pt x="1706" y="2457"/>
                    <a:pt x="1866" y="2457"/>
                  </a:cubicBezTo>
                  <a:cubicBezTo>
                    <a:pt x="2025" y="2457"/>
                    <a:pt x="2184" y="2396"/>
                    <a:pt x="2305" y="2275"/>
                  </a:cubicBezTo>
                  <a:lnTo>
                    <a:pt x="2337" y="2245"/>
                  </a:lnTo>
                  <a:cubicBezTo>
                    <a:pt x="2580" y="2001"/>
                    <a:pt x="2580" y="1608"/>
                    <a:pt x="2337" y="1365"/>
                  </a:cubicBezTo>
                  <a:lnTo>
                    <a:pt x="1154" y="183"/>
                  </a:lnTo>
                  <a:cubicBezTo>
                    <a:pt x="1032" y="62"/>
                    <a:pt x="873" y="1"/>
                    <a:pt x="714" y="1"/>
                  </a:cubicBezTo>
                  <a:close/>
                </a:path>
              </a:pathLst>
            </a:cu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17" name="Google Shape;817;p65"/>
            <p:cNvSpPr/>
            <p:nvPr/>
          </p:nvSpPr>
          <p:spPr>
            <a:xfrm>
              <a:off x="4747788" y="2535200"/>
              <a:ext cx="64975" cy="61275"/>
            </a:xfrm>
            <a:custGeom>
              <a:rect b="b" l="l" r="r" t="t"/>
              <a:pathLst>
                <a:path extrusionOk="0" h="2451" w="2599">
                  <a:moveTo>
                    <a:pt x="1890" y="1"/>
                  </a:moveTo>
                  <a:cubicBezTo>
                    <a:pt x="1715" y="1"/>
                    <a:pt x="1538" y="67"/>
                    <a:pt x="1409" y="197"/>
                  </a:cubicBezTo>
                  <a:lnTo>
                    <a:pt x="246" y="1360"/>
                  </a:lnTo>
                  <a:cubicBezTo>
                    <a:pt x="0" y="1607"/>
                    <a:pt x="23" y="1992"/>
                    <a:pt x="265" y="2234"/>
                  </a:cubicBezTo>
                  <a:lnTo>
                    <a:pt x="296" y="2265"/>
                  </a:lnTo>
                  <a:cubicBezTo>
                    <a:pt x="419" y="2388"/>
                    <a:pt x="573" y="2450"/>
                    <a:pt x="728" y="2450"/>
                  </a:cubicBezTo>
                  <a:cubicBezTo>
                    <a:pt x="880" y="2450"/>
                    <a:pt x="1032" y="2391"/>
                    <a:pt x="1155" y="2268"/>
                  </a:cubicBezTo>
                  <a:lnTo>
                    <a:pt x="2318" y="1105"/>
                  </a:lnTo>
                  <a:cubicBezTo>
                    <a:pt x="2567" y="859"/>
                    <a:pt x="2598" y="447"/>
                    <a:pt x="2356" y="205"/>
                  </a:cubicBezTo>
                  <a:lnTo>
                    <a:pt x="2325" y="174"/>
                  </a:lnTo>
                  <a:cubicBezTo>
                    <a:pt x="2209" y="57"/>
                    <a:pt x="2050" y="1"/>
                    <a:pt x="1890" y="1"/>
                  </a:cubicBezTo>
                  <a:close/>
                </a:path>
              </a:pathLst>
            </a:cu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18" name="Google Shape;818;p65"/>
            <p:cNvSpPr/>
            <p:nvPr/>
          </p:nvSpPr>
          <p:spPr>
            <a:xfrm>
              <a:off x="4955663" y="2327225"/>
              <a:ext cx="64475" cy="61400"/>
            </a:xfrm>
            <a:custGeom>
              <a:rect b="b" l="l" r="r" t="t"/>
              <a:pathLst>
                <a:path extrusionOk="0" h="2456" w="2579">
                  <a:moveTo>
                    <a:pt x="1867" y="1"/>
                  </a:moveTo>
                  <a:cubicBezTo>
                    <a:pt x="1708" y="1"/>
                    <a:pt x="1549" y="61"/>
                    <a:pt x="1427" y="183"/>
                  </a:cubicBezTo>
                  <a:lnTo>
                    <a:pt x="244" y="1365"/>
                  </a:lnTo>
                  <a:cubicBezTo>
                    <a:pt x="1" y="1608"/>
                    <a:pt x="1" y="2001"/>
                    <a:pt x="244" y="2244"/>
                  </a:cubicBezTo>
                  <a:lnTo>
                    <a:pt x="274" y="2273"/>
                  </a:lnTo>
                  <a:cubicBezTo>
                    <a:pt x="396" y="2395"/>
                    <a:pt x="555" y="2455"/>
                    <a:pt x="714" y="2455"/>
                  </a:cubicBezTo>
                  <a:cubicBezTo>
                    <a:pt x="873" y="2455"/>
                    <a:pt x="1032" y="2395"/>
                    <a:pt x="1154" y="2273"/>
                  </a:cubicBezTo>
                  <a:lnTo>
                    <a:pt x="2335" y="1091"/>
                  </a:lnTo>
                  <a:cubicBezTo>
                    <a:pt x="2579" y="848"/>
                    <a:pt x="2579" y="455"/>
                    <a:pt x="2335" y="212"/>
                  </a:cubicBezTo>
                  <a:lnTo>
                    <a:pt x="2307" y="183"/>
                  </a:lnTo>
                  <a:cubicBezTo>
                    <a:pt x="2185" y="61"/>
                    <a:pt x="2026" y="1"/>
                    <a:pt x="1867" y="1"/>
                  </a:cubicBezTo>
                  <a:close/>
                </a:path>
              </a:pathLst>
            </a:cu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19" name="Google Shape;819;p65"/>
            <p:cNvSpPr/>
            <p:nvPr/>
          </p:nvSpPr>
          <p:spPr>
            <a:xfrm>
              <a:off x="4699813" y="2462650"/>
              <a:ext cx="72550" cy="31125"/>
            </a:xfrm>
            <a:custGeom>
              <a:rect b="b" l="l" r="r" t="t"/>
              <a:pathLst>
                <a:path extrusionOk="0" h="1245" w="2902">
                  <a:moveTo>
                    <a:pt x="623" y="0"/>
                  </a:moveTo>
                  <a:cubicBezTo>
                    <a:pt x="280" y="0"/>
                    <a:pt x="1" y="279"/>
                    <a:pt x="1" y="623"/>
                  </a:cubicBezTo>
                  <a:cubicBezTo>
                    <a:pt x="1" y="966"/>
                    <a:pt x="280" y="1245"/>
                    <a:pt x="623" y="1245"/>
                  </a:cubicBezTo>
                  <a:lnTo>
                    <a:pt x="2280" y="1245"/>
                  </a:lnTo>
                  <a:cubicBezTo>
                    <a:pt x="2623" y="1245"/>
                    <a:pt x="2902" y="966"/>
                    <a:pt x="2902" y="623"/>
                  </a:cubicBezTo>
                  <a:cubicBezTo>
                    <a:pt x="2902" y="279"/>
                    <a:pt x="2623" y="0"/>
                    <a:pt x="2283" y="0"/>
                  </a:cubicBezTo>
                  <a:close/>
                </a:path>
              </a:pathLst>
            </a:cu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20" name="Google Shape;820;p65"/>
            <p:cNvSpPr/>
            <p:nvPr/>
          </p:nvSpPr>
          <p:spPr>
            <a:xfrm>
              <a:off x="4995163" y="2462650"/>
              <a:ext cx="72625" cy="31125"/>
            </a:xfrm>
            <a:custGeom>
              <a:rect b="b" l="l" r="r" t="t"/>
              <a:pathLst>
                <a:path extrusionOk="0" h="1245" w="2905">
                  <a:moveTo>
                    <a:pt x="622" y="0"/>
                  </a:moveTo>
                  <a:cubicBezTo>
                    <a:pt x="279" y="0"/>
                    <a:pt x="0" y="279"/>
                    <a:pt x="0" y="623"/>
                  </a:cubicBezTo>
                  <a:cubicBezTo>
                    <a:pt x="0" y="966"/>
                    <a:pt x="279" y="1245"/>
                    <a:pt x="622" y="1245"/>
                  </a:cubicBezTo>
                  <a:lnTo>
                    <a:pt x="2282" y="1245"/>
                  </a:lnTo>
                  <a:cubicBezTo>
                    <a:pt x="2625" y="1245"/>
                    <a:pt x="2904" y="966"/>
                    <a:pt x="2904" y="623"/>
                  </a:cubicBezTo>
                  <a:cubicBezTo>
                    <a:pt x="2904" y="279"/>
                    <a:pt x="2625" y="0"/>
                    <a:pt x="2280" y="0"/>
                  </a:cubicBezTo>
                  <a:close/>
                </a:path>
              </a:pathLst>
            </a:cu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21" name="Google Shape;821;p65"/>
            <p:cNvSpPr/>
            <p:nvPr/>
          </p:nvSpPr>
          <p:spPr>
            <a:xfrm>
              <a:off x="4860863" y="2277100"/>
              <a:ext cx="31150" cy="72600"/>
            </a:xfrm>
            <a:custGeom>
              <a:rect b="b" l="l" r="r" t="t"/>
              <a:pathLst>
                <a:path extrusionOk="0" h="2904" w="1246">
                  <a:moveTo>
                    <a:pt x="623" y="1"/>
                  </a:moveTo>
                  <a:cubicBezTo>
                    <a:pt x="279" y="1"/>
                    <a:pt x="1" y="280"/>
                    <a:pt x="1" y="623"/>
                  </a:cubicBezTo>
                  <a:lnTo>
                    <a:pt x="1" y="2281"/>
                  </a:lnTo>
                  <a:cubicBezTo>
                    <a:pt x="3" y="2624"/>
                    <a:pt x="279" y="2903"/>
                    <a:pt x="623" y="2903"/>
                  </a:cubicBezTo>
                  <a:cubicBezTo>
                    <a:pt x="966" y="2903"/>
                    <a:pt x="1245" y="2624"/>
                    <a:pt x="1245" y="2281"/>
                  </a:cubicBezTo>
                  <a:lnTo>
                    <a:pt x="1245" y="623"/>
                  </a:lnTo>
                  <a:cubicBezTo>
                    <a:pt x="1245" y="280"/>
                    <a:pt x="966" y="1"/>
                    <a:pt x="623" y="1"/>
                  </a:cubicBezTo>
                  <a:close/>
                </a:path>
              </a:pathLst>
            </a:cu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22" name="Google Shape;822;p65"/>
            <p:cNvSpPr/>
            <p:nvPr/>
          </p:nvSpPr>
          <p:spPr>
            <a:xfrm>
              <a:off x="4727713" y="1734775"/>
              <a:ext cx="248700" cy="237150"/>
            </a:xfrm>
            <a:custGeom>
              <a:rect b="b" l="l" r="r" t="t"/>
              <a:pathLst>
                <a:path extrusionOk="0" h="9486" w="9948">
                  <a:moveTo>
                    <a:pt x="5205" y="1"/>
                  </a:moveTo>
                  <a:cubicBezTo>
                    <a:pt x="3992" y="1"/>
                    <a:pt x="2778" y="464"/>
                    <a:pt x="1852" y="1390"/>
                  </a:cubicBezTo>
                  <a:cubicBezTo>
                    <a:pt x="1" y="3243"/>
                    <a:pt x="1" y="6246"/>
                    <a:pt x="1852" y="8097"/>
                  </a:cubicBezTo>
                  <a:cubicBezTo>
                    <a:pt x="2742" y="8986"/>
                    <a:pt x="3947" y="9486"/>
                    <a:pt x="5205" y="9486"/>
                  </a:cubicBezTo>
                  <a:cubicBezTo>
                    <a:pt x="6462" y="9486"/>
                    <a:pt x="7670" y="8986"/>
                    <a:pt x="8558" y="8097"/>
                  </a:cubicBezTo>
                  <a:cubicBezTo>
                    <a:pt x="9448" y="7207"/>
                    <a:pt x="9947" y="6001"/>
                    <a:pt x="9947" y="4744"/>
                  </a:cubicBezTo>
                  <a:cubicBezTo>
                    <a:pt x="9947" y="3486"/>
                    <a:pt x="9448" y="2280"/>
                    <a:pt x="8558" y="1390"/>
                  </a:cubicBezTo>
                  <a:cubicBezTo>
                    <a:pt x="7633" y="464"/>
                    <a:pt x="6419" y="1"/>
                    <a:pt x="5205" y="1"/>
                  </a:cubicBez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23" name="Google Shape;823;p65"/>
            <p:cNvSpPr/>
            <p:nvPr/>
          </p:nvSpPr>
          <p:spPr>
            <a:xfrm>
              <a:off x="4804288" y="1805400"/>
              <a:ext cx="95950" cy="95975"/>
            </a:xfrm>
            <a:custGeom>
              <a:rect b="b" l="l" r="r" t="t"/>
              <a:pathLst>
                <a:path extrusionOk="0" h="3839" w="3838">
                  <a:moveTo>
                    <a:pt x="1919" y="0"/>
                  </a:moveTo>
                  <a:cubicBezTo>
                    <a:pt x="863" y="0"/>
                    <a:pt x="0" y="864"/>
                    <a:pt x="0" y="1920"/>
                  </a:cubicBezTo>
                  <a:cubicBezTo>
                    <a:pt x="0" y="2974"/>
                    <a:pt x="863" y="3838"/>
                    <a:pt x="1919" y="3838"/>
                  </a:cubicBezTo>
                  <a:cubicBezTo>
                    <a:pt x="2973" y="3838"/>
                    <a:pt x="3837" y="2974"/>
                    <a:pt x="3837" y="1920"/>
                  </a:cubicBezTo>
                  <a:cubicBezTo>
                    <a:pt x="3837" y="864"/>
                    <a:pt x="2973" y="0"/>
                    <a:pt x="1919" y="0"/>
                  </a:cubicBezTo>
                  <a:close/>
                </a:path>
              </a:pathLst>
            </a:custGeom>
            <a:solidFill>
              <a:schemeClr val="accent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24" name="Google Shape;824;p65"/>
            <p:cNvSpPr/>
            <p:nvPr/>
          </p:nvSpPr>
          <p:spPr>
            <a:xfrm>
              <a:off x="5332038" y="1226850"/>
              <a:ext cx="146775" cy="146725"/>
            </a:xfrm>
            <a:custGeom>
              <a:rect b="b" l="l" r="r" t="t"/>
              <a:pathLst>
                <a:path extrusionOk="0" h="5869" w="5871">
                  <a:moveTo>
                    <a:pt x="2936" y="1"/>
                  </a:moveTo>
                  <a:cubicBezTo>
                    <a:pt x="1322" y="1"/>
                    <a:pt x="1" y="1320"/>
                    <a:pt x="1" y="2935"/>
                  </a:cubicBezTo>
                  <a:cubicBezTo>
                    <a:pt x="1" y="4548"/>
                    <a:pt x="1321" y="5869"/>
                    <a:pt x="2936" y="5869"/>
                  </a:cubicBezTo>
                  <a:cubicBezTo>
                    <a:pt x="4550" y="5869"/>
                    <a:pt x="5870" y="4548"/>
                    <a:pt x="5870" y="2935"/>
                  </a:cubicBezTo>
                  <a:cubicBezTo>
                    <a:pt x="5870" y="1322"/>
                    <a:pt x="4550" y="1"/>
                    <a:pt x="2936" y="1"/>
                  </a:cubicBezTo>
                  <a:close/>
                </a:path>
              </a:pathLst>
            </a:custGeom>
            <a:solidFill>
              <a:schemeClr val="accent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25" name="Google Shape;825;p65"/>
            <p:cNvSpPr/>
            <p:nvPr/>
          </p:nvSpPr>
          <p:spPr>
            <a:xfrm>
              <a:off x="5954213" y="1621600"/>
              <a:ext cx="229275" cy="165150"/>
            </a:xfrm>
            <a:custGeom>
              <a:rect b="b" l="l" r="r" t="t"/>
              <a:pathLst>
                <a:path extrusionOk="0" h="6606" w="9171">
                  <a:moveTo>
                    <a:pt x="634" y="1"/>
                  </a:moveTo>
                  <a:cubicBezTo>
                    <a:pt x="458" y="1"/>
                    <a:pt x="284" y="84"/>
                    <a:pt x="175" y="240"/>
                  </a:cubicBezTo>
                  <a:cubicBezTo>
                    <a:pt x="0" y="490"/>
                    <a:pt x="62" y="839"/>
                    <a:pt x="315" y="1014"/>
                  </a:cubicBezTo>
                  <a:lnTo>
                    <a:pt x="8220" y="6507"/>
                  </a:lnTo>
                  <a:cubicBezTo>
                    <a:pt x="8316" y="6574"/>
                    <a:pt x="8427" y="6606"/>
                    <a:pt x="8537" y="6606"/>
                  </a:cubicBezTo>
                  <a:cubicBezTo>
                    <a:pt x="8713" y="6606"/>
                    <a:pt x="8887" y="6523"/>
                    <a:pt x="8994" y="6368"/>
                  </a:cubicBezTo>
                  <a:cubicBezTo>
                    <a:pt x="9170" y="6115"/>
                    <a:pt x="9107" y="5767"/>
                    <a:pt x="8855" y="5593"/>
                  </a:cubicBezTo>
                  <a:lnTo>
                    <a:pt x="949" y="99"/>
                  </a:lnTo>
                  <a:cubicBezTo>
                    <a:pt x="853" y="33"/>
                    <a:pt x="743" y="1"/>
                    <a:pt x="634" y="1"/>
                  </a:cubicBez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26" name="Google Shape;826;p65"/>
            <p:cNvSpPr/>
            <p:nvPr/>
          </p:nvSpPr>
          <p:spPr>
            <a:xfrm>
              <a:off x="5914813" y="1672275"/>
              <a:ext cx="224975" cy="180625"/>
            </a:xfrm>
            <a:custGeom>
              <a:rect b="b" l="l" r="r" t="t"/>
              <a:pathLst>
                <a:path extrusionOk="0" h="7225" w="8999">
                  <a:moveTo>
                    <a:pt x="490" y="1"/>
                  </a:moveTo>
                  <a:cubicBezTo>
                    <a:pt x="460" y="1"/>
                    <a:pt x="431" y="3"/>
                    <a:pt x="401" y="9"/>
                  </a:cubicBezTo>
                  <a:cubicBezTo>
                    <a:pt x="157" y="59"/>
                    <a:pt x="0" y="300"/>
                    <a:pt x="50" y="543"/>
                  </a:cubicBezTo>
                  <a:lnTo>
                    <a:pt x="841" y="4381"/>
                  </a:lnTo>
                  <a:cubicBezTo>
                    <a:pt x="866" y="4500"/>
                    <a:pt x="936" y="4603"/>
                    <a:pt x="1037" y="4670"/>
                  </a:cubicBezTo>
                  <a:lnTo>
                    <a:pt x="4877" y="7153"/>
                  </a:lnTo>
                  <a:cubicBezTo>
                    <a:pt x="4950" y="7199"/>
                    <a:pt x="5036" y="7225"/>
                    <a:pt x="5121" y="7225"/>
                  </a:cubicBezTo>
                  <a:cubicBezTo>
                    <a:pt x="5150" y="7225"/>
                    <a:pt x="5181" y="7221"/>
                    <a:pt x="5210" y="7218"/>
                  </a:cubicBezTo>
                  <a:lnTo>
                    <a:pt x="8596" y="6540"/>
                  </a:lnTo>
                  <a:cubicBezTo>
                    <a:pt x="8841" y="6491"/>
                    <a:pt x="8998" y="6254"/>
                    <a:pt x="8951" y="6009"/>
                  </a:cubicBezTo>
                  <a:cubicBezTo>
                    <a:pt x="8908" y="5794"/>
                    <a:pt x="8723" y="5645"/>
                    <a:pt x="8512" y="5645"/>
                  </a:cubicBezTo>
                  <a:cubicBezTo>
                    <a:pt x="8481" y="5645"/>
                    <a:pt x="8450" y="5648"/>
                    <a:pt x="8419" y="5654"/>
                  </a:cubicBezTo>
                  <a:lnTo>
                    <a:pt x="5213" y="6297"/>
                  </a:lnTo>
                  <a:lnTo>
                    <a:pt x="1687" y="4015"/>
                  </a:lnTo>
                  <a:lnTo>
                    <a:pt x="934" y="361"/>
                  </a:lnTo>
                  <a:cubicBezTo>
                    <a:pt x="890" y="147"/>
                    <a:pt x="700" y="1"/>
                    <a:pt x="490" y="1"/>
                  </a:cubicBez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27" name="Google Shape;827;p65"/>
            <p:cNvSpPr/>
            <p:nvPr/>
          </p:nvSpPr>
          <p:spPr>
            <a:xfrm>
              <a:off x="5990088" y="1532350"/>
              <a:ext cx="252875" cy="149700"/>
            </a:xfrm>
            <a:custGeom>
              <a:rect b="b" l="l" r="r" t="t"/>
              <a:pathLst>
                <a:path extrusionOk="0" h="5988" w="10115">
                  <a:moveTo>
                    <a:pt x="4163" y="0"/>
                  </a:moveTo>
                  <a:cubicBezTo>
                    <a:pt x="4107" y="0"/>
                    <a:pt x="4052" y="11"/>
                    <a:pt x="3999" y="32"/>
                  </a:cubicBezTo>
                  <a:lnTo>
                    <a:pt x="348" y="1452"/>
                  </a:lnTo>
                  <a:cubicBezTo>
                    <a:pt x="115" y="1542"/>
                    <a:pt x="0" y="1805"/>
                    <a:pt x="90" y="2037"/>
                  </a:cubicBezTo>
                  <a:cubicBezTo>
                    <a:pt x="161" y="2215"/>
                    <a:pt x="332" y="2325"/>
                    <a:pt x="513" y="2325"/>
                  </a:cubicBezTo>
                  <a:cubicBezTo>
                    <a:pt x="567" y="2325"/>
                    <a:pt x="622" y="2315"/>
                    <a:pt x="676" y="2295"/>
                  </a:cubicBezTo>
                  <a:lnTo>
                    <a:pt x="4149" y="941"/>
                  </a:lnTo>
                  <a:lnTo>
                    <a:pt x="7980" y="2661"/>
                  </a:lnTo>
                  <a:lnTo>
                    <a:pt x="9183" y="5701"/>
                  </a:lnTo>
                  <a:cubicBezTo>
                    <a:pt x="9253" y="5880"/>
                    <a:pt x="9422" y="5987"/>
                    <a:pt x="9602" y="5987"/>
                  </a:cubicBezTo>
                  <a:cubicBezTo>
                    <a:pt x="9658" y="5987"/>
                    <a:pt x="9714" y="5977"/>
                    <a:pt x="9769" y="5955"/>
                  </a:cubicBezTo>
                  <a:cubicBezTo>
                    <a:pt x="10001" y="5864"/>
                    <a:pt x="10114" y="5601"/>
                    <a:pt x="10023" y="5369"/>
                  </a:cubicBezTo>
                  <a:lnTo>
                    <a:pt x="8752" y="2157"/>
                  </a:lnTo>
                  <a:cubicBezTo>
                    <a:pt x="8741" y="2130"/>
                    <a:pt x="8729" y="2103"/>
                    <a:pt x="8712" y="2079"/>
                  </a:cubicBezTo>
                  <a:cubicBezTo>
                    <a:pt x="8666" y="2006"/>
                    <a:pt x="8598" y="1949"/>
                    <a:pt x="8518" y="1913"/>
                  </a:cubicBezTo>
                  <a:lnTo>
                    <a:pt x="4348" y="40"/>
                  </a:lnTo>
                  <a:cubicBezTo>
                    <a:pt x="4289" y="14"/>
                    <a:pt x="4226" y="0"/>
                    <a:pt x="4163" y="0"/>
                  </a:cubicBez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28" name="Google Shape;828;p65"/>
            <p:cNvSpPr/>
            <p:nvPr/>
          </p:nvSpPr>
          <p:spPr>
            <a:xfrm>
              <a:off x="5801963" y="1506850"/>
              <a:ext cx="190075" cy="216250"/>
            </a:xfrm>
            <a:custGeom>
              <a:rect b="b" l="l" r="r" t="t"/>
              <a:pathLst>
                <a:path extrusionOk="0" h="8650" w="7603">
                  <a:moveTo>
                    <a:pt x="5544" y="0"/>
                  </a:moveTo>
                  <a:cubicBezTo>
                    <a:pt x="3827" y="2651"/>
                    <a:pt x="1939" y="5183"/>
                    <a:pt x="1" y="7684"/>
                  </a:cubicBezTo>
                  <a:cubicBezTo>
                    <a:pt x="798" y="8286"/>
                    <a:pt x="1786" y="8649"/>
                    <a:pt x="2860" y="8649"/>
                  </a:cubicBezTo>
                  <a:cubicBezTo>
                    <a:pt x="5478" y="8649"/>
                    <a:pt x="7603" y="6526"/>
                    <a:pt x="7603" y="3907"/>
                  </a:cubicBezTo>
                  <a:cubicBezTo>
                    <a:pt x="7603" y="2285"/>
                    <a:pt x="6787" y="854"/>
                    <a:pt x="5544" y="0"/>
                  </a:cubicBezTo>
                  <a:close/>
                </a:path>
              </a:pathLst>
            </a:cu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29" name="Google Shape;829;p65"/>
            <p:cNvSpPr/>
            <p:nvPr/>
          </p:nvSpPr>
          <p:spPr>
            <a:xfrm>
              <a:off x="5537188" y="1313000"/>
              <a:ext cx="204850" cy="121425"/>
            </a:xfrm>
            <a:custGeom>
              <a:rect b="b" l="l" r="r" t="t"/>
              <a:pathLst>
                <a:path extrusionOk="0" h="4857" w="8194">
                  <a:moveTo>
                    <a:pt x="1543" y="1"/>
                  </a:moveTo>
                  <a:cubicBezTo>
                    <a:pt x="614" y="1"/>
                    <a:pt x="0" y="1380"/>
                    <a:pt x="1000" y="1925"/>
                  </a:cubicBezTo>
                  <a:cubicBezTo>
                    <a:pt x="2715" y="2856"/>
                    <a:pt x="4432" y="3787"/>
                    <a:pt x="6147" y="4722"/>
                  </a:cubicBezTo>
                  <a:cubicBezTo>
                    <a:pt x="6320" y="4815"/>
                    <a:pt x="6489" y="4856"/>
                    <a:pt x="6650" y="4856"/>
                  </a:cubicBezTo>
                  <a:cubicBezTo>
                    <a:pt x="7579" y="4856"/>
                    <a:pt x="8193" y="3476"/>
                    <a:pt x="7193" y="2933"/>
                  </a:cubicBezTo>
                  <a:cubicBezTo>
                    <a:pt x="5478" y="2001"/>
                    <a:pt x="3761" y="1069"/>
                    <a:pt x="2047" y="137"/>
                  </a:cubicBezTo>
                  <a:cubicBezTo>
                    <a:pt x="1874" y="42"/>
                    <a:pt x="1704" y="1"/>
                    <a:pt x="1543" y="1"/>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30" name="Google Shape;830;p65"/>
            <p:cNvSpPr/>
            <p:nvPr/>
          </p:nvSpPr>
          <p:spPr>
            <a:xfrm>
              <a:off x="5774013" y="1437975"/>
              <a:ext cx="58675" cy="51800"/>
            </a:xfrm>
            <a:custGeom>
              <a:rect b="b" l="l" r="r" t="t"/>
              <a:pathLst>
                <a:path extrusionOk="0" h="2072" w="2347">
                  <a:moveTo>
                    <a:pt x="1060" y="0"/>
                  </a:moveTo>
                  <a:cubicBezTo>
                    <a:pt x="518" y="0"/>
                    <a:pt x="0" y="476"/>
                    <a:pt x="24" y="1036"/>
                  </a:cubicBezTo>
                  <a:cubicBezTo>
                    <a:pt x="50" y="1598"/>
                    <a:pt x="481" y="2071"/>
                    <a:pt x="1060" y="2071"/>
                  </a:cubicBezTo>
                  <a:lnTo>
                    <a:pt x="1286" y="2071"/>
                  </a:lnTo>
                  <a:cubicBezTo>
                    <a:pt x="1827" y="2071"/>
                    <a:pt x="2346" y="1596"/>
                    <a:pt x="2320" y="1036"/>
                  </a:cubicBezTo>
                  <a:cubicBezTo>
                    <a:pt x="2296" y="475"/>
                    <a:pt x="1865" y="0"/>
                    <a:pt x="1286" y="0"/>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31" name="Google Shape;831;p65"/>
            <p:cNvSpPr/>
            <p:nvPr/>
          </p:nvSpPr>
          <p:spPr>
            <a:xfrm>
              <a:off x="4765913" y="2032750"/>
              <a:ext cx="25925" cy="75825"/>
            </a:xfrm>
            <a:custGeom>
              <a:rect b="b" l="l" r="r" t="t"/>
              <a:pathLst>
                <a:path extrusionOk="0" h="3033" w="1037">
                  <a:moveTo>
                    <a:pt x="517" y="1"/>
                  </a:moveTo>
                  <a:cubicBezTo>
                    <a:pt x="259" y="1"/>
                    <a:pt x="0" y="167"/>
                    <a:pt x="0" y="501"/>
                  </a:cubicBezTo>
                  <a:lnTo>
                    <a:pt x="0" y="2532"/>
                  </a:lnTo>
                  <a:cubicBezTo>
                    <a:pt x="0" y="2865"/>
                    <a:pt x="259" y="3032"/>
                    <a:pt x="518" y="3032"/>
                  </a:cubicBezTo>
                  <a:cubicBezTo>
                    <a:pt x="777" y="3032"/>
                    <a:pt x="1036" y="2865"/>
                    <a:pt x="1036" y="2532"/>
                  </a:cubicBezTo>
                  <a:lnTo>
                    <a:pt x="1036" y="501"/>
                  </a:lnTo>
                  <a:cubicBezTo>
                    <a:pt x="1036" y="168"/>
                    <a:pt x="777" y="1"/>
                    <a:pt x="517" y="1"/>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32" name="Google Shape;832;p65"/>
            <p:cNvSpPr/>
            <p:nvPr/>
          </p:nvSpPr>
          <p:spPr>
            <a:xfrm>
              <a:off x="4756538" y="2156525"/>
              <a:ext cx="33350" cy="25900"/>
            </a:xfrm>
            <a:custGeom>
              <a:rect b="b" l="l" r="r" t="t"/>
              <a:pathLst>
                <a:path extrusionOk="0" h="1036" w="1334">
                  <a:moveTo>
                    <a:pt x="666" y="0"/>
                  </a:moveTo>
                  <a:cubicBezTo>
                    <a:pt x="1" y="0"/>
                    <a:pt x="1" y="1036"/>
                    <a:pt x="667" y="1036"/>
                  </a:cubicBezTo>
                  <a:cubicBezTo>
                    <a:pt x="1334" y="1036"/>
                    <a:pt x="1334" y="0"/>
                    <a:pt x="667" y="0"/>
                  </a:cubicBezTo>
                  <a:cubicBezTo>
                    <a:pt x="667" y="0"/>
                    <a:pt x="666" y="0"/>
                    <a:pt x="666" y="0"/>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33" name="Google Shape;833;p65"/>
            <p:cNvSpPr/>
            <p:nvPr/>
          </p:nvSpPr>
          <p:spPr>
            <a:xfrm>
              <a:off x="5021813" y="1513025"/>
              <a:ext cx="33400" cy="25925"/>
            </a:xfrm>
            <a:custGeom>
              <a:rect b="b" l="l" r="r" t="t"/>
              <a:pathLst>
                <a:path extrusionOk="0" h="1037" w="1336">
                  <a:moveTo>
                    <a:pt x="668" y="1"/>
                  </a:moveTo>
                  <a:cubicBezTo>
                    <a:pt x="3" y="1"/>
                    <a:pt x="0" y="1036"/>
                    <a:pt x="669" y="1036"/>
                  </a:cubicBezTo>
                  <a:cubicBezTo>
                    <a:pt x="1336" y="1036"/>
                    <a:pt x="1336" y="1"/>
                    <a:pt x="669" y="1"/>
                  </a:cubicBezTo>
                  <a:cubicBezTo>
                    <a:pt x="669" y="1"/>
                    <a:pt x="668" y="1"/>
                    <a:pt x="668" y="1"/>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34" name="Google Shape;834;p65"/>
            <p:cNvSpPr/>
            <p:nvPr/>
          </p:nvSpPr>
          <p:spPr>
            <a:xfrm>
              <a:off x="4922488" y="1592175"/>
              <a:ext cx="62925" cy="54000"/>
            </a:xfrm>
            <a:custGeom>
              <a:rect b="b" l="l" r="r" t="t"/>
              <a:pathLst>
                <a:path extrusionOk="0" h="2160" w="2517">
                  <a:moveTo>
                    <a:pt x="1952" y="1"/>
                  </a:moveTo>
                  <a:cubicBezTo>
                    <a:pt x="1817" y="1"/>
                    <a:pt x="1680" y="55"/>
                    <a:pt x="1568" y="149"/>
                  </a:cubicBezTo>
                  <a:cubicBezTo>
                    <a:pt x="1118" y="525"/>
                    <a:pt x="666" y="902"/>
                    <a:pt x="215" y="1278"/>
                  </a:cubicBezTo>
                  <a:cubicBezTo>
                    <a:pt x="0" y="1457"/>
                    <a:pt x="29" y="1826"/>
                    <a:pt x="215" y="2012"/>
                  </a:cubicBezTo>
                  <a:cubicBezTo>
                    <a:pt x="316" y="2114"/>
                    <a:pt x="439" y="2160"/>
                    <a:pt x="563" y="2160"/>
                  </a:cubicBezTo>
                  <a:cubicBezTo>
                    <a:pt x="698" y="2160"/>
                    <a:pt x="835" y="2106"/>
                    <a:pt x="947" y="2012"/>
                  </a:cubicBezTo>
                  <a:cubicBezTo>
                    <a:pt x="1398" y="1634"/>
                    <a:pt x="1851" y="1259"/>
                    <a:pt x="2302" y="882"/>
                  </a:cubicBezTo>
                  <a:cubicBezTo>
                    <a:pt x="2517" y="703"/>
                    <a:pt x="2488" y="335"/>
                    <a:pt x="2302" y="149"/>
                  </a:cubicBezTo>
                  <a:cubicBezTo>
                    <a:pt x="2200" y="47"/>
                    <a:pt x="2076" y="1"/>
                    <a:pt x="1952" y="1"/>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35" name="Google Shape;835;p65"/>
            <p:cNvSpPr/>
            <p:nvPr/>
          </p:nvSpPr>
          <p:spPr>
            <a:xfrm>
              <a:off x="5117788" y="2574200"/>
              <a:ext cx="33400" cy="25875"/>
            </a:xfrm>
            <a:custGeom>
              <a:rect b="b" l="l" r="r" t="t"/>
              <a:pathLst>
                <a:path extrusionOk="0" h="1035" w="1336">
                  <a:moveTo>
                    <a:pt x="666" y="0"/>
                  </a:moveTo>
                  <a:cubicBezTo>
                    <a:pt x="0" y="0"/>
                    <a:pt x="1" y="1034"/>
                    <a:pt x="667" y="1034"/>
                  </a:cubicBezTo>
                  <a:cubicBezTo>
                    <a:pt x="1335" y="1034"/>
                    <a:pt x="1335" y="0"/>
                    <a:pt x="667" y="0"/>
                  </a:cubicBezTo>
                  <a:cubicBezTo>
                    <a:pt x="667" y="0"/>
                    <a:pt x="666" y="0"/>
                    <a:pt x="666" y="0"/>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36" name="Google Shape;836;p65"/>
            <p:cNvSpPr/>
            <p:nvPr/>
          </p:nvSpPr>
          <p:spPr>
            <a:xfrm>
              <a:off x="5066963" y="2670150"/>
              <a:ext cx="33425" cy="25900"/>
            </a:xfrm>
            <a:custGeom>
              <a:rect b="b" l="l" r="r" t="t"/>
              <a:pathLst>
                <a:path extrusionOk="0" h="1036" w="1337">
                  <a:moveTo>
                    <a:pt x="669" y="0"/>
                  </a:moveTo>
                  <a:cubicBezTo>
                    <a:pt x="2" y="0"/>
                    <a:pt x="1" y="1036"/>
                    <a:pt x="669" y="1036"/>
                  </a:cubicBezTo>
                  <a:cubicBezTo>
                    <a:pt x="1337" y="1036"/>
                    <a:pt x="1337" y="0"/>
                    <a:pt x="669" y="0"/>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837" name="Google Shape;837;p65"/>
          <p:cNvPicPr preferRelativeResize="0"/>
          <p:nvPr/>
        </p:nvPicPr>
        <p:blipFill rotWithShape="1">
          <a:blip r:embed="rId2">
            <a:alphaModFix amt="14000"/>
          </a:blip>
          <a:srcRect b="0" l="0" r="0" t="0"/>
          <a:stretch/>
        </p:blipFill>
        <p:spPr>
          <a:xfrm>
            <a:off x="0" y="0"/>
            <a:ext cx="9144000" cy="5143500"/>
          </a:xfrm>
          <a:prstGeom prst="rect">
            <a:avLst/>
          </a:prstGeom>
          <a:noFill/>
          <a:ln>
            <a:noFill/>
          </a:ln>
        </p:spPr>
      </p:pic>
      <p:grpSp>
        <p:nvGrpSpPr>
          <p:cNvPr id="838" name="Google Shape;838;p65"/>
          <p:cNvGrpSpPr/>
          <p:nvPr/>
        </p:nvGrpSpPr>
        <p:grpSpPr>
          <a:xfrm>
            <a:off x="372025" y="321975"/>
            <a:ext cx="8400000" cy="4503300"/>
            <a:chOff x="372025" y="321975"/>
            <a:chExt cx="8400000" cy="4503300"/>
          </a:xfrm>
        </p:grpSpPr>
        <p:grpSp>
          <p:nvGrpSpPr>
            <p:cNvPr id="839" name="Google Shape;839;p65"/>
            <p:cNvGrpSpPr/>
            <p:nvPr/>
          </p:nvGrpSpPr>
          <p:grpSpPr>
            <a:xfrm>
              <a:off x="372025" y="321975"/>
              <a:ext cx="8400000" cy="4503300"/>
              <a:chOff x="372025" y="321975"/>
              <a:chExt cx="8400000" cy="4503300"/>
            </a:xfrm>
          </p:grpSpPr>
          <p:sp>
            <p:nvSpPr>
              <p:cNvPr id="840" name="Google Shape;840;p65"/>
              <p:cNvSpPr/>
              <p:nvPr/>
            </p:nvSpPr>
            <p:spPr>
              <a:xfrm>
                <a:off x="372375" y="324675"/>
                <a:ext cx="8394900" cy="4500600"/>
              </a:xfrm>
              <a:prstGeom prst="rect">
                <a:avLst/>
              </a:prstGeom>
              <a:solidFill>
                <a:srgbClr val="7C7C7C">
                  <a:alpha val="14117"/>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nvGrpSpPr>
              <p:cNvPr id="841" name="Google Shape;841;p65"/>
              <p:cNvGrpSpPr/>
              <p:nvPr/>
            </p:nvGrpSpPr>
            <p:grpSpPr>
              <a:xfrm>
                <a:off x="372025" y="321975"/>
                <a:ext cx="8400000" cy="4499700"/>
                <a:chOff x="372025" y="321975"/>
                <a:chExt cx="8400000" cy="4499700"/>
              </a:xfrm>
            </p:grpSpPr>
            <p:sp>
              <p:nvSpPr>
                <p:cNvPr id="842" name="Google Shape;842;p65"/>
                <p:cNvSpPr/>
                <p:nvPr/>
              </p:nvSpPr>
              <p:spPr>
                <a:xfrm>
                  <a:off x="372025" y="321975"/>
                  <a:ext cx="8400000" cy="44997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43" name="Google Shape;843;p65"/>
                <p:cNvSpPr/>
                <p:nvPr/>
              </p:nvSpPr>
              <p:spPr>
                <a:xfrm>
                  <a:off x="372025" y="321975"/>
                  <a:ext cx="8400000" cy="2181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44" name="Google Shape;844;p65"/>
                <p:cNvSpPr/>
                <p:nvPr/>
              </p:nvSpPr>
              <p:spPr>
                <a:xfrm>
                  <a:off x="486450" y="380900"/>
                  <a:ext cx="100200" cy="100200"/>
                </a:xfrm>
                <a:prstGeom prst="ellipse">
                  <a:avLst/>
                </a:pr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45" name="Google Shape;845;p65"/>
                <p:cNvSpPr/>
                <p:nvPr/>
              </p:nvSpPr>
              <p:spPr>
                <a:xfrm>
                  <a:off x="669900" y="380900"/>
                  <a:ext cx="100200" cy="100200"/>
                </a:xfrm>
                <a:prstGeom prst="ellipse">
                  <a:avLst/>
                </a:pr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46" name="Google Shape;846;p65"/>
                <p:cNvSpPr/>
                <p:nvPr/>
              </p:nvSpPr>
              <p:spPr>
                <a:xfrm>
                  <a:off x="853350" y="380900"/>
                  <a:ext cx="100200" cy="100200"/>
                </a:xfrm>
                <a:prstGeom prst="ellipse">
                  <a:avLst/>
                </a:pr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47" name="Google Shape;847;p65"/>
                <p:cNvSpPr/>
                <p:nvPr/>
              </p:nvSpPr>
              <p:spPr>
                <a:xfrm>
                  <a:off x="8537750" y="380900"/>
                  <a:ext cx="100200" cy="1002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cxnSp>
              <p:nvCxnSpPr>
                <p:cNvPr id="848" name="Google Shape;848;p65"/>
                <p:cNvCxnSpPr/>
                <p:nvPr/>
              </p:nvCxnSpPr>
              <p:spPr>
                <a:xfrm>
                  <a:off x="7498375" y="431000"/>
                  <a:ext cx="1039500" cy="0"/>
                </a:xfrm>
                <a:prstGeom prst="straightConnector1">
                  <a:avLst/>
                </a:prstGeom>
                <a:noFill/>
                <a:ln cap="flat" cmpd="sng" w="9525">
                  <a:solidFill>
                    <a:schemeClr val="dk2"/>
                  </a:solidFill>
                  <a:prstDash val="solid"/>
                  <a:round/>
                  <a:headEnd len="sm" w="sm" type="none"/>
                  <a:tailEnd len="sm" w="sm" type="none"/>
                </a:ln>
              </p:spPr>
            </p:cxnSp>
          </p:grpSp>
        </p:grpSp>
        <p:cxnSp>
          <p:nvCxnSpPr>
            <p:cNvPr id="849" name="Google Shape;849;p65"/>
            <p:cNvCxnSpPr/>
            <p:nvPr/>
          </p:nvCxnSpPr>
          <p:spPr>
            <a:xfrm>
              <a:off x="372025" y="1104300"/>
              <a:ext cx="8400000" cy="0"/>
            </a:xfrm>
            <a:prstGeom prst="straightConnector1">
              <a:avLst/>
            </a:prstGeom>
            <a:noFill/>
            <a:ln cap="flat" cmpd="sng" w="9525">
              <a:solidFill>
                <a:schemeClr val="dk2"/>
              </a:solidFill>
              <a:prstDash val="solid"/>
              <a:round/>
              <a:headEnd len="sm" w="sm" type="none"/>
              <a:tailEnd len="sm" w="sm" type="none"/>
            </a:ln>
          </p:spPr>
        </p:cxnSp>
      </p:grpSp>
      <p:sp>
        <p:nvSpPr>
          <p:cNvPr id="850" name="Google Shape;850;p65"/>
          <p:cNvSpPr txBox="1"/>
          <p:nvPr>
            <p:ph idx="1" type="subTitle"/>
          </p:nvPr>
        </p:nvSpPr>
        <p:spPr>
          <a:xfrm>
            <a:off x="720000" y="3946209"/>
            <a:ext cx="2336400" cy="657300"/>
          </a:xfrm>
          <a:prstGeom prst="rect">
            <a:avLst/>
          </a:prstGeom>
          <a:noFill/>
          <a:ln cap="flat" cmpd="sng" w="9525">
            <a:solidFill>
              <a:schemeClr val="dk2"/>
            </a:solidFill>
            <a:prstDash val="solid"/>
            <a:round/>
            <a:headEnd len="sm" w="sm" type="none"/>
            <a:tailEnd len="sm" w="sm" type="none"/>
          </a:ln>
        </p:spPr>
        <p:txBody>
          <a:bodyPr anchorCtr="0" anchor="t" bIns="91425" lIns="91425" spcFirstLastPara="1" rIns="91425" wrap="square" tIns="91425">
            <a:noAutofit/>
          </a:bodyPr>
          <a:lstStyle>
            <a:lvl1pPr lvl="0" algn="ctr">
              <a:lnSpc>
                <a:spcPct val="100000"/>
              </a:lnSpc>
              <a:spcBef>
                <a:spcPts val="0"/>
              </a:spcBef>
              <a:spcAft>
                <a:spcPts val="0"/>
              </a:spcAft>
              <a:buSzPts val="1400"/>
              <a:buNone/>
              <a:defRPr sz="1400"/>
            </a:lvl1pPr>
            <a:lvl2pPr lvl="1" algn="ctr">
              <a:lnSpc>
                <a:spcPct val="100000"/>
              </a:lnSpc>
              <a:spcBef>
                <a:spcPts val="1600"/>
              </a:spcBef>
              <a:spcAft>
                <a:spcPts val="0"/>
              </a:spcAft>
              <a:buSzPts val="1400"/>
              <a:buNone/>
              <a:defRPr/>
            </a:lvl2pPr>
            <a:lvl3pPr lvl="2" algn="ctr">
              <a:lnSpc>
                <a:spcPct val="100000"/>
              </a:lnSpc>
              <a:spcBef>
                <a:spcPts val="1600"/>
              </a:spcBef>
              <a:spcAft>
                <a:spcPts val="0"/>
              </a:spcAft>
              <a:buSzPts val="1400"/>
              <a:buNone/>
              <a:defRPr/>
            </a:lvl3pPr>
            <a:lvl4pPr lvl="3" algn="ctr">
              <a:lnSpc>
                <a:spcPct val="100000"/>
              </a:lnSpc>
              <a:spcBef>
                <a:spcPts val="1600"/>
              </a:spcBef>
              <a:spcAft>
                <a:spcPts val="0"/>
              </a:spcAft>
              <a:buSzPts val="1400"/>
              <a:buNone/>
              <a:defRPr/>
            </a:lvl4pPr>
            <a:lvl5pPr lvl="4" algn="ctr">
              <a:lnSpc>
                <a:spcPct val="100000"/>
              </a:lnSpc>
              <a:spcBef>
                <a:spcPts val="1600"/>
              </a:spcBef>
              <a:spcAft>
                <a:spcPts val="0"/>
              </a:spcAft>
              <a:buSzPts val="1400"/>
              <a:buNone/>
              <a:defRPr/>
            </a:lvl5pPr>
            <a:lvl6pPr lvl="5" algn="ctr">
              <a:lnSpc>
                <a:spcPct val="100000"/>
              </a:lnSpc>
              <a:spcBef>
                <a:spcPts val="1600"/>
              </a:spcBef>
              <a:spcAft>
                <a:spcPts val="0"/>
              </a:spcAft>
              <a:buSzPts val="1400"/>
              <a:buNone/>
              <a:defRPr/>
            </a:lvl6pPr>
            <a:lvl7pPr lvl="6" algn="ctr">
              <a:lnSpc>
                <a:spcPct val="100000"/>
              </a:lnSpc>
              <a:spcBef>
                <a:spcPts val="1600"/>
              </a:spcBef>
              <a:spcAft>
                <a:spcPts val="0"/>
              </a:spcAft>
              <a:buSzPts val="1400"/>
              <a:buNone/>
              <a:defRPr/>
            </a:lvl7pPr>
            <a:lvl8pPr lvl="7" algn="ctr">
              <a:lnSpc>
                <a:spcPct val="100000"/>
              </a:lnSpc>
              <a:spcBef>
                <a:spcPts val="1600"/>
              </a:spcBef>
              <a:spcAft>
                <a:spcPts val="0"/>
              </a:spcAft>
              <a:buSzPts val="1400"/>
              <a:buNone/>
              <a:defRPr/>
            </a:lvl8pPr>
            <a:lvl9pPr lvl="8" algn="ctr">
              <a:lnSpc>
                <a:spcPct val="100000"/>
              </a:lnSpc>
              <a:spcBef>
                <a:spcPts val="1600"/>
              </a:spcBef>
              <a:spcAft>
                <a:spcPts val="1600"/>
              </a:spcAft>
              <a:buSzPts val="1400"/>
              <a:buNone/>
              <a:defRPr/>
            </a:lvl9pPr>
          </a:lstStyle>
          <a:p/>
        </p:txBody>
      </p:sp>
      <p:sp>
        <p:nvSpPr>
          <p:cNvPr id="851" name="Google Shape;851;p65"/>
          <p:cNvSpPr txBox="1"/>
          <p:nvPr>
            <p:ph idx="2" type="subTitle"/>
          </p:nvPr>
        </p:nvSpPr>
        <p:spPr>
          <a:xfrm>
            <a:off x="3403825" y="3946209"/>
            <a:ext cx="2336400" cy="657300"/>
          </a:xfrm>
          <a:prstGeom prst="rect">
            <a:avLst/>
          </a:prstGeom>
          <a:noFill/>
          <a:ln cap="flat" cmpd="sng" w="9525">
            <a:solidFill>
              <a:schemeClr val="dk2"/>
            </a:solidFill>
            <a:prstDash val="solid"/>
            <a:round/>
            <a:headEnd len="sm" w="sm" type="none"/>
            <a:tailEnd len="sm" w="sm" type="none"/>
          </a:ln>
        </p:spPr>
        <p:txBody>
          <a:bodyPr anchorCtr="0" anchor="t" bIns="91425" lIns="91425" spcFirstLastPara="1" rIns="91425" wrap="square" tIns="91425">
            <a:noAutofit/>
          </a:bodyPr>
          <a:lstStyle>
            <a:lvl1pPr lvl="0" algn="ctr">
              <a:lnSpc>
                <a:spcPct val="100000"/>
              </a:lnSpc>
              <a:spcBef>
                <a:spcPts val="0"/>
              </a:spcBef>
              <a:spcAft>
                <a:spcPts val="0"/>
              </a:spcAft>
              <a:buSzPts val="1400"/>
              <a:buNone/>
              <a:defRPr sz="1400"/>
            </a:lvl1pPr>
            <a:lvl2pPr lvl="1" algn="ctr">
              <a:lnSpc>
                <a:spcPct val="100000"/>
              </a:lnSpc>
              <a:spcBef>
                <a:spcPts val="1600"/>
              </a:spcBef>
              <a:spcAft>
                <a:spcPts val="0"/>
              </a:spcAft>
              <a:buSzPts val="1400"/>
              <a:buNone/>
              <a:defRPr/>
            </a:lvl2pPr>
            <a:lvl3pPr lvl="2" algn="ctr">
              <a:lnSpc>
                <a:spcPct val="100000"/>
              </a:lnSpc>
              <a:spcBef>
                <a:spcPts val="1600"/>
              </a:spcBef>
              <a:spcAft>
                <a:spcPts val="0"/>
              </a:spcAft>
              <a:buSzPts val="1400"/>
              <a:buNone/>
              <a:defRPr/>
            </a:lvl3pPr>
            <a:lvl4pPr lvl="3" algn="ctr">
              <a:lnSpc>
                <a:spcPct val="100000"/>
              </a:lnSpc>
              <a:spcBef>
                <a:spcPts val="1600"/>
              </a:spcBef>
              <a:spcAft>
                <a:spcPts val="0"/>
              </a:spcAft>
              <a:buSzPts val="1400"/>
              <a:buNone/>
              <a:defRPr/>
            </a:lvl4pPr>
            <a:lvl5pPr lvl="4" algn="ctr">
              <a:lnSpc>
                <a:spcPct val="100000"/>
              </a:lnSpc>
              <a:spcBef>
                <a:spcPts val="1600"/>
              </a:spcBef>
              <a:spcAft>
                <a:spcPts val="0"/>
              </a:spcAft>
              <a:buSzPts val="1400"/>
              <a:buNone/>
              <a:defRPr/>
            </a:lvl5pPr>
            <a:lvl6pPr lvl="5" algn="ctr">
              <a:lnSpc>
                <a:spcPct val="100000"/>
              </a:lnSpc>
              <a:spcBef>
                <a:spcPts val="1600"/>
              </a:spcBef>
              <a:spcAft>
                <a:spcPts val="0"/>
              </a:spcAft>
              <a:buSzPts val="1400"/>
              <a:buNone/>
              <a:defRPr/>
            </a:lvl6pPr>
            <a:lvl7pPr lvl="6" algn="ctr">
              <a:lnSpc>
                <a:spcPct val="100000"/>
              </a:lnSpc>
              <a:spcBef>
                <a:spcPts val="1600"/>
              </a:spcBef>
              <a:spcAft>
                <a:spcPts val="0"/>
              </a:spcAft>
              <a:buSzPts val="1400"/>
              <a:buNone/>
              <a:defRPr/>
            </a:lvl7pPr>
            <a:lvl8pPr lvl="7" algn="ctr">
              <a:lnSpc>
                <a:spcPct val="100000"/>
              </a:lnSpc>
              <a:spcBef>
                <a:spcPts val="1600"/>
              </a:spcBef>
              <a:spcAft>
                <a:spcPts val="0"/>
              </a:spcAft>
              <a:buSzPts val="1400"/>
              <a:buNone/>
              <a:defRPr/>
            </a:lvl8pPr>
            <a:lvl9pPr lvl="8" algn="ctr">
              <a:lnSpc>
                <a:spcPct val="100000"/>
              </a:lnSpc>
              <a:spcBef>
                <a:spcPts val="1600"/>
              </a:spcBef>
              <a:spcAft>
                <a:spcPts val="1600"/>
              </a:spcAft>
              <a:buSzPts val="1400"/>
              <a:buNone/>
              <a:defRPr/>
            </a:lvl9pPr>
          </a:lstStyle>
          <a:p/>
        </p:txBody>
      </p:sp>
      <p:sp>
        <p:nvSpPr>
          <p:cNvPr id="852" name="Google Shape;852;p65"/>
          <p:cNvSpPr txBox="1"/>
          <p:nvPr>
            <p:ph idx="3" type="subTitle"/>
          </p:nvPr>
        </p:nvSpPr>
        <p:spPr>
          <a:xfrm>
            <a:off x="6087650" y="3946209"/>
            <a:ext cx="2336400" cy="657300"/>
          </a:xfrm>
          <a:prstGeom prst="rect">
            <a:avLst/>
          </a:prstGeom>
          <a:noFill/>
          <a:ln cap="flat" cmpd="sng" w="9525">
            <a:solidFill>
              <a:schemeClr val="dk2"/>
            </a:solidFill>
            <a:prstDash val="solid"/>
            <a:round/>
            <a:headEnd len="sm" w="sm" type="none"/>
            <a:tailEnd len="sm" w="sm" type="none"/>
          </a:ln>
        </p:spPr>
        <p:txBody>
          <a:bodyPr anchorCtr="0" anchor="t" bIns="91425" lIns="91425" spcFirstLastPara="1" rIns="91425" wrap="square" tIns="91425">
            <a:noAutofit/>
          </a:bodyPr>
          <a:lstStyle>
            <a:lvl1pPr lvl="0" algn="ctr">
              <a:lnSpc>
                <a:spcPct val="100000"/>
              </a:lnSpc>
              <a:spcBef>
                <a:spcPts val="0"/>
              </a:spcBef>
              <a:spcAft>
                <a:spcPts val="0"/>
              </a:spcAft>
              <a:buSzPts val="1400"/>
              <a:buNone/>
              <a:defRPr sz="1400"/>
            </a:lvl1pPr>
            <a:lvl2pPr lvl="1" algn="ctr">
              <a:lnSpc>
                <a:spcPct val="100000"/>
              </a:lnSpc>
              <a:spcBef>
                <a:spcPts val="1600"/>
              </a:spcBef>
              <a:spcAft>
                <a:spcPts val="0"/>
              </a:spcAft>
              <a:buSzPts val="1400"/>
              <a:buNone/>
              <a:defRPr/>
            </a:lvl2pPr>
            <a:lvl3pPr lvl="2" algn="ctr">
              <a:lnSpc>
                <a:spcPct val="100000"/>
              </a:lnSpc>
              <a:spcBef>
                <a:spcPts val="1600"/>
              </a:spcBef>
              <a:spcAft>
                <a:spcPts val="0"/>
              </a:spcAft>
              <a:buSzPts val="1400"/>
              <a:buNone/>
              <a:defRPr/>
            </a:lvl3pPr>
            <a:lvl4pPr lvl="3" algn="ctr">
              <a:lnSpc>
                <a:spcPct val="100000"/>
              </a:lnSpc>
              <a:spcBef>
                <a:spcPts val="1600"/>
              </a:spcBef>
              <a:spcAft>
                <a:spcPts val="0"/>
              </a:spcAft>
              <a:buSzPts val="1400"/>
              <a:buNone/>
              <a:defRPr/>
            </a:lvl4pPr>
            <a:lvl5pPr lvl="4" algn="ctr">
              <a:lnSpc>
                <a:spcPct val="100000"/>
              </a:lnSpc>
              <a:spcBef>
                <a:spcPts val="1600"/>
              </a:spcBef>
              <a:spcAft>
                <a:spcPts val="0"/>
              </a:spcAft>
              <a:buSzPts val="1400"/>
              <a:buNone/>
              <a:defRPr/>
            </a:lvl5pPr>
            <a:lvl6pPr lvl="5" algn="ctr">
              <a:lnSpc>
                <a:spcPct val="100000"/>
              </a:lnSpc>
              <a:spcBef>
                <a:spcPts val="1600"/>
              </a:spcBef>
              <a:spcAft>
                <a:spcPts val="0"/>
              </a:spcAft>
              <a:buSzPts val="1400"/>
              <a:buNone/>
              <a:defRPr/>
            </a:lvl6pPr>
            <a:lvl7pPr lvl="6" algn="ctr">
              <a:lnSpc>
                <a:spcPct val="100000"/>
              </a:lnSpc>
              <a:spcBef>
                <a:spcPts val="1600"/>
              </a:spcBef>
              <a:spcAft>
                <a:spcPts val="0"/>
              </a:spcAft>
              <a:buSzPts val="1400"/>
              <a:buNone/>
              <a:defRPr/>
            </a:lvl7pPr>
            <a:lvl8pPr lvl="7" algn="ctr">
              <a:lnSpc>
                <a:spcPct val="100000"/>
              </a:lnSpc>
              <a:spcBef>
                <a:spcPts val="1600"/>
              </a:spcBef>
              <a:spcAft>
                <a:spcPts val="0"/>
              </a:spcAft>
              <a:buSzPts val="1400"/>
              <a:buNone/>
              <a:defRPr/>
            </a:lvl8pPr>
            <a:lvl9pPr lvl="8" algn="ctr">
              <a:lnSpc>
                <a:spcPct val="100000"/>
              </a:lnSpc>
              <a:spcBef>
                <a:spcPts val="1600"/>
              </a:spcBef>
              <a:spcAft>
                <a:spcPts val="1600"/>
              </a:spcAft>
              <a:buSzPts val="1400"/>
              <a:buNone/>
              <a:defRPr/>
            </a:lvl9pPr>
          </a:lstStyle>
          <a:p/>
        </p:txBody>
      </p:sp>
      <p:sp>
        <p:nvSpPr>
          <p:cNvPr id="853" name="Google Shape;853;p65"/>
          <p:cNvSpPr txBox="1"/>
          <p:nvPr>
            <p:ph type="title"/>
          </p:nvPr>
        </p:nvSpPr>
        <p:spPr>
          <a:xfrm>
            <a:off x="720000" y="3418500"/>
            <a:ext cx="2336400" cy="5277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lvl1pPr lvl="0" algn="ctr">
              <a:lnSpc>
                <a:spcPct val="100000"/>
              </a:lnSpc>
              <a:spcBef>
                <a:spcPts val="0"/>
              </a:spcBef>
              <a:spcAft>
                <a:spcPts val="0"/>
              </a:spcAft>
              <a:buClr>
                <a:schemeClr val="lt2"/>
              </a:buClr>
              <a:buSzPts val="3000"/>
              <a:buNone/>
              <a:defRPr sz="3000">
                <a:solidFill>
                  <a:schemeClr val="lt2"/>
                </a:solidFill>
              </a:defRPr>
            </a:lvl1pPr>
            <a:lvl2pPr lvl="1" algn="ctr">
              <a:lnSpc>
                <a:spcPct val="100000"/>
              </a:lnSpc>
              <a:spcBef>
                <a:spcPts val="0"/>
              </a:spcBef>
              <a:spcAft>
                <a:spcPts val="0"/>
              </a:spcAft>
              <a:buClr>
                <a:schemeClr val="lt2"/>
              </a:buClr>
              <a:buSzPts val="3000"/>
              <a:buNone/>
              <a:defRPr sz="3000">
                <a:solidFill>
                  <a:schemeClr val="lt2"/>
                </a:solidFill>
              </a:defRPr>
            </a:lvl2pPr>
            <a:lvl3pPr lvl="2" algn="ctr">
              <a:lnSpc>
                <a:spcPct val="100000"/>
              </a:lnSpc>
              <a:spcBef>
                <a:spcPts val="0"/>
              </a:spcBef>
              <a:spcAft>
                <a:spcPts val="0"/>
              </a:spcAft>
              <a:buClr>
                <a:schemeClr val="lt2"/>
              </a:buClr>
              <a:buSzPts val="3000"/>
              <a:buNone/>
              <a:defRPr sz="3000">
                <a:solidFill>
                  <a:schemeClr val="lt2"/>
                </a:solidFill>
              </a:defRPr>
            </a:lvl3pPr>
            <a:lvl4pPr lvl="3" algn="ctr">
              <a:lnSpc>
                <a:spcPct val="100000"/>
              </a:lnSpc>
              <a:spcBef>
                <a:spcPts val="0"/>
              </a:spcBef>
              <a:spcAft>
                <a:spcPts val="0"/>
              </a:spcAft>
              <a:buClr>
                <a:schemeClr val="lt2"/>
              </a:buClr>
              <a:buSzPts val="3000"/>
              <a:buNone/>
              <a:defRPr sz="3000">
                <a:solidFill>
                  <a:schemeClr val="lt2"/>
                </a:solidFill>
              </a:defRPr>
            </a:lvl4pPr>
            <a:lvl5pPr lvl="4" algn="ctr">
              <a:lnSpc>
                <a:spcPct val="100000"/>
              </a:lnSpc>
              <a:spcBef>
                <a:spcPts val="0"/>
              </a:spcBef>
              <a:spcAft>
                <a:spcPts val="0"/>
              </a:spcAft>
              <a:buClr>
                <a:schemeClr val="lt2"/>
              </a:buClr>
              <a:buSzPts val="3000"/>
              <a:buNone/>
              <a:defRPr sz="3000">
                <a:solidFill>
                  <a:schemeClr val="lt2"/>
                </a:solidFill>
              </a:defRPr>
            </a:lvl5pPr>
            <a:lvl6pPr lvl="5" algn="ctr">
              <a:lnSpc>
                <a:spcPct val="100000"/>
              </a:lnSpc>
              <a:spcBef>
                <a:spcPts val="0"/>
              </a:spcBef>
              <a:spcAft>
                <a:spcPts val="0"/>
              </a:spcAft>
              <a:buClr>
                <a:schemeClr val="lt2"/>
              </a:buClr>
              <a:buSzPts val="3000"/>
              <a:buNone/>
              <a:defRPr sz="3000">
                <a:solidFill>
                  <a:schemeClr val="lt2"/>
                </a:solidFill>
              </a:defRPr>
            </a:lvl6pPr>
            <a:lvl7pPr lvl="6" algn="ctr">
              <a:lnSpc>
                <a:spcPct val="100000"/>
              </a:lnSpc>
              <a:spcBef>
                <a:spcPts val="0"/>
              </a:spcBef>
              <a:spcAft>
                <a:spcPts val="0"/>
              </a:spcAft>
              <a:buClr>
                <a:schemeClr val="lt2"/>
              </a:buClr>
              <a:buSzPts val="3000"/>
              <a:buNone/>
              <a:defRPr sz="3000">
                <a:solidFill>
                  <a:schemeClr val="lt2"/>
                </a:solidFill>
              </a:defRPr>
            </a:lvl7pPr>
            <a:lvl8pPr lvl="7" algn="ctr">
              <a:lnSpc>
                <a:spcPct val="100000"/>
              </a:lnSpc>
              <a:spcBef>
                <a:spcPts val="0"/>
              </a:spcBef>
              <a:spcAft>
                <a:spcPts val="0"/>
              </a:spcAft>
              <a:buClr>
                <a:schemeClr val="lt2"/>
              </a:buClr>
              <a:buSzPts val="3000"/>
              <a:buNone/>
              <a:defRPr sz="3000">
                <a:solidFill>
                  <a:schemeClr val="lt2"/>
                </a:solidFill>
              </a:defRPr>
            </a:lvl8pPr>
            <a:lvl9pPr lvl="8" algn="ctr">
              <a:lnSpc>
                <a:spcPct val="100000"/>
              </a:lnSpc>
              <a:spcBef>
                <a:spcPts val="0"/>
              </a:spcBef>
              <a:spcAft>
                <a:spcPts val="0"/>
              </a:spcAft>
              <a:buClr>
                <a:schemeClr val="lt2"/>
              </a:buClr>
              <a:buSzPts val="3000"/>
              <a:buNone/>
              <a:defRPr sz="3000">
                <a:solidFill>
                  <a:schemeClr val="lt2"/>
                </a:solidFill>
              </a:defRPr>
            </a:lvl9pPr>
          </a:lstStyle>
          <a:p/>
        </p:txBody>
      </p:sp>
      <p:sp>
        <p:nvSpPr>
          <p:cNvPr id="854" name="Google Shape;854;p65"/>
          <p:cNvSpPr txBox="1"/>
          <p:nvPr>
            <p:ph idx="4" type="title"/>
          </p:nvPr>
        </p:nvSpPr>
        <p:spPr>
          <a:xfrm>
            <a:off x="3403800" y="3418500"/>
            <a:ext cx="2336400" cy="5277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lvl1pPr lvl="0" algn="ctr">
              <a:lnSpc>
                <a:spcPct val="100000"/>
              </a:lnSpc>
              <a:spcBef>
                <a:spcPts val="0"/>
              </a:spcBef>
              <a:spcAft>
                <a:spcPts val="0"/>
              </a:spcAft>
              <a:buClr>
                <a:schemeClr val="lt2"/>
              </a:buClr>
              <a:buSzPts val="3000"/>
              <a:buNone/>
              <a:defRPr sz="3000">
                <a:solidFill>
                  <a:schemeClr val="accent3"/>
                </a:solidFill>
              </a:defRPr>
            </a:lvl1pPr>
            <a:lvl2pPr lvl="1" algn="ctr">
              <a:lnSpc>
                <a:spcPct val="100000"/>
              </a:lnSpc>
              <a:spcBef>
                <a:spcPts val="0"/>
              </a:spcBef>
              <a:spcAft>
                <a:spcPts val="0"/>
              </a:spcAft>
              <a:buClr>
                <a:schemeClr val="lt2"/>
              </a:buClr>
              <a:buSzPts val="3000"/>
              <a:buNone/>
              <a:defRPr sz="3000">
                <a:solidFill>
                  <a:schemeClr val="lt2"/>
                </a:solidFill>
              </a:defRPr>
            </a:lvl2pPr>
            <a:lvl3pPr lvl="2" algn="ctr">
              <a:lnSpc>
                <a:spcPct val="100000"/>
              </a:lnSpc>
              <a:spcBef>
                <a:spcPts val="0"/>
              </a:spcBef>
              <a:spcAft>
                <a:spcPts val="0"/>
              </a:spcAft>
              <a:buClr>
                <a:schemeClr val="lt2"/>
              </a:buClr>
              <a:buSzPts val="3000"/>
              <a:buNone/>
              <a:defRPr sz="3000">
                <a:solidFill>
                  <a:schemeClr val="lt2"/>
                </a:solidFill>
              </a:defRPr>
            </a:lvl3pPr>
            <a:lvl4pPr lvl="3" algn="ctr">
              <a:lnSpc>
                <a:spcPct val="100000"/>
              </a:lnSpc>
              <a:spcBef>
                <a:spcPts val="0"/>
              </a:spcBef>
              <a:spcAft>
                <a:spcPts val="0"/>
              </a:spcAft>
              <a:buClr>
                <a:schemeClr val="lt2"/>
              </a:buClr>
              <a:buSzPts val="3000"/>
              <a:buNone/>
              <a:defRPr sz="3000">
                <a:solidFill>
                  <a:schemeClr val="lt2"/>
                </a:solidFill>
              </a:defRPr>
            </a:lvl4pPr>
            <a:lvl5pPr lvl="4" algn="ctr">
              <a:lnSpc>
                <a:spcPct val="100000"/>
              </a:lnSpc>
              <a:spcBef>
                <a:spcPts val="0"/>
              </a:spcBef>
              <a:spcAft>
                <a:spcPts val="0"/>
              </a:spcAft>
              <a:buClr>
                <a:schemeClr val="lt2"/>
              </a:buClr>
              <a:buSzPts val="3000"/>
              <a:buNone/>
              <a:defRPr sz="3000">
                <a:solidFill>
                  <a:schemeClr val="lt2"/>
                </a:solidFill>
              </a:defRPr>
            </a:lvl5pPr>
            <a:lvl6pPr lvl="5" algn="ctr">
              <a:lnSpc>
                <a:spcPct val="100000"/>
              </a:lnSpc>
              <a:spcBef>
                <a:spcPts val="0"/>
              </a:spcBef>
              <a:spcAft>
                <a:spcPts val="0"/>
              </a:spcAft>
              <a:buClr>
                <a:schemeClr val="lt2"/>
              </a:buClr>
              <a:buSzPts val="3000"/>
              <a:buNone/>
              <a:defRPr sz="3000">
                <a:solidFill>
                  <a:schemeClr val="lt2"/>
                </a:solidFill>
              </a:defRPr>
            </a:lvl6pPr>
            <a:lvl7pPr lvl="6" algn="ctr">
              <a:lnSpc>
                <a:spcPct val="100000"/>
              </a:lnSpc>
              <a:spcBef>
                <a:spcPts val="0"/>
              </a:spcBef>
              <a:spcAft>
                <a:spcPts val="0"/>
              </a:spcAft>
              <a:buClr>
                <a:schemeClr val="lt2"/>
              </a:buClr>
              <a:buSzPts val="3000"/>
              <a:buNone/>
              <a:defRPr sz="3000">
                <a:solidFill>
                  <a:schemeClr val="lt2"/>
                </a:solidFill>
              </a:defRPr>
            </a:lvl7pPr>
            <a:lvl8pPr lvl="7" algn="ctr">
              <a:lnSpc>
                <a:spcPct val="100000"/>
              </a:lnSpc>
              <a:spcBef>
                <a:spcPts val="0"/>
              </a:spcBef>
              <a:spcAft>
                <a:spcPts val="0"/>
              </a:spcAft>
              <a:buClr>
                <a:schemeClr val="lt2"/>
              </a:buClr>
              <a:buSzPts val="3000"/>
              <a:buNone/>
              <a:defRPr sz="3000">
                <a:solidFill>
                  <a:schemeClr val="lt2"/>
                </a:solidFill>
              </a:defRPr>
            </a:lvl8pPr>
            <a:lvl9pPr lvl="8" algn="ctr">
              <a:lnSpc>
                <a:spcPct val="100000"/>
              </a:lnSpc>
              <a:spcBef>
                <a:spcPts val="0"/>
              </a:spcBef>
              <a:spcAft>
                <a:spcPts val="0"/>
              </a:spcAft>
              <a:buClr>
                <a:schemeClr val="lt2"/>
              </a:buClr>
              <a:buSzPts val="3000"/>
              <a:buNone/>
              <a:defRPr sz="3000">
                <a:solidFill>
                  <a:schemeClr val="lt2"/>
                </a:solidFill>
              </a:defRPr>
            </a:lvl9pPr>
          </a:lstStyle>
          <a:p/>
        </p:txBody>
      </p:sp>
      <p:sp>
        <p:nvSpPr>
          <p:cNvPr id="855" name="Google Shape;855;p65"/>
          <p:cNvSpPr txBox="1"/>
          <p:nvPr>
            <p:ph idx="5" type="title"/>
          </p:nvPr>
        </p:nvSpPr>
        <p:spPr>
          <a:xfrm>
            <a:off x="6087600" y="3418500"/>
            <a:ext cx="2336400" cy="5277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lvl1pPr lvl="0" algn="ctr">
              <a:lnSpc>
                <a:spcPct val="100000"/>
              </a:lnSpc>
              <a:spcBef>
                <a:spcPts val="0"/>
              </a:spcBef>
              <a:spcAft>
                <a:spcPts val="0"/>
              </a:spcAft>
              <a:buClr>
                <a:schemeClr val="lt2"/>
              </a:buClr>
              <a:buSzPts val="3000"/>
              <a:buNone/>
              <a:defRPr sz="3000"/>
            </a:lvl1pPr>
            <a:lvl2pPr lvl="1" algn="ctr">
              <a:lnSpc>
                <a:spcPct val="100000"/>
              </a:lnSpc>
              <a:spcBef>
                <a:spcPts val="0"/>
              </a:spcBef>
              <a:spcAft>
                <a:spcPts val="0"/>
              </a:spcAft>
              <a:buClr>
                <a:schemeClr val="lt2"/>
              </a:buClr>
              <a:buSzPts val="3000"/>
              <a:buNone/>
              <a:defRPr sz="3000">
                <a:solidFill>
                  <a:schemeClr val="lt2"/>
                </a:solidFill>
              </a:defRPr>
            </a:lvl2pPr>
            <a:lvl3pPr lvl="2" algn="ctr">
              <a:lnSpc>
                <a:spcPct val="100000"/>
              </a:lnSpc>
              <a:spcBef>
                <a:spcPts val="0"/>
              </a:spcBef>
              <a:spcAft>
                <a:spcPts val="0"/>
              </a:spcAft>
              <a:buClr>
                <a:schemeClr val="lt2"/>
              </a:buClr>
              <a:buSzPts val="3000"/>
              <a:buNone/>
              <a:defRPr sz="3000">
                <a:solidFill>
                  <a:schemeClr val="lt2"/>
                </a:solidFill>
              </a:defRPr>
            </a:lvl3pPr>
            <a:lvl4pPr lvl="3" algn="ctr">
              <a:lnSpc>
                <a:spcPct val="100000"/>
              </a:lnSpc>
              <a:spcBef>
                <a:spcPts val="0"/>
              </a:spcBef>
              <a:spcAft>
                <a:spcPts val="0"/>
              </a:spcAft>
              <a:buClr>
                <a:schemeClr val="lt2"/>
              </a:buClr>
              <a:buSzPts val="3000"/>
              <a:buNone/>
              <a:defRPr sz="3000">
                <a:solidFill>
                  <a:schemeClr val="lt2"/>
                </a:solidFill>
              </a:defRPr>
            </a:lvl4pPr>
            <a:lvl5pPr lvl="4" algn="ctr">
              <a:lnSpc>
                <a:spcPct val="100000"/>
              </a:lnSpc>
              <a:spcBef>
                <a:spcPts val="0"/>
              </a:spcBef>
              <a:spcAft>
                <a:spcPts val="0"/>
              </a:spcAft>
              <a:buClr>
                <a:schemeClr val="lt2"/>
              </a:buClr>
              <a:buSzPts val="3000"/>
              <a:buNone/>
              <a:defRPr sz="3000">
                <a:solidFill>
                  <a:schemeClr val="lt2"/>
                </a:solidFill>
              </a:defRPr>
            </a:lvl5pPr>
            <a:lvl6pPr lvl="5" algn="ctr">
              <a:lnSpc>
                <a:spcPct val="100000"/>
              </a:lnSpc>
              <a:spcBef>
                <a:spcPts val="0"/>
              </a:spcBef>
              <a:spcAft>
                <a:spcPts val="0"/>
              </a:spcAft>
              <a:buClr>
                <a:schemeClr val="lt2"/>
              </a:buClr>
              <a:buSzPts val="3000"/>
              <a:buNone/>
              <a:defRPr sz="3000">
                <a:solidFill>
                  <a:schemeClr val="lt2"/>
                </a:solidFill>
              </a:defRPr>
            </a:lvl6pPr>
            <a:lvl7pPr lvl="6" algn="ctr">
              <a:lnSpc>
                <a:spcPct val="100000"/>
              </a:lnSpc>
              <a:spcBef>
                <a:spcPts val="0"/>
              </a:spcBef>
              <a:spcAft>
                <a:spcPts val="0"/>
              </a:spcAft>
              <a:buClr>
                <a:schemeClr val="lt2"/>
              </a:buClr>
              <a:buSzPts val="3000"/>
              <a:buNone/>
              <a:defRPr sz="3000">
                <a:solidFill>
                  <a:schemeClr val="lt2"/>
                </a:solidFill>
              </a:defRPr>
            </a:lvl7pPr>
            <a:lvl8pPr lvl="7" algn="ctr">
              <a:lnSpc>
                <a:spcPct val="100000"/>
              </a:lnSpc>
              <a:spcBef>
                <a:spcPts val="0"/>
              </a:spcBef>
              <a:spcAft>
                <a:spcPts val="0"/>
              </a:spcAft>
              <a:buClr>
                <a:schemeClr val="lt2"/>
              </a:buClr>
              <a:buSzPts val="3000"/>
              <a:buNone/>
              <a:defRPr sz="3000">
                <a:solidFill>
                  <a:schemeClr val="lt2"/>
                </a:solidFill>
              </a:defRPr>
            </a:lvl8pPr>
            <a:lvl9pPr lvl="8" algn="ctr">
              <a:lnSpc>
                <a:spcPct val="100000"/>
              </a:lnSpc>
              <a:spcBef>
                <a:spcPts val="0"/>
              </a:spcBef>
              <a:spcAft>
                <a:spcPts val="0"/>
              </a:spcAft>
              <a:buClr>
                <a:schemeClr val="lt2"/>
              </a:buClr>
              <a:buSzPts val="3000"/>
              <a:buNone/>
              <a:defRPr sz="3000">
                <a:solidFill>
                  <a:schemeClr val="lt2"/>
                </a:solidFill>
              </a:defRPr>
            </a:lvl9pPr>
          </a:lstStyle>
          <a:p/>
        </p:txBody>
      </p:sp>
      <p:sp>
        <p:nvSpPr>
          <p:cNvPr id="856" name="Google Shape;856;p65"/>
          <p:cNvSpPr txBox="1"/>
          <p:nvPr>
            <p:ph idx="6" type="title"/>
          </p:nvPr>
        </p:nvSpPr>
        <p:spPr>
          <a:xfrm>
            <a:off x="720000" y="540000"/>
            <a:ext cx="7704000" cy="564300"/>
          </a:xfrm>
          <a:prstGeom prst="rect">
            <a:avLst/>
          </a:prstGeom>
          <a:noFill/>
          <a:ln>
            <a:noFill/>
          </a:ln>
        </p:spPr>
        <p:txBody>
          <a:bodyPr anchorCtr="0" anchor="ctr" bIns="91425" lIns="91425" spcFirstLastPara="1" rIns="91425" wrap="square" tIns="91425">
            <a:noAutofit/>
          </a:bodyPr>
          <a:lstStyle>
            <a:lvl1pPr lvl="0" algn="l">
              <a:lnSpc>
                <a:spcPct val="100000"/>
              </a:lnSpc>
              <a:spcBef>
                <a:spcPts val="0"/>
              </a:spcBef>
              <a:spcAft>
                <a:spcPts val="0"/>
              </a:spcAft>
              <a:buSzPts val="2800"/>
              <a:buNone/>
              <a:defRPr/>
            </a:lvl1pPr>
            <a:lvl2pPr lvl="1" algn="l">
              <a:lnSpc>
                <a:spcPct val="100000"/>
              </a:lnSpc>
              <a:spcBef>
                <a:spcPts val="0"/>
              </a:spcBef>
              <a:spcAft>
                <a:spcPts val="0"/>
              </a:spcAft>
              <a:buSzPts val="2800"/>
              <a:buNone/>
              <a:defRPr/>
            </a:lvl2pPr>
            <a:lvl3pPr lvl="2" algn="l">
              <a:lnSpc>
                <a:spcPct val="100000"/>
              </a:lnSpc>
              <a:spcBef>
                <a:spcPts val="0"/>
              </a:spcBef>
              <a:spcAft>
                <a:spcPts val="0"/>
              </a:spcAft>
              <a:buSzPts val="2800"/>
              <a:buNone/>
              <a:defRPr/>
            </a:lvl3pPr>
            <a:lvl4pPr lvl="3" algn="l">
              <a:lnSpc>
                <a:spcPct val="100000"/>
              </a:lnSpc>
              <a:spcBef>
                <a:spcPts val="0"/>
              </a:spcBef>
              <a:spcAft>
                <a:spcPts val="0"/>
              </a:spcAft>
              <a:buSzPts val="2800"/>
              <a:buNone/>
              <a:defRPr/>
            </a:lvl4pPr>
            <a:lvl5pPr lvl="4" algn="l">
              <a:lnSpc>
                <a:spcPct val="100000"/>
              </a:lnSpc>
              <a:spcBef>
                <a:spcPts val="0"/>
              </a:spcBef>
              <a:spcAft>
                <a:spcPts val="0"/>
              </a:spcAft>
              <a:buSzPts val="2800"/>
              <a:buNone/>
              <a:defRPr/>
            </a:lvl5pPr>
            <a:lvl6pPr lvl="5" algn="l">
              <a:lnSpc>
                <a:spcPct val="100000"/>
              </a:lnSpc>
              <a:spcBef>
                <a:spcPts val="0"/>
              </a:spcBef>
              <a:spcAft>
                <a:spcPts val="0"/>
              </a:spcAft>
              <a:buSzPts val="2800"/>
              <a:buNone/>
              <a:defRPr/>
            </a:lvl6pPr>
            <a:lvl7pPr lvl="6" algn="l">
              <a:lnSpc>
                <a:spcPct val="100000"/>
              </a:lnSpc>
              <a:spcBef>
                <a:spcPts val="0"/>
              </a:spcBef>
              <a:spcAft>
                <a:spcPts val="0"/>
              </a:spcAft>
              <a:buSzPts val="2800"/>
              <a:buNone/>
              <a:defRPr/>
            </a:lvl7pPr>
            <a:lvl8pPr lvl="7" algn="l">
              <a:lnSpc>
                <a:spcPct val="100000"/>
              </a:lnSpc>
              <a:spcBef>
                <a:spcPts val="0"/>
              </a:spcBef>
              <a:spcAft>
                <a:spcPts val="0"/>
              </a:spcAft>
              <a:buSzPts val="2800"/>
              <a:buNone/>
              <a:defRPr/>
            </a:lvl8pPr>
            <a:lvl9pPr lvl="8" algn="l">
              <a:lnSpc>
                <a:spcPct val="100000"/>
              </a:lnSpc>
              <a:spcBef>
                <a:spcPts val="0"/>
              </a:spcBef>
              <a:spcAft>
                <a:spcPts val="0"/>
              </a:spcAft>
              <a:buSzPts val="2800"/>
              <a:buNone/>
              <a:defRPr/>
            </a:lvl9pPr>
          </a:lstStyle>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bg>
      <p:bgPr>
        <a:solidFill>
          <a:schemeClr val="accent2"/>
        </a:solidFill>
      </p:bgPr>
    </p:bg>
    <p:spTree>
      <p:nvGrpSpPr>
        <p:cNvPr id="857" name="Shape 857"/>
        <p:cNvGrpSpPr/>
        <p:nvPr/>
      </p:nvGrpSpPr>
      <p:grpSpPr>
        <a:xfrm>
          <a:off x="0" y="0"/>
          <a:ext cx="0" cy="0"/>
          <a:chOff x="0" y="0"/>
          <a:chExt cx="0" cy="0"/>
        </a:xfrm>
      </p:grpSpPr>
      <p:grpSp>
        <p:nvGrpSpPr>
          <p:cNvPr id="858" name="Google Shape;858;p66"/>
          <p:cNvGrpSpPr/>
          <p:nvPr/>
        </p:nvGrpSpPr>
        <p:grpSpPr>
          <a:xfrm rot="816243">
            <a:off x="7885012" y="585070"/>
            <a:ext cx="624221" cy="2019733"/>
            <a:chOff x="6505688" y="3123675"/>
            <a:chExt cx="624250" cy="2019825"/>
          </a:xfrm>
        </p:grpSpPr>
        <p:sp>
          <p:nvSpPr>
            <p:cNvPr id="859" name="Google Shape;859;p66"/>
            <p:cNvSpPr/>
            <p:nvPr/>
          </p:nvSpPr>
          <p:spPr>
            <a:xfrm>
              <a:off x="6666113" y="3575400"/>
              <a:ext cx="322850" cy="555300"/>
            </a:xfrm>
            <a:custGeom>
              <a:rect b="b" l="l" r="r" t="t"/>
              <a:pathLst>
                <a:path extrusionOk="0" h="22212" w="12914">
                  <a:moveTo>
                    <a:pt x="6599" y="1"/>
                  </a:moveTo>
                  <a:cubicBezTo>
                    <a:pt x="6584" y="1"/>
                    <a:pt x="6568" y="1"/>
                    <a:pt x="6552" y="1"/>
                  </a:cubicBezTo>
                  <a:lnTo>
                    <a:pt x="6198" y="4"/>
                  </a:lnTo>
                  <a:cubicBezTo>
                    <a:pt x="2777" y="30"/>
                    <a:pt x="1" y="2848"/>
                    <a:pt x="25" y="6268"/>
                  </a:cubicBezTo>
                  <a:lnTo>
                    <a:pt x="99" y="16039"/>
                  </a:lnTo>
                  <a:cubicBezTo>
                    <a:pt x="123" y="19443"/>
                    <a:pt x="2916" y="22211"/>
                    <a:pt x="6315" y="22211"/>
                  </a:cubicBezTo>
                  <a:cubicBezTo>
                    <a:pt x="6331" y="22211"/>
                    <a:pt x="6346" y="22211"/>
                    <a:pt x="6362" y="22211"/>
                  </a:cubicBezTo>
                  <a:lnTo>
                    <a:pt x="6717" y="22210"/>
                  </a:lnTo>
                  <a:cubicBezTo>
                    <a:pt x="10137" y="22183"/>
                    <a:pt x="12914" y="19364"/>
                    <a:pt x="12891" y="15944"/>
                  </a:cubicBezTo>
                  <a:lnTo>
                    <a:pt x="12818" y="6174"/>
                  </a:lnTo>
                  <a:cubicBezTo>
                    <a:pt x="12791" y="2769"/>
                    <a:pt x="9999" y="1"/>
                    <a:pt x="6599" y="1"/>
                  </a:cubicBezTo>
                  <a:close/>
                </a:path>
              </a:pathLst>
            </a:custGeom>
            <a:solidFill>
              <a:schemeClr val="accent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60" name="Google Shape;860;p66"/>
            <p:cNvSpPr/>
            <p:nvPr/>
          </p:nvSpPr>
          <p:spPr>
            <a:xfrm>
              <a:off x="6668613" y="3230325"/>
              <a:ext cx="58900" cy="480150"/>
            </a:xfrm>
            <a:custGeom>
              <a:rect b="b" l="l" r="r" t="t"/>
              <a:pathLst>
                <a:path extrusionOk="0" h="19206" w="2356">
                  <a:moveTo>
                    <a:pt x="1118" y="1"/>
                  </a:moveTo>
                  <a:cubicBezTo>
                    <a:pt x="1115" y="1"/>
                    <a:pt x="1111" y="1"/>
                    <a:pt x="1108" y="1"/>
                  </a:cubicBezTo>
                  <a:cubicBezTo>
                    <a:pt x="497" y="7"/>
                    <a:pt x="1" y="509"/>
                    <a:pt x="6" y="1118"/>
                  </a:cubicBezTo>
                  <a:lnTo>
                    <a:pt x="132" y="18104"/>
                  </a:lnTo>
                  <a:cubicBezTo>
                    <a:pt x="138" y="18710"/>
                    <a:pt x="634" y="19206"/>
                    <a:pt x="1241" y="19206"/>
                  </a:cubicBezTo>
                  <a:cubicBezTo>
                    <a:pt x="1244" y="19206"/>
                    <a:pt x="1247" y="19206"/>
                    <a:pt x="1251" y="19206"/>
                  </a:cubicBezTo>
                  <a:cubicBezTo>
                    <a:pt x="1860" y="19200"/>
                    <a:pt x="2355" y="18698"/>
                    <a:pt x="2352" y="18088"/>
                  </a:cubicBezTo>
                  <a:lnTo>
                    <a:pt x="2225" y="1102"/>
                  </a:lnTo>
                  <a:cubicBezTo>
                    <a:pt x="2219" y="496"/>
                    <a:pt x="1723" y="1"/>
                    <a:pt x="1118" y="1"/>
                  </a:cubicBezTo>
                  <a:close/>
                </a:path>
              </a:pathLst>
            </a:custGeom>
            <a:solidFill>
              <a:schemeClr val="accent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61" name="Google Shape;861;p66"/>
            <p:cNvSpPr/>
            <p:nvPr/>
          </p:nvSpPr>
          <p:spPr>
            <a:xfrm>
              <a:off x="6845513" y="3147925"/>
              <a:ext cx="58875" cy="480150"/>
            </a:xfrm>
            <a:custGeom>
              <a:rect b="b" l="l" r="r" t="t"/>
              <a:pathLst>
                <a:path extrusionOk="0" h="19206" w="2355">
                  <a:moveTo>
                    <a:pt x="1115" y="1"/>
                  </a:moveTo>
                  <a:cubicBezTo>
                    <a:pt x="1112" y="1"/>
                    <a:pt x="1110" y="1"/>
                    <a:pt x="1107" y="1"/>
                  </a:cubicBezTo>
                  <a:cubicBezTo>
                    <a:pt x="498" y="7"/>
                    <a:pt x="0" y="509"/>
                    <a:pt x="6" y="1120"/>
                  </a:cubicBezTo>
                  <a:lnTo>
                    <a:pt x="133" y="18104"/>
                  </a:lnTo>
                  <a:cubicBezTo>
                    <a:pt x="137" y="18712"/>
                    <a:pt x="635" y="19206"/>
                    <a:pt x="1240" y="19206"/>
                  </a:cubicBezTo>
                  <a:cubicBezTo>
                    <a:pt x="1243" y="19206"/>
                    <a:pt x="1247" y="19206"/>
                    <a:pt x="1250" y="19206"/>
                  </a:cubicBezTo>
                  <a:cubicBezTo>
                    <a:pt x="1860" y="19201"/>
                    <a:pt x="2355" y="18698"/>
                    <a:pt x="2352" y="18088"/>
                  </a:cubicBezTo>
                  <a:lnTo>
                    <a:pt x="2224" y="1102"/>
                  </a:lnTo>
                  <a:cubicBezTo>
                    <a:pt x="2219" y="496"/>
                    <a:pt x="1721" y="1"/>
                    <a:pt x="1115" y="1"/>
                  </a:cubicBezTo>
                  <a:close/>
                </a:path>
              </a:pathLst>
            </a:custGeom>
            <a:solidFill>
              <a:schemeClr val="accent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62" name="Google Shape;862;p66"/>
            <p:cNvSpPr/>
            <p:nvPr/>
          </p:nvSpPr>
          <p:spPr>
            <a:xfrm>
              <a:off x="6929863" y="3303225"/>
              <a:ext cx="58925" cy="480125"/>
            </a:xfrm>
            <a:custGeom>
              <a:rect b="b" l="l" r="r" t="t"/>
              <a:pathLst>
                <a:path extrusionOk="0" h="19205" w="2357">
                  <a:moveTo>
                    <a:pt x="1116" y="0"/>
                  </a:moveTo>
                  <a:cubicBezTo>
                    <a:pt x="1113" y="0"/>
                    <a:pt x="1110" y="0"/>
                    <a:pt x="1108" y="0"/>
                  </a:cubicBezTo>
                  <a:cubicBezTo>
                    <a:pt x="497" y="5"/>
                    <a:pt x="1" y="508"/>
                    <a:pt x="6" y="1117"/>
                  </a:cubicBezTo>
                  <a:lnTo>
                    <a:pt x="132" y="18103"/>
                  </a:lnTo>
                  <a:cubicBezTo>
                    <a:pt x="138" y="18711"/>
                    <a:pt x="637" y="19205"/>
                    <a:pt x="1246" y="19205"/>
                  </a:cubicBezTo>
                  <a:cubicBezTo>
                    <a:pt x="1247" y="19205"/>
                    <a:pt x="1249" y="19205"/>
                    <a:pt x="1251" y="19205"/>
                  </a:cubicBezTo>
                  <a:cubicBezTo>
                    <a:pt x="1860" y="19199"/>
                    <a:pt x="2357" y="18697"/>
                    <a:pt x="2352" y="18086"/>
                  </a:cubicBezTo>
                  <a:lnTo>
                    <a:pt x="2225" y="1102"/>
                  </a:lnTo>
                  <a:cubicBezTo>
                    <a:pt x="2219" y="494"/>
                    <a:pt x="1722" y="0"/>
                    <a:pt x="1116" y="0"/>
                  </a:cubicBezTo>
                  <a:close/>
                </a:path>
              </a:pathLst>
            </a:custGeom>
            <a:solidFill>
              <a:schemeClr val="accent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63" name="Google Shape;863;p66"/>
            <p:cNvSpPr/>
            <p:nvPr/>
          </p:nvSpPr>
          <p:spPr>
            <a:xfrm>
              <a:off x="6756588" y="3123675"/>
              <a:ext cx="58900" cy="480150"/>
            </a:xfrm>
            <a:custGeom>
              <a:rect b="b" l="l" r="r" t="t"/>
              <a:pathLst>
                <a:path extrusionOk="0" h="19206" w="2356">
                  <a:moveTo>
                    <a:pt x="1118" y="1"/>
                  </a:moveTo>
                  <a:cubicBezTo>
                    <a:pt x="1115" y="1"/>
                    <a:pt x="1111" y="1"/>
                    <a:pt x="1108" y="1"/>
                  </a:cubicBezTo>
                  <a:cubicBezTo>
                    <a:pt x="497" y="5"/>
                    <a:pt x="1" y="509"/>
                    <a:pt x="6" y="1118"/>
                  </a:cubicBezTo>
                  <a:lnTo>
                    <a:pt x="132" y="18104"/>
                  </a:lnTo>
                  <a:cubicBezTo>
                    <a:pt x="138" y="18711"/>
                    <a:pt x="636" y="19206"/>
                    <a:pt x="1243" y="19206"/>
                  </a:cubicBezTo>
                  <a:cubicBezTo>
                    <a:pt x="1246" y="19206"/>
                    <a:pt x="1248" y="19206"/>
                    <a:pt x="1251" y="19206"/>
                  </a:cubicBezTo>
                  <a:cubicBezTo>
                    <a:pt x="1860" y="19200"/>
                    <a:pt x="2355" y="18698"/>
                    <a:pt x="2353" y="18087"/>
                  </a:cubicBezTo>
                  <a:lnTo>
                    <a:pt x="2225" y="1103"/>
                  </a:lnTo>
                  <a:cubicBezTo>
                    <a:pt x="2220" y="495"/>
                    <a:pt x="1723" y="1"/>
                    <a:pt x="1118" y="1"/>
                  </a:cubicBezTo>
                  <a:close/>
                </a:path>
              </a:pathLst>
            </a:custGeom>
            <a:solidFill>
              <a:schemeClr val="accent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64" name="Google Shape;864;p66"/>
            <p:cNvSpPr/>
            <p:nvPr/>
          </p:nvSpPr>
          <p:spPr>
            <a:xfrm>
              <a:off x="6906838" y="3509750"/>
              <a:ext cx="223100" cy="595575"/>
            </a:xfrm>
            <a:custGeom>
              <a:rect b="b" l="l" r="r" t="t"/>
              <a:pathLst>
                <a:path extrusionOk="0" h="23823" w="8924">
                  <a:moveTo>
                    <a:pt x="8924" y="1"/>
                  </a:moveTo>
                  <a:lnTo>
                    <a:pt x="8924" y="1"/>
                  </a:lnTo>
                  <a:cubicBezTo>
                    <a:pt x="5941" y="1061"/>
                    <a:pt x="6087" y="4840"/>
                    <a:pt x="5299" y="7607"/>
                  </a:cubicBezTo>
                  <a:cubicBezTo>
                    <a:pt x="4845" y="9202"/>
                    <a:pt x="3410" y="13717"/>
                    <a:pt x="1715" y="13717"/>
                  </a:cubicBezTo>
                  <a:cubicBezTo>
                    <a:pt x="1221" y="13717"/>
                    <a:pt x="705" y="13334"/>
                    <a:pt x="185" y="12385"/>
                  </a:cubicBezTo>
                  <a:lnTo>
                    <a:pt x="0" y="23823"/>
                  </a:lnTo>
                  <a:cubicBezTo>
                    <a:pt x="3803" y="23505"/>
                    <a:pt x="5195" y="17626"/>
                    <a:pt x="5886" y="14373"/>
                  </a:cubicBezTo>
                  <a:cubicBezTo>
                    <a:pt x="6887" y="9654"/>
                    <a:pt x="8206" y="4819"/>
                    <a:pt x="8924" y="1"/>
                  </a:cubicBezTo>
                  <a:close/>
                </a:path>
              </a:pathLst>
            </a:custGeom>
            <a:solidFill>
              <a:schemeClr val="accent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65" name="Google Shape;865;p66"/>
            <p:cNvSpPr/>
            <p:nvPr/>
          </p:nvSpPr>
          <p:spPr>
            <a:xfrm>
              <a:off x="6747688" y="3669775"/>
              <a:ext cx="185600" cy="234225"/>
            </a:xfrm>
            <a:custGeom>
              <a:rect b="b" l="l" r="r" t="t"/>
              <a:pathLst>
                <a:path extrusionOk="0" h="9369" w="7424">
                  <a:moveTo>
                    <a:pt x="3954" y="0"/>
                  </a:moveTo>
                  <a:cubicBezTo>
                    <a:pt x="2326" y="0"/>
                    <a:pt x="553" y="680"/>
                    <a:pt x="1" y="1987"/>
                  </a:cubicBezTo>
                  <a:lnTo>
                    <a:pt x="5" y="2486"/>
                  </a:lnTo>
                  <a:cubicBezTo>
                    <a:pt x="2248" y="4264"/>
                    <a:pt x="3089" y="6633"/>
                    <a:pt x="3547" y="9368"/>
                  </a:cubicBezTo>
                  <a:cubicBezTo>
                    <a:pt x="3369" y="6946"/>
                    <a:pt x="4597" y="3596"/>
                    <a:pt x="6951" y="2642"/>
                  </a:cubicBezTo>
                  <a:cubicBezTo>
                    <a:pt x="7423" y="856"/>
                    <a:pt x="5781" y="0"/>
                    <a:pt x="3954" y="0"/>
                  </a:cubicBezTo>
                  <a:close/>
                </a:path>
              </a:pathLst>
            </a:custGeom>
            <a:solidFill>
              <a:schemeClr val="accent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66" name="Google Shape;866;p66"/>
            <p:cNvSpPr/>
            <p:nvPr/>
          </p:nvSpPr>
          <p:spPr>
            <a:xfrm>
              <a:off x="6505688" y="4325575"/>
              <a:ext cx="268950" cy="748475"/>
            </a:xfrm>
            <a:custGeom>
              <a:rect b="b" l="l" r="r" t="t"/>
              <a:pathLst>
                <a:path extrusionOk="0" h="29939" w="10758">
                  <a:moveTo>
                    <a:pt x="9635" y="1"/>
                  </a:moveTo>
                  <a:cubicBezTo>
                    <a:pt x="8785" y="1045"/>
                    <a:pt x="7633" y="1937"/>
                    <a:pt x="6784" y="2853"/>
                  </a:cubicBezTo>
                  <a:cubicBezTo>
                    <a:pt x="303" y="9833"/>
                    <a:pt x="0" y="19384"/>
                    <a:pt x="1838" y="28238"/>
                  </a:cubicBezTo>
                  <a:cubicBezTo>
                    <a:pt x="2043" y="29228"/>
                    <a:pt x="2918" y="29938"/>
                    <a:pt x="3928" y="29938"/>
                  </a:cubicBezTo>
                  <a:lnTo>
                    <a:pt x="8483" y="29938"/>
                  </a:lnTo>
                  <a:cubicBezTo>
                    <a:pt x="9656" y="29938"/>
                    <a:pt x="10609" y="28991"/>
                    <a:pt x="10615" y="27818"/>
                  </a:cubicBezTo>
                  <a:cubicBezTo>
                    <a:pt x="10643" y="22553"/>
                    <a:pt x="10718" y="8790"/>
                    <a:pt x="10758" y="1597"/>
                  </a:cubicBezTo>
                  <a:cubicBezTo>
                    <a:pt x="10346" y="1096"/>
                    <a:pt x="9971" y="564"/>
                    <a:pt x="9635" y="1"/>
                  </a:cubicBez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67" name="Google Shape;867;p66"/>
            <p:cNvSpPr/>
            <p:nvPr/>
          </p:nvSpPr>
          <p:spPr>
            <a:xfrm>
              <a:off x="6515438" y="4366125"/>
              <a:ext cx="219375" cy="610225"/>
            </a:xfrm>
            <a:custGeom>
              <a:rect b="b" l="l" r="r" t="t"/>
              <a:pathLst>
                <a:path extrusionOk="0" h="24409" w="8775">
                  <a:moveTo>
                    <a:pt x="7857" y="1"/>
                  </a:moveTo>
                  <a:cubicBezTo>
                    <a:pt x="7163" y="852"/>
                    <a:pt x="6226" y="1579"/>
                    <a:pt x="5533" y="2325"/>
                  </a:cubicBezTo>
                  <a:cubicBezTo>
                    <a:pt x="248" y="8016"/>
                    <a:pt x="1" y="15804"/>
                    <a:pt x="1500" y="23024"/>
                  </a:cubicBezTo>
                  <a:cubicBezTo>
                    <a:pt x="1667" y="23829"/>
                    <a:pt x="2380" y="24408"/>
                    <a:pt x="3204" y="24408"/>
                  </a:cubicBezTo>
                  <a:lnTo>
                    <a:pt x="6917" y="24408"/>
                  </a:lnTo>
                  <a:cubicBezTo>
                    <a:pt x="7874" y="24408"/>
                    <a:pt x="8651" y="23637"/>
                    <a:pt x="8655" y="22682"/>
                  </a:cubicBezTo>
                  <a:cubicBezTo>
                    <a:pt x="8680" y="18387"/>
                    <a:pt x="8741" y="7165"/>
                    <a:pt x="8774" y="1300"/>
                  </a:cubicBezTo>
                  <a:cubicBezTo>
                    <a:pt x="8438" y="892"/>
                    <a:pt x="8130" y="460"/>
                    <a:pt x="7857" y="1"/>
                  </a:cubicBez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68" name="Google Shape;868;p66"/>
            <p:cNvSpPr/>
            <p:nvPr/>
          </p:nvSpPr>
          <p:spPr>
            <a:xfrm>
              <a:off x="6892288" y="4372700"/>
              <a:ext cx="219950" cy="580550"/>
            </a:xfrm>
            <a:custGeom>
              <a:rect b="b" l="l" r="r" t="t"/>
              <a:pathLst>
                <a:path extrusionOk="0" h="23222" w="8798">
                  <a:moveTo>
                    <a:pt x="1250" y="1"/>
                  </a:moveTo>
                  <a:cubicBezTo>
                    <a:pt x="1222" y="1"/>
                    <a:pt x="1195" y="2"/>
                    <a:pt x="1167" y="4"/>
                  </a:cubicBezTo>
                  <a:cubicBezTo>
                    <a:pt x="431" y="57"/>
                    <a:pt x="336" y="311"/>
                    <a:pt x="183" y="2360"/>
                  </a:cubicBezTo>
                  <a:cubicBezTo>
                    <a:pt x="0" y="4799"/>
                    <a:pt x="137" y="8723"/>
                    <a:pt x="183" y="11156"/>
                  </a:cubicBezTo>
                  <a:cubicBezTo>
                    <a:pt x="255" y="14911"/>
                    <a:pt x="315" y="17737"/>
                    <a:pt x="333" y="21493"/>
                  </a:cubicBezTo>
                  <a:cubicBezTo>
                    <a:pt x="339" y="22450"/>
                    <a:pt x="1116" y="23221"/>
                    <a:pt x="2072" y="23221"/>
                  </a:cubicBezTo>
                  <a:lnTo>
                    <a:pt x="5787" y="23221"/>
                  </a:lnTo>
                  <a:cubicBezTo>
                    <a:pt x="6611" y="23221"/>
                    <a:pt x="7322" y="22643"/>
                    <a:pt x="7490" y="21835"/>
                  </a:cubicBezTo>
                  <a:cubicBezTo>
                    <a:pt x="8558" y="16691"/>
                    <a:pt x="8798" y="11079"/>
                    <a:pt x="6699" y="6151"/>
                  </a:cubicBezTo>
                  <a:cubicBezTo>
                    <a:pt x="5948" y="4385"/>
                    <a:pt x="3078" y="1"/>
                    <a:pt x="1250" y="1"/>
                  </a:cubicBez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69" name="Google Shape;869;p66"/>
            <p:cNvSpPr/>
            <p:nvPr/>
          </p:nvSpPr>
          <p:spPr>
            <a:xfrm>
              <a:off x="6988163" y="4495250"/>
              <a:ext cx="124200" cy="393575"/>
            </a:xfrm>
            <a:custGeom>
              <a:rect b="b" l="l" r="r" t="t"/>
              <a:pathLst>
                <a:path extrusionOk="0" h="15743" w="4968">
                  <a:moveTo>
                    <a:pt x="707" y="1"/>
                  </a:moveTo>
                  <a:cubicBezTo>
                    <a:pt x="691" y="1"/>
                    <a:pt x="675" y="1"/>
                    <a:pt x="660" y="3"/>
                  </a:cubicBezTo>
                  <a:cubicBezTo>
                    <a:pt x="244" y="41"/>
                    <a:pt x="192" y="213"/>
                    <a:pt x="103" y="1601"/>
                  </a:cubicBezTo>
                  <a:cubicBezTo>
                    <a:pt x="0" y="3254"/>
                    <a:pt x="78" y="5914"/>
                    <a:pt x="103" y="7563"/>
                  </a:cubicBezTo>
                  <a:cubicBezTo>
                    <a:pt x="145" y="10109"/>
                    <a:pt x="179" y="12025"/>
                    <a:pt x="189" y="14571"/>
                  </a:cubicBezTo>
                  <a:cubicBezTo>
                    <a:pt x="194" y="15221"/>
                    <a:pt x="631" y="15743"/>
                    <a:pt x="1172" y="15743"/>
                  </a:cubicBezTo>
                  <a:lnTo>
                    <a:pt x="3268" y="15743"/>
                  </a:lnTo>
                  <a:cubicBezTo>
                    <a:pt x="3733" y="15743"/>
                    <a:pt x="4135" y="15351"/>
                    <a:pt x="4229" y="14804"/>
                  </a:cubicBezTo>
                  <a:cubicBezTo>
                    <a:pt x="4834" y="11315"/>
                    <a:pt x="4967" y="7512"/>
                    <a:pt x="3784" y="4171"/>
                  </a:cubicBezTo>
                  <a:cubicBezTo>
                    <a:pt x="3360" y="2974"/>
                    <a:pt x="1739" y="1"/>
                    <a:pt x="707" y="1"/>
                  </a:cubicBez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70" name="Google Shape;870;p66"/>
            <p:cNvSpPr/>
            <p:nvPr/>
          </p:nvSpPr>
          <p:spPr>
            <a:xfrm>
              <a:off x="6814788" y="4120300"/>
              <a:ext cx="20750" cy="883125"/>
            </a:xfrm>
            <a:custGeom>
              <a:rect b="b" l="l" r="r" t="t"/>
              <a:pathLst>
                <a:path extrusionOk="0" h="35325" w="830">
                  <a:moveTo>
                    <a:pt x="415" y="0"/>
                  </a:moveTo>
                  <a:cubicBezTo>
                    <a:pt x="186" y="0"/>
                    <a:pt x="0" y="186"/>
                    <a:pt x="0" y="415"/>
                  </a:cubicBezTo>
                  <a:lnTo>
                    <a:pt x="0" y="34908"/>
                  </a:lnTo>
                  <a:cubicBezTo>
                    <a:pt x="0" y="35138"/>
                    <a:pt x="186" y="35324"/>
                    <a:pt x="415" y="35324"/>
                  </a:cubicBezTo>
                  <a:cubicBezTo>
                    <a:pt x="644" y="35324"/>
                    <a:pt x="830" y="35138"/>
                    <a:pt x="830" y="34908"/>
                  </a:cubicBezTo>
                  <a:lnTo>
                    <a:pt x="830" y="415"/>
                  </a:lnTo>
                  <a:cubicBezTo>
                    <a:pt x="830" y="186"/>
                    <a:pt x="644" y="0"/>
                    <a:pt x="415" y="0"/>
                  </a:cubicBezTo>
                  <a:close/>
                </a:path>
              </a:pathLst>
            </a:cu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71" name="Google Shape;871;p66"/>
            <p:cNvSpPr/>
            <p:nvPr/>
          </p:nvSpPr>
          <p:spPr>
            <a:xfrm>
              <a:off x="6740563" y="4975650"/>
              <a:ext cx="167875" cy="167850"/>
            </a:xfrm>
            <a:custGeom>
              <a:rect b="b" l="l" r="r" t="t"/>
              <a:pathLst>
                <a:path extrusionOk="0" h="6714" w="6715">
                  <a:moveTo>
                    <a:pt x="3358" y="0"/>
                  </a:moveTo>
                  <a:cubicBezTo>
                    <a:pt x="1513" y="0"/>
                    <a:pt x="1" y="1512"/>
                    <a:pt x="1" y="3358"/>
                  </a:cubicBezTo>
                  <a:cubicBezTo>
                    <a:pt x="1" y="5203"/>
                    <a:pt x="1513" y="6714"/>
                    <a:pt x="3358" y="6714"/>
                  </a:cubicBezTo>
                  <a:cubicBezTo>
                    <a:pt x="5204" y="6714"/>
                    <a:pt x="6714" y="5203"/>
                    <a:pt x="6714" y="3358"/>
                  </a:cubicBezTo>
                  <a:cubicBezTo>
                    <a:pt x="6714" y="1512"/>
                    <a:pt x="5204" y="0"/>
                    <a:pt x="3358" y="0"/>
                  </a:cubicBezTo>
                  <a:close/>
                </a:path>
              </a:pathLst>
            </a:cu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72" name="Google Shape;872;p66"/>
            <p:cNvSpPr/>
            <p:nvPr/>
          </p:nvSpPr>
          <p:spPr>
            <a:xfrm>
              <a:off x="6520438" y="4328650"/>
              <a:ext cx="231925" cy="450350"/>
            </a:xfrm>
            <a:custGeom>
              <a:rect b="b" l="l" r="r" t="t"/>
              <a:pathLst>
                <a:path extrusionOk="0" h="18014" w="9277">
                  <a:moveTo>
                    <a:pt x="8807" y="1"/>
                  </a:moveTo>
                  <a:cubicBezTo>
                    <a:pt x="8683" y="1"/>
                    <a:pt x="8561" y="57"/>
                    <a:pt x="8480" y="164"/>
                  </a:cubicBezTo>
                  <a:cubicBezTo>
                    <a:pt x="7724" y="1151"/>
                    <a:pt x="7444" y="3660"/>
                    <a:pt x="7118" y="6567"/>
                  </a:cubicBezTo>
                  <a:cubicBezTo>
                    <a:pt x="6649" y="10770"/>
                    <a:pt x="6064" y="15998"/>
                    <a:pt x="3876" y="17009"/>
                  </a:cubicBezTo>
                  <a:cubicBezTo>
                    <a:pt x="3629" y="17124"/>
                    <a:pt x="3358" y="17181"/>
                    <a:pt x="3066" y="17181"/>
                  </a:cubicBezTo>
                  <a:cubicBezTo>
                    <a:pt x="2392" y="17181"/>
                    <a:pt x="1601" y="16878"/>
                    <a:pt x="705" y="16274"/>
                  </a:cubicBezTo>
                  <a:cubicBezTo>
                    <a:pt x="634" y="16226"/>
                    <a:pt x="553" y="16204"/>
                    <a:pt x="474" y="16204"/>
                  </a:cubicBezTo>
                  <a:cubicBezTo>
                    <a:pt x="340" y="16204"/>
                    <a:pt x="208" y="16269"/>
                    <a:pt x="128" y="16387"/>
                  </a:cubicBezTo>
                  <a:cubicBezTo>
                    <a:pt x="1" y="16579"/>
                    <a:pt x="51" y="16836"/>
                    <a:pt x="241" y="16964"/>
                  </a:cubicBezTo>
                  <a:cubicBezTo>
                    <a:pt x="1278" y="17662"/>
                    <a:pt x="2224" y="18014"/>
                    <a:pt x="3067" y="18014"/>
                  </a:cubicBezTo>
                  <a:cubicBezTo>
                    <a:pt x="3477" y="18014"/>
                    <a:pt x="3863" y="17929"/>
                    <a:pt x="4225" y="17762"/>
                  </a:cubicBezTo>
                  <a:cubicBezTo>
                    <a:pt x="6836" y="16553"/>
                    <a:pt x="7424" y="11299"/>
                    <a:pt x="7943" y="6660"/>
                  </a:cubicBezTo>
                  <a:cubicBezTo>
                    <a:pt x="8241" y="3992"/>
                    <a:pt x="8523" y="1473"/>
                    <a:pt x="9138" y="667"/>
                  </a:cubicBezTo>
                  <a:cubicBezTo>
                    <a:pt x="9277" y="486"/>
                    <a:pt x="9242" y="227"/>
                    <a:pt x="9060" y="86"/>
                  </a:cubicBezTo>
                  <a:cubicBezTo>
                    <a:pt x="8985" y="29"/>
                    <a:pt x="8895" y="1"/>
                    <a:pt x="8807" y="1"/>
                  </a:cubicBezTo>
                  <a:close/>
                </a:path>
              </a:pathLst>
            </a:cu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73" name="Google Shape;873;p66"/>
            <p:cNvSpPr/>
            <p:nvPr/>
          </p:nvSpPr>
          <p:spPr>
            <a:xfrm>
              <a:off x="6601713" y="4721000"/>
              <a:ext cx="57850" cy="57900"/>
            </a:xfrm>
            <a:custGeom>
              <a:rect b="b" l="l" r="r" t="t"/>
              <a:pathLst>
                <a:path extrusionOk="0" h="2316" w="2314">
                  <a:moveTo>
                    <a:pt x="1156" y="1"/>
                  </a:moveTo>
                  <a:cubicBezTo>
                    <a:pt x="519" y="1"/>
                    <a:pt x="0" y="522"/>
                    <a:pt x="0" y="1158"/>
                  </a:cubicBezTo>
                  <a:cubicBezTo>
                    <a:pt x="0" y="1795"/>
                    <a:pt x="519" y="2315"/>
                    <a:pt x="1156" y="2315"/>
                  </a:cubicBezTo>
                  <a:cubicBezTo>
                    <a:pt x="1793" y="2315"/>
                    <a:pt x="2313" y="1793"/>
                    <a:pt x="2313" y="1158"/>
                  </a:cubicBezTo>
                  <a:cubicBezTo>
                    <a:pt x="2313" y="522"/>
                    <a:pt x="1793" y="1"/>
                    <a:pt x="1156" y="1"/>
                  </a:cubicBezTo>
                  <a:close/>
                </a:path>
              </a:pathLst>
            </a:cu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74" name="Google Shape;874;p66"/>
            <p:cNvSpPr/>
            <p:nvPr/>
          </p:nvSpPr>
          <p:spPr>
            <a:xfrm>
              <a:off x="6676913" y="4483725"/>
              <a:ext cx="57900" cy="57875"/>
            </a:xfrm>
            <a:custGeom>
              <a:rect b="b" l="l" r="r" t="t"/>
              <a:pathLst>
                <a:path extrusionOk="0" h="2315" w="2316">
                  <a:moveTo>
                    <a:pt x="1158" y="0"/>
                  </a:moveTo>
                  <a:cubicBezTo>
                    <a:pt x="521" y="0"/>
                    <a:pt x="1" y="521"/>
                    <a:pt x="1" y="1158"/>
                  </a:cubicBezTo>
                  <a:cubicBezTo>
                    <a:pt x="1" y="1794"/>
                    <a:pt x="521" y="2315"/>
                    <a:pt x="1158" y="2315"/>
                  </a:cubicBezTo>
                  <a:cubicBezTo>
                    <a:pt x="1794" y="2315"/>
                    <a:pt x="2315" y="1794"/>
                    <a:pt x="2315" y="1158"/>
                  </a:cubicBezTo>
                  <a:cubicBezTo>
                    <a:pt x="2315" y="521"/>
                    <a:pt x="1794" y="0"/>
                    <a:pt x="1158" y="0"/>
                  </a:cubicBezTo>
                  <a:close/>
                </a:path>
              </a:pathLst>
            </a:cu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75" name="Google Shape;875;p66"/>
            <p:cNvSpPr/>
            <p:nvPr/>
          </p:nvSpPr>
          <p:spPr>
            <a:xfrm>
              <a:off x="6695088" y="4091975"/>
              <a:ext cx="316850" cy="737175"/>
            </a:xfrm>
            <a:custGeom>
              <a:rect b="b" l="l" r="r" t="t"/>
              <a:pathLst>
                <a:path extrusionOk="0" h="29487" w="12674">
                  <a:moveTo>
                    <a:pt x="5525" y="1"/>
                  </a:moveTo>
                  <a:cubicBezTo>
                    <a:pt x="5467" y="1"/>
                    <a:pt x="5408" y="9"/>
                    <a:pt x="5349" y="26"/>
                  </a:cubicBezTo>
                  <a:cubicBezTo>
                    <a:pt x="3126" y="684"/>
                    <a:pt x="1375" y="2479"/>
                    <a:pt x="667" y="4830"/>
                  </a:cubicBezTo>
                  <a:cubicBezTo>
                    <a:pt x="0" y="7034"/>
                    <a:pt x="418" y="9327"/>
                    <a:pt x="1784" y="10958"/>
                  </a:cubicBezTo>
                  <a:cubicBezTo>
                    <a:pt x="2833" y="12210"/>
                    <a:pt x="4179" y="13111"/>
                    <a:pt x="5481" y="13984"/>
                  </a:cubicBezTo>
                  <a:cubicBezTo>
                    <a:pt x="7237" y="15161"/>
                    <a:pt x="8897" y="16273"/>
                    <a:pt x="9831" y="18164"/>
                  </a:cubicBezTo>
                  <a:cubicBezTo>
                    <a:pt x="11154" y="20840"/>
                    <a:pt x="9781" y="22155"/>
                    <a:pt x="8043" y="23820"/>
                  </a:cubicBezTo>
                  <a:cubicBezTo>
                    <a:pt x="6689" y="25116"/>
                    <a:pt x="5157" y="26584"/>
                    <a:pt x="5134" y="28858"/>
                  </a:cubicBezTo>
                  <a:cubicBezTo>
                    <a:pt x="5130" y="29202"/>
                    <a:pt x="5406" y="29483"/>
                    <a:pt x="5750" y="29486"/>
                  </a:cubicBezTo>
                  <a:lnTo>
                    <a:pt x="5757" y="29486"/>
                  </a:lnTo>
                  <a:cubicBezTo>
                    <a:pt x="6096" y="29486"/>
                    <a:pt x="6373" y="29213"/>
                    <a:pt x="6379" y="28871"/>
                  </a:cubicBezTo>
                  <a:cubicBezTo>
                    <a:pt x="6395" y="27119"/>
                    <a:pt x="7613" y="25953"/>
                    <a:pt x="8904" y="24717"/>
                  </a:cubicBezTo>
                  <a:cubicBezTo>
                    <a:pt x="10671" y="23026"/>
                    <a:pt x="12673" y="21108"/>
                    <a:pt x="10945" y="17613"/>
                  </a:cubicBezTo>
                  <a:cubicBezTo>
                    <a:pt x="9864" y="15424"/>
                    <a:pt x="7985" y="14167"/>
                    <a:pt x="6172" y="12951"/>
                  </a:cubicBezTo>
                  <a:cubicBezTo>
                    <a:pt x="4885" y="12090"/>
                    <a:pt x="3671" y="11276"/>
                    <a:pt x="2738" y="10160"/>
                  </a:cubicBezTo>
                  <a:cubicBezTo>
                    <a:pt x="1641" y="8851"/>
                    <a:pt x="1312" y="6993"/>
                    <a:pt x="1856" y="5189"/>
                  </a:cubicBezTo>
                  <a:cubicBezTo>
                    <a:pt x="2442" y="3242"/>
                    <a:pt x="3880" y="1757"/>
                    <a:pt x="5701" y="1219"/>
                  </a:cubicBezTo>
                  <a:cubicBezTo>
                    <a:pt x="6030" y="1120"/>
                    <a:pt x="6217" y="776"/>
                    <a:pt x="6121" y="447"/>
                  </a:cubicBezTo>
                  <a:cubicBezTo>
                    <a:pt x="6040" y="176"/>
                    <a:pt x="5794" y="1"/>
                    <a:pt x="5525" y="1"/>
                  </a:cubicBez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76" name="Google Shape;876;p66"/>
            <p:cNvSpPr/>
            <p:nvPr/>
          </p:nvSpPr>
          <p:spPr>
            <a:xfrm>
              <a:off x="6763713" y="4003350"/>
              <a:ext cx="133125" cy="133175"/>
            </a:xfrm>
            <a:custGeom>
              <a:rect b="b" l="l" r="r" t="t"/>
              <a:pathLst>
                <a:path extrusionOk="0" h="5327" w="5325">
                  <a:moveTo>
                    <a:pt x="2663" y="1"/>
                  </a:moveTo>
                  <a:cubicBezTo>
                    <a:pt x="1198" y="1"/>
                    <a:pt x="0" y="1199"/>
                    <a:pt x="0" y="2663"/>
                  </a:cubicBezTo>
                  <a:cubicBezTo>
                    <a:pt x="0" y="4128"/>
                    <a:pt x="1198" y="5326"/>
                    <a:pt x="2663" y="5326"/>
                  </a:cubicBezTo>
                  <a:cubicBezTo>
                    <a:pt x="4127" y="5326"/>
                    <a:pt x="5325" y="4128"/>
                    <a:pt x="5325" y="2663"/>
                  </a:cubicBezTo>
                  <a:cubicBezTo>
                    <a:pt x="5325" y="1199"/>
                    <a:pt x="4127" y="1"/>
                    <a:pt x="2663" y="1"/>
                  </a:cubicBez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77" name="Google Shape;877;p66"/>
            <p:cNvSpPr/>
            <p:nvPr/>
          </p:nvSpPr>
          <p:spPr>
            <a:xfrm>
              <a:off x="6781088" y="4796225"/>
              <a:ext cx="92650" cy="92650"/>
            </a:xfrm>
            <a:custGeom>
              <a:rect b="b" l="l" r="r" t="t"/>
              <a:pathLst>
                <a:path extrusionOk="0" h="3706" w="3706">
                  <a:moveTo>
                    <a:pt x="1853" y="0"/>
                  </a:moveTo>
                  <a:cubicBezTo>
                    <a:pt x="833" y="0"/>
                    <a:pt x="1" y="834"/>
                    <a:pt x="1" y="1853"/>
                  </a:cubicBezTo>
                  <a:cubicBezTo>
                    <a:pt x="1" y="2873"/>
                    <a:pt x="833" y="3705"/>
                    <a:pt x="1853" y="3705"/>
                  </a:cubicBezTo>
                  <a:cubicBezTo>
                    <a:pt x="2870" y="3705"/>
                    <a:pt x="3704" y="2870"/>
                    <a:pt x="3706" y="1853"/>
                  </a:cubicBezTo>
                  <a:cubicBezTo>
                    <a:pt x="3706" y="834"/>
                    <a:pt x="2872" y="0"/>
                    <a:pt x="1853" y="0"/>
                  </a:cubicBez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78" name="Google Shape;878;p66"/>
            <p:cNvSpPr/>
            <p:nvPr/>
          </p:nvSpPr>
          <p:spPr>
            <a:xfrm>
              <a:off x="6743388" y="3720400"/>
              <a:ext cx="178275" cy="201975"/>
            </a:xfrm>
            <a:custGeom>
              <a:rect b="b" l="l" r="r" t="t"/>
              <a:pathLst>
                <a:path extrusionOk="0" h="8079" w="7131">
                  <a:moveTo>
                    <a:pt x="630" y="0"/>
                  </a:moveTo>
                  <a:lnTo>
                    <a:pt x="630" y="0"/>
                  </a:lnTo>
                  <a:cubicBezTo>
                    <a:pt x="527" y="1538"/>
                    <a:pt x="1" y="6147"/>
                    <a:pt x="1047" y="6921"/>
                  </a:cubicBezTo>
                  <a:lnTo>
                    <a:pt x="815" y="8078"/>
                  </a:lnTo>
                  <a:cubicBezTo>
                    <a:pt x="1803" y="5609"/>
                    <a:pt x="4390" y="3216"/>
                    <a:pt x="7030" y="2714"/>
                  </a:cubicBezTo>
                  <a:cubicBezTo>
                    <a:pt x="7131" y="2361"/>
                    <a:pt x="7129" y="1753"/>
                    <a:pt x="7030" y="1399"/>
                  </a:cubicBezTo>
                  <a:cubicBezTo>
                    <a:pt x="6961" y="1401"/>
                    <a:pt x="6891" y="1402"/>
                    <a:pt x="6821" y="1402"/>
                  </a:cubicBezTo>
                  <a:cubicBezTo>
                    <a:pt x="4637" y="1402"/>
                    <a:pt x="2611" y="653"/>
                    <a:pt x="630"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79" name="Google Shape;879;p66"/>
            <p:cNvSpPr/>
            <p:nvPr/>
          </p:nvSpPr>
          <p:spPr>
            <a:xfrm>
              <a:off x="6909738" y="3936950"/>
              <a:ext cx="66825" cy="51800"/>
            </a:xfrm>
            <a:custGeom>
              <a:rect b="b" l="l" r="r" t="t"/>
              <a:pathLst>
                <a:path extrusionOk="0" h="2072" w="2673">
                  <a:moveTo>
                    <a:pt x="1336" y="0"/>
                  </a:moveTo>
                  <a:cubicBezTo>
                    <a:pt x="3" y="2"/>
                    <a:pt x="0" y="2071"/>
                    <a:pt x="1336" y="2071"/>
                  </a:cubicBezTo>
                  <a:cubicBezTo>
                    <a:pt x="2668" y="2071"/>
                    <a:pt x="2672" y="0"/>
                    <a:pt x="1336" y="0"/>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80" name="Google Shape;880;p66"/>
            <p:cNvSpPr/>
            <p:nvPr/>
          </p:nvSpPr>
          <p:spPr>
            <a:xfrm>
              <a:off x="6955413" y="3868875"/>
              <a:ext cx="33350" cy="25925"/>
            </a:xfrm>
            <a:custGeom>
              <a:rect b="b" l="l" r="r" t="t"/>
              <a:pathLst>
                <a:path extrusionOk="0" h="1037" w="1334">
                  <a:moveTo>
                    <a:pt x="667" y="1"/>
                  </a:moveTo>
                  <a:cubicBezTo>
                    <a:pt x="0" y="1"/>
                    <a:pt x="0" y="1037"/>
                    <a:pt x="667" y="1037"/>
                  </a:cubicBezTo>
                  <a:cubicBezTo>
                    <a:pt x="1333" y="1037"/>
                    <a:pt x="1333" y="1"/>
                    <a:pt x="667" y="1"/>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81" name="Google Shape;881;p66"/>
            <p:cNvSpPr/>
            <p:nvPr/>
          </p:nvSpPr>
          <p:spPr>
            <a:xfrm>
              <a:off x="6584963" y="4985875"/>
              <a:ext cx="33425" cy="25875"/>
            </a:xfrm>
            <a:custGeom>
              <a:rect b="b" l="l" r="r" t="t"/>
              <a:pathLst>
                <a:path extrusionOk="0" h="1035" w="1337">
                  <a:moveTo>
                    <a:pt x="670" y="0"/>
                  </a:moveTo>
                  <a:cubicBezTo>
                    <a:pt x="2" y="0"/>
                    <a:pt x="1" y="1035"/>
                    <a:pt x="670" y="1035"/>
                  </a:cubicBezTo>
                  <a:cubicBezTo>
                    <a:pt x="1337" y="1035"/>
                    <a:pt x="1337" y="0"/>
                    <a:pt x="670" y="0"/>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82" name="Google Shape;882;p66"/>
            <p:cNvSpPr/>
            <p:nvPr/>
          </p:nvSpPr>
          <p:spPr>
            <a:xfrm>
              <a:off x="6573388" y="4864300"/>
              <a:ext cx="33425" cy="25925"/>
            </a:xfrm>
            <a:custGeom>
              <a:rect b="b" l="l" r="r" t="t"/>
              <a:pathLst>
                <a:path extrusionOk="0" h="1037" w="1337">
                  <a:moveTo>
                    <a:pt x="670" y="1"/>
                  </a:moveTo>
                  <a:cubicBezTo>
                    <a:pt x="3" y="1"/>
                    <a:pt x="0" y="1037"/>
                    <a:pt x="670" y="1037"/>
                  </a:cubicBezTo>
                  <a:cubicBezTo>
                    <a:pt x="1336" y="1037"/>
                    <a:pt x="1336" y="1"/>
                    <a:pt x="670" y="1"/>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83" name="Google Shape;883;p66"/>
            <p:cNvSpPr/>
            <p:nvPr/>
          </p:nvSpPr>
          <p:spPr>
            <a:xfrm>
              <a:off x="6775988" y="5037950"/>
              <a:ext cx="39150" cy="25900"/>
            </a:xfrm>
            <a:custGeom>
              <a:rect b="b" l="l" r="r" t="t"/>
              <a:pathLst>
                <a:path extrusionOk="0" h="1036" w="1566">
                  <a:moveTo>
                    <a:pt x="668" y="0"/>
                  </a:moveTo>
                  <a:cubicBezTo>
                    <a:pt x="0" y="0"/>
                    <a:pt x="0" y="1036"/>
                    <a:pt x="668" y="1036"/>
                  </a:cubicBezTo>
                  <a:lnTo>
                    <a:pt x="898" y="1036"/>
                  </a:lnTo>
                  <a:cubicBezTo>
                    <a:pt x="1565" y="1036"/>
                    <a:pt x="1565" y="0"/>
                    <a:pt x="898" y="0"/>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84" name="Google Shape;884;p66"/>
            <p:cNvSpPr/>
            <p:nvPr/>
          </p:nvSpPr>
          <p:spPr>
            <a:xfrm>
              <a:off x="6804913" y="4013575"/>
              <a:ext cx="33400" cy="25925"/>
            </a:xfrm>
            <a:custGeom>
              <a:rect b="b" l="l" r="r" t="t"/>
              <a:pathLst>
                <a:path extrusionOk="0" h="1037" w="1336">
                  <a:moveTo>
                    <a:pt x="666" y="1"/>
                  </a:moveTo>
                  <a:cubicBezTo>
                    <a:pt x="0" y="1"/>
                    <a:pt x="1" y="1036"/>
                    <a:pt x="667" y="1036"/>
                  </a:cubicBezTo>
                  <a:cubicBezTo>
                    <a:pt x="1335" y="1036"/>
                    <a:pt x="1335" y="1"/>
                    <a:pt x="667" y="1"/>
                  </a:cubicBezTo>
                  <a:cubicBezTo>
                    <a:pt x="667" y="1"/>
                    <a:pt x="666" y="1"/>
                    <a:pt x="666" y="1"/>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85" name="Google Shape;885;p66"/>
            <p:cNvSpPr/>
            <p:nvPr/>
          </p:nvSpPr>
          <p:spPr>
            <a:xfrm>
              <a:off x="6961838" y="4776125"/>
              <a:ext cx="66800" cy="51800"/>
            </a:xfrm>
            <a:custGeom>
              <a:rect b="b" l="l" r="r" t="t"/>
              <a:pathLst>
                <a:path extrusionOk="0" h="2072" w="2672">
                  <a:moveTo>
                    <a:pt x="1335" y="0"/>
                  </a:moveTo>
                  <a:cubicBezTo>
                    <a:pt x="3" y="0"/>
                    <a:pt x="1" y="2072"/>
                    <a:pt x="1335" y="2072"/>
                  </a:cubicBezTo>
                  <a:cubicBezTo>
                    <a:pt x="2668" y="2072"/>
                    <a:pt x="2671" y="0"/>
                    <a:pt x="1335" y="0"/>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86" name="Google Shape;886;p66"/>
            <p:cNvSpPr/>
            <p:nvPr/>
          </p:nvSpPr>
          <p:spPr>
            <a:xfrm>
              <a:off x="7013238" y="4690675"/>
              <a:ext cx="33425" cy="25875"/>
            </a:xfrm>
            <a:custGeom>
              <a:rect b="b" l="l" r="r" t="t"/>
              <a:pathLst>
                <a:path extrusionOk="0" h="1035" w="1337">
                  <a:moveTo>
                    <a:pt x="670" y="1"/>
                  </a:moveTo>
                  <a:cubicBezTo>
                    <a:pt x="2" y="1"/>
                    <a:pt x="0" y="1035"/>
                    <a:pt x="670" y="1035"/>
                  </a:cubicBezTo>
                  <a:cubicBezTo>
                    <a:pt x="1336" y="1035"/>
                    <a:pt x="1336" y="1"/>
                    <a:pt x="670" y="1"/>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887" name="Google Shape;887;p66"/>
          <p:cNvGrpSpPr/>
          <p:nvPr/>
        </p:nvGrpSpPr>
        <p:grpSpPr>
          <a:xfrm>
            <a:off x="821200" y="2952525"/>
            <a:ext cx="1283225" cy="1233550"/>
            <a:chOff x="1415300" y="3922225"/>
            <a:chExt cx="1283225" cy="1233550"/>
          </a:xfrm>
        </p:grpSpPr>
        <p:sp>
          <p:nvSpPr>
            <p:cNvPr id="888" name="Google Shape;888;p66"/>
            <p:cNvSpPr/>
            <p:nvPr/>
          </p:nvSpPr>
          <p:spPr>
            <a:xfrm>
              <a:off x="1507100" y="4306500"/>
              <a:ext cx="691275" cy="691275"/>
            </a:xfrm>
            <a:custGeom>
              <a:rect b="b" l="l" r="r" t="t"/>
              <a:pathLst>
                <a:path extrusionOk="0" h="27651" w="27651">
                  <a:moveTo>
                    <a:pt x="13824" y="10480"/>
                  </a:moveTo>
                  <a:cubicBezTo>
                    <a:pt x="15275" y="10480"/>
                    <a:pt x="16612" y="11432"/>
                    <a:pt x="17036" y="12896"/>
                  </a:cubicBezTo>
                  <a:cubicBezTo>
                    <a:pt x="17549" y="14670"/>
                    <a:pt x="16528" y="16525"/>
                    <a:pt x="14752" y="17039"/>
                  </a:cubicBezTo>
                  <a:cubicBezTo>
                    <a:pt x="14442" y="17129"/>
                    <a:pt x="14130" y="17172"/>
                    <a:pt x="13822" y="17172"/>
                  </a:cubicBezTo>
                  <a:cubicBezTo>
                    <a:pt x="12373" y="17172"/>
                    <a:pt x="11036" y="16219"/>
                    <a:pt x="10611" y="14755"/>
                  </a:cubicBezTo>
                  <a:cubicBezTo>
                    <a:pt x="10098" y="12981"/>
                    <a:pt x="11119" y="11126"/>
                    <a:pt x="12893" y="10612"/>
                  </a:cubicBezTo>
                  <a:cubicBezTo>
                    <a:pt x="13203" y="10522"/>
                    <a:pt x="13516" y="10480"/>
                    <a:pt x="13824" y="10480"/>
                  </a:cubicBezTo>
                  <a:close/>
                  <a:moveTo>
                    <a:pt x="11921" y="0"/>
                  </a:moveTo>
                  <a:lnTo>
                    <a:pt x="8052" y="1119"/>
                  </a:lnTo>
                  <a:lnTo>
                    <a:pt x="9063" y="4613"/>
                  </a:lnTo>
                  <a:cubicBezTo>
                    <a:pt x="7824" y="5252"/>
                    <a:pt x="6752" y="6120"/>
                    <a:pt x="5885" y="7150"/>
                  </a:cubicBezTo>
                  <a:lnTo>
                    <a:pt x="2702" y="5396"/>
                  </a:lnTo>
                  <a:lnTo>
                    <a:pt x="759" y="8924"/>
                  </a:lnTo>
                  <a:lnTo>
                    <a:pt x="3943" y="10678"/>
                  </a:lnTo>
                  <a:cubicBezTo>
                    <a:pt x="3532" y="11961"/>
                    <a:pt x="3371" y="13331"/>
                    <a:pt x="3493" y="14720"/>
                  </a:cubicBezTo>
                  <a:lnTo>
                    <a:pt x="0" y="15731"/>
                  </a:lnTo>
                  <a:lnTo>
                    <a:pt x="1120" y="19598"/>
                  </a:lnTo>
                  <a:lnTo>
                    <a:pt x="4613" y="18588"/>
                  </a:lnTo>
                  <a:cubicBezTo>
                    <a:pt x="5252" y="19828"/>
                    <a:pt x="6120" y="20900"/>
                    <a:pt x="7151" y="21766"/>
                  </a:cubicBezTo>
                  <a:lnTo>
                    <a:pt x="5396" y="24948"/>
                  </a:lnTo>
                  <a:lnTo>
                    <a:pt x="8924" y="26892"/>
                  </a:lnTo>
                  <a:lnTo>
                    <a:pt x="10678" y="23709"/>
                  </a:lnTo>
                  <a:cubicBezTo>
                    <a:pt x="11680" y="24030"/>
                    <a:pt x="12736" y="24198"/>
                    <a:pt x="13812" y="24198"/>
                  </a:cubicBezTo>
                  <a:cubicBezTo>
                    <a:pt x="14113" y="24198"/>
                    <a:pt x="14416" y="24185"/>
                    <a:pt x="14720" y="24158"/>
                  </a:cubicBezTo>
                  <a:lnTo>
                    <a:pt x="15731" y="27650"/>
                  </a:lnTo>
                  <a:lnTo>
                    <a:pt x="19598" y="26532"/>
                  </a:lnTo>
                  <a:lnTo>
                    <a:pt x="18588" y="23039"/>
                  </a:lnTo>
                  <a:cubicBezTo>
                    <a:pt x="19828" y="22400"/>
                    <a:pt x="20900" y="21531"/>
                    <a:pt x="21765" y="20499"/>
                  </a:cubicBezTo>
                  <a:lnTo>
                    <a:pt x="24948" y="22254"/>
                  </a:lnTo>
                  <a:lnTo>
                    <a:pt x="26892" y="18726"/>
                  </a:lnTo>
                  <a:lnTo>
                    <a:pt x="23709" y="16971"/>
                  </a:lnTo>
                  <a:cubicBezTo>
                    <a:pt x="24117" y="15692"/>
                    <a:pt x="24279" y="14321"/>
                    <a:pt x="24158" y="12931"/>
                  </a:cubicBezTo>
                  <a:lnTo>
                    <a:pt x="27650" y="11920"/>
                  </a:lnTo>
                  <a:lnTo>
                    <a:pt x="26531" y="8053"/>
                  </a:lnTo>
                  <a:lnTo>
                    <a:pt x="23039" y="9063"/>
                  </a:lnTo>
                  <a:cubicBezTo>
                    <a:pt x="22400" y="7824"/>
                    <a:pt x="21531" y="6751"/>
                    <a:pt x="20500" y="5885"/>
                  </a:cubicBezTo>
                  <a:lnTo>
                    <a:pt x="22255" y="2703"/>
                  </a:lnTo>
                  <a:lnTo>
                    <a:pt x="18728" y="759"/>
                  </a:lnTo>
                  <a:lnTo>
                    <a:pt x="16973" y="3942"/>
                  </a:lnTo>
                  <a:cubicBezTo>
                    <a:pt x="15971" y="3622"/>
                    <a:pt x="14915" y="3453"/>
                    <a:pt x="13838" y="3453"/>
                  </a:cubicBezTo>
                  <a:cubicBezTo>
                    <a:pt x="13537" y="3453"/>
                    <a:pt x="13234" y="3466"/>
                    <a:pt x="12931" y="3493"/>
                  </a:cubicBezTo>
                  <a:lnTo>
                    <a:pt x="11921" y="0"/>
                  </a:lnTo>
                  <a:close/>
                </a:path>
              </a:pathLst>
            </a:cu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89" name="Google Shape;889;p66"/>
            <p:cNvSpPr/>
            <p:nvPr/>
          </p:nvSpPr>
          <p:spPr>
            <a:xfrm>
              <a:off x="2070675" y="4007975"/>
              <a:ext cx="575750" cy="575750"/>
            </a:xfrm>
            <a:custGeom>
              <a:rect b="b" l="l" r="r" t="t"/>
              <a:pathLst>
                <a:path extrusionOk="0" h="23030" w="23030">
                  <a:moveTo>
                    <a:pt x="11512" y="8750"/>
                  </a:moveTo>
                  <a:cubicBezTo>
                    <a:pt x="12420" y="8750"/>
                    <a:pt x="13309" y="9196"/>
                    <a:pt x="13838" y="10015"/>
                  </a:cubicBezTo>
                  <a:cubicBezTo>
                    <a:pt x="14667" y="11299"/>
                    <a:pt x="14299" y="13011"/>
                    <a:pt x="13014" y="13840"/>
                  </a:cubicBezTo>
                  <a:cubicBezTo>
                    <a:pt x="12551" y="14139"/>
                    <a:pt x="12032" y="14282"/>
                    <a:pt x="11518" y="14282"/>
                  </a:cubicBezTo>
                  <a:cubicBezTo>
                    <a:pt x="10611" y="14282"/>
                    <a:pt x="9721" y="13835"/>
                    <a:pt x="9191" y="13016"/>
                  </a:cubicBezTo>
                  <a:cubicBezTo>
                    <a:pt x="8362" y="11734"/>
                    <a:pt x="8730" y="10021"/>
                    <a:pt x="10013" y="9193"/>
                  </a:cubicBezTo>
                  <a:cubicBezTo>
                    <a:pt x="10478" y="8893"/>
                    <a:pt x="10998" y="8750"/>
                    <a:pt x="11512" y="8750"/>
                  </a:cubicBezTo>
                  <a:close/>
                  <a:moveTo>
                    <a:pt x="12290" y="0"/>
                  </a:moveTo>
                  <a:lnTo>
                    <a:pt x="11657" y="2939"/>
                  </a:lnTo>
                  <a:cubicBezTo>
                    <a:pt x="11610" y="2938"/>
                    <a:pt x="11563" y="2938"/>
                    <a:pt x="11517" y="2938"/>
                  </a:cubicBezTo>
                  <a:cubicBezTo>
                    <a:pt x="10450" y="2938"/>
                    <a:pt x="9374" y="3137"/>
                    <a:pt x="8349" y="3545"/>
                  </a:cubicBezTo>
                  <a:lnTo>
                    <a:pt x="6718" y="1020"/>
                  </a:lnTo>
                  <a:lnTo>
                    <a:pt x="3921" y="2827"/>
                  </a:lnTo>
                  <a:lnTo>
                    <a:pt x="5552" y="5352"/>
                  </a:lnTo>
                  <a:cubicBezTo>
                    <a:pt x="4722" y="6154"/>
                    <a:pt x="4079" y="7095"/>
                    <a:pt x="3639" y="8118"/>
                  </a:cubicBezTo>
                  <a:lnTo>
                    <a:pt x="701" y="7485"/>
                  </a:lnTo>
                  <a:lnTo>
                    <a:pt x="1" y="10740"/>
                  </a:lnTo>
                  <a:lnTo>
                    <a:pt x="2940" y="11373"/>
                  </a:lnTo>
                  <a:cubicBezTo>
                    <a:pt x="2921" y="12486"/>
                    <a:pt x="3119" y="13610"/>
                    <a:pt x="3546" y="14680"/>
                  </a:cubicBezTo>
                  <a:lnTo>
                    <a:pt x="1021" y="16312"/>
                  </a:lnTo>
                  <a:lnTo>
                    <a:pt x="2828" y="19108"/>
                  </a:lnTo>
                  <a:lnTo>
                    <a:pt x="5353" y="17478"/>
                  </a:lnTo>
                  <a:cubicBezTo>
                    <a:pt x="6154" y="18308"/>
                    <a:pt x="7096" y="18951"/>
                    <a:pt x="8119" y="19390"/>
                  </a:cubicBezTo>
                  <a:lnTo>
                    <a:pt x="7486" y="22329"/>
                  </a:lnTo>
                  <a:lnTo>
                    <a:pt x="10741" y="23029"/>
                  </a:lnTo>
                  <a:lnTo>
                    <a:pt x="11374" y="20090"/>
                  </a:lnTo>
                  <a:cubicBezTo>
                    <a:pt x="11423" y="20090"/>
                    <a:pt x="11473" y="20091"/>
                    <a:pt x="11522" y="20091"/>
                  </a:cubicBezTo>
                  <a:cubicBezTo>
                    <a:pt x="12586" y="20091"/>
                    <a:pt x="13658" y="19892"/>
                    <a:pt x="14682" y="19484"/>
                  </a:cubicBezTo>
                  <a:lnTo>
                    <a:pt x="16312" y="22009"/>
                  </a:lnTo>
                  <a:lnTo>
                    <a:pt x="19110" y="20202"/>
                  </a:lnTo>
                  <a:lnTo>
                    <a:pt x="17479" y="17677"/>
                  </a:lnTo>
                  <a:cubicBezTo>
                    <a:pt x="18309" y="16876"/>
                    <a:pt x="18952" y="15934"/>
                    <a:pt x="19392" y="14912"/>
                  </a:cubicBezTo>
                  <a:lnTo>
                    <a:pt x="22330" y="15545"/>
                  </a:lnTo>
                  <a:lnTo>
                    <a:pt x="23029" y="12288"/>
                  </a:lnTo>
                  <a:lnTo>
                    <a:pt x="20091" y="11656"/>
                  </a:lnTo>
                  <a:cubicBezTo>
                    <a:pt x="20109" y="10544"/>
                    <a:pt x="19912" y="9419"/>
                    <a:pt x="19485" y="8348"/>
                  </a:cubicBezTo>
                  <a:lnTo>
                    <a:pt x="22010" y="6717"/>
                  </a:lnTo>
                  <a:lnTo>
                    <a:pt x="20203" y="3920"/>
                  </a:lnTo>
                  <a:lnTo>
                    <a:pt x="17678" y="5552"/>
                  </a:lnTo>
                  <a:cubicBezTo>
                    <a:pt x="16876" y="4722"/>
                    <a:pt x="15935" y="4079"/>
                    <a:pt x="14912" y="3639"/>
                  </a:cubicBezTo>
                  <a:lnTo>
                    <a:pt x="15545" y="701"/>
                  </a:lnTo>
                  <a:lnTo>
                    <a:pt x="12290" y="0"/>
                  </a:lnTo>
                  <a:close/>
                </a:path>
              </a:pathLst>
            </a:cu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90" name="Google Shape;890;p66"/>
            <p:cNvSpPr/>
            <p:nvPr/>
          </p:nvSpPr>
          <p:spPr>
            <a:xfrm>
              <a:off x="2199950" y="4582550"/>
              <a:ext cx="447875" cy="447850"/>
            </a:xfrm>
            <a:custGeom>
              <a:rect b="b" l="l" r="r" t="t"/>
              <a:pathLst>
                <a:path extrusionOk="0" h="17914" w="17915">
                  <a:moveTo>
                    <a:pt x="8957" y="6809"/>
                  </a:moveTo>
                  <a:cubicBezTo>
                    <a:pt x="10033" y="6809"/>
                    <a:pt x="10962" y="7615"/>
                    <a:pt x="11088" y="8711"/>
                  </a:cubicBezTo>
                  <a:cubicBezTo>
                    <a:pt x="11224" y="9889"/>
                    <a:pt x="10379" y="10955"/>
                    <a:pt x="9201" y="11090"/>
                  </a:cubicBezTo>
                  <a:cubicBezTo>
                    <a:pt x="9117" y="11099"/>
                    <a:pt x="9034" y="11104"/>
                    <a:pt x="8952" y="11104"/>
                  </a:cubicBezTo>
                  <a:cubicBezTo>
                    <a:pt x="7877" y="11104"/>
                    <a:pt x="6948" y="10297"/>
                    <a:pt x="6823" y="9203"/>
                  </a:cubicBezTo>
                  <a:cubicBezTo>
                    <a:pt x="6687" y="8024"/>
                    <a:pt x="7531" y="6959"/>
                    <a:pt x="8710" y="6824"/>
                  </a:cubicBezTo>
                  <a:cubicBezTo>
                    <a:pt x="8793" y="6814"/>
                    <a:pt x="8876" y="6809"/>
                    <a:pt x="8957" y="6809"/>
                  </a:cubicBezTo>
                  <a:close/>
                  <a:moveTo>
                    <a:pt x="9227" y="0"/>
                  </a:moveTo>
                  <a:lnTo>
                    <a:pt x="6659" y="297"/>
                  </a:lnTo>
                  <a:lnTo>
                    <a:pt x="6926" y="2616"/>
                  </a:lnTo>
                  <a:cubicBezTo>
                    <a:pt x="6073" y="2889"/>
                    <a:pt x="5301" y="3324"/>
                    <a:pt x="4643" y="3885"/>
                  </a:cubicBezTo>
                  <a:lnTo>
                    <a:pt x="2815" y="2434"/>
                  </a:lnTo>
                  <a:lnTo>
                    <a:pt x="1208" y="4459"/>
                  </a:lnTo>
                  <a:lnTo>
                    <a:pt x="3036" y="5910"/>
                  </a:lnTo>
                  <a:cubicBezTo>
                    <a:pt x="2639" y="6678"/>
                    <a:pt x="2391" y="7529"/>
                    <a:pt x="2321" y="8421"/>
                  </a:cubicBezTo>
                  <a:lnTo>
                    <a:pt x="1" y="8688"/>
                  </a:lnTo>
                  <a:lnTo>
                    <a:pt x="296" y="11257"/>
                  </a:lnTo>
                  <a:lnTo>
                    <a:pt x="2617" y="10989"/>
                  </a:lnTo>
                  <a:cubicBezTo>
                    <a:pt x="2889" y="11841"/>
                    <a:pt x="3324" y="12613"/>
                    <a:pt x="3885" y="13272"/>
                  </a:cubicBezTo>
                  <a:lnTo>
                    <a:pt x="2434" y="15100"/>
                  </a:lnTo>
                  <a:lnTo>
                    <a:pt x="4460" y="16707"/>
                  </a:lnTo>
                  <a:lnTo>
                    <a:pt x="5909" y="14879"/>
                  </a:lnTo>
                  <a:cubicBezTo>
                    <a:pt x="6678" y="15275"/>
                    <a:pt x="7528" y="15523"/>
                    <a:pt x="8421" y="15594"/>
                  </a:cubicBezTo>
                  <a:lnTo>
                    <a:pt x="8688" y="17914"/>
                  </a:lnTo>
                  <a:lnTo>
                    <a:pt x="11256" y="17618"/>
                  </a:lnTo>
                  <a:lnTo>
                    <a:pt x="10989" y="15298"/>
                  </a:lnTo>
                  <a:cubicBezTo>
                    <a:pt x="11842" y="15026"/>
                    <a:pt x="12613" y="14590"/>
                    <a:pt x="13272" y="14030"/>
                  </a:cubicBezTo>
                  <a:lnTo>
                    <a:pt x="15099" y="15480"/>
                  </a:lnTo>
                  <a:lnTo>
                    <a:pt x="16706" y="13455"/>
                  </a:lnTo>
                  <a:lnTo>
                    <a:pt x="14878" y="12005"/>
                  </a:lnTo>
                  <a:cubicBezTo>
                    <a:pt x="15273" y="11235"/>
                    <a:pt x="15523" y="10386"/>
                    <a:pt x="15594" y="9493"/>
                  </a:cubicBezTo>
                  <a:lnTo>
                    <a:pt x="17914" y="9226"/>
                  </a:lnTo>
                  <a:lnTo>
                    <a:pt x="17617" y="6657"/>
                  </a:lnTo>
                  <a:lnTo>
                    <a:pt x="15298" y="6925"/>
                  </a:lnTo>
                  <a:cubicBezTo>
                    <a:pt x="15026" y="6073"/>
                    <a:pt x="14589" y="5301"/>
                    <a:pt x="14030" y="4643"/>
                  </a:cubicBezTo>
                  <a:lnTo>
                    <a:pt x="15480" y="2815"/>
                  </a:lnTo>
                  <a:lnTo>
                    <a:pt x="13455" y="1209"/>
                  </a:lnTo>
                  <a:lnTo>
                    <a:pt x="12004" y="3037"/>
                  </a:lnTo>
                  <a:cubicBezTo>
                    <a:pt x="11237" y="2640"/>
                    <a:pt x="10386" y="2391"/>
                    <a:pt x="9493" y="2320"/>
                  </a:cubicBezTo>
                  <a:lnTo>
                    <a:pt x="9227" y="0"/>
                  </a:lnTo>
                  <a:close/>
                </a:path>
              </a:pathLst>
            </a:cu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91" name="Google Shape;891;p66"/>
            <p:cNvSpPr/>
            <p:nvPr/>
          </p:nvSpPr>
          <p:spPr>
            <a:xfrm>
              <a:off x="1507100" y="4313125"/>
              <a:ext cx="672325" cy="684625"/>
            </a:xfrm>
            <a:custGeom>
              <a:rect b="b" l="l" r="r" t="t"/>
              <a:pathLst>
                <a:path extrusionOk="0" h="27385" w="26893">
                  <a:moveTo>
                    <a:pt x="11000" y="1"/>
                  </a:moveTo>
                  <a:lnTo>
                    <a:pt x="8052" y="853"/>
                  </a:lnTo>
                  <a:lnTo>
                    <a:pt x="9063" y="4346"/>
                  </a:lnTo>
                  <a:cubicBezTo>
                    <a:pt x="7824" y="4985"/>
                    <a:pt x="6752" y="5854"/>
                    <a:pt x="5885" y="6884"/>
                  </a:cubicBezTo>
                  <a:lnTo>
                    <a:pt x="2702" y="5130"/>
                  </a:lnTo>
                  <a:lnTo>
                    <a:pt x="759" y="8658"/>
                  </a:lnTo>
                  <a:lnTo>
                    <a:pt x="3943" y="10412"/>
                  </a:lnTo>
                  <a:cubicBezTo>
                    <a:pt x="3532" y="11694"/>
                    <a:pt x="3371" y="13065"/>
                    <a:pt x="3493" y="14454"/>
                  </a:cubicBezTo>
                  <a:lnTo>
                    <a:pt x="0" y="15465"/>
                  </a:lnTo>
                  <a:lnTo>
                    <a:pt x="1120" y="19332"/>
                  </a:lnTo>
                  <a:lnTo>
                    <a:pt x="4613" y="18322"/>
                  </a:lnTo>
                  <a:cubicBezTo>
                    <a:pt x="5252" y="19562"/>
                    <a:pt x="6120" y="20634"/>
                    <a:pt x="7151" y="21499"/>
                  </a:cubicBezTo>
                  <a:lnTo>
                    <a:pt x="5396" y="24682"/>
                  </a:lnTo>
                  <a:lnTo>
                    <a:pt x="8924" y="26626"/>
                  </a:lnTo>
                  <a:lnTo>
                    <a:pt x="10678" y="23443"/>
                  </a:lnTo>
                  <a:cubicBezTo>
                    <a:pt x="11681" y="23763"/>
                    <a:pt x="12739" y="23931"/>
                    <a:pt x="13817" y="23931"/>
                  </a:cubicBezTo>
                  <a:cubicBezTo>
                    <a:pt x="14116" y="23931"/>
                    <a:pt x="14418" y="23918"/>
                    <a:pt x="14720" y="23892"/>
                  </a:cubicBezTo>
                  <a:lnTo>
                    <a:pt x="15731" y="27384"/>
                  </a:lnTo>
                  <a:lnTo>
                    <a:pt x="19598" y="26265"/>
                  </a:lnTo>
                  <a:lnTo>
                    <a:pt x="18588" y="22773"/>
                  </a:lnTo>
                  <a:cubicBezTo>
                    <a:pt x="19828" y="22134"/>
                    <a:pt x="20900" y="21265"/>
                    <a:pt x="21765" y="20234"/>
                  </a:cubicBezTo>
                  <a:lnTo>
                    <a:pt x="24948" y="21989"/>
                  </a:lnTo>
                  <a:lnTo>
                    <a:pt x="26892" y="18461"/>
                  </a:lnTo>
                  <a:lnTo>
                    <a:pt x="25866" y="17896"/>
                  </a:lnTo>
                  <a:cubicBezTo>
                    <a:pt x="24975" y="18290"/>
                    <a:pt x="23972" y="18462"/>
                    <a:pt x="22932" y="18462"/>
                  </a:cubicBezTo>
                  <a:cubicBezTo>
                    <a:pt x="20463" y="18462"/>
                    <a:pt x="17780" y="17493"/>
                    <a:pt x="15862" y="16211"/>
                  </a:cubicBezTo>
                  <a:cubicBezTo>
                    <a:pt x="15540" y="16459"/>
                    <a:pt x="15169" y="16655"/>
                    <a:pt x="14755" y="16774"/>
                  </a:cubicBezTo>
                  <a:cubicBezTo>
                    <a:pt x="14445" y="16864"/>
                    <a:pt x="14132" y="16907"/>
                    <a:pt x="13824" y="16907"/>
                  </a:cubicBezTo>
                  <a:cubicBezTo>
                    <a:pt x="12373" y="16907"/>
                    <a:pt x="11036" y="15955"/>
                    <a:pt x="10613" y="14490"/>
                  </a:cubicBezTo>
                  <a:cubicBezTo>
                    <a:pt x="10232" y="13176"/>
                    <a:pt x="10695" y="11817"/>
                    <a:pt x="11684" y="10994"/>
                  </a:cubicBezTo>
                  <a:cubicBezTo>
                    <a:pt x="10320" y="7627"/>
                    <a:pt x="10418" y="3703"/>
                    <a:pt x="11000" y="1"/>
                  </a:cubicBezTo>
                  <a:close/>
                </a:path>
              </a:pathLst>
            </a:custGeom>
            <a:solidFill>
              <a:srgbClr val="FFFFFF">
                <a:alpha val="980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92" name="Google Shape;892;p66"/>
            <p:cNvSpPr/>
            <p:nvPr/>
          </p:nvSpPr>
          <p:spPr>
            <a:xfrm>
              <a:off x="2070650" y="4042050"/>
              <a:ext cx="477750" cy="541700"/>
            </a:xfrm>
            <a:custGeom>
              <a:rect b="b" l="l" r="r" t="t"/>
              <a:pathLst>
                <a:path extrusionOk="0" h="21668" w="19110">
                  <a:moveTo>
                    <a:pt x="6187" y="0"/>
                  </a:moveTo>
                  <a:lnTo>
                    <a:pt x="3921" y="1465"/>
                  </a:lnTo>
                  <a:lnTo>
                    <a:pt x="5552" y="3990"/>
                  </a:lnTo>
                  <a:cubicBezTo>
                    <a:pt x="4722" y="4792"/>
                    <a:pt x="4079" y="5734"/>
                    <a:pt x="3639" y="6756"/>
                  </a:cubicBezTo>
                  <a:lnTo>
                    <a:pt x="701" y="6123"/>
                  </a:lnTo>
                  <a:lnTo>
                    <a:pt x="0" y="9379"/>
                  </a:lnTo>
                  <a:lnTo>
                    <a:pt x="2940" y="10012"/>
                  </a:lnTo>
                  <a:cubicBezTo>
                    <a:pt x="2921" y="11124"/>
                    <a:pt x="3119" y="12249"/>
                    <a:pt x="3546" y="13320"/>
                  </a:cubicBezTo>
                  <a:lnTo>
                    <a:pt x="1021" y="14950"/>
                  </a:lnTo>
                  <a:lnTo>
                    <a:pt x="2828" y="17748"/>
                  </a:lnTo>
                  <a:lnTo>
                    <a:pt x="5353" y="16116"/>
                  </a:lnTo>
                  <a:cubicBezTo>
                    <a:pt x="6154" y="16946"/>
                    <a:pt x="7096" y="17589"/>
                    <a:pt x="8119" y="18029"/>
                  </a:cubicBezTo>
                  <a:lnTo>
                    <a:pt x="7486" y="20967"/>
                  </a:lnTo>
                  <a:lnTo>
                    <a:pt x="10741" y="21667"/>
                  </a:lnTo>
                  <a:lnTo>
                    <a:pt x="11374" y="18729"/>
                  </a:lnTo>
                  <a:cubicBezTo>
                    <a:pt x="11421" y="18729"/>
                    <a:pt x="11467" y="18730"/>
                    <a:pt x="11514" y="18730"/>
                  </a:cubicBezTo>
                  <a:cubicBezTo>
                    <a:pt x="12580" y="18730"/>
                    <a:pt x="13655" y="18531"/>
                    <a:pt x="14682" y="18123"/>
                  </a:cubicBezTo>
                  <a:lnTo>
                    <a:pt x="16312" y="20648"/>
                  </a:lnTo>
                  <a:lnTo>
                    <a:pt x="19110" y="18841"/>
                  </a:lnTo>
                  <a:lnTo>
                    <a:pt x="17479" y="16316"/>
                  </a:lnTo>
                  <a:cubicBezTo>
                    <a:pt x="17946" y="15866"/>
                    <a:pt x="18345" y="15367"/>
                    <a:pt x="18691" y="14838"/>
                  </a:cubicBezTo>
                  <a:lnTo>
                    <a:pt x="18691" y="14838"/>
                  </a:lnTo>
                  <a:cubicBezTo>
                    <a:pt x="18461" y="14851"/>
                    <a:pt x="18229" y="14858"/>
                    <a:pt x="17995" y="14858"/>
                  </a:cubicBezTo>
                  <a:cubicBezTo>
                    <a:pt x="16290" y="14858"/>
                    <a:pt x="14496" y="14490"/>
                    <a:pt x="12643" y="13679"/>
                  </a:cubicBezTo>
                  <a:cubicBezTo>
                    <a:pt x="12096" y="13439"/>
                    <a:pt x="11594" y="13169"/>
                    <a:pt x="11123" y="12880"/>
                  </a:cubicBezTo>
                  <a:cubicBezTo>
                    <a:pt x="10360" y="12770"/>
                    <a:pt x="9643" y="12355"/>
                    <a:pt x="9192" y="11655"/>
                  </a:cubicBezTo>
                  <a:cubicBezTo>
                    <a:pt x="9069" y="11465"/>
                    <a:pt x="8980" y="11262"/>
                    <a:pt x="8909" y="11056"/>
                  </a:cubicBezTo>
                  <a:cubicBezTo>
                    <a:pt x="6264" y="8161"/>
                    <a:pt x="5670" y="4072"/>
                    <a:pt x="6187" y="0"/>
                  </a:cubicBezTo>
                  <a:close/>
                </a:path>
              </a:pathLst>
            </a:custGeom>
            <a:solidFill>
              <a:srgbClr val="FFFFFF">
                <a:alpha val="980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93" name="Google Shape;893;p66"/>
            <p:cNvSpPr/>
            <p:nvPr/>
          </p:nvSpPr>
          <p:spPr>
            <a:xfrm>
              <a:off x="2199900" y="4643375"/>
              <a:ext cx="409100" cy="387000"/>
            </a:xfrm>
            <a:custGeom>
              <a:rect b="b" l="l" r="r" t="t"/>
              <a:pathLst>
                <a:path extrusionOk="0" h="15480" w="16364">
                  <a:moveTo>
                    <a:pt x="2815" y="0"/>
                  </a:moveTo>
                  <a:lnTo>
                    <a:pt x="1208" y="2025"/>
                  </a:lnTo>
                  <a:lnTo>
                    <a:pt x="3036" y="3475"/>
                  </a:lnTo>
                  <a:cubicBezTo>
                    <a:pt x="2639" y="4244"/>
                    <a:pt x="2391" y="5094"/>
                    <a:pt x="2320" y="5987"/>
                  </a:cubicBezTo>
                  <a:lnTo>
                    <a:pt x="0" y="6254"/>
                  </a:lnTo>
                  <a:lnTo>
                    <a:pt x="296" y="8822"/>
                  </a:lnTo>
                  <a:lnTo>
                    <a:pt x="2616" y="8555"/>
                  </a:lnTo>
                  <a:cubicBezTo>
                    <a:pt x="2888" y="9407"/>
                    <a:pt x="3324" y="10179"/>
                    <a:pt x="3884" y="10837"/>
                  </a:cubicBezTo>
                  <a:lnTo>
                    <a:pt x="2434" y="12665"/>
                  </a:lnTo>
                  <a:lnTo>
                    <a:pt x="4458" y="14272"/>
                  </a:lnTo>
                  <a:lnTo>
                    <a:pt x="5909" y="12444"/>
                  </a:lnTo>
                  <a:cubicBezTo>
                    <a:pt x="6677" y="12840"/>
                    <a:pt x="7528" y="13089"/>
                    <a:pt x="8420" y="13160"/>
                  </a:cubicBezTo>
                  <a:lnTo>
                    <a:pt x="8687" y="15480"/>
                  </a:lnTo>
                  <a:lnTo>
                    <a:pt x="11255" y="15183"/>
                  </a:lnTo>
                  <a:lnTo>
                    <a:pt x="10988" y="12864"/>
                  </a:lnTo>
                  <a:cubicBezTo>
                    <a:pt x="11840" y="12592"/>
                    <a:pt x="12612" y="12156"/>
                    <a:pt x="13271" y="11595"/>
                  </a:cubicBezTo>
                  <a:lnTo>
                    <a:pt x="15099" y="13046"/>
                  </a:lnTo>
                  <a:lnTo>
                    <a:pt x="16364" y="11452"/>
                  </a:lnTo>
                  <a:cubicBezTo>
                    <a:pt x="13951" y="11028"/>
                    <a:pt x="11528" y="10039"/>
                    <a:pt x="9544" y="8583"/>
                  </a:cubicBezTo>
                  <a:cubicBezTo>
                    <a:pt x="9432" y="8614"/>
                    <a:pt x="9321" y="8643"/>
                    <a:pt x="9203" y="8657"/>
                  </a:cubicBezTo>
                  <a:cubicBezTo>
                    <a:pt x="9120" y="8666"/>
                    <a:pt x="9037" y="8671"/>
                    <a:pt x="8955" y="8671"/>
                  </a:cubicBezTo>
                  <a:cubicBezTo>
                    <a:pt x="7879" y="8671"/>
                    <a:pt x="6950" y="7865"/>
                    <a:pt x="6825" y="6770"/>
                  </a:cubicBezTo>
                  <a:cubicBezTo>
                    <a:pt x="6791" y="6496"/>
                    <a:pt x="6818" y="6229"/>
                    <a:pt x="6885" y="5978"/>
                  </a:cubicBezTo>
                  <a:cubicBezTo>
                    <a:pt x="5842" y="4576"/>
                    <a:pt x="5166" y="2953"/>
                    <a:pt x="5032" y="1150"/>
                  </a:cubicBezTo>
                  <a:cubicBezTo>
                    <a:pt x="4900" y="1247"/>
                    <a:pt x="4767" y="1345"/>
                    <a:pt x="4643" y="1451"/>
                  </a:cubicBezTo>
                  <a:lnTo>
                    <a:pt x="2815" y="0"/>
                  </a:lnTo>
                  <a:close/>
                </a:path>
              </a:pathLst>
            </a:custGeom>
            <a:solidFill>
              <a:srgbClr val="FFFFFF">
                <a:alpha val="980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94" name="Google Shape;894;p66"/>
            <p:cNvSpPr/>
            <p:nvPr/>
          </p:nvSpPr>
          <p:spPr>
            <a:xfrm>
              <a:off x="1918350" y="3947725"/>
              <a:ext cx="30875" cy="28700"/>
            </a:xfrm>
            <a:custGeom>
              <a:rect b="b" l="l" r="r" t="t"/>
              <a:pathLst>
                <a:path extrusionOk="0" h="1148" w="1235">
                  <a:moveTo>
                    <a:pt x="618" y="0"/>
                  </a:moveTo>
                  <a:cubicBezTo>
                    <a:pt x="341" y="0"/>
                    <a:pt x="97" y="200"/>
                    <a:pt x="51" y="482"/>
                  </a:cubicBezTo>
                  <a:cubicBezTo>
                    <a:pt x="0" y="795"/>
                    <a:pt x="212" y="1089"/>
                    <a:pt x="525" y="1140"/>
                  </a:cubicBezTo>
                  <a:cubicBezTo>
                    <a:pt x="556" y="1145"/>
                    <a:pt x="588" y="1148"/>
                    <a:pt x="619" y="1148"/>
                  </a:cubicBezTo>
                  <a:cubicBezTo>
                    <a:pt x="895" y="1148"/>
                    <a:pt x="1138" y="948"/>
                    <a:pt x="1183" y="667"/>
                  </a:cubicBezTo>
                  <a:cubicBezTo>
                    <a:pt x="1235" y="354"/>
                    <a:pt x="1022" y="59"/>
                    <a:pt x="710" y="8"/>
                  </a:cubicBezTo>
                  <a:cubicBezTo>
                    <a:pt x="679" y="3"/>
                    <a:pt x="648" y="0"/>
                    <a:pt x="618" y="0"/>
                  </a:cubicBezTo>
                  <a:close/>
                </a:path>
              </a:pathLst>
            </a:custGeom>
            <a:solidFill>
              <a:schemeClr val="accent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95" name="Google Shape;895;p66"/>
            <p:cNvSpPr/>
            <p:nvPr/>
          </p:nvSpPr>
          <p:spPr>
            <a:xfrm>
              <a:off x="1415300" y="4850025"/>
              <a:ext cx="50900" cy="50900"/>
            </a:xfrm>
            <a:custGeom>
              <a:rect b="b" l="l" r="r" t="t"/>
              <a:pathLst>
                <a:path extrusionOk="0" h="2036" w="2036">
                  <a:moveTo>
                    <a:pt x="1018" y="0"/>
                  </a:moveTo>
                  <a:cubicBezTo>
                    <a:pt x="456" y="0"/>
                    <a:pt x="0" y="456"/>
                    <a:pt x="0" y="1018"/>
                  </a:cubicBezTo>
                  <a:cubicBezTo>
                    <a:pt x="0" y="1580"/>
                    <a:pt x="456" y="2035"/>
                    <a:pt x="1018" y="2035"/>
                  </a:cubicBezTo>
                  <a:cubicBezTo>
                    <a:pt x="1579" y="2035"/>
                    <a:pt x="2035" y="1580"/>
                    <a:pt x="2035" y="1018"/>
                  </a:cubicBezTo>
                  <a:cubicBezTo>
                    <a:pt x="2035" y="456"/>
                    <a:pt x="1579" y="0"/>
                    <a:pt x="1018" y="0"/>
                  </a:cubicBezTo>
                  <a:close/>
                </a:path>
              </a:pathLst>
            </a:custGeom>
            <a:solidFill>
              <a:schemeClr val="accent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96" name="Google Shape;896;p66"/>
            <p:cNvSpPr/>
            <p:nvPr/>
          </p:nvSpPr>
          <p:spPr>
            <a:xfrm>
              <a:off x="2556750" y="3922225"/>
              <a:ext cx="50900" cy="50900"/>
            </a:xfrm>
            <a:custGeom>
              <a:rect b="b" l="l" r="r" t="t"/>
              <a:pathLst>
                <a:path extrusionOk="0" h="2036" w="2036">
                  <a:moveTo>
                    <a:pt x="1018" y="1"/>
                  </a:moveTo>
                  <a:cubicBezTo>
                    <a:pt x="456" y="1"/>
                    <a:pt x="0" y="456"/>
                    <a:pt x="0" y="1018"/>
                  </a:cubicBezTo>
                  <a:cubicBezTo>
                    <a:pt x="0" y="1580"/>
                    <a:pt x="456" y="2036"/>
                    <a:pt x="1018" y="2036"/>
                  </a:cubicBezTo>
                  <a:cubicBezTo>
                    <a:pt x="1579" y="2036"/>
                    <a:pt x="2035" y="1580"/>
                    <a:pt x="2035" y="1018"/>
                  </a:cubicBezTo>
                  <a:cubicBezTo>
                    <a:pt x="2035" y="456"/>
                    <a:pt x="1579" y="1"/>
                    <a:pt x="1018" y="1"/>
                  </a:cubicBezTo>
                  <a:close/>
                </a:path>
              </a:pathLst>
            </a:custGeom>
            <a:solidFill>
              <a:schemeClr val="accent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97" name="Google Shape;897;p66"/>
            <p:cNvSpPr/>
            <p:nvPr/>
          </p:nvSpPr>
          <p:spPr>
            <a:xfrm>
              <a:off x="1773100" y="5104850"/>
              <a:ext cx="57725" cy="50925"/>
            </a:xfrm>
            <a:custGeom>
              <a:rect b="b" l="l" r="r" t="t"/>
              <a:pathLst>
                <a:path extrusionOk="0" h="2037" w="2309">
                  <a:moveTo>
                    <a:pt x="1155" y="1"/>
                  </a:moveTo>
                  <a:cubicBezTo>
                    <a:pt x="754" y="1"/>
                    <a:pt x="374" y="240"/>
                    <a:pt x="213" y="634"/>
                  </a:cubicBezTo>
                  <a:cubicBezTo>
                    <a:pt x="0" y="1154"/>
                    <a:pt x="250" y="1748"/>
                    <a:pt x="770" y="1960"/>
                  </a:cubicBezTo>
                  <a:cubicBezTo>
                    <a:pt x="896" y="2012"/>
                    <a:pt x="1026" y="2036"/>
                    <a:pt x="1154" y="2036"/>
                  </a:cubicBezTo>
                  <a:cubicBezTo>
                    <a:pt x="1555" y="2036"/>
                    <a:pt x="1936" y="1797"/>
                    <a:pt x="2096" y="1403"/>
                  </a:cubicBezTo>
                  <a:cubicBezTo>
                    <a:pt x="2309" y="883"/>
                    <a:pt x="2059" y="289"/>
                    <a:pt x="1539" y="77"/>
                  </a:cubicBezTo>
                  <a:cubicBezTo>
                    <a:pt x="1413" y="25"/>
                    <a:pt x="1283" y="1"/>
                    <a:pt x="1155" y="1"/>
                  </a:cubicBezTo>
                  <a:close/>
                </a:path>
              </a:pathLst>
            </a:cu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98" name="Google Shape;898;p66"/>
            <p:cNvSpPr/>
            <p:nvPr/>
          </p:nvSpPr>
          <p:spPr>
            <a:xfrm>
              <a:off x="2123025" y="4983425"/>
              <a:ext cx="28700" cy="28700"/>
            </a:xfrm>
            <a:custGeom>
              <a:rect b="b" l="l" r="r" t="t"/>
              <a:pathLst>
                <a:path extrusionOk="0" h="1148" w="1148">
                  <a:moveTo>
                    <a:pt x="574" y="1"/>
                  </a:moveTo>
                  <a:cubicBezTo>
                    <a:pt x="258" y="1"/>
                    <a:pt x="0" y="258"/>
                    <a:pt x="0" y="574"/>
                  </a:cubicBezTo>
                  <a:cubicBezTo>
                    <a:pt x="0" y="892"/>
                    <a:pt x="258" y="1148"/>
                    <a:pt x="574" y="1148"/>
                  </a:cubicBezTo>
                  <a:cubicBezTo>
                    <a:pt x="890" y="1148"/>
                    <a:pt x="1148" y="892"/>
                    <a:pt x="1148" y="574"/>
                  </a:cubicBezTo>
                  <a:cubicBezTo>
                    <a:pt x="1148" y="258"/>
                    <a:pt x="890" y="1"/>
                    <a:pt x="574" y="1"/>
                  </a:cubicBezTo>
                  <a:close/>
                </a:path>
              </a:pathLst>
            </a:custGeom>
            <a:solidFill>
              <a:schemeClr val="accent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99" name="Google Shape;899;p66"/>
            <p:cNvSpPr/>
            <p:nvPr/>
          </p:nvSpPr>
          <p:spPr>
            <a:xfrm>
              <a:off x="1614775" y="4268800"/>
              <a:ext cx="28675" cy="28700"/>
            </a:xfrm>
            <a:custGeom>
              <a:rect b="b" l="l" r="r" t="t"/>
              <a:pathLst>
                <a:path extrusionOk="0" h="1148" w="1147">
                  <a:moveTo>
                    <a:pt x="574" y="1"/>
                  </a:moveTo>
                  <a:cubicBezTo>
                    <a:pt x="256" y="1"/>
                    <a:pt x="0" y="258"/>
                    <a:pt x="0" y="574"/>
                  </a:cubicBezTo>
                  <a:cubicBezTo>
                    <a:pt x="0" y="892"/>
                    <a:pt x="256" y="1148"/>
                    <a:pt x="574" y="1148"/>
                  </a:cubicBezTo>
                  <a:cubicBezTo>
                    <a:pt x="890" y="1148"/>
                    <a:pt x="1146" y="892"/>
                    <a:pt x="1146" y="574"/>
                  </a:cubicBezTo>
                  <a:cubicBezTo>
                    <a:pt x="1146" y="258"/>
                    <a:pt x="890" y="1"/>
                    <a:pt x="574" y="1"/>
                  </a:cubicBezTo>
                  <a:close/>
                </a:path>
              </a:pathLst>
            </a:cu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00" name="Google Shape;900;p66"/>
            <p:cNvSpPr/>
            <p:nvPr/>
          </p:nvSpPr>
          <p:spPr>
            <a:xfrm>
              <a:off x="2669825" y="4497775"/>
              <a:ext cx="28700" cy="28700"/>
            </a:xfrm>
            <a:custGeom>
              <a:rect b="b" l="l" r="r" t="t"/>
              <a:pathLst>
                <a:path extrusionOk="0" h="1148" w="1148">
                  <a:moveTo>
                    <a:pt x="574" y="0"/>
                  </a:moveTo>
                  <a:cubicBezTo>
                    <a:pt x="258" y="0"/>
                    <a:pt x="1" y="256"/>
                    <a:pt x="1" y="574"/>
                  </a:cubicBezTo>
                  <a:cubicBezTo>
                    <a:pt x="1" y="890"/>
                    <a:pt x="258" y="1147"/>
                    <a:pt x="574" y="1147"/>
                  </a:cubicBezTo>
                  <a:cubicBezTo>
                    <a:pt x="890" y="1147"/>
                    <a:pt x="1148" y="890"/>
                    <a:pt x="1148" y="574"/>
                  </a:cubicBezTo>
                  <a:cubicBezTo>
                    <a:pt x="1148" y="256"/>
                    <a:pt x="890" y="0"/>
                    <a:pt x="574" y="0"/>
                  </a:cubicBezTo>
                  <a:close/>
                </a:path>
              </a:pathLst>
            </a:cu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01" name="Google Shape;901;p66"/>
            <p:cNvSpPr/>
            <p:nvPr/>
          </p:nvSpPr>
          <p:spPr>
            <a:xfrm>
              <a:off x="2387725" y="4108525"/>
              <a:ext cx="105700" cy="70675"/>
            </a:xfrm>
            <a:custGeom>
              <a:rect b="b" l="l" r="r" t="t"/>
              <a:pathLst>
                <a:path extrusionOk="0" h="2827" w="4228">
                  <a:moveTo>
                    <a:pt x="763" y="1"/>
                  </a:moveTo>
                  <a:cubicBezTo>
                    <a:pt x="199" y="1"/>
                    <a:pt x="1" y="896"/>
                    <a:pt x="620" y="1049"/>
                  </a:cubicBezTo>
                  <a:cubicBezTo>
                    <a:pt x="1634" y="1300"/>
                    <a:pt x="2478" y="1842"/>
                    <a:pt x="3141" y="2646"/>
                  </a:cubicBezTo>
                  <a:cubicBezTo>
                    <a:pt x="3246" y="2773"/>
                    <a:pt x="3369" y="2826"/>
                    <a:pt x="3490" y="2826"/>
                  </a:cubicBezTo>
                  <a:cubicBezTo>
                    <a:pt x="3872" y="2826"/>
                    <a:pt x="4228" y="2291"/>
                    <a:pt x="3897" y="1890"/>
                  </a:cubicBezTo>
                  <a:cubicBezTo>
                    <a:pt x="3125" y="954"/>
                    <a:pt x="2080" y="309"/>
                    <a:pt x="904" y="18"/>
                  </a:cubicBezTo>
                  <a:cubicBezTo>
                    <a:pt x="855" y="6"/>
                    <a:pt x="808" y="1"/>
                    <a:pt x="763" y="1"/>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02" name="Google Shape;902;p66"/>
            <p:cNvSpPr/>
            <p:nvPr/>
          </p:nvSpPr>
          <p:spPr>
            <a:xfrm>
              <a:off x="2481100" y="4185075"/>
              <a:ext cx="60975" cy="161075"/>
            </a:xfrm>
            <a:custGeom>
              <a:rect b="b" l="l" r="r" t="t"/>
              <a:pathLst>
                <a:path extrusionOk="0" h="6443" w="2439">
                  <a:moveTo>
                    <a:pt x="744" y="1"/>
                  </a:moveTo>
                  <a:cubicBezTo>
                    <a:pt x="370" y="1"/>
                    <a:pt x="1" y="383"/>
                    <a:pt x="262" y="787"/>
                  </a:cubicBezTo>
                  <a:cubicBezTo>
                    <a:pt x="1222" y="2271"/>
                    <a:pt x="1347" y="4052"/>
                    <a:pt x="546" y="5633"/>
                  </a:cubicBezTo>
                  <a:cubicBezTo>
                    <a:pt x="333" y="6054"/>
                    <a:pt x="704" y="6442"/>
                    <a:pt x="1057" y="6442"/>
                  </a:cubicBezTo>
                  <a:cubicBezTo>
                    <a:pt x="1216" y="6442"/>
                    <a:pt x="1372" y="6363"/>
                    <a:pt x="1468" y="6173"/>
                  </a:cubicBezTo>
                  <a:cubicBezTo>
                    <a:pt x="2439" y="4258"/>
                    <a:pt x="2355" y="2058"/>
                    <a:pt x="1184" y="248"/>
                  </a:cubicBezTo>
                  <a:cubicBezTo>
                    <a:pt x="1071" y="73"/>
                    <a:pt x="907" y="1"/>
                    <a:pt x="744" y="1"/>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03" name="Google Shape;903;p66"/>
            <p:cNvSpPr/>
            <p:nvPr/>
          </p:nvSpPr>
          <p:spPr>
            <a:xfrm>
              <a:off x="1864625" y="4426600"/>
              <a:ext cx="146675" cy="78600"/>
            </a:xfrm>
            <a:custGeom>
              <a:rect b="b" l="l" r="r" t="t"/>
              <a:pathLst>
                <a:path extrusionOk="0" h="3144" w="5867">
                  <a:moveTo>
                    <a:pt x="839" y="1"/>
                  </a:moveTo>
                  <a:cubicBezTo>
                    <a:pt x="233" y="1"/>
                    <a:pt x="1" y="940"/>
                    <a:pt x="646" y="1038"/>
                  </a:cubicBezTo>
                  <a:cubicBezTo>
                    <a:pt x="2196" y="1276"/>
                    <a:pt x="3575" y="1922"/>
                    <a:pt x="4719" y="2995"/>
                  </a:cubicBezTo>
                  <a:cubicBezTo>
                    <a:pt x="4831" y="3100"/>
                    <a:pt x="4955" y="3144"/>
                    <a:pt x="5076" y="3144"/>
                  </a:cubicBezTo>
                  <a:cubicBezTo>
                    <a:pt x="5496" y="3144"/>
                    <a:pt x="5866" y="2606"/>
                    <a:pt x="5475" y="2239"/>
                  </a:cubicBezTo>
                  <a:cubicBezTo>
                    <a:pt x="4205" y="1048"/>
                    <a:pt x="2656" y="272"/>
                    <a:pt x="931" y="8"/>
                  </a:cubicBezTo>
                  <a:cubicBezTo>
                    <a:pt x="900" y="3"/>
                    <a:pt x="869" y="1"/>
                    <a:pt x="839" y="1"/>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04" name="Google Shape;904;p66"/>
            <p:cNvSpPr/>
            <p:nvPr/>
          </p:nvSpPr>
          <p:spPr>
            <a:xfrm>
              <a:off x="2006500" y="4511075"/>
              <a:ext cx="65575" cy="200075"/>
            </a:xfrm>
            <a:custGeom>
              <a:rect b="b" l="l" r="r" t="t"/>
              <a:pathLst>
                <a:path extrusionOk="0" h="8003" w="2623">
                  <a:moveTo>
                    <a:pt x="755" y="0"/>
                  </a:moveTo>
                  <a:cubicBezTo>
                    <a:pt x="372" y="0"/>
                    <a:pt x="0" y="379"/>
                    <a:pt x="281" y="774"/>
                  </a:cubicBezTo>
                  <a:cubicBezTo>
                    <a:pt x="1559" y="2574"/>
                    <a:pt x="1114" y="5425"/>
                    <a:pt x="897" y="7491"/>
                  </a:cubicBezTo>
                  <a:cubicBezTo>
                    <a:pt x="861" y="7832"/>
                    <a:pt x="1109" y="8002"/>
                    <a:pt x="1376" y="8002"/>
                  </a:cubicBezTo>
                  <a:cubicBezTo>
                    <a:pt x="1643" y="8002"/>
                    <a:pt x="1930" y="7831"/>
                    <a:pt x="1965" y="7491"/>
                  </a:cubicBezTo>
                  <a:cubicBezTo>
                    <a:pt x="2205" y="5207"/>
                    <a:pt x="2622" y="2231"/>
                    <a:pt x="1203" y="236"/>
                  </a:cubicBezTo>
                  <a:cubicBezTo>
                    <a:pt x="1085" y="69"/>
                    <a:pt x="919" y="0"/>
                    <a:pt x="755" y="0"/>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05" name="Google Shape;905;p66"/>
            <p:cNvSpPr/>
            <p:nvPr/>
          </p:nvSpPr>
          <p:spPr>
            <a:xfrm>
              <a:off x="2391750" y="4665325"/>
              <a:ext cx="122625" cy="56025"/>
            </a:xfrm>
            <a:custGeom>
              <a:rect b="b" l="l" r="r" t="t"/>
              <a:pathLst>
                <a:path extrusionOk="0" h="2241" w="4905">
                  <a:moveTo>
                    <a:pt x="1523" y="0"/>
                  </a:moveTo>
                  <a:cubicBezTo>
                    <a:pt x="1228" y="0"/>
                    <a:pt x="929" y="31"/>
                    <a:pt x="631" y="92"/>
                  </a:cubicBezTo>
                  <a:cubicBezTo>
                    <a:pt x="1" y="223"/>
                    <a:pt x="210" y="1136"/>
                    <a:pt x="793" y="1136"/>
                  </a:cubicBezTo>
                  <a:cubicBezTo>
                    <a:pt x="832" y="1136"/>
                    <a:pt x="873" y="1131"/>
                    <a:pt x="916" y="1123"/>
                  </a:cubicBezTo>
                  <a:cubicBezTo>
                    <a:pt x="1124" y="1079"/>
                    <a:pt x="1332" y="1058"/>
                    <a:pt x="1537" y="1058"/>
                  </a:cubicBezTo>
                  <a:cubicBezTo>
                    <a:pt x="2392" y="1058"/>
                    <a:pt x="3192" y="1426"/>
                    <a:pt x="3791" y="2074"/>
                  </a:cubicBezTo>
                  <a:cubicBezTo>
                    <a:pt x="3900" y="2191"/>
                    <a:pt x="4025" y="2240"/>
                    <a:pt x="4146" y="2240"/>
                  </a:cubicBezTo>
                  <a:cubicBezTo>
                    <a:pt x="4544" y="2240"/>
                    <a:pt x="4905" y="1705"/>
                    <a:pt x="4547" y="1318"/>
                  </a:cubicBezTo>
                  <a:cubicBezTo>
                    <a:pt x="3747" y="452"/>
                    <a:pt x="2660" y="0"/>
                    <a:pt x="1523" y="0"/>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06" name="Google Shape;906;p66"/>
            <p:cNvSpPr/>
            <p:nvPr/>
          </p:nvSpPr>
          <p:spPr>
            <a:xfrm>
              <a:off x="2510225" y="4740225"/>
              <a:ext cx="48350" cy="130825"/>
            </a:xfrm>
            <a:custGeom>
              <a:rect b="b" l="l" r="r" t="t"/>
              <a:pathLst>
                <a:path extrusionOk="0" h="5233" w="1934">
                  <a:moveTo>
                    <a:pt x="721" y="0"/>
                  </a:moveTo>
                  <a:cubicBezTo>
                    <a:pt x="372" y="0"/>
                    <a:pt x="0" y="388"/>
                    <a:pt x="204" y="812"/>
                  </a:cubicBezTo>
                  <a:cubicBezTo>
                    <a:pt x="784" y="2028"/>
                    <a:pt x="798" y="3340"/>
                    <a:pt x="321" y="4589"/>
                  </a:cubicBezTo>
                  <a:cubicBezTo>
                    <a:pt x="173" y="4978"/>
                    <a:pt x="492" y="5233"/>
                    <a:pt x="821" y="5233"/>
                  </a:cubicBezTo>
                  <a:cubicBezTo>
                    <a:pt x="1036" y="5233"/>
                    <a:pt x="1256" y="5124"/>
                    <a:pt x="1352" y="4873"/>
                  </a:cubicBezTo>
                  <a:cubicBezTo>
                    <a:pt x="1934" y="3347"/>
                    <a:pt x="1827" y="1739"/>
                    <a:pt x="1127" y="274"/>
                  </a:cubicBezTo>
                  <a:cubicBezTo>
                    <a:pt x="1034" y="80"/>
                    <a:pt x="880" y="0"/>
                    <a:pt x="721" y="0"/>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907" name="Google Shape;907;p66"/>
          <p:cNvPicPr preferRelativeResize="0"/>
          <p:nvPr/>
        </p:nvPicPr>
        <p:blipFill rotWithShape="1">
          <a:blip r:embed="rId2">
            <a:alphaModFix amt="14000"/>
          </a:blip>
          <a:srcRect b="0" l="0" r="0" t="0"/>
          <a:stretch/>
        </p:blipFill>
        <p:spPr>
          <a:xfrm>
            <a:off x="0" y="0"/>
            <a:ext cx="9144000" cy="5143500"/>
          </a:xfrm>
          <a:prstGeom prst="rect">
            <a:avLst/>
          </a:prstGeom>
          <a:noFill/>
          <a:ln>
            <a:noFill/>
          </a:ln>
        </p:spPr>
      </p:pic>
      <p:sp>
        <p:nvSpPr>
          <p:cNvPr id="908" name="Google Shape;908;p66"/>
          <p:cNvSpPr txBox="1"/>
          <p:nvPr>
            <p:ph type="title"/>
          </p:nvPr>
        </p:nvSpPr>
        <p:spPr>
          <a:xfrm>
            <a:off x="1123325" y="1307100"/>
            <a:ext cx="6897300" cy="2529300"/>
          </a:xfrm>
          <a:prstGeom prst="rect">
            <a:avLst/>
          </a:prstGeom>
          <a:noFill/>
          <a:ln>
            <a:noFill/>
          </a:ln>
        </p:spPr>
        <p:txBody>
          <a:bodyPr anchorCtr="0" anchor="ctr" bIns="91425" lIns="91425" spcFirstLastPara="1" rIns="91425" wrap="square" tIns="91425">
            <a:noAutofit/>
          </a:bodyPr>
          <a:lstStyle>
            <a:lvl1pPr lvl="0" algn="ctr">
              <a:lnSpc>
                <a:spcPct val="100000"/>
              </a:lnSpc>
              <a:spcBef>
                <a:spcPts val="0"/>
              </a:spcBef>
              <a:spcAft>
                <a:spcPts val="0"/>
              </a:spcAft>
              <a:buSzPts val="4800"/>
              <a:buNone/>
              <a:defRPr sz="6600"/>
            </a:lvl1pPr>
            <a:lvl2pPr lvl="1" algn="ctr">
              <a:lnSpc>
                <a:spcPct val="100000"/>
              </a:lnSpc>
              <a:spcBef>
                <a:spcPts val="0"/>
              </a:spcBef>
              <a:spcAft>
                <a:spcPts val="0"/>
              </a:spcAft>
              <a:buSzPts val="4800"/>
              <a:buNone/>
              <a:defRPr sz="4800"/>
            </a:lvl2pPr>
            <a:lvl3pPr lvl="2" algn="ctr">
              <a:lnSpc>
                <a:spcPct val="100000"/>
              </a:lnSpc>
              <a:spcBef>
                <a:spcPts val="0"/>
              </a:spcBef>
              <a:spcAft>
                <a:spcPts val="0"/>
              </a:spcAft>
              <a:buSzPts val="4800"/>
              <a:buNone/>
              <a:defRPr sz="4800"/>
            </a:lvl3pPr>
            <a:lvl4pPr lvl="3" algn="ctr">
              <a:lnSpc>
                <a:spcPct val="100000"/>
              </a:lnSpc>
              <a:spcBef>
                <a:spcPts val="0"/>
              </a:spcBef>
              <a:spcAft>
                <a:spcPts val="0"/>
              </a:spcAft>
              <a:buSzPts val="4800"/>
              <a:buNone/>
              <a:defRPr sz="4800"/>
            </a:lvl4pPr>
            <a:lvl5pPr lvl="4" algn="ctr">
              <a:lnSpc>
                <a:spcPct val="100000"/>
              </a:lnSpc>
              <a:spcBef>
                <a:spcPts val="0"/>
              </a:spcBef>
              <a:spcAft>
                <a:spcPts val="0"/>
              </a:spcAft>
              <a:buSzPts val="4800"/>
              <a:buNone/>
              <a:defRPr sz="4800"/>
            </a:lvl5pPr>
            <a:lvl6pPr lvl="5" algn="ctr">
              <a:lnSpc>
                <a:spcPct val="100000"/>
              </a:lnSpc>
              <a:spcBef>
                <a:spcPts val="0"/>
              </a:spcBef>
              <a:spcAft>
                <a:spcPts val="0"/>
              </a:spcAft>
              <a:buSzPts val="4800"/>
              <a:buNone/>
              <a:defRPr sz="4800"/>
            </a:lvl6pPr>
            <a:lvl7pPr lvl="6" algn="ctr">
              <a:lnSpc>
                <a:spcPct val="100000"/>
              </a:lnSpc>
              <a:spcBef>
                <a:spcPts val="0"/>
              </a:spcBef>
              <a:spcAft>
                <a:spcPts val="0"/>
              </a:spcAft>
              <a:buSzPts val="4800"/>
              <a:buNone/>
              <a:defRPr sz="4800"/>
            </a:lvl7pPr>
            <a:lvl8pPr lvl="7" algn="ctr">
              <a:lnSpc>
                <a:spcPct val="100000"/>
              </a:lnSpc>
              <a:spcBef>
                <a:spcPts val="0"/>
              </a:spcBef>
              <a:spcAft>
                <a:spcPts val="0"/>
              </a:spcAft>
              <a:buSzPts val="4800"/>
              <a:buNone/>
              <a:defRPr sz="4800"/>
            </a:lvl8pPr>
            <a:lvl9pPr lvl="8" algn="ctr">
              <a:lnSpc>
                <a:spcPct val="100000"/>
              </a:lnSpc>
              <a:spcBef>
                <a:spcPts val="0"/>
              </a:spcBef>
              <a:spcAft>
                <a:spcPts val="0"/>
              </a:spcAft>
              <a:buSzPts val="4800"/>
              <a:buNone/>
              <a:defRPr sz="4800"/>
            </a:lvl9pPr>
          </a:lstStyle>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Numbers and text">
  <p:cSld name="BLANK_1_1_1_1_1_1">
    <p:spTree>
      <p:nvGrpSpPr>
        <p:cNvPr id="909" name="Shape 909"/>
        <p:cNvGrpSpPr/>
        <p:nvPr/>
      </p:nvGrpSpPr>
      <p:grpSpPr>
        <a:xfrm>
          <a:off x="0" y="0"/>
          <a:ext cx="0" cy="0"/>
          <a:chOff x="0" y="0"/>
          <a:chExt cx="0" cy="0"/>
        </a:xfrm>
      </p:grpSpPr>
      <p:pic>
        <p:nvPicPr>
          <p:cNvPr id="910" name="Google Shape;910;p67"/>
          <p:cNvPicPr preferRelativeResize="0"/>
          <p:nvPr/>
        </p:nvPicPr>
        <p:blipFill rotWithShape="1">
          <a:blip r:embed="rId2">
            <a:alphaModFix amt="14000"/>
          </a:blip>
          <a:srcRect b="0" l="0" r="0" t="0"/>
          <a:stretch/>
        </p:blipFill>
        <p:spPr>
          <a:xfrm>
            <a:off x="0" y="0"/>
            <a:ext cx="9144000" cy="5143500"/>
          </a:xfrm>
          <a:prstGeom prst="rect">
            <a:avLst/>
          </a:prstGeom>
          <a:noFill/>
          <a:ln>
            <a:noFill/>
          </a:ln>
        </p:spPr>
      </p:pic>
      <p:sp>
        <p:nvSpPr>
          <p:cNvPr id="911" name="Google Shape;911;p67"/>
          <p:cNvSpPr txBox="1"/>
          <p:nvPr>
            <p:ph type="title"/>
          </p:nvPr>
        </p:nvSpPr>
        <p:spPr>
          <a:xfrm>
            <a:off x="1350650" y="917300"/>
            <a:ext cx="3406800" cy="8283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lvl1pPr lvl="0" algn="ctr">
              <a:lnSpc>
                <a:spcPct val="100000"/>
              </a:lnSpc>
              <a:spcBef>
                <a:spcPts val="0"/>
              </a:spcBef>
              <a:spcAft>
                <a:spcPts val="0"/>
              </a:spcAft>
              <a:buSzPts val="6200"/>
              <a:buNone/>
              <a:defRPr sz="5600"/>
            </a:lvl1pPr>
            <a:lvl2pPr lvl="1" algn="ctr">
              <a:lnSpc>
                <a:spcPct val="100000"/>
              </a:lnSpc>
              <a:spcBef>
                <a:spcPts val="0"/>
              </a:spcBef>
              <a:spcAft>
                <a:spcPts val="0"/>
              </a:spcAft>
              <a:buSzPts val="6200"/>
              <a:buNone/>
              <a:defRPr sz="6200"/>
            </a:lvl2pPr>
            <a:lvl3pPr lvl="2" algn="ctr">
              <a:lnSpc>
                <a:spcPct val="100000"/>
              </a:lnSpc>
              <a:spcBef>
                <a:spcPts val="0"/>
              </a:spcBef>
              <a:spcAft>
                <a:spcPts val="0"/>
              </a:spcAft>
              <a:buSzPts val="6200"/>
              <a:buNone/>
              <a:defRPr sz="6200"/>
            </a:lvl3pPr>
            <a:lvl4pPr lvl="3" algn="ctr">
              <a:lnSpc>
                <a:spcPct val="100000"/>
              </a:lnSpc>
              <a:spcBef>
                <a:spcPts val="0"/>
              </a:spcBef>
              <a:spcAft>
                <a:spcPts val="0"/>
              </a:spcAft>
              <a:buSzPts val="6200"/>
              <a:buNone/>
              <a:defRPr sz="6200"/>
            </a:lvl4pPr>
            <a:lvl5pPr lvl="4" algn="ctr">
              <a:lnSpc>
                <a:spcPct val="100000"/>
              </a:lnSpc>
              <a:spcBef>
                <a:spcPts val="0"/>
              </a:spcBef>
              <a:spcAft>
                <a:spcPts val="0"/>
              </a:spcAft>
              <a:buSzPts val="6200"/>
              <a:buNone/>
              <a:defRPr sz="6200"/>
            </a:lvl5pPr>
            <a:lvl6pPr lvl="5" algn="ctr">
              <a:lnSpc>
                <a:spcPct val="100000"/>
              </a:lnSpc>
              <a:spcBef>
                <a:spcPts val="0"/>
              </a:spcBef>
              <a:spcAft>
                <a:spcPts val="0"/>
              </a:spcAft>
              <a:buSzPts val="6200"/>
              <a:buNone/>
              <a:defRPr sz="6200"/>
            </a:lvl6pPr>
            <a:lvl7pPr lvl="6" algn="ctr">
              <a:lnSpc>
                <a:spcPct val="100000"/>
              </a:lnSpc>
              <a:spcBef>
                <a:spcPts val="0"/>
              </a:spcBef>
              <a:spcAft>
                <a:spcPts val="0"/>
              </a:spcAft>
              <a:buSzPts val="6200"/>
              <a:buNone/>
              <a:defRPr sz="6200"/>
            </a:lvl7pPr>
            <a:lvl8pPr lvl="7" algn="ctr">
              <a:lnSpc>
                <a:spcPct val="100000"/>
              </a:lnSpc>
              <a:spcBef>
                <a:spcPts val="0"/>
              </a:spcBef>
              <a:spcAft>
                <a:spcPts val="0"/>
              </a:spcAft>
              <a:buSzPts val="6200"/>
              <a:buNone/>
              <a:defRPr sz="6200"/>
            </a:lvl8pPr>
            <a:lvl9pPr lvl="8" algn="ctr">
              <a:lnSpc>
                <a:spcPct val="100000"/>
              </a:lnSpc>
              <a:spcBef>
                <a:spcPts val="0"/>
              </a:spcBef>
              <a:spcAft>
                <a:spcPts val="0"/>
              </a:spcAft>
              <a:buSzPts val="6200"/>
              <a:buNone/>
              <a:defRPr sz="6200"/>
            </a:lvl9pPr>
          </a:lstStyle>
          <a:p/>
        </p:txBody>
      </p:sp>
      <p:sp>
        <p:nvSpPr>
          <p:cNvPr id="912" name="Google Shape;912;p67"/>
          <p:cNvSpPr txBox="1"/>
          <p:nvPr>
            <p:ph idx="1" type="subTitle"/>
          </p:nvPr>
        </p:nvSpPr>
        <p:spPr>
          <a:xfrm>
            <a:off x="1350650" y="1745600"/>
            <a:ext cx="3406800" cy="445200"/>
          </a:xfrm>
          <a:prstGeom prst="rect">
            <a:avLst/>
          </a:prstGeom>
          <a:noFill/>
          <a:ln cap="flat" cmpd="sng" w="9525">
            <a:solidFill>
              <a:schemeClr val="dk2"/>
            </a:solidFill>
            <a:prstDash val="solid"/>
            <a:round/>
            <a:headEnd len="sm" w="sm" type="none"/>
            <a:tailEnd len="sm" w="sm" type="none"/>
          </a:ln>
        </p:spPr>
        <p:txBody>
          <a:bodyPr anchorCtr="0" anchor="t" bIns="91425" lIns="91425" spcFirstLastPara="1" rIns="91425" wrap="square" tIns="91425">
            <a:noAutofit/>
          </a:bodyPr>
          <a:lstStyle>
            <a:lvl1pPr lvl="0" algn="ctr">
              <a:lnSpc>
                <a:spcPct val="100000"/>
              </a:lnSpc>
              <a:spcBef>
                <a:spcPts val="0"/>
              </a:spcBef>
              <a:spcAft>
                <a:spcPts val="0"/>
              </a:spcAft>
              <a:buSzPts val="1400"/>
              <a:buNone/>
              <a:defRPr sz="1400"/>
            </a:lvl1pPr>
            <a:lvl2pPr lvl="1" algn="ctr">
              <a:lnSpc>
                <a:spcPct val="100000"/>
              </a:lnSpc>
              <a:spcBef>
                <a:spcPts val="1600"/>
              </a:spcBef>
              <a:spcAft>
                <a:spcPts val="0"/>
              </a:spcAft>
              <a:buSzPts val="1400"/>
              <a:buNone/>
              <a:defRPr/>
            </a:lvl2pPr>
            <a:lvl3pPr lvl="2" algn="ctr">
              <a:lnSpc>
                <a:spcPct val="100000"/>
              </a:lnSpc>
              <a:spcBef>
                <a:spcPts val="1600"/>
              </a:spcBef>
              <a:spcAft>
                <a:spcPts val="0"/>
              </a:spcAft>
              <a:buSzPts val="1400"/>
              <a:buNone/>
              <a:defRPr/>
            </a:lvl3pPr>
            <a:lvl4pPr lvl="3" algn="ctr">
              <a:lnSpc>
                <a:spcPct val="100000"/>
              </a:lnSpc>
              <a:spcBef>
                <a:spcPts val="1600"/>
              </a:spcBef>
              <a:spcAft>
                <a:spcPts val="0"/>
              </a:spcAft>
              <a:buSzPts val="1400"/>
              <a:buNone/>
              <a:defRPr/>
            </a:lvl4pPr>
            <a:lvl5pPr lvl="4" algn="ctr">
              <a:lnSpc>
                <a:spcPct val="100000"/>
              </a:lnSpc>
              <a:spcBef>
                <a:spcPts val="1600"/>
              </a:spcBef>
              <a:spcAft>
                <a:spcPts val="0"/>
              </a:spcAft>
              <a:buSzPts val="1400"/>
              <a:buNone/>
              <a:defRPr/>
            </a:lvl5pPr>
            <a:lvl6pPr lvl="5" algn="ctr">
              <a:lnSpc>
                <a:spcPct val="100000"/>
              </a:lnSpc>
              <a:spcBef>
                <a:spcPts val="1600"/>
              </a:spcBef>
              <a:spcAft>
                <a:spcPts val="0"/>
              </a:spcAft>
              <a:buSzPts val="1400"/>
              <a:buNone/>
              <a:defRPr/>
            </a:lvl6pPr>
            <a:lvl7pPr lvl="6" algn="ctr">
              <a:lnSpc>
                <a:spcPct val="100000"/>
              </a:lnSpc>
              <a:spcBef>
                <a:spcPts val="1600"/>
              </a:spcBef>
              <a:spcAft>
                <a:spcPts val="0"/>
              </a:spcAft>
              <a:buSzPts val="1400"/>
              <a:buNone/>
              <a:defRPr/>
            </a:lvl7pPr>
            <a:lvl8pPr lvl="7" algn="ctr">
              <a:lnSpc>
                <a:spcPct val="100000"/>
              </a:lnSpc>
              <a:spcBef>
                <a:spcPts val="1600"/>
              </a:spcBef>
              <a:spcAft>
                <a:spcPts val="0"/>
              </a:spcAft>
              <a:buSzPts val="1400"/>
              <a:buNone/>
              <a:defRPr/>
            </a:lvl8pPr>
            <a:lvl9pPr lvl="8" algn="ctr">
              <a:lnSpc>
                <a:spcPct val="100000"/>
              </a:lnSpc>
              <a:spcBef>
                <a:spcPts val="1600"/>
              </a:spcBef>
              <a:spcAft>
                <a:spcPts val="1600"/>
              </a:spcAft>
              <a:buSzPts val="1400"/>
              <a:buNone/>
              <a:defRPr/>
            </a:lvl9pPr>
          </a:lstStyle>
          <a:p/>
        </p:txBody>
      </p:sp>
      <p:sp>
        <p:nvSpPr>
          <p:cNvPr id="913" name="Google Shape;913;p67"/>
          <p:cNvSpPr txBox="1"/>
          <p:nvPr>
            <p:ph idx="2" type="title"/>
          </p:nvPr>
        </p:nvSpPr>
        <p:spPr>
          <a:xfrm>
            <a:off x="3525250" y="3170875"/>
            <a:ext cx="4898700" cy="8283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lvl1pPr lvl="0" algn="ctr">
              <a:lnSpc>
                <a:spcPct val="100000"/>
              </a:lnSpc>
              <a:spcBef>
                <a:spcPts val="0"/>
              </a:spcBef>
              <a:spcAft>
                <a:spcPts val="0"/>
              </a:spcAft>
              <a:buSzPts val="6200"/>
              <a:buNone/>
              <a:defRPr sz="5600"/>
            </a:lvl1pPr>
            <a:lvl2pPr lvl="1" algn="ctr">
              <a:lnSpc>
                <a:spcPct val="100000"/>
              </a:lnSpc>
              <a:spcBef>
                <a:spcPts val="0"/>
              </a:spcBef>
              <a:spcAft>
                <a:spcPts val="0"/>
              </a:spcAft>
              <a:buSzPts val="6200"/>
              <a:buNone/>
              <a:defRPr sz="6200"/>
            </a:lvl2pPr>
            <a:lvl3pPr lvl="2" algn="ctr">
              <a:lnSpc>
                <a:spcPct val="100000"/>
              </a:lnSpc>
              <a:spcBef>
                <a:spcPts val="0"/>
              </a:spcBef>
              <a:spcAft>
                <a:spcPts val="0"/>
              </a:spcAft>
              <a:buSzPts val="6200"/>
              <a:buNone/>
              <a:defRPr sz="6200"/>
            </a:lvl3pPr>
            <a:lvl4pPr lvl="3" algn="ctr">
              <a:lnSpc>
                <a:spcPct val="100000"/>
              </a:lnSpc>
              <a:spcBef>
                <a:spcPts val="0"/>
              </a:spcBef>
              <a:spcAft>
                <a:spcPts val="0"/>
              </a:spcAft>
              <a:buSzPts val="6200"/>
              <a:buNone/>
              <a:defRPr sz="6200"/>
            </a:lvl4pPr>
            <a:lvl5pPr lvl="4" algn="ctr">
              <a:lnSpc>
                <a:spcPct val="100000"/>
              </a:lnSpc>
              <a:spcBef>
                <a:spcPts val="0"/>
              </a:spcBef>
              <a:spcAft>
                <a:spcPts val="0"/>
              </a:spcAft>
              <a:buSzPts val="6200"/>
              <a:buNone/>
              <a:defRPr sz="6200"/>
            </a:lvl5pPr>
            <a:lvl6pPr lvl="5" algn="ctr">
              <a:lnSpc>
                <a:spcPct val="100000"/>
              </a:lnSpc>
              <a:spcBef>
                <a:spcPts val="0"/>
              </a:spcBef>
              <a:spcAft>
                <a:spcPts val="0"/>
              </a:spcAft>
              <a:buSzPts val="6200"/>
              <a:buNone/>
              <a:defRPr sz="6200"/>
            </a:lvl6pPr>
            <a:lvl7pPr lvl="6" algn="ctr">
              <a:lnSpc>
                <a:spcPct val="100000"/>
              </a:lnSpc>
              <a:spcBef>
                <a:spcPts val="0"/>
              </a:spcBef>
              <a:spcAft>
                <a:spcPts val="0"/>
              </a:spcAft>
              <a:buSzPts val="6200"/>
              <a:buNone/>
              <a:defRPr sz="6200"/>
            </a:lvl7pPr>
            <a:lvl8pPr lvl="7" algn="ctr">
              <a:lnSpc>
                <a:spcPct val="100000"/>
              </a:lnSpc>
              <a:spcBef>
                <a:spcPts val="0"/>
              </a:spcBef>
              <a:spcAft>
                <a:spcPts val="0"/>
              </a:spcAft>
              <a:buSzPts val="6200"/>
              <a:buNone/>
              <a:defRPr sz="6200"/>
            </a:lvl8pPr>
            <a:lvl9pPr lvl="8" algn="ctr">
              <a:lnSpc>
                <a:spcPct val="100000"/>
              </a:lnSpc>
              <a:spcBef>
                <a:spcPts val="0"/>
              </a:spcBef>
              <a:spcAft>
                <a:spcPts val="0"/>
              </a:spcAft>
              <a:buSzPts val="6200"/>
              <a:buNone/>
              <a:defRPr sz="6200"/>
            </a:lvl9pPr>
          </a:lstStyle>
          <a:p/>
        </p:txBody>
      </p:sp>
      <p:sp>
        <p:nvSpPr>
          <p:cNvPr id="914" name="Google Shape;914;p67"/>
          <p:cNvSpPr txBox="1"/>
          <p:nvPr>
            <p:ph idx="3" type="subTitle"/>
          </p:nvPr>
        </p:nvSpPr>
        <p:spPr>
          <a:xfrm>
            <a:off x="3525250" y="3999175"/>
            <a:ext cx="4898700" cy="445200"/>
          </a:xfrm>
          <a:prstGeom prst="rect">
            <a:avLst/>
          </a:prstGeom>
          <a:noFill/>
          <a:ln cap="flat" cmpd="sng" w="9525">
            <a:solidFill>
              <a:schemeClr val="dk2"/>
            </a:solidFill>
            <a:prstDash val="solid"/>
            <a:round/>
            <a:headEnd len="sm" w="sm" type="none"/>
            <a:tailEnd len="sm" w="sm" type="none"/>
          </a:ln>
        </p:spPr>
        <p:txBody>
          <a:bodyPr anchorCtr="0" anchor="t" bIns="91425" lIns="91425" spcFirstLastPara="1" rIns="91425" wrap="square" tIns="91425">
            <a:noAutofit/>
          </a:bodyPr>
          <a:lstStyle>
            <a:lvl1pPr lvl="0" algn="ctr">
              <a:lnSpc>
                <a:spcPct val="100000"/>
              </a:lnSpc>
              <a:spcBef>
                <a:spcPts val="0"/>
              </a:spcBef>
              <a:spcAft>
                <a:spcPts val="0"/>
              </a:spcAft>
              <a:buSzPts val="1400"/>
              <a:buNone/>
              <a:defRPr sz="1400"/>
            </a:lvl1pPr>
            <a:lvl2pPr lvl="1" algn="ctr">
              <a:lnSpc>
                <a:spcPct val="100000"/>
              </a:lnSpc>
              <a:spcBef>
                <a:spcPts val="1600"/>
              </a:spcBef>
              <a:spcAft>
                <a:spcPts val="0"/>
              </a:spcAft>
              <a:buSzPts val="1400"/>
              <a:buNone/>
              <a:defRPr/>
            </a:lvl2pPr>
            <a:lvl3pPr lvl="2" algn="ctr">
              <a:lnSpc>
                <a:spcPct val="100000"/>
              </a:lnSpc>
              <a:spcBef>
                <a:spcPts val="1600"/>
              </a:spcBef>
              <a:spcAft>
                <a:spcPts val="0"/>
              </a:spcAft>
              <a:buSzPts val="1400"/>
              <a:buNone/>
              <a:defRPr/>
            </a:lvl3pPr>
            <a:lvl4pPr lvl="3" algn="ctr">
              <a:lnSpc>
                <a:spcPct val="100000"/>
              </a:lnSpc>
              <a:spcBef>
                <a:spcPts val="1600"/>
              </a:spcBef>
              <a:spcAft>
                <a:spcPts val="0"/>
              </a:spcAft>
              <a:buSzPts val="1400"/>
              <a:buNone/>
              <a:defRPr/>
            </a:lvl4pPr>
            <a:lvl5pPr lvl="4" algn="ctr">
              <a:lnSpc>
                <a:spcPct val="100000"/>
              </a:lnSpc>
              <a:spcBef>
                <a:spcPts val="1600"/>
              </a:spcBef>
              <a:spcAft>
                <a:spcPts val="0"/>
              </a:spcAft>
              <a:buSzPts val="1400"/>
              <a:buNone/>
              <a:defRPr/>
            </a:lvl5pPr>
            <a:lvl6pPr lvl="5" algn="ctr">
              <a:lnSpc>
                <a:spcPct val="100000"/>
              </a:lnSpc>
              <a:spcBef>
                <a:spcPts val="1600"/>
              </a:spcBef>
              <a:spcAft>
                <a:spcPts val="0"/>
              </a:spcAft>
              <a:buSzPts val="1400"/>
              <a:buNone/>
              <a:defRPr/>
            </a:lvl6pPr>
            <a:lvl7pPr lvl="6" algn="ctr">
              <a:lnSpc>
                <a:spcPct val="100000"/>
              </a:lnSpc>
              <a:spcBef>
                <a:spcPts val="1600"/>
              </a:spcBef>
              <a:spcAft>
                <a:spcPts val="0"/>
              </a:spcAft>
              <a:buSzPts val="1400"/>
              <a:buNone/>
              <a:defRPr/>
            </a:lvl7pPr>
            <a:lvl8pPr lvl="7" algn="ctr">
              <a:lnSpc>
                <a:spcPct val="100000"/>
              </a:lnSpc>
              <a:spcBef>
                <a:spcPts val="1600"/>
              </a:spcBef>
              <a:spcAft>
                <a:spcPts val="0"/>
              </a:spcAft>
              <a:buSzPts val="1400"/>
              <a:buNone/>
              <a:defRPr/>
            </a:lvl8pPr>
            <a:lvl9pPr lvl="8" algn="ctr">
              <a:lnSpc>
                <a:spcPct val="100000"/>
              </a:lnSpc>
              <a:spcBef>
                <a:spcPts val="1600"/>
              </a:spcBef>
              <a:spcAft>
                <a:spcPts val="1600"/>
              </a:spcAft>
              <a:buSzPts val="1400"/>
              <a:buNone/>
              <a:defRPr/>
            </a:lvl9pPr>
          </a:lstStyle>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Quote">
  <p:cSld name="BLANK_1_1">
    <p:bg>
      <p:bgPr>
        <a:solidFill>
          <a:schemeClr val="accent5"/>
        </a:solidFill>
      </p:bgPr>
    </p:bg>
    <p:spTree>
      <p:nvGrpSpPr>
        <p:cNvPr id="915" name="Shape 915"/>
        <p:cNvGrpSpPr/>
        <p:nvPr/>
      </p:nvGrpSpPr>
      <p:grpSpPr>
        <a:xfrm>
          <a:off x="0" y="0"/>
          <a:ext cx="0" cy="0"/>
          <a:chOff x="0" y="0"/>
          <a:chExt cx="0" cy="0"/>
        </a:xfrm>
      </p:grpSpPr>
      <p:grpSp>
        <p:nvGrpSpPr>
          <p:cNvPr id="916" name="Google Shape;916;p68"/>
          <p:cNvGrpSpPr/>
          <p:nvPr/>
        </p:nvGrpSpPr>
        <p:grpSpPr>
          <a:xfrm>
            <a:off x="7417475" y="2984313"/>
            <a:ext cx="1298825" cy="1258125"/>
            <a:chOff x="4959050" y="3849400"/>
            <a:chExt cx="1298825" cy="1258125"/>
          </a:xfrm>
        </p:grpSpPr>
        <p:sp>
          <p:nvSpPr>
            <p:cNvPr id="917" name="Google Shape;917;p68"/>
            <p:cNvSpPr/>
            <p:nvPr/>
          </p:nvSpPr>
          <p:spPr>
            <a:xfrm>
              <a:off x="5092750" y="4291850"/>
              <a:ext cx="948650" cy="418450"/>
            </a:xfrm>
            <a:custGeom>
              <a:rect b="b" l="l" r="r" t="t"/>
              <a:pathLst>
                <a:path extrusionOk="0" h="16738" w="37946">
                  <a:moveTo>
                    <a:pt x="35529" y="1348"/>
                  </a:moveTo>
                  <a:cubicBezTo>
                    <a:pt x="36120" y="1348"/>
                    <a:pt x="36600" y="1828"/>
                    <a:pt x="36600" y="2418"/>
                  </a:cubicBezTo>
                  <a:lnTo>
                    <a:pt x="36600" y="14323"/>
                  </a:lnTo>
                  <a:cubicBezTo>
                    <a:pt x="36600" y="14913"/>
                    <a:pt x="36118" y="15394"/>
                    <a:pt x="35529" y="15394"/>
                  </a:cubicBezTo>
                  <a:lnTo>
                    <a:pt x="2417" y="15394"/>
                  </a:lnTo>
                  <a:cubicBezTo>
                    <a:pt x="1825" y="15394"/>
                    <a:pt x="1346" y="14912"/>
                    <a:pt x="1346" y="14323"/>
                  </a:cubicBezTo>
                  <a:lnTo>
                    <a:pt x="1346" y="2418"/>
                  </a:lnTo>
                  <a:cubicBezTo>
                    <a:pt x="1346" y="1828"/>
                    <a:pt x="1825" y="1348"/>
                    <a:pt x="2417" y="1348"/>
                  </a:cubicBezTo>
                  <a:close/>
                  <a:moveTo>
                    <a:pt x="2417" y="1"/>
                  </a:moveTo>
                  <a:cubicBezTo>
                    <a:pt x="1084" y="1"/>
                    <a:pt x="0" y="1086"/>
                    <a:pt x="0" y="2417"/>
                  </a:cubicBezTo>
                  <a:lnTo>
                    <a:pt x="0" y="14322"/>
                  </a:lnTo>
                  <a:cubicBezTo>
                    <a:pt x="0" y="15653"/>
                    <a:pt x="1084" y="16737"/>
                    <a:pt x="2417" y="16737"/>
                  </a:cubicBezTo>
                  <a:lnTo>
                    <a:pt x="35529" y="16737"/>
                  </a:lnTo>
                  <a:cubicBezTo>
                    <a:pt x="36861" y="16737"/>
                    <a:pt x="37945" y="15654"/>
                    <a:pt x="37945" y="14322"/>
                  </a:cubicBezTo>
                  <a:lnTo>
                    <a:pt x="37945" y="2417"/>
                  </a:lnTo>
                  <a:cubicBezTo>
                    <a:pt x="37945" y="1086"/>
                    <a:pt x="36861" y="1"/>
                    <a:pt x="35529" y="1"/>
                  </a:cubicBezTo>
                  <a:close/>
                </a:path>
              </a:pathLst>
            </a:cu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18" name="Google Shape;918;p68"/>
            <p:cNvSpPr/>
            <p:nvPr/>
          </p:nvSpPr>
          <p:spPr>
            <a:xfrm>
              <a:off x="5146800" y="4341800"/>
              <a:ext cx="128875" cy="318700"/>
            </a:xfrm>
            <a:custGeom>
              <a:rect b="b" l="l" r="r" t="t"/>
              <a:pathLst>
                <a:path extrusionOk="0" h="12748" w="5155">
                  <a:moveTo>
                    <a:pt x="746" y="0"/>
                  </a:moveTo>
                  <a:cubicBezTo>
                    <a:pt x="335" y="0"/>
                    <a:pt x="1" y="334"/>
                    <a:pt x="1" y="745"/>
                  </a:cubicBezTo>
                  <a:lnTo>
                    <a:pt x="1" y="12002"/>
                  </a:lnTo>
                  <a:cubicBezTo>
                    <a:pt x="1" y="12413"/>
                    <a:pt x="335" y="12747"/>
                    <a:pt x="746" y="12747"/>
                  </a:cubicBezTo>
                  <a:lnTo>
                    <a:pt x="4410" y="12747"/>
                  </a:lnTo>
                  <a:cubicBezTo>
                    <a:pt x="4820" y="12747"/>
                    <a:pt x="5155" y="12413"/>
                    <a:pt x="5155" y="12002"/>
                  </a:cubicBezTo>
                  <a:lnTo>
                    <a:pt x="5155" y="745"/>
                  </a:lnTo>
                  <a:cubicBezTo>
                    <a:pt x="5155" y="334"/>
                    <a:pt x="4820" y="0"/>
                    <a:pt x="4410" y="0"/>
                  </a:cubicBezTo>
                  <a:close/>
                </a:path>
              </a:pathLst>
            </a:cu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19" name="Google Shape;919;p68"/>
            <p:cNvSpPr/>
            <p:nvPr/>
          </p:nvSpPr>
          <p:spPr>
            <a:xfrm>
              <a:off x="5306150" y="4341800"/>
              <a:ext cx="128875" cy="318700"/>
            </a:xfrm>
            <a:custGeom>
              <a:rect b="b" l="l" r="r" t="t"/>
              <a:pathLst>
                <a:path extrusionOk="0" h="12748" w="5155">
                  <a:moveTo>
                    <a:pt x="746" y="0"/>
                  </a:moveTo>
                  <a:cubicBezTo>
                    <a:pt x="335" y="0"/>
                    <a:pt x="1" y="334"/>
                    <a:pt x="1" y="745"/>
                  </a:cubicBezTo>
                  <a:lnTo>
                    <a:pt x="1" y="12002"/>
                  </a:lnTo>
                  <a:cubicBezTo>
                    <a:pt x="1" y="12413"/>
                    <a:pt x="335" y="12747"/>
                    <a:pt x="746" y="12747"/>
                  </a:cubicBezTo>
                  <a:lnTo>
                    <a:pt x="4410" y="12747"/>
                  </a:lnTo>
                  <a:cubicBezTo>
                    <a:pt x="4820" y="12747"/>
                    <a:pt x="5155" y="12413"/>
                    <a:pt x="5155" y="12002"/>
                  </a:cubicBezTo>
                  <a:lnTo>
                    <a:pt x="5155" y="745"/>
                  </a:lnTo>
                  <a:cubicBezTo>
                    <a:pt x="5155" y="334"/>
                    <a:pt x="4820" y="0"/>
                    <a:pt x="4410" y="0"/>
                  </a:cubicBezTo>
                  <a:close/>
                </a:path>
              </a:pathLst>
            </a:cu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20" name="Google Shape;920;p68"/>
            <p:cNvSpPr/>
            <p:nvPr/>
          </p:nvSpPr>
          <p:spPr>
            <a:xfrm>
              <a:off x="5465500" y="4341800"/>
              <a:ext cx="128875" cy="318700"/>
            </a:xfrm>
            <a:custGeom>
              <a:rect b="b" l="l" r="r" t="t"/>
              <a:pathLst>
                <a:path extrusionOk="0" h="12748" w="5155">
                  <a:moveTo>
                    <a:pt x="746" y="0"/>
                  </a:moveTo>
                  <a:cubicBezTo>
                    <a:pt x="335" y="0"/>
                    <a:pt x="1" y="334"/>
                    <a:pt x="1" y="745"/>
                  </a:cubicBezTo>
                  <a:lnTo>
                    <a:pt x="1" y="12002"/>
                  </a:lnTo>
                  <a:cubicBezTo>
                    <a:pt x="1" y="12413"/>
                    <a:pt x="335" y="12747"/>
                    <a:pt x="746" y="12747"/>
                  </a:cubicBezTo>
                  <a:lnTo>
                    <a:pt x="4410" y="12747"/>
                  </a:lnTo>
                  <a:cubicBezTo>
                    <a:pt x="4820" y="12747"/>
                    <a:pt x="5155" y="12413"/>
                    <a:pt x="5155" y="12002"/>
                  </a:cubicBezTo>
                  <a:lnTo>
                    <a:pt x="5155" y="745"/>
                  </a:lnTo>
                  <a:cubicBezTo>
                    <a:pt x="5155" y="334"/>
                    <a:pt x="4820" y="0"/>
                    <a:pt x="4410" y="0"/>
                  </a:cubicBezTo>
                  <a:close/>
                </a:path>
              </a:pathLst>
            </a:cu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21" name="Google Shape;921;p68"/>
            <p:cNvSpPr/>
            <p:nvPr/>
          </p:nvSpPr>
          <p:spPr>
            <a:xfrm>
              <a:off x="5625175" y="4341800"/>
              <a:ext cx="128875" cy="318700"/>
            </a:xfrm>
            <a:custGeom>
              <a:rect b="b" l="l" r="r" t="t"/>
              <a:pathLst>
                <a:path extrusionOk="0" h="12748" w="5155">
                  <a:moveTo>
                    <a:pt x="746" y="0"/>
                  </a:moveTo>
                  <a:cubicBezTo>
                    <a:pt x="334" y="0"/>
                    <a:pt x="1" y="334"/>
                    <a:pt x="1" y="745"/>
                  </a:cubicBezTo>
                  <a:lnTo>
                    <a:pt x="1" y="12002"/>
                  </a:lnTo>
                  <a:cubicBezTo>
                    <a:pt x="1" y="12413"/>
                    <a:pt x="334" y="12747"/>
                    <a:pt x="746" y="12747"/>
                  </a:cubicBezTo>
                  <a:lnTo>
                    <a:pt x="4408" y="12747"/>
                  </a:lnTo>
                  <a:cubicBezTo>
                    <a:pt x="4821" y="12747"/>
                    <a:pt x="5155" y="12413"/>
                    <a:pt x="5154" y="12002"/>
                  </a:cubicBezTo>
                  <a:lnTo>
                    <a:pt x="5154" y="745"/>
                  </a:lnTo>
                  <a:cubicBezTo>
                    <a:pt x="5154" y="334"/>
                    <a:pt x="4820" y="0"/>
                    <a:pt x="4408" y="0"/>
                  </a:cubicBezTo>
                  <a:close/>
                </a:path>
              </a:pathLst>
            </a:cu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22" name="Google Shape;922;p68"/>
            <p:cNvSpPr/>
            <p:nvPr/>
          </p:nvSpPr>
          <p:spPr>
            <a:xfrm>
              <a:off x="5146775" y="4522575"/>
              <a:ext cx="128900" cy="137925"/>
            </a:xfrm>
            <a:custGeom>
              <a:rect b="b" l="l" r="r" t="t"/>
              <a:pathLst>
                <a:path extrusionOk="0" h="5517" w="5156">
                  <a:moveTo>
                    <a:pt x="5156" y="1"/>
                  </a:moveTo>
                  <a:cubicBezTo>
                    <a:pt x="3437" y="1"/>
                    <a:pt x="1720" y="1"/>
                    <a:pt x="1" y="2"/>
                  </a:cubicBezTo>
                  <a:lnTo>
                    <a:pt x="1" y="4837"/>
                  </a:lnTo>
                  <a:cubicBezTo>
                    <a:pt x="1" y="5213"/>
                    <a:pt x="305" y="5516"/>
                    <a:pt x="680" y="5516"/>
                  </a:cubicBezTo>
                  <a:lnTo>
                    <a:pt x="4477" y="5516"/>
                  </a:lnTo>
                  <a:cubicBezTo>
                    <a:pt x="4852" y="5516"/>
                    <a:pt x="5156" y="5212"/>
                    <a:pt x="5156" y="4837"/>
                  </a:cubicBezTo>
                  <a:lnTo>
                    <a:pt x="5156" y="1"/>
                  </a:lnTo>
                  <a:close/>
                </a:path>
              </a:pathLst>
            </a:cu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23" name="Google Shape;923;p68"/>
            <p:cNvSpPr/>
            <p:nvPr/>
          </p:nvSpPr>
          <p:spPr>
            <a:xfrm>
              <a:off x="5306125" y="4522575"/>
              <a:ext cx="128900" cy="137925"/>
            </a:xfrm>
            <a:custGeom>
              <a:rect b="b" l="l" r="r" t="t"/>
              <a:pathLst>
                <a:path extrusionOk="0" h="5517" w="5156">
                  <a:moveTo>
                    <a:pt x="1" y="1"/>
                  </a:moveTo>
                  <a:lnTo>
                    <a:pt x="1" y="4837"/>
                  </a:lnTo>
                  <a:cubicBezTo>
                    <a:pt x="1" y="5213"/>
                    <a:pt x="305" y="5516"/>
                    <a:pt x="680" y="5516"/>
                  </a:cubicBezTo>
                  <a:lnTo>
                    <a:pt x="4477" y="5516"/>
                  </a:lnTo>
                  <a:cubicBezTo>
                    <a:pt x="4852" y="5516"/>
                    <a:pt x="5156" y="5212"/>
                    <a:pt x="5156" y="4837"/>
                  </a:cubicBezTo>
                  <a:lnTo>
                    <a:pt x="5156" y="5"/>
                  </a:lnTo>
                  <a:cubicBezTo>
                    <a:pt x="3437" y="2"/>
                    <a:pt x="1720" y="1"/>
                    <a:pt x="1" y="1"/>
                  </a:cubicBezTo>
                  <a:close/>
                </a:path>
              </a:pathLst>
            </a:cu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24" name="Google Shape;924;p68"/>
            <p:cNvSpPr/>
            <p:nvPr/>
          </p:nvSpPr>
          <p:spPr>
            <a:xfrm>
              <a:off x="5465475" y="4522700"/>
              <a:ext cx="128900" cy="137800"/>
            </a:xfrm>
            <a:custGeom>
              <a:rect b="b" l="l" r="r" t="t"/>
              <a:pathLst>
                <a:path extrusionOk="0" h="5512" w="5156">
                  <a:moveTo>
                    <a:pt x="1" y="0"/>
                  </a:moveTo>
                  <a:lnTo>
                    <a:pt x="1" y="4832"/>
                  </a:lnTo>
                  <a:cubicBezTo>
                    <a:pt x="1" y="5208"/>
                    <a:pt x="305" y="5511"/>
                    <a:pt x="680" y="5511"/>
                  </a:cubicBezTo>
                  <a:lnTo>
                    <a:pt x="4477" y="5511"/>
                  </a:lnTo>
                  <a:cubicBezTo>
                    <a:pt x="4852" y="5511"/>
                    <a:pt x="5156" y="5207"/>
                    <a:pt x="5156" y="4832"/>
                  </a:cubicBezTo>
                  <a:lnTo>
                    <a:pt x="5156" y="13"/>
                  </a:lnTo>
                  <a:cubicBezTo>
                    <a:pt x="3437" y="8"/>
                    <a:pt x="1720" y="2"/>
                    <a:pt x="1" y="0"/>
                  </a:cubicBezTo>
                  <a:close/>
                </a:path>
              </a:pathLst>
            </a:cu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25" name="Google Shape;925;p68"/>
            <p:cNvSpPr/>
            <p:nvPr/>
          </p:nvSpPr>
          <p:spPr>
            <a:xfrm>
              <a:off x="5625175" y="4523100"/>
              <a:ext cx="128875" cy="137400"/>
            </a:xfrm>
            <a:custGeom>
              <a:rect b="b" l="l" r="r" t="t"/>
              <a:pathLst>
                <a:path extrusionOk="0" h="5496" w="5155">
                  <a:moveTo>
                    <a:pt x="1" y="0"/>
                  </a:moveTo>
                  <a:lnTo>
                    <a:pt x="1" y="4816"/>
                  </a:lnTo>
                  <a:cubicBezTo>
                    <a:pt x="1" y="5192"/>
                    <a:pt x="304" y="5495"/>
                    <a:pt x="678" y="5495"/>
                  </a:cubicBezTo>
                  <a:lnTo>
                    <a:pt x="4477" y="5495"/>
                  </a:lnTo>
                  <a:cubicBezTo>
                    <a:pt x="4852" y="5495"/>
                    <a:pt x="5155" y="5191"/>
                    <a:pt x="5155" y="4816"/>
                  </a:cubicBezTo>
                  <a:lnTo>
                    <a:pt x="5155" y="27"/>
                  </a:lnTo>
                  <a:cubicBezTo>
                    <a:pt x="3437" y="16"/>
                    <a:pt x="1718" y="7"/>
                    <a:pt x="1" y="0"/>
                  </a:cubicBezTo>
                  <a:close/>
                </a:path>
              </a:pathLst>
            </a:cu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26" name="Google Shape;926;p68"/>
            <p:cNvSpPr/>
            <p:nvPr/>
          </p:nvSpPr>
          <p:spPr>
            <a:xfrm>
              <a:off x="5514825" y="3986025"/>
              <a:ext cx="48675" cy="42700"/>
            </a:xfrm>
            <a:custGeom>
              <a:rect b="b" l="l" r="r" t="t"/>
              <a:pathLst>
                <a:path extrusionOk="0" h="1708" w="1947">
                  <a:moveTo>
                    <a:pt x="974" y="0"/>
                  </a:moveTo>
                  <a:cubicBezTo>
                    <a:pt x="818" y="0"/>
                    <a:pt x="661" y="43"/>
                    <a:pt x="520" y="132"/>
                  </a:cubicBezTo>
                  <a:cubicBezTo>
                    <a:pt x="121" y="383"/>
                    <a:pt x="1" y="911"/>
                    <a:pt x="253" y="1308"/>
                  </a:cubicBezTo>
                  <a:cubicBezTo>
                    <a:pt x="415" y="1566"/>
                    <a:pt x="692" y="1707"/>
                    <a:pt x="975" y="1707"/>
                  </a:cubicBezTo>
                  <a:cubicBezTo>
                    <a:pt x="1131" y="1707"/>
                    <a:pt x="1289" y="1665"/>
                    <a:pt x="1430" y="1575"/>
                  </a:cubicBezTo>
                  <a:cubicBezTo>
                    <a:pt x="1828" y="1323"/>
                    <a:pt x="1947" y="797"/>
                    <a:pt x="1697" y="399"/>
                  </a:cubicBezTo>
                  <a:cubicBezTo>
                    <a:pt x="1535" y="141"/>
                    <a:pt x="1258" y="0"/>
                    <a:pt x="974" y="0"/>
                  </a:cubicBezTo>
                  <a:close/>
                </a:path>
              </a:pathLst>
            </a:cu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27" name="Google Shape;927;p68"/>
            <p:cNvSpPr/>
            <p:nvPr/>
          </p:nvSpPr>
          <p:spPr>
            <a:xfrm>
              <a:off x="4959050" y="4391750"/>
              <a:ext cx="48675" cy="42725"/>
            </a:xfrm>
            <a:custGeom>
              <a:rect b="b" l="l" r="r" t="t"/>
              <a:pathLst>
                <a:path extrusionOk="0" h="1709" w="1947">
                  <a:moveTo>
                    <a:pt x="973" y="1"/>
                  </a:moveTo>
                  <a:cubicBezTo>
                    <a:pt x="818" y="1"/>
                    <a:pt x="660" y="43"/>
                    <a:pt x="519" y="133"/>
                  </a:cubicBezTo>
                  <a:cubicBezTo>
                    <a:pt x="121" y="383"/>
                    <a:pt x="0" y="912"/>
                    <a:pt x="252" y="1310"/>
                  </a:cubicBezTo>
                  <a:cubicBezTo>
                    <a:pt x="414" y="1567"/>
                    <a:pt x="692" y="1709"/>
                    <a:pt x="975" y="1709"/>
                  </a:cubicBezTo>
                  <a:cubicBezTo>
                    <a:pt x="1131" y="1709"/>
                    <a:pt x="1288" y="1666"/>
                    <a:pt x="1430" y="1577"/>
                  </a:cubicBezTo>
                  <a:cubicBezTo>
                    <a:pt x="1827" y="1326"/>
                    <a:pt x="1946" y="797"/>
                    <a:pt x="1697" y="399"/>
                  </a:cubicBezTo>
                  <a:cubicBezTo>
                    <a:pt x="1535" y="142"/>
                    <a:pt x="1257" y="1"/>
                    <a:pt x="973" y="1"/>
                  </a:cubicBezTo>
                  <a:close/>
                </a:path>
              </a:pathLst>
            </a:cu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28" name="Google Shape;928;p68"/>
            <p:cNvSpPr/>
            <p:nvPr/>
          </p:nvSpPr>
          <p:spPr>
            <a:xfrm>
              <a:off x="4980425" y="4312550"/>
              <a:ext cx="48650" cy="42750"/>
            </a:xfrm>
            <a:custGeom>
              <a:rect b="b" l="l" r="r" t="t"/>
              <a:pathLst>
                <a:path extrusionOk="0" h="1710" w="1946">
                  <a:moveTo>
                    <a:pt x="972" y="0"/>
                  </a:moveTo>
                  <a:cubicBezTo>
                    <a:pt x="817" y="0"/>
                    <a:pt x="659" y="43"/>
                    <a:pt x="518" y="132"/>
                  </a:cubicBezTo>
                  <a:cubicBezTo>
                    <a:pt x="119" y="384"/>
                    <a:pt x="0" y="913"/>
                    <a:pt x="252" y="1311"/>
                  </a:cubicBezTo>
                  <a:cubicBezTo>
                    <a:pt x="413" y="1569"/>
                    <a:pt x="690" y="1710"/>
                    <a:pt x="974" y="1710"/>
                  </a:cubicBezTo>
                  <a:cubicBezTo>
                    <a:pt x="1129" y="1710"/>
                    <a:pt x="1287" y="1667"/>
                    <a:pt x="1428" y="1578"/>
                  </a:cubicBezTo>
                  <a:cubicBezTo>
                    <a:pt x="1826" y="1326"/>
                    <a:pt x="1946" y="799"/>
                    <a:pt x="1696" y="399"/>
                  </a:cubicBezTo>
                  <a:cubicBezTo>
                    <a:pt x="1533" y="142"/>
                    <a:pt x="1256" y="0"/>
                    <a:pt x="972" y="0"/>
                  </a:cubicBezTo>
                  <a:close/>
                </a:path>
              </a:pathLst>
            </a:cu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29" name="Google Shape;929;p68"/>
            <p:cNvSpPr/>
            <p:nvPr/>
          </p:nvSpPr>
          <p:spPr>
            <a:xfrm>
              <a:off x="6198075" y="4370400"/>
              <a:ext cx="48725" cy="42725"/>
            </a:xfrm>
            <a:custGeom>
              <a:rect b="b" l="l" r="r" t="t"/>
              <a:pathLst>
                <a:path extrusionOk="0" h="1709" w="1949">
                  <a:moveTo>
                    <a:pt x="974" y="1"/>
                  </a:moveTo>
                  <a:cubicBezTo>
                    <a:pt x="818" y="1"/>
                    <a:pt x="660" y="44"/>
                    <a:pt x="519" y="133"/>
                  </a:cubicBezTo>
                  <a:cubicBezTo>
                    <a:pt x="120" y="384"/>
                    <a:pt x="0" y="911"/>
                    <a:pt x="252" y="1310"/>
                  </a:cubicBezTo>
                  <a:cubicBezTo>
                    <a:pt x="414" y="1568"/>
                    <a:pt x="691" y="1708"/>
                    <a:pt x="974" y="1708"/>
                  </a:cubicBezTo>
                  <a:cubicBezTo>
                    <a:pt x="1130" y="1708"/>
                    <a:pt x="1288" y="1666"/>
                    <a:pt x="1429" y="1576"/>
                  </a:cubicBezTo>
                  <a:cubicBezTo>
                    <a:pt x="1828" y="1326"/>
                    <a:pt x="1948" y="798"/>
                    <a:pt x="1696" y="400"/>
                  </a:cubicBezTo>
                  <a:cubicBezTo>
                    <a:pt x="1534" y="142"/>
                    <a:pt x="1257" y="1"/>
                    <a:pt x="974" y="1"/>
                  </a:cubicBezTo>
                  <a:close/>
                </a:path>
              </a:pathLst>
            </a:cu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30" name="Google Shape;930;p68"/>
            <p:cNvSpPr/>
            <p:nvPr/>
          </p:nvSpPr>
          <p:spPr>
            <a:xfrm>
              <a:off x="6209150" y="4464325"/>
              <a:ext cx="48725" cy="42725"/>
            </a:xfrm>
            <a:custGeom>
              <a:rect b="b" l="l" r="r" t="t"/>
              <a:pathLst>
                <a:path extrusionOk="0" h="1709" w="1949">
                  <a:moveTo>
                    <a:pt x="975" y="1"/>
                  </a:moveTo>
                  <a:cubicBezTo>
                    <a:pt x="819" y="1"/>
                    <a:pt x="661" y="44"/>
                    <a:pt x="520" y="133"/>
                  </a:cubicBezTo>
                  <a:cubicBezTo>
                    <a:pt x="120" y="384"/>
                    <a:pt x="1" y="911"/>
                    <a:pt x="253" y="1309"/>
                  </a:cubicBezTo>
                  <a:cubicBezTo>
                    <a:pt x="415" y="1567"/>
                    <a:pt x="692" y="1708"/>
                    <a:pt x="975" y="1708"/>
                  </a:cubicBezTo>
                  <a:cubicBezTo>
                    <a:pt x="1131" y="1708"/>
                    <a:pt x="1289" y="1665"/>
                    <a:pt x="1430" y="1576"/>
                  </a:cubicBezTo>
                  <a:cubicBezTo>
                    <a:pt x="1829" y="1324"/>
                    <a:pt x="1948" y="798"/>
                    <a:pt x="1696" y="400"/>
                  </a:cubicBezTo>
                  <a:cubicBezTo>
                    <a:pt x="1535" y="142"/>
                    <a:pt x="1258" y="1"/>
                    <a:pt x="975" y="1"/>
                  </a:cubicBezTo>
                  <a:close/>
                </a:path>
              </a:pathLst>
            </a:cu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31" name="Google Shape;931;p68"/>
            <p:cNvSpPr/>
            <p:nvPr/>
          </p:nvSpPr>
          <p:spPr>
            <a:xfrm>
              <a:off x="6216125" y="4573175"/>
              <a:ext cx="34775" cy="30500"/>
            </a:xfrm>
            <a:custGeom>
              <a:rect b="b" l="l" r="r" t="t"/>
              <a:pathLst>
                <a:path extrusionOk="0" h="1220" w="1391">
                  <a:moveTo>
                    <a:pt x="695" y="0"/>
                  </a:moveTo>
                  <a:cubicBezTo>
                    <a:pt x="584" y="0"/>
                    <a:pt x="471" y="30"/>
                    <a:pt x="371" y="94"/>
                  </a:cubicBezTo>
                  <a:cubicBezTo>
                    <a:pt x="85" y="273"/>
                    <a:pt x="1" y="650"/>
                    <a:pt x="181" y="935"/>
                  </a:cubicBezTo>
                  <a:cubicBezTo>
                    <a:pt x="296" y="1119"/>
                    <a:pt x="494" y="1219"/>
                    <a:pt x="695" y="1219"/>
                  </a:cubicBezTo>
                  <a:cubicBezTo>
                    <a:pt x="807" y="1219"/>
                    <a:pt x="919" y="1189"/>
                    <a:pt x="1020" y="1125"/>
                  </a:cubicBezTo>
                  <a:cubicBezTo>
                    <a:pt x="1307" y="946"/>
                    <a:pt x="1390" y="568"/>
                    <a:pt x="1211" y="284"/>
                  </a:cubicBezTo>
                  <a:cubicBezTo>
                    <a:pt x="1095" y="101"/>
                    <a:pt x="897" y="0"/>
                    <a:pt x="695" y="0"/>
                  </a:cubicBezTo>
                  <a:close/>
                </a:path>
              </a:pathLst>
            </a:cu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32" name="Google Shape;932;p68"/>
            <p:cNvSpPr/>
            <p:nvPr/>
          </p:nvSpPr>
          <p:spPr>
            <a:xfrm>
              <a:off x="5432900" y="3994300"/>
              <a:ext cx="34750" cy="30500"/>
            </a:xfrm>
            <a:custGeom>
              <a:rect b="b" l="l" r="r" t="t"/>
              <a:pathLst>
                <a:path extrusionOk="0" h="1220" w="1390">
                  <a:moveTo>
                    <a:pt x="695" y="0"/>
                  </a:moveTo>
                  <a:cubicBezTo>
                    <a:pt x="584" y="0"/>
                    <a:pt x="471" y="31"/>
                    <a:pt x="370" y="95"/>
                  </a:cubicBezTo>
                  <a:cubicBezTo>
                    <a:pt x="86" y="274"/>
                    <a:pt x="0" y="650"/>
                    <a:pt x="179" y="934"/>
                  </a:cubicBezTo>
                  <a:cubicBezTo>
                    <a:pt x="295" y="1119"/>
                    <a:pt x="493" y="1219"/>
                    <a:pt x="695" y="1219"/>
                  </a:cubicBezTo>
                  <a:cubicBezTo>
                    <a:pt x="806" y="1219"/>
                    <a:pt x="919" y="1189"/>
                    <a:pt x="1020" y="1125"/>
                  </a:cubicBezTo>
                  <a:cubicBezTo>
                    <a:pt x="1304" y="945"/>
                    <a:pt x="1390" y="569"/>
                    <a:pt x="1211" y="285"/>
                  </a:cubicBezTo>
                  <a:cubicBezTo>
                    <a:pt x="1095" y="101"/>
                    <a:pt x="897" y="0"/>
                    <a:pt x="695" y="0"/>
                  </a:cubicBezTo>
                  <a:close/>
                </a:path>
              </a:pathLst>
            </a:cu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33" name="Google Shape;933;p68"/>
            <p:cNvSpPr/>
            <p:nvPr/>
          </p:nvSpPr>
          <p:spPr>
            <a:xfrm>
              <a:off x="5010925" y="4245575"/>
              <a:ext cx="34775" cy="30500"/>
            </a:xfrm>
            <a:custGeom>
              <a:rect b="b" l="l" r="r" t="t"/>
              <a:pathLst>
                <a:path extrusionOk="0" h="1220" w="1391">
                  <a:moveTo>
                    <a:pt x="695" y="1"/>
                  </a:moveTo>
                  <a:cubicBezTo>
                    <a:pt x="584" y="1"/>
                    <a:pt x="471" y="31"/>
                    <a:pt x="370" y="95"/>
                  </a:cubicBezTo>
                  <a:cubicBezTo>
                    <a:pt x="85" y="275"/>
                    <a:pt x="0" y="651"/>
                    <a:pt x="180" y="935"/>
                  </a:cubicBezTo>
                  <a:cubicBezTo>
                    <a:pt x="296" y="1119"/>
                    <a:pt x="495" y="1219"/>
                    <a:pt x="697" y="1219"/>
                  </a:cubicBezTo>
                  <a:cubicBezTo>
                    <a:pt x="808" y="1219"/>
                    <a:pt x="920" y="1189"/>
                    <a:pt x="1021" y="1126"/>
                  </a:cubicBezTo>
                  <a:cubicBezTo>
                    <a:pt x="1305" y="946"/>
                    <a:pt x="1391" y="569"/>
                    <a:pt x="1211" y="285"/>
                  </a:cubicBezTo>
                  <a:cubicBezTo>
                    <a:pt x="1095" y="101"/>
                    <a:pt x="897" y="1"/>
                    <a:pt x="695" y="1"/>
                  </a:cubicBezTo>
                  <a:close/>
                </a:path>
              </a:pathLst>
            </a:cu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34" name="Google Shape;934;p68"/>
            <p:cNvSpPr/>
            <p:nvPr/>
          </p:nvSpPr>
          <p:spPr>
            <a:xfrm>
              <a:off x="5441125" y="5064800"/>
              <a:ext cx="48750" cy="42725"/>
            </a:xfrm>
            <a:custGeom>
              <a:rect b="b" l="l" r="r" t="t"/>
              <a:pathLst>
                <a:path extrusionOk="0" h="1709" w="1950">
                  <a:moveTo>
                    <a:pt x="973" y="1"/>
                  </a:moveTo>
                  <a:cubicBezTo>
                    <a:pt x="818" y="1"/>
                    <a:pt x="660" y="43"/>
                    <a:pt x="519" y="133"/>
                  </a:cubicBezTo>
                  <a:cubicBezTo>
                    <a:pt x="120" y="383"/>
                    <a:pt x="0" y="912"/>
                    <a:pt x="252" y="1310"/>
                  </a:cubicBezTo>
                  <a:cubicBezTo>
                    <a:pt x="415" y="1567"/>
                    <a:pt x="693" y="1709"/>
                    <a:pt x="977" y="1709"/>
                  </a:cubicBezTo>
                  <a:cubicBezTo>
                    <a:pt x="1132" y="1709"/>
                    <a:pt x="1290" y="1666"/>
                    <a:pt x="1431" y="1577"/>
                  </a:cubicBezTo>
                  <a:cubicBezTo>
                    <a:pt x="1830" y="1325"/>
                    <a:pt x="1949" y="797"/>
                    <a:pt x="1698" y="399"/>
                  </a:cubicBezTo>
                  <a:cubicBezTo>
                    <a:pt x="1535" y="142"/>
                    <a:pt x="1257" y="1"/>
                    <a:pt x="973" y="1"/>
                  </a:cubicBezTo>
                  <a:close/>
                </a:path>
              </a:pathLst>
            </a:cu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35" name="Google Shape;935;p68"/>
            <p:cNvSpPr/>
            <p:nvPr/>
          </p:nvSpPr>
          <p:spPr>
            <a:xfrm>
              <a:off x="5398900" y="4132150"/>
              <a:ext cx="280500" cy="758350"/>
            </a:xfrm>
            <a:custGeom>
              <a:rect b="b" l="l" r="r" t="t"/>
              <a:pathLst>
                <a:path extrusionOk="0" h="30334" w="11220">
                  <a:moveTo>
                    <a:pt x="5224" y="1"/>
                  </a:moveTo>
                  <a:lnTo>
                    <a:pt x="1" y="16143"/>
                  </a:lnTo>
                  <a:lnTo>
                    <a:pt x="6316" y="16143"/>
                  </a:lnTo>
                  <a:lnTo>
                    <a:pt x="1623" y="30333"/>
                  </a:lnTo>
                  <a:lnTo>
                    <a:pt x="11220" y="13135"/>
                  </a:lnTo>
                  <a:lnTo>
                    <a:pt x="5092" y="13135"/>
                  </a:lnTo>
                  <a:lnTo>
                    <a:pt x="10405" y="1"/>
                  </a:lnTo>
                  <a:close/>
                  <a:moveTo>
                    <a:pt x="1623" y="30333"/>
                  </a:moveTo>
                  <a:lnTo>
                    <a:pt x="1623" y="30333"/>
                  </a:lnTo>
                  <a:lnTo>
                    <a:pt x="1623" y="30333"/>
                  </a:lnTo>
                  <a:close/>
                </a:path>
              </a:pathLst>
            </a:cu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36" name="Google Shape;936;p68"/>
            <p:cNvSpPr/>
            <p:nvPr/>
          </p:nvSpPr>
          <p:spPr>
            <a:xfrm>
              <a:off x="5398900" y="4132150"/>
              <a:ext cx="171700" cy="403600"/>
            </a:xfrm>
            <a:custGeom>
              <a:rect b="b" l="l" r="r" t="t"/>
              <a:pathLst>
                <a:path extrusionOk="0" h="16144" w="6868">
                  <a:moveTo>
                    <a:pt x="5224" y="1"/>
                  </a:moveTo>
                  <a:lnTo>
                    <a:pt x="1" y="16143"/>
                  </a:lnTo>
                  <a:lnTo>
                    <a:pt x="1452" y="16143"/>
                  </a:lnTo>
                  <a:cubicBezTo>
                    <a:pt x="3195" y="10740"/>
                    <a:pt x="4830" y="5293"/>
                    <a:pt x="6868" y="1"/>
                  </a:cubicBezTo>
                  <a:close/>
                </a:path>
              </a:pathLst>
            </a:cu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37" name="Google Shape;937;p68"/>
            <p:cNvSpPr/>
            <p:nvPr/>
          </p:nvSpPr>
          <p:spPr>
            <a:xfrm>
              <a:off x="5439450" y="4460500"/>
              <a:ext cx="239975" cy="430025"/>
            </a:xfrm>
            <a:custGeom>
              <a:rect b="b" l="l" r="r" t="t"/>
              <a:pathLst>
                <a:path extrusionOk="0" h="17201" w="9599">
                  <a:moveTo>
                    <a:pt x="7596" y="1"/>
                  </a:moveTo>
                  <a:cubicBezTo>
                    <a:pt x="5495" y="4736"/>
                    <a:pt x="3370" y="9465"/>
                    <a:pt x="1034" y="14078"/>
                  </a:cubicBezTo>
                  <a:lnTo>
                    <a:pt x="1" y="17200"/>
                  </a:lnTo>
                  <a:lnTo>
                    <a:pt x="9599" y="1"/>
                  </a:lnTo>
                  <a:close/>
                </a:path>
              </a:pathLst>
            </a:cu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38" name="Google Shape;938;p68"/>
            <p:cNvSpPr/>
            <p:nvPr/>
          </p:nvSpPr>
          <p:spPr>
            <a:xfrm>
              <a:off x="6007725" y="4421125"/>
              <a:ext cx="100300" cy="159975"/>
            </a:xfrm>
            <a:custGeom>
              <a:rect b="b" l="l" r="r" t="t"/>
              <a:pathLst>
                <a:path extrusionOk="0" h="6399" w="4012">
                  <a:moveTo>
                    <a:pt x="2666" y="1346"/>
                  </a:moveTo>
                  <a:lnTo>
                    <a:pt x="2666" y="5053"/>
                  </a:lnTo>
                  <a:lnTo>
                    <a:pt x="1346" y="5053"/>
                  </a:lnTo>
                  <a:lnTo>
                    <a:pt x="1346" y="1346"/>
                  </a:lnTo>
                  <a:close/>
                  <a:moveTo>
                    <a:pt x="674" y="1"/>
                  </a:moveTo>
                  <a:cubicBezTo>
                    <a:pt x="302" y="1"/>
                    <a:pt x="1" y="302"/>
                    <a:pt x="1" y="673"/>
                  </a:cubicBezTo>
                  <a:lnTo>
                    <a:pt x="1" y="5726"/>
                  </a:lnTo>
                  <a:cubicBezTo>
                    <a:pt x="1" y="6097"/>
                    <a:pt x="302" y="6398"/>
                    <a:pt x="674" y="6398"/>
                  </a:cubicBezTo>
                  <a:lnTo>
                    <a:pt x="3339" y="6398"/>
                  </a:lnTo>
                  <a:cubicBezTo>
                    <a:pt x="3710" y="6398"/>
                    <a:pt x="4012" y="6097"/>
                    <a:pt x="4012" y="5726"/>
                  </a:cubicBezTo>
                  <a:lnTo>
                    <a:pt x="4012" y="673"/>
                  </a:lnTo>
                  <a:cubicBezTo>
                    <a:pt x="4012" y="302"/>
                    <a:pt x="3710" y="1"/>
                    <a:pt x="3339" y="1"/>
                  </a:cubicBezTo>
                  <a:close/>
                </a:path>
              </a:pathLst>
            </a:cu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39" name="Google Shape;939;p68"/>
            <p:cNvSpPr/>
            <p:nvPr/>
          </p:nvSpPr>
          <p:spPr>
            <a:xfrm>
              <a:off x="5587425" y="3849400"/>
              <a:ext cx="632375" cy="482900"/>
            </a:xfrm>
            <a:custGeom>
              <a:rect b="b" l="l" r="r" t="t"/>
              <a:pathLst>
                <a:path extrusionOk="0" h="19316" w="25295">
                  <a:moveTo>
                    <a:pt x="672" y="0"/>
                  </a:moveTo>
                  <a:cubicBezTo>
                    <a:pt x="301" y="0"/>
                    <a:pt x="0" y="302"/>
                    <a:pt x="0" y="673"/>
                  </a:cubicBezTo>
                  <a:cubicBezTo>
                    <a:pt x="0" y="1045"/>
                    <a:pt x="301" y="1346"/>
                    <a:pt x="672" y="1346"/>
                  </a:cubicBezTo>
                  <a:cubicBezTo>
                    <a:pt x="11394" y="1346"/>
                    <a:pt x="20945" y="8536"/>
                    <a:pt x="23900" y="18829"/>
                  </a:cubicBezTo>
                  <a:cubicBezTo>
                    <a:pt x="23984" y="19124"/>
                    <a:pt x="24253" y="19315"/>
                    <a:pt x="24546" y="19315"/>
                  </a:cubicBezTo>
                  <a:cubicBezTo>
                    <a:pt x="24607" y="19315"/>
                    <a:pt x="24671" y="19307"/>
                    <a:pt x="24732" y="19290"/>
                  </a:cubicBezTo>
                  <a:cubicBezTo>
                    <a:pt x="25090" y="19187"/>
                    <a:pt x="25295" y="18816"/>
                    <a:pt x="25193" y="18458"/>
                  </a:cubicBezTo>
                  <a:cubicBezTo>
                    <a:pt x="22073" y="7589"/>
                    <a:pt x="11991" y="0"/>
                    <a:pt x="672" y="0"/>
                  </a:cubicBezTo>
                  <a:close/>
                </a:path>
              </a:pathLst>
            </a:cu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40" name="Google Shape;940;p68"/>
            <p:cNvSpPr/>
            <p:nvPr/>
          </p:nvSpPr>
          <p:spPr>
            <a:xfrm>
              <a:off x="4966550" y="4470225"/>
              <a:ext cx="446450" cy="618050"/>
            </a:xfrm>
            <a:custGeom>
              <a:rect b="b" l="l" r="r" t="t"/>
              <a:pathLst>
                <a:path extrusionOk="0" h="24722" w="17858">
                  <a:moveTo>
                    <a:pt x="674" y="1"/>
                  </a:moveTo>
                  <a:cubicBezTo>
                    <a:pt x="303" y="1"/>
                    <a:pt x="1" y="303"/>
                    <a:pt x="1" y="674"/>
                  </a:cubicBezTo>
                  <a:cubicBezTo>
                    <a:pt x="1" y="11403"/>
                    <a:pt x="6781" y="21051"/>
                    <a:pt x="16871" y="24681"/>
                  </a:cubicBezTo>
                  <a:cubicBezTo>
                    <a:pt x="16946" y="24709"/>
                    <a:pt x="17023" y="24722"/>
                    <a:pt x="17100" y="24722"/>
                  </a:cubicBezTo>
                  <a:cubicBezTo>
                    <a:pt x="17374" y="24722"/>
                    <a:pt x="17632" y="24551"/>
                    <a:pt x="17732" y="24277"/>
                  </a:cubicBezTo>
                  <a:cubicBezTo>
                    <a:pt x="17858" y="23926"/>
                    <a:pt x="17677" y="23542"/>
                    <a:pt x="17327" y="23416"/>
                  </a:cubicBezTo>
                  <a:cubicBezTo>
                    <a:pt x="7769" y="19977"/>
                    <a:pt x="1346" y="10837"/>
                    <a:pt x="1346" y="674"/>
                  </a:cubicBezTo>
                  <a:cubicBezTo>
                    <a:pt x="1346" y="303"/>
                    <a:pt x="1045" y="1"/>
                    <a:pt x="674" y="1"/>
                  </a:cubicBezTo>
                  <a:close/>
                </a:path>
              </a:pathLst>
            </a:cu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41" name="Google Shape;941;p68"/>
            <p:cNvSpPr/>
            <p:nvPr/>
          </p:nvSpPr>
          <p:spPr>
            <a:xfrm>
              <a:off x="5587425" y="3992700"/>
              <a:ext cx="388825" cy="189900"/>
            </a:xfrm>
            <a:custGeom>
              <a:rect b="b" l="l" r="r" t="t"/>
              <a:pathLst>
                <a:path extrusionOk="0" h="7596" w="15553">
                  <a:moveTo>
                    <a:pt x="672" y="0"/>
                  </a:moveTo>
                  <a:cubicBezTo>
                    <a:pt x="301" y="0"/>
                    <a:pt x="0" y="302"/>
                    <a:pt x="0" y="674"/>
                  </a:cubicBezTo>
                  <a:cubicBezTo>
                    <a:pt x="0" y="1045"/>
                    <a:pt x="301" y="1346"/>
                    <a:pt x="672" y="1346"/>
                  </a:cubicBezTo>
                  <a:cubicBezTo>
                    <a:pt x="5850" y="1346"/>
                    <a:pt x="10819" y="3544"/>
                    <a:pt x="14307" y="7376"/>
                  </a:cubicBezTo>
                  <a:cubicBezTo>
                    <a:pt x="14439" y="7521"/>
                    <a:pt x="14621" y="7595"/>
                    <a:pt x="14803" y="7595"/>
                  </a:cubicBezTo>
                  <a:cubicBezTo>
                    <a:pt x="14966" y="7595"/>
                    <a:pt x="15128" y="7538"/>
                    <a:pt x="15258" y="7420"/>
                  </a:cubicBezTo>
                  <a:cubicBezTo>
                    <a:pt x="15533" y="7169"/>
                    <a:pt x="15553" y="6744"/>
                    <a:pt x="15302" y="6470"/>
                  </a:cubicBezTo>
                  <a:cubicBezTo>
                    <a:pt x="11560" y="2358"/>
                    <a:pt x="6228" y="0"/>
                    <a:pt x="672" y="0"/>
                  </a:cubicBezTo>
                  <a:close/>
                </a:path>
              </a:pathLst>
            </a:cu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42" name="Google Shape;942;p68"/>
            <p:cNvSpPr/>
            <p:nvPr/>
          </p:nvSpPr>
          <p:spPr>
            <a:xfrm>
              <a:off x="5219175" y="4776750"/>
              <a:ext cx="184000" cy="150975"/>
            </a:xfrm>
            <a:custGeom>
              <a:rect b="b" l="l" r="r" t="t"/>
              <a:pathLst>
                <a:path extrusionOk="0" h="6039" w="7360">
                  <a:moveTo>
                    <a:pt x="755" y="0"/>
                  </a:moveTo>
                  <a:cubicBezTo>
                    <a:pt x="602" y="0"/>
                    <a:pt x="448" y="52"/>
                    <a:pt x="322" y="158"/>
                  </a:cubicBezTo>
                  <a:cubicBezTo>
                    <a:pt x="38" y="396"/>
                    <a:pt x="1" y="820"/>
                    <a:pt x="240" y="1104"/>
                  </a:cubicBezTo>
                  <a:cubicBezTo>
                    <a:pt x="1927" y="3119"/>
                    <a:pt x="3959" y="4753"/>
                    <a:pt x="6282" y="5961"/>
                  </a:cubicBezTo>
                  <a:cubicBezTo>
                    <a:pt x="6379" y="6014"/>
                    <a:pt x="6486" y="6039"/>
                    <a:pt x="6591" y="6039"/>
                  </a:cubicBezTo>
                  <a:cubicBezTo>
                    <a:pt x="6834" y="6039"/>
                    <a:pt x="7068" y="5907"/>
                    <a:pt x="7188" y="5675"/>
                  </a:cubicBezTo>
                  <a:cubicBezTo>
                    <a:pt x="7359" y="5345"/>
                    <a:pt x="7231" y="4938"/>
                    <a:pt x="6902" y="4768"/>
                  </a:cubicBezTo>
                  <a:cubicBezTo>
                    <a:pt x="4738" y="3640"/>
                    <a:pt x="2842" y="2117"/>
                    <a:pt x="1270" y="240"/>
                  </a:cubicBezTo>
                  <a:cubicBezTo>
                    <a:pt x="1138" y="82"/>
                    <a:pt x="947" y="0"/>
                    <a:pt x="755" y="0"/>
                  </a:cubicBezTo>
                  <a:close/>
                </a:path>
              </a:pathLst>
            </a:cu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43" name="Google Shape;943;p68"/>
            <p:cNvSpPr/>
            <p:nvPr/>
          </p:nvSpPr>
          <p:spPr>
            <a:xfrm>
              <a:off x="5168225" y="4379625"/>
              <a:ext cx="28650" cy="98625"/>
            </a:xfrm>
            <a:custGeom>
              <a:rect b="b" l="l" r="r" t="t"/>
              <a:pathLst>
                <a:path extrusionOk="0" h="3945" w="1146">
                  <a:moveTo>
                    <a:pt x="499" y="0"/>
                  </a:moveTo>
                  <a:cubicBezTo>
                    <a:pt x="247" y="0"/>
                    <a:pt x="1" y="162"/>
                    <a:pt x="12" y="487"/>
                  </a:cubicBezTo>
                  <a:cubicBezTo>
                    <a:pt x="50" y="1477"/>
                    <a:pt x="87" y="2467"/>
                    <a:pt x="124" y="3458"/>
                  </a:cubicBezTo>
                  <a:cubicBezTo>
                    <a:pt x="136" y="3782"/>
                    <a:pt x="395" y="3944"/>
                    <a:pt x="647" y="3944"/>
                  </a:cubicBezTo>
                  <a:cubicBezTo>
                    <a:pt x="899" y="3944"/>
                    <a:pt x="1145" y="3782"/>
                    <a:pt x="1133" y="3458"/>
                  </a:cubicBezTo>
                  <a:cubicBezTo>
                    <a:pt x="1095" y="2467"/>
                    <a:pt x="1058" y="1477"/>
                    <a:pt x="1022" y="487"/>
                  </a:cubicBezTo>
                  <a:cubicBezTo>
                    <a:pt x="1010" y="163"/>
                    <a:pt x="751" y="0"/>
                    <a:pt x="499" y="0"/>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44" name="Google Shape;944;p68"/>
            <p:cNvSpPr/>
            <p:nvPr/>
          </p:nvSpPr>
          <p:spPr>
            <a:xfrm>
              <a:off x="5323400" y="4368425"/>
              <a:ext cx="29200" cy="129450"/>
            </a:xfrm>
            <a:custGeom>
              <a:rect b="b" l="l" r="r" t="t"/>
              <a:pathLst>
                <a:path extrusionOk="0" h="5178" w="1168">
                  <a:moveTo>
                    <a:pt x="492" y="1"/>
                  </a:moveTo>
                  <a:cubicBezTo>
                    <a:pt x="240" y="1"/>
                    <a:pt x="0" y="162"/>
                    <a:pt x="23" y="485"/>
                  </a:cubicBezTo>
                  <a:cubicBezTo>
                    <a:pt x="120" y="1886"/>
                    <a:pt x="157" y="3287"/>
                    <a:pt x="135" y="4689"/>
                  </a:cubicBezTo>
                  <a:cubicBezTo>
                    <a:pt x="130" y="5015"/>
                    <a:pt x="380" y="5178"/>
                    <a:pt x="632" y="5178"/>
                  </a:cubicBezTo>
                  <a:cubicBezTo>
                    <a:pt x="884" y="5178"/>
                    <a:pt x="1139" y="5015"/>
                    <a:pt x="1144" y="4689"/>
                  </a:cubicBezTo>
                  <a:cubicBezTo>
                    <a:pt x="1168" y="3287"/>
                    <a:pt x="1129" y="1886"/>
                    <a:pt x="1032" y="485"/>
                  </a:cubicBezTo>
                  <a:cubicBezTo>
                    <a:pt x="1009" y="163"/>
                    <a:pt x="745" y="1"/>
                    <a:pt x="492" y="1"/>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945" name="Google Shape;945;p68"/>
          <p:cNvGrpSpPr/>
          <p:nvPr/>
        </p:nvGrpSpPr>
        <p:grpSpPr>
          <a:xfrm>
            <a:off x="6586475" y="312513"/>
            <a:ext cx="1208300" cy="1143975"/>
            <a:chOff x="1457900" y="2360075"/>
            <a:chExt cx="1208300" cy="1143975"/>
          </a:xfrm>
        </p:grpSpPr>
        <p:sp>
          <p:nvSpPr>
            <p:cNvPr id="946" name="Google Shape;946;p68"/>
            <p:cNvSpPr/>
            <p:nvPr/>
          </p:nvSpPr>
          <p:spPr>
            <a:xfrm>
              <a:off x="2053775" y="2386575"/>
              <a:ext cx="32425" cy="401700"/>
            </a:xfrm>
            <a:custGeom>
              <a:rect b="b" l="l" r="r" t="t"/>
              <a:pathLst>
                <a:path extrusionOk="0" h="16068" w="1297">
                  <a:moveTo>
                    <a:pt x="786" y="0"/>
                  </a:moveTo>
                  <a:cubicBezTo>
                    <a:pt x="511" y="0"/>
                    <a:pt x="286" y="220"/>
                    <a:pt x="281" y="496"/>
                  </a:cubicBezTo>
                  <a:lnTo>
                    <a:pt x="5" y="15553"/>
                  </a:lnTo>
                  <a:cubicBezTo>
                    <a:pt x="0" y="15832"/>
                    <a:pt x="223" y="16062"/>
                    <a:pt x="502" y="16068"/>
                  </a:cubicBezTo>
                  <a:lnTo>
                    <a:pt x="511" y="16068"/>
                  </a:lnTo>
                  <a:cubicBezTo>
                    <a:pt x="786" y="16068"/>
                    <a:pt x="1011" y="15847"/>
                    <a:pt x="1016" y="15572"/>
                  </a:cubicBezTo>
                  <a:lnTo>
                    <a:pt x="1291" y="515"/>
                  </a:lnTo>
                  <a:cubicBezTo>
                    <a:pt x="1296" y="236"/>
                    <a:pt x="1074" y="6"/>
                    <a:pt x="796" y="0"/>
                  </a:cubicBezTo>
                  <a:close/>
                </a:path>
              </a:pathLst>
            </a:cu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47" name="Google Shape;947;p68"/>
            <p:cNvSpPr/>
            <p:nvPr/>
          </p:nvSpPr>
          <p:spPr>
            <a:xfrm>
              <a:off x="2061625" y="2527975"/>
              <a:ext cx="540600" cy="504575"/>
            </a:xfrm>
            <a:custGeom>
              <a:rect b="b" l="l" r="r" t="t"/>
              <a:pathLst>
                <a:path extrusionOk="0" h="20183" w="21624">
                  <a:moveTo>
                    <a:pt x="16663" y="1"/>
                  </a:moveTo>
                  <a:cubicBezTo>
                    <a:pt x="16527" y="1"/>
                    <a:pt x="16390" y="38"/>
                    <a:pt x="16266" y="115"/>
                  </a:cubicBezTo>
                  <a:lnTo>
                    <a:pt x="376" y="9948"/>
                  </a:lnTo>
                  <a:cubicBezTo>
                    <a:pt x="136" y="10096"/>
                    <a:pt x="0" y="10364"/>
                    <a:pt x="18" y="10645"/>
                  </a:cubicBezTo>
                  <a:cubicBezTo>
                    <a:pt x="39" y="10925"/>
                    <a:pt x="211" y="11172"/>
                    <a:pt x="469" y="11285"/>
                  </a:cubicBezTo>
                  <a:lnTo>
                    <a:pt x="20456" y="20118"/>
                  </a:lnTo>
                  <a:cubicBezTo>
                    <a:pt x="20555" y="20161"/>
                    <a:pt x="20659" y="20182"/>
                    <a:pt x="20761" y="20182"/>
                  </a:cubicBezTo>
                  <a:cubicBezTo>
                    <a:pt x="21052" y="20182"/>
                    <a:pt x="21329" y="20014"/>
                    <a:pt x="21455" y="19732"/>
                  </a:cubicBezTo>
                  <a:cubicBezTo>
                    <a:pt x="21623" y="19348"/>
                    <a:pt x="21451" y="18901"/>
                    <a:pt x="21068" y="18732"/>
                  </a:cubicBezTo>
                  <a:lnTo>
                    <a:pt x="2396" y="10480"/>
                  </a:lnTo>
                  <a:lnTo>
                    <a:pt x="17064" y="1403"/>
                  </a:lnTo>
                  <a:cubicBezTo>
                    <a:pt x="17418" y="1183"/>
                    <a:pt x="17529" y="717"/>
                    <a:pt x="17308" y="360"/>
                  </a:cubicBezTo>
                  <a:cubicBezTo>
                    <a:pt x="17165" y="129"/>
                    <a:pt x="16917" y="1"/>
                    <a:pt x="16663" y="1"/>
                  </a:cubicBezTo>
                  <a:close/>
                </a:path>
              </a:pathLst>
            </a:cu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48" name="Google Shape;948;p68"/>
            <p:cNvSpPr/>
            <p:nvPr/>
          </p:nvSpPr>
          <p:spPr>
            <a:xfrm>
              <a:off x="1724250" y="2773825"/>
              <a:ext cx="611250" cy="696725"/>
            </a:xfrm>
            <a:custGeom>
              <a:rect b="b" l="l" r="r" t="t"/>
              <a:pathLst>
                <a:path extrusionOk="0" h="27869" w="24450">
                  <a:moveTo>
                    <a:pt x="13098" y="1"/>
                  </a:moveTo>
                  <a:cubicBezTo>
                    <a:pt x="12860" y="1"/>
                    <a:pt x="12625" y="113"/>
                    <a:pt x="12478" y="321"/>
                  </a:cubicBezTo>
                  <a:lnTo>
                    <a:pt x="168" y="17774"/>
                  </a:lnTo>
                  <a:cubicBezTo>
                    <a:pt x="45" y="17948"/>
                    <a:pt x="1" y="18166"/>
                    <a:pt x="47" y="18376"/>
                  </a:cubicBezTo>
                  <a:cubicBezTo>
                    <a:pt x="94" y="18585"/>
                    <a:pt x="226" y="18763"/>
                    <a:pt x="412" y="18869"/>
                  </a:cubicBezTo>
                  <a:lnTo>
                    <a:pt x="16058" y="27769"/>
                  </a:lnTo>
                  <a:cubicBezTo>
                    <a:pt x="16176" y="27836"/>
                    <a:pt x="16304" y="27868"/>
                    <a:pt x="16432" y="27868"/>
                  </a:cubicBezTo>
                  <a:cubicBezTo>
                    <a:pt x="16655" y="27868"/>
                    <a:pt x="16875" y="27769"/>
                    <a:pt x="17025" y="27585"/>
                  </a:cubicBezTo>
                  <a:lnTo>
                    <a:pt x="24189" y="18634"/>
                  </a:lnTo>
                  <a:cubicBezTo>
                    <a:pt x="24449" y="18307"/>
                    <a:pt x="24398" y="17830"/>
                    <a:pt x="24071" y="17569"/>
                  </a:cubicBezTo>
                  <a:cubicBezTo>
                    <a:pt x="23931" y="17457"/>
                    <a:pt x="23763" y="17403"/>
                    <a:pt x="23597" y="17403"/>
                  </a:cubicBezTo>
                  <a:cubicBezTo>
                    <a:pt x="23375" y="17403"/>
                    <a:pt x="23155" y="17500"/>
                    <a:pt x="23005" y="17686"/>
                  </a:cubicBezTo>
                  <a:lnTo>
                    <a:pt x="16245" y="26133"/>
                  </a:lnTo>
                  <a:lnTo>
                    <a:pt x="1888" y="17966"/>
                  </a:lnTo>
                  <a:lnTo>
                    <a:pt x="13716" y="1195"/>
                  </a:lnTo>
                  <a:cubicBezTo>
                    <a:pt x="13957" y="854"/>
                    <a:pt x="13876" y="380"/>
                    <a:pt x="13534" y="139"/>
                  </a:cubicBezTo>
                  <a:cubicBezTo>
                    <a:pt x="13401" y="46"/>
                    <a:pt x="13249" y="1"/>
                    <a:pt x="13098" y="1"/>
                  </a:cubicBezTo>
                  <a:close/>
                </a:path>
              </a:pathLst>
            </a:cu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49" name="Google Shape;949;p68"/>
            <p:cNvSpPr/>
            <p:nvPr/>
          </p:nvSpPr>
          <p:spPr>
            <a:xfrm>
              <a:off x="1477550" y="2729850"/>
              <a:ext cx="595975" cy="179425"/>
            </a:xfrm>
            <a:custGeom>
              <a:rect b="b" l="l" r="r" t="t"/>
              <a:pathLst>
                <a:path extrusionOk="0" h="7177" w="23839">
                  <a:moveTo>
                    <a:pt x="279" y="1"/>
                  </a:moveTo>
                  <a:cubicBezTo>
                    <a:pt x="212" y="1"/>
                    <a:pt x="145" y="28"/>
                    <a:pt x="95" y="81"/>
                  </a:cubicBezTo>
                  <a:cubicBezTo>
                    <a:pt x="1" y="182"/>
                    <a:pt x="4" y="342"/>
                    <a:pt x="106" y="438"/>
                  </a:cubicBezTo>
                  <a:lnTo>
                    <a:pt x="7197" y="7108"/>
                  </a:lnTo>
                  <a:cubicBezTo>
                    <a:pt x="7244" y="7152"/>
                    <a:pt x="7308" y="7176"/>
                    <a:pt x="7371" y="7176"/>
                  </a:cubicBezTo>
                  <a:cubicBezTo>
                    <a:pt x="7392" y="7176"/>
                    <a:pt x="7415" y="7173"/>
                    <a:pt x="7436" y="7168"/>
                  </a:cubicBezTo>
                  <a:lnTo>
                    <a:pt x="23626" y="2761"/>
                  </a:lnTo>
                  <a:cubicBezTo>
                    <a:pt x="23760" y="2725"/>
                    <a:pt x="23838" y="2585"/>
                    <a:pt x="23803" y="2451"/>
                  </a:cubicBezTo>
                  <a:cubicBezTo>
                    <a:pt x="23772" y="2340"/>
                    <a:pt x="23670" y="2267"/>
                    <a:pt x="23560" y="2267"/>
                  </a:cubicBezTo>
                  <a:cubicBezTo>
                    <a:pt x="23538" y="2267"/>
                    <a:pt x="23515" y="2269"/>
                    <a:pt x="23493" y="2275"/>
                  </a:cubicBezTo>
                  <a:lnTo>
                    <a:pt x="7439" y="6645"/>
                  </a:lnTo>
                  <a:lnTo>
                    <a:pt x="452" y="70"/>
                  </a:lnTo>
                  <a:cubicBezTo>
                    <a:pt x="403" y="24"/>
                    <a:pt x="341" y="1"/>
                    <a:pt x="279" y="1"/>
                  </a:cubicBezTo>
                  <a:close/>
                </a:path>
              </a:pathLst>
            </a:cu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50" name="Google Shape;950;p68"/>
            <p:cNvSpPr/>
            <p:nvPr/>
          </p:nvSpPr>
          <p:spPr>
            <a:xfrm>
              <a:off x="1795775" y="2386300"/>
              <a:ext cx="206250" cy="359850"/>
            </a:xfrm>
            <a:custGeom>
              <a:rect b="b" l="l" r="r" t="t"/>
              <a:pathLst>
                <a:path extrusionOk="0" h="14394" w="8250">
                  <a:moveTo>
                    <a:pt x="289" y="1"/>
                  </a:moveTo>
                  <a:cubicBezTo>
                    <a:pt x="247" y="1"/>
                    <a:pt x="205" y="11"/>
                    <a:pt x="167" y="33"/>
                  </a:cubicBezTo>
                  <a:cubicBezTo>
                    <a:pt x="45" y="99"/>
                    <a:pt x="0" y="253"/>
                    <a:pt x="68" y="376"/>
                  </a:cubicBezTo>
                  <a:lnTo>
                    <a:pt x="7740" y="14262"/>
                  </a:lnTo>
                  <a:cubicBezTo>
                    <a:pt x="7786" y="14346"/>
                    <a:pt x="7873" y="14393"/>
                    <a:pt x="7961" y="14393"/>
                  </a:cubicBezTo>
                  <a:cubicBezTo>
                    <a:pt x="8002" y="14393"/>
                    <a:pt x="8045" y="14384"/>
                    <a:pt x="8083" y="14362"/>
                  </a:cubicBezTo>
                  <a:cubicBezTo>
                    <a:pt x="8206" y="14295"/>
                    <a:pt x="8250" y="14141"/>
                    <a:pt x="8183" y="14019"/>
                  </a:cubicBezTo>
                  <a:lnTo>
                    <a:pt x="510" y="131"/>
                  </a:lnTo>
                  <a:cubicBezTo>
                    <a:pt x="464" y="48"/>
                    <a:pt x="378" y="1"/>
                    <a:pt x="289" y="1"/>
                  </a:cubicBezTo>
                  <a:close/>
                </a:path>
              </a:pathLst>
            </a:cu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51" name="Google Shape;951;p68"/>
            <p:cNvSpPr/>
            <p:nvPr/>
          </p:nvSpPr>
          <p:spPr>
            <a:xfrm>
              <a:off x="1647350" y="2587925"/>
              <a:ext cx="330075" cy="187475"/>
            </a:xfrm>
            <a:custGeom>
              <a:rect b="b" l="l" r="r" t="t"/>
              <a:pathLst>
                <a:path extrusionOk="0" h="7499" w="13203">
                  <a:moveTo>
                    <a:pt x="579" y="1"/>
                  </a:moveTo>
                  <a:cubicBezTo>
                    <a:pt x="399" y="1"/>
                    <a:pt x="225" y="97"/>
                    <a:pt x="134" y="266"/>
                  </a:cubicBezTo>
                  <a:cubicBezTo>
                    <a:pt x="1" y="513"/>
                    <a:pt x="93" y="818"/>
                    <a:pt x="339" y="951"/>
                  </a:cubicBezTo>
                  <a:lnTo>
                    <a:pt x="12385" y="7439"/>
                  </a:lnTo>
                  <a:cubicBezTo>
                    <a:pt x="12462" y="7479"/>
                    <a:pt x="12544" y="7499"/>
                    <a:pt x="12625" y="7499"/>
                  </a:cubicBezTo>
                  <a:cubicBezTo>
                    <a:pt x="12804" y="7499"/>
                    <a:pt x="12978" y="7404"/>
                    <a:pt x="13071" y="7234"/>
                  </a:cubicBezTo>
                  <a:cubicBezTo>
                    <a:pt x="13202" y="6988"/>
                    <a:pt x="13110" y="6681"/>
                    <a:pt x="12865" y="6549"/>
                  </a:cubicBezTo>
                  <a:lnTo>
                    <a:pt x="818" y="60"/>
                  </a:lnTo>
                  <a:cubicBezTo>
                    <a:pt x="742" y="20"/>
                    <a:pt x="660" y="1"/>
                    <a:pt x="579" y="1"/>
                  </a:cubicBezTo>
                  <a:close/>
                </a:path>
              </a:pathLst>
            </a:cu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52" name="Google Shape;952;p68"/>
            <p:cNvSpPr/>
            <p:nvPr/>
          </p:nvSpPr>
          <p:spPr>
            <a:xfrm>
              <a:off x="1915925" y="2657050"/>
              <a:ext cx="271475" cy="271500"/>
            </a:xfrm>
            <a:custGeom>
              <a:rect b="b" l="l" r="r" t="t"/>
              <a:pathLst>
                <a:path extrusionOk="0" h="10860" w="10859">
                  <a:moveTo>
                    <a:pt x="5429" y="0"/>
                  </a:moveTo>
                  <a:cubicBezTo>
                    <a:pt x="2432" y="0"/>
                    <a:pt x="1" y="2431"/>
                    <a:pt x="1" y="5430"/>
                  </a:cubicBezTo>
                  <a:cubicBezTo>
                    <a:pt x="1" y="6870"/>
                    <a:pt x="572" y="8251"/>
                    <a:pt x="1591" y="9268"/>
                  </a:cubicBezTo>
                  <a:cubicBezTo>
                    <a:pt x="2610" y="10287"/>
                    <a:pt x="3990" y="10859"/>
                    <a:pt x="5429" y="10859"/>
                  </a:cubicBezTo>
                  <a:cubicBezTo>
                    <a:pt x="6869" y="10859"/>
                    <a:pt x="8250" y="10287"/>
                    <a:pt x="9269" y="9268"/>
                  </a:cubicBezTo>
                  <a:cubicBezTo>
                    <a:pt x="10287" y="8251"/>
                    <a:pt x="10859" y="6870"/>
                    <a:pt x="10859" y="5430"/>
                  </a:cubicBezTo>
                  <a:cubicBezTo>
                    <a:pt x="10859" y="3990"/>
                    <a:pt x="10287" y="2609"/>
                    <a:pt x="9269" y="1590"/>
                  </a:cubicBezTo>
                  <a:cubicBezTo>
                    <a:pt x="8250" y="573"/>
                    <a:pt x="6869" y="0"/>
                    <a:pt x="5429" y="0"/>
                  </a:cubicBezTo>
                  <a:close/>
                </a:path>
              </a:pathLst>
            </a:cu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53" name="Google Shape;953;p68"/>
            <p:cNvSpPr/>
            <p:nvPr/>
          </p:nvSpPr>
          <p:spPr>
            <a:xfrm>
              <a:off x="1915925" y="2701025"/>
              <a:ext cx="266475" cy="227525"/>
            </a:xfrm>
            <a:custGeom>
              <a:rect b="b" l="l" r="r" t="t"/>
              <a:pathLst>
                <a:path extrusionOk="0" h="9101" w="10659">
                  <a:moveTo>
                    <a:pt x="1438" y="1"/>
                  </a:moveTo>
                  <a:cubicBezTo>
                    <a:pt x="549" y="968"/>
                    <a:pt x="1" y="2254"/>
                    <a:pt x="1" y="3671"/>
                  </a:cubicBezTo>
                  <a:cubicBezTo>
                    <a:pt x="1" y="6669"/>
                    <a:pt x="2432" y="9100"/>
                    <a:pt x="5430" y="9100"/>
                  </a:cubicBezTo>
                  <a:cubicBezTo>
                    <a:pt x="7925" y="9100"/>
                    <a:pt x="10022" y="7414"/>
                    <a:pt x="10658" y="5119"/>
                  </a:cubicBezTo>
                  <a:lnTo>
                    <a:pt x="10658" y="5119"/>
                  </a:lnTo>
                  <a:cubicBezTo>
                    <a:pt x="9828" y="5533"/>
                    <a:pt x="8919" y="5771"/>
                    <a:pt x="7935" y="5771"/>
                  </a:cubicBezTo>
                  <a:cubicBezTo>
                    <a:pt x="7122" y="5771"/>
                    <a:pt x="6257" y="5608"/>
                    <a:pt x="5345" y="5247"/>
                  </a:cubicBezTo>
                  <a:cubicBezTo>
                    <a:pt x="3157" y="4383"/>
                    <a:pt x="1726" y="2245"/>
                    <a:pt x="1438"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54" name="Google Shape;954;p68"/>
            <p:cNvSpPr/>
            <p:nvPr/>
          </p:nvSpPr>
          <p:spPr>
            <a:xfrm>
              <a:off x="2495100" y="2928025"/>
              <a:ext cx="171100" cy="171125"/>
            </a:xfrm>
            <a:custGeom>
              <a:rect b="b" l="l" r="r" t="t"/>
              <a:pathLst>
                <a:path extrusionOk="0" h="6845" w="6844">
                  <a:moveTo>
                    <a:pt x="3422" y="1"/>
                  </a:moveTo>
                  <a:cubicBezTo>
                    <a:pt x="1532" y="1"/>
                    <a:pt x="0" y="1533"/>
                    <a:pt x="0" y="3422"/>
                  </a:cubicBezTo>
                  <a:cubicBezTo>
                    <a:pt x="0" y="5312"/>
                    <a:pt x="1532" y="6845"/>
                    <a:pt x="3422" y="6845"/>
                  </a:cubicBezTo>
                  <a:cubicBezTo>
                    <a:pt x="5312" y="6845"/>
                    <a:pt x="6844" y="5312"/>
                    <a:pt x="6844" y="3422"/>
                  </a:cubicBezTo>
                  <a:cubicBezTo>
                    <a:pt x="6844" y="1533"/>
                    <a:pt x="5312" y="1"/>
                    <a:pt x="3422" y="1"/>
                  </a:cubicBezTo>
                  <a:close/>
                </a:path>
              </a:pathLst>
            </a:cu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55" name="Google Shape;955;p68"/>
            <p:cNvSpPr/>
            <p:nvPr/>
          </p:nvSpPr>
          <p:spPr>
            <a:xfrm>
              <a:off x="2267625" y="3181325"/>
              <a:ext cx="93000" cy="93000"/>
            </a:xfrm>
            <a:custGeom>
              <a:rect b="b" l="l" r="r" t="t"/>
              <a:pathLst>
                <a:path extrusionOk="0" h="3720" w="3720">
                  <a:moveTo>
                    <a:pt x="1860" y="1"/>
                  </a:moveTo>
                  <a:cubicBezTo>
                    <a:pt x="833" y="1"/>
                    <a:pt x="1" y="833"/>
                    <a:pt x="1" y="1860"/>
                  </a:cubicBezTo>
                  <a:cubicBezTo>
                    <a:pt x="1" y="2886"/>
                    <a:pt x="833" y="3719"/>
                    <a:pt x="1860" y="3719"/>
                  </a:cubicBezTo>
                  <a:cubicBezTo>
                    <a:pt x="2886" y="3719"/>
                    <a:pt x="3719" y="2886"/>
                    <a:pt x="3719" y="1860"/>
                  </a:cubicBezTo>
                  <a:cubicBezTo>
                    <a:pt x="3719" y="833"/>
                    <a:pt x="2886" y="1"/>
                    <a:pt x="1860" y="1"/>
                  </a:cubicBezTo>
                  <a:close/>
                </a:path>
              </a:pathLst>
            </a:cu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56" name="Google Shape;956;p68"/>
            <p:cNvSpPr/>
            <p:nvPr/>
          </p:nvSpPr>
          <p:spPr>
            <a:xfrm>
              <a:off x="1622425" y="2561200"/>
              <a:ext cx="78750" cy="78750"/>
            </a:xfrm>
            <a:custGeom>
              <a:rect b="b" l="l" r="r" t="t"/>
              <a:pathLst>
                <a:path extrusionOk="0" h="3150" w="3150">
                  <a:moveTo>
                    <a:pt x="1576" y="0"/>
                  </a:moveTo>
                  <a:cubicBezTo>
                    <a:pt x="705" y="0"/>
                    <a:pt x="1" y="705"/>
                    <a:pt x="1" y="1575"/>
                  </a:cubicBezTo>
                  <a:cubicBezTo>
                    <a:pt x="1" y="2445"/>
                    <a:pt x="705" y="3149"/>
                    <a:pt x="1576" y="3149"/>
                  </a:cubicBezTo>
                  <a:cubicBezTo>
                    <a:pt x="2445" y="3149"/>
                    <a:pt x="3150" y="2445"/>
                    <a:pt x="3150" y="1575"/>
                  </a:cubicBezTo>
                  <a:cubicBezTo>
                    <a:pt x="3150" y="705"/>
                    <a:pt x="2445" y="0"/>
                    <a:pt x="1576" y="0"/>
                  </a:cubicBezTo>
                  <a:close/>
                </a:path>
              </a:pathLst>
            </a:cu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57" name="Google Shape;957;p68"/>
            <p:cNvSpPr/>
            <p:nvPr/>
          </p:nvSpPr>
          <p:spPr>
            <a:xfrm>
              <a:off x="1567050" y="3068650"/>
              <a:ext cx="318325" cy="318325"/>
            </a:xfrm>
            <a:custGeom>
              <a:rect b="b" l="l" r="r" t="t"/>
              <a:pathLst>
                <a:path extrusionOk="0" h="12733" w="12733">
                  <a:moveTo>
                    <a:pt x="6366" y="1"/>
                  </a:moveTo>
                  <a:cubicBezTo>
                    <a:pt x="4677" y="1"/>
                    <a:pt x="3059" y="672"/>
                    <a:pt x="1865" y="1865"/>
                  </a:cubicBezTo>
                  <a:cubicBezTo>
                    <a:pt x="671" y="3059"/>
                    <a:pt x="1" y="4678"/>
                    <a:pt x="1" y="6367"/>
                  </a:cubicBezTo>
                  <a:cubicBezTo>
                    <a:pt x="1" y="8055"/>
                    <a:pt x="671" y="9675"/>
                    <a:pt x="1865" y="10868"/>
                  </a:cubicBezTo>
                  <a:cubicBezTo>
                    <a:pt x="3059" y="12062"/>
                    <a:pt x="4677" y="12732"/>
                    <a:pt x="6366" y="12732"/>
                  </a:cubicBezTo>
                  <a:cubicBezTo>
                    <a:pt x="8055" y="12732"/>
                    <a:pt x="9674" y="12062"/>
                    <a:pt x="10867" y="10868"/>
                  </a:cubicBezTo>
                  <a:cubicBezTo>
                    <a:pt x="12061" y="9675"/>
                    <a:pt x="12733" y="8055"/>
                    <a:pt x="12733" y="6367"/>
                  </a:cubicBezTo>
                  <a:cubicBezTo>
                    <a:pt x="12733" y="4678"/>
                    <a:pt x="12061" y="3059"/>
                    <a:pt x="10867" y="1865"/>
                  </a:cubicBezTo>
                  <a:cubicBezTo>
                    <a:pt x="9674" y="672"/>
                    <a:pt x="8055" y="1"/>
                    <a:pt x="6366" y="1"/>
                  </a:cubicBezTo>
                  <a:close/>
                </a:path>
              </a:pathLst>
            </a:cu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58" name="Google Shape;958;p68"/>
            <p:cNvSpPr/>
            <p:nvPr/>
          </p:nvSpPr>
          <p:spPr>
            <a:xfrm>
              <a:off x="2406750" y="2475475"/>
              <a:ext cx="142975" cy="142975"/>
            </a:xfrm>
            <a:custGeom>
              <a:rect b="b" l="l" r="r" t="t"/>
              <a:pathLst>
                <a:path extrusionOk="0" h="5719" w="5719">
                  <a:moveTo>
                    <a:pt x="2859" y="1"/>
                  </a:moveTo>
                  <a:cubicBezTo>
                    <a:pt x="1280" y="1"/>
                    <a:pt x="0" y="1281"/>
                    <a:pt x="0" y="2860"/>
                  </a:cubicBezTo>
                  <a:cubicBezTo>
                    <a:pt x="0" y="4438"/>
                    <a:pt x="1280" y="5718"/>
                    <a:pt x="2859" y="5718"/>
                  </a:cubicBezTo>
                  <a:cubicBezTo>
                    <a:pt x="4438" y="5718"/>
                    <a:pt x="5718" y="4438"/>
                    <a:pt x="5718" y="2860"/>
                  </a:cubicBezTo>
                  <a:cubicBezTo>
                    <a:pt x="5718" y="1281"/>
                    <a:pt x="4438" y="1"/>
                    <a:pt x="2859" y="1"/>
                  </a:cubicBezTo>
                  <a:close/>
                </a:path>
              </a:pathLst>
            </a:cu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59" name="Google Shape;959;p68"/>
            <p:cNvSpPr/>
            <p:nvPr/>
          </p:nvSpPr>
          <p:spPr>
            <a:xfrm>
              <a:off x="2034300" y="2360075"/>
              <a:ext cx="78250" cy="78250"/>
            </a:xfrm>
            <a:custGeom>
              <a:rect b="b" l="l" r="r" t="t"/>
              <a:pathLst>
                <a:path extrusionOk="0" h="3130" w="3130">
                  <a:moveTo>
                    <a:pt x="1565" y="1"/>
                  </a:moveTo>
                  <a:cubicBezTo>
                    <a:pt x="701" y="1"/>
                    <a:pt x="1" y="701"/>
                    <a:pt x="1" y="1565"/>
                  </a:cubicBezTo>
                  <a:cubicBezTo>
                    <a:pt x="1" y="2429"/>
                    <a:pt x="701" y="3129"/>
                    <a:pt x="1565" y="3129"/>
                  </a:cubicBezTo>
                  <a:cubicBezTo>
                    <a:pt x="2428" y="3129"/>
                    <a:pt x="3129" y="2429"/>
                    <a:pt x="3129" y="1565"/>
                  </a:cubicBezTo>
                  <a:cubicBezTo>
                    <a:pt x="3129" y="701"/>
                    <a:pt x="2428" y="1"/>
                    <a:pt x="1565" y="1"/>
                  </a:cubicBezTo>
                  <a:close/>
                </a:path>
              </a:pathLst>
            </a:cu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60" name="Google Shape;960;p68"/>
            <p:cNvSpPr/>
            <p:nvPr/>
          </p:nvSpPr>
          <p:spPr>
            <a:xfrm>
              <a:off x="2162125" y="2587925"/>
              <a:ext cx="25275" cy="25300"/>
            </a:xfrm>
            <a:custGeom>
              <a:rect b="b" l="l" r="r" t="t"/>
              <a:pathLst>
                <a:path extrusionOk="0" h="1012" w="1011">
                  <a:moveTo>
                    <a:pt x="506" y="0"/>
                  </a:moveTo>
                  <a:cubicBezTo>
                    <a:pt x="227" y="0"/>
                    <a:pt x="1" y="228"/>
                    <a:pt x="1" y="506"/>
                  </a:cubicBezTo>
                  <a:cubicBezTo>
                    <a:pt x="1" y="785"/>
                    <a:pt x="227" y="1011"/>
                    <a:pt x="506" y="1011"/>
                  </a:cubicBezTo>
                  <a:cubicBezTo>
                    <a:pt x="785" y="1011"/>
                    <a:pt x="1011" y="785"/>
                    <a:pt x="1011" y="506"/>
                  </a:cubicBezTo>
                  <a:cubicBezTo>
                    <a:pt x="1011" y="228"/>
                    <a:pt x="785" y="0"/>
                    <a:pt x="506" y="0"/>
                  </a:cubicBezTo>
                  <a:close/>
                </a:path>
              </a:pathLst>
            </a:cu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61" name="Google Shape;961;p68"/>
            <p:cNvSpPr/>
            <p:nvPr/>
          </p:nvSpPr>
          <p:spPr>
            <a:xfrm>
              <a:off x="1498500" y="2842025"/>
              <a:ext cx="25300" cy="25300"/>
            </a:xfrm>
            <a:custGeom>
              <a:rect b="b" l="l" r="r" t="t"/>
              <a:pathLst>
                <a:path extrusionOk="0" h="1012" w="1012">
                  <a:moveTo>
                    <a:pt x="505" y="0"/>
                  </a:moveTo>
                  <a:cubicBezTo>
                    <a:pt x="226" y="0"/>
                    <a:pt x="0" y="226"/>
                    <a:pt x="0" y="506"/>
                  </a:cubicBezTo>
                  <a:cubicBezTo>
                    <a:pt x="0" y="785"/>
                    <a:pt x="226" y="1011"/>
                    <a:pt x="505" y="1011"/>
                  </a:cubicBezTo>
                  <a:cubicBezTo>
                    <a:pt x="784" y="1011"/>
                    <a:pt x="1011" y="785"/>
                    <a:pt x="1011" y="506"/>
                  </a:cubicBezTo>
                  <a:cubicBezTo>
                    <a:pt x="1011" y="228"/>
                    <a:pt x="784" y="0"/>
                    <a:pt x="505" y="0"/>
                  </a:cubicBezTo>
                  <a:close/>
                </a:path>
              </a:pathLst>
            </a:cu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62" name="Google Shape;962;p68"/>
            <p:cNvSpPr/>
            <p:nvPr/>
          </p:nvSpPr>
          <p:spPr>
            <a:xfrm>
              <a:off x="2455150" y="2842025"/>
              <a:ext cx="25300" cy="25300"/>
            </a:xfrm>
            <a:custGeom>
              <a:rect b="b" l="l" r="r" t="t"/>
              <a:pathLst>
                <a:path extrusionOk="0" h="1012" w="1012">
                  <a:moveTo>
                    <a:pt x="507" y="0"/>
                  </a:moveTo>
                  <a:cubicBezTo>
                    <a:pt x="228" y="0"/>
                    <a:pt x="1" y="226"/>
                    <a:pt x="1" y="506"/>
                  </a:cubicBezTo>
                  <a:cubicBezTo>
                    <a:pt x="1" y="785"/>
                    <a:pt x="227" y="1011"/>
                    <a:pt x="507" y="1011"/>
                  </a:cubicBezTo>
                  <a:cubicBezTo>
                    <a:pt x="784" y="1011"/>
                    <a:pt x="1012" y="785"/>
                    <a:pt x="1012" y="506"/>
                  </a:cubicBezTo>
                  <a:cubicBezTo>
                    <a:pt x="1012" y="228"/>
                    <a:pt x="785" y="0"/>
                    <a:pt x="507" y="0"/>
                  </a:cubicBezTo>
                  <a:close/>
                </a:path>
              </a:pathLst>
            </a:cu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63" name="Google Shape;963;p68"/>
            <p:cNvSpPr/>
            <p:nvPr/>
          </p:nvSpPr>
          <p:spPr>
            <a:xfrm>
              <a:off x="2317925" y="3374325"/>
              <a:ext cx="25300" cy="25300"/>
            </a:xfrm>
            <a:custGeom>
              <a:rect b="b" l="l" r="r" t="t"/>
              <a:pathLst>
                <a:path extrusionOk="0" h="1012" w="1012">
                  <a:moveTo>
                    <a:pt x="506" y="0"/>
                  </a:moveTo>
                  <a:cubicBezTo>
                    <a:pt x="227" y="0"/>
                    <a:pt x="0" y="227"/>
                    <a:pt x="0" y="505"/>
                  </a:cubicBezTo>
                  <a:cubicBezTo>
                    <a:pt x="0" y="784"/>
                    <a:pt x="227" y="1012"/>
                    <a:pt x="506" y="1012"/>
                  </a:cubicBezTo>
                  <a:cubicBezTo>
                    <a:pt x="784" y="1012"/>
                    <a:pt x="1011" y="784"/>
                    <a:pt x="1011" y="505"/>
                  </a:cubicBezTo>
                  <a:cubicBezTo>
                    <a:pt x="1011" y="227"/>
                    <a:pt x="785" y="0"/>
                    <a:pt x="506" y="0"/>
                  </a:cubicBezTo>
                  <a:close/>
                </a:path>
              </a:pathLst>
            </a:cu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64" name="Google Shape;964;p68"/>
            <p:cNvSpPr/>
            <p:nvPr/>
          </p:nvSpPr>
          <p:spPr>
            <a:xfrm>
              <a:off x="1839725" y="2940525"/>
              <a:ext cx="25300" cy="25300"/>
            </a:xfrm>
            <a:custGeom>
              <a:rect b="b" l="l" r="r" t="t"/>
              <a:pathLst>
                <a:path extrusionOk="0" h="1012" w="1012">
                  <a:moveTo>
                    <a:pt x="507" y="1"/>
                  </a:moveTo>
                  <a:cubicBezTo>
                    <a:pt x="228" y="1"/>
                    <a:pt x="1" y="226"/>
                    <a:pt x="1" y="507"/>
                  </a:cubicBezTo>
                  <a:cubicBezTo>
                    <a:pt x="1" y="785"/>
                    <a:pt x="228" y="1012"/>
                    <a:pt x="507" y="1012"/>
                  </a:cubicBezTo>
                  <a:cubicBezTo>
                    <a:pt x="786" y="1012"/>
                    <a:pt x="1012" y="785"/>
                    <a:pt x="1012" y="507"/>
                  </a:cubicBezTo>
                  <a:cubicBezTo>
                    <a:pt x="1012" y="228"/>
                    <a:pt x="786" y="1"/>
                    <a:pt x="507" y="1"/>
                  </a:cubicBezTo>
                  <a:close/>
                </a:path>
              </a:pathLst>
            </a:cu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65" name="Google Shape;965;p68"/>
            <p:cNvSpPr/>
            <p:nvPr/>
          </p:nvSpPr>
          <p:spPr>
            <a:xfrm>
              <a:off x="1956925" y="3147975"/>
              <a:ext cx="25275" cy="25300"/>
            </a:xfrm>
            <a:custGeom>
              <a:rect b="b" l="l" r="r" t="t"/>
              <a:pathLst>
                <a:path extrusionOk="0" h="1012" w="1011">
                  <a:moveTo>
                    <a:pt x="505" y="0"/>
                  </a:moveTo>
                  <a:cubicBezTo>
                    <a:pt x="224" y="0"/>
                    <a:pt x="0" y="226"/>
                    <a:pt x="0" y="505"/>
                  </a:cubicBezTo>
                  <a:cubicBezTo>
                    <a:pt x="0" y="784"/>
                    <a:pt x="227" y="1011"/>
                    <a:pt x="505" y="1011"/>
                  </a:cubicBezTo>
                  <a:cubicBezTo>
                    <a:pt x="784" y="1011"/>
                    <a:pt x="1010" y="784"/>
                    <a:pt x="1010" y="505"/>
                  </a:cubicBezTo>
                  <a:cubicBezTo>
                    <a:pt x="1010" y="226"/>
                    <a:pt x="784" y="0"/>
                    <a:pt x="505" y="0"/>
                  </a:cubicBezTo>
                  <a:close/>
                </a:path>
              </a:pathLst>
            </a:cu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66" name="Google Shape;966;p68"/>
            <p:cNvSpPr/>
            <p:nvPr/>
          </p:nvSpPr>
          <p:spPr>
            <a:xfrm>
              <a:off x="1915925" y="3457550"/>
              <a:ext cx="25275" cy="25300"/>
            </a:xfrm>
            <a:custGeom>
              <a:rect b="b" l="l" r="r" t="t"/>
              <a:pathLst>
                <a:path extrusionOk="0" h="1012" w="1011">
                  <a:moveTo>
                    <a:pt x="506" y="1"/>
                  </a:moveTo>
                  <a:cubicBezTo>
                    <a:pt x="227" y="1"/>
                    <a:pt x="1" y="227"/>
                    <a:pt x="1" y="506"/>
                  </a:cubicBezTo>
                  <a:cubicBezTo>
                    <a:pt x="1" y="784"/>
                    <a:pt x="227" y="1012"/>
                    <a:pt x="506" y="1012"/>
                  </a:cubicBezTo>
                  <a:cubicBezTo>
                    <a:pt x="785" y="1012"/>
                    <a:pt x="1011" y="784"/>
                    <a:pt x="1011" y="506"/>
                  </a:cubicBezTo>
                  <a:cubicBezTo>
                    <a:pt x="1011" y="227"/>
                    <a:pt x="785" y="1"/>
                    <a:pt x="506" y="1"/>
                  </a:cubicBezTo>
                  <a:close/>
                </a:path>
              </a:pathLst>
            </a:cu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67" name="Google Shape;967;p68"/>
            <p:cNvSpPr/>
            <p:nvPr/>
          </p:nvSpPr>
          <p:spPr>
            <a:xfrm>
              <a:off x="1839725" y="2600575"/>
              <a:ext cx="25300" cy="25275"/>
            </a:xfrm>
            <a:custGeom>
              <a:rect b="b" l="l" r="r" t="t"/>
              <a:pathLst>
                <a:path extrusionOk="0" h="1011" w="1012">
                  <a:moveTo>
                    <a:pt x="507" y="0"/>
                  </a:moveTo>
                  <a:cubicBezTo>
                    <a:pt x="228" y="0"/>
                    <a:pt x="1" y="227"/>
                    <a:pt x="1" y="505"/>
                  </a:cubicBezTo>
                  <a:cubicBezTo>
                    <a:pt x="1" y="784"/>
                    <a:pt x="228" y="1010"/>
                    <a:pt x="507" y="1010"/>
                  </a:cubicBezTo>
                  <a:cubicBezTo>
                    <a:pt x="786" y="1010"/>
                    <a:pt x="1012" y="784"/>
                    <a:pt x="1012" y="505"/>
                  </a:cubicBezTo>
                  <a:cubicBezTo>
                    <a:pt x="1012" y="227"/>
                    <a:pt x="786" y="0"/>
                    <a:pt x="507" y="0"/>
                  </a:cubicBezTo>
                  <a:close/>
                </a:path>
              </a:pathLst>
            </a:cu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68" name="Google Shape;968;p68"/>
            <p:cNvSpPr/>
            <p:nvPr/>
          </p:nvSpPr>
          <p:spPr>
            <a:xfrm>
              <a:off x="2495100" y="2944150"/>
              <a:ext cx="167325" cy="154950"/>
            </a:xfrm>
            <a:custGeom>
              <a:rect b="b" l="l" r="r" t="t"/>
              <a:pathLst>
                <a:path extrusionOk="0" h="6198" w="6693">
                  <a:moveTo>
                    <a:pt x="1426" y="0"/>
                  </a:moveTo>
                  <a:lnTo>
                    <a:pt x="1426" y="0"/>
                  </a:lnTo>
                  <a:cubicBezTo>
                    <a:pt x="563" y="622"/>
                    <a:pt x="0" y="1632"/>
                    <a:pt x="0" y="2776"/>
                  </a:cubicBezTo>
                  <a:cubicBezTo>
                    <a:pt x="0" y="4666"/>
                    <a:pt x="1532" y="6197"/>
                    <a:pt x="3422" y="6197"/>
                  </a:cubicBezTo>
                  <a:cubicBezTo>
                    <a:pt x="4961" y="6197"/>
                    <a:pt x="6262" y="5182"/>
                    <a:pt x="6693" y="3785"/>
                  </a:cubicBezTo>
                  <a:lnTo>
                    <a:pt x="6693" y="3785"/>
                  </a:lnTo>
                  <a:cubicBezTo>
                    <a:pt x="6188" y="4039"/>
                    <a:pt x="5652" y="4192"/>
                    <a:pt x="5088" y="4192"/>
                  </a:cubicBezTo>
                  <a:cubicBezTo>
                    <a:pt x="4634" y="4192"/>
                    <a:pt x="4162" y="4093"/>
                    <a:pt x="3674" y="3868"/>
                  </a:cubicBezTo>
                  <a:cubicBezTo>
                    <a:pt x="2150" y="3166"/>
                    <a:pt x="1397" y="1585"/>
                    <a:pt x="1426"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69" name="Google Shape;969;p68"/>
            <p:cNvSpPr/>
            <p:nvPr/>
          </p:nvSpPr>
          <p:spPr>
            <a:xfrm>
              <a:off x="2267625" y="3184300"/>
              <a:ext cx="91350" cy="90000"/>
            </a:xfrm>
            <a:custGeom>
              <a:rect b="b" l="l" r="r" t="t"/>
              <a:pathLst>
                <a:path extrusionOk="0" h="3600" w="3654">
                  <a:moveTo>
                    <a:pt x="1224" y="1"/>
                  </a:moveTo>
                  <a:cubicBezTo>
                    <a:pt x="513" y="261"/>
                    <a:pt x="1" y="939"/>
                    <a:pt x="1" y="1741"/>
                  </a:cubicBezTo>
                  <a:cubicBezTo>
                    <a:pt x="1" y="2767"/>
                    <a:pt x="833" y="3599"/>
                    <a:pt x="1860" y="3599"/>
                  </a:cubicBezTo>
                  <a:cubicBezTo>
                    <a:pt x="2726" y="3599"/>
                    <a:pt x="3448" y="3003"/>
                    <a:pt x="3654" y="2202"/>
                  </a:cubicBezTo>
                  <a:lnTo>
                    <a:pt x="3654" y="2202"/>
                  </a:lnTo>
                  <a:cubicBezTo>
                    <a:pt x="3635" y="2203"/>
                    <a:pt x="3617" y="2203"/>
                    <a:pt x="3598" y="2203"/>
                  </a:cubicBezTo>
                  <a:cubicBezTo>
                    <a:pt x="2410" y="2203"/>
                    <a:pt x="1577" y="1183"/>
                    <a:pt x="1224"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70" name="Google Shape;970;p68"/>
            <p:cNvSpPr/>
            <p:nvPr/>
          </p:nvSpPr>
          <p:spPr>
            <a:xfrm>
              <a:off x="1622425" y="2562400"/>
              <a:ext cx="63450" cy="77550"/>
            </a:xfrm>
            <a:custGeom>
              <a:rect b="b" l="l" r="r" t="t"/>
              <a:pathLst>
                <a:path extrusionOk="0" h="3102" w="2538">
                  <a:moveTo>
                    <a:pt x="1204" y="1"/>
                  </a:moveTo>
                  <a:cubicBezTo>
                    <a:pt x="514" y="168"/>
                    <a:pt x="1" y="785"/>
                    <a:pt x="1" y="1526"/>
                  </a:cubicBezTo>
                  <a:cubicBezTo>
                    <a:pt x="1" y="2397"/>
                    <a:pt x="705" y="3101"/>
                    <a:pt x="1576" y="3101"/>
                  </a:cubicBezTo>
                  <a:cubicBezTo>
                    <a:pt x="1940" y="3101"/>
                    <a:pt x="2271" y="2973"/>
                    <a:pt x="2538" y="2765"/>
                  </a:cubicBezTo>
                  <a:cubicBezTo>
                    <a:pt x="2477" y="2728"/>
                    <a:pt x="2417" y="2688"/>
                    <a:pt x="2356" y="2642"/>
                  </a:cubicBezTo>
                  <a:cubicBezTo>
                    <a:pt x="1562" y="2017"/>
                    <a:pt x="1240" y="998"/>
                    <a:pt x="1204"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71" name="Google Shape;971;p68"/>
            <p:cNvSpPr/>
            <p:nvPr/>
          </p:nvSpPr>
          <p:spPr>
            <a:xfrm>
              <a:off x="2034300" y="2369950"/>
              <a:ext cx="74575" cy="68375"/>
            </a:xfrm>
            <a:custGeom>
              <a:rect b="b" l="l" r="r" t="t"/>
              <a:pathLst>
                <a:path extrusionOk="0" h="2735" w="2983">
                  <a:moveTo>
                    <a:pt x="536" y="0"/>
                  </a:moveTo>
                  <a:cubicBezTo>
                    <a:pt x="210" y="287"/>
                    <a:pt x="1" y="703"/>
                    <a:pt x="1" y="1170"/>
                  </a:cubicBezTo>
                  <a:cubicBezTo>
                    <a:pt x="1" y="2034"/>
                    <a:pt x="702" y="2734"/>
                    <a:pt x="1565" y="2734"/>
                  </a:cubicBezTo>
                  <a:cubicBezTo>
                    <a:pt x="2194" y="2734"/>
                    <a:pt x="2735" y="2359"/>
                    <a:pt x="2982" y="1823"/>
                  </a:cubicBezTo>
                  <a:cubicBezTo>
                    <a:pt x="1818" y="1779"/>
                    <a:pt x="748" y="1206"/>
                    <a:pt x="536"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72" name="Google Shape;972;p68"/>
            <p:cNvSpPr/>
            <p:nvPr/>
          </p:nvSpPr>
          <p:spPr>
            <a:xfrm>
              <a:off x="1779825" y="2369475"/>
              <a:ext cx="46350" cy="46325"/>
            </a:xfrm>
            <a:custGeom>
              <a:rect b="b" l="l" r="r" t="t"/>
              <a:pathLst>
                <a:path extrusionOk="0" h="1853" w="1854">
                  <a:moveTo>
                    <a:pt x="927" y="0"/>
                  </a:moveTo>
                  <a:cubicBezTo>
                    <a:pt x="415" y="0"/>
                    <a:pt x="1" y="415"/>
                    <a:pt x="1" y="926"/>
                  </a:cubicBezTo>
                  <a:cubicBezTo>
                    <a:pt x="1" y="1439"/>
                    <a:pt x="415" y="1853"/>
                    <a:pt x="927" y="1853"/>
                  </a:cubicBezTo>
                  <a:cubicBezTo>
                    <a:pt x="1438" y="1853"/>
                    <a:pt x="1853" y="1439"/>
                    <a:pt x="1853" y="926"/>
                  </a:cubicBezTo>
                  <a:cubicBezTo>
                    <a:pt x="1853" y="415"/>
                    <a:pt x="1437" y="0"/>
                    <a:pt x="927" y="0"/>
                  </a:cubicBezTo>
                  <a:close/>
                </a:path>
              </a:pathLst>
            </a:cu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73" name="Google Shape;973;p68"/>
            <p:cNvSpPr/>
            <p:nvPr/>
          </p:nvSpPr>
          <p:spPr>
            <a:xfrm>
              <a:off x="1457900" y="2709575"/>
              <a:ext cx="53250" cy="53250"/>
            </a:xfrm>
            <a:custGeom>
              <a:rect b="b" l="l" r="r" t="t"/>
              <a:pathLst>
                <a:path extrusionOk="0" h="2130" w="2130">
                  <a:moveTo>
                    <a:pt x="1066" y="1"/>
                  </a:moveTo>
                  <a:cubicBezTo>
                    <a:pt x="478" y="1"/>
                    <a:pt x="1" y="477"/>
                    <a:pt x="1" y="1064"/>
                  </a:cubicBezTo>
                  <a:cubicBezTo>
                    <a:pt x="1" y="1653"/>
                    <a:pt x="478" y="2129"/>
                    <a:pt x="1066" y="2129"/>
                  </a:cubicBezTo>
                  <a:cubicBezTo>
                    <a:pt x="1653" y="2129"/>
                    <a:pt x="2129" y="1653"/>
                    <a:pt x="2129" y="1064"/>
                  </a:cubicBezTo>
                  <a:cubicBezTo>
                    <a:pt x="2129" y="477"/>
                    <a:pt x="1653" y="1"/>
                    <a:pt x="1066" y="1"/>
                  </a:cubicBezTo>
                  <a:close/>
                </a:path>
              </a:pathLst>
            </a:cu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74" name="Google Shape;974;p68"/>
            <p:cNvSpPr/>
            <p:nvPr/>
          </p:nvSpPr>
          <p:spPr>
            <a:xfrm>
              <a:off x="2082575" y="3399150"/>
              <a:ext cx="104900" cy="104900"/>
            </a:xfrm>
            <a:custGeom>
              <a:rect b="b" l="l" r="r" t="t"/>
              <a:pathLst>
                <a:path extrusionOk="0" h="4196" w="4196">
                  <a:moveTo>
                    <a:pt x="2099" y="0"/>
                  </a:moveTo>
                  <a:cubicBezTo>
                    <a:pt x="941" y="0"/>
                    <a:pt x="1" y="941"/>
                    <a:pt x="1" y="2099"/>
                  </a:cubicBezTo>
                  <a:cubicBezTo>
                    <a:pt x="1" y="3256"/>
                    <a:pt x="941" y="4196"/>
                    <a:pt x="2099" y="4196"/>
                  </a:cubicBezTo>
                  <a:cubicBezTo>
                    <a:pt x="3257" y="4196"/>
                    <a:pt x="4196" y="3256"/>
                    <a:pt x="4196" y="2099"/>
                  </a:cubicBezTo>
                  <a:cubicBezTo>
                    <a:pt x="4196" y="938"/>
                    <a:pt x="3257" y="0"/>
                    <a:pt x="2099" y="0"/>
                  </a:cubicBezTo>
                  <a:close/>
                </a:path>
              </a:pathLst>
            </a:cu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75" name="Google Shape;975;p68"/>
            <p:cNvSpPr/>
            <p:nvPr/>
          </p:nvSpPr>
          <p:spPr>
            <a:xfrm>
              <a:off x="1567050" y="3070575"/>
              <a:ext cx="285350" cy="316375"/>
            </a:xfrm>
            <a:custGeom>
              <a:rect b="b" l="l" r="r" t="t"/>
              <a:pathLst>
                <a:path extrusionOk="0" h="12655" w="11414">
                  <a:moveTo>
                    <a:pt x="5424" y="1"/>
                  </a:moveTo>
                  <a:lnTo>
                    <a:pt x="5424" y="1"/>
                  </a:lnTo>
                  <a:cubicBezTo>
                    <a:pt x="2356" y="456"/>
                    <a:pt x="1" y="3094"/>
                    <a:pt x="1" y="6289"/>
                  </a:cubicBezTo>
                  <a:cubicBezTo>
                    <a:pt x="1" y="9803"/>
                    <a:pt x="2851" y="12654"/>
                    <a:pt x="6366" y="12654"/>
                  </a:cubicBezTo>
                  <a:cubicBezTo>
                    <a:pt x="8425" y="12654"/>
                    <a:pt x="10251" y="11673"/>
                    <a:pt x="11414" y="10157"/>
                  </a:cubicBezTo>
                  <a:lnTo>
                    <a:pt x="11414" y="10157"/>
                  </a:lnTo>
                  <a:cubicBezTo>
                    <a:pt x="11268" y="10169"/>
                    <a:pt x="11122" y="10175"/>
                    <a:pt x="10975" y="10175"/>
                  </a:cubicBezTo>
                  <a:cubicBezTo>
                    <a:pt x="9898" y="10175"/>
                    <a:pt x="8775" y="9852"/>
                    <a:pt x="7647" y="9106"/>
                  </a:cubicBezTo>
                  <a:cubicBezTo>
                    <a:pt x="4561" y="7063"/>
                    <a:pt x="4475" y="3262"/>
                    <a:pt x="5424"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76" name="Google Shape;976;p68"/>
            <p:cNvSpPr/>
            <p:nvPr/>
          </p:nvSpPr>
          <p:spPr>
            <a:xfrm>
              <a:off x="2406775" y="2481250"/>
              <a:ext cx="122175" cy="137175"/>
            </a:xfrm>
            <a:custGeom>
              <a:rect b="b" l="l" r="r" t="t"/>
              <a:pathLst>
                <a:path extrusionOk="0" h="5487" w="4887">
                  <a:moveTo>
                    <a:pt x="1731" y="0"/>
                  </a:moveTo>
                  <a:cubicBezTo>
                    <a:pt x="713" y="437"/>
                    <a:pt x="0" y="1450"/>
                    <a:pt x="0" y="2627"/>
                  </a:cubicBezTo>
                  <a:cubicBezTo>
                    <a:pt x="0" y="4206"/>
                    <a:pt x="1281" y="5486"/>
                    <a:pt x="2860" y="5486"/>
                  </a:cubicBezTo>
                  <a:cubicBezTo>
                    <a:pt x="3651" y="5486"/>
                    <a:pt x="4367" y="5165"/>
                    <a:pt x="4886" y="4643"/>
                  </a:cubicBezTo>
                  <a:cubicBezTo>
                    <a:pt x="4699" y="4610"/>
                    <a:pt x="4509" y="4564"/>
                    <a:pt x="4315" y="4491"/>
                  </a:cubicBezTo>
                  <a:cubicBezTo>
                    <a:pt x="2645" y="3878"/>
                    <a:pt x="1424" y="1763"/>
                    <a:pt x="1731"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77" name="Google Shape;977;p68"/>
            <p:cNvSpPr/>
            <p:nvPr/>
          </p:nvSpPr>
          <p:spPr>
            <a:xfrm>
              <a:off x="1779800" y="2370600"/>
              <a:ext cx="36200" cy="45200"/>
            </a:xfrm>
            <a:custGeom>
              <a:rect b="b" l="l" r="r" t="t"/>
              <a:pathLst>
                <a:path extrusionOk="0" h="1808" w="1448">
                  <a:moveTo>
                    <a:pt x="659" y="0"/>
                  </a:moveTo>
                  <a:cubicBezTo>
                    <a:pt x="279" y="115"/>
                    <a:pt x="0" y="464"/>
                    <a:pt x="0" y="881"/>
                  </a:cubicBezTo>
                  <a:cubicBezTo>
                    <a:pt x="0" y="1394"/>
                    <a:pt x="414" y="1808"/>
                    <a:pt x="927" y="1808"/>
                  </a:cubicBezTo>
                  <a:cubicBezTo>
                    <a:pt x="1120" y="1808"/>
                    <a:pt x="1299" y="1749"/>
                    <a:pt x="1448" y="1647"/>
                  </a:cubicBezTo>
                  <a:cubicBezTo>
                    <a:pt x="1400" y="1611"/>
                    <a:pt x="1351" y="1574"/>
                    <a:pt x="1306" y="1531"/>
                  </a:cubicBezTo>
                  <a:cubicBezTo>
                    <a:pt x="880" y="1131"/>
                    <a:pt x="725" y="560"/>
                    <a:pt x="659"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78" name="Google Shape;978;p68"/>
            <p:cNvSpPr/>
            <p:nvPr/>
          </p:nvSpPr>
          <p:spPr>
            <a:xfrm>
              <a:off x="1457900" y="2710950"/>
              <a:ext cx="43850" cy="51875"/>
            </a:xfrm>
            <a:custGeom>
              <a:rect b="b" l="l" r="r" t="t"/>
              <a:pathLst>
                <a:path extrusionOk="0" h="2075" w="1754">
                  <a:moveTo>
                    <a:pt x="746" y="0"/>
                  </a:moveTo>
                  <a:cubicBezTo>
                    <a:pt x="316" y="137"/>
                    <a:pt x="1" y="534"/>
                    <a:pt x="1" y="1010"/>
                  </a:cubicBezTo>
                  <a:cubicBezTo>
                    <a:pt x="1" y="1597"/>
                    <a:pt x="477" y="2074"/>
                    <a:pt x="1066" y="2074"/>
                  </a:cubicBezTo>
                  <a:cubicBezTo>
                    <a:pt x="1329" y="2074"/>
                    <a:pt x="1568" y="1975"/>
                    <a:pt x="1754" y="1816"/>
                  </a:cubicBezTo>
                  <a:cubicBezTo>
                    <a:pt x="1666" y="1763"/>
                    <a:pt x="1579" y="1703"/>
                    <a:pt x="1495" y="1632"/>
                  </a:cubicBezTo>
                  <a:cubicBezTo>
                    <a:pt x="1028" y="1231"/>
                    <a:pt x="805" y="606"/>
                    <a:pt x="746"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79" name="Google Shape;979;p68"/>
            <p:cNvSpPr/>
            <p:nvPr/>
          </p:nvSpPr>
          <p:spPr>
            <a:xfrm>
              <a:off x="2082625" y="3406700"/>
              <a:ext cx="94775" cy="97350"/>
            </a:xfrm>
            <a:custGeom>
              <a:rect b="b" l="l" r="r" t="t"/>
              <a:pathLst>
                <a:path extrusionOk="0" h="3894" w="3791">
                  <a:moveTo>
                    <a:pt x="1028" y="1"/>
                  </a:moveTo>
                  <a:lnTo>
                    <a:pt x="1028" y="1"/>
                  </a:lnTo>
                  <a:cubicBezTo>
                    <a:pt x="415" y="366"/>
                    <a:pt x="1" y="1029"/>
                    <a:pt x="1" y="1797"/>
                  </a:cubicBezTo>
                  <a:cubicBezTo>
                    <a:pt x="1" y="2954"/>
                    <a:pt x="940" y="3894"/>
                    <a:pt x="2098" y="3894"/>
                  </a:cubicBezTo>
                  <a:cubicBezTo>
                    <a:pt x="2796" y="3894"/>
                    <a:pt x="3410" y="3548"/>
                    <a:pt x="3791" y="3025"/>
                  </a:cubicBezTo>
                  <a:lnTo>
                    <a:pt x="3791" y="3025"/>
                  </a:lnTo>
                  <a:cubicBezTo>
                    <a:pt x="3710" y="3033"/>
                    <a:pt x="3628" y="3037"/>
                    <a:pt x="3547" y="3037"/>
                  </a:cubicBezTo>
                  <a:cubicBezTo>
                    <a:pt x="2942" y="3037"/>
                    <a:pt x="2341" y="2823"/>
                    <a:pt x="1800" y="2303"/>
                  </a:cubicBezTo>
                  <a:cubicBezTo>
                    <a:pt x="1119" y="1645"/>
                    <a:pt x="887" y="797"/>
                    <a:pt x="1028"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80" name="Google Shape;980;p68"/>
            <p:cNvSpPr/>
            <p:nvPr/>
          </p:nvSpPr>
          <p:spPr>
            <a:xfrm>
              <a:off x="1736775" y="3096250"/>
              <a:ext cx="87425" cy="50575"/>
            </a:xfrm>
            <a:custGeom>
              <a:rect b="b" l="l" r="r" t="t"/>
              <a:pathLst>
                <a:path extrusionOk="0" h="2023" w="3497">
                  <a:moveTo>
                    <a:pt x="774" y="0"/>
                  </a:moveTo>
                  <a:cubicBezTo>
                    <a:pt x="197" y="0"/>
                    <a:pt x="0" y="935"/>
                    <a:pt x="643" y="1120"/>
                  </a:cubicBezTo>
                  <a:cubicBezTo>
                    <a:pt x="1277" y="1304"/>
                    <a:pt x="1855" y="1572"/>
                    <a:pt x="2411" y="1930"/>
                  </a:cubicBezTo>
                  <a:cubicBezTo>
                    <a:pt x="2511" y="1994"/>
                    <a:pt x="2611" y="2023"/>
                    <a:pt x="2704" y="2023"/>
                  </a:cubicBezTo>
                  <a:cubicBezTo>
                    <a:pt x="3182" y="2023"/>
                    <a:pt x="3497" y="1280"/>
                    <a:pt x="2984" y="949"/>
                  </a:cubicBezTo>
                  <a:cubicBezTo>
                    <a:pt x="2353" y="541"/>
                    <a:pt x="1667" y="232"/>
                    <a:pt x="944" y="25"/>
                  </a:cubicBezTo>
                  <a:cubicBezTo>
                    <a:pt x="885" y="8"/>
                    <a:pt x="828" y="0"/>
                    <a:pt x="774" y="0"/>
                  </a:cubicBezTo>
                  <a:close/>
                </a:path>
              </a:pathLst>
            </a:custGeom>
            <a:solidFill>
              <a:srgbClr val="FFFFFF">
                <a:alpha val="980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81" name="Google Shape;981;p68"/>
            <p:cNvSpPr/>
            <p:nvPr/>
          </p:nvSpPr>
          <p:spPr>
            <a:xfrm>
              <a:off x="1797375" y="3146250"/>
              <a:ext cx="65225" cy="147175"/>
            </a:xfrm>
            <a:custGeom>
              <a:rect b="b" l="l" r="r" t="t"/>
              <a:pathLst>
                <a:path extrusionOk="0" h="5887" w="2609">
                  <a:moveTo>
                    <a:pt x="1288" y="0"/>
                  </a:moveTo>
                  <a:cubicBezTo>
                    <a:pt x="913" y="0"/>
                    <a:pt x="518" y="412"/>
                    <a:pt x="745" y="861"/>
                  </a:cubicBezTo>
                  <a:cubicBezTo>
                    <a:pt x="1457" y="2265"/>
                    <a:pt x="1253" y="3833"/>
                    <a:pt x="312" y="5073"/>
                  </a:cubicBezTo>
                  <a:cubicBezTo>
                    <a:pt x="0" y="5483"/>
                    <a:pt x="399" y="5887"/>
                    <a:pt x="814" y="5887"/>
                  </a:cubicBezTo>
                  <a:cubicBezTo>
                    <a:pt x="988" y="5887"/>
                    <a:pt x="1164" y="5816"/>
                    <a:pt x="1293" y="5646"/>
                  </a:cubicBezTo>
                  <a:cubicBezTo>
                    <a:pt x="2482" y="4083"/>
                    <a:pt x="2608" y="2025"/>
                    <a:pt x="1726" y="288"/>
                  </a:cubicBezTo>
                  <a:cubicBezTo>
                    <a:pt x="1623" y="84"/>
                    <a:pt x="1458" y="0"/>
                    <a:pt x="1288" y="0"/>
                  </a:cubicBezTo>
                  <a:close/>
                </a:path>
              </a:pathLst>
            </a:custGeom>
            <a:solidFill>
              <a:srgbClr val="FFFFFF">
                <a:alpha val="980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82" name="Google Shape;982;p68"/>
            <p:cNvSpPr/>
            <p:nvPr/>
          </p:nvSpPr>
          <p:spPr>
            <a:xfrm>
              <a:off x="1800825" y="2372900"/>
              <a:ext cx="20775" cy="23325"/>
            </a:xfrm>
            <a:custGeom>
              <a:rect b="b" l="l" r="r" t="t"/>
              <a:pathLst>
                <a:path extrusionOk="0" h="933" w="831">
                  <a:moveTo>
                    <a:pt x="241" y="0"/>
                  </a:moveTo>
                  <a:cubicBezTo>
                    <a:pt x="60" y="0"/>
                    <a:pt x="0" y="304"/>
                    <a:pt x="205" y="378"/>
                  </a:cubicBezTo>
                  <a:cubicBezTo>
                    <a:pt x="370" y="437"/>
                    <a:pt x="434" y="586"/>
                    <a:pt x="418" y="751"/>
                  </a:cubicBezTo>
                  <a:cubicBezTo>
                    <a:pt x="406" y="872"/>
                    <a:pt x="494" y="932"/>
                    <a:pt x="589" y="932"/>
                  </a:cubicBezTo>
                  <a:cubicBezTo>
                    <a:pt x="684" y="932"/>
                    <a:pt x="785" y="872"/>
                    <a:pt x="798" y="751"/>
                  </a:cubicBezTo>
                  <a:cubicBezTo>
                    <a:pt x="831" y="409"/>
                    <a:pt x="621" y="125"/>
                    <a:pt x="306" y="12"/>
                  </a:cubicBezTo>
                  <a:cubicBezTo>
                    <a:pt x="283" y="4"/>
                    <a:pt x="261" y="0"/>
                    <a:pt x="241" y="0"/>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83" name="Google Shape;983;p68"/>
            <p:cNvSpPr/>
            <p:nvPr/>
          </p:nvSpPr>
          <p:spPr>
            <a:xfrm>
              <a:off x="1483050" y="2714725"/>
              <a:ext cx="21700" cy="28100"/>
            </a:xfrm>
            <a:custGeom>
              <a:rect b="b" l="l" r="r" t="t"/>
              <a:pathLst>
                <a:path extrusionOk="0" h="1124" w="868">
                  <a:moveTo>
                    <a:pt x="271" y="1"/>
                  </a:moveTo>
                  <a:cubicBezTo>
                    <a:pt x="72" y="1"/>
                    <a:pt x="1" y="318"/>
                    <a:pt x="220" y="372"/>
                  </a:cubicBezTo>
                  <a:cubicBezTo>
                    <a:pt x="482" y="436"/>
                    <a:pt x="466" y="729"/>
                    <a:pt x="437" y="943"/>
                  </a:cubicBezTo>
                  <a:cubicBezTo>
                    <a:pt x="422" y="1063"/>
                    <a:pt x="509" y="1123"/>
                    <a:pt x="603" y="1123"/>
                  </a:cubicBezTo>
                  <a:cubicBezTo>
                    <a:pt x="698" y="1123"/>
                    <a:pt x="801" y="1063"/>
                    <a:pt x="816" y="943"/>
                  </a:cubicBezTo>
                  <a:cubicBezTo>
                    <a:pt x="868" y="551"/>
                    <a:pt x="752" y="112"/>
                    <a:pt x="321" y="7"/>
                  </a:cubicBezTo>
                  <a:cubicBezTo>
                    <a:pt x="304" y="3"/>
                    <a:pt x="287" y="1"/>
                    <a:pt x="271" y="1"/>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84" name="Google Shape;984;p68"/>
            <p:cNvSpPr/>
            <p:nvPr/>
          </p:nvSpPr>
          <p:spPr>
            <a:xfrm>
              <a:off x="2468075" y="2488325"/>
              <a:ext cx="67525" cy="80250"/>
            </a:xfrm>
            <a:custGeom>
              <a:rect b="b" l="l" r="r" t="t"/>
              <a:pathLst>
                <a:path extrusionOk="0" h="3210" w="2701">
                  <a:moveTo>
                    <a:pt x="506" y="1"/>
                  </a:moveTo>
                  <a:cubicBezTo>
                    <a:pt x="128" y="1"/>
                    <a:pt x="0" y="619"/>
                    <a:pt x="424" y="750"/>
                  </a:cubicBezTo>
                  <a:cubicBezTo>
                    <a:pt x="890" y="893"/>
                    <a:pt x="1367" y="1042"/>
                    <a:pt x="1635" y="1485"/>
                  </a:cubicBezTo>
                  <a:cubicBezTo>
                    <a:pt x="1884" y="1897"/>
                    <a:pt x="1925" y="2379"/>
                    <a:pt x="1877" y="2847"/>
                  </a:cubicBezTo>
                  <a:cubicBezTo>
                    <a:pt x="1852" y="3089"/>
                    <a:pt x="2028" y="3209"/>
                    <a:pt x="2216" y="3209"/>
                  </a:cubicBezTo>
                  <a:cubicBezTo>
                    <a:pt x="2406" y="3209"/>
                    <a:pt x="2609" y="3088"/>
                    <a:pt x="2634" y="2847"/>
                  </a:cubicBezTo>
                  <a:cubicBezTo>
                    <a:pt x="2700" y="2199"/>
                    <a:pt x="2581" y="1513"/>
                    <a:pt x="2204" y="971"/>
                  </a:cubicBezTo>
                  <a:cubicBezTo>
                    <a:pt x="1825" y="430"/>
                    <a:pt x="1231" y="205"/>
                    <a:pt x="624" y="19"/>
                  </a:cubicBezTo>
                  <a:cubicBezTo>
                    <a:pt x="583" y="6"/>
                    <a:pt x="543" y="1"/>
                    <a:pt x="506" y="1"/>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85" name="Google Shape;985;p68"/>
            <p:cNvSpPr/>
            <p:nvPr/>
          </p:nvSpPr>
          <p:spPr>
            <a:xfrm>
              <a:off x="2119400" y="3407250"/>
              <a:ext cx="58425" cy="55750"/>
            </a:xfrm>
            <a:custGeom>
              <a:rect b="b" l="l" r="r" t="t"/>
              <a:pathLst>
                <a:path extrusionOk="0" h="2230" w="2337">
                  <a:moveTo>
                    <a:pt x="350" y="0"/>
                  </a:moveTo>
                  <a:cubicBezTo>
                    <a:pt x="332" y="0"/>
                    <a:pt x="313" y="1"/>
                    <a:pt x="295" y="1"/>
                  </a:cubicBezTo>
                  <a:cubicBezTo>
                    <a:pt x="4" y="9"/>
                    <a:pt x="1" y="456"/>
                    <a:pt x="287" y="456"/>
                  </a:cubicBezTo>
                  <a:cubicBezTo>
                    <a:pt x="290" y="456"/>
                    <a:pt x="292" y="456"/>
                    <a:pt x="295" y="456"/>
                  </a:cubicBezTo>
                  <a:cubicBezTo>
                    <a:pt x="310" y="455"/>
                    <a:pt x="325" y="455"/>
                    <a:pt x="341" y="455"/>
                  </a:cubicBezTo>
                  <a:cubicBezTo>
                    <a:pt x="1204" y="455"/>
                    <a:pt x="1857" y="1136"/>
                    <a:pt x="1758" y="2013"/>
                  </a:cubicBezTo>
                  <a:cubicBezTo>
                    <a:pt x="1742" y="2158"/>
                    <a:pt x="1847" y="2230"/>
                    <a:pt x="1961" y="2230"/>
                  </a:cubicBezTo>
                  <a:cubicBezTo>
                    <a:pt x="2074" y="2230"/>
                    <a:pt x="2196" y="2157"/>
                    <a:pt x="2213" y="2013"/>
                  </a:cubicBezTo>
                  <a:cubicBezTo>
                    <a:pt x="2337" y="896"/>
                    <a:pt x="1439" y="0"/>
                    <a:pt x="350" y="0"/>
                  </a:cubicBezTo>
                  <a:close/>
                </a:path>
              </a:pathLst>
            </a:custGeom>
            <a:solidFill>
              <a:srgbClr val="FFFFFF">
                <a:alpha val="980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86" name="Google Shape;986;p68"/>
            <p:cNvSpPr/>
            <p:nvPr/>
          </p:nvSpPr>
          <p:spPr>
            <a:xfrm>
              <a:off x="2008900" y="2678000"/>
              <a:ext cx="92575" cy="26100"/>
            </a:xfrm>
            <a:custGeom>
              <a:rect b="b" l="l" r="r" t="t"/>
              <a:pathLst>
                <a:path extrusionOk="0" h="1044" w="3703">
                  <a:moveTo>
                    <a:pt x="2076" y="0"/>
                  </a:moveTo>
                  <a:cubicBezTo>
                    <a:pt x="1567" y="0"/>
                    <a:pt x="1058" y="76"/>
                    <a:pt x="546" y="159"/>
                  </a:cubicBezTo>
                  <a:cubicBezTo>
                    <a:pt x="0" y="249"/>
                    <a:pt x="193" y="1043"/>
                    <a:pt x="705" y="1043"/>
                  </a:cubicBezTo>
                  <a:cubicBezTo>
                    <a:pt x="732" y="1043"/>
                    <a:pt x="760" y="1041"/>
                    <a:pt x="789" y="1037"/>
                  </a:cubicBezTo>
                  <a:cubicBezTo>
                    <a:pt x="1210" y="968"/>
                    <a:pt x="1629" y="905"/>
                    <a:pt x="2048" y="905"/>
                  </a:cubicBezTo>
                  <a:cubicBezTo>
                    <a:pt x="2347" y="905"/>
                    <a:pt x="2647" y="937"/>
                    <a:pt x="2945" y="1023"/>
                  </a:cubicBezTo>
                  <a:cubicBezTo>
                    <a:pt x="2993" y="1036"/>
                    <a:pt x="3038" y="1042"/>
                    <a:pt x="3080" y="1042"/>
                  </a:cubicBezTo>
                  <a:cubicBezTo>
                    <a:pt x="3543" y="1042"/>
                    <a:pt x="3702" y="294"/>
                    <a:pt x="3187" y="147"/>
                  </a:cubicBezTo>
                  <a:cubicBezTo>
                    <a:pt x="2817" y="40"/>
                    <a:pt x="2447" y="0"/>
                    <a:pt x="2076" y="0"/>
                  </a:cubicBezTo>
                  <a:close/>
                </a:path>
              </a:pathLst>
            </a:custGeom>
            <a:solidFill>
              <a:srgbClr val="FFFFFF">
                <a:alpha val="980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87" name="Google Shape;987;p68"/>
            <p:cNvSpPr/>
            <p:nvPr/>
          </p:nvSpPr>
          <p:spPr>
            <a:xfrm>
              <a:off x="2099550" y="2698200"/>
              <a:ext cx="67800" cy="116100"/>
            </a:xfrm>
            <a:custGeom>
              <a:rect b="b" l="l" r="r" t="t"/>
              <a:pathLst>
                <a:path extrusionOk="0" h="4644" w="2712">
                  <a:moveTo>
                    <a:pt x="689" y="0"/>
                  </a:moveTo>
                  <a:cubicBezTo>
                    <a:pt x="323" y="0"/>
                    <a:pt x="1" y="459"/>
                    <a:pt x="348" y="761"/>
                  </a:cubicBezTo>
                  <a:cubicBezTo>
                    <a:pt x="1305" y="1597"/>
                    <a:pt x="1781" y="2809"/>
                    <a:pt x="1560" y="4073"/>
                  </a:cubicBezTo>
                  <a:cubicBezTo>
                    <a:pt x="1500" y="4418"/>
                    <a:pt x="1793" y="4643"/>
                    <a:pt x="2058" y="4643"/>
                  </a:cubicBezTo>
                  <a:cubicBezTo>
                    <a:pt x="2233" y="4643"/>
                    <a:pt x="2396" y="4544"/>
                    <a:pt x="2436" y="4315"/>
                  </a:cubicBezTo>
                  <a:cubicBezTo>
                    <a:pt x="2712" y="2741"/>
                    <a:pt x="2202" y="1175"/>
                    <a:pt x="989" y="118"/>
                  </a:cubicBezTo>
                  <a:cubicBezTo>
                    <a:pt x="894" y="35"/>
                    <a:pt x="790" y="0"/>
                    <a:pt x="689" y="0"/>
                  </a:cubicBezTo>
                  <a:close/>
                </a:path>
              </a:pathLst>
            </a:custGeom>
            <a:solidFill>
              <a:srgbClr val="FFFFFF">
                <a:alpha val="980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88" name="Google Shape;988;p68"/>
            <p:cNvSpPr/>
            <p:nvPr/>
          </p:nvSpPr>
          <p:spPr>
            <a:xfrm>
              <a:off x="2053925" y="2367700"/>
              <a:ext cx="33450" cy="13200"/>
            </a:xfrm>
            <a:custGeom>
              <a:rect b="b" l="l" r="r" t="t"/>
              <a:pathLst>
                <a:path extrusionOk="0" h="528" w="1338">
                  <a:moveTo>
                    <a:pt x="587" y="1"/>
                  </a:moveTo>
                  <a:cubicBezTo>
                    <a:pt x="459" y="1"/>
                    <a:pt x="329" y="24"/>
                    <a:pt x="202" y="73"/>
                  </a:cubicBezTo>
                  <a:cubicBezTo>
                    <a:pt x="0" y="150"/>
                    <a:pt x="58" y="451"/>
                    <a:pt x="235" y="451"/>
                  </a:cubicBezTo>
                  <a:cubicBezTo>
                    <a:pt x="256" y="451"/>
                    <a:pt x="279" y="447"/>
                    <a:pt x="303" y="438"/>
                  </a:cubicBezTo>
                  <a:cubicBezTo>
                    <a:pt x="401" y="400"/>
                    <a:pt x="495" y="381"/>
                    <a:pt x="588" y="381"/>
                  </a:cubicBezTo>
                  <a:cubicBezTo>
                    <a:pt x="720" y="381"/>
                    <a:pt x="847" y="419"/>
                    <a:pt x="973" y="498"/>
                  </a:cubicBezTo>
                  <a:cubicBezTo>
                    <a:pt x="1006" y="518"/>
                    <a:pt x="1039" y="527"/>
                    <a:pt x="1069" y="527"/>
                  </a:cubicBezTo>
                  <a:cubicBezTo>
                    <a:pt x="1231" y="527"/>
                    <a:pt x="1338" y="279"/>
                    <a:pt x="1165" y="171"/>
                  </a:cubicBezTo>
                  <a:cubicBezTo>
                    <a:pt x="985" y="59"/>
                    <a:pt x="787" y="1"/>
                    <a:pt x="587" y="1"/>
                  </a:cubicBezTo>
                  <a:close/>
                </a:path>
              </a:pathLst>
            </a:custGeom>
            <a:solidFill>
              <a:srgbClr val="FFFFFF">
                <a:alpha val="980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89" name="Google Shape;989;p68"/>
            <p:cNvSpPr/>
            <p:nvPr/>
          </p:nvSpPr>
          <p:spPr>
            <a:xfrm>
              <a:off x="2086050" y="2379800"/>
              <a:ext cx="16425" cy="22175"/>
            </a:xfrm>
            <a:custGeom>
              <a:rect b="b" l="l" r="r" t="t"/>
              <a:pathLst>
                <a:path extrusionOk="0" h="887" w="657">
                  <a:moveTo>
                    <a:pt x="263" y="1"/>
                  </a:moveTo>
                  <a:cubicBezTo>
                    <a:pt x="127" y="1"/>
                    <a:pt x="1" y="191"/>
                    <a:pt x="119" y="332"/>
                  </a:cubicBezTo>
                  <a:cubicBezTo>
                    <a:pt x="212" y="444"/>
                    <a:pt x="258" y="561"/>
                    <a:pt x="268" y="704"/>
                  </a:cubicBezTo>
                  <a:cubicBezTo>
                    <a:pt x="277" y="825"/>
                    <a:pt x="376" y="886"/>
                    <a:pt x="471" y="886"/>
                  </a:cubicBezTo>
                  <a:cubicBezTo>
                    <a:pt x="566" y="886"/>
                    <a:pt x="656" y="826"/>
                    <a:pt x="647" y="704"/>
                  </a:cubicBezTo>
                  <a:cubicBezTo>
                    <a:pt x="628" y="455"/>
                    <a:pt x="547" y="256"/>
                    <a:pt x="387" y="64"/>
                  </a:cubicBezTo>
                  <a:cubicBezTo>
                    <a:pt x="350" y="19"/>
                    <a:pt x="306" y="1"/>
                    <a:pt x="263" y="1"/>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90" name="Google Shape;990;p68"/>
            <p:cNvSpPr/>
            <p:nvPr/>
          </p:nvSpPr>
          <p:spPr>
            <a:xfrm>
              <a:off x="1663100" y="2568750"/>
              <a:ext cx="29200" cy="41600"/>
            </a:xfrm>
            <a:custGeom>
              <a:rect b="b" l="l" r="r" t="t"/>
              <a:pathLst>
                <a:path extrusionOk="0" h="1664" w="1168">
                  <a:moveTo>
                    <a:pt x="301" y="1"/>
                  </a:moveTo>
                  <a:cubicBezTo>
                    <a:pt x="85" y="1"/>
                    <a:pt x="0" y="337"/>
                    <a:pt x="231" y="368"/>
                  </a:cubicBezTo>
                  <a:cubicBezTo>
                    <a:pt x="766" y="445"/>
                    <a:pt x="783" y="1059"/>
                    <a:pt x="787" y="1480"/>
                  </a:cubicBezTo>
                  <a:cubicBezTo>
                    <a:pt x="788" y="1602"/>
                    <a:pt x="883" y="1664"/>
                    <a:pt x="978" y="1664"/>
                  </a:cubicBezTo>
                  <a:cubicBezTo>
                    <a:pt x="1073" y="1664"/>
                    <a:pt x="1167" y="1602"/>
                    <a:pt x="1167" y="1480"/>
                  </a:cubicBezTo>
                  <a:cubicBezTo>
                    <a:pt x="1162" y="894"/>
                    <a:pt x="1046" y="105"/>
                    <a:pt x="333" y="3"/>
                  </a:cubicBezTo>
                  <a:cubicBezTo>
                    <a:pt x="322" y="1"/>
                    <a:pt x="312" y="1"/>
                    <a:pt x="301" y="1"/>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91" name="Google Shape;991;p68"/>
            <p:cNvSpPr/>
            <p:nvPr/>
          </p:nvSpPr>
          <p:spPr>
            <a:xfrm>
              <a:off x="2312950" y="3191050"/>
              <a:ext cx="34950" cy="25275"/>
            </a:xfrm>
            <a:custGeom>
              <a:rect b="b" l="l" r="r" t="t"/>
              <a:pathLst>
                <a:path extrusionOk="0" h="1011" w="1398">
                  <a:moveTo>
                    <a:pt x="263" y="1"/>
                  </a:moveTo>
                  <a:cubicBezTo>
                    <a:pt x="257" y="1"/>
                    <a:pt x="251" y="1"/>
                    <a:pt x="245" y="1"/>
                  </a:cubicBezTo>
                  <a:cubicBezTo>
                    <a:pt x="1" y="2"/>
                    <a:pt x="1" y="378"/>
                    <a:pt x="243" y="378"/>
                  </a:cubicBezTo>
                  <a:cubicBezTo>
                    <a:pt x="244" y="378"/>
                    <a:pt x="245" y="378"/>
                    <a:pt x="245" y="378"/>
                  </a:cubicBezTo>
                  <a:cubicBezTo>
                    <a:pt x="249" y="378"/>
                    <a:pt x="252" y="378"/>
                    <a:pt x="256" y="378"/>
                  </a:cubicBezTo>
                  <a:cubicBezTo>
                    <a:pt x="581" y="378"/>
                    <a:pt x="873" y="570"/>
                    <a:pt x="982" y="881"/>
                  </a:cubicBezTo>
                  <a:cubicBezTo>
                    <a:pt x="1014" y="971"/>
                    <a:pt x="1091" y="1010"/>
                    <a:pt x="1167" y="1010"/>
                  </a:cubicBezTo>
                  <a:cubicBezTo>
                    <a:pt x="1283" y="1010"/>
                    <a:pt x="1398" y="920"/>
                    <a:pt x="1349" y="781"/>
                  </a:cubicBezTo>
                  <a:cubicBezTo>
                    <a:pt x="1182" y="313"/>
                    <a:pt x="761" y="1"/>
                    <a:pt x="263" y="1"/>
                  </a:cubicBezTo>
                  <a:close/>
                </a:path>
              </a:pathLst>
            </a:custGeom>
            <a:solidFill>
              <a:srgbClr val="FFFFFF">
                <a:alpha val="980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92" name="Google Shape;992;p68"/>
            <p:cNvSpPr/>
            <p:nvPr/>
          </p:nvSpPr>
          <p:spPr>
            <a:xfrm>
              <a:off x="2543825" y="2945725"/>
              <a:ext cx="60050" cy="24450"/>
            </a:xfrm>
            <a:custGeom>
              <a:rect b="b" l="l" r="r" t="t"/>
              <a:pathLst>
                <a:path extrusionOk="0" h="978" w="2402">
                  <a:moveTo>
                    <a:pt x="1440" y="0"/>
                  </a:moveTo>
                  <a:cubicBezTo>
                    <a:pt x="1017" y="0"/>
                    <a:pt x="600" y="134"/>
                    <a:pt x="254" y="396"/>
                  </a:cubicBezTo>
                  <a:cubicBezTo>
                    <a:pt x="1" y="587"/>
                    <a:pt x="161" y="978"/>
                    <a:pt x="399" y="978"/>
                  </a:cubicBezTo>
                  <a:cubicBezTo>
                    <a:pt x="450" y="978"/>
                    <a:pt x="505" y="960"/>
                    <a:pt x="560" y="918"/>
                  </a:cubicBezTo>
                  <a:cubicBezTo>
                    <a:pt x="830" y="714"/>
                    <a:pt x="1127" y="608"/>
                    <a:pt x="1439" y="608"/>
                  </a:cubicBezTo>
                  <a:cubicBezTo>
                    <a:pt x="1591" y="608"/>
                    <a:pt x="1747" y="633"/>
                    <a:pt x="1904" y="685"/>
                  </a:cubicBezTo>
                  <a:cubicBezTo>
                    <a:pt x="1939" y="696"/>
                    <a:pt x="1971" y="701"/>
                    <a:pt x="2002" y="701"/>
                  </a:cubicBezTo>
                  <a:cubicBezTo>
                    <a:pt x="2300" y="701"/>
                    <a:pt x="2401" y="209"/>
                    <a:pt x="2065" y="100"/>
                  </a:cubicBezTo>
                  <a:cubicBezTo>
                    <a:pt x="1861" y="33"/>
                    <a:pt x="1650" y="0"/>
                    <a:pt x="1440" y="0"/>
                  </a:cubicBezTo>
                  <a:close/>
                </a:path>
              </a:pathLst>
            </a:custGeom>
            <a:solidFill>
              <a:srgbClr val="FFFFFF">
                <a:alpha val="980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93" name="Google Shape;993;p68"/>
            <p:cNvSpPr/>
            <p:nvPr/>
          </p:nvSpPr>
          <p:spPr>
            <a:xfrm>
              <a:off x="2604925" y="2955925"/>
              <a:ext cx="49550" cy="63925"/>
            </a:xfrm>
            <a:custGeom>
              <a:rect b="b" l="l" r="r" t="t"/>
              <a:pathLst>
                <a:path extrusionOk="0" h="2557" w="1982">
                  <a:moveTo>
                    <a:pt x="378" y="1"/>
                  </a:moveTo>
                  <a:cubicBezTo>
                    <a:pt x="1" y="1"/>
                    <a:pt x="5" y="593"/>
                    <a:pt x="391" y="609"/>
                  </a:cubicBezTo>
                  <a:cubicBezTo>
                    <a:pt x="639" y="620"/>
                    <a:pt x="951" y="1170"/>
                    <a:pt x="1069" y="1359"/>
                  </a:cubicBezTo>
                  <a:cubicBezTo>
                    <a:pt x="1246" y="1640"/>
                    <a:pt x="1365" y="1929"/>
                    <a:pt x="1372" y="2263"/>
                  </a:cubicBezTo>
                  <a:cubicBezTo>
                    <a:pt x="1375" y="2459"/>
                    <a:pt x="1529" y="2556"/>
                    <a:pt x="1681" y="2556"/>
                  </a:cubicBezTo>
                  <a:cubicBezTo>
                    <a:pt x="1832" y="2556"/>
                    <a:pt x="1982" y="2459"/>
                    <a:pt x="1978" y="2263"/>
                  </a:cubicBezTo>
                  <a:cubicBezTo>
                    <a:pt x="1968" y="1732"/>
                    <a:pt x="1755" y="1265"/>
                    <a:pt x="1447" y="839"/>
                  </a:cubicBezTo>
                  <a:cubicBezTo>
                    <a:pt x="1176" y="466"/>
                    <a:pt x="892" y="21"/>
                    <a:pt x="391" y="1"/>
                  </a:cubicBezTo>
                  <a:cubicBezTo>
                    <a:pt x="387" y="1"/>
                    <a:pt x="382" y="1"/>
                    <a:pt x="378" y="1"/>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94" name="Google Shape;994;p68"/>
            <p:cNvSpPr/>
            <p:nvPr/>
          </p:nvSpPr>
          <p:spPr>
            <a:xfrm>
              <a:off x="1741213" y="3096250"/>
              <a:ext cx="87425" cy="50575"/>
            </a:xfrm>
            <a:custGeom>
              <a:rect b="b" l="l" r="r" t="t"/>
              <a:pathLst>
                <a:path extrusionOk="0" h="2023" w="3497">
                  <a:moveTo>
                    <a:pt x="774" y="0"/>
                  </a:moveTo>
                  <a:cubicBezTo>
                    <a:pt x="197" y="0"/>
                    <a:pt x="0" y="935"/>
                    <a:pt x="643" y="1120"/>
                  </a:cubicBezTo>
                  <a:cubicBezTo>
                    <a:pt x="1277" y="1304"/>
                    <a:pt x="1855" y="1572"/>
                    <a:pt x="2411" y="1930"/>
                  </a:cubicBezTo>
                  <a:cubicBezTo>
                    <a:pt x="2511" y="1994"/>
                    <a:pt x="2611" y="2023"/>
                    <a:pt x="2704" y="2023"/>
                  </a:cubicBezTo>
                  <a:cubicBezTo>
                    <a:pt x="3182" y="2023"/>
                    <a:pt x="3497" y="1280"/>
                    <a:pt x="2984" y="949"/>
                  </a:cubicBezTo>
                  <a:cubicBezTo>
                    <a:pt x="2353" y="541"/>
                    <a:pt x="1667" y="232"/>
                    <a:pt x="944" y="25"/>
                  </a:cubicBezTo>
                  <a:cubicBezTo>
                    <a:pt x="885" y="8"/>
                    <a:pt x="828" y="0"/>
                    <a:pt x="774" y="0"/>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95" name="Google Shape;995;p68"/>
            <p:cNvSpPr/>
            <p:nvPr/>
          </p:nvSpPr>
          <p:spPr>
            <a:xfrm>
              <a:off x="1801813" y="3146250"/>
              <a:ext cx="65225" cy="147175"/>
            </a:xfrm>
            <a:custGeom>
              <a:rect b="b" l="l" r="r" t="t"/>
              <a:pathLst>
                <a:path extrusionOk="0" h="5887" w="2609">
                  <a:moveTo>
                    <a:pt x="1288" y="0"/>
                  </a:moveTo>
                  <a:cubicBezTo>
                    <a:pt x="913" y="0"/>
                    <a:pt x="518" y="412"/>
                    <a:pt x="745" y="861"/>
                  </a:cubicBezTo>
                  <a:cubicBezTo>
                    <a:pt x="1457" y="2265"/>
                    <a:pt x="1253" y="3833"/>
                    <a:pt x="312" y="5073"/>
                  </a:cubicBezTo>
                  <a:cubicBezTo>
                    <a:pt x="0" y="5483"/>
                    <a:pt x="399" y="5887"/>
                    <a:pt x="814" y="5887"/>
                  </a:cubicBezTo>
                  <a:cubicBezTo>
                    <a:pt x="988" y="5887"/>
                    <a:pt x="1164" y="5816"/>
                    <a:pt x="1293" y="5646"/>
                  </a:cubicBezTo>
                  <a:cubicBezTo>
                    <a:pt x="2482" y="4083"/>
                    <a:pt x="2608" y="2025"/>
                    <a:pt x="1726" y="288"/>
                  </a:cubicBezTo>
                  <a:cubicBezTo>
                    <a:pt x="1623" y="84"/>
                    <a:pt x="1458" y="0"/>
                    <a:pt x="1288" y="0"/>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96" name="Google Shape;996;p68"/>
            <p:cNvSpPr/>
            <p:nvPr/>
          </p:nvSpPr>
          <p:spPr>
            <a:xfrm>
              <a:off x="2123838" y="3407250"/>
              <a:ext cx="58425" cy="55750"/>
            </a:xfrm>
            <a:custGeom>
              <a:rect b="b" l="l" r="r" t="t"/>
              <a:pathLst>
                <a:path extrusionOk="0" h="2230" w="2337">
                  <a:moveTo>
                    <a:pt x="350" y="0"/>
                  </a:moveTo>
                  <a:cubicBezTo>
                    <a:pt x="332" y="0"/>
                    <a:pt x="313" y="1"/>
                    <a:pt x="295" y="1"/>
                  </a:cubicBezTo>
                  <a:cubicBezTo>
                    <a:pt x="4" y="9"/>
                    <a:pt x="1" y="456"/>
                    <a:pt x="287" y="456"/>
                  </a:cubicBezTo>
                  <a:cubicBezTo>
                    <a:pt x="290" y="456"/>
                    <a:pt x="292" y="456"/>
                    <a:pt x="295" y="456"/>
                  </a:cubicBezTo>
                  <a:cubicBezTo>
                    <a:pt x="310" y="455"/>
                    <a:pt x="325" y="455"/>
                    <a:pt x="341" y="455"/>
                  </a:cubicBezTo>
                  <a:cubicBezTo>
                    <a:pt x="1204" y="455"/>
                    <a:pt x="1857" y="1136"/>
                    <a:pt x="1758" y="2013"/>
                  </a:cubicBezTo>
                  <a:cubicBezTo>
                    <a:pt x="1742" y="2158"/>
                    <a:pt x="1847" y="2230"/>
                    <a:pt x="1961" y="2230"/>
                  </a:cubicBezTo>
                  <a:cubicBezTo>
                    <a:pt x="2074" y="2230"/>
                    <a:pt x="2196" y="2157"/>
                    <a:pt x="2213" y="2013"/>
                  </a:cubicBezTo>
                  <a:cubicBezTo>
                    <a:pt x="2337" y="896"/>
                    <a:pt x="1439" y="0"/>
                    <a:pt x="350" y="0"/>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97" name="Google Shape;997;p68"/>
            <p:cNvSpPr/>
            <p:nvPr/>
          </p:nvSpPr>
          <p:spPr>
            <a:xfrm>
              <a:off x="2013338" y="2678000"/>
              <a:ext cx="92575" cy="26100"/>
            </a:xfrm>
            <a:custGeom>
              <a:rect b="b" l="l" r="r" t="t"/>
              <a:pathLst>
                <a:path extrusionOk="0" h="1044" w="3703">
                  <a:moveTo>
                    <a:pt x="2076" y="0"/>
                  </a:moveTo>
                  <a:cubicBezTo>
                    <a:pt x="1567" y="0"/>
                    <a:pt x="1058" y="76"/>
                    <a:pt x="546" y="159"/>
                  </a:cubicBezTo>
                  <a:cubicBezTo>
                    <a:pt x="0" y="249"/>
                    <a:pt x="193" y="1043"/>
                    <a:pt x="705" y="1043"/>
                  </a:cubicBezTo>
                  <a:cubicBezTo>
                    <a:pt x="732" y="1043"/>
                    <a:pt x="760" y="1041"/>
                    <a:pt x="789" y="1037"/>
                  </a:cubicBezTo>
                  <a:cubicBezTo>
                    <a:pt x="1210" y="968"/>
                    <a:pt x="1629" y="905"/>
                    <a:pt x="2048" y="905"/>
                  </a:cubicBezTo>
                  <a:cubicBezTo>
                    <a:pt x="2347" y="905"/>
                    <a:pt x="2647" y="937"/>
                    <a:pt x="2945" y="1023"/>
                  </a:cubicBezTo>
                  <a:cubicBezTo>
                    <a:pt x="2993" y="1036"/>
                    <a:pt x="3038" y="1042"/>
                    <a:pt x="3080" y="1042"/>
                  </a:cubicBezTo>
                  <a:cubicBezTo>
                    <a:pt x="3543" y="1042"/>
                    <a:pt x="3702" y="294"/>
                    <a:pt x="3187" y="147"/>
                  </a:cubicBezTo>
                  <a:cubicBezTo>
                    <a:pt x="2817" y="40"/>
                    <a:pt x="2447" y="0"/>
                    <a:pt x="2076" y="0"/>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98" name="Google Shape;998;p68"/>
            <p:cNvSpPr/>
            <p:nvPr/>
          </p:nvSpPr>
          <p:spPr>
            <a:xfrm>
              <a:off x="2103988" y="2698200"/>
              <a:ext cx="67800" cy="116100"/>
            </a:xfrm>
            <a:custGeom>
              <a:rect b="b" l="l" r="r" t="t"/>
              <a:pathLst>
                <a:path extrusionOk="0" h="4644" w="2712">
                  <a:moveTo>
                    <a:pt x="689" y="0"/>
                  </a:moveTo>
                  <a:cubicBezTo>
                    <a:pt x="323" y="0"/>
                    <a:pt x="1" y="459"/>
                    <a:pt x="348" y="761"/>
                  </a:cubicBezTo>
                  <a:cubicBezTo>
                    <a:pt x="1305" y="1597"/>
                    <a:pt x="1781" y="2809"/>
                    <a:pt x="1560" y="4073"/>
                  </a:cubicBezTo>
                  <a:cubicBezTo>
                    <a:pt x="1500" y="4418"/>
                    <a:pt x="1793" y="4643"/>
                    <a:pt x="2058" y="4643"/>
                  </a:cubicBezTo>
                  <a:cubicBezTo>
                    <a:pt x="2233" y="4643"/>
                    <a:pt x="2396" y="4544"/>
                    <a:pt x="2436" y="4315"/>
                  </a:cubicBezTo>
                  <a:cubicBezTo>
                    <a:pt x="2712" y="2741"/>
                    <a:pt x="2202" y="1175"/>
                    <a:pt x="989" y="118"/>
                  </a:cubicBezTo>
                  <a:cubicBezTo>
                    <a:pt x="894" y="35"/>
                    <a:pt x="790" y="0"/>
                    <a:pt x="689" y="0"/>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99" name="Google Shape;999;p68"/>
            <p:cNvSpPr/>
            <p:nvPr/>
          </p:nvSpPr>
          <p:spPr>
            <a:xfrm>
              <a:off x="2317388" y="3191050"/>
              <a:ext cx="34950" cy="25275"/>
            </a:xfrm>
            <a:custGeom>
              <a:rect b="b" l="l" r="r" t="t"/>
              <a:pathLst>
                <a:path extrusionOk="0" h="1011" w="1398">
                  <a:moveTo>
                    <a:pt x="263" y="1"/>
                  </a:moveTo>
                  <a:cubicBezTo>
                    <a:pt x="257" y="1"/>
                    <a:pt x="251" y="1"/>
                    <a:pt x="245" y="1"/>
                  </a:cubicBezTo>
                  <a:cubicBezTo>
                    <a:pt x="1" y="2"/>
                    <a:pt x="1" y="378"/>
                    <a:pt x="243" y="378"/>
                  </a:cubicBezTo>
                  <a:cubicBezTo>
                    <a:pt x="244" y="378"/>
                    <a:pt x="245" y="378"/>
                    <a:pt x="245" y="378"/>
                  </a:cubicBezTo>
                  <a:cubicBezTo>
                    <a:pt x="249" y="378"/>
                    <a:pt x="252" y="378"/>
                    <a:pt x="256" y="378"/>
                  </a:cubicBezTo>
                  <a:cubicBezTo>
                    <a:pt x="581" y="378"/>
                    <a:pt x="873" y="570"/>
                    <a:pt x="982" y="881"/>
                  </a:cubicBezTo>
                  <a:cubicBezTo>
                    <a:pt x="1014" y="971"/>
                    <a:pt x="1091" y="1010"/>
                    <a:pt x="1167" y="1010"/>
                  </a:cubicBezTo>
                  <a:cubicBezTo>
                    <a:pt x="1283" y="1010"/>
                    <a:pt x="1398" y="920"/>
                    <a:pt x="1349" y="781"/>
                  </a:cubicBezTo>
                  <a:cubicBezTo>
                    <a:pt x="1182" y="313"/>
                    <a:pt x="761" y="1"/>
                    <a:pt x="263" y="1"/>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00" name="Google Shape;1000;p68"/>
            <p:cNvSpPr/>
            <p:nvPr/>
          </p:nvSpPr>
          <p:spPr>
            <a:xfrm>
              <a:off x="2548263" y="2945725"/>
              <a:ext cx="60050" cy="24450"/>
            </a:xfrm>
            <a:custGeom>
              <a:rect b="b" l="l" r="r" t="t"/>
              <a:pathLst>
                <a:path extrusionOk="0" h="978" w="2402">
                  <a:moveTo>
                    <a:pt x="1440" y="0"/>
                  </a:moveTo>
                  <a:cubicBezTo>
                    <a:pt x="1017" y="0"/>
                    <a:pt x="600" y="134"/>
                    <a:pt x="254" y="396"/>
                  </a:cubicBezTo>
                  <a:cubicBezTo>
                    <a:pt x="1" y="587"/>
                    <a:pt x="161" y="978"/>
                    <a:pt x="399" y="978"/>
                  </a:cubicBezTo>
                  <a:cubicBezTo>
                    <a:pt x="450" y="978"/>
                    <a:pt x="505" y="960"/>
                    <a:pt x="560" y="918"/>
                  </a:cubicBezTo>
                  <a:cubicBezTo>
                    <a:pt x="830" y="714"/>
                    <a:pt x="1127" y="608"/>
                    <a:pt x="1439" y="608"/>
                  </a:cubicBezTo>
                  <a:cubicBezTo>
                    <a:pt x="1591" y="608"/>
                    <a:pt x="1747" y="633"/>
                    <a:pt x="1904" y="685"/>
                  </a:cubicBezTo>
                  <a:cubicBezTo>
                    <a:pt x="1939" y="696"/>
                    <a:pt x="1971" y="701"/>
                    <a:pt x="2002" y="701"/>
                  </a:cubicBezTo>
                  <a:cubicBezTo>
                    <a:pt x="2300" y="701"/>
                    <a:pt x="2401" y="209"/>
                    <a:pt x="2065" y="100"/>
                  </a:cubicBezTo>
                  <a:cubicBezTo>
                    <a:pt x="1861" y="33"/>
                    <a:pt x="1650" y="0"/>
                    <a:pt x="1440" y="0"/>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1001" name="Google Shape;1001;p68"/>
          <p:cNvPicPr preferRelativeResize="0"/>
          <p:nvPr/>
        </p:nvPicPr>
        <p:blipFill rotWithShape="1">
          <a:blip r:embed="rId2">
            <a:alphaModFix amt="14000"/>
          </a:blip>
          <a:srcRect b="0" l="0" r="0" t="0"/>
          <a:stretch/>
        </p:blipFill>
        <p:spPr>
          <a:xfrm>
            <a:off x="0" y="0"/>
            <a:ext cx="9144000" cy="5143500"/>
          </a:xfrm>
          <a:prstGeom prst="rect">
            <a:avLst/>
          </a:prstGeom>
          <a:noFill/>
          <a:ln>
            <a:noFill/>
          </a:ln>
        </p:spPr>
      </p:pic>
      <p:grpSp>
        <p:nvGrpSpPr>
          <p:cNvPr id="1002" name="Google Shape;1002;p68"/>
          <p:cNvGrpSpPr/>
          <p:nvPr/>
        </p:nvGrpSpPr>
        <p:grpSpPr>
          <a:xfrm>
            <a:off x="720000" y="1198050"/>
            <a:ext cx="6108900" cy="2747400"/>
            <a:chOff x="720000" y="1198050"/>
            <a:chExt cx="6108900" cy="2747400"/>
          </a:xfrm>
        </p:grpSpPr>
        <p:grpSp>
          <p:nvGrpSpPr>
            <p:cNvPr id="1003" name="Google Shape;1003;p68"/>
            <p:cNvGrpSpPr/>
            <p:nvPr/>
          </p:nvGrpSpPr>
          <p:grpSpPr>
            <a:xfrm>
              <a:off x="720000" y="1198050"/>
              <a:ext cx="6108900" cy="2747400"/>
              <a:chOff x="1123325" y="1089000"/>
              <a:chExt cx="6108900" cy="2747400"/>
            </a:xfrm>
          </p:grpSpPr>
          <p:sp>
            <p:nvSpPr>
              <p:cNvPr id="1004" name="Google Shape;1004;p68"/>
              <p:cNvSpPr/>
              <p:nvPr/>
            </p:nvSpPr>
            <p:spPr>
              <a:xfrm>
                <a:off x="1123325" y="1089000"/>
                <a:ext cx="6108900" cy="2747400"/>
              </a:xfrm>
              <a:prstGeom prst="rect">
                <a:avLst/>
              </a:prstGeom>
              <a:solidFill>
                <a:srgbClr val="7C7C7C">
                  <a:alpha val="26274"/>
                </a:srgbClr>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05" name="Google Shape;1005;p68"/>
              <p:cNvSpPr/>
              <p:nvPr/>
            </p:nvSpPr>
            <p:spPr>
              <a:xfrm>
                <a:off x="1123325" y="1089000"/>
                <a:ext cx="6108900" cy="218100"/>
              </a:xfrm>
              <a:prstGeom prst="rect">
                <a:avLst/>
              </a:prstGeom>
              <a:solidFill>
                <a:schemeClr val="dk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06" name="Google Shape;1006;p68"/>
              <p:cNvSpPr/>
              <p:nvPr/>
            </p:nvSpPr>
            <p:spPr>
              <a:xfrm>
                <a:off x="1237750" y="1147925"/>
                <a:ext cx="100200" cy="100200"/>
              </a:xfrm>
              <a:prstGeom prst="ellips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07" name="Google Shape;1007;p68"/>
              <p:cNvSpPr/>
              <p:nvPr/>
            </p:nvSpPr>
            <p:spPr>
              <a:xfrm>
                <a:off x="1421200" y="1147925"/>
                <a:ext cx="100200" cy="100200"/>
              </a:xfrm>
              <a:prstGeom prst="ellips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08" name="Google Shape;1008;p68"/>
              <p:cNvSpPr/>
              <p:nvPr/>
            </p:nvSpPr>
            <p:spPr>
              <a:xfrm>
                <a:off x="1604650" y="1147925"/>
                <a:ext cx="100200" cy="100200"/>
              </a:xfrm>
              <a:prstGeom prst="ellips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cxnSp>
          <p:nvCxnSpPr>
            <p:cNvPr id="1009" name="Google Shape;1009;p68"/>
            <p:cNvCxnSpPr/>
            <p:nvPr/>
          </p:nvCxnSpPr>
          <p:spPr>
            <a:xfrm>
              <a:off x="720000" y="3277925"/>
              <a:ext cx="6108900" cy="0"/>
            </a:xfrm>
            <a:prstGeom prst="straightConnector1">
              <a:avLst/>
            </a:prstGeom>
            <a:noFill/>
            <a:ln cap="flat" cmpd="sng" w="9525">
              <a:solidFill>
                <a:schemeClr val="dk2"/>
              </a:solidFill>
              <a:prstDash val="solid"/>
              <a:round/>
              <a:headEnd len="sm" w="sm" type="none"/>
              <a:tailEnd len="sm" w="sm" type="none"/>
            </a:ln>
          </p:spPr>
        </p:cxnSp>
      </p:grpSp>
      <p:sp>
        <p:nvSpPr>
          <p:cNvPr id="1010" name="Google Shape;1010;p68"/>
          <p:cNvSpPr txBox="1"/>
          <p:nvPr>
            <p:ph type="title"/>
          </p:nvPr>
        </p:nvSpPr>
        <p:spPr>
          <a:xfrm>
            <a:off x="1102425" y="3358550"/>
            <a:ext cx="5364600" cy="531900"/>
          </a:xfrm>
          <a:prstGeom prst="rect">
            <a:avLst/>
          </a:prstGeom>
          <a:noFill/>
          <a:ln>
            <a:noFill/>
          </a:ln>
        </p:spPr>
        <p:txBody>
          <a:bodyPr anchorCtr="0" anchor="ctr" bIns="91425" lIns="91425" spcFirstLastPara="1" rIns="91425" wrap="square" tIns="91425">
            <a:noAutofit/>
          </a:bodyPr>
          <a:lstStyle>
            <a:lvl1pPr lvl="0" algn="l">
              <a:lnSpc>
                <a:spcPct val="100000"/>
              </a:lnSpc>
              <a:spcBef>
                <a:spcPts val="0"/>
              </a:spcBef>
              <a:spcAft>
                <a:spcPts val="0"/>
              </a:spcAft>
              <a:buSzPts val="1800"/>
              <a:buNone/>
              <a:defRPr sz="1800">
                <a:solidFill>
                  <a:schemeClr val="lt2"/>
                </a:solidFill>
              </a:defRPr>
            </a:lvl1pPr>
            <a:lvl2pPr lvl="1" algn="ctr">
              <a:lnSpc>
                <a:spcPct val="100000"/>
              </a:lnSpc>
              <a:spcBef>
                <a:spcPts val="0"/>
              </a:spcBef>
              <a:spcAft>
                <a:spcPts val="0"/>
              </a:spcAft>
              <a:buSzPts val="1800"/>
              <a:buNone/>
              <a:defRPr sz="1800"/>
            </a:lvl2pPr>
            <a:lvl3pPr lvl="2" algn="ctr">
              <a:lnSpc>
                <a:spcPct val="100000"/>
              </a:lnSpc>
              <a:spcBef>
                <a:spcPts val="0"/>
              </a:spcBef>
              <a:spcAft>
                <a:spcPts val="0"/>
              </a:spcAft>
              <a:buSzPts val="1800"/>
              <a:buNone/>
              <a:defRPr sz="1800"/>
            </a:lvl3pPr>
            <a:lvl4pPr lvl="3" algn="ctr">
              <a:lnSpc>
                <a:spcPct val="100000"/>
              </a:lnSpc>
              <a:spcBef>
                <a:spcPts val="0"/>
              </a:spcBef>
              <a:spcAft>
                <a:spcPts val="0"/>
              </a:spcAft>
              <a:buSzPts val="1800"/>
              <a:buNone/>
              <a:defRPr sz="1800"/>
            </a:lvl4pPr>
            <a:lvl5pPr lvl="4" algn="ctr">
              <a:lnSpc>
                <a:spcPct val="100000"/>
              </a:lnSpc>
              <a:spcBef>
                <a:spcPts val="0"/>
              </a:spcBef>
              <a:spcAft>
                <a:spcPts val="0"/>
              </a:spcAft>
              <a:buSzPts val="1800"/>
              <a:buNone/>
              <a:defRPr sz="1800"/>
            </a:lvl5pPr>
            <a:lvl6pPr lvl="5" algn="ctr">
              <a:lnSpc>
                <a:spcPct val="100000"/>
              </a:lnSpc>
              <a:spcBef>
                <a:spcPts val="0"/>
              </a:spcBef>
              <a:spcAft>
                <a:spcPts val="0"/>
              </a:spcAft>
              <a:buSzPts val="1800"/>
              <a:buNone/>
              <a:defRPr sz="1800"/>
            </a:lvl6pPr>
            <a:lvl7pPr lvl="6" algn="ctr">
              <a:lnSpc>
                <a:spcPct val="100000"/>
              </a:lnSpc>
              <a:spcBef>
                <a:spcPts val="0"/>
              </a:spcBef>
              <a:spcAft>
                <a:spcPts val="0"/>
              </a:spcAft>
              <a:buSzPts val="1800"/>
              <a:buNone/>
              <a:defRPr sz="1800"/>
            </a:lvl7pPr>
            <a:lvl8pPr lvl="7" algn="ctr">
              <a:lnSpc>
                <a:spcPct val="100000"/>
              </a:lnSpc>
              <a:spcBef>
                <a:spcPts val="0"/>
              </a:spcBef>
              <a:spcAft>
                <a:spcPts val="0"/>
              </a:spcAft>
              <a:buSzPts val="1800"/>
              <a:buNone/>
              <a:defRPr sz="1800"/>
            </a:lvl8pPr>
            <a:lvl9pPr lvl="8" algn="ctr">
              <a:lnSpc>
                <a:spcPct val="100000"/>
              </a:lnSpc>
              <a:spcBef>
                <a:spcPts val="0"/>
              </a:spcBef>
              <a:spcAft>
                <a:spcPts val="0"/>
              </a:spcAft>
              <a:buSzPts val="1800"/>
              <a:buNone/>
              <a:defRPr sz="1800"/>
            </a:lvl9pPr>
          </a:lstStyle>
          <a:p/>
        </p:txBody>
      </p:sp>
      <p:sp>
        <p:nvSpPr>
          <p:cNvPr id="1011" name="Google Shape;1011;p68"/>
          <p:cNvSpPr txBox="1"/>
          <p:nvPr>
            <p:ph idx="1" type="subTitle"/>
          </p:nvPr>
        </p:nvSpPr>
        <p:spPr>
          <a:xfrm>
            <a:off x="1102500" y="1625300"/>
            <a:ext cx="5364600" cy="1618500"/>
          </a:xfrm>
          <a:prstGeom prst="rect">
            <a:avLst/>
          </a:prstGeom>
          <a:noFill/>
          <a:ln>
            <a:noFill/>
          </a:ln>
        </p:spPr>
        <p:txBody>
          <a:bodyPr anchorCtr="0" anchor="ctr" bIns="91425" lIns="91425" spcFirstLastPara="1" rIns="91425" wrap="square" tIns="91425">
            <a:noAutofit/>
          </a:bodyPr>
          <a:lstStyle>
            <a:lvl1pPr lvl="0" algn="l">
              <a:lnSpc>
                <a:spcPct val="100000"/>
              </a:lnSpc>
              <a:spcBef>
                <a:spcPts val="0"/>
              </a:spcBef>
              <a:spcAft>
                <a:spcPts val="0"/>
              </a:spcAft>
              <a:buSzPts val="1400"/>
              <a:buNone/>
              <a:defRPr sz="2500"/>
            </a:lvl1pPr>
            <a:lvl2pPr lvl="1" algn="ctr">
              <a:lnSpc>
                <a:spcPct val="100000"/>
              </a:lnSpc>
              <a:spcBef>
                <a:spcPts val="1600"/>
              </a:spcBef>
              <a:spcAft>
                <a:spcPts val="0"/>
              </a:spcAft>
              <a:buSzPts val="1400"/>
              <a:buNone/>
              <a:defRPr/>
            </a:lvl2pPr>
            <a:lvl3pPr lvl="2" algn="ctr">
              <a:lnSpc>
                <a:spcPct val="100000"/>
              </a:lnSpc>
              <a:spcBef>
                <a:spcPts val="1600"/>
              </a:spcBef>
              <a:spcAft>
                <a:spcPts val="0"/>
              </a:spcAft>
              <a:buSzPts val="1400"/>
              <a:buNone/>
              <a:defRPr/>
            </a:lvl3pPr>
            <a:lvl4pPr lvl="3" algn="ctr">
              <a:lnSpc>
                <a:spcPct val="100000"/>
              </a:lnSpc>
              <a:spcBef>
                <a:spcPts val="1600"/>
              </a:spcBef>
              <a:spcAft>
                <a:spcPts val="0"/>
              </a:spcAft>
              <a:buSzPts val="1400"/>
              <a:buNone/>
              <a:defRPr/>
            </a:lvl4pPr>
            <a:lvl5pPr lvl="4" algn="ctr">
              <a:lnSpc>
                <a:spcPct val="100000"/>
              </a:lnSpc>
              <a:spcBef>
                <a:spcPts val="1600"/>
              </a:spcBef>
              <a:spcAft>
                <a:spcPts val="0"/>
              </a:spcAft>
              <a:buSzPts val="1400"/>
              <a:buNone/>
              <a:defRPr/>
            </a:lvl5pPr>
            <a:lvl6pPr lvl="5" algn="ctr">
              <a:lnSpc>
                <a:spcPct val="100000"/>
              </a:lnSpc>
              <a:spcBef>
                <a:spcPts val="1600"/>
              </a:spcBef>
              <a:spcAft>
                <a:spcPts val="0"/>
              </a:spcAft>
              <a:buSzPts val="1400"/>
              <a:buNone/>
              <a:defRPr/>
            </a:lvl6pPr>
            <a:lvl7pPr lvl="6" algn="ctr">
              <a:lnSpc>
                <a:spcPct val="100000"/>
              </a:lnSpc>
              <a:spcBef>
                <a:spcPts val="1600"/>
              </a:spcBef>
              <a:spcAft>
                <a:spcPts val="0"/>
              </a:spcAft>
              <a:buSzPts val="1400"/>
              <a:buNone/>
              <a:defRPr/>
            </a:lvl7pPr>
            <a:lvl8pPr lvl="7" algn="ctr">
              <a:lnSpc>
                <a:spcPct val="100000"/>
              </a:lnSpc>
              <a:spcBef>
                <a:spcPts val="1600"/>
              </a:spcBef>
              <a:spcAft>
                <a:spcPts val="0"/>
              </a:spcAft>
              <a:buSzPts val="1400"/>
              <a:buNone/>
              <a:defRPr/>
            </a:lvl8pPr>
            <a:lvl9pPr lvl="8" algn="ctr">
              <a:lnSpc>
                <a:spcPct val="100000"/>
              </a:lnSpc>
              <a:spcBef>
                <a:spcPts val="1600"/>
              </a:spcBef>
              <a:spcAft>
                <a:spcPts val="1600"/>
              </a:spcAft>
              <a:buSzPts val="1400"/>
              <a:buNone/>
              <a:defRPr/>
            </a:lvl9pPr>
          </a:lstStyle>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ext 1">
  <p:cSld name="ONE_COLUMN_TEXT_2">
    <p:spTree>
      <p:nvGrpSpPr>
        <p:cNvPr id="1012" name="Shape 1012"/>
        <p:cNvGrpSpPr/>
        <p:nvPr/>
      </p:nvGrpSpPr>
      <p:grpSpPr>
        <a:xfrm>
          <a:off x="0" y="0"/>
          <a:ext cx="0" cy="0"/>
          <a:chOff x="0" y="0"/>
          <a:chExt cx="0" cy="0"/>
        </a:xfrm>
      </p:grpSpPr>
      <p:grpSp>
        <p:nvGrpSpPr>
          <p:cNvPr id="1013" name="Google Shape;1013;p69"/>
          <p:cNvGrpSpPr/>
          <p:nvPr/>
        </p:nvGrpSpPr>
        <p:grpSpPr>
          <a:xfrm rot="-946651">
            <a:off x="950563" y="1671102"/>
            <a:ext cx="826526" cy="831268"/>
            <a:chOff x="3178525" y="2232075"/>
            <a:chExt cx="1315775" cy="1323325"/>
          </a:xfrm>
        </p:grpSpPr>
        <p:sp>
          <p:nvSpPr>
            <p:cNvPr id="1014" name="Google Shape;1014;p69"/>
            <p:cNvSpPr/>
            <p:nvPr/>
          </p:nvSpPr>
          <p:spPr>
            <a:xfrm>
              <a:off x="3589500" y="3188250"/>
              <a:ext cx="512050" cy="367150"/>
            </a:xfrm>
            <a:custGeom>
              <a:rect b="b" l="l" r="r" t="t"/>
              <a:pathLst>
                <a:path extrusionOk="0" h="14686" w="20482">
                  <a:moveTo>
                    <a:pt x="1157" y="0"/>
                  </a:moveTo>
                  <a:lnTo>
                    <a:pt x="0" y="14686"/>
                  </a:lnTo>
                  <a:lnTo>
                    <a:pt x="20482" y="14686"/>
                  </a:lnTo>
                  <a:lnTo>
                    <a:pt x="20069" y="5268"/>
                  </a:lnTo>
                  <a:lnTo>
                    <a:pt x="1157" y="0"/>
                  </a:ln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15" name="Google Shape;1015;p69"/>
            <p:cNvSpPr/>
            <p:nvPr/>
          </p:nvSpPr>
          <p:spPr>
            <a:xfrm>
              <a:off x="3605575" y="3188250"/>
              <a:ext cx="492100" cy="278850"/>
            </a:xfrm>
            <a:custGeom>
              <a:rect b="b" l="l" r="r" t="t"/>
              <a:pathLst>
                <a:path extrusionOk="0" h="11154" w="19684">
                  <a:moveTo>
                    <a:pt x="514" y="0"/>
                  </a:moveTo>
                  <a:lnTo>
                    <a:pt x="1" y="6526"/>
                  </a:lnTo>
                  <a:cubicBezTo>
                    <a:pt x="6529" y="8209"/>
                    <a:pt x="13092" y="9744"/>
                    <a:pt x="19683" y="11153"/>
                  </a:cubicBezTo>
                  <a:lnTo>
                    <a:pt x="19426" y="5268"/>
                  </a:lnTo>
                  <a:lnTo>
                    <a:pt x="514" y="0"/>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16" name="Google Shape;1016;p69"/>
            <p:cNvSpPr/>
            <p:nvPr/>
          </p:nvSpPr>
          <p:spPr>
            <a:xfrm>
              <a:off x="3334450" y="2232075"/>
              <a:ext cx="1076325" cy="1150150"/>
            </a:xfrm>
            <a:custGeom>
              <a:rect b="b" l="l" r="r" t="t"/>
              <a:pathLst>
                <a:path extrusionOk="0" h="46006" w="43053">
                  <a:moveTo>
                    <a:pt x="18586" y="0"/>
                  </a:moveTo>
                  <a:cubicBezTo>
                    <a:pt x="7322" y="0"/>
                    <a:pt x="1" y="7800"/>
                    <a:pt x="1" y="21096"/>
                  </a:cubicBezTo>
                  <a:cubicBezTo>
                    <a:pt x="1" y="37484"/>
                    <a:pt x="14630" y="41268"/>
                    <a:pt x="22642" y="44080"/>
                  </a:cubicBezTo>
                  <a:cubicBezTo>
                    <a:pt x="26363" y="45386"/>
                    <a:pt x="29846" y="46005"/>
                    <a:pt x="32463" y="46005"/>
                  </a:cubicBezTo>
                  <a:cubicBezTo>
                    <a:pt x="35179" y="46005"/>
                    <a:pt x="36961" y="45339"/>
                    <a:pt x="37109" y="44080"/>
                  </a:cubicBezTo>
                  <a:cubicBezTo>
                    <a:pt x="37401" y="41609"/>
                    <a:pt x="38279" y="31408"/>
                    <a:pt x="38279" y="31408"/>
                  </a:cubicBezTo>
                  <a:cubicBezTo>
                    <a:pt x="38279" y="31408"/>
                    <a:pt x="39674" y="31529"/>
                    <a:pt x="40886" y="31529"/>
                  </a:cubicBezTo>
                  <a:cubicBezTo>
                    <a:pt x="41695" y="31529"/>
                    <a:pt x="42424" y="31475"/>
                    <a:pt x="42603" y="31296"/>
                  </a:cubicBezTo>
                  <a:cubicBezTo>
                    <a:pt x="43052" y="30846"/>
                    <a:pt x="39790" y="805"/>
                    <a:pt x="19560" y="20"/>
                  </a:cubicBezTo>
                  <a:cubicBezTo>
                    <a:pt x="19232" y="7"/>
                    <a:pt x="18908" y="0"/>
                    <a:pt x="18586" y="0"/>
                  </a:cubicBez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17" name="Google Shape;1017;p69"/>
            <p:cNvSpPr/>
            <p:nvPr/>
          </p:nvSpPr>
          <p:spPr>
            <a:xfrm>
              <a:off x="3509463" y="2232100"/>
              <a:ext cx="909075" cy="1150100"/>
            </a:xfrm>
            <a:custGeom>
              <a:rect b="b" l="l" r="r" t="t"/>
              <a:pathLst>
                <a:path extrusionOk="0" h="46004" w="36363">
                  <a:moveTo>
                    <a:pt x="11901" y="0"/>
                  </a:moveTo>
                  <a:cubicBezTo>
                    <a:pt x="9993" y="0"/>
                    <a:pt x="8199" y="227"/>
                    <a:pt x="6533" y="663"/>
                  </a:cubicBezTo>
                  <a:cubicBezTo>
                    <a:pt x="12150" y="4652"/>
                    <a:pt x="16036" y="10567"/>
                    <a:pt x="15248" y="18104"/>
                  </a:cubicBezTo>
                  <a:cubicBezTo>
                    <a:pt x="14316" y="27020"/>
                    <a:pt x="8030" y="34015"/>
                    <a:pt x="0" y="36398"/>
                  </a:cubicBezTo>
                  <a:cubicBezTo>
                    <a:pt x="4905" y="40623"/>
                    <a:pt x="11466" y="42504"/>
                    <a:pt x="15952" y="44078"/>
                  </a:cubicBezTo>
                  <a:cubicBezTo>
                    <a:pt x="19672" y="45384"/>
                    <a:pt x="23156" y="46004"/>
                    <a:pt x="25773" y="46004"/>
                  </a:cubicBezTo>
                  <a:cubicBezTo>
                    <a:pt x="28489" y="46004"/>
                    <a:pt x="30273" y="45337"/>
                    <a:pt x="30421" y="44078"/>
                  </a:cubicBezTo>
                  <a:cubicBezTo>
                    <a:pt x="30711" y="41607"/>
                    <a:pt x="31589" y="31407"/>
                    <a:pt x="31589" y="31407"/>
                  </a:cubicBezTo>
                  <a:cubicBezTo>
                    <a:pt x="31589" y="31407"/>
                    <a:pt x="32983" y="31528"/>
                    <a:pt x="34195" y="31528"/>
                  </a:cubicBezTo>
                  <a:cubicBezTo>
                    <a:pt x="35005" y="31528"/>
                    <a:pt x="35734" y="31474"/>
                    <a:pt x="35914" y="31295"/>
                  </a:cubicBezTo>
                  <a:cubicBezTo>
                    <a:pt x="36362" y="30845"/>
                    <a:pt x="33099" y="805"/>
                    <a:pt x="12869" y="20"/>
                  </a:cubicBezTo>
                  <a:cubicBezTo>
                    <a:pt x="12543" y="7"/>
                    <a:pt x="12221" y="0"/>
                    <a:pt x="11901" y="0"/>
                  </a:cubicBez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18" name="Google Shape;1018;p69"/>
            <p:cNvSpPr/>
            <p:nvPr/>
          </p:nvSpPr>
          <p:spPr>
            <a:xfrm>
              <a:off x="3867000" y="2337675"/>
              <a:ext cx="553125" cy="917675"/>
            </a:xfrm>
            <a:custGeom>
              <a:rect b="b" l="l" r="r" t="t"/>
              <a:pathLst>
                <a:path extrusionOk="0" h="36707" w="22125">
                  <a:moveTo>
                    <a:pt x="8817" y="1"/>
                  </a:moveTo>
                  <a:cubicBezTo>
                    <a:pt x="7336" y="1"/>
                    <a:pt x="5290" y="1695"/>
                    <a:pt x="5128" y="5811"/>
                  </a:cubicBezTo>
                  <a:cubicBezTo>
                    <a:pt x="4935" y="10704"/>
                    <a:pt x="6728" y="14776"/>
                    <a:pt x="3364" y="18159"/>
                  </a:cubicBezTo>
                  <a:cubicBezTo>
                    <a:pt x="1" y="21541"/>
                    <a:pt x="1421" y="25055"/>
                    <a:pt x="3364" y="28791"/>
                  </a:cubicBezTo>
                  <a:cubicBezTo>
                    <a:pt x="5228" y="32374"/>
                    <a:pt x="12468" y="36707"/>
                    <a:pt x="15711" y="36707"/>
                  </a:cubicBezTo>
                  <a:cubicBezTo>
                    <a:pt x="15849" y="36707"/>
                    <a:pt x="15981" y="36699"/>
                    <a:pt x="16104" y="36682"/>
                  </a:cubicBezTo>
                  <a:cubicBezTo>
                    <a:pt x="16728" y="36600"/>
                    <a:pt x="17294" y="27819"/>
                    <a:pt x="17294" y="27819"/>
                  </a:cubicBezTo>
                  <a:cubicBezTo>
                    <a:pt x="17294" y="27819"/>
                    <a:pt x="21327" y="27669"/>
                    <a:pt x="21725" y="27446"/>
                  </a:cubicBezTo>
                  <a:cubicBezTo>
                    <a:pt x="22125" y="27221"/>
                    <a:pt x="19232" y="5198"/>
                    <a:pt x="9579" y="177"/>
                  </a:cubicBezTo>
                  <a:cubicBezTo>
                    <a:pt x="9356" y="61"/>
                    <a:pt x="9096" y="1"/>
                    <a:pt x="8817"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19" name="Google Shape;1019;p69"/>
            <p:cNvSpPr/>
            <p:nvPr/>
          </p:nvSpPr>
          <p:spPr>
            <a:xfrm>
              <a:off x="3450550" y="2531075"/>
              <a:ext cx="342450" cy="342450"/>
            </a:xfrm>
            <a:custGeom>
              <a:rect b="b" l="l" r="r" t="t"/>
              <a:pathLst>
                <a:path extrusionOk="0" h="13698" w="13698">
                  <a:moveTo>
                    <a:pt x="6849" y="0"/>
                  </a:moveTo>
                  <a:cubicBezTo>
                    <a:pt x="5033" y="0"/>
                    <a:pt x="3291" y="722"/>
                    <a:pt x="2006" y="2006"/>
                  </a:cubicBezTo>
                  <a:cubicBezTo>
                    <a:pt x="722" y="3291"/>
                    <a:pt x="0" y="5032"/>
                    <a:pt x="0" y="6849"/>
                  </a:cubicBezTo>
                  <a:cubicBezTo>
                    <a:pt x="0" y="8665"/>
                    <a:pt x="722" y="10407"/>
                    <a:pt x="2006" y="11691"/>
                  </a:cubicBezTo>
                  <a:cubicBezTo>
                    <a:pt x="3291" y="12976"/>
                    <a:pt x="5033" y="13697"/>
                    <a:pt x="6849" y="13697"/>
                  </a:cubicBezTo>
                  <a:cubicBezTo>
                    <a:pt x="8666" y="13697"/>
                    <a:pt x="10408" y="12976"/>
                    <a:pt x="11692" y="11691"/>
                  </a:cubicBezTo>
                  <a:cubicBezTo>
                    <a:pt x="12977" y="10407"/>
                    <a:pt x="13697" y="8665"/>
                    <a:pt x="13697" y="6849"/>
                  </a:cubicBezTo>
                  <a:cubicBezTo>
                    <a:pt x="13697" y="5032"/>
                    <a:pt x="12977" y="3291"/>
                    <a:pt x="11692" y="2006"/>
                  </a:cubicBezTo>
                  <a:cubicBezTo>
                    <a:pt x="10408" y="722"/>
                    <a:pt x="8666" y="0"/>
                    <a:pt x="6849" y="0"/>
                  </a:cubicBezTo>
                  <a:close/>
                </a:path>
              </a:pathLst>
            </a:cu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20" name="Google Shape;1020;p69"/>
            <p:cNvSpPr/>
            <p:nvPr/>
          </p:nvSpPr>
          <p:spPr>
            <a:xfrm>
              <a:off x="3474050" y="2549050"/>
              <a:ext cx="319000" cy="324450"/>
            </a:xfrm>
            <a:custGeom>
              <a:rect b="b" l="l" r="r" t="t"/>
              <a:pathLst>
                <a:path extrusionOk="0" h="12978" w="12760">
                  <a:moveTo>
                    <a:pt x="8954" y="1"/>
                  </a:moveTo>
                  <a:lnTo>
                    <a:pt x="8954" y="1"/>
                  </a:lnTo>
                  <a:cubicBezTo>
                    <a:pt x="9109" y="694"/>
                    <a:pt x="9169" y="1427"/>
                    <a:pt x="9109" y="2201"/>
                  </a:cubicBezTo>
                  <a:cubicBezTo>
                    <a:pt x="8719" y="7183"/>
                    <a:pt x="4403" y="9391"/>
                    <a:pt x="1" y="9577"/>
                  </a:cubicBezTo>
                  <a:cubicBezTo>
                    <a:pt x="1190" y="11609"/>
                    <a:pt x="3388" y="12977"/>
                    <a:pt x="5910" y="12977"/>
                  </a:cubicBezTo>
                  <a:cubicBezTo>
                    <a:pt x="9693" y="12977"/>
                    <a:pt x="12759" y="9911"/>
                    <a:pt x="12759" y="6128"/>
                  </a:cubicBezTo>
                  <a:cubicBezTo>
                    <a:pt x="12758" y="3442"/>
                    <a:pt x="11206" y="1123"/>
                    <a:pt x="8954"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21" name="Google Shape;1021;p69"/>
            <p:cNvSpPr/>
            <p:nvPr/>
          </p:nvSpPr>
          <p:spPr>
            <a:xfrm>
              <a:off x="3475025" y="2601375"/>
              <a:ext cx="81025" cy="145175"/>
            </a:xfrm>
            <a:custGeom>
              <a:rect b="b" l="l" r="r" t="t"/>
              <a:pathLst>
                <a:path extrusionOk="0" h="5807" w="3241">
                  <a:moveTo>
                    <a:pt x="2484" y="0"/>
                  </a:moveTo>
                  <a:cubicBezTo>
                    <a:pt x="2371" y="0"/>
                    <a:pt x="2254" y="40"/>
                    <a:pt x="2149" y="135"/>
                  </a:cubicBezTo>
                  <a:cubicBezTo>
                    <a:pt x="634" y="1485"/>
                    <a:pt x="0" y="3458"/>
                    <a:pt x="355" y="5443"/>
                  </a:cubicBezTo>
                  <a:cubicBezTo>
                    <a:pt x="401" y="5697"/>
                    <a:pt x="583" y="5807"/>
                    <a:pt x="778" y="5807"/>
                  </a:cubicBezTo>
                  <a:cubicBezTo>
                    <a:pt x="1072" y="5807"/>
                    <a:pt x="1397" y="5557"/>
                    <a:pt x="1329" y="5175"/>
                  </a:cubicBezTo>
                  <a:cubicBezTo>
                    <a:pt x="1035" y="3534"/>
                    <a:pt x="1628" y="1949"/>
                    <a:pt x="2862" y="847"/>
                  </a:cubicBezTo>
                  <a:cubicBezTo>
                    <a:pt x="3241" y="509"/>
                    <a:pt x="2887" y="0"/>
                    <a:pt x="2484" y="0"/>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22" name="Google Shape;1022;p69"/>
            <p:cNvSpPr/>
            <p:nvPr/>
          </p:nvSpPr>
          <p:spPr>
            <a:xfrm>
              <a:off x="3550975" y="2568675"/>
              <a:ext cx="74950" cy="37675"/>
            </a:xfrm>
            <a:custGeom>
              <a:rect b="b" l="l" r="r" t="t"/>
              <a:pathLst>
                <a:path extrusionOk="0" h="1507" w="2998">
                  <a:moveTo>
                    <a:pt x="2252" y="1"/>
                  </a:moveTo>
                  <a:cubicBezTo>
                    <a:pt x="2215" y="1"/>
                    <a:pt x="2176" y="5"/>
                    <a:pt x="2135" y="13"/>
                  </a:cubicBezTo>
                  <a:cubicBezTo>
                    <a:pt x="1567" y="132"/>
                    <a:pt x="1026" y="327"/>
                    <a:pt x="505" y="580"/>
                  </a:cubicBezTo>
                  <a:cubicBezTo>
                    <a:pt x="0" y="825"/>
                    <a:pt x="312" y="1507"/>
                    <a:pt x="781" y="1507"/>
                  </a:cubicBezTo>
                  <a:cubicBezTo>
                    <a:pt x="856" y="1507"/>
                    <a:pt x="934" y="1490"/>
                    <a:pt x="1014" y="1451"/>
                  </a:cubicBezTo>
                  <a:cubicBezTo>
                    <a:pt x="1458" y="1237"/>
                    <a:pt x="1922" y="1087"/>
                    <a:pt x="2403" y="987"/>
                  </a:cubicBezTo>
                  <a:cubicBezTo>
                    <a:pt x="2998" y="862"/>
                    <a:pt x="2800" y="1"/>
                    <a:pt x="2252" y="1"/>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23" name="Google Shape;1023;p69"/>
            <p:cNvSpPr/>
            <p:nvPr/>
          </p:nvSpPr>
          <p:spPr>
            <a:xfrm>
              <a:off x="3374275" y="2393400"/>
              <a:ext cx="194875" cy="280550"/>
            </a:xfrm>
            <a:custGeom>
              <a:rect b="b" l="l" r="r" t="t"/>
              <a:pathLst>
                <a:path extrusionOk="0" h="11222" w="7795">
                  <a:moveTo>
                    <a:pt x="6754" y="0"/>
                  </a:moveTo>
                  <a:cubicBezTo>
                    <a:pt x="6606" y="0"/>
                    <a:pt x="6453" y="48"/>
                    <a:pt x="6313" y="162"/>
                  </a:cubicBezTo>
                  <a:cubicBezTo>
                    <a:pt x="3106" y="2783"/>
                    <a:pt x="957" y="6326"/>
                    <a:pt x="106" y="10379"/>
                  </a:cubicBezTo>
                  <a:cubicBezTo>
                    <a:pt x="0" y="10888"/>
                    <a:pt x="427" y="11221"/>
                    <a:pt x="823" y="11221"/>
                  </a:cubicBezTo>
                  <a:cubicBezTo>
                    <a:pt x="1085" y="11221"/>
                    <a:pt x="1334" y="11075"/>
                    <a:pt x="1405" y="10737"/>
                  </a:cubicBezTo>
                  <a:cubicBezTo>
                    <a:pt x="2213" y="6889"/>
                    <a:pt x="4221" y="3600"/>
                    <a:pt x="7264" y="1115"/>
                  </a:cubicBezTo>
                  <a:cubicBezTo>
                    <a:pt x="7795" y="681"/>
                    <a:pt x="7309" y="0"/>
                    <a:pt x="6754" y="0"/>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24" name="Google Shape;1024;p69"/>
            <p:cNvSpPr/>
            <p:nvPr/>
          </p:nvSpPr>
          <p:spPr>
            <a:xfrm>
              <a:off x="3558625" y="2336925"/>
              <a:ext cx="107675" cy="56425"/>
            </a:xfrm>
            <a:custGeom>
              <a:rect b="b" l="l" r="r" t="t"/>
              <a:pathLst>
                <a:path extrusionOk="0" h="2257" w="4307">
                  <a:moveTo>
                    <a:pt x="3517" y="0"/>
                  </a:moveTo>
                  <a:cubicBezTo>
                    <a:pt x="3493" y="0"/>
                    <a:pt x="3469" y="1"/>
                    <a:pt x="3444" y="4"/>
                  </a:cubicBezTo>
                  <a:cubicBezTo>
                    <a:pt x="2419" y="99"/>
                    <a:pt x="1461" y="409"/>
                    <a:pt x="601" y="980"/>
                  </a:cubicBezTo>
                  <a:cubicBezTo>
                    <a:pt x="0" y="1379"/>
                    <a:pt x="370" y="2257"/>
                    <a:pt x="929" y="2257"/>
                  </a:cubicBezTo>
                  <a:cubicBezTo>
                    <a:pt x="1040" y="2257"/>
                    <a:pt x="1159" y="2222"/>
                    <a:pt x="1278" y="2143"/>
                  </a:cubicBezTo>
                  <a:cubicBezTo>
                    <a:pt x="1936" y="1707"/>
                    <a:pt x="2655" y="1423"/>
                    <a:pt x="3444" y="1349"/>
                  </a:cubicBezTo>
                  <a:cubicBezTo>
                    <a:pt x="4275" y="1272"/>
                    <a:pt x="4306" y="0"/>
                    <a:pt x="3517" y="0"/>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25" name="Google Shape;1025;p69"/>
            <p:cNvSpPr/>
            <p:nvPr/>
          </p:nvSpPr>
          <p:spPr>
            <a:xfrm>
              <a:off x="3251100" y="2439425"/>
              <a:ext cx="84450" cy="376250"/>
            </a:xfrm>
            <a:custGeom>
              <a:rect b="b" l="l" r="r" t="t"/>
              <a:pathLst>
                <a:path extrusionOk="0" h="15050" w="3378">
                  <a:moveTo>
                    <a:pt x="2561" y="0"/>
                  </a:moveTo>
                  <a:cubicBezTo>
                    <a:pt x="2293" y="0"/>
                    <a:pt x="2028" y="142"/>
                    <a:pt x="1927" y="470"/>
                  </a:cubicBezTo>
                  <a:cubicBezTo>
                    <a:pt x="529" y="5011"/>
                    <a:pt x="0" y="9666"/>
                    <a:pt x="356" y="14404"/>
                  </a:cubicBezTo>
                  <a:cubicBezTo>
                    <a:pt x="389" y="14834"/>
                    <a:pt x="742" y="15050"/>
                    <a:pt x="1079" y="15050"/>
                  </a:cubicBezTo>
                  <a:cubicBezTo>
                    <a:pt x="1415" y="15050"/>
                    <a:pt x="1734" y="14835"/>
                    <a:pt x="1702" y="14404"/>
                  </a:cubicBezTo>
                  <a:cubicBezTo>
                    <a:pt x="1356" y="9783"/>
                    <a:pt x="1861" y="5257"/>
                    <a:pt x="3224" y="826"/>
                  </a:cubicBezTo>
                  <a:cubicBezTo>
                    <a:pt x="3378" y="327"/>
                    <a:pt x="2967" y="0"/>
                    <a:pt x="2561" y="0"/>
                  </a:cubicBezTo>
                  <a:close/>
                </a:path>
              </a:pathLst>
            </a:custGeom>
            <a:solidFill>
              <a:schemeClr val="accent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26" name="Google Shape;1026;p69"/>
            <p:cNvSpPr/>
            <p:nvPr/>
          </p:nvSpPr>
          <p:spPr>
            <a:xfrm>
              <a:off x="3272525" y="2870825"/>
              <a:ext cx="70000" cy="115850"/>
            </a:xfrm>
            <a:custGeom>
              <a:rect b="b" l="l" r="r" t="t"/>
              <a:pathLst>
                <a:path extrusionOk="0" h="4634" w="2800">
                  <a:moveTo>
                    <a:pt x="822" y="1"/>
                  </a:moveTo>
                  <a:cubicBezTo>
                    <a:pt x="424" y="1"/>
                    <a:pt x="0" y="332"/>
                    <a:pt x="114" y="840"/>
                  </a:cubicBezTo>
                  <a:cubicBezTo>
                    <a:pt x="385" y="2043"/>
                    <a:pt x="810" y="3194"/>
                    <a:pt x="1368" y="4294"/>
                  </a:cubicBezTo>
                  <a:cubicBezTo>
                    <a:pt x="1491" y="4534"/>
                    <a:pt x="1687" y="4634"/>
                    <a:pt x="1888" y="4634"/>
                  </a:cubicBezTo>
                  <a:cubicBezTo>
                    <a:pt x="2333" y="4634"/>
                    <a:pt x="2800" y="4146"/>
                    <a:pt x="2530" y="3614"/>
                  </a:cubicBezTo>
                  <a:cubicBezTo>
                    <a:pt x="2022" y="2616"/>
                    <a:pt x="1658" y="1576"/>
                    <a:pt x="1413" y="482"/>
                  </a:cubicBezTo>
                  <a:cubicBezTo>
                    <a:pt x="1337" y="146"/>
                    <a:pt x="1085" y="1"/>
                    <a:pt x="822" y="1"/>
                  </a:cubicBezTo>
                  <a:close/>
                </a:path>
              </a:pathLst>
            </a:custGeom>
            <a:solidFill>
              <a:schemeClr val="accent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27" name="Google Shape;1027;p69"/>
            <p:cNvSpPr/>
            <p:nvPr/>
          </p:nvSpPr>
          <p:spPr>
            <a:xfrm>
              <a:off x="4101400" y="2242300"/>
              <a:ext cx="281975" cy="298300"/>
            </a:xfrm>
            <a:custGeom>
              <a:rect b="b" l="l" r="r" t="t"/>
              <a:pathLst>
                <a:path extrusionOk="0" h="11932" w="11279">
                  <a:moveTo>
                    <a:pt x="1060" y="1"/>
                  </a:moveTo>
                  <a:cubicBezTo>
                    <a:pt x="495" y="1"/>
                    <a:pt x="0" y="685"/>
                    <a:pt x="543" y="1106"/>
                  </a:cubicBezTo>
                  <a:cubicBezTo>
                    <a:pt x="4290" y="4013"/>
                    <a:pt x="7396" y="7521"/>
                    <a:pt x="9811" y="11608"/>
                  </a:cubicBezTo>
                  <a:cubicBezTo>
                    <a:pt x="9946" y="11836"/>
                    <a:pt x="10148" y="11931"/>
                    <a:pt x="10352" y="11931"/>
                  </a:cubicBezTo>
                  <a:cubicBezTo>
                    <a:pt x="10813" y="11931"/>
                    <a:pt x="11279" y="11446"/>
                    <a:pt x="10973" y="10928"/>
                  </a:cubicBezTo>
                  <a:cubicBezTo>
                    <a:pt x="8505" y="6749"/>
                    <a:pt x="5330" y="3129"/>
                    <a:pt x="1495" y="154"/>
                  </a:cubicBezTo>
                  <a:cubicBezTo>
                    <a:pt x="1357" y="47"/>
                    <a:pt x="1206" y="1"/>
                    <a:pt x="1060" y="1"/>
                  </a:cubicBezTo>
                  <a:close/>
                </a:path>
              </a:pathLst>
            </a:custGeom>
            <a:solidFill>
              <a:schemeClr val="accent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28" name="Google Shape;1028;p69"/>
            <p:cNvSpPr/>
            <p:nvPr/>
          </p:nvSpPr>
          <p:spPr>
            <a:xfrm>
              <a:off x="4368675" y="2578950"/>
              <a:ext cx="61525" cy="102575"/>
            </a:xfrm>
            <a:custGeom>
              <a:rect b="b" l="l" r="r" t="t"/>
              <a:pathLst>
                <a:path extrusionOk="0" h="4103" w="2461">
                  <a:moveTo>
                    <a:pt x="817" y="1"/>
                  </a:moveTo>
                  <a:cubicBezTo>
                    <a:pt x="412" y="1"/>
                    <a:pt x="0" y="328"/>
                    <a:pt x="153" y="829"/>
                  </a:cubicBezTo>
                  <a:cubicBezTo>
                    <a:pt x="439" y="1763"/>
                    <a:pt x="724" y="2697"/>
                    <a:pt x="1009" y="3633"/>
                  </a:cubicBezTo>
                  <a:cubicBezTo>
                    <a:pt x="1109" y="3960"/>
                    <a:pt x="1375" y="4102"/>
                    <a:pt x="1642" y="4102"/>
                  </a:cubicBezTo>
                  <a:cubicBezTo>
                    <a:pt x="2049" y="4102"/>
                    <a:pt x="2460" y="3775"/>
                    <a:pt x="2306" y="3274"/>
                  </a:cubicBezTo>
                  <a:cubicBezTo>
                    <a:pt x="2021" y="2341"/>
                    <a:pt x="1736" y="1407"/>
                    <a:pt x="1450" y="471"/>
                  </a:cubicBezTo>
                  <a:cubicBezTo>
                    <a:pt x="1350" y="143"/>
                    <a:pt x="1085" y="1"/>
                    <a:pt x="817" y="1"/>
                  </a:cubicBezTo>
                  <a:close/>
                </a:path>
              </a:pathLst>
            </a:custGeom>
            <a:solidFill>
              <a:schemeClr val="accent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29" name="Google Shape;1029;p69"/>
            <p:cNvSpPr/>
            <p:nvPr/>
          </p:nvSpPr>
          <p:spPr>
            <a:xfrm>
              <a:off x="4352950" y="2373875"/>
              <a:ext cx="141350" cy="275700"/>
            </a:xfrm>
            <a:custGeom>
              <a:rect b="b" l="l" r="r" t="t"/>
              <a:pathLst>
                <a:path extrusionOk="0" h="11028" w="5654">
                  <a:moveTo>
                    <a:pt x="921" y="1"/>
                  </a:moveTo>
                  <a:cubicBezTo>
                    <a:pt x="466" y="1"/>
                    <a:pt x="1" y="485"/>
                    <a:pt x="296" y="1008"/>
                  </a:cubicBezTo>
                  <a:cubicBezTo>
                    <a:pt x="2003" y="4031"/>
                    <a:pt x="3304" y="7203"/>
                    <a:pt x="4219" y="10551"/>
                  </a:cubicBezTo>
                  <a:cubicBezTo>
                    <a:pt x="4309" y="10884"/>
                    <a:pt x="4569" y="11027"/>
                    <a:pt x="4835" y="11027"/>
                  </a:cubicBezTo>
                  <a:cubicBezTo>
                    <a:pt x="5238" y="11027"/>
                    <a:pt x="5653" y="10698"/>
                    <a:pt x="5516" y="10194"/>
                  </a:cubicBezTo>
                  <a:cubicBezTo>
                    <a:pt x="4572" y="6734"/>
                    <a:pt x="3219" y="3451"/>
                    <a:pt x="1458" y="330"/>
                  </a:cubicBezTo>
                  <a:cubicBezTo>
                    <a:pt x="1326" y="97"/>
                    <a:pt x="1125" y="1"/>
                    <a:pt x="921" y="1"/>
                  </a:cubicBezTo>
                  <a:close/>
                </a:path>
              </a:pathLst>
            </a:custGeom>
            <a:solidFill>
              <a:schemeClr val="accent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30" name="Google Shape;1030;p69"/>
            <p:cNvSpPr/>
            <p:nvPr/>
          </p:nvSpPr>
          <p:spPr>
            <a:xfrm>
              <a:off x="3178525" y="2753625"/>
              <a:ext cx="83300" cy="260625"/>
            </a:xfrm>
            <a:custGeom>
              <a:rect b="b" l="l" r="r" t="t"/>
              <a:pathLst>
                <a:path extrusionOk="0" h="10425" w="3332">
                  <a:moveTo>
                    <a:pt x="643" y="0"/>
                  </a:moveTo>
                  <a:cubicBezTo>
                    <a:pt x="307" y="0"/>
                    <a:pt x="0" y="212"/>
                    <a:pt x="56" y="639"/>
                  </a:cubicBezTo>
                  <a:cubicBezTo>
                    <a:pt x="461" y="3787"/>
                    <a:pt x="1065" y="6885"/>
                    <a:pt x="1898" y="9948"/>
                  </a:cubicBezTo>
                  <a:cubicBezTo>
                    <a:pt x="1988" y="10280"/>
                    <a:pt x="2248" y="10424"/>
                    <a:pt x="2514" y="10424"/>
                  </a:cubicBezTo>
                  <a:cubicBezTo>
                    <a:pt x="2916" y="10424"/>
                    <a:pt x="3332" y="10095"/>
                    <a:pt x="3195" y="9591"/>
                  </a:cubicBezTo>
                  <a:cubicBezTo>
                    <a:pt x="2394" y="6646"/>
                    <a:pt x="1791" y="3665"/>
                    <a:pt x="1401" y="639"/>
                  </a:cubicBezTo>
                  <a:cubicBezTo>
                    <a:pt x="1346" y="215"/>
                    <a:pt x="980" y="0"/>
                    <a:pt x="643" y="0"/>
                  </a:cubicBezTo>
                  <a:close/>
                </a:path>
              </a:pathLst>
            </a:custGeom>
            <a:solidFill>
              <a:schemeClr val="accent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31" name="Google Shape;1031;p69"/>
            <p:cNvSpPr/>
            <p:nvPr/>
          </p:nvSpPr>
          <p:spPr>
            <a:xfrm>
              <a:off x="3248850" y="3053150"/>
              <a:ext cx="79350" cy="105200"/>
            </a:xfrm>
            <a:custGeom>
              <a:rect b="b" l="l" r="r" t="t"/>
              <a:pathLst>
                <a:path extrusionOk="0" h="4208" w="3174">
                  <a:moveTo>
                    <a:pt x="903" y="0"/>
                  </a:moveTo>
                  <a:cubicBezTo>
                    <a:pt x="471" y="0"/>
                    <a:pt x="0" y="491"/>
                    <a:pt x="238" y="1030"/>
                  </a:cubicBezTo>
                  <a:cubicBezTo>
                    <a:pt x="673" y="2011"/>
                    <a:pt x="1162" y="2961"/>
                    <a:pt x="1706" y="3884"/>
                  </a:cubicBezTo>
                  <a:cubicBezTo>
                    <a:pt x="1841" y="4113"/>
                    <a:pt x="2044" y="4208"/>
                    <a:pt x="2248" y="4208"/>
                  </a:cubicBezTo>
                  <a:cubicBezTo>
                    <a:pt x="2709" y="4208"/>
                    <a:pt x="3173" y="3724"/>
                    <a:pt x="2867" y="3204"/>
                  </a:cubicBezTo>
                  <a:cubicBezTo>
                    <a:pt x="2324" y="2281"/>
                    <a:pt x="1835" y="1330"/>
                    <a:pt x="1401" y="350"/>
                  </a:cubicBezTo>
                  <a:cubicBezTo>
                    <a:pt x="1291" y="103"/>
                    <a:pt x="1101" y="0"/>
                    <a:pt x="903" y="0"/>
                  </a:cubicBezTo>
                  <a:close/>
                </a:path>
              </a:pathLst>
            </a:custGeom>
            <a:solidFill>
              <a:schemeClr val="accent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32" name="Google Shape;1032;p69"/>
            <p:cNvSpPr/>
            <p:nvPr/>
          </p:nvSpPr>
          <p:spPr>
            <a:xfrm>
              <a:off x="4105450" y="2395900"/>
              <a:ext cx="124950" cy="121850"/>
            </a:xfrm>
            <a:custGeom>
              <a:rect b="b" l="l" r="r" t="t"/>
              <a:pathLst>
                <a:path extrusionOk="0" h="4874" w="4998">
                  <a:moveTo>
                    <a:pt x="1026" y="0"/>
                  </a:moveTo>
                  <a:cubicBezTo>
                    <a:pt x="479" y="0"/>
                    <a:pt x="0" y="680"/>
                    <a:pt x="518" y="1123"/>
                  </a:cubicBezTo>
                  <a:cubicBezTo>
                    <a:pt x="1687" y="2122"/>
                    <a:pt x="2687" y="3262"/>
                    <a:pt x="3512" y="4560"/>
                  </a:cubicBezTo>
                  <a:cubicBezTo>
                    <a:pt x="3652" y="4782"/>
                    <a:pt x="3858" y="4874"/>
                    <a:pt x="4063" y="4874"/>
                  </a:cubicBezTo>
                  <a:cubicBezTo>
                    <a:pt x="4532" y="4874"/>
                    <a:pt x="4998" y="4392"/>
                    <a:pt x="4674" y="3880"/>
                  </a:cubicBezTo>
                  <a:cubicBezTo>
                    <a:pt x="3791" y="2490"/>
                    <a:pt x="2723" y="1243"/>
                    <a:pt x="1469" y="171"/>
                  </a:cubicBezTo>
                  <a:cubicBezTo>
                    <a:pt x="1329" y="51"/>
                    <a:pt x="1175" y="0"/>
                    <a:pt x="1026" y="0"/>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33" name="Google Shape;1033;p69"/>
            <p:cNvSpPr/>
            <p:nvPr/>
          </p:nvSpPr>
          <p:spPr>
            <a:xfrm>
              <a:off x="4218150" y="2534600"/>
              <a:ext cx="115100" cy="207100"/>
            </a:xfrm>
            <a:custGeom>
              <a:rect b="b" l="l" r="r" t="t"/>
              <a:pathLst>
                <a:path extrusionOk="0" h="8284" w="4604">
                  <a:moveTo>
                    <a:pt x="905" y="1"/>
                  </a:moveTo>
                  <a:cubicBezTo>
                    <a:pt x="471" y="1"/>
                    <a:pt x="0" y="491"/>
                    <a:pt x="242" y="1029"/>
                  </a:cubicBezTo>
                  <a:cubicBezTo>
                    <a:pt x="1251" y="3275"/>
                    <a:pt x="2207" y="5543"/>
                    <a:pt x="3113" y="7834"/>
                  </a:cubicBezTo>
                  <a:cubicBezTo>
                    <a:pt x="3237" y="8148"/>
                    <a:pt x="3515" y="8284"/>
                    <a:pt x="3786" y="8284"/>
                  </a:cubicBezTo>
                  <a:cubicBezTo>
                    <a:pt x="4203" y="8284"/>
                    <a:pt x="4603" y="7964"/>
                    <a:pt x="4411" y="7476"/>
                  </a:cubicBezTo>
                  <a:cubicBezTo>
                    <a:pt x="3463" y="5076"/>
                    <a:pt x="2462" y="2702"/>
                    <a:pt x="1404" y="350"/>
                  </a:cubicBezTo>
                  <a:cubicBezTo>
                    <a:pt x="1293" y="103"/>
                    <a:pt x="1103" y="1"/>
                    <a:pt x="905" y="1"/>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34" name="Google Shape;1034;p69"/>
            <p:cNvSpPr/>
            <p:nvPr/>
          </p:nvSpPr>
          <p:spPr>
            <a:xfrm>
              <a:off x="3789000" y="2258050"/>
              <a:ext cx="29425" cy="29425"/>
            </a:xfrm>
            <a:custGeom>
              <a:rect b="b" l="l" r="r" t="t"/>
              <a:pathLst>
                <a:path extrusionOk="0" h="1177" w="1177">
                  <a:moveTo>
                    <a:pt x="588" y="0"/>
                  </a:moveTo>
                  <a:cubicBezTo>
                    <a:pt x="263" y="0"/>
                    <a:pt x="1" y="263"/>
                    <a:pt x="1" y="589"/>
                  </a:cubicBezTo>
                  <a:cubicBezTo>
                    <a:pt x="1" y="914"/>
                    <a:pt x="263" y="1176"/>
                    <a:pt x="588" y="1176"/>
                  </a:cubicBezTo>
                  <a:cubicBezTo>
                    <a:pt x="914" y="1176"/>
                    <a:pt x="1177" y="914"/>
                    <a:pt x="1177" y="589"/>
                  </a:cubicBezTo>
                  <a:cubicBezTo>
                    <a:pt x="1177" y="263"/>
                    <a:pt x="914" y="0"/>
                    <a:pt x="588"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35" name="Google Shape;1035;p69"/>
            <p:cNvSpPr/>
            <p:nvPr/>
          </p:nvSpPr>
          <p:spPr>
            <a:xfrm>
              <a:off x="3885800" y="2272725"/>
              <a:ext cx="29425" cy="29450"/>
            </a:xfrm>
            <a:custGeom>
              <a:rect b="b" l="l" r="r" t="t"/>
              <a:pathLst>
                <a:path extrusionOk="0" h="1178" w="1177">
                  <a:moveTo>
                    <a:pt x="589" y="1"/>
                  </a:moveTo>
                  <a:cubicBezTo>
                    <a:pt x="264" y="1"/>
                    <a:pt x="0" y="264"/>
                    <a:pt x="0" y="589"/>
                  </a:cubicBezTo>
                  <a:cubicBezTo>
                    <a:pt x="0" y="914"/>
                    <a:pt x="264" y="1178"/>
                    <a:pt x="589" y="1178"/>
                  </a:cubicBezTo>
                  <a:cubicBezTo>
                    <a:pt x="914" y="1178"/>
                    <a:pt x="1176" y="914"/>
                    <a:pt x="1176" y="589"/>
                  </a:cubicBezTo>
                  <a:cubicBezTo>
                    <a:pt x="1176" y="264"/>
                    <a:pt x="914" y="1"/>
                    <a:pt x="589"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36" name="Google Shape;1036;p69"/>
            <p:cNvSpPr/>
            <p:nvPr/>
          </p:nvSpPr>
          <p:spPr>
            <a:xfrm>
              <a:off x="3983500" y="2302150"/>
              <a:ext cx="29425" cy="29475"/>
            </a:xfrm>
            <a:custGeom>
              <a:rect b="b" l="l" r="r" t="t"/>
              <a:pathLst>
                <a:path extrusionOk="0" h="1179" w="1177">
                  <a:moveTo>
                    <a:pt x="589" y="1"/>
                  </a:moveTo>
                  <a:cubicBezTo>
                    <a:pt x="264" y="1"/>
                    <a:pt x="0" y="265"/>
                    <a:pt x="0" y="590"/>
                  </a:cubicBezTo>
                  <a:cubicBezTo>
                    <a:pt x="0" y="913"/>
                    <a:pt x="264" y="1178"/>
                    <a:pt x="589" y="1178"/>
                  </a:cubicBezTo>
                  <a:cubicBezTo>
                    <a:pt x="913" y="1178"/>
                    <a:pt x="1176" y="913"/>
                    <a:pt x="1176" y="590"/>
                  </a:cubicBezTo>
                  <a:cubicBezTo>
                    <a:pt x="1176" y="265"/>
                    <a:pt x="913" y="1"/>
                    <a:pt x="589"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37" name="Google Shape;1037;p69"/>
            <p:cNvSpPr/>
            <p:nvPr/>
          </p:nvSpPr>
          <p:spPr>
            <a:xfrm>
              <a:off x="3633475" y="3120775"/>
              <a:ext cx="29475" cy="29475"/>
            </a:xfrm>
            <a:custGeom>
              <a:rect b="b" l="l" r="r" t="t"/>
              <a:pathLst>
                <a:path extrusionOk="0" h="1179" w="1179">
                  <a:moveTo>
                    <a:pt x="589" y="1"/>
                  </a:moveTo>
                  <a:cubicBezTo>
                    <a:pt x="265" y="1"/>
                    <a:pt x="1" y="265"/>
                    <a:pt x="1" y="589"/>
                  </a:cubicBezTo>
                  <a:cubicBezTo>
                    <a:pt x="1" y="914"/>
                    <a:pt x="265" y="1178"/>
                    <a:pt x="589" y="1178"/>
                  </a:cubicBezTo>
                  <a:cubicBezTo>
                    <a:pt x="914" y="1178"/>
                    <a:pt x="1178" y="914"/>
                    <a:pt x="1178" y="589"/>
                  </a:cubicBezTo>
                  <a:cubicBezTo>
                    <a:pt x="1178" y="265"/>
                    <a:pt x="914" y="1"/>
                    <a:pt x="589"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38" name="Google Shape;1038;p69"/>
            <p:cNvSpPr/>
            <p:nvPr/>
          </p:nvSpPr>
          <p:spPr>
            <a:xfrm>
              <a:off x="3705075" y="3070375"/>
              <a:ext cx="29425" cy="29450"/>
            </a:xfrm>
            <a:custGeom>
              <a:rect b="b" l="l" r="r" t="t"/>
              <a:pathLst>
                <a:path extrusionOk="0" h="1178" w="1177">
                  <a:moveTo>
                    <a:pt x="588" y="0"/>
                  </a:moveTo>
                  <a:cubicBezTo>
                    <a:pt x="264" y="0"/>
                    <a:pt x="1" y="264"/>
                    <a:pt x="1" y="589"/>
                  </a:cubicBezTo>
                  <a:cubicBezTo>
                    <a:pt x="1" y="913"/>
                    <a:pt x="264" y="1177"/>
                    <a:pt x="588" y="1177"/>
                  </a:cubicBezTo>
                  <a:cubicBezTo>
                    <a:pt x="913" y="1177"/>
                    <a:pt x="1177" y="913"/>
                    <a:pt x="1177" y="589"/>
                  </a:cubicBezTo>
                  <a:cubicBezTo>
                    <a:pt x="1177" y="264"/>
                    <a:pt x="914" y="0"/>
                    <a:pt x="588"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39" name="Google Shape;1039;p69"/>
            <p:cNvSpPr/>
            <p:nvPr/>
          </p:nvSpPr>
          <p:spPr>
            <a:xfrm>
              <a:off x="3621125" y="3494250"/>
              <a:ext cx="235325" cy="34775"/>
            </a:xfrm>
            <a:custGeom>
              <a:rect b="b" l="l" r="r" t="t"/>
              <a:pathLst>
                <a:path extrusionOk="0" h="1391" w="9413">
                  <a:moveTo>
                    <a:pt x="863" y="0"/>
                  </a:moveTo>
                  <a:cubicBezTo>
                    <a:pt x="1" y="0"/>
                    <a:pt x="1" y="1341"/>
                    <a:pt x="867" y="1346"/>
                  </a:cubicBezTo>
                  <a:cubicBezTo>
                    <a:pt x="3426" y="1361"/>
                    <a:pt x="5986" y="1377"/>
                    <a:pt x="8546" y="1391"/>
                  </a:cubicBezTo>
                  <a:cubicBezTo>
                    <a:pt x="8547" y="1391"/>
                    <a:pt x="8549" y="1391"/>
                    <a:pt x="8551" y="1391"/>
                  </a:cubicBezTo>
                  <a:cubicBezTo>
                    <a:pt x="9412" y="1391"/>
                    <a:pt x="9411" y="51"/>
                    <a:pt x="8546" y="45"/>
                  </a:cubicBezTo>
                  <a:cubicBezTo>
                    <a:pt x="5986" y="31"/>
                    <a:pt x="3426" y="15"/>
                    <a:pt x="867" y="0"/>
                  </a:cubicBezTo>
                  <a:cubicBezTo>
                    <a:pt x="866" y="0"/>
                    <a:pt x="864" y="0"/>
                    <a:pt x="863" y="0"/>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40" name="Google Shape;1040;p69"/>
            <p:cNvSpPr/>
            <p:nvPr/>
          </p:nvSpPr>
          <p:spPr>
            <a:xfrm>
              <a:off x="3867725" y="3492350"/>
              <a:ext cx="103675" cy="33650"/>
            </a:xfrm>
            <a:custGeom>
              <a:rect b="b" l="l" r="r" t="t"/>
              <a:pathLst>
                <a:path extrusionOk="0" h="1346" w="4147">
                  <a:moveTo>
                    <a:pt x="868" y="0"/>
                  </a:moveTo>
                  <a:cubicBezTo>
                    <a:pt x="3" y="0"/>
                    <a:pt x="0" y="1346"/>
                    <a:pt x="868" y="1346"/>
                  </a:cubicBezTo>
                  <a:lnTo>
                    <a:pt x="3279" y="1346"/>
                  </a:lnTo>
                  <a:cubicBezTo>
                    <a:pt x="4144" y="1346"/>
                    <a:pt x="4147" y="0"/>
                    <a:pt x="3279" y="0"/>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41" name="Google Shape;1041;p69"/>
            <p:cNvSpPr/>
            <p:nvPr/>
          </p:nvSpPr>
          <p:spPr>
            <a:xfrm>
              <a:off x="4200600" y="2820550"/>
              <a:ext cx="36750" cy="52975"/>
            </a:xfrm>
            <a:custGeom>
              <a:rect b="b" l="l" r="r" t="t"/>
              <a:pathLst>
                <a:path extrusionOk="0" h="2119" w="1470">
                  <a:moveTo>
                    <a:pt x="735" y="1"/>
                  </a:moveTo>
                  <a:cubicBezTo>
                    <a:pt x="329" y="1"/>
                    <a:pt x="1" y="476"/>
                    <a:pt x="1" y="1060"/>
                  </a:cubicBezTo>
                  <a:cubicBezTo>
                    <a:pt x="1" y="1645"/>
                    <a:pt x="329" y="2118"/>
                    <a:pt x="735" y="2118"/>
                  </a:cubicBezTo>
                  <a:cubicBezTo>
                    <a:pt x="1141" y="2118"/>
                    <a:pt x="1469" y="1644"/>
                    <a:pt x="1469" y="1060"/>
                  </a:cubicBezTo>
                  <a:cubicBezTo>
                    <a:pt x="1469" y="476"/>
                    <a:pt x="1141" y="2"/>
                    <a:pt x="735" y="1"/>
                  </a:cubicBezTo>
                  <a:close/>
                </a:path>
              </a:pathLst>
            </a:cu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1042" name="Google Shape;1042;p69"/>
          <p:cNvPicPr preferRelativeResize="0"/>
          <p:nvPr/>
        </p:nvPicPr>
        <p:blipFill rotWithShape="1">
          <a:blip r:embed="rId2">
            <a:alphaModFix amt="14000"/>
          </a:blip>
          <a:srcRect b="0" l="0" r="0" t="0"/>
          <a:stretch/>
        </p:blipFill>
        <p:spPr>
          <a:xfrm>
            <a:off x="0" y="0"/>
            <a:ext cx="9144000" cy="5143500"/>
          </a:xfrm>
          <a:prstGeom prst="rect">
            <a:avLst/>
          </a:prstGeom>
          <a:noFill/>
          <a:ln>
            <a:noFill/>
          </a:ln>
        </p:spPr>
      </p:pic>
      <p:grpSp>
        <p:nvGrpSpPr>
          <p:cNvPr id="1043" name="Google Shape;1043;p69"/>
          <p:cNvGrpSpPr/>
          <p:nvPr/>
        </p:nvGrpSpPr>
        <p:grpSpPr>
          <a:xfrm>
            <a:off x="372025" y="321975"/>
            <a:ext cx="8400000" cy="4503300"/>
            <a:chOff x="372025" y="321975"/>
            <a:chExt cx="8400000" cy="4503300"/>
          </a:xfrm>
        </p:grpSpPr>
        <p:grpSp>
          <p:nvGrpSpPr>
            <p:cNvPr id="1044" name="Google Shape;1044;p69"/>
            <p:cNvGrpSpPr/>
            <p:nvPr/>
          </p:nvGrpSpPr>
          <p:grpSpPr>
            <a:xfrm>
              <a:off x="372025" y="321975"/>
              <a:ext cx="8400000" cy="4503300"/>
              <a:chOff x="372025" y="321975"/>
              <a:chExt cx="8400000" cy="4503300"/>
            </a:xfrm>
          </p:grpSpPr>
          <p:sp>
            <p:nvSpPr>
              <p:cNvPr id="1045" name="Google Shape;1045;p69"/>
              <p:cNvSpPr/>
              <p:nvPr/>
            </p:nvSpPr>
            <p:spPr>
              <a:xfrm>
                <a:off x="372375" y="324675"/>
                <a:ext cx="8394900" cy="4500600"/>
              </a:xfrm>
              <a:prstGeom prst="rect">
                <a:avLst/>
              </a:prstGeom>
              <a:solidFill>
                <a:srgbClr val="7C7C7C">
                  <a:alpha val="14117"/>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nvGrpSpPr>
              <p:cNvPr id="1046" name="Google Shape;1046;p69"/>
              <p:cNvGrpSpPr/>
              <p:nvPr/>
            </p:nvGrpSpPr>
            <p:grpSpPr>
              <a:xfrm>
                <a:off x="372025" y="321975"/>
                <a:ext cx="8400000" cy="4499700"/>
                <a:chOff x="372025" y="321975"/>
                <a:chExt cx="8400000" cy="4499700"/>
              </a:xfrm>
            </p:grpSpPr>
            <p:sp>
              <p:nvSpPr>
                <p:cNvPr id="1047" name="Google Shape;1047;p69"/>
                <p:cNvSpPr/>
                <p:nvPr/>
              </p:nvSpPr>
              <p:spPr>
                <a:xfrm>
                  <a:off x="372025" y="321975"/>
                  <a:ext cx="8400000" cy="44997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48" name="Google Shape;1048;p69"/>
                <p:cNvSpPr/>
                <p:nvPr/>
              </p:nvSpPr>
              <p:spPr>
                <a:xfrm>
                  <a:off x="372025" y="321975"/>
                  <a:ext cx="8400000" cy="2181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49" name="Google Shape;1049;p69"/>
                <p:cNvSpPr/>
                <p:nvPr/>
              </p:nvSpPr>
              <p:spPr>
                <a:xfrm>
                  <a:off x="486450" y="380900"/>
                  <a:ext cx="100200" cy="100200"/>
                </a:xfrm>
                <a:prstGeom prst="ellipse">
                  <a:avLst/>
                </a:pr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50" name="Google Shape;1050;p69"/>
                <p:cNvSpPr/>
                <p:nvPr/>
              </p:nvSpPr>
              <p:spPr>
                <a:xfrm>
                  <a:off x="669900" y="380900"/>
                  <a:ext cx="100200" cy="100200"/>
                </a:xfrm>
                <a:prstGeom prst="ellipse">
                  <a:avLst/>
                </a:pr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51" name="Google Shape;1051;p69"/>
                <p:cNvSpPr/>
                <p:nvPr/>
              </p:nvSpPr>
              <p:spPr>
                <a:xfrm>
                  <a:off x="853350" y="380900"/>
                  <a:ext cx="100200" cy="100200"/>
                </a:xfrm>
                <a:prstGeom prst="ellipse">
                  <a:avLst/>
                </a:pr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52" name="Google Shape;1052;p69"/>
                <p:cNvSpPr/>
                <p:nvPr/>
              </p:nvSpPr>
              <p:spPr>
                <a:xfrm>
                  <a:off x="8537750" y="380900"/>
                  <a:ext cx="100200" cy="1002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cxnSp>
              <p:nvCxnSpPr>
                <p:cNvPr id="1053" name="Google Shape;1053;p69"/>
                <p:cNvCxnSpPr/>
                <p:nvPr/>
              </p:nvCxnSpPr>
              <p:spPr>
                <a:xfrm>
                  <a:off x="7498375" y="431000"/>
                  <a:ext cx="1039500" cy="0"/>
                </a:xfrm>
                <a:prstGeom prst="straightConnector1">
                  <a:avLst/>
                </a:prstGeom>
                <a:noFill/>
                <a:ln cap="flat" cmpd="sng" w="9525">
                  <a:solidFill>
                    <a:schemeClr val="dk2"/>
                  </a:solidFill>
                  <a:prstDash val="solid"/>
                  <a:round/>
                  <a:headEnd len="sm" w="sm" type="none"/>
                  <a:tailEnd len="sm" w="sm" type="none"/>
                </a:ln>
              </p:spPr>
            </p:cxnSp>
          </p:grpSp>
        </p:grpSp>
        <p:cxnSp>
          <p:nvCxnSpPr>
            <p:cNvPr id="1054" name="Google Shape;1054;p69"/>
            <p:cNvCxnSpPr/>
            <p:nvPr/>
          </p:nvCxnSpPr>
          <p:spPr>
            <a:xfrm>
              <a:off x="372025" y="1104300"/>
              <a:ext cx="8400000" cy="0"/>
            </a:xfrm>
            <a:prstGeom prst="straightConnector1">
              <a:avLst/>
            </a:prstGeom>
            <a:noFill/>
            <a:ln cap="flat" cmpd="sng" w="9525">
              <a:solidFill>
                <a:schemeClr val="dk2"/>
              </a:solidFill>
              <a:prstDash val="solid"/>
              <a:round/>
              <a:headEnd len="sm" w="sm" type="none"/>
              <a:tailEnd len="sm" w="sm" type="none"/>
            </a:ln>
          </p:spPr>
        </p:cxnSp>
      </p:grpSp>
      <p:sp>
        <p:nvSpPr>
          <p:cNvPr id="1055" name="Google Shape;1055;p69"/>
          <p:cNvSpPr txBox="1"/>
          <p:nvPr>
            <p:ph type="title"/>
          </p:nvPr>
        </p:nvSpPr>
        <p:spPr>
          <a:xfrm>
            <a:off x="720000" y="540000"/>
            <a:ext cx="7704000" cy="564300"/>
          </a:xfrm>
          <a:prstGeom prst="rect">
            <a:avLst/>
          </a:prstGeom>
          <a:noFill/>
          <a:ln>
            <a:noFill/>
          </a:ln>
        </p:spPr>
        <p:txBody>
          <a:bodyPr anchorCtr="0" anchor="ctr" bIns="91425" lIns="91425" spcFirstLastPara="1" rIns="91425" wrap="square" tIns="91425">
            <a:noAutofit/>
          </a:bodyPr>
          <a:lstStyle>
            <a:lvl1pPr lvl="0" algn="l">
              <a:lnSpc>
                <a:spcPct val="100000"/>
              </a:lnSpc>
              <a:spcBef>
                <a:spcPts val="0"/>
              </a:spcBef>
              <a:spcAft>
                <a:spcPts val="0"/>
              </a:spcAft>
              <a:buSzPts val="2800"/>
              <a:buNone/>
              <a:defRPr/>
            </a:lvl1pPr>
            <a:lvl2pPr lvl="1" algn="l">
              <a:lnSpc>
                <a:spcPct val="100000"/>
              </a:lnSpc>
              <a:spcBef>
                <a:spcPts val="0"/>
              </a:spcBef>
              <a:spcAft>
                <a:spcPts val="0"/>
              </a:spcAft>
              <a:buSzPts val="2800"/>
              <a:buNone/>
              <a:defRPr/>
            </a:lvl2pPr>
            <a:lvl3pPr lvl="2" algn="l">
              <a:lnSpc>
                <a:spcPct val="100000"/>
              </a:lnSpc>
              <a:spcBef>
                <a:spcPts val="0"/>
              </a:spcBef>
              <a:spcAft>
                <a:spcPts val="0"/>
              </a:spcAft>
              <a:buSzPts val="2800"/>
              <a:buNone/>
              <a:defRPr/>
            </a:lvl3pPr>
            <a:lvl4pPr lvl="3" algn="l">
              <a:lnSpc>
                <a:spcPct val="100000"/>
              </a:lnSpc>
              <a:spcBef>
                <a:spcPts val="0"/>
              </a:spcBef>
              <a:spcAft>
                <a:spcPts val="0"/>
              </a:spcAft>
              <a:buSzPts val="2800"/>
              <a:buNone/>
              <a:defRPr/>
            </a:lvl4pPr>
            <a:lvl5pPr lvl="4" algn="l">
              <a:lnSpc>
                <a:spcPct val="100000"/>
              </a:lnSpc>
              <a:spcBef>
                <a:spcPts val="0"/>
              </a:spcBef>
              <a:spcAft>
                <a:spcPts val="0"/>
              </a:spcAft>
              <a:buSzPts val="2800"/>
              <a:buNone/>
              <a:defRPr/>
            </a:lvl5pPr>
            <a:lvl6pPr lvl="5" algn="l">
              <a:lnSpc>
                <a:spcPct val="100000"/>
              </a:lnSpc>
              <a:spcBef>
                <a:spcPts val="0"/>
              </a:spcBef>
              <a:spcAft>
                <a:spcPts val="0"/>
              </a:spcAft>
              <a:buSzPts val="2800"/>
              <a:buNone/>
              <a:defRPr/>
            </a:lvl6pPr>
            <a:lvl7pPr lvl="6" algn="l">
              <a:lnSpc>
                <a:spcPct val="100000"/>
              </a:lnSpc>
              <a:spcBef>
                <a:spcPts val="0"/>
              </a:spcBef>
              <a:spcAft>
                <a:spcPts val="0"/>
              </a:spcAft>
              <a:buSzPts val="2800"/>
              <a:buNone/>
              <a:defRPr/>
            </a:lvl7pPr>
            <a:lvl8pPr lvl="7" algn="l">
              <a:lnSpc>
                <a:spcPct val="100000"/>
              </a:lnSpc>
              <a:spcBef>
                <a:spcPts val="0"/>
              </a:spcBef>
              <a:spcAft>
                <a:spcPts val="0"/>
              </a:spcAft>
              <a:buSzPts val="2800"/>
              <a:buNone/>
              <a:defRPr/>
            </a:lvl8pPr>
            <a:lvl9pPr lvl="8" algn="l">
              <a:lnSpc>
                <a:spcPct val="100000"/>
              </a:lnSpc>
              <a:spcBef>
                <a:spcPts val="0"/>
              </a:spcBef>
              <a:spcAft>
                <a:spcPts val="0"/>
              </a:spcAft>
              <a:buSzPts val="2800"/>
              <a:buNone/>
              <a:defRPr/>
            </a:lvl9pPr>
          </a:lstStyle>
          <a:p/>
        </p:txBody>
      </p:sp>
      <p:sp>
        <p:nvSpPr>
          <p:cNvPr id="1056" name="Google Shape;1056;p69"/>
          <p:cNvSpPr txBox="1"/>
          <p:nvPr>
            <p:ph idx="1" type="subTitle"/>
          </p:nvPr>
        </p:nvSpPr>
        <p:spPr>
          <a:xfrm>
            <a:off x="720150" y="3967049"/>
            <a:ext cx="7704000" cy="634800"/>
          </a:xfrm>
          <a:prstGeom prst="rect">
            <a:avLst/>
          </a:prstGeom>
          <a:noFill/>
          <a:ln cap="flat" cmpd="sng" w="9525">
            <a:solidFill>
              <a:schemeClr val="dk2"/>
            </a:solidFill>
            <a:prstDash val="solid"/>
            <a:round/>
            <a:headEnd len="sm" w="sm" type="none"/>
            <a:tailEnd len="sm" w="sm" type="none"/>
          </a:ln>
        </p:spPr>
        <p:txBody>
          <a:bodyPr anchorCtr="0" anchor="t" bIns="91425" lIns="91425" spcFirstLastPara="1" rIns="91425" wrap="square" tIns="91425">
            <a:noAutofit/>
          </a:bodyPr>
          <a:lstStyle>
            <a:lvl1pPr lvl="0" algn="ctr">
              <a:lnSpc>
                <a:spcPct val="100000"/>
              </a:lnSpc>
              <a:spcBef>
                <a:spcPts val="0"/>
              </a:spcBef>
              <a:spcAft>
                <a:spcPts val="0"/>
              </a:spcAft>
              <a:buSzPts val="1400"/>
              <a:buNone/>
              <a:defRPr/>
            </a:lvl1pPr>
            <a:lvl2pPr lvl="1" algn="ctr">
              <a:lnSpc>
                <a:spcPct val="100000"/>
              </a:lnSpc>
              <a:spcBef>
                <a:spcPts val="0"/>
              </a:spcBef>
              <a:spcAft>
                <a:spcPts val="0"/>
              </a:spcAft>
              <a:buSzPts val="1400"/>
              <a:buNone/>
              <a:defRPr/>
            </a:lvl2pPr>
            <a:lvl3pPr lvl="2" algn="ctr">
              <a:lnSpc>
                <a:spcPct val="100000"/>
              </a:lnSpc>
              <a:spcBef>
                <a:spcPts val="1600"/>
              </a:spcBef>
              <a:spcAft>
                <a:spcPts val="0"/>
              </a:spcAft>
              <a:buSzPts val="1400"/>
              <a:buNone/>
              <a:defRPr/>
            </a:lvl3pPr>
            <a:lvl4pPr lvl="3" algn="ctr">
              <a:lnSpc>
                <a:spcPct val="100000"/>
              </a:lnSpc>
              <a:spcBef>
                <a:spcPts val="1600"/>
              </a:spcBef>
              <a:spcAft>
                <a:spcPts val="0"/>
              </a:spcAft>
              <a:buSzPts val="1400"/>
              <a:buNone/>
              <a:defRPr/>
            </a:lvl4pPr>
            <a:lvl5pPr lvl="4" algn="ctr">
              <a:lnSpc>
                <a:spcPct val="100000"/>
              </a:lnSpc>
              <a:spcBef>
                <a:spcPts val="1600"/>
              </a:spcBef>
              <a:spcAft>
                <a:spcPts val="0"/>
              </a:spcAft>
              <a:buSzPts val="1400"/>
              <a:buNone/>
              <a:defRPr/>
            </a:lvl5pPr>
            <a:lvl6pPr lvl="5" algn="ctr">
              <a:lnSpc>
                <a:spcPct val="100000"/>
              </a:lnSpc>
              <a:spcBef>
                <a:spcPts val="1600"/>
              </a:spcBef>
              <a:spcAft>
                <a:spcPts val="0"/>
              </a:spcAft>
              <a:buSzPts val="1400"/>
              <a:buNone/>
              <a:defRPr/>
            </a:lvl6pPr>
            <a:lvl7pPr lvl="6" algn="ctr">
              <a:lnSpc>
                <a:spcPct val="100000"/>
              </a:lnSpc>
              <a:spcBef>
                <a:spcPts val="1600"/>
              </a:spcBef>
              <a:spcAft>
                <a:spcPts val="0"/>
              </a:spcAft>
              <a:buSzPts val="1400"/>
              <a:buNone/>
              <a:defRPr/>
            </a:lvl7pPr>
            <a:lvl8pPr lvl="7" algn="ctr">
              <a:lnSpc>
                <a:spcPct val="100000"/>
              </a:lnSpc>
              <a:spcBef>
                <a:spcPts val="1600"/>
              </a:spcBef>
              <a:spcAft>
                <a:spcPts val="0"/>
              </a:spcAft>
              <a:buSzPts val="1400"/>
              <a:buNone/>
              <a:defRPr/>
            </a:lvl8pPr>
            <a:lvl9pPr lvl="8" algn="ctr">
              <a:lnSpc>
                <a:spcPct val="100000"/>
              </a:lnSpc>
              <a:spcBef>
                <a:spcPts val="1600"/>
              </a:spcBef>
              <a:spcAft>
                <a:spcPts val="1600"/>
              </a:spcAft>
              <a:buSzPts val="1400"/>
              <a:buNone/>
              <a:defRPr/>
            </a:lvl9pPr>
          </a:lstStyle>
          <a:p/>
        </p:txBody>
      </p:sp>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hanks">
  <p:cSld name="BLANK_1_1_1_1_1_1_2">
    <p:spTree>
      <p:nvGrpSpPr>
        <p:cNvPr id="1057" name="Shape 1057"/>
        <p:cNvGrpSpPr/>
        <p:nvPr/>
      </p:nvGrpSpPr>
      <p:grpSpPr>
        <a:xfrm>
          <a:off x="0" y="0"/>
          <a:ext cx="0" cy="0"/>
          <a:chOff x="0" y="0"/>
          <a:chExt cx="0" cy="0"/>
        </a:xfrm>
      </p:grpSpPr>
      <p:pic>
        <p:nvPicPr>
          <p:cNvPr id="1058" name="Google Shape;1058;p70"/>
          <p:cNvPicPr preferRelativeResize="0"/>
          <p:nvPr/>
        </p:nvPicPr>
        <p:blipFill rotWithShape="1">
          <a:blip r:embed="rId2">
            <a:alphaModFix amt="14000"/>
          </a:blip>
          <a:srcRect b="0" l="0" r="0" t="0"/>
          <a:stretch/>
        </p:blipFill>
        <p:spPr>
          <a:xfrm>
            <a:off x="0" y="0"/>
            <a:ext cx="9144000" cy="5143500"/>
          </a:xfrm>
          <a:prstGeom prst="rect">
            <a:avLst/>
          </a:prstGeom>
          <a:noFill/>
          <a:ln>
            <a:noFill/>
          </a:ln>
        </p:spPr>
      </p:pic>
      <p:grpSp>
        <p:nvGrpSpPr>
          <p:cNvPr id="1059" name="Google Shape;1059;p70"/>
          <p:cNvGrpSpPr/>
          <p:nvPr/>
        </p:nvGrpSpPr>
        <p:grpSpPr>
          <a:xfrm>
            <a:off x="372025" y="321975"/>
            <a:ext cx="8400000" cy="4503300"/>
            <a:chOff x="372025" y="321975"/>
            <a:chExt cx="8400000" cy="4503300"/>
          </a:xfrm>
        </p:grpSpPr>
        <p:sp>
          <p:nvSpPr>
            <p:cNvPr id="1060" name="Google Shape;1060;p70"/>
            <p:cNvSpPr/>
            <p:nvPr/>
          </p:nvSpPr>
          <p:spPr>
            <a:xfrm>
              <a:off x="372375" y="324675"/>
              <a:ext cx="8394900" cy="4500600"/>
            </a:xfrm>
            <a:prstGeom prst="rect">
              <a:avLst/>
            </a:prstGeom>
            <a:solidFill>
              <a:srgbClr val="7C7C7C">
                <a:alpha val="14117"/>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nvGrpSpPr>
            <p:cNvPr id="1061" name="Google Shape;1061;p70"/>
            <p:cNvGrpSpPr/>
            <p:nvPr/>
          </p:nvGrpSpPr>
          <p:grpSpPr>
            <a:xfrm>
              <a:off x="372025" y="321975"/>
              <a:ext cx="8400000" cy="4499700"/>
              <a:chOff x="372025" y="321975"/>
              <a:chExt cx="8400000" cy="4499700"/>
            </a:xfrm>
          </p:grpSpPr>
          <p:sp>
            <p:nvSpPr>
              <p:cNvPr id="1062" name="Google Shape;1062;p70"/>
              <p:cNvSpPr/>
              <p:nvPr/>
            </p:nvSpPr>
            <p:spPr>
              <a:xfrm>
                <a:off x="372025" y="321975"/>
                <a:ext cx="8400000" cy="44997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63" name="Google Shape;1063;p70"/>
              <p:cNvSpPr/>
              <p:nvPr/>
            </p:nvSpPr>
            <p:spPr>
              <a:xfrm>
                <a:off x="372025" y="321975"/>
                <a:ext cx="8400000" cy="2181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64" name="Google Shape;1064;p70"/>
              <p:cNvSpPr/>
              <p:nvPr/>
            </p:nvSpPr>
            <p:spPr>
              <a:xfrm>
                <a:off x="486450" y="380900"/>
                <a:ext cx="100200" cy="100200"/>
              </a:xfrm>
              <a:prstGeom prst="ellipse">
                <a:avLst/>
              </a:pr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65" name="Google Shape;1065;p70"/>
              <p:cNvSpPr/>
              <p:nvPr/>
            </p:nvSpPr>
            <p:spPr>
              <a:xfrm>
                <a:off x="669900" y="380900"/>
                <a:ext cx="100200" cy="100200"/>
              </a:xfrm>
              <a:prstGeom prst="ellipse">
                <a:avLst/>
              </a:pr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66" name="Google Shape;1066;p70"/>
              <p:cNvSpPr/>
              <p:nvPr/>
            </p:nvSpPr>
            <p:spPr>
              <a:xfrm>
                <a:off x="853350" y="380900"/>
                <a:ext cx="100200" cy="100200"/>
              </a:xfrm>
              <a:prstGeom prst="ellipse">
                <a:avLst/>
              </a:pr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67" name="Google Shape;1067;p70"/>
              <p:cNvSpPr/>
              <p:nvPr/>
            </p:nvSpPr>
            <p:spPr>
              <a:xfrm>
                <a:off x="8537750" y="380900"/>
                <a:ext cx="100200" cy="1002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cxnSp>
            <p:nvCxnSpPr>
              <p:cNvPr id="1068" name="Google Shape;1068;p70"/>
              <p:cNvCxnSpPr/>
              <p:nvPr/>
            </p:nvCxnSpPr>
            <p:spPr>
              <a:xfrm>
                <a:off x="7498375" y="431000"/>
                <a:ext cx="1039500" cy="0"/>
              </a:xfrm>
              <a:prstGeom prst="straightConnector1">
                <a:avLst/>
              </a:prstGeom>
              <a:noFill/>
              <a:ln cap="flat" cmpd="sng" w="9525">
                <a:solidFill>
                  <a:schemeClr val="dk2"/>
                </a:solidFill>
                <a:prstDash val="solid"/>
                <a:round/>
                <a:headEnd len="sm" w="sm" type="none"/>
                <a:tailEnd len="sm" w="sm" type="none"/>
              </a:ln>
            </p:spPr>
          </p:cxnSp>
        </p:grpSp>
      </p:grpSp>
      <p:sp>
        <p:nvSpPr>
          <p:cNvPr id="1069" name="Google Shape;1069;p70"/>
          <p:cNvSpPr txBox="1"/>
          <p:nvPr>
            <p:ph idx="1" type="subTitle"/>
          </p:nvPr>
        </p:nvSpPr>
        <p:spPr>
          <a:xfrm>
            <a:off x="2679300" y="1783825"/>
            <a:ext cx="3785400" cy="1227900"/>
          </a:xfrm>
          <a:prstGeom prst="rect">
            <a:avLst/>
          </a:prstGeom>
          <a:noFill/>
          <a:ln>
            <a:noFill/>
          </a:ln>
        </p:spPr>
        <p:txBody>
          <a:bodyPr anchorCtr="0" anchor="t" bIns="91425" lIns="91425" spcFirstLastPara="1" rIns="91425" wrap="square" tIns="91425">
            <a:noAutofit/>
          </a:bodyPr>
          <a:lstStyle>
            <a:lvl1pPr lvl="0" algn="ctr">
              <a:lnSpc>
                <a:spcPct val="100000"/>
              </a:lnSpc>
              <a:spcBef>
                <a:spcPts val="0"/>
              </a:spcBef>
              <a:spcAft>
                <a:spcPts val="0"/>
              </a:spcAft>
              <a:buSzPts val="1400"/>
              <a:buNone/>
              <a:defRPr/>
            </a:lvl1pPr>
            <a:lvl2pPr lvl="1" algn="ctr">
              <a:lnSpc>
                <a:spcPct val="100000"/>
              </a:lnSpc>
              <a:spcBef>
                <a:spcPts val="0"/>
              </a:spcBef>
              <a:spcAft>
                <a:spcPts val="0"/>
              </a:spcAft>
              <a:buSzPts val="1800"/>
              <a:buNone/>
              <a:defRPr sz="1800"/>
            </a:lvl2pPr>
            <a:lvl3pPr lvl="2" algn="ctr">
              <a:lnSpc>
                <a:spcPct val="100000"/>
              </a:lnSpc>
              <a:spcBef>
                <a:spcPts val="0"/>
              </a:spcBef>
              <a:spcAft>
                <a:spcPts val="0"/>
              </a:spcAft>
              <a:buSzPts val="1800"/>
              <a:buNone/>
              <a:defRPr sz="1800"/>
            </a:lvl3pPr>
            <a:lvl4pPr lvl="3" algn="ctr">
              <a:lnSpc>
                <a:spcPct val="100000"/>
              </a:lnSpc>
              <a:spcBef>
                <a:spcPts val="0"/>
              </a:spcBef>
              <a:spcAft>
                <a:spcPts val="0"/>
              </a:spcAft>
              <a:buSzPts val="1800"/>
              <a:buNone/>
              <a:defRPr sz="1800"/>
            </a:lvl4pPr>
            <a:lvl5pPr lvl="4" algn="ctr">
              <a:lnSpc>
                <a:spcPct val="100000"/>
              </a:lnSpc>
              <a:spcBef>
                <a:spcPts val="0"/>
              </a:spcBef>
              <a:spcAft>
                <a:spcPts val="0"/>
              </a:spcAft>
              <a:buSzPts val="1800"/>
              <a:buNone/>
              <a:defRPr sz="1800"/>
            </a:lvl5pPr>
            <a:lvl6pPr lvl="5" algn="ctr">
              <a:lnSpc>
                <a:spcPct val="100000"/>
              </a:lnSpc>
              <a:spcBef>
                <a:spcPts val="0"/>
              </a:spcBef>
              <a:spcAft>
                <a:spcPts val="0"/>
              </a:spcAft>
              <a:buSzPts val="1800"/>
              <a:buNone/>
              <a:defRPr sz="1800"/>
            </a:lvl6pPr>
            <a:lvl7pPr lvl="6" algn="ctr">
              <a:lnSpc>
                <a:spcPct val="100000"/>
              </a:lnSpc>
              <a:spcBef>
                <a:spcPts val="0"/>
              </a:spcBef>
              <a:spcAft>
                <a:spcPts val="0"/>
              </a:spcAft>
              <a:buSzPts val="1800"/>
              <a:buNone/>
              <a:defRPr sz="1800"/>
            </a:lvl7pPr>
            <a:lvl8pPr lvl="7" algn="ctr">
              <a:lnSpc>
                <a:spcPct val="100000"/>
              </a:lnSpc>
              <a:spcBef>
                <a:spcPts val="0"/>
              </a:spcBef>
              <a:spcAft>
                <a:spcPts val="0"/>
              </a:spcAft>
              <a:buSzPts val="1800"/>
              <a:buNone/>
              <a:defRPr sz="1800"/>
            </a:lvl8pPr>
            <a:lvl9pPr lvl="8" algn="ctr">
              <a:lnSpc>
                <a:spcPct val="100000"/>
              </a:lnSpc>
              <a:spcBef>
                <a:spcPts val="0"/>
              </a:spcBef>
              <a:spcAft>
                <a:spcPts val="0"/>
              </a:spcAft>
              <a:buSzPts val="1800"/>
              <a:buNone/>
              <a:defRPr sz="1800"/>
            </a:lvl9pPr>
          </a:lstStyle>
          <a:p/>
        </p:txBody>
      </p:sp>
      <p:sp>
        <p:nvSpPr>
          <p:cNvPr id="1070" name="Google Shape;1070;p70"/>
          <p:cNvSpPr txBox="1"/>
          <p:nvPr>
            <p:ph idx="2" type="subTitle"/>
          </p:nvPr>
        </p:nvSpPr>
        <p:spPr>
          <a:xfrm>
            <a:off x="2679302" y="4108550"/>
            <a:ext cx="3785400" cy="373200"/>
          </a:xfrm>
          <a:prstGeom prst="rect">
            <a:avLst/>
          </a:prstGeom>
          <a:noFill/>
          <a:ln cap="flat" cmpd="sng" w="9525">
            <a:solidFill>
              <a:schemeClr val="dk2"/>
            </a:solidFill>
            <a:prstDash val="solid"/>
            <a:round/>
            <a:headEnd len="sm" w="sm" type="none"/>
            <a:tailEnd len="sm" w="sm" type="none"/>
          </a:ln>
        </p:spPr>
        <p:txBody>
          <a:bodyPr anchorCtr="0" anchor="t" bIns="91425" lIns="91425" spcFirstLastPara="1" rIns="91425" wrap="square" tIns="91425">
            <a:noAutofit/>
          </a:bodyPr>
          <a:lstStyle>
            <a:lvl1pPr lvl="0" algn="ctr">
              <a:lnSpc>
                <a:spcPct val="100000"/>
              </a:lnSpc>
              <a:spcBef>
                <a:spcPts val="0"/>
              </a:spcBef>
              <a:spcAft>
                <a:spcPts val="0"/>
              </a:spcAft>
              <a:buClr>
                <a:schemeClr val="dk1"/>
              </a:buClr>
              <a:buSzPts val="1100"/>
              <a:buNone/>
              <a:defRPr sz="1100"/>
            </a:lvl1pPr>
            <a:lvl2pPr lvl="1" algn="ctr">
              <a:lnSpc>
                <a:spcPct val="100000"/>
              </a:lnSpc>
              <a:spcBef>
                <a:spcPts val="0"/>
              </a:spcBef>
              <a:spcAft>
                <a:spcPts val="0"/>
              </a:spcAft>
              <a:buClr>
                <a:schemeClr val="dk1"/>
              </a:buClr>
              <a:buSzPts val="1100"/>
              <a:buNone/>
              <a:defRPr sz="1100">
                <a:solidFill>
                  <a:schemeClr val="dk1"/>
                </a:solidFill>
              </a:defRPr>
            </a:lvl2pPr>
            <a:lvl3pPr lvl="2" algn="ctr">
              <a:lnSpc>
                <a:spcPct val="100000"/>
              </a:lnSpc>
              <a:spcBef>
                <a:spcPts val="0"/>
              </a:spcBef>
              <a:spcAft>
                <a:spcPts val="0"/>
              </a:spcAft>
              <a:buClr>
                <a:schemeClr val="dk1"/>
              </a:buClr>
              <a:buSzPts val="1100"/>
              <a:buNone/>
              <a:defRPr sz="1100">
                <a:solidFill>
                  <a:schemeClr val="dk1"/>
                </a:solidFill>
              </a:defRPr>
            </a:lvl3pPr>
            <a:lvl4pPr lvl="3" algn="ctr">
              <a:lnSpc>
                <a:spcPct val="100000"/>
              </a:lnSpc>
              <a:spcBef>
                <a:spcPts val="0"/>
              </a:spcBef>
              <a:spcAft>
                <a:spcPts val="0"/>
              </a:spcAft>
              <a:buClr>
                <a:schemeClr val="dk1"/>
              </a:buClr>
              <a:buSzPts val="1100"/>
              <a:buNone/>
              <a:defRPr sz="1100">
                <a:solidFill>
                  <a:schemeClr val="dk1"/>
                </a:solidFill>
              </a:defRPr>
            </a:lvl4pPr>
            <a:lvl5pPr lvl="4" algn="ctr">
              <a:lnSpc>
                <a:spcPct val="100000"/>
              </a:lnSpc>
              <a:spcBef>
                <a:spcPts val="0"/>
              </a:spcBef>
              <a:spcAft>
                <a:spcPts val="0"/>
              </a:spcAft>
              <a:buClr>
                <a:schemeClr val="dk1"/>
              </a:buClr>
              <a:buSzPts val="1100"/>
              <a:buNone/>
              <a:defRPr sz="1100">
                <a:solidFill>
                  <a:schemeClr val="dk1"/>
                </a:solidFill>
              </a:defRPr>
            </a:lvl5pPr>
            <a:lvl6pPr lvl="5" algn="ctr">
              <a:lnSpc>
                <a:spcPct val="100000"/>
              </a:lnSpc>
              <a:spcBef>
                <a:spcPts val="0"/>
              </a:spcBef>
              <a:spcAft>
                <a:spcPts val="0"/>
              </a:spcAft>
              <a:buClr>
                <a:schemeClr val="dk1"/>
              </a:buClr>
              <a:buSzPts val="1100"/>
              <a:buNone/>
              <a:defRPr sz="1100">
                <a:solidFill>
                  <a:schemeClr val="dk1"/>
                </a:solidFill>
              </a:defRPr>
            </a:lvl6pPr>
            <a:lvl7pPr lvl="6" algn="ctr">
              <a:lnSpc>
                <a:spcPct val="100000"/>
              </a:lnSpc>
              <a:spcBef>
                <a:spcPts val="0"/>
              </a:spcBef>
              <a:spcAft>
                <a:spcPts val="0"/>
              </a:spcAft>
              <a:buClr>
                <a:schemeClr val="dk1"/>
              </a:buClr>
              <a:buSzPts val="1100"/>
              <a:buNone/>
              <a:defRPr sz="1100">
                <a:solidFill>
                  <a:schemeClr val="dk1"/>
                </a:solidFill>
              </a:defRPr>
            </a:lvl7pPr>
            <a:lvl8pPr lvl="7" algn="ctr">
              <a:lnSpc>
                <a:spcPct val="100000"/>
              </a:lnSpc>
              <a:spcBef>
                <a:spcPts val="0"/>
              </a:spcBef>
              <a:spcAft>
                <a:spcPts val="0"/>
              </a:spcAft>
              <a:buClr>
                <a:schemeClr val="dk1"/>
              </a:buClr>
              <a:buSzPts val="1100"/>
              <a:buNone/>
              <a:defRPr sz="1100">
                <a:solidFill>
                  <a:schemeClr val="dk1"/>
                </a:solidFill>
              </a:defRPr>
            </a:lvl8pPr>
            <a:lvl9pPr lvl="8" algn="ctr">
              <a:lnSpc>
                <a:spcPct val="100000"/>
              </a:lnSpc>
              <a:spcBef>
                <a:spcPts val="0"/>
              </a:spcBef>
              <a:spcAft>
                <a:spcPts val="0"/>
              </a:spcAft>
              <a:buClr>
                <a:schemeClr val="dk1"/>
              </a:buClr>
              <a:buSzPts val="1100"/>
              <a:buNone/>
              <a:defRPr sz="1100">
                <a:solidFill>
                  <a:schemeClr val="dk1"/>
                </a:solidFill>
              </a:defRPr>
            </a:lvl9pPr>
          </a:lstStyle>
          <a:p/>
        </p:txBody>
      </p:sp>
      <p:sp>
        <p:nvSpPr>
          <p:cNvPr id="1071" name="Google Shape;1071;p70"/>
          <p:cNvSpPr txBox="1"/>
          <p:nvPr/>
        </p:nvSpPr>
        <p:spPr>
          <a:xfrm>
            <a:off x="2897750" y="3160425"/>
            <a:ext cx="3348600" cy="700200"/>
          </a:xfrm>
          <a:prstGeom prst="rect">
            <a:avLst/>
          </a:prstGeom>
          <a:noFill/>
          <a:ln>
            <a:noFill/>
          </a:ln>
        </p:spPr>
        <p:txBody>
          <a:bodyPr anchorCtr="0" anchor="t" bIns="91425" lIns="91425" spcFirstLastPara="1" rIns="91425" wrap="square" tIns="91425">
            <a:noAutofit/>
          </a:bodyPr>
          <a:lstStyle/>
          <a:p>
            <a:pPr indent="0" lvl="0" marL="0" marR="0" rtl="0" algn="ctr">
              <a:lnSpc>
                <a:spcPct val="100000"/>
              </a:lnSpc>
              <a:spcBef>
                <a:spcPts val="300"/>
              </a:spcBef>
              <a:spcAft>
                <a:spcPts val="0"/>
              </a:spcAft>
              <a:buClr>
                <a:srgbClr val="000000"/>
              </a:buClr>
              <a:buSzPts val="1100"/>
              <a:buFont typeface="Arial"/>
              <a:buNone/>
            </a:pPr>
            <a:r>
              <a:rPr b="1" i="0" lang="en" sz="1100" u="none" cap="none" strike="noStrike">
                <a:solidFill>
                  <a:schemeClr val="accent6"/>
                </a:solidFill>
                <a:highlight>
                  <a:schemeClr val="accent3"/>
                </a:highlight>
                <a:latin typeface="Anaheim"/>
                <a:ea typeface="Anaheim"/>
                <a:cs typeface="Anaheim"/>
                <a:sym typeface="Anaheim"/>
              </a:rPr>
              <a:t>CREDITS:</a:t>
            </a:r>
            <a:r>
              <a:rPr b="0" i="0" lang="en" sz="1100" u="none" cap="none" strike="noStrike">
                <a:solidFill>
                  <a:schemeClr val="lt1"/>
                </a:solidFill>
                <a:latin typeface="Anaheim"/>
                <a:ea typeface="Anaheim"/>
                <a:cs typeface="Anaheim"/>
                <a:sym typeface="Anaheim"/>
              </a:rPr>
              <a:t> This presentation template was created by </a:t>
            </a:r>
            <a:r>
              <a:rPr b="1" i="0" lang="en" sz="1100" u="none" cap="none" strike="noStrike">
                <a:solidFill>
                  <a:schemeClr val="accent6"/>
                </a:solidFill>
                <a:highlight>
                  <a:schemeClr val="accent3"/>
                </a:highlight>
                <a:uFill>
                  <a:noFill/>
                </a:uFill>
                <a:latin typeface="Anaheim"/>
                <a:ea typeface="Anaheim"/>
                <a:cs typeface="Anaheim"/>
                <a:sym typeface="Anaheim"/>
                <a:hlinkClick r:id="rId3">
                  <a:extLst>
                    <a:ext uri="{A12FA001-AC4F-418D-AE19-62706E023703}">
                      <ahyp:hlinkClr val="tx"/>
                    </a:ext>
                  </a:extLst>
                </a:hlinkClick>
              </a:rPr>
              <a:t>Slidesgo</a:t>
            </a:r>
            <a:r>
              <a:rPr b="1" i="0" lang="en" sz="1100" u="none" cap="none" strike="noStrike">
                <a:solidFill>
                  <a:schemeClr val="accent6"/>
                </a:solidFill>
                <a:highlight>
                  <a:schemeClr val="accent3"/>
                </a:highlight>
                <a:latin typeface="Anaheim"/>
                <a:ea typeface="Anaheim"/>
                <a:cs typeface="Anaheim"/>
                <a:sym typeface="Anaheim"/>
              </a:rPr>
              <a:t>,</a:t>
            </a:r>
            <a:r>
              <a:rPr b="0" i="0" lang="en" sz="1100" u="none" cap="none" strike="noStrike">
                <a:solidFill>
                  <a:schemeClr val="lt1"/>
                </a:solidFill>
                <a:latin typeface="Anaheim"/>
                <a:ea typeface="Anaheim"/>
                <a:cs typeface="Anaheim"/>
                <a:sym typeface="Anaheim"/>
              </a:rPr>
              <a:t> including icons by </a:t>
            </a:r>
            <a:r>
              <a:rPr b="1" i="0" lang="en" sz="1100" u="none" cap="none" strike="noStrike">
                <a:solidFill>
                  <a:schemeClr val="accent6"/>
                </a:solidFill>
                <a:highlight>
                  <a:schemeClr val="accent3"/>
                </a:highlight>
                <a:uFill>
                  <a:noFill/>
                </a:uFill>
                <a:latin typeface="Anaheim"/>
                <a:ea typeface="Anaheim"/>
                <a:cs typeface="Anaheim"/>
                <a:sym typeface="Anaheim"/>
                <a:hlinkClick r:id="rId4">
                  <a:extLst>
                    <a:ext uri="{A12FA001-AC4F-418D-AE19-62706E023703}">
                      <ahyp:hlinkClr val="tx"/>
                    </a:ext>
                  </a:extLst>
                </a:hlinkClick>
              </a:rPr>
              <a:t>Flaticon</a:t>
            </a:r>
            <a:r>
              <a:rPr b="1" i="0" lang="en" sz="1100" u="none" cap="none" strike="noStrike">
                <a:solidFill>
                  <a:schemeClr val="accent6"/>
                </a:solidFill>
                <a:highlight>
                  <a:schemeClr val="accent3"/>
                </a:highlight>
                <a:latin typeface="Anaheim"/>
                <a:ea typeface="Anaheim"/>
                <a:cs typeface="Anaheim"/>
                <a:sym typeface="Anaheim"/>
              </a:rPr>
              <a:t>,</a:t>
            </a:r>
            <a:r>
              <a:rPr b="0" i="0" lang="en" sz="1100" u="none" cap="none" strike="noStrike">
                <a:solidFill>
                  <a:schemeClr val="lt1"/>
                </a:solidFill>
                <a:latin typeface="Anaheim"/>
                <a:ea typeface="Anaheim"/>
                <a:cs typeface="Anaheim"/>
                <a:sym typeface="Anaheim"/>
              </a:rPr>
              <a:t> and infographics &amp; images by </a:t>
            </a:r>
            <a:r>
              <a:rPr b="1" i="0" lang="en" sz="1100" u="none" cap="none" strike="noStrike">
                <a:solidFill>
                  <a:schemeClr val="accent6"/>
                </a:solidFill>
                <a:highlight>
                  <a:schemeClr val="accent3"/>
                </a:highlight>
                <a:uFill>
                  <a:noFill/>
                </a:uFill>
                <a:latin typeface="Anaheim"/>
                <a:ea typeface="Anaheim"/>
                <a:cs typeface="Anaheim"/>
                <a:sym typeface="Anaheim"/>
                <a:hlinkClick r:id="rId5">
                  <a:extLst>
                    <a:ext uri="{A12FA001-AC4F-418D-AE19-62706E023703}">
                      <ahyp:hlinkClr val="tx"/>
                    </a:ext>
                  </a:extLst>
                </a:hlinkClick>
              </a:rPr>
              <a:t>Freepik</a:t>
            </a:r>
            <a:endParaRPr b="1" i="0" sz="1100" u="none" cap="none" strike="noStrike">
              <a:solidFill>
                <a:schemeClr val="accent6"/>
              </a:solidFill>
              <a:highlight>
                <a:schemeClr val="accent3"/>
              </a:highlight>
              <a:latin typeface="Anaheim"/>
              <a:ea typeface="Anaheim"/>
              <a:cs typeface="Anaheim"/>
              <a:sym typeface="Anaheim"/>
            </a:endParaRPr>
          </a:p>
        </p:txBody>
      </p:sp>
      <p:cxnSp>
        <p:nvCxnSpPr>
          <p:cNvPr id="1072" name="Google Shape;1072;p70"/>
          <p:cNvCxnSpPr/>
          <p:nvPr/>
        </p:nvCxnSpPr>
        <p:spPr>
          <a:xfrm>
            <a:off x="372025" y="1590850"/>
            <a:ext cx="8400000" cy="0"/>
          </a:xfrm>
          <a:prstGeom prst="straightConnector1">
            <a:avLst/>
          </a:prstGeom>
          <a:noFill/>
          <a:ln cap="flat" cmpd="sng" w="9525">
            <a:solidFill>
              <a:schemeClr val="dk2"/>
            </a:solidFill>
            <a:prstDash val="solid"/>
            <a:round/>
            <a:headEnd len="sm" w="sm" type="none"/>
            <a:tailEnd len="sm" w="sm" type="none"/>
          </a:ln>
        </p:spPr>
      </p:cxnSp>
      <p:cxnSp>
        <p:nvCxnSpPr>
          <p:cNvPr id="1073" name="Google Shape;1073;p70"/>
          <p:cNvCxnSpPr/>
          <p:nvPr/>
        </p:nvCxnSpPr>
        <p:spPr>
          <a:xfrm>
            <a:off x="372025" y="3122005"/>
            <a:ext cx="8400000" cy="0"/>
          </a:xfrm>
          <a:prstGeom prst="straightConnector1">
            <a:avLst/>
          </a:prstGeom>
          <a:noFill/>
          <a:ln cap="flat" cmpd="sng" w="9525">
            <a:solidFill>
              <a:schemeClr val="dk2"/>
            </a:solidFill>
            <a:prstDash val="solid"/>
            <a:round/>
            <a:headEnd len="sm" w="sm" type="none"/>
            <a:tailEnd len="sm" w="sm" type="none"/>
          </a:ln>
        </p:spPr>
      </p:cxnSp>
      <p:sp>
        <p:nvSpPr>
          <p:cNvPr id="1074" name="Google Shape;1074;p70"/>
          <p:cNvSpPr txBox="1"/>
          <p:nvPr>
            <p:ph type="ctrTitle"/>
          </p:nvPr>
        </p:nvSpPr>
        <p:spPr>
          <a:xfrm>
            <a:off x="2067675" y="582920"/>
            <a:ext cx="5008500" cy="933900"/>
          </a:xfrm>
          <a:prstGeom prst="rect">
            <a:avLst/>
          </a:prstGeom>
          <a:noFill/>
          <a:ln>
            <a:noFill/>
          </a:ln>
        </p:spPr>
        <p:txBody>
          <a:bodyPr anchorCtr="0" anchor="b" bIns="91425" lIns="91425" spcFirstLastPara="1" rIns="91425" wrap="square" tIns="91425">
            <a:noAutofit/>
          </a:bodyPr>
          <a:lstStyle>
            <a:lvl1pPr lvl="0" algn="ctr">
              <a:lnSpc>
                <a:spcPct val="100000"/>
              </a:lnSpc>
              <a:spcBef>
                <a:spcPts val="0"/>
              </a:spcBef>
              <a:spcAft>
                <a:spcPts val="0"/>
              </a:spcAft>
              <a:buSzPts val="5200"/>
              <a:buNone/>
              <a:defRPr b="1" sz="5200"/>
            </a:lvl1pPr>
            <a:lvl2pPr lvl="1" algn="ctr">
              <a:lnSpc>
                <a:spcPct val="100000"/>
              </a:lnSpc>
              <a:spcBef>
                <a:spcPts val="0"/>
              </a:spcBef>
              <a:spcAft>
                <a:spcPts val="0"/>
              </a:spcAft>
              <a:buSzPts val="5200"/>
              <a:buNone/>
              <a:defRPr sz="5200"/>
            </a:lvl2pPr>
            <a:lvl3pPr lvl="2" algn="ctr">
              <a:lnSpc>
                <a:spcPct val="100000"/>
              </a:lnSpc>
              <a:spcBef>
                <a:spcPts val="0"/>
              </a:spcBef>
              <a:spcAft>
                <a:spcPts val="0"/>
              </a:spcAft>
              <a:buSzPts val="5200"/>
              <a:buNone/>
              <a:defRPr sz="5200"/>
            </a:lvl3pPr>
            <a:lvl4pPr lvl="3" algn="ctr">
              <a:lnSpc>
                <a:spcPct val="100000"/>
              </a:lnSpc>
              <a:spcBef>
                <a:spcPts val="0"/>
              </a:spcBef>
              <a:spcAft>
                <a:spcPts val="0"/>
              </a:spcAft>
              <a:buSzPts val="5200"/>
              <a:buNone/>
              <a:defRPr sz="5200"/>
            </a:lvl4pPr>
            <a:lvl5pPr lvl="4" algn="ctr">
              <a:lnSpc>
                <a:spcPct val="100000"/>
              </a:lnSpc>
              <a:spcBef>
                <a:spcPts val="0"/>
              </a:spcBef>
              <a:spcAft>
                <a:spcPts val="0"/>
              </a:spcAft>
              <a:buSzPts val="5200"/>
              <a:buNone/>
              <a:defRPr sz="5200"/>
            </a:lvl5pPr>
            <a:lvl6pPr lvl="5" algn="ctr">
              <a:lnSpc>
                <a:spcPct val="100000"/>
              </a:lnSpc>
              <a:spcBef>
                <a:spcPts val="0"/>
              </a:spcBef>
              <a:spcAft>
                <a:spcPts val="0"/>
              </a:spcAft>
              <a:buSzPts val="5200"/>
              <a:buNone/>
              <a:defRPr sz="5200"/>
            </a:lvl6pPr>
            <a:lvl7pPr lvl="6" algn="ctr">
              <a:lnSpc>
                <a:spcPct val="100000"/>
              </a:lnSpc>
              <a:spcBef>
                <a:spcPts val="0"/>
              </a:spcBef>
              <a:spcAft>
                <a:spcPts val="0"/>
              </a:spcAft>
              <a:buSzPts val="5200"/>
              <a:buNone/>
              <a:defRPr sz="5200"/>
            </a:lvl7pPr>
            <a:lvl8pPr lvl="7" algn="ctr">
              <a:lnSpc>
                <a:spcPct val="100000"/>
              </a:lnSpc>
              <a:spcBef>
                <a:spcPts val="0"/>
              </a:spcBef>
              <a:spcAft>
                <a:spcPts val="0"/>
              </a:spcAft>
              <a:buSzPts val="5200"/>
              <a:buNone/>
              <a:defRPr sz="5200"/>
            </a:lvl8pPr>
            <a:lvl9pPr lvl="8" algn="ctr">
              <a:lnSpc>
                <a:spcPct val="100000"/>
              </a:lnSpc>
              <a:spcBef>
                <a:spcPts val="0"/>
              </a:spcBef>
              <a:spcAft>
                <a:spcPts val="0"/>
              </a:spcAft>
              <a:buSzPts val="5200"/>
              <a:buNone/>
              <a:defRPr sz="5200"/>
            </a:lvl9pPr>
          </a:lstStyle>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bg>
      <p:bgPr>
        <a:noFill/>
      </p:bgPr>
    </p:bg>
    <p:spTree>
      <p:nvGrpSpPr>
        <p:cNvPr id="1075" name="Shape 1075"/>
        <p:cNvGrpSpPr/>
        <p:nvPr/>
      </p:nvGrpSpPr>
      <p:grpSpPr>
        <a:xfrm>
          <a:off x="0" y="0"/>
          <a:ext cx="0" cy="0"/>
          <a:chOff x="0" y="0"/>
          <a:chExt cx="0" cy="0"/>
        </a:xfrm>
      </p:grpSpPr>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ackground">
  <p:cSld name="BLANK_1_1_1_1_1_1_1">
    <p:spTree>
      <p:nvGrpSpPr>
        <p:cNvPr id="1076" name="Shape 1076"/>
        <p:cNvGrpSpPr/>
        <p:nvPr/>
      </p:nvGrpSpPr>
      <p:grpSpPr>
        <a:xfrm>
          <a:off x="0" y="0"/>
          <a:ext cx="0" cy="0"/>
          <a:chOff x="0" y="0"/>
          <a:chExt cx="0" cy="0"/>
        </a:xfrm>
      </p:grpSpPr>
      <p:pic>
        <p:nvPicPr>
          <p:cNvPr id="1077" name="Google Shape;1077;p74"/>
          <p:cNvPicPr preferRelativeResize="0"/>
          <p:nvPr/>
        </p:nvPicPr>
        <p:blipFill rotWithShape="1">
          <a:blip r:embed="rId2">
            <a:alphaModFix amt="14000"/>
          </a:blip>
          <a:srcRect b="0" l="0" r="0" t="0"/>
          <a:stretch/>
        </p:blipFill>
        <p:spPr>
          <a:xfrm>
            <a:off x="0" y="0"/>
            <a:ext cx="9144000" cy="5143500"/>
          </a:xfrm>
          <a:prstGeom prst="rect">
            <a:avLst/>
          </a:prstGeom>
          <a:noFill/>
          <a:ln>
            <a:noFill/>
          </a:ln>
        </p:spPr>
      </p:pic>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ackground 1">
  <p:cSld name="TITLE_1">
    <p:spTree>
      <p:nvGrpSpPr>
        <p:cNvPr id="1078" name="Shape 1078"/>
        <p:cNvGrpSpPr/>
        <p:nvPr/>
      </p:nvGrpSpPr>
      <p:grpSpPr>
        <a:xfrm>
          <a:off x="0" y="0"/>
          <a:ext cx="0" cy="0"/>
          <a:chOff x="0" y="0"/>
          <a:chExt cx="0" cy="0"/>
        </a:xfrm>
      </p:grpSpPr>
      <p:pic>
        <p:nvPicPr>
          <p:cNvPr id="1079" name="Google Shape;1079;p75"/>
          <p:cNvPicPr preferRelativeResize="0"/>
          <p:nvPr/>
        </p:nvPicPr>
        <p:blipFill rotWithShape="1">
          <a:blip r:embed="rId2">
            <a:alphaModFix amt="14000"/>
          </a:blip>
          <a:srcRect b="0" l="0" r="0" t="0"/>
          <a:stretch/>
        </p:blipFill>
        <p:spPr>
          <a:xfrm>
            <a:off x="0" y="0"/>
            <a:ext cx="9144000" cy="5143500"/>
          </a:xfrm>
          <a:prstGeom prst="rect">
            <a:avLst/>
          </a:prstGeom>
          <a:noFill/>
          <a:ln>
            <a:noFill/>
          </a:ln>
        </p:spPr>
      </p:pic>
      <p:grpSp>
        <p:nvGrpSpPr>
          <p:cNvPr id="1080" name="Google Shape;1080;p75"/>
          <p:cNvGrpSpPr/>
          <p:nvPr/>
        </p:nvGrpSpPr>
        <p:grpSpPr>
          <a:xfrm>
            <a:off x="372025" y="321975"/>
            <a:ext cx="8400000" cy="4503300"/>
            <a:chOff x="372025" y="321975"/>
            <a:chExt cx="8400000" cy="4503300"/>
          </a:xfrm>
        </p:grpSpPr>
        <p:sp>
          <p:nvSpPr>
            <p:cNvPr id="1081" name="Google Shape;1081;p75"/>
            <p:cNvSpPr/>
            <p:nvPr/>
          </p:nvSpPr>
          <p:spPr>
            <a:xfrm>
              <a:off x="372375" y="324675"/>
              <a:ext cx="8394900" cy="4500600"/>
            </a:xfrm>
            <a:prstGeom prst="rect">
              <a:avLst/>
            </a:prstGeom>
            <a:solidFill>
              <a:srgbClr val="7C7C7C">
                <a:alpha val="14117"/>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nvGrpSpPr>
            <p:cNvPr id="1082" name="Google Shape;1082;p75"/>
            <p:cNvGrpSpPr/>
            <p:nvPr/>
          </p:nvGrpSpPr>
          <p:grpSpPr>
            <a:xfrm>
              <a:off x="372025" y="321975"/>
              <a:ext cx="8400000" cy="4499700"/>
              <a:chOff x="372025" y="321975"/>
              <a:chExt cx="8400000" cy="4499700"/>
            </a:xfrm>
          </p:grpSpPr>
          <p:sp>
            <p:nvSpPr>
              <p:cNvPr id="1083" name="Google Shape;1083;p75"/>
              <p:cNvSpPr/>
              <p:nvPr/>
            </p:nvSpPr>
            <p:spPr>
              <a:xfrm>
                <a:off x="372025" y="321975"/>
                <a:ext cx="8400000" cy="44997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84" name="Google Shape;1084;p75"/>
              <p:cNvSpPr/>
              <p:nvPr/>
            </p:nvSpPr>
            <p:spPr>
              <a:xfrm>
                <a:off x="372025" y="321975"/>
                <a:ext cx="8400000" cy="2181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85" name="Google Shape;1085;p75"/>
              <p:cNvSpPr/>
              <p:nvPr/>
            </p:nvSpPr>
            <p:spPr>
              <a:xfrm>
                <a:off x="486450" y="380900"/>
                <a:ext cx="100200" cy="100200"/>
              </a:xfrm>
              <a:prstGeom prst="ellipse">
                <a:avLst/>
              </a:pr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86" name="Google Shape;1086;p75"/>
              <p:cNvSpPr/>
              <p:nvPr/>
            </p:nvSpPr>
            <p:spPr>
              <a:xfrm>
                <a:off x="669900" y="380900"/>
                <a:ext cx="100200" cy="100200"/>
              </a:xfrm>
              <a:prstGeom prst="ellipse">
                <a:avLst/>
              </a:pr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87" name="Google Shape;1087;p75"/>
              <p:cNvSpPr/>
              <p:nvPr/>
            </p:nvSpPr>
            <p:spPr>
              <a:xfrm>
                <a:off x="853350" y="380900"/>
                <a:ext cx="100200" cy="100200"/>
              </a:xfrm>
              <a:prstGeom prst="ellipse">
                <a:avLst/>
              </a:pr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88" name="Google Shape;1088;p75"/>
              <p:cNvSpPr/>
              <p:nvPr/>
            </p:nvSpPr>
            <p:spPr>
              <a:xfrm>
                <a:off x="8537750" y="380900"/>
                <a:ext cx="100200" cy="1002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cxnSp>
            <p:nvCxnSpPr>
              <p:cNvPr id="1089" name="Google Shape;1089;p75"/>
              <p:cNvCxnSpPr/>
              <p:nvPr/>
            </p:nvCxnSpPr>
            <p:spPr>
              <a:xfrm>
                <a:off x="7498375" y="431000"/>
                <a:ext cx="1039500" cy="0"/>
              </a:xfrm>
              <a:prstGeom prst="straightConnector1">
                <a:avLst/>
              </a:prstGeom>
              <a:noFill/>
              <a:ln cap="flat" cmpd="sng" w="9525">
                <a:solidFill>
                  <a:schemeClr val="dk2"/>
                </a:solidFill>
                <a:prstDash val="solid"/>
                <a:round/>
                <a:headEnd len="sm" w="sm" type="none"/>
                <a:tailEnd len="sm" w="sm" type="none"/>
              </a:ln>
            </p:spPr>
          </p:cxnSp>
        </p:grpSp>
      </p:grpSp>
      <p:grpSp>
        <p:nvGrpSpPr>
          <p:cNvPr id="1090" name="Google Shape;1090;p75"/>
          <p:cNvGrpSpPr/>
          <p:nvPr/>
        </p:nvGrpSpPr>
        <p:grpSpPr>
          <a:xfrm>
            <a:off x="371330" y="3441041"/>
            <a:ext cx="8400431" cy="1380780"/>
            <a:chOff x="4122825" y="2769975"/>
            <a:chExt cx="4390775" cy="1934950"/>
          </a:xfrm>
        </p:grpSpPr>
        <p:sp>
          <p:nvSpPr>
            <p:cNvPr id="1091" name="Google Shape;1091;p75"/>
            <p:cNvSpPr/>
            <p:nvPr/>
          </p:nvSpPr>
          <p:spPr>
            <a:xfrm>
              <a:off x="4122825" y="2769975"/>
              <a:ext cx="4390775" cy="1399600"/>
            </a:xfrm>
            <a:custGeom>
              <a:rect b="b" l="l" r="r" t="t"/>
              <a:pathLst>
                <a:path extrusionOk="0" fill="none" h="55984" w="175631">
                  <a:moveTo>
                    <a:pt x="175486" y="55983"/>
                  </a:moveTo>
                  <a:cubicBezTo>
                    <a:pt x="175594" y="55983"/>
                    <a:pt x="175630" y="55808"/>
                    <a:pt x="175534" y="55748"/>
                  </a:cubicBezTo>
                  <a:lnTo>
                    <a:pt x="87817" y="1"/>
                  </a:lnTo>
                  <a:lnTo>
                    <a:pt x="97" y="55748"/>
                  </a:lnTo>
                  <a:cubicBezTo>
                    <a:pt x="1" y="55810"/>
                    <a:pt x="37" y="55983"/>
                    <a:pt x="146" y="55983"/>
                  </a:cubicBezTo>
                </a:path>
              </a:pathLst>
            </a:custGeom>
            <a:noFill/>
            <a:ln cap="flat" cmpd="sng" w="9525">
              <a:solidFill>
                <a:schemeClr val="dk2"/>
              </a:solidFill>
              <a:prstDash val="solid"/>
              <a:miter lim="1069"/>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92" name="Google Shape;1092;p75"/>
            <p:cNvSpPr/>
            <p:nvPr/>
          </p:nvSpPr>
          <p:spPr>
            <a:xfrm>
              <a:off x="5419875" y="2769975"/>
              <a:ext cx="898375" cy="1934950"/>
            </a:xfrm>
            <a:custGeom>
              <a:rect b="b" l="l" r="r" t="t"/>
              <a:pathLst>
                <a:path extrusionOk="0" fill="none" h="77398" w="35935">
                  <a:moveTo>
                    <a:pt x="35935" y="1"/>
                  </a:moveTo>
                  <a:lnTo>
                    <a:pt x="0" y="77398"/>
                  </a:lnTo>
                </a:path>
              </a:pathLst>
            </a:custGeom>
            <a:noFill/>
            <a:ln cap="flat" cmpd="sng" w="9525">
              <a:solidFill>
                <a:schemeClr val="dk2"/>
              </a:solidFill>
              <a:prstDash val="solid"/>
              <a:miter lim="1069"/>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93" name="Google Shape;1093;p75"/>
            <p:cNvSpPr/>
            <p:nvPr/>
          </p:nvSpPr>
          <p:spPr>
            <a:xfrm>
              <a:off x="4355900" y="2769975"/>
              <a:ext cx="1962350" cy="1934950"/>
            </a:xfrm>
            <a:custGeom>
              <a:rect b="b" l="l" r="r" t="t"/>
              <a:pathLst>
                <a:path extrusionOk="0" fill="none" h="77398" w="78494">
                  <a:moveTo>
                    <a:pt x="0" y="77398"/>
                  </a:moveTo>
                  <a:lnTo>
                    <a:pt x="78494" y="1"/>
                  </a:lnTo>
                </a:path>
              </a:pathLst>
            </a:custGeom>
            <a:noFill/>
            <a:ln cap="flat" cmpd="sng" w="9525">
              <a:solidFill>
                <a:schemeClr val="dk2"/>
              </a:solidFill>
              <a:prstDash val="solid"/>
              <a:miter lim="1069"/>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94" name="Google Shape;1094;p75"/>
            <p:cNvSpPr/>
            <p:nvPr/>
          </p:nvSpPr>
          <p:spPr>
            <a:xfrm>
              <a:off x="6318225" y="2769975"/>
              <a:ext cx="898350" cy="1934950"/>
            </a:xfrm>
            <a:custGeom>
              <a:rect b="b" l="l" r="r" t="t"/>
              <a:pathLst>
                <a:path extrusionOk="0" fill="none" h="77398" w="35934">
                  <a:moveTo>
                    <a:pt x="1" y="1"/>
                  </a:moveTo>
                  <a:lnTo>
                    <a:pt x="35934" y="77398"/>
                  </a:lnTo>
                </a:path>
              </a:pathLst>
            </a:custGeom>
            <a:noFill/>
            <a:ln cap="flat" cmpd="sng" w="9525">
              <a:solidFill>
                <a:schemeClr val="dk2"/>
              </a:solidFill>
              <a:prstDash val="solid"/>
              <a:miter lim="1069"/>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95" name="Google Shape;1095;p75"/>
            <p:cNvSpPr/>
            <p:nvPr/>
          </p:nvSpPr>
          <p:spPr>
            <a:xfrm>
              <a:off x="6318225" y="2769975"/>
              <a:ext cx="1962350" cy="1934950"/>
            </a:xfrm>
            <a:custGeom>
              <a:rect b="b" l="l" r="r" t="t"/>
              <a:pathLst>
                <a:path extrusionOk="0" fill="none" h="77398" w="78494">
                  <a:moveTo>
                    <a:pt x="78493" y="77398"/>
                  </a:moveTo>
                  <a:lnTo>
                    <a:pt x="1" y="1"/>
                  </a:lnTo>
                </a:path>
              </a:pathLst>
            </a:custGeom>
            <a:noFill/>
            <a:ln cap="flat" cmpd="sng" w="9525">
              <a:solidFill>
                <a:schemeClr val="dk2"/>
              </a:solidFill>
              <a:prstDash val="solid"/>
              <a:miter lim="1069"/>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96" name="Google Shape;1096;p75"/>
            <p:cNvSpPr/>
            <p:nvPr/>
          </p:nvSpPr>
          <p:spPr>
            <a:xfrm>
              <a:off x="4123850" y="3851100"/>
              <a:ext cx="4389300" cy="25"/>
            </a:xfrm>
            <a:custGeom>
              <a:rect b="b" l="l" r="r" t="t"/>
              <a:pathLst>
                <a:path extrusionOk="0" fill="none" h="1" w="175572">
                  <a:moveTo>
                    <a:pt x="1" y="0"/>
                  </a:moveTo>
                  <a:lnTo>
                    <a:pt x="175571" y="0"/>
                  </a:lnTo>
                </a:path>
              </a:pathLst>
            </a:custGeom>
            <a:noFill/>
            <a:ln cap="flat" cmpd="sng" w="9525">
              <a:solidFill>
                <a:schemeClr val="dk2"/>
              </a:solidFill>
              <a:prstDash val="solid"/>
              <a:miter lim="1069"/>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97" name="Google Shape;1097;p75"/>
            <p:cNvSpPr/>
            <p:nvPr/>
          </p:nvSpPr>
          <p:spPr>
            <a:xfrm>
              <a:off x="4123850" y="4346500"/>
              <a:ext cx="4389300" cy="25"/>
            </a:xfrm>
            <a:custGeom>
              <a:rect b="b" l="l" r="r" t="t"/>
              <a:pathLst>
                <a:path extrusionOk="0" fill="none" h="1" w="175572">
                  <a:moveTo>
                    <a:pt x="1" y="1"/>
                  </a:moveTo>
                  <a:lnTo>
                    <a:pt x="175571" y="1"/>
                  </a:lnTo>
                </a:path>
              </a:pathLst>
            </a:custGeom>
            <a:noFill/>
            <a:ln cap="flat" cmpd="sng" w="9525">
              <a:solidFill>
                <a:schemeClr val="dk2"/>
              </a:solidFill>
              <a:prstDash val="solid"/>
              <a:miter lim="1069"/>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98" name="Google Shape;1098;p75"/>
            <p:cNvSpPr/>
            <p:nvPr/>
          </p:nvSpPr>
          <p:spPr>
            <a:xfrm>
              <a:off x="4123850" y="3557300"/>
              <a:ext cx="4388725" cy="25"/>
            </a:xfrm>
            <a:custGeom>
              <a:rect b="b" l="l" r="r" t="t"/>
              <a:pathLst>
                <a:path extrusionOk="0" fill="none" h="1" w="175549">
                  <a:moveTo>
                    <a:pt x="1" y="0"/>
                  </a:moveTo>
                  <a:lnTo>
                    <a:pt x="175549" y="0"/>
                  </a:lnTo>
                </a:path>
              </a:pathLst>
            </a:custGeom>
            <a:noFill/>
            <a:ln cap="flat" cmpd="sng" w="9525">
              <a:solidFill>
                <a:schemeClr val="dk2"/>
              </a:solidFill>
              <a:prstDash val="solid"/>
              <a:miter lim="1069"/>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99" name="Google Shape;1099;p75"/>
            <p:cNvSpPr/>
            <p:nvPr/>
          </p:nvSpPr>
          <p:spPr>
            <a:xfrm>
              <a:off x="4123850" y="3353425"/>
              <a:ext cx="4389300" cy="25"/>
            </a:xfrm>
            <a:custGeom>
              <a:rect b="b" l="l" r="r" t="t"/>
              <a:pathLst>
                <a:path extrusionOk="0" fill="none" h="1" w="175572">
                  <a:moveTo>
                    <a:pt x="1" y="0"/>
                  </a:moveTo>
                  <a:lnTo>
                    <a:pt x="175571" y="0"/>
                  </a:lnTo>
                </a:path>
              </a:pathLst>
            </a:custGeom>
            <a:noFill/>
            <a:ln cap="flat" cmpd="sng" w="9525">
              <a:solidFill>
                <a:schemeClr val="dk2"/>
              </a:solidFill>
              <a:prstDash val="solid"/>
              <a:miter lim="1069"/>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00" name="Google Shape;1100;p75"/>
            <p:cNvSpPr/>
            <p:nvPr/>
          </p:nvSpPr>
          <p:spPr>
            <a:xfrm>
              <a:off x="4123850" y="3194925"/>
              <a:ext cx="4389300" cy="25"/>
            </a:xfrm>
            <a:custGeom>
              <a:rect b="b" l="l" r="r" t="t"/>
              <a:pathLst>
                <a:path extrusionOk="0" fill="none" h="1" w="175572">
                  <a:moveTo>
                    <a:pt x="1" y="1"/>
                  </a:moveTo>
                  <a:lnTo>
                    <a:pt x="175571" y="1"/>
                  </a:lnTo>
                </a:path>
              </a:pathLst>
            </a:custGeom>
            <a:noFill/>
            <a:ln cap="flat" cmpd="sng" w="9525">
              <a:solidFill>
                <a:schemeClr val="dk2"/>
              </a:solidFill>
              <a:prstDash val="solid"/>
              <a:miter lim="1069"/>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01" name="Google Shape;1101;p75"/>
            <p:cNvSpPr/>
            <p:nvPr/>
          </p:nvSpPr>
          <p:spPr>
            <a:xfrm>
              <a:off x="4123850" y="3079875"/>
              <a:ext cx="4388725" cy="25"/>
            </a:xfrm>
            <a:custGeom>
              <a:rect b="b" l="l" r="r" t="t"/>
              <a:pathLst>
                <a:path extrusionOk="0" fill="none" h="1" w="175549">
                  <a:moveTo>
                    <a:pt x="1" y="1"/>
                  </a:moveTo>
                  <a:lnTo>
                    <a:pt x="175549" y="1"/>
                  </a:lnTo>
                </a:path>
              </a:pathLst>
            </a:custGeom>
            <a:noFill/>
            <a:ln cap="flat" cmpd="sng" w="9525">
              <a:solidFill>
                <a:schemeClr val="dk2"/>
              </a:solidFill>
              <a:prstDash val="solid"/>
              <a:miter lim="1069"/>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02" name="Google Shape;1102;p75"/>
            <p:cNvSpPr/>
            <p:nvPr/>
          </p:nvSpPr>
          <p:spPr>
            <a:xfrm>
              <a:off x="4123850" y="2976475"/>
              <a:ext cx="4389300" cy="25"/>
            </a:xfrm>
            <a:custGeom>
              <a:rect b="b" l="l" r="r" t="t"/>
              <a:pathLst>
                <a:path extrusionOk="0" fill="none" h="1" w="175572">
                  <a:moveTo>
                    <a:pt x="1" y="0"/>
                  </a:moveTo>
                  <a:lnTo>
                    <a:pt x="175571" y="0"/>
                  </a:lnTo>
                </a:path>
              </a:pathLst>
            </a:custGeom>
            <a:noFill/>
            <a:ln cap="flat" cmpd="sng" w="9525">
              <a:solidFill>
                <a:schemeClr val="dk2"/>
              </a:solidFill>
              <a:prstDash val="solid"/>
              <a:miter lim="1069"/>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03" name="Google Shape;1103;p75"/>
            <p:cNvSpPr/>
            <p:nvPr/>
          </p:nvSpPr>
          <p:spPr>
            <a:xfrm>
              <a:off x="4123850" y="2880100"/>
              <a:ext cx="4388725" cy="25"/>
            </a:xfrm>
            <a:custGeom>
              <a:rect b="b" l="l" r="r" t="t"/>
              <a:pathLst>
                <a:path extrusionOk="0" fill="none" h="1" w="175549">
                  <a:moveTo>
                    <a:pt x="1" y="0"/>
                  </a:moveTo>
                  <a:lnTo>
                    <a:pt x="175549" y="0"/>
                  </a:lnTo>
                </a:path>
              </a:pathLst>
            </a:custGeom>
            <a:noFill/>
            <a:ln cap="flat" cmpd="sng" w="9525">
              <a:solidFill>
                <a:schemeClr val="dk2"/>
              </a:solidFill>
              <a:prstDash val="solid"/>
              <a:miter lim="1069"/>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04" name="Google Shape;1104;p75"/>
            <p:cNvSpPr/>
            <p:nvPr/>
          </p:nvSpPr>
          <p:spPr>
            <a:xfrm>
              <a:off x="4123850" y="2769975"/>
              <a:ext cx="2194400" cy="979100"/>
            </a:xfrm>
            <a:custGeom>
              <a:rect b="b" l="l" r="r" t="t"/>
              <a:pathLst>
                <a:path extrusionOk="0" fill="none" h="39164" w="87776">
                  <a:moveTo>
                    <a:pt x="87776" y="1"/>
                  </a:moveTo>
                  <a:lnTo>
                    <a:pt x="1" y="39164"/>
                  </a:lnTo>
                </a:path>
              </a:pathLst>
            </a:custGeom>
            <a:noFill/>
            <a:ln cap="flat" cmpd="sng" w="9525">
              <a:solidFill>
                <a:schemeClr val="dk2"/>
              </a:solidFill>
              <a:prstDash val="solid"/>
              <a:miter lim="1069"/>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05" name="Google Shape;1105;p75"/>
            <p:cNvSpPr/>
            <p:nvPr/>
          </p:nvSpPr>
          <p:spPr>
            <a:xfrm>
              <a:off x="4123850" y="2769975"/>
              <a:ext cx="2194400" cy="662050"/>
            </a:xfrm>
            <a:custGeom>
              <a:rect b="b" l="l" r="r" t="t"/>
              <a:pathLst>
                <a:path extrusionOk="0" fill="none" h="26482" w="87776">
                  <a:moveTo>
                    <a:pt x="87776" y="1"/>
                  </a:moveTo>
                  <a:lnTo>
                    <a:pt x="1" y="26481"/>
                  </a:lnTo>
                </a:path>
              </a:pathLst>
            </a:custGeom>
            <a:noFill/>
            <a:ln cap="flat" cmpd="sng" w="9525">
              <a:solidFill>
                <a:schemeClr val="dk2"/>
              </a:solidFill>
              <a:prstDash val="solid"/>
              <a:miter lim="1069"/>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06" name="Google Shape;1106;p75"/>
            <p:cNvSpPr/>
            <p:nvPr/>
          </p:nvSpPr>
          <p:spPr>
            <a:xfrm>
              <a:off x="4123850" y="2769975"/>
              <a:ext cx="2194400" cy="407100"/>
            </a:xfrm>
            <a:custGeom>
              <a:rect b="b" l="l" r="r" t="t"/>
              <a:pathLst>
                <a:path extrusionOk="0" fill="none" h="16284" w="87776">
                  <a:moveTo>
                    <a:pt x="87776" y="1"/>
                  </a:moveTo>
                  <a:lnTo>
                    <a:pt x="1" y="16284"/>
                  </a:lnTo>
                </a:path>
              </a:pathLst>
            </a:custGeom>
            <a:noFill/>
            <a:ln cap="flat" cmpd="sng" w="9525">
              <a:solidFill>
                <a:schemeClr val="dk2"/>
              </a:solidFill>
              <a:prstDash val="solid"/>
              <a:miter lim="1069"/>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07" name="Google Shape;1107;p75"/>
            <p:cNvSpPr/>
            <p:nvPr/>
          </p:nvSpPr>
          <p:spPr>
            <a:xfrm>
              <a:off x="4123850" y="2769975"/>
              <a:ext cx="2194400" cy="206525"/>
            </a:xfrm>
            <a:custGeom>
              <a:rect b="b" l="l" r="r" t="t"/>
              <a:pathLst>
                <a:path extrusionOk="0" fill="none" h="8261" w="87776">
                  <a:moveTo>
                    <a:pt x="87776" y="1"/>
                  </a:moveTo>
                  <a:lnTo>
                    <a:pt x="1" y="8260"/>
                  </a:lnTo>
                </a:path>
              </a:pathLst>
            </a:custGeom>
            <a:noFill/>
            <a:ln cap="flat" cmpd="sng" w="9525">
              <a:solidFill>
                <a:schemeClr val="dk2"/>
              </a:solidFill>
              <a:prstDash val="solid"/>
              <a:miter lim="1069"/>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08" name="Google Shape;1108;p75"/>
            <p:cNvSpPr/>
            <p:nvPr/>
          </p:nvSpPr>
          <p:spPr>
            <a:xfrm>
              <a:off x="4123850" y="2769975"/>
              <a:ext cx="2194400" cy="25"/>
            </a:xfrm>
            <a:custGeom>
              <a:rect b="b" l="l" r="r" t="t"/>
              <a:pathLst>
                <a:path extrusionOk="0" fill="none" h="1" w="87776">
                  <a:moveTo>
                    <a:pt x="87776" y="1"/>
                  </a:moveTo>
                  <a:lnTo>
                    <a:pt x="1" y="1"/>
                  </a:lnTo>
                </a:path>
              </a:pathLst>
            </a:custGeom>
            <a:noFill/>
            <a:ln cap="flat" cmpd="sng" w="9525">
              <a:solidFill>
                <a:schemeClr val="dk2"/>
              </a:solidFill>
              <a:prstDash val="solid"/>
              <a:miter lim="1069"/>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09" name="Google Shape;1109;p75"/>
            <p:cNvSpPr/>
            <p:nvPr/>
          </p:nvSpPr>
          <p:spPr>
            <a:xfrm>
              <a:off x="6318700" y="2769975"/>
              <a:ext cx="2194450" cy="979100"/>
            </a:xfrm>
            <a:custGeom>
              <a:rect b="b" l="l" r="r" t="t"/>
              <a:pathLst>
                <a:path extrusionOk="0" fill="none" h="39164" w="87778">
                  <a:moveTo>
                    <a:pt x="1" y="1"/>
                  </a:moveTo>
                  <a:lnTo>
                    <a:pt x="87777" y="39164"/>
                  </a:lnTo>
                </a:path>
              </a:pathLst>
            </a:custGeom>
            <a:noFill/>
            <a:ln cap="flat" cmpd="sng" w="9525">
              <a:solidFill>
                <a:schemeClr val="dk2"/>
              </a:solidFill>
              <a:prstDash val="solid"/>
              <a:miter lim="1069"/>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10" name="Google Shape;1110;p75"/>
            <p:cNvSpPr/>
            <p:nvPr/>
          </p:nvSpPr>
          <p:spPr>
            <a:xfrm>
              <a:off x="6318700" y="2769975"/>
              <a:ext cx="2194450" cy="662050"/>
            </a:xfrm>
            <a:custGeom>
              <a:rect b="b" l="l" r="r" t="t"/>
              <a:pathLst>
                <a:path extrusionOk="0" fill="none" h="26482" w="87778">
                  <a:moveTo>
                    <a:pt x="1" y="1"/>
                  </a:moveTo>
                  <a:lnTo>
                    <a:pt x="87777" y="26481"/>
                  </a:lnTo>
                </a:path>
              </a:pathLst>
            </a:custGeom>
            <a:noFill/>
            <a:ln cap="flat" cmpd="sng" w="9525">
              <a:solidFill>
                <a:schemeClr val="dk2"/>
              </a:solidFill>
              <a:prstDash val="solid"/>
              <a:miter lim="1069"/>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11" name="Google Shape;1111;p75"/>
            <p:cNvSpPr/>
            <p:nvPr/>
          </p:nvSpPr>
          <p:spPr>
            <a:xfrm>
              <a:off x="6318700" y="2769975"/>
              <a:ext cx="2194450" cy="407100"/>
            </a:xfrm>
            <a:custGeom>
              <a:rect b="b" l="l" r="r" t="t"/>
              <a:pathLst>
                <a:path extrusionOk="0" fill="none" h="16284" w="87778">
                  <a:moveTo>
                    <a:pt x="1" y="1"/>
                  </a:moveTo>
                  <a:lnTo>
                    <a:pt x="87777" y="16284"/>
                  </a:lnTo>
                </a:path>
              </a:pathLst>
            </a:custGeom>
            <a:noFill/>
            <a:ln cap="flat" cmpd="sng" w="9525">
              <a:solidFill>
                <a:schemeClr val="dk2"/>
              </a:solidFill>
              <a:prstDash val="solid"/>
              <a:miter lim="1069"/>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12" name="Google Shape;1112;p75"/>
            <p:cNvSpPr/>
            <p:nvPr/>
          </p:nvSpPr>
          <p:spPr>
            <a:xfrm>
              <a:off x="6318700" y="2769975"/>
              <a:ext cx="2194450" cy="206525"/>
            </a:xfrm>
            <a:custGeom>
              <a:rect b="b" l="l" r="r" t="t"/>
              <a:pathLst>
                <a:path extrusionOk="0" fill="none" h="8261" w="87778">
                  <a:moveTo>
                    <a:pt x="1" y="1"/>
                  </a:moveTo>
                  <a:lnTo>
                    <a:pt x="87777" y="8260"/>
                  </a:lnTo>
                </a:path>
              </a:pathLst>
            </a:custGeom>
            <a:noFill/>
            <a:ln cap="flat" cmpd="sng" w="9525">
              <a:solidFill>
                <a:schemeClr val="dk2"/>
              </a:solidFill>
              <a:prstDash val="solid"/>
              <a:miter lim="1069"/>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13" name="Google Shape;1113;p75"/>
            <p:cNvSpPr/>
            <p:nvPr/>
          </p:nvSpPr>
          <p:spPr>
            <a:xfrm>
              <a:off x="6318700" y="2769975"/>
              <a:ext cx="2194450" cy="25"/>
            </a:xfrm>
            <a:custGeom>
              <a:rect b="b" l="l" r="r" t="t"/>
              <a:pathLst>
                <a:path extrusionOk="0" fill="none" h="1" w="87778">
                  <a:moveTo>
                    <a:pt x="1" y="1"/>
                  </a:moveTo>
                  <a:lnTo>
                    <a:pt x="87777" y="1"/>
                  </a:lnTo>
                </a:path>
              </a:pathLst>
            </a:custGeom>
            <a:noFill/>
            <a:ln cap="flat" cmpd="sng" w="9525">
              <a:solidFill>
                <a:schemeClr val="dk2"/>
              </a:solidFill>
              <a:prstDash val="solid"/>
              <a:miter lim="1069"/>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114" name="Google Shape;1114;p75"/>
          <p:cNvGrpSpPr/>
          <p:nvPr/>
        </p:nvGrpSpPr>
        <p:grpSpPr>
          <a:xfrm>
            <a:off x="4313685" y="2999817"/>
            <a:ext cx="530320" cy="530308"/>
            <a:chOff x="5720325" y="1250450"/>
            <a:chExt cx="1103225" cy="1103200"/>
          </a:xfrm>
        </p:grpSpPr>
        <p:sp>
          <p:nvSpPr>
            <p:cNvPr id="1115" name="Google Shape;1115;p75"/>
            <p:cNvSpPr/>
            <p:nvPr/>
          </p:nvSpPr>
          <p:spPr>
            <a:xfrm>
              <a:off x="5720325" y="1250450"/>
              <a:ext cx="1103225" cy="551600"/>
            </a:xfrm>
            <a:custGeom>
              <a:rect b="b" l="l" r="r" t="t"/>
              <a:pathLst>
                <a:path extrusionOk="0" h="22064" w="44129">
                  <a:moveTo>
                    <a:pt x="22064" y="0"/>
                  </a:moveTo>
                  <a:cubicBezTo>
                    <a:pt x="9879" y="0"/>
                    <a:pt x="1" y="9878"/>
                    <a:pt x="1" y="22064"/>
                  </a:cubicBezTo>
                  <a:lnTo>
                    <a:pt x="44128" y="22064"/>
                  </a:lnTo>
                  <a:cubicBezTo>
                    <a:pt x="44128" y="9878"/>
                    <a:pt x="34250" y="0"/>
                    <a:pt x="22064" y="0"/>
                  </a:cubicBezTo>
                  <a:close/>
                </a:path>
              </a:pathLst>
            </a:cu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16" name="Google Shape;1116;p75"/>
            <p:cNvSpPr/>
            <p:nvPr/>
          </p:nvSpPr>
          <p:spPr>
            <a:xfrm>
              <a:off x="5822600" y="2122000"/>
              <a:ext cx="898725" cy="38425"/>
            </a:xfrm>
            <a:custGeom>
              <a:rect b="b" l="l" r="r" t="t"/>
              <a:pathLst>
                <a:path extrusionOk="0" h="1537" w="35949">
                  <a:moveTo>
                    <a:pt x="0" y="0"/>
                  </a:moveTo>
                  <a:cubicBezTo>
                    <a:pt x="378" y="531"/>
                    <a:pt x="780" y="1043"/>
                    <a:pt x="1203" y="1537"/>
                  </a:cubicBezTo>
                  <a:lnTo>
                    <a:pt x="34746" y="1537"/>
                  </a:lnTo>
                  <a:cubicBezTo>
                    <a:pt x="35168" y="1043"/>
                    <a:pt x="35570" y="531"/>
                    <a:pt x="35948" y="0"/>
                  </a:cubicBezTo>
                  <a:close/>
                </a:path>
              </a:pathLst>
            </a:cu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17" name="Google Shape;1117;p75"/>
            <p:cNvSpPr/>
            <p:nvPr/>
          </p:nvSpPr>
          <p:spPr>
            <a:xfrm>
              <a:off x="5985075" y="2273275"/>
              <a:ext cx="573750" cy="29675"/>
            </a:xfrm>
            <a:custGeom>
              <a:rect b="b" l="l" r="r" t="t"/>
              <a:pathLst>
                <a:path extrusionOk="0" h="1187" w="22950">
                  <a:moveTo>
                    <a:pt x="1" y="0"/>
                  </a:moveTo>
                  <a:cubicBezTo>
                    <a:pt x="717" y="438"/>
                    <a:pt x="1460" y="833"/>
                    <a:pt x="2226" y="1187"/>
                  </a:cubicBezTo>
                  <a:lnTo>
                    <a:pt x="20725" y="1187"/>
                  </a:lnTo>
                  <a:cubicBezTo>
                    <a:pt x="21490" y="833"/>
                    <a:pt x="22233" y="435"/>
                    <a:pt x="22949" y="0"/>
                  </a:cubicBezTo>
                  <a:close/>
                </a:path>
              </a:pathLst>
            </a:cu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18" name="Google Shape;1118;p75"/>
            <p:cNvSpPr/>
            <p:nvPr/>
          </p:nvSpPr>
          <p:spPr>
            <a:xfrm>
              <a:off x="5898675" y="2208175"/>
              <a:ext cx="746500" cy="28125"/>
            </a:xfrm>
            <a:custGeom>
              <a:rect b="b" l="l" r="r" t="t"/>
              <a:pathLst>
                <a:path extrusionOk="0" h="1125" w="29860">
                  <a:moveTo>
                    <a:pt x="1" y="0"/>
                  </a:moveTo>
                  <a:cubicBezTo>
                    <a:pt x="427" y="391"/>
                    <a:pt x="867" y="767"/>
                    <a:pt x="1323" y="1125"/>
                  </a:cubicBezTo>
                  <a:lnTo>
                    <a:pt x="28538" y="1125"/>
                  </a:lnTo>
                  <a:cubicBezTo>
                    <a:pt x="28994" y="767"/>
                    <a:pt x="29435" y="391"/>
                    <a:pt x="29859" y="0"/>
                  </a:cubicBezTo>
                  <a:close/>
                </a:path>
              </a:pathLst>
            </a:cu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19" name="Google Shape;1119;p75"/>
            <p:cNvSpPr/>
            <p:nvPr/>
          </p:nvSpPr>
          <p:spPr>
            <a:xfrm>
              <a:off x="5725875" y="1880175"/>
              <a:ext cx="1092175" cy="54600"/>
            </a:xfrm>
            <a:custGeom>
              <a:rect b="b" l="l" r="r" t="t"/>
              <a:pathLst>
                <a:path extrusionOk="0" h="2184" w="43687">
                  <a:moveTo>
                    <a:pt x="0" y="1"/>
                  </a:moveTo>
                  <a:cubicBezTo>
                    <a:pt x="106" y="741"/>
                    <a:pt x="246" y="1469"/>
                    <a:pt x="423" y="2184"/>
                  </a:cubicBezTo>
                  <a:lnTo>
                    <a:pt x="43264" y="2184"/>
                  </a:lnTo>
                  <a:cubicBezTo>
                    <a:pt x="43440" y="1468"/>
                    <a:pt x="43581" y="740"/>
                    <a:pt x="43686" y="1"/>
                  </a:cubicBezTo>
                  <a:close/>
                </a:path>
              </a:pathLst>
            </a:cu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20" name="Google Shape;1120;p75"/>
            <p:cNvSpPr/>
            <p:nvPr/>
          </p:nvSpPr>
          <p:spPr>
            <a:xfrm>
              <a:off x="5762450" y="2013750"/>
              <a:ext cx="1019000" cy="45250"/>
            </a:xfrm>
            <a:custGeom>
              <a:rect b="b" l="l" r="r" t="t"/>
              <a:pathLst>
                <a:path extrusionOk="0" h="1810" w="40760">
                  <a:moveTo>
                    <a:pt x="1" y="1"/>
                  </a:moveTo>
                  <a:cubicBezTo>
                    <a:pt x="257" y="620"/>
                    <a:pt x="542" y="1222"/>
                    <a:pt x="853" y="1810"/>
                  </a:cubicBezTo>
                  <a:lnTo>
                    <a:pt x="39908" y="1810"/>
                  </a:lnTo>
                  <a:cubicBezTo>
                    <a:pt x="40218" y="1222"/>
                    <a:pt x="40502" y="618"/>
                    <a:pt x="40760" y="1"/>
                  </a:cubicBezTo>
                  <a:close/>
                </a:path>
              </a:pathLst>
            </a:cu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21" name="Google Shape;1121;p75"/>
            <p:cNvSpPr/>
            <p:nvPr/>
          </p:nvSpPr>
          <p:spPr>
            <a:xfrm>
              <a:off x="6109250" y="2329250"/>
              <a:ext cx="325425" cy="24400"/>
            </a:xfrm>
            <a:custGeom>
              <a:rect b="b" l="l" r="r" t="t"/>
              <a:pathLst>
                <a:path extrusionOk="0" h="976" w="13017">
                  <a:moveTo>
                    <a:pt x="1" y="1"/>
                  </a:moveTo>
                  <a:cubicBezTo>
                    <a:pt x="2058" y="636"/>
                    <a:pt x="4244" y="976"/>
                    <a:pt x="6509" y="976"/>
                  </a:cubicBezTo>
                  <a:cubicBezTo>
                    <a:pt x="8773" y="976"/>
                    <a:pt x="10959" y="634"/>
                    <a:pt x="13017" y="1"/>
                  </a:cubicBezTo>
                  <a:close/>
                </a:path>
              </a:pathLst>
            </a:cu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Tree>
  </p:cSld>
  <p:clrMapOvr>
    <a:masterClrMapping/>
  </p:clrMapOvr>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ackground 2">
  <p:cSld name="SECTION_HEADER_2">
    <p:bg>
      <p:bgPr>
        <a:solidFill>
          <a:schemeClr val="accent5"/>
        </a:solidFill>
      </p:bgPr>
    </p:bg>
    <p:spTree>
      <p:nvGrpSpPr>
        <p:cNvPr id="1122" name="Shape 1122"/>
        <p:cNvGrpSpPr/>
        <p:nvPr/>
      </p:nvGrpSpPr>
      <p:grpSpPr>
        <a:xfrm>
          <a:off x="0" y="0"/>
          <a:ext cx="0" cy="0"/>
          <a:chOff x="0" y="0"/>
          <a:chExt cx="0" cy="0"/>
        </a:xfrm>
      </p:grpSpPr>
      <p:pic>
        <p:nvPicPr>
          <p:cNvPr id="1123" name="Google Shape;1123;p76"/>
          <p:cNvPicPr preferRelativeResize="0"/>
          <p:nvPr/>
        </p:nvPicPr>
        <p:blipFill rotWithShape="1">
          <a:blip r:embed="rId2">
            <a:alphaModFix amt="14000"/>
          </a:blip>
          <a:srcRect b="0" l="0" r="0" t="0"/>
          <a:stretch/>
        </p:blipFill>
        <p:spPr>
          <a:xfrm>
            <a:off x="0" y="0"/>
            <a:ext cx="9144000" cy="5143500"/>
          </a:xfrm>
          <a:prstGeom prst="rect">
            <a:avLst/>
          </a:prstGeom>
          <a:noFill/>
          <a:ln>
            <a:noFill/>
          </a:ln>
        </p:spPr>
      </p:pic>
      <p:sp>
        <p:nvSpPr>
          <p:cNvPr id="1124" name="Google Shape;1124;p76"/>
          <p:cNvSpPr/>
          <p:nvPr/>
        </p:nvSpPr>
        <p:spPr>
          <a:xfrm>
            <a:off x="372375" y="324675"/>
            <a:ext cx="8394900" cy="4500600"/>
          </a:xfrm>
          <a:prstGeom prst="rect">
            <a:avLst/>
          </a:prstGeom>
          <a:solidFill>
            <a:srgbClr val="7C7C7C">
              <a:alpha val="14117"/>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nvGrpSpPr>
          <p:cNvPr id="1125" name="Google Shape;1125;p76"/>
          <p:cNvGrpSpPr/>
          <p:nvPr/>
        </p:nvGrpSpPr>
        <p:grpSpPr>
          <a:xfrm>
            <a:off x="372025" y="321975"/>
            <a:ext cx="8400000" cy="4499700"/>
            <a:chOff x="372025" y="321975"/>
            <a:chExt cx="8400000" cy="4499700"/>
          </a:xfrm>
        </p:grpSpPr>
        <p:sp>
          <p:nvSpPr>
            <p:cNvPr id="1126" name="Google Shape;1126;p76"/>
            <p:cNvSpPr/>
            <p:nvPr/>
          </p:nvSpPr>
          <p:spPr>
            <a:xfrm>
              <a:off x="372025" y="321975"/>
              <a:ext cx="8400000" cy="44997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27" name="Google Shape;1127;p76"/>
            <p:cNvSpPr/>
            <p:nvPr/>
          </p:nvSpPr>
          <p:spPr>
            <a:xfrm>
              <a:off x="372025" y="321975"/>
              <a:ext cx="8400000" cy="2181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28" name="Google Shape;1128;p76"/>
            <p:cNvSpPr/>
            <p:nvPr/>
          </p:nvSpPr>
          <p:spPr>
            <a:xfrm>
              <a:off x="486450" y="380900"/>
              <a:ext cx="100200" cy="100200"/>
            </a:xfrm>
            <a:prstGeom prst="ellipse">
              <a:avLst/>
            </a:pr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29" name="Google Shape;1129;p76"/>
            <p:cNvSpPr/>
            <p:nvPr/>
          </p:nvSpPr>
          <p:spPr>
            <a:xfrm>
              <a:off x="669900" y="380900"/>
              <a:ext cx="100200" cy="100200"/>
            </a:xfrm>
            <a:prstGeom prst="ellipse">
              <a:avLst/>
            </a:pr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30" name="Google Shape;1130;p76"/>
            <p:cNvSpPr/>
            <p:nvPr/>
          </p:nvSpPr>
          <p:spPr>
            <a:xfrm>
              <a:off x="853350" y="380900"/>
              <a:ext cx="100200" cy="100200"/>
            </a:xfrm>
            <a:prstGeom prst="ellipse">
              <a:avLst/>
            </a:pr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131" name="Google Shape;1131;p76"/>
          <p:cNvGrpSpPr/>
          <p:nvPr/>
        </p:nvGrpSpPr>
        <p:grpSpPr>
          <a:xfrm>
            <a:off x="371330" y="3818004"/>
            <a:ext cx="8400431" cy="1003659"/>
            <a:chOff x="4122825" y="2769975"/>
            <a:chExt cx="4390775" cy="1934950"/>
          </a:xfrm>
        </p:grpSpPr>
        <p:sp>
          <p:nvSpPr>
            <p:cNvPr id="1132" name="Google Shape;1132;p76"/>
            <p:cNvSpPr/>
            <p:nvPr/>
          </p:nvSpPr>
          <p:spPr>
            <a:xfrm>
              <a:off x="4122825" y="2769975"/>
              <a:ext cx="4390775" cy="1399600"/>
            </a:xfrm>
            <a:custGeom>
              <a:rect b="b" l="l" r="r" t="t"/>
              <a:pathLst>
                <a:path extrusionOk="0" fill="none" h="55984" w="175631">
                  <a:moveTo>
                    <a:pt x="175486" y="55983"/>
                  </a:moveTo>
                  <a:cubicBezTo>
                    <a:pt x="175594" y="55983"/>
                    <a:pt x="175630" y="55808"/>
                    <a:pt x="175534" y="55748"/>
                  </a:cubicBezTo>
                  <a:lnTo>
                    <a:pt x="87817" y="1"/>
                  </a:lnTo>
                  <a:lnTo>
                    <a:pt x="97" y="55748"/>
                  </a:lnTo>
                  <a:cubicBezTo>
                    <a:pt x="1" y="55810"/>
                    <a:pt x="37" y="55983"/>
                    <a:pt x="146" y="55983"/>
                  </a:cubicBezTo>
                </a:path>
              </a:pathLst>
            </a:custGeom>
            <a:noFill/>
            <a:ln cap="flat" cmpd="sng" w="9525">
              <a:solidFill>
                <a:schemeClr val="accent4"/>
              </a:solidFill>
              <a:prstDash val="solid"/>
              <a:miter lim="1069"/>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33" name="Google Shape;1133;p76"/>
            <p:cNvSpPr/>
            <p:nvPr/>
          </p:nvSpPr>
          <p:spPr>
            <a:xfrm>
              <a:off x="5419875" y="2769975"/>
              <a:ext cx="898375" cy="1934950"/>
            </a:xfrm>
            <a:custGeom>
              <a:rect b="b" l="l" r="r" t="t"/>
              <a:pathLst>
                <a:path extrusionOk="0" fill="none" h="77398" w="35935">
                  <a:moveTo>
                    <a:pt x="35935" y="1"/>
                  </a:moveTo>
                  <a:lnTo>
                    <a:pt x="0" y="77398"/>
                  </a:lnTo>
                </a:path>
              </a:pathLst>
            </a:custGeom>
            <a:noFill/>
            <a:ln cap="flat" cmpd="sng" w="9525">
              <a:solidFill>
                <a:schemeClr val="accent4"/>
              </a:solidFill>
              <a:prstDash val="solid"/>
              <a:miter lim="1069"/>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34" name="Google Shape;1134;p76"/>
            <p:cNvSpPr/>
            <p:nvPr/>
          </p:nvSpPr>
          <p:spPr>
            <a:xfrm>
              <a:off x="4355900" y="2769975"/>
              <a:ext cx="1962350" cy="1934950"/>
            </a:xfrm>
            <a:custGeom>
              <a:rect b="b" l="l" r="r" t="t"/>
              <a:pathLst>
                <a:path extrusionOk="0" fill="none" h="77398" w="78494">
                  <a:moveTo>
                    <a:pt x="0" y="77398"/>
                  </a:moveTo>
                  <a:lnTo>
                    <a:pt x="78494" y="1"/>
                  </a:lnTo>
                </a:path>
              </a:pathLst>
            </a:custGeom>
            <a:noFill/>
            <a:ln cap="flat" cmpd="sng" w="9525">
              <a:solidFill>
                <a:schemeClr val="accent4"/>
              </a:solidFill>
              <a:prstDash val="solid"/>
              <a:miter lim="1069"/>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35" name="Google Shape;1135;p76"/>
            <p:cNvSpPr/>
            <p:nvPr/>
          </p:nvSpPr>
          <p:spPr>
            <a:xfrm>
              <a:off x="6318225" y="2769975"/>
              <a:ext cx="898350" cy="1934950"/>
            </a:xfrm>
            <a:custGeom>
              <a:rect b="b" l="l" r="r" t="t"/>
              <a:pathLst>
                <a:path extrusionOk="0" fill="none" h="77398" w="35934">
                  <a:moveTo>
                    <a:pt x="1" y="1"/>
                  </a:moveTo>
                  <a:lnTo>
                    <a:pt x="35934" y="77398"/>
                  </a:lnTo>
                </a:path>
              </a:pathLst>
            </a:custGeom>
            <a:noFill/>
            <a:ln cap="flat" cmpd="sng" w="9525">
              <a:solidFill>
                <a:schemeClr val="accent4"/>
              </a:solidFill>
              <a:prstDash val="solid"/>
              <a:miter lim="1069"/>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36" name="Google Shape;1136;p76"/>
            <p:cNvSpPr/>
            <p:nvPr/>
          </p:nvSpPr>
          <p:spPr>
            <a:xfrm>
              <a:off x="6318225" y="2769975"/>
              <a:ext cx="1962350" cy="1934950"/>
            </a:xfrm>
            <a:custGeom>
              <a:rect b="b" l="l" r="r" t="t"/>
              <a:pathLst>
                <a:path extrusionOk="0" fill="none" h="77398" w="78494">
                  <a:moveTo>
                    <a:pt x="78493" y="77398"/>
                  </a:moveTo>
                  <a:lnTo>
                    <a:pt x="1" y="1"/>
                  </a:lnTo>
                </a:path>
              </a:pathLst>
            </a:custGeom>
            <a:noFill/>
            <a:ln cap="flat" cmpd="sng" w="9525">
              <a:solidFill>
                <a:schemeClr val="accent4"/>
              </a:solidFill>
              <a:prstDash val="solid"/>
              <a:miter lim="1069"/>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37" name="Google Shape;1137;p76"/>
            <p:cNvSpPr/>
            <p:nvPr/>
          </p:nvSpPr>
          <p:spPr>
            <a:xfrm>
              <a:off x="4123850" y="3851100"/>
              <a:ext cx="4389300" cy="25"/>
            </a:xfrm>
            <a:custGeom>
              <a:rect b="b" l="l" r="r" t="t"/>
              <a:pathLst>
                <a:path extrusionOk="0" fill="none" h="1" w="175572">
                  <a:moveTo>
                    <a:pt x="1" y="0"/>
                  </a:moveTo>
                  <a:lnTo>
                    <a:pt x="175571" y="0"/>
                  </a:lnTo>
                </a:path>
              </a:pathLst>
            </a:custGeom>
            <a:noFill/>
            <a:ln cap="flat" cmpd="sng" w="9525">
              <a:solidFill>
                <a:schemeClr val="accent4"/>
              </a:solidFill>
              <a:prstDash val="solid"/>
              <a:miter lim="1069"/>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38" name="Google Shape;1138;p76"/>
            <p:cNvSpPr/>
            <p:nvPr/>
          </p:nvSpPr>
          <p:spPr>
            <a:xfrm>
              <a:off x="4123850" y="4346500"/>
              <a:ext cx="4389300" cy="25"/>
            </a:xfrm>
            <a:custGeom>
              <a:rect b="b" l="l" r="r" t="t"/>
              <a:pathLst>
                <a:path extrusionOk="0" fill="none" h="1" w="175572">
                  <a:moveTo>
                    <a:pt x="1" y="1"/>
                  </a:moveTo>
                  <a:lnTo>
                    <a:pt x="175571" y="1"/>
                  </a:lnTo>
                </a:path>
              </a:pathLst>
            </a:custGeom>
            <a:noFill/>
            <a:ln cap="flat" cmpd="sng" w="9525">
              <a:solidFill>
                <a:schemeClr val="accent4"/>
              </a:solidFill>
              <a:prstDash val="solid"/>
              <a:miter lim="1069"/>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39" name="Google Shape;1139;p76"/>
            <p:cNvSpPr/>
            <p:nvPr/>
          </p:nvSpPr>
          <p:spPr>
            <a:xfrm>
              <a:off x="4123850" y="3557300"/>
              <a:ext cx="4388725" cy="25"/>
            </a:xfrm>
            <a:custGeom>
              <a:rect b="b" l="l" r="r" t="t"/>
              <a:pathLst>
                <a:path extrusionOk="0" fill="none" h="1" w="175549">
                  <a:moveTo>
                    <a:pt x="1" y="0"/>
                  </a:moveTo>
                  <a:lnTo>
                    <a:pt x="175549" y="0"/>
                  </a:lnTo>
                </a:path>
              </a:pathLst>
            </a:custGeom>
            <a:noFill/>
            <a:ln cap="flat" cmpd="sng" w="9525">
              <a:solidFill>
                <a:schemeClr val="accent4"/>
              </a:solidFill>
              <a:prstDash val="solid"/>
              <a:miter lim="1069"/>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40" name="Google Shape;1140;p76"/>
            <p:cNvSpPr/>
            <p:nvPr/>
          </p:nvSpPr>
          <p:spPr>
            <a:xfrm>
              <a:off x="4123850" y="3353425"/>
              <a:ext cx="4389300" cy="25"/>
            </a:xfrm>
            <a:custGeom>
              <a:rect b="b" l="l" r="r" t="t"/>
              <a:pathLst>
                <a:path extrusionOk="0" fill="none" h="1" w="175572">
                  <a:moveTo>
                    <a:pt x="1" y="0"/>
                  </a:moveTo>
                  <a:lnTo>
                    <a:pt x="175571" y="0"/>
                  </a:lnTo>
                </a:path>
              </a:pathLst>
            </a:custGeom>
            <a:noFill/>
            <a:ln cap="flat" cmpd="sng" w="9525">
              <a:solidFill>
                <a:schemeClr val="accent4"/>
              </a:solidFill>
              <a:prstDash val="solid"/>
              <a:miter lim="1069"/>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41" name="Google Shape;1141;p76"/>
            <p:cNvSpPr/>
            <p:nvPr/>
          </p:nvSpPr>
          <p:spPr>
            <a:xfrm>
              <a:off x="4123850" y="3194925"/>
              <a:ext cx="4389300" cy="25"/>
            </a:xfrm>
            <a:custGeom>
              <a:rect b="b" l="l" r="r" t="t"/>
              <a:pathLst>
                <a:path extrusionOk="0" fill="none" h="1" w="175572">
                  <a:moveTo>
                    <a:pt x="1" y="1"/>
                  </a:moveTo>
                  <a:lnTo>
                    <a:pt x="175571" y="1"/>
                  </a:lnTo>
                </a:path>
              </a:pathLst>
            </a:custGeom>
            <a:noFill/>
            <a:ln cap="flat" cmpd="sng" w="9525">
              <a:solidFill>
                <a:schemeClr val="accent4"/>
              </a:solidFill>
              <a:prstDash val="solid"/>
              <a:miter lim="1069"/>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42" name="Google Shape;1142;p76"/>
            <p:cNvSpPr/>
            <p:nvPr/>
          </p:nvSpPr>
          <p:spPr>
            <a:xfrm>
              <a:off x="4123850" y="3079875"/>
              <a:ext cx="4388725" cy="25"/>
            </a:xfrm>
            <a:custGeom>
              <a:rect b="b" l="l" r="r" t="t"/>
              <a:pathLst>
                <a:path extrusionOk="0" fill="none" h="1" w="175549">
                  <a:moveTo>
                    <a:pt x="1" y="1"/>
                  </a:moveTo>
                  <a:lnTo>
                    <a:pt x="175549" y="1"/>
                  </a:lnTo>
                </a:path>
              </a:pathLst>
            </a:custGeom>
            <a:noFill/>
            <a:ln cap="flat" cmpd="sng" w="9525">
              <a:solidFill>
                <a:schemeClr val="accent4"/>
              </a:solidFill>
              <a:prstDash val="solid"/>
              <a:miter lim="1069"/>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43" name="Google Shape;1143;p76"/>
            <p:cNvSpPr/>
            <p:nvPr/>
          </p:nvSpPr>
          <p:spPr>
            <a:xfrm>
              <a:off x="4123850" y="2976475"/>
              <a:ext cx="4389300" cy="25"/>
            </a:xfrm>
            <a:custGeom>
              <a:rect b="b" l="l" r="r" t="t"/>
              <a:pathLst>
                <a:path extrusionOk="0" fill="none" h="1" w="175572">
                  <a:moveTo>
                    <a:pt x="1" y="0"/>
                  </a:moveTo>
                  <a:lnTo>
                    <a:pt x="175571" y="0"/>
                  </a:lnTo>
                </a:path>
              </a:pathLst>
            </a:custGeom>
            <a:noFill/>
            <a:ln cap="flat" cmpd="sng" w="9525">
              <a:solidFill>
                <a:schemeClr val="accent4"/>
              </a:solidFill>
              <a:prstDash val="solid"/>
              <a:miter lim="1069"/>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44" name="Google Shape;1144;p76"/>
            <p:cNvSpPr/>
            <p:nvPr/>
          </p:nvSpPr>
          <p:spPr>
            <a:xfrm>
              <a:off x="4123850" y="2880100"/>
              <a:ext cx="4388725" cy="25"/>
            </a:xfrm>
            <a:custGeom>
              <a:rect b="b" l="l" r="r" t="t"/>
              <a:pathLst>
                <a:path extrusionOk="0" fill="none" h="1" w="175549">
                  <a:moveTo>
                    <a:pt x="1" y="0"/>
                  </a:moveTo>
                  <a:lnTo>
                    <a:pt x="175549" y="0"/>
                  </a:lnTo>
                </a:path>
              </a:pathLst>
            </a:custGeom>
            <a:noFill/>
            <a:ln cap="flat" cmpd="sng" w="9525">
              <a:solidFill>
                <a:schemeClr val="accent4"/>
              </a:solidFill>
              <a:prstDash val="solid"/>
              <a:miter lim="1069"/>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45" name="Google Shape;1145;p76"/>
            <p:cNvSpPr/>
            <p:nvPr/>
          </p:nvSpPr>
          <p:spPr>
            <a:xfrm>
              <a:off x="4123850" y="2769975"/>
              <a:ext cx="2194400" cy="979100"/>
            </a:xfrm>
            <a:custGeom>
              <a:rect b="b" l="l" r="r" t="t"/>
              <a:pathLst>
                <a:path extrusionOk="0" fill="none" h="39164" w="87776">
                  <a:moveTo>
                    <a:pt x="87776" y="1"/>
                  </a:moveTo>
                  <a:lnTo>
                    <a:pt x="1" y="39164"/>
                  </a:lnTo>
                </a:path>
              </a:pathLst>
            </a:custGeom>
            <a:noFill/>
            <a:ln cap="flat" cmpd="sng" w="9525">
              <a:solidFill>
                <a:schemeClr val="accent4"/>
              </a:solidFill>
              <a:prstDash val="solid"/>
              <a:miter lim="1069"/>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46" name="Google Shape;1146;p76"/>
            <p:cNvSpPr/>
            <p:nvPr/>
          </p:nvSpPr>
          <p:spPr>
            <a:xfrm>
              <a:off x="4123850" y="2769975"/>
              <a:ext cx="2194400" cy="662050"/>
            </a:xfrm>
            <a:custGeom>
              <a:rect b="b" l="l" r="r" t="t"/>
              <a:pathLst>
                <a:path extrusionOk="0" fill="none" h="26482" w="87776">
                  <a:moveTo>
                    <a:pt x="87776" y="1"/>
                  </a:moveTo>
                  <a:lnTo>
                    <a:pt x="1" y="26481"/>
                  </a:lnTo>
                </a:path>
              </a:pathLst>
            </a:custGeom>
            <a:noFill/>
            <a:ln cap="flat" cmpd="sng" w="9525">
              <a:solidFill>
                <a:schemeClr val="accent4"/>
              </a:solidFill>
              <a:prstDash val="solid"/>
              <a:miter lim="1069"/>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47" name="Google Shape;1147;p76"/>
            <p:cNvSpPr/>
            <p:nvPr/>
          </p:nvSpPr>
          <p:spPr>
            <a:xfrm>
              <a:off x="4123850" y="2769975"/>
              <a:ext cx="2194400" cy="407100"/>
            </a:xfrm>
            <a:custGeom>
              <a:rect b="b" l="l" r="r" t="t"/>
              <a:pathLst>
                <a:path extrusionOk="0" fill="none" h="16284" w="87776">
                  <a:moveTo>
                    <a:pt x="87776" y="1"/>
                  </a:moveTo>
                  <a:lnTo>
                    <a:pt x="1" y="16284"/>
                  </a:lnTo>
                </a:path>
              </a:pathLst>
            </a:custGeom>
            <a:noFill/>
            <a:ln cap="flat" cmpd="sng" w="9525">
              <a:solidFill>
                <a:schemeClr val="accent4"/>
              </a:solidFill>
              <a:prstDash val="solid"/>
              <a:miter lim="1069"/>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48" name="Google Shape;1148;p76"/>
            <p:cNvSpPr/>
            <p:nvPr/>
          </p:nvSpPr>
          <p:spPr>
            <a:xfrm>
              <a:off x="4123850" y="2769975"/>
              <a:ext cx="2194400" cy="206525"/>
            </a:xfrm>
            <a:custGeom>
              <a:rect b="b" l="l" r="r" t="t"/>
              <a:pathLst>
                <a:path extrusionOk="0" fill="none" h="8261" w="87776">
                  <a:moveTo>
                    <a:pt x="87776" y="1"/>
                  </a:moveTo>
                  <a:lnTo>
                    <a:pt x="1" y="8260"/>
                  </a:lnTo>
                </a:path>
              </a:pathLst>
            </a:custGeom>
            <a:noFill/>
            <a:ln cap="flat" cmpd="sng" w="9525">
              <a:solidFill>
                <a:schemeClr val="accent4"/>
              </a:solidFill>
              <a:prstDash val="solid"/>
              <a:miter lim="1069"/>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49" name="Google Shape;1149;p76"/>
            <p:cNvSpPr/>
            <p:nvPr/>
          </p:nvSpPr>
          <p:spPr>
            <a:xfrm>
              <a:off x="4123850" y="2769975"/>
              <a:ext cx="2194400" cy="25"/>
            </a:xfrm>
            <a:custGeom>
              <a:rect b="b" l="l" r="r" t="t"/>
              <a:pathLst>
                <a:path extrusionOk="0" fill="none" h="1" w="87776">
                  <a:moveTo>
                    <a:pt x="87776" y="1"/>
                  </a:moveTo>
                  <a:lnTo>
                    <a:pt x="1" y="1"/>
                  </a:lnTo>
                </a:path>
              </a:pathLst>
            </a:custGeom>
            <a:noFill/>
            <a:ln cap="flat" cmpd="sng" w="9525">
              <a:solidFill>
                <a:schemeClr val="accent4"/>
              </a:solidFill>
              <a:prstDash val="solid"/>
              <a:miter lim="1069"/>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50" name="Google Shape;1150;p76"/>
            <p:cNvSpPr/>
            <p:nvPr/>
          </p:nvSpPr>
          <p:spPr>
            <a:xfrm>
              <a:off x="6318700" y="2769975"/>
              <a:ext cx="2194450" cy="979100"/>
            </a:xfrm>
            <a:custGeom>
              <a:rect b="b" l="l" r="r" t="t"/>
              <a:pathLst>
                <a:path extrusionOk="0" fill="none" h="39164" w="87778">
                  <a:moveTo>
                    <a:pt x="1" y="1"/>
                  </a:moveTo>
                  <a:lnTo>
                    <a:pt x="87777" y="39164"/>
                  </a:lnTo>
                </a:path>
              </a:pathLst>
            </a:custGeom>
            <a:noFill/>
            <a:ln cap="flat" cmpd="sng" w="9525">
              <a:solidFill>
                <a:schemeClr val="accent4"/>
              </a:solidFill>
              <a:prstDash val="solid"/>
              <a:miter lim="1069"/>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51" name="Google Shape;1151;p76"/>
            <p:cNvSpPr/>
            <p:nvPr/>
          </p:nvSpPr>
          <p:spPr>
            <a:xfrm>
              <a:off x="6318700" y="2769975"/>
              <a:ext cx="2194450" cy="662050"/>
            </a:xfrm>
            <a:custGeom>
              <a:rect b="b" l="l" r="r" t="t"/>
              <a:pathLst>
                <a:path extrusionOk="0" fill="none" h="26482" w="87778">
                  <a:moveTo>
                    <a:pt x="1" y="1"/>
                  </a:moveTo>
                  <a:lnTo>
                    <a:pt x="87777" y="26481"/>
                  </a:lnTo>
                </a:path>
              </a:pathLst>
            </a:custGeom>
            <a:noFill/>
            <a:ln cap="flat" cmpd="sng" w="9525">
              <a:solidFill>
                <a:schemeClr val="accent4"/>
              </a:solidFill>
              <a:prstDash val="solid"/>
              <a:miter lim="1069"/>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52" name="Google Shape;1152;p76"/>
            <p:cNvSpPr/>
            <p:nvPr/>
          </p:nvSpPr>
          <p:spPr>
            <a:xfrm>
              <a:off x="6318700" y="2769975"/>
              <a:ext cx="2194450" cy="407100"/>
            </a:xfrm>
            <a:custGeom>
              <a:rect b="b" l="l" r="r" t="t"/>
              <a:pathLst>
                <a:path extrusionOk="0" fill="none" h="16284" w="87778">
                  <a:moveTo>
                    <a:pt x="1" y="1"/>
                  </a:moveTo>
                  <a:lnTo>
                    <a:pt x="87777" y="16284"/>
                  </a:lnTo>
                </a:path>
              </a:pathLst>
            </a:custGeom>
            <a:noFill/>
            <a:ln cap="flat" cmpd="sng" w="9525">
              <a:solidFill>
                <a:schemeClr val="accent4"/>
              </a:solidFill>
              <a:prstDash val="solid"/>
              <a:miter lim="1069"/>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53" name="Google Shape;1153;p76"/>
            <p:cNvSpPr/>
            <p:nvPr/>
          </p:nvSpPr>
          <p:spPr>
            <a:xfrm>
              <a:off x="6318700" y="2769975"/>
              <a:ext cx="2194450" cy="206525"/>
            </a:xfrm>
            <a:custGeom>
              <a:rect b="b" l="l" r="r" t="t"/>
              <a:pathLst>
                <a:path extrusionOk="0" fill="none" h="8261" w="87778">
                  <a:moveTo>
                    <a:pt x="1" y="1"/>
                  </a:moveTo>
                  <a:lnTo>
                    <a:pt x="87777" y="8260"/>
                  </a:lnTo>
                </a:path>
              </a:pathLst>
            </a:custGeom>
            <a:noFill/>
            <a:ln cap="flat" cmpd="sng" w="9525">
              <a:solidFill>
                <a:schemeClr val="accent4"/>
              </a:solidFill>
              <a:prstDash val="solid"/>
              <a:miter lim="1069"/>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54" name="Google Shape;1154;p76"/>
            <p:cNvSpPr/>
            <p:nvPr/>
          </p:nvSpPr>
          <p:spPr>
            <a:xfrm>
              <a:off x="6318700" y="2769975"/>
              <a:ext cx="2194450" cy="25"/>
            </a:xfrm>
            <a:custGeom>
              <a:rect b="b" l="l" r="r" t="t"/>
              <a:pathLst>
                <a:path extrusionOk="0" fill="none" h="1" w="87778">
                  <a:moveTo>
                    <a:pt x="1" y="1"/>
                  </a:moveTo>
                  <a:lnTo>
                    <a:pt x="87777" y="1"/>
                  </a:lnTo>
                </a:path>
              </a:pathLst>
            </a:custGeom>
            <a:noFill/>
            <a:ln cap="flat" cmpd="sng" w="9525">
              <a:solidFill>
                <a:schemeClr val="accent4"/>
              </a:solidFill>
              <a:prstDash val="solid"/>
              <a:miter lim="1069"/>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155" name="Google Shape;1155;p76"/>
          <p:cNvGrpSpPr/>
          <p:nvPr/>
        </p:nvGrpSpPr>
        <p:grpSpPr>
          <a:xfrm flipH="1" rot="10800000">
            <a:off x="371330" y="540079"/>
            <a:ext cx="8400431" cy="1003659"/>
            <a:chOff x="4122825" y="2769975"/>
            <a:chExt cx="4390775" cy="1934950"/>
          </a:xfrm>
        </p:grpSpPr>
        <p:sp>
          <p:nvSpPr>
            <p:cNvPr id="1156" name="Google Shape;1156;p76"/>
            <p:cNvSpPr/>
            <p:nvPr/>
          </p:nvSpPr>
          <p:spPr>
            <a:xfrm>
              <a:off x="4122825" y="2769975"/>
              <a:ext cx="4390775" cy="1399600"/>
            </a:xfrm>
            <a:custGeom>
              <a:rect b="b" l="l" r="r" t="t"/>
              <a:pathLst>
                <a:path extrusionOk="0" fill="none" h="55984" w="175631">
                  <a:moveTo>
                    <a:pt x="175486" y="55983"/>
                  </a:moveTo>
                  <a:cubicBezTo>
                    <a:pt x="175594" y="55983"/>
                    <a:pt x="175630" y="55808"/>
                    <a:pt x="175534" y="55748"/>
                  </a:cubicBezTo>
                  <a:lnTo>
                    <a:pt x="87817" y="1"/>
                  </a:lnTo>
                  <a:lnTo>
                    <a:pt x="97" y="55748"/>
                  </a:lnTo>
                  <a:cubicBezTo>
                    <a:pt x="1" y="55810"/>
                    <a:pt x="37" y="55983"/>
                    <a:pt x="146" y="55983"/>
                  </a:cubicBezTo>
                </a:path>
              </a:pathLst>
            </a:custGeom>
            <a:noFill/>
            <a:ln cap="flat" cmpd="sng" w="9525">
              <a:solidFill>
                <a:schemeClr val="accent4"/>
              </a:solidFill>
              <a:prstDash val="solid"/>
              <a:miter lim="1069"/>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57" name="Google Shape;1157;p76"/>
            <p:cNvSpPr/>
            <p:nvPr/>
          </p:nvSpPr>
          <p:spPr>
            <a:xfrm>
              <a:off x="5419875" y="2769975"/>
              <a:ext cx="898375" cy="1934950"/>
            </a:xfrm>
            <a:custGeom>
              <a:rect b="b" l="l" r="r" t="t"/>
              <a:pathLst>
                <a:path extrusionOk="0" fill="none" h="77398" w="35935">
                  <a:moveTo>
                    <a:pt x="35935" y="1"/>
                  </a:moveTo>
                  <a:lnTo>
                    <a:pt x="0" y="77398"/>
                  </a:lnTo>
                </a:path>
              </a:pathLst>
            </a:custGeom>
            <a:noFill/>
            <a:ln cap="flat" cmpd="sng" w="9525">
              <a:solidFill>
                <a:schemeClr val="accent4"/>
              </a:solidFill>
              <a:prstDash val="solid"/>
              <a:miter lim="1069"/>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58" name="Google Shape;1158;p76"/>
            <p:cNvSpPr/>
            <p:nvPr/>
          </p:nvSpPr>
          <p:spPr>
            <a:xfrm>
              <a:off x="4355900" y="2769975"/>
              <a:ext cx="1962350" cy="1934950"/>
            </a:xfrm>
            <a:custGeom>
              <a:rect b="b" l="l" r="r" t="t"/>
              <a:pathLst>
                <a:path extrusionOk="0" fill="none" h="77398" w="78494">
                  <a:moveTo>
                    <a:pt x="0" y="77398"/>
                  </a:moveTo>
                  <a:lnTo>
                    <a:pt x="78494" y="1"/>
                  </a:lnTo>
                </a:path>
              </a:pathLst>
            </a:custGeom>
            <a:noFill/>
            <a:ln cap="flat" cmpd="sng" w="9525">
              <a:solidFill>
                <a:schemeClr val="accent4"/>
              </a:solidFill>
              <a:prstDash val="solid"/>
              <a:miter lim="1069"/>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59" name="Google Shape;1159;p76"/>
            <p:cNvSpPr/>
            <p:nvPr/>
          </p:nvSpPr>
          <p:spPr>
            <a:xfrm>
              <a:off x="6318225" y="2769975"/>
              <a:ext cx="898350" cy="1934950"/>
            </a:xfrm>
            <a:custGeom>
              <a:rect b="b" l="l" r="r" t="t"/>
              <a:pathLst>
                <a:path extrusionOk="0" fill="none" h="77398" w="35934">
                  <a:moveTo>
                    <a:pt x="1" y="1"/>
                  </a:moveTo>
                  <a:lnTo>
                    <a:pt x="35934" y="77398"/>
                  </a:lnTo>
                </a:path>
              </a:pathLst>
            </a:custGeom>
            <a:noFill/>
            <a:ln cap="flat" cmpd="sng" w="9525">
              <a:solidFill>
                <a:schemeClr val="accent4"/>
              </a:solidFill>
              <a:prstDash val="solid"/>
              <a:miter lim="1069"/>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60" name="Google Shape;1160;p76"/>
            <p:cNvSpPr/>
            <p:nvPr/>
          </p:nvSpPr>
          <p:spPr>
            <a:xfrm>
              <a:off x="6318225" y="2769975"/>
              <a:ext cx="1962350" cy="1934950"/>
            </a:xfrm>
            <a:custGeom>
              <a:rect b="b" l="l" r="r" t="t"/>
              <a:pathLst>
                <a:path extrusionOk="0" fill="none" h="77398" w="78494">
                  <a:moveTo>
                    <a:pt x="78493" y="77398"/>
                  </a:moveTo>
                  <a:lnTo>
                    <a:pt x="1" y="1"/>
                  </a:lnTo>
                </a:path>
              </a:pathLst>
            </a:custGeom>
            <a:noFill/>
            <a:ln cap="flat" cmpd="sng" w="9525">
              <a:solidFill>
                <a:schemeClr val="accent4"/>
              </a:solidFill>
              <a:prstDash val="solid"/>
              <a:miter lim="1069"/>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61" name="Google Shape;1161;p76"/>
            <p:cNvSpPr/>
            <p:nvPr/>
          </p:nvSpPr>
          <p:spPr>
            <a:xfrm>
              <a:off x="4123850" y="3851100"/>
              <a:ext cx="4389300" cy="25"/>
            </a:xfrm>
            <a:custGeom>
              <a:rect b="b" l="l" r="r" t="t"/>
              <a:pathLst>
                <a:path extrusionOk="0" fill="none" h="1" w="175572">
                  <a:moveTo>
                    <a:pt x="1" y="0"/>
                  </a:moveTo>
                  <a:lnTo>
                    <a:pt x="175571" y="0"/>
                  </a:lnTo>
                </a:path>
              </a:pathLst>
            </a:custGeom>
            <a:noFill/>
            <a:ln cap="flat" cmpd="sng" w="9525">
              <a:solidFill>
                <a:schemeClr val="accent4"/>
              </a:solidFill>
              <a:prstDash val="solid"/>
              <a:miter lim="1069"/>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62" name="Google Shape;1162;p76"/>
            <p:cNvSpPr/>
            <p:nvPr/>
          </p:nvSpPr>
          <p:spPr>
            <a:xfrm>
              <a:off x="4123850" y="4346500"/>
              <a:ext cx="4389300" cy="25"/>
            </a:xfrm>
            <a:custGeom>
              <a:rect b="b" l="l" r="r" t="t"/>
              <a:pathLst>
                <a:path extrusionOk="0" fill="none" h="1" w="175572">
                  <a:moveTo>
                    <a:pt x="1" y="1"/>
                  </a:moveTo>
                  <a:lnTo>
                    <a:pt x="175571" y="1"/>
                  </a:lnTo>
                </a:path>
              </a:pathLst>
            </a:custGeom>
            <a:noFill/>
            <a:ln cap="flat" cmpd="sng" w="9525">
              <a:solidFill>
                <a:schemeClr val="accent4"/>
              </a:solidFill>
              <a:prstDash val="solid"/>
              <a:miter lim="1069"/>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63" name="Google Shape;1163;p76"/>
            <p:cNvSpPr/>
            <p:nvPr/>
          </p:nvSpPr>
          <p:spPr>
            <a:xfrm>
              <a:off x="4123850" y="3557300"/>
              <a:ext cx="4388725" cy="25"/>
            </a:xfrm>
            <a:custGeom>
              <a:rect b="b" l="l" r="r" t="t"/>
              <a:pathLst>
                <a:path extrusionOk="0" fill="none" h="1" w="175549">
                  <a:moveTo>
                    <a:pt x="1" y="0"/>
                  </a:moveTo>
                  <a:lnTo>
                    <a:pt x="175549" y="0"/>
                  </a:lnTo>
                </a:path>
              </a:pathLst>
            </a:custGeom>
            <a:noFill/>
            <a:ln cap="flat" cmpd="sng" w="9525">
              <a:solidFill>
                <a:schemeClr val="accent4"/>
              </a:solidFill>
              <a:prstDash val="solid"/>
              <a:miter lim="1069"/>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64" name="Google Shape;1164;p76"/>
            <p:cNvSpPr/>
            <p:nvPr/>
          </p:nvSpPr>
          <p:spPr>
            <a:xfrm>
              <a:off x="4123850" y="3353425"/>
              <a:ext cx="4389300" cy="25"/>
            </a:xfrm>
            <a:custGeom>
              <a:rect b="b" l="l" r="r" t="t"/>
              <a:pathLst>
                <a:path extrusionOk="0" fill="none" h="1" w="175572">
                  <a:moveTo>
                    <a:pt x="1" y="0"/>
                  </a:moveTo>
                  <a:lnTo>
                    <a:pt x="175571" y="0"/>
                  </a:lnTo>
                </a:path>
              </a:pathLst>
            </a:custGeom>
            <a:noFill/>
            <a:ln cap="flat" cmpd="sng" w="9525">
              <a:solidFill>
                <a:schemeClr val="accent4"/>
              </a:solidFill>
              <a:prstDash val="solid"/>
              <a:miter lim="1069"/>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65" name="Google Shape;1165;p76"/>
            <p:cNvSpPr/>
            <p:nvPr/>
          </p:nvSpPr>
          <p:spPr>
            <a:xfrm>
              <a:off x="4123850" y="3194925"/>
              <a:ext cx="4389300" cy="25"/>
            </a:xfrm>
            <a:custGeom>
              <a:rect b="b" l="l" r="r" t="t"/>
              <a:pathLst>
                <a:path extrusionOk="0" fill="none" h="1" w="175572">
                  <a:moveTo>
                    <a:pt x="1" y="1"/>
                  </a:moveTo>
                  <a:lnTo>
                    <a:pt x="175571" y="1"/>
                  </a:lnTo>
                </a:path>
              </a:pathLst>
            </a:custGeom>
            <a:noFill/>
            <a:ln cap="flat" cmpd="sng" w="9525">
              <a:solidFill>
                <a:schemeClr val="accent4"/>
              </a:solidFill>
              <a:prstDash val="solid"/>
              <a:miter lim="1069"/>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66" name="Google Shape;1166;p76"/>
            <p:cNvSpPr/>
            <p:nvPr/>
          </p:nvSpPr>
          <p:spPr>
            <a:xfrm>
              <a:off x="4123850" y="3079875"/>
              <a:ext cx="4388725" cy="25"/>
            </a:xfrm>
            <a:custGeom>
              <a:rect b="b" l="l" r="r" t="t"/>
              <a:pathLst>
                <a:path extrusionOk="0" fill="none" h="1" w="175549">
                  <a:moveTo>
                    <a:pt x="1" y="1"/>
                  </a:moveTo>
                  <a:lnTo>
                    <a:pt x="175549" y="1"/>
                  </a:lnTo>
                </a:path>
              </a:pathLst>
            </a:custGeom>
            <a:noFill/>
            <a:ln cap="flat" cmpd="sng" w="9525">
              <a:solidFill>
                <a:schemeClr val="accent4"/>
              </a:solidFill>
              <a:prstDash val="solid"/>
              <a:miter lim="1069"/>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67" name="Google Shape;1167;p76"/>
            <p:cNvSpPr/>
            <p:nvPr/>
          </p:nvSpPr>
          <p:spPr>
            <a:xfrm>
              <a:off x="4123850" y="2976475"/>
              <a:ext cx="4389300" cy="25"/>
            </a:xfrm>
            <a:custGeom>
              <a:rect b="b" l="l" r="r" t="t"/>
              <a:pathLst>
                <a:path extrusionOk="0" fill="none" h="1" w="175572">
                  <a:moveTo>
                    <a:pt x="1" y="0"/>
                  </a:moveTo>
                  <a:lnTo>
                    <a:pt x="175571" y="0"/>
                  </a:lnTo>
                </a:path>
              </a:pathLst>
            </a:custGeom>
            <a:noFill/>
            <a:ln cap="flat" cmpd="sng" w="9525">
              <a:solidFill>
                <a:schemeClr val="accent4"/>
              </a:solidFill>
              <a:prstDash val="solid"/>
              <a:miter lim="1069"/>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68" name="Google Shape;1168;p76"/>
            <p:cNvSpPr/>
            <p:nvPr/>
          </p:nvSpPr>
          <p:spPr>
            <a:xfrm>
              <a:off x="4123850" y="2880100"/>
              <a:ext cx="4388725" cy="25"/>
            </a:xfrm>
            <a:custGeom>
              <a:rect b="b" l="l" r="r" t="t"/>
              <a:pathLst>
                <a:path extrusionOk="0" fill="none" h="1" w="175549">
                  <a:moveTo>
                    <a:pt x="1" y="0"/>
                  </a:moveTo>
                  <a:lnTo>
                    <a:pt x="175549" y="0"/>
                  </a:lnTo>
                </a:path>
              </a:pathLst>
            </a:custGeom>
            <a:noFill/>
            <a:ln cap="flat" cmpd="sng" w="9525">
              <a:solidFill>
                <a:schemeClr val="accent4"/>
              </a:solidFill>
              <a:prstDash val="solid"/>
              <a:miter lim="1069"/>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69" name="Google Shape;1169;p76"/>
            <p:cNvSpPr/>
            <p:nvPr/>
          </p:nvSpPr>
          <p:spPr>
            <a:xfrm>
              <a:off x="4123850" y="2769975"/>
              <a:ext cx="2194400" cy="979100"/>
            </a:xfrm>
            <a:custGeom>
              <a:rect b="b" l="l" r="r" t="t"/>
              <a:pathLst>
                <a:path extrusionOk="0" fill="none" h="39164" w="87776">
                  <a:moveTo>
                    <a:pt x="87776" y="1"/>
                  </a:moveTo>
                  <a:lnTo>
                    <a:pt x="1" y="39164"/>
                  </a:lnTo>
                </a:path>
              </a:pathLst>
            </a:custGeom>
            <a:noFill/>
            <a:ln cap="flat" cmpd="sng" w="9525">
              <a:solidFill>
                <a:schemeClr val="accent4"/>
              </a:solidFill>
              <a:prstDash val="solid"/>
              <a:miter lim="1069"/>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70" name="Google Shape;1170;p76"/>
            <p:cNvSpPr/>
            <p:nvPr/>
          </p:nvSpPr>
          <p:spPr>
            <a:xfrm>
              <a:off x="4123850" y="2769975"/>
              <a:ext cx="2194400" cy="662050"/>
            </a:xfrm>
            <a:custGeom>
              <a:rect b="b" l="l" r="r" t="t"/>
              <a:pathLst>
                <a:path extrusionOk="0" fill="none" h="26482" w="87776">
                  <a:moveTo>
                    <a:pt x="87776" y="1"/>
                  </a:moveTo>
                  <a:lnTo>
                    <a:pt x="1" y="26481"/>
                  </a:lnTo>
                </a:path>
              </a:pathLst>
            </a:custGeom>
            <a:noFill/>
            <a:ln cap="flat" cmpd="sng" w="9525">
              <a:solidFill>
                <a:schemeClr val="accent4"/>
              </a:solidFill>
              <a:prstDash val="solid"/>
              <a:miter lim="1069"/>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71" name="Google Shape;1171;p76"/>
            <p:cNvSpPr/>
            <p:nvPr/>
          </p:nvSpPr>
          <p:spPr>
            <a:xfrm>
              <a:off x="4123850" y="2769975"/>
              <a:ext cx="2194400" cy="407100"/>
            </a:xfrm>
            <a:custGeom>
              <a:rect b="b" l="l" r="r" t="t"/>
              <a:pathLst>
                <a:path extrusionOk="0" fill="none" h="16284" w="87776">
                  <a:moveTo>
                    <a:pt x="87776" y="1"/>
                  </a:moveTo>
                  <a:lnTo>
                    <a:pt x="1" y="16284"/>
                  </a:lnTo>
                </a:path>
              </a:pathLst>
            </a:custGeom>
            <a:noFill/>
            <a:ln cap="flat" cmpd="sng" w="9525">
              <a:solidFill>
                <a:schemeClr val="accent4"/>
              </a:solidFill>
              <a:prstDash val="solid"/>
              <a:miter lim="1069"/>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72" name="Google Shape;1172;p76"/>
            <p:cNvSpPr/>
            <p:nvPr/>
          </p:nvSpPr>
          <p:spPr>
            <a:xfrm>
              <a:off x="4123850" y="2769975"/>
              <a:ext cx="2194400" cy="206525"/>
            </a:xfrm>
            <a:custGeom>
              <a:rect b="b" l="l" r="r" t="t"/>
              <a:pathLst>
                <a:path extrusionOk="0" fill="none" h="8261" w="87776">
                  <a:moveTo>
                    <a:pt x="87776" y="1"/>
                  </a:moveTo>
                  <a:lnTo>
                    <a:pt x="1" y="8260"/>
                  </a:lnTo>
                </a:path>
              </a:pathLst>
            </a:custGeom>
            <a:noFill/>
            <a:ln cap="flat" cmpd="sng" w="9525">
              <a:solidFill>
                <a:schemeClr val="accent4"/>
              </a:solidFill>
              <a:prstDash val="solid"/>
              <a:miter lim="1069"/>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73" name="Google Shape;1173;p76"/>
            <p:cNvSpPr/>
            <p:nvPr/>
          </p:nvSpPr>
          <p:spPr>
            <a:xfrm>
              <a:off x="4123850" y="2769975"/>
              <a:ext cx="2194400" cy="25"/>
            </a:xfrm>
            <a:custGeom>
              <a:rect b="b" l="l" r="r" t="t"/>
              <a:pathLst>
                <a:path extrusionOk="0" fill="none" h="1" w="87776">
                  <a:moveTo>
                    <a:pt x="87776" y="1"/>
                  </a:moveTo>
                  <a:lnTo>
                    <a:pt x="1" y="1"/>
                  </a:lnTo>
                </a:path>
              </a:pathLst>
            </a:custGeom>
            <a:noFill/>
            <a:ln cap="flat" cmpd="sng" w="9525">
              <a:solidFill>
                <a:schemeClr val="accent4"/>
              </a:solidFill>
              <a:prstDash val="solid"/>
              <a:miter lim="1069"/>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74" name="Google Shape;1174;p76"/>
            <p:cNvSpPr/>
            <p:nvPr/>
          </p:nvSpPr>
          <p:spPr>
            <a:xfrm>
              <a:off x="6318700" y="2769975"/>
              <a:ext cx="2194450" cy="979100"/>
            </a:xfrm>
            <a:custGeom>
              <a:rect b="b" l="l" r="r" t="t"/>
              <a:pathLst>
                <a:path extrusionOk="0" fill="none" h="39164" w="87778">
                  <a:moveTo>
                    <a:pt x="1" y="1"/>
                  </a:moveTo>
                  <a:lnTo>
                    <a:pt x="87777" y="39164"/>
                  </a:lnTo>
                </a:path>
              </a:pathLst>
            </a:custGeom>
            <a:noFill/>
            <a:ln cap="flat" cmpd="sng" w="9525">
              <a:solidFill>
                <a:schemeClr val="accent4"/>
              </a:solidFill>
              <a:prstDash val="solid"/>
              <a:miter lim="1069"/>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75" name="Google Shape;1175;p76"/>
            <p:cNvSpPr/>
            <p:nvPr/>
          </p:nvSpPr>
          <p:spPr>
            <a:xfrm>
              <a:off x="6318700" y="2769975"/>
              <a:ext cx="2194450" cy="662050"/>
            </a:xfrm>
            <a:custGeom>
              <a:rect b="b" l="l" r="r" t="t"/>
              <a:pathLst>
                <a:path extrusionOk="0" fill="none" h="26482" w="87778">
                  <a:moveTo>
                    <a:pt x="1" y="1"/>
                  </a:moveTo>
                  <a:lnTo>
                    <a:pt x="87777" y="26481"/>
                  </a:lnTo>
                </a:path>
              </a:pathLst>
            </a:custGeom>
            <a:noFill/>
            <a:ln cap="flat" cmpd="sng" w="9525">
              <a:solidFill>
                <a:schemeClr val="accent4"/>
              </a:solidFill>
              <a:prstDash val="solid"/>
              <a:miter lim="1069"/>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76" name="Google Shape;1176;p76"/>
            <p:cNvSpPr/>
            <p:nvPr/>
          </p:nvSpPr>
          <p:spPr>
            <a:xfrm>
              <a:off x="6318700" y="2769975"/>
              <a:ext cx="2194450" cy="407100"/>
            </a:xfrm>
            <a:custGeom>
              <a:rect b="b" l="l" r="r" t="t"/>
              <a:pathLst>
                <a:path extrusionOk="0" fill="none" h="16284" w="87778">
                  <a:moveTo>
                    <a:pt x="1" y="1"/>
                  </a:moveTo>
                  <a:lnTo>
                    <a:pt x="87777" y="16284"/>
                  </a:lnTo>
                </a:path>
              </a:pathLst>
            </a:custGeom>
            <a:noFill/>
            <a:ln cap="flat" cmpd="sng" w="9525">
              <a:solidFill>
                <a:schemeClr val="accent4"/>
              </a:solidFill>
              <a:prstDash val="solid"/>
              <a:miter lim="1069"/>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77" name="Google Shape;1177;p76"/>
            <p:cNvSpPr/>
            <p:nvPr/>
          </p:nvSpPr>
          <p:spPr>
            <a:xfrm>
              <a:off x="6318700" y="2769975"/>
              <a:ext cx="2194450" cy="206525"/>
            </a:xfrm>
            <a:custGeom>
              <a:rect b="b" l="l" r="r" t="t"/>
              <a:pathLst>
                <a:path extrusionOk="0" fill="none" h="8261" w="87778">
                  <a:moveTo>
                    <a:pt x="1" y="1"/>
                  </a:moveTo>
                  <a:lnTo>
                    <a:pt x="87777" y="8260"/>
                  </a:lnTo>
                </a:path>
              </a:pathLst>
            </a:custGeom>
            <a:noFill/>
            <a:ln cap="flat" cmpd="sng" w="9525">
              <a:solidFill>
                <a:schemeClr val="accent4"/>
              </a:solidFill>
              <a:prstDash val="solid"/>
              <a:miter lim="1069"/>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78" name="Google Shape;1178;p76"/>
            <p:cNvSpPr/>
            <p:nvPr/>
          </p:nvSpPr>
          <p:spPr>
            <a:xfrm>
              <a:off x="6318700" y="2769975"/>
              <a:ext cx="2194450" cy="25"/>
            </a:xfrm>
            <a:custGeom>
              <a:rect b="b" l="l" r="r" t="t"/>
              <a:pathLst>
                <a:path extrusionOk="0" fill="none" h="1" w="87778">
                  <a:moveTo>
                    <a:pt x="1" y="1"/>
                  </a:moveTo>
                  <a:lnTo>
                    <a:pt x="87777" y="1"/>
                  </a:lnTo>
                </a:path>
              </a:pathLst>
            </a:custGeom>
            <a:noFill/>
            <a:ln cap="flat" cmpd="sng" w="9525">
              <a:solidFill>
                <a:schemeClr val="accent4"/>
              </a:solidFill>
              <a:prstDash val="solid"/>
              <a:miter lim="1069"/>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Tree>
  </p:cSld>
  <p:clrMapOvr>
    <a:masterClrMapping/>
  </p:clrMapOvr>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ackground 3">
  <p:cSld name="TITLE_ONLY_1">
    <p:spTree>
      <p:nvGrpSpPr>
        <p:cNvPr id="1179" name="Shape 1179"/>
        <p:cNvGrpSpPr/>
        <p:nvPr/>
      </p:nvGrpSpPr>
      <p:grpSpPr>
        <a:xfrm>
          <a:off x="0" y="0"/>
          <a:ext cx="0" cy="0"/>
          <a:chOff x="0" y="0"/>
          <a:chExt cx="0" cy="0"/>
        </a:xfrm>
      </p:grpSpPr>
      <p:pic>
        <p:nvPicPr>
          <p:cNvPr id="1180" name="Google Shape;1180;p77"/>
          <p:cNvPicPr preferRelativeResize="0"/>
          <p:nvPr/>
        </p:nvPicPr>
        <p:blipFill rotWithShape="1">
          <a:blip r:embed="rId2">
            <a:alphaModFix amt="14000"/>
          </a:blip>
          <a:srcRect b="0" l="0" r="0" t="0"/>
          <a:stretch/>
        </p:blipFill>
        <p:spPr>
          <a:xfrm>
            <a:off x="0" y="0"/>
            <a:ext cx="9144000" cy="5143500"/>
          </a:xfrm>
          <a:prstGeom prst="rect">
            <a:avLst/>
          </a:prstGeom>
          <a:noFill/>
          <a:ln>
            <a:noFill/>
          </a:ln>
        </p:spPr>
      </p:pic>
      <p:grpSp>
        <p:nvGrpSpPr>
          <p:cNvPr id="1181" name="Google Shape;1181;p77"/>
          <p:cNvGrpSpPr/>
          <p:nvPr/>
        </p:nvGrpSpPr>
        <p:grpSpPr>
          <a:xfrm>
            <a:off x="372025" y="321975"/>
            <a:ext cx="8400000" cy="4503300"/>
            <a:chOff x="372025" y="321975"/>
            <a:chExt cx="8400000" cy="4503300"/>
          </a:xfrm>
        </p:grpSpPr>
        <p:grpSp>
          <p:nvGrpSpPr>
            <p:cNvPr id="1182" name="Google Shape;1182;p77"/>
            <p:cNvGrpSpPr/>
            <p:nvPr/>
          </p:nvGrpSpPr>
          <p:grpSpPr>
            <a:xfrm>
              <a:off x="372025" y="321975"/>
              <a:ext cx="8400000" cy="4503300"/>
              <a:chOff x="372025" y="321975"/>
              <a:chExt cx="8400000" cy="4503300"/>
            </a:xfrm>
          </p:grpSpPr>
          <p:sp>
            <p:nvSpPr>
              <p:cNvPr id="1183" name="Google Shape;1183;p77"/>
              <p:cNvSpPr/>
              <p:nvPr/>
            </p:nvSpPr>
            <p:spPr>
              <a:xfrm>
                <a:off x="372375" y="324675"/>
                <a:ext cx="8394900" cy="4500600"/>
              </a:xfrm>
              <a:prstGeom prst="rect">
                <a:avLst/>
              </a:prstGeom>
              <a:solidFill>
                <a:srgbClr val="7C7C7C">
                  <a:alpha val="14117"/>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nvGrpSpPr>
              <p:cNvPr id="1184" name="Google Shape;1184;p77"/>
              <p:cNvGrpSpPr/>
              <p:nvPr/>
            </p:nvGrpSpPr>
            <p:grpSpPr>
              <a:xfrm>
                <a:off x="372025" y="321975"/>
                <a:ext cx="8400000" cy="4499700"/>
                <a:chOff x="372025" y="321975"/>
                <a:chExt cx="8400000" cy="4499700"/>
              </a:xfrm>
            </p:grpSpPr>
            <p:sp>
              <p:nvSpPr>
                <p:cNvPr id="1185" name="Google Shape;1185;p77"/>
                <p:cNvSpPr/>
                <p:nvPr/>
              </p:nvSpPr>
              <p:spPr>
                <a:xfrm>
                  <a:off x="372025" y="321975"/>
                  <a:ext cx="8400000" cy="44997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86" name="Google Shape;1186;p77"/>
                <p:cNvSpPr/>
                <p:nvPr/>
              </p:nvSpPr>
              <p:spPr>
                <a:xfrm>
                  <a:off x="372025" y="321975"/>
                  <a:ext cx="8400000" cy="2181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87" name="Google Shape;1187;p77"/>
                <p:cNvSpPr/>
                <p:nvPr/>
              </p:nvSpPr>
              <p:spPr>
                <a:xfrm>
                  <a:off x="486450" y="380900"/>
                  <a:ext cx="100200" cy="100200"/>
                </a:xfrm>
                <a:prstGeom prst="ellipse">
                  <a:avLst/>
                </a:pr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88" name="Google Shape;1188;p77"/>
                <p:cNvSpPr/>
                <p:nvPr/>
              </p:nvSpPr>
              <p:spPr>
                <a:xfrm>
                  <a:off x="669900" y="380900"/>
                  <a:ext cx="100200" cy="100200"/>
                </a:xfrm>
                <a:prstGeom prst="ellipse">
                  <a:avLst/>
                </a:pr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89" name="Google Shape;1189;p77"/>
                <p:cNvSpPr/>
                <p:nvPr/>
              </p:nvSpPr>
              <p:spPr>
                <a:xfrm>
                  <a:off x="853350" y="380900"/>
                  <a:ext cx="100200" cy="100200"/>
                </a:xfrm>
                <a:prstGeom prst="ellipse">
                  <a:avLst/>
                </a:pr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90" name="Google Shape;1190;p77"/>
                <p:cNvSpPr/>
                <p:nvPr/>
              </p:nvSpPr>
              <p:spPr>
                <a:xfrm>
                  <a:off x="8537750" y="380900"/>
                  <a:ext cx="100200" cy="1002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cxnSp>
              <p:nvCxnSpPr>
                <p:cNvPr id="1191" name="Google Shape;1191;p77"/>
                <p:cNvCxnSpPr/>
                <p:nvPr/>
              </p:nvCxnSpPr>
              <p:spPr>
                <a:xfrm>
                  <a:off x="7498375" y="431000"/>
                  <a:ext cx="1039500" cy="0"/>
                </a:xfrm>
                <a:prstGeom prst="straightConnector1">
                  <a:avLst/>
                </a:prstGeom>
                <a:noFill/>
                <a:ln cap="flat" cmpd="sng" w="9525">
                  <a:solidFill>
                    <a:schemeClr val="dk2"/>
                  </a:solidFill>
                  <a:prstDash val="solid"/>
                  <a:round/>
                  <a:headEnd len="sm" w="sm" type="none"/>
                  <a:tailEnd len="sm" w="sm" type="none"/>
                </a:ln>
              </p:spPr>
            </p:cxnSp>
          </p:grpSp>
        </p:grpSp>
        <p:cxnSp>
          <p:nvCxnSpPr>
            <p:cNvPr id="1192" name="Google Shape;1192;p77"/>
            <p:cNvCxnSpPr/>
            <p:nvPr/>
          </p:nvCxnSpPr>
          <p:spPr>
            <a:xfrm>
              <a:off x="372025" y="1104300"/>
              <a:ext cx="8400000" cy="0"/>
            </a:xfrm>
            <a:prstGeom prst="straightConnector1">
              <a:avLst/>
            </a:prstGeom>
            <a:noFill/>
            <a:ln cap="flat" cmpd="sng" w="9525">
              <a:solidFill>
                <a:schemeClr val="dk2"/>
              </a:solidFill>
              <a:prstDash val="solid"/>
              <a:round/>
              <a:headEnd len="sm" w="sm" type="none"/>
              <a:tailEnd len="sm" w="sm" type="none"/>
            </a:ln>
          </p:spPr>
        </p:cxnSp>
      </p:grpSp>
    </p:spTree>
  </p:cSld>
  <p:clrMapOvr>
    <a:masterClrMapping/>
  </p:clrMapOvr>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ackground 4">
  <p:cSld name="MAIN_POINT_1">
    <p:bg>
      <p:bgPr>
        <a:solidFill>
          <a:schemeClr val="accent2"/>
        </a:solidFill>
      </p:bgPr>
    </p:bg>
    <p:spTree>
      <p:nvGrpSpPr>
        <p:cNvPr id="1193" name="Shape 1193"/>
        <p:cNvGrpSpPr/>
        <p:nvPr/>
      </p:nvGrpSpPr>
      <p:grpSpPr>
        <a:xfrm>
          <a:off x="0" y="0"/>
          <a:ext cx="0" cy="0"/>
          <a:chOff x="0" y="0"/>
          <a:chExt cx="0" cy="0"/>
        </a:xfrm>
      </p:grpSpPr>
      <p:grpSp>
        <p:nvGrpSpPr>
          <p:cNvPr id="1194" name="Google Shape;1194;p78"/>
          <p:cNvGrpSpPr/>
          <p:nvPr/>
        </p:nvGrpSpPr>
        <p:grpSpPr>
          <a:xfrm rot="816243">
            <a:off x="7885012" y="585070"/>
            <a:ext cx="624221" cy="2019733"/>
            <a:chOff x="6505688" y="3123675"/>
            <a:chExt cx="624250" cy="2019825"/>
          </a:xfrm>
        </p:grpSpPr>
        <p:sp>
          <p:nvSpPr>
            <p:cNvPr id="1195" name="Google Shape;1195;p78"/>
            <p:cNvSpPr/>
            <p:nvPr/>
          </p:nvSpPr>
          <p:spPr>
            <a:xfrm>
              <a:off x="6666113" y="3575400"/>
              <a:ext cx="322850" cy="555300"/>
            </a:xfrm>
            <a:custGeom>
              <a:rect b="b" l="l" r="r" t="t"/>
              <a:pathLst>
                <a:path extrusionOk="0" h="22212" w="12914">
                  <a:moveTo>
                    <a:pt x="6599" y="1"/>
                  </a:moveTo>
                  <a:cubicBezTo>
                    <a:pt x="6584" y="1"/>
                    <a:pt x="6568" y="1"/>
                    <a:pt x="6552" y="1"/>
                  </a:cubicBezTo>
                  <a:lnTo>
                    <a:pt x="6198" y="4"/>
                  </a:lnTo>
                  <a:cubicBezTo>
                    <a:pt x="2777" y="30"/>
                    <a:pt x="1" y="2848"/>
                    <a:pt x="25" y="6268"/>
                  </a:cubicBezTo>
                  <a:lnTo>
                    <a:pt x="99" y="16039"/>
                  </a:lnTo>
                  <a:cubicBezTo>
                    <a:pt x="123" y="19443"/>
                    <a:pt x="2916" y="22211"/>
                    <a:pt x="6315" y="22211"/>
                  </a:cubicBezTo>
                  <a:cubicBezTo>
                    <a:pt x="6331" y="22211"/>
                    <a:pt x="6346" y="22211"/>
                    <a:pt x="6362" y="22211"/>
                  </a:cubicBezTo>
                  <a:lnTo>
                    <a:pt x="6717" y="22210"/>
                  </a:lnTo>
                  <a:cubicBezTo>
                    <a:pt x="10137" y="22183"/>
                    <a:pt x="12914" y="19364"/>
                    <a:pt x="12891" y="15944"/>
                  </a:cubicBezTo>
                  <a:lnTo>
                    <a:pt x="12818" y="6174"/>
                  </a:lnTo>
                  <a:cubicBezTo>
                    <a:pt x="12791" y="2769"/>
                    <a:pt x="9999" y="1"/>
                    <a:pt x="6599" y="1"/>
                  </a:cubicBezTo>
                  <a:close/>
                </a:path>
              </a:pathLst>
            </a:custGeom>
            <a:solidFill>
              <a:schemeClr val="accent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96" name="Google Shape;1196;p78"/>
            <p:cNvSpPr/>
            <p:nvPr/>
          </p:nvSpPr>
          <p:spPr>
            <a:xfrm>
              <a:off x="6668613" y="3230325"/>
              <a:ext cx="58900" cy="480150"/>
            </a:xfrm>
            <a:custGeom>
              <a:rect b="b" l="l" r="r" t="t"/>
              <a:pathLst>
                <a:path extrusionOk="0" h="19206" w="2356">
                  <a:moveTo>
                    <a:pt x="1118" y="1"/>
                  </a:moveTo>
                  <a:cubicBezTo>
                    <a:pt x="1115" y="1"/>
                    <a:pt x="1111" y="1"/>
                    <a:pt x="1108" y="1"/>
                  </a:cubicBezTo>
                  <a:cubicBezTo>
                    <a:pt x="497" y="7"/>
                    <a:pt x="1" y="509"/>
                    <a:pt x="6" y="1118"/>
                  </a:cubicBezTo>
                  <a:lnTo>
                    <a:pt x="132" y="18104"/>
                  </a:lnTo>
                  <a:cubicBezTo>
                    <a:pt x="138" y="18710"/>
                    <a:pt x="634" y="19206"/>
                    <a:pt x="1241" y="19206"/>
                  </a:cubicBezTo>
                  <a:cubicBezTo>
                    <a:pt x="1244" y="19206"/>
                    <a:pt x="1247" y="19206"/>
                    <a:pt x="1251" y="19206"/>
                  </a:cubicBezTo>
                  <a:cubicBezTo>
                    <a:pt x="1860" y="19200"/>
                    <a:pt x="2355" y="18698"/>
                    <a:pt x="2352" y="18088"/>
                  </a:cubicBezTo>
                  <a:lnTo>
                    <a:pt x="2225" y="1102"/>
                  </a:lnTo>
                  <a:cubicBezTo>
                    <a:pt x="2219" y="496"/>
                    <a:pt x="1723" y="1"/>
                    <a:pt x="1118" y="1"/>
                  </a:cubicBezTo>
                  <a:close/>
                </a:path>
              </a:pathLst>
            </a:custGeom>
            <a:solidFill>
              <a:schemeClr val="accent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97" name="Google Shape;1197;p78"/>
            <p:cNvSpPr/>
            <p:nvPr/>
          </p:nvSpPr>
          <p:spPr>
            <a:xfrm>
              <a:off x="6845513" y="3147925"/>
              <a:ext cx="58875" cy="480150"/>
            </a:xfrm>
            <a:custGeom>
              <a:rect b="b" l="l" r="r" t="t"/>
              <a:pathLst>
                <a:path extrusionOk="0" h="19206" w="2355">
                  <a:moveTo>
                    <a:pt x="1115" y="1"/>
                  </a:moveTo>
                  <a:cubicBezTo>
                    <a:pt x="1112" y="1"/>
                    <a:pt x="1110" y="1"/>
                    <a:pt x="1107" y="1"/>
                  </a:cubicBezTo>
                  <a:cubicBezTo>
                    <a:pt x="498" y="7"/>
                    <a:pt x="0" y="509"/>
                    <a:pt x="6" y="1120"/>
                  </a:cubicBezTo>
                  <a:lnTo>
                    <a:pt x="133" y="18104"/>
                  </a:lnTo>
                  <a:cubicBezTo>
                    <a:pt x="137" y="18712"/>
                    <a:pt x="635" y="19206"/>
                    <a:pt x="1240" y="19206"/>
                  </a:cubicBezTo>
                  <a:cubicBezTo>
                    <a:pt x="1243" y="19206"/>
                    <a:pt x="1247" y="19206"/>
                    <a:pt x="1250" y="19206"/>
                  </a:cubicBezTo>
                  <a:cubicBezTo>
                    <a:pt x="1860" y="19201"/>
                    <a:pt x="2355" y="18698"/>
                    <a:pt x="2352" y="18088"/>
                  </a:cubicBezTo>
                  <a:lnTo>
                    <a:pt x="2224" y="1102"/>
                  </a:lnTo>
                  <a:cubicBezTo>
                    <a:pt x="2219" y="496"/>
                    <a:pt x="1721" y="1"/>
                    <a:pt x="1115" y="1"/>
                  </a:cubicBezTo>
                  <a:close/>
                </a:path>
              </a:pathLst>
            </a:custGeom>
            <a:solidFill>
              <a:schemeClr val="accent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98" name="Google Shape;1198;p78"/>
            <p:cNvSpPr/>
            <p:nvPr/>
          </p:nvSpPr>
          <p:spPr>
            <a:xfrm>
              <a:off x="6929863" y="3303225"/>
              <a:ext cx="58925" cy="480125"/>
            </a:xfrm>
            <a:custGeom>
              <a:rect b="b" l="l" r="r" t="t"/>
              <a:pathLst>
                <a:path extrusionOk="0" h="19205" w="2357">
                  <a:moveTo>
                    <a:pt x="1116" y="0"/>
                  </a:moveTo>
                  <a:cubicBezTo>
                    <a:pt x="1113" y="0"/>
                    <a:pt x="1110" y="0"/>
                    <a:pt x="1108" y="0"/>
                  </a:cubicBezTo>
                  <a:cubicBezTo>
                    <a:pt x="497" y="5"/>
                    <a:pt x="1" y="508"/>
                    <a:pt x="6" y="1117"/>
                  </a:cubicBezTo>
                  <a:lnTo>
                    <a:pt x="132" y="18103"/>
                  </a:lnTo>
                  <a:cubicBezTo>
                    <a:pt x="138" y="18711"/>
                    <a:pt x="637" y="19205"/>
                    <a:pt x="1246" y="19205"/>
                  </a:cubicBezTo>
                  <a:cubicBezTo>
                    <a:pt x="1247" y="19205"/>
                    <a:pt x="1249" y="19205"/>
                    <a:pt x="1251" y="19205"/>
                  </a:cubicBezTo>
                  <a:cubicBezTo>
                    <a:pt x="1860" y="19199"/>
                    <a:pt x="2357" y="18697"/>
                    <a:pt x="2352" y="18086"/>
                  </a:cubicBezTo>
                  <a:lnTo>
                    <a:pt x="2225" y="1102"/>
                  </a:lnTo>
                  <a:cubicBezTo>
                    <a:pt x="2219" y="494"/>
                    <a:pt x="1722" y="0"/>
                    <a:pt x="1116" y="0"/>
                  </a:cubicBezTo>
                  <a:close/>
                </a:path>
              </a:pathLst>
            </a:custGeom>
            <a:solidFill>
              <a:schemeClr val="accent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99" name="Google Shape;1199;p78"/>
            <p:cNvSpPr/>
            <p:nvPr/>
          </p:nvSpPr>
          <p:spPr>
            <a:xfrm>
              <a:off x="6756588" y="3123675"/>
              <a:ext cx="58900" cy="480150"/>
            </a:xfrm>
            <a:custGeom>
              <a:rect b="b" l="l" r="r" t="t"/>
              <a:pathLst>
                <a:path extrusionOk="0" h="19206" w="2356">
                  <a:moveTo>
                    <a:pt x="1118" y="1"/>
                  </a:moveTo>
                  <a:cubicBezTo>
                    <a:pt x="1115" y="1"/>
                    <a:pt x="1111" y="1"/>
                    <a:pt x="1108" y="1"/>
                  </a:cubicBezTo>
                  <a:cubicBezTo>
                    <a:pt x="497" y="5"/>
                    <a:pt x="1" y="509"/>
                    <a:pt x="6" y="1118"/>
                  </a:cubicBezTo>
                  <a:lnTo>
                    <a:pt x="132" y="18104"/>
                  </a:lnTo>
                  <a:cubicBezTo>
                    <a:pt x="138" y="18711"/>
                    <a:pt x="636" y="19206"/>
                    <a:pt x="1243" y="19206"/>
                  </a:cubicBezTo>
                  <a:cubicBezTo>
                    <a:pt x="1246" y="19206"/>
                    <a:pt x="1248" y="19206"/>
                    <a:pt x="1251" y="19206"/>
                  </a:cubicBezTo>
                  <a:cubicBezTo>
                    <a:pt x="1860" y="19200"/>
                    <a:pt x="2355" y="18698"/>
                    <a:pt x="2353" y="18087"/>
                  </a:cubicBezTo>
                  <a:lnTo>
                    <a:pt x="2225" y="1103"/>
                  </a:lnTo>
                  <a:cubicBezTo>
                    <a:pt x="2220" y="495"/>
                    <a:pt x="1723" y="1"/>
                    <a:pt x="1118" y="1"/>
                  </a:cubicBezTo>
                  <a:close/>
                </a:path>
              </a:pathLst>
            </a:custGeom>
            <a:solidFill>
              <a:schemeClr val="accent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00" name="Google Shape;1200;p78"/>
            <p:cNvSpPr/>
            <p:nvPr/>
          </p:nvSpPr>
          <p:spPr>
            <a:xfrm>
              <a:off x="6906838" y="3509750"/>
              <a:ext cx="223100" cy="595575"/>
            </a:xfrm>
            <a:custGeom>
              <a:rect b="b" l="l" r="r" t="t"/>
              <a:pathLst>
                <a:path extrusionOk="0" h="23823" w="8924">
                  <a:moveTo>
                    <a:pt x="8924" y="1"/>
                  </a:moveTo>
                  <a:lnTo>
                    <a:pt x="8924" y="1"/>
                  </a:lnTo>
                  <a:cubicBezTo>
                    <a:pt x="5941" y="1061"/>
                    <a:pt x="6087" y="4840"/>
                    <a:pt x="5299" y="7607"/>
                  </a:cubicBezTo>
                  <a:cubicBezTo>
                    <a:pt x="4845" y="9202"/>
                    <a:pt x="3410" y="13717"/>
                    <a:pt x="1715" y="13717"/>
                  </a:cubicBezTo>
                  <a:cubicBezTo>
                    <a:pt x="1221" y="13717"/>
                    <a:pt x="705" y="13334"/>
                    <a:pt x="185" y="12385"/>
                  </a:cubicBezTo>
                  <a:lnTo>
                    <a:pt x="0" y="23823"/>
                  </a:lnTo>
                  <a:cubicBezTo>
                    <a:pt x="3803" y="23505"/>
                    <a:pt x="5195" y="17626"/>
                    <a:pt x="5886" y="14373"/>
                  </a:cubicBezTo>
                  <a:cubicBezTo>
                    <a:pt x="6887" y="9654"/>
                    <a:pt x="8206" y="4819"/>
                    <a:pt x="8924" y="1"/>
                  </a:cubicBezTo>
                  <a:close/>
                </a:path>
              </a:pathLst>
            </a:custGeom>
            <a:solidFill>
              <a:schemeClr val="accent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01" name="Google Shape;1201;p78"/>
            <p:cNvSpPr/>
            <p:nvPr/>
          </p:nvSpPr>
          <p:spPr>
            <a:xfrm>
              <a:off x="6747688" y="3669775"/>
              <a:ext cx="185600" cy="234225"/>
            </a:xfrm>
            <a:custGeom>
              <a:rect b="b" l="l" r="r" t="t"/>
              <a:pathLst>
                <a:path extrusionOk="0" h="9369" w="7424">
                  <a:moveTo>
                    <a:pt x="3954" y="0"/>
                  </a:moveTo>
                  <a:cubicBezTo>
                    <a:pt x="2326" y="0"/>
                    <a:pt x="553" y="680"/>
                    <a:pt x="1" y="1987"/>
                  </a:cubicBezTo>
                  <a:lnTo>
                    <a:pt x="5" y="2486"/>
                  </a:lnTo>
                  <a:cubicBezTo>
                    <a:pt x="2248" y="4264"/>
                    <a:pt x="3089" y="6633"/>
                    <a:pt x="3547" y="9368"/>
                  </a:cubicBezTo>
                  <a:cubicBezTo>
                    <a:pt x="3369" y="6946"/>
                    <a:pt x="4597" y="3596"/>
                    <a:pt x="6951" y="2642"/>
                  </a:cubicBezTo>
                  <a:cubicBezTo>
                    <a:pt x="7423" y="856"/>
                    <a:pt x="5781" y="0"/>
                    <a:pt x="3954" y="0"/>
                  </a:cubicBezTo>
                  <a:close/>
                </a:path>
              </a:pathLst>
            </a:custGeom>
            <a:solidFill>
              <a:schemeClr val="accent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02" name="Google Shape;1202;p78"/>
            <p:cNvSpPr/>
            <p:nvPr/>
          </p:nvSpPr>
          <p:spPr>
            <a:xfrm>
              <a:off x="6505688" y="4325575"/>
              <a:ext cx="268950" cy="748475"/>
            </a:xfrm>
            <a:custGeom>
              <a:rect b="b" l="l" r="r" t="t"/>
              <a:pathLst>
                <a:path extrusionOk="0" h="29939" w="10758">
                  <a:moveTo>
                    <a:pt x="9635" y="1"/>
                  </a:moveTo>
                  <a:cubicBezTo>
                    <a:pt x="8785" y="1045"/>
                    <a:pt x="7633" y="1937"/>
                    <a:pt x="6784" y="2853"/>
                  </a:cubicBezTo>
                  <a:cubicBezTo>
                    <a:pt x="303" y="9833"/>
                    <a:pt x="0" y="19384"/>
                    <a:pt x="1838" y="28238"/>
                  </a:cubicBezTo>
                  <a:cubicBezTo>
                    <a:pt x="2043" y="29228"/>
                    <a:pt x="2918" y="29938"/>
                    <a:pt x="3928" y="29938"/>
                  </a:cubicBezTo>
                  <a:lnTo>
                    <a:pt x="8483" y="29938"/>
                  </a:lnTo>
                  <a:cubicBezTo>
                    <a:pt x="9656" y="29938"/>
                    <a:pt x="10609" y="28991"/>
                    <a:pt x="10615" y="27818"/>
                  </a:cubicBezTo>
                  <a:cubicBezTo>
                    <a:pt x="10643" y="22553"/>
                    <a:pt x="10718" y="8790"/>
                    <a:pt x="10758" y="1597"/>
                  </a:cubicBezTo>
                  <a:cubicBezTo>
                    <a:pt x="10346" y="1096"/>
                    <a:pt x="9971" y="564"/>
                    <a:pt x="9635" y="1"/>
                  </a:cubicBez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03" name="Google Shape;1203;p78"/>
            <p:cNvSpPr/>
            <p:nvPr/>
          </p:nvSpPr>
          <p:spPr>
            <a:xfrm>
              <a:off x="6515438" y="4366125"/>
              <a:ext cx="219375" cy="610225"/>
            </a:xfrm>
            <a:custGeom>
              <a:rect b="b" l="l" r="r" t="t"/>
              <a:pathLst>
                <a:path extrusionOk="0" h="24409" w="8775">
                  <a:moveTo>
                    <a:pt x="7857" y="1"/>
                  </a:moveTo>
                  <a:cubicBezTo>
                    <a:pt x="7163" y="852"/>
                    <a:pt x="6226" y="1579"/>
                    <a:pt x="5533" y="2325"/>
                  </a:cubicBezTo>
                  <a:cubicBezTo>
                    <a:pt x="248" y="8016"/>
                    <a:pt x="1" y="15804"/>
                    <a:pt x="1500" y="23024"/>
                  </a:cubicBezTo>
                  <a:cubicBezTo>
                    <a:pt x="1667" y="23829"/>
                    <a:pt x="2380" y="24408"/>
                    <a:pt x="3204" y="24408"/>
                  </a:cubicBezTo>
                  <a:lnTo>
                    <a:pt x="6917" y="24408"/>
                  </a:lnTo>
                  <a:cubicBezTo>
                    <a:pt x="7874" y="24408"/>
                    <a:pt x="8651" y="23637"/>
                    <a:pt x="8655" y="22682"/>
                  </a:cubicBezTo>
                  <a:cubicBezTo>
                    <a:pt x="8680" y="18387"/>
                    <a:pt x="8741" y="7165"/>
                    <a:pt x="8774" y="1300"/>
                  </a:cubicBezTo>
                  <a:cubicBezTo>
                    <a:pt x="8438" y="892"/>
                    <a:pt x="8130" y="460"/>
                    <a:pt x="7857" y="1"/>
                  </a:cubicBez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04" name="Google Shape;1204;p78"/>
            <p:cNvSpPr/>
            <p:nvPr/>
          </p:nvSpPr>
          <p:spPr>
            <a:xfrm>
              <a:off x="6892288" y="4372700"/>
              <a:ext cx="219950" cy="580550"/>
            </a:xfrm>
            <a:custGeom>
              <a:rect b="b" l="l" r="r" t="t"/>
              <a:pathLst>
                <a:path extrusionOk="0" h="23222" w="8798">
                  <a:moveTo>
                    <a:pt x="1250" y="1"/>
                  </a:moveTo>
                  <a:cubicBezTo>
                    <a:pt x="1222" y="1"/>
                    <a:pt x="1195" y="2"/>
                    <a:pt x="1167" y="4"/>
                  </a:cubicBezTo>
                  <a:cubicBezTo>
                    <a:pt x="431" y="57"/>
                    <a:pt x="336" y="311"/>
                    <a:pt x="183" y="2360"/>
                  </a:cubicBezTo>
                  <a:cubicBezTo>
                    <a:pt x="0" y="4799"/>
                    <a:pt x="137" y="8723"/>
                    <a:pt x="183" y="11156"/>
                  </a:cubicBezTo>
                  <a:cubicBezTo>
                    <a:pt x="255" y="14911"/>
                    <a:pt x="315" y="17737"/>
                    <a:pt x="333" y="21493"/>
                  </a:cubicBezTo>
                  <a:cubicBezTo>
                    <a:pt x="339" y="22450"/>
                    <a:pt x="1116" y="23221"/>
                    <a:pt x="2072" y="23221"/>
                  </a:cubicBezTo>
                  <a:lnTo>
                    <a:pt x="5787" y="23221"/>
                  </a:lnTo>
                  <a:cubicBezTo>
                    <a:pt x="6611" y="23221"/>
                    <a:pt x="7322" y="22643"/>
                    <a:pt x="7490" y="21835"/>
                  </a:cubicBezTo>
                  <a:cubicBezTo>
                    <a:pt x="8558" y="16691"/>
                    <a:pt x="8798" y="11079"/>
                    <a:pt x="6699" y="6151"/>
                  </a:cubicBezTo>
                  <a:cubicBezTo>
                    <a:pt x="5948" y="4385"/>
                    <a:pt x="3078" y="1"/>
                    <a:pt x="1250" y="1"/>
                  </a:cubicBez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05" name="Google Shape;1205;p78"/>
            <p:cNvSpPr/>
            <p:nvPr/>
          </p:nvSpPr>
          <p:spPr>
            <a:xfrm>
              <a:off x="6988163" y="4495250"/>
              <a:ext cx="124200" cy="393575"/>
            </a:xfrm>
            <a:custGeom>
              <a:rect b="b" l="l" r="r" t="t"/>
              <a:pathLst>
                <a:path extrusionOk="0" h="15743" w="4968">
                  <a:moveTo>
                    <a:pt x="707" y="1"/>
                  </a:moveTo>
                  <a:cubicBezTo>
                    <a:pt x="691" y="1"/>
                    <a:pt x="675" y="1"/>
                    <a:pt x="660" y="3"/>
                  </a:cubicBezTo>
                  <a:cubicBezTo>
                    <a:pt x="244" y="41"/>
                    <a:pt x="192" y="213"/>
                    <a:pt x="103" y="1601"/>
                  </a:cubicBezTo>
                  <a:cubicBezTo>
                    <a:pt x="0" y="3254"/>
                    <a:pt x="78" y="5914"/>
                    <a:pt x="103" y="7563"/>
                  </a:cubicBezTo>
                  <a:cubicBezTo>
                    <a:pt x="145" y="10109"/>
                    <a:pt x="179" y="12025"/>
                    <a:pt x="189" y="14571"/>
                  </a:cubicBezTo>
                  <a:cubicBezTo>
                    <a:pt x="194" y="15221"/>
                    <a:pt x="631" y="15743"/>
                    <a:pt x="1172" y="15743"/>
                  </a:cubicBezTo>
                  <a:lnTo>
                    <a:pt x="3268" y="15743"/>
                  </a:lnTo>
                  <a:cubicBezTo>
                    <a:pt x="3733" y="15743"/>
                    <a:pt x="4135" y="15351"/>
                    <a:pt x="4229" y="14804"/>
                  </a:cubicBezTo>
                  <a:cubicBezTo>
                    <a:pt x="4834" y="11315"/>
                    <a:pt x="4967" y="7512"/>
                    <a:pt x="3784" y="4171"/>
                  </a:cubicBezTo>
                  <a:cubicBezTo>
                    <a:pt x="3360" y="2974"/>
                    <a:pt x="1739" y="1"/>
                    <a:pt x="707" y="1"/>
                  </a:cubicBez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06" name="Google Shape;1206;p78"/>
            <p:cNvSpPr/>
            <p:nvPr/>
          </p:nvSpPr>
          <p:spPr>
            <a:xfrm>
              <a:off x="6814788" y="4120300"/>
              <a:ext cx="20750" cy="883125"/>
            </a:xfrm>
            <a:custGeom>
              <a:rect b="b" l="l" r="r" t="t"/>
              <a:pathLst>
                <a:path extrusionOk="0" h="35325" w="830">
                  <a:moveTo>
                    <a:pt x="415" y="0"/>
                  </a:moveTo>
                  <a:cubicBezTo>
                    <a:pt x="186" y="0"/>
                    <a:pt x="0" y="186"/>
                    <a:pt x="0" y="415"/>
                  </a:cubicBezTo>
                  <a:lnTo>
                    <a:pt x="0" y="34908"/>
                  </a:lnTo>
                  <a:cubicBezTo>
                    <a:pt x="0" y="35138"/>
                    <a:pt x="186" y="35324"/>
                    <a:pt x="415" y="35324"/>
                  </a:cubicBezTo>
                  <a:cubicBezTo>
                    <a:pt x="644" y="35324"/>
                    <a:pt x="830" y="35138"/>
                    <a:pt x="830" y="34908"/>
                  </a:cubicBezTo>
                  <a:lnTo>
                    <a:pt x="830" y="415"/>
                  </a:lnTo>
                  <a:cubicBezTo>
                    <a:pt x="830" y="186"/>
                    <a:pt x="644" y="0"/>
                    <a:pt x="415" y="0"/>
                  </a:cubicBezTo>
                  <a:close/>
                </a:path>
              </a:pathLst>
            </a:cu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07" name="Google Shape;1207;p78"/>
            <p:cNvSpPr/>
            <p:nvPr/>
          </p:nvSpPr>
          <p:spPr>
            <a:xfrm>
              <a:off x="6740563" y="4975650"/>
              <a:ext cx="167875" cy="167850"/>
            </a:xfrm>
            <a:custGeom>
              <a:rect b="b" l="l" r="r" t="t"/>
              <a:pathLst>
                <a:path extrusionOk="0" h="6714" w="6715">
                  <a:moveTo>
                    <a:pt x="3358" y="0"/>
                  </a:moveTo>
                  <a:cubicBezTo>
                    <a:pt x="1513" y="0"/>
                    <a:pt x="1" y="1512"/>
                    <a:pt x="1" y="3358"/>
                  </a:cubicBezTo>
                  <a:cubicBezTo>
                    <a:pt x="1" y="5203"/>
                    <a:pt x="1513" y="6714"/>
                    <a:pt x="3358" y="6714"/>
                  </a:cubicBezTo>
                  <a:cubicBezTo>
                    <a:pt x="5204" y="6714"/>
                    <a:pt x="6714" y="5203"/>
                    <a:pt x="6714" y="3358"/>
                  </a:cubicBezTo>
                  <a:cubicBezTo>
                    <a:pt x="6714" y="1512"/>
                    <a:pt x="5204" y="0"/>
                    <a:pt x="3358" y="0"/>
                  </a:cubicBezTo>
                  <a:close/>
                </a:path>
              </a:pathLst>
            </a:cu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08" name="Google Shape;1208;p78"/>
            <p:cNvSpPr/>
            <p:nvPr/>
          </p:nvSpPr>
          <p:spPr>
            <a:xfrm>
              <a:off x="6520438" y="4328650"/>
              <a:ext cx="231925" cy="450350"/>
            </a:xfrm>
            <a:custGeom>
              <a:rect b="b" l="l" r="r" t="t"/>
              <a:pathLst>
                <a:path extrusionOk="0" h="18014" w="9277">
                  <a:moveTo>
                    <a:pt x="8807" y="1"/>
                  </a:moveTo>
                  <a:cubicBezTo>
                    <a:pt x="8683" y="1"/>
                    <a:pt x="8561" y="57"/>
                    <a:pt x="8480" y="164"/>
                  </a:cubicBezTo>
                  <a:cubicBezTo>
                    <a:pt x="7724" y="1151"/>
                    <a:pt x="7444" y="3660"/>
                    <a:pt x="7118" y="6567"/>
                  </a:cubicBezTo>
                  <a:cubicBezTo>
                    <a:pt x="6649" y="10770"/>
                    <a:pt x="6064" y="15998"/>
                    <a:pt x="3876" y="17009"/>
                  </a:cubicBezTo>
                  <a:cubicBezTo>
                    <a:pt x="3629" y="17124"/>
                    <a:pt x="3358" y="17181"/>
                    <a:pt x="3066" y="17181"/>
                  </a:cubicBezTo>
                  <a:cubicBezTo>
                    <a:pt x="2392" y="17181"/>
                    <a:pt x="1601" y="16878"/>
                    <a:pt x="705" y="16274"/>
                  </a:cubicBezTo>
                  <a:cubicBezTo>
                    <a:pt x="634" y="16226"/>
                    <a:pt x="553" y="16204"/>
                    <a:pt x="474" y="16204"/>
                  </a:cubicBezTo>
                  <a:cubicBezTo>
                    <a:pt x="340" y="16204"/>
                    <a:pt x="208" y="16269"/>
                    <a:pt x="128" y="16387"/>
                  </a:cubicBezTo>
                  <a:cubicBezTo>
                    <a:pt x="1" y="16579"/>
                    <a:pt x="51" y="16836"/>
                    <a:pt x="241" y="16964"/>
                  </a:cubicBezTo>
                  <a:cubicBezTo>
                    <a:pt x="1278" y="17662"/>
                    <a:pt x="2224" y="18014"/>
                    <a:pt x="3067" y="18014"/>
                  </a:cubicBezTo>
                  <a:cubicBezTo>
                    <a:pt x="3477" y="18014"/>
                    <a:pt x="3863" y="17929"/>
                    <a:pt x="4225" y="17762"/>
                  </a:cubicBezTo>
                  <a:cubicBezTo>
                    <a:pt x="6836" y="16553"/>
                    <a:pt x="7424" y="11299"/>
                    <a:pt x="7943" y="6660"/>
                  </a:cubicBezTo>
                  <a:cubicBezTo>
                    <a:pt x="8241" y="3992"/>
                    <a:pt x="8523" y="1473"/>
                    <a:pt x="9138" y="667"/>
                  </a:cubicBezTo>
                  <a:cubicBezTo>
                    <a:pt x="9277" y="486"/>
                    <a:pt x="9242" y="227"/>
                    <a:pt x="9060" y="86"/>
                  </a:cubicBezTo>
                  <a:cubicBezTo>
                    <a:pt x="8985" y="29"/>
                    <a:pt x="8895" y="1"/>
                    <a:pt x="8807" y="1"/>
                  </a:cubicBezTo>
                  <a:close/>
                </a:path>
              </a:pathLst>
            </a:cu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09" name="Google Shape;1209;p78"/>
            <p:cNvSpPr/>
            <p:nvPr/>
          </p:nvSpPr>
          <p:spPr>
            <a:xfrm>
              <a:off x="6601713" y="4721000"/>
              <a:ext cx="57850" cy="57900"/>
            </a:xfrm>
            <a:custGeom>
              <a:rect b="b" l="l" r="r" t="t"/>
              <a:pathLst>
                <a:path extrusionOk="0" h="2316" w="2314">
                  <a:moveTo>
                    <a:pt x="1156" y="1"/>
                  </a:moveTo>
                  <a:cubicBezTo>
                    <a:pt x="519" y="1"/>
                    <a:pt x="0" y="522"/>
                    <a:pt x="0" y="1158"/>
                  </a:cubicBezTo>
                  <a:cubicBezTo>
                    <a:pt x="0" y="1795"/>
                    <a:pt x="519" y="2315"/>
                    <a:pt x="1156" y="2315"/>
                  </a:cubicBezTo>
                  <a:cubicBezTo>
                    <a:pt x="1793" y="2315"/>
                    <a:pt x="2313" y="1793"/>
                    <a:pt x="2313" y="1158"/>
                  </a:cubicBezTo>
                  <a:cubicBezTo>
                    <a:pt x="2313" y="522"/>
                    <a:pt x="1793" y="1"/>
                    <a:pt x="1156" y="1"/>
                  </a:cubicBezTo>
                  <a:close/>
                </a:path>
              </a:pathLst>
            </a:cu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10" name="Google Shape;1210;p78"/>
            <p:cNvSpPr/>
            <p:nvPr/>
          </p:nvSpPr>
          <p:spPr>
            <a:xfrm>
              <a:off x="6676913" y="4483725"/>
              <a:ext cx="57900" cy="57875"/>
            </a:xfrm>
            <a:custGeom>
              <a:rect b="b" l="l" r="r" t="t"/>
              <a:pathLst>
                <a:path extrusionOk="0" h="2315" w="2316">
                  <a:moveTo>
                    <a:pt x="1158" y="0"/>
                  </a:moveTo>
                  <a:cubicBezTo>
                    <a:pt x="521" y="0"/>
                    <a:pt x="1" y="521"/>
                    <a:pt x="1" y="1158"/>
                  </a:cubicBezTo>
                  <a:cubicBezTo>
                    <a:pt x="1" y="1794"/>
                    <a:pt x="521" y="2315"/>
                    <a:pt x="1158" y="2315"/>
                  </a:cubicBezTo>
                  <a:cubicBezTo>
                    <a:pt x="1794" y="2315"/>
                    <a:pt x="2315" y="1794"/>
                    <a:pt x="2315" y="1158"/>
                  </a:cubicBezTo>
                  <a:cubicBezTo>
                    <a:pt x="2315" y="521"/>
                    <a:pt x="1794" y="0"/>
                    <a:pt x="1158" y="0"/>
                  </a:cubicBezTo>
                  <a:close/>
                </a:path>
              </a:pathLst>
            </a:cu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11" name="Google Shape;1211;p78"/>
            <p:cNvSpPr/>
            <p:nvPr/>
          </p:nvSpPr>
          <p:spPr>
            <a:xfrm>
              <a:off x="6695088" y="4091975"/>
              <a:ext cx="316850" cy="737175"/>
            </a:xfrm>
            <a:custGeom>
              <a:rect b="b" l="l" r="r" t="t"/>
              <a:pathLst>
                <a:path extrusionOk="0" h="29487" w="12674">
                  <a:moveTo>
                    <a:pt x="5525" y="1"/>
                  </a:moveTo>
                  <a:cubicBezTo>
                    <a:pt x="5467" y="1"/>
                    <a:pt x="5408" y="9"/>
                    <a:pt x="5349" y="26"/>
                  </a:cubicBezTo>
                  <a:cubicBezTo>
                    <a:pt x="3126" y="684"/>
                    <a:pt x="1375" y="2479"/>
                    <a:pt x="667" y="4830"/>
                  </a:cubicBezTo>
                  <a:cubicBezTo>
                    <a:pt x="0" y="7034"/>
                    <a:pt x="418" y="9327"/>
                    <a:pt x="1784" y="10958"/>
                  </a:cubicBezTo>
                  <a:cubicBezTo>
                    <a:pt x="2833" y="12210"/>
                    <a:pt x="4179" y="13111"/>
                    <a:pt x="5481" y="13984"/>
                  </a:cubicBezTo>
                  <a:cubicBezTo>
                    <a:pt x="7237" y="15161"/>
                    <a:pt x="8897" y="16273"/>
                    <a:pt x="9831" y="18164"/>
                  </a:cubicBezTo>
                  <a:cubicBezTo>
                    <a:pt x="11154" y="20840"/>
                    <a:pt x="9781" y="22155"/>
                    <a:pt x="8043" y="23820"/>
                  </a:cubicBezTo>
                  <a:cubicBezTo>
                    <a:pt x="6689" y="25116"/>
                    <a:pt x="5157" y="26584"/>
                    <a:pt x="5134" y="28858"/>
                  </a:cubicBezTo>
                  <a:cubicBezTo>
                    <a:pt x="5130" y="29202"/>
                    <a:pt x="5406" y="29483"/>
                    <a:pt x="5750" y="29486"/>
                  </a:cubicBezTo>
                  <a:lnTo>
                    <a:pt x="5757" y="29486"/>
                  </a:lnTo>
                  <a:cubicBezTo>
                    <a:pt x="6096" y="29486"/>
                    <a:pt x="6373" y="29213"/>
                    <a:pt x="6379" y="28871"/>
                  </a:cubicBezTo>
                  <a:cubicBezTo>
                    <a:pt x="6395" y="27119"/>
                    <a:pt x="7613" y="25953"/>
                    <a:pt x="8904" y="24717"/>
                  </a:cubicBezTo>
                  <a:cubicBezTo>
                    <a:pt x="10671" y="23026"/>
                    <a:pt x="12673" y="21108"/>
                    <a:pt x="10945" y="17613"/>
                  </a:cubicBezTo>
                  <a:cubicBezTo>
                    <a:pt x="9864" y="15424"/>
                    <a:pt x="7985" y="14167"/>
                    <a:pt x="6172" y="12951"/>
                  </a:cubicBezTo>
                  <a:cubicBezTo>
                    <a:pt x="4885" y="12090"/>
                    <a:pt x="3671" y="11276"/>
                    <a:pt x="2738" y="10160"/>
                  </a:cubicBezTo>
                  <a:cubicBezTo>
                    <a:pt x="1641" y="8851"/>
                    <a:pt x="1312" y="6993"/>
                    <a:pt x="1856" y="5189"/>
                  </a:cubicBezTo>
                  <a:cubicBezTo>
                    <a:pt x="2442" y="3242"/>
                    <a:pt x="3880" y="1757"/>
                    <a:pt x="5701" y="1219"/>
                  </a:cubicBezTo>
                  <a:cubicBezTo>
                    <a:pt x="6030" y="1120"/>
                    <a:pt x="6217" y="776"/>
                    <a:pt x="6121" y="447"/>
                  </a:cubicBezTo>
                  <a:cubicBezTo>
                    <a:pt x="6040" y="176"/>
                    <a:pt x="5794" y="1"/>
                    <a:pt x="5525" y="1"/>
                  </a:cubicBez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12" name="Google Shape;1212;p78"/>
            <p:cNvSpPr/>
            <p:nvPr/>
          </p:nvSpPr>
          <p:spPr>
            <a:xfrm>
              <a:off x="6763713" y="4003350"/>
              <a:ext cx="133125" cy="133175"/>
            </a:xfrm>
            <a:custGeom>
              <a:rect b="b" l="l" r="r" t="t"/>
              <a:pathLst>
                <a:path extrusionOk="0" h="5327" w="5325">
                  <a:moveTo>
                    <a:pt x="2663" y="1"/>
                  </a:moveTo>
                  <a:cubicBezTo>
                    <a:pt x="1198" y="1"/>
                    <a:pt x="0" y="1199"/>
                    <a:pt x="0" y="2663"/>
                  </a:cubicBezTo>
                  <a:cubicBezTo>
                    <a:pt x="0" y="4128"/>
                    <a:pt x="1198" y="5326"/>
                    <a:pt x="2663" y="5326"/>
                  </a:cubicBezTo>
                  <a:cubicBezTo>
                    <a:pt x="4127" y="5326"/>
                    <a:pt x="5325" y="4128"/>
                    <a:pt x="5325" y="2663"/>
                  </a:cubicBezTo>
                  <a:cubicBezTo>
                    <a:pt x="5325" y="1199"/>
                    <a:pt x="4127" y="1"/>
                    <a:pt x="2663" y="1"/>
                  </a:cubicBez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13" name="Google Shape;1213;p78"/>
            <p:cNvSpPr/>
            <p:nvPr/>
          </p:nvSpPr>
          <p:spPr>
            <a:xfrm>
              <a:off x="6781088" y="4796225"/>
              <a:ext cx="92650" cy="92650"/>
            </a:xfrm>
            <a:custGeom>
              <a:rect b="b" l="l" r="r" t="t"/>
              <a:pathLst>
                <a:path extrusionOk="0" h="3706" w="3706">
                  <a:moveTo>
                    <a:pt x="1853" y="0"/>
                  </a:moveTo>
                  <a:cubicBezTo>
                    <a:pt x="833" y="0"/>
                    <a:pt x="1" y="834"/>
                    <a:pt x="1" y="1853"/>
                  </a:cubicBezTo>
                  <a:cubicBezTo>
                    <a:pt x="1" y="2873"/>
                    <a:pt x="833" y="3705"/>
                    <a:pt x="1853" y="3705"/>
                  </a:cubicBezTo>
                  <a:cubicBezTo>
                    <a:pt x="2870" y="3705"/>
                    <a:pt x="3704" y="2870"/>
                    <a:pt x="3706" y="1853"/>
                  </a:cubicBezTo>
                  <a:cubicBezTo>
                    <a:pt x="3706" y="834"/>
                    <a:pt x="2872" y="0"/>
                    <a:pt x="1853" y="0"/>
                  </a:cubicBez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14" name="Google Shape;1214;p78"/>
            <p:cNvSpPr/>
            <p:nvPr/>
          </p:nvSpPr>
          <p:spPr>
            <a:xfrm>
              <a:off x="6743388" y="3720400"/>
              <a:ext cx="178275" cy="201975"/>
            </a:xfrm>
            <a:custGeom>
              <a:rect b="b" l="l" r="r" t="t"/>
              <a:pathLst>
                <a:path extrusionOk="0" h="8079" w="7131">
                  <a:moveTo>
                    <a:pt x="630" y="0"/>
                  </a:moveTo>
                  <a:lnTo>
                    <a:pt x="630" y="0"/>
                  </a:lnTo>
                  <a:cubicBezTo>
                    <a:pt x="527" y="1538"/>
                    <a:pt x="1" y="6147"/>
                    <a:pt x="1047" y="6921"/>
                  </a:cubicBezTo>
                  <a:lnTo>
                    <a:pt x="815" y="8078"/>
                  </a:lnTo>
                  <a:cubicBezTo>
                    <a:pt x="1803" y="5609"/>
                    <a:pt x="4390" y="3216"/>
                    <a:pt x="7030" y="2714"/>
                  </a:cubicBezTo>
                  <a:cubicBezTo>
                    <a:pt x="7131" y="2361"/>
                    <a:pt x="7129" y="1753"/>
                    <a:pt x="7030" y="1399"/>
                  </a:cubicBezTo>
                  <a:cubicBezTo>
                    <a:pt x="6961" y="1401"/>
                    <a:pt x="6891" y="1402"/>
                    <a:pt x="6821" y="1402"/>
                  </a:cubicBezTo>
                  <a:cubicBezTo>
                    <a:pt x="4637" y="1402"/>
                    <a:pt x="2611" y="653"/>
                    <a:pt x="630"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15" name="Google Shape;1215;p78"/>
            <p:cNvSpPr/>
            <p:nvPr/>
          </p:nvSpPr>
          <p:spPr>
            <a:xfrm>
              <a:off x="6909738" y="3936950"/>
              <a:ext cx="66825" cy="51800"/>
            </a:xfrm>
            <a:custGeom>
              <a:rect b="b" l="l" r="r" t="t"/>
              <a:pathLst>
                <a:path extrusionOk="0" h="2072" w="2673">
                  <a:moveTo>
                    <a:pt x="1336" y="0"/>
                  </a:moveTo>
                  <a:cubicBezTo>
                    <a:pt x="3" y="2"/>
                    <a:pt x="0" y="2071"/>
                    <a:pt x="1336" y="2071"/>
                  </a:cubicBezTo>
                  <a:cubicBezTo>
                    <a:pt x="2668" y="2071"/>
                    <a:pt x="2672" y="0"/>
                    <a:pt x="1336" y="0"/>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16" name="Google Shape;1216;p78"/>
            <p:cNvSpPr/>
            <p:nvPr/>
          </p:nvSpPr>
          <p:spPr>
            <a:xfrm>
              <a:off x="6955413" y="3868875"/>
              <a:ext cx="33350" cy="25925"/>
            </a:xfrm>
            <a:custGeom>
              <a:rect b="b" l="l" r="r" t="t"/>
              <a:pathLst>
                <a:path extrusionOk="0" h="1037" w="1334">
                  <a:moveTo>
                    <a:pt x="667" y="1"/>
                  </a:moveTo>
                  <a:cubicBezTo>
                    <a:pt x="0" y="1"/>
                    <a:pt x="0" y="1037"/>
                    <a:pt x="667" y="1037"/>
                  </a:cubicBezTo>
                  <a:cubicBezTo>
                    <a:pt x="1333" y="1037"/>
                    <a:pt x="1333" y="1"/>
                    <a:pt x="667" y="1"/>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17" name="Google Shape;1217;p78"/>
            <p:cNvSpPr/>
            <p:nvPr/>
          </p:nvSpPr>
          <p:spPr>
            <a:xfrm>
              <a:off x="6584963" y="4985875"/>
              <a:ext cx="33425" cy="25875"/>
            </a:xfrm>
            <a:custGeom>
              <a:rect b="b" l="l" r="r" t="t"/>
              <a:pathLst>
                <a:path extrusionOk="0" h="1035" w="1337">
                  <a:moveTo>
                    <a:pt x="670" y="0"/>
                  </a:moveTo>
                  <a:cubicBezTo>
                    <a:pt x="2" y="0"/>
                    <a:pt x="1" y="1035"/>
                    <a:pt x="670" y="1035"/>
                  </a:cubicBezTo>
                  <a:cubicBezTo>
                    <a:pt x="1337" y="1035"/>
                    <a:pt x="1337" y="0"/>
                    <a:pt x="670" y="0"/>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18" name="Google Shape;1218;p78"/>
            <p:cNvSpPr/>
            <p:nvPr/>
          </p:nvSpPr>
          <p:spPr>
            <a:xfrm>
              <a:off x="6573388" y="4864300"/>
              <a:ext cx="33425" cy="25925"/>
            </a:xfrm>
            <a:custGeom>
              <a:rect b="b" l="l" r="r" t="t"/>
              <a:pathLst>
                <a:path extrusionOk="0" h="1037" w="1337">
                  <a:moveTo>
                    <a:pt x="670" y="1"/>
                  </a:moveTo>
                  <a:cubicBezTo>
                    <a:pt x="3" y="1"/>
                    <a:pt x="0" y="1037"/>
                    <a:pt x="670" y="1037"/>
                  </a:cubicBezTo>
                  <a:cubicBezTo>
                    <a:pt x="1336" y="1037"/>
                    <a:pt x="1336" y="1"/>
                    <a:pt x="670" y="1"/>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19" name="Google Shape;1219;p78"/>
            <p:cNvSpPr/>
            <p:nvPr/>
          </p:nvSpPr>
          <p:spPr>
            <a:xfrm>
              <a:off x="6775988" y="5037950"/>
              <a:ext cx="39150" cy="25900"/>
            </a:xfrm>
            <a:custGeom>
              <a:rect b="b" l="l" r="r" t="t"/>
              <a:pathLst>
                <a:path extrusionOk="0" h="1036" w="1566">
                  <a:moveTo>
                    <a:pt x="668" y="0"/>
                  </a:moveTo>
                  <a:cubicBezTo>
                    <a:pt x="0" y="0"/>
                    <a:pt x="0" y="1036"/>
                    <a:pt x="668" y="1036"/>
                  </a:cubicBezTo>
                  <a:lnTo>
                    <a:pt x="898" y="1036"/>
                  </a:lnTo>
                  <a:cubicBezTo>
                    <a:pt x="1565" y="1036"/>
                    <a:pt x="1565" y="0"/>
                    <a:pt x="898" y="0"/>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20" name="Google Shape;1220;p78"/>
            <p:cNvSpPr/>
            <p:nvPr/>
          </p:nvSpPr>
          <p:spPr>
            <a:xfrm>
              <a:off x="6804913" y="4013575"/>
              <a:ext cx="33400" cy="25925"/>
            </a:xfrm>
            <a:custGeom>
              <a:rect b="b" l="l" r="r" t="t"/>
              <a:pathLst>
                <a:path extrusionOk="0" h="1037" w="1336">
                  <a:moveTo>
                    <a:pt x="666" y="1"/>
                  </a:moveTo>
                  <a:cubicBezTo>
                    <a:pt x="0" y="1"/>
                    <a:pt x="1" y="1036"/>
                    <a:pt x="667" y="1036"/>
                  </a:cubicBezTo>
                  <a:cubicBezTo>
                    <a:pt x="1335" y="1036"/>
                    <a:pt x="1335" y="1"/>
                    <a:pt x="667" y="1"/>
                  </a:cubicBezTo>
                  <a:cubicBezTo>
                    <a:pt x="667" y="1"/>
                    <a:pt x="666" y="1"/>
                    <a:pt x="666" y="1"/>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21" name="Google Shape;1221;p78"/>
            <p:cNvSpPr/>
            <p:nvPr/>
          </p:nvSpPr>
          <p:spPr>
            <a:xfrm>
              <a:off x="6961838" y="4776125"/>
              <a:ext cx="66800" cy="51800"/>
            </a:xfrm>
            <a:custGeom>
              <a:rect b="b" l="l" r="r" t="t"/>
              <a:pathLst>
                <a:path extrusionOk="0" h="2072" w="2672">
                  <a:moveTo>
                    <a:pt x="1335" y="0"/>
                  </a:moveTo>
                  <a:cubicBezTo>
                    <a:pt x="3" y="0"/>
                    <a:pt x="1" y="2072"/>
                    <a:pt x="1335" y="2072"/>
                  </a:cubicBezTo>
                  <a:cubicBezTo>
                    <a:pt x="2668" y="2072"/>
                    <a:pt x="2671" y="0"/>
                    <a:pt x="1335" y="0"/>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22" name="Google Shape;1222;p78"/>
            <p:cNvSpPr/>
            <p:nvPr/>
          </p:nvSpPr>
          <p:spPr>
            <a:xfrm>
              <a:off x="7013238" y="4690675"/>
              <a:ext cx="33425" cy="25875"/>
            </a:xfrm>
            <a:custGeom>
              <a:rect b="b" l="l" r="r" t="t"/>
              <a:pathLst>
                <a:path extrusionOk="0" h="1035" w="1337">
                  <a:moveTo>
                    <a:pt x="670" y="1"/>
                  </a:moveTo>
                  <a:cubicBezTo>
                    <a:pt x="2" y="1"/>
                    <a:pt x="0" y="1035"/>
                    <a:pt x="670" y="1035"/>
                  </a:cubicBezTo>
                  <a:cubicBezTo>
                    <a:pt x="1336" y="1035"/>
                    <a:pt x="1336" y="1"/>
                    <a:pt x="670" y="1"/>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223" name="Google Shape;1223;p78"/>
          <p:cNvGrpSpPr/>
          <p:nvPr/>
        </p:nvGrpSpPr>
        <p:grpSpPr>
          <a:xfrm>
            <a:off x="821200" y="2952525"/>
            <a:ext cx="1283225" cy="1233550"/>
            <a:chOff x="1415300" y="3922225"/>
            <a:chExt cx="1283225" cy="1233550"/>
          </a:xfrm>
        </p:grpSpPr>
        <p:sp>
          <p:nvSpPr>
            <p:cNvPr id="1224" name="Google Shape;1224;p78"/>
            <p:cNvSpPr/>
            <p:nvPr/>
          </p:nvSpPr>
          <p:spPr>
            <a:xfrm>
              <a:off x="1507100" y="4306500"/>
              <a:ext cx="691275" cy="691275"/>
            </a:xfrm>
            <a:custGeom>
              <a:rect b="b" l="l" r="r" t="t"/>
              <a:pathLst>
                <a:path extrusionOk="0" h="27651" w="27651">
                  <a:moveTo>
                    <a:pt x="13824" y="10480"/>
                  </a:moveTo>
                  <a:cubicBezTo>
                    <a:pt x="15275" y="10480"/>
                    <a:pt x="16612" y="11432"/>
                    <a:pt x="17036" y="12896"/>
                  </a:cubicBezTo>
                  <a:cubicBezTo>
                    <a:pt x="17549" y="14670"/>
                    <a:pt x="16528" y="16525"/>
                    <a:pt x="14752" y="17039"/>
                  </a:cubicBezTo>
                  <a:cubicBezTo>
                    <a:pt x="14442" y="17129"/>
                    <a:pt x="14130" y="17172"/>
                    <a:pt x="13822" y="17172"/>
                  </a:cubicBezTo>
                  <a:cubicBezTo>
                    <a:pt x="12373" y="17172"/>
                    <a:pt x="11036" y="16219"/>
                    <a:pt x="10611" y="14755"/>
                  </a:cubicBezTo>
                  <a:cubicBezTo>
                    <a:pt x="10098" y="12981"/>
                    <a:pt x="11119" y="11126"/>
                    <a:pt x="12893" y="10612"/>
                  </a:cubicBezTo>
                  <a:cubicBezTo>
                    <a:pt x="13203" y="10522"/>
                    <a:pt x="13516" y="10480"/>
                    <a:pt x="13824" y="10480"/>
                  </a:cubicBezTo>
                  <a:close/>
                  <a:moveTo>
                    <a:pt x="11921" y="0"/>
                  </a:moveTo>
                  <a:lnTo>
                    <a:pt x="8052" y="1119"/>
                  </a:lnTo>
                  <a:lnTo>
                    <a:pt x="9063" y="4613"/>
                  </a:lnTo>
                  <a:cubicBezTo>
                    <a:pt x="7824" y="5252"/>
                    <a:pt x="6752" y="6120"/>
                    <a:pt x="5885" y="7150"/>
                  </a:cubicBezTo>
                  <a:lnTo>
                    <a:pt x="2702" y="5396"/>
                  </a:lnTo>
                  <a:lnTo>
                    <a:pt x="759" y="8924"/>
                  </a:lnTo>
                  <a:lnTo>
                    <a:pt x="3943" y="10678"/>
                  </a:lnTo>
                  <a:cubicBezTo>
                    <a:pt x="3532" y="11961"/>
                    <a:pt x="3371" y="13331"/>
                    <a:pt x="3493" y="14720"/>
                  </a:cubicBezTo>
                  <a:lnTo>
                    <a:pt x="0" y="15731"/>
                  </a:lnTo>
                  <a:lnTo>
                    <a:pt x="1120" y="19598"/>
                  </a:lnTo>
                  <a:lnTo>
                    <a:pt x="4613" y="18588"/>
                  </a:lnTo>
                  <a:cubicBezTo>
                    <a:pt x="5252" y="19828"/>
                    <a:pt x="6120" y="20900"/>
                    <a:pt x="7151" y="21766"/>
                  </a:cubicBezTo>
                  <a:lnTo>
                    <a:pt x="5396" y="24948"/>
                  </a:lnTo>
                  <a:lnTo>
                    <a:pt x="8924" y="26892"/>
                  </a:lnTo>
                  <a:lnTo>
                    <a:pt x="10678" y="23709"/>
                  </a:lnTo>
                  <a:cubicBezTo>
                    <a:pt x="11680" y="24030"/>
                    <a:pt x="12736" y="24198"/>
                    <a:pt x="13812" y="24198"/>
                  </a:cubicBezTo>
                  <a:cubicBezTo>
                    <a:pt x="14113" y="24198"/>
                    <a:pt x="14416" y="24185"/>
                    <a:pt x="14720" y="24158"/>
                  </a:cubicBezTo>
                  <a:lnTo>
                    <a:pt x="15731" y="27650"/>
                  </a:lnTo>
                  <a:lnTo>
                    <a:pt x="19598" y="26532"/>
                  </a:lnTo>
                  <a:lnTo>
                    <a:pt x="18588" y="23039"/>
                  </a:lnTo>
                  <a:cubicBezTo>
                    <a:pt x="19828" y="22400"/>
                    <a:pt x="20900" y="21531"/>
                    <a:pt x="21765" y="20499"/>
                  </a:cubicBezTo>
                  <a:lnTo>
                    <a:pt x="24948" y="22254"/>
                  </a:lnTo>
                  <a:lnTo>
                    <a:pt x="26892" y="18726"/>
                  </a:lnTo>
                  <a:lnTo>
                    <a:pt x="23709" y="16971"/>
                  </a:lnTo>
                  <a:cubicBezTo>
                    <a:pt x="24117" y="15692"/>
                    <a:pt x="24279" y="14321"/>
                    <a:pt x="24158" y="12931"/>
                  </a:cubicBezTo>
                  <a:lnTo>
                    <a:pt x="27650" y="11920"/>
                  </a:lnTo>
                  <a:lnTo>
                    <a:pt x="26531" y="8053"/>
                  </a:lnTo>
                  <a:lnTo>
                    <a:pt x="23039" y="9063"/>
                  </a:lnTo>
                  <a:cubicBezTo>
                    <a:pt x="22400" y="7824"/>
                    <a:pt x="21531" y="6751"/>
                    <a:pt x="20500" y="5885"/>
                  </a:cubicBezTo>
                  <a:lnTo>
                    <a:pt x="22255" y="2703"/>
                  </a:lnTo>
                  <a:lnTo>
                    <a:pt x="18728" y="759"/>
                  </a:lnTo>
                  <a:lnTo>
                    <a:pt x="16973" y="3942"/>
                  </a:lnTo>
                  <a:cubicBezTo>
                    <a:pt x="15971" y="3622"/>
                    <a:pt x="14915" y="3453"/>
                    <a:pt x="13838" y="3453"/>
                  </a:cubicBezTo>
                  <a:cubicBezTo>
                    <a:pt x="13537" y="3453"/>
                    <a:pt x="13234" y="3466"/>
                    <a:pt x="12931" y="3493"/>
                  </a:cubicBezTo>
                  <a:lnTo>
                    <a:pt x="11921" y="0"/>
                  </a:lnTo>
                  <a:close/>
                </a:path>
              </a:pathLst>
            </a:cu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25" name="Google Shape;1225;p78"/>
            <p:cNvSpPr/>
            <p:nvPr/>
          </p:nvSpPr>
          <p:spPr>
            <a:xfrm>
              <a:off x="2070675" y="4007975"/>
              <a:ext cx="575750" cy="575750"/>
            </a:xfrm>
            <a:custGeom>
              <a:rect b="b" l="l" r="r" t="t"/>
              <a:pathLst>
                <a:path extrusionOk="0" h="23030" w="23030">
                  <a:moveTo>
                    <a:pt x="11512" y="8750"/>
                  </a:moveTo>
                  <a:cubicBezTo>
                    <a:pt x="12420" y="8750"/>
                    <a:pt x="13309" y="9196"/>
                    <a:pt x="13838" y="10015"/>
                  </a:cubicBezTo>
                  <a:cubicBezTo>
                    <a:pt x="14667" y="11299"/>
                    <a:pt x="14299" y="13011"/>
                    <a:pt x="13014" y="13840"/>
                  </a:cubicBezTo>
                  <a:cubicBezTo>
                    <a:pt x="12551" y="14139"/>
                    <a:pt x="12032" y="14282"/>
                    <a:pt x="11518" y="14282"/>
                  </a:cubicBezTo>
                  <a:cubicBezTo>
                    <a:pt x="10611" y="14282"/>
                    <a:pt x="9721" y="13835"/>
                    <a:pt x="9191" y="13016"/>
                  </a:cubicBezTo>
                  <a:cubicBezTo>
                    <a:pt x="8362" y="11734"/>
                    <a:pt x="8730" y="10021"/>
                    <a:pt x="10013" y="9193"/>
                  </a:cubicBezTo>
                  <a:cubicBezTo>
                    <a:pt x="10478" y="8893"/>
                    <a:pt x="10998" y="8750"/>
                    <a:pt x="11512" y="8750"/>
                  </a:cubicBezTo>
                  <a:close/>
                  <a:moveTo>
                    <a:pt x="12290" y="0"/>
                  </a:moveTo>
                  <a:lnTo>
                    <a:pt x="11657" y="2939"/>
                  </a:lnTo>
                  <a:cubicBezTo>
                    <a:pt x="11610" y="2938"/>
                    <a:pt x="11563" y="2938"/>
                    <a:pt x="11517" y="2938"/>
                  </a:cubicBezTo>
                  <a:cubicBezTo>
                    <a:pt x="10450" y="2938"/>
                    <a:pt x="9374" y="3137"/>
                    <a:pt x="8349" y="3545"/>
                  </a:cubicBezTo>
                  <a:lnTo>
                    <a:pt x="6718" y="1020"/>
                  </a:lnTo>
                  <a:lnTo>
                    <a:pt x="3921" y="2827"/>
                  </a:lnTo>
                  <a:lnTo>
                    <a:pt x="5552" y="5352"/>
                  </a:lnTo>
                  <a:cubicBezTo>
                    <a:pt x="4722" y="6154"/>
                    <a:pt x="4079" y="7095"/>
                    <a:pt x="3639" y="8118"/>
                  </a:cubicBezTo>
                  <a:lnTo>
                    <a:pt x="701" y="7485"/>
                  </a:lnTo>
                  <a:lnTo>
                    <a:pt x="1" y="10740"/>
                  </a:lnTo>
                  <a:lnTo>
                    <a:pt x="2940" y="11373"/>
                  </a:lnTo>
                  <a:cubicBezTo>
                    <a:pt x="2921" y="12486"/>
                    <a:pt x="3119" y="13610"/>
                    <a:pt x="3546" y="14680"/>
                  </a:cubicBezTo>
                  <a:lnTo>
                    <a:pt x="1021" y="16312"/>
                  </a:lnTo>
                  <a:lnTo>
                    <a:pt x="2828" y="19108"/>
                  </a:lnTo>
                  <a:lnTo>
                    <a:pt x="5353" y="17478"/>
                  </a:lnTo>
                  <a:cubicBezTo>
                    <a:pt x="6154" y="18308"/>
                    <a:pt x="7096" y="18951"/>
                    <a:pt x="8119" y="19390"/>
                  </a:cubicBezTo>
                  <a:lnTo>
                    <a:pt x="7486" y="22329"/>
                  </a:lnTo>
                  <a:lnTo>
                    <a:pt x="10741" y="23029"/>
                  </a:lnTo>
                  <a:lnTo>
                    <a:pt x="11374" y="20090"/>
                  </a:lnTo>
                  <a:cubicBezTo>
                    <a:pt x="11423" y="20090"/>
                    <a:pt x="11473" y="20091"/>
                    <a:pt x="11522" y="20091"/>
                  </a:cubicBezTo>
                  <a:cubicBezTo>
                    <a:pt x="12586" y="20091"/>
                    <a:pt x="13658" y="19892"/>
                    <a:pt x="14682" y="19484"/>
                  </a:cubicBezTo>
                  <a:lnTo>
                    <a:pt x="16312" y="22009"/>
                  </a:lnTo>
                  <a:lnTo>
                    <a:pt x="19110" y="20202"/>
                  </a:lnTo>
                  <a:lnTo>
                    <a:pt x="17479" y="17677"/>
                  </a:lnTo>
                  <a:cubicBezTo>
                    <a:pt x="18309" y="16876"/>
                    <a:pt x="18952" y="15934"/>
                    <a:pt x="19392" y="14912"/>
                  </a:cubicBezTo>
                  <a:lnTo>
                    <a:pt x="22330" y="15545"/>
                  </a:lnTo>
                  <a:lnTo>
                    <a:pt x="23029" y="12288"/>
                  </a:lnTo>
                  <a:lnTo>
                    <a:pt x="20091" y="11656"/>
                  </a:lnTo>
                  <a:cubicBezTo>
                    <a:pt x="20109" y="10544"/>
                    <a:pt x="19912" y="9419"/>
                    <a:pt x="19485" y="8348"/>
                  </a:cubicBezTo>
                  <a:lnTo>
                    <a:pt x="22010" y="6717"/>
                  </a:lnTo>
                  <a:lnTo>
                    <a:pt x="20203" y="3920"/>
                  </a:lnTo>
                  <a:lnTo>
                    <a:pt x="17678" y="5552"/>
                  </a:lnTo>
                  <a:cubicBezTo>
                    <a:pt x="16876" y="4722"/>
                    <a:pt x="15935" y="4079"/>
                    <a:pt x="14912" y="3639"/>
                  </a:cubicBezTo>
                  <a:lnTo>
                    <a:pt x="15545" y="701"/>
                  </a:lnTo>
                  <a:lnTo>
                    <a:pt x="12290" y="0"/>
                  </a:lnTo>
                  <a:close/>
                </a:path>
              </a:pathLst>
            </a:cu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26" name="Google Shape;1226;p78"/>
            <p:cNvSpPr/>
            <p:nvPr/>
          </p:nvSpPr>
          <p:spPr>
            <a:xfrm>
              <a:off x="2199950" y="4582550"/>
              <a:ext cx="447875" cy="447850"/>
            </a:xfrm>
            <a:custGeom>
              <a:rect b="b" l="l" r="r" t="t"/>
              <a:pathLst>
                <a:path extrusionOk="0" h="17914" w="17915">
                  <a:moveTo>
                    <a:pt x="8957" y="6809"/>
                  </a:moveTo>
                  <a:cubicBezTo>
                    <a:pt x="10033" y="6809"/>
                    <a:pt x="10962" y="7615"/>
                    <a:pt x="11088" y="8711"/>
                  </a:cubicBezTo>
                  <a:cubicBezTo>
                    <a:pt x="11224" y="9889"/>
                    <a:pt x="10379" y="10955"/>
                    <a:pt x="9201" y="11090"/>
                  </a:cubicBezTo>
                  <a:cubicBezTo>
                    <a:pt x="9117" y="11099"/>
                    <a:pt x="9034" y="11104"/>
                    <a:pt x="8952" y="11104"/>
                  </a:cubicBezTo>
                  <a:cubicBezTo>
                    <a:pt x="7877" y="11104"/>
                    <a:pt x="6948" y="10297"/>
                    <a:pt x="6823" y="9203"/>
                  </a:cubicBezTo>
                  <a:cubicBezTo>
                    <a:pt x="6687" y="8024"/>
                    <a:pt x="7531" y="6959"/>
                    <a:pt x="8710" y="6824"/>
                  </a:cubicBezTo>
                  <a:cubicBezTo>
                    <a:pt x="8793" y="6814"/>
                    <a:pt x="8876" y="6809"/>
                    <a:pt x="8957" y="6809"/>
                  </a:cubicBezTo>
                  <a:close/>
                  <a:moveTo>
                    <a:pt x="9227" y="0"/>
                  </a:moveTo>
                  <a:lnTo>
                    <a:pt x="6659" y="297"/>
                  </a:lnTo>
                  <a:lnTo>
                    <a:pt x="6926" y="2616"/>
                  </a:lnTo>
                  <a:cubicBezTo>
                    <a:pt x="6073" y="2889"/>
                    <a:pt x="5301" y="3324"/>
                    <a:pt x="4643" y="3885"/>
                  </a:cubicBezTo>
                  <a:lnTo>
                    <a:pt x="2815" y="2434"/>
                  </a:lnTo>
                  <a:lnTo>
                    <a:pt x="1208" y="4459"/>
                  </a:lnTo>
                  <a:lnTo>
                    <a:pt x="3036" y="5910"/>
                  </a:lnTo>
                  <a:cubicBezTo>
                    <a:pt x="2639" y="6678"/>
                    <a:pt x="2391" y="7529"/>
                    <a:pt x="2321" y="8421"/>
                  </a:cubicBezTo>
                  <a:lnTo>
                    <a:pt x="1" y="8688"/>
                  </a:lnTo>
                  <a:lnTo>
                    <a:pt x="296" y="11257"/>
                  </a:lnTo>
                  <a:lnTo>
                    <a:pt x="2617" y="10989"/>
                  </a:lnTo>
                  <a:cubicBezTo>
                    <a:pt x="2889" y="11841"/>
                    <a:pt x="3324" y="12613"/>
                    <a:pt x="3885" y="13272"/>
                  </a:cubicBezTo>
                  <a:lnTo>
                    <a:pt x="2434" y="15100"/>
                  </a:lnTo>
                  <a:lnTo>
                    <a:pt x="4460" y="16707"/>
                  </a:lnTo>
                  <a:lnTo>
                    <a:pt x="5909" y="14879"/>
                  </a:lnTo>
                  <a:cubicBezTo>
                    <a:pt x="6678" y="15275"/>
                    <a:pt x="7528" y="15523"/>
                    <a:pt x="8421" y="15594"/>
                  </a:cubicBezTo>
                  <a:lnTo>
                    <a:pt x="8688" y="17914"/>
                  </a:lnTo>
                  <a:lnTo>
                    <a:pt x="11256" y="17618"/>
                  </a:lnTo>
                  <a:lnTo>
                    <a:pt x="10989" y="15298"/>
                  </a:lnTo>
                  <a:cubicBezTo>
                    <a:pt x="11842" y="15026"/>
                    <a:pt x="12613" y="14590"/>
                    <a:pt x="13272" y="14030"/>
                  </a:cubicBezTo>
                  <a:lnTo>
                    <a:pt x="15099" y="15480"/>
                  </a:lnTo>
                  <a:lnTo>
                    <a:pt x="16706" y="13455"/>
                  </a:lnTo>
                  <a:lnTo>
                    <a:pt x="14878" y="12005"/>
                  </a:lnTo>
                  <a:cubicBezTo>
                    <a:pt x="15273" y="11235"/>
                    <a:pt x="15523" y="10386"/>
                    <a:pt x="15594" y="9493"/>
                  </a:cubicBezTo>
                  <a:lnTo>
                    <a:pt x="17914" y="9226"/>
                  </a:lnTo>
                  <a:lnTo>
                    <a:pt x="17617" y="6657"/>
                  </a:lnTo>
                  <a:lnTo>
                    <a:pt x="15298" y="6925"/>
                  </a:lnTo>
                  <a:cubicBezTo>
                    <a:pt x="15026" y="6073"/>
                    <a:pt x="14589" y="5301"/>
                    <a:pt x="14030" y="4643"/>
                  </a:cubicBezTo>
                  <a:lnTo>
                    <a:pt x="15480" y="2815"/>
                  </a:lnTo>
                  <a:lnTo>
                    <a:pt x="13455" y="1209"/>
                  </a:lnTo>
                  <a:lnTo>
                    <a:pt x="12004" y="3037"/>
                  </a:lnTo>
                  <a:cubicBezTo>
                    <a:pt x="11237" y="2640"/>
                    <a:pt x="10386" y="2391"/>
                    <a:pt x="9493" y="2320"/>
                  </a:cubicBezTo>
                  <a:lnTo>
                    <a:pt x="9227" y="0"/>
                  </a:lnTo>
                  <a:close/>
                </a:path>
              </a:pathLst>
            </a:cu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27" name="Google Shape;1227;p78"/>
            <p:cNvSpPr/>
            <p:nvPr/>
          </p:nvSpPr>
          <p:spPr>
            <a:xfrm>
              <a:off x="1507100" y="4313125"/>
              <a:ext cx="672325" cy="684625"/>
            </a:xfrm>
            <a:custGeom>
              <a:rect b="b" l="l" r="r" t="t"/>
              <a:pathLst>
                <a:path extrusionOk="0" h="27385" w="26893">
                  <a:moveTo>
                    <a:pt x="11000" y="1"/>
                  </a:moveTo>
                  <a:lnTo>
                    <a:pt x="8052" y="853"/>
                  </a:lnTo>
                  <a:lnTo>
                    <a:pt x="9063" y="4346"/>
                  </a:lnTo>
                  <a:cubicBezTo>
                    <a:pt x="7824" y="4985"/>
                    <a:pt x="6752" y="5854"/>
                    <a:pt x="5885" y="6884"/>
                  </a:cubicBezTo>
                  <a:lnTo>
                    <a:pt x="2702" y="5130"/>
                  </a:lnTo>
                  <a:lnTo>
                    <a:pt x="759" y="8658"/>
                  </a:lnTo>
                  <a:lnTo>
                    <a:pt x="3943" y="10412"/>
                  </a:lnTo>
                  <a:cubicBezTo>
                    <a:pt x="3532" y="11694"/>
                    <a:pt x="3371" y="13065"/>
                    <a:pt x="3493" y="14454"/>
                  </a:cubicBezTo>
                  <a:lnTo>
                    <a:pt x="0" y="15465"/>
                  </a:lnTo>
                  <a:lnTo>
                    <a:pt x="1120" y="19332"/>
                  </a:lnTo>
                  <a:lnTo>
                    <a:pt x="4613" y="18322"/>
                  </a:lnTo>
                  <a:cubicBezTo>
                    <a:pt x="5252" y="19562"/>
                    <a:pt x="6120" y="20634"/>
                    <a:pt x="7151" y="21499"/>
                  </a:cubicBezTo>
                  <a:lnTo>
                    <a:pt x="5396" y="24682"/>
                  </a:lnTo>
                  <a:lnTo>
                    <a:pt x="8924" y="26626"/>
                  </a:lnTo>
                  <a:lnTo>
                    <a:pt x="10678" y="23443"/>
                  </a:lnTo>
                  <a:cubicBezTo>
                    <a:pt x="11681" y="23763"/>
                    <a:pt x="12739" y="23931"/>
                    <a:pt x="13817" y="23931"/>
                  </a:cubicBezTo>
                  <a:cubicBezTo>
                    <a:pt x="14116" y="23931"/>
                    <a:pt x="14418" y="23918"/>
                    <a:pt x="14720" y="23892"/>
                  </a:cubicBezTo>
                  <a:lnTo>
                    <a:pt x="15731" y="27384"/>
                  </a:lnTo>
                  <a:lnTo>
                    <a:pt x="19598" y="26265"/>
                  </a:lnTo>
                  <a:lnTo>
                    <a:pt x="18588" y="22773"/>
                  </a:lnTo>
                  <a:cubicBezTo>
                    <a:pt x="19828" y="22134"/>
                    <a:pt x="20900" y="21265"/>
                    <a:pt x="21765" y="20234"/>
                  </a:cubicBezTo>
                  <a:lnTo>
                    <a:pt x="24948" y="21989"/>
                  </a:lnTo>
                  <a:lnTo>
                    <a:pt x="26892" y="18461"/>
                  </a:lnTo>
                  <a:lnTo>
                    <a:pt x="25866" y="17896"/>
                  </a:lnTo>
                  <a:cubicBezTo>
                    <a:pt x="24975" y="18290"/>
                    <a:pt x="23972" y="18462"/>
                    <a:pt x="22932" y="18462"/>
                  </a:cubicBezTo>
                  <a:cubicBezTo>
                    <a:pt x="20463" y="18462"/>
                    <a:pt x="17780" y="17493"/>
                    <a:pt x="15862" y="16211"/>
                  </a:cubicBezTo>
                  <a:cubicBezTo>
                    <a:pt x="15540" y="16459"/>
                    <a:pt x="15169" y="16655"/>
                    <a:pt x="14755" y="16774"/>
                  </a:cubicBezTo>
                  <a:cubicBezTo>
                    <a:pt x="14445" y="16864"/>
                    <a:pt x="14132" y="16907"/>
                    <a:pt x="13824" y="16907"/>
                  </a:cubicBezTo>
                  <a:cubicBezTo>
                    <a:pt x="12373" y="16907"/>
                    <a:pt x="11036" y="15955"/>
                    <a:pt x="10613" y="14490"/>
                  </a:cubicBezTo>
                  <a:cubicBezTo>
                    <a:pt x="10232" y="13176"/>
                    <a:pt x="10695" y="11817"/>
                    <a:pt x="11684" y="10994"/>
                  </a:cubicBezTo>
                  <a:cubicBezTo>
                    <a:pt x="10320" y="7627"/>
                    <a:pt x="10418" y="3703"/>
                    <a:pt x="11000" y="1"/>
                  </a:cubicBezTo>
                  <a:close/>
                </a:path>
              </a:pathLst>
            </a:custGeom>
            <a:solidFill>
              <a:srgbClr val="FFFFFF">
                <a:alpha val="980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28" name="Google Shape;1228;p78"/>
            <p:cNvSpPr/>
            <p:nvPr/>
          </p:nvSpPr>
          <p:spPr>
            <a:xfrm>
              <a:off x="2070650" y="4042050"/>
              <a:ext cx="477750" cy="541700"/>
            </a:xfrm>
            <a:custGeom>
              <a:rect b="b" l="l" r="r" t="t"/>
              <a:pathLst>
                <a:path extrusionOk="0" h="21668" w="19110">
                  <a:moveTo>
                    <a:pt x="6187" y="0"/>
                  </a:moveTo>
                  <a:lnTo>
                    <a:pt x="3921" y="1465"/>
                  </a:lnTo>
                  <a:lnTo>
                    <a:pt x="5552" y="3990"/>
                  </a:lnTo>
                  <a:cubicBezTo>
                    <a:pt x="4722" y="4792"/>
                    <a:pt x="4079" y="5734"/>
                    <a:pt x="3639" y="6756"/>
                  </a:cubicBezTo>
                  <a:lnTo>
                    <a:pt x="701" y="6123"/>
                  </a:lnTo>
                  <a:lnTo>
                    <a:pt x="0" y="9379"/>
                  </a:lnTo>
                  <a:lnTo>
                    <a:pt x="2940" y="10012"/>
                  </a:lnTo>
                  <a:cubicBezTo>
                    <a:pt x="2921" y="11124"/>
                    <a:pt x="3119" y="12249"/>
                    <a:pt x="3546" y="13320"/>
                  </a:cubicBezTo>
                  <a:lnTo>
                    <a:pt x="1021" y="14950"/>
                  </a:lnTo>
                  <a:lnTo>
                    <a:pt x="2828" y="17748"/>
                  </a:lnTo>
                  <a:lnTo>
                    <a:pt x="5353" y="16116"/>
                  </a:lnTo>
                  <a:cubicBezTo>
                    <a:pt x="6154" y="16946"/>
                    <a:pt x="7096" y="17589"/>
                    <a:pt x="8119" y="18029"/>
                  </a:cubicBezTo>
                  <a:lnTo>
                    <a:pt x="7486" y="20967"/>
                  </a:lnTo>
                  <a:lnTo>
                    <a:pt x="10741" y="21667"/>
                  </a:lnTo>
                  <a:lnTo>
                    <a:pt x="11374" y="18729"/>
                  </a:lnTo>
                  <a:cubicBezTo>
                    <a:pt x="11421" y="18729"/>
                    <a:pt x="11467" y="18730"/>
                    <a:pt x="11514" y="18730"/>
                  </a:cubicBezTo>
                  <a:cubicBezTo>
                    <a:pt x="12580" y="18730"/>
                    <a:pt x="13655" y="18531"/>
                    <a:pt x="14682" y="18123"/>
                  </a:cubicBezTo>
                  <a:lnTo>
                    <a:pt x="16312" y="20648"/>
                  </a:lnTo>
                  <a:lnTo>
                    <a:pt x="19110" y="18841"/>
                  </a:lnTo>
                  <a:lnTo>
                    <a:pt x="17479" y="16316"/>
                  </a:lnTo>
                  <a:cubicBezTo>
                    <a:pt x="17946" y="15866"/>
                    <a:pt x="18345" y="15367"/>
                    <a:pt x="18691" y="14838"/>
                  </a:cubicBezTo>
                  <a:lnTo>
                    <a:pt x="18691" y="14838"/>
                  </a:lnTo>
                  <a:cubicBezTo>
                    <a:pt x="18461" y="14851"/>
                    <a:pt x="18229" y="14858"/>
                    <a:pt x="17995" y="14858"/>
                  </a:cubicBezTo>
                  <a:cubicBezTo>
                    <a:pt x="16290" y="14858"/>
                    <a:pt x="14496" y="14490"/>
                    <a:pt x="12643" y="13679"/>
                  </a:cubicBezTo>
                  <a:cubicBezTo>
                    <a:pt x="12096" y="13439"/>
                    <a:pt x="11594" y="13169"/>
                    <a:pt x="11123" y="12880"/>
                  </a:cubicBezTo>
                  <a:cubicBezTo>
                    <a:pt x="10360" y="12770"/>
                    <a:pt x="9643" y="12355"/>
                    <a:pt x="9192" y="11655"/>
                  </a:cubicBezTo>
                  <a:cubicBezTo>
                    <a:pt x="9069" y="11465"/>
                    <a:pt x="8980" y="11262"/>
                    <a:pt x="8909" y="11056"/>
                  </a:cubicBezTo>
                  <a:cubicBezTo>
                    <a:pt x="6264" y="8161"/>
                    <a:pt x="5670" y="4072"/>
                    <a:pt x="6187" y="0"/>
                  </a:cubicBezTo>
                  <a:close/>
                </a:path>
              </a:pathLst>
            </a:custGeom>
            <a:solidFill>
              <a:srgbClr val="FFFFFF">
                <a:alpha val="980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29" name="Google Shape;1229;p78"/>
            <p:cNvSpPr/>
            <p:nvPr/>
          </p:nvSpPr>
          <p:spPr>
            <a:xfrm>
              <a:off x="2199900" y="4643375"/>
              <a:ext cx="409100" cy="387000"/>
            </a:xfrm>
            <a:custGeom>
              <a:rect b="b" l="l" r="r" t="t"/>
              <a:pathLst>
                <a:path extrusionOk="0" h="15480" w="16364">
                  <a:moveTo>
                    <a:pt x="2815" y="0"/>
                  </a:moveTo>
                  <a:lnTo>
                    <a:pt x="1208" y="2025"/>
                  </a:lnTo>
                  <a:lnTo>
                    <a:pt x="3036" y="3475"/>
                  </a:lnTo>
                  <a:cubicBezTo>
                    <a:pt x="2639" y="4244"/>
                    <a:pt x="2391" y="5094"/>
                    <a:pt x="2320" y="5987"/>
                  </a:cubicBezTo>
                  <a:lnTo>
                    <a:pt x="0" y="6254"/>
                  </a:lnTo>
                  <a:lnTo>
                    <a:pt x="296" y="8822"/>
                  </a:lnTo>
                  <a:lnTo>
                    <a:pt x="2616" y="8555"/>
                  </a:lnTo>
                  <a:cubicBezTo>
                    <a:pt x="2888" y="9407"/>
                    <a:pt x="3324" y="10179"/>
                    <a:pt x="3884" y="10837"/>
                  </a:cubicBezTo>
                  <a:lnTo>
                    <a:pt x="2434" y="12665"/>
                  </a:lnTo>
                  <a:lnTo>
                    <a:pt x="4458" y="14272"/>
                  </a:lnTo>
                  <a:lnTo>
                    <a:pt x="5909" y="12444"/>
                  </a:lnTo>
                  <a:cubicBezTo>
                    <a:pt x="6677" y="12840"/>
                    <a:pt x="7528" y="13089"/>
                    <a:pt x="8420" y="13160"/>
                  </a:cubicBezTo>
                  <a:lnTo>
                    <a:pt x="8687" y="15480"/>
                  </a:lnTo>
                  <a:lnTo>
                    <a:pt x="11255" y="15183"/>
                  </a:lnTo>
                  <a:lnTo>
                    <a:pt x="10988" y="12864"/>
                  </a:lnTo>
                  <a:cubicBezTo>
                    <a:pt x="11840" y="12592"/>
                    <a:pt x="12612" y="12156"/>
                    <a:pt x="13271" y="11595"/>
                  </a:cubicBezTo>
                  <a:lnTo>
                    <a:pt x="15099" y="13046"/>
                  </a:lnTo>
                  <a:lnTo>
                    <a:pt x="16364" y="11452"/>
                  </a:lnTo>
                  <a:cubicBezTo>
                    <a:pt x="13951" y="11028"/>
                    <a:pt x="11528" y="10039"/>
                    <a:pt x="9544" y="8583"/>
                  </a:cubicBezTo>
                  <a:cubicBezTo>
                    <a:pt x="9432" y="8614"/>
                    <a:pt x="9321" y="8643"/>
                    <a:pt x="9203" y="8657"/>
                  </a:cubicBezTo>
                  <a:cubicBezTo>
                    <a:pt x="9120" y="8666"/>
                    <a:pt x="9037" y="8671"/>
                    <a:pt x="8955" y="8671"/>
                  </a:cubicBezTo>
                  <a:cubicBezTo>
                    <a:pt x="7879" y="8671"/>
                    <a:pt x="6950" y="7865"/>
                    <a:pt x="6825" y="6770"/>
                  </a:cubicBezTo>
                  <a:cubicBezTo>
                    <a:pt x="6791" y="6496"/>
                    <a:pt x="6818" y="6229"/>
                    <a:pt x="6885" y="5978"/>
                  </a:cubicBezTo>
                  <a:cubicBezTo>
                    <a:pt x="5842" y="4576"/>
                    <a:pt x="5166" y="2953"/>
                    <a:pt x="5032" y="1150"/>
                  </a:cubicBezTo>
                  <a:cubicBezTo>
                    <a:pt x="4900" y="1247"/>
                    <a:pt x="4767" y="1345"/>
                    <a:pt x="4643" y="1451"/>
                  </a:cubicBezTo>
                  <a:lnTo>
                    <a:pt x="2815" y="0"/>
                  </a:lnTo>
                  <a:close/>
                </a:path>
              </a:pathLst>
            </a:custGeom>
            <a:solidFill>
              <a:srgbClr val="FFFFFF">
                <a:alpha val="980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30" name="Google Shape;1230;p78"/>
            <p:cNvSpPr/>
            <p:nvPr/>
          </p:nvSpPr>
          <p:spPr>
            <a:xfrm>
              <a:off x="1918350" y="3947725"/>
              <a:ext cx="30875" cy="28700"/>
            </a:xfrm>
            <a:custGeom>
              <a:rect b="b" l="l" r="r" t="t"/>
              <a:pathLst>
                <a:path extrusionOk="0" h="1148" w="1235">
                  <a:moveTo>
                    <a:pt x="618" y="0"/>
                  </a:moveTo>
                  <a:cubicBezTo>
                    <a:pt x="341" y="0"/>
                    <a:pt x="97" y="200"/>
                    <a:pt x="51" y="482"/>
                  </a:cubicBezTo>
                  <a:cubicBezTo>
                    <a:pt x="0" y="795"/>
                    <a:pt x="212" y="1089"/>
                    <a:pt x="525" y="1140"/>
                  </a:cubicBezTo>
                  <a:cubicBezTo>
                    <a:pt x="556" y="1145"/>
                    <a:pt x="588" y="1148"/>
                    <a:pt x="619" y="1148"/>
                  </a:cubicBezTo>
                  <a:cubicBezTo>
                    <a:pt x="895" y="1148"/>
                    <a:pt x="1138" y="948"/>
                    <a:pt x="1183" y="667"/>
                  </a:cubicBezTo>
                  <a:cubicBezTo>
                    <a:pt x="1235" y="354"/>
                    <a:pt x="1022" y="59"/>
                    <a:pt x="710" y="8"/>
                  </a:cubicBezTo>
                  <a:cubicBezTo>
                    <a:pt x="679" y="3"/>
                    <a:pt x="648" y="0"/>
                    <a:pt x="618" y="0"/>
                  </a:cubicBezTo>
                  <a:close/>
                </a:path>
              </a:pathLst>
            </a:custGeom>
            <a:solidFill>
              <a:schemeClr val="accent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31" name="Google Shape;1231;p78"/>
            <p:cNvSpPr/>
            <p:nvPr/>
          </p:nvSpPr>
          <p:spPr>
            <a:xfrm>
              <a:off x="1415300" y="4850025"/>
              <a:ext cx="50900" cy="50900"/>
            </a:xfrm>
            <a:custGeom>
              <a:rect b="b" l="l" r="r" t="t"/>
              <a:pathLst>
                <a:path extrusionOk="0" h="2036" w="2036">
                  <a:moveTo>
                    <a:pt x="1018" y="0"/>
                  </a:moveTo>
                  <a:cubicBezTo>
                    <a:pt x="456" y="0"/>
                    <a:pt x="0" y="456"/>
                    <a:pt x="0" y="1018"/>
                  </a:cubicBezTo>
                  <a:cubicBezTo>
                    <a:pt x="0" y="1580"/>
                    <a:pt x="456" y="2035"/>
                    <a:pt x="1018" y="2035"/>
                  </a:cubicBezTo>
                  <a:cubicBezTo>
                    <a:pt x="1579" y="2035"/>
                    <a:pt x="2035" y="1580"/>
                    <a:pt x="2035" y="1018"/>
                  </a:cubicBezTo>
                  <a:cubicBezTo>
                    <a:pt x="2035" y="456"/>
                    <a:pt x="1579" y="0"/>
                    <a:pt x="1018" y="0"/>
                  </a:cubicBezTo>
                  <a:close/>
                </a:path>
              </a:pathLst>
            </a:custGeom>
            <a:solidFill>
              <a:schemeClr val="accent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32" name="Google Shape;1232;p78"/>
            <p:cNvSpPr/>
            <p:nvPr/>
          </p:nvSpPr>
          <p:spPr>
            <a:xfrm>
              <a:off x="2556750" y="3922225"/>
              <a:ext cx="50900" cy="50900"/>
            </a:xfrm>
            <a:custGeom>
              <a:rect b="b" l="l" r="r" t="t"/>
              <a:pathLst>
                <a:path extrusionOk="0" h="2036" w="2036">
                  <a:moveTo>
                    <a:pt x="1018" y="1"/>
                  </a:moveTo>
                  <a:cubicBezTo>
                    <a:pt x="456" y="1"/>
                    <a:pt x="0" y="456"/>
                    <a:pt x="0" y="1018"/>
                  </a:cubicBezTo>
                  <a:cubicBezTo>
                    <a:pt x="0" y="1580"/>
                    <a:pt x="456" y="2036"/>
                    <a:pt x="1018" y="2036"/>
                  </a:cubicBezTo>
                  <a:cubicBezTo>
                    <a:pt x="1579" y="2036"/>
                    <a:pt x="2035" y="1580"/>
                    <a:pt x="2035" y="1018"/>
                  </a:cubicBezTo>
                  <a:cubicBezTo>
                    <a:pt x="2035" y="456"/>
                    <a:pt x="1579" y="1"/>
                    <a:pt x="1018" y="1"/>
                  </a:cubicBezTo>
                  <a:close/>
                </a:path>
              </a:pathLst>
            </a:custGeom>
            <a:solidFill>
              <a:schemeClr val="accent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33" name="Google Shape;1233;p78"/>
            <p:cNvSpPr/>
            <p:nvPr/>
          </p:nvSpPr>
          <p:spPr>
            <a:xfrm>
              <a:off x="1773100" y="5104850"/>
              <a:ext cx="57725" cy="50925"/>
            </a:xfrm>
            <a:custGeom>
              <a:rect b="b" l="l" r="r" t="t"/>
              <a:pathLst>
                <a:path extrusionOk="0" h="2037" w="2309">
                  <a:moveTo>
                    <a:pt x="1155" y="1"/>
                  </a:moveTo>
                  <a:cubicBezTo>
                    <a:pt x="754" y="1"/>
                    <a:pt x="374" y="240"/>
                    <a:pt x="213" y="634"/>
                  </a:cubicBezTo>
                  <a:cubicBezTo>
                    <a:pt x="0" y="1154"/>
                    <a:pt x="250" y="1748"/>
                    <a:pt x="770" y="1960"/>
                  </a:cubicBezTo>
                  <a:cubicBezTo>
                    <a:pt x="896" y="2012"/>
                    <a:pt x="1026" y="2036"/>
                    <a:pt x="1154" y="2036"/>
                  </a:cubicBezTo>
                  <a:cubicBezTo>
                    <a:pt x="1555" y="2036"/>
                    <a:pt x="1936" y="1797"/>
                    <a:pt x="2096" y="1403"/>
                  </a:cubicBezTo>
                  <a:cubicBezTo>
                    <a:pt x="2309" y="883"/>
                    <a:pt x="2059" y="289"/>
                    <a:pt x="1539" y="77"/>
                  </a:cubicBezTo>
                  <a:cubicBezTo>
                    <a:pt x="1413" y="25"/>
                    <a:pt x="1283" y="1"/>
                    <a:pt x="1155" y="1"/>
                  </a:cubicBezTo>
                  <a:close/>
                </a:path>
              </a:pathLst>
            </a:cu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34" name="Google Shape;1234;p78"/>
            <p:cNvSpPr/>
            <p:nvPr/>
          </p:nvSpPr>
          <p:spPr>
            <a:xfrm>
              <a:off x="2123025" y="4983425"/>
              <a:ext cx="28700" cy="28700"/>
            </a:xfrm>
            <a:custGeom>
              <a:rect b="b" l="l" r="r" t="t"/>
              <a:pathLst>
                <a:path extrusionOk="0" h="1148" w="1148">
                  <a:moveTo>
                    <a:pt x="574" y="1"/>
                  </a:moveTo>
                  <a:cubicBezTo>
                    <a:pt x="258" y="1"/>
                    <a:pt x="0" y="258"/>
                    <a:pt x="0" y="574"/>
                  </a:cubicBezTo>
                  <a:cubicBezTo>
                    <a:pt x="0" y="892"/>
                    <a:pt x="258" y="1148"/>
                    <a:pt x="574" y="1148"/>
                  </a:cubicBezTo>
                  <a:cubicBezTo>
                    <a:pt x="890" y="1148"/>
                    <a:pt x="1148" y="892"/>
                    <a:pt x="1148" y="574"/>
                  </a:cubicBezTo>
                  <a:cubicBezTo>
                    <a:pt x="1148" y="258"/>
                    <a:pt x="890" y="1"/>
                    <a:pt x="574" y="1"/>
                  </a:cubicBezTo>
                  <a:close/>
                </a:path>
              </a:pathLst>
            </a:custGeom>
            <a:solidFill>
              <a:schemeClr val="accent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35" name="Google Shape;1235;p78"/>
            <p:cNvSpPr/>
            <p:nvPr/>
          </p:nvSpPr>
          <p:spPr>
            <a:xfrm>
              <a:off x="1614775" y="4268800"/>
              <a:ext cx="28675" cy="28700"/>
            </a:xfrm>
            <a:custGeom>
              <a:rect b="b" l="l" r="r" t="t"/>
              <a:pathLst>
                <a:path extrusionOk="0" h="1148" w="1147">
                  <a:moveTo>
                    <a:pt x="574" y="1"/>
                  </a:moveTo>
                  <a:cubicBezTo>
                    <a:pt x="256" y="1"/>
                    <a:pt x="0" y="258"/>
                    <a:pt x="0" y="574"/>
                  </a:cubicBezTo>
                  <a:cubicBezTo>
                    <a:pt x="0" y="892"/>
                    <a:pt x="256" y="1148"/>
                    <a:pt x="574" y="1148"/>
                  </a:cubicBezTo>
                  <a:cubicBezTo>
                    <a:pt x="890" y="1148"/>
                    <a:pt x="1146" y="892"/>
                    <a:pt x="1146" y="574"/>
                  </a:cubicBezTo>
                  <a:cubicBezTo>
                    <a:pt x="1146" y="258"/>
                    <a:pt x="890" y="1"/>
                    <a:pt x="574" y="1"/>
                  </a:cubicBezTo>
                  <a:close/>
                </a:path>
              </a:pathLst>
            </a:cu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36" name="Google Shape;1236;p78"/>
            <p:cNvSpPr/>
            <p:nvPr/>
          </p:nvSpPr>
          <p:spPr>
            <a:xfrm>
              <a:off x="2669825" y="4497775"/>
              <a:ext cx="28700" cy="28700"/>
            </a:xfrm>
            <a:custGeom>
              <a:rect b="b" l="l" r="r" t="t"/>
              <a:pathLst>
                <a:path extrusionOk="0" h="1148" w="1148">
                  <a:moveTo>
                    <a:pt x="574" y="0"/>
                  </a:moveTo>
                  <a:cubicBezTo>
                    <a:pt x="258" y="0"/>
                    <a:pt x="1" y="256"/>
                    <a:pt x="1" y="574"/>
                  </a:cubicBezTo>
                  <a:cubicBezTo>
                    <a:pt x="1" y="890"/>
                    <a:pt x="258" y="1147"/>
                    <a:pt x="574" y="1147"/>
                  </a:cubicBezTo>
                  <a:cubicBezTo>
                    <a:pt x="890" y="1147"/>
                    <a:pt x="1148" y="890"/>
                    <a:pt x="1148" y="574"/>
                  </a:cubicBezTo>
                  <a:cubicBezTo>
                    <a:pt x="1148" y="256"/>
                    <a:pt x="890" y="0"/>
                    <a:pt x="574" y="0"/>
                  </a:cubicBezTo>
                  <a:close/>
                </a:path>
              </a:pathLst>
            </a:cu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37" name="Google Shape;1237;p78"/>
            <p:cNvSpPr/>
            <p:nvPr/>
          </p:nvSpPr>
          <p:spPr>
            <a:xfrm>
              <a:off x="2387725" y="4108525"/>
              <a:ext cx="105700" cy="70675"/>
            </a:xfrm>
            <a:custGeom>
              <a:rect b="b" l="l" r="r" t="t"/>
              <a:pathLst>
                <a:path extrusionOk="0" h="2827" w="4228">
                  <a:moveTo>
                    <a:pt x="763" y="1"/>
                  </a:moveTo>
                  <a:cubicBezTo>
                    <a:pt x="199" y="1"/>
                    <a:pt x="1" y="896"/>
                    <a:pt x="620" y="1049"/>
                  </a:cubicBezTo>
                  <a:cubicBezTo>
                    <a:pt x="1634" y="1300"/>
                    <a:pt x="2478" y="1842"/>
                    <a:pt x="3141" y="2646"/>
                  </a:cubicBezTo>
                  <a:cubicBezTo>
                    <a:pt x="3246" y="2773"/>
                    <a:pt x="3369" y="2826"/>
                    <a:pt x="3490" y="2826"/>
                  </a:cubicBezTo>
                  <a:cubicBezTo>
                    <a:pt x="3872" y="2826"/>
                    <a:pt x="4228" y="2291"/>
                    <a:pt x="3897" y="1890"/>
                  </a:cubicBezTo>
                  <a:cubicBezTo>
                    <a:pt x="3125" y="954"/>
                    <a:pt x="2080" y="309"/>
                    <a:pt x="904" y="18"/>
                  </a:cubicBezTo>
                  <a:cubicBezTo>
                    <a:pt x="855" y="6"/>
                    <a:pt x="808" y="1"/>
                    <a:pt x="763" y="1"/>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38" name="Google Shape;1238;p78"/>
            <p:cNvSpPr/>
            <p:nvPr/>
          </p:nvSpPr>
          <p:spPr>
            <a:xfrm>
              <a:off x="2481100" y="4185075"/>
              <a:ext cx="60975" cy="161075"/>
            </a:xfrm>
            <a:custGeom>
              <a:rect b="b" l="l" r="r" t="t"/>
              <a:pathLst>
                <a:path extrusionOk="0" h="6443" w="2439">
                  <a:moveTo>
                    <a:pt x="744" y="1"/>
                  </a:moveTo>
                  <a:cubicBezTo>
                    <a:pt x="370" y="1"/>
                    <a:pt x="1" y="383"/>
                    <a:pt x="262" y="787"/>
                  </a:cubicBezTo>
                  <a:cubicBezTo>
                    <a:pt x="1222" y="2271"/>
                    <a:pt x="1347" y="4052"/>
                    <a:pt x="546" y="5633"/>
                  </a:cubicBezTo>
                  <a:cubicBezTo>
                    <a:pt x="333" y="6054"/>
                    <a:pt x="704" y="6442"/>
                    <a:pt x="1057" y="6442"/>
                  </a:cubicBezTo>
                  <a:cubicBezTo>
                    <a:pt x="1216" y="6442"/>
                    <a:pt x="1372" y="6363"/>
                    <a:pt x="1468" y="6173"/>
                  </a:cubicBezTo>
                  <a:cubicBezTo>
                    <a:pt x="2439" y="4258"/>
                    <a:pt x="2355" y="2058"/>
                    <a:pt x="1184" y="248"/>
                  </a:cubicBezTo>
                  <a:cubicBezTo>
                    <a:pt x="1071" y="73"/>
                    <a:pt x="907" y="1"/>
                    <a:pt x="744" y="1"/>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39" name="Google Shape;1239;p78"/>
            <p:cNvSpPr/>
            <p:nvPr/>
          </p:nvSpPr>
          <p:spPr>
            <a:xfrm>
              <a:off x="1864625" y="4426600"/>
              <a:ext cx="146675" cy="78600"/>
            </a:xfrm>
            <a:custGeom>
              <a:rect b="b" l="l" r="r" t="t"/>
              <a:pathLst>
                <a:path extrusionOk="0" h="3144" w="5867">
                  <a:moveTo>
                    <a:pt x="839" y="1"/>
                  </a:moveTo>
                  <a:cubicBezTo>
                    <a:pt x="233" y="1"/>
                    <a:pt x="1" y="940"/>
                    <a:pt x="646" y="1038"/>
                  </a:cubicBezTo>
                  <a:cubicBezTo>
                    <a:pt x="2196" y="1276"/>
                    <a:pt x="3575" y="1922"/>
                    <a:pt x="4719" y="2995"/>
                  </a:cubicBezTo>
                  <a:cubicBezTo>
                    <a:pt x="4831" y="3100"/>
                    <a:pt x="4955" y="3144"/>
                    <a:pt x="5076" y="3144"/>
                  </a:cubicBezTo>
                  <a:cubicBezTo>
                    <a:pt x="5496" y="3144"/>
                    <a:pt x="5866" y="2606"/>
                    <a:pt x="5475" y="2239"/>
                  </a:cubicBezTo>
                  <a:cubicBezTo>
                    <a:pt x="4205" y="1048"/>
                    <a:pt x="2656" y="272"/>
                    <a:pt x="931" y="8"/>
                  </a:cubicBezTo>
                  <a:cubicBezTo>
                    <a:pt x="900" y="3"/>
                    <a:pt x="869" y="1"/>
                    <a:pt x="839" y="1"/>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40" name="Google Shape;1240;p78"/>
            <p:cNvSpPr/>
            <p:nvPr/>
          </p:nvSpPr>
          <p:spPr>
            <a:xfrm>
              <a:off x="2006500" y="4511075"/>
              <a:ext cx="65575" cy="200075"/>
            </a:xfrm>
            <a:custGeom>
              <a:rect b="b" l="l" r="r" t="t"/>
              <a:pathLst>
                <a:path extrusionOk="0" h="8003" w="2623">
                  <a:moveTo>
                    <a:pt x="755" y="0"/>
                  </a:moveTo>
                  <a:cubicBezTo>
                    <a:pt x="372" y="0"/>
                    <a:pt x="0" y="379"/>
                    <a:pt x="281" y="774"/>
                  </a:cubicBezTo>
                  <a:cubicBezTo>
                    <a:pt x="1559" y="2574"/>
                    <a:pt x="1114" y="5425"/>
                    <a:pt x="897" y="7491"/>
                  </a:cubicBezTo>
                  <a:cubicBezTo>
                    <a:pt x="861" y="7832"/>
                    <a:pt x="1109" y="8002"/>
                    <a:pt x="1376" y="8002"/>
                  </a:cubicBezTo>
                  <a:cubicBezTo>
                    <a:pt x="1643" y="8002"/>
                    <a:pt x="1930" y="7831"/>
                    <a:pt x="1965" y="7491"/>
                  </a:cubicBezTo>
                  <a:cubicBezTo>
                    <a:pt x="2205" y="5207"/>
                    <a:pt x="2622" y="2231"/>
                    <a:pt x="1203" y="236"/>
                  </a:cubicBezTo>
                  <a:cubicBezTo>
                    <a:pt x="1085" y="69"/>
                    <a:pt x="919" y="0"/>
                    <a:pt x="755" y="0"/>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41" name="Google Shape;1241;p78"/>
            <p:cNvSpPr/>
            <p:nvPr/>
          </p:nvSpPr>
          <p:spPr>
            <a:xfrm>
              <a:off x="2391750" y="4665325"/>
              <a:ext cx="122625" cy="56025"/>
            </a:xfrm>
            <a:custGeom>
              <a:rect b="b" l="l" r="r" t="t"/>
              <a:pathLst>
                <a:path extrusionOk="0" h="2241" w="4905">
                  <a:moveTo>
                    <a:pt x="1523" y="0"/>
                  </a:moveTo>
                  <a:cubicBezTo>
                    <a:pt x="1228" y="0"/>
                    <a:pt x="929" y="31"/>
                    <a:pt x="631" y="92"/>
                  </a:cubicBezTo>
                  <a:cubicBezTo>
                    <a:pt x="1" y="223"/>
                    <a:pt x="210" y="1136"/>
                    <a:pt x="793" y="1136"/>
                  </a:cubicBezTo>
                  <a:cubicBezTo>
                    <a:pt x="832" y="1136"/>
                    <a:pt x="873" y="1131"/>
                    <a:pt x="916" y="1123"/>
                  </a:cubicBezTo>
                  <a:cubicBezTo>
                    <a:pt x="1124" y="1079"/>
                    <a:pt x="1332" y="1058"/>
                    <a:pt x="1537" y="1058"/>
                  </a:cubicBezTo>
                  <a:cubicBezTo>
                    <a:pt x="2392" y="1058"/>
                    <a:pt x="3192" y="1426"/>
                    <a:pt x="3791" y="2074"/>
                  </a:cubicBezTo>
                  <a:cubicBezTo>
                    <a:pt x="3900" y="2191"/>
                    <a:pt x="4025" y="2240"/>
                    <a:pt x="4146" y="2240"/>
                  </a:cubicBezTo>
                  <a:cubicBezTo>
                    <a:pt x="4544" y="2240"/>
                    <a:pt x="4905" y="1705"/>
                    <a:pt x="4547" y="1318"/>
                  </a:cubicBezTo>
                  <a:cubicBezTo>
                    <a:pt x="3747" y="452"/>
                    <a:pt x="2660" y="0"/>
                    <a:pt x="1523" y="0"/>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42" name="Google Shape;1242;p78"/>
            <p:cNvSpPr/>
            <p:nvPr/>
          </p:nvSpPr>
          <p:spPr>
            <a:xfrm>
              <a:off x="2510225" y="4740225"/>
              <a:ext cx="48350" cy="130825"/>
            </a:xfrm>
            <a:custGeom>
              <a:rect b="b" l="l" r="r" t="t"/>
              <a:pathLst>
                <a:path extrusionOk="0" h="5233" w="1934">
                  <a:moveTo>
                    <a:pt x="721" y="0"/>
                  </a:moveTo>
                  <a:cubicBezTo>
                    <a:pt x="372" y="0"/>
                    <a:pt x="0" y="388"/>
                    <a:pt x="204" y="812"/>
                  </a:cubicBezTo>
                  <a:cubicBezTo>
                    <a:pt x="784" y="2028"/>
                    <a:pt x="798" y="3340"/>
                    <a:pt x="321" y="4589"/>
                  </a:cubicBezTo>
                  <a:cubicBezTo>
                    <a:pt x="173" y="4978"/>
                    <a:pt x="492" y="5233"/>
                    <a:pt x="821" y="5233"/>
                  </a:cubicBezTo>
                  <a:cubicBezTo>
                    <a:pt x="1036" y="5233"/>
                    <a:pt x="1256" y="5124"/>
                    <a:pt x="1352" y="4873"/>
                  </a:cubicBezTo>
                  <a:cubicBezTo>
                    <a:pt x="1934" y="3347"/>
                    <a:pt x="1827" y="1739"/>
                    <a:pt x="1127" y="274"/>
                  </a:cubicBezTo>
                  <a:cubicBezTo>
                    <a:pt x="1034" y="80"/>
                    <a:pt x="880" y="0"/>
                    <a:pt x="721" y="0"/>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1243" name="Google Shape;1243;p78"/>
          <p:cNvPicPr preferRelativeResize="0"/>
          <p:nvPr/>
        </p:nvPicPr>
        <p:blipFill rotWithShape="1">
          <a:blip r:embed="rId2">
            <a:alphaModFix amt="14000"/>
          </a:blip>
          <a:srcRect b="0" l="0" r="0" t="0"/>
          <a:stretch/>
        </p:blipFill>
        <p:spPr>
          <a:xfrm>
            <a:off x="0" y="0"/>
            <a:ext cx="9144000" cy="5143500"/>
          </a:xfrm>
          <a:prstGeom prst="rect">
            <a:avLst/>
          </a:prstGeom>
          <a:noFill/>
          <a:ln>
            <a:noFill/>
          </a:ln>
        </p:spPr>
      </p:pic>
    </p:spTree>
  </p:cSld>
  <p:clrMapOvr>
    <a:masterClrMapping/>
  </p:clrMapOvr>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ackground 5">
  <p:cSld name="CAPTION_ONLY_1">
    <p:bg>
      <p:bgPr>
        <a:solidFill>
          <a:schemeClr val="dk2"/>
        </a:solidFill>
      </p:bgPr>
    </p:bg>
    <p:spTree>
      <p:nvGrpSpPr>
        <p:cNvPr id="1244" name="Shape 1244"/>
        <p:cNvGrpSpPr/>
        <p:nvPr/>
      </p:nvGrpSpPr>
      <p:grpSpPr>
        <a:xfrm>
          <a:off x="0" y="0"/>
          <a:ext cx="0" cy="0"/>
          <a:chOff x="0" y="0"/>
          <a:chExt cx="0" cy="0"/>
        </a:xfrm>
      </p:grpSpPr>
      <p:pic>
        <p:nvPicPr>
          <p:cNvPr id="1245" name="Google Shape;1245;p79"/>
          <p:cNvPicPr preferRelativeResize="0"/>
          <p:nvPr/>
        </p:nvPicPr>
        <p:blipFill rotWithShape="1">
          <a:blip r:embed="rId2">
            <a:alphaModFix amt="14000"/>
          </a:blip>
          <a:srcRect b="0" l="0" r="0" t="0"/>
          <a:stretch/>
        </p:blipFill>
        <p:spPr>
          <a:xfrm>
            <a:off x="0" y="0"/>
            <a:ext cx="9144000" cy="5143500"/>
          </a:xfrm>
          <a:prstGeom prst="rect">
            <a:avLst/>
          </a:prstGeom>
          <a:noFill/>
          <a:ln>
            <a:noFill/>
          </a:ln>
        </p:spPr>
      </p:pic>
      <p:sp>
        <p:nvSpPr>
          <p:cNvPr id="1246" name="Google Shape;1246;p79"/>
          <p:cNvSpPr/>
          <p:nvPr/>
        </p:nvSpPr>
        <p:spPr>
          <a:xfrm>
            <a:off x="372375" y="324675"/>
            <a:ext cx="8394900" cy="4500600"/>
          </a:xfrm>
          <a:prstGeom prst="rect">
            <a:avLst/>
          </a:prstGeom>
          <a:solidFill>
            <a:srgbClr val="7C7C7C">
              <a:alpha val="27058"/>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nvGrpSpPr>
          <p:cNvPr id="1247" name="Google Shape;1247;p79"/>
          <p:cNvGrpSpPr/>
          <p:nvPr/>
        </p:nvGrpSpPr>
        <p:grpSpPr>
          <a:xfrm>
            <a:off x="372025" y="321975"/>
            <a:ext cx="8400000" cy="4499700"/>
            <a:chOff x="372025" y="321975"/>
            <a:chExt cx="8400000" cy="4499700"/>
          </a:xfrm>
        </p:grpSpPr>
        <p:sp>
          <p:nvSpPr>
            <p:cNvPr id="1248" name="Google Shape;1248;p79"/>
            <p:cNvSpPr/>
            <p:nvPr/>
          </p:nvSpPr>
          <p:spPr>
            <a:xfrm>
              <a:off x="372025" y="321975"/>
              <a:ext cx="8400000" cy="4499700"/>
            </a:xfrm>
            <a:prstGeom prst="rect">
              <a:avLst/>
            </a:prstGeom>
            <a:noFill/>
            <a:ln cap="flat" cmpd="sng" w="9525">
              <a:solidFill>
                <a:schemeClr val="accent6"/>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49" name="Google Shape;1249;p79"/>
            <p:cNvSpPr/>
            <p:nvPr/>
          </p:nvSpPr>
          <p:spPr>
            <a:xfrm>
              <a:off x="372025" y="321975"/>
              <a:ext cx="8400000" cy="218100"/>
            </a:xfrm>
            <a:prstGeom prst="rect">
              <a:avLst/>
            </a:prstGeom>
            <a:noFill/>
            <a:ln cap="flat" cmpd="sng" w="9525">
              <a:solidFill>
                <a:schemeClr val="accent6"/>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50" name="Google Shape;1250;p79"/>
            <p:cNvSpPr/>
            <p:nvPr/>
          </p:nvSpPr>
          <p:spPr>
            <a:xfrm>
              <a:off x="486450" y="380900"/>
              <a:ext cx="100200" cy="100200"/>
            </a:xfrm>
            <a:prstGeom prst="ellips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51" name="Google Shape;1251;p79"/>
            <p:cNvSpPr/>
            <p:nvPr/>
          </p:nvSpPr>
          <p:spPr>
            <a:xfrm>
              <a:off x="669900" y="380900"/>
              <a:ext cx="100200" cy="100200"/>
            </a:xfrm>
            <a:prstGeom prst="ellips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52" name="Google Shape;1252;p79"/>
            <p:cNvSpPr/>
            <p:nvPr/>
          </p:nvSpPr>
          <p:spPr>
            <a:xfrm>
              <a:off x="853350" y="380900"/>
              <a:ext cx="100200" cy="100200"/>
            </a:xfrm>
            <a:prstGeom prst="ellips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53" name="Google Shape;1253;p79"/>
            <p:cNvSpPr/>
            <p:nvPr/>
          </p:nvSpPr>
          <p:spPr>
            <a:xfrm>
              <a:off x="8537750" y="380900"/>
              <a:ext cx="100200" cy="100200"/>
            </a:xfrm>
            <a:prstGeom prst="ellipse">
              <a:avLst/>
            </a:prstGeom>
            <a:noFill/>
            <a:ln cap="flat" cmpd="sng" w="9525">
              <a:solidFill>
                <a:schemeClr val="accent6"/>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cxnSp>
          <p:nvCxnSpPr>
            <p:cNvPr id="1254" name="Google Shape;1254;p79"/>
            <p:cNvCxnSpPr/>
            <p:nvPr/>
          </p:nvCxnSpPr>
          <p:spPr>
            <a:xfrm>
              <a:off x="7498375" y="431000"/>
              <a:ext cx="1039500" cy="0"/>
            </a:xfrm>
            <a:prstGeom prst="straightConnector1">
              <a:avLst/>
            </a:prstGeom>
            <a:noFill/>
            <a:ln cap="flat" cmpd="sng" w="9525">
              <a:solidFill>
                <a:schemeClr val="accent6"/>
              </a:solidFill>
              <a:prstDash val="solid"/>
              <a:round/>
              <a:headEnd len="sm" w="sm" type="none"/>
              <a:tailEnd len="sm" w="sm" type="none"/>
            </a:ln>
          </p:spPr>
        </p:cxnSp>
      </p:grpSp>
    </p:spTree>
  </p:cSld>
  <p:clrMapOvr>
    <a:masterClrMapping/>
  </p:clrMapOvr>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slide" type="blank">
  <p:cSld name="BLANK">
    <p:spTree>
      <p:nvGrpSpPr>
        <p:cNvPr id="1258" name="Shape 1258"/>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0" Type="http://schemas.openxmlformats.org/officeDocument/2006/relationships/slideLayout" Target="../slideLayouts/slideLayout20.xml"/><Relationship Id="rId22" Type="http://schemas.openxmlformats.org/officeDocument/2006/relationships/slideLayout" Target="../slideLayouts/slideLayout22.xml"/><Relationship Id="rId21" Type="http://schemas.openxmlformats.org/officeDocument/2006/relationships/slideLayout" Target="../slideLayouts/slideLayout21.xml"/><Relationship Id="rId24" Type="http://schemas.openxmlformats.org/officeDocument/2006/relationships/slideLayout" Target="../slideLayouts/slideLayout24.xml"/><Relationship Id="rId23" Type="http://schemas.openxmlformats.org/officeDocument/2006/relationships/slideLayout" Target="../slideLayouts/slideLayout23.xml"/><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9" Type="http://schemas.openxmlformats.org/officeDocument/2006/relationships/slideLayout" Target="../slideLayouts/slideLayout9.xml"/><Relationship Id="rId26" Type="http://schemas.openxmlformats.org/officeDocument/2006/relationships/slideLayout" Target="../slideLayouts/slideLayout26.xml"/><Relationship Id="rId25" Type="http://schemas.openxmlformats.org/officeDocument/2006/relationships/slideLayout" Target="../slideLayouts/slideLayout25.xml"/><Relationship Id="rId28" Type="http://schemas.openxmlformats.org/officeDocument/2006/relationships/slideLayout" Target="../slideLayouts/slideLayout28.xml"/><Relationship Id="rId27" Type="http://schemas.openxmlformats.org/officeDocument/2006/relationships/slideLayout" Target="../slideLayouts/slideLayout27.xml"/><Relationship Id="rId5" Type="http://schemas.openxmlformats.org/officeDocument/2006/relationships/slideLayout" Target="../slideLayouts/slideLayout5.xml"/><Relationship Id="rId6" Type="http://schemas.openxmlformats.org/officeDocument/2006/relationships/slideLayout" Target="../slideLayouts/slideLayout6.xml"/><Relationship Id="rId29" Type="http://schemas.openxmlformats.org/officeDocument/2006/relationships/theme" Target="../theme/theme2.xml"/><Relationship Id="rId7" Type="http://schemas.openxmlformats.org/officeDocument/2006/relationships/slideLayout" Target="../slideLayouts/slideLayout7.xml"/><Relationship Id="rId8" Type="http://schemas.openxmlformats.org/officeDocument/2006/relationships/slideLayout" Target="../slideLayouts/slideLayout8.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3" Type="http://schemas.openxmlformats.org/officeDocument/2006/relationships/slideLayout" Target="../slideLayouts/slideLayout13.xml"/><Relationship Id="rId12" Type="http://schemas.openxmlformats.org/officeDocument/2006/relationships/slideLayout" Target="../slideLayouts/slideLayout12.xml"/><Relationship Id="rId15" Type="http://schemas.openxmlformats.org/officeDocument/2006/relationships/slideLayout" Target="../slideLayouts/slideLayout15.xml"/><Relationship Id="rId14" Type="http://schemas.openxmlformats.org/officeDocument/2006/relationships/slideLayout" Target="../slideLayouts/slideLayout14.xml"/><Relationship Id="rId17" Type="http://schemas.openxmlformats.org/officeDocument/2006/relationships/slideLayout" Target="../slideLayouts/slideLayout17.xml"/><Relationship Id="rId16" Type="http://schemas.openxmlformats.org/officeDocument/2006/relationships/slideLayout" Target="../slideLayouts/slideLayout16.xml"/><Relationship Id="rId19" Type="http://schemas.openxmlformats.org/officeDocument/2006/relationships/slideLayout" Target="../slideLayouts/slideLayout19.xml"/><Relationship Id="rId18" Type="http://schemas.openxmlformats.org/officeDocument/2006/relationships/slideLayout" Target="../slideLayouts/slideLayout18.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29.xml"/><Relationship Id="rId2" Type="http://schemas.openxmlformats.org/officeDocument/2006/relationships/theme" Target="../theme/theme3.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accent6"/>
        </a:solidFill>
      </p:bgPr>
    </p:bg>
    <p:spTree>
      <p:nvGrpSpPr>
        <p:cNvPr id="5" name="Shape 5"/>
        <p:cNvGrpSpPr/>
        <p:nvPr/>
      </p:nvGrpSpPr>
      <p:grpSpPr>
        <a:xfrm>
          <a:off x="0" y="0"/>
          <a:ext cx="0" cy="0"/>
          <a:chOff x="0" y="0"/>
          <a:chExt cx="0" cy="0"/>
        </a:xfrm>
      </p:grpSpPr>
      <p:sp>
        <p:nvSpPr>
          <p:cNvPr id="6" name="Google Shape;6;p49"/>
          <p:cNvSpPr txBox="1"/>
          <p:nvPr>
            <p:ph type="title"/>
          </p:nvPr>
        </p:nvSpPr>
        <p:spPr>
          <a:xfrm>
            <a:off x="720000" y="540000"/>
            <a:ext cx="7704000" cy="564300"/>
          </a:xfrm>
          <a:prstGeom prst="rect">
            <a:avLst/>
          </a:prstGeom>
          <a:noFill/>
          <a:ln>
            <a:noFill/>
          </a:ln>
        </p:spPr>
        <p:txBody>
          <a:bodyPr anchorCtr="0" anchor="ctr" bIns="91425" lIns="91425" spcFirstLastPara="1" rIns="91425" wrap="square" tIns="91425">
            <a:noAutofit/>
          </a:bodyPr>
          <a:lstStyle>
            <a:lvl1pPr lvl="0" marR="0" rtl="0" algn="l">
              <a:lnSpc>
                <a:spcPct val="100000"/>
              </a:lnSpc>
              <a:spcBef>
                <a:spcPts val="0"/>
              </a:spcBef>
              <a:spcAft>
                <a:spcPts val="0"/>
              </a:spcAft>
              <a:buClr>
                <a:schemeClr val="dk2"/>
              </a:buClr>
              <a:buSzPts val="2800"/>
              <a:buFont typeface="Zen Dots"/>
              <a:buNone/>
              <a:defRPr b="0" i="0" sz="2800" u="none" cap="none" strike="noStrike">
                <a:solidFill>
                  <a:schemeClr val="dk2"/>
                </a:solidFill>
                <a:latin typeface="Zen Dots"/>
                <a:ea typeface="Zen Dots"/>
                <a:cs typeface="Zen Dots"/>
                <a:sym typeface="Zen Dots"/>
              </a:defRPr>
            </a:lvl1pPr>
            <a:lvl2pPr lvl="1" marR="0" rtl="0" algn="l">
              <a:lnSpc>
                <a:spcPct val="100000"/>
              </a:lnSpc>
              <a:spcBef>
                <a:spcPts val="0"/>
              </a:spcBef>
              <a:spcAft>
                <a:spcPts val="0"/>
              </a:spcAft>
              <a:buClr>
                <a:schemeClr val="dk2"/>
              </a:buClr>
              <a:buSzPts val="2800"/>
              <a:buFont typeface="Zen Dots"/>
              <a:buNone/>
              <a:defRPr b="0" i="0" sz="2800" u="none" cap="none" strike="noStrike">
                <a:solidFill>
                  <a:schemeClr val="dk2"/>
                </a:solidFill>
                <a:latin typeface="Zen Dots"/>
                <a:ea typeface="Zen Dots"/>
                <a:cs typeface="Zen Dots"/>
                <a:sym typeface="Zen Dots"/>
              </a:defRPr>
            </a:lvl2pPr>
            <a:lvl3pPr lvl="2" marR="0" rtl="0" algn="l">
              <a:lnSpc>
                <a:spcPct val="100000"/>
              </a:lnSpc>
              <a:spcBef>
                <a:spcPts val="0"/>
              </a:spcBef>
              <a:spcAft>
                <a:spcPts val="0"/>
              </a:spcAft>
              <a:buClr>
                <a:schemeClr val="dk2"/>
              </a:buClr>
              <a:buSzPts val="2800"/>
              <a:buFont typeface="Zen Dots"/>
              <a:buNone/>
              <a:defRPr b="0" i="0" sz="2800" u="none" cap="none" strike="noStrike">
                <a:solidFill>
                  <a:schemeClr val="dk2"/>
                </a:solidFill>
                <a:latin typeface="Zen Dots"/>
                <a:ea typeface="Zen Dots"/>
                <a:cs typeface="Zen Dots"/>
                <a:sym typeface="Zen Dots"/>
              </a:defRPr>
            </a:lvl3pPr>
            <a:lvl4pPr lvl="3" marR="0" rtl="0" algn="l">
              <a:lnSpc>
                <a:spcPct val="100000"/>
              </a:lnSpc>
              <a:spcBef>
                <a:spcPts val="0"/>
              </a:spcBef>
              <a:spcAft>
                <a:spcPts val="0"/>
              </a:spcAft>
              <a:buClr>
                <a:schemeClr val="dk2"/>
              </a:buClr>
              <a:buSzPts val="2800"/>
              <a:buFont typeface="Zen Dots"/>
              <a:buNone/>
              <a:defRPr b="0" i="0" sz="2800" u="none" cap="none" strike="noStrike">
                <a:solidFill>
                  <a:schemeClr val="dk2"/>
                </a:solidFill>
                <a:latin typeface="Zen Dots"/>
                <a:ea typeface="Zen Dots"/>
                <a:cs typeface="Zen Dots"/>
                <a:sym typeface="Zen Dots"/>
              </a:defRPr>
            </a:lvl4pPr>
            <a:lvl5pPr lvl="4" marR="0" rtl="0" algn="l">
              <a:lnSpc>
                <a:spcPct val="100000"/>
              </a:lnSpc>
              <a:spcBef>
                <a:spcPts val="0"/>
              </a:spcBef>
              <a:spcAft>
                <a:spcPts val="0"/>
              </a:spcAft>
              <a:buClr>
                <a:schemeClr val="dk2"/>
              </a:buClr>
              <a:buSzPts val="2800"/>
              <a:buFont typeface="Zen Dots"/>
              <a:buNone/>
              <a:defRPr b="0" i="0" sz="2800" u="none" cap="none" strike="noStrike">
                <a:solidFill>
                  <a:schemeClr val="dk2"/>
                </a:solidFill>
                <a:latin typeface="Zen Dots"/>
                <a:ea typeface="Zen Dots"/>
                <a:cs typeface="Zen Dots"/>
                <a:sym typeface="Zen Dots"/>
              </a:defRPr>
            </a:lvl5pPr>
            <a:lvl6pPr lvl="5" marR="0" rtl="0" algn="l">
              <a:lnSpc>
                <a:spcPct val="100000"/>
              </a:lnSpc>
              <a:spcBef>
                <a:spcPts val="0"/>
              </a:spcBef>
              <a:spcAft>
                <a:spcPts val="0"/>
              </a:spcAft>
              <a:buClr>
                <a:schemeClr val="dk2"/>
              </a:buClr>
              <a:buSzPts val="2800"/>
              <a:buFont typeface="Zen Dots"/>
              <a:buNone/>
              <a:defRPr b="0" i="0" sz="2800" u="none" cap="none" strike="noStrike">
                <a:solidFill>
                  <a:schemeClr val="dk2"/>
                </a:solidFill>
                <a:latin typeface="Zen Dots"/>
                <a:ea typeface="Zen Dots"/>
                <a:cs typeface="Zen Dots"/>
                <a:sym typeface="Zen Dots"/>
              </a:defRPr>
            </a:lvl6pPr>
            <a:lvl7pPr lvl="6" marR="0" rtl="0" algn="l">
              <a:lnSpc>
                <a:spcPct val="100000"/>
              </a:lnSpc>
              <a:spcBef>
                <a:spcPts val="0"/>
              </a:spcBef>
              <a:spcAft>
                <a:spcPts val="0"/>
              </a:spcAft>
              <a:buClr>
                <a:schemeClr val="dk2"/>
              </a:buClr>
              <a:buSzPts val="2800"/>
              <a:buFont typeface="Zen Dots"/>
              <a:buNone/>
              <a:defRPr b="0" i="0" sz="2800" u="none" cap="none" strike="noStrike">
                <a:solidFill>
                  <a:schemeClr val="dk2"/>
                </a:solidFill>
                <a:latin typeface="Zen Dots"/>
                <a:ea typeface="Zen Dots"/>
                <a:cs typeface="Zen Dots"/>
                <a:sym typeface="Zen Dots"/>
              </a:defRPr>
            </a:lvl7pPr>
            <a:lvl8pPr lvl="7" marR="0" rtl="0" algn="l">
              <a:lnSpc>
                <a:spcPct val="100000"/>
              </a:lnSpc>
              <a:spcBef>
                <a:spcPts val="0"/>
              </a:spcBef>
              <a:spcAft>
                <a:spcPts val="0"/>
              </a:spcAft>
              <a:buClr>
                <a:schemeClr val="dk2"/>
              </a:buClr>
              <a:buSzPts val="2800"/>
              <a:buFont typeface="Zen Dots"/>
              <a:buNone/>
              <a:defRPr b="0" i="0" sz="2800" u="none" cap="none" strike="noStrike">
                <a:solidFill>
                  <a:schemeClr val="dk2"/>
                </a:solidFill>
                <a:latin typeface="Zen Dots"/>
                <a:ea typeface="Zen Dots"/>
                <a:cs typeface="Zen Dots"/>
                <a:sym typeface="Zen Dots"/>
              </a:defRPr>
            </a:lvl8pPr>
            <a:lvl9pPr lvl="8" marR="0" rtl="0" algn="l">
              <a:lnSpc>
                <a:spcPct val="100000"/>
              </a:lnSpc>
              <a:spcBef>
                <a:spcPts val="0"/>
              </a:spcBef>
              <a:spcAft>
                <a:spcPts val="0"/>
              </a:spcAft>
              <a:buClr>
                <a:schemeClr val="dk2"/>
              </a:buClr>
              <a:buSzPts val="2800"/>
              <a:buFont typeface="Zen Dots"/>
              <a:buNone/>
              <a:defRPr b="0" i="0" sz="2800" u="none" cap="none" strike="noStrike">
                <a:solidFill>
                  <a:schemeClr val="dk2"/>
                </a:solidFill>
                <a:latin typeface="Zen Dots"/>
                <a:ea typeface="Zen Dots"/>
                <a:cs typeface="Zen Dots"/>
                <a:sym typeface="Zen Dots"/>
              </a:defRPr>
            </a:lvl9pPr>
          </a:lstStyle>
          <a:p/>
        </p:txBody>
      </p:sp>
      <p:sp>
        <p:nvSpPr>
          <p:cNvPr id="7" name="Google Shape;7;p49"/>
          <p:cNvSpPr txBox="1"/>
          <p:nvPr>
            <p:ph idx="1" type="body"/>
          </p:nvPr>
        </p:nvSpPr>
        <p:spPr>
          <a:xfrm>
            <a:off x="720000" y="1237083"/>
            <a:ext cx="7704000" cy="3366300"/>
          </a:xfrm>
          <a:prstGeom prst="rect">
            <a:avLst/>
          </a:prstGeom>
          <a:noFill/>
          <a:ln>
            <a:noFill/>
          </a:ln>
        </p:spPr>
        <p:txBody>
          <a:bodyPr anchorCtr="0" anchor="t" bIns="91425" lIns="91425" spcFirstLastPara="1" rIns="91425" wrap="square" tIns="91425">
            <a:noAutofit/>
          </a:bodyPr>
          <a:lstStyle>
            <a:lvl1pPr indent="-317500" lvl="0" marL="457200" marR="0" rtl="0" algn="l">
              <a:lnSpc>
                <a:spcPct val="100000"/>
              </a:lnSpc>
              <a:spcBef>
                <a:spcPts val="0"/>
              </a:spcBef>
              <a:spcAft>
                <a:spcPts val="0"/>
              </a:spcAft>
              <a:buClr>
                <a:schemeClr val="lt1"/>
              </a:buClr>
              <a:buSzPts val="1400"/>
              <a:buFont typeface="Anaheim"/>
              <a:buChar char="●"/>
              <a:defRPr b="0" i="0" sz="1400" u="none" cap="none" strike="noStrike">
                <a:solidFill>
                  <a:schemeClr val="lt1"/>
                </a:solidFill>
                <a:latin typeface="Anaheim"/>
                <a:ea typeface="Anaheim"/>
                <a:cs typeface="Anaheim"/>
                <a:sym typeface="Anaheim"/>
              </a:defRPr>
            </a:lvl1pPr>
            <a:lvl2pPr indent="-317500" lvl="1" marL="914400" marR="0" rtl="0" algn="l">
              <a:lnSpc>
                <a:spcPct val="100000"/>
              </a:lnSpc>
              <a:spcBef>
                <a:spcPts val="1600"/>
              </a:spcBef>
              <a:spcAft>
                <a:spcPts val="0"/>
              </a:spcAft>
              <a:buClr>
                <a:schemeClr val="lt1"/>
              </a:buClr>
              <a:buSzPts val="1400"/>
              <a:buFont typeface="Anaheim"/>
              <a:buChar char="○"/>
              <a:defRPr b="0" i="0" sz="1400" u="none" cap="none" strike="noStrike">
                <a:solidFill>
                  <a:schemeClr val="lt1"/>
                </a:solidFill>
                <a:latin typeface="Anaheim"/>
                <a:ea typeface="Anaheim"/>
                <a:cs typeface="Anaheim"/>
                <a:sym typeface="Anaheim"/>
              </a:defRPr>
            </a:lvl2pPr>
            <a:lvl3pPr indent="-317500" lvl="2" marL="1371600" marR="0" rtl="0" algn="l">
              <a:lnSpc>
                <a:spcPct val="100000"/>
              </a:lnSpc>
              <a:spcBef>
                <a:spcPts val="1600"/>
              </a:spcBef>
              <a:spcAft>
                <a:spcPts val="0"/>
              </a:spcAft>
              <a:buClr>
                <a:schemeClr val="lt1"/>
              </a:buClr>
              <a:buSzPts val="1400"/>
              <a:buFont typeface="Anaheim"/>
              <a:buChar char="■"/>
              <a:defRPr b="0" i="0" sz="1400" u="none" cap="none" strike="noStrike">
                <a:solidFill>
                  <a:schemeClr val="lt1"/>
                </a:solidFill>
                <a:latin typeface="Anaheim"/>
                <a:ea typeface="Anaheim"/>
                <a:cs typeface="Anaheim"/>
                <a:sym typeface="Anaheim"/>
              </a:defRPr>
            </a:lvl3pPr>
            <a:lvl4pPr indent="-317500" lvl="3" marL="1828800" marR="0" rtl="0" algn="l">
              <a:lnSpc>
                <a:spcPct val="100000"/>
              </a:lnSpc>
              <a:spcBef>
                <a:spcPts val="1600"/>
              </a:spcBef>
              <a:spcAft>
                <a:spcPts val="0"/>
              </a:spcAft>
              <a:buClr>
                <a:schemeClr val="lt1"/>
              </a:buClr>
              <a:buSzPts val="1400"/>
              <a:buFont typeface="Anaheim"/>
              <a:buChar char="●"/>
              <a:defRPr b="0" i="0" sz="1400" u="none" cap="none" strike="noStrike">
                <a:solidFill>
                  <a:schemeClr val="lt1"/>
                </a:solidFill>
                <a:latin typeface="Anaheim"/>
                <a:ea typeface="Anaheim"/>
                <a:cs typeface="Anaheim"/>
                <a:sym typeface="Anaheim"/>
              </a:defRPr>
            </a:lvl4pPr>
            <a:lvl5pPr indent="-317500" lvl="4" marL="2286000" marR="0" rtl="0" algn="l">
              <a:lnSpc>
                <a:spcPct val="100000"/>
              </a:lnSpc>
              <a:spcBef>
                <a:spcPts val="1600"/>
              </a:spcBef>
              <a:spcAft>
                <a:spcPts val="0"/>
              </a:spcAft>
              <a:buClr>
                <a:schemeClr val="lt1"/>
              </a:buClr>
              <a:buSzPts val="1400"/>
              <a:buFont typeface="Anaheim"/>
              <a:buChar char="○"/>
              <a:defRPr b="0" i="0" sz="1400" u="none" cap="none" strike="noStrike">
                <a:solidFill>
                  <a:schemeClr val="lt1"/>
                </a:solidFill>
                <a:latin typeface="Anaheim"/>
                <a:ea typeface="Anaheim"/>
                <a:cs typeface="Anaheim"/>
                <a:sym typeface="Anaheim"/>
              </a:defRPr>
            </a:lvl5pPr>
            <a:lvl6pPr indent="-317500" lvl="5" marL="2743200" marR="0" rtl="0" algn="l">
              <a:lnSpc>
                <a:spcPct val="100000"/>
              </a:lnSpc>
              <a:spcBef>
                <a:spcPts val="1600"/>
              </a:spcBef>
              <a:spcAft>
                <a:spcPts val="0"/>
              </a:spcAft>
              <a:buClr>
                <a:schemeClr val="lt1"/>
              </a:buClr>
              <a:buSzPts val="1400"/>
              <a:buFont typeface="Anaheim"/>
              <a:buChar char="■"/>
              <a:defRPr b="0" i="0" sz="1400" u="none" cap="none" strike="noStrike">
                <a:solidFill>
                  <a:schemeClr val="lt1"/>
                </a:solidFill>
                <a:latin typeface="Anaheim"/>
                <a:ea typeface="Anaheim"/>
                <a:cs typeface="Anaheim"/>
                <a:sym typeface="Anaheim"/>
              </a:defRPr>
            </a:lvl6pPr>
            <a:lvl7pPr indent="-317500" lvl="6" marL="3200400" marR="0" rtl="0" algn="l">
              <a:lnSpc>
                <a:spcPct val="100000"/>
              </a:lnSpc>
              <a:spcBef>
                <a:spcPts val="1600"/>
              </a:spcBef>
              <a:spcAft>
                <a:spcPts val="0"/>
              </a:spcAft>
              <a:buClr>
                <a:schemeClr val="lt1"/>
              </a:buClr>
              <a:buSzPts val="1400"/>
              <a:buFont typeface="Anaheim"/>
              <a:buChar char="●"/>
              <a:defRPr b="0" i="0" sz="1400" u="none" cap="none" strike="noStrike">
                <a:solidFill>
                  <a:schemeClr val="lt1"/>
                </a:solidFill>
                <a:latin typeface="Anaheim"/>
                <a:ea typeface="Anaheim"/>
                <a:cs typeface="Anaheim"/>
                <a:sym typeface="Anaheim"/>
              </a:defRPr>
            </a:lvl7pPr>
            <a:lvl8pPr indent="-317500" lvl="7" marL="3657600" marR="0" rtl="0" algn="l">
              <a:lnSpc>
                <a:spcPct val="100000"/>
              </a:lnSpc>
              <a:spcBef>
                <a:spcPts val="1600"/>
              </a:spcBef>
              <a:spcAft>
                <a:spcPts val="0"/>
              </a:spcAft>
              <a:buClr>
                <a:schemeClr val="lt1"/>
              </a:buClr>
              <a:buSzPts val="1400"/>
              <a:buFont typeface="Anaheim"/>
              <a:buChar char="○"/>
              <a:defRPr b="0" i="0" sz="1400" u="none" cap="none" strike="noStrike">
                <a:solidFill>
                  <a:schemeClr val="lt1"/>
                </a:solidFill>
                <a:latin typeface="Anaheim"/>
                <a:ea typeface="Anaheim"/>
                <a:cs typeface="Anaheim"/>
                <a:sym typeface="Anaheim"/>
              </a:defRPr>
            </a:lvl8pPr>
            <a:lvl9pPr indent="-317500" lvl="8" marL="4114800" marR="0" rtl="0" algn="l">
              <a:lnSpc>
                <a:spcPct val="100000"/>
              </a:lnSpc>
              <a:spcBef>
                <a:spcPts val="1600"/>
              </a:spcBef>
              <a:spcAft>
                <a:spcPts val="1600"/>
              </a:spcAft>
              <a:buClr>
                <a:schemeClr val="lt1"/>
              </a:buClr>
              <a:buSzPts val="1400"/>
              <a:buFont typeface="Anaheim"/>
              <a:buChar char="■"/>
              <a:defRPr b="0" i="0" sz="1400" u="none" cap="none" strike="noStrike">
                <a:solidFill>
                  <a:schemeClr val="lt1"/>
                </a:solidFill>
                <a:latin typeface="Anaheim"/>
                <a:ea typeface="Anaheim"/>
                <a:cs typeface="Anaheim"/>
                <a:sym typeface="Anaheim"/>
              </a:defRPr>
            </a:lvl9pPr>
          </a:lstStyle>
          <a:p/>
        </p:txBody>
      </p:sp>
      <p:sp>
        <p:nvSpPr>
          <p:cNvPr id="8" name="Google Shape;8;p49"/>
          <p:cNvSpPr txBox="1"/>
          <p:nvPr/>
        </p:nvSpPr>
        <p:spPr>
          <a:xfrm>
            <a:off x="4572000" y="45025"/>
            <a:ext cx="4572000" cy="357300"/>
          </a:xfrm>
          <a:prstGeom prst="rect">
            <a:avLst/>
          </a:prstGeom>
          <a:noFill/>
          <a:ln>
            <a:noFill/>
          </a:ln>
        </p:spPr>
        <p:txBody>
          <a:bodyPr anchorCtr="0" anchor="b"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5200"/>
              <a:buFont typeface="Arial"/>
              <a:buNone/>
            </a:pPr>
            <a:r>
              <a:rPr lang="en" sz="1600">
                <a:solidFill>
                  <a:schemeClr val="lt1"/>
                </a:solidFill>
                <a:latin typeface="Zen Dots"/>
                <a:ea typeface="Zen Dots"/>
                <a:cs typeface="Zen Dots"/>
                <a:sym typeface="Zen Dots"/>
              </a:rPr>
              <a:t>Università degli studi di Urbino</a:t>
            </a:r>
            <a:endParaRPr sz="1600">
              <a:solidFill>
                <a:schemeClr val="lt1"/>
              </a:solidFill>
              <a:latin typeface="Zen Dots"/>
              <a:ea typeface="Zen Dots"/>
              <a:cs typeface="Zen Dots"/>
              <a:sym typeface="Zen Dots"/>
            </a:endParaRPr>
          </a:p>
        </p:txBody>
      </p:sp>
      <p:sp>
        <p:nvSpPr>
          <p:cNvPr id="9" name="Google Shape;9;p49"/>
          <p:cNvSpPr txBox="1"/>
          <p:nvPr/>
        </p:nvSpPr>
        <p:spPr>
          <a:xfrm>
            <a:off x="288400" y="4786200"/>
            <a:ext cx="4572000" cy="357300"/>
          </a:xfrm>
          <a:prstGeom prst="rect">
            <a:avLst/>
          </a:prstGeom>
          <a:noFill/>
          <a:ln>
            <a:noFill/>
          </a:ln>
        </p:spPr>
        <p:txBody>
          <a:bodyPr anchorCtr="0" anchor="b" bIns="91425" lIns="91425" spcFirstLastPara="1" rIns="91425" wrap="square" tIns="91425">
            <a:noAutofit/>
          </a:bodyPr>
          <a:lstStyle/>
          <a:p>
            <a:pPr indent="0" lvl="0" marL="0" marR="0" rtl="0" algn="l">
              <a:lnSpc>
                <a:spcPct val="100000"/>
              </a:lnSpc>
              <a:spcBef>
                <a:spcPts val="0"/>
              </a:spcBef>
              <a:spcAft>
                <a:spcPts val="0"/>
              </a:spcAft>
              <a:buClr>
                <a:srgbClr val="000000"/>
              </a:buClr>
              <a:buSzPts val="5200"/>
              <a:buFont typeface="Arial"/>
              <a:buNone/>
            </a:pPr>
            <a:r>
              <a:rPr lang="en" sz="1600">
                <a:solidFill>
                  <a:schemeClr val="lt1"/>
                </a:solidFill>
                <a:latin typeface="Zen Dots"/>
                <a:ea typeface="Zen Dots"/>
                <a:cs typeface="Zen Dots"/>
                <a:sym typeface="Zen Dots"/>
              </a:rPr>
              <a:t>Matteo Leopizzi</a:t>
            </a:r>
            <a:endParaRPr sz="1600">
              <a:solidFill>
                <a:schemeClr val="lt1"/>
              </a:solidFill>
              <a:latin typeface="Zen Dots"/>
              <a:ea typeface="Zen Dots"/>
              <a:cs typeface="Zen Dots"/>
              <a:sym typeface="Zen Dots"/>
            </a:endParaRPr>
          </a:p>
        </p:txBody>
      </p:sp>
    </p:spTree>
  </p:cSld>
  <p:clrMap accent1="accent1" accent2="accent2" accent3="accent3" accent4="accent4" accent5="accent5" accent6="accent6" bg1="lt1" bg2="dk2" tx1="dk1" tx2="lt2" folHlink="folHlink" hlink="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 id="2147483662" r:id="rId14"/>
    <p:sldLayoutId id="2147483663" r:id="rId15"/>
    <p:sldLayoutId id="2147483664" r:id="rId16"/>
    <p:sldLayoutId id="2147483665" r:id="rId17"/>
    <p:sldLayoutId id="2147483666" r:id="rId18"/>
    <p:sldLayoutId id="2147483667" r:id="rId19"/>
    <p:sldLayoutId id="2147483668" r:id="rId20"/>
    <p:sldLayoutId id="2147483669" r:id="rId21"/>
    <p:sldLayoutId id="2147483670" r:id="rId22"/>
    <p:sldLayoutId id="2147483671" r:id="rId23"/>
    <p:sldLayoutId id="2147483672" r:id="rId24"/>
    <p:sldLayoutId id="2147483673" r:id="rId25"/>
    <p:sldLayoutId id="2147483674" r:id="rId26"/>
    <p:sldLayoutId id="2147483675" r:id="rId27"/>
    <p:sldLayoutId id="2147483676" r:id="rId28"/>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rgbClr val="0E2A47"/>
        </a:solidFill>
      </p:bgPr>
    </p:bg>
    <p:spTree>
      <p:nvGrpSpPr>
        <p:cNvPr id="1255" name="Shape 1255"/>
        <p:cNvGrpSpPr/>
        <p:nvPr/>
      </p:nvGrpSpPr>
      <p:grpSpPr>
        <a:xfrm>
          <a:off x="0" y="0"/>
          <a:ext cx="0" cy="0"/>
          <a:chOff x="0" y="0"/>
          <a:chExt cx="0" cy="0"/>
        </a:xfrm>
      </p:grpSpPr>
      <p:sp>
        <p:nvSpPr>
          <p:cNvPr id="1256" name="Google Shape;1256;p71"/>
          <p:cNvSpPr txBox="1"/>
          <p:nvPr>
            <p:ph type="title"/>
          </p:nvPr>
        </p:nvSpPr>
        <p:spPr>
          <a:xfrm>
            <a:off x="1068100" y="933450"/>
            <a:ext cx="7047300" cy="482400"/>
          </a:xfrm>
          <a:prstGeom prst="rect">
            <a:avLst/>
          </a:prstGeom>
          <a:noFill/>
          <a:ln>
            <a:noFill/>
          </a:ln>
        </p:spPr>
        <p:txBody>
          <a:bodyPr anchorCtr="0" anchor="t" bIns="91425" lIns="91425" spcFirstLastPara="1" rIns="91425" wrap="square" tIns="91425">
            <a:noAutofit/>
          </a:bodyPr>
          <a:lstStyle>
            <a:lvl1pPr lvl="0" marR="0" rtl="0" algn="ctr">
              <a:lnSpc>
                <a:spcPct val="100000"/>
              </a:lnSpc>
              <a:spcBef>
                <a:spcPts val="0"/>
              </a:spcBef>
              <a:spcAft>
                <a:spcPts val="0"/>
              </a:spcAft>
              <a:buClr>
                <a:srgbClr val="FFFFFF"/>
              </a:buClr>
              <a:buSzPts val="2400"/>
              <a:buFont typeface="Proxima Nova Semibold"/>
              <a:buNone/>
              <a:defRPr b="0" i="0" sz="2400" u="none" cap="none" strike="noStrike">
                <a:solidFill>
                  <a:srgbClr val="FFFFFF"/>
                </a:solidFill>
                <a:latin typeface="Proxima Nova Semibold"/>
                <a:ea typeface="Proxima Nova Semibold"/>
                <a:cs typeface="Proxima Nova Semibold"/>
                <a:sym typeface="Proxima Nova Semibold"/>
              </a:defRPr>
            </a:lvl1pPr>
            <a:lvl2pPr lvl="1" marR="0" rtl="0" algn="ctr">
              <a:lnSpc>
                <a:spcPct val="100000"/>
              </a:lnSpc>
              <a:spcBef>
                <a:spcPts val="0"/>
              </a:spcBef>
              <a:spcAft>
                <a:spcPts val="0"/>
              </a:spcAft>
              <a:buClr>
                <a:srgbClr val="FFFFFF"/>
              </a:buClr>
              <a:buSzPts val="2400"/>
              <a:buFont typeface="Proxima Nova Semibold"/>
              <a:buNone/>
              <a:defRPr b="0" i="0" sz="2400" u="none" cap="none" strike="noStrike">
                <a:solidFill>
                  <a:srgbClr val="FFFFFF"/>
                </a:solidFill>
                <a:latin typeface="Proxima Nova Semibold"/>
                <a:ea typeface="Proxima Nova Semibold"/>
                <a:cs typeface="Proxima Nova Semibold"/>
                <a:sym typeface="Proxima Nova Semibold"/>
              </a:defRPr>
            </a:lvl2pPr>
            <a:lvl3pPr lvl="2" marR="0" rtl="0" algn="ctr">
              <a:lnSpc>
                <a:spcPct val="100000"/>
              </a:lnSpc>
              <a:spcBef>
                <a:spcPts val="0"/>
              </a:spcBef>
              <a:spcAft>
                <a:spcPts val="0"/>
              </a:spcAft>
              <a:buClr>
                <a:srgbClr val="FFFFFF"/>
              </a:buClr>
              <a:buSzPts val="2400"/>
              <a:buFont typeface="Proxima Nova Semibold"/>
              <a:buNone/>
              <a:defRPr b="0" i="0" sz="2400" u="none" cap="none" strike="noStrike">
                <a:solidFill>
                  <a:srgbClr val="FFFFFF"/>
                </a:solidFill>
                <a:latin typeface="Proxima Nova Semibold"/>
                <a:ea typeface="Proxima Nova Semibold"/>
                <a:cs typeface="Proxima Nova Semibold"/>
                <a:sym typeface="Proxima Nova Semibold"/>
              </a:defRPr>
            </a:lvl3pPr>
            <a:lvl4pPr lvl="3" marR="0" rtl="0" algn="ctr">
              <a:lnSpc>
                <a:spcPct val="100000"/>
              </a:lnSpc>
              <a:spcBef>
                <a:spcPts val="0"/>
              </a:spcBef>
              <a:spcAft>
                <a:spcPts val="0"/>
              </a:spcAft>
              <a:buClr>
                <a:srgbClr val="FFFFFF"/>
              </a:buClr>
              <a:buSzPts val="2400"/>
              <a:buFont typeface="Proxima Nova Semibold"/>
              <a:buNone/>
              <a:defRPr b="0" i="0" sz="2400" u="none" cap="none" strike="noStrike">
                <a:solidFill>
                  <a:srgbClr val="FFFFFF"/>
                </a:solidFill>
                <a:latin typeface="Proxima Nova Semibold"/>
                <a:ea typeface="Proxima Nova Semibold"/>
                <a:cs typeface="Proxima Nova Semibold"/>
                <a:sym typeface="Proxima Nova Semibold"/>
              </a:defRPr>
            </a:lvl4pPr>
            <a:lvl5pPr lvl="4" marR="0" rtl="0" algn="ctr">
              <a:lnSpc>
                <a:spcPct val="100000"/>
              </a:lnSpc>
              <a:spcBef>
                <a:spcPts val="0"/>
              </a:spcBef>
              <a:spcAft>
                <a:spcPts val="0"/>
              </a:spcAft>
              <a:buClr>
                <a:srgbClr val="FFFFFF"/>
              </a:buClr>
              <a:buSzPts val="2400"/>
              <a:buFont typeface="Proxima Nova Semibold"/>
              <a:buNone/>
              <a:defRPr b="0" i="0" sz="2400" u="none" cap="none" strike="noStrike">
                <a:solidFill>
                  <a:srgbClr val="FFFFFF"/>
                </a:solidFill>
                <a:latin typeface="Proxima Nova Semibold"/>
                <a:ea typeface="Proxima Nova Semibold"/>
                <a:cs typeface="Proxima Nova Semibold"/>
                <a:sym typeface="Proxima Nova Semibold"/>
              </a:defRPr>
            </a:lvl5pPr>
            <a:lvl6pPr lvl="5" marR="0" rtl="0" algn="ctr">
              <a:lnSpc>
                <a:spcPct val="100000"/>
              </a:lnSpc>
              <a:spcBef>
                <a:spcPts val="0"/>
              </a:spcBef>
              <a:spcAft>
                <a:spcPts val="0"/>
              </a:spcAft>
              <a:buClr>
                <a:srgbClr val="FFFFFF"/>
              </a:buClr>
              <a:buSzPts val="2400"/>
              <a:buFont typeface="Proxima Nova Semibold"/>
              <a:buNone/>
              <a:defRPr b="0" i="0" sz="2400" u="none" cap="none" strike="noStrike">
                <a:solidFill>
                  <a:srgbClr val="FFFFFF"/>
                </a:solidFill>
                <a:latin typeface="Proxima Nova Semibold"/>
                <a:ea typeface="Proxima Nova Semibold"/>
                <a:cs typeface="Proxima Nova Semibold"/>
                <a:sym typeface="Proxima Nova Semibold"/>
              </a:defRPr>
            </a:lvl6pPr>
            <a:lvl7pPr lvl="6" marR="0" rtl="0" algn="ctr">
              <a:lnSpc>
                <a:spcPct val="100000"/>
              </a:lnSpc>
              <a:spcBef>
                <a:spcPts val="0"/>
              </a:spcBef>
              <a:spcAft>
                <a:spcPts val="0"/>
              </a:spcAft>
              <a:buClr>
                <a:srgbClr val="FFFFFF"/>
              </a:buClr>
              <a:buSzPts val="2400"/>
              <a:buFont typeface="Proxima Nova Semibold"/>
              <a:buNone/>
              <a:defRPr b="0" i="0" sz="2400" u="none" cap="none" strike="noStrike">
                <a:solidFill>
                  <a:srgbClr val="FFFFFF"/>
                </a:solidFill>
                <a:latin typeface="Proxima Nova Semibold"/>
                <a:ea typeface="Proxima Nova Semibold"/>
                <a:cs typeface="Proxima Nova Semibold"/>
                <a:sym typeface="Proxima Nova Semibold"/>
              </a:defRPr>
            </a:lvl7pPr>
            <a:lvl8pPr lvl="7" marR="0" rtl="0" algn="ctr">
              <a:lnSpc>
                <a:spcPct val="100000"/>
              </a:lnSpc>
              <a:spcBef>
                <a:spcPts val="0"/>
              </a:spcBef>
              <a:spcAft>
                <a:spcPts val="0"/>
              </a:spcAft>
              <a:buClr>
                <a:srgbClr val="FFFFFF"/>
              </a:buClr>
              <a:buSzPts val="2400"/>
              <a:buFont typeface="Proxima Nova Semibold"/>
              <a:buNone/>
              <a:defRPr b="0" i="0" sz="2400" u="none" cap="none" strike="noStrike">
                <a:solidFill>
                  <a:srgbClr val="FFFFFF"/>
                </a:solidFill>
                <a:latin typeface="Proxima Nova Semibold"/>
                <a:ea typeface="Proxima Nova Semibold"/>
                <a:cs typeface="Proxima Nova Semibold"/>
                <a:sym typeface="Proxima Nova Semibold"/>
              </a:defRPr>
            </a:lvl8pPr>
            <a:lvl9pPr lvl="8" marR="0" rtl="0" algn="ctr">
              <a:lnSpc>
                <a:spcPct val="100000"/>
              </a:lnSpc>
              <a:spcBef>
                <a:spcPts val="0"/>
              </a:spcBef>
              <a:spcAft>
                <a:spcPts val="0"/>
              </a:spcAft>
              <a:buClr>
                <a:srgbClr val="FFFFFF"/>
              </a:buClr>
              <a:buSzPts val="2400"/>
              <a:buFont typeface="Proxima Nova Semibold"/>
              <a:buNone/>
              <a:defRPr b="0" i="0" sz="2400" u="none" cap="none" strike="noStrike">
                <a:solidFill>
                  <a:srgbClr val="FFFFFF"/>
                </a:solidFill>
                <a:latin typeface="Proxima Nova Semibold"/>
                <a:ea typeface="Proxima Nova Semibold"/>
                <a:cs typeface="Proxima Nova Semibold"/>
                <a:sym typeface="Proxima Nova Semibold"/>
              </a:defRPr>
            </a:lvl9pPr>
          </a:lstStyle>
          <a:p/>
        </p:txBody>
      </p:sp>
      <p:sp>
        <p:nvSpPr>
          <p:cNvPr id="1257" name="Google Shape;1257;p71"/>
          <p:cNvSpPr txBox="1"/>
          <p:nvPr>
            <p:ph idx="1" type="body"/>
          </p:nvPr>
        </p:nvSpPr>
        <p:spPr>
          <a:xfrm>
            <a:off x="1068100" y="1695450"/>
            <a:ext cx="7047300" cy="2502000"/>
          </a:xfrm>
          <a:prstGeom prst="rect">
            <a:avLst/>
          </a:prstGeom>
          <a:noFill/>
          <a:ln>
            <a:noFill/>
          </a:ln>
        </p:spPr>
        <p:txBody>
          <a:bodyPr anchorCtr="0" anchor="t" bIns="91425" lIns="91425" spcFirstLastPara="1" rIns="91425" wrap="square" tIns="91425">
            <a:noAutofit/>
          </a:bodyPr>
          <a:lstStyle>
            <a:lvl1pPr indent="-298450" lvl="0" marL="457200" marR="0" rtl="0" algn="l">
              <a:lnSpc>
                <a:spcPct val="115000"/>
              </a:lnSpc>
              <a:spcBef>
                <a:spcPts val="0"/>
              </a:spcBef>
              <a:spcAft>
                <a:spcPts val="0"/>
              </a:spcAft>
              <a:buClr>
                <a:srgbClr val="435D74"/>
              </a:buClr>
              <a:buSzPts val="1100"/>
              <a:buFont typeface="Proxima Nova"/>
              <a:buChar char="●"/>
              <a:defRPr b="0" i="0" sz="1100" u="none" cap="none" strike="noStrike">
                <a:solidFill>
                  <a:srgbClr val="435D74"/>
                </a:solidFill>
                <a:latin typeface="Proxima Nova"/>
                <a:ea typeface="Proxima Nova"/>
                <a:cs typeface="Proxima Nova"/>
                <a:sym typeface="Proxima Nova"/>
              </a:defRPr>
            </a:lvl1pPr>
            <a:lvl2pPr indent="-298450" lvl="1" marL="914400" marR="0" rtl="0" algn="l">
              <a:lnSpc>
                <a:spcPct val="115000"/>
              </a:lnSpc>
              <a:spcBef>
                <a:spcPts val="0"/>
              </a:spcBef>
              <a:spcAft>
                <a:spcPts val="0"/>
              </a:spcAft>
              <a:buClr>
                <a:srgbClr val="435D74"/>
              </a:buClr>
              <a:buSzPts val="1100"/>
              <a:buFont typeface="Proxima Nova"/>
              <a:buChar char="○"/>
              <a:defRPr b="0" i="0" sz="1100" u="none" cap="none" strike="noStrike">
                <a:solidFill>
                  <a:srgbClr val="435D74"/>
                </a:solidFill>
                <a:latin typeface="Proxima Nova"/>
                <a:ea typeface="Proxima Nova"/>
                <a:cs typeface="Proxima Nova"/>
                <a:sym typeface="Proxima Nova"/>
              </a:defRPr>
            </a:lvl2pPr>
            <a:lvl3pPr indent="-298450" lvl="2" marL="1371600" marR="0" rtl="0" algn="l">
              <a:lnSpc>
                <a:spcPct val="115000"/>
              </a:lnSpc>
              <a:spcBef>
                <a:spcPts val="0"/>
              </a:spcBef>
              <a:spcAft>
                <a:spcPts val="0"/>
              </a:spcAft>
              <a:buClr>
                <a:srgbClr val="435D74"/>
              </a:buClr>
              <a:buSzPts val="1100"/>
              <a:buFont typeface="Proxima Nova"/>
              <a:buChar char="■"/>
              <a:defRPr b="0" i="0" sz="1100" u="none" cap="none" strike="noStrike">
                <a:solidFill>
                  <a:srgbClr val="435D74"/>
                </a:solidFill>
                <a:latin typeface="Proxima Nova"/>
                <a:ea typeface="Proxima Nova"/>
                <a:cs typeface="Proxima Nova"/>
                <a:sym typeface="Proxima Nova"/>
              </a:defRPr>
            </a:lvl3pPr>
            <a:lvl4pPr indent="-298450" lvl="3" marL="1828800" marR="0" rtl="0" algn="l">
              <a:lnSpc>
                <a:spcPct val="115000"/>
              </a:lnSpc>
              <a:spcBef>
                <a:spcPts val="0"/>
              </a:spcBef>
              <a:spcAft>
                <a:spcPts val="0"/>
              </a:spcAft>
              <a:buClr>
                <a:srgbClr val="435D74"/>
              </a:buClr>
              <a:buSzPts val="1100"/>
              <a:buFont typeface="Proxima Nova"/>
              <a:buChar char="●"/>
              <a:defRPr b="0" i="0" sz="1100" u="none" cap="none" strike="noStrike">
                <a:solidFill>
                  <a:srgbClr val="435D74"/>
                </a:solidFill>
                <a:latin typeface="Proxima Nova"/>
                <a:ea typeface="Proxima Nova"/>
                <a:cs typeface="Proxima Nova"/>
                <a:sym typeface="Proxima Nova"/>
              </a:defRPr>
            </a:lvl4pPr>
            <a:lvl5pPr indent="-298450" lvl="4" marL="2286000" marR="0" rtl="0" algn="l">
              <a:lnSpc>
                <a:spcPct val="115000"/>
              </a:lnSpc>
              <a:spcBef>
                <a:spcPts val="0"/>
              </a:spcBef>
              <a:spcAft>
                <a:spcPts val="0"/>
              </a:spcAft>
              <a:buClr>
                <a:srgbClr val="435D74"/>
              </a:buClr>
              <a:buSzPts val="1100"/>
              <a:buFont typeface="Proxima Nova"/>
              <a:buChar char="○"/>
              <a:defRPr b="0" i="0" sz="1100" u="none" cap="none" strike="noStrike">
                <a:solidFill>
                  <a:srgbClr val="435D74"/>
                </a:solidFill>
                <a:latin typeface="Proxima Nova"/>
                <a:ea typeface="Proxima Nova"/>
                <a:cs typeface="Proxima Nova"/>
                <a:sym typeface="Proxima Nova"/>
              </a:defRPr>
            </a:lvl5pPr>
            <a:lvl6pPr indent="-298450" lvl="5" marL="2743200" marR="0" rtl="0" algn="l">
              <a:lnSpc>
                <a:spcPct val="115000"/>
              </a:lnSpc>
              <a:spcBef>
                <a:spcPts val="0"/>
              </a:spcBef>
              <a:spcAft>
                <a:spcPts val="0"/>
              </a:spcAft>
              <a:buClr>
                <a:srgbClr val="435D74"/>
              </a:buClr>
              <a:buSzPts val="1100"/>
              <a:buFont typeface="Proxima Nova"/>
              <a:buChar char="■"/>
              <a:defRPr b="0" i="0" sz="1100" u="none" cap="none" strike="noStrike">
                <a:solidFill>
                  <a:srgbClr val="435D74"/>
                </a:solidFill>
                <a:latin typeface="Proxima Nova"/>
                <a:ea typeface="Proxima Nova"/>
                <a:cs typeface="Proxima Nova"/>
                <a:sym typeface="Proxima Nova"/>
              </a:defRPr>
            </a:lvl6pPr>
            <a:lvl7pPr indent="-298450" lvl="6" marL="3200400" marR="0" rtl="0" algn="l">
              <a:lnSpc>
                <a:spcPct val="115000"/>
              </a:lnSpc>
              <a:spcBef>
                <a:spcPts val="0"/>
              </a:spcBef>
              <a:spcAft>
                <a:spcPts val="0"/>
              </a:spcAft>
              <a:buClr>
                <a:srgbClr val="435D74"/>
              </a:buClr>
              <a:buSzPts val="1100"/>
              <a:buFont typeface="Proxima Nova"/>
              <a:buChar char="●"/>
              <a:defRPr b="0" i="0" sz="1100" u="none" cap="none" strike="noStrike">
                <a:solidFill>
                  <a:srgbClr val="435D74"/>
                </a:solidFill>
                <a:latin typeface="Proxima Nova"/>
                <a:ea typeface="Proxima Nova"/>
                <a:cs typeface="Proxima Nova"/>
                <a:sym typeface="Proxima Nova"/>
              </a:defRPr>
            </a:lvl7pPr>
            <a:lvl8pPr indent="-298450" lvl="7" marL="3657600" marR="0" rtl="0" algn="l">
              <a:lnSpc>
                <a:spcPct val="115000"/>
              </a:lnSpc>
              <a:spcBef>
                <a:spcPts val="0"/>
              </a:spcBef>
              <a:spcAft>
                <a:spcPts val="0"/>
              </a:spcAft>
              <a:buClr>
                <a:srgbClr val="435D74"/>
              </a:buClr>
              <a:buSzPts val="1100"/>
              <a:buFont typeface="Proxima Nova"/>
              <a:buChar char="○"/>
              <a:defRPr b="0" i="0" sz="1100" u="none" cap="none" strike="noStrike">
                <a:solidFill>
                  <a:srgbClr val="435D74"/>
                </a:solidFill>
                <a:latin typeface="Proxima Nova"/>
                <a:ea typeface="Proxima Nova"/>
                <a:cs typeface="Proxima Nova"/>
                <a:sym typeface="Proxima Nova"/>
              </a:defRPr>
            </a:lvl8pPr>
            <a:lvl9pPr indent="-298450" lvl="8" marL="4114800" marR="0" rtl="0" algn="l">
              <a:lnSpc>
                <a:spcPct val="115000"/>
              </a:lnSpc>
              <a:spcBef>
                <a:spcPts val="0"/>
              </a:spcBef>
              <a:spcAft>
                <a:spcPts val="0"/>
              </a:spcAft>
              <a:buClr>
                <a:srgbClr val="435D74"/>
              </a:buClr>
              <a:buSzPts val="1100"/>
              <a:buFont typeface="Proxima Nova"/>
              <a:buChar char="■"/>
              <a:defRPr b="0" i="0" sz="1100" u="none" cap="none" strike="noStrike">
                <a:solidFill>
                  <a:srgbClr val="435D74"/>
                </a:solidFill>
                <a:latin typeface="Proxima Nova"/>
                <a:ea typeface="Proxima Nova"/>
                <a:cs typeface="Proxima Nova"/>
                <a:sym typeface="Proxima Nova"/>
              </a:defRPr>
            </a:lvl9pPr>
          </a:lstStyle>
          <a:p/>
        </p:txBody>
      </p:sp>
    </p:spTree>
  </p:cSld>
  <p:clrMap accent1="accent1" accent2="accent2" accent3="accent3" accent4="accent4" accent5="accent5" accent6="accent6" bg1="lt1" bg2="dk2" tx1="dk1" tx2="lt2" folHlink="folHlink" hlink="hlink"/>
  <p:sldLayoutIdLst>
    <p:sldLayoutId id="2147483678" r:id="rId1"/>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5.xml"/><Relationship Id="rId3" Type="http://schemas.openxmlformats.org/officeDocument/2006/relationships/image" Target="../media/image22.jp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7.xml"/><Relationship Id="rId3" Type="http://schemas.openxmlformats.org/officeDocument/2006/relationships/hyperlink" Target="http://drive.google.com/file/d/1PlCrOg5XPt1Dd_SyxaF_eBJapDKmtCoO/view" TargetMode="External"/><Relationship Id="rId4" Type="http://schemas.openxmlformats.org/officeDocument/2006/relationships/image" Target="../media/image5.jp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 Id="rId3" Type="http://schemas.openxmlformats.org/officeDocument/2006/relationships/image" Target="../media/image21.jpg"/><Relationship Id="rId4" Type="http://schemas.openxmlformats.org/officeDocument/2006/relationships/hyperlink" Target="http://drive.google.com/file/d/1RMEMPoKgayv2zpNKClkO-267pNwlKhpO/view" TargetMode="External"/><Relationship Id="rId5" Type="http://schemas.openxmlformats.org/officeDocument/2006/relationships/image" Target="../media/image3.jp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1.xml"/><Relationship Id="rId3" Type="http://schemas.openxmlformats.org/officeDocument/2006/relationships/image" Target="../media/image6.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 Id="rId3" Type="http://schemas.openxmlformats.org/officeDocument/2006/relationships/image" Target="../media/image8.png"/><Relationship Id="rId4" Type="http://schemas.openxmlformats.org/officeDocument/2006/relationships/image" Target="../media/image9.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 Id="rId3" Type="http://schemas.openxmlformats.org/officeDocument/2006/relationships/image" Target="../media/image11.png"/><Relationship Id="rId4" Type="http://schemas.openxmlformats.org/officeDocument/2006/relationships/image" Target="../media/image4.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 Id="rId3" Type="http://schemas.openxmlformats.org/officeDocument/2006/relationships/image" Target="../media/image7.png"/><Relationship Id="rId4" Type="http://schemas.openxmlformats.org/officeDocument/2006/relationships/image" Target="../media/image10.png"/><Relationship Id="rId5" Type="http://schemas.openxmlformats.org/officeDocument/2006/relationships/image" Target="../media/image14.png"/><Relationship Id="rId6" Type="http://schemas.openxmlformats.org/officeDocument/2006/relationships/image" Target="../media/image13.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2.xml"/><Relationship Id="rId3" Type="http://schemas.openxmlformats.org/officeDocument/2006/relationships/hyperlink" Target="https://docs.google.com/spreadsheets/d/1bivRO_sKRlV3N9EkhBQIllIpmVV8hmeNV6trc-YSngg/copy" TargetMode="External"/><Relationship Id="rId4" Type="http://schemas.openxmlformats.org/officeDocument/2006/relationships/image" Target="../media/image12.png"/><Relationship Id="rId5" Type="http://schemas.openxmlformats.org/officeDocument/2006/relationships/hyperlink" Target="https://slidesgo.com/slidesgo-school/presentation-tips/how-to-modify-a-graph-in-our-templates?utm_source=slidesgo_template&amp;utm_medium=referral-link&amp;utm_campaign=how-to-modify-a-graph-in-our-templates&amp;utm_term=slidesgo-school&amp;utm_content=how-to-modify-a-graph-in-our-templates" TargetMode="Externa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34.xml"/><Relationship Id="rId3" Type="http://schemas.openxmlformats.org/officeDocument/2006/relationships/image" Target="../media/image15.jpg"/><Relationship Id="rId4" Type="http://schemas.openxmlformats.org/officeDocument/2006/relationships/image" Target="../media/image1.png"/><Relationship Id="rId5" Type="http://schemas.openxmlformats.org/officeDocument/2006/relationships/image" Target="../media/image17.jpg"/><Relationship Id="rId6" Type="http://schemas.openxmlformats.org/officeDocument/2006/relationships/image" Target="../media/image16.jp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0.xml"/><Relationship Id="rId2" Type="http://schemas.openxmlformats.org/officeDocument/2006/relationships/notesSlide" Target="../notesSlides/notesSlide35.xml"/><Relationship Id="rId3" Type="http://schemas.openxmlformats.org/officeDocument/2006/relationships/image" Target="../media/image20.png"/><Relationship Id="rId4" Type="http://schemas.openxmlformats.org/officeDocument/2006/relationships/image" Target="../media/image18.png"/><Relationship Id="rId5" Type="http://schemas.openxmlformats.org/officeDocument/2006/relationships/image" Target="../media/image19.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 Id="rId3" Type="http://schemas.openxmlformats.org/officeDocument/2006/relationships/hyperlink" Target="https://www.freepik.com/free-vector/metallic-texture-background-with-noise-violet-shades_5377731.htm/?utm_source=slidesgo_template&amp;utm_medium=referral-link&amp;utm_campaign=sg_resources&amp;utm_content=freepik" TargetMode="External"/><Relationship Id="rId4" Type="http://schemas.openxmlformats.org/officeDocument/2006/relationships/hyperlink" Target="https://www.freepik.com/free-photo/aesthetic-retro-vaporwave-landscape_13820073.htm/?utm_source=slidesgo_template&amp;utm_medium=referral-link&amp;utm_campaign=sg_resources&amp;utm_content=freepik" TargetMode="External"/><Relationship Id="rId9" Type="http://schemas.openxmlformats.org/officeDocument/2006/relationships/hyperlink" Target="https://www.freepik.com/free-vector/realistic-vintage-vaporwave-background_13118055.htm/?utm_source=slidesgo_template&amp;utm_medium=referral-link&amp;utm_campaign=sg_resources&amp;utm_content=freepik" TargetMode="External"/><Relationship Id="rId5" Type="http://schemas.openxmlformats.org/officeDocument/2006/relationships/hyperlink" Target="https://www.freepik.com/free-photo/3d-aesthetics-with-shapes-vaporwave-style_14568072.htm/?utm_source=slidesgo_template&amp;utm_medium=referral-link&amp;utm_campaign=sg_resources&amp;utm_content=freepik" TargetMode="External"/><Relationship Id="rId6" Type="http://schemas.openxmlformats.org/officeDocument/2006/relationships/hyperlink" Target="https://www.freepik.com/free-photo/3d-aesthetics-with-shapes-vaporwave-style_14568073.htm/?utm_source=slidesgo_template&amp;utm_medium=referral-link&amp;utm_campaign=sg_resources&amp;utm_content=freepik" TargetMode="External"/><Relationship Id="rId7" Type="http://schemas.openxmlformats.org/officeDocument/2006/relationships/hyperlink" Target="https://www.freepik.com/free-photo/retro-3d-shapes-vaporwave-style_14568078.htm/?utm_source=slidesgo_template&amp;utm_medium=referral-link&amp;utm_campaign=sg_resources&amp;utm_content=freepik" TargetMode="External"/><Relationship Id="rId8" Type="http://schemas.openxmlformats.org/officeDocument/2006/relationships/hyperlink" Target="https://www.freepik.com/free-vector/retro-futurstic-music-poster-template_5325937.htm/?utm_source=slidesgo_template&amp;utm_medium=referral-link&amp;utm_campaign=sg_resources&amp;utm_content=freepik" TargetMode="External"/><Relationship Id="rId10" Type="http://schemas.openxmlformats.org/officeDocument/2006/relationships/hyperlink" Target="https://www.flaticon.com/packs/retro-wave-4?word=retro/?utm_source=slidesgo_template&amp;utm_medium=referral-link&amp;utm_campaign=sg_resources&amp;utm_content=flaticon" TargetMode="Externa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 Id="rId3" Type="http://schemas.openxmlformats.org/officeDocument/2006/relationships/hyperlink" Target="https://www.freepik.com/free-photo/colorful-retro-vaporwave-landscape_13820081.htm/?utm_source=slidesgo_template&amp;utm_medium=referral-link&amp;utm_campaign=sg_resources&amp;utm_content=freepik" TargetMode="External"/><Relationship Id="rId4" Type="http://schemas.openxmlformats.org/officeDocument/2006/relationships/hyperlink" Target="https://www.freepik.com/free-photo/3d-aesthetics-with-shapes-vaporwave-style_14568074.htm/?utm_source=slidesgo_template&amp;utm_medium=referral-link&amp;utm_campaign=sg_resources&amp;utm_content=freepik" TargetMode="External"/><Relationship Id="rId9" Type="http://schemas.openxmlformats.org/officeDocument/2006/relationships/hyperlink" Target="https://www.freepik.com/free-vector/artificial-intelligence-elements-collection_2587505.htm/?utm_source=slidesgo_template&amp;utm_medium=referral-link&amp;utm_campaign=sg_resources&amp;utm_content=freepik" TargetMode="External"/><Relationship Id="rId5" Type="http://schemas.openxmlformats.org/officeDocument/2006/relationships/hyperlink" Target="https://www.freepik.com/free-photo/colorful-3d-shapes-vaporwave-style_14568081.htm/?utm_source=slidesgo_template&amp;utm_medium=referral-link&amp;utm_campaign=sg_resources&amp;utm_content=freepik" TargetMode="External"/><Relationship Id="rId6" Type="http://schemas.openxmlformats.org/officeDocument/2006/relationships/hyperlink" Target="https://www.freepik.com/free-photo/retro-3d-shapes-vaporwave-style_14568077.htm/?utm_source=slidesgo_template&amp;utm_medium=referral-link&amp;utm_campaign=sg_resources&amp;utm_content=freepik" TargetMode="External"/><Relationship Id="rId7" Type="http://schemas.openxmlformats.org/officeDocument/2006/relationships/hyperlink" Target="https://www.freepik.com/free-photo/colorful-3d-shapes-vaporwave-style_14568071.htm/?utm_source=slidesgo_template&amp;utm_medium=referral-link&amp;utm_campaign=sg_resources&amp;utm_content=freepik" TargetMode="External"/><Relationship Id="rId8" Type="http://schemas.openxmlformats.org/officeDocument/2006/relationships/hyperlink" Target="https://www.freepik.com/free-vector/flat-artificial-intelligence-background_1601339.htm/?utm_source=slidesgo_template&amp;utm_medium=referral-link&amp;utm_campaign=sg_resources&amp;utm_content=freepik" TargetMode="External"/><Relationship Id="rId10" Type="http://schemas.openxmlformats.org/officeDocument/2006/relationships/hyperlink" Target="https://www.flaticon.com/packs/digital-nomad-43?word=computer/?utm_source=slidesgo_template&amp;utm_medium=referral-link&amp;utm_campaign=sg_resources&amp;utm_content=flaticon" TargetMode="Externa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9.xml"/><Relationship Id="rId2" Type="http://schemas.openxmlformats.org/officeDocument/2006/relationships/notesSlide" Target="../notesSlides/notesSlide41.xml"/><Relationship Id="rId3" Type="http://schemas.openxmlformats.org/officeDocument/2006/relationships/hyperlink" Target="http://bit.ly/2PfT4lq" TargetMode="External"/><Relationship Id="rId4" Type="http://schemas.openxmlformats.org/officeDocument/2006/relationships/slide" Target="/ppt/slides/slide36.xml"/><Relationship Id="rId5" Type="http://schemas.openxmlformats.org/officeDocument/2006/relationships/slide" Target="/ppt/slides/slide36.xml"/><Relationship Id="rId6" Type="http://schemas.openxmlformats.org/officeDocument/2006/relationships/hyperlink" Target="http://bit.ly/33VAFh3" TargetMode="External"/><Relationship Id="rId7" Type="http://schemas.openxmlformats.org/officeDocument/2006/relationships/hyperlink" Target="http://bit.ly/30B07Gq" TargetMode="Externa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9.xml"/><Relationship Id="rId2" Type="http://schemas.openxmlformats.org/officeDocument/2006/relationships/notesSlide" Target="../notesSlides/notesSlide42.xml"/><Relationship Id="rId3" Type="http://schemas.openxmlformats.org/officeDocument/2006/relationships/hyperlink" Target="http://bit.ly/2PfT4lq" TargetMode="External"/><Relationship Id="rId4" Type="http://schemas.openxmlformats.org/officeDocument/2006/relationships/hyperlink" Target="http://bit.ly/33VAFh3" TargetMode="External"/><Relationship Id="rId5" Type="http://schemas.openxmlformats.org/officeDocument/2006/relationships/hyperlink" Target="http://bit.ly/30B07Gq" TargetMode="Externa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9.xml"/><Relationship Id="rId2" Type="http://schemas.openxmlformats.org/officeDocument/2006/relationships/notesSlide" Target="../notesSlides/notesSlide43.xml"/><Relationship Id="rId3" Type="http://schemas.openxmlformats.org/officeDocument/2006/relationships/hyperlink" Target="https://fonts.google.com/specimen/Zen+Dots?query=zen+dot" TargetMode="External"/><Relationship Id="rId4" Type="http://schemas.openxmlformats.org/officeDocument/2006/relationships/hyperlink" Target="https://fonts.google.com/specimen/Anaheim?query=anahei" TargetMode="Externa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9.xml"/><Relationship Id="rId2" Type="http://schemas.openxmlformats.org/officeDocument/2006/relationships/notesSlide" Target="../notesSlides/notesSlide44.xml"/><Relationship Id="rId3" Type="http://schemas.openxmlformats.org/officeDocument/2006/relationships/hyperlink" Target="https://storyset.com/how-it-works?utm_source=slidesgo_template&amp;utm_medium=referral-link&amp;utm_campaign=slidesgo_final_slides&amp;utm_term=how%20it%20works&amp;utm_content=storyset" TargetMode="External"/><Relationship Id="rId4" Type="http://schemas.openxmlformats.org/officeDocument/2006/relationships/image" Target="../media/image23.gif"/><Relationship Id="rId9" Type="http://schemas.openxmlformats.org/officeDocument/2006/relationships/hyperlink" Target="https://storyset.com/bro?utm_source=slidesgo_template&amp;utm_medium=referral-link&amp;utm_campaign=slidesgo_final_slides&amp;utm_term=bro&amp;utm_content=storyset" TargetMode="External"/><Relationship Id="rId5" Type="http://schemas.openxmlformats.org/officeDocument/2006/relationships/hyperlink" Target="https://storyset.com/pana?utm_source=slidesgo_template&amp;utm_medium=referral-link&amp;utm_campaign=slidesgo_final_slides&amp;utm_term=pana&amp;utm_content=storyset" TargetMode="External"/><Relationship Id="rId6" Type="http://schemas.openxmlformats.org/officeDocument/2006/relationships/hyperlink" Target="https://storyset.com/pana?utm_source=slidesgo_template&amp;utm_medium=referral-link&amp;utm_campaign=slidesgo_final_slides&amp;utm_term=pana&amp;utm_content=storyset" TargetMode="External"/><Relationship Id="rId7" Type="http://schemas.openxmlformats.org/officeDocument/2006/relationships/hyperlink" Target="https://storyset.com/amico?utm_source=slidesgo_template&amp;utm_medium=referral-link&amp;utm_campaign=slidesgo_final_slides&amp;utm_term=amico&amp;utm_content=storyset" TargetMode="External"/><Relationship Id="rId8" Type="http://schemas.openxmlformats.org/officeDocument/2006/relationships/hyperlink" Target="https://storyset.com/amico?utm_source=slidesgo_template&amp;utm_medium=referral-link&amp;utm_campaign=slidesgo_final_slides&amp;utm_term=amico&amp;utm_content=storyset" TargetMode="External"/><Relationship Id="rId11" Type="http://schemas.openxmlformats.org/officeDocument/2006/relationships/hyperlink" Target="https://storyset.com/rafiki?utm_source=slidesgo_template&amp;utm_medium=referral-link&amp;utm_campaign=slidesgo_final_slides&amp;utm_term=rafiki&amp;utm_content=storyset" TargetMode="External"/><Relationship Id="rId10" Type="http://schemas.openxmlformats.org/officeDocument/2006/relationships/hyperlink" Target="https://storyset.com/bro?utm_source=slidesgo_template&amp;utm_medium=referral-link&amp;utm_campaign=slidesgo_final_slides&amp;utm_term=bro&amp;utm_content=storyset" TargetMode="External"/><Relationship Id="rId13" Type="http://schemas.openxmlformats.org/officeDocument/2006/relationships/image" Target="../media/image27.gif"/><Relationship Id="rId12" Type="http://schemas.openxmlformats.org/officeDocument/2006/relationships/hyperlink" Target="https://storyset.com/rafiki?utm_source=slidesgo_template&amp;utm_medium=referral-link&amp;utm_campaign=slidesgo_final_slides&amp;utm_term=rafiki&amp;utm_content=storyset" TargetMode="External"/><Relationship Id="rId15" Type="http://schemas.openxmlformats.org/officeDocument/2006/relationships/image" Target="../media/image26.gif"/><Relationship Id="rId14" Type="http://schemas.openxmlformats.org/officeDocument/2006/relationships/image" Target="../media/image24.gif"/><Relationship Id="rId17" Type="http://schemas.openxmlformats.org/officeDocument/2006/relationships/hyperlink" Target="https://storyset.com/cuate?utm_source=slidesgo_template&amp;utm_medium=referral-link&amp;utm_campaign=slidesgo_final_slides&amp;utm_term=cuate&amp;utm_content=storyset" TargetMode="External"/><Relationship Id="rId16" Type="http://schemas.openxmlformats.org/officeDocument/2006/relationships/image" Target="../media/image25.gif"/><Relationship Id="rId18" Type="http://schemas.openxmlformats.org/officeDocument/2006/relationships/hyperlink" Target="https://storyset.com/cuate?utm_source=slidesgo_template&amp;utm_medium=referral-link&amp;utm_campaign=slidesgo_final_slides&amp;utm_term=cuate&amp;utm_content=storyset" TargetMode="Externa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9.xml"/><Relationship Id="rId2" Type="http://schemas.openxmlformats.org/officeDocument/2006/relationships/notesSlide" Target="../notesSlides/notesSlide45.xml"/><Relationship Id="rId3" Type="http://schemas.openxmlformats.org/officeDocument/2006/relationships/hyperlink" Target="https://bit.ly/2ZjL1pd" TargetMode="Externa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9.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9.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9.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9.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9.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9.xml"/><Relationship Id="rId2" Type="http://schemas.openxmlformats.org/officeDocument/2006/relationships/notesSlide" Target="../notesSlides/notesSlide51.xml"/><Relationship Id="rId3" Type="http://schemas.openxmlformats.org/officeDocument/2006/relationships/hyperlink" Target="https://chrome.google.com/webstore/detail/flaticon-for-gsuit-gslide/haekgjfnhhdkgfgmldhfokhmfkgmciba" TargetMode="Externa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9.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9.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9.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9.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9.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9.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9.xml"/><Relationship Id="rId2" Type="http://schemas.openxmlformats.org/officeDocument/2006/relationships/notesSlide" Target="../notesSlides/notesSlide58.xml"/><Relationship Id="rId3" Type="http://schemas.openxmlformats.org/officeDocument/2006/relationships/hyperlink" Target="http://bit.ly/2PfT4lq" TargetMode="External"/><Relationship Id="rId4" Type="http://schemas.openxmlformats.org/officeDocument/2006/relationships/image" Target="../media/image28.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62" name="Shape 1262"/>
        <p:cNvGrpSpPr/>
        <p:nvPr/>
      </p:nvGrpSpPr>
      <p:grpSpPr>
        <a:xfrm>
          <a:off x="0" y="0"/>
          <a:ext cx="0" cy="0"/>
          <a:chOff x="0" y="0"/>
          <a:chExt cx="0" cy="0"/>
        </a:xfrm>
      </p:grpSpPr>
      <p:sp>
        <p:nvSpPr>
          <p:cNvPr id="1263" name="Google Shape;1263;p1"/>
          <p:cNvSpPr txBox="1"/>
          <p:nvPr>
            <p:ph type="ctrTitle"/>
          </p:nvPr>
        </p:nvSpPr>
        <p:spPr>
          <a:xfrm>
            <a:off x="1319275" y="590075"/>
            <a:ext cx="6505500" cy="2407800"/>
          </a:xfrm>
          <a:prstGeom prst="rect">
            <a:avLst/>
          </a:prstGeom>
          <a:noFill/>
          <a:ln>
            <a:noFill/>
          </a:ln>
        </p:spPr>
        <p:txBody>
          <a:bodyPr anchorCtr="0" anchor="b" bIns="91425" lIns="91425" spcFirstLastPara="1" rIns="91425" wrap="square" tIns="91425">
            <a:noAutofit/>
          </a:bodyPr>
          <a:lstStyle/>
          <a:p>
            <a:pPr indent="0" lvl="0" marL="0" rtl="0" algn="ctr">
              <a:lnSpc>
                <a:spcPct val="80000"/>
              </a:lnSpc>
              <a:spcBef>
                <a:spcPts val="0"/>
              </a:spcBef>
              <a:spcAft>
                <a:spcPts val="0"/>
              </a:spcAft>
              <a:buSzPts val="5200"/>
              <a:buNone/>
            </a:pPr>
            <a:r>
              <a:rPr lang="en">
                <a:latin typeface="Zen Dots"/>
                <a:ea typeface="Zen Dots"/>
                <a:cs typeface="Zen Dots"/>
                <a:sym typeface="Zen Dots"/>
              </a:rPr>
              <a:t> </a:t>
            </a:r>
            <a:r>
              <a:rPr b="1" lang="en" sz="6200"/>
              <a:t>SLEEP</a:t>
            </a:r>
            <a:endParaRPr b="1" sz="6200"/>
          </a:p>
          <a:p>
            <a:pPr indent="0" lvl="0" marL="0" rtl="0" algn="ctr">
              <a:lnSpc>
                <a:spcPct val="80000"/>
              </a:lnSpc>
              <a:spcBef>
                <a:spcPts val="0"/>
              </a:spcBef>
              <a:spcAft>
                <a:spcPts val="0"/>
              </a:spcAft>
              <a:buSzPts val="5200"/>
              <a:buNone/>
            </a:pPr>
            <a:r>
              <a:rPr b="1" lang="en" sz="6200"/>
              <a:t>SENSE</a:t>
            </a:r>
            <a:br>
              <a:rPr lang="en"/>
            </a:br>
            <a:r>
              <a:rPr lang="en" sz="2800">
                <a:solidFill>
                  <a:schemeClr val="dk2"/>
                </a:solidFill>
              </a:rPr>
              <a:t>Programmazione per Internet of Things</a:t>
            </a:r>
            <a:endParaRPr sz="2800">
              <a:solidFill>
                <a:schemeClr val="dk2"/>
              </a:solidFill>
              <a:latin typeface="Zen Dots"/>
              <a:ea typeface="Zen Dots"/>
              <a:cs typeface="Zen Dots"/>
              <a:sym typeface="Zen Dots"/>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67" name="Shape 1267"/>
        <p:cNvGrpSpPr/>
        <p:nvPr/>
      </p:nvGrpSpPr>
      <p:grpSpPr>
        <a:xfrm>
          <a:off x="0" y="0"/>
          <a:ext cx="0" cy="0"/>
          <a:chOff x="0" y="0"/>
          <a:chExt cx="0" cy="0"/>
        </a:xfrm>
      </p:grpSpPr>
      <p:grpSp>
        <p:nvGrpSpPr>
          <p:cNvPr id="1268" name="Google Shape;1268;p3"/>
          <p:cNvGrpSpPr/>
          <p:nvPr/>
        </p:nvGrpSpPr>
        <p:grpSpPr>
          <a:xfrm>
            <a:off x="3403800" y="2937200"/>
            <a:ext cx="2336400" cy="1392300"/>
            <a:chOff x="3403800" y="2937200"/>
            <a:chExt cx="2336400" cy="1392300"/>
          </a:xfrm>
        </p:grpSpPr>
        <p:sp>
          <p:nvSpPr>
            <p:cNvPr id="1269" name="Google Shape;1269;p3"/>
            <p:cNvSpPr/>
            <p:nvPr/>
          </p:nvSpPr>
          <p:spPr>
            <a:xfrm>
              <a:off x="3403800" y="2937200"/>
              <a:ext cx="2336400" cy="1392300"/>
            </a:xfrm>
            <a:prstGeom prst="rect">
              <a:avLst/>
            </a:prstGeom>
            <a:solidFill>
              <a:srgbClr val="7C7C7C">
                <a:alpha val="14117"/>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70" name="Google Shape;1270;p3"/>
            <p:cNvSpPr/>
            <p:nvPr/>
          </p:nvSpPr>
          <p:spPr>
            <a:xfrm>
              <a:off x="3403800" y="2937200"/>
              <a:ext cx="2336400" cy="218100"/>
            </a:xfrm>
            <a:prstGeom prst="rect">
              <a:avLst/>
            </a:prstGeom>
            <a:solidFill>
              <a:schemeClr val="dk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71" name="Google Shape;1271;p3"/>
            <p:cNvSpPr/>
            <p:nvPr/>
          </p:nvSpPr>
          <p:spPr>
            <a:xfrm>
              <a:off x="3518225" y="2996125"/>
              <a:ext cx="100200" cy="100200"/>
            </a:xfrm>
            <a:prstGeom prst="ellips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72" name="Google Shape;1272;p3"/>
            <p:cNvSpPr/>
            <p:nvPr/>
          </p:nvSpPr>
          <p:spPr>
            <a:xfrm>
              <a:off x="3701675" y="2996125"/>
              <a:ext cx="100200" cy="100200"/>
            </a:xfrm>
            <a:prstGeom prst="ellips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73" name="Google Shape;1273;p3"/>
            <p:cNvSpPr/>
            <p:nvPr/>
          </p:nvSpPr>
          <p:spPr>
            <a:xfrm>
              <a:off x="3885125" y="2996125"/>
              <a:ext cx="100200" cy="100200"/>
            </a:xfrm>
            <a:prstGeom prst="ellips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274" name="Google Shape;1274;p3"/>
          <p:cNvGrpSpPr/>
          <p:nvPr/>
        </p:nvGrpSpPr>
        <p:grpSpPr>
          <a:xfrm>
            <a:off x="6087600" y="2937200"/>
            <a:ext cx="2336400" cy="1392300"/>
            <a:chOff x="6087600" y="3013400"/>
            <a:chExt cx="2336400" cy="1392300"/>
          </a:xfrm>
        </p:grpSpPr>
        <p:sp>
          <p:nvSpPr>
            <p:cNvPr id="1275" name="Google Shape;1275;p3"/>
            <p:cNvSpPr/>
            <p:nvPr/>
          </p:nvSpPr>
          <p:spPr>
            <a:xfrm>
              <a:off x="6087600" y="3013400"/>
              <a:ext cx="2336400" cy="1392300"/>
            </a:xfrm>
            <a:prstGeom prst="rect">
              <a:avLst/>
            </a:prstGeom>
            <a:solidFill>
              <a:srgbClr val="7C7C7C">
                <a:alpha val="14117"/>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76" name="Google Shape;1276;p3"/>
            <p:cNvSpPr/>
            <p:nvPr/>
          </p:nvSpPr>
          <p:spPr>
            <a:xfrm>
              <a:off x="6087600" y="3013400"/>
              <a:ext cx="2336400" cy="218100"/>
            </a:xfrm>
            <a:prstGeom prst="rect">
              <a:avLst/>
            </a:prstGeom>
            <a:solidFill>
              <a:schemeClr val="dk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77" name="Google Shape;1277;p3"/>
            <p:cNvSpPr/>
            <p:nvPr/>
          </p:nvSpPr>
          <p:spPr>
            <a:xfrm>
              <a:off x="6202025" y="3072325"/>
              <a:ext cx="100200" cy="100200"/>
            </a:xfrm>
            <a:prstGeom prst="ellips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78" name="Google Shape;1278;p3"/>
            <p:cNvSpPr/>
            <p:nvPr/>
          </p:nvSpPr>
          <p:spPr>
            <a:xfrm>
              <a:off x="6385475" y="3072325"/>
              <a:ext cx="100200" cy="100200"/>
            </a:xfrm>
            <a:prstGeom prst="ellips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79" name="Google Shape;1279;p3"/>
            <p:cNvSpPr/>
            <p:nvPr/>
          </p:nvSpPr>
          <p:spPr>
            <a:xfrm>
              <a:off x="6568925" y="3072325"/>
              <a:ext cx="100200" cy="100200"/>
            </a:xfrm>
            <a:prstGeom prst="ellips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280" name="Google Shape;1280;p3"/>
          <p:cNvGrpSpPr/>
          <p:nvPr/>
        </p:nvGrpSpPr>
        <p:grpSpPr>
          <a:xfrm>
            <a:off x="6087600" y="1046825"/>
            <a:ext cx="2336400" cy="1392300"/>
            <a:chOff x="6087600" y="1123025"/>
            <a:chExt cx="2336400" cy="1392300"/>
          </a:xfrm>
        </p:grpSpPr>
        <p:sp>
          <p:nvSpPr>
            <p:cNvPr id="1281" name="Google Shape;1281;p3"/>
            <p:cNvSpPr/>
            <p:nvPr/>
          </p:nvSpPr>
          <p:spPr>
            <a:xfrm>
              <a:off x="6087600" y="1123025"/>
              <a:ext cx="2336400" cy="1392300"/>
            </a:xfrm>
            <a:prstGeom prst="rect">
              <a:avLst/>
            </a:prstGeom>
            <a:solidFill>
              <a:srgbClr val="7C7C7C">
                <a:alpha val="14117"/>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82" name="Google Shape;1282;p3"/>
            <p:cNvSpPr/>
            <p:nvPr/>
          </p:nvSpPr>
          <p:spPr>
            <a:xfrm>
              <a:off x="6087600" y="1123025"/>
              <a:ext cx="2336400" cy="218100"/>
            </a:xfrm>
            <a:prstGeom prst="rect">
              <a:avLst/>
            </a:prstGeom>
            <a:solidFill>
              <a:schemeClr val="dk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83" name="Google Shape;1283;p3"/>
            <p:cNvSpPr/>
            <p:nvPr/>
          </p:nvSpPr>
          <p:spPr>
            <a:xfrm>
              <a:off x="6202025" y="1181950"/>
              <a:ext cx="100200" cy="100200"/>
            </a:xfrm>
            <a:prstGeom prst="ellips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84" name="Google Shape;1284;p3"/>
            <p:cNvSpPr/>
            <p:nvPr/>
          </p:nvSpPr>
          <p:spPr>
            <a:xfrm>
              <a:off x="6385475" y="1181950"/>
              <a:ext cx="100200" cy="100200"/>
            </a:xfrm>
            <a:prstGeom prst="ellips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85" name="Google Shape;1285;p3"/>
            <p:cNvSpPr/>
            <p:nvPr/>
          </p:nvSpPr>
          <p:spPr>
            <a:xfrm>
              <a:off x="6568925" y="1181950"/>
              <a:ext cx="100200" cy="100200"/>
            </a:xfrm>
            <a:prstGeom prst="ellips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286" name="Google Shape;1286;p3"/>
          <p:cNvGrpSpPr/>
          <p:nvPr/>
        </p:nvGrpSpPr>
        <p:grpSpPr>
          <a:xfrm>
            <a:off x="720000" y="2937200"/>
            <a:ext cx="2336400" cy="1392300"/>
            <a:chOff x="720000" y="3013400"/>
            <a:chExt cx="2336400" cy="1392300"/>
          </a:xfrm>
        </p:grpSpPr>
        <p:sp>
          <p:nvSpPr>
            <p:cNvPr id="1287" name="Google Shape;1287;p3"/>
            <p:cNvSpPr/>
            <p:nvPr/>
          </p:nvSpPr>
          <p:spPr>
            <a:xfrm>
              <a:off x="720000" y="3013400"/>
              <a:ext cx="2336400" cy="1392300"/>
            </a:xfrm>
            <a:prstGeom prst="rect">
              <a:avLst/>
            </a:prstGeom>
            <a:solidFill>
              <a:srgbClr val="7C7C7C">
                <a:alpha val="14117"/>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88" name="Google Shape;1288;p3"/>
            <p:cNvSpPr/>
            <p:nvPr/>
          </p:nvSpPr>
          <p:spPr>
            <a:xfrm>
              <a:off x="720000" y="3013400"/>
              <a:ext cx="2336400" cy="218100"/>
            </a:xfrm>
            <a:prstGeom prst="rect">
              <a:avLst/>
            </a:prstGeom>
            <a:solidFill>
              <a:schemeClr val="dk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89" name="Google Shape;1289;p3"/>
            <p:cNvSpPr/>
            <p:nvPr/>
          </p:nvSpPr>
          <p:spPr>
            <a:xfrm>
              <a:off x="834425" y="3072325"/>
              <a:ext cx="100200" cy="100200"/>
            </a:xfrm>
            <a:prstGeom prst="ellips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90" name="Google Shape;1290;p3"/>
            <p:cNvSpPr/>
            <p:nvPr/>
          </p:nvSpPr>
          <p:spPr>
            <a:xfrm>
              <a:off x="1017875" y="3072325"/>
              <a:ext cx="100200" cy="100200"/>
            </a:xfrm>
            <a:prstGeom prst="ellips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91" name="Google Shape;1291;p3"/>
            <p:cNvSpPr/>
            <p:nvPr/>
          </p:nvSpPr>
          <p:spPr>
            <a:xfrm>
              <a:off x="1201325" y="3072325"/>
              <a:ext cx="100200" cy="100200"/>
            </a:xfrm>
            <a:prstGeom prst="ellips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292" name="Google Shape;1292;p3"/>
          <p:cNvGrpSpPr/>
          <p:nvPr/>
        </p:nvGrpSpPr>
        <p:grpSpPr>
          <a:xfrm>
            <a:off x="720000" y="1046825"/>
            <a:ext cx="2336400" cy="1392300"/>
            <a:chOff x="720000" y="1123025"/>
            <a:chExt cx="2336400" cy="1392300"/>
          </a:xfrm>
        </p:grpSpPr>
        <p:sp>
          <p:nvSpPr>
            <p:cNvPr id="1293" name="Google Shape;1293;p3"/>
            <p:cNvSpPr/>
            <p:nvPr/>
          </p:nvSpPr>
          <p:spPr>
            <a:xfrm>
              <a:off x="720000" y="1123025"/>
              <a:ext cx="2336400" cy="1392300"/>
            </a:xfrm>
            <a:prstGeom prst="rect">
              <a:avLst/>
            </a:prstGeom>
            <a:solidFill>
              <a:srgbClr val="7C7C7C">
                <a:alpha val="14117"/>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94" name="Google Shape;1294;p3"/>
            <p:cNvSpPr/>
            <p:nvPr/>
          </p:nvSpPr>
          <p:spPr>
            <a:xfrm>
              <a:off x="720000" y="1123025"/>
              <a:ext cx="2336400" cy="218100"/>
            </a:xfrm>
            <a:prstGeom prst="rect">
              <a:avLst/>
            </a:prstGeom>
            <a:solidFill>
              <a:schemeClr val="dk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95" name="Google Shape;1295;p3"/>
            <p:cNvSpPr/>
            <p:nvPr/>
          </p:nvSpPr>
          <p:spPr>
            <a:xfrm>
              <a:off x="834425" y="1181950"/>
              <a:ext cx="100200" cy="100200"/>
            </a:xfrm>
            <a:prstGeom prst="ellips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96" name="Google Shape;1296;p3"/>
            <p:cNvSpPr/>
            <p:nvPr/>
          </p:nvSpPr>
          <p:spPr>
            <a:xfrm>
              <a:off x="1017875" y="1181950"/>
              <a:ext cx="100200" cy="100200"/>
            </a:xfrm>
            <a:prstGeom prst="ellips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97" name="Google Shape;1297;p3"/>
            <p:cNvSpPr/>
            <p:nvPr/>
          </p:nvSpPr>
          <p:spPr>
            <a:xfrm>
              <a:off x="1201325" y="1181950"/>
              <a:ext cx="100200" cy="100200"/>
            </a:xfrm>
            <a:prstGeom prst="ellips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298" name="Google Shape;1298;p3"/>
          <p:cNvGrpSpPr/>
          <p:nvPr/>
        </p:nvGrpSpPr>
        <p:grpSpPr>
          <a:xfrm>
            <a:off x="3403800" y="1046825"/>
            <a:ext cx="2336400" cy="1392300"/>
            <a:chOff x="3403800" y="1123025"/>
            <a:chExt cx="2336400" cy="1392300"/>
          </a:xfrm>
        </p:grpSpPr>
        <p:sp>
          <p:nvSpPr>
            <p:cNvPr id="1299" name="Google Shape;1299;p3"/>
            <p:cNvSpPr/>
            <p:nvPr/>
          </p:nvSpPr>
          <p:spPr>
            <a:xfrm>
              <a:off x="3403800" y="1123025"/>
              <a:ext cx="2336400" cy="1392300"/>
            </a:xfrm>
            <a:prstGeom prst="rect">
              <a:avLst/>
            </a:prstGeom>
            <a:solidFill>
              <a:srgbClr val="7C7C7C">
                <a:alpha val="14117"/>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00" name="Google Shape;1300;p3"/>
            <p:cNvSpPr/>
            <p:nvPr/>
          </p:nvSpPr>
          <p:spPr>
            <a:xfrm>
              <a:off x="3403800" y="1123025"/>
              <a:ext cx="2336400" cy="218100"/>
            </a:xfrm>
            <a:prstGeom prst="rect">
              <a:avLst/>
            </a:prstGeom>
            <a:solidFill>
              <a:schemeClr val="dk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01" name="Google Shape;1301;p3"/>
            <p:cNvSpPr/>
            <p:nvPr/>
          </p:nvSpPr>
          <p:spPr>
            <a:xfrm>
              <a:off x="3518225" y="1181950"/>
              <a:ext cx="100200" cy="100200"/>
            </a:xfrm>
            <a:prstGeom prst="ellips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02" name="Google Shape;1302;p3"/>
            <p:cNvSpPr/>
            <p:nvPr/>
          </p:nvSpPr>
          <p:spPr>
            <a:xfrm>
              <a:off x="3701675" y="1181950"/>
              <a:ext cx="100200" cy="100200"/>
            </a:xfrm>
            <a:prstGeom prst="ellips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03" name="Google Shape;1303;p3"/>
            <p:cNvSpPr/>
            <p:nvPr/>
          </p:nvSpPr>
          <p:spPr>
            <a:xfrm>
              <a:off x="3885125" y="1181950"/>
              <a:ext cx="100200" cy="100200"/>
            </a:xfrm>
            <a:prstGeom prst="ellips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1304" name="Google Shape;1304;p3"/>
          <p:cNvSpPr txBox="1"/>
          <p:nvPr>
            <p:ph type="title"/>
          </p:nvPr>
        </p:nvSpPr>
        <p:spPr>
          <a:xfrm>
            <a:off x="720000" y="1264700"/>
            <a:ext cx="2336400" cy="527700"/>
          </a:xfrm>
          <a:prstGeom prst="rect">
            <a:avLst/>
          </a:prstGeom>
          <a:noFill/>
          <a:ln cap="flat" cmpd="sng" w="9525">
            <a:solidFill>
              <a:schemeClr val="dk2"/>
            </a:solidFill>
            <a:prstDash val="solid"/>
            <a:round/>
            <a:headEnd len="sm" w="sm" type="none"/>
            <a:tailEnd len="sm" w="sm" type="none"/>
          </a:ln>
          <a:effectLst>
            <a:outerShdw blurRad="57150" rotWithShape="0" algn="bl" dir="5400000" dist="19050">
              <a:srgbClr val="000000">
                <a:alpha val="50000"/>
              </a:srgbClr>
            </a:outerShdw>
          </a:effectLst>
        </p:spPr>
        <p:txBody>
          <a:bodyPr anchorCtr="0" anchor="ctr" bIns="91425" lIns="91425" spcFirstLastPara="1" rIns="91425" wrap="square" tIns="91425">
            <a:noAutofit/>
          </a:bodyPr>
          <a:lstStyle/>
          <a:p>
            <a:pPr indent="0" lvl="0" marL="0" rtl="0" algn="ctr">
              <a:lnSpc>
                <a:spcPct val="100000"/>
              </a:lnSpc>
              <a:spcBef>
                <a:spcPts val="0"/>
              </a:spcBef>
              <a:spcAft>
                <a:spcPts val="0"/>
              </a:spcAft>
              <a:buSzPts val="2400"/>
              <a:buNone/>
            </a:pPr>
            <a:r>
              <a:rPr lang="en"/>
              <a:t>Introduzione</a:t>
            </a:r>
            <a:endParaRPr/>
          </a:p>
        </p:txBody>
      </p:sp>
      <p:sp>
        <p:nvSpPr>
          <p:cNvPr id="1305" name="Google Shape;1305;p3"/>
          <p:cNvSpPr txBox="1"/>
          <p:nvPr>
            <p:ph idx="1" type="subTitle"/>
          </p:nvPr>
        </p:nvSpPr>
        <p:spPr>
          <a:xfrm>
            <a:off x="720000" y="1792400"/>
            <a:ext cx="2336400" cy="646800"/>
          </a:xfrm>
          <a:prstGeom prst="rect">
            <a:avLst/>
          </a:prstGeom>
          <a:noFill/>
          <a:ln cap="flat" cmpd="sng" w="9525">
            <a:solidFill>
              <a:schemeClr val="dk2"/>
            </a:solidFill>
            <a:prstDash val="solid"/>
            <a:round/>
            <a:headEnd len="sm" w="sm" type="none"/>
            <a:tailEnd len="sm" w="sm" type="none"/>
          </a:ln>
        </p:spPr>
        <p:txBody>
          <a:bodyPr anchorCtr="0" anchor="t" bIns="91425" lIns="91425" spcFirstLastPara="1" rIns="91425" wrap="square" tIns="91425">
            <a:noAutofit/>
          </a:bodyPr>
          <a:lstStyle/>
          <a:p>
            <a:pPr indent="0" lvl="0" marL="0" rtl="0" algn="ctr">
              <a:lnSpc>
                <a:spcPct val="100000"/>
              </a:lnSpc>
              <a:spcBef>
                <a:spcPts val="0"/>
              </a:spcBef>
              <a:spcAft>
                <a:spcPts val="0"/>
              </a:spcAft>
              <a:buSzPts val="1400"/>
              <a:buNone/>
            </a:pPr>
            <a:r>
              <a:rPr lang="en"/>
              <a:t>Contesto e obiettivi del progetto</a:t>
            </a:r>
            <a:endParaRPr/>
          </a:p>
        </p:txBody>
      </p:sp>
      <p:sp>
        <p:nvSpPr>
          <p:cNvPr id="1306" name="Google Shape;1306;p3"/>
          <p:cNvSpPr txBox="1"/>
          <p:nvPr>
            <p:ph idx="3" type="title"/>
          </p:nvPr>
        </p:nvSpPr>
        <p:spPr>
          <a:xfrm>
            <a:off x="3403800" y="1264700"/>
            <a:ext cx="2336400" cy="527700"/>
          </a:xfrm>
          <a:prstGeom prst="rect">
            <a:avLst/>
          </a:prstGeom>
          <a:noFill/>
          <a:ln cap="flat" cmpd="sng" w="9525">
            <a:solidFill>
              <a:schemeClr val="dk2"/>
            </a:solidFill>
            <a:prstDash val="solid"/>
            <a:round/>
            <a:headEnd len="sm" w="sm" type="none"/>
            <a:tailEnd len="sm" w="sm" type="none"/>
          </a:ln>
          <a:effectLst>
            <a:outerShdw blurRad="57150" rotWithShape="0" algn="bl" dir="5400000" dist="19050">
              <a:srgbClr val="000000">
                <a:alpha val="50000"/>
              </a:srgbClr>
            </a:outerShdw>
          </a:effectLst>
        </p:spPr>
        <p:txBody>
          <a:bodyPr anchorCtr="0" anchor="ctr" bIns="91425" lIns="91425" spcFirstLastPara="1" rIns="91425" wrap="square" tIns="91425">
            <a:noAutofit/>
          </a:bodyPr>
          <a:lstStyle/>
          <a:p>
            <a:pPr indent="0" lvl="0" marL="0" rtl="0" algn="ctr">
              <a:lnSpc>
                <a:spcPct val="100000"/>
              </a:lnSpc>
              <a:spcBef>
                <a:spcPts val="0"/>
              </a:spcBef>
              <a:spcAft>
                <a:spcPts val="0"/>
              </a:spcAft>
              <a:buSzPts val="2400"/>
              <a:buNone/>
            </a:pPr>
            <a:r>
              <a:rPr lang="en"/>
              <a:t>Hardware</a:t>
            </a:r>
            <a:endParaRPr/>
          </a:p>
        </p:txBody>
      </p:sp>
      <p:sp>
        <p:nvSpPr>
          <p:cNvPr id="1307" name="Google Shape;1307;p3"/>
          <p:cNvSpPr txBox="1"/>
          <p:nvPr>
            <p:ph idx="5" type="subTitle"/>
          </p:nvPr>
        </p:nvSpPr>
        <p:spPr>
          <a:xfrm>
            <a:off x="3403800" y="1792400"/>
            <a:ext cx="2336400" cy="646800"/>
          </a:xfrm>
          <a:prstGeom prst="rect">
            <a:avLst/>
          </a:prstGeom>
          <a:noFill/>
          <a:ln cap="flat" cmpd="sng" w="9525">
            <a:solidFill>
              <a:schemeClr val="dk2"/>
            </a:solidFill>
            <a:prstDash val="solid"/>
            <a:round/>
            <a:headEnd len="sm" w="sm" type="none"/>
            <a:tailEnd len="sm" w="sm" type="none"/>
          </a:ln>
        </p:spPr>
        <p:txBody>
          <a:bodyPr anchorCtr="0" anchor="t" bIns="91425" lIns="91425" spcFirstLastPara="1" rIns="91425" wrap="square" tIns="91425">
            <a:noAutofit/>
          </a:bodyPr>
          <a:lstStyle/>
          <a:p>
            <a:pPr indent="0" lvl="0" marL="0" rtl="0" algn="ctr">
              <a:lnSpc>
                <a:spcPct val="100000"/>
              </a:lnSpc>
              <a:spcBef>
                <a:spcPts val="0"/>
              </a:spcBef>
              <a:spcAft>
                <a:spcPts val="0"/>
              </a:spcAft>
              <a:buSzPts val="1400"/>
              <a:buNone/>
            </a:pPr>
            <a:r>
              <a:rPr lang="en"/>
              <a:t>Componenti e architettura fisica</a:t>
            </a:r>
            <a:endParaRPr/>
          </a:p>
        </p:txBody>
      </p:sp>
      <p:sp>
        <p:nvSpPr>
          <p:cNvPr id="1308" name="Google Shape;1308;p3"/>
          <p:cNvSpPr txBox="1"/>
          <p:nvPr>
            <p:ph idx="6" type="title"/>
          </p:nvPr>
        </p:nvSpPr>
        <p:spPr>
          <a:xfrm>
            <a:off x="6087600" y="1264700"/>
            <a:ext cx="2336400" cy="527700"/>
          </a:xfrm>
          <a:prstGeom prst="rect">
            <a:avLst/>
          </a:prstGeom>
          <a:noFill/>
          <a:ln cap="flat" cmpd="sng" w="9525">
            <a:solidFill>
              <a:schemeClr val="dk2"/>
            </a:solidFill>
            <a:prstDash val="solid"/>
            <a:round/>
            <a:headEnd len="sm" w="sm" type="none"/>
            <a:tailEnd len="sm" w="sm" type="none"/>
          </a:ln>
          <a:effectLst>
            <a:outerShdw blurRad="57150" rotWithShape="0" algn="bl" dir="5400000" dist="19050">
              <a:srgbClr val="000000">
                <a:alpha val="50000"/>
              </a:srgbClr>
            </a:outerShdw>
          </a:effectLst>
        </p:spPr>
        <p:txBody>
          <a:bodyPr anchorCtr="0" anchor="ctr" bIns="91425" lIns="91425" spcFirstLastPara="1" rIns="91425" wrap="square" tIns="91425">
            <a:noAutofit/>
          </a:bodyPr>
          <a:lstStyle/>
          <a:p>
            <a:pPr indent="0" lvl="0" marL="0" rtl="0" algn="ctr">
              <a:lnSpc>
                <a:spcPct val="100000"/>
              </a:lnSpc>
              <a:spcBef>
                <a:spcPts val="0"/>
              </a:spcBef>
              <a:spcAft>
                <a:spcPts val="0"/>
              </a:spcAft>
              <a:buSzPts val="2400"/>
              <a:buNone/>
            </a:pPr>
            <a:r>
              <a:rPr lang="en"/>
              <a:t>Programmazione</a:t>
            </a:r>
            <a:endParaRPr/>
          </a:p>
        </p:txBody>
      </p:sp>
      <p:sp>
        <p:nvSpPr>
          <p:cNvPr id="1309" name="Google Shape;1309;p3"/>
          <p:cNvSpPr txBox="1"/>
          <p:nvPr>
            <p:ph idx="8" type="subTitle"/>
          </p:nvPr>
        </p:nvSpPr>
        <p:spPr>
          <a:xfrm>
            <a:off x="6087600" y="1792400"/>
            <a:ext cx="2336400" cy="646800"/>
          </a:xfrm>
          <a:prstGeom prst="rect">
            <a:avLst/>
          </a:prstGeom>
          <a:noFill/>
          <a:ln cap="flat" cmpd="sng" w="9525">
            <a:solidFill>
              <a:schemeClr val="dk2"/>
            </a:solidFill>
            <a:prstDash val="solid"/>
            <a:round/>
            <a:headEnd len="sm" w="sm" type="none"/>
            <a:tailEnd len="sm" w="sm" type="none"/>
          </a:ln>
        </p:spPr>
        <p:txBody>
          <a:bodyPr anchorCtr="0" anchor="t" bIns="91425" lIns="91425" spcFirstLastPara="1" rIns="91425" wrap="square" tIns="91425">
            <a:noAutofit/>
          </a:bodyPr>
          <a:lstStyle/>
          <a:p>
            <a:pPr indent="0" lvl="0" marL="0" rtl="0" algn="ctr">
              <a:lnSpc>
                <a:spcPct val="100000"/>
              </a:lnSpc>
              <a:spcBef>
                <a:spcPts val="0"/>
              </a:spcBef>
              <a:spcAft>
                <a:spcPts val="0"/>
              </a:spcAft>
              <a:buSzPts val="1400"/>
              <a:buNone/>
            </a:pPr>
            <a:r>
              <a:rPr lang="en"/>
              <a:t>Algoritmi e gestione dei sensori</a:t>
            </a:r>
            <a:endParaRPr/>
          </a:p>
        </p:txBody>
      </p:sp>
      <p:sp>
        <p:nvSpPr>
          <p:cNvPr id="1310" name="Google Shape;1310;p3"/>
          <p:cNvSpPr txBox="1"/>
          <p:nvPr>
            <p:ph idx="9" type="title"/>
          </p:nvPr>
        </p:nvSpPr>
        <p:spPr>
          <a:xfrm>
            <a:off x="720000" y="3155075"/>
            <a:ext cx="2336400" cy="527700"/>
          </a:xfrm>
          <a:prstGeom prst="rect">
            <a:avLst/>
          </a:prstGeom>
          <a:noFill/>
          <a:ln cap="flat" cmpd="sng" w="9525">
            <a:solidFill>
              <a:schemeClr val="dk2"/>
            </a:solidFill>
            <a:prstDash val="solid"/>
            <a:round/>
            <a:headEnd len="sm" w="sm" type="none"/>
            <a:tailEnd len="sm" w="sm" type="none"/>
          </a:ln>
          <a:effectLst>
            <a:outerShdw blurRad="57150" rotWithShape="0" algn="bl" dir="5400000" dist="19050">
              <a:srgbClr val="000000">
                <a:alpha val="50000"/>
              </a:srgbClr>
            </a:outerShdw>
          </a:effectLst>
        </p:spPr>
        <p:txBody>
          <a:bodyPr anchorCtr="0" anchor="ctr" bIns="91425" lIns="91425" spcFirstLastPara="1" rIns="91425" wrap="square" tIns="91425">
            <a:noAutofit/>
          </a:bodyPr>
          <a:lstStyle/>
          <a:p>
            <a:pPr indent="0" lvl="0" marL="0" rtl="0" algn="ctr">
              <a:lnSpc>
                <a:spcPct val="100000"/>
              </a:lnSpc>
              <a:spcBef>
                <a:spcPts val="0"/>
              </a:spcBef>
              <a:spcAft>
                <a:spcPts val="0"/>
              </a:spcAft>
              <a:buSzPts val="2400"/>
              <a:buNone/>
            </a:pPr>
            <a:r>
              <a:rPr lang="en"/>
              <a:t>Analisi dei dati</a:t>
            </a:r>
            <a:endParaRPr/>
          </a:p>
        </p:txBody>
      </p:sp>
      <p:sp>
        <p:nvSpPr>
          <p:cNvPr id="1311" name="Google Shape;1311;p3"/>
          <p:cNvSpPr txBox="1"/>
          <p:nvPr>
            <p:ph idx="14" type="subTitle"/>
          </p:nvPr>
        </p:nvSpPr>
        <p:spPr>
          <a:xfrm>
            <a:off x="720000" y="3682800"/>
            <a:ext cx="2336400" cy="646800"/>
          </a:xfrm>
          <a:prstGeom prst="rect">
            <a:avLst/>
          </a:prstGeom>
          <a:noFill/>
          <a:ln cap="flat" cmpd="sng" w="9525">
            <a:solidFill>
              <a:schemeClr val="dk2"/>
            </a:solidFill>
            <a:prstDash val="solid"/>
            <a:round/>
            <a:headEnd len="sm" w="sm" type="none"/>
            <a:tailEnd len="sm" w="sm" type="none"/>
          </a:ln>
        </p:spPr>
        <p:txBody>
          <a:bodyPr anchorCtr="0" anchor="t" bIns="91425" lIns="91425" spcFirstLastPara="1" rIns="91425" wrap="square" tIns="91425">
            <a:noAutofit/>
          </a:bodyPr>
          <a:lstStyle/>
          <a:p>
            <a:pPr indent="0" lvl="0" marL="0" rtl="0" algn="ctr">
              <a:lnSpc>
                <a:spcPct val="100000"/>
              </a:lnSpc>
              <a:spcBef>
                <a:spcPts val="0"/>
              </a:spcBef>
              <a:spcAft>
                <a:spcPts val="0"/>
              </a:spcAft>
              <a:buSzPts val="1400"/>
              <a:buNone/>
            </a:pPr>
            <a:r>
              <a:rPr lang="en"/>
              <a:t>Elaborazione e calcolo delle correlazioni </a:t>
            </a:r>
            <a:endParaRPr/>
          </a:p>
        </p:txBody>
      </p:sp>
      <p:sp>
        <p:nvSpPr>
          <p:cNvPr id="1312" name="Google Shape;1312;p3"/>
          <p:cNvSpPr txBox="1"/>
          <p:nvPr>
            <p:ph idx="15" type="title"/>
          </p:nvPr>
        </p:nvSpPr>
        <p:spPr>
          <a:xfrm>
            <a:off x="3403800" y="3155075"/>
            <a:ext cx="2336400" cy="527700"/>
          </a:xfrm>
          <a:prstGeom prst="rect">
            <a:avLst/>
          </a:prstGeom>
          <a:noFill/>
          <a:ln cap="flat" cmpd="sng" w="9525">
            <a:solidFill>
              <a:schemeClr val="dk2"/>
            </a:solidFill>
            <a:prstDash val="solid"/>
            <a:round/>
            <a:headEnd len="sm" w="sm" type="none"/>
            <a:tailEnd len="sm" w="sm" type="none"/>
          </a:ln>
          <a:effectLst>
            <a:outerShdw blurRad="57150" rotWithShape="0" algn="bl" dir="5400000" dist="19050">
              <a:srgbClr val="000000">
                <a:alpha val="50000"/>
              </a:srgbClr>
            </a:outerShdw>
          </a:effectLst>
        </p:spPr>
        <p:txBody>
          <a:bodyPr anchorCtr="0" anchor="ctr" bIns="91425" lIns="91425" spcFirstLastPara="1" rIns="91425" wrap="square" tIns="91425">
            <a:noAutofit/>
          </a:bodyPr>
          <a:lstStyle/>
          <a:p>
            <a:pPr indent="0" lvl="0" marL="0" rtl="0" algn="ctr">
              <a:lnSpc>
                <a:spcPct val="100000"/>
              </a:lnSpc>
              <a:spcBef>
                <a:spcPts val="0"/>
              </a:spcBef>
              <a:spcAft>
                <a:spcPts val="0"/>
              </a:spcAft>
              <a:buSzPts val="2400"/>
              <a:buNone/>
            </a:pPr>
            <a:r>
              <a:rPr lang="en"/>
              <a:t>Risultati</a:t>
            </a:r>
            <a:endParaRPr/>
          </a:p>
        </p:txBody>
      </p:sp>
      <p:sp>
        <p:nvSpPr>
          <p:cNvPr id="1313" name="Google Shape;1313;p3"/>
          <p:cNvSpPr txBox="1"/>
          <p:nvPr>
            <p:ph idx="17" type="subTitle"/>
          </p:nvPr>
        </p:nvSpPr>
        <p:spPr>
          <a:xfrm>
            <a:off x="3403800" y="3682800"/>
            <a:ext cx="2336400" cy="646800"/>
          </a:xfrm>
          <a:prstGeom prst="rect">
            <a:avLst/>
          </a:prstGeom>
          <a:noFill/>
          <a:ln cap="flat" cmpd="sng" w="9525">
            <a:solidFill>
              <a:schemeClr val="dk2"/>
            </a:solidFill>
            <a:prstDash val="solid"/>
            <a:round/>
            <a:headEnd len="sm" w="sm" type="none"/>
            <a:tailEnd len="sm" w="sm" type="none"/>
          </a:ln>
        </p:spPr>
        <p:txBody>
          <a:bodyPr anchorCtr="0" anchor="t" bIns="91425" lIns="91425" spcFirstLastPara="1" rIns="91425" wrap="square" tIns="91425">
            <a:noAutofit/>
          </a:bodyPr>
          <a:lstStyle/>
          <a:p>
            <a:pPr indent="0" lvl="0" marL="0" rtl="0" algn="ctr">
              <a:lnSpc>
                <a:spcPct val="100000"/>
              </a:lnSpc>
              <a:spcBef>
                <a:spcPts val="0"/>
              </a:spcBef>
              <a:spcAft>
                <a:spcPts val="0"/>
              </a:spcAft>
              <a:buSzPts val="1400"/>
              <a:buNone/>
            </a:pPr>
            <a:r>
              <a:rPr lang="en"/>
              <a:t>Correlazione e visualizzazione</a:t>
            </a:r>
            <a:endParaRPr/>
          </a:p>
        </p:txBody>
      </p:sp>
      <p:sp>
        <p:nvSpPr>
          <p:cNvPr id="1314" name="Google Shape;1314;p3"/>
          <p:cNvSpPr txBox="1"/>
          <p:nvPr>
            <p:ph idx="18" type="title"/>
          </p:nvPr>
        </p:nvSpPr>
        <p:spPr>
          <a:xfrm>
            <a:off x="6087600" y="3155075"/>
            <a:ext cx="2336400" cy="527700"/>
          </a:xfrm>
          <a:prstGeom prst="rect">
            <a:avLst/>
          </a:prstGeom>
          <a:noFill/>
          <a:ln cap="flat" cmpd="sng" w="9525">
            <a:solidFill>
              <a:schemeClr val="dk2"/>
            </a:solidFill>
            <a:prstDash val="solid"/>
            <a:round/>
            <a:headEnd len="sm" w="sm" type="none"/>
            <a:tailEnd len="sm" w="sm" type="none"/>
          </a:ln>
          <a:effectLst>
            <a:outerShdw blurRad="57150" rotWithShape="0" algn="bl" dir="5400000" dist="19050">
              <a:srgbClr val="000000">
                <a:alpha val="50000"/>
              </a:srgbClr>
            </a:outerShdw>
          </a:effectLst>
        </p:spPr>
        <p:txBody>
          <a:bodyPr anchorCtr="0" anchor="ctr" bIns="91425" lIns="91425" spcFirstLastPara="1" rIns="91425" wrap="square" tIns="91425">
            <a:noAutofit/>
          </a:bodyPr>
          <a:lstStyle/>
          <a:p>
            <a:pPr indent="0" lvl="0" marL="0" rtl="0" algn="ctr">
              <a:lnSpc>
                <a:spcPct val="100000"/>
              </a:lnSpc>
              <a:spcBef>
                <a:spcPts val="0"/>
              </a:spcBef>
              <a:spcAft>
                <a:spcPts val="0"/>
              </a:spcAft>
              <a:buSzPts val="2400"/>
              <a:buNone/>
            </a:pPr>
            <a:r>
              <a:rPr lang="en"/>
              <a:t>Conclusioni</a:t>
            </a:r>
            <a:endParaRPr/>
          </a:p>
        </p:txBody>
      </p:sp>
      <p:sp>
        <p:nvSpPr>
          <p:cNvPr id="1315" name="Google Shape;1315;p3"/>
          <p:cNvSpPr txBox="1"/>
          <p:nvPr>
            <p:ph idx="20" type="subTitle"/>
          </p:nvPr>
        </p:nvSpPr>
        <p:spPr>
          <a:xfrm>
            <a:off x="6087600" y="3682800"/>
            <a:ext cx="2336400" cy="646800"/>
          </a:xfrm>
          <a:prstGeom prst="rect">
            <a:avLst/>
          </a:prstGeom>
          <a:noFill/>
          <a:ln cap="flat" cmpd="sng" w="9525">
            <a:solidFill>
              <a:schemeClr val="dk2"/>
            </a:solidFill>
            <a:prstDash val="solid"/>
            <a:round/>
            <a:headEnd len="sm" w="sm" type="none"/>
            <a:tailEnd len="sm" w="sm" type="none"/>
          </a:ln>
        </p:spPr>
        <p:txBody>
          <a:bodyPr anchorCtr="0" anchor="t" bIns="91425" lIns="91425" spcFirstLastPara="1" rIns="91425" wrap="square" tIns="91425">
            <a:noAutofit/>
          </a:bodyPr>
          <a:lstStyle/>
          <a:p>
            <a:pPr indent="0" lvl="0" marL="0" rtl="0" algn="ctr">
              <a:lnSpc>
                <a:spcPct val="100000"/>
              </a:lnSpc>
              <a:spcBef>
                <a:spcPts val="0"/>
              </a:spcBef>
              <a:spcAft>
                <a:spcPts val="0"/>
              </a:spcAft>
              <a:buSzPts val="1400"/>
              <a:buNone/>
            </a:pPr>
            <a:r>
              <a:rPr lang="en"/>
              <a:t>Limitazioni e </a:t>
            </a:r>
            <a:endParaRPr/>
          </a:p>
          <a:p>
            <a:pPr indent="0" lvl="0" marL="0" rtl="0" algn="ctr">
              <a:lnSpc>
                <a:spcPct val="100000"/>
              </a:lnSpc>
              <a:spcBef>
                <a:spcPts val="0"/>
              </a:spcBef>
              <a:spcAft>
                <a:spcPts val="0"/>
              </a:spcAft>
              <a:buSzPts val="1400"/>
              <a:buNone/>
            </a:pPr>
            <a:r>
              <a:rPr lang="en"/>
              <a:t>sviluppi futuri</a:t>
            </a:r>
            <a:endParaRPr/>
          </a:p>
        </p:txBody>
      </p:sp>
      <p:sp>
        <p:nvSpPr>
          <p:cNvPr id="1316" name="Google Shape;1316;p3"/>
          <p:cNvSpPr txBox="1"/>
          <p:nvPr>
            <p:ph idx="2" type="title"/>
          </p:nvPr>
        </p:nvSpPr>
        <p:spPr>
          <a:xfrm>
            <a:off x="1781100" y="1046825"/>
            <a:ext cx="1275300" cy="218100"/>
          </a:xfrm>
          <a:prstGeom prst="rect">
            <a:avLst/>
          </a:prstGeom>
          <a:noFill/>
          <a:ln>
            <a:noFill/>
          </a:ln>
        </p:spPr>
        <p:txBody>
          <a:bodyPr anchorCtr="0" anchor="ctr" bIns="91425" lIns="91425" spcFirstLastPara="1" rIns="91425" wrap="square" tIns="91425">
            <a:noAutofit/>
          </a:bodyPr>
          <a:lstStyle/>
          <a:p>
            <a:pPr indent="0" lvl="0" marL="0" rtl="0" algn="r">
              <a:lnSpc>
                <a:spcPct val="100000"/>
              </a:lnSpc>
              <a:spcBef>
                <a:spcPts val="0"/>
              </a:spcBef>
              <a:spcAft>
                <a:spcPts val="0"/>
              </a:spcAft>
              <a:buSzPts val="3000"/>
              <a:buNone/>
            </a:pPr>
            <a:r>
              <a:rPr lang="en"/>
              <a:t>01</a:t>
            </a:r>
            <a:endParaRPr/>
          </a:p>
        </p:txBody>
      </p:sp>
      <p:sp>
        <p:nvSpPr>
          <p:cNvPr id="1317" name="Google Shape;1317;p3"/>
          <p:cNvSpPr txBox="1"/>
          <p:nvPr>
            <p:ph idx="4" type="title"/>
          </p:nvPr>
        </p:nvSpPr>
        <p:spPr>
          <a:xfrm>
            <a:off x="4464900" y="1046825"/>
            <a:ext cx="1275300" cy="218100"/>
          </a:xfrm>
          <a:prstGeom prst="rect">
            <a:avLst/>
          </a:prstGeom>
          <a:noFill/>
          <a:ln>
            <a:noFill/>
          </a:ln>
        </p:spPr>
        <p:txBody>
          <a:bodyPr anchorCtr="0" anchor="ctr" bIns="91425" lIns="91425" spcFirstLastPara="1" rIns="91425" wrap="square" tIns="91425">
            <a:noAutofit/>
          </a:bodyPr>
          <a:lstStyle/>
          <a:p>
            <a:pPr indent="0" lvl="0" marL="0" rtl="0" algn="r">
              <a:lnSpc>
                <a:spcPct val="100000"/>
              </a:lnSpc>
              <a:spcBef>
                <a:spcPts val="0"/>
              </a:spcBef>
              <a:spcAft>
                <a:spcPts val="0"/>
              </a:spcAft>
              <a:buSzPts val="3000"/>
              <a:buNone/>
            </a:pPr>
            <a:r>
              <a:rPr lang="en"/>
              <a:t>02</a:t>
            </a:r>
            <a:endParaRPr/>
          </a:p>
        </p:txBody>
      </p:sp>
      <p:sp>
        <p:nvSpPr>
          <p:cNvPr id="1318" name="Google Shape;1318;p3"/>
          <p:cNvSpPr txBox="1"/>
          <p:nvPr>
            <p:ph idx="7" type="title"/>
          </p:nvPr>
        </p:nvSpPr>
        <p:spPr>
          <a:xfrm>
            <a:off x="7148700" y="1046825"/>
            <a:ext cx="1275300" cy="218100"/>
          </a:xfrm>
          <a:prstGeom prst="rect">
            <a:avLst/>
          </a:prstGeom>
          <a:noFill/>
          <a:ln>
            <a:noFill/>
          </a:ln>
        </p:spPr>
        <p:txBody>
          <a:bodyPr anchorCtr="0" anchor="ctr" bIns="91425" lIns="91425" spcFirstLastPara="1" rIns="91425" wrap="square" tIns="91425">
            <a:noAutofit/>
          </a:bodyPr>
          <a:lstStyle/>
          <a:p>
            <a:pPr indent="0" lvl="0" marL="0" rtl="0" algn="r">
              <a:lnSpc>
                <a:spcPct val="100000"/>
              </a:lnSpc>
              <a:spcBef>
                <a:spcPts val="0"/>
              </a:spcBef>
              <a:spcAft>
                <a:spcPts val="0"/>
              </a:spcAft>
              <a:buSzPts val="3000"/>
              <a:buNone/>
            </a:pPr>
            <a:r>
              <a:rPr lang="en"/>
              <a:t>03</a:t>
            </a:r>
            <a:endParaRPr/>
          </a:p>
        </p:txBody>
      </p:sp>
      <p:sp>
        <p:nvSpPr>
          <p:cNvPr id="1319" name="Google Shape;1319;p3"/>
          <p:cNvSpPr txBox="1"/>
          <p:nvPr>
            <p:ph idx="13" type="title"/>
          </p:nvPr>
        </p:nvSpPr>
        <p:spPr>
          <a:xfrm>
            <a:off x="1781100" y="2937200"/>
            <a:ext cx="1275300" cy="218100"/>
          </a:xfrm>
          <a:prstGeom prst="rect">
            <a:avLst/>
          </a:prstGeom>
          <a:noFill/>
          <a:ln>
            <a:noFill/>
          </a:ln>
        </p:spPr>
        <p:txBody>
          <a:bodyPr anchorCtr="0" anchor="ctr" bIns="91425" lIns="91425" spcFirstLastPara="1" rIns="91425" wrap="square" tIns="91425">
            <a:noAutofit/>
          </a:bodyPr>
          <a:lstStyle/>
          <a:p>
            <a:pPr indent="0" lvl="0" marL="0" rtl="0" algn="r">
              <a:lnSpc>
                <a:spcPct val="100000"/>
              </a:lnSpc>
              <a:spcBef>
                <a:spcPts val="0"/>
              </a:spcBef>
              <a:spcAft>
                <a:spcPts val="0"/>
              </a:spcAft>
              <a:buSzPts val="3000"/>
              <a:buNone/>
            </a:pPr>
            <a:r>
              <a:rPr lang="en"/>
              <a:t>04</a:t>
            </a:r>
            <a:endParaRPr/>
          </a:p>
        </p:txBody>
      </p:sp>
      <p:sp>
        <p:nvSpPr>
          <p:cNvPr id="1320" name="Google Shape;1320;p3"/>
          <p:cNvSpPr txBox="1"/>
          <p:nvPr>
            <p:ph idx="16" type="title"/>
          </p:nvPr>
        </p:nvSpPr>
        <p:spPr>
          <a:xfrm>
            <a:off x="4464900" y="2937200"/>
            <a:ext cx="1275300" cy="218100"/>
          </a:xfrm>
          <a:prstGeom prst="rect">
            <a:avLst/>
          </a:prstGeom>
          <a:noFill/>
          <a:ln>
            <a:noFill/>
          </a:ln>
        </p:spPr>
        <p:txBody>
          <a:bodyPr anchorCtr="0" anchor="ctr" bIns="91425" lIns="91425" spcFirstLastPara="1" rIns="91425" wrap="square" tIns="91425">
            <a:noAutofit/>
          </a:bodyPr>
          <a:lstStyle/>
          <a:p>
            <a:pPr indent="0" lvl="0" marL="0" rtl="0" algn="r">
              <a:lnSpc>
                <a:spcPct val="100000"/>
              </a:lnSpc>
              <a:spcBef>
                <a:spcPts val="0"/>
              </a:spcBef>
              <a:spcAft>
                <a:spcPts val="0"/>
              </a:spcAft>
              <a:buSzPts val="3000"/>
              <a:buNone/>
            </a:pPr>
            <a:r>
              <a:rPr lang="en"/>
              <a:t>05</a:t>
            </a:r>
            <a:endParaRPr/>
          </a:p>
        </p:txBody>
      </p:sp>
      <p:sp>
        <p:nvSpPr>
          <p:cNvPr id="1321" name="Google Shape;1321;p3"/>
          <p:cNvSpPr txBox="1"/>
          <p:nvPr>
            <p:ph idx="19" type="title"/>
          </p:nvPr>
        </p:nvSpPr>
        <p:spPr>
          <a:xfrm>
            <a:off x="7148700" y="2937200"/>
            <a:ext cx="1275300" cy="218100"/>
          </a:xfrm>
          <a:prstGeom prst="rect">
            <a:avLst/>
          </a:prstGeom>
          <a:noFill/>
          <a:ln>
            <a:noFill/>
          </a:ln>
        </p:spPr>
        <p:txBody>
          <a:bodyPr anchorCtr="0" anchor="ctr" bIns="91425" lIns="91425" spcFirstLastPara="1" rIns="91425" wrap="square" tIns="91425">
            <a:noAutofit/>
          </a:bodyPr>
          <a:lstStyle/>
          <a:p>
            <a:pPr indent="0" lvl="0" marL="0" rtl="0" algn="r">
              <a:lnSpc>
                <a:spcPct val="100000"/>
              </a:lnSpc>
              <a:spcBef>
                <a:spcPts val="0"/>
              </a:spcBef>
              <a:spcAft>
                <a:spcPts val="0"/>
              </a:spcAft>
              <a:buSzPts val="3000"/>
              <a:buNone/>
            </a:pPr>
            <a:r>
              <a:rPr lang="en"/>
              <a:t>06</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25" name="Shape 1325"/>
        <p:cNvGrpSpPr/>
        <p:nvPr/>
      </p:nvGrpSpPr>
      <p:grpSpPr>
        <a:xfrm>
          <a:off x="0" y="0"/>
          <a:ext cx="0" cy="0"/>
          <a:chOff x="0" y="0"/>
          <a:chExt cx="0" cy="0"/>
        </a:xfrm>
      </p:grpSpPr>
      <p:sp>
        <p:nvSpPr>
          <p:cNvPr id="1326" name="Google Shape;1326;p2"/>
          <p:cNvSpPr txBox="1"/>
          <p:nvPr>
            <p:ph type="title"/>
          </p:nvPr>
        </p:nvSpPr>
        <p:spPr>
          <a:xfrm>
            <a:off x="1327550" y="1907623"/>
            <a:ext cx="1867200" cy="1662600"/>
          </a:xfrm>
          <a:prstGeom prst="rect">
            <a:avLst/>
          </a:prstGeom>
        </p:spPr>
        <p:txBody>
          <a:bodyPr anchorCtr="0" anchor="ctr" bIns="84150" lIns="84150" spcFirstLastPara="1" rIns="84150" wrap="square" tIns="84150">
            <a:noAutofit/>
          </a:bodyPr>
          <a:lstStyle/>
          <a:p>
            <a:pPr indent="0" lvl="0" marL="0" rtl="0" algn="ctr">
              <a:spcBef>
                <a:spcPts val="0"/>
              </a:spcBef>
              <a:spcAft>
                <a:spcPts val="0"/>
              </a:spcAft>
              <a:buNone/>
            </a:pPr>
            <a:r>
              <a:rPr lang="en" sz="8835"/>
              <a:t>6</a:t>
            </a:r>
            <a:endParaRPr sz="8835"/>
          </a:p>
        </p:txBody>
      </p:sp>
      <p:sp>
        <p:nvSpPr>
          <p:cNvPr id="1327" name="Google Shape;1327;p2"/>
          <p:cNvSpPr txBox="1"/>
          <p:nvPr>
            <p:ph idx="1" type="subTitle"/>
          </p:nvPr>
        </p:nvSpPr>
        <p:spPr>
          <a:xfrm>
            <a:off x="1327550" y="3300600"/>
            <a:ext cx="1867200" cy="596400"/>
          </a:xfrm>
          <a:prstGeom prst="rect">
            <a:avLst/>
          </a:prstGeom>
        </p:spPr>
        <p:txBody>
          <a:bodyPr anchorCtr="0" anchor="t" bIns="84150" lIns="84150" spcFirstLastPara="1" rIns="84150" wrap="square" tIns="84150">
            <a:noAutofit/>
          </a:bodyPr>
          <a:lstStyle/>
          <a:p>
            <a:pPr indent="0" lvl="0" marL="0" rtl="0" algn="ctr">
              <a:spcBef>
                <a:spcPts val="0"/>
              </a:spcBef>
              <a:spcAft>
                <a:spcPts val="0"/>
              </a:spcAft>
              <a:buNone/>
            </a:pPr>
            <a:r>
              <a:rPr lang="en" sz="1840"/>
              <a:t>Sensori integrati</a:t>
            </a:r>
            <a:endParaRPr sz="1840"/>
          </a:p>
        </p:txBody>
      </p:sp>
      <p:sp>
        <p:nvSpPr>
          <p:cNvPr id="1328" name="Google Shape;1328;p2"/>
          <p:cNvSpPr txBox="1"/>
          <p:nvPr>
            <p:ph type="title"/>
          </p:nvPr>
        </p:nvSpPr>
        <p:spPr>
          <a:xfrm>
            <a:off x="5949255" y="1907624"/>
            <a:ext cx="1867200" cy="1662600"/>
          </a:xfrm>
          <a:prstGeom prst="rect">
            <a:avLst/>
          </a:prstGeom>
        </p:spPr>
        <p:txBody>
          <a:bodyPr anchorCtr="0" anchor="ctr" bIns="84150" lIns="84150" spcFirstLastPara="1" rIns="84150" wrap="square" tIns="84150">
            <a:noAutofit/>
          </a:bodyPr>
          <a:lstStyle/>
          <a:p>
            <a:pPr indent="0" lvl="0" marL="0" rtl="0" algn="ctr">
              <a:spcBef>
                <a:spcPts val="0"/>
              </a:spcBef>
              <a:spcAft>
                <a:spcPts val="0"/>
              </a:spcAft>
              <a:buNone/>
            </a:pPr>
            <a:r>
              <a:rPr lang="en" sz="8835"/>
              <a:t>5</a:t>
            </a:r>
            <a:endParaRPr sz="8835"/>
          </a:p>
        </p:txBody>
      </p:sp>
      <p:sp>
        <p:nvSpPr>
          <p:cNvPr id="1329" name="Google Shape;1329;p2"/>
          <p:cNvSpPr txBox="1"/>
          <p:nvPr>
            <p:ph idx="1" type="subTitle"/>
          </p:nvPr>
        </p:nvSpPr>
        <p:spPr>
          <a:xfrm>
            <a:off x="5949250" y="3300599"/>
            <a:ext cx="1867200" cy="596400"/>
          </a:xfrm>
          <a:prstGeom prst="rect">
            <a:avLst/>
          </a:prstGeom>
        </p:spPr>
        <p:txBody>
          <a:bodyPr anchorCtr="0" anchor="t" bIns="84150" lIns="84150" spcFirstLastPara="1" rIns="84150" wrap="square" tIns="84150">
            <a:noAutofit/>
          </a:bodyPr>
          <a:lstStyle/>
          <a:p>
            <a:pPr indent="0" lvl="0" marL="0" rtl="0" algn="ctr">
              <a:spcBef>
                <a:spcPts val="0"/>
              </a:spcBef>
              <a:spcAft>
                <a:spcPts val="0"/>
              </a:spcAft>
              <a:buNone/>
            </a:pPr>
            <a:r>
              <a:rPr lang="en" sz="1472"/>
              <a:t>Parametri ambientali misurati</a:t>
            </a:r>
            <a:endParaRPr sz="1472"/>
          </a:p>
        </p:txBody>
      </p:sp>
      <p:sp>
        <p:nvSpPr>
          <p:cNvPr id="1330" name="Google Shape;1330;p2"/>
          <p:cNvSpPr txBox="1"/>
          <p:nvPr>
            <p:ph type="title"/>
          </p:nvPr>
        </p:nvSpPr>
        <p:spPr>
          <a:xfrm>
            <a:off x="3638402" y="1907637"/>
            <a:ext cx="1867200" cy="1662600"/>
          </a:xfrm>
          <a:prstGeom prst="rect">
            <a:avLst/>
          </a:prstGeom>
        </p:spPr>
        <p:txBody>
          <a:bodyPr anchorCtr="0" anchor="ctr" bIns="84150" lIns="84150" spcFirstLastPara="1" rIns="84150" wrap="square" tIns="84150">
            <a:noAutofit/>
          </a:bodyPr>
          <a:lstStyle/>
          <a:p>
            <a:pPr indent="0" lvl="0" marL="0" rtl="0" algn="ctr">
              <a:spcBef>
                <a:spcPts val="0"/>
              </a:spcBef>
              <a:spcAft>
                <a:spcPts val="0"/>
              </a:spcAft>
              <a:buNone/>
            </a:pPr>
            <a:r>
              <a:rPr lang="en" sz="3773"/>
              <a:t>ESP32</a:t>
            </a:r>
            <a:endParaRPr sz="3773"/>
          </a:p>
        </p:txBody>
      </p:sp>
      <p:sp>
        <p:nvSpPr>
          <p:cNvPr id="1331" name="Google Shape;1331;p2"/>
          <p:cNvSpPr txBox="1"/>
          <p:nvPr>
            <p:ph idx="1" type="subTitle"/>
          </p:nvPr>
        </p:nvSpPr>
        <p:spPr>
          <a:xfrm>
            <a:off x="3638400" y="3300600"/>
            <a:ext cx="1867200" cy="596400"/>
          </a:xfrm>
          <a:prstGeom prst="rect">
            <a:avLst/>
          </a:prstGeom>
        </p:spPr>
        <p:txBody>
          <a:bodyPr anchorCtr="0" anchor="t" bIns="84150" lIns="84150" spcFirstLastPara="1" rIns="84150" wrap="square" tIns="84150">
            <a:noAutofit/>
          </a:bodyPr>
          <a:lstStyle/>
          <a:p>
            <a:pPr indent="0" lvl="0" marL="0" rtl="0" algn="ctr">
              <a:spcBef>
                <a:spcPts val="0"/>
              </a:spcBef>
              <a:spcAft>
                <a:spcPts val="0"/>
              </a:spcAft>
              <a:buNone/>
            </a:pPr>
            <a:r>
              <a:rPr lang="en" sz="1540"/>
              <a:t>Microcontrollore utilizzato</a:t>
            </a:r>
            <a:endParaRPr sz="1540"/>
          </a:p>
        </p:txBody>
      </p:sp>
      <p:sp>
        <p:nvSpPr>
          <p:cNvPr id="1332" name="Google Shape;1332;p2"/>
          <p:cNvSpPr txBox="1"/>
          <p:nvPr/>
        </p:nvSpPr>
        <p:spPr>
          <a:xfrm>
            <a:off x="720000" y="439325"/>
            <a:ext cx="7704000" cy="5643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2800">
                <a:solidFill>
                  <a:srgbClr val="F673A9"/>
                </a:solidFill>
                <a:latin typeface="Zen Dots"/>
                <a:ea typeface="Zen Dots"/>
                <a:cs typeface="Zen Dots"/>
                <a:sym typeface="Zen Dots"/>
              </a:rPr>
              <a:t>Introduzione</a:t>
            </a:r>
            <a:endParaRPr sz="2800">
              <a:solidFill>
                <a:srgbClr val="ECE5B4"/>
              </a:solidFill>
              <a:latin typeface="Zen Dots"/>
              <a:ea typeface="Zen Dots"/>
              <a:cs typeface="Zen Dots"/>
              <a:sym typeface="Zen Dots"/>
            </a:endParaRPr>
          </a:p>
        </p:txBody>
      </p:sp>
      <p:sp>
        <p:nvSpPr>
          <p:cNvPr id="1333" name="Google Shape;1333;p2"/>
          <p:cNvSpPr txBox="1"/>
          <p:nvPr/>
        </p:nvSpPr>
        <p:spPr>
          <a:xfrm>
            <a:off x="1327550" y="1065825"/>
            <a:ext cx="6489000" cy="841800"/>
          </a:xfrm>
          <a:prstGeom prst="rect">
            <a:avLst/>
          </a:prstGeom>
          <a:noFill/>
          <a:ln cap="flat" cmpd="sng" w="9525">
            <a:solidFill>
              <a:schemeClr val="accent6"/>
            </a:solidFill>
            <a:prstDash val="solid"/>
            <a:round/>
            <a:headEnd len="sm" w="sm" type="none"/>
            <a:tailEnd len="sm" w="sm" type="none"/>
          </a:ln>
          <a:effectLst>
            <a:outerShdw blurRad="57150" rotWithShape="0" algn="bl" dir="5400000" dist="19050">
              <a:srgbClr val="000000">
                <a:alpha val="40000"/>
              </a:srgbClr>
            </a:outerShdw>
          </a:effectLst>
        </p:spPr>
        <p:txBody>
          <a:bodyPr anchorCtr="0" anchor="t" bIns="91425" lIns="91425" spcFirstLastPara="1" rIns="91425" wrap="square" tIns="91425">
            <a:noAutofit/>
          </a:bodyPr>
          <a:lstStyle/>
          <a:p>
            <a:pPr indent="0" lvl="0" marL="0" rtl="0" algn="ctr">
              <a:spcBef>
                <a:spcPts val="0"/>
              </a:spcBef>
              <a:spcAft>
                <a:spcPts val="0"/>
              </a:spcAft>
              <a:buNone/>
            </a:pPr>
            <a:r>
              <a:rPr b="1" lang="en">
                <a:solidFill>
                  <a:srgbClr val="FFFFFF"/>
                </a:solidFill>
                <a:latin typeface="Anaheim"/>
                <a:ea typeface="Anaheim"/>
                <a:cs typeface="Anaheim"/>
                <a:sym typeface="Anaheim"/>
              </a:rPr>
              <a:t>Sviluppare un sistema </a:t>
            </a:r>
            <a:r>
              <a:rPr b="1" lang="en">
                <a:solidFill>
                  <a:srgbClr val="2F2B19"/>
                </a:solidFill>
                <a:highlight>
                  <a:srgbClr val="D899B3"/>
                </a:highlight>
                <a:latin typeface="Anaheim"/>
                <a:ea typeface="Anaheim"/>
                <a:cs typeface="Anaheim"/>
                <a:sym typeface="Anaheim"/>
              </a:rPr>
              <a:t>IoT</a:t>
            </a:r>
            <a:r>
              <a:rPr b="1" lang="en">
                <a:solidFill>
                  <a:srgbClr val="FFFFFF"/>
                </a:solidFill>
                <a:latin typeface="Anaheim"/>
                <a:ea typeface="Anaheim"/>
                <a:cs typeface="Anaheim"/>
                <a:sym typeface="Anaheim"/>
              </a:rPr>
              <a:t> per il monitoraggio del sonno in grado di individuare correlazioni tra disturbi del riposo e variazioni di parametri ambientali e fisiologici indiretti</a:t>
            </a:r>
            <a:endParaRPr b="1">
              <a:solidFill>
                <a:srgbClr val="FFFFFF"/>
              </a:solidFill>
              <a:latin typeface="Anaheim"/>
              <a:ea typeface="Anaheim"/>
              <a:cs typeface="Anaheim"/>
              <a:sym typeface="Anaheim"/>
            </a:endParaRPr>
          </a:p>
        </p:txBody>
      </p:sp>
      <p:sp>
        <p:nvSpPr>
          <p:cNvPr id="1334" name="Google Shape;1334;p2"/>
          <p:cNvSpPr txBox="1"/>
          <p:nvPr/>
        </p:nvSpPr>
        <p:spPr>
          <a:xfrm>
            <a:off x="2269800" y="3959400"/>
            <a:ext cx="5546700" cy="644400"/>
          </a:xfrm>
          <a:prstGeom prst="rect">
            <a:avLst/>
          </a:prstGeom>
          <a:noFill/>
          <a:ln cap="flat" cmpd="sng" w="9525">
            <a:solidFill>
              <a:schemeClr val="accent6"/>
            </a:solidFill>
            <a:prstDash val="solid"/>
            <a:round/>
            <a:headEnd len="sm" w="sm" type="none"/>
            <a:tailEnd len="sm" w="sm" type="none"/>
          </a:ln>
          <a:effectLst>
            <a:outerShdw blurRad="57150" rotWithShape="0" algn="bl" dir="5400000" dist="19050">
              <a:srgbClr val="000000">
                <a:alpha val="40000"/>
              </a:srgbClr>
            </a:outerShdw>
          </a:effectLst>
        </p:spPr>
        <p:txBody>
          <a:bodyPr anchorCtr="0" anchor="t" bIns="91425" lIns="91425" spcFirstLastPara="1" rIns="91425" wrap="square" tIns="91425">
            <a:noAutofit/>
          </a:bodyPr>
          <a:lstStyle/>
          <a:p>
            <a:pPr indent="0" lvl="0" marL="0" rtl="0" algn="l">
              <a:spcBef>
                <a:spcPts val="0"/>
              </a:spcBef>
              <a:spcAft>
                <a:spcPts val="0"/>
              </a:spcAft>
              <a:buNone/>
            </a:pPr>
            <a:r>
              <a:rPr b="1" lang="en">
                <a:solidFill>
                  <a:srgbClr val="2F2B19"/>
                </a:solidFill>
                <a:highlight>
                  <a:srgbClr val="D899B3"/>
                </a:highlight>
                <a:latin typeface="Anaheim"/>
                <a:ea typeface="Anaheim"/>
                <a:cs typeface="Anaheim"/>
                <a:sym typeface="Anaheim"/>
              </a:rPr>
              <a:t>Parametri:</a:t>
            </a:r>
            <a:r>
              <a:rPr b="1" lang="en">
                <a:solidFill>
                  <a:srgbClr val="FFFFFF"/>
                </a:solidFill>
                <a:latin typeface="Anaheim"/>
                <a:ea typeface="Anaheim"/>
                <a:cs typeface="Anaheim"/>
                <a:sym typeface="Anaheim"/>
              </a:rPr>
              <a:t> Temperatura, umidità, luminosità, rumore, movimento</a:t>
            </a:r>
            <a:endParaRPr b="1">
              <a:solidFill>
                <a:srgbClr val="FFFFFF"/>
              </a:solidFill>
              <a:latin typeface="Anaheim"/>
              <a:ea typeface="Anaheim"/>
              <a:cs typeface="Anaheim"/>
              <a:sym typeface="Anaheim"/>
            </a:endParaRPr>
          </a:p>
          <a:p>
            <a:pPr indent="0" lvl="0" marL="0" rtl="0" algn="l">
              <a:spcBef>
                <a:spcPts val="0"/>
              </a:spcBef>
              <a:spcAft>
                <a:spcPts val="0"/>
              </a:spcAft>
              <a:buNone/>
            </a:pPr>
            <a:r>
              <a:rPr b="1" lang="en">
                <a:solidFill>
                  <a:srgbClr val="2F2B19"/>
                </a:solidFill>
                <a:highlight>
                  <a:srgbClr val="D899B3"/>
                </a:highlight>
                <a:latin typeface="Anaheim"/>
                <a:ea typeface="Anaheim"/>
                <a:cs typeface="Anaheim"/>
                <a:sym typeface="Anaheim"/>
              </a:rPr>
              <a:t>Tag:</a:t>
            </a:r>
            <a:r>
              <a:rPr b="1" lang="en">
                <a:solidFill>
                  <a:srgbClr val="FFFFFF"/>
                </a:solidFill>
                <a:latin typeface="Anaheim"/>
                <a:ea typeface="Anaheim"/>
                <a:cs typeface="Anaheim"/>
                <a:sym typeface="Anaheim"/>
              </a:rPr>
              <a:t> ESP32, InfluxDB, Python, Arduino C</a:t>
            </a:r>
            <a:r>
              <a:rPr b="1" lang="en">
                <a:solidFill>
                  <a:srgbClr val="FFFFFF"/>
                </a:solidFill>
                <a:latin typeface="Anaheim"/>
                <a:ea typeface="Anaheim"/>
                <a:cs typeface="Anaheim"/>
                <a:sym typeface="Anaheim"/>
              </a:rPr>
              <a:t> </a:t>
            </a:r>
            <a:endParaRPr b="1">
              <a:solidFill>
                <a:srgbClr val="FFFFFF"/>
              </a:solidFill>
              <a:latin typeface="Anaheim"/>
              <a:ea typeface="Anaheim"/>
              <a:cs typeface="Anaheim"/>
              <a:sym typeface="Anaheim"/>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38" name="Shape 1338"/>
        <p:cNvGrpSpPr/>
        <p:nvPr/>
      </p:nvGrpSpPr>
      <p:grpSpPr>
        <a:xfrm>
          <a:off x="0" y="0"/>
          <a:ext cx="0" cy="0"/>
          <a:chOff x="0" y="0"/>
          <a:chExt cx="0" cy="0"/>
        </a:xfrm>
      </p:grpSpPr>
      <p:sp>
        <p:nvSpPr>
          <p:cNvPr id="1339" name="Google Shape;1339;p4"/>
          <p:cNvSpPr txBox="1"/>
          <p:nvPr>
            <p:ph idx="2" type="title"/>
          </p:nvPr>
        </p:nvSpPr>
        <p:spPr>
          <a:xfrm>
            <a:off x="1070575" y="2043725"/>
            <a:ext cx="7002900" cy="841800"/>
          </a:xfrm>
          <a:prstGeom prst="rect">
            <a:avLst/>
          </a:prstGeom>
          <a:noFill/>
          <a:ln>
            <a:noFill/>
          </a:ln>
        </p:spPr>
        <p:txBody>
          <a:bodyPr anchorCtr="0" anchor="ctr" bIns="91425" lIns="91425" spcFirstLastPara="1" rIns="91425" wrap="square" tIns="91425">
            <a:noAutofit/>
          </a:bodyPr>
          <a:lstStyle/>
          <a:p>
            <a:pPr indent="0" lvl="0" marL="0" rtl="0" algn="ctr">
              <a:lnSpc>
                <a:spcPct val="100000"/>
              </a:lnSpc>
              <a:spcBef>
                <a:spcPts val="0"/>
              </a:spcBef>
              <a:spcAft>
                <a:spcPts val="0"/>
              </a:spcAft>
              <a:buSzPts val="3600"/>
              <a:buNone/>
            </a:pPr>
            <a:r>
              <a:rPr lang="en"/>
              <a:t>HARDWARE</a:t>
            </a:r>
            <a:endParaRPr/>
          </a:p>
        </p:txBody>
      </p:sp>
      <p:sp>
        <p:nvSpPr>
          <p:cNvPr id="1340" name="Google Shape;1340;p4"/>
          <p:cNvSpPr txBox="1"/>
          <p:nvPr>
            <p:ph idx="1" type="subTitle"/>
          </p:nvPr>
        </p:nvSpPr>
        <p:spPr>
          <a:xfrm>
            <a:off x="2079000" y="2827950"/>
            <a:ext cx="4986000" cy="456600"/>
          </a:xfrm>
          <a:prstGeom prst="rect">
            <a:avLst/>
          </a:prstGeom>
          <a:solidFill>
            <a:schemeClr val="accent2"/>
          </a:solidFill>
          <a:ln>
            <a:noFill/>
          </a:ln>
        </p:spPr>
        <p:txBody>
          <a:bodyPr anchorCtr="0" anchor="t" bIns="91425" lIns="91425" spcFirstLastPara="1" rIns="91425" wrap="square" tIns="91425">
            <a:noAutofit/>
          </a:bodyPr>
          <a:lstStyle/>
          <a:p>
            <a:pPr indent="0" lvl="0" marL="0" rtl="0" algn="ctr">
              <a:lnSpc>
                <a:spcPct val="100000"/>
              </a:lnSpc>
              <a:spcBef>
                <a:spcPts val="0"/>
              </a:spcBef>
              <a:spcAft>
                <a:spcPts val="1600"/>
              </a:spcAft>
              <a:buSzPts val="1400"/>
              <a:buNone/>
            </a:pPr>
            <a:r>
              <a:rPr lang="en"/>
              <a:t>Componenti principali utilizzati per la realizzazione del progetto</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44" name="Shape 1344"/>
        <p:cNvGrpSpPr/>
        <p:nvPr/>
      </p:nvGrpSpPr>
      <p:grpSpPr>
        <a:xfrm>
          <a:off x="0" y="0"/>
          <a:ext cx="0" cy="0"/>
          <a:chOff x="0" y="0"/>
          <a:chExt cx="0" cy="0"/>
        </a:xfrm>
      </p:grpSpPr>
      <p:sp>
        <p:nvSpPr>
          <p:cNvPr id="1345" name="Google Shape;1345;p14"/>
          <p:cNvSpPr/>
          <p:nvPr/>
        </p:nvSpPr>
        <p:spPr>
          <a:xfrm>
            <a:off x="894625" y="1435124"/>
            <a:ext cx="3570600" cy="2776800"/>
          </a:xfrm>
          <a:prstGeom prst="rect">
            <a:avLst/>
          </a:prstGeom>
          <a:solidFill>
            <a:srgbClr val="7C7C7C">
              <a:alpha val="14117"/>
            </a:srgbClr>
          </a:solidFill>
          <a:ln>
            <a:noFill/>
          </a:ln>
        </p:spPr>
        <p:txBody>
          <a:bodyPr anchorCtr="0" anchor="ctr" bIns="112275" lIns="112275" spcFirstLastPara="1" rIns="112275" wrap="square" tIns="112275">
            <a:noAutofit/>
          </a:bodyPr>
          <a:lstStyle/>
          <a:p>
            <a:pPr indent="0" lvl="0" marL="0" marR="0" rtl="0" algn="l">
              <a:lnSpc>
                <a:spcPct val="100000"/>
              </a:lnSpc>
              <a:spcBef>
                <a:spcPts val="0"/>
              </a:spcBef>
              <a:spcAft>
                <a:spcPts val="0"/>
              </a:spcAft>
              <a:buClr>
                <a:srgbClr val="000000"/>
              </a:buClr>
              <a:buSzPts val="1719"/>
              <a:buFont typeface="Arial"/>
              <a:buNone/>
            </a:pPr>
            <a:r>
              <a:t/>
            </a:r>
            <a:endParaRPr b="0" i="0" sz="1719" u="none" cap="none" strike="noStrike">
              <a:solidFill>
                <a:srgbClr val="000000"/>
              </a:solidFill>
              <a:latin typeface="Arial"/>
              <a:ea typeface="Arial"/>
              <a:cs typeface="Arial"/>
              <a:sym typeface="Arial"/>
            </a:endParaRPr>
          </a:p>
        </p:txBody>
      </p:sp>
      <p:grpSp>
        <p:nvGrpSpPr>
          <p:cNvPr id="1346" name="Google Shape;1346;p14"/>
          <p:cNvGrpSpPr/>
          <p:nvPr/>
        </p:nvGrpSpPr>
        <p:grpSpPr>
          <a:xfrm>
            <a:off x="5017105" y="1986779"/>
            <a:ext cx="3214591" cy="2545484"/>
            <a:chOff x="5072850" y="1998050"/>
            <a:chExt cx="2813400" cy="2227800"/>
          </a:xfrm>
        </p:grpSpPr>
        <p:sp>
          <p:nvSpPr>
            <p:cNvPr id="1347" name="Google Shape;1347;p14"/>
            <p:cNvSpPr/>
            <p:nvPr/>
          </p:nvSpPr>
          <p:spPr>
            <a:xfrm>
              <a:off x="5072850" y="2216150"/>
              <a:ext cx="2813400" cy="2009700"/>
            </a:xfrm>
            <a:prstGeom prst="rect">
              <a:avLst/>
            </a:prstGeom>
            <a:noFill/>
            <a:ln cap="flat" cmpd="sng" w="10875">
              <a:solidFill>
                <a:schemeClr val="dk2"/>
              </a:solidFill>
              <a:prstDash val="solid"/>
              <a:round/>
              <a:headEnd len="sm" w="sm" type="none"/>
              <a:tailEnd len="sm" w="sm" type="none"/>
            </a:ln>
          </p:spPr>
          <p:txBody>
            <a:bodyPr anchorCtr="0" anchor="ctr" bIns="104475" lIns="104475" spcFirstLastPara="1" rIns="104475" wrap="square" tIns="104475">
              <a:noAutofit/>
            </a:bodyPr>
            <a:lstStyle/>
            <a:p>
              <a:pPr indent="0" lvl="0" marL="0" marR="0" rtl="0" algn="l">
                <a:lnSpc>
                  <a:spcPct val="100000"/>
                </a:lnSpc>
                <a:spcBef>
                  <a:spcPts val="0"/>
                </a:spcBef>
                <a:spcAft>
                  <a:spcPts val="0"/>
                </a:spcAft>
                <a:buClr>
                  <a:srgbClr val="000000"/>
                </a:buClr>
                <a:buSzPts val="1600"/>
                <a:buFont typeface="Arial"/>
                <a:buNone/>
              </a:pPr>
              <a:r>
                <a:t/>
              </a:r>
              <a:endParaRPr b="0" i="0" sz="1599" u="none" cap="none" strike="noStrike">
                <a:solidFill>
                  <a:srgbClr val="000000"/>
                </a:solidFill>
                <a:latin typeface="Arial"/>
                <a:ea typeface="Arial"/>
                <a:cs typeface="Arial"/>
                <a:sym typeface="Arial"/>
              </a:endParaRPr>
            </a:p>
          </p:txBody>
        </p:sp>
        <p:sp>
          <p:nvSpPr>
            <p:cNvPr id="1348" name="Google Shape;1348;p14"/>
            <p:cNvSpPr/>
            <p:nvPr/>
          </p:nvSpPr>
          <p:spPr>
            <a:xfrm>
              <a:off x="5072850" y="1998050"/>
              <a:ext cx="2813400" cy="218100"/>
            </a:xfrm>
            <a:prstGeom prst="rect">
              <a:avLst/>
            </a:prstGeom>
            <a:noFill/>
            <a:ln cap="flat" cmpd="sng" w="10875">
              <a:solidFill>
                <a:schemeClr val="dk2"/>
              </a:solidFill>
              <a:prstDash val="solid"/>
              <a:round/>
              <a:headEnd len="sm" w="sm" type="none"/>
              <a:tailEnd len="sm" w="sm" type="none"/>
            </a:ln>
          </p:spPr>
          <p:txBody>
            <a:bodyPr anchorCtr="0" anchor="ctr" bIns="104475" lIns="104475" spcFirstLastPara="1" rIns="104475" wrap="square" tIns="104475">
              <a:noAutofit/>
            </a:bodyPr>
            <a:lstStyle/>
            <a:p>
              <a:pPr indent="0" lvl="0" marL="0" marR="0" rtl="0" algn="l">
                <a:lnSpc>
                  <a:spcPct val="100000"/>
                </a:lnSpc>
                <a:spcBef>
                  <a:spcPts val="0"/>
                </a:spcBef>
                <a:spcAft>
                  <a:spcPts val="0"/>
                </a:spcAft>
                <a:buClr>
                  <a:srgbClr val="000000"/>
                </a:buClr>
                <a:buSzPts val="1600"/>
                <a:buFont typeface="Arial"/>
                <a:buNone/>
              </a:pPr>
              <a:r>
                <a:t/>
              </a:r>
              <a:endParaRPr b="0" i="0" sz="1599" u="none" cap="none" strike="noStrike">
                <a:solidFill>
                  <a:srgbClr val="000000"/>
                </a:solidFill>
                <a:latin typeface="Arial"/>
                <a:ea typeface="Arial"/>
                <a:cs typeface="Arial"/>
                <a:sym typeface="Arial"/>
              </a:endParaRPr>
            </a:p>
          </p:txBody>
        </p:sp>
      </p:grpSp>
      <p:sp>
        <p:nvSpPr>
          <p:cNvPr id="1349" name="Google Shape;1349;p14"/>
          <p:cNvSpPr txBox="1"/>
          <p:nvPr>
            <p:ph type="title"/>
          </p:nvPr>
        </p:nvSpPr>
        <p:spPr>
          <a:xfrm>
            <a:off x="720000" y="540000"/>
            <a:ext cx="7704000" cy="564300"/>
          </a:xfrm>
          <a:prstGeom prst="rect">
            <a:avLst/>
          </a:prstGeom>
          <a:noFill/>
          <a:ln>
            <a:noFill/>
          </a:ln>
        </p:spPr>
        <p:txBody>
          <a:bodyPr anchorCtr="0" anchor="ctr" bIns="91425" lIns="91425" spcFirstLastPara="1" rIns="91425" wrap="square" tIns="91425">
            <a:noAutofit/>
          </a:bodyPr>
          <a:lstStyle/>
          <a:p>
            <a:pPr indent="0" lvl="0" marL="0" rtl="0" algn="l">
              <a:lnSpc>
                <a:spcPct val="100000"/>
              </a:lnSpc>
              <a:spcBef>
                <a:spcPts val="0"/>
              </a:spcBef>
              <a:spcAft>
                <a:spcPts val="0"/>
              </a:spcAft>
              <a:buSzPts val="2800"/>
              <a:buNone/>
            </a:pPr>
            <a:r>
              <a:rPr lang="en">
                <a:solidFill>
                  <a:schemeClr val="lt2"/>
                </a:solidFill>
              </a:rPr>
              <a:t>ESP32 DevKitC-32</a:t>
            </a:r>
            <a:endParaRPr/>
          </a:p>
        </p:txBody>
      </p:sp>
      <p:sp>
        <p:nvSpPr>
          <p:cNvPr id="1350" name="Google Shape;1350;p14"/>
          <p:cNvSpPr txBox="1"/>
          <p:nvPr>
            <p:ph idx="1" type="subTitle"/>
          </p:nvPr>
        </p:nvSpPr>
        <p:spPr>
          <a:xfrm>
            <a:off x="894625" y="1627324"/>
            <a:ext cx="3570600" cy="2584500"/>
          </a:xfrm>
          <a:prstGeom prst="rect">
            <a:avLst/>
          </a:prstGeom>
          <a:noFill/>
          <a:ln cap="flat" cmpd="sng" w="9525">
            <a:solidFill>
              <a:schemeClr val="dk2"/>
            </a:solidFill>
            <a:prstDash val="solid"/>
            <a:round/>
            <a:headEnd len="sm" w="sm" type="none"/>
            <a:tailEnd len="sm" w="sm" type="none"/>
          </a:ln>
        </p:spPr>
        <p:txBody>
          <a:bodyPr anchorCtr="0" anchor="ctr" bIns="112275" lIns="112275" spcFirstLastPara="1" rIns="112275" wrap="square" tIns="112275">
            <a:noAutofit/>
          </a:bodyPr>
          <a:lstStyle/>
          <a:p>
            <a:pPr indent="0" lvl="0" marL="0" marR="0" rtl="0" algn="l">
              <a:lnSpc>
                <a:spcPct val="100000"/>
              </a:lnSpc>
              <a:spcBef>
                <a:spcPts val="0"/>
              </a:spcBef>
              <a:spcAft>
                <a:spcPts val="0"/>
              </a:spcAft>
              <a:buClr>
                <a:srgbClr val="000000"/>
              </a:buClr>
              <a:buSzPts val="1400"/>
              <a:buFont typeface="Arial"/>
              <a:buNone/>
            </a:pPr>
            <a:r>
              <a:rPr lang="en" sz="1800"/>
              <a:t>• Processore dual-core Tensilica LX6</a:t>
            </a:r>
            <a:endParaRPr sz="1800"/>
          </a:p>
          <a:p>
            <a:pPr indent="0" lvl="0" marL="0" marR="0" rtl="0" algn="l">
              <a:lnSpc>
                <a:spcPct val="100000"/>
              </a:lnSpc>
              <a:spcBef>
                <a:spcPts val="0"/>
              </a:spcBef>
              <a:spcAft>
                <a:spcPts val="0"/>
              </a:spcAft>
              <a:buClr>
                <a:srgbClr val="000000"/>
              </a:buClr>
              <a:buSzPts val="1400"/>
              <a:buFont typeface="Arial"/>
              <a:buNone/>
            </a:pPr>
            <a:r>
              <a:rPr lang="en" sz="1800"/>
              <a:t>• Frequenza fino a 240 MHz</a:t>
            </a:r>
            <a:endParaRPr sz="1800"/>
          </a:p>
          <a:p>
            <a:pPr indent="0" lvl="0" marL="0" marR="0" rtl="0" algn="l">
              <a:lnSpc>
                <a:spcPct val="100000"/>
              </a:lnSpc>
              <a:spcBef>
                <a:spcPts val="0"/>
              </a:spcBef>
              <a:spcAft>
                <a:spcPts val="0"/>
              </a:spcAft>
              <a:buNone/>
            </a:pPr>
            <a:r>
              <a:rPr lang="en" sz="1800"/>
              <a:t>• Wi-Fi 802.11 b/g/n integrato</a:t>
            </a:r>
            <a:endParaRPr sz="1800"/>
          </a:p>
          <a:p>
            <a:pPr indent="0" lvl="0" marL="0" rtl="0" algn="l">
              <a:spcBef>
                <a:spcPts val="0"/>
              </a:spcBef>
              <a:spcAft>
                <a:spcPts val="0"/>
              </a:spcAft>
              <a:buClr>
                <a:schemeClr val="dk1"/>
              </a:buClr>
              <a:buSzPts val="1100"/>
              <a:buFont typeface="Arial"/>
              <a:buNone/>
            </a:pPr>
            <a:r>
              <a:rPr lang="en" sz="1800"/>
              <a:t>• Bluetooth BLE</a:t>
            </a:r>
            <a:endParaRPr sz="1800"/>
          </a:p>
          <a:p>
            <a:pPr indent="0" lvl="0" marL="0" marR="0" rtl="0" algn="l">
              <a:lnSpc>
                <a:spcPct val="100000"/>
              </a:lnSpc>
              <a:spcBef>
                <a:spcPts val="0"/>
              </a:spcBef>
              <a:spcAft>
                <a:spcPts val="0"/>
              </a:spcAft>
              <a:buClr>
                <a:srgbClr val="000000"/>
              </a:buClr>
              <a:buSzPts val="1400"/>
              <a:buFont typeface="Arial"/>
              <a:buNone/>
            </a:pPr>
            <a:r>
              <a:rPr lang="en" sz="1800"/>
              <a:t>• 30 pin GPIO programmabili</a:t>
            </a:r>
            <a:endParaRPr sz="1800"/>
          </a:p>
          <a:p>
            <a:pPr indent="0" lvl="0" marL="0" marR="0" rtl="0" algn="l">
              <a:lnSpc>
                <a:spcPct val="100000"/>
              </a:lnSpc>
              <a:spcBef>
                <a:spcPts val="0"/>
              </a:spcBef>
              <a:spcAft>
                <a:spcPts val="0"/>
              </a:spcAft>
              <a:buNone/>
            </a:pPr>
            <a:r>
              <a:rPr lang="en" sz="1800"/>
              <a:t>• Tensione operativa: 3.3V - 5V</a:t>
            </a:r>
            <a:endParaRPr sz="1800"/>
          </a:p>
          <a:p>
            <a:pPr indent="0" lvl="0" marL="0" rtl="0" algn="l">
              <a:spcBef>
                <a:spcPts val="0"/>
              </a:spcBef>
              <a:spcAft>
                <a:spcPts val="0"/>
              </a:spcAft>
              <a:buClr>
                <a:schemeClr val="dk1"/>
              </a:buClr>
              <a:buSzPts val="1100"/>
              <a:buFont typeface="Arial"/>
              <a:buNone/>
            </a:pPr>
            <a:r>
              <a:rPr lang="en" sz="1800"/>
              <a:t>• Board di espansione (30 pin IO, 30 pin 5V, 30 pin GND)</a:t>
            </a:r>
            <a:endParaRPr sz="1800"/>
          </a:p>
        </p:txBody>
      </p:sp>
      <p:grpSp>
        <p:nvGrpSpPr>
          <p:cNvPr id="1351" name="Google Shape;1351;p14"/>
          <p:cNvGrpSpPr/>
          <p:nvPr/>
        </p:nvGrpSpPr>
        <p:grpSpPr>
          <a:xfrm>
            <a:off x="5209417" y="1799030"/>
            <a:ext cx="3214591" cy="249201"/>
            <a:chOff x="1290775" y="1427525"/>
            <a:chExt cx="2813400" cy="218100"/>
          </a:xfrm>
        </p:grpSpPr>
        <p:sp>
          <p:nvSpPr>
            <p:cNvPr id="1352" name="Google Shape;1352;p14"/>
            <p:cNvSpPr/>
            <p:nvPr/>
          </p:nvSpPr>
          <p:spPr>
            <a:xfrm>
              <a:off x="1290775" y="1427525"/>
              <a:ext cx="2813400" cy="218100"/>
            </a:xfrm>
            <a:prstGeom prst="rect">
              <a:avLst/>
            </a:prstGeom>
            <a:solidFill>
              <a:schemeClr val="dk2"/>
            </a:solidFill>
            <a:ln>
              <a:noFill/>
            </a:ln>
          </p:spPr>
          <p:txBody>
            <a:bodyPr anchorCtr="0" anchor="ctr" bIns="104475" lIns="104475" spcFirstLastPara="1" rIns="104475" wrap="square" tIns="104475">
              <a:noAutofit/>
            </a:bodyPr>
            <a:lstStyle/>
            <a:p>
              <a:pPr indent="0" lvl="0" marL="0" marR="0" rtl="0" algn="l">
                <a:lnSpc>
                  <a:spcPct val="100000"/>
                </a:lnSpc>
                <a:spcBef>
                  <a:spcPts val="0"/>
                </a:spcBef>
                <a:spcAft>
                  <a:spcPts val="0"/>
                </a:spcAft>
                <a:buClr>
                  <a:srgbClr val="000000"/>
                </a:buClr>
                <a:buSzPts val="1600"/>
                <a:buFont typeface="Arial"/>
                <a:buNone/>
              </a:pPr>
              <a:r>
                <a:t/>
              </a:r>
              <a:endParaRPr b="0" i="0" sz="1599" u="none" cap="none" strike="noStrike">
                <a:solidFill>
                  <a:srgbClr val="000000"/>
                </a:solidFill>
                <a:latin typeface="Arial"/>
                <a:ea typeface="Arial"/>
                <a:cs typeface="Arial"/>
                <a:sym typeface="Arial"/>
              </a:endParaRPr>
            </a:p>
          </p:txBody>
        </p:sp>
        <p:sp>
          <p:nvSpPr>
            <p:cNvPr id="1353" name="Google Shape;1353;p14"/>
            <p:cNvSpPr/>
            <p:nvPr/>
          </p:nvSpPr>
          <p:spPr>
            <a:xfrm>
              <a:off x="1405200" y="1486450"/>
              <a:ext cx="100200" cy="100200"/>
            </a:xfrm>
            <a:prstGeom prst="ellipse">
              <a:avLst/>
            </a:prstGeom>
            <a:solidFill>
              <a:schemeClr val="accent6"/>
            </a:solidFill>
            <a:ln>
              <a:noFill/>
            </a:ln>
          </p:spPr>
          <p:txBody>
            <a:bodyPr anchorCtr="0" anchor="ctr" bIns="104475" lIns="104475" spcFirstLastPara="1" rIns="104475" wrap="square" tIns="104475">
              <a:noAutofit/>
            </a:bodyPr>
            <a:lstStyle/>
            <a:p>
              <a:pPr indent="0" lvl="0" marL="0" marR="0" rtl="0" algn="l">
                <a:lnSpc>
                  <a:spcPct val="100000"/>
                </a:lnSpc>
                <a:spcBef>
                  <a:spcPts val="0"/>
                </a:spcBef>
                <a:spcAft>
                  <a:spcPts val="0"/>
                </a:spcAft>
                <a:buClr>
                  <a:srgbClr val="000000"/>
                </a:buClr>
                <a:buSzPts val="1600"/>
                <a:buFont typeface="Arial"/>
                <a:buNone/>
              </a:pPr>
              <a:r>
                <a:t/>
              </a:r>
              <a:endParaRPr b="0" i="0" sz="1599" u="none" cap="none" strike="noStrike">
                <a:solidFill>
                  <a:srgbClr val="000000"/>
                </a:solidFill>
                <a:latin typeface="Arial"/>
                <a:ea typeface="Arial"/>
                <a:cs typeface="Arial"/>
                <a:sym typeface="Arial"/>
              </a:endParaRPr>
            </a:p>
          </p:txBody>
        </p:sp>
        <p:sp>
          <p:nvSpPr>
            <p:cNvPr id="1354" name="Google Shape;1354;p14"/>
            <p:cNvSpPr/>
            <p:nvPr/>
          </p:nvSpPr>
          <p:spPr>
            <a:xfrm>
              <a:off x="1588650" y="1486450"/>
              <a:ext cx="100200" cy="100200"/>
            </a:xfrm>
            <a:prstGeom prst="ellipse">
              <a:avLst/>
            </a:prstGeom>
            <a:solidFill>
              <a:schemeClr val="accent6"/>
            </a:solidFill>
            <a:ln>
              <a:noFill/>
            </a:ln>
          </p:spPr>
          <p:txBody>
            <a:bodyPr anchorCtr="0" anchor="ctr" bIns="104475" lIns="104475" spcFirstLastPara="1" rIns="104475" wrap="square" tIns="104475">
              <a:noAutofit/>
            </a:bodyPr>
            <a:lstStyle/>
            <a:p>
              <a:pPr indent="0" lvl="0" marL="0" marR="0" rtl="0" algn="l">
                <a:lnSpc>
                  <a:spcPct val="100000"/>
                </a:lnSpc>
                <a:spcBef>
                  <a:spcPts val="0"/>
                </a:spcBef>
                <a:spcAft>
                  <a:spcPts val="0"/>
                </a:spcAft>
                <a:buClr>
                  <a:srgbClr val="000000"/>
                </a:buClr>
                <a:buSzPts val="1600"/>
                <a:buFont typeface="Arial"/>
                <a:buNone/>
              </a:pPr>
              <a:r>
                <a:t/>
              </a:r>
              <a:endParaRPr b="0" i="0" sz="1599" u="none" cap="none" strike="noStrike">
                <a:solidFill>
                  <a:srgbClr val="000000"/>
                </a:solidFill>
                <a:latin typeface="Arial"/>
                <a:ea typeface="Arial"/>
                <a:cs typeface="Arial"/>
                <a:sym typeface="Arial"/>
              </a:endParaRPr>
            </a:p>
          </p:txBody>
        </p:sp>
        <p:sp>
          <p:nvSpPr>
            <p:cNvPr id="1355" name="Google Shape;1355;p14"/>
            <p:cNvSpPr/>
            <p:nvPr/>
          </p:nvSpPr>
          <p:spPr>
            <a:xfrm>
              <a:off x="1772100" y="1486450"/>
              <a:ext cx="100200" cy="100200"/>
            </a:xfrm>
            <a:prstGeom prst="ellipse">
              <a:avLst/>
            </a:prstGeom>
            <a:solidFill>
              <a:schemeClr val="accent6"/>
            </a:solidFill>
            <a:ln>
              <a:noFill/>
            </a:ln>
          </p:spPr>
          <p:txBody>
            <a:bodyPr anchorCtr="0" anchor="ctr" bIns="104475" lIns="104475" spcFirstLastPara="1" rIns="104475" wrap="square" tIns="104475">
              <a:noAutofit/>
            </a:bodyPr>
            <a:lstStyle/>
            <a:p>
              <a:pPr indent="0" lvl="0" marL="0" marR="0" rtl="0" algn="l">
                <a:lnSpc>
                  <a:spcPct val="100000"/>
                </a:lnSpc>
                <a:spcBef>
                  <a:spcPts val="0"/>
                </a:spcBef>
                <a:spcAft>
                  <a:spcPts val="0"/>
                </a:spcAft>
                <a:buClr>
                  <a:srgbClr val="000000"/>
                </a:buClr>
                <a:buSzPts val="1600"/>
                <a:buFont typeface="Arial"/>
                <a:buNone/>
              </a:pPr>
              <a:r>
                <a:t/>
              </a:r>
              <a:endParaRPr b="0" i="0" sz="1599" u="none" cap="none" strike="noStrike">
                <a:solidFill>
                  <a:srgbClr val="000000"/>
                </a:solidFill>
                <a:latin typeface="Arial"/>
                <a:ea typeface="Arial"/>
                <a:cs typeface="Arial"/>
                <a:sym typeface="Arial"/>
              </a:endParaRPr>
            </a:p>
          </p:txBody>
        </p:sp>
      </p:grpSp>
      <p:pic>
        <p:nvPicPr>
          <p:cNvPr id="1356" name="Google Shape;1356;p14" title="EPS32_interno.jpg"/>
          <p:cNvPicPr preferRelativeResize="0"/>
          <p:nvPr/>
        </p:nvPicPr>
        <p:blipFill>
          <a:blip r:embed="rId3">
            <a:alphaModFix/>
          </a:blip>
          <a:stretch>
            <a:fillRect/>
          </a:stretch>
        </p:blipFill>
        <p:spPr>
          <a:xfrm rot="-5400000">
            <a:off x="5614515" y="1656591"/>
            <a:ext cx="2404508" cy="3206006"/>
          </a:xfrm>
          <a:prstGeom prst="rect">
            <a:avLst/>
          </a:prstGeom>
          <a:noFill/>
          <a:ln>
            <a:noFill/>
          </a:ln>
        </p:spPr>
      </p:pic>
      <p:sp>
        <p:nvSpPr>
          <p:cNvPr id="1357" name="Google Shape;1357;p14"/>
          <p:cNvSpPr/>
          <p:nvPr/>
        </p:nvSpPr>
        <p:spPr>
          <a:xfrm>
            <a:off x="894624" y="1378025"/>
            <a:ext cx="3570600" cy="249300"/>
          </a:xfrm>
          <a:prstGeom prst="rect">
            <a:avLst/>
          </a:prstGeom>
          <a:noFill/>
          <a:ln cap="flat" cmpd="sng" w="10875">
            <a:solidFill>
              <a:schemeClr val="dk2"/>
            </a:solidFill>
            <a:prstDash val="solid"/>
            <a:round/>
            <a:headEnd len="sm" w="sm" type="none"/>
            <a:tailEnd len="sm" w="sm" type="none"/>
          </a:ln>
        </p:spPr>
        <p:txBody>
          <a:bodyPr anchorCtr="0" anchor="ctr" bIns="104475" lIns="104475" spcFirstLastPara="1" rIns="104475" wrap="square" tIns="104475">
            <a:noAutofit/>
          </a:bodyPr>
          <a:lstStyle/>
          <a:p>
            <a:pPr indent="0" lvl="0" marL="0" marR="0" rtl="0" algn="l">
              <a:lnSpc>
                <a:spcPct val="100000"/>
              </a:lnSpc>
              <a:spcBef>
                <a:spcPts val="0"/>
              </a:spcBef>
              <a:spcAft>
                <a:spcPts val="0"/>
              </a:spcAft>
              <a:buClr>
                <a:srgbClr val="000000"/>
              </a:buClr>
              <a:buSzPts val="1600"/>
              <a:buFont typeface="Arial"/>
              <a:buNone/>
            </a:pPr>
            <a:r>
              <a:t/>
            </a:r>
            <a:endParaRPr b="0" i="0" sz="1599" u="none" cap="none" strike="noStrike">
              <a:solidFill>
                <a:srgbClr val="000000"/>
              </a:solidFill>
              <a:latin typeface="Arial"/>
              <a:ea typeface="Arial"/>
              <a:cs typeface="Arial"/>
              <a:sym typeface="Arial"/>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61" name="Shape 1361"/>
        <p:cNvGrpSpPr/>
        <p:nvPr/>
      </p:nvGrpSpPr>
      <p:grpSpPr>
        <a:xfrm>
          <a:off x="0" y="0"/>
          <a:ext cx="0" cy="0"/>
          <a:chOff x="0" y="0"/>
          <a:chExt cx="0" cy="0"/>
        </a:xfrm>
      </p:grpSpPr>
      <p:sp>
        <p:nvSpPr>
          <p:cNvPr id="1362" name="Google Shape;1362;p16"/>
          <p:cNvSpPr/>
          <p:nvPr/>
        </p:nvSpPr>
        <p:spPr>
          <a:xfrm>
            <a:off x="1212811" y="1458458"/>
            <a:ext cx="2867100" cy="1127100"/>
          </a:xfrm>
          <a:prstGeom prst="rect">
            <a:avLst/>
          </a:prstGeom>
          <a:solidFill>
            <a:srgbClr val="7C7C7C">
              <a:alpha val="14117"/>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nvGrpSpPr>
          <p:cNvPr id="1363" name="Google Shape;1363;p16"/>
          <p:cNvGrpSpPr/>
          <p:nvPr/>
        </p:nvGrpSpPr>
        <p:grpSpPr>
          <a:xfrm>
            <a:off x="1212835" y="1240358"/>
            <a:ext cx="2867100" cy="218100"/>
            <a:chOff x="1290775" y="1427529"/>
            <a:chExt cx="2867100" cy="218100"/>
          </a:xfrm>
        </p:grpSpPr>
        <p:sp>
          <p:nvSpPr>
            <p:cNvPr id="1364" name="Google Shape;1364;p16"/>
            <p:cNvSpPr/>
            <p:nvPr/>
          </p:nvSpPr>
          <p:spPr>
            <a:xfrm>
              <a:off x="1290775" y="1427529"/>
              <a:ext cx="2867100" cy="218100"/>
            </a:xfrm>
            <a:prstGeom prst="rect">
              <a:avLst/>
            </a:prstGeom>
            <a:solidFill>
              <a:srgbClr val="ECE5B4"/>
            </a:solidFill>
            <a:ln cap="flat" cmpd="sng" w="9525">
              <a:solidFill>
                <a:srgbClr val="ECE5B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65" name="Google Shape;1365;p16"/>
            <p:cNvSpPr/>
            <p:nvPr/>
          </p:nvSpPr>
          <p:spPr>
            <a:xfrm>
              <a:off x="1405200" y="1486450"/>
              <a:ext cx="100200" cy="100200"/>
            </a:xfrm>
            <a:prstGeom prst="ellipse">
              <a:avLst/>
            </a:prstGeom>
            <a:solidFill>
              <a:srgbClr val="2F2B1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66" name="Google Shape;1366;p16"/>
            <p:cNvSpPr/>
            <p:nvPr/>
          </p:nvSpPr>
          <p:spPr>
            <a:xfrm>
              <a:off x="1588650" y="1486450"/>
              <a:ext cx="100200" cy="100200"/>
            </a:xfrm>
            <a:prstGeom prst="ellipse">
              <a:avLst/>
            </a:prstGeom>
            <a:solidFill>
              <a:srgbClr val="2F2B1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67" name="Google Shape;1367;p16"/>
            <p:cNvSpPr/>
            <p:nvPr/>
          </p:nvSpPr>
          <p:spPr>
            <a:xfrm>
              <a:off x="1772100" y="1486450"/>
              <a:ext cx="100200" cy="100200"/>
            </a:xfrm>
            <a:prstGeom prst="ellipse">
              <a:avLst/>
            </a:prstGeom>
            <a:solidFill>
              <a:srgbClr val="2F2B1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1368" name="Google Shape;1368;p16"/>
          <p:cNvSpPr txBox="1"/>
          <p:nvPr>
            <p:ph type="title"/>
          </p:nvPr>
        </p:nvSpPr>
        <p:spPr>
          <a:xfrm>
            <a:off x="720000" y="540000"/>
            <a:ext cx="7704000" cy="564300"/>
          </a:xfrm>
          <a:prstGeom prst="rect">
            <a:avLst/>
          </a:prstGeom>
          <a:noFill/>
          <a:ln>
            <a:noFill/>
          </a:ln>
        </p:spPr>
        <p:txBody>
          <a:bodyPr anchorCtr="0" anchor="ctr" bIns="91425" lIns="91425" spcFirstLastPara="1" rIns="91425" wrap="square" tIns="91425">
            <a:noAutofit/>
          </a:bodyPr>
          <a:lstStyle/>
          <a:p>
            <a:pPr indent="0" lvl="0" marL="0" rtl="0" algn="l">
              <a:lnSpc>
                <a:spcPct val="100000"/>
              </a:lnSpc>
              <a:spcBef>
                <a:spcPts val="0"/>
              </a:spcBef>
              <a:spcAft>
                <a:spcPts val="0"/>
              </a:spcAft>
              <a:buSzPts val="2800"/>
              <a:buNone/>
            </a:pPr>
            <a:r>
              <a:rPr lang="en"/>
              <a:t>Sensori</a:t>
            </a:r>
            <a:endParaRPr/>
          </a:p>
        </p:txBody>
      </p:sp>
      <p:sp>
        <p:nvSpPr>
          <p:cNvPr id="1369" name="Google Shape;1369;p16"/>
          <p:cNvSpPr txBox="1"/>
          <p:nvPr>
            <p:ph idx="2" type="title"/>
          </p:nvPr>
        </p:nvSpPr>
        <p:spPr>
          <a:xfrm>
            <a:off x="1212813" y="1458450"/>
            <a:ext cx="2028300" cy="5277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lnSpc>
                <a:spcPct val="100000"/>
              </a:lnSpc>
              <a:spcBef>
                <a:spcPts val="0"/>
              </a:spcBef>
              <a:spcAft>
                <a:spcPts val="0"/>
              </a:spcAft>
              <a:buSzPts val="2400"/>
              <a:buNone/>
            </a:pPr>
            <a:r>
              <a:rPr lang="en"/>
              <a:t>DHT11</a:t>
            </a:r>
            <a:endParaRPr/>
          </a:p>
        </p:txBody>
      </p:sp>
      <p:sp>
        <p:nvSpPr>
          <p:cNvPr id="1370" name="Google Shape;1370;p16"/>
          <p:cNvSpPr txBox="1"/>
          <p:nvPr>
            <p:ph idx="1" type="subTitle"/>
          </p:nvPr>
        </p:nvSpPr>
        <p:spPr>
          <a:xfrm>
            <a:off x="1212836" y="1986158"/>
            <a:ext cx="2867100" cy="599400"/>
          </a:xfrm>
          <a:prstGeom prst="rect">
            <a:avLst/>
          </a:prstGeom>
          <a:noFill/>
          <a:ln cap="flat" cmpd="sng" w="9525">
            <a:solidFill>
              <a:schemeClr val="dk2"/>
            </a:solidFill>
            <a:prstDash val="solid"/>
            <a:round/>
            <a:headEnd len="sm" w="sm" type="none"/>
            <a:tailEnd len="sm" w="sm" type="none"/>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400"/>
              <a:buNone/>
            </a:pPr>
            <a:r>
              <a:rPr lang="en"/>
              <a:t>Sensore di </a:t>
            </a:r>
            <a:r>
              <a:rPr b="1" lang="en">
                <a:highlight>
                  <a:schemeClr val="accent2"/>
                </a:highlight>
              </a:rPr>
              <a:t>umidità</a:t>
            </a:r>
            <a:r>
              <a:rPr b="1" lang="en"/>
              <a:t> e </a:t>
            </a:r>
            <a:r>
              <a:rPr b="1" lang="en">
                <a:highlight>
                  <a:schemeClr val="accent2"/>
                </a:highlight>
              </a:rPr>
              <a:t>temperatura</a:t>
            </a:r>
            <a:r>
              <a:rPr b="1" lang="en">
                <a:highlight>
                  <a:schemeClr val="accent2"/>
                </a:highlight>
              </a:rPr>
              <a:t> </a:t>
            </a:r>
            <a:endParaRPr b="1">
              <a:highlight>
                <a:schemeClr val="accent2"/>
              </a:highlight>
            </a:endParaRPr>
          </a:p>
          <a:p>
            <a:pPr indent="0" lvl="0" marL="0" rtl="0" algn="l">
              <a:spcBef>
                <a:spcPts val="0"/>
              </a:spcBef>
              <a:spcAft>
                <a:spcPts val="0"/>
              </a:spcAft>
              <a:buClr>
                <a:schemeClr val="dk1"/>
              </a:buClr>
              <a:buSzPts val="1100"/>
              <a:buFont typeface="Arial"/>
              <a:buNone/>
            </a:pPr>
            <a:r>
              <a:rPr lang="en"/>
              <a:t>Connessione digitale</a:t>
            </a:r>
            <a:r>
              <a:rPr lang="en" sz="1800"/>
              <a:t> </a:t>
            </a:r>
            <a:r>
              <a:rPr b="1" lang="en">
                <a:solidFill>
                  <a:schemeClr val="accent6"/>
                </a:solidFill>
                <a:highlight>
                  <a:schemeClr val="dk2"/>
                </a:highlight>
              </a:rPr>
              <a:t>GPIO 14</a:t>
            </a:r>
            <a:endParaRPr b="1">
              <a:solidFill>
                <a:schemeClr val="accent6"/>
              </a:solidFill>
              <a:highlight>
                <a:schemeClr val="dk2"/>
              </a:highlight>
            </a:endParaRPr>
          </a:p>
        </p:txBody>
      </p:sp>
      <p:sp>
        <p:nvSpPr>
          <p:cNvPr id="1371" name="Google Shape;1371;p16"/>
          <p:cNvSpPr txBox="1"/>
          <p:nvPr>
            <p:ph idx="2" type="title"/>
          </p:nvPr>
        </p:nvSpPr>
        <p:spPr>
          <a:xfrm>
            <a:off x="3240987" y="1458450"/>
            <a:ext cx="838800" cy="5277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r">
              <a:lnSpc>
                <a:spcPct val="100000"/>
              </a:lnSpc>
              <a:spcBef>
                <a:spcPts val="0"/>
              </a:spcBef>
              <a:spcAft>
                <a:spcPts val="0"/>
              </a:spcAft>
              <a:buSzPts val="2400"/>
              <a:buNone/>
            </a:pPr>
            <a:r>
              <a:rPr lang="en">
                <a:solidFill>
                  <a:schemeClr val="dk2"/>
                </a:solidFill>
              </a:rPr>
              <a:t>5</a:t>
            </a:r>
            <a:r>
              <a:rPr lang="en">
                <a:solidFill>
                  <a:schemeClr val="dk2"/>
                </a:solidFill>
              </a:rPr>
              <a:t>V</a:t>
            </a:r>
            <a:endParaRPr>
              <a:solidFill>
                <a:schemeClr val="dk2"/>
              </a:solidFill>
            </a:endParaRPr>
          </a:p>
        </p:txBody>
      </p:sp>
      <p:sp>
        <p:nvSpPr>
          <p:cNvPr id="1372" name="Google Shape;1372;p16"/>
          <p:cNvSpPr/>
          <p:nvPr/>
        </p:nvSpPr>
        <p:spPr>
          <a:xfrm>
            <a:off x="5064061" y="1458458"/>
            <a:ext cx="2867100" cy="1127100"/>
          </a:xfrm>
          <a:prstGeom prst="rect">
            <a:avLst/>
          </a:prstGeom>
          <a:solidFill>
            <a:srgbClr val="7C7C7C">
              <a:alpha val="14120"/>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nvGrpSpPr>
          <p:cNvPr id="1373" name="Google Shape;1373;p16"/>
          <p:cNvGrpSpPr/>
          <p:nvPr/>
        </p:nvGrpSpPr>
        <p:grpSpPr>
          <a:xfrm>
            <a:off x="5064086" y="1240358"/>
            <a:ext cx="2867100" cy="218100"/>
            <a:chOff x="1290775" y="1427529"/>
            <a:chExt cx="2867100" cy="218100"/>
          </a:xfrm>
        </p:grpSpPr>
        <p:sp>
          <p:nvSpPr>
            <p:cNvPr id="1374" name="Google Shape;1374;p16"/>
            <p:cNvSpPr/>
            <p:nvPr/>
          </p:nvSpPr>
          <p:spPr>
            <a:xfrm>
              <a:off x="1290775" y="1427529"/>
              <a:ext cx="2867100" cy="218100"/>
            </a:xfrm>
            <a:prstGeom prst="rect">
              <a:avLst/>
            </a:prstGeom>
            <a:solidFill>
              <a:srgbClr val="ECE5B4"/>
            </a:solidFill>
            <a:ln cap="flat" cmpd="sng" w="9525">
              <a:solidFill>
                <a:srgbClr val="ECE5B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75" name="Google Shape;1375;p16"/>
            <p:cNvSpPr/>
            <p:nvPr/>
          </p:nvSpPr>
          <p:spPr>
            <a:xfrm>
              <a:off x="1405200" y="1486450"/>
              <a:ext cx="100200" cy="100200"/>
            </a:xfrm>
            <a:prstGeom prst="ellipse">
              <a:avLst/>
            </a:prstGeom>
            <a:solidFill>
              <a:srgbClr val="2F2B1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76" name="Google Shape;1376;p16"/>
            <p:cNvSpPr/>
            <p:nvPr/>
          </p:nvSpPr>
          <p:spPr>
            <a:xfrm>
              <a:off x="1588650" y="1486450"/>
              <a:ext cx="100200" cy="100200"/>
            </a:xfrm>
            <a:prstGeom prst="ellipse">
              <a:avLst/>
            </a:prstGeom>
            <a:solidFill>
              <a:srgbClr val="2F2B1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77" name="Google Shape;1377;p16"/>
            <p:cNvSpPr/>
            <p:nvPr/>
          </p:nvSpPr>
          <p:spPr>
            <a:xfrm>
              <a:off x="1772100" y="1486450"/>
              <a:ext cx="100200" cy="100200"/>
            </a:xfrm>
            <a:prstGeom prst="ellipse">
              <a:avLst/>
            </a:prstGeom>
            <a:solidFill>
              <a:srgbClr val="2F2B1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1378" name="Google Shape;1378;p16"/>
          <p:cNvSpPr txBox="1"/>
          <p:nvPr>
            <p:ph idx="2" type="title"/>
          </p:nvPr>
        </p:nvSpPr>
        <p:spPr>
          <a:xfrm>
            <a:off x="5064063" y="1458450"/>
            <a:ext cx="2028300" cy="5277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lnSpc>
                <a:spcPct val="100000"/>
              </a:lnSpc>
              <a:spcBef>
                <a:spcPts val="0"/>
              </a:spcBef>
              <a:spcAft>
                <a:spcPts val="0"/>
              </a:spcAft>
              <a:buSzPts val="2400"/>
              <a:buNone/>
            </a:pPr>
            <a:r>
              <a:rPr lang="en"/>
              <a:t>BH1750</a:t>
            </a:r>
            <a:endParaRPr/>
          </a:p>
        </p:txBody>
      </p:sp>
      <p:sp>
        <p:nvSpPr>
          <p:cNvPr id="1379" name="Google Shape;1379;p16"/>
          <p:cNvSpPr txBox="1"/>
          <p:nvPr>
            <p:ph idx="1" type="subTitle"/>
          </p:nvPr>
        </p:nvSpPr>
        <p:spPr>
          <a:xfrm>
            <a:off x="5064086" y="1986158"/>
            <a:ext cx="2867100" cy="599400"/>
          </a:xfrm>
          <a:prstGeom prst="rect">
            <a:avLst/>
          </a:prstGeom>
          <a:noFill/>
          <a:ln cap="flat" cmpd="sng" w="9525">
            <a:solidFill>
              <a:schemeClr val="dk2"/>
            </a:solidFill>
            <a:prstDash val="solid"/>
            <a:round/>
            <a:headEnd len="sm" w="sm" type="none"/>
            <a:tailEnd len="sm" w="sm" type="none"/>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400"/>
              <a:buNone/>
            </a:pPr>
            <a:r>
              <a:rPr lang="en"/>
              <a:t>Sensore di </a:t>
            </a:r>
            <a:r>
              <a:rPr b="1" lang="en">
                <a:highlight>
                  <a:schemeClr val="accent2"/>
                </a:highlight>
              </a:rPr>
              <a:t>luminosità</a:t>
            </a:r>
            <a:endParaRPr b="1">
              <a:highlight>
                <a:schemeClr val="accent2"/>
              </a:highlight>
            </a:endParaRPr>
          </a:p>
          <a:p>
            <a:pPr indent="0" lvl="0" marL="0" rtl="0" algn="l">
              <a:spcBef>
                <a:spcPts val="0"/>
              </a:spcBef>
              <a:spcAft>
                <a:spcPts val="0"/>
              </a:spcAft>
              <a:buSzPts val="1100"/>
              <a:buNone/>
            </a:pPr>
            <a:r>
              <a:rPr lang="en"/>
              <a:t>Connessione</a:t>
            </a:r>
            <a:r>
              <a:rPr lang="en" sz="1800"/>
              <a:t> </a:t>
            </a:r>
            <a:r>
              <a:rPr b="1" lang="en">
                <a:solidFill>
                  <a:schemeClr val="accent6"/>
                </a:solidFill>
                <a:highlight>
                  <a:schemeClr val="dk2"/>
                </a:highlight>
              </a:rPr>
              <a:t>I</a:t>
            </a:r>
            <a:r>
              <a:rPr b="1" lang="en">
                <a:solidFill>
                  <a:schemeClr val="accent6"/>
                </a:solidFill>
                <a:highlight>
                  <a:schemeClr val="dk2"/>
                </a:highlight>
              </a:rPr>
              <a:t>²C</a:t>
            </a:r>
            <a:endParaRPr b="1">
              <a:solidFill>
                <a:schemeClr val="accent6"/>
              </a:solidFill>
              <a:highlight>
                <a:schemeClr val="dk2"/>
              </a:highlight>
            </a:endParaRPr>
          </a:p>
        </p:txBody>
      </p:sp>
      <p:sp>
        <p:nvSpPr>
          <p:cNvPr id="1380" name="Google Shape;1380;p16"/>
          <p:cNvSpPr txBox="1"/>
          <p:nvPr>
            <p:ph idx="2" type="title"/>
          </p:nvPr>
        </p:nvSpPr>
        <p:spPr>
          <a:xfrm>
            <a:off x="7092237" y="1458450"/>
            <a:ext cx="838800" cy="5277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r">
              <a:lnSpc>
                <a:spcPct val="100000"/>
              </a:lnSpc>
              <a:spcBef>
                <a:spcPts val="0"/>
              </a:spcBef>
              <a:spcAft>
                <a:spcPts val="0"/>
              </a:spcAft>
              <a:buSzPts val="2400"/>
              <a:buNone/>
            </a:pPr>
            <a:r>
              <a:rPr lang="en">
                <a:solidFill>
                  <a:schemeClr val="dk2"/>
                </a:solidFill>
              </a:rPr>
              <a:t>5V</a:t>
            </a:r>
            <a:endParaRPr>
              <a:solidFill>
                <a:schemeClr val="dk2"/>
              </a:solidFill>
            </a:endParaRPr>
          </a:p>
        </p:txBody>
      </p:sp>
      <p:sp>
        <p:nvSpPr>
          <p:cNvPr id="1381" name="Google Shape;1381;p16"/>
          <p:cNvSpPr/>
          <p:nvPr/>
        </p:nvSpPr>
        <p:spPr>
          <a:xfrm>
            <a:off x="1212823" y="3311158"/>
            <a:ext cx="2867100" cy="1127100"/>
          </a:xfrm>
          <a:prstGeom prst="rect">
            <a:avLst/>
          </a:prstGeom>
          <a:solidFill>
            <a:srgbClr val="7C7C7C">
              <a:alpha val="14120"/>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nvGrpSpPr>
          <p:cNvPr id="1382" name="Google Shape;1382;p16"/>
          <p:cNvGrpSpPr/>
          <p:nvPr/>
        </p:nvGrpSpPr>
        <p:grpSpPr>
          <a:xfrm>
            <a:off x="1212848" y="3093058"/>
            <a:ext cx="2867100" cy="218100"/>
            <a:chOff x="1290775" y="1427529"/>
            <a:chExt cx="2867100" cy="218100"/>
          </a:xfrm>
        </p:grpSpPr>
        <p:sp>
          <p:nvSpPr>
            <p:cNvPr id="1383" name="Google Shape;1383;p16"/>
            <p:cNvSpPr/>
            <p:nvPr/>
          </p:nvSpPr>
          <p:spPr>
            <a:xfrm>
              <a:off x="1290775" y="1427529"/>
              <a:ext cx="2867100" cy="218100"/>
            </a:xfrm>
            <a:prstGeom prst="rect">
              <a:avLst/>
            </a:prstGeom>
            <a:solidFill>
              <a:srgbClr val="ECE5B4"/>
            </a:solidFill>
            <a:ln cap="flat" cmpd="sng" w="9525">
              <a:solidFill>
                <a:srgbClr val="ECE5B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84" name="Google Shape;1384;p16"/>
            <p:cNvSpPr/>
            <p:nvPr/>
          </p:nvSpPr>
          <p:spPr>
            <a:xfrm>
              <a:off x="1405200" y="1486450"/>
              <a:ext cx="100200" cy="100200"/>
            </a:xfrm>
            <a:prstGeom prst="ellipse">
              <a:avLst/>
            </a:prstGeom>
            <a:solidFill>
              <a:srgbClr val="2F2B1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85" name="Google Shape;1385;p16"/>
            <p:cNvSpPr/>
            <p:nvPr/>
          </p:nvSpPr>
          <p:spPr>
            <a:xfrm>
              <a:off x="1588650" y="1486450"/>
              <a:ext cx="100200" cy="100200"/>
            </a:xfrm>
            <a:prstGeom prst="ellipse">
              <a:avLst/>
            </a:prstGeom>
            <a:solidFill>
              <a:srgbClr val="2F2B1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86" name="Google Shape;1386;p16"/>
            <p:cNvSpPr/>
            <p:nvPr/>
          </p:nvSpPr>
          <p:spPr>
            <a:xfrm>
              <a:off x="1772100" y="1486450"/>
              <a:ext cx="100200" cy="100200"/>
            </a:xfrm>
            <a:prstGeom prst="ellipse">
              <a:avLst/>
            </a:prstGeom>
            <a:solidFill>
              <a:srgbClr val="2F2B1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1387" name="Google Shape;1387;p16"/>
          <p:cNvSpPr txBox="1"/>
          <p:nvPr>
            <p:ph idx="2" type="title"/>
          </p:nvPr>
        </p:nvSpPr>
        <p:spPr>
          <a:xfrm>
            <a:off x="1212825" y="3311150"/>
            <a:ext cx="2028300" cy="5277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lnSpc>
                <a:spcPct val="100000"/>
              </a:lnSpc>
              <a:spcBef>
                <a:spcPts val="0"/>
              </a:spcBef>
              <a:spcAft>
                <a:spcPts val="0"/>
              </a:spcAft>
              <a:buSzPts val="2400"/>
              <a:buNone/>
            </a:pPr>
            <a:r>
              <a:rPr lang="en"/>
              <a:t>MAX4466</a:t>
            </a:r>
            <a:endParaRPr/>
          </a:p>
        </p:txBody>
      </p:sp>
      <p:sp>
        <p:nvSpPr>
          <p:cNvPr id="1388" name="Google Shape;1388;p16"/>
          <p:cNvSpPr txBox="1"/>
          <p:nvPr>
            <p:ph idx="1" type="subTitle"/>
          </p:nvPr>
        </p:nvSpPr>
        <p:spPr>
          <a:xfrm>
            <a:off x="1212848" y="3838858"/>
            <a:ext cx="2867100" cy="599400"/>
          </a:xfrm>
          <a:prstGeom prst="rect">
            <a:avLst/>
          </a:prstGeom>
          <a:noFill/>
          <a:ln cap="flat" cmpd="sng" w="9525">
            <a:solidFill>
              <a:schemeClr val="dk2"/>
            </a:solidFill>
            <a:prstDash val="solid"/>
            <a:round/>
            <a:headEnd len="sm" w="sm" type="none"/>
            <a:tailEnd len="sm" w="sm" type="none"/>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400"/>
              <a:buNone/>
            </a:pPr>
            <a:r>
              <a:rPr b="1" lang="en">
                <a:highlight>
                  <a:schemeClr val="accent2"/>
                </a:highlight>
              </a:rPr>
              <a:t>Microfono analogico</a:t>
            </a:r>
            <a:endParaRPr b="1">
              <a:highlight>
                <a:schemeClr val="accent2"/>
              </a:highlight>
            </a:endParaRPr>
          </a:p>
          <a:p>
            <a:pPr indent="0" lvl="0" marL="0" rtl="0" algn="l">
              <a:spcBef>
                <a:spcPts val="0"/>
              </a:spcBef>
              <a:spcAft>
                <a:spcPts val="0"/>
              </a:spcAft>
              <a:buSzPts val="1100"/>
              <a:buNone/>
            </a:pPr>
            <a:r>
              <a:rPr lang="en"/>
              <a:t>Connessione analogica</a:t>
            </a:r>
            <a:r>
              <a:rPr lang="en" sz="1800"/>
              <a:t> </a:t>
            </a:r>
            <a:r>
              <a:rPr b="1" lang="en">
                <a:solidFill>
                  <a:schemeClr val="accent6"/>
                </a:solidFill>
                <a:highlight>
                  <a:schemeClr val="dk2"/>
                </a:highlight>
              </a:rPr>
              <a:t>GRIO 34</a:t>
            </a:r>
            <a:endParaRPr b="1">
              <a:solidFill>
                <a:schemeClr val="accent6"/>
              </a:solidFill>
              <a:highlight>
                <a:schemeClr val="dk2"/>
              </a:highlight>
            </a:endParaRPr>
          </a:p>
        </p:txBody>
      </p:sp>
      <p:sp>
        <p:nvSpPr>
          <p:cNvPr id="1389" name="Google Shape;1389;p16"/>
          <p:cNvSpPr txBox="1"/>
          <p:nvPr>
            <p:ph idx="2" type="title"/>
          </p:nvPr>
        </p:nvSpPr>
        <p:spPr>
          <a:xfrm>
            <a:off x="3241000" y="3311150"/>
            <a:ext cx="838800" cy="5277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r">
              <a:lnSpc>
                <a:spcPct val="100000"/>
              </a:lnSpc>
              <a:spcBef>
                <a:spcPts val="0"/>
              </a:spcBef>
              <a:spcAft>
                <a:spcPts val="0"/>
              </a:spcAft>
              <a:buSzPts val="2400"/>
              <a:buNone/>
            </a:pPr>
            <a:r>
              <a:rPr lang="en">
                <a:solidFill>
                  <a:schemeClr val="dk2"/>
                </a:solidFill>
              </a:rPr>
              <a:t>3.3</a:t>
            </a:r>
            <a:r>
              <a:rPr lang="en">
                <a:solidFill>
                  <a:schemeClr val="dk2"/>
                </a:solidFill>
              </a:rPr>
              <a:t>V</a:t>
            </a:r>
            <a:endParaRPr>
              <a:solidFill>
                <a:schemeClr val="dk2"/>
              </a:solidFill>
            </a:endParaRPr>
          </a:p>
        </p:txBody>
      </p:sp>
      <p:sp>
        <p:nvSpPr>
          <p:cNvPr id="1390" name="Google Shape;1390;p16"/>
          <p:cNvSpPr/>
          <p:nvPr/>
        </p:nvSpPr>
        <p:spPr>
          <a:xfrm>
            <a:off x="5064073" y="3311158"/>
            <a:ext cx="2867100" cy="1127100"/>
          </a:xfrm>
          <a:prstGeom prst="rect">
            <a:avLst/>
          </a:prstGeom>
          <a:solidFill>
            <a:srgbClr val="7C7C7C">
              <a:alpha val="14120"/>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nvGrpSpPr>
          <p:cNvPr id="1391" name="Google Shape;1391;p16"/>
          <p:cNvGrpSpPr/>
          <p:nvPr/>
        </p:nvGrpSpPr>
        <p:grpSpPr>
          <a:xfrm>
            <a:off x="5064098" y="3093058"/>
            <a:ext cx="2867100" cy="218100"/>
            <a:chOff x="1290775" y="1427529"/>
            <a:chExt cx="2867100" cy="218100"/>
          </a:xfrm>
        </p:grpSpPr>
        <p:sp>
          <p:nvSpPr>
            <p:cNvPr id="1392" name="Google Shape;1392;p16"/>
            <p:cNvSpPr/>
            <p:nvPr/>
          </p:nvSpPr>
          <p:spPr>
            <a:xfrm>
              <a:off x="1290775" y="1427529"/>
              <a:ext cx="2867100" cy="218100"/>
            </a:xfrm>
            <a:prstGeom prst="rect">
              <a:avLst/>
            </a:prstGeom>
            <a:solidFill>
              <a:srgbClr val="ECE5B4"/>
            </a:solidFill>
            <a:ln cap="flat" cmpd="sng" w="9525">
              <a:solidFill>
                <a:srgbClr val="ECE5B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93" name="Google Shape;1393;p16"/>
            <p:cNvSpPr/>
            <p:nvPr/>
          </p:nvSpPr>
          <p:spPr>
            <a:xfrm>
              <a:off x="1405200" y="1486450"/>
              <a:ext cx="100200" cy="100200"/>
            </a:xfrm>
            <a:prstGeom prst="ellipse">
              <a:avLst/>
            </a:prstGeom>
            <a:solidFill>
              <a:srgbClr val="2F2B1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94" name="Google Shape;1394;p16"/>
            <p:cNvSpPr/>
            <p:nvPr/>
          </p:nvSpPr>
          <p:spPr>
            <a:xfrm>
              <a:off x="1588650" y="1486450"/>
              <a:ext cx="100200" cy="100200"/>
            </a:xfrm>
            <a:prstGeom prst="ellipse">
              <a:avLst/>
            </a:prstGeom>
            <a:solidFill>
              <a:srgbClr val="2F2B1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95" name="Google Shape;1395;p16"/>
            <p:cNvSpPr/>
            <p:nvPr/>
          </p:nvSpPr>
          <p:spPr>
            <a:xfrm>
              <a:off x="1772100" y="1486450"/>
              <a:ext cx="100200" cy="100200"/>
            </a:xfrm>
            <a:prstGeom prst="ellipse">
              <a:avLst/>
            </a:prstGeom>
            <a:solidFill>
              <a:srgbClr val="2F2B1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1396" name="Google Shape;1396;p16"/>
          <p:cNvSpPr txBox="1"/>
          <p:nvPr>
            <p:ph idx="2" type="title"/>
          </p:nvPr>
        </p:nvSpPr>
        <p:spPr>
          <a:xfrm>
            <a:off x="5064075" y="3311150"/>
            <a:ext cx="2028300" cy="5277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lnSpc>
                <a:spcPct val="100000"/>
              </a:lnSpc>
              <a:spcBef>
                <a:spcPts val="0"/>
              </a:spcBef>
              <a:spcAft>
                <a:spcPts val="0"/>
              </a:spcAft>
              <a:buSzPts val="2400"/>
              <a:buNone/>
            </a:pPr>
            <a:r>
              <a:rPr lang="en"/>
              <a:t>MPU6050</a:t>
            </a:r>
            <a:endParaRPr/>
          </a:p>
        </p:txBody>
      </p:sp>
      <p:sp>
        <p:nvSpPr>
          <p:cNvPr id="1397" name="Google Shape;1397;p16"/>
          <p:cNvSpPr txBox="1"/>
          <p:nvPr>
            <p:ph idx="1" type="subTitle"/>
          </p:nvPr>
        </p:nvSpPr>
        <p:spPr>
          <a:xfrm>
            <a:off x="5064088" y="3838849"/>
            <a:ext cx="2867100" cy="599400"/>
          </a:xfrm>
          <a:prstGeom prst="rect">
            <a:avLst/>
          </a:prstGeom>
          <a:noFill/>
          <a:ln cap="flat" cmpd="sng" w="9525">
            <a:solidFill>
              <a:schemeClr val="dk2"/>
            </a:solidFill>
            <a:prstDash val="solid"/>
            <a:round/>
            <a:headEnd len="sm" w="sm" type="none"/>
            <a:tailEnd len="sm" w="sm" type="none"/>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400"/>
              <a:buNone/>
            </a:pPr>
            <a:r>
              <a:rPr b="1" lang="en">
                <a:highlight>
                  <a:schemeClr val="accent2"/>
                </a:highlight>
              </a:rPr>
              <a:t>Giroscopio + Accelerometro </a:t>
            </a:r>
            <a:endParaRPr b="1">
              <a:highlight>
                <a:schemeClr val="accent2"/>
              </a:highlight>
            </a:endParaRPr>
          </a:p>
          <a:p>
            <a:pPr indent="0" lvl="0" marL="0" rtl="0" algn="l">
              <a:spcBef>
                <a:spcPts val="0"/>
              </a:spcBef>
              <a:spcAft>
                <a:spcPts val="0"/>
              </a:spcAft>
              <a:buSzPts val="1100"/>
              <a:buNone/>
            </a:pPr>
            <a:r>
              <a:rPr lang="en"/>
              <a:t>Connessione</a:t>
            </a:r>
            <a:r>
              <a:rPr lang="en" sz="1800"/>
              <a:t> </a:t>
            </a:r>
            <a:r>
              <a:rPr b="1" lang="en">
                <a:solidFill>
                  <a:schemeClr val="accent6"/>
                </a:solidFill>
                <a:highlight>
                  <a:schemeClr val="dk2"/>
                </a:highlight>
              </a:rPr>
              <a:t>I²C (0x68)</a:t>
            </a:r>
            <a:endParaRPr b="1">
              <a:solidFill>
                <a:schemeClr val="accent6"/>
              </a:solidFill>
              <a:highlight>
                <a:schemeClr val="dk2"/>
              </a:highlight>
            </a:endParaRPr>
          </a:p>
        </p:txBody>
      </p:sp>
      <p:sp>
        <p:nvSpPr>
          <p:cNvPr id="1398" name="Google Shape;1398;p16"/>
          <p:cNvSpPr txBox="1"/>
          <p:nvPr>
            <p:ph idx="2" type="title"/>
          </p:nvPr>
        </p:nvSpPr>
        <p:spPr>
          <a:xfrm>
            <a:off x="7092250" y="3311150"/>
            <a:ext cx="838800" cy="5277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r">
              <a:lnSpc>
                <a:spcPct val="100000"/>
              </a:lnSpc>
              <a:spcBef>
                <a:spcPts val="0"/>
              </a:spcBef>
              <a:spcAft>
                <a:spcPts val="0"/>
              </a:spcAft>
              <a:buSzPts val="2400"/>
              <a:buNone/>
            </a:pPr>
            <a:r>
              <a:rPr lang="en">
                <a:solidFill>
                  <a:schemeClr val="dk2"/>
                </a:solidFill>
              </a:rPr>
              <a:t>3.3V</a:t>
            </a:r>
            <a:endParaRPr>
              <a:solidFill>
                <a:schemeClr val="dk2"/>
              </a:solidFill>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02" name="Shape 1402"/>
        <p:cNvGrpSpPr/>
        <p:nvPr/>
      </p:nvGrpSpPr>
      <p:grpSpPr>
        <a:xfrm>
          <a:off x="0" y="0"/>
          <a:ext cx="0" cy="0"/>
          <a:chOff x="0" y="0"/>
          <a:chExt cx="0" cy="0"/>
        </a:xfrm>
      </p:grpSpPr>
      <p:sp>
        <p:nvSpPr>
          <p:cNvPr id="1403" name="Google Shape;1403;p21"/>
          <p:cNvSpPr txBox="1"/>
          <p:nvPr>
            <p:ph type="title"/>
          </p:nvPr>
        </p:nvSpPr>
        <p:spPr>
          <a:xfrm>
            <a:off x="720000" y="540000"/>
            <a:ext cx="7704000" cy="564300"/>
          </a:xfrm>
          <a:prstGeom prst="rect">
            <a:avLst/>
          </a:prstGeom>
          <a:noFill/>
          <a:ln>
            <a:noFill/>
          </a:ln>
        </p:spPr>
        <p:txBody>
          <a:bodyPr anchorCtr="0" anchor="ctr" bIns="91425" lIns="91425" spcFirstLastPara="1" rIns="91425" wrap="square" tIns="91425">
            <a:noAutofit/>
          </a:bodyPr>
          <a:lstStyle/>
          <a:p>
            <a:pPr indent="0" lvl="0" marL="0" rtl="0" algn="l">
              <a:lnSpc>
                <a:spcPct val="100000"/>
              </a:lnSpc>
              <a:spcBef>
                <a:spcPts val="0"/>
              </a:spcBef>
              <a:spcAft>
                <a:spcPts val="0"/>
              </a:spcAft>
              <a:buSzPts val="2800"/>
              <a:buNone/>
            </a:pPr>
            <a:r>
              <a:rPr lang="en">
                <a:solidFill>
                  <a:schemeClr val="lt2"/>
                </a:solidFill>
              </a:rPr>
              <a:t>Periferica </a:t>
            </a:r>
            <a:endParaRPr/>
          </a:p>
        </p:txBody>
      </p:sp>
      <p:sp>
        <p:nvSpPr>
          <p:cNvPr id="1404" name="Google Shape;1404;p21"/>
          <p:cNvSpPr/>
          <p:nvPr/>
        </p:nvSpPr>
        <p:spPr>
          <a:xfrm>
            <a:off x="720000" y="1780436"/>
            <a:ext cx="4551900" cy="2604900"/>
          </a:xfrm>
          <a:prstGeom prst="rect">
            <a:avLst/>
          </a:prstGeom>
          <a:solidFill>
            <a:srgbClr val="7C7C7C">
              <a:alpha val="14117"/>
            </a:srgbClr>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05" name="Google Shape;1405;p21"/>
          <p:cNvSpPr/>
          <p:nvPr/>
        </p:nvSpPr>
        <p:spPr>
          <a:xfrm>
            <a:off x="720000" y="1540562"/>
            <a:ext cx="4551900" cy="2400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06" name="Google Shape;1406;p21"/>
          <p:cNvSpPr/>
          <p:nvPr/>
        </p:nvSpPr>
        <p:spPr>
          <a:xfrm>
            <a:off x="5556863" y="1758670"/>
            <a:ext cx="2867100" cy="1127100"/>
          </a:xfrm>
          <a:prstGeom prst="rect">
            <a:avLst/>
          </a:prstGeom>
          <a:no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2800"/>
              <a:buFont typeface="Arial"/>
              <a:buNone/>
            </a:pPr>
            <a:r>
              <a:t/>
            </a:r>
            <a:endParaRPr sz="2800">
              <a:solidFill>
                <a:schemeClr val="lt2"/>
              </a:solidFill>
              <a:latin typeface="Zen Dots"/>
              <a:ea typeface="Zen Dots"/>
              <a:cs typeface="Zen Dots"/>
              <a:sym typeface="Zen Dots"/>
            </a:endParaRPr>
          </a:p>
        </p:txBody>
      </p:sp>
      <p:grpSp>
        <p:nvGrpSpPr>
          <p:cNvPr id="1407" name="Google Shape;1407;p21"/>
          <p:cNvGrpSpPr/>
          <p:nvPr/>
        </p:nvGrpSpPr>
        <p:grpSpPr>
          <a:xfrm>
            <a:off x="5556888" y="1540570"/>
            <a:ext cx="2867100" cy="218100"/>
            <a:chOff x="1290775" y="1427529"/>
            <a:chExt cx="2867100" cy="218100"/>
          </a:xfrm>
        </p:grpSpPr>
        <p:sp>
          <p:nvSpPr>
            <p:cNvPr id="1408" name="Google Shape;1408;p21"/>
            <p:cNvSpPr/>
            <p:nvPr/>
          </p:nvSpPr>
          <p:spPr>
            <a:xfrm>
              <a:off x="1290775" y="1427529"/>
              <a:ext cx="2867100" cy="218100"/>
            </a:xfrm>
            <a:prstGeom prst="rect">
              <a:avLst/>
            </a:prstGeom>
            <a:solidFill>
              <a:srgbClr val="ECE5B4"/>
            </a:solidFill>
            <a:ln cap="flat" cmpd="sng" w="9525">
              <a:solidFill>
                <a:srgbClr val="ECE5B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09" name="Google Shape;1409;p21"/>
            <p:cNvSpPr/>
            <p:nvPr/>
          </p:nvSpPr>
          <p:spPr>
            <a:xfrm>
              <a:off x="1405200" y="1486450"/>
              <a:ext cx="100200" cy="100200"/>
            </a:xfrm>
            <a:prstGeom prst="ellipse">
              <a:avLst/>
            </a:prstGeom>
            <a:solidFill>
              <a:srgbClr val="2F2B1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10" name="Google Shape;1410;p21"/>
            <p:cNvSpPr/>
            <p:nvPr/>
          </p:nvSpPr>
          <p:spPr>
            <a:xfrm>
              <a:off x="1588650" y="1486450"/>
              <a:ext cx="100200" cy="100200"/>
            </a:xfrm>
            <a:prstGeom prst="ellipse">
              <a:avLst/>
            </a:prstGeom>
            <a:solidFill>
              <a:srgbClr val="2F2B1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11" name="Google Shape;1411;p21"/>
            <p:cNvSpPr/>
            <p:nvPr/>
          </p:nvSpPr>
          <p:spPr>
            <a:xfrm>
              <a:off x="1772100" y="1486450"/>
              <a:ext cx="100200" cy="100200"/>
            </a:xfrm>
            <a:prstGeom prst="ellipse">
              <a:avLst/>
            </a:prstGeom>
            <a:solidFill>
              <a:srgbClr val="2F2B1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1412" name="Google Shape;1412;p21"/>
          <p:cNvSpPr txBox="1"/>
          <p:nvPr/>
        </p:nvSpPr>
        <p:spPr>
          <a:xfrm>
            <a:off x="5556855" y="1758670"/>
            <a:ext cx="2867100" cy="5277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2800"/>
              <a:buFont typeface="Arial"/>
              <a:buNone/>
            </a:pPr>
            <a:r>
              <a:rPr lang="en" sz="2000">
                <a:solidFill>
                  <a:schemeClr val="lt2"/>
                </a:solidFill>
                <a:latin typeface="Zen Dots"/>
                <a:ea typeface="Zen Dots"/>
                <a:cs typeface="Zen Dots"/>
                <a:sym typeface="Zen Dots"/>
              </a:rPr>
              <a:t>SSD1306 OLED</a:t>
            </a:r>
            <a:endParaRPr sz="2000">
              <a:solidFill>
                <a:schemeClr val="lt2"/>
              </a:solidFill>
              <a:latin typeface="Zen Dots"/>
              <a:ea typeface="Zen Dots"/>
              <a:cs typeface="Zen Dots"/>
              <a:sym typeface="Zen Dots"/>
            </a:endParaRPr>
          </a:p>
        </p:txBody>
      </p:sp>
      <p:sp>
        <p:nvSpPr>
          <p:cNvPr id="1413" name="Google Shape;1413;p21"/>
          <p:cNvSpPr txBox="1"/>
          <p:nvPr/>
        </p:nvSpPr>
        <p:spPr>
          <a:xfrm>
            <a:off x="5556875" y="2286388"/>
            <a:ext cx="2867100" cy="2098800"/>
          </a:xfrm>
          <a:prstGeom prst="rect">
            <a:avLst/>
          </a:prstGeom>
          <a:noFill/>
          <a:ln cap="flat" cmpd="sng" w="9525">
            <a:solidFill>
              <a:schemeClr val="dk2"/>
            </a:solidFill>
            <a:prstDash val="solid"/>
            <a:round/>
            <a:headEnd len="sm" w="sm" type="none"/>
            <a:tailEnd len="sm" w="sm" type="none"/>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rPr b="1" lang="en" sz="2000">
                <a:solidFill>
                  <a:schemeClr val="lt1"/>
                </a:solidFill>
                <a:highlight>
                  <a:schemeClr val="accent2"/>
                </a:highlight>
                <a:latin typeface="Anaheim"/>
                <a:ea typeface="Anaheim"/>
                <a:cs typeface="Anaheim"/>
                <a:sym typeface="Anaheim"/>
              </a:rPr>
              <a:t>Display</a:t>
            </a:r>
            <a:r>
              <a:rPr b="1" lang="en" sz="2000">
                <a:solidFill>
                  <a:schemeClr val="accent6"/>
                </a:solidFill>
                <a:latin typeface="Anaheim"/>
                <a:ea typeface="Anaheim"/>
                <a:cs typeface="Anaheim"/>
                <a:sym typeface="Anaheim"/>
              </a:rPr>
              <a:t> </a:t>
            </a:r>
            <a:r>
              <a:rPr lang="en" sz="2000">
                <a:solidFill>
                  <a:schemeClr val="lt1"/>
                </a:solidFill>
                <a:latin typeface="Anaheim"/>
                <a:ea typeface="Anaheim"/>
                <a:cs typeface="Anaheim"/>
                <a:sym typeface="Anaheim"/>
              </a:rPr>
              <a:t>0.96" per feedback real-time</a:t>
            </a:r>
            <a:endParaRPr sz="2000">
              <a:solidFill>
                <a:schemeClr val="lt1"/>
              </a:solidFill>
              <a:latin typeface="Anaheim"/>
              <a:ea typeface="Anaheim"/>
              <a:cs typeface="Anaheim"/>
              <a:sym typeface="Anaheim"/>
            </a:endParaRPr>
          </a:p>
          <a:p>
            <a:pPr indent="0" lvl="0" marL="0" marR="0" rtl="0" algn="l">
              <a:lnSpc>
                <a:spcPct val="100000"/>
              </a:lnSpc>
              <a:spcBef>
                <a:spcPts val="0"/>
              </a:spcBef>
              <a:spcAft>
                <a:spcPts val="0"/>
              </a:spcAft>
              <a:buClr>
                <a:srgbClr val="000000"/>
              </a:buClr>
              <a:buSzPts val="1400"/>
              <a:buFont typeface="Arial"/>
              <a:buNone/>
            </a:pPr>
            <a:r>
              <a:rPr lang="en" sz="2000">
                <a:solidFill>
                  <a:schemeClr val="lt1"/>
                </a:solidFill>
                <a:latin typeface="Anaheim"/>
                <a:ea typeface="Anaheim"/>
                <a:cs typeface="Anaheim"/>
                <a:sym typeface="Anaheim"/>
              </a:rPr>
              <a:t>Connessione </a:t>
            </a:r>
            <a:r>
              <a:rPr b="1" lang="en" sz="2000">
                <a:solidFill>
                  <a:schemeClr val="accent6"/>
                </a:solidFill>
                <a:highlight>
                  <a:schemeClr val="dk2"/>
                </a:highlight>
                <a:latin typeface="Anaheim"/>
                <a:ea typeface="Anaheim"/>
                <a:cs typeface="Anaheim"/>
                <a:sym typeface="Anaheim"/>
              </a:rPr>
              <a:t>I²C</a:t>
            </a:r>
            <a:endParaRPr b="1" sz="2000">
              <a:solidFill>
                <a:schemeClr val="accent6"/>
              </a:solidFill>
              <a:highlight>
                <a:schemeClr val="dk2"/>
              </a:highlight>
              <a:latin typeface="Anaheim"/>
              <a:ea typeface="Anaheim"/>
              <a:cs typeface="Anaheim"/>
              <a:sym typeface="Anaheim"/>
            </a:endParaRPr>
          </a:p>
          <a:p>
            <a:pPr indent="0" lvl="0" marL="0" marR="0" rtl="0" algn="l">
              <a:lnSpc>
                <a:spcPct val="100000"/>
              </a:lnSpc>
              <a:spcBef>
                <a:spcPts val="0"/>
              </a:spcBef>
              <a:spcAft>
                <a:spcPts val="0"/>
              </a:spcAft>
              <a:buClr>
                <a:srgbClr val="000000"/>
              </a:buClr>
              <a:buSzPts val="1400"/>
              <a:buFont typeface="Arial"/>
              <a:buNone/>
            </a:pPr>
            <a:r>
              <a:rPr b="1" lang="en" sz="2000">
                <a:solidFill>
                  <a:schemeClr val="lt1"/>
                </a:solidFill>
                <a:latin typeface="Anaheim"/>
                <a:ea typeface="Anaheim"/>
                <a:cs typeface="Anaheim"/>
                <a:sym typeface="Anaheim"/>
              </a:rPr>
              <a:t>Alimentazione 5V</a:t>
            </a:r>
            <a:endParaRPr b="1" sz="2000">
              <a:solidFill>
                <a:schemeClr val="lt1"/>
              </a:solidFill>
              <a:latin typeface="Anaheim"/>
              <a:ea typeface="Anaheim"/>
              <a:cs typeface="Anaheim"/>
              <a:sym typeface="Anaheim"/>
            </a:endParaRPr>
          </a:p>
          <a:p>
            <a:pPr indent="0" lvl="0" marL="0" marR="0" rtl="0" algn="l">
              <a:lnSpc>
                <a:spcPct val="100000"/>
              </a:lnSpc>
              <a:spcBef>
                <a:spcPts val="0"/>
              </a:spcBef>
              <a:spcAft>
                <a:spcPts val="0"/>
              </a:spcAft>
              <a:buClr>
                <a:srgbClr val="000000"/>
              </a:buClr>
              <a:buSzPts val="1400"/>
              <a:buFont typeface="Arial"/>
              <a:buNone/>
            </a:pPr>
            <a:r>
              <a:rPr lang="en" sz="2000">
                <a:solidFill>
                  <a:schemeClr val="lt1"/>
                </a:solidFill>
                <a:latin typeface="Anaheim"/>
                <a:ea typeface="Anaheim"/>
                <a:cs typeface="Anaheim"/>
                <a:sym typeface="Anaheim"/>
              </a:rPr>
              <a:t>Visualizzazione parametri istantanei</a:t>
            </a:r>
            <a:endParaRPr sz="1800">
              <a:solidFill>
                <a:srgbClr val="FFFFFF"/>
              </a:solidFill>
              <a:latin typeface="Verdana"/>
              <a:ea typeface="Verdana"/>
              <a:cs typeface="Verdana"/>
              <a:sym typeface="Verdana"/>
            </a:endParaRPr>
          </a:p>
        </p:txBody>
      </p:sp>
      <p:pic>
        <p:nvPicPr>
          <p:cNvPr id="1414" name="Google Shape;1414;p21" title="OLED.mp4">
            <a:hlinkClick r:id="rId3"/>
          </p:cNvPr>
          <p:cNvPicPr preferRelativeResize="0"/>
          <p:nvPr/>
        </p:nvPicPr>
        <p:blipFill>
          <a:blip r:embed="rId4">
            <a:alphaModFix/>
          </a:blip>
          <a:stretch>
            <a:fillRect/>
          </a:stretch>
        </p:blipFill>
        <p:spPr>
          <a:xfrm>
            <a:off x="720725" y="1780425"/>
            <a:ext cx="4551902" cy="2604901"/>
          </a:xfrm>
          <a:prstGeom prst="rect">
            <a:avLst/>
          </a:prstGeom>
          <a:noFill/>
          <a:ln>
            <a:noFill/>
          </a:ln>
        </p:spPr>
      </p:pic>
    </p:spTree>
  </p:cSld>
  <p:clrMapOvr>
    <a:masterClrMapping/>
  </p:clrMapOvr>
  <p:timing>
    <p:tnLst>
      <p:par>
        <p:cTn dur="indefinite" nodeType="tmRoot" restart="never">
          <p:childTnLst>
            <p:seq concurrent="1" nextAc="seek">
              <p:cTn dur="indefinite" id="2" nodeType="mainSeq">
                <p:childTnLst>
                  <p:par>
                    <p:cTn fill="hold">
                      <p:stCondLst>
                        <p:cond delay="indefinite"/>
                        <p:cond evt="onBegin" delay="0">
                          <p:tn val="2"/>
                        </p:cond>
                      </p:stCondLst>
                      <p:childTnLst>
                        <p:par>
                          <p:cTn fill="hold">
                            <p:stCondLst>
                              <p:cond delay="0"/>
                            </p:stCondLst>
                            <p:childTnLst>
                              <p:par>
                                <p:cTn fill="hold" nodeType="withEffect" presetClass="entr" presetID="10" presetSubtype="0">
                                  <p:stCondLst>
                                    <p:cond delay="0"/>
                                  </p:stCondLst>
                                  <p:childTnLst>
                                    <p:set>
                                      <p:cBhvr>
                                        <p:cTn dur="1" fill="hold">
                                          <p:stCondLst>
                                            <p:cond delay="0"/>
                                          </p:stCondLst>
                                        </p:cTn>
                                        <p:tgtEl>
                                          <p:spTgt spid="1414"/>
                                        </p:tgtEl>
                                        <p:attrNameLst>
                                          <p:attrName>style.visibility</p:attrName>
                                        </p:attrNameLst>
                                      </p:cBhvr>
                                      <p:to>
                                        <p:strVal val="visible"/>
                                      </p:to>
                                    </p:set>
                                    <p:animEffect filter="fade" transition="in">
                                      <p:cBhvr>
                                        <p:cTn dur="1000"/>
                                        <p:tgtEl>
                                          <p:spTgt spid="1414"/>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18" name="Shape 1418"/>
        <p:cNvGrpSpPr/>
        <p:nvPr/>
      </p:nvGrpSpPr>
      <p:grpSpPr>
        <a:xfrm>
          <a:off x="0" y="0"/>
          <a:ext cx="0" cy="0"/>
          <a:chOff x="0" y="0"/>
          <a:chExt cx="0" cy="0"/>
        </a:xfrm>
      </p:grpSpPr>
      <p:sp>
        <p:nvSpPr>
          <p:cNvPr id="1419" name="Google Shape;1419;p17"/>
          <p:cNvSpPr/>
          <p:nvPr/>
        </p:nvSpPr>
        <p:spPr>
          <a:xfrm>
            <a:off x="720004" y="1619237"/>
            <a:ext cx="7704000" cy="2984400"/>
          </a:xfrm>
          <a:prstGeom prst="rect">
            <a:avLst/>
          </a:prstGeom>
          <a:solidFill>
            <a:srgbClr val="7C7C7C">
              <a:alpha val="14117"/>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20" name="Google Shape;1420;p17"/>
          <p:cNvSpPr txBox="1"/>
          <p:nvPr>
            <p:ph type="title"/>
          </p:nvPr>
        </p:nvSpPr>
        <p:spPr>
          <a:xfrm>
            <a:off x="720000" y="540000"/>
            <a:ext cx="7704000" cy="564300"/>
          </a:xfrm>
          <a:prstGeom prst="rect">
            <a:avLst/>
          </a:prstGeom>
          <a:noFill/>
          <a:ln>
            <a:noFill/>
          </a:ln>
        </p:spPr>
        <p:txBody>
          <a:bodyPr anchorCtr="0" anchor="ctr" bIns="91425" lIns="91425" spcFirstLastPara="1" rIns="91425" wrap="square" tIns="91425">
            <a:noAutofit/>
          </a:bodyPr>
          <a:lstStyle/>
          <a:p>
            <a:pPr indent="0" lvl="0" marL="0" rtl="0" algn="l">
              <a:lnSpc>
                <a:spcPct val="100000"/>
              </a:lnSpc>
              <a:spcBef>
                <a:spcPts val="0"/>
              </a:spcBef>
              <a:spcAft>
                <a:spcPts val="0"/>
              </a:spcAft>
              <a:buSzPts val="2800"/>
              <a:buNone/>
            </a:pPr>
            <a:r>
              <a:rPr lang="en">
                <a:solidFill>
                  <a:schemeClr val="lt2"/>
                </a:solidFill>
              </a:rPr>
              <a:t>Assemblaggio</a:t>
            </a:r>
            <a:r>
              <a:rPr lang="en">
                <a:solidFill>
                  <a:schemeClr val="lt1"/>
                </a:solidFill>
              </a:rPr>
              <a:t> e Cablaggio</a:t>
            </a:r>
            <a:endParaRPr>
              <a:solidFill>
                <a:schemeClr val="lt1"/>
              </a:solidFill>
            </a:endParaRPr>
          </a:p>
        </p:txBody>
      </p:sp>
      <p:graphicFrame>
        <p:nvGraphicFramePr>
          <p:cNvPr id="1421" name="Google Shape;1421;p17"/>
          <p:cNvGraphicFramePr/>
          <p:nvPr/>
        </p:nvGraphicFramePr>
        <p:xfrm>
          <a:off x="720000" y="1607750"/>
          <a:ext cx="3000000" cy="3000000"/>
        </p:xfrm>
        <a:graphic>
          <a:graphicData uri="http://schemas.openxmlformats.org/drawingml/2006/table">
            <a:tbl>
              <a:tblPr>
                <a:noFill/>
                <a:tableStyleId>{E86E1B4E-5DC7-409D-9179-48FB84E890DD}</a:tableStyleId>
              </a:tblPr>
              <a:tblGrid>
                <a:gridCol w="3509100"/>
                <a:gridCol w="4194900"/>
              </a:tblGrid>
              <a:tr h="589350">
                <a:tc>
                  <a:txBody>
                    <a:bodyPr/>
                    <a:lstStyle/>
                    <a:p>
                      <a:pPr indent="0" lvl="0" marL="0" marR="0" rtl="0" algn="ctr">
                        <a:lnSpc>
                          <a:spcPct val="100000"/>
                        </a:lnSpc>
                        <a:spcBef>
                          <a:spcPts val="0"/>
                        </a:spcBef>
                        <a:spcAft>
                          <a:spcPts val="0"/>
                        </a:spcAft>
                        <a:buClr>
                          <a:srgbClr val="000000"/>
                        </a:buClr>
                        <a:buSzPts val="1600"/>
                        <a:buFont typeface="Arial"/>
                        <a:buNone/>
                      </a:pPr>
                      <a:r>
                        <a:rPr lang="en" sz="1600">
                          <a:solidFill>
                            <a:schemeClr val="dk2"/>
                          </a:solidFill>
                          <a:latin typeface="Zen Dots"/>
                          <a:ea typeface="Zen Dots"/>
                          <a:cs typeface="Zen Dots"/>
                          <a:sym typeface="Zen Dots"/>
                        </a:rPr>
                        <a:t>Bus </a:t>
                      </a:r>
                      <a:r>
                        <a:rPr b="1" lang="en" sz="2000">
                          <a:solidFill>
                            <a:schemeClr val="dk2"/>
                          </a:solidFill>
                          <a:latin typeface="Anaheim"/>
                          <a:ea typeface="Anaheim"/>
                          <a:cs typeface="Anaheim"/>
                          <a:sym typeface="Anaheim"/>
                        </a:rPr>
                        <a:t>I²C </a:t>
                      </a:r>
                      <a:r>
                        <a:rPr lang="en" sz="1600">
                          <a:solidFill>
                            <a:schemeClr val="dk2"/>
                          </a:solidFill>
                          <a:latin typeface="Zen Dots"/>
                          <a:ea typeface="Zen Dots"/>
                          <a:cs typeface="Zen Dots"/>
                          <a:sym typeface="Zen Dots"/>
                        </a:rPr>
                        <a:t>condiviso</a:t>
                      </a:r>
                      <a:endParaRPr sz="1600" u="none" cap="none" strike="noStrike">
                        <a:solidFill>
                          <a:schemeClr val="dk2"/>
                        </a:solidFill>
                        <a:latin typeface="Zen Dots"/>
                        <a:ea typeface="Zen Dots"/>
                        <a:cs typeface="Zen Dots"/>
                        <a:sym typeface="Zen Dots"/>
                      </a:endParaRPr>
                    </a:p>
                  </a:txBody>
                  <a:tcPr marT="91425" marB="91425" marR="91425" marL="91425"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000000"/>
                        </a:buClr>
                        <a:buSzPts val="1400"/>
                        <a:buFont typeface="Arial"/>
                        <a:buNone/>
                      </a:pPr>
                      <a:r>
                        <a:rPr b="1" lang="en">
                          <a:solidFill>
                            <a:schemeClr val="lt1"/>
                          </a:solidFill>
                          <a:latin typeface="Anaheim"/>
                          <a:ea typeface="Anaheim"/>
                          <a:cs typeface="Anaheim"/>
                          <a:sym typeface="Anaheim"/>
                        </a:rPr>
                        <a:t>BH1750</a:t>
                      </a:r>
                      <a:r>
                        <a:rPr lang="en">
                          <a:solidFill>
                            <a:schemeClr val="lt1"/>
                          </a:solidFill>
                          <a:latin typeface="Anaheim"/>
                          <a:ea typeface="Anaheim"/>
                          <a:cs typeface="Anaheim"/>
                          <a:sym typeface="Anaheim"/>
                        </a:rPr>
                        <a:t>, </a:t>
                      </a:r>
                      <a:r>
                        <a:rPr b="1" lang="en">
                          <a:solidFill>
                            <a:schemeClr val="lt1"/>
                          </a:solidFill>
                          <a:latin typeface="Anaheim"/>
                          <a:ea typeface="Anaheim"/>
                          <a:cs typeface="Anaheim"/>
                          <a:sym typeface="Anaheim"/>
                        </a:rPr>
                        <a:t>MPU6050</a:t>
                      </a:r>
                      <a:r>
                        <a:rPr lang="en">
                          <a:solidFill>
                            <a:schemeClr val="lt1"/>
                          </a:solidFill>
                          <a:latin typeface="Anaheim"/>
                          <a:ea typeface="Anaheim"/>
                          <a:cs typeface="Anaheim"/>
                          <a:sym typeface="Anaheim"/>
                        </a:rPr>
                        <a:t> e </a:t>
                      </a:r>
                      <a:r>
                        <a:rPr b="1" lang="en">
                          <a:solidFill>
                            <a:schemeClr val="lt1"/>
                          </a:solidFill>
                          <a:latin typeface="Anaheim"/>
                          <a:ea typeface="Anaheim"/>
                          <a:cs typeface="Anaheim"/>
                          <a:sym typeface="Anaheim"/>
                        </a:rPr>
                        <a:t>OLED </a:t>
                      </a:r>
                      <a:r>
                        <a:rPr lang="en">
                          <a:solidFill>
                            <a:schemeClr val="lt1"/>
                          </a:solidFill>
                          <a:latin typeface="Anaheim"/>
                          <a:ea typeface="Anaheim"/>
                          <a:cs typeface="Anaheim"/>
                          <a:sym typeface="Anaheim"/>
                        </a:rPr>
                        <a:t>condividono i pin 21 e 22</a:t>
                      </a:r>
                      <a:endParaRPr>
                        <a:solidFill>
                          <a:schemeClr val="lt1"/>
                        </a:solidFill>
                        <a:latin typeface="Anaheim"/>
                        <a:ea typeface="Anaheim"/>
                        <a:cs typeface="Anaheim"/>
                        <a:sym typeface="Anaheim"/>
                      </a:endParaRPr>
                    </a:p>
                  </a:txBody>
                  <a:tcPr marT="91425" marB="91425" marR="91425" marL="91425">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r>
              <a:tr h="601900">
                <a:tc>
                  <a:txBody>
                    <a:bodyPr/>
                    <a:lstStyle/>
                    <a:p>
                      <a:pPr indent="0" lvl="0" marL="0" marR="0" rtl="0" algn="ctr">
                        <a:lnSpc>
                          <a:spcPct val="100000"/>
                        </a:lnSpc>
                        <a:spcBef>
                          <a:spcPts val="0"/>
                        </a:spcBef>
                        <a:spcAft>
                          <a:spcPts val="0"/>
                        </a:spcAft>
                        <a:buClr>
                          <a:srgbClr val="000000"/>
                        </a:buClr>
                        <a:buSzPts val="1600"/>
                        <a:buFont typeface="Arial"/>
                        <a:buNone/>
                      </a:pPr>
                      <a:r>
                        <a:rPr lang="en" sz="1600">
                          <a:solidFill>
                            <a:schemeClr val="dk2"/>
                          </a:solidFill>
                          <a:latin typeface="Zen Dots"/>
                          <a:ea typeface="Zen Dots"/>
                          <a:cs typeface="Zen Dots"/>
                          <a:sym typeface="Zen Dots"/>
                        </a:rPr>
                        <a:t>Pin Splitter 2x5</a:t>
                      </a:r>
                      <a:endParaRPr sz="1600">
                        <a:solidFill>
                          <a:schemeClr val="dk2"/>
                        </a:solidFill>
                        <a:latin typeface="Zen Dots"/>
                        <a:ea typeface="Zen Dots"/>
                        <a:cs typeface="Zen Dots"/>
                        <a:sym typeface="Zen Dots"/>
                      </a:endParaRPr>
                    </a:p>
                  </a:txBody>
                  <a:tcPr marT="91425" marB="91425" marR="91425" marL="91425"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000000"/>
                        </a:buClr>
                        <a:buSzPts val="1400"/>
                        <a:buFont typeface="Arial"/>
                        <a:buNone/>
                      </a:pPr>
                      <a:r>
                        <a:rPr lang="en">
                          <a:solidFill>
                            <a:schemeClr val="lt1"/>
                          </a:solidFill>
                          <a:latin typeface="Anaheim"/>
                          <a:ea typeface="Anaheim"/>
                          <a:cs typeface="Anaheim"/>
                          <a:sym typeface="Anaheim"/>
                        </a:rPr>
                        <a:t>Per la condivisione dei pin 21 e 22, cablaggio modulare</a:t>
                      </a:r>
                      <a:endParaRPr>
                        <a:solidFill>
                          <a:schemeClr val="lt1"/>
                        </a:solidFill>
                        <a:latin typeface="Anaheim"/>
                        <a:ea typeface="Anaheim"/>
                        <a:cs typeface="Anaheim"/>
                        <a:sym typeface="Anaheim"/>
                      </a:endParaRPr>
                    </a:p>
                  </a:txBody>
                  <a:tcPr marT="91425" marB="91425" marR="91425" marL="91425">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r>
              <a:tr h="589350">
                <a:tc>
                  <a:txBody>
                    <a:bodyPr/>
                    <a:lstStyle/>
                    <a:p>
                      <a:pPr indent="0" lvl="0" marL="0" rtl="0" algn="ctr">
                        <a:spcBef>
                          <a:spcPts val="0"/>
                        </a:spcBef>
                        <a:spcAft>
                          <a:spcPts val="0"/>
                        </a:spcAft>
                        <a:buClr>
                          <a:schemeClr val="dk1"/>
                        </a:buClr>
                        <a:buSzPts val="1600"/>
                        <a:buFont typeface="Arial"/>
                        <a:buNone/>
                      </a:pPr>
                      <a:r>
                        <a:rPr lang="en" sz="1600">
                          <a:solidFill>
                            <a:schemeClr val="dk2"/>
                          </a:solidFill>
                          <a:latin typeface="Zen Dots"/>
                          <a:ea typeface="Zen Dots"/>
                          <a:cs typeface="Zen Dots"/>
                          <a:sym typeface="Zen Dots"/>
                        </a:rPr>
                        <a:t>Star-ground</a:t>
                      </a:r>
                      <a:endParaRPr sz="1600">
                        <a:solidFill>
                          <a:schemeClr val="dk2"/>
                        </a:solidFill>
                        <a:latin typeface="Zen Dots"/>
                        <a:ea typeface="Zen Dots"/>
                        <a:cs typeface="Zen Dots"/>
                        <a:sym typeface="Zen Dots"/>
                      </a:endParaRPr>
                    </a:p>
                  </a:txBody>
                  <a:tcPr marT="91425" marB="91425" marR="91425" marL="91425"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000000"/>
                        </a:buClr>
                        <a:buSzPts val="1400"/>
                        <a:buFont typeface="Arial"/>
                        <a:buNone/>
                      </a:pPr>
                      <a:r>
                        <a:rPr lang="en">
                          <a:solidFill>
                            <a:schemeClr val="lt1"/>
                          </a:solidFill>
                          <a:latin typeface="Anaheim"/>
                          <a:ea typeface="Anaheim"/>
                          <a:cs typeface="Anaheim"/>
                          <a:sym typeface="Anaheim"/>
                        </a:rPr>
                        <a:t>Massa dedicata per ogni sensore </a:t>
                      </a:r>
                      <a:endParaRPr>
                        <a:solidFill>
                          <a:schemeClr val="lt1"/>
                        </a:solidFill>
                        <a:latin typeface="Anaheim"/>
                        <a:ea typeface="Anaheim"/>
                        <a:cs typeface="Anaheim"/>
                        <a:sym typeface="Anaheim"/>
                      </a:endParaRPr>
                    </a:p>
                  </a:txBody>
                  <a:tcPr marT="91425" marB="91425" marR="91425" marL="91425">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r>
              <a:tr h="601900">
                <a:tc>
                  <a:txBody>
                    <a:bodyPr/>
                    <a:lstStyle/>
                    <a:p>
                      <a:pPr indent="0" lvl="0" marL="0" rtl="0" algn="ctr">
                        <a:spcBef>
                          <a:spcPts val="0"/>
                        </a:spcBef>
                        <a:spcAft>
                          <a:spcPts val="0"/>
                        </a:spcAft>
                        <a:buClr>
                          <a:schemeClr val="dk1"/>
                        </a:buClr>
                        <a:buSzPts val="1600"/>
                        <a:buFont typeface="Arial"/>
                        <a:buNone/>
                      </a:pPr>
                      <a:r>
                        <a:rPr lang="en" sz="1800">
                          <a:solidFill>
                            <a:schemeClr val="dk2"/>
                          </a:solidFill>
                          <a:latin typeface="Zen Dots"/>
                          <a:ea typeface="Zen Dots"/>
                          <a:cs typeface="Zen Dots"/>
                          <a:sym typeface="Zen Dots"/>
                        </a:rPr>
                        <a:t>Jumper</a:t>
                      </a:r>
                      <a:endParaRPr sz="1800">
                        <a:solidFill>
                          <a:schemeClr val="dk2"/>
                        </a:solidFill>
                        <a:latin typeface="Zen Dots"/>
                        <a:ea typeface="Zen Dots"/>
                        <a:cs typeface="Zen Dots"/>
                        <a:sym typeface="Zen Dots"/>
                      </a:endParaRPr>
                    </a:p>
                  </a:txBody>
                  <a:tcPr marT="91425" marB="91425" marR="91425" marL="91425"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000000"/>
                        </a:buClr>
                        <a:buSzPts val="1400"/>
                        <a:buFont typeface="Arial"/>
                        <a:buNone/>
                      </a:pPr>
                      <a:r>
                        <a:rPr lang="en">
                          <a:solidFill>
                            <a:schemeClr val="lt1"/>
                          </a:solidFill>
                          <a:latin typeface="Anaheim"/>
                          <a:ea typeface="Anaheim"/>
                          <a:cs typeface="Anaheim"/>
                          <a:sym typeface="Anaheim"/>
                        </a:rPr>
                        <a:t>Sulla board di espansione per selezionare l’alimentazione di cui il sensore ha bisogno </a:t>
                      </a:r>
                      <a:endParaRPr>
                        <a:solidFill>
                          <a:schemeClr val="lt1"/>
                        </a:solidFill>
                        <a:latin typeface="Anaheim"/>
                        <a:ea typeface="Anaheim"/>
                        <a:cs typeface="Anaheim"/>
                        <a:sym typeface="Anaheim"/>
                      </a:endParaRPr>
                    </a:p>
                  </a:txBody>
                  <a:tcPr marT="91425" marB="91425" marR="91425" marL="91425">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r>
              <a:tr h="601900">
                <a:tc>
                  <a:txBody>
                    <a:bodyPr/>
                    <a:lstStyle/>
                    <a:p>
                      <a:pPr indent="0" lvl="0" marL="0" marR="0" rtl="0" algn="ctr">
                        <a:lnSpc>
                          <a:spcPct val="100000"/>
                        </a:lnSpc>
                        <a:spcBef>
                          <a:spcPts val="0"/>
                        </a:spcBef>
                        <a:spcAft>
                          <a:spcPts val="0"/>
                        </a:spcAft>
                        <a:buClr>
                          <a:srgbClr val="000000"/>
                        </a:buClr>
                        <a:buSzPts val="1600"/>
                        <a:buFont typeface="Arial"/>
                        <a:buNone/>
                      </a:pPr>
                      <a:r>
                        <a:rPr lang="en" sz="1600">
                          <a:solidFill>
                            <a:schemeClr val="dk2"/>
                          </a:solidFill>
                          <a:latin typeface="Zen Dots"/>
                          <a:ea typeface="Zen Dots"/>
                          <a:cs typeface="Zen Dots"/>
                          <a:sym typeface="Zen Dots"/>
                        </a:rPr>
                        <a:t>Protezione meccanica</a:t>
                      </a:r>
                      <a:endParaRPr sz="1600">
                        <a:solidFill>
                          <a:schemeClr val="dk2"/>
                        </a:solidFill>
                        <a:latin typeface="Zen Dots"/>
                        <a:ea typeface="Zen Dots"/>
                        <a:cs typeface="Zen Dots"/>
                        <a:sym typeface="Zen Dots"/>
                      </a:endParaRPr>
                    </a:p>
                  </a:txBody>
                  <a:tcPr marT="91425" marB="91425" marR="91425" marL="91425"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000000"/>
                        </a:buClr>
                        <a:buSzPts val="1400"/>
                        <a:buFont typeface="Arial"/>
                        <a:buNone/>
                      </a:pPr>
                      <a:r>
                        <a:rPr lang="en">
                          <a:solidFill>
                            <a:schemeClr val="lt1"/>
                          </a:solidFill>
                          <a:latin typeface="Anaheim"/>
                          <a:ea typeface="Anaheim"/>
                          <a:cs typeface="Anaheim"/>
                          <a:sym typeface="Anaheim"/>
                        </a:rPr>
                        <a:t>Cassetta in plastica da elettricista, con sensori fissati a caldo </a:t>
                      </a:r>
                      <a:endParaRPr>
                        <a:solidFill>
                          <a:schemeClr val="lt1"/>
                        </a:solidFill>
                        <a:latin typeface="Anaheim"/>
                        <a:ea typeface="Anaheim"/>
                        <a:cs typeface="Anaheim"/>
                        <a:sym typeface="Anaheim"/>
                      </a:endParaRPr>
                    </a:p>
                  </a:txBody>
                  <a:tcPr marT="91425" marB="91425" marR="91425" marL="91425">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r>
            </a:tbl>
          </a:graphicData>
        </a:graphic>
      </p:graphicFrame>
      <p:grpSp>
        <p:nvGrpSpPr>
          <p:cNvPr id="1422" name="Google Shape;1422;p17"/>
          <p:cNvGrpSpPr/>
          <p:nvPr/>
        </p:nvGrpSpPr>
        <p:grpSpPr>
          <a:xfrm>
            <a:off x="720000" y="1401125"/>
            <a:ext cx="7704000" cy="218100"/>
            <a:chOff x="1290777" y="1427521"/>
            <a:chExt cx="7704000" cy="218100"/>
          </a:xfrm>
        </p:grpSpPr>
        <p:sp>
          <p:nvSpPr>
            <p:cNvPr id="1423" name="Google Shape;1423;p17"/>
            <p:cNvSpPr/>
            <p:nvPr/>
          </p:nvSpPr>
          <p:spPr>
            <a:xfrm>
              <a:off x="1290777" y="1427521"/>
              <a:ext cx="7704000" cy="218100"/>
            </a:xfrm>
            <a:prstGeom prst="rect">
              <a:avLst/>
            </a:prstGeom>
            <a:solidFill>
              <a:srgbClr val="ECE5B4"/>
            </a:solidFill>
            <a:ln cap="flat" cmpd="sng" w="9525">
              <a:solidFill>
                <a:srgbClr val="ECE5B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24" name="Google Shape;1424;p17"/>
            <p:cNvSpPr/>
            <p:nvPr/>
          </p:nvSpPr>
          <p:spPr>
            <a:xfrm>
              <a:off x="1405200" y="1486450"/>
              <a:ext cx="100200" cy="100200"/>
            </a:xfrm>
            <a:prstGeom prst="ellipse">
              <a:avLst/>
            </a:prstGeom>
            <a:solidFill>
              <a:srgbClr val="2F2B1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25" name="Google Shape;1425;p17"/>
            <p:cNvSpPr/>
            <p:nvPr/>
          </p:nvSpPr>
          <p:spPr>
            <a:xfrm>
              <a:off x="1588650" y="1486450"/>
              <a:ext cx="100200" cy="100200"/>
            </a:xfrm>
            <a:prstGeom prst="ellipse">
              <a:avLst/>
            </a:prstGeom>
            <a:solidFill>
              <a:srgbClr val="2F2B1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26" name="Google Shape;1426;p17"/>
            <p:cNvSpPr/>
            <p:nvPr/>
          </p:nvSpPr>
          <p:spPr>
            <a:xfrm>
              <a:off x="1772100" y="1486450"/>
              <a:ext cx="100200" cy="100200"/>
            </a:xfrm>
            <a:prstGeom prst="ellipse">
              <a:avLst/>
            </a:prstGeom>
            <a:solidFill>
              <a:srgbClr val="2F2B1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accent6"/>
        </a:solidFill>
      </p:bgPr>
    </p:bg>
    <p:spTree>
      <p:nvGrpSpPr>
        <p:cNvPr id="1430" name="Shape 1430"/>
        <p:cNvGrpSpPr/>
        <p:nvPr/>
      </p:nvGrpSpPr>
      <p:grpSpPr>
        <a:xfrm>
          <a:off x="0" y="0"/>
          <a:ext cx="0" cy="0"/>
          <a:chOff x="0" y="0"/>
          <a:chExt cx="0" cy="0"/>
        </a:xfrm>
      </p:grpSpPr>
      <p:pic>
        <p:nvPicPr>
          <p:cNvPr id="1431" name="Google Shape;1431;p7" title="assemblaggio.jpg"/>
          <p:cNvPicPr preferRelativeResize="0"/>
          <p:nvPr/>
        </p:nvPicPr>
        <p:blipFill>
          <a:blip r:embed="rId3">
            <a:alphaModFix/>
          </a:blip>
          <a:stretch>
            <a:fillRect/>
          </a:stretch>
        </p:blipFill>
        <p:spPr>
          <a:xfrm>
            <a:off x="872450" y="1145425"/>
            <a:ext cx="4401526" cy="3361325"/>
          </a:xfrm>
          <a:prstGeom prst="rect">
            <a:avLst/>
          </a:prstGeom>
          <a:noFill/>
          <a:ln cap="flat" cmpd="sng" w="9525">
            <a:solidFill>
              <a:schemeClr val="dk2"/>
            </a:solidFill>
            <a:prstDash val="solid"/>
            <a:round/>
            <a:headEnd len="sm" w="sm" type="none"/>
            <a:tailEnd len="sm" w="sm" type="none"/>
          </a:ln>
        </p:spPr>
      </p:pic>
      <p:pic>
        <p:nvPicPr>
          <p:cNvPr id="1432" name="Google Shape;1432;p7" title="grok-video-8f675a08-1ebe-40a0-82d1-f5e833395b56-4.mp4">
            <a:hlinkClick r:id="rId4"/>
          </p:cNvPr>
          <p:cNvPicPr preferRelativeResize="0"/>
          <p:nvPr/>
        </p:nvPicPr>
        <p:blipFill>
          <a:blip r:embed="rId5">
            <a:alphaModFix/>
          </a:blip>
          <a:stretch>
            <a:fillRect/>
          </a:stretch>
        </p:blipFill>
        <p:spPr>
          <a:xfrm>
            <a:off x="5838250" y="1656850"/>
            <a:ext cx="2338475" cy="2338475"/>
          </a:xfrm>
          <a:prstGeom prst="rect">
            <a:avLst/>
          </a:prstGeom>
          <a:noFill/>
          <a:ln>
            <a:noFill/>
          </a:ln>
        </p:spPr>
      </p:pic>
      <p:sp>
        <p:nvSpPr>
          <p:cNvPr id="1433" name="Google Shape;1433;p7"/>
          <p:cNvSpPr txBox="1"/>
          <p:nvPr/>
        </p:nvSpPr>
        <p:spPr>
          <a:xfrm>
            <a:off x="872400" y="636738"/>
            <a:ext cx="4401300" cy="5088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2800"/>
              <a:buFont typeface="Arial"/>
              <a:buNone/>
            </a:pPr>
            <a:r>
              <a:rPr lang="en" sz="1800">
                <a:solidFill>
                  <a:schemeClr val="lt1"/>
                </a:solidFill>
                <a:latin typeface="Zen Dots"/>
                <a:ea typeface="Zen Dots"/>
                <a:cs typeface="Zen Dots"/>
                <a:sym typeface="Zen Dots"/>
              </a:rPr>
              <a:t>Cassetta di contenimento</a:t>
            </a:r>
            <a:endParaRPr sz="1800">
              <a:solidFill>
                <a:schemeClr val="lt1"/>
              </a:solidFill>
              <a:latin typeface="Zen Dots"/>
              <a:ea typeface="Zen Dots"/>
              <a:cs typeface="Zen Dots"/>
              <a:sym typeface="Zen Dots"/>
            </a:endParaRPr>
          </a:p>
        </p:txBody>
      </p:sp>
      <p:sp>
        <p:nvSpPr>
          <p:cNvPr id="1434" name="Google Shape;1434;p7"/>
          <p:cNvSpPr txBox="1"/>
          <p:nvPr/>
        </p:nvSpPr>
        <p:spPr>
          <a:xfrm>
            <a:off x="5838250" y="1019650"/>
            <a:ext cx="2338500" cy="6345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2800"/>
              <a:buFont typeface="Arial"/>
              <a:buNone/>
            </a:pPr>
            <a:r>
              <a:rPr lang="en" sz="1600">
                <a:solidFill>
                  <a:schemeClr val="lt1"/>
                </a:solidFill>
                <a:latin typeface="Zen Dots"/>
                <a:ea typeface="Zen Dots"/>
                <a:cs typeface="Zen Dots"/>
                <a:sym typeface="Zen Dots"/>
              </a:rPr>
              <a:t>Posizionamento sensore</a:t>
            </a:r>
            <a:r>
              <a:rPr lang="en" sz="1800">
                <a:solidFill>
                  <a:schemeClr val="lt1"/>
                </a:solidFill>
                <a:latin typeface="Zen Dots"/>
                <a:ea typeface="Zen Dots"/>
                <a:cs typeface="Zen Dots"/>
                <a:sym typeface="Zen Dots"/>
              </a:rPr>
              <a:t> </a:t>
            </a:r>
            <a:endParaRPr sz="1800">
              <a:solidFill>
                <a:schemeClr val="lt1"/>
              </a:solidFill>
              <a:latin typeface="Zen Dots"/>
              <a:ea typeface="Zen Dots"/>
              <a:cs typeface="Zen Dots"/>
              <a:sym typeface="Zen Dots"/>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cond evt="onBegin" delay="0">
                          <p:tn val="2"/>
                        </p:cond>
                      </p:stCondLst>
                      <p:childTnLst>
                        <p:par>
                          <p:cTn fill="hold">
                            <p:stCondLst>
                              <p:cond delay="0"/>
                            </p:stCondLst>
                            <p:childTnLst>
                              <p:par>
                                <p:cTn fill="hold" nodeType="withEffect" presetClass="entr" presetID="10" presetSubtype="0">
                                  <p:stCondLst>
                                    <p:cond delay="0"/>
                                  </p:stCondLst>
                                  <p:childTnLst>
                                    <p:set>
                                      <p:cBhvr>
                                        <p:cTn dur="1" fill="hold">
                                          <p:stCondLst>
                                            <p:cond delay="0"/>
                                          </p:stCondLst>
                                        </p:cTn>
                                        <p:tgtEl>
                                          <p:spTgt spid="1432"/>
                                        </p:tgtEl>
                                        <p:attrNameLst>
                                          <p:attrName>style.visibility</p:attrName>
                                        </p:attrNameLst>
                                      </p:cBhvr>
                                      <p:to>
                                        <p:strVal val="visible"/>
                                      </p:to>
                                    </p:set>
                                    <p:animEffect filter="fade" transition="in">
                                      <p:cBhvr>
                                        <p:cTn dur="1000"/>
                                        <p:tgtEl>
                                          <p:spTgt spid="1432"/>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38" name="Shape 1438"/>
        <p:cNvGrpSpPr/>
        <p:nvPr/>
      </p:nvGrpSpPr>
      <p:grpSpPr>
        <a:xfrm>
          <a:off x="0" y="0"/>
          <a:ext cx="0" cy="0"/>
          <a:chOff x="0" y="0"/>
          <a:chExt cx="0" cy="0"/>
        </a:xfrm>
      </p:grpSpPr>
      <p:sp>
        <p:nvSpPr>
          <p:cNvPr id="1439" name="Google Shape;1439;p11"/>
          <p:cNvSpPr txBox="1"/>
          <p:nvPr>
            <p:ph idx="1" type="subTitle"/>
          </p:nvPr>
        </p:nvSpPr>
        <p:spPr>
          <a:xfrm>
            <a:off x="2369750" y="2904500"/>
            <a:ext cx="4404600" cy="615900"/>
          </a:xfrm>
          <a:prstGeom prst="rect">
            <a:avLst/>
          </a:prstGeom>
          <a:solidFill>
            <a:schemeClr val="accent6"/>
          </a:solidFill>
          <a:ln>
            <a:noFill/>
          </a:ln>
        </p:spPr>
        <p:txBody>
          <a:bodyPr anchorCtr="0" anchor="t" bIns="91425" lIns="91425" spcFirstLastPara="1" rIns="91425" wrap="square" tIns="91425">
            <a:noAutofit/>
          </a:bodyPr>
          <a:lstStyle/>
          <a:p>
            <a:pPr indent="0" lvl="0" marL="0" rtl="0" algn="ctr">
              <a:lnSpc>
                <a:spcPct val="100000"/>
              </a:lnSpc>
              <a:spcBef>
                <a:spcPts val="0"/>
              </a:spcBef>
              <a:spcAft>
                <a:spcPts val="1600"/>
              </a:spcAft>
              <a:buSzPts val="1400"/>
              <a:buNone/>
            </a:pPr>
            <a:r>
              <a:rPr lang="en"/>
              <a:t>Creazione degli algoritmi e traduzione delle misurazioni provenienti dai sensori in valori leggibili</a:t>
            </a:r>
            <a:endParaRPr/>
          </a:p>
        </p:txBody>
      </p:sp>
      <p:sp>
        <p:nvSpPr>
          <p:cNvPr id="1440" name="Google Shape;1440;p11"/>
          <p:cNvSpPr txBox="1"/>
          <p:nvPr>
            <p:ph type="title"/>
          </p:nvPr>
        </p:nvSpPr>
        <p:spPr>
          <a:xfrm>
            <a:off x="720050" y="1624400"/>
            <a:ext cx="7704000" cy="1280100"/>
          </a:xfrm>
          <a:prstGeom prst="rect">
            <a:avLst/>
          </a:prstGeom>
          <a:noFill/>
          <a:ln>
            <a:noFill/>
          </a:ln>
        </p:spPr>
        <p:txBody>
          <a:bodyPr anchorCtr="0" anchor="ctr" bIns="91425" lIns="91425" spcFirstLastPara="1" rIns="91425" wrap="square" tIns="91425">
            <a:noAutofit/>
          </a:bodyPr>
          <a:lstStyle/>
          <a:p>
            <a:pPr indent="0" lvl="0" marL="0" rtl="0" algn="ctr">
              <a:lnSpc>
                <a:spcPct val="100000"/>
              </a:lnSpc>
              <a:spcBef>
                <a:spcPts val="0"/>
              </a:spcBef>
              <a:spcAft>
                <a:spcPts val="0"/>
              </a:spcAft>
              <a:buSzPts val="3600"/>
              <a:buNone/>
            </a:pPr>
            <a:r>
              <a:rPr lang="en" sz="4600"/>
              <a:t>PROGRAMMAZIONE ESP32</a:t>
            </a:r>
            <a:endParaRPr sz="4600"/>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accent5"/>
        </a:solidFill>
      </p:bgPr>
    </p:bg>
    <p:spTree>
      <p:nvGrpSpPr>
        <p:cNvPr id="1444" name="Shape 1444"/>
        <p:cNvGrpSpPr/>
        <p:nvPr/>
      </p:nvGrpSpPr>
      <p:grpSpPr>
        <a:xfrm>
          <a:off x="0" y="0"/>
          <a:ext cx="0" cy="0"/>
          <a:chOff x="0" y="0"/>
          <a:chExt cx="0" cy="0"/>
        </a:xfrm>
      </p:grpSpPr>
      <p:sp>
        <p:nvSpPr>
          <p:cNvPr id="1445" name="Google Shape;1445;g3b44d3f39a4_0_0"/>
          <p:cNvSpPr txBox="1"/>
          <p:nvPr>
            <p:ph type="title"/>
          </p:nvPr>
        </p:nvSpPr>
        <p:spPr>
          <a:xfrm>
            <a:off x="720000" y="540000"/>
            <a:ext cx="7704000" cy="564300"/>
          </a:xfrm>
          <a:prstGeom prst="rect">
            <a:avLst/>
          </a:prstGeom>
          <a:noFill/>
          <a:ln>
            <a:noFill/>
          </a:ln>
        </p:spPr>
        <p:txBody>
          <a:bodyPr anchorCtr="0" anchor="ctr" bIns="91425" lIns="91425" spcFirstLastPara="1" rIns="91425" wrap="square" tIns="91425">
            <a:noAutofit/>
          </a:bodyPr>
          <a:lstStyle/>
          <a:p>
            <a:pPr indent="0" lvl="0" marL="0" rtl="0" algn="l">
              <a:lnSpc>
                <a:spcPct val="100000"/>
              </a:lnSpc>
              <a:spcBef>
                <a:spcPts val="0"/>
              </a:spcBef>
              <a:spcAft>
                <a:spcPts val="0"/>
              </a:spcAft>
              <a:buSzPts val="2800"/>
              <a:buNone/>
            </a:pPr>
            <a:r>
              <a:rPr lang="en">
                <a:solidFill>
                  <a:schemeClr val="lt2"/>
                </a:solidFill>
              </a:rPr>
              <a:t>Setup</a:t>
            </a:r>
            <a:endParaRPr/>
          </a:p>
        </p:txBody>
      </p:sp>
      <p:sp>
        <p:nvSpPr>
          <p:cNvPr id="1446" name="Google Shape;1446;g3b44d3f39a4_0_0"/>
          <p:cNvSpPr/>
          <p:nvPr/>
        </p:nvSpPr>
        <p:spPr>
          <a:xfrm>
            <a:off x="4572725" y="1262375"/>
            <a:ext cx="3851400" cy="3430200"/>
          </a:xfrm>
          <a:prstGeom prst="rect">
            <a:avLst/>
          </a:prstGeom>
          <a:solidFill>
            <a:srgbClr val="7C7C7C">
              <a:alpha val="14120"/>
            </a:srgbClr>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47" name="Google Shape;1447;g3b44d3f39a4_0_0"/>
          <p:cNvSpPr/>
          <p:nvPr/>
        </p:nvSpPr>
        <p:spPr>
          <a:xfrm>
            <a:off x="720008" y="1591714"/>
            <a:ext cx="2867100" cy="1292400"/>
          </a:xfrm>
          <a:prstGeom prst="rect">
            <a:avLst/>
          </a:prstGeom>
          <a:no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2800"/>
              <a:buFont typeface="Arial"/>
              <a:buNone/>
            </a:pPr>
            <a:r>
              <a:t/>
            </a:r>
            <a:endParaRPr sz="2800">
              <a:solidFill>
                <a:schemeClr val="lt2"/>
              </a:solidFill>
              <a:latin typeface="Zen Dots"/>
              <a:ea typeface="Zen Dots"/>
              <a:cs typeface="Zen Dots"/>
              <a:sym typeface="Zen Dots"/>
            </a:endParaRPr>
          </a:p>
        </p:txBody>
      </p:sp>
      <p:grpSp>
        <p:nvGrpSpPr>
          <p:cNvPr id="1448" name="Google Shape;1448;g3b44d3f39a4_0_0"/>
          <p:cNvGrpSpPr/>
          <p:nvPr/>
        </p:nvGrpSpPr>
        <p:grpSpPr>
          <a:xfrm>
            <a:off x="720014" y="1341623"/>
            <a:ext cx="3693398" cy="250117"/>
            <a:chOff x="1290775" y="1427529"/>
            <a:chExt cx="2867100" cy="218100"/>
          </a:xfrm>
        </p:grpSpPr>
        <p:sp>
          <p:nvSpPr>
            <p:cNvPr id="1449" name="Google Shape;1449;g3b44d3f39a4_0_0"/>
            <p:cNvSpPr/>
            <p:nvPr/>
          </p:nvSpPr>
          <p:spPr>
            <a:xfrm>
              <a:off x="1290775" y="1427529"/>
              <a:ext cx="2867100" cy="218100"/>
            </a:xfrm>
            <a:prstGeom prst="rect">
              <a:avLst/>
            </a:prstGeom>
            <a:solidFill>
              <a:srgbClr val="ECE5B4"/>
            </a:solidFill>
            <a:ln cap="flat" cmpd="sng" w="9525">
              <a:solidFill>
                <a:srgbClr val="ECE5B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50" name="Google Shape;1450;g3b44d3f39a4_0_0"/>
            <p:cNvSpPr/>
            <p:nvPr/>
          </p:nvSpPr>
          <p:spPr>
            <a:xfrm>
              <a:off x="1405200" y="1486450"/>
              <a:ext cx="100200" cy="100200"/>
            </a:xfrm>
            <a:prstGeom prst="ellipse">
              <a:avLst/>
            </a:prstGeom>
            <a:solidFill>
              <a:srgbClr val="2F2B1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51" name="Google Shape;1451;g3b44d3f39a4_0_0"/>
            <p:cNvSpPr/>
            <p:nvPr/>
          </p:nvSpPr>
          <p:spPr>
            <a:xfrm>
              <a:off x="1588650" y="1486450"/>
              <a:ext cx="100200" cy="100200"/>
            </a:xfrm>
            <a:prstGeom prst="ellipse">
              <a:avLst/>
            </a:prstGeom>
            <a:solidFill>
              <a:srgbClr val="2F2B1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52" name="Google Shape;1452;g3b44d3f39a4_0_0"/>
            <p:cNvSpPr/>
            <p:nvPr/>
          </p:nvSpPr>
          <p:spPr>
            <a:xfrm>
              <a:off x="1772100" y="1486450"/>
              <a:ext cx="100200" cy="100200"/>
            </a:xfrm>
            <a:prstGeom prst="ellipse">
              <a:avLst/>
            </a:prstGeom>
            <a:solidFill>
              <a:srgbClr val="2F2B1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1453" name="Google Shape;1453;g3b44d3f39a4_0_0"/>
          <p:cNvSpPr txBox="1"/>
          <p:nvPr/>
        </p:nvSpPr>
        <p:spPr>
          <a:xfrm>
            <a:off x="720025" y="1591722"/>
            <a:ext cx="3693300" cy="30120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336550" lvl="0" marL="457200" marR="0" rtl="0" algn="l">
              <a:lnSpc>
                <a:spcPct val="100000"/>
              </a:lnSpc>
              <a:spcBef>
                <a:spcPts val="0"/>
              </a:spcBef>
              <a:spcAft>
                <a:spcPts val="0"/>
              </a:spcAft>
              <a:buClr>
                <a:schemeClr val="lt1"/>
              </a:buClr>
              <a:buSzPts val="1700"/>
              <a:buFont typeface="Zen Dots"/>
              <a:buChar char="●"/>
            </a:pPr>
            <a:r>
              <a:rPr lang="en" sz="1700">
                <a:solidFill>
                  <a:schemeClr val="lt1"/>
                </a:solidFill>
                <a:latin typeface="Zen Dots"/>
                <a:ea typeface="Zen Dots"/>
                <a:cs typeface="Zen Dots"/>
                <a:sym typeface="Zen Dots"/>
              </a:rPr>
              <a:t>Connessione ad </a:t>
            </a:r>
            <a:r>
              <a:rPr lang="en" sz="1700">
                <a:solidFill>
                  <a:schemeClr val="lt1"/>
                </a:solidFill>
                <a:highlight>
                  <a:schemeClr val="accent2"/>
                </a:highlight>
                <a:latin typeface="Zen Dots"/>
                <a:ea typeface="Zen Dots"/>
                <a:cs typeface="Zen Dots"/>
                <a:sym typeface="Zen Dots"/>
              </a:rPr>
              <a:t>InfluxDB</a:t>
            </a:r>
            <a:r>
              <a:rPr lang="en" sz="1700">
                <a:solidFill>
                  <a:schemeClr val="lt1"/>
                </a:solidFill>
                <a:latin typeface="Zen Dots"/>
                <a:ea typeface="Zen Dots"/>
                <a:cs typeface="Zen Dots"/>
                <a:sym typeface="Zen Dots"/>
              </a:rPr>
              <a:t> con timer watchdog di 20 sec</a:t>
            </a:r>
            <a:endParaRPr sz="1700">
              <a:solidFill>
                <a:schemeClr val="lt1"/>
              </a:solidFill>
              <a:latin typeface="Zen Dots"/>
              <a:ea typeface="Zen Dots"/>
              <a:cs typeface="Zen Dots"/>
              <a:sym typeface="Zen Dots"/>
            </a:endParaRPr>
          </a:p>
          <a:p>
            <a:pPr indent="-336550" lvl="0" marL="457200" marR="0" rtl="0" algn="l">
              <a:lnSpc>
                <a:spcPct val="100000"/>
              </a:lnSpc>
              <a:spcBef>
                <a:spcPts val="0"/>
              </a:spcBef>
              <a:spcAft>
                <a:spcPts val="0"/>
              </a:spcAft>
              <a:buClr>
                <a:schemeClr val="lt1"/>
              </a:buClr>
              <a:buSzPts val="1700"/>
              <a:buFont typeface="Zen Dots"/>
              <a:buChar char="●"/>
            </a:pPr>
            <a:r>
              <a:rPr lang="en" sz="1700">
                <a:solidFill>
                  <a:schemeClr val="lt1"/>
                </a:solidFill>
                <a:latin typeface="Zen Dots"/>
                <a:ea typeface="Zen Dots"/>
                <a:cs typeface="Zen Dots"/>
                <a:sym typeface="Zen Dots"/>
              </a:rPr>
              <a:t>Inizializzazione dei sensori e controlli di sicurezza</a:t>
            </a:r>
            <a:endParaRPr sz="1700">
              <a:solidFill>
                <a:schemeClr val="lt1"/>
              </a:solidFill>
              <a:latin typeface="Zen Dots"/>
              <a:ea typeface="Zen Dots"/>
              <a:cs typeface="Zen Dots"/>
              <a:sym typeface="Zen Dots"/>
            </a:endParaRPr>
          </a:p>
          <a:p>
            <a:pPr indent="-336550" lvl="0" marL="457200" marR="0" rtl="0" algn="l">
              <a:lnSpc>
                <a:spcPct val="100000"/>
              </a:lnSpc>
              <a:spcBef>
                <a:spcPts val="0"/>
              </a:spcBef>
              <a:spcAft>
                <a:spcPts val="0"/>
              </a:spcAft>
              <a:buClr>
                <a:schemeClr val="lt1"/>
              </a:buClr>
              <a:buSzPts val="1700"/>
              <a:buFont typeface="Zen Dots"/>
              <a:buChar char="●"/>
            </a:pPr>
            <a:r>
              <a:rPr lang="en" sz="1700">
                <a:solidFill>
                  <a:schemeClr val="lt1"/>
                </a:solidFill>
                <a:latin typeface="Zen Dots"/>
                <a:ea typeface="Zen Dots"/>
                <a:cs typeface="Zen Dots"/>
                <a:sym typeface="Zen Dots"/>
              </a:rPr>
              <a:t>Inizializzazione</a:t>
            </a:r>
            <a:r>
              <a:rPr lang="en" sz="1700">
                <a:solidFill>
                  <a:schemeClr val="lt1"/>
                </a:solidFill>
                <a:latin typeface="Zen Dots"/>
                <a:ea typeface="Zen Dots"/>
                <a:cs typeface="Zen Dots"/>
                <a:sym typeface="Zen Dots"/>
              </a:rPr>
              <a:t> OLED e feedback connessione e sensori funzionanti</a:t>
            </a:r>
            <a:endParaRPr sz="2100">
              <a:solidFill>
                <a:srgbClr val="FFFFFF"/>
              </a:solidFill>
              <a:latin typeface="Verdana"/>
              <a:ea typeface="Verdana"/>
              <a:cs typeface="Verdana"/>
              <a:sym typeface="Verdana"/>
            </a:endParaRPr>
          </a:p>
        </p:txBody>
      </p:sp>
      <p:pic>
        <p:nvPicPr>
          <p:cNvPr id="1454" name="Google Shape;1454;g3b44d3f39a4_0_0" title="setup.png"/>
          <p:cNvPicPr preferRelativeResize="0"/>
          <p:nvPr/>
        </p:nvPicPr>
        <p:blipFill>
          <a:blip r:embed="rId3">
            <a:alphaModFix/>
          </a:blip>
          <a:stretch>
            <a:fillRect/>
          </a:stretch>
        </p:blipFill>
        <p:spPr>
          <a:xfrm>
            <a:off x="4571875" y="1262375"/>
            <a:ext cx="3851400" cy="3430153"/>
          </a:xfrm>
          <a:prstGeom prst="rect">
            <a:avLst/>
          </a:prstGeom>
          <a:noFill/>
          <a:ln>
            <a:noFill/>
          </a:ln>
        </p:spPr>
      </p:pic>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accent5"/>
        </a:solidFill>
      </p:bgPr>
    </p:bg>
    <p:spTree>
      <p:nvGrpSpPr>
        <p:cNvPr id="1458" name="Shape 1458"/>
        <p:cNvGrpSpPr/>
        <p:nvPr/>
      </p:nvGrpSpPr>
      <p:grpSpPr>
        <a:xfrm>
          <a:off x="0" y="0"/>
          <a:ext cx="0" cy="0"/>
          <a:chOff x="0" y="0"/>
          <a:chExt cx="0" cy="0"/>
        </a:xfrm>
      </p:grpSpPr>
      <p:sp>
        <p:nvSpPr>
          <p:cNvPr id="1459" name="Google Shape;1459;g3b44d3f39a4_0_16"/>
          <p:cNvSpPr txBox="1"/>
          <p:nvPr>
            <p:ph type="title"/>
          </p:nvPr>
        </p:nvSpPr>
        <p:spPr>
          <a:xfrm>
            <a:off x="720000" y="540000"/>
            <a:ext cx="7704000" cy="564300"/>
          </a:xfrm>
          <a:prstGeom prst="rect">
            <a:avLst/>
          </a:prstGeom>
          <a:noFill/>
          <a:ln>
            <a:noFill/>
          </a:ln>
        </p:spPr>
        <p:txBody>
          <a:bodyPr anchorCtr="0" anchor="ctr" bIns="91425" lIns="91425" spcFirstLastPara="1" rIns="91425" wrap="square" tIns="91425">
            <a:noAutofit/>
          </a:bodyPr>
          <a:lstStyle/>
          <a:p>
            <a:pPr indent="0" lvl="0" marL="0" rtl="0" algn="r">
              <a:lnSpc>
                <a:spcPct val="100000"/>
              </a:lnSpc>
              <a:spcBef>
                <a:spcPts val="0"/>
              </a:spcBef>
              <a:spcAft>
                <a:spcPts val="0"/>
              </a:spcAft>
              <a:buSzPts val="2800"/>
              <a:buNone/>
            </a:pPr>
            <a:r>
              <a:rPr lang="en">
                <a:solidFill>
                  <a:schemeClr val="lt2"/>
                </a:solidFill>
              </a:rPr>
              <a:t>Loop </a:t>
            </a:r>
            <a:r>
              <a:rPr lang="en"/>
              <a:t>- Acquisizione dei dati</a:t>
            </a:r>
            <a:endParaRPr/>
          </a:p>
        </p:txBody>
      </p:sp>
      <p:sp>
        <p:nvSpPr>
          <p:cNvPr id="1460" name="Google Shape;1460;g3b44d3f39a4_0_16"/>
          <p:cNvSpPr/>
          <p:nvPr/>
        </p:nvSpPr>
        <p:spPr>
          <a:xfrm>
            <a:off x="720132" y="1592787"/>
            <a:ext cx="2866800" cy="1137300"/>
          </a:xfrm>
          <a:prstGeom prst="rect">
            <a:avLst/>
          </a:prstGeom>
          <a:solidFill>
            <a:srgbClr val="7C7C7C">
              <a:alpha val="14120"/>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61" name="Google Shape;1461;g3b44d3f39a4_0_16"/>
          <p:cNvSpPr txBox="1"/>
          <p:nvPr/>
        </p:nvSpPr>
        <p:spPr>
          <a:xfrm>
            <a:off x="720157" y="1592785"/>
            <a:ext cx="1359600" cy="422700"/>
          </a:xfrm>
          <a:prstGeom prst="rect">
            <a:avLst/>
          </a:prstGeom>
          <a:noFill/>
          <a:ln cap="flat" cmpd="sng" w="9525">
            <a:solidFill>
              <a:srgbClr val="ECE5B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rPr lang="en" sz="1600">
                <a:solidFill>
                  <a:srgbClr val="F673A9"/>
                </a:solidFill>
                <a:latin typeface="Zen Dots"/>
                <a:ea typeface="Zen Dots"/>
                <a:cs typeface="Zen Dots"/>
                <a:sym typeface="Zen Dots"/>
              </a:rPr>
              <a:t>DHT11</a:t>
            </a:r>
            <a:endParaRPr sz="1600">
              <a:solidFill>
                <a:srgbClr val="F673A9"/>
              </a:solidFill>
              <a:latin typeface="Zen Dots"/>
              <a:ea typeface="Zen Dots"/>
              <a:cs typeface="Zen Dots"/>
              <a:sym typeface="Zen Dots"/>
            </a:endParaRPr>
          </a:p>
        </p:txBody>
      </p:sp>
      <p:sp>
        <p:nvSpPr>
          <p:cNvPr id="1462" name="Google Shape;1462;g3b44d3f39a4_0_16"/>
          <p:cNvSpPr txBox="1"/>
          <p:nvPr/>
        </p:nvSpPr>
        <p:spPr>
          <a:xfrm>
            <a:off x="720150" y="2015523"/>
            <a:ext cx="2866800" cy="564300"/>
          </a:xfrm>
          <a:prstGeom prst="rect">
            <a:avLst/>
          </a:prstGeom>
          <a:noFill/>
          <a:ln cap="flat" cmpd="sng" w="9525">
            <a:solidFill>
              <a:srgbClr val="ECE5B4"/>
            </a:solidFill>
            <a:prstDash val="solid"/>
            <a:round/>
            <a:headEnd len="sm" w="sm" type="none"/>
            <a:tailEnd len="sm" w="sm" type="none"/>
          </a:ln>
        </p:spPr>
        <p:txBody>
          <a:bodyPr anchorCtr="0" anchor="t" bIns="91425" lIns="91425" spcFirstLastPara="1" rIns="91425" wrap="square" tIns="91425">
            <a:noAutofit/>
          </a:bodyPr>
          <a:lstStyle/>
          <a:p>
            <a:pPr indent="0" lvl="0" marL="0" rtl="0" algn="l">
              <a:spcBef>
                <a:spcPts val="0"/>
              </a:spcBef>
              <a:spcAft>
                <a:spcPts val="0"/>
              </a:spcAft>
              <a:buNone/>
            </a:pPr>
            <a:r>
              <a:rPr b="1" lang="en">
                <a:solidFill>
                  <a:srgbClr val="2F2B19"/>
                </a:solidFill>
                <a:highlight>
                  <a:srgbClr val="ECE5B4"/>
                </a:highlight>
                <a:latin typeface="Anaheim"/>
                <a:ea typeface="Anaheim"/>
                <a:cs typeface="Anaheim"/>
                <a:sym typeface="Anaheim"/>
              </a:rPr>
              <a:t>RH </a:t>
            </a:r>
            <a:r>
              <a:rPr b="1" lang="en">
                <a:solidFill>
                  <a:schemeClr val="lt1"/>
                </a:solidFill>
                <a:latin typeface="Anaheim"/>
                <a:ea typeface="Anaheim"/>
                <a:cs typeface="Anaheim"/>
                <a:sym typeface="Anaheim"/>
              </a:rPr>
              <a:t>= data_hum / 2</a:t>
            </a:r>
            <a:endParaRPr b="1">
              <a:solidFill>
                <a:schemeClr val="lt1"/>
              </a:solidFill>
              <a:latin typeface="Anaheim"/>
              <a:ea typeface="Anaheim"/>
              <a:cs typeface="Anaheim"/>
              <a:sym typeface="Anaheim"/>
            </a:endParaRPr>
          </a:p>
          <a:p>
            <a:pPr indent="0" lvl="0" marL="0" rtl="0" algn="l">
              <a:spcBef>
                <a:spcPts val="0"/>
              </a:spcBef>
              <a:spcAft>
                <a:spcPts val="0"/>
              </a:spcAft>
              <a:buNone/>
            </a:pPr>
            <a:r>
              <a:rPr b="1" lang="en">
                <a:solidFill>
                  <a:srgbClr val="2F2B19"/>
                </a:solidFill>
                <a:highlight>
                  <a:srgbClr val="ECE5B4"/>
                </a:highlight>
                <a:latin typeface="Anaheim"/>
                <a:ea typeface="Anaheim"/>
                <a:cs typeface="Anaheim"/>
                <a:sym typeface="Anaheim"/>
              </a:rPr>
              <a:t>T </a:t>
            </a:r>
            <a:r>
              <a:rPr b="1" lang="en">
                <a:solidFill>
                  <a:schemeClr val="lt1"/>
                </a:solidFill>
                <a:latin typeface="Anaheim"/>
                <a:ea typeface="Anaheim"/>
                <a:cs typeface="Anaheim"/>
                <a:sym typeface="Anaheim"/>
              </a:rPr>
              <a:t>= data_temp /2</a:t>
            </a:r>
            <a:endParaRPr b="1">
              <a:solidFill>
                <a:schemeClr val="lt1"/>
              </a:solidFill>
              <a:latin typeface="Anaheim"/>
              <a:ea typeface="Anaheim"/>
              <a:cs typeface="Anaheim"/>
              <a:sym typeface="Anaheim"/>
            </a:endParaRPr>
          </a:p>
        </p:txBody>
      </p:sp>
      <p:sp>
        <p:nvSpPr>
          <p:cNvPr id="1463" name="Google Shape;1463;g3b44d3f39a4_0_16"/>
          <p:cNvSpPr txBox="1"/>
          <p:nvPr/>
        </p:nvSpPr>
        <p:spPr>
          <a:xfrm>
            <a:off x="2079592" y="1592785"/>
            <a:ext cx="1507500" cy="422700"/>
          </a:xfrm>
          <a:prstGeom prst="rect">
            <a:avLst/>
          </a:prstGeom>
          <a:noFill/>
          <a:ln cap="flat" cmpd="sng" w="9525">
            <a:solidFill>
              <a:srgbClr val="ECE5B4"/>
            </a:solidFill>
            <a:prstDash val="solid"/>
            <a:round/>
            <a:headEnd len="sm" w="sm" type="none"/>
            <a:tailEnd len="sm" w="sm" type="none"/>
          </a:ln>
        </p:spPr>
        <p:txBody>
          <a:bodyPr anchorCtr="0" anchor="ctr" bIns="91425" lIns="91425" spcFirstLastPara="1" rIns="91425" wrap="square" tIns="91425">
            <a:noAutofit/>
          </a:bodyPr>
          <a:lstStyle/>
          <a:p>
            <a:pPr indent="0" lvl="0" marL="0" rtl="0" algn="r">
              <a:spcBef>
                <a:spcPts val="0"/>
              </a:spcBef>
              <a:spcAft>
                <a:spcPts val="0"/>
              </a:spcAft>
              <a:buNone/>
            </a:pPr>
            <a:r>
              <a:rPr lang="en" sz="1200">
                <a:solidFill>
                  <a:srgbClr val="ECE5B4"/>
                </a:solidFill>
                <a:latin typeface="Zen Dots"/>
                <a:ea typeface="Zen Dots"/>
                <a:cs typeface="Zen Dots"/>
                <a:sym typeface="Zen Dots"/>
              </a:rPr>
              <a:t>TEMP, HUM</a:t>
            </a:r>
            <a:endParaRPr sz="1200">
              <a:solidFill>
                <a:srgbClr val="ECE5B4"/>
              </a:solidFill>
              <a:latin typeface="Zen Dots"/>
              <a:ea typeface="Zen Dots"/>
              <a:cs typeface="Zen Dots"/>
              <a:sym typeface="Zen Dots"/>
            </a:endParaRPr>
          </a:p>
        </p:txBody>
      </p:sp>
      <p:sp>
        <p:nvSpPr>
          <p:cNvPr id="1464" name="Google Shape;1464;g3b44d3f39a4_0_16"/>
          <p:cNvSpPr/>
          <p:nvPr/>
        </p:nvSpPr>
        <p:spPr>
          <a:xfrm>
            <a:off x="720000" y="3038350"/>
            <a:ext cx="2867100" cy="1565400"/>
          </a:xfrm>
          <a:prstGeom prst="rect">
            <a:avLst/>
          </a:prstGeom>
          <a:solidFill>
            <a:srgbClr val="7C7C7C">
              <a:alpha val="14120"/>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nvGrpSpPr>
          <p:cNvPr id="1465" name="Google Shape;1465;g3b44d3f39a4_0_16"/>
          <p:cNvGrpSpPr/>
          <p:nvPr/>
        </p:nvGrpSpPr>
        <p:grpSpPr>
          <a:xfrm>
            <a:off x="720036" y="2820258"/>
            <a:ext cx="2867100" cy="218100"/>
            <a:chOff x="1290775" y="1427529"/>
            <a:chExt cx="2867100" cy="218100"/>
          </a:xfrm>
        </p:grpSpPr>
        <p:sp>
          <p:nvSpPr>
            <p:cNvPr id="1466" name="Google Shape;1466;g3b44d3f39a4_0_16"/>
            <p:cNvSpPr/>
            <p:nvPr/>
          </p:nvSpPr>
          <p:spPr>
            <a:xfrm>
              <a:off x="1290775" y="1427529"/>
              <a:ext cx="2867100" cy="218100"/>
            </a:xfrm>
            <a:prstGeom prst="rect">
              <a:avLst/>
            </a:prstGeom>
            <a:solidFill>
              <a:srgbClr val="ECE5B4"/>
            </a:solidFill>
            <a:ln cap="flat" cmpd="sng" w="9525">
              <a:solidFill>
                <a:srgbClr val="ECE5B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67" name="Google Shape;1467;g3b44d3f39a4_0_16"/>
            <p:cNvSpPr/>
            <p:nvPr/>
          </p:nvSpPr>
          <p:spPr>
            <a:xfrm>
              <a:off x="1405200" y="1486450"/>
              <a:ext cx="100200" cy="100200"/>
            </a:xfrm>
            <a:prstGeom prst="ellipse">
              <a:avLst/>
            </a:prstGeom>
            <a:solidFill>
              <a:srgbClr val="2F2B1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68" name="Google Shape;1468;g3b44d3f39a4_0_16"/>
            <p:cNvSpPr/>
            <p:nvPr/>
          </p:nvSpPr>
          <p:spPr>
            <a:xfrm>
              <a:off x="1588650" y="1486450"/>
              <a:ext cx="100200" cy="100200"/>
            </a:xfrm>
            <a:prstGeom prst="ellipse">
              <a:avLst/>
            </a:prstGeom>
            <a:solidFill>
              <a:srgbClr val="2F2B1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69" name="Google Shape;1469;g3b44d3f39a4_0_16"/>
            <p:cNvSpPr/>
            <p:nvPr/>
          </p:nvSpPr>
          <p:spPr>
            <a:xfrm>
              <a:off x="1772100" y="1486450"/>
              <a:ext cx="100200" cy="100200"/>
            </a:xfrm>
            <a:prstGeom prst="ellipse">
              <a:avLst/>
            </a:prstGeom>
            <a:solidFill>
              <a:srgbClr val="2F2B1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1470" name="Google Shape;1470;g3b44d3f39a4_0_16"/>
          <p:cNvSpPr txBox="1"/>
          <p:nvPr/>
        </p:nvSpPr>
        <p:spPr>
          <a:xfrm>
            <a:off x="720025" y="3038350"/>
            <a:ext cx="1359600" cy="333900"/>
          </a:xfrm>
          <a:prstGeom prst="rect">
            <a:avLst/>
          </a:prstGeom>
          <a:noFill/>
          <a:ln cap="flat" cmpd="sng" w="9525">
            <a:solidFill>
              <a:srgbClr val="ECE5B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rPr lang="en" sz="1300">
                <a:solidFill>
                  <a:srgbClr val="F673A9"/>
                </a:solidFill>
                <a:latin typeface="Zen Dots"/>
                <a:ea typeface="Zen Dots"/>
                <a:cs typeface="Zen Dots"/>
                <a:sym typeface="Zen Dots"/>
              </a:rPr>
              <a:t>MAX4466</a:t>
            </a:r>
            <a:endParaRPr sz="1300">
              <a:solidFill>
                <a:srgbClr val="F673A9"/>
              </a:solidFill>
              <a:latin typeface="Zen Dots"/>
              <a:ea typeface="Zen Dots"/>
              <a:cs typeface="Zen Dots"/>
              <a:sym typeface="Zen Dots"/>
            </a:endParaRPr>
          </a:p>
        </p:txBody>
      </p:sp>
      <p:sp>
        <p:nvSpPr>
          <p:cNvPr id="1471" name="Google Shape;1471;g3b44d3f39a4_0_16"/>
          <p:cNvSpPr txBox="1"/>
          <p:nvPr/>
        </p:nvSpPr>
        <p:spPr>
          <a:xfrm>
            <a:off x="720025" y="3372250"/>
            <a:ext cx="2867100" cy="1231500"/>
          </a:xfrm>
          <a:prstGeom prst="rect">
            <a:avLst/>
          </a:prstGeom>
          <a:noFill/>
          <a:ln cap="flat" cmpd="sng" w="9525">
            <a:solidFill>
              <a:srgbClr val="ECE5B4"/>
            </a:solidFill>
            <a:prstDash val="solid"/>
            <a:round/>
            <a:headEnd len="sm" w="sm" type="none"/>
            <a:tailEnd len="sm" w="sm" type="none"/>
          </a:ln>
        </p:spPr>
        <p:txBody>
          <a:bodyPr anchorCtr="0" anchor="t" bIns="91425" lIns="91425" spcFirstLastPara="1" rIns="91425" wrap="square" tIns="91425">
            <a:noAutofit/>
          </a:bodyPr>
          <a:lstStyle/>
          <a:p>
            <a:pPr indent="0" lvl="0" marL="0" rtl="0" algn="l">
              <a:spcBef>
                <a:spcPts val="0"/>
              </a:spcBef>
              <a:spcAft>
                <a:spcPts val="0"/>
              </a:spcAft>
              <a:buNone/>
            </a:pPr>
            <a:r>
              <a:rPr b="1" lang="en">
                <a:solidFill>
                  <a:srgbClr val="2F2B19"/>
                </a:solidFill>
                <a:highlight>
                  <a:srgbClr val="ECE5B4"/>
                </a:highlight>
                <a:latin typeface="Anaheim"/>
                <a:ea typeface="Anaheim"/>
                <a:cs typeface="Anaheim"/>
                <a:sym typeface="Anaheim"/>
              </a:rPr>
              <a:t>Campionamento </a:t>
            </a:r>
            <a:r>
              <a:rPr b="1" lang="en">
                <a:solidFill>
                  <a:schemeClr val="lt1"/>
                </a:solidFill>
                <a:latin typeface="Anaheim"/>
                <a:ea typeface="Anaheim"/>
                <a:cs typeface="Anaheim"/>
                <a:sym typeface="Anaheim"/>
              </a:rPr>
              <a:t>N = 128</a:t>
            </a:r>
            <a:endParaRPr b="1">
              <a:solidFill>
                <a:schemeClr val="lt1"/>
              </a:solidFill>
              <a:latin typeface="Anaheim"/>
              <a:ea typeface="Anaheim"/>
              <a:cs typeface="Anaheim"/>
              <a:sym typeface="Anaheim"/>
            </a:endParaRPr>
          </a:p>
          <a:p>
            <a:pPr indent="0" lvl="0" marL="0" rtl="0" algn="l">
              <a:spcBef>
                <a:spcPts val="0"/>
              </a:spcBef>
              <a:spcAft>
                <a:spcPts val="0"/>
              </a:spcAft>
              <a:buNone/>
            </a:pPr>
            <a:r>
              <a:rPr b="1" lang="en">
                <a:solidFill>
                  <a:srgbClr val="2F2B19"/>
                </a:solidFill>
                <a:highlight>
                  <a:srgbClr val="ECE5B4"/>
                </a:highlight>
                <a:latin typeface="Anaheim"/>
                <a:ea typeface="Anaheim"/>
                <a:cs typeface="Anaheim"/>
                <a:sym typeface="Anaheim"/>
              </a:rPr>
              <a:t>Stima ampiezza </a:t>
            </a:r>
            <a:r>
              <a:rPr b="1" lang="en">
                <a:solidFill>
                  <a:schemeClr val="lt1"/>
                </a:solidFill>
                <a:latin typeface="Anaheim"/>
                <a:ea typeface="Anaheim"/>
                <a:cs typeface="Anaheim"/>
                <a:sym typeface="Anaheim"/>
              </a:rPr>
              <a:t>A¡ = |v¡-M|</a:t>
            </a:r>
            <a:endParaRPr b="1">
              <a:solidFill>
                <a:schemeClr val="lt1"/>
              </a:solidFill>
              <a:latin typeface="Anaheim"/>
              <a:ea typeface="Anaheim"/>
              <a:cs typeface="Anaheim"/>
              <a:sym typeface="Anaheim"/>
            </a:endParaRPr>
          </a:p>
          <a:p>
            <a:pPr indent="0" lvl="0" marL="0" rtl="0" algn="l">
              <a:spcBef>
                <a:spcPts val="0"/>
              </a:spcBef>
              <a:spcAft>
                <a:spcPts val="0"/>
              </a:spcAft>
              <a:buNone/>
            </a:pPr>
            <a:r>
              <a:rPr b="1" lang="en">
                <a:solidFill>
                  <a:srgbClr val="2F2B19"/>
                </a:solidFill>
                <a:highlight>
                  <a:srgbClr val="ECE5B4"/>
                </a:highlight>
                <a:latin typeface="Anaheim"/>
                <a:ea typeface="Anaheim"/>
                <a:cs typeface="Anaheim"/>
                <a:sym typeface="Anaheim"/>
              </a:rPr>
              <a:t>Soglia rumore </a:t>
            </a:r>
            <a:r>
              <a:rPr b="1" lang="en">
                <a:solidFill>
                  <a:schemeClr val="lt1"/>
                </a:solidFill>
                <a:latin typeface="Anaheim"/>
                <a:ea typeface="Anaheim"/>
                <a:cs typeface="Anaheim"/>
                <a:sym typeface="Anaheim"/>
              </a:rPr>
              <a:t>T = 50</a:t>
            </a:r>
            <a:endParaRPr b="1">
              <a:solidFill>
                <a:schemeClr val="lt1"/>
              </a:solidFill>
              <a:latin typeface="Anaheim"/>
              <a:ea typeface="Anaheim"/>
              <a:cs typeface="Anaheim"/>
              <a:sym typeface="Anaheim"/>
            </a:endParaRPr>
          </a:p>
          <a:p>
            <a:pPr indent="0" lvl="0" marL="0" rtl="0" algn="l">
              <a:spcBef>
                <a:spcPts val="0"/>
              </a:spcBef>
              <a:spcAft>
                <a:spcPts val="0"/>
              </a:spcAft>
              <a:buNone/>
            </a:pPr>
            <a:r>
              <a:rPr b="1" lang="en">
                <a:solidFill>
                  <a:srgbClr val="2F2B19"/>
                </a:solidFill>
                <a:highlight>
                  <a:srgbClr val="ECE5B4"/>
                </a:highlight>
                <a:latin typeface="Anaheim"/>
                <a:ea typeface="Anaheim"/>
                <a:cs typeface="Anaheim"/>
                <a:sym typeface="Anaheim"/>
              </a:rPr>
              <a:t>Filtro esponenziale</a:t>
            </a:r>
            <a:endParaRPr b="1">
              <a:solidFill>
                <a:srgbClr val="2F2B19"/>
              </a:solidFill>
              <a:highlight>
                <a:srgbClr val="ECE5B4"/>
              </a:highlight>
              <a:latin typeface="Anaheim"/>
              <a:ea typeface="Anaheim"/>
              <a:cs typeface="Anaheim"/>
              <a:sym typeface="Anaheim"/>
            </a:endParaRPr>
          </a:p>
          <a:p>
            <a:pPr indent="0" lvl="0" marL="0" rtl="0" algn="l">
              <a:spcBef>
                <a:spcPts val="0"/>
              </a:spcBef>
              <a:spcAft>
                <a:spcPts val="0"/>
              </a:spcAft>
              <a:buNone/>
            </a:pPr>
            <a:r>
              <a:rPr b="1" lang="en">
                <a:solidFill>
                  <a:srgbClr val="2F2B19"/>
                </a:solidFill>
                <a:highlight>
                  <a:srgbClr val="ECE5B4"/>
                </a:highlight>
                <a:latin typeface="Anaheim"/>
                <a:ea typeface="Anaheim"/>
                <a:cs typeface="Anaheim"/>
                <a:sym typeface="Anaheim"/>
              </a:rPr>
              <a:t>Normalizzazione</a:t>
            </a:r>
            <a:endParaRPr b="1">
              <a:solidFill>
                <a:srgbClr val="2F2B19"/>
              </a:solidFill>
              <a:highlight>
                <a:srgbClr val="ECE5B4"/>
              </a:highlight>
              <a:latin typeface="Anaheim"/>
              <a:ea typeface="Anaheim"/>
              <a:cs typeface="Anaheim"/>
              <a:sym typeface="Anaheim"/>
            </a:endParaRPr>
          </a:p>
        </p:txBody>
      </p:sp>
      <p:sp>
        <p:nvSpPr>
          <p:cNvPr id="1472" name="Google Shape;1472;g3b44d3f39a4_0_16"/>
          <p:cNvSpPr/>
          <p:nvPr/>
        </p:nvSpPr>
        <p:spPr>
          <a:xfrm>
            <a:off x="3907828" y="1644482"/>
            <a:ext cx="2078100" cy="935100"/>
          </a:xfrm>
          <a:prstGeom prst="rect">
            <a:avLst/>
          </a:prstGeom>
          <a:solidFill>
            <a:srgbClr val="7C7C7C">
              <a:alpha val="14120"/>
            </a:srgbClr>
          </a:solidFill>
          <a:ln>
            <a:noFill/>
          </a:ln>
        </p:spPr>
        <p:txBody>
          <a:bodyPr anchorCtr="0" anchor="ctr" bIns="86475" lIns="86475" spcFirstLastPara="1" rIns="86475" wrap="square" tIns="86475">
            <a:noAutofit/>
          </a:bodyPr>
          <a:lstStyle/>
          <a:p>
            <a:pPr indent="0" lvl="0" marL="0" marR="0" rtl="0" algn="l">
              <a:lnSpc>
                <a:spcPct val="100000"/>
              </a:lnSpc>
              <a:spcBef>
                <a:spcPts val="0"/>
              </a:spcBef>
              <a:spcAft>
                <a:spcPts val="0"/>
              </a:spcAft>
              <a:buClr>
                <a:srgbClr val="000000"/>
              </a:buClr>
              <a:buSzPts val="1324"/>
              <a:buFont typeface="Arial"/>
              <a:buNone/>
            </a:pPr>
            <a:r>
              <a:t/>
            </a:r>
            <a:endParaRPr b="0" i="0" sz="1324" u="none" cap="none" strike="noStrike">
              <a:solidFill>
                <a:srgbClr val="000000"/>
              </a:solidFill>
              <a:latin typeface="Arial"/>
              <a:ea typeface="Arial"/>
              <a:cs typeface="Arial"/>
              <a:sym typeface="Arial"/>
            </a:endParaRPr>
          </a:p>
        </p:txBody>
      </p:sp>
      <p:sp>
        <p:nvSpPr>
          <p:cNvPr id="1473" name="Google Shape;1473;g3b44d3f39a4_0_16"/>
          <p:cNvSpPr txBox="1"/>
          <p:nvPr/>
        </p:nvSpPr>
        <p:spPr>
          <a:xfrm>
            <a:off x="3907825" y="1644500"/>
            <a:ext cx="1252200" cy="371100"/>
          </a:xfrm>
          <a:prstGeom prst="rect">
            <a:avLst/>
          </a:prstGeom>
          <a:noFill/>
          <a:ln cap="flat" cmpd="sng" w="9000">
            <a:solidFill>
              <a:srgbClr val="ECE5B4"/>
            </a:solidFill>
            <a:prstDash val="solid"/>
            <a:round/>
            <a:headEnd len="sm" w="sm" type="none"/>
            <a:tailEnd len="sm" w="sm" type="none"/>
          </a:ln>
        </p:spPr>
        <p:txBody>
          <a:bodyPr anchorCtr="0" anchor="ctr" bIns="86475" lIns="86475" spcFirstLastPara="1" rIns="86475" wrap="square" tIns="86475">
            <a:noAutofit/>
          </a:bodyPr>
          <a:lstStyle/>
          <a:p>
            <a:pPr indent="0" lvl="0" marL="0" rtl="0" algn="l">
              <a:spcBef>
                <a:spcPts val="0"/>
              </a:spcBef>
              <a:spcAft>
                <a:spcPts val="0"/>
              </a:spcAft>
              <a:buNone/>
            </a:pPr>
            <a:r>
              <a:rPr lang="en" sz="1300">
                <a:solidFill>
                  <a:srgbClr val="F673A9"/>
                </a:solidFill>
                <a:latin typeface="Zen Dots"/>
                <a:ea typeface="Zen Dots"/>
                <a:cs typeface="Zen Dots"/>
                <a:sym typeface="Zen Dots"/>
              </a:rPr>
              <a:t>BH1750</a:t>
            </a:r>
            <a:endParaRPr sz="1300">
              <a:solidFill>
                <a:srgbClr val="F673A9"/>
              </a:solidFill>
              <a:latin typeface="Zen Dots"/>
              <a:ea typeface="Zen Dots"/>
              <a:cs typeface="Zen Dots"/>
              <a:sym typeface="Zen Dots"/>
            </a:endParaRPr>
          </a:p>
        </p:txBody>
      </p:sp>
      <p:sp>
        <p:nvSpPr>
          <p:cNvPr id="1474" name="Google Shape;1474;g3b44d3f39a4_0_16"/>
          <p:cNvSpPr txBox="1"/>
          <p:nvPr/>
        </p:nvSpPr>
        <p:spPr>
          <a:xfrm>
            <a:off x="3907850" y="2015325"/>
            <a:ext cx="2078100" cy="564300"/>
          </a:xfrm>
          <a:prstGeom prst="rect">
            <a:avLst/>
          </a:prstGeom>
          <a:noFill/>
          <a:ln cap="flat" cmpd="sng" w="9000">
            <a:solidFill>
              <a:srgbClr val="ECE5B4"/>
            </a:solidFill>
            <a:prstDash val="solid"/>
            <a:round/>
            <a:headEnd len="sm" w="sm" type="none"/>
            <a:tailEnd len="sm" w="sm" type="none"/>
          </a:ln>
        </p:spPr>
        <p:txBody>
          <a:bodyPr anchorCtr="0" anchor="t" bIns="86475" lIns="86475" spcFirstLastPara="1" rIns="86475" wrap="square" tIns="86475">
            <a:noAutofit/>
          </a:bodyPr>
          <a:lstStyle/>
          <a:p>
            <a:pPr indent="0" lvl="0" marL="0" rtl="0" algn="l">
              <a:spcBef>
                <a:spcPts val="0"/>
              </a:spcBef>
              <a:spcAft>
                <a:spcPts val="0"/>
              </a:spcAft>
              <a:buNone/>
            </a:pPr>
            <a:r>
              <a:rPr b="1" lang="en" sz="1324">
                <a:solidFill>
                  <a:srgbClr val="2F2B19"/>
                </a:solidFill>
                <a:highlight>
                  <a:srgbClr val="ECE5B4"/>
                </a:highlight>
                <a:latin typeface="Anaheim"/>
                <a:ea typeface="Anaheim"/>
                <a:cs typeface="Anaheim"/>
                <a:sym typeface="Anaheim"/>
              </a:rPr>
              <a:t>LUX </a:t>
            </a:r>
            <a:r>
              <a:rPr b="1" lang="en" sz="1324">
                <a:solidFill>
                  <a:schemeClr val="lt1"/>
                </a:solidFill>
                <a:latin typeface="Anaheim"/>
                <a:ea typeface="Anaheim"/>
                <a:cs typeface="Anaheim"/>
                <a:sym typeface="Anaheim"/>
              </a:rPr>
              <a:t>= data_lux x 1.2</a:t>
            </a:r>
            <a:endParaRPr b="1" sz="1324">
              <a:solidFill>
                <a:schemeClr val="lt1"/>
              </a:solidFill>
              <a:latin typeface="Anaheim"/>
              <a:ea typeface="Anaheim"/>
              <a:cs typeface="Anaheim"/>
              <a:sym typeface="Anaheim"/>
            </a:endParaRPr>
          </a:p>
        </p:txBody>
      </p:sp>
      <p:sp>
        <p:nvSpPr>
          <p:cNvPr id="1475" name="Google Shape;1475;g3b44d3f39a4_0_16"/>
          <p:cNvSpPr txBox="1"/>
          <p:nvPr/>
        </p:nvSpPr>
        <p:spPr>
          <a:xfrm>
            <a:off x="2079600" y="3038350"/>
            <a:ext cx="1507800" cy="333900"/>
          </a:xfrm>
          <a:prstGeom prst="rect">
            <a:avLst/>
          </a:prstGeom>
          <a:noFill/>
          <a:ln cap="flat" cmpd="sng" w="9525">
            <a:solidFill>
              <a:srgbClr val="ECE5B4"/>
            </a:solidFill>
            <a:prstDash val="solid"/>
            <a:round/>
            <a:headEnd len="sm" w="sm" type="none"/>
            <a:tailEnd len="sm" w="sm" type="none"/>
          </a:ln>
        </p:spPr>
        <p:txBody>
          <a:bodyPr anchorCtr="0" anchor="ctr" bIns="91425" lIns="91425" spcFirstLastPara="1" rIns="91425" wrap="square" tIns="91425">
            <a:noAutofit/>
          </a:bodyPr>
          <a:lstStyle/>
          <a:p>
            <a:pPr indent="0" lvl="0" marL="0" rtl="0" algn="r">
              <a:spcBef>
                <a:spcPts val="0"/>
              </a:spcBef>
              <a:spcAft>
                <a:spcPts val="0"/>
              </a:spcAft>
              <a:buNone/>
            </a:pPr>
            <a:r>
              <a:rPr lang="en" sz="1200">
                <a:solidFill>
                  <a:srgbClr val="ECE5B4"/>
                </a:solidFill>
                <a:latin typeface="Zen Dots"/>
                <a:ea typeface="Zen Dots"/>
                <a:cs typeface="Zen Dots"/>
                <a:sym typeface="Zen Dots"/>
              </a:rPr>
              <a:t>Rumore</a:t>
            </a:r>
            <a:endParaRPr sz="1200">
              <a:solidFill>
                <a:srgbClr val="ECE5B4"/>
              </a:solidFill>
              <a:latin typeface="Zen Dots"/>
              <a:ea typeface="Zen Dots"/>
              <a:cs typeface="Zen Dots"/>
              <a:sym typeface="Zen Dots"/>
            </a:endParaRPr>
          </a:p>
        </p:txBody>
      </p:sp>
      <p:sp>
        <p:nvSpPr>
          <p:cNvPr id="1476" name="Google Shape;1476;g3b44d3f39a4_0_16"/>
          <p:cNvSpPr txBox="1"/>
          <p:nvPr/>
        </p:nvSpPr>
        <p:spPr>
          <a:xfrm>
            <a:off x="5160025" y="1644498"/>
            <a:ext cx="824700" cy="371100"/>
          </a:xfrm>
          <a:prstGeom prst="rect">
            <a:avLst/>
          </a:prstGeom>
          <a:noFill/>
          <a:ln cap="flat" cmpd="sng" w="8475">
            <a:solidFill>
              <a:srgbClr val="ECE5B4"/>
            </a:solidFill>
            <a:prstDash val="solid"/>
            <a:round/>
            <a:headEnd len="sm" w="sm" type="none"/>
            <a:tailEnd len="sm" w="sm" type="none"/>
          </a:ln>
        </p:spPr>
        <p:txBody>
          <a:bodyPr anchorCtr="0" anchor="ctr" bIns="81350" lIns="81350" spcFirstLastPara="1" rIns="81350" wrap="square" tIns="81350">
            <a:noAutofit/>
          </a:bodyPr>
          <a:lstStyle/>
          <a:p>
            <a:pPr indent="0" lvl="0" marL="0" rtl="0" algn="r">
              <a:spcBef>
                <a:spcPts val="0"/>
              </a:spcBef>
              <a:spcAft>
                <a:spcPts val="0"/>
              </a:spcAft>
              <a:buNone/>
            </a:pPr>
            <a:r>
              <a:rPr lang="en" sz="1067">
                <a:solidFill>
                  <a:srgbClr val="ECE5B4"/>
                </a:solidFill>
                <a:latin typeface="Zen Dots"/>
                <a:ea typeface="Zen Dots"/>
                <a:cs typeface="Zen Dots"/>
                <a:sym typeface="Zen Dots"/>
              </a:rPr>
              <a:t>LUMEN</a:t>
            </a:r>
            <a:endParaRPr sz="1067">
              <a:solidFill>
                <a:srgbClr val="ECE5B4"/>
              </a:solidFill>
              <a:latin typeface="Zen Dots"/>
              <a:ea typeface="Zen Dots"/>
              <a:cs typeface="Zen Dots"/>
              <a:sym typeface="Zen Dots"/>
            </a:endParaRPr>
          </a:p>
        </p:txBody>
      </p:sp>
      <p:sp>
        <p:nvSpPr>
          <p:cNvPr id="1477" name="Google Shape;1477;g3b44d3f39a4_0_16"/>
          <p:cNvSpPr/>
          <p:nvPr/>
        </p:nvSpPr>
        <p:spPr>
          <a:xfrm>
            <a:off x="3907825" y="3038349"/>
            <a:ext cx="4515000" cy="1565400"/>
          </a:xfrm>
          <a:prstGeom prst="rect">
            <a:avLst/>
          </a:prstGeom>
          <a:solidFill>
            <a:srgbClr val="7C7C7C">
              <a:alpha val="14120"/>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78" name="Google Shape;1478;g3b44d3f39a4_0_16"/>
          <p:cNvSpPr/>
          <p:nvPr/>
        </p:nvSpPr>
        <p:spPr>
          <a:xfrm>
            <a:off x="3907887" y="2820251"/>
            <a:ext cx="4515109" cy="218100"/>
          </a:xfrm>
          <a:prstGeom prst="rect">
            <a:avLst/>
          </a:prstGeom>
          <a:solidFill>
            <a:srgbClr val="ECE5B4"/>
          </a:solidFill>
          <a:ln cap="flat" cmpd="sng" w="9525">
            <a:solidFill>
              <a:srgbClr val="ECE5B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79" name="Google Shape;1479;g3b44d3f39a4_0_16"/>
          <p:cNvSpPr txBox="1"/>
          <p:nvPr/>
        </p:nvSpPr>
        <p:spPr>
          <a:xfrm>
            <a:off x="3907864" y="3038349"/>
            <a:ext cx="2141100" cy="333900"/>
          </a:xfrm>
          <a:prstGeom prst="rect">
            <a:avLst/>
          </a:prstGeom>
          <a:noFill/>
          <a:ln cap="flat" cmpd="sng" w="9525">
            <a:solidFill>
              <a:srgbClr val="ECE5B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rPr lang="en" sz="1300">
                <a:solidFill>
                  <a:srgbClr val="F673A9"/>
                </a:solidFill>
                <a:latin typeface="Zen Dots"/>
                <a:ea typeface="Zen Dots"/>
                <a:cs typeface="Zen Dots"/>
                <a:sym typeface="Zen Dots"/>
              </a:rPr>
              <a:t>MPU6050</a:t>
            </a:r>
            <a:endParaRPr sz="1300">
              <a:solidFill>
                <a:srgbClr val="F673A9"/>
              </a:solidFill>
              <a:latin typeface="Zen Dots"/>
              <a:ea typeface="Zen Dots"/>
              <a:cs typeface="Zen Dots"/>
              <a:sym typeface="Zen Dots"/>
            </a:endParaRPr>
          </a:p>
        </p:txBody>
      </p:sp>
      <p:sp>
        <p:nvSpPr>
          <p:cNvPr id="1480" name="Google Shape;1480;g3b44d3f39a4_0_16"/>
          <p:cNvSpPr txBox="1"/>
          <p:nvPr/>
        </p:nvSpPr>
        <p:spPr>
          <a:xfrm>
            <a:off x="3907864" y="3372251"/>
            <a:ext cx="4515000" cy="1231500"/>
          </a:xfrm>
          <a:prstGeom prst="rect">
            <a:avLst/>
          </a:prstGeom>
          <a:noFill/>
          <a:ln cap="flat" cmpd="sng" w="9525">
            <a:solidFill>
              <a:srgbClr val="ECE5B4"/>
            </a:solidFill>
            <a:prstDash val="solid"/>
            <a:round/>
            <a:headEnd len="sm" w="sm" type="none"/>
            <a:tailEnd len="sm" w="sm" type="none"/>
          </a:ln>
        </p:spPr>
        <p:txBody>
          <a:bodyPr anchorCtr="0" anchor="t" bIns="91425" lIns="91425" spcFirstLastPara="1" rIns="91425" wrap="square" tIns="91425">
            <a:noAutofit/>
          </a:bodyPr>
          <a:lstStyle/>
          <a:p>
            <a:pPr indent="0" lvl="0" marL="0" rtl="0" algn="l">
              <a:spcBef>
                <a:spcPts val="0"/>
              </a:spcBef>
              <a:spcAft>
                <a:spcPts val="0"/>
              </a:spcAft>
              <a:buNone/>
            </a:pPr>
            <a:r>
              <a:rPr b="1" lang="en">
                <a:solidFill>
                  <a:srgbClr val="2F2B19"/>
                </a:solidFill>
                <a:highlight>
                  <a:srgbClr val="ECE5B4"/>
                </a:highlight>
                <a:latin typeface="Anaheim"/>
                <a:ea typeface="Anaheim"/>
                <a:cs typeface="Anaheim"/>
                <a:sym typeface="Anaheim"/>
              </a:rPr>
              <a:t>Acce:</a:t>
            </a:r>
            <a:r>
              <a:rPr b="1" lang="en" sz="1663">
                <a:solidFill>
                  <a:schemeClr val="lt1"/>
                </a:solidFill>
                <a:latin typeface="Anaheim"/>
                <a:ea typeface="Anaheim"/>
                <a:cs typeface="Anaheim"/>
                <a:sym typeface="Anaheim"/>
              </a:rPr>
              <a:t> atot = √(ax² + ay² + az²)</a:t>
            </a:r>
            <a:endParaRPr b="1" sz="1663">
              <a:solidFill>
                <a:schemeClr val="lt1"/>
              </a:solidFill>
              <a:latin typeface="Anaheim"/>
              <a:ea typeface="Anaheim"/>
              <a:cs typeface="Anaheim"/>
              <a:sym typeface="Anaheim"/>
            </a:endParaRPr>
          </a:p>
          <a:p>
            <a:pPr indent="0" lvl="0" marL="0" rtl="0" algn="l">
              <a:spcBef>
                <a:spcPts val="0"/>
              </a:spcBef>
              <a:spcAft>
                <a:spcPts val="0"/>
              </a:spcAft>
              <a:buNone/>
            </a:pPr>
            <a:r>
              <a:rPr b="1" lang="en">
                <a:solidFill>
                  <a:srgbClr val="2F2B19"/>
                </a:solidFill>
                <a:highlight>
                  <a:srgbClr val="ECE5B4"/>
                </a:highlight>
                <a:latin typeface="Anaheim"/>
                <a:ea typeface="Anaheim"/>
                <a:cs typeface="Anaheim"/>
                <a:sym typeface="Anaheim"/>
              </a:rPr>
              <a:t>Lineare:</a:t>
            </a:r>
            <a:r>
              <a:rPr b="1" lang="en" sz="1663">
                <a:solidFill>
                  <a:schemeClr val="lt1"/>
                </a:solidFill>
                <a:latin typeface="Anaheim"/>
                <a:ea typeface="Anaheim"/>
                <a:cs typeface="Anaheim"/>
                <a:sym typeface="Anaheim"/>
              </a:rPr>
              <a:t> |ΔaNEW - ΔaRIF| &gt; 0.2</a:t>
            </a:r>
            <a:endParaRPr b="1" sz="1663">
              <a:solidFill>
                <a:schemeClr val="lt1"/>
              </a:solidFill>
              <a:latin typeface="Anaheim"/>
              <a:ea typeface="Anaheim"/>
              <a:cs typeface="Anaheim"/>
              <a:sym typeface="Anaheim"/>
            </a:endParaRPr>
          </a:p>
          <a:p>
            <a:pPr indent="0" lvl="0" marL="0" rtl="0" algn="l">
              <a:spcBef>
                <a:spcPts val="0"/>
              </a:spcBef>
              <a:spcAft>
                <a:spcPts val="0"/>
              </a:spcAft>
              <a:buNone/>
            </a:pPr>
            <a:r>
              <a:rPr b="1" lang="en">
                <a:solidFill>
                  <a:srgbClr val="2F2B19"/>
                </a:solidFill>
                <a:highlight>
                  <a:srgbClr val="ECE5B4"/>
                </a:highlight>
                <a:latin typeface="Anaheim"/>
                <a:ea typeface="Anaheim"/>
                <a:cs typeface="Anaheim"/>
                <a:sym typeface="Anaheim"/>
              </a:rPr>
              <a:t>Rotazionale:</a:t>
            </a:r>
            <a:r>
              <a:rPr b="1" lang="en" sz="1663">
                <a:solidFill>
                  <a:schemeClr val="lt1"/>
                </a:solidFill>
                <a:latin typeface="Anaheim"/>
                <a:ea typeface="Anaheim"/>
                <a:cs typeface="Anaheim"/>
                <a:sym typeface="Anaheim"/>
              </a:rPr>
              <a:t> |ωNEW - ωRIF| &gt; 1.0</a:t>
            </a:r>
            <a:endParaRPr b="1" sz="1663">
              <a:solidFill>
                <a:schemeClr val="lt1"/>
              </a:solidFill>
              <a:latin typeface="Anaheim"/>
              <a:ea typeface="Anaheim"/>
              <a:cs typeface="Anaheim"/>
              <a:sym typeface="Anaheim"/>
            </a:endParaRPr>
          </a:p>
        </p:txBody>
      </p:sp>
      <p:sp>
        <p:nvSpPr>
          <p:cNvPr id="1481" name="Google Shape;1481;g3b44d3f39a4_0_16"/>
          <p:cNvSpPr txBox="1"/>
          <p:nvPr/>
        </p:nvSpPr>
        <p:spPr>
          <a:xfrm>
            <a:off x="6048917" y="3038349"/>
            <a:ext cx="2374500" cy="333900"/>
          </a:xfrm>
          <a:prstGeom prst="rect">
            <a:avLst/>
          </a:prstGeom>
          <a:noFill/>
          <a:ln cap="flat" cmpd="sng" w="9525">
            <a:solidFill>
              <a:srgbClr val="ECE5B4"/>
            </a:solidFill>
            <a:prstDash val="solid"/>
            <a:round/>
            <a:headEnd len="sm" w="sm" type="none"/>
            <a:tailEnd len="sm" w="sm" type="none"/>
          </a:ln>
        </p:spPr>
        <p:txBody>
          <a:bodyPr anchorCtr="0" anchor="ctr" bIns="91425" lIns="91425" spcFirstLastPara="1" rIns="91425" wrap="square" tIns="91425">
            <a:noAutofit/>
          </a:bodyPr>
          <a:lstStyle/>
          <a:p>
            <a:pPr indent="0" lvl="0" marL="0" rtl="0" algn="r">
              <a:spcBef>
                <a:spcPts val="0"/>
              </a:spcBef>
              <a:spcAft>
                <a:spcPts val="0"/>
              </a:spcAft>
              <a:buNone/>
            </a:pPr>
            <a:r>
              <a:rPr lang="en" sz="1200">
                <a:solidFill>
                  <a:srgbClr val="ECE5B4"/>
                </a:solidFill>
                <a:latin typeface="Zen Dots"/>
                <a:ea typeface="Zen Dots"/>
                <a:cs typeface="Zen Dots"/>
                <a:sym typeface="Zen Dots"/>
              </a:rPr>
              <a:t>Gyr, Acc</a:t>
            </a:r>
            <a:endParaRPr sz="1200">
              <a:solidFill>
                <a:srgbClr val="ECE5B4"/>
              </a:solidFill>
              <a:latin typeface="Zen Dots"/>
              <a:ea typeface="Zen Dots"/>
              <a:cs typeface="Zen Dots"/>
              <a:sym typeface="Zen Dots"/>
            </a:endParaRPr>
          </a:p>
        </p:txBody>
      </p:sp>
      <p:grpSp>
        <p:nvGrpSpPr>
          <p:cNvPr id="1482" name="Google Shape;1482;g3b44d3f39a4_0_16"/>
          <p:cNvGrpSpPr/>
          <p:nvPr/>
        </p:nvGrpSpPr>
        <p:grpSpPr>
          <a:xfrm>
            <a:off x="720000" y="1412563"/>
            <a:ext cx="2867100" cy="218100"/>
            <a:chOff x="1290775" y="1427529"/>
            <a:chExt cx="2867100" cy="218100"/>
          </a:xfrm>
        </p:grpSpPr>
        <p:sp>
          <p:nvSpPr>
            <p:cNvPr id="1483" name="Google Shape;1483;g3b44d3f39a4_0_16"/>
            <p:cNvSpPr/>
            <p:nvPr/>
          </p:nvSpPr>
          <p:spPr>
            <a:xfrm>
              <a:off x="1290775" y="1427529"/>
              <a:ext cx="2867100" cy="218100"/>
            </a:xfrm>
            <a:prstGeom prst="rect">
              <a:avLst/>
            </a:prstGeom>
            <a:solidFill>
              <a:srgbClr val="ECE5B4"/>
            </a:solidFill>
            <a:ln cap="flat" cmpd="sng" w="9525">
              <a:solidFill>
                <a:srgbClr val="ECE5B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84" name="Google Shape;1484;g3b44d3f39a4_0_16"/>
            <p:cNvSpPr/>
            <p:nvPr/>
          </p:nvSpPr>
          <p:spPr>
            <a:xfrm>
              <a:off x="1405200" y="1486450"/>
              <a:ext cx="100200" cy="100200"/>
            </a:xfrm>
            <a:prstGeom prst="ellipse">
              <a:avLst/>
            </a:prstGeom>
            <a:solidFill>
              <a:srgbClr val="2F2B1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85" name="Google Shape;1485;g3b44d3f39a4_0_16"/>
            <p:cNvSpPr/>
            <p:nvPr/>
          </p:nvSpPr>
          <p:spPr>
            <a:xfrm>
              <a:off x="1588650" y="1486450"/>
              <a:ext cx="100200" cy="100200"/>
            </a:xfrm>
            <a:prstGeom prst="ellipse">
              <a:avLst/>
            </a:prstGeom>
            <a:solidFill>
              <a:srgbClr val="2F2B1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86" name="Google Shape;1486;g3b44d3f39a4_0_16"/>
            <p:cNvSpPr/>
            <p:nvPr/>
          </p:nvSpPr>
          <p:spPr>
            <a:xfrm>
              <a:off x="1772100" y="1486450"/>
              <a:ext cx="100200" cy="100200"/>
            </a:xfrm>
            <a:prstGeom prst="ellipse">
              <a:avLst/>
            </a:prstGeom>
            <a:solidFill>
              <a:srgbClr val="2F2B1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1487" name="Google Shape;1487;g3b44d3f39a4_0_16"/>
          <p:cNvSpPr/>
          <p:nvPr/>
        </p:nvSpPr>
        <p:spPr>
          <a:xfrm>
            <a:off x="3907871" y="1412307"/>
            <a:ext cx="2078074" cy="231862"/>
          </a:xfrm>
          <a:prstGeom prst="rect">
            <a:avLst/>
          </a:prstGeom>
          <a:solidFill>
            <a:srgbClr val="ECE5B4"/>
          </a:solidFill>
          <a:ln cap="flat" cmpd="sng" w="10125">
            <a:solidFill>
              <a:srgbClr val="ECE5B4"/>
            </a:solidFill>
            <a:prstDash val="solid"/>
            <a:round/>
            <a:headEnd len="sm" w="sm" type="none"/>
            <a:tailEnd len="sm" w="sm" type="none"/>
          </a:ln>
        </p:spPr>
        <p:txBody>
          <a:bodyPr anchorCtr="0" anchor="ctr" bIns="97225" lIns="97225" spcFirstLastPara="1" rIns="97225" wrap="square" tIns="97225">
            <a:noAutofit/>
          </a:bodyPr>
          <a:lstStyle/>
          <a:p>
            <a:pPr indent="0" lvl="0" marL="0" marR="0" rtl="0" algn="l">
              <a:lnSpc>
                <a:spcPct val="100000"/>
              </a:lnSpc>
              <a:spcBef>
                <a:spcPts val="0"/>
              </a:spcBef>
              <a:spcAft>
                <a:spcPts val="0"/>
              </a:spcAft>
              <a:buClr>
                <a:srgbClr val="000000"/>
              </a:buClr>
              <a:buSzPts val="1489"/>
              <a:buFont typeface="Arial"/>
              <a:buNone/>
            </a:pPr>
            <a:r>
              <a:t/>
            </a:r>
            <a:endParaRPr b="0" i="0" sz="1488" u="none" cap="none" strike="noStrike">
              <a:solidFill>
                <a:srgbClr val="000000"/>
              </a:solidFill>
              <a:latin typeface="Arial"/>
              <a:ea typeface="Arial"/>
              <a:cs typeface="Arial"/>
              <a:sym typeface="Arial"/>
            </a:endParaRPr>
          </a:p>
        </p:txBody>
      </p:sp>
      <p:grpSp>
        <p:nvGrpSpPr>
          <p:cNvPr id="1488" name="Google Shape;1488;g3b44d3f39a4_0_16"/>
          <p:cNvGrpSpPr/>
          <p:nvPr/>
        </p:nvGrpSpPr>
        <p:grpSpPr>
          <a:xfrm>
            <a:off x="4044650" y="1478146"/>
            <a:ext cx="467100" cy="100200"/>
            <a:chOff x="1405200" y="1486450"/>
            <a:chExt cx="467100" cy="100200"/>
          </a:xfrm>
        </p:grpSpPr>
        <p:sp>
          <p:nvSpPr>
            <p:cNvPr id="1489" name="Google Shape;1489;g3b44d3f39a4_0_16"/>
            <p:cNvSpPr/>
            <p:nvPr/>
          </p:nvSpPr>
          <p:spPr>
            <a:xfrm>
              <a:off x="1405200" y="1486450"/>
              <a:ext cx="100200" cy="100200"/>
            </a:xfrm>
            <a:prstGeom prst="ellipse">
              <a:avLst/>
            </a:prstGeom>
            <a:solidFill>
              <a:srgbClr val="2F2B1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90" name="Google Shape;1490;g3b44d3f39a4_0_16"/>
            <p:cNvSpPr/>
            <p:nvPr/>
          </p:nvSpPr>
          <p:spPr>
            <a:xfrm>
              <a:off x="1588650" y="1486450"/>
              <a:ext cx="100200" cy="100200"/>
            </a:xfrm>
            <a:prstGeom prst="ellipse">
              <a:avLst/>
            </a:prstGeom>
            <a:solidFill>
              <a:srgbClr val="2F2B1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91" name="Google Shape;1491;g3b44d3f39a4_0_16"/>
            <p:cNvSpPr/>
            <p:nvPr/>
          </p:nvSpPr>
          <p:spPr>
            <a:xfrm>
              <a:off x="1772100" y="1486450"/>
              <a:ext cx="100200" cy="100200"/>
            </a:xfrm>
            <a:prstGeom prst="ellipse">
              <a:avLst/>
            </a:prstGeom>
            <a:solidFill>
              <a:srgbClr val="2F2B1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492" name="Google Shape;1492;g3b44d3f39a4_0_16"/>
          <p:cNvGrpSpPr/>
          <p:nvPr/>
        </p:nvGrpSpPr>
        <p:grpSpPr>
          <a:xfrm>
            <a:off x="4044650" y="2879196"/>
            <a:ext cx="467100" cy="100200"/>
            <a:chOff x="1405200" y="1486450"/>
            <a:chExt cx="467100" cy="100200"/>
          </a:xfrm>
        </p:grpSpPr>
        <p:sp>
          <p:nvSpPr>
            <p:cNvPr id="1493" name="Google Shape;1493;g3b44d3f39a4_0_16"/>
            <p:cNvSpPr/>
            <p:nvPr/>
          </p:nvSpPr>
          <p:spPr>
            <a:xfrm>
              <a:off x="1405200" y="1486450"/>
              <a:ext cx="100200" cy="100200"/>
            </a:xfrm>
            <a:prstGeom prst="ellipse">
              <a:avLst/>
            </a:prstGeom>
            <a:solidFill>
              <a:srgbClr val="2F2B1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94" name="Google Shape;1494;g3b44d3f39a4_0_16"/>
            <p:cNvSpPr/>
            <p:nvPr/>
          </p:nvSpPr>
          <p:spPr>
            <a:xfrm>
              <a:off x="1588650" y="1486450"/>
              <a:ext cx="100200" cy="100200"/>
            </a:xfrm>
            <a:prstGeom prst="ellipse">
              <a:avLst/>
            </a:prstGeom>
            <a:solidFill>
              <a:srgbClr val="2F2B1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95" name="Google Shape;1495;g3b44d3f39a4_0_16"/>
            <p:cNvSpPr/>
            <p:nvPr/>
          </p:nvSpPr>
          <p:spPr>
            <a:xfrm>
              <a:off x="1772100" y="1486450"/>
              <a:ext cx="100200" cy="100200"/>
            </a:xfrm>
            <a:prstGeom prst="ellipse">
              <a:avLst/>
            </a:prstGeom>
            <a:solidFill>
              <a:srgbClr val="2F2B1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1496" name="Google Shape;1496;g3b44d3f39a4_0_16"/>
          <p:cNvSpPr/>
          <p:nvPr/>
        </p:nvSpPr>
        <p:spPr>
          <a:xfrm>
            <a:off x="6345853" y="1644757"/>
            <a:ext cx="2078100" cy="935100"/>
          </a:xfrm>
          <a:prstGeom prst="rect">
            <a:avLst/>
          </a:prstGeom>
          <a:solidFill>
            <a:srgbClr val="7C7C7C">
              <a:alpha val="14120"/>
            </a:srgbClr>
          </a:solidFill>
          <a:ln>
            <a:noFill/>
          </a:ln>
        </p:spPr>
        <p:txBody>
          <a:bodyPr anchorCtr="0" anchor="ctr" bIns="86475" lIns="86475" spcFirstLastPara="1" rIns="86475" wrap="square" tIns="86475">
            <a:noAutofit/>
          </a:bodyPr>
          <a:lstStyle/>
          <a:p>
            <a:pPr indent="0" lvl="0" marL="0" marR="0" rtl="0" algn="l">
              <a:lnSpc>
                <a:spcPct val="100000"/>
              </a:lnSpc>
              <a:spcBef>
                <a:spcPts val="0"/>
              </a:spcBef>
              <a:spcAft>
                <a:spcPts val="0"/>
              </a:spcAft>
              <a:buClr>
                <a:srgbClr val="000000"/>
              </a:buClr>
              <a:buSzPts val="1324"/>
              <a:buFont typeface="Arial"/>
              <a:buNone/>
            </a:pPr>
            <a:r>
              <a:t/>
            </a:r>
            <a:endParaRPr b="0" i="0" sz="1324" u="none" cap="none" strike="noStrike">
              <a:solidFill>
                <a:srgbClr val="000000"/>
              </a:solidFill>
              <a:latin typeface="Arial"/>
              <a:ea typeface="Arial"/>
              <a:cs typeface="Arial"/>
              <a:sym typeface="Arial"/>
            </a:endParaRPr>
          </a:p>
        </p:txBody>
      </p:sp>
      <p:sp>
        <p:nvSpPr>
          <p:cNvPr id="1497" name="Google Shape;1497;g3b44d3f39a4_0_16"/>
          <p:cNvSpPr txBox="1"/>
          <p:nvPr/>
        </p:nvSpPr>
        <p:spPr>
          <a:xfrm>
            <a:off x="6345850" y="1644775"/>
            <a:ext cx="2078100" cy="467400"/>
          </a:xfrm>
          <a:prstGeom prst="rect">
            <a:avLst/>
          </a:prstGeom>
          <a:noFill/>
          <a:ln cap="flat" cmpd="sng" w="9000">
            <a:solidFill>
              <a:srgbClr val="ECE5B4"/>
            </a:solidFill>
            <a:prstDash val="solid"/>
            <a:round/>
            <a:headEnd len="sm" w="sm" type="none"/>
            <a:tailEnd len="sm" w="sm" type="none"/>
          </a:ln>
        </p:spPr>
        <p:txBody>
          <a:bodyPr anchorCtr="0" anchor="ctr" bIns="86475" lIns="86475" spcFirstLastPara="1" rIns="86475" wrap="square" tIns="86475">
            <a:noAutofit/>
          </a:bodyPr>
          <a:lstStyle/>
          <a:p>
            <a:pPr indent="0" lvl="0" marL="0" rtl="0" algn="l">
              <a:spcBef>
                <a:spcPts val="0"/>
              </a:spcBef>
              <a:spcAft>
                <a:spcPts val="0"/>
              </a:spcAft>
              <a:buNone/>
            </a:pPr>
            <a:r>
              <a:rPr lang="en" sz="1300">
                <a:solidFill>
                  <a:srgbClr val="F673A9"/>
                </a:solidFill>
                <a:latin typeface="Zen Dots"/>
                <a:ea typeface="Zen Dots"/>
                <a:cs typeface="Zen Dots"/>
                <a:sym typeface="Zen Dots"/>
              </a:rPr>
              <a:t>Movimento</a:t>
            </a:r>
            <a:endParaRPr sz="1300">
              <a:solidFill>
                <a:srgbClr val="F673A9"/>
              </a:solidFill>
              <a:latin typeface="Zen Dots"/>
              <a:ea typeface="Zen Dots"/>
              <a:cs typeface="Zen Dots"/>
              <a:sym typeface="Zen Dots"/>
            </a:endParaRPr>
          </a:p>
        </p:txBody>
      </p:sp>
      <p:sp>
        <p:nvSpPr>
          <p:cNvPr id="1498" name="Google Shape;1498;g3b44d3f39a4_0_16"/>
          <p:cNvSpPr txBox="1"/>
          <p:nvPr/>
        </p:nvSpPr>
        <p:spPr>
          <a:xfrm>
            <a:off x="6345871" y="2112501"/>
            <a:ext cx="2078100" cy="467400"/>
          </a:xfrm>
          <a:prstGeom prst="rect">
            <a:avLst/>
          </a:prstGeom>
          <a:noFill/>
          <a:ln cap="flat" cmpd="sng" w="9000">
            <a:solidFill>
              <a:srgbClr val="ECE5B4"/>
            </a:solidFill>
            <a:prstDash val="solid"/>
            <a:round/>
            <a:headEnd len="sm" w="sm" type="none"/>
            <a:tailEnd len="sm" w="sm" type="none"/>
          </a:ln>
        </p:spPr>
        <p:txBody>
          <a:bodyPr anchorCtr="0" anchor="t" bIns="86475" lIns="86475" spcFirstLastPara="1" rIns="86475" wrap="square" tIns="86475">
            <a:noAutofit/>
          </a:bodyPr>
          <a:lstStyle/>
          <a:p>
            <a:pPr indent="0" lvl="0" marL="0" rtl="0" algn="l">
              <a:spcBef>
                <a:spcPts val="0"/>
              </a:spcBef>
              <a:spcAft>
                <a:spcPts val="0"/>
              </a:spcAft>
              <a:buNone/>
            </a:pPr>
            <a:r>
              <a:rPr b="1" lang="en" sz="1324">
                <a:solidFill>
                  <a:srgbClr val="2F2B19"/>
                </a:solidFill>
                <a:highlight>
                  <a:srgbClr val="ECE5B4"/>
                </a:highlight>
                <a:latin typeface="Anaheim"/>
                <a:ea typeface="Anaheim"/>
                <a:cs typeface="Anaheim"/>
                <a:sym typeface="Anaheim"/>
              </a:rPr>
              <a:t>isMoving </a:t>
            </a:r>
            <a:r>
              <a:rPr b="1" lang="en" sz="1324">
                <a:solidFill>
                  <a:schemeClr val="lt1"/>
                </a:solidFill>
                <a:latin typeface="Anaheim"/>
                <a:ea typeface="Anaheim"/>
                <a:cs typeface="Anaheim"/>
                <a:sym typeface="Anaheim"/>
              </a:rPr>
              <a:t>= {0, 100}</a:t>
            </a:r>
            <a:endParaRPr b="1" sz="1324">
              <a:solidFill>
                <a:schemeClr val="lt1"/>
              </a:solidFill>
              <a:latin typeface="Anaheim"/>
              <a:ea typeface="Anaheim"/>
              <a:cs typeface="Anaheim"/>
              <a:sym typeface="Anaheim"/>
            </a:endParaRPr>
          </a:p>
        </p:txBody>
      </p:sp>
      <p:sp>
        <p:nvSpPr>
          <p:cNvPr id="1499" name="Google Shape;1499;g3b44d3f39a4_0_16"/>
          <p:cNvSpPr/>
          <p:nvPr/>
        </p:nvSpPr>
        <p:spPr>
          <a:xfrm>
            <a:off x="6345896" y="1412582"/>
            <a:ext cx="2078100" cy="231900"/>
          </a:xfrm>
          <a:prstGeom prst="rect">
            <a:avLst/>
          </a:prstGeom>
          <a:solidFill>
            <a:srgbClr val="ECE5B4"/>
          </a:solidFill>
          <a:ln cap="flat" cmpd="sng" w="10125">
            <a:solidFill>
              <a:srgbClr val="ECE5B4"/>
            </a:solidFill>
            <a:prstDash val="solid"/>
            <a:round/>
            <a:headEnd len="sm" w="sm" type="none"/>
            <a:tailEnd len="sm" w="sm" type="none"/>
          </a:ln>
        </p:spPr>
        <p:txBody>
          <a:bodyPr anchorCtr="0" anchor="ctr" bIns="97225" lIns="97225" spcFirstLastPara="1" rIns="97225" wrap="square" tIns="97225">
            <a:noAutofit/>
          </a:bodyPr>
          <a:lstStyle/>
          <a:p>
            <a:pPr indent="0" lvl="0" marL="0" marR="0" rtl="0" algn="l">
              <a:lnSpc>
                <a:spcPct val="100000"/>
              </a:lnSpc>
              <a:spcBef>
                <a:spcPts val="0"/>
              </a:spcBef>
              <a:spcAft>
                <a:spcPts val="0"/>
              </a:spcAft>
              <a:buClr>
                <a:srgbClr val="000000"/>
              </a:buClr>
              <a:buSzPts val="1489"/>
              <a:buFont typeface="Arial"/>
              <a:buNone/>
            </a:pPr>
            <a:r>
              <a:t/>
            </a:r>
            <a:endParaRPr b="0" i="0" sz="1488" u="none" cap="none" strike="noStrike">
              <a:solidFill>
                <a:srgbClr val="000000"/>
              </a:solidFill>
              <a:latin typeface="Arial"/>
              <a:ea typeface="Arial"/>
              <a:cs typeface="Arial"/>
              <a:sym typeface="Arial"/>
            </a:endParaRPr>
          </a:p>
        </p:txBody>
      </p:sp>
      <p:grpSp>
        <p:nvGrpSpPr>
          <p:cNvPr id="1500" name="Google Shape;1500;g3b44d3f39a4_0_16"/>
          <p:cNvGrpSpPr/>
          <p:nvPr/>
        </p:nvGrpSpPr>
        <p:grpSpPr>
          <a:xfrm>
            <a:off x="6482675" y="1478421"/>
            <a:ext cx="467100" cy="100200"/>
            <a:chOff x="1405200" y="1486450"/>
            <a:chExt cx="467100" cy="100200"/>
          </a:xfrm>
        </p:grpSpPr>
        <p:sp>
          <p:nvSpPr>
            <p:cNvPr id="1501" name="Google Shape;1501;g3b44d3f39a4_0_16"/>
            <p:cNvSpPr/>
            <p:nvPr/>
          </p:nvSpPr>
          <p:spPr>
            <a:xfrm>
              <a:off x="1405200" y="1486450"/>
              <a:ext cx="100200" cy="100200"/>
            </a:xfrm>
            <a:prstGeom prst="ellipse">
              <a:avLst/>
            </a:prstGeom>
            <a:solidFill>
              <a:srgbClr val="2F2B1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02" name="Google Shape;1502;g3b44d3f39a4_0_16"/>
            <p:cNvSpPr/>
            <p:nvPr/>
          </p:nvSpPr>
          <p:spPr>
            <a:xfrm>
              <a:off x="1588650" y="1486450"/>
              <a:ext cx="100200" cy="100200"/>
            </a:xfrm>
            <a:prstGeom prst="ellipse">
              <a:avLst/>
            </a:prstGeom>
            <a:solidFill>
              <a:srgbClr val="2F2B1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03" name="Google Shape;1503;g3b44d3f39a4_0_16"/>
            <p:cNvSpPr/>
            <p:nvPr/>
          </p:nvSpPr>
          <p:spPr>
            <a:xfrm>
              <a:off x="1772100" y="1486450"/>
              <a:ext cx="100200" cy="100200"/>
            </a:xfrm>
            <a:prstGeom prst="ellipse">
              <a:avLst/>
            </a:prstGeom>
            <a:solidFill>
              <a:srgbClr val="2F2B1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07" name="Shape 1507"/>
        <p:cNvGrpSpPr/>
        <p:nvPr/>
      </p:nvGrpSpPr>
      <p:grpSpPr>
        <a:xfrm>
          <a:off x="0" y="0"/>
          <a:ext cx="0" cy="0"/>
          <a:chOff x="0" y="0"/>
          <a:chExt cx="0" cy="0"/>
        </a:xfrm>
      </p:grpSpPr>
      <p:sp>
        <p:nvSpPr>
          <p:cNvPr id="1508" name="Google Shape;1508;g3b3d817690b_0_393"/>
          <p:cNvSpPr/>
          <p:nvPr/>
        </p:nvSpPr>
        <p:spPr>
          <a:xfrm>
            <a:off x="5662050" y="5070900"/>
            <a:ext cx="34750" cy="30525"/>
          </a:xfrm>
          <a:custGeom>
            <a:rect b="b" l="l" r="r" t="t"/>
            <a:pathLst>
              <a:path extrusionOk="0" h="1221" w="1390">
                <a:moveTo>
                  <a:pt x="695" y="1"/>
                </a:moveTo>
                <a:cubicBezTo>
                  <a:pt x="584" y="1"/>
                  <a:pt x="471" y="31"/>
                  <a:pt x="370" y="95"/>
                </a:cubicBezTo>
                <a:cubicBezTo>
                  <a:pt x="84" y="274"/>
                  <a:pt x="0" y="651"/>
                  <a:pt x="179" y="936"/>
                </a:cubicBezTo>
                <a:cubicBezTo>
                  <a:pt x="295" y="1119"/>
                  <a:pt x="493" y="1220"/>
                  <a:pt x="695" y="1220"/>
                </a:cubicBezTo>
                <a:cubicBezTo>
                  <a:pt x="807" y="1220"/>
                  <a:pt x="919" y="1190"/>
                  <a:pt x="1020" y="1126"/>
                </a:cubicBezTo>
                <a:cubicBezTo>
                  <a:pt x="1305" y="947"/>
                  <a:pt x="1390" y="569"/>
                  <a:pt x="1209" y="285"/>
                </a:cubicBezTo>
                <a:cubicBezTo>
                  <a:pt x="1094" y="101"/>
                  <a:pt x="897" y="1"/>
                  <a:pt x="695" y="1"/>
                </a:cubicBezTo>
                <a:close/>
              </a:path>
            </a:pathLst>
          </a:cu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09" name="Google Shape;1509;g3b3d817690b_0_393"/>
          <p:cNvSpPr/>
          <p:nvPr/>
        </p:nvSpPr>
        <p:spPr>
          <a:xfrm>
            <a:off x="5542700" y="5071450"/>
            <a:ext cx="48725" cy="42700"/>
          </a:xfrm>
          <a:custGeom>
            <a:rect b="b" l="l" r="r" t="t"/>
            <a:pathLst>
              <a:path extrusionOk="0" h="1708" w="1949">
                <a:moveTo>
                  <a:pt x="974" y="0"/>
                </a:moveTo>
                <a:cubicBezTo>
                  <a:pt x="819" y="0"/>
                  <a:pt x="661" y="43"/>
                  <a:pt x="520" y="132"/>
                </a:cubicBezTo>
                <a:cubicBezTo>
                  <a:pt x="121" y="383"/>
                  <a:pt x="1" y="911"/>
                  <a:pt x="253" y="1309"/>
                </a:cubicBezTo>
                <a:cubicBezTo>
                  <a:pt x="415" y="1567"/>
                  <a:pt x="692" y="1708"/>
                  <a:pt x="975" y="1708"/>
                </a:cubicBezTo>
                <a:cubicBezTo>
                  <a:pt x="1131" y="1708"/>
                  <a:pt x="1288" y="1665"/>
                  <a:pt x="1430" y="1576"/>
                </a:cubicBezTo>
                <a:cubicBezTo>
                  <a:pt x="1829" y="1324"/>
                  <a:pt x="1949" y="797"/>
                  <a:pt x="1697" y="399"/>
                </a:cubicBezTo>
                <a:cubicBezTo>
                  <a:pt x="1535" y="141"/>
                  <a:pt x="1258" y="0"/>
                  <a:pt x="974" y="0"/>
                </a:cubicBezTo>
                <a:close/>
              </a:path>
            </a:pathLst>
          </a:cu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10" name="Google Shape;1510;g3b3d817690b_0_393"/>
          <p:cNvSpPr txBox="1"/>
          <p:nvPr>
            <p:ph type="title"/>
          </p:nvPr>
        </p:nvSpPr>
        <p:spPr>
          <a:xfrm>
            <a:off x="720725" y="1973900"/>
            <a:ext cx="6111600" cy="930600"/>
          </a:xfrm>
          <a:prstGeom prst="rect">
            <a:avLst/>
          </a:prstGeom>
          <a:noFill/>
          <a:ln>
            <a:noFill/>
          </a:ln>
        </p:spPr>
        <p:txBody>
          <a:bodyPr anchorCtr="0" anchor="ctr" bIns="91425" lIns="91425" spcFirstLastPara="1" rIns="91425" wrap="square" tIns="91425">
            <a:noAutofit/>
          </a:bodyPr>
          <a:lstStyle/>
          <a:p>
            <a:pPr indent="0" lvl="0" marL="0" rtl="0" algn="ctr">
              <a:lnSpc>
                <a:spcPct val="100000"/>
              </a:lnSpc>
              <a:spcBef>
                <a:spcPts val="0"/>
              </a:spcBef>
              <a:spcAft>
                <a:spcPts val="0"/>
              </a:spcAft>
              <a:buSzPts val="3600"/>
              <a:buNone/>
            </a:pPr>
            <a:r>
              <a:rPr lang="en" sz="4600"/>
              <a:t>ANALISI DEI DATI</a:t>
            </a:r>
            <a:endParaRPr sz="46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14" name="Shape 1514"/>
        <p:cNvGrpSpPr/>
        <p:nvPr/>
      </p:nvGrpSpPr>
      <p:grpSpPr>
        <a:xfrm>
          <a:off x="0" y="0"/>
          <a:ext cx="0" cy="0"/>
          <a:chOff x="0" y="0"/>
          <a:chExt cx="0" cy="0"/>
        </a:xfrm>
      </p:grpSpPr>
      <p:sp>
        <p:nvSpPr>
          <p:cNvPr id="1515" name="Google Shape;1515;g3b44d3f39a4_0_166"/>
          <p:cNvSpPr txBox="1"/>
          <p:nvPr>
            <p:ph type="title"/>
          </p:nvPr>
        </p:nvSpPr>
        <p:spPr>
          <a:xfrm>
            <a:off x="667050" y="808700"/>
            <a:ext cx="4006200" cy="2247600"/>
          </a:xfrm>
          <a:prstGeom prst="rect">
            <a:avLst/>
          </a:prstGeom>
          <a:ln cap="flat" cmpd="sng" w="9525">
            <a:solidFill>
              <a:schemeClr val="accent6"/>
            </a:solidFill>
            <a:prstDash val="solid"/>
            <a:round/>
            <a:headEnd len="sm" w="sm" type="none"/>
            <a:tailEnd len="sm" w="sm" type="none"/>
          </a:ln>
        </p:spPr>
        <p:txBody>
          <a:bodyPr anchorCtr="0" anchor="ctr" bIns="91425" lIns="91425" spcFirstLastPara="1" rIns="91425" wrap="square" tIns="91425">
            <a:noAutofit/>
          </a:bodyPr>
          <a:lstStyle/>
          <a:p>
            <a:pPr indent="-311150" lvl="0" marL="457200" rtl="0" algn="l">
              <a:spcBef>
                <a:spcPts val="0"/>
              </a:spcBef>
              <a:spcAft>
                <a:spcPts val="0"/>
              </a:spcAft>
              <a:buClr>
                <a:schemeClr val="accent6"/>
              </a:buClr>
              <a:buSzPts val="1300"/>
              <a:buChar char="●"/>
            </a:pPr>
            <a:r>
              <a:rPr lang="en" sz="1500">
                <a:solidFill>
                  <a:schemeClr val="accent6"/>
                </a:solidFill>
              </a:rPr>
              <a:t>Creazione </a:t>
            </a:r>
            <a:r>
              <a:rPr lang="en" sz="1500">
                <a:highlight>
                  <a:schemeClr val="accent2"/>
                </a:highlight>
              </a:rPr>
              <a:t>CSV</a:t>
            </a:r>
            <a:endParaRPr sz="1500">
              <a:highlight>
                <a:schemeClr val="accent2"/>
              </a:highlight>
            </a:endParaRPr>
          </a:p>
          <a:p>
            <a:pPr indent="-311150" lvl="0" marL="457200" rtl="0" algn="l">
              <a:spcBef>
                <a:spcPts val="0"/>
              </a:spcBef>
              <a:spcAft>
                <a:spcPts val="0"/>
              </a:spcAft>
              <a:buClr>
                <a:schemeClr val="accent6"/>
              </a:buClr>
              <a:buSzPts val="1300"/>
              <a:buChar char="●"/>
            </a:pPr>
            <a:r>
              <a:rPr lang="en" sz="1500">
                <a:solidFill>
                  <a:schemeClr val="accent6"/>
                </a:solidFill>
              </a:rPr>
              <a:t>Data Cleaning</a:t>
            </a:r>
            <a:endParaRPr sz="1500">
              <a:solidFill>
                <a:schemeClr val="accent6"/>
              </a:solidFill>
            </a:endParaRPr>
          </a:p>
          <a:p>
            <a:pPr indent="-311150" lvl="0" marL="457200" rtl="0" algn="l">
              <a:spcBef>
                <a:spcPts val="0"/>
              </a:spcBef>
              <a:spcAft>
                <a:spcPts val="0"/>
              </a:spcAft>
              <a:buClr>
                <a:schemeClr val="accent6"/>
              </a:buClr>
              <a:buSzPts val="1300"/>
              <a:buChar char="●"/>
            </a:pPr>
            <a:r>
              <a:rPr lang="en" sz="1500">
                <a:solidFill>
                  <a:schemeClr val="accent6"/>
                </a:solidFill>
              </a:rPr>
              <a:t>Calcolo </a:t>
            </a:r>
            <a:r>
              <a:rPr lang="en" sz="1500">
                <a:highlight>
                  <a:schemeClr val="accent2"/>
                </a:highlight>
              </a:rPr>
              <a:t>isMoving</a:t>
            </a:r>
            <a:endParaRPr sz="1500">
              <a:highlight>
                <a:schemeClr val="accent2"/>
              </a:highlight>
            </a:endParaRPr>
          </a:p>
          <a:p>
            <a:pPr indent="-311150" lvl="0" marL="457200" rtl="0" algn="l">
              <a:spcBef>
                <a:spcPts val="0"/>
              </a:spcBef>
              <a:spcAft>
                <a:spcPts val="0"/>
              </a:spcAft>
              <a:buClr>
                <a:schemeClr val="accent6"/>
              </a:buClr>
              <a:buSzPts val="1300"/>
              <a:buChar char="●"/>
            </a:pPr>
            <a:r>
              <a:rPr lang="en" sz="1500">
                <a:solidFill>
                  <a:schemeClr val="accent6"/>
                </a:solidFill>
              </a:rPr>
              <a:t>Aggregazione sensori</a:t>
            </a:r>
            <a:endParaRPr sz="1500">
              <a:solidFill>
                <a:schemeClr val="accent6"/>
              </a:solidFill>
            </a:endParaRPr>
          </a:p>
          <a:p>
            <a:pPr indent="-311150" lvl="0" marL="457200" rtl="0" algn="l">
              <a:spcBef>
                <a:spcPts val="0"/>
              </a:spcBef>
              <a:spcAft>
                <a:spcPts val="0"/>
              </a:spcAft>
              <a:buClr>
                <a:schemeClr val="accent6"/>
              </a:buClr>
              <a:buSzPts val="1300"/>
              <a:buChar char="●"/>
            </a:pPr>
            <a:r>
              <a:rPr lang="en" sz="1500">
                <a:solidFill>
                  <a:schemeClr val="accent6"/>
                </a:solidFill>
              </a:rPr>
              <a:t>Analisi esplorativa</a:t>
            </a:r>
            <a:endParaRPr sz="1500">
              <a:solidFill>
                <a:schemeClr val="accent6"/>
              </a:solidFill>
            </a:endParaRPr>
          </a:p>
          <a:p>
            <a:pPr indent="-311150" lvl="0" marL="457200" rtl="0" algn="l">
              <a:spcBef>
                <a:spcPts val="0"/>
              </a:spcBef>
              <a:spcAft>
                <a:spcPts val="0"/>
              </a:spcAft>
              <a:buClr>
                <a:schemeClr val="accent6"/>
              </a:buClr>
              <a:buSzPts val="1300"/>
              <a:buChar char="●"/>
            </a:pPr>
            <a:r>
              <a:rPr lang="en" sz="1500">
                <a:solidFill>
                  <a:schemeClr val="accent6"/>
                </a:solidFill>
              </a:rPr>
              <a:t>Visualizzazione</a:t>
            </a:r>
            <a:endParaRPr sz="1500">
              <a:solidFill>
                <a:schemeClr val="accent6"/>
              </a:solidFill>
            </a:endParaRPr>
          </a:p>
          <a:p>
            <a:pPr indent="-311150" lvl="0" marL="457200" rtl="0" algn="l">
              <a:spcBef>
                <a:spcPts val="0"/>
              </a:spcBef>
              <a:spcAft>
                <a:spcPts val="0"/>
              </a:spcAft>
              <a:buClr>
                <a:schemeClr val="accent6"/>
              </a:buClr>
              <a:buSzPts val="1300"/>
              <a:buChar char="●"/>
            </a:pPr>
            <a:r>
              <a:rPr lang="en" sz="1500">
                <a:solidFill>
                  <a:schemeClr val="accent6"/>
                </a:solidFill>
              </a:rPr>
              <a:t>Calcolo correlazioni</a:t>
            </a:r>
            <a:endParaRPr sz="1500">
              <a:solidFill>
                <a:schemeClr val="accent6"/>
              </a:solidFill>
            </a:endParaRPr>
          </a:p>
          <a:p>
            <a:pPr indent="-311150" lvl="0" marL="457200" rtl="0" algn="l">
              <a:spcBef>
                <a:spcPts val="0"/>
              </a:spcBef>
              <a:spcAft>
                <a:spcPts val="0"/>
              </a:spcAft>
              <a:buClr>
                <a:schemeClr val="accent6"/>
              </a:buClr>
              <a:buSzPts val="1300"/>
              <a:buChar char="●"/>
            </a:pPr>
            <a:r>
              <a:rPr lang="en" sz="1500">
                <a:solidFill>
                  <a:schemeClr val="accent6"/>
                </a:solidFill>
              </a:rPr>
              <a:t>Analisi </a:t>
            </a:r>
            <a:r>
              <a:rPr lang="en" sz="1500">
                <a:solidFill>
                  <a:schemeClr val="accent6"/>
                </a:solidFill>
              </a:rPr>
              <a:t>temporale</a:t>
            </a:r>
            <a:endParaRPr sz="1500">
              <a:solidFill>
                <a:schemeClr val="accent6"/>
              </a:solidFill>
            </a:endParaRPr>
          </a:p>
        </p:txBody>
      </p:sp>
      <p:pic>
        <p:nvPicPr>
          <p:cNvPr id="1516" name="Google Shape;1516;g3b44d3f39a4_0_166" title="singola_registrazione.png"/>
          <p:cNvPicPr preferRelativeResize="0"/>
          <p:nvPr/>
        </p:nvPicPr>
        <p:blipFill>
          <a:blip r:embed="rId3">
            <a:alphaModFix/>
          </a:blip>
          <a:stretch>
            <a:fillRect/>
          </a:stretch>
        </p:blipFill>
        <p:spPr>
          <a:xfrm>
            <a:off x="4873027" y="808688"/>
            <a:ext cx="3550250" cy="1347517"/>
          </a:xfrm>
          <a:prstGeom prst="rect">
            <a:avLst/>
          </a:prstGeom>
          <a:noFill/>
          <a:ln>
            <a:noFill/>
          </a:ln>
        </p:spPr>
      </p:pic>
      <p:pic>
        <p:nvPicPr>
          <p:cNvPr id="1517" name="Google Shape;1517;g3b44d3f39a4_0_166" title="violin_plot.png"/>
          <p:cNvPicPr preferRelativeResize="0"/>
          <p:nvPr/>
        </p:nvPicPr>
        <p:blipFill>
          <a:blip r:embed="rId4">
            <a:alphaModFix/>
          </a:blip>
          <a:stretch>
            <a:fillRect/>
          </a:stretch>
        </p:blipFill>
        <p:spPr>
          <a:xfrm>
            <a:off x="667050" y="3256250"/>
            <a:ext cx="4816788" cy="1347500"/>
          </a:xfrm>
          <a:prstGeom prst="rect">
            <a:avLst/>
          </a:prstGeom>
          <a:noFill/>
          <a:ln>
            <a:noFill/>
          </a:ln>
        </p:spPr>
      </p:pic>
      <p:sp>
        <p:nvSpPr>
          <p:cNvPr id="1518" name="Google Shape;1518;g3b44d3f39a4_0_166"/>
          <p:cNvSpPr txBox="1"/>
          <p:nvPr/>
        </p:nvSpPr>
        <p:spPr>
          <a:xfrm>
            <a:off x="5620800" y="2322400"/>
            <a:ext cx="2802600" cy="2281500"/>
          </a:xfrm>
          <a:prstGeom prst="rect">
            <a:avLst/>
          </a:prstGeom>
          <a:noFill/>
          <a:ln cap="flat" cmpd="sng" w="9525">
            <a:solidFill>
              <a:schemeClr val="accent6"/>
            </a:solidFill>
            <a:prstDash val="solid"/>
            <a:round/>
            <a:headEnd len="sm" w="sm" type="none"/>
            <a:tailEnd len="sm" w="sm" type="none"/>
          </a:ln>
        </p:spPr>
        <p:txBody>
          <a:bodyPr anchorCtr="0" anchor="t" bIns="91425" lIns="91425" spcFirstLastPara="1" rIns="91425" wrap="square" tIns="91425">
            <a:noAutofit/>
          </a:bodyPr>
          <a:lstStyle/>
          <a:p>
            <a:pPr indent="0" lvl="0" marL="0" rtl="0" algn="r">
              <a:spcBef>
                <a:spcPts val="0"/>
              </a:spcBef>
              <a:spcAft>
                <a:spcPts val="0"/>
              </a:spcAft>
              <a:buNone/>
            </a:pPr>
            <a:r>
              <a:rPr lang="en" sz="2000">
                <a:solidFill>
                  <a:schemeClr val="accent6"/>
                </a:solidFill>
                <a:highlight>
                  <a:schemeClr val="dk2"/>
                </a:highlight>
                <a:latin typeface="Zen Dots"/>
                <a:ea typeface="Zen Dots"/>
                <a:cs typeface="Zen Dots"/>
                <a:sym typeface="Zen Dots"/>
              </a:rPr>
              <a:t>Distribuzioni</a:t>
            </a:r>
            <a:endParaRPr sz="2000">
              <a:solidFill>
                <a:schemeClr val="accent6"/>
              </a:solidFill>
              <a:highlight>
                <a:schemeClr val="dk2"/>
              </a:highlight>
              <a:latin typeface="Zen Dots"/>
              <a:ea typeface="Zen Dots"/>
              <a:cs typeface="Zen Dots"/>
              <a:sym typeface="Zen Dots"/>
            </a:endParaRPr>
          </a:p>
          <a:p>
            <a:pPr indent="-196850" lvl="0" marL="285750" rtl="0" algn="l">
              <a:spcBef>
                <a:spcPts val="0"/>
              </a:spcBef>
              <a:spcAft>
                <a:spcPts val="0"/>
              </a:spcAft>
              <a:buClr>
                <a:schemeClr val="accent6"/>
              </a:buClr>
              <a:buSzPts val="1300"/>
              <a:buFont typeface="Zen Dots"/>
              <a:buChar char="●"/>
            </a:pPr>
            <a:r>
              <a:rPr lang="en" sz="1300">
                <a:solidFill>
                  <a:schemeClr val="dk2"/>
                </a:solidFill>
                <a:highlight>
                  <a:schemeClr val="accent2"/>
                </a:highlight>
                <a:latin typeface="Zen Dots"/>
                <a:ea typeface="Zen Dots"/>
                <a:cs typeface="Zen Dots"/>
                <a:sym typeface="Zen Dots"/>
              </a:rPr>
              <a:t>Lum</a:t>
            </a:r>
            <a:r>
              <a:rPr lang="en" sz="1300">
                <a:solidFill>
                  <a:schemeClr val="accent6"/>
                </a:solidFill>
                <a:latin typeface="Zen Dots"/>
                <a:ea typeface="Zen Dots"/>
                <a:cs typeface="Zen Dots"/>
                <a:sym typeface="Zen Dots"/>
              </a:rPr>
              <a:t>: variazione minima</a:t>
            </a:r>
            <a:endParaRPr sz="1300">
              <a:solidFill>
                <a:schemeClr val="accent6"/>
              </a:solidFill>
              <a:latin typeface="Zen Dots"/>
              <a:ea typeface="Zen Dots"/>
              <a:cs typeface="Zen Dots"/>
              <a:sym typeface="Zen Dots"/>
            </a:endParaRPr>
          </a:p>
          <a:p>
            <a:pPr indent="-196850" lvl="0" marL="285750" rtl="0" algn="l">
              <a:spcBef>
                <a:spcPts val="0"/>
              </a:spcBef>
              <a:spcAft>
                <a:spcPts val="0"/>
              </a:spcAft>
              <a:buClr>
                <a:schemeClr val="accent6"/>
              </a:buClr>
              <a:buSzPts val="1300"/>
              <a:buFont typeface="Zen Dots"/>
              <a:buChar char="●"/>
            </a:pPr>
            <a:r>
              <a:rPr lang="en" sz="1300">
                <a:solidFill>
                  <a:schemeClr val="dk2"/>
                </a:solidFill>
                <a:highlight>
                  <a:schemeClr val="accent2"/>
                </a:highlight>
                <a:latin typeface="Zen Dots"/>
                <a:ea typeface="Zen Dots"/>
                <a:cs typeface="Zen Dots"/>
                <a:sym typeface="Zen Dots"/>
              </a:rPr>
              <a:t>Hum</a:t>
            </a:r>
            <a:r>
              <a:rPr lang="en" sz="1300">
                <a:solidFill>
                  <a:schemeClr val="accent6"/>
                </a:solidFill>
                <a:latin typeface="Zen Dots"/>
                <a:ea typeface="Zen Dots"/>
                <a:cs typeface="Zen Dots"/>
                <a:sym typeface="Zen Dots"/>
              </a:rPr>
              <a:t>: decrescente nel tempo</a:t>
            </a:r>
            <a:endParaRPr sz="1300">
              <a:solidFill>
                <a:schemeClr val="accent6"/>
              </a:solidFill>
              <a:latin typeface="Zen Dots"/>
              <a:ea typeface="Zen Dots"/>
              <a:cs typeface="Zen Dots"/>
              <a:sym typeface="Zen Dots"/>
            </a:endParaRPr>
          </a:p>
          <a:p>
            <a:pPr indent="-196850" lvl="0" marL="285750" rtl="0" algn="l">
              <a:spcBef>
                <a:spcPts val="0"/>
              </a:spcBef>
              <a:spcAft>
                <a:spcPts val="0"/>
              </a:spcAft>
              <a:buClr>
                <a:schemeClr val="accent6"/>
              </a:buClr>
              <a:buSzPts val="1300"/>
              <a:buFont typeface="Zen Dots"/>
              <a:buChar char="●"/>
            </a:pPr>
            <a:r>
              <a:rPr lang="en" sz="1300">
                <a:solidFill>
                  <a:schemeClr val="dk2"/>
                </a:solidFill>
                <a:highlight>
                  <a:schemeClr val="accent2"/>
                </a:highlight>
                <a:latin typeface="Zen Dots"/>
                <a:ea typeface="Zen Dots"/>
                <a:cs typeface="Zen Dots"/>
                <a:sym typeface="Zen Dots"/>
              </a:rPr>
              <a:t>Mic</a:t>
            </a:r>
            <a:r>
              <a:rPr lang="en" sz="1300">
                <a:solidFill>
                  <a:schemeClr val="accent6"/>
                </a:solidFill>
                <a:latin typeface="Zen Dots"/>
                <a:ea typeface="Zen Dots"/>
                <a:cs typeface="Zen Dots"/>
                <a:sym typeface="Zen Dots"/>
              </a:rPr>
              <a:t>: mai nullo con picchi dovuto a movimento e rumore esterno</a:t>
            </a:r>
            <a:endParaRPr sz="1300">
              <a:solidFill>
                <a:schemeClr val="accent6"/>
              </a:solidFill>
              <a:latin typeface="Zen Dots"/>
              <a:ea typeface="Zen Dots"/>
              <a:cs typeface="Zen Dots"/>
              <a:sym typeface="Zen Dots"/>
            </a:endParaRPr>
          </a:p>
          <a:p>
            <a:pPr indent="-190500" lvl="0" marL="285750" rtl="0" algn="l">
              <a:spcBef>
                <a:spcPts val="0"/>
              </a:spcBef>
              <a:spcAft>
                <a:spcPts val="0"/>
              </a:spcAft>
              <a:buClr>
                <a:schemeClr val="accent6"/>
              </a:buClr>
              <a:buSzPts val="1200"/>
              <a:buFont typeface="Zen Dots"/>
              <a:buChar char="●"/>
            </a:pPr>
            <a:r>
              <a:rPr lang="en" sz="1300">
                <a:solidFill>
                  <a:schemeClr val="dk2"/>
                </a:solidFill>
                <a:highlight>
                  <a:schemeClr val="accent2"/>
                </a:highlight>
                <a:latin typeface="Zen Dots"/>
                <a:ea typeface="Zen Dots"/>
                <a:cs typeface="Zen Dots"/>
                <a:sym typeface="Zen Dots"/>
              </a:rPr>
              <a:t>Temp</a:t>
            </a:r>
            <a:r>
              <a:rPr lang="en" sz="1300">
                <a:solidFill>
                  <a:schemeClr val="accent6"/>
                </a:solidFill>
                <a:latin typeface="Zen Dots"/>
                <a:ea typeface="Zen Dots"/>
                <a:cs typeface="Zen Dots"/>
                <a:sym typeface="Zen Dots"/>
              </a:rPr>
              <a:t>: Stabile per la struttura della stanza</a:t>
            </a:r>
            <a:r>
              <a:rPr lang="en" sz="1200">
                <a:solidFill>
                  <a:schemeClr val="accent6"/>
                </a:solidFill>
                <a:latin typeface="Zen Dots"/>
                <a:ea typeface="Zen Dots"/>
                <a:cs typeface="Zen Dots"/>
                <a:sym typeface="Zen Dots"/>
              </a:rPr>
              <a:t> </a:t>
            </a:r>
            <a:endParaRPr sz="2000">
              <a:solidFill>
                <a:schemeClr val="accent6"/>
              </a:solidFill>
              <a:highlight>
                <a:schemeClr val="dk2"/>
              </a:highlight>
              <a:latin typeface="Zen Dots"/>
              <a:ea typeface="Zen Dots"/>
              <a:cs typeface="Zen Dots"/>
              <a:sym typeface="Zen Dots"/>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22" name="Shape 1522"/>
        <p:cNvGrpSpPr/>
        <p:nvPr/>
      </p:nvGrpSpPr>
      <p:grpSpPr>
        <a:xfrm>
          <a:off x="0" y="0"/>
          <a:ext cx="0" cy="0"/>
          <a:chOff x="0" y="0"/>
          <a:chExt cx="0" cy="0"/>
        </a:xfrm>
      </p:grpSpPr>
      <p:pic>
        <p:nvPicPr>
          <p:cNvPr id="1523" name="Google Shape;1523;g3b44d3f39a4_0_172" title="comparazione_heatmap.png"/>
          <p:cNvPicPr preferRelativeResize="0"/>
          <p:nvPr/>
        </p:nvPicPr>
        <p:blipFill>
          <a:blip r:embed="rId3">
            <a:alphaModFix/>
          </a:blip>
          <a:stretch>
            <a:fillRect/>
          </a:stretch>
        </p:blipFill>
        <p:spPr>
          <a:xfrm>
            <a:off x="1238625" y="848850"/>
            <a:ext cx="6666750" cy="1783350"/>
          </a:xfrm>
          <a:prstGeom prst="rect">
            <a:avLst/>
          </a:prstGeom>
          <a:noFill/>
          <a:ln>
            <a:noFill/>
          </a:ln>
        </p:spPr>
      </p:pic>
      <p:pic>
        <p:nvPicPr>
          <p:cNvPr id="1524" name="Google Shape;1524;g3b44d3f39a4_0_172" title="comparazione_metriche.png"/>
          <p:cNvPicPr preferRelativeResize="0"/>
          <p:nvPr/>
        </p:nvPicPr>
        <p:blipFill>
          <a:blip r:embed="rId4">
            <a:alphaModFix/>
          </a:blip>
          <a:stretch>
            <a:fillRect/>
          </a:stretch>
        </p:blipFill>
        <p:spPr>
          <a:xfrm>
            <a:off x="5196475" y="2963575"/>
            <a:ext cx="3226800" cy="1462800"/>
          </a:xfrm>
          <a:prstGeom prst="rect">
            <a:avLst/>
          </a:prstGeom>
          <a:noFill/>
          <a:ln>
            <a:noFill/>
          </a:ln>
        </p:spPr>
      </p:pic>
      <p:sp>
        <p:nvSpPr>
          <p:cNvPr id="1525" name="Google Shape;1525;g3b44d3f39a4_0_172"/>
          <p:cNvSpPr txBox="1"/>
          <p:nvPr/>
        </p:nvSpPr>
        <p:spPr>
          <a:xfrm>
            <a:off x="749300" y="2742725"/>
            <a:ext cx="4315800" cy="1683900"/>
          </a:xfrm>
          <a:prstGeom prst="rect">
            <a:avLst/>
          </a:prstGeom>
          <a:noFill/>
          <a:ln cap="flat" cmpd="sng" w="9525">
            <a:solidFill>
              <a:schemeClr val="accent6"/>
            </a:solidFill>
            <a:prstDash val="solid"/>
            <a:round/>
            <a:headEnd len="sm" w="sm" type="none"/>
            <a:tailEnd len="sm" w="sm" type="none"/>
          </a:ln>
        </p:spPr>
        <p:txBody>
          <a:bodyPr anchorCtr="0" anchor="t" bIns="91425" lIns="91425" spcFirstLastPara="1" rIns="91425" wrap="square" tIns="91425">
            <a:noAutofit/>
          </a:bodyPr>
          <a:lstStyle/>
          <a:p>
            <a:pPr indent="0" lvl="0" marL="0" rtl="0" algn="l">
              <a:spcBef>
                <a:spcPts val="0"/>
              </a:spcBef>
              <a:spcAft>
                <a:spcPts val="0"/>
              </a:spcAft>
              <a:buNone/>
            </a:pPr>
            <a:r>
              <a:rPr lang="en" sz="1800">
                <a:solidFill>
                  <a:schemeClr val="accent6"/>
                </a:solidFill>
                <a:highlight>
                  <a:schemeClr val="dk2"/>
                </a:highlight>
                <a:latin typeface="Zen Dots"/>
                <a:ea typeface="Zen Dots"/>
                <a:cs typeface="Zen Dots"/>
                <a:sym typeface="Zen Dots"/>
              </a:rPr>
              <a:t>Correlazioni</a:t>
            </a:r>
            <a:endParaRPr sz="1800">
              <a:solidFill>
                <a:schemeClr val="accent6"/>
              </a:solidFill>
              <a:highlight>
                <a:schemeClr val="dk2"/>
              </a:highlight>
              <a:latin typeface="Zen Dots"/>
              <a:ea typeface="Zen Dots"/>
              <a:cs typeface="Zen Dots"/>
              <a:sym typeface="Zen Dots"/>
            </a:endParaRPr>
          </a:p>
          <a:p>
            <a:pPr indent="-190500" lvl="0" marL="285750" marR="0" rtl="0" algn="l">
              <a:lnSpc>
                <a:spcPct val="100000"/>
              </a:lnSpc>
              <a:spcBef>
                <a:spcPts val="0"/>
              </a:spcBef>
              <a:spcAft>
                <a:spcPts val="0"/>
              </a:spcAft>
              <a:buClr>
                <a:schemeClr val="accent6"/>
              </a:buClr>
              <a:buSzPts val="1200"/>
              <a:buFont typeface="Zen Dots"/>
              <a:buChar char="●"/>
            </a:pPr>
            <a:r>
              <a:rPr lang="en" sz="1200">
                <a:solidFill>
                  <a:schemeClr val="accent6"/>
                </a:solidFill>
                <a:latin typeface="Zen Dots"/>
                <a:ea typeface="Zen Dots"/>
                <a:cs typeface="Zen Dots"/>
                <a:sym typeface="Zen Dots"/>
              </a:rPr>
              <a:t>+19% - </a:t>
            </a:r>
            <a:r>
              <a:rPr lang="en" sz="1200">
                <a:solidFill>
                  <a:schemeClr val="dk2"/>
                </a:solidFill>
                <a:highlight>
                  <a:schemeClr val="accent2"/>
                </a:highlight>
                <a:latin typeface="Zen Dots"/>
                <a:ea typeface="Zen Dots"/>
                <a:cs typeface="Zen Dots"/>
                <a:sym typeface="Zen Dots"/>
              </a:rPr>
              <a:t>Lum</a:t>
            </a:r>
            <a:endParaRPr sz="1200">
              <a:solidFill>
                <a:schemeClr val="dk2"/>
              </a:solidFill>
              <a:highlight>
                <a:schemeClr val="accent2"/>
              </a:highlight>
              <a:latin typeface="Zen Dots"/>
              <a:ea typeface="Zen Dots"/>
              <a:cs typeface="Zen Dots"/>
              <a:sym typeface="Zen Dots"/>
            </a:endParaRPr>
          </a:p>
          <a:p>
            <a:pPr indent="-190500" lvl="0" marL="285750" marR="0" rtl="0" algn="l">
              <a:lnSpc>
                <a:spcPct val="100000"/>
              </a:lnSpc>
              <a:spcBef>
                <a:spcPts val="0"/>
              </a:spcBef>
              <a:spcAft>
                <a:spcPts val="0"/>
              </a:spcAft>
              <a:buClr>
                <a:schemeClr val="accent6"/>
              </a:buClr>
              <a:buSzPts val="1200"/>
              <a:buFont typeface="Zen Dots"/>
              <a:buChar char="●"/>
            </a:pPr>
            <a:r>
              <a:rPr lang="en" sz="1200">
                <a:solidFill>
                  <a:schemeClr val="accent6"/>
                </a:solidFill>
                <a:latin typeface="Zen Dots"/>
                <a:ea typeface="Zen Dots"/>
                <a:cs typeface="Zen Dots"/>
                <a:sym typeface="Zen Dots"/>
              </a:rPr>
              <a:t>-11% - </a:t>
            </a:r>
            <a:r>
              <a:rPr lang="en" sz="1200">
                <a:solidFill>
                  <a:schemeClr val="dk2"/>
                </a:solidFill>
                <a:highlight>
                  <a:schemeClr val="accent2"/>
                </a:highlight>
                <a:latin typeface="Zen Dots"/>
                <a:ea typeface="Zen Dots"/>
                <a:cs typeface="Zen Dots"/>
                <a:sym typeface="Zen Dots"/>
              </a:rPr>
              <a:t>Temp</a:t>
            </a:r>
            <a:endParaRPr sz="1200">
              <a:solidFill>
                <a:schemeClr val="dk2"/>
              </a:solidFill>
              <a:highlight>
                <a:schemeClr val="accent2"/>
              </a:highlight>
              <a:latin typeface="Zen Dots"/>
              <a:ea typeface="Zen Dots"/>
              <a:cs typeface="Zen Dots"/>
              <a:sym typeface="Zen Dots"/>
            </a:endParaRPr>
          </a:p>
          <a:p>
            <a:pPr indent="-190500" lvl="0" marL="285750" marR="0" rtl="0" algn="l">
              <a:lnSpc>
                <a:spcPct val="100000"/>
              </a:lnSpc>
              <a:spcBef>
                <a:spcPts val="0"/>
              </a:spcBef>
              <a:spcAft>
                <a:spcPts val="0"/>
              </a:spcAft>
              <a:buClr>
                <a:schemeClr val="accent6"/>
              </a:buClr>
              <a:buSzPts val="1200"/>
              <a:buFont typeface="Zen Dots"/>
              <a:buChar char="●"/>
            </a:pPr>
            <a:r>
              <a:rPr lang="en" sz="1200">
                <a:solidFill>
                  <a:schemeClr val="accent6"/>
                </a:solidFill>
                <a:latin typeface="Zen Dots"/>
                <a:ea typeface="Zen Dots"/>
                <a:cs typeface="Zen Dots"/>
                <a:sym typeface="Zen Dots"/>
              </a:rPr>
              <a:t>Tutti i metodi hanno trend simili</a:t>
            </a:r>
            <a:endParaRPr sz="1200">
              <a:solidFill>
                <a:schemeClr val="accent6"/>
              </a:solidFill>
              <a:latin typeface="Zen Dots"/>
              <a:ea typeface="Zen Dots"/>
              <a:cs typeface="Zen Dots"/>
              <a:sym typeface="Zen Dots"/>
            </a:endParaRPr>
          </a:p>
          <a:p>
            <a:pPr indent="-190500" lvl="0" marL="285750" marR="0" rtl="0" algn="l">
              <a:lnSpc>
                <a:spcPct val="100000"/>
              </a:lnSpc>
              <a:spcBef>
                <a:spcPts val="0"/>
              </a:spcBef>
              <a:spcAft>
                <a:spcPts val="0"/>
              </a:spcAft>
              <a:buClr>
                <a:schemeClr val="accent6"/>
              </a:buClr>
              <a:buSzPts val="1200"/>
              <a:buFont typeface="Zen Dots"/>
              <a:buChar char="●"/>
            </a:pPr>
            <a:r>
              <a:rPr lang="en" sz="1200">
                <a:solidFill>
                  <a:schemeClr val="accent6"/>
                </a:solidFill>
                <a:latin typeface="Zen Dots"/>
                <a:ea typeface="Zen Dots"/>
                <a:cs typeface="Zen Dots"/>
                <a:sym typeface="Zen Dots"/>
              </a:rPr>
              <a:t>Corr. debole con gli altri parametri</a:t>
            </a:r>
            <a:endParaRPr sz="1200">
              <a:solidFill>
                <a:schemeClr val="accent6"/>
              </a:solidFill>
              <a:latin typeface="Zen Dots"/>
              <a:ea typeface="Zen Dots"/>
              <a:cs typeface="Zen Dots"/>
              <a:sym typeface="Zen Dots"/>
            </a:endParaRPr>
          </a:p>
          <a:p>
            <a:pPr indent="-190500" lvl="0" marL="285750" marR="0" rtl="0" algn="l">
              <a:lnSpc>
                <a:spcPct val="100000"/>
              </a:lnSpc>
              <a:spcBef>
                <a:spcPts val="0"/>
              </a:spcBef>
              <a:spcAft>
                <a:spcPts val="0"/>
              </a:spcAft>
              <a:buClr>
                <a:schemeClr val="accent6"/>
              </a:buClr>
              <a:buSzPts val="1200"/>
              <a:buFont typeface="Zen Dots"/>
              <a:buChar char="●"/>
            </a:pPr>
            <a:r>
              <a:rPr lang="en" sz="1200">
                <a:solidFill>
                  <a:schemeClr val="accent6"/>
                </a:solidFill>
                <a:latin typeface="Zen Dots"/>
                <a:ea typeface="Zen Dots"/>
                <a:cs typeface="Zen Dots"/>
                <a:sym typeface="Zen Dots"/>
              </a:rPr>
              <a:t>Corr. costante al variare del</a:t>
            </a:r>
            <a:r>
              <a:rPr lang="en" sz="1200">
                <a:solidFill>
                  <a:schemeClr val="dk2"/>
                </a:solidFill>
                <a:highlight>
                  <a:schemeClr val="accent2"/>
                </a:highlight>
                <a:latin typeface="Zen Dots"/>
                <a:ea typeface="Zen Dots"/>
                <a:cs typeface="Zen Dots"/>
                <a:sym typeface="Zen Dots"/>
              </a:rPr>
              <a:t> LAG</a:t>
            </a:r>
            <a:endParaRPr sz="1200">
              <a:solidFill>
                <a:schemeClr val="accent2"/>
              </a:solidFill>
              <a:latin typeface="Zen Dots"/>
              <a:ea typeface="Zen Dots"/>
              <a:cs typeface="Zen Dots"/>
              <a:sym typeface="Zen Dots"/>
            </a:endParaRPr>
          </a:p>
          <a:p>
            <a:pPr indent="-190500" lvl="0" marL="285750" marR="0" rtl="0" algn="l">
              <a:lnSpc>
                <a:spcPct val="100000"/>
              </a:lnSpc>
              <a:spcBef>
                <a:spcPts val="0"/>
              </a:spcBef>
              <a:spcAft>
                <a:spcPts val="0"/>
              </a:spcAft>
              <a:buClr>
                <a:schemeClr val="accent6"/>
              </a:buClr>
              <a:buSzPts val="1200"/>
              <a:buFont typeface="Zen Dots"/>
              <a:buChar char="●"/>
            </a:pPr>
            <a:r>
              <a:rPr lang="en" sz="1200">
                <a:solidFill>
                  <a:schemeClr val="dk2"/>
                </a:solidFill>
                <a:highlight>
                  <a:schemeClr val="accent2"/>
                </a:highlight>
                <a:latin typeface="Zen Dots"/>
                <a:ea typeface="Zen Dots"/>
                <a:cs typeface="Zen Dots"/>
                <a:sym typeface="Zen Dots"/>
              </a:rPr>
              <a:t>Mic e Lum</a:t>
            </a:r>
            <a:r>
              <a:rPr lang="en" sz="1200">
                <a:solidFill>
                  <a:schemeClr val="accent6"/>
                </a:solidFill>
                <a:latin typeface="Zen Dots"/>
                <a:ea typeface="Zen Dots"/>
                <a:cs typeface="Zen Dots"/>
                <a:sym typeface="Zen Dots"/>
              </a:rPr>
              <a:t>: corr. decrescente nel tempo</a:t>
            </a:r>
            <a:endParaRPr sz="1200">
              <a:solidFill>
                <a:schemeClr val="accent6"/>
              </a:solidFill>
              <a:latin typeface="Zen Dots"/>
              <a:ea typeface="Zen Dots"/>
              <a:cs typeface="Zen Dots"/>
              <a:sym typeface="Zen Dots"/>
            </a:endParaRPr>
          </a:p>
          <a:p>
            <a:pPr indent="-190500" lvl="0" marL="285750" marR="0" rtl="0" algn="l">
              <a:lnSpc>
                <a:spcPct val="100000"/>
              </a:lnSpc>
              <a:spcBef>
                <a:spcPts val="0"/>
              </a:spcBef>
              <a:spcAft>
                <a:spcPts val="0"/>
              </a:spcAft>
              <a:buClr>
                <a:schemeClr val="accent6"/>
              </a:buClr>
              <a:buSzPts val="1200"/>
              <a:buFont typeface="Zen Dots"/>
              <a:buChar char="●"/>
            </a:pPr>
            <a:r>
              <a:rPr lang="en" sz="1200">
                <a:solidFill>
                  <a:schemeClr val="dk2"/>
                </a:solidFill>
                <a:highlight>
                  <a:schemeClr val="accent2"/>
                </a:highlight>
                <a:latin typeface="Zen Dots"/>
                <a:ea typeface="Zen Dots"/>
                <a:cs typeface="Zen Dots"/>
                <a:sym typeface="Zen Dots"/>
              </a:rPr>
              <a:t>Hum</a:t>
            </a:r>
            <a:r>
              <a:rPr lang="en" sz="1200">
                <a:solidFill>
                  <a:schemeClr val="accent6"/>
                </a:solidFill>
                <a:latin typeface="Zen Dots"/>
                <a:ea typeface="Zen Dots"/>
                <a:cs typeface="Zen Dots"/>
                <a:sym typeface="Zen Dots"/>
              </a:rPr>
              <a:t>: attenuazione lieve</a:t>
            </a:r>
            <a:endParaRPr sz="1200">
              <a:solidFill>
                <a:schemeClr val="accent6"/>
              </a:solidFill>
              <a:latin typeface="Zen Dots"/>
              <a:ea typeface="Zen Dots"/>
              <a:cs typeface="Zen Dots"/>
              <a:sym typeface="Zen Dots"/>
            </a:endParaRP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29" name="Shape 1529"/>
        <p:cNvGrpSpPr/>
        <p:nvPr/>
      </p:nvGrpSpPr>
      <p:grpSpPr>
        <a:xfrm>
          <a:off x="0" y="0"/>
          <a:ext cx="0" cy="0"/>
          <a:chOff x="0" y="0"/>
          <a:chExt cx="0" cy="0"/>
        </a:xfrm>
      </p:grpSpPr>
      <p:pic>
        <p:nvPicPr>
          <p:cNvPr id="1530" name="Google Shape;1530;g3b44d3f39a4_0_182" title="rolling_plot.png"/>
          <p:cNvPicPr preferRelativeResize="0"/>
          <p:nvPr/>
        </p:nvPicPr>
        <p:blipFill rotWithShape="1">
          <a:blip r:embed="rId3">
            <a:alphaModFix/>
          </a:blip>
          <a:srcRect b="2471" l="6131" r="10214" t="2471"/>
          <a:stretch/>
        </p:blipFill>
        <p:spPr>
          <a:xfrm>
            <a:off x="720725" y="2821100"/>
            <a:ext cx="3734075" cy="1782650"/>
          </a:xfrm>
          <a:prstGeom prst="rect">
            <a:avLst/>
          </a:prstGeom>
          <a:noFill/>
          <a:ln>
            <a:noFill/>
          </a:ln>
        </p:spPr>
      </p:pic>
      <p:pic>
        <p:nvPicPr>
          <p:cNvPr id="1531" name="Google Shape;1531;g3b44d3f39a4_0_182" title="lagplot.png"/>
          <p:cNvPicPr preferRelativeResize="0"/>
          <p:nvPr/>
        </p:nvPicPr>
        <p:blipFill rotWithShape="1">
          <a:blip r:embed="rId4">
            <a:alphaModFix/>
          </a:blip>
          <a:srcRect b="0" l="0" r="2075" t="0"/>
          <a:stretch/>
        </p:blipFill>
        <p:spPr>
          <a:xfrm>
            <a:off x="720725" y="793600"/>
            <a:ext cx="4161176" cy="1905075"/>
          </a:xfrm>
          <a:prstGeom prst="rect">
            <a:avLst/>
          </a:prstGeom>
          <a:noFill/>
          <a:ln>
            <a:noFill/>
          </a:ln>
        </p:spPr>
      </p:pic>
      <p:pic>
        <p:nvPicPr>
          <p:cNvPr id="1532" name="Google Shape;1532;g3b44d3f39a4_0_182" title="autorrelazione.png"/>
          <p:cNvPicPr preferRelativeResize="0"/>
          <p:nvPr/>
        </p:nvPicPr>
        <p:blipFill rotWithShape="1">
          <a:blip r:embed="rId5">
            <a:alphaModFix/>
          </a:blip>
          <a:srcRect b="0" l="0" r="0" t="0"/>
          <a:stretch/>
        </p:blipFill>
        <p:spPr>
          <a:xfrm>
            <a:off x="4454788" y="3084145"/>
            <a:ext cx="1984226" cy="1519605"/>
          </a:xfrm>
          <a:prstGeom prst="rect">
            <a:avLst/>
          </a:prstGeom>
          <a:noFill/>
          <a:ln>
            <a:noFill/>
          </a:ln>
        </p:spPr>
      </p:pic>
      <p:pic>
        <p:nvPicPr>
          <p:cNvPr id="1533" name="Google Shape;1533;g3b44d3f39a4_0_182" title="autocorrelazione parziale.png"/>
          <p:cNvPicPr preferRelativeResize="0"/>
          <p:nvPr/>
        </p:nvPicPr>
        <p:blipFill>
          <a:blip r:embed="rId6">
            <a:alphaModFix/>
          </a:blip>
          <a:stretch>
            <a:fillRect/>
          </a:stretch>
        </p:blipFill>
        <p:spPr>
          <a:xfrm>
            <a:off x="6439035" y="3084138"/>
            <a:ext cx="1984234" cy="1519625"/>
          </a:xfrm>
          <a:prstGeom prst="rect">
            <a:avLst/>
          </a:prstGeom>
          <a:noFill/>
          <a:ln>
            <a:noFill/>
          </a:ln>
        </p:spPr>
      </p:pic>
      <p:sp>
        <p:nvSpPr>
          <p:cNvPr id="1534" name="Google Shape;1534;g3b44d3f39a4_0_182"/>
          <p:cNvSpPr txBox="1"/>
          <p:nvPr/>
        </p:nvSpPr>
        <p:spPr>
          <a:xfrm>
            <a:off x="5050900" y="793675"/>
            <a:ext cx="3372300" cy="1984800"/>
          </a:xfrm>
          <a:prstGeom prst="rect">
            <a:avLst/>
          </a:prstGeom>
          <a:noFill/>
          <a:ln cap="flat" cmpd="sng" w="9525">
            <a:solidFill>
              <a:schemeClr val="accent6"/>
            </a:solidFill>
            <a:prstDash val="solid"/>
            <a:round/>
            <a:headEnd len="sm" w="sm" type="none"/>
            <a:tailEnd len="sm" w="sm" type="none"/>
          </a:ln>
        </p:spPr>
        <p:txBody>
          <a:bodyPr anchorCtr="0" anchor="t" bIns="91425" lIns="91425" spcFirstLastPara="1" rIns="91425" wrap="square" tIns="91425">
            <a:noAutofit/>
          </a:bodyPr>
          <a:lstStyle/>
          <a:p>
            <a:pPr indent="0" lvl="0" marL="0" rtl="0" algn="l">
              <a:spcBef>
                <a:spcPts val="0"/>
              </a:spcBef>
              <a:spcAft>
                <a:spcPts val="0"/>
              </a:spcAft>
              <a:buNone/>
            </a:pPr>
            <a:r>
              <a:rPr lang="en" sz="2000">
                <a:solidFill>
                  <a:schemeClr val="accent6"/>
                </a:solidFill>
                <a:highlight>
                  <a:schemeClr val="dk2"/>
                </a:highlight>
                <a:latin typeface="Zen Dots"/>
                <a:ea typeface="Zen Dots"/>
                <a:cs typeface="Zen Dots"/>
                <a:sym typeface="Zen Dots"/>
              </a:rPr>
              <a:t>Analisi Temp</a:t>
            </a:r>
            <a:endParaRPr sz="2000">
              <a:solidFill>
                <a:schemeClr val="accent6"/>
              </a:solidFill>
              <a:highlight>
                <a:schemeClr val="dk2"/>
              </a:highlight>
              <a:latin typeface="Zen Dots"/>
              <a:ea typeface="Zen Dots"/>
              <a:cs typeface="Zen Dots"/>
              <a:sym typeface="Zen Dots"/>
            </a:endParaRPr>
          </a:p>
          <a:p>
            <a:pPr indent="-190500" lvl="0" marL="285750" rtl="0" algn="l">
              <a:spcBef>
                <a:spcPts val="0"/>
              </a:spcBef>
              <a:spcAft>
                <a:spcPts val="0"/>
              </a:spcAft>
              <a:buClr>
                <a:schemeClr val="accent6"/>
              </a:buClr>
              <a:buSzPts val="1200"/>
              <a:buFont typeface="Zen Dots"/>
              <a:buChar char="●"/>
            </a:pPr>
            <a:r>
              <a:rPr lang="en" sz="1200">
                <a:solidFill>
                  <a:schemeClr val="accent6"/>
                </a:solidFill>
                <a:latin typeface="Zen Dots"/>
                <a:ea typeface="Zen Dots"/>
                <a:cs typeface="Zen Dots"/>
                <a:sym typeface="Zen Dots"/>
              </a:rPr>
              <a:t>I movimenti avvengono in sequenze ravvicinate</a:t>
            </a:r>
            <a:endParaRPr sz="1200">
              <a:solidFill>
                <a:schemeClr val="accent6"/>
              </a:solidFill>
              <a:latin typeface="Zen Dots"/>
              <a:ea typeface="Zen Dots"/>
              <a:cs typeface="Zen Dots"/>
              <a:sym typeface="Zen Dots"/>
            </a:endParaRPr>
          </a:p>
          <a:p>
            <a:pPr indent="-190500" lvl="0" marL="285750" rtl="0" algn="l">
              <a:spcBef>
                <a:spcPts val="0"/>
              </a:spcBef>
              <a:spcAft>
                <a:spcPts val="0"/>
              </a:spcAft>
              <a:buClr>
                <a:schemeClr val="accent6"/>
              </a:buClr>
              <a:buSzPts val="1200"/>
              <a:buFont typeface="Zen Dots"/>
              <a:buChar char="●"/>
            </a:pPr>
            <a:r>
              <a:rPr lang="en" sz="1200">
                <a:solidFill>
                  <a:schemeClr val="accent6"/>
                </a:solidFill>
                <a:latin typeface="Zen Dots"/>
                <a:ea typeface="Zen Dots"/>
                <a:cs typeface="Zen Dots"/>
                <a:sym typeface="Zen Dots"/>
              </a:rPr>
              <a:t>Nessun ciclo ripetitivo</a:t>
            </a:r>
            <a:endParaRPr sz="1200">
              <a:solidFill>
                <a:schemeClr val="accent6"/>
              </a:solidFill>
              <a:latin typeface="Zen Dots"/>
              <a:ea typeface="Zen Dots"/>
              <a:cs typeface="Zen Dots"/>
              <a:sym typeface="Zen Dots"/>
            </a:endParaRPr>
          </a:p>
          <a:p>
            <a:pPr indent="-190500" lvl="0" marL="285750" rtl="0" algn="l">
              <a:spcBef>
                <a:spcPts val="0"/>
              </a:spcBef>
              <a:spcAft>
                <a:spcPts val="0"/>
              </a:spcAft>
              <a:buClr>
                <a:schemeClr val="accent6"/>
              </a:buClr>
              <a:buSzPts val="1200"/>
              <a:buFont typeface="Zen Dots"/>
              <a:buChar char="●"/>
            </a:pPr>
            <a:r>
              <a:rPr lang="en" sz="1200">
                <a:solidFill>
                  <a:schemeClr val="accent6"/>
                </a:solidFill>
                <a:latin typeface="Zen Dots"/>
                <a:ea typeface="Zen Dots"/>
                <a:cs typeface="Zen Dots"/>
                <a:sym typeface="Zen Dots"/>
              </a:rPr>
              <a:t>Calcolo della finestra temporale </a:t>
            </a:r>
            <a:r>
              <a:rPr lang="en" sz="1200">
                <a:solidFill>
                  <a:schemeClr val="accent6"/>
                </a:solidFill>
                <a:latin typeface="Zen Dots"/>
                <a:ea typeface="Zen Dots"/>
                <a:cs typeface="Zen Dots"/>
                <a:sym typeface="Zen Dots"/>
              </a:rPr>
              <a:t> </a:t>
            </a:r>
            <a:r>
              <a:rPr lang="en" sz="1200">
                <a:solidFill>
                  <a:schemeClr val="accent6"/>
                </a:solidFill>
                <a:latin typeface="Zen Dots"/>
                <a:ea typeface="Zen Dots"/>
                <a:cs typeface="Zen Dots"/>
                <a:sym typeface="Zen Dots"/>
              </a:rPr>
              <a:t>dato dall’intervallo di ogni tick, la media dei movimenti notturni e la durata di movimento = </a:t>
            </a:r>
            <a:r>
              <a:rPr lang="en" sz="1200">
                <a:solidFill>
                  <a:schemeClr val="dk2"/>
                </a:solidFill>
                <a:highlight>
                  <a:schemeClr val="accent2"/>
                </a:highlight>
                <a:latin typeface="Zen Dots"/>
                <a:ea typeface="Zen Dots"/>
                <a:cs typeface="Zen Dots"/>
                <a:sym typeface="Zen Dots"/>
              </a:rPr>
              <a:t>360</a:t>
            </a:r>
            <a:r>
              <a:rPr lang="en" sz="1200">
                <a:solidFill>
                  <a:schemeClr val="accent6"/>
                </a:solidFill>
                <a:latin typeface="Zen Dots"/>
                <a:ea typeface="Zen Dots"/>
                <a:cs typeface="Zen Dots"/>
                <a:sym typeface="Zen Dots"/>
              </a:rPr>
              <a:t> campioni </a:t>
            </a:r>
            <a:endParaRPr sz="1200">
              <a:solidFill>
                <a:schemeClr val="accent6"/>
              </a:solidFill>
              <a:latin typeface="Zen Dots"/>
              <a:ea typeface="Zen Dots"/>
              <a:cs typeface="Zen Dots"/>
              <a:sym typeface="Zen Dots"/>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38" name="Shape 1538"/>
        <p:cNvGrpSpPr/>
        <p:nvPr/>
      </p:nvGrpSpPr>
      <p:grpSpPr>
        <a:xfrm>
          <a:off x="0" y="0"/>
          <a:ext cx="0" cy="0"/>
          <a:chOff x="0" y="0"/>
          <a:chExt cx="0" cy="0"/>
        </a:xfrm>
      </p:grpSpPr>
      <p:grpSp>
        <p:nvGrpSpPr>
          <p:cNvPr id="1539" name="Google Shape;1539;p5"/>
          <p:cNvGrpSpPr/>
          <p:nvPr/>
        </p:nvGrpSpPr>
        <p:grpSpPr>
          <a:xfrm>
            <a:off x="1708213" y="1620900"/>
            <a:ext cx="5727600" cy="1901700"/>
            <a:chOff x="1708175" y="1932750"/>
            <a:chExt cx="5727600" cy="1901700"/>
          </a:xfrm>
        </p:grpSpPr>
        <p:sp>
          <p:nvSpPr>
            <p:cNvPr id="1540" name="Google Shape;1540;p5"/>
            <p:cNvSpPr/>
            <p:nvPr/>
          </p:nvSpPr>
          <p:spPr>
            <a:xfrm>
              <a:off x="1708175" y="1932750"/>
              <a:ext cx="5727600" cy="1901700"/>
            </a:xfrm>
            <a:prstGeom prst="rect">
              <a:avLst/>
            </a:prstGeom>
            <a:solidFill>
              <a:srgbClr val="7C7C7C">
                <a:alpha val="14120"/>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41" name="Google Shape;1541;p5"/>
            <p:cNvSpPr/>
            <p:nvPr/>
          </p:nvSpPr>
          <p:spPr>
            <a:xfrm>
              <a:off x="1708175" y="1932750"/>
              <a:ext cx="5727600" cy="218100"/>
            </a:xfrm>
            <a:prstGeom prst="rect">
              <a:avLst/>
            </a:prstGeom>
            <a:solidFill>
              <a:schemeClr val="dk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42" name="Google Shape;1542;p5"/>
            <p:cNvSpPr/>
            <p:nvPr/>
          </p:nvSpPr>
          <p:spPr>
            <a:xfrm>
              <a:off x="1822600" y="1991675"/>
              <a:ext cx="100200" cy="100200"/>
            </a:xfrm>
            <a:prstGeom prst="ellips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43" name="Google Shape;1543;p5"/>
            <p:cNvSpPr/>
            <p:nvPr/>
          </p:nvSpPr>
          <p:spPr>
            <a:xfrm>
              <a:off x="2006050" y="1991675"/>
              <a:ext cx="100200" cy="100200"/>
            </a:xfrm>
            <a:prstGeom prst="ellips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44" name="Google Shape;1544;p5"/>
            <p:cNvSpPr/>
            <p:nvPr/>
          </p:nvSpPr>
          <p:spPr>
            <a:xfrm>
              <a:off x="2189500" y="1991675"/>
              <a:ext cx="100200" cy="100200"/>
            </a:xfrm>
            <a:prstGeom prst="ellips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1545" name="Google Shape;1545;p5"/>
          <p:cNvSpPr txBox="1"/>
          <p:nvPr>
            <p:ph type="title"/>
          </p:nvPr>
        </p:nvSpPr>
        <p:spPr>
          <a:xfrm>
            <a:off x="1708188" y="1839000"/>
            <a:ext cx="5727600" cy="16836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lnSpc>
                <a:spcPct val="100000"/>
              </a:lnSpc>
              <a:spcBef>
                <a:spcPts val="0"/>
              </a:spcBef>
              <a:spcAft>
                <a:spcPts val="0"/>
              </a:spcAft>
              <a:buSzPts val="3600"/>
              <a:buNone/>
            </a:pPr>
            <a:r>
              <a:rPr lang="en" sz="5000"/>
              <a:t>Conclusioni</a:t>
            </a:r>
            <a:endParaRPr sz="5000"/>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49" name="Shape 1549"/>
        <p:cNvGrpSpPr/>
        <p:nvPr/>
      </p:nvGrpSpPr>
      <p:grpSpPr>
        <a:xfrm>
          <a:off x="0" y="0"/>
          <a:ext cx="0" cy="0"/>
          <a:chOff x="0" y="0"/>
          <a:chExt cx="0" cy="0"/>
        </a:xfrm>
      </p:grpSpPr>
      <p:grpSp>
        <p:nvGrpSpPr>
          <p:cNvPr id="1550" name="Google Shape;1550;p15"/>
          <p:cNvGrpSpPr/>
          <p:nvPr/>
        </p:nvGrpSpPr>
        <p:grpSpPr>
          <a:xfrm>
            <a:off x="1123350" y="1198050"/>
            <a:ext cx="6897300" cy="2747400"/>
            <a:chOff x="1123325" y="1089000"/>
            <a:chExt cx="6897300" cy="2747400"/>
          </a:xfrm>
        </p:grpSpPr>
        <p:sp>
          <p:nvSpPr>
            <p:cNvPr id="1551" name="Google Shape;1551;p15"/>
            <p:cNvSpPr/>
            <p:nvPr/>
          </p:nvSpPr>
          <p:spPr>
            <a:xfrm>
              <a:off x="1123325" y="1089000"/>
              <a:ext cx="6897300" cy="2747400"/>
            </a:xfrm>
            <a:prstGeom prst="rect">
              <a:avLst/>
            </a:prstGeom>
            <a:solidFill>
              <a:srgbClr val="7C7C7C">
                <a:alpha val="14117"/>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52" name="Google Shape;1552;p15"/>
            <p:cNvSpPr/>
            <p:nvPr/>
          </p:nvSpPr>
          <p:spPr>
            <a:xfrm>
              <a:off x="1123325" y="1089000"/>
              <a:ext cx="6897300" cy="218100"/>
            </a:xfrm>
            <a:prstGeom prst="rect">
              <a:avLst/>
            </a:prstGeom>
            <a:solidFill>
              <a:schemeClr val="accent6"/>
            </a:solidFill>
            <a:ln cap="flat" cmpd="sng" w="9525">
              <a:solidFill>
                <a:schemeClr val="accent6"/>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53" name="Google Shape;1553;p15"/>
            <p:cNvSpPr/>
            <p:nvPr/>
          </p:nvSpPr>
          <p:spPr>
            <a:xfrm>
              <a:off x="1237750" y="1147925"/>
              <a:ext cx="100200" cy="100200"/>
            </a:xfrm>
            <a:prstGeom prst="ellipse">
              <a:avLst/>
            </a:prstGeom>
            <a:solidFill>
              <a:schemeClr val="l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54" name="Google Shape;1554;p15"/>
            <p:cNvSpPr/>
            <p:nvPr/>
          </p:nvSpPr>
          <p:spPr>
            <a:xfrm>
              <a:off x="1421200" y="1147925"/>
              <a:ext cx="100200" cy="100200"/>
            </a:xfrm>
            <a:prstGeom prst="ellipse">
              <a:avLst/>
            </a:prstGeom>
            <a:solidFill>
              <a:schemeClr val="l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55" name="Google Shape;1555;p15"/>
            <p:cNvSpPr/>
            <p:nvPr/>
          </p:nvSpPr>
          <p:spPr>
            <a:xfrm>
              <a:off x="1604650" y="1147925"/>
              <a:ext cx="100200" cy="100200"/>
            </a:xfrm>
            <a:prstGeom prst="ellipse">
              <a:avLst/>
            </a:prstGeom>
            <a:solidFill>
              <a:schemeClr val="l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1556" name="Google Shape;1556;p15"/>
          <p:cNvSpPr txBox="1"/>
          <p:nvPr>
            <p:ph type="title"/>
          </p:nvPr>
        </p:nvSpPr>
        <p:spPr>
          <a:xfrm>
            <a:off x="1123350" y="1834801"/>
            <a:ext cx="6897300" cy="1473900"/>
          </a:xfrm>
          <a:prstGeom prst="rect">
            <a:avLst/>
          </a:prstGeom>
          <a:noFill/>
          <a:ln>
            <a:noFill/>
          </a:ln>
        </p:spPr>
        <p:txBody>
          <a:bodyPr anchorCtr="0" anchor="ctr" bIns="91425" lIns="91425" spcFirstLastPara="1" rIns="91425" wrap="square" tIns="91425">
            <a:noAutofit/>
          </a:bodyPr>
          <a:lstStyle/>
          <a:p>
            <a:pPr indent="0" lvl="0" marL="0" rtl="0" algn="ctr">
              <a:spcBef>
                <a:spcPts val="0"/>
              </a:spcBef>
              <a:spcAft>
                <a:spcPts val="0"/>
              </a:spcAft>
              <a:buClr>
                <a:schemeClr val="dk1"/>
              </a:buClr>
              <a:buSzPts val="1100"/>
              <a:buFont typeface="Arial"/>
              <a:buNone/>
            </a:pPr>
            <a:r>
              <a:rPr lang="en" sz="6500">
                <a:solidFill>
                  <a:schemeClr val="dk2"/>
                </a:solidFill>
                <a:highlight>
                  <a:schemeClr val="accent2"/>
                </a:highlight>
              </a:rPr>
              <a:t>~ 66 min</a:t>
            </a:r>
            <a:endParaRPr sz="6500">
              <a:solidFill>
                <a:schemeClr val="dk2"/>
              </a:solidFill>
              <a:highlight>
                <a:schemeClr val="accent2"/>
              </a:highlight>
            </a:endParaRPr>
          </a:p>
          <a:p>
            <a:pPr indent="0" lvl="0" marL="0" rtl="0" algn="ctr">
              <a:spcBef>
                <a:spcPts val="0"/>
              </a:spcBef>
              <a:spcAft>
                <a:spcPts val="0"/>
              </a:spcAft>
              <a:buClr>
                <a:schemeClr val="dk1"/>
              </a:buClr>
              <a:buSzPts val="1100"/>
              <a:buFont typeface="Arial"/>
              <a:buNone/>
            </a:pPr>
            <a:r>
              <a:rPr lang="en" sz="2000">
                <a:solidFill>
                  <a:schemeClr val="lt1"/>
                </a:solidFill>
              </a:rPr>
              <a:t>Sonno disturbato per notte</a:t>
            </a:r>
            <a:endParaRPr sz="5500"/>
          </a:p>
        </p:txBody>
      </p: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60" name="Shape 1560"/>
        <p:cNvGrpSpPr/>
        <p:nvPr/>
      </p:nvGrpSpPr>
      <p:grpSpPr>
        <a:xfrm>
          <a:off x="0" y="0"/>
          <a:ext cx="0" cy="0"/>
          <a:chOff x="0" y="0"/>
          <a:chExt cx="0" cy="0"/>
        </a:xfrm>
      </p:grpSpPr>
      <p:sp>
        <p:nvSpPr>
          <p:cNvPr id="1561" name="Google Shape;1561;p9"/>
          <p:cNvSpPr txBox="1"/>
          <p:nvPr>
            <p:ph type="title"/>
          </p:nvPr>
        </p:nvSpPr>
        <p:spPr>
          <a:xfrm>
            <a:off x="720000" y="540000"/>
            <a:ext cx="7704000" cy="564300"/>
          </a:xfrm>
          <a:prstGeom prst="rect">
            <a:avLst/>
          </a:prstGeom>
          <a:noFill/>
          <a:ln>
            <a:noFill/>
          </a:ln>
        </p:spPr>
        <p:txBody>
          <a:bodyPr anchorCtr="0" anchor="ctr" bIns="91425" lIns="91425" spcFirstLastPara="1" rIns="91425" wrap="square" tIns="91425">
            <a:noAutofit/>
          </a:bodyPr>
          <a:lstStyle/>
          <a:p>
            <a:pPr indent="0" lvl="0" marL="0" rtl="0" algn="l">
              <a:lnSpc>
                <a:spcPct val="100000"/>
              </a:lnSpc>
              <a:spcBef>
                <a:spcPts val="0"/>
              </a:spcBef>
              <a:spcAft>
                <a:spcPts val="0"/>
              </a:spcAft>
              <a:buSzPts val="2800"/>
              <a:buNone/>
            </a:pPr>
            <a:r>
              <a:rPr lang="en">
                <a:solidFill>
                  <a:schemeClr val="lt2"/>
                </a:solidFill>
              </a:rPr>
              <a:t>Criticità e limitazioni</a:t>
            </a:r>
            <a:endParaRPr/>
          </a:p>
        </p:txBody>
      </p:sp>
      <p:sp>
        <p:nvSpPr>
          <p:cNvPr id="1562" name="Google Shape;1562;p9"/>
          <p:cNvSpPr/>
          <p:nvPr/>
        </p:nvSpPr>
        <p:spPr>
          <a:xfrm>
            <a:off x="720000" y="1379675"/>
            <a:ext cx="3406800" cy="2480700"/>
          </a:xfrm>
          <a:prstGeom prst="rect">
            <a:avLst/>
          </a:prstGeom>
          <a:solidFill>
            <a:srgbClr val="7C7C7C">
              <a:alpha val="14120"/>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nvGrpSpPr>
          <p:cNvPr id="1563" name="Google Shape;1563;p9"/>
          <p:cNvGrpSpPr/>
          <p:nvPr/>
        </p:nvGrpSpPr>
        <p:grpSpPr>
          <a:xfrm>
            <a:off x="720000" y="1379675"/>
            <a:ext cx="3406800" cy="218100"/>
            <a:chOff x="1290775" y="1427525"/>
            <a:chExt cx="3406800" cy="218100"/>
          </a:xfrm>
        </p:grpSpPr>
        <p:sp>
          <p:nvSpPr>
            <p:cNvPr id="1564" name="Google Shape;1564;p9"/>
            <p:cNvSpPr/>
            <p:nvPr/>
          </p:nvSpPr>
          <p:spPr>
            <a:xfrm>
              <a:off x="1290775" y="1427525"/>
              <a:ext cx="3406800" cy="218100"/>
            </a:xfrm>
            <a:prstGeom prst="rect">
              <a:avLst/>
            </a:prstGeom>
            <a:solidFill>
              <a:schemeClr val="dk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65" name="Google Shape;1565;p9"/>
            <p:cNvSpPr/>
            <p:nvPr/>
          </p:nvSpPr>
          <p:spPr>
            <a:xfrm>
              <a:off x="1405200" y="1486450"/>
              <a:ext cx="100200" cy="100200"/>
            </a:xfrm>
            <a:prstGeom prst="ellips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66" name="Google Shape;1566;p9"/>
            <p:cNvSpPr/>
            <p:nvPr/>
          </p:nvSpPr>
          <p:spPr>
            <a:xfrm>
              <a:off x="1588650" y="1486450"/>
              <a:ext cx="100200" cy="100200"/>
            </a:xfrm>
            <a:prstGeom prst="ellips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67" name="Google Shape;1567;p9"/>
            <p:cNvSpPr/>
            <p:nvPr/>
          </p:nvSpPr>
          <p:spPr>
            <a:xfrm>
              <a:off x="1772100" y="1486450"/>
              <a:ext cx="100200" cy="100200"/>
            </a:xfrm>
            <a:prstGeom prst="ellips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1568" name="Google Shape;1568;p9"/>
          <p:cNvSpPr txBox="1"/>
          <p:nvPr>
            <p:ph type="title"/>
          </p:nvPr>
        </p:nvSpPr>
        <p:spPr>
          <a:xfrm>
            <a:off x="720000" y="1597775"/>
            <a:ext cx="3406800" cy="22626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330200" lvl="0" marL="457200" rtl="0" algn="l">
              <a:lnSpc>
                <a:spcPct val="100000"/>
              </a:lnSpc>
              <a:spcBef>
                <a:spcPts val="0"/>
              </a:spcBef>
              <a:spcAft>
                <a:spcPts val="0"/>
              </a:spcAft>
              <a:buSzPts val="1600"/>
              <a:buChar char="●"/>
            </a:pPr>
            <a:r>
              <a:rPr lang="en" sz="1600"/>
              <a:t>Cavi lunghi generano interferenze</a:t>
            </a:r>
            <a:endParaRPr sz="1600"/>
          </a:p>
          <a:p>
            <a:pPr indent="-330200" lvl="0" marL="457200" rtl="0" algn="l">
              <a:lnSpc>
                <a:spcPct val="100000"/>
              </a:lnSpc>
              <a:spcBef>
                <a:spcPts val="0"/>
              </a:spcBef>
              <a:spcAft>
                <a:spcPts val="0"/>
              </a:spcAft>
              <a:buSzPts val="1600"/>
              <a:buChar char="●"/>
            </a:pPr>
            <a:r>
              <a:rPr lang="en" sz="1600"/>
              <a:t>Microfono con falsi positivi</a:t>
            </a:r>
            <a:endParaRPr sz="1600"/>
          </a:p>
          <a:p>
            <a:pPr indent="-342900" lvl="0" marL="457200" rtl="0" algn="l">
              <a:lnSpc>
                <a:spcPct val="100000"/>
              </a:lnSpc>
              <a:spcBef>
                <a:spcPts val="0"/>
              </a:spcBef>
              <a:spcAft>
                <a:spcPts val="0"/>
              </a:spcAft>
              <a:buSzPts val="1800"/>
              <a:buChar char="●"/>
            </a:pPr>
            <a:r>
              <a:rPr lang="en" sz="1600"/>
              <a:t>Calibrazione necessaria ad ogni sessione</a:t>
            </a:r>
            <a:r>
              <a:rPr lang="en" sz="1800"/>
              <a:t> </a:t>
            </a:r>
            <a:endParaRPr sz="1800"/>
          </a:p>
        </p:txBody>
      </p:sp>
      <p:sp>
        <p:nvSpPr>
          <p:cNvPr id="1569" name="Google Shape;1569;p9"/>
          <p:cNvSpPr/>
          <p:nvPr/>
        </p:nvSpPr>
        <p:spPr>
          <a:xfrm>
            <a:off x="5016475" y="1756975"/>
            <a:ext cx="3406800" cy="2846700"/>
          </a:xfrm>
          <a:prstGeom prst="rect">
            <a:avLst/>
          </a:prstGeom>
          <a:solidFill>
            <a:srgbClr val="7C7C7C">
              <a:alpha val="14120"/>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70" name="Google Shape;1570;p9"/>
          <p:cNvSpPr txBox="1"/>
          <p:nvPr>
            <p:ph type="title"/>
          </p:nvPr>
        </p:nvSpPr>
        <p:spPr>
          <a:xfrm>
            <a:off x="5016475" y="2007260"/>
            <a:ext cx="3406800" cy="25965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330200" lvl="0" marL="457200" rtl="0" algn="l">
              <a:lnSpc>
                <a:spcPct val="100000"/>
              </a:lnSpc>
              <a:spcBef>
                <a:spcPts val="0"/>
              </a:spcBef>
              <a:spcAft>
                <a:spcPts val="0"/>
              </a:spcAft>
              <a:buSzPts val="1600"/>
              <a:buChar char="●"/>
            </a:pPr>
            <a:r>
              <a:rPr lang="en" sz="1600"/>
              <a:t>Condizioni ambientali esterne</a:t>
            </a:r>
            <a:endParaRPr sz="1600"/>
          </a:p>
          <a:p>
            <a:pPr indent="-330200" lvl="0" marL="457200" rtl="0" algn="l">
              <a:lnSpc>
                <a:spcPct val="100000"/>
              </a:lnSpc>
              <a:spcBef>
                <a:spcPts val="0"/>
              </a:spcBef>
              <a:spcAft>
                <a:spcPts val="0"/>
              </a:spcAft>
              <a:buSzPts val="1600"/>
              <a:buChar char="●"/>
            </a:pPr>
            <a:r>
              <a:rPr lang="en" sz="1600"/>
              <a:t>Discriminare i suoni provenienti dal soggetto</a:t>
            </a:r>
            <a:endParaRPr sz="1600"/>
          </a:p>
          <a:p>
            <a:pPr indent="-330200" lvl="0" marL="457200" rtl="0" algn="l">
              <a:lnSpc>
                <a:spcPct val="100000"/>
              </a:lnSpc>
              <a:spcBef>
                <a:spcPts val="0"/>
              </a:spcBef>
              <a:spcAft>
                <a:spcPts val="0"/>
              </a:spcAft>
              <a:buSzPts val="1600"/>
              <a:buChar char="●"/>
            </a:pPr>
            <a:r>
              <a:rPr lang="en" sz="1600"/>
              <a:t>Modello non predittivo</a:t>
            </a:r>
            <a:endParaRPr sz="1600"/>
          </a:p>
          <a:p>
            <a:pPr indent="-330200" lvl="0" marL="457200" rtl="0" algn="l">
              <a:lnSpc>
                <a:spcPct val="100000"/>
              </a:lnSpc>
              <a:spcBef>
                <a:spcPts val="0"/>
              </a:spcBef>
              <a:spcAft>
                <a:spcPts val="0"/>
              </a:spcAft>
              <a:buSzPts val="1600"/>
              <a:buChar char="●"/>
            </a:pPr>
            <a:r>
              <a:rPr lang="en" sz="1600"/>
              <a:t>Nessun valore diagnostico</a:t>
            </a:r>
            <a:endParaRPr sz="1600"/>
          </a:p>
        </p:txBody>
      </p:sp>
      <p:grpSp>
        <p:nvGrpSpPr>
          <p:cNvPr id="1571" name="Google Shape;1571;p9"/>
          <p:cNvGrpSpPr/>
          <p:nvPr/>
        </p:nvGrpSpPr>
        <p:grpSpPr>
          <a:xfrm>
            <a:off x="5016475" y="1789138"/>
            <a:ext cx="3406800" cy="218100"/>
            <a:chOff x="1290775" y="1427525"/>
            <a:chExt cx="3406800" cy="218100"/>
          </a:xfrm>
        </p:grpSpPr>
        <p:sp>
          <p:nvSpPr>
            <p:cNvPr id="1572" name="Google Shape;1572;p9"/>
            <p:cNvSpPr/>
            <p:nvPr/>
          </p:nvSpPr>
          <p:spPr>
            <a:xfrm>
              <a:off x="1290775" y="1427525"/>
              <a:ext cx="3406800" cy="218100"/>
            </a:xfrm>
            <a:prstGeom prst="rect">
              <a:avLst/>
            </a:prstGeom>
            <a:solidFill>
              <a:schemeClr val="dk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73" name="Google Shape;1573;p9"/>
            <p:cNvSpPr/>
            <p:nvPr/>
          </p:nvSpPr>
          <p:spPr>
            <a:xfrm>
              <a:off x="1405200" y="1486450"/>
              <a:ext cx="100200" cy="100200"/>
            </a:xfrm>
            <a:prstGeom prst="ellips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74" name="Google Shape;1574;p9"/>
            <p:cNvSpPr/>
            <p:nvPr/>
          </p:nvSpPr>
          <p:spPr>
            <a:xfrm>
              <a:off x="1588650" y="1486450"/>
              <a:ext cx="100200" cy="100200"/>
            </a:xfrm>
            <a:prstGeom prst="ellips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75" name="Google Shape;1575;p9"/>
            <p:cNvSpPr/>
            <p:nvPr/>
          </p:nvSpPr>
          <p:spPr>
            <a:xfrm>
              <a:off x="1772100" y="1486450"/>
              <a:ext cx="100200" cy="100200"/>
            </a:xfrm>
            <a:prstGeom prst="ellips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79" name="Shape 1579"/>
        <p:cNvGrpSpPr/>
        <p:nvPr/>
      </p:nvGrpSpPr>
      <p:grpSpPr>
        <a:xfrm>
          <a:off x="0" y="0"/>
          <a:ext cx="0" cy="0"/>
          <a:chOff x="0" y="0"/>
          <a:chExt cx="0" cy="0"/>
        </a:xfrm>
      </p:grpSpPr>
      <p:sp>
        <p:nvSpPr>
          <p:cNvPr id="1580" name="Google Shape;1580;p22"/>
          <p:cNvSpPr/>
          <p:nvPr/>
        </p:nvSpPr>
        <p:spPr>
          <a:xfrm>
            <a:off x="720725" y="539775"/>
            <a:ext cx="3001200" cy="921900"/>
          </a:xfrm>
          <a:prstGeom prst="rect">
            <a:avLst/>
          </a:prstGeom>
          <a:solidFill>
            <a:srgbClr val="7C7C7C">
              <a:alpha val="14117"/>
            </a:srgbClr>
          </a:solidFill>
          <a:ln>
            <a:noFill/>
          </a:ln>
        </p:spPr>
        <p:txBody>
          <a:bodyPr anchorCtr="0" anchor="ctr" bIns="80550" lIns="80550" spcFirstLastPara="1" rIns="80550" wrap="square" tIns="80550">
            <a:noAutofit/>
          </a:bodyPr>
          <a:lstStyle/>
          <a:p>
            <a:pPr indent="0" lvl="0" marL="0" marR="0" rtl="0" algn="l">
              <a:lnSpc>
                <a:spcPct val="100000"/>
              </a:lnSpc>
              <a:spcBef>
                <a:spcPts val="0"/>
              </a:spcBef>
              <a:spcAft>
                <a:spcPts val="0"/>
              </a:spcAft>
              <a:buClr>
                <a:srgbClr val="000000"/>
              </a:buClr>
              <a:buSzPts val="1233"/>
              <a:buFont typeface="Arial"/>
              <a:buNone/>
            </a:pPr>
            <a:r>
              <a:t/>
            </a:r>
            <a:endParaRPr b="0" i="0" sz="1233" u="none" cap="none" strike="noStrike">
              <a:solidFill>
                <a:srgbClr val="000000"/>
              </a:solidFill>
              <a:latin typeface="Arial"/>
              <a:ea typeface="Arial"/>
              <a:cs typeface="Arial"/>
              <a:sym typeface="Arial"/>
            </a:endParaRPr>
          </a:p>
        </p:txBody>
      </p:sp>
      <p:grpSp>
        <p:nvGrpSpPr>
          <p:cNvPr id="1581" name="Google Shape;1581;p22"/>
          <p:cNvGrpSpPr/>
          <p:nvPr/>
        </p:nvGrpSpPr>
        <p:grpSpPr>
          <a:xfrm>
            <a:off x="720744" y="539799"/>
            <a:ext cx="3001391" cy="192146"/>
            <a:chOff x="1290775" y="1427525"/>
            <a:chExt cx="3406800" cy="218100"/>
          </a:xfrm>
        </p:grpSpPr>
        <p:sp>
          <p:nvSpPr>
            <p:cNvPr id="1582" name="Google Shape;1582;p22"/>
            <p:cNvSpPr/>
            <p:nvPr/>
          </p:nvSpPr>
          <p:spPr>
            <a:xfrm>
              <a:off x="1290775" y="1427525"/>
              <a:ext cx="3406800" cy="218100"/>
            </a:xfrm>
            <a:prstGeom prst="rect">
              <a:avLst/>
            </a:prstGeom>
            <a:solidFill>
              <a:schemeClr val="dk2"/>
            </a:solidFill>
            <a:ln cap="flat" cmpd="sng" w="8400">
              <a:solidFill>
                <a:schemeClr val="dk2"/>
              </a:solidFill>
              <a:prstDash val="solid"/>
              <a:round/>
              <a:headEnd len="sm" w="sm" type="none"/>
              <a:tailEnd len="sm" w="sm" type="none"/>
            </a:ln>
          </p:spPr>
          <p:txBody>
            <a:bodyPr anchorCtr="0" anchor="ctr" bIns="80550" lIns="80550" spcFirstLastPara="1" rIns="80550" wrap="square" tIns="80550">
              <a:noAutofit/>
            </a:bodyPr>
            <a:lstStyle/>
            <a:p>
              <a:pPr indent="0" lvl="0" marL="0" marR="0" rtl="0" algn="l">
                <a:lnSpc>
                  <a:spcPct val="100000"/>
                </a:lnSpc>
                <a:spcBef>
                  <a:spcPts val="0"/>
                </a:spcBef>
                <a:spcAft>
                  <a:spcPts val="0"/>
                </a:spcAft>
                <a:buClr>
                  <a:srgbClr val="000000"/>
                </a:buClr>
                <a:buSzPts val="1233"/>
                <a:buFont typeface="Arial"/>
                <a:buNone/>
              </a:pPr>
              <a:r>
                <a:t/>
              </a:r>
              <a:endParaRPr b="0" i="0" sz="1233" u="none" cap="none" strike="noStrike">
                <a:solidFill>
                  <a:srgbClr val="000000"/>
                </a:solidFill>
                <a:latin typeface="Arial"/>
                <a:ea typeface="Arial"/>
                <a:cs typeface="Arial"/>
                <a:sym typeface="Arial"/>
              </a:endParaRPr>
            </a:p>
          </p:txBody>
        </p:sp>
        <p:sp>
          <p:nvSpPr>
            <p:cNvPr id="1583" name="Google Shape;1583;p22"/>
            <p:cNvSpPr/>
            <p:nvPr/>
          </p:nvSpPr>
          <p:spPr>
            <a:xfrm>
              <a:off x="1405200" y="1486450"/>
              <a:ext cx="100200" cy="100200"/>
            </a:xfrm>
            <a:prstGeom prst="ellipse">
              <a:avLst/>
            </a:prstGeom>
            <a:solidFill>
              <a:schemeClr val="accent6"/>
            </a:solidFill>
            <a:ln>
              <a:noFill/>
            </a:ln>
          </p:spPr>
          <p:txBody>
            <a:bodyPr anchorCtr="0" anchor="ctr" bIns="80550" lIns="80550" spcFirstLastPara="1" rIns="80550" wrap="square" tIns="80550">
              <a:noAutofit/>
            </a:bodyPr>
            <a:lstStyle/>
            <a:p>
              <a:pPr indent="0" lvl="0" marL="0" marR="0" rtl="0" algn="l">
                <a:lnSpc>
                  <a:spcPct val="100000"/>
                </a:lnSpc>
                <a:spcBef>
                  <a:spcPts val="0"/>
                </a:spcBef>
                <a:spcAft>
                  <a:spcPts val="0"/>
                </a:spcAft>
                <a:buClr>
                  <a:srgbClr val="000000"/>
                </a:buClr>
                <a:buSzPts val="1233"/>
                <a:buFont typeface="Arial"/>
                <a:buNone/>
              </a:pPr>
              <a:r>
                <a:t/>
              </a:r>
              <a:endParaRPr b="0" i="0" sz="1233" u="none" cap="none" strike="noStrike">
                <a:solidFill>
                  <a:srgbClr val="000000"/>
                </a:solidFill>
                <a:latin typeface="Arial"/>
                <a:ea typeface="Arial"/>
                <a:cs typeface="Arial"/>
                <a:sym typeface="Arial"/>
              </a:endParaRPr>
            </a:p>
          </p:txBody>
        </p:sp>
        <p:sp>
          <p:nvSpPr>
            <p:cNvPr id="1584" name="Google Shape;1584;p22"/>
            <p:cNvSpPr/>
            <p:nvPr/>
          </p:nvSpPr>
          <p:spPr>
            <a:xfrm>
              <a:off x="1588650" y="1486450"/>
              <a:ext cx="100200" cy="100200"/>
            </a:xfrm>
            <a:prstGeom prst="ellipse">
              <a:avLst/>
            </a:prstGeom>
            <a:solidFill>
              <a:schemeClr val="accent6"/>
            </a:solidFill>
            <a:ln>
              <a:noFill/>
            </a:ln>
          </p:spPr>
          <p:txBody>
            <a:bodyPr anchorCtr="0" anchor="ctr" bIns="80550" lIns="80550" spcFirstLastPara="1" rIns="80550" wrap="square" tIns="80550">
              <a:noAutofit/>
            </a:bodyPr>
            <a:lstStyle/>
            <a:p>
              <a:pPr indent="0" lvl="0" marL="0" marR="0" rtl="0" algn="l">
                <a:lnSpc>
                  <a:spcPct val="100000"/>
                </a:lnSpc>
                <a:spcBef>
                  <a:spcPts val="0"/>
                </a:spcBef>
                <a:spcAft>
                  <a:spcPts val="0"/>
                </a:spcAft>
                <a:buClr>
                  <a:srgbClr val="000000"/>
                </a:buClr>
                <a:buSzPts val="1233"/>
                <a:buFont typeface="Arial"/>
                <a:buNone/>
              </a:pPr>
              <a:r>
                <a:t/>
              </a:r>
              <a:endParaRPr b="0" i="0" sz="1233" u="none" cap="none" strike="noStrike">
                <a:solidFill>
                  <a:srgbClr val="000000"/>
                </a:solidFill>
                <a:latin typeface="Arial"/>
                <a:ea typeface="Arial"/>
                <a:cs typeface="Arial"/>
                <a:sym typeface="Arial"/>
              </a:endParaRPr>
            </a:p>
          </p:txBody>
        </p:sp>
        <p:sp>
          <p:nvSpPr>
            <p:cNvPr id="1585" name="Google Shape;1585;p22"/>
            <p:cNvSpPr/>
            <p:nvPr/>
          </p:nvSpPr>
          <p:spPr>
            <a:xfrm>
              <a:off x="1772100" y="1486450"/>
              <a:ext cx="100200" cy="100200"/>
            </a:xfrm>
            <a:prstGeom prst="ellipse">
              <a:avLst/>
            </a:prstGeom>
            <a:solidFill>
              <a:schemeClr val="accent6"/>
            </a:solidFill>
            <a:ln>
              <a:noFill/>
            </a:ln>
          </p:spPr>
          <p:txBody>
            <a:bodyPr anchorCtr="0" anchor="ctr" bIns="80550" lIns="80550" spcFirstLastPara="1" rIns="80550" wrap="square" tIns="80550">
              <a:noAutofit/>
            </a:bodyPr>
            <a:lstStyle/>
            <a:p>
              <a:pPr indent="0" lvl="0" marL="0" marR="0" rtl="0" algn="l">
                <a:lnSpc>
                  <a:spcPct val="100000"/>
                </a:lnSpc>
                <a:spcBef>
                  <a:spcPts val="0"/>
                </a:spcBef>
                <a:spcAft>
                  <a:spcPts val="0"/>
                </a:spcAft>
                <a:buClr>
                  <a:srgbClr val="000000"/>
                </a:buClr>
                <a:buSzPts val="1233"/>
                <a:buFont typeface="Arial"/>
                <a:buNone/>
              </a:pPr>
              <a:r>
                <a:t/>
              </a:r>
              <a:endParaRPr b="0" i="0" sz="1233" u="none" cap="none" strike="noStrike">
                <a:solidFill>
                  <a:srgbClr val="000000"/>
                </a:solidFill>
                <a:latin typeface="Arial"/>
                <a:ea typeface="Arial"/>
                <a:cs typeface="Arial"/>
                <a:sym typeface="Arial"/>
              </a:endParaRPr>
            </a:p>
          </p:txBody>
        </p:sp>
      </p:grpSp>
      <p:sp>
        <p:nvSpPr>
          <p:cNvPr id="1586" name="Google Shape;1586;p22"/>
          <p:cNvSpPr txBox="1"/>
          <p:nvPr>
            <p:ph type="title"/>
          </p:nvPr>
        </p:nvSpPr>
        <p:spPr>
          <a:xfrm>
            <a:off x="720725" y="731918"/>
            <a:ext cx="3001200" cy="729600"/>
          </a:xfrm>
          <a:prstGeom prst="rect">
            <a:avLst/>
          </a:prstGeom>
          <a:noFill/>
          <a:ln cap="flat" cmpd="sng" w="8400">
            <a:solidFill>
              <a:schemeClr val="dk2"/>
            </a:solidFill>
            <a:prstDash val="solid"/>
            <a:round/>
            <a:headEnd len="sm" w="sm" type="none"/>
            <a:tailEnd len="sm" w="sm" type="none"/>
          </a:ln>
        </p:spPr>
        <p:txBody>
          <a:bodyPr anchorCtr="0" anchor="ctr" bIns="80550" lIns="80550" spcFirstLastPara="1" rIns="80550" wrap="square" tIns="80550">
            <a:noAutofit/>
          </a:bodyPr>
          <a:lstStyle/>
          <a:p>
            <a:pPr indent="0" lvl="0" marL="0" rtl="0" algn="ctr">
              <a:lnSpc>
                <a:spcPct val="100000"/>
              </a:lnSpc>
              <a:spcBef>
                <a:spcPts val="0"/>
              </a:spcBef>
              <a:spcAft>
                <a:spcPts val="0"/>
              </a:spcAft>
              <a:buSzPts val="5462"/>
              <a:buNone/>
            </a:pPr>
            <a:r>
              <a:rPr lang="en" sz="1761"/>
              <a:t>Contenitore modulare</a:t>
            </a:r>
            <a:endParaRPr sz="1761"/>
          </a:p>
        </p:txBody>
      </p:sp>
      <p:grpSp>
        <p:nvGrpSpPr>
          <p:cNvPr id="1587" name="Google Shape;1587;p22"/>
          <p:cNvGrpSpPr/>
          <p:nvPr/>
        </p:nvGrpSpPr>
        <p:grpSpPr>
          <a:xfrm>
            <a:off x="4603642" y="539741"/>
            <a:ext cx="790037" cy="921936"/>
            <a:chOff x="4876875" y="1427500"/>
            <a:chExt cx="1130400" cy="1319125"/>
          </a:xfrm>
        </p:grpSpPr>
        <p:sp>
          <p:nvSpPr>
            <p:cNvPr id="1588" name="Google Shape;1588;p22"/>
            <p:cNvSpPr/>
            <p:nvPr/>
          </p:nvSpPr>
          <p:spPr>
            <a:xfrm>
              <a:off x="4876875" y="1645625"/>
              <a:ext cx="1130400" cy="1101000"/>
            </a:xfrm>
            <a:prstGeom prst="rect">
              <a:avLst/>
            </a:prstGeom>
            <a:noFill/>
            <a:ln cap="flat" cmpd="sng" w="5875">
              <a:solidFill>
                <a:schemeClr val="dk2"/>
              </a:solidFill>
              <a:prstDash val="solid"/>
              <a:round/>
              <a:headEnd len="sm" w="sm" type="none"/>
              <a:tailEnd len="sm" w="sm" type="none"/>
            </a:ln>
          </p:spPr>
          <p:txBody>
            <a:bodyPr anchorCtr="0" anchor="ctr" bIns="56500" lIns="56500" spcFirstLastPara="1" rIns="56500" wrap="square" tIns="56500">
              <a:noAutofit/>
            </a:bodyPr>
            <a:lstStyle/>
            <a:p>
              <a:pPr indent="0" lvl="0" marL="0" marR="0" rtl="0" algn="l">
                <a:lnSpc>
                  <a:spcPct val="100000"/>
                </a:lnSpc>
                <a:spcBef>
                  <a:spcPts val="0"/>
                </a:spcBef>
                <a:spcAft>
                  <a:spcPts val="0"/>
                </a:spcAft>
                <a:buClr>
                  <a:srgbClr val="000000"/>
                </a:buClr>
                <a:buSzPts val="865"/>
                <a:buFont typeface="Arial"/>
                <a:buNone/>
              </a:pPr>
              <a:r>
                <a:t/>
              </a:r>
              <a:endParaRPr b="0" i="0" sz="865" u="none" cap="none" strike="noStrike">
                <a:solidFill>
                  <a:srgbClr val="000000"/>
                </a:solidFill>
                <a:latin typeface="Arial"/>
                <a:ea typeface="Arial"/>
                <a:cs typeface="Arial"/>
                <a:sym typeface="Arial"/>
              </a:endParaRPr>
            </a:p>
          </p:txBody>
        </p:sp>
        <p:sp>
          <p:nvSpPr>
            <p:cNvPr id="1589" name="Google Shape;1589;p22"/>
            <p:cNvSpPr/>
            <p:nvPr/>
          </p:nvSpPr>
          <p:spPr>
            <a:xfrm>
              <a:off x="4876875" y="1427500"/>
              <a:ext cx="1130400" cy="218100"/>
            </a:xfrm>
            <a:prstGeom prst="rect">
              <a:avLst/>
            </a:prstGeom>
            <a:noFill/>
            <a:ln cap="flat" cmpd="sng" w="5875">
              <a:solidFill>
                <a:schemeClr val="dk2"/>
              </a:solidFill>
              <a:prstDash val="solid"/>
              <a:round/>
              <a:headEnd len="sm" w="sm" type="none"/>
              <a:tailEnd len="sm" w="sm" type="none"/>
            </a:ln>
          </p:spPr>
          <p:txBody>
            <a:bodyPr anchorCtr="0" anchor="ctr" bIns="56500" lIns="56500" spcFirstLastPara="1" rIns="56500" wrap="square" tIns="56500">
              <a:noAutofit/>
            </a:bodyPr>
            <a:lstStyle/>
            <a:p>
              <a:pPr indent="0" lvl="0" marL="0" marR="0" rtl="0" algn="l">
                <a:lnSpc>
                  <a:spcPct val="100000"/>
                </a:lnSpc>
                <a:spcBef>
                  <a:spcPts val="0"/>
                </a:spcBef>
                <a:spcAft>
                  <a:spcPts val="0"/>
                </a:spcAft>
                <a:buClr>
                  <a:srgbClr val="000000"/>
                </a:buClr>
                <a:buSzPts val="865"/>
                <a:buFont typeface="Arial"/>
                <a:buNone/>
              </a:pPr>
              <a:r>
                <a:t/>
              </a:r>
              <a:endParaRPr b="0" i="0" sz="865" u="none" cap="none" strike="noStrike">
                <a:solidFill>
                  <a:srgbClr val="000000"/>
                </a:solidFill>
                <a:latin typeface="Arial"/>
                <a:ea typeface="Arial"/>
                <a:cs typeface="Arial"/>
                <a:sym typeface="Arial"/>
              </a:endParaRPr>
            </a:p>
          </p:txBody>
        </p:sp>
      </p:grpSp>
      <p:cxnSp>
        <p:nvCxnSpPr>
          <p:cNvPr id="1590" name="Google Shape;1590;p22"/>
          <p:cNvCxnSpPr>
            <a:stCxn id="1586" idx="3"/>
          </p:cNvCxnSpPr>
          <p:nvPr/>
        </p:nvCxnSpPr>
        <p:spPr>
          <a:xfrm flipH="1" rot="10800000">
            <a:off x="3721925" y="828818"/>
            <a:ext cx="874800" cy="267900"/>
          </a:xfrm>
          <a:prstGeom prst="bentConnector3">
            <a:avLst>
              <a:gd fmla="val 50000" name="adj1"/>
            </a:avLst>
          </a:prstGeom>
          <a:noFill/>
          <a:ln cap="flat" cmpd="sng" w="5200">
            <a:solidFill>
              <a:schemeClr val="dk2"/>
            </a:solidFill>
            <a:prstDash val="solid"/>
            <a:round/>
            <a:headEnd len="sm" w="sm" type="none"/>
            <a:tailEnd len="sm" w="sm" type="none"/>
          </a:ln>
        </p:spPr>
      </p:cxnSp>
      <p:grpSp>
        <p:nvGrpSpPr>
          <p:cNvPr id="1591" name="Google Shape;1591;p22"/>
          <p:cNvGrpSpPr/>
          <p:nvPr/>
        </p:nvGrpSpPr>
        <p:grpSpPr>
          <a:xfrm>
            <a:off x="4794665" y="849263"/>
            <a:ext cx="407798" cy="455351"/>
            <a:chOff x="4757881" y="3481009"/>
            <a:chExt cx="266552" cy="297615"/>
          </a:xfrm>
        </p:grpSpPr>
        <p:sp>
          <p:nvSpPr>
            <p:cNvPr id="1592" name="Google Shape;1592;p22"/>
            <p:cNvSpPr/>
            <p:nvPr/>
          </p:nvSpPr>
          <p:spPr>
            <a:xfrm>
              <a:off x="4759101" y="3481009"/>
              <a:ext cx="265332" cy="296459"/>
            </a:xfrm>
            <a:custGeom>
              <a:rect b="b" l="l" r="r" t="t"/>
              <a:pathLst>
                <a:path extrusionOk="0" h="9229" w="8260">
                  <a:moveTo>
                    <a:pt x="244" y="0"/>
                  </a:moveTo>
                  <a:lnTo>
                    <a:pt x="187" y="38"/>
                  </a:lnTo>
                  <a:cubicBezTo>
                    <a:pt x="85" y="38"/>
                    <a:pt x="1" y="122"/>
                    <a:pt x="1" y="224"/>
                  </a:cubicBezTo>
                  <a:lnTo>
                    <a:pt x="1" y="9042"/>
                  </a:lnTo>
                  <a:cubicBezTo>
                    <a:pt x="1" y="9145"/>
                    <a:pt x="85" y="9229"/>
                    <a:pt x="187" y="9229"/>
                  </a:cubicBezTo>
                  <a:lnTo>
                    <a:pt x="8035" y="9229"/>
                  </a:lnTo>
                  <a:cubicBezTo>
                    <a:pt x="8138" y="9229"/>
                    <a:pt x="8222" y="9143"/>
                    <a:pt x="8222" y="9041"/>
                  </a:cubicBezTo>
                  <a:lnTo>
                    <a:pt x="8259" y="8984"/>
                  </a:lnTo>
                  <a:lnTo>
                    <a:pt x="8259" y="185"/>
                  </a:lnTo>
                  <a:cubicBezTo>
                    <a:pt x="8259" y="83"/>
                    <a:pt x="8177" y="0"/>
                    <a:pt x="8073" y="0"/>
                  </a:cubicBezTo>
                  <a:close/>
                </a:path>
              </a:pathLst>
            </a:custGeom>
            <a:solidFill>
              <a:schemeClr val="accent1"/>
            </a:solidFill>
            <a:ln>
              <a:noFill/>
            </a:ln>
          </p:spPr>
          <p:txBody>
            <a:bodyPr anchorCtr="0" anchor="ctr" bIns="56500" lIns="56500" spcFirstLastPara="1" rIns="56500" wrap="square" tIns="56500">
              <a:noAutofit/>
            </a:bodyPr>
            <a:lstStyle/>
            <a:p>
              <a:pPr indent="0" lvl="0" marL="0" marR="0" rtl="0" algn="l">
                <a:lnSpc>
                  <a:spcPct val="100000"/>
                </a:lnSpc>
                <a:spcBef>
                  <a:spcPts val="0"/>
                </a:spcBef>
                <a:spcAft>
                  <a:spcPts val="0"/>
                </a:spcAft>
                <a:buClr>
                  <a:srgbClr val="000000"/>
                </a:buClr>
                <a:buSzPts val="865"/>
                <a:buFont typeface="Arial"/>
                <a:buNone/>
              </a:pPr>
              <a:r>
                <a:t/>
              </a:r>
              <a:endParaRPr b="0" i="0" sz="865" u="none" cap="none" strike="noStrike">
                <a:solidFill>
                  <a:srgbClr val="000000"/>
                </a:solidFill>
                <a:latin typeface="Arial"/>
                <a:ea typeface="Arial"/>
                <a:cs typeface="Arial"/>
                <a:sym typeface="Arial"/>
              </a:endParaRPr>
            </a:p>
          </p:txBody>
        </p:sp>
        <p:sp>
          <p:nvSpPr>
            <p:cNvPr id="1593" name="Google Shape;1593;p22"/>
            <p:cNvSpPr/>
            <p:nvPr/>
          </p:nvSpPr>
          <p:spPr>
            <a:xfrm>
              <a:off x="4757881" y="3481009"/>
              <a:ext cx="266488" cy="297615"/>
            </a:xfrm>
            <a:custGeom>
              <a:rect b="b" l="l" r="r" t="t"/>
              <a:pathLst>
                <a:path extrusionOk="0" h="9265" w="8296">
                  <a:moveTo>
                    <a:pt x="188" y="0"/>
                  </a:moveTo>
                  <a:cubicBezTo>
                    <a:pt x="83" y="0"/>
                    <a:pt x="1" y="83"/>
                    <a:pt x="1" y="187"/>
                  </a:cubicBezTo>
                  <a:lnTo>
                    <a:pt x="1" y="9078"/>
                  </a:lnTo>
                  <a:cubicBezTo>
                    <a:pt x="1" y="9181"/>
                    <a:pt x="83" y="9265"/>
                    <a:pt x="188" y="9265"/>
                  </a:cubicBezTo>
                  <a:lnTo>
                    <a:pt x="8109" y="9265"/>
                  </a:lnTo>
                  <a:cubicBezTo>
                    <a:pt x="8212" y="9265"/>
                    <a:pt x="8296" y="9181"/>
                    <a:pt x="8296" y="9078"/>
                  </a:cubicBezTo>
                  <a:lnTo>
                    <a:pt x="8296" y="8984"/>
                  </a:lnTo>
                  <a:lnTo>
                    <a:pt x="376" y="8984"/>
                  </a:lnTo>
                  <a:lnTo>
                    <a:pt x="376" y="8986"/>
                  </a:lnTo>
                  <a:cubicBezTo>
                    <a:pt x="325" y="8986"/>
                    <a:pt x="282" y="8945"/>
                    <a:pt x="282" y="8891"/>
                  </a:cubicBezTo>
                  <a:lnTo>
                    <a:pt x="282" y="0"/>
                  </a:lnTo>
                  <a:close/>
                </a:path>
              </a:pathLst>
            </a:custGeom>
            <a:solidFill>
              <a:srgbClr val="000000">
                <a:alpha val="13333"/>
              </a:srgbClr>
            </a:solidFill>
            <a:ln>
              <a:noFill/>
            </a:ln>
          </p:spPr>
          <p:txBody>
            <a:bodyPr anchorCtr="0" anchor="ctr" bIns="56500" lIns="56500" spcFirstLastPara="1" rIns="56500" wrap="square" tIns="56500">
              <a:noAutofit/>
            </a:bodyPr>
            <a:lstStyle/>
            <a:p>
              <a:pPr indent="0" lvl="0" marL="0" marR="0" rtl="0" algn="l">
                <a:lnSpc>
                  <a:spcPct val="100000"/>
                </a:lnSpc>
                <a:spcBef>
                  <a:spcPts val="0"/>
                </a:spcBef>
                <a:spcAft>
                  <a:spcPts val="0"/>
                </a:spcAft>
                <a:buClr>
                  <a:srgbClr val="000000"/>
                </a:buClr>
                <a:buSzPts val="865"/>
                <a:buFont typeface="Arial"/>
                <a:buNone/>
              </a:pPr>
              <a:r>
                <a:t/>
              </a:r>
              <a:endParaRPr b="0" i="0" sz="865" u="none" cap="none" strike="noStrike">
                <a:solidFill>
                  <a:srgbClr val="000000"/>
                </a:solidFill>
                <a:latin typeface="Arial"/>
                <a:ea typeface="Arial"/>
                <a:cs typeface="Arial"/>
                <a:sym typeface="Arial"/>
              </a:endParaRPr>
            </a:p>
          </p:txBody>
        </p:sp>
        <p:sp>
          <p:nvSpPr>
            <p:cNvPr id="1594" name="Google Shape;1594;p22"/>
            <p:cNvSpPr/>
            <p:nvPr/>
          </p:nvSpPr>
          <p:spPr>
            <a:xfrm>
              <a:off x="4777059" y="3498902"/>
              <a:ext cx="229419" cy="170731"/>
            </a:xfrm>
            <a:custGeom>
              <a:rect b="b" l="l" r="r" t="t"/>
              <a:pathLst>
                <a:path extrusionOk="0" h="5315" w="7142">
                  <a:moveTo>
                    <a:pt x="244" y="0"/>
                  </a:moveTo>
                  <a:lnTo>
                    <a:pt x="94" y="38"/>
                  </a:lnTo>
                  <a:cubicBezTo>
                    <a:pt x="42" y="38"/>
                    <a:pt x="0" y="81"/>
                    <a:pt x="0" y="132"/>
                  </a:cubicBezTo>
                  <a:lnTo>
                    <a:pt x="0" y="5221"/>
                  </a:lnTo>
                  <a:cubicBezTo>
                    <a:pt x="0" y="5273"/>
                    <a:pt x="44" y="5315"/>
                    <a:pt x="94" y="5315"/>
                  </a:cubicBezTo>
                  <a:lnTo>
                    <a:pt x="7011" y="5315"/>
                  </a:lnTo>
                  <a:cubicBezTo>
                    <a:pt x="7062" y="5315"/>
                    <a:pt x="7104" y="5273"/>
                    <a:pt x="7104" y="5221"/>
                  </a:cubicBezTo>
                  <a:lnTo>
                    <a:pt x="7142" y="5073"/>
                  </a:lnTo>
                  <a:lnTo>
                    <a:pt x="7142" y="95"/>
                  </a:lnTo>
                  <a:cubicBezTo>
                    <a:pt x="7142" y="42"/>
                    <a:pt x="7098" y="0"/>
                    <a:pt x="7047" y="0"/>
                  </a:cubicBezTo>
                  <a:close/>
                </a:path>
              </a:pathLst>
            </a:custGeom>
            <a:solidFill>
              <a:schemeClr val="lt1"/>
            </a:solidFill>
            <a:ln>
              <a:noFill/>
            </a:ln>
          </p:spPr>
          <p:txBody>
            <a:bodyPr anchorCtr="0" anchor="ctr" bIns="56500" lIns="56500" spcFirstLastPara="1" rIns="56500" wrap="square" tIns="56500">
              <a:noAutofit/>
            </a:bodyPr>
            <a:lstStyle/>
            <a:p>
              <a:pPr indent="0" lvl="0" marL="0" marR="0" rtl="0" algn="l">
                <a:lnSpc>
                  <a:spcPct val="100000"/>
                </a:lnSpc>
                <a:spcBef>
                  <a:spcPts val="0"/>
                </a:spcBef>
                <a:spcAft>
                  <a:spcPts val="0"/>
                </a:spcAft>
                <a:buClr>
                  <a:srgbClr val="000000"/>
                </a:buClr>
                <a:buSzPts val="865"/>
                <a:buFont typeface="Arial"/>
                <a:buNone/>
              </a:pPr>
              <a:r>
                <a:t/>
              </a:r>
              <a:endParaRPr b="0" i="0" sz="865" u="none" cap="none" strike="noStrike">
                <a:solidFill>
                  <a:srgbClr val="000000"/>
                </a:solidFill>
                <a:latin typeface="Arial"/>
                <a:ea typeface="Arial"/>
                <a:cs typeface="Arial"/>
                <a:sym typeface="Arial"/>
              </a:endParaRPr>
            </a:p>
          </p:txBody>
        </p:sp>
        <p:sp>
          <p:nvSpPr>
            <p:cNvPr id="1595" name="Google Shape;1595;p22"/>
            <p:cNvSpPr/>
            <p:nvPr/>
          </p:nvSpPr>
          <p:spPr>
            <a:xfrm>
              <a:off x="4775838" y="3498902"/>
              <a:ext cx="230640" cy="171952"/>
            </a:xfrm>
            <a:custGeom>
              <a:rect b="b" l="l" r="r" t="t"/>
              <a:pathLst>
                <a:path extrusionOk="0" h="5353" w="7180">
                  <a:moveTo>
                    <a:pt x="95" y="0"/>
                  </a:moveTo>
                  <a:cubicBezTo>
                    <a:pt x="44" y="0"/>
                    <a:pt x="1" y="42"/>
                    <a:pt x="1" y="95"/>
                  </a:cubicBezTo>
                  <a:lnTo>
                    <a:pt x="1" y="5258"/>
                  </a:lnTo>
                  <a:cubicBezTo>
                    <a:pt x="1" y="5309"/>
                    <a:pt x="43" y="5352"/>
                    <a:pt x="95" y="5352"/>
                  </a:cubicBezTo>
                  <a:lnTo>
                    <a:pt x="7085" y="5352"/>
                  </a:lnTo>
                  <a:cubicBezTo>
                    <a:pt x="7136" y="5352"/>
                    <a:pt x="7180" y="5310"/>
                    <a:pt x="7180" y="5258"/>
                  </a:cubicBezTo>
                  <a:lnTo>
                    <a:pt x="7180" y="5073"/>
                  </a:lnTo>
                  <a:lnTo>
                    <a:pt x="376" y="5073"/>
                  </a:lnTo>
                  <a:cubicBezTo>
                    <a:pt x="325" y="5073"/>
                    <a:pt x="282" y="5031"/>
                    <a:pt x="282" y="4979"/>
                  </a:cubicBezTo>
                  <a:lnTo>
                    <a:pt x="282" y="0"/>
                  </a:lnTo>
                  <a:close/>
                </a:path>
              </a:pathLst>
            </a:custGeom>
            <a:solidFill>
              <a:srgbClr val="000000">
                <a:alpha val="13333"/>
              </a:srgbClr>
            </a:solidFill>
            <a:ln>
              <a:noFill/>
            </a:ln>
          </p:spPr>
          <p:txBody>
            <a:bodyPr anchorCtr="0" anchor="ctr" bIns="56500" lIns="56500" spcFirstLastPara="1" rIns="56500" wrap="square" tIns="56500">
              <a:noAutofit/>
            </a:bodyPr>
            <a:lstStyle/>
            <a:p>
              <a:pPr indent="0" lvl="0" marL="0" marR="0" rtl="0" algn="l">
                <a:lnSpc>
                  <a:spcPct val="100000"/>
                </a:lnSpc>
                <a:spcBef>
                  <a:spcPts val="0"/>
                </a:spcBef>
                <a:spcAft>
                  <a:spcPts val="0"/>
                </a:spcAft>
                <a:buClr>
                  <a:srgbClr val="000000"/>
                </a:buClr>
                <a:buSzPts val="865"/>
                <a:buFont typeface="Arial"/>
                <a:buNone/>
              </a:pPr>
              <a:r>
                <a:t/>
              </a:r>
              <a:endParaRPr b="0" i="0" sz="865" u="none" cap="none" strike="noStrike">
                <a:solidFill>
                  <a:srgbClr val="000000"/>
                </a:solidFill>
                <a:latin typeface="Arial"/>
                <a:ea typeface="Arial"/>
                <a:cs typeface="Arial"/>
                <a:sym typeface="Arial"/>
              </a:endParaRPr>
            </a:p>
          </p:txBody>
        </p:sp>
        <p:sp>
          <p:nvSpPr>
            <p:cNvPr id="1596" name="Google Shape;1596;p22"/>
            <p:cNvSpPr/>
            <p:nvPr/>
          </p:nvSpPr>
          <p:spPr>
            <a:xfrm>
              <a:off x="4795016" y="3516860"/>
              <a:ext cx="193506" cy="134818"/>
            </a:xfrm>
            <a:custGeom>
              <a:rect b="b" l="l" r="r" t="t"/>
              <a:pathLst>
                <a:path extrusionOk="0" h="4197" w="6024">
                  <a:moveTo>
                    <a:pt x="337" y="0"/>
                  </a:moveTo>
                  <a:cubicBezTo>
                    <a:pt x="304" y="0"/>
                    <a:pt x="272" y="6"/>
                    <a:pt x="243" y="13"/>
                  </a:cubicBezTo>
                  <a:cubicBezTo>
                    <a:pt x="83" y="55"/>
                    <a:pt x="0" y="275"/>
                    <a:pt x="0" y="449"/>
                  </a:cubicBezTo>
                  <a:lnTo>
                    <a:pt x="0" y="3823"/>
                  </a:lnTo>
                  <a:cubicBezTo>
                    <a:pt x="0" y="4030"/>
                    <a:pt x="168" y="4197"/>
                    <a:pt x="374" y="4197"/>
                  </a:cubicBezTo>
                  <a:lnTo>
                    <a:pt x="5574" y="4197"/>
                  </a:lnTo>
                  <a:cubicBezTo>
                    <a:pt x="5749" y="4197"/>
                    <a:pt x="5969" y="4116"/>
                    <a:pt x="6011" y="3957"/>
                  </a:cubicBezTo>
                  <a:cubicBezTo>
                    <a:pt x="6019" y="3925"/>
                    <a:pt x="6024" y="3894"/>
                    <a:pt x="6024" y="3862"/>
                  </a:cubicBezTo>
                  <a:lnTo>
                    <a:pt x="6024" y="374"/>
                  </a:lnTo>
                  <a:cubicBezTo>
                    <a:pt x="6024" y="167"/>
                    <a:pt x="5857" y="0"/>
                    <a:pt x="5650" y="0"/>
                  </a:cubicBezTo>
                  <a:close/>
                </a:path>
              </a:pathLst>
            </a:custGeom>
            <a:solidFill>
              <a:schemeClr val="accent3"/>
            </a:solidFill>
            <a:ln>
              <a:noFill/>
            </a:ln>
          </p:spPr>
          <p:txBody>
            <a:bodyPr anchorCtr="0" anchor="ctr" bIns="56500" lIns="56500" spcFirstLastPara="1" rIns="56500" wrap="square" tIns="56500">
              <a:noAutofit/>
            </a:bodyPr>
            <a:lstStyle/>
            <a:p>
              <a:pPr indent="0" lvl="0" marL="0" marR="0" rtl="0" algn="l">
                <a:lnSpc>
                  <a:spcPct val="100000"/>
                </a:lnSpc>
                <a:spcBef>
                  <a:spcPts val="0"/>
                </a:spcBef>
                <a:spcAft>
                  <a:spcPts val="0"/>
                </a:spcAft>
                <a:buClr>
                  <a:srgbClr val="000000"/>
                </a:buClr>
                <a:buSzPts val="865"/>
                <a:buFont typeface="Arial"/>
                <a:buNone/>
              </a:pPr>
              <a:r>
                <a:t/>
              </a:r>
              <a:endParaRPr b="0" i="0" sz="865" u="none" cap="none" strike="noStrike">
                <a:solidFill>
                  <a:srgbClr val="000000"/>
                </a:solidFill>
                <a:latin typeface="Arial"/>
                <a:ea typeface="Arial"/>
                <a:cs typeface="Arial"/>
                <a:sym typeface="Arial"/>
              </a:endParaRPr>
            </a:p>
          </p:txBody>
        </p:sp>
        <p:sp>
          <p:nvSpPr>
            <p:cNvPr id="1597" name="Google Shape;1597;p22"/>
            <p:cNvSpPr/>
            <p:nvPr/>
          </p:nvSpPr>
          <p:spPr>
            <a:xfrm>
              <a:off x="4793892" y="3517309"/>
              <a:ext cx="194213" cy="135589"/>
            </a:xfrm>
            <a:custGeom>
              <a:rect b="b" l="l" r="r" t="t"/>
              <a:pathLst>
                <a:path extrusionOk="0" h="4221" w="6046">
                  <a:moveTo>
                    <a:pt x="278" y="1"/>
                  </a:moveTo>
                  <a:cubicBezTo>
                    <a:pt x="118" y="43"/>
                    <a:pt x="0" y="187"/>
                    <a:pt x="0" y="361"/>
                  </a:cubicBezTo>
                  <a:lnTo>
                    <a:pt x="0" y="3848"/>
                  </a:lnTo>
                  <a:cubicBezTo>
                    <a:pt x="0" y="4054"/>
                    <a:pt x="167" y="4221"/>
                    <a:pt x="372" y="4221"/>
                  </a:cubicBezTo>
                  <a:lnTo>
                    <a:pt x="5685" y="4221"/>
                  </a:lnTo>
                  <a:cubicBezTo>
                    <a:pt x="5859" y="4221"/>
                    <a:pt x="6005" y="4102"/>
                    <a:pt x="6046" y="3943"/>
                  </a:cubicBezTo>
                  <a:lnTo>
                    <a:pt x="409" y="3943"/>
                  </a:lnTo>
                  <a:cubicBezTo>
                    <a:pt x="336" y="3940"/>
                    <a:pt x="278" y="3882"/>
                    <a:pt x="278" y="3809"/>
                  </a:cubicBezTo>
                  <a:lnTo>
                    <a:pt x="278" y="1"/>
                  </a:lnTo>
                  <a:close/>
                </a:path>
              </a:pathLst>
            </a:custGeom>
            <a:solidFill>
              <a:srgbClr val="000000">
                <a:alpha val="13333"/>
              </a:srgbClr>
            </a:solidFill>
            <a:ln>
              <a:noFill/>
            </a:ln>
          </p:spPr>
          <p:txBody>
            <a:bodyPr anchorCtr="0" anchor="ctr" bIns="56500" lIns="56500" spcFirstLastPara="1" rIns="56500" wrap="square" tIns="56500">
              <a:noAutofit/>
            </a:bodyPr>
            <a:lstStyle/>
            <a:p>
              <a:pPr indent="0" lvl="0" marL="0" marR="0" rtl="0" algn="l">
                <a:lnSpc>
                  <a:spcPct val="100000"/>
                </a:lnSpc>
                <a:spcBef>
                  <a:spcPts val="0"/>
                </a:spcBef>
                <a:spcAft>
                  <a:spcPts val="0"/>
                </a:spcAft>
                <a:buClr>
                  <a:srgbClr val="000000"/>
                </a:buClr>
                <a:buSzPts val="865"/>
                <a:buFont typeface="Arial"/>
                <a:buNone/>
              </a:pPr>
              <a:r>
                <a:t/>
              </a:r>
              <a:endParaRPr b="0" i="0" sz="865" u="none" cap="none" strike="noStrike">
                <a:solidFill>
                  <a:srgbClr val="000000"/>
                </a:solidFill>
                <a:latin typeface="Arial"/>
                <a:ea typeface="Arial"/>
                <a:cs typeface="Arial"/>
                <a:sym typeface="Arial"/>
              </a:endParaRPr>
            </a:p>
          </p:txBody>
        </p:sp>
        <p:sp>
          <p:nvSpPr>
            <p:cNvPr id="1598" name="Google Shape;1598;p22"/>
            <p:cNvSpPr/>
            <p:nvPr/>
          </p:nvSpPr>
          <p:spPr>
            <a:xfrm>
              <a:off x="4848888" y="3688723"/>
              <a:ext cx="157625" cy="70734"/>
            </a:xfrm>
            <a:custGeom>
              <a:rect b="b" l="l" r="r" t="t"/>
              <a:pathLst>
                <a:path extrusionOk="0" h="2202" w="4907">
                  <a:moveTo>
                    <a:pt x="246" y="1"/>
                  </a:moveTo>
                  <a:lnTo>
                    <a:pt x="98" y="40"/>
                  </a:lnTo>
                  <a:cubicBezTo>
                    <a:pt x="47" y="40"/>
                    <a:pt x="4" y="80"/>
                    <a:pt x="4" y="134"/>
                  </a:cubicBezTo>
                  <a:lnTo>
                    <a:pt x="4" y="2110"/>
                  </a:lnTo>
                  <a:cubicBezTo>
                    <a:pt x="1" y="2161"/>
                    <a:pt x="43" y="2201"/>
                    <a:pt x="95" y="2201"/>
                  </a:cubicBezTo>
                  <a:lnTo>
                    <a:pt x="4775" y="2201"/>
                  </a:lnTo>
                  <a:cubicBezTo>
                    <a:pt x="4826" y="2201"/>
                    <a:pt x="4869" y="2161"/>
                    <a:pt x="4869" y="2107"/>
                  </a:cubicBezTo>
                  <a:lnTo>
                    <a:pt x="4907" y="1959"/>
                  </a:lnTo>
                  <a:lnTo>
                    <a:pt x="4907" y="95"/>
                  </a:lnTo>
                  <a:cubicBezTo>
                    <a:pt x="4907" y="44"/>
                    <a:pt x="4865" y="1"/>
                    <a:pt x="4813" y="1"/>
                  </a:cubicBezTo>
                  <a:close/>
                </a:path>
              </a:pathLst>
            </a:custGeom>
            <a:solidFill>
              <a:schemeClr val="lt1"/>
            </a:solidFill>
            <a:ln>
              <a:noFill/>
            </a:ln>
          </p:spPr>
          <p:txBody>
            <a:bodyPr anchorCtr="0" anchor="ctr" bIns="56500" lIns="56500" spcFirstLastPara="1" rIns="56500" wrap="square" tIns="56500">
              <a:noAutofit/>
            </a:bodyPr>
            <a:lstStyle/>
            <a:p>
              <a:pPr indent="0" lvl="0" marL="0" marR="0" rtl="0" algn="l">
                <a:lnSpc>
                  <a:spcPct val="100000"/>
                </a:lnSpc>
                <a:spcBef>
                  <a:spcPts val="0"/>
                </a:spcBef>
                <a:spcAft>
                  <a:spcPts val="0"/>
                </a:spcAft>
                <a:buClr>
                  <a:srgbClr val="000000"/>
                </a:buClr>
                <a:buSzPts val="865"/>
                <a:buFont typeface="Arial"/>
                <a:buNone/>
              </a:pPr>
              <a:r>
                <a:t/>
              </a:r>
              <a:endParaRPr b="0" i="0" sz="865" u="none" cap="none" strike="noStrike">
                <a:solidFill>
                  <a:srgbClr val="000000"/>
                </a:solidFill>
                <a:latin typeface="Arial"/>
                <a:ea typeface="Arial"/>
                <a:cs typeface="Arial"/>
                <a:sym typeface="Arial"/>
              </a:endParaRPr>
            </a:p>
          </p:txBody>
        </p:sp>
        <p:sp>
          <p:nvSpPr>
            <p:cNvPr id="1599" name="Google Shape;1599;p22"/>
            <p:cNvSpPr/>
            <p:nvPr/>
          </p:nvSpPr>
          <p:spPr>
            <a:xfrm>
              <a:off x="4847700" y="3688819"/>
              <a:ext cx="158782" cy="71922"/>
            </a:xfrm>
            <a:custGeom>
              <a:rect b="b" l="l" r="r" t="t"/>
              <a:pathLst>
                <a:path extrusionOk="0" h="2239" w="4943">
                  <a:moveTo>
                    <a:pt x="94" y="1"/>
                  </a:moveTo>
                  <a:cubicBezTo>
                    <a:pt x="44" y="1"/>
                    <a:pt x="0" y="41"/>
                    <a:pt x="0" y="95"/>
                  </a:cubicBezTo>
                  <a:lnTo>
                    <a:pt x="0" y="2145"/>
                  </a:lnTo>
                  <a:cubicBezTo>
                    <a:pt x="0" y="2195"/>
                    <a:pt x="42" y="2239"/>
                    <a:pt x="94" y="2239"/>
                  </a:cubicBezTo>
                  <a:lnTo>
                    <a:pt x="4848" y="2239"/>
                  </a:lnTo>
                  <a:cubicBezTo>
                    <a:pt x="4899" y="2239"/>
                    <a:pt x="4943" y="2197"/>
                    <a:pt x="4943" y="2145"/>
                  </a:cubicBezTo>
                  <a:lnTo>
                    <a:pt x="4943" y="1958"/>
                  </a:lnTo>
                  <a:lnTo>
                    <a:pt x="375" y="1958"/>
                  </a:lnTo>
                  <a:cubicBezTo>
                    <a:pt x="325" y="1958"/>
                    <a:pt x="281" y="1916"/>
                    <a:pt x="281" y="1864"/>
                  </a:cubicBezTo>
                  <a:lnTo>
                    <a:pt x="281" y="1"/>
                  </a:lnTo>
                  <a:close/>
                </a:path>
              </a:pathLst>
            </a:custGeom>
            <a:solidFill>
              <a:srgbClr val="000000">
                <a:alpha val="13333"/>
              </a:srgbClr>
            </a:solidFill>
            <a:ln>
              <a:noFill/>
            </a:ln>
          </p:spPr>
          <p:txBody>
            <a:bodyPr anchorCtr="0" anchor="ctr" bIns="56500" lIns="56500" spcFirstLastPara="1" rIns="56500" wrap="square" tIns="56500">
              <a:noAutofit/>
            </a:bodyPr>
            <a:lstStyle/>
            <a:p>
              <a:pPr indent="0" lvl="0" marL="0" marR="0" rtl="0" algn="l">
                <a:lnSpc>
                  <a:spcPct val="100000"/>
                </a:lnSpc>
                <a:spcBef>
                  <a:spcPts val="0"/>
                </a:spcBef>
                <a:spcAft>
                  <a:spcPts val="0"/>
                </a:spcAft>
                <a:buClr>
                  <a:srgbClr val="000000"/>
                </a:buClr>
                <a:buSzPts val="865"/>
                <a:buFont typeface="Arial"/>
                <a:buNone/>
              </a:pPr>
              <a:r>
                <a:t/>
              </a:r>
              <a:endParaRPr b="0" i="0" sz="865" u="none" cap="none" strike="noStrike">
                <a:solidFill>
                  <a:srgbClr val="000000"/>
                </a:solidFill>
                <a:latin typeface="Arial"/>
                <a:ea typeface="Arial"/>
                <a:cs typeface="Arial"/>
                <a:sym typeface="Arial"/>
              </a:endParaRPr>
            </a:p>
          </p:txBody>
        </p:sp>
        <p:sp>
          <p:nvSpPr>
            <p:cNvPr id="1600" name="Google Shape;1600;p22"/>
            <p:cNvSpPr/>
            <p:nvPr/>
          </p:nvSpPr>
          <p:spPr>
            <a:xfrm>
              <a:off x="4900158" y="3706777"/>
              <a:ext cx="35913" cy="35913"/>
            </a:xfrm>
            <a:custGeom>
              <a:rect b="b" l="l" r="r" t="t"/>
              <a:pathLst>
                <a:path extrusionOk="0" h="1118" w="1118">
                  <a:moveTo>
                    <a:pt x="559" y="0"/>
                  </a:moveTo>
                  <a:cubicBezTo>
                    <a:pt x="249" y="0"/>
                    <a:pt x="0" y="251"/>
                    <a:pt x="0" y="559"/>
                  </a:cubicBezTo>
                  <a:cubicBezTo>
                    <a:pt x="0" y="867"/>
                    <a:pt x="249" y="1118"/>
                    <a:pt x="559" y="1118"/>
                  </a:cubicBezTo>
                  <a:cubicBezTo>
                    <a:pt x="867" y="1118"/>
                    <a:pt x="1118" y="867"/>
                    <a:pt x="1118" y="559"/>
                  </a:cubicBezTo>
                  <a:cubicBezTo>
                    <a:pt x="1118" y="251"/>
                    <a:pt x="867" y="0"/>
                    <a:pt x="559" y="0"/>
                  </a:cubicBezTo>
                  <a:close/>
                </a:path>
              </a:pathLst>
            </a:custGeom>
            <a:solidFill>
              <a:srgbClr val="000000">
                <a:alpha val="13333"/>
              </a:srgbClr>
            </a:solidFill>
            <a:ln>
              <a:noFill/>
            </a:ln>
          </p:spPr>
          <p:txBody>
            <a:bodyPr anchorCtr="0" anchor="ctr" bIns="56500" lIns="56500" spcFirstLastPara="1" rIns="56500" wrap="square" tIns="56500">
              <a:noAutofit/>
            </a:bodyPr>
            <a:lstStyle/>
            <a:p>
              <a:pPr indent="0" lvl="0" marL="0" marR="0" rtl="0" algn="l">
                <a:lnSpc>
                  <a:spcPct val="100000"/>
                </a:lnSpc>
                <a:spcBef>
                  <a:spcPts val="0"/>
                </a:spcBef>
                <a:spcAft>
                  <a:spcPts val="0"/>
                </a:spcAft>
                <a:buClr>
                  <a:srgbClr val="000000"/>
                </a:buClr>
                <a:buSzPts val="865"/>
                <a:buFont typeface="Arial"/>
                <a:buNone/>
              </a:pPr>
              <a:r>
                <a:t/>
              </a:r>
              <a:endParaRPr b="0" i="0" sz="865" u="none" cap="none" strike="noStrike">
                <a:solidFill>
                  <a:srgbClr val="000000"/>
                </a:solidFill>
                <a:latin typeface="Arial"/>
                <a:ea typeface="Arial"/>
                <a:cs typeface="Arial"/>
                <a:sym typeface="Arial"/>
              </a:endParaRPr>
            </a:p>
          </p:txBody>
        </p:sp>
        <p:sp>
          <p:nvSpPr>
            <p:cNvPr id="1601" name="Google Shape;1601;p22"/>
            <p:cNvSpPr/>
            <p:nvPr/>
          </p:nvSpPr>
          <p:spPr>
            <a:xfrm>
              <a:off x="4895629" y="3720269"/>
              <a:ext cx="27015" cy="8962"/>
            </a:xfrm>
            <a:custGeom>
              <a:rect b="b" l="l" r="r" t="t"/>
              <a:pathLst>
                <a:path extrusionOk="0" h="279" w="841">
                  <a:moveTo>
                    <a:pt x="141" y="0"/>
                  </a:moveTo>
                  <a:cubicBezTo>
                    <a:pt x="65" y="0"/>
                    <a:pt x="1" y="61"/>
                    <a:pt x="1" y="139"/>
                  </a:cubicBezTo>
                  <a:cubicBezTo>
                    <a:pt x="1" y="216"/>
                    <a:pt x="63" y="278"/>
                    <a:pt x="141" y="278"/>
                  </a:cubicBezTo>
                  <a:lnTo>
                    <a:pt x="700" y="278"/>
                  </a:lnTo>
                  <a:cubicBezTo>
                    <a:pt x="777" y="278"/>
                    <a:pt x="840" y="217"/>
                    <a:pt x="839" y="139"/>
                  </a:cubicBezTo>
                  <a:cubicBezTo>
                    <a:pt x="839" y="64"/>
                    <a:pt x="777" y="0"/>
                    <a:pt x="700" y="0"/>
                  </a:cubicBezTo>
                  <a:close/>
                </a:path>
              </a:pathLst>
            </a:custGeom>
            <a:solidFill>
              <a:srgbClr val="000000">
                <a:alpha val="13333"/>
              </a:srgbClr>
            </a:solidFill>
            <a:ln>
              <a:noFill/>
            </a:ln>
          </p:spPr>
          <p:txBody>
            <a:bodyPr anchorCtr="0" anchor="ctr" bIns="56500" lIns="56500" spcFirstLastPara="1" rIns="56500" wrap="square" tIns="56500">
              <a:noAutofit/>
            </a:bodyPr>
            <a:lstStyle/>
            <a:p>
              <a:pPr indent="0" lvl="0" marL="0" marR="0" rtl="0" algn="l">
                <a:lnSpc>
                  <a:spcPct val="100000"/>
                </a:lnSpc>
                <a:spcBef>
                  <a:spcPts val="0"/>
                </a:spcBef>
                <a:spcAft>
                  <a:spcPts val="0"/>
                </a:spcAft>
                <a:buClr>
                  <a:srgbClr val="000000"/>
                </a:buClr>
                <a:buSzPts val="865"/>
                <a:buFont typeface="Arial"/>
                <a:buNone/>
              </a:pPr>
              <a:r>
                <a:t/>
              </a:r>
              <a:endParaRPr b="0" i="0" sz="865" u="none" cap="none" strike="noStrike">
                <a:solidFill>
                  <a:srgbClr val="000000"/>
                </a:solidFill>
                <a:latin typeface="Arial"/>
                <a:ea typeface="Arial"/>
                <a:cs typeface="Arial"/>
                <a:sym typeface="Arial"/>
              </a:endParaRPr>
            </a:p>
          </p:txBody>
        </p:sp>
        <p:sp>
          <p:nvSpPr>
            <p:cNvPr id="1602" name="Google Shape;1602;p22"/>
            <p:cNvSpPr/>
            <p:nvPr/>
          </p:nvSpPr>
          <p:spPr>
            <a:xfrm>
              <a:off x="4953998" y="3706777"/>
              <a:ext cx="35977" cy="35913"/>
            </a:xfrm>
            <a:custGeom>
              <a:rect b="b" l="l" r="r" t="t"/>
              <a:pathLst>
                <a:path extrusionOk="0" h="1118" w="1120">
                  <a:moveTo>
                    <a:pt x="561" y="0"/>
                  </a:moveTo>
                  <a:cubicBezTo>
                    <a:pt x="251" y="0"/>
                    <a:pt x="1" y="251"/>
                    <a:pt x="1" y="559"/>
                  </a:cubicBezTo>
                  <a:cubicBezTo>
                    <a:pt x="1" y="867"/>
                    <a:pt x="251" y="1118"/>
                    <a:pt x="561" y="1118"/>
                  </a:cubicBezTo>
                  <a:cubicBezTo>
                    <a:pt x="869" y="1118"/>
                    <a:pt x="1120" y="867"/>
                    <a:pt x="1120" y="559"/>
                  </a:cubicBezTo>
                  <a:cubicBezTo>
                    <a:pt x="1120" y="251"/>
                    <a:pt x="869" y="0"/>
                    <a:pt x="561" y="0"/>
                  </a:cubicBezTo>
                  <a:close/>
                </a:path>
              </a:pathLst>
            </a:custGeom>
            <a:solidFill>
              <a:srgbClr val="000000">
                <a:alpha val="13333"/>
              </a:srgbClr>
            </a:solidFill>
            <a:ln>
              <a:noFill/>
            </a:ln>
          </p:spPr>
          <p:txBody>
            <a:bodyPr anchorCtr="0" anchor="ctr" bIns="56500" lIns="56500" spcFirstLastPara="1" rIns="56500" wrap="square" tIns="56500">
              <a:noAutofit/>
            </a:bodyPr>
            <a:lstStyle/>
            <a:p>
              <a:pPr indent="0" lvl="0" marL="0" marR="0" rtl="0" algn="l">
                <a:lnSpc>
                  <a:spcPct val="100000"/>
                </a:lnSpc>
                <a:spcBef>
                  <a:spcPts val="0"/>
                </a:spcBef>
                <a:spcAft>
                  <a:spcPts val="0"/>
                </a:spcAft>
                <a:buClr>
                  <a:srgbClr val="000000"/>
                </a:buClr>
                <a:buSzPts val="865"/>
                <a:buFont typeface="Arial"/>
                <a:buNone/>
              </a:pPr>
              <a:r>
                <a:t/>
              </a:r>
              <a:endParaRPr b="0" i="0" sz="865" u="none" cap="none" strike="noStrike">
                <a:solidFill>
                  <a:srgbClr val="000000"/>
                </a:solidFill>
                <a:latin typeface="Arial"/>
                <a:ea typeface="Arial"/>
                <a:cs typeface="Arial"/>
                <a:sym typeface="Arial"/>
              </a:endParaRPr>
            </a:p>
          </p:txBody>
        </p:sp>
        <p:sp>
          <p:nvSpPr>
            <p:cNvPr id="1603" name="Google Shape;1603;p22"/>
            <p:cNvSpPr/>
            <p:nvPr/>
          </p:nvSpPr>
          <p:spPr>
            <a:xfrm>
              <a:off x="4950143" y="3720269"/>
              <a:ext cx="26405" cy="8962"/>
            </a:xfrm>
            <a:custGeom>
              <a:rect b="b" l="l" r="r" t="t"/>
              <a:pathLst>
                <a:path extrusionOk="0" h="279" w="822">
                  <a:moveTo>
                    <a:pt x="139" y="0"/>
                  </a:moveTo>
                  <a:cubicBezTo>
                    <a:pt x="63" y="0"/>
                    <a:pt x="0" y="61"/>
                    <a:pt x="0" y="139"/>
                  </a:cubicBezTo>
                  <a:cubicBezTo>
                    <a:pt x="0" y="216"/>
                    <a:pt x="61" y="278"/>
                    <a:pt x="139" y="278"/>
                  </a:cubicBezTo>
                  <a:lnTo>
                    <a:pt x="681" y="278"/>
                  </a:lnTo>
                  <a:cubicBezTo>
                    <a:pt x="758" y="278"/>
                    <a:pt x="821" y="217"/>
                    <a:pt x="820" y="139"/>
                  </a:cubicBezTo>
                  <a:cubicBezTo>
                    <a:pt x="820" y="64"/>
                    <a:pt x="758" y="0"/>
                    <a:pt x="681" y="0"/>
                  </a:cubicBezTo>
                  <a:close/>
                </a:path>
              </a:pathLst>
            </a:custGeom>
            <a:solidFill>
              <a:srgbClr val="000000">
                <a:alpha val="13333"/>
              </a:srgbClr>
            </a:solidFill>
            <a:ln>
              <a:noFill/>
            </a:ln>
          </p:spPr>
          <p:txBody>
            <a:bodyPr anchorCtr="0" anchor="ctr" bIns="56500" lIns="56500" spcFirstLastPara="1" rIns="56500" wrap="square" tIns="56500">
              <a:noAutofit/>
            </a:bodyPr>
            <a:lstStyle/>
            <a:p>
              <a:pPr indent="0" lvl="0" marL="0" marR="0" rtl="0" algn="l">
                <a:lnSpc>
                  <a:spcPct val="100000"/>
                </a:lnSpc>
                <a:spcBef>
                  <a:spcPts val="0"/>
                </a:spcBef>
                <a:spcAft>
                  <a:spcPts val="0"/>
                </a:spcAft>
                <a:buClr>
                  <a:srgbClr val="000000"/>
                </a:buClr>
                <a:buSzPts val="865"/>
                <a:buFont typeface="Arial"/>
                <a:buNone/>
              </a:pPr>
              <a:r>
                <a:t/>
              </a:r>
              <a:endParaRPr b="0" i="0" sz="865" u="none" cap="none" strike="noStrike">
                <a:solidFill>
                  <a:srgbClr val="000000"/>
                </a:solidFill>
                <a:latin typeface="Arial"/>
                <a:ea typeface="Arial"/>
                <a:cs typeface="Arial"/>
                <a:sym typeface="Arial"/>
              </a:endParaRPr>
            </a:p>
          </p:txBody>
        </p:sp>
        <p:sp>
          <p:nvSpPr>
            <p:cNvPr id="1604" name="Google Shape;1604;p22"/>
            <p:cNvSpPr/>
            <p:nvPr/>
          </p:nvSpPr>
          <p:spPr>
            <a:xfrm>
              <a:off x="4825309" y="3720269"/>
              <a:ext cx="8962" cy="44907"/>
            </a:xfrm>
            <a:custGeom>
              <a:rect b="b" l="l" r="r" t="t"/>
              <a:pathLst>
                <a:path extrusionOk="0" h="1398" w="279">
                  <a:moveTo>
                    <a:pt x="140" y="0"/>
                  </a:moveTo>
                  <a:cubicBezTo>
                    <a:pt x="65" y="0"/>
                    <a:pt x="1" y="61"/>
                    <a:pt x="1" y="139"/>
                  </a:cubicBezTo>
                  <a:lnTo>
                    <a:pt x="1" y="1258"/>
                  </a:lnTo>
                  <a:cubicBezTo>
                    <a:pt x="1" y="1333"/>
                    <a:pt x="62" y="1397"/>
                    <a:pt x="140" y="1397"/>
                  </a:cubicBezTo>
                  <a:cubicBezTo>
                    <a:pt x="215" y="1397"/>
                    <a:pt x="279" y="1335"/>
                    <a:pt x="279" y="1258"/>
                  </a:cubicBezTo>
                  <a:lnTo>
                    <a:pt x="279" y="139"/>
                  </a:lnTo>
                  <a:cubicBezTo>
                    <a:pt x="279" y="64"/>
                    <a:pt x="217" y="0"/>
                    <a:pt x="140" y="0"/>
                  </a:cubicBezTo>
                  <a:close/>
                </a:path>
              </a:pathLst>
            </a:custGeom>
            <a:solidFill>
              <a:srgbClr val="000000">
                <a:alpha val="13333"/>
              </a:srgbClr>
            </a:solidFill>
            <a:ln>
              <a:noFill/>
            </a:ln>
          </p:spPr>
          <p:txBody>
            <a:bodyPr anchorCtr="0" anchor="ctr" bIns="56500" lIns="56500" spcFirstLastPara="1" rIns="56500" wrap="square" tIns="56500">
              <a:noAutofit/>
            </a:bodyPr>
            <a:lstStyle/>
            <a:p>
              <a:pPr indent="0" lvl="0" marL="0" marR="0" rtl="0" algn="l">
                <a:lnSpc>
                  <a:spcPct val="100000"/>
                </a:lnSpc>
                <a:spcBef>
                  <a:spcPts val="0"/>
                </a:spcBef>
                <a:spcAft>
                  <a:spcPts val="0"/>
                </a:spcAft>
                <a:buClr>
                  <a:srgbClr val="000000"/>
                </a:buClr>
                <a:buSzPts val="865"/>
                <a:buFont typeface="Arial"/>
                <a:buNone/>
              </a:pPr>
              <a:r>
                <a:t/>
              </a:r>
              <a:endParaRPr b="0" i="0" sz="865" u="none" cap="none" strike="noStrike">
                <a:solidFill>
                  <a:srgbClr val="000000"/>
                </a:solidFill>
                <a:latin typeface="Arial"/>
                <a:ea typeface="Arial"/>
                <a:cs typeface="Arial"/>
                <a:sym typeface="Arial"/>
              </a:endParaRPr>
            </a:p>
          </p:txBody>
        </p:sp>
        <p:sp>
          <p:nvSpPr>
            <p:cNvPr id="1605" name="Google Shape;1605;p22"/>
            <p:cNvSpPr/>
            <p:nvPr/>
          </p:nvSpPr>
          <p:spPr>
            <a:xfrm>
              <a:off x="4807384" y="3720269"/>
              <a:ext cx="8962" cy="44907"/>
            </a:xfrm>
            <a:custGeom>
              <a:rect b="b" l="l" r="r" t="t"/>
              <a:pathLst>
                <a:path extrusionOk="0" h="1398" w="279">
                  <a:moveTo>
                    <a:pt x="139" y="0"/>
                  </a:moveTo>
                  <a:cubicBezTo>
                    <a:pt x="62" y="0"/>
                    <a:pt x="0" y="61"/>
                    <a:pt x="0" y="139"/>
                  </a:cubicBezTo>
                  <a:lnTo>
                    <a:pt x="0" y="1258"/>
                  </a:lnTo>
                  <a:cubicBezTo>
                    <a:pt x="0" y="1333"/>
                    <a:pt x="61" y="1397"/>
                    <a:pt x="139" y="1397"/>
                  </a:cubicBezTo>
                  <a:cubicBezTo>
                    <a:pt x="214" y="1397"/>
                    <a:pt x="278" y="1335"/>
                    <a:pt x="278" y="1258"/>
                  </a:cubicBezTo>
                  <a:lnTo>
                    <a:pt x="278" y="139"/>
                  </a:lnTo>
                  <a:cubicBezTo>
                    <a:pt x="278" y="64"/>
                    <a:pt x="214" y="0"/>
                    <a:pt x="139" y="0"/>
                  </a:cubicBezTo>
                  <a:close/>
                </a:path>
              </a:pathLst>
            </a:custGeom>
            <a:solidFill>
              <a:srgbClr val="000000">
                <a:alpha val="13333"/>
              </a:srgbClr>
            </a:solidFill>
            <a:ln>
              <a:noFill/>
            </a:ln>
          </p:spPr>
          <p:txBody>
            <a:bodyPr anchorCtr="0" anchor="ctr" bIns="56500" lIns="56500" spcFirstLastPara="1" rIns="56500" wrap="square" tIns="56500">
              <a:noAutofit/>
            </a:bodyPr>
            <a:lstStyle/>
            <a:p>
              <a:pPr indent="0" lvl="0" marL="0" marR="0" rtl="0" algn="l">
                <a:lnSpc>
                  <a:spcPct val="100000"/>
                </a:lnSpc>
                <a:spcBef>
                  <a:spcPts val="0"/>
                </a:spcBef>
                <a:spcAft>
                  <a:spcPts val="0"/>
                </a:spcAft>
                <a:buClr>
                  <a:srgbClr val="000000"/>
                </a:buClr>
                <a:buSzPts val="865"/>
                <a:buFont typeface="Arial"/>
                <a:buNone/>
              </a:pPr>
              <a:r>
                <a:t/>
              </a:r>
              <a:endParaRPr b="0" i="0" sz="865" u="none" cap="none" strike="noStrike">
                <a:solidFill>
                  <a:srgbClr val="000000"/>
                </a:solidFill>
                <a:latin typeface="Arial"/>
                <a:ea typeface="Arial"/>
                <a:cs typeface="Arial"/>
                <a:sym typeface="Arial"/>
              </a:endParaRPr>
            </a:p>
          </p:txBody>
        </p:sp>
        <p:sp>
          <p:nvSpPr>
            <p:cNvPr id="1606" name="Google Shape;1606;p22"/>
            <p:cNvSpPr/>
            <p:nvPr/>
          </p:nvSpPr>
          <p:spPr>
            <a:xfrm>
              <a:off x="4789362" y="3720269"/>
              <a:ext cx="9026" cy="44907"/>
            </a:xfrm>
            <a:custGeom>
              <a:rect b="b" l="l" r="r" t="t"/>
              <a:pathLst>
                <a:path extrusionOk="0" h="1398" w="281">
                  <a:moveTo>
                    <a:pt x="140" y="0"/>
                  </a:moveTo>
                  <a:cubicBezTo>
                    <a:pt x="65" y="0"/>
                    <a:pt x="1" y="61"/>
                    <a:pt x="1" y="139"/>
                  </a:cubicBezTo>
                  <a:lnTo>
                    <a:pt x="1" y="1258"/>
                  </a:lnTo>
                  <a:cubicBezTo>
                    <a:pt x="1" y="1333"/>
                    <a:pt x="63" y="1397"/>
                    <a:pt x="140" y="1397"/>
                  </a:cubicBezTo>
                  <a:cubicBezTo>
                    <a:pt x="217" y="1397"/>
                    <a:pt x="280" y="1335"/>
                    <a:pt x="280" y="1258"/>
                  </a:cubicBezTo>
                  <a:lnTo>
                    <a:pt x="280" y="139"/>
                  </a:lnTo>
                  <a:cubicBezTo>
                    <a:pt x="280" y="64"/>
                    <a:pt x="218" y="0"/>
                    <a:pt x="140" y="0"/>
                  </a:cubicBezTo>
                  <a:close/>
                </a:path>
              </a:pathLst>
            </a:custGeom>
            <a:solidFill>
              <a:srgbClr val="000000">
                <a:alpha val="13333"/>
              </a:srgbClr>
            </a:solidFill>
            <a:ln>
              <a:noFill/>
            </a:ln>
          </p:spPr>
          <p:txBody>
            <a:bodyPr anchorCtr="0" anchor="ctr" bIns="56500" lIns="56500" spcFirstLastPara="1" rIns="56500" wrap="square" tIns="56500">
              <a:noAutofit/>
            </a:bodyPr>
            <a:lstStyle/>
            <a:p>
              <a:pPr indent="0" lvl="0" marL="0" marR="0" rtl="0" algn="l">
                <a:lnSpc>
                  <a:spcPct val="100000"/>
                </a:lnSpc>
                <a:spcBef>
                  <a:spcPts val="0"/>
                </a:spcBef>
                <a:spcAft>
                  <a:spcPts val="0"/>
                </a:spcAft>
                <a:buClr>
                  <a:srgbClr val="000000"/>
                </a:buClr>
                <a:buSzPts val="865"/>
                <a:buFont typeface="Arial"/>
                <a:buNone/>
              </a:pPr>
              <a:r>
                <a:t/>
              </a:r>
              <a:endParaRPr b="0" i="0" sz="865" u="none" cap="none" strike="noStrike">
                <a:solidFill>
                  <a:srgbClr val="000000"/>
                </a:solidFill>
                <a:latin typeface="Arial"/>
                <a:ea typeface="Arial"/>
                <a:cs typeface="Arial"/>
                <a:sym typeface="Arial"/>
              </a:endParaRPr>
            </a:p>
          </p:txBody>
        </p:sp>
        <p:sp>
          <p:nvSpPr>
            <p:cNvPr id="1607" name="Google Shape;1607;p22"/>
            <p:cNvSpPr/>
            <p:nvPr/>
          </p:nvSpPr>
          <p:spPr>
            <a:xfrm>
              <a:off x="4771437" y="3720269"/>
              <a:ext cx="8994" cy="44907"/>
            </a:xfrm>
            <a:custGeom>
              <a:rect b="b" l="l" r="r" t="t"/>
              <a:pathLst>
                <a:path extrusionOk="0" h="1398" w="280">
                  <a:moveTo>
                    <a:pt x="139" y="0"/>
                  </a:moveTo>
                  <a:cubicBezTo>
                    <a:pt x="64" y="0"/>
                    <a:pt x="0" y="61"/>
                    <a:pt x="0" y="139"/>
                  </a:cubicBezTo>
                  <a:lnTo>
                    <a:pt x="0" y="1258"/>
                  </a:lnTo>
                  <a:cubicBezTo>
                    <a:pt x="0" y="1333"/>
                    <a:pt x="62" y="1397"/>
                    <a:pt x="139" y="1397"/>
                  </a:cubicBezTo>
                  <a:cubicBezTo>
                    <a:pt x="216" y="1397"/>
                    <a:pt x="280" y="1335"/>
                    <a:pt x="280" y="1258"/>
                  </a:cubicBezTo>
                  <a:lnTo>
                    <a:pt x="280" y="139"/>
                  </a:lnTo>
                  <a:cubicBezTo>
                    <a:pt x="280" y="64"/>
                    <a:pt x="216" y="0"/>
                    <a:pt x="139" y="0"/>
                  </a:cubicBezTo>
                  <a:close/>
                </a:path>
              </a:pathLst>
            </a:custGeom>
            <a:solidFill>
              <a:srgbClr val="000000">
                <a:alpha val="13333"/>
              </a:srgbClr>
            </a:solidFill>
            <a:ln>
              <a:noFill/>
            </a:ln>
          </p:spPr>
          <p:txBody>
            <a:bodyPr anchorCtr="0" anchor="ctr" bIns="56500" lIns="56500" spcFirstLastPara="1" rIns="56500" wrap="square" tIns="56500">
              <a:noAutofit/>
            </a:bodyPr>
            <a:lstStyle/>
            <a:p>
              <a:pPr indent="0" lvl="0" marL="0" marR="0" rtl="0" algn="l">
                <a:lnSpc>
                  <a:spcPct val="100000"/>
                </a:lnSpc>
                <a:spcBef>
                  <a:spcPts val="0"/>
                </a:spcBef>
                <a:spcAft>
                  <a:spcPts val="0"/>
                </a:spcAft>
                <a:buClr>
                  <a:srgbClr val="000000"/>
                </a:buClr>
                <a:buSzPts val="865"/>
                <a:buFont typeface="Arial"/>
                <a:buNone/>
              </a:pPr>
              <a:r>
                <a:t/>
              </a:r>
              <a:endParaRPr b="0" i="0" sz="865" u="none" cap="none" strike="noStrike">
                <a:solidFill>
                  <a:srgbClr val="000000"/>
                </a:solidFill>
                <a:latin typeface="Arial"/>
                <a:ea typeface="Arial"/>
                <a:cs typeface="Arial"/>
                <a:sym typeface="Arial"/>
              </a:endParaRPr>
            </a:p>
          </p:txBody>
        </p:sp>
        <p:sp>
          <p:nvSpPr>
            <p:cNvPr id="1608" name="Google Shape;1608;p22"/>
            <p:cNvSpPr/>
            <p:nvPr/>
          </p:nvSpPr>
          <p:spPr>
            <a:xfrm>
              <a:off x="4777059" y="3688691"/>
              <a:ext cx="52745" cy="16896"/>
            </a:xfrm>
            <a:custGeom>
              <a:rect b="b" l="l" r="r" t="t"/>
              <a:pathLst>
                <a:path extrusionOk="0" h="526" w="1642">
                  <a:moveTo>
                    <a:pt x="244" y="0"/>
                  </a:moveTo>
                  <a:lnTo>
                    <a:pt x="94" y="38"/>
                  </a:lnTo>
                  <a:cubicBezTo>
                    <a:pt x="42" y="38"/>
                    <a:pt x="0" y="81"/>
                    <a:pt x="0" y="132"/>
                  </a:cubicBezTo>
                  <a:lnTo>
                    <a:pt x="0" y="432"/>
                  </a:lnTo>
                  <a:cubicBezTo>
                    <a:pt x="0" y="484"/>
                    <a:pt x="44" y="526"/>
                    <a:pt x="94" y="526"/>
                  </a:cubicBezTo>
                  <a:lnTo>
                    <a:pt x="1512" y="526"/>
                  </a:lnTo>
                  <a:cubicBezTo>
                    <a:pt x="1562" y="526"/>
                    <a:pt x="1604" y="484"/>
                    <a:pt x="1604" y="429"/>
                  </a:cubicBezTo>
                  <a:lnTo>
                    <a:pt x="1642" y="281"/>
                  </a:lnTo>
                  <a:lnTo>
                    <a:pt x="1642" y="94"/>
                  </a:lnTo>
                  <a:cubicBezTo>
                    <a:pt x="1642" y="42"/>
                    <a:pt x="1599" y="0"/>
                    <a:pt x="1548" y="0"/>
                  </a:cubicBezTo>
                  <a:close/>
                </a:path>
              </a:pathLst>
            </a:custGeom>
            <a:solidFill>
              <a:schemeClr val="lt1"/>
            </a:solidFill>
            <a:ln>
              <a:noFill/>
            </a:ln>
          </p:spPr>
          <p:txBody>
            <a:bodyPr anchorCtr="0" anchor="ctr" bIns="56500" lIns="56500" spcFirstLastPara="1" rIns="56500" wrap="square" tIns="56500">
              <a:noAutofit/>
            </a:bodyPr>
            <a:lstStyle/>
            <a:p>
              <a:pPr indent="0" lvl="0" marL="0" marR="0" rtl="0" algn="l">
                <a:lnSpc>
                  <a:spcPct val="100000"/>
                </a:lnSpc>
                <a:spcBef>
                  <a:spcPts val="0"/>
                </a:spcBef>
                <a:spcAft>
                  <a:spcPts val="0"/>
                </a:spcAft>
                <a:buClr>
                  <a:srgbClr val="000000"/>
                </a:buClr>
                <a:buSzPts val="865"/>
                <a:buFont typeface="Arial"/>
                <a:buNone/>
              </a:pPr>
              <a:r>
                <a:t/>
              </a:r>
              <a:endParaRPr b="0" i="0" sz="865" u="none" cap="none" strike="noStrike">
                <a:solidFill>
                  <a:srgbClr val="000000"/>
                </a:solidFill>
                <a:latin typeface="Arial"/>
                <a:ea typeface="Arial"/>
                <a:cs typeface="Arial"/>
                <a:sym typeface="Arial"/>
              </a:endParaRPr>
            </a:p>
          </p:txBody>
        </p:sp>
        <p:sp>
          <p:nvSpPr>
            <p:cNvPr id="1609" name="Google Shape;1609;p22"/>
            <p:cNvSpPr/>
            <p:nvPr/>
          </p:nvSpPr>
          <p:spPr>
            <a:xfrm>
              <a:off x="4775838" y="3688723"/>
              <a:ext cx="53966" cy="18085"/>
            </a:xfrm>
            <a:custGeom>
              <a:rect b="b" l="l" r="r" t="t"/>
              <a:pathLst>
                <a:path extrusionOk="0" h="563" w="1680">
                  <a:moveTo>
                    <a:pt x="95" y="1"/>
                  </a:moveTo>
                  <a:cubicBezTo>
                    <a:pt x="44" y="1"/>
                    <a:pt x="1" y="43"/>
                    <a:pt x="1" y="95"/>
                  </a:cubicBezTo>
                  <a:lnTo>
                    <a:pt x="1" y="468"/>
                  </a:lnTo>
                  <a:cubicBezTo>
                    <a:pt x="1" y="519"/>
                    <a:pt x="43" y="562"/>
                    <a:pt x="95" y="562"/>
                  </a:cubicBezTo>
                  <a:lnTo>
                    <a:pt x="1586" y="562"/>
                  </a:lnTo>
                  <a:cubicBezTo>
                    <a:pt x="1637" y="562"/>
                    <a:pt x="1680" y="520"/>
                    <a:pt x="1680" y="468"/>
                  </a:cubicBezTo>
                  <a:lnTo>
                    <a:pt x="1680" y="282"/>
                  </a:lnTo>
                  <a:lnTo>
                    <a:pt x="338" y="282"/>
                  </a:lnTo>
                  <a:cubicBezTo>
                    <a:pt x="306" y="282"/>
                    <a:pt x="282" y="257"/>
                    <a:pt x="282" y="225"/>
                  </a:cubicBezTo>
                  <a:lnTo>
                    <a:pt x="282" y="1"/>
                  </a:lnTo>
                  <a:close/>
                </a:path>
              </a:pathLst>
            </a:custGeom>
            <a:solidFill>
              <a:srgbClr val="000000">
                <a:alpha val="13333"/>
              </a:srgbClr>
            </a:solidFill>
            <a:ln>
              <a:noFill/>
            </a:ln>
          </p:spPr>
          <p:txBody>
            <a:bodyPr anchorCtr="0" anchor="ctr" bIns="56500" lIns="56500" spcFirstLastPara="1" rIns="56500" wrap="square" tIns="56500">
              <a:noAutofit/>
            </a:bodyPr>
            <a:lstStyle/>
            <a:p>
              <a:pPr indent="0" lvl="0" marL="0" marR="0" rtl="0" algn="l">
                <a:lnSpc>
                  <a:spcPct val="100000"/>
                </a:lnSpc>
                <a:spcBef>
                  <a:spcPts val="0"/>
                </a:spcBef>
                <a:spcAft>
                  <a:spcPts val="0"/>
                </a:spcAft>
                <a:buClr>
                  <a:srgbClr val="000000"/>
                </a:buClr>
                <a:buSzPts val="865"/>
                <a:buFont typeface="Arial"/>
                <a:buNone/>
              </a:pPr>
              <a:r>
                <a:t/>
              </a:r>
              <a:endParaRPr b="0" i="0" sz="865" u="none" cap="none" strike="noStrike">
                <a:solidFill>
                  <a:srgbClr val="000000"/>
                </a:solidFill>
                <a:latin typeface="Arial"/>
                <a:ea typeface="Arial"/>
                <a:cs typeface="Arial"/>
                <a:sym typeface="Arial"/>
              </a:endParaRPr>
            </a:p>
          </p:txBody>
        </p:sp>
        <p:sp>
          <p:nvSpPr>
            <p:cNvPr id="1610" name="Google Shape;1610;p22"/>
            <p:cNvSpPr/>
            <p:nvPr/>
          </p:nvSpPr>
          <p:spPr>
            <a:xfrm>
              <a:off x="4859746" y="3702311"/>
              <a:ext cx="26951" cy="8962"/>
            </a:xfrm>
            <a:custGeom>
              <a:rect b="b" l="l" r="r" t="t"/>
              <a:pathLst>
                <a:path extrusionOk="0" h="279" w="839">
                  <a:moveTo>
                    <a:pt x="139" y="0"/>
                  </a:moveTo>
                  <a:cubicBezTo>
                    <a:pt x="64" y="0"/>
                    <a:pt x="0" y="63"/>
                    <a:pt x="0" y="139"/>
                  </a:cubicBezTo>
                  <a:cubicBezTo>
                    <a:pt x="0" y="215"/>
                    <a:pt x="61" y="278"/>
                    <a:pt x="139" y="278"/>
                  </a:cubicBezTo>
                  <a:lnTo>
                    <a:pt x="698" y="278"/>
                  </a:lnTo>
                  <a:cubicBezTo>
                    <a:pt x="776" y="278"/>
                    <a:pt x="838" y="215"/>
                    <a:pt x="838" y="139"/>
                  </a:cubicBezTo>
                  <a:cubicBezTo>
                    <a:pt x="838" y="63"/>
                    <a:pt x="776" y="0"/>
                    <a:pt x="698" y="0"/>
                  </a:cubicBezTo>
                  <a:close/>
                </a:path>
              </a:pathLst>
            </a:custGeom>
            <a:solidFill>
              <a:srgbClr val="000000">
                <a:alpha val="13333"/>
              </a:srgbClr>
            </a:solidFill>
            <a:ln>
              <a:noFill/>
            </a:ln>
          </p:spPr>
          <p:txBody>
            <a:bodyPr anchorCtr="0" anchor="ctr" bIns="56500" lIns="56500" spcFirstLastPara="1" rIns="56500" wrap="square" tIns="56500">
              <a:noAutofit/>
            </a:bodyPr>
            <a:lstStyle/>
            <a:p>
              <a:pPr indent="0" lvl="0" marL="0" marR="0" rtl="0" algn="l">
                <a:lnSpc>
                  <a:spcPct val="100000"/>
                </a:lnSpc>
                <a:spcBef>
                  <a:spcPts val="0"/>
                </a:spcBef>
                <a:spcAft>
                  <a:spcPts val="0"/>
                </a:spcAft>
                <a:buClr>
                  <a:srgbClr val="000000"/>
                </a:buClr>
                <a:buSzPts val="865"/>
                <a:buFont typeface="Arial"/>
                <a:buNone/>
              </a:pPr>
              <a:r>
                <a:t/>
              </a:r>
              <a:endParaRPr b="0" i="0" sz="865" u="none" cap="none" strike="noStrike">
                <a:solidFill>
                  <a:srgbClr val="000000"/>
                </a:solidFill>
                <a:latin typeface="Arial"/>
                <a:ea typeface="Arial"/>
                <a:cs typeface="Arial"/>
                <a:sym typeface="Arial"/>
              </a:endParaRPr>
            </a:p>
          </p:txBody>
        </p:sp>
        <p:sp>
          <p:nvSpPr>
            <p:cNvPr id="1611" name="Google Shape;1611;p22"/>
            <p:cNvSpPr/>
            <p:nvPr/>
          </p:nvSpPr>
          <p:spPr>
            <a:xfrm>
              <a:off x="4859746" y="3720269"/>
              <a:ext cx="8962" cy="8962"/>
            </a:xfrm>
            <a:custGeom>
              <a:rect b="b" l="l" r="r" t="t"/>
              <a:pathLst>
                <a:path extrusionOk="0" h="279" w="279">
                  <a:moveTo>
                    <a:pt x="139" y="0"/>
                  </a:moveTo>
                  <a:cubicBezTo>
                    <a:pt x="62" y="0"/>
                    <a:pt x="0" y="62"/>
                    <a:pt x="0" y="139"/>
                  </a:cubicBezTo>
                  <a:cubicBezTo>
                    <a:pt x="0" y="216"/>
                    <a:pt x="62" y="278"/>
                    <a:pt x="139" y="278"/>
                  </a:cubicBezTo>
                  <a:cubicBezTo>
                    <a:pt x="216" y="278"/>
                    <a:pt x="278" y="216"/>
                    <a:pt x="278" y="139"/>
                  </a:cubicBezTo>
                  <a:cubicBezTo>
                    <a:pt x="278" y="62"/>
                    <a:pt x="216" y="0"/>
                    <a:pt x="139" y="0"/>
                  </a:cubicBezTo>
                  <a:close/>
                </a:path>
              </a:pathLst>
            </a:custGeom>
            <a:solidFill>
              <a:srgbClr val="000000">
                <a:alpha val="13333"/>
              </a:srgbClr>
            </a:solidFill>
            <a:ln>
              <a:noFill/>
            </a:ln>
          </p:spPr>
          <p:txBody>
            <a:bodyPr anchorCtr="0" anchor="ctr" bIns="56500" lIns="56500" spcFirstLastPara="1" rIns="56500" wrap="square" tIns="56500">
              <a:noAutofit/>
            </a:bodyPr>
            <a:lstStyle/>
            <a:p>
              <a:pPr indent="0" lvl="0" marL="0" marR="0" rtl="0" algn="l">
                <a:lnSpc>
                  <a:spcPct val="100000"/>
                </a:lnSpc>
                <a:spcBef>
                  <a:spcPts val="0"/>
                </a:spcBef>
                <a:spcAft>
                  <a:spcPts val="0"/>
                </a:spcAft>
                <a:buClr>
                  <a:srgbClr val="000000"/>
                </a:buClr>
                <a:buSzPts val="865"/>
                <a:buFont typeface="Arial"/>
                <a:buNone/>
              </a:pPr>
              <a:r>
                <a:t/>
              </a:r>
              <a:endParaRPr b="0" i="0" sz="865" u="none" cap="none" strike="noStrike">
                <a:solidFill>
                  <a:srgbClr val="000000"/>
                </a:solidFill>
                <a:latin typeface="Arial"/>
                <a:ea typeface="Arial"/>
                <a:cs typeface="Arial"/>
                <a:sym typeface="Arial"/>
              </a:endParaRPr>
            </a:p>
          </p:txBody>
        </p:sp>
        <p:sp>
          <p:nvSpPr>
            <p:cNvPr id="1612" name="Google Shape;1612;p22"/>
            <p:cNvSpPr/>
            <p:nvPr/>
          </p:nvSpPr>
          <p:spPr>
            <a:xfrm>
              <a:off x="4859746" y="3738194"/>
              <a:ext cx="8962" cy="9026"/>
            </a:xfrm>
            <a:custGeom>
              <a:rect b="b" l="l" r="r" t="t"/>
              <a:pathLst>
                <a:path extrusionOk="0" h="281" w="279">
                  <a:moveTo>
                    <a:pt x="139" y="1"/>
                  </a:moveTo>
                  <a:cubicBezTo>
                    <a:pt x="62" y="1"/>
                    <a:pt x="0" y="63"/>
                    <a:pt x="0" y="140"/>
                  </a:cubicBezTo>
                  <a:cubicBezTo>
                    <a:pt x="0" y="217"/>
                    <a:pt x="62" y="280"/>
                    <a:pt x="139" y="280"/>
                  </a:cubicBezTo>
                  <a:cubicBezTo>
                    <a:pt x="216" y="280"/>
                    <a:pt x="278" y="217"/>
                    <a:pt x="278" y="140"/>
                  </a:cubicBezTo>
                  <a:cubicBezTo>
                    <a:pt x="278" y="63"/>
                    <a:pt x="216" y="1"/>
                    <a:pt x="139" y="1"/>
                  </a:cubicBezTo>
                  <a:close/>
                </a:path>
              </a:pathLst>
            </a:custGeom>
            <a:solidFill>
              <a:srgbClr val="000000">
                <a:alpha val="13333"/>
              </a:srgbClr>
            </a:solidFill>
            <a:ln>
              <a:noFill/>
            </a:ln>
          </p:spPr>
          <p:txBody>
            <a:bodyPr anchorCtr="0" anchor="ctr" bIns="56500" lIns="56500" spcFirstLastPara="1" rIns="56500" wrap="square" tIns="56500">
              <a:noAutofit/>
            </a:bodyPr>
            <a:lstStyle/>
            <a:p>
              <a:pPr indent="0" lvl="0" marL="0" marR="0" rtl="0" algn="l">
                <a:lnSpc>
                  <a:spcPct val="100000"/>
                </a:lnSpc>
                <a:spcBef>
                  <a:spcPts val="0"/>
                </a:spcBef>
                <a:spcAft>
                  <a:spcPts val="0"/>
                </a:spcAft>
                <a:buClr>
                  <a:srgbClr val="000000"/>
                </a:buClr>
                <a:buSzPts val="865"/>
                <a:buFont typeface="Arial"/>
                <a:buNone/>
              </a:pPr>
              <a:r>
                <a:t/>
              </a:r>
              <a:endParaRPr b="0" i="0" sz="865" u="none" cap="none" strike="noStrike">
                <a:solidFill>
                  <a:srgbClr val="000000"/>
                </a:solidFill>
                <a:latin typeface="Arial"/>
                <a:ea typeface="Arial"/>
                <a:cs typeface="Arial"/>
                <a:sym typeface="Arial"/>
              </a:endParaRPr>
            </a:p>
          </p:txBody>
        </p:sp>
        <p:sp>
          <p:nvSpPr>
            <p:cNvPr id="1613" name="Google Shape;1613;p22"/>
            <p:cNvSpPr/>
            <p:nvPr/>
          </p:nvSpPr>
          <p:spPr>
            <a:xfrm>
              <a:off x="4877704" y="3720269"/>
              <a:ext cx="8994" cy="8962"/>
            </a:xfrm>
            <a:custGeom>
              <a:rect b="b" l="l" r="r" t="t"/>
              <a:pathLst>
                <a:path extrusionOk="0" h="279" w="280">
                  <a:moveTo>
                    <a:pt x="139" y="0"/>
                  </a:moveTo>
                  <a:cubicBezTo>
                    <a:pt x="62" y="0"/>
                    <a:pt x="0" y="62"/>
                    <a:pt x="0" y="139"/>
                  </a:cubicBezTo>
                  <a:cubicBezTo>
                    <a:pt x="0" y="216"/>
                    <a:pt x="62" y="278"/>
                    <a:pt x="139" y="278"/>
                  </a:cubicBezTo>
                  <a:cubicBezTo>
                    <a:pt x="216" y="278"/>
                    <a:pt x="279" y="216"/>
                    <a:pt x="279" y="139"/>
                  </a:cubicBezTo>
                  <a:cubicBezTo>
                    <a:pt x="279" y="62"/>
                    <a:pt x="216" y="0"/>
                    <a:pt x="139" y="0"/>
                  </a:cubicBezTo>
                  <a:close/>
                </a:path>
              </a:pathLst>
            </a:custGeom>
            <a:solidFill>
              <a:schemeClr val="accent2"/>
            </a:solidFill>
            <a:ln>
              <a:noFill/>
            </a:ln>
          </p:spPr>
          <p:txBody>
            <a:bodyPr anchorCtr="0" anchor="ctr" bIns="56500" lIns="56500" spcFirstLastPara="1" rIns="56500" wrap="square" tIns="56500">
              <a:noAutofit/>
            </a:bodyPr>
            <a:lstStyle/>
            <a:p>
              <a:pPr indent="0" lvl="0" marL="0" marR="0" rtl="0" algn="l">
                <a:lnSpc>
                  <a:spcPct val="100000"/>
                </a:lnSpc>
                <a:spcBef>
                  <a:spcPts val="0"/>
                </a:spcBef>
                <a:spcAft>
                  <a:spcPts val="0"/>
                </a:spcAft>
                <a:buClr>
                  <a:srgbClr val="000000"/>
                </a:buClr>
                <a:buSzPts val="865"/>
                <a:buFont typeface="Arial"/>
                <a:buNone/>
              </a:pPr>
              <a:r>
                <a:t/>
              </a:r>
              <a:endParaRPr b="0" i="0" sz="865" u="none" cap="none" strike="noStrike">
                <a:solidFill>
                  <a:srgbClr val="000000"/>
                </a:solidFill>
                <a:latin typeface="Arial"/>
                <a:ea typeface="Arial"/>
                <a:cs typeface="Arial"/>
                <a:sym typeface="Arial"/>
              </a:endParaRPr>
            </a:p>
          </p:txBody>
        </p:sp>
        <p:sp>
          <p:nvSpPr>
            <p:cNvPr id="1614" name="Google Shape;1614;p22"/>
            <p:cNvSpPr/>
            <p:nvPr/>
          </p:nvSpPr>
          <p:spPr>
            <a:xfrm>
              <a:off x="4877704" y="3738194"/>
              <a:ext cx="8994" cy="9026"/>
            </a:xfrm>
            <a:custGeom>
              <a:rect b="b" l="l" r="r" t="t"/>
              <a:pathLst>
                <a:path extrusionOk="0" h="281" w="280">
                  <a:moveTo>
                    <a:pt x="139" y="1"/>
                  </a:moveTo>
                  <a:cubicBezTo>
                    <a:pt x="62" y="1"/>
                    <a:pt x="0" y="63"/>
                    <a:pt x="0" y="140"/>
                  </a:cubicBezTo>
                  <a:cubicBezTo>
                    <a:pt x="0" y="217"/>
                    <a:pt x="62" y="280"/>
                    <a:pt x="139" y="280"/>
                  </a:cubicBezTo>
                  <a:cubicBezTo>
                    <a:pt x="216" y="280"/>
                    <a:pt x="279" y="217"/>
                    <a:pt x="279" y="140"/>
                  </a:cubicBezTo>
                  <a:cubicBezTo>
                    <a:pt x="279" y="63"/>
                    <a:pt x="216" y="1"/>
                    <a:pt x="139" y="1"/>
                  </a:cubicBezTo>
                  <a:close/>
                </a:path>
              </a:pathLst>
            </a:custGeom>
            <a:solidFill>
              <a:schemeClr val="accent2"/>
            </a:solidFill>
            <a:ln>
              <a:noFill/>
            </a:ln>
          </p:spPr>
          <p:txBody>
            <a:bodyPr anchorCtr="0" anchor="ctr" bIns="56500" lIns="56500" spcFirstLastPara="1" rIns="56500" wrap="square" tIns="56500">
              <a:noAutofit/>
            </a:bodyPr>
            <a:lstStyle/>
            <a:p>
              <a:pPr indent="0" lvl="0" marL="0" marR="0" rtl="0" algn="l">
                <a:lnSpc>
                  <a:spcPct val="100000"/>
                </a:lnSpc>
                <a:spcBef>
                  <a:spcPts val="0"/>
                </a:spcBef>
                <a:spcAft>
                  <a:spcPts val="0"/>
                </a:spcAft>
                <a:buClr>
                  <a:srgbClr val="000000"/>
                </a:buClr>
                <a:buSzPts val="865"/>
                <a:buFont typeface="Arial"/>
                <a:buNone/>
              </a:pPr>
              <a:r>
                <a:t/>
              </a:r>
              <a:endParaRPr b="0" i="0" sz="865" u="none" cap="none" strike="noStrike">
                <a:solidFill>
                  <a:srgbClr val="000000"/>
                </a:solidFill>
                <a:latin typeface="Arial"/>
                <a:ea typeface="Arial"/>
                <a:cs typeface="Arial"/>
                <a:sym typeface="Arial"/>
              </a:endParaRPr>
            </a:p>
          </p:txBody>
        </p:sp>
      </p:grpSp>
      <p:sp>
        <p:nvSpPr>
          <p:cNvPr id="1615" name="Google Shape;1615;p22"/>
          <p:cNvSpPr/>
          <p:nvPr/>
        </p:nvSpPr>
        <p:spPr>
          <a:xfrm>
            <a:off x="5422550" y="1746288"/>
            <a:ext cx="3001200" cy="921900"/>
          </a:xfrm>
          <a:prstGeom prst="rect">
            <a:avLst/>
          </a:prstGeom>
          <a:solidFill>
            <a:srgbClr val="7C7C7C">
              <a:alpha val="14120"/>
            </a:srgbClr>
          </a:solidFill>
          <a:ln>
            <a:noFill/>
          </a:ln>
        </p:spPr>
        <p:txBody>
          <a:bodyPr anchorCtr="0" anchor="ctr" bIns="80550" lIns="80550" spcFirstLastPara="1" rIns="80550" wrap="square" tIns="80550">
            <a:noAutofit/>
          </a:bodyPr>
          <a:lstStyle/>
          <a:p>
            <a:pPr indent="0" lvl="0" marL="0" marR="0" rtl="0" algn="l">
              <a:lnSpc>
                <a:spcPct val="100000"/>
              </a:lnSpc>
              <a:spcBef>
                <a:spcPts val="0"/>
              </a:spcBef>
              <a:spcAft>
                <a:spcPts val="0"/>
              </a:spcAft>
              <a:buClr>
                <a:srgbClr val="000000"/>
              </a:buClr>
              <a:buSzPts val="1233"/>
              <a:buFont typeface="Arial"/>
              <a:buNone/>
            </a:pPr>
            <a:r>
              <a:t/>
            </a:r>
            <a:endParaRPr b="0" i="0" sz="1233" u="none" cap="none" strike="noStrike">
              <a:solidFill>
                <a:srgbClr val="000000"/>
              </a:solidFill>
              <a:latin typeface="Arial"/>
              <a:ea typeface="Arial"/>
              <a:cs typeface="Arial"/>
              <a:sym typeface="Arial"/>
            </a:endParaRPr>
          </a:p>
        </p:txBody>
      </p:sp>
      <p:grpSp>
        <p:nvGrpSpPr>
          <p:cNvPr id="1616" name="Google Shape;1616;p22"/>
          <p:cNvGrpSpPr/>
          <p:nvPr/>
        </p:nvGrpSpPr>
        <p:grpSpPr>
          <a:xfrm>
            <a:off x="5422569" y="1746311"/>
            <a:ext cx="3001391" cy="192146"/>
            <a:chOff x="1290775" y="1427525"/>
            <a:chExt cx="3406800" cy="218100"/>
          </a:xfrm>
        </p:grpSpPr>
        <p:sp>
          <p:nvSpPr>
            <p:cNvPr id="1617" name="Google Shape;1617;p22"/>
            <p:cNvSpPr/>
            <p:nvPr/>
          </p:nvSpPr>
          <p:spPr>
            <a:xfrm>
              <a:off x="1290775" y="1427525"/>
              <a:ext cx="3406800" cy="218100"/>
            </a:xfrm>
            <a:prstGeom prst="rect">
              <a:avLst/>
            </a:prstGeom>
            <a:solidFill>
              <a:schemeClr val="dk2"/>
            </a:solidFill>
            <a:ln cap="flat" cmpd="sng" w="8400">
              <a:solidFill>
                <a:schemeClr val="dk2"/>
              </a:solidFill>
              <a:prstDash val="solid"/>
              <a:round/>
              <a:headEnd len="sm" w="sm" type="none"/>
              <a:tailEnd len="sm" w="sm" type="none"/>
            </a:ln>
          </p:spPr>
          <p:txBody>
            <a:bodyPr anchorCtr="0" anchor="ctr" bIns="80550" lIns="80550" spcFirstLastPara="1" rIns="80550" wrap="square" tIns="80550">
              <a:noAutofit/>
            </a:bodyPr>
            <a:lstStyle/>
            <a:p>
              <a:pPr indent="0" lvl="0" marL="0" marR="0" rtl="0" algn="l">
                <a:lnSpc>
                  <a:spcPct val="100000"/>
                </a:lnSpc>
                <a:spcBef>
                  <a:spcPts val="0"/>
                </a:spcBef>
                <a:spcAft>
                  <a:spcPts val="0"/>
                </a:spcAft>
                <a:buClr>
                  <a:srgbClr val="000000"/>
                </a:buClr>
                <a:buSzPts val="1233"/>
                <a:buFont typeface="Arial"/>
                <a:buNone/>
              </a:pPr>
              <a:r>
                <a:t/>
              </a:r>
              <a:endParaRPr b="0" i="0" sz="1233" u="none" cap="none" strike="noStrike">
                <a:solidFill>
                  <a:srgbClr val="000000"/>
                </a:solidFill>
                <a:latin typeface="Arial"/>
                <a:ea typeface="Arial"/>
                <a:cs typeface="Arial"/>
                <a:sym typeface="Arial"/>
              </a:endParaRPr>
            </a:p>
          </p:txBody>
        </p:sp>
        <p:sp>
          <p:nvSpPr>
            <p:cNvPr id="1618" name="Google Shape;1618;p22"/>
            <p:cNvSpPr/>
            <p:nvPr/>
          </p:nvSpPr>
          <p:spPr>
            <a:xfrm>
              <a:off x="1405200" y="1486450"/>
              <a:ext cx="100200" cy="100200"/>
            </a:xfrm>
            <a:prstGeom prst="ellipse">
              <a:avLst/>
            </a:prstGeom>
            <a:solidFill>
              <a:schemeClr val="accent6"/>
            </a:solidFill>
            <a:ln>
              <a:noFill/>
            </a:ln>
          </p:spPr>
          <p:txBody>
            <a:bodyPr anchorCtr="0" anchor="ctr" bIns="80550" lIns="80550" spcFirstLastPara="1" rIns="80550" wrap="square" tIns="80550">
              <a:noAutofit/>
            </a:bodyPr>
            <a:lstStyle/>
            <a:p>
              <a:pPr indent="0" lvl="0" marL="0" marR="0" rtl="0" algn="l">
                <a:lnSpc>
                  <a:spcPct val="100000"/>
                </a:lnSpc>
                <a:spcBef>
                  <a:spcPts val="0"/>
                </a:spcBef>
                <a:spcAft>
                  <a:spcPts val="0"/>
                </a:spcAft>
                <a:buClr>
                  <a:srgbClr val="000000"/>
                </a:buClr>
                <a:buSzPts val="1233"/>
                <a:buFont typeface="Arial"/>
                <a:buNone/>
              </a:pPr>
              <a:r>
                <a:t/>
              </a:r>
              <a:endParaRPr b="0" i="0" sz="1233" u="none" cap="none" strike="noStrike">
                <a:solidFill>
                  <a:srgbClr val="000000"/>
                </a:solidFill>
                <a:latin typeface="Arial"/>
                <a:ea typeface="Arial"/>
                <a:cs typeface="Arial"/>
                <a:sym typeface="Arial"/>
              </a:endParaRPr>
            </a:p>
          </p:txBody>
        </p:sp>
        <p:sp>
          <p:nvSpPr>
            <p:cNvPr id="1619" name="Google Shape;1619;p22"/>
            <p:cNvSpPr/>
            <p:nvPr/>
          </p:nvSpPr>
          <p:spPr>
            <a:xfrm>
              <a:off x="1588650" y="1486450"/>
              <a:ext cx="100200" cy="100200"/>
            </a:xfrm>
            <a:prstGeom prst="ellipse">
              <a:avLst/>
            </a:prstGeom>
            <a:solidFill>
              <a:schemeClr val="accent6"/>
            </a:solidFill>
            <a:ln>
              <a:noFill/>
            </a:ln>
          </p:spPr>
          <p:txBody>
            <a:bodyPr anchorCtr="0" anchor="ctr" bIns="80550" lIns="80550" spcFirstLastPara="1" rIns="80550" wrap="square" tIns="80550">
              <a:noAutofit/>
            </a:bodyPr>
            <a:lstStyle/>
            <a:p>
              <a:pPr indent="0" lvl="0" marL="0" marR="0" rtl="0" algn="l">
                <a:lnSpc>
                  <a:spcPct val="100000"/>
                </a:lnSpc>
                <a:spcBef>
                  <a:spcPts val="0"/>
                </a:spcBef>
                <a:spcAft>
                  <a:spcPts val="0"/>
                </a:spcAft>
                <a:buClr>
                  <a:srgbClr val="000000"/>
                </a:buClr>
                <a:buSzPts val="1233"/>
                <a:buFont typeface="Arial"/>
                <a:buNone/>
              </a:pPr>
              <a:r>
                <a:t/>
              </a:r>
              <a:endParaRPr b="0" i="0" sz="1233" u="none" cap="none" strike="noStrike">
                <a:solidFill>
                  <a:srgbClr val="000000"/>
                </a:solidFill>
                <a:latin typeface="Arial"/>
                <a:ea typeface="Arial"/>
                <a:cs typeface="Arial"/>
                <a:sym typeface="Arial"/>
              </a:endParaRPr>
            </a:p>
          </p:txBody>
        </p:sp>
        <p:sp>
          <p:nvSpPr>
            <p:cNvPr id="1620" name="Google Shape;1620;p22"/>
            <p:cNvSpPr/>
            <p:nvPr/>
          </p:nvSpPr>
          <p:spPr>
            <a:xfrm>
              <a:off x="1772100" y="1486450"/>
              <a:ext cx="100200" cy="100200"/>
            </a:xfrm>
            <a:prstGeom prst="ellipse">
              <a:avLst/>
            </a:prstGeom>
            <a:solidFill>
              <a:schemeClr val="accent6"/>
            </a:solidFill>
            <a:ln>
              <a:noFill/>
            </a:ln>
          </p:spPr>
          <p:txBody>
            <a:bodyPr anchorCtr="0" anchor="ctr" bIns="80550" lIns="80550" spcFirstLastPara="1" rIns="80550" wrap="square" tIns="80550">
              <a:noAutofit/>
            </a:bodyPr>
            <a:lstStyle/>
            <a:p>
              <a:pPr indent="0" lvl="0" marL="0" marR="0" rtl="0" algn="l">
                <a:lnSpc>
                  <a:spcPct val="100000"/>
                </a:lnSpc>
                <a:spcBef>
                  <a:spcPts val="0"/>
                </a:spcBef>
                <a:spcAft>
                  <a:spcPts val="0"/>
                </a:spcAft>
                <a:buClr>
                  <a:srgbClr val="000000"/>
                </a:buClr>
                <a:buSzPts val="1233"/>
                <a:buFont typeface="Arial"/>
                <a:buNone/>
              </a:pPr>
              <a:r>
                <a:t/>
              </a:r>
              <a:endParaRPr b="0" i="0" sz="1233" u="none" cap="none" strike="noStrike">
                <a:solidFill>
                  <a:srgbClr val="000000"/>
                </a:solidFill>
                <a:latin typeface="Arial"/>
                <a:ea typeface="Arial"/>
                <a:cs typeface="Arial"/>
                <a:sym typeface="Arial"/>
              </a:endParaRPr>
            </a:p>
          </p:txBody>
        </p:sp>
      </p:grpSp>
      <p:sp>
        <p:nvSpPr>
          <p:cNvPr id="1621" name="Google Shape;1621;p22"/>
          <p:cNvSpPr txBox="1"/>
          <p:nvPr>
            <p:ph type="title"/>
          </p:nvPr>
        </p:nvSpPr>
        <p:spPr>
          <a:xfrm>
            <a:off x="5422550" y="1938430"/>
            <a:ext cx="3001200" cy="729600"/>
          </a:xfrm>
          <a:prstGeom prst="rect">
            <a:avLst/>
          </a:prstGeom>
          <a:noFill/>
          <a:ln cap="flat" cmpd="sng" w="8400">
            <a:solidFill>
              <a:schemeClr val="dk2"/>
            </a:solidFill>
            <a:prstDash val="solid"/>
            <a:round/>
            <a:headEnd len="sm" w="sm" type="none"/>
            <a:tailEnd len="sm" w="sm" type="none"/>
          </a:ln>
        </p:spPr>
        <p:txBody>
          <a:bodyPr anchorCtr="0" anchor="ctr" bIns="80550" lIns="80550" spcFirstLastPara="1" rIns="80550" wrap="square" tIns="80550">
            <a:noAutofit/>
          </a:bodyPr>
          <a:lstStyle/>
          <a:p>
            <a:pPr indent="0" lvl="0" marL="0" rtl="0" algn="ctr">
              <a:lnSpc>
                <a:spcPct val="100000"/>
              </a:lnSpc>
              <a:spcBef>
                <a:spcPts val="0"/>
              </a:spcBef>
              <a:spcAft>
                <a:spcPts val="0"/>
              </a:spcAft>
              <a:buSzPts val="5462"/>
              <a:buNone/>
            </a:pPr>
            <a:r>
              <a:rPr lang="en" sz="1761"/>
              <a:t>Sensore cardiaco</a:t>
            </a:r>
            <a:endParaRPr sz="1761"/>
          </a:p>
        </p:txBody>
      </p:sp>
      <p:grpSp>
        <p:nvGrpSpPr>
          <p:cNvPr id="1622" name="Google Shape;1622;p22"/>
          <p:cNvGrpSpPr/>
          <p:nvPr/>
        </p:nvGrpSpPr>
        <p:grpSpPr>
          <a:xfrm>
            <a:off x="6657992" y="539778"/>
            <a:ext cx="790037" cy="921936"/>
            <a:chOff x="4876875" y="1427500"/>
            <a:chExt cx="1130400" cy="1319125"/>
          </a:xfrm>
        </p:grpSpPr>
        <p:sp>
          <p:nvSpPr>
            <p:cNvPr id="1623" name="Google Shape;1623;p22"/>
            <p:cNvSpPr/>
            <p:nvPr/>
          </p:nvSpPr>
          <p:spPr>
            <a:xfrm>
              <a:off x="4876875" y="1645625"/>
              <a:ext cx="1130400" cy="1101000"/>
            </a:xfrm>
            <a:prstGeom prst="rect">
              <a:avLst/>
            </a:prstGeom>
            <a:noFill/>
            <a:ln cap="flat" cmpd="sng" w="5875">
              <a:solidFill>
                <a:schemeClr val="dk2"/>
              </a:solidFill>
              <a:prstDash val="solid"/>
              <a:round/>
              <a:headEnd len="sm" w="sm" type="none"/>
              <a:tailEnd len="sm" w="sm" type="none"/>
            </a:ln>
          </p:spPr>
          <p:txBody>
            <a:bodyPr anchorCtr="0" anchor="ctr" bIns="56500" lIns="56500" spcFirstLastPara="1" rIns="56500" wrap="square" tIns="56500">
              <a:noAutofit/>
            </a:bodyPr>
            <a:lstStyle/>
            <a:p>
              <a:pPr indent="0" lvl="0" marL="0" marR="0" rtl="0" algn="l">
                <a:lnSpc>
                  <a:spcPct val="100000"/>
                </a:lnSpc>
                <a:spcBef>
                  <a:spcPts val="0"/>
                </a:spcBef>
                <a:spcAft>
                  <a:spcPts val="0"/>
                </a:spcAft>
                <a:buClr>
                  <a:srgbClr val="000000"/>
                </a:buClr>
                <a:buSzPts val="865"/>
                <a:buFont typeface="Arial"/>
                <a:buNone/>
              </a:pPr>
              <a:r>
                <a:t/>
              </a:r>
              <a:endParaRPr b="0" i="0" sz="865" u="none" cap="none" strike="noStrike">
                <a:solidFill>
                  <a:srgbClr val="000000"/>
                </a:solidFill>
                <a:latin typeface="Arial"/>
                <a:ea typeface="Arial"/>
                <a:cs typeface="Arial"/>
                <a:sym typeface="Arial"/>
              </a:endParaRPr>
            </a:p>
          </p:txBody>
        </p:sp>
        <p:sp>
          <p:nvSpPr>
            <p:cNvPr id="1624" name="Google Shape;1624;p22"/>
            <p:cNvSpPr/>
            <p:nvPr/>
          </p:nvSpPr>
          <p:spPr>
            <a:xfrm>
              <a:off x="4876875" y="1427500"/>
              <a:ext cx="1130400" cy="218100"/>
            </a:xfrm>
            <a:prstGeom prst="rect">
              <a:avLst/>
            </a:prstGeom>
            <a:noFill/>
            <a:ln cap="flat" cmpd="sng" w="5875">
              <a:solidFill>
                <a:schemeClr val="dk2"/>
              </a:solidFill>
              <a:prstDash val="solid"/>
              <a:round/>
              <a:headEnd len="sm" w="sm" type="none"/>
              <a:tailEnd len="sm" w="sm" type="none"/>
            </a:ln>
          </p:spPr>
          <p:txBody>
            <a:bodyPr anchorCtr="0" anchor="ctr" bIns="56500" lIns="56500" spcFirstLastPara="1" rIns="56500" wrap="square" tIns="56500">
              <a:noAutofit/>
            </a:bodyPr>
            <a:lstStyle/>
            <a:p>
              <a:pPr indent="0" lvl="0" marL="0" marR="0" rtl="0" algn="l">
                <a:lnSpc>
                  <a:spcPct val="100000"/>
                </a:lnSpc>
                <a:spcBef>
                  <a:spcPts val="0"/>
                </a:spcBef>
                <a:spcAft>
                  <a:spcPts val="0"/>
                </a:spcAft>
                <a:buClr>
                  <a:srgbClr val="000000"/>
                </a:buClr>
                <a:buSzPts val="865"/>
                <a:buFont typeface="Arial"/>
                <a:buNone/>
              </a:pPr>
              <a:r>
                <a:t/>
              </a:r>
              <a:endParaRPr b="0" i="0" sz="865" u="none" cap="none" strike="noStrike">
                <a:solidFill>
                  <a:srgbClr val="000000"/>
                </a:solidFill>
                <a:latin typeface="Arial"/>
                <a:ea typeface="Arial"/>
                <a:cs typeface="Arial"/>
                <a:sym typeface="Arial"/>
              </a:endParaRPr>
            </a:p>
          </p:txBody>
        </p:sp>
      </p:grpSp>
      <p:cxnSp>
        <p:nvCxnSpPr>
          <p:cNvPr id="1625" name="Google Shape;1625;p22"/>
          <p:cNvCxnSpPr>
            <a:stCxn id="1623" idx="3"/>
          </p:cNvCxnSpPr>
          <p:nvPr/>
        </p:nvCxnSpPr>
        <p:spPr>
          <a:xfrm>
            <a:off x="7448029" y="1076970"/>
            <a:ext cx="606600" cy="671100"/>
          </a:xfrm>
          <a:prstGeom prst="bentConnector2">
            <a:avLst/>
          </a:prstGeom>
          <a:noFill/>
          <a:ln cap="flat" cmpd="sng" w="5200">
            <a:solidFill>
              <a:schemeClr val="dk2"/>
            </a:solidFill>
            <a:prstDash val="solid"/>
            <a:round/>
            <a:headEnd len="sm" w="sm" type="none"/>
            <a:tailEnd len="sm" w="sm" type="none"/>
          </a:ln>
        </p:spPr>
      </p:cxnSp>
      <p:grpSp>
        <p:nvGrpSpPr>
          <p:cNvPr id="1626" name="Google Shape;1626;p22"/>
          <p:cNvGrpSpPr/>
          <p:nvPr/>
        </p:nvGrpSpPr>
        <p:grpSpPr>
          <a:xfrm>
            <a:off x="6825150" y="869042"/>
            <a:ext cx="455736" cy="455359"/>
            <a:chOff x="4742365" y="2834965"/>
            <a:chExt cx="297594" cy="297329"/>
          </a:xfrm>
        </p:grpSpPr>
        <p:sp>
          <p:nvSpPr>
            <p:cNvPr id="1627" name="Google Shape;1627;p22"/>
            <p:cNvSpPr/>
            <p:nvPr/>
          </p:nvSpPr>
          <p:spPr>
            <a:xfrm>
              <a:off x="4888754" y="2834965"/>
              <a:ext cx="122740" cy="206419"/>
            </a:xfrm>
            <a:custGeom>
              <a:rect b="b" l="l" r="r" t="t"/>
              <a:pathLst>
                <a:path extrusionOk="0" h="6426" w="3821">
                  <a:moveTo>
                    <a:pt x="792" y="1"/>
                  </a:moveTo>
                  <a:cubicBezTo>
                    <a:pt x="355" y="1"/>
                    <a:pt x="1" y="358"/>
                    <a:pt x="1" y="794"/>
                  </a:cubicBezTo>
                  <a:lnTo>
                    <a:pt x="1" y="3177"/>
                  </a:lnTo>
                  <a:lnTo>
                    <a:pt x="31" y="3250"/>
                  </a:lnTo>
                  <a:cubicBezTo>
                    <a:pt x="111" y="3347"/>
                    <a:pt x="371" y="3521"/>
                    <a:pt x="429" y="3533"/>
                  </a:cubicBezTo>
                  <a:lnTo>
                    <a:pt x="467" y="3508"/>
                  </a:lnTo>
                  <a:lnTo>
                    <a:pt x="467" y="794"/>
                  </a:lnTo>
                  <a:cubicBezTo>
                    <a:pt x="467" y="614"/>
                    <a:pt x="613" y="468"/>
                    <a:pt x="792" y="468"/>
                  </a:cubicBezTo>
                  <a:cubicBezTo>
                    <a:pt x="972" y="468"/>
                    <a:pt x="1118" y="614"/>
                    <a:pt x="1118" y="794"/>
                  </a:cubicBezTo>
                  <a:lnTo>
                    <a:pt x="1118" y="2566"/>
                  </a:lnTo>
                  <a:cubicBezTo>
                    <a:pt x="1118" y="3003"/>
                    <a:pt x="1473" y="3358"/>
                    <a:pt x="1911" y="3358"/>
                  </a:cubicBezTo>
                  <a:cubicBezTo>
                    <a:pt x="2349" y="3358"/>
                    <a:pt x="2703" y="3001"/>
                    <a:pt x="2703" y="2566"/>
                  </a:cubicBezTo>
                  <a:lnTo>
                    <a:pt x="2703" y="1671"/>
                  </a:lnTo>
                  <a:cubicBezTo>
                    <a:pt x="2703" y="1493"/>
                    <a:pt x="2850" y="1345"/>
                    <a:pt x="3029" y="1345"/>
                  </a:cubicBezTo>
                  <a:cubicBezTo>
                    <a:pt x="3209" y="1345"/>
                    <a:pt x="3355" y="1493"/>
                    <a:pt x="3355" y="1671"/>
                  </a:cubicBezTo>
                  <a:lnTo>
                    <a:pt x="3355" y="6034"/>
                  </a:lnTo>
                  <a:lnTo>
                    <a:pt x="3392" y="6425"/>
                  </a:lnTo>
                  <a:lnTo>
                    <a:pt x="3783" y="6425"/>
                  </a:lnTo>
                  <a:lnTo>
                    <a:pt x="3821" y="6034"/>
                  </a:lnTo>
                  <a:lnTo>
                    <a:pt x="3821" y="1671"/>
                  </a:lnTo>
                  <a:cubicBezTo>
                    <a:pt x="3821" y="1234"/>
                    <a:pt x="3465" y="879"/>
                    <a:pt x="3029" y="879"/>
                  </a:cubicBezTo>
                  <a:cubicBezTo>
                    <a:pt x="2590" y="879"/>
                    <a:pt x="2236" y="1235"/>
                    <a:pt x="2236" y="1671"/>
                  </a:cubicBezTo>
                  <a:lnTo>
                    <a:pt x="2236" y="2566"/>
                  </a:lnTo>
                  <a:cubicBezTo>
                    <a:pt x="2236" y="2744"/>
                    <a:pt x="2090" y="2891"/>
                    <a:pt x="1910" y="2891"/>
                  </a:cubicBezTo>
                  <a:cubicBezTo>
                    <a:pt x="1732" y="2891"/>
                    <a:pt x="1584" y="2744"/>
                    <a:pt x="1584" y="2566"/>
                  </a:cubicBezTo>
                  <a:lnTo>
                    <a:pt x="1584" y="794"/>
                  </a:lnTo>
                  <a:cubicBezTo>
                    <a:pt x="1584" y="355"/>
                    <a:pt x="1228" y="1"/>
                    <a:pt x="792" y="1"/>
                  </a:cubicBezTo>
                  <a:close/>
                </a:path>
              </a:pathLst>
            </a:custGeom>
            <a:solidFill>
              <a:schemeClr val="lt1"/>
            </a:solidFill>
            <a:ln>
              <a:noFill/>
            </a:ln>
          </p:spPr>
          <p:txBody>
            <a:bodyPr anchorCtr="0" anchor="ctr" bIns="140000" lIns="140000" spcFirstLastPara="1" rIns="140000" wrap="square" tIns="140000">
              <a:noAutofit/>
            </a:bodyPr>
            <a:lstStyle/>
            <a:p>
              <a:pPr indent="0" lvl="0" marL="0" marR="0" rtl="0" algn="l">
                <a:lnSpc>
                  <a:spcPct val="100000"/>
                </a:lnSpc>
                <a:spcBef>
                  <a:spcPts val="0"/>
                </a:spcBef>
                <a:spcAft>
                  <a:spcPts val="0"/>
                </a:spcAft>
                <a:buClr>
                  <a:srgbClr val="000000"/>
                </a:buClr>
                <a:buSzPts val="2144"/>
                <a:buFont typeface="Arial"/>
                <a:buNone/>
              </a:pPr>
              <a:r>
                <a:t/>
              </a:r>
              <a:endParaRPr b="0" i="0" sz="2143" u="none" cap="none" strike="noStrike">
                <a:solidFill>
                  <a:srgbClr val="000000"/>
                </a:solidFill>
                <a:latin typeface="Arial"/>
                <a:ea typeface="Arial"/>
                <a:cs typeface="Arial"/>
                <a:sym typeface="Arial"/>
              </a:endParaRPr>
            </a:p>
          </p:txBody>
        </p:sp>
        <p:sp>
          <p:nvSpPr>
            <p:cNvPr id="1628" name="Google Shape;1628;p22"/>
            <p:cNvSpPr/>
            <p:nvPr/>
          </p:nvSpPr>
          <p:spPr>
            <a:xfrm>
              <a:off x="4888754" y="2937087"/>
              <a:ext cx="15001" cy="39607"/>
            </a:xfrm>
            <a:custGeom>
              <a:rect b="b" l="l" r="r" t="t"/>
              <a:pathLst>
                <a:path extrusionOk="0" h="1233" w="467">
                  <a:moveTo>
                    <a:pt x="1" y="1"/>
                  </a:moveTo>
                  <a:lnTo>
                    <a:pt x="1" y="898"/>
                  </a:lnTo>
                  <a:cubicBezTo>
                    <a:pt x="1" y="1025"/>
                    <a:pt x="105" y="1232"/>
                    <a:pt x="234" y="1232"/>
                  </a:cubicBezTo>
                  <a:cubicBezTo>
                    <a:pt x="362" y="1232"/>
                    <a:pt x="467" y="1025"/>
                    <a:pt x="467" y="898"/>
                  </a:cubicBezTo>
                  <a:lnTo>
                    <a:pt x="467" y="331"/>
                  </a:lnTo>
                  <a:cubicBezTo>
                    <a:pt x="323" y="206"/>
                    <a:pt x="167" y="96"/>
                    <a:pt x="1" y="1"/>
                  </a:cubicBezTo>
                  <a:close/>
                </a:path>
              </a:pathLst>
            </a:custGeom>
            <a:solidFill>
              <a:srgbClr val="D1C7C1"/>
            </a:solidFill>
            <a:ln>
              <a:noFill/>
            </a:ln>
          </p:spPr>
          <p:txBody>
            <a:bodyPr anchorCtr="0" anchor="ctr" bIns="140000" lIns="140000" spcFirstLastPara="1" rIns="140000" wrap="square" tIns="140000">
              <a:noAutofit/>
            </a:bodyPr>
            <a:lstStyle/>
            <a:p>
              <a:pPr indent="0" lvl="0" marL="0" marR="0" rtl="0" algn="l">
                <a:lnSpc>
                  <a:spcPct val="100000"/>
                </a:lnSpc>
                <a:spcBef>
                  <a:spcPts val="0"/>
                </a:spcBef>
                <a:spcAft>
                  <a:spcPts val="0"/>
                </a:spcAft>
                <a:buClr>
                  <a:srgbClr val="000000"/>
                </a:buClr>
                <a:buSzPts val="2144"/>
                <a:buFont typeface="Arial"/>
                <a:buNone/>
              </a:pPr>
              <a:r>
                <a:t/>
              </a:r>
              <a:endParaRPr b="0" i="0" sz="2143" u="none" cap="none" strike="noStrike">
                <a:solidFill>
                  <a:srgbClr val="000000"/>
                </a:solidFill>
                <a:latin typeface="Arial"/>
                <a:ea typeface="Arial"/>
                <a:cs typeface="Arial"/>
                <a:sym typeface="Arial"/>
              </a:endParaRPr>
            </a:p>
          </p:txBody>
        </p:sp>
        <p:sp>
          <p:nvSpPr>
            <p:cNvPr id="1629" name="Google Shape;1629;p22"/>
            <p:cNvSpPr/>
            <p:nvPr/>
          </p:nvSpPr>
          <p:spPr>
            <a:xfrm>
              <a:off x="4996563" y="3028736"/>
              <a:ext cx="15033" cy="13813"/>
            </a:xfrm>
            <a:custGeom>
              <a:rect b="b" l="l" r="r" t="t"/>
              <a:pathLst>
                <a:path extrusionOk="0" h="430" w="468">
                  <a:moveTo>
                    <a:pt x="0" y="1"/>
                  </a:moveTo>
                  <a:lnTo>
                    <a:pt x="0" y="429"/>
                  </a:lnTo>
                  <a:lnTo>
                    <a:pt x="468" y="429"/>
                  </a:lnTo>
                  <a:lnTo>
                    <a:pt x="468" y="1"/>
                  </a:lnTo>
                  <a:close/>
                </a:path>
              </a:pathLst>
            </a:custGeom>
            <a:solidFill>
              <a:srgbClr val="D1C7C1"/>
            </a:solidFill>
            <a:ln>
              <a:noFill/>
            </a:ln>
          </p:spPr>
          <p:txBody>
            <a:bodyPr anchorCtr="0" anchor="ctr" bIns="140000" lIns="140000" spcFirstLastPara="1" rIns="140000" wrap="square" tIns="140000">
              <a:noAutofit/>
            </a:bodyPr>
            <a:lstStyle/>
            <a:p>
              <a:pPr indent="0" lvl="0" marL="0" marR="0" rtl="0" algn="l">
                <a:lnSpc>
                  <a:spcPct val="100000"/>
                </a:lnSpc>
                <a:spcBef>
                  <a:spcPts val="0"/>
                </a:spcBef>
                <a:spcAft>
                  <a:spcPts val="0"/>
                </a:spcAft>
                <a:buClr>
                  <a:srgbClr val="000000"/>
                </a:buClr>
                <a:buSzPts val="2144"/>
                <a:buFont typeface="Arial"/>
                <a:buNone/>
              </a:pPr>
              <a:r>
                <a:t/>
              </a:r>
              <a:endParaRPr b="0" i="0" sz="2143" u="none" cap="none" strike="noStrike">
                <a:solidFill>
                  <a:srgbClr val="000000"/>
                </a:solidFill>
                <a:latin typeface="Arial"/>
                <a:ea typeface="Arial"/>
                <a:cs typeface="Arial"/>
                <a:sym typeface="Arial"/>
              </a:endParaRPr>
            </a:p>
          </p:txBody>
        </p:sp>
        <p:sp>
          <p:nvSpPr>
            <p:cNvPr id="1630" name="Google Shape;1630;p22"/>
            <p:cNvSpPr/>
            <p:nvPr/>
          </p:nvSpPr>
          <p:spPr>
            <a:xfrm>
              <a:off x="4746348" y="2934420"/>
              <a:ext cx="182295" cy="183484"/>
            </a:xfrm>
            <a:custGeom>
              <a:rect b="b" l="l" r="r" t="t"/>
              <a:pathLst>
                <a:path extrusionOk="0" h="5712" w="5675">
                  <a:moveTo>
                    <a:pt x="2776" y="1"/>
                  </a:moveTo>
                  <a:cubicBezTo>
                    <a:pt x="2046" y="1"/>
                    <a:pt x="1381" y="272"/>
                    <a:pt x="869" y="716"/>
                  </a:cubicBezTo>
                  <a:cubicBezTo>
                    <a:pt x="869" y="716"/>
                    <a:pt x="1" y="1577"/>
                    <a:pt x="1" y="2450"/>
                  </a:cubicBezTo>
                  <a:cubicBezTo>
                    <a:pt x="1" y="5173"/>
                    <a:pt x="1731" y="5712"/>
                    <a:pt x="3121" y="5712"/>
                  </a:cubicBezTo>
                  <a:cubicBezTo>
                    <a:pt x="4089" y="5712"/>
                    <a:pt x="4962" y="4807"/>
                    <a:pt x="4962" y="4807"/>
                  </a:cubicBezTo>
                  <a:cubicBezTo>
                    <a:pt x="5405" y="4296"/>
                    <a:pt x="5674" y="3630"/>
                    <a:pt x="5674" y="2901"/>
                  </a:cubicBezTo>
                  <a:cubicBezTo>
                    <a:pt x="5674" y="1300"/>
                    <a:pt x="4377" y="1"/>
                    <a:pt x="2776" y="1"/>
                  </a:cubicBezTo>
                  <a:close/>
                </a:path>
              </a:pathLst>
            </a:custGeom>
            <a:solidFill>
              <a:schemeClr val="lt1"/>
            </a:solidFill>
            <a:ln>
              <a:noFill/>
            </a:ln>
          </p:spPr>
          <p:txBody>
            <a:bodyPr anchorCtr="0" anchor="ctr" bIns="140000" lIns="140000" spcFirstLastPara="1" rIns="140000" wrap="square" tIns="140000">
              <a:noAutofit/>
            </a:bodyPr>
            <a:lstStyle/>
            <a:p>
              <a:pPr indent="0" lvl="0" marL="0" marR="0" rtl="0" algn="l">
                <a:lnSpc>
                  <a:spcPct val="100000"/>
                </a:lnSpc>
                <a:spcBef>
                  <a:spcPts val="0"/>
                </a:spcBef>
                <a:spcAft>
                  <a:spcPts val="0"/>
                </a:spcAft>
                <a:buClr>
                  <a:srgbClr val="000000"/>
                </a:buClr>
                <a:buSzPts val="2144"/>
                <a:buFont typeface="Arial"/>
                <a:buNone/>
              </a:pPr>
              <a:r>
                <a:t/>
              </a:r>
              <a:endParaRPr b="0" i="0" sz="2143" u="none" cap="none" strike="noStrike">
                <a:solidFill>
                  <a:srgbClr val="000000"/>
                </a:solidFill>
                <a:latin typeface="Arial"/>
                <a:ea typeface="Arial"/>
                <a:cs typeface="Arial"/>
                <a:sym typeface="Arial"/>
              </a:endParaRPr>
            </a:p>
          </p:txBody>
        </p:sp>
        <p:sp>
          <p:nvSpPr>
            <p:cNvPr id="1631" name="Google Shape;1631;p22"/>
            <p:cNvSpPr/>
            <p:nvPr/>
          </p:nvSpPr>
          <p:spPr>
            <a:xfrm>
              <a:off x="4742365" y="2957357"/>
              <a:ext cx="163311" cy="163311"/>
            </a:xfrm>
            <a:custGeom>
              <a:rect b="b" l="l" r="r" t="t"/>
              <a:pathLst>
                <a:path extrusionOk="0" h="5084" w="5084">
                  <a:moveTo>
                    <a:pt x="993" y="1"/>
                  </a:moveTo>
                  <a:cubicBezTo>
                    <a:pt x="385" y="532"/>
                    <a:pt x="0" y="1314"/>
                    <a:pt x="0" y="2185"/>
                  </a:cubicBezTo>
                  <a:cubicBezTo>
                    <a:pt x="0" y="3786"/>
                    <a:pt x="1297" y="5083"/>
                    <a:pt x="2900" y="5083"/>
                  </a:cubicBezTo>
                  <a:cubicBezTo>
                    <a:pt x="3772" y="5083"/>
                    <a:pt x="4553" y="4698"/>
                    <a:pt x="5083" y="4090"/>
                  </a:cubicBezTo>
                  <a:lnTo>
                    <a:pt x="5083" y="4090"/>
                  </a:lnTo>
                  <a:cubicBezTo>
                    <a:pt x="4574" y="4535"/>
                    <a:pt x="3908" y="4805"/>
                    <a:pt x="3178" y="4805"/>
                  </a:cubicBezTo>
                  <a:cubicBezTo>
                    <a:pt x="1577" y="4805"/>
                    <a:pt x="280" y="3507"/>
                    <a:pt x="280" y="1906"/>
                  </a:cubicBezTo>
                  <a:cubicBezTo>
                    <a:pt x="280" y="1176"/>
                    <a:pt x="549" y="510"/>
                    <a:pt x="993" y="1"/>
                  </a:cubicBezTo>
                  <a:close/>
                </a:path>
              </a:pathLst>
            </a:custGeom>
            <a:solidFill>
              <a:srgbClr val="000000">
                <a:alpha val="13330"/>
              </a:srgbClr>
            </a:solidFill>
            <a:ln>
              <a:noFill/>
            </a:ln>
          </p:spPr>
          <p:txBody>
            <a:bodyPr anchorCtr="0" anchor="ctr" bIns="140000" lIns="140000" spcFirstLastPara="1" rIns="140000" wrap="square" tIns="140000">
              <a:noAutofit/>
            </a:bodyPr>
            <a:lstStyle/>
            <a:p>
              <a:pPr indent="0" lvl="0" marL="0" marR="0" rtl="0" algn="l">
                <a:lnSpc>
                  <a:spcPct val="100000"/>
                </a:lnSpc>
                <a:spcBef>
                  <a:spcPts val="0"/>
                </a:spcBef>
                <a:spcAft>
                  <a:spcPts val="0"/>
                </a:spcAft>
                <a:buClr>
                  <a:srgbClr val="000000"/>
                </a:buClr>
                <a:buSzPts val="2144"/>
                <a:buFont typeface="Arial"/>
                <a:buNone/>
              </a:pPr>
              <a:r>
                <a:t/>
              </a:r>
              <a:endParaRPr b="0" i="0" sz="2143" u="none" cap="none" strike="noStrike">
                <a:solidFill>
                  <a:srgbClr val="000000"/>
                </a:solidFill>
                <a:latin typeface="Arial"/>
                <a:ea typeface="Arial"/>
                <a:cs typeface="Arial"/>
                <a:sym typeface="Arial"/>
              </a:endParaRPr>
            </a:p>
          </p:txBody>
        </p:sp>
        <p:sp>
          <p:nvSpPr>
            <p:cNvPr id="1632" name="Google Shape;1632;p22"/>
            <p:cNvSpPr/>
            <p:nvPr/>
          </p:nvSpPr>
          <p:spPr>
            <a:xfrm>
              <a:off x="4766779" y="2954626"/>
              <a:ext cx="141660" cy="142142"/>
            </a:xfrm>
            <a:custGeom>
              <a:rect b="b" l="l" r="r" t="t"/>
              <a:pathLst>
                <a:path extrusionOk="0" h="4425" w="4410">
                  <a:moveTo>
                    <a:pt x="2140" y="0"/>
                  </a:moveTo>
                  <a:cubicBezTo>
                    <a:pt x="1584" y="0"/>
                    <a:pt x="1073" y="200"/>
                    <a:pt x="679" y="532"/>
                  </a:cubicBezTo>
                  <a:cubicBezTo>
                    <a:pt x="679" y="532"/>
                    <a:pt x="0" y="1131"/>
                    <a:pt x="0" y="2272"/>
                  </a:cubicBezTo>
                  <a:cubicBezTo>
                    <a:pt x="0" y="3525"/>
                    <a:pt x="862" y="4424"/>
                    <a:pt x="2115" y="4424"/>
                  </a:cubicBezTo>
                  <a:cubicBezTo>
                    <a:pt x="3259" y="4424"/>
                    <a:pt x="3880" y="3732"/>
                    <a:pt x="3880" y="3732"/>
                  </a:cubicBezTo>
                  <a:cubicBezTo>
                    <a:pt x="4209" y="3337"/>
                    <a:pt x="4410" y="2828"/>
                    <a:pt x="4410" y="2272"/>
                  </a:cubicBezTo>
                  <a:cubicBezTo>
                    <a:pt x="4410" y="1018"/>
                    <a:pt x="3394" y="0"/>
                    <a:pt x="2140" y="0"/>
                  </a:cubicBezTo>
                  <a:close/>
                </a:path>
              </a:pathLst>
            </a:custGeom>
            <a:solidFill>
              <a:schemeClr val="accent3"/>
            </a:solidFill>
            <a:ln>
              <a:noFill/>
            </a:ln>
          </p:spPr>
          <p:txBody>
            <a:bodyPr anchorCtr="0" anchor="ctr" bIns="140000" lIns="140000" spcFirstLastPara="1" rIns="140000" wrap="square" tIns="140000">
              <a:noAutofit/>
            </a:bodyPr>
            <a:lstStyle/>
            <a:p>
              <a:pPr indent="0" lvl="0" marL="0" marR="0" rtl="0" algn="l">
                <a:lnSpc>
                  <a:spcPct val="100000"/>
                </a:lnSpc>
                <a:spcBef>
                  <a:spcPts val="0"/>
                </a:spcBef>
                <a:spcAft>
                  <a:spcPts val="0"/>
                </a:spcAft>
                <a:buClr>
                  <a:srgbClr val="000000"/>
                </a:buClr>
                <a:buSzPts val="2144"/>
                <a:buFont typeface="Arial"/>
                <a:buNone/>
              </a:pPr>
              <a:r>
                <a:t/>
              </a:r>
              <a:endParaRPr b="0" i="0" sz="2143" u="none" cap="none" strike="noStrike">
                <a:solidFill>
                  <a:srgbClr val="000000"/>
                </a:solidFill>
                <a:latin typeface="Arial"/>
                <a:ea typeface="Arial"/>
                <a:cs typeface="Arial"/>
                <a:sym typeface="Arial"/>
              </a:endParaRPr>
            </a:p>
          </p:txBody>
        </p:sp>
        <p:sp>
          <p:nvSpPr>
            <p:cNvPr id="1633" name="Google Shape;1633;p22"/>
            <p:cNvSpPr/>
            <p:nvPr/>
          </p:nvSpPr>
          <p:spPr>
            <a:xfrm>
              <a:off x="4762539" y="2971652"/>
              <a:ext cx="128843" cy="128843"/>
            </a:xfrm>
            <a:custGeom>
              <a:rect b="b" l="l" r="r" t="t"/>
              <a:pathLst>
                <a:path extrusionOk="0" h="4011" w="4011">
                  <a:moveTo>
                    <a:pt x="811" y="0"/>
                  </a:moveTo>
                  <a:lnTo>
                    <a:pt x="811" y="0"/>
                  </a:lnTo>
                  <a:cubicBezTo>
                    <a:pt x="315" y="417"/>
                    <a:pt x="1" y="1041"/>
                    <a:pt x="1" y="1740"/>
                  </a:cubicBezTo>
                  <a:cubicBezTo>
                    <a:pt x="1" y="2994"/>
                    <a:pt x="1017" y="4010"/>
                    <a:pt x="2271" y="4010"/>
                  </a:cubicBezTo>
                  <a:cubicBezTo>
                    <a:pt x="2970" y="4010"/>
                    <a:pt x="3594" y="3696"/>
                    <a:pt x="4011" y="3199"/>
                  </a:cubicBezTo>
                  <a:lnTo>
                    <a:pt x="4011" y="3199"/>
                  </a:lnTo>
                  <a:cubicBezTo>
                    <a:pt x="3615" y="3532"/>
                    <a:pt x="3106" y="3732"/>
                    <a:pt x="2550" y="3732"/>
                  </a:cubicBezTo>
                  <a:cubicBezTo>
                    <a:pt x="1296" y="3732"/>
                    <a:pt x="279" y="2714"/>
                    <a:pt x="279" y="1461"/>
                  </a:cubicBezTo>
                  <a:cubicBezTo>
                    <a:pt x="279" y="905"/>
                    <a:pt x="478" y="395"/>
                    <a:pt x="811" y="0"/>
                  </a:cubicBezTo>
                  <a:close/>
                </a:path>
              </a:pathLst>
            </a:custGeom>
            <a:solidFill>
              <a:srgbClr val="000000">
                <a:alpha val="13330"/>
              </a:srgbClr>
            </a:solidFill>
            <a:ln>
              <a:noFill/>
            </a:ln>
          </p:spPr>
          <p:txBody>
            <a:bodyPr anchorCtr="0" anchor="ctr" bIns="140000" lIns="140000" spcFirstLastPara="1" rIns="140000" wrap="square" tIns="140000">
              <a:noAutofit/>
            </a:bodyPr>
            <a:lstStyle/>
            <a:p>
              <a:pPr indent="0" lvl="0" marL="0" marR="0" rtl="0" algn="l">
                <a:lnSpc>
                  <a:spcPct val="100000"/>
                </a:lnSpc>
                <a:spcBef>
                  <a:spcPts val="0"/>
                </a:spcBef>
                <a:spcAft>
                  <a:spcPts val="0"/>
                </a:spcAft>
                <a:buClr>
                  <a:srgbClr val="000000"/>
                </a:buClr>
                <a:buSzPts val="2144"/>
                <a:buFont typeface="Arial"/>
                <a:buNone/>
              </a:pPr>
              <a:r>
                <a:t/>
              </a:r>
              <a:endParaRPr b="0" i="0" sz="2143" u="none" cap="none" strike="noStrike">
                <a:solidFill>
                  <a:srgbClr val="000000"/>
                </a:solidFill>
                <a:latin typeface="Arial"/>
                <a:ea typeface="Arial"/>
                <a:cs typeface="Arial"/>
                <a:sym typeface="Arial"/>
              </a:endParaRPr>
            </a:p>
          </p:txBody>
        </p:sp>
        <p:sp>
          <p:nvSpPr>
            <p:cNvPr id="1634" name="Google Shape;1634;p22"/>
            <p:cNvSpPr/>
            <p:nvPr/>
          </p:nvSpPr>
          <p:spPr>
            <a:xfrm>
              <a:off x="4830995" y="2976696"/>
              <a:ext cx="55476" cy="55379"/>
            </a:xfrm>
            <a:custGeom>
              <a:rect b="b" l="l" r="r" t="t"/>
              <a:pathLst>
                <a:path extrusionOk="0" h="1724" w="1727">
                  <a:moveTo>
                    <a:pt x="141" y="1"/>
                  </a:moveTo>
                  <a:cubicBezTo>
                    <a:pt x="64" y="1"/>
                    <a:pt x="1" y="65"/>
                    <a:pt x="1" y="140"/>
                  </a:cubicBezTo>
                  <a:cubicBezTo>
                    <a:pt x="1" y="217"/>
                    <a:pt x="63" y="280"/>
                    <a:pt x="141" y="280"/>
                  </a:cubicBezTo>
                  <a:cubicBezTo>
                    <a:pt x="859" y="280"/>
                    <a:pt x="1445" y="864"/>
                    <a:pt x="1445" y="1585"/>
                  </a:cubicBezTo>
                  <a:cubicBezTo>
                    <a:pt x="1445" y="1660"/>
                    <a:pt x="1506" y="1724"/>
                    <a:pt x="1584" y="1724"/>
                  </a:cubicBezTo>
                  <a:cubicBezTo>
                    <a:pt x="1663" y="1724"/>
                    <a:pt x="1726" y="1663"/>
                    <a:pt x="1726" y="1586"/>
                  </a:cubicBezTo>
                  <a:cubicBezTo>
                    <a:pt x="1726" y="712"/>
                    <a:pt x="1014" y="1"/>
                    <a:pt x="141" y="1"/>
                  </a:cubicBezTo>
                  <a:close/>
                </a:path>
              </a:pathLst>
            </a:custGeom>
            <a:solidFill>
              <a:srgbClr val="000000">
                <a:alpha val="13330"/>
              </a:srgbClr>
            </a:solidFill>
            <a:ln>
              <a:noFill/>
            </a:ln>
          </p:spPr>
          <p:txBody>
            <a:bodyPr anchorCtr="0" anchor="ctr" bIns="140000" lIns="140000" spcFirstLastPara="1" rIns="140000" wrap="square" tIns="140000">
              <a:noAutofit/>
            </a:bodyPr>
            <a:lstStyle/>
            <a:p>
              <a:pPr indent="0" lvl="0" marL="0" marR="0" rtl="0" algn="l">
                <a:lnSpc>
                  <a:spcPct val="100000"/>
                </a:lnSpc>
                <a:spcBef>
                  <a:spcPts val="0"/>
                </a:spcBef>
                <a:spcAft>
                  <a:spcPts val="0"/>
                </a:spcAft>
                <a:buClr>
                  <a:srgbClr val="000000"/>
                </a:buClr>
                <a:buSzPts val="2144"/>
                <a:buFont typeface="Arial"/>
                <a:buNone/>
              </a:pPr>
              <a:r>
                <a:t/>
              </a:r>
              <a:endParaRPr b="0" i="0" sz="2143" u="none" cap="none" strike="noStrike">
                <a:solidFill>
                  <a:srgbClr val="000000"/>
                </a:solidFill>
                <a:latin typeface="Arial"/>
                <a:ea typeface="Arial"/>
                <a:cs typeface="Arial"/>
                <a:sym typeface="Arial"/>
              </a:endParaRPr>
            </a:p>
          </p:txBody>
        </p:sp>
        <p:sp>
          <p:nvSpPr>
            <p:cNvPr id="1635" name="Google Shape;1635;p22"/>
            <p:cNvSpPr/>
            <p:nvPr/>
          </p:nvSpPr>
          <p:spPr>
            <a:xfrm>
              <a:off x="4784544" y="3023115"/>
              <a:ext cx="55443" cy="55411"/>
            </a:xfrm>
            <a:custGeom>
              <a:rect b="b" l="l" r="r" t="t"/>
              <a:pathLst>
                <a:path extrusionOk="0" h="1725" w="1726">
                  <a:moveTo>
                    <a:pt x="141" y="1"/>
                  </a:moveTo>
                  <a:cubicBezTo>
                    <a:pt x="64" y="1"/>
                    <a:pt x="0" y="61"/>
                    <a:pt x="0" y="140"/>
                  </a:cubicBezTo>
                  <a:cubicBezTo>
                    <a:pt x="0" y="1014"/>
                    <a:pt x="713" y="1725"/>
                    <a:pt x="1587" y="1725"/>
                  </a:cubicBezTo>
                  <a:cubicBezTo>
                    <a:pt x="1662" y="1725"/>
                    <a:pt x="1726" y="1661"/>
                    <a:pt x="1725" y="1583"/>
                  </a:cubicBezTo>
                  <a:cubicBezTo>
                    <a:pt x="1725" y="1508"/>
                    <a:pt x="1662" y="1444"/>
                    <a:pt x="1584" y="1444"/>
                  </a:cubicBezTo>
                  <a:cubicBezTo>
                    <a:pt x="866" y="1444"/>
                    <a:pt x="280" y="859"/>
                    <a:pt x="280" y="140"/>
                  </a:cubicBezTo>
                  <a:cubicBezTo>
                    <a:pt x="280" y="63"/>
                    <a:pt x="218" y="1"/>
                    <a:pt x="141" y="1"/>
                  </a:cubicBezTo>
                  <a:close/>
                </a:path>
              </a:pathLst>
            </a:custGeom>
            <a:solidFill>
              <a:srgbClr val="000000">
                <a:alpha val="13330"/>
              </a:srgbClr>
            </a:solidFill>
            <a:ln>
              <a:noFill/>
            </a:ln>
          </p:spPr>
          <p:txBody>
            <a:bodyPr anchorCtr="0" anchor="ctr" bIns="140000" lIns="140000" spcFirstLastPara="1" rIns="140000" wrap="square" tIns="140000">
              <a:noAutofit/>
            </a:bodyPr>
            <a:lstStyle/>
            <a:p>
              <a:pPr indent="0" lvl="0" marL="0" marR="0" rtl="0" algn="l">
                <a:lnSpc>
                  <a:spcPct val="100000"/>
                </a:lnSpc>
                <a:spcBef>
                  <a:spcPts val="0"/>
                </a:spcBef>
                <a:spcAft>
                  <a:spcPts val="0"/>
                </a:spcAft>
                <a:buClr>
                  <a:srgbClr val="000000"/>
                </a:buClr>
                <a:buSzPts val="2144"/>
                <a:buFont typeface="Arial"/>
                <a:buNone/>
              </a:pPr>
              <a:r>
                <a:t/>
              </a:r>
              <a:endParaRPr b="0" i="0" sz="2143" u="none" cap="none" strike="noStrike">
                <a:solidFill>
                  <a:srgbClr val="000000"/>
                </a:solidFill>
                <a:latin typeface="Arial"/>
                <a:ea typeface="Arial"/>
                <a:cs typeface="Arial"/>
                <a:sym typeface="Arial"/>
              </a:endParaRPr>
            </a:p>
          </p:txBody>
        </p:sp>
        <p:sp>
          <p:nvSpPr>
            <p:cNvPr id="1636" name="Google Shape;1636;p22"/>
            <p:cNvSpPr/>
            <p:nvPr/>
          </p:nvSpPr>
          <p:spPr>
            <a:xfrm>
              <a:off x="4819013" y="3009783"/>
              <a:ext cx="34243" cy="33921"/>
            </a:xfrm>
            <a:custGeom>
              <a:rect b="b" l="l" r="r" t="t"/>
              <a:pathLst>
                <a:path extrusionOk="0" h="1056" w="1066">
                  <a:moveTo>
                    <a:pt x="511" y="0"/>
                  </a:moveTo>
                  <a:cubicBezTo>
                    <a:pt x="432" y="0"/>
                    <a:pt x="353" y="19"/>
                    <a:pt x="285" y="49"/>
                  </a:cubicBezTo>
                  <a:cubicBezTo>
                    <a:pt x="285" y="49"/>
                    <a:pt x="0" y="239"/>
                    <a:pt x="0" y="543"/>
                  </a:cubicBezTo>
                  <a:cubicBezTo>
                    <a:pt x="0" y="848"/>
                    <a:pt x="211" y="1055"/>
                    <a:pt x="515" y="1055"/>
                  </a:cubicBezTo>
                  <a:cubicBezTo>
                    <a:pt x="833" y="1055"/>
                    <a:pt x="1016" y="780"/>
                    <a:pt x="1016" y="780"/>
                  </a:cubicBezTo>
                  <a:cubicBezTo>
                    <a:pt x="1050" y="710"/>
                    <a:pt x="1066" y="634"/>
                    <a:pt x="1066" y="555"/>
                  </a:cubicBezTo>
                  <a:cubicBezTo>
                    <a:pt x="1066" y="249"/>
                    <a:pt x="817" y="0"/>
                    <a:pt x="511" y="0"/>
                  </a:cubicBezTo>
                  <a:close/>
                </a:path>
              </a:pathLst>
            </a:custGeom>
            <a:solidFill>
              <a:schemeClr val="lt1"/>
            </a:solidFill>
            <a:ln>
              <a:noFill/>
            </a:ln>
          </p:spPr>
          <p:txBody>
            <a:bodyPr anchorCtr="0" anchor="ctr" bIns="140000" lIns="140000" spcFirstLastPara="1" rIns="140000" wrap="square" tIns="140000">
              <a:noAutofit/>
            </a:bodyPr>
            <a:lstStyle/>
            <a:p>
              <a:pPr indent="0" lvl="0" marL="0" marR="0" rtl="0" algn="l">
                <a:lnSpc>
                  <a:spcPct val="100000"/>
                </a:lnSpc>
                <a:spcBef>
                  <a:spcPts val="0"/>
                </a:spcBef>
                <a:spcAft>
                  <a:spcPts val="0"/>
                </a:spcAft>
                <a:buClr>
                  <a:srgbClr val="000000"/>
                </a:buClr>
                <a:buSzPts val="2144"/>
                <a:buFont typeface="Arial"/>
                <a:buNone/>
              </a:pPr>
              <a:r>
                <a:t/>
              </a:r>
              <a:endParaRPr b="0" i="0" sz="2143" u="none" cap="none" strike="noStrike">
                <a:solidFill>
                  <a:srgbClr val="000000"/>
                </a:solidFill>
                <a:latin typeface="Arial"/>
                <a:ea typeface="Arial"/>
                <a:cs typeface="Arial"/>
                <a:sym typeface="Arial"/>
              </a:endParaRPr>
            </a:p>
          </p:txBody>
        </p:sp>
        <p:sp>
          <p:nvSpPr>
            <p:cNvPr id="1637" name="Google Shape;1637;p22"/>
            <p:cNvSpPr/>
            <p:nvPr/>
          </p:nvSpPr>
          <p:spPr>
            <a:xfrm>
              <a:off x="4817696" y="3011293"/>
              <a:ext cx="34018" cy="34050"/>
            </a:xfrm>
            <a:custGeom>
              <a:rect b="b" l="l" r="r" t="t"/>
              <a:pathLst>
                <a:path extrusionOk="0" h="1060" w="1059">
                  <a:moveTo>
                    <a:pt x="328" y="1"/>
                  </a:moveTo>
                  <a:lnTo>
                    <a:pt x="328" y="1"/>
                  </a:lnTo>
                  <a:cubicBezTo>
                    <a:pt x="134" y="88"/>
                    <a:pt x="1" y="282"/>
                    <a:pt x="1" y="505"/>
                  </a:cubicBezTo>
                  <a:cubicBezTo>
                    <a:pt x="1" y="812"/>
                    <a:pt x="248" y="1059"/>
                    <a:pt x="555" y="1059"/>
                  </a:cubicBezTo>
                  <a:cubicBezTo>
                    <a:pt x="778" y="1059"/>
                    <a:pt x="975" y="926"/>
                    <a:pt x="1059" y="732"/>
                  </a:cubicBezTo>
                  <a:lnTo>
                    <a:pt x="1059" y="732"/>
                  </a:lnTo>
                  <a:cubicBezTo>
                    <a:pt x="991" y="764"/>
                    <a:pt x="914" y="781"/>
                    <a:pt x="833" y="781"/>
                  </a:cubicBezTo>
                  <a:cubicBezTo>
                    <a:pt x="528" y="781"/>
                    <a:pt x="279" y="532"/>
                    <a:pt x="279" y="227"/>
                  </a:cubicBezTo>
                  <a:cubicBezTo>
                    <a:pt x="279" y="147"/>
                    <a:pt x="297" y="69"/>
                    <a:pt x="328" y="1"/>
                  </a:cubicBezTo>
                  <a:close/>
                </a:path>
              </a:pathLst>
            </a:custGeom>
            <a:solidFill>
              <a:srgbClr val="000000">
                <a:alpha val="13330"/>
              </a:srgbClr>
            </a:solidFill>
            <a:ln>
              <a:noFill/>
            </a:ln>
          </p:spPr>
          <p:txBody>
            <a:bodyPr anchorCtr="0" anchor="ctr" bIns="140000" lIns="140000" spcFirstLastPara="1" rIns="140000" wrap="square" tIns="140000">
              <a:noAutofit/>
            </a:bodyPr>
            <a:lstStyle/>
            <a:p>
              <a:pPr indent="0" lvl="0" marL="0" marR="0" rtl="0" algn="l">
                <a:lnSpc>
                  <a:spcPct val="100000"/>
                </a:lnSpc>
                <a:spcBef>
                  <a:spcPts val="0"/>
                </a:spcBef>
                <a:spcAft>
                  <a:spcPts val="0"/>
                </a:spcAft>
                <a:buClr>
                  <a:srgbClr val="000000"/>
                </a:buClr>
                <a:buSzPts val="2144"/>
                <a:buFont typeface="Arial"/>
                <a:buNone/>
              </a:pPr>
              <a:r>
                <a:t/>
              </a:r>
              <a:endParaRPr b="0" i="0" sz="2143" u="none" cap="none" strike="noStrike">
                <a:solidFill>
                  <a:srgbClr val="000000"/>
                </a:solidFill>
                <a:latin typeface="Arial"/>
                <a:ea typeface="Arial"/>
                <a:cs typeface="Arial"/>
                <a:sym typeface="Arial"/>
              </a:endParaRPr>
            </a:p>
          </p:txBody>
        </p:sp>
        <p:sp>
          <p:nvSpPr>
            <p:cNvPr id="1638" name="Google Shape;1638;p22"/>
            <p:cNvSpPr/>
            <p:nvPr/>
          </p:nvSpPr>
          <p:spPr>
            <a:xfrm>
              <a:off x="4991102" y="3041361"/>
              <a:ext cx="26405" cy="21169"/>
            </a:xfrm>
            <a:custGeom>
              <a:rect b="b" l="l" r="r" t="t"/>
              <a:pathLst>
                <a:path extrusionOk="0" h="659" w="822">
                  <a:moveTo>
                    <a:pt x="263" y="0"/>
                  </a:moveTo>
                  <a:lnTo>
                    <a:pt x="169" y="19"/>
                  </a:lnTo>
                  <a:cubicBezTo>
                    <a:pt x="76" y="19"/>
                    <a:pt x="1" y="94"/>
                    <a:pt x="1" y="187"/>
                  </a:cubicBezTo>
                  <a:lnTo>
                    <a:pt x="1" y="659"/>
                  </a:lnTo>
                  <a:lnTo>
                    <a:pt x="804" y="659"/>
                  </a:lnTo>
                  <a:lnTo>
                    <a:pt x="822" y="398"/>
                  </a:lnTo>
                  <a:lnTo>
                    <a:pt x="822" y="168"/>
                  </a:lnTo>
                  <a:cubicBezTo>
                    <a:pt x="822" y="77"/>
                    <a:pt x="746" y="0"/>
                    <a:pt x="654" y="0"/>
                  </a:cubicBezTo>
                  <a:close/>
                </a:path>
              </a:pathLst>
            </a:custGeom>
            <a:solidFill>
              <a:schemeClr val="lt1"/>
            </a:solidFill>
            <a:ln>
              <a:noFill/>
            </a:ln>
          </p:spPr>
          <p:txBody>
            <a:bodyPr anchorCtr="0" anchor="ctr" bIns="140000" lIns="140000" spcFirstLastPara="1" rIns="140000" wrap="square" tIns="140000">
              <a:noAutofit/>
            </a:bodyPr>
            <a:lstStyle/>
            <a:p>
              <a:pPr indent="0" lvl="0" marL="0" marR="0" rtl="0" algn="l">
                <a:lnSpc>
                  <a:spcPct val="100000"/>
                </a:lnSpc>
                <a:spcBef>
                  <a:spcPts val="0"/>
                </a:spcBef>
                <a:spcAft>
                  <a:spcPts val="0"/>
                </a:spcAft>
                <a:buClr>
                  <a:srgbClr val="000000"/>
                </a:buClr>
                <a:buSzPts val="2144"/>
                <a:buFont typeface="Arial"/>
                <a:buNone/>
              </a:pPr>
              <a:r>
                <a:t/>
              </a:r>
              <a:endParaRPr b="0" i="0" sz="2143" u="none" cap="none" strike="noStrike">
                <a:solidFill>
                  <a:srgbClr val="000000"/>
                </a:solidFill>
                <a:latin typeface="Arial"/>
                <a:ea typeface="Arial"/>
                <a:cs typeface="Arial"/>
                <a:sym typeface="Arial"/>
              </a:endParaRPr>
            </a:p>
          </p:txBody>
        </p:sp>
        <p:sp>
          <p:nvSpPr>
            <p:cNvPr id="1639" name="Google Shape;1639;p22"/>
            <p:cNvSpPr/>
            <p:nvPr/>
          </p:nvSpPr>
          <p:spPr>
            <a:xfrm>
              <a:off x="4990588" y="3041361"/>
              <a:ext cx="27015" cy="22100"/>
            </a:xfrm>
            <a:custGeom>
              <a:rect b="b" l="l" r="r" t="t"/>
              <a:pathLst>
                <a:path extrusionOk="0" h="688" w="841">
                  <a:moveTo>
                    <a:pt x="169" y="0"/>
                  </a:moveTo>
                  <a:cubicBezTo>
                    <a:pt x="76" y="0"/>
                    <a:pt x="1" y="75"/>
                    <a:pt x="1" y="168"/>
                  </a:cubicBezTo>
                  <a:lnTo>
                    <a:pt x="1" y="688"/>
                  </a:lnTo>
                  <a:lnTo>
                    <a:pt x="841" y="688"/>
                  </a:lnTo>
                  <a:lnTo>
                    <a:pt x="841" y="398"/>
                  </a:lnTo>
                  <a:cubicBezTo>
                    <a:pt x="838" y="397"/>
                    <a:pt x="651" y="326"/>
                    <a:pt x="434" y="326"/>
                  </a:cubicBezTo>
                  <a:cubicBezTo>
                    <a:pt x="429" y="326"/>
                    <a:pt x="425" y="326"/>
                    <a:pt x="421" y="326"/>
                  </a:cubicBezTo>
                  <a:cubicBezTo>
                    <a:pt x="393" y="326"/>
                    <a:pt x="366" y="327"/>
                    <a:pt x="341" y="330"/>
                  </a:cubicBezTo>
                  <a:cubicBezTo>
                    <a:pt x="340" y="330"/>
                    <a:pt x="339" y="330"/>
                    <a:pt x="338" y="330"/>
                  </a:cubicBezTo>
                  <a:cubicBezTo>
                    <a:pt x="306" y="330"/>
                    <a:pt x="280" y="305"/>
                    <a:pt x="280" y="274"/>
                  </a:cubicBezTo>
                  <a:lnTo>
                    <a:pt x="280" y="0"/>
                  </a:lnTo>
                  <a:close/>
                </a:path>
              </a:pathLst>
            </a:custGeom>
            <a:solidFill>
              <a:srgbClr val="EAE2DF"/>
            </a:solidFill>
            <a:ln>
              <a:noFill/>
            </a:ln>
          </p:spPr>
          <p:txBody>
            <a:bodyPr anchorCtr="0" anchor="ctr" bIns="140000" lIns="140000" spcFirstLastPara="1" rIns="140000" wrap="square" tIns="140000">
              <a:noAutofit/>
            </a:bodyPr>
            <a:lstStyle/>
            <a:p>
              <a:pPr indent="0" lvl="0" marL="0" marR="0" rtl="0" algn="l">
                <a:lnSpc>
                  <a:spcPct val="100000"/>
                </a:lnSpc>
                <a:spcBef>
                  <a:spcPts val="0"/>
                </a:spcBef>
                <a:spcAft>
                  <a:spcPts val="0"/>
                </a:spcAft>
                <a:buClr>
                  <a:srgbClr val="000000"/>
                </a:buClr>
                <a:buSzPts val="2144"/>
                <a:buFont typeface="Arial"/>
                <a:buNone/>
              </a:pPr>
              <a:r>
                <a:t/>
              </a:r>
              <a:endParaRPr b="0" i="0" sz="2143" u="none" cap="none" strike="noStrike">
                <a:solidFill>
                  <a:srgbClr val="000000"/>
                </a:solidFill>
                <a:latin typeface="Arial"/>
                <a:ea typeface="Arial"/>
                <a:cs typeface="Arial"/>
                <a:sym typeface="Arial"/>
              </a:endParaRPr>
            </a:p>
          </p:txBody>
        </p:sp>
        <p:sp>
          <p:nvSpPr>
            <p:cNvPr id="1640" name="Google Shape;1640;p22"/>
            <p:cNvSpPr/>
            <p:nvPr/>
          </p:nvSpPr>
          <p:spPr>
            <a:xfrm>
              <a:off x="4970703" y="3060828"/>
              <a:ext cx="69256" cy="69609"/>
            </a:xfrm>
            <a:custGeom>
              <a:rect b="b" l="l" r="r" t="t"/>
              <a:pathLst>
                <a:path extrusionOk="0" h="2167" w="2156">
                  <a:moveTo>
                    <a:pt x="1040" y="513"/>
                  </a:moveTo>
                  <a:cubicBezTo>
                    <a:pt x="1374" y="513"/>
                    <a:pt x="1645" y="784"/>
                    <a:pt x="1645" y="1118"/>
                  </a:cubicBezTo>
                  <a:cubicBezTo>
                    <a:pt x="1645" y="1454"/>
                    <a:pt x="1371" y="1725"/>
                    <a:pt x="1040" y="1725"/>
                  </a:cubicBezTo>
                  <a:cubicBezTo>
                    <a:pt x="704" y="1725"/>
                    <a:pt x="433" y="1454"/>
                    <a:pt x="433" y="1118"/>
                  </a:cubicBezTo>
                  <a:cubicBezTo>
                    <a:pt x="433" y="784"/>
                    <a:pt x="704" y="513"/>
                    <a:pt x="1040" y="513"/>
                  </a:cubicBezTo>
                  <a:close/>
                  <a:moveTo>
                    <a:pt x="1040" y="1"/>
                  </a:moveTo>
                  <a:cubicBezTo>
                    <a:pt x="891" y="1"/>
                    <a:pt x="750" y="30"/>
                    <a:pt x="618" y="82"/>
                  </a:cubicBezTo>
                  <a:cubicBezTo>
                    <a:pt x="520" y="122"/>
                    <a:pt x="429" y="176"/>
                    <a:pt x="346" y="241"/>
                  </a:cubicBezTo>
                  <a:cubicBezTo>
                    <a:pt x="346" y="241"/>
                    <a:pt x="0" y="552"/>
                    <a:pt x="0" y="1034"/>
                  </a:cubicBezTo>
                  <a:cubicBezTo>
                    <a:pt x="0" y="1651"/>
                    <a:pt x="420" y="2166"/>
                    <a:pt x="1037" y="2166"/>
                  </a:cubicBezTo>
                  <a:cubicBezTo>
                    <a:pt x="1599" y="2166"/>
                    <a:pt x="1914" y="1812"/>
                    <a:pt x="1914" y="1812"/>
                  </a:cubicBezTo>
                  <a:cubicBezTo>
                    <a:pt x="2065" y="1622"/>
                    <a:pt x="2156" y="1382"/>
                    <a:pt x="2156" y="1121"/>
                  </a:cubicBezTo>
                  <a:cubicBezTo>
                    <a:pt x="2156" y="652"/>
                    <a:pt x="1866" y="250"/>
                    <a:pt x="1457" y="83"/>
                  </a:cubicBezTo>
                  <a:cubicBezTo>
                    <a:pt x="1329" y="30"/>
                    <a:pt x="1187" y="1"/>
                    <a:pt x="1040" y="1"/>
                  </a:cubicBezTo>
                  <a:close/>
                </a:path>
              </a:pathLst>
            </a:custGeom>
            <a:solidFill>
              <a:schemeClr val="accent3"/>
            </a:solidFill>
            <a:ln>
              <a:noFill/>
            </a:ln>
          </p:spPr>
          <p:txBody>
            <a:bodyPr anchorCtr="0" anchor="ctr" bIns="140000" lIns="140000" spcFirstLastPara="1" rIns="140000" wrap="square" tIns="140000">
              <a:noAutofit/>
            </a:bodyPr>
            <a:lstStyle/>
            <a:p>
              <a:pPr indent="0" lvl="0" marL="0" marR="0" rtl="0" algn="l">
                <a:lnSpc>
                  <a:spcPct val="100000"/>
                </a:lnSpc>
                <a:spcBef>
                  <a:spcPts val="0"/>
                </a:spcBef>
                <a:spcAft>
                  <a:spcPts val="0"/>
                </a:spcAft>
                <a:buClr>
                  <a:srgbClr val="000000"/>
                </a:buClr>
                <a:buSzPts val="2144"/>
                <a:buFont typeface="Arial"/>
                <a:buNone/>
              </a:pPr>
              <a:r>
                <a:t/>
              </a:r>
              <a:endParaRPr b="0" i="0" sz="2143" u="none" cap="none" strike="noStrike">
                <a:solidFill>
                  <a:srgbClr val="000000"/>
                </a:solidFill>
                <a:latin typeface="Arial"/>
                <a:ea typeface="Arial"/>
                <a:cs typeface="Arial"/>
                <a:sym typeface="Arial"/>
              </a:endParaRPr>
            </a:p>
          </p:txBody>
        </p:sp>
        <p:sp>
          <p:nvSpPr>
            <p:cNvPr id="1641" name="Google Shape;1641;p22"/>
            <p:cNvSpPr/>
            <p:nvPr/>
          </p:nvSpPr>
          <p:spPr>
            <a:xfrm>
              <a:off x="4972020" y="3068113"/>
              <a:ext cx="64149" cy="64181"/>
            </a:xfrm>
            <a:custGeom>
              <a:rect b="b" l="l" r="r" t="t"/>
              <a:pathLst>
                <a:path extrusionOk="0" h="1998" w="1997">
                  <a:moveTo>
                    <a:pt x="428" y="1"/>
                  </a:moveTo>
                  <a:cubicBezTo>
                    <a:pt x="169" y="205"/>
                    <a:pt x="1" y="524"/>
                    <a:pt x="1" y="878"/>
                  </a:cubicBezTo>
                  <a:cubicBezTo>
                    <a:pt x="1" y="1496"/>
                    <a:pt x="502" y="1997"/>
                    <a:pt x="1120" y="1997"/>
                  </a:cubicBezTo>
                  <a:cubicBezTo>
                    <a:pt x="1476" y="1997"/>
                    <a:pt x="1793" y="1831"/>
                    <a:pt x="1997" y="1570"/>
                  </a:cubicBezTo>
                  <a:lnTo>
                    <a:pt x="1997" y="1570"/>
                  </a:lnTo>
                  <a:cubicBezTo>
                    <a:pt x="1807" y="1721"/>
                    <a:pt x="1566" y="1811"/>
                    <a:pt x="1305" y="1811"/>
                  </a:cubicBezTo>
                  <a:cubicBezTo>
                    <a:pt x="688" y="1811"/>
                    <a:pt x="187" y="1310"/>
                    <a:pt x="187" y="693"/>
                  </a:cubicBezTo>
                  <a:cubicBezTo>
                    <a:pt x="187" y="432"/>
                    <a:pt x="277" y="191"/>
                    <a:pt x="428" y="1"/>
                  </a:cubicBezTo>
                  <a:close/>
                </a:path>
              </a:pathLst>
            </a:custGeom>
            <a:solidFill>
              <a:srgbClr val="000000">
                <a:alpha val="13330"/>
              </a:srgbClr>
            </a:solidFill>
            <a:ln>
              <a:noFill/>
            </a:ln>
          </p:spPr>
          <p:txBody>
            <a:bodyPr anchorCtr="0" anchor="ctr" bIns="140000" lIns="140000" spcFirstLastPara="1" rIns="140000" wrap="square" tIns="140000">
              <a:noAutofit/>
            </a:bodyPr>
            <a:lstStyle/>
            <a:p>
              <a:pPr indent="0" lvl="0" marL="0" marR="0" rtl="0" algn="l">
                <a:lnSpc>
                  <a:spcPct val="100000"/>
                </a:lnSpc>
                <a:spcBef>
                  <a:spcPts val="0"/>
                </a:spcBef>
                <a:spcAft>
                  <a:spcPts val="0"/>
                </a:spcAft>
                <a:buClr>
                  <a:srgbClr val="000000"/>
                </a:buClr>
                <a:buSzPts val="2144"/>
                <a:buFont typeface="Arial"/>
                <a:buNone/>
              </a:pPr>
              <a:r>
                <a:t/>
              </a:r>
              <a:endParaRPr b="0" i="0" sz="2143" u="none" cap="none" strike="noStrike">
                <a:solidFill>
                  <a:srgbClr val="000000"/>
                </a:solidFill>
                <a:latin typeface="Arial"/>
                <a:ea typeface="Arial"/>
                <a:cs typeface="Arial"/>
                <a:sym typeface="Arial"/>
              </a:endParaRPr>
            </a:p>
          </p:txBody>
        </p:sp>
      </p:grpSp>
      <p:sp>
        <p:nvSpPr>
          <p:cNvPr id="1642" name="Google Shape;1642;p22"/>
          <p:cNvSpPr/>
          <p:nvPr/>
        </p:nvSpPr>
        <p:spPr>
          <a:xfrm>
            <a:off x="2201075" y="1746288"/>
            <a:ext cx="3001200" cy="921900"/>
          </a:xfrm>
          <a:prstGeom prst="rect">
            <a:avLst/>
          </a:prstGeom>
          <a:solidFill>
            <a:srgbClr val="7C7C7C">
              <a:alpha val="14120"/>
            </a:srgbClr>
          </a:solidFill>
          <a:ln>
            <a:noFill/>
          </a:ln>
        </p:spPr>
        <p:txBody>
          <a:bodyPr anchorCtr="0" anchor="ctr" bIns="80550" lIns="80550" spcFirstLastPara="1" rIns="80550" wrap="square" tIns="80550">
            <a:noAutofit/>
          </a:bodyPr>
          <a:lstStyle/>
          <a:p>
            <a:pPr indent="0" lvl="0" marL="0" marR="0" rtl="0" algn="l">
              <a:lnSpc>
                <a:spcPct val="100000"/>
              </a:lnSpc>
              <a:spcBef>
                <a:spcPts val="0"/>
              </a:spcBef>
              <a:spcAft>
                <a:spcPts val="0"/>
              </a:spcAft>
              <a:buClr>
                <a:srgbClr val="000000"/>
              </a:buClr>
              <a:buSzPts val="1233"/>
              <a:buFont typeface="Arial"/>
              <a:buNone/>
            </a:pPr>
            <a:r>
              <a:t/>
            </a:r>
            <a:endParaRPr b="0" i="0" sz="1233" u="none" cap="none" strike="noStrike">
              <a:solidFill>
                <a:srgbClr val="000000"/>
              </a:solidFill>
              <a:latin typeface="Arial"/>
              <a:ea typeface="Arial"/>
              <a:cs typeface="Arial"/>
              <a:sym typeface="Arial"/>
            </a:endParaRPr>
          </a:p>
        </p:txBody>
      </p:sp>
      <p:grpSp>
        <p:nvGrpSpPr>
          <p:cNvPr id="1643" name="Google Shape;1643;p22"/>
          <p:cNvGrpSpPr/>
          <p:nvPr/>
        </p:nvGrpSpPr>
        <p:grpSpPr>
          <a:xfrm>
            <a:off x="2201094" y="1746311"/>
            <a:ext cx="3001391" cy="192146"/>
            <a:chOff x="1290775" y="1427525"/>
            <a:chExt cx="3406800" cy="218100"/>
          </a:xfrm>
        </p:grpSpPr>
        <p:sp>
          <p:nvSpPr>
            <p:cNvPr id="1644" name="Google Shape;1644;p22"/>
            <p:cNvSpPr/>
            <p:nvPr/>
          </p:nvSpPr>
          <p:spPr>
            <a:xfrm>
              <a:off x="1290775" y="1427525"/>
              <a:ext cx="3406800" cy="218100"/>
            </a:xfrm>
            <a:prstGeom prst="rect">
              <a:avLst/>
            </a:prstGeom>
            <a:solidFill>
              <a:schemeClr val="dk2"/>
            </a:solidFill>
            <a:ln cap="flat" cmpd="sng" w="8400">
              <a:solidFill>
                <a:schemeClr val="dk2"/>
              </a:solidFill>
              <a:prstDash val="solid"/>
              <a:round/>
              <a:headEnd len="sm" w="sm" type="none"/>
              <a:tailEnd len="sm" w="sm" type="none"/>
            </a:ln>
          </p:spPr>
          <p:txBody>
            <a:bodyPr anchorCtr="0" anchor="ctr" bIns="80550" lIns="80550" spcFirstLastPara="1" rIns="80550" wrap="square" tIns="80550">
              <a:noAutofit/>
            </a:bodyPr>
            <a:lstStyle/>
            <a:p>
              <a:pPr indent="0" lvl="0" marL="0" marR="0" rtl="0" algn="l">
                <a:lnSpc>
                  <a:spcPct val="100000"/>
                </a:lnSpc>
                <a:spcBef>
                  <a:spcPts val="0"/>
                </a:spcBef>
                <a:spcAft>
                  <a:spcPts val="0"/>
                </a:spcAft>
                <a:buClr>
                  <a:srgbClr val="000000"/>
                </a:buClr>
                <a:buSzPts val="1233"/>
                <a:buFont typeface="Arial"/>
                <a:buNone/>
              </a:pPr>
              <a:r>
                <a:t/>
              </a:r>
              <a:endParaRPr b="0" i="0" sz="1233" u="none" cap="none" strike="noStrike">
                <a:solidFill>
                  <a:srgbClr val="000000"/>
                </a:solidFill>
                <a:latin typeface="Arial"/>
                <a:ea typeface="Arial"/>
                <a:cs typeface="Arial"/>
                <a:sym typeface="Arial"/>
              </a:endParaRPr>
            </a:p>
          </p:txBody>
        </p:sp>
        <p:sp>
          <p:nvSpPr>
            <p:cNvPr id="1645" name="Google Shape;1645;p22"/>
            <p:cNvSpPr/>
            <p:nvPr/>
          </p:nvSpPr>
          <p:spPr>
            <a:xfrm>
              <a:off x="1405200" y="1486450"/>
              <a:ext cx="100200" cy="100200"/>
            </a:xfrm>
            <a:prstGeom prst="ellipse">
              <a:avLst/>
            </a:prstGeom>
            <a:solidFill>
              <a:schemeClr val="accent6"/>
            </a:solidFill>
            <a:ln>
              <a:noFill/>
            </a:ln>
          </p:spPr>
          <p:txBody>
            <a:bodyPr anchorCtr="0" anchor="ctr" bIns="80550" lIns="80550" spcFirstLastPara="1" rIns="80550" wrap="square" tIns="80550">
              <a:noAutofit/>
            </a:bodyPr>
            <a:lstStyle/>
            <a:p>
              <a:pPr indent="0" lvl="0" marL="0" marR="0" rtl="0" algn="l">
                <a:lnSpc>
                  <a:spcPct val="100000"/>
                </a:lnSpc>
                <a:spcBef>
                  <a:spcPts val="0"/>
                </a:spcBef>
                <a:spcAft>
                  <a:spcPts val="0"/>
                </a:spcAft>
                <a:buClr>
                  <a:srgbClr val="000000"/>
                </a:buClr>
                <a:buSzPts val="1233"/>
                <a:buFont typeface="Arial"/>
                <a:buNone/>
              </a:pPr>
              <a:r>
                <a:t/>
              </a:r>
              <a:endParaRPr b="0" i="0" sz="1233" u="none" cap="none" strike="noStrike">
                <a:solidFill>
                  <a:srgbClr val="000000"/>
                </a:solidFill>
                <a:latin typeface="Arial"/>
                <a:ea typeface="Arial"/>
                <a:cs typeface="Arial"/>
                <a:sym typeface="Arial"/>
              </a:endParaRPr>
            </a:p>
          </p:txBody>
        </p:sp>
        <p:sp>
          <p:nvSpPr>
            <p:cNvPr id="1646" name="Google Shape;1646;p22"/>
            <p:cNvSpPr/>
            <p:nvPr/>
          </p:nvSpPr>
          <p:spPr>
            <a:xfrm>
              <a:off x="1588650" y="1486450"/>
              <a:ext cx="100200" cy="100200"/>
            </a:xfrm>
            <a:prstGeom prst="ellipse">
              <a:avLst/>
            </a:prstGeom>
            <a:solidFill>
              <a:schemeClr val="accent6"/>
            </a:solidFill>
            <a:ln>
              <a:noFill/>
            </a:ln>
          </p:spPr>
          <p:txBody>
            <a:bodyPr anchorCtr="0" anchor="ctr" bIns="80550" lIns="80550" spcFirstLastPara="1" rIns="80550" wrap="square" tIns="80550">
              <a:noAutofit/>
            </a:bodyPr>
            <a:lstStyle/>
            <a:p>
              <a:pPr indent="0" lvl="0" marL="0" marR="0" rtl="0" algn="l">
                <a:lnSpc>
                  <a:spcPct val="100000"/>
                </a:lnSpc>
                <a:spcBef>
                  <a:spcPts val="0"/>
                </a:spcBef>
                <a:spcAft>
                  <a:spcPts val="0"/>
                </a:spcAft>
                <a:buClr>
                  <a:srgbClr val="000000"/>
                </a:buClr>
                <a:buSzPts val="1233"/>
                <a:buFont typeface="Arial"/>
                <a:buNone/>
              </a:pPr>
              <a:r>
                <a:t/>
              </a:r>
              <a:endParaRPr b="0" i="0" sz="1233" u="none" cap="none" strike="noStrike">
                <a:solidFill>
                  <a:srgbClr val="000000"/>
                </a:solidFill>
                <a:latin typeface="Arial"/>
                <a:ea typeface="Arial"/>
                <a:cs typeface="Arial"/>
                <a:sym typeface="Arial"/>
              </a:endParaRPr>
            </a:p>
          </p:txBody>
        </p:sp>
        <p:sp>
          <p:nvSpPr>
            <p:cNvPr id="1647" name="Google Shape;1647;p22"/>
            <p:cNvSpPr/>
            <p:nvPr/>
          </p:nvSpPr>
          <p:spPr>
            <a:xfrm>
              <a:off x="1772100" y="1486450"/>
              <a:ext cx="100200" cy="100200"/>
            </a:xfrm>
            <a:prstGeom prst="ellipse">
              <a:avLst/>
            </a:prstGeom>
            <a:solidFill>
              <a:schemeClr val="accent6"/>
            </a:solidFill>
            <a:ln>
              <a:noFill/>
            </a:ln>
          </p:spPr>
          <p:txBody>
            <a:bodyPr anchorCtr="0" anchor="ctr" bIns="80550" lIns="80550" spcFirstLastPara="1" rIns="80550" wrap="square" tIns="80550">
              <a:noAutofit/>
            </a:bodyPr>
            <a:lstStyle/>
            <a:p>
              <a:pPr indent="0" lvl="0" marL="0" marR="0" rtl="0" algn="l">
                <a:lnSpc>
                  <a:spcPct val="100000"/>
                </a:lnSpc>
                <a:spcBef>
                  <a:spcPts val="0"/>
                </a:spcBef>
                <a:spcAft>
                  <a:spcPts val="0"/>
                </a:spcAft>
                <a:buClr>
                  <a:srgbClr val="000000"/>
                </a:buClr>
                <a:buSzPts val="1233"/>
                <a:buFont typeface="Arial"/>
                <a:buNone/>
              </a:pPr>
              <a:r>
                <a:t/>
              </a:r>
              <a:endParaRPr b="0" i="0" sz="1233" u="none" cap="none" strike="noStrike">
                <a:solidFill>
                  <a:srgbClr val="000000"/>
                </a:solidFill>
                <a:latin typeface="Arial"/>
                <a:ea typeface="Arial"/>
                <a:cs typeface="Arial"/>
                <a:sym typeface="Arial"/>
              </a:endParaRPr>
            </a:p>
          </p:txBody>
        </p:sp>
      </p:grpSp>
      <p:sp>
        <p:nvSpPr>
          <p:cNvPr id="1648" name="Google Shape;1648;p22"/>
          <p:cNvSpPr txBox="1"/>
          <p:nvPr>
            <p:ph type="title"/>
          </p:nvPr>
        </p:nvSpPr>
        <p:spPr>
          <a:xfrm>
            <a:off x="2201075" y="1938430"/>
            <a:ext cx="3001200" cy="729600"/>
          </a:xfrm>
          <a:prstGeom prst="rect">
            <a:avLst/>
          </a:prstGeom>
          <a:noFill/>
          <a:ln cap="flat" cmpd="sng" w="8400">
            <a:solidFill>
              <a:schemeClr val="dk2"/>
            </a:solidFill>
            <a:prstDash val="solid"/>
            <a:round/>
            <a:headEnd len="sm" w="sm" type="none"/>
            <a:tailEnd len="sm" w="sm" type="none"/>
          </a:ln>
        </p:spPr>
        <p:txBody>
          <a:bodyPr anchorCtr="0" anchor="ctr" bIns="80550" lIns="80550" spcFirstLastPara="1" rIns="80550" wrap="square" tIns="80550">
            <a:noAutofit/>
          </a:bodyPr>
          <a:lstStyle/>
          <a:p>
            <a:pPr indent="0" lvl="0" marL="0" rtl="0" algn="ctr">
              <a:lnSpc>
                <a:spcPct val="100000"/>
              </a:lnSpc>
              <a:spcBef>
                <a:spcPts val="0"/>
              </a:spcBef>
              <a:spcAft>
                <a:spcPts val="0"/>
              </a:spcAft>
              <a:buSzPts val="5462"/>
              <a:buNone/>
            </a:pPr>
            <a:r>
              <a:rPr lang="en" sz="1761"/>
              <a:t>Analisi Spettrale</a:t>
            </a:r>
            <a:endParaRPr sz="1761"/>
          </a:p>
        </p:txBody>
      </p:sp>
      <p:grpSp>
        <p:nvGrpSpPr>
          <p:cNvPr id="1649" name="Google Shape;1649;p22"/>
          <p:cNvGrpSpPr/>
          <p:nvPr/>
        </p:nvGrpSpPr>
        <p:grpSpPr>
          <a:xfrm>
            <a:off x="720742" y="1748078"/>
            <a:ext cx="790037" cy="921936"/>
            <a:chOff x="4876875" y="1427500"/>
            <a:chExt cx="1130400" cy="1319125"/>
          </a:xfrm>
        </p:grpSpPr>
        <p:sp>
          <p:nvSpPr>
            <p:cNvPr id="1650" name="Google Shape;1650;p22"/>
            <p:cNvSpPr/>
            <p:nvPr/>
          </p:nvSpPr>
          <p:spPr>
            <a:xfrm>
              <a:off x="4876875" y="1645625"/>
              <a:ext cx="1130400" cy="1101000"/>
            </a:xfrm>
            <a:prstGeom prst="rect">
              <a:avLst/>
            </a:prstGeom>
            <a:noFill/>
            <a:ln cap="flat" cmpd="sng" w="5875">
              <a:solidFill>
                <a:schemeClr val="dk2"/>
              </a:solidFill>
              <a:prstDash val="solid"/>
              <a:round/>
              <a:headEnd len="sm" w="sm" type="none"/>
              <a:tailEnd len="sm" w="sm" type="none"/>
            </a:ln>
          </p:spPr>
          <p:txBody>
            <a:bodyPr anchorCtr="0" anchor="ctr" bIns="56500" lIns="56500" spcFirstLastPara="1" rIns="56500" wrap="square" tIns="56500">
              <a:noAutofit/>
            </a:bodyPr>
            <a:lstStyle/>
            <a:p>
              <a:pPr indent="0" lvl="0" marL="0" marR="0" rtl="0" algn="l">
                <a:lnSpc>
                  <a:spcPct val="100000"/>
                </a:lnSpc>
                <a:spcBef>
                  <a:spcPts val="0"/>
                </a:spcBef>
                <a:spcAft>
                  <a:spcPts val="0"/>
                </a:spcAft>
                <a:buClr>
                  <a:srgbClr val="000000"/>
                </a:buClr>
                <a:buSzPts val="865"/>
                <a:buFont typeface="Arial"/>
                <a:buNone/>
              </a:pPr>
              <a:r>
                <a:t/>
              </a:r>
              <a:endParaRPr b="0" i="0" sz="865" u="none" cap="none" strike="noStrike">
                <a:solidFill>
                  <a:srgbClr val="000000"/>
                </a:solidFill>
                <a:latin typeface="Arial"/>
                <a:ea typeface="Arial"/>
                <a:cs typeface="Arial"/>
                <a:sym typeface="Arial"/>
              </a:endParaRPr>
            </a:p>
          </p:txBody>
        </p:sp>
        <p:sp>
          <p:nvSpPr>
            <p:cNvPr id="1651" name="Google Shape;1651;p22"/>
            <p:cNvSpPr/>
            <p:nvPr/>
          </p:nvSpPr>
          <p:spPr>
            <a:xfrm>
              <a:off x="4876875" y="1427500"/>
              <a:ext cx="1130400" cy="218100"/>
            </a:xfrm>
            <a:prstGeom prst="rect">
              <a:avLst/>
            </a:prstGeom>
            <a:noFill/>
            <a:ln cap="flat" cmpd="sng" w="5875">
              <a:solidFill>
                <a:schemeClr val="dk2"/>
              </a:solidFill>
              <a:prstDash val="solid"/>
              <a:round/>
              <a:headEnd len="sm" w="sm" type="none"/>
              <a:tailEnd len="sm" w="sm" type="none"/>
            </a:ln>
          </p:spPr>
          <p:txBody>
            <a:bodyPr anchorCtr="0" anchor="ctr" bIns="56500" lIns="56500" spcFirstLastPara="1" rIns="56500" wrap="square" tIns="56500">
              <a:noAutofit/>
            </a:bodyPr>
            <a:lstStyle/>
            <a:p>
              <a:pPr indent="0" lvl="0" marL="0" marR="0" rtl="0" algn="l">
                <a:lnSpc>
                  <a:spcPct val="100000"/>
                </a:lnSpc>
                <a:spcBef>
                  <a:spcPts val="0"/>
                </a:spcBef>
                <a:spcAft>
                  <a:spcPts val="0"/>
                </a:spcAft>
                <a:buClr>
                  <a:srgbClr val="000000"/>
                </a:buClr>
                <a:buSzPts val="865"/>
                <a:buFont typeface="Arial"/>
                <a:buNone/>
              </a:pPr>
              <a:r>
                <a:t/>
              </a:r>
              <a:endParaRPr b="0" i="0" sz="865" u="none" cap="none" strike="noStrike">
                <a:solidFill>
                  <a:srgbClr val="000000"/>
                </a:solidFill>
                <a:latin typeface="Arial"/>
                <a:ea typeface="Arial"/>
                <a:cs typeface="Arial"/>
                <a:sym typeface="Arial"/>
              </a:endParaRPr>
            </a:p>
          </p:txBody>
        </p:sp>
      </p:grpSp>
      <p:cxnSp>
        <p:nvCxnSpPr>
          <p:cNvPr id="1652" name="Google Shape;1652;p22"/>
          <p:cNvCxnSpPr>
            <a:stCxn id="1650" idx="3"/>
          </p:cNvCxnSpPr>
          <p:nvPr/>
        </p:nvCxnSpPr>
        <p:spPr>
          <a:xfrm>
            <a:off x="1510779" y="2285270"/>
            <a:ext cx="693300" cy="222900"/>
          </a:xfrm>
          <a:prstGeom prst="bentConnector3">
            <a:avLst>
              <a:gd fmla="val 50000" name="adj1"/>
            </a:avLst>
          </a:prstGeom>
          <a:noFill/>
          <a:ln cap="flat" cmpd="sng" w="5200">
            <a:solidFill>
              <a:schemeClr val="dk2"/>
            </a:solidFill>
            <a:prstDash val="solid"/>
            <a:round/>
            <a:headEnd len="sm" w="sm" type="none"/>
            <a:tailEnd len="sm" w="sm" type="none"/>
          </a:ln>
        </p:spPr>
      </p:cxnSp>
      <p:grpSp>
        <p:nvGrpSpPr>
          <p:cNvPr id="1653" name="Google Shape;1653;p22"/>
          <p:cNvGrpSpPr/>
          <p:nvPr/>
        </p:nvGrpSpPr>
        <p:grpSpPr>
          <a:xfrm>
            <a:off x="911860" y="2069575"/>
            <a:ext cx="407807" cy="278942"/>
            <a:chOff x="7281967" y="3528071"/>
            <a:chExt cx="297648" cy="203593"/>
          </a:xfrm>
        </p:grpSpPr>
        <p:sp>
          <p:nvSpPr>
            <p:cNvPr id="1654" name="Google Shape;1654;p22"/>
            <p:cNvSpPr/>
            <p:nvPr/>
          </p:nvSpPr>
          <p:spPr>
            <a:xfrm>
              <a:off x="7282899" y="3528071"/>
              <a:ext cx="296716" cy="202532"/>
            </a:xfrm>
            <a:custGeom>
              <a:rect b="b" l="l" r="r" t="t"/>
              <a:pathLst>
                <a:path extrusionOk="0" h="6305" w="9237">
                  <a:moveTo>
                    <a:pt x="345" y="0"/>
                  </a:moveTo>
                  <a:cubicBezTo>
                    <a:pt x="304" y="0"/>
                    <a:pt x="268" y="6"/>
                    <a:pt x="232" y="17"/>
                  </a:cubicBezTo>
                  <a:cubicBezTo>
                    <a:pt x="232" y="17"/>
                    <a:pt x="182" y="72"/>
                    <a:pt x="151" y="97"/>
                  </a:cubicBezTo>
                  <a:cubicBezTo>
                    <a:pt x="57" y="164"/>
                    <a:pt x="0" y="246"/>
                    <a:pt x="0" y="372"/>
                  </a:cubicBezTo>
                  <a:lnTo>
                    <a:pt x="42" y="5917"/>
                  </a:lnTo>
                  <a:cubicBezTo>
                    <a:pt x="42" y="6122"/>
                    <a:pt x="209" y="6289"/>
                    <a:pt x="414" y="6289"/>
                  </a:cubicBezTo>
                  <a:lnTo>
                    <a:pt x="8832" y="6305"/>
                  </a:lnTo>
                  <a:cubicBezTo>
                    <a:pt x="8965" y="6305"/>
                    <a:pt x="9083" y="6261"/>
                    <a:pt x="9151" y="6160"/>
                  </a:cubicBezTo>
                  <a:cubicBezTo>
                    <a:pt x="9168" y="6135"/>
                    <a:pt x="9220" y="6079"/>
                    <a:pt x="9220" y="6079"/>
                  </a:cubicBezTo>
                  <a:lnTo>
                    <a:pt x="9220" y="6077"/>
                  </a:lnTo>
                  <a:cubicBezTo>
                    <a:pt x="9230" y="6043"/>
                    <a:pt x="9236" y="6005"/>
                    <a:pt x="9236" y="5967"/>
                  </a:cubicBezTo>
                  <a:lnTo>
                    <a:pt x="9236" y="374"/>
                  </a:lnTo>
                  <a:cubicBezTo>
                    <a:pt x="9236" y="167"/>
                    <a:pt x="9070" y="0"/>
                    <a:pt x="8864" y="0"/>
                  </a:cubicBezTo>
                  <a:close/>
                </a:path>
              </a:pathLst>
            </a:custGeom>
            <a:solidFill>
              <a:schemeClr val="dk2"/>
            </a:solidFill>
            <a:ln>
              <a:noFill/>
            </a:ln>
          </p:spPr>
          <p:txBody>
            <a:bodyPr anchorCtr="0" anchor="ctr" bIns="125250" lIns="125250" spcFirstLastPara="1" rIns="125250" wrap="square" tIns="125250">
              <a:noAutofit/>
            </a:bodyPr>
            <a:lstStyle/>
            <a:p>
              <a:pPr indent="0" lvl="0" marL="0" marR="0" rtl="0" algn="l">
                <a:lnSpc>
                  <a:spcPct val="100000"/>
                </a:lnSpc>
                <a:spcBef>
                  <a:spcPts val="0"/>
                </a:spcBef>
                <a:spcAft>
                  <a:spcPts val="0"/>
                </a:spcAft>
                <a:buClr>
                  <a:srgbClr val="000000"/>
                </a:buClr>
                <a:buSzPts val="1918"/>
                <a:buFont typeface="Arial"/>
                <a:buNone/>
              </a:pPr>
              <a:r>
                <a:t/>
              </a:r>
              <a:endParaRPr b="0" i="0" sz="1918" u="none" cap="none" strike="noStrike">
                <a:solidFill>
                  <a:srgbClr val="000000"/>
                </a:solidFill>
                <a:latin typeface="Arial"/>
                <a:ea typeface="Arial"/>
                <a:cs typeface="Arial"/>
                <a:sym typeface="Arial"/>
              </a:endParaRPr>
            </a:p>
          </p:txBody>
        </p:sp>
        <p:sp>
          <p:nvSpPr>
            <p:cNvPr id="1655" name="Google Shape;1655;p22"/>
            <p:cNvSpPr/>
            <p:nvPr/>
          </p:nvSpPr>
          <p:spPr>
            <a:xfrm>
              <a:off x="7293628" y="3539668"/>
              <a:ext cx="8994" cy="9026"/>
            </a:xfrm>
            <a:custGeom>
              <a:rect b="b" l="l" r="r" t="t"/>
              <a:pathLst>
                <a:path extrusionOk="0" h="281" w="280">
                  <a:moveTo>
                    <a:pt x="139" y="1"/>
                  </a:moveTo>
                  <a:cubicBezTo>
                    <a:pt x="63" y="1"/>
                    <a:pt x="0" y="63"/>
                    <a:pt x="0" y="141"/>
                  </a:cubicBezTo>
                  <a:cubicBezTo>
                    <a:pt x="0" y="218"/>
                    <a:pt x="63" y="280"/>
                    <a:pt x="139" y="280"/>
                  </a:cubicBezTo>
                  <a:cubicBezTo>
                    <a:pt x="218" y="280"/>
                    <a:pt x="280" y="218"/>
                    <a:pt x="280" y="141"/>
                  </a:cubicBezTo>
                  <a:cubicBezTo>
                    <a:pt x="280" y="63"/>
                    <a:pt x="218" y="1"/>
                    <a:pt x="139" y="1"/>
                  </a:cubicBezTo>
                  <a:close/>
                </a:path>
              </a:pathLst>
            </a:custGeom>
            <a:solidFill>
              <a:srgbClr val="000000">
                <a:alpha val="13330"/>
              </a:srgbClr>
            </a:solidFill>
            <a:ln>
              <a:noFill/>
            </a:ln>
          </p:spPr>
          <p:txBody>
            <a:bodyPr anchorCtr="0" anchor="ctr" bIns="125250" lIns="125250" spcFirstLastPara="1" rIns="125250" wrap="square" tIns="125250">
              <a:noAutofit/>
            </a:bodyPr>
            <a:lstStyle/>
            <a:p>
              <a:pPr indent="0" lvl="0" marL="0" marR="0" rtl="0" algn="l">
                <a:lnSpc>
                  <a:spcPct val="100000"/>
                </a:lnSpc>
                <a:spcBef>
                  <a:spcPts val="0"/>
                </a:spcBef>
                <a:spcAft>
                  <a:spcPts val="0"/>
                </a:spcAft>
                <a:buClr>
                  <a:srgbClr val="000000"/>
                </a:buClr>
                <a:buSzPts val="1918"/>
                <a:buFont typeface="Arial"/>
                <a:buNone/>
              </a:pPr>
              <a:r>
                <a:t/>
              </a:r>
              <a:endParaRPr b="0" i="0" sz="1918" u="none" cap="none" strike="noStrike">
                <a:solidFill>
                  <a:srgbClr val="000000"/>
                </a:solidFill>
                <a:latin typeface="Arial"/>
                <a:ea typeface="Arial"/>
                <a:cs typeface="Arial"/>
                <a:sym typeface="Arial"/>
              </a:endParaRPr>
            </a:p>
          </p:txBody>
        </p:sp>
        <p:sp>
          <p:nvSpPr>
            <p:cNvPr id="1656" name="Google Shape;1656;p22"/>
            <p:cNvSpPr/>
            <p:nvPr/>
          </p:nvSpPr>
          <p:spPr>
            <a:xfrm>
              <a:off x="7293628" y="3710342"/>
              <a:ext cx="8994" cy="9026"/>
            </a:xfrm>
            <a:custGeom>
              <a:rect b="b" l="l" r="r" t="t"/>
              <a:pathLst>
                <a:path extrusionOk="0" h="281" w="280">
                  <a:moveTo>
                    <a:pt x="139" y="1"/>
                  </a:moveTo>
                  <a:cubicBezTo>
                    <a:pt x="63" y="1"/>
                    <a:pt x="0" y="63"/>
                    <a:pt x="0" y="141"/>
                  </a:cubicBezTo>
                  <a:cubicBezTo>
                    <a:pt x="0" y="218"/>
                    <a:pt x="63" y="280"/>
                    <a:pt x="139" y="280"/>
                  </a:cubicBezTo>
                  <a:cubicBezTo>
                    <a:pt x="218" y="280"/>
                    <a:pt x="280" y="218"/>
                    <a:pt x="280" y="141"/>
                  </a:cubicBezTo>
                  <a:cubicBezTo>
                    <a:pt x="280" y="63"/>
                    <a:pt x="218" y="1"/>
                    <a:pt x="139" y="1"/>
                  </a:cubicBezTo>
                  <a:close/>
                </a:path>
              </a:pathLst>
            </a:custGeom>
            <a:solidFill>
              <a:srgbClr val="000000">
                <a:alpha val="13330"/>
              </a:srgbClr>
            </a:solidFill>
            <a:ln>
              <a:noFill/>
            </a:ln>
          </p:spPr>
          <p:txBody>
            <a:bodyPr anchorCtr="0" anchor="ctr" bIns="125250" lIns="125250" spcFirstLastPara="1" rIns="125250" wrap="square" tIns="125250">
              <a:noAutofit/>
            </a:bodyPr>
            <a:lstStyle/>
            <a:p>
              <a:pPr indent="0" lvl="0" marL="0" marR="0" rtl="0" algn="l">
                <a:lnSpc>
                  <a:spcPct val="100000"/>
                </a:lnSpc>
                <a:spcBef>
                  <a:spcPts val="0"/>
                </a:spcBef>
                <a:spcAft>
                  <a:spcPts val="0"/>
                </a:spcAft>
                <a:buClr>
                  <a:srgbClr val="000000"/>
                </a:buClr>
                <a:buSzPts val="1918"/>
                <a:buFont typeface="Arial"/>
                <a:buNone/>
              </a:pPr>
              <a:r>
                <a:t/>
              </a:r>
              <a:endParaRPr b="0" i="0" sz="1918" u="none" cap="none" strike="noStrike">
                <a:solidFill>
                  <a:srgbClr val="000000"/>
                </a:solidFill>
                <a:latin typeface="Arial"/>
                <a:ea typeface="Arial"/>
                <a:cs typeface="Arial"/>
                <a:sym typeface="Arial"/>
              </a:endParaRPr>
            </a:p>
          </p:txBody>
        </p:sp>
        <p:sp>
          <p:nvSpPr>
            <p:cNvPr id="1657" name="Google Shape;1657;p22"/>
            <p:cNvSpPr/>
            <p:nvPr/>
          </p:nvSpPr>
          <p:spPr>
            <a:xfrm>
              <a:off x="7310044" y="3555216"/>
              <a:ext cx="242364" cy="105812"/>
            </a:xfrm>
            <a:custGeom>
              <a:rect b="b" l="l" r="r" t="t"/>
              <a:pathLst>
                <a:path extrusionOk="0" h="3294" w="7545">
                  <a:moveTo>
                    <a:pt x="255" y="1"/>
                  </a:moveTo>
                  <a:lnTo>
                    <a:pt x="187" y="16"/>
                  </a:lnTo>
                  <a:cubicBezTo>
                    <a:pt x="83" y="16"/>
                    <a:pt x="0" y="100"/>
                    <a:pt x="0" y="203"/>
                  </a:cubicBezTo>
                  <a:lnTo>
                    <a:pt x="44" y="3107"/>
                  </a:lnTo>
                  <a:cubicBezTo>
                    <a:pt x="44" y="3211"/>
                    <a:pt x="126" y="3294"/>
                    <a:pt x="231" y="3294"/>
                  </a:cubicBezTo>
                  <a:lnTo>
                    <a:pt x="7318" y="3288"/>
                  </a:lnTo>
                  <a:cubicBezTo>
                    <a:pt x="7421" y="3288"/>
                    <a:pt x="7508" y="3258"/>
                    <a:pt x="7509" y="3155"/>
                  </a:cubicBezTo>
                  <a:lnTo>
                    <a:pt x="7544" y="3077"/>
                  </a:lnTo>
                  <a:lnTo>
                    <a:pt x="7544" y="187"/>
                  </a:lnTo>
                  <a:cubicBezTo>
                    <a:pt x="7544" y="84"/>
                    <a:pt x="7462" y="1"/>
                    <a:pt x="7357" y="1"/>
                  </a:cubicBezTo>
                  <a:close/>
                </a:path>
              </a:pathLst>
            </a:custGeom>
            <a:solidFill>
              <a:schemeClr val="lt2"/>
            </a:solidFill>
            <a:ln>
              <a:noFill/>
            </a:ln>
          </p:spPr>
          <p:txBody>
            <a:bodyPr anchorCtr="0" anchor="ctr" bIns="125250" lIns="125250" spcFirstLastPara="1" rIns="125250" wrap="square" tIns="125250">
              <a:noAutofit/>
            </a:bodyPr>
            <a:lstStyle/>
            <a:p>
              <a:pPr indent="0" lvl="0" marL="0" marR="0" rtl="0" algn="l">
                <a:lnSpc>
                  <a:spcPct val="100000"/>
                </a:lnSpc>
                <a:spcBef>
                  <a:spcPts val="0"/>
                </a:spcBef>
                <a:spcAft>
                  <a:spcPts val="0"/>
                </a:spcAft>
                <a:buClr>
                  <a:srgbClr val="000000"/>
                </a:buClr>
                <a:buSzPts val="1918"/>
                <a:buFont typeface="Arial"/>
                <a:buNone/>
              </a:pPr>
              <a:r>
                <a:t/>
              </a:r>
              <a:endParaRPr b="0" i="0" sz="1918" u="none" cap="none" strike="noStrike">
                <a:solidFill>
                  <a:srgbClr val="000000"/>
                </a:solidFill>
                <a:latin typeface="Arial"/>
                <a:ea typeface="Arial"/>
                <a:cs typeface="Arial"/>
                <a:sym typeface="Arial"/>
              </a:endParaRPr>
            </a:p>
          </p:txBody>
        </p:sp>
        <p:sp>
          <p:nvSpPr>
            <p:cNvPr id="1658" name="Google Shape;1658;p22"/>
            <p:cNvSpPr/>
            <p:nvPr/>
          </p:nvSpPr>
          <p:spPr>
            <a:xfrm>
              <a:off x="7309209" y="3555248"/>
              <a:ext cx="243135" cy="107835"/>
            </a:xfrm>
            <a:custGeom>
              <a:rect b="b" l="l" r="r" t="t"/>
              <a:pathLst>
                <a:path extrusionOk="0" h="3357" w="7569">
                  <a:moveTo>
                    <a:pt x="187" y="1"/>
                  </a:moveTo>
                  <a:cubicBezTo>
                    <a:pt x="84" y="1"/>
                    <a:pt x="0" y="85"/>
                    <a:pt x="0" y="188"/>
                  </a:cubicBezTo>
                  <a:lnTo>
                    <a:pt x="0" y="3170"/>
                  </a:lnTo>
                  <a:cubicBezTo>
                    <a:pt x="0" y="3273"/>
                    <a:pt x="84" y="3357"/>
                    <a:pt x="187" y="3357"/>
                  </a:cubicBezTo>
                  <a:lnTo>
                    <a:pt x="569" y="3357"/>
                  </a:lnTo>
                  <a:lnTo>
                    <a:pt x="3971" y="3218"/>
                  </a:lnTo>
                  <a:lnTo>
                    <a:pt x="7000" y="3357"/>
                  </a:lnTo>
                  <a:lnTo>
                    <a:pt x="7382" y="3357"/>
                  </a:lnTo>
                  <a:cubicBezTo>
                    <a:pt x="7485" y="3357"/>
                    <a:pt x="7569" y="3273"/>
                    <a:pt x="7569" y="3170"/>
                  </a:cubicBezTo>
                  <a:lnTo>
                    <a:pt x="7569" y="3077"/>
                  </a:lnTo>
                  <a:lnTo>
                    <a:pt x="338" y="3077"/>
                  </a:lnTo>
                  <a:cubicBezTo>
                    <a:pt x="307" y="3077"/>
                    <a:pt x="281" y="3053"/>
                    <a:pt x="281" y="3022"/>
                  </a:cubicBezTo>
                  <a:lnTo>
                    <a:pt x="281" y="1"/>
                  </a:lnTo>
                  <a:close/>
                </a:path>
              </a:pathLst>
            </a:custGeom>
            <a:solidFill>
              <a:srgbClr val="000000">
                <a:alpha val="13330"/>
              </a:srgbClr>
            </a:solidFill>
            <a:ln>
              <a:noFill/>
            </a:ln>
          </p:spPr>
          <p:txBody>
            <a:bodyPr anchorCtr="0" anchor="ctr" bIns="125250" lIns="125250" spcFirstLastPara="1" rIns="125250" wrap="square" tIns="125250">
              <a:noAutofit/>
            </a:bodyPr>
            <a:lstStyle/>
            <a:p>
              <a:pPr indent="0" lvl="0" marL="0" marR="0" rtl="0" algn="l">
                <a:lnSpc>
                  <a:spcPct val="100000"/>
                </a:lnSpc>
                <a:spcBef>
                  <a:spcPts val="0"/>
                </a:spcBef>
                <a:spcAft>
                  <a:spcPts val="0"/>
                </a:spcAft>
                <a:buClr>
                  <a:srgbClr val="000000"/>
                </a:buClr>
                <a:buSzPts val="1918"/>
                <a:buFont typeface="Arial"/>
                <a:buNone/>
              </a:pPr>
              <a:r>
                <a:t/>
              </a:r>
              <a:endParaRPr b="0" i="0" sz="1918" u="none" cap="none" strike="noStrike">
                <a:solidFill>
                  <a:srgbClr val="000000"/>
                </a:solidFill>
                <a:latin typeface="Arial"/>
                <a:ea typeface="Arial"/>
                <a:cs typeface="Arial"/>
                <a:sym typeface="Arial"/>
              </a:endParaRPr>
            </a:p>
          </p:txBody>
        </p:sp>
        <p:sp>
          <p:nvSpPr>
            <p:cNvPr id="1659" name="Google Shape;1659;p22"/>
            <p:cNvSpPr/>
            <p:nvPr/>
          </p:nvSpPr>
          <p:spPr>
            <a:xfrm>
              <a:off x="7327487" y="3590841"/>
              <a:ext cx="206580" cy="68806"/>
            </a:xfrm>
            <a:custGeom>
              <a:rect b="b" l="l" r="r" t="t"/>
              <a:pathLst>
                <a:path extrusionOk="0" h="2142" w="6431">
                  <a:moveTo>
                    <a:pt x="57" y="0"/>
                  </a:moveTo>
                  <a:cubicBezTo>
                    <a:pt x="25" y="0"/>
                    <a:pt x="0" y="26"/>
                    <a:pt x="0" y="57"/>
                  </a:cubicBezTo>
                  <a:lnTo>
                    <a:pt x="0" y="1968"/>
                  </a:lnTo>
                  <a:lnTo>
                    <a:pt x="45" y="2107"/>
                  </a:lnTo>
                  <a:lnTo>
                    <a:pt x="3372" y="2141"/>
                  </a:lnTo>
                  <a:lnTo>
                    <a:pt x="6328" y="2107"/>
                  </a:lnTo>
                  <a:lnTo>
                    <a:pt x="6431" y="1968"/>
                  </a:lnTo>
                  <a:lnTo>
                    <a:pt x="6431" y="57"/>
                  </a:lnTo>
                  <a:cubicBezTo>
                    <a:pt x="6431" y="26"/>
                    <a:pt x="6406" y="3"/>
                    <a:pt x="6376" y="0"/>
                  </a:cubicBezTo>
                  <a:close/>
                </a:path>
              </a:pathLst>
            </a:custGeom>
            <a:solidFill>
              <a:schemeClr val="lt1"/>
            </a:solidFill>
            <a:ln>
              <a:noFill/>
            </a:ln>
          </p:spPr>
          <p:txBody>
            <a:bodyPr anchorCtr="0" anchor="ctr" bIns="125250" lIns="125250" spcFirstLastPara="1" rIns="125250" wrap="square" tIns="125250">
              <a:noAutofit/>
            </a:bodyPr>
            <a:lstStyle/>
            <a:p>
              <a:pPr indent="0" lvl="0" marL="0" marR="0" rtl="0" algn="l">
                <a:lnSpc>
                  <a:spcPct val="100000"/>
                </a:lnSpc>
                <a:spcBef>
                  <a:spcPts val="0"/>
                </a:spcBef>
                <a:spcAft>
                  <a:spcPts val="0"/>
                </a:spcAft>
                <a:buClr>
                  <a:srgbClr val="000000"/>
                </a:buClr>
                <a:buSzPts val="1918"/>
                <a:buFont typeface="Arial"/>
                <a:buNone/>
              </a:pPr>
              <a:r>
                <a:t/>
              </a:r>
              <a:endParaRPr b="0" i="0" sz="1918" u="none" cap="none" strike="noStrike">
                <a:solidFill>
                  <a:srgbClr val="000000"/>
                </a:solidFill>
                <a:latin typeface="Arial"/>
                <a:ea typeface="Arial"/>
                <a:cs typeface="Arial"/>
                <a:sym typeface="Arial"/>
              </a:endParaRPr>
            </a:p>
          </p:txBody>
        </p:sp>
        <p:sp>
          <p:nvSpPr>
            <p:cNvPr id="1660" name="Google Shape;1660;p22"/>
            <p:cNvSpPr/>
            <p:nvPr/>
          </p:nvSpPr>
          <p:spPr>
            <a:xfrm>
              <a:off x="7327487" y="3654029"/>
              <a:ext cx="206580" cy="9059"/>
            </a:xfrm>
            <a:custGeom>
              <a:rect b="b" l="l" r="r" t="t"/>
              <a:pathLst>
                <a:path extrusionOk="0" h="282" w="6431">
                  <a:moveTo>
                    <a:pt x="0" y="1"/>
                  </a:moveTo>
                  <a:lnTo>
                    <a:pt x="0" y="282"/>
                  </a:lnTo>
                  <a:lnTo>
                    <a:pt x="6431" y="282"/>
                  </a:lnTo>
                  <a:lnTo>
                    <a:pt x="6431" y="1"/>
                  </a:lnTo>
                  <a:close/>
                </a:path>
              </a:pathLst>
            </a:custGeom>
            <a:solidFill>
              <a:srgbClr val="EAE2DF"/>
            </a:solidFill>
            <a:ln>
              <a:noFill/>
            </a:ln>
          </p:spPr>
          <p:txBody>
            <a:bodyPr anchorCtr="0" anchor="ctr" bIns="125250" lIns="125250" spcFirstLastPara="1" rIns="125250" wrap="square" tIns="125250">
              <a:noAutofit/>
            </a:bodyPr>
            <a:lstStyle/>
            <a:p>
              <a:pPr indent="0" lvl="0" marL="0" marR="0" rtl="0" algn="l">
                <a:lnSpc>
                  <a:spcPct val="100000"/>
                </a:lnSpc>
                <a:spcBef>
                  <a:spcPts val="0"/>
                </a:spcBef>
                <a:spcAft>
                  <a:spcPts val="0"/>
                </a:spcAft>
                <a:buClr>
                  <a:srgbClr val="000000"/>
                </a:buClr>
                <a:buSzPts val="1918"/>
                <a:buFont typeface="Arial"/>
                <a:buNone/>
              </a:pPr>
              <a:r>
                <a:t/>
              </a:r>
              <a:endParaRPr b="0" i="0" sz="1918" u="none" cap="none" strike="noStrike">
                <a:solidFill>
                  <a:srgbClr val="000000"/>
                </a:solidFill>
                <a:latin typeface="Arial"/>
                <a:ea typeface="Arial"/>
                <a:cs typeface="Arial"/>
                <a:sym typeface="Arial"/>
              </a:endParaRPr>
            </a:p>
          </p:txBody>
        </p:sp>
        <p:sp>
          <p:nvSpPr>
            <p:cNvPr id="1661" name="Google Shape;1661;p22"/>
            <p:cNvSpPr/>
            <p:nvPr/>
          </p:nvSpPr>
          <p:spPr>
            <a:xfrm>
              <a:off x="7338281" y="3681302"/>
              <a:ext cx="185058" cy="50336"/>
            </a:xfrm>
            <a:custGeom>
              <a:rect b="b" l="l" r="r" t="t"/>
              <a:pathLst>
                <a:path extrusionOk="0" h="1567" w="5761">
                  <a:moveTo>
                    <a:pt x="520" y="0"/>
                  </a:moveTo>
                  <a:cubicBezTo>
                    <a:pt x="433" y="0"/>
                    <a:pt x="359" y="61"/>
                    <a:pt x="339" y="143"/>
                  </a:cubicBezTo>
                  <a:lnTo>
                    <a:pt x="0" y="1566"/>
                  </a:lnTo>
                  <a:lnTo>
                    <a:pt x="5760" y="1566"/>
                  </a:lnTo>
                  <a:lnTo>
                    <a:pt x="5422" y="143"/>
                  </a:lnTo>
                  <a:cubicBezTo>
                    <a:pt x="5400" y="61"/>
                    <a:pt x="5326" y="0"/>
                    <a:pt x="5239" y="0"/>
                  </a:cubicBezTo>
                  <a:close/>
                </a:path>
              </a:pathLst>
            </a:custGeom>
            <a:solidFill>
              <a:srgbClr val="FA5E97"/>
            </a:solidFill>
            <a:ln>
              <a:noFill/>
            </a:ln>
          </p:spPr>
          <p:txBody>
            <a:bodyPr anchorCtr="0" anchor="ctr" bIns="125250" lIns="125250" spcFirstLastPara="1" rIns="125250" wrap="square" tIns="125250">
              <a:noAutofit/>
            </a:bodyPr>
            <a:lstStyle/>
            <a:p>
              <a:pPr indent="0" lvl="0" marL="0" marR="0" rtl="0" algn="l">
                <a:lnSpc>
                  <a:spcPct val="100000"/>
                </a:lnSpc>
                <a:spcBef>
                  <a:spcPts val="0"/>
                </a:spcBef>
                <a:spcAft>
                  <a:spcPts val="0"/>
                </a:spcAft>
                <a:buClr>
                  <a:srgbClr val="000000"/>
                </a:buClr>
                <a:buSzPts val="1918"/>
                <a:buFont typeface="Arial"/>
                <a:buNone/>
              </a:pPr>
              <a:r>
                <a:t/>
              </a:r>
              <a:endParaRPr b="0" i="0" sz="1918" u="none" cap="none" strike="noStrike">
                <a:solidFill>
                  <a:srgbClr val="000000"/>
                </a:solidFill>
                <a:latin typeface="Arial"/>
                <a:ea typeface="Arial"/>
                <a:cs typeface="Arial"/>
                <a:sym typeface="Arial"/>
              </a:endParaRPr>
            </a:p>
          </p:txBody>
        </p:sp>
        <p:sp>
          <p:nvSpPr>
            <p:cNvPr id="1662" name="Google Shape;1662;p22"/>
            <p:cNvSpPr/>
            <p:nvPr/>
          </p:nvSpPr>
          <p:spPr>
            <a:xfrm>
              <a:off x="7281967" y="3528521"/>
              <a:ext cx="297069" cy="203143"/>
            </a:xfrm>
            <a:custGeom>
              <a:rect b="b" l="l" r="r" t="t"/>
              <a:pathLst>
                <a:path extrusionOk="0" h="6324" w="9248">
                  <a:moveTo>
                    <a:pt x="261" y="1"/>
                  </a:moveTo>
                  <a:cubicBezTo>
                    <a:pt x="109" y="48"/>
                    <a:pt x="0" y="189"/>
                    <a:pt x="0" y="358"/>
                  </a:cubicBezTo>
                  <a:lnTo>
                    <a:pt x="0" y="5950"/>
                  </a:lnTo>
                  <a:cubicBezTo>
                    <a:pt x="0" y="6157"/>
                    <a:pt x="167" y="6324"/>
                    <a:pt x="374" y="6324"/>
                  </a:cubicBezTo>
                  <a:lnTo>
                    <a:pt x="1752" y="6324"/>
                  </a:lnTo>
                  <a:lnTo>
                    <a:pt x="4624" y="6224"/>
                  </a:lnTo>
                  <a:lnTo>
                    <a:pt x="7512" y="6324"/>
                  </a:lnTo>
                  <a:lnTo>
                    <a:pt x="8890" y="6324"/>
                  </a:lnTo>
                  <a:cubicBezTo>
                    <a:pt x="9057" y="6324"/>
                    <a:pt x="9198" y="6214"/>
                    <a:pt x="9248" y="6063"/>
                  </a:cubicBezTo>
                  <a:lnTo>
                    <a:pt x="7778" y="6063"/>
                  </a:lnTo>
                  <a:lnTo>
                    <a:pt x="7778" y="6062"/>
                  </a:lnTo>
                  <a:cubicBezTo>
                    <a:pt x="7744" y="6062"/>
                    <a:pt x="7713" y="6037"/>
                    <a:pt x="7706" y="6004"/>
                  </a:cubicBezTo>
                  <a:lnTo>
                    <a:pt x="7428" y="4839"/>
                  </a:lnTo>
                  <a:cubicBezTo>
                    <a:pt x="7380" y="4636"/>
                    <a:pt x="7201" y="4494"/>
                    <a:pt x="6992" y="4494"/>
                  </a:cubicBezTo>
                  <a:lnTo>
                    <a:pt x="2273" y="4494"/>
                  </a:lnTo>
                  <a:cubicBezTo>
                    <a:pt x="2064" y="4494"/>
                    <a:pt x="1886" y="4636"/>
                    <a:pt x="1837" y="4839"/>
                  </a:cubicBezTo>
                  <a:lnTo>
                    <a:pt x="1561" y="6004"/>
                  </a:lnTo>
                  <a:cubicBezTo>
                    <a:pt x="1553" y="6037"/>
                    <a:pt x="1522" y="6062"/>
                    <a:pt x="1488" y="6062"/>
                  </a:cubicBezTo>
                  <a:lnTo>
                    <a:pt x="429" y="6062"/>
                  </a:lnTo>
                  <a:cubicBezTo>
                    <a:pt x="337" y="6062"/>
                    <a:pt x="261" y="5985"/>
                    <a:pt x="261" y="5892"/>
                  </a:cubicBezTo>
                  <a:lnTo>
                    <a:pt x="261" y="1"/>
                  </a:lnTo>
                  <a:close/>
                </a:path>
              </a:pathLst>
            </a:custGeom>
            <a:solidFill>
              <a:srgbClr val="000000">
                <a:alpha val="13330"/>
              </a:srgbClr>
            </a:solidFill>
            <a:ln>
              <a:noFill/>
            </a:ln>
          </p:spPr>
          <p:txBody>
            <a:bodyPr anchorCtr="0" anchor="ctr" bIns="125250" lIns="125250" spcFirstLastPara="1" rIns="125250" wrap="square" tIns="125250">
              <a:noAutofit/>
            </a:bodyPr>
            <a:lstStyle/>
            <a:p>
              <a:pPr indent="0" lvl="0" marL="0" marR="0" rtl="0" algn="l">
                <a:lnSpc>
                  <a:spcPct val="100000"/>
                </a:lnSpc>
                <a:spcBef>
                  <a:spcPts val="0"/>
                </a:spcBef>
                <a:spcAft>
                  <a:spcPts val="0"/>
                </a:spcAft>
                <a:buClr>
                  <a:srgbClr val="000000"/>
                </a:buClr>
                <a:buSzPts val="1918"/>
                <a:buFont typeface="Arial"/>
                <a:buNone/>
              </a:pPr>
              <a:r>
                <a:t/>
              </a:r>
              <a:endParaRPr b="0" i="0" sz="1918" u="none" cap="none" strike="noStrike">
                <a:solidFill>
                  <a:srgbClr val="000000"/>
                </a:solidFill>
                <a:latin typeface="Arial"/>
                <a:ea typeface="Arial"/>
                <a:cs typeface="Arial"/>
                <a:sym typeface="Arial"/>
              </a:endParaRPr>
            </a:p>
          </p:txBody>
        </p:sp>
        <p:sp>
          <p:nvSpPr>
            <p:cNvPr id="1663" name="Google Shape;1663;p22"/>
            <p:cNvSpPr/>
            <p:nvPr/>
          </p:nvSpPr>
          <p:spPr>
            <a:xfrm>
              <a:off x="7340048" y="3681302"/>
              <a:ext cx="182167" cy="49308"/>
            </a:xfrm>
            <a:custGeom>
              <a:rect b="b" l="l" r="r" t="t"/>
              <a:pathLst>
                <a:path extrusionOk="0" h="1535" w="5671">
                  <a:moveTo>
                    <a:pt x="465" y="0"/>
                  </a:moveTo>
                  <a:cubicBezTo>
                    <a:pt x="378" y="0"/>
                    <a:pt x="304" y="61"/>
                    <a:pt x="284" y="143"/>
                  </a:cubicBezTo>
                  <a:lnTo>
                    <a:pt x="7" y="1306"/>
                  </a:lnTo>
                  <a:lnTo>
                    <a:pt x="0" y="1516"/>
                  </a:lnTo>
                  <a:lnTo>
                    <a:pt x="2897" y="1465"/>
                  </a:lnTo>
                  <a:lnTo>
                    <a:pt x="5671" y="1535"/>
                  </a:lnTo>
                  <a:lnTo>
                    <a:pt x="5645" y="1307"/>
                  </a:lnTo>
                  <a:lnTo>
                    <a:pt x="5367" y="145"/>
                  </a:lnTo>
                  <a:cubicBezTo>
                    <a:pt x="5345" y="61"/>
                    <a:pt x="5271" y="0"/>
                    <a:pt x="5184" y="0"/>
                  </a:cubicBezTo>
                  <a:close/>
                </a:path>
              </a:pathLst>
            </a:custGeom>
            <a:solidFill>
              <a:schemeClr val="lt2"/>
            </a:solidFill>
            <a:ln>
              <a:noFill/>
            </a:ln>
          </p:spPr>
          <p:txBody>
            <a:bodyPr anchorCtr="0" anchor="ctr" bIns="125250" lIns="125250" spcFirstLastPara="1" rIns="125250" wrap="square" tIns="125250">
              <a:noAutofit/>
            </a:bodyPr>
            <a:lstStyle/>
            <a:p>
              <a:pPr indent="0" lvl="0" marL="0" marR="0" rtl="0" algn="l">
                <a:lnSpc>
                  <a:spcPct val="100000"/>
                </a:lnSpc>
                <a:spcBef>
                  <a:spcPts val="0"/>
                </a:spcBef>
                <a:spcAft>
                  <a:spcPts val="0"/>
                </a:spcAft>
                <a:buClr>
                  <a:srgbClr val="000000"/>
                </a:buClr>
                <a:buSzPts val="1918"/>
                <a:buFont typeface="Arial"/>
                <a:buNone/>
              </a:pPr>
              <a:r>
                <a:t/>
              </a:r>
              <a:endParaRPr b="0" i="0" sz="1918" u="none" cap="none" strike="noStrike">
                <a:solidFill>
                  <a:srgbClr val="000000"/>
                </a:solidFill>
                <a:latin typeface="Arial"/>
                <a:ea typeface="Arial"/>
                <a:cs typeface="Arial"/>
                <a:sym typeface="Arial"/>
              </a:endParaRPr>
            </a:p>
          </p:txBody>
        </p:sp>
        <p:sp>
          <p:nvSpPr>
            <p:cNvPr id="1664" name="Google Shape;1664;p22"/>
            <p:cNvSpPr/>
            <p:nvPr/>
          </p:nvSpPr>
          <p:spPr>
            <a:xfrm>
              <a:off x="7338217" y="3723224"/>
              <a:ext cx="185058" cy="8416"/>
            </a:xfrm>
            <a:custGeom>
              <a:rect b="b" l="l" r="r" t="t"/>
              <a:pathLst>
                <a:path extrusionOk="0" h="262" w="5761">
                  <a:moveTo>
                    <a:pt x="63" y="1"/>
                  </a:moveTo>
                  <a:lnTo>
                    <a:pt x="1" y="261"/>
                  </a:lnTo>
                  <a:lnTo>
                    <a:pt x="5761" y="261"/>
                  </a:lnTo>
                  <a:lnTo>
                    <a:pt x="5699" y="1"/>
                  </a:lnTo>
                  <a:close/>
                </a:path>
              </a:pathLst>
            </a:custGeom>
            <a:solidFill>
              <a:srgbClr val="D94F88"/>
            </a:solidFill>
            <a:ln>
              <a:noFill/>
            </a:ln>
          </p:spPr>
          <p:txBody>
            <a:bodyPr anchorCtr="0" anchor="ctr" bIns="125250" lIns="125250" spcFirstLastPara="1" rIns="125250" wrap="square" tIns="125250">
              <a:noAutofit/>
            </a:bodyPr>
            <a:lstStyle/>
            <a:p>
              <a:pPr indent="0" lvl="0" marL="0" marR="0" rtl="0" algn="l">
                <a:lnSpc>
                  <a:spcPct val="100000"/>
                </a:lnSpc>
                <a:spcBef>
                  <a:spcPts val="0"/>
                </a:spcBef>
                <a:spcAft>
                  <a:spcPts val="0"/>
                </a:spcAft>
                <a:buClr>
                  <a:srgbClr val="000000"/>
                </a:buClr>
                <a:buSzPts val="1918"/>
                <a:buFont typeface="Arial"/>
                <a:buNone/>
              </a:pPr>
              <a:r>
                <a:t/>
              </a:r>
              <a:endParaRPr b="0" i="0" sz="1918" u="none" cap="none" strike="noStrike">
                <a:solidFill>
                  <a:srgbClr val="000000"/>
                </a:solidFill>
                <a:latin typeface="Arial"/>
                <a:ea typeface="Arial"/>
                <a:cs typeface="Arial"/>
                <a:sym typeface="Arial"/>
              </a:endParaRPr>
            </a:p>
          </p:txBody>
        </p:sp>
        <p:sp>
          <p:nvSpPr>
            <p:cNvPr id="1665" name="Google Shape;1665;p22"/>
            <p:cNvSpPr/>
            <p:nvPr/>
          </p:nvSpPr>
          <p:spPr>
            <a:xfrm>
              <a:off x="7413933" y="3608895"/>
              <a:ext cx="33664" cy="35913"/>
            </a:xfrm>
            <a:custGeom>
              <a:rect b="b" l="l" r="r" t="t"/>
              <a:pathLst>
                <a:path extrusionOk="0" h="1118" w="1048">
                  <a:moveTo>
                    <a:pt x="1" y="0"/>
                  </a:moveTo>
                  <a:cubicBezTo>
                    <a:pt x="61" y="175"/>
                    <a:pt x="1" y="363"/>
                    <a:pt x="1" y="559"/>
                  </a:cubicBezTo>
                  <a:cubicBezTo>
                    <a:pt x="1" y="754"/>
                    <a:pt x="61" y="942"/>
                    <a:pt x="1" y="1118"/>
                  </a:cubicBezTo>
                  <a:lnTo>
                    <a:pt x="1047" y="1118"/>
                  </a:lnTo>
                  <a:cubicBezTo>
                    <a:pt x="986" y="942"/>
                    <a:pt x="1047" y="754"/>
                    <a:pt x="1047" y="559"/>
                  </a:cubicBezTo>
                  <a:cubicBezTo>
                    <a:pt x="1047" y="362"/>
                    <a:pt x="986" y="174"/>
                    <a:pt x="1047" y="0"/>
                  </a:cubicBezTo>
                  <a:close/>
                </a:path>
              </a:pathLst>
            </a:custGeom>
            <a:solidFill>
              <a:srgbClr val="000000">
                <a:alpha val="13330"/>
              </a:srgbClr>
            </a:solidFill>
            <a:ln>
              <a:noFill/>
            </a:ln>
          </p:spPr>
          <p:txBody>
            <a:bodyPr anchorCtr="0" anchor="ctr" bIns="125250" lIns="125250" spcFirstLastPara="1" rIns="125250" wrap="square" tIns="125250">
              <a:noAutofit/>
            </a:bodyPr>
            <a:lstStyle/>
            <a:p>
              <a:pPr indent="0" lvl="0" marL="0" marR="0" rtl="0" algn="l">
                <a:lnSpc>
                  <a:spcPct val="100000"/>
                </a:lnSpc>
                <a:spcBef>
                  <a:spcPts val="0"/>
                </a:spcBef>
                <a:spcAft>
                  <a:spcPts val="0"/>
                </a:spcAft>
                <a:buClr>
                  <a:srgbClr val="000000"/>
                </a:buClr>
                <a:buSzPts val="1918"/>
                <a:buFont typeface="Arial"/>
                <a:buNone/>
              </a:pPr>
              <a:r>
                <a:t/>
              </a:r>
              <a:endParaRPr b="0" i="0" sz="1918" u="none" cap="none" strike="noStrike">
                <a:solidFill>
                  <a:srgbClr val="000000"/>
                </a:solidFill>
                <a:latin typeface="Arial"/>
                <a:ea typeface="Arial"/>
                <a:cs typeface="Arial"/>
                <a:sym typeface="Arial"/>
              </a:endParaRPr>
            </a:p>
          </p:txBody>
        </p:sp>
        <p:sp>
          <p:nvSpPr>
            <p:cNvPr id="1666" name="Google Shape;1666;p22"/>
            <p:cNvSpPr/>
            <p:nvPr/>
          </p:nvSpPr>
          <p:spPr>
            <a:xfrm>
              <a:off x="7360350" y="3698071"/>
              <a:ext cx="16768" cy="16768"/>
            </a:xfrm>
            <a:custGeom>
              <a:rect b="b" l="l" r="r" t="t"/>
              <a:pathLst>
                <a:path extrusionOk="0" h="522" w="522">
                  <a:moveTo>
                    <a:pt x="261" y="1"/>
                  </a:moveTo>
                  <a:cubicBezTo>
                    <a:pt x="118" y="1"/>
                    <a:pt x="1" y="118"/>
                    <a:pt x="1" y="261"/>
                  </a:cubicBezTo>
                  <a:cubicBezTo>
                    <a:pt x="1" y="406"/>
                    <a:pt x="118" y="522"/>
                    <a:pt x="261" y="522"/>
                  </a:cubicBezTo>
                  <a:cubicBezTo>
                    <a:pt x="406" y="522"/>
                    <a:pt x="522" y="406"/>
                    <a:pt x="522" y="261"/>
                  </a:cubicBezTo>
                  <a:cubicBezTo>
                    <a:pt x="522" y="118"/>
                    <a:pt x="406" y="1"/>
                    <a:pt x="261" y="1"/>
                  </a:cubicBezTo>
                  <a:close/>
                </a:path>
              </a:pathLst>
            </a:custGeom>
            <a:solidFill>
              <a:srgbClr val="000000">
                <a:alpha val="13330"/>
              </a:srgbClr>
            </a:solidFill>
            <a:ln>
              <a:noFill/>
            </a:ln>
          </p:spPr>
          <p:txBody>
            <a:bodyPr anchorCtr="0" anchor="ctr" bIns="125250" lIns="125250" spcFirstLastPara="1" rIns="125250" wrap="square" tIns="125250">
              <a:noAutofit/>
            </a:bodyPr>
            <a:lstStyle/>
            <a:p>
              <a:pPr indent="0" lvl="0" marL="0" marR="0" rtl="0" algn="l">
                <a:lnSpc>
                  <a:spcPct val="100000"/>
                </a:lnSpc>
                <a:spcBef>
                  <a:spcPts val="0"/>
                </a:spcBef>
                <a:spcAft>
                  <a:spcPts val="0"/>
                </a:spcAft>
                <a:buClr>
                  <a:srgbClr val="000000"/>
                </a:buClr>
                <a:buSzPts val="1918"/>
                <a:buFont typeface="Arial"/>
                <a:buNone/>
              </a:pPr>
              <a:r>
                <a:t/>
              </a:r>
              <a:endParaRPr b="0" i="0" sz="1918" u="none" cap="none" strike="noStrike">
                <a:solidFill>
                  <a:srgbClr val="000000"/>
                </a:solidFill>
                <a:latin typeface="Arial"/>
                <a:ea typeface="Arial"/>
                <a:cs typeface="Arial"/>
                <a:sym typeface="Arial"/>
              </a:endParaRPr>
            </a:p>
          </p:txBody>
        </p:sp>
        <p:sp>
          <p:nvSpPr>
            <p:cNvPr id="1667" name="Google Shape;1667;p22"/>
            <p:cNvSpPr/>
            <p:nvPr/>
          </p:nvSpPr>
          <p:spPr>
            <a:xfrm>
              <a:off x="7484349" y="3698071"/>
              <a:ext cx="16768" cy="16768"/>
            </a:xfrm>
            <a:custGeom>
              <a:rect b="b" l="l" r="r" t="t"/>
              <a:pathLst>
                <a:path extrusionOk="0" h="522" w="522">
                  <a:moveTo>
                    <a:pt x="261" y="1"/>
                  </a:moveTo>
                  <a:cubicBezTo>
                    <a:pt x="118" y="1"/>
                    <a:pt x="0" y="118"/>
                    <a:pt x="0" y="261"/>
                  </a:cubicBezTo>
                  <a:cubicBezTo>
                    <a:pt x="0" y="406"/>
                    <a:pt x="118" y="522"/>
                    <a:pt x="261" y="522"/>
                  </a:cubicBezTo>
                  <a:cubicBezTo>
                    <a:pt x="406" y="522"/>
                    <a:pt x="521" y="406"/>
                    <a:pt x="521" y="261"/>
                  </a:cubicBezTo>
                  <a:cubicBezTo>
                    <a:pt x="521" y="118"/>
                    <a:pt x="406" y="1"/>
                    <a:pt x="261" y="1"/>
                  </a:cubicBezTo>
                  <a:close/>
                </a:path>
              </a:pathLst>
            </a:custGeom>
            <a:solidFill>
              <a:srgbClr val="000000">
                <a:alpha val="13330"/>
              </a:srgbClr>
            </a:solidFill>
            <a:ln>
              <a:noFill/>
            </a:ln>
          </p:spPr>
          <p:txBody>
            <a:bodyPr anchorCtr="0" anchor="ctr" bIns="125250" lIns="125250" spcFirstLastPara="1" rIns="125250" wrap="square" tIns="125250">
              <a:noAutofit/>
            </a:bodyPr>
            <a:lstStyle/>
            <a:p>
              <a:pPr indent="0" lvl="0" marL="0" marR="0" rtl="0" algn="l">
                <a:lnSpc>
                  <a:spcPct val="100000"/>
                </a:lnSpc>
                <a:spcBef>
                  <a:spcPts val="0"/>
                </a:spcBef>
                <a:spcAft>
                  <a:spcPts val="0"/>
                </a:spcAft>
                <a:buClr>
                  <a:srgbClr val="000000"/>
                </a:buClr>
                <a:buSzPts val="1918"/>
                <a:buFont typeface="Arial"/>
                <a:buNone/>
              </a:pPr>
              <a:r>
                <a:t/>
              </a:r>
              <a:endParaRPr b="0" i="0" sz="1918" u="none" cap="none" strike="noStrike">
                <a:solidFill>
                  <a:srgbClr val="000000"/>
                </a:solidFill>
                <a:latin typeface="Arial"/>
                <a:ea typeface="Arial"/>
                <a:cs typeface="Arial"/>
                <a:sym typeface="Arial"/>
              </a:endParaRPr>
            </a:p>
          </p:txBody>
        </p:sp>
        <p:sp>
          <p:nvSpPr>
            <p:cNvPr id="1668" name="Google Shape;1668;p22"/>
            <p:cNvSpPr/>
            <p:nvPr/>
          </p:nvSpPr>
          <p:spPr>
            <a:xfrm>
              <a:off x="7462055" y="3701990"/>
              <a:ext cx="8962" cy="8994"/>
            </a:xfrm>
            <a:custGeom>
              <a:rect b="b" l="l" r="r" t="t"/>
              <a:pathLst>
                <a:path extrusionOk="0" h="280" w="279">
                  <a:moveTo>
                    <a:pt x="140" y="0"/>
                  </a:moveTo>
                  <a:cubicBezTo>
                    <a:pt x="63" y="0"/>
                    <a:pt x="1" y="62"/>
                    <a:pt x="1" y="139"/>
                  </a:cubicBezTo>
                  <a:cubicBezTo>
                    <a:pt x="1" y="217"/>
                    <a:pt x="63" y="280"/>
                    <a:pt x="140" y="280"/>
                  </a:cubicBezTo>
                  <a:cubicBezTo>
                    <a:pt x="217" y="280"/>
                    <a:pt x="279" y="217"/>
                    <a:pt x="279" y="139"/>
                  </a:cubicBezTo>
                  <a:cubicBezTo>
                    <a:pt x="279" y="62"/>
                    <a:pt x="217" y="0"/>
                    <a:pt x="140" y="0"/>
                  </a:cubicBezTo>
                  <a:close/>
                </a:path>
              </a:pathLst>
            </a:custGeom>
            <a:solidFill>
              <a:srgbClr val="000000">
                <a:alpha val="13330"/>
              </a:srgbClr>
            </a:solidFill>
            <a:ln>
              <a:noFill/>
            </a:ln>
          </p:spPr>
          <p:txBody>
            <a:bodyPr anchorCtr="0" anchor="ctr" bIns="125250" lIns="125250" spcFirstLastPara="1" rIns="125250" wrap="square" tIns="125250">
              <a:noAutofit/>
            </a:bodyPr>
            <a:lstStyle/>
            <a:p>
              <a:pPr indent="0" lvl="0" marL="0" marR="0" rtl="0" algn="l">
                <a:lnSpc>
                  <a:spcPct val="100000"/>
                </a:lnSpc>
                <a:spcBef>
                  <a:spcPts val="0"/>
                </a:spcBef>
                <a:spcAft>
                  <a:spcPts val="0"/>
                </a:spcAft>
                <a:buClr>
                  <a:srgbClr val="000000"/>
                </a:buClr>
                <a:buSzPts val="1918"/>
                <a:buFont typeface="Arial"/>
                <a:buNone/>
              </a:pPr>
              <a:r>
                <a:t/>
              </a:r>
              <a:endParaRPr b="0" i="0" sz="1918" u="none" cap="none" strike="noStrike">
                <a:solidFill>
                  <a:srgbClr val="000000"/>
                </a:solidFill>
                <a:latin typeface="Arial"/>
                <a:ea typeface="Arial"/>
                <a:cs typeface="Arial"/>
                <a:sym typeface="Arial"/>
              </a:endParaRPr>
            </a:p>
          </p:txBody>
        </p:sp>
        <p:sp>
          <p:nvSpPr>
            <p:cNvPr id="1669" name="Google Shape;1669;p22"/>
            <p:cNvSpPr/>
            <p:nvPr/>
          </p:nvSpPr>
          <p:spPr>
            <a:xfrm>
              <a:off x="7390483" y="3701990"/>
              <a:ext cx="8962" cy="8994"/>
            </a:xfrm>
            <a:custGeom>
              <a:rect b="b" l="l" r="r" t="t"/>
              <a:pathLst>
                <a:path extrusionOk="0" h="280" w="279">
                  <a:moveTo>
                    <a:pt x="140" y="0"/>
                  </a:moveTo>
                  <a:cubicBezTo>
                    <a:pt x="63" y="0"/>
                    <a:pt x="1" y="62"/>
                    <a:pt x="1" y="139"/>
                  </a:cubicBezTo>
                  <a:cubicBezTo>
                    <a:pt x="1" y="217"/>
                    <a:pt x="63" y="280"/>
                    <a:pt x="140" y="280"/>
                  </a:cubicBezTo>
                  <a:cubicBezTo>
                    <a:pt x="217" y="280"/>
                    <a:pt x="279" y="217"/>
                    <a:pt x="279" y="139"/>
                  </a:cubicBezTo>
                  <a:cubicBezTo>
                    <a:pt x="279" y="62"/>
                    <a:pt x="217" y="0"/>
                    <a:pt x="140" y="0"/>
                  </a:cubicBezTo>
                  <a:close/>
                </a:path>
              </a:pathLst>
            </a:custGeom>
            <a:solidFill>
              <a:srgbClr val="000000">
                <a:alpha val="13330"/>
              </a:srgbClr>
            </a:solidFill>
            <a:ln>
              <a:noFill/>
            </a:ln>
          </p:spPr>
          <p:txBody>
            <a:bodyPr anchorCtr="0" anchor="ctr" bIns="125250" lIns="125250" spcFirstLastPara="1" rIns="125250" wrap="square" tIns="125250">
              <a:noAutofit/>
            </a:bodyPr>
            <a:lstStyle/>
            <a:p>
              <a:pPr indent="0" lvl="0" marL="0" marR="0" rtl="0" algn="l">
                <a:lnSpc>
                  <a:spcPct val="100000"/>
                </a:lnSpc>
                <a:spcBef>
                  <a:spcPts val="0"/>
                </a:spcBef>
                <a:spcAft>
                  <a:spcPts val="0"/>
                </a:spcAft>
                <a:buClr>
                  <a:srgbClr val="000000"/>
                </a:buClr>
                <a:buSzPts val="1918"/>
                <a:buFont typeface="Arial"/>
                <a:buNone/>
              </a:pPr>
              <a:r>
                <a:t/>
              </a:r>
              <a:endParaRPr b="0" i="0" sz="1918" u="none" cap="none" strike="noStrike">
                <a:solidFill>
                  <a:srgbClr val="000000"/>
                </a:solidFill>
                <a:latin typeface="Arial"/>
                <a:ea typeface="Arial"/>
                <a:cs typeface="Arial"/>
                <a:sym typeface="Arial"/>
              </a:endParaRPr>
            </a:p>
          </p:txBody>
        </p:sp>
        <p:sp>
          <p:nvSpPr>
            <p:cNvPr id="1670" name="Google Shape;1670;p22"/>
            <p:cNvSpPr/>
            <p:nvPr/>
          </p:nvSpPr>
          <p:spPr>
            <a:xfrm>
              <a:off x="7408344" y="3701990"/>
              <a:ext cx="44907" cy="8994"/>
            </a:xfrm>
            <a:custGeom>
              <a:rect b="b" l="l" r="r" t="t"/>
              <a:pathLst>
                <a:path extrusionOk="0" h="280" w="1398">
                  <a:moveTo>
                    <a:pt x="140" y="0"/>
                  </a:moveTo>
                  <a:cubicBezTo>
                    <a:pt x="63" y="0"/>
                    <a:pt x="1" y="62"/>
                    <a:pt x="1" y="141"/>
                  </a:cubicBezTo>
                  <a:cubicBezTo>
                    <a:pt x="1" y="216"/>
                    <a:pt x="62" y="280"/>
                    <a:pt x="140" y="280"/>
                  </a:cubicBezTo>
                  <a:lnTo>
                    <a:pt x="1257" y="280"/>
                  </a:lnTo>
                  <a:cubicBezTo>
                    <a:pt x="1334" y="280"/>
                    <a:pt x="1398" y="216"/>
                    <a:pt x="1398" y="141"/>
                  </a:cubicBezTo>
                  <a:cubicBezTo>
                    <a:pt x="1398" y="64"/>
                    <a:pt x="1336" y="0"/>
                    <a:pt x="1257" y="0"/>
                  </a:cubicBezTo>
                  <a:close/>
                </a:path>
              </a:pathLst>
            </a:custGeom>
            <a:solidFill>
              <a:srgbClr val="000000">
                <a:alpha val="13330"/>
              </a:srgbClr>
            </a:solidFill>
            <a:ln>
              <a:noFill/>
            </a:ln>
          </p:spPr>
          <p:txBody>
            <a:bodyPr anchorCtr="0" anchor="ctr" bIns="125250" lIns="125250" spcFirstLastPara="1" rIns="125250" wrap="square" tIns="125250">
              <a:noAutofit/>
            </a:bodyPr>
            <a:lstStyle/>
            <a:p>
              <a:pPr indent="0" lvl="0" marL="0" marR="0" rtl="0" algn="l">
                <a:lnSpc>
                  <a:spcPct val="100000"/>
                </a:lnSpc>
                <a:spcBef>
                  <a:spcPts val="0"/>
                </a:spcBef>
                <a:spcAft>
                  <a:spcPts val="0"/>
                </a:spcAft>
                <a:buClr>
                  <a:srgbClr val="000000"/>
                </a:buClr>
                <a:buSzPts val="1918"/>
                <a:buFont typeface="Arial"/>
                <a:buNone/>
              </a:pPr>
              <a:r>
                <a:t/>
              </a:r>
              <a:endParaRPr b="0" i="0" sz="1918" u="none" cap="none" strike="noStrike">
                <a:solidFill>
                  <a:srgbClr val="000000"/>
                </a:solidFill>
                <a:latin typeface="Arial"/>
                <a:ea typeface="Arial"/>
                <a:cs typeface="Arial"/>
                <a:sym typeface="Arial"/>
              </a:endParaRPr>
            </a:p>
          </p:txBody>
        </p:sp>
        <p:sp>
          <p:nvSpPr>
            <p:cNvPr id="1671" name="Google Shape;1671;p22"/>
            <p:cNvSpPr/>
            <p:nvPr/>
          </p:nvSpPr>
          <p:spPr>
            <a:xfrm>
              <a:off x="7340690" y="3604333"/>
              <a:ext cx="44907" cy="44907"/>
            </a:xfrm>
            <a:custGeom>
              <a:rect b="b" l="l" r="r" t="t"/>
              <a:pathLst>
                <a:path extrusionOk="0" h="1398" w="1398">
                  <a:moveTo>
                    <a:pt x="698" y="280"/>
                  </a:moveTo>
                  <a:cubicBezTo>
                    <a:pt x="804" y="280"/>
                    <a:pt x="897" y="317"/>
                    <a:pt x="972" y="381"/>
                  </a:cubicBezTo>
                  <a:lnTo>
                    <a:pt x="873" y="439"/>
                  </a:lnTo>
                  <a:cubicBezTo>
                    <a:pt x="807" y="478"/>
                    <a:pt x="785" y="563"/>
                    <a:pt x="823" y="630"/>
                  </a:cubicBezTo>
                  <a:cubicBezTo>
                    <a:pt x="849" y="676"/>
                    <a:pt x="895" y="699"/>
                    <a:pt x="944" y="699"/>
                  </a:cubicBezTo>
                  <a:cubicBezTo>
                    <a:pt x="968" y="699"/>
                    <a:pt x="994" y="694"/>
                    <a:pt x="1015" y="679"/>
                  </a:cubicBezTo>
                  <a:lnTo>
                    <a:pt x="1112" y="623"/>
                  </a:lnTo>
                  <a:cubicBezTo>
                    <a:pt x="1117" y="649"/>
                    <a:pt x="1120" y="673"/>
                    <a:pt x="1120" y="699"/>
                  </a:cubicBezTo>
                  <a:cubicBezTo>
                    <a:pt x="1117" y="882"/>
                    <a:pt x="1001" y="1038"/>
                    <a:pt x="837" y="1096"/>
                  </a:cubicBezTo>
                  <a:lnTo>
                    <a:pt x="837" y="980"/>
                  </a:lnTo>
                  <a:cubicBezTo>
                    <a:pt x="837" y="902"/>
                    <a:pt x="775" y="840"/>
                    <a:pt x="698" y="840"/>
                  </a:cubicBezTo>
                  <a:cubicBezTo>
                    <a:pt x="622" y="840"/>
                    <a:pt x="559" y="904"/>
                    <a:pt x="559" y="980"/>
                  </a:cubicBezTo>
                  <a:lnTo>
                    <a:pt x="559" y="1096"/>
                  </a:lnTo>
                  <a:cubicBezTo>
                    <a:pt x="396" y="1038"/>
                    <a:pt x="278" y="882"/>
                    <a:pt x="278" y="699"/>
                  </a:cubicBezTo>
                  <a:cubicBezTo>
                    <a:pt x="278" y="673"/>
                    <a:pt x="280" y="649"/>
                    <a:pt x="286" y="623"/>
                  </a:cubicBezTo>
                  <a:lnTo>
                    <a:pt x="381" y="679"/>
                  </a:lnTo>
                  <a:cubicBezTo>
                    <a:pt x="403" y="692"/>
                    <a:pt x="429" y="699"/>
                    <a:pt x="452" y="699"/>
                  </a:cubicBezTo>
                  <a:cubicBezTo>
                    <a:pt x="501" y="699"/>
                    <a:pt x="546" y="673"/>
                    <a:pt x="574" y="630"/>
                  </a:cubicBezTo>
                  <a:cubicBezTo>
                    <a:pt x="613" y="563"/>
                    <a:pt x="590" y="478"/>
                    <a:pt x="523" y="439"/>
                  </a:cubicBezTo>
                  <a:lnTo>
                    <a:pt x="425" y="381"/>
                  </a:lnTo>
                  <a:cubicBezTo>
                    <a:pt x="498" y="317"/>
                    <a:pt x="593" y="280"/>
                    <a:pt x="698" y="280"/>
                  </a:cubicBezTo>
                  <a:close/>
                  <a:moveTo>
                    <a:pt x="698" y="0"/>
                  </a:moveTo>
                  <a:cubicBezTo>
                    <a:pt x="313" y="0"/>
                    <a:pt x="0" y="314"/>
                    <a:pt x="0" y="699"/>
                  </a:cubicBezTo>
                  <a:cubicBezTo>
                    <a:pt x="0" y="1084"/>
                    <a:pt x="313" y="1397"/>
                    <a:pt x="698" y="1397"/>
                  </a:cubicBezTo>
                  <a:cubicBezTo>
                    <a:pt x="1083" y="1397"/>
                    <a:pt x="1397" y="1084"/>
                    <a:pt x="1397" y="699"/>
                  </a:cubicBezTo>
                  <a:cubicBezTo>
                    <a:pt x="1397" y="316"/>
                    <a:pt x="1083" y="0"/>
                    <a:pt x="698" y="0"/>
                  </a:cubicBezTo>
                  <a:close/>
                </a:path>
              </a:pathLst>
            </a:custGeom>
            <a:solidFill>
              <a:srgbClr val="000000">
                <a:alpha val="13330"/>
              </a:srgbClr>
            </a:solidFill>
            <a:ln>
              <a:noFill/>
            </a:ln>
          </p:spPr>
          <p:txBody>
            <a:bodyPr anchorCtr="0" anchor="ctr" bIns="125250" lIns="125250" spcFirstLastPara="1" rIns="125250" wrap="square" tIns="125250">
              <a:noAutofit/>
            </a:bodyPr>
            <a:lstStyle/>
            <a:p>
              <a:pPr indent="0" lvl="0" marL="0" marR="0" rtl="0" algn="l">
                <a:lnSpc>
                  <a:spcPct val="100000"/>
                </a:lnSpc>
                <a:spcBef>
                  <a:spcPts val="0"/>
                </a:spcBef>
                <a:spcAft>
                  <a:spcPts val="0"/>
                </a:spcAft>
                <a:buClr>
                  <a:srgbClr val="000000"/>
                </a:buClr>
                <a:buSzPts val="1918"/>
                <a:buFont typeface="Arial"/>
                <a:buNone/>
              </a:pPr>
              <a:r>
                <a:t/>
              </a:r>
              <a:endParaRPr b="0" i="0" sz="1918" u="none" cap="none" strike="noStrike">
                <a:solidFill>
                  <a:srgbClr val="000000"/>
                </a:solidFill>
                <a:latin typeface="Arial"/>
                <a:ea typeface="Arial"/>
                <a:cs typeface="Arial"/>
                <a:sym typeface="Arial"/>
              </a:endParaRPr>
            </a:p>
          </p:txBody>
        </p:sp>
        <p:sp>
          <p:nvSpPr>
            <p:cNvPr id="1672" name="Google Shape;1672;p22"/>
            <p:cNvSpPr/>
            <p:nvPr/>
          </p:nvSpPr>
          <p:spPr>
            <a:xfrm>
              <a:off x="7476029" y="3604333"/>
              <a:ext cx="44907" cy="44907"/>
            </a:xfrm>
            <a:custGeom>
              <a:rect b="b" l="l" r="r" t="t"/>
              <a:pathLst>
                <a:path extrusionOk="0" h="1398" w="1398">
                  <a:moveTo>
                    <a:pt x="698" y="281"/>
                  </a:moveTo>
                  <a:cubicBezTo>
                    <a:pt x="804" y="281"/>
                    <a:pt x="898" y="319"/>
                    <a:pt x="971" y="382"/>
                  </a:cubicBezTo>
                  <a:lnTo>
                    <a:pt x="873" y="439"/>
                  </a:lnTo>
                  <a:cubicBezTo>
                    <a:pt x="806" y="478"/>
                    <a:pt x="785" y="563"/>
                    <a:pt x="822" y="630"/>
                  </a:cubicBezTo>
                  <a:cubicBezTo>
                    <a:pt x="848" y="676"/>
                    <a:pt x="895" y="699"/>
                    <a:pt x="944" y="699"/>
                  </a:cubicBezTo>
                  <a:cubicBezTo>
                    <a:pt x="967" y="699"/>
                    <a:pt x="993" y="694"/>
                    <a:pt x="1015" y="679"/>
                  </a:cubicBezTo>
                  <a:lnTo>
                    <a:pt x="1110" y="623"/>
                  </a:lnTo>
                  <a:cubicBezTo>
                    <a:pt x="1115" y="649"/>
                    <a:pt x="1118" y="673"/>
                    <a:pt x="1118" y="699"/>
                  </a:cubicBezTo>
                  <a:cubicBezTo>
                    <a:pt x="1118" y="882"/>
                    <a:pt x="1000" y="1038"/>
                    <a:pt x="837" y="1096"/>
                  </a:cubicBezTo>
                  <a:lnTo>
                    <a:pt x="837" y="980"/>
                  </a:lnTo>
                  <a:cubicBezTo>
                    <a:pt x="837" y="902"/>
                    <a:pt x="775" y="840"/>
                    <a:pt x="698" y="840"/>
                  </a:cubicBezTo>
                  <a:cubicBezTo>
                    <a:pt x="620" y="840"/>
                    <a:pt x="559" y="904"/>
                    <a:pt x="559" y="980"/>
                  </a:cubicBezTo>
                  <a:lnTo>
                    <a:pt x="559" y="1096"/>
                  </a:lnTo>
                  <a:cubicBezTo>
                    <a:pt x="395" y="1038"/>
                    <a:pt x="278" y="882"/>
                    <a:pt x="278" y="699"/>
                  </a:cubicBezTo>
                  <a:cubicBezTo>
                    <a:pt x="278" y="673"/>
                    <a:pt x="280" y="649"/>
                    <a:pt x="285" y="623"/>
                  </a:cubicBezTo>
                  <a:lnTo>
                    <a:pt x="379" y="679"/>
                  </a:lnTo>
                  <a:cubicBezTo>
                    <a:pt x="401" y="692"/>
                    <a:pt x="427" y="699"/>
                    <a:pt x="450" y="699"/>
                  </a:cubicBezTo>
                  <a:cubicBezTo>
                    <a:pt x="500" y="699"/>
                    <a:pt x="544" y="673"/>
                    <a:pt x="572" y="630"/>
                  </a:cubicBezTo>
                  <a:cubicBezTo>
                    <a:pt x="611" y="563"/>
                    <a:pt x="588" y="478"/>
                    <a:pt x="521" y="439"/>
                  </a:cubicBezTo>
                  <a:lnTo>
                    <a:pt x="424" y="382"/>
                  </a:lnTo>
                  <a:cubicBezTo>
                    <a:pt x="500" y="319"/>
                    <a:pt x="594" y="281"/>
                    <a:pt x="698" y="281"/>
                  </a:cubicBezTo>
                  <a:close/>
                  <a:moveTo>
                    <a:pt x="698" y="0"/>
                  </a:moveTo>
                  <a:cubicBezTo>
                    <a:pt x="313" y="0"/>
                    <a:pt x="0" y="314"/>
                    <a:pt x="0" y="699"/>
                  </a:cubicBezTo>
                  <a:cubicBezTo>
                    <a:pt x="0" y="1084"/>
                    <a:pt x="313" y="1397"/>
                    <a:pt x="698" y="1397"/>
                  </a:cubicBezTo>
                  <a:cubicBezTo>
                    <a:pt x="1083" y="1397"/>
                    <a:pt x="1397" y="1084"/>
                    <a:pt x="1397" y="699"/>
                  </a:cubicBezTo>
                  <a:cubicBezTo>
                    <a:pt x="1397" y="316"/>
                    <a:pt x="1083" y="0"/>
                    <a:pt x="698" y="0"/>
                  </a:cubicBezTo>
                  <a:close/>
                </a:path>
              </a:pathLst>
            </a:custGeom>
            <a:solidFill>
              <a:srgbClr val="000000">
                <a:alpha val="13330"/>
              </a:srgbClr>
            </a:solidFill>
            <a:ln>
              <a:noFill/>
            </a:ln>
          </p:spPr>
          <p:txBody>
            <a:bodyPr anchorCtr="0" anchor="ctr" bIns="125250" lIns="125250" spcFirstLastPara="1" rIns="125250" wrap="square" tIns="125250">
              <a:noAutofit/>
            </a:bodyPr>
            <a:lstStyle/>
            <a:p>
              <a:pPr indent="0" lvl="0" marL="0" marR="0" rtl="0" algn="l">
                <a:lnSpc>
                  <a:spcPct val="100000"/>
                </a:lnSpc>
                <a:spcBef>
                  <a:spcPts val="0"/>
                </a:spcBef>
                <a:spcAft>
                  <a:spcPts val="0"/>
                </a:spcAft>
                <a:buClr>
                  <a:srgbClr val="000000"/>
                </a:buClr>
                <a:buSzPts val="1918"/>
                <a:buFont typeface="Arial"/>
                <a:buNone/>
              </a:pPr>
              <a:r>
                <a:t/>
              </a:r>
              <a:endParaRPr b="0" i="0" sz="1918" u="none" cap="none" strike="noStrike">
                <a:solidFill>
                  <a:srgbClr val="000000"/>
                </a:solidFill>
                <a:latin typeface="Arial"/>
                <a:ea typeface="Arial"/>
                <a:cs typeface="Arial"/>
                <a:sym typeface="Arial"/>
              </a:endParaRPr>
            </a:p>
          </p:txBody>
        </p:sp>
        <p:sp>
          <p:nvSpPr>
            <p:cNvPr id="1673" name="Google Shape;1673;p22"/>
            <p:cNvSpPr/>
            <p:nvPr/>
          </p:nvSpPr>
          <p:spPr>
            <a:xfrm>
              <a:off x="7340979" y="3568483"/>
              <a:ext cx="179597" cy="8994"/>
            </a:xfrm>
            <a:custGeom>
              <a:rect b="b" l="l" r="r" t="t"/>
              <a:pathLst>
                <a:path extrusionOk="0" h="280" w="5591">
                  <a:moveTo>
                    <a:pt x="139" y="0"/>
                  </a:moveTo>
                  <a:cubicBezTo>
                    <a:pt x="62" y="0"/>
                    <a:pt x="0" y="62"/>
                    <a:pt x="0" y="139"/>
                  </a:cubicBezTo>
                  <a:cubicBezTo>
                    <a:pt x="0" y="216"/>
                    <a:pt x="61" y="279"/>
                    <a:pt x="139" y="279"/>
                  </a:cubicBezTo>
                  <a:lnTo>
                    <a:pt x="5452" y="279"/>
                  </a:lnTo>
                  <a:cubicBezTo>
                    <a:pt x="5529" y="279"/>
                    <a:pt x="5591" y="216"/>
                    <a:pt x="5591" y="139"/>
                  </a:cubicBezTo>
                  <a:cubicBezTo>
                    <a:pt x="5591" y="64"/>
                    <a:pt x="5530" y="0"/>
                    <a:pt x="5452" y="0"/>
                  </a:cubicBezTo>
                  <a:close/>
                </a:path>
              </a:pathLst>
            </a:custGeom>
            <a:solidFill>
              <a:srgbClr val="000000">
                <a:alpha val="13330"/>
              </a:srgbClr>
            </a:solidFill>
            <a:ln>
              <a:noFill/>
            </a:ln>
          </p:spPr>
          <p:txBody>
            <a:bodyPr anchorCtr="0" anchor="ctr" bIns="125250" lIns="125250" spcFirstLastPara="1" rIns="125250" wrap="square" tIns="125250">
              <a:noAutofit/>
            </a:bodyPr>
            <a:lstStyle/>
            <a:p>
              <a:pPr indent="0" lvl="0" marL="0" marR="0" rtl="0" algn="l">
                <a:lnSpc>
                  <a:spcPct val="100000"/>
                </a:lnSpc>
                <a:spcBef>
                  <a:spcPts val="0"/>
                </a:spcBef>
                <a:spcAft>
                  <a:spcPts val="0"/>
                </a:spcAft>
                <a:buClr>
                  <a:srgbClr val="000000"/>
                </a:buClr>
                <a:buSzPts val="1918"/>
                <a:buFont typeface="Arial"/>
                <a:buNone/>
              </a:pPr>
              <a:r>
                <a:t/>
              </a:r>
              <a:endParaRPr b="0" i="0" sz="1918" u="none" cap="none" strike="noStrike">
                <a:solidFill>
                  <a:srgbClr val="000000"/>
                </a:solidFill>
                <a:latin typeface="Arial"/>
                <a:ea typeface="Arial"/>
                <a:cs typeface="Arial"/>
                <a:sym typeface="Arial"/>
              </a:endParaRPr>
            </a:p>
          </p:txBody>
        </p:sp>
        <p:sp>
          <p:nvSpPr>
            <p:cNvPr id="1674" name="Google Shape;1674;p22"/>
            <p:cNvSpPr/>
            <p:nvPr/>
          </p:nvSpPr>
          <p:spPr>
            <a:xfrm>
              <a:off x="7558941" y="3539668"/>
              <a:ext cx="8994" cy="9026"/>
            </a:xfrm>
            <a:custGeom>
              <a:rect b="b" l="l" r="r" t="t"/>
              <a:pathLst>
                <a:path extrusionOk="0" h="281" w="280">
                  <a:moveTo>
                    <a:pt x="141" y="1"/>
                  </a:moveTo>
                  <a:cubicBezTo>
                    <a:pt x="63" y="1"/>
                    <a:pt x="0" y="63"/>
                    <a:pt x="0" y="141"/>
                  </a:cubicBezTo>
                  <a:cubicBezTo>
                    <a:pt x="0" y="218"/>
                    <a:pt x="63" y="280"/>
                    <a:pt x="141" y="280"/>
                  </a:cubicBezTo>
                  <a:cubicBezTo>
                    <a:pt x="217" y="280"/>
                    <a:pt x="280" y="218"/>
                    <a:pt x="280" y="141"/>
                  </a:cubicBezTo>
                  <a:cubicBezTo>
                    <a:pt x="280" y="63"/>
                    <a:pt x="217" y="1"/>
                    <a:pt x="141" y="1"/>
                  </a:cubicBezTo>
                  <a:close/>
                </a:path>
              </a:pathLst>
            </a:custGeom>
            <a:solidFill>
              <a:srgbClr val="000000">
                <a:alpha val="13330"/>
              </a:srgbClr>
            </a:solidFill>
            <a:ln>
              <a:noFill/>
            </a:ln>
          </p:spPr>
          <p:txBody>
            <a:bodyPr anchorCtr="0" anchor="ctr" bIns="125250" lIns="125250" spcFirstLastPara="1" rIns="125250" wrap="square" tIns="125250">
              <a:noAutofit/>
            </a:bodyPr>
            <a:lstStyle/>
            <a:p>
              <a:pPr indent="0" lvl="0" marL="0" marR="0" rtl="0" algn="l">
                <a:lnSpc>
                  <a:spcPct val="100000"/>
                </a:lnSpc>
                <a:spcBef>
                  <a:spcPts val="0"/>
                </a:spcBef>
                <a:spcAft>
                  <a:spcPts val="0"/>
                </a:spcAft>
                <a:buClr>
                  <a:srgbClr val="000000"/>
                </a:buClr>
                <a:buSzPts val="1918"/>
                <a:buFont typeface="Arial"/>
                <a:buNone/>
              </a:pPr>
              <a:r>
                <a:t/>
              </a:r>
              <a:endParaRPr b="0" i="0" sz="1918" u="none" cap="none" strike="noStrike">
                <a:solidFill>
                  <a:srgbClr val="000000"/>
                </a:solidFill>
                <a:latin typeface="Arial"/>
                <a:ea typeface="Arial"/>
                <a:cs typeface="Arial"/>
                <a:sym typeface="Arial"/>
              </a:endParaRPr>
            </a:p>
          </p:txBody>
        </p:sp>
        <p:sp>
          <p:nvSpPr>
            <p:cNvPr id="1675" name="Google Shape;1675;p22"/>
            <p:cNvSpPr/>
            <p:nvPr/>
          </p:nvSpPr>
          <p:spPr>
            <a:xfrm>
              <a:off x="7558941" y="3710342"/>
              <a:ext cx="8994" cy="9026"/>
            </a:xfrm>
            <a:custGeom>
              <a:rect b="b" l="l" r="r" t="t"/>
              <a:pathLst>
                <a:path extrusionOk="0" h="281" w="280">
                  <a:moveTo>
                    <a:pt x="141" y="1"/>
                  </a:moveTo>
                  <a:cubicBezTo>
                    <a:pt x="63" y="1"/>
                    <a:pt x="0" y="63"/>
                    <a:pt x="0" y="141"/>
                  </a:cubicBezTo>
                  <a:cubicBezTo>
                    <a:pt x="0" y="218"/>
                    <a:pt x="63" y="280"/>
                    <a:pt x="141" y="280"/>
                  </a:cubicBezTo>
                  <a:cubicBezTo>
                    <a:pt x="217" y="280"/>
                    <a:pt x="280" y="218"/>
                    <a:pt x="280" y="141"/>
                  </a:cubicBezTo>
                  <a:cubicBezTo>
                    <a:pt x="280" y="63"/>
                    <a:pt x="217" y="1"/>
                    <a:pt x="141" y="1"/>
                  </a:cubicBezTo>
                  <a:close/>
                </a:path>
              </a:pathLst>
            </a:custGeom>
            <a:solidFill>
              <a:srgbClr val="000000">
                <a:alpha val="13330"/>
              </a:srgbClr>
            </a:solidFill>
            <a:ln>
              <a:noFill/>
            </a:ln>
          </p:spPr>
          <p:txBody>
            <a:bodyPr anchorCtr="0" anchor="ctr" bIns="125250" lIns="125250" spcFirstLastPara="1" rIns="125250" wrap="square" tIns="125250">
              <a:noAutofit/>
            </a:bodyPr>
            <a:lstStyle/>
            <a:p>
              <a:pPr indent="0" lvl="0" marL="0" marR="0" rtl="0" algn="l">
                <a:lnSpc>
                  <a:spcPct val="100000"/>
                </a:lnSpc>
                <a:spcBef>
                  <a:spcPts val="0"/>
                </a:spcBef>
                <a:spcAft>
                  <a:spcPts val="0"/>
                </a:spcAft>
                <a:buClr>
                  <a:srgbClr val="000000"/>
                </a:buClr>
                <a:buSzPts val="1918"/>
                <a:buFont typeface="Arial"/>
                <a:buNone/>
              </a:pPr>
              <a:r>
                <a:t/>
              </a:r>
              <a:endParaRPr b="0" i="0" sz="1918" u="none" cap="none" strike="noStrike">
                <a:solidFill>
                  <a:srgbClr val="000000"/>
                </a:solidFill>
                <a:latin typeface="Arial"/>
                <a:ea typeface="Arial"/>
                <a:cs typeface="Arial"/>
                <a:sym typeface="Arial"/>
              </a:endParaRPr>
            </a:p>
          </p:txBody>
        </p:sp>
        <p:sp>
          <p:nvSpPr>
            <p:cNvPr id="1676" name="Google Shape;1676;p22"/>
            <p:cNvSpPr/>
            <p:nvPr/>
          </p:nvSpPr>
          <p:spPr>
            <a:xfrm>
              <a:off x="7399060" y="3608895"/>
              <a:ext cx="17989" cy="35913"/>
            </a:xfrm>
            <a:custGeom>
              <a:rect b="b" l="l" r="r" t="t"/>
              <a:pathLst>
                <a:path extrusionOk="0" h="1118" w="560">
                  <a:moveTo>
                    <a:pt x="186" y="0"/>
                  </a:moveTo>
                  <a:cubicBezTo>
                    <a:pt x="83" y="0"/>
                    <a:pt x="0" y="83"/>
                    <a:pt x="0" y="187"/>
                  </a:cubicBezTo>
                  <a:lnTo>
                    <a:pt x="0" y="932"/>
                  </a:lnTo>
                  <a:cubicBezTo>
                    <a:pt x="0" y="1035"/>
                    <a:pt x="83" y="1118"/>
                    <a:pt x="186" y="1118"/>
                  </a:cubicBezTo>
                  <a:lnTo>
                    <a:pt x="464" y="1118"/>
                  </a:lnTo>
                  <a:cubicBezTo>
                    <a:pt x="524" y="942"/>
                    <a:pt x="559" y="754"/>
                    <a:pt x="559" y="559"/>
                  </a:cubicBezTo>
                  <a:cubicBezTo>
                    <a:pt x="559" y="362"/>
                    <a:pt x="524" y="174"/>
                    <a:pt x="464" y="0"/>
                  </a:cubicBezTo>
                  <a:close/>
                </a:path>
              </a:pathLst>
            </a:custGeom>
            <a:solidFill>
              <a:srgbClr val="000000">
                <a:alpha val="13330"/>
              </a:srgbClr>
            </a:solidFill>
            <a:ln>
              <a:noFill/>
            </a:ln>
          </p:spPr>
          <p:txBody>
            <a:bodyPr anchorCtr="0" anchor="ctr" bIns="125250" lIns="125250" spcFirstLastPara="1" rIns="125250" wrap="square" tIns="125250">
              <a:noAutofit/>
            </a:bodyPr>
            <a:lstStyle/>
            <a:p>
              <a:pPr indent="0" lvl="0" marL="0" marR="0" rtl="0" algn="l">
                <a:lnSpc>
                  <a:spcPct val="100000"/>
                </a:lnSpc>
                <a:spcBef>
                  <a:spcPts val="0"/>
                </a:spcBef>
                <a:spcAft>
                  <a:spcPts val="0"/>
                </a:spcAft>
                <a:buClr>
                  <a:srgbClr val="000000"/>
                </a:buClr>
                <a:buSzPts val="1918"/>
                <a:buFont typeface="Arial"/>
                <a:buNone/>
              </a:pPr>
              <a:r>
                <a:t/>
              </a:r>
              <a:endParaRPr b="0" i="0" sz="1918" u="none" cap="none" strike="noStrike">
                <a:solidFill>
                  <a:srgbClr val="000000"/>
                </a:solidFill>
                <a:latin typeface="Arial"/>
                <a:ea typeface="Arial"/>
                <a:cs typeface="Arial"/>
                <a:sym typeface="Arial"/>
              </a:endParaRPr>
            </a:p>
          </p:txBody>
        </p:sp>
        <p:sp>
          <p:nvSpPr>
            <p:cNvPr id="1677" name="Google Shape;1677;p22"/>
            <p:cNvSpPr/>
            <p:nvPr/>
          </p:nvSpPr>
          <p:spPr>
            <a:xfrm>
              <a:off x="7444547" y="3608895"/>
              <a:ext cx="18021" cy="35913"/>
            </a:xfrm>
            <a:custGeom>
              <a:rect b="b" l="l" r="r" t="t"/>
              <a:pathLst>
                <a:path extrusionOk="0" h="1118" w="561">
                  <a:moveTo>
                    <a:pt x="97" y="0"/>
                  </a:moveTo>
                  <a:cubicBezTo>
                    <a:pt x="35" y="175"/>
                    <a:pt x="0" y="363"/>
                    <a:pt x="0" y="559"/>
                  </a:cubicBezTo>
                  <a:cubicBezTo>
                    <a:pt x="0" y="754"/>
                    <a:pt x="35" y="942"/>
                    <a:pt x="97" y="1118"/>
                  </a:cubicBezTo>
                  <a:lnTo>
                    <a:pt x="374" y="1118"/>
                  </a:lnTo>
                  <a:cubicBezTo>
                    <a:pt x="476" y="1118"/>
                    <a:pt x="560" y="1035"/>
                    <a:pt x="560" y="932"/>
                  </a:cubicBezTo>
                  <a:lnTo>
                    <a:pt x="560" y="187"/>
                  </a:lnTo>
                  <a:cubicBezTo>
                    <a:pt x="560" y="83"/>
                    <a:pt x="476" y="0"/>
                    <a:pt x="374" y="0"/>
                  </a:cubicBezTo>
                  <a:close/>
                </a:path>
              </a:pathLst>
            </a:custGeom>
            <a:solidFill>
              <a:srgbClr val="000000">
                <a:alpha val="13330"/>
              </a:srgbClr>
            </a:solidFill>
            <a:ln>
              <a:noFill/>
            </a:ln>
          </p:spPr>
          <p:txBody>
            <a:bodyPr anchorCtr="0" anchor="ctr" bIns="125250" lIns="125250" spcFirstLastPara="1" rIns="125250" wrap="square" tIns="125250">
              <a:noAutofit/>
            </a:bodyPr>
            <a:lstStyle/>
            <a:p>
              <a:pPr indent="0" lvl="0" marL="0" marR="0" rtl="0" algn="l">
                <a:lnSpc>
                  <a:spcPct val="100000"/>
                </a:lnSpc>
                <a:spcBef>
                  <a:spcPts val="0"/>
                </a:spcBef>
                <a:spcAft>
                  <a:spcPts val="0"/>
                </a:spcAft>
                <a:buClr>
                  <a:srgbClr val="000000"/>
                </a:buClr>
                <a:buSzPts val="1918"/>
                <a:buFont typeface="Arial"/>
                <a:buNone/>
              </a:pPr>
              <a:r>
                <a:t/>
              </a:r>
              <a:endParaRPr b="0" i="0" sz="1918" u="none" cap="none" strike="noStrike">
                <a:solidFill>
                  <a:srgbClr val="000000"/>
                </a:solidFill>
                <a:latin typeface="Arial"/>
                <a:ea typeface="Arial"/>
                <a:cs typeface="Arial"/>
                <a:sym typeface="Arial"/>
              </a:endParaRPr>
            </a:p>
          </p:txBody>
        </p:sp>
      </p:grpSp>
      <p:sp>
        <p:nvSpPr>
          <p:cNvPr id="1678" name="Google Shape;1678;p22"/>
          <p:cNvSpPr/>
          <p:nvPr/>
        </p:nvSpPr>
        <p:spPr>
          <a:xfrm>
            <a:off x="720725" y="3317763"/>
            <a:ext cx="3001200" cy="921900"/>
          </a:xfrm>
          <a:prstGeom prst="rect">
            <a:avLst/>
          </a:prstGeom>
          <a:solidFill>
            <a:srgbClr val="7C7C7C">
              <a:alpha val="14120"/>
            </a:srgbClr>
          </a:solidFill>
          <a:ln>
            <a:noFill/>
          </a:ln>
        </p:spPr>
        <p:txBody>
          <a:bodyPr anchorCtr="0" anchor="ctr" bIns="80550" lIns="80550" spcFirstLastPara="1" rIns="80550" wrap="square" tIns="80550">
            <a:noAutofit/>
          </a:bodyPr>
          <a:lstStyle/>
          <a:p>
            <a:pPr indent="0" lvl="0" marL="0" marR="0" rtl="0" algn="l">
              <a:lnSpc>
                <a:spcPct val="100000"/>
              </a:lnSpc>
              <a:spcBef>
                <a:spcPts val="0"/>
              </a:spcBef>
              <a:spcAft>
                <a:spcPts val="0"/>
              </a:spcAft>
              <a:buClr>
                <a:srgbClr val="000000"/>
              </a:buClr>
              <a:buSzPts val="1233"/>
              <a:buFont typeface="Arial"/>
              <a:buNone/>
            </a:pPr>
            <a:r>
              <a:t/>
            </a:r>
            <a:endParaRPr b="0" i="0" sz="1233" u="none" cap="none" strike="noStrike">
              <a:solidFill>
                <a:srgbClr val="000000"/>
              </a:solidFill>
              <a:latin typeface="Arial"/>
              <a:ea typeface="Arial"/>
              <a:cs typeface="Arial"/>
              <a:sym typeface="Arial"/>
            </a:endParaRPr>
          </a:p>
        </p:txBody>
      </p:sp>
      <p:grpSp>
        <p:nvGrpSpPr>
          <p:cNvPr id="1679" name="Google Shape;1679;p22"/>
          <p:cNvGrpSpPr/>
          <p:nvPr/>
        </p:nvGrpSpPr>
        <p:grpSpPr>
          <a:xfrm>
            <a:off x="720744" y="3317786"/>
            <a:ext cx="3001391" cy="192146"/>
            <a:chOff x="1290775" y="1427525"/>
            <a:chExt cx="3406800" cy="218100"/>
          </a:xfrm>
        </p:grpSpPr>
        <p:sp>
          <p:nvSpPr>
            <p:cNvPr id="1680" name="Google Shape;1680;p22"/>
            <p:cNvSpPr/>
            <p:nvPr/>
          </p:nvSpPr>
          <p:spPr>
            <a:xfrm>
              <a:off x="1290775" y="1427525"/>
              <a:ext cx="3406800" cy="218100"/>
            </a:xfrm>
            <a:prstGeom prst="rect">
              <a:avLst/>
            </a:prstGeom>
            <a:solidFill>
              <a:schemeClr val="dk2"/>
            </a:solidFill>
            <a:ln cap="flat" cmpd="sng" w="8400">
              <a:solidFill>
                <a:schemeClr val="dk2"/>
              </a:solidFill>
              <a:prstDash val="solid"/>
              <a:round/>
              <a:headEnd len="sm" w="sm" type="none"/>
              <a:tailEnd len="sm" w="sm" type="none"/>
            </a:ln>
          </p:spPr>
          <p:txBody>
            <a:bodyPr anchorCtr="0" anchor="ctr" bIns="80550" lIns="80550" spcFirstLastPara="1" rIns="80550" wrap="square" tIns="80550">
              <a:noAutofit/>
            </a:bodyPr>
            <a:lstStyle/>
            <a:p>
              <a:pPr indent="0" lvl="0" marL="0" marR="0" rtl="0" algn="l">
                <a:lnSpc>
                  <a:spcPct val="100000"/>
                </a:lnSpc>
                <a:spcBef>
                  <a:spcPts val="0"/>
                </a:spcBef>
                <a:spcAft>
                  <a:spcPts val="0"/>
                </a:spcAft>
                <a:buClr>
                  <a:srgbClr val="000000"/>
                </a:buClr>
                <a:buSzPts val="1233"/>
                <a:buFont typeface="Arial"/>
                <a:buNone/>
              </a:pPr>
              <a:r>
                <a:t/>
              </a:r>
              <a:endParaRPr b="0" i="0" sz="1233" u="none" cap="none" strike="noStrike">
                <a:solidFill>
                  <a:srgbClr val="000000"/>
                </a:solidFill>
                <a:latin typeface="Arial"/>
                <a:ea typeface="Arial"/>
                <a:cs typeface="Arial"/>
                <a:sym typeface="Arial"/>
              </a:endParaRPr>
            </a:p>
          </p:txBody>
        </p:sp>
        <p:sp>
          <p:nvSpPr>
            <p:cNvPr id="1681" name="Google Shape;1681;p22"/>
            <p:cNvSpPr/>
            <p:nvPr/>
          </p:nvSpPr>
          <p:spPr>
            <a:xfrm>
              <a:off x="1405200" y="1486450"/>
              <a:ext cx="100200" cy="100200"/>
            </a:xfrm>
            <a:prstGeom prst="ellipse">
              <a:avLst/>
            </a:prstGeom>
            <a:solidFill>
              <a:schemeClr val="accent6"/>
            </a:solidFill>
            <a:ln>
              <a:noFill/>
            </a:ln>
          </p:spPr>
          <p:txBody>
            <a:bodyPr anchorCtr="0" anchor="ctr" bIns="80550" lIns="80550" spcFirstLastPara="1" rIns="80550" wrap="square" tIns="80550">
              <a:noAutofit/>
            </a:bodyPr>
            <a:lstStyle/>
            <a:p>
              <a:pPr indent="0" lvl="0" marL="0" marR="0" rtl="0" algn="l">
                <a:lnSpc>
                  <a:spcPct val="100000"/>
                </a:lnSpc>
                <a:spcBef>
                  <a:spcPts val="0"/>
                </a:spcBef>
                <a:spcAft>
                  <a:spcPts val="0"/>
                </a:spcAft>
                <a:buClr>
                  <a:srgbClr val="000000"/>
                </a:buClr>
                <a:buSzPts val="1233"/>
                <a:buFont typeface="Arial"/>
                <a:buNone/>
              </a:pPr>
              <a:r>
                <a:t/>
              </a:r>
              <a:endParaRPr b="0" i="0" sz="1233" u="none" cap="none" strike="noStrike">
                <a:solidFill>
                  <a:srgbClr val="000000"/>
                </a:solidFill>
                <a:latin typeface="Arial"/>
                <a:ea typeface="Arial"/>
                <a:cs typeface="Arial"/>
                <a:sym typeface="Arial"/>
              </a:endParaRPr>
            </a:p>
          </p:txBody>
        </p:sp>
        <p:sp>
          <p:nvSpPr>
            <p:cNvPr id="1682" name="Google Shape;1682;p22"/>
            <p:cNvSpPr/>
            <p:nvPr/>
          </p:nvSpPr>
          <p:spPr>
            <a:xfrm>
              <a:off x="1588650" y="1486450"/>
              <a:ext cx="100200" cy="100200"/>
            </a:xfrm>
            <a:prstGeom prst="ellipse">
              <a:avLst/>
            </a:prstGeom>
            <a:solidFill>
              <a:schemeClr val="accent6"/>
            </a:solidFill>
            <a:ln>
              <a:noFill/>
            </a:ln>
          </p:spPr>
          <p:txBody>
            <a:bodyPr anchorCtr="0" anchor="ctr" bIns="80550" lIns="80550" spcFirstLastPara="1" rIns="80550" wrap="square" tIns="80550">
              <a:noAutofit/>
            </a:bodyPr>
            <a:lstStyle/>
            <a:p>
              <a:pPr indent="0" lvl="0" marL="0" marR="0" rtl="0" algn="l">
                <a:lnSpc>
                  <a:spcPct val="100000"/>
                </a:lnSpc>
                <a:spcBef>
                  <a:spcPts val="0"/>
                </a:spcBef>
                <a:spcAft>
                  <a:spcPts val="0"/>
                </a:spcAft>
                <a:buClr>
                  <a:srgbClr val="000000"/>
                </a:buClr>
                <a:buSzPts val="1233"/>
                <a:buFont typeface="Arial"/>
                <a:buNone/>
              </a:pPr>
              <a:r>
                <a:t/>
              </a:r>
              <a:endParaRPr b="0" i="0" sz="1233" u="none" cap="none" strike="noStrike">
                <a:solidFill>
                  <a:srgbClr val="000000"/>
                </a:solidFill>
                <a:latin typeface="Arial"/>
                <a:ea typeface="Arial"/>
                <a:cs typeface="Arial"/>
                <a:sym typeface="Arial"/>
              </a:endParaRPr>
            </a:p>
          </p:txBody>
        </p:sp>
        <p:sp>
          <p:nvSpPr>
            <p:cNvPr id="1683" name="Google Shape;1683;p22"/>
            <p:cNvSpPr/>
            <p:nvPr/>
          </p:nvSpPr>
          <p:spPr>
            <a:xfrm>
              <a:off x="1772100" y="1486450"/>
              <a:ext cx="100200" cy="100200"/>
            </a:xfrm>
            <a:prstGeom prst="ellipse">
              <a:avLst/>
            </a:prstGeom>
            <a:solidFill>
              <a:schemeClr val="accent6"/>
            </a:solidFill>
            <a:ln>
              <a:noFill/>
            </a:ln>
          </p:spPr>
          <p:txBody>
            <a:bodyPr anchorCtr="0" anchor="ctr" bIns="80550" lIns="80550" spcFirstLastPara="1" rIns="80550" wrap="square" tIns="80550">
              <a:noAutofit/>
            </a:bodyPr>
            <a:lstStyle/>
            <a:p>
              <a:pPr indent="0" lvl="0" marL="0" marR="0" rtl="0" algn="l">
                <a:lnSpc>
                  <a:spcPct val="100000"/>
                </a:lnSpc>
                <a:spcBef>
                  <a:spcPts val="0"/>
                </a:spcBef>
                <a:spcAft>
                  <a:spcPts val="0"/>
                </a:spcAft>
                <a:buClr>
                  <a:srgbClr val="000000"/>
                </a:buClr>
                <a:buSzPts val="1233"/>
                <a:buFont typeface="Arial"/>
                <a:buNone/>
              </a:pPr>
              <a:r>
                <a:t/>
              </a:r>
              <a:endParaRPr b="0" i="0" sz="1233" u="none" cap="none" strike="noStrike">
                <a:solidFill>
                  <a:srgbClr val="000000"/>
                </a:solidFill>
                <a:latin typeface="Arial"/>
                <a:ea typeface="Arial"/>
                <a:cs typeface="Arial"/>
                <a:sym typeface="Arial"/>
              </a:endParaRPr>
            </a:p>
          </p:txBody>
        </p:sp>
      </p:grpSp>
      <p:sp>
        <p:nvSpPr>
          <p:cNvPr id="1684" name="Google Shape;1684;p22"/>
          <p:cNvSpPr txBox="1"/>
          <p:nvPr>
            <p:ph type="title"/>
          </p:nvPr>
        </p:nvSpPr>
        <p:spPr>
          <a:xfrm>
            <a:off x="720725" y="3509905"/>
            <a:ext cx="3001200" cy="729600"/>
          </a:xfrm>
          <a:prstGeom prst="rect">
            <a:avLst/>
          </a:prstGeom>
          <a:noFill/>
          <a:ln cap="flat" cmpd="sng" w="8400">
            <a:solidFill>
              <a:schemeClr val="dk2"/>
            </a:solidFill>
            <a:prstDash val="solid"/>
            <a:round/>
            <a:headEnd len="sm" w="sm" type="none"/>
            <a:tailEnd len="sm" w="sm" type="none"/>
          </a:ln>
        </p:spPr>
        <p:txBody>
          <a:bodyPr anchorCtr="0" anchor="ctr" bIns="80550" lIns="80550" spcFirstLastPara="1" rIns="80550" wrap="square" tIns="80550">
            <a:noAutofit/>
          </a:bodyPr>
          <a:lstStyle/>
          <a:p>
            <a:pPr indent="0" lvl="0" marL="0" rtl="0" algn="ctr">
              <a:lnSpc>
                <a:spcPct val="100000"/>
              </a:lnSpc>
              <a:spcBef>
                <a:spcPts val="0"/>
              </a:spcBef>
              <a:spcAft>
                <a:spcPts val="0"/>
              </a:spcAft>
              <a:buSzPts val="5462"/>
              <a:buNone/>
            </a:pPr>
            <a:r>
              <a:rPr lang="en" sz="1761"/>
              <a:t>Buffering locale</a:t>
            </a:r>
            <a:endParaRPr sz="1761"/>
          </a:p>
        </p:txBody>
      </p:sp>
      <p:cxnSp>
        <p:nvCxnSpPr>
          <p:cNvPr id="1685" name="Google Shape;1685;p22"/>
          <p:cNvCxnSpPr>
            <a:endCxn id="1686" idx="2"/>
          </p:cNvCxnSpPr>
          <p:nvPr/>
        </p:nvCxnSpPr>
        <p:spPr>
          <a:xfrm flipH="1" rot="10800000">
            <a:off x="3721785" y="3737415"/>
            <a:ext cx="616800" cy="279300"/>
          </a:xfrm>
          <a:prstGeom prst="bentConnector2">
            <a:avLst/>
          </a:prstGeom>
          <a:noFill/>
          <a:ln cap="flat" cmpd="sng" w="5200">
            <a:solidFill>
              <a:schemeClr val="dk2"/>
            </a:solidFill>
            <a:prstDash val="solid"/>
            <a:round/>
            <a:headEnd len="sm" w="sm" type="none"/>
            <a:tailEnd len="sm" w="sm" type="none"/>
          </a:ln>
        </p:spPr>
      </p:cxnSp>
      <p:grpSp>
        <p:nvGrpSpPr>
          <p:cNvPr id="1687" name="Google Shape;1687;p22"/>
          <p:cNvGrpSpPr/>
          <p:nvPr/>
        </p:nvGrpSpPr>
        <p:grpSpPr>
          <a:xfrm>
            <a:off x="3943567" y="2815478"/>
            <a:ext cx="790037" cy="921936"/>
            <a:chOff x="4876875" y="1427500"/>
            <a:chExt cx="1130400" cy="1319125"/>
          </a:xfrm>
        </p:grpSpPr>
        <p:sp>
          <p:nvSpPr>
            <p:cNvPr id="1686" name="Google Shape;1686;p22"/>
            <p:cNvSpPr/>
            <p:nvPr/>
          </p:nvSpPr>
          <p:spPr>
            <a:xfrm>
              <a:off x="4876875" y="1645625"/>
              <a:ext cx="1130400" cy="1101000"/>
            </a:xfrm>
            <a:prstGeom prst="rect">
              <a:avLst/>
            </a:prstGeom>
            <a:noFill/>
            <a:ln cap="flat" cmpd="sng" w="5875">
              <a:solidFill>
                <a:schemeClr val="dk2"/>
              </a:solidFill>
              <a:prstDash val="solid"/>
              <a:round/>
              <a:headEnd len="sm" w="sm" type="none"/>
              <a:tailEnd len="sm" w="sm" type="none"/>
            </a:ln>
          </p:spPr>
          <p:txBody>
            <a:bodyPr anchorCtr="0" anchor="ctr" bIns="56500" lIns="56500" spcFirstLastPara="1" rIns="56500" wrap="square" tIns="56500">
              <a:noAutofit/>
            </a:bodyPr>
            <a:lstStyle/>
            <a:p>
              <a:pPr indent="0" lvl="0" marL="0" marR="0" rtl="0" algn="l">
                <a:lnSpc>
                  <a:spcPct val="100000"/>
                </a:lnSpc>
                <a:spcBef>
                  <a:spcPts val="0"/>
                </a:spcBef>
                <a:spcAft>
                  <a:spcPts val="0"/>
                </a:spcAft>
                <a:buClr>
                  <a:srgbClr val="000000"/>
                </a:buClr>
                <a:buSzPts val="865"/>
                <a:buFont typeface="Arial"/>
                <a:buNone/>
              </a:pPr>
              <a:r>
                <a:t/>
              </a:r>
              <a:endParaRPr b="0" i="0" sz="865" u="none" cap="none" strike="noStrike">
                <a:solidFill>
                  <a:srgbClr val="000000"/>
                </a:solidFill>
                <a:latin typeface="Arial"/>
                <a:ea typeface="Arial"/>
                <a:cs typeface="Arial"/>
                <a:sym typeface="Arial"/>
              </a:endParaRPr>
            </a:p>
          </p:txBody>
        </p:sp>
        <p:sp>
          <p:nvSpPr>
            <p:cNvPr id="1688" name="Google Shape;1688;p22"/>
            <p:cNvSpPr/>
            <p:nvPr/>
          </p:nvSpPr>
          <p:spPr>
            <a:xfrm>
              <a:off x="4876875" y="1427500"/>
              <a:ext cx="1130400" cy="218100"/>
            </a:xfrm>
            <a:prstGeom prst="rect">
              <a:avLst/>
            </a:prstGeom>
            <a:noFill/>
            <a:ln cap="flat" cmpd="sng" w="5875">
              <a:solidFill>
                <a:schemeClr val="dk2"/>
              </a:solidFill>
              <a:prstDash val="solid"/>
              <a:round/>
              <a:headEnd len="sm" w="sm" type="none"/>
              <a:tailEnd len="sm" w="sm" type="none"/>
            </a:ln>
          </p:spPr>
          <p:txBody>
            <a:bodyPr anchorCtr="0" anchor="ctr" bIns="56500" lIns="56500" spcFirstLastPara="1" rIns="56500" wrap="square" tIns="56500">
              <a:noAutofit/>
            </a:bodyPr>
            <a:lstStyle/>
            <a:p>
              <a:pPr indent="0" lvl="0" marL="0" marR="0" rtl="0" algn="l">
                <a:lnSpc>
                  <a:spcPct val="100000"/>
                </a:lnSpc>
                <a:spcBef>
                  <a:spcPts val="0"/>
                </a:spcBef>
                <a:spcAft>
                  <a:spcPts val="0"/>
                </a:spcAft>
                <a:buClr>
                  <a:srgbClr val="000000"/>
                </a:buClr>
                <a:buSzPts val="865"/>
                <a:buFont typeface="Arial"/>
                <a:buNone/>
              </a:pPr>
              <a:r>
                <a:t/>
              </a:r>
              <a:endParaRPr b="0" i="0" sz="865" u="none" cap="none" strike="noStrike">
                <a:solidFill>
                  <a:srgbClr val="000000"/>
                </a:solidFill>
                <a:latin typeface="Arial"/>
                <a:ea typeface="Arial"/>
                <a:cs typeface="Arial"/>
                <a:sym typeface="Arial"/>
              </a:endParaRPr>
            </a:p>
          </p:txBody>
        </p:sp>
      </p:grpSp>
      <p:sp>
        <p:nvSpPr>
          <p:cNvPr id="1689" name="Google Shape;1689;p22"/>
          <p:cNvSpPr/>
          <p:nvPr/>
        </p:nvSpPr>
        <p:spPr>
          <a:xfrm>
            <a:off x="4900088" y="2815488"/>
            <a:ext cx="3001200" cy="921900"/>
          </a:xfrm>
          <a:prstGeom prst="rect">
            <a:avLst/>
          </a:prstGeom>
          <a:solidFill>
            <a:srgbClr val="7C7C7C">
              <a:alpha val="14120"/>
            </a:srgbClr>
          </a:solidFill>
          <a:ln>
            <a:noFill/>
          </a:ln>
        </p:spPr>
        <p:txBody>
          <a:bodyPr anchorCtr="0" anchor="ctr" bIns="80550" lIns="80550" spcFirstLastPara="1" rIns="80550" wrap="square" tIns="80550">
            <a:noAutofit/>
          </a:bodyPr>
          <a:lstStyle/>
          <a:p>
            <a:pPr indent="0" lvl="0" marL="0" marR="0" rtl="0" algn="l">
              <a:lnSpc>
                <a:spcPct val="100000"/>
              </a:lnSpc>
              <a:spcBef>
                <a:spcPts val="0"/>
              </a:spcBef>
              <a:spcAft>
                <a:spcPts val="0"/>
              </a:spcAft>
              <a:buClr>
                <a:srgbClr val="000000"/>
              </a:buClr>
              <a:buSzPts val="1233"/>
              <a:buFont typeface="Arial"/>
              <a:buNone/>
            </a:pPr>
            <a:r>
              <a:t/>
            </a:r>
            <a:endParaRPr b="0" i="0" sz="1233" u="none" cap="none" strike="noStrike">
              <a:solidFill>
                <a:srgbClr val="000000"/>
              </a:solidFill>
              <a:latin typeface="Arial"/>
              <a:ea typeface="Arial"/>
              <a:cs typeface="Arial"/>
              <a:sym typeface="Arial"/>
            </a:endParaRPr>
          </a:p>
        </p:txBody>
      </p:sp>
      <p:grpSp>
        <p:nvGrpSpPr>
          <p:cNvPr id="1690" name="Google Shape;1690;p22"/>
          <p:cNvGrpSpPr/>
          <p:nvPr/>
        </p:nvGrpSpPr>
        <p:grpSpPr>
          <a:xfrm>
            <a:off x="4900106" y="2815511"/>
            <a:ext cx="3001391" cy="192146"/>
            <a:chOff x="1290775" y="1427525"/>
            <a:chExt cx="3406800" cy="218100"/>
          </a:xfrm>
        </p:grpSpPr>
        <p:sp>
          <p:nvSpPr>
            <p:cNvPr id="1691" name="Google Shape;1691;p22"/>
            <p:cNvSpPr/>
            <p:nvPr/>
          </p:nvSpPr>
          <p:spPr>
            <a:xfrm>
              <a:off x="1290775" y="1427525"/>
              <a:ext cx="3406800" cy="218100"/>
            </a:xfrm>
            <a:prstGeom prst="rect">
              <a:avLst/>
            </a:prstGeom>
            <a:solidFill>
              <a:schemeClr val="dk2"/>
            </a:solidFill>
            <a:ln cap="flat" cmpd="sng" w="8400">
              <a:solidFill>
                <a:schemeClr val="dk2"/>
              </a:solidFill>
              <a:prstDash val="solid"/>
              <a:round/>
              <a:headEnd len="sm" w="sm" type="none"/>
              <a:tailEnd len="sm" w="sm" type="none"/>
            </a:ln>
          </p:spPr>
          <p:txBody>
            <a:bodyPr anchorCtr="0" anchor="ctr" bIns="80550" lIns="80550" spcFirstLastPara="1" rIns="80550" wrap="square" tIns="80550">
              <a:noAutofit/>
            </a:bodyPr>
            <a:lstStyle/>
            <a:p>
              <a:pPr indent="0" lvl="0" marL="0" marR="0" rtl="0" algn="l">
                <a:lnSpc>
                  <a:spcPct val="100000"/>
                </a:lnSpc>
                <a:spcBef>
                  <a:spcPts val="0"/>
                </a:spcBef>
                <a:spcAft>
                  <a:spcPts val="0"/>
                </a:spcAft>
                <a:buClr>
                  <a:srgbClr val="000000"/>
                </a:buClr>
                <a:buSzPts val="1233"/>
                <a:buFont typeface="Arial"/>
                <a:buNone/>
              </a:pPr>
              <a:r>
                <a:t/>
              </a:r>
              <a:endParaRPr b="0" i="0" sz="1233" u="none" cap="none" strike="noStrike">
                <a:solidFill>
                  <a:srgbClr val="000000"/>
                </a:solidFill>
                <a:latin typeface="Arial"/>
                <a:ea typeface="Arial"/>
                <a:cs typeface="Arial"/>
                <a:sym typeface="Arial"/>
              </a:endParaRPr>
            </a:p>
          </p:txBody>
        </p:sp>
        <p:sp>
          <p:nvSpPr>
            <p:cNvPr id="1692" name="Google Shape;1692;p22"/>
            <p:cNvSpPr/>
            <p:nvPr/>
          </p:nvSpPr>
          <p:spPr>
            <a:xfrm>
              <a:off x="1405200" y="1486450"/>
              <a:ext cx="100200" cy="100200"/>
            </a:xfrm>
            <a:prstGeom prst="ellipse">
              <a:avLst/>
            </a:prstGeom>
            <a:solidFill>
              <a:schemeClr val="accent6"/>
            </a:solidFill>
            <a:ln>
              <a:noFill/>
            </a:ln>
          </p:spPr>
          <p:txBody>
            <a:bodyPr anchorCtr="0" anchor="ctr" bIns="80550" lIns="80550" spcFirstLastPara="1" rIns="80550" wrap="square" tIns="80550">
              <a:noAutofit/>
            </a:bodyPr>
            <a:lstStyle/>
            <a:p>
              <a:pPr indent="0" lvl="0" marL="0" marR="0" rtl="0" algn="l">
                <a:lnSpc>
                  <a:spcPct val="100000"/>
                </a:lnSpc>
                <a:spcBef>
                  <a:spcPts val="0"/>
                </a:spcBef>
                <a:spcAft>
                  <a:spcPts val="0"/>
                </a:spcAft>
                <a:buClr>
                  <a:srgbClr val="000000"/>
                </a:buClr>
                <a:buSzPts val="1233"/>
                <a:buFont typeface="Arial"/>
                <a:buNone/>
              </a:pPr>
              <a:r>
                <a:t/>
              </a:r>
              <a:endParaRPr b="0" i="0" sz="1233" u="none" cap="none" strike="noStrike">
                <a:solidFill>
                  <a:srgbClr val="000000"/>
                </a:solidFill>
                <a:latin typeface="Arial"/>
                <a:ea typeface="Arial"/>
                <a:cs typeface="Arial"/>
                <a:sym typeface="Arial"/>
              </a:endParaRPr>
            </a:p>
          </p:txBody>
        </p:sp>
        <p:sp>
          <p:nvSpPr>
            <p:cNvPr id="1693" name="Google Shape;1693;p22"/>
            <p:cNvSpPr/>
            <p:nvPr/>
          </p:nvSpPr>
          <p:spPr>
            <a:xfrm>
              <a:off x="1588650" y="1486450"/>
              <a:ext cx="100200" cy="100200"/>
            </a:xfrm>
            <a:prstGeom prst="ellipse">
              <a:avLst/>
            </a:prstGeom>
            <a:solidFill>
              <a:schemeClr val="accent6"/>
            </a:solidFill>
            <a:ln>
              <a:noFill/>
            </a:ln>
          </p:spPr>
          <p:txBody>
            <a:bodyPr anchorCtr="0" anchor="ctr" bIns="80550" lIns="80550" spcFirstLastPara="1" rIns="80550" wrap="square" tIns="80550">
              <a:noAutofit/>
            </a:bodyPr>
            <a:lstStyle/>
            <a:p>
              <a:pPr indent="0" lvl="0" marL="0" marR="0" rtl="0" algn="l">
                <a:lnSpc>
                  <a:spcPct val="100000"/>
                </a:lnSpc>
                <a:spcBef>
                  <a:spcPts val="0"/>
                </a:spcBef>
                <a:spcAft>
                  <a:spcPts val="0"/>
                </a:spcAft>
                <a:buClr>
                  <a:srgbClr val="000000"/>
                </a:buClr>
                <a:buSzPts val="1233"/>
                <a:buFont typeface="Arial"/>
                <a:buNone/>
              </a:pPr>
              <a:r>
                <a:t/>
              </a:r>
              <a:endParaRPr b="0" i="0" sz="1233" u="none" cap="none" strike="noStrike">
                <a:solidFill>
                  <a:srgbClr val="000000"/>
                </a:solidFill>
                <a:latin typeface="Arial"/>
                <a:ea typeface="Arial"/>
                <a:cs typeface="Arial"/>
                <a:sym typeface="Arial"/>
              </a:endParaRPr>
            </a:p>
          </p:txBody>
        </p:sp>
        <p:sp>
          <p:nvSpPr>
            <p:cNvPr id="1694" name="Google Shape;1694;p22"/>
            <p:cNvSpPr/>
            <p:nvPr/>
          </p:nvSpPr>
          <p:spPr>
            <a:xfrm>
              <a:off x="1772100" y="1486450"/>
              <a:ext cx="100200" cy="100200"/>
            </a:xfrm>
            <a:prstGeom prst="ellipse">
              <a:avLst/>
            </a:prstGeom>
            <a:solidFill>
              <a:schemeClr val="accent6"/>
            </a:solidFill>
            <a:ln>
              <a:noFill/>
            </a:ln>
          </p:spPr>
          <p:txBody>
            <a:bodyPr anchorCtr="0" anchor="ctr" bIns="80550" lIns="80550" spcFirstLastPara="1" rIns="80550" wrap="square" tIns="80550">
              <a:noAutofit/>
            </a:bodyPr>
            <a:lstStyle/>
            <a:p>
              <a:pPr indent="0" lvl="0" marL="0" marR="0" rtl="0" algn="l">
                <a:lnSpc>
                  <a:spcPct val="100000"/>
                </a:lnSpc>
                <a:spcBef>
                  <a:spcPts val="0"/>
                </a:spcBef>
                <a:spcAft>
                  <a:spcPts val="0"/>
                </a:spcAft>
                <a:buClr>
                  <a:srgbClr val="000000"/>
                </a:buClr>
                <a:buSzPts val="1233"/>
                <a:buFont typeface="Arial"/>
                <a:buNone/>
              </a:pPr>
              <a:r>
                <a:t/>
              </a:r>
              <a:endParaRPr b="0" i="0" sz="1233" u="none" cap="none" strike="noStrike">
                <a:solidFill>
                  <a:srgbClr val="000000"/>
                </a:solidFill>
                <a:latin typeface="Arial"/>
                <a:ea typeface="Arial"/>
                <a:cs typeface="Arial"/>
                <a:sym typeface="Arial"/>
              </a:endParaRPr>
            </a:p>
          </p:txBody>
        </p:sp>
      </p:grpSp>
      <p:sp>
        <p:nvSpPr>
          <p:cNvPr id="1695" name="Google Shape;1695;p22"/>
          <p:cNvSpPr txBox="1"/>
          <p:nvPr>
            <p:ph type="title"/>
          </p:nvPr>
        </p:nvSpPr>
        <p:spPr>
          <a:xfrm>
            <a:off x="4900088" y="3007630"/>
            <a:ext cx="3001200" cy="729600"/>
          </a:xfrm>
          <a:prstGeom prst="rect">
            <a:avLst/>
          </a:prstGeom>
          <a:noFill/>
          <a:ln cap="flat" cmpd="sng" w="8400">
            <a:solidFill>
              <a:schemeClr val="dk2"/>
            </a:solidFill>
            <a:prstDash val="solid"/>
            <a:round/>
            <a:headEnd len="sm" w="sm" type="none"/>
            <a:tailEnd len="sm" w="sm" type="none"/>
          </a:ln>
        </p:spPr>
        <p:txBody>
          <a:bodyPr anchorCtr="0" anchor="ctr" bIns="80550" lIns="80550" spcFirstLastPara="1" rIns="80550" wrap="square" tIns="80550">
            <a:noAutofit/>
          </a:bodyPr>
          <a:lstStyle/>
          <a:p>
            <a:pPr indent="0" lvl="0" marL="0" rtl="0" algn="ctr">
              <a:lnSpc>
                <a:spcPct val="100000"/>
              </a:lnSpc>
              <a:spcBef>
                <a:spcPts val="0"/>
              </a:spcBef>
              <a:spcAft>
                <a:spcPts val="0"/>
              </a:spcAft>
              <a:buSzPts val="5462"/>
              <a:buNone/>
            </a:pPr>
            <a:r>
              <a:rPr lang="en" sz="1761"/>
              <a:t>Sensore C0₂</a:t>
            </a:r>
            <a:endParaRPr sz="1761"/>
          </a:p>
        </p:txBody>
      </p:sp>
      <p:grpSp>
        <p:nvGrpSpPr>
          <p:cNvPr id="1696" name="Google Shape;1696;p22"/>
          <p:cNvGrpSpPr/>
          <p:nvPr/>
        </p:nvGrpSpPr>
        <p:grpSpPr>
          <a:xfrm>
            <a:off x="7111467" y="3951403"/>
            <a:ext cx="790037" cy="921936"/>
            <a:chOff x="4876875" y="1427500"/>
            <a:chExt cx="1130400" cy="1319125"/>
          </a:xfrm>
        </p:grpSpPr>
        <p:sp>
          <p:nvSpPr>
            <p:cNvPr id="1697" name="Google Shape;1697;p22"/>
            <p:cNvSpPr/>
            <p:nvPr/>
          </p:nvSpPr>
          <p:spPr>
            <a:xfrm>
              <a:off x="4876875" y="1645625"/>
              <a:ext cx="1130400" cy="1101000"/>
            </a:xfrm>
            <a:prstGeom prst="rect">
              <a:avLst/>
            </a:prstGeom>
            <a:noFill/>
            <a:ln cap="flat" cmpd="sng" w="5875">
              <a:solidFill>
                <a:schemeClr val="dk2"/>
              </a:solidFill>
              <a:prstDash val="solid"/>
              <a:round/>
              <a:headEnd len="sm" w="sm" type="none"/>
              <a:tailEnd len="sm" w="sm" type="none"/>
            </a:ln>
          </p:spPr>
          <p:txBody>
            <a:bodyPr anchorCtr="0" anchor="ctr" bIns="56500" lIns="56500" spcFirstLastPara="1" rIns="56500" wrap="square" tIns="56500">
              <a:noAutofit/>
            </a:bodyPr>
            <a:lstStyle/>
            <a:p>
              <a:pPr indent="0" lvl="0" marL="0" marR="0" rtl="0" algn="l">
                <a:lnSpc>
                  <a:spcPct val="100000"/>
                </a:lnSpc>
                <a:spcBef>
                  <a:spcPts val="0"/>
                </a:spcBef>
                <a:spcAft>
                  <a:spcPts val="0"/>
                </a:spcAft>
                <a:buClr>
                  <a:srgbClr val="000000"/>
                </a:buClr>
                <a:buSzPts val="865"/>
                <a:buFont typeface="Arial"/>
                <a:buNone/>
              </a:pPr>
              <a:r>
                <a:t/>
              </a:r>
              <a:endParaRPr b="0" i="0" sz="865" u="none" cap="none" strike="noStrike">
                <a:solidFill>
                  <a:srgbClr val="000000"/>
                </a:solidFill>
                <a:latin typeface="Arial"/>
                <a:ea typeface="Arial"/>
                <a:cs typeface="Arial"/>
                <a:sym typeface="Arial"/>
              </a:endParaRPr>
            </a:p>
          </p:txBody>
        </p:sp>
        <p:sp>
          <p:nvSpPr>
            <p:cNvPr id="1698" name="Google Shape;1698;p22"/>
            <p:cNvSpPr/>
            <p:nvPr/>
          </p:nvSpPr>
          <p:spPr>
            <a:xfrm>
              <a:off x="4876875" y="1427500"/>
              <a:ext cx="1130400" cy="218100"/>
            </a:xfrm>
            <a:prstGeom prst="rect">
              <a:avLst/>
            </a:prstGeom>
            <a:noFill/>
            <a:ln cap="flat" cmpd="sng" w="5875">
              <a:solidFill>
                <a:schemeClr val="dk2"/>
              </a:solidFill>
              <a:prstDash val="solid"/>
              <a:round/>
              <a:headEnd len="sm" w="sm" type="none"/>
              <a:tailEnd len="sm" w="sm" type="none"/>
            </a:ln>
          </p:spPr>
          <p:txBody>
            <a:bodyPr anchorCtr="0" anchor="ctr" bIns="56500" lIns="56500" spcFirstLastPara="1" rIns="56500" wrap="square" tIns="56500">
              <a:noAutofit/>
            </a:bodyPr>
            <a:lstStyle/>
            <a:p>
              <a:pPr indent="0" lvl="0" marL="0" marR="0" rtl="0" algn="l">
                <a:lnSpc>
                  <a:spcPct val="100000"/>
                </a:lnSpc>
                <a:spcBef>
                  <a:spcPts val="0"/>
                </a:spcBef>
                <a:spcAft>
                  <a:spcPts val="0"/>
                </a:spcAft>
                <a:buClr>
                  <a:srgbClr val="000000"/>
                </a:buClr>
                <a:buSzPts val="865"/>
                <a:buFont typeface="Arial"/>
                <a:buNone/>
              </a:pPr>
              <a:r>
                <a:t/>
              </a:r>
              <a:endParaRPr b="0" i="0" sz="865" u="none" cap="none" strike="noStrike">
                <a:solidFill>
                  <a:srgbClr val="000000"/>
                </a:solidFill>
                <a:latin typeface="Arial"/>
                <a:ea typeface="Arial"/>
                <a:cs typeface="Arial"/>
                <a:sym typeface="Arial"/>
              </a:endParaRPr>
            </a:p>
          </p:txBody>
        </p:sp>
      </p:grpSp>
      <p:cxnSp>
        <p:nvCxnSpPr>
          <p:cNvPr id="1699" name="Google Shape;1699;p22"/>
          <p:cNvCxnSpPr>
            <a:endCxn id="1697" idx="3"/>
          </p:cNvCxnSpPr>
          <p:nvPr/>
        </p:nvCxnSpPr>
        <p:spPr>
          <a:xfrm flipH="1" rot="-5400000">
            <a:off x="7325354" y="3912445"/>
            <a:ext cx="1151700" cy="600"/>
          </a:xfrm>
          <a:prstGeom prst="bentConnector4">
            <a:avLst>
              <a:gd fmla="val 369" name="adj1"/>
              <a:gd fmla="val 106786877" name="adj2"/>
            </a:avLst>
          </a:prstGeom>
          <a:noFill/>
          <a:ln cap="flat" cmpd="sng" w="5200">
            <a:solidFill>
              <a:schemeClr val="dk2"/>
            </a:solidFill>
            <a:prstDash val="solid"/>
            <a:round/>
            <a:headEnd len="sm" w="sm" type="none"/>
            <a:tailEnd len="sm" w="sm" type="none"/>
          </a:ln>
        </p:spPr>
      </p:cxnSp>
      <p:grpSp>
        <p:nvGrpSpPr>
          <p:cNvPr id="1700" name="Google Shape;1700;p22"/>
          <p:cNvGrpSpPr/>
          <p:nvPr/>
        </p:nvGrpSpPr>
        <p:grpSpPr>
          <a:xfrm>
            <a:off x="4134671" y="3149672"/>
            <a:ext cx="407835" cy="445507"/>
            <a:chOff x="2850191" y="1543100"/>
            <a:chExt cx="272508" cy="297680"/>
          </a:xfrm>
        </p:grpSpPr>
        <p:sp>
          <p:nvSpPr>
            <p:cNvPr id="1701" name="Google Shape;1701;p22"/>
            <p:cNvSpPr/>
            <p:nvPr/>
          </p:nvSpPr>
          <p:spPr>
            <a:xfrm>
              <a:off x="2850802" y="1543100"/>
              <a:ext cx="271885" cy="297069"/>
            </a:xfrm>
            <a:custGeom>
              <a:rect b="b" l="l" r="r" t="t"/>
              <a:pathLst>
                <a:path extrusionOk="0" h="9248" w="8464">
                  <a:moveTo>
                    <a:pt x="619" y="0"/>
                  </a:moveTo>
                  <a:cubicBezTo>
                    <a:pt x="571" y="0"/>
                    <a:pt x="522" y="20"/>
                    <a:pt x="487" y="55"/>
                  </a:cubicBezTo>
                  <a:lnTo>
                    <a:pt x="242" y="300"/>
                  </a:lnTo>
                  <a:lnTo>
                    <a:pt x="56" y="524"/>
                  </a:lnTo>
                  <a:cubicBezTo>
                    <a:pt x="21" y="558"/>
                    <a:pt x="1" y="607"/>
                    <a:pt x="1" y="656"/>
                  </a:cubicBezTo>
                  <a:lnTo>
                    <a:pt x="1" y="9061"/>
                  </a:lnTo>
                  <a:cubicBezTo>
                    <a:pt x="1" y="9165"/>
                    <a:pt x="85" y="9248"/>
                    <a:pt x="187" y="9248"/>
                  </a:cubicBezTo>
                  <a:lnTo>
                    <a:pt x="8259" y="9248"/>
                  </a:lnTo>
                  <a:cubicBezTo>
                    <a:pt x="8362" y="9248"/>
                    <a:pt x="8446" y="9165"/>
                    <a:pt x="8446" y="9061"/>
                  </a:cubicBezTo>
                  <a:lnTo>
                    <a:pt x="8463" y="9006"/>
                  </a:lnTo>
                  <a:lnTo>
                    <a:pt x="8463" y="2518"/>
                  </a:lnTo>
                  <a:lnTo>
                    <a:pt x="8426" y="2480"/>
                  </a:lnTo>
                  <a:lnTo>
                    <a:pt x="8424" y="1720"/>
                  </a:lnTo>
                  <a:lnTo>
                    <a:pt x="8463" y="1678"/>
                  </a:lnTo>
                  <a:lnTo>
                    <a:pt x="8463" y="187"/>
                  </a:lnTo>
                  <a:cubicBezTo>
                    <a:pt x="8463" y="84"/>
                    <a:pt x="8381" y="0"/>
                    <a:pt x="8278" y="0"/>
                  </a:cubicBezTo>
                  <a:lnTo>
                    <a:pt x="7514" y="0"/>
                  </a:lnTo>
                  <a:cubicBezTo>
                    <a:pt x="7411" y="0"/>
                    <a:pt x="7327" y="84"/>
                    <a:pt x="7327" y="187"/>
                  </a:cubicBezTo>
                  <a:lnTo>
                    <a:pt x="7327" y="281"/>
                  </a:lnTo>
                  <a:lnTo>
                    <a:pt x="7282" y="366"/>
                  </a:lnTo>
                  <a:lnTo>
                    <a:pt x="2256" y="420"/>
                  </a:lnTo>
                  <a:lnTo>
                    <a:pt x="2220" y="355"/>
                  </a:lnTo>
                  <a:lnTo>
                    <a:pt x="1772" y="355"/>
                  </a:lnTo>
                  <a:cubicBezTo>
                    <a:pt x="1703" y="355"/>
                    <a:pt x="1641" y="317"/>
                    <a:pt x="1607" y="256"/>
                  </a:cubicBezTo>
                  <a:lnTo>
                    <a:pt x="1526" y="100"/>
                  </a:lnTo>
                  <a:cubicBezTo>
                    <a:pt x="1493" y="39"/>
                    <a:pt x="1431" y="0"/>
                    <a:pt x="1361" y="0"/>
                  </a:cubicBezTo>
                  <a:close/>
                </a:path>
              </a:pathLst>
            </a:custGeom>
            <a:solidFill>
              <a:schemeClr val="accent2"/>
            </a:solidFill>
            <a:ln>
              <a:noFill/>
            </a:ln>
          </p:spPr>
          <p:txBody>
            <a:bodyPr anchorCtr="0" anchor="ctr" bIns="136825" lIns="136825" spcFirstLastPara="1" rIns="136825" wrap="square" tIns="136825">
              <a:noAutofit/>
            </a:bodyPr>
            <a:lstStyle/>
            <a:p>
              <a:pPr indent="0" lvl="0" marL="0" marR="0" rtl="0" algn="l">
                <a:lnSpc>
                  <a:spcPct val="100000"/>
                </a:lnSpc>
                <a:spcBef>
                  <a:spcPts val="0"/>
                </a:spcBef>
                <a:spcAft>
                  <a:spcPts val="0"/>
                </a:spcAft>
                <a:buClr>
                  <a:srgbClr val="000000"/>
                </a:buClr>
                <a:buSzPts val="2095"/>
                <a:buFont typeface="Arial"/>
                <a:buNone/>
              </a:pPr>
              <a:r>
                <a:t/>
              </a:r>
              <a:endParaRPr b="0" i="0" sz="2095" u="none" cap="none" strike="noStrike">
                <a:solidFill>
                  <a:srgbClr val="000000"/>
                </a:solidFill>
                <a:latin typeface="Arial"/>
                <a:ea typeface="Arial"/>
                <a:cs typeface="Arial"/>
                <a:sym typeface="Arial"/>
              </a:endParaRPr>
            </a:p>
          </p:txBody>
        </p:sp>
        <p:sp>
          <p:nvSpPr>
            <p:cNvPr id="1702" name="Google Shape;1702;p22"/>
            <p:cNvSpPr/>
            <p:nvPr/>
          </p:nvSpPr>
          <p:spPr>
            <a:xfrm>
              <a:off x="2850191" y="1552705"/>
              <a:ext cx="272495" cy="288075"/>
            </a:xfrm>
            <a:custGeom>
              <a:rect b="b" l="l" r="r" t="t"/>
              <a:pathLst>
                <a:path extrusionOk="0" h="8968" w="8483">
                  <a:moveTo>
                    <a:pt x="264" y="1"/>
                  </a:moveTo>
                  <a:lnTo>
                    <a:pt x="57" y="206"/>
                  </a:lnTo>
                  <a:cubicBezTo>
                    <a:pt x="22" y="241"/>
                    <a:pt x="4" y="290"/>
                    <a:pt x="4" y="340"/>
                  </a:cubicBezTo>
                  <a:lnTo>
                    <a:pt x="4" y="1379"/>
                  </a:lnTo>
                  <a:lnTo>
                    <a:pt x="44" y="1422"/>
                  </a:lnTo>
                  <a:lnTo>
                    <a:pt x="40" y="2185"/>
                  </a:lnTo>
                  <a:lnTo>
                    <a:pt x="1" y="2219"/>
                  </a:lnTo>
                  <a:lnTo>
                    <a:pt x="1" y="8781"/>
                  </a:lnTo>
                  <a:cubicBezTo>
                    <a:pt x="1" y="8884"/>
                    <a:pt x="85" y="8967"/>
                    <a:pt x="187" y="8967"/>
                  </a:cubicBezTo>
                  <a:lnTo>
                    <a:pt x="8297" y="8967"/>
                  </a:lnTo>
                  <a:cubicBezTo>
                    <a:pt x="8400" y="8967"/>
                    <a:pt x="8482" y="8884"/>
                    <a:pt x="8482" y="8781"/>
                  </a:cubicBezTo>
                  <a:lnTo>
                    <a:pt x="8482" y="8707"/>
                  </a:lnTo>
                  <a:lnTo>
                    <a:pt x="358" y="8707"/>
                  </a:lnTo>
                  <a:cubicBezTo>
                    <a:pt x="305" y="8707"/>
                    <a:pt x="264" y="8663"/>
                    <a:pt x="264" y="8613"/>
                  </a:cubicBezTo>
                  <a:lnTo>
                    <a:pt x="264" y="1"/>
                  </a:lnTo>
                  <a:close/>
                </a:path>
              </a:pathLst>
            </a:custGeom>
            <a:solidFill>
              <a:srgbClr val="000000">
                <a:alpha val="13330"/>
              </a:srgbClr>
            </a:solidFill>
            <a:ln>
              <a:noFill/>
            </a:ln>
          </p:spPr>
          <p:txBody>
            <a:bodyPr anchorCtr="0" anchor="ctr" bIns="136825" lIns="136825" spcFirstLastPara="1" rIns="136825" wrap="square" tIns="136825">
              <a:noAutofit/>
            </a:bodyPr>
            <a:lstStyle/>
            <a:p>
              <a:pPr indent="0" lvl="0" marL="0" marR="0" rtl="0" algn="l">
                <a:lnSpc>
                  <a:spcPct val="100000"/>
                </a:lnSpc>
                <a:spcBef>
                  <a:spcPts val="0"/>
                </a:spcBef>
                <a:spcAft>
                  <a:spcPts val="0"/>
                </a:spcAft>
                <a:buClr>
                  <a:srgbClr val="000000"/>
                </a:buClr>
                <a:buSzPts val="2095"/>
                <a:buFont typeface="Arial"/>
                <a:buNone/>
              </a:pPr>
              <a:r>
                <a:t/>
              </a:r>
              <a:endParaRPr b="0" i="0" sz="2095" u="none" cap="none" strike="noStrike">
                <a:solidFill>
                  <a:srgbClr val="000000"/>
                </a:solidFill>
                <a:latin typeface="Arial"/>
                <a:ea typeface="Arial"/>
                <a:cs typeface="Arial"/>
                <a:sym typeface="Arial"/>
              </a:endParaRPr>
            </a:p>
          </p:txBody>
        </p:sp>
        <p:sp>
          <p:nvSpPr>
            <p:cNvPr id="1703" name="Google Shape;1703;p22"/>
            <p:cNvSpPr/>
            <p:nvPr/>
          </p:nvSpPr>
          <p:spPr>
            <a:xfrm>
              <a:off x="3031949" y="1552127"/>
              <a:ext cx="54255" cy="89911"/>
            </a:xfrm>
            <a:custGeom>
              <a:rect b="b" l="l" r="r" t="t"/>
              <a:pathLst>
                <a:path extrusionOk="0" h="2799" w="1689">
                  <a:moveTo>
                    <a:pt x="569" y="0"/>
                  </a:moveTo>
                  <a:lnTo>
                    <a:pt x="0" y="6"/>
                  </a:lnTo>
                  <a:lnTo>
                    <a:pt x="0" y="2724"/>
                  </a:lnTo>
                  <a:lnTo>
                    <a:pt x="569" y="2798"/>
                  </a:lnTo>
                  <a:lnTo>
                    <a:pt x="1409" y="2798"/>
                  </a:lnTo>
                  <a:cubicBezTo>
                    <a:pt x="1564" y="2798"/>
                    <a:pt x="1688" y="2671"/>
                    <a:pt x="1688" y="2517"/>
                  </a:cubicBezTo>
                  <a:lnTo>
                    <a:pt x="1688" y="0"/>
                  </a:lnTo>
                  <a:close/>
                </a:path>
              </a:pathLst>
            </a:custGeom>
            <a:solidFill>
              <a:srgbClr val="000000">
                <a:alpha val="13330"/>
              </a:srgbClr>
            </a:solidFill>
            <a:ln>
              <a:noFill/>
            </a:ln>
          </p:spPr>
          <p:txBody>
            <a:bodyPr anchorCtr="0" anchor="ctr" bIns="136825" lIns="136825" spcFirstLastPara="1" rIns="136825" wrap="square" tIns="136825">
              <a:noAutofit/>
            </a:bodyPr>
            <a:lstStyle/>
            <a:p>
              <a:pPr indent="0" lvl="0" marL="0" marR="0" rtl="0" algn="l">
                <a:lnSpc>
                  <a:spcPct val="100000"/>
                </a:lnSpc>
                <a:spcBef>
                  <a:spcPts val="0"/>
                </a:spcBef>
                <a:spcAft>
                  <a:spcPts val="0"/>
                </a:spcAft>
                <a:buClr>
                  <a:srgbClr val="000000"/>
                </a:buClr>
                <a:buSzPts val="2095"/>
                <a:buFont typeface="Arial"/>
                <a:buNone/>
              </a:pPr>
              <a:r>
                <a:t/>
              </a:r>
              <a:endParaRPr b="0" i="0" sz="2095" u="none" cap="none" strike="noStrike">
                <a:solidFill>
                  <a:srgbClr val="000000"/>
                </a:solidFill>
                <a:latin typeface="Arial"/>
                <a:ea typeface="Arial"/>
                <a:cs typeface="Arial"/>
                <a:sym typeface="Arial"/>
              </a:endParaRPr>
            </a:p>
          </p:txBody>
        </p:sp>
        <p:sp>
          <p:nvSpPr>
            <p:cNvPr id="1704" name="Google Shape;1704;p22"/>
            <p:cNvSpPr/>
            <p:nvPr/>
          </p:nvSpPr>
          <p:spPr>
            <a:xfrm>
              <a:off x="3045795" y="1565587"/>
              <a:ext cx="26919" cy="9026"/>
            </a:xfrm>
            <a:custGeom>
              <a:rect b="b" l="l" r="r" t="t"/>
              <a:pathLst>
                <a:path extrusionOk="0" h="281" w="838">
                  <a:moveTo>
                    <a:pt x="140" y="1"/>
                  </a:moveTo>
                  <a:cubicBezTo>
                    <a:pt x="63" y="1"/>
                    <a:pt x="1" y="63"/>
                    <a:pt x="1" y="141"/>
                  </a:cubicBezTo>
                  <a:cubicBezTo>
                    <a:pt x="1" y="217"/>
                    <a:pt x="61" y="280"/>
                    <a:pt x="140" y="280"/>
                  </a:cubicBezTo>
                  <a:lnTo>
                    <a:pt x="698" y="280"/>
                  </a:lnTo>
                  <a:cubicBezTo>
                    <a:pt x="776" y="280"/>
                    <a:pt x="837" y="218"/>
                    <a:pt x="837" y="141"/>
                  </a:cubicBezTo>
                  <a:cubicBezTo>
                    <a:pt x="837" y="65"/>
                    <a:pt x="776" y="1"/>
                    <a:pt x="698" y="1"/>
                  </a:cubicBezTo>
                  <a:close/>
                </a:path>
              </a:pathLst>
            </a:custGeom>
            <a:solidFill>
              <a:schemeClr val="accent2"/>
            </a:solidFill>
            <a:ln>
              <a:noFill/>
            </a:ln>
          </p:spPr>
          <p:txBody>
            <a:bodyPr anchorCtr="0" anchor="ctr" bIns="136825" lIns="136825" spcFirstLastPara="1" rIns="136825" wrap="square" tIns="136825">
              <a:noAutofit/>
            </a:bodyPr>
            <a:lstStyle/>
            <a:p>
              <a:pPr indent="0" lvl="0" marL="0" marR="0" rtl="0" algn="l">
                <a:lnSpc>
                  <a:spcPct val="100000"/>
                </a:lnSpc>
                <a:spcBef>
                  <a:spcPts val="0"/>
                </a:spcBef>
                <a:spcAft>
                  <a:spcPts val="0"/>
                </a:spcAft>
                <a:buClr>
                  <a:srgbClr val="000000"/>
                </a:buClr>
                <a:buSzPts val="2095"/>
                <a:buFont typeface="Arial"/>
                <a:buNone/>
              </a:pPr>
              <a:r>
                <a:t/>
              </a:r>
              <a:endParaRPr b="0" i="0" sz="2095" u="none" cap="none" strike="noStrike">
                <a:solidFill>
                  <a:srgbClr val="000000"/>
                </a:solidFill>
                <a:latin typeface="Arial"/>
                <a:ea typeface="Arial"/>
                <a:cs typeface="Arial"/>
                <a:sym typeface="Arial"/>
              </a:endParaRPr>
            </a:p>
          </p:txBody>
        </p:sp>
        <p:sp>
          <p:nvSpPr>
            <p:cNvPr id="1705" name="Google Shape;1705;p22"/>
            <p:cNvSpPr/>
            <p:nvPr/>
          </p:nvSpPr>
          <p:spPr>
            <a:xfrm>
              <a:off x="2868181" y="1804782"/>
              <a:ext cx="24028" cy="18021"/>
            </a:xfrm>
            <a:custGeom>
              <a:rect b="b" l="l" r="r" t="t"/>
              <a:pathLst>
                <a:path extrusionOk="0" h="561" w="748">
                  <a:moveTo>
                    <a:pt x="95" y="0"/>
                  </a:moveTo>
                  <a:cubicBezTo>
                    <a:pt x="43" y="0"/>
                    <a:pt x="1" y="43"/>
                    <a:pt x="1" y="94"/>
                  </a:cubicBezTo>
                  <a:lnTo>
                    <a:pt x="1" y="466"/>
                  </a:lnTo>
                  <a:cubicBezTo>
                    <a:pt x="1" y="520"/>
                    <a:pt x="44" y="560"/>
                    <a:pt x="95" y="560"/>
                  </a:cubicBezTo>
                  <a:lnTo>
                    <a:pt x="654" y="560"/>
                  </a:lnTo>
                  <a:cubicBezTo>
                    <a:pt x="705" y="560"/>
                    <a:pt x="747" y="520"/>
                    <a:pt x="748" y="466"/>
                  </a:cubicBezTo>
                  <a:lnTo>
                    <a:pt x="748" y="94"/>
                  </a:lnTo>
                  <a:cubicBezTo>
                    <a:pt x="748" y="42"/>
                    <a:pt x="705" y="0"/>
                    <a:pt x="654" y="0"/>
                  </a:cubicBezTo>
                  <a:close/>
                </a:path>
              </a:pathLst>
            </a:custGeom>
            <a:solidFill>
              <a:schemeClr val="lt1"/>
            </a:solidFill>
            <a:ln>
              <a:noFill/>
            </a:ln>
          </p:spPr>
          <p:txBody>
            <a:bodyPr anchorCtr="0" anchor="ctr" bIns="136825" lIns="136825" spcFirstLastPara="1" rIns="136825" wrap="square" tIns="136825">
              <a:noAutofit/>
            </a:bodyPr>
            <a:lstStyle/>
            <a:p>
              <a:pPr indent="0" lvl="0" marL="0" marR="0" rtl="0" algn="l">
                <a:lnSpc>
                  <a:spcPct val="100000"/>
                </a:lnSpc>
                <a:spcBef>
                  <a:spcPts val="0"/>
                </a:spcBef>
                <a:spcAft>
                  <a:spcPts val="0"/>
                </a:spcAft>
                <a:buClr>
                  <a:srgbClr val="000000"/>
                </a:buClr>
                <a:buSzPts val="2095"/>
                <a:buFont typeface="Arial"/>
                <a:buNone/>
              </a:pPr>
              <a:r>
                <a:t/>
              </a:r>
              <a:endParaRPr b="0" i="0" sz="2095" u="none" cap="none" strike="noStrike">
                <a:solidFill>
                  <a:srgbClr val="000000"/>
                </a:solidFill>
                <a:latin typeface="Arial"/>
                <a:ea typeface="Arial"/>
                <a:cs typeface="Arial"/>
                <a:sym typeface="Arial"/>
              </a:endParaRPr>
            </a:p>
          </p:txBody>
        </p:sp>
        <p:sp>
          <p:nvSpPr>
            <p:cNvPr id="1706" name="Google Shape;1706;p22"/>
            <p:cNvSpPr/>
            <p:nvPr/>
          </p:nvSpPr>
          <p:spPr>
            <a:xfrm>
              <a:off x="3080778" y="1804782"/>
              <a:ext cx="24028" cy="18021"/>
            </a:xfrm>
            <a:custGeom>
              <a:rect b="b" l="l" r="r" t="t"/>
              <a:pathLst>
                <a:path extrusionOk="0" h="561" w="748">
                  <a:moveTo>
                    <a:pt x="94" y="0"/>
                  </a:moveTo>
                  <a:cubicBezTo>
                    <a:pt x="42" y="0"/>
                    <a:pt x="0" y="43"/>
                    <a:pt x="0" y="94"/>
                  </a:cubicBezTo>
                  <a:lnTo>
                    <a:pt x="0" y="466"/>
                  </a:lnTo>
                  <a:cubicBezTo>
                    <a:pt x="0" y="520"/>
                    <a:pt x="44" y="560"/>
                    <a:pt x="94" y="560"/>
                  </a:cubicBezTo>
                  <a:lnTo>
                    <a:pt x="653" y="560"/>
                  </a:lnTo>
                  <a:cubicBezTo>
                    <a:pt x="704" y="560"/>
                    <a:pt x="746" y="520"/>
                    <a:pt x="747" y="466"/>
                  </a:cubicBezTo>
                  <a:lnTo>
                    <a:pt x="747" y="94"/>
                  </a:lnTo>
                  <a:cubicBezTo>
                    <a:pt x="747" y="42"/>
                    <a:pt x="704" y="0"/>
                    <a:pt x="653" y="0"/>
                  </a:cubicBezTo>
                  <a:close/>
                </a:path>
              </a:pathLst>
            </a:custGeom>
            <a:solidFill>
              <a:schemeClr val="lt1"/>
            </a:solidFill>
            <a:ln>
              <a:noFill/>
            </a:ln>
          </p:spPr>
          <p:txBody>
            <a:bodyPr anchorCtr="0" anchor="ctr" bIns="136825" lIns="136825" spcFirstLastPara="1" rIns="136825" wrap="square" tIns="136825">
              <a:noAutofit/>
            </a:bodyPr>
            <a:lstStyle/>
            <a:p>
              <a:pPr indent="0" lvl="0" marL="0" marR="0" rtl="0" algn="l">
                <a:lnSpc>
                  <a:spcPct val="100000"/>
                </a:lnSpc>
                <a:spcBef>
                  <a:spcPts val="0"/>
                </a:spcBef>
                <a:spcAft>
                  <a:spcPts val="0"/>
                </a:spcAft>
                <a:buClr>
                  <a:srgbClr val="000000"/>
                </a:buClr>
                <a:buSzPts val="2095"/>
                <a:buFont typeface="Arial"/>
                <a:buNone/>
              </a:pPr>
              <a:r>
                <a:t/>
              </a:r>
              <a:endParaRPr b="0" i="0" sz="2095" u="none" cap="none" strike="noStrike">
                <a:solidFill>
                  <a:srgbClr val="000000"/>
                </a:solidFill>
                <a:latin typeface="Arial"/>
                <a:ea typeface="Arial"/>
                <a:cs typeface="Arial"/>
                <a:sym typeface="Arial"/>
              </a:endParaRPr>
            </a:p>
          </p:txBody>
        </p:sp>
        <p:sp>
          <p:nvSpPr>
            <p:cNvPr id="1707" name="Google Shape;1707;p22"/>
            <p:cNvSpPr/>
            <p:nvPr/>
          </p:nvSpPr>
          <p:spPr>
            <a:xfrm>
              <a:off x="2940974" y="1664689"/>
              <a:ext cx="91035" cy="89879"/>
            </a:xfrm>
            <a:custGeom>
              <a:rect b="b" l="l" r="r" t="t"/>
              <a:pathLst>
                <a:path extrusionOk="0" h="2798" w="2834">
                  <a:moveTo>
                    <a:pt x="1416" y="1"/>
                  </a:moveTo>
                  <a:cubicBezTo>
                    <a:pt x="1076" y="1"/>
                    <a:pt x="765" y="121"/>
                    <a:pt x="522" y="322"/>
                  </a:cubicBezTo>
                  <a:cubicBezTo>
                    <a:pt x="522" y="322"/>
                    <a:pt x="1" y="840"/>
                    <a:pt x="38" y="1418"/>
                  </a:cubicBezTo>
                  <a:cubicBezTo>
                    <a:pt x="89" y="2200"/>
                    <a:pt x="635" y="2798"/>
                    <a:pt x="1416" y="2798"/>
                  </a:cubicBezTo>
                  <a:cubicBezTo>
                    <a:pt x="2166" y="2798"/>
                    <a:pt x="2573" y="2236"/>
                    <a:pt x="2573" y="2236"/>
                  </a:cubicBezTo>
                  <a:cubicBezTo>
                    <a:pt x="2737" y="2004"/>
                    <a:pt x="2834" y="1722"/>
                    <a:pt x="2834" y="1418"/>
                  </a:cubicBezTo>
                  <a:cubicBezTo>
                    <a:pt x="2834" y="636"/>
                    <a:pt x="2198" y="1"/>
                    <a:pt x="1416" y="1"/>
                  </a:cubicBezTo>
                  <a:close/>
                </a:path>
              </a:pathLst>
            </a:custGeom>
            <a:solidFill>
              <a:schemeClr val="lt1"/>
            </a:solidFill>
            <a:ln>
              <a:noFill/>
            </a:ln>
          </p:spPr>
          <p:txBody>
            <a:bodyPr anchorCtr="0" anchor="ctr" bIns="136825" lIns="136825" spcFirstLastPara="1" rIns="136825" wrap="square" tIns="136825">
              <a:noAutofit/>
            </a:bodyPr>
            <a:lstStyle/>
            <a:p>
              <a:pPr indent="0" lvl="0" marL="0" marR="0" rtl="0" algn="l">
                <a:lnSpc>
                  <a:spcPct val="100000"/>
                </a:lnSpc>
                <a:spcBef>
                  <a:spcPts val="0"/>
                </a:spcBef>
                <a:spcAft>
                  <a:spcPts val="0"/>
                </a:spcAft>
                <a:buClr>
                  <a:srgbClr val="000000"/>
                </a:buClr>
                <a:buSzPts val="2095"/>
                <a:buFont typeface="Arial"/>
                <a:buNone/>
              </a:pPr>
              <a:r>
                <a:t/>
              </a:r>
              <a:endParaRPr b="0" i="0" sz="2095" u="none" cap="none" strike="noStrike">
                <a:solidFill>
                  <a:srgbClr val="000000"/>
                </a:solidFill>
                <a:latin typeface="Arial"/>
                <a:ea typeface="Arial"/>
                <a:cs typeface="Arial"/>
                <a:sym typeface="Arial"/>
              </a:endParaRPr>
            </a:p>
          </p:txBody>
        </p:sp>
        <p:sp>
          <p:nvSpPr>
            <p:cNvPr id="1708" name="Google Shape;1708;p22"/>
            <p:cNvSpPr/>
            <p:nvPr/>
          </p:nvSpPr>
          <p:spPr>
            <a:xfrm>
              <a:off x="2940974" y="1674969"/>
              <a:ext cx="82683" cy="80756"/>
            </a:xfrm>
            <a:custGeom>
              <a:rect b="b" l="l" r="r" t="t"/>
              <a:pathLst>
                <a:path extrusionOk="0" h="2514" w="2574">
                  <a:moveTo>
                    <a:pt x="522" y="1"/>
                  </a:moveTo>
                  <a:lnTo>
                    <a:pt x="522" y="1"/>
                  </a:lnTo>
                  <a:cubicBezTo>
                    <a:pt x="203" y="258"/>
                    <a:pt x="1" y="655"/>
                    <a:pt x="1" y="1097"/>
                  </a:cubicBezTo>
                  <a:cubicBezTo>
                    <a:pt x="1" y="1878"/>
                    <a:pt x="636" y="2514"/>
                    <a:pt x="1418" y="2514"/>
                  </a:cubicBezTo>
                  <a:cubicBezTo>
                    <a:pt x="1896" y="2514"/>
                    <a:pt x="2317" y="2276"/>
                    <a:pt x="2573" y="1914"/>
                  </a:cubicBezTo>
                  <a:lnTo>
                    <a:pt x="2573" y="1914"/>
                  </a:lnTo>
                  <a:cubicBezTo>
                    <a:pt x="2330" y="2116"/>
                    <a:pt x="2019" y="2234"/>
                    <a:pt x="1678" y="2234"/>
                  </a:cubicBezTo>
                  <a:cubicBezTo>
                    <a:pt x="897" y="2234"/>
                    <a:pt x="261" y="1599"/>
                    <a:pt x="261" y="819"/>
                  </a:cubicBezTo>
                  <a:cubicBezTo>
                    <a:pt x="261" y="515"/>
                    <a:pt x="358" y="232"/>
                    <a:pt x="522" y="1"/>
                  </a:cubicBezTo>
                  <a:close/>
                </a:path>
              </a:pathLst>
            </a:custGeom>
            <a:solidFill>
              <a:srgbClr val="000000">
                <a:alpha val="13330"/>
              </a:srgbClr>
            </a:solidFill>
            <a:ln>
              <a:noFill/>
            </a:ln>
          </p:spPr>
          <p:txBody>
            <a:bodyPr anchorCtr="0" anchor="ctr" bIns="136825" lIns="136825" spcFirstLastPara="1" rIns="136825" wrap="square" tIns="136825">
              <a:noAutofit/>
            </a:bodyPr>
            <a:lstStyle/>
            <a:p>
              <a:pPr indent="0" lvl="0" marL="0" marR="0" rtl="0" algn="l">
                <a:lnSpc>
                  <a:spcPct val="100000"/>
                </a:lnSpc>
                <a:spcBef>
                  <a:spcPts val="0"/>
                </a:spcBef>
                <a:spcAft>
                  <a:spcPts val="0"/>
                </a:spcAft>
                <a:buClr>
                  <a:srgbClr val="000000"/>
                </a:buClr>
                <a:buSzPts val="2095"/>
                <a:buFont typeface="Arial"/>
                <a:buNone/>
              </a:pPr>
              <a:r>
                <a:t/>
              </a:r>
              <a:endParaRPr b="0" i="0" sz="2095" u="none" cap="none" strike="noStrike">
                <a:solidFill>
                  <a:srgbClr val="000000"/>
                </a:solidFill>
                <a:latin typeface="Arial"/>
                <a:ea typeface="Arial"/>
                <a:cs typeface="Arial"/>
                <a:sym typeface="Arial"/>
              </a:endParaRPr>
            </a:p>
          </p:txBody>
        </p:sp>
        <p:sp>
          <p:nvSpPr>
            <p:cNvPr id="1709" name="Google Shape;1709;p22"/>
            <p:cNvSpPr/>
            <p:nvPr/>
          </p:nvSpPr>
          <p:spPr>
            <a:xfrm>
              <a:off x="2977467" y="1701246"/>
              <a:ext cx="18053" cy="18021"/>
            </a:xfrm>
            <a:custGeom>
              <a:rect b="b" l="l" r="r" t="t"/>
              <a:pathLst>
                <a:path extrusionOk="0" h="561" w="562">
                  <a:moveTo>
                    <a:pt x="95" y="1"/>
                  </a:moveTo>
                  <a:cubicBezTo>
                    <a:pt x="44" y="1"/>
                    <a:pt x="1" y="41"/>
                    <a:pt x="1" y="93"/>
                  </a:cubicBezTo>
                  <a:lnTo>
                    <a:pt x="1" y="467"/>
                  </a:lnTo>
                  <a:cubicBezTo>
                    <a:pt x="1" y="517"/>
                    <a:pt x="41" y="561"/>
                    <a:pt x="95" y="561"/>
                  </a:cubicBezTo>
                  <a:lnTo>
                    <a:pt x="467" y="561"/>
                  </a:lnTo>
                  <a:cubicBezTo>
                    <a:pt x="518" y="561"/>
                    <a:pt x="561" y="519"/>
                    <a:pt x="561" y="467"/>
                  </a:cubicBezTo>
                  <a:lnTo>
                    <a:pt x="561" y="93"/>
                  </a:lnTo>
                  <a:cubicBezTo>
                    <a:pt x="560" y="41"/>
                    <a:pt x="518" y="1"/>
                    <a:pt x="467" y="1"/>
                  </a:cubicBezTo>
                  <a:close/>
                </a:path>
              </a:pathLst>
            </a:custGeom>
            <a:solidFill>
              <a:schemeClr val="accent2"/>
            </a:solidFill>
            <a:ln>
              <a:noFill/>
            </a:ln>
          </p:spPr>
          <p:txBody>
            <a:bodyPr anchorCtr="0" anchor="ctr" bIns="136825" lIns="136825" spcFirstLastPara="1" rIns="136825" wrap="square" tIns="136825">
              <a:noAutofit/>
            </a:bodyPr>
            <a:lstStyle/>
            <a:p>
              <a:pPr indent="0" lvl="0" marL="0" marR="0" rtl="0" algn="l">
                <a:lnSpc>
                  <a:spcPct val="100000"/>
                </a:lnSpc>
                <a:spcBef>
                  <a:spcPts val="0"/>
                </a:spcBef>
                <a:spcAft>
                  <a:spcPts val="0"/>
                </a:spcAft>
                <a:buClr>
                  <a:srgbClr val="000000"/>
                </a:buClr>
                <a:buSzPts val="2095"/>
                <a:buFont typeface="Arial"/>
                <a:buNone/>
              </a:pPr>
              <a:r>
                <a:t/>
              </a:r>
              <a:endParaRPr b="0" i="0" sz="2095" u="none" cap="none" strike="noStrike">
                <a:solidFill>
                  <a:srgbClr val="000000"/>
                </a:solidFill>
                <a:latin typeface="Arial"/>
                <a:ea typeface="Arial"/>
                <a:cs typeface="Arial"/>
                <a:sym typeface="Arial"/>
              </a:endParaRPr>
            </a:p>
          </p:txBody>
        </p:sp>
        <p:sp>
          <p:nvSpPr>
            <p:cNvPr id="1710" name="Google Shape;1710;p22"/>
            <p:cNvSpPr/>
            <p:nvPr/>
          </p:nvSpPr>
          <p:spPr>
            <a:xfrm>
              <a:off x="2922085" y="1543132"/>
              <a:ext cx="128201" cy="98841"/>
            </a:xfrm>
            <a:custGeom>
              <a:rect b="b" l="l" r="r" t="t"/>
              <a:pathLst>
                <a:path extrusionOk="0" h="3077" w="3991">
                  <a:moveTo>
                    <a:pt x="186" y="1"/>
                  </a:moveTo>
                  <a:cubicBezTo>
                    <a:pt x="83" y="1"/>
                    <a:pt x="1" y="83"/>
                    <a:pt x="1" y="186"/>
                  </a:cubicBezTo>
                  <a:lnTo>
                    <a:pt x="1" y="2796"/>
                  </a:lnTo>
                  <a:cubicBezTo>
                    <a:pt x="1" y="2951"/>
                    <a:pt x="127" y="3077"/>
                    <a:pt x="280" y="3077"/>
                  </a:cubicBezTo>
                  <a:lnTo>
                    <a:pt x="3991" y="3077"/>
                  </a:lnTo>
                  <a:lnTo>
                    <a:pt x="3991" y="186"/>
                  </a:lnTo>
                  <a:cubicBezTo>
                    <a:pt x="3991" y="83"/>
                    <a:pt x="3907" y="1"/>
                    <a:pt x="3804" y="1"/>
                  </a:cubicBezTo>
                  <a:close/>
                </a:path>
              </a:pathLst>
            </a:custGeom>
            <a:solidFill>
              <a:schemeClr val="lt1"/>
            </a:solidFill>
            <a:ln>
              <a:noFill/>
            </a:ln>
          </p:spPr>
          <p:txBody>
            <a:bodyPr anchorCtr="0" anchor="ctr" bIns="136825" lIns="136825" spcFirstLastPara="1" rIns="136825" wrap="square" tIns="136825">
              <a:noAutofit/>
            </a:bodyPr>
            <a:lstStyle/>
            <a:p>
              <a:pPr indent="0" lvl="0" marL="0" marR="0" rtl="0" algn="l">
                <a:lnSpc>
                  <a:spcPct val="100000"/>
                </a:lnSpc>
                <a:spcBef>
                  <a:spcPts val="0"/>
                </a:spcBef>
                <a:spcAft>
                  <a:spcPts val="0"/>
                </a:spcAft>
                <a:buClr>
                  <a:srgbClr val="000000"/>
                </a:buClr>
                <a:buSzPts val="2095"/>
                <a:buFont typeface="Arial"/>
                <a:buNone/>
              </a:pPr>
              <a:r>
                <a:t/>
              </a:r>
              <a:endParaRPr b="0" i="0" sz="2095" u="none" cap="none" strike="noStrike">
                <a:solidFill>
                  <a:srgbClr val="000000"/>
                </a:solidFill>
                <a:latin typeface="Arial"/>
                <a:ea typeface="Arial"/>
                <a:cs typeface="Arial"/>
                <a:sym typeface="Arial"/>
              </a:endParaRPr>
            </a:p>
          </p:txBody>
        </p:sp>
        <p:sp>
          <p:nvSpPr>
            <p:cNvPr id="1711" name="Google Shape;1711;p22"/>
            <p:cNvSpPr/>
            <p:nvPr/>
          </p:nvSpPr>
          <p:spPr>
            <a:xfrm>
              <a:off x="2940588" y="1561122"/>
              <a:ext cx="35399" cy="62318"/>
            </a:xfrm>
            <a:custGeom>
              <a:rect b="b" l="l" r="r" t="t"/>
              <a:pathLst>
                <a:path extrusionOk="0" h="1940" w="1102">
                  <a:moveTo>
                    <a:pt x="356" y="1"/>
                  </a:moveTo>
                  <a:cubicBezTo>
                    <a:pt x="325" y="1"/>
                    <a:pt x="301" y="27"/>
                    <a:pt x="301" y="57"/>
                  </a:cubicBezTo>
                  <a:lnTo>
                    <a:pt x="301" y="356"/>
                  </a:lnTo>
                  <a:cubicBezTo>
                    <a:pt x="301" y="364"/>
                    <a:pt x="293" y="374"/>
                    <a:pt x="282" y="374"/>
                  </a:cubicBezTo>
                  <a:lnTo>
                    <a:pt x="244" y="374"/>
                  </a:lnTo>
                  <a:lnTo>
                    <a:pt x="57" y="392"/>
                  </a:lnTo>
                  <a:cubicBezTo>
                    <a:pt x="27" y="392"/>
                    <a:pt x="1" y="418"/>
                    <a:pt x="1" y="448"/>
                  </a:cubicBezTo>
                  <a:lnTo>
                    <a:pt x="1" y="1883"/>
                  </a:lnTo>
                  <a:cubicBezTo>
                    <a:pt x="1" y="1913"/>
                    <a:pt x="27" y="1939"/>
                    <a:pt x="57" y="1939"/>
                  </a:cubicBezTo>
                  <a:lnTo>
                    <a:pt x="1027" y="1939"/>
                  </a:lnTo>
                  <a:cubicBezTo>
                    <a:pt x="1058" y="1939"/>
                    <a:pt x="1084" y="1913"/>
                    <a:pt x="1084" y="1884"/>
                  </a:cubicBezTo>
                  <a:lnTo>
                    <a:pt x="1101" y="1699"/>
                  </a:lnTo>
                  <a:lnTo>
                    <a:pt x="1101" y="429"/>
                  </a:lnTo>
                  <a:cubicBezTo>
                    <a:pt x="1101" y="399"/>
                    <a:pt x="1077" y="374"/>
                    <a:pt x="1046" y="374"/>
                  </a:cubicBezTo>
                  <a:lnTo>
                    <a:pt x="803" y="374"/>
                  </a:lnTo>
                  <a:cubicBezTo>
                    <a:pt x="794" y="374"/>
                    <a:pt x="786" y="367"/>
                    <a:pt x="786" y="356"/>
                  </a:cubicBezTo>
                  <a:lnTo>
                    <a:pt x="786" y="57"/>
                  </a:lnTo>
                  <a:cubicBezTo>
                    <a:pt x="786" y="27"/>
                    <a:pt x="760" y="1"/>
                    <a:pt x="729" y="1"/>
                  </a:cubicBezTo>
                  <a:close/>
                </a:path>
              </a:pathLst>
            </a:custGeom>
            <a:solidFill>
              <a:schemeClr val="accent2"/>
            </a:solidFill>
            <a:ln>
              <a:noFill/>
            </a:ln>
          </p:spPr>
          <p:txBody>
            <a:bodyPr anchorCtr="0" anchor="ctr" bIns="136825" lIns="136825" spcFirstLastPara="1" rIns="136825" wrap="square" tIns="136825">
              <a:noAutofit/>
            </a:bodyPr>
            <a:lstStyle/>
            <a:p>
              <a:pPr indent="0" lvl="0" marL="0" marR="0" rtl="0" algn="l">
                <a:lnSpc>
                  <a:spcPct val="100000"/>
                </a:lnSpc>
                <a:spcBef>
                  <a:spcPts val="0"/>
                </a:spcBef>
                <a:spcAft>
                  <a:spcPts val="0"/>
                </a:spcAft>
                <a:buClr>
                  <a:srgbClr val="000000"/>
                </a:buClr>
                <a:buSzPts val="2095"/>
                <a:buFont typeface="Arial"/>
                <a:buNone/>
              </a:pPr>
              <a:r>
                <a:t/>
              </a:r>
              <a:endParaRPr b="0" i="0" sz="2095" u="none" cap="none" strike="noStrike">
                <a:solidFill>
                  <a:srgbClr val="000000"/>
                </a:solidFill>
                <a:latin typeface="Arial"/>
                <a:ea typeface="Arial"/>
                <a:cs typeface="Arial"/>
                <a:sym typeface="Arial"/>
              </a:endParaRPr>
            </a:p>
          </p:txBody>
        </p:sp>
        <p:sp>
          <p:nvSpPr>
            <p:cNvPr id="1712" name="Google Shape;1712;p22"/>
            <p:cNvSpPr/>
            <p:nvPr/>
          </p:nvSpPr>
          <p:spPr>
            <a:xfrm>
              <a:off x="2940042" y="1573040"/>
              <a:ext cx="35945" cy="50946"/>
            </a:xfrm>
            <a:custGeom>
              <a:rect b="b" l="l" r="r" t="t"/>
              <a:pathLst>
                <a:path extrusionOk="0" h="1586" w="1119">
                  <a:moveTo>
                    <a:pt x="56" y="0"/>
                  </a:moveTo>
                  <a:cubicBezTo>
                    <a:pt x="25" y="0"/>
                    <a:pt x="1" y="27"/>
                    <a:pt x="1" y="57"/>
                  </a:cubicBezTo>
                  <a:lnTo>
                    <a:pt x="1" y="1531"/>
                  </a:lnTo>
                  <a:cubicBezTo>
                    <a:pt x="1" y="1561"/>
                    <a:pt x="25" y="1586"/>
                    <a:pt x="56" y="1586"/>
                  </a:cubicBezTo>
                  <a:lnTo>
                    <a:pt x="1062" y="1586"/>
                  </a:lnTo>
                  <a:cubicBezTo>
                    <a:pt x="1094" y="1586"/>
                    <a:pt x="1118" y="1561"/>
                    <a:pt x="1118" y="1531"/>
                  </a:cubicBezTo>
                  <a:lnTo>
                    <a:pt x="1118" y="1325"/>
                  </a:lnTo>
                  <a:lnTo>
                    <a:pt x="299" y="1325"/>
                  </a:lnTo>
                  <a:cubicBezTo>
                    <a:pt x="277" y="1325"/>
                    <a:pt x="261" y="1308"/>
                    <a:pt x="261" y="1287"/>
                  </a:cubicBezTo>
                  <a:lnTo>
                    <a:pt x="261" y="0"/>
                  </a:lnTo>
                  <a:close/>
                </a:path>
              </a:pathLst>
            </a:custGeom>
            <a:solidFill>
              <a:srgbClr val="000000">
                <a:alpha val="13330"/>
              </a:srgbClr>
            </a:solidFill>
            <a:ln>
              <a:noFill/>
            </a:ln>
          </p:spPr>
          <p:txBody>
            <a:bodyPr anchorCtr="0" anchor="ctr" bIns="136825" lIns="136825" spcFirstLastPara="1" rIns="136825" wrap="square" tIns="136825">
              <a:noAutofit/>
            </a:bodyPr>
            <a:lstStyle/>
            <a:p>
              <a:pPr indent="0" lvl="0" marL="0" marR="0" rtl="0" algn="l">
                <a:lnSpc>
                  <a:spcPct val="100000"/>
                </a:lnSpc>
                <a:spcBef>
                  <a:spcPts val="0"/>
                </a:spcBef>
                <a:spcAft>
                  <a:spcPts val="0"/>
                </a:spcAft>
                <a:buClr>
                  <a:srgbClr val="000000"/>
                </a:buClr>
                <a:buSzPts val="2095"/>
                <a:buFont typeface="Arial"/>
                <a:buNone/>
              </a:pPr>
              <a:r>
                <a:t/>
              </a:r>
              <a:endParaRPr b="0" i="0" sz="2095" u="none" cap="none" strike="noStrike">
                <a:solidFill>
                  <a:srgbClr val="000000"/>
                </a:solidFill>
                <a:latin typeface="Arial"/>
                <a:ea typeface="Arial"/>
                <a:cs typeface="Arial"/>
                <a:sym typeface="Arial"/>
              </a:endParaRPr>
            </a:p>
          </p:txBody>
        </p:sp>
        <p:sp>
          <p:nvSpPr>
            <p:cNvPr id="1713" name="Google Shape;1713;p22"/>
            <p:cNvSpPr/>
            <p:nvPr/>
          </p:nvSpPr>
          <p:spPr>
            <a:xfrm>
              <a:off x="3007471" y="1556656"/>
              <a:ext cx="20976" cy="8962"/>
            </a:xfrm>
            <a:custGeom>
              <a:rect b="b" l="l" r="r" t="t"/>
              <a:pathLst>
                <a:path extrusionOk="0" h="279" w="653">
                  <a:moveTo>
                    <a:pt x="140" y="1"/>
                  </a:moveTo>
                  <a:cubicBezTo>
                    <a:pt x="64" y="1"/>
                    <a:pt x="1" y="65"/>
                    <a:pt x="1" y="140"/>
                  </a:cubicBezTo>
                  <a:cubicBezTo>
                    <a:pt x="1" y="217"/>
                    <a:pt x="61" y="279"/>
                    <a:pt x="140" y="279"/>
                  </a:cubicBezTo>
                  <a:lnTo>
                    <a:pt x="513" y="279"/>
                  </a:lnTo>
                  <a:cubicBezTo>
                    <a:pt x="588" y="279"/>
                    <a:pt x="652" y="217"/>
                    <a:pt x="652" y="140"/>
                  </a:cubicBezTo>
                  <a:cubicBezTo>
                    <a:pt x="652" y="65"/>
                    <a:pt x="590" y="1"/>
                    <a:pt x="513" y="1"/>
                  </a:cubicBezTo>
                  <a:close/>
                </a:path>
              </a:pathLst>
            </a:custGeom>
            <a:solidFill>
              <a:schemeClr val="accent2"/>
            </a:solidFill>
            <a:ln>
              <a:noFill/>
            </a:ln>
          </p:spPr>
          <p:txBody>
            <a:bodyPr anchorCtr="0" anchor="ctr" bIns="136825" lIns="136825" spcFirstLastPara="1" rIns="136825" wrap="square" tIns="136825">
              <a:noAutofit/>
            </a:bodyPr>
            <a:lstStyle/>
            <a:p>
              <a:pPr indent="0" lvl="0" marL="0" marR="0" rtl="0" algn="l">
                <a:lnSpc>
                  <a:spcPct val="100000"/>
                </a:lnSpc>
                <a:spcBef>
                  <a:spcPts val="0"/>
                </a:spcBef>
                <a:spcAft>
                  <a:spcPts val="0"/>
                </a:spcAft>
                <a:buClr>
                  <a:srgbClr val="000000"/>
                </a:buClr>
                <a:buSzPts val="2095"/>
                <a:buFont typeface="Arial"/>
                <a:buNone/>
              </a:pPr>
              <a:r>
                <a:t/>
              </a:r>
              <a:endParaRPr b="0" i="0" sz="2095" u="none" cap="none" strike="noStrike">
                <a:solidFill>
                  <a:srgbClr val="000000"/>
                </a:solidFill>
                <a:latin typeface="Arial"/>
                <a:ea typeface="Arial"/>
                <a:cs typeface="Arial"/>
                <a:sym typeface="Arial"/>
              </a:endParaRPr>
            </a:p>
          </p:txBody>
        </p:sp>
        <p:sp>
          <p:nvSpPr>
            <p:cNvPr id="1714" name="Google Shape;1714;p22"/>
            <p:cNvSpPr/>
            <p:nvPr/>
          </p:nvSpPr>
          <p:spPr>
            <a:xfrm>
              <a:off x="3018811" y="1782391"/>
              <a:ext cx="66461" cy="8962"/>
            </a:xfrm>
            <a:custGeom>
              <a:rect b="b" l="l" r="r" t="t"/>
              <a:pathLst>
                <a:path extrusionOk="0" h="279" w="2069">
                  <a:moveTo>
                    <a:pt x="140" y="1"/>
                  </a:moveTo>
                  <a:cubicBezTo>
                    <a:pt x="63" y="1"/>
                    <a:pt x="1" y="62"/>
                    <a:pt x="1" y="140"/>
                  </a:cubicBezTo>
                  <a:cubicBezTo>
                    <a:pt x="1" y="215"/>
                    <a:pt x="62" y="279"/>
                    <a:pt x="140" y="279"/>
                  </a:cubicBezTo>
                  <a:lnTo>
                    <a:pt x="1929" y="279"/>
                  </a:lnTo>
                  <a:cubicBezTo>
                    <a:pt x="2007" y="279"/>
                    <a:pt x="2068" y="218"/>
                    <a:pt x="2068" y="140"/>
                  </a:cubicBezTo>
                  <a:cubicBezTo>
                    <a:pt x="2068" y="63"/>
                    <a:pt x="2007" y="1"/>
                    <a:pt x="1929" y="1"/>
                  </a:cubicBezTo>
                  <a:close/>
                </a:path>
              </a:pathLst>
            </a:custGeom>
            <a:solidFill>
              <a:srgbClr val="000000">
                <a:alpha val="13330"/>
              </a:srgbClr>
            </a:solidFill>
            <a:ln>
              <a:noFill/>
            </a:ln>
          </p:spPr>
          <p:txBody>
            <a:bodyPr anchorCtr="0" anchor="ctr" bIns="136825" lIns="136825" spcFirstLastPara="1" rIns="136825" wrap="square" tIns="136825">
              <a:noAutofit/>
            </a:bodyPr>
            <a:lstStyle/>
            <a:p>
              <a:pPr indent="0" lvl="0" marL="0" marR="0" rtl="0" algn="l">
                <a:lnSpc>
                  <a:spcPct val="100000"/>
                </a:lnSpc>
                <a:spcBef>
                  <a:spcPts val="0"/>
                </a:spcBef>
                <a:spcAft>
                  <a:spcPts val="0"/>
                </a:spcAft>
                <a:buClr>
                  <a:srgbClr val="000000"/>
                </a:buClr>
                <a:buSzPts val="2095"/>
                <a:buFont typeface="Arial"/>
                <a:buNone/>
              </a:pPr>
              <a:r>
                <a:t/>
              </a:r>
              <a:endParaRPr b="0" i="0" sz="2095" u="none" cap="none" strike="noStrike">
                <a:solidFill>
                  <a:srgbClr val="000000"/>
                </a:solidFill>
                <a:latin typeface="Arial"/>
                <a:ea typeface="Arial"/>
                <a:cs typeface="Arial"/>
                <a:sym typeface="Arial"/>
              </a:endParaRPr>
            </a:p>
          </p:txBody>
        </p:sp>
        <p:sp>
          <p:nvSpPr>
            <p:cNvPr id="1715" name="Google Shape;1715;p22"/>
            <p:cNvSpPr/>
            <p:nvPr/>
          </p:nvSpPr>
          <p:spPr>
            <a:xfrm>
              <a:off x="2850802" y="1597454"/>
              <a:ext cx="17410" cy="26180"/>
            </a:xfrm>
            <a:custGeom>
              <a:rect b="b" l="l" r="r" t="t"/>
              <a:pathLst>
                <a:path extrusionOk="0" h="815" w="542">
                  <a:moveTo>
                    <a:pt x="171" y="0"/>
                  </a:moveTo>
                  <a:cubicBezTo>
                    <a:pt x="98" y="0"/>
                    <a:pt x="1" y="6"/>
                    <a:pt x="1" y="6"/>
                  </a:cubicBezTo>
                  <a:lnTo>
                    <a:pt x="1" y="808"/>
                  </a:lnTo>
                  <a:cubicBezTo>
                    <a:pt x="1" y="808"/>
                    <a:pt x="91" y="814"/>
                    <a:pt x="163" y="814"/>
                  </a:cubicBezTo>
                  <a:cubicBezTo>
                    <a:pt x="199" y="814"/>
                    <a:pt x="230" y="813"/>
                    <a:pt x="242" y="808"/>
                  </a:cubicBezTo>
                  <a:cubicBezTo>
                    <a:pt x="415" y="756"/>
                    <a:pt x="542" y="597"/>
                    <a:pt x="542" y="406"/>
                  </a:cubicBezTo>
                  <a:cubicBezTo>
                    <a:pt x="542" y="216"/>
                    <a:pt x="417" y="57"/>
                    <a:pt x="242" y="5"/>
                  </a:cubicBezTo>
                  <a:cubicBezTo>
                    <a:pt x="231" y="1"/>
                    <a:pt x="203" y="0"/>
                    <a:pt x="171" y="0"/>
                  </a:cubicBezTo>
                  <a:close/>
                </a:path>
              </a:pathLst>
            </a:custGeom>
            <a:solidFill>
              <a:schemeClr val="lt1"/>
            </a:solidFill>
            <a:ln>
              <a:noFill/>
            </a:ln>
          </p:spPr>
          <p:txBody>
            <a:bodyPr anchorCtr="0" anchor="ctr" bIns="136825" lIns="136825" spcFirstLastPara="1" rIns="136825" wrap="square" tIns="136825">
              <a:noAutofit/>
            </a:bodyPr>
            <a:lstStyle/>
            <a:p>
              <a:pPr indent="0" lvl="0" marL="0" marR="0" rtl="0" algn="l">
                <a:lnSpc>
                  <a:spcPct val="100000"/>
                </a:lnSpc>
                <a:spcBef>
                  <a:spcPts val="0"/>
                </a:spcBef>
                <a:spcAft>
                  <a:spcPts val="0"/>
                </a:spcAft>
                <a:buClr>
                  <a:srgbClr val="000000"/>
                </a:buClr>
                <a:buSzPts val="2095"/>
                <a:buFont typeface="Arial"/>
                <a:buNone/>
              </a:pPr>
              <a:r>
                <a:t/>
              </a:r>
              <a:endParaRPr b="0" i="0" sz="2095" u="none" cap="none" strike="noStrike">
                <a:solidFill>
                  <a:srgbClr val="000000"/>
                </a:solidFill>
                <a:latin typeface="Arial"/>
                <a:ea typeface="Arial"/>
                <a:cs typeface="Arial"/>
                <a:sym typeface="Arial"/>
              </a:endParaRPr>
            </a:p>
          </p:txBody>
        </p:sp>
        <p:sp>
          <p:nvSpPr>
            <p:cNvPr id="1716" name="Google Shape;1716;p22"/>
            <p:cNvSpPr/>
            <p:nvPr/>
          </p:nvSpPr>
          <p:spPr>
            <a:xfrm>
              <a:off x="2850256" y="1596972"/>
              <a:ext cx="8384" cy="27015"/>
            </a:xfrm>
            <a:custGeom>
              <a:rect b="b" l="l" r="r" t="t"/>
              <a:pathLst>
                <a:path extrusionOk="0" h="841" w="261">
                  <a:moveTo>
                    <a:pt x="0" y="1"/>
                  </a:moveTo>
                  <a:lnTo>
                    <a:pt x="0" y="841"/>
                  </a:lnTo>
                  <a:lnTo>
                    <a:pt x="139" y="841"/>
                  </a:lnTo>
                  <a:cubicBezTo>
                    <a:pt x="181" y="841"/>
                    <a:pt x="222" y="833"/>
                    <a:pt x="261" y="823"/>
                  </a:cubicBezTo>
                  <a:lnTo>
                    <a:pt x="261" y="20"/>
                  </a:lnTo>
                  <a:cubicBezTo>
                    <a:pt x="222" y="8"/>
                    <a:pt x="183" y="1"/>
                    <a:pt x="139" y="1"/>
                  </a:cubicBezTo>
                  <a:close/>
                </a:path>
              </a:pathLst>
            </a:custGeom>
            <a:solidFill>
              <a:srgbClr val="000000">
                <a:alpha val="13330"/>
              </a:srgbClr>
            </a:solidFill>
            <a:ln>
              <a:noFill/>
            </a:ln>
          </p:spPr>
          <p:txBody>
            <a:bodyPr anchorCtr="0" anchor="ctr" bIns="136825" lIns="136825" spcFirstLastPara="1" rIns="136825" wrap="square" tIns="136825">
              <a:noAutofit/>
            </a:bodyPr>
            <a:lstStyle/>
            <a:p>
              <a:pPr indent="0" lvl="0" marL="0" marR="0" rtl="0" algn="l">
                <a:lnSpc>
                  <a:spcPct val="100000"/>
                </a:lnSpc>
                <a:spcBef>
                  <a:spcPts val="0"/>
                </a:spcBef>
                <a:spcAft>
                  <a:spcPts val="0"/>
                </a:spcAft>
                <a:buClr>
                  <a:srgbClr val="000000"/>
                </a:buClr>
                <a:buSzPts val="2095"/>
                <a:buFont typeface="Arial"/>
                <a:buNone/>
              </a:pPr>
              <a:r>
                <a:t/>
              </a:r>
              <a:endParaRPr b="0" i="0" sz="2095" u="none" cap="none" strike="noStrike">
                <a:solidFill>
                  <a:srgbClr val="000000"/>
                </a:solidFill>
                <a:latin typeface="Arial"/>
                <a:ea typeface="Arial"/>
                <a:cs typeface="Arial"/>
                <a:sym typeface="Arial"/>
              </a:endParaRPr>
            </a:p>
          </p:txBody>
        </p:sp>
        <p:sp>
          <p:nvSpPr>
            <p:cNvPr id="1717" name="Google Shape;1717;p22"/>
            <p:cNvSpPr/>
            <p:nvPr/>
          </p:nvSpPr>
          <p:spPr>
            <a:xfrm>
              <a:off x="3104710" y="1596972"/>
              <a:ext cx="17989" cy="27015"/>
            </a:xfrm>
            <a:custGeom>
              <a:rect b="b" l="l" r="r" t="t"/>
              <a:pathLst>
                <a:path extrusionOk="0" h="841" w="560">
                  <a:moveTo>
                    <a:pt x="421" y="1"/>
                  </a:moveTo>
                  <a:cubicBezTo>
                    <a:pt x="189" y="1"/>
                    <a:pt x="1" y="189"/>
                    <a:pt x="1" y="421"/>
                  </a:cubicBezTo>
                  <a:cubicBezTo>
                    <a:pt x="1" y="652"/>
                    <a:pt x="189" y="841"/>
                    <a:pt x="421" y="841"/>
                  </a:cubicBezTo>
                  <a:lnTo>
                    <a:pt x="559" y="841"/>
                  </a:lnTo>
                  <a:lnTo>
                    <a:pt x="559" y="1"/>
                  </a:lnTo>
                  <a:close/>
                </a:path>
              </a:pathLst>
            </a:custGeom>
            <a:solidFill>
              <a:schemeClr val="lt1"/>
            </a:solidFill>
            <a:ln>
              <a:noFill/>
            </a:ln>
          </p:spPr>
          <p:txBody>
            <a:bodyPr anchorCtr="0" anchor="ctr" bIns="136825" lIns="136825" spcFirstLastPara="1" rIns="136825" wrap="square" tIns="136825">
              <a:noAutofit/>
            </a:bodyPr>
            <a:lstStyle/>
            <a:p>
              <a:pPr indent="0" lvl="0" marL="0" marR="0" rtl="0" algn="l">
                <a:lnSpc>
                  <a:spcPct val="100000"/>
                </a:lnSpc>
                <a:spcBef>
                  <a:spcPts val="0"/>
                </a:spcBef>
                <a:spcAft>
                  <a:spcPts val="0"/>
                </a:spcAft>
                <a:buClr>
                  <a:srgbClr val="000000"/>
                </a:buClr>
                <a:buSzPts val="2095"/>
                <a:buFont typeface="Arial"/>
                <a:buNone/>
              </a:pPr>
              <a:r>
                <a:t/>
              </a:r>
              <a:endParaRPr b="0" i="0" sz="2095" u="none" cap="none" strike="noStrike">
                <a:solidFill>
                  <a:srgbClr val="000000"/>
                </a:solidFill>
                <a:latin typeface="Arial"/>
                <a:ea typeface="Arial"/>
                <a:cs typeface="Arial"/>
                <a:sym typeface="Arial"/>
              </a:endParaRPr>
            </a:p>
          </p:txBody>
        </p:sp>
      </p:grpSp>
      <p:grpSp>
        <p:nvGrpSpPr>
          <p:cNvPr id="1718" name="Google Shape;1718;p22"/>
          <p:cNvGrpSpPr/>
          <p:nvPr/>
        </p:nvGrpSpPr>
        <p:grpSpPr>
          <a:xfrm>
            <a:off x="7302596" y="4307652"/>
            <a:ext cx="407788" cy="408957"/>
            <a:chOff x="4733275" y="4147674"/>
            <a:chExt cx="326100" cy="327035"/>
          </a:xfrm>
        </p:grpSpPr>
        <p:sp>
          <p:nvSpPr>
            <p:cNvPr id="1719" name="Google Shape;1719;p22"/>
            <p:cNvSpPr/>
            <p:nvPr/>
          </p:nvSpPr>
          <p:spPr>
            <a:xfrm>
              <a:off x="4733489" y="4147674"/>
              <a:ext cx="72816" cy="87023"/>
            </a:xfrm>
            <a:custGeom>
              <a:rect b="b" l="l" r="r" t="t"/>
              <a:pathLst>
                <a:path extrusionOk="0" h="2451" w="2051">
                  <a:moveTo>
                    <a:pt x="727" y="1"/>
                  </a:moveTo>
                  <a:cubicBezTo>
                    <a:pt x="610" y="1"/>
                    <a:pt x="503" y="80"/>
                    <a:pt x="472" y="198"/>
                  </a:cubicBezTo>
                  <a:cubicBezTo>
                    <a:pt x="439" y="339"/>
                    <a:pt x="523" y="482"/>
                    <a:pt x="664" y="518"/>
                  </a:cubicBezTo>
                  <a:lnTo>
                    <a:pt x="1239" y="663"/>
                  </a:lnTo>
                  <a:lnTo>
                    <a:pt x="98" y="1719"/>
                  </a:lnTo>
                  <a:cubicBezTo>
                    <a:pt x="29" y="1784"/>
                    <a:pt x="0" y="1882"/>
                    <a:pt x="23" y="1976"/>
                  </a:cubicBezTo>
                  <a:cubicBezTo>
                    <a:pt x="48" y="2069"/>
                    <a:pt x="120" y="2141"/>
                    <a:pt x="213" y="2165"/>
                  </a:cubicBezTo>
                  <a:lnTo>
                    <a:pt x="1318" y="2443"/>
                  </a:lnTo>
                  <a:cubicBezTo>
                    <a:pt x="1340" y="2449"/>
                    <a:pt x="1362" y="2450"/>
                    <a:pt x="1383" y="2450"/>
                  </a:cubicBezTo>
                  <a:cubicBezTo>
                    <a:pt x="1500" y="2450"/>
                    <a:pt x="1608" y="2371"/>
                    <a:pt x="1636" y="2252"/>
                  </a:cubicBezTo>
                  <a:cubicBezTo>
                    <a:pt x="1671" y="2111"/>
                    <a:pt x="1586" y="1968"/>
                    <a:pt x="1447" y="1932"/>
                  </a:cubicBezTo>
                  <a:lnTo>
                    <a:pt x="810" y="1773"/>
                  </a:lnTo>
                  <a:lnTo>
                    <a:pt x="1952" y="716"/>
                  </a:lnTo>
                  <a:cubicBezTo>
                    <a:pt x="2022" y="652"/>
                    <a:pt x="2051" y="554"/>
                    <a:pt x="2026" y="460"/>
                  </a:cubicBezTo>
                  <a:cubicBezTo>
                    <a:pt x="2002" y="367"/>
                    <a:pt x="1930" y="295"/>
                    <a:pt x="1836" y="270"/>
                  </a:cubicBezTo>
                  <a:lnTo>
                    <a:pt x="790" y="8"/>
                  </a:lnTo>
                  <a:cubicBezTo>
                    <a:pt x="769" y="3"/>
                    <a:pt x="748" y="1"/>
                    <a:pt x="727" y="1"/>
                  </a:cubicBezTo>
                  <a:close/>
                </a:path>
              </a:pathLst>
            </a:custGeom>
            <a:solidFill>
              <a:schemeClr val="accent2"/>
            </a:solidFill>
            <a:ln>
              <a:noFill/>
            </a:ln>
          </p:spPr>
          <p:txBody>
            <a:bodyPr anchorCtr="0" anchor="ctr" bIns="114325" lIns="114325" spcFirstLastPara="1" rIns="114325" wrap="square" tIns="114325">
              <a:noAutofit/>
            </a:bodyPr>
            <a:lstStyle/>
            <a:p>
              <a:pPr indent="0" lvl="0" marL="0" marR="0" rtl="0" algn="l">
                <a:lnSpc>
                  <a:spcPct val="100000"/>
                </a:lnSpc>
                <a:spcBef>
                  <a:spcPts val="0"/>
                </a:spcBef>
                <a:spcAft>
                  <a:spcPts val="0"/>
                </a:spcAft>
                <a:buClr>
                  <a:srgbClr val="000000"/>
                </a:buClr>
                <a:buSzPts val="1751"/>
                <a:buFont typeface="Arial"/>
                <a:buNone/>
              </a:pPr>
              <a:r>
                <a:t/>
              </a:r>
              <a:endParaRPr b="0" i="0" sz="1750" u="none" cap="none" strike="noStrike">
                <a:solidFill>
                  <a:srgbClr val="000000"/>
                </a:solidFill>
                <a:latin typeface="Arial"/>
                <a:ea typeface="Arial"/>
                <a:cs typeface="Arial"/>
                <a:sym typeface="Arial"/>
              </a:endParaRPr>
            </a:p>
          </p:txBody>
        </p:sp>
        <p:sp>
          <p:nvSpPr>
            <p:cNvPr id="1720" name="Google Shape;1720;p22"/>
            <p:cNvSpPr/>
            <p:nvPr/>
          </p:nvSpPr>
          <p:spPr>
            <a:xfrm>
              <a:off x="4748862" y="4155414"/>
              <a:ext cx="57514" cy="79283"/>
            </a:xfrm>
            <a:custGeom>
              <a:rect b="b" l="l" r="r" t="t"/>
              <a:pathLst>
                <a:path extrusionOk="0" h="2233" w="1620">
                  <a:moveTo>
                    <a:pt x="1193" y="0"/>
                  </a:moveTo>
                  <a:lnTo>
                    <a:pt x="1193" y="0"/>
                  </a:lnTo>
                  <a:cubicBezTo>
                    <a:pt x="1239" y="36"/>
                    <a:pt x="1274" y="88"/>
                    <a:pt x="1288" y="147"/>
                  </a:cubicBezTo>
                  <a:cubicBezTo>
                    <a:pt x="1313" y="248"/>
                    <a:pt x="1281" y="354"/>
                    <a:pt x="1205" y="425"/>
                  </a:cubicBezTo>
                  <a:lnTo>
                    <a:pt x="116" y="1425"/>
                  </a:lnTo>
                  <a:cubicBezTo>
                    <a:pt x="0" y="1532"/>
                    <a:pt x="49" y="1726"/>
                    <a:pt x="202" y="1763"/>
                  </a:cubicBezTo>
                  <a:lnTo>
                    <a:pt x="531" y="1847"/>
                  </a:lnTo>
                  <a:cubicBezTo>
                    <a:pt x="680" y="1884"/>
                    <a:pt x="772" y="2037"/>
                    <a:pt x="736" y="2186"/>
                  </a:cubicBezTo>
                  <a:lnTo>
                    <a:pt x="885" y="2224"/>
                  </a:lnTo>
                  <a:cubicBezTo>
                    <a:pt x="907" y="2231"/>
                    <a:pt x="929" y="2232"/>
                    <a:pt x="950" y="2232"/>
                  </a:cubicBezTo>
                  <a:cubicBezTo>
                    <a:pt x="1067" y="2232"/>
                    <a:pt x="1173" y="2153"/>
                    <a:pt x="1203" y="2035"/>
                  </a:cubicBezTo>
                  <a:cubicBezTo>
                    <a:pt x="1238" y="1894"/>
                    <a:pt x="1153" y="1753"/>
                    <a:pt x="1014" y="1717"/>
                  </a:cubicBezTo>
                  <a:lnTo>
                    <a:pt x="377" y="1556"/>
                  </a:lnTo>
                  <a:lnTo>
                    <a:pt x="1519" y="501"/>
                  </a:lnTo>
                  <a:cubicBezTo>
                    <a:pt x="1591" y="437"/>
                    <a:pt x="1619" y="337"/>
                    <a:pt x="1593" y="244"/>
                  </a:cubicBezTo>
                  <a:cubicBezTo>
                    <a:pt x="1569" y="150"/>
                    <a:pt x="1497" y="78"/>
                    <a:pt x="1403" y="54"/>
                  </a:cubicBezTo>
                  <a:lnTo>
                    <a:pt x="1193" y="0"/>
                  </a:lnTo>
                  <a:close/>
                </a:path>
              </a:pathLst>
            </a:custGeom>
            <a:solidFill>
              <a:srgbClr val="000000">
                <a:alpha val="13330"/>
              </a:srgbClr>
            </a:solidFill>
            <a:ln>
              <a:noFill/>
            </a:ln>
          </p:spPr>
          <p:txBody>
            <a:bodyPr anchorCtr="0" anchor="ctr" bIns="114325" lIns="114325" spcFirstLastPara="1" rIns="114325" wrap="square" tIns="114325">
              <a:noAutofit/>
            </a:bodyPr>
            <a:lstStyle/>
            <a:p>
              <a:pPr indent="0" lvl="0" marL="0" marR="0" rtl="0" algn="l">
                <a:lnSpc>
                  <a:spcPct val="100000"/>
                </a:lnSpc>
                <a:spcBef>
                  <a:spcPts val="0"/>
                </a:spcBef>
                <a:spcAft>
                  <a:spcPts val="0"/>
                </a:spcAft>
                <a:buClr>
                  <a:srgbClr val="000000"/>
                </a:buClr>
                <a:buSzPts val="1751"/>
                <a:buFont typeface="Arial"/>
                <a:buNone/>
              </a:pPr>
              <a:r>
                <a:t/>
              </a:r>
              <a:endParaRPr b="0" i="0" sz="1750" u="none" cap="none" strike="noStrike">
                <a:solidFill>
                  <a:srgbClr val="000000"/>
                </a:solidFill>
                <a:latin typeface="Arial"/>
                <a:ea typeface="Arial"/>
                <a:cs typeface="Arial"/>
                <a:sym typeface="Arial"/>
              </a:endParaRPr>
            </a:p>
          </p:txBody>
        </p:sp>
        <p:sp>
          <p:nvSpPr>
            <p:cNvPr id="1721" name="Google Shape;1721;p22"/>
            <p:cNvSpPr/>
            <p:nvPr/>
          </p:nvSpPr>
          <p:spPr>
            <a:xfrm>
              <a:off x="4999766" y="4411184"/>
              <a:ext cx="59609" cy="63270"/>
            </a:xfrm>
            <a:custGeom>
              <a:rect b="b" l="l" r="r" t="t"/>
              <a:pathLst>
                <a:path extrusionOk="0" h="1782" w="1679">
                  <a:moveTo>
                    <a:pt x="898" y="0"/>
                  </a:moveTo>
                  <a:cubicBezTo>
                    <a:pt x="860" y="0"/>
                    <a:pt x="822" y="9"/>
                    <a:pt x="786" y="26"/>
                  </a:cubicBezTo>
                  <a:lnTo>
                    <a:pt x="173" y="331"/>
                  </a:lnTo>
                  <a:cubicBezTo>
                    <a:pt x="51" y="393"/>
                    <a:pt x="1" y="540"/>
                    <a:pt x="62" y="662"/>
                  </a:cubicBezTo>
                  <a:cubicBezTo>
                    <a:pt x="105" y="749"/>
                    <a:pt x="193" y="800"/>
                    <a:pt x="284" y="800"/>
                  </a:cubicBezTo>
                  <a:cubicBezTo>
                    <a:pt x="321" y="800"/>
                    <a:pt x="358" y="792"/>
                    <a:pt x="393" y="774"/>
                  </a:cubicBezTo>
                  <a:lnTo>
                    <a:pt x="598" y="672"/>
                  </a:lnTo>
                  <a:lnTo>
                    <a:pt x="598" y="672"/>
                  </a:lnTo>
                  <a:lnTo>
                    <a:pt x="501" y="1507"/>
                  </a:lnTo>
                  <a:cubicBezTo>
                    <a:pt x="491" y="1596"/>
                    <a:pt x="532" y="1684"/>
                    <a:pt x="605" y="1737"/>
                  </a:cubicBezTo>
                  <a:cubicBezTo>
                    <a:pt x="647" y="1767"/>
                    <a:pt x="696" y="1782"/>
                    <a:pt x="746" y="1782"/>
                  </a:cubicBezTo>
                  <a:cubicBezTo>
                    <a:pt x="768" y="1782"/>
                    <a:pt x="790" y="1779"/>
                    <a:pt x="812" y="1773"/>
                  </a:cubicBezTo>
                  <a:cubicBezTo>
                    <a:pt x="828" y="1767"/>
                    <a:pt x="842" y="1762"/>
                    <a:pt x="858" y="1753"/>
                  </a:cubicBezTo>
                  <a:lnTo>
                    <a:pt x="1506" y="1431"/>
                  </a:lnTo>
                  <a:cubicBezTo>
                    <a:pt x="1628" y="1370"/>
                    <a:pt x="1678" y="1222"/>
                    <a:pt x="1618" y="1100"/>
                  </a:cubicBezTo>
                  <a:cubicBezTo>
                    <a:pt x="1574" y="1013"/>
                    <a:pt x="1488" y="962"/>
                    <a:pt x="1397" y="962"/>
                  </a:cubicBezTo>
                  <a:cubicBezTo>
                    <a:pt x="1360" y="962"/>
                    <a:pt x="1323" y="971"/>
                    <a:pt x="1287" y="989"/>
                  </a:cubicBezTo>
                  <a:lnTo>
                    <a:pt x="1045" y="1108"/>
                  </a:lnTo>
                  <a:lnTo>
                    <a:pt x="1143" y="274"/>
                  </a:lnTo>
                  <a:cubicBezTo>
                    <a:pt x="1152" y="184"/>
                    <a:pt x="1113" y="97"/>
                    <a:pt x="1038" y="43"/>
                  </a:cubicBezTo>
                  <a:cubicBezTo>
                    <a:pt x="996" y="15"/>
                    <a:pt x="947" y="0"/>
                    <a:pt x="898" y="0"/>
                  </a:cubicBezTo>
                  <a:close/>
                </a:path>
              </a:pathLst>
            </a:custGeom>
            <a:solidFill>
              <a:schemeClr val="accent2"/>
            </a:solidFill>
            <a:ln>
              <a:noFill/>
            </a:ln>
          </p:spPr>
          <p:txBody>
            <a:bodyPr anchorCtr="0" anchor="ctr" bIns="114325" lIns="114325" spcFirstLastPara="1" rIns="114325" wrap="square" tIns="114325">
              <a:noAutofit/>
            </a:bodyPr>
            <a:lstStyle/>
            <a:p>
              <a:pPr indent="0" lvl="0" marL="0" marR="0" rtl="0" algn="l">
                <a:lnSpc>
                  <a:spcPct val="100000"/>
                </a:lnSpc>
                <a:spcBef>
                  <a:spcPts val="0"/>
                </a:spcBef>
                <a:spcAft>
                  <a:spcPts val="0"/>
                </a:spcAft>
                <a:buClr>
                  <a:srgbClr val="000000"/>
                </a:buClr>
                <a:buSzPts val="1751"/>
                <a:buFont typeface="Arial"/>
                <a:buNone/>
              </a:pPr>
              <a:r>
                <a:t/>
              </a:r>
              <a:endParaRPr b="0" i="0" sz="1750" u="none" cap="none" strike="noStrike">
                <a:solidFill>
                  <a:srgbClr val="000000"/>
                </a:solidFill>
                <a:latin typeface="Arial"/>
                <a:ea typeface="Arial"/>
                <a:cs typeface="Arial"/>
                <a:sym typeface="Arial"/>
              </a:endParaRPr>
            </a:p>
          </p:txBody>
        </p:sp>
        <p:sp>
          <p:nvSpPr>
            <p:cNvPr id="1722" name="Google Shape;1722;p22"/>
            <p:cNvSpPr/>
            <p:nvPr/>
          </p:nvSpPr>
          <p:spPr>
            <a:xfrm>
              <a:off x="5000228" y="4411148"/>
              <a:ext cx="59076" cy="53400"/>
            </a:xfrm>
            <a:custGeom>
              <a:rect b="b" l="l" r="r" t="t"/>
              <a:pathLst>
                <a:path extrusionOk="0" h="1504" w="1664">
                  <a:moveTo>
                    <a:pt x="887" y="0"/>
                  </a:moveTo>
                  <a:cubicBezTo>
                    <a:pt x="849" y="0"/>
                    <a:pt x="810" y="9"/>
                    <a:pt x="775" y="27"/>
                  </a:cubicBezTo>
                  <a:lnTo>
                    <a:pt x="162" y="332"/>
                  </a:lnTo>
                  <a:cubicBezTo>
                    <a:pt x="51" y="388"/>
                    <a:pt x="0" y="516"/>
                    <a:pt x="38" y="632"/>
                  </a:cubicBezTo>
                  <a:lnTo>
                    <a:pt x="507" y="397"/>
                  </a:lnTo>
                  <a:cubicBezTo>
                    <a:pt x="541" y="379"/>
                    <a:pt x="579" y="371"/>
                    <a:pt x="617" y="371"/>
                  </a:cubicBezTo>
                  <a:cubicBezTo>
                    <a:pt x="667" y="371"/>
                    <a:pt x="717" y="386"/>
                    <a:pt x="759" y="416"/>
                  </a:cubicBezTo>
                  <a:cubicBezTo>
                    <a:pt x="832" y="468"/>
                    <a:pt x="873" y="555"/>
                    <a:pt x="861" y="646"/>
                  </a:cubicBezTo>
                  <a:lnTo>
                    <a:pt x="793" y="1230"/>
                  </a:lnTo>
                  <a:cubicBezTo>
                    <a:pt x="783" y="1315"/>
                    <a:pt x="851" y="1382"/>
                    <a:pt x="928" y="1382"/>
                  </a:cubicBezTo>
                  <a:cubicBezTo>
                    <a:pt x="948" y="1382"/>
                    <a:pt x="969" y="1377"/>
                    <a:pt x="989" y="1367"/>
                  </a:cubicBezTo>
                  <a:lnTo>
                    <a:pt x="1005" y="1360"/>
                  </a:lnTo>
                  <a:cubicBezTo>
                    <a:pt x="1040" y="1343"/>
                    <a:pt x="1077" y="1335"/>
                    <a:pt x="1114" y="1335"/>
                  </a:cubicBezTo>
                  <a:cubicBezTo>
                    <a:pt x="1205" y="1335"/>
                    <a:pt x="1293" y="1385"/>
                    <a:pt x="1336" y="1472"/>
                  </a:cubicBezTo>
                  <a:cubicBezTo>
                    <a:pt x="1342" y="1482"/>
                    <a:pt x="1346" y="1494"/>
                    <a:pt x="1349" y="1504"/>
                  </a:cubicBezTo>
                  <a:lnTo>
                    <a:pt x="1491" y="1433"/>
                  </a:lnTo>
                  <a:cubicBezTo>
                    <a:pt x="1614" y="1373"/>
                    <a:pt x="1664" y="1223"/>
                    <a:pt x="1602" y="1099"/>
                  </a:cubicBezTo>
                  <a:cubicBezTo>
                    <a:pt x="1559" y="1013"/>
                    <a:pt x="1471" y="963"/>
                    <a:pt x="1380" y="963"/>
                  </a:cubicBezTo>
                  <a:cubicBezTo>
                    <a:pt x="1344" y="963"/>
                    <a:pt x="1306" y="971"/>
                    <a:pt x="1271" y="988"/>
                  </a:cubicBezTo>
                  <a:lnTo>
                    <a:pt x="1032" y="1109"/>
                  </a:lnTo>
                  <a:lnTo>
                    <a:pt x="1032" y="1109"/>
                  </a:lnTo>
                  <a:lnTo>
                    <a:pt x="1130" y="275"/>
                  </a:lnTo>
                  <a:cubicBezTo>
                    <a:pt x="1140" y="185"/>
                    <a:pt x="1101" y="96"/>
                    <a:pt x="1027" y="44"/>
                  </a:cubicBezTo>
                  <a:cubicBezTo>
                    <a:pt x="985" y="15"/>
                    <a:pt x="936" y="0"/>
                    <a:pt x="887" y="0"/>
                  </a:cubicBezTo>
                  <a:close/>
                </a:path>
              </a:pathLst>
            </a:custGeom>
            <a:solidFill>
              <a:srgbClr val="000000">
                <a:alpha val="13330"/>
              </a:srgbClr>
            </a:solidFill>
            <a:ln>
              <a:noFill/>
            </a:ln>
          </p:spPr>
          <p:txBody>
            <a:bodyPr anchorCtr="0" anchor="ctr" bIns="114325" lIns="114325" spcFirstLastPara="1" rIns="114325" wrap="square" tIns="114325">
              <a:noAutofit/>
            </a:bodyPr>
            <a:lstStyle/>
            <a:p>
              <a:pPr indent="0" lvl="0" marL="0" marR="0" rtl="0" algn="l">
                <a:lnSpc>
                  <a:spcPct val="100000"/>
                </a:lnSpc>
                <a:spcBef>
                  <a:spcPts val="0"/>
                </a:spcBef>
                <a:spcAft>
                  <a:spcPts val="0"/>
                </a:spcAft>
                <a:buClr>
                  <a:srgbClr val="000000"/>
                </a:buClr>
                <a:buSzPts val="1751"/>
                <a:buFont typeface="Arial"/>
                <a:buNone/>
              </a:pPr>
              <a:r>
                <a:t/>
              </a:r>
              <a:endParaRPr b="0" i="0" sz="1750" u="none" cap="none" strike="noStrike">
                <a:solidFill>
                  <a:srgbClr val="000000"/>
                </a:solidFill>
                <a:latin typeface="Arial"/>
                <a:ea typeface="Arial"/>
                <a:cs typeface="Arial"/>
                <a:sym typeface="Arial"/>
              </a:endParaRPr>
            </a:p>
          </p:txBody>
        </p:sp>
        <p:sp>
          <p:nvSpPr>
            <p:cNvPr id="1723" name="Google Shape;1723;p22"/>
            <p:cNvSpPr/>
            <p:nvPr/>
          </p:nvSpPr>
          <p:spPr>
            <a:xfrm>
              <a:off x="4833680" y="4170752"/>
              <a:ext cx="135620" cy="71046"/>
            </a:xfrm>
            <a:custGeom>
              <a:rect b="b" l="l" r="r" t="t"/>
              <a:pathLst>
                <a:path extrusionOk="0" h="2001" w="3820">
                  <a:moveTo>
                    <a:pt x="1907" y="0"/>
                  </a:moveTo>
                  <a:cubicBezTo>
                    <a:pt x="1500" y="0"/>
                    <a:pt x="1150" y="243"/>
                    <a:pt x="995" y="592"/>
                  </a:cubicBezTo>
                  <a:cubicBezTo>
                    <a:pt x="913" y="560"/>
                    <a:pt x="822" y="541"/>
                    <a:pt x="728" y="541"/>
                  </a:cubicBezTo>
                  <a:cubicBezTo>
                    <a:pt x="325" y="541"/>
                    <a:pt x="0" y="869"/>
                    <a:pt x="0" y="1272"/>
                  </a:cubicBezTo>
                  <a:cubicBezTo>
                    <a:pt x="0" y="1675"/>
                    <a:pt x="327" y="2000"/>
                    <a:pt x="728" y="2000"/>
                  </a:cubicBezTo>
                  <a:cubicBezTo>
                    <a:pt x="941" y="2000"/>
                    <a:pt x="1131" y="1911"/>
                    <a:pt x="1265" y="1767"/>
                  </a:cubicBezTo>
                  <a:cubicBezTo>
                    <a:pt x="1439" y="1913"/>
                    <a:pt x="1662" y="2000"/>
                    <a:pt x="1908" y="2000"/>
                  </a:cubicBezTo>
                  <a:cubicBezTo>
                    <a:pt x="2153" y="2000"/>
                    <a:pt x="2378" y="1913"/>
                    <a:pt x="2553" y="1767"/>
                  </a:cubicBezTo>
                  <a:cubicBezTo>
                    <a:pt x="2685" y="1911"/>
                    <a:pt x="2877" y="2000"/>
                    <a:pt x="3088" y="2000"/>
                  </a:cubicBezTo>
                  <a:cubicBezTo>
                    <a:pt x="3491" y="2000"/>
                    <a:pt x="3819" y="1674"/>
                    <a:pt x="3819" y="1272"/>
                  </a:cubicBezTo>
                  <a:cubicBezTo>
                    <a:pt x="3815" y="869"/>
                    <a:pt x="3488" y="541"/>
                    <a:pt x="3086" y="541"/>
                  </a:cubicBezTo>
                  <a:cubicBezTo>
                    <a:pt x="2992" y="541"/>
                    <a:pt x="2901" y="560"/>
                    <a:pt x="2819" y="592"/>
                  </a:cubicBezTo>
                  <a:cubicBezTo>
                    <a:pt x="2662" y="243"/>
                    <a:pt x="2313" y="0"/>
                    <a:pt x="1907" y="0"/>
                  </a:cubicBezTo>
                  <a:close/>
                </a:path>
              </a:pathLst>
            </a:custGeom>
            <a:solidFill>
              <a:schemeClr val="lt1"/>
            </a:solidFill>
            <a:ln>
              <a:noFill/>
            </a:ln>
          </p:spPr>
          <p:txBody>
            <a:bodyPr anchorCtr="0" anchor="ctr" bIns="114325" lIns="114325" spcFirstLastPara="1" rIns="114325" wrap="square" tIns="114325">
              <a:noAutofit/>
            </a:bodyPr>
            <a:lstStyle/>
            <a:p>
              <a:pPr indent="0" lvl="0" marL="0" marR="0" rtl="0" algn="l">
                <a:lnSpc>
                  <a:spcPct val="100000"/>
                </a:lnSpc>
                <a:spcBef>
                  <a:spcPts val="0"/>
                </a:spcBef>
                <a:spcAft>
                  <a:spcPts val="0"/>
                </a:spcAft>
                <a:buClr>
                  <a:srgbClr val="000000"/>
                </a:buClr>
                <a:buSzPts val="1751"/>
                <a:buFont typeface="Arial"/>
                <a:buNone/>
              </a:pPr>
              <a:r>
                <a:t/>
              </a:r>
              <a:endParaRPr b="0" i="0" sz="1750" u="none" cap="none" strike="noStrike">
                <a:solidFill>
                  <a:srgbClr val="000000"/>
                </a:solidFill>
                <a:latin typeface="Arial"/>
                <a:ea typeface="Arial"/>
                <a:cs typeface="Arial"/>
                <a:sym typeface="Arial"/>
              </a:endParaRPr>
            </a:p>
          </p:txBody>
        </p:sp>
        <p:sp>
          <p:nvSpPr>
            <p:cNvPr id="1724" name="Google Shape;1724;p22"/>
            <p:cNvSpPr/>
            <p:nvPr/>
          </p:nvSpPr>
          <p:spPr>
            <a:xfrm>
              <a:off x="4874793" y="4170787"/>
              <a:ext cx="95111" cy="69519"/>
            </a:xfrm>
            <a:custGeom>
              <a:rect b="b" l="l" r="r" t="t"/>
              <a:pathLst>
                <a:path extrusionOk="0" h="1958" w="2679">
                  <a:moveTo>
                    <a:pt x="749" y="1"/>
                  </a:moveTo>
                  <a:cubicBezTo>
                    <a:pt x="450" y="1"/>
                    <a:pt x="183" y="130"/>
                    <a:pt x="1" y="337"/>
                  </a:cubicBezTo>
                  <a:cubicBezTo>
                    <a:pt x="126" y="280"/>
                    <a:pt x="265" y="250"/>
                    <a:pt x="411" y="250"/>
                  </a:cubicBezTo>
                  <a:cubicBezTo>
                    <a:pt x="762" y="250"/>
                    <a:pt x="1071" y="431"/>
                    <a:pt x="1248" y="704"/>
                  </a:cubicBezTo>
                  <a:cubicBezTo>
                    <a:pt x="1290" y="768"/>
                    <a:pt x="1360" y="805"/>
                    <a:pt x="1434" y="805"/>
                  </a:cubicBezTo>
                  <a:cubicBezTo>
                    <a:pt x="1446" y="805"/>
                    <a:pt x="1458" y="804"/>
                    <a:pt x="1470" y="802"/>
                  </a:cubicBezTo>
                  <a:cubicBezTo>
                    <a:pt x="1507" y="795"/>
                    <a:pt x="1546" y="792"/>
                    <a:pt x="1585" y="792"/>
                  </a:cubicBezTo>
                  <a:cubicBezTo>
                    <a:pt x="1608" y="792"/>
                    <a:pt x="1632" y="793"/>
                    <a:pt x="1656" y="795"/>
                  </a:cubicBezTo>
                  <a:cubicBezTo>
                    <a:pt x="2018" y="827"/>
                    <a:pt x="2305" y="1129"/>
                    <a:pt x="2319" y="1493"/>
                  </a:cubicBezTo>
                  <a:cubicBezTo>
                    <a:pt x="2326" y="1667"/>
                    <a:pt x="2270" y="1828"/>
                    <a:pt x="2174" y="1958"/>
                  </a:cubicBezTo>
                  <a:cubicBezTo>
                    <a:pt x="2470" y="1853"/>
                    <a:pt x="2679" y="1558"/>
                    <a:pt x="2656" y="1217"/>
                  </a:cubicBezTo>
                  <a:cubicBezTo>
                    <a:pt x="2628" y="861"/>
                    <a:pt x="2342" y="572"/>
                    <a:pt x="1987" y="545"/>
                  </a:cubicBezTo>
                  <a:cubicBezTo>
                    <a:pt x="1966" y="543"/>
                    <a:pt x="1945" y="542"/>
                    <a:pt x="1925" y="542"/>
                  </a:cubicBezTo>
                  <a:cubicBezTo>
                    <a:pt x="1831" y="542"/>
                    <a:pt x="1742" y="560"/>
                    <a:pt x="1661" y="592"/>
                  </a:cubicBezTo>
                  <a:cubicBezTo>
                    <a:pt x="1506" y="244"/>
                    <a:pt x="1155" y="1"/>
                    <a:pt x="749" y="1"/>
                  </a:cubicBezTo>
                  <a:close/>
                </a:path>
              </a:pathLst>
            </a:custGeom>
            <a:solidFill>
              <a:srgbClr val="000000">
                <a:alpha val="13330"/>
              </a:srgbClr>
            </a:solidFill>
            <a:ln>
              <a:noFill/>
            </a:ln>
          </p:spPr>
          <p:txBody>
            <a:bodyPr anchorCtr="0" anchor="ctr" bIns="114325" lIns="114325" spcFirstLastPara="1" rIns="114325" wrap="square" tIns="114325">
              <a:noAutofit/>
            </a:bodyPr>
            <a:lstStyle/>
            <a:p>
              <a:pPr indent="0" lvl="0" marL="0" marR="0" rtl="0" algn="l">
                <a:lnSpc>
                  <a:spcPct val="100000"/>
                </a:lnSpc>
                <a:spcBef>
                  <a:spcPts val="0"/>
                </a:spcBef>
                <a:spcAft>
                  <a:spcPts val="0"/>
                </a:spcAft>
                <a:buClr>
                  <a:srgbClr val="000000"/>
                </a:buClr>
                <a:buSzPts val="1751"/>
                <a:buFont typeface="Arial"/>
                <a:buNone/>
              </a:pPr>
              <a:r>
                <a:t/>
              </a:r>
              <a:endParaRPr b="0" i="0" sz="1750" u="none" cap="none" strike="noStrike">
                <a:solidFill>
                  <a:srgbClr val="000000"/>
                </a:solidFill>
                <a:latin typeface="Arial"/>
                <a:ea typeface="Arial"/>
                <a:cs typeface="Arial"/>
                <a:sym typeface="Arial"/>
              </a:endParaRPr>
            </a:p>
          </p:txBody>
        </p:sp>
        <p:sp>
          <p:nvSpPr>
            <p:cNvPr id="1725" name="Google Shape;1725;p22"/>
            <p:cNvSpPr/>
            <p:nvPr/>
          </p:nvSpPr>
          <p:spPr>
            <a:xfrm>
              <a:off x="4919457" y="4206256"/>
              <a:ext cx="122732" cy="64371"/>
            </a:xfrm>
            <a:custGeom>
              <a:rect b="b" l="l" r="r" t="t"/>
              <a:pathLst>
                <a:path extrusionOk="0" h="1813" w="3457">
                  <a:moveTo>
                    <a:pt x="1729" y="0"/>
                  </a:moveTo>
                  <a:cubicBezTo>
                    <a:pt x="1360" y="0"/>
                    <a:pt x="1044" y="219"/>
                    <a:pt x="901" y="537"/>
                  </a:cubicBezTo>
                  <a:cubicBezTo>
                    <a:pt x="825" y="507"/>
                    <a:pt x="744" y="491"/>
                    <a:pt x="659" y="491"/>
                  </a:cubicBezTo>
                  <a:cubicBezTo>
                    <a:pt x="295" y="491"/>
                    <a:pt x="0" y="786"/>
                    <a:pt x="0" y="1152"/>
                  </a:cubicBezTo>
                  <a:cubicBezTo>
                    <a:pt x="0" y="1517"/>
                    <a:pt x="294" y="1812"/>
                    <a:pt x="659" y="1812"/>
                  </a:cubicBezTo>
                  <a:cubicBezTo>
                    <a:pt x="852" y="1812"/>
                    <a:pt x="1025" y="1729"/>
                    <a:pt x="1146" y="1599"/>
                  </a:cubicBezTo>
                  <a:cubicBezTo>
                    <a:pt x="1304" y="1733"/>
                    <a:pt x="1507" y="1812"/>
                    <a:pt x="1729" y="1812"/>
                  </a:cubicBezTo>
                  <a:cubicBezTo>
                    <a:pt x="1949" y="1812"/>
                    <a:pt x="2153" y="1733"/>
                    <a:pt x="2311" y="1599"/>
                  </a:cubicBezTo>
                  <a:cubicBezTo>
                    <a:pt x="2432" y="1730"/>
                    <a:pt x="2604" y="1812"/>
                    <a:pt x="2796" y="1812"/>
                  </a:cubicBezTo>
                  <a:cubicBezTo>
                    <a:pt x="3162" y="1812"/>
                    <a:pt x="3457" y="1517"/>
                    <a:pt x="3457" y="1152"/>
                  </a:cubicBezTo>
                  <a:cubicBezTo>
                    <a:pt x="3457" y="786"/>
                    <a:pt x="3162" y="491"/>
                    <a:pt x="2796" y="491"/>
                  </a:cubicBezTo>
                  <a:cubicBezTo>
                    <a:pt x="2711" y="491"/>
                    <a:pt x="2629" y="507"/>
                    <a:pt x="2556" y="537"/>
                  </a:cubicBezTo>
                  <a:cubicBezTo>
                    <a:pt x="2414" y="219"/>
                    <a:pt x="2097" y="0"/>
                    <a:pt x="1729" y="0"/>
                  </a:cubicBezTo>
                  <a:close/>
                </a:path>
              </a:pathLst>
            </a:custGeom>
            <a:solidFill>
              <a:schemeClr val="lt1"/>
            </a:solidFill>
            <a:ln>
              <a:noFill/>
            </a:ln>
          </p:spPr>
          <p:txBody>
            <a:bodyPr anchorCtr="0" anchor="ctr" bIns="114325" lIns="114325" spcFirstLastPara="1" rIns="114325" wrap="square" tIns="114325">
              <a:noAutofit/>
            </a:bodyPr>
            <a:lstStyle/>
            <a:p>
              <a:pPr indent="0" lvl="0" marL="0" marR="0" rtl="0" algn="l">
                <a:lnSpc>
                  <a:spcPct val="100000"/>
                </a:lnSpc>
                <a:spcBef>
                  <a:spcPts val="0"/>
                </a:spcBef>
                <a:spcAft>
                  <a:spcPts val="0"/>
                </a:spcAft>
                <a:buClr>
                  <a:srgbClr val="000000"/>
                </a:buClr>
                <a:buSzPts val="1751"/>
                <a:buFont typeface="Arial"/>
                <a:buNone/>
              </a:pPr>
              <a:r>
                <a:t/>
              </a:r>
              <a:endParaRPr b="0" i="0" sz="1750" u="none" cap="none" strike="noStrike">
                <a:solidFill>
                  <a:srgbClr val="000000"/>
                </a:solidFill>
                <a:latin typeface="Arial"/>
                <a:ea typeface="Arial"/>
                <a:cs typeface="Arial"/>
                <a:sym typeface="Arial"/>
              </a:endParaRPr>
            </a:p>
          </p:txBody>
        </p:sp>
        <p:sp>
          <p:nvSpPr>
            <p:cNvPr id="1726" name="Google Shape;1726;p22"/>
            <p:cNvSpPr/>
            <p:nvPr/>
          </p:nvSpPr>
          <p:spPr>
            <a:xfrm>
              <a:off x="4953469" y="4206256"/>
              <a:ext cx="88721" cy="59719"/>
            </a:xfrm>
            <a:custGeom>
              <a:rect b="b" l="l" r="r" t="t"/>
              <a:pathLst>
                <a:path extrusionOk="0" h="1682" w="2499">
                  <a:moveTo>
                    <a:pt x="772" y="0"/>
                  </a:moveTo>
                  <a:cubicBezTo>
                    <a:pt x="447" y="0"/>
                    <a:pt x="160" y="173"/>
                    <a:pt x="1" y="432"/>
                  </a:cubicBezTo>
                  <a:cubicBezTo>
                    <a:pt x="137" y="354"/>
                    <a:pt x="296" y="310"/>
                    <a:pt x="464" y="310"/>
                  </a:cubicBezTo>
                  <a:cubicBezTo>
                    <a:pt x="792" y="310"/>
                    <a:pt x="1080" y="477"/>
                    <a:pt x="1248" y="733"/>
                  </a:cubicBezTo>
                  <a:cubicBezTo>
                    <a:pt x="1289" y="793"/>
                    <a:pt x="1356" y="831"/>
                    <a:pt x="1427" y="831"/>
                  </a:cubicBezTo>
                  <a:cubicBezTo>
                    <a:pt x="1438" y="831"/>
                    <a:pt x="1450" y="830"/>
                    <a:pt x="1461" y="828"/>
                  </a:cubicBezTo>
                  <a:cubicBezTo>
                    <a:pt x="1497" y="822"/>
                    <a:pt x="1535" y="819"/>
                    <a:pt x="1572" y="819"/>
                  </a:cubicBezTo>
                  <a:cubicBezTo>
                    <a:pt x="1951" y="819"/>
                    <a:pt x="2257" y="1124"/>
                    <a:pt x="2257" y="1504"/>
                  </a:cubicBezTo>
                  <a:cubicBezTo>
                    <a:pt x="2257" y="1566"/>
                    <a:pt x="2249" y="1625"/>
                    <a:pt x="2234" y="1681"/>
                  </a:cubicBezTo>
                  <a:cubicBezTo>
                    <a:pt x="2395" y="1560"/>
                    <a:pt x="2499" y="1367"/>
                    <a:pt x="2499" y="1152"/>
                  </a:cubicBezTo>
                  <a:cubicBezTo>
                    <a:pt x="2499" y="786"/>
                    <a:pt x="2204" y="491"/>
                    <a:pt x="1840" y="491"/>
                  </a:cubicBezTo>
                  <a:cubicBezTo>
                    <a:pt x="1756" y="491"/>
                    <a:pt x="1674" y="507"/>
                    <a:pt x="1600" y="537"/>
                  </a:cubicBezTo>
                  <a:cubicBezTo>
                    <a:pt x="1457" y="219"/>
                    <a:pt x="1140" y="0"/>
                    <a:pt x="772" y="0"/>
                  </a:cubicBezTo>
                  <a:close/>
                </a:path>
              </a:pathLst>
            </a:custGeom>
            <a:solidFill>
              <a:srgbClr val="000000">
                <a:alpha val="13330"/>
              </a:srgbClr>
            </a:solidFill>
            <a:ln>
              <a:noFill/>
            </a:ln>
          </p:spPr>
          <p:txBody>
            <a:bodyPr anchorCtr="0" anchor="ctr" bIns="114325" lIns="114325" spcFirstLastPara="1" rIns="114325" wrap="square" tIns="114325">
              <a:noAutofit/>
            </a:bodyPr>
            <a:lstStyle/>
            <a:p>
              <a:pPr indent="0" lvl="0" marL="0" marR="0" rtl="0" algn="l">
                <a:lnSpc>
                  <a:spcPct val="100000"/>
                </a:lnSpc>
                <a:spcBef>
                  <a:spcPts val="0"/>
                </a:spcBef>
                <a:spcAft>
                  <a:spcPts val="0"/>
                </a:spcAft>
                <a:buClr>
                  <a:srgbClr val="000000"/>
                </a:buClr>
                <a:buSzPts val="1751"/>
                <a:buFont typeface="Arial"/>
                <a:buNone/>
              </a:pPr>
              <a:r>
                <a:t/>
              </a:r>
              <a:endParaRPr b="0" i="0" sz="1750" u="none" cap="none" strike="noStrike">
                <a:solidFill>
                  <a:srgbClr val="000000"/>
                </a:solidFill>
                <a:latin typeface="Arial"/>
                <a:ea typeface="Arial"/>
                <a:cs typeface="Arial"/>
                <a:sym typeface="Arial"/>
              </a:endParaRPr>
            </a:p>
          </p:txBody>
        </p:sp>
        <p:sp>
          <p:nvSpPr>
            <p:cNvPr id="1727" name="Google Shape;1727;p22"/>
            <p:cNvSpPr/>
            <p:nvPr/>
          </p:nvSpPr>
          <p:spPr>
            <a:xfrm>
              <a:off x="4750885" y="4217546"/>
              <a:ext cx="257145" cy="257163"/>
            </a:xfrm>
            <a:custGeom>
              <a:rect b="b" l="l" r="r" t="t"/>
              <a:pathLst>
                <a:path extrusionOk="0" h="7243" w="7243">
                  <a:moveTo>
                    <a:pt x="3622" y="0"/>
                  </a:moveTo>
                  <a:cubicBezTo>
                    <a:pt x="1621" y="0"/>
                    <a:pt x="1" y="1622"/>
                    <a:pt x="1" y="3622"/>
                  </a:cubicBezTo>
                  <a:cubicBezTo>
                    <a:pt x="1" y="5621"/>
                    <a:pt x="1621" y="7243"/>
                    <a:pt x="3622" y="7243"/>
                  </a:cubicBezTo>
                  <a:cubicBezTo>
                    <a:pt x="5622" y="7243"/>
                    <a:pt x="7242" y="5621"/>
                    <a:pt x="7242" y="3622"/>
                  </a:cubicBezTo>
                  <a:cubicBezTo>
                    <a:pt x="7242" y="1622"/>
                    <a:pt x="5622" y="0"/>
                    <a:pt x="3622" y="0"/>
                  </a:cubicBezTo>
                  <a:close/>
                </a:path>
              </a:pathLst>
            </a:custGeom>
            <a:solidFill>
              <a:schemeClr val="accent3"/>
            </a:solidFill>
            <a:ln>
              <a:noFill/>
            </a:ln>
          </p:spPr>
          <p:txBody>
            <a:bodyPr anchorCtr="0" anchor="ctr" bIns="114325" lIns="114325" spcFirstLastPara="1" rIns="114325" wrap="square" tIns="114325">
              <a:noAutofit/>
            </a:bodyPr>
            <a:lstStyle/>
            <a:p>
              <a:pPr indent="0" lvl="0" marL="0" marR="0" rtl="0" algn="l">
                <a:lnSpc>
                  <a:spcPct val="100000"/>
                </a:lnSpc>
                <a:spcBef>
                  <a:spcPts val="0"/>
                </a:spcBef>
                <a:spcAft>
                  <a:spcPts val="0"/>
                </a:spcAft>
                <a:buClr>
                  <a:srgbClr val="000000"/>
                </a:buClr>
                <a:buSzPts val="1751"/>
                <a:buFont typeface="Arial"/>
                <a:buNone/>
              </a:pPr>
              <a:r>
                <a:t/>
              </a:r>
              <a:endParaRPr b="0" i="0" sz="1750" u="none" cap="none" strike="noStrike">
                <a:solidFill>
                  <a:srgbClr val="000000"/>
                </a:solidFill>
                <a:latin typeface="Arial"/>
                <a:ea typeface="Arial"/>
                <a:cs typeface="Arial"/>
                <a:sym typeface="Arial"/>
              </a:endParaRPr>
            </a:p>
          </p:txBody>
        </p:sp>
        <p:sp>
          <p:nvSpPr>
            <p:cNvPr id="1728" name="Google Shape;1728;p22"/>
            <p:cNvSpPr/>
            <p:nvPr/>
          </p:nvSpPr>
          <p:spPr>
            <a:xfrm>
              <a:off x="4819194" y="4226741"/>
              <a:ext cx="188838" cy="247967"/>
            </a:xfrm>
            <a:custGeom>
              <a:rect b="b" l="l" r="r" t="t"/>
              <a:pathLst>
                <a:path extrusionOk="0" h="6984" w="5319">
                  <a:moveTo>
                    <a:pt x="3045" y="0"/>
                  </a:moveTo>
                  <a:lnTo>
                    <a:pt x="3045" y="0"/>
                  </a:lnTo>
                  <a:cubicBezTo>
                    <a:pt x="4191" y="609"/>
                    <a:pt x="4970" y="1814"/>
                    <a:pt x="4970" y="3201"/>
                  </a:cubicBezTo>
                  <a:cubicBezTo>
                    <a:pt x="4970" y="5201"/>
                    <a:pt x="3350" y="6821"/>
                    <a:pt x="1349" y="6821"/>
                  </a:cubicBezTo>
                  <a:cubicBezTo>
                    <a:pt x="872" y="6821"/>
                    <a:pt x="418" y="6731"/>
                    <a:pt x="1" y="6562"/>
                  </a:cubicBezTo>
                  <a:lnTo>
                    <a:pt x="1" y="6562"/>
                  </a:lnTo>
                  <a:cubicBezTo>
                    <a:pt x="508" y="6831"/>
                    <a:pt x="1085" y="6984"/>
                    <a:pt x="1698" y="6984"/>
                  </a:cubicBezTo>
                  <a:cubicBezTo>
                    <a:pt x="3698" y="6984"/>
                    <a:pt x="5318" y="5364"/>
                    <a:pt x="5318" y="3363"/>
                  </a:cubicBezTo>
                  <a:cubicBezTo>
                    <a:pt x="5318" y="1839"/>
                    <a:pt x="4380" y="536"/>
                    <a:pt x="3045" y="0"/>
                  </a:cubicBezTo>
                  <a:close/>
                </a:path>
              </a:pathLst>
            </a:custGeom>
            <a:solidFill>
              <a:srgbClr val="000000">
                <a:alpha val="13330"/>
              </a:srgbClr>
            </a:solidFill>
            <a:ln>
              <a:noFill/>
            </a:ln>
          </p:spPr>
          <p:txBody>
            <a:bodyPr anchorCtr="0" anchor="ctr" bIns="114325" lIns="114325" spcFirstLastPara="1" rIns="114325" wrap="square" tIns="114325">
              <a:noAutofit/>
            </a:bodyPr>
            <a:lstStyle/>
            <a:p>
              <a:pPr indent="0" lvl="0" marL="0" marR="0" rtl="0" algn="l">
                <a:lnSpc>
                  <a:spcPct val="100000"/>
                </a:lnSpc>
                <a:spcBef>
                  <a:spcPts val="0"/>
                </a:spcBef>
                <a:spcAft>
                  <a:spcPts val="0"/>
                </a:spcAft>
                <a:buClr>
                  <a:srgbClr val="000000"/>
                </a:buClr>
                <a:buSzPts val="1751"/>
                <a:buFont typeface="Arial"/>
                <a:buNone/>
              </a:pPr>
              <a:r>
                <a:t/>
              </a:r>
              <a:endParaRPr b="0" i="0" sz="1750" u="none" cap="none" strike="noStrike">
                <a:solidFill>
                  <a:srgbClr val="000000"/>
                </a:solidFill>
                <a:latin typeface="Arial"/>
                <a:ea typeface="Arial"/>
                <a:cs typeface="Arial"/>
                <a:sym typeface="Arial"/>
              </a:endParaRPr>
            </a:p>
          </p:txBody>
        </p:sp>
        <p:sp>
          <p:nvSpPr>
            <p:cNvPr id="1729" name="Google Shape;1729;p22"/>
            <p:cNvSpPr/>
            <p:nvPr/>
          </p:nvSpPr>
          <p:spPr>
            <a:xfrm>
              <a:off x="4778046" y="4254647"/>
              <a:ext cx="175631" cy="195029"/>
            </a:xfrm>
            <a:custGeom>
              <a:rect b="b" l="l" r="r" t="t"/>
              <a:pathLst>
                <a:path extrusionOk="0" h="5493" w="4947">
                  <a:moveTo>
                    <a:pt x="1884" y="0"/>
                  </a:moveTo>
                  <a:cubicBezTo>
                    <a:pt x="1867" y="0"/>
                    <a:pt x="1850" y="3"/>
                    <a:pt x="1832" y="10"/>
                  </a:cubicBezTo>
                  <a:cubicBezTo>
                    <a:pt x="764" y="416"/>
                    <a:pt x="6" y="1445"/>
                    <a:pt x="4" y="2654"/>
                  </a:cubicBezTo>
                  <a:cubicBezTo>
                    <a:pt x="0" y="4208"/>
                    <a:pt x="1266" y="5484"/>
                    <a:pt x="2821" y="5493"/>
                  </a:cubicBezTo>
                  <a:cubicBezTo>
                    <a:pt x="2824" y="5493"/>
                    <a:pt x="2828" y="5493"/>
                    <a:pt x="2831" y="5493"/>
                  </a:cubicBezTo>
                  <a:cubicBezTo>
                    <a:pt x="3626" y="5493"/>
                    <a:pt x="4343" y="5168"/>
                    <a:pt x="4858" y="4644"/>
                  </a:cubicBezTo>
                  <a:cubicBezTo>
                    <a:pt x="4947" y="4553"/>
                    <a:pt x="4883" y="4401"/>
                    <a:pt x="4764" y="4401"/>
                  </a:cubicBezTo>
                  <a:cubicBezTo>
                    <a:pt x="4758" y="4401"/>
                    <a:pt x="4753" y="4401"/>
                    <a:pt x="4747" y="4402"/>
                  </a:cubicBezTo>
                  <a:cubicBezTo>
                    <a:pt x="4661" y="4409"/>
                    <a:pt x="4575" y="4414"/>
                    <a:pt x="4488" y="4414"/>
                  </a:cubicBezTo>
                  <a:cubicBezTo>
                    <a:pt x="2923" y="4414"/>
                    <a:pt x="1655" y="3146"/>
                    <a:pt x="1655" y="1580"/>
                  </a:cubicBezTo>
                  <a:cubicBezTo>
                    <a:pt x="1655" y="1084"/>
                    <a:pt x="1783" y="617"/>
                    <a:pt x="2006" y="213"/>
                  </a:cubicBezTo>
                  <a:cubicBezTo>
                    <a:pt x="2062" y="113"/>
                    <a:pt x="1985" y="0"/>
                    <a:pt x="1884" y="0"/>
                  </a:cubicBezTo>
                  <a:close/>
                </a:path>
              </a:pathLst>
            </a:custGeom>
            <a:solidFill>
              <a:schemeClr val="dk2"/>
            </a:solidFill>
            <a:ln>
              <a:noFill/>
            </a:ln>
          </p:spPr>
          <p:txBody>
            <a:bodyPr anchorCtr="0" anchor="ctr" bIns="114325" lIns="114325" spcFirstLastPara="1" rIns="114325" wrap="square" tIns="114325">
              <a:noAutofit/>
            </a:bodyPr>
            <a:lstStyle/>
            <a:p>
              <a:pPr indent="0" lvl="0" marL="0" marR="0" rtl="0" algn="l">
                <a:lnSpc>
                  <a:spcPct val="100000"/>
                </a:lnSpc>
                <a:spcBef>
                  <a:spcPts val="0"/>
                </a:spcBef>
                <a:spcAft>
                  <a:spcPts val="0"/>
                </a:spcAft>
                <a:buClr>
                  <a:srgbClr val="000000"/>
                </a:buClr>
                <a:buSzPts val="1751"/>
                <a:buFont typeface="Arial"/>
                <a:buNone/>
              </a:pPr>
              <a:r>
                <a:t/>
              </a:r>
              <a:endParaRPr b="0" i="0" sz="1750" u="none" cap="none" strike="noStrike">
                <a:solidFill>
                  <a:srgbClr val="000000"/>
                </a:solidFill>
                <a:latin typeface="Arial"/>
                <a:ea typeface="Arial"/>
                <a:cs typeface="Arial"/>
                <a:sym typeface="Arial"/>
              </a:endParaRPr>
            </a:p>
          </p:txBody>
        </p:sp>
        <p:sp>
          <p:nvSpPr>
            <p:cNvPr id="1730" name="Google Shape;1730;p22"/>
            <p:cNvSpPr/>
            <p:nvPr/>
          </p:nvSpPr>
          <p:spPr>
            <a:xfrm>
              <a:off x="4822958" y="4254718"/>
              <a:ext cx="130685" cy="171454"/>
            </a:xfrm>
            <a:custGeom>
              <a:rect b="b" l="l" r="r" t="t"/>
              <a:pathLst>
                <a:path extrusionOk="0" h="4829" w="3681">
                  <a:moveTo>
                    <a:pt x="616" y="0"/>
                  </a:moveTo>
                  <a:cubicBezTo>
                    <a:pt x="599" y="0"/>
                    <a:pt x="582" y="3"/>
                    <a:pt x="564" y="10"/>
                  </a:cubicBezTo>
                  <a:cubicBezTo>
                    <a:pt x="512" y="30"/>
                    <a:pt x="461" y="50"/>
                    <a:pt x="410" y="73"/>
                  </a:cubicBezTo>
                  <a:cubicBezTo>
                    <a:pt x="409" y="90"/>
                    <a:pt x="402" y="107"/>
                    <a:pt x="391" y="125"/>
                  </a:cubicBezTo>
                  <a:cubicBezTo>
                    <a:pt x="142" y="578"/>
                    <a:pt x="0" y="1100"/>
                    <a:pt x="0" y="1656"/>
                  </a:cubicBezTo>
                  <a:cubicBezTo>
                    <a:pt x="0" y="3407"/>
                    <a:pt x="1420" y="4829"/>
                    <a:pt x="3173" y="4829"/>
                  </a:cubicBezTo>
                  <a:cubicBezTo>
                    <a:pt x="3251" y="4829"/>
                    <a:pt x="3327" y="4825"/>
                    <a:pt x="3403" y="4820"/>
                  </a:cubicBezTo>
                  <a:cubicBezTo>
                    <a:pt x="3470" y="4763"/>
                    <a:pt x="3533" y="4702"/>
                    <a:pt x="3593" y="4642"/>
                  </a:cubicBezTo>
                  <a:cubicBezTo>
                    <a:pt x="3681" y="4552"/>
                    <a:pt x="3619" y="4402"/>
                    <a:pt x="3500" y="4402"/>
                  </a:cubicBezTo>
                  <a:cubicBezTo>
                    <a:pt x="3494" y="4402"/>
                    <a:pt x="3488" y="4402"/>
                    <a:pt x="3481" y="4403"/>
                  </a:cubicBezTo>
                  <a:cubicBezTo>
                    <a:pt x="3395" y="4410"/>
                    <a:pt x="3310" y="4413"/>
                    <a:pt x="3222" y="4413"/>
                  </a:cubicBezTo>
                  <a:cubicBezTo>
                    <a:pt x="1656" y="4413"/>
                    <a:pt x="389" y="3145"/>
                    <a:pt x="389" y="1580"/>
                  </a:cubicBezTo>
                  <a:cubicBezTo>
                    <a:pt x="389" y="1083"/>
                    <a:pt x="517" y="618"/>
                    <a:pt x="740" y="212"/>
                  </a:cubicBezTo>
                  <a:cubicBezTo>
                    <a:pt x="795" y="112"/>
                    <a:pt x="718" y="0"/>
                    <a:pt x="616" y="0"/>
                  </a:cubicBezTo>
                  <a:close/>
                </a:path>
              </a:pathLst>
            </a:custGeom>
            <a:solidFill>
              <a:srgbClr val="000000">
                <a:alpha val="13330"/>
              </a:srgbClr>
            </a:solidFill>
            <a:ln>
              <a:noFill/>
            </a:ln>
          </p:spPr>
          <p:txBody>
            <a:bodyPr anchorCtr="0" anchor="ctr" bIns="114325" lIns="114325" spcFirstLastPara="1" rIns="114325" wrap="square" tIns="114325">
              <a:noAutofit/>
            </a:bodyPr>
            <a:lstStyle/>
            <a:p>
              <a:pPr indent="0" lvl="0" marL="0" marR="0" rtl="0" algn="l">
                <a:lnSpc>
                  <a:spcPct val="100000"/>
                </a:lnSpc>
                <a:spcBef>
                  <a:spcPts val="0"/>
                </a:spcBef>
                <a:spcAft>
                  <a:spcPts val="0"/>
                </a:spcAft>
                <a:buClr>
                  <a:srgbClr val="000000"/>
                </a:buClr>
                <a:buSzPts val="1751"/>
                <a:buFont typeface="Arial"/>
                <a:buNone/>
              </a:pPr>
              <a:r>
                <a:t/>
              </a:r>
              <a:endParaRPr b="0" i="0" sz="1750" u="none" cap="none" strike="noStrike">
                <a:solidFill>
                  <a:srgbClr val="000000"/>
                </a:solidFill>
                <a:latin typeface="Arial"/>
                <a:ea typeface="Arial"/>
                <a:cs typeface="Arial"/>
                <a:sym typeface="Arial"/>
              </a:endParaRPr>
            </a:p>
          </p:txBody>
        </p:sp>
        <p:sp>
          <p:nvSpPr>
            <p:cNvPr id="1731" name="Google Shape;1731;p22"/>
            <p:cNvSpPr/>
            <p:nvPr/>
          </p:nvSpPr>
          <p:spPr>
            <a:xfrm>
              <a:off x="4733275" y="4361478"/>
              <a:ext cx="113288" cy="59400"/>
            </a:xfrm>
            <a:custGeom>
              <a:rect b="b" l="l" r="r" t="t"/>
              <a:pathLst>
                <a:path extrusionOk="0" h="1673" w="3191">
                  <a:moveTo>
                    <a:pt x="1596" y="0"/>
                  </a:moveTo>
                  <a:cubicBezTo>
                    <a:pt x="1255" y="0"/>
                    <a:pt x="965" y="203"/>
                    <a:pt x="834" y="494"/>
                  </a:cubicBezTo>
                  <a:cubicBezTo>
                    <a:pt x="765" y="468"/>
                    <a:pt x="690" y="453"/>
                    <a:pt x="611" y="453"/>
                  </a:cubicBezTo>
                  <a:cubicBezTo>
                    <a:pt x="274" y="453"/>
                    <a:pt x="1" y="727"/>
                    <a:pt x="1" y="1062"/>
                  </a:cubicBezTo>
                  <a:cubicBezTo>
                    <a:pt x="1" y="1399"/>
                    <a:pt x="274" y="1672"/>
                    <a:pt x="611" y="1672"/>
                  </a:cubicBezTo>
                  <a:cubicBezTo>
                    <a:pt x="786" y="1672"/>
                    <a:pt x="946" y="1597"/>
                    <a:pt x="1058" y="1477"/>
                  </a:cubicBezTo>
                  <a:cubicBezTo>
                    <a:pt x="1204" y="1599"/>
                    <a:pt x="1391" y="1672"/>
                    <a:pt x="1596" y="1672"/>
                  </a:cubicBezTo>
                  <a:cubicBezTo>
                    <a:pt x="1801" y="1672"/>
                    <a:pt x="1988" y="1599"/>
                    <a:pt x="2133" y="1477"/>
                  </a:cubicBezTo>
                  <a:cubicBezTo>
                    <a:pt x="2245" y="1597"/>
                    <a:pt x="2404" y="1672"/>
                    <a:pt x="2582" y="1672"/>
                  </a:cubicBezTo>
                  <a:cubicBezTo>
                    <a:pt x="2917" y="1672"/>
                    <a:pt x="3191" y="1399"/>
                    <a:pt x="3191" y="1062"/>
                  </a:cubicBezTo>
                  <a:cubicBezTo>
                    <a:pt x="3191" y="724"/>
                    <a:pt x="2917" y="453"/>
                    <a:pt x="2582" y="453"/>
                  </a:cubicBezTo>
                  <a:cubicBezTo>
                    <a:pt x="2503" y="453"/>
                    <a:pt x="2428" y="468"/>
                    <a:pt x="2359" y="494"/>
                  </a:cubicBezTo>
                  <a:cubicBezTo>
                    <a:pt x="2227" y="203"/>
                    <a:pt x="1936" y="0"/>
                    <a:pt x="1596" y="0"/>
                  </a:cubicBezTo>
                  <a:close/>
                </a:path>
              </a:pathLst>
            </a:custGeom>
            <a:solidFill>
              <a:schemeClr val="lt1"/>
            </a:solidFill>
            <a:ln>
              <a:noFill/>
            </a:ln>
          </p:spPr>
          <p:txBody>
            <a:bodyPr anchorCtr="0" anchor="ctr" bIns="114325" lIns="114325" spcFirstLastPara="1" rIns="114325" wrap="square" tIns="114325">
              <a:noAutofit/>
            </a:bodyPr>
            <a:lstStyle/>
            <a:p>
              <a:pPr indent="0" lvl="0" marL="0" marR="0" rtl="0" algn="l">
                <a:lnSpc>
                  <a:spcPct val="100000"/>
                </a:lnSpc>
                <a:spcBef>
                  <a:spcPts val="0"/>
                </a:spcBef>
                <a:spcAft>
                  <a:spcPts val="0"/>
                </a:spcAft>
                <a:buClr>
                  <a:srgbClr val="000000"/>
                </a:buClr>
                <a:buSzPts val="1751"/>
                <a:buFont typeface="Arial"/>
                <a:buNone/>
              </a:pPr>
              <a:r>
                <a:t/>
              </a:r>
              <a:endParaRPr b="0" i="0" sz="1750" u="none" cap="none" strike="noStrike">
                <a:solidFill>
                  <a:srgbClr val="000000"/>
                </a:solidFill>
                <a:latin typeface="Arial"/>
                <a:ea typeface="Arial"/>
                <a:cs typeface="Arial"/>
                <a:sym typeface="Arial"/>
              </a:endParaRPr>
            </a:p>
          </p:txBody>
        </p:sp>
        <p:sp>
          <p:nvSpPr>
            <p:cNvPr id="1732" name="Google Shape;1732;p22"/>
            <p:cNvSpPr/>
            <p:nvPr/>
          </p:nvSpPr>
          <p:spPr>
            <a:xfrm>
              <a:off x="4765016" y="4361372"/>
              <a:ext cx="82224" cy="58122"/>
            </a:xfrm>
            <a:custGeom>
              <a:rect b="b" l="l" r="r" t="t"/>
              <a:pathLst>
                <a:path extrusionOk="0" h="1637" w="2316">
                  <a:moveTo>
                    <a:pt x="702" y="0"/>
                  </a:moveTo>
                  <a:cubicBezTo>
                    <a:pt x="409" y="0"/>
                    <a:pt x="150" y="154"/>
                    <a:pt x="0" y="384"/>
                  </a:cubicBezTo>
                  <a:cubicBezTo>
                    <a:pt x="112" y="328"/>
                    <a:pt x="238" y="298"/>
                    <a:pt x="371" y="298"/>
                  </a:cubicBezTo>
                  <a:cubicBezTo>
                    <a:pt x="653" y="298"/>
                    <a:pt x="901" y="438"/>
                    <a:pt x="1052" y="651"/>
                  </a:cubicBezTo>
                  <a:cubicBezTo>
                    <a:pt x="1101" y="717"/>
                    <a:pt x="1179" y="756"/>
                    <a:pt x="1259" y="756"/>
                  </a:cubicBezTo>
                  <a:cubicBezTo>
                    <a:pt x="1269" y="756"/>
                    <a:pt x="1279" y="756"/>
                    <a:pt x="1290" y="754"/>
                  </a:cubicBezTo>
                  <a:cubicBezTo>
                    <a:pt x="1312" y="752"/>
                    <a:pt x="1335" y="750"/>
                    <a:pt x="1358" y="750"/>
                  </a:cubicBezTo>
                  <a:cubicBezTo>
                    <a:pt x="1384" y="750"/>
                    <a:pt x="1410" y="752"/>
                    <a:pt x="1436" y="756"/>
                  </a:cubicBezTo>
                  <a:cubicBezTo>
                    <a:pt x="1726" y="795"/>
                    <a:pt x="1950" y="1039"/>
                    <a:pt x="1964" y="1330"/>
                  </a:cubicBezTo>
                  <a:cubicBezTo>
                    <a:pt x="1970" y="1442"/>
                    <a:pt x="1947" y="1544"/>
                    <a:pt x="1900" y="1636"/>
                  </a:cubicBezTo>
                  <a:cubicBezTo>
                    <a:pt x="2144" y="1546"/>
                    <a:pt x="2316" y="1301"/>
                    <a:pt x="2295" y="1019"/>
                  </a:cubicBezTo>
                  <a:cubicBezTo>
                    <a:pt x="2274" y="731"/>
                    <a:pt x="2048" y="492"/>
                    <a:pt x="1757" y="458"/>
                  </a:cubicBezTo>
                  <a:cubicBezTo>
                    <a:pt x="1732" y="455"/>
                    <a:pt x="1707" y="453"/>
                    <a:pt x="1683" y="453"/>
                  </a:cubicBezTo>
                  <a:cubicBezTo>
                    <a:pt x="1606" y="453"/>
                    <a:pt x="1533" y="468"/>
                    <a:pt x="1465" y="495"/>
                  </a:cubicBezTo>
                  <a:cubicBezTo>
                    <a:pt x="1333" y="205"/>
                    <a:pt x="1042" y="0"/>
                    <a:pt x="702" y="0"/>
                  </a:cubicBezTo>
                  <a:close/>
                </a:path>
              </a:pathLst>
            </a:custGeom>
            <a:solidFill>
              <a:srgbClr val="000000">
                <a:alpha val="13330"/>
              </a:srgbClr>
            </a:solidFill>
            <a:ln>
              <a:noFill/>
            </a:ln>
          </p:spPr>
          <p:txBody>
            <a:bodyPr anchorCtr="0" anchor="ctr" bIns="114325" lIns="114325" spcFirstLastPara="1" rIns="114325" wrap="square" tIns="114325">
              <a:noAutofit/>
            </a:bodyPr>
            <a:lstStyle/>
            <a:p>
              <a:pPr indent="0" lvl="0" marL="0" marR="0" rtl="0" algn="l">
                <a:lnSpc>
                  <a:spcPct val="100000"/>
                </a:lnSpc>
                <a:spcBef>
                  <a:spcPts val="0"/>
                </a:spcBef>
                <a:spcAft>
                  <a:spcPts val="0"/>
                </a:spcAft>
                <a:buClr>
                  <a:srgbClr val="000000"/>
                </a:buClr>
                <a:buSzPts val="1751"/>
                <a:buFont typeface="Arial"/>
                <a:buNone/>
              </a:pPr>
              <a:r>
                <a:t/>
              </a:r>
              <a:endParaRPr b="0" i="0" sz="1750" u="none" cap="none" strike="noStrike">
                <a:solidFill>
                  <a:srgbClr val="000000"/>
                </a:solidFill>
                <a:latin typeface="Arial"/>
                <a:ea typeface="Arial"/>
                <a:cs typeface="Arial"/>
                <a:sym typeface="Arial"/>
              </a:endParaRPr>
            </a:p>
          </p:txBody>
        </p:sp>
        <p:sp>
          <p:nvSpPr>
            <p:cNvPr id="1733" name="Google Shape;1733;p22"/>
            <p:cNvSpPr/>
            <p:nvPr/>
          </p:nvSpPr>
          <p:spPr>
            <a:xfrm>
              <a:off x="4874545" y="4239771"/>
              <a:ext cx="9834" cy="21658"/>
            </a:xfrm>
            <a:custGeom>
              <a:rect b="b" l="l" r="r" t="t"/>
              <a:pathLst>
                <a:path extrusionOk="0" h="610" w="277">
                  <a:moveTo>
                    <a:pt x="139" y="0"/>
                  </a:moveTo>
                  <a:cubicBezTo>
                    <a:pt x="61" y="0"/>
                    <a:pt x="0" y="64"/>
                    <a:pt x="0" y="140"/>
                  </a:cubicBezTo>
                  <a:lnTo>
                    <a:pt x="0" y="471"/>
                  </a:lnTo>
                  <a:cubicBezTo>
                    <a:pt x="0" y="547"/>
                    <a:pt x="64" y="609"/>
                    <a:pt x="139" y="609"/>
                  </a:cubicBezTo>
                  <a:cubicBezTo>
                    <a:pt x="216" y="609"/>
                    <a:pt x="277" y="546"/>
                    <a:pt x="277" y="471"/>
                  </a:cubicBezTo>
                  <a:lnTo>
                    <a:pt x="277" y="140"/>
                  </a:lnTo>
                  <a:cubicBezTo>
                    <a:pt x="277" y="62"/>
                    <a:pt x="215" y="0"/>
                    <a:pt x="139" y="0"/>
                  </a:cubicBezTo>
                  <a:close/>
                </a:path>
              </a:pathLst>
            </a:custGeom>
            <a:solidFill>
              <a:srgbClr val="000000">
                <a:alpha val="13330"/>
              </a:srgbClr>
            </a:solidFill>
            <a:ln>
              <a:noFill/>
            </a:ln>
          </p:spPr>
          <p:txBody>
            <a:bodyPr anchorCtr="0" anchor="ctr" bIns="114325" lIns="114325" spcFirstLastPara="1" rIns="114325" wrap="square" tIns="114325">
              <a:noAutofit/>
            </a:bodyPr>
            <a:lstStyle/>
            <a:p>
              <a:pPr indent="0" lvl="0" marL="0" marR="0" rtl="0" algn="l">
                <a:lnSpc>
                  <a:spcPct val="100000"/>
                </a:lnSpc>
                <a:spcBef>
                  <a:spcPts val="0"/>
                </a:spcBef>
                <a:spcAft>
                  <a:spcPts val="0"/>
                </a:spcAft>
                <a:buClr>
                  <a:srgbClr val="000000"/>
                </a:buClr>
                <a:buSzPts val="1751"/>
                <a:buFont typeface="Arial"/>
                <a:buNone/>
              </a:pPr>
              <a:r>
                <a:t/>
              </a:r>
              <a:endParaRPr b="0" i="0" sz="1750" u="none" cap="none" strike="noStrike">
                <a:solidFill>
                  <a:srgbClr val="000000"/>
                </a:solidFill>
                <a:latin typeface="Arial"/>
                <a:ea typeface="Arial"/>
                <a:cs typeface="Arial"/>
                <a:sym typeface="Arial"/>
              </a:endParaRPr>
            </a:p>
          </p:txBody>
        </p:sp>
        <p:sp>
          <p:nvSpPr>
            <p:cNvPr id="1734" name="Google Shape;1734;p22"/>
            <p:cNvSpPr/>
            <p:nvPr/>
          </p:nvSpPr>
          <p:spPr>
            <a:xfrm>
              <a:off x="4951481" y="4385940"/>
              <a:ext cx="21444" cy="15729"/>
            </a:xfrm>
            <a:custGeom>
              <a:rect b="b" l="l" r="r" t="t"/>
              <a:pathLst>
                <a:path extrusionOk="0" h="443" w="604">
                  <a:moveTo>
                    <a:pt x="158" y="1"/>
                  </a:moveTo>
                  <a:cubicBezTo>
                    <a:pt x="110" y="1"/>
                    <a:pt x="64" y="25"/>
                    <a:pt x="38" y="69"/>
                  </a:cubicBezTo>
                  <a:cubicBezTo>
                    <a:pt x="1" y="136"/>
                    <a:pt x="22" y="221"/>
                    <a:pt x="88" y="258"/>
                  </a:cubicBezTo>
                  <a:lnTo>
                    <a:pt x="375" y="423"/>
                  </a:lnTo>
                  <a:cubicBezTo>
                    <a:pt x="396" y="436"/>
                    <a:pt x="419" y="442"/>
                    <a:pt x="442" y="442"/>
                  </a:cubicBezTo>
                  <a:cubicBezTo>
                    <a:pt x="491" y="442"/>
                    <a:pt x="539" y="416"/>
                    <a:pt x="563" y="372"/>
                  </a:cubicBezTo>
                  <a:cubicBezTo>
                    <a:pt x="604" y="308"/>
                    <a:pt x="579" y="225"/>
                    <a:pt x="513" y="185"/>
                  </a:cubicBezTo>
                  <a:lnTo>
                    <a:pt x="228" y="19"/>
                  </a:lnTo>
                  <a:cubicBezTo>
                    <a:pt x="206" y="7"/>
                    <a:pt x="182" y="1"/>
                    <a:pt x="158" y="1"/>
                  </a:cubicBezTo>
                  <a:close/>
                </a:path>
              </a:pathLst>
            </a:custGeom>
            <a:solidFill>
              <a:srgbClr val="000000">
                <a:alpha val="13330"/>
              </a:srgbClr>
            </a:solidFill>
            <a:ln>
              <a:noFill/>
            </a:ln>
          </p:spPr>
          <p:txBody>
            <a:bodyPr anchorCtr="0" anchor="ctr" bIns="114325" lIns="114325" spcFirstLastPara="1" rIns="114325" wrap="square" tIns="114325">
              <a:noAutofit/>
            </a:bodyPr>
            <a:lstStyle/>
            <a:p>
              <a:pPr indent="0" lvl="0" marL="0" marR="0" rtl="0" algn="l">
                <a:lnSpc>
                  <a:spcPct val="100000"/>
                </a:lnSpc>
                <a:spcBef>
                  <a:spcPts val="0"/>
                </a:spcBef>
                <a:spcAft>
                  <a:spcPts val="0"/>
                </a:spcAft>
                <a:buClr>
                  <a:srgbClr val="000000"/>
                </a:buClr>
                <a:buSzPts val="1751"/>
                <a:buFont typeface="Arial"/>
                <a:buNone/>
              </a:pPr>
              <a:r>
                <a:t/>
              </a:r>
              <a:endParaRPr b="0" i="0" sz="1750" u="none" cap="none" strike="noStrike">
                <a:solidFill>
                  <a:srgbClr val="000000"/>
                </a:solidFill>
                <a:latin typeface="Arial"/>
                <a:ea typeface="Arial"/>
                <a:cs typeface="Arial"/>
                <a:sym typeface="Arial"/>
              </a:endParaRPr>
            </a:p>
          </p:txBody>
        </p:sp>
        <p:sp>
          <p:nvSpPr>
            <p:cNvPr id="1735" name="Google Shape;1735;p22"/>
            <p:cNvSpPr/>
            <p:nvPr/>
          </p:nvSpPr>
          <p:spPr>
            <a:xfrm>
              <a:off x="4964156" y="4341170"/>
              <a:ext cx="21586" cy="9906"/>
            </a:xfrm>
            <a:custGeom>
              <a:rect b="b" l="l" r="r" t="t"/>
              <a:pathLst>
                <a:path extrusionOk="0" h="279" w="608">
                  <a:moveTo>
                    <a:pt x="139" y="1"/>
                  </a:moveTo>
                  <a:cubicBezTo>
                    <a:pt x="61" y="1"/>
                    <a:pt x="1" y="64"/>
                    <a:pt x="1" y="140"/>
                  </a:cubicBezTo>
                  <a:cubicBezTo>
                    <a:pt x="1" y="217"/>
                    <a:pt x="62" y="279"/>
                    <a:pt x="139" y="279"/>
                  </a:cubicBezTo>
                  <a:lnTo>
                    <a:pt x="470" y="279"/>
                  </a:lnTo>
                  <a:cubicBezTo>
                    <a:pt x="546" y="279"/>
                    <a:pt x="608" y="215"/>
                    <a:pt x="608" y="140"/>
                  </a:cubicBezTo>
                  <a:cubicBezTo>
                    <a:pt x="608" y="63"/>
                    <a:pt x="546" y="1"/>
                    <a:pt x="470" y="1"/>
                  </a:cubicBezTo>
                  <a:close/>
                </a:path>
              </a:pathLst>
            </a:custGeom>
            <a:solidFill>
              <a:srgbClr val="000000">
                <a:alpha val="13330"/>
              </a:srgbClr>
            </a:solidFill>
            <a:ln>
              <a:noFill/>
            </a:ln>
          </p:spPr>
          <p:txBody>
            <a:bodyPr anchorCtr="0" anchor="ctr" bIns="114325" lIns="114325" spcFirstLastPara="1" rIns="114325" wrap="square" tIns="114325">
              <a:noAutofit/>
            </a:bodyPr>
            <a:lstStyle/>
            <a:p>
              <a:pPr indent="0" lvl="0" marL="0" marR="0" rtl="0" algn="l">
                <a:lnSpc>
                  <a:spcPct val="100000"/>
                </a:lnSpc>
                <a:spcBef>
                  <a:spcPts val="0"/>
                </a:spcBef>
                <a:spcAft>
                  <a:spcPts val="0"/>
                </a:spcAft>
                <a:buClr>
                  <a:srgbClr val="000000"/>
                </a:buClr>
                <a:buSzPts val="1751"/>
                <a:buFont typeface="Arial"/>
                <a:buNone/>
              </a:pPr>
              <a:r>
                <a:t/>
              </a:r>
              <a:endParaRPr b="0" i="0" sz="1750" u="none" cap="none" strike="noStrike">
                <a:solidFill>
                  <a:srgbClr val="000000"/>
                </a:solidFill>
                <a:latin typeface="Arial"/>
                <a:ea typeface="Arial"/>
                <a:cs typeface="Arial"/>
                <a:sym typeface="Arial"/>
              </a:endParaRPr>
            </a:p>
          </p:txBody>
        </p:sp>
        <p:sp>
          <p:nvSpPr>
            <p:cNvPr id="1736" name="Google Shape;1736;p22"/>
            <p:cNvSpPr/>
            <p:nvPr/>
          </p:nvSpPr>
          <p:spPr>
            <a:xfrm>
              <a:off x="4951446" y="4290506"/>
              <a:ext cx="21479" cy="15729"/>
            </a:xfrm>
            <a:custGeom>
              <a:rect b="b" l="l" r="r" t="t"/>
              <a:pathLst>
                <a:path extrusionOk="0" h="443" w="605">
                  <a:moveTo>
                    <a:pt x="446" y="1"/>
                  </a:moveTo>
                  <a:cubicBezTo>
                    <a:pt x="422" y="1"/>
                    <a:pt x="398" y="7"/>
                    <a:pt x="376" y="20"/>
                  </a:cubicBezTo>
                  <a:lnTo>
                    <a:pt x="89" y="186"/>
                  </a:lnTo>
                  <a:cubicBezTo>
                    <a:pt x="23" y="223"/>
                    <a:pt x="0" y="308"/>
                    <a:pt x="39" y="374"/>
                  </a:cubicBezTo>
                  <a:cubicBezTo>
                    <a:pt x="65" y="418"/>
                    <a:pt x="111" y="442"/>
                    <a:pt x="160" y="442"/>
                  </a:cubicBezTo>
                  <a:cubicBezTo>
                    <a:pt x="183" y="442"/>
                    <a:pt x="207" y="438"/>
                    <a:pt x="228" y="425"/>
                  </a:cubicBezTo>
                  <a:lnTo>
                    <a:pt x="514" y="259"/>
                  </a:lnTo>
                  <a:cubicBezTo>
                    <a:pt x="580" y="222"/>
                    <a:pt x="605" y="137"/>
                    <a:pt x="564" y="71"/>
                  </a:cubicBezTo>
                  <a:cubicBezTo>
                    <a:pt x="538" y="26"/>
                    <a:pt x="493" y="1"/>
                    <a:pt x="446" y="1"/>
                  </a:cubicBezTo>
                  <a:close/>
                </a:path>
              </a:pathLst>
            </a:custGeom>
            <a:solidFill>
              <a:srgbClr val="000000">
                <a:alpha val="13330"/>
              </a:srgbClr>
            </a:solidFill>
            <a:ln>
              <a:noFill/>
            </a:ln>
          </p:spPr>
          <p:txBody>
            <a:bodyPr anchorCtr="0" anchor="ctr" bIns="114325" lIns="114325" spcFirstLastPara="1" rIns="114325" wrap="square" tIns="114325">
              <a:noAutofit/>
            </a:bodyPr>
            <a:lstStyle/>
            <a:p>
              <a:pPr indent="0" lvl="0" marL="0" marR="0" rtl="0" algn="l">
                <a:lnSpc>
                  <a:spcPct val="100000"/>
                </a:lnSpc>
                <a:spcBef>
                  <a:spcPts val="0"/>
                </a:spcBef>
                <a:spcAft>
                  <a:spcPts val="0"/>
                </a:spcAft>
                <a:buClr>
                  <a:srgbClr val="000000"/>
                </a:buClr>
                <a:buSzPts val="1751"/>
                <a:buFont typeface="Arial"/>
                <a:buNone/>
              </a:pPr>
              <a:r>
                <a:t/>
              </a:r>
              <a:endParaRPr b="0" i="0" sz="1750" u="none" cap="none" strike="noStrike">
                <a:solidFill>
                  <a:srgbClr val="000000"/>
                </a:solidFill>
                <a:latin typeface="Arial"/>
                <a:ea typeface="Arial"/>
                <a:cs typeface="Arial"/>
                <a:sym typeface="Arial"/>
              </a:endParaRPr>
            </a:p>
          </p:txBody>
        </p:sp>
        <p:sp>
          <p:nvSpPr>
            <p:cNvPr id="1737" name="Google Shape;1737;p22"/>
            <p:cNvSpPr/>
            <p:nvPr/>
          </p:nvSpPr>
          <p:spPr>
            <a:xfrm>
              <a:off x="4918640" y="4253405"/>
              <a:ext cx="17183" cy="20025"/>
            </a:xfrm>
            <a:custGeom>
              <a:rect b="b" l="l" r="r" t="t"/>
              <a:pathLst>
                <a:path extrusionOk="0" h="564" w="484">
                  <a:moveTo>
                    <a:pt x="324" y="1"/>
                  </a:moveTo>
                  <a:cubicBezTo>
                    <a:pt x="276" y="1"/>
                    <a:pt x="230" y="25"/>
                    <a:pt x="205" y="70"/>
                  </a:cubicBezTo>
                  <a:lnTo>
                    <a:pt x="39" y="356"/>
                  </a:lnTo>
                  <a:cubicBezTo>
                    <a:pt x="0" y="422"/>
                    <a:pt x="23" y="507"/>
                    <a:pt x="90" y="544"/>
                  </a:cubicBezTo>
                  <a:cubicBezTo>
                    <a:pt x="111" y="557"/>
                    <a:pt x="134" y="563"/>
                    <a:pt x="157" y="563"/>
                  </a:cubicBezTo>
                  <a:cubicBezTo>
                    <a:pt x="206" y="563"/>
                    <a:pt x="252" y="537"/>
                    <a:pt x="278" y="493"/>
                  </a:cubicBezTo>
                  <a:lnTo>
                    <a:pt x="444" y="206"/>
                  </a:lnTo>
                  <a:cubicBezTo>
                    <a:pt x="484" y="142"/>
                    <a:pt x="459" y="58"/>
                    <a:pt x="393" y="19"/>
                  </a:cubicBezTo>
                  <a:cubicBezTo>
                    <a:pt x="371" y="7"/>
                    <a:pt x="347" y="1"/>
                    <a:pt x="324" y="1"/>
                  </a:cubicBezTo>
                  <a:close/>
                </a:path>
              </a:pathLst>
            </a:custGeom>
            <a:solidFill>
              <a:srgbClr val="000000">
                <a:alpha val="13330"/>
              </a:srgbClr>
            </a:solidFill>
            <a:ln>
              <a:noFill/>
            </a:ln>
          </p:spPr>
          <p:txBody>
            <a:bodyPr anchorCtr="0" anchor="ctr" bIns="114325" lIns="114325" spcFirstLastPara="1" rIns="114325" wrap="square" tIns="114325">
              <a:noAutofit/>
            </a:bodyPr>
            <a:lstStyle/>
            <a:p>
              <a:pPr indent="0" lvl="0" marL="0" marR="0" rtl="0" algn="l">
                <a:lnSpc>
                  <a:spcPct val="100000"/>
                </a:lnSpc>
                <a:spcBef>
                  <a:spcPts val="0"/>
                </a:spcBef>
                <a:spcAft>
                  <a:spcPts val="0"/>
                </a:spcAft>
                <a:buClr>
                  <a:srgbClr val="000000"/>
                </a:buClr>
                <a:buSzPts val="1751"/>
                <a:buFont typeface="Arial"/>
                <a:buNone/>
              </a:pPr>
              <a:r>
                <a:t/>
              </a:r>
              <a:endParaRPr b="0" i="0" sz="1750" u="none" cap="none" strike="noStrike">
                <a:solidFill>
                  <a:srgbClr val="000000"/>
                </a:solidFill>
                <a:latin typeface="Arial"/>
                <a:ea typeface="Arial"/>
                <a:cs typeface="Arial"/>
                <a:sym typeface="Arial"/>
              </a:endParaRPr>
            </a:p>
          </p:txBody>
        </p:sp>
        <p:sp>
          <p:nvSpPr>
            <p:cNvPr id="1738" name="Google Shape;1738;p22"/>
            <p:cNvSpPr/>
            <p:nvPr/>
          </p:nvSpPr>
          <p:spPr>
            <a:xfrm>
              <a:off x="4874580" y="4280068"/>
              <a:ext cx="44485" cy="71010"/>
            </a:xfrm>
            <a:custGeom>
              <a:rect b="b" l="l" r="r" t="t"/>
              <a:pathLst>
                <a:path extrusionOk="0" h="2000" w="1253">
                  <a:moveTo>
                    <a:pt x="139" y="1"/>
                  </a:moveTo>
                  <a:cubicBezTo>
                    <a:pt x="63" y="1"/>
                    <a:pt x="1" y="64"/>
                    <a:pt x="1" y="139"/>
                  </a:cubicBezTo>
                  <a:lnTo>
                    <a:pt x="1" y="1861"/>
                  </a:lnTo>
                  <a:cubicBezTo>
                    <a:pt x="1" y="1938"/>
                    <a:pt x="64" y="2000"/>
                    <a:pt x="139" y="2000"/>
                  </a:cubicBezTo>
                  <a:lnTo>
                    <a:pt x="1115" y="2000"/>
                  </a:lnTo>
                  <a:cubicBezTo>
                    <a:pt x="1192" y="2000"/>
                    <a:pt x="1253" y="1936"/>
                    <a:pt x="1253" y="1861"/>
                  </a:cubicBezTo>
                  <a:cubicBezTo>
                    <a:pt x="1251" y="1784"/>
                    <a:pt x="1188" y="1722"/>
                    <a:pt x="1113" y="1722"/>
                  </a:cubicBezTo>
                  <a:lnTo>
                    <a:pt x="279" y="1722"/>
                  </a:lnTo>
                  <a:lnTo>
                    <a:pt x="279" y="139"/>
                  </a:lnTo>
                  <a:cubicBezTo>
                    <a:pt x="279" y="63"/>
                    <a:pt x="215" y="1"/>
                    <a:pt x="139" y="1"/>
                  </a:cubicBezTo>
                  <a:close/>
                </a:path>
              </a:pathLst>
            </a:custGeom>
            <a:solidFill>
              <a:srgbClr val="000000">
                <a:alpha val="13330"/>
              </a:srgbClr>
            </a:solidFill>
            <a:ln>
              <a:noFill/>
            </a:ln>
          </p:spPr>
          <p:txBody>
            <a:bodyPr anchorCtr="0" anchor="ctr" bIns="114325" lIns="114325" spcFirstLastPara="1" rIns="114325" wrap="square" tIns="114325">
              <a:noAutofit/>
            </a:bodyPr>
            <a:lstStyle/>
            <a:p>
              <a:pPr indent="0" lvl="0" marL="0" marR="0" rtl="0" algn="l">
                <a:lnSpc>
                  <a:spcPct val="100000"/>
                </a:lnSpc>
                <a:spcBef>
                  <a:spcPts val="0"/>
                </a:spcBef>
                <a:spcAft>
                  <a:spcPts val="0"/>
                </a:spcAft>
                <a:buClr>
                  <a:srgbClr val="000000"/>
                </a:buClr>
                <a:buSzPts val="1751"/>
                <a:buFont typeface="Arial"/>
                <a:buNone/>
              </a:pPr>
              <a:r>
                <a:t/>
              </a:r>
              <a:endParaRPr b="0" i="0" sz="1750" u="none" cap="none" strike="noStrike">
                <a:solidFill>
                  <a:srgbClr val="000000"/>
                </a:solidFill>
                <a:latin typeface="Arial"/>
                <a:ea typeface="Arial"/>
                <a:cs typeface="Arial"/>
                <a:sym typeface="Arial"/>
              </a:endParaRPr>
            </a:p>
          </p:txBody>
        </p:sp>
      </p:gr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42" name="Shape 1742"/>
        <p:cNvGrpSpPr/>
        <p:nvPr/>
      </p:nvGrpSpPr>
      <p:grpSpPr>
        <a:xfrm>
          <a:off x="0" y="0"/>
          <a:ext cx="0" cy="0"/>
          <a:chOff x="0" y="0"/>
          <a:chExt cx="0" cy="0"/>
        </a:xfrm>
      </p:grpSpPr>
      <p:grpSp>
        <p:nvGrpSpPr>
          <p:cNvPr id="1743" name="Google Shape;1743;p19"/>
          <p:cNvGrpSpPr/>
          <p:nvPr/>
        </p:nvGrpSpPr>
        <p:grpSpPr>
          <a:xfrm>
            <a:off x="1123325" y="1089000"/>
            <a:ext cx="6897300" cy="2747400"/>
            <a:chOff x="1123325" y="1089000"/>
            <a:chExt cx="6897300" cy="2747400"/>
          </a:xfrm>
        </p:grpSpPr>
        <p:sp>
          <p:nvSpPr>
            <p:cNvPr id="1744" name="Google Shape;1744;p19"/>
            <p:cNvSpPr/>
            <p:nvPr/>
          </p:nvSpPr>
          <p:spPr>
            <a:xfrm>
              <a:off x="1123325" y="1089000"/>
              <a:ext cx="6897300" cy="2747400"/>
            </a:xfrm>
            <a:prstGeom prst="rect">
              <a:avLst/>
            </a:prstGeom>
            <a:solidFill>
              <a:srgbClr val="7C7C7C">
                <a:alpha val="26274"/>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45" name="Google Shape;1745;p19"/>
            <p:cNvSpPr/>
            <p:nvPr/>
          </p:nvSpPr>
          <p:spPr>
            <a:xfrm>
              <a:off x="1123325" y="1089000"/>
              <a:ext cx="6897300" cy="218100"/>
            </a:xfrm>
            <a:prstGeom prst="rect">
              <a:avLst/>
            </a:prstGeom>
            <a:solidFill>
              <a:schemeClr val="dk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46" name="Google Shape;1746;p19"/>
            <p:cNvSpPr/>
            <p:nvPr/>
          </p:nvSpPr>
          <p:spPr>
            <a:xfrm>
              <a:off x="1237750" y="1147925"/>
              <a:ext cx="100200" cy="100200"/>
            </a:xfrm>
            <a:prstGeom prst="ellips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47" name="Google Shape;1747;p19"/>
            <p:cNvSpPr/>
            <p:nvPr/>
          </p:nvSpPr>
          <p:spPr>
            <a:xfrm>
              <a:off x="1421200" y="1147925"/>
              <a:ext cx="100200" cy="100200"/>
            </a:xfrm>
            <a:prstGeom prst="ellips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48" name="Google Shape;1748;p19"/>
            <p:cNvSpPr/>
            <p:nvPr/>
          </p:nvSpPr>
          <p:spPr>
            <a:xfrm>
              <a:off x="1604650" y="1147925"/>
              <a:ext cx="100200" cy="100200"/>
            </a:xfrm>
            <a:prstGeom prst="ellips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1749" name="Google Shape;1749;p19"/>
          <p:cNvSpPr txBox="1"/>
          <p:nvPr>
            <p:ph type="title"/>
          </p:nvPr>
        </p:nvSpPr>
        <p:spPr>
          <a:xfrm>
            <a:off x="1123325" y="1307100"/>
            <a:ext cx="6897300" cy="2529300"/>
          </a:xfrm>
          <a:prstGeom prst="rect">
            <a:avLst/>
          </a:prstGeom>
          <a:noFill/>
          <a:ln>
            <a:noFill/>
          </a:ln>
        </p:spPr>
        <p:txBody>
          <a:bodyPr anchorCtr="0" anchor="ctr" bIns="91425" lIns="91425" spcFirstLastPara="1" rIns="91425" wrap="square" tIns="91425">
            <a:noAutofit/>
          </a:bodyPr>
          <a:lstStyle/>
          <a:p>
            <a:pPr indent="0" lvl="0" marL="0" rtl="0" algn="ctr">
              <a:lnSpc>
                <a:spcPct val="100000"/>
              </a:lnSpc>
              <a:spcBef>
                <a:spcPts val="0"/>
              </a:spcBef>
              <a:spcAft>
                <a:spcPts val="0"/>
              </a:spcAft>
              <a:buSzPts val="4800"/>
              <a:buNone/>
            </a:pPr>
            <a:r>
              <a:rPr lang="en" sz="5400"/>
              <a:t>GRAZIE PER L’ATTENZIONE</a:t>
            </a:r>
            <a:endParaRPr sz="5400"/>
          </a:p>
        </p:txBody>
      </p:sp>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0">
  <p:cSld>
    <p:spTree>
      <p:nvGrpSpPr>
        <p:cNvPr id="1753" name="Shape 1753"/>
        <p:cNvGrpSpPr/>
        <p:nvPr/>
      </p:nvGrpSpPr>
      <p:grpSpPr>
        <a:xfrm>
          <a:off x="0" y="0"/>
          <a:ext cx="0" cy="0"/>
          <a:chOff x="0" y="0"/>
          <a:chExt cx="0" cy="0"/>
        </a:xfrm>
      </p:grpSpPr>
      <p:cxnSp>
        <p:nvCxnSpPr>
          <p:cNvPr id="1754" name="Google Shape;1754;g3b44d3f39a4_0_29"/>
          <p:cNvCxnSpPr>
            <a:stCxn id="1755" idx="3"/>
          </p:cNvCxnSpPr>
          <p:nvPr/>
        </p:nvCxnSpPr>
        <p:spPr>
          <a:xfrm>
            <a:off x="3072900" y="1838100"/>
            <a:ext cx="751200" cy="101400"/>
          </a:xfrm>
          <a:prstGeom prst="bentConnector3">
            <a:avLst>
              <a:gd fmla="val 50000" name="adj1"/>
            </a:avLst>
          </a:prstGeom>
          <a:noFill/>
          <a:ln cap="flat" cmpd="sng" w="9525">
            <a:solidFill>
              <a:srgbClr val="ECE5B4"/>
            </a:solidFill>
            <a:prstDash val="solid"/>
            <a:round/>
            <a:headEnd len="sm" w="sm" type="none"/>
            <a:tailEnd len="sm" w="sm" type="none"/>
          </a:ln>
        </p:spPr>
      </p:cxnSp>
      <p:cxnSp>
        <p:nvCxnSpPr>
          <p:cNvPr id="1756" name="Google Shape;1756;g3b44d3f39a4_0_29"/>
          <p:cNvCxnSpPr>
            <a:stCxn id="1757" idx="3"/>
          </p:cNvCxnSpPr>
          <p:nvPr/>
        </p:nvCxnSpPr>
        <p:spPr>
          <a:xfrm>
            <a:off x="3072900" y="3286800"/>
            <a:ext cx="1066800" cy="311400"/>
          </a:xfrm>
          <a:prstGeom prst="bentConnector3">
            <a:avLst>
              <a:gd fmla="val 50000" name="adj1"/>
            </a:avLst>
          </a:prstGeom>
          <a:noFill/>
          <a:ln cap="flat" cmpd="sng" w="9525">
            <a:solidFill>
              <a:srgbClr val="ECE5B4"/>
            </a:solidFill>
            <a:prstDash val="solid"/>
            <a:round/>
            <a:headEnd len="sm" w="sm" type="none"/>
            <a:tailEnd len="sm" w="sm" type="none"/>
          </a:ln>
        </p:spPr>
      </p:cxnSp>
      <p:cxnSp>
        <p:nvCxnSpPr>
          <p:cNvPr id="1758" name="Google Shape;1758;g3b44d3f39a4_0_29"/>
          <p:cNvCxnSpPr>
            <a:stCxn id="1759" idx="1"/>
            <a:endCxn id="1760" idx="6"/>
          </p:cNvCxnSpPr>
          <p:nvPr/>
        </p:nvCxnSpPr>
        <p:spPr>
          <a:xfrm rot="10800000">
            <a:off x="5114700" y="2665800"/>
            <a:ext cx="956400" cy="621000"/>
          </a:xfrm>
          <a:prstGeom prst="bentConnector3">
            <a:avLst>
              <a:gd fmla="val 29290" name="adj1"/>
            </a:avLst>
          </a:prstGeom>
          <a:noFill/>
          <a:ln cap="flat" cmpd="sng" w="9525">
            <a:solidFill>
              <a:srgbClr val="ECE5B4"/>
            </a:solidFill>
            <a:prstDash val="solid"/>
            <a:round/>
            <a:headEnd len="sm" w="sm" type="none"/>
            <a:tailEnd len="sm" w="sm" type="none"/>
          </a:ln>
        </p:spPr>
      </p:cxnSp>
      <p:sp>
        <p:nvSpPr>
          <p:cNvPr id="1761" name="Google Shape;1761;g3b44d3f39a4_0_29"/>
          <p:cNvSpPr txBox="1"/>
          <p:nvPr>
            <p:ph type="title"/>
          </p:nvPr>
        </p:nvSpPr>
        <p:spPr>
          <a:xfrm>
            <a:off x="720000" y="540000"/>
            <a:ext cx="7704000" cy="564300"/>
          </a:xfrm>
          <a:prstGeom prst="rect">
            <a:avLst/>
          </a:prstGeom>
          <a:noFill/>
          <a:ln>
            <a:noFill/>
          </a:ln>
        </p:spPr>
        <p:txBody>
          <a:bodyPr anchorCtr="0" anchor="ctr" bIns="91425" lIns="91425" spcFirstLastPara="1" rIns="91425" wrap="square" tIns="91425">
            <a:noAutofit/>
          </a:bodyPr>
          <a:lstStyle/>
          <a:p>
            <a:pPr indent="0" lvl="0" marL="0" rtl="0" algn="l">
              <a:lnSpc>
                <a:spcPct val="100000"/>
              </a:lnSpc>
              <a:spcBef>
                <a:spcPts val="0"/>
              </a:spcBef>
              <a:spcAft>
                <a:spcPts val="0"/>
              </a:spcAft>
              <a:buSzPts val="2800"/>
              <a:buNone/>
            </a:pPr>
            <a:r>
              <a:rPr lang="en">
                <a:solidFill>
                  <a:schemeClr val="lt2"/>
                </a:solidFill>
              </a:rPr>
              <a:t>Most</a:t>
            </a:r>
            <a:r>
              <a:rPr lang="en"/>
              <a:t> popular programs</a:t>
            </a:r>
            <a:endParaRPr/>
          </a:p>
        </p:txBody>
      </p:sp>
      <p:pic>
        <p:nvPicPr>
          <p:cNvPr id="1762" name="Google Shape;1762;g3b44d3f39a4_0_29" title="Gráfico">
            <a:hlinkClick r:id="rId3"/>
          </p:cNvPr>
          <p:cNvPicPr preferRelativeResize="0"/>
          <p:nvPr/>
        </p:nvPicPr>
        <p:blipFill rotWithShape="1">
          <a:blip r:embed="rId4">
            <a:alphaModFix/>
          </a:blip>
          <a:srcRect b="0" l="18963" r="18963" t="0"/>
          <a:stretch/>
        </p:blipFill>
        <p:spPr>
          <a:xfrm>
            <a:off x="3366751" y="1465213"/>
            <a:ext cx="2410500" cy="2401101"/>
          </a:xfrm>
          <a:prstGeom prst="rect">
            <a:avLst/>
          </a:prstGeom>
          <a:noFill/>
          <a:ln>
            <a:noFill/>
          </a:ln>
        </p:spPr>
      </p:pic>
      <p:sp>
        <p:nvSpPr>
          <p:cNvPr id="1763" name="Google Shape;1763;g3b44d3f39a4_0_29"/>
          <p:cNvSpPr/>
          <p:nvPr/>
        </p:nvSpPr>
        <p:spPr>
          <a:xfrm>
            <a:off x="720075" y="4227225"/>
            <a:ext cx="7704000" cy="379800"/>
          </a:xfrm>
          <a:prstGeom prst="rect">
            <a:avLst/>
          </a:prstGeom>
          <a:solidFill>
            <a:srgbClr val="7C7C7C">
              <a:alpha val="14120"/>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64" name="Google Shape;1764;g3b44d3f39a4_0_29"/>
          <p:cNvSpPr txBox="1"/>
          <p:nvPr>
            <p:ph idx="4294967295" type="subTitle"/>
          </p:nvPr>
        </p:nvSpPr>
        <p:spPr>
          <a:xfrm>
            <a:off x="720075" y="4227125"/>
            <a:ext cx="7704000" cy="379800"/>
          </a:xfrm>
          <a:prstGeom prst="rect">
            <a:avLst/>
          </a:prstGeom>
          <a:noFill/>
          <a:ln cap="flat" cmpd="sng" w="9525">
            <a:solidFill>
              <a:schemeClr val="dk2"/>
            </a:solidFill>
            <a:prstDash val="solid"/>
            <a:round/>
            <a:headEnd len="sm" w="sm" type="none"/>
            <a:tailEnd len="sm" w="sm" type="none"/>
          </a:ln>
        </p:spPr>
        <p:txBody>
          <a:bodyPr anchorCtr="0" anchor="t" bIns="91425" lIns="91425" spcFirstLastPara="1" rIns="91425" wrap="square" tIns="91425">
            <a:noAutofit/>
          </a:bodyPr>
          <a:lstStyle/>
          <a:p>
            <a:pPr indent="0" lvl="0" marL="0" marR="0" rtl="0" algn="ctr">
              <a:lnSpc>
                <a:spcPct val="100000"/>
              </a:lnSpc>
              <a:spcBef>
                <a:spcPts val="0"/>
              </a:spcBef>
              <a:spcAft>
                <a:spcPts val="0"/>
              </a:spcAft>
              <a:buClr>
                <a:schemeClr val="lt1"/>
              </a:buClr>
              <a:buSzPts val="1400"/>
              <a:buFont typeface="Anaheim"/>
              <a:buNone/>
            </a:pPr>
            <a:r>
              <a:rPr b="0" i="0" lang="en" sz="1200" u="none" cap="none" strike="noStrike">
                <a:solidFill>
                  <a:schemeClr val="lt1"/>
                </a:solidFill>
                <a:latin typeface="Anaheim"/>
                <a:ea typeface="Anaheim"/>
                <a:cs typeface="Anaheim"/>
                <a:sym typeface="Anaheim"/>
              </a:rPr>
              <a:t>Follow the link in the graph to modify its data and then paste the new one here. </a:t>
            </a:r>
            <a:r>
              <a:rPr b="1" i="0" lang="en" sz="1200" u="none" cap="none" strike="noStrike">
                <a:solidFill>
                  <a:schemeClr val="lt1"/>
                </a:solidFill>
                <a:highlight>
                  <a:schemeClr val="accent5"/>
                </a:highlight>
                <a:uFill>
                  <a:noFill/>
                </a:uFill>
                <a:latin typeface="Anaheim"/>
                <a:ea typeface="Anaheim"/>
                <a:cs typeface="Anaheim"/>
                <a:sym typeface="Anaheim"/>
                <a:hlinkClick r:id="rId5">
                  <a:extLst>
                    <a:ext uri="{A12FA001-AC4F-418D-AE19-62706E023703}">
                      <ahyp:hlinkClr val="tx"/>
                    </a:ext>
                  </a:extLst>
                </a:hlinkClick>
              </a:rPr>
              <a:t>For more info, click here</a:t>
            </a:r>
            <a:endParaRPr b="0" i="0" sz="1400" u="none" cap="none" strike="noStrike">
              <a:solidFill>
                <a:schemeClr val="lt1"/>
              </a:solidFill>
              <a:highlight>
                <a:schemeClr val="accent5"/>
              </a:highlight>
              <a:latin typeface="Anaheim"/>
              <a:ea typeface="Anaheim"/>
              <a:cs typeface="Anaheim"/>
              <a:sym typeface="Anaheim"/>
            </a:endParaRPr>
          </a:p>
        </p:txBody>
      </p:sp>
      <p:sp>
        <p:nvSpPr>
          <p:cNvPr id="1765" name="Google Shape;1765;g3b44d3f39a4_0_29"/>
          <p:cNvSpPr/>
          <p:nvPr/>
        </p:nvSpPr>
        <p:spPr>
          <a:xfrm>
            <a:off x="720000" y="1388400"/>
            <a:ext cx="2352900" cy="1105800"/>
          </a:xfrm>
          <a:prstGeom prst="rect">
            <a:avLst/>
          </a:prstGeom>
          <a:solidFill>
            <a:srgbClr val="7C7C7C">
              <a:alpha val="14120"/>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55" name="Google Shape;1755;g3b44d3f39a4_0_29"/>
          <p:cNvSpPr txBox="1"/>
          <p:nvPr/>
        </p:nvSpPr>
        <p:spPr>
          <a:xfrm>
            <a:off x="720000" y="1606500"/>
            <a:ext cx="2352900" cy="463200"/>
          </a:xfrm>
          <a:prstGeom prst="rect">
            <a:avLst/>
          </a:prstGeom>
          <a:noFill/>
          <a:ln cap="flat" cmpd="sng" w="9525">
            <a:solidFill>
              <a:srgbClr val="ECE5B4"/>
            </a:solidFill>
            <a:prstDash val="solid"/>
            <a:round/>
            <a:headEnd len="sm" w="sm" type="none"/>
            <a:tailEnd len="sm" w="sm" type="none"/>
          </a:ln>
        </p:spPr>
        <p:txBody>
          <a:bodyPr anchorCtr="0" anchor="t" bIns="91425" lIns="91425" spcFirstLastPara="1" rIns="91425" wrap="square" tIns="91425">
            <a:noAutofit/>
          </a:bodyPr>
          <a:lstStyle/>
          <a:p>
            <a:pPr indent="0" lvl="0" marL="0" marR="0" rtl="0" algn="ctr">
              <a:lnSpc>
                <a:spcPct val="100000"/>
              </a:lnSpc>
              <a:spcBef>
                <a:spcPts val="0"/>
              </a:spcBef>
              <a:spcAft>
                <a:spcPts val="1600"/>
              </a:spcAft>
              <a:buClr>
                <a:srgbClr val="000000"/>
              </a:buClr>
              <a:buSzPts val="1600"/>
              <a:buFont typeface="Arial"/>
              <a:buNone/>
            </a:pPr>
            <a:r>
              <a:rPr b="0" i="0" lang="en" sz="1600" u="none" cap="none" strike="noStrike">
                <a:solidFill>
                  <a:schemeClr val="accent3"/>
                </a:solidFill>
                <a:latin typeface="Zen Dots"/>
                <a:ea typeface="Zen Dots"/>
                <a:cs typeface="Zen Dots"/>
                <a:sym typeface="Zen Dots"/>
              </a:rPr>
              <a:t>Harper - 22%</a:t>
            </a:r>
            <a:endParaRPr b="0" i="0" sz="1600" u="none" cap="none" strike="noStrike">
              <a:solidFill>
                <a:schemeClr val="accent3"/>
              </a:solidFill>
              <a:latin typeface="Zen Dots"/>
              <a:ea typeface="Zen Dots"/>
              <a:cs typeface="Zen Dots"/>
              <a:sym typeface="Zen Dots"/>
            </a:endParaRPr>
          </a:p>
        </p:txBody>
      </p:sp>
      <p:sp>
        <p:nvSpPr>
          <p:cNvPr id="1766" name="Google Shape;1766;g3b44d3f39a4_0_29"/>
          <p:cNvSpPr txBox="1"/>
          <p:nvPr/>
        </p:nvSpPr>
        <p:spPr>
          <a:xfrm>
            <a:off x="720000" y="2069500"/>
            <a:ext cx="2352900" cy="424800"/>
          </a:xfrm>
          <a:prstGeom prst="rect">
            <a:avLst/>
          </a:prstGeom>
          <a:noFill/>
          <a:ln cap="flat" cmpd="sng" w="9525">
            <a:solidFill>
              <a:srgbClr val="ECE5B4"/>
            </a:solidFill>
            <a:prstDash val="solid"/>
            <a:round/>
            <a:headEnd len="sm" w="sm" type="none"/>
            <a:tailEnd len="sm" w="sm" type="none"/>
          </a:ln>
        </p:spPr>
        <p:txBody>
          <a:bodyPr anchorCtr="0" anchor="t" bIns="91425" lIns="91425" spcFirstLastPara="1" rIns="91425" wrap="square" tIns="91425">
            <a:noAutofit/>
          </a:bodyPr>
          <a:lstStyle/>
          <a:p>
            <a:pPr indent="0" lvl="0" marL="0" marR="0" rtl="0" algn="ctr">
              <a:lnSpc>
                <a:spcPct val="100000"/>
              </a:lnSpc>
              <a:spcBef>
                <a:spcPts val="0"/>
              </a:spcBef>
              <a:spcAft>
                <a:spcPts val="1600"/>
              </a:spcAft>
              <a:buClr>
                <a:srgbClr val="000000"/>
              </a:buClr>
              <a:buSzPts val="1400"/>
              <a:buFont typeface="Arial"/>
              <a:buNone/>
            </a:pPr>
            <a:r>
              <a:rPr b="1" i="0" lang="en" sz="1400" u="none" cap="none" strike="noStrike">
                <a:solidFill>
                  <a:srgbClr val="000000"/>
                </a:solidFill>
                <a:highlight>
                  <a:srgbClr val="7EC8D4"/>
                </a:highlight>
                <a:latin typeface="Anaheim"/>
                <a:ea typeface="Anaheim"/>
                <a:cs typeface="Anaheim"/>
                <a:sym typeface="Anaheim"/>
              </a:rPr>
              <a:t>Mars</a:t>
            </a:r>
            <a:r>
              <a:rPr b="1" i="0" lang="en" sz="1400" u="none" cap="none" strike="noStrike">
                <a:solidFill>
                  <a:srgbClr val="FFFFFF"/>
                </a:solidFill>
                <a:latin typeface="Anaheim"/>
                <a:ea typeface="Anaheim"/>
                <a:cs typeface="Anaheim"/>
                <a:sym typeface="Anaheim"/>
              </a:rPr>
              <a:t> </a:t>
            </a:r>
            <a:r>
              <a:rPr b="0" i="0" lang="en" sz="1400" u="none" cap="none" strike="noStrike">
                <a:solidFill>
                  <a:srgbClr val="FFFFFF"/>
                </a:solidFill>
                <a:latin typeface="Anaheim"/>
                <a:ea typeface="Anaheim"/>
                <a:cs typeface="Anaheim"/>
                <a:sym typeface="Anaheim"/>
              </a:rPr>
              <a:t>is red and cold</a:t>
            </a:r>
            <a:endParaRPr b="0" i="0" sz="1400" u="none" cap="none" strike="noStrike">
              <a:solidFill>
                <a:srgbClr val="FFFFFF"/>
              </a:solidFill>
              <a:latin typeface="Anaheim"/>
              <a:ea typeface="Anaheim"/>
              <a:cs typeface="Anaheim"/>
              <a:sym typeface="Anaheim"/>
            </a:endParaRPr>
          </a:p>
        </p:txBody>
      </p:sp>
      <p:grpSp>
        <p:nvGrpSpPr>
          <p:cNvPr id="1767" name="Google Shape;1767;g3b44d3f39a4_0_29"/>
          <p:cNvGrpSpPr/>
          <p:nvPr/>
        </p:nvGrpSpPr>
        <p:grpSpPr>
          <a:xfrm>
            <a:off x="720000" y="1388400"/>
            <a:ext cx="2352900" cy="218100"/>
            <a:chOff x="1290775" y="1427525"/>
            <a:chExt cx="2352900" cy="218100"/>
          </a:xfrm>
        </p:grpSpPr>
        <p:sp>
          <p:nvSpPr>
            <p:cNvPr id="1768" name="Google Shape;1768;g3b44d3f39a4_0_29"/>
            <p:cNvSpPr/>
            <p:nvPr/>
          </p:nvSpPr>
          <p:spPr>
            <a:xfrm>
              <a:off x="1290775" y="1427525"/>
              <a:ext cx="2352900" cy="218100"/>
            </a:xfrm>
            <a:prstGeom prst="rect">
              <a:avLst/>
            </a:prstGeom>
            <a:solidFill>
              <a:srgbClr val="ECE5B4"/>
            </a:solidFill>
            <a:ln cap="flat" cmpd="sng" w="9525">
              <a:solidFill>
                <a:srgbClr val="ECE5B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69" name="Google Shape;1769;g3b44d3f39a4_0_29"/>
            <p:cNvSpPr/>
            <p:nvPr/>
          </p:nvSpPr>
          <p:spPr>
            <a:xfrm>
              <a:off x="1405200" y="1486450"/>
              <a:ext cx="100200" cy="100200"/>
            </a:xfrm>
            <a:prstGeom prst="ellipse">
              <a:avLst/>
            </a:prstGeom>
            <a:solidFill>
              <a:srgbClr val="2F2B1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70" name="Google Shape;1770;g3b44d3f39a4_0_29"/>
            <p:cNvSpPr/>
            <p:nvPr/>
          </p:nvSpPr>
          <p:spPr>
            <a:xfrm>
              <a:off x="1588650" y="1486450"/>
              <a:ext cx="100200" cy="100200"/>
            </a:xfrm>
            <a:prstGeom prst="ellipse">
              <a:avLst/>
            </a:prstGeom>
            <a:solidFill>
              <a:srgbClr val="2F2B1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71" name="Google Shape;1771;g3b44d3f39a4_0_29"/>
            <p:cNvSpPr/>
            <p:nvPr/>
          </p:nvSpPr>
          <p:spPr>
            <a:xfrm>
              <a:off x="1772100" y="1486450"/>
              <a:ext cx="100200" cy="100200"/>
            </a:xfrm>
            <a:prstGeom prst="ellipse">
              <a:avLst/>
            </a:prstGeom>
            <a:solidFill>
              <a:srgbClr val="2F2B1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772" name="Google Shape;1772;g3b44d3f39a4_0_29"/>
          <p:cNvGrpSpPr/>
          <p:nvPr/>
        </p:nvGrpSpPr>
        <p:grpSpPr>
          <a:xfrm>
            <a:off x="4029100" y="2122863"/>
            <a:ext cx="1085700" cy="1085700"/>
            <a:chOff x="4029100" y="2232725"/>
            <a:chExt cx="1085700" cy="1085700"/>
          </a:xfrm>
        </p:grpSpPr>
        <p:sp>
          <p:nvSpPr>
            <p:cNvPr id="1760" name="Google Shape;1760;g3b44d3f39a4_0_29"/>
            <p:cNvSpPr/>
            <p:nvPr/>
          </p:nvSpPr>
          <p:spPr>
            <a:xfrm>
              <a:off x="4029100" y="2232725"/>
              <a:ext cx="1085700" cy="1085700"/>
            </a:xfrm>
            <a:prstGeom prst="ellipse">
              <a:avLst/>
            </a:prstGeom>
            <a:no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nvGrpSpPr>
            <p:cNvPr id="1773" name="Google Shape;1773;g3b44d3f39a4_0_29"/>
            <p:cNvGrpSpPr/>
            <p:nvPr/>
          </p:nvGrpSpPr>
          <p:grpSpPr>
            <a:xfrm>
              <a:off x="4369118" y="2571750"/>
              <a:ext cx="405696" cy="407750"/>
              <a:chOff x="1496192" y="2172668"/>
              <a:chExt cx="325390" cy="327037"/>
            </a:xfrm>
          </p:grpSpPr>
          <p:sp>
            <p:nvSpPr>
              <p:cNvPr id="1774" name="Google Shape;1774;g3b44d3f39a4_0_29"/>
              <p:cNvSpPr/>
              <p:nvPr/>
            </p:nvSpPr>
            <p:spPr>
              <a:xfrm>
                <a:off x="1565495" y="2172775"/>
                <a:ext cx="256080" cy="326930"/>
              </a:xfrm>
              <a:custGeom>
                <a:rect b="b" l="l" r="r" t="t"/>
                <a:pathLst>
                  <a:path extrusionOk="0" h="9208" w="7213">
                    <a:moveTo>
                      <a:pt x="438" y="1"/>
                    </a:moveTo>
                    <a:cubicBezTo>
                      <a:pt x="197" y="1"/>
                      <a:pt x="0" y="196"/>
                      <a:pt x="0" y="437"/>
                    </a:cubicBezTo>
                    <a:lnTo>
                      <a:pt x="0" y="8771"/>
                    </a:lnTo>
                    <a:cubicBezTo>
                      <a:pt x="0" y="9012"/>
                      <a:pt x="197" y="9207"/>
                      <a:pt x="438" y="9207"/>
                    </a:cubicBezTo>
                    <a:lnTo>
                      <a:pt x="6775" y="9207"/>
                    </a:lnTo>
                    <a:cubicBezTo>
                      <a:pt x="7016" y="9207"/>
                      <a:pt x="7213" y="9012"/>
                      <a:pt x="7213" y="8770"/>
                    </a:cubicBezTo>
                    <a:lnTo>
                      <a:pt x="7213" y="437"/>
                    </a:lnTo>
                    <a:cubicBezTo>
                      <a:pt x="7213" y="196"/>
                      <a:pt x="7016" y="1"/>
                      <a:pt x="6775" y="1"/>
                    </a:cubicBezTo>
                    <a:close/>
                  </a:path>
                </a:pathLst>
              </a:custGeom>
              <a:solidFill>
                <a:srgbClr val="B6C4C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75" name="Google Shape;1775;g3b44d3f39a4_0_29"/>
              <p:cNvSpPr/>
              <p:nvPr/>
            </p:nvSpPr>
            <p:spPr>
              <a:xfrm>
                <a:off x="1792825" y="2172668"/>
                <a:ext cx="28757" cy="327001"/>
              </a:xfrm>
              <a:custGeom>
                <a:rect b="b" l="l" r="r" t="t"/>
                <a:pathLst>
                  <a:path extrusionOk="0" h="9210" w="810">
                    <a:moveTo>
                      <a:pt x="1" y="1"/>
                    </a:moveTo>
                    <a:cubicBezTo>
                      <a:pt x="243" y="1"/>
                      <a:pt x="438" y="196"/>
                      <a:pt x="438" y="438"/>
                    </a:cubicBezTo>
                    <a:lnTo>
                      <a:pt x="438" y="8773"/>
                    </a:lnTo>
                    <a:cubicBezTo>
                      <a:pt x="438" y="9013"/>
                      <a:pt x="243" y="9209"/>
                      <a:pt x="1" y="9209"/>
                    </a:cubicBezTo>
                    <a:lnTo>
                      <a:pt x="372" y="9209"/>
                    </a:lnTo>
                    <a:cubicBezTo>
                      <a:pt x="613" y="9209"/>
                      <a:pt x="810" y="9015"/>
                      <a:pt x="810" y="8773"/>
                    </a:cubicBezTo>
                    <a:lnTo>
                      <a:pt x="810" y="438"/>
                    </a:lnTo>
                    <a:cubicBezTo>
                      <a:pt x="810" y="198"/>
                      <a:pt x="613" y="1"/>
                      <a:pt x="372" y="1"/>
                    </a:cubicBezTo>
                    <a:close/>
                  </a:path>
                </a:pathLst>
              </a:custGeom>
              <a:solidFill>
                <a:srgbClr val="000000">
                  <a:alpha val="13330"/>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76" name="Google Shape;1776;g3b44d3f39a4_0_29"/>
              <p:cNvSpPr/>
              <p:nvPr/>
            </p:nvSpPr>
            <p:spPr>
              <a:xfrm>
                <a:off x="1588111" y="2195355"/>
                <a:ext cx="210849" cy="266181"/>
              </a:xfrm>
              <a:custGeom>
                <a:rect b="b" l="l" r="r" t="t"/>
                <a:pathLst>
                  <a:path extrusionOk="0" h="7497" w="5939">
                    <a:moveTo>
                      <a:pt x="222" y="1"/>
                    </a:moveTo>
                    <a:cubicBezTo>
                      <a:pt x="100" y="1"/>
                      <a:pt x="1" y="100"/>
                      <a:pt x="1" y="222"/>
                    </a:cubicBezTo>
                    <a:lnTo>
                      <a:pt x="1" y="7275"/>
                    </a:lnTo>
                    <a:cubicBezTo>
                      <a:pt x="1" y="7397"/>
                      <a:pt x="100" y="7497"/>
                      <a:pt x="222" y="7497"/>
                    </a:cubicBezTo>
                    <a:lnTo>
                      <a:pt x="5717" y="7497"/>
                    </a:lnTo>
                    <a:cubicBezTo>
                      <a:pt x="5839" y="7497"/>
                      <a:pt x="5938" y="7397"/>
                      <a:pt x="5938" y="7275"/>
                    </a:cubicBezTo>
                    <a:lnTo>
                      <a:pt x="5938" y="222"/>
                    </a:lnTo>
                    <a:cubicBezTo>
                      <a:pt x="5938" y="100"/>
                      <a:pt x="5839" y="1"/>
                      <a:pt x="5717" y="1"/>
                    </a:cubicBezTo>
                    <a:close/>
                  </a:path>
                </a:pathLst>
              </a:cu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77" name="Google Shape;1777;g3b44d3f39a4_0_29"/>
              <p:cNvSpPr/>
              <p:nvPr/>
            </p:nvSpPr>
            <p:spPr>
              <a:xfrm>
                <a:off x="1778446" y="2195355"/>
                <a:ext cx="20520" cy="266181"/>
              </a:xfrm>
              <a:custGeom>
                <a:rect b="b" l="l" r="r" t="t"/>
                <a:pathLst>
                  <a:path extrusionOk="0" h="7497" w="578">
                    <a:moveTo>
                      <a:pt x="0" y="1"/>
                    </a:moveTo>
                    <a:cubicBezTo>
                      <a:pt x="122" y="1"/>
                      <a:pt x="220" y="100"/>
                      <a:pt x="220" y="222"/>
                    </a:cubicBezTo>
                    <a:lnTo>
                      <a:pt x="220" y="7275"/>
                    </a:lnTo>
                    <a:cubicBezTo>
                      <a:pt x="220" y="7397"/>
                      <a:pt x="122" y="7497"/>
                      <a:pt x="0" y="7497"/>
                    </a:cubicBezTo>
                    <a:lnTo>
                      <a:pt x="356" y="7497"/>
                    </a:lnTo>
                    <a:cubicBezTo>
                      <a:pt x="478" y="7497"/>
                      <a:pt x="577" y="7397"/>
                      <a:pt x="577" y="7275"/>
                    </a:cubicBezTo>
                    <a:lnTo>
                      <a:pt x="577" y="222"/>
                    </a:lnTo>
                    <a:cubicBezTo>
                      <a:pt x="577" y="100"/>
                      <a:pt x="478" y="1"/>
                      <a:pt x="356" y="1"/>
                    </a:cubicBezTo>
                    <a:close/>
                  </a:path>
                </a:pathLst>
              </a:custGeom>
              <a:solidFill>
                <a:srgbClr val="000000">
                  <a:alpha val="13330"/>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78" name="Google Shape;1778;g3b44d3f39a4_0_29"/>
              <p:cNvSpPr/>
              <p:nvPr/>
            </p:nvSpPr>
            <p:spPr>
              <a:xfrm>
                <a:off x="1679320" y="2475693"/>
                <a:ext cx="28402" cy="9835"/>
              </a:xfrm>
              <a:custGeom>
                <a:rect b="b" l="l" r="r" t="t"/>
                <a:pathLst>
                  <a:path extrusionOk="0" h="277" w="800">
                    <a:moveTo>
                      <a:pt x="139" y="1"/>
                    </a:moveTo>
                    <a:cubicBezTo>
                      <a:pt x="64" y="1"/>
                      <a:pt x="0" y="62"/>
                      <a:pt x="0" y="139"/>
                    </a:cubicBezTo>
                    <a:cubicBezTo>
                      <a:pt x="0" y="214"/>
                      <a:pt x="61" y="277"/>
                      <a:pt x="139" y="277"/>
                    </a:cubicBezTo>
                    <a:lnTo>
                      <a:pt x="661" y="277"/>
                    </a:lnTo>
                    <a:cubicBezTo>
                      <a:pt x="737" y="277"/>
                      <a:pt x="799" y="214"/>
                      <a:pt x="799" y="139"/>
                    </a:cubicBezTo>
                    <a:cubicBezTo>
                      <a:pt x="799" y="62"/>
                      <a:pt x="737" y="1"/>
                      <a:pt x="661" y="1"/>
                    </a:cubicBezTo>
                    <a:close/>
                  </a:path>
                </a:pathLst>
              </a:custGeom>
              <a:solidFill>
                <a:srgbClr val="000000">
                  <a:alpha val="13330"/>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79" name="Google Shape;1779;g3b44d3f39a4_0_29"/>
              <p:cNvSpPr/>
              <p:nvPr/>
            </p:nvSpPr>
            <p:spPr>
              <a:xfrm>
                <a:off x="1611579" y="2218149"/>
                <a:ext cx="163880" cy="67886"/>
              </a:xfrm>
              <a:custGeom>
                <a:rect b="b" l="l" r="r" t="t"/>
                <a:pathLst>
                  <a:path extrusionOk="0" h="1912" w="4616">
                    <a:moveTo>
                      <a:pt x="184" y="0"/>
                    </a:moveTo>
                    <a:cubicBezTo>
                      <a:pt x="82" y="0"/>
                      <a:pt x="0" y="84"/>
                      <a:pt x="0" y="186"/>
                    </a:cubicBezTo>
                    <a:lnTo>
                      <a:pt x="0" y="1726"/>
                    </a:lnTo>
                    <a:cubicBezTo>
                      <a:pt x="0" y="1829"/>
                      <a:pt x="82" y="1911"/>
                      <a:pt x="184" y="1911"/>
                    </a:cubicBezTo>
                    <a:lnTo>
                      <a:pt x="4430" y="1911"/>
                    </a:lnTo>
                    <a:cubicBezTo>
                      <a:pt x="4533" y="1911"/>
                      <a:pt x="4615" y="1829"/>
                      <a:pt x="4615" y="1726"/>
                    </a:cubicBezTo>
                    <a:lnTo>
                      <a:pt x="4615" y="186"/>
                    </a:lnTo>
                    <a:cubicBezTo>
                      <a:pt x="4615" y="84"/>
                      <a:pt x="4533" y="0"/>
                      <a:pt x="4430" y="0"/>
                    </a:cubicBezTo>
                    <a:close/>
                  </a:path>
                </a:pathLst>
              </a:cu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80" name="Google Shape;1780;g3b44d3f39a4_0_29"/>
              <p:cNvSpPr/>
              <p:nvPr/>
            </p:nvSpPr>
            <p:spPr>
              <a:xfrm>
                <a:off x="1755688" y="2218149"/>
                <a:ext cx="19775" cy="67886"/>
              </a:xfrm>
              <a:custGeom>
                <a:rect b="b" l="l" r="r" t="t"/>
                <a:pathLst>
                  <a:path extrusionOk="0" h="1912" w="557">
                    <a:moveTo>
                      <a:pt x="1" y="0"/>
                    </a:moveTo>
                    <a:cubicBezTo>
                      <a:pt x="103" y="0"/>
                      <a:pt x="186" y="84"/>
                      <a:pt x="186" y="186"/>
                    </a:cubicBezTo>
                    <a:lnTo>
                      <a:pt x="186" y="1726"/>
                    </a:lnTo>
                    <a:cubicBezTo>
                      <a:pt x="186" y="1829"/>
                      <a:pt x="103" y="1911"/>
                      <a:pt x="1" y="1911"/>
                    </a:cubicBezTo>
                    <a:lnTo>
                      <a:pt x="371" y="1911"/>
                    </a:lnTo>
                    <a:cubicBezTo>
                      <a:pt x="474" y="1911"/>
                      <a:pt x="556" y="1829"/>
                      <a:pt x="556" y="1726"/>
                    </a:cubicBezTo>
                    <a:lnTo>
                      <a:pt x="556" y="186"/>
                    </a:lnTo>
                    <a:cubicBezTo>
                      <a:pt x="556" y="84"/>
                      <a:pt x="474" y="2"/>
                      <a:pt x="371" y="0"/>
                    </a:cubicBezTo>
                    <a:close/>
                  </a:path>
                </a:pathLst>
              </a:custGeom>
              <a:solidFill>
                <a:srgbClr val="000000">
                  <a:alpha val="13330"/>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81" name="Google Shape;1781;g3b44d3f39a4_0_29"/>
              <p:cNvSpPr/>
              <p:nvPr/>
            </p:nvSpPr>
            <p:spPr>
              <a:xfrm>
                <a:off x="1697817" y="2306589"/>
                <a:ext cx="82543" cy="9835"/>
              </a:xfrm>
              <a:custGeom>
                <a:rect b="b" l="l" r="r" t="t"/>
                <a:pathLst>
                  <a:path extrusionOk="0" h="277" w="2325">
                    <a:moveTo>
                      <a:pt x="140" y="0"/>
                    </a:moveTo>
                    <a:cubicBezTo>
                      <a:pt x="64" y="0"/>
                      <a:pt x="0" y="61"/>
                      <a:pt x="0" y="139"/>
                    </a:cubicBezTo>
                    <a:cubicBezTo>
                      <a:pt x="0" y="213"/>
                      <a:pt x="62" y="277"/>
                      <a:pt x="140" y="277"/>
                    </a:cubicBezTo>
                    <a:lnTo>
                      <a:pt x="2186" y="277"/>
                    </a:lnTo>
                    <a:cubicBezTo>
                      <a:pt x="2262" y="277"/>
                      <a:pt x="2324" y="213"/>
                      <a:pt x="2324" y="139"/>
                    </a:cubicBezTo>
                    <a:cubicBezTo>
                      <a:pt x="2324" y="62"/>
                      <a:pt x="2264" y="0"/>
                      <a:pt x="2186" y="0"/>
                    </a:cubicBezTo>
                    <a:close/>
                  </a:path>
                </a:pathLst>
              </a:custGeom>
              <a:solidFill>
                <a:srgbClr val="000000">
                  <a:alpha val="13330"/>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82" name="Google Shape;1782;g3b44d3f39a4_0_29"/>
              <p:cNvSpPr/>
              <p:nvPr/>
            </p:nvSpPr>
            <p:spPr>
              <a:xfrm>
                <a:off x="1697817" y="2331654"/>
                <a:ext cx="82543" cy="9870"/>
              </a:xfrm>
              <a:custGeom>
                <a:rect b="b" l="l" r="r" t="t"/>
                <a:pathLst>
                  <a:path extrusionOk="0" h="278" w="2325">
                    <a:moveTo>
                      <a:pt x="140" y="1"/>
                    </a:moveTo>
                    <a:cubicBezTo>
                      <a:pt x="64" y="1"/>
                      <a:pt x="0" y="64"/>
                      <a:pt x="0" y="139"/>
                    </a:cubicBezTo>
                    <a:cubicBezTo>
                      <a:pt x="0" y="215"/>
                      <a:pt x="62" y="277"/>
                      <a:pt x="140" y="277"/>
                    </a:cubicBezTo>
                    <a:lnTo>
                      <a:pt x="2186" y="277"/>
                    </a:lnTo>
                    <a:cubicBezTo>
                      <a:pt x="2262" y="277"/>
                      <a:pt x="2324" y="215"/>
                      <a:pt x="2324" y="139"/>
                    </a:cubicBezTo>
                    <a:cubicBezTo>
                      <a:pt x="2324" y="64"/>
                      <a:pt x="2264" y="1"/>
                      <a:pt x="2186" y="1"/>
                    </a:cubicBezTo>
                    <a:close/>
                  </a:path>
                </a:pathLst>
              </a:custGeom>
              <a:solidFill>
                <a:srgbClr val="000000">
                  <a:alpha val="13330"/>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83" name="Google Shape;1783;g3b44d3f39a4_0_29"/>
              <p:cNvSpPr/>
              <p:nvPr/>
            </p:nvSpPr>
            <p:spPr>
              <a:xfrm>
                <a:off x="1750433" y="2356755"/>
                <a:ext cx="29929" cy="9906"/>
              </a:xfrm>
              <a:custGeom>
                <a:rect b="b" l="l" r="r" t="t"/>
                <a:pathLst>
                  <a:path extrusionOk="0" h="279" w="843">
                    <a:moveTo>
                      <a:pt x="140" y="1"/>
                    </a:moveTo>
                    <a:cubicBezTo>
                      <a:pt x="64" y="1"/>
                      <a:pt x="1" y="64"/>
                      <a:pt x="1" y="139"/>
                    </a:cubicBezTo>
                    <a:cubicBezTo>
                      <a:pt x="1" y="215"/>
                      <a:pt x="62" y="278"/>
                      <a:pt x="140" y="278"/>
                    </a:cubicBezTo>
                    <a:lnTo>
                      <a:pt x="704" y="278"/>
                    </a:lnTo>
                    <a:cubicBezTo>
                      <a:pt x="780" y="278"/>
                      <a:pt x="842" y="215"/>
                      <a:pt x="841" y="139"/>
                    </a:cubicBezTo>
                    <a:cubicBezTo>
                      <a:pt x="841" y="64"/>
                      <a:pt x="780" y="1"/>
                      <a:pt x="703" y="1"/>
                    </a:cubicBezTo>
                    <a:close/>
                  </a:path>
                </a:pathLst>
              </a:custGeom>
              <a:solidFill>
                <a:srgbClr val="000000">
                  <a:alpha val="13330"/>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84" name="Google Shape;1784;g3b44d3f39a4_0_29"/>
              <p:cNvSpPr/>
              <p:nvPr/>
            </p:nvSpPr>
            <p:spPr>
              <a:xfrm>
                <a:off x="1695474" y="2356755"/>
                <a:ext cx="41928" cy="9906"/>
              </a:xfrm>
              <a:custGeom>
                <a:rect b="b" l="l" r="r" t="t"/>
                <a:pathLst>
                  <a:path extrusionOk="0" h="279" w="1181">
                    <a:moveTo>
                      <a:pt x="138" y="1"/>
                    </a:moveTo>
                    <a:cubicBezTo>
                      <a:pt x="63" y="1"/>
                      <a:pt x="0" y="64"/>
                      <a:pt x="0" y="139"/>
                    </a:cubicBezTo>
                    <a:cubicBezTo>
                      <a:pt x="0" y="215"/>
                      <a:pt x="62" y="278"/>
                      <a:pt x="138" y="278"/>
                    </a:cubicBezTo>
                    <a:lnTo>
                      <a:pt x="1042" y="278"/>
                    </a:lnTo>
                    <a:cubicBezTo>
                      <a:pt x="1120" y="278"/>
                      <a:pt x="1180" y="215"/>
                      <a:pt x="1180" y="139"/>
                    </a:cubicBezTo>
                    <a:cubicBezTo>
                      <a:pt x="1180" y="64"/>
                      <a:pt x="1120" y="1"/>
                      <a:pt x="1042" y="1"/>
                    </a:cubicBezTo>
                    <a:close/>
                  </a:path>
                </a:pathLst>
              </a:custGeom>
              <a:solidFill>
                <a:srgbClr val="000000">
                  <a:alpha val="13330"/>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85" name="Google Shape;1785;g3b44d3f39a4_0_29"/>
              <p:cNvSpPr/>
              <p:nvPr/>
            </p:nvSpPr>
            <p:spPr>
              <a:xfrm>
                <a:off x="1691320" y="2381750"/>
                <a:ext cx="89040" cy="9835"/>
              </a:xfrm>
              <a:custGeom>
                <a:rect b="b" l="l" r="r" t="t"/>
                <a:pathLst>
                  <a:path extrusionOk="0" h="277" w="2508">
                    <a:moveTo>
                      <a:pt x="139" y="0"/>
                    </a:moveTo>
                    <a:cubicBezTo>
                      <a:pt x="64" y="0"/>
                      <a:pt x="1" y="64"/>
                      <a:pt x="1" y="138"/>
                    </a:cubicBezTo>
                    <a:cubicBezTo>
                      <a:pt x="1" y="215"/>
                      <a:pt x="61" y="276"/>
                      <a:pt x="139" y="276"/>
                    </a:cubicBezTo>
                    <a:lnTo>
                      <a:pt x="2369" y="276"/>
                    </a:lnTo>
                    <a:cubicBezTo>
                      <a:pt x="2445" y="276"/>
                      <a:pt x="2507" y="215"/>
                      <a:pt x="2507" y="138"/>
                    </a:cubicBezTo>
                    <a:cubicBezTo>
                      <a:pt x="2507" y="64"/>
                      <a:pt x="2447" y="0"/>
                      <a:pt x="2369" y="0"/>
                    </a:cubicBezTo>
                    <a:close/>
                  </a:path>
                </a:pathLst>
              </a:custGeom>
              <a:solidFill>
                <a:srgbClr val="000000">
                  <a:alpha val="13330"/>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86" name="Google Shape;1786;g3b44d3f39a4_0_29"/>
              <p:cNvSpPr/>
              <p:nvPr/>
            </p:nvSpPr>
            <p:spPr>
              <a:xfrm>
                <a:off x="1719794" y="2406816"/>
                <a:ext cx="60567" cy="9870"/>
              </a:xfrm>
              <a:custGeom>
                <a:rect b="b" l="l" r="r" t="t"/>
                <a:pathLst>
                  <a:path extrusionOk="0" h="278" w="1706">
                    <a:moveTo>
                      <a:pt x="140" y="1"/>
                    </a:moveTo>
                    <a:cubicBezTo>
                      <a:pt x="63" y="1"/>
                      <a:pt x="0" y="64"/>
                      <a:pt x="0" y="139"/>
                    </a:cubicBezTo>
                    <a:cubicBezTo>
                      <a:pt x="0" y="215"/>
                      <a:pt x="62" y="277"/>
                      <a:pt x="140" y="277"/>
                    </a:cubicBezTo>
                    <a:lnTo>
                      <a:pt x="1567" y="277"/>
                    </a:lnTo>
                    <a:cubicBezTo>
                      <a:pt x="1643" y="277"/>
                      <a:pt x="1705" y="215"/>
                      <a:pt x="1705" y="139"/>
                    </a:cubicBezTo>
                    <a:cubicBezTo>
                      <a:pt x="1705" y="64"/>
                      <a:pt x="1645" y="1"/>
                      <a:pt x="1567" y="1"/>
                    </a:cubicBezTo>
                    <a:close/>
                  </a:path>
                </a:pathLst>
              </a:custGeom>
              <a:solidFill>
                <a:srgbClr val="000000">
                  <a:alpha val="13330"/>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87" name="Google Shape;1787;g3b44d3f39a4_0_29"/>
              <p:cNvSpPr/>
              <p:nvPr/>
            </p:nvSpPr>
            <p:spPr>
              <a:xfrm>
                <a:off x="1684645" y="2406816"/>
                <a:ext cx="22154" cy="9870"/>
              </a:xfrm>
              <a:custGeom>
                <a:rect b="b" l="l" r="r" t="t"/>
                <a:pathLst>
                  <a:path extrusionOk="0" h="278" w="624">
                    <a:moveTo>
                      <a:pt x="138" y="1"/>
                    </a:moveTo>
                    <a:cubicBezTo>
                      <a:pt x="62" y="1"/>
                      <a:pt x="0" y="64"/>
                      <a:pt x="0" y="139"/>
                    </a:cubicBezTo>
                    <a:cubicBezTo>
                      <a:pt x="0" y="215"/>
                      <a:pt x="60" y="277"/>
                      <a:pt x="138" y="277"/>
                    </a:cubicBezTo>
                    <a:lnTo>
                      <a:pt x="485" y="277"/>
                    </a:lnTo>
                    <a:cubicBezTo>
                      <a:pt x="561" y="277"/>
                      <a:pt x="623" y="215"/>
                      <a:pt x="623" y="139"/>
                    </a:cubicBezTo>
                    <a:cubicBezTo>
                      <a:pt x="623" y="64"/>
                      <a:pt x="563" y="1"/>
                      <a:pt x="485" y="1"/>
                    </a:cubicBezTo>
                    <a:close/>
                  </a:path>
                </a:pathLst>
              </a:custGeom>
              <a:solidFill>
                <a:srgbClr val="000000">
                  <a:alpha val="13330"/>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88" name="Google Shape;1788;g3b44d3f39a4_0_29"/>
              <p:cNvSpPr/>
              <p:nvPr/>
            </p:nvSpPr>
            <p:spPr>
              <a:xfrm>
                <a:off x="1671651" y="2431917"/>
                <a:ext cx="108709" cy="9906"/>
              </a:xfrm>
              <a:custGeom>
                <a:rect b="b" l="l" r="r" t="t"/>
                <a:pathLst>
                  <a:path extrusionOk="0" h="279" w="3062">
                    <a:moveTo>
                      <a:pt x="139" y="0"/>
                    </a:moveTo>
                    <a:cubicBezTo>
                      <a:pt x="64" y="0"/>
                      <a:pt x="1" y="62"/>
                      <a:pt x="1" y="140"/>
                    </a:cubicBezTo>
                    <a:cubicBezTo>
                      <a:pt x="1" y="215"/>
                      <a:pt x="61" y="278"/>
                      <a:pt x="139" y="278"/>
                    </a:cubicBezTo>
                    <a:lnTo>
                      <a:pt x="2923" y="278"/>
                    </a:lnTo>
                    <a:cubicBezTo>
                      <a:pt x="2999" y="278"/>
                      <a:pt x="3061" y="215"/>
                      <a:pt x="3061" y="140"/>
                    </a:cubicBezTo>
                    <a:cubicBezTo>
                      <a:pt x="3061" y="64"/>
                      <a:pt x="3001" y="0"/>
                      <a:pt x="2923" y="0"/>
                    </a:cubicBezTo>
                    <a:close/>
                  </a:path>
                </a:pathLst>
              </a:custGeom>
              <a:solidFill>
                <a:srgbClr val="000000">
                  <a:alpha val="13330"/>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89" name="Google Shape;1789;g3b44d3f39a4_0_29"/>
              <p:cNvSpPr/>
              <p:nvPr/>
            </p:nvSpPr>
            <p:spPr>
              <a:xfrm>
                <a:off x="1499422" y="2324838"/>
                <a:ext cx="180424" cy="117167"/>
              </a:xfrm>
              <a:custGeom>
                <a:rect b="b" l="l" r="r" t="t"/>
                <a:pathLst>
                  <a:path extrusionOk="0" h="3300" w="5082">
                    <a:moveTo>
                      <a:pt x="635" y="0"/>
                    </a:moveTo>
                    <a:cubicBezTo>
                      <a:pt x="347" y="639"/>
                      <a:pt x="1" y="1386"/>
                      <a:pt x="152" y="2103"/>
                    </a:cubicBezTo>
                    <a:cubicBezTo>
                      <a:pt x="313" y="2878"/>
                      <a:pt x="914" y="3244"/>
                      <a:pt x="1653" y="3300"/>
                    </a:cubicBezTo>
                    <a:lnTo>
                      <a:pt x="3434" y="3300"/>
                    </a:lnTo>
                    <a:cubicBezTo>
                      <a:pt x="4174" y="3244"/>
                      <a:pt x="4774" y="2878"/>
                      <a:pt x="4936" y="2103"/>
                    </a:cubicBezTo>
                    <a:cubicBezTo>
                      <a:pt x="5082" y="1386"/>
                      <a:pt x="4735" y="638"/>
                      <a:pt x="4449" y="0"/>
                    </a:cubicBezTo>
                    <a:close/>
                  </a:path>
                </a:pathLst>
              </a:cu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90" name="Google Shape;1790;g3b44d3f39a4_0_29"/>
              <p:cNvSpPr/>
              <p:nvPr/>
            </p:nvSpPr>
            <p:spPr>
              <a:xfrm>
                <a:off x="1619034" y="2324838"/>
                <a:ext cx="60816" cy="117167"/>
              </a:xfrm>
              <a:custGeom>
                <a:rect b="b" l="l" r="r" t="t"/>
                <a:pathLst>
                  <a:path extrusionOk="0" h="3300" w="1713">
                    <a:moveTo>
                      <a:pt x="693" y="0"/>
                    </a:moveTo>
                    <a:cubicBezTo>
                      <a:pt x="985" y="648"/>
                      <a:pt x="1318" y="1397"/>
                      <a:pt x="1167" y="2118"/>
                    </a:cubicBezTo>
                    <a:cubicBezTo>
                      <a:pt x="1029" y="2782"/>
                      <a:pt x="583" y="3156"/>
                      <a:pt x="0" y="3300"/>
                    </a:cubicBezTo>
                    <a:lnTo>
                      <a:pt x="61" y="3300"/>
                    </a:lnTo>
                    <a:cubicBezTo>
                      <a:pt x="800" y="3244"/>
                      <a:pt x="1402" y="2878"/>
                      <a:pt x="1563" y="2103"/>
                    </a:cubicBezTo>
                    <a:cubicBezTo>
                      <a:pt x="1713" y="1386"/>
                      <a:pt x="1366" y="638"/>
                      <a:pt x="1078" y="0"/>
                    </a:cubicBezTo>
                    <a:close/>
                  </a:path>
                </a:pathLst>
              </a:custGeom>
              <a:solidFill>
                <a:srgbClr val="000000">
                  <a:alpha val="13330"/>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91" name="Google Shape;1791;g3b44d3f39a4_0_29"/>
              <p:cNvSpPr/>
              <p:nvPr/>
            </p:nvSpPr>
            <p:spPr>
              <a:xfrm>
                <a:off x="1517352" y="2427479"/>
                <a:ext cx="144460" cy="72217"/>
              </a:xfrm>
              <a:custGeom>
                <a:rect b="b" l="l" r="r" t="t"/>
                <a:pathLst>
                  <a:path extrusionOk="0" h="2034" w="4069">
                    <a:moveTo>
                      <a:pt x="2035" y="0"/>
                    </a:moveTo>
                    <a:cubicBezTo>
                      <a:pt x="913" y="0"/>
                      <a:pt x="1" y="910"/>
                      <a:pt x="1" y="2033"/>
                    </a:cubicBezTo>
                    <a:lnTo>
                      <a:pt x="4069" y="2033"/>
                    </a:lnTo>
                    <a:cubicBezTo>
                      <a:pt x="4069" y="911"/>
                      <a:pt x="3158" y="0"/>
                      <a:pt x="2035" y="0"/>
                    </a:cubicBez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92" name="Google Shape;1792;g3b44d3f39a4_0_29"/>
              <p:cNvSpPr/>
              <p:nvPr/>
            </p:nvSpPr>
            <p:spPr>
              <a:xfrm>
                <a:off x="1563968" y="2427479"/>
                <a:ext cx="97951" cy="72217"/>
              </a:xfrm>
              <a:custGeom>
                <a:rect b="b" l="l" r="r" t="t"/>
                <a:pathLst>
                  <a:path extrusionOk="0" h="2034" w="2759">
                    <a:moveTo>
                      <a:pt x="721" y="0"/>
                    </a:moveTo>
                    <a:cubicBezTo>
                      <a:pt x="468" y="0"/>
                      <a:pt x="226" y="46"/>
                      <a:pt x="0" y="131"/>
                    </a:cubicBezTo>
                    <a:cubicBezTo>
                      <a:pt x="112" y="111"/>
                      <a:pt x="226" y="102"/>
                      <a:pt x="343" y="102"/>
                    </a:cubicBezTo>
                    <a:cubicBezTo>
                      <a:pt x="904" y="102"/>
                      <a:pt x="1413" y="328"/>
                      <a:pt x="1782" y="698"/>
                    </a:cubicBezTo>
                    <a:cubicBezTo>
                      <a:pt x="2127" y="1043"/>
                      <a:pt x="2350" y="1513"/>
                      <a:pt x="2374" y="2033"/>
                    </a:cubicBezTo>
                    <a:lnTo>
                      <a:pt x="2759" y="2033"/>
                    </a:lnTo>
                    <a:cubicBezTo>
                      <a:pt x="2759" y="1471"/>
                      <a:pt x="2530" y="964"/>
                      <a:pt x="2160" y="594"/>
                    </a:cubicBezTo>
                    <a:cubicBezTo>
                      <a:pt x="1792" y="227"/>
                      <a:pt x="1282" y="0"/>
                      <a:pt x="721" y="0"/>
                    </a:cubicBezTo>
                    <a:close/>
                  </a:path>
                </a:pathLst>
              </a:custGeom>
              <a:solidFill>
                <a:srgbClr val="000000">
                  <a:alpha val="13330"/>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93" name="Google Shape;1793;g3b44d3f39a4_0_29"/>
              <p:cNvSpPr/>
              <p:nvPr/>
            </p:nvSpPr>
            <p:spPr>
              <a:xfrm>
                <a:off x="1573625" y="2391691"/>
                <a:ext cx="31952" cy="58193"/>
              </a:xfrm>
              <a:custGeom>
                <a:rect b="b" l="l" r="r" t="t"/>
                <a:pathLst>
                  <a:path extrusionOk="0" h="1639" w="900">
                    <a:moveTo>
                      <a:pt x="0" y="1"/>
                    </a:moveTo>
                    <a:lnTo>
                      <a:pt x="0" y="1189"/>
                    </a:lnTo>
                    <a:cubicBezTo>
                      <a:pt x="0" y="1438"/>
                      <a:pt x="202" y="1638"/>
                      <a:pt x="450" y="1638"/>
                    </a:cubicBezTo>
                    <a:cubicBezTo>
                      <a:pt x="698" y="1638"/>
                      <a:pt x="899" y="1440"/>
                      <a:pt x="898" y="1189"/>
                    </a:cubicBezTo>
                    <a:lnTo>
                      <a:pt x="898" y="1"/>
                    </a:ln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94" name="Google Shape;1794;g3b44d3f39a4_0_29"/>
              <p:cNvSpPr/>
              <p:nvPr/>
            </p:nvSpPr>
            <p:spPr>
              <a:xfrm>
                <a:off x="1581578" y="2391798"/>
                <a:ext cx="24000" cy="58193"/>
              </a:xfrm>
              <a:custGeom>
                <a:rect b="b" l="l" r="r" t="t"/>
                <a:pathLst>
                  <a:path extrusionOk="0" h="1639" w="676">
                    <a:moveTo>
                      <a:pt x="226" y="1"/>
                    </a:moveTo>
                    <a:lnTo>
                      <a:pt x="226" y="1189"/>
                    </a:lnTo>
                    <a:cubicBezTo>
                      <a:pt x="226" y="1356"/>
                      <a:pt x="136" y="1502"/>
                      <a:pt x="1" y="1579"/>
                    </a:cubicBezTo>
                    <a:cubicBezTo>
                      <a:pt x="68" y="1617"/>
                      <a:pt x="144" y="1638"/>
                      <a:pt x="226" y="1638"/>
                    </a:cubicBezTo>
                    <a:cubicBezTo>
                      <a:pt x="474" y="1638"/>
                      <a:pt x="675" y="1437"/>
                      <a:pt x="675" y="1188"/>
                    </a:cubicBezTo>
                    <a:lnTo>
                      <a:pt x="675" y="1"/>
                    </a:lnTo>
                    <a:close/>
                  </a:path>
                </a:pathLst>
              </a:custGeom>
              <a:solidFill>
                <a:srgbClr val="000000">
                  <a:alpha val="13330"/>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95" name="Google Shape;1795;g3b44d3f39a4_0_29"/>
              <p:cNvSpPr/>
              <p:nvPr/>
            </p:nvSpPr>
            <p:spPr>
              <a:xfrm>
                <a:off x="1521186" y="2270375"/>
                <a:ext cx="136791" cy="139286"/>
              </a:xfrm>
              <a:custGeom>
                <a:rect b="b" l="l" r="r" t="t"/>
                <a:pathLst>
                  <a:path extrusionOk="0" h="3923" w="3853">
                    <a:moveTo>
                      <a:pt x="1927" y="0"/>
                    </a:moveTo>
                    <a:lnTo>
                      <a:pt x="1" y="1269"/>
                    </a:lnTo>
                    <a:lnTo>
                      <a:pt x="1" y="1996"/>
                    </a:lnTo>
                    <a:cubicBezTo>
                      <a:pt x="1" y="3059"/>
                      <a:pt x="863" y="3923"/>
                      <a:pt x="1927" y="3923"/>
                    </a:cubicBezTo>
                    <a:cubicBezTo>
                      <a:pt x="2992" y="3923"/>
                      <a:pt x="3853" y="3061"/>
                      <a:pt x="3853" y="1996"/>
                    </a:cubicBezTo>
                    <a:lnTo>
                      <a:pt x="3853" y="1269"/>
                    </a:lnTo>
                    <a:lnTo>
                      <a:pt x="1927" y="0"/>
                    </a:ln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96" name="Google Shape;1796;g3b44d3f39a4_0_29"/>
              <p:cNvSpPr/>
              <p:nvPr/>
            </p:nvSpPr>
            <p:spPr>
              <a:xfrm>
                <a:off x="1496192" y="2308009"/>
                <a:ext cx="26307" cy="36819"/>
              </a:xfrm>
              <a:custGeom>
                <a:rect b="b" l="l" r="r" t="t"/>
                <a:pathLst>
                  <a:path extrusionOk="0" h="1037" w="741">
                    <a:moveTo>
                      <a:pt x="519" y="1"/>
                    </a:moveTo>
                    <a:cubicBezTo>
                      <a:pt x="233" y="1"/>
                      <a:pt x="1" y="234"/>
                      <a:pt x="1" y="519"/>
                    </a:cubicBezTo>
                    <a:cubicBezTo>
                      <a:pt x="1" y="805"/>
                      <a:pt x="233" y="1037"/>
                      <a:pt x="519" y="1037"/>
                    </a:cubicBezTo>
                    <a:lnTo>
                      <a:pt x="741" y="1037"/>
                    </a:lnTo>
                    <a:lnTo>
                      <a:pt x="741" y="1"/>
                    </a:ln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97" name="Google Shape;1797;g3b44d3f39a4_0_29"/>
              <p:cNvSpPr/>
              <p:nvPr/>
            </p:nvSpPr>
            <p:spPr>
              <a:xfrm>
                <a:off x="1656668" y="2308009"/>
                <a:ext cx="26307" cy="36819"/>
              </a:xfrm>
              <a:custGeom>
                <a:rect b="b" l="l" r="r" t="t"/>
                <a:pathLst>
                  <a:path extrusionOk="0" h="1037" w="741">
                    <a:moveTo>
                      <a:pt x="1" y="1"/>
                    </a:moveTo>
                    <a:lnTo>
                      <a:pt x="1" y="1037"/>
                    </a:lnTo>
                    <a:lnTo>
                      <a:pt x="223" y="1037"/>
                    </a:lnTo>
                    <a:cubicBezTo>
                      <a:pt x="509" y="1037"/>
                      <a:pt x="741" y="805"/>
                      <a:pt x="741" y="519"/>
                    </a:cubicBezTo>
                    <a:cubicBezTo>
                      <a:pt x="741" y="234"/>
                      <a:pt x="509" y="1"/>
                      <a:pt x="223" y="1"/>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98" name="Google Shape;1798;g3b44d3f39a4_0_29"/>
              <p:cNvSpPr/>
              <p:nvPr/>
            </p:nvSpPr>
            <p:spPr>
              <a:xfrm>
                <a:off x="1656668" y="2308541"/>
                <a:ext cx="26307" cy="36286"/>
              </a:xfrm>
              <a:custGeom>
                <a:rect b="b" l="l" r="r" t="t"/>
                <a:pathLst>
                  <a:path extrusionOk="0" h="1022" w="741">
                    <a:moveTo>
                      <a:pt x="353" y="0"/>
                    </a:moveTo>
                    <a:cubicBezTo>
                      <a:pt x="389" y="72"/>
                      <a:pt x="410" y="151"/>
                      <a:pt x="410" y="236"/>
                    </a:cubicBezTo>
                    <a:cubicBezTo>
                      <a:pt x="410" y="485"/>
                      <a:pt x="235" y="694"/>
                      <a:pt x="1" y="744"/>
                    </a:cubicBezTo>
                    <a:lnTo>
                      <a:pt x="1" y="1022"/>
                    </a:lnTo>
                    <a:lnTo>
                      <a:pt x="223" y="1022"/>
                    </a:lnTo>
                    <a:cubicBezTo>
                      <a:pt x="509" y="1022"/>
                      <a:pt x="741" y="790"/>
                      <a:pt x="741" y="504"/>
                    </a:cubicBezTo>
                    <a:cubicBezTo>
                      <a:pt x="741" y="360"/>
                      <a:pt x="683" y="230"/>
                      <a:pt x="589" y="135"/>
                    </a:cubicBezTo>
                    <a:cubicBezTo>
                      <a:pt x="525" y="72"/>
                      <a:pt x="444" y="25"/>
                      <a:pt x="353" y="0"/>
                    </a:cubicBezTo>
                    <a:close/>
                  </a:path>
                </a:pathLst>
              </a:custGeom>
              <a:solidFill>
                <a:srgbClr val="000000">
                  <a:alpha val="13330"/>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99" name="Google Shape;1799;g3b44d3f39a4_0_29"/>
              <p:cNvSpPr/>
              <p:nvPr/>
            </p:nvSpPr>
            <p:spPr>
              <a:xfrm>
                <a:off x="1556228" y="2327287"/>
                <a:ext cx="9905" cy="18001"/>
              </a:xfrm>
              <a:custGeom>
                <a:rect b="b" l="l" r="r" t="t"/>
                <a:pathLst>
                  <a:path extrusionOk="0" h="507" w="279">
                    <a:moveTo>
                      <a:pt x="139" y="0"/>
                    </a:moveTo>
                    <a:cubicBezTo>
                      <a:pt x="64" y="0"/>
                      <a:pt x="1" y="61"/>
                      <a:pt x="1" y="138"/>
                    </a:cubicBezTo>
                    <a:lnTo>
                      <a:pt x="1" y="369"/>
                    </a:lnTo>
                    <a:cubicBezTo>
                      <a:pt x="1" y="443"/>
                      <a:pt x="63" y="507"/>
                      <a:pt x="139" y="507"/>
                    </a:cubicBezTo>
                    <a:cubicBezTo>
                      <a:pt x="217" y="507"/>
                      <a:pt x="279" y="446"/>
                      <a:pt x="279" y="369"/>
                    </a:cubicBezTo>
                    <a:lnTo>
                      <a:pt x="279" y="138"/>
                    </a:lnTo>
                    <a:cubicBezTo>
                      <a:pt x="279" y="62"/>
                      <a:pt x="217" y="0"/>
                      <a:pt x="139" y="0"/>
                    </a:cubicBezTo>
                    <a:close/>
                  </a:path>
                </a:pathLst>
              </a:cu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00" name="Google Shape;1800;g3b44d3f39a4_0_29"/>
              <p:cNvSpPr/>
              <p:nvPr/>
            </p:nvSpPr>
            <p:spPr>
              <a:xfrm>
                <a:off x="1615910" y="2327287"/>
                <a:ext cx="9834" cy="18001"/>
              </a:xfrm>
              <a:custGeom>
                <a:rect b="b" l="l" r="r" t="t"/>
                <a:pathLst>
                  <a:path extrusionOk="0" h="507" w="277">
                    <a:moveTo>
                      <a:pt x="139" y="0"/>
                    </a:moveTo>
                    <a:cubicBezTo>
                      <a:pt x="62" y="0"/>
                      <a:pt x="1" y="61"/>
                      <a:pt x="1" y="138"/>
                    </a:cubicBezTo>
                    <a:lnTo>
                      <a:pt x="1" y="369"/>
                    </a:lnTo>
                    <a:cubicBezTo>
                      <a:pt x="1" y="443"/>
                      <a:pt x="61" y="507"/>
                      <a:pt x="139" y="507"/>
                    </a:cubicBezTo>
                    <a:cubicBezTo>
                      <a:pt x="214" y="507"/>
                      <a:pt x="277" y="446"/>
                      <a:pt x="277" y="369"/>
                    </a:cubicBezTo>
                    <a:lnTo>
                      <a:pt x="277" y="138"/>
                    </a:lnTo>
                    <a:cubicBezTo>
                      <a:pt x="277" y="62"/>
                      <a:pt x="216" y="0"/>
                      <a:pt x="139" y="0"/>
                    </a:cubicBezTo>
                    <a:close/>
                  </a:path>
                </a:pathLst>
              </a:cu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01" name="Google Shape;1801;g3b44d3f39a4_0_29"/>
              <p:cNvSpPr/>
              <p:nvPr/>
            </p:nvSpPr>
            <p:spPr>
              <a:xfrm>
                <a:off x="1573554" y="2357679"/>
                <a:ext cx="32236" cy="15019"/>
              </a:xfrm>
              <a:custGeom>
                <a:rect b="b" l="l" r="r" t="t"/>
                <a:pathLst>
                  <a:path extrusionOk="0" h="423" w="908">
                    <a:moveTo>
                      <a:pt x="751" y="0"/>
                    </a:moveTo>
                    <a:cubicBezTo>
                      <a:pt x="710" y="0"/>
                      <a:pt x="669" y="18"/>
                      <a:pt x="641" y="52"/>
                    </a:cubicBezTo>
                    <a:cubicBezTo>
                      <a:pt x="596" y="110"/>
                      <a:pt x="526" y="144"/>
                      <a:pt x="452" y="144"/>
                    </a:cubicBezTo>
                    <a:cubicBezTo>
                      <a:pt x="381" y="144"/>
                      <a:pt x="311" y="111"/>
                      <a:pt x="265" y="54"/>
                    </a:cubicBezTo>
                    <a:cubicBezTo>
                      <a:pt x="238" y="20"/>
                      <a:pt x="197" y="3"/>
                      <a:pt x="157" y="3"/>
                    </a:cubicBezTo>
                    <a:cubicBezTo>
                      <a:pt x="126" y="3"/>
                      <a:pt x="94" y="13"/>
                      <a:pt x="68" y="34"/>
                    </a:cubicBezTo>
                    <a:cubicBezTo>
                      <a:pt x="9" y="82"/>
                      <a:pt x="1" y="170"/>
                      <a:pt x="50" y="231"/>
                    </a:cubicBezTo>
                    <a:cubicBezTo>
                      <a:pt x="147" y="353"/>
                      <a:pt x="296" y="422"/>
                      <a:pt x="452" y="422"/>
                    </a:cubicBezTo>
                    <a:cubicBezTo>
                      <a:pt x="611" y="422"/>
                      <a:pt x="758" y="350"/>
                      <a:pt x="858" y="226"/>
                    </a:cubicBezTo>
                    <a:cubicBezTo>
                      <a:pt x="907" y="166"/>
                      <a:pt x="896" y="80"/>
                      <a:pt x="837" y="31"/>
                    </a:cubicBezTo>
                    <a:cubicBezTo>
                      <a:pt x="811" y="10"/>
                      <a:pt x="781" y="0"/>
                      <a:pt x="751" y="0"/>
                    </a:cubicBezTo>
                    <a:close/>
                  </a:path>
                </a:pathLst>
              </a:cu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02" name="Google Shape;1802;g3b44d3f39a4_0_29"/>
              <p:cNvSpPr/>
              <p:nvPr/>
            </p:nvSpPr>
            <p:spPr>
              <a:xfrm>
                <a:off x="1582998" y="2309287"/>
                <a:ext cx="74981" cy="100373"/>
              </a:xfrm>
              <a:custGeom>
                <a:rect b="b" l="l" r="r" t="t"/>
                <a:pathLst>
                  <a:path extrusionOk="0" h="2827" w="2112">
                    <a:moveTo>
                      <a:pt x="1743" y="1"/>
                    </a:moveTo>
                    <a:lnTo>
                      <a:pt x="1743" y="900"/>
                    </a:lnTo>
                    <a:cubicBezTo>
                      <a:pt x="1743" y="1903"/>
                      <a:pt x="978" y="2726"/>
                      <a:pt x="1" y="2818"/>
                    </a:cubicBezTo>
                    <a:cubicBezTo>
                      <a:pt x="61" y="2824"/>
                      <a:pt x="123" y="2827"/>
                      <a:pt x="186" y="2827"/>
                    </a:cubicBezTo>
                    <a:cubicBezTo>
                      <a:pt x="1248" y="2827"/>
                      <a:pt x="2112" y="1965"/>
                      <a:pt x="2112" y="900"/>
                    </a:cubicBezTo>
                    <a:lnTo>
                      <a:pt x="2112" y="173"/>
                    </a:lnTo>
                    <a:lnTo>
                      <a:pt x="1743" y="1"/>
                    </a:lnTo>
                    <a:close/>
                  </a:path>
                </a:pathLst>
              </a:custGeom>
              <a:solidFill>
                <a:srgbClr val="000000">
                  <a:alpha val="13330"/>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03" name="Google Shape;1803;g3b44d3f39a4_0_29"/>
              <p:cNvSpPr/>
              <p:nvPr/>
            </p:nvSpPr>
            <p:spPr>
              <a:xfrm>
                <a:off x="1521186" y="2227699"/>
                <a:ext cx="136791" cy="89260"/>
              </a:xfrm>
              <a:custGeom>
                <a:rect b="b" l="l" r="r" t="t"/>
                <a:pathLst>
                  <a:path extrusionOk="0" h="2514" w="3853">
                    <a:moveTo>
                      <a:pt x="1927" y="1"/>
                    </a:moveTo>
                    <a:cubicBezTo>
                      <a:pt x="863" y="1"/>
                      <a:pt x="1" y="864"/>
                      <a:pt x="1" y="1927"/>
                    </a:cubicBezTo>
                    <a:lnTo>
                      <a:pt x="1" y="2513"/>
                    </a:lnTo>
                    <a:cubicBezTo>
                      <a:pt x="1" y="2513"/>
                      <a:pt x="1" y="2513"/>
                      <a:pt x="3" y="2513"/>
                    </a:cubicBezTo>
                    <a:cubicBezTo>
                      <a:pt x="67" y="2513"/>
                      <a:pt x="1266" y="2501"/>
                      <a:pt x="1927" y="1583"/>
                    </a:cubicBezTo>
                    <a:cubicBezTo>
                      <a:pt x="2589" y="2502"/>
                      <a:pt x="3794" y="2513"/>
                      <a:pt x="3851" y="2513"/>
                    </a:cubicBezTo>
                    <a:cubicBezTo>
                      <a:pt x="3852" y="2513"/>
                      <a:pt x="3853" y="2513"/>
                      <a:pt x="3853" y="2513"/>
                    </a:cubicBezTo>
                    <a:lnTo>
                      <a:pt x="3853" y="1927"/>
                    </a:lnTo>
                    <a:cubicBezTo>
                      <a:pt x="3853" y="861"/>
                      <a:pt x="2992" y="1"/>
                      <a:pt x="1927" y="1"/>
                    </a:cubicBezTo>
                    <a:close/>
                  </a:path>
                </a:pathLst>
              </a:cu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04" name="Google Shape;1804;g3b44d3f39a4_0_29"/>
              <p:cNvSpPr/>
              <p:nvPr/>
            </p:nvSpPr>
            <p:spPr>
              <a:xfrm>
                <a:off x="1586087" y="2227699"/>
                <a:ext cx="71893" cy="89260"/>
              </a:xfrm>
              <a:custGeom>
                <a:rect b="b" l="l" r="r" t="t"/>
                <a:pathLst>
                  <a:path extrusionOk="0" h="2514" w="2025">
                    <a:moveTo>
                      <a:pt x="99" y="1"/>
                    </a:moveTo>
                    <a:cubicBezTo>
                      <a:pt x="66" y="1"/>
                      <a:pt x="32" y="1"/>
                      <a:pt x="0" y="2"/>
                    </a:cubicBezTo>
                    <a:cubicBezTo>
                      <a:pt x="49" y="15"/>
                      <a:pt x="97" y="29"/>
                      <a:pt x="146" y="45"/>
                    </a:cubicBezTo>
                    <a:cubicBezTo>
                      <a:pt x="1009" y="237"/>
                      <a:pt x="1655" y="1006"/>
                      <a:pt x="1655" y="1927"/>
                    </a:cubicBezTo>
                    <a:lnTo>
                      <a:pt x="1655" y="2477"/>
                    </a:lnTo>
                    <a:cubicBezTo>
                      <a:pt x="1862" y="2512"/>
                      <a:pt x="2004" y="2513"/>
                      <a:pt x="2023" y="2513"/>
                    </a:cubicBezTo>
                    <a:cubicBezTo>
                      <a:pt x="2024" y="2513"/>
                      <a:pt x="2025" y="2513"/>
                      <a:pt x="2025" y="2513"/>
                    </a:cubicBezTo>
                    <a:lnTo>
                      <a:pt x="2025" y="1927"/>
                    </a:lnTo>
                    <a:cubicBezTo>
                      <a:pt x="2025" y="861"/>
                      <a:pt x="1164" y="1"/>
                      <a:pt x="99" y="1"/>
                    </a:cubicBezTo>
                    <a:close/>
                  </a:path>
                </a:pathLst>
              </a:custGeom>
              <a:solidFill>
                <a:srgbClr val="000000">
                  <a:alpha val="13330"/>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sp>
        <p:nvSpPr>
          <p:cNvPr id="1805" name="Google Shape;1805;g3b44d3f39a4_0_29"/>
          <p:cNvSpPr/>
          <p:nvPr/>
        </p:nvSpPr>
        <p:spPr>
          <a:xfrm>
            <a:off x="720000" y="2837100"/>
            <a:ext cx="2352900" cy="1105800"/>
          </a:xfrm>
          <a:prstGeom prst="rect">
            <a:avLst/>
          </a:prstGeom>
          <a:solidFill>
            <a:srgbClr val="7C7C7C">
              <a:alpha val="14120"/>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57" name="Google Shape;1757;g3b44d3f39a4_0_29"/>
          <p:cNvSpPr txBox="1"/>
          <p:nvPr/>
        </p:nvSpPr>
        <p:spPr>
          <a:xfrm>
            <a:off x="720000" y="3055200"/>
            <a:ext cx="2352900" cy="463200"/>
          </a:xfrm>
          <a:prstGeom prst="rect">
            <a:avLst/>
          </a:prstGeom>
          <a:noFill/>
          <a:ln cap="flat" cmpd="sng" w="9525">
            <a:solidFill>
              <a:srgbClr val="ECE5B4"/>
            </a:solidFill>
            <a:prstDash val="solid"/>
            <a:round/>
            <a:headEnd len="sm" w="sm" type="none"/>
            <a:tailEnd len="sm" w="sm" type="none"/>
          </a:ln>
        </p:spPr>
        <p:txBody>
          <a:bodyPr anchorCtr="0" anchor="t" bIns="91425" lIns="91425" spcFirstLastPara="1" rIns="91425" wrap="square" tIns="91425">
            <a:noAutofit/>
          </a:bodyPr>
          <a:lstStyle/>
          <a:p>
            <a:pPr indent="0" lvl="0" marL="0" marR="0" rtl="0" algn="ctr">
              <a:lnSpc>
                <a:spcPct val="100000"/>
              </a:lnSpc>
              <a:spcBef>
                <a:spcPts val="0"/>
              </a:spcBef>
              <a:spcAft>
                <a:spcPts val="1600"/>
              </a:spcAft>
              <a:buClr>
                <a:srgbClr val="000000"/>
              </a:buClr>
              <a:buSzPts val="1600"/>
              <a:buFont typeface="Arial"/>
              <a:buNone/>
            </a:pPr>
            <a:r>
              <a:rPr b="0" i="0" lang="en" sz="1600" u="none" cap="none" strike="noStrike">
                <a:solidFill>
                  <a:schemeClr val="lt1"/>
                </a:solidFill>
                <a:highlight>
                  <a:schemeClr val="accent2"/>
                </a:highlight>
                <a:latin typeface="Zen Dots"/>
                <a:ea typeface="Zen Dots"/>
                <a:cs typeface="Zen Dots"/>
                <a:sym typeface="Zen Dots"/>
              </a:rPr>
              <a:t>Harvard - 43%</a:t>
            </a:r>
            <a:endParaRPr b="0" i="0" sz="1600" u="none" cap="none" strike="noStrike">
              <a:solidFill>
                <a:schemeClr val="lt1"/>
              </a:solidFill>
              <a:highlight>
                <a:schemeClr val="accent2"/>
              </a:highlight>
              <a:latin typeface="Zen Dots"/>
              <a:ea typeface="Zen Dots"/>
              <a:cs typeface="Zen Dots"/>
              <a:sym typeface="Zen Dots"/>
            </a:endParaRPr>
          </a:p>
        </p:txBody>
      </p:sp>
      <p:sp>
        <p:nvSpPr>
          <p:cNvPr id="1806" name="Google Shape;1806;g3b44d3f39a4_0_29"/>
          <p:cNvSpPr txBox="1"/>
          <p:nvPr/>
        </p:nvSpPr>
        <p:spPr>
          <a:xfrm>
            <a:off x="720000" y="3518200"/>
            <a:ext cx="2352900" cy="424800"/>
          </a:xfrm>
          <a:prstGeom prst="rect">
            <a:avLst/>
          </a:prstGeom>
          <a:noFill/>
          <a:ln cap="flat" cmpd="sng" w="9525">
            <a:solidFill>
              <a:srgbClr val="ECE5B4"/>
            </a:solidFill>
            <a:prstDash val="solid"/>
            <a:round/>
            <a:headEnd len="sm" w="sm" type="none"/>
            <a:tailEnd len="sm" w="sm" type="none"/>
          </a:ln>
        </p:spPr>
        <p:txBody>
          <a:bodyPr anchorCtr="0" anchor="t" bIns="91425" lIns="91425" spcFirstLastPara="1" rIns="91425" wrap="square" tIns="91425">
            <a:noAutofit/>
          </a:bodyPr>
          <a:lstStyle/>
          <a:p>
            <a:pPr indent="0" lvl="0" marL="0" marR="0" rtl="0" algn="ctr">
              <a:lnSpc>
                <a:spcPct val="100000"/>
              </a:lnSpc>
              <a:spcBef>
                <a:spcPts val="0"/>
              </a:spcBef>
              <a:spcAft>
                <a:spcPts val="1600"/>
              </a:spcAft>
              <a:buClr>
                <a:srgbClr val="000000"/>
              </a:buClr>
              <a:buSzPts val="1400"/>
              <a:buFont typeface="Arial"/>
              <a:buNone/>
            </a:pPr>
            <a:r>
              <a:rPr b="1" i="0" lang="en" sz="1400" u="none" cap="none" strike="noStrike">
                <a:solidFill>
                  <a:schemeClr val="lt1"/>
                </a:solidFill>
                <a:highlight>
                  <a:schemeClr val="accent2"/>
                </a:highlight>
                <a:latin typeface="Anaheim"/>
                <a:ea typeface="Anaheim"/>
                <a:cs typeface="Anaheim"/>
                <a:sym typeface="Anaheim"/>
              </a:rPr>
              <a:t>Earth</a:t>
            </a:r>
            <a:r>
              <a:rPr b="1" i="0" lang="en" sz="1400" u="none" cap="none" strike="noStrike">
                <a:solidFill>
                  <a:srgbClr val="FFFFFF"/>
                </a:solidFill>
                <a:latin typeface="Anaheim"/>
                <a:ea typeface="Anaheim"/>
                <a:cs typeface="Anaheim"/>
                <a:sym typeface="Anaheim"/>
              </a:rPr>
              <a:t> </a:t>
            </a:r>
            <a:r>
              <a:rPr b="0" i="0" lang="en" sz="1400" u="none" cap="none" strike="noStrike">
                <a:solidFill>
                  <a:srgbClr val="FFFFFF"/>
                </a:solidFill>
                <a:latin typeface="Anaheim"/>
                <a:ea typeface="Anaheim"/>
                <a:cs typeface="Anaheim"/>
                <a:sym typeface="Anaheim"/>
              </a:rPr>
              <a:t>is where we live on</a:t>
            </a:r>
            <a:endParaRPr b="0" i="0" sz="1400" u="none" cap="none" strike="noStrike">
              <a:solidFill>
                <a:srgbClr val="FFFFFF"/>
              </a:solidFill>
              <a:latin typeface="Anaheim"/>
              <a:ea typeface="Anaheim"/>
              <a:cs typeface="Anaheim"/>
              <a:sym typeface="Anaheim"/>
            </a:endParaRPr>
          </a:p>
        </p:txBody>
      </p:sp>
      <p:grpSp>
        <p:nvGrpSpPr>
          <p:cNvPr id="1807" name="Google Shape;1807;g3b44d3f39a4_0_29"/>
          <p:cNvGrpSpPr/>
          <p:nvPr/>
        </p:nvGrpSpPr>
        <p:grpSpPr>
          <a:xfrm>
            <a:off x="720000" y="2837100"/>
            <a:ext cx="2352900" cy="218100"/>
            <a:chOff x="1290775" y="1427525"/>
            <a:chExt cx="2352900" cy="218100"/>
          </a:xfrm>
        </p:grpSpPr>
        <p:sp>
          <p:nvSpPr>
            <p:cNvPr id="1808" name="Google Shape;1808;g3b44d3f39a4_0_29"/>
            <p:cNvSpPr/>
            <p:nvPr/>
          </p:nvSpPr>
          <p:spPr>
            <a:xfrm>
              <a:off x="1290775" y="1427525"/>
              <a:ext cx="2352900" cy="218100"/>
            </a:xfrm>
            <a:prstGeom prst="rect">
              <a:avLst/>
            </a:prstGeom>
            <a:solidFill>
              <a:srgbClr val="ECE5B4"/>
            </a:solidFill>
            <a:ln cap="flat" cmpd="sng" w="9525">
              <a:solidFill>
                <a:srgbClr val="ECE5B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09" name="Google Shape;1809;g3b44d3f39a4_0_29"/>
            <p:cNvSpPr/>
            <p:nvPr/>
          </p:nvSpPr>
          <p:spPr>
            <a:xfrm>
              <a:off x="1405200" y="1486450"/>
              <a:ext cx="100200" cy="100200"/>
            </a:xfrm>
            <a:prstGeom prst="ellipse">
              <a:avLst/>
            </a:prstGeom>
            <a:solidFill>
              <a:srgbClr val="2F2B1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10" name="Google Shape;1810;g3b44d3f39a4_0_29"/>
            <p:cNvSpPr/>
            <p:nvPr/>
          </p:nvSpPr>
          <p:spPr>
            <a:xfrm>
              <a:off x="1588650" y="1486450"/>
              <a:ext cx="100200" cy="100200"/>
            </a:xfrm>
            <a:prstGeom prst="ellipse">
              <a:avLst/>
            </a:prstGeom>
            <a:solidFill>
              <a:srgbClr val="2F2B1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11" name="Google Shape;1811;g3b44d3f39a4_0_29"/>
            <p:cNvSpPr/>
            <p:nvPr/>
          </p:nvSpPr>
          <p:spPr>
            <a:xfrm>
              <a:off x="1772100" y="1486450"/>
              <a:ext cx="100200" cy="100200"/>
            </a:xfrm>
            <a:prstGeom prst="ellipse">
              <a:avLst/>
            </a:prstGeom>
            <a:solidFill>
              <a:srgbClr val="2F2B1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1812" name="Google Shape;1812;g3b44d3f39a4_0_29"/>
          <p:cNvSpPr/>
          <p:nvPr/>
        </p:nvSpPr>
        <p:spPr>
          <a:xfrm>
            <a:off x="6071100" y="1388400"/>
            <a:ext cx="2352900" cy="1105800"/>
          </a:xfrm>
          <a:prstGeom prst="rect">
            <a:avLst/>
          </a:prstGeom>
          <a:solidFill>
            <a:srgbClr val="7C7C7C">
              <a:alpha val="14120"/>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13" name="Google Shape;1813;g3b44d3f39a4_0_29"/>
          <p:cNvSpPr txBox="1"/>
          <p:nvPr/>
        </p:nvSpPr>
        <p:spPr>
          <a:xfrm>
            <a:off x="6071100" y="1606500"/>
            <a:ext cx="2352900" cy="463200"/>
          </a:xfrm>
          <a:prstGeom prst="rect">
            <a:avLst/>
          </a:prstGeom>
          <a:noFill/>
          <a:ln cap="flat" cmpd="sng" w="9525">
            <a:solidFill>
              <a:srgbClr val="ECE5B4"/>
            </a:solidFill>
            <a:prstDash val="solid"/>
            <a:round/>
            <a:headEnd len="sm" w="sm" type="none"/>
            <a:tailEnd len="sm" w="sm" type="none"/>
          </a:ln>
        </p:spPr>
        <p:txBody>
          <a:bodyPr anchorCtr="0" anchor="t" bIns="91425" lIns="91425" spcFirstLastPara="1" rIns="91425" wrap="square" tIns="91425">
            <a:noAutofit/>
          </a:bodyPr>
          <a:lstStyle/>
          <a:p>
            <a:pPr indent="0" lvl="0" marL="0" marR="0" rtl="0" algn="ctr">
              <a:lnSpc>
                <a:spcPct val="100000"/>
              </a:lnSpc>
              <a:spcBef>
                <a:spcPts val="0"/>
              </a:spcBef>
              <a:spcAft>
                <a:spcPts val="1600"/>
              </a:spcAft>
              <a:buClr>
                <a:srgbClr val="000000"/>
              </a:buClr>
              <a:buSzPts val="1600"/>
              <a:buFont typeface="Arial"/>
              <a:buNone/>
            </a:pPr>
            <a:r>
              <a:rPr b="0" i="0" lang="en" sz="1600" u="none" cap="none" strike="noStrike">
                <a:solidFill>
                  <a:schemeClr val="dk2"/>
                </a:solidFill>
                <a:latin typeface="Zen Dots"/>
                <a:ea typeface="Zen Dots"/>
                <a:cs typeface="Zen Dots"/>
                <a:sym typeface="Zen Dots"/>
              </a:rPr>
              <a:t>Stanford - 12%</a:t>
            </a:r>
            <a:endParaRPr b="0" i="0" sz="1600" u="none" cap="none" strike="noStrike">
              <a:solidFill>
                <a:schemeClr val="dk2"/>
              </a:solidFill>
              <a:latin typeface="Zen Dots"/>
              <a:ea typeface="Zen Dots"/>
              <a:cs typeface="Zen Dots"/>
              <a:sym typeface="Zen Dots"/>
            </a:endParaRPr>
          </a:p>
        </p:txBody>
      </p:sp>
      <p:sp>
        <p:nvSpPr>
          <p:cNvPr id="1814" name="Google Shape;1814;g3b44d3f39a4_0_29"/>
          <p:cNvSpPr txBox="1"/>
          <p:nvPr/>
        </p:nvSpPr>
        <p:spPr>
          <a:xfrm>
            <a:off x="6071100" y="2069500"/>
            <a:ext cx="2352900" cy="424800"/>
          </a:xfrm>
          <a:prstGeom prst="rect">
            <a:avLst/>
          </a:prstGeom>
          <a:noFill/>
          <a:ln cap="flat" cmpd="sng" w="9525">
            <a:solidFill>
              <a:srgbClr val="ECE5B4"/>
            </a:solidFill>
            <a:prstDash val="solid"/>
            <a:round/>
            <a:headEnd len="sm" w="sm" type="none"/>
            <a:tailEnd len="sm" w="sm" type="none"/>
          </a:ln>
        </p:spPr>
        <p:txBody>
          <a:bodyPr anchorCtr="0" anchor="t" bIns="91425" lIns="91425" spcFirstLastPara="1" rIns="91425" wrap="square" tIns="91425">
            <a:noAutofit/>
          </a:bodyPr>
          <a:lstStyle/>
          <a:p>
            <a:pPr indent="0" lvl="0" marL="0" marR="0" rtl="0" algn="ctr">
              <a:lnSpc>
                <a:spcPct val="100000"/>
              </a:lnSpc>
              <a:spcBef>
                <a:spcPts val="0"/>
              </a:spcBef>
              <a:spcAft>
                <a:spcPts val="1600"/>
              </a:spcAft>
              <a:buClr>
                <a:srgbClr val="000000"/>
              </a:buClr>
              <a:buSzPts val="1400"/>
              <a:buFont typeface="Arial"/>
              <a:buNone/>
            </a:pPr>
            <a:r>
              <a:rPr b="1" i="0" lang="en" sz="1400" u="none" cap="none" strike="noStrike">
                <a:solidFill>
                  <a:srgbClr val="000000"/>
                </a:solidFill>
                <a:highlight>
                  <a:schemeClr val="dk2"/>
                </a:highlight>
                <a:latin typeface="Anaheim"/>
                <a:ea typeface="Anaheim"/>
                <a:cs typeface="Anaheim"/>
                <a:sym typeface="Anaheim"/>
              </a:rPr>
              <a:t>Mercury</a:t>
            </a:r>
            <a:r>
              <a:rPr b="1" i="0" lang="en" sz="1400" u="none" cap="none" strike="noStrike">
                <a:solidFill>
                  <a:srgbClr val="FFFFFF"/>
                </a:solidFill>
                <a:latin typeface="Anaheim"/>
                <a:ea typeface="Anaheim"/>
                <a:cs typeface="Anaheim"/>
                <a:sym typeface="Anaheim"/>
              </a:rPr>
              <a:t> </a:t>
            </a:r>
            <a:r>
              <a:rPr b="0" i="0" lang="en" sz="1400" u="none" cap="none" strike="noStrike">
                <a:solidFill>
                  <a:srgbClr val="FFFFFF"/>
                </a:solidFill>
                <a:latin typeface="Anaheim"/>
                <a:ea typeface="Anaheim"/>
                <a:cs typeface="Anaheim"/>
                <a:sym typeface="Anaheim"/>
              </a:rPr>
              <a:t>is very small</a:t>
            </a:r>
            <a:endParaRPr b="0" i="0" sz="1400" u="none" cap="none" strike="noStrike">
              <a:solidFill>
                <a:srgbClr val="FFFFFF"/>
              </a:solidFill>
              <a:latin typeface="Anaheim"/>
              <a:ea typeface="Anaheim"/>
              <a:cs typeface="Anaheim"/>
              <a:sym typeface="Anaheim"/>
            </a:endParaRPr>
          </a:p>
        </p:txBody>
      </p:sp>
      <p:grpSp>
        <p:nvGrpSpPr>
          <p:cNvPr id="1815" name="Google Shape;1815;g3b44d3f39a4_0_29"/>
          <p:cNvGrpSpPr/>
          <p:nvPr/>
        </p:nvGrpSpPr>
        <p:grpSpPr>
          <a:xfrm>
            <a:off x="6071100" y="1388400"/>
            <a:ext cx="2352900" cy="218100"/>
            <a:chOff x="1290775" y="1427525"/>
            <a:chExt cx="2352900" cy="218100"/>
          </a:xfrm>
        </p:grpSpPr>
        <p:sp>
          <p:nvSpPr>
            <p:cNvPr id="1816" name="Google Shape;1816;g3b44d3f39a4_0_29"/>
            <p:cNvSpPr/>
            <p:nvPr/>
          </p:nvSpPr>
          <p:spPr>
            <a:xfrm>
              <a:off x="1290775" y="1427525"/>
              <a:ext cx="2352900" cy="218100"/>
            </a:xfrm>
            <a:prstGeom prst="rect">
              <a:avLst/>
            </a:prstGeom>
            <a:solidFill>
              <a:srgbClr val="ECE5B4"/>
            </a:solidFill>
            <a:ln cap="flat" cmpd="sng" w="9525">
              <a:solidFill>
                <a:srgbClr val="ECE5B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17" name="Google Shape;1817;g3b44d3f39a4_0_29"/>
            <p:cNvSpPr/>
            <p:nvPr/>
          </p:nvSpPr>
          <p:spPr>
            <a:xfrm>
              <a:off x="1405200" y="1486450"/>
              <a:ext cx="100200" cy="100200"/>
            </a:xfrm>
            <a:prstGeom prst="ellipse">
              <a:avLst/>
            </a:prstGeom>
            <a:solidFill>
              <a:srgbClr val="2F2B1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18" name="Google Shape;1818;g3b44d3f39a4_0_29"/>
            <p:cNvSpPr/>
            <p:nvPr/>
          </p:nvSpPr>
          <p:spPr>
            <a:xfrm>
              <a:off x="1588650" y="1486450"/>
              <a:ext cx="100200" cy="100200"/>
            </a:xfrm>
            <a:prstGeom prst="ellipse">
              <a:avLst/>
            </a:prstGeom>
            <a:solidFill>
              <a:srgbClr val="2F2B1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19" name="Google Shape;1819;g3b44d3f39a4_0_29"/>
            <p:cNvSpPr/>
            <p:nvPr/>
          </p:nvSpPr>
          <p:spPr>
            <a:xfrm>
              <a:off x="1772100" y="1486450"/>
              <a:ext cx="100200" cy="100200"/>
            </a:xfrm>
            <a:prstGeom prst="ellipse">
              <a:avLst/>
            </a:prstGeom>
            <a:solidFill>
              <a:srgbClr val="2F2B1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1820" name="Google Shape;1820;g3b44d3f39a4_0_29"/>
          <p:cNvSpPr/>
          <p:nvPr/>
        </p:nvSpPr>
        <p:spPr>
          <a:xfrm>
            <a:off x="6071100" y="2837100"/>
            <a:ext cx="2352900" cy="1105800"/>
          </a:xfrm>
          <a:prstGeom prst="rect">
            <a:avLst/>
          </a:prstGeom>
          <a:solidFill>
            <a:srgbClr val="7C7C7C">
              <a:alpha val="14120"/>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59" name="Google Shape;1759;g3b44d3f39a4_0_29"/>
          <p:cNvSpPr txBox="1"/>
          <p:nvPr/>
        </p:nvSpPr>
        <p:spPr>
          <a:xfrm>
            <a:off x="6071100" y="3055200"/>
            <a:ext cx="2352900" cy="463200"/>
          </a:xfrm>
          <a:prstGeom prst="rect">
            <a:avLst/>
          </a:prstGeom>
          <a:noFill/>
          <a:ln cap="flat" cmpd="sng" w="9525">
            <a:solidFill>
              <a:srgbClr val="ECE5B4"/>
            </a:solidFill>
            <a:prstDash val="solid"/>
            <a:round/>
            <a:headEnd len="sm" w="sm" type="none"/>
            <a:tailEnd len="sm" w="sm" type="none"/>
          </a:ln>
        </p:spPr>
        <p:txBody>
          <a:bodyPr anchorCtr="0" anchor="t" bIns="91425" lIns="91425" spcFirstLastPara="1" rIns="91425" wrap="square" tIns="91425">
            <a:noAutofit/>
          </a:bodyPr>
          <a:lstStyle/>
          <a:p>
            <a:pPr indent="0" lvl="0" marL="0" marR="0" rtl="0" algn="ctr">
              <a:lnSpc>
                <a:spcPct val="100000"/>
              </a:lnSpc>
              <a:spcBef>
                <a:spcPts val="0"/>
              </a:spcBef>
              <a:spcAft>
                <a:spcPts val="1600"/>
              </a:spcAft>
              <a:buClr>
                <a:srgbClr val="000000"/>
              </a:buClr>
              <a:buSzPts val="1600"/>
              <a:buFont typeface="Arial"/>
              <a:buNone/>
            </a:pPr>
            <a:r>
              <a:rPr b="0" i="0" lang="en" sz="1600" u="none" cap="none" strike="noStrike">
                <a:solidFill>
                  <a:srgbClr val="F673A9"/>
                </a:solidFill>
                <a:latin typeface="Zen Dots"/>
                <a:ea typeface="Zen Dots"/>
                <a:cs typeface="Zen Dots"/>
                <a:sym typeface="Zen Dots"/>
              </a:rPr>
              <a:t>Georgia - 23%</a:t>
            </a:r>
            <a:endParaRPr b="0" i="0" sz="1600" u="none" cap="none" strike="noStrike">
              <a:solidFill>
                <a:srgbClr val="F673A9"/>
              </a:solidFill>
              <a:latin typeface="Zen Dots"/>
              <a:ea typeface="Zen Dots"/>
              <a:cs typeface="Zen Dots"/>
              <a:sym typeface="Zen Dots"/>
            </a:endParaRPr>
          </a:p>
        </p:txBody>
      </p:sp>
      <p:sp>
        <p:nvSpPr>
          <p:cNvPr id="1821" name="Google Shape;1821;g3b44d3f39a4_0_29"/>
          <p:cNvSpPr txBox="1"/>
          <p:nvPr/>
        </p:nvSpPr>
        <p:spPr>
          <a:xfrm>
            <a:off x="6071100" y="3518200"/>
            <a:ext cx="2352900" cy="424800"/>
          </a:xfrm>
          <a:prstGeom prst="rect">
            <a:avLst/>
          </a:prstGeom>
          <a:noFill/>
          <a:ln cap="flat" cmpd="sng" w="9525">
            <a:solidFill>
              <a:srgbClr val="ECE5B4"/>
            </a:solidFill>
            <a:prstDash val="solid"/>
            <a:round/>
            <a:headEnd len="sm" w="sm" type="none"/>
            <a:tailEnd len="sm" w="sm" type="none"/>
          </a:ln>
        </p:spPr>
        <p:txBody>
          <a:bodyPr anchorCtr="0" anchor="t" bIns="91425" lIns="91425" spcFirstLastPara="1" rIns="91425" wrap="square" tIns="91425">
            <a:noAutofit/>
          </a:bodyPr>
          <a:lstStyle/>
          <a:p>
            <a:pPr indent="0" lvl="0" marL="0" marR="0" rtl="0" algn="ctr">
              <a:lnSpc>
                <a:spcPct val="100000"/>
              </a:lnSpc>
              <a:spcBef>
                <a:spcPts val="0"/>
              </a:spcBef>
              <a:spcAft>
                <a:spcPts val="1600"/>
              </a:spcAft>
              <a:buClr>
                <a:srgbClr val="000000"/>
              </a:buClr>
              <a:buSzPts val="1400"/>
              <a:buFont typeface="Arial"/>
              <a:buNone/>
            </a:pPr>
            <a:r>
              <a:rPr b="1" i="0" lang="en" sz="1400" u="none" cap="none" strike="noStrike">
                <a:solidFill>
                  <a:schemeClr val="lt1"/>
                </a:solidFill>
                <a:highlight>
                  <a:schemeClr val="lt2"/>
                </a:highlight>
                <a:latin typeface="Anaheim"/>
                <a:ea typeface="Anaheim"/>
                <a:cs typeface="Anaheim"/>
                <a:sym typeface="Anaheim"/>
              </a:rPr>
              <a:t>Venus</a:t>
            </a:r>
            <a:r>
              <a:rPr b="1" i="0" lang="en" sz="1400" u="none" cap="none" strike="noStrike">
                <a:solidFill>
                  <a:srgbClr val="FFFFFF"/>
                </a:solidFill>
                <a:latin typeface="Anaheim"/>
                <a:ea typeface="Anaheim"/>
                <a:cs typeface="Anaheim"/>
                <a:sym typeface="Anaheim"/>
              </a:rPr>
              <a:t> </a:t>
            </a:r>
            <a:r>
              <a:rPr b="0" i="0" lang="en" sz="1400" u="none" cap="none" strike="noStrike">
                <a:solidFill>
                  <a:srgbClr val="FFFFFF"/>
                </a:solidFill>
                <a:latin typeface="Anaheim"/>
                <a:ea typeface="Anaheim"/>
                <a:cs typeface="Anaheim"/>
                <a:sym typeface="Anaheim"/>
              </a:rPr>
              <a:t>has a nice name</a:t>
            </a:r>
            <a:endParaRPr b="0" i="0" sz="1400" u="none" cap="none" strike="noStrike">
              <a:solidFill>
                <a:srgbClr val="FFFFFF"/>
              </a:solidFill>
              <a:latin typeface="Anaheim"/>
              <a:ea typeface="Anaheim"/>
              <a:cs typeface="Anaheim"/>
              <a:sym typeface="Anaheim"/>
            </a:endParaRPr>
          </a:p>
        </p:txBody>
      </p:sp>
      <p:grpSp>
        <p:nvGrpSpPr>
          <p:cNvPr id="1822" name="Google Shape;1822;g3b44d3f39a4_0_29"/>
          <p:cNvGrpSpPr/>
          <p:nvPr/>
        </p:nvGrpSpPr>
        <p:grpSpPr>
          <a:xfrm>
            <a:off x="6071100" y="2837100"/>
            <a:ext cx="2352900" cy="218100"/>
            <a:chOff x="1290775" y="1427525"/>
            <a:chExt cx="2352900" cy="218100"/>
          </a:xfrm>
        </p:grpSpPr>
        <p:sp>
          <p:nvSpPr>
            <p:cNvPr id="1823" name="Google Shape;1823;g3b44d3f39a4_0_29"/>
            <p:cNvSpPr/>
            <p:nvPr/>
          </p:nvSpPr>
          <p:spPr>
            <a:xfrm>
              <a:off x="1290775" y="1427525"/>
              <a:ext cx="2352900" cy="218100"/>
            </a:xfrm>
            <a:prstGeom prst="rect">
              <a:avLst/>
            </a:prstGeom>
            <a:solidFill>
              <a:srgbClr val="ECE5B4"/>
            </a:solidFill>
            <a:ln cap="flat" cmpd="sng" w="9525">
              <a:solidFill>
                <a:srgbClr val="ECE5B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24" name="Google Shape;1824;g3b44d3f39a4_0_29"/>
            <p:cNvSpPr/>
            <p:nvPr/>
          </p:nvSpPr>
          <p:spPr>
            <a:xfrm>
              <a:off x="1405200" y="1486450"/>
              <a:ext cx="100200" cy="100200"/>
            </a:xfrm>
            <a:prstGeom prst="ellipse">
              <a:avLst/>
            </a:prstGeom>
            <a:solidFill>
              <a:srgbClr val="2F2B1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25" name="Google Shape;1825;g3b44d3f39a4_0_29"/>
            <p:cNvSpPr/>
            <p:nvPr/>
          </p:nvSpPr>
          <p:spPr>
            <a:xfrm>
              <a:off x="1588650" y="1486450"/>
              <a:ext cx="100200" cy="100200"/>
            </a:xfrm>
            <a:prstGeom prst="ellipse">
              <a:avLst/>
            </a:prstGeom>
            <a:solidFill>
              <a:srgbClr val="2F2B1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26" name="Google Shape;1826;g3b44d3f39a4_0_29"/>
            <p:cNvSpPr/>
            <p:nvPr/>
          </p:nvSpPr>
          <p:spPr>
            <a:xfrm>
              <a:off x="1772100" y="1486450"/>
              <a:ext cx="100200" cy="100200"/>
            </a:xfrm>
            <a:prstGeom prst="ellipse">
              <a:avLst/>
            </a:prstGeom>
            <a:solidFill>
              <a:srgbClr val="2F2B1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cxnSp>
        <p:nvCxnSpPr>
          <p:cNvPr id="1827" name="Google Shape;1827;g3b44d3f39a4_0_29"/>
          <p:cNvCxnSpPr>
            <a:stCxn id="1813" idx="1"/>
          </p:cNvCxnSpPr>
          <p:nvPr/>
        </p:nvCxnSpPr>
        <p:spPr>
          <a:xfrm rot="10800000">
            <a:off x="5032800" y="1707300"/>
            <a:ext cx="1038300" cy="130800"/>
          </a:xfrm>
          <a:prstGeom prst="bentConnector3">
            <a:avLst>
              <a:gd fmla="val 50000" name="adj1"/>
            </a:avLst>
          </a:prstGeom>
          <a:noFill/>
          <a:ln cap="flat" cmpd="sng" w="9525">
            <a:solidFill>
              <a:srgbClr val="ECE5B4"/>
            </a:solidFill>
            <a:prstDash val="solid"/>
            <a:round/>
            <a:headEnd len="sm" w="sm" type="none"/>
            <a:tailEnd len="sm" w="sm" type="none"/>
          </a:ln>
        </p:spPr>
      </p:cxnSp>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0">
  <p:cSld>
    <p:spTree>
      <p:nvGrpSpPr>
        <p:cNvPr id="1831" name="Shape 1831"/>
        <p:cNvGrpSpPr/>
        <p:nvPr/>
      </p:nvGrpSpPr>
      <p:grpSpPr>
        <a:xfrm>
          <a:off x="0" y="0"/>
          <a:ext cx="0" cy="0"/>
          <a:chOff x="0" y="0"/>
          <a:chExt cx="0" cy="0"/>
        </a:xfrm>
      </p:grpSpPr>
      <p:sp>
        <p:nvSpPr>
          <p:cNvPr id="1832" name="Google Shape;1832;p6"/>
          <p:cNvSpPr/>
          <p:nvPr/>
        </p:nvSpPr>
        <p:spPr>
          <a:xfrm>
            <a:off x="4876875" y="3287925"/>
            <a:ext cx="2907600" cy="1319100"/>
          </a:xfrm>
          <a:prstGeom prst="rect">
            <a:avLst/>
          </a:prstGeom>
          <a:solidFill>
            <a:srgbClr val="7C7C7C">
              <a:alpha val="14117"/>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33" name="Google Shape;1833;p6"/>
          <p:cNvSpPr/>
          <p:nvPr/>
        </p:nvSpPr>
        <p:spPr>
          <a:xfrm>
            <a:off x="1359525" y="1427525"/>
            <a:ext cx="2907600" cy="1319100"/>
          </a:xfrm>
          <a:prstGeom prst="rect">
            <a:avLst/>
          </a:prstGeom>
          <a:solidFill>
            <a:srgbClr val="7C7C7C">
              <a:alpha val="14117"/>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34" name="Google Shape;1834;p6"/>
          <p:cNvSpPr txBox="1"/>
          <p:nvPr>
            <p:ph idx="1" type="subTitle"/>
          </p:nvPr>
        </p:nvSpPr>
        <p:spPr>
          <a:xfrm>
            <a:off x="1359525" y="1645625"/>
            <a:ext cx="2907600" cy="463200"/>
          </a:xfrm>
          <a:prstGeom prst="rect">
            <a:avLst/>
          </a:prstGeom>
          <a:noFill/>
          <a:ln cap="flat" cmpd="sng" w="9525">
            <a:solidFill>
              <a:schemeClr val="dk2"/>
            </a:solidFill>
            <a:prstDash val="solid"/>
            <a:round/>
            <a:headEnd len="sm" w="sm" type="none"/>
            <a:tailEnd len="sm" w="sm" type="none"/>
          </a:ln>
        </p:spPr>
        <p:txBody>
          <a:bodyPr anchorCtr="0" anchor="t" bIns="91425" lIns="91425" spcFirstLastPara="1" rIns="91425" wrap="square" tIns="91425">
            <a:noAutofit/>
          </a:bodyPr>
          <a:lstStyle/>
          <a:p>
            <a:pPr indent="0" lvl="0" marL="0" rtl="0" algn="ctr">
              <a:lnSpc>
                <a:spcPct val="100000"/>
              </a:lnSpc>
              <a:spcBef>
                <a:spcPts val="0"/>
              </a:spcBef>
              <a:spcAft>
                <a:spcPts val="1600"/>
              </a:spcAft>
              <a:buSzPts val="1600"/>
              <a:buNone/>
            </a:pPr>
            <a:r>
              <a:rPr lang="en"/>
              <a:t>Theory &amp; design</a:t>
            </a:r>
            <a:endParaRPr/>
          </a:p>
        </p:txBody>
      </p:sp>
      <p:sp>
        <p:nvSpPr>
          <p:cNvPr id="1835" name="Google Shape;1835;p6"/>
          <p:cNvSpPr txBox="1"/>
          <p:nvPr>
            <p:ph idx="2" type="subTitle"/>
          </p:nvPr>
        </p:nvSpPr>
        <p:spPr>
          <a:xfrm>
            <a:off x="4876875" y="3506050"/>
            <a:ext cx="2907600" cy="463200"/>
          </a:xfrm>
          <a:prstGeom prst="rect">
            <a:avLst/>
          </a:prstGeom>
          <a:noFill/>
          <a:ln cap="flat" cmpd="sng" w="9525">
            <a:solidFill>
              <a:schemeClr val="dk2"/>
            </a:solidFill>
            <a:prstDash val="solid"/>
            <a:round/>
            <a:headEnd len="sm" w="sm" type="none"/>
            <a:tailEnd len="sm" w="sm" type="none"/>
          </a:ln>
        </p:spPr>
        <p:txBody>
          <a:bodyPr anchorCtr="0" anchor="t" bIns="91425" lIns="91425" spcFirstLastPara="1" rIns="91425" wrap="square" tIns="91425">
            <a:noAutofit/>
          </a:bodyPr>
          <a:lstStyle/>
          <a:p>
            <a:pPr indent="0" lvl="0" marL="0" rtl="0" algn="ctr">
              <a:lnSpc>
                <a:spcPct val="100000"/>
              </a:lnSpc>
              <a:spcBef>
                <a:spcPts val="0"/>
              </a:spcBef>
              <a:spcAft>
                <a:spcPts val="1600"/>
              </a:spcAft>
              <a:buSzPts val="1600"/>
              <a:buNone/>
            </a:pPr>
            <a:r>
              <a:rPr lang="en"/>
              <a:t>System application</a:t>
            </a:r>
            <a:endParaRPr/>
          </a:p>
        </p:txBody>
      </p:sp>
      <p:sp>
        <p:nvSpPr>
          <p:cNvPr id="1836" name="Google Shape;1836;p6"/>
          <p:cNvSpPr txBox="1"/>
          <p:nvPr>
            <p:ph idx="3" type="subTitle"/>
          </p:nvPr>
        </p:nvSpPr>
        <p:spPr>
          <a:xfrm>
            <a:off x="1359525" y="2108625"/>
            <a:ext cx="2907600" cy="638100"/>
          </a:xfrm>
          <a:prstGeom prst="rect">
            <a:avLst/>
          </a:prstGeom>
          <a:noFill/>
          <a:ln cap="flat" cmpd="sng" w="9525">
            <a:solidFill>
              <a:srgbClr val="000000"/>
            </a:solidFill>
            <a:prstDash val="solid"/>
            <a:round/>
            <a:headEnd len="sm" w="sm" type="none"/>
            <a:tailEnd len="sm" w="sm" type="none"/>
          </a:ln>
        </p:spPr>
        <p:txBody>
          <a:bodyPr anchorCtr="0" anchor="t" bIns="91425" lIns="91425" spcFirstLastPara="1" rIns="91425" wrap="square" tIns="91425">
            <a:noAutofit/>
          </a:bodyPr>
          <a:lstStyle/>
          <a:p>
            <a:pPr indent="0" lvl="0" marL="0" rtl="0" algn="ctr">
              <a:lnSpc>
                <a:spcPct val="100000"/>
              </a:lnSpc>
              <a:spcBef>
                <a:spcPts val="0"/>
              </a:spcBef>
              <a:spcAft>
                <a:spcPts val="1600"/>
              </a:spcAft>
              <a:buSzPts val="1400"/>
              <a:buNone/>
            </a:pPr>
            <a:r>
              <a:rPr b="1" lang="en">
                <a:solidFill>
                  <a:schemeClr val="dk1"/>
                </a:solidFill>
                <a:highlight>
                  <a:schemeClr val="accent3"/>
                </a:highlight>
              </a:rPr>
              <a:t>Neptune</a:t>
            </a:r>
            <a:r>
              <a:rPr b="1" lang="en"/>
              <a:t> </a:t>
            </a:r>
            <a:r>
              <a:rPr lang="en"/>
              <a:t>is the farthest planet from the Sun. It's also the fourth-largest</a:t>
            </a:r>
            <a:endParaRPr/>
          </a:p>
        </p:txBody>
      </p:sp>
      <p:sp>
        <p:nvSpPr>
          <p:cNvPr id="1837" name="Google Shape;1837;p6"/>
          <p:cNvSpPr txBox="1"/>
          <p:nvPr>
            <p:ph idx="4" type="subTitle"/>
          </p:nvPr>
        </p:nvSpPr>
        <p:spPr>
          <a:xfrm>
            <a:off x="4876875" y="3969050"/>
            <a:ext cx="2907600" cy="638100"/>
          </a:xfrm>
          <a:prstGeom prst="rect">
            <a:avLst/>
          </a:prstGeom>
          <a:noFill/>
          <a:ln cap="flat" cmpd="sng" w="9525">
            <a:solidFill>
              <a:schemeClr val="dk2"/>
            </a:solidFill>
            <a:prstDash val="solid"/>
            <a:round/>
            <a:headEnd len="sm" w="sm" type="none"/>
            <a:tailEnd len="sm" w="sm" type="none"/>
          </a:ln>
        </p:spPr>
        <p:txBody>
          <a:bodyPr anchorCtr="0" anchor="t" bIns="91425" lIns="91425" spcFirstLastPara="1" rIns="91425" wrap="square" tIns="91425">
            <a:noAutofit/>
          </a:bodyPr>
          <a:lstStyle/>
          <a:p>
            <a:pPr indent="0" lvl="0" marL="0" rtl="0" algn="ctr">
              <a:lnSpc>
                <a:spcPct val="100000"/>
              </a:lnSpc>
              <a:spcBef>
                <a:spcPts val="0"/>
              </a:spcBef>
              <a:spcAft>
                <a:spcPts val="1600"/>
              </a:spcAft>
              <a:buSzPts val="1400"/>
              <a:buNone/>
            </a:pPr>
            <a:r>
              <a:rPr lang="en"/>
              <a:t>The </a:t>
            </a:r>
            <a:r>
              <a:rPr b="1" lang="en">
                <a:solidFill>
                  <a:schemeClr val="dk1"/>
                </a:solidFill>
                <a:highlight>
                  <a:schemeClr val="accent3"/>
                </a:highlight>
              </a:rPr>
              <a:t>Sun</a:t>
            </a:r>
            <a:r>
              <a:rPr b="1" lang="en"/>
              <a:t> </a:t>
            </a:r>
            <a:r>
              <a:rPr lang="en"/>
              <a:t>is the star at the center of the Solar System</a:t>
            </a:r>
            <a:endParaRPr/>
          </a:p>
        </p:txBody>
      </p:sp>
      <p:sp>
        <p:nvSpPr>
          <p:cNvPr id="1838" name="Google Shape;1838;p6"/>
          <p:cNvSpPr txBox="1"/>
          <p:nvPr>
            <p:ph type="title"/>
          </p:nvPr>
        </p:nvSpPr>
        <p:spPr>
          <a:xfrm>
            <a:off x="720000" y="540000"/>
            <a:ext cx="7704000" cy="564300"/>
          </a:xfrm>
          <a:prstGeom prst="rect">
            <a:avLst/>
          </a:prstGeom>
          <a:noFill/>
          <a:ln>
            <a:noFill/>
          </a:ln>
        </p:spPr>
        <p:txBody>
          <a:bodyPr anchorCtr="0" anchor="ctr" bIns="91425" lIns="91425" spcFirstLastPara="1" rIns="91425" wrap="square" tIns="91425">
            <a:noAutofit/>
          </a:bodyPr>
          <a:lstStyle/>
          <a:p>
            <a:pPr indent="0" lvl="0" marL="0" rtl="0" algn="l">
              <a:lnSpc>
                <a:spcPct val="100000"/>
              </a:lnSpc>
              <a:spcBef>
                <a:spcPts val="0"/>
              </a:spcBef>
              <a:spcAft>
                <a:spcPts val="0"/>
              </a:spcAft>
              <a:buSzPts val="2800"/>
              <a:buNone/>
            </a:pPr>
            <a:r>
              <a:rPr lang="en">
                <a:solidFill>
                  <a:schemeClr val="lt2"/>
                </a:solidFill>
              </a:rPr>
              <a:t>Explore</a:t>
            </a:r>
            <a:r>
              <a:rPr lang="en"/>
              <a:t> computer science</a:t>
            </a:r>
            <a:endParaRPr/>
          </a:p>
        </p:txBody>
      </p:sp>
      <p:grpSp>
        <p:nvGrpSpPr>
          <p:cNvPr id="1839" name="Google Shape;1839;p6"/>
          <p:cNvGrpSpPr/>
          <p:nvPr/>
        </p:nvGrpSpPr>
        <p:grpSpPr>
          <a:xfrm>
            <a:off x="1359525" y="1427525"/>
            <a:ext cx="2907600" cy="218100"/>
            <a:chOff x="1290775" y="1427525"/>
            <a:chExt cx="2907600" cy="218100"/>
          </a:xfrm>
        </p:grpSpPr>
        <p:sp>
          <p:nvSpPr>
            <p:cNvPr id="1840" name="Google Shape;1840;p6"/>
            <p:cNvSpPr/>
            <p:nvPr/>
          </p:nvSpPr>
          <p:spPr>
            <a:xfrm>
              <a:off x="1290775" y="1427525"/>
              <a:ext cx="2907600" cy="218100"/>
            </a:xfrm>
            <a:prstGeom prst="rect">
              <a:avLst/>
            </a:prstGeom>
            <a:solidFill>
              <a:schemeClr val="dk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41" name="Google Shape;1841;p6"/>
            <p:cNvSpPr/>
            <p:nvPr/>
          </p:nvSpPr>
          <p:spPr>
            <a:xfrm>
              <a:off x="1405200" y="1486450"/>
              <a:ext cx="100200" cy="100200"/>
            </a:xfrm>
            <a:prstGeom prst="ellips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42" name="Google Shape;1842;p6"/>
            <p:cNvSpPr/>
            <p:nvPr/>
          </p:nvSpPr>
          <p:spPr>
            <a:xfrm>
              <a:off x="1588650" y="1486450"/>
              <a:ext cx="100200" cy="100200"/>
            </a:xfrm>
            <a:prstGeom prst="ellips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43" name="Google Shape;1843;p6"/>
            <p:cNvSpPr/>
            <p:nvPr/>
          </p:nvSpPr>
          <p:spPr>
            <a:xfrm>
              <a:off x="1772100" y="1486450"/>
              <a:ext cx="100200" cy="100200"/>
            </a:xfrm>
            <a:prstGeom prst="ellips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844" name="Google Shape;1844;p6"/>
          <p:cNvGrpSpPr/>
          <p:nvPr/>
        </p:nvGrpSpPr>
        <p:grpSpPr>
          <a:xfrm>
            <a:off x="4876875" y="3287950"/>
            <a:ext cx="2907600" cy="218100"/>
            <a:chOff x="1290775" y="3209000"/>
            <a:chExt cx="2907600" cy="218100"/>
          </a:xfrm>
        </p:grpSpPr>
        <p:sp>
          <p:nvSpPr>
            <p:cNvPr id="1845" name="Google Shape;1845;p6"/>
            <p:cNvSpPr/>
            <p:nvPr/>
          </p:nvSpPr>
          <p:spPr>
            <a:xfrm>
              <a:off x="1290775" y="3209000"/>
              <a:ext cx="2907600" cy="218100"/>
            </a:xfrm>
            <a:prstGeom prst="rect">
              <a:avLst/>
            </a:prstGeom>
            <a:solidFill>
              <a:schemeClr val="dk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46" name="Google Shape;1846;p6"/>
            <p:cNvSpPr/>
            <p:nvPr/>
          </p:nvSpPr>
          <p:spPr>
            <a:xfrm>
              <a:off x="1405200" y="3267925"/>
              <a:ext cx="100200" cy="100200"/>
            </a:xfrm>
            <a:prstGeom prst="ellips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47" name="Google Shape;1847;p6"/>
            <p:cNvSpPr/>
            <p:nvPr/>
          </p:nvSpPr>
          <p:spPr>
            <a:xfrm>
              <a:off x="1588650" y="3267925"/>
              <a:ext cx="100200" cy="100200"/>
            </a:xfrm>
            <a:prstGeom prst="ellips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48" name="Google Shape;1848;p6"/>
            <p:cNvSpPr/>
            <p:nvPr/>
          </p:nvSpPr>
          <p:spPr>
            <a:xfrm>
              <a:off x="1772100" y="3267925"/>
              <a:ext cx="100200" cy="100200"/>
            </a:xfrm>
            <a:prstGeom prst="ellips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849" name="Google Shape;1849;p6"/>
          <p:cNvGrpSpPr/>
          <p:nvPr/>
        </p:nvGrpSpPr>
        <p:grpSpPr>
          <a:xfrm>
            <a:off x="4876875" y="1427500"/>
            <a:ext cx="1130400" cy="1319125"/>
            <a:chOff x="4876875" y="1427500"/>
            <a:chExt cx="1130400" cy="1319125"/>
          </a:xfrm>
        </p:grpSpPr>
        <p:sp>
          <p:nvSpPr>
            <p:cNvPr id="1850" name="Google Shape;1850;p6"/>
            <p:cNvSpPr/>
            <p:nvPr/>
          </p:nvSpPr>
          <p:spPr>
            <a:xfrm>
              <a:off x="4876875" y="1645625"/>
              <a:ext cx="1130400" cy="11010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51" name="Google Shape;1851;p6"/>
            <p:cNvSpPr/>
            <p:nvPr/>
          </p:nvSpPr>
          <p:spPr>
            <a:xfrm>
              <a:off x="4876875" y="1427500"/>
              <a:ext cx="1130400" cy="2181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852" name="Google Shape;1852;p6"/>
          <p:cNvGrpSpPr/>
          <p:nvPr/>
        </p:nvGrpSpPr>
        <p:grpSpPr>
          <a:xfrm>
            <a:off x="3136725" y="3287950"/>
            <a:ext cx="1130400" cy="1319125"/>
            <a:chOff x="3136725" y="3287950"/>
            <a:chExt cx="1130400" cy="1319125"/>
          </a:xfrm>
        </p:grpSpPr>
        <p:sp>
          <p:nvSpPr>
            <p:cNvPr id="1853" name="Google Shape;1853;p6"/>
            <p:cNvSpPr/>
            <p:nvPr/>
          </p:nvSpPr>
          <p:spPr>
            <a:xfrm>
              <a:off x="3136725" y="3506075"/>
              <a:ext cx="1130400" cy="11010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54" name="Google Shape;1854;p6"/>
            <p:cNvSpPr/>
            <p:nvPr/>
          </p:nvSpPr>
          <p:spPr>
            <a:xfrm>
              <a:off x="3136725" y="3287950"/>
              <a:ext cx="1130400" cy="2181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855" name="Google Shape;1855;p6"/>
          <p:cNvGrpSpPr/>
          <p:nvPr/>
        </p:nvGrpSpPr>
        <p:grpSpPr>
          <a:xfrm>
            <a:off x="3509286" y="3829991"/>
            <a:ext cx="385298" cy="421911"/>
            <a:chOff x="3451663" y="3618198"/>
            <a:chExt cx="298657" cy="327037"/>
          </a:xfrm>
        </p:grpSpPr>
        <p:sp>
          <p:nvSpPr>
            <p:cNvPr id="1856" name="Google Shape;1856;p6"/>
            <p:cNvSpPr/>
            <p:nvPr/>
          </p:nvSpPr>
          <p:spPr>
            <a:xfrm>
              <a:off x="3451699" y="3624873"/>
              <a:ext cx="234707" cy="320362"/>
            </a:xfrm>
            <a:custGeom>
              <a:rect b="b" l="l" r="r" t="t"/>
              <a:pathLst>
                <a:path extrusionOk="0" h="9023" w="6611">
                  <a:moveTo>
                    <a:pt x="100" y="1"/>
                  </a:moveTo>
                  <a:cubicBezTo>
                    <a:pt x="45" y="1"/>
                    <a:pt x="1" y="45"/>
                    <a:pt x="1" y="100"/>
                  </a:cubicBezTo>
                  <a:lnTo>
                    <a:pt x="1" y="8923"/>
                  </a:lnTo>
                  <a:cubicBezTo>
                    <a:pt x="1" y="8977"/>
                    <a:pt x="45" y="9022"/>
                    <a:pt x="100" y="9022"/>
                  </a:cubicBezTo>
                  <a:lnTo>
                    <a:pt x="6511" y="9022"/>
                  </a:lnTo>
                  <a:cubicBezTo>
                    <a:pt x="6564" y="9022"/>
                    <a:pt x="6607" y="8977"/>
                    <a:pt x="6610" y="8923"/>
                  </a:cubicBezTo>
                  <a:lnTo>
                    <a:pt x="6610" y="100"/>
                  </a:lnTo>
                  <a:cubicBezTo>
                    <a:pt x="6610" y="45"/>
                    <a:pt x="6564" y="1"/>
                    <a:pt x="6511" y="1"/>
                  </a:cubicBezTo>
                  <a:close/>
                </a:path>
              </a:pathLst>
            </a:cu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57" name="Google Shape;1857;p6"/>
            <p:cNvSpPr/>
            <p:nvPr/>
          </p:nvSpPr>
          <p:spPr>
            <a:xfrm>
              <a:off x="3669621" y="3656507"/>
              <a:ext cx="16686" cy="288727"/>
            </a:xfrm>
            <a:custGeom>
              <a:rect b="b" l="l" r="r" t="t"/>
              <a:pathLst>
                <a:path extrusionOk="0" h="8132" w="470">
                  <a:moveTo>
                    <a:pt x="0" y="1"/>
                  </a:moveTo>
                  <a:cubicBezTo>
                    <a:pt x="55" y="1"/>
                    <a:pt x="100" y="45"/>
                    <a:pt x="100" y="100"/>
                  </a:cubicBezTo>
                  <a:lnTo>
                    <a:pt x="100" y="8032"/>
                  </a:lnTo>
                  <a:cubicBezTo>
                    <a:pt x="100" y="8086"/>
                    <a:pt x="55" y="8131"/>
                    <a:pt x="0" y="8131"/>
                  </a:cubicBezTo>
                  <a:lnTo>
                    <a:pt x="372" y="8131"/>
                  </a:lnTo>
                  <a:cubicBezTo>
                    <a:pt x="425" y="8131"/>
                    <a:pt x="469" y="8086"/>
                    <a:pt x="469" y="8032"/>
                  </a:cubicBezTo>
                  <a:lnTo>
                    <a:pt x="469" y="100"/>
                  </a:lnTo>
                  <a:cubicBezTo>
                    <a:pt x="469" y="44"/>
                    <a:pt x="426" y="1"/>
                    <a:pt x="372" y="1"/>
                  </a:cubicBezTo>
                  <a:close/>
                </a:path>
              </a:pathLst>
            </a:cu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58" name="Google Shape;1858;p6"/>
            <p:cNvSpPr/>
            <p:nvPr/>
          </p:nvSpPr>
          <p:spPr>
            <a:xfrm>
              <a:off x="3451663" y="3618198"/>
              <a:ext cx="234636" cy="42748"/>
            </a:xfrm>
            <a:custGeom>
              <a:rect b="b" l="l" r="r" t="t"/>
              <a:pathLst>
                <a:path extrusionOk="0" h="1204" w="6609">
                  <a:moveTo>
                    <a:pt x="100" y="0"/>
                  </a:moveTo>
                  <a:cubicBezTo>
                    <a:pt x="45" y="0"/>
                    <a:pt x="0" y="45"/>
                    <a:pt x="0" y="100"/>
                  </a:cubicBezTo>
                  <a:lnTo>
                    <a:pt x="0" y="1203"/>
                  </a:lnTo>
                  <a:lnTo>
                    <a:pt x="6608" y="1203"/>
                  </a:lnTo>
                  <a:lnTo>
                    <a:pt x="6608" y="100"/>
                  </a:lnTo>
                  <a:cubicBezTo>
                    <a:pt x="6608" y="43"/>
                    <a:pt x="6565" y="0"/>
                    <a:pt x="6511" y="0"/>
                  </a:cubicBezTo>
                  <a:close/>
                </a:path>
              </a:pathLst>
            </a:cu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59" name="Google Shape;1859;p6"/>
            <p:cNvSpPr/>
            <p:nvPr/>
          </p:nvSpPr>
          <p:spPr>
            <a:xfrm>
              <a:off x="3669656" y="3618198"/>
              <a:ext cx="16651" cy="42748"/>
            </a:xfrm>
            <a:custGeom>
              <a:rect b="b" l="l" r="r" t="t"/>
              <a:pathLst>
                <a:path extrusionOk="0" h="1204" w="469">
                  <a:moveTo>
                    <a:pt x="1" y="0"/>
                  </a:moveTo>
                  <a:cubicBezTo>
                    <a:pt x="55" y="0"/>
                    <a:pt x="100" y="45"/>
                    <a:pt x="100" y="100"/>
                  </a:cubicBezTo>
                  <a:lnTo>
                    <a:pt x="100" y="1203"/>
                  </a:lnTo>
                  <a:lnTo>
                    <a:pt x="468" y="1203"/>
                  </a:lnTo>
                  <a:lnTo>
                    <a:pt x="468" y="100"/>
                  </a:lnTo>
                  <a:cubicBezTo>
                    <a:pt x="468" y="43"/>
                    <a:pt x="425" y="0"/>
                    <a:pt x="372" y="0"/>
                  </a:cubicBezTo>
                  <a:close/>
                </a:path>
              </a:pathLst>
            </a:custGeom>
            <a:solidFill>
              <a:schemeClr val="accent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60" name="Google Shape;1860;p6"/>
            <p:cNvSpPr/>
            <p:nvPr/>
          </p:nvSpPr>
          <p:spPr>
            <a:xfrm>
              <a:off x="3532683" y="3688176"/>
              <a:ext cx="72603" cy="72608"/>
            </a:xfrm>
            <a:custGeom>
              <a:rect b="b" l="l" r="r" t="t"/>
              <a:pathLst>
                <a:path extrusionOk="0" h="2045" w="2045">
                  <a:moveTo>
                    <a:pt x="1022" y="1"/>
                  </a:moveTo>
                  <a:cubicBezTo>
                    <a:pt x="458" y="1"/>
                    <a:pt x="1" y="458"/>
                    <a:pt x="1" y="1023"/>
                  </a:cubicBezTo>
                  <a:cubicBezTo>
                    <a:pt x="1" y="1587"/>
                    <a:pt x="458" y="2044"/>
                    <a:pt x="1022" y="2044"/>
                  </a:cubicBezTo>
                  <a:cubicBezTo>
                    <a:pt x="1587" y="2044"/>
                    <a:pt x="2044" y="1587"/>
                    <a:pt x="2044" y="1023"/>
                  </a:cubicBezTo>
                  <a:cubicBezTo>
                    <a:pt x="2044" y="458"/>
                    <a:pt x="1587" y="1"/>
                    <a:pt x="1022" y="1"/>
                  </a:cubicBezTo>
                  <a:close/>
                </a:path>
              </a:pathLst>
            </a:custGeom>
            <a:solidFill>
              <a:schemeClr val="l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61" name="Google Shape;1861;p6"/>
            <p:cNvSpPr/>
            <p:nvPr/>
          </p:nvSpPr>
          <p:spPr>
            <a:xfrm>
              <a:off x="3541665" y="3690945"/>
              <a:ext cx="63656" cy="69838"/>
            </a:xfrm>
            <a:custGeom>
              <a:rect b="b" l="l" r="r" t="t"/>
              <a:pathLst>
                <a:path extrusionOk="0" h="1967" w="1793">
                  <a:moveTo>
                    <a:pt x="1165" y="0"/>
                  </a:moveTo>
                  <a:lnTo>
                    <a:pt x="1165" y="0"/>
                  </a:lnTo>
                  <a:cubicBezTo>
                    <a:pt x="1322" y="180"/>
                    <a:pt x="1417" y="415"/>
                    <a:pt x="1417" y="673"/>
                  </a:cubicBezTo>
                  <a:cubicBezTo>
                    <a:pt x="1417" y="1235"/>
                    <a:pt x="959" y="1694"/>
                    <a:pt x="395" y="1694"/>
                  </a:cubicBezTo>
                  <a:cubicBezTo>
                    <a:pt x="257" y="1694"/>
                    <a:pt x="122" y="1665"/>
                    <a:pt x="1" y="1615"/>
                  </a:cubicBezTo>
                  <a:lnTo>
                    <a:pt x="1" y="1615"/>
                  </a:lnTo>
                  <a:cubicBezTo>
                    <a:pt x="188" y="1831"/>
                    <a:pt x="463" y="1966"/>
                    <a:pt x="771" y="1966"/>
                  </a:cubicBezTo>
                  <a:cubicBezTo>
                    <a:pt x="1335" y="1966"/>
                    <a:pt x="1793" y="1509"/>
                    <a:pt x="1793" y="945"/>
                  </a:cubicBezTo>
                  <a:cubicBezTo>
                    <a:pt x="1793" y="520"/>
                    <a:pt x="1534" y="156"/>
                    <a:pt x="1165" y="0"/>
                  </a:cubicBezTo>
                  <a:close/>
                </a:path>
              </a:pathLst>
            </a:cu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62" name="Google Shape;1862;p6"/>
            <p:cNvSpPr/>
            <p:nvPr/>
          </p:nvSpPr>
          <p:spPr>
            <a:xfrm>
              <a:off x="3482871" y="3782652"/>
              <a:ext cx="177122" cy="40405"/>
            </a:xfrm>
            <a:custGeom>
              <a:rect b="b" l="l" r="r" t="t"/>
              <a:pathLst>
                <a:path extrusionOk="0" h="1138" w="4989">
                  <a:moveTo>
                    <a:pt x="159" y="1"/>
                  </a:moveTo>
                  <a:cubicBezTo>
                    <a:pt x="71" y="1"/>
                    <a:pt x="1" y="70"/>
                    <a:pt x="1" y="159"/>
                  </a:cubicBezTo>
                  <a:lnTo>
                    <a:pt x="1" y="979"/>
                  </a:lnTo>
                  <a:cubicBezTo>
                    <a:pt x="1" y="1067"/>
                    <a:pt x="71" y="1137"/>
                    <a:pt x="159" y="1137"/>
                  </a:cubicBezTo>
                  <a:lnTo>
                    <a:pt x="4830" y="1137"/>
                  </a:lnTo>
                  <a:cubicBezTo>
                    <a:pt x="4919" y="1137"/>
                    <a:pt x="4988" y="1067"/>
                    <a:pt x="4988" y="979"/>
                  </a:cubicBezTo>
                  <a:lnTo>
                    <a:pt x="4988" y="159"/>
                  </a:lnTo>
                  <a:cubicBezTo>
                    <a:pt x="4988" y="70"/>
                    <a:pt x="4919" y="1"/>
                    <a:pt x="4830" y="1"/>
                  </a:cubicBezTo>
                  <a:close/>
                </a:path>
              </a:pathLst>
            </a:custGeom>
            <a:solidFill>
              <a:schemeClr val="accent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63" name="Google Shape;1863;p6"/>
            <p:cNvSpPr/>
            <p:nvPr/>
          </p:nvSpPr>
          <p:spPr>
            <a:xfrm>
              <a:off x="3641218" y="3782652"/>
              <a:ext cx="18781" cy="40405"/>
            </a:xfrm>
            <a:custGeom>
              <a:rect b="b" l="l" r="r" t="t"/>
              <a:pathLst>
                <a:path extrusionOk="0" h="1138" w="529">
                  <a:moveTo>
                    <a:pt x="0" y="1"/>
                  </a:moveTo>
                  <a:cubicBezTo>
                    <a:pt x="88" y="1"/>
                    <a:pt x="159" y="70"/>
                    <a:pt x="159" y="159"/>
                  </a:cubicBezTo>
                  <a:lnTo>
                    <a:pt x="159" y="979"/>
                  </a:lnTo>
                  <a:cubicBezTo>
                    <a:pt x="159" y="1067"/>
                    <a:pt x="88" y="1137"/>
                    <a:pt x="0" y="1137"/>
                  </a:cubicBezTo>
                  <a:lnTo>
                    <a:pt x="370" y="1137"/>
                  </a:lnTo>
                  <a:cubicBezTo>
                    <a:pt x="459" y="1137"/>
                    <a:pt x="528" y="1067"/>
                    <a:pt x="528" y="979"/>
                  </a:cubicBezTo>
                  <a:lnTo>
                    <a:pt x="528" y="159"/>
                  </a:lnTo>
                  <a:cubicBezTo>
                    <a:pt x="528" y="70"/>
                    <a:pt x="459" y="1"/>
                    <a:pt x="370" y="1"/>
                  </a:cubicBezTo>
                  <a:close/>
                </a:path>
              </a:pathLst>
            </a:custGeom>
            <a:solidFill>
              <a:srgbClr val="9FACB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64" name="Google Shape;1864;p6"/>
            <p:cNvSpPr/>
            <p:nvPr/>
          </p:nvSpPr>
          <p:spPr>
            <a:xfrm>
              <a:off x="3522280" y="3839919"/>
              <a:ext cx="90602" cy="9835"/>
            </a:xfrm>
            <a:custGeom>
              <a:rect b="b" l="l" r="r" t="t"/>
              <a:pathLst>
                <a:path extrusionOk="0" h="277" w="2552">
                  <a:moveTo>
                    <a:pt x="140" y="1"/>
                  </a:moveTo>
                  <a:cubicBezTo>
                    <a:pt x="63" y="1"/>
                    <a:pt x="0" y="64"/>
                    <a:pt x="0" y="139"/>
                  </a:cubicBezTo>
                  <a:cubicBezTo>
                    <a:pt x="0" y="215"/>
                    <a:pt x="62" y="277"/>
                    <a:pt x="140" y="277"/>
                  </a:cubicBezTo>
                  <a:lnTo>
                    <a:pt x="2413" y="277"/>
                  </a:lnTo>
                  <a:cubicBezTo>
                    <a:pt x="2488" y="277"/>
                    <a:pt x="2552" y="215"/>
                    <a:pt x="2552" y="139"/>
                  </a:cubicBezTo>
                  <a:cubicBezTo>
                    <a:pt x="2552" y="64"/>
                    <a:pt x="2490" y="1"/>
                    <a:pt x="2413" y="1"/>
                  </a:cubicBezTo>
                  <a:close/>
                </a:path>
              </a:pathLst>
            </a:cu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65" name="Google Shape;1865;p6"/>
            <p:cNvSpPr/>
            <p:nvPr/>
          </p:nvSpPr>
          <p:spPr>
            <a:xfrm>
              <a:off x="3478007" y="3839919"/>
              <a:ext cx="31278" cy="9835"/>
            </a:xfrm>
            <a:custGeom>
              <a:rect b="b" l="l" r="r" t="t"/>
              <a:pathLst>
                <a:path extrusionOk="0" h="277" w="881">
                  <a:moveTo>
                    <a:pt x="139" y="1"/>
                  </a:moveTo>
                  <a:cubicBezTo>
                    <a:pt x="64" y="1"/>
                    <a:pt x="1" y="64"/>
                    <a:pt x="1" y="139"/>
                  </a:cubicBezTo>
                  <a:cubicBezTo>
                    <a:pt x="1" y="215"/>
                    <a:pt x="63" y="277"/>
                    <a:pt x="139" y="277"/>
                  </a:cubicBezTo>
                  <a:lnTo>
                    <a:pt x="742" y="277"/>
                  </a:lnTo>
                  <a:cubicBezTo>
                    <a:pt x="818" y="277"/>
                    <a:pt x="880" y="215"/>
                    <a:pt x="880" y="139"/>
                  </a:cubicBezTo>
                  <a:cubicBezTo>
                    <a:pt x="880" y="64"/>
                    <a:pt x="820" y="1"/>
                    <a:pt x="742" y="1"/>
                  </a:cubicBezTo>
                  <a:close/>
                </a:path>
              </a:pathLst>
            </a:cu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66" name="Google Shape;1866;p6"/>
            <p:cNvSpPr/>
            <p:nvPr/>
          </p:nvSpPr>
          <p:spPr>
            <a:xfrm>
              <a:off x="3478007" y="3864240"/>
              <a:ext cx="134874" cy="9906"/>
            </a:xfrm>
            <a:custGeom>
              <a:rect b="b" l="l" r="r" t="t"/>
              <a:pathLst>
                <a:path extrusionOk="0" h="279" w="3799">
                  <a:moveTo>
                    <a:pt x="139" y="1"/>
                  </a:moveTo>
                  <a:cubicBezTo>
                    <a:pt x="64" y="1"/>
                    <a:pt x="1" y="64"/>
                    <a:pt x="1" y="139"/>
                  </a:cubicBezTo>
                  <a:cubicBezTo>
                    <a:pt x="1" y="215"/>
                    <a:pt x="63" y="278"/>
                    <a:pt x="139" y="278"/>
                  </a:cubicBezTo>
                  <a:lnTo>
                    <a:pt x="3660" y="278"/>
                  </a:lnTo>
                  <a:cubicBezTo>
                    <a:pt x="3735" y="278"/>
                    <a:pt x="3799" y="215"/>
                    <a:pt x="3799" y="139"/>
                  </a:cubicBezTo>
                  <a:cubicBezTo>
                    <a:pt x="3799" y="64"/>
                    <a:pt x="3737" y="1"/>
                    <a:pt x="3660" y="1"/>
                  </a:cubicBezTo>
                  <a:close/>
                </a:path>
              </a:pathLst>
            </a:cu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67" name="Google Shape;1867;p6"/>
            <p:cNvSpPr/>
            <p:nvPr/>
          </p:nvSpPr>
          <p:spPr>
            <a:xfrm>
              <a:off x="3566553" y="3888560"/>
              <a:ext cx="46331" cy="9906"/>
            </a:xfrm>
            <a:custGeom>
              <a:rect b="b" l="l" r="r" t="t"/>
              <a:pathLst>
                <a:path extrusionOk="0" h="279" w="1305">
                  <a:moveTo>
                    <a:pt x="139" y="1"/>
                  </a:moveTo>
                  <a:cubicBezTo>
                    <a:pt x="63" y="1"/>
                    <a:pt x="1" y="63"/>
                    <a:pt x="1" y="140"/>
                  </a:cubicBezTo>
                  <a:cubicBezTo>
                    <a:pt x="1" y="215"/>
                    <a:pt x="61" y="278"/>
                    <a:pt x="139" y="278"/>
                  </a:cubicBezTo>
                  <a:lnTo>
                    <a:pt x="1166" y="278"/>
                  </a:lnTo>
                  <a:cubicBezTo>
                    <a:pt x="1241" y="278"/>
                    <a:pt x="1305" y="215"/>
                    <a:pt x="1305" y="140"/>
                  </a:cubicBezTo>
                  <a:cubicBezTo>
                    <a:pt x="1305" y="64"/>
                    <a:pt x="1243" y="1"/>
                    <a:pt x="1166" y="1"/>
                  </a:cubicBezTo>
                  <a:close/>
                </a:path>
              </a:pathLst>
            </a:cu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68" name="Google Shape;1868;p6"/>
            <p:cNvSpPr/>
            <p:nvPr/>
          </p:nvSpPr>
          <p:spPr>
            <a:xfrm>
              <a:off x="3478007" y="3888560"/>
              <a:ext cx="75301" cy="9906"/>
            </a:xfrm>
            <a:custGeom>
              <a:rect b="b" l="l" r="r" t="t"/>
              <a:pathLst>
                <a:path extrusionOk="0" h="279" w="2121">
                  <a:moveTo>
                    <a:pt x="139" y="1"/>
                  </a:moveTo>
                  <a:cubicBezTo>
                    <a:pt x="64" y="1"/>
                    <a:pt x="1" y="63"/>
                    <a:pt x="1" y="140"/>
                  </a:cubicBezTo>
                  <a:cubicBezTo>
                    <a:pt x="1" y="215"/>
                    <a:pt x="63" y="278"/>
                    <a:pt x="139" y="278"/>
                  </a:cubicBezTo>
                  <a:lnTo>
                    <a:pt x="1981" y="278"/>
                  </a:lnTo>
                  <a:cubicBezTo>
                    <a:pt x="2057" y="278"/>
                    <a:pt x="2121" y="215"/>
                    <a:pt x="2121" y="140"/>
                  </a:cubicBezTo>
                  <a:cubicBezTo>
                    <a:pt x="2121" y="64"/>
                    <a:pt x="2059" y="1"/>
                    <a:pt x="1981" y="1"/>
                  </a:cubicBezTo>
                  <a:close/>
                </a:path>
              </a:pathLst>
            </a:cu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69" name="Google Shape;1869;p6"/>
            <p:cNvSpPr/>
            <p:nvPr/>
          </p:nvSpPr>
          <p:spPr>
            <a:xfrm>
              <a:off x="3478007" y="3912951"/>
              <a:ext cx="134874" cy="9835"/>
            </a:xfrm>
            <a:custGeom>
              <a:rect b="b" l="l" r="r" t="t"/>
              <a:pathLst>
                <a:path extrusionOk="0" h="277" w="3799">
                  <a:moveTo>
                    <a:pt x="139" y="0"/>
                  </a:moveTo>
                  <a:cubicBezTo>
                    <a:pt x="64" y="0"/>
                    <a:pt x="1" y="62"/>
                    <a:pt x="1" y="138"/>
                  </a:cubicBezTo>
                  <a:cubicBezTo>
                    <a:pt x="1" y="213"/>
                    <a:pt x="63" y="276"/>
                    <a:pt x="139" y="276"/>
                  </a:cubicBezTo>
                  <a:lnTo>
                    <a:pt x="3660" y="276"/>
                  </a:lnTo>
                  <a:cubicBezTo>
                    <a:pt x="3735" y="276"/>
                    <a:pt x="3799" y="213"/>
                    <a:pt x="3799" y="138"/>
                  </a:cubicBezTo>
                  <a:cubicBezTo>
                    <a:pt x="3799" y="62"/>
                    <a:pt x="3737" y="0"/>
                    <a:pt x="3660" y="0"/>
                  </a:cubicBezTo>
                  <a:close/>
                </a:path>
              </a:pathLst>
            </a:cu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70" name="Google Shape;1870;p6"/>
            <p:cNvSpPr/>
            <p:nvPr/>
          </p:nvSpPr>
          <p:spPr>
            <a:xfrm>
              <a:off x="3639158" y="3759042"/>
              <a:ext cx="111158" cy="186188"/>
            </a:xfrm>
            <a:custGeom>
              <a:rect b="b" l="l" r="r" t="t"/>
              <a:pathLst>
                <a:path extrusionOk="0" h="5244" w="3131">
                  <a:moveTo>
                    <a:pt x="159" y="1"/>
                  </a:moveTo>
                  <a:cubicBezTo>
                    <a:pt x="71" y="1"/>
                    <a:pt x="1" y="73"/>
                    <a:pt x="1" y="159"/>
                  </a:cubicBezTo>
                  <a:lnTo>
                    <a:pt x="1" y="5085"/>
                  </a:lnTo>
                  <a:cubicBezTo>
                    <a:pt x="1" y="5173"/>
                    <a:pt x="73" y="5243"/>
                    <a:pt x="159" y="5243"/>
                  </a:cubicBezTo>
                  <a:lnTo>
                    <a:pt x="2972" y="5243"/>
                  </a:lnTo>
                  <a:cubicBezTo>
                    <a:pt x="3059" y="5243"/>
                    <a:pt x="3131" y="5171"/>
                    <a:pt x="3131" y="5085"/>
                  </a:cubicBezTo>
                  <a:lnTo>
                    <a:pt x="3131" y="159"/>
                  </a:lnTo>
                  <a:cubicBezTo>
                    <a:pt x="3131" y="71"/>
                    <a:pt x="3059" y="1"/>
                    <a:pt x="2972" y="1"/>
                  </a:cubicBezTo>
                  <a:close/>
                </a:path>
              </a:pathLst>
            </a:custGeom>
            <a:solidFill>
              <a:schemeClr val="l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71" name="Google Shape;1871;p6"/>
            <p:cNvSpPr/>
            <p:nvPr/>
          </p:nvSpPr>
          <p:spPr>
            <a:xfrm>
              <a:off x="3731468" y="3759042"/>
              <a:ext cx="18852" cy="186188"/>
            </a:xfrm>
            <a:custGeom>
              <a:rect b="b" l="l" r="r" t="t"/>
              <a:pathLst>
                <a:path extrusionOk="0" h="5244" w="531">
                  <a:moveTo>
                    <a:pt x="1" y="1"/>
                  </a:moveTo>
                  <a:cubicBezTo>
                    <a:pt x="90" y="1"/>
                    <a:pt x="159" y="71"/>
                    <a:pt x="159" y="159"/>
                  </a:cubicBezTo>
                  <a:lnTo>
                    <a:pt x="159" y="5085"/>
                  </a:lnTo>
                  <a:cubicBezTo>
                    <a:pt x="159" y="5173"/>
                    <a:pt x="89" y="5243"/>
                    <a:pt x="1" y="5243"/>
                  </a:cubicBezTo>
                  <a:lnTo>
                    <a:pt x="372" y="5243"/>
                  </a:lnTo>
                  <a:cubicBezTo>
                    <a:pt x="460" y="5243"/>
                    <a:pt x="531" y="5171"/>
                    <a:pt x="531" y="5085"/>
                  </a:cubicBezTo>
                  <a:lnTo>
                    <a:pt x="531" y="159"/>
                  </a:lnTo>
                  <a:cubicBezTo>
                    <a:pt x="531" y="73"/>
                    <a:pt x="459" y="1"/>
                    <a:pt x="372" y="1"/>
                  </a:cubicBezTo>
                  <a:close/>
                </a:path>
              </a:pathLst>
            </a:cu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72" name="Google Shape;1872;p6"/>
            <p:cNvSpPr/>
            <p:nvPr/>
          </p:nvSpPr>
          <p:spPr>
            <a:xfrm>
              <a:off x="3658543" y="3864240"/>
              <a:ext cx="72354" cy="9906"/>
            </a:xfrm>
            <a:custGeom>
              <a:rect b="b" l="l" r="r" t="t"/>
              <a:pathLst>
                <a:path extrusionOk="0" h="279" w="2038">
                  <a:moveTo>
                    <a:pt x="138" y="1"/>
                  </a:moveTo>
                  <a:cubicBezTo>
                    <a:pt x="62" y="1"/>
                    <a:pt x="0" y="64"/>
                    <a:pt x="0" y="139"/>
                  </a:cubicBezTo>
                  <a:cubicBezTo>
                    <a:pt x="0" y="215"/>
                    <a:pt x="60" y="278"/>
                    <a:pt x="138" y="278"/>
                  </a:cubicBezTo>
                  <a:lnTo>
                    <a:pt x="1900" y="278"/>
                  </a:lnTo>
                  <a:cubicBezTo>
                    <a:pt x="1976" y="278"/>
                    <a:pt x="2038" y="215"/>
                    <a:pt x="2038" y="139"/>
                  </a:cubicBezTo>
                  <a:cubicBezTo>
                    <a:pt x="2038" y="64"/>
                    <a:pt x="1976" y="1"/>
                    <a:pt x="1900" y="1"/>
                  </a:cubicBezTo>
                  <a:close/>
                </a:path>
              </a:pathLst>
            </a:cu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73" name="Google Shape;1873;p6"/>
            <p:cNvSpPr/>
            <p:nvPr/>
          </p:nvSpPr>
          <p:spPr>
            <a:xfrm>
              <a:off x="3658579" y="3888560"/>
              <a:ext cx="55526" cy="9906"/>
            </a:xfrm>
            <a:custGeom>
              <a:rect b="b" l="l" r="r" t="t"/>
              <a:pathLst>
                <a:path extrusionOk="0" h="279" w="1564">
                  <a:moveTo>
                    <a:pt x="139" y="1"/>
                  </a:moveTo>
                  <a:cubicBezTo>
                    <a:pt x="64" y="1"/>
                    <a:pt x="0" y="63"/>
                    <a:pt x="0" y="140"/>
                  </a:cubicBezTo>
                  <a:cubicBezTo>
                    <a:pt x="0" y="215"/>
                    <a:pt x="61" y="278"/>
                    <a:pt x="139" y="278"/>
                  </a:cubicBezTo>
                  <a:lnTo>
                    <a:pt x="1425" y="278"/>
                  </a:lnTo>
                  <a:cubicBezTo>
                    <a:pt x="1503" y="278"/>
                    <a:pt x="1563" y="215"/>
                    <a:pt x="1563" y="140"/>
                  </a:cubicBezTo>
                  <a:cubicBezTo>
                    <a:pt x="1563" y="64"/>
                    <a:pt x="1503" y="1"/>
                    <a:pt x="1425" y="1"/>
                  </a:cubicBezTo>
                  <a:close/>
                </a:path>
              </a:pathLst>
            </a:cu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74" name="Google Shape;1874;p6"/>
            <p:cNvSpPr/>
            <p:nvPr/>
          </p:nvSpPr>
          <p:spPr>
            <a:xfrm>
              <a:off x="3658579" y="3912951"/>
              <a:ext cx="55526" cy="9835"/>
            </a:xfrm>
            <a:custGeom>
              <a:rect b="b" l="l" r="r" t="t"/>
              <a:pathLst>
                <a:path extrusionOk="0" h="277" w="1564">
                  <a:moveTo>
                    <a:pt x="139" y="0"/>
                  </a:moveTo>
                  <a:cubicBezTo>
                    <a:pt x="64" y="0"/>
                    <a:pt x="0" y="62"/>
                    <a:pt x="0" y="138"/>
                  </a:cubicBezTo>
                  <a:cubicBezTo>
                    <a:pt x="0" y="213"/>
                    <a:pt x="61" y="276"/>
                    <a:pt x="139" y="276"/>
                  </a:cubicBezTo>
                  <a:lnTo>
                    <a:pt x="1425" y="276"/>
                  </a:lnTo>
                  <a:cubicBezTo>
                    <a:pt x="1503" y="276"/>
                    <a:pt x="1563" y="213"/>
                    <a:pt x="1563" y="138"/>
                  </a:cubicBezTo>
                  <a:cubicBezTo>
                    <a:pt x="1563" y="62"/>
                    <a:pt x="1503" y="0"/>
                    <a:pt x="1425" y="0"/>
                  </a:cubicBezTo>
                  <a:close/>
                </a:path>
              </a:pathLst>
            </a:cu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875" name="Google Shape;1875;p6"/>
          <p:cNvGrpSpPr/>
          <p:nvPr/>
        </p:nvGrpSpPr>
        <p:grpSpPr>
          <a:xfrm>
            <a:off x="5137113" y="1985159"/>
            <a:ext cx="609914" cy="421922"/>
            <a:chOff x="4732210" y="3668507"/>
            <a:chExt cx="327049" cy="226231"/>
          </a:xfrm>
        </p:grpSpPr>
        <p:sp>
          <p:nvSpPr>
            <p:cNvPr id="1876" name="Google Shape;1876;p6"/>
            <p:cNvSpPr/>
            <p:nvPr/>
          </p:nvSpPr>
          <p:spPr>
            <a:xfrm>
              <a:off x="4755465" y="3668507"/>
              <a:ext cx="280505" cy="192721"/>
            </a:xfrm>
            <a:custGeom>
              <a:rect b="b" l="l" r="r" t="t"/>
              <a:pathLst>
                <a:path extrusionOk="0" h="5428" w="7901">
                  <a:moveTo>
                    <a:pt x="307" y="1"/>
                  </a:moveTo>
                  <a:cubicBezTo>
                    <a:pt x="137" y="1"/>
                    <a:pt x="0" y="139"/>
                    <a:pt x="0" y="309"/>
                  </a:cubicBezTo>
                  <a:lnTo>
                    <a:pt x="0" y="5119"/>
                  </a:lnTo>
                  <a:cubicBezTo>
                    <a:pt x="0" y="5291"/>
                    <a:pt x="138" y="5427"/>
                    <a:pt x="307" y="5427"/>
                  </a:cubicBezTo>
                  <a:lnTo>
                    <a:pt x="7592" y="5427"/>
                  </a:lnTo>
                  <a:cubicBezTo>
                    <a:pt x="7761" y="5427"/>
                    <a:pt x="7899" y="5289"/>
                    <a:pt x="7900" y="5119"/>
                  </a:cubicBezTo>
                  <a:lnTo>
                    <a:pt x="7900" y="309"/>
                  </a:lnTo>
                  <a:cubicBezTo>
                    <a:pt x="7900" y="137"/>
                    <a:pt x="7761" y="1"/>
                    <a:pt x="7592" y="1"/>
                  </a:cubicBezTo>
                  <a:close/>
                </a:path>
              </a:pathLst>
            </a:cu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77" name="Google Shape;1877;p6"/>
            <p:cNvSpPr/>
            <p:nvPr/>
          </p:nvSpPr>
          <p:spPr>
            <a:xfrm>
              <a:off x="5011837" y="3668507"/>
              <a:ext cx="24071" cy="192721"/>
            </a:xfrm>
            <a:custGeom>
              <a:rect b="b" l="l" r="r" t="t"/>
              <a:pathLst>
                <a:path extrusionOk="0" h="5428" w="678">
                  <a:moveTo>
                    <a:pt x="0" y="1"/>
                  </a:moveTo>
                  <a:cubicBezTo>
                    <a:pt x="170" y="1"/>
                    <a:pt x="308" y="139"/>
                    <a:pt x="308" y="309"/>
                  </a:cubicBezTo>
                  <a:lnTo>
                    <a:pt x="308" y="5119"/>
                  </a:lnTo>
                  <a:cubicBezTo>
                    <a:pt x="308" y="5291"/>
                    <a:pt x="170" y="5427"/>
                    <a:pt x="0" y="5427"/>
                  </a:cubicBezTo>
                  <a:lnTo>
                    <a:pt x="371" y="5427"/>
                  </a:lnTo>
                  <a:cubicBezTo>
                    <a:pt x="540" y="5427"/>
                    <a:pt x="678" y="5289"/>
                    <a:pt x="678" y="5119"/>
                  </a:cubicBezTo>
                  <a:lnTo>
                    <a:pt x="678" y="309"/>
                  </a:lnTo>
                  <a:cubicBezTo>
                    <a:pt x="678" y="139"/>
                    <a:pt x="540" y="2"/>
                    <a:pt x="371" y="1"/>
                  </a:cubicBezTo>
                  <a:close/>
                </a:path>
              </a:pathLst>
            </a:custGeom>
            <a:solidFill>
              <a:schemeClr val="accent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78" name="Google Shape;1878;p6"/>
            <p:cNvSpPr/>
            <p:nvPr/>
          </p:nvSpPr>
          <p:spPr>
            <a:xfrm>
              <a:off x="4776803" y="3690235"/>
              <a:ext cx="237796" cy="153098"/>
            </a:xfrm>
            <a:custGeom>
              <a:rect b="b" l="l" r="r" t="t"/>
              <a:pathLst>
                <a:path extrusionOk="0" h="4312" w="6698">
                  <a:moveTo>
                    <a:pt x="288" y="0"/>
                  </a:moveTo>
                  <a:cubicBezTo>
                    <a:pt x="173" y="0"/>
                    <a:pt x="83" y="94"/>
                    <a:pt x="83" y="208"/>
                  </a:cubicBezTo>
                  <a:lnTo>
                    <a:pt x="83" y="3232"/>
                  </a:lnTo>
                  <a:lnTo>
                    <a:pt x="1" y="3360"/>
                  </a:lnTo>
                  <a:lnTo>
                    <a:pt x="1" y="4104"/>
                  </a:lnTo>
                  <a:cubicBezTo>
                    <a:pt x="1" y="4220"/>
                    <a:pt x="94" y="4312"/>
                    <a:pt x="208" y="4312"/>
                  </a:cubicBezTo>
                  <a:lnTo>
                    <a:pt x="6491" y="4312"/>
                  </a:lnTo>
                  <a:cubicBezTo>
                    <a:pt x="6604" y="4312"/>
                    <a:pt x="6696" y="4218"/>
                    <a:pt x="6698" y="4104"/>
                  </a:cubicBezTo>
                  <a:lnTo>
                    <a:pt x="6698" y="3360"/>
                  </a:lnTo>
                  <a:lnTo>
                    <a:pt x="6645" y="3189"/>
                  </a:lnTo>
                  <a:lnTo>
                    <a:pt x="6655" y="208"/>
                  </a:lnTo>
                  <a:cubicBezTo>
                    <a:pt x="6655" y="92"/>
                    <a:pt x="6561" y="0"/>
                    <a:pt x="6447" y="0"/>
                  </a:cubicBezTo>
                  <a:close/>
                </a:path>
              </a:pathLst>
            </a:cu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79" name="Google Shape;1879;p6"/>
            <p:cNvSpPr/>
            <p:nvPr/>
          </p:nvSpPr>
          <p:spPr>
            <a:xfrm>
              <a:off x="4993908" y="3686436"/>
              <a:ext cx="20662" cy="156897"/>
            </a:xfrm>
            <a:custGeom>
              <a:rect b="b" l="l" r="r" t="t"/>
              <a:pathLst>
                <a:path extrusionOk="0" h="4419" w="582">
                  <a:moveTo>
                    <a:pt x="0" y="1"/>
                  </a:moveTo>
                  <a:cubicBezTo>
                    <a:pt x="115" y="1"/>
                    <a:pt x="207" y="94"/>
                    <a:pt x="207" y="208"/>
                  </a:cubicBezTo>
                  <a:lnTo>
                    <a:pt x="207" y="4211"/>
                  </a:lnTo>
                  <a:cubicBezTo>
                    <a:pt x="207" y="4327"/>
                    <a:pt x="114" y="4419"/>
                    <a:pt x="0" y="4419"/>
                  </a:cubicBezTo>
                  <a:lnTo>
                    <a:pt x="374" y="4419"/>
                  </a:lnTo>
                  <a:cubicBezTo>
                    <a:pt x="489" y="4419"/>
                    <a:pt x="581" y="4325"/>
                    <a:pt x="581" y="4211"/>
                  </a:cubicBezTo>
                  <a:lnTo>
                    <a:pt x="581" y="208"/>
                  </a:lnTo>
                  <a:cubicBezTo>
                    <a:pt x="581" y="93"/>
                    <a:pt x="489" y="1"/>
                    <a:pt x="376" y="1"/>
                  </a:cubicBezTo>
                  <a:close/>
                </a:path>
              </a:pathLst>
            </a:custGeom>
            <a:solidFill>
              <a:schemeClr val="l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80" name="Google Shape;1880;p6"/>
            <p:cNvSpPr/>
            <p:nvPr/>
          </p:nvSpPr>
          <p:spPr>
            <a:xfrm>
              <a:off x="4875326" y="3686436"/>
              <a:ext cx="139241" cy="89402"/>
            </a:xfrm>
            <a:custGeom>
              <a:rect b="b" l="l" r="r" t="t"/>
              <a:pathLst>
                <a:path extrusionOk="0" h="2518" w="3922">
                  <a:moveTo>
                    <a:pt x="115" y="1"/>
                  </a:moveTo>
                  <a:cubicBezTo>
                    <a:pt x="0" y="1"/>
                    <a:pt x="33" y="94"/>
                    <a:pt x="33" y="208"/>
                  </a:cubicBezTo>
                  <a:lnTo>
                    <a:pt x="33" y="2518"/>
                  </a:lnTo>
                  <a:lnTo>
                    <a:pt x="3921" y="2518"/>
                  </a:lnTo>
                  <a:lnTo>
                    <a:pt x="3921" y="208"/>
                  </a:lnTo>
                  <a:cubicBezTo>
                    <a:pt x="3921" y="93"/>
                    <a:pt x="3829" y="1"/>
                    <a:pt x="3716" y="1"/>
                  </a:cubicBezTo>
                  <a:close/>
                </a:path>
              </a:pathLst>
            </a:cu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81" name="Google Shape;1881;p6"/>
            <p:cNvSpPr/>
            <p:nvPr/>
          </p:nvSpPr>
          <p:spPr>
            <a:xfrm>
              <a:off x="4993837" y="3686436"/>
              <a:ext cx="20733" cy="89402"/>
            </a:xfrm>
            <a:custGeom>
              <a:rect b="b" l="l" r="r" t="t"/>
              <a:pathLst>
                <a:path extrusionOk="0" h="2518" w="584">
                  <a:moveTo>
                    <a:pt x="1" y="1"/>
                  </a:moveTo>
                  <a:cubicBezTo>
                    <a:pt x="116" y="1"/>
                    <a:pt x="208" y="94"/>
                    <a:pt x="208" y="208"/>
                  </a:cubicBezTo>
                  <a:lnTo>
                    <a:pt x="208" y="2518"/>
                  </a:lnTo>
                  <a:lnTo>
                    <a:pt x="583" y="2518"/>
                  </a:lnTo>
                  <a:lnTo>
                    <a:pt x="583" y="208"/>
                  </a:lnTo>
                  <a:cubicBezTo>
                    <a:pt x="583" y="93"/>
                    <a:pt x="491" y="1"/>
                    <a:pt x="376" y="1"/>
                  </a:cubicBezTo>
                  <a:close/>
                </a:path>
              </a:pathLst>
            </a:cu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82" name="Google Shape;1882;p6"/>
            <p:cNvSpPr/>
            <p:nvPr/>
          </p:nvSpPr>
          <p:spPr>
            <a:xfrm>
              <a:off x="4898261" y="3704082"/>
              <a:ext cx="98200" cy="54145"/>
            </a:xfrm>
            <a:custGeom>
              <a:rect b="b" l="l" r="r" t="t"/>
              <a:pathLst>
                <a:path extrusionOk="0" h="1525" w="2766">
                  <a:moveTo>
                    <a:pt x="167" y="0"/>
                  </a:moveTo>
                  <a:cubicBezTo>
                    <a:pt x="75" y="0"/>
                    <a:pt x="0" y="75"/>
                    <a:pt x="0" y="167"/>
                  </a:cubicBezTo>
                  <a:lnTo>
                    <a:pt x="0" y="1357"/>
                  </a:lnTo>
                  <a:cubicBezTo>
                    <a:pt x="0" y="1448"/>
                    <a:pt x="75" y="1524"/>
                    <a:pt x="167" y="1524"/>
                  </a:cubicBezTo>
                  <a:lnTo>
                    <a:pt x="2599" y="1524"/>
                  </a:lnTo>
                  <a:cubicBezTo>
                    <a:pt x="2693" y="1524"/>
                    <a:pt x="2766" y="1448"/>
                    <a:pt x="2766" y="1357"/>
                  </a:cubicBezTo>
                  <a:lnTo>
                    <a:pt x="2766" y="167"/>
                  </a:lnTo>
                  <a:cubicBezTo>
                    <a:pt x="2766" y="75"/>
                    <a:pt x="2691" y="0"/>
                    <a:pt x="2599" y="0"/>
                  </a:cubicBezTo>
                  <a:close/>
                </a:path>
              </a:pathLst>
            </a:custGeom>
            <a:solidFill>
              <a:schemeClr val="l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83" name="Google Shape;1883;p6"/>
            <p:cNvSpPr/>
            <p:nvPr/>
          </p:nvSpPr>
          <p:spPr>
            <a:xfrm>
              <a:off x="4977328" y="3704082"/>
              <a:ext cx="19136" cy="54145"/>
            </a:xfrm>
            <a:custGeom>
              <a:rect b="b" l="l" r="r" t="t"/>
              <a:pathLst>
                <a:path extrusionOk="0" h="1525" w="539">
                  <a:moveTo>
                    <a:pt x="1" y="0"/>
                  </a:moveTo>
                  <a:cubicBezTo>
                    <a:pt x="93" y="0"/>
                    <a:pt x="169" y="75"/>
                    <a:pt x="169" y="167"/>
                  </a:cubicBezTo>
                  <a:lnTo>
                    <a:pt x="169" y="1357"/>
                  </a:lnTo>
                  <a:cubicBezTo>
                    <a:pt x="169" y="1448"/>
                    <a:pt x="93" y="1524"/>
                    <a:pt x="1" y="1524"/>
                  </a:cubicBezTo>
                  <a:lnTo>
                    <a:pt x="372" y="1524"/>
                  </a:lnTo>
                  <a:cubicBezTo>
                    <a:pt x="463" y="1524"/>
                    <a:pt x="539" y="1448"/>
                    <a:pt x="539" y="1357"/>
                  </a:cubicBezTo>
                  <a:lnTo>
                    <a:pt x="539" y="167"/>
                  </a:lnTo>
                  <a:cubicBezTo>
                    <a:pt x="539" y="74"/>
                    <a:pt x="466" y="0"/>
                    <a:pt x="372" y="0"/>
                  </a:cubicBezTo>
                  <a:close/>
                </a:path>
              </a:pathLst>
            </a:cu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84" name="Google Shape;1884;p6"/>
            <p:cNvSpPr/>
            <p:nvPr/>
          </p:nvSpPr>
          <p:spPr>
            <a:xfrm>
              <a:off x="4776803" y="3775764"/>
              <a:ext cx="237796" cy="33801"/>
            </a:xfrm>
            <a:custGeom>
              <a:rect b="b" l="l" r="r" t="t"/>
              <a:pathLst>
                <a:path extrusionOk="0" h="952" w="6698">
                  <a:moveTo>
                    <a:pt x="1" y="0"/>
                  </a:moveTo>
                  <a:lnTo>
                    <a:pt x="1" y="951"/>
                  </a:lnTo>
                  <a:lnTo>
                    <a:pt x="6698" y="951"/>
                  </a:lnTo>
                  <a:lnTo>
                    <a:pt x="6698" y="0"/>
                  </a:lnTo>
                  <a:close/>
                </a:path>
              </a:pathLst>
            </a:custGeom>
            <a:solidFill>
              <a:schemeClr val="l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85" name="Google Shape;1885;p6"/>
            <p:cNvSpPr/>
            <p:nvPr/>
          </p:nvSpPr>
          <p:spPr>
            <a:xfrm>
              <a:off x="5001186" y="3775764"/>
              <a:ext cx="13384" cy="33801"/>
            </a:xfrm>
            <a:custGeom>
              <a:rect b="b" l="l" r="r" t="t"/>
              <a:pathLst>
                <a:path extrusionOk="0" h="952" w="377">
                  <a:moveTo>
                    <a:pt x="1" y="0"/>
                  </a:moveTo>
                  <a:lnTo>
                    <a:pt x="1" y="951"/>
                  </a:lnTo>
                  <a:lnTo>
                    <a:pt x="376" y="951"/>
                  </a:lnTo>
                  <a:lnTo>
                    <a:pt x="376" y="0"/>
                  </a:lnTo>
                  <a:close/>
                </a:path>
              </a:pathLst>
            </a:cu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86" name="Google Shape;1886;p6"/>
            <p:cNvSpPr/>
            <p:nvPr/>
          </p:nvSpPr>
          <p:spPr>
            <a:xfrm>
              <a:off x="4836272" y="3792664"/>
              <a:ext cx="81017" cy="16900"/>
            </a:xfrm>
            <a:custGeom>
              <a:rect b="b" l="l" r="r" t="t"/>
              <a:pathLst>
                <a:path extrusionOk="0" h="476" w="2282">
                  <a:moveTo>
                    <a:pt x="242" y="1"/>
                  </a:moveTo>
                  <a:cubicBezTo>
                    <a:pt x="109" y="1"/>
                    <a:pt x="1" y="109"/>
                    <a:pt x="1" y="241"/>
                  </a:cubicBezTo>
                  <a:lnTo>
                    <a:pt x="1" y="475"/>
                  </a:lnTo>
                  <a:lnTo>
                    <a:pt x="2281" y="475"/>
                  </a:lnTo>
                  <a:lnTo>
                    <a:pt x="2281" y="241"/>
                  </a:lnTo>
                  <a:cubicBezTo>
                    <a:pt x="2281" y="109"/>
                    <a:pt x="2174" y="1"/>
                    <a:pt x="2041" y="1"/>
                  </a:cubicBez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87" name="Google Shape;1887;p6"/>
            <p:cNvSpPr/>
            <p:nvPr/>
          </p:nvSpPr>
          <p:spPr>
            <a:xfrm>
              <a:off x="4917256" y="3792664"/>
              <a:ext cx="81017" cy="16900"/>
            </a:xfrm>
            <a:custGeom>
              <a:rect b="b" l="l" r="r" t="t"/>
              <a:pathLst>
                <a:path extrusionOk="0" h="476" w="2282">
                  <a:moveTo>
                    <a:pt x="242" y="1"/>
                  </a:moveTo>
                  <a:cubicBezTo>
                    <a:pt x="108" y="1"/>
                    <a:pt x="0" y="109"/>
                    <a:pt x="0" y="241"/>
                  </a:cubicBezTo>
                  <a:lnTo>
                    <a:pt x="0" y="475"/>
                  </a:lnTo>
                  <a:lnTo>
                    <a:pt x="2281" y="475"/>
                  </a:lnTo>
                  <a:lnTo>
                    <a:pt x="2281" y="241"/>
                  </a:lnTo>
                  <a:cubicBezTo>
                    <a:pt x="2281" y="109"/>
                    <a:pt x="2173" y="1"/>
                    <a:pt x="2041" y="1"/>
                  </a:cubicBez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88" name="Google Shape;1888;p6"/>
            <p:cNvSpPr/>
            <p:nvPr/>
          </p:nvSpPr>
          <p:spPr>
            <a:xfrm>
              <a:off x="4894995" y="3792664"/>
              <a:ext cx="22296" cy="16900"/>
            </a:xfrm>
            <a:custGeom>
              <a:rect b="b" l="l" r="r" t="t"/>
              <a:pathLst>
                <a:path extrusionOk="0" h="476" w="628">
                  <a:moveTo>
                    <a:pt x="0" y="1"/>
                  </a:moveTo>
                  <a:cubicBezTo>
                    <a:pt x="132" y="1"/>
                    <a:pt x="240" y="109"/>
                    <a:pt x="240" y="241"/>
                  </a:cubicBezTo>
                  <a:lnTo>
                    <a:pt x="240" y="475"/>
                  </a:lnTo>
                  <a:lnTo>
                    <a:pt x="627" y="475"/>
                  </a:lnTo>
                  <a:lnTo>
                    <a:pt x="627" y="241"/>
                  </a:lnTo>
                  <a:cubicBezTo>
                    <a:pt x="627" y="109"/>
                    <a:pt x="520" y="1"/>
                    <a:pt x="387" y="1"/>
                  </a:cubicBezTo>
                  <a:close/>
                </a:path>
              </a:pathLst>
            </a:cu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89" name="Google Shape;1889;p6"/>
            <p:cNvSpPr/>
            <p:nvPr/>
          </p:nvSpPr>
          <p:spPr>
            <a:xfrm>
              <a:off x="4975908" y="3792664"/>
              <a:ext cx="22296" cy="16900"/>
            </a:xfrm>
            <a:custGeom>
              <a:rect b="b" l="l" r="r" t="t"/>
              <a:pathLst>
                <a:path extrusionOk="0" h="476" w="628">
                  <a:moveTo>
                    <a:pt x="0" y="1"/>
                  </a:moveTo>
                  <a:cubicBezTo>
                    <a:pt x="133" y="1"/>
                    <a:pt x="241" y="109"/>
                    <a:pt x="241" y="241"/>
                  </a:cubicBezTo>
                  <a:lnTo>
                    <a:pt x="241" y="475"/>
                  </a:lnTo>
                  <a:lnTo>
                    <a:pt x="628" y="475"/>
                  </a:lnTo>
                  <a:lnTo>
                    <a:pt x="628" y="241"/>
                  </a:lnTo>
                  <a:cubicBezTo>
                    <a:pt x="628" y="109"/>
                    <a:pt x="520" y="1"/>
                    <a:pt x="386" y="1"/>
                  </a:cubicBezTo>
                  <a:close/>
                </a:path>
              </a:pathLst>
            </a:cu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90" name="Google Shape;1890;p6"/>
            <p:cNvSpPr/>
            <p:nvPr/>
          </p:nvSpPr>
          <p:spPr>
            <a:xfrm>
              <a:off x="4776803" y="3686401"/>
              <a:ext cx="103454" cy="89402"/>
            </a:xfrm>
            <a:custGeom>
              <a:rect b="b" l="l" r="r" t="t"/>
              <a:pathLst>
                <a:path extrusionOk="0" h="2518" w="2914">
                  <a:moveTo>
                    <a:pt x="208" y="0"/>
                  </a:moveTo>
                  <a:cubicBezTo>
                    <a:pt x="93" y="0"/>
                    <a:pt x="1" y="94"/>
                    <a:pt x="1" y="208"/>
                  </a:cubicBezTo>
                  <a:lnTo>
                    <a:pt x="1" y="2517"/>
                  </a:lnTo>
                  <a:lnTo>
                    <a:pt x="2913" y="2517"/>
                  </a:lnTo>
                  <a:lnTo>
                    <a:pt x="2913" y="2"/>
                  </a:lnTo>
                  <a:lnTo>
                    <a:pt x="2913" y="0"/>
                  </a:ln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91" name="Google Shape;1891;p6"/>
            <p:cNvSpPr/>
            <p:nvPr/>
          </p:nvSpPr>
          <p:spPr>
            <a:xfrm>
              <a:off x="4789052" y="3705360"/>
              <a:ext cx="49597" cy="9622"/>
            </a:xfrm>
            <a:custGeom>
              <a:rect b="b" l="l" r="r" t="t"/>
              <a:pathLst>
                <a:path extrusionOk="0" h="271" w="1397">
                  <a:moveTo>
                    <a:pt x="136" y="0"/>
                  </a:moveTo>
                  <a:cubicBezTo>
                    <a:pt x="63" y="0"/>
                    <a:pt x="1" y="62"/>
                    <a:pt x="1" y="136"/>
                  </a:cubicBezTo>
                  <a:cubicBezTo>
                    <a:pt x="1" y="209"/>
                    <a:pt x="63" y="271"/>
                    <a:pt x="136" y="271"/>
                  </a:cubicBezTo>
                  <a:lnTo>
                    <a:pt x="1263" y="271"/>
                  </a:lnTo>
                  <a:cubicBezTo>
                    <a:pt x="1336" y="271"/>
                    <a:pt x="1397" y="209"/>
                    <a:pt x="1397" y="136"/>
                  </a:cubicBezTo>
                  <a:cubicBezTo>
                    <a:pt x="1397" y="62"/>
                    <a:pt x="1336" y="0"/>
                    <a:pt x="1263" y="0"/>
                  </a:cubicBezTo>
                  <a:close/>
                </a:path>
              </a:pathLst>
            </a:cu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92" name="Google Shape;1892;p6"/>
            <p:cNvSpPr/>
            <p:nvPr/>
          </p:nvSpPr>
          <p:spPr>
            <a:xfrm>
              <a:off x="4848733" y="3705360"/>
              <a:ext cx="19207" cy="9622"/>
            </a:xfrm>
            <a:custGeom>
              <a:rect b="b" l="l" r="r" t="t"/>
              <a:pathLst>
                <a:path extrusionOk="0" h="271" w="541">
                  <a:moveTo>
                    <a:pt x="136" y="0"/>
                  </a:moveTo>
                  <a:cubicBezTo>
                    <a:pt x="61" y="0"/>
                    <a:pt x="1" y="62"/>
                    <a:pt x="1" y="136"/>
                  </a:cubicBezTo>
                  <a:cubicBezTo>
                    <a:pt x="1" y="209"/>
                    <a:pt x="61" y="271"/>
                    <a:pt x="136" y="271"/>
                  </a:cubicBezTo>
                  <a:lnTo>
                    <a:pt x="405" y="271"/>
                  </a:lnTo>
                  <a:cubicBezTo>
                    <a:pt x="481" y="271"/>
                    <a:pt x="540" y="209"/>
                    <a:pt x="540" y="136"/>
                  </a:cubicBezTo>
                  <a:cubicBezTo>
                    <a:pt x="540" y="62"/>
                    <a:pt x="479" y="0"/>
                    <a:pt x="405" y="0"/>
                  </a:cubicBezTo>
                  <a:close/>
                </a:path>
              </a:pathLst>
            </a:cu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93" name="Google Shape;1893;p6"/>
            <p:cNvSpPr/>
            <p:nvPr/>
          </p:nvSpPr>
          <p:spPr>
            <a:xfrm>
              <a:off x="4789052" y="3726307"/>
              <a:ext cx="49597" cy="9622"/>
            </a:xfrm>
            <a:custGeom>
              <a:rect b="b" l="l" r="r" t="t"/>
              <a:pathLst>
                <a:path extrusionOk="0" h="271" w="1397">
                  <a:moveTo>
                    <a:pt x="136" y="0"/>
                  </a:moveTo>
                  <a:cubicBezTo>
                    <a:pt x="63" y="0"/>
                    <a:pt x="1" y="61"/>
                    <a:pt x="1" y="136"/>
                  </a:cubicBezTo>
                  <a:cubicBezTo>
                    <a:pt x="1" y="209"/>
                    <a:pt x="63" y="271"/>
                    <a:pt x="136" y="271"/>
                  </a:cubicBezTo>
                  <a:lnTo>
                    <a:pt x="1263" y="271"/>
                  </a:lnTo>
                  <a:cubicBezTo>
                    <a:pt x="1336" y="271"/>
                    <a:pt x="1397" y="210"/>
                    <a:pt x="1397" y="136"/>
                  </a:cubicBezTo>
                  <a:cubicBezTo>
                    <a:pt x="1397" y="61"/>
                    <a:pt x="1336" y="0"/>
                    <a:pt x="1263" y="0"/>
                  </a:cubicBezTo>
                  <a:close/>
                </a:path>
              </a:pathLst>
            </a:cu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94" name="Google Shape;1894;p6"/>
            <p:cNvSpPr/>
            <p:nvPr/>
          </p:nvSpPr>
          <p:spPr>
            <a:xfrm>
              <a:off x="4848733" y="3726307"/>
              <a:ext cx="19207" cy="9622"/>
            </a:xfrm>
            <a:custGeom>
              <a:rect b="b" l="l" r="r" t="t"/>
              <a:pathLst>
                <a:path extrusionOk="0" h="271" w="541">
                  <a:moveTo>
                    <a:pt x="136" y="0"/>
                  </a:moveTo>
                  <a:cubicBezTo>
                    <a:pt x="61" y="0"/>
                    <a:pt x="1" y="61"/>
                    <a:pt x="1" y="136"/>
                  </a:cubicBezTo>
                  <a:cubicBezTo>
                    <a:pt x="1" y="209"/>
                    <a:pt x="61" y="271"/>
                    <a:pt x="136" y="271"/>
                  </a:cubicBezTo>
                  <a:lnTo>
                    <a:pt x="405" y="271"/>
                  </a:lnTo>
                  <a:cubicBezTo>
                    <a:pt x="481" y="271"/>
                    <a:pt x="540" y="210"/>
                    <a:pt x="540" y="136"/>
                  </a:cubicBezTo>
                  <a:cubicBezTo>
                    <a:pt x="540" y="61"/>
                    <a:pt x="479" y="0"/>
                    <a:pt x="405" y="0"/>
                  </a:cubicBezTo>
                  <a:close/>
                </a:path>
              </a:pathLst>
            </a:cu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95" name="Google Shape;1895;p6"/>
            <p:cNvSpPr/>
            <p:nvPr/>
          </p:nvSpPr>
          <p:spPr>
            <a:xfrm>
              <a:off x="4789052" y="3747255"/>
              <a:ext cx="49597" cy="9622"/>
            </a:xfrm>
            <a:custGeom>
              <a:rect b="b" l="l" r="r" t="t"/>
              <a:pathLst>
                <a:path extrusionOk="0" h="271" w="1397">
                  <a:moveTo>
                    <a:pt x="136" y="0"/>
                  </a:moveTo>
                  <a:cubicBezTo>
                    <a:pt x="63" y="0"/>
                    <a:pt x="1" y="62"/>
                    <a:pt x="1" y="136"/>
                  </a:cubicBezTo>
                  <a:cubicBezTo>
                    <a:pt x="1" y="209"/>
                    <a:pt x="63" y="271"/>
                    <a:pt x="136" y="271"/>
                  </a:cubicBezTo>
                  <a:lnTo>
                    <a:pt x="1263" y="271"/>
                  </a:lnTo>
                  <a:cubicBezTo>
                    <a:pt x="1336" y="271"/>
                    <a:pt x="1397" y="209"/>
                    <a:pt x="1397" y="136"/>
                  </a:cubicBezTo>
                  <a:cubicBezTo>
                    <a:pt x="1397" y="62"/>
                    <a:pt x="1336" y="0"/>
                    <a:pt x="1263" y="0"/>
                  </a:cubicBezTo>
                  <a:close/>
                </a:path>
              </a:pathLst>
            </a:cu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96" name="Google Shape;1896;p6"/>
            <p:cNvSpPr/>
            <p:nvPr/>
          </p:nvSpPr>
          <p:spPr>
            <a:xfrm>
              <a:off x="4848733" y="3747255"/>
              <a:ext cx="19207" cy="9622"/>
            </a:xfrm>
            <a:custGeom>
              <a:rect b="b" l="l" r="r" t="t"/>
              <a:pathLst>
                <a:path extrusionOk="0" h="271" w="541">
                  <a:moveTo>
                    <a:pt x="136" y="0"/>
                  </a:moveTo>
                  <a:cubicBezTo>
                    <a:pt x="61" y="0"/>
                    <a:pt x="1" y="62"/>
                    <a:pt x="1" y="136"/>
                  </a:cubicBezTo>
                  <a:cubicBezTo>
                    <a:pt x="1" y="209"/>
                    <a:pt x="61" y="271"/>
                    <a:pt x="136" y="271"/>
                  </a:cubicBezTo>
                  <a:lnTo>
                    <a:pt x="405" y="271"/>
                  </a:lnTo>
                  <a:cubicBezTo>
                    <a:pt x="481" y="271"/>
                    <a:pt x="540" y="209"/>
                    <a:pt x="540" y="136"/>
                  </a:cubicBezTo>
                  <a:cubicBezTo>
                    <a:pt x="540" y="62"/>
                    <a:pt x="479" y="0"/>
                    <a:pt x="405" y="0"/>
                  </a:cubicBezTo>
                  <a:close/>
                </a:path>
              </a:pathLst>
            </a:cu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97" name="Google Shape;1897;p6"/>
            <p:cNvSpPr/>
            <p:nvPr/>
          </p:nvSpPr>
          <p:spPr>
            <a:xfrm>
              <a:off x="4732210" y="3859837"/>
              <a:ext cx="327049" cy="34901"/>
            </a:xfrm>
            <a:custGeom>
              <a:rect b="b" l="l" r="r" t="t"/>
              <a:pathLst>
                <a:path extrusionOk="0" h="983" w="9212">
                  <a:moveTo>
                    <a:pt x="249" y="1"/>
                  </a:moveTo>
                  <a:cubicBezTo>
                    <a:pt x="111" y="1"/>
                    <a:pt x="0" y="112"/>
                    <a:pt x="0" y="251"/>
                  </a:cubicBezTo>
                  <a:lnTo>
                    <a:pt x="0" y="585"/>
                  </a:lnTo>
                  <a:cubicBezTo>
                    <a:pt x="0" y="805"/>
                    <a:pt x="177" y="982"/>
                    <a:pt x="397" y="982"/>
                  </a:cubicBezTo>
                  <a:lnTo>
                    <a:pt x="8812" y="982"/>
                  </a:lnTo>
                  <a:cubicBezTo>
                    <a:pt x="9032" y="982"/>
                    <a:pt x="9210" y="805"/>
                    <a:pt x="9212" y="585"/>
                  </a:cubicBezTo>
                  <a:lnTo>
                    <a:pt x="9212" y="251"/>
                  </a:lnTo>
                  <a:cubicBezTo>
                    <a:pt x="9212" y="112"/>
                    <a:pt x="9099" y="1"/>
                    <a:pt x="8961" y="1"/>
                  </a:cubicBezTo>
                  <a:lnTo>
                    <a:pt x="5532" y="1"/>
                  </a:lnTo>
                  <a:lnTo>
                    <a:pt x="4669" y="80"/>
                  </a:lnTo>
                  <a:lnTo>
                    <a:pt x="3678" y="1"/>
                  </a:lnTo>
                  <a:close/>
                </a:path>
              </a:pathLst>
            </a:custGeom>
            <a:solidFill>
              <a:schemeClr val="l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98" name="Google Shape;1898;p6"/>
            <p:cNvSpPr/>
            <p:nvPr/>
          </p:nvSpPr>
          <p:spPr>
            <a:xfrm>
              <a:off x="5031897" y="3859837"/>
              <a:ext cx="27337" cy="34901"/>
            </a:xfrm>
            <a:custGeom>
              <a:rect b="b" l="l" r="r" t="t"/>
              <a:pathLst>
                <a:path extrusionOk="0" h="983" w="770">
                  <a:moveTo>
                    <a:pt x="150" y="1"/>
                  </a:moveTo>
                  <a:cubicBezTo>
                    <a:pt x="287" y="1"/>
                    <a:pt x="398" y="113"/>
                    <a:pt x="398" y="251"/>
                  </a:cubicBezTo>
                  <a:lnTo>
                    <a:pt x="398" y="585"/>
                  </a:lnTo>
                  <a:cubicBezTo>
                    <a:pt x="398" y="805"/>
                    <a:pt x="219" y="982"/>
                    <a:pt x="1" y="982"/>
                  </a:cubicBezTo>
                  <a:lnTo>
                    <a:pt x="371" y="982"/>
                  </a:lnTo>
                  <a:cubicBezTo>
                    <a:pt x="591" y="982"/>
                    <a:pt x="769" y="805"/>
                    <a:pt x="769" y="585"/>
                  </a:cubicBezTo>
                  <a:lnTo>
                    <a:pt x="769" y="251"/>
                  </a:lnTo>
                  <a:cubicBezTo>
                    <a:pt x="769" y="112"/>
                    <a:pt x="657" y="1"/>
                    <a:pt x="520" y="1"/>
                  </a:cubicBezTo>
                  <a:close/>
                </a:path>
              </a:pathLst>
            </a:cu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99" name="Google Shape;1899;p6"/>
            <p:cNvSpPr/>
            <p:nvPr/>
          </p:nvSpPr>
          <p:spPr>
            <a:xfrm>
              <a:off x="4862793" y="3859908"/>
              <a:ext cx="65893" cy="16936"/>
            </a:xfrm>
            <a:custGeom>
              <a:rect b="b" l="l" r="r" t="t"/>
              <a:pathLst>
                <a:path extrusionOk="0" h="477" w="1856">
                  <a:moveTo>
                    <a:pt x="0" y="0"/>
                  </a:moveTo>
                  <a:lnTo>
                    <a:pt x="0" y="141"/>
                  </a:lnTo>
                  <a:cubicBezTo>
                    <a:pt x="0" y="326"/>
                    <a:pt x="152" y="477"/>
                    <a:pt x="337" y="477"/>
                  </a:cubicBezTo>
                  <a:lnTo>
                    <a:pt x="1519" y="477"/>
                  </a:lnTo>
                  <a:cubicBezTo>
                    <a:pt x="1704" y="477"/>
                    <a:pt x="1854" y="326"/>
                    <a:pt x="1855" y="141"/>
                  </a:cubicBezTo>
                  <a:lnTo>
                    <a:pt x="1855" y="0"/>
                  </a:ln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00" name="Google Shape;1900;p6"/>
            <p:cNvSpPr/>
            <p:nvPr/>
          </p:nvSpPr>
          <p:spPr>
            <a:xfrm>
              <a:off x="4903516" y="3859837"/>
              <a:ext cx="25100" cy="16971"/>
            </a:xfrm>
            <a:custGeom>
              <a:rect b="b" l="l" r="r" t="t"/>
              <a:pathLst>
                <a:path extrusionOk="0" h="478" w="707">
                  <a:moveTo>
                    <a:pt x="337" y="1"/>
                  </a:moveTo>
                  <a:lnTo>
                    <a:pt x="337" y="141"/>
                  </a:lnTo>
                  <a:cubicBezTo>
                    <a:pt x="337" y="326"/>
                    <a:pt x="186" y="477"/>
                    <a:pt x="0" y="477"/>
                  </a:cubicBezTo>
                  <a:lnTo>
                    <a:pt x="372" y="477"/>
                  </a:lnTo>
                  <a:cubicBezTo>
                    <a:pt x="557" y="477"/>
                    <a:pt x="707" y="326"/>
                    <a:pt x="707" y="141"/>
                  </a:cubicBezTo>
                  <a:lnTo>
                    <a:pt x="707" y="1"/>
                  </a:lnTo>
                  <a:close/>
                </a:path>
              </a:pathLst>
            </a:cu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cxnSp>
        <p:nvCxnSpPr>
          <p:cNvPr id="1901" name="Google Shape;1901;p6"/>
          <p:cNvCxnSpPr>
            <a:stCxn id="1834" idx="3"/>
            <a:endCxn id="1850" idx="1"/>
          </p:cNvCxnSpPr>
          <p:nvPr/>
        </p:nvCxnSpPr>
        <p:spPr>
          <a:xfrm>
            <a:off x="4267125" y="1877225"/>
            <a:ext cx="609900" cy="318900"/>
          </a:xfrm>
          <a:prstGeom prst="bentConnector3">
            <a:avLst>
              <a:gd fmla="val 49988" name="adj1"/>
            </a:avLst>
          </a:prstGeom>
          <a:noFill/>
          <a:ln cap="flat" cmpd="sng" w="9525">
            <a:solidFill>
              <a:schemeClr val="dk2"/>
            </a:solidFill>
            <a:prstDash val="solid"/>
            <a:round/>
            <a:headEnd len="sm" w="sm" type="none"/>
            <a:tailEnd len="sm" w="sm" type="none"/>
          </a:ln>
        </p:spPr>
      </p:cxnSp>
      <p:cxnSp>
        <p:nvCxnSpPr>
          <p:cNvPr id="1902" name="Google Shape;1902;p6"/>
          <p:cNvCxnSpPr>
            <a:stCxn id="1853" idx="3"/>
            <a:endCxn id="1835" idx="1"/>
          </p:cNvCxnSpPr>
          <p:nvPr/>
        </p:nvCxnSpPr>
        <p:spPr>
          <a:xfrm flipH="1" rot="10800000">
            <a:off x="4267125" y="3737675"/>
            <a:ext cx="609900" cy="318900"/>
          </a:xfrm>
          <a:prstGeom prst="bentConnector3">
            <a:avLst>
              <a:gd fmla="val 49988" name="adj1"/>
            </a:avLst>
          </a:prstGeom>
          <a:noFill/>
          <a:ln cap="flat" cmpd="sng" w="9525">
            <a:solidFill>
              <a:schemeClr val="dk2"/>
            </a:solidFill>
            <a:prstDash val="solid"/>
            <a:round/>
            <a:headEnd len="sm" w="sm" type="none"/>
            <a:tailEnd len="sm" w="sm" type="none"/>
          </a:ln>
        </p:spPr>
      </p:cxn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0">
  <p:cSld>
    <p:spTree>
      <p:nvGrpSpPr>
        <p:cNvPr id="1906" name="Shape 1906"/>
        <p:cNvGrpSpPr/>
        <p:nvPr/>
      </p:nvGrpSpPr>
      <p:grpSpPr>
        <a:xfrm>
          <a:off x="0" y="0"/>
          <a:ext cx="0" cy="0"/>
          <a:chOff x="0" y="0"/>
          <a:chExt cx="0" cy="0"/>
        </a:xfrm>
      </p:grpSpPr>
      <p:sp>
        <p:nvSpPr>
          <p:cNvPr id="1907" name="Google Shape;1907;g3b47d110848_0_53"/>
          <p:cNvSpPr txBox="1"/>
          <p:nvPr>
            <p:ph idx="1" type="subTitle"/>
          </p:nvPr>
        </p:nvSpPr>
        <p:spPr>
          <a:xfrm>
            <a:off x="720000" y="3946209"/>
            <a:ext cx="2336400" cy="657300"/>
          </a:xfrm>
          <a:prstGeom prst="rect">
            <a:avLst/>
          </a:prstGeom>
        </p:spPr>
        <p:txBody>
          <a:bodyPr anchorCtr="0" anchor="t" bIns="91425" lIns="91425" spcFirstLastPara="1" rIns="91425" wrap="square" tIns="91425">
            <a:noAutofit/>
          </a:bodyPr>
          <a:lstStyle/>
          <a:p>
            <a:pPr indent="0" lvl="0" marL="0" rtl="0" algn="ctr">
              <a:spcBef>
                <a:spcPts val="0"/>
              </a:spcBef>
              <a:spcAft>
                <a:spcPts val="0"/>
              </a:spcAft>
              <a:buNone/>
            </a:pPr>
            <a:r>
              <a:t/>
            </a:r>
            <a:endParaRPr/>
          </a:p>
        </p:txBody>
      </p:sp>
      <p:sp>
        <p:nvSpPr>
          <p:cNvPr id="1908" name="Google Shape;1908;g3b47d110848_0_53"/>
          <p:cNvSpPr txBox="1"/>
          <p:nvPr>
            <p:ph idx="2" type="subTitle"/>
          </p:nvPr>
        </p:nvSpPr>
        <p:spPr>
          <a:xfrm>
            <a:off x="3403825" y="3946209"/>
            <a:ext cx="2336400" cy="657300"/>
          </a:xfrm>
          <a:prstGeom prst="rect">
            <a:avLst/>
          </a:prstGeom>
        </p:spPr>
        <p:txBody>
          <a:bodyPr anchorCtr="0" anchor="t" bIns="91425" lIns="91425" spcFirstLastPara="1" rIns="91425" wrap="square" tIns="91425">
            <a:noAutofit/>
          </a:bodyPr>
          <a:lstStyle/>
          <a:p>
            <a:pPr indent="0" lvl="0" marL="0" rtl="0" algn="ctr">
              <a:spcBef>
                <a:spcPts val="0"/>
              </a:spcBef>
              <a:spcAft>
                <a:spcPts val="0"/>
              </a:spcAft>
              <a:buNone/>
            </a:pPr>
            <a:r>
              <a:t/>
            </a:r>
            <a:endParaRPr/>
          </a:p>
        </p:txBody>
      </p:sp>
      <p:sp>
        <p:nvSpPr>
          <p:cNvPr id="1909" name="Google Shape;1909;g3b47d110848_0_53"/>
          <p:cNvSpPr txBox="1"/>
          <p:nvPr>
            <p:ph idx="3" type="subTitle"/>
          </p:nvPr>
        </p:nvSpPr>
        <p:spPr>
          <a:xfrm>
            <a:off x="6087650" y="3946209"/>
            <a:ext cx="2336400" cy="657300"/>
          </a:xfrm>
          <a:prstGeom prst="rect">
            <a:avLst/>
          </a:prstGeom>
        </p:spPr>
        <p:txBody>
          <a:bodyPr anchorCtr="0" anchor="t" bIns="91425" lIns="91425" spcFirstLastPara="1" rIns="91425" wrap="square" tIns="91425">
            <a:noAutofit/>
          </a:bodyPr>
          <a:lstStyle/>
          <a:p>
            <a:pPr indent="0" lvl="0" marL="0" rtl="0" algn="ctr">
              <a:spcBef>
                <a:spcPts val="0"/>
              </a:spcBef>
              <a:spcAft>
                <a:spcPts val="0"/>
              </a:spcAft>
              <a:buNone/>
            </a:pPr>
            <a:r>
              <a:t/>
            </a:r>
            <a:endParaRPr/>
          </a:p>
        </p:txBody>
      </p:sp>
      <p:sp>
        <p:nvSpPr>
          <p:cNvPr id="1910" name="Google Shape;1910;g3b47d110848_0_53"/>
          <p:cNvSpPr txBox="1"/>
          <p:nvPr>
            <p:ph type="title"/>
          </p:nvPr>
        </p:nvSpPr>
        <p:spPr>
          <a:xfrm>
            <a:off x="720000" y="3418500"/>
            <a:ext cx="2336400" cy="527700"/>
          </a:xfrm>
          <a:prstGeom prst="rect">
            <a:avLst/>
          </a:prstGeom>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911" name="Google Shape;1911;g3b47d110848_0_53"/>
          <p:cNvSpPr txBox="1"/>
          <p:nvPr>
            <p:ph idx="4" type="title"/>
          </p:nvPr>
        </p:nvSpPr>
        <p:spPr>
          <a:xfrm>
            <a:off x="3403800" y="3418500"/>
            <a:ext cx="2336400" cy="527700"/>
          </a:xfrm>
          <a:prstGeom prst="rect">
            <a:avLst/>
          </a:prstGeom>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912" name="Google Shape;1912;g3b47d110848_0_53"/>
          <p:cNvSpPr txBox="1"/>
          <p:nvPr>
            <p:ph idx="5" type="title"/>
          </p:nvPr>
        </p:nvSpPr>
        <p:spPr>
          <a:xfrm>
            <a:off x="6087600" y="3418500"/>
            <a:ext cx="2336400" cy="527700"/>
          </a:xfrm>
          <a:prstGeom prst="rect">
            <a:avLst/>
          </a:prstGeom>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913" name="Google Shape;1913;g3b47d110848_0_53"/>
          <p:cNvSpPr txBox="1"/>
          <p:nvPr>
            <p:ph idx="6" type="title"/>
          </p:nvPr>
        </p:nvSpPr>
        <p:spPr>
          <a:xfrm>
            <a:off x="720000" y="540000"/>
            <a:ext cx="7704000" cy="564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0">
  <p:cSld>
    <p:spTree>
      <p:nvGrpSpPr>
        <p:cNvPr id="1917" name="Shape 1917"/>
        <p:cNvGrpSpPr/>
        <p:nvPr/>
      </p:nvGrpSpPr>
      <p:grpSpPr>
        <a:xfrm>
          <a:off x="0" y="0"/>
          <a:ext cx="0" cy="0"/>
          <a:chOff x="0" y="0"/>
          <a:chExt cx="0" cy="0"/>
        </a:xfrm>
      </p:grpSpPr>
      <p:sp>
        <p:nvSpPr>
          <p:cNvPr id="1918" name="Google Shape;1918;p10"/>
          <p:cNvSpPr/>
          <p:nvPr/>
        </p:nvSpPr>
        <p:spPr>
          <a:xfrm>
            <a:off x="1346850" y="2482884"/>
            <a:ext cx="2352900" cy="1185000"/>
          </a:xfrm>
          <a:prstGeom prst="rect">
            <a:avLst/>
          </a:prstGeom>
          <a:solidFill>
            <a:srgbClr val="7C7C7C">
              <a:alpha val="14117"/>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nvGrpSpPr>
          <p:cNvPr id="1919" name="Google Shape;1919;p10"/>
          <p:cNvGrpSpPr/>
          <p:nvPr/>
        </p:nvGrpSpPr>
        <p:grpSpPr>
          <a:xfrm>
            <a:off x="1355100" y="2264746"/>
            <a:ext cx="2336400" cy="218100"/>
            <a:chOff x="1290775" y="1427525"/>
            <a:chExt cx="2336400" cy="218100"/>
          </a:xfrm>
        </p:grpSpPr>
        <p:sp>
          <p:nvSpPr>
            <p:cNvPr id="1920" name="Google Shape;1920;p10"/>
            <p:cNvSpPr/>
            <p:nvPr/>
          </p:nvSpPr>
          <p:spPr>
            <a:xfrm>
              <a:off x="1290775" y="1427525"/>
              <a:ext cx="2336400" cy="218100"/>
            </a:xfrm>
            <a:prstGeom prst="rect">
              <a:avLst/>
            </a:prstGeom>
            <a:solidFill>
              <a:srgbClr val="ECE5B4"/>
            </a:solidFill>
            <a:ln cap="flat" cmpd="sng" w="9525">
              <a:solidFill>
                <a:srgbClr val="ECE5B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21" name="Google Shape;1921;p10"/>
            <p:cNvSpPr/>
            <p:nvPr/>
          </p:nvSpPr>
          <p:spPr>
            <a:xfrm>
              <a:off x="1405200" y="1486450"/>
              <a:ext cx="100200" cy="100200"/>
            </a:xfrm>
            <a:prstGeom prst="ellipse">
              <a:avLst/>
            </a:prstGeom>
            <a:solidFill>
              <a:srgbClr val="2F2B1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22" name="Google Shape;1922;p10"/>
            <p:cNvSpPr/>
            <p:nvPr/>
          </p:nvSpPr>
          <p:spPr>
            <a:xfrm>
              <a:off x="1588650" y="1486450"/>
              <a:ext cx="100200" cy="100200"/>
            </a:xfrm>
            <a:prstGeom prst="ellipse">
              <a:avLst/>
            </a:prstGeom>
            <a:solidFill>
              <a:srgbClr val="2F2B1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23" name="Google Shape;1923;p10"/>
            <p:cNvSpPr/>
            <p:nvPr/>
          </p:nvSpPr>
          <p:spPr>
            <a:xfrm>
              <a:off x="1772100" y="1486450"/>
              <a:ext cx="100200" cy="100200"/>
            </a:xfrm>
            <a:prstGeom prst="ellipse">
              <a:avLst/>
            </a:prstGeom>
            <a:solidFill>
              <a:srgbClr val="2F2B1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1924" name="Google Shape;1924;p10"/>
          <p:cNvSpPr/>
          <p:nvPr/>
        </p:nvSpPr>
        <p:spPr>
          <a:xfrm>
            <a:off x="5444250" y="3367074"/>
            <a:ext cx="2352900" cy="1185000"/>
          </a:xfrm>
          <a:prstGeom prst="rect">
            <a:avLst/>
          </a:prstGeom>
          <a:solidFill>
            <a:srgbClr val="7C7C7C">
              <a:alpha val="14117"/>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nvGrpSpPr>
          <p:cNvPr id="1925" name="Google Shape;1925;p10"/>
          <p:cNvGrpSpPr/>
          <p:nvPr/>
        </p:nvGrpSpPr>
        <p:grpSpPr>
          <a:xfrm>
            <a:off x="5452500" y="3148937"/>
            <a:ext cx="2336400" cy="218100"/>
            <a:chOff x="1290775" y="1427525"/>
            <a:chExt cx="2336400" cy="218100"/>
          </a:xfrm>
        </p:grpSpPr>
        <p:sp>
          <p:nvSpPr>
            <p:cNvPr id="1926" name="Google Shape;1926;p10"/>
            <p:cNvSpPr/>
            <p:nvPr/>
          </p:nvSpPr>
          <p:spPr>
            <a:xfrm>
              <a:off x="1290775" y="1427525"/>
              <a:ext cx="2336400" cy="218100"/>
            </a:xfrm>
            <a:prstGeom prst="rect">
              <a:avLst/>
            </a:prstGeom>
            <a:solidFill>
              <a:srgbClr val="ECE5B4"/>
            </a:solidFill>
            <a:ln cap="flat" cmpd="sng" w="9525">
              <a:solidFill>
                <a:srgbClr val="ECE5B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27" name="Google Shape;1927;p10"/>
            <p:cNvSpPr/>
            <p:nvPr/>
          </p:nvSpPr>
          <p:spPr>
            <a:xfrm>
              <a:off x="1405200" y="1486450"/>
              <a:ext cx="100200" cy="100200"/>
            </a:xfrm>
            <a:prstGeom prst="ellipse">
              <a:avLst/>
            </a:prstGeom>
            <a:solidFill>
              <a:srgbClr val="2F2B1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28" name="Google Shape;1928;p10"/>
            <p:cNvSpPr/>
            <p:nvPr/>
          </p:nvSpPr>
          <p:spPr>
            <a:xfrm>
              <a:off x="1588650" y="1486450"/>
              <a:ext cx="100200" cy="100200"/>
            </a:xfrm>
            <a:prstGeom prst="ellipse">
              <a:avLst/>
            </a:prstGeom>
            <a:solidFill>
              <a:srgbClr val="2F2B1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29" name="Google Shape;1929;p10"/>
            <p:cNvSpPr/>
            <p:nvPr/>
          </p:nvSpPr>
          <p:spPr>
            <a:xfrm>
              <a:off x="1772100" y="1486450"/>
              <a:ext cx="100200" cy="100200"/>
            </a:xfrm>
            <a:prstGeom prst="ellipse">
              <a:avLst/>
            </a:prstGeom>
            <a:solidFill>
              <a:srgbClr val="2F2B1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1930" name="Google Shape;1930;p10"/>
          <p:cNvSpPr/>
          <p:nvPr/>
        </p:nvSpPr>
        <p:spPr>
          <a:xfrm>
            <a:off x="5444250" y="1602149"/>
            <a:ext cx="2352900" cy="1185000"/>
          </a:xfrm>
          <a:prstGeom prst="rect">
            <a:avLst/>
          </a:prstGeom>
          <a:solidFill>
            <a:srgbClr val="7C7C7C">
              <a:alpha val="14117"/>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nvGrpSpPr>
          <p:cNvPr id="1931" name="Google Shape;1931;p10"/>
          <p:cNvGrpSpPr/>
          <p:nvPr/>
        </p:nvGrpSpPr>
        <p:grpSpPr>
          <a:xfrm>
            <a:off x="5452500" y="1384012"/>
            <a:ext cx="2336400" cy="218100"/>
            <a:chOff x="1290775" y="1427525"/>
            <a:chExt cx="2336400" cy="218100"/>
          </a:xfrm>
        </p:grpSpPr>
        <p:sp>
          <p:nvSpPr>
            <p:cNvPr id="1932" name="Google Shape;1932;p10"/>
            <p:cNvSpPr/>
            <p:nvPr/>
          </p:nvSpPr>
          <p:spPr>
            <a:xfrm>
              <a:off x="1290775" y="1427525"/>
              <a:ext cx="2336400" cy="218100"/>
            </a:xfrm>
            <a:prstGeom prst="rect">
              <a:avLst/>
            </a:prstGeom>
            <a:solidFill>
              <a:srgbClr val="ECE5B4"/>
            </a:solidFill>
            <a:ln cap="flat" cmpd="sng" w="9525">
              <a:solidFill>
                <a:srgbClr val="ECE5B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33" name="Google Shape;1933;p10"/>
            <p:cNvSpPr/>
            <p:nvPr/>
          </p:nvSpPr>
          <p:spPr>
            <a:xfrm>
              <a:off x="1405200" y="1486450"/>
              <a:ext cx="100200" cy="100200"/>
            </a:xfrm>
            <a:prstGeom prst="ellipse">
              <a:avLst/>
            </a:prstGeom>
            <a:solidFill>
              <a:srgbClr val="2F2B1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34" name="Google Shape;1934;p10"/>
            <p:cNvSpPr/>
            <p:nvPr/>
          </p:nvSpPr>
          <p:spPr>
            <a:xfrm>
              <a:off x="1588650" y="1486450"/>
              <a:ext cx="100200" cy="100200"/>
            </a:xfrm>
            <a:prstGeom prst="ellipse">
              <a:avLst/>
            </a:prstGeom>
            <a:solidFill>
              <a:srgbClr val="2F2B1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35" name="Google Shape;1935;p10"/>
            <p:cNvSpPr/>
            <p:nvPr/>
          </p:nvSpPr>
          <p:spPr>
            <a:xfrm>
              <a:off x="1772100" y="1486450"/>
              <a:ext cx="100200" cy="100200"/>
            </a:xfrm>
            <a:prstGeom prst="ellipse">
              <a:avLst/>
            </a:prstGeom>
            <a:solidFill>
              <a:srgbClr val="2F2B1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1936" name="Google Shape;1936;p10"/>
          <p:cNvSpPr txBox="1"/>
          <p:nvPr>
            <p:ph type="title"/>
          </p:nvPr>
        </p:nvSpPr>
        <p:spPr>
          <a:xfrm>
            <a:off x="720000" y="540000"/>
            <a:ext cx="7704000" cy="564300"/>
          </a:xfrm>
          <a:prstGeom prst="rect">
            <a:avLst/>
          </a:prstGeom>
          <a:noFill/>
          <a:ln>
            <a:noFill/>
          </a:ln>
        </p:spPr>
        <p:txBody>
          <a:bodyPr anchorCtr="0" anchor="ctr" bIns="91425" lIns="91425" spcFirstLastPara="1" rIns="91425" wrap="square" tIns="91425">
            <a:noAutofit/>
          </a:bodyPr>
          <a:lstStyle/>
          <a:p>
            <a:pPr indent="0" lvl="0" marL="0" rtl="0" algn="l">
              <a:lnSpc>
                <a:spcPct val="100000"/>
              </a:lnSpc>
              <a:spcBef>
                <a:spcPts val="0"/>
              </a:spcBef>
              <a:spcAft>
                <a:spcPts val="0"/>
              </a:spcAft>
              <a:buSzPts val="2800"/>
              <a:buNone/>
            </a:pPr>
            <a:r>
              <a:rPr lang="en">
                <a:solidFill>
                  <a:schemeClr val="lt2"/>
                </a:solidFill>
              </a:rPr>
              <a:t>Flexible</a:t>
            </a:r>
            <a:r>
              <a:rPr lang="en"/>
              <a:t> program options</a:t>
            </a:r>
            <a:endParaRPr/>
          </a:p>
        </p:txBody>
      </p:sp>
      <p:sp>
        <p:nvSpPr>
          <p:cNvPr id="1937" name="Google Shape;1937;p10"/>
          <p:cNvSpPr txBox="1"/>
          <p:nvPr>
            <p:ph idx="2" type="title"/>
          </p:nvPr>
        </p:nvSpPr>
        <p:spPr>
          <a:xfrm>
            <a:off x="1355100" y="2482871"/>
            <a:ext cx="2336400" cy="5277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lnSpc>
                <a:spcPct val="100000"/>
              </a:lnSpc>
              <a:spcBef>
                <a:spcPts val="0"/>
              </a:spcBef>
              <a:spcAft>
                <a:spcPts val="0"/>
              </a:spcAft>
              <a:buSzPts val="2400"/>
              <a:buNone/>
            </a:pPr>
            <a:r>
              <a:rPr lang="en"/>
              <a:t>Science</a:t>
            </a:r>
            <a:endParaRPr/>
          </a:p>
        </p:txBody>
      </p:sp>
      <p:sp>
        <p:nvSpPr>
          <p:cNvPr id="1938" name="Google Shape;1938;p10"/>
          <p:cNvSpPr txBox="1"/>
          <p:nvPr>
            <p:ph idx="1" type="subTitle"/>
          </p:nvPr>
        </p:nvSpPr>
        <p:spPr>
          <a:xfrm>
            <a:off x="1355100" y="3010584"/>
            <a:ext cx="2336400" cy="657300"/>
          </a:xfrm>
          <a:prstGeom prst="rect">
            <a:avLst/>
          </a:prstGeom>
          <a:noFill/>
          <a:ln cap="flat" cmpd="sng" w="9525">
            <a:solidFill>
              <a:schemeClr val="dk2"/>
            </a:solidFill>
            <a:prstDash val="solid"/>
            <a:round/>
            <a:headEnd len="sm" w="sm" type="none"/>
            <a:tailEnd len="sm" w="sm" type="none"/>
          </a:ln>
        </p:spPr>
        <p:txBody>
          <a:bodyPr anchorCtr="0" anchor="t" bIns="91425" lIns="91425" spcFirstLastPara="1" rIns="91425" wrap="square" tIns="91425">
            <a:noAutofit/>
          </a:bodyPr>
          <a:lstStyle/>
          <a:p>
            <a:pPr indent="0" lvl="0" marL="0" rtl="0" algn="ctr">
              <a:lnSpc>
                <a:spcPct val="100000"/>
              </a:lnSpc>
              <a:spcBef>
                <a:spcPts val="0"/>
              </a:spcBef>
              <a:spcAft>
                <a:spcPts val="1600"/>
              </a:spcAft>
              <a:buSzPts val="1400"/>
              <a:buNone/>
            </a:pPr>
            <a:r>
              <a:rPr b="1" lang="en">
                <a:solidFill>
                  <a:schemeClr val="accent6"/>
                </a:solidFill>
                <a:highlight>
                  <a:schemeClr val="accent3"/>
                </a:highlight>
              </a:rPr>
              <a:t>Jupiter</a:t>
            </a:r>
            <a:r>
              <a:rPr b="1" lang="en"/>
              <a:t> </a:t>
            </a:r>
            <a:r>
              <a:rPr lang="en"/>
              <a:t>is a gas giant and the biggest planet</a:t>
            </a:r>
            <a:endParaRPr/>
          </a:p>
        </p:txBody>
      </p:sp>
      <p:sp>
        <p:nvSpPr>
          <p:cNvPr id="1939" name="Google Shape;1939;p10"/>
          <p:cNvSpPr txBox="1"/>
          <p:nvPr>
            <p:ph idx="3" type="title"/>
          </p:nvPr>
        </p:nvSpPr>
        <p:spPr>
          <a:xfrm>
            <a:off x="5452500" y="1598709"/>
            <a:ext cx="2336400" cy="5277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lnSpc>
                <a:spcPct val="100000"/>
              </a:lnSpc>
              <a:spcBef>
                <a:spcPts val="0"/>
              </a:spcBef>
              <a:spcAft>
                <a:spcPts val="0"/>
              </a:spcAft>
              <a:buSzPts val="2400"/>
              <a:buNone/>
            </a:pPr>
            <a:r>
              <a:rPr lang="en"/>
              <a:t>Marketing</a:t>
            </a:r>
            <a:endParaRPr/>
          </a:p>
        </p:txBody>
      </p:sp>
      <p:sp>
        <p:nvSpPr>
          <p:cNvPr id="1940" name="Google Shape;1940;p10"/>
          <p:cNvSpPr txBox="1"/>
          <p:nvPr>
            <p:ph idx="4" type="subTitle"/>
          </p:nvPr>
        </p:nvSpPr>
        <p:spPr>
          <a:xfrm>
            <a:off x="5452500" y="2126421"/>
            <a:ext cx="2336400" cy="657300"/>
          </a:xfrm>
          <a:prstGeom prst="rect">
            <a:avLst/>
          </a:prstGeom>
          <a:noFill/>
          <a:ln cap="flat" cmpd="sng" w="9525">
            <a:solidFill>
              <a:schemeClr val="dk2"/>
            </a:solidFill>
            <a:prstDash val="solid"/>
            <a:round/>
            <a:headEnd len="sm" w="sm" type="none"/>
            <a:tailEnd len="sm" w="sm" type="none"/>
          </a:ln>
        </p:spPr>
        <p:txBody>
          <a:bodyPr anchorCtr="0" anchor="t" bIns="91425" lIns="91425" spcFirstLastPara="1" rIns="91425" wrap="square" tIns="91425">
            <a:noAutofit/>
          </a:bodyPr>
          <a:lstStyle/>
          <a:p>
            <a:pPr indent="0" lvl="0" marL="0" rtl="0" algn="ctr">
              <a:lnSpc>
                <a:spcPct val="100000"/>
              </a:lnSpc>
              <a:spcBef>
                <a:spcPts val="0"/>
              </a:spcBef>
              <a:spcAft>
                <a:spcPts val="1600"/>
              </a:spcAft>
              <a:buSzPts val="1400"/>
              <a:buNone/>
            </a:pPr>
            <a:r>
              <a:rPr b="1" lang="en">
                <a:solidFill>
                  <a:schemeClr val="accent6"/>
                </a:solidFill>
                <a:highlight>
                  <a:schemeClr val="accent3"/>
                </a:highlight>
              </a:rPr>
              <a:t>Saturn</a:t>
            </a:r>
            <a:r>
              <a:rPr b="1" lang="en"/>
              <a:t> </a:t>
            </a:r>
            <a:r>
              <a:rPr lang="en"/>
              <a:t>is a gas giant and has several rings</a:t>
            </a:r>
            <a:endParaRPr/>
          </a:p>
        </p:txBody>
      </p:sp>
      <p:sp>
        <p:nvSpPr>
          <p:cNvPr id="1941" name="Google Shape;1941;p10"/>
          <p:cNvSpPr txBox="1"/>
          <p:nvPr>
            <p:ph idx="5" type="title"/>
          </p:nvPr>
        </p:nvSpPr>
        <p:spPr>
          <a:xfrm>
            <a:off x="5452500" y="3367059"/>
            <a:ext cx="2336400" cy="5277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lnSpc>
                <a:spcPct val="100000"/>
              </a:lnSpc>
              <a:spcBef>
                <a:spcPts val="0"/>
              </a:spcBef>
              <a:spcAft>
                <a:spcPts val="0"/>
              </a:spcAft>
              <a:buSzPts val="2400"/>
              <a:buNone/>
            </a:pPr>
            <a:r>
              <a:rPr lang="en"/>
              <a:t>Psychology</a:t>
            </a:r>
            <a:endParaRPr/>
          </a:p>
        </p:txBody>
      </p:sp>
      <p:sp>
        <p:nvSpPr>
          <p:cNvPr id="1942" name="Google Shape;1942;p10"/>
          <p:cNvSpPr txBox="1"/>
          <p:nvPr>
            <p:ph idx="6" type="subTitle"/>
          </p:nvPr>
        </p:nvSpPr>
        <p:spPr>
          <a:xfrm>
            <a:off x="5452500" y="3894771"/>
            <a:ext cx="2336400" cy="657300"/>
          </a:xfrm>
          <a:prstGeom prst="rect">
            <a:avLst/>
          </a:prstGeom>
          <a:noFill/>
          <a:ln cap="flat" cmpd="sng" w="9525">
            <a:solidFill>
              <a:schemeClr val="dk2"/>
            </a:solidFill>
            <a:prstDash val="solid"/>
            <a:round/>
            <a:headEnd len="sm" w="sm" type="none"/>
            <a:tailEnd len="sm" w="sm" type="none"/>
          </a:ln>
        </p:spPr>
        <p:txBody>
          <a:bodyPr anchorCtr="0" anchor="t" bIns="91425" lIns="91425" spcFirstLastPara="1" rIns="91425" wrap="square" tIns="91425">
            <a:noAutofit/>
          </a:bodyPr>
          <a:lstStyle/>
          <a:p>
            <a:pPr indent="0" lvl="0" marL="0" rtl="0" algn="ctr">
              <a:lnSpc>
                <a:spcPct val="100000"/>
              </a:lnSpc>
              <a:spcBef>
                <a:spcPts val="0"/>
              </a:spcBef>
              <a:spcAft>
                <a:spcPts val="1600"/>
              </a:spcAft>
              <a:buSzPts val="1400"/>
              <a:buNone/>
            </a:pPr>
            <a:r>
              <a:rPr b="1" lang="en">
                <a:solidFill>
                  <a:schemeClr val="accent6"/>
                </a:solidFill>
                <a:highlight>
                  <a:schemeClr val="accent3"/>
                </a:highlight>
              </a:rPr>
              <a:t>Neptune</a:t>
            </a:r>
            <a:r>
              <a:rPr b="1" lang="en"/>
              <a:t> </a:t>
            </a:r>
            <a:r>
              <a:rPr lang="en"/>
              <a:t>is the farthest planet from the Sun</a:t>
            </a:r>
            <a:endParaRPr/>
          </a:p>
        </p:txBody>
      </p:sp>
      <p:grpSp>
        <p:nvGrpSpPr>
          <p:cNvPr id="1943" name="Google Shape;1943;p10"/>
          <p:cNvGrpSpPr/>
          <p:nvPr/>
        </p:nvGrpSpPr>
        <p:grpSpPr>
          <a:xfrm>
            <a:off x="4242379" y="1811347"/>
            <a:ext cx="650997" cy="759684"/>
            <a:chOff x="4876875" y="1427500"/>
            <a:chExt cx="1130400" cy="1319125"/>
          </a:xfrm>
        </p:grpSpPr>
        <p:sp>
          <p:nvSpPr>
            <p:cNvPr id="1944" name="Google Shape;1944;p10"/>
            <p:cNvSpPr/>
            <p:nvPr/>
          </p:nvSpPr>
          <p:spPr>
            <a:xfrm>
              <a:off x="4876875" y="1645625"/>
              <a:ext cx="1130400" cy="11010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45" name="Google Shape;1945;p10"/>
            <p:cNvSpPr/>
            <p:nvPr/>
          </p:nvSpPr>
          <p:spPr>
            <a:xfrm>
              <a:off x="4876875" y="1427500"/>
              <a:ext cx="1130400" cy="2181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946" name="Google Shape;1946;p10"/>
          <p:cNvGrpSpPr/>
          <p:nvPr/>
        </p:nvGrpSpPr>
        <p:grpSpPr>
          <a:xfrm>
            <a:off x="4242379" y="3579710"/>
            <a:ext cx="650997" cy="759684"/>
            <a:chOff x="4876875" y="1427500"/>
            <a:chExt cx="1130400" cy="1319125"/>
          </a:xfrm>
        </p:grpSpPr>
        <p:sp>
          <p:nvSpPr>
            <p:cNvPr id="1947" name="Google Shape;1947;p10"/>
            <p:cNvSpPr/>
            <p:nvPr/>
          </p:nvSpPr>
          <p:spPr>
            <a:xfrm>
              <a:off x="4876875" y="1645625"/>
              <a:ext cx="1130400" cy="11010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48" name="Google Shape;1948;p10"/>
            <p:cNvSpPr/>
            <p:nvPr/>
          </p:nvSpPr>
          <p:spPr>
            <a:xfrm>
              <a:off x="4876875" y="1427500"/>
              <a:ext cx="1130400" cy="2181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949" name="Google Shape;1949;p10"/>
          <p:cNvGrpSpPr/>
          <p:nvPr/>
        </p:nvGrpSpPr>
        <p:grpSpPr>
          <a:xfrm>
            <a:off x="4242379" y="2695522"/>
            <a:ext cx="650997" cy="759684"/>
            <a:chOff x="4876875" y="1427500"/>
            <a:chExt cx="1130400" cy="1319125"/>
          </a:xfrm>
        </p:grpSpPr>
        <p:sp>
          <p:nvSpPr>
            <p:cNvPr id="1950" name="Google Shape;1950;p10"/>
            <p:cNvSpPr/>
            <p:nvPr/>
          </p:nvSpPr>
          <p:spPr>
            <a:xfrm>
              <a:off x="4876875" y="1645625"/>
              <a:ext cx="1130400" cy="11010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51" name="Google Shape;1951;p10"/>
            <p:cNvSpPr/>
            <p:nvPr/>
          </p:nvSpPr>
          <p:spPr>
            <a:xfrm>
              <a:off x="4876875" y="1427500"/>
              <a:ext cx="1130400" cy="2181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cxnSp>
        <p:nvCxnSpPr>
          <p:cNvPr id="1952" name="Google Shape;1952;p10"/>
          <p:cNvCxnSpPr>
            <a:stCxn id="1944" idx="3"/>
            <a:endCxn id="1939" idx="1"/>
          </p:cNvCxnSpPr>
          <p:nvPr/>
        </p:nvCxnSpPr>
        <p:spPr>
          <a:xfrm flipH="1" rot="10800000">
            <a:off x="4893376" y="1862498"/>
            <a:ext cx="559200" cy="391500"/>
          </a:xfrm>
          <a:prstGeom prst="bentConnector3">
            <a:avLst>
              <a:gd fmla="val 49993" name="adj1"/>
            </a:avLst>
          </a:prstGeom>
          <a:noFill/>
          <a:ln cap="flat" cmpd="sng" w="9525">
            <a:solidFill>
              <a:schemeClr val="dk2"/>
            </a:solidFill>
            <a:prstDash val="solid"/>
            <a:round/>
            <a:headEnd len="sm" w="sm" type="none"/>
            <a:tailEnd len="sm" w="sm" type="none"/>
          </a:ln>
        </p:spPr>
      </p:cxnSp>
      <p:cxnSp>
        <p:nvCxnSpPr>
          <p:cNvPr id="1953" name="Google Shape;1953;p10"/>
          <p:cNvCxnSpPr>
            <a:stCxn id="1937" idx="3"/>
            <a:endCxn id="1950" idx="1"/>
          </p:cNvCxnSpPr>
          <p:nvPr/>
        </p:nvCxnSpPr>
        <p:spPr>
          <a:xfrm>
            <a:off x="3691500" y="2746721"/>
            <a:ext cx="550800" cy="391500"/>
          </a:xfrm>
          <a:prstGeom prst="bentConnector3">
            <a:avLst>
              <a:gd fmla="val 50007" name="adj1"/>
            </a:avLst>
          </a:prstGeom>
          <a:noFill/>
          <a:ln cap="flat" cmpd="sng" w="9525">
            <a:solidFill>
              <a:schemeClr val="dk2"/>
            </a:solidFill>
            <a:prstDash val="solid"/>
            <a:round/>
            <a:headEnd len="sm" w="sm" type="none"/>
            <a:tailEnd len="sm" w="sm" type="none"/>
          </a:ln>
        </p:spPr>
      </p:cxnSp>
      <p:cxnSp>
        <p:nvCxnSpPr>
          <p:cNvPr id="1954" name="Google Shape;1954;p10"/>
          <p:cNvCxnSpPr>
            <a:stCxn id="1947" idx="3"/>
            <a:endCxn id="1941" idx="1"/>
          </p:cNvCxnSpPr>
          <p:nvPr/>
        </p:nvCxnSpPr>
        <p:spPr>
          <a:xfrm flipH="1" rot="10800000">
            <a:off x="4893376" y="3630861"/>
            <a:ext cx="559200" cy="391500"/>
          </a:xfrm>
          <a:prstGeom prst="bentConnector3">
            <a:avLst>
              <a:gd fmla="val 49993" name="adj1"/>
            </a:avLst>
          </a:prstGeom>
          <a:noFill/>
          <a:ln cap="flat" cmpd="sng" w="9525">
            <a:solidFill>
              <a:schemeClr val="dk2"/>
            </a:solidFill>
            <a:prstDash val="solid"/>
            <a:round/>
            <a:headEnd len="sm" w="sm" type="none"/>
            <a:tailEnd len="sm" w="sm" type="none"/>
          </a:ln>
        </p:spPr>
      </p:cxnSp>
      <p:grpSp>
        <p:nvGrpSpPr>
          <p:cNvPr id="1955" name="Google Shape;1955;p10"/>
          <p:cNvGrpSpPr/>
          <p:nvPr/>
        </p:nvGrpSpPr>
        <p:grpSpPr>
          <a:xfrm>
            <a:off x="4411203" y="3887933"/>
            <a:ext cx="327024" cy="269048"/>
            <a:chOff x="3437462" y="2859987"/>
            <a:chExt cx="327024" cy="269048"/>
          </a:xfrm>
        </p:grpSpPr>
        <p:sp>
          <p:nvSpPr>
            <p:cNvPr id="1956" name="Google Shape;1956;p10"/>
            <p:cNvSpPr/>
            <p:nvPr/>
          </p:nvSpPr>
          <p:spPr>
            <a:xfrm>
              <a:off x="3461569" y="2903372"/>
              <a:ext cx="279760" cy="192153"/>
            </a:xfrm>
            <a:custGeom>
              <a:rect b="b" l="l" r="r" t="t"/>
              <a:pathLst>
                <a:path extrusionOk="0" h="5412" w="7880">
                  <a:moveTo>
                    <a:pt x="306" y="1"/>
                  </a:moveTo>
                  <a:cubicBezTo>
                    <a:pt x="137" y="1"/>
                    <a:pt x="1" y="137"/>
                    <a:pt x="1" y="306"/>
                  </a:cubicBezTo>
                  <a:lnTo>
                    <a:pt x="1" y="5105"/>
                  </a:lnTo>
                  <a:cubicBezTo>
                    <a:pt x="1" y="5275"/>
                    <a:pt x="137" y="5411"/>
                    <a:pt x="306" y="5411"/>
                  </a:cubicBezTo>
                  <a:lnTo>
                    <a:pt x="7571" y="5411"/>
                  </a:lnTo>
                  <a:cubicBezTo>
                    <a:pt x="7740" y="5411"/>
                    <a:pt x="7879" y="5275"/>
                    <a:pt x="7876" y="5105"/>
                  </a:cubicBezTo>
                  <a:lnTo>
                    <a:pt x="7876" y="306"/>
                  </a:lnTo>
                  <a:cubicBezTo>
                    <a:pt x="7876" y="137"/>
                    <a:pt x="7740" y="1"/>
                    <a:pt x="7571" y="1"/>
                  </a:cubicBezTo>
                  <a:close/>
                </a:path>
              </a:pathLst>
            </a:custGeom>
            <a:solidFill>
              <a:schemeClr val="accent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57" name="Google Shape;1957;p10"/>
            <p:cNvSpPr/>
            <p:nvPr/>
          </p:nvSpPr>
          <p:spPr>
            <a:xfrm>
              <a:off x="3717267" y="2903372"/>
              <a:ext cx="24071" cy="192153"/>
            </a:xfrm>
            <a:custGeom>
              <a:rect b="b" l="l" r="r" t="t"/>
              <a:pathLst>
                <a:path extrusionOk="0" h="5412" w="678">
                  <a:moveTo>
                    <a:pt x="1" y="1"/>
                  </a:moveTo>
                  <a:cubicBezTo>
                    <a:pt x="169" y="1"/>
                    <a:pt x="306" y="137"/>
                    <a:pt x="306" y="306"/>
                  </a:cubicBezTo>
                  <a:lnTo>
                    <a:pt x="306" y="5105"/>
                  </a:lnTo>
                  <a:cubicBezTo>
                    <a:pt x="306" y="5275"/>
                    <a:pt x="169" y="5411"/>
                    <a:pt x="1" y="5411"/>
                  </a:cubicBezTo>
                  <a:lnTo>
                    <a:pt x="371" y="5411"/>
                  </a:lnTo>
                  <a:cubicBezTo>
                    <a:pt x="541" y="5411"/>
                    <a:pt x="677" y="5275"/>
                    <a:pt x="677" y="5105"/>
                  </a:cubicBezTo>
                  <a:lnTo>
                    <a:pt x="677" y="306"/>
                  </a:lnTo>
                  <a:cubicBezTo>
                    <a:pt x="677" y="137"/>
                    <a:pt x="538" y="1"/>
                    <a:pt x="371"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58" name="Google Shape;1958;p10"/>
            <p:cNvSpPr/>
            <p:nvPr/>
          </p:nvSpPr>
          <p:spPr>
            <a:xfrm>
              <a:off x="3482871" y="2921266"/>
              <a:ext cx="237086" cy="156364"/>
            </a:xfrm>
            <a:custGeom>
              <a:rect b="b" l="l" r="r" t="t"/>
              <a:pathLst>
                <a:path extrusionOk="0" h="4404" w="6678">
                  <a:moveTo>
                    <a:pt x="206" y="0"/>
                  </a:moveTo>
                  <a:cubicBezTo>
                    <a:pt x="93" y="0"/>
                    <a:pt x="1" y="92"/>
                    <a:pt x="1" y="205"/>
                  </a:cubicBezTo>
                  <a:lnTo>
                    <a:pt x="1" y="4198"/>
                  </a:lnTo>
                  <a:cubicBezTo>
                    <a:pt x="1" y="4312"/>
                    <a:pt x="93" y="4404"/>
                    <a:pt x="206" y="4404"/>
                  </a:cubicBezTo>
                  <a:lnTo>
                    <a:pt x="6473" y="4404"/>
                  </a:lnTo>
                  <a:cubicBezTo>
                    <a:pt x="6586" y="4404"/>
                    <a:pt x="6678" y="4312"/>
                    <a:pt x="6678" y="4198"/>
                  </a:cubicBezTo>
                  <a:lnTo>
                    <a:pt x="6678" y="205"/>
                  </a:lnTo>
                  <a:cubicBezTo>
                    <a:pt x="6678" y="92"/>
                    <a:pt x="6586" y="0"/>
                    <a:pt x="6473" y="0"/>
                  </a:cubicBez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59" name="Google Shape;1959;p10"/>
            <p:cNvSpPr/>
            <p:nvPr/>
          </p:nvSpPr>
          <p:spPr>
            <a:xfrm>
              <a:off x="3699302" y="2921266"/>
              <a:ext cx="20662" cy="156364"/>
            </a:xfrm>
            <a:custGeom>
              <a:rect b="b" l="l" r="r" t="t"/>
              <a:pathLst>
                <a:path extrusionOk="0" h="4404" w="582">
                  <a:moveTo>
                    <a:pt x="380" y="0"/>
                  </a:moveTo>
                  <a:cubicBezTo>
                    <a:pt x="379" y="0"/>
                    <a:pt x="378" y="0"/>
                    <a:pt x="377" y="0"/>
                  </a:cubicBezTo>
                  <a:lnTo>
                    <a:pt x="0" y="0"/>
                  </a:lnTo>
                  <a:cubicBezTo>
                    <a:pt x="114" y="0"/>
                    <a:pt x="206" y="92"/>
                    <a:pt x="206" y="205"/>
                  </a:cubicBezTo>
                  <a:lnTo>
                    <a:pt x="206" y="4198"/>
                  </a:lnTo>
                  <a:cubicBezTo>
                    <a:pt x="206" y="4312"/>
                    <a:pt x="114" y="4404"/>
                    <a:pt x="0" y="4404"/>
                  </a:cubicBezTo>
                  <a:lnTo>
                    <a:pt x="377" y="4404"/>
                  </a:lnTo>
                  <a:cubicBezTo>
                    <a:pt x="490" y="4404"/>
                    <a:pt x="582" y="4312"/>
                    <a:pt x="582" y="4198"/>
                  </a:cubicBezTo>
                  <a:lnTo>
                    <a:pt x="582" y="205"/>
                  </a:lnTo>
                  <a:cubicBezTo>
                    <a:pt x="582" y="93"/>
                    <a:pt x="491" y="0"/>
                    <a:pt x="380"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60" name="Google Shape;1960;p10"/>
            <p:cNvSpPr/>
            <p:nvPr/>
          </p:nvSpPr>
          <p:spPr>
            <a:xfrm>
              <a:off x="3538825" y="3014712"/>
              <a:ext cx="96744" cy="62915"/>
            </a:xfrm>
            <a:custGeom>
              <a:rect b="b" l="l" r="r" t="t"/>
              <a:pathLst>
                <a:path extrusionOk="0" h="1772" w="2725">
                  <a:moveTo>
                    <a:pt x="1362" y="0"/>
                  </a:moveTo>
                  <a:cubicBezTo>
                    <a:pt x="611" y="0"/>
                    <a:pt x="0" y="609"/>
                    <a:pt x="0" y="1362"/>
                  </a:cubicBezTo>
                  <a:lnTo>
                    <a:pt x="0" y="1772"/>
                  </a:lnTo>
                  <a:lnTo>
                    <a:pt x="2724" y="1772"/>
                  </a:lnTo>
                  <a:lnTo>
                    <a:pt x="2724" y="1362"/>
                  </a:lnTo>
                  <a:cubicBezTo>
                    <a:pt x="2724" y="609"/>
                    <a:pt x="2114" y="0"/>
                    <a:pt x="1362" y="0"/>
                  </a:cubicBezTo>
                  <a:close/>
                </a:path>
              </a:pathLst>
            </a:cu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61" name="Google Shape;1961;p10"/>
            <p:cNvSpPr/>
            <p:nvPr/>
          </p:nvSpPr>
          <p:spPr>
            <a:xfrm>
              <a:off x="3580222" y="3014712"/>
              <a:ext cx="55348" cy="62915"/>
            </a:xfrm>
            <a:custGeom>
              <a:rect b="b" l="l" r="r" t="t"/>
              <a:pathLst>
                <a:path extrusionOk="0" h="1772" w="1559">
                  <a:moveTo>
                    <a:pt x="196" y="0"/>
                  </a:moveTo>
                  <a:cubicBezTo>
                    <a:pt x="130" y="0"/>
                    <a:pt x="65" y="5"/>
                    <a:pt x="0" y="15"/>
                  </a:cubicBezTo>
                  <a:cubicBezTo>
                    <a:pt x="296" y="58"/>
                    <a:pt x="563" y="196"/>
                    <a:pt x="767" y="399"/>
                  </a:cubicBezTo>
                  <a:cubicBezTo>
                    <a:pt x="1013" y="645"/>
                    <a:pt x="1166" y="986"/>
                    <a:pt x="1166" y="1362"/>
                  </a:cubicBezTo>
                  <a:lnTo>
                    <a:pt x="1166" y="1772"/>
                  </a:lnTo>
                  <a:lnTo>
                    <a:pt x="1558" y="1772"/>
                  </a:lnTo>
                  <a:lnTo>
                    <a:pt x="1558" y="1362"/>
                  </a:lnTo>
                  <a:cubicBezTo>
                    <a:pt x="1558" y="986"/>
                    <a:pt x="1405" y="645"/>
                    <a:pt x="1158" y="399"/>
                  </a:cubicBezTo>
                  <a:cubicBezTo>
                    <a:pt x="912" y="153"/>
                    <a:pt x="571" y="0"/>
                    <a:pt x="196"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62" name="Google Shape;1962;p10"/>
            <p:cNvSpPr/>
            <p:nvPr/>
          </p:nvSpPr>
          <p:spPr>
            <a:xfrm>
              <a:off x="3576530" y="2990854"/>
              <a:ext cx="21337" cy="38949"/>
            </a:xfrm>
            <a:custGeom>
              <a:rect b="b" l="l" r="r" t="t"/>
              <a:pathLst>
                <a:path extrusionOk="0" h="1097" w="601">
                  <a:moveTo>
                    <a:pt x="0" y="0"/>
                  </a:moveTo>
                  <a:lnTo>
                    <a:pt x="0" y="796"/>
                  </a:lnTo>
                  <a:cubicBezTo>
                    <a:pt x="0" y="962"/>
                    <a:pt x="134" y="1097"/>
                    <a:pt x="300" y="1097"/>
                  </a:cubicBezTo>
                  <a:cubicBezTo>
                    <a:pt x="465" y="1097"/>
                    <a:pt x="600" y="962"/>
                    <a:pt x="600" y="796"/>
                  </a:cubicBezTo>
                  <a:lnTo>
                    <a:pt x="600" y="0"/>
                  </a:ln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63" name="Google Shape;1963;p10"/>
            <p:cNvSpPr/>
            <p:nvPr/>
          </p:nvSpPr>
          <p:spPr>
            <a:xfrm>
              <a:off x="3581785" y="2990783"/>
              <a:ext cx="16083" cy="38913"/>
            </a:xfrm>
            <a:custGeom>
              <a:rect b="b" l="l" r="r" t="t"/>
              <a:pathLst>
                <a:path extrusionOk="0" h="1096" w="453">
                  <a:moveTo>
                    <a:pt x="152" y="1"/>
                  </a:moveTo>
                  <a:lnTo>
                    <a:pt x="152" y="797"/>
                  </a:lnTo>
                  <a:cubicBezTo>
                    <a:pt x="152" y="907"/>
                    <a:pt x="91" y="1005"/>
                    <a:pt x="1" y="1057"/>
                  </a:cubicBezTo>
                  <a:cubicBezTo>
                    <a:pt x="47" y="1082"/>
                    <a:pt x="98" y="1096"/>
                    <a:pt x="152" y="1096"/>
                  </a:cubicBezTo>
                  <a:cubicBezTo>
                    <a:pt x="317" y="1096"/>
                    <a:pt x="452" y="961"/>
                    <a:pt x="452" y="797"/>
                  </a:cubicBezTo>
                  <a:lnTo>
                    <a:pt x="452" y="1"/>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64" name="Google Shape;1964;p10"/>
            <p:cNvSpPr/>
            <p:nvPr/>
          </p:nvSpPr>
          <p:spPr>
            <a:xfrm>
              <a:off x="3543973" y="2909550"/>
              <a:ext cx="86378" cy="92455"/>
            </a:xfrm>
            <a:custGeom>
              <a:rect b="b" l="l" r="r" t="t"/>
              <a:pathLst>
                <a:path extrusionOk="0" h="2604" w="2433">
                  <a:moveTo>
                    <a:pt x="1217" y="1"/>
                  </a:moveTo>
                  <a:lnTo>
                    <a:pt x="1" y="645"/>
                  </a:lnTo>
                  <a:lnTo>
                    <a:pt x="1" y="1388"/>
                  </a:lnTo>
                  <a:cubicBezTo>
                    <a:pt x="1" y="2060"/>
                    <a:pt x="546" y="2604"/>
                    <a:pt x="1217" y="2604"/>
                  </a:cubicBezTo>
                  <a:cubicBezTo>
                    <a:pt x="1889" y="2604"/>
                    <a:pt x="2433" y="2059"/>
                    <a:pt x="2433" y="1388"/>
                  </a:cubicBezTo>
                  <a:lnTo>
                    <a:pt x="2433" y="645"/>
                  </a:lnTo>
                  <a:lnTo>
                    <a:pt x="1217" y="1"/>
                  </a:ln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65" name="Google Shape;1965;p10"/>
            <p:cNvSpPr/>
            <p:nvPr/>
          </p:nvSpPr>
          <p:spPr>
            <a:xfrm>
              <a:off x="3580577" y="2925385"/>
              <a:ext cx="49775" cy="76584"/>
            </a:xfrm>
            <a:custGeom>
              <a:rect b="b" l="l" r="r" t="t"/>
              <a:pathLst>
                <a:path extrusionOk="0" h="2157" w="1402">
                  <a:moveTo>
                    <a:pt x="1032" y="1"/>
                  </a:moveTo>
                  <a:lnTo>
                    <a:pt x="1032" y="941"/>
                  </a:lnTo>
                  <a:cubicBezTo>
                    <a:pt x="1032" y="1548"/>
                    <a:pt x="583" y="2053"/>
                    <a:pt x="0" y="2142"/>
                  </a:cubicBezTo>
                  <a:cubicBezTo>
                    <a:pt x="62" y="2151"/>
                    <a:pt x="122" y="2157"/>
                    <a:pt x="186" y="2157"/>
                  </a:cubicBezTo>
                  <a:cubicBezTo>
                    <a:pt x="858" y="2157"/>
                    <a:pt x="1402" y="1613"/>
                    <a:pt x="1402" y="942"/>
                  </a:cubicBezTo>
                  <a:lnTo>
                    <a:pt x="1402" y="199"/>
                  </a:lnTo>
                  <a:lnTo>
                    <a:pt x="1032" y="1"/>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66" name="Google Shape;1966;p10"/>
            <p:cNvSpPr/>
            <p:nvPr/>
          </p:nvSpPr>
          <p:spPr>
            <a:xfrm>
              <a:off x="3543973" y="2887218"/>
              <a:ext cx="86378" cy="50737"/>
            </a:xfrm>
            <a:custGeom>
              <a:rect b="b" l="l" r="r" t="t"/>
              <a:pathLst>
                <a:path extrusionOk="0" h="1429" w="2433">
                  <a:moveTo>
                    <a:pt x="1217" y="1"/>
                  </a:moveTo>
                  <a:cubicBezTo>
                    <a:pt x="546" y="1"/>
                    <a:pt x="1" y="543"/>
                    <a:pt x="1" y="1217"/>
                  </a:cubicBezTo>
                  <a:lnTo>
                    <a:pt x="1" y="1428"/>
                  </a:lnTo>
                  <a:cubicBezTo>
                    <a:pt x="1" y="1428"/>
                    <a:pt x="1" y="1428"/>
                    <a:pt x="2" y="1428"/>
                  </a:cubicBezTo>
                  <a:cubicBezTo>
                    <a:pt x="38" y="1428"/>
                    <a:pt x="799" y="1422"/>
                    <a:pt x="1217" y="843"/>
                  </a:cubicBezTo>
                  <a:cubicBezTo>
                    <a:pt x="1635" y="1422"/>
                    <a:pt x="2396" y="1428"/>
                    <a:pt x="2431" y="1428"/>
                  </a:cubicBezTo>
                  <a:cubicBezTo>
                    <a:pt x="2432" y="1428"/>
                    <a:pt x="2433" y="1428"/>
                    <a:pt x="2433" y="1428"/>
                  </a:cubicBezTo>
                  <a:lnTo>
                    <a:pt x="2433" y="1217"/>
                  </a:lnTo>
                  <a:cubicBezTo>
                    <a:pt x="2433" y="543"/>
                    <a:pt x="1889" y="1"/>
                    <a:pt x="1217" y="1"/>
                  </a:cubicBez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67" name="Google Shape;1967;p10"/>
            <p:cNvSpPr/>
            <p:nvPr/>
          </p:nvSpPr>
          <p:spPr>
            <a:xfrm>
              <a:off x="3580577" y="2887147"/>
              <a:ext cx="49775" cy="50772"/>
            </a:xfrm>
            <a:custGeom>
              <a:rect b="b" l="l" r="r" t="t"/>
              <a:pathLst>
                <a:path extrusionOk="0" h="1430" w="1402">
                  <a:moveTo>
                    <a:pt x="186" y="0"/>
                  </a:moveTo>
                  <a:cubicBezTo>
                    <a:pt x="122" y="0"/>
                    <a:pt x="62" y="6"/>
                    <a:pt x="0" y="14"/>
                  </a:cubicBezTo>
                  <a:cubicBezTo>
                    <a:pt x="586" y="105"/>
                    <a:pt x="1032" y="609"/>
                    <a:pt x="1032" y="1216"/>
                  </a:cubicBezTo>
                  <a:lnTo>
                    <a:pt x="1032" y="1379"/>
                  </a:lnTo>
                  <a:cubicBezTo>
                    <a:pt x="1232" y="1428"/>
                    <a:pt x="1385" y="1429"/>
                    <a:pt x="1400" y="1429"/>
                  </a:cubicBezTo>
                  <a:cubicBezTo>
                    <a:pt x="1401" y="1429"/>
                    <a:pt x="1402" y="1429"/>
                    <a:pt x="1402" y="1429"/>
                  </a:cubicBezTo>
                  <a:lnTo>
                    <a:pt x="1402" y="1216"/>
                  </a:lnTo>
                  <a:cubicBezTo>
                    <a:pt x="1402" y="545"/>
                    <a:pt x="858" y="3"/>
                    <a:pt x="186"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68" name="Google Shape;1968;p10"/>
            <p:cNvSpPr/>
            <p:nvPr/>
          </p:nvSpPr>
          <p:spPr>
            <a:xfrm>
              <a:off x="3527535" y="2937811"/>
              <a:ext cx="16580" cy="23291"/>
            </a:xfrm>
            <a:custGeom>
              <a:rect b="b" l="l" r="r" t="t"/>
              <a:pathLst>
                <a:path extrusionOk="0" h="656" w="467">
                  <a:moveTo>
                    <a:pt x="327" y="1"/>
                  </a:moveTo>
                  <a:cubicBezTo>
                    <a:pt x="146" y="1"/>
                    <a:pt x="0" y="146"/>
                    <a:pt x="0" y="327"/>
                  </a:cubicBezTo>
                  <a:cubicBezTo>
                    <a:pt x="0" y="509"/>
                    <a:pt x="147" y="655"/>
                    <a:pt x="327" y="655"/>
                  </a:cubicBezTo>
                  <a:lnTo>
                    <a:pt x="467" y="655"/>
                  </a:lnTo>
                  <a:lnTo>
                    <a:pt x="467" y="1"/>
                  </a:ln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69" name="Google Shape;1969;p10"/>
            <p:cNvSpPr/>
            <p:nvPr/>
          </p:nvSpPr>
          <p:spPr>
            <a:xfrm>
              <a:off x="3630318" y="2937811"/>
              <a:ext cx="16580" cy="23291"/>
            </a:xfrm>
            <a:custGeom>
              <a:rect b="b" l="l" r="r" t="t"/>
              <a:pathLst>
                <a:path extrusionOk="0" h="656" w="467">
                  <a:moveTo>
                    <a:pt x="1" y="1"/>
                  </a:moveTo>
                  <a:lnTo>
                    <a:pt x="1" y="655"/>
                  </a:lnTo>
                  <a:lnTo>
                    <a:pt x="140" y="655"/>
                  </a:lnTo>
                  <a:cubicBezTo>
                    <a:pt x="320" y="655"/>
                    <a:pt x="467" y="509"/>
                    <a:pt x="467" y="327"/>
                  </a:cubicBezTo>
                  <a:cubicBezTo>
                    <a:pt x="467" y="146"/>
                    <a:pt x="322" y="1"/>
                    <a:pt x="140" y="1"/>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70" name="Google Shape;1970;p10"/>
            <p:cNvSpPr/>
            <p:nvPr/>
          </p:nvSpPr>
          <p:spPr>
            <a:xfrm>
              <a:off x="3630318" y="2939125"/>
              <a:ext cx="16580" cy="21978"/>
            </a:xfrm>
            <a:custGeom>
              <a:rect b="b" l="l" r="r" t="t"/>
              <a:pathLst>
                <a:path extrusionOk="0" h="619" w="467">
                  <a:moveTo>
                    <a:pt x="291" y="1"/>
                  </a:moveTo>
                  <a:lnTo>
                    <a:pt x="291" y="1"/>
                  </a:lnTo>
                  <a:cubicBezTo>
                    <a:pt x="303" y="36"/>
                    <a:pt x="310" y="74"/>
                    <a:pt x="310" y="115"/>
                  </a:cubicBezTo>
                  <a:cubicBezTo>
                    <a:pt x="310" y="290"/>
                    <a:pt x="173" y="433"/>
                    <a:pt x="1" y="441"/>
                  </a:cubicBezTo>
                  <a:lnTo>
                    <a:pt x="1" y="618"/>
                  </a:lnTo>
                  <a:lnTo>
                    <a:pt x="140" y="618"/>
                  </a:lnTo>
                  <a:cubicBezTo>
                    <a:pt x="322" y="618"/>
                    <a:pt x="467" y="470"/>
                    <a:pt x="467" y="290"/>
                  </a:cubicBezTo>
                  <a:cubicBezTo>
                    <a:pt x="467" y="201"/>
                    <a:pt x="430" y="119"/>
                    <a:pt x="372" y="60"/>
                  </a:cubicBezTo>
                  <a:cubicBezTo>
                    <a:pt x="349" y="37"/>
                    <a:pt x="322" y="17"/>
                    <a:pt x="291"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71" name="Google Shape;1971;p10"/>
            <p:cNvSpPr/>
            <p:nvPr/>
          </p:nvSpPr>
          <p:spPr>
            <a:xfrm>
              <a:off x="3563003" y="2944592"/>
              <a:ext cx="9586" cy="15019"/>
            </a:xfrm>
            <a:custGeom>
              <a:rect b="b" l="l" r="r" t="t"/>
              <a:pathLst>
                <a:path extrusionOk="0" h="423" w="270">
                  <a:moveTo>
                    <a:pt x="134" y="1"/>
                  </a:moveTo>
                  <a:cubicBezTo>
                    <a:pt x="61" y="1"/>
                    <a:pt x="0" y="63"/>
                    <a:pt x="0" y="136"/>
                  </a:cubicBezTo>
                  <a:lnTo>
                    <a:pt x="0" y="287"/>
                  </a:lnTo>
                  <a:cubicBezTo>
                    <a:pt x="0" y="361"/>
                    <a:pt x="61" y="423"/>
                    <a:pt x="134" y="423"/>
                  </a:cubicBezTo>
                  <a:cubicBezTo>
                    <a:pt x="210" y="423"/>
                    <a:pt x="269" y="364"/>
                    <a:pt x="269" y="287"/>
                  </a:cubicBezTo>
                  <a:lnTo>
                    <a:pt x="269" y="136"/>
                  </a:lnTo>
                  <a:cubicBezTo>
                    <a:pt x="269" y="63"/>
                    <a:pt x="209" y="1"/>
                    <a:pt x="134" y="1"/>
                  </a:cubicBez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72" name="Google Shape;1972;p10"/>
            <p:cNvSpPr/>
            <p:nvPr/>
          </p:nvSpPr>
          <p:spPr>
            <a:xfrm>
              <a:off x="3601809" y="2944592"/>
              <a:ext cx="9586" cy="15019"/>
            </a:xfrm>
            <a:custGeom>
              <a:rect b="b" l="l" r="r" t="t"/>
              <a:pathLst>
                <a:path extrusionOk="0" h="423" w="270">
                  <a:moveTo>
                    <a:pt x="135" y="1"/>
                  </a:moveTo>
                  <a:cubicBezTo>
                    <a:pt x="61" y="1"/>
                    <a:pt x="1" y="63"/>
                    <a:pt x="1" y="136"/>
                  </a:cubicBezTo>
                  <a:lnTo>
                    <a:pt x="1" y="287"/>
                  </a:lnTo>
                  <a:cubicBezTo>
                    <a:pt x="1" y="361"/>
                    <a:pt x="61" y="423"/>
                    <a:pt x="135" y="423"/>
                  </a:cubicBezTo>
                  <a:cubicBezTo>
                    <a:pt x="209" y="423"/>
                    <a:pt x="270" y="364"/>
                    <a:pt x="270" y="287"/>
                  </a:cubicBezTo>
                  <a:lnTo>
                    <a:pt x="270" y="136"/>
                  </a:lnTo>
                  <a:cubicBezTo>
                    <a:pt x="270" y="63"/>
                    <a:pt x="209" y="1"/>
                    <a:pt x="135" y="1"/>
                  </a:cubicBez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73" name="Google Shape;1973;p10"/>
            <p:cNvSpPr/>
            <p:nvPr/>
          </p:nvSpPr>
          <p:spPr>
            <a:xfrm>
              <a:off x="3636105" y="2972356"/>
              <a:ext cx="127951" cy="84786"/>
            </a:xfrm>
            <a:custGeom>
              <a:rect b="b" l="l" r="r" t="t"/>
              <a:pathLst>
                <a:path extrusionOk="0" h="2388" w="3604">
                  <a:moveTo>
                    <a:pt x="727" y="0"/>
                  </a:moveTo>
                  <a:cubicBezTo>
                    <a:pt x="633" y="0"/>
                    <a:pt x="557" y="75"/>
                    <a:pt x="557" y="169"/>
                  </a:cubicBezTo>
                  <a:lnTo>
                    <a:pt x="557" y="652"/>
                  </a:lnTo>
                  <a:cubicBezTo>
                    <a:pt x="557" y="750"/>
                    <a:pt x="507" y="838"/>
                    <a:pt x="425" y="888"/>
                  </a:cubicBezTo>
                  <a:lnTo>
                    <a:pt x="74" y="1097"/>
                  </a:lnTo>
                  <a:cubicBezTo>
                    <a:pt x="0" y="1140"/>
                    <a:pt x="0" y="1247"/>
                    <a:pt x="74" y="1290"/>
                  </a:cubicBezTo>
                  <a:lnTo>
                    <a:pt x="425" y="1498"/>
                  </a:lnTo>
                  <a:cubicBezTo>
                    <a:pt x="507" y="1547"/>
                    <a:pt x="557" y="1637"/>
                    <a:pt x="557" y="1734"/>
                  </a:cubicBezTo>
                  <a:lnTo>
                    <a:pt x="557" y="2218"/>
                  </a:lnTo>
                  <a:cubicBezTo>
                    <a:pt x="557" y="2311"/>
                    <a:pt x="633" y="2388"/>
                    <a:pt x="727" y="2388"/>
                  </a:cubicBezTo>
                  <a:lnTo>
                    <a:pt x="3434" y="2388"/>
                  </a:lnTo>
                  <a:cubicBezTo>
                    <a:pt x="3527" y="2388"/>
                    <a:pt x="3604" y="2311"/>
                    <a:pt x="3604" y="2218"/>
                  </a:cubicBezTo>
                  <a:lnTo>
                    <a:pt x="3604" y="169"/>
                  </a:lnTo>
                  <a:cubicBezTo>
                    <a:pt x="3604" y="75"/>
                    <a:pt x="3527" y="0"/>
                    <a:pt x="3434" y="0"/>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74" name="Google Shape;1974;p10"/>
            <p:cNvSpPr/>
            <p:nvPr/>
          </p:nvSpPr>
          <p:spPr>
            <a:xfrm>
              <a:off x="3745385" y="2972356"/>
              <a:ext cx="18674" cy="84750"/>
            </a:xfrm>
            <a:custGeom>
              <a:rect b="b" l="l" r="r" t="t"/>
              <a:pathLst>
                <a:path extrusionOk="0" h="2387" w="526">
                  <a:moveTo>
                    <a:pt x="0" y="0"/>
                  </a:moveTo>
                  <a:cubicBezTo>
                    <a:pt x="91" y="0"/>
                    <a:pt x="167" y="75"/>
                    <a:pt x="167" y="169"/>
                  </a:cubicBezTo>
                  <a:lnTo>
                    <a:pt x="167" y="2218"/>
                  </a:lnTo>
                  <a:cubicBezTo>
                    <a:pt x="167" y="2311"/>
                    <a:pt x="94" y="2386"/>
                    <a:pt x="0" y="2386"/>
                  </a:cubicBezTo>
                  <a:lnTo>
                    <a:pt x="357" y="2386"/>
                  </a:lnTo>
                  <a:cubicBezTo>
                    <a:pt x="449" y="2386"/>
                    <a:pt x="526" y="2311"/>
                    <a:pt x="526" y="2218"/>
                  </a:cubicBezTo>
                  <a:lnTo>
                    <a:pt x="526" y="169"/>
                  </a:lnTo>
                  <a:cubicBezTo>
                    <a:pt x="526" y="75"/>
                    <a:pt x="449" y="0"/>
                    <a:pt x="356"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75" name="Google Shape;1975;p10"/>
            <p:cNvSpPr/>
            <p:nvPr/>
          </p:nvSpPr>
          <p:spPr>
            <a:xfrm>
              <a:off x="3675940" y="2988120"/>
              <a:ext cx="68058" cy="53186"/>
            </a:xfrm>
            <a:custGeom>
              <a:rect b="b" l="l" r="r" t="t"/>
              <a:pathLst>
                <a:path extrusionOk="0" h="1498" w="1917">
                  <a:moveTo>
                    <a:pt x="1388" y="0"/>
                  </a:moveTo>
                  <a:cubicBezTo>
                    <a:pt x="1184" y="0"/>
                    <a:pt x="1011" y="140"/>
                    <a:pt x="959" y="328"/>
                  </a:cubicBezTo>
                  <a:cubicBezTo>
                    <a:pt x="908" y="139"/>
                    <a:pt x="734" y="0"/>
                    <a:pt x="528" y="0"/>
                  </a:cubicBezTo>
                  <a:cubicBezTo>
                    <a:pt x="519" y="0"/>
                    <a:pt x="509" y="0"/>
                    <a:pt x="500" y="1"/>
                  </a:cubicBezTo>
                  <a:cubicBezTo>
                    <a:pt x="345" y="10"/>
                    <a:pt x="202" y="106"/>
                    <a:pt x="132" y="246"/>
                  </a:cubicBezTo>
                  <a:cubicBezTo>
                    <a:pt x="1" y="502"/>
                    <a:pt x="93" y="787"/>
                    <a:pt x="304" y="965"/>
                  </a:cubicBezTo>
                  <a:cubicBezTo>
                    <a:pt x="304" y="965"/>
                    <a:pt x="792" y="1375"/>
                    <a:pt x="925" y="1486"/>
                  </a:cubicBezTo>
                  <a:cubicBezTo>
                    <a:pt x="935" y="1494"/>
                    <a:pt x="947" y="1498"/>
                    <a:pt x="959" y="1498"/>
                  </a:cubicBezTo>
                  <a:cubicBezTo>
                    <a:pt x="971" y="1498"/>
                    <a:pt x="983" y="1494"/>
                    <a:pt x="992" y="1486"/>
                  </a:cubicBezTo>
                  <a:cubicBezTo>
                    <a:pt x="1125" y="1372"/>
                    <a:pt x="1612" y="965"/>
                    <a:pt x="1612" y="965"/>
                  </a:cubicBezTo>
                  <a:cubicBezTo>
                    <a:pt x="1827" y="785"/>
                    <a:pt x="1916" y="502"/>
                    <a:pt x="1787" y="246"/>
                  </a:cubicBezTo>
                  <a:cubicBezTo>
                    <a:pt x="1716" y="106"/>
                    <a:pt x="1575" y="10"/>
                    <a:pt x="1418" y="1"/>
                  </a:cubicBezTo>
                  <a:cubicBezTo>
                    <a:pt x="1408" y="0"/>
                    <a:pt x="1398" y="0"/>
                    <a:pt x="1388" y="0"/>
                  </a:cubicBezTo>
                  <a:close/>
                </a:path>
              </a:pathLst>
            </a:custGeom>
            <a:solidFill>
              <a:schemeClr val="l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76" name="Google Shape;1976;p10"/>
            <p:cNvSpPr/>
            <p:nvPr/>
          </p:nvSpPr>
          <p:spPr>
            <a:xfrm>
              <a:off x="3698947" y="2988049"/>
              <a:ext cx="45053" cy="53258"/>
            </a:xfrm>
            <a:custGeom>
              <a:rect b="b" l="l" r="r" t="t"/>
              <a:pathLst>
                <a:path extrusionOk="0" h="1500" w="1269">
                  <a:moveTo>
                    <a:pt x="723" y="0"/>
                  </a:moveTo>
                  <a:cubicBezTo>
                    <a:pt x="733" y="15"/>
                    <a:pt x="741" y="32"/>
                    <a:pt x="750" y="48"/>
                  </a:cubicBezTo>
                  <a:cubicBezTo>
                    <a:pt x="881" y="305"/>
                    <a:pt x="790" y="589"/>
                    <a:pt x="577" y="767"/>
                  </a:cubicBezTo>
                  <a:cubicBezTo>
                    <a:pt x="577" y="767"/>
                    <a:pt x="173" y="1107"/>
                    <a:pt x="0" y="1252"/>
                  </a:cubicBezTo>
                  <a:cubicBezTo>
                    <a:pt x="114" y="1350"/>
                    <a:pt x="225" y="1443"/>
                    <a:pt x="279" y="1488"/>
                  </a:cubicBezTo>
                  <a:cubicBezTo>
                    <a:pt x="288" y="1496"/>
                    <a:pt x="300" y="1500"/>
                    <a:pt x="312" y="1500"/>
                  </a:cubicBezTo>
                  <a:cubicBezTo>
                    <a:pt x="323" y="1500"/>
                    <a:pt x="336" y="1496"/>
                    <a:pt x="346" y="1488"/>
                  </a:cubicBezTo>
                  <a:cubicBezTo>
                    <a:pt x="478" y="1377"/>
                    <a:pt x="966" y="967"/>
                    <a:pt x="966" y="967"/>
                  </a:cubicBezTo>
                  <a:cubicBezTo>
                    <a:pt x="1179" y="787"/>
                    <a:pt x="1268" y="504"/>
                    <a:pt x="1140" y="245"/>
                  </a:cubicBezTo>
                  <a:cubicBezTo>
                    <a:pt x="1071" y="107"/>
                    <a:pt x="929" y="10"/>
                    <a:pt x="772"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77" name="Google Shape;1977;p10"/>
            <p:cNvSpPr/>
            <p:nvPr/>
          </p:nvSpPr>
          <p:spPr>
            <a:xfrm>
              <a:off x="3437462" y="2859987"/>
              <a:ext cx="84993" cy="85034"/>
            </a:xfrm>
            <a:custGeom>
              <a:rect b="b" l="l" r="r" t="t"/>
              <a:pathLst>
                <a:path extrusionOk="0" h="2395" w="2394">
                  <a:moveTo>
                    <a:pt x="1196" y="1"/>
                  </a:moveTo>
                  <a:cubicBezTo>
                    <a:pt x="536" y="1"/>
                    <a:pt x="0" y="536"/>
                    <a:pt x="0" y="1197"/>
                  </a:cubicBezTo>
                  <a:cubicBezTo>
                    <a:pt x="0" y="1857"/>
                    <a:pt x="536" y="2394"/>
                    <a:pt x="1196" y="2394"/>
                  </a:cubicBezTo>
                  <a:cubicBezTo>
                    <a:pt x="1858" y="2394"/>
                    <a:pt x="2393" y="1857"/>
                    <a:pt x="2393" y="1197"/>
                  </a:cubicBezTo>
                  <a:cubicBezTo>
                    <a:pt x="2393" y="536"/>
                    <a:pt x="1858" y="1"/>
                    <a:pt x="1196" y="1"/>
                  </a:cubicBezTo>
                  <a:close/>
                </a:path>
              </a:pathLst>
            </a:cu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78" name="Google Shape;1978;p10"/>
            <p:cNvSpPr/>
            <p:nvPr/>
          </p:nvSpPr>
          <p:spPr>
            <a:xfrm>
              <a:off x="3450385" y="2863785"/>
              <a:ext cx="72035" cy="81235"/>
            </a:xfrm>
            <a:custGeom>
              <a:rect b="b" l="l" r="r" t="t"/>
              <a:pathLst>
                <a:path extrusionOk="0" h="2288" w="2029">
                  <a:moveTo>
                    <a:pt x="1320" y="0"/>
                  </a:moveTo>
                  <a:lnTo>
                    <a:pt x="1320" y="0"/>
                  </a:lnTo>
                  <a:cubicBezTo>
                    <a:pt x="1546" y="218"/>
                    <a:pt x="1686" y="521"/>
                    <a:pt x="1686" y="860"/>
                  </a:cubicBezTo>
                  <a:cubicBezTo>
                    <a:pt x="1686" y="1520"/>
                    <a:pt x="1150" y="2057"/>
                    <a:pt x="490" y="2057"/>
                  </a:cubicBezTo>
                  <a:cubicBezTo>
                    <a:pt x="316" y="2057"/>
                    <a:pt x="150" y="2018"/>
                    <a:pt x="0" y="1952"/>
                  </a:cubicBezTo>
                  <a:lnTo>
                    <a:pt x="0" y="1952"/>
                  </a:lnTo>
                  <a:cubicBezTo>
                    <a:pt x="216" y="2159"/>
                    <a:pt x="510" y="2287"/>
                    <a:pt x="831" y="2287"/>
                  </a:cubicBezTo>
                  <a:cubicBezTo>
                    <a:pt x="1493" y="2287"/>
                    <a:pt x="2028" y="1750"/>
                    <a:pt x="2028" y="1090"/>
                  </a:cubicBezTo>
                  <a:cubicBezTo>
                    <a:pt x="2028" y="605"/>
                    <a:pt x="1737" y="186"/>
                    <a:pt x="1320"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79" name="Google Shape;1979;p10"/>
            <p:cNvSpPr/>
            <p:nvPr/>
          </p:nvSpPr>
          <p:spPr>
            <a:xfrm>
              <a:off x="3457735" y="2884768"/>
              <a:ext cx="9586" cy="16403"/>
            </a:xfrm>
            <a:custGeom>
              <a:rect b="b" l="l" r="r" t="t"/>
              <a:pathLst>
                <a:path extrusionOk="0" h="462" w="270">
                  <a:moveTo>
                    <a:pt x="134" y="1"/>
                  </a:moveTo>
                  <a:cubicBezTo>
                    <a:pt x="61" y="1"/>
                    <a:pt x="1" y="61"/>
                    <a:pt x="1" y="136"/>
                  </a:cubicBezTo>
                  <a:lnTo>
                    <a:pt x="1" y="326"/>
                  </a:lnTo>
                  <a:cubicBezTo>
                    <a:pt x="1" y="401"/>
                    <a:pt x="61" y="461"/>
                    <a:pt x="134" y="461"/>
                  </a:cubicBezTo>
                  <a:cubicBezTo>
                    <a:pt x="211" y="461"/>
                    <a:pt x="270" y="401"/>
                    <a:pt x="270" y="326"/>
                  </a:cubicBezTo>
                  <a:lnTo>
                    <a:pt x="270" y="136"/>
                  </a:lnTo>
                  <a:cubicBezTo>
                    <a:pt x="270" y="61"/>
                    <a:pt x="209" y="1"/>
                    <a:pt x="134"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80" name="Google Shape;1980;p10"/>
            <p:cNvSpPr/>
            <p:nvPr/>
          </p:nvSpPr>
          <p:spPr>
            <a:xfrm>
              <a:off x="3492528" y="2884768"/>
              <a:ext cx="9586" cy="16403"/>
            </a:xfrm>
            <a:custGeom>
              <a:rect b="b" l="l" r="r" t="t"/>
              <a:pathLst>
                <a:path extrusionOk="0" h="462" w="270">
                  <a:moveTo>
                    <a:pt x="136" y="1"/>
                  </a:moveTo>
                  <a:cubicBezTo>
                    <a:pt x="61" y="1"/>
                    <a:pt x="1" y="61"/>
                    <a:pt x="1" y="136"/>
                  </a:cubicBezTo>
                  <a:lnTo>
                    <a:pt x="1" y="326"/>
                  </a:lnTo>
                  <a:cubicBezTo>
                    <a:pt x="1" y="401"/>
                    <a:pt x="61" y="461"/>
                    <a:pt x="136" y="461"/>
                  </a:cubicBezTo>
                  <a:cubicBezTo>
                    <a:pt x="209" y="461"/>
                    <a:pt x="270" y="401"/>
                    <a:pt x="270" y="326"/>
                  </a:cubicBezTo>
                  <a:lnTo>
                    <a:pt x="270" y="136"/>
                  </a:lnTo>
                  <a:cubicBezTo>
                    <a:pt x="270" y="61"/>
                    <a:pt x="209" y="1"/>
                    <a:pt x="136"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81" name="Google Shape;1981;p10"/>
            <p:cNvSpPr/>
            <p:nvPr/>
          </p:nvSpPr>
          <p:spPr>
            <a:xfrm>
              <a:off x="3462954" y="2911787"/>
              <a:ext cx="33763" cy="15196"/>
            </a:xfrm>
            <a:custGeom>
              <a:rect b="b" l="l" r="r" t="t"/>
              <a:pathLst>
                <a:path extrusionOk="0" h="428" w="951">
                  <a:moveTo>
                    <a:pt x="800" y="0"/>
                  </a:moveTo>
                  <a:cubicBezTo>
                    <a:pt x="760" y="0"/>
                    <a:pt x="720" y="18"/>
                    <a:pt x="693" y="51"/>
                  </a:cubicBezTo>
                  <a:cubicBezTo>
                    <a:pt x="639" y="119"/>
                    <a:pt x="560" y="158"/>
                    <a:pt x="474" y="158"/>
                  </a:cubicBezTo>
                  <a:cubicBezTo>
                    <a:pt x="389" y="158"/>
                    <a:pt x="310" y="119"/>
                    <a:pt x="257" y="53"/>
                  </a:cubicBezTo>
                  <a:cubicBezTo>
                    <a:pt x="230" y="20"/>
                    <a:pt x="190" y="3"/>
                    <a:pt x="151" y="3"/>
                  </a:cubicBezTo>
                  <a:cubicBezTo>
                    <a:pt x="121" y="3"/>
                    <a:pt x="91" y="13"/>
                    <a:pt x="67" y="33"/>
                  </a:cubicBezTo>
                  <a:cubicBezTo>
                    <a:pt x="9" y="82"/>
                    <a:pt x="0" y="167"/>
                    <a:pt x="48" y="224"/>
                  </a:cubicBezTo>
                  <a:cubicBezTo>
                    <a:pt x="153" y="354"/>
                    <a:pt x="308" y="427"/>
                    <a:pt x="475" y="427"/>
                  </a:cubicBezTo>
                  <a:cubicBezTo>
                    <a:pt x="645" y="427"/>
                    <a:pt x="801" y="352"/>
                    <a:pt x="904" y="218"/>
                  </a:cubicBezTo>
                  <a:cubicBezTo>
                    <a:pt x="950" y="161"/>
                    <a:pt x="940" y="76"/>
                    <a:pt x="883" y="30"/>
                  </a:cubicBezTo>
                  <a:cubicBezTo>
                    <a:pt x="858" y="10"/>
                    <a:pt x="829" y="0"/>
                    <a:pt x="800"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82" name="Google Shape;1982;p10"/>
            <p:cNvSpPr/>
            <p:nvPr/>
          </p:nvSpPr>
          <p:spPr>
            <a:xfrm>
              <a:off x="3575252" y="2965894"/>
              <a:ext cx="23929" cy="12888"/>
            </a:xfrm>
            <a:custGeom>
              <a:rect b="b" l="l" r="r" t="t"/>
              <a:pathLst>
                <a:path extrusionOk="0" h="363" w="674">
                  <a:moveTo>
                    <a:pt x="524" y="0"/>
                  </a:moveTo>
                  <a:cubicBezTo>
                    <a:pt x="484" y="0"/>
                    <a:pt x="444" y="18"/>
                    <a:pt x="418" y="51"/>
                  </a:cubicBezTo>
                  <a:cubicBezTo>
                    <a:pt x="398" y="76"/>
                    <a:pt x="367" y="90"/>
                    <a:pt x="336" y="90"/>
                  </a:cubicBezTo>
                  <a:cubicBezTo>
                    <a:pt x="306" y="90"/>
                    <a:pt x="277" y="76"/>
                    <a:pt x="257" y="53"/>
                  </a:cubicBezTo>
                  <a:cubicBezTo>
                    <a:pt x="230" y="20"/>
                    <a:pt x="190" y="3"/>
                    <a:pt x="151" y="3"/>
                  </a:cubicBezTo>
                  <a:cubicBezTo>
                    <a:pt x="121" y="3"/>
                    <a:pt x="91" y="13"/>
                    <a:pt x="67" y="33"/>
                  </a:cubicBezTo>
                  <a:cubicBezTo>
                    <a:pt x="9" y="82"/>
                    <a:pt x="0" y="167"/>
                    <a:pt x="46" y="224"/>
                  </a:cubicBezTo>
                  <a:cubicBezTo>
                    <a:pt x="118" y="312"/>
                    <a:pt x="223" y="362"/>
                    <a:pt x="336" y="362"/>
                  </a:cubicBezTo>
                  <a:cubicBezTo>
                    <a:pt x="449" y="362"/>
                    <a:pt x="556" y="312"/>
                    <a:pt x="628" y="218"/>
                  </a:cubicBezTo>
                  <a:cubicBezTo>
                    <a:pt x="674" y="161"/>
                    <a:pt x="664" y="76"/>
                    <a:pt x="606" y="30"/>
                  </a:cubicBezTo>
                  <a:cubicBezTo>
                    <a:pt x="582" y="10"/>
                    <a:pt x="553" y="0"/>
                    <a:pt x="524" y="0"/>
                  </a:cubicBez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83" name="Google Shape;1983;p10"/>
            <p:cNvSpPr/>
            <p:nvPr/>
          </p:nvSpPr>
          <p:spPr>
            <a:xfrm>
              <a:off x="3438314" y="3094205"/>
              <a:ext cx="326161" cy="34830"/>
            </a:xfrm>
            <a:custGeom>
              <a:rect b="b" l="l" r="r" t="t"/>
              <a:pathLst>
                <a:path extrusionOk="0" h="981" w="9187">
                  <a:moveTo>
                    <a:pt x="248" y="0"/>
                  </a:moveTo>
                  <a:cubicBezTo>
                    <a:pt x="112" y="0"/>
                    <a:pt x="1" y="111"/>
                    <a:pt x="1" y="248"/>
                  </a:cubicBezTo>
                  <a:lnTo>
                    <a:pt x="1" y="583"/>
                  </a:lnTo>
                  <a:cubicBezTo>
                    <a:pt x="1" y="802"/>
                    <a:pt x="178" y="980"/>
                    <a:pt x="398" y="980"/>
                  </a:cubicBezTo>
                  <a:lnTo>
                    <a:pt x="8789" y="980"/>
                  </a:lnTo>
                  <a:cubicBezTo>
                    <a:pt x="9009" y="980"/>
                    <a:pt x="9186" y="802"/>
                    <a:pt x="9185" y="583"/>
                  </a:cubicBezTo>
                  <a:lnTo>
                    <a:pt x="9185" y="248"/>
                  </a:lnTo>
                  <a:cubicBezTo>
                    <a:pt x="9185" y="111"/>
                    <a:pt x="9074" y="0"/>
                    <a:pt x="8937" y="0"/>
                  </a:cubicBezTo>
                  <a:close/>
                </a:path>
              </a:pathLst>
            </a:cu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84" name="Google Shape;1984;p10"/>
            <p:cNvSpPr/>
            <p:nvPr/>
          </p:nvSpPr>
          <p:spPr>
            <a:xfrm>
              <a:off x="3737149" y="3094205"/>
              <a:ext cx="27337" cy="34830"/>
            </a:xfrm>
            <a:custGeom>
              <a:rect b="b" l="l" r="r" t="t"/>
              <a:pathLst>
                <a:path extrusionOk="0" h="981" w="770">
                  <a:moveTo>
                    <a:pt x="150" y="0"/>
                  </a:moveTo>
                  <a:cubicBezTo>
                    <a:pt x="287" y="0"/>
                    <a:pt x="399" y="111"/>
                    <a:pt x="399" y="248"/>
                  </a:cubicBezTo>
                  <a:lnTo>
                    <a:pt x="399" y="583"/>
                  </a:lnTo>
                  <a:cubicBezTo>
                    <a:pt x="399" y="802"/>
                    <a:pt x="221" y="980"/>
                    <a:pt x="1" y="980"/>
                  </a:cubicBezTo>
                  <a:lnTo>
                    <a:pt x="372" y="980"/>
                  </a:lnTo>
                  <a:cubicBezTo>
                    <a:pt x="592" y="980"/>
                    <a:pt x="769" y="802"/>
                    <a:pt x="769" y="583"/>
                  </a:cubicBezTo>
                  <a:lnTo>
                    <a:pt x="769" y="248"/>
                  </a:lnTo>
                  <a:cubicBezTo>
                    <a:pt x="769" y="111"/>
                    <a:pt x="658" y="0"/>
                    <a:pt x="522"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85" name="Google Shape;1985;p10"/>
            <p:cNvSpPr/>
            <p:nvPr/>
          </p:nvSpPr>
          <p:spPr>
            <a:xfrm>
              <a:off x="3568506" y="3094205"/>
              <a:ext cx="65786" cy="16936"/>
            </a:xfrm>
            <a:custGeom>
              <a:rect b="b" l="l" r="r" t="t"/>
              <a:pathLst>
                <a:path extrusionOk="0" h="477" w="1853">
                  <a:moveTo>
                    <a:pt x="0" y="0"/>
                  </a:moveTo>
                  <a:lnTo>
                    <a:pt x="0" y="140"/>
                  </a:lnTo>
                  <a:cubicBezTo>
                    <a:pt x="0" y="326"/>
                    <a:pt x="152" y="477"/>
                    <a:pt x="337" y="477"/>
                  </a:cubicBezTo>
                  <a:lnTo>
                    <a:pt x="1516" y="477"/>
                  </a:lnTo>
                  <a:cubicBezTo>
                    <a:pt x="1701" y="477"/>
                    <a:pt x="1853" y="326"/>
                    <a:pt x="1853" y="140"/>
                  </a:cubicBezTo>
                  <a:lnTo>
                    <a:pt x="1853" y="0"/>
                  </a:ln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86" name="Google Shape;1986;p10"/>
            <p:cNvSpPr/>
            <p:nvPr/>
          </p:nvSpPr>
          <p:spPr>
            <a:xfrm>
              <a:off x="3609122" y="3094205"/>
              <a:ext cx="25171" cy="16936"/>
            </a:xfrm>
            <a:custGeom>
              <a:rect b="b" l="l" r="r" t="t"/>
              <a:pathLst>
                <a:path extrusionOk="0" h="477" w="709">
                  <a:moveTo>
                    <a:pt x="337" y="0"/>
                  </a:moveTo>
                  <a:lnTo>
                    <a:pt x="337" y="140"/>
                  </a:lnTo>
                  <a:cubicBezTo>
                    <a:pt x="337" y="326"/>
                    <a:pt x="186" y="477"/>
                    <a:pt x="1" y="477"/>
                  </a:cubicBezTo>
                  <a:lnTo>
                    <a:pt x="372" y="477"/>
                  </a:lnTo>
                  <a:cubicBezTo>
                    <a:pt x="557" y="477"/>
                    <a:pt x="709" y="326"/>
                    <a:pt x="709" y="140"/>
                  </a:cubicBezTo>
                  <a:lnTo>
                    <a:pt x="709" y="0"/>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987" name="Google Shape;1987;p10"/>
          <p:cNvGrpSpPr/>
          <p:nvPr/>
        </p:nvGrpSpPr>
        <p:grpSpPr>
          <a:xfrm>
            <a:off x="4429175" y="2073026"/>
            <a:ext cx="285663" cy="327001"/>
            <a:chOff x="2163412" y="2831051"/>
            <a:chExt cx="285663" cy="327001"/>
          </a:xfrm>
        </p:grpSpPr>
        <p:sp>
          <p:nvSpPr>
            <p:cNvPr id="1988" name="Google Shape;1988;p10"/>
            <p:cNvSpPr/>
            <p:nvPr/>
          </p:nvSpPr>
          <p:spPr>
            <a:xfrm>
              <a:off x="2163412" y="2831051"/>
              <a:ext cx="179643" cy="326895"/>
            </a:xfrm>
            <a:custGeom>
              <a:rect b="b" l="l" r="r" t="t"/>
              <a:pathLst>
                <a:path extrusionOk="0" h="9207" w="5060">
                  <a:moveTo>
                    <a:pt x="425" y="0"/>
                  </a:moveTo>
                  <a:cubicBezTo>
                    <a:pt x="190" y="0"/>
                    <a:pt x="0" y="190"/>
                    <a:pt x="0" y="425"/>
                  </a:cubicBezTo>
                  <a:lnTo>
                    <a:pt x="0" y="8782"/>
                  </a:lnTo>
                  <a:cubicBezTo>
                    <a:pt x="0" y="9017"/>
                    <a:pt x="190" y="9207"/>
                    <a:pt x="425" y="9207"/>
                  </a:cubicBezTo>
                  <a:lnTo>
                    <a:pt x="4635" y="9207"/>
                  </a:lnTo>
                  <a:cubicBezTo>
                    <a:pt x="4870" y="9207"/>
                    <a:pt x="5060" y="9017"/>
                    <a:pt x="5060" y="8782"/>
                  </a:cubicBezTo>
                  <a:lnTo>
                    <a:pt x="5060" y="3209"/>
                  </a:lnTo>
                  <a:lnTo>
                    <a:pt x="4880" y="1766"/>
                  </a:lnTo>
                  <a:lnTo>
                    <a:pt x="5060" y="425"/>
                  </a:lnTo>
                  <a:cubicBezTo>
                    <a:pt x="5060" y="190"/>
                    <a:pt x="4870" y="0"/>
                    <a:pt x="4635" y="0"/>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89" name="Google Shape;1989;p10"/>
            <p:cNvSpPr/>
            <p:nvPr/>
          </p:nvSpPr>
          <p:spPr>
            <a:xfrm>
              <a:off x="2314871" y="2831086"/>
              <a:ext cx="28260" cy="326966"/>
            </a:xfrm>
            <a:custGeom>
              <a:rect b="b" l="l" r="r" t="t"/>
              <a:pathLst>
                <a:path extrusionOk="0" h="9209" w="796">
                  <a:moveTo>
                    <a:pt x="373" y="0"/>
                  </a:moveTo>
                  <a:cubicBezTo>
                    <a:pt x="373" y="0"/>
                    <a:pt x="372" y="0"/>
                    <a:pt x="371" y="0"/>
                  </a:cubicBezTo>
                  <a:lnTo>
                    <a:pt x="1" y="0"/>
                  </a:lnTo>
                  <a:cubicBezTo>
                    <a:pt x="234" y="0"/>
                    <a:pt x="425" y="189"/>
                    <a:pt x="425" y="425"/>
                  </a:cubicBezTo>
                  <a:lnTo>
                    <a:pt x="425" y="8784"/>
                  </a:lnTo>
                  <a:cubicBezTo>
                    <a:pt x="425" y="9017"/>
                    <a:pt x="234" y="9209"/>
                    <a:pt x="1" y="9209"/>
                  </a:cubicBezTo>
                  <a:lnTo>
                    <a:pt x="371" y="9209"/>
                  </a:lnTo>
                  <a:cubicBezTo>
                    <a:pt x="605" y="9209"/>
                    <a:pt x="795" y="9019"/>
                    <a:pt x="795" y="8784"/>
                  </a:cubicBezTo>
                  <a:lnTo>
                    <a:pt x="795" y="3504"/>
                  </a:lnTo>
                  <a:lnTo>
                    <a:pt x="597" y="2054"/>
                  </a:lnTo>
                  <a:lnTo>
                    <a:pt x="795" y="424"/>
                  </a:lnTo>
                  <a:cubicBezTo>
                    <a:pt x="795" y="190"/>
                    <a:pt x="607" y="0"/>
                    <a:pt x="373"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90" name="Google Shape;1990;p10"/>
            <p:cNvSpPr/>
            <p:nvPr/>
          </p:nvSpPr>
          <p:spPr>
            <a:xfrm>
              <a:off x="2341747" y="2921870"/>
              <a:ext cx="107324" cy="155121"/>
            </a:xfrm>
            <a:custGeom>
              <a:rect b="b" l="l" r="r" t="t"/>
              <a:pathLst>
                <a:path extrusionOk="0" h="4369" w="3023">
                  <a:moveTo>
                    <a:pt x="1" y="1"/>
                  </a:moveTo>
                  <a:lnTo>
                    <a:pt x="1" y="4368"/>
                  </a:lnTo>
                  <a:lnTo>
                    <a:pt x="2922" y="4368"/>
                  </a:lnTo>
                  <a:cubicBezTo>
                    <a:pt x="2978" y="4368"/>
                    <a:pt x="3023" y="4323"/>
                    <a:pt x="3023" y="4267"/>
                  </a:cubicBezTo>
                  <a:lnTo>
                    <a:pt x="3023" y="101"/>
                  </a:lnTo>
                  <a:cubicBezTo>
                    <a:pt x="3023" y="47"/>
                    <a:pt x="2978" y="1"/>
                    <a:pt x="2922" y="1"/>
                  </a:cubicBezTo>
                  <a:close/>
                </a:path>
              </a:pathLst>
            </a:cu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91" name="Google Shape;1991;p10"/>
            <p:cNvSpPr/>
            <p:nvPr/>
          </p:nvSpPr>
          <p:spPr>
            <a:xfrm>
              <a:off x="2432353" y="2921870"/>
              <a:ext cx="16722" cy="155121"/>
            </a:xfrm>
            <a:custGeom>
              <a:rect b="b" l="l" r="r" t="t"/>
              <a:pathLst>
                <a:path extrusionOk="0" h="4369" w="471">
                  <a:moveTo>
                    <a:pt x="0" y="1"/>
                  </a:moveTo>
                  <a:cubicBezTo>
                    <a:pt x="55" y="1"/>
                    <a:pt x="101" y="47"/>
                    <a:pt x="101" y="101"/>
                  </a:cubicBezTo>
                  <a:lnTo>
                    <a:pt x="101" y="4267"/>
                  </a:lnTo>
                  <a:cubicBezTo>
                    <a:pt x="101" y="4323"/>
                    <a:pt x="55" y="4368"/>
                    <a:pt x="0" y="4368"/>
                  </a:cubicBezTo>
                  <a:lnTo>
                    <a:pt x="370" y="4368"/>
                  </a:lnTo>
                  <a:cubicBezTo>
                    <a:pt x="426" y="4368"/>
                    <a:pt x="471" y="4323"/>
                    <a:pt x="471" y="4267"/>
                  </a:cubicBezTo>
                  <a:lnTo>
                    <a:pt x="471" y="101"/>
                  </a:lnTo>
                  <a:cubicBezTo>
                    <a:pt x="471" y="47"/>
                    <a:pt x="426" y="1"/>
                    <a:pt x="370"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92" name="Google Shape;1992;p10"/>
            <p:cNvSpPr/>
            <p:nvPr/>
          </p:nvSpPr>
          <p:spPr>
            <a:xfrm>
              <a:off x="2341818" y="2870425"/>
              <a:ext cx="24497" cy="248180"/>
            </a:xfrm>
            <a:custGeom>
              <a:rect b="b" l="l" r="r" t="t"/>
              <a:pathLst>
                <a:path extrusionOk="0" h="6990" w="690">
                  <a:moveTo>
                    <a:pt x="0" y="0"/>
                  </a:moveTo>
                  <a:lnTo>
                    <a:pt x="0" y="6990"/>
                  </a:lnTo>
                  <a:lnTo>
                    <a:pt x="583" y="6744"/>
                  </a:lnTo>
                  <a:cubicBezTo>
                    <a:pt x="648" y="6716"/>
                    <a:pt x="690" y="6655"/>
                    <a:pt x="690" y="6584"/>
                  </a:cubicBezTo>
                  <a:lnTo>
                    <a:pt x="690" y="405"/>
                  </a:lnTo>
                  <a:cubicBezTo>
                    <a:pt x="690" y="334"/>
                    <a:pt x="648" y="272"/>
                    <a:pt x="583" y="245"/>
                  </a:cubicBezTo>
                  <a:lnTo>
                    <a:pt x="0" y="0"/>
                  </a:lnTo>
                  <a:close/>
                </a:path>
              </a:pathLst>
            </a:custGeom>
            <a:solidFill>
              <a:schemeClr val="accent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93" name="Google Shape;1993;p10"/>
            <p:cNvSpPr/>
            <p:nvPr/>
          </p:nvSpPr>
          <p:spPr>
            <a:xfrm>
              <a:off x="2352753" y="2875076"/>
              <a:ext cx="13526" cy="238949"/>
            </a:xfrm>
            <a:custGeom>
              <a:rect b="b" l="l" r="r" t="t"/>
              <a:pathLst>
                <a:path extrusionOk="0" h="6730" w="381">
                  <a:moveTo>
                    <a:pt x="0" y="0"/>
                  </a:moveTo>
                  <a:cubicBezTo>
                    <a:pt x="6" y="16"/>
                    <a:pt x="7" y="34"/>
                    <a:pt x="7" y="51"/>
                  </a:cubicBezTo>
                  <a:lnTo>
                    <a:pt x="7" y="6679"/>
                  </a:lnTo>
                  <a:cubicBezTo>
                    <a:pt x="7" y="6698"/>
                    <a:pt x="6" y="6714"/>
                    <a:pt x="0" y="6729"/>
                  </a:cubicBezTo>
                  <a:lnTo>
                    <a:pt x="274" y="6614"/>
                  </a:lnTo>
                  <a:cubicBezTo>
                    <a:pt x="338" y="6588"/>
                    <a:pt x="380" y="6525"/>
                    <a:pt x="380" y="6454"/>
                  </a:cubicBezTo>
                  <a:lnTo>
                    <a:pt x="380" y="275"/>
                  </a:lnTo>
                  <a:cubicBezTo>
                    <a:pt x="380" y="206"/>
                    <a:pt x="338" y="143"/>
                    <a:pt x="274" y="116"/>
                  </a:cubicBezTo>
                  <a:lnTo>
                    <a:pt x="0" y="0"/>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94" name="Google Shape;1994;p10"/>
            <p:cNvSpPr/>
            <p:nvPr/>
          </p:nvSpPr>
          <p:spPr>
            <a:xfrm>
              <a:off x="2163412" y="2831051"/>
              <a:ext cx="179714" cy="327001"/>
            </a:xfrm>
            <a:custGeom>
              <a:rect b="b" l="l" r="r" t="t"/>
              <a:pathLst>
                <a:path extrusionOk="0" h="9210" w="5062">
                  <a:moveTo>
                    <a:pt x="425" y="0"/>
                  </a:moveTo>
                  <a:cubicBezTo>
                    <a:pt x="190" y="0"/>
                    <a:pt x="0" y="190"/>
                    <a:pt x="0" y="425"/>
                  </a:cubicBezTo>
                  <a:lnTo>
                    <a:pt x="0" y="3231"/>
                  </a:lnTo>
                  <a:lnTo>
                    <a:pt x="557" y="3946"/>
                  </a:lnTo>
                  <a:cubicBezTo>
                    <a:pt x="633" y="4044"/>
                    <a:pt x="675" y="4162"/>
                    <a:pt x="675" y="4284"/>
                  </a:cubicBezTo>
                  <a:lnTo>
                    <a:pt x="675" y="9210"/>
                  </a:lnTo>
                  <a:lnTo>
                    <a:pt x="4388" y="9210"/>
                  </a:lnTo>
                  <a:lnTo>
                    <a:pt x="4388" y="4284"/>
                  </a:lnTo>
                  <a:cubicBezTo>
                    <a:pt x="4388" y="4162"/>
                    <a:pt x="4428" y="4041"/>
                    <a:pt x="4504" y="3946"/>
                  </a:cubicBezTo>
                  <a:lnTo>
                    <a:pt x="5061" y="3231"/>
                  </a:lnTo>
                  <a:lnTo>
                    <a:pt x="5061" y="425"/>
                  </a:lnTo>
                  <a:cubicBezTo>
                    <a:pt x="5061" y="190"/>
                    <a:pt x="4871" y="0"/>
                    <a:pt x="4637" y="0"/>
                  </a:cubicBezTo>
                  <a:close/>
                </a:path>
              </a:pathLst>
            </a:cu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95" name="Google Shape;1995;p10"/>
            <p:cNvSpPr/>
            <p:nvPr/>
          </p:nvSpPr>
          <p:spPr>
            <a:xfrm>
              <a:off x="2305782" y="2831051"/>
              <a:ext cx="37349" cy="326895"/>
            </a:xfrm>
            <a:custGeom>
              <a:rect b="b" l="l" r="r" t="t"/>
              <a:pathLst>
                <a:path extrusionOk="0" h="9207" w="1052">
                  <a:moveTo>
                    <a:pt x="251" y="0"/>
                  </a:moveTo>
                  <a:cubicBezTo>
                    <a:pt x="486" y="0"/>
                    <a:pt x="676" y="189"/>
                    <a:pt x="676" y="425"/>
                  </a:cubicBezTo>
                  <a:lnTo>
                    <a:pt x="676" y="3051"/>
                  </a:lnTo>
                  <a:cubicBezTo>
                    <a:pt x="676" y="3120"/>
                    <a:pt x="653" y="3189"/>
                    <a:pt x="610" y="3245"/>
                  </a:cubicBezTo>
                  <a:lnTo>
                    <a:pt x="119" y="3874"/>
                  </a:lnTo>
                  <a:cubicBezTo>
                    <a:pt x="43" y="3972"/>
                    <a:pt x="1" y="4090"/>
                    <a:pt x="1" y="4212"/>
                  </a:cubicBezTo>
                  <a:lnTo>
                    <a:pt x="1" y="9207"/>
                  </a:lnTo>
                  <a:lnTo>
                    <a:pt x="378" y="9207"/>
                  </a:lnTo>
                  <a:lnTo>
                    <a:pt x="378" y="4283"/>
                  </a:lnTo>
                  <a:cubicBezTo>
                    <a:pt x="378" y="4160"/>
                    <a:pt x="418" y="4041"/>
                    <a:pt x="494" y="3944"/>
                  </a:cubicBezTo>
                  <a:lnTo>
                    <a:pt x="1051" y="3228"/>
                  </a:lnTo>
                  <a:lnTo>
                    <a:pt x="1051" y="425"/>
                  </a:lnTo>
                  <a:cubicBezTo>
                    <a:pt x="1051" y="190"/>
                    <a:pt x="861" y="0"/>
                    <a:pt x="627"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96" name="Google Shape;1996;p10"/>
            <p:cNvSpPr/>
            <p:nvPr/>
          </p:nvSpPr>
          <p:spPr>
            <a:xfrm>
              <a:off x="2187981" y="2879407"/>
              <a:ext cx="130578" cy="61850"/>
            </a:xfrm>
            <a:custGeom>
              <a:rect b="b" l="l" r="r" t="t"/>
              <a:pathLst>
                <a:path extrusionOk="0" h="1742" w="3678">
                  <a:moveTo>
                    <a:pt x="200" y="1"/>
                  </a:moveTo>
                  <a:cubicBezTo>
                    <a:pt x="88" y="1"/>
                    <a:pt x="0" y="90"/>
                    <a:pt x="0" y="201"/>
                  </a:cubicBezTo>
                  <a:lnTo>
                    <a:pt x="0" y="1542"/>
                  </a:lnTo>
                  <a:cubicBezTo>
                    <a:pt x="0" y="1653"/>
                    <a:pt x="91" y="1742"/>
                    <a:pt x="200" y="1742"/>
                  </a:cubicBezTo>
                  <a:lnTo>
                    <a:pt x="3477" y="1742"/>
                  </a:lnTo>
                  <a:cubicBezTo>
                    <a:pt x="3588" y="1742"/>
                    <a:pt x="3677" y="1653"/>
                    <a:pt x="3677" y="1542"/>
                  </a:cubicBezTo>
                  <a:lnTo>
                    <a:pt x="3677" y="201"/>
                  </a:lnTo>
                  <a:cubicBezTo>
                    <a:pt x="3677" y="90"/>
                    <a:pt x="3588" y="1"/>
                    <a:pt x="3477" y="1"/>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97" name="Google Shape;1997;p10"/>
            <p:cNvSpPr/>
            <p:nvPr/>
          </p:nvSpPr>
          <p:spPr>
            <a:xfrm>
              <a:off x="2298291" y="2879478"/>
              <a:ext cx="20272" cy="61850"/>
            </a:xfrm>
            <a:custGeom>
              <a:rect b="b" l="l" r="r" t="t"/>
              <a:pathLst>
                <a:path extrusionOk="0" h="1742" w="571">
                  <a:moveTo>
                    <a:pt x="0" y="0"/>
                  </a:moveTo>
                  <a:cubicBezTo>
                    <a:pt x="110" y="0"/>
                    <a:pt x="200" y="91"/>
                    <a:pt x="200" y="200"/>
                  </a:cubicBezTo>
                  <a:lnTo>
                    <a:pt x="200" y="1543"/>
                  </a:lnTo>
                  <a:cubicBezTo>
                    <a:pt x="200" y="1652"/>
                    <a:pt x="110" y="1741"/>
                    <a:pt x="0" y="1741"/>
                  </a:cubicBezTo>
                  <a:lnTo>
                    <a:pt x="370" y="1741"/>
                  </a:lnTo>
                  <a:cubicBezTo>
                    <a:pt x="481" y="1741"/>
                    <a:pt x="570" y="1652"/>
                    <a:pt x="570" y="1543"/>
                  </a:cubicBezTo>
                  <a:lnTo>
                    <a:pt x="570" y="200"/>
                  </a:lnTo>
                  <a:cubicBezTo>
                    <a:pt x="570" y="89"/>
                    <a:pt x="481" y="0"/>
                    <a:pt x="370"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98" name="Google Shape;1998;p10"/>
            <p:cNvSpPr/>
            <p:nvPr/>
          </p:nvSpPr>
          <p:spPr>
            <a:xfrm>
              <a:off x="2209603" y="2979705"/>
              <a:ext cx="34650" cy="22013"/>
            </a:xfrm>
            <a:custGeom>
              <a:rect b="b" l="l" r="r" t="t"/>
              <a:pathLst>
                <a:path extrusionOk="0" h="620" w="976">
                  <a:moveTo>
                    <a:pt x="308" y="1"/>
                  </a:moveTo>
                  <a:cubicBezTo>
                    <a:pt x="138" y="1"/>
                    <a:pt x="0" y="139"/>
                    <a:pt x="0" y="310"/>
                  </a:cubicBezTo>
                  <a:cubicBezTo>
                    <a:pt x="0" y="480"/>
                    <a:pt x="138" y="619"/>
                    <a:pt x="308" y="619"/>
                  </a:cubicBezTo>
                  <a:lnTo>
                    <a:pt x="665" y="619"/>
                  </a:lnTo>
                  <a:cubicBezTo>
                    <a:pt x="838" y="619"/>
                    <a:pt x="976" y="480"/>
                    <a:pt x="974" y="310"/>
                  </a:cubicBezTo>
                  <a:cubicBezTo>
                    <a:pt x="974" y="139"/>
                    <a:pt x="836" y="1"/>
                    <a:pt x="665" y="1"/>
                  </a:cubicBezTo>
                  <a:close/>
                </a:path>
              </a:pathLst>
            </a:cu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99" name="Google Shape;1999;p10"/>
            <p:cNvSpPr/>
            <p:nvPr/>
          </p:nvSpPr>
          <p:spPr>
            <a:xfrm>
              <a:off x="2262326" y="2979705"/>
              <a:ext cx="34650" cy="22013"/>
            </a:xfrm>
            <a:custGeom>
              <a:rect b="b" l="l" r="r" t="t"/>
              <a:pathLst>
                <a:path extrusionOk="0" h="620" w="976">
                  <a:moveTo>
                    <a:pt x="310" y="1"/>
                  </a:moveTo>
                  <a:cubicBezTo>
                    <a:pt x="138" y="1"/>
                    <a:pt x="0" y="139"/>
                    <a:pt x="0" y="310"/>
                  </a:cubicBezTo>
                  <a:cubicBezTo>
                    <a:pt x="0" y="480"/>
                    <a:pt x="138" y="619"/>
                    <a:pt x="310" y="619"/>
                  </a:cubicBezTo>
                  <a:lnTo>
                    <a:pt x="666" y="619"/>
                  </a:lnTo>
                  <a:cubicBezTo>
                    <a:pt x="836" y="619"/>
                    <a:pt x="976" y="480"/>
                    <a:pt x="976" y="310"/>
                  </a:cubicBezTo>
                  <a:cubicBezTo>
                    <a:pt x="976" y="139"/>
                    <a:pt x="836" y="1"/>
                    <a:pt x="666" y="1"/>
                  </a:cubicBezTo>
                  <a:close/>
                </a:path>
              </a:pathLst>
            </a:cu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00" name="Google Shape;2000;p10"/>
            <p:cNvSpPr/>
            <p:nvPr/>
          </p:nvSpPr>
          <p:spPr>
            <a:xfrm>
              <a:off x="2220467" y="2979705"/>
              <a:ext cx="23787" cy="22013"/>
            </a:xfrm>
            <a:custGeom>
              <a:rect b="b" l="l" r="r" t="t"/>
              <a:pathLst>
                <a:path extrusionOk="0" h="620" w="670">
                  <a:moveTo>
                    <a:pt x="1" y="1"/>
                  </a:moveTo>
                  <a:cubicBezTo>
                    <a:pt x="172" y="2"/>
                    <a:pt x="309" y="139"/>
                    <a:pt x="309" y="310"/>
                  </a:cubicBezTo>
                  <a:cubicBezTo>
                    <a:pt x="309" y="396"/>
                    <a:pt x="274" y="473"/>
                    <a:pt x="219" y="529"/>
                  </a:cubicBezTo>
                  <a:cubicBezTo>
                    <a:pt x="165" y="583"/>
                    <a:pt x="87" y="619"/>
                    <a:pt x="4" y="619"/>
                  </a:cubicBezTo>
                  <a:lnTo>
                    <a:pt x="360" y="619"/>
                  </a:lnTo>
                  <a:cubicBezTo>
                    <a:pt x="447" y="619"/>
                    <a:pt x="524" y="585"/>
                    <a:pt x="581" y="529"/>
                  </a:cubicBezTo>
                  <a:cubicBezTo>
                    <a:pt x="637" y="473"/>
                    <a:pt x="670" y="396"/>
                    <a:pt x="670" y="310"/>
                  </a:cubicBezTo>
                  <a:cubicBezTo>
                    <a:pt x="670" y="139"/>
                    <a:pt x="532" y="1"/>
                    <a:pt x="359"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01" name="Google Shape;2001;p10"/>
            <p:cNvSpPr/>
            <p:nvPr/>
          </p:nvSpPr>
          <p:spPr>
            <a:xfrm>
              <a:off x="2273261" y="2979705"/>
              <a:ext cx="23716" cy="22013"/>
            </a:xfrm>
            <a:custGeom>
              <a:rect b="b" l="l" r="r" t="t"/>
              <a:pathLst>
                <a:path extrusionOk="0" h="620" w="668">
                  <a:moveTo>
                    <a:pt x="0" y="1"/>
                  </a:moveTo>
                  <a:cubicBezTo>
                    <a:pt x="171" y="2"/>
                    <a:pt x="308" y="139"/>
                    <a:pt x="308" y="310"/>
                  </a:cubicBezTo>
                  <a:cubicBezTo>
                    <a:pt x="308" y="396"/>
                    <a:pt x="274" y="473"/>
                    <a:pt x="217" y="529"/>
                  </a:cubicBezTo>
                  <a:cubicBezTo>
                    <a:pt x="161" y="583"/>
                    <a:pt x="85" y="619"/>
                    <a:pt x="0" y="619"/>
                  </a:cubicBezTo>
                  <a:lnTo>
                    <a:pt x="358" y="619"/>
                  </a:lnTo>
                  <a:cubicBezTo>
                    <a:pt x="445" y="619"/>
                    <a:pt x="521" y="585"/>
                    <a:pt x="577" y="529"/>
                  </a:cubicBezTo>
                  <a:cubicBezTo>
                    <a:pt x="633" y="473"/>
                    <a:pt x="668" y="396"/>
                    <a:pt x="668" y="310"/>
                  </a:cubicBezTo>
                  <a:cubicBezTo>
                    <a:pt x="668" y="139"/>
                    <a:pt x="528" y="1"/>
                    <a:pt x="358"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02" name="Google Shape;2002;p10"/>
            <p:cNvSpPr/>
            <p:nvPr/>
          </p:nvSpPr>
          <p:spPr>
            <a:xfrm>
              <a:off x="2207543" y="3024831"/>
              <a:ext cx="16651" cy="9870"/>
            </a:xfrm>
            <a:custGeom>
              <a:rect b="b" l="l" r="r" t="t"/>
              <a:pathLst>
                <a:path extrusionOk="0" h="278" w="469">
                  <a:moveTo>
                    <a:pt x="139" y="0"/>
                  </a:moveTo>
                  <a:cubicBezTo>
                    <a:pt x="62" y="0"/>
                    <a:pt x="1" y="64"/>
                    <a:pt x="1" y="140"/>
                  </a:cubicBezTo>
                  <a:cubicBezTo>
                    <a:pt x="1" y="215"/>
                    <a:pt x="61" y="278"/>
                    <a:pt x="139" y="278"/>
                  </a:cubicBezTo>
                  <a:lnTo>
                    <a:pt x="329" y="278"/>
                  </a:lnTo>
                  <a:cubicBezTo>
                    <a:pt x="405" y="278"/>
                    <a:pt x="468" y="215"/>
                    <a:pt x="468" y="140"/>
                  </a:cubicBezTo>
                  <a:cubicBezTo>
                    <a:pt x="468" y="64"/>
                    <a:pt x="406" y="0"/>
                    <a:pt x="329"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03" name="Google Shape;2003;p10"/>
            <p:cNvSpPr/>
            <p:nvPr/>
          </p:nvSpPr>
          <p:spPr>
            <a:xfrm>
              <a:off x="2244929" y="3024831"/>
              <a:ext cx="16651" cy="9870"/>
            </a:xfrm>
            <a:custGeom>
              <a:rect b="b" l="l" r="r" t="t"/>
              <a:pathLst>
                <a:path extrusionOk="0" h="278" w="469">
                  <a:moveTo>
                    <a:pt x="139" y="0"/>
                  </a:moveTo>
                  <a:cubicBezTo>
                    <a:pt x="64" y="0"/>
                    <a:pt x="1" y="64"/>
                    <a:pt x="1" y="140"/>
                  </a:cubicBezTo>
                  <a:cubicBezTo>
                    <a:pt x="1" y="215"/>
                    <a:pt x="63" y="278"/>
                    <a:pt x="139" y="278"/>
                  </a:cubicBezTo>
                  <a:lnTo>
                    <a:pt x="330" y="278"/>
                  </a:lnTo>
                  <a:cubicBezTo>
                    <a:pt x="408" y="278"/>
                    <a:pt x="469" y="215"/>
                    <a:pt x="469" y="140"/>
                  </a:cubicBezTo>
                  <a:cubicBezTo>
                    <a:pt x="469" y="64"/>
                    <a:pt x="408" y="0"/>
                    <a:pt x="330"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04" name="Google Shape;2004;p10"/>
            <p:cNvSpPr/>
            <p:nvPr/>
          </p:nvSpPr>
          <p:spPr>
            <a:xfrm>
              <a:off x="2282456" y="3024831"/>
              <a:ext cx="16615" cy="9870"/>
            </a:xfrm>
            <a:custGeom>
              <a:rect b="b" l="l" r="r" t="t"/>
              <a:pathLst>
                <a:path extrusionOk="0" h="278" w="468">
                  <a:moveTo>
                    <a:pt x="138" y="0"/>
                  </a:moveTo>
                  <a:cubicBezTo>
                    <a:pt x="63" y="0"/>
                    <a:pt x="0" y="64"/>
                    <a:pt x="0" y="140"/>
                  </a:cubicBezTo>
                  <a:cubicBezTo>
                    <a:pt x="0" y="215"/>
                    <a:pt x="61" y="278"/>
                    <a:pt x="138" y="278"/>
                  </a:cubicBezTo>
                  <a:lnTo>
                    <a:pt x="330" y="278"/>
                  </a:lnTo>
                  <a:cubicBezTo>
                    <a:pt x="405" y="278"/>
                    <a:pt x="468" y="215"/>
                    <a:pt x="468" y="140"/>
                  </a:cubicBezTo>
                  <a:cubicBezTo>
                    <a:pt x="468" y="64"/>
                    <a:pt x="406" y="0"/>
                    <a:pt x="330"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05" name="Google Shape;2005;p10"/>
            <p:cNvSpPr/>
            <p:nvPr/>
          </p:nvSpPr>
          <p:spPr>
            <a:xfrm>
              <a:off x="2207543" y="3048441"/>
              <a:ext cx="16651" cy="9835"/>
            </a:xfrm>
            <a:custGeom>
              <a:rect b="b" l="l" r="r" t="t"/>
              <a:pathLst>
                <a:path extrusionOk="0" h="277" w="469">
                  <a:moveTo>
                    <a:pt x="139" y="0"/>
                  </a:moveTo>
                  <a:cubicBezTo>
                    <a:pt x="62" y="0"/>
                    <a:pt x="1" y="61"/>
                    <a:pt x="1" y="138"/>
                  </a:cubicBezTo>
                  <a:cubicBezTo>
                    <a:pt x="1" y="213"/>
                    <a:pt x="61" y="276"/>
                    <a:pt x="139" y="276"/>
                  </a:cubicBezTo>
                  <a:lnTo>
                    <a:pt x="329" y="276"/>
                  </a:lnTo>
                  <a:cubicBezTo>
                    <a:pt x="405" y="276"/>
                    <a:pt x="468" y="216"/>
                    <a:pt x="468" y="138"/>
                  </a:cubicBezTo>
                  <a:cubicBezTo>
                    <a:pt x="468" y="62"/>
                    <a:pt x="406" y="0"/>
                    <a:pt x="329"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06" name="Google Shape;2006;p10"/>
            <p:cNvSpPr/>
            <p:nvPr/>
          </p:nvSpPr>
          <p:spPr>
            <a:xfrm>
              <a:off x="2244929" y="3048441"/>
              <a:ext cx="16651" cy="9835"/>
            </a:xfrm>
            <a:custGeom>
              <a:rect b="b" l="l" r="r" t="t"/>
              <a:pathLst>
                <a:path extrusionOk="0" h="277" w="469">
                  <a:moveTo>
                    <a:pt x="139" y="0"/>
                  </a:moveTo>
                  <a:cubicBezTo>
                    <a:pt x="64" y="0"/>
                    <a:pt x="1" y="61"/>
                    <a:pt x="1" y="138"/>
                  </a:cubicBezTo>
                  <a:cubicBezTo>
                    <a:pt x="1" y="213"/>
                    <a:pt x="63" y="276"/>
                    <a:pt x="139" y="276"/>
                  </a:cubicBezTo>
                  <a:lnTo>
                    <a:pt x="330" y="276"/>
                  </a:lnTo>
                  <a:cubicBezTo>
                    <a:pt x="408" y="276"/>
                    <a:pt x="469" y="216"/>
                    <a:pt x="469" y="138"/>
                  </a:cubicBezTo>
                  <a:cubicBezTo>
                    <a:pt x="469" y="62"/>
                    <a:pt x="408" y="0"/>
                    <a:pt x="330"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07" name="Google Shape;2007;p10"/>
            <p:cNvSpPr/>
            <p:nvPr/>
          </p:nvSpPr>
          <p:spPr>
            <a:xfrm>
              <a:off x="2282456" y="3048441"/>
              <a:ext cx="16615" cy="9835"/>
            </a:xfrm>
            <a:custGeom>
              <a:rect b="b" l="l" r="r" t="t"/>
              <a:pathLst>
                <a:path extrusionOk="0" h="277" w="468">
                  <a:moveTo>
                    <a:pt x="138" y="0"/>
                  </a:moveTo>
                  <a:cubicBezTo>
                    <a:pt x="63" y="0"/>
                    <a:pt x="0" y="61"/>
                    <a:pt x="0" y="138"/>
                  </a:cubicBezTo>
                  <a:cubicBezTo>
                    <a:pt x="0" y="213"/>
                    <a:pt x="61" y="276"/>
                    <a:pt x="138" y="276"/>
                  </a:cubicBezTo>
                  <a:lnTo>
                    <a:pt x="330" y="276"/>
                  </a:lnTo>
                  <a:cubicBezTo>
                    <a:pt x="405" y="276"/>
                    <a:pt x="468" y="216"/>
                    <a:pt x="468" y="138"/>
                  </a:cubicBezTo>
                  <a:cubicBezTo>
                    <a:pt x="468" y="62"/>
                    <a:pt x="406" y="0"/>
                    <a:pt x="330"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08" name="Google Shape;2008;p10"/>
            <p:cNvSpPr/>
            <p:nvPr/>
          </p:nvSpPr>
          <p:spPr>
            <a:xfrm>
              <a:off x="2207543" y="3072015"/>
              <a:ext cx="16651" cy="9906"/>
            </a:xfrm>
            <a:custGeom>
              <a:rect b="b" l="l" r="r" t="t"/>
              <a:pathLst>
                <a:path extrusionOk="0" h="279" w="469">
                  <a:moveTo>
                    <a:pt x="139" y="1"/>
                  </a:moveTo>
                  <a:cubicBezTo>
                    <a:pt x="62" y="1"/>
                    <a:pt x="1" y="64"/>
                    <a:pt x="1" y="139"/>
                  </a:cubicBezTo>
                  <a:cubicBezTo>
                    <a:pt x="1" y="215"/>
                    <a:pt x="61" y="279"/>
                    <a:pt x="139" y="279"/>
                  </a:cubicBezTo>
                  <a:lnTo>
                    <a:pt x="329" y="279"/>
                  </a:lnTo>
                  <a:cubicBezTo>
                    <a:pt x="405" y="279"/>
                    <a:pt x="468" y="215"/>
                    <a:pt x="468" y="139"/>
                  </a:cubicBezTo>
                  <a:cubicBezTo>
                    <a:pt x="468" y="64"/>
                    <a:pt x="406" y="1"/>
                    <a:pt x="329"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09" name="Google Shape;2009;p10"/>
            <p:cNvSpPr/>
            <p:nvPr/>
          </p:nvSpPr>
          <p:spPr>
            <a:xfrm>
              <a:off x="2244929" y="3072015"/>
              <a:ext cx="16651" cy="9906"/>
            </a:xfrm>
            <a:custGeom>
              <a:rect b="b" l="l" r="r" t="t"/>
              <a:pathLst>
                <a:path extrusionOk="0" h="279" w="469">
                  <a:moveTo>
                    <a:pt x="139" y="1"/>
                  </a:moveTo>
                  <a:cubicBezTo>
                    <a:pt x="64" y="1"/>
                    <a:pt x="1" y="64"/>
                    <a:pt x="1" y="139"/>
                  </a:cubicBezTo>
                  <a:cubicBezTo>
                    <a:pt x="1" y="215"/>
                    <a:pt x="63" y="279"/>
                    <a:pt x="139" y="279"/>
                  </a:cubicBezTo>
                  <a:lnTo>
                    <a:pt x="330" y="279"/>
                  </a:lnTo>
                  <a:cubicBezTo>
                    <a:pt x="408" y="279"/>
                    <a:pt x="469" y="215"/>
                    <a:pt x="469" y="139"/>
                  </a:cubicBezTo>
                  <a:cubicBezTo>
                    <a:pt x="469" y="64"/>
                    <a:pt x="408" y="1"/>
                    <a:pt x="330"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10" name="Google Shape;2010;p10"/>
            <p:cNvSpPr/>
            <p:nvPr/>
          </p:nvSpPr>
          <p:spPr>
            <a:xfrm>
              <a:off x="2282456" y="3072015"/>
              <a:ext cx="16615" cy="9906"/>
            </a:xfrm>
            <a:custGeom>
              <a:rect b="b" l="l" r="r" t="t"/>
              <a:pathLst>
                <a:path extrusionOk="0" h="279" w="468">
                  <a:moveTo>
                    <a:pt x="138" y="1"/>
                  </a:moveTo>
                  <a:cubicBezTo>
                    <a:pt x="63" y="1"/>
                    <a:pt x="0" y="64"/>
                    <a:pt x="0" y="139"/>
                  </a:cubicBezTo>
                  <a:cubicBezTo>
                    <a:pt x="0" y="215"/>
                    <a:pt x="61" y="279"/>
                    <a:pt x="138" y="279"/>
                  </a:cubicBezTo>
                  <a:lnTo>
                    <a:pt x="330" y="279"/>
                  </a:lnTo>
                  <a:cubicBezTo>
                    <a:pt x="405" y="279"/>
                    <a:pt x="468" y="215"/>
                    <a:pt x="468" y="139"/>
                  </a:cubicBezTo>
                  <a:cubicBezTo>
                    <a:pt x="468" y="64"/>
                    <a:pt x="406" y="1"/>
                    <a:pt x="330"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11" name="Google Shape;2011;p10"/>
            <p:cNvSpPr/>
            <p:nvPr/>
          </p:nvSpPr>
          <p:spPr>
            <a:xfrm>
              <a:off x="2207543" y="3095696"/>
              <a:ext cx="16651" cy="9835"/>
            </a:xfrm>
            <a:custGeom>
              <a:rect b="b" l="l" r="r" t="t"/>
              <a:pathLst>
                <a:path extrusionOk="0" h="277" w="469">
                  <a:moveTo>
                    <a:pt x="139" y="0"/>
                  </a:moveTo>
                  <a:cubicBezTo>
                    <a:pt x="62" y="0"/>
                    <a:pt x="1" y="61"/>
                    <a:pt x="1" y="138"/>
                  </a:cubicBezTo>
                  <a:cubicBezTo>
                    <a:pt x="1" y="213"/>
                    <a:pt x="61" y="276"/>
                    <a:pt x="139" y="276"/>
                  </a:cubicBezTo>
                  <a:lnTo>
                    <a:pt x="329" y="276"/>
                  </a:lnTo>
                  <a:cubicBezTo>
                    <a:pt x="405" y="276"/>
                    <a:pt x="468" y="213"/>
                    <a:pt x="468" y="138"/>
                  </a:cubicBezTo>
                  <a:cubicBezTo>
                    <a:pt x="468" y="62"/>
                    <a:pt x="406" y="0"/>
                    <a:pt x="329"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12" name="Google Shape;2012;p10"/>
            <p:cNvSpPr/>
            <p:nvPr/>
          </p:nvSpPr>
          <p:spPr>
            <a:xfrm>
              <a:off x="2244929" y="3095696"/>
              <a:ext cx="16651" cy="9835"/>
            </a:xfrm>
            <a:custGeom>
              <a:rect b="b" l="l" r="r" t="t"/>
              <a:pathLst>
                <a:path extrusionOk="0" h="277" w="469">
                  <a:moveTo>
                    <a:pt x="139" y="0"/>
                  </a:moveTo>
                  <a:cubicBezTo>
                    <a:pt x="64" y="0"/>
                    <a:pt x="1" y="61"/>
                    <a:pt x="1" y="138"/>
                  </a:cubicBezTo>
                  <a:cubicBezTo>
                    <a:pt x="1" y="213"/>
                    <a:pt x="63" y="276"/>
                    <a:pt x="139" y="276"/>
                  </a:cubicBezTo>
                  <a:lnTo>
                    <a:pt x="330" y="276"/>
                  </a:lnTo>
                  <a:cubicBezTo>
                    <a:pt x="408" y="276"/>
                    <a:pt x="469" y="213"/>
                    <a:pt x="469" y="138"/>
                  </a:cubicBezTo>
                  <a:cubicBezTo>
                    <a:pt x="469" y="62"/>
                    <a:pt x="408" y="0"/>
                    <a:pt x="330"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13" name="Google Shape;2013;p10"/>
            <p:cNvSpPr/>
            <p:nvPr/>
          </p:nvSpPr>
          <p:spPr>
            <a:xfrm>
              <a:off x="2282456" y="3095696"/>
              <a:ext cx="16615" cy="9835"/>
            </a:xfrm>
            <a:custGeom>
              <a:rect b="b" l="l" r="r" t="t"/>
              <a:pathLst>
                <a:path extrusionOk="0" h="277" w="468">
                  <a:moveTo>
                    <a:pt x="138" y="0"/>
                  </a:moveTo>
                  <a:cubicBezTo>
                    <a:pt x="63" y="0"/>
                    <a:pt x="0" y="61"/>
                    <a:pt x="0" y="138"/>
                  </a:cubicBezTo>
                  <a:cubicBezTo>
                    <a:pt x="0" y="213"/>
                    <a:pt x="61" y="276"/>
                    <a:pt x="138" y="276"/>
                  </a:cubicBezTo>
                  <a:lnTo>
                    <a:pt x="330" y="276"/>
                  </a:lnTo>
                  <a:cubicBezTo>
                    <a:pt x="405" y="276"/>
                    <a:pt x="468" y="213"/>
                    <a:pt x="468" y="138"/>
                  </a:cubicBezTo>
                  <a:cubicBezTo>
                    <a:pt x="468" y="62"/>
                    <a:pt x="406" y="0"/>
                    <a:pt x="330"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14" name="Google Shape;2014;p10"/>
            <p:cNvSpPr/>
            <p:nvPr/>
          </p:nvSpPr>
          <p:spPr>
            <a:xfrm>
              <a:off x="2183117" y="2850330"/>
              <a:ext cx="140341" cy="9906"/>
            </a:xfrm>
            <a:custGeom>
              <a:rect b="b" l="l" r="r" t="t"/>
              <a:pathLst>
                <a:path extrusionOk="0" h="279" w="3953">
                  <a:moveTo>
                    <a:pt x="139" y="1"/>
                  </a:moveTo>
                  <a:cubicBezTo>
                    <a:pt x="64" y="1"/>
                    <a:pt x="1" y="64"/>
                    <a:pt x="1" y="141"/>
                  </a:cubicBezTo>
                  <a:cubicBezTo>
                    <a:pt x="1" y="215"/>
                    <a:pt x="63" y="279"/>
                    <a:pt x="139" y="279"/>
                  </a:cubicBezTo>
                  <a:lnTo>
                    <a:pt x="3814" y="279"/>
                  </a:lnTo>
                  <a:cubicBezTo>
                    <a:pt x="3890" y="279"/>
                    <a:pt x="3952" y="215"/>
                    <a:pt x="3952" y="141"/>
                  </a:cubicBezTo>
                  <a:cubicBezTo>
                    <a:pt x="3952" y="64"/>
                    <a:pt x="3892" y="1"/>
                    <a:pt x="3814"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15" name="Google Shape;2015;p10"/>
            <p:cNvSpPr/>
            <p:nvPr/>
          </p:nvSpPr>
          <p:spPr>
            <a:xfrm>
              <a:off x="2209603" y="3128537"/>
              <a:ext cx="87443" cy="29505"/>
            </a:xfrm>
            <a:custGeom>
              <a:rect b="b" l="l" r="r" t="t"/>
              <a:pathLst>
                <a:path extrusionOk="0" h="831" w="2463">
                  <a:moveTo>
                    <a:pt x="328" y="0"/>
                  </a:moveTo>
                  <a:cubicBezTo>
                    <a:pt x="147" y="0"/>
                    <a:pt x="0" y="149"/>
                    <a:pt x="0" y="330"/>
                  </a:cubicBezTo>
                  <a:lnTo>
                    <a:pt x="0" y="831"/>
                  </a:lnTo>
                  <a:lnTo>
                    <a:pt x="2461" y="831"/>
                  </a:lnTo>
                  <a:lnTo>
                    <a:pt x="2462" y="330"/>
                  </a:lnTo>
                  <a:cubicBezTo>
                    <a:pt x="2462" y="149"/>
                    <a:pt x="2314" y="0"/>
                    <a:pt x="2133" y="0"/>
                  </a:cubicBezTo>
                  <a:close/>
                </a:path>
              </a:pathLst>
            </a:cu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16" name="Google Shape;2016;p10"/>
            <p:cNvSpPr/>
            <p:nvPr/>
          </p:nvSpPr>
          <p:spPr>
            <a:xfrm>
              <a:off x="2272089" y="3128537"/>
              <a:ext cx="24887" cy="29505"/>
            </a:xfrm>
            <a:custGeom>
              <a:rect b="b" l="l" r="r" t="t"/>
              <a:pathLst>
                <a:path extrusionOk="0" h="831" w="701">
                  <a:moveTo>
                    <a:pt x="0" y="0"/>
                  </a:moveTo>
                  <a:cubicBezTo>
                    <a:pt x="183" y="0"/>
                    <a:pt x="330" y="149"/>
                    <a:pt x="330" y="330"/>
                  </a:cubicBezTo>
                  <a:lnTo>
                    <a:pt x="330" y="831"/>
                  </a:lnTo>
                  <a:lnTo>
                    <a:pt x="701" y="831"/>
                  </a:lnTo>
                  <a:lnTo>
                    <a:pt x="701" y="330"/>
                  </a:lnTo>
                  <a:cubicBezTo>
                    <a:pt x="701" y="150"/>
                    <a:pt x="554" y="3"/>
                    <a:pt x="371"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2017" name="Google Shape;2017;p10"/>
          <p:cNvGrpSpPr/>
          <p:nvPr/>
        </p:nvGrpSpPr>
        <p:grpSpPr>
          <a:xfrm>
            <a:off x="4418492" y="2973670"/>
            <a:ext cx="301603" cy="326966"/>
            <a:chOff x="1508121" y="2831086"/>
            <a:chExt cx="301603" cy="326966"/>
          </a:xfrm>
        </p:grpSpPr>
        <p:sp>
          <p:nvSpPr>
            <p:cNvPr id="2018" name="Google Shape;2018;p10"/>
            <p:cNvSpPr/>
            <p:nvPr/>
          </p:nvSpPr>
          <p:spPr>
            <a:xfrm>
              <a:off x="1508121" y="2831086"/>
              <a:ext cx="256080" cy="326966"/>
            </a:xfrm>
            <a:custGeom>
              <a:rect b="b" l="l" r="r" t="t"/>
              <a:pathLst>
                <a:path extrusionOk="0" h="9209" w="7213">
                  <a:moveTo>
                    <a:pt x="436" y="0"/>
                  </a:moveTo>
                  <a:cubicBezTo>
                    <a:pt x="196" y="0"/>
                    <a:pt x="0" y="196"/>
                    <a:pt x="0" y="438"/>
                  </a:cubicBezTo>
                  <a:lnTo>
                    <a:pt x="0" y="8771"/>
                  </a:lnTo>
                  <a:cubicBezTo>
                    <a:pt x="0" y="9012"/>
                    <a:pt x="196" y="9209"/>
                    <a:pt x="436" y="9209"/>
                  </a:cubicBezTo>
                  <a:lnTo>
                    <a:pt x="6774" y="9209"/>
                  </a:lnTo>
                  <a:cubicBezTo>
                    <a:pt x="7017" y="9209"/>
                    <a:pt x="7213" y="9012"/>
                    <a:pt x="7211" y="8771"/>
                  </a:cubicBezTo>
                  <a:lnTo>
                    <a:pt x="7211" y="438"/>
                  </a:lnTo>
                  <a:cubicBezTo>
                    <a:pt x="7211" y="196"/>
                    <a:pt x="7015" y="0"/>
                    <a:pt x="6774" y="0"/>
                  </a:cubicBezTo>
                  <a:close/>
                </a:path>
              </a:pathLst>
            </a:custGeom>
            <a:solidFill>
              <a:schemeClr val="accent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19" name="Google Shape;2019;p10"/>
            <p:cNvSpPr/>
            <p:nvPr/>
          </p:nvSpPr>
          <p:spPr>
            <a:xfrm>
              <a:off x="1735522" y="2831086"/>
              <a:ext cx="28686" cy="326966"/>
            </a:xfrm>
            <a:custGeom>
              <a:rect b="b" l="l" r="r" t="t"/>
              <a:pathLst>
                <a:path extrusionOk="0" h="9209" w="808">
                  <a:moveTo>
                    <a:pt x="373" y="0"/>
                  </a:moveTo>
                  <a:cubicBezTo>
                    <a:pt x="372" y="0"/>
                    <a:pt x="371" y="0"/>
                    <a:pt x="370" y="0"/>
                  </a:cubicBezTo>
                  <a:lnTo>
                    <a:pt x="0" y="0"/>
                  </a:lnTo>
                  <a:cubicBezTo>
                    <a:pt x="241" y="0"/>
                    <a:pt x="438" y="195"/>
                    <a:pt x="438" y="438"/>
                  </a:cubicBezTo>
                  <a:lnTo>
                    <a:pt x="438" y="8771"/>
                  </a:lnTo>
                  <a:cubicBezTo>
                    <a:pt x="438" y="9012"/>
                    <a:pt x="241" y="9209"/>
                    <a:pt x="0" y="9209"/>
                  </a:cubicBezTo>
                  <a:lnTo>
                    <a:pt x="370" y="9209"/>
                  </a:lnTo>
                  <a:cubicBezTo>
                    <a:pt x="612" y="9209"/>
                    <a:pt x="808" y="9015"/>
                    <a:pt x="808" y="8771"/>
                  </a:cubicBezTo>
                  <a:lnTo>
                    <a:pt x="808" y="438"/>
                  </a:lnTo>
                  <a:cubicBezTo>
                    <a:pt x="808" y="196"/>
                    <a:pt x="613" y="0"/>
                    <a:pt x="373"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20" name="Google Shape;2020;p10"/>
            <p:cNvSpPr/>
            <p:nvPr/>
          </p:nvSpPr>
          <p:spPr>
            <a:xfrm>
              <a:off x="1530701" y="2853667"/>
              <a:ext cx="210814" cy="266181"/>
            </a:xfrm>
            <a:custGeom>
              <a:rect b="b" l="l" r="r" t="t"/>
              <a:pathLst>
                <a:path extrusionOk="0" h="7497" w="5938">
                  <a:moveTo>
                    <a:pt x="222" y="0"/>
                  </a:moveTo>
                  <a:cubicBezTo>
                    <a:pt x="100" y="0"/>
                    <a:pt x="0" y="100"/>
                    <a:pt x="0" y="222"/>
                  </a:cubicBezTo>
                  <a:lnTo>
                    <a:pt x="0" y="7275"/>
                  </a:lnTo>
                  <a:cubicBezTo>
                    <a:pt x="0" y="7397"/>
                    <a:pt x="100" y="7496"/>
                    <a:pt x="222" y="7496"/>
                  </a:cubicBezTo>
                  <a:lnTo>
                    <a:pt x="5718" y="7496"/>
                  </a:lnTo>
                  <a:cubicBezTo>
                    <a:pt x="5840" y="7496"/>
                    <a:pt x="5938" y="7397"/>
                    <a:pt x="5938" y="7275"/>
                  </a:cubicBezTo>
                  <a:lnTo>
                    <a:pt x="5938" y="222"/>
                  </a:lnTo>
                  <a:cubicBezTo>
                    <a:pt x="5938" y="100"/>
                    <a:pt x="5840" y="0"/>
                    <a:pt x="5718" y="0"/>
                  </a:cubicBez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21" name="Google Shape;2021;p10"/>
            <p:cNvSpPr/>
            <p:nvPr/>
          </p:nvSpPr>
          <p:spPr>
            <a:xfrm>
              <a:off x="1721001" y="2853667"/>
              <a:ext cx="20520" cy="266181"/>
            </a:xfrm>
            <a:custGeom>
              <a:rect b="b" l="l" r="r" t="t"/>
              <a:pathLst>
                <a:path extrusionOk="0" h="7497" w="578">
                  <a:moveTo>
                    <a:pt x="1" y="0"/>
                  </a:moveTo>
                  <a:cubicBezTo>
                    <a:pt x="123" y="0"/>
                    <a:pt x="222" y="100"/>
                    <a:pt x="222" y="222"/>
                  </a:cubicBezTo>
                  <a:lnTo>
                    <a:pt x="222" y="7275"/>
                  </a:lnTo>
                  <a:cubicBezTo>
                    <a:pt x="222" y="7397"/>
                    <a:pt x="123" y="7496"/>
                    <a:pt x="1" y="7496"/>
                  </a:cubicBezTo>
                  <a:lnTo>
                    <a:pt x="358" y="7496"/>
                  </a:lnTo>
                  <a:cubicBezTo>
                    <a:pt x="480" y="7496"/>
                    <a:pt x="578" y="7397"/>
                    <a:pt x="578" y="7275"/>
                  </a:cubicBezTo>
                  <a:lnTo>
                    <a:pt x="578" y="222"/>
                  </a:lnTo>
                  <a:cubicBezTo>
                    <a:pt x="578" y="100"/>
                    <a:pt x="480" y="0"/>
                    <a:pt x="358"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22" name="Google Shape;2022;p10"/>
            <p:cNvSpPr/>
            <p:nvPr/>
          </p:nvSpPr>
          <p:spPr>
            <a:xfrm>
              <a:off x="1621875" y="3134005"/>
              <a:ext cx="28473" cy="9835"/>
            </a:xfrm>
            <a:custGeom>
              <a:rect b="b" l="l" r="r" t="t"/>
              <a:pathLst>
                <a:path extrusionOk="0" h="277" w="802">
                  <a:moveTo>
                    <a:pt x="139" y="0"/>
                  </a:moveTo>
                  <a:cubicBezTo>
                    <a:pt x="64" y="0"/>
                    <a:pt x="1" y="61"/>
                    <a:pt x="1" y="139"/>
                  </a:cubicBezTo>
                  <a:cubicBezTo>
                    <a:pt x="1" y="213"/>
                    <a:pt x="61" y="277"/>
                    <a:pt x="139" y="277"/>
                  </a:cubicBezTo>
                  <a:lnTo>
                    <a:pt x="661" y="277"/>
                  </a:lnTo>
                  <a:cubicBezTo>
                    <a:pt x="739" y="277"/>
                    <a:pt x="801" y="216"/>
                    <a:pt x="800" y="139"/>
                  </a:cubicBezTo>
                  <a:cubicBezTo>
                    <a:pt x="800" y="62"/>
                    <a:pt x="739" y="0"/>
                    <a:pt x="661"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23" name="Google Shape;2023;p10"/>
            <p:cNvSpPr/>
            <p:nvPr/>
          </p:nvSpPr>
          <p:spPr>
            <a:xfrm>
              <a:off x="1784162" y="2920485"/>
              <a:ext cx="25562" cy="219989"/>
            </a:xfrm>
            <a:custGeom>
              <a:rect b="b" l="l" r="r" t="t"/>
              <a:pathLst>
                <a:path extrusionOk="0" h="6196" w="720">
                  <a:moveTo>
                    <a:pt x="360" y="1"/>
                  </a:moveTo>
                  <a:lnTo>
                    <a:pt x="0" y="148"/>
                  </a:lnTo>
                  <a:lnTo>
                    <a:pt x="0" y="6022"/>
                  </a:lnTo>
                  <a:lnTo>
                    <a:pt x="360" y="6196"/>
                  </a:lnTo>
                  <a:lnTo>
                    <a:pt x="720" y="6022"/>
                  </a:lnTo>
                  <a:lnTo>
                    <a:pt x="720" y="148"/>
                  </a:lnTo>
                  <a:lnTo>
                    <a:pt x="360" y="1"/>
                  </a:lnTo>
                  <a:close/>
                </a:path>
              </a:pathLst>
            </a:cu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24" name="Google Shape;2024;p10"/>
            <p:cNvSpPr/>
            <p:nvPr/>
          </p:nvSpPr>
          <p:spPr>
            <a:xfrm>
              <a:off x="1796943" y="2925704"/>
              <a:ext cx="12781" cy="208592"/>
            </a:xfrm>
            <a:custGeom>
              <a:rect b="b" l="l" r="r" t="t"/>
              <a:pathLst>
                <a:path extrusionOk="0" h="5875" w="360">
                  <a:moveTo>
                    <a:pt x="0" y="1"/>
                  </a:moveTo>
                  <a:lnTo>
                    <a:pt x="0" y="5875"/>
                  </a:lnTo>
                  <a:lnTo>
                    <a:pt x="360" y="5875"/>
                  </a:lnTo>
                  <a:lnTo>
                    <a:pt x="360" y="1"/>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25" name="Google Shape;2025;p10"/>
            <p:cNvSpPr/>
            <p:nvPr/>
          </p:nvSpPr>
          <p:spPr>
            <a:xfrm>
              <a:off x="1549909" y="2877845"/>
              <a:ext cx="59715" cy="54997"/>
            </a:xfrm>
            <a:custGeom>
              <a:rect b="b" l="l" r="r" t="t"/>
              <a:pathLst>
                <a:path extrusionOk="0" h="1549" w="1682">
                  <a:moveTo>
                    <a:pt x="152" y="1"/>
                  </a:moveTo>
                  <a:cubicBezTo>
                    <a:pt x="143" y="1"/>
                    <a:pt x="134" y="1"/>
                    <a:pt x="126" y="3"/>
                  </a:cubicBezTo>
                  <a:cubicBezTo>
                    <a:pt x="49" y="17"/>
                    <a:pt x="0" y="91"/>
                    <a:pt x="15" y="167"/>
                  </a:cubicBezTo>
                  <a:cubicBezTo>
                    <a:pt x="15" y="167"/>
                    <a:pt x="15" y="167"/>
                    <a:pt x="15" y="167"/>
                  </a:cubicBezTo>
                  <a:lnTo>
                    <a:pt x="15" y="167"/>
                  </a:lnTo>
                  <a:cubicBezTo>
                    <a:pt x="12" y="167"/>
                    <a:pt x="264" y="1431"/>
                    <a:pt x="265" y="1438"/>
                  </a:cubicBezTo>
                  <a:cubicBezTo>
                    <a:pt x="288" y="1504"/>
                    <a:pt x="351" y="1549"/>
                    <a:pt x="423" y="1549"/>
                  </a:cubicBezTo>
                  <a:lnTo>
                    <a:pt x="425" y="1549"/>
                  </a:lnTo>
                  <a:cubicBezTo>
                    <a:pt x="497" y="1549"/>
                    <a:pt x="560" y="1501"/>
                    <a:pt x="583" y="1435"/>
                  </a:cubicBezTo>
                  <a:cubicBezTo>
                    <a:pt x="583" y="1433"/>
                    <a:pt x="583" y="1433"/>
                    <a:pt x="586" y="1432"/>
                  </a:cubicBezTo>
                  <a:lnTo>
                    <a:pt x="839" y="612"/>
                  </a:lnTo>
                  <a:lnTo>
                    <a:pt x="1093" y="1432"/>
                  </a:lnTo>
                  <a:cubicBezTo>
                    <a:pt x="1093" y="1433"/>
                    <a:pt x="1094" y="1435"/>
                    <a:pt x="1094" y="1438"/>
                  </a:cubicBezTo>
                  <a:cubicBezTo>
                    <a:pt x="1118" y="1504"/>
                    <a:pt x="1180" y="1549"/>
                    <a:pt x="1252" y="1549"/>
                  </a:cubicBezTo>
                  <a:lnTo>
                    <a:pt x="1255" y="1549"/>
                  </a:lnTo>
                  <a:cubicBezTo>
                    <a:pt x="1327" y="1549"/>
                    <a:pt x="1389" y="1501"/>
                    <a:pt x="1413" y="1435"/>
                  </a:cubicBezTo>
                  <a:cubicBezTo>
                    <a:pt x="1415" y="1429"/>
                    <a:pt x="1667" y="169"/>
                    <a:pt x="1667" y="169"/>
                  </a:cubicBezTo>
                  <a:cubicBezTo>
                    <a:pt x="1681" y="94"/>
                    <a:pt x="1632" y="20"/>
                    <a:pt x="1557" y="4"/>
                  </a:cubicBezTo>
                  <a:cubicBezTo>
                    <a:pt x="1548" y="3"/>
                    <a:pt x="1539" y="2"/>
                    <a:pt x="1531" y="2"/>
                  </a:cubicBezTo>
                  <a:cubicBezTo>
                    <a:pt x="1465" y="2"/>
                    <a:pt x="1406" y="48"/>
                    <a:pt x="1393" y="115"/>
                  </a:cubicBezTo>
                  <a:lnTo>
                    <a:pt x="1231" y="931"/>
                  </a:lnTo>
                  <a:lnTo>
                    <a:pt x="975" y="98"/>
                  </a:lnTo>
                  <a:cubicBezTo>
                    <a:pt x="955" y="39"/>
                    <a:pt x="901" y="1"/>
                    <a:pt x="842" y="1"/>
                  </a:cubicBezTo>
                  <a:cubicBezTo>
                    <a:pt x="828" y="1"/>
                    <a:pt x="813" y="3"/>
                    <a:pt x="799" y="7"/>
                  </a:cubicBezTo>
                  <a:cubicBezTo>
                    <a:pt x="749" y="23"/>
                    <a:pt x="713" y="65"/>
                    <a:pt x="704" y="112"/>
                  </a:cubicBezTo>
                  <a:lnTo>
                    <a:pt x="451" y="933"/>
                  </a:lnTo>
                  <a:lnTo>
                    <a:pt x="288" y="112"/>
                  </a:lnTo>
                  <a:cubicBezTo>
                    <a:pt x="275" y="46"/>
                    <a:pt x="217" y="1"/>
                    <a:pt x="152"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26" name="Google Shape;2026;p10"/>
            <p:cNvSpPr/>
            <p:nvPr/>
          </p:nvSpPr>
          <p:spPr>
            <a:xfrm>
              <a:off x="1611863" y="2923006"/>
              <a:ext cx="110129" cy="9835"/>
            </a:xfrm>
            <a:custGeom>
              <a:rect b="b" l="l" r="r" t="t"/>
              <a:pathLst>
                <a:path extrusionOk="0" h="277" w="3102">
                  <a:moveTo>
                    <a:pt x="139" y="0"/>
                  </a:moveTo>
                  <a:cubicBezTo>
                    <a:pt x="61" y="0"/>
                    <a:pt x="1" y="62"/>
                    <a:pt x="1" y="138"/>
                  </a:cubicBezTo>
                  <a:cubicBezTo>
                    <a:pt x="1" y="213"/>
                    <a:pt x="64" y="277"/>
                    <a:pt x="139" y="277"/>
                  </a:cubicBezTo>
                  <a:lnTo>
                    <a:pt x="2964" y="277"/>
                  </a:lnTo>
                  <a:cubicBezTo>
                    <a:pt x="3040" y="277"/>
                    <a:pt x="3102" y="213"/>
                    <a:pt x="3102" y="138"/>
                  </a:cubicBezTo>
                  <a:cubicBezTo>
                    <a:pt x="3102" y="62"/>
                    <a:pt x="3039" y="0"/>
                    <a:pt x="2964"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27" name="Google Shape;2027;p10"/>
            <p:cNvSpPr/>
            <p:nvPr/>
          </p:nvSpPr>
          <p:spPr>
            <a:xfrm>
              <a:off x="1611863" y="2946261"/>
              <a:ext cx="110129" cy="9835"/>
            </a:xfrm>
            <a:custGeom>
              <a:rect b="b" l="l" r="r" t="t"/>
              <a:pathLst>
                <a:path extrusionOk="0" h="277" w="3102">
                  <a:moveTo>
                    <a:pt x="139" y="0"/>
                  </a:moveTo>
                  <a:cubicBezTo>
                    <a:pt x="61" y="0"/>
                    <a:pt x="1" y="62"/>
                    <a:pt x="1" y="138"/>
                  </a:cubicBezTo>
                  <a:cubicBezTo>
                    <a:pt x="1" y="216"/>
                    <a:pt x="64" y="276"/>
                    <a:pt x="139" y="276"/>
                  </a:cubicBezTo>
                  <a:lnTo>
                    <a:pt x="2964" y="276"/>
                  </a:lnTo>
                  <a:cubicBezTo>
                    <a:pt x="3040" y="276"/>
                    <a:pt x="3102" y="213"/>
                    <a:pt x="3102" y="138"/>
                  </a:cubicBezTo>
                  <a:cubicBezTo>
                    <a:pt x="3102" y="60"/>
                    <a:pt x="3040" y="0"/>
                    <a:pt x="2964"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28" name="Google Shape;2028;p10"/>
            <p:cNvSpPr/>
            <p:nvPr/>
          </p:nvSpPr>
          <p:spPr>
            <a:xfrm>
              <a:off x="1550264" y="2946261"/>
              <a:ext cx="48567" cy="9835"/>
            </a:xfrm>
            <a:custGeom>
              <a:rect b="b" l="l" r="r" t="t"/>
              <a:pathLst>
                <a:path extrusionOk="0" h="277" w="1368">
                  <a:moveTo>
                    <a:pt x="139" y="0"/>
                  </a:moveTo>
                  <a:cubicBezTo>
                    <a:pt x="61" y="0"/>
                    <a:pt x="0" y="62"/>
                    <a:pt x="0" y="138"/>
                  </a:cubicBezTo>
                  <a:cubicBezTo>
                    <a:pt x="0" y="216"/>
                    <a:pt x="61" y="276"/>
                    <a:pt x="139" y="276"/>
                  </a:cubicBezTo>
                  <a:lnTo>
                    <a:pt x="1228" y="276"/>
                  </a:lnTo>
                  <a:cubicBezTo>
                    <a:pt x="1306" y="276"/>
                    <a:pt x="1367" y="213"/>
                    <a:pt x="1367" y="138"/>
                  </a:cubicBezTo>
                  <a:cubicBezTo>
                    <a:pt x="1367" y="60"/>
                    <a:pt x="1304" y="0"/>
                    <a:pt x="1228"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29" name="Google Shape;2029;p10"/>
            <p:cNvSpPr/>
            <p:nvPr/>
          </p:nvSpPr>
          <p:spPr>
            <a:xfrm>
              <a:off x="1678396" y="2969480"/>
              <a:ext cx="43597" cy="9870"/>
            </a:xfrm>
            <a:custGeom>
              <a:rect b="b" l="l" r="r" t="t"/>
              <a:pathLst>
                <a:path extrusionOk="0" h="278" w="1228">
                  <a:moveTo>
                    <a:pt x="140" y="1"/>
                  </a:moveTo>
                  <a:cubicBezTo>
                    <a:pt x="62" y="1"/>
                    <a:pt x="0" y="63"/>
                    <a:pt x="0" y="139"/>
                  </a:cubicBezTo>
                  <a:cubicBezTo>
                    <a:pt x="0" y="214"/>
                    <a:pt x="64" y="277"/>
                    <a:pt x="140" y="277"/>
                  </a:cubicBezTo>
                  <a:lnTo>
                    <a:pt x="1090" y="277"/>
                  </a:lnTo>
                  <a:cubicBezTo>
                    <a:pt x="1166" y="277"/>
                    <a:pt x="1228" y="214"/>
                    <a:pt x="1228" y="139"/>
                  </a:cubicBezTo>
                  <a:cubicBezTo>
                    <a:pt x="1228" y="63"/>
                    <a:pt x="1166" y="1"/>
                    <a:pt x="1090"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30" name="Google Shape;2030;p10"/>
            <p:cNvSpPr/>
            <p:nvPr/>
          </p:nvSpPr>
          <p:spPr>
            <a:xfrm>
              <a:off x="1550264" y="2969551"/>
              <a:ext cx="114815" cy="9835"/>
            </a:xfrm>
            <a:custGeom>
              <a:rect b="b" l="l" r="r" t="t"/>
              <a:pathLst>
                <a:path extrusionOk="0" h="277" w="3234">
                  <a:moveTo>
                    <a:pt x="139" y="0"/>
                  </a:moveTo>
                  <a:cubicBezTo>
                    <a:pt x="61" y="0"/>
                    <a:pt x="0" y="64"/>
                    <a:pt x="0" y="138"/>
                  </a:cubicBezTo>
                  <a:cubicBezTo>
                    <a:pt x="0" y="215"/>
                    <a:pt x="61" y="277"/>
                    <a:pt x="139" y="277"/>
                  </a:cubicBezTo>
                  <a:lnTo>
                    <a:pt x="3096" y="277"/>
                  </a:lnTo>
                  <a:cubicBezTo>
                    <a:pt x="3173" y="277"/>
                    <a:pt x="3234" y="215"/>
                    <a:pt x="3234" y="138"/>
                  </a:cubicBezTo>
                  <a:cubicBezTo>
                    <a:pt x="3234" y="64"/>
                    <a:pt x="3171" y="0"/>
                    <a:pt x="3096"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31" name="Google Shape;2031;p10"/>
            <p:cNvSpPr/>
            <p:nvPr/>
          </p:nvSpPr>
          <p:spPr>
            <a:xfrm>
              <a:off x="1550264" y="2992771"/>
              <a:ext cx="171726" cy="9870"/>
            </a:xfrm>
            <a:custGeom>
              <a:rect b="b" l="l" r="r" t="t"/>
              <a:pathLst>
                <a:path extrusionOk="0" h="278" w="4837">
                  <a:moveTo>
                    <a:pt x="139" y="1"/>
                  </a:moveTo>
                  <a:cubicBezTo>
                    <a:pt x="61" y="1"/>
                    <a:pt x="0" y="64"/>
                    <a:pt x="0" y="139"/>
                  </a:cubicBezTo>
                  <a:cubicBezTo>
                    <a:pt x="0" y="217"/>
                    <a:pt x="62" y="277"/>
                    <a:pt x="139" y="277"/>
                  </a:cubicBezTo>
                  <a:lnTo>
                    <a:pt x="4699" y="277"/>
                  </a:lnTo>
                  <a:cubicBezTo>
                    <a:pt x="4775" y="277"/>
                    <a:pt x="4837" y="215"/>
                    <a:pt x="4837" y="139"/>
                  </a:cubicBezTo>
                  <a:cubicBezTo>
                    <a:pt x="4837" y="61"/>
                    <a:pt x="4775" y="1"/>
                    <a:pt x="4699"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32" name="Google Shape;2032;p10"/>
            <p:cNvSpPr/>
            <p:nvPr/>
          </p:nvSpPr>
          <p:spPr>
            <a:xfrm>
              <a:off x="1659402" y="3016026"/>
              <a:ext cx="62591" cy="9870"/>
            </a:xfrm>
            <a:custGeom>
              <a:rect b="b" l="l" r="r" t="t"/>
              <a:pathLst>
                <a:path extrusionOk="0" h="278" w="1763">
                  <a:moveTo>
                    <a:pt x="138" y="1"/>
                  </a:moveTo>
                  <a:cubicBezTo>
                    <a:pt x="61" y="1"/>
                    <a:pt x="0" y="64"/>
                    <a:pt x="0" y="139"/>
                  </a:cubicBezTo>
                  <a:cubicBezTo>
                    <a:pt x="0" y="214"/>
                    <a:pt x="63" y="277"/>
                    <a:pt x="138" y="277"/>
                  </a:cubicBezTo>
                  <a:lnTo>
                    <a:pt x="1625" y="277"/>
                  </a:lnTo>
                  <a:cubicBezTo>
                    <a:pt x="1701" y="277"/>
                    <a:pt x="1763" y="214"/>
                    <a:pt x="1763" y="139"/>
                  </a:cubicBezTo>
                  <a:cubicBezTo>
                    <a:pt x="1763" y="64"/>
                    <a:pt x="1701" y="1"/>
                    <a:pt x="1625"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33" name="Google Shape;2033;p10"/>
            <p:cNvSpPr/>
            <p:nvPr/>
          </p:nvSpPr>
          <p:spPr>
            <a:xfrm>
              <a:off x="1550299" y="3016026"/>
              <a:ext cx="96283" cy="9870"/>
            </a:xfrm>
            <a:custGeom>
              <a:rect b="b" l="l" r="r" t="t"/>
              <a:pathLst>
                <a:path extrusionOk="0" h="278" w="2712">
                  <a:moveTo>
                    <a:pt x="139" y="1"/>
                  </a:moveTo>
                  <a:cubicBezTo>
                    <a:pt x="61" y="1"/>
                    <a:pt x="1" y="64"/>
                    <a:pt x="1" y="139"/>
                  </a:cubicBezTo>
                  <a:cubicBezTo>
                    <a:pt x="1" y="215"/>
                    <a:pt x="64" y="277"/>
                    <a:pt x="139" y="277"/>
                  </a:cubicBezTo>
                  <a:lnTo>
                    <a:pt x="2572" y="277"/>
                  </a:lnTo>
                  <a:cubicBezTo>
                    <a:pt x="2574" y="277"/>
                    <a:pt x="2576" y="277"/>
                    <a:pt x="2577" y="277"/>
                  </a:cubicBezTo>
                  <a:cubicBezTo>
                    <a:pt x="2651" y="277"/>
                    <a:pt x="2712" y="215"/>
                    <a:pt x="2712" y="139"/>
                  </a:cubicBezTo>
                  <a:cubicBezTo>
                    <a:pt x="2712" y="61"/>
                    <a:pt x="2649" y="1"/>
                    <a:pt x="2572"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34" name="Google Shape;2034;p10"/>
            <p:cNvSpPr/>
            <p:nvPr/>
          </p:nvSpPr>
          <p:spPr>
            <a:xfrm>
              <a:off x="1585767" y="3039316"/>
              <a:ext cx="136223" cy="9870"/>
            </a:xfrm>
            <a:custGeom>
              <a:rect b="b" l="l" r="r" t="t"/>
              <a:pathLst>
                <a:path extrusionOk="0" h="278" w="3837">
                  <a:moveTo>
                    <a:pt x="139" y="1"/>
                  </a:moveTo>
                  <a:cubicBezTo>
                    <a:pt x="61" y="1"/>
                    <a:pt x="1" y="64"/>
                    <a:pt x="1" y="139"/>
                  </a:cubicBezTo>
                  <a:cubicBezTo>
                    <a:pt x="1" y="217"/>
                    <a:pt x="62" y="277"/>
                    <a:pt x="139" y="277"/>
                  </a:cubicBezTo>
                  <a:lnTo>
                    <a:pt x="3699" y="277"/>
                  </a:lnTo>
                  <a:cubicBezTo>
                    <a:pt x="3775" y="277"/>
                    <a:pt x="3837" y="215"/>
                    <a:pt x="3837" y="139"/>
                  </a:cubicBezTo>
                  <a:cubicBezTo>
                    <a:pt x="3837" y="63"/>
                    <a:pt x="3775" y="1"/>
                    <a:pt x="3699"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35" name="Google Shape;2035;p10"/>
            <p:cNvSpPr/>
            <p:nvPr/>
          </p:nvSpPr>
          <p:spPr>
            <a:xfrm>
              <a:off x="1550264" y="3039316"/>
              <a:ext cx="22864" cy="9870"/>
            </a:xfrm>
            <a:custGeom>
              <a:rect b="b" l="l" r="r" t="t"/>
              <a:pathLst>
                <a:path extrusionOk="0" h="278" w="644">
                  <a:moveTo>
                    <a:pt x="139" y="1"/>
                  </a:moveTo>
                  <a:cubicBezTo>
                    <a:pt x="61" y="1"/>
                    <a:pt x="0" y="64"/>
                    <a:pt x="0" y="139"/>
                  </a:cubicBezTo>
                  <a:cubicBezTo>
                    <a:pt x="0" y="217"/>
                    <a:pt x="62" y="277"/>
                    <a:pt x="139" y="277"/>
                  </a:cubicBezTo>
                  <a:lnTo>
                    <a:pt x="506" y="277"/>
                  </a:lnTo>
                  <a:cubicBezTo>
                    <a:pt x="583" y="277"/>
                    <a:pt x="644" y="215"/>
                    <a:pt x="644" y="139"/>
                  </a:cubicBezTo>
                  <a:cubicBezTo>
                    <a:pt x="644" y="63"/>
                    <a:pt x="583" y="1"/>
                    <a:pt x="506"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36" name="Google Shape;2036;p10"/>
            <p:cNvSpPr/>
            <p:nvPr/>
          </p:nvSpPr>
          <p:spPr>
            <a:xfrm>
              <a:off x="1637425" y="3062571"/>
              <a:ext cx="84567" cy="9906"/>
            </a:xfrm>
            <a:custGeom>
              <a:rect b="b" l="l" r="r" t="t"/>
              <a:pathLst>
                <a:path extrusionOk="0" h="279" w="2382">
                  <a:moveTo>
                    <a:pt x="139" y="1"/>
                  </a:moveTo>
                  <a:cubicBezTo>
                    <a:pt x="61" y="1"/>
                    <a:pt x="0" y="64"/>
                    <a:pt x="0" y="139"/>
                  </a:cubicBezTo>
                  <a:cubicBezTo>
                    <a:pt x="0" y="217"/>
                    <a:pt x="64" y="278"/>
                    <a:pt x="139" y="278"/>
                  </a:cubicBezTo>
                  <a:lnTo>
                    <a:pt x="2244" y="278"/>
                  </a:lnTo>
                  <a:cubicBezTo>
                    <a:pt x="2320" y="278"/>
                    <a:pt x="2382" y="215"/>
                    <a:pt x="2382" y="139"/>
                  </a:cubicBezTo>
                  <a:cubicBezTo>
                    <a:pt x="2382" y="64"/>
                    <a:pt x="2320" y="1"/>
                    <a:pt x="2244"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37" name="Google Shape;2037;p10"/>
            <p:cNvSpPr/>
            <p:nvPr/>
          </p:nvSpPr>
          <p:spPr>
            <a:xfrm>
              <a:off x="1550264" y="3062571"/>
              <a:ext cx="74378" cy="9906"/>
            </a:xfrm>
            <a:custGeom>
              <a:rect b="b" l="l" r="r" t="t"/>
              <a:pathLst>
                <a:path extrusionOk="0" h="279" w="2095">
                  <a:moveTo>
                    <a:pt x="139" y="1"/>
                  </a:moveTo>
                  <a:cubicBezTo>
                    <a:pt x="61" y="1"/>
                    <a:pt x="0" y="64"/>
                    <a:pt x="0" y="139"/>
                  </a:cubicBezTo>
                  <a:cubicBezTo>
                    <a:pt x="0" y="217"/>
                    <a:pt x="62" y="278"/>
                    <a:pt x="139" y="278"/>
                  </a:cubicBezTo>
                  <a:lnTo>
                    <a:pt x="1955" y="278"/>
                  </a:lnTo>
                  <a:cubicBezTo>
                    <a:pt x="2032" y="278"/>
                    <a:pt x="2094" y="215"/>
                    <a:pt x="2094" y="139"/>
                  </a:cubicBezTo>
                  <a:cubicBezTo>
                    <a:pt x="2094" y="64"/>
                    <a:pt x="2031" y="1"/>
                    <a:pt x="1955"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38" name="Google Shape;2038;p10"/>
            <p:cNvSpPr/>
            <p:nvPr/>
          </p:nvSpPr>
          <p:spPr>
            <a:xfrm>
              <a:off x="1670692" y="3085826"/>
              <a:ext cx="51301" cy="9906"/>
            </a:xfrm>
            <a:custGeom>
              <a:rect b="b" l="l" r="r" t="t"/>
              <a:pathLst>
                <a:path extrusionOk="0" h="279" w="1445">
                  <a:moveTo>
                    <a:pt x="138" y="0"/>
                  </a:moveTo>
                  <a:cubicBezTo>
                    <a:pt x="62" y="0"/>
                    <a:pt x="0" y="64"/>
                    <a:pt x="0" y="139"/>
                  </a:cubicBezTo>
                  <a:cubicBezTo>
                    <a:pt x="0" y="215"/>
                    <a:pt x="64" y="278"/>
                    <a:pt x="138" y="278"/>
                  </a:cubicBezTo>
                  <a:lnTo>
                    <a:pt x="1307" y="278"/>
                  </a:lnTo>
                  <a:cubicBezTo>
                    <a:pt x="1383" y="278"/>
                    <a:pt x="1445" y="215"/>
                    <a:pt x="1445" y="139"/>
                  </a:cubicBezTo>
                  <a:cubicBezTo>
                    <a:pt x="1445" y="64"/>
                    <a:pt x="1383" y="0"/>
                    <a:pt x="1307"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39" name="Google Shape;2039;p10"/>
            <p:cNvSpPr/>
            <p:nvPr/>
          </p:nvSpPr>
          <p:spPr>
            <a:xfrm>
              <a:off x="1550264" y="3085826"/>
              <a:ext cx="107715" cy="9906"/>
            </a:xfrm>
            <a:custGeom>
              <a:rect b="b" l="l" r="r" t="t"/>
              <a:pathLst>
                <a:path extrusionOk="0" h="279" w="3034">
                  <a:moveTo>
                    <a:pt x="139" y="0"/>
                  </a:moveTo>
                  <a:cubicBezTo>
                    <a:pt x="61" y="0"/>
                    <a:pt x="0" y="64"/>
                    <a:pt x="0" y="139"/>
                  </a:cubicBezTo>
                  <a:cubicBezTo>
                    <a:pt x="0" y="215"/>
                    <a:pt x="62" y="278"/>
                    <a:pt x="139" y="278"/>
                  </a:cubicBezTo>
                  <a:lnTo>
                    <a:pt x="2896" y="278"/>
                  </a:lnTo>
                  <a:cubicBezTo>
                    <a:pt x="2973" y="278"/>
                    <a:pt x="3034" y="215"/>
                    <a:pt x="3034" y="139"/>
                  </a:cubicBezTo>
                  <a:cubicBezTo>
                    <a:pt x="3034" y="64"/>
                    <a:pt x="2973" y="0"/>
                    <a:pt x="2896"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40" name="Google Shape;2040;p10"/>
            <p:cNvSpPr/>
            <p:nvPr/>
          </p:nvSpPr>
          <p:spPr>
            <a:xfrm>
              <a:off x="1784162" y="3134254"/>
              <a:ext cx="25562" cy="23788"/>
            </a:xfrm>
            <a:custGeom>
              <a:rect b="b" l="l" r="r" t="t"/>
              <a:pathLst>
                <a:path extrusionOk="0" h="670" w="720">
                  <a:moveTo>
                    <a:pt x="0" y="1"/>
                  </a:moveTo>
                  <a:lnTo>
                    <a:pt x="256" y="601"/>
                  </a:lnTo>
                  <a:cubicBezTo>
                    <a:pt x="276" y="647"/>
                    <a:pt x="318" y="670"/>
                    <a:pt x="360" y="670"/>
                  </a:cubicBezTo>
                  <a:cubicBezTo>
                    <a:pt x="402" y="670"/>
                    <a:pt x="445" y="647"/>
                    <a:pt x="465" y="601"/>
                  </a:cubicBezTo>
                  <a:lnTo>
                    <a:pt x="720" y="1"/>
                  </a:ln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41" name="Google Shape;2041;p10"/>
            <p:cNvSpPr/>
            <p:nvPr/>
          </p:nvSpPr>
          <p:spPr>
            <a:xfrm>
              <a:off x="1790553" y="3134254"/>
              <a:ext cx="19171" cy="23788"/>
            </a:xfrm>
            <a:custGeom>
              <a:rect b="b" l="l" r="r" t="t"/>
              <a:pathLst>
                <a:path extrusionOk="0" h="670" w="540">
                  <a:moveTo>
                    <a:pt x="180" y="1"/>
                  </a:moveTo>
                  <a:lnTo>
                    <a:pt x="0" y="422"/>
                  </a:lnTo>
                  <a:lnTo>
                    <a:pt x="76" y="601"/>
                  </a:lnTo>
                  <a:cubicBezTo>
                    <a:pt x="96" y="647"/>
                    <a:pt x="138" y="670"/>
                    <a:pt x="180" y="670"/>
                  </a:cubicBezTo>
                  <a:cubicBezTo>
                    <a:pt x="222" y="670"/>
                    <a:pt x="265" y="647"/>
                    <a:pt x="285" y="601"/>
                  </a:cubicBezTo>
                  <a:lnTo>
                    <a:pt x="540" y="1"/>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42" name="Google Shape;2042;p10"/>
            <p:cNvSpPr/>
            <p:nvPr/>
          </p:nvSpPr>
          <p:spPr>
            <a:xfrm>
              <a:off x="1784162" y="2893005"/>
              <a:ext cx="25562" cy="32736"/>
            </a:xfrm>
            <a:custGeom>
              <a:rect b="b" l="l" r="r" t="t"/>
              <a:pathLst>
                <a:path extrusionOk="0" h="922" w="720">
                  <a:moveTo>
                    <a:pt x="360" y="1"/>
                  </a:moveTo>
                  <a:cubicBezTo>
                    <a:pt x="163" y="1"/>
                    <a:pt x="0" y="162"/>
                    <a:pt x="0" y="360"/>
                  </a:cubicBezTo>
                  <a:lnTo>
                    <a:pt x="0" y="922"/>
                  </a:lnTo>
                  <a:lnTo>
                    <a:pt x="720" y="922"/>
                  </a:lnTo>
                  <a:lnTo>
                    <a:pt x="720" y="360"/>
                  </a:lnTo>
                  <a:cubicBezTo>
                    <a:pt x="720" y="163"/>
                    <a:pt x="559" y="1"/>
                    <a:pt x="360" y="1"/>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43" name="Google Shape;2043;p10"/>
            <p:cNvSpPr/>
            <p:nvPr/>
          </p:nvSpPr>
          <p:spPr>
            <a:xfrm>
              <a:off x="1790553" y="2892970"/>
              <a:ext cx="19171" cy="32771"/>
            </a:xfrm>
            <a:custGeom>
              <a:rect b="b" l="l" r="r" t="t"/>
              <a:pathLst>
                <a:path extrusionOk="0" h="923" w="540">
                  <a:moveTo>
                    <a:pt x="180" y="0"/>
                  </a:moveTo>
                  <a:cubicBezTo>
                    <a:pt x="115" y="0"/>
                    <a:pt x="53" y="19"/>
                    <a:pt x="0" y="49"/>
                  </a:cubicBezTo>
                  <a:cubicBezTo>
                    <a:pt x="28" y="65"/>
                    <a:pt x="53" y="85"/>
                    <a:pt x="75" y="107"/>
                  </a:cubicBezTo>
                  <a:cubicBezTo>
                    <a:pt x="141" y="173"/>
                    <a:pt x="180" y="263"/>
                    <a:pt x="180" y="361"/>
                  </a:cubicBezTo>
                  <a:lnTo>
                    <a:pt x="180" y="923"/>
                  </a:lnTo>
                  <a:lnTo>
                    <a:pt x="540" y="923"/>
                  </a:lnTo>
                  <a:lnTo>
                    <a:pt x="540" y="361"/>
                  </a:lnTo>
                  <a:cubicBezTo>
                    <a:pt x="540" y="263"/>
                    <a:pt x="502" y="173"/>
                    <a:pt x="436" y="107"/>
                  </a:cubicBezTo>
                  <a:cubicBezTo>
                    <a:pt x="370" y="40"/>
                    <a:pt x="279" y="0"/>
                    <a:pt x="180"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0">
  <p:cSld>
    <p:spTree>
      <p:nvGrpSpPr>
        <p:cNvPr id="2047" name="Shape 2047"/>
        <p:cNvGrpSpPr/>
        <p:nvPr/>
      </p:nvGrpSpPr>
      <p:grpSpPr>
        <a:xfrm>
          <a:off x="0" y="0"/>
          <a:ext cx="0" cy="0"/>
          <a:chOff x="0" y="0"/>
          <a:chExt cx="0" cy="0"/>
        </a:xfrm>
      </p:grpSpPr>
      <p:sp>
        <p:nvSpPr>
          <p:cNvPr id="2048" name="Google Shape;2048;p12"/>
          <p:cNvSpPr txBox="1"/>
          <p:nvPr>
            <p:ph type="title"/>
          </p:nvPr>
        </p:nvSpPr>
        <p:spPr>
          <a:xfrm>
            <a:off x="720000" y="540000"/>
            <a:ext cx="7704000" cy="564300"/>
          </a:xfrm>
          <a:prstGeom prst="rect">
            <a:avLst/>
          </a:prstGeom>
          <a:noFill/>
          <a:ln>
            <a:noFill/>
          </a:ln>
        </p:spPr>
        <p:txBody>
          <a:bodyPr anchorCtr="0" anchor="ctr" bIns="91425" lIns="91425" spcFirstLastPara="1" rIns="91425" wrap="square" tIns="91425">
            <a:noAutofit/>
          </a:bodyPr>
          <a:lstStyle/>
          <a:p>
            <a:pPr indent="0" lvl="0" marL="0" rtl="0" algn="l">
              <a:lnSpc>
                <a:spcPct val="100000"/>
              </a:lnSpc>
              <a:spcBef>
                <a:spcPts val="0"/>
              </a:spcBef>
              <a:spcAft>
                <a:spcPts val="0"/>
              </a:spcAft>
              <a:buSzPts val="2800"/>
              <a:buNone/>
            </a:pPr>
            <a:r>
              <a:rPr lang="en">
                <a:solidFill>
                  <a:schemeClr val="lt2"/>
                </a:solidFill>
              </a:rPr>
              <a:t>Degree</a:t>
            </a:r>
            <a:r>
              <a:rPr lang="en"/>
              <a:t> timeline</a:t>
            </a:r>
            <a:endParaRPr/>
          </a:p>
        </p:txBody>
      </p:sp>
      <p:sp>
        <p:nvSpPr>
          <p:cNvPr id="2049" name="Google Shape;2049;p12"/>
          <p:cNvSpPr/>
          <p:nvPr/>
        </p:nvSpPr>
        <p:spPr>
          <a:xfrm>
            <a:off x="720000" y="3165799"/>
            <a:ext cx="1833900" cy="1150200"/>
          </a:xfrm>
          <a:prstGeom prst="rect">
            <a:avLst/>
          </a:prstGeom>
          <a:solidFill>
            <a:srgbClr val="7C7C7C">
              <a:alpha val="14117"/>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nvGrpSpPr>
          <p:cNvPr id="2050" name="Google Shape;2050;p12"/>
          <p:cNvGrpSpPr/>
          <p:nvPr/>
        </p:nvGrpSpPr>
        <p:grpSpPr>
          <a:xfrm>
            <a:off x="728250" y="2947650"/>
            <a:ext cx="1821000" cy="218100"/>
            <a:chOff x="1290775" y="1427529"/>
            <a:chExt cx="1821000" cy="218100"/>
          </a:xfrm>
        </p:grpSpPr>
        <p:sp>
          <p:nvSpPr>
            <p:cNvPr id="2051" name="Google Shape;2051;p12"/>
            <p:cNvSpPr/>
            <p:nvPr/>
          </p:nvSpPr>
          <p:spPr>
            <a:xfrm>
              <a:off x="1290775" y="1427529"/>
              <a:ext cx="1821000" cy="218100"/>
            </a:xfrm>
            <a:prstGeom prst="rect">
              <a:avLst/>
            </a:prstGeom>
            <a:solidFill>
              <a:srgbClr val="ECE5B4"/>
            </a:solidFill>
            <a:ln cap="flat" cmpd="sng" w="9525">
              <a:solidFill>
                <a:srgbClr val="ECE5B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52" name="Google Shape;2052;p12"/>
            <p:cNvSpPr/>
            <p:nvPr/>
          </p:nvSpPr>
          <p:spPr>
            <a:xfrm>
              <a:off x="1405200" y="1486450"/>
              <a:ext cx="100200" cy="100200"/>
            </a:xfrm>
            <a:prstGeom prst="ellipse">
              <a:avLst/>
            </a:prstGeom>
            <a:solidFill>
              <a:srgbClr val="2F2B1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53" name="Google Shape;2053;p12"/>
            <p:cNvSpPr/>
            <p:nvPr/>
          </p:nvSpPr>
          <p:spPr>
            <a:xfrm>
              <a:off x="1588650" y="1486450"/>
              <a:ext cx="100200" cy="100200"/>
            </a:xfrm>
            <a:prstGeom prst="ellipse">
              <a:avLst/>
            </a:prstGeom>
            <a:solidFill>
              <a:srgbClr val="2F2B1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54" name="Google Shape;2054;p12"/>
            <p:cNvSpPr/>
            <p:nvPr/>
          </p:nvSpPr>
          <p:spPr>
            <a:xfrm>
              <a:off x="1772100" y="1486450"/>
              <a:ext cx="100200" cy="100200"/>
            </a:xfrm>
            <a:prstGeom prst="ellipse">
              <a:avLst/>
            </a:prstGeom>
            <a:solidFill>
              <a:srgbClr val="2F2B1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2055" name="Google Shape;2055;p12"/>
          <p:cNvSpPr txBox="1"/>
          <p:nvPr/>
        </p:nvSpPr>
        <p:spPr>
          <a:xfrm>
            <a:off x="726430" y="3165775"/>
            <a:ext cx="1821000" cy="527700"/>
          </a:xfrm>
          <a:prstGeom prst="rect">
            <a:avLst/>
          </a:prstGeom>
          <a:noFill/>
          <a:ln cap="flat" cmpd="sng" w="9525">
            <a:solidFill>
              <a:srgbClr val="ECE5B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600"/>
              <a:buFont typeface="Arial"/>
              <a:buNone/>
            </a:pPr>
            <a:r>
              <a:rPr b="0" i="0" lang="en" sz="1600" u="none" cap="none" strike="noStrike">
                <a:solidFill>
                  <a:srgbClr val="F673A9"/>
                </a:solidFill>
                <a:latin typeface="Zen Dots"/>
                <a:ea typeface="Zen Dots"/>
                <a:cs typeface="Zen Dots"/>
                <a:sym typeface="Zen Dots"/>
              </a:rPr>
              <a:t>Year #01</a:t>
            </a:r>
            <a:endParaRPr b="0" i="0" sz="1600" u="none" cap="none" strike="noStrike">
              <a:solidFill>
                <a:srgbClr val="F673A9"/>
              </a:solidFill>
              <a:latin typeface="Zen Dots"/>
              <a:ea typeface="Zen Dots"/>
              <a:cs typeface="Zen Dots"/>
              <a:sym typeface="Zen Dots"/>
            </a:endParaRPr>
          </a:p>
        </p:txBody>
      </p:sp>
      <p:sp>
        <p:nvSpPr>
          <p:cNvPr id="2056" name="Google Shape;2056;p12"/>
          <p:cNvSpPr txBox="1"/>
          <p:nvPr/>
        </p:nvSpPr>
        <p:spPr>
          <a:xfrm>
            <a:off x="726425" y="3693499"/>
            <a:ext cx="1821000" cy="622500"/>
          </a:xfrm>
          <a:prstGeom prst="rect">
            <a:avLst/>
          </a:prstGeom>
          <a:noFill/>
          <a:ln cap="flat" cmpd="sng" w="9525">
            <a:solidFill>
              <a:srgbClr val="ECE5B4"/>
            </a:solidFill>
            <a:prstDash val="solid"/>
            <a:round/>
            <a:headEnd len="sm" w="sm" type="none"/>
            <a:tailEnd len="sm" w="sm" type="none"/>
          </a:ln>
        </p:spPr>
        <p:txBody>
          <a:bodyPr anchorCtr="0" anchor="t" bIns="91425" lIns="91425" spcFirstLastPara="1" rIns="91425" wrap="square" tIns="91425">
            <a:noAutofit/>
          </a:bodyPr>
          <a:lstStyle/>
          <a:p>
            <a:pPr indent="0" lvl="0" marL="0" marR="0" rtl="0" algn="ctr">
              <a:lnSpc>
                <a:spcPct val="100000"/>
              </a:lnSpc>
              <a:spcBef>
                <a:spcPts val="0"/>
              </a:spcBef>
              <a:spcAft>
                <a:spcPts val="1600"/>
              </a:spcAft>
              <a:buClr>
                <a:srgbClr val="000000"/>
              </a:buClr>
              <a:buSzPts val="1400"/>
              <a:buFont typeface="Arial"/>
              <a:buNone/>
            </a:pPr>
            <a:r>
              <a:rPr b="1" i="0" lang="en" sz="1400" u="none" cap="none" strike="noStrike">
                <a:solidFill>
                  <a:schemeClr val="lt1"/>
                </a:solidFill>
                <a:highlight>
                  <a:schemeClr val="accent5"/>
                </a:highlight>
                <a:latin typeface="Anaheim"/>
                <a:ea typeface="Anaheim"/>
                <a:cs typeface="Anaheim"/>
                <a:sym typeface="Anaheim"/>
              </a:rPr>
              <a:t>Earth</a:t>
            </a:r>
            <a:r>
              <a:rPr b="1" i="0" lang="en" sz="1400" u="none" cap="none" strike="noStrike">
                <a:solidFill>
                  <a:srgbClr val="FFFFFF"/>
                </a:solidFill>
                <a:latin typeface="Anaheim"/>
                <a:ea typeface="Anaheim"/>
                <a:cs typeface="Anaheim"/>
                <a:sym typeface="Anaheim"/>
              </a:rPr>
              <a:t> </a:t>
            </a:r>
            <a:r>
              <a:rPr b="0" i="0" lang="en" sz="1400" u="none" cap="none" strike="noStrike">
                <a:solidFill>
                  <a:srgbClr val="FFFFFF"/>
                </a:solidFill>
                <a:latin typeface="Anaheim"/>
                <a:ea typeface="Anaheim"/>
                <a:cs typeface="Anaheim"/>
                <a:sym typeface="Anaheim"/>
              </a:rPr>
              <a:t>is where we all live on</a:t>
            </a:r>
            <a:endParaRPr b="0" i="0" sz="1400" u="none" cap="none" strike="noStrike">
              <a:solidFill>
                <a:srgbClr val="FFFFFF"/>
              </a:solidFill>
              <a:latin typeface="Anaheim"/>
              <a:ea typeface="Anaheim"/>
              <a:cs typeface="Anaheim"/>
              <a:sym typeface="Anaheim"/>
            </a:endParaRPr>
          </a:p>
        </p:txBody>
      </p:sp>
      <p:sp>
        <p:nvSpPr>
          <p:cNvPr id="2057" name="Google Shape;2057;p12"/>
          <p:cNvSpPr/>
          <p:nvPr/>
        </p:nvSpPr>
        <p:spPr>
          <a:xfrm>
            <a:off x="2676700" y="3165799"/>
            <a:ext cx="1833900" cy="1150200"/>
          </a:xfrm>
          <a:prstGeom prst="rect">
            <a:avLst/>
          </a:prstGeom>
          <a:solidFill>
            <a:srgbClr val="7C7C7C">
              <a:alpha val="14117"/>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nvGrpSpPr>
          <p:cNvPr id="2058" name="Google Shape;2058;p12"/>
          <p:cNvGrpSpPr/>
          <p:nvPr/>
        </p:nvGrpSpPr>
        <p:grpSpPr>
          <a:xfrm>
            <a:off x="2684950" y="2947650"/>
            <a:ext cx="1821000" cy="218100"/>
            <a:chOff x="1290775" y="1427529"/>
            <a:chExt cx="1821000" cy="218100"/>
          </a:xfrm>
        </p:grpSpPr>
        <p:sp>
          <p:nvSpPr>
            <p:cNvPr id="2059" name="Google Shape;2059;p12"/>
            <p:cNvSpPr/>
            <p:nvPr/>
          </p:nvSpPr>
          <p:spPr>
            <a:xfrm>
              <a:off x="1290775" y="1427529"/>
              <a:ext cx="1821000" cy="218100"/>
            </a:xfrm>
            <a:prstGeom prst="rect">
              <a:avLst/>
            </a:prstGeom>
            <a:solidFill>
              <a:srgbClr val="ECE5B4"/>
            </a:solidFill>
            <a:ln cap="flat" cmpd="sng" w="9525">
              <a:solidFill>
                <a:srgbClr val="ECE5B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60" name="Google Shape;2060;p12"/>
            <p:cNvSpPr/>
            <p:nvPr/>
          </p:nvSpPr>
          <p:spPr>
            <a:xfrm>
              <a:off x="1405200" y="1486450"/>
              <a:ext cx="100200" cy="100200"/>
            </a:xfrm>
            <a:prstGeom prst="ellipse">
              <a:avLst/>
            </a:prstGeom>
            <a:solidFill>
              <a:srgbClr val="2F2B1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61" name="Google Shape;2061;p12"/>
            <p:cNvSpPr/>
            <p:nvPr/>
          </p:nvSpPr>
          <p:spPr>
            <a:xfrm>
              <a:off x="1588650" y="1486450"/>
              <a:ext cx="100200" cy="100200"/>
            </a:xfrm>
            <a:prstGeom prst="ellipse">
              <a:avLst/>
            </a:prstGeom>
            <a:solidFill>
              <a:srgbClr val="2F2B1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62" name="Google Shape;2062;p12"/>
            <p:cNvSpPr/>
            <p:nvPr/>
          </p:nvSpPr>
          <p:spPr>
            <a:xfrm>
              <a:off x="1772100" y="1486450"/>
              <a:ext cx="100200" cy="100200"/>
            </a:xfrm>
            <a:prstGeom prst="ellipse">
              <a:avLst/>
            </a:prstGeom>
            <a:solidFill>
              <a:srgbClr val="2F2B1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2063" name="Google Shape;2063;p12"/>
          <p:cNvSpPr txBox="1"/>
          <p:nvPr/>
        </p:nvSpPr>
        <p:spPr>
          <a:xfrm>
            <a:off x="2683130" y="3165775"/>
            <a:ext cx="1821000" cy="527700"/>
          </a:xfrm>
          <a:prstGeom prst="rect">
            <a:avLst/>
          </a:prstGeom>
          <a:noFill/>
          <a:ln cap="flat" cmpd="sng" w="9525">
            <a:solidFill>
              <a:srgbClr val="ECE5B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600"/>
              <a:buFont typeface="Arial"/>
              <a:buNone/>
            </a:pPr>
            <a:r>
              <a:rPr b="0" i="0" lang="en" sz="1600" u="none" cap="none" strike="noStrike">
                <a:solidFill>
                  <a:schemeClr val="lt2"/>
                </a:solidFill>
                <a:latin typeface="Zen Dots"/>
                <a:ea typeface="Zen Dots"/>
                <a:cs typeface="Zen Dots"/>
                <a:sym typeface="Zen Dots"/>
              </a:rPr>
              <a:t>Year #02</a:t>
            </a:r>
            <a:endParaRPr b="0" i="0" sz="1600" u="none" cap="none" strike="noStrike">
              <a:solidFill>
                <a:srgbClr val="F673A9"/>
              </a:solidFill>
              <a:latin typeface="Zen Dots"/>
              <a:ea typeface="Zen Dots"/>
              <a:cs typeface="Zen Dots"/>
              <a:sym typeface="Zen Dots"/>
            </a:endParaRPr>
          </a:p>
        </p:txBody>
      </p:sp>
      <p:sp>
        <p:nvSpPr>
          <p:cNvPr id="2064" name="Google Shape;2064;p12"/>
          <p:cNvSpPr txBox="1"/>
          <p:nvPr/>
        </p:nvSpPr>
        <p:spPr>
          <a:xfrm>
            <a:off x="2683125" y="3693499"/>
            <a:ext cx="1821000" cy="622500"/>
          </a:xfrm>
          <a:prstGeom prst="rect">
            <a:avLst/>
          </a:prstGeom>
          <a:noFill/>
          <a:ln cap="flat" cmpd="sng" w="9525">
            <a:solidFill>
              <a:srgbClr val="ECE5B4"/>
            </a:solidFill>
            <a:prstDash val="solid"/>
            <a:round/>
            <a:headEnd len="sm" w="sm" type="none"/>
            <a:tailEnd len="sm" w="sm" type="none"/>
          </a:ln>
        </p:spPr>
        <p:txBody>
          <a:bodyPr anchorCtr="0" anchor="t" bIns="91425" lIns="91425" spcFirstLastPara="1" rIns="91425" wrap="square" tIns="91425">
            <a:noAutofit/>
          </a:bodyPr>
          <a:lstStyle/>
          <a:p>
            <a:pPr indent="0" lvl="0" marL="0" marR="0" rtl="0" algn="ctr">
              <a:lnSpc>
                <a:spcPct val="100000"/>
              </a:lnSpc>
              <a:spcBef>
                <a:spcPts val="0"/>
              </a:spcBef>
              <a:spcAft>
                <a:spcPts val="1600"/>
              </a:spcAft>
              <a:buClr>
                <a:srgbClr val="000000"/>
              </a:buClr>
              <a:buSzPts val="1400"/>
              <a:buFont typeface="Arial"/>
              <a:buNone/>
            </a:pPr>
            <a:r>
              <a:rPr b="1" i="0" lang="en" sz="1400" u="none" cap="none" strike="noStrike">
                <a:solidFill>
                  <a:schemeClr val="lt1"/>
                </a:solidFill>
                <a:highlight>
                  <a:schemeClr val="accent5"/>
                </a:highlight>
                <a:latin typeface="Anaheim"/>
                <a:ea typeface="Anaheim"/>
                <a:cs typeface="Anaheim"/>
                <a:sym typeface="Anaheim"/>
              </a:rPr>
              <a:t>Venus</a:t>
            </a:r>
            <a:r>
              <a:rPr b="1" i="0" lang="en" sz="1400" u="none" cap="none" strike="noStrike">
                <a:solidFill>
                  <a:schemeClr val="lt1"/>
                </a:solidFill>
                <a:latin typeface="Anaheim"/>
                <a:ea typeface="Anaheim"/>
                <a:cs typeface="Anaheim"/>
                <a:sym typeface="Anaheim"/>
              </a:rPr>
              <a:t> </a:t>
            </a:r>
            <a:r>
              <a:rPr b="0" i="0" lang="en" sz="1400" u="none" cap="none" strike="noStrike">
                <a:solidFill>
                  <a:schemeClr val="lt1"/>
                </a:solidFill>
                <a:latin typeface="Anaheim"/>
                <a:ea typeface="Anaheim"/>
                <a:cs typeface="Anaheim"/>
                <a:sym typeface="Anaheim"/>
              </a:rPr>
              <a:t>has a nice name, but it’s hot</a:t>
            </a:r>
            <a:endParaRPr b="1" i="0" sz="1400" u="none" cap="none" strike="noStrike">
              <a:solidFill>
                <a:schemeClr val="lt1"/>
              </a:solidFill>
              <a:highlight>
                <a:srgbClr val="7EC8D4"/>
              </a:highlight>
              <a:latin typeface="Anaheim"/>
              <a:ea typeface="Anaheim"/>
              <a:cs typeface="Anaheim"/>
              <a:sym typeface="Anaheim"/>
            </a:endParaRPr>
          </a:p>
        </p:txBody>
      </p:sp>
      <p:sp>
        <p:nvSpPr>
          <p:cNvPr id="2065" name="Google Shape;2065;p12"/>
          <p:cNvSpPr/>
          <p:nvPr/>
        </p:nvSpPr>
        <p:spPr>
          <a:xfrm>
            <a:off x="4633400" y="3165799"/>
            <a:ext cx="1833900" cy="1150200"/>
          </a:xfrm>
          <a:prstGeom prst="rect">
            <a:avLst/>
          </a:prstGeom>
          <a:solidFill>
            <a:srgbClr val="7C7C7C">
              <a:alpha val="14117"/>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nvGrpSpPr>
          <p:cNvPr id="2066" name="Google Shape;2066;p12"/>
          <p:cNvGrpSpPr/>
          <p:nvPr/>
        </p:nvGrpSpPr>
        <p:grpSpPr>
          <a:xfrm>
            <a:off x="4641650" y="2947650"/>
            <a:ext cx="1821000" cy="218100"/>
            <a:chOff x="1290775" y="1427529"/>
            <a:chExt cx="1821000" cy="218100"/>
          </a:xfrm>
        </p:grpSpPr>
        <p:sp>
          <p:nvSpPr>
            <p:cNvPr id="2067" name="Google Shape;2067;p12"/>
            <p:cNvSpPr/>
            <p:nvPr/>
          </p:nvSpPr>
          <p:spPr>
            <a:xfrm>
              <a:off x="1290775" y="1427529"/>
              <a:ext cx="1821000" cy="218100"/>
            </a:xfrm>
            <a:prstGeom prst="rect">
              <a:avLst/>
            </a:prstGeom>
            <a:solidFill>
              <a:srgbClr val="ECE5B4"/>
            </a:solidFill>
            <a:ln cap="flat" cmpd="sng" w="9525">
              <a:solidFill>
                <a:srgbClr val="ECE5B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68" name="Google Shape;2068;p12"/>
            <p:cNvSpPr/>
            <p:nvPr/>
          </p:nvSpPr>
          <p:spPr>
            <a:xfrm>
              <a:off x="1405200" y="1486450"/>
              <a:ext cx="100200" cy="100200"/>
            </a:xfrm>
            <a:prstGeom prst="ellipse">
              <a:avLst/>
            </a:prstGeom>
            <a:solidFill>
              <a:srgbClr val="2F2B1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69" name="Google Shape;2069;p12"/>
            <p:cNvSpPr/>
            <p:nvPr/>
          </p:nvSpPr>
          <p:spPr>
            <a:xfrm>
              <a:off x="1588650" y="1486450"/>
              <a:ext cx="100200" cy="100200"/>
            </a:xfrm>
            <a:prstGeom prst="ellipse">
              <a:avLst/>
            </a:prstGeom>
            <a:solidFill>
              <a:srgbClr val="2F2B1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70" name="Google Shape;2070;p12"/>
            <p:cNvSpPr/>
            <p:nvPr/>
          </p:nvSpPr>
          <p:spPr>
            <a:xfrm>
              <a:off x="1772100" y="1486450"/>
              <a:ext cx="100200" cy="100200"/>
            </a:xfrm>
            <a:prstGeom prst="ellipse">
              <a:avLst/>
            </a:prstGeom>
            <a:solidFill>
              <a:srgbClr val="2F2B1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2071" name="Google Shape;2071;p12"/>
          <p:cNvSpPr txBox="1"/>
          <p:nvPr/>
        </p:nvSpPr>
        <p:spPr>
          <a:xfrm>
            <a:off x="4639830" y="3165775"/>
            <a:ext cx="1821000" cy="527700"/>
          </a:xfrm>
          <a:prstGeom prst="rect">
            <a:avLst/>
          </a:prstGeom>
          <a:noFill/>
          <a:ln cap="flat" cmpd="sng" w="9525">
            <a:solidFill>
              <a:srgbClr val="ECE5B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600"/>
              <a:buFont typeface="Arial"/>
              <a:buNone/>
            </a:pPr>
            <a:r>
              <a:rPr b="0" i="0" lang="en" sz="1600" u="none" cap="none" strike="noStrike">
                <a:solidFill>
                  <a:schemeClr val="lt2"/>
                </a:solidFill>
                <a:latin typeface="Zen Dots"/>
                <a:ea typeface="Zen Dots"/>
                <a:cs typeface="Zen Dots"/>
                <a:sym typeface="Zen Dots"/>
              </a:rPr>
              <a:t>Year #03</a:t>
            </a:r>
            <a:endParaRPr b="0" i="0" sz="1600" u="none" cap="none" strike="noStrike">
              <a:solidFill>
                <a:srgbClr val="F673A9"/>
              </a:solidFill>
              <a:latin typeface="Zen Dots"/>
              <a:ea typeface="Zen Dots"/>
              <a:cs typeface="Zen Dots"/>
              <a:sym typeface="Zen Dots"/>
            </a:endParaRPr>
          </a:p>
        </p:txBody>
      </p:sp>
      <p:sp>
        <p:nvSpPr>
          <p:cNvPr id="2072" name="Google Shape;2072;p12"/>
          <p:cNvSpPr txBox="1"/>
          <p:nvPr/>
        </p:nvSpPr>
        <p:spPr>
          <a:xfrm>
            <a:off x="4639825" y="3693499"/>
            <a:ext cx="1821000" cy="622500"/>
          </a:xfrm>
          <a:prstGeom prst="rect">
            <a:avLst/>
          </a:prstGeom>
          <a:noFill/>
          <a:ln cap="flat" cmpd="sng" w="9525">
            <a:solidFill>
              <a:srgbClr val="ECE5B4"/>
            </a:solidFill>
            <a:prstDash val="solid"/>
            <a:round/>
            <a:headEnd len="sm" w="sm" type="none"/>
            <a:tailEnd len="sm" w="sm" type="none"/>
          </a:ln>
        </p:spPr>
        <p:txBody>
          <a:bodyPr anchorCtr="0" anchor="t" bIns="91425" lIns="91425" spcFirstLastPara="1" rIns="91425" wrap="square" tIns="91425">
            <a:noAutofit/>
          </a:bodyPr>
          <a:lstStyle/>
          <a:p>
            <a:pPr indent="0" lvl="0" marL="0" marR="0" rtl="0" algn="ctr">
              <a:lnSpc>
                <a:spcPct val="100000"/>
              </a:lnSpc>
              <a:spcBef>
                <a:spcPts val="0"/>
              </a:spcBef>
              <a:spcAft>
                <a:spcPts val="1600"/>
              </a:spcAft>
              <a:buClr>
                <a:srgbClr val="000000"/>
              </a:buClr>
              <a:buSzPts val="1400"/>
              <a:buFont typeface="Arial"/>
              <a:buNone/>
            </a:pPr>
            <a:r>
              <a:rPr b="1" i="0" lang="en" sz="1400" u="none" cap="none" strike="noStrike">
                <a:solidFill>
                  <a:schemeClr val="lt1"/>
                </a:solidFill>
                <a:highlight>
                  <a:schemeClr val="accent5"/>
                </a:highlight>
                <a:latin typeface="Anaheim"/>
                <a:ea typeface="Anaheim"/>
                <a:cs typeface="Anaheim"/>
                <a:sym typeface="Anaheim"/>
              </a:rPr>
              <a:t>Pluto</a:t>
            </a:r>
            <a:r>
              <a:rPr b="1" i="0" lang="en" sz="1400" u="none" cap="none" strike="noStrike">
                <a:solidFill>
                  <a:schemeClr val="lt1"/>
                </a:solidFill>
                <a:latin typeface="Anaheim"/>
                <a:ea typeface="Anaheim"/>
                <a:cs typeface="Anaheim"/>
                <a:sym typeface="Anaheim"/>
              </a:rPr>
              <a:t> </a:t>
            </a:r>
            <a:r>
              <a:rPr b="0" i="0" lang="en" sz="1400" u="none" cap="none" strike="noStrike">
                <a:solidFill>
                  <a:schemeClr val="lt1"/>
                </a:solidFill>
                <a:latin typeface="Anaheim"/>
                <a:ea typeface="Anaheim"/>
                <a:cs typeface="Anaheim"/>
                <a:sym typeface="Anaheim"/>
              </a:rPr>
              <a:t>is considered a dwarf planet</a:t>
            </a:r>
            <a:endParaRPr b="1" i="0" sz="1400" u="none" cap="none" strike="noStrike">
              <a:solidFill>
                <a:schemeClr val="lt1"/>
              </a:solidFill>
              <a:highlight>
                <a:srgbClr val="7EC8D4"/>
              </a:highlight>
              <a:latin typeface="Anaheim"/>
              <a:ea typeface="Anaheim"/>
              <a:cs typeface="Anaheim"/>
              <a:sym typeface="Anaheim"/>
            </a:endParaRPr>
          </a:p>
        </p:txBody>
      </p:sp>
      <p:sp>
        <p:nvSpPr>
          <p:cNvPr id="2073" name="Google Shape;2073;p12"/>
          <p:cNvSpPr/>
          <p:nvPr/>
        </p:nvSpPr>
        <p:spPr>
          <a:xfrm>
            <a:off x="6590100" y="3165799"/>
            <a:ext cx="1833900" cy="1150200"/>
          </a:xfrm>
          <a:prstGeom prst="rect">
            <a:avLst/>
          </a:prstGeom>
          <a:solidFill>
            <a:srgbClr val="7C7C7C">
              <a:alpha val="14117"/>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nvGrpSpPr>
          <p:cNvPr id="2074" name="Google Shape;2074;p12"/>
          <p:cNvGrpSpPr/>
          <p:nvPr/>
        </p:nvGrpSpPr>
        <p:grpSpPr>
          <a:xfrm>
            <a:off x="6598350" y="2947650"/>
            <a:ext cx="1821000" cy="218100"/>
            <a:chOff x="1290775" y="1427529"/>
            <a:chExt cx="1821000" cy="218100"/>
          </a:xfrm>
        </p:grpSpPr>
        <p:sp>
          <p:nvSpPr>
            <p:cNvPr id="2075" name="Google Shape;2075;p12"/>
            <p:cNvSpPr/>
            <p:nvPr/>
          </p:nvSpPr>
          <p:spPr>
            <a:xfrm>
              <a:off x="1290775" y="1427529"/>
              <a:ext cx="1821000" cy="218100"/>
            </a:xfrm>
            <a:prstGeom prst="rect">
              <a:avLst/>
            </a:prstGeom>
            <a:solidFill>
              <a:srgbClr val="ECE5B4"/>
            </a:solidFill>
            <a:ln cap="flat" cmpd="sng" w="9525">
              <a:solidFill>
                <a:srgbClr val="ECE5B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76" name="Google Shape;2076;p12"/>
            <p:cNvSpPr/>
            <p:nvPr/>
          </p:nvSpPr>
          <p:spPr>
            <a:xfrm>
              <a:off x="1405200" y="1486450"/>
              <a:ext cx="100200" cy="100200"/>
            </a:xfrm>
            <a:prstGeom prst="ellipse">
              <a:avLst/>
            </a:prstGeom>
            <a:solidFill>
              <a:srgbClr val="2F2B1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77" name="Google Shape;2077;p12"/>
            <p:cNvSpPr/>
            <p:nvPr/>
          </p:nvSpPr>
          <p:spPr>
            <a:xfrm>
              <a:off x="1588650" y="1486450"/>
              <a:ext cx="100200" cy="100200"/>
            </a:xfrm>
            <a:prstGeom prst="ellipse">
              <a:avLst/>
            </a:prstGeom>
            <a:solidFill>
              <a:srgbClr val="2F2B1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78" name="Google Shape;2078;p12"/>
            <p:cNvSpPr/>
            <p:nvPr/>
          </p:nvSpPr>
          <p:spPr>
            <a:xfrm>
              <a:off x="1772100" y="1486450"/>
              <a:ext cx="100200" cy="100200"/>
            </a:xfrm>
            <a:prstGeom prst="ellipse">
              <a:avLst/>
            </a:prstGeom>
            <a:solidFill>
              <a:srgbClr val="2F2B1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2079" name="Google Shape;2079;p12"/>
          <p:cNvSpPr txBox="1"/>
          <p:nvPr/>
        </p:nvSpPr>
        <p:spPr>
          <a:xfrm>
            <a:off x="6596530" y="3165775"/>
            <a:ext cx="1821000" cy="527700"/>
          </a:xfrm>
          <a:prstGeom prst="rect">
            <a:avLst/>
          </a:prstGeom>
          <a:noFill/>
          <a:ln cap="flat" cmpd="sng" w="9525">
            <a:solidFill>
              <a:srgbClr val="ECE5B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600"/>
              <a:buFont typeface="Arial"/>
              <a:buNone/>
            </a:pPr>
            <a:r>
              <a:rPr b="0" i="0" lang="en" sz="1600" u="none" cap="none" strike="noStrike">
                <a:solidFill>
                  <a:schemeClr val="lt2"/>
                </a:solidFill>
                <a:latin typeface="Zen Dots"/>
                <a:ea typeface="Zen Dots"/>
                <a:cs typeface="Zen Dots"/>
                <a:sym typeface="Zen Dots"/>
              </a:rPr>
              <a:t>Year #04</a:t>
            </a:r>
            <a:endParaRPr b="0" i="0" sz="1600" u="none" cap="none" strike="noStrike">
              <a:solidFill>
                <a:srgbClr val="F673A9"/>
              </a:solidFill>
              <a:latin typeface="Zen Dots"/>
              <a:ea typeface="Zen Dots"/>
              <a:cs typeface="Zen Dots"/>
              <a:sym typeface="Zen Dots"/>
            </a:endParaRPr>
          </a:p>
        </p:txBody>
      </p:sp>
      <p:sp>
        <p:nvSpPr>
          <p:cNvPr id="2080" name="Google Shape;2080;p12"/>
          <p:cNvSpPr txBox="1"/>
          <p:nvPr/>
        </p:nvSpPr>
        <p:spPr>
          <a:xfrm>
            <a:off x="6596525" y="3693499"/>
            <a:ext cx="1821000" cy="622500"/>
          </a:xfrm>
          <a:prstGeom prst="rect">
            <a:avLst/>
          </a:prstGeom>
          <a:noFill/>
          <a:ln cap="flat" cmpd="sng" w="9525">
            <a:solidFill>
              <a:srgbClr val="ECE5B4"/>
            </a:solidFill>
            <a:prstDash val="solid"/>
            <a:round/>
            <a:headEnd len="sm" w="sm" type="none"/>
            <a:tailEnd len="sm" w="sm" type="none"/>
          </a:ln>
        </p:spPr>
        <p:txBody>
          <a:bodyPr anchorCtr="0" anchor="t" bIns="91425" lIns="91425" spcFirstLastPara="1" rIns="91425" wrap="square" tIns="91425">
            <a:noAutofit/>
          </a:bodyPr>
          <a:lstStyle/>
          <a:p>
            <a:pPr indent="0" lvl="0" marL="0" marR="0" rtl="0" algn="ctr">
              <a:lnSpc>
                <a:spcPct val="100000"/>
              </a:lnSpc>
              <a:spcBef>
                <a:spcPts val="0"/>
              </a:spcBef>
              <a:spcAft>
                <a:spcPts val="1600"/>
              </a:spcAft>
              <a:buClr>
                <a:srgbClr val="000000"/>
              </a:buClr>
              <a:buSzPts val="1400"/>
              <a:buFont typeface="Arial"/>
              <a:buNone/>
            </a:pPr>
            <a:r>
              <a:rPr b="1" i="0" lang="en" sz="1400" u="none" cap="none" strike="noStrike">
                <a:solidFill>
                  <a:schemeClr val="lt1"/>
                </a:solidFill>
                <a:highlight>
                  <a:schemeClr val="accent5"/>
                </a:highlight>
                <a:latin typeface="Anaheim"/>
                <a:ea typeface="Anaheim"/>
                <a:cs typeface="Anaheim"/>
                <a:sym typeface="Anaheim"/>
              </a:rPr>
              <a:t>Saturn</a:t>
            </a:r>
            <a:r>
              <a:rPr b="1" i="0" lang="en" sz="1400" u="none" cap="none" strike="noStrike">
                <a:solidFill>
                  <a:schemeClr val="lt1"/>
                </a:solidFill>
                <a:latin typeface="Anaheim"/>
                <a:ea typeface="Anaheim"/>
                <a:cs typeface="Anaheim"/>
                <a:sym typeface="Anaheim"/>
              </a:rPr>
              <a:t> </a:t>
            </a:r>
            <a:r>
              <a:rPr b="0" i="0" lang="en" sz="1400" u="none" cap="none" strike="noStrike">
                <a:solidFill>
                  <a:schemeClr val="lt1"/>
                </a:solidFill>
                <a:latin typeface="Anaheim"/>
                <a:ea typeface="Anaheim"/>
                <a:cs typeface="Anaheim"/>
                <a:sym typeface="Anaheim"/>
              </a:rPr>
              <a:t>is a gas giant and has rings</a:t>
            </a:r>
            <a:endParaRPr b="1" i="0" sz="1400" u="none" cap="none" strike="noStrike">
              <a:solidFill>
                <a:schemeClr val="lt1"/>
              </a:solidFill>
              <a:highlight>
                <a:srgbClr val="7EC8D4"/>
              </a:highlight>
              <a:latin typeface="Anaheim"/>
              <a:ea typeface="Anaheim"/>
              <a:cs typeface="Anaheim"/>
              <a:sym typeface="Anaheim"/>
            </a:endParaRPr>
          </a:p>
        </p:txBody>
      </p:sp>
      <p:grpSp>
        <p:nvGrpSpPr>
          <p:cNvPr id="2081" name="Google Shape;2081;p12"/>
          <p:cNvGrpSpPr/>
          <p:nvPr/>
        </p:nvGrpSpPr>
        <p:grpSpPr>
          <a:xfrm>
            <a:off x="1313254" y="1646135"/>
            <a:ext cx="650997" cy="759684"/>
            <a:chOff x="4876875" y="1427500"/>
            <a:chExt cx="1130400" cy="1319125"/>
          </a:xfrm>
        </p:grpSpPr>
        <p:sp>
          <p:nvSpPr>
            <p:cNvPr id="2082" name="Google Shape;2082;p12"/>
            <p:cNvSpPr/>
            <p:nvPr/>
          </p:nvSpPr>
          <p:spPr>
            <a:xfrm>
              <a:off x="4876875" y="1645625"/>
              <a:ext cx="1130400" cy="11010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83" name="Google Shape;2083;p12"/>
            <p:cNvSpPr/>
            <p:nvPr/>
          </p:nvSpPr>
          <p:spPr>
            <a:xfrm>
              <a:off x="4876875" y="1427500"/>
              <a:ext cx="1130400" cy="2181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2084" name="Google Shape;2084;p12"/>
          <p:cNvGrpSpPr/>
          <p:nvPr/>
        </p:nvGrpSpPr>
        <p:grpSpPr>
          <a:xfrm>
            <a:off x="3269954" y="1646135"/>
            <a:ext cx="650997" cy="759684"/>
            <a:chOff x="4876875" y="1427500"/>
            <a:chExt cx="1130400" cy="1319125"/>
          </a:xfrm>
        </p:grpSpPr>
        <p:sp>
          <p:nvSpPr>
            <p:cNvPr id="2085" name="Google Shape;2085;p12"/>
            <p:cNvSpPr/>
            <p:nvPr/>
          </p:nvSpPr>
          <p:spPr>
            <a:xfrm>
              <a:off x="4876875" y="1645625"/>
              <a:ext cx="1130400" cy="11010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86" name="Google Shape;2086;p12"/>
            <p:cNvSpPr/>
            <p:nvPr/>
          </p:nvSpPr>
          <p:spPr>
            <a:xfrm>
              <a:off x="4876875" y="1427500"/>
              <a:ext cx="1130400" cy="2181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2087" name="Google Shape;2087;p12"/>
          <p:cNvGrpSpPr/>
          <p:nvPr/>
        </p:nvGrpSpPr>
        <p:grpSpPr>
          <a:xfrm>
            <a:off x="5226654" y="1646135"/>
            <a:ext cx="650997" cy="759684"/>
            <a:chOff x="4876875" y="1427500"/>
            <a:chExt cx="1130400" cy="1319125"/>
          </a:xfrm>
        </p:grpSpPr>
        <p:sp>
          <p:nvSpPr>
            <p:cNvPr id="2088" name="Google Shape;2088;p12"/>
            <p:cNvSpPr/>
            <p:nvPr/>
          </p:nvSpPr>
          <p:spPr>
            <a:xfrm>
              <a:off x="4876875" y="1645625"/>
              <a:ext cx="1130400" cy="11010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89" name="Google Shape;2089;p12"/>
            <p:cNvSpPr/>
            <p:nvPr/>
          </p:nvSpPr>
          <p:spPr>
            <a:xfrm>
              <a:off x="4876875" y="1427500"/>
              <a:ext cx="1130400" cy="2181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2090" name="Google Shape;2090;p12"/>
          <p:cNvGrpSpPr/>
          <p:nvPr/>
        </p:nvGrpSpPr>
        <p:grpSpPr>
          <a:xfrm>
            <a:off x="7183354" y="1646135"/>
            <a:ext cx="650997" cy="759684"/>
            <a:chOff x="4876875" y="1427500"/>
            <a:chExt cx="1130400" cy="1319125"/>
          </a:xfrm>
        </p:grpSpPr>
        <p:sp>
          <p:nvSpPr>
            <p:cNvPr id="2091" name="Google Shape;2091;p12"/>
            <p:cNvSpPr/>
            <p:nvPr/>
          </p:nvSpPr>
          <p:spPr>
            <a:xfrm>
              <a:off x="4876875" y="1645625"/>
              <a:ext cx="1130400" cy="11010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92" name="Google Shape;2092;p12"/>
            <p:cNvSpPr/>
            <p:nvPr/>
          </p:nvSpPr>
          <p:spPr>
            <a:xfrm>
              <a:off x="4876875" y="1427500"/>
              <a:ext cx="1130400" cy="2181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cxnSp>
        <p:nvCxnSpPr>
          <p:cNvPr id="2093" name="Google Shape;2093;p12"/>
          <p:cNvCxnSpPr>
            <a:stCxn id="2082" idx="2"/>
            <a:endCxn id="2051" idx="0"/>
          </p:cNvCxnSpPr>
          <p:nvPr/>
        </p:nvCxnSpPr>
        <p:spPr>
          <a:xfrm>
            <a:off x="1638753" y="2405819"/>
            <a:ext cx="0" cy="541800"/>
          </a:xfrm>
          <a:prstGeom prst="straightConnector1">
            <a:avLst/>
          </a:prstGeom>
          <a:noFill/>
          <a:ln cap="flat" cmpd="sng" w="9525">
            <a:solidFill>
              <a:schemeClr val="dk2"/>
            </a:solidFill>
            <a:prstDash val="solid"/>
            <a:round/>
            <a:headEnd len="sm" w="sm" type="none"/>
            <a:tailEnd len="sm" w="sm" type="none"/>
          </a:ln>
        </p:spPr>
      </p:cxnSp>
      <p:cxnSp>
        <p:nvCxnSpPr>
          <p:cNvPr id="2094" name="Google Shape;2094;p12"/>
          <p:cNvCxnSpPr>
            <a:stCxn id="2085" idx="2"/>
            <a:endCxn id="2059" idx="0"/>
          </p:cNvCxnSpPr>
          <p:nvPr/>
        </p:nvCxnSpPr>
        <p:spPr>
          <a:xfrm>
            <a:off x="3595453" y="2405819"/>
            <a:ext cx="0" cy="541800"/>
          </a:xfrm>
          <a:prstGeom prst="straightConnector1">
            <a:avLst/>
          </a:prstGeom>
          <a:noFill/>
          <a:ln cap="flat" cmpd="sng" w="9525">
            <a:solidFill>
              <a:schemeClr val="dk2"/>
            </a:solidFill>
            <a:prstDash val="solid"/>
            <a:round/>
            <a:headEnd len="sm" w="sm" type="none"/>
            <a:tailEnd len="sm" w="sm" type="none"/>
          </a:ln>
        </p:spPr>
      </p:cxnSp>
      <p:cxnSp>
        <p:nvCxnSpPr>
          <p:cNvPr id="2095" name="Google Shape;2095;p12"/>
          <p:cNvCxnSpPr>
            <a:stCxn id="2088" idx="2"/>
            <a:endCxn id="2067" idx="0"/>
          </p:cNvCxnSpPr>
          <p:nvPr/>
        </p:nvCxnSpPr>
        <p:spPr>
          <a:xfrm>
            <a:off x="5552153" y="2405819"/>
            <a:ext cx="0" cy="541800"/>
          </a:xfrm>
          <a:prstGeom prst="straightConnector1">
            <a:avLst/>
          </a:prstGeom>
          <a:noFill/>
          <a:ln cap="flat" cmpd="sng" w="9525">
            <a:solidFill>
              <a:schemeClr val="dk2"/>
            </a:solidFill>
            <a:prstDash val="solid"/>
            <a:round/>
            <a:headEnd len="sm" w="sm" type="none"/>
            <a:tailEnd len="sm" w="sm" type="none"/>
          </a:ln>
        </p:spPr>
      </p:cxnSp>
      <p:cxnSp>
        <p:nvCxnSpPr>
          <p:cNvPr id="2096" name="Google Shape;2096;p12"/>
          <p:cNvCxnSpPr>
            <a:stCxn id="2091" idx="2"/>
            <a:endCxn id="2075" idx="0"/>
          </p:cNvCxnSpPr>
          <p:nvPr/>
        </p:nvCxnSpPr>
        <p:spPr>
          <a:xfrm>
            <a:off x="7508852" y="2405819"/>
            <a:ext cx="0" cy="541800"/>
          </a:xfrm>
          <a:prstGeom prst="straightConnector1">
            <a:avLst/>
          </a:prstGeom>
          <a:noFill/>
          <a:ln cap="flat" cmpd="sng" w="9525">
            <a:solidFill>
              <a:schemeClr val="dk2"/>
            </a:solidFill>
            <a:prstDash val="solid"/>
            <a:round/>
            <a:headEnd len="sm" w="sm" type="none"/>
            <a:tailEnd len="sm" w="sm" type="none"/>
          </a:ln>
        </p:spPr>
      </p:cxnSp>
      <p:cxnSp>
        <p:nvCxnSpPr>
          <p:cNvPr id="2097" name="Google Shape;2097;p12"/>
          <p:cNvCxnSpPr>
            <a:stCxn id="2082" idx="3"/>
            <a:endCxn id="2085" idx="1"/>
          </p:cNvCxnSpPr>
          <p:nvPr/>
        </p:nvCxnSpPr>
        <p:spPr>
          <a:xfrm>
            <a:off x="1964251" y="2088786"/>
            <a:ext cx="1305600" cy="0"/>
          </a:xfrm>
          <a:prstGeom prst="straightConnector1">
            <a:avLst/>
          </a:prstGeom>
          <a:noFill/>
          <a:ln cap="flat" cmpd="sng" w="9525">
            <a:solidFill>
              <a:schemeClr val="dk2"/>
            </a:solidFill>
            <a:prstDash val="solid"/>
            <a:round/>
            <a:headEnd len="sm" w="sm" type="none"/>
            <a:tailEnd len="sm" w="sm" type="none"/>
          </a:ln>
        </p:spPr>
      </p:cxnSp>
      <p:cxnSp>
        <p:nvCxnSpPr>
          <p:cNvPr id="2098" name="Google Shape;2098;p12"/>
          <p:cNvCxnSpPr>
            <a:stCxn id="2085" idx="3"/>
            <a:endCxn id="2088" idx="1"/>
          </p:cNvCxnSpPr>
          <p:nvPr/>
        </p:nvCxnSpPr>
        <p:spPr>
          <a:xfrm>
            <a:off x="3920951" y="2088786"/>
            <a:ext cx="1305600" cy="0"/>
          </a:xfrm>
          <a:prstGeom prst="straightConnector1">
            <a:avLst/>
          </a:prstGeom>
          <a:noFill/>
          <a:ln cap="flat" cmpd="sng" w="9525">
            <a:solidFill>
              <a:schemeClr val="dk2"/>
            </a:solidFill>
            <a:prstDash val="solid"/>
            <a:round/>
            <a:headEnd len="sm" w="sm" type="none"/>
            <a:tailEnd len="sm" w="sm" type="none"/>
          </a:ln>
        </p:spPr>
      </p:cxnSp>
      <p:cxnSp>
        <p:nvCxnSpPr>
          <p:cNvPr id="2099" name="Google Shape;2099;p12"/>
          <p:cNvCxnSpPr>
            <a:stCxn id="2088" idx="3"/>
            <a:endCxn id="2091" idx="1"/>
          </p:cNvCxnSpPr>
          <p:nvPr/>
        </p:nvCxnSpPr>
        <p:spPr>
          <a:xfrm>
            <a:off x="5877651" y="2088786"/>
            <a:ext cx="1305600" cy="0"/>
          </a:xfrm>
          <a:prstGeom prst="straightConnector1">
            <a:avLst/>
          </a:prstGeom>
          <a:noFill/>
          <a:ln cap="flat" cmpd="sng" w="9525">
            <a:solidFill>
              <a:schemeClr val="dk2"/>
            </a:solidFill>
            <a:prstDash val="solid"/>
            <a:round/>
            <a:headEnd len="sm" w="sm" type="none"/>
            <a:tailEnd len="sm" w="sm" type="none"/>
          </a:ln>
        </p:spPr>
      </p:cxnSp>
      <p:grpSp>
        <p:nvGrpSpPr>
          <p:cNvPr id="2100" name="Google Shape;2100;p12"/>
          <p:cNvGrpSpPr/>
          <p:nvPr/>
        </p:nvGrpSpPr>
        <p:grpSpPr>
          <a:xfrm>
            <a:off x="7354746" y="1925276"/>
            <a:ext cx="326665" cy="326992"/>
            <a:chOff x="6026746" y="2831051"/>
            <a:chExt cx="326665" cy="326992"/>
          </a:xfrm>
        </p:grpSpPr>
        <p:sp>
          <p:nvSpPr>
            <p:cNvPr id="2101" name="Google Shape;2101;p12"/>
            <p:cNvSpPr/>
            <p:nvPr/>
          </p:nvSpPr>
          <p:spPr>
            <a:xfrm>
              <a:off x="6175932" y="2831051"/>
              <a:ext cx="177477" cy="177418"/>
            </a:xfrm>
            <a:custGeom>
              <a:rect b="b" l="l" r="r" t="t"/>
              <a:pathLst>
                <a:path extrusionOk="0" h="4997" w="4999">
                  <a:moveTo>
                    <a:pt x="2499" y="0"/>
                  </a:moveTo>
                  <a:cubicBezTo>
                    <a:pt x="1120" y="0"/>
                    <a:pt x="0" y="1118"/>
                    <a:pt x="0" y="2498"/>
                  </a:cubicBezTo>
                  <a:cubicBezTo>
                    <a:pt x="0" y="3878"/>
                    <a:pt x="1120" y="4996"/>
                    <a:pt x="2499" y="4996"/>
                  </a:cubicBezTo>
                  <a:cubicBezTo>
                    <a:pt x="3879" y="4996"/>
                    <a:pt x="4998" y="3878"/>
                    <a:pt x="4998" y="2498"/>
                  </a:cubicBezTo>
                  <a:cubicBezTo>
                    <a:pt x="4998" y="1118"/>
                    <a:pt x="3879" y="0"/>
                    <a:pt x="2499" y="0"/>
                  </a:cubicBezTo>
                  <a:close/>
                </a:path>
              </a:pathLst>
            </a:cu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102" name="Google Shape;2102;p12"/>
            <p:cNvSpPr/>
            <p:nvPr/>
          </p:nvSpPr>
          <p:spPr>
            <a:xfrm>
              <a:off x="6224217" y="2836128"/>
              <a:ext cx="129194" cy="172341"/>
            </a:xfrm>
            <a:custGeom>
              <a:rect b="b" l="l" r="r" t="t"/>
              <a:pathLst>
                <a:path extrusionOk="0" h="4854" w="3639">
                  <a:moveTo>
                    <a:pt x="1975" y="1"/>
                  </a:moveTo>
                  <a:lnTo>
                    <a:pt x="1975" y="1"/>
                  </a:lnTo>
                  <a:cubicBezTo>
                    <a:pt x="2783" y="414"/>
                    <a:pt x="3336" y="1256"/>
                    <a:pt x="3336" y="2226"/>
                  </a:cubicBezTo>
                  <a:cubicBezTo>
                    <a:pt x="3336" y="3606"/>
                    <a:pt x="2216" y="4724"/>
                    <a:pt x="838" y="4724"/>
                  </a:cubicBezTo>
                  <a:cubicBezTo>
                    <a:pt x="544" y="4724"/>
                    <a:pt x="262" y="4673"/>
                    <a:pt x="0" y="4580"/>
                  </a:cubicBezTo>
                  <a:lnTo>
                    <a:pt x="0" y="4580"/>
                  </a:lnTo>
                  <a:cubicBezTo>
                    <a:pt x="343" y="4754"/>
                    <a:pt x="730" y="4853"/>
                    <a:pt x="1140" y="4853"/>
                  </a:cubicBezTo>
                  <a:cubicBezTo>
                    <a:pt x="2519" y="4853"/>
                    <a:pt x="3638" y="3735"/>
                    <a:pt x="3638" y="2355"/>
                  </a:cubicBezTo>
                  <a:cubicBezTo>
                    <a:pt x="3638" y="1269"/>
                    <a:pt x="2943" y="342"/>
                    <a:pt x="1975"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103" name="Google Shape;2103;p12"/>
            <p:cNvSpPr/>
            <p:nvPr/>
          </p:nvSpPr>
          <p:spPr>
            <a:xfrm>
              <a:off x="6026746" y="2965965"/>
              <a:ext cx="191252" cy="177028"/>
            </a:xfrm>
            <a:custGeom>
              <a:rect b="b" l="l" r="r" t="t"/>
              <a:pathLst>
                <a:path extrusionOk="0" h="4986" w="5387">
                  <a:moveTo>
                    <a:pt x="749" y="0"/>
                  </a:moveTo>
                  <a:cubicBezTo>
                    <a:pt x="474" y="481"/>
                    <a:pt x="232" y="1008"/>
                    <a:pt x="209" y="1575"/>
                  </a:cubicBezTo>
                  <a:cubicBezTo>
                    <a:pt x="195" y="1899"/>
                    <a:pt x="365" y="2195"/>
                    <a:pt x="293" y="2522"/>
                  </a:cubicBezTo>
                  <a:cubicBezTo>
                    <a:pt x="209" y="2894"/>
                    <a:pt x="29" y="3241"/>
                    <a:pt x="19" y="3630"/>
                  </a:cubicBezTo>
                  <a:cubicBezTo>
                    <a:pt x="1" y="4319"/>
                    <a:pt x="608" y="4961"/>
                    <a:pt x="1296" y="4985"/>
                  </a:cubicBezTo>
                  <a:lnTo>
                    <a:pt x="4092" y="4985"/>
                  </a:lnTo>
                  <a:cubicBezTo>
                    <a:pt x="4778" y="4961"/>
                    <a:pt x="5387" y="4319"/>
                    <a:pt x="5368" y="3630"/>
                  </a:cubicBezTo>
                  <a:cubicBezTo>
                    <a:pt x="5357" y="3241"/>
                    <a:pt x="5177" y="2894"/>
                    <a:pt x="5093" y="2522"/>
                  </a:cubicBezTo>
                  <a:cubicBezTo>
                    <a:pt x="5021" y="2194"/>
                    <a:pt x="5190" y="1899"/>
                    <a:pt x="5177" y="1575"/>
                  </a:cubicBezTo>
                  <a:cubicBezTo>
                    <a:pt x="5152" y="1008"/>
                    <a:pt x="4912" y="481"/>
                    <a:pt x="4637" y="0"/>
                  </a:cubicBezTo>
                  <a:close/>
                </a:path>
              </a:pathLst>
            </a:custGeom>
            <a:solidFill>
              <a:schemeClr val="l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104" name="Google Shape;2104;p12"/>
            <p:cNvSpPr/>
            <p:nvPr/>
          </p:nvSpPr>
          <p:spPr>
            <a:xfrm>
              <a:off x="6157186" y="2965930"/>
              <a:ext cx="60780" cy="176957"/>
            </a:xfrm>
            <a:custGeom>
              <a:rect b="b" l="l" r="r" t="t"/>
              <a:pathLst>
                <a:path extrusionOk="0" h="4984" w="1712">
                  <a:moveTo>
                    <a:pt x="547" y="0"/>
                  </a:moveTo>
                  <a:cubicBezTo>
                    <a:pt x="822" y="479"/>
                    <a:pt x="1064" y="1007"/>
                    <a:pt x="1087" y="1573"/>
                  </a:cubicBezTo>
                  <a:cubicBezTo>
                    <a:pt x="1101" y="1897"/>
                    <a:pt x="931" y="2192"/>
                    <a:pt x="1003" y="2521"/>
                  </a:cubicBezTo>
                  <a:cubicBezTo>
                    <a:pt x="1087" y="2895"/>
                    <a:pt x="1267" y="3241"/>
                    <a:pt x="1277" y="3629"/>
                  </a:cubicBezTo>
                  <a:cubicBezTo>
                    <a:pt x="1295" y="4319"/>
                    <a:pt x="687" y="4960"/>
                    <a:pt x="0" y="4983"/>
                  </a:cubicBezTo>
                  <a:lnTo>
                    <a:pt x="416" y="4983"/>
                  </a:lnTo>
                  <a:cubicBezTo>
                    <a:pt x="1104" y="4960"/>
                    <a:pt x="1711" y="4319"/>
                    <a:pt x="1693" y="3629"/>
                  </a:cubicBezTo>
                  <a:cubicBezTo>
                    <a:pt x="1683" y="3242"/>
                    <a:pt x="1503" y="2895"/>
                    <a:pt x="1419" y="2521"/>
                  </a:cubicBezTo>
                  <a:cubicBezTo>
                    <a:pt x="1347" y="2195"/>
                    <a:pt x="1516" y="1897"/>
                    <a:pt x="1503" y="1573"/>
                  </a:cubicBezTo>
                  <a:cubicBezTo>
                    <a:pt x="1478" y="1007"/>
                    <a:pt x="1238" y="479"/>
                    <a:pt x="963"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105" name="Google Shape;2105;p12"/>
            <p:cNvSpPr/>
            <p:nvPr/>
          </p:nvSpPr>
          <p:spPr>
            <a:xfrm>
              <a:off x="6048154" y="3083767"/>
              <a:ext cx="148436" cy="74276"/>
            </a:xfrm>
            <a:custGeom>
              <a:rect b="b" l="l" r="r" t="t"/>
              <a:pathLst>
                <a:path extrusionOk="0" h="2092" w="4181">
                  <a:moveTo>
                    <a:pt x="2091" y="1"/>
                  </a:moveTo>
                  <a:cubicBezTo>
                    <a:pt x="936" y="1"/>
                    <a:pt x="0" y="936"/>
                    <a:pt x="0" y="2092"/>
                  </a:cubicBezTo>
                  <a:lnTo>
                    <a:pt x="4181" y="2092"/>
                  </a:lnTo>
                  <a:cubicBezTo>
                    <a:pt x="4181" y="936"/>
                    <a:pt x="3245" y="1"/>
                    <a:pt x="2091" y="1"/>
                  </a:cubicBezTo>
                  <a:close/>
                </a:path>
              </a:pathLst>
            </a:cu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106" name="Google Shape;2106;p12"/>
            <p:cNvSpPr/>
            <p:nvPr/>
          </p:nvSpPr>
          <p:spPr>
            <a:xfrm>
              <a:off x="6114866" y="3083767"/>
              <a:ext cx="81691" cy="74276"/>
            </a:xfrm>
            <a:custGeom>
              <a:rect b="b" l="l" r="r" t="t"/>
              <a:pathLst>
                <a:path extrusionOk="0" h="2092" w="2301">
                  <a:moveTo>
                    <a:pt x="209" y="1"/>
                  </a:moveTo>
                  <a:cubicBezTo>
                    <a:pt x="140" y="1"/>
                    <a:pt x="70" y="5"/>
                    <a:pt x="1" y="12"/>
                  </a:cubicBezTo>
                  <a:cubicBezTo>
                    <a:pt x="1057" y="116"/>
                    <a:pt x="1882" y="1008"/>
                    <a:pt x="1882" y="2092"/>
                  </a:cubicBezTo>
                  <a:lnTo>
                    <a:pt x="2300" y="2092"/>
                  </a:lnTo>
                  <a:cubicBezTo>
                    <a:pt x="2300" y="1513"/>
                    <a:pt x="2066" y="992"/>
                    <a:pt x="1687" y="612"/>
                  </a:cubicBezTo>
                  <a:cubicBezTo>
                    <a:pt x="1309" y="234"/>
                    <a:pt x="788" y="1"/>
                    <a:pt x="209"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107" name="Google Shape;2107;p12"/>
            <p:cNvSpPr/>
            <p:nvPr/>
          </p:nvSpPr>
          <p:spPr>
            <a:xfrm>
              <a:off x="6106025" y="3047234"/>
              <a:ext cx="32804" cy="59719"/>
            </a:xfrm>
            <a:custGeom>
              <a:rect b="b" l="l" r="r" t="t"/>
              <a:pathLst>
                <a:path extrusionOk="0" h="1682" w="924">
                  <a:moveTo>
                    <a:pt x="1" y="1"/>
                  </a:moveTo>
                  <a:lnTo>
                    <a:pt x="1" y="1221"/>
                  </a:lnTo>
                  <a:cubicBezTo>
                    <a:pt x="1" y="1475"/>
                    <a:pt x="205" y="1682"/>
                    <a:pt x="461" y="1682"/>
                  </a:cubicBezTo>
                  <a:cubicBezTo>
                    <a:pt x="715" y="1682"/>
                    <a:pt x="922" y="1475"/>
                    <a:pt x="923" y="1221"/>
                  </a:cubicBezTo>
                  <a:lnTo>
                    <a:pt x="923" y="1"/>
                  </a:ln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108" name="Google Shape;2108;p12"/>
            <p:cNvSpPr/>
            <p:nvPr/>
          </p:nvSpPr>
          <p:spPr>
            <a:xfrm>
              <a:off x="6115647" y="3047198"/>
              <a:ext cx="23112" cy="59648"/>
            </a:xfrm>
            <a:custGeom>
              <a:rect b="b" l="l" r="r" t="t"/>
              <a:pathLst>
                <a:path extrusionOk="0" h="1680" w="651">
                  <a:moveTo>
                    <a:pt x="272" y="1"/>
                  </a:moveTo>
                  <a:lnTo>
                    <a:pt x="272" y="1219"/>
                  </a:lnTo>
                  <a:cubicBezTo>
                    <a:pt x="272" y="1406"/>
                    <a:pt x="162" y="1569"/>
                    <a:pt x="0" y="1641"/>
                  </a:cubicBezTo>
                  <a:cubicBezTo>
                    <a:pt x="58" y="1665"/>
                    <a:pt x="123" y="1680"/>
                    <a:pt x="190" y="1680"/>
                  </a:cubicBezTo>
                  <a:cubicBezTo>
                    <a:pt x="444" y="1680"/>
                    <a:pt x="651" y="1476"/>
                    <a:pt x="651" y="1219"/>
                  </a:cubicBezTo>
                  <a:lnTo>
                    <a:pt x="651" y="1"/>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109" name="Google Shape;2109;p12"/>
            <p:cNvSpPr/>
            <p:nvPr/>
          </p:nvSpPr>
          <p:spPr>
            <a:xfrm>
              <a:off x="6257875" y="2851324"/>
              <a:ext cx="39372" cy="56630"/>
            </a:xfrm>
            <a:custGeom>
              <a:rect b="b" l="l" r="r" t="t"/>
              <a:pathLst>
                <a:path extrusionOk="0" h="1595" w="1109">
                  <a:moveTo>
                    <a:pt x="671" y="408"/>
                  </a:moveTo>
                  <a:lnTo>
                    <a:pt x="671" y="934"/>
                  </a:lnTo>
                  <a:lnTo>
                    <a:pt x="371" y="934"/>
                  </a:lnTo>
                  <a:cubicBezTo>
                    <a:pt x="484" y="731"/>
                    <a:pt x="596" y="534"/>
                    <a:pt x="671" y="408"/>
                  </a:cubicBezTo>
                  <a:close/>
                  <a:moveTo>
                    <a:pt x="732" y="1"/>
                  </a:moveTo>
                  <a:cubicBezTo>
                    <a:pt x="667" y="1"/>
                    <a:pt x="602" y="34"/>
                    <a:pt x="549" y="98"/>
                  </a:cubicBezTo>
                  <a:cubicBezTo>
                    <a:pt x="474" y="192"/>
                    <a:pt x="97" y="869"/>
                    <a:pt x="24" y="1003"/>
                  </a:cubicBezTo>
                  <a:cubicBezTo>
                    <a:pt x="1" y="1045"/>
                    <a:pt x="1" y="1095"/>
                    <a:pt x="27" y="1137"/>
                  </a:cubicBezTo>
                  <a:cubicBezTo>
                    <a:pt x="50" y="1179"/>
                    <a:pt x="94" y="1203"/>
                    <a:pt x="143" y="1203"/>
                  </a:cubicBezTo>
                  <a:lnTo>
                    <a:pt x="671" y="1203"/>
                  </a:lnTo>
                  <a:cubicBezTo>
                    <a:pt x="671" y="1294"/>
                    <a:pt x="671" y="1380"/>
                    <a:pt x="670" y="1459"/>
                  </a:cubicBezTo>
                  <a:cubicBezTo>
                    <a:pt x="670" y="1533"/>
                    <a:pt x="729" y="1595"/>
                    <a:pt x="805" y="1595"/>
                  </a:cubicBezTo>
                  <a:cubicBezTo>
                    <a:pt x="878" y="1595"/>
                    <a:pt x="940" y="1534"/>
                    <a:pt x="940" y="1459"/>
                  </a:cubicBezTo>
                  <a:cubicBezTo>
                    <a:pt x="940" y="1412"/>
                    <a:pt x="940" y="1318"/>
                    <a:pt x="942" y="1203"/>
                  </a:cubicBezTo>
                  <a:lnTo>
                    <a:pt x="973" y="1203"/>
                  </a:lnTo>
                  <a:cubicBezTo>
                    <a:pt x="1048" y="1203"/>
                    <a:pt x="1109" y="1143"/>
                    <a:pt x="1109" y="1069"/>
                  </a:cubicBezTo>
                  <a:cubicBezTo>
                    <a:pt x="1109" y="995"/>
                    <a:pt x="1048" y="934"/>
                    <a:pt x="973" y="934"/>
                  </a:cubicBezTo>
                  <a:lnTo>
                    <a:pt x="942" y="934"/>
                  </a:lnTo>
                  <a:cubicBezTo>
                    <a:pt x="943" y="613"/>
                    <a:pt x="943" y="265"/>
                    <a:pt x="937" y="216"/>
                  </a:cubicBezTo>
                  <a:cubicBezTo>
                    <a:pt x="929" y="117"/>
                    <a:pt x="870" y="35"/>
                    <a:pt x="786" y="9"/>
                  </a:cubicBezTo>
                  <a:cubicBezTo>
                    <a:pt x="768" y="4"/>
                    <a:pt x="750" y="1"/>
                    <a:pt x="732"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110" name="Google Shape;2110;p12"/>
            <p:cNvSpPr/>
            <p:nvPr/>
          </p:nvSpPr>
          <p:spPr>
            <a:xfrm>
              <a:off x="6224821" y="2851004"/>
              <a:ext cx="35751" cy="57518"/>
            </a:xfrm>
            <a:custGeom>
              <a:rect b="b" l="l" r="r" t="t"/>
              <a:pathLst>
                <a:path extrusionOk="0" h="1620" w="1007">
                  <a:moveTo>
                    <a:pt x="478" y="1"/>
                  </a:moveTo>
                  <a:cubicBezTo>
                    <a:pt x="254" y="1"/>
                    <a:pt x="57" y="160"/>
                    <a:pt x="14" y="382"/>
                  </a:cubicBezTo>
                  <a:cubicBezTo>
                    <a:pt x="1" y="453"/>
                    <a:pt x="48" y="524"/>
                    <a:pt x="120" y="539"/>
                  </a:cubicBezTo>
                  <a:cubicBezTo>
                    <a:pt x="129" y="541"/>
                    <a:pt x="138" y="541"/>
                    <a:pt x="146" y="541"/>
                  </a:cubicBezTo>
                  <a:cubicBezTo>
                    <a:pt x="210" y="541"/>
                    <a:pt x="266" y="496"/>
                    <a:pt x="278" y="432"/>
                  </a:cubicBezTo>
                  <a:cubicBezTo>
                    <a:pt x="297" y="337"/>
                    <a:pt x="382" y="268"/>
                    <a:pt x="478" y="268"/>
                  </a:cubicBezTo>
                  <a:cubicBezTo>
                    <a:pt x="588" y="268"/>
                    <a:pt x="678" y="356"/>
                    <a:pt x="681" y="464"/>
                  </a:cubicBezTo>
                  <a:lnTo>
                    <a:pt x="678" y="499"/>
                  </a:lnTo>
                  <a:cubicBezTo>
                    <a:pt x="661" y="565"/>
                    <a:pt x="622" y="644"/>
                    <a:pt x="559" y="732"/>
                  </a:cubicBezTo>
                  <a:cubicBezTo>
                    <a:pt x="349" y="1032"/>
                    <a:pt x="225" y="1196"/>
                    <a:pt x="156" y="1284"/>
                  </a:cubicBezTo>
                  <a:cubicBezTo>
                    <a:pt x="74" y="1392"/>
                    <a:pt x="39" y="1435"/>
                    <a:pt x="63" y="1513"/>
                  </a:cubicBezTo>
                  <a:cubicBezTo>
                    <a:pt x="77" y="1558"/>
                    <a:pt x="110" y="1591"/>
                    <a:pt x="155" y="1607"/>
                  </a:cubicBezTo>
                  <a:cubicBezTo>
                    <a:pt x="172" y="1612"/>
                    <a:pt x="192" y="1620"/>
                    <a:pt x="444" y="1620"/>
                  </a:cubicBezTo>
                  <a:cubicBezTo>
                    <a:pt x="545" y="1620"/>
                    <a:pt x="683" y="1617"/>
                    <a:pt x="873" y="1615"/>
                  </a:cubicBezTo>
                  <a:cubicBezTo>
                    <a:pt x="946" y="1614"/>
                    <a:pt x="1007" y="1552"/>
                    <a:pt x="1005" y="1479"/>
                  </a:cubicBezTo>
                  <a:cubicBezTo>
                    <a:pt x="1004" y="1407"/>
                    <a:pt x="947" y="1346"/>
                    <a:pt x="873" y="1346"/>
                  </a:cubicBezTo>
                  <a:cubicBezTo>
                    <a:pt x="872" y="1346"/>
                    <a:pt x="870" y="1346"/>
                    <a:pt x="868" y="1346"/>
                  </a:cubicBezTo>
                  <a:cubicBezTo>
                    <a:pt x="723" y="1348"/>
                    <a:pt x="568" y="1349"/>
                    <a:pt x="445" y="1349"/>
                  </a:cubicBezTo>
                  <a:cubicBezTo>
                    <a:pt x="520" y="1250"/>
                    <a:pt x="628" y="1104"/>
                    <a:pt x="779" y="889"/>
                  </a:cubicBezTo>
                  <a:cubicBezTo>
                    <a:pt x="861" y="771"/>
                    <a:pt x="917" y="657"/>
                    <a:pt x="940" y="555"/>
                  </a:cubicBezTo>
                  <a:cubicBezTo>
                    <a:pt x="942" y="550"/>
                    <a:pt x="942" y="545"/>
                    <a:pt x="942" y="542"/>
                  </a:cubicBezTo>
                  <a:lnTo>
                    <a:pt x="949" y="491"/>
                  </a:lnTo>
                  <a:cubicBezTo>
                    <a:pt x="949" y="486"/>
                    <a:pt x="952" y="480"/>
                    <a:pt x="952" y="473"/>
                  </a:cubicBezTo>
                  <a:cubicBezTo>
                    <a:pt x="952" y="212"/>
                    <a:pt x="739" y="1"/>
                    <a:pt x="478"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111" name="Google Shape;2111;p12"/>
            <p:cNvSpPr/>
            <p:nvPr/>
          </p:nvSpPr>
          <p:spPr>
            <a:xfrm>
              <a:off x="6214454" y="2915195"/>
              <a:ext cx="100366" cy="9622"/>
            </a:xfrm>
            <a:custGeom>
              <a:rect b="b" l="l" r="r" t="t"/>
              <a:pathLst>
                <a:path extrusionOk="0" h="271" w="2827">
                  <a:moveTo>
                    <a:pt x="136" y="0"/>
                  </a:moveTo>
                  <a:cubicBezTo>
                    <a:pt x="61" y="0"/>
                    <a:pt x="1" y="62"/>
                    <a:pt x="1" y="135"/>
                  </a:cubicBezTo>
                  <a:cubicBezTo>
                    <a:pt x="1" y="209"/>
                    <a:pt x="61" y="271"/>
                    <a:pt x="136" y="271"/>
                  </a:cubicBezTo>
                  <a:lnTo>
                    <a:pt x="2691" y="271"/>
                  </a:lnTo>
                  <a:cubicBezTo>
                    <a:pt x="2765" y="271"/>
                    <a:pt x="2827" y="209"/>
                    <a:pt x="2827" y="135"/>
                  </a:cubicBezTo>
                  <a:cubicBezTo>
                    <a:pt x="2827" y="62"/>
                    <a:pt x="2768" y="0"/>
                    <a:pt x="2691"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112" name="Google Shape;2112;p12"/>
            <p:cNvSpPr/>
            <p:nvPr/>
          </p:nvSpPr>
          <p:spPr>
            <a:xfrm>
              <a:off x="6243318" y="2931598"/>
              <a:ext cx="35893" cy="56986"/>
            </a:xfrm>
            <a:custGeom>
              <a:rect b="b" l="l" r="r" t="t"/>
              <a:pathLst>
                <a:path extrusionOk="0" h="1605" w="1011">
                  <a:moveTo>
                    <a:pt x="136" y="0"/>
                  </a:moveTo>
                  <a:cubicBezTo>
                    <a:pt x="61" y="0"/>
                    <a:pt x="1" y="62"/>
                    <a:pt x="1" y="135"/>
                  </a:cubicBezTo>
                  <a:cubicBezTo>
                    <a:pt x="1" y="209"/>
                    <a:pt x="61" y="271"/>
                    <a:pt x="136" y="271"/>
                  </a:cubicBezTo>
                  <a:lnTo>
                    <a:pt x="664" y="271"/>
                  </a:lnTo>
                  <a:lnTo>
                    <a:pt x="160" y="1416"/>
                  </a:lnTo>
                  <a:cubicBezTo>
                    <a:pt x="130" y="1485"/>
                    <a:pt x="163" y="1564"/>
                    <a:pt x="229" y="1594"/>
                  </a:cubicBezTo>
                  <a:cubicBezTo>
                    <a:pt x="247" y="1602"/>
                    <a:pt x="265" y="1605"/>
                    <a:pt x="283" y="1605"/>
                  </a:cubicBezTo>
                  <a:cubicBezTo>
                    <a:pt x="334" y="1605"/>
                    <a:pt x="383" y="1574"/>
                    <a:pt x="406" y="1524"/>
                  </a:cubicBezTo>
                  <a:lnTo>
                    <a:pt x="993" y="187"/>
                  </a:lnTo>
                  <a:cubicBezTo>
                    <a:pt x="1011" y="145"/>
                    <a:pt x="1008" y="98"/>
                    <a:pt x="982" y="59"/>
                  </a:cubicBezTo>
                  <a:cubicBezTo>
                    <a:pt x="959" y="22"/>
                    <a:pt x="919" y="0"/>
                    <a:pt x="871"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113" name="Google Shape;2113;p12"/>
            <p:cNvSpPr/>
            <p:nvPr/>
          </p:nvSpPr>
          <p:spPr>
            <a:xfrm>
              <a:off x="6035906" y="2868223"/>
              <a:ext cx="172897" cy="107687"/>
            </a:xfrm>
            <a:custGeom>
              <a:rect b="b" l="l" r="r" t="t"/>
              <a:pathLst>
                <a:path extrusionOk="0" h="3033" w="4870">
                  <a:moveTo>
                    <a:pt x="1681" y="1"/>
                  </a:moveTo>
                  <a:cubicBezTo>
                    <a:pt x="754" y="1"/>
                    <a:pt x="0" y="755"/>
                    <a:pt x="0" y="1681"/>
                  </a:cubicBezTo>
                  <a:lnTo>
                    <a:pt x="0" y="2897"/>
                  </a:lnTo>
                  <a:cubicBezTo>
                    <a:pt x="0" y="2971"/>
                    <a:pt x="62" y="3033"/>
                    <a:pt x="135" y="3033"/>
                  </a:cubicBezTo>
                  <a:cubicBezTo>
                    <a:pt x="209" y="3033"/>
                    <a:pt x="271" y="2971"/>
                    <a:pt x="271" y="2897"/>
                  </a:cubicBezTo>
                  <a:lnTo>
                    <a:pt x="271" y="1681"/>
                  </a:lnTo>
                  <a:cubicBezTo>
                    <a:pt x="271" y="904"/>
                    <a:pt x="902" y="271"/>
                    <a:pt x="1681" y="271"/>
                  </a:cubicBezTo>
                  <a:lnTo>
                    <a:pt x="3189" y="271"/>
                  </a:lnTo>
                  <a:cubicBezTo>
                    <a:pt x="3966" y="271"/>
                    <a:pt x="4599" y="904"/>
                    <a:pt x="4599" y="1681"/>
                  </a:cubicBezTo>
                  <a:lnTo>
                    <a:pt x="4599" y="2897"/>
                  </a:lnTo>
                  <a:cubicBezTo>
                    <a:pt x="4599" y="2971"/>
                    <a:pt x="4661" y="3033"/>
                    <a:pt x="4735" y="3033"/>
                  </a:cubicBezTo>
                  <a:cubicBezTo>
                    <a:pt x="4811" y="3033"/>
                    <a:pt x="4870" y="2971"/>
                    <a:pt x="4870" y="2897"/>
                  </a:cubicBezTo>
                  <a:lnTo>
                    <a:pt x="4870" y="1681"/>
                  </a:lnTo>
                  <a:cubicBezTo>
                    <a:pt x="4870" y="755"/>
                    <a:pt x="4116" y="1"/>
                    <a:pt x="3189" y="1"/>
                  </a:cubicBezTo>
                  <a:close/>
                </a:path>
              </a:pathLst>
            </a:cu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114" name="Google Shape;2114;p12"/>
            <p:cNvSpPr/>
            <p:nvPr/>
          </p:nvSpPr>
          <p:spPr>
            <a:xfrm>
              <a:off x="6187258" y="2963516"/>
              <a:ext cx="30106" cy="40405"/>
            </a:xfrm>
            <a:custGeom>
              <a:rect b="b" l="l" r="r" t="t"/>
              <a:pathLst>
                <a:path extrusionOk="0" h="1138" w="848">
                  <a:moveTo>
                    <a:pt x="1" y="0"/>
                  </a:moveTo>
                  <a:lnTo>
                    <a:pt x="1" y="1137"/>
                  </a:lnTo>
                  <a:lnTo>
                    <a:pt x="279" y="1137"/>
                  </a:lnTo>
                  <a:cubicBezTo>
                    <a:pt x="592" y="1137"/>
                    <a:pt x="847" y="884"/>
                    <a:pt x="847" y="569"/>
                  </a:cubicBezTo>
                  <a:cubicBezTo>
                    <a:pt x="847" y="257"/>
                    <a:pt x="594" y="0"/>
                    <a:pt x="279" y="0"/>
                  </a:cubicBez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115" name="Google Shape;2115;p12"/>
            <p:cNvSpPr/>
            <p:nvPr/>
          </p:nvSpPr>
          <p:spPr>
            <a:xfrm>
              <a:off x="6027420" y="2963516"/>
              <a:ext cx="31917" cy="40405"/>
            </a:xfrm>
            <a:custGeom>
              <a:rect b="b" l="l" r="r" t="t"/>
              <a:pathLst>
                <a:path extrusionOk="0" h="1138" w="899">
                  <a:moveTo>
                    <a:pt x="569" y="0"/>
                  </a:moveTo>
                  <a:cubicBezTo>
                    <a:pt x="253" y="0"/>
                    <a:pt x="0" y="257"/>
                    <a:pt x="0" y="569"/>
                  </a:cubicBezTo>
                  <a:cubicBezTo>
                    <a:pt x="0" y="884"/>
                    <a:pt x="255" y="1137"/>
                    <a:pt x="569" y="1137"/>
                  </a:cubicBezTo>
                  <a:lnTo>
                    <a:pt x="898" y="1137"/>
                  </a:lnTo>
                  <a:lnTo>
                    <a:pt x="898" y="0"/>
                  </a:ln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116" name="Google Shape;2116;p12"/>
            <p:cNvSpPr/>
            <p:nvPr/>
          </p:nvSpPr>
          <p:spPr>
            <a:xfrm>
              <a:off x="6056214" y="2922580"/>
              <a:ext cx="132353" cy="141771"/>
            </a:xfrm>
            <a:custGeom>
              <a:rect b="b" l="l" r="r" t="t"/>
              <a:pathLst>
                <a:path extrusionOk="0" h="3993" w="3728">
                  <a:moveTo>
                    <a:pt x="1864" y="1"/>
                  </a:moveTo>
                  <a:lnTo>
                    <a:pt x="1" y="988"/>
                  </a:lnTo>
                  <a:lnTo>
                    <a:pt x="1" y="2129"/>
                  </a:lnTo>
                  <a:cubicBezTo>
                    <a:pt x="1" y="3158"/>
                    <a:pt x="834" y="3993"/>
                    <a:pt x="1864" y="3993"/>
                  </a:cubicBezTo>
                  <a:cubicBezTo>
                    <a:pt x="2893" y="3993"/>
                    <a:pt x="3728" y="3158"/>
                    <a:pt x="3728" y="2129"/>
                  </a:cubicBezTo>
                  <a:lnTo>
                    <a:pt x="3728" y="988"/>
                  </a:lnTo>
                  <a:lnTo>
                    <a:pt x="1864" y="1"/>
                  </a:ln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117" name="Google Shape;2117;p12"/>
            <p:cNvSpPr/>
            <p:nvPr/>
          </p:nvSpPr>
          <p:spPr>
            <a:xfrm>
              <a:off x="6115540" y="2950344"/>
              <a:ext cx="73029" cy="113971"/>
            </a:xfrm>
            <a:custGeom>
              <a:rect b="b" l="l" r="r" t="t"/>
              <a:pathLst>
                <a:path extrusionOk="0" h="3210" w="2057">
                  <a:moveTo>
                    <a:pt x="1671" y="0"/>
                  </a:moveTo>
                  <a:lnTo>
                    <a:pt x="1671" y="1344"/>
                  </a:lnTo>
                  <a:cubicBezTo>
                    <a:pt x="1671" y="2310"/>
                    <a:pt x="939" y="3103"/>
                    <a:pt x="1" y="3199"/>
                  </a:cubicBezTo>
                  <a:cubicBezTo>
                    <a:pt x="62" y="3205"/>
                    <a:pt x="129" y="3209"/>
                    <a:pt x="193" y="3209"/>
                  </a:cubicBezTo>
                  <a:cubicBezTo>
                    <a:pt x="1222" y="3209"/>
                    <a:pt x="2057" y="2373"/>
                    <a:pt x="2057" y="1344"/>
                  </a:cubicBezTo>
                  <a:lnTo>
                    <a:pt x="2057" y="204"/>
                  </a:lnTo>
                  <a:lnTo>
                    <a:pt x="1671" y="0"/>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118" name="Google Shape;2118;p12"/>
            <p:cNvSpPr/>
            <p:nvPr/>
          </p:nvSpPr>
          <p:spPr>
            <a:xfrm>
              <a:off x="6087741" y="2978995"/>
              <a:ext cx="9586" cy="19031"/>
            </a:xfrm>
            <a:custGeom>
              <a:rect b="b" l="l" r="r" t="t"/>
              <a:pathLst>
                <a:path extrusionOk="0" h="536" w="270">
                  <a:moveTo>
                    <a:pt x="136" y="0"/>
                  </a:moveTo>
                  <a:cubicBezTo>
                    <a:pt x="61" y="0"/>
                    <a:pt x="1" y="61"/>
                    <a:pt x="1" y="136"/>
                  </a:cubicBezTo>
                  <a:lnTo>
                    <a:pt x="1" y="402"/>
                  </a:lnTo>
                  <a:cubicBezTo>
                    <a:pt x="1" y="475"/>
                    <a:pt x="61" y="536"/>
                    <a:pt x="136" y="536"/>
                  </a:cubicBezTo>
                  <a:cubicBezTo>
                    <a:pt x="211" y="536"/>
                    <a:pt x="270" y="475"/>
                    <a:pt x="270" y="402"/>
                  </a:cubicBezTo>
                  <a:lnTo>
                    <a:pt x="270" y="136"/>
                  </a:lnTo>
                  <a:cubicBezTo>
                    <a:pt x="270" y="61"/>
                    <a:pt x="209" y="0"/>
                    <a:pt x="136" y="0"/>
                  </a:cubicBezTo>
                  <a:close/>
                </a:path>
              </a:pathLst>
            </a:custGeom>
            <a:solidFill>
              <a:srgbClr val="91829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119" name="Google Shape;2119;p12"/>
            <p:cNvSpPr/>
            <p:nvPr/>
          </p:nvSpPr>
          <p:spPr>
            <a:xfrm>
              <a:off x="6147316" y="2978995"/>
              <a:ext cx="9657" cy="19031"/>
            </a:xfrm>
            <a:custGeom>
              <a:rect b="b" l="l" r="r" t="t"/>
              <a:pathLst>
                <a:path extrusionOk="0" h="536" w="272">
                  <a:moveTo>
                    <a:pt x="136" y="0"/>
                  </a:moveTo>
                  <a:cubicBezTo>
                    <a:pt x="62" y="0"/>
                    <a:pt x="1" y="61"/>
                    <a:pt x="1" y="136"/>
                  </a:cubicBezTo>
                  <a:lnTo>
                    <a:pt x="1" y="402"/>
                  </a:lnTo>
                  <a:cubicBezTo>
                    <a:pt x="1" y="475"/>
                    <a:pt x="62" y="536"/>
                    <a:pt x="136" y="536"/>
                  </a:cubicBezTo>
                  <a:cubicBezTo>
                    <a:pt x="209" y="536"/>
                    <a:pt x="271" y="475"/>
                    <a:pt x="271" y="402"/>
                  </a:cubicBezTo>
                  <a:lnTo>
                    <a:pt x="271" y="136"/>
                  </a:lnTo>
                  <a:cubicBezTo>
                    <a:pt x="271" y="61"/>
                    <a:pt x="209" y="0"/>
                    <a:pt x="136" y="0"/>
                  </a:cubicBezTo>
                  <a:close/>
                </a:path>
              </a:pathLst>
            </a:custGeom>
            <a:solidFill>
              <a:srgbClr val="91829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120" name="Google Shape;2120;p12"/>
            <p:cNvSpPr/>
            <p:nvPr/>
          </p:nvSpPr>
          <p:spPr>
            <a:xfrm>
              <a:off x="6141565" y="2999126"/>
              <a:ext cx="61135" cy="40511"/>
            </a:xfrm>
            <a:custGeom>
              <a:rect b="b" l="l" r="r" t="t"/>
              <a:pathLst>
                <a:path extrusionOk="0" h="1141" w="1722">
                  <a:moveTo>
                    <a:pt x="1586" y="0"/>
                  </a:moveTo>
                  <a:cubicBezTo>
                    <a:pt x="1512" y="0"/>
                    <a:pt x="1451" y="61"/>
                    <a:pt x="1451" y="134"/>
                  </a:cubicBezTo>
                  <a:lnTo>
                    <a:pt x="1451" y="642"/>
                  </a:lnTo>
                  <a:cubicBezTo>
                    <a:pt x="1451" y="757"/>
                    <a:pt x="1364" y="857"/>
                    <a:pt x="1249" y="871"/>
                  </a:cubicBezTo>
                  <a:lnTo>
                    <a:pt x="134" y="871"/>
                  </a:lnTo>
                  <a:cubicBezTo>
                    <a:pt x="60" y="871"/>
                    <a:pt x="0" y="931"/>
                    <a:pt x="0" y="1005"/>
                  </a:cubicBezTo>
                  <a:cubicBezTo>
                    <a:pt x="0" y="1080"/>
                    <a:pt x="60" y="1140"/>
                    <a:pt x="134" y="1140"/>
                  </a:cubicBezTo>
                  <a:lnTo>
                    <a:pt x="1271" y="1140"/>
                  </a:lnTo>
                  <a:cubicBezTo>
                    <a:pt x="1528" y="1113"/>
                    <a:pt x="1721" y="900"/>
                    <a:pt x="1721" y="642"/>
                  </a:cubicBezTo>
                  <a:lnTo>
                    <a:pt x="1721" y="134"/>
                  </a:lnTo>
                  <a:cubicBezTo>
                    <a:pt x="1721" y="61"/>
                    <a:pt x="1659" y="0"/>
                    <a:pt x="1586" y="0"/>
                  </a:cubicBezTo>
                  <a:close/>
                </a:path>
              </a:pathLst>
            </a:cu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121" name="Google Shape;2121;p12"/>
            <p:cNvSpPr/>
            <p:nvPr/>
          </p:nvSpPr>
          <p:spPr>
            <a:xfrm>
              <a:off x="6056214" y="2888248"/>
              <a:ext cx="132353" cy="77720"/>
            </a:xfrm>
            <a:custGeom>
              <a:rect b="b" l="l" r="r" t="t"/>
              <a:pathLst>
                <a:path extrusionOk="0" h="2189" w="3728">
                  <a:moveTo>
                    <a:pt x="1864" y="1"/>
                  </a:moveTo>
                  <a:cubicBezTo>
                    <a:pt x="834" y="1"/>
                    <a:pt x="1" y="835"/>
                    <a:pt x="1" y="1864"/>
                  </a:cubicBezTo>
                  <a:lnTo>
                    <a:pt x="1" y="2188"/>
                  </a:lnTo>
                  <a:cubicBezTo>
                    <a:pt x="1" y="2188"/>
                    <a:pt x="1" y="2188"/>
                    <a:pt x="3" y="2188"/>
                  </a:cubicBezTo>
                  <a:cubicBezTo>
                    <a:pt x="53" y="2188"/>
                    <a:pt x="1224" y="2178"/>
                    <a:pt x="1864" y="1289"/>
                  </a:cubicBezTo>
                  <a:cubicBezTo>
                    <a:pt x="2506" y="2178"/>
                    <a:pt x="3676" y="2188"/>
                    <a:pt x="3726" y="2188"/>
                  </a:cubicBezTo>
                  <a:cubicBezTo>
                    <a:pt x="3727" y="2188"/>
                    <a:pt x="3728" y="2188"/>
                    <a:pt x="3728" y="2188"/>
                  </a:cubicBezTo>
                  <a:lnTo>
                    <a:pt x="3728" y="1864"/>
                  </a:lnTo>
                  <a:cubicBezTo>
                    <a:pt x="3728" y="835"/>
                    <a:pt x="2893" y="1"/>
                    <a:pt x="1864" y="1"/>
                  </a:cubicBezTo>
                  <a:close/>
                </a:path>
              </a:pathLst>
            </a:custGeom>
            <a:solidFill>
              <a:schemeClr val="l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122" name="Google Shape;2122;p12"/>
            <p:cNvSpPr/>
            <p:nvPr/>
          </p:nvSpPr>
          <p:spPr>
            <a:xfrm>
              <a:off x="6107623" y="2888212"/>
              <a:ext cx="80946" cy="77756"/>
            </a:xfrm>
            <a:custGeom>
              <a:rect b="b" l="l" r="r" t="t"/>
              <a:pathLst>
                <a:path extrusionOk="0" h="2190" w="2280">
                  <a:moveTo>
                    <a:pt x="416" y="0"/>
                  </a:moveTo>
                  <a:cubicBezTo>
                    <a:pt x="274" y="0"/>
                    <a:pt x="133" y="18"/>
                    <a:pt x="0" y="48"/>
                  </a:cubicBezTo>
                  <a:lnTo>
                    <a:pt x="29" y="48"/>
                  </a:lnTo>
                  <a:cubicBezTo>
                    <a:pt x="1058" y="48"/>
                    <a:pt x="1893" y="882"/>
                    <a:pt x="1893" y="1911"/>
                  </a:cubicBezTo>
                  <a:lnTo>
                    <a:pt x="1893" y="2150"/>
                  </a:lnTo>
                  <a:cubicBezTo>
                    <a:pt x="2108" y="2188"/>
                    <a:pt x="2259" y="2189"/>
                    <a:pt x="2278" y="2189"/>
                  </a:cubicBezTo>
                  <a:cubicBezTo>
                    <a:pt x="2279" y="2189"/>
                    <a:pt x="2280" y="2189"/>
                    <a:pt x="2280" y="2189"/>
                  </a:cubicBezTo>
                  <a:lnTo>
                    <a:pt x="2280" y="1865"/>
                  </a:lnTo>
                  <a:cubicBezTo>
                    <a:pt x="2280" y="836"/>
                    <a:pt x="1445" y="2"/>
                    <a:pt x="416"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123" name="Google Shape;2123;p12"/>
            <p:cNvSpPr/>
            <p:nvPr/>
          </p:nvSpPr>
          <p:spPr>
            <a:xfrm>
              <a:off x="6121576" y="3024724"/>
              <a:ext cx="24745" cy="20309"/>
            </a:xfrm>
            <a:custGeom>
              <a:rect b="b" l="l" r="r" t="t"/>
              <a:pathLst>
                <a:path extrusionOk="0" h="572" w="697">
                  <a:moveTo>
                    <a:pt x="265" y="0"/>
                  </a:moveTo>
                  <a:cubicBezTo>
                    <a:pt x="120" y="0"/>
                    <a:pt x="0" y="118"/>
                    <a:pt x="0" y="265"/>
                  </a:cubicBezTo>
                  <a:lnTo>
                    <a:pt x="0" y="308"/>
                  </a:lnTo>
                  <a:cubicBezTo>
                    <a:pt x="0" y="454"/>
                    <a:pt x="120" y="572"/>
                    <a:pt x="265" y="572"/>
                  </a:cubicBezTo>
                  <a:lnTo>
                    <a:pt x="432" y="572"/>
                  </a:lnTo>
                  <a:cubicBezTo>
                    <a:pt x="579" y="572"/>
                    <a:pt x="697" y="454"/>
                    <a:pt x="697" y="308"/>
                  </a:cubicBezTo>
                  <a:lnTo>
                    <a:pt x="697" y="265"/>
                  </a:lnTo>
                  <a:cubicBezTo>
                    <a:pt x="697" y="118"/>
                    <a:pt x="579" y="0"/>
                    <a:pt x="432" y="0"/>
                  </a:cubicBezTo>
                  <a:close/>
                </a:path>
              </a:pathLst>
            </a:cu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124" name="Google Shape;2124;p12"/>
            <p:cNvSpPr/>
            <p:nvPr/>
          </p:nvSpPr>
          <p:spPr>
            <a:xfrm>
              <a:off x="6128819" y="3024653"/>
              <a:ext cx="17503" cy="20344"/>
            </a:xfrm>
            <a:custGeom>
              <a:rect b="b" l="l" r="r" t="t"/>
              <a:pathLst>
                <a:path extrusionOk="0" h="573" w="493">
                  <a:moveTo>
                    <a:pt x="61" y="1"/>
                  </a:moveTo>
                  <a:cubicBezTo>
                    <a:pt x="42" y="1"/>
                    <a:pt x="21" y="2"/>
                    <a:pt x="1" y="8"/>
                  </a:cubicBezTo>
                  <a:cubicBezTo>
                    <a:pt x="117" y="34"/>
                    <a:pt x="204" y="141"/>
                    <a:pt x="204" y="264"/>
                  </a:cubicBezTo>
                  <a:lnTo>
                    <a:pt x="204" y="307"/>
                  </a:lnTo>
                  <a:cubicBezTo>
                    <a:pt x="204" y="433"/>
                    <a:pt x="117" y="538"/>
                    <a:pt x="1" y="565"/>
                  </a:cubicBezTo>
                  <a:cubicBezTo>
                    <a:pt x="21" y="571"/>
                    <a:pt x="40" y="572"/>
                    <a:pt x="61" y="572"/>
                  </a:cubicBezTo>
                  <a:lnTo>
                    <a:pt x="228" y="572"/>
                  </a:lnTo>
                  <a:cubicBezTo>
                    <a:pt x="375" y="572"/>
                    <a:pt x="493" y="454"/>
                    <a:pt x="493" y="307"/>
                  </a:cubicBezTo>
                  <a:lnTo>
                    <a:pt x="493" y="264"/>
                  </a:lnTo>
                  <a:cubicBezTo>
                    <a:pt x="493" y="119"/>
                    <a:pt x="375" y="1"/>
                    <a:pt x="228"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125" name="Google Shape;2125;p12"/>
            <p:cNvSpPr/>
            <p:nvPr/>
          </p:nvSpPr>
          <p:spPr>
            <a:xfrm>
              <a:off x="6188465" y="2963906"/>
              <a:ext cx="28828" cy="40014"/>
            </a:xfrm>
            <a:custGeom>
              <a:rect b="b" l="l" r="r" t="t"/>
              <a:pathLst>
                <a:path extrusionOk="0" h="1127" w="812">
                  <a:moveTo>
                    <a:pt x="345" y="1"/>
                  </a:moveTo>
                  <a:lnTo>
                    <a:pt x="345" y="1"/>
                  </a:lnTo>
                  <a:cubicBezTo>
                    <a:pt x="413" y="94"/>
                    <a:pt x="452" y="208"/>
                    <a:pt x="452" y="332"/>
                  </a:cubicBezTo>
                  <a:cubicBezTo>
                    <a:pt x="452" y="605"/>
                    <a:pt x="258" y="834"/>
                    <a:pt x="0" y="887"/>
                  </a:cubicBezTo>
                  <a:lnTo>
                    <a:pt x="0" y="1126"/>
                  </a:lnTo>
                  <a:lnTo>
                    <a:pt x="243" y="1126"/>
                  </a:lnTo>
                  <a:cubicBezTo>
                    <a:pt x="558" y="1126"/>
                    <a:pt x="812" y="872"/>
                    <a:pt x="812" y="558"/>
                  </a:cubicBezTo>
                  <a:cubicBezTo>
                    <a:pt x="812" y="402"/>
                    <a:pt x="748" y="260"/>
                    <a:pt x="645" y="158"/>
                  </a:cubicBezTo>
                  <a:cubicBezTo>
                    <a:pt x="566" y="79"/>
                    <a:pt x="461" y="23"/>
                    <a:pt x="345"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2126" name="Google Shape;2126;p12"/>
          <p:cNvGrpSpPr/>
          <p:nvPr/>
        </p:nvGrpSpPr>
        <p:grpSpPr>
          <a:xfrm>
            <a:off x="5434775" y="1925276"/>
            <a:ext cx="234643" cy="327001"/>
            <a:chOff x="5425775" y="2831051"/>
            <a:chExt cx="234643" cy="327001"/>
          </a:xfrm>
        </p:grpSpPr>
        <p:sp>
          <p:nvSpPr>
            <p:cNvPr id="2127" name="Google Shape;2127;p12"/>
            <p:cNvSpPr/>
            <p:nvPr/>
          </p:nvSpPr>
          <p:spPr>
            <a:xfrm>
              <a:off x="5425775" y="2837335"/>
              <a:ext cx="234636" cy="320717"/>
            </a:xfrm>
            <a:custGeom>
              <a:rect b="b" l="l" r="r" t="t"/>
              <a:pathLst>
                <a:path extrusionOk="0" h="9033" w="6609">
                  <a:moveTo>
                    <a:pt x="154" y="0"/>
                  </a:moveTo>
                  <a:cubicBezTo>
                    <a:pt x="69" y="0"/>
                    <a:pt x="0" y="69"/>
                    <a:pt x="0" y="155"/>
                  </a:cubicBezTo>
                  <a:lnTo>
                    <a:pt x="0" y="8877"/>
                  </a:lnTo>
                  <a:cubicBezTo>
                    <a:pt x="0" y="8962"/>
                    <a:pt x="68" y="9033"/>
                    <a:pt x="154" y="9033"/>
                  </a:cubicBezTo>
                  <a:lnTo>
                    <a:pt x="5054" y="9033"/>
                  </a:lnTo>
                  <a:lnTo>
                    <a:pt x="6608" y="7591"/>
                  </a:lnTo>
                  <a:lnTo>
                    <a:pt x="6608" y="155"/>
                  </a:lnTo>
                  <a:cubicBezTo>
                    <a:pt x="6608" y="71"/>
                    <a:pt x="6541" y="0"/>
                    <a:pt x="6454" y="0"/>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128" name="Google Shape;2128;p12"/>
            <p:cNvSpPr/>
            <p:nvPr/>
          </p:nvSpPr>
          <p:spPr>
            <a:xfrm>
              <a:off x="5641708" y="2831051"/>
              <a:ext cx="18710" cy="287981"/>
            </a:xfrm>
            <a:custGeom>
              <a:rect b="b" l="l" r="r" t="t"/>
              <a:pathLst>
                <a:path extrusionOk="0" h="8111" w="527">
                  <a:moveTo>
                    <a:pt x="1" y="0"/>
                  </a:moveTo>
                  <a:cubicBezTo>
                    <a:pt x="86" y="0"/>
                    <a:pt x="156" y="68"/>
                    <a:pt x="156" y="154"/>
                  </a:cubicBezTo>
                  <a:lnTo>
                    <a:pt x="156" y="8110"/>
                  </a:lnTo>
                  <a:lnTo>
                    <a:pt x="526" y="7766"/>
                  </a:lnTo>
                  <a:lnTo>
                    <a:pt x="526" y="154"/>
                  </a:lnTo>
                  <a:cubicBezTo>
                    <a:pt x="526" y="69"/>
                    <a:pt x="456" y="0"/>
                    <a:pt x="372"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129" name="Google Shape;2129;p12"/>
            <p:cNvSpPr/>
            <p:nvPr/>
          </p:nvSpPr>
          <p:spPr>
            <a:xfrm>
              <a:off x="5453645" y="2895100"/>
              <a:ext cx="80378" cy="80419"/>
            </a:xfrm>
            <a:custGeom>
              <a:rect b="b" l="l" r="r" t="t"/>
              <a:pathLst>
                <a:path extrusionOk="0" h="2265" w="2264">
                  <a:moveTo>
                    <a:pt x="1132" y="1"/>
                  </a:moveTo>
                  <a:cubicBezTo>
                    <a:pt x="507" y="1"/>
                    <a:pt x="1" y="509"/>
                    <a:pt x="1" y="1133"/>
                  </a:cubicBezTo>
                  <a:cubicBezTo>
                    <a:pt x="1" y="1758"/>
                    <a:pt x="507" y="2264"/>
                    <a:pt x="1132" y="2264"/>
                  </a:cubicBezTo>
                  <a:cubicBezTo>
                    <a:pt x="1756" y="2264"/>
                    <a:pt x="2263" y="1758"/>
                    <a:pt x="2263" y="1133"/>
                  </a:cubicBezTo>
                  <a:cubicBezTo>
                    <a:pt x="2263" y="509"/>
                    <a:pt x="1756" y="1"/>
                    <a:pt x="1132" y="1"/>
                  </a:cubicBezTo>
                  <a:close/>
                </a:path>
              </a:pathLst>
            </a:cu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130" name="Google Shape;2130;p12"/>
            <p:cNvSpPr/>
            <p:nvPr/>
          </p:nvSpPr>
          <p:spPr>
            <a:xfrm>
              <a:off x="5453645" y="3005091"/>
              <a:ext cx="80378" cy="80419"/>
            </a:xfrm>
            <a:custGeom>
              <a:rect b="b" l="l" r="r" t="t"/>
              <a:pathLst>
                <a:path extrusionOk="0" h="2265" w="2264">
                  <a:moveTo>
                    <a:pt x="1132" y="1"/>
                  </a:moveTo>
                  <a:cubicBezTo>
                    <a:pt x="507" y="1"/>
                    <a:pt x="1" y="507"/>
                    <a:pt x="1" y="1132"/>
                  </a:cubicBezTo>
                  <a:cubicBezTo>
                    <a:pt x="1" y="1756"/>
                    <a:pt x="507" y="2264"/>
                    <a:pt x="1132" y="2264"/>
                  </a:cubicBezTo>
                  <a:cubicBezTo>
                    <a:pt x="1756" y="2264"/>
                    <a:pt x="2263" y="1756"/>
                    <a:pt x="2263" y="1132"/>
                  </a:cubicBezTo>
                  <a:cubicBezTo>
                    <a:pt x="2263" y="507"/>
                    <a:pt x="1756" y="1"/>
                    <a:pt x="1132" y="1"/>
                  </a:cubicBezTo>
                  <a:close/>
                </a:path>
              </a:pathLst>
            </a:cu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131" name="Google Shape;2131;p12"/>
            <p:cNvSpPr/>
            <p:nvPr/>
          </p:nvSpPr>
          <p:spPr>
            <a:xfrm>
              <a:off x="5468734" y="2897195"/>
              <a:ext cx="65289" cy="78324"/>
            </a:xfrm>
            <a:custGeom>
              <a:rect b="b" l="l" r="r" t="t"/>
              <a:pathLst>
                <a:path extrusionOk="0" h="2206" w="1839">
                  <a:moveTo>
                    <a:pt x="1061" y="1"/>
                  </a:moveTo>
                  <a:lnTo>
                    <a:pt x="1061" y="1"/>
                  </a:lnTo>
                  <a:cubicBezTo>
                    <a:pt x="1319" y="206"/>
                    <a:pt x="1484" y="526"/>
                    <a:pt x="1484" y="881"/>
                  </a:cubicBezTo>
                  <a:cubicBezTo>
                    <a:pt x="1484" y="1507"/>
                    <a:pt x="977" y="2012"/>
                    <a:pt x="353" y="2012"/>
                  </a:cubicBezTo>
                  <a:cubicBezTo>
                    <a:pt x="231" y="2012"/>
                    <a:pt x="111" y="1994"/>
                    <a:pt x="0" y="1958"/>
                  </a:cubicBezTo>
                  <a:lnTo>
                    <a:pt x="0" y="1958"/>
                  </a:lnTo>
                  <a:cubicBezTo>
                    <a:pt x="193" y="2112"/>
                    <a:pt x="439" y="2205"/>
                    <a:pt x="707" y="2205"/>
                  </a:cubicBezTo>
                  <a:cubicBezTo>
                    <a:pt x="1333" y="2205"/>
                    <a:pt x="1838" y="1699"/>
                    <a:pt x="1838" y="1074"/>
                  </a:cubicBezTo>
                  <a:cubicBezTo>
                    <a:pt x="1838" y="572"/>
                    <a:pt x="1511" y="147"/>
                    <a:pt x="1061"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132" name="Google Shape;2132;p12"/>
            <p:cNvSpPr/>
            <p:nvPr/>
          </p:nvSpPr>
          <p:spPr>
            <a:xfrm>
              <a:off x="5468663" y="3007079"/>
              <a:ext cx="65360" cy="78431"/>
            </a:xfrm>
            <a:custGeom>
              <a:rect b="b" l="l" r="r" t="t"/>
              <a:pathLst>
                <a:path extrusionOk="0" h="2209" w="1841">
                  <a:moveTo>
                    <a:pt x="1062" y="1"/>
                  </a:moveTo>
                  <a:cubicBezTo>
                    <a:pt x="1319" y="208"/>
                    <a:pt x="1485" y="526"/>
                    <a:pt x="1485" y="882"/>
                  </a:cubicBezTo>
                  <a:cubicBezTo>
                    <a:pt x="1485" y="1506"/>
                    <a:pt x="977" y="2014"/>
                    <a:pt x="354" y="2014"/>
                  </a:cubicBezTo>
                  <a:cubicBezTo>
                    <a:pt x="231" y="2014"/>
                    <a:pt x="112" y="1994"/>
                    <a:pt x="1" y="1958"/>
                  </a:cubicBezTo>
                  <a:lnTo>
                    <a:pt x="1" y="1958"/>
                  </a:lnTo>
                  <a:cubicBezTo>
                    <a:pt x="195" y="2115"/>
                    <a:pt x="441" y="2208"/>
                    <a:pt x="709" y="2208"/>
                  </a:cubicBezTo>
                  <a:cubicBezTo>
                    <a:pt x="1335" y="2208"/>
                    <a:pt x="1840" y="1700"/>
                    <a:pt x="1840" y="1076"/>
                  </a:cubicBezTo>
                  <a:cubicBezTo>
                    <a:pt x="1840" y="575"/>
                    <a:pt x="1513" y="151"/>
                    <a:pt x="1062"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133" name="Google Shape;2133;p12"/>
            <p:cNvSpPr/>
            <p:nvPr/>
          </p:nvSpPr>
          <p:spPr>
            <a:xfrm>
              <a:off x="5425775" y="2831051"/>
              <a:ext cx="234636" cy="42677"/>
            </a:xfrm>
            <a:custGeom>
              <a:rect b="b" l="l" r="r" t="t"/>
              <a:pathLst>
                <a:path extrusionOk="0" h="1202" w="6609">
                  <a:moveTo>
                    <a:pt x="154" y="0"/>
                  </a:moveTo>
                  <a:cubicBezTo>
                    <a:pt x="69" y="0"/>
                    <a:pt x="0" y="68"/>
                    <a:pt x="0" y="154"/>
                  </a:cubicBezTo>
                  <a:lnTo>
                    <a:pt x="0" y="1202"/>
                  </a:lnTo>
                  <a:lnTo>
                    <a:pt x="6608" y="1202"/>
                  </a:lnTo>
                  <a:lnTo>
                    <a:pt x="6608" y="154"/>
                  </a:lnTo>
                  <a:cubicBezTo>
                    <a:pt x="6608" y="69"/>
                    <a:pt x="6538" y="0"/>
                    <a:pt x="6454" y="0"/>
                  </a:cubicBez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134" name="Google Shape;2134;p12"/>
            <p:cNvSpPr/>
            <p:nvPr/>
          </p:nvSpPr>
          <p:spPr>
            <a:xfrm>
              <a:off x="5641708" y="2831051"/>
              <a:ext cx="18710" cy="42677"/>
            </a:xfrm>
            <a:custGeom>
              <a:rect b="b" l="l" r="r" t="t"/>
              <a:pathLst>
                <a:path extrusionOk="0" h="1202" w="527">
                  <a:moveTo>
                    <a:pt x="1" y="0"/>
                  </a:moveTo>
                  <a:cubicBezTo>
                    <a:pt x="86" y="0"/>
                    <a:pt x="156" y="68"/>
                    <a:pt x="156" y="154"/>
                  </a:cubicBezTo>
                  <a:lnTo>
                    <a:pt x="156" y="1202"/>
                  </a:lnTo>
                  <a:lnTo>
                    <a:pt x="526" y="1202"/>
                  </a:lnTo>
                  <a:lnTo>
                    <a:pt x="526" y="154"/>
                  </a:lnTo>
                  <a:cubicBezTo>
                    <a:pt x="526" y="69"/>
                    <a:pt x="456" y="0"/>
                    <a:pt x="372"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135" name="Google Shape;2135;p12"/>
            <p:cNvSpPr/>
            <p:nvPr/>
          </p:nvSpPr>
          <p:spPr>
            <a:xfrm>
              <a:off x="5605210" y="3106774"/>
              <a:ext cx="55206" cy="51269"/>
            </a:xfrm>
            <a:custGeom>
              <a:rect b="b" l="l" r="r" t="t"/>
              <a:pathLst>
                <a:path extrusionOk="0" h="1444" w="1555">
                  <a:moveTo>
                    <a:pt x="223" y="0"/>
                  </a:moveTo>
                  <a:cubicBezTo>
                    <a:pt x="99" y="0"/>
                    <a:pt x="0" y="101"/>
                    <a:pt x="0" y="223"/>
                  </a:cubicBezTo>
                  <a:lnTo>
                    <a:pt x="0" y="1444"/>
                  </a:lnTo>
                  <a:lnTo>
                    <a:pt x="1554" y="0"/>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136" name="Google Shape;2136;p12"/>
            <p:cNvSpPr/>
            <p:nvPr/>
          </p:nvSpPr>
          <p:spPr>
            <a:xfrm>
              <a:off x="5605139" y="3106809"/>
              <a:ext cx="55277" cy="12498"/>
            </a:xfrm>
            <a:custGeom>
              <a:rect b="b" l="l" r="r" t="t"/>
              <a:pathLst>
                <a:path extrusionOk="0" h="352" w="1557">
                  <a:moveTo>
                    <a:pt x="222" y="1"/>
                  </a:moveTo>
                  <a:cubicBezTo>
                    <a:pt x="100" y="1"/>
                    <a:pt x="1" y="100"/>
                    <a:pt x="1" y="222"/>
                  </a:cubicBezTo>
                  <a:lnTo>
                    <a:pt x="1" y="352"/>
                  </a:lnTo>
                  <a:cubicBezTo>
                    <a:pt x="18" y="349"/>
                    <a:pt x="35" y="346"/>
                    <a:pt x="52" y="346"/>
                  </a:cubicBezTo>
                  <a:lnTo>
                    <a:pt x="1183" y="346"/>
                  </a:lnTo>
                  <a:lnTo>
                    <a:pt x="1556" y="1"/>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137" name="Google Shape;2137;p12"/>
            <p:cNvSpPr/>
            <p:nvPr/>
          </p:nvSpPr>
          <p:spPr>
            <a:xfrm>
              <a:off x="5473598" y="2911893"/>
              <a:ext cx="40366" cy="46902"/>
            </a:xfrm>
            <a:custGeom>
              <a:rect b="b" l="l" r="r" t="t"/>
              <a:pathLst>
                <a:path extrusionOk="0" h="1321" w="1137">
                  <a:moveTo>
                    <a:pt x="571" y="489"/>
                  </a:moveTo>
                  <a:lnTo>
                    <a:pt x="684" y="785"/>
                  </a:lnTo>
                  <a:lnTo>
                    <a:pt x="459" y="785"/>
                  </a:lnTo>
                  <a:lnTo>
                    <a:pt x="571" y="489"/>
                  </a:lnTo>
                  <a:close/>
                  <a:moveTo>
                    <a:pt x="570" y="1"/>
                  </a:moveTo>
                  <a:cubicBezTo>
                    <a:pt x="504" y="1"/>
                    <a:pt x="443" y="41"/>
                    <a:pt x="419" y="102"/>
                  </a:cubicBezTo>
                  <a:cubicBezTo>
                    <a:pt x="419" y="105"/>
                    <a:pt x="419" y="105"/>
                    <a:pt x="417" y="106"/>
                  </a:cubicBezTo>
                  <a:lnTo>
                    <a:pt x="26" y="1131"/>
                  </a:lnTo>
                  <a:cubicBezTo>
                    <a:pt x="0" y="1203"/>
                    <a:pt x="36" y="1285"/>
                    <a:pt x="108" y="1311"/>
                  </a:cubicBezTo>
                  <a:cubicBezTo>
                    <a:pt x="124" y="1317"/>
                    <a:pt x="141" y="1320"/>
                    <a:pt x="157" y="1320"/>
                  </a:cubicBezTo>
                  <a:cubicBezTo>
                    <a:pt x="213" y="1320"/>
                    <a:pt x="266" y="1286"/>
                    <a:pt x="288" y="1230"/>
                  </a:cubicBezTo>
                  <a:lnTo>
                    <a:pt x="350" y="1064"/>
                  </a:lnTo>
                  <a:lnTo>
                    <a:pt x="786" y="1064"/>
                  </a:lnTo>
                  <a:lnTo>
                    <a:pt x="849" y="1230"/>
                  </a:lnTo>
                  <a:cubicBezTo>
                    <a:pt x="871" y="1286"/>
                    <a:pt x="923" y="1321"/>
                    <a:pt x="979" y="1321"/>
                  </a:cubicBezTo>
                  <a:cubicBezTo>
                    <a:pt x="994" y="1321"/>
                    <a:pt x="1010" y="1316"/>
                    <a:pt x="1028" y="1311"/>
                  </a:cubicBezTo>
                  <a:cubicBezTo>
                    <a:pt x="1101" y="1282"/>
                    <a:pt x="1137" y="1201"/>
                    <a:pt x="1110" y="1131"/>
                  </a:cubicBezTo>
                  <a:lnTo>
                    <a:pt x="722" y="106"/>
                  </a:lnTo>
                  <a:cubicBezTo>
                    <a:pt x="722" y="105"/>
                    <a:pt x="721" y="105"/>
                    <a:pt x="721" y="102"/>
                  </a:cubicBezTo>
                  <a:cubicBezTo>
                    <a:pt x="695" y="41"/>
                    <a:pt x="636" y="1"/>
                    <a:pt x="570"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138" name="Google Shape;2138;p12"/>
            <p:cNvSpPr/>
            <p:nvPr/>
          </p:nvSpPr>
          <p:spPr>
            <a:xfrm>
              <a:off x="5477681" y="3021919"/>
              <a:ext cx="32449" cy="46760"/>
            </a:xfrm>
            <a:custGeom>
              <a:rect b="b" l="l" r="r" t="t"/>
              <a:pathLst>
                <a:path extrusionOk="0" h="1317" w="914">
                  <a:moveTo>
                    <a:pt x="439" y="277"/>
                  </a:moveTo>
                  <a:cubicBezTo>
                    <a:pt x="495" y="277"/>
                    <a:pt x="540" y="323"/>
                    <a:pt x="540" y="377"/>
                  </a:cubicBezTo>
                  <a:cubicBezTo>
                    <a:pt x="540" y="433"/>
                    <a:pt x="495" y="478"/>
                    <a:pt x="439" y="478"/>
                  </a:cubicBezTo>
                  <a:lnTo>
                    <a:pt x="275" y="478"/>
                  </a:lnTo>
                  <a:lnTo>
                    <a:pt x="275" y="277"/>
                  </a:lnTo>
                  <a:close/>
                  <a:moveTo>
                    <a:pt x="492" y="756"/>
                  </a:moveTo>
                  <a:cubicBezTo>
                    <a:pt x="570" y="756"/>
                    <a:pt x="633" y="819"/>
                    <a:pt x="633" y="895"/>
                  </a:cubicBezTo>
                  <a:cubicBezTo>
                    <a:pt x="633" y="973"/>
                    <a:pt x="570" y="1038"/>
                    <a:pt x="492" y="1038"/>
                  </a:cubicBezTo>
                  <a:lnTo>
                    <a:pt x="277" y="1038"/>
                  </a:lnTo>
                  <a:lnTo>
                    <a:pt x="277" y="756"/>
                  </a:lnTo>
                  <a:close/>
                  <a:moveTo>
                    <a:pt x="138" y="0"/>
                  </a:moveTo>
                  <a:cubicBezTo>
                    <a:pt x="61" y="0"/>
                    <a:pt x="0" y="64"/>
                    <a:pt x="0" y="138"/>
                  </a:cubicBezTo>
                  <a:lnTo>
                    <a:pt x="0" y="618"/>
                  </a:lnTo>
                  <a:lnTo>
                    <a:pt x="0" y="1179"/>
                  </a:lnTo>
                  <a:cubicBezTo>
                    <a:pt x="0" y="1216"/>
                    <a:pt x="15" y="1251"/>
                    <a:pt x="41" y="1277"/>
                  </a:cubicBezTo>
                  <a:cubicBezTo>
                    <a:pt x="66" y="1303"/>
                    <a:pt x="102" y="1317"/>
                    <a:pt x="140" y="1317"/>
                  </a:cubicBezTo>
                  <a:cubicBezTo>
                    <a:pt x="140" y="1317"/>
                    <a:pt x="418" y="1315"/>
                    <a:pt x="495" y="1315"/>
                  </a:cubicBezTo>
                  <a:cubicBezTo>
                    <a:pt x="724" y="1315"/>
                    <a:pt x="914" y="1126"/>
                    <a:pt x="914" y="895"/>
                  </a:cubicBezTo>
                  <a:cubicBezTo>
                    <a:pt x="913" y="769"/>
                    <a:pt x="852" y="654"/>
                    <a:pt x="760" y="576"/>
                  </a:cubicBezTo>
                  <a:cubicBezTo>
                    <a:pt x="796" y="518"/>
                    <a:pt x="819" y="449"/>
                    <a:pt x="819" y="377"/>
                  </a:cubicBezTo>
                  <a:cubicBezTo>
                    <a:pt x="819" y="169"/>
                    <a:pt x="649" y="0"/>
                    <a:pt x="441"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139" name="Google Shape;2139;p12"/>
            <p:cNvSpPr/>
            <p:nvPr/>
          </p:nvSpPr>
          <p:spPr>
            <a:xfrm>
              <a:off x="5549363" y="2912284"/>
              <a:ext cx="54745" cy="9835"/>
            </a:xfrm>
            <a:custGeom>
              <a:rect b="b" l="l" r="r" t="t"/>
              <a:pathLst>
                <a:path extrusionOk="0" h="277" w="1542">
                  <a:moveTo>
                    <a:pt x="140" y="0"/>
                  </a:moveTo>
                  <a:cubicBezTo>
                    <a:pt x="64" y="0"/>
                    <a:pt x="0" y="60"/>
                    <a:pt x="0" y="138"/>
                  </a:cubicBezTo>
                  <a:cubicBezTo>
                    <a:pt x="0" y="213"/>
                    <a:pt x="62" y="276"/>
                    <a:pt x="140" y="276"/>
                  </a:cubicBezTo>
                  <a:lnTo>
                    <a:pt x="1402" y="276"/>
                  </a:lnTo>
                  <a:cubicBezTo>
                    <a:pt x="1478" y="276"/>
                    <a:pt x="1541" y="216"/>
                    <a:pt x="1541" y="138"/>
                  </a:cubicBezTo>
                  <a:cubicBezTo>
                    <a:pt x="1541" y="62"/>
                    <a:pt x="1480" y="0"/>
                    <a:pt x="1402"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140" name="Google Shape;2140;p12"/>
            <p:cNvSpPr/>
            <p:nvPr/>
          </p:nvSpPr>
          <p:spPr>
            <a:xfrm>
              <a:off x="5549363" y="2931669"/>
              <a:ext cx="88011" cy="9870"/>
            </a:xfrm>
            <a:custGeom>
              <a:rect b="b" l="l" r="r" t="t"/>
              <a:pathLst>
                <a:path extrusionOk="0" h="278" w="2479">
                  <a:moveTo>
                    <a:pt x="140" y="1"/>
                  </a:moveTo>
                  <a:cubicBezTo>
                    <a:pt x="64" y="1"/>
                    <a:pt x="0" y="61"/>
                    <a:pt x="0" y="139"/>
                  </a:cubicBezTo>
                  <a:cubicBezTo>
                    <a:pt x="0" y="214"/>
                    <a:pt x="62" y="277"/>
                    <a:pt x="140" y="277"/>
                  </a:cubicBezTo>
                  <a:lnTo>
                    <a:pt x="2339" y="277"/>
                  </a:lnTo>
                  <a:cubicBezTo>
                    <a:pt x="2416" y="277"/>
                    <a:pt x="2478" y="217"/>
                    <a:pt x="2478" y="139"/>
                  </a:cubicBezTo>
                  <a:cubicBezTo>
                    <a:pt x="2478" y="63"/>
                    <a:pt x="2416" y="1"/>
                    <a:pt x="2339"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141" name="Google Shape;2141;p12"/>
            <p:cNvSpPr/>
            <p:nvPr/>
          </p:nvSpPr>
          <p:spPr>
            <a:xfrm>
              <a:off x="5549363" y="2951089"/>
              <a:ext cx="88011" cy="9870"/>
            </a:xfrm>
            <a:custGeom>
              <a:rect b="b" l="l" r="r" t="t"/>
              <a:pathLst>
                <a:path extrusionOk="0" h="278" w="2479">
                  <a:moveTo>
                    <a:pt x="140" y="1"/>
                  </a:moveTo>
                  <a:cubicBezTo>
                    <a:pt x="64" y="1"/>
                    <a:pt x="0" y="61"/>
                    <a:pt x="0" y="139"/>
                  </a:cubicBezTo>
                  <a:cubicBezTo>
                    <a:pt x="0" y="214"/>
                    <a:pt x="62" y="277"/>
                    <a:pt x="140" y="277"/>
                  </a:cubicBezTo>
                  <a:lnTo>
                    <a:pt x="2339" y="277"/>
                  </a:lnTo>
                  <a:cubicBezTo>
                    <a:pt x="2416" y="277"/>
                    <a:pt x="2478" y="217"/>
                    <a:pt x="2478" y="139"/>
                  </a:cubicBezTo>
                  <a:cubicBezTo>
                    <a:pt x="2478" y="63"/>
                    <a:pt x="2416" y="1"/>
                    <a:pt x="2339"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142" name="Google Shape;2142;p12"/>
            <p:cNvSpPr/>
            <p:nvPr/>
          </p:nvSpPr>
          <p:spPr>
            <a:xfrm>
              <a:off x="5549363" y="2970545"/>
              <a:ext cx="88011" cy="9870"/>
            </a:xfrm>
            <a:custGeom>
              <a:rect b="b" l="l" r="r" t="t"/>
              <a:pathLst>
                <a:path extrusionOk="0" h="278" w="2479">
                  <a:moveTo>
                    <a:pt x="140" y="1"/>
                  </a:moveTo>
                  <a:cubicBezTo>
                    <a:pt x="64" y="1"/>
                    <a:pt x="0" y="61"/>
                    <a:pt x="0" y="139"/>
                  </a:cubicBezTo>
                  <a:cubicBezTo>
                    <a:pt x="0" y="215"/>
                    <a:pt x="62" y="277"/>
                    <a:pt x="140" y="277"/>
                  </a:cubicBezTo>
                  <a:lnTo>
                    <a:pt x="2339" y="277"/>
                  </a:lnTo>
                  <a:cubicBezTo>
                    <a:pt x="2416" y="277"/>
                    <a:pt x="2478" y="215"/>
                    <a:pt x="2478" y="139"/>
                  </a:cubicBezTo>
                  <a:cubicBezTo>
                    <a:pt x="2478" y="64"/>
                    <a:pt x="2416" y="1"/>
                    <a:pt x="2339"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143" name="Google Shape;2143;p12"/>
            <p:cNvSpPr/>
            <p:nvPr/>
          </p:nvSpPr>
          <p:spPr>
            <a:xfrm>
              <a:off x="5549363" y="3022274"/>
              <a:ext cx="54745" cy="9906"/>
            </a:xfrm>
            <a:custGeom>
              <a:rect b="b" l="l" r="r" t="t"/>
              <a:pathLst>
                <a:path extrusionOk="0" h="279" w="1542">
                  <a:moveTo>
                    <a:pt x="140" y="0"/>
                  </a:moveTo>
                  <a:cubicBezTo>
                    <a:pt x="64" y="0"/>
                    <a:pt x="0" y="64"/>
                    <a:pt x="0" y="140"/>
                  </a:cubicBezTo>
                  <a:cubicBezTo>
                    <a:pt x="0" y="215"/>
                    <a:pt x="62" y="278"/>
                    <a:pt x="140" y="278"/>
                  </a:cubicBezTo>
                  <a:lnTo>
                    <a:pt x="1402" y="278"/>
                  </a:lnTo>
                  <a:cubicBezTo>
                    <a:pt x="1478" y="278"/>
                    <a:pt x="1541" y="215"/>
                    <a:pt x="1541" y="140"/>
                  </a:cubicBezTo>
                  <a:cubicBezTo>
                    <a:pt x="1541" y="64"/>
                    <a:pt x="1480" y="0"/>
                    <a:pt x="1402"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144" name="Google Shape;2144;p12"/>
            <p:cNvSpPr/>
            <p:nvPr/>
          </p:nvSpPr>
          <p:spPr>
            <a:xfrm>
              <a:off x="5549363" y="3041695"/>
              <a:ext cx="88011" cy="9870"/>
            </a:xfrm>
            <a:custGeom>
              <a:rect b="b" l="l" r="r" t="t"/>
              <a:pathLst>
                <a:path extrusionOk="0" h="278" w="2479">
                  <a:moveTo>
                    <a:pt x="140" y="0"/>
                  </a:moveTo>
                  <a:cubicBezTo>
                    <a:pt x="64" y="0"/>
                    <a:pt x="0" y="62"/>
                    <a:pt x="0" y="140"/>
                  </a:cubicBezTo>
                  <a:cubicBezTo>
                    <a:pt x="0" y="215"/>
                    <a:pt x="62" y="278"/>
                    <a:pt x="140" y="278"/>
                  </a:cubicBezTo>
                  <a:lnTo>
                    <a:pt x="2339" y="278"/>
                  </a:lnTo>
                  <a:cubicBezTo>
                    <a:pt x="2416" y="278"/>
                    <a:pt x="2478" y="215"/>
                    <a:pt x="2478" y="140"/>
                  </a:cubicBezTo>
                  <a:cubicBezTo>
                    <a:pt x="2478" y="63"/>
                    <a:pt x="2416" y="0"/>
                    <a:pt x="2339"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145" name="Google Shape;2145;p12"/>
            <p:cNvSpPr/>
            <p:nvPr/>
          </p:nvSpPr>
          <p:spPr>
            <a:xfrm>
              <a:off x="5549363" y="3061080"/>
              <a:ext cx="88011" cy="9906"/>
            </a:xfrm>
            <a:custGeom>
              <a:rect b="b" l="l" r="r" t="t"/>
              <a:pathLst>
                <a:path extrusionOk="0" h="279" w="2479">
                  <a:moveTo>
                    <a:pt x="140" y="1"/>
                  </a:moveTo>
                  <a:cubicBezTo>
                    <a:pt x="64" y="1"/>
                    <a:pt x="0" y="63"/>
                    <a:pt x="0" y="141"/>
                  </a:cubicBezTo>
                  <a:cubicBezTo>
                    <a:pt x="0" y="215"/>
                    <a:pt x="62" y="279"/>
                    <a:pt x="140" y="279"/>
                  </a:cubicBezTo>
                  <a:lnTo>
                    <a:pt x="2339" y="279"/>
                  </a:lnTo>
                  <a:cubicBezTo>
                    <a:pt x="2416" y="279"/>
                    <a:pt x="2478" y="215"/>
                    <a:pt x="2478" y="141"/>
                  </a:cubicBezTo>
                  <a:cubicBezTo>
                    <a:pt x="2478" y="64"/>
                    <a:pt x="2416" y="1"/>
                    <a:pt x="2339"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146" name="Google Shape;2146;p12"/>
            <p:cNvSpPr/>
            <p:nvPr/>
          </p:nvSpPr>
          <p:spPr>
            <a:xfrm>
              <a:off x="5549363" y="3080501"/>
              <a:ext cx="88011" cy="9906"/>
            </a:xfrm>
            <a:custGeom>
              <a:rect b="b" l="l" r="r" t="t"/>
              <a:pathLst>
                <a:path extrusionOk="0" h="279" w="2479">
                  <a:moveTo>
                    <a:pt x="140" y="1"/>
                  </a:moveTo>
                  <a:cubicBezTo>
                    <a:pt x="64" y="1"/>
                    <a:pt x="0" y="64"/>
                    <a:pt x="0" y="140"/>
                  </a:cubicBezTo>
                  <a:cubicBezTo>
                    <a:pt x="0" y="215"/>
                    <a:pt x="62" y="279"/>
                    <a:pt x="140" y="279"/>
                  </a:cubicBezTo>
                  <a:lnTo>
                    <a:pt x="2339" y="279"/>
                  </a:lnTo>
                  <a:cubicBezTo>
                    <a:pt x="2416" y="279"/>
                    <a:pt x="2478" y="215"/>
                    <a:pt x="2478" y="140"/>
                  </a:cubicBezTo>
                  <a:cubicBezTo>
                    <a:pt x="2478" y="64"/>
                    <a:pt x="2416" y="1"/>
                    <a:pt x="2339"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2147" name="Google Shape;2147;p12"/>
          <p:cNvGrpSpPr/>
          <p:nvPr/>
        </p:nvGrpSpPr>
        <p:grpSpPr>
          <a:xfrm>
            <a:off x="3441248" y="1925276"/>
            <a:ext cx="308314" cy="327001"/>
            <a:chOff x="4741548" y="2831051"/>
            <a:chExt cx="308314" cy="327001"/>
          </a:xfrm>
        </p:grpSpPr>
        <p:sp>
          <p:nvSpPr>
            <p:cNvPr id="2148" name="Google Shape;2148;p12"/>
            <p:cNvSpPr/>
            <p:nvPr/>
          </p:nvSpPr>
          <p:spPr>
            <a:xfrm>
              <a:off x="4741548" y="2835524"/>
              <a:ext cx="308304" cy="322527"/>
            </a:xfrm>
            <a:custGeom>
              <a:rect b="b" l="l" r="r" t="t"/>
              <a:pathLst>
                <a:path extrusionOk="0" h="9084" w="8684">
                  <a:moveTo>
                    <a:pt x="100" y="1"/>
                  </a:moveTo>
                  <a:cubicBezTo>
                    <a:pt x="47" y="1"/>
                    <a:pt x="1" y="47"/>
                    <a:pt x="1" y="100"/>
                  </a:cubicBezTo>
                  <a:lnTo>
                    <a:pt x="1" y="8984"/>
                  </a:lnTo>
                  <a:cubicBezTo>
                    <a:pt x="1" y="9038"/>
                    <a:pt x="47" y="9084"/>
                    <a:pt x="100" y="9084"/>
                  </a:cubicBezTo>
                  <a:lnTo>
                    <a:pt x="8584" y="9084"/>
                  </a:lnTo>
                  <a:cubicBezTo>
                    <a:pt x="8639" y="9084"/>
                    <a:pt x="8684" y="9041"/>
                    <a:pt x="8684" y="8984"/>
                  </a:cubicBezTo>
                  <a:lnTo>
                    <a:pt x="8684" y="100"/>
                  </a:lnTo>
                  <a:cubicBezTo>
                    <a:pt x="8684" y="47"/>
                    <a:pt x="8639" y="1"/>
                    <a:pt x="8584" y="1"/>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149" name="Google Shape;2149;p12"/>
            <p:cNvSpPr/>
            <p:nvPr/>
          </p:nvSpPr>
          <p:spPr>
            <a:xfrm>
              <a:off x="5032785" y="2831051"/>
              <a:ext cx="17077" cy="327001"/>
            </a:xfrm>
            <a:custGeom>
              <a:rect b="b" l="l" r="r" t="t"/>
              <a:pathLst>
                <a:path extrusionOk="0" h="9210" w="481">
                  <a:moveTo>
                    <a:pt x="0" y="0"/>
                  </a:moveTo>
                  <a:cubicBezTo>
                    <a:pt x="27" y="0"/>
                    <a:pt x="52" y="10"/>
                    <a:pt x="71" y="29"/>
                  </a:cubicBezTo>
                  <a:cubicBezTo>
                    <a:pt x="88" y="46"/>
                    <a:pt x="99" y="72"/>
                    <a:pt x="99" y="98"/>
                  </a:cubicBezTo>
                  <a:lnTo>
                    <a:pt x="99" y="9110"/>
                  </a:lnTo>
                  <a:cubicBezTo>
                    <a:pt x="99" y="9164"/>
                    <a:pt x="55" y="9210"/>
                    <a:pt x="0" y="9210"/>
                  </a:cubicBezTo>
                  <a:lnTo>
                    <a:pt x="381" y="9210"/>
                  </a:lnTo>
                  <a:cubicBezTo>
                    <a:pt x="436" y="9210"/>
                    <a:pt x="481" y="9164"/>
                    <a:pt x="481" y="9110"/>
                  </a:cubicBezTo>
                  <a:lnTo>
                    <a:pt x="481" y="98"/>
                  </a:lnTo>
                  <a:cubicBezTo>
                    <a:pt x="481" y="75"/>
                    <a:pt x="472" y="53"/>
                    <a:pt x="459" y="36"/>
                  </a:cubicBezTo>
                  <a:cubicBezTo>
                    <a:pt x="456" y="33"/>
                    <a:pt x="453" y="30"/>
                    <a:pt x="452" y="29"/>
                  </a:cubicBezTo>
                  <a:cubicBezTo>
                    <a:pt x="435" y="10"/>
                    <a:pt x="409" y="0"/>
                    <a:pt x="381"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150" name="Google Shape;2150;p12"/>
            <p:cNvSpPr/>
            <p:nvPr/>
          </p:nvSpPr>
          <p:spPr>
            <a:xfrm>
              <a:off x="4741548" y="2831051"/>
              <a:ext cx="308304" cy="42748"/>
            </a:xfrm>
            <a:custGeom>
              <a:rect b="b" l="l" r="r" t="t"/>
              <a:pathLst>
                <a:path extrusionOk="0" h="1204" w="8684">
                  <a:moveTo>
                    <a:pt x="100" y="0"/>
                  </a:moveTo>
                  <a:cubicBezTo>
                    <a:pt x="47" y="0"/>
                    <a:pt x="1" y="45"/>
                    <a:pt x="1" y="98"/>
                  </a:cubicBezTo>
                  <a:lnTo>
                    <a:pt x="1" y="1203"/>
                  </a:lnTo>
                  <a:lnTo>
                    <a:pt x="8684" y="1203"/>
                  </a:lnTo>
                  <a:lnTo>
                    <a:pt x="8684" y="98"/>
                  </a:lnTo>
                  <a:cubicBezTo>
                    <a:pt x="8684" y="45"/>
                    <a:pt x="8639" y="0"/>
                    <a:pt x="8584" y="0"/>
                  </a:cubicBezTo>
                  <a:close/>
                </a:path>
              </a:pathLst>
            </a:cu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151" name="Google Shape;2151;p12"/>
            <p:cNvSpPr/>
            <p:nvPr/>
          </p:nvSpPr>
          <p:spPr>
            <a:xfrm>
              <a:off x="5032785" y="2831051"/>
              <a:ext cx="17077" cy="42748"/>
            </a:xfrm>
            <a:custGeom>
              <a:rect b="b" l="l" r="r" t="t"/>
              <a:pathLst>
                <a:path extrusionOk="0" h="1204" w="481">
                  <a:moveTo>
                    <a:pt x="0" y="0"/>
                  </a:moveTo>
                  <a:cubicBezTo>
                    <a:pt x="27" y="0"/>
                    <a:pt x="52" y="10"/>
                    <a:pt x="71" y="29"/>
                  </a:cubicBezTo>
                  <a:cubicBezTo>
                    <a:pt x="88" y="46"/>
                    <a:pt x="99" y="72"/>
                    <a:pt x="99" y="98"/>
                  </a:cubicBezTo>
                  <a:lnTo>
                    <a:pt x="99" y="1203"/>
                  </a:lnTo>
                  <a:lnTo>
                    <a:pt x="481" y="1203"/>
                  </a:lnTo>
                  <a:lnTo>
                    <a:pt x="481" y="98"/>
                  </a:lnTo>
                  <a:cubicBezTo>
                    <a:pt x="481" y="75"/>
                    <a:pt x="472" y="53"/>
                    <a:pt x="459" y="36"/>
                  </a:cubicBezTo>
                  <a:cubicBezTo>
                    <a:pt x="456" y="33"/>
                    <a:pt x="453" y="30"/>
                    <a:pt x="452" y="29"/>
                  </a:cubicBezTo>
                  <a:cubicBezTo>
                    <a:pt x="435" y="10"/>
                    <a:pt x="409" y="0"/>
                    <a:pt x="381"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152" name="Google Shape;2152;p12"/>
            <p:cNvSpPr/>
            <p:nvPr/>
          </p:nvSpPr>
          <p:spPr>
            <a:xfrm>
              <a:off x="4803786" y="2900496"/>
              <a:ext cx="183903" cy="230996"/>
            </a:xfrm>
            <a:custGeom>
              <a:rect b="b" l="l" r="r" t="t"/>
              <a:pathLst>
                <a:path extrusionOk="0" h="6506" w="5180">
                  <a:moveTo>
                    <a:pt x="2590" y="0"/>
                  </a:moveTo>
                  <a:cubicBezTo>
                    <a:pt x="2552" y="0"/>
                    <a:pt x="2513" y="11"/>
                    <a:pt x="2478" y="33"/>
                  </a:cubicBezTo>
                  <a:cubicBezTo>
                    <a:pt x="2168" y="228"/>
                    <a:pt x="1238" y="775"/>
                    <a:pt x="264" y="972"/>
                  </a:cubicBezTo>
                  <a:cubicBezTo>
                    <a:pt x="167" y="991"/>
                    <a:pt x="98" y="1076"/>
                    <a:pt x="98" y="1175"/>
                  </a:cubicBezTo>
                  <a:lnTo>
                    <a:pt x="98" y="3997"/>
                  </a:lnTo>
                  <a:cubicBezTo>
                    <a:pt x="98" y="3997"/>
                    <a:pt x="0" y="5845"/>
                    <a:pt x="2591" y="6505"/>
                  </a:cubicBezTo>
                  <a:cubicBezTo>
                    <a:pt x="5179" y="5846"/>
                    <a:pt x="5080" y="3997"/>
                    <a:pt x="5080" y="3997"/>
                  </a:cubicBezTo>
                  <a:lnTo>
                    <a:pt x="5080" y="1175"/>
                  </a:lnTo>
                  <a:cubicBezTo>
                    <a:pt x="5080" y="1076"/>
                    <a:pt x="5010" y="991"/>
                    <a:pt x="4915" y="972"/>
                  </a:cubicBezTo>
                  <a:cubicBezTo>
                    <a:pt x="3942" y="775"/>
                    <a:pt x="3011" y="228"/>
                    <a:pt x="2700" y="33"/>
                  </a:cubicBezTo>
                  <a:cubicBezTo>
                    <a:pt x="2667" y="11"/>
                    <a:pt x="2629" y="0"/>
                    <a:pt x="2590" y="0"/>
                  </a:cubicBezTo>
                  <a:close/>
                </a:path>
              </a:pathLst>
            </a:cu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153" name="Google Shape;2153;p12"/>
            <p:cNvSpPr/>
            <p:nvPr/>
          </p:nvSpPr>
          <p:spPr>
            <a:xfrm>
              <a:off x="4888995" y="2900425"/>
              <a:ext cx="96141" cy="231067"/>
            </a:xfrm>
            <a:custGeom>
              <a:rect b="b" l="l" r="r" t="t"/>
              <a:pathLst>
                <a:path extrusionOk="0" h="6508" w="2708">
                  <a:moveTo>
                    <a:pt x="188" y="1"/>
                  </a:moveTo>
                  <a:cubicBezTo>
                    <a:pt x="150" y="1"/>
                    <a:pt x="112" y="12"/>
                    <a:pt x="78" y="33"/>
                  </a:cubicBezTo>
                  <a:cubicBezTo>
                    <a:pt x="55" y="48"/>
                    <a:pt x="31" y="64"/>
                    <a:pt x="1" y="81"/>
                  </a:cubicBezTo>
                  <a:cubicBezTo>
                    <a:pt x="368" y="330"/>
                    <a:pt x="1237" y="983"/>
                    <a:pt x="2143" y="1164"/>
                  </a:cubicBezTo>
                  <a:cubicBezTo>
                    <a:pt x="2240" y="1185"/>
                    <a:pt x="2309" y="1268"/>
                    <a:pt x="2309" y="1367"/>
                  </a:cubicBezTo>
                  <a:lnTo>
                    <a:pt x="2309" y="3999"/>
                  </a:lnTo>
                  <a:cubicBezTo>
                    <a:pt x="2309" y="3999"/>
                    <a:pt x="2338" y="4530"/>
                    <a:pt x="1966" y="5123"/>
                  </a:cubicBezTo>
                  <a:cubicBezTo>
                    <a:pt x="1660" y="5611"/>
                    <a:pt x="1086" y="6142"/>
                    <a:pt x="4" y="6456"/>
                  </a:cubicBezTo>
                  <a:cubicBezTo>
                    <a:pt x="63" y="6474"/>
                    <a:pt x="126" y="6490"/>
                    <a:pt x="189" y="6507"/>
                  </a:cubicBezTo>
                  <a:cubicBezTo>
                    <a:pt x="1392" y="6201"/>
                    <a:pt x="2014" y="5638"/>
                    <a:pt x="2336" y="5123"/>
                  </a:cubicBezTo>
                  <a:cubicBezTo>
                    <a:pt x="2708" y="4530"/>
                    <a:pt x="2680" y="3999"/>
                    <a:pt x="2680" y="3998"/>
                  </a:cubicBezTo>
                  <a:lnTo>
                    <a:pt x="2680" y="1173"/>
                  </a:lnTo>
                  <a:cubicBezTo>
                    <a:pt x="2680" y="1077"/>
                    <a:pt x="2611" y="992"/>
                    <a:pt x="2515" y="972"/>
                  </a:cubicBezTo>
                  <a:cubicBezTo>
                    <a:pt x="1542" y="776"/>
                    <a:pt x="611" y="229"/>
                    <a:pt x="300" y="33"/>
                  </a:cubicBezTo>
                  <a:cubicBezTo>
                    <a:pt x="265" y="12"/>
                    <a:pt x="227" y="1"/>
                    <a:pt x="188"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154" name="Google Shape;2154;p12"/>
            <p:cNvSpPr/>
            <p:nvPr/>
          </p:nvSpPr>
          <p:spPr>
            <a:xfrm>
              <a:off x="4825479" y="2925101"/>
              <a:ext cx="140377" cy="182389"/>
            </a:xfrm>
            <a:custGeom>
              <a:rect b="b" l="l" r="r" t="t"/>
              <a:pathLst>
                <a:path extrusionOk="0" h="5137" w="3954">
                  <a:moveTo>
                    <a:pt x="1977" y="1"/>
                  </a:moveTo>
                  <a:cubicBezTo>
                    <a:pt x="1948" y="1"/>
                    <a:pt x="1919" y="9"/>
                    <a:pt x="1893" y="25"/>
                  </a:cubicBezTo>
                  <a:cubicBezTo>
                    <a:pt x="1656" y="174"/>
                    <a:pt x="945" y="592"/>
                    <a:pt x="202" y="743"/>
                  </a:cubicBezTo>
                  <a:cubicBezTo>
                    <a:pt x="129" y="757"/>
                    <a:pt x="76" y="822"/>
                    <a:pt x="76" y="898"/>
                  </a:cubicBezTo>
                  <a:lnTo>
                    <a:pt x="76" y="3052"/>
                  </a:lnTo>
                  <a:cubicBezTo>
                    <a:pt x="76" y="3052"/>
                    <a:pt x="1" y="4632"/>
                    <a:pt x="1978" y="5136"/>
                  </a:cubicBezTo>
                  <a:cubicBezTo>
                    <a:pt x="3954" y="4632"/>
                    <a:pt x="3879" y="3052"/>
                    <a:pt x="3879" y="3052"/>
                  </a:cubicBezTo>
                  <a:lnTo>
                    <a:pt x="3879" y="898"/>
                  </a:lnTo>
                  <a:cubicBezTo>
                    <a:pt x="3879" y="822"/>
                    <a:pt x="3827" y="757"/>
                    <a:pt x="3753" y="743"/>
                  </a:cubicBezTo>
                  <a:cubicBezTo>
                    <a:pt x="3010" y="593"/>
                    <a:pt x="2301" y="176"/>
                    <a:pt x="2062" y="25"/>
                  </a:cubicBezTo>
                  <a:cubicBezTo>
                    <a:pt x="2036" y="9"/>
                    <a:pt x="2007" y="1"/>
                    <a:pt x="1977" y="1"/>
                  </a:cubicBez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155" name="Google Shape;2155;p12"/>
            <p:cNvSpPr/>
            <p:nvPr/>
          </p:nvSpPr>
          <p:spPr>
            <a:xfrm>
              <a:off x="4884876" y="2925030"/>
              <a:ext cx="79100" cy="182354"/>
            </a:xfrm>
            <a:custGeom>
              <a:rect b="b" l="l" r="r" t="t"/>
              <a:pathLst>
                <a:path extrusionOk="0" h="5136" w="2228">
                  <a:moveTo>
                    <a:pt x="306" y="0"/>
                  </a:moveTo>
                  <a:cubicBezTo>
                    <a:pt x="277" y="0"/>
                    <a:pt x="248" y="9"/>
                    <a:pt x="222" y="25"/>
                  </a:cubicBezTo>
                  <a:cubicBezTo>
                    <a:pt x="170" y="57"/>
                    <a:pt x="94" y="103"/>
                    <a:pt x="0" y="156"/>
                  </a:cubicBezTo>
                  <a:cubicBezTo>
                    <a:pt x="291" y="335"/>
                    <a:pt x="1026" y="866"/>
                    <a:pt x="1718" y="1004"/>
                  </a:cubicBezTo>
                  <a:cubicBezTo>
                    <a:pt x="1792" y="1018"/>
                    <a:pt x="1844" y="1083"/>
                    <a:pt x="1844" y="1158"/>
                  </a:cubicBezTo>
                  <a:lnTo>
                    <a:pt x="1844" y="3053"/>
                  </a:lnTo>
                  <a:cubicBezTo>
                    <a:pt x="1844" y="3053"/>
                    <a:pt x="1865" y="3506"/>
                    <a:pt x="1582" y="4004"/>
                  </a:cubicBezTo>
                  <a:cubicBezTo>
                    <a:pt x="1351" y="4407"/>
                    <a:pt x="923" y="4839"/>
                    <a:pt x="122" y="5085"/>
                  </a:cubicBezTo>
                  <a:cubicBezTo>
                    <a:pt x="181" y="5104"/>
                    <a:pt x="242" y="5119"/>
                    <a:pt x="304" y="5135"/>
                  </a:cubicBezTo>
                  <a:cubicBezTo>
                    <a:pt x="1222" y="4902"/>
                    <a:pt x="1697" y="4436"/>
                    <a:pt x="1943" y="4004"/>
                  </a:cubicBezTo>
                  <a:cubicBezTo>
                    <a:pt x="2228" y="3508"/>
                    <a:pt x="2206" y="3054"/>
                    <a:pt x="2208" y="3053"/>
                  </a:cubicBezTo>
                  <a:lnTo>
                    <a:pt x="2208" y="897"/>
                  </a:lnTo>
                  <a:cubicBezTo>
                    <a:pt x="2208" y="823"/>
                    <a:pt x="2156" y="758"/>
                    <a:pt x="2082" y="743"/>
                  </a:cubicBezTo>
                  <a:cubicBezTo>
                    <a:pt x="1338" y="592"/>
                    <a:pt x="629" y="175"/>
                    <a:pt x="392" y="25"/>
                  </a:cubicBezTo>
                  <a:cubicBezTo>
                    <a:pt x="365" y="9"/>
                    <a:pt x="335" y="0"/>
                    <a:pt x="306"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156" name="Google Shape;2156;p12"/>
            <p:cNvSpPr/>
            <p:nvPr/>
          </p:nvSpPr>
          <p:spPr>
            <a:xfrm>
              <a:off x="4848520" y="2969125"/>
              <a:ext cx="94366" cy="94301"/>
            </a:xfrm>
            <a:custGeom>
              <a:rect b="b" l="l" r="r" t="t"/>
              <a:pathLst>
                <a:path extrusionOk="0" h="2656" w="2658">
                  <a:moveTo>
                    <a:pt x="1073" y="1"/>
                  </a:moveTo>
                  <a:cubicBezTo>
                    <a:pt x="981" y="1"/>
                    <a:pt x="906" y="77"/>
                    <a:pt x="906" y="169"/>
                  </a:cubicBezTo>
                  <a:lnTo>
                    <a:pt x="906" y="739"/>
                  </a:lnTo>
                  <a:cubicBezTo>
                    <a:pt x="906" y="831"/>
                    <a:pt x="830" y="906"/>
                    <a:pt x="739" y="906"/>
                  </a:cubicBezTo>
                  <a:lnTo>
                    <a:pt x="168" y="906"/>
                  </a:lnTo>
                  <a:cubicBezTo>
                    <a:pt x="77" y="906"/>
                    <a:pt x="1" y="982"/>
                    <a:pt x="1" y="1073"/>
                  </a:cubicBezTo>
                  <a:lnTo>
                    <a:pt x="1" y="1584"/>
                  </a:lnTo>
                  <a:cubicBezTo>
                    <a:pt x="1" y="1676"/>
                    <a:pt x="77" y="1752"/>
                    <a:pt x="168" y="1752"/>
                  </a:cubicBezTo>
                  <a:lnTo>
                    <a:pt x="739" y="1752"/>
                  </a:lnTo>
                  <a:cubicBezTo>
                    <a:pt x="830" y="1752"/>
                    <a:pt x="906" y="1827"/>
                    <a:pt x="906" y="1919"/>
                  </a:cubicBezTo>
                  <a:lnTo>
                    <a:pt x="906" y="2489"/>
                  </a:lnTo>
                  <a:cubicBezTo>
                    <a:pt x="906" y="2581"/>
                    <a:pt x="981" y="2656"/>
                    <a:pt x="1073" y="2656"/>
                  </a:cubicBezTo>
                  <a:lnTo>
                    <a:pt x="1584" y="2656"/>
                  </a:lnTo>
                  <a:cubicBezTo>
                    <a:pt x="1676" y="2656"/>
                    <a:pt x="1751" y="2581"/>
                    <a:pt x="1751" y="2489"/>
                  </a:cubicBezTo>
                  <a:lnTo>
                    <a:pt x="1751" y="1919"/>
                  </a:lnTo>
                  <a:cubicBezTo>
                    <a:pt x="1751" y="1827"/>
                    <a:pt x="1827" y="1752"/>
                    <a:pt x="1918" y="1752"/>
                  </a:cubicBezTo>
                  <a:lnTo>
                    <a:pt x="2489" y="1752"/>
                  </a:lnTo>
                  <a:cubicBezTo>
                    <a:pt x="2580" y="1752"/>
                    <a:pt x="2656" y="1676"/>
                    <a:pt x="2656" y="1584"/>
                  </a:cubicBezTo>
                  <a:lnTo>
                    <a:pt x="2656" y="1073"/>
                  </a:lnTo>
                  <a:cubicBezTo>
                    <a:pt x="2657" y="979"/>
                    <a:pt x="2583" y="906"/>
                    <a:pt x="2491" y="906"/>
                  </a:cubicBezTo>
                  <a:lnTo>
                    <a:pt x="1919" y="906"/>
                  </a:lnTo>
                  <a:cubicBezTo>
                    <a:pt x="1827" y="906"/>
                    <a:pt x="1751" y="831"/>
                    <a:pt x="1751" y="739"/>
                  </a:cubicBezTo>
                  <a:lnTo>
                    <a:pt x="1751" y="169"/>
                  </a:lnTo>
                  <a:cubicBezTo>
                    <a:pt x="1751" y="77"/>
                    <a:pt x="1676" y="1"/>
                    <a:pt x="1584" y="1"/>
                  </a:cubicBezTo>
                  <a:close/>
                </a:path>
              </a:pathLst>
            </a:custGeom>
            <a:solidFill>
              <a:schemeClr val="l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157" name="Google Shape;2157;p12"/>
            <p:cNvSpPr/>
            <p:nvPr/>
          </p:nvSpPr>
          <p:spPr>
            <a:xfrm>
              <a:off x="4891622" y="3031292"/>
              <a:ext cx="25065" cy="32132"/>
            </a:xfrm>
            <a:custGeom>
              <a:rect b="b" l="l" r="r" t="t"/>
              <a:pathLst>
                <a:path extrusionOk="0" h="905" w="706">
                  <a:moveTo>
                    <a:pt x="334" y="1"/>
                  </a:moveTo>
                  <a:cubicBezTo>
                    <a:pt x="242" y="1"/>
                    <a:pt x="167" y="74"/>
                    <a:pt x="167" y="168"/>
                  </a:cubicBezTo>
                  <a:lnTo>
                    <a:pt x="167" y="738"/>
                  </a:lnTo>
                  <a:cubicBezTo>
                    <a:pt x="167" y="830"/>
                    <a:pt x="91" y="905"/>
                    <a:pt x="0" y="905"/>
                  </a:cubicBezTo>
                  <a:lnTo>
                    <a:pt x="370" y="905"/>
                  </a:lnTo>
                  <a:cubicBezTo>
                    <a:pt x="462" y="905"/>
                    <a:pt x="537" y="830"/>
                    <a:pt x="537" y="738"/>
                  </a:cubicBezTo>
                  <a:lnTo>
                    <a:pt x="537" y="168"/>
                  </a:lnTo>
                  <a:cubicBezTo>
                    <a:pt x="537" y="76"/>
                    <a:pt x="610" y="1"/>
                    <a:pt x="705"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158" name="Google Shape;2158;p12"/>
            <p:cNvSpPr/>
            <p:nvPr/>
          </p:nvSpPr>
          <p:spPr>
            <a:xfrm>
              <a:off x="4891622" y="2969125"/>
              <a:ext cx="25065" cy="32168"/>
            </a:xfrm>
            <a:custGeom>
              <a:rect b="b" l="l" r="r" t="t"/>
              <a:pathLst>
                <a:path extrusionOk="0" h="906" w="706">
                  <a:moveTo>
                    <a:pt x="0" y="1"/>
                  </a:moveTo>
                  <a:cubicBezTo>
                    <a:pt x="91" y="1"/>
                    <a:pt x="167" y="77"/>
                    <a:pt x="167" y="169"/>
                  </a:cubicBezTo>
                  <a:lnTo>
                    <a:pt x="167" y="739"/>
                  </a:lnTo>
                  <a:cubicBezTo>
                    <a:pt x="167" y="831"/>
                    <a:pt x="240" y="906"/>
                    <a:pt x="334" y="906"/>
                  </a:cubicBezTo>
                  <a:lnTo>
                    <a:pt x="705" y="906"/>
                  </a:lnTo>
                  <a:cubicBezTo>
                    <a:pt x="613" y="906"/>
                    <a:pt x="537" y="831"/>
                    <a:pt x="537" y="739"/>
                  </a:cubicBezTo>
                  <a:lnTo>
                    <a:pt x="537" y="169"/>
                  </a:lnTo>
                  <a:cubicBezTo>
                    <a:pt x="537" y="77"/>
                    <a:pt x="463" y="1"/>
                    <a:pt x="370"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159" name="Google Shape;2159;p12"/>
            <p:cNvSpPr/>
            <p:nvPr/>
          </p:nvSpPr>
          <p:spPr>
            <a:xfrm>
              <a:off x="4923788" y="3001256"/>
              <a:ext cx="19100" cy="30073"/>
            </a:xfrm>
            <a:custGeom>
              <a:rect b="b" l="l" r="r" t="t"/>
              <a:pathLst>
                <a:path extrusionOk="0" h="847" w="538">
                  <a:moveTo>
                    <a:pt x="1" y="1"/>
                  </a:moveTo>
                  <a:cubicBezTo>
                    <a:pt x="91" y="1"/>
                    <a:pt x="168" y="77"/>
                    <a:pt x="168" y="168"/>
                  </a:cubicBezTo>
                  <a:lnTo>
                    <a:pt x="168" y="679"/>
                  </a:lnTo>
                  <a:cubicBezTo>
                    <a:pt x="168" y="771"/>
                    <a:pt x="94" y="847"/>
                    <a:pt x="1" y="847"/>
                  </a:cubicBezTo>
                  <a:lnTo>
                    <a:pt x="371" y="847"/>
                  </a:lnTo>
                  <a:cubicBezTo>
                    <a:pt x="463" y="847"/>
                    <a:pt x="537" y="771"/>
                    <a:pt x="537" y="679"/>
                  </a:cubicBezTo>
                  <a:lnTo>
                    <a:pt x="537" y="168"/>
                  </a:lnTo>
                  <a:cubicBezTo>
                    <a:pt x="537" y="74"/>
                    <a:pt x="463" y="1"/>
                    <a:pt x="371"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2160" name="Google Shape;2160;p12"/>
          <p:cNvGrpSpPr/>
          <p:nvPr/>
        </p:nvGrpSpPr>
        <p:grpSpPr>
          <a:xfrm>
            <a:off x="1475234" y="1925219"/>
            <a:ext cx="327022" cy="327108"/>
            <a:chOff x="4084872" y="2830944"/>
            <a:chExt cx="327022" cy="327108"/>
          </a:xfrm>
        </p:grpSpPr>
        <p:sp>
          <p:nvSpPr>
            <p:cNvPr id="2161" name="Google Shape;2161;p12"/>
            <p:cNvSpPr/>
            <p:nvPr/>
          </p:nvSpPr>
          <p:spPr>
            <a:xfrm>
              <a:off x="4084872" y="2830944"/>
              <a:ext cx="322221" cy="327108"/>
            </a:xfrm>
            <a:custGeom>
              <a:rect b="b" l="l" r="r" t="t"/>
              <a:pathLst>
                <a:path extrusionOk="0" h="9213" w="9076">
                  <a:moveTo>
                    <a:pt x="4606" y="0"/>
                  </a:moveTo>
                  <a:cubicBezTo>
                    <a:pt x="3357" y="0"/>
                    <a:pt x="2226" y="497"/>
                    <a:pt x="1397" y="1302"/>
                  </a:cubicBezTo>
                  <a:cubicBezTo>
                    <a:pt x="1341" y="1357"/>
                    <a:pt x="1269" y="1553"/>
                    <a:pt x="1217" y="1610"/>
                  </a:cubicBezTo>
                  <a:cubicBezTo>
                    <a:pt x="679" y="2187"/>
                    <a:pt x="486" y="2701"/>
                    <a:pt x="300" y="3496"/>
                  </a:cubicBezTo>
                  <a:cubicBezTo>
                    <a:pt x="281" y="3582"/>
                    <a:pt x="81" y="3732"/>
                    <a:pt x="67" y="3819"/>
                  </a:cubicBezTo>
                  <a:cubicBezTo>
                    <a:pt x="24" y="4077"/>
                    <a:pt x="1" y="4339"/>
                    <a:pt x="1" y="4608"/>
                  </a:cubicBezTo>
                  <a:cubicBezTo>
                    <a:pt x="1" y="7151"/>
                    <a:pt x="2061" y="9213"/>
                    <a:pt x="4606" y="9213"/>
                  </a:cubicBezTo>
                  <a:cubicBezTo>
                    <a:pt x="5764" y="9213"/>
                    <a:pt x="6823" y="8784"/>
                    <a:pt x="7632" y="8077"/>
                  </a:cubicBezTo>
                  <a:cubicBezTo>
                    <a:pt x="7681" y="8034"/>
                    <a:pt x="7690" y="7803"/>
                    <a:pt x="7737" y="7756"/>
                  </a:cubicBezTo>
                  <a:cubicBezTo>
                    <a:pt x="8621" y="6919"/>
                    <a:pt x="9075" y="5922"/>
                    <a:pt x="9075" y="4608"/>
                  </a:cubicBezTo>
                  <a:cubicBezTo>
                    <a:pt x="9075" y="2963"/>
                    <a:pt x="8297" y="1639"/>
                    <a:pt x="7000" y="823"/>
                  </a:cubicBezTo>
                  <a:cubicBezTo>
                    <a:pt x="6938" y="784"/>
                    <a:pt x="6927" y="626"/>
                    <a:pt x="6862" y="590"/>
                  </a:cubicBezTo>
                  <a:cubicBezTo>
                    <a:pt x="6194" y="215"/>
                    <a:pt x="5426" y="0"/>
                    <a:pt x="4606" y="0"/>
                  </a:cubicBezTo>
                  <a:close/>
                </a:path>
              </a:pathLst>
            </a:cu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162" name="Google Shape;2162;p12"/>
            <p:cNvSpPr/>
            <p:nvPr/>
          </p:nvSpPr>
          <p:spPr>
            <a:xfrm>
              <a:off x="4186696" y="2837584"/>
              <a:ext cx="225192" cy="320468"/>
            </a:xfrm>
            <a:custGeom>
              <a:rect b="b" l="l" r="r" t="t"/>
              <a:pathLst>
                <a:path extrusionOk="0" h="9026" w="6343">
                  <a:moveTo>
                    <a:pt x="3034" y="0"/>
                  </a:moveTo>
                  <a:lnTo>
                    <a:pt x="3034" y="0"/>
                  </a:lnTo>
                  <a:cubicBezTo>
                    <a:pt x="4716" y="688"/>
                    <a:pt x="5901" y="2339"/>
                    <a:pt x="5901" y="4267"/>
                  </a:cubicBezTo>
                  <a:cubicBezTo>
                    <a:pt x="5901" y="6811"/>
                    <a:pt x="3840" y="8872"/>
                    <a:pt x="1296" y="8872"/>
                  </a:cubicBezTo>
                  <a:cubicBezTo>
                    <a:pt x="847" y="8872"/>
                    <a:pt x="411" y="8807"/>
                    <a:pt x="1" y="8688"/>
                  </a:cubicBezTo>
                  <a:lnTo>
                    <a:pt x="1" y="8688"/>
                  </a:lnTo>
                  <a:cubicBezTo>
                    <a:pt x="538" y="8905"/>
                    <a:pt x="1123" y="9026"/>
                    <a:pt x="1738" y="9026"/>
                  </a:cubicBezTo>
                  <a:cubicBezTo>
                    <a:pt x="4280" y="9026"/>
                    <a:pt x="6343" y="6964"/>
                    <a:pt x="6343" y="4421"/>
                  </a:cubicBezTo>
                  <a:cubicBezTo>
                    <a:pt x="6343" y="2329"/>
                    <a:pt x="4944" y="561"/>
                    <a:pt x="3034"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163" name="Google Shape;2163;p12"/>
            <p:cNvSpPr/>
            <p:nvPr/>
          </p:nvSpPr>
          <p:spPr>
            <a:xfrm>
              <a:off x="4237751" y="2851998"/>
              <a:ext cx="174140" cy="265755"/>
            </a:xfrm>
            <a:custGeom>
              <a:rect b="b" l="l" r="r" t="t"/>
              <a:pathLst>
                <a:path extrusionOk="0" h="7485" w="4905">
                  <a:moveTo>
                    <a:pt x="2556" y="0"/>
                  </a:moveTo>
                  <a:cubicBezTo>
                    <a:pt x="2168" y="419"/>
                    <a:pt x="1756" y="814"/>
                    <a:pt x="1326" y="1190"/>
                  </a:cubicBezTo>
                  <a:cubicBezTo>
                    <a:pt x="1252" y="1253"/>
                    <a:pt x="1175" y="1320"/>
                    <a:pt x="1081" y="1350"/>
                  </a:cubicBezTo>
                  <a:cubicBezTo>
                    <a:pt x="1054" y="1359"/>
                    <a:pt x="1020" y="1363"/>
                    <a:pt x="983" y="1363"/>
                  </a:cubicBezTo>
                  <a:cubicBezTo>
                    <a:pt x="820" y="1363"/>
                    <a:pt x="577" y="1291"/>
                    <a:pt x="379" y="1291"/>
                  </a:cubicBezTo>
                  <a:cubicBezTo>
                    <a:pt x="216" y="1291"/>
                    <a:pt x="83" y="1339"/>
                    <a:pt x="48" y="1514"/>
                  </a:cubicBezTo>
                  <a:cubicBezTo>
                    <a:pt x="0" y="1744"/>
                    <a:pt x="375" y="1872"/>
                    <a:pt x="367" y="2110"/>
                  </a:cubicBezTo>
                  <a:cubicBezTo>
                    <a:pt x="366" y="2170"/>
                    <a:pt x="336" y="2228"/>
                    <a:pt x="317" y="2290"/>
                  </a:cubicBezTo>
                  <a:cubicBezTo>
                    <a:pt x="225" y="2602"/>
                    <a:pt x="498" y="2900"/>
                    <a:pt x="769" y="3084"/>
                  </a:cubicBezTo>
                  <a:cubicBezTo>
                    <a:pt x="1038" y="3269"/>
                    <a:pt x="1359" y="3458"/>
                    <a:pt x="1424" y="3779"/>
                  </a:cubicBezTo>
                  <a:cubicBezTo>
                    <a:pt x="1455" y="3940"/>
                    <a:pt x="1416" y="4119"/>
                    <a:pt x="1483" y="4271"/>
                  </a:cubicBezTo>
                  <a:cubicBezTo>
                    <a:pt x="1624" y="4592"/>
                    <a:pt x="2107" y="4576"/>
                    <a:pt x="2340" y="4835"/>
                  </a:cubicBezTo>
                  <a:cubicBezTo>
                    <a:pt x="2499" y="5009"/>
                    <a:pt x="2510" y="5274"/>
                    <a:pt x="2467" y="5507"/>
                  </a:cubicBezTo>
                  <a:cubicBezTo>
                    <a:pt x="2424" y="5742"/>
                    <a:pt x="2339" y="5968"/>
                    <a:pt x="2339" y="6205"/>
                  </a:cubicBezTo>
                  <a:cubicBezTo>
                    <a:pt x="2340" y="6576"/>
                    <a:pt x="2556" y="6922"/>
                    <a:pt x="2840" y="7162"/>
                  </a:cubicBezTo>
                  <a:cubicBezTo>
                    <a:pt x="2988" y="7290"/>
                    <a:pt x="3153" y="7392"/>
                    <a:pt x="3326" y="7484"/>
                  </a:cubicBezTo>
                  <a:cubicBezTo>
                    <a:pt x="4293" y="6641"/>
                    <a:pt x="4905" y="5399"/>
                    <a:pt x="4905" y="4015"/>
                  </a:cubicBezTo>
                  <a:cubicBezTo>
                    <a:pt x="4905" y="2291"/>
                    <a:pt x="3956" y="789"/>
                    <a:pt x="2556" y="0"/>
                  </a:cubicBez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164" name="Google Shape;2164;p12"/>
            <p:cNvSpPr/>
            <p:nvPr/>
          </p:nvSpPr>
          <p:spPr>
            <a:xfrm>
              <a:off x="4325871" y="2852034"/>
              <a:ext cx="86023" cy="265719"/>
            </a:xfrm>
            <a:custGeom>
              <a:rect b="b" l="l" r="r" t="t"/>
              <a:pathLst>
                <a:path extrusionOk="0" h="7484" w="2423">
                  <a:moveTo>
                    <a:pt x="74" y="0"/>
                  </a:moveTo>
                  <a:cubicBezTo>
                    <a:pt x="50" y="25"/>
                    <a:pt x="27" y="51"/>
                    <a:pt x="1" y="75"/>
                  </a:cubicBezTo>
                  <a:cubicBezTo>
                    <a:pt x="1199" y="907"/>
                    <a:pt x="1984" y="2291"/>
                    <a:pt x="1984" y="3860"/>
                  </a:cubicBezTo>
                  <a:cubicBezTo>
                    <a:pt x="1984" y="5205"/>
                    <a:pt x="1404" y="6419"/>
                    <a:pt x="483" y="7260"/>
                  </a:cubicBezTo>
                  <a:cubicBezTo>
                    <a:pt x="596" y="7345"/>
                    <a:pt x="719" y="7417"/>
                    <a:pt x="844" y="7483"/>
                  </a:cubicBezTo>
                  <a:cubicBezTo>
                    <a:pt x="1811" y="6640"/>
                    <a:pt x="2423" y="5398"/>
                    <a:pt x="2423" y="4014"/>
                  </a:cubicBezTo>
                  <a:cubicBezTo>
                    <a:pt x="2423" y="2290"/>
                    <a:pt x="1474" y="788"/>
                    <a:pt x="74"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165" name="Google Shape;2165;p12"/>
            <p:cNvSpPr/>
            <p:nvPr/>
          </p:nvSpPr>
          <p:spPr>
            <a:xfrm>
              <a:off x="4087215" y="2877277"/>
              <a:ext cx="111371" cy="111876"/>
            </a:xfrm>
            <a:custGeom>
              <a:rect b="b" l="l" r="r" t="t"/>
              <a:pathLst>
                <a:path extrusionOk="0" h="3151" w="3137">
                  <a:moveTo>
                    <a:pt x="1331" y="0"/>
                  </a:moveTo>
                  <a:cubicBezTo>
                    <a:pt x="647" y="664"/>
                    <a:pt x="169" y="1537"/>
                    <a:pt x="1" y="2516"/>
                  </a:cubicBezTo>
                  <a:cubicBezTo>
                    <a:pt x="57" y="2507"/>
                    <a:pt x="112" y="2504"/>
                    <a:pt x="169" y="2501"/>
                  </a:cubicBezTo>
                  <a:cubicBezTo>
                    <a:pt x="174" y="2501"/>
                    <a:pt x="179" y="2501"/>
                    <a:pt x="183" y="2501"/>
                  </a:cubicBezTo>
                  <a:cubicBezTo>
                    <a:pt x="587" y="2501"/>
                    <a:pt x="964" y="2687"/>
                    <a:pt x="1342" y="2829"/>
                  </a:cubicBezTo>
                  <a:cubicBezTo>
                    <a:pt x="1749" y="2983"/>
                    <a:pt x="2174" y="3088"/>
                    <a:pt x="2606" y="3145"/>
                  </a:cubicBezTo>
                  <a:cubicBezTo>
                    <a:pt x="2631" y="3147"/>
                    <a:pt x="2656" y="3150"/>
                    <a:pt x="2682" y="3150"/>
                  </a:cubicBezTo>
                  <a:cubicBezTo>
                    <a:pt x="2707" y="3150"/>
                    <a:pt x="2732" y="3147"/>
                    <a:pt x="2757" y="3139"/>
                  </a:cubicBezTo>
                  <a:cubicBezTo>
                    <a:pt x="2878" y="3094"/>
                    <a:pt x="2952" y="2955"/>
                    <a:pt x="2964" y="2838"/>
                  </a:cubicBezTo>
                  <a:cubicBezTo>
                    <a:pt x="2996" y="2477"/>
                    <a:pt x="3043" y="2119"/>
                    <a:pt x="3095" y="1767"/>
                  </a:cubicBezTo>
                  <a:cubicBezTo>
                    <a:pt x="3137" y="1497"/>
                    <a:pt x="3129" y="1235"/>
                    <a:pt x="2886" y="1051"/>
                  </a:cubicBezTo>
                  <a:cubicBezTo>
                    <a:pt x="2565" y="802"/>
                    <a:pt x="2211" y="526"/>
                    <a:pt x="1867" y="305"/>
                  </a:cubicBezTo>
                  <a:cubicBezTo>
                    <a:pt x="1693" y="195"/>
                    <a:pt x="1513" y="91"/>
                    <a:pt x="1331" y="0"/>
                  </a:cubicBez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166" name="Google Shape;2166;p12"/>
            <p:cNvSpPr/>
            <p:nvPr/>
          </p:nvSpPr>
          <p:spPr>
            <a:xfrm>
              <a:off x="4173879" y="2907065"/>
              <a:ext cx="24710" cy="82088"/>
            </a:xfrm>
            <a:custGeom>
              <a:rect b="b" l="l" r="r" t="t"/>
              <a:pathLst>
                <a:path extrusionOk="0" h="2312" w="696">
                  <a:moveTo>
                    <a:pt x="170" y="0"/>
                  </a:moveTo>
                  <a:cubicBezTo>
                    <a:pt x="347" y="206"/>
                    <a:pt x="350" y="468"/>
                    <a:pt x="309" y="740"/>
                  </a:cubicBezTo>
                  <a:cubicBezTo>
                    <a:pt x="247" y="1149"/>
                    <a:pt x="193" y="1563"/>
                    <a:pt x="156" y="1983"/>
                  </a:cubicBezTo>
                  <a:cubicBezTo>
                    <a:pt x="144" y="2087"/>
                    <a:pt x="91" y="2209"/>
                    <a:pt x="1" y="2281"/>
                  </a:cubicBezTo>
                  <a:cubicBezTo>
                    <a:pt x="55" y="2291"/>
                    <a:pt x="110" y="2298"/>
                    <a:pt x="165" y="2306"/>
                  </a:cubicBezTo>
                  <a:cubicBezTo>
                    <a:pt x="190" y="2308"/>
                    <a:pt x="216" y="2311"/>
                    <a:pt x="241" y="2311"/>
                  </a:cubicBezTo>
                  <a:cubicBezTo>
                    <a:pt x="267" y="2311"/>
                    <a:pt x="292" y="2308"/>
                    <a:pt x="316" y="2300"/>
                  </a:cubicBezTo>
                  <a:cubicBezTo>
                    <a:pt x="437" y="2255"/>
                    <a:pt x="511" y="2116"/>
                    <a:pt x="523" y="1999"/>
                  </a:cubicBezTo>
                  <a:cubicBezTo>
                    <a:pt x="555" y="1638"/>
                    <a:pt x="602" y="1280"/>
                    <a:pt x="654" y="928"/>
                  </a:cubicBezTo>
                  <a:cubicBezTo>
                    <a:pt x="696" y="658"/>
                    <a:pt x="688" y="396"/>
                    <a:pt x="445" y="213"/>
                  </a:cubicBezTo>
                  <a:cubicBezTo>
                    <a:pt x="355" y="144"/>
                    <a:pt x="264" y="72"/>
                    <a:pt x="170"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167" name="Google Shape;2167;p12"/>
            <p:cNvSpPr/>
            <p:nvPr/>
          </p:nvSpPr>
          <p:spPr>
            <a:xfrm>
              <a:off x="4214460" y="2933160"/>
              <a:ext cx="9976" cy="10048"/>
            </a:xfrm>
            <a:custGeom>
              <a:rect b="b" l="l" r="r" t="t"/>
              <a:pathLst>
                <a:path extrusionOk="0" h="283" w="281">
                  <a:moveTo>
                    <a:pt x="140" y="1"/>
                  </a:moveTo>
                  <a:cubicBezTo>
                    <a:pt x="62" y="1"/>
                    <a:pt x="0" y="64"/>
                    <a:pt x="0" y="142"/>
                  </a:cubicBezTo>
                  <a:cubicBezTo>
                    <a:pt x="0" y="219"/>
                    <a:pt x="62" y="283"/>
                    <a:pt x="140" y="283"/>
                  </a:cubicBezTo>
                  <a:cubicBezTo>
                    <a:pt x="217" y="283"/>
                    <a:pt x="281" y="219"/>
                    <a:pt x="281" y="142"/>
                  </a:cubicBezTo>
                  <a:cubicBezTo>
                    <a:pt x="281" y="64"/>
                    <a:pt x="217" y="1"/>
                    <a:pt x="140"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168" name="Google Shape;2168;p12"/>
            <p:cNvSpPr/>
            <p:nvPr/>
          </p:nvSpPr>
          <p:spPr>
            <a:xfrm>
              <a:off x="4279396" y="3050784"/>
              <a:ext cx="9976" cy="9977"/>
            </a:xfrm>
            <a:custGeom>
              <a:rect b="b" l="l" r="r" t="t"/>
              <a:pathLst>
                <a:path extrusionOk="0" h="281" w="281">
                  <a:moveTo>
                    <a:pt x="141" y="0"/>
                  </a:moveTo>
                  <a:cubicBezTo>
                    <a:pt x="63" y="0"/>
                    <a:pt x="0" y="62"/>
                    <a:pt x="0" y="140"/>
                  </a:cubicBezTo>
                  <a:cubicBezTo>
                    <a:pt x="0" y="218"/>
                    <a:pt x="63" y="281"/>
                    <a:pt x="141" y="281"/>
                  </a:cubicBezTo>
                  <a:cubicBezTo>
                    <a:pt x="217" y="281"/>
                    <a:pt x="281" y="218"/>
                    <a:pt x="281" y="140"/>
                  </a:cubicBezTo>
                  <a:cubicBezTo>
                    <a:pt x="281" y="62"/>
                    <a:pt x="217" y="0"/>
                    <a:pt x="141"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169" name="Google Shape;2169;p12"/>
            <p:cNvSpPr/>
            <p:nvPr/>
          </p:nvSpPr>
          <p:spPr>
            <a:xfrm>
              <a:off x="4243112" y="2855229"/>
              <a:ext cx="10757" cy="9977"/>
            </a:xfrm>
            <a:custGeom>
              <a:rect b="b" l="l" r="r" t="t"/>
              <a:pathLst>
                <a:path extrusionOk="0" h="281" w="303">
                  <a:moveTo>
                    <a:pt x="151" y="1"/>
                  </a:moveTo>
                  <a:cubicBezTo>
                    <a:pt x="84" y="1"/>
                    <a:pt x="24" y="49"/>
                    <a:pt x="13" y="118"/>
                  </a:cubicBezTo>
                  <a:cubicBezTo>
                    <a:pt x="0" y="195"/>
                    <a:pt x="52" y="267"/>
                    <a:pt x="129" y="279"/>
                  </a:cubicBezTo>
                  <a:cubicBezTo>
                    <a:pt x="137" y="280"/>
                    <a:pt x="145" y="281"/>
                    <a:pt x="152" y="281"/>
                  </a:cubicBezTo>
                  <a:cubicBezTo>
                    <a:pt x="220" y="281"/>
                    <a:pt x="279" y="232"/>
                    <a:pt x="290" y="164"/>
                  </a:cubicBezTo>
                  <a:cubicBezTo>
                    <a:pt x="303" y="87"/>
                    <a:pt x="251" y="14"/>
                    <a:pt x="175" y="3"/>
                  </a:cubicBezTo>
                  <a:cubicBezTo>
                    <a:pt x="167" y="1"/>
                    <a:pt x="159" y="1"/>
                    <a:pt x="151"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170" name="Google Shape;2170;p12"/>
            <p:cNvSpPr/>
            <p:nvPr/>
          </p:nvSpPr>
          <p:spPr>
            <a:xfrm>
              <a:off x="4217407" y="2878129"/>
              <a:ext cx="10047" cy="10012"/>
            </a:xfrm>
            <a:custGeom>
              <a:rect b="b" l="l" r="r" t="t"/>
              <a:pathLst>
                <a:path extrusionOk="0" h="282" w="283">
                  <a:moveTo>
                    <a:pt x="142" y="1"/>
                  </a:moveTo>
                  <a:cubicBezTo>
                    <a:pt x="64" y="1"/>
                    <a:pt x="1" y="64"/>
                    <a:pt x="1" y="140"/>
                  </a:cubicBezTo>
                  <a:cubicBezTo>
                    <a:pt x="1" y="218"/>
                    <a:pt x="64" y="281"/>
                    <a:pt x="142" y="281"/>
                  </a:cubicBezTo>
                  <a:cubicBezTo>
                    <a:pt x="219" y="281"/>
                    <a:pt x="283" y="218"/>
                    <a:pt x="283" y="140"/>
                  </a:cubicBezTo>
                  <a:cubicBezTo>
                    <a:pt x="283" y="64"/>
                    <a:pt x="219" y="1"/>
                    <a:pt x="142"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171" name="Google Shape;2171;p12"/>
            <p:cNvSpPr/>
            <p:nvPr/>
          </p:nvSpPr>
          <p:spPr>
            <a:xfrm>
              <a:off x="4252307" y="3077909"/>
              <a:ext cx="10012" cy="9977"/>
            </a:xfrm>
            <a:custGeom>
              <a:rect b="b" l="l" r="r" t="t"/>
              <a:pathLst>
                <a:path extrusionOk="0" h="281" w="282">
                  <a:moveTo>
                    <a:pt x="142" y="0"/>
                  </a:moveTo>
                  <a:cubicBezTo>
                    <a:pt x="64" y="0"/>
                    <a:pt x="0" y="64"/>
                    <a:pt x="0" y="141"/>
                  </a:cubicBezTo>
                  <a:cubicBezTo>
                    <a:pt x="0" y="218"/>
                    <a:pt x="64" y="281"/>
                    <a:pt x="142" y="281"/>
                  </a:cubicBezTo>
                  <a:cubicBezTo>
                    <a:pt x="218" y="281"/>
                    <a:pt x="281" y="218"/>
                    <a:pt x="281" y="141"/>
                  </a:cubicBezTo>
                  <a:cubicBezTo>
                    <a:pt x="281" y="64"/>
                    <a:pt x="218" y="0"/>
                    <a:pt x="142"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172" name="Google Shape;2172;p12"/>
            <p:cNvSpPr/>
            <p:nvPr/>
          </p:nvSpPr>
          <p:spPr>
            <a:xfrm>
              <a:off x="4275775" y="3101341"/>
              <a:ext cx="9976" cy="10012"/>
            </a:xfrm>
            <a:custGeom>
              <a:rect b="b" l="l" r="r" t="t"/>
              <a:pathLst>
                <a:path extrusionOk="0" h="282" w="281">
                  <a:moveTo>
                    <a:pt x="140" y="1"/>
                  </a:moveTo>
                  <a:cubicBezTo>
                    <a:pt x="62" y="1"/>
                    <a:pt x="0" y="63"/>
                    <a:pt x="0" y="140"/>
                  </a:cubicBezTo>
                  <a:cubicBezTo>
                    <a:pt x="0" y="218"/>
                    <a:pt x="62" y="282"/>
                    <a:pt x="140" y="282"/>
                  </a:cubicBezTo>
                  <a:cubicBezTo>
                    <a:pt x="217" y="282"/>
                    <a:pt x="281" y="218"/>
                    <a:pt x="281" y="140"/>
                  </a:cubicBezTo>
                  <a:cubicBezTo>
                    <a:pt x="281" y="63"/>
                    <a:pt x="217" y="1"/>
                    <a:pt x="140"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173" name="Google Shape;2173;p12"/>
            <p:cNvSpPr/>
            <p:nvPr/>
          </p:nvSpPr>
          <p:spPr>
            <a:xfrm>
              <a:off x="4150802" y="2928260"/>
              <a:ext cx="20556" cy="9906"/>
            </a:xfrm>
            <a:custGeom>
              <a:rect b="b" l="l" r="r" t="t"/>
              <a:pathLst>
                <a:path extrusionOk="0" h="279" w="579">
                  <a:moveTo>
                    <a:pt x="138" y="0"/>
                  </a:moveTo>
                  <a:cubicBezTo>
                    <a:pt x="62" y="0"/>
                    <a:pt x="0" y="62"/>
                    <a:pt x="0" y="140"/>
                  </a:cubicBezTo>
                  <a:cubicBezTo>
                    <a:pt x="0" y="215"/>
                    <a:pt x="61" y="278"/>
                    <a:pt x="138" y="278"/>
                  </a:cubicBezTo>
                  <a:lnTo>
                    <a:pt x="440" y="278"/>
                  </a:lnTo>
                  <a:cubicBezTo>
                    <a:pt x="518" y="278"/>
                    <a:pt x="579" y="215"/>
                    <a:pt x="579" y="140"/>
                  </a:cubicBezTo>
                  <a:cubicBezTo>
                    <a:pt x="579" y="64"/>
                    <a:pt x="518" y="0"/>
                    <a:pt x="440"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174" name="Google Shape;2174;p12"/>
            <p:cNvSpPr/>
            <p:nvPr/>
          </p:nvSpPr>
          <p:spPr>
            <a:xfrm>
              <a:off x="4335528" y="2989575"/>
              <a:ext cx="20591" cy="9906"/>
            </a:xfrm>
            <a:custGeom>
              <a:rect b="b" l="l" r="r" t="t"/>
              <a:pathLst>
                <a:path extrusionOk="0" h="279" w="580">
                  <a:moveTo>
                    <a:pt x="139" y="0"/>
                  </a:moveTo>
                  <a:cubicBezTo>
                    <a:pt x="64" y="0"/>
                    <a:pt x="1" y="62"/>
                    <a:pt x="1" y="140"/>
                  </a:cubicBezTo>
                  <a:cubicBezTo>
                    <a:pt x="1" y="215"/>
                    <a:pt x="61" y="278"/>
                    <a:pt x="139" y="278"/>
                  </a:cubicBezTo>
                  <a:lnTo>
                    <a:pt x="441" y="278"/>
                  </a:lnTo>
                  <a:cubicBezTo>
                    <a:pt x="519" y="278"/>
                    <a:pt x="579" y="215"/>
                    <a:pt x="579" y="140"/>
                  </a:cubicBezTo>
                  <a:cubicBezTo>
                    <a:pt x="579" y="64"/>
                    <a:pt x="519" y="0"/>
                    <a:pt x="441"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175" name="Google Shape;2175;p12"/>
            <p:cNvSpPr/>
            <p:nvPr/>
          </p:nvSpPr>
          <p:spPr>
            <a:xfrm>
              <a:off x="4354629" y="3008712"/>
              <a:ext cx="20591" cy="9906"/>
            </a:xfrm>
            <a:custGeom>
              <a:rect b="b" l="l" r="r" t="t"/>
              <a:pathLst>
                <a:path extrusionOk="0" h="279" w="580">
                  <a:moveTo>
                    <a:pt x="139" y="1"/>
                  </a:moveTo>
                  <a:cubicBezTo>
                    <a:pt x="63" y="1"/>
                    <a:pt x="1" y="63"/>
                    <a:pt x="1" y="141"/>
                  </a:cubicBezTo>
                  <a:cubicBezTo>
                    <a:pt x="1" y="215"/>
                    <a:pt x="61" y="279"/>
                    <a:pt x="139" y="279"/>
                  </a:cubicBezTo>
                  <a:lnTo>
                    <a:pt x="441" y="279"/>
                  </a:lnTo>
                  <a:cubicBezTo>
                    <a:pt x="519" y="279"/>
                    <a:pt x="579" y="215"/>
                    <a:pt x="579" y="141"/>
                  </a:cubicBezTo>
                  <a:cubicBezTo>
                    <a:pt x="579" y="64"/>
                    <a:pt x="519" y="1"/>
                    <a:pt x="441"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176" name="Google Shape;2176;p12"/>
            <p:cNvSpPr/>
            <p:nvPr/>
          </p:nvSpPr>
          <p:spPr>
            <a:xfrm>
              <a:off x="4349268" y="3054405"/>
              <a:ext cx="20591" cy="9906"/>
            </a:xfrm>
            <a:custGeom>
              <a:rect b="b" l="l" r="r" t="t"/>
              <a:pathLst>
                <a:path extrusionOk="0" h="279" w="580">
                  <a:moveTo>
                    <a:pt x="139" y="0"/>
                  </a:moveTo>
                  <a:cubicBezTo>
                    <a:pt x="63" y="0"/>
                    <a:pt x="1" y="62"/>
                    <a:pt x="1" y="139"/>
                  </a:cubicBezTo>
                  <a:cubicBezTo>
                    <a:pt x="1" y="215"/>
                    <a:pt x="61" y="278"/>
                    <a:pt x="139" y="278"/>
                  </a:cubicBezTo>
                  <a:lnTo>
                    <a:pt x="441" y="278"/>
                  </a:lnTo>
                  <a:cubicBezTo>
                    <a:pt x="519" y="278"/>
                    <a:pt x="579" y="216"/>
                    <a:pt x="579" y="139"/>
                  </a:cubicBezTo>
                  <a:cubicBezTo>
                    <a:pt x="579" y="64"/>
                    <a:pt x="519" y="0"/>
                    <a:pt x="441"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177" name="Google Shape;2177;p12"/>
            <p:cNvSpPr/>
            <p:nvPr/>
          </p:nvSpPr>
          <p:spPr>
            <a:xfrm>
              <a:off x="4127192" y="2942959"/>
              <a:ext cx="20627" cy="9870"/>
            </a:xfrm>
            <a:custGeom>
              <a:rect b="b" l="l" r="r" t="t"/>
              <a:pathLst>
                <a:path extrusionOk="0" h="278" w="581">
                  <a:moveTo>
                    <a:pt x="140" y="1"/>
                  </a:moveTo>
                  <a:cubicBezTo>
                    <a:pt x="64" y="1"/>
                    <a:pt x="0" y="61"/>
                    <a:pt x="0" y="139"/>
                  </a:cubicBezTo>
                  <a:cubicBezTo>
                    <a:pt x="0" y="215"/>
                    <a:pt x="62" y="277"/>
                    <a:pt x="140" y="277"/>
                  </a:cubicBezTo>
                  <a:lnTo>
                    <a:pt x="442" y="277"/>
                  </a:lnTo>
                  <a:cubicBezTo>
                    <a:pt x="518" y="277"/>
                    <a:pt x="580" y="217"/>
                    <a:pt x="580" y="139"/>
                  </a:cubicBezTo>
                  <a:cubicBezTo>
                    <a:pt x="580" y="64"/>
                    <a:pt x="518" y="1"/>
                    <a:pt x="442"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178" name="Google Shape;2178;p12"/>
            <p:cNvSpPr/>
            <p:nvPr/>
          </p:nvSpPr>
          <p:spPr>
            <a:xfrm>
              <a:off x="4352747" y="2866697"/>
              <a:ext cx="32875" cy="32878"/>
            </a:xfrm>
            <a:custGeom>
              <a:rect b="b" l="l" r="r" t="t"/>
              <a:pathLst>
                <a:path extrusionOk="0" h="926" w="926">
                  <a:moveTo>
                    <a:pt x="463" y="0"/>
                  </a:moveTo>
                  <a:cubicBezTo>
                    <a:pt x="208" y="0"/>
                    <a:pt x="1" y="208"/>
                    <a:pt x="1" y="462"/>
                  </a:cubicBezTo>
                  <a:cubicBezTo>
                    <a:pt x="1" y="719"/>
                    <a:pt x="208" y="926"/>
                    <a:pt x="463" y="926"/>
                  </a:cubicBezTo>
                  <a:cubicBezTo>
                    <a:pt x="719" y="926"/>
                    <a:pt x="926" y="719"/>
                    <a:pt x="926" y="462"/>
                  </a:cubicBezTo>
                  <a:cubicBezTo>
                    <a:pt x="926" y="208"/>
                    <a:pt x="719" y="0"/>
                    <a:pt x="463" y="0"/>
                  </a:cubicBezTo>
                  <a:close/>
                </a:path>
              </a:pathLst>
            </a:custGeom>
            <a:solidFill>
              <a:schemeClr val="l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179" name="Google Shape;2179;p12"/>
            <p:cNvSpPr/>
            <p:nvPr/>
          </p:nvSpPr>
          <p:spPr>
            <a:xfrm>
              <a:off x="4355410" y="2866945"/>
              <a:ext cx="30284" cy="32700"/>
            </a:xfrm>
            <a:custGeom>
              <a:rect b="b" l="l" r="r" t="t"/>
              <a:pathLst>
                <a:path extrusionOk="0" h="921" w="853">
                  <a:moveTo>
                    <a:pt x="458" y="1"/>
                  </a:moveTo>
                  <a:lnTo>
                    <a:pt x="458" y="1"/>
                  </a:lnTo>
                  <a:cubicBezTo>
                    <a:pt x="504" y="73"/>
                    <a:pt x="530" y="157"/>
                    <a:pt x="530" y="250"/>
                  </a:cubicBezTo>
                  <a:cubicBezTo>
                    <a:pt x="530" y="504"/>
                    <a:pt x="324" y="712"/>
                    <a:pt x="68" y="712"/>
                  </a:cubicBezTo>
                  <a:cubicBezTo>
                    <a:pt x="45" y="712"/>
                    <a:pt x="23" y="710"/>
                    <a:pt x="0" y="706"/>
                  </a:cubicBezTo>
                  <a:lnTo>
                    <a:pt x="0" y="706"/>
                  </a:lnTo>
                  <a:cubicBezTo>
                    <a:pt x="82" y="835"/>
                    <a:pt x="226" y="920"/>
                    <a:pt x="390" y="920"/>
                  </a:cubicBezTo>
                  <a:cubicBezTo>
                    <a:pt x="645" y="920"/>
                    <a:pt x="852" y="713"/>
                    <a:pt x="852" y="458"/>
                  </a:cubicBezTo>
                  <a:cubicBezTo>
                    <a:pt x="852" y="227"/>
                    <a:pt x="681" y="34"/>
                    <a:pt x="458"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180" name="Google Shape;2180;p12"/>
            <p:cNvSpPr/>
            <p:nvPr/>
          </p:nvSpPr>
          <p:spPr>
            <a:xfrm>
              <a:off x="4252769" y="2982155"/>
              <a:ext cx="14485" cy="13279"/>
            </a:xfrm>
            <a:custGeom>
              <a:rect b="b" l="l" r="r" t="t"/>
              <a:pathLst>
                <a:path extrusionOk="0" h="374" w="408">
                  <a:moveTo>
                    <a:pt x="254" y="0"/>
                  </a:moveTo>
                  <a:cubicBezTo>
                    <a:pt x="220" y="0"/>
                    <a:pt x="187" y="12"/>
                    <a:pt x="160" y="37"/>
                  </a:cubicBezTo>
                  <a:lnTo>
                    <a:pt x="59" y="133"/>
                  </a:lnTo>
                  <a:cubicBezTo>
                    <a:pt x="3" y="185"/>
                    <a:pt x="0" y="273"/>
                    <a:pt x="52" y="329"/>
                  </a:cubicBezTo>
                  <a:cubicBezTo>
                    <a:pt x="80" y="359"/>
                    <a:pt x="116" y="373"/>
                    <a:pt x="153" y="373"/>
                  </a:cubicBezTo>
                  <a:cubicBezTo>
                    <a:pt x="186" y="373"/>
                    <a:pt x="219" y="360"/>
                    <a:pt x="248" y="336"/>
                  </a:cubicBezTo>
                  <a:lnTo>
                    <a:pt x="349" y="241"/>
                  </a:lnTo>
                  <a:cubicBezTo>
                    <a:pt x="405" y="188"/>
                    <a:pt x="408" y="100"/>
                    <a:pt x="356" y="44"/>
                  </a:cubicBezTo>
                  <a:cubicBezTo>
                    <a:pt x="329" y="15"/>
                    <a:pt x="291" y="0"/>
                    <a:pt x="254" y="0"/>
                  </a:cubicBezTo>
                  <a:close/>
                </a:path>
              </a:pathLst>
            </a:cu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181" name="Google Shape;2181;p12"/>
            <p:cNvSpPr/>
            <p:nvPr/>
          </p:nvSpPr>
          <p:spPr>
            <a:xfrm>
              <a:off x="4269988" y="2924994"/>
              <a:ext cx="58721" cy="54358"/>
            </a:xfrm>
            <a:custGeom>
              <a:rect b="b" l="l" r="r" t="t"/>
              <a:pathLst>
                <a:path extrusionOk="0" h="1531" w="1654">
                  <a:moveTo>
                    <a:pt x="1500" y="0"/>
                  </a:moveTo>
                  <a:cubicBezTo>
                    <a:pt x="1466" y="0"/>
                    <a:pt x="1432" y="13"/>
                    <a:pt x="1406" y="38"/>
                  </a:cubicBezTo>
                  <a:lnTo>
                    <a:pt x="1213" y="215"/>
                  </a:lnTo>
                  <a:cubicBezTo>
                    <a:pt x="1157" y="268"/>
                    <a:pt x="1154" y="356"/>
                    <a:pt x="1206" y="412"/>
                  </a:cubicBezTo>
                  <a:cubicBezTo>
                    <a:pt x="1234" y="442"/>
                    <a:pt x="1270" y="457"/>
                    <a:pt x="1307" y="457"/>
                  </a:cubicBezTo>
                  <a:cubicBezTo>
                    <a:pt x="1342" y="457"/>
                    <a:pt x="1373" y="445"/>
                    <a:pt x="1402" y="419"/>
                  </a:cubicBezTo>
                  <a:lnTo>
                    <a:pt x="1595" y="241"/>
                  </a:lnTo>
                  <a:cubicBezTo>
                    <a:pt x="1650" y="189"/>
                    <a:pt x="1654" y="100"/>
                    <a:pt x="1602" y="45"/>
                  </a:cubicBezTo>
                  <a:cubicBezTo>
                    <a:pt x="1575" y="15"/>
                    <a:pt x="1537" y="0"/>
                    <a:pt x="1500" y="0"/>
                  </a:cubicBezTo>
                  <a:close/>
                  <a:moveTo>
                    <a:pt x="922" y="538"/>
                  </a:moveTo>
                  <a:cubicBezTo>
                    <a:pt x="888" y="538"/>
                    <a:pt x="854" y="550"/>
                    <a:pt x="828" y="575"/>
                  </a:cubicBezTo>
                  <a:lnTo>
                    <a:pt x="635" y="753"/>
                  </a:lnTo>
                  <a:cubicBezTo>
                    <a:pt x="580" y="805"/>
                    <a:pt x="576" y="894"/>
                    <a:pt x="629" y="949"/>
                  </a:cubicBezTo>
                  <a:cubicBezTo>
                    <a:pt x="655" y="980"/>
                    <a:pt x="691" y="995"/>
                    <a:pt x="730" y="995"/>
                  </a:cubicBezTo>
                  <a:cubicBezTo>
                    <a:pt x="763" y="995"/>
                    <a:pt x="798" y="982"/>
                    <a:pt x="825" y="956"/>
                  </a:cubicBezTo>
                  <a:lnTo>
                    <a:pt x="1016" y="779"/>
                  </a:lnTo>
                  <a:cubicBezTo>
                    <a:pt x="1072" y="726"/>
                    <a:pt x="1077" y="638"/>
                    <a:pt x="1024" y="582"/>
                  </a:cubicBezTo>
                  <a:cubicBezTo>
                    <a:pt x="996" y="553"/>
                    <a:pt x="959" y="538"/>
                    <a:pt x="922" y="538"/>
                  </a:cubicBezTo>
                  <a:close/>
                  <a:moveTo>
                    <a:pt x="347" y="1074"/>
                  </a:moveTo>
                  <a:cubicBezTo>
                    <a:pt x="313" y="1074"/>
                    <a:pt x="279" y="1087"/>
                    <a:pt x="252" y="1111"/>
                  </a:cubicBezTo>
                  <a:lnTo>
                    <a:pt x="59" y="1290"/>
                  </a:lnTo>
                  <a:cubicBezTo>
                    <a:pt x="5" y="1342"/>
                    <a:pt x="0" y="1429"/>
                    <a:pt x="54" y="1485"/>
                  </a:cubicBezTo>
                  <a:cubicBezTo>
                    <a:pt x="80" y="1516"/>
                    <a:pt x="116" y="1530"/>
                    <a:pt x="154" y="1530"/>
                  </a:cubicBezTo>
                  <a:cubicBezTo>
                    <a:pt x="186" y="1530"/>
                    <a:pt x="221" y="1517"/>
                    <a:pt x="249" y="1493"/>
                  </a:cubicBezTo>
                  <a:lnTo>
                    <a:pt x="441" y="1314"/>
                  </a:lnTo>
                  <a:cubicBezTo>
                    <a:pt x="497" y="1262"/>
                    <a:pt x="501" y="1175"/>
                    <a:pt x="448" y="1119"/>
                  </a:cubicBezTo>
                  <a:cubicBezTo>
                    <a:pt x="421" y="1089"/>
                    <a:pt x="384" y="1074"/>
                    <a:pt x="347" y="1074"/>
                  </a:cubicBezTo>
                  <a:close/>
                </a:path>
              </a:pathLst>
            </a:cu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182" name="Google Shape;2182;p12"/>
            <p:cNvSpPr/>
            <p:nvPr/>
          </p:nvSpPr>
          <p:spPr>
            <a:xfrm>
              <a:off x="4331409" y="2908875"/>
              <a:ext cx="14485" cy="13279"/>
            </a:xfrm>
            <a:custGeom>
              <a:rect b="b" l="l" r="r" t="t"/>
              <a:pathLst>
                <a:path extrusionOk="0" h="374" w="408">
                  <a:moveTo>
                    <a:pt x="254" y="1"/>
                  </a:moveTo>
                  <a:cubicBezTo>
                    <a:pt x="220" y="1"/>
                    <a:pt x="186" y="13"/>
                    <a:pt x="160" y="38"/>
                  </a:cubicBezTo>
                  <a:lnTo>
                    <a:pt x="59" y="133"/>
                  </a:lnTo>
                  <a:cubicBezTo>
                    <a:pt x="3" y="185"/>
                    <a:pt x="0" y="273"/>
                    <a:pt x="52" y="329"/>
                  </a:cubicBezTo>
                  <a:cubicBezTo>
                    <a:pt x="79" y="359"/>
                    <a:pt x="115" y="374"/>
                    <a:pt x="153" y="374"/>
                  </a:cubicBezTo>
                  <a:cubicBezTo>
                    <a:pt x="187" y="374"/>
                    <a:pt x="220" y="362"/>
                    <a:pt x="248" y="336"/>
                  </a:cubicBezTo>
                  <a:lnTo>
                    <a:pt x="348" y="241"/>
                  </a:lnTo>
                  <a:cubicBezTo>
                    <a:pt x="404" y="190"/>
                    <a:pt x="407" y="100"/>
                    <a:pt x="356" y="46"/>
                  </a:cubicBezTo>
                  <a:cubicBezTo>
                    <a:pt x="328" y="16"/>
                    <a:pt x="291" y="1"/>
                    <a:pt x="254" y="1"/>
                  </a:cubicBezTo>
                  <a:close/>
                </a:path>
              </a:pathLst>
            </a:cu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183" name="Google Shape;2183;p12"/>
            <p:cNvSpPr/>
            <p:nvPr/>
          </p:nvSpPr>
          <p:spPr>
            <a:xfrm>
              <a:off x="4133263" y="3021351"/>
              <a:ext cx="57408" cy="38665"/>
            </a:xfrm>
            <a:custGeom>
              <a:rect b="b" l="l" r="r" t="t"/>
              <a:pathLst>
                <a:path extrusionOk="0" h="1089" w="1617">
                  <a:moveTo>
                    <a:pt x="522" y="0"/>
                  </a:moveTo>
                  <a:cubicBezTo>
                    <a:pt x="468" y="0"/>
                    <a:pt x="414" y="16"/>
                    <a:pt x="369" y="46"/>
                  </a:cubicBezTo>
                  <a:lnTo>
                    <a:pt x="166" y="182"/>
                  </a:lnTo>
                  <a:cubicBezTo>
                    <a:pt x="1" y="293"/>
                    <a:pt x="5" y="536"/>
                    <a:pt x="173" y="642"/>
                  </a:cubicBezTo>
                  <a:lnTo>
                    <a:pt x="891" y="1088"/>
                  </a:lnTo>
                  <a:lnTo>
                    <a:pt x="1617" y="274"/>
                  </a:lnTo>
                  <a:lnTo>
                    <a:pt x="591" y="9"/>
                  </a:lnTo>
                  <a:cubicBezTo>
                    <a:pt x="568" y="3"/>
                    <a:pt x="545" y="0"/>
                    <a:pt x="522" y="0"/>
                  </a:cubicBezTo>
                  <a:close/>
                </a:path>
              </a:pathLst>
            </a:custGeom>
            <a:solidFill>
              <a:schemeClr val="accent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184" name="Google Shape;2184;p12"/>
            <p:cNvSpPr/>
            <p:nvPr/>
          </p:nvSpPr>
          <p:spPr>
            <a:xfrm>
              <a:off x="4148494" y="3025647"/>
              <a:ext cx="42177" cy="34404"/>
            </a:xfrm>
            <a:custGeom>
              <a:rect b="b" l="l" r="r" t="t"/>
              <a:pathLst>
                <a:path extrusionOk="0" h="969" w="1188">
                  <a:moveTo>
                    <a:pt x="600" y="0"/>
                  </a:moveTo>
                  <a:lnTo>
                    <a:pt x="0" y="679"/>
                  </a:lnTo>
                  <a:lnTo>
                    <a:pt x="464" y="969"/>
                  </a:lnTo>
                  <a:lnTo>
                    <a:pt x="1188" y="153"/>
                  </a:lnTo>
                  <a:lnTo>
                    <a:pt x="600" y="0"/>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185" name="Google Shape;2185;p12"/>
            <p:cNvSpPr/>
            <p:nvPr/>
          </p:nvSpPr>
          <p:spPr>
            <a:xfrm>
              <a:off x="4190531" y="3059909"/>
              <a:ext cx="39088" cy="55849"/>
            </a:xfrm>
            <a:custGeom>
              <a:rect b="b" l="l" r="r" t="t"/>
              <a:pathLst>
                <a:path extrusionOk="0" h="1573" w="1101">
                  <a:moveTo>
                    <a:pt x="817" y="1"/>
                  </a:moveTo>
                  <a:lnTo>
                    <a:pt x="1" y="725"/>
                  </a:lnTo>
                  <a:lnTo>
                    <a:pt x="447" y="1443"/>
                  </a:lnTo>
                  <a:cubicBezTo>
                    <a:pt x="501" y="1529"/>
                    <a:pt x="590" y="1572"/>
                    <a:pt x="679" y="1572"/>
                  </a:cubicBezTo>
                  <a:cubicBezTo>
                    <a:pt x="766" y="1572"/>
                    <a:pt x="853" y="1531"/>
                    <a:pt x="907" y="1450"/>
                  </a:cubicBezTo>
                  <a:lnTo>
                    <a:pt x="1043" y="1247"/>
                  </a:lnTo>
                  <a:cubicBezTo>
                    <a:pt x="1086" y="1182"/>
                    <a:pt x="1100" y="1102"/>
                    <a:pt x="1080" y="1025"/>
                  </a:cubicBezTo>
                  <a:lnTo>
                    <a:pt x="817" y="1"/>
                  </a:lnTo>
                  <a:close/>
                </a:path>
              </a:pathLst>
            </a:custGeom>
            <a:solidFill>
              <a:schemeClr val="accent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186" name="Google Shape;2186;p12"/>
            <p:cNvSpPr/>
            <p:nvPr/>
          </p:nvSpPr>
          <p:spPr>
            <a:xfrm>
              <a:off x="4197134" y="3077838"/>
              <a:ext cx="32414" cy="37848"/>
            </a:xfrm>
            <a:custGeom>
              <a:rect b="b" l="l" r="r" t="t"/>
              <a:pathLst>
                <a:path extrusionOk="0" h="1066" w="913">
                  <a:moveTo>
                    <a:pt x="760" y="1"/>
                  </a:moveTo>
                  <a:cubicBezTo>
                    <a:pt x="750" y="40"/>
                    <a:pt x="733" y="80"/>
                    <a:pt x="710" y="115"/>
                  </a:cubicBezTo>
                  <a:lnTo>
                    <a:pt x="518" y="400"/>
                  </a:lnTo>
                  <a:cubicBezTo>
                    <a:pt x="443" y="514"/>
                    <a:pt x="320" y="570"/>
                    <a:pt x="197" y="570"/>
                  </a:cubicBezTo>
                  <a:cubicBezTo>
                    <a:pt x="129" y="570"/>
                    <a:pt x="60" y="553"/>
                    <a:pt x="0" y="518"/>
                  </a:cubicBezTo>
                  <a:lnTo>
                    <a:pt x="0" y="518"/>
                  </a:lnTo>
                  <a:lnTo>
                    <a:pt x="261" y="936"/>
                  </a:lnTo>
                  <a:cubicBezTo>
                    <a:pt x="315" y="1022"/>
                    <a:pt x="404" y="1065"/>
                    <a:pt x="494" y="1065"/>
                  </a:cubicBezTo>
                  <a:cubicBezTo>
                    <a:pt x="580" y="1065"/>
                    <a:pt x="667" y="1025"/>
                    <a:pt x="721" y="944"/>
                  </a:cubicBezTo>
                  <a:lnTo>
                    <a:pt x="857" y="741"/>
                  </a:lnTo>
                  <a:cubicBezTo>
                    <a:pt x="900" y="676"/>
                    <a:pt x="913" y="594"/>
                    <a:pt x="893" y="519"/>
                  </a:cubicBezTo>
                  <a:lnTo>
                    <a:pt x="760" y="1"/>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187" name="Google Shape;2187;p12"/>
            <p:cNvSpPr/>
            <p:nvPr/>
          </p:nvSpPr>
          <p:spPr>
            <a:xfrm>
              <a:off x="4099286" y="3095377"/>
              <a:ext cx="56555" cy="54252"/>
            </a:xfrm>
            <a:custGeom>
              <a:rect b="b" l="l" r="r" t="t"/>
              <a:pathLst>
                <a:path extrusionOk="0" h="1528" w="1593">
                  <a:moveTo>
                    <a:pt x="580" y="1"/>
                  </a:moveTo>
                  <a:cubicBezTo>
                    <a:pt x="501" y="1"/>
                    <a:pt x="423" y="26"/>
                    <a:pt x="356" y="74"/>
                  </a:cubicBezTo>
                  <a:lnTo>
                    <a:pt x="152" y="226"/>
                  </a:lnTo>
                  <a:cubicBezTo>
                    <a:pt x="1" y="340"/>
                    <a:pt x="19" y="572"/>
                    <a:pt x="186" y="660"/>
                  </a:cubicBezTo>
                  <a:lnTo>
                    <a:pt x="664" y="911"/>
                  </a:lnTo>
                  <a:lnTo>
                    <a:pt x="916" y="1391"/>
                  </a:lnTo>
                  <a:cubicBezTo>
                    <a:pt x="963" y="1481"/>
                    <a:pt x="1053" y="1527"/>
                    <a:pt x="1143" y="1527"/>
                  </a:cubicBezTo>
                  <a:cubicBezTo>
                    <a:pt x="1220" y="1527"/>
                    <a:pt x="1298" y="1493"/>
                    <a:pt x="1350" y="1424"/>
                  </a:cubicBezTo>
                  <a:lnTo>
                    <a:pt x="1503" y="1219"/>
                  </a:lnTo>
                  <a:cubicBezTo>
                    <a:pt x="1571" y="1122"/>
                    <a:pt x="1592" y="998"/>
                    <a:pt x="1556" y="883"/>
                  </a:cubicBezTo>
                  <a:lnTo>
                    <a:pt x="1350" y="225"/>
                  </a:lnTo>
                  <a:lnTo>
                    <a:pt x="691" y="18"/>
                  </a:lnTo>
                  <a:cubicBezTo>
                    <a:pt x="655" y="6"/>
                    <a:pt x="617" y="1"/>
                    <a:pt x="580" y="1"/>
                  </a:cubicBezTo>
                  <a:close/>
                </a:path>
              </a:pathLst>
            </a:custGeom>
            <a:solidFill>
              <a:schemeClr val="accent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188" name="Google Shape;2188;p12"/>
            <p:cNvSpPr/>
            <p:nvPr/>
          </p:nvSpPr>
          <p:spPr>
            <a:xfrm>
              <a:off x="4126589" y="3111105"/>
              <a:ext cx="29254" cy="38487"/>
            </a:xfrm>
            <a:custGeom>
              <a:rect b="b" l="l" r="r" t="t"/>
              <a:pathLst>
                <a:path extrusionOk="0" h="1084" w="824">
                  <a:moveTo>
                    <a:pt x="649" y="1"/>
                  </a:moveTo>
                  <a:cubicBezTo>
                    <a:pt x="640" y="93"/>
                    <a:pt x="602" y="186"/>
                    <a:pt x="541" y="266"/>
                  </a:cubicBezTo>
                  <a:lnTo>
                    <a:pt x="337" y="532"/>
                  </a:lnTo>
                  <a:cubicBezTo>
                    <a:pt x="261" y="628"/>
                    <a:pt x="154" y="676"/>
                    <a:pt x="53" y="676"/>
                  </a:cubicBezTo>
                  <a:cubicBezTo>
                    <a:pt x="35" y="676"/>
                    <a:pt x="18" y="674"/>
                    <a:pt x="0" y="671"/>
                  </a:cubicBezTo>
                  <a:lnTo>
                    <a:pt x="0" y="671"/>
                  </a:lnTo>
                  <a:lnTo>
                    <a:pt x="144" y="945"/>
                  </a:lnTo>
                  <a:cubicBezTo>
                    <a:pt x="191" y="1036"/>
                    <a:pt x="281" y="1083"/>
                    <a:pt x="371" y="1083"/>
                  </a:cubicBezTo>
                  <a:cubicBezTo>
                    <a:pt x="448" y="1083"/>
                    <a:pt x="525" y="1049"/>
                    <a:pt x="577" y="979"/>
                  </a:cubicBezTo>
                  <a:lnTo>
                    <a:pt x="730" y="775"/>
                  </a:lnTo>
                  <a:cubicBezTo>
                    <a:pt x="802" y="679"/>
                    <a:pt x="823" y="555"/>
                    <a:pt x="787" y="441"/>
                  </a:cubicBezTo>
                  <a:lnTo>
                    <a:pt x="649" y="1"/>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189" name="Google Shape;2189;p12"/>
            <p:cNvSpPr/>
            <p:nvPr/>
          </p:nvSpPr>
          <p:spPr>
            <a:xfrm>
              <a:off x="4131524" y="2998380"/>
              <a:ext cx="130152" cy="118906"/>
            </a:xfrm>
            <a:custGeom>
              <a:rect b="b" l="l" r="r" t="t"/>
              <a:pathLst>
                <a:path extrusionOk="0" h="3349" w="3666">
                  <a:moveTo>
                    <a:pt x="2702" y="0"/>
                  </a:moveTo>
                  <a:cubicBezTo>
                    <a:pt x="2550" y="0"/>
                    <a:pt x="2393" y="57"/>
                    <a:pt x="2250" y="191"/>
                  </a:cubicBezTo>
                  <a:cubicBezTo>
                    <a:pt x="2224" y="216"/>
                    <a:pt x="2199" y="240"/>
                    <a:pt x="2174" y="267"/>
                  </a:cubicBezTo>
                  <a:lnTo>
                    <a:pt x="176" y="2522"/>
                  </a:lnTo>
                  <a:cubicBezTo>
                    <a:pt x="1" y="2720"/>
                    <a:pt x="11" y="3017"/>
                    <a:pt x="195" y="3203"/>
                  </a:cubicBezTo>
                  <a:cubicBezTo>
                    <a:pt x="291" y="3300"/>
                    <a:pt x="419" y="3348"/>
                    <a:pt x="546" y="3348"/>
                  </a:cubicBezTo>
                  <a:cubicBezTo>
                    <a:pt x="664" y="3348"/>
                    <a:pt x="782" y="3307"/>
                    <a:pt x="876" y="3223"/>
                  </a:cubicBezTo>
                  <a:lnTo>
                    <a:pt x="3131" y="1224"/>
                  </a:lnTo>
                  <a:cubicBezTo>
                    <a:pt x="3158" y="1199"/>
                    <a:pt x="3184" y="1174"/>
                    <a:pt x="3207" y="1148"/>
                  </a:cubicBezTo>
                  <a:cubicBezTo>
                    <a:pt x="3665" y="661"/>
                    <a:pt x="3219" y="0"/>
                    <a:pt x="2702" y="0"/>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190" name="Google Shape;2190;p12"/>
            <p:cNvSpPr/>
            <p:nvPr/>
          </p:nvSpPr>
          <p:spPr>
            <a:xfrm>
              <a:off x="4133973" y="3000262"/>
              <a:ext cx="124969" cy="116953"/>
            </a:xfrm>
            <a:custGeom>
              <a:rect b="b" l="l" r="r" t="t"/>
              <a:pathLst>
                <a:path extrusionOk="0" h="3294" w="3520">
                  <a:moveTo>
                    <a:pt x="2886" y="0"/>
                  </a:moveTo>
                  <a:cubicBezTo>
                    <a:pt x="3001" y="225"/>
                    <a:pt x="2995" y="509"/>
                    <a:pt x="2769" y="750"/>
                  </a:cubicBezTo>
                  <a:cubicBezTo>
                    <a:pt x="2745" y="776"/>
                    <a:pt x="2720" y="800"/>
                    <a:pt x="2693" y="826"/>
                  </a:cubicBezTo>
                  <a:lnTo>
                    <a:pt x="438" y="2825"/>
                  </a:lnTo>
                  <a:cubicBezTo>
                    <a:pt x="345" y="2908"/>
                    <a:pt x="225" y="2950"/>
                    <a:pt x="109" y="2950"/>
                  </a:cubicBezTo>
                  <a:cubicBezTo>
                    <a:pt x="73" y="2950"/>
                    <a:pt x="37" y="2944"/>
                    <a:pt x="1" y="2937"/>
                  </a:cubicBezTo>
                  <a:lnTo>
                    <a:pt x="1" y="2937"/>
                  </a:lnTo>
                  <a:cubicBezTo>
                    <a:pt x="24" y="3015"/>
                    <a:pt x="65" y="3087"/>
                    <a:pt x="126" y="3149"/>
                  </a:cubicBezTo>
                  <a:cubicBezTo>
                    <a:pt x="224" y="3245"/>
                    <a:pt x="349" y="3294"/>
                    <a:pt x="477" y="3294"/>
                  </a:cubicBezTo>
                  <a:cubicBezTo>
                    <a:pt x="594" y="3294"/>
                    <a:pt x="713" y="3252"/>
                    <a:pt x="807" y="3170"/>
                  </a:cubicBezTo>
                  <a:lnTo>
                    <a:pt x="3062" y="1171"/>
                  </a:lnTo>
                  <a:cubicBezTo>
                    <a:pt x="3089" y="1146"/>
                    <a:pt x="3115" y="1121"/>
                    <a:pt x="3138" y="1095"/>
                  </a:cubicBezTo>
                  <a:cubicBezTo>
                    <a:pt x="3519" y="689"/>
                    <a:pt x="3276" y="166"/>
                    <a:pt x="2886"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0">
  <p:cSld>
    <p:spTree>
      <p:nvGrpSpPr>
        <p:cNvPr id="2194" name="Shape 2194"/>
        <p:cNvGrpSpPr/>
        <p:nvPr/>
      </p:nvGrpSpPr>
      <p:grpSpPr>
        <a:xfrm>
          <a:off x="0" y="0"/>
          <a:ext cx="0" cy="0"/>
          <a:chOff x="0" y="0"/>
          <a:chExt cx="0" cy="0"/>
        </a:xfrm>
      </p:grpSpPr>
      <p:sp>
        <p:nvSpPr>
          <p:cNvPr id="2195" name="Google Shape;2195;p13"/>
          <p:cNvSpPr/>
          <p:nvPr/>
        </p:nvSpPr>
        <p:spPr>
          <a:xfrm>
            <a:off x="720000" y="1649100"/>
            <a:ext cx="2305500" cy="1127100"/>
          </a:xfrm>
          <a:prstGeom prst="rect">
            <a:avLst/>
          </a:prstGeom>
          <a:solidFill>
            <a:srgbClr val="7C7C7C">
              <a:alpha val="14117"/>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nvGrpSpPr>
          <p:cNvPr id="2196" name="Google Shape;2196;p13"/>
          <p:cNvGrpSpPr/>
          <p:nvPr/>
        </p:nvGrpSpPr>
        <p:grpSpPr>
          <a:xfrm>
            <a:off x="720025" y="1431000"/>
            <a:ext cx="2305500" cy="218100"/>
            <a:chOff x="1290777" y="1427521"/>
            <a:chExt cx="2305500" cy="218100"/>
          </a:xfrm>
        </p:grpSpPr>
        <p:sp>
          <p:nvSpPr>
            <p:cNvPr id="2197" name="Google Shape;2197;p13"/>
            <p:cNvSpPr/>
            <p:nvPr/>
          </p:nvSpPr>
          <p:spPr>
            <a:xfrm>
              <a:off x="1290777" y="1427521"/>
              <a:ext cx="2305500" cy="218100"/>
            </a:xfrm>
            <a:prstGeom prst="rect">
              <a:avLst/>
            </a:prstGeom>
            <a:solidFill>
              <a:srgbClr val="ECE5B4"/>
            </a:solidFill>
            <a:ln cap="flat" cmpd="sng" w="9525">
              <a:solidFill>
                <a:srgbClr val="ECE5B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198" name="Google Shape;2198;p13"/>
            <p:cNvSpPr/>
            <p:nvPr/>
          </p:nvSpPr>
          <p:spPr>
            <a:xfrm>
              <a:off x="1405200" y="1486450"/>
              <a:ext cx="100200" cy="100200"/>
            </a:xfrm>
            <a:prstGeom prst="ellipse">
              <a:avLst/>
            </a:prstGeom>
            <a:solidFill>
              <a:srgbClr val="2F2B1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199" name="Google Shape;2199;p13"/>
            <p:cNvSpPr/>
            <p:nvPr/>
          </p:nvSpPr>
          <p:spPr>
            <a:xfrm>
              <a:off x="1588650" y="1486450"/>
              <a:ext cx="100200" cy="100200"/>
            </a:xfrm>
            <a:prstGeom prst="ellipse">
              <a:avLst/>
            </a:prstGeom>
            <a:solidFill>
              <a:srgbClr val="2F2B1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200" name="Google Shape;2200;p13"/>
            <p:cNvSpPr/>
            <p:nvPr/>
          </p:nvSpPr>
          <p:spPr>
            <a:xfrm>
              <a:off x="1772100" y="1486450"/>
              <a:ext cx="100200" cy="100200"/>
            </a:xfrm>
            <a:prstGeom prst="ellipse">
              <a:avLst/>
            </a:prstGeom>
            <a:solidFill>
              <a:srgbClr val="2F2B1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2201" name="Google Shape;2201;p13"/>
          <p:cNvSpPr/>
          <p:nvPr/>
        </p:nvSpPr>
        <p:spPr>
          <a:xfrm>
            <a:off x="3419262" y="1649100"/>
            <a:ext cx="2305500" cy="1127100"/>
          </a:xfrm>
          <a:prstGeom prst="rect">
            <a:avLst/>
          </a:prstGeom>
          <a:solidFill>
            <a:srgbClr val="7C7C7C">
              <a:alpha val="14117"/>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nvGrpSpPr>
          <p:cNvPr id="2202" name="Google Shape;2202;p13"/>
          <p:cNvGrpSpPr/>
          <p:nvPr/>
        </p:nvGrpSpPr>
        <p:grpSpPr>
          <a:xfrm>
            <a:off x="3419287" y="1431000"/>
            <a:ext cx="2305500" cy="218100"/>
            <a:chOff x="1290777" y="1427521"/>
            <a:chExt cx="2305500" cy="218100"/>
          </a:xfrm>
        </p:grpSpPr>
        <p:sp>
          <p:nvSpPr>
            <p:cNvPr id="2203" name="Google Shape;2203;p13"/>
            <p:cNvSpPr/>
            <p:nvPr/>
          </p:nvSpPr>
          <p:spPr>
            <a:xfrm>
              <a:off x="1290777" y="1427521"/>
              <a:ext cx="2305500" cy="218100"/>
            </a:xfrm>
            <a:prstGeom prst="rect">
              <a:avLst/>
            </a:prstGeom>
            <a:solidFill>
              <a:srgbClr val="ECE5B4"/>
            </a:solidFill>
            <a:ln cap="flat" cmpd="sng" w="9525">
              <a:solidFill>
                <a:srgbClr val="ECE5B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204" name="Google Shape;2204;p13"/>
            <p:cNvSpPr/>
            <p:nvPr/>
          </p:nvSpPr>
          <p:spPr>
            <a:xfrm>
              <a:off x="1405200" y="1486450"/>
              <a:ext cx="100200" cy="100200"/>
            </a:xfrm>
            <a:prstGeom prst="ellipse">
              <a:avLst/>
            </a:prstGeom>
            <a:solidFill>
              <a:srgbClr val="2F2B1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205" name="Google Shape;2205;p13"/>
            <p:cNvSpPr/>
            <p:nvPr/>
          </p:nvSpPr>
          <p:spPr>
            <a:xfrm>
              <a:off x="1588650" y="1486450"/>
              <a:ext cx="100200" cy="100200"/>
            </a:xfrm>
            <a:prstGeom prst="ellipse">
              <a:avLst/>
            </a:prstGeom>
            <a:solidFill>
              <a:srgbClr val="2F2B1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206" name="Google Shape;2206;p13"/>
            <p:cNvSpPr/>
            <p:nvPr/>
          </p:nvSpPr>
          <p:spPr>
            <a:xfrm>
              <a:off x="1772100" y="1486450"/>
              <a:ext cx="100200" cy="100200"/>
            </a:xfrm>
            <a:prstGeom prst="ellipse">
              <a:avLst/>
            </a:prstGeom>
            <a:solidFill>
              <a:srgbClr val="2F2B1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2207" name="Google Shape;2207;p13"/>
          <p:cNvSpPr/>
          <p:nvPr/>
        </p:nvSpPr>
        <p:spPr>
          <a:xfrm>
            <a:off x="6118537" y="1649100"/>
            <a:ext cx="2305500" cy="1127100"/>
          </a:xfrm>
          <a:prstGeom prst="rect">
            <a:avLst/>
          </a:prstGeom>
          <a:solidFill>
            <a:srgbClr val="7C7C7C">
              <a:alpha val="14117"/>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nvGrpSpPr>
          <p:cNvPr id="2208" name="Google Shape;2208;p13"/>
          <p:cNvGrpSpPr/>
          <p:nvPr/>
        </p:nvGrpSpPr>
        <p:grpSpPr>
          <a:xfrm>
            <a:off x="6118562" y="1431000"/>
            <a:ext cx="2305500" cy="218100"/>
            <a:chOff x="1290777" y="1427521"/>
            <a:chExt cx="2305500" cy="218100"/>
          </a:xfrm>
        </p:grpSpPr>
        <p:sp>
          <p:nvSpPr>
            <p:cNvPr id="2209" name="Google Shape;2209;p13"/>
            <p:cNvSpPr/>
            <p:nvPr/>
          </p:nvSpPr>
          <p:spPr>
            <a:xfrm>
              <a:off x="1290777" y="1427521"/>
              <a:ext cx="2305500" cy="218100"/>
            </a:xfrm>
            <a:prstGeom prst="rect">
              <a:avLst/>
            </a:prstGeom>
            <a:solidFill>
              <a:srgbClr val="ECE5B4"/>
            </a:solidFill>
            <a:ln cap="flat" cmpd="sng" w="9525">
              <a:solidFill>
                <a:srgbClr val="ECE5B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210" name="Google Shape;2210;p13"/>
            <p:cNvSpPr/>
            <p:nvPr/>
          </p:nvSpPr>
          <p:spPr>
            <a:xfrm>
              <a:off x="1405200" y="1486450"/>
              <a:ext cx="100200" cy="100200"/>
            </a:xfrm>
            <a:prstGeom prst="ellipse">
              <a:avLst/>
            </a:prstGeom>
            <a:solidFill>
              <a:srgbClr val="2F2B1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211" name="Google Shape;2211;p13"/>
            <p:cNvSpPr/>
            <p:nvPr/>
          </p:nvSpPr>
          <p:spPr>
            <a:xfrm>
              <a:off x="1588650" y="1486450"/>
              <a:ext cx="100200" cy="100200"/>
            </a:xfrm>
            <a:prstGeom prst="ellipse">
              <a:avLst/>
            </a:prstGeom>
            <a:solidFill>
              <a:srgbClr val="2F2B1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212" name="Google Shape;2212;p13"/>
            <p:cNvSpPr/>
            <p:nvPr/>
          </p:nvSpPr>
          <p:spPr>
            <a:xfrm>
              <a:off x="1772100" y="1486450"/>
              <a:ext cx="100200" cy="100200"/>
            </a:xfrm>
            <a:prstGeom prst="ellipse">
              <a:avLst/>
            </a:prstGeom>
            <a:solidFill>
              <a:srgbClr val="2F2B1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2213" name="Google Shape;2213;p13"/>
          <p:cNvSpPr/>
          <p:nvPr/>
        </p:nvSpPr>
        <p:spPr>
          <a:xfrm>
            <a:off x="720000" y="3339125"/>
            <a:ext cx="2305500" cy="1127100"/>
          </a:xfrm>
          <a:prstGeom prst="rect">
            <a:avLst/>
          </a:prstGeom>
          <a:solidFill>
            <a:srgbClr val="7C7C7C">
              <a:alpha val="14117"/>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nvGrpSpPr>
          <p:cNvPr id="2214" name="Google Shape;2214;p13"/>
          <p:cNvGrpSpPr/>
          <p:nvPr/>
        </p:nvGrpSpPr>
        <p:grpSpPr>
          <a:xfrm>
            <a:off x="720025" y="3121025"/>
            <a:ext cx="2305500" cy="218100"/>
            <a:chOff x="1290777" y="1427521"/>
            <a:chExt cx="2305500" cy="218100"/>
          </a:xfrm>
        </p:grpSpPr>
        <p:sp>
          <p:nvSpPr>
            <p:cNvPr id="2215" name="Google Shape;2215;p13"/>
            <p:cNvSpPr/>
            <p:nvPr/>
          </p:nvSpPr>
          <p:spPr>
            <a:xfrm>
              <a:off x="1290777" y="1427521"/>
              <a:ext cx="2305500" cy="218100"/>
            </a:xfrm>
            <a:prstGeom prst="rect">
              <a:avLst/>
            </a:prstGeom>
            <a:solidFill>
              <a:srgbClr val="ECE5B4"/>
            </a:solidFill>
            <a:ln cap="flat" cmpd="sng" w="9525">
              <a:solidFill>
                <a:srgbClr val="ECE5B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216" name="Google Shape;2216;p13"/>
            <p:cNvSpPr/>
            <p:nvPr/>
          </p:nvSpPr>
          <p:spPr>
            <a:xfrm>
              <a:off x="1405200" y="1486450"/>
              <a:ext cx="100200" cy="100200"/>
            </a:xfrm>
            <a:prstGeom prst="ellipse">
              <a:avLst/>
            </a:prstGeom>
            <a:solidFill>
              <a:srgbClr val="2F2B1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217" name="Google Shape;2217;p13"/>
            <p:cNvSpPr/>
            <p:nvPr/>
          </p:nvSpPr>
          <p:spPr>
            <a:xfrm>
              <a:off x="1588650" y="1486450"/>
              <a:ext cx="100200" cy="100200"/>
            </a:xfrm>
            <a:prstGeom prst="ellipse">
              <a:avLst/>
            </a:prstGeom>
            <a:solidFill>
              <a:srgbClr val="2F2B1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218" name="Google Shape;2218;p13"/>
            <p:cNvSpPr/>
            <p:nvPr/>
          </p:nvSpPr>
          <p:spPr>
            <a:xfrm>
              <a:off x="1772100" y="1486450"/>
              <a:ext cx="100200" cy="100200"/>
            </a:xfrm>
            <a:prstGeom prst="ellipse">
              <a:avLst/>
            </a:prstGeom>
            <a:solidFill>
              <a:srgbClr val="2F2B1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2219" name="Google Shape;2219;p13"/>
          <p:cNvSpPr/>
          <p:nvPr/>
        </p:nvSpPr>
        <p:spPr>
          <a:xfrm>
            <a:off x="3419262" y="3339125"/>
            <a:ext cx="2305500" cy="1127100"/>
          </a:xfrm>
          <a:prstGeom prst="rect">
            <a:avLst/>
          </a:prstGeom>
          <a:solidFill>
            <a:srgbClr val="7C7C7C">
              <a:alpha val="14117"/>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nvGrpSpPr>
          <p:cNvPr id="2220" name="Google Shape;2220;p13"/>
          <p:cNvGrpSpPr/>
          <p:nvPr/>
        </p:nvGrpSpPr>
        <p:grpSpPr>
          <a:xfrm>
            <a:off x="3419287" y="3121025"/>
            <a:ext cx="2305500" cy="218100"/>
            <a:chOff x="1290777" y="1427521"/>
            <a:chExt cx="2305500" cy="218100"/>
          </a:xfrm>
        </p:grpSpPr>
        <p:sp>
          <p:nvSpPr>
            <p:cNvPr id="2221" name="Google Shape;2221;p13"/>
            <p:cNvSpPr/>
            <p:nvPr/>
          </p:nvSpPr>
          <p:spPr>
            <a:xfrm>
              <a:off x="1290777" y="1427521"/>
              <a:ext cx="2305500" cy="218100"/>
            </a:xfrm>
            <a:prstGeom prst="rect">
              <a:avLst/>
            </a:prstGeom>
            <a:solidFill>
              <a:srgbClr val="ECE5B4"/>
            </a:solidFill>
            <a:ln cap="flat" cmpd="sng" w="9525">
              <a:solidFill>
                <a:srgbClr val="ECE5B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222" name="Google Shape;2222;p13"/>
            <p:cNvSpPr/>
            <p:nvPr/>
          </p:nvSpPr>
          <p:spPr>
            <a:xfrm>
              <a:off x="1405200" y="1486450"/>
              <a:ext cx="100200" cy="100200"/>
            </a:xfrm>
            <a:prstGeom prst="ellipse">
              <a:avLst/>
            </a:prstGeom>
            <a:solidFill>
              <a:srgbClr val="2F2B1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223" name="Google Shape;2223;p13"/>
            <p:cNvSpPr/>
            <p:nvPr/>
          </p:nvSpPr>
          <p:spPr>
            <a:xfrm>
              <a:off x="1588650" y="1486450"/>
              <a:ext cx="100200" cy="100200"/>
            </a:xfrm>
            <a:prstGeom prst="ellipse">
              <a:avLst/>
            </a:prstGeom>
            <a:solidFill>
              <a:srgbClr val="2F2B1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224" name="Google Shape;2224;p13"/>
            <p:cNvSpPr/>
            <p:nvPr/>
          </p:nvSpPr>
          <p:spPr>
            <a:xfrm>
              <a:off x="1772100" y="1486450"/>
              <a:ext cx="100200" cy="100200"/>
            </a:xfrm>
            <a:prstGeom prst="ellipse">
              <a:avLst/>
            </a:prstGeom>
            <a:solidFill>
              <a:srgbClr val="2F2B1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2225" name="Google Shape;2225;p13"/>
          <p:cNvSpPr/>
          <p:nvPr/>
        </p:nvSpPr>
        <p:spPr>
          <a:xfrm>
            <a:off x="6118537" y="3339125"/>
            <a:ext cx="2305500" cy="1127100"/>
          </a:xfrm>
          <a:prstGeom prst="rect">
            <a:avLst/>
          </a:prstGeom>
          <a:solidFill>
            <a:srgbClr val="7C7C7C">
              <a:alpha val="14117"/>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nvGrpSpPr>
          <p:cNvPr id="2226" name="Google Shape;2226;p13"/>
          <p:cNvGrpSpPr/>
          <p:nvPr/>
        </p:nvGrpSpPr>
        <p:grpSpPr>
          <a:xfrm>
            <a:off x="6118562" y="3121025"/>
            <a:ext cx="2305500" cy="218100"/>
            <a:chOff x="1290777" y="1427521"/>
            <a:chExt cx="2305500" cy="218100"/>
          </a:xfrm>
        </p:grpSpPr>
        <p:sp>
          <p:nvSpPr>
            <p:cNvPr id="2227" name="Google Shape;2227;p13"/>
            <p:cNvSpPr/>
            <p:nvPr/>
          </p:nvSpPr>
          <p:spPr>
            <a:xfrm>
              <a:off x="1290777" y="1427521"/>
              <a:ext cx="2305500" cy="218100"/>
            </a:xfrm>
            <a:prstGeom prst="rect">
              <a:avLst/>
            </a:prstGeom>
            <a:solidFill>
              <a:srgbClr val="ECE5B4"/>
            </a:solidFill>
            <a:ln cap="flat" cmpd="sng" w="9525">
              <a:solidFill>
                <a:srgbClr val="ECE5B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228" name="Google Shape;2228;p13"/>
            <p:cNvSpPr/>
            <p:nvPr/>
          </p:nvSpPr>
          <p:spPr>
            <a:xfrm>
              <a:off x="1405200" y="1486450"/>
              <a:ext cx="100200" cy="100200"/>
            </a:xfrm>
            <a:prstGeom prst="ellipse">
              <a:avLst/>
            </a:prstGeom>
            <a:solidFill>
              <a:srgbClr val="2F2B1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229" name="Google Shape;2229;p13"/>
            <p:cNvSpPr/>
            <p:nvPr/>
          </p:nvSpPr>
          <p:spPr>
            <a:xfrm>
              <a:off x="1588650" y="1486450"/>
              <a:ext cx="100200" cy="100200"/>
            </a:xfrm>
            <a:prstGeom prst="ellipse">
              <a:avLst/>
            </a:prstGeom>
            <a:solidFill>
              <a:srgbClr val="2F2B1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230" name="Google Shape;2230;p13"/>
            <p:cNvSpPr/>
            <p:nvPr/>
          </p:nvSpPr>
          <p:spPr>
            <a:xfrm>
              <a:off x="1772100" y="1486450"/>
              <a:ext cx="100200" cy="100200"/>
            </a:xfrm>
            <a:prstGeom prst="ellipse">
              <a:avLst/>
            </a:prstGeom>
            <a:solidFill>
              <a:srgbClr val="2F2B1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2231" name="Google Shape;2231;p13"/>
          <p:cNvSpPr txBox="1"/>
          <p:nvPr>
            <p:ph type="title"/>
          </p:nvPr>
        </p:nvSpPr>
        <p:spPr>
          <a:xfrm>
            <a:off x="720000" y="540000"/>
            <a:ext cx="7704000" cy="564300"/>
          </a:xfrm>
          <a:prstGeom prst="rect">
            <a:avLst/>
          </a:prstGeom>
          <a:noFill/>
          <a:ln>
            <a:noFill/>
          </a:ln>
        </p:spPr>
        <p:txBody>
          <a:bodyPr anchorCtr="0" anchor="ctr" bIns="91425" lIns="91425" spcFirstLastPara="1" rIns="91425" wrap="square" tIns="91425">
            <a:noAutofit/>
          </a:bodyPr>
          <a:lstStyle/>
          <a:p>
            <a:pPr indent="0" lvl="0" marL="0" rtl="0" algn="l">
              <a:lnSpc>
                <a:spcPct val="100000"/>
              </a:lnSpc>
              <a:spcBef>
                <a:spcPts val="0"/>
              </a:spcBef>
              <a:spcAft>
                <a:spcPts val="0"/>
              </a:spcAft>
              <a:buSzPts val="2800"/>
              <a:buNone/>
            </a:pPr>
            <a:r>
              <a:rPr lang="en">
                <a:solidFill>
                  <a:schemeClr val="lt2"/>
                </a:solidFill>
              </a:rPr>
              <a:t>Next</a:t>
            </a:r>
            <a:r>
              <a:rPr lang="en"/>
              <a:t> steps</a:t>
            </a:r>
            <a:endParaRPr/>
          </a:p>
        </p:txBody>
      </p:sp>
      <p:sp>
        <p:nvSpPr>
          <p:cNvPr id="2232" name="Google Shape;2232;p13"/>
          <p:cNvSpPr txBox="1"/>
          <p:nvPr>
            <p:ph idx="2" type="title"/>
          </p:nvPr>
        </p:nvSpPr>
        <p:spPr>
          <a:xfrm>
            <a:off x="720000" y="1639250"/>
            <a:ext cx="2305500" cy="5277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lnSpc>
                <a:spcPct val="100000"/>
              </a:lnSpc>
              <a:spcBef>
                <a:spcPts val="0"/>
              </a:spcBef>
              <a:spcAft>
                <a:spcPts val="0"/>
              </a:spcAft>
              <a:buSzPts val="2400"/>
              <a:buNone/>
            </a:pPr>
            <a:r>
              <a:rPr lang="en"/>
              <a:t>Request info</a:t>
            </a:r>
            <a:endParaRPr/>
          </a:p>
        </p:txBody>
      </p:sp>
      <p:sp>
        <p:nvSpPr>
          <p:cNvPr id="2233" name="Google Shape;2233;p13"/>
          <p:cNvSpPr txBox="1"/>
          <p:nvPr>
            <p:ph idx="1" type="subTitle"/>
          </p:nvPr>
        </p:nvSpPr>
        <p:spPr>
          <a:xfrm>
            <a:off x="720000" y="2166950"/>
            <a:ext cx="2305500" cy="613200"/>
          </a:xfrm>
          <a:prstGeom prst="rect">
            <a:avLst/>
          </a:prstGeom>
          <a:noFill/>
          <a:ln cap="flat" cmpd="sng" w="9525">
            <a:solidFill>
              <a:schemeClr val="dk2"/>
            </a:solidFill>
            <a:prstDash val="solid"/>
            <a:round/>
            <a:headEnd len="sm" w="sm" type="none"/>
            <a:tailEnd len="sm" w="sm" type="none"/>
          </a:ln>
        </p:spPr>
        <p:txBody>
          <a:bodyPr anchorCtr="0" anchor="t" bIns="91425" lIns="91425" spcFirstLastPara="1" rIns="91425" wrap="square" tIns="91425">
            <a:noAutofit/>
          </a:bodyPr>
          <a:lstStyle/>
          <a:p>
            <a:pPr indent="0" lvl="0" marL="0" rtl="0" algn="ctr">
              <a:lnSpc>
                <a:spcPct val="100000"/>
              </a:lnSpc>
              <a:spcBef>
                <a:spcPts val="0"/>
              </a:spcBef>
              <a:spcAft>
                <a:spcPts val="0"/>
              </a:spcAft>
              <a:buSzPts val="1400"/>
              <a:buNone/>
            </a:pPr>
            <a:r>
              <a:rPr b="1" lang="en">
                <a:solidFill>
                  <a:schemeClr val="accent6"/>
                </a:solidFill>
                <a:highlight>
                  <a:schemeClr val="accent3"/>
                </a:highlight>
              </a:rPr>
              <a:t>Earth</a:t>
            </a:r>
            <a:r>
              <a:rPr b="1" lang="en"/>
              <a:t> </a:t>
            </a:r>
            <a:r>
              <a:rPr lang="en"/>
              <a:t>is the third planet from the Sun</a:t>
            </a:r>
            <a:endParaRPr/>
          </a:p>
        </p:txBody>
      </p:sp>
      <p:sp>
        <p:nvSpPr>
          <p:cNvPr id="2234" name="Google Shape;2234;p13"/>
          <p:cNvSpPr txBox="1"/>
          <p:nvPr>
            <p:ph idx="3" type="title"/>
          </p:nvPr>
        </p:nvSpPr>
        <p:spPr>
          <a:xfrm>
            <a:off x="3419269" y="1639250"/>
            <a:ext cx="2305500" cy="5277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lnSpc>
                <a:spcPct val="100000"/>
              </a:lnSpc>
              <a:spcBef>
                <a:spcPts val="0"/>
              </a:spcBef>
              <a:spcAft>
                <a:spcPts val="0"/>
              </a:spcAft>
              <a:buSzPts val="2400"/>
              <a:buNone/>
            </a:pPr>
            <a:r>
              <a:rPr lang="en"/>
              <a:t>Ask around</a:t>
            </a:r>
            <a:endParaRPr/>
          </a:p>
        </p:txBody>
      </p:sp>
      <p:sp>
        <p:nvSpPr>
          <p:cNvPr id="2235" name="Google Shape;2235;p13"/>
          <p:cNvSpPr txBox="1"/>
          <p:nvPr>
            <p:ph idx="4" type="subTitle"/>
          </p:nvPr>
        </p:nvSpPr>
        <p:spPr>
          <a:xfrm>
            <a:off x="3419271" y="2166950"/>
            <a:ext cx="2305500" cy="613200"/>
          </a:xfrm>
          <a:prstGeom prst="rect">
            <a:avLst/>
          </a:prstGeom>
          <a:noFill/>
          <a:ln cap="flat" cmpd="sng" w="9525">
            <a:solidFill>
              <a:schemeClr val="dk2"/>
            </a:solidFill>
            <a:prstDash val="solid"/>
            <a:round/>
            <a:headEnd len="sm" w="sm" type="none"/>
            <a:tailEnd len="sm" w="sm" type="none"/>
          </a:ln>
        </p:spPr>
        <p:txBody>
          <a:bodyPr anchorCtr="0" anchor="t" bIns="91425" lIns="91425" spcFirstLastPara="1" rIns="91425" wrap="square" tIns="91425">
            <a:noAutofit/>
          </a:bodyPr>
          <a:lstStyle/>
          <a:p>
            <a:pPr indent="0" lvl="0" marL="0" rtl="0" algn="ctr">
              <a:lnSpc>
                <a:spcPct val="100000"/>
              </a:lnSpc>
              <a:spcBef>
                <a:spcPts val="0"/>
              </a:spcBef>
              <a:spcAft>
                <a:spcPts val="0"/>
              </a:spcAft>
              <a:buSzPts val="1400"/>
              <a:buNone/>
            </a:pPr>
            <a:r>
              <a:rPr b="1" lang="en">
                <a:solidFill>
                  <a:schemeClr val="accent6"/>
                </a:solidFill>
                <a:highlight>
                  <a:schemeClr val="accent3"/>
                </a:highlight>
              </a:rPr>
              <a:t>Venus</a:t>
            </a:r>
            <a:r>
              <a:rPr b="1" lang="en"/>
              <a:t> </a:t>
            </a:r>
            <a:r>
              <a:rPr lang="en"/>
              <a:t>has a beautiful name, but it’s very hot</a:t>
            </a:r>
            <a:endParaRPr/>
          </a:p>
        </p:txBody>
      </p:sp>
      <p:sp>
        <p:nvSpPr>
          <p:cNvPr id="2236" name="Google Shape;2236;p13"/>
          <p:cNvSpPr txBox="1"/>
          <p:nvPr>
            <p:ph idx="5" type="title"/>
          </p:nvPr>
        </p:nvSpPr>
        <p:spPr>
          <a:xfrm>
            <a:off x="720000" y="3325325"/>
            <a:ext cx="2305500" cy="5277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lnSpc>
                <a:spcPct val="100000"/>
              </a:lnSpc>
              <a:spcBef>
                <a:spcPts val="0"/>
              </a:spcBef>
              <a:spcAft>
                <a:spcPts val="0"/>
              </a:spcAft>
              <a:buSzPts val="2400"/>
              <a:buNone/>
            </a:pPr>
            <a:r>
              <a:rPr lang="en"/>
              <a:t>Take exam</a:t>
            </a:r>
            <a:endParaRPr/>
          </a:p>
        </p:txBody>
      </p:sp>
      <p:sp>
        <p:nvSpPr>
          <p:cNvPr id="2237" name="Google Shape;2237;p13"/>
          <p:cNvSpPr txBox="1"/>
          <p:nvPr>
            <p:ph idx="6" type="subTitle"/>
          </p:nvPr>
        </p:nvSpPr>
        <p:spPr>
          <a:xfrm>
            <a:off x="720000" y="3853025"/>
            <a:ext cx="2305500" cy="613200"/>
          </a:xfrm>
          <a:prstGeom prst="rect">
            <a:avLst/>
          </a:prstGeom>
          <a:noFill/>
          <a:ln cap="flat" cmpd="sng" w="9525">
            <a:solidFill>
              <a:schemeClr val="dk2"/>
            </a:solidFill>
            <a:prstDash val="solid"/>
            <a:round/>
            <a:headEnd len="sm" w="sm" type="none"/>
            <a:tailEnd len="sm" w="sm" type="none"/>
          </a:ln>
        </p:spPr>
        <p:txBody>
          <a:bodyPr anchorCtr="0" anchor="t" bIns="91425" lIns="91425" spcFirstLastPara="1" rIns="91425" wrap="square" tIns="91425">
            <a:noAutofit/>
          </a:bodyPr>
          <a:lstStyle/>
          <a:p>
            <a:pPr indent="0" lvl="0" marL="0" rtl="0" algn="ctr">
              <a:lnSpc>
                <a:spcPct val="100000"/>
              </a:lnSpc>
              <a:spcBef>
                <a:spcPts val="0"/>
              </a:spcBef>
              <a:spcAft>
                <a:spcPts val="0"/>
              </a:spcAft>
              <a:buSzPts val="1400"/>
              <a:buNone/>
            </a:pPr>
            <a:r>
              <a:rPr b="1" lang="en">
                <a:solidFill>
                  <a:schemeClr val="accent6"/>
                </a:solidFill>
                <a:highlight>
                  <a:schemeClr val="accent3"/>
                </a:highlight>
              </a:rPr>
              <a:t>Jupiter</a:t>
            </a:r>
            <a:r>
              <a:rPr b="1" lang="en"/>
              <a:t> </a:t>
            </a:r>
            <a:r>
              <a:rPr lang="en"/>
              <a:t>is the biggest planet of them all</a:t>
            </a:r>
            <a:endParaRPr/>
          </a:p>
        </p:txBody>
      </p:sp>
      <p:sp>
        <p:nvSpPr>
          <p:cNvPr id="2238" name="Google Shape;2238;p13"/>
          <p:cNvSpPr txBox="1"/>
          <p:nvPr>
            <p:ph idx="7" type="title"/>
          </p:nvPr>
        </p:nvSpPr>
        <p:spPr>
          <a:xfrm>
            <a:off x="3419269" y="3325325"/>
            <a:ext cx="2305500" cy="5277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lnSpc>
                <a:spcPct val="100000"/>
              </a:lnSpc>
              <a:spcBef>
                <a:spcPts val="0"/>
              </a:spcBef>
              <a:spcAft>
                <a:spcPts val="0"/>
              </a:spcAft>
              <a:buSzPts val="2400"/>
              <a:buNone/>
            </a:pPr>
            <a:r>
              <a:rPr lang="en"/>
              <a:t>Receive letter</a:t>
            </a:r>
            <a:endParaRPr/>
          </a:p>
        </p:txBody>
      </p:sp>
      <p:sp>
        <p:nvSpPr>
          <p:cNvPr id="2239" name="Google Shape;2239;p13"/>
          <p:cNvSpPr txBox="1"/>
          <p:nvPr>
            <p:ph idx="8" type="subTitle"/>
          </p:nvPr>
        </p:nvSpPr>
        <p:spPr>
          <a:xfrm>
            <a:off x="3419271" y="3853025"/>
            <a:ext cx="2305500" cy="613200"/>
          </a:xfrm>
          <a:prstGeom prst="rect">
            <a:avLst/>
          </a:prstGeom>
          <a:noFill/>
          <a:ln cap="flat" cmpd="sng" w="9525">
            <a:solidFill>
              <a:schemeClr val="dk2"/>
            </a:solidFill>
            <a:prstDash val="solid"/>
            <a:round/>
            <a:headEnd len="sm" w="sm" type="none"/>
            <a:tailEnd len="sm" w="sm" type="none"/>
          </a:ln>
        </p:spPr>
        <p:txBody>
          <a:bodyPr anchorCtr="0" anchor="t" bIns="91425" lIns="91425" spcFirstLastPara="1" rIns="91425" wrap="square" tIns="91425">
            <a:noAutofit/>
          </a:bodyPr>
          <a:lstStyle/>
          <a:p>
            <a:pPr indent="0" lvl="0" marL="0" rtl="0" algn="ctr">
              <a:lnSpc>
                <a:spcPct val="100000"/>
              </a:lnSpc>
              <a:spcBef>
                <a:spcPts val="0"/>
              </a:spcBef>
              <a:spcAft>
                <a:spcPts val="1600"/>
              </a:spcAft>
              <a:buSzPts val="1400"/>
              <a:buNone/>
            </a:pPr>
            <a:r>
              <a:rPr b="1" lang="en">
                <a:solidFill>
                  <a:schemeClr val="accent6"/>
                </a:solidFill>
                <a:highlight>
                  <a:schemeClr val="accent3"/>
                </a:highlight>
              </a:rPr>
              <a:t>Ceres</a:t>
            </a:r>
            <a:r>
              <a:rPr b="1" lang="en"/>
              <a:t> </a:t>
            </a:r>
            <a:r>
              <a:rPr lang="en"/>
              <a:t>is located in the main asteroid belt</a:t>
            </a:r>
            <a:endParaRPr/>
          </a:p>
        </p:txBody>
      </p:sp>
      <p:sp>
        <p:nvSpPr>
          <p:cNvPr id="2240" name="Google Shape;2240;p13"/>
          <p:cNvSpPr txBox="1"/>
          <p:nvPr>
            <p:ph idx="9" type="title"/>
          </p:nvPr>
        </p:nvSpPr>
        <p:spPr>
          <a:xfrm>
            <a:off x="6118545" y="1639250"/>
            <a:ext cx="2305500" cy="5277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lnSpc>
                <a:spcPct val="100000"/>
              </a:lnSpc>
              <a:spcBef>
                <a:spcPts val="0"/>
              </a:spcBef>
              <a:spcAft>
                <a:spcPts val="0"/>
              </a:spcAft>
              <a:buSzPts val="2400"/>
              <a:buNone/>
            </a:pPr>
            <a:r>
              <a:rPr lang="en"/>
              <a:t>Study</a:t>
            </a:r>
            <a:endParaRPr/>
          </a:p>
        </p:txBody>
      </p:sp>
      <p:sp>
        <p:nvSpPr>
          <p:cNvPr id="2241" name="Google Shape;2241;p13"/>
          <p:cNvSpPr txBox="1"/>
          <p:nvPr>
            <p:ph idx="13" type="subTitle"/>
          </p:nvPr>
        </p:nvSpPr>
        <p:spPr>
          <a:xfrm>
            <a:off x="6118549" y="2166950"/>
            <a:ext cx="2305500" cy="613200"/>
          </a:xfrm>
          <a:prstGeom prst="rect">
            <a:avLst/>
          </a:prstGeom>
          <a:noFill/>
          <a:ln cap="flat" cmpd="sng" w="9525">
            <a:solidFill>
              <a:schemeClr val="dk2"/>
            </a:solidFill>
            <a:prstDash val="solid"/>
            <a:round/>
            <a:headEnd len="sm" w="sm" type="none"/>
            <a:tailEnd len="sm" w="sm" type="none"/>
          </a:ln>
        </p:spPr>
        <p:txBody>
          <a:bodyPr anchorCtr="0" anchor="t" bIns="91425" lIns="91425" spcFirstLastPara="1" rIns="91425" wrap="square" tIns="91425">
            <a:noAutofit/>
          </a:bodyPr>
          <a:lstStyle/>
          <a:p>
            <a:pPr indent="0" lvl="0" marL="0" rtl="0" algn="ctr">
              <a:lnSpc>
                <a:spcPct val="100000"/>
              </a:lnSpc>
              <a:spcBef>
                <a:spcPts val="0"/>
              </a:spcBef>
              <a:spcAft>
                <a:spcPts val="0"/>
              </a:spcAft>
              <a:buSzPts val="1400"/>
              <a:buNone/>
            </a:pPr>
            <a:r>
              <a:rPr lang="en"/>
              <a:t>Despite being red, </a:t>
            </a:r>
            <a:r>
              <a:rPr b="1" lang="en">
                <a:solidFill>
                  <a:schemeClr val="accent6"/>
                </a:solidFill>
                <a:highlight>
                  <a:schemeClr val="accent3"/>
                </a:highlight>
              </a:rPr>
              <a:t>Mars</a:t>
            </a:r>
            <a:r>
              <a:rPr b="1" lang="en"/>
              <a:t> </a:t>
            </a:r>
            <a:r>
              <a:rPr lang="en"/>
              <a:t>is actually a cold place</a:t>
            </a:r>
            <a:endParaRPr/>
          </a:p>
        </p:txBody>
      </p:sp>
      <p:sp>
        <p:nvSpPr>
          <p:cNvPr id="2242" name="Google Shape;2242;p13"/>
          <p:cNvSpPr txBox="1"/>
          <p:nvPr>
            <p:ph idx="14" type="title"/>
          </p:nvPr>
        </p:nvSpPr>
        <p:spPr>
          <a:xfrm>
            <a:off x="6118545" y="3325325"/>
            <a:ext cx="2305500" cy="5277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lnSpc>
                <a:spcPct val="100000"/>
              </a:lnSpc>
              <a:spcBef>
                <a:spcPts val="0"/>
              </a:spcBef>
              <a:spcAft>
                <a:spcPts val="0"/>
              </a:spcAft>
              <a:buSzPts val="2400"/>
              <a:buNone/>
            </a:pPr>
            <a:r>
              <a:rPr lang="en"/>
              <a:t>Join us!</a:t>
            </a:r>
            <a:endParaRPr/>
          </a:p>
        </p:txBody>
      </p:sp>
      <p:sp>
        <p:nvSpPr>
          <p:cNvPr id="2243" name="Google Shape;2243;p13"/>
          <p:cNvSpPr txBox="1"/>
          <p:nvPr>
            <p:ph idx="15" type="subTitle"/>
          </p:nvPr>
        </p:nvSpPr>
        <p:spPr>
          <a:xfrm>
            <a:off x="6118550" y="3853025"/>
            <a:ext cx="2305500" cy="613200"/>
          </a:xfrm>
          <a:prstGeom prst="rect">
            <a:avLst/>
          </a:prstGeom>
          <a:noFill/>
          <a:ln cap="flat" cmpd="sng" w="9525">
            <a:solidFill>
              <a:schemeClr val="dk2"/>
            </a:solidFill>
            <a:prstDash val="solid"/>
            <a:round/>
            <a:headEnd len="sm" w="sm" type="none"/>
            <a:tailEnd len="sm" w="sm" type="none"/>
          </a:ln>
        </p:spPr>
        <p:txBody>
          <a:bodyPr anchorCtr="0" anchor="t" bIns="91425" lIns="91425" spcFirstLastPara="1" rIns="91425" wrap="square" tIns="91425">
            <a:noAutofit/>
          </a:bodyPr>
          <a:lstStyle/>
          <a:p>
            <a:pPr indent="0" lvl="0" marL="0" rtl="0" algn="ctr">
              <a:lnSpc>
                <a:spcPct val="100000"/>
              </a:lnSpc>
              <a:spcBef>
                <a:spcPts val="0"/>
              </a:spcBef>
              <a:spcAft>
                <a:spcPts val="0"/>
              </a:spcAft>
              <a:buSzPts val="1400"/>
              <a:buNone/>
            </a:pPr>
            <a:r>
              <a:rPr b="1" lang="en">
                <a:solidFill>
                  <a:schemeClr val="accent6"/>
                </a:solidFill>
                <a:highlight>
                  <a:schemeClr val="accent3"/>
                </a:highlight>
              </a:rPr>
              <a:t>Saturn</a:t>
            </a:r>
            <a:r>
              <a:rPr b="1" lang="en"/>
              <a:t> </a:t>
            </a:r>
            <a:r>
              <a:rPr lang="en"/>
              <a:t>is a gas giant and has several rings</a:t>
            </a:r>
            <a:endParaRPr/>
          </a:p>
        </p:txBody>
      </p:sp>
    </p:spTree>
  </p:cSld>
  <p:clrMapOvr>
    <a:masterClrMapping/>
  </p:clrMapOvr>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0">
  <p:cSld>
    <p:spTree>
      <p:nvGrpSpPr>
        <p:cNvPr id="2247" name="Shape 2247"/>
        <p:cNvGrpSpPr/>
        <p:nvPr/>
      </p:nvGrpSpPr>
      <p:grpSpPr>
        <a:xfrm>
          <a:off x="0" y="0"/>
          <a:ext cx="0" cy="0"/>
          <a:chOff x="0" y="0"/>
          <a:chExt cx="0" cy="0"/>
        </a:xfrm>
      </p:grpSpPr>
      <p:sp>
        <p:nvSpPr>
          <p:cNvPr id="2248" name="Google Shape;2248;g3b3d817690b_0_75"/>
          <p:cNvSpPr/>
          <p:nvPr/>
        </p:nvSpPr>
        <p:spPr>
          <a:xfrm>
            <a:off x="5556863" y="3367383"/>
            <a:ext cx="2867100" cy="1127100"/>
          </a:xfrm>
          <a:prstGeom prst="rect">
            <a:avLst/>
          </a:prstGeom>
          <a:solidFill>
            <a:srgbClr val="7C7C7C">
              <a:alpha val="14120"/>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nvGrpSpPr>
          <p:cNvPr id="2249" name="Google Shape;2249;g3b3d817690b_0_75"/>
          <p:cNvGrpSpPr/>
          <p:nvPr/>
        </p:nvGrpSpPr>
        <p:grpSpPr>
          <a:xfrm>
            <a:off x="5556888" y="3149283"/>
            <a:ext cx="2867100" cy="218100"/>
            <a:chOff x="1290775" y="1427529"/>
            <a:chExt cx="2867100" cy="218100"/>
          </a:xfrm>
        </p:grpSpPr>
        <p:sp>
          <p:nvSpPr>
            <p:cNvPr id="2250" name="Google Shape;2250;g3b3d817690b_0_75"/>
            <p:cNvSpPr/>
            <p:nvPr/>
          </p:nvSpPr>
          <p:spPr>
            <a:xfrm>
              <a:off x="1290775" y="1427529"/>
              <a:ext cx="2867100" cy="218100"/>
            </a:xfrm>
            <a:prstGeom prst="rect">
              <a:avLst/>
            </a:prstGeom>
            <a:solidFill>
              <a:srgbClr val="ECE5B4"/>
            </a:solidFill>
            <a:ln cap="flat" cmpd="sng" w="9525">
              <a:solidFill>
                <a:srgbClr val="ECE5B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251" name="Google Shape;2251;g3b3d817690b_0_75"/>
            <p:cNvSpPr/>
            <p:nvPr/>
          </p:nvSpPr>
          <p:spPr>
            <a:xfrm>
              <a:off x="1405200" y="1486450"/>
              <a:ext cx="100200" cy="100200"/>
            </a:xfrm>
            <a:prstGeom prst="ellipse">
              <a:avLst/>
            </a:prstGeom>
            <a:solidFill>
              <a:srgbClr val="2F2B1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252" name="Google Shape;2252;g3b3d817690b_0_75"/>
            <p:cNvSpPr/>
            <p:nvPr/>
          </p:nvSpPr>
          <p:spPr>
            <a:xfrm>
              <a:off x="1588650" y="1486450"/>
              <a:ext cx="100200" cy="100200"/>
            </a:xfrm>
            <a:prstGeom prst="ellipse">
              <a:avLst/>
            </a:prstGeom>
            <a:solidFill>
              <a:srgbClr val="2F2B1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253" name="Google Shape;2253;g3b3d817690b_0_75"/>
            <p:cNvSpPr/>
            <p:nvPr/>
          </p:nvSpPr>
          <p:spPr>
            <a:xfrm>
              <a:off x="1772100" y="1486450"/>
              <a:ext cx="100200" cy="100200"/>
            </a:xfrm>
            <a:prstGeom prst="ellipse">
              <a:avLst/>
            </a:prstGeom>
            <a:solidFill>
              <a:srgbClr val="2F2B1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2254" name="Google Shape;2254;g3b3d817690b_0_75"/>
          <p:cNvSpPr/>
          <p:nvPr/>
        </p:nvSpPr>
        <p:spPr>
          <a:xfrm>
            <a:off x="5556863" y="1649108"/>
            <a:ext cx="2867100" cy="1127100"/>
          </a:xfrm>
          <a:prstGeom prst="rect">
            <a:avLst/>
          </a:prstGeom>
          <a:solidFill>
            <a:srgbClr val="7C7C7C">
              <a:alpha val="14120"/>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nvGrpSpPr>
          <p:cNvPr id="2255" name="Google Shape;2255;g3b3d817690b_0_75"/>
          <p:cNvGrpSpPr/>
          <p:nvPr/>
        </p:nvGrpSpPr>
        <p:grpSpPr>
          <a:xfrm>
            <a:off x="5556888" y="1431008"/>
            <a:ext cx="2867100" cy="218100"/>
            <a:chOff x="1290775" y="1427529"/>
            <a:chExt cx="2867100" cy="218100"/>
          </a:xfrm>
        </p:grpSpPr>
        <p:sp>
          <p:nvSpPr>
            <p:cNvPr id="2256" name="Google Shape;2256;g3b3d817690b_0_75"/>
            <p:cNvSpPr/>
            <p:nvPr/>
          </p:nvSpPr>
          <p:spPr>
            <a:xfrm>
              <a:off x="1290775" y="1427529"/>
              <a:ext cx="2867100" cy="218100"/>
            </a:xfrm>
            <a:prstGeom prst="rect">
              <a:avLst/>
            </a:prstGeom>
            <a:solidFill>
              <a:srgbClr val="ECE5B4"/>
            </a:solidFill>
            <a:ln cap="flat" cmpd="sng" w="9525">
              <a:solidFill>
                <a:srgbClr val="ECE5B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257" name="Google Shape;2257;g3b3d817690b_0_75"/>
            <p:cNvSpPr/>
            <p:nvPr/>
          </p:nvSpPr>
          <p:spPr>
            <a:xfrm>
              <a:off x="1405200" y="1486450"/>
              <a:ext cx="100200" cy="100200"/>
            </a:xfrm>
            <a:prstGeom prst="ellipse">
              <a:avLst/>
            </a:prstGeom>
            <a:solidFill>
              <a:srgbClr val="2F2B1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258" name="Google Shape;2258;g3b3d817690b_0_75"/>
            <p:cNvSpPr/>
            <p:nvPr/>
          </p:nvSpPr>
          <p:spPr>
            <a:xfrm>
              <a:off x="1588650" y="1486450"/>
              <a:ext cx="100200" cy="100200"/>
            </a:xfrm>
            <a:prstGeom prst="ellipse">
              <a:avLst/>
            </a:prstGeom>
            <a:solidFill>
              <a:srgbClr val="2F2B1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259" name="Google Shape;2259;g3b3d817690b_0_75"/>
            <p:cNvSpPr/>
            <p:nvPr/>
          </p:nvSpPr>
          <p:spPr>
            <a:xfrm>
              <a:off x="1772100" y="1486450"/>
              <a:ext cx="100200" cy="100200"/>
            </a:xfrm>
            <a:prstGeom prst="ellipse">
              <a:avLst/>
            </a:prstGeom>
            <a:solidFill>
              <a:srgbClr val="2F2B1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2260" name="Google Shape;2260;g3b3d817690b_0_75"/>
          <p:cNvSpPr/>
          <p:nvPr/>
        </p:nvSpPr>
        <p:spPr>
          <a:xfrm>
            <a:off x="1544823" y="1649108"/>
            <a:ext cx="2867100" cy="1127100"/>
          </a:xfrm>
          <a:prstGeom prst="rect">
            <a:avLst/>
          </a:prstGeom>
          <a:solidFill>
            <a:srgbClr val="7C7C7C">
              <a:alpha val="14120"/>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nvGrpSpPr>
          <p:cNvPr id="2261" name="Google Shape;2261;g3b3d817690b_0_75"/>
          <p:cNvGrpSpPr/>
          <p:nvPr/>
        </p:nvGrpSpPr>
        <p:grpSpPr>
          <a:xfrm>
            <a:off x="1544848" y="1431008"/>
            <a:ext cx="2867100" cy="218100"/>
            <a:chOff x="1290775" y="1427529"/>
            <a:chExt cx="2867100" cy="218100"/>
          </a:xfrm>
        </p:grpSpPr>
        <p:sp>
          <p:nvSpPr>
            <p:cNvPr id="2262" name="Google Shape;2262;g3b3d817690b_0_75"/>
            <p:cNvSpPr/>
            <p:nvPr/>
          </p:nvSpPr>
          <p:spPr>
            <a:xfrm>
              <a:off x="1290775" y="1427529"/>
              <a:ext cx="2867100" cy="218100"/>
            </a:xfrm>
            <a:prstGeom prst="rect">
              <a:avLst/>
            </a:prstGeom>
            <a:solidFill>
              <a:srgbClr val="ECE5B4"/>
            </a:solidFill>
            <a:ln cap="flat" cmpd="sng" w="9525">
              <a:solidFill>
                <a:srgbClr val="ECE5B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263" name="Google Shape;2263;g3b3d817690b_0_75"/>
            <p:cNvSpPr/>
            <p:nvPr/>
          </p:nvSpPr>
          <p:spPr>
            <a:xfrm>
              <a:off x="1405200" y="1486450"/>
              <a:ext cx="100200" cy="100200"/>
            </a:xfrm>
            <a:prstGeom prst="ellipse">
              <a:avLst/>
            </a:prstGeom>
            <a:solidFill>
              <a:srgbClr val="2F2B1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264" name="Google Shape;2264;g3b3d817690b_0_75"/>
            <p:cNvSpPr/>
            <p:nvPr/>
          </p:nvSpPr>
          <p:spPr>
            <a:xfrm>
              <a:off x="1588650" y="1486450"/>
              <a:ext cx="100200" cy="100200"/>
            </a:xfrm>
            <a:prstGeom prst="ellipse">
              <a:avLst/>
            </a:prstGeom>
            <a:solidFill>
              <a:srgbClr val="2F2B1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265" name="Google Shape;2265;g3b3d817690b_0_75"/>
            <p:cNvSpPr/>
            <p:nvPr/>
          </p:nvSpPr>
          <p:spPr>
            <a:xfrm>
              <a:off x="1772100" y="1486450"/>
              <a:ext cx="100200" cy="100200"/>
            </a:xfrm>
            <a:prstGeom prst="ellipse">
              <a:avLst/>
            </a:prstGeom>
            <a:solidFill>
              <a:srgbClr val="2F2B1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2266" name="Google Shape;2266;g3b3d817690b_0_75"/>
          <p:cNvSpPr/>
          <p:nvPr/>
        </p:nvSpPr>
        <p:spPr>
          <a:xfrm>
            <a:off x="1544823" y="3367383"/>
            <a:ext cx="2867100" cy="1127100"/>
          </a:xfrm>
          <a:prstGeom prst="rect">
            <a:avLst/>
          </a:prstGeom>
          <a:solidFill>
            <a:srgbClr val="7C7C7C">
              <a:alpha val="14120"/>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nvGrpSpPr>
          <p:cNvPr id="2267" name="Google Shape;2267;g3b3d817690b_0_75"/>
          <p:cNvGrpSpPr/>
          <p:nvPr/>
        </p:nvGrpSpPr>
        <p:grpSpPr>
          <a:xfrm>
            <a:off x="1544848" y="3149283"/>
            <a:ext cx="2867100" cy="218100"/>
            <a:chOff x="1290775" y="1427529"/>
            <a:chExt cx="2867100" cy="218100"/>
          </a:xfrm>
        </p:grpSpPr>
        <p:sp>
          <p:nvSpPr>
            <p:cNvPr id="2268" name="Google Shape;2268;g3b3d817690b_0_75"/>
            <p:cNvSpPr/>
            <p:nvPr/>
          </p:nvSpPr>
          <p:spPr>
            <a:xfrm>
              <a:off x="1290775" y="1427529"/>
              <a:ext cx="2867100" cy="218100"/>
            </a:xfrm>
            <a:prstGeom prst="rect">
              <a:avLst/>
            </a:prstGeom>
            <a:solidFill>
              <a:srgbClr val="ECE5B4"/>
            </a:solidFill>
            <a:ln cap="flat" cmpd="sng" w="9525">
              <a:solidFill>
                <a:srgbClr val="ECE5B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269" name="Google Shape;2269;g3b3d817690b_0_75"/>
            <p:cNvSpPr/>
            <p:nvPr/>
          </p:nvSpPr>
          <p:spPr>
            <a:xfrm>
              <a:off x="1405200" y="1486450"/>
              <a:ext cx="100200" cy="100200"/>
            </a:xfrm>
            <a:prstGeom prst="ellipse">
              <a:avLst/>
            </a:prstGeom>
            <a:solidFill>
              <a:srgbClr val="2F2B1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270" name="Google Shape;2270;g3b3d817690b_0_75"/>
            <p:cNvSpPr/>
            <p:nvPr/>
          </p:nvSpPr>
          <p:spPr>
            <a:xfrm>
              <a:off x="1588650" y="1486450"/>
              <a:ext cx="100200" cy="100200"/>
            </a:xfrm>
            <a:prstGeom prst="ellipse">
              <a:avLst/>
            </a:prstGeom>
            <a:solidFill>
              <a:srgbClr val="2F2B1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271" name="Google Shape;2271;g3b3d817690b_0_75"/>
            <p:cNvSpPr/>
            <p:nvPr/>
          </p:nvSpPr>
          <p:spPr>
            <a:xfrm>
              <a:off x="1772100" y="1486450"/>
              <a:ext cx="100200" cy="100200"/>
            </a:xfrm>
            <a:prstGeom prst="ellipse">
              <a:avLst/>
            </a:prstGeom>
            <a:solidFill>
              <a:srgbClr val="2F2B1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2272" name="Google Shape;2272;g3b3d817690b_0_75"/>
          <p:cNvSpPr txBox="1"/>
          <p:nvPr>
            <p:ph type="title"/>
          </p:nvPr>
        </p:nvSpPr>
        <p:spPr>
          <a:xfrm>
            <a:off x="720000" y="540000"/>
            <a:ext cx="7704000" cy="564300"/>
          </a:xfrm>
          <a:prstGeom prst="rect">
            <a:avLst/>
          </a:prstGeom>
          <a:noFill/>
          <a:ln>
            <a:noFill/>
          </a:ln>
        </p:spPr>
        <p:txBody>
          <a:bodyPr anchorCtr="0" anchor="ctr" bIns="91425" lIns="91425" spcFirstLastPara="1" rIns="91425" wrap="square" tIns="91425">
            <a:noAutofit/>
          </a:bodyPr>
          <a:lstStyle/>
          <a:p>
            <a:pPr indent="0" lvl="0" marL="0" rtl="0" algn="l">
              <a:lnSpc>
                <a:spcPct val="100000"/>
              </a:lnSpc>
              <a:spcBef>
                <a:spcPts val="0"/>
              </a:spcBef>
              <a:spcAft>
                <a:spcPts val="0"/>
              </a:spcAft>
              <a:buSzPts val="2800"/>
              <a:buNone/>
            </a:pPr>
            <a:r>
              <a:rPr lang="en"/>
              <a:t>Resources</a:t>
            </a:r>
            <a:endParaRPr/>
          </a:p>
        </p:txBody>
      </p:sp>
      <p:sp>
        <p:nvSpPr>
          <p:cNvPr id="2273" name="Google Shape;2273;g3b3d817690b_0_75"/>
          <p:cNvSpPr txBox="1"/>
          <p:nvPr>
            <p:ph idx="2" type="title"/>
          </p:nvPr>
        </p:nvSpPr>
        <p:spPr>
          <a:xfrm>
            <a:off x="1544823" y="1649108"/>
            <a:ext cx="2867100" cy="5277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lnSpc>
                <a:spcPct val="100000"/>
              </a:lnSpc>
              <a:spcBef>
                <a:spcPts val="0"/>
              </a:spcBef>
              <a:spcAft>
                <a:spcPts val="0"/>
              </a:spcAft>
              <a:buSzPts val="2400"/>
              <a:buNone/>
            </a:pPr>
            <a:r>
              <a:rPr lang="en"/>
              <a:t>Course catalog </a:t>
            </a:r>
            <a:endParaRPr/>
          </a:p>
        </p:txBody>
      </p:sp>
      <p:sp>
        <p:nvSpPr>
          <p:cNvPr id="2274" name="Google Shape;2274;g3b3d817690b_0_75"/>
          <p:cNvSpPr txBox="1"/>
          <p:nvPr>
            <p:ph idx="1" type="subTitle"/>
          </p:nvPr>
        </p:nvSpPr>
        <p:spPr>
          <a:xfrm>
            <a:off x="1544848" y="2176808"/>
            <a:ext cx="2867100" cy="599400"/>
          </a:xfrm>
          <a:prstGeom prst="rect">
            <a:avLst/>
          </a:prstGeom>
          <a:noFill/>
          <a:ln cap="flat" cmpd="sng" w="9525">
            <a:solidFill>
              <a:schemeClr val="dk2"/>
            </a:solidFill>
            <a:prstDash val="solid"/>
            <a:round/>
            <a:headEnd len="sm" w="sm" type="none"/>
            <a:tailEnd len="sm" w="sm" type="none"/>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400"/>
              <a:buNone/>
            </a:pPr>
            <a:r>
              <a:rPr b="1" lang="en">
                <a:highlight>
                  <a:schemeClr val="accent2"/>
                </a:highlight>
              </a:rPr>
              <a:t>Mercury</a:t>
            </a:r>
            <a:r>
              <a:rPr b="1" lang="en"/>
              <a:t> </a:t>
            </a:r>
            <a:r>
              <a:rPr lang="en"/>
              <a:t>is the closest planet to the Sun and the smallest one</a:t>
            </a:r>
            <a:endParaRPr/>
          </a:p>
        </p:txBody>
      </p:sp>
      <p:sp>
        <p:nvSpPr>
          <p:cNvPr id="2275" name="Google Shape;2275;g3b3d817690b_0_75"/>
          <p:cNvSpPr txBox="1"/>
          <p:nvPr>
            <p:ph idx="3" type="title"/>
          </p:nvPr>
        </p:nvSpPr>
        <p:spPr>
          <a:xfrm>
            <a:off x="5556855" y="1649108"/>
            <a:ext cx="2867100" cy="5277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lnSpc>
                <a:spcPct val="100000"/>
              </a:lnSpc>
              <a:spcBef>
                <a:spcPts val="0"/>
              </a:spcBef>
              <a:spcAft>
                <a:spcPts val="0"/>
              </a:spcAft>
              <a:buSzPts val="2400"/>
              <a:buNone/>
            </a:pPr>
            <a:r>
              <a:rPr lang="en"/>
              <a:t>Faculty</a:t>
            </a:r>
            <a:endParaRPr/>
          </a:p>
        </p:txBody>
      </p:sp>
      <p:sp>
        <p:nvSpPr>
          <p:cNvPr id="2276" name="Google Shape;2276;g3b3d817690b_0_75"/>
          <p:cNvSpPr txBox="1"/>
          <p:nvPr>
            <p:ph idx="4" type="subTitle"/>
          </p:nvPr>
        </p:nvSpPr>
        <p:spPr>
          <a:xfrm>
            <a:off x="5556877" y="2176808"/>
            <a:ext cx="2867100" cy="599400"/>
          </a:xfrm>
          <a:prstGeom prst="rect">
            <a:avLst/>
          </a:prstGeom>
          <a:noFill/>
          <a:ln cap="flat" cmpd="sng" w="9525">
            <a:solidFill>
              <a:schemeClr val="dk2"/>
            </a:solidFill>
            <a:prstDash val="solid"/>
            <a:round/>
            <a:headEnd len="sm" w="sm" type="none"/>
            <a:tailEnd len="sm" w="sm" type="none"/>
          </a:ln>
        </p:spPr>
        <p:txBody>
          <a:bodyPr anchorCtr="0" anchor="t" bIns="91425" lIns="91425" spcFirstLastPara="1" rIns="91425" wrap="square" tIns="91425">
            <a:noAutofit/>
          </a:bodyPr>
          <a:lstStyle/>
          <a:p>
            <a:pPr indent="0" lvl="0" marL="0" rtl="0" algn="l">
              <a:lnSpc>
                <a:spcPct val="100000"/>
              </a:lnSpc>
              <a:spcBef>
                <a:spcPts val="0"/>
              </a:spcBef>
              <a:spcAft>
                <a:spcPts val="0"/>
              </a:spcAft>
              <a:buClr>
                <a:schemeClr val="dk1"/>
              </a:buClr>
              <a:buSzPts val="1100"/>
              <a:buFont typeface="Arial"/>
              <a:buNone/>
            </a:pPr>
            <a:r>
              <a:rPr b="1" lang="en">
                <a:highlight>
                  <a:schemeClr val="accent2"/>
                </a:highlight>
              </a:rPr>
              <a:t>Earth</a:t>
            </a:r>
            <a:r>
              <a:rPr b="1" lang="en"/>
              <a:t> </a:t>
            </a:r>
            <a:r>
              <a:rPr lang="en"/>
              <a:t>is the only known planet to harbor life</a:t>
            </a:r>
            <a:endParaRPr/>
          </a:p>
        </p:txBody>
      </p:sp>
      <p:sp>
        <p:nvSpPr>
          <p:cNvPr id="2277" name="Google Shape;2277;g3b3d817690b_0_75"/>
          <p:cNvSpPr txBox="1"/>
          <p:nvPr>
            <p:ph idx="5" type="title"/>
          </p:nvPr>
        </p:nvSpPr>
        <p:spPr>
          <a:xfrm>
            <a:off x="1544823" y="3367383"/>
            <a:ext cx="2867100" cy="5277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lnSpc>
                <a:spcPct val="100000"/>
              </a:lnSpc>
              <a:spcBef>
                <a:spcPts val="0"/>
              </a:spcBef>
              <a:spcAft>
                <a:spcPts val="0"/>
              </a:spcAft>
              <a:buSzPts val="2400"/>
              <a:buNone/>
            </a:pPr>
            <a:r>
              <a:rPr lang="en"/>
              <a:t>Student org.</a:t>
            </a:r>
            <a:endParaRPr/>
          </a:p>
        </p:txBody>
      </p:sp>
      <p:sp>
        <p:nvSpPr>
          <p:cNvPr id="2278" name="Google Shape;2278;g3b3d817690b_0_75"/>
          <p:cNvSpPr txBox="1"/>
          <p:nvPr>
            <p:ph idx="6" type="subTitle"/>
          </p:nvPr>
        </p:nvSpPr>
        <p:spPr>
          <a:xfrm>
            <a:off x="1544848" y="3895083"/>
            <a:ext cx="2867100" cy="599400"/>
          </a:xfrm>
          <a:prstGeom prst="rect">
            <a:avLst/>
          </a:prstGeom>
          <a:noFill/>
          <a:ln cap="flat" cmpd="sng" w="9525">
            <a:solidFill>
              <a:schemeClr val="dk2"/>
            </a:solidFill>
            <a:prstDash val="solid"/>
            <a:round/>
            <a:headEnd len="sm" w="sm" type="none"/>
            <a:tailEnd len="sm" w="sm" type="none"/>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400"/>
              <a:buNone/>
            </a:pPr>
            <a:r>
              <a:rPr b="1" lang="en">
                <a:highlight>
                  <a:schemeClr val="accent2"/>
                </a:highlight>
              </a:rPr>
              <a:t>Venus</a:t>
            </a:r>
            <a:r>
              <a:rPr b="1" lang="en"/>
              <a:t> </a:t>
            </a:r>
            <a:r>
              <a:rPr lang="en"/>
              <a:t>has a beautiful name and is the second planet from the Sun</a:t>
            </a:r>
            <a:endParaRPr/>
          </a:p>
        </p:txBody>
      </p:sp>
      <p:sp>
        <p:nvSpPr>
          <p:cNvPr id="2279" name="Google Shape;2279;g3b3d817690b_0_75"/>
          <p:cNvSpPr txBox="1"/>
          <p:nvPr>
            <p:ph idx="7" type="title"/>
          </p:nvPr>
        </p:nvSpPr>
        <p:spPr>
          <a:xfrm>
            <a:off x="5556855" y="3367383"/>
            <a:ext cx="2867100" cy="5277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lnSpc>
                <a:spcPct val="100000"/>
              </a:lnSpc>
              <a:spcBef>
                <a:spcPts val="0"/>
              </a:spcBef>
              <a:spcAft>
                <a:spcPts val="0"/>
              </a:spcAft>
              <a:buSzPts val="2400"/>
              <a:buNone/>
            </a:pPr>
            <a:r>
              <a:rPr lang="en"/>
              <a:t>Job center</a:t>
            </a:r>
            <a:endParaRPr/>
          </a:p>
        </p:txBody>
      </p:sp>
      <p:sp>
        <p:nvSpPr>
          <p:cNvPr id="2280" name="Google Shape;2280;g3b3d817690b_0_75"/>
          <p:cNvSpPr txBox="1"/>
          <p:nvPr>
            <p:ph idx="8" type="subTitle"/>
          </p:nvPr>
        </p:nvSpPr>
        <p:spPr>
          <a:xfrm>
            <a:off x="5556877" y="3895083"/>
            <a:ext cx="2867100" cy="599400"/>
          </a:xfrm>
          <a:prstGeom prst="rect">
            <a:avLst/>
          </a:prstGeom>
          <a:noFill/>
          <a:ln cap="flat" cmpd="sng" w="9525">
            <a:solidFill>
              <a:schemeClr val="dk2"/>
            </a:solidFill>
            <a:prstDash val="solid"/>
            <a:round/>
            <a:headEnd len="sm" w="sm" type="none"/>
            <a:tailEnd len="sm" w="sm" type="none"/>
          </a:ln>
        </p:spPr>
        <p:txBody>
          <a:bodyPr anchorCtr="0" anchor="t" bIns="91425" lIns="91425" spcFirstLastPara="1" rIns="91425" wrap="square" tIns="91425">
            <a:noAutofit/>
          </a:bodyPr>
          <a:lstStyle/>
          <a:p>
            <a:pPr indent="0" lvl="0" marL="0" rtl="0" algn="l">
              <a:lnSpc>
                <a:spcPct val="100000"/>
              </a:lnSpc>
              <a:spcBef>
                <a:spcPts val="0"/>
              </a:spcBef>
              <a:spcAft>
                <a:spcPts val="0"/>
              </a:spcAft>
              <a:buClr>
                <a:schemeClr val="dk1"/>
              </a:buClr>
              <a:buSzPts val="1100"/>
              <a:buFont typeface="Arial"/>
              <a:buNone/>
            </a:pPr>
            <a:r>
              <a:rPr b="1" lang="en">
                <a:highlight>
                  <a:schemeClr val="accent2"/>
                </a:highlight>
              </a:rPr>
              <a:t>Saturn</a:t>
            </a:r>
            <a:r>
              <a:rPr b="1" lang="en"/>
              <a:t> </a:t>
            </a:r>
            <a:r>
              <a:rPr lang="en"/>
              <a:t>is a gas giant and has several rings around it</a:t>
            </a:r>
            <a:endParaRPr/>
          </a:p>
        </p:txBody>
      </p:sp>
      <p:grpSp>
        <p:nvGrpSpPr>
          <p:cNvPr id="2281" name="Google Shape;2281;g3b3d817690b_0_75"/>
          <p:cNvGrpSpPr/>
          <p:nvPr/>
        </p:nvGrpSpPr>
        <p:grpSpPr>
          <a:xfrm>
            <a:off x="720006" y="1727980"/>
            <a:ext cx="650997" cy="759684"/>
            <a:chOff x="4876875" y="1427500"/>
            <a:chExt cx="1130400" cy="1319125"/>
          </a:xfrm>
        </p:grpSpPr>
        <p:sp>
          <p:nvSpPr>
            <p:cNvPr id="2282" name="Google Shape;2282;g3b3d817690b_0_75"/>
            <p:cNvSpPr/>
            <p:nvPr/>
          </p:nvSpPr>
          <p:spPr>
            <a:xfrm>
              <a:off x="4876875" y="1645625"/>
              <a:ext cx="1130400" cy="11010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283" name="Google Shape;2283;g3b3d817690b_0_75"/>
            <p:cNvSpPr/>
            <p:nvPr/>
          </p:nvSpPr>
          <p:spPr>
            <a:xfrm>
              <a:off x="4876875" y="1427500"/>
              <a:ext cx="1130400" cy="2181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cxnSp>
        <p:nvCxnSpPr>
          <p:cNvPr id="2284" name="Google Shape;2284;g3b3d817690b_0_75"/>
          <p:cNvCxnSpPr>
            <a:stCxn id="2282" idx="3"/>
            <a:endCxn id="2273" idx="1"/>
          </p:cNvCxnSpPr>
          <p:nvPr/>
        </p:nvCxnSpPr>
        <p:spPr>
          <a:xfrm flipH="1" rot="10800000">
            <a:off x="1371003" y="1912931"/>
            <a:ext cx="173700" cy="257700"/>
          </a:xfrm>
          <a:prstGeom prst="bentConnector3">
            <a:avLst>
              <a:gd fmla="val 50036" name="adj1"/>
            </a:avLst>
          </a:prstGeom>
          <a:noFill/>
          <a:ln cap="flat" cmpd="sng" w="9525">
            <a:solidFill>
              <a:schemeClr val="dk2"/>
            </a:solidFill>
            <a:prstDash val="solid"/>
            <a:round/>
            <a:headEnd len="sm" w="sm" type="none"/>
            <a:tailEnd len="sm" w="sm" type="none"/>
          </a:ln>
        </p:spPr>
      </p:cxnSp>
      <p:grpSp>
        <p:nvGrpSpPr>
          <p:cNvPr id="2285" name="Google Shape;2285;g3b3d817690b_0_75"/>
          <p:cNvGrpSpPr/>
          <p:nvPr/>
        </p:nvGrpSpPr>
        <p:grpSpPr>
          <a:xfrm>
            <a:off x="720006" y="3442018"/>
            <a:ext cx="650997" cy="759684"/>
            <a:chOff x="4876875" y="1427500"/>
            <a:chExt cx="1130400" cy="1319125"/>
          </a:xfrm>
        </p:grpSpPr>
        <p:sp>
          <p:nvSpPr>
            <p:cNvPr id="2286" name="Google Shape;2286;g3b3d817690b_0_75"/>
            <p:cNvSpPr/>
            <p:nvPr/>
          </p:nvSpPr>
          <p:spPr>
            <a:xfrm>
              <a:off x="4876875" y="1645625"/>
              <a:ext cx="1130400" cy="11010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287" name="Google Shape;2287;g3b3d817690b_0_75"/>
            <p:cNvSpPr/>
            <p:nvPr/>
          </p:nvSpPr>
          <p:spPr>
            <a:xfrm>
              <a:off x="4876875" y="1427500"/>
              <a:ext cx="1130400" cy="2181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2288" name="Google Shape;2288;g3b3d817690b_0_75"/>
          <p:cNvGrpSpPr/>
          <p:nvPr/>
        </p:nvGrpSpPr>
        <p:grpSpPr>
          <a:xfrm>
            <a:off x="4722356" y="1727980"/>
            <a:ext cx="650997" cy="759684"/>
            <a:chOff x="4876875" y="1427500"/>
            <a:chExt cx="1130400" cy="1319125"/>
          </a:xfrm>
        </p:grpSpPr>
        <p:sp>
          <p:nvSpPr>
            <p:cNvPr id="2289" name="Google Shape;2289;g3b3d817690b_0_75"/>
            <p:cNvSpPr/>
            <p:nvPr/>
          </p:nvSpPr>
          <p:spPr>
            <a:xfrm>
              <a:off x="4876875" y="1645625"/>
              <a:ext cx="1130400" cy="11010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290" name="Google Shape;2290;g3b3d817690b_0_75"/>
            <p:cNvSpPr/>
            <p:nvPr/>
          </p:nvSpPr>
          <p:spPr>
            <a:xfrm>
              <a:off x="4876875" y="1427500"/>
              <a:ext cx="1130400" cy="2181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2291" name="Google Shape;2291;g3b3d817690b_0_75"/>
          <p:cNvGrpSpPr/>
          <p:nvPr/>
        </p:nvGrpSpPr>
        <p:grpSpPr>
          <a:xfrm>
            <a:off x="4722356" y="3442018"/>
            <a:ext cx="650997" cy="759684"/>
            <a:chOff x="4876875" y="1427500"/>
            <a:chExt cx="1130400" cy="1319125"/>
          </a:xfrm>
        </p:grpSpPr>
        <p:sp>
          <p:nvSpPr>
            <p:cNvPr id="2292" name="Google Shape;2292;g3b3d817690b_0_75"/>
            <p:cNvSpPr/>
            <p:nvPr/>
          </p:nvSpPr>
          <p:spPr>
            <a:xfrm>
              <a:off x="4876875" y="1645625"/>
              <a:ext cx="1130400" cy="11010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293" name="Google Shape;2293;g3b3d817690b_0_75"/>
            <p:cNvSpPr/>
            <p:nvPr/>
          </p:nvSpPr>
          <p:spPr>
            <a:xfrm>
              <a:off x="4876875" y="1427500"/>
              <a:ext cx="1130400" cy="2181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cxnSp>
        <p:nvCxnSpPr>
          <p:cNvPr id="2294" name="Google Shape;2294;g3b3d817690b_0_75"/>
          <p:cNvCxnSpPr>
            <a:stCxn id="2286" idx="3"/>
            <a:endCxn id="2277" idx="1"/>
          </p:cNvCxnSpPr>
          <p:nvPr/>
        </p:nvCxnSpPr>
        <p:spPr>
          <a:xfrm flipH="1" rot="10800000">
            <a:off x="1371003" y="3631169"/>
            <a:ext cx="173700" cy="253500"/>
          </a:xfrm>
          <a:prstGeom prst="bentConnector3">
            <a:avLst>
              <a:gd fmla="val 50036" name="adj1"/>
            </a:avLst>
          </a:prstGeom>
          <a:noFill/>
          <a:ln cap="flat" cmpd="sng" w="9525">
            <a:solidFill>
              <a:schemeClr val="dk2"/>
            </a:solidFill>
            <a:prstDash val="solid"/>
            <a:round/>
            <a:headEnd len="sm" w="sm" type="none"/>
            <a:tailEnd len="sm" w="sm" type="none"/>
          </a:ln>
        </p:spPr>
      </p:cxnSp>
      <p:cxnSp>
        <p:nvCxnSpPr>
          <p:cNvPr id="2295" name="Google Shape;2295;g3b3d817690b_0_75"/>
          <p:cNvCxnSpPr>
            <a:stCxn id="2289" idx="3"/>
            <a:endCxn id="2275" idx="1"/>
          </p:cNvCxnSpPr>
          <p:nvPr/>
        </p:nvCxnSpPr>
        <p:spPr>
          <a:xfrm flipH="1" rot="10800000">
            <a:off x="5373353" y="1912931"/>
            <a:ext cx="183600" cy="257700"/>
          </a:xfrm>
          <a:prstGeom prst="bentConnector3">
            <a:avLst>
              <a:gd fmla="val 49975" name="adj1"/>
            </a:avLst>
          </a:prstGeom>
          <a:noFill/>
          <a:ln cap="flat" cmpd="sng" w="9525">
            <a:solidFill>
              <a:schemeClr val="dk2"/>
            </a:solidFill>
            <a:prstDash val="solid"/>
            <a:round/>
            <a:headEnd len="sm" w="sm" type="none"/>
            <a:tailEnd len="sm" w="sm" type="none"/>
          </a:ln>
        </p:spPr>
      </p:cxnSp>
      <p:cxnSp>
        <p:nvCxnSpPr>
          <p:cNvPr id="2296" name="Google Shape;2296;g3b3d817690b_0_75"/>
          <p:cNvCxnSpPr>
            <a:stCxn id="2292" idx="3"/>
            <a:endCxn id="2279" idx="1"/>
          </p:cNvCxnSpPr>
          <p:nvPr/>
        </p:nvCxnSpPr>
        <p:spPr>
          <a:xfrm flipH="1" rot="10800000">
            <a:off x="5373353" y="3631169"/>
            <a:ext cx="183600" cy="253500"/>
          </a:xfrm>
          <a:prstGeom prst="bentConnector3">
            <a:avLst>
              <a:gd fmla="val 49975" name="adj1"/>
            </a:avLst>
          </a:prstGeom>
          <a:noFill/>
          <a:ln cap="flat" cmpd="sng" w="9525">
            <a:solidFill>
              <a:schemeClr val="dk2"/>
            </a:solidFill>
            <a:prstDash val="solid"/>
            <a:round/>
            <a:headEnd len="sm" w="sm" type="none"/>
            <a:tailEnd len="sm" w="sm" type="none"/>
          </a:ln>
        </p:spPr>
      </p:cxnSp>
      <p:grpSp>
        <p:nvGrpSpPr>
          <p:cNvPr id="2297" name="Google Shape;2297;g3b3d817690b_0_75"/>
          <p:cNvGrpSpPr/>
          <p:nvPr/>
        </p:nvGrpSpPr>
        <p:grpSpPr>
          <a:xfrm>
            <a:off x="4938229" y="3731934"/>
            <a:ext cx="219238" cy="297659"/>
            <a:chOff x="2876854" y="4126926"/>
            <a:chExt cx="219238" cy="297659"/>
          </a:xfrm>
        </p:grpSpPr>
        <p:sp>
          <p:nvSpPr>
            <p:cNvPr id="2298" name="Google Shape;2298;g3b3d817690b_0_75"/>
            <p:cNvSpPr/>
            <p:nvPr/>
          </p:nvSpPr>
          <p:spPr>
            <a:xfrm>
              <a:off x="2946981" y="4376465"/>
              <a:ext cx="97685" cy="31062"/>
            </a:xfrm>
            <a:custGeom>
              <a:rect b="b" l="l" r="r" t="t"/>
              <a:pathLst>
                <a:path extrusionOk="0" h="967" w="3041">
                  <a:moveTo>
                    <a:pt x="228" y="1"/>
                  </a:moveTo>
                  <a:lnTo>
                    <a:pt x="0" y="743"/>
                  </a:lnTo>
                  <a:lnTo>
                    <a:pt x="1520" y="966"/>
                  </a:lnTo>
                  <a:lnTo>
                    <a:pt x="3040" y="743"/>
                  </a:lnTo>
                  <a:lnTo>
                    <a:pt x="2732" y="1"/>
                  </a:lnTo>
                  <a:close/>
                </a:path>
              </a:pathLst>
            </a:cu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299" name="Google Shape;2299;g3b3d817690b_0_75"/>
            <p:cNvSpPr/>
            <p:nvPr/>
          </p:nvSpPr>
          <p:spPr>
            <a:xfrm>
              <a:off x="2946821" y="4376465"/>
              <a:ext cx="97685" cy="25120"/>
            </a:xfrm>
            <a:custGeom>
              <a:rect b="b" l="l" r="r" t="t"/>
              <a:pathLst>
                <a:path extrusionOk="0" h="782" w="3041">
                  <a:moveTo>
                    <a:pt x="230" y="1"/>
                  </a:moveTo>
                  <a:lnTo>
                    <a:pt x="1" y="743"/>
                  </a:lnTo>
                  <a:lnTo>
                    <a:pt x="253" y="781"/>
                  </a:lnTo>
                  <a:lnTo>
                    <a:pt x="441" y="536"/>
                  </a:lnTo>
                  <a:cubicBezTo>
                    <a:pt x="477" y="492"/>
                    <a:pt x="531" y="464"/>
                    <a:pt x="589" y="464"/>
                  </a:cubicBezTo>
                  <a:lnTo>
                    <a:pt x="2456" y="464"/>
                  </a:lnTo>
                  <a:cubicBezTo>
                    <a:pt x="2514" y="464"/>
                    <a:pt x="2569" y="492"/>
                    <a:pt x="2605" y="536"/>
                  </a:cubicBezTo>
                  <a:lnTo>
                    <a:pt x="2789" y="781"/>
                  </a:lnTo>
                  <a:lnTo>
                    <a:pt x="3041" y="743"/>
                  </a:lnTo>
                  <a:lnTo>
                    <a:pt x="2734" y="1"/>
                  </a:lnTo>
                  <a:close/>
                </a:path>
              </a:pathLst>
            </a:custGeom>
            <a:solidFill>
              <a:srgbClr val="000000">
                <a:alpha val="13330"/>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300" name="Google Shape;2300;g3b3d817690b_0_75"/>
            <p:cNvSpPr/>
            <p:nvPr/>
          </p:nvSpPr>
          <p:spPr>
            <a:xfrm>
              <a:off x="2930341" y="4363647"/>
              <a:ext cx="132505" cy="36716"/>
            </a:xfrm>
            <a:custGeom>
              <a:rect b="b" l="l" r="r" t="t"/>
              <a:pathLst>
                <a:path extrusionOk="0" h="1143" w="4125">
                  <a:moveTo>
                    <a:pt x="3794" y="0"/>
                  </a:moveTo>
                  <a:lnTo>
                    <a:pt x="167" y="22"/>
                  </a:lnTo>
                  <a:lnTo>
                    <a:pt x="4" y="48"/>
                  </a:lnTo>
                  <a:lnTo>
                    <a:pt x="0" y="935"/>
                  </a:lnTo>
                  <a:cubicBezTo>
                    <a:pt x="0" y="1038"/>
                    <a:pt x="28" y="1103"/>
                    <a:pt x="130" y="1103"/>
                  </a:cubicBezTo>
                  <a:lnTo>
                    <a:pt x="224" y="1142"/>
                  </a:lnTo>
                  <a:lnTo>
                    <a:pt x="514" y="1142"/>
                  </a:lnTo>
                  <a:lnTo>
                    <a:pt x="860" y="694"/>
                  </a:lnTo>
                  <a:cubicBezTo>
                    <a:pt x="896" y="647"/>
                    <a:pt x="950" y="621"/>
                    <a:pt x="1008" y="621"/>
                  </a:cubicBezTo>
                  <a:lnTo>
                    <a:pt x="3062" y="621"/>
                  </a:lnTo>
                  <a:cubicBezTo>
                    <a:pt x="3120" y="621"/>
                    <a:pt x="3176" y="647"/>
                    <a:pt x="3209" y="694"/>
                  </a:cubicBezTo>
                  <a:lnTo>
                    <a:pt x="3555" y="1142"/>
                  </a:lnTo>
                  <a:lnTo>
                    <a:pt x="3938" y="1142"/>
                  </a:lnTo>
                  <a:cubicBezTo>
                    <a:pt x="4040" y="1142"/>
                    <a:pt x="4124" y="1058"/>
                    <a:pt x="4119" y="956"/>
                  </a:cubicBezTo>
                  <a:lnTo>
                    <a:pt x="4119" y="340"/>
                  </a:lnTo>
                  <a:lnTo>
                    <a:pt x="4062" y="60"/>
                  </a:lnTo>
                  <a:lnTo>
                    <a:pt x="3794" y="0"/>
                  </a:ln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301" name="Google Shape;2301;g3b3d817690b_0_75"/>
            <p:cNvSpPr/>
            <p:nvPr/>
          </p:nvSpPr>
          <p:spPr>
            <a:xfrm>
              <a:off x="2928638" y="4363647"/>
              <a:ext cx="134208" cy="36716"/>
            </a:xfrm>
            <a:custGeom>
              <a:rect b="b" l="l" r="r" t="t"/>
              <a:pathLst>
                <a:path extrusionOk="0" h="1143" w="4178">
                  <a:moveTo>
                    <a:pt x="3853" y="0"/>
                  </a:moveTo>
                  <a:lnTo>
                    <a:pt x="225" y="22"/>
                  </a:lnTo>
                  <a:lnTo>
                    <a:pt x="1" y="60"/>
                  </a:lnTo>
                  <a:lnTo>
                    <a:pt x="1" y="956"/>
                  </a:lnTo>
                  <a:cubicBezTo>
                    <a:pt x="1" y="1058"/>
                    <a:pt x="83" y="1142"/>
                    <a:pt x="188" y="1142"/>
                  </a:cubicBezTo>
                  <a:lnTo>
                    <a:pt x="282" y="1142"/>
                  </a:lnTo>
                  <a:lnTo>
                    <a:pt x="282" y="435"/>
                  </a:lnTo>
                  <a:cubicBezTo>
                    <a:pt x="282" y="382"/>
                    <a:pt x="322" y="340"/>
                    <a:pt x="373" y="340"/>
                  </a:cubicBezTo>
                  <a:lnTo>
                    <a:pt x="4177" y="340"/>
                  </a:lnTo>
                  <a:lnTo>
                    <a:pt x="4177" y="60"/>
                  </a:lnTo>
                  <a:lnTo>
                    <a:pt x="3853" y="0"/>
                  </a:lnTo>
                  <a:close/>
                </a:path>
              </a:pathLst>
            </a:custGeom>
            <a:solidFill>
              <a:srgbClr val="000000">
                <a:alpha val="13330"/>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302" name="Google Shape;2302;g3b3d817690b_0_75"/>
            <p:cNvSpPr/>
            <p:nvPr/>
          </p:nvSpPr>
          <p:spPr>
            <a:xfrm>
              <a:off x="2946981" y="4400333"/>
              <a:ext cx="41053" cy="24252"/>
            </a:xfrm>
            <a:custGeom>
              <a:rect b="b" l="l" r="r" t="t"/>
              <a:pathLst>
                <a:path extrusionOk="0" h="755" w="1278">
                  <a:moveTo>
                    <a:pt x="0" y="0"/>
                  </a:moveTo>
                  <a:lnTo>
                    <a:pt x="160" y="616"/>
                  </a:lnTo>
                  <a:cubicBezTo>
                    <a:pt x="181" y="697"/>
                    <a:pt x="255" y="755"/>
                    <a:pt x="340" y="755"/>
                  </a:cubicBezTo>
                  <a:lnTo>
                    <a:pt x="1239" y="755"/>
                  </a:lnTo>
                  <a:lnTo>
                    <a:pt x="1277" y="378"/>
                  </a:lnTo>
                  <a:lnTo>
                    <a:pt x="1239" y="0"/>
                  </a:ln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303" name="Google Shape;2303;g3b3d817690b_0_75"/>
            <p:cNvSpPr/>
            <p:nvPr/>
          </p:nvSpPr>
          <p:spPr>
            <a:xfrm>
              <a:off x="3003520" y="4400333"/>
              <a:ext cx="41053" cy="24252"/>
            </a:xfrm>
            <a:custGeom>
              <a:rect b="b" l="l" r="r" t="t"/>
              <a:pathLst>
                <a:path extrusionOk="0" h="755" w="1278">
                  <a:moveTo>
                    <a:pt x="38" y="0"/>
                  </a:moveTo>
                  <a:lnTo>
                    <a:pt x="1" y="378"/>
                  </a:lnTo>
                  <a:lnTo>
                    <a:pt x="38" y="755"/>
                  </a:lnTo>
                  <a:lnTo>
                    <a:pt x="937" y="755"/>
                  </a:lnTo>
                  <a:cubicBezTo>
                    <a:pt x="1023" y="755"/>
                    <a:pt x="1096" y="697"/>
                    <a:pt x="1118" y="616"/>
                  </a:cubicBezTo>
                  <a:lnTo>
                    <a:pt x="1277" y="0"/>
                  </a:ln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304" name="Google Shape;2304;g3b3d817690b_0_75"/>
            <p:cNvSpPr/>
            <p:nvPr/>
          </p:nvSpPr>
          <p:spPr>
            <a:xfrm>
              <a:off x="2986783" y="4400333"/>
              <a:ext cx="17989" cy="24252"/>
            </a:xfrm>
            <a:custGeom>
              <a:rect b="b" l="l" r="r" t="t"/>
              <a:pathLst>
                <a:path extrusionOk="0" h="755" w="560">
                  <a:moveTo>
                    <a:pt x="0" y="0"/>
                  </a:moveTo>
                  <a:lnTo>
                    <a:pt x="0" y="755"/>
                  </a:lnTo>
                  <a:lnTo>
                    <a:pt x="559" y="755"/>
                  </a:lnTo>
                  <a:lnTo>
                    <a:pt x="559" y="0"/>
                  </a:lnTo>
                  <a:close/>
                </a:path>
              </a:pathLst>
            </a:cu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305" name="Google Shape;2305;g3b3d817690b_0_75"/>
            <p:cNvSpPr/>
            <p:nvPr/>
          </p:nvSpPr>
          <p:spPr>
            <a:xfrm>
              <a:off x="2946981" y="4144016"/>
              <a:ext cx="97685" cy="31095"/>
            </a:xfrm>
            <a:custGeom>
              <a:rect b="b" l="l" r="r" t="t"/>
              <a:pathLst>
                <a:path extrusionOk="0" h="968" w="3041">
                  <a:moveTo>
                    <a:pt x="1520" y="0"/>
                  </a:moveTo>
                  <a:lnTo>
                    <a:pt x="0" y="224"/>
                  </a:lnTo>
                  <a:lnTo>
                    <a:pt x="228" y="967"/>
                  </a:lnTo>
                  <a:lnTo>
                    <a:pt x="2732" y="967"/>
                  </a:lnTo>
                  <a:lnTo>
                    <a:pt x="3040" y="224"/>
                  </a:lnTo>
                  <a:lnTo>
                    <a:pt x="1520" y="0"/>
                  </a:lnTo>
                  <a:close/>
                </a:path>
              </a:pathLst>
            </a:cu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306" name="Google Shape;2306;g3b3d817690b_0_75"/>
            <p:cNvSpPr/>
            <p:nvPr/>
          </p:nvSpPr>
          <p:spPr>
            <a:xfrm>
              <a:off x="2946821" y="4149991"/>
              <a:ext cx="97685" cy="25120"/>
            </a:xfrm>
            <a:custGeom>
              <a:rect b="b" l="l" r="r" t="t"/>
              <a:pathLst>
                <a:path extrusionOk="0" h="782" w="3041">
                  <a:moveTo>
                    <a:pt x="253" y="1"/>
                  </a:moveTo>
                  <a:lnTo>
                    <a:pt x="1" y="38"/>
                  </a:lnTo>
                  <a:lnTo>
                    <a:pt x="230" y="781"/>
                  </a:lnTo>
                  <a:lnTo>
                    <a:pt x="2734" y="781"/>
                  </a:lnTo>
                  <a:lnTo>
                    <a:pt x="3041" y="38"/>
                  </a:lnTo>
                  <a:lnTo>
                    <a:pt x="2789" y="1"/>
                  </a:lnTo>
                  <a:lnTo>
                    <a:pt x="2605" y="245"/>
                  </a:lnTo>
                  <a:cubicBezTo>
                    <a:pt x="2569" y="290"/>
                    <a:pt x="2514" y="318"/>
                    <a:pt x="2456" y="318"/>
                  </a:cubicBezTo>
                  <a:lnTo>
                    <a:pt x="589" y="318"/>
                  </a:lnTo>
                  <a:cubicBezTo>
                    <a:pt x="531" y="318"/>
                    <a:pt x="477" y="290"/>
                    <a:pt x="441" y="245"/>
                  </a:cubicBezTo>
                  <a:lnTo>
                    <a:pt x="253" y="1"/>
                  </a:lnTo>
                  <a:close/>
                </a:path>
              </a:pathLst>
            </a:custGeom>
            <a:solidFill>
              <a:srgbClr val="000000">
                <a:alpha val="13330"/>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307" name="Google Shape;2307;g3b3d817690b_0_75"/>
            <p:cNvSpPr/>
            <p:nvPr/>
          </p:nvSpPr>
          <p:spPr>
            <a:xfrm>
              <a:off x="2930341" y="4151211"/>
              <a:ext cx="132505" cy="36716"/>
            </a:xfrm>
            <a:custGeom>
              <a:rect b="b" l="l" r="r" t="t"/>
              <a:pathLst>
                <a:path extrusionOk="0" h="1143" w="4125">
                  <a:moveTo>
                    <a:pt x="224" y="0"/>
                  </a:moveTo>
                  <a:lnTo>
                    <a:pt x="130" y="39"/>
                  </a:lnTo>
                  <a:cubicBezTo>
                    <a:pt x="28" y="39"/>
                    <a:pt x="0" y="105"/>
                    <a:pt x="0" y="207"/>
                  </a:cubicBezTo>
                  <a:lnTo>
                    <a:pt x="4" y="1093"/>
                  </a:lnTo>
                  <a:lnTo>
                    <a:pt x="167" y="1121"/>
                  </a:lnTo>
                  <a:lnTo>
                    <a:pt x="3794" y="1143"/>
                  </a:lnTo>
                  <a:lnTo>
                    <a:pt x="4062" y="1083"/>
                  </a:lnTo>
                  <a:lnTo>
                    <a:pt x="4119" y="802"/>
                  </a:lnTo>
                  <a:lnTo>
                    <a:pt x="4119" y="187"/>
                  </a:lnTo>
                  <a:cubicBezTo>
                    <a:pt x="4124" y="84"/>
                    <a:pt x="4040" y="0"/>
                    <a:pt x="3938" y="0"/>
                  </a:cubicBezTo>
                  <a:lnTo>
                    <a:pt x="3555" y="0"/>
                  </a:lnTo>
                  <a:lnTo>
                    <a:pt x="3209" y="449"/>
                  </a:lnTo>
                  <a:cubicBezTo>
                    <a:pt x="3176" y="495"/>
                    <a:pt x="3120" y="522"/>
                    <a:pt x="3062" y="522"/>
                  </a:cubicBezTo>
                  <a:lnTo>
                    <a:pt x="1008" y="522"/>
                  </a:lnTo>
                  <a:cubicBezTo>
                    <a:pt x="950" y="522"/>
                    <a:pt x="896" y="495"/>
                    <a:pt x="860" y="449"/>
                  </a:cubicBezTo>
                  <a:lnTo>
                    <a:pt x="514" y="0"/>
                  </a:ln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308" name="Google Shape;2308;g3b3d817690b_0_75"/>
            <p:cNvSpPr/>
            <p:nvPr/>
          </p:nvSpPr>
          <p:spPr>
            <a:xfrm>
              <a:off x="2928638" y="4151211"/>
              <a:ext cx="134208" cy="36684"/>
            </a:xfrm>
            <a:custGeom>
              <a:rect b="b" l="l" r="r" t="t"/>
              <a:pathLst>
                <a:path extrusionOk="0" h="1142" w="4178">
                  <a:moveTo>
                    <a:pt x="188" y="0"/>
                  </a:moveTo>
                  <a:cubicBezTo>
                    <a:pt x="83" y="0"/>
                    <a:pt x="1" y="84"/>
                    <a:pt x="1" y="187"/>
                  </a:cubicBezTo>
                  <a:lnTo>
                    <a:pt x="1" y="1082"/>
                  </a:lnTo>
                  <a:lnTo>
                    <a:pt x="225" y="1119"/>
                  </a:lnTo>
                  <a:lnTo>
                    <a:pt x="3853" y="1141"/>
                  </a:lnTo>
                  <a:lnTo>
                    <a:pt x="4177" y="1082"/>
                  </a:lnTo>
                  <a:lnTo>
                    <a:pt x="4177" y="801"/>
                  </a:lnTo>
                  <a:lnTo>
                    <a:pt x="373" y="801"/>
                  </a:lnTo>
                  <a:cubicBezTo>
                    <a:pt x="372" y="801"/>
                    <a:pt x="371" y="801"/>
                    <a:pt x="370" y="801"/>
                  </a:cubicBezTo>
                  <a:cubicBezTo>
                    <a:pt x="321" y="801"/>
                    <a:pt x="282" y="760"/>
                    <a:pt x="282" y="708"/>
                  </a:cubicBezTo>
                  <a:lnTo>
                    <a:pt x="282" y="0"/>
                  </a:lnTo>
                  <a:close/>
                </a:path>
              </a:pathLst>
            </a:custGeom>
            <a:solidFill>
              <a:srgbClr val="000000">
                <a:alpha val="13330"/>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309" name="Google Shape;2309;g3b3d817690b_0_75"/>
            <p:cNvSpPr/>
            <p:nvPr/>
          </p:nvSpPr>
          <p:spPr>
            <a:xfrm>
              <a:off x="2946981" y="4126926"/>
              <a:ext cx="41053" cy="24252"/>
            </a:xfrm>
            <a:custGeom>
              <a:rect b="b" l="l" r="r" t="t"/>
              <a:pathLst>
                <a:path extrusionOk="0" h="755" w="1278">
                  <a:moveTo>
                    <a:pt x="340" y="1"/>
                  </a:moveTo>
                  <a:cubicBezTo>
                    <a:pt x="255" y="1"/>
                    <a:pt x="181" y="59"/>
                    <a:pt x="160" y="140"/>
                  </a:cubicBezTo>
                  <a:lnTo>
                    <a:pt x="0" y="755"/>
                  </a:lnTo>
                  <a:lnTo>
                    <a:pt x="1239" y="755"/>
                  </a:lnTo>
                  <a:lnTo>
                    <a:pt x="1277" y="377"/>
                  </a:lnTo>
                  <a:lnTo>
                    <a:pt x="1239" y="1"/>
                  </a:ln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310" name="Google Shape;2310;g3b3d817690b_0_75"/>
            <p:cNvSpPr/>
            <p:nvPr/>
          </p:nvSpPr>
          <p:spPr>
            <a:xfrm>
              <a:off x="3003520" y="4126926"/>
              <a:ext cx="41053" cy="24252"/>
            </a:xfrm>
            <a:custGeom>
              <a:rect b="b" l="l" r="r" t="t"/>
              <a:pathLst>
                <a:path extrusionOk="0" h="755" w="1278">
                  <a:moveTo>
                    <a:pt x="38" y="1"/>
                  </a:moveTo>
                  <a:lnTo>
                    <a:pt x="1" y="377"/>
                  </a:lnTo>
                  <a:lnTo>
                    <a:pt x="38" y="755"/>
                  </a:lnTo>
                  <a:lnTo>
                    <a:pt x="1277" y="755"/>
                  </a:lnTo>
                  <a:lnTo>
                    <a:pt x="1118" y="140"/>
                  </a:lnTo>
                  <a:cubicBezTo>
                    <a:pt x="1096" y="59"/>
                    <a:pt x="1023" y="1"/>
                    <a:pt x="937" y="1"/>
                  </a:cubicBez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311" name="Google Shape;2311;g3b3d817690b_0_75"/>
            <p:cNvSpPr/>
            <p:nvPr/>
          </p:nvSpPr>
          <p:spPr>
            <a:xfrm>
              <a:off x="2986783" y="4126926"/>
              <a:ext cx="17989" cy="24252"/>
            </a:xfrm>
            <a:custGeom>
              <a:rect b="b" l="l" r="r" t="t"/>
              <a:pathLst>
                <a:path extrusionOk="0" h="755" w="560">
                  <a:moveTo>
                    <a:pt x="0" y="1"/>
                  </a:moveTo>
                  <a:lnTo>
                    <a:pt x="0" y="755"/>
                  </a:lnTo>
                  <a:lnTo>
                    <a:pt x="559" y="755"/>
                  </a:lnTo>
                  <a:lnTo>
                    <a:pt x="559" y="1"/>
                  </a:lnTo>
                  <a:close/>
                </a:path>
              </a:pathLst>
            </a:cu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312" name="Google Shape;2312;g3b3d817690b_0_75"/>
            <p:cNvSpPr/>
            <p:nvPr/>
          </p:nvSpPr>
          <p:spPr>
            <a:xfrm>
              <a:off x="2878043" y="4240901"/>
              <a:ext cx="19241" cy="20494"/>
            </a:xfrm>
            <a:custGeom>
              <a:rect b="b" l="l" r="r" t="t"/>
              <a:pathLst>
                <a:path extrusionOk="0" h="638" w="599">
                  <a:moveTo>
                    <a:pt x="208" y="1"/>
                  </a:moveTo>
                  <a:lnTo>
                    <a:pt x="95" y="39"/>
                  </a:lnTo>
                  <a:cubicBezTo>
                    <a:pt x="43" y="39"/>
                    <a:pt x="1" y="82"/>
                    <a:pt x="1" y="133"/>
                  </a:cubicBezTo>
                  <a:lnTo>
                    <a:pt x="1" y="544"/>
                  </a:lnTo>
                  <a:cubicBezTo>
                    <a:pt x="1" y="596"/>
                    <a:pt x="44" y="638"/>
                    <a:pt x="95" y="638"/>
                  </a:cubicBezTo>
                  <a:lnTo>
                    <a:pt x="599" y="638"/>
                  </a:lnTo>
                  <a:lnTo>
                    <a:pt x="599" y="1"/>
                  </a:ln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313" name="Google Shape;2313;g3b3d817690b_0_75"/>
            <p:cNvSpPr/>
            <p:nvPr/>
          </p:nvSpPr>
          <p:spPr>
            <a:xfrm>
              <a:off x="2876854" y="4240966"/>
              <a:ext cx="20430" cy="21651"/>
            </a:xfrm>
            <a:custGeom>
              <a:rect b="b" l="l" r="r" t="t"/>
              <a:pathLst>
                <a:path extrusionOk="0" h="674" w="636">
                  <a:moveTo>
                    <a:pt x="94" y="0"/>
                  </a:moveTo>
                  <a:cubicBezTo>
                    <a:pt x="42" y="0"/>
                    <a:pt x="0" y="44"/>
                    <a:pt x="0" y="94"/>
                  </a:cubicBezTo>
                  <a:lnTo>
                    <a:pt x="0" y="579"/>
                  </a:lnTo>
                  <a:cubicBezTo>
                    <a:pt x="0" y="633"/>
                    <a:pt x="44" y="673"/>
                    <a:pt x="94" y="673"/>
                  </a:cubicBezTo>
                  <a:lnTo>
                    <a:pt x="636" y="673"/>
                  </a:lnTo>
                  <a:lnTo>
                    <a:pt x="636" y="432"/>
                  </a:lnTo>
                  <a:lnTo>
                    <a:pt x="636" y="430"/>
                  </a:lnTo>
                  <a:lnTo>
                    <a:pt x="281" y="430"/>
                  </a:lnTo>
                  <a:cubicBezTo>
                    <a:pt x="259" y="430"/>
                    <a:pt x="243" y="411"/>
                    <a:pt x="243" y="391"/>
                  </a:cubicBezTo>
                  <a:lnTo>
                    <a:pt x="243" y="0"/>
                  </a:lnTo>
                  <a:close/>
                </a:path>
              </a:pathLst>
            </a:custGeom>
            <a:solidFill>
              <a:srgbClr val="000000">
                <a:alpha val="13330"/>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314" name="Google Shape;2314;g3b3d817690b_0_75"/>
            <p:cNvSpPr/>
            <p:nvPr/>
          </p:nvSpPr>
          <p:spPr>
            <a:xfrm>
              <a:off x="2878043" y="4288863"/>
              <a:ext cx="19241" cy="20430"/>
            </a:xfrm>
            <a:custGeom>
              <a:rect b="b" l="l" r="r" t="t"/>
              <a:pathLst>
                <a:path extrusionOk="0" h="636" w="599">
                  <a:moveTo>
                    <a:pt x="208" y="0"/>
                  </a:moveTo>
                  <a:lnTo>
                    <a:pt x="95" y="39"/>
                  </a:lnTo>
                  <a:cubicBezTo>
                    <a:pt x="43" y="39"/>
                    <a:pt x="1" y="83"/>
                    <a:pt x="1" y="134"/>
                  </a:cubicBezTo>
                  <a:lnTo>
                    <a:pt x="1" y="524"/>
                  </a:lnTo>
                  <a:cubicBezTo>
                    <a:pt x="1" y="577"/>
                    <a:pt x="44" y="619"/>
                    <a:pt x="95" y="619"/>
                  </a:cubicBezTo>
                  <a:lnTo>
                    <a:pt x="599" y="636"/>
                  </a:lnTo>
                  <a:lnTo>
                    <a:pt x="599" y="0"/>
                  </a:ln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315" name="Google Shape;2315;g3b3d817690b_0_75"/>
            <p:cNvSpPr/>
            <p:nvPr/>
          </p:nvSpPr>
          <p:spPr>
            <a:xfrm>
              <a:off x="2876854" y="4288959"/>
              <a:ext cx="20430" cy="21554"/>
            </a:xfrm>
            <a:custGeom>
              <a:rect b="b" l="l" r="r" t="t"/>
              <a:pathLst>
                <a:path extrusionOk="0" h="671" w="636">
                  <a:moveTo>
                    <a:pt x="94" y="0"/>
                  </a:moveTo>
                  <a:cubicBezTo>
                    <a:pt x="42" y="0"/>
                    <a:pt x="0" y="44"/>
                    <a:pt x="0" y="94"/>
                  </a:cubicBezTo>
                  <a:lnTo>
                    <a:pt x="0" y="576"/>
                  </a:lnTo>
                  <a:cubicBezTo>
                    <a:pt x="0" y="630"/>
                    <a:pt x="44" y="671"/>
                    <a:pt x="94" y="671"/>
                  </a:cubicBezTo>
                  <a:lnTo>
                    <a:pt x="636" y="671"/>
                  </a:lnTo>
                  <a:lnTo>
                    <a:pt x="636" y="429"/>
                  </a:lnTo>
                  <a:lnTo>
                    <a:pt x="281" y="429"/>
                  </a:lnTo>
                  <a:cubicBezTo>
                    <a:pt x="259" y="429"/>
                    <a:pt x="243" y="410"/>
                    <a:pt x="243" y="391"/>
                  </a:cubicBezTo>
                  <a:lnTo>
                    <a:pt x="243" y="0"/>
                  </a:lnTo>
                  <a:close/>
                </a:path>
              </a:pathLst>
            </a:custGeom>
            <a:solidFill>
              <a:srgbClr val="000000">
                <a:alpha val="13330"/>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316" name="Google Shape;2316;g3b3d817690b_0_75"/>
            <p:cNvSpPr/>
            <p:nvPr/>
          </p:nvSpPr>
          <p:spPr>
            <a:xfrm>
              <a:off x="2897157" y="4186034"/>
              <a:ext cx="198935" cy="179565"/>
            </a:xfrm>
            <a:custGeom>
              <a:rect b="b" l="l" r="r" t="t"/>
              <a:pathLst>
                <a:path extrusionOk="0" h="5590" w="6193">
                  <a:moveTo>
                    <a:pt x="1380" y="1"/>
                  </a:moveTo>
                  <a:lnTo>
                    <a:pt x="981" y="103"/>
                  </a:lnTo>
                  <a:lnTo>
                    <a:pt x="188" y="963"/>
                  </a:lnTo>
                  <a:cubicBezTo>
                    <a:pt x="69" y="1099"/>
                    <a:pt x="1" y="1275"/>
                    <a:pt x="1" y="1456"/>
                  </a:cubicBezTo>
                  <a:lnTo>
                    <a:pt x="1" y="4135"/>
                  </a:lnTo>
                  <a:cubicBezTo>
                    <a:pt x="1" y="4316"/>
                    <a:pt x="69" y="4493"/>
                    <a:pt x="188" y="4627"/>
                  </a:cubicBezTo>
                  <a:lnTo>
                    <a:pt x="981" y="5484"/>
                  </a:lnTo>
                  <a:lnTo>
                    <a:pt x="1375" y="5590"/>
                  </a:lnTo>
                  <a:lnTo>
                    <a:pt x="5157" y="5590"/>
                  </a:lnTo>
                  <a:lnTo>
                    <a:pt x="6006" y="4627"/>
                  </a:lnTo>
                  <a:cubicBezTo>
                    <a:pt x="6126" y="4493"/>
                    <a:pt x="6192" y="4316"/>
                    <a:pt x="6192" y="4135"/>
                  </a:cubicBezTo>
                  <a:lnTo>
                    <a:pt x="6192" y="1456"/>
                  </a:lnTo>
                  <a:cubicBezTo>
                    <a:pt x="6192" y="1275"/>
                    <a:pt x="6126" y="1099"/>
                    <a:pt x="6006" y="963"/>
                  </a:cubicBezTo>
                  <a:lnTo>
                    <a:pt x="5157" y="1"/>
                  </a:ln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317" name="Google Shape;2317;g3b3d817690b_0_75"/>
            <p:cNvSpPr/>
            <p:nvPr/>
          </p:nvSpPr>
          <p:spPr>
            <a:xfrm>
              <a:off x="2895390" y="4186034"/>
              <a:ext cx="46128" cy="179565"/>
            </a:xfrm>
            <a:custGeom>
              <a:rect b="b" l="l" r="r" t="t"/>
              <a:pathLst>
                <a:path extrusionOk="0" h="5590" w="1436">
                  <a:moveTo>
                    <a:pt x="1036" y="1"/>
                  </a:moveTo>
                  <a:lnTo>
                    <a:pt x="188" y="963"/>
                  </a:lnTo>
                  <a:cubicBezTo>
                    <a:pt x="67" y="1099"/>
                    <a:pt x="1" y="1275"/>
                    <a:pt x="1" y="1456"/>
                  </a:cubicBezTo>
                  <a:lnTo>
                    <a:pt x="1" y="4135"/>
                  </a:lnTo>
                  <a:cubicBezTo>
                    <a:pt x="1" y="4316"/>
                    <a:pt x="67" y="4493"/>
                    <a:pt x="188" y="4627"/>
                  </a:cubicBezTo>
                  <a:lnTo>
                    <a:pt x="1036" y="5590"/>
                  </a:lnTo>
                  <a:lnTo>
                    <a:pt x="1430" y="5590"/>
                  </a:lnTo>
                  <a:lnTo>
                    <a:pt x="412" y="4430"/>
                  </a:lnTo>
                  <a:cubicBezTo>
                    <a:pt x="340" y="4349"/>
                    <a:pt x="299" y="4244"/>
                    <a:pt x="299" y="4135"/>
                  </a:cubicBezTo>
                  <a:lnTo>
                    <a:pt x="299" y="1456"/>
                  </a:lnTo>
                  <a:cubicBezTo>
                    <a:pt x="299" y="1347"/>
                    <a:pt x="340" y="1243"/>
                    <a:pt x="412" y="1160"/>
                  </a:cubicBezTo>
                  <a:lnTo>
                    <a:pt x="1435" y="1"/>
                  </a:lnTo>
                  <a:close/>
                </a:path>
              </a:pathLst>
            </a:custGeom>
            <a:solidFill>
              <a:srgbClr val="000000">
                <a:alpha val="13330"/>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318" name="Google Shape;2318;g3b3d817690b_0_75"/>
            <p:cNvSpPr/>
            <p:nvPr/>
          </p:nvSpPr>
          <p:spPr>
            <a:xfrm>
              <a:off x="2913411" y="4203895"/>
              <a:ext cx="164724" cy="143780"/>
            </a:xfrm>
            <a:custGeom>
              <a:rect b="b" l="l" r="r" t="t"/>
              <a:pathLst>
                <a:path extrusionOk="0" h="4476" w="5128">
                  <a:moveTo>
                    <a:pt x="921" y="1"/>
                  </a:moveTo>
                  <a:cubicBezTo>
                    <a:pt x="817" y="1"/>
                    <a:pt x="715" y="45"/>
                    <a:pt x="644" y="124"/>
                  </a:cubicBezTo>
                  <a:lnTo>
                    <a:pt x="96" y="733"/>
                  </a:lnTo>
                  <a:cubicBezTo>
                    <a:pt x="35" y="803"/>
                    <a:pt x="0" y="891"/>
                    <a:pt x="0" y="984"/>
                  </a:cubicBezTo>
                  <a:lnTo>
                    <a:pt x="0" y="3492"/>
                  </a:lnTo>
                  <a:cubicBezTo>
                    <a:pt x="0" y="3585"/>
                    <a:pt x="35" y="3673"/>
                    <a:pt x="96" y="3743"/>
                  </a:cubicBezTo>
                  <a:lnTo>
                    <a:pt x="644" y="4352"/>
                  </a:lnTo>
                  <a:cubicBezTo>
                    <a:pt x="715" y="4430"/>
                    <a:pt x="817" y="4475"/>
                    <a:pt x="921" y="4475"/>
                  </a:cubicBezTo>
                  <a:lnTo>
                    <a:pt x="4205" y="4475"/>
                  </a:lnTo>
                  <a:cubicBezTo>
                    <a:pt x="4311" y="4475"/>
                    <a:pt x="4413" y="4430"/>
                    <a:pt x="4482" y="4352"/>
                  </a:cubicBezTo>
                  <a:lnTo>
                    <a:pt x="5031" y="3743"/>
                  </a:lnTo>
                  <a:cubicBezTo>
                    <a:pt x="5093" y="3673"/>
                    <a:pt x="5128" y="3585"/>
                    <a:pt x="5128" y="3492"/>
                  </a:cubicBezTo>
                  <a:lnTo>
                    <a:pt x="5128" y="984"/>
                  </a:lnTo>
                  <a:cubicBezTo>
                    <a:pt x="5128" y="891"/>
                    <a:pt x="5093" y="803"/>
                    <a:pt x="5031" y="733"/>
                  </a:cubicBezTo>
                  <a:lnTo>
                    <a:pt x="4482" y="124"/>
                  </a:lnTo>
                  <a:cubicBezTo>
                    <a:pt x="4413" y="45"/>
                    <a:pt x="4311" y="1"/>
                    <a:pt x="4205" y="1"/>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319" name="Google Shape;2319;g3b3d817690b_0_75"/>
            <p:cNvSpPr/>
            <p:nvPr/>
          </p:nvSpPr>
          <p:spPr>
            <a:xfrm>
              <a:off x="2943351" y="4325227"/>
              <a:ext cx="104751" cy="8962"/>
            </a:xfrm>
            <a:custGeom>
              <a:rect b="b" l="l" r="r" t="t"/>
              <a:pathLst>
                <a:path extrusionOk="0" h="279" w="3261">
                  <a:moveTo>
                    <a:pt x="139" y="0"/>
                  </a:moveTo>
                  <a:cubicBezTo>
                    <a:pt x="64" y="0"/>
                    <a:pt x="0" y="63"/>
                    <a:pt x="0" y="139"/>
                  </a:cubicBezTo>
                  <a:cubicBezTo>
                    <a:pt x="0" y="215"/>
                    <a:pt x="61" y="278"/>
                    <a:pt x="139" y="278"/>
                  </a:cubicBezTo>
                  <a:lnTo>
                    <a:pt x="3121" y="278"/>
                  </a:lnTo>
                  <a:cubicBezTo>
                    <a:pt x="3200" y="278"/>
                    <a:pt x="3260" y="215"/>
                    <a:pt x="3260" y="139"/>
                  </a:cubicBezTo>
                  <a:cubicBezTo>
                    <a:pt x="3260" y="63"/>
                    <a:pt x="3200" y="0"/>
                    <a:pt x="3121" y="0"/>
                  </a:cubicBezTo>
                  <a:close/>
                </a:path>
              </a:pathLst>
            </a:custGeom>
            <a:solidFill>
              <a:srgbClr val="000000">
                <a:alpha val="13330"/>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320" name="Google Shape;2320;g3b3d817690b_0_75"/>
            <p:cNvSpPr/>
            <p:nvPr/>
          </p:nvSpPr>
          <p:spPr>
            <a:xfrm>
              <a:off x="2943351" y="4217419"/>
              <a:ext cx="68678" cy="9026"/>
            </a:xfrm>
            <a:custGeom>
              <a:rect b="b" l="l" r="r" t="t"/>
              <a:pathLst>
                <a:path extrusionOk="0" h="281" w="2138">
                  <a:moveTo>
                    <a:pt x="139" y="1"/>
                  </a:moveTo>
                  <a:cubicBezTo>
                    <a:pt x="64" y="1"/>
                    <a:pt x="0" y="65"/>
                    <a:pt x="0" y="140"/>
                  </a:cubicBezTo>
                  <a:cubicBezTo>
                    <a:pt x="0" y="217"/>
                    <a:pt x="63" y="280"/>
                    <a:pt x="139" y="280"/>
                  </a:cubicBezTo>
                  <a:lnTo>
                    <a:pt x="1998" y="280"/>
                  </a:lnTo>
                  <a:cubicBezTo>
                    <a:pt x="2076" y="280"/>
                    <a:pt x="2137" y="217"/>
                    <a:pt x="2137" y="140"/>
                  </a:cubicBezTo>
                  <a:cubicBezTo>
                    <a:pt x="2137" y="65"/>
                    <a:pt x="2076" y="1"/>
                    <a:pt x="1998" y="1"/>
                  </a:cubicBezTo>
                  <a:close/>
                </a:path>
              </a:pathLst>
            </a:custGeom>
            <a:solidFill>
              <a:srgbClr val="000000">
                <a:alpha val="13330"/>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321" name="Google Shape;2321;g3b3d817690b_0_75"/>
            <p:cNvSpPr/>
            <p:nvPr/>
          </p:nvSpPr>
          <p:spPr>
            <a:xfrm>
              <a:off x="3021252" y="4217419"/>
              <a:ext cx="26854" cy="9026"/>
            </a:xfrm>
            <a:custGeom>
              <a:rect b="b" l="l" r="r" t="t"/>
              <a:pathLst>
                <a:path extrusionOk="0" h="281" w="836">
                  <a:moveTo>
                    <a:pt x="139" y="1"/>
                  </a:moveTo>
                  <a:cubicBezTo>
                    <a:pt x="64" y="1"/>
                    <a:pt x="0" y="65"/>
                    <a:pt x="0" y="140"/>
                  </a:cubicBezTo>
                  <a:cubicBezTo>
                    <a:pt x="0" y="217"/>
                    <a:pt x="61" y="280"/>
                    <a:pt x="139" y="280"/>
                  </a:cubicBezTo>
                  <a:lnTo>
                    <a:pt x="696" y="280"/>
                  </a:lnTo>
                  <a:cubicBezTo>
                    <a:pt x="775" y="280"/>
                    <a:pt x="835" y="217"/>
                    <a:pt x="835" y="140"/>
                  </a:cubicBezTo>
                  <a:cubicBezTo>
                    <a:pt x="835" y="65"/>
                    <a:pt x="775" y="1"/>
                    <a:pt x="696" y="1"/>
                  </a:cubicBezTo>
                  <a:close/>
                </a:path>
              </a:pathLst>
            </a:custGeom>
            <a:solidFill>
              <a:srgbClr val="000000">
                <a:alpha val="13330"/>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322" name="Google Shape;2322;g3b3d817690b_0_75"/>
            <p:cNvSpPr/>
            <p:nvPr/>
          </p:nvSpPr>
          <p:spPr>
            <a:xfrm>
              <a:off x="2937055" y="4239809"/>
              <a:ext cx="118564" cy="70702"/>
            </a:xfrm>
            <a:custGeom>
              <a:rect b="b" l="l" r="r" t="t"/>
              <a:pathLst>
                <a:path extrusionOk="0" h="2201" w="3691">
                  <a:moveTo>
                    <a:pt x="205" y="0"/>
                  </a:moveTo>
                  <a:lnTo>
                    <a:pt x="149" y="39"/>
                  </a:lnTo>
                  <a:cubicBezTo>
                    <a:pt x="49" y="39"/>
                    <a:pt x="1" y="122"/>
                    <a:pt x="1" y="225"/>
                  </a:cubicBezTo>
                  <a:lnTo>
                    <a:pt x="1" y="2015"/>
                  </a:lnTo>
                  <a:cubicBezTo>
                    <a:pt x="1" y="2118"/>
                    <a:pt x="85" y="2201"/>
                    <a:pt x="188" y="2201"/>
                  </a:cubicBezTo>
                  <a:lnTo>
                    <a:pt x="3468" y="2201"/>
                  </a:lnTo>
                  <a:cubicBezTo>
                    <a:pt x="3571" y="2201"/>
                    <a:pt x="3655" y="2154"/>
                    <a:pt x="3652" y="2051"/>
                  </a:cubicBezTo>
                  <a:lnTo>
                    <a:pt x="3691" y="1995"/>
                  </a:lnTo>
                  <a:lnTo>
                    <a:pt x="3691" y="187"/>
                  </a:lnTo>
                  <a:cubicBezTo>
                    <a:pt x="3691" y="84"/>
                    <a:pt x="3607" y="0"/>
                    <a:pt x="3504" y="0"/>
                  </a:cubicBezTo>
                  <a:close/>
                </a:path>
              </a:pathLst>
            </a:custGeom>
            <a:solidFill>
              <a:srgbClr val="000000">
                <a:alpha val="13330"/>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323" name="Google Shape;2323;g3b3d817690b_0_75"/>
            <p:cNvSpPr/>
            <p:nvPr/>
          </p:nvSpPr>
          <p:spPr>
            <a:xfrm>
              <a:off x="2935898" y="4239906"/>
              <a:ext cx="119785" cy="71858"/>
            </a:xfrm>
            <a:custGeom>
              <a:rect b="b" l="l" r="r" t="t"/>
              <a:pathLst>
                <a:path extrusionOk="0" h="2237" w="3729">
                  <a:moveTo>
                    <a:pt x="188" y="0"/>
                  </a:moveTo>
                  <a:cubicBezTo>
                    <a:pt x="85" y="0"/>
                    <a:pt x="1" y="83"/>
                    <a:pt x="1" y="185"/>
                  </a:cubicBezTo>
                  <a:lnTo>
                    <a:pt x="1" y="2050"/>
                  </a:lnTo>
                  <a:cubicBezTo>
                    <a:pt x="1" y="2153"/>
                    <a:pt x="85" y="2237"/>
                    <a:pt x="188" y="2237"/>
                  </a:cubicBezTo>
                  <a:lnTo>
                    <a:pt x="3542" y="2237"/>
                  </a:lnTo>
                  <a:cubicBezTo>
                    <a:pt x="3646" y="2237"/>
                    <a:pt x="3728" y="2153"/>
                    <a:pt x="3728" y="2050"/>
                  </a:cubicBezTo>
                  <a:lnTo>
                    <a:pt x="3728" y="1995"/>
                  </a:lnTo>
                  <a:lnTo>
                    <a:pt x="355" y="1995"/>
                  </a:lnTo>
                  <a:cubicBezTo>
                    <a:pt x="295" y="1995"/>
                    <a:pt x="244" y="1944"/>
                    <a:pt x="244" y="1883"/>
                  </a:cubicBezTo>
                  <a:lnTo>
                    <a:pt x="244" y="0"/>
                  </a:lnTo>
                  <a:close/>
                </a:path>
              </a:pathLst>
            </a:custGeom>
            <a:solidFill>
              <a:srgbClr val="000000">
                <a:alpha val="13330"/>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324" name="Google Shape;2324;g3b3d817690b_0_75"/>
            <p:cNvSpPr/>
            <p:nvPr/>
          </p:nvSpPr>
          <p:spPr>
            <a:xfrm>
              <a:off x="2985241" y="4253366"/>
              <a:ext cx="56921" cy="8962"/>
            </a:xfrm>
            <a:custGeom>
              <a:rect b="b" l="l" r="r" t="t"/>
              <a:pathLst>
                <a:path extrusionOk="0" h="279" w="1772">
                  <a:moveTo>
                    <a:pt x="141" y="1"/>
                  </a:moveTo>
                  <a:cubicBezTo>
                    <a:pt x="64" y="1"/>
                    <a:pt x="1" y="63"/>
                    <a:pt x="1" y="140"/>
                  </a:cubicBezTo>
                  <a:cubicBezTo>
                    <a:pt x="1" y="215"/>
                    <a:pt x="63" y="279"/>
                    <a:pt x="141" y="279"/>
                  </a:cubicBezTo>
                  <a:lnTo>
                    <a:pt x="1632" y="279"/>
                  </a:lnTo>
                  <a:cubicBezTo>
                    <a:pt x="1709" y="279"/>
                    <a:pt x="1771" y="215"/>
                    <a:pt x="1771" y="140"/>
                  </a:cubicBezTo>
                  <a:cubicBezTo>
                    <a:pt x="1771" y="63"/>
                    <a:pt x="1709" y="1"/>
                    <a:pt x="1632" y="1"/>
                  </a:cubicBezTo>
                  <a:close/>
                </a:path>
              </a:pathLst>
            </a:custGeom>
            <a:solidFill>
              <a:srgbClr val="000000">
                <a:alpha val="13330"/>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325" name="Google Shape;2325;g3b3d817690b_0_75"/>
            <p:cNvSpPr/>
            <p:nvPr/>
          </p:nvSpPr>
          <p:spPr>
            <a:xfrm>
              <a:off x="2953824" y="4275788"/>
              <a:ext cx="83872" cy="17989"/>
            </a:xfrm>
            <a:custGeom>
              <a:rect b="b" l="l" r="r" t="t"/>
              <a:pathLst>
                <a:path extrusionOk="0" h="560" w="2611">
                  <a:moveTo>
                    <a:pt x="74" y="1"/>
                  </a:moveTo>
                  <a:cubicBezTo>
                    <a:pt x="33" y="1"/>
                    <a:pt x="0" y="34"/>
                    <a:pt x="0" y="74"/>
                  </a:cubicBezTo>
                  <a:lnTo>
                    <a:pt x="0" y="486"/>
                  </a:lnTo>
                  <a:cubicBezTo>
                    <a:pt x="0" y="528"/>
                    <a:pt x="33" y="559"/>
                    <a:pt x="74" y="559"/>
                  </a:cubicBezTo>
                  <a:lnTo>
                    <a:pt x="2535" y="559"/>
                  </a:lnTo>
                  <a:cubicBezTo>
                    <a:pt x="2577" y="559"/>
                    <a:pt x="2610" y="526"/>
                    <a:pt x="2610" y="486"/>
                  </a:cubicBezTo>
                  <a:lnTo>
                    <a:pt x="2610" y="74"/>
                  </a:lnTo>
                  <a:cubicBezTo>
                    <a:pt x="2610" y="34"/>
                    <a:pt x="2577" y="1"/>
                    <a:pt x="2535" y="1"/>
                  </a:cubicBezTo>
                  <a:close/>
                </a:path>
              </a:pathLst>
            </a:custGeom>
            <a:solidFill>
              <a:srgbClr val="000000">
                <a:alpha val="13330"/>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2326" name="Google Shape;2326;g3b3d817690b_0_75"/>
          <p:cNvGrpSpPr/>
          <p:nvPr/>
        </p:nvGrpSpPr>
        <p:grpSpPr>
          <a:xfrm>
            <a:off x="940670" y="3731896"/>
            <a:ext cx="209668" cy="297723"/>
            <a:chOff x="2246708" y="4126926"/>
            <a:chExt cx="209668" cy="297723"/>
          </a:xfrm>
        </p:grpSpPr>
        <p:sp>
          <p:nvSpPr>
            <p:cNvPr id="2327" name="Google Shape;2327;g3b3d817690b_0_75"/>
            <p:cNvSpPr/>
            <p:nvPr/>
          </p:nvSpPr>
          <p:spPr>
            <a:xfrm>
              <a:off x="2286895" y="4126926"/>
              <a:ext cx="43751" cy="35945"/>
            </a:xfrm>
            <a:custGeom>
              <a:rect b="b" l="l" r="r" t="t"/>
              <a:pathLst>
                <a:path extrusionOk="0" h="1119" w="1362">
                  <a:moveTo>
                    <a:pt x="225" y="1"/>
                  </a:moveTo>
                  <a:lnTo>
                    <a:pt x="187" y="38"/>
                  </a:lnTo>
                  <a:cubicBezTo>
                    <a:pt x="83" y="38"/>
                    <a:pt x="0" y="122"/>
                    <a:pt x="0" y="225"/>
                  </a:cubicBezTo>
                  <a:lnTo>
                    <a:pt x="0" y="1118"/>
                  </a:lnTo>
                  <a:lnTo>
                    <a:pt x="1324" y="1118"/>
                  </a:lnTo>
                  <a:lnTo>
                    <a:pt x="1361" y="858"/>
                  </a:lnTo>
                  <a:lnTo>
                    <a:pt x="1361" y="699"/>
                  </a:lnTo>
                  <a:lnTo>
                    <a:pt x="1324" y="560"/>
                  </a:lnTo>
                  <a:lnTo>
                    <a:pt x="1361" y="421"/>
                  </a:lnTo>
                  <a:lnTo>
                    <a:pt x="1361" y="187"/>
                  </a:lnTo>
                  <a:cubicBezTo>
                    <a:pt x="1361" y="83"/>
                    <a:pt x="1277" y="1"/>
                    <a:pt x="1175" y="1"/>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328" name="Google Shape;2328;g3b3d817690b_0_75"/>
            <p:cNvSpPr/>
            <p:nvPr/>
          </p:nvSpPr>
          <p:spPr>
            <a:xfrm>
              <a:off x="2285675" y="4126926"/>
              <a:ext cx="44972" cy="37198"/>
            </a:xfrm>
            <a:custGeom>
              <a:rect b="b" l="l" r="r" t="t"/>
              <a:pathLst>
                <a:path extrusionOk="0" h="1158" w="1400">
                  <a:moveTo>
                    <a:pt x="186" y="1"/>
                  </a:moveTo>
                  <a:cubicBezTo>
                    <a:pt x="83" y="1"/>
                    <a:pt x="1" y="83"/>
                    <a:pt x="1" y="187"/>
                  </a:cubicBezTo>
                  <a:lnTo>
                    <a:pt x="1" y="1157"/>
                  </a:lnTo>
                  <a:lnTo>
                    <a:pt x="1399" y="1157"/>
                  </a:lnTo>
                  <a:lnTo>
                    <a:pt x="1399" y="858"/>
                  </a:lnTo>
                  <a:lnTo>
                    <a:pt x="335" y="858"/>
                  </a:lnTo>
                  <a:cubicBezTo>
                    <a:pt x="293" y="858"/>
                    <a:pt x="261" y="826"/>
                    <a:pt x="261" y="784"/>
                  </a:cubicBezTo>
                  <a:lnTo>
                    <a:pt x="261" y="1"/>
                  </a:lnTo>
                  <a:close/>
                </a:path>
              </a:pathLst>
            </a:custGeom>
            <a:solidFill>
              <a:srgbClr val="000000">
                <a:alpha val="13330"/>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329" name="Google Shape;2329;g3b3d817690b_0_75"/>
            <p:cNvSpPr/>
            <p:nvPr/>
          </p:nvSpPr>
          <p:spPr>
            <a:xfrm>
              <a:off x="2311759" y="4140482"/>
              <a:ext cx="18888" cy="8994"/>
            </a:xfrm>
            <a:custGeom>
              <a:rect b="b" l="l" r="r" t="t"/>
              <a:pathLst>
                <a:path extrusionOk="0" h="280" w="588">
                  <a:moveTo>
                    <a:pt x="140" y="0"/>
                  </a:moveTo>
                  <a:cubicBezTo>
                    <a:pt x="65" y="0"/>
                    <a:pt x="1" y="62"/>
                    <a:pt x="1" y="139"/>
                  </a:cubicBezTo>
                  <a:cubicBezTo>
                    <a:pt x="1" y="216"/>
                    <a:pt x="62" y="279"/>
                    <a:pt x="140" y="279"/>
                  </a:cubicBezTo>
                  <a:lnTo>
                    <a:pt x="587" y="279"/>
                  </a:lnTo>
                  <a:lnTo>
                    <a:pt x="587" y="0"/>
                  </a:lnTo>
                  <a:close/>
                </a:path>
              </a:pathLst>
            </a:custGeom>
            <a:solidFill>
              <a:srgbClr val="000000">
                <a:alpha val="13330"/>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330" name="Google Shape;2330;g3b3d817690b_0_75"/>
            <p:cNvSpPr/>
            <p:nvPr/>
          </p:nvSpPr>
          <p:spPr>
            <a:xfrm>
              <a:off x="2266850" y="4162840"/>
              <a:ext cx="83551" cy="29970"/>
            </a:xfrm>
            <a:custGeom>
              <a:rect b="b" l="l" r="r" t="t"/>
              <a:pathLst>
                <a:path extrusionOk="0" h="933" w="2601">
                  <a:moveTo>
                    <a:pt x="251" y="0"/>
                  </a:moveTo>
                  <a:cubicBezTo>
                    <a:pt x="98" y="0"/>
                    <a:pt x="1" y="251"/>
                    <a:pt x="1" y="406"/>
                  </a:cubicBezTo>
                  <a:lnTo>
                    <a:pt x="8" y="933"/>
                  </a:lnTo>
                  <a:lnTo>
                    <a:pt x="2544" y="933"/>
                  </a:lnTo>
                  <a:lnTo>
                    <a:pt x="2600" y="652"/>
                  </a:lnTo>
                  <a:lnTo>
                    <a:pt x="2600" y="280"/>
                  </a:lnTo>
                  <a:cubicBezTo>
                    <a:pt x="2600" y="128"/>
                    <a:pt x="2476" y="0"/>
                    <a:pt x="2321" y="0"/>
                  </a:cubicBezTo>
                  <a:close/>
                </a:path>
              </a:pathLst>
            </a:custGeom>
            <a:solidFill>
              <a:schemeClr val="l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331" name="Google Shape;2331;g3b3d817690b_0_75"/>
            <p:cNvSpPr/>
            <p:nvPr/>
          </p:nvSpPr>
          <p:spPr>
            <a:xfrm>
              <a:off x="2265918" y="4162840"/>
              <a:ext cx="84482" cy="31801"/>
            </a:xfrm>
            <a:custGeom>
              <a:rect b="b" l="l" r="r" t="t"/>
              <a:pathLst>
                <a:path extrusionOk="0" h="990" w="2630">
                  <a:moveTo>
                    <a:pt x="280" y="0"/>
                  </a:moveTo>
                  <a:cubicBezTo>
                    <a:pt x="125" y="0"/>
                    <a:pt x="1" y="128"/>
                    <a:pt x="1" y="281"/>
                  </a:cubicBezTo>
                  <a:lnTo>
                    <a:pt x="1" y="989"/>
                  </a:lnTo>
                  <a:lnTo>
                    <a:pt x="2629" y="989"/>
                  </a:lnTo>
                  <a:lnTo>
                    <a:pt x="2629" y="655"/>
                  </a:lnTo>
                  <a:lnTo>
                    <a:pt x="336" y="655"/>
                  </a:lnTo>
                  <a:cubicBezTo>
                    <a:pt x="306" y="655"/>
                    <a:pt x="280" y="629"/>
                    <a:pt x="280" y="598"/>
                  </a:cubicBezTo>
                  <a:lnTo>
                    <a:pt x="280" y="0"/>
                  </a:lnTo>
                  <a:close/>
                </a:path>
              </a:pathLst>
            </a:custGeom>
            <a:solidFill>
              <a:srgbClr val="000000">
                <a:alpha val="13330"/>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332" name="Google Shape;2332;g3b3d817690b_0_75"/>
            <p:cNvSpPr/>
            <p:nvPr/>
          </p:nvSpPr>
          <p:spPr>
            <a:xfrm>
              <a:off x="2247640" y="4192844"/>
              <a:ext cx="121905" cy="31159"/>
            </a:xfrm>
            <a:custGeom>
              <a:rect b="b" l="l" r="r" t="t"/>
              <a:pathLst>
                <a:path extrusionOk="0" h="970" w="3795">
                  <a:moveTo>
                    <a:pt x="274" y="0"/>
                  </a:moveTo>
                  <a:lnTo>
                    <a:pt x="253" y="15"/>
                  </a:lnTo>
                  <a:cubicBezTo>
                    <a:pt x="96" y="15"/>
                    <a:pt x="1" y="195"/>
                    <a:pt x="1" y="350"/>
                  </a:cubicBezTo>
                  <a:lnTo>
                    <a:pt x="12" y="924"/>
                  </a:lnTo>
                  <a:lnTo>
                    <a:pt x="50" y="969"/>
                  </a:lnTo>
                  <a:lnTo>
                    <a:pt x="3692" y="970"/>
                  </a:lnTo>
                  <a:lnTo>
                    <a:pt x="3795" y="932"/>
                  </a:lnTo>
                  <a:lnTo>
                    <a:pt x="3795" y="279"/>
                  </a:lnTo>
                  <a:cubicBezTo>
                    <a:pt x="3795" y="126"/>
                    <a:pt x="3669" y="0"/>
                    <a:pt x="3518" y="0"/>
                  </a:cubicBezTo>
                  <a:close/>
                </a:path>
              </a:pathLst>
            </a:cu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333" name="Google Shape;2333;g3b3d817690b_0_75"/>
            <p:cNvSpPr/>
            <p:nvPr/>
          </p:nvSpPr>
          <p:spPr>
            <a:xfrm>
              <a:off x="2246772" y="4192780"/>
              <a:ext cx="9637" cy="31833"/>
            </a:xfrm>
            <a:custGeom>
              <a:rect b="b" l="l" r="r" t="t"/>
              <a:pathLst>
                <a:path extrusionOk="0" h="991" w="300">
                  <a:moveTo>
                    <a:pt x="281" y="1"/>
                  </a:moveTo>
                  <a:cubicBezTo>
                    <a:pt x="126" y="1"/>
                    <a:pt x="0" y="128"/>
                    <a:pt x="0" y="281"/>
                  </a:cubicBezTo>
                  <a:lnTo>
                    <a:pt x="0" y="934"/>
                  </a:lnTo>
                  <a:lnTo>
                    <a:pt x="149" y="991"/>
                  </a:lnTo>
                  <a:lnTo>
                    <a:pt x="300" y="934"/>
                  </a:lnTo>
                  <a:lnTo>
                    <a:pt x="300" y="2"/>
                  </a:lnTo>
                  <a:lnTo>
                    <a:pt x="300" y="1"/>
                  </a:lnTo>
                  <a:close/>
                </a:path>
              </a:pathLst>
            </a:custGeom>
            <a:solidFill>
              <a:srgbClr val="000000">
                <a:alpha val="13330"/>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334" name="Google Shape;2334;g3b3d817690b_0_75"/>
            <p:cNvSpPr/>
            <p:nvPr/>
          </p:nvSpPr>
          <p:spPr>
            <a:xfrm>
              <a:off x="2247929" y="4393362"/>
              <a:ext cx="121616" cy="30067"/>
            </a:xfrm>
            <a:custGeom>
              <a:rect b="b" l="l" r="r" t="t"/>
              <a:pathLst>
                <a:path extrusionOk="0" h="936" w="3786">
                  <a:moveTo>
                    <a:pt x="3661" y="0"/>
                  </a:moveTo>
                  <a:lnTo>
                    <a:pt x="44" y="2"/>
                  </a:lnTo>
                  <a:lnTo>
                    <a:pt x="0" y="39"/>
                  </a:lnTo>
                  <a:lnTo>
                    <a:pt x="0" y="655"/>
                  </a:lnTo>
                  <a:cubicBezTo>
                    <a:pt x="0" y="811"/>
                    <a:pt x="128" y="935"/>
                    <a:pt x="281" y="935"/>
                  </a:cubicBezTo>
                  <a:lnTo>
                    <a:pt x="3507" y="935"/>
                  </a:lnTo>
                  <a:cubicBezTo>
                    <a:pt x="3661" y="935"/>
                    <a:pt x="3786" y="847"/>
                    <a:pt x="3786" y="692"/>
                  </a:cubicBezTo>
                  <a:lnTo>
                    <a:pt x="3786" y="39"/>
                  </a:lnTo>
                  <a:lnTo>
                    <a:pt x="3661" y="0"/>
                  </a:lnTo>
                  <a:close/>
                </a:path>
              </a:pathLst>
            </a:cu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335" name="Google Shape;2335;g3b3d817690b_0_75"/>
            <p:cNvSpPr/>
            <p:nvPr/>
          </p:nvSpPr>
          <p:spPr>
            <a:xfrm>
              <a:off x="2246708" y="4393394"/>
              <a:ext cx="122836" cy="31255"/>
            </a:xfrm>
            <a:custGeom>
              <a:rect b="b" l="l" r="r" t="t"/>
              <a:pathLst>
                <a:path extrusionOk="0" h="973" w="3824">
                  <a:moveTo>
                    <a:pt x="145" y="1"/>
                  </a:moveTo>
                  <a:lnTo>
                    <a:pt x="1" y="38"/>
                  </a:lnTo>
                  <a:lnTo>
                    <a:pt x="1" y="691"/>
                  </a:lnTo>
                  <a:cubicBezTo>
                    <a:pt x="1" y="848"/>
                    <a:pt x="128" y="972"/>
                    <a:pt x="282" y="972"/>
                  </a:cubicBezTo>
                  <a:lnTo>
                    <a:pt x="2984" y="972"/>
                  </a:lnTo>
                  <a:lnTo>
                    <a:pt x="3545" y="916"/>
                  </a:lnTo>
                  <a:cubicBezTo>
                    <a:pt x="3699" y="916"/>
                    <a:pt x="3824" y="846"/>
                    <a:pt x="3824" y="691"/>
                  </a:cubicBezTo>
                  <a:lnTo>
                    <a:pt x="3824" y="674"/>
                  </a:lnTo>
                  <a:lnTo>
                    <a:pt x="393" y="674"/>
                  </a:lnTo>
                  <a:cubicBezTo>
                    <a:pt x="341" y="674"/>
                    <a:pt x="299" y="630"/>
                    <a:pt x="299" y="580"/>
                  </a:cubicBezTo>
                  <a:lnTo>
                    <a:pt x="299" y="38"/>
                  </a:lnTo>
                  <a:lnTo>
                    <a:pt x="145" y="1"/>
                  </a:lnTo>
                  <a:close/>
                </a:path>
              </a:pathLst>
            </a:custGeom>
            <a:solidFill>
              <a:srgbClr val="000000">
                <a:alpha val="13330"/>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336" name="Google Shape;2336;g3b3d817690b_0_75"/>
            <p:cNvSpPr/>
            <p:nvPr/>
          </p:nvSpPr>
          <p:spPr>
            <a:xfrm>
              <a:off x="2248025" y="4222719"/>
              <a:ext cx="121519" cy="171952"/>
            </a:xfrm>
            <a:custGeom>
              <a:rect b="b" l="l" r="r" t="t"/>
              <a:pathLst>
                <a:path extrusionOk="0" h="5353" w="3783">
                  <a:moveTo>
                    <a:pt x="261" y="1"/>
                  </a:moveTo>
                  <a:lnTo>
                    <a:pt x="0" y="39"/>
                  </a:lnTo>
                  <a:lnTo>
                    <a:pt x="0" y="5315"/>
                  </a:lnTo>
                  <a:lnTo>
                    <a:pt x="261" y="5353"/>
                  </a:lnTo>
                  <a:lnTo>
                    <a:pt x="3783" y="5353"/>
                  </a:lnTo>
                  <a:lnTo>
                    <a:pt x="3783" y="2"/>
                  </a:lnTo>
                  <a:lnTo>
                    <a:pt x="3783" y="1"/>
                  </a:ln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337" name="Google Shape;2337;g3b3d817690b_0_75"/>
            <p:cNvSpPr/>
            <p:nvPr/>
          </p:nvSpPr>
          <p:spPr>
            <a:xfrm>
              <a:off x="2246772" y="4222784"/>
              <a:ext cx="9637" cy="171887"/>
            </a:xfrm>
            <a:custGeom>
              <a:rect b="b" l="l" r="r" t="t"/>
              <a:pathLst>
                <a:path extrusionOk="0" h="5351" w="300">
                  <a:moveTo>
                    <a:pt x="0" y="0"/>
                  </a:moveTo>
                  <a:lnTo>
                    <a:pt x="0" y="5351"/>
                  </a:lnTo>
                  <a:lnTo>
                    <a:pt x="300" y="5351"/>
                  </a:lnTo>
                  <a:lnTo>
                    <a:pt x="300" y="0"/>
                  </a:lnTo>
                  <a:close/>
                </a:path>
              </a:pathLst>
            </a:custGeom>
            <a:solidFill>
              <a:srgbClr val="000000">
                <a:alpha val="13330"/>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338" name="Google Shape;2338;g3b3d817690b_0_75"/>
            <p:cNvSpPr/>
            <p:nvPr/>
          </p:nvSpPr>
          <p:spPr>
            <a:xfrm>
              <a:off x="2266850" y="4240741"/>
              <a:ext cx="83775" cy="134786"/>
            </a:xfrm>
            <a:custGeom>
              <a:rect b="b" l="l" r="r" t="t"/>
              <a:pathLst>
                <a:path extrusionOk="0" h="4196" w="2608">
                  <a:moveTo>
                    <a:pt x="222" y="0"/>
                  </a:moveTo>
                  <a:lnTo>
                    <a:pt x="74" y="38"/>
                  </a:lnTo>
                  <a:cubicBezTo>
                    <a:pt x="32" y="38"/>
                    <a:pt x="1" y="71"/>
                    <a:pt x="1" y="113"/>
                  </a:cubicBezTo>
                  <a:lnTo>
                    <a:pt x="1" y="4122"/>
                  </a:lnTo>
                  <a:cubicBezTo>
                    <a:pt x="1" y="4162"/>
                    <a:pt x="32" y="4195"/>
                    <a:pt x="74" y="4195"/>
                  </a:cubicBezTo>
                  <a:lnTo>
                    <a:pt x="2498" y="4195"/>
                  </a:lnTo>
                  <a:cubicBezTo>
                    <a:pt x="2538" y="4195"/>
                    <a:pt x="2573" y="4161"/>
                    <a:pt x="2569" y="4119"/>
                  </a:cubicBezTo>
                  <a:lnTo>
                    <a:pt x="2608" y="3971"/>
                  </a:lnTo>
                  <a:lnTo>
                    <a:pt x="2608" y="74"/>
                  </a:lnTo>
                  <a:cubicBezTo>
                    <a:pt x="2608" y="33"/>
                    <a:pt x="2574" y="0"/>
                    <a:pt x="2532" y="0"/>
                  </a:cubicBezTo>
                  <a:close/>
                </a:path>
              </a:pathLst>
            </a:custGeom>
            <a:solidFill>
              <a:schemeClr val="l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339" name="Google Shape;2339;g3b3d817690b_0_75"/>
            <p:cNvSpPr/>
            <p:nvPr/>
          </p:nvSpPr>
          <p:spPr>
            <a:xfrm>
              <a:off x="2265693" y="4240741"/>
              <a:ext cx="84996" cy="135942"/>
            </a:xfrm>
            <a:custGeom>
              <a:rect b="b" l="l" r="r" t="t"/>
              <a:pathLst>
                <a:path extrusionOk="0" h="4232" w="2646">
                  <a:moveTo>
                    <a:pt x="74" y="0"/>
                  </a:moveTo>
                  <a:cubicBezTo>
                    <a:pt x="32" y="0"/>
                    <a:pt x="0" y="33"/>
                    <a:pt x="0" y="75"/>
                  </a:cubicBezTo>
                  <a:lnTo>
                    <a:pt x="0" y="4158"/>
                  </a:lnTo>
                  <a:cubicBezTo>
                    <a:pt x="0" y="4198"/>
                    <a:pt x="32" y="4232"/>
                    <a:pt x="74" y="4232"/>
                  </a:cubicBezTo>
                  <a:lnTo>
                    <a:pt x="2571" y="4232"/>
                  </a:lnTo>
                  <a:cubicBezTo>
                    <a:pt x="2613" y="4232"/>
                    <a:pt x="2645" y="4198"/>
                    <a:pt x="2645" y="4158"/>
                  </a:cubicBezTo>
                  <a:lnTo>
                    <a:pt x="2645" y="3971"/>
                  </a:lnTo>
                  <a:lnTo>
                    <a:pt x="335" y="3971"/>
                  </a:lnTo>
                  <a:cubicBezTo>
                    <a:pt x="293" y="3971"/>
                    <a:pt x="261" y="3938"/>
                    <a:pt x="261" y="3897"/>
                  </a:cubicBezTo>
                  <a:lnTo>
                    <a:pt x="261" y="0"/>
                  </a:lnTo>
                  <a:close/>
                </a:path>
              </a:pathLst>
            </a:custGeom>
            <a:solidFill>
              <a:srgbClr val="000000">
                <a:alpha val="13330"/>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340" name="Google Shape;2340;g3b3d817690b_0_75"/>
            <p:cNvSpPr/>
            <p:nvPr/>
          </p:nvSpPr>
          <p:spPr>
            <a:xfrm>
              <a:off x="2279732" y="4354203"/>
              <a:ext cx="69095" cy="8994"/>
            </a:xfrm>
            <a:custGeom>
              <a:rect b="b" l="l" r="r" t="t"/>
              <a:pathLst>
                <a:path extrusionOk="0" h="280" w="2151">
                  <a:moveTo>
                    <a:pt x="140" y="0"/>
                  </a:moveTo>
                  <a:cubicBezTo>
                    <a:pt x="64" y="0"/>
                    <a:pt x="1" y="63"/>
                    <a:pt x="1" y="141"/>
                  </a:cubicBezTo>
                  <a:cubicBezTo>
                    <a:pt x="1" y="216"/>
                    <a:pt x="63" y="280"/>
                    <a:pt x="140" y="280"/>
                  </a:cubicBezTo>
                  <a:lnTo>
                    <a:pt x="2011" y="280"/>
                  </a:lnTo>
                  <a:cubicBezTo>
                    <a:pt x="2089" y="280"/>
                    <a:pt x="2150" y="217"/>
                    <a:pt x="2150" y="141"/>
                  </a:cubicBezTo>
                  <a:cubicBezTo>
                    <a:pt x="2150" y="64"/>
                    <a:pt x="2089" y="0"/>
                    <a:pt x="2011" y="0"/>
                  </a:cubicBezTo>
                  <a:close/>
                </a:path>
              </a:pathLst>
            </a:custGeom>
            <a:solidFill>
              <a:srgbClr val="000000">
                <a:alpha val="13330"/>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341" name="Google Shape;2341;g3b3d817690b_0_75"/>
            <p:cNvSpPr/>
            <p:nvPr/>
          </p:nvSpPr>
          <p:spPr>
            <a:xfrm>
              <a:off x="2283651" y="4295609"/>
              <a:ext cx="33022" cy="32829"/>
            </a:xfrm>
            <a:custGeom>
              <a:rect b="b" l="l" r="r" t="t"/>
              <a:pathLst>
                <a:path extrusionOk="0" h="1022" w="1028">
                  <a:moveTo>
                    <a:pt x="514" y="1"/>
                  </a:moveTo>
                  <a:cubicBezTo>
                    <a:pt x="508" y="1"/>
                    <a:pt x="502" y="4"/>
                    <a:pt x="498" y="10"/>
                  </a:cubicBezTo>
                  <a:lnTo>
                    <a:pt x="492" y="19"/>
                  </a:lnTo>
                  <a:cubicBezTo>
                    <a:pt x="377" y="213"/>
                    <a:pt x="214" y="374"/>
                    <a:pt x="22" y="490"/>
                  </a:cubicBezTo>
                  <a:lnTo>
                    <a:pt x="13" y="495"/>
                  </a:lnTo>
                  <a:cubicBezTo>
                    <a:pt x="0" y="503"/>
                    <a:pt x="0" y="520"/>
                    <a:pt x="13" y="527"/>
                  </a:cubicBezTo>
                  <a:lnTo>
                    <a:pt x="22" y="533"/>
                  </a:lnTo>
                  <a:cubicBezTo>
                    <a:pt x="214" y="649"/>
                    <a:pt x="377" y="810"/>
                    <a:pt x="492" y="1004"/>
                  </a:cubicBezTo>
                  <a:lnTo>
                    <a:pt x="498" y="1012"/>
                  </a:lnTo>
                  <a:cubicBezTo>
                    <a:pt x="502" y="1019"/>
                    <a:pt x="508" y="1022"/>
                    <a:pt x="514" y="1022"/>
                  </a:cubicBezTo>
                  <a:cubicBezTo>
                    <a:pt x="520" y="1022"/>
                    <a:pt x="526" y="1019"/>
                    <a:pt x="530" y="1012"/>
                  </a:cubicBezTo>
                  <a:lnTo>
                    <a:pt x="536" y="1004"/>
                  </a:lnTo>
                  <a:cubicBezTo>
                    <a:pt x="652" y="810"/>
                    <a:pt x="812" y="649"/>
                    <a:pt x="1006" y="533"/>
                  </a:cubicBezTo>
                  <a:lnTo>
                    <a:pt x="1015" y="527"/>
                  </a:lnTo>
                  <a:cubicBezTo>
                    <a:pt x="1028" y="520"/>
                    <a:pt x="1028" y="503"/>
                    <a:pt x="1015" y="495"/>
                  </a:cubicBezTo>
                  <a:cubicBezTo>
                    <a:pt x="821" y="381"/>
                    <a:pt x="659" y="220"/>
                    <a:pt x="542" y="26"/>
                  </a:cubicBezTo>
                  <a:lnTo>
                    <a:pt x="530" y="10"/>
                  </a:lnTo>
                  <a:cubicBezTo>
                    <a:pt x="526" y="4"/>
                    <a:pt x="520" y="1"/>
                    <a:pt x="514" y="1"/>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342" name="Google Shape;2342;g3b3d817690b_0_75"/>
            <p:cNvSpPr/>
            <p:nvPr/>
          </p:nvSpPr>
          <p:spPr>
            <a:xfrm>
              <a:off x="2308483" y="4258666"/>
              <a:ext cx="24124" cy="24028"/>
            </a:xfrm>
            <a:custGeom>
              <a:rect b="b" l="l" r="r" t="t"/>
              <a:pathLst>
                <a:path extrusionOk="0" h="748" w="751">
                  <a:moveTo>
                    <a:pt x="375" y="0"/>
                  </a:moveTo>
                  <a:cubicBezTo>
                    <a:pt x="371" y="0"/>
                    <a:pt x="366" y="2"/>
                    <a:pt x="364" y="7"/>
                  </a:cubicBezTo>
                  <a:lnTo>
                    <a:pt x="359" y="14"/>
                  </a:lnTo>
                  <a:cubicBezTo>
                    <a:pt x="275" y="156"/>
                    <a:pt x="157" y="273"/>
                    <a:pt x="16" y="358"/>
                  </a:cubicBezTo>
                  <a:lnTo>
                    <a:pt x="9" y="361"/>
                  </a:lnTo>
                  <a:cubicBezTo>
                    <a:pt x="0" y="367"/>
                    <a:pt x="0" y="380"/>
                    <a:pt x="9" y="386"/>
                  </a:cubicBezTo>
                  <a:lnTo>
                    <a:pt x="16" y="389"/>
                  </a:lnTo>
                  <a:cubicBezTo>
                    <a:pt x="157" y="474"/>
                    <a:pt x="275" y="592"/>
                    <a:pt x="359" y="733"/>
                  </a:cubicBezTo>
                  <a:lnTo>
                    <a:pt x="364" y="741"/>
                  </a:lnTo>
                  <a:cubicBezTo>
                    <a:pt x="366" y="745"/>
                    <a:pt x="371" y="747"/>
                    <a:pt x="375" y="747"/>
                  </a:cubicBezTo>
                  <a:cubicBezTo>
                    <a:pt x="379" y="747"/>
                    <a:pt x="384" y="745"/>
                    <a:pt x="387" y="741"/>
                  </a:cubicBezTo>
                  <a:lnTo>
                    <a:pt x="391" y="733"/>
                  </a:lnTo>
                  <a:cubicBezTo>
                    <a:pt x="475" y="592"/>
                    <a:pt x="592" y="474"/>
                    <a:pt x="734" y="389"/>
                  </a:cubicBezTo>
                  <a:lnTo>
                    <a:pt x="740" y="386"/>
                  </a:lnTo>
                  <a:cubicBezTo>
                    <a:pt x="750" y="380"/>
                    <a:pt x="750" y="367"/>
                    <a:pt x="741" y="361"/>
                  </a:cubicBezTo>
                  <a:cubicBezTo>
                    <a:pt x="599" y="279"/>
                    <a:pt x="481" y="162"/>
                    <a:pt x="394" y="20"/>
                  </a:cubicBezTo>
                  <a:lnTo>
                    <a:pt x="387" y="7"/>
                  </a:lnTo>
                  <a:cubicBezTo>
                    <a:pt x="384" y="2"/>
                    <a:pt x="379" y="0"/>
                    <a:pt x="375" y="0"/>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343" name="Google Shape;2343;g3b3d817690b_0_75"/>
            <p:cNvSpPr/>
            <p:nvPr/>
          </p:nvSpPr>
          <p:spPr>
            <a:xfrm>
              <a:off x="2334150" y="4322721"/>
              <a:ext cx="122226" cy="101250"/>
            </a:xfrm>
            <a:custGeom>
              <a:rect b="b" l="l" r="r" t="t"/>
              <a:pathLst>
                <a:path extrusionOk="0" h="3152" w="3805">
                  <a:moveTo>
                    <a:pt x="280" y="0"/>
                  </a:moveTo>
                  <a:lnTo>
                    <a:pt x="261" y="18"/>
                  </a:lnTo>
                  <a:cubicBezTo>
                    <a:pt x="107" y="18"/>
                    <a:pt x="0" y="145"/>
                    <a:pt x="0" y="299"/>
                  </a:cubicBezTo>
                  <a:lnTo>
                    <a:pt x="0" y="2872"/>
                  </a:lnTo>
                  <a:cubicBezTo>
                    <a:pt x="0" y="3027"/>
                    <a:pt x="128" y="3152"/>
                    <a:pt x="281" y="3152"/>
                  </a:cubicBezTo>
                  <a:lnTo>
                    <a:pt x="3488" y="3134"/>
                  </a:lnTo>
                  <a:cubicBezTo>
                    <a:pt x="3643" y="3134"/>
                    <a:pt x="3786" y="3046"/>
                    <a:pt x="3786" y="2890"/>
                  </a:cubicBezTo>
                  <a:lnTo>
                    <a:pt x="3805" y="2872"/>
                  </a:lnTo>
                  <a:lnTo>
                    <a:pt x="3805" y="281"/>
                  </a:lnTo>
                  <a:cubicBezTo>
                    <a:pt x="3805" y="125"/>
                    <a:pt x="3677" y="0"/>
                    <a:pt x="3524" y="0"/>
                  </a:cubicBezTo>
                  <a:close/>
                </a:path>
              </a:pathLst>
            </a:custGeom>
            <a:solidFill>
              <a:schemeClr val="l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344" name="Google Shape;2344;g3b3d817690b_0_75"/>
            <p:cNvSpPr/>
            <p:nvPr/>
          </p:nvSpPr>
          <p:spPr>
            <a:xfrm>
              <a:off x="2333507" y="4322753"/>
              <a:ext cx="122869" cy="101893"/>
            </a:xfrm>
            <a:custGeom>
              <a:rect b="b" l="l" r="r" t="t"/>
              <a:pathLst>
                <a:path extrusionOk="0" h="3172" w="3825">
                  <a:moveTo>
                    <a:pt x="281" y="1"/>
                  </a:moveTo>
                  <a:cubicBezTo>
                    <a:pt x="126" y="1"/>
                    <a:pt x="0" y="128"/>
                    <a:pt x="0" y="282"/>
                  </a:cubicBezTo>
                  <a:lnTo>
                    <a:pt x="0" y="2890"/>
                  </a:lnTo>
                  <a:cubicBezTo>
                    <a:pt x="0" y="3047"/>
                    <a:pt x="127" y="3171"/>
                    <a:pt x="281" y="3171"/>
                  </a:cubicBezTo>
                  <a:lnTo>
                    <a:pt x="3544" y="3171"/>
                  </a:lnTo>
                  <a:cubicBezTo>
                    <a:pt x="3699" y="3171"/>
                    <a:pt x="3825" y="3045"/>
                    <a:pt x="3825" y="2890"/>
                  </a:cubicBezTo>
                  <a:lnTo>
                    <a:pt x="3825" y="2873"/>
                  </a:lnTo>
                  <a:lnTo>
                    <a:pt x="3825" y="2871"/>
                  </a:lnTo>
                  <a:lnTo>
                    <a:pt x="447" y="2871"/>
                  </a:lnTo>
                  <a:cubicBezTo>
                    <a:pt x="366" y="2871"/>
                    <a:pt x="300" y="2806"/>
                    <a:pt x="300" y="2722"/>
                  </a:cubicBezTo>
                  <a:lnTo>
                    <a:pt x="300" y="1"/>
                  </a:lnTo>
                  <a:close/>
                </a:path>
              </a:pathLst>
            </a:custGeom>
            <a:solidFill>
              <a:srgbClr val="000000">
                <a:alpha val="13330"/>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2345" name="Google Shape;2345;g3b3d817690b_0_75"/>
          <p:cNvGrpSpPr/>
          <p:nvPr/>
        </p:nvGrpSpPr>
        <p:grpSpPr>
          <a:xfrm>
            <a:off x="895758" y="2027485"/>
            <a:ext cx="299484" cy="297684"/>
            <a:chOff x="2836796" y="3480977"/>
            <a:chExt cx="299484" cy="297684"/>
          </a:xfrm>
        </p:grpSpPr>
        <p:sp>
          <p:nvSpPr>
            <p:cNvPr id="2346" name="Google Shape;2346;g3b3d817690b_0_75"/>
            <p:cNvSpPr/>
            <p:nvPr/>
          </p:nvSpPr>
          <p:spPr>
            <a:xfrm>
              <a:off x="2952217" y="3581300"/>
              <a:ext cx="82780" cy="82715"/>
            </a:xfrm>
            <a:custGeom>
              <a:rect b="b" l="l" r="r" t="t"/>
              <a:pathLst>
                <a:path extrusionOk="0" h="2575" w="2577">
                  <a:moveTo>
                    <a:pt x="416" y="1"/>
                  </a:moveTo>
                  <a:lnTo>
                    <a:pt x="114" y="303"/>
                  </a:lnTo>
                  <a:lnTo>
                    <a:pt x="1" y="570"/>
                  </a:lnTo>
                  <a:lnTo>
                    <a:pt x="1990" y="2575"/>
                  </a:lnTo>
                  <a:lnTo>
                    <a:pt x="2274" y="2462"/>
                  </a:lnTo>
                  <a:lnTo>
                    <a:pt x="2576" y="2160"/>
                  </a:lnTo>
                  <a:lnTo>
                    <a:pt x="416" y="1"/>
                  </a:lnTo>
                  <a:close/>
                </a:path>
              </a:pathLst>
            </a:custGeom>
            <a:solidFill>
              <a:srgbClr val="DDD3C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347" name="Google Shape;2347;g3b3d817690b_0_75"/>
            <p:cNvSpPr/>
            <p:nvPr/>
          </p:nvSpPr>
          <p:spPr>
            <a:xfrm>
              <a:off x="2949519" y="3589685"/>
              <a:ext cx="77062" cy="77062"/>
            </a:xfrm>
            <a:custGeom>
              <a:rect b="b" l="l" r="r" t="t"/>
              <a:pathLst>
                <a:path extrusionOk="0" h="2399" w="2399">
                  <a:moveTo>
                    <a:pt x="670" y="0"/>
                  </a:moveTo>
                  <a:lnTo>
                    <a:pt x="467" y="203"/>
                  </a:lnTo>
                  <a:cubicBezTo>
                    <a:pt x="453" y="217"/>
                    <a:pt x="434" y="225"/>
                    <a:pt x="415" y="225"/>
                  </a:cubicBezTo>
                  <a:cubicBezTo>
                    <a:pt x="396" y="225"/>
                    <a:pt x="377" y="217"/>
                    <a:pt x="363" y="203"/>
                  </a:cubicBezTo>
                  <a:lnTo>
                    <a:pt x="198" y="39"/>
                  </a:lnTo>
                  <a:lnTo>
                    <a:pt x="1" y="236"/>
                  </a:lnTo>
                  <a:lnTo>
                    <a:pt x="218" y="453"/>
                  </a:lnTo>
                  <a:lnTo>
                    <a:pt x="613" y="850"/>
                  </a:lnTo>
                  <a:lnTo>
                    <a:pt x="1550" y="1785"/>
                  </a:lnTo>
                  <a:lnTo>
                    <a:pt x="1945" y="2182"/>
                  </a:lnTo>
                  <a:lnTo>
                    <a:pt x="2162" y="2399"/>
                  </a:lnTo>
                  <a:lnTo>
                    <a:pt x="2359" y="2201"/>
                  </a:lnTo>
                  <a:lnTo>
                    <a:pt x="2197" y="2038"/>
                  </a:lnTo>
                  <a:cubicBezTo>
                    <a:pt x="2167" y="2008"/>
                    <a:pt x="2167" y="1960"/>
                    <a:pt x="2196" y="1931"/>
                  </a:cubicBezTo>
                  <a:lnTo>
                    <a:pt x="2398" y="1729"/>
                  </a:lnTo>
                  <a:lnTo>
                    <a:pt x="2002" y="1332"/>
                  </a:lnTo>
                  <a:lnTo>
                    <a:pt x="1066" y="397"/>
                  </a:lnTo>
                  <a:lnTo>
                    <a:pt x="670" y="0"/>
                  </a:lnTo>
                  <a:close/>
                </a:path>
              </a:pathLst>
            </a:custGeom>
            <a:solidFill>
              <a:srgbClr val="D1C7C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348" name="Google Shape;2348;g3b3d817690b_0_75"/>
            <p:cNvSpPr/>
            <p:nvPr/>
          </p:nvSpPr>
          <p:spPr>
            <a:xfrm>
              <a:off x="2960795" y="3482584"/>
              <a:ext cx="175485" cy="173301"/>
            </a:xfrm>
            <a:custGeom>
              <a:rect b="b" l="l" r="r" t="t"/>
              <a:pathLst>
                <a:path extrusionOk="0" h="5395" w="5463">
                  <a:moveTo>
                    <a:pt x="3087" y="1"/>
                  </a:moveTo>
                  <a:cubicBezTo>
                    <a:pt x="2933" y="1"/>
                    <a:pt x="2681" y="163"/>
                    <a:pt x="2590" y="255"/>
                  </a:cubicBezTo>
                  <a:lnTo>
                    <a:pt x="116" y="2726"/>
                  </a:lnTo>
                  <a:cubicBezTo>
                    <a:pt x="0" y="2842"/>
                    <a:pt x="0" y="3029"/>
                    <a:pt x="116" y="3145"/>
                  </a:cubicBezTo>
                  <a:lnTo>
                    <a:pt x="469" y="3498"/>
                  </a:lnTo>
                  <a:cubicBezTo>
                    <a:pt x="505" y="3534"/>
                    <a:pt x="505" y="3593"/>
                    <a:pt x="469" y="3630"/>
                  </a:cubicBezTo>
                  <a:lnTo>
                    <a:pt x="116" y="3983"/>
                  </a:lnTo>
                  <a:lnTo>
                    <a:pt x="1389" y="5226"/>
                  </a:lnTo>
                  <a:lnTo>
                    <a:pt x="1600" y="5108"/>
                  </a:lnTo>
                  <a:lnTo>
                    <a:pt x="1753" y="4954"/>
                  </a:lnTo>
                  <a:cubicBezTo>
                    <a:pt x="1771" y="4936"/>
                    <a:pt x="1796" y="4927"/>
                    <a:pt x="1820" y="4927"/>
                  </a:cubicBezTo>
                  <a:cubicBezTo>
                    <a:pt x="1844" y="4927"/>
                    <a:pt x="1868" y="4936"/>
                    <a:pt x="1887" y="4954"/>
                  </a:cubicBezTo>
                  <a:lnTo>
                    <a:pt x="2238" y="5307"/>
                  </a:lnTo>
                  <a:cubicBezTo>
                    <a:pt x="2296" y="5365"/>
                    <a:pt x="2372" y="5394"/>
                    <a:pt x="2447" y="5394"/>
                  </a:cubicBezTo>
                  <a:cubicBezTo>
                    <a:pt x="2523" y="5394"/>
                    <a:pt x="2599" y="5365"/>
                    <a:pt x="2657" y="5307"/>
                  </a:cubicBezTo>
                  <a:lnTo>
                    <a:pt x="5346" y="2618"/>
                  </a:lnTo>
                  <a:cubicBezTo>
                    <a:pt x="5462" y="2502"/>
                    <a:pt x="5462" y="2317"/>
                    <a:pt x="5346" y="2201"/>
                  </a:cubicBezTo>
                  <a:lnTo>
                    <a:pt x="3185" y="39"/>
                  </a:lnTo>
                  <a:lnTo>
                    <a:pt x="3175" y="29"/>
                  </a:lnTo>
                  <a:cubicBezTo>
                    <a:pt x="3153" y="9"/>
                    <a:pt x="3123" y="1"/>
                    <a:pt x="3087" y="1"/>
                  </a:cubicBezTo>
                  <a:close/>
                </a:path>
              </a:pathLst>
            </a:custGeom>
            <a:solidFill>
              <a:srgbClr val="F7F3F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349" name="Google Shape;2349;g3b3d817690b_0_75"/>
            <p:cNvSpPr/>
            <p:nvPr/>
          </p:nvSpPr>
          <p:spPr>
            <a:xfrm>
              <a:off x="2959542" y="3480977"/>
              <a:ext cx="103177" cy="173237"/>
            </a:xfrm>
            <a:custGeom>
              <a:rect b="b" l="l" r="r" t="t"/>
              <a:pathLst>
                <a:path extrusionOk="0" h="5393" w="3212">
                  <a:moveTo>
                    <a:pt x="3013" y="1"/>
                  </a:moveTo>
                  <a:cubicBezTo>
                    <a:pt x="2938" y="1"/>
                    <a:pt x="2862" y="30"/>
                    <a:pt x="2804" y="88"/>
                  </a:cubicBezTo>
                  <a:lnTo>
                    <a:pt x="115" y="2776"/>
                  </a:lnTo>
                  <a:cubicBezTo>
                    <a:pt x="0" y="2892"/>
                    <a:pt x="0" y="3079"/>
                    <a:pt x="115" y="3195"/>
                  </a:cubicBezTo>
                  <a:lnTo>
                    <a:pt x="468" y="3548"/>
                  </a:lnTo>
                  <a:cubicBezTo>
                    <a:pt x="504" y="3584"/>
                    <a:pt x="504" y="3643"/>
                    <a:pt x="468" y="3680"/>
                  </a:cubicBezTo>
                  <a:lnTo>
                    <a:pt x="81" y="4067"/>
                  </a:lnTo>
                  <a:lnTo>
                    <a:pt x="1406" y="5392"/>
                  </a:lnTo>
                  <a:lnTo>
                    <a:pt x="1639" y="5158"/>
                  </a:lnTo>
                  <a:lnTo>
                    <a:pt x="578" y="4098"/>
                  </a:lnTo>
                  <a:cubicBezTo>
                    <a:pt x="543" y="4060"/>
                    <a:pt x="543" y="4002"/>
                    <a:pt x="579" y="3966"/>
                  </a:cubicBezTo>
                  <a:lnTo>
                    <a:pt x="772" y="3772"/>
                  </a:lnTo>
                  <a:cubicBezTo>
                    <a:pt x="859" y="3685"/>
                    <a:pt x="859" y="3542"/>
                    <a:pt x="772" y="3455"/>
                  </a:cubicBezTo>
                  <a:lnTo>
                    <a:pt x="368" y="3051"/>
                  </a:lnTo>
                  <a:cubicBezTo>
                    <a:pt x="332" y="3015"/>
                    <a:pt x="332" y="2956"/>
                    <a:pt x="368" y="2920"/>
                  </a:cubicBezTo>
                  <a:lnTo>
                    <a:pt x="3201" y="88"/>
                  </a:lnTo>
                  <a:lnTo>
                    <a:pt x="3211" y="76"/>
                  </a:lnTo>
                  <a:cubicBezTo>
                    <a:pt x="3155" y="26"/>
                    <a:pt x="3084" y="1"/>
                    <a:pt x="3013" y="1"/>
                  </a:cubicBezTo>
                  <a:close/>
                </a:path>
              </a:pathLst>
            </a:custGeom>
            <a:solidFill>
              <a:srgbClr val="000000">
                <a:alpha val="13330"/>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350" name="Google Shape;2350;g3b3d817690b_0_75"/>
            <p:cNvSpPr/>
            <p:nvPr/>
          </p:nvSpPr>
          <p:spPr>
            <a:xfrm>
              <a:off x="3066451" y="3514001"/>
              <a:ext cx="8994" cy="8962"/>
            </a:xfrm>
            <a:custGeom>
              <a:rect b="b" l="l" r="r" t="t"/>
              <a:pathLst>
                <a:path extrusionOk="0" h="279" w="280">
                  <a:moveTo>
                    <a:pt x="141" y="1"/>
                  </a:moveTo>
                  <a:cubicBezTo>
                    <a:pt x="64" y="1"/>
                    <a:pt x="0" y="63"/>
                    <a:pt x="0" y="140"/>
                  </a:cubicBezTo>
                  <a:cubicBezTo>
                    <a:pt x="0" y="217"/>
                    <a:pt x="64" y="279"/>
                    <a:pt x="141" y="279"/>
                  </a:cubicBezTo>
                  <a:cubicBezTo>
                    <a:pt x="217" y="279"/>
                    <a:pt x="280" y="217"/>
                    <a:pt x="280" y="140"/>
                  </a:cubicBezTo>
                  <a:cubicBezTo>
                    <a:pt x="280" y="63"/>
                    <a:pt x="217" y="1"/>
                    <a:pt x="141" y="1"/>
                  </a:cubicBezTo>
                  <a:close/>
                </a:path>
              </a:pathLst>
            </a:custGeom>
            <a:solidFill>
              <a:srgbClr val="000000">
                <a:alpha val="13330"/>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351" name="Google Shape;2351;g3b3d817690b_0_75"/>
            <p:cNvSpPr/>
            <p:nvPr/>
          </p:nvSpPr>
          <p:spPr>
            <a:xfrm>
              <a:off x="3079879" y="3527461"/>
              <a:ext cx="9026" cy="8962"/>
            </a:xfrm>
            <a:custGeom>
              <a:rect b="b" l="l" r="r" t="t"/>
              <a:pathLst>
                <a:path extrusionOk="0" h="279" w="281">
                  <a:moveTo>
                    <a:pt x="141" y="0"/>
                  </a:moveTo>
                  <a:cubicBezTo>
                    <a:pt x="63" y="0"/>
                    <a:pt x="1" y="63"/>
                    <a:pt x="1" y="139"/>
                  </a:cubicBezTo>
                  <a:cubicBezTo>
                    <a:pt x="1" y="216"/>
                    <a:pt x="63" y="278"/>
                    <a:pt x="141" y="278"/>
                  </a:cubicBezTo>
                  <a:cubicBezTo>
                    <a:pt x="218" y="278"/>
                    <a:pt x="280" y="216"/>
                    <a:pt x="280" y="139"/>
                  </a:cubicBezTo>
                  <a:cubicBezTo>
                    <a:pt x="280" y="63"/>
                    <a:pt x="218" y="0"/>
                    <a:pt x="141" y="0"/>
                  </a:cubicBezTo>
                  <a:close/>
                </a:path>
              </a:pathLst>
            </a:custGeom>
            <a:solidFill>
              <a:srgbClr val="000000">
                <a:alpha val="13330"/>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352" name="Google Shape;2352;g3b3d817690b_0_75"/>
            <p:cNvSpPr/>
            <p:nvPr/>
          </p:nvSpPr>
          <p:spPr>
            <a:xfrm>
              <a:off x="3093339" y="3540856"/>
              <a:ext cx="8994" cy="8994"/>
            </a:xfrm>
            <a:custGeom>
              <a:rect b="b" l="l" r="r" t="t"/>
              <a:pathLst>
                <a:path extrusionOk="0" h="280" w="280">
                  <a:moveTo>
                    <a:pt x="139" y="0"/>
                  </a:moveTo>
                  <a:cubicBezTo>
                    <a:pt x="62" y="0"/>
                    <a:pt x="0" y="62"/>
                    <a:pt x="0" y="141"/>
                  </a:cubicBezTo>
                  <a:cubicBezTo>
                    <a:pt x="0" y="217"/>
                    <a:pt x="62" y="280"/>
                    <a:pt x="139" y="280"/>
                  </a:cubicBezTo>
                  <a:cubicBezTo>
                    <a:pt x="216" y="280"/>
                    <a:pt x="279" y="217"/>
                    <a:pt x="279" y="141"/>
                  </a:cubicBezTo>
                  <a:cubicBezTo>
                    <a:pt x="279" y="62"/>
                    <a:pt x="216" y="0"/>
                    <a:pt x="139" y="0"/>
                  </a:cubicBezTo>
                  <a:close/>
                </a:path>
              </a:pathLst>
            </a:custGeom>
            <a:solidFill>
              <a:srgbClr val="000000">
                <a:alpha val="13330"/>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353" name="Google Shape;2353;g3b3d817690b_0_75"/>
            <p:cNvSpPr/>
            <p:nvPr/>
          </p:nvSpPr>
          <p:spPr>
            <a:xfrm>
              <a:off x="2840297" y="3595596"/>
              <a:ext cx="182841" cy="181910"/>
            </a:xfrm>
            <a:custGeom>
              <a:rect b="b" l="l" r="r" t="t"/>
              <a:pathLst>
                <a:path extrusionOk="0" h="5663" w="5692">
                  <a:moveTo>
                    <a:pt x="3315" y="1"/>
                  </a:moveTo>
                  <a:cubicBezTo>
                    <a:pt x="3177" y="1"/>
                    <a:pt x="2962" y="148"/>
                    <a:pt x="2875" y="235"/>
                  </a:cubicBezTo>
                  <a:lnTo>
                    <a:pt x="109" y="3044"/>
                  </a:lnTo>
                  <a:cubicBezTo>
                    <a:pt x="0" y="3156"/>
                    <a:pt x="0" y="3333"/>
                    <a:pt x="109" y="3441"/>
                  </a:cubicBezTo>
                  <a:lnTo>
                    <a:pt x="2170" y="5513"/>
                  </a:lnTo>
                  <a:cubicBezTo>
                    <a:pt x="2246" y="5590"/>
                    <a:pt x="2360" y="5662"/>
                    <a:pt x="2460" y="5662"/>
                  </a:cubicBezTo>
                  <a:cubicBezTo>
                    <a:pt x="2504" y="5662"/>
                    <a:pt x="2545" y="5648"/>
                    <a:pt x="2579" y="5614"/>
                  </a:cubicBezTo>
                  <a:lnTo>
                    <a:pt x="5583" y="2610"/>
                  </a:lnTo>
                  <a:cubicBezTo>
                    <a:pt x="5691" y="2500"/>
                    <a:pt x="5691" y="2324"/>
                    <a:pt x="5583" y="2215"/>
                  </a:cubicBezTo>
                  <a:lnTo>
                    <a:pt x="3401" y="32"/>
                  </a:lnTo>
                  <a:cubicBezTo>
                    <a:pt x="3379" y="10"/>
                    <a:pt x="3349" y="1"/>
                    <a:pt x="3315" y="1"/>
                  </a:cubicBezTo>
                  <a:close/>
                </a:path>
              </a:pathLst>
            </a:custGeom>
            <a:solidFill>
              <a:srgbClr val="F7F3F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354" name="Google Shape;2354;g3b3d817690b_0_75"/>
            <p:cNvSpPr/>
            <p:nvPr/>
          </p:nvSpPr>
          <p:spPr>
            <a:xfrm>
              <a:off x="2836796" y="3594021"/>
              <a:ext cx="112750" cy="184640"/>
            </a:xfrm>
            <a:custGeom>
              <a:rect b="b" l="l" r="r" t="t"/>
              <a:pathLst>
                <a:path extrusionOk="0" h="5748" w="3510">
                  <a:moveTo>
                    <a:pt x="3312" y="1"/>
                  </a:moveTo>
                  <a:cubicBezTo>
                    <a:pt x="3240" y="1"/>
                    <a:pt x="3168" y="28"/>
                    <a:pt x="3113" y="82"/>
                  </a:cubicBezTo>
                  <a:lnTo>
                    <a:pt x="109" y="3086"/>
                  </a:lnTo>
                  <a:cubicBezTo>
                    <a:pt x="1" y="3195"/>
                    <a:pt x="1" y="3373"/>
                    <a:pt x="109" y="3483"/>
                  </a:cubicBezTo>
                  <a:lnTo>
                    <a:pt x="2291" y="5666"/>
                  </a:lnTo>
                  <a:cubicBezTo>
                    <a:pt x="2345" y="5720"/>
                    <a:pt x="2417" y="5747"/>
                    <a:pt x="2489" y="5747"/>
                  </a:cubicBezTo>
                  <a:cubicBezTo>
                    <a:pt x="2561" y="5747"/>
                    <a:pt x="2633" y="5720"/>
                    <a:pt x="2688" y="5666"/>
                  </a:cubicBezTo>
                  <a:lnTo>
                    <a:pt x="373" y="3351"/>
                  </a:lnTo>
                  <a:cubicBezTo>
                    <a:pt x="335" y="3315"/>
                    <a:pt x="335" y="3256"/>
                    <a:pt x="373" y="3219"/>
                  </a:cubicBezTo>
                  <a:lnTo>
                    <a:pt x="3510" y="82"/>
                  </a:lnTo>
                  <a:cubicBezTo>
                    <a:pt x="3456" y="28"/>
                    <a:pt x="3384" y="1"/>
                    <a:pt x="3312" y="1"/>
                  </a:cubicBezTo>
                  <a:close/>
                </a:path>
              </a:pathLst>
            </a:custGeom>
            <a:solidFill>
              <a:srgbClr val="000000">
                <a:alpha val="13330"/>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355" name="Google Shape;2355;g3b3d817690b_0_75"/>
            <p:cNvSpPr/>
            <p:nvPr/>
          </p:nvSpPr>
          <p:spPr>
            <a:xfrm>
              <a:off x="2986173" y="3520393"/>
              <a:ext cx="111818" cy="109441"/>
            </a:xfrm>
            <a:custGeom>
              <a:rect b="b" l="l" r="r" t="t"/>
              <a:pathLst>
                <a:path extrusionOk="0" h="3407" w="3481">
                  <a:moveTo>
                    <a:pt x="1768" y="1"/>
                  </a:moveTo>
                  <a:cubicBezTo>
                    <a:pt x="1744" y="1"/>
                    <a:pt x="1720" y="10"/>
                    <a:pt x="1702" y="28"/>
                  </a:cubicBezTo>
                  <a:lnTo>
                    <a:pt x="37" y="1693"/>
                  </a:lnTo>
                  <a:cubicBezTo>
                    <a:pt x="1" y="1729"/>
                    <a:pt x="1" y="1788"/>
                    <a:pt x="37" y="1824"/>
                  </a:cubicBezTo>
                  <a:lnTo>
                    <a:pt x="1592" y="3379"/>
                  </a:lnTo>
                  <a:cubicBezTo>
                    <a:pt x="1610" y="3397"/>
                    <a:pt x="1633" y="3406"/>
                    <a:pt x="1657" y="3406"/>
                  </a:cubicBezTo>
                  <a:cubicBezTo>
                    <a:pt x="1681" y="3406"/>
                    <a:pt x="1705" y="3397"/>
                    <a:pt x="1723" y="3379"/>
                  </a:cubicBezTo>
                  <a:lnTo>
                    <a:pt x="1857" y="3304"/>
                  </a:lnTo>
                  <a:lnTo>
                    <a:pt x="3445" y="1714"/>
                  </a:lnTo>
                  <a:cubicBezTo>
                    <a:pt x="3481" y="1678"/>
                    <a:pt x="3481" y="1619"/>
                    <a:pt x="3445" y="1582"/>
                  </a:cubicBezTo>
                  <a:lnTo>
                    <a:pt x="1967" y="104"/>
                  </a:lnTo>
                  <a:lnTo>
                    <a:pt x="1835" y="28"/>
                  </a:lnTo>
                  <a:cubicBezTo>
                    <a:pt x="1817" y="10"/>
                    <a:pt x="1792" y="1"/>
                    <a:pt x="1768" y="1"/>
                  </a:cubicBez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356" name="Google Shape;2356;g3b3d817690b_0_75"/>
            <p:cNvSpPr/>
            <p:nvPr/>
          </p:nvSpPr>
          <p:spPr>
            <a:xfrm>
              <a:off x="2984374" y="3518530"/>
              <a:ext cx="64984" cy="113071"/>
            </a:xfrm>
            <a:custGeom>
              <a:rect b="b" l="l" r="r" t="t"/>
              <a:pathLst>
                <a:path extrusionOk="0" h="3520" w="2023">
                  <a:moveTo>
                    <a:pt x="1824" y="1"/>
                  </a:moveTo>
                  <a:cubicBezTo>
                    <a:pt x="1800" y="1"/>
                    <a:pt x="1776" y="10"/>
                    <a:pt x="1758" y="28"/>
                  </a:cubicBezTo>
                  <a:lnTo>
                    <a:pt x="36" y="1749"/>
                  </a:lnTo>
                  <a:cubicBezTo>
                    <a:pt x="0" y="1785"/>
                    <a:pt x="0" y="1845"/>
                    <a:pt x="36" y="1881"/>
                  </a:cubicBezTo>
                  <a:lnTo>
                    <a:pt x="1648" y="3492"/>
                  </a:lnTo>
                  <a:cubicBezTo>
                    <a:pt x="1666" y="3510"/>
                    <a:pt x="1690" y="3519"/>
                    <a:pt x="1713" y="3519"/>
                  </a:cubicBezTo>
                  <a:cubicBezTo>
                    <a:pt x="1737" y="3519"/>
                    <a:pt x="1761" y="3510"/>
                    <a:pt x="1779" y="3492"/>
                  </a:cubicBezTo>
                  <a:lnTo>
                    <a:pt x="1911" y="3359"/>
                  </a:lnTo>
                  <a:lnTo>
                    <a:pt x="406" y="1856"/>
                  </a:lnTo>
                  <a:cubicBezTo>
                    <a:pt x="385" y="1834"/>
                    <a:pt x="385" y="1798"/>
                    <a:pt x="406" y="1777"/>
                  </a:cubicBezTo>
                  <a:lnTo>
                    <a:pt x="2023" y="160"/>
                  </a:lnTo>
                  <a:lnTo>
                    <a:pt x="1889" y="28"/>
                  </a:lnTo>
                  <a:cubicBezTo>
                    <a:pt x="1871" y="10"/>
                    <a:pt x="1847" y="1"/>
                    <a:pt x="1824" y="1"/>
                  </a:cubicBezTo>
                  <a:close/>
                </a:path>
              </a:pathLst>
            </a:custGeom>
            <a:solidFill>
              <a:srgbClr val="000000">
                <a:alpha val="13330"/>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357" name="Google Shape;2357;g3b3d817690b_0_75"/>
            <p:cNvSpPr/>
            <p:nvPr/>
          </p:nvSpPr>
          <p:spPr>
            <a:xfrm>
              <a:off x="2985209" y="3605939"/>
              <a:ext cx="25570" cy="24702"/>
            </a:xfrm>
            <a:custGeom>
              <a:rect b="b" l="l" r="r" t="t"/>
              <a:pathLst>
                <a:path extrusionOk="0" h="769" w="796">
                  <a:moveTo>
                    <a:pt x="153" y="0"/>
                  </a:moveTo>
                  <a:cubicBezTo>
                    <a:pt x="117" y="0"/>
                    <a:pt x="81" y="14"/>
                    <a:pt x="54" y="41"/>
                  </a:cubicBezTo>
                  <a:cubicBezTo>
                    <a:pt x="0" y="95"/>
                    <a:pt x="0" y="185"/>
                    <a:pt x="54" y="238"/>
                  </a:cubicBezTo>
                  <a:lnTo>
                    <a:pt x="543" y="728"/>
                  </a:lnTo>
                  <a:cubicBezTo>
                    <a:pt x="571" y="754"/>
                    <a:pt x="607" y="768"/>
                    <a:pt x="643" y="768"/>
                  </a:cubicBezTo>
                  <a:cubicBezTo>
                    <a:pt x="678" y="768"/>
                    <a:pt x="714" y="754"/>
                    <a:pt x="740" y="728"/>
                  </a:cubicBezTo>
                  <a:cubicBezTo>
                    <a:pt x="795" y="673"/>
                    <a:pt x="795" y="584"/>
                    <a:pt x="740" y="529"/>
                  </a:cubicBezTo>
                  <a:lnTo>
                    <a:pt x="252" y="41"/>
                  </a:lnTo>
                  <a:cubicBezTo>
                    <a:pt x="225" y="14"/>
                    <a:pt x="189" y="0"/>
                    <a:pt x="153" y="0"/>
                  </a:cubicBezTo>
                  <a:close/>
                </a:path>
              </a:pathLst>
            </a:custGeom>
            <a:solidFill>
              <a:srgbClr val="000000">
                <a:alpha val="13330"/>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358" name="Google Shape;2358;g3b3d817690b_0_75"/>
            <p:cNvSpPr/>
            <p:nvPr/>
          </p:nvSpPr>
          <p:spPr>
            <a:xfrm>
              <a:off x="2951543" y="3643332"/>
              <a:ext cx="23321" cy="17218"/>
            </a:xfrm>
            <a:custGeom>
              <a:rect b="b" l="l" r="r" t="t"/>
              <a:pathLst>
                <a:path extrusionOk="0" h="536" w="726">
                  <a:moveTo>
                    <a:pt x="303" y="1"/>
                  </a:moveTo>
                  <a:cubicBezTo>
                    <a:pt x="303" y="1"/>
                    <a:pt x="0" y="199"/>
                    <a:pt x="213" y="465"/>
                  </a:cubicBezTo>
                  <a:cubicBezTo>
                    <a:pt x="259" y="524"/>
                    <a:pt x="358" y="536"/>
                    <a:pt x="433" y="536"/>
                  </a:cubicBezTo>
                  <a:cubicBezTo>
                    <a:pt x="490" y="536"/>
                    <a:pt x="533" y="529"/>
                    <a:pt x="533" y="529"/>
                  </a:cubicBezTo>
                  <a:cubicBezTo>
                    <a:pt x="562" y="516"/>
                    <a:pt x="586" y="499"/>
                    <a:pt x="611" y="476"/>
                  </a:cubicBezTo>
                  <a:cubicBezTo>
                    <a:pt x="725" y="360"/>
                    <a:pt x="725" y="173"/>
                    <a:pt x="611" y="57"/>
                  </a:cubicBezTo>
                  <a:cubicBezTo>
                    <a:pt x="586" y="33"/>
                    <a:pt x="562" y="15"/>
                    <a:pt x="533" y="1"/>
                  </a:cubicBezTo>
                  <a:close/>
                </a:path>
              </a:pathLst>
            </a:cu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359" name="Google Shape;2359;g3b3d817690b_0_75"/>
            <p:cNvSpPr/>
            <p:nvPr/>
          </p:nvSpPr>
          <p:spPr>
            <a:xfrm>
              <a:off x="2953984" y="3642368"/>
              <a:ext cx="14680" cy="19017"/>
            </a:xfrm>
            <a:custGeom>
              <a:rect b="b" l="l" r="r" t="t"/>
              <a:pathLst>
                <a:path extrusionOk="0" h="592" w="457">
                  <a:moveTo>
                    <a:pt x="326" y="0"/>
                  </a:moveTo>
                  <a:cubicBezTo>
                    <a:pt x="251" y="0"/>
                    <a:pt x="175" y="29"/>
                    <a:pt x="117" y="87"/>
                  </a:cubicBezTo>
                  <a:cubicBezTo>
                    <a:pt x="1" y="203"/>
                    <a:pt x="1" y="388"/>
                    <a:pt x="117" y="506"/>
                  </a:cubicBezTo>
                  <a:cubicBezTo>
                    <a:pt x="175" y="563"/>
                    <a:pt x="250" y="591"/>
                    <a:pt x="326" y="591"/>
                  </a:cubicBezTo>
                  <a:cubicBezTo>
                    <a:pt x="371" y="591"/>
                    <a:pt x="416" y="581"/>
                    <a:pt x="457" y="561"/>
                  </a:cubicBezTo>
                  <a:cubicBezTo>
                    <a:pt x="429" y="546"/>
                    <a:pt x="402" y="529"/>
                    <a:pt x="379" y="506"/>
                  </a:cubicBezTo>
                  <a:cubicBezTo>
                    <a:pt x="263" y="390"/>
                    <a:pt x="263" y="203"/>
                    <a:pt x="379" y="87"/>
                  </a:cubicBezTo>
                  <a:cubicBezTo>
                    <a:pt x="402" y="63"/>
                    <a:pt x="428" y="45"/>
                    <a:pt x="457" y="31"/>
                  </a:cubicBezTo>
                  <a:cubicBezTo>
                    <a:pt x="416" y="10"/>
                    <a:pt x="371" y="0"/>
                    <a:pt x="326" y="0"/>
                  </a:cubicBezTo>
                  <a:close/>
                </a:path>
              </a:pathLst>
            </a:custGeom>
            <a:solidFill>
              <a:srgbClr val="000000">
                <a:alpha val="13330"/>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360" name="Google Shape;2360;g3b3d817690b_0_75"/>
            <p:cNvSpPr/>
            <p:nvPr/>
          </p:nvSpPr>
          <p:spPr>
            <a:xfrm>
              <a:off x="2938179" y="3612686"/>
              <a:ext cx="20591" cy="19755"/>
            </a:xfrm>
            <a:custGeom>
              <a:rect b="b" l="l" r="r" t="t"/>
              <a:pathLst>
                <a:path extrusionOk="0" h="615" w="641">
                  <a:moveTo>
                    <a:pt x="153" y="0"/>
                  </a:moveTo>
                  <a:cubicBezTo>
                    <a:pt x="118" y="0"/>
                    <a:pt x="82" y="14"/>
                    <a:pt x="54" y="41"/>
                  </a:cubicBezTo>
                  <a:cubicBezTo>
                    <a:pt x="1" y="95"/>
                    <a:pt x="1" y="185"/>
                    <a:pt x="54" y="238"/>
                  </a:cubicBezTo>
                  <a:lnTo>
                    <a:pt x="390" y="573"/>
                  </a:lnTo>
                  <a:cubicBezTo>
                    <a:pt x="416" y="600"/>
                    <a:pt x="452" y="615"/>
                    <a:pt x="489" y="615"/>
                  </a:cubicBezTo>
                  <a:cubicBezTo>
                    <a:pt x="525" y="615"/>
                    <a:pt x="561" y="600"/>
                    <a:pt x="587" y="573"/>
                  </a:cubicBezTo>
                  <a:cubicBezTo>
                    <a:pt x="641" y="519"/>
                    <a:pt x="641" y="431"/>
                    <a:pt x="587" y="376"/>
                  </a:cubicBezTo>
                  <a:lnTo>
                    <a:pt x="251" y="41"/>
                  </a:lnTo>
                  <a:cubicBezTo>
                    <a:pt x="224" y="14"/>
                    <a:pt x="189" y="0"/>
                    <a:pt x="153" y="0"/>
                  </a:cubicBezTo>
                  <a:close/>
                </a:path>
              </a:pathLst>
            </a:cu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361" name="Google Shape;2361;g3b3d817690b_0_75"/>
            <p:cNvSpPr/>
            <p:nvPr/>
          </p:nvSpPr>
          <p:spPr>
            <a:xfrm>
              <a:off x="2924751" y="3626113"/>
              <a:ext cx="20591" cy="19755"/>
            </a:xfrm>
            <a:custGeom>
              <a:rect b="b" l="l" r="r" t="t"/>
              <a:pathLst>
                <a:path extrusionOk="0" h="615" w="641">
                  <a:moveTo>
                    <a:pt x="153" y="0"/>
                  </a:moveTo>
                  <a:cubicBezTo>
                    <a:pt x="117" y="0"/>
                    <a:pt x="81" y="14"/>
                    <a:pt x="54" y="42"/>
                  </a:cubicBezTo>
                  <a:cubicBezTo>
                    <a:pt x="0" y="95"/>
                    <a:pt x="0" y="184"/>
                    <a:pt x="54" y="239"/>
                  </a:cubicBezTo>
                  <a:lnTo>
                    <a:pt x="390" y="573"/>
                  </a:lnTo>
                  <a:cubicBezTo>
                    <a:pt x="416" y="600"/>
                    <a:pt x="452" y="615"/>
                    <a:pt x="488" y="615"/>
                  </a:cubicBezTo>
                  <a:cubicBezTo>
                    <a:pt x="524" y="615"/>
                    <a:pt x="561" y="600"/>
                    <a:pt x="587" y="573"/>
                  </a:cubicBezTo>
                  <a:cubicBezTo>
                    <a:pt x="640" y="519"/>
                    <a:pt x="640" y="430"/>
                    <a:pt x="587" y="376"/>
                  </a:cubicBezTo>
                  <a:lnTo>
                    <a:pt x="252" y="42"/>
                  </a:lnTo>
                  <a:cubicBezTo>
                    <a:pt x="225" y="14"/>
                    <a:pt x="189" y="0"/>
                    <a:pt x="153" y="0"/>
                  </a:cubicBezTo>
                  <a:close/>
                </a:path>
              </a:pathLst>
            </a:cu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362" name="Google Shape;2362;g3b3d817690b_0_75"/>
            <p:cNvSpPr/>
            <p:nvPr/>
          </p:nvSpPr>
          <p:spPr>
            <a:xfrm>
              <a:off x="2983378" y="3657852"/>
              <a:ext cx="20655" cy="19755"/>
            </a:xfrm>
            <a:custGeom>
              <a:rect b="b" l="l" r="r" t="t"/>
              <a:pathLst>
                <a:path extrusionOk="0" h="615" w="643">
                  <a:moveTo>
                    <a:pt x="154" y="1"/>
                  </a:moveTo>
                  <a:cubicBezTo>
                    <a:pt x="118" y="1"/>
                    <a:pt x="83" y="14"/>
                    <a:pt x="56" y="41"/>
                  </a:cubicBezTo>
                  <a:cubicBezTo>
                    <a:pt x="1" y="96"/>
                    <a:pt x="1" y="184"/>
                    <a:pt x="56" y="238"/>
                  </a:cubicBezTo>
                  <a:lnTo>
                    <a:pt x="390" y="574"/>
                  </a:lnTo>
                  <a:cubicBezTo>
                    <a:pt x="418" y="600"/>
                    <a:pt x="454" y="614"/>
                    <a:pt x="490" y="614"/>
                  </a:cubicBezTo>
                  <a:cubicBezTo>
                    <a:pt x="526" y="614"/>
                    <a:pt x="562" y="603"/>
                    <a:pt x="587" y="574"/>
                  </a:cubicBezTo>
                  <a:cubicBezTo>
                    <a:pt x="642" y="519"/>
                    <a:pt x="642" y="430"/>
                    <a:pt x="587" y="375"/>
                  </a:cubicBezTo>
                  <a:lnTo>
                    <a:pt x="253" y="41"/>
                  </a:lnTo>
                  <a:cubicBezTo>
                    <a:pt x="226" y="14"/>
                    <a:pt x="190" y="1"/>
                    <a:pt x="154" y="1"/>
                  </a:cubicBezTo>
                  <a:close/>
                </a:path>
              </a:pathLst>
            </a:cu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363" name="Google Shape;2363;g3b3d817690b_0_75"/>
            <p:cNvSpPr/>
            <p:nvPr/>
          </p:nvSpPr>
          <p:spPr>
            <a:xfrm>
              <a:off x="2969982" y="3671280"/>
              <a:ext cx="20591" cy="19755"/>
            </a:xfrm>
            <a:custGeom>
              <a:rect b="b" l="l" r="r" t="t"/>
              <a:pathLst>
                <a:path extrusionOk="0" h="615" w="641">
                  <a:moveTo>
                    <a:pt x="153" y="0"/>
                  </a:moveTo>
                  <a:cubicBezTo>
                    <a:pt x="118" y="0"/>
                    <a:pt x="82" y="14"/>
                    <a:pt x="54" y="41"/>
                  </a:cubicBezTo>
                  <a:cubicBezTo>
                    <a:pt x="1" y="95"/>
                    <a:pt x="1" y="185"/>
                    <a:pt x="54" y="238"/>
                  </a:cubicBezTo>
                  <a:lnTo>
                    <a:pt x="389" y="573"/>
                  </a:lnTo>
                  <a:cubicBezTo>
                    <a:pt x="416" y="600"/>
                    <a:pt x="453" y="615"/>
                    <a:pt x="489" y="615"/>
                  </a:cubicBezTo>
                  <a:cubicBezTo>
                    <a:pt x="525" y="615"/>
                    <a:pt x="561" y="602"/>
                    <a:pt x="586" y="573"/>
                  </a:cubicBezTo>
                  <a:cubicBezTo>
                    <a:pt x="641" y="519"/>
                    <a:pt x="641" y="431"/>
                    <a:pt x="586" y="376"/>
                  </a:cubicBezTo>
                  <a:lnTo>
                    <a:pt x="251" y="41"/>
                  </a:lnTo>
                  <a:cubicBezTo>
                    <a:pt x="225" y="14"/>
                    <a:pt x="189" y="0"/>
                    <a:pt x="153" y="0"/>
                  </a:cubicBezTo>
                  <a:close/>
                </a:path>
              </a:pathLst>
            </a:cu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364" name="Google Shape;2364;g3b3d817690b_0_75"/>
            <p:cNvSpPr/>
            <p:nvPr/>
          </p:nvSpPr>
          <p:spPr>
            <a:xfrm>
              <a:off x="2932140" y="3663891"/>
              <a:ext cx="20591" cy="19755"/>
            </a:xfrm>
            <a:custGeom>
              <a:rect b="b" l="l" r="r" t="t"/>
              <a:pathLst>
                <a:path extrusionOk="0" h="615" w="641">
                  <a:moveTo>
                    <a:pt x="153" y="1"/>
                  </a:moveTo>
                  <a:cubicBezTo>
                    <a:pt x="117" y="1"/>
                    <a:pt x="82" y="14"/>
                    <a:pt x="54" y="41"/>
                  </a:cubicBezTo>
                  <a:cubicBezTo>
                    <a:pt x="0" y="96"/>
                    <a:pt x="0" y="184"/>
                    <a:pt x="54" y="238"/>
                  </a:cubicBezTo>
                  <a:lnTo>
                    <a:pt x="390" y="574"/>
                  </a:lnTo>
                  <a:cubicBezTo>
                    <a:pt x="416" y="600"/>
                    <a:pt x="452" y="614"/>
                    <a:pt x="488" y="614"/>
                  </a:cubicBezTo>
                  <a:cubicBezTo>
                    <a:pt x="525" y="614"/>
                    <a:pt x="561" y="603"/>
                    <a:pt x="587" y="574"/>
                  </a:cubicBezTo>
                  <a:cubicBezTo>
                    <a:pt x="640" y="519"/>
                    <a:pt x="640" y="431"/>
                    <a:pt x="587" y="376"/>
                  </a:cubicBezTo>
                  <a:lnTo>
                    <a:pt x="252" y="41"/>
                  </a:lnTo>
                  <a:cubicBezTo>
                    <a:pt x="225" y="14"/>
                    <a:pt x="189" y="1"/>
                    <a:pt x="153" y="1"/>
                  </a:cubicBezTo>
                  <a:close/>
                </a:path>
              </a:pathLst>
            </a:custGeom>
            <a:solidFill>
              <a:srgbClr val="000000">
                <a:alpha val="13330"/>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365" name="Google Shape;2365;g3b3d817690b_0_75"/>
            <p:cNvSpPr/>
            <p:nvPr/>
          </p:nvSpPr>
          <p:spPr>
            <a:xfrm>
              <a:off x="2909589" y="3641340"/>
              <a:ext cx="20591" cy="19755"/>
            </a:xfrm>
            <a:custGeom>
              <a:rect b="b" l="l" r="r" t="t"/>
              <a:pathLst>
                <a:path extrusionOk="0" h="615" w="641">
                  <a:moveTo>
                    <a:pt x="153" y="1"/>
                  </a:moveTo>
                  <a:cubicBezTo>
                    <a:pt x="117" y="1"/>
                    <a:pt x="81" y="14"/>
                    <a:pt x="54" y="41"/>
                  </a:cubicBezTo>
                  <a:cubicBezTo>
                    <a:pt x="0" y="96"/>
                    <a:pt x="0" y="184"/>
                    <a:pt x="54" y="238"/>
                  </a:cubicBezTo>
                  <a:lnTo>
                    <a:pt x="390" y="574"/>
                  </a:lnTo>
                  <a:cubicBezTo>
                    <a:pt x="416" y="600"/>
                    <a:pt x="452" y="614"/>
                    <a:pt x="488" y="614"/>
                  </a:cubicBezTo>
                  <a:cubicBezTo>
                    <a:pt x="523" y="614"/>
                    <a:pt x="559" y="600"/>
                    <a:pt x="587" y="574"/>
                  </a:cubicBezTo>
                  <a:cubicBezTo>
                    <a:pt x="640" y="519"/>
                    <a:pt x="640" y="430"/>
                    <a:pt x="587" y="375"/>
                  </a:cubicBezTo>
                  <a:lnTo>
                    <a:pt x="252" y="41"/>
                  </a:lnTo>
                  <a:cubicBezTo>
                    <a:pt x="225" y="14"/>
                    <a:pt x="189" y="1"/>
                    <a:pt x="153" y="1"/>
                  </a:cubicBezTo>
                  <a:close/>
                </a:path>
              </a:pathLst>
            </a:custGeom>
            <a:solidFill>
              <a:srgbClr val="000000">
                <a:alpha val="13330"/>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366" name="Google Shape;2366;g3b3d817690b_0_75"/>
            <p:cNvSpPr/>
            <p:nvPr/>
          </p:nvSpPr>
          <p:spPr>
            <a:xfrm>
              <a:off x="2954755" y="3686506"/>
              <a:ext cx="20558" cy="19787"/>
            </a:xfrm>
            <a:custGeom>
              <a:rect b="b" l="l" r="r" t="t"/>
              <a:pathLst>
                <a:path extrusionOk="0" h="616" w="640">
                  <a:moveTo>
                    <a:pt x="153" y="1"/>
                  </a:moveTo>
                  <a:cubicBezTo>
                    <a:pt x="117" y="1"/>
                    <a:pt x="82" y="14"/>
                    <a:pt x="55" y="41"/>
                  </a:cubicBezTo>
                  <a:cubicBezTo>
                    <a:pt x="0" y="96"/>
                    <a:pt x="0" y="184"/>
                    <a:pt x="55" y="239"/>
                  </a:cubicBezTo>
                  <a:lnTo>
                    <a:pt x="389" y="573"/>
                  </a:lnTo>
                  <a:cubicBezTo>
                    <a:pt x="417" y="601"/>
                    <a:pt x="453" y="615"/>
                    <a:pt x="489" y="615"/>
                  </a:cubicBezTo>
                  <a:cubicBezTo>
                    <a:pt x="526" y="615"/>
                    <a:pt x="562" y="602"/>
                    <a:pt x="586" y="573"/>
                  </a:cubicBezTo>
                  <a:cubicBezTo>
                    <a:pt x="640" y="518"/>
                    <a:pt x="640" y="430"/>
                    <a:pt x="586" y="377"/>
                  </a:cubicBezTo>
                  <a:lnTo>
                    <a:pt x="252" y="41"/>
                  </a:lnTo>
                  <a:cubicBezTo>
                    <a:pt x="224" y="14"/>
                    <a:pt x="189" y="1"/>
                    <a:pt x="153" y="1"/>
                  </a:cubicBezTo>
                  <a:close/>
                </a:path>
              </a:pathLst>
            </a:custGeom>
            <a:solidFill>
              <a:srgbClr val="000000">
                <a:alpha val="13330"/>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367" name="Google Shape;2367;g3b3d817690b_0_75"/>
            <p:cNvSpPr/>
            <p:nvPr/>
          </p:nvSpPr>
          <p:spPr>
            <a:xfrm>
              <a:off x="2918712" y="3677319"/>
              <a:ext cx="20558" cy="19755"/>
            </a:xfrm>
            <a:custGeom>
              <a:rect b="b" l="l" r="r" t="t"/>
              <a:pathLst>
                <a:path extrusionOk="0" h="615" w="640">
                  <a:moveTo>
                    <a:pt x="153" y="0"/>
                  </a:moveTo>
                  <a:cubicBezTo>
                    <a:pt x="117" y="0"/>
                    <a:pt x="82" y="14"/>
                    <a:pt x="55" y="42"/>
                  </a:cubicBezTo>
                  <a:cubicBezTo>
                    <a:pt x="0" y="95"/>
                    <a:pt x="0" y="185"/>
                    <a:pt x="55" y="238"/>
                  </a:cubicBezTo>
                  <a:lnTo>
                    <a:pt x="390" y="573"/>
                  </a:lnTo>
                  <a:cubicBezTo>
                    <a:pt x="417" y="600"/>
                    <a:pt x="453" y="615"/>
                    <a:pt x="489" y="615"/>
                  </a:cubicBezTo>
                  <a:cubicBezTo>
                    <a:pt x="526" y="615"/>
                    <a:pt x="562" y="602"/>
                    <a:pt x="586" y="573"/>
                  </a:cubicBezTo>
                  <a:cubicBezTo>
                    <a:pt x="640" y="519"/>
                    <a:pt x="640" y="431"/>
                    <a:pt x="586" y="376"/>
                  </a:cubicBezTo>
                  <a:lnTo>
                    <a:pt x="252" y="42"/>
                  </a:lnTo>
                  <a:cubicBezTo>
                    <a:pt x="225" y="14"/>
                    <a:pt x="189" y="0"/>
                    <a:pt x="153" y="0"/>
                  </a:cubicBezTo>
                  <a:close/>
                </a:path>
              </a:pathLst>
            </a:custGeom>
            <a:solidFill>
              <a:srgbClr val="000000">
                <a:alpha val="13330"/>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368" name="Google Shape;2368;g3b3d817690b_0_75"/>
            <p:cNvSpPr/>
            <p:nvPr/>
          </p:nvSpPr>
          <p:spPr>
            <a:xfrm>
              <a:off x="2896161" y="3654768"/>
              <a:ext cx="20558" cy="19755"/>
            </a:xfrm>
            <a:custGeom>
              <a:rect b="b" l="l" r="r" t="t"/>
              <a:pathLst>
                <a:path extrusionOk="0" h="615" w="640">
                  <a:moveTo>
                    <a:pt x="153" y="0"/>
                  </a:moveTo>
                  <a:cubicBezTo>
                    <a:pt x="117" y="0"/>
                    <a:pt x="82" y="14"/>
                    <a:pt x="55" y="41"/>
                  </a:cubicBezTo>
                  <a:cubicBezTo>
                    <a:pt x="0" y="95"/>
                    <a:pt x="0" y="185"/>
                    <a:pt x="55" y="238"/>
                  </a:cubicBezTo>
                  <a:lnTo>
                    <a:pt x="389" y="573"/>
                  </a:lnTo>
                  <a:cubicBezTo>
                    <a:pt x="417" y="600"/>
                    <a:pt x="453" y="615"/>
                    <a:pt x="489" y="615"/>
                  </a:cubicBezTo>
                  <a:cubicBezTo>
                    <a:pt x="523" y="615"/>
                    <a:pt x="559" y="600"/>
                    <a:pt x="586" y="573"/>
                  </a:cubicBezTo>
                  <a:cubicBezTo>
                    <a:pt x="640" y="519"/>
                    <a:pt x="640" y="431"/>
                    <a:pt x="586" y="376"/>
                  </a:cubicBezTo>
                  <a:lnTo>
                    <a:pt x="252" y="41"/>
                  </a:lnTo>
                  <a:cubicBezTo>
                    <a:pt x="224" y="14"/>
                    <a:pt x="189" y="0"/>
                    <a:pt x="153" y="0"/>
                  </a:cubicBezTo>
                  <a:close/>
                </a:path>
              </a:pathLst>
            </a:custGeom>
            <a:solidFill>
              <a:srgbClr val="000000">
                <a:alpha val="13330"/>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369" name="Google Shape;2369;g3b3d817690b_0_75"/>
            <p:cNvSpPr/>
            <p:nvPr/>
          </p:nvSpPr>
          <p:spPr>
            <a:xfrm>
              <a:off x="2941295" y="3699934"/>
              <a:ext cx="20623" cy="19755"/>
            </a:xfrm>
            <a:custGeom>
              <a:rect b="b" l="l" r="r" t="t"/>
              <a:pathLst>
                <a:path extrusionOk="0" h="615" w="642">
                  <a:moveTo>
                    <a:pt x="154" y="1"/>
                  </a:moveTo>
                  <a:cubicBezTo>
                    <a:pt x="118" y="1"/>
                    <a:pt x="82" y="14"/>
                    <a:pt x="56" y="41"/>
                  </a:cubicBezTo>
                  <a:cubicBezTo>
                    <a:pt x="1" y="96"/>
                    <a:pt x="1" y="184"/>
                    <a:pt x="56" y="238"/>
                  </a:cubicBezTo>
                  <a:lnTo>
                    <a:pt x="390" y="574"/>
                  </a:lnTo>
                  <a:cubicBezTo>
                    <a:pt x="418" y="600"/>
                    <a:pt x="454" y="614"/>
                    <a:pt x="490" y="614"/>
                  </a:cubicBezTo>
                  <a:cubicBezTo>
                    <a:pt x="526" y="614"/>
                    <a:pt x="562" y="603"/>
                    <a:pt x="587" y="574"/>
                  </a:cubicBezTo>
                  <a:cubicBezTo>
                    <a:pt x="642" y="519"/>
                    <a:pt x="642" y="430"/>
                    <a:pt x="587" y="375"/>
                  </a:cubicBezTo>
                  <a:lnTo>
                    <a:pt x="253" y="41"/>
                  </a:lnTo>
                  <a:cubicBezTo>
                    <a:pt x="225" y="14"/>
                    <a:pt x="189" y="1"/>
                    <a:pt x="154" y="1"/>
                  </a:cubicBezTo>
                  <a:close/>
                </a:path>
              </a:pathLst>
            </a:custGeom>
            <a:solidFill>
              <a:srgbClr val="000000">
                <a:alpha val="13330"/>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370" name="Google Shape;2370;g3b3d817690b_0_75"/>
            <p:cNvSpPr/>
            <p:nvPr/>
          </p:nvSpPr>
          <p:spPr>
            <a:xfrm>
              <a:off x="2905348" y="3690811"/>
              <a:ext cx="20591" cy="19723"/>
            </a:xfrm>
            <a:custGeom>
              <a:rect b="b" l="l" r="r" t="t"/>
              <a:pathLst>
                <a:path extrusionOk="0" h="614" w="641">
                  <a:moveTo>
                    <a:pt x="153" y="0"/>
                  </a:moveTo>
                  <a:cubicBezTo>
                    <a:pt x="118" y="0"/>
                    <a:pt x="82" y="14"/>
                    <a:pt x="54" y="41"/>
                  </a:cubicBezTo>
                  <a:cubicBezTo>
                    <a:pt x="1" y="95"/>
                    <a:pt x="1" y="185"/>
                    <a:pt x="54" y="238"/>
                  </a:cubicBezTo>
                  <a:lnTo>
                    <a:pt x="387" y="571"/>
                  </a:lnTo>
                  <a:cubicBezTo>
                    <a:pt x="415" y="599"/>
                    <a:pt x="451" y="613"/>
                    <a:pt x="487" y="613"/>
                  </a:cubicBezTo>
                  <a:cubicBezTo>
                    <a:pt x="523" y="613"/>
                    <a:pt x="559" y="600"/>
                    <a:pt x="586" y="573"/>
                  </a:cubicBezTo>
                  <a:cubicBezTo>
                    <a:pt x="641" y="519"/>
                    <a:pt x="641" y="431"/>
                    <a:pt x="586" y="376"/>
                  </a:cubicBezTo>
                  <a:lnTo>
                    <a:pt x="251" y="41"/>
                  </a:lnTo>
                  <a:cubicBezTo>
                    <a:pt x="224" y="14"/>
                    <a:pt x="189" y="0"/>
                    <a:pt x="153" y="0"/>
                  </a:cubicBezTo>
                  <a:close/>
                </a:path>
              </a:pathLst>
            </a:custGeom>
            <a:solidFill>
              <a:srgbClr val="000000">
                <a:alpha val="13330"/>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371" name="Google Shape;2371;g3b3d817690b_0_75"/>
            <p:cNvSpPr/>
            <p:nvPr/>
          </p:nvSpPr>
          <p:spPr>
            <a:xfrm>
              <a:off x="2882701" y="3668196"/>
              <a:ext cx="20623" cy="19787"/>
            </a:xfrm>
            <a:custGeom>
              <a:rect b="b" l="l" r="r" t="t"/>
              <a:pathLst>
                <a:path extrusionOk="0" h="616" w="642">
                  <a:moveTo>
                    <a:pt x="154" y="1"/>
                  </a:moveTo>
                  <a:cubicBezTo>
                    <a:pt x="118" y="1"/>
                    <a:pt x="82" y="14"/>
                    <a:pt x="56" y="42"/>
                  </a:cubicBezTo>
                  <a:cubicBezTo>
                    <a:pt x="1" y="95"/>
                    <a:pt x="1" y="184"/>
                    <a:pt x="56" y="239"/>
                  </a:cubicBezTo>
                  <a:lnTo>
                    <a:pt x="390" y="573"/>
                  </a:lnTo>
                  <a:cubicBezTo>
                    <a:pt x="418" y="601"/>
                    <a:pt x="454" y="615"/>
                    <a:pt x="490" y="615"/>
                  </a:cubicBezTo>
                  <a:cubicBezTo>
                    <a:pt x="525" y="615"/>
                    <a:pt x="561" y="601"/>
                    <a:pt x="587" y="573"/>
                  </a:cubicBezTo>
                  <a:cubicBezTo>
                    <a:pt x="642" y="520"/>
                    <a:pt x="642" y="430"/>
                    <a:pt x="587" y="376"/>
                  </a:cubicBezTo>
                  <a:lnTo>
                    <a:pt x="253" y="42"/>
                  </a:lnTo>
                  <a:cubicBezTo>
                    <a:pt x="226" y="14"/>
                    <a:pt x="190" y="1"/>
                    <a:pt x="154" y="1"/>
                  </a:cubicBezTo>
                  <a:close/>
                </a:path>
              </a:pathLst>
            </a:custGeom>
            <a:solidFill>
              <a:srgbClr val="000000">
                <a:alpha val="13330"/>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372" name="Google Shape;2372;g3b3d817690b_0_75"/>
            <p:cNvSpPr/>
            <p:nvPr/>
          </p:nvSpPr>
          <p:spPr>
            <a:xfrm>
              <a:off x="2927899" y="3713362"/>
              <a:ext cx="20591" cy="19755"/>
            </a:xfrm>
            <a:custGeom>
              <a:rect b="b" l="l" r="r" t="t"/>
              <a:pathLst>
                <a:path extrusionOk="0" h="615" w="641">
                  <a:moveTo>
                    <a:pt x="153" y="0"/>
                  </a:moveTo>
                  <a:cubicBezTo>
                    <a:pt x="118" y="0"/>
                    <a:pt x="82" y="14"/>
                    <a:pt x="54" y="41"/>
                  </a:cubicBezTo>
                  <a:cubicBezTo>
                    <a:pt x="1" y="95"/>
                    <a:pt x="1" y="185"/>
                    <a:pt x="54" y="238"/>
                  </a:cubicBezTo>
                  <a:lnTo>
                    <a:pt x="389" y="573"/>
                  </a:lnTo>
                  <a:cubicBezTo>
                    <a:pt x="416" y="600"/>
                    <a:pt x="452" y="615"/>
                    <a:pt x="489" y="615"/>
                  </a:cubicBezTo>
                  <a:cubicBezTo>
                    <a:pt x="525" y="615"/>
                    <a:pt x="561" y="602"/>
                    <a:pt x="587" y="573"/>
                  </a:cubicBezTo>
                  <a:cubicBezTo>
                    <a:pt x="641" y="519"/>
                    <a:pt x="641" y="431"/>
                    <a:pt x="587" y="376"/>
                  </a:cubicBezTo>
                  <a:lnTo>
                    <a:pt x="251" y="41"/>
                  </a:lnTo>
                  <a:cubicBezTo>
                    <a:pt x="224" y="14"/>
                    <a:pt x="189" y="0"/>
                    <a:pt x="153" y="0"/>
                  </a:cubicBezTo>
                  <a:close/>
                </a:path>
              </a:pathLst>
            </a:custGeom>
            <a:solidFill>
              <a:srgbClr val="000000">
                <a:alpha val="13330"/>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373" name="Google Shape;2373;g3b3d817690b_0_75"/>
            <p:cNvSpPr/>
            <p:nvPr/>
          </p:nvSpPr>
          <p:spPr>
            <a:xfrm>
              <a:off x="2891856" y="3704175"/>
              <a:ext cx="20591" cy="19787"/>
            </a:xfrm>
            <a:custGeom>
              <a:rect b="b" l="l" r="r" t="t"/>
              <a:pathLst>
                <a:path extrusionOk="0" h="616" w="641">
                  <a:moveTo>
                    <a:pt x="153" y="1"/>
                  </a:moveTo>
                  <a:cubicBezTo>
                    <a:pt x="118" y="1"/>
                    <a:pt x="82" y="14"/>
                    <a:pt x="54" y="41"/>
                  </a:cubicBezTo>
                  <a:cubicBezTo>
                    <a:pt x="1" y="96"/>
                    <a:pt x="1" y="184"/>
                    <a:pt x="54" y="239"/>
                  </a:cubicBezTo>
                  <a:lnTo>
                    <a:pt x="389" y="574"/>
                  </a:lnTo>
                  <a:cubicBezTo>
                    <a:pt x="416" y="601"/>
                    <a:pt x="453" y="616"/>
                    <a:pt x="489" y="616"/>
                  </a:cubicBezTo>
                  <a:cubicBezTo>
                    <a:pt x="525" y="616"/>
                    <a:pt x="561" y="602"/>
                    <a:pt x="587" y="574"/>
                  </a:cubicBezTo>
                  <a:cubicBezTo>
                    <a:pt x="641" y="519"/>
                    <a:pt x="641" y="430"/>
                    <a:pt x="587" y="377"/>
                  </a:cubicBezTo>
                  <a:lnTo>
                    <a:pt x="251" y="41"/>
                  </a:lnTo>
                  <a:cubicBezTo>
                    <a:pt x="224" y="14"/>
                    <a:pt x="189" y="1"/>
                    <a:pt x="153" y="1"/>
                  </a:cubicBezTo>
                  <a:close/>
                </a:path>
              </a:pathLst>
            </a:custGeom>
            <a:solidFill>
              <a:srgbClr val="000000">
                <a:alpha val="13330"/>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374" name="Google Shape;2374;g3b3d817690b_0_75"/>
            <p:cNvSpPr/>
            <p:nvPr/>
          </p:nvSpPr>
          <p:spPr>
            <a:xfrm>
              <a:off x="2869209" y="3681624"/>
              <a:ext cx="20655" cy="19787"/>
            </a:xfrm>
            <a:custGeom>
              <a:rect b="b" l="l" r="r" t="t"/>
              <a:pathLst>
                <a:path extrusionOk="0" h="616" w="643">
                  <a:moveTo>
                    <a:pt x="154" y="1"/>
                  </a:moveTo>
                  <a:cubicBezTo>
                    <a:pt x="118" y="1"/>
                    <a:pt x="83" y="14"/>
                    <a:pt x="56" y="41"/>
                  </a:cubicBezTo>
                  <a:cubicBezTo>
                    <a:pt x="1" y="96"/>
                    <a:pt x="1" y="184"/>
                    <a:pt x="56" y="239"/>
                  </a:cubicBezTo>
                  <a:lnTo>
                    <a:pt x="390" y="573"/>
                  </a:lnTo>
                  <a:cubicBezTo>
                    <a:pt x="418" y="601"/>
                    <a:pt x="454" y="615"/>
                    <a:pt x="490" y="615"/>
                  </a:cubicBezTo>
                  <a:cubicBezTo>
                    <a:pt x="526" y="615"/>
                    <a:pt x="563" y="601"/>
                    <a:pt x="587" y="573"/>
                  </a:cubicBezTo>
                  <a:cubicBezTo>
                    <a:pt x="642" y="518"/>
                    <a:pt x="642" y="430"/>
                    <a:pt x="587" y="377"/>
                  </a:cubicBezTo>
                  <a:lnTo>
                    <a:pt x="253" y="41"/>
                  </a:lnTo>
                  <a:cubicBezTo>
                    <a:pt x="225" y="14"/>
                    <a:pt x="189" y="1"/>
                    <a:pt x="154" y="1"/>
                  </a:cubicBezTo>
                  <a:close/>
                </a:path>
              </a:pathLst>
            </a:custGeom>
            <a:solidFill>
              <a:srgbClr val="000000">
                <a:alpha val="13330"/>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375" name="Google Shape;2375;g3b3d817690b_0_75"/>
            <p:cNvSpPr/>
            <p:nvPr/>
          </p:nvSpPr>
          <p:spPr>
            <a:xfrm>
              <a:off x="2914472" y="3726790"/>
              <a:ext cx="20591" cy="19787"/>
            </a:xfrm>
            <a:custGeom>
              <a:rect b="b" l="l" r="r" t="t"/>
              <a:pathLst>
                <a:path extrusionOk="0" h="616" w="641">
                  <a:moveTo>
                    <a:pt x="153" y="1"/>
                  </a:moveTo>
                  <a:cubicBezTo>
                    <a:pt x="117" y="1"/>
                    <a:pt x="81" y="14"/>
                    <a:pt x="54" y="42"/>
                  </a:cubicBezTo>
                  <a:cubicBezTo>
                    <a:pt x="0" y="95"/>
                    <a:pt x="0" y="184"/>
                    <a:pt x="54" y="239"/>
                  </a:cubicBezTo>
                  <a:lnTo>
                    <a:pt x="390" y="573"/>
                  </a:lnTo>
                  <a:cubicBezTo>
                    <a:pt x="416" y="601"/>
                    <a:pt x="452" y="615"/>
                    <a:pt x="488" y="615"/>
                  </a:cubicBezTo>
                  <a:cubicBezTo>
                    <a:pt x="524" y="615"/>
                    <a:pt x="561" y="602"/>
                    <a:pt x="587" y="573"/>
                  </a:cubicBezTo>
                  <a:cubicBezTo>
                    <a:pt x="640" y="520"/>
                    <a:pt x="640" y="430"/>
                    <a:pt x="587" y="376"/>
                  </a:cubicBezTo>
                  <a:lnTo>
                    <a:pt x="251" y="42"/>
                  </a:lnTo>
                  <a:cubicBezTo>
                    <a:pt x="224" y="14"/>
                    <a:pt x="189" y="1"/>
                    <a:pt x="153" y="1"/>
                  </a:cubicBezTo>
                  <a:close/>
                </a:path>
              </a:pathLst>
            </a:custGeom>
            <a:solidFill>
              <a:srgbClr val="000000">
                <a:alpha val="13330"/>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376" name="Google Shape;2376;g3b3d817690b_0_75"/>
            <p:cNvSpPr/>
            <p:nvPr/>
          </p:nvSpPr>
          <p:spPr>
            <a:xfrm>
              <a:off x="2870847" y="3709603"/>
              <a:ext cx="8994" cy="8962"/>
            </a:xfrm>
            <a:custGeom>
              <a:rect b="b" l="l" r="r" t="t"/>
              <a:pathLst>
                <a:path extrusionOk="0" h="279" w="280">
                  <a:moveTo>
                    <a:pt x="139" y="1"/>
                  </a:moveTo>
                  <a:cubicBezTo>
                    <a:pt x="63" y="1"/>
                    <a:pt x="1" y="63"/>
                    <a:pt x="1" y="140"/>
                  </a:cubicBezTo>
                  <a:cubicBezTo>
                    <a:pt x="1" y="216"/>
                    <a:pt x="63" y="279"/>
                    <a:pt x="139" y="279"/>
                  </a:cubicBezTo>
                  <a:cubicBezTo>
                    <a:pt x="218" y="279"/>
                    <a:pt x="280" y="216"/>
                    <a:pt x="280" y="140"/>
                  </a:cubicBezTo>
                  <a:cubicBezTo>
                    <a:pt x="280" y="63"/>
                    <a:pt x="218" y="1"/>
                    <a:pt x="139" y="1"/>
                  </a:cubicBezTo>
                  <a:close/>
                </a:path>
              </a:pathLst>
            </a:custGeom>
            <a:solidFill>
              <a:srgbClr val="000000">
                <a:alpha val="13330"/>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377" name="Google Shape;2377;g3b3d817690b_0_75"/>
            <p:cNvSpPr/>
            <p:nvPr/>
          </p:nvSpPr>
          <p:spPr>
            <a:xfrm>
              <a:off x="2884275" y="3723063"/>
              <a:ext cx="8962" cy="8930"/>
            </a:xfrm>
            <a:custGeom>
              <a:rect b="b" l="l" r="r" t="t"/>
              <a:pathLst>
                <a:path extrusionOk="0" h="278" w="279">
                  <a:moveTo>
                    <a:pt x="140" y="0"/>
                  </a:moveTo>
                  <a:cubicBezTo>
                    <a:pt x="63" y="0"/>
                    <a:pt x="1" y="62"/>
                    <a:pt x="1" y="139"/>
                  </a:cubicBezTo>
                  <a:cubicBezTo>
                    <a:pt x="1" y="216"/>
                    <a:pt x="63" y="278"/>
                    <a:pt x="140" y="278"/>
                  </a:cubicBezTo>
                  <a:cubicBezTo>
                    <a:pt x="217" y="278"/>
                    <a:pt x="279" y="216"/>
                    <a:pt x="279" y="139"/>
                  </a:cubicBezTo>
                  <a:cubicBezTo>
                    <a:pt x="279" y="62"/>
                    <a:pt x="217" y="0"/>
                    <a:pt x="140" y="0"/>
                  </a:cubicBezTo>
                  <a:close/>
                </a:path>
              </a:pathLst>
            </a:custGeom>
            <a:solidFill>
              <a:srgbClr val="000000">
                <a:alpha val="13330"/>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378" name="Google Shape;2378;g3b3d817690b_0_75"/>
            <p:cNvSpPr/>
            <p:nvPr/>
          </p:nvSpPr>
          <p:spPr>
            <a:xfrm>
              <a:off x="2897735" y="3736491"/>
              <a:ext cx="8962" cy="8962"/>
            </a:xfrm>
            <a:custGeom>
              <a:rect b="b" l="l" r="r" t="t"/>
              <a:pathLst>
                <a:path extrusionOk="0" h="279" w="279">
                  <a:moveTo>
                    <a:pt x="139" y="0"/>
                  </a:moveTo>
                  <a:cubicBezTo>
                    <a:pt x="62" y="0"/>
                    <a:pt x="0" y="63"/>
                    <a:pt x="0" y="139"/>
                  </a:cubicBezTo>
                  <a:cubicBezTo>
                    <a:pt x="0" y="216"/>
                    <a:pt x="62" y="278"/>
                    <a:pt x="139" y="278"/>
                  </a:cubicBezTo>
                  <a:cubicBezTo>
                    <a:pt x="216" y="278"/>
                    <a:pt x="278" y="216"/>
                    <a:pt x="278" y="139"/>
                  </a:cubicBezTo>
                  <a:cubicBezTo>
                    <a:pt x="278" y="63"/>
                    <a:pt x="216" y="0"/>
                    <a:pt x="139" y="0"/>
                  </a:cubicBezTo>
                  <a:close/>
                </a:path>
              </a:pathLst>
            </a:custGeom>
            <a:solidFill>
              <a:srgbClr val="000000">
                <a:alpha val="13330"/>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2379" name="Google Shape;2379;g3b3d817690b_0_75"/>
          <p:cNvGrpSpPr/>
          <p:nvPr/>
        </p:nvGrpSpPr>
        <p:grpSpPr>
          <a:xfrm>
            <a:off x="4922045" y="2027517"/>
            <a:ext cx="251616" cy="297627"/>
            <a:chOff x="2225795" y="3481009"/>
            <a:chExt cx="251616" cy="297627"/>
          </a:xfrm>
        </p:grpSpPr>
        <p:sp>
          <p:nvSpPr>
            <p:cNvPr id="2380" name="Google Shape;2380;g3b3d817690b_0_75"/>
            <p:cNvSpPr/>
            <p:nvPr/>
          </p:nvSpPr>
          <p:spPr>
            <a:xfrm>
              <a:off x="2242018" y="3750754"/>
              <a:ext cx="220392" cy="26726"/>
            </a:xfrm>
            <a:custGeom>
              <a:rect b="b" l="l" r="r" t="t"/>
              <a:pathLst>
                <a:path extrusionOk="0" h="832" w="6861">
                  <a:moveTo>
                    <a:pt x="0" y="1"/>
                  </a:moveTo>
                  <a:lnTo>
                    <a:pt x="0" y="645"/>
                  </a:lnTo>
                  <a:cubicBezTo>
                    <a:pt x="0" y="748"/>
                    <a:pt x="83" y="832"/>
                    <a:pt x="187" y="832"/>
                  </a:cubicBezTo>
                  <a:lnTo>
                    <a:pt x="6636" y="832"/>
                  </a:lnTo>
                  <a:cubicBezTo>
                    <a:pt x="6739" y="832"/>
                    <a:pt x="6822" y="746"/>
                    <a:pt x="6822" y="645"/>
                  </a:cubicBezTo>
                  <a:lnTo>
                    <a:pt x="6861" y="589"/>
                  </a:lnTo>
                  <a:lnTo>
                    <a:pt x="6861" y="1"/>
                  </a:ln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381" name="Google Shape;2381;g3b3d817690b_0_75"/>
            <p:cNvSpPr/>
            <p:nvPr/>
          </p:nvSpPr>
          <p:spPr>
            <a:xfrm>
              <a:off x="2240701" y="3750754"/>
              <a:ext cx="221613" cy="27882"/>
            </a:xfrm>
            <a:custGeom>
              <a:rect b="b" l="l" r="r" t="t"/>
              <a:pathLst>
                <a:path extrusionOk="0" h="868" w="6899">
                  <a:moveTo>
                    <a:pt x="1" y="1"/>
                  </a:moveTo>
                  <a:lnTo>
                    <a:pt x="1" y="681"/>
                  </a:lnTo>
                  <a:cubicBezTo>
                    <a:pt x="1" y="784"/>
                    <a:pt x="85" y="868"/>
                    <a:pt x="188" y="868"/>
                  </a:cubicBezTo>
                  <a:lnTo>
                    <a:pt x="6714" y="868"/>
                  </a:lnTo>
                  <a:cubicBezTo>
                    <a:pt x="6816" y="868"/>
                    <a:pt x="6899" y="784"/>
                    <a:pt x="6899" y="681"/>
                  </a:cubicBezTo>
                  <a:lnTo>
                    <a:pt x="6899" y="587"/>
                  </a:lnTo>
                  <a:lnTo>
                    <a:pt x="338" y="587"/>
                  </a:lnTo>
                  <a:lnTo>
                    <a:pt x="338" y="589"/>
                  </a:lnTo>
                  <a:cubicBezTo>
                    <a:pt x="308" y="589"/>
                    <a:pt x="282" y="564"/>
                    <a:pt x="282" y="534"/>
                  </a:cubicBezTo>
                  <a:lnTo>
                    <a:pt x="282" y="1"/>
                  </a:lnTo>
                  <a:close/>
                </a:path>
              </a:pathLst>
            </a:custGeom>
            <a:solidFill>
              <a:srgbClr val="000000">
                <a:alpha val="13330"/>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382" name="Google Shape;2382;g3b3d817690b_0_75"/>
            <p:cNvSpPr/>
            <p:nvPr/>
          </p:nvSpPr>
          <p:spPr>
            <a:xfrm>
              <a:off x="2243753" y="3531926"/>
              <a:ext cx="218561" cy="168322"/>
            </a:xfrm>
            <a:custGeom>
              <a:rect b="b" l="l" r="r" t="t"/>
              <a:pathLst>
                <a:path extrusionOk="0" h="5240" w="6804">
                  <a:moveTo>
                    <a:pt x="0" y="0"/>
                  </a:moveTo>
                  <a:lnTo>
                    <a:pt x="0" y="5239"/>
                  </a:lnTo>
                  <a:lnTo>
                    <a:pt x="6730" y="5239"/>
                  </a:lnTo>
                  <a:lnTo>
                    <a:pt x="6804" y="4958"/>
                  </a:lnTo>
                  <a:lnTo>
                    <a:pt x="6804" y="0"/>
                  </a:lnTo>
                  <a:close/>
                </a:path>
              </a:pathLst>
            </a:custGeom>
            <a:solidFill>
              <a:srgbClr val="8E73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383" name="Google Shape;2383;g3b3d817690b_0_75"/>
            <p:cNvSpPr/>
            <p:nvPr/>
          </p:nvSpPr>
          <p:spPr>
            <a:xfrm>
              <a:off x="2240701" y="3531926"/>
              <a:ext cx="221613" cy="171245"/>
            </a:xfrm>
            <a:custGeom>
              <a:rect b="b" l="l" r="r" t="t"/>
              <a:pathLst>
                <a:path extrusionOk="0" h="5331" w="6899">
                  <a:moveTo>
                    <a:pt x="1" y="0"/>
                  </a:moveTo>
                  <a:lnTo>
                    <a:pt x="1" y="5330"/>
                  </a:lnTo>
                  <a:lnTo>
                    <a:pt x="6899" y="5330"/>
                  </a:lnTo>
                  <a:lnTo>
                    <a:pt x="6899" y="4958"/>
                  </a:lnTo>
                  <a:lnTo>
                    <a:pt x="374" y="4958"/>
                  </a:lnTo>
                  <a:cubicBezTo>
                    <a:pt x="324" y="4958"/>
                    <a:pt x="282" y="4916"/>
                    <a:pt x="282" y="4866"/>
                  </a:cubicBezTo>
                  <a:lnTo>
                    <a:pt x="282" y="0"/>
                  </a:lnTo>
                  <a:close/>
                </a:path>
              </a:pathLst>
            </a:custGeom>
            <a:solidFill>
              <a:srgbClr val="000000">
                <a:alpha val="13330"/>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384" name="Google Shape;2384;g3b3d817690b_0_75"/>
            <p:cNvSpPr/>
            <p:nvPr/>
          </p:nvSpPr>
          <p:spPr>
            <a:xfrm>
              <a:off x="2259911" y="3553353"/>
              <a:ext cx="184512" cy="89975"/>
            </a:xfrm>
            <a:custGeom>
              <a:rect b="b" l="l" r="r" t="t"/>
              <a:pathLst>
                <a:path extrusionOk="0" h="2801" w="5744">
                  <a:moveTo>
                    <a:pt x="243" y="1"/>
                  </a:moveTo>
                  <a:lnTo>
                    <a:pt x="95" y="38"/>
                  </a:lnTo>
                  <a:cubicBezTo>
                    <a:pt x="43" y="38"/>
                    <a:pt x="1" y="82"/>
                    <a:pt x="1" y="132"/>
                  </a:cubicBezTo>
                  <a:lnTo>
                    <a:pt x="1" y="2706"/>
                  </a:lnTo>
                  <a:cubicBezTo>
                    <a:pt x="1" y="2758"/>
                    <a:pt x="44" y="2800"/>
                    <a:pt x="95" y="2800"/>
                  </a:cubicBezTo>
                  <a:lnTo>
                    <a:pt x="5603" y="2782"/>
                  </a:lnTo>
                  <a:cubicBezTo>
                    <a:pt x="5655" y="2782"/>
                    <a:pt x="5697" y="2741"/>
                    <a:pt x="5697" y="2686"/>
                  </a:cubicBezTo>
                  <a:lnTo>
                    <a:pt x="5744" y="2275"/>
                  </a:lnTo>
                  <a:lnTo>
                    <a:pt x="5744" y="1138"/>
                  </a:lnTo>
                  <a:lnTo>
                    <a:pt x="5670" y="827"/>
                  </a:lnTo>
                  <a:lnTo>
                    <a:pt x="5744" y="580"/>
                  </a:lnTo>
                  <a:lnTo>
                    <a:pt x="5744" y="95"/>
                  </a:lnTo>
                  <a:cubicBezTo>
                    <a:pt x="5744" y="43"/>
                    <a:pt x="5700" y="1"/>
                    <a:pt x="5650" y="1"/>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385" name="Google Shape;2385;g3b3d817690b_0_75"/>
            <p:cNvSpPr/>
            <p:nvPr/>
          </p:nvSpPr>
          <p:spPr>
            <a:xfrm>
              <a:off x="2258722" y="3553417"/>
              <a:ext cx="127912" cy="91099"/>
            </a:xfrm>
            <a:custGeom>
              <a:rect b="b" l="l" r="r" t="t"/>
              <a:pathLst>
                <a:path extrusionOk="0" h="2836" w="3982">
                  <a:moveTo>
                    <a:pt x="94" y="0"/>
                  </a:moveTo>
                  <a:cubicBezTo>
                    <a:pt x="44" y="0"/>
                    <a:pt x="0" y="42"/>
                    <a:pt x="0" y="94"/>
                  </a:cubicBezTo>
                  <a:lnTo>
                    <a:pt x="0" y="1698"/>
                  </a:lnTo>
                  <a:lnTo>
                    <a:pt x="74" y="1996"/>
                  </a:lnTo>
                  <a:lnTo>
                    <a:pt x="0" y="2257"/>
                  </a:lnTo>
                  <a:lnTo>
                    <a:pt x="0" y="2742"/>
                  </a:lnTo>
                  <a:cubicBezTo>
                    <a:pt x="0" y="2793"/>
                    <a:pt x="41" y="2836"/>
                    <a:pt x="94" y="2836"/>
                  </a:cubicBezTo>
                  <a:lnTo>
                    <a:pt x="3916" y="2836"/>
                  </a:lnTo>
                  <a:cubicBezTo>
                    <a:pt x="3916" y="2836"/>
                    <a:pt x="3981" y="2726"/>
                    <a:pt x="3981" y="2675"/>
                  </a:cubicBezTo>
                  <a:lnTo>
                    <a:pt x="3916" y="2558"/>
                  </a:lnTo>
                  <a:lnTo>
                    <a:pt x="374" y="2558"/>
                  </a:lnTo>
                  <a:lnTo>
                    <a:pt x="374" y="2555"/>
                  </a:lnTo>
                  <a:cubicBezTo>
                    <a:pt x="323" y="2555"/>
                    <a:pt x="280" y="2515"/>
                    <a:pt x="280" y="2461"/>
                  </a:cubicBezTo>
                  <a:lnTo>
                    <a:pt x="280" y="0"/>
                  </a:lnTo>
                  <a:close/>
                </a:path>
              </a:pathLst>
            </a:custGeom>
            <a:solidFill>
              <a:srgbClr val="000000">
                <a:alpha val="13330"/>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386" name="Google Shape;2386;g3b3d817690b_0_75"/>
            <p:cNvSpPr/>
            <p:nvPr/>
          </p:nvSpPr>
          <p:spPr>
            <a:xfrm>
              <a:off x="2260586" y="3607963"/>
              <a:ext cx="48505" cy="16158"/>
            </a:xfrm>
            <a:custGeom>
              <a:rect b="b" l="l" r="r" t="t"/>
              <a:pathLst>
                <a:path extrusionOk="0" h="503" w="1510">
                  <a:moveTo>
                    <a:pt x="224" y="0"/>
                  </a:moveTo>
                  <a:lnTo>
                    <a:pt x="0" y="57"/>
                  </a:lnTo>
                  <a:lnTo>
                    <a:pt x="0" y="502"/>
                  </a:lnTo>
                  <a:lnTo>
                    <a:pt x="1361" y="502"/>
                  </a:lnTo>
                  <a:cubicBezTo>
                    <a:pt x="1412" y="502"/>
                    <a:pt x="1452" y="462"/>
                    <a:pt x="1455" y="411"/>
                  </a:cubicBezTo>
                  <a:lnTo>
                    <a:pt x="1510" y="281"/>
                  </a:lnTo>
                  <a:lnTo>
                    <a:pt x="1510" y="94"/>
                  </a:lnTo>
                  <a:cubicBezTo>
                    <a:pt x="1510" y="42"/>
                    <a:pt x="1467" y="0"/>
                    <a:pt x="1416" y="0"/>
                  </a:cubicBez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387" name="Google Shape;2387;g3b3d817690b_0_75"/>
            <p:cNvSpPr/>
            <p:nvPr/>
          </p:nvSpPr>
          <p:spPr>
            <a:xfrm>
              <a:off x="2258722" y="3607963"/>
              <a:ext cx="50336" cy="17956"/>
            </a:xfrm>
            <a:custGeom>
              <a:rect b="b" l="l" r="r" t="t"/>
              <a:pathLst>
                <a:path extrusionOk="0" h="559" w="1567">
                  <a:moveTo>
                    <a:pt x="0" y="0"/>
                  </a:moveTo>
                  <a:lnTo>
                    <a:pt x="0" y="559"/>
                  </a:lnTo>
                  <a:lnTo>
                    <a:pt x="1472" y="559"/>
                  </a:lnTo>
                  <a:cubicBezTo>
                    <a:pt x="1523" y="559"/>
                    <a:pt x="1567" y="517"/>
                    <a:pt x="1567" y="465"/>
                  </a:cubicBezTo>
                  <a:lnTo>
                    <a:pt x="1567" y="278"/>
                  </a:lnTo>
                  <a:lnTo>
                    <a:pt x="374" y="278"/>
                  </a:lnTo>
                  <a:cubicBezTo>
                    <a:pt x="372" y="278"/>
                    <a:pt x="370" y="278"/>
                    <a:pt x="369" y="278"/>
                  </a:cubicBezTo>
                  <a:cubicBezTo>
                    <a:pt x="319" y="278"/>
                    <a:pt x="280" y="237"/>
                    <a:pt x="280" y="187"/>
                  </a:cubicBezTo>
                  <a:lnTo>
                    <a:pt x="280" y="0"/>
                  </a:lnTo>
                  <a:close/>
                </a:path>
              </a:pathLst>
            </a:custGeom>
            <a:solidFill>
              <a:srgbClr val="000000">
                <a:alpha val="13330"/>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388" name="Google Shape;2388;g3b3d817690b_0_75"/>
            <p:cNvSpPr/>
            <p:nvPr/>
          </p:nvSpPr>
          <p:spPr>
            <a:xfrm>
              <a:off x="2298235" y="3571920"/>
              <a:ext cx="49147" cy="16864"/>
            </a:xfrm>
            <a:custGeom>
              <a:rect b="b" l="l" r="r" t="t"/>
              <a:pathLst>
                <a:path extrusionOk="0" h="525" w="1530">
                  <a:moveTo>
                    <a:pt x="242" y="0"/>
                  </a:moveTo>
                  <a:lnTo>
                    <a:pt x="95" y="38"/>
                  </a:lnTo>
                  <a:cubicBezTo>
                    <a:pt x="41" y="38"/>
                    <a:pt x="1" y="81"/>
                    <a:pt x="1" y="132"/>
                  </a:cubicBezTo>
                  <a:lnTo>
                    <a:pt x="1" y="430"/>
                  </a:lnTo>
                  <a:cubicBezTo>
                    <a:pt x="1" y="484"/>
                    <a:pt x="44" y="524"/>
                    <a:pt x="95" y="524"/>
                  </a:cubicBezTo>
                  <a:lnTo>
                    <a:pt x="1399" y="524"/>
                  </a:lnTo>
                  <a:cubicBezTo>
                    <a:pt x="1451" y="524"/>
                    <a:pt x="1493" y="484"/>
                    <a:pt x="1492" y="429"/>
                  </a:cubicBezTo>
                  <a:lnTo>
                    <a:pt x="1529" y="281"/>
                  </a:lnTo>
                  <a:lnTo>
                    <a:pt x="1529" y="94"/>
                  </a:lnTo>
                  <a:cubicBezTo>
                    <a:pt x="1529" y="42"/>
                    <a:pt x="1486" y="0"/>
                    <a:pt x="1435" y="0"/>
                  </a:cubicBez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389" name="Google Shape;2389;g3b3d817690b_0_75"/>
            <p:cNvSpPr/>
            <p:nvPr/>
          </p:nvSpPr>
          <p:spPr>
            <a:xfrm>
              <a:off x="2296982" y="3572017"/>
              <a:ext cx="50400" cy="18053"/>
            </a:xfrm>
            <a:custGeom>
              <a:rect b="b" l="l" r="r" t="t"/>
              <a:pathLst>
                <a:path extrusionOk="0" h="562" w="1569">
                  <a:moveTo>
                    <a:pt x="95" y="0"/>
                  </a:moveTo>
                  <a:cubicBezTo>
                    <a:pt x="44" y="0"/>
                    <a:pt x="1" y="42"/>
                    <a:pt x="1" y="94"/>
                  </a:cubicBezTo>
                  <a:lnTo>
                    <a:pt x="1" y="468"/>
                  </a:lnTo>
                  <a:cubicBezTo>
                    <a:pt x="1" y="518"/>
                    <a:pt x="43" y="562"/>
                    <a:pt x="95" y="562"/>
                  </a:cubicBezTo>
                  <a:lnTo>
                    <a:pt x="1474" y="562"/>
                  </a:lnTo>
                  <a:cubicBezTo>
                    <a:pt x="1525" y="562"/>
                    <a:pt x="1568" y="520"/>
                    <a:pt x="1568" y="468"/>
                  </a:cubicBezTo>
                  <a:lnTo>
                    <a:pt x="1568" y="281"/>
                  </a:lnTo>
                  <a:lnTo>
                    <a:pt x="376" y="281"/>
                  </a:lnTo>
                  <a:cubicBezTo>
                    <a:pt x="325" y="281"/>
                    <a:pt x="281" y="239"/>
                    <a:pt x="281" y="187"/>
                  </a:cubicBezTo>
                  <a:lnTo>
                    <a:pt x="281" y="0"/>
                  </a:lnTo>
                  <a:close/>
                </a:path>
              </a:pathLst>
            </a:custGeom>
            <a:solidFill>
              <a:srgbClr val="000000">
                <a:alpha val="13330"/>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390" name="Google Shape;2390;g3b3d817690b_0_75"/>
            <p:cNvSpPr/>
            <p:nvPr/>
          </p:nvSpPr>
          <p:spPr>
            <a:xfrm>
              <a:off x="2427631" y="3571920"/>
              <a:ext cx="16800" cy="16864"/>
            </a:xfrm>
            <a:custGeom>
              <a:rect b="b" l="l" r="r" t="t"/>
              <a:pathLst>
                <a:path extrusionOk="0" h="525" w="523">
                  <a:moveTo>
                    <a:pt x="242" y="0"/>
                  </a:moveTo>
                  <a:lnTo>
                    <a:pt x="94" y="38"/>
                  </a:lnTo>
                  <a:cubicBezTo>
                    <a:pt x="42" y="38"/>
                    <a:pt x="0" y="81"/>
                    <a:pt x="0" y="132"/>
                  </a:cubicBezTo>
                  <a:lnTo>
                    <a:pt x="0" y="430"/>
                  </a:lnTo>
                  <a:cubicBezTo>
                    <a:pt x="0" y="484"/>
                    <a:pt x="43" y="524"/>
                    <a:pt x="94" y="524"/>
                  </a:cubicBezTo>
                  <a:lnTo>
                    <a:pt x="485" y="524"/>
                  </a:lnTo>
                  <a:lnTo>
                    <a:pt x="523" y="281"/>
                  </a:lnTo>
                  <a:lnTo>
                    <a:pt x="523" y="0"/>
                  </a:ln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391" name="Google Shape;2391;g3b3d817690b_0_75"/>
            <p:cNvSpPr/>
            <p:nvPr/>
          </p:nvSpPr>
          <p:spPr>
            <a:xfrm>
              <a:off x="2426346" y="3572017"/>
              <a:ext cx="18053" cy="18053"/>
            </a:xfrm>
            <a:custGeom>
              <a:rect b="b" l="l" r="r" t="t"/>
              <a:pathLst>
                <a:path extrusionOk="0" h="562" w="562">
                  <a:moveTo>
                    <a:pt x="95" y="0"/>
                  </a:moveTo>
                  <a:cubicBezTo>
                    <a:pt x="43" y="0"/>
                    <a:pt x="1" y="42"/>
                    <a:pt x="1" y="94"/>
                  </a:cubicBezTo>
                  <a:lnTo>
                    <a:pt x="1" y="468"/>
                  </a:lnTo>
                  <a:cubicBezTo>
                    <a:pt x="1" y="518"/>
                    <a:pt x="41" y="562"/>
                    <a:pt x="95" y="562"/>
                  </a:cubicBezTo>
                  <a:lnTo>
                    <a:pt x="561" y="562"/>
                  </a:lnTo>
                  <a:lnTo>
                    <a:pt x="561" y="281"/>
                  </a:lnTo>
                  <a:lnTo>
                    <a:pt x="374" y="281"/>
                  </a:lnTo>
                  <a:cubicBezTo>
                    <a:pt x="324" y="281"/>
                    <a:pt x="280" y="239"/>
                    <a:pt x="280" y="187"/>
                  </a:cubicBezTo>
                  <a:lnTo>
                    <a:pt x="280" y="0"/>
                  </a:lnTo>
                  <a:close/>
                </a:path>
              </a:pathLst>
            </a:custGeom>
            <a:solidFill>
              <a:srgbClr val="000000">
                <a:alpha val="13330"/>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392" name="Google Shape;2392;g3b3d817690b_0_75"/>
            <p:cNvSpPr/>
            <p:nvPr/>
          </p:nvSpPr>
          <p:spPr>
            <a:xfrm>
              <a:off x="2385709" y="3626499"/>
              <a:ext cx="58720" cy="16832"/>
            </a:xfrm>
            <a:custGeom>
              <a:rect b="b" l="l" r="r" t="t"/>
              <a:pathLst>
                <a:path extrusionOk="0" h="524" w="1828">
                  <a:moveTo>
                    <a:pt x="242" y="1"/>
                  </a:moveTo>
                  <a:lnTo>
                    <a:pt x="95" y="38"/>
                  </a:lnTo>
                  <a:cubicBezTo>
                    <a:pt x="43" y="38"/>
                    <a:pt x="1" y="82"/>
                    <a:pt x="1" y="132"/>
                  </a:cubicBezTo>
                  <a:lnTo>
                    <a:pt x="1" y="523"/>
                  </a:lnTo>
                  <a:lnTo>
                    <a:pt x="1696" y="523"/>
                  </a:lnTo>
                  <a:cubicBezTo>
                    <a:pt x="1748" y="523"/>
                    <a:pt x="1790" y="481"/>
                    <a:pt x="1790" y="429"/>
                  </a:cubicBezTo>
                  <a:lnTo>
                    <a:pt x="1828" y="280"/>
                  </a:lnTo>
                  <a:lnTo>
                    <a:pt x="1828" y="1"/>
                  </a:ln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393" name="Google Shape;2393;g3b3d817690b_0_75"/>
            <p:cNvSpPr/>
            <p:nvPr/>
          </p:nvSpPr>
          <p:spPr>
            <a:xfrm>
              <a:off x="2384520" y="3626499"/>
              <a:ext cx="59908" cy="18021"/>
            </a:xfrm>
            <a:custGeom>
              <a:rect b="b" l="l" r="r" t="t"/>
              <a:pathLst>
                <a:path extrusionOk="0" h="561" w="1865">
                  <a:moveTo>
                    <a:pt x="94" y="1"/>
                  </a:moveTo>
                  <a:cubicBezTo>
                    <a:pt x="42" y="1"/>
                    <a:pt x="0" y="41"/>
                    <a:pt x="0" y="95"/>
                  </a:cubicBezTo>
                  <a:lnTo>
                    <a:pt x="0" y="561"/>
                  </a:lnTo>
                  <a:lnTo>
                    <a:pt x="1771" y="561"/>
                  </a:lnTo>
                  <a:cubicBezTo>
                    <a:pt x="1821" y="561"/>
                    <a:pt x="1865" y="519"/>
                    <a:pt x="1865" y="467"/>
                  </a:cubicBezTo>
                  <a:lnTo>
                    <a:pt x="1865" y="280"/>
                  </a:lnTo>
                  <a:lnTo>
                    <a:pt x="374" y="280"/>
                  </a:lnTo>
                  <a:cubicBezTo>
                    <a:pt x="321" y="280"/>
                    <a:pt x="279" y="240"/>
                    <a:pt x="279" y="186"/>
                  </a:cubicBezTo>
                  <a:lnTo>
                    <a:pt x="279" y="1"/>
                  </a:lnTo>
                  <a:close/>
                </a:path>
              </a:pathLst>
            </a:custGeom>
            <a:solidFill>
              <a:srgbClr val="000000">
                <a:alpha val="13330"/>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394" name="Google Shape;2394;g3b3d817690b_0_75"/>
            <p:cNvSpPr/>
            <p:nvPr/>
          </p:nvSpPr>
          <p:spPr>
            <a:xfrm>
              <a:off x="2366820" y="3590552"/>
              <a:ext cx="16832" cy="16832"/>
            </a:xfrm>
            <a:custGeom>
              <a:rect b="b" l="l" r="r" t="t"/>
              <a:pathLst>
                <a:path extrusionOk="0" h="524" w="524">
                  <a:moveTo>
                    <a:pt x="243" y="1"/>
                  </a:moveTo>
                  <a:cubicBezTo>
                    <a:pt x="214" y="1"/>
                    <a:pt x="189" y="5"/>
                    <a:pt x="162" y="14"/>
                  </a:cubicBezTo>
                  <a:cubicBezTo>
                    <a:pt x="47" y="50"/>
                    <a:pt x="1" y="282"/>
                    <a:pt x="1" y="282"/>
                  </a:cubicBezTo>
                  <a:cubicBezTo>
                    <a:pt x="1" y="435"/>
                    <a:pt x="89" y="523"/>
                    <a:pt x="243" y="523"/>
                  </a:cubicBezTo>
                  <a:cubicBezTo>
                    <a:pt x="243" y="523"/>
                    <a:pt x="476" y="477"/>
                    <a:pt x="511" y="363"/>
                  </a:cubicBezTo>
                  <a:cubicBezTo>
                    <a:pt x="519" y="338"/>
                    <a:pt x="524" y="310"/>
                    <a:pt x="524" y="282"/>
                  </a:cubicBezTo>
                  <a:cubicBezTo>
                    <a:pt x="524" y="125"/>
                    <a:pt x="396" y="1"/>
                    <a:pt x="243" y="1"/>
                  </a:cubicBezTo>
                  <a:close/>
                </a:path>
              </a:pathLst>
            </a:cu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395" name="Google Shape;2395;g3b3d817690b_0_75"/>
            <p:cNvSpPr/>
            <p:nvPr/>
          </p:nvSpPr>
          <p:spPr>
            <a:xfrm>
              <a:off x="2365567" y="3590938"/>
              <a:ext cx="17667" cy="17603"/>
            </a:xfrm>
            <a:custGeom>
              <a:rect b="b" l="l" r="r" t="t"/>
              <a:pathLst>
                <a:path extrusionOk="0" h="548" w="550">
                  <a:moveTo>
                    <a:pt x="201" y="0"/>
                  </a:moveTo>
                  <a:lnTo>
                    <a:pt x="201" y="0"/>
                  </a:lnTo>
                  <a:cubicBezTo>
                    <a:pt x="86" y="34"/>
                    <a:pt x="1" y="141"/>
                    <a:pt x="1" y="268"/>
                  </a:cubicBezTo>
                  <a:cubicBezTo>
                    <a:pt x="1" y="422"/>
                    <a:pt x="127" y="547"/>
                    <a:pt x="282" y="547"/>
                  </a:cubicBezTo>
                  <a:cubicBezTo>
                    <a:pt x="409" y="547"/>
                    <a:pt x="515" y="465"/>
                    <a:pt x="550" y="349"/>
                  </a:cubicBezTo>
                  <a:lnTo>
                    <a:pt x="550" y="349"/>
                  </a:lnTo>
                  <a:cubicBezTo>
                    <a:pt x="525" y="358"/>
                    <a:pt x="497" y="362"/>
                    <a:pt x="468" y="362"/>
                  </a:cubicBezTo>
                  <a:cubicBezTo>
                    <a:pt x="315" y="362"/>
                    <a:pt x="188" y="236"/>
                    <a:pt x="188" y="81"/>
                  </a:cubicBezTo>
                  <a:cubicBezTo>
                    <a:pt x="188" y="52"/>
                    <a:pt x="192" y="25"/>
                    <a:pt x="201" y="0"/>
                  </a:cubicBezTo>
                  <a:close/>
                </a:path>
              </a:pathLst>
            </a:custGeom>
            <a:solidFill>
              <a:srgbClr val="000000">
                <a:alpha val="13330"/>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396" name="Google Shape;2396;g3b3d817690b_0_75"/>
            <p:cNvSpPr/>
            <p:nvPr/>
          </p:nvSpPr>
          <p:spPr>
            <a:xfrm>
              <a:off x="2268841" y="3663955"/>
              <a:ext cx="40828" cy="19177"/>
            </a:xfrm>
            <a:custGeom>
              <a:rect b="b" l="l" r="r" t="t"/>
              <a:pathLst>
                <a:path extrusionOk="0" h="597" w="1271">
                  <a:moveTo>
                    <a:pt x="244" y="0"/>
                  </a:moveTo>
                  <a:lnTo>
                    <a:pt x="95" y="17"/>
                  </a:lnTo>
                  <a:cubicBezTo>
                    <a:pt x="44" y="17"/>
                    <a:pt x="1" y="59"/>
                    <a:pt x="1" y="112"/>
                  </a:cubicBezTo>
                  <a:lnTo>
                    <a:pt x="1" y="597"/>
                  </a:lnTo>
                  <a:lnTo>
                    <a:pt x="1231" y="597"/>
                  </a:lnTo>
                  <a:lnTo>
                    <a:pt x="1270" y="316"/>
                  </a:lnTo>
                  <a:lnTo>
                    <a:pt x="1270" y="91"/>
                  </a:lnTo>
                  <a:cubicBezTo>
                    <a:pt x="1270" y="41"/>
                    <a:pt x="1228" y="0"/>
                    <a:pt x="1176" y="0"/>
                  </a:cubicBezTo>
                  <a:close/>
                </a:path>
              </a:pathLst>
            </a:custGeom>
            <a:solidFill>
              <a:schemeClr val="l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397" name="Google Shape;2397;g3b3d817690b_0_75"/>
            <p:cNvSpPr/>
            <p:nvPr/>
          </p:nvSpPr>
          <p:spPr>
            <a:xfrm>
              <a:off x="2267653" y="3663955"/>
              <a:ext cx="41920" cy="21554"/>
            </a:xfrm>
            <a:custGeom>
              <a:rect b="b" l="l" r="r" t="t"/>
              <a:pathLst>
                <a:path extrusionOk="0" h="671" w="1305">
                  <a:moveTo>
                    <a:pt x="94" y="0"/>
                  </a:moveTo>
                  <a:cubicBezTo>
                    <a:pt x="44" y="0"/>
                    <a:pt x="0" y="41"/>
                    <a:pt x="0" y="94"/>
                  </a:cubicBezTo>
                  <a:lnTo>
                    <a:pt x="0" y="670"/>
                  </a:lnTo>
                  <a:lnTo>
                    <a:pt x="1304" y="670"/>
                  </a:lnTo>
                  <a:lnTo>
                    <a:pt x="1304" y="316"/>
                  </a:lnTo>
                  <a:lnTo>
                    <a:pt x="374" y="316"/>
                  </a:lnTo>
                  <a:cubicBezTo>
                    <a:pt x="323" y="316"/>
                    <a:pt x="281" y="275"/>
                    <a:pt x="281" y="224"/>
                  </a:cubicBezTo>
                  <a:lnTo>
                    <a:pt x="281" y="0"/>
                  </a:lnTo>
                  <a:close/>
                </a:path>
              </a:pathLst>
            </a:custGeom>
            <a:solidFill>
              <a:srgbClr val="000000">
                <a:alpha val="13330"/>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398" name="Google Shape;2398;g3b3d817690b_0_75"/>
            <p:cNvSpPr/>
            <p:nvPr/>
          </p:nvSpPr>
          <p:spPr>
            <a:xfrm>
              <a:off x="2394639" y="3663955"/>
              <a:ext cx="40828" cy="19209"/>
            </a:xfrm>
            <a:custGeom>
              <a:rect b="b" l="l" r="r" t="t"/>
              <a:pathLst>
                <a:path extrusionOk="0" h="598" w="1271">
                  <a:moveTo>
                    <a:pt x="244" y="0"/>
                  </a:moveTo>
                  <a:lnTo>
                    <a:pt x="95" y="38"/>
                  </a:lnTo>
                  <a:cubicBezTo>
                    <a:pt x="44" y="38"/>
                    <a:pt x="1" y="80"/>
                    <a:pt x="1" y="132"/>
                  </a:cubicBezTo>
                  <a:lnTo>
                    <a:pt x="1" y="598"/>
                  </a:lnTo>
                  <a:lnTo>
                    <a:pt x="1231" y="598"/>
                  </a:lnTo>
                  <a:lnTo>
                    <a:pt x="1270" y="319"/>
                  </a:lnTo>
                  <a:lnTo>
                    <a:pt x="1270" y="94"/>
                  </a:lnTo>
                  <a:cubicBezTo>
                    <a:pt x="1267" y="41"/>
                    <a:pt x="1227" y="0"/>
                    <a:pt x="1175" y="0"/>
                  </a:cubicBezTo>
                  <a:close/>
                </a:path>
              </a:pathLst>
            </a:custGeom>
            <a:solidFill>
              <a:schemeClr val="l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399" name="Google Shape;2399;g3b3d817690b_0_75"/>
            <p:cNvSpPr/>
            <p:nvPr/>
          </p:nvSpPr>
          <p:spPr>
            <a:xfrm>
              <a:off x="2393451" y="3663955"/>
              <a:ext cx="41920" cy="21554"/>
            </a:xfrm>
            <a:custGeom>
              <a:rect b="b" l="l" r="r" t="t"/>
              <a:pathLst>
                <a:path extrusionOk="0" h="671" w="1305">
                  <a:moveTo>
                    <a:pt x="94" y="0"/>
                  </a:moveTo>
                  <a:cubicBezTo>
                    <a:pt x="43" y="0"/>
                    <a:pt x="0" y="41"/>
                    <a:pt x="0" y="94"/>
                  </a:cubicBezTo>
                  <a:lnTo>
                    <a:pt x="0" y="670"/>
                  </a:lnTo>
                  <a:lnTo>
                    <a:pt x="1304" y="670"/>
                  </a:lnTo>
                  <a:lnTo>
                    <a:pt x="1304" y="316"/>
                  </a:lnTo>
                  <a:lnTo>
                    <a:pt x="374" y="316"/>
                  </a:lnTo>
                  <a:cubicBezTo>
                    <a:pt x="323" y="316"/>
                    <a:pt x="281" y="275"/>
                    <a:pt x="281" y="224"/>
                  </a:cubicBezTo>
                  <a:lnTo>
                    <a:pt x="281" y="0"/>
                  </a:lnTo>
                  <a:close/>
                </a:path>
              </a:pathLst>
            </a:custGeom>
            <a:solidFill>
              <a:srgbClr val="000000">
                <a:alpha val="13330"/>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400" name="Google Shape;2400;g3b3d817690b_0_75"/>
            <p:cNvSpPr/>
            <p:nvPr/>
          </p:nvSpPr>
          <p:spPr>
            <a:xfrm>
              <a:off x="2259911" y="3683101"/>
              <a:ext cx="58720" cy="17153"/>
            </a:xfrm>
            <a:custGeom>
              <a:rect b="b" l="l" r="r" t="t"/>
              <a:pathLst>
                <a:path extrusionOk="0" h="534" w="1828">
                  <a:moveTo>
                    <a:pt x="243" y="1"/>
                  </a:moveTo>
                  <a:lnTo>
                    <a:pt x="95" y="38"/>
                  </a:lnTo>
                  <a:cubicBezTo>
                    <a:pt x="44" y="38"/>
                    <a:pt x="1" y="80"/>
                    <a:pt x="1" y="132"/>
                  </a:cubicBezTo>
                  <a:lnTo>
                    <a:pt x="1" y="533"/>
                  </a:lnTo>
                  <a:lnTo>
                    <a:pt x="1790" y="533"/>
                  </a:lnTo>
                  <a:lnTo>
                    <a:pt x="1828" y="252"/>
                  </a:lnTo>
                  <a:lnTo>
                    <a:pt x="1828" y="93"/>
                  </a:lnTo>
                  <a:cubicBezTo>
                    <a:pt x="1826" y="42"/>
                    <a:pt x="1784" y="1"/>
                    <a:pt x="1734" y="1"/>
                  </a:cubicBezTo>
                  <a:close/>
                </a:path>
              </a:pathLst>
            </a:custGeom>
            <a:solidFill>
              <a:schemeClr val="l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401" name="Google Shape;2401;g3b3d817690b_0_75"/>
            <p:cNvSpPr/>
            <p:nvPr/>
          </p:nvSpPr>
          <p:spPr>
            <a:xfrm>
              <a:off x="2258722" y="3683101"/>
              <a:ext cx="59876" cy="19530"/>
            </a:xfrm>
            <a:custGeom>
              <a:rect b="b" l="l" r="r" t="t"/>
              <a:pathLst>
                <a:path extrusionOk="0" h="608" w="1864">
                  <a:moveTo>
                    <a:pt x="94" y="1"/>
                  </a:moveTo>
                  <a:cubicBezTo>
                    <a:pt x="42" y="1"/>
                    <a:pt x="0" y="42"/>
                    <a:pt x="0" y="95"/>
                  </a:cubicBezTo>
                  <a:lnTo>
                    <a:pt x="0" y="607"/>
                  </a:lnTo>
                  <a:lnTo>
                    <a:pt x="1863" y="607"/>
                  </a:lnTo>
                  <a:lnTo>
                    <a:pt x="1863" y="252"/>
                  </a:lnTo>
                  <a:lnTo>
                    <a:pt x="372" y="252"/>
                  </a:lnTo>
                  <a:cubicBezTo>
                    <a:pt x="322" y="252"/>
                    <a:pt x="280" y="210"/>
                    <a:pt x="280" y="160"/>
                  </a:cubicBezTo>
                  <a:lnTo>
                    <a:pt x="280" y="1"/>
                  </a:lnTo>
                  <a:close/>
                </a:path>
              </a:pathLst>
            </a:custGeom>
            <a:solidFill>
              <a:srgbClr val="000000">
                <a:alpha val="13330"/>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402" name="Google Shape;2402;g3b3d817690b_0_75"/>
            <p:cNvSpPr/>
            <p:nvPr/>
          </p:nvSpPr>
          <p:spPr>
            <a:xfrm>
              <a:off x="2385677" y="3683101"/>
              <a:ext cx="58720" cy="17153"/>
            </a:xfrm>
            <a:custGeom>
              <a:rect b="b" l="l" r="r" t="t"/>
              <a:pathLst>
                <a:path extrusionOk="0" h="534" w="1828">
                  <a:moveTo>
                    <a:pt x="242" y="1"/>
                  </a:moveTo>
                  <a:lnTo>
                    <a:pt x="94" y="38"/>
                  </a:lnTo>
                  <a:cubicBezTo>
                    <a:pt x="44" y="38"/>
                    <a:pt x="0" y="80"/>
                    <a:pt x="0" y="132"/>
                  </a:cubicBezTo>
                  <a:lnTo>
                    <a:pt x="0" y="533"/>
                  </a:lnTo>
                  <a:lnTo>
                    <a:pt x="1790" y="533"/>
                  </a:lnTo>
                  <a:lnTo>
                    <a:pt x="1827" y="252"/>
                  </a:lnTo>
                  <a:lnTo>
                    <a:pt x="1827" y="93"/>
                  </a:lnTo>
                  <a:cubicBezTo>
                    <a:pt x="1827" y="42"/>
                    <a:pt x="1785" y="1"/>
                    <a:pt x="1733" y="1"/>
                  </a:cubicBezTo>
                  <a:close/>
                </a:path>
              </a:pathLst>
            </a:custGeom>
            <a:solidFill>
              <a:schemeClr val="l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403" name="Google Shape;2403;g3b3d817690b_0_75"/>
            <p:cNvSpPr/>
            <p:nvPr/>
          </p:nvSpPr>
          <p:spPr>
            <a:xfrm>
              <a:off x="2384424" y="3683101"/>
              <a:ext cx="59908" cy="19530"/>
            </a:xfrm>
            <a:custGeom>
              <a:rect b="b" l="l" r="r" t="t"/>
              <a:pathLst>
                <a:path extrusionOk="0" h="608" w="1865">
                  <a:moveTo>
                    <a:pt x="94" y="1"/>
                  </a:moveTo>
                  <a:cubicBezTo>
                    <a:pt x="44" y="1"/>
                    <a:pt x="0" y="42"/>
                    <a:pt x="0" y="95"/>
                  </a:cubicBezTo>
                  <a:lnTo>
                    <a:pt x="0" y="607"/>
                  </a:lnTo>
                  <a:lnTo>
                    <a:pt x="1865" y="607"/>
                  </a:lnTo>
                  <a:lnTo>
                    <a:pt x="1865" y="252"/>
                  </a:lnTo>
                  <a:lnTo>
                    <a:pt x="374" y="252"/>
                  </a:lnTo>
                  <a:cubicBezTo>
                    <a:pt x="323" y="252"/>
                    <a:pt x="281" y="210"/>
                    <a:pt x="281" y="160"/>
                  </a:cubicBezTo>
                  <a:lnTo>
                    <a:pt x="281" y="1"/>
                  </a:lnTo>
                  <a:close/>
                </a:path>
              </a:pathLst>
            </a:custGeom>
            <a:solidFill>
              <a:srgbClr val="000000">
                <a:alpha val="13330"/>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404" name="Google Shape;2404;g3b3d817690b_0_75"/>
            <p:cNvSpPr/>
            <p:nvPr/>
          </p:nvSpPr>
          <p:spPr>
            <a:xfrm>
              <a:off x="2346453" y="3643749"/>
              <a:ext cx="12592" cy="44458"/>
            </a:xfrm>
            <a:custGeom>
              <a:rect b="b" l="l" r="r" t="t"/>
              <a:pathLst>
                <a:path extrusionOk="0" h="1384" w="392">
                  <a:moveTo>
                    <a:pt x="1" y="1"/>
                  </a:moveTo>
                  <a:lnTo>
                    <a:pt x="1" y="1383"/>
                  </a:lnTo>
                  <a:lnTo>
                    <a:pt x="318" y="1383"/>
                  </a:lnTo>
                  <a:lnTo>
                    <a:pt x="392" y="1082"/>
                  </a:lnTo>
                  <a:lnTo>
                    <a:pt x="392" y="1"/>
                  </a:ln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405" name="Google Shape;2405;g3b3d817690b_0_75"/>
            <p:cNvSpPr/>
            <p:nvPr/>
          </p:nvSpPr>
          <p:spPr>
            <a:xfrm>
              <a:off x="2344108" y="3643717"/>
              <a:ext cx="14937" cy="49822"/>
            </a:xfrm>
            <a:custGeom>
              <a:rect b="b" l="l" r="r" t="t"/>
              <a:pathLst>
                <a:path extrusionOk="0" h="1551" w="465">
                  <a:moveTo>
                    <a:pt x="0" y="0"/>
                  </a:moveTo>
                  <a:lnTo>
                    <a:pt x="0" y="1082"/>
                  </a:lnTo>
                  <a:lnTo>
                    <a:pt x="0" y="1551"/>
                  </a:lnTo>
                  <a:lnTo>
                    <a:pt x="465" y="1551"/>
                  </a:lnTo>
                  <a:lnTo>
                    <a:pt x="465" y="1083"/>
                  </a:lnTo>
                  <a:cubicBezTo>
                    <a:pt x="395" y="1044"/>
                    <a:pt x="317" y="1021"/>
                    <a:pt x="232" y="1021"/>
                  </a:cubicBezTo>
                  <a:cubicBezTo>
                    <a:pt x="217" y="1021"/>
                    <a:pt x="204" y="1008"/>
                    <a:pt x="204" y="993"/>
                  </a:cubicBezTo>
                  <a:lnTo>
                    <a:pt x="204" y="0"/>
                  </a:ln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406" name="Google Shape;2406;g3b3d817690b_0_75"/>
            <p:cNvSpPr/>
            <p:nvPr/>
          </p:nvSpPr>
          <p:spPr>
            <a:xfrm>
              <a:off x="2337716" y="3627527"/>
              <a:ext cx="28814" cy="28782"/>
            </a:xfrm>
            <a:custGeom>
              <a:rect b="b" l="l" r="r" t="t"/>
              <a:pathLst>
                <a:path extrusionOk="0" h="896" w="897">
                  <a:moveTo>
                    <a:pt x="431" y="1"/>
                  </a:moveTo>
                  <a:cubicBezTo>
                    <a:pt x="374" y="1"/>
                    <a:pt x="322" y="9"/>
                    <a:pt x="271" y="28"/>
                  </a:cubicBezTo>
                  <a:cubicBezTo>
                    <a:pt x="92" y="93"/>
                    <a:pt x="1" y="425"/>
                    <a:pt x="1" y="465"/>
                  </a:cubicBezTo>
                  <a:cubicBezTo>
                    <a:pt x="1" y="723"/>
                    <a:pt x="173" y="895"/>
                    <a:pt x="431" y="895"/>
                  </a:cubicBezTo>
                  <a:cubicBezTo>
                    <a:pt x="477" y="895"/>
                    <a:pt x="803" y="804"/>
                    <a:pt x="868" y="625"/>
                  </a:cubicBezTo>
                  <a:cubicBezTo>
                    <a:pt x="888" y="577"/>
                    <a:pt x="897" y="522"/>
                    <a:pt x="897" y="468"/>
                  </a:cubicBezTo>
                  <a:cubicBezTo>
                    <a:pt x="897" y="210"/>
                    <a:pt x="690" y="1"/>
                    <a:pt x="431" y="1"/>
                  </a:cubicBezTo>
                  <a:close/>
                </a:path>
              </a:pathLst>
            </a:custGeom>
            <a:solidFill>
              <a:schemeClr val="l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407" name="Google Shape;2407;g3b3d817690b_0_75"/>
            <p:cNvSpPr/>
            <p:nvPr/>
          </p:nvSpPr>
          <p:spPr>
            <a:xfrm>
              <a:off x="2336527" y="3628426"/>
              <a:ext cx="29071" cy="29071"/>
            </a:xfrm>
            <a:custGeom>
              <a:rect b="b" l="l" r="r" t="t"/>
              <a:pathLst>
                <a:path extrusionOk="0" h="905" w="905">
                  <a:moveTo>
                    <a:pt x="308" y="0"/>
                  </a:moveTo>
                  <a:lnTo>
                    <a:pt x="308" y="0"/>
                  </a:lnTo>
                  <a:cubicBezTo>
                    <a:pt x="129" y="65"/>
                    <a:pt x="0" y="237"/>
                    <a:pt x="0" y="437"/>
                  </a:cubicBezTo>
                  <a:cubicBezTo>
                    <a:pt x="0" y="695"/>
                    <a:pt x="209" y="905"/>
                    <a:pt x="468" y="905"/>
                  </a:cubicBezTo>
                  <a:cubicBezTo>
                    <a:pt x="669" y="905"/>
                    <a:pt x="840" y="776"/>
                    <a:pt x="905" y="597"/>
                  </a:cubicBezTo>
                  <a:lnTo>
                    <a:pt x="905" y="597"/>
                  </a:lnTo>
                  <a:cubicBezTo>
                    <a:pt x="859" y="615"/>
                    <a:pt x="804" y="625"/>
                    <a:pt x="749" y="625"/>
                  </a:cubicBezTo>
                  <a:cubicBezTo>
                    <a:pt x="491" y="625"/>
                    <a:pt x="281" y="418"/>
                    <a:pt x="281" y="159"/>
                  </a:cubicBezTo>
                  <a:cubicBezTo>
                    <a:pt x="281" y="103"/>
                    <a:pt x="290" y="51"/>
                    <a:pt x="308" y="0"/>
                  </a:cubicBezTo>
                  <a:close/>
                </a:path>
              </a:pathLst>
            </a:custGeom>
            <a:solidFill>
              <a:srgbClr val="000000">
                <a:alpha val="13330"/>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408" name="Google Shape;2408;g3b3d817690b_0_75"/>
            <p:cNvSpPr/>
            <p:nvPr/>
          </p:nvSpPr>
          <p:spPr>
            <a:xfrm>
              <a:off x="2338840" y="3683101"/>
              <a:ext cx="27144" cy="17057"/>
            </a:xfrm>
            <a:custGeom>
              <a:rect b="b" l="l" r="r" t="t"/>
              <a:pathLst>
                <a:path extrusionOk="0" h="531" w="845">
                  <a:moveTo>
                    <a:pt x="397" y="1"/>
                  </a:moveTo>
                  <a:cubicBezTo>
                    <a:pt x="341" y="1"/>
                    <a:pt x="289" y="9"/>
                    <a:pt x="238" y="28"/>
                  </a:cubicBezTo>
                  <a:cubicBezTo>
                    <a:pt x="58" y="93"/>
                    <a:pt x="0" y="442"/>
                    <a:pt x="0" y="530"/>
                  </a:cubicBezTo>
                  <a:lnTo>
                    <a:pt x="779" y="509"/>
                  </a:lnTo>
                  <a:cubicBezTo>
                    <a:pt x="779" y="432"/>
                    <a:pt x="844" y="316"/>
                    <a:pt x="811" y="251"/>
                  </a:cubicBezTo>
                  <a:cubicBezTo>
                    <a:pt x="732" y="102"/>
                    <a:pt x="577" y="1"/>
                    <a:pt x="397" y="1"/>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409" name="Google Shape;2409;g3b3d817690b_0_75"/>
            <p:cNvSpPr/>
            <p:nvPr/>
          </p:nvSpPr>
          <p:spPr>
            <a:xfrm>
              <a:off x="2336591" y="3684001"/>
              <a:ext cx="29938" cy="18535"/>
            </a:xfrm>
            <a:custGeom>
              <a:rect b="b" l="l" r="r" t="t"/>
              <a:pathLst>
                <a:path extrusionOk="0" h="577" w="932">
                  <a:moveTo>
                    <a:pt x="308" y="0"/>
                  </a:moveTo>
                  <a:lnTo>
                    <a:pt x="308" y="0"/>
                  </a:lnTo>
                  <a:cubicBezTo>
                    <a:pt x="128" y="65"/>
                    <a:pt x="1" y="237"/>
                    <a:pt x="1" y="437"/>
                  </a:cubicBezTo>
                  <a:lnTo>
                    <a:pt x="1" y="576"/>
                  </a:lnTo>
                  <a:lnTo>
                    <a:pt x="932" y="576"/>
                  </a:lnTo>
                  <a:lnTo>
                    <a:pt x="932" y="437"/>
                  </a:lnTo>
                  <a:cubicBezTo>
                    <a:pt x="932" y="359"/>
                    <a:pt x="914" y="287"/>
                    <a:pt x="880" y="224"/>
                  </a:cubicBezTo>
                  <a:lnTo>
                    <a:pt x="346" y="224"/>
                  </a:lnTo>
                  <a:cubicBezTo>
                    <a:pt x="309" y="224"/>
                    <a:pt x="280" y="195"/>
                    <a:pt x="280" y="159"/>
                  </a:cubicBezTo>
                  <a:cubicBezTo>
                    <a:pt x="280" y="103"/>
                    <a:pt x="291" y="51"/>
                    <a:pt x="308" y="0"/>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410" name="Google Shape;2410;g3b3d817690b_0_75"/>
            <p:cNvSpPr/>
            <p:nvPr/>
          </p:nvSpPr>
          <p:spPr>
            <a:xfrm>
              <a:off x="2226984" y="3700127"/>
              <a:ext cx="250427" cy="53034"/>
            </a:xfrm>
            <a:custGeom>
              <a:rect b="b" l="l" r="r" t="t"/>
              <a:pathLst>
                <a:path extrusionOk="0" h="1651" w="7796">
                  <a:moveTo>
                    <a:pt x="244" y="0"/>
                  </a:moveTo>
                  <a:cubicBezTo>
                    <a:pt x="88" y="0"/>
                    <a:pt x="20" y="181"/>
                    <a:pt x="20" y="336"/>
                  </a:cubicBezTo>
                  <a:lnTo>
                    <a:pt x="1" y="1371"/>
                  </a:lnTo>
                  <a:cubicBezTo>
                    <a:pt x="1" y="1526"/>
                    <a:pt x="128" y="1651"/>
                    <a:pt x="282" y="1651"/>
                  </a:cubicBezTo>
                  <a:lnTo>
                    <a:pt x="7459" y="1633"/>
                  </a:lnTo>
                  <a:cubicBezTo>
                    <a:pt x="7613" y="1633"/>
                    <a:pt x="7794" y="1564"/>
                    <a:pt x="7795" y="1409"/>
                  </a:cubicBezTo>
                  <a:lnTo>
                    <a:pt x="7795" y="281"/>
                  </a:lnTo>
                  <a:cubicBezTo>
                    <a:pt x="7795" y="126"/>
                    <a:pt x="7669" y="0"/>
                    <a:pt x="7514" y="0"/>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411" name="Google Shape;2411;g3b3d817690b_0_75"/>
            <p:cNvSpPr/>
            <p:nvPr/>
          </p:nvSpPr>
          <p:spPr>
            <a:xfrm>
              <a:off x="2225795" y="3700223"/>
              <a:ext cx="251616" cy="54255"/>
            </a:xfrm>
            <a:custGeom>
              <a:rect b="b" l="l" r="r" t="t"/>
              <a:pathLst>
                <a:path extrusionOk="0" h="1689" w="7833">
                  <a:moveTo>
                    <a:pt x="281" y="0"/>
                  </a:moveTo>
                  <a:cubicBezTo>
                    <a:pt x="128" y="0"/>
                    <a:pt x="0" y="125"/>
                    <a:pt x="0" y="280"/>
                  </a:cubicBezTo>
                  <a:lnTo>
                    <a:pt x="0" y="1407"/>
                  </a:lnTo>
                  <a:cubicBezTo>
                    <a:pt x="0" y="1561"/>
                    <a:pt x="125" y="1688"/>
                    <a:pt x="281" y="1688"/>
                  </a:cubicBezTo>
                  <a:lnTo>
                    <a:pt x="7551" y="1688"/>
                  </a:lnTo>
                  <a:cubicBezTo>
                    <a:pt x="7706" y="1688"/>
                    <a:pt x="7832" y="1564"/>
                    <a:pt x="7832" y="1407"/>
                  </a:cubicBezTo>
                  <a:lnTo>
                    <a:pt x="375" y="1407"/>
                  </a:lnTo>
                  <a:cubicBezTo>
                    <a:pt x="325" y="1407"/>
                    <a:pt x="281" y="1365"/>
                    <a:pt x="281" y="1313"/>
                  </a:cubicBezTo>
                  <a:lnTo>
                    <a:pt x="281" y="0"/>
                  </a:lnTo>
                  <a:close/>
                </a:path>
              </a:pathLst>
            </a:custGeom>
            <a:solidFill>
              <a:srgbClr val="000000">
                <a:alpha val="13330"/>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412" name="Google Shape;2412;g3b3d817690b_0_75"/>
            <p:cNvSpPr/>
            <p:nvPr/>
          </p:nvSpPr>
          <p:spPr>
            <a:xfrm>
              <a:off x="2266207" y="3713844"/>
              <a:ext cx="9059" cy="26951"/>
            </a:xfrm>
            <a:custGeom>
              <a:rect b="b" l="l" r="r" t="t"/>
              <a:pathLst>
                <a:path extrusionOk="0" h="839" w="282">
                  <a:moveTo>
                    <a:pt x="139" y="0"/>
                  </a:moveTo>
                  <a:cubicBezTo>
                    <a:pt x="64" y="0"/>
                    <a:pt x="0" y="63"/>
                    <a:pt x="0" y="141"/>
                  </a:cubicBezTo>
                  <a:lnTo>
                    <a:pt x="0" y="700"/>
                  </a:lnTo>
                  <a:cubicBezTo>
                    <a:pt x="0" y="775"/>
                    <a:pt x="61" y="839"/>
                    <a:pt x="139" y="839"/>
                  </a:cubicBezTo>
                  <a:cubicBezTo>
                    <a:pt x="217" y="839"/>
                    <a:pt x="281" y="775"/>
                    <a:pt x="278" y="700"/>
                  </a:cubicBezTo>
                  <a:lnTo>
                    <a:pt x="278" y="141"/>
                  </a:lnTo>
                  <a:cubicBezTo>
                    <a:pt x="278" y="64"/>
                    <a:pt x="217" y="0"/>
                    <a:pt x="139" y="0"/>
                  </a:cubicBezTo>
                  <a:close/>
                </a:path>
              </a:pathLst>
            </a:custGeom>
            <a:solidFill>
              <a:srgbClr val="000000">
                <a:alpha val="13330"/>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413" name="Google Shape;2413;g3b3d817690b_0_75"/>
            <p:cNvSpPr/>
            <p:nvPr/>
          </p:nvSpPr>
          <p:spPr>
            <a:xfrm>
              <a:off x="2284165" y="3713844"/>
              <a:ext cx="9026" cy="26951"/>
            </a:xfrm>
            <a:custGeom>
              <a:rect b="b" l="l" r="r" t="t"/>
              <a:pathLst>
                <a:path extrusionOk="0" h="839" w="281">
                  <a:moveTo>
                    <a:pt x="139" y="0"/>
                  </a:moveTo>
                  <a:cubicBezTo>
                    <a:pt x="64" y="0"/>
                    <a:pt x="0" y="63"/>
                    <a:pt x="0" y="141"/>
                  </a:cubicBezTo>
                  <a:lnTo>
                    <a:pt x="0" y="700"/>
                  </a:lnTo>
                  <a:cubicBezTo>
                    <a:pt x="0" y="775"/>
                    <a:pt x="62" y="839"/>
                    <a:pt x="139" y="839"/>
                  </a:cubicBezTo>
                  <a:cubicBezTo>
                    <a:pt x="217" y="839"/>
                    <a:pt x="281" y="775"/>
                    <a:pt x="279" y="700"/>
                  </a:cubicBezTo>
                  <a:lnTo>
                    <a:pt x="279" y="141"/>
                  </a:lnTo>
                  <a:cubicBezTo>
                    <a:pt x="279" y="64"/>
                    <a:pt x="217" y="0"/>
                    <a:pt x="139" y="0"/>
                  </a:cubicBezTo>
                  <a:close/>
                </a:path>
              </a:pathLst>
            </a:custGeom>
            <a:solidFill>
              <a:srgbClr val="000000">
                <a:alpha val="13330"/>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414" name="Google Shape;2414;g3b3d817690b_0_75"/>
            <p:cNvSpPr/>
            <p:nvPr/>
          </p:nvSpPr>
          <p:spPr>
            <a:xfrm>
              <a:off x="2302090" y="3713844"/>
              <a:ext cx="9059" cy="26951"/>
            </a:xfrm>
            <a:custGeom>
              <a:rect b="b" l="l" r="r" t="t"/>
              <a:pathLst>
                <a:path extrusionOk="0" h="839" w="282">
                  <a:moveTo>
                    <a:pt x="141" y="0"/>
                  </a:moveTo>
                  <a:cubicBezTo>
                    <a:pt x="65" y="0"/>
                    <a:pt x="1" y="63"/>
                    <a:pt x="1" y="141"/>
                  </a:cubicBezTo>
                  <a:lnTo>
                    <a:pt x="1" y="700"/>
                  </a:lnTo>
                  <a:cubicBezTo>
                    <a:pt x="1" y="775"/>
                    <a:pt x="63" y="839"/>
                    <a:pt x="141" y="839"/>
                  </a:cubicBezTo>
                  <a:cubicBezTo>
                    <a:pt x="218" y="839"/>
                    <a:pt x="282" y="775"/>
                    <a:pt x="280" y="700"/>
                  </a:cubicBezTo>
                  <a:lnTo>
                    <a:pt x="280" y="141"/>
                  </a:lnTo>
                  <a:cubicBezTo>
                    <a:pt x="280" y="64"/>
                    <a:pt x="217" y="0"/>
                    <a:pt x="141" y="0"/>
                  </a:cubicBezTo>
                  <a:close/>
                </a:path>
              </a:pathLst>
            </a:custGeom>
            <a:solidFill>
              <a:srgbClr val="000000">
                <a:alpha val="13330"/>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415" name="Google Shape;2415;g3b3d817690b_0_75"/>
            <p:cNvSpPr/>
            <p:nvPr/>
          </p:nvSpPr>
          <p:spPr>
            <a:xfrm>
              <a:off x="2406557" y="3718245"/>
              <a:ext cx="16864" cy="16864"/>
            </a:xfrm>
            <a:custGeom>
              <a:rect b="b" l="l" r="r" t="t"/>
              <a:pathLst>
                <a:path extrusionOk="0" h="525" w="525">
                  <a:moveTo>
                    <a:pt x="243" y="1"/>
                  </a:moveTo>
                  <a:cubicBezTo>
                    <a:pt x="215" y="1"/>
                    <a:pt x="187" y="5"/>
                    <a:pt x="162" y="14"/>
                  </a:cubicBezTo>
                  <a:cubicBezTo>
                    <a:pt x="162" y="14"/>
                    <a:pt x="0" y="156"/>
                    <a:pt x="0" y="282"/>
                  </a:cubicBezTo>
                  <a:cubicBezTo>
                    <a:pt x="0" y="435"/>
                    <a:pt x="90" y="525"/>
                    <a:pt x="243" y="525"/>
                  </a:cubicBezTo>
                  <a:cubicBezTo>
                    <a:pt x="369" y="525"/>
                    <a:pt x="511" y="363"/>
                    <a:pt x="511" y="363"/>
                  </a:cubicBezTo>
                  <a:cubicBezTo>
                    <a:pt x="520" y="337"/>
                    <a:pt x="524" y="309"/>
                    <a:pt x="524" y="282"/>
                  </a:cubicBezTo>
                  <a:cubicBezTo>
                    <a:pt x="524" y="128"/>
                    <a:pt x="400" y="1"/>
                    <a:pt x="243" y="1"/>
                  </a:cubicBezTo>
                  <a:close/>
                </a:path>
              </a:pathLst>
            </a:custGeom>
            <a:solidFill>
              <a:schemeClr val="l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416" name="Google Shape;2416;g3b3d817690b_0_75"/>
            <p:cNvSpPr/>
            <p:nvPr/>
          </p:nvSpPr>
          <p:spPr>
            <a:xfrm>
              <a:off x="2405433" y="3718630"/>
              <a:ext cx="17603" cy="17667"/>
            </a:xfrm>
            <a:custGeom>
              <a:rect b="b" l="l" r="r" t="t"/>
              <a:pathLst>
                <a:path extrusionOk="0" h="550" w="548">
                  <a:moveTo>
                    <a:pt x="199" y="0"/>
                  </a:moveTo>
                  <a:lnTo>
                    <a:pt x="199" y="0"/>
                  </a:lnTo>
                  <a:cubicBezTo>
                    <a:pt x="84" y="35"/>
                    <a:pt x="1" y="141"/>
                    <a:pt x="1" y="268"/>
                  </a:cubicBezTo>
                  <a:cubicBezTo>
                    <a:pt x="1" y="422"/>
                    <a:pt x="125" y="549"/>
                    <a:pt x="280" y="549"/>
                  </a:cubicBezTo>
                  <a:cubicBezTo>
                    <a:pt x="407" y="549"/>
                    <a:pt x="513" y="465"/>
                    <a:pt x="548" y="349"/>
                  </a:cubicBezTo>
                  <a:lnTo>
                    <a:pt x="548" y="349"/>
                  </a:lnTo>
                  <a:cubicBezTo>
                    <a:pt x="522" y="358"/>
                    <a:pt x="494" y="362"/>
                    <a:pt x="467" y="362"/>
                  </a:cubicBezTo>
                  <a:cubicBezTo>
                    <a:pt x="313" y="362"/>
                    <a:pt x="186" y="238"/>
                    <a:pt x="186" y="82"/>
                  </a:cubicBezTo>
                  <a:cubicBezTo>
                    <a:pt x="186" y="53"/>
                    <a:pt x="190" y="25"/>
                    <a:pt x="199" y="0"/>
                  </a:cubicBezTo>
                  <a:close/>
                </a:path>
              </a:pathLst>
            </a:custGeom>
            <a:solidFill>
              <a:srgbClr val="000000">
                <a:alpha val="13330"/>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417" name="Google Shape;2417;g3b3d817690b_0_75"/>
            <p:cNvSpPr/>
            <p:nvPr/>
          </p:nvSpPr>
          <p:spPr>
            <a:xfrm>
              <a:off x="2227498" y="3481009"/>
              <a:ext cx="249849" cy="52745"/>
            </a:xfrm>
            <a:custGeom>
              <a:rect b="b" l="l" r="r" t="t"/>
              <a:pathLst>
                <a:path extrusionOk="0" h="1642" w="7778">
                  <a:moveTo>
                    <a:pt x="225" y="0"/>
                  </a:moveTo>
                  <a:cubicBezTo>
                    <a:pt x="70" y="0"/>
                    <a:pt x="1" y="256"/>
                    <a:pt x="1" y="411"/>
                  </a:cubicBezTo>
                  <a:lnTo>
                    <a:pt x="1" y="1342"/>
                  </a:lnTo>
                  <a:cubicBezTo>
                    <a:pt x="1" y="1498"/>
                    <a:pt x="128" y="1623"/>
                    <a:pt x="282" y="1623"/>
                  </a:cubicBezTo>
                  <a:lnTo>
                    <a:pt x="7310" y="1642"/>
                  </a:lnTo>
                  <a:cubicBezTo>
                    <a:pt x="7466" y="1642"/>
                    <a:pt x="7778" y="1552"/>
                    <a:pt x="7778" y="1398"/>
                  </a:cubicBezTo>
                  <a:lnTo>
                    <a:pt x="7778" y="281"/>
                  </a:lnTo>
                  <a:cubicBezTo>
                    <a:pt x="7778" y="125"/>
                    <a:pt x="7650" y="0"/>
                    <a:pt x="7497" y="0"/>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418" name="Google Shape;2418;g3b3d817690b_0_75"/>
            <p:cNvSpPr/>
            <p:nvPr/>
          </p:nvSpPr>
          <p:spPr>
            <a:xfrm>
              <a:off x="2225795" y="3481009"/>
              <a:ext cx="251616" cy="53966"/>
            </a:xfrm>
            <a:custGeom>
              <a:rect b="b" l="l" r="r" t="t"/>
              <a:pathLst>
                <a:path extrusionOk="0" h="1680" w="7833">
                  <a:moveTo>
                    <a:pt x="281" y="0"/>
                  </a:moveTo>
                  <a:cubicBezTo>
                    <a:pt x="128" y="0"/>
                    <a:pt x="0" y="125"/>
                    <a:pt x="0" y="281"/>
                  </a:cubicBezTo>
                  <a:lnTo>
                    <a:pt x="0" y="1398"/>
                  </a:lnTo>
                  <a:cubicBezTo>
                    <a:pt x="0" y="1552"/>
                    <a:pt x="125" y="1679"/>
                    <a:pt x="281" y="1679"/>
                  </a:cubicBezTo>
                  <a:lnTo>
                    <a:pt x="7551" y="1679"/>
                  </a:lnTo>
                  <a:cubicBezTo>
                    <a:pt x="7706" y="1679"/>
                    <a:pt x="7832" y="1555"/>
                    <a:pt x="7832" y="1398"/>
                  </a:cubicBezTo>
                  <a:lnTo>
                    <a:pt x="375" y="1398"/>
                  </a:lnTo>
                  <a:cubicBezTo>
                    <a:pt x="325" y="1398"/>
                    <a:pt x="281" y="1357"/>
                    <a:pt x="281" y="1304"/>
                  </a:cubicBezTo>
                  <a:lnTo>
                    <a:pt x="281" y="0"/>
                  </a:lnTo>
                  <a:close/>
                </a:path>
              </a:pathLst>
            </a:custGeom>
            <a:solidFill>
              <a:srgbClr val="000000">
                <a:alpha val="13330"/>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419" name="Google Shape;2419;g3b3d817690b_0_75"/>
            <p:cNvSpPr/>
            <p:nvPr/>
          </p:nvSpPr>
          <p:spPr>
            <a:xfrm>
              <a:off x="2245005" y="3498902"/>
              <a:ext cx="214450" cy="16864"/>
            </a:xfrm>
            <a:custGeom>
              <a:rect b="b" l="l" r="r" t="t"/>
              <a:pathLst>
                <a:path extrusionOk="0" h="525" w="6676">
                  <a:moveTo>
                    <a:pt x="242" y="0"/>
                  </a:moveTo>
                  <a:lnTo>
                    <a:pt x="94" y="38"/>
                  </a:lnTo>
                  <a:cubicBezTo>
                    <a:pt x="41" y="38"/>
                    <a:pt x="0" y="81"/>
                    <a:pt x="0" y="132"/>
                  </a:cubicBezTo>
                  <a:lnTo>
                    <a:pt x="0" y="430"/>
                  </a:lnTo>
                  <a:cubicBezTo>
                    <a:pt x="0" y="484"/>
                    <a:pt x="44" y="524"/>
                    <a:pt x="94" y="524"/>
                  </a:cubicBezTo>
                  <a:lnTo>
                    <a:pt x="6543" y="524"/>
                  </a:lnTo>
                  <a:cubicBezTo>
                    <a:pt x="6593" y="524"/>
                    <a:pt x="6635" y="484"/>
                    <a:pt x="6636" y="429"/>
                  </a:cubicBezTo>
                  <a:lnTo>
                    <a:pt x="6675" y="281"/>
                  </a:lnTo>
                  <a:lnTo>
                    <a:pt x="6675" y="95"/>
                  </a:lnTo>
                  <a:cubicBezTo>
                    <a:pt x="6675" y="42"/>
                    <a:pt x="6632" y="0"/>
                    <a:pt x="6581" y="0"/>
                  </a:cubicBezTo>
                  <a:close/>
                </a:path>
              </a:pathLst>
            </a:cu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420" name="Google Shape;2420;g3b3d817690b_0_75"/>
            <p:cNvSpPr/>
            <p:nvPr/>
          </p:nvSpPr>
          <p:spPr>
            <a:xfrm>
              <a:off x="2243753" y="3498935"/>
              <a:ext cx="215703" cy="18085"/>
            </a:xfrm>
            <a:custGeom>
              <a:rect b="b" l="l" r="r" t="t"/>
              <a:pathLst>
                <a:path extrusionOk="0" h="563" w="6715">
                  <a:moveTo>
                    <a:pt x="94" y="1"/>
                  </a:moveTo>
                  <a:cubicBezTo>
                    <a:pt x="43" y="1"/>
                    <a:pt x="0" y="43"/>
                    <a:pt x="0" y="95"/>
                  </a:cubicBezTo>
                  <a:lnTo>
                    <a:pt x="0" y="468"/>
                  </a:lnTo>
                  <a:cubicBezTo>
                    <a:pt x="0" y="519"/>
                    <a:pt x="42" y="563"/>
                    <a:pt x="94" y="563"/>
                  </a:cubicBezTo>
                  <a:lnTo>
                    <a:pt x="6620" y="563"/>
                  </a:lnTo>
                  <a:cubicBezTo>
                    <a:pt x="6671" y="563"/>
                    <a:pt x="6714" y="521"/>
                    <a:pt x="6714" y="468"/>
                  </a:cubicBezTo>
                  <a:lnTo>
                    <a:pt x="6714" y="282"/>
                  </a:lnTo>
                  <a:lnTo>
                    <a:pt x="337" y="282"/>
                  </a:lnTo>
                  <a:cubicBezTo>
                    <a:pt x="307" y="282"/>
                    <a:pt x="281" y="256"/>
                    <a:pt x="281" y="225"/>
                  </a:cubicBezTo>
                  <a:lnTo>
                    <a:pt x="281" y="1"/>
                  </a:lnTo>
                  <a:close/>
                </a:path>
              </a:pathLst>
            </a:custGeom>
            <a:solidFill>
              <a:srgbClr val="000000">
                <a:alpha val="13330"/>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Tree>
  </p:cSld>
  <p:clrMapOvr>
    <a:masterClrMapping/>
  </p:clrMapOvr>
</p:sld>
</file>

<file path=ppt/slides/slide2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0">
  <p:cSld>
    <p:spTree>
      <p:nvGrpSpPr>
        <p:cNvPr id="2424" name="Shape 2424"/>
        <p:cNvGrpSpPr/>
        <p:nvPr/>
      </p:nvGrpSpPr>
      <p:grpSpPr>
        <a:xfrm>
          <a:off x="0" y="0"/>
          <a:ext cx="0" cy="0"/>
          <a:chOff x="0" y="0"/>
          <a:chExt cx="0" cy="0"/>
        </a:xfrm>
      </p:grpSpPr>
      <p:cxnSp>
        <p:nvCxnSpPr>
          <p:cNvPr id="2425" name="Google Shape;2425;p18"/>
          <p:cNvCxnSpPr>
            <a:stCxn id="2426" idx="0"/>
          </p:cNvCxnSpPr>
          <p:nvPr/>
        </p:nvCxnSpPr>
        <p:spPr>
          <a:xfrm rot="-5400000">
            <a:off x="2408850" y="1648325"/>
            <a:ext cx="1035600" cy="2068500"/>
          </a:xfrm>
          <a:prstGeom prst="bentConnector2">
            <a:avLst/>
          </a:prstGeom>
          <a:noFill/>
          <a:ln cap="flat" cmpd="sng" w="9525">
            <a:solidFill>
              <a:schemeClr val="dk2"/>
            </a:solidFill>
            <a:prstDash val="solid"/>
            <a:round/>
            <a:headEnd len="sm" w="sm" type="none"/>
            <a:tailEnd len="sm" w="sm" type="none"/>
          </a:ln>
        </p:spPr>
      </p:cxnSp>
      <p:cxnSp>
        <p:nvCxnSpPr>
          <p:cNvPr id="2427" name="Google Shape;2427;p18"/>
          <p:cNvCxnSpPr>
            <a:stCxn id="2428" idx="0"/>
          </p:cNvCxnSpPr>
          <p:nvPr/>
        </p:nvCxnSpPr>
        <p:spPr>
          <a:xfrm rot="-5400000">
            <a:off x="4327725" y="2583875"/>
            <a:ext cx="864900" cy="368100"/>
          </a:xfrm>
          <a:prstGeom prst="bentConnector3">
            <a:avLst>
              <a:gd fmla="val 31304" name="adj1"/>
            </a:avLst>
          </a:prstGeom>
          <a:noFill/>
          <a:ln cap="flat" cmpd="sng" w="9525">
            <a:solidFill>
              <a:schemeClr val="dk2"/>
            </a:solidFill>
            <a:prstDash val="solid"/>
            <a:round/>
            <a:headEnd len="sm" w="sm" type="none"/>
            <a:tailEnd len="sm" w="sm" type="none"/>
          </a:ln>
        </p:spPr>
      </p:cxnSp>
      <p:cxnSp>
        <p:nvCxnSpPr>
          <p:cNvPr id="2429" name="Google Shape;2429;p18"/>
          <p:cNvCxnSpPr>
            <a:stCxn id="2430" idx="0"/>
          </p:cNvCxnSpPr>
          <p:nvPr/>
        </p:nvCxnSpPr>
        <p:spPr>
          <a:xfrm flipH="1" rot="5400000">
            <a:off x="5536350" y="1476875"/>
            <a:ext cx="1035600" cy="2411400"/>
          </a:xfrm>
          <a:prstGeom prst="bentConnector2">
            <a:avLst/>
          </a:prstGeom>
          <a:noFill/>
          <a:ln cap="flat" cmpd="sng" w="9525">
            <a:solidFill>
              <a:schemeClr val="dk2"/>
            </a:solidFill>
            <a:prstDash val="solid"/>
            <a:round/>
            <a:headEnd len="sm" w="sm" type="none"/>
            <a:tailEnd len="sm" w="sm" type="none"/>
          </a:ln>
        </p:spPr>
      </p:cxnSp>
      <p:sp>
        <p:nvSpPr>
          <p:cNvPr id="2431" name="Google Shape;2431;p18"/>
          <p:cNvSpPr/>
          <p:nvPr/>
        </p:nvSpPr>
        <p:spPr>
          <a:xfrm>
            <a:off x="4008600" y="1578738"/>
            <a:ext cx="1132200" cy="11322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432" name="Google Shape;2432;p18"/>
          <p:cNvSpPr/>
          <p:nvPr/>
        </p:nvSpPr>
        <p:spPr>
          <a:xfrm>
            <a:off x="4180654" y="1748088"/>
            <a:ext cx="793500" cy="7935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433" name="Google Shape;2433;p18"/>
          <p:cNvSpPr/>
          <p:nvPr/>
        </p:nvSpPr>
        <p:spPr>
          <a:xfrm>
            <a:off x="720000" y="3418500"/>
            <a:ext cx="2328300" cy="1185000"/>
          </a:xfrm>
          <a:prstGeom prst="rect">
            <a:avLst/>
          </a:prstGeom>
          <a:solidFill>
            <a:srgbClr val="7C7C7C">
              <a:alpha val="14117"/>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nvGrpSpPr>
          <p:cNvPr id="2434" name="Google Shape;2434;p18"/>
          <p:cNvGrpSpPr/>
          <p:nvPr/>
        </p:nvGrpSpPr>
        <p:grpSpPr>
          <a:xfrm>
            <a:off x="728250" y="3200375"/>
            <a:ext cx="2328300" cy="218100"/>
            <a:chOff x="1290775" y="1427529"/>
            <a:chExt cx="2328300" cy="218100"/>
          </a:xfrm>
        </p:grpSpPr>
        <p:sp>
          <p:nvSpPr>
            <p:cNvPr id="2426" name="Google Shape;2426;p18"/>
            <p:cNvSpPr/>
            <p:nvPr/>
          </p:nvSpPr>
          <p:spPr>
            <a:xfrm>
              <a:off x="1290775" y="1427529"/>
              <a:ext cx="2328300" cy="218100"/>
            </a:xfrm>
            <a:prstGeom prst="rect">
              <a:avLst/>
            </a:prstGeom>
            <a:solidFill>
              <a:srgbClr val="ECE5B4"/>
            </a:solidFill>
            <a:ln cap="flat" cmpd="sng" w="9525">
              <a:solidFill>
                <a:srgbClr val="ECE5B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435" name="Google Shape;2435;p18"/>
            <p:cNvSpPr/>
            <p:nvPr/>
          </p:nvSpPr>
          <p:spPr>
            <a:xfrm>
              <a:off x="1405200" y="1486450"/>
              <a:ext cx="100200" cy="100200"/>
            </a:xfrm>
            <a:prstGeom prst="ellipse">
              <a:avLst/>
            </a:prstGeom>
            <a:solidFill>
              <a:srgbClr val="2F2B1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436" name="Google Shape;2436;p18"/>
            <p:cNvSpPr/>
            <p:nvPr/>
          </p:nvSpPr>
          <p:spPr>
            <a:xfrm>
              <a:off x="1588650" y="1486450"/>
              <a:ext cx="100200" cy="100200"/>
            </a:xfrm>
            <a:prstGeom prst="ellipse">
              <a:avLst/>
            </a:prstGeom>
            <a:solidFill>
              <a:srgbClr val="2F2B1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437" name="Google Shape;2437;p18"/>
            <p:cNvSpPr/>
            <p:nvPr/>
          </p:nvSpPr>
          <p:spPr>
            <a:xfrm>
              <a:off x="1772100" y="1486450"/>
              <a:ext cx="100200" cy="100200"/>
            </a:xfrm>
            <a:prstGeom prst="ellipse">
              <a:avLst/>
            </a:prstGeom>
            <a:solidFill>
              <a:srgbClr val="2F2B1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2438" name="Google Shape;2438;p18"/>
          <p:cNvSpPr/>
          <p:nvPr/>
        </p:nvSpPr>
        <p:spPr>
          <a:xfrm>
            <a:off x="3403725" y="3418500"/>
            <a:ext cx="2328300" cy="1185000"/>
          </a:xfrm>
          <a:prstGeom prst="rect">
            <a:avLst/>
          </a:prstGeom>
          <a:solidFill>
            <a:srgbClr val="7C7C7C">
              <a:alpha val="14117"/>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nvGrpSpPr>
          <p:cNvPr id="2439" name="Google Shape;2439;p18"/>
          <p:cNvGrpSpPr/>
          <p:nvPr/>
        </p:nvGrpSpPr>
        <p:grpSpPr>
          <a:xfrm>
            <a:off x="3411975" y="3200375"/>
            <a:ext cx="2328300" cy="218100"/>
            <a:chOff x="1290775" y="1427529"/>
            <a:chExt cx="2328300" cy="218100"/>
          </a:xfrm>
        </p:grpSpPr>
        <p:sp>
          <p:nvSpPr>
            <p:cNvPr id="2428" name="Google Shape;2428;p18"/>
            <p:cNvSpPr/>
            <p:nvPr/>
          </p:nvSpPr>
          <p:spPr>
            <a:xfrm>
              <a:off x="1290775" y="1427529"/>
              <a:ext cx="2328300" cy="218100"/>
            </a:xfrm>
            <a:prstGeom prst="rect">
              <a:avLst/>
            </a:prstGeom>
            <a:solidFill>
              <a:srgbClr val="ECE5B4"/>
            </a:solidFill>
            <a:ln cap="flat" cmpd="sng" w="9525">
              <a:solidFill>
                <a:srgbClr val="ECE5B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440" name="Google Shape;2440;p18"/>
            <p:cNvSpPr/>
            <p:nvPr/>
          </p:nvSpPr>
          <p:spPr>
            <a:xfrm>
              <a:off x="1405200" y="1486450"/>
              <a:ext cx="100200" cy="100200"/>
            </a:xfrm>
            <a:prstGeom prst="ellipse">
              <a:avLst/>
            </a:prstGeom>
            <a:solidFill>
              <a:srgbClr val="2F2B1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441" name="Google Shape;2441;p18"/>
            <p:cNvSpPr/>
            <p:nvPr/>
          </p:nvSpPr>
          <p:spPr>
            <a:xfrm>
              <a:off x="1588650" y="1486450"/>
              <a:ext cx="100200" cy="100200"/>
            </a:xfrm>
            <a:prstGeom prst="ellipse">
              <a:avLst/>
            </a:prstGeom>
            <a:solidFill>
              <a:srgbClr val="2F2B1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442" name="Google Shape;2442;p18"/>
            <p:cNvSpPr/>
            <p:nvPr/>
          </p:nvSpPr>
          <p:spPr>
            <a:xfrm>
              <a:off x="1772100" y="1486450"/>
              <a:ext cx="100200" cy="100200"/>
            </a:xfrm>
            <a:prstGeom prst="ellipse">
              <a:avLst/>
            </a:prstGeom>
            <a:solidFill>
              <a:srgbClr val="2F2B1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2443" name="Google Shape;2443;p18"/>
          <p:cNvSpPr/>
          <p:nvPr/>
        </p:nvSpPr>
        <p:spPr>
          <a:xfrm>
            <a:off x="6087450" y="3418500"/>
            <a:ext cx="2328300" cy="1185000"/>
          </a:xfrm>
          <a:prstGeom prst="rect">
            <a:avLst/>
          </a:prstGeom>
          <a:solidFill>
            <a:srgbClr val="7C7C7C">
              <a:alpha val="14117"/>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nvGrpSpPr>
          <p:cNvPr id="2444" name="Google Shape;2444;p18"/>
          <p:cNvGrpSpPr/>
          <p:nvPr/>
        </p:nvGrpSpPr>
        <p:grpSpPr>
          <a:xfrm>
            <a:off x="6095700" y="3200375"/>
            <a:ext cx="2328300" cy="218100"/>
            <a:chOff x="1290775" y="1427529"/>
            <a:chExt cx="2328300" cy="218100"/>
          </a:xfrm>
        </p:grpSpPr>
        <p:sp>
          <p:nvSpPr>
            <p:cNvPr id="2430" name="Google Shape;2430;p18"/>
            <p:cNvSpPr/>
            <p:nvPr/>
          </p:nvSpPr>
          <p:spPr>
            <a:xfrm>
              <a:off x="1290775" y="1427529"/>
              <a:ext cx="2328300" cy="218100"/>
            </a:xfrm>
            <a:prstGeom prst="rect">
              <a:avLst/>
            </a:prstGeom>
            <a:solidFill>
              <a:srgbClr val="ECE5B4"/>
            </a:solidFill>
            <a:ln cap="flat" cmpd="sng" w="9525">
              <a:solidFill>
                <a:srgbClr val="ECE5B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445" name="Google Shape;2445;p18"/>
            <p:cNvSpPr/>
            <p:nvPr/>
          </p:nvSpPr>
          <p:spPr>
            <a:xfrm>
              <a:off x="1405200" y="1486450"/>
              <a:ext cx="100200" cy="100200"/>
            </a:xfrm>
            <a:prstGeom prst="ellipse">
              <a:avLst/>
            </a:prstGeom>
            <a:solidFill>
              <a:srgbClr val="2F2B1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446" name="Google Shape;2446;p18"/>
            <p:cNvSpPr/>
            <p:nvPr/>
          </p:nvSpPr>
          <p:spPr>
            <a:xfrm>
              <a:off x="1588650" y="1486450"/>
              <a:ext cx="100200" cy="100200"/>
            </a:xfrm>
            <a:prstGeom prst="ellipse">
              <a:avLst/>
            </a:prstGeom>
            <a:solidFill>
              <a:srgbClr val="2F2B1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447" name="Google Shape;2447;p18"/>
            <p:cNvSpPr/>
            <p:nvPr/>
          </p:nvSpPr>
          <p:spPr>
            <a:xfrm>
              <a:off x="1772100" y="1486450"/>
              <a:ext cx="100200" cy="100200"/>
            </a:xfrm>
            <a:prstGeom prst="ellipse">
              <a:avLst/>
            </a:prstGeom>
            <a:solidFill>
              <a:srgbClr val="2F2B1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2448" name="Google Shape;2448;p18"/>
          <p:cNvSpPr txBox="1"/>
          <p:nvPr>
            <p:ph idx="1" type="subTitle"/>
          </p:nvPr>
        </p:nvSpPr>
        <p:spPr>
          <a:xfrm>
            <a:off x="720000" y="3946209"/>
            <a:ext cx="2336400" cy="657300"/>
          </a:xfrm>
          <a:prstGeom prst="rect">
            <a:avLst/>
          </a:prstGeom>
          <a:noFill/>
          <a:ln cap="flat" cmpd="sng" w="9525">
            <a:solidFill>
              <a:schemeClr val="dk2"/>
            </a:solidFill>
            <a:prstDash val="solid"/>
            <a:round/>
            <a:headEnd len="sm" w="sm" type="none"/>
            <a:tailEnd len="sm" w="sm" type="none"/>
          </a:ln>
        </p:spPr>
        <p:txBody>
          <a:bodyPr anchorCtr="0" anchor="t" bIns="91425" lIns="91425" spcFirstLastPara="1" rIns="91425" wrap="square" tIns="91425">
            <a:noAutofit/>
          </a:bodyPr>
          <a:lstStyle/>
          <a:p>
            <a:pPr indent="0" lvl="0" marL="0" rtl="0" algn="ctr">
              <a:lnSpc>
                <a:spcPct val="100000"/>
              </a:lnSpc>
              <a:spcBef>
                <a:spcPts val="0"/>
              </a:spcBef>
              <a:spcAft>
                <a:spcPts val="1600"/>
              </a:spcAft>
              <a:buSzPts val="1400"/>
              <a:buNone/>
            </a:pPr>
            <a:r>
              <a:rPr b="1" lang="en">
                <a:highlight>
                  <a:schemeClr val="lt2"/>
                </a:highlight>
              </a:rPr>
              <a:t>Neptune</a:t>
            </a:r>
            <a:r>
              <a:rPr b="1" lang="en"/>
              <a:t> </a:t>
            </a:r>
            <a:r>
              <a:rPr lang="en"/>
              <a:t>is the farthest planet from the Sun</a:t>
            </a:r>
            <a:endParaRPr/>
          </a:p>
        </p:txBody>
      </p:sp>
      <p:sp>
        <p:nvSpPr>
          <p:cNvPr id="2449" name="Google Shape;2449;p18"/>
          <p:cNvSpPr txBox="1"/>
          <p:nvPr>
            <p:ph idx="2" type="subTitle"/>
          </p:nvPr>
        </p:nvSpPr>
        <p:spPr>
          <a:xfrm>
            <a:off x="3403825" y="3946209"/>
            <a:ext cx="2336400" cy="657300"/>
          </a:xfrm>
          <a:prstGeom prst="rect">
            <a:avLst/>
          </a:prstGeom>
          <a:noFill/>
          <a:ln cap="flat" cmpd="sng" w="9525">
            <a:solidFill>
              <a:schemeClr val="dk2"/>
            </a:solidFill>
            <a:prstDash val="solid"/>
            <a:round/>
            <a:headEnd len="sm" w="sm" type="none"/>
            <a:tailEnd len="sm" w="sm" type="none"/>
          </a:ln>
        </p:spPr>
        <p:txBody>
          <a:bodyPr anchorCtr="0" anchor="t" bIns="91425" lIns="91425" spcFirstLastPara="1" rIns="91425" wrap="square" tIns="91425">
            <a:noAutofit/>
          </a:bodyPr>
          <a:lstStyle/>
          <a:p>
            <a:pPr indent="0" lvl="0" marL="0" rtl="0" algn="ctr">
              <a:lnSpc>
                <a:spcPct val="100000"/>
              </a:lnSpc>
              <a:spcBef>
                <a:spcPts val="0"/>
              </a:spcBef>
              <a:spcAft>
                <a:spcPts val="1600"/>
              </a:spcAft>
              <a:buClr>
                <a:schemeClr val="dk1"/>
              </a:buClr>
              <a:buSzPts val="1100"/>
              <a:buFont typeface="Arial"/>
              <a:buNone/>
            </a:pPr>
            <a:r>
              <a:rPr b="1" lang="en">
                <a:highlight>
                  <a:schemeClr val="accent3"/>
                </a:highlight>
              </a:rPr>
              <a:t>Jupiter</a:t>
            </a:r>
            <a:r>
              <a:rPr b="1" lang="en"/>
              <a:t> </a:t>
            </a:r>
            <a:r>
              <a:rPr lang="en"/>
              <a:t>is the biggest planet of them all</a:t>
            </a:r>
            <a:endParaRPr/>
          </a:p>
        </p:txBody>
      </p:sp>
      <p:sp>
        <p:nvSpPr>
          <p:cNvPr id="2450" name="Google Shape;2450;p18"/>
          <p:cNvSpPr txBox="1"/>
          <p:nvPr>
            <p:ph idx="3" type="subTitle"/>
          </p:nvPr>
        </p:nvSpPr>
        <p:spPr>
          <a:xfrm>
            <a:off x="6087650" y="3946209"/>
            <a:ext cx="2336400" cy="657300"/>
          </a:xfrm>
          <a:prstGeom prst="rect">
            <a:avLst/>
          </a:prstGeom>
          <a:noFill/>
          <a:ln cap="flat" cmpd="sng" w="9525">
            <a:solidFill>
              <a:schemeClr val="dk2"/>
            </a:solidFill>
            <a:prstDash val="solid"/>
            <a:round/>
            <a:headEnd len="sm" w="sm" type="none"/>
            <a:tailEnd len="sm" w="sm" type="none"/>
          </a:ln>
        </p:spPr>
        <p:txBody>
          <a:bodyPr anchorCtr="0" anchor="t" bIns="91425" lIns="91425" spcFirstLastPara="1" rIns="91425" wrap="square" tIns="91425">
            <a:noAutofit/>
          </a:bodyPr>
          <a:lstStyle/>
          <a:p>
            <a:pPr indent="0" lvl="0" marL="0" rtl="0" algn="ctr">
              <a:lnSpc>
                <a:spcPct val="100000"/>
              </a:lnSpc>
              <a:spcBef>
                <a:spcPts val="0"/>
              </a:spcBef>
              <a:spcAft>
                <a:spcPts val="1600"/>
              </a:spcAft>
              <a:buSzPts val="1400"/>
              <a:buNone/>
            </a:pPr>
            <a:r>
              <a:rPr b="1" lang="en">
                <a:solidFill>
                  <a:schemeClr val="accent6"/>
                </a:solidFill>
                <a:highlight>
                  <a:schemeClr val="dk2"/>
                </a:highlight>
              </a:rPr>
              <a:t>Saturn</a:t>
            </a:r>
            <a:r>
              <a:rPr b="1" lang="en"/>
              <a:t> </a:t>
            </a:r>
            <a:r>
              <a:rPr lang="en"/>
              <a:t>is a gas giant and has several rings</a:t>
            </a:r>
            <a:endParaRPr/>
          </a:p>
        </p:txBody>
      </p:sp>
      <p:sp>
        <p:nvSpPr>
          <p:cNvPr id="2451" name="Google Shape;2451;p18"/>
          <p:cNvSpPr txBox="1"/>
          <p:nvPr>
            <p:ph type="title"/>
          </p:nvPr>
        </p:nvSpPr>
        <p:spPr>
          <a:xfrm>
            <a:off x="720000" y="3418500"/>
            <a:ext cx="2336400" cy="5277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lnSpc>
                <a:spcPct val="100000"/>
              </a:lnSpc>
              <a:spcBef>
                <a:spcPts val="0"/>
              </a:spcBef>
              <a:spcAft>
                <a:spcPts val="0"/>
              </a:spcAft>
              <a:buSzPts val="3000"/>
              <a:buNone/>
            </a:pPr>
            <a:r>
              <a:rPr lang="en"/>
              <a:t>80%</a:t>
            </a:r>
            <a:endParaRPr/>
          </a:p>
        </p:txBody>
      </p:sp>
      <p:sp>
        <p:nvSpPr>
          <p:cNvPr id="2452" name="Google Shape;2452;p18"/>
          <p:cNvSpPr txBox="1"/>
          <p:nvPr>
            <p:ph idx="4" type="title"/>
          </p:nvPr>
        </p:nvSpPr>
        <p:spPr>
          <a:xfrm>
            <a:off x="3403800" y="3418500"/>
            <a:ext cx="2336400" cy="5277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lnSpc>
                <a:spcPct val="100000"/>
              </a:lnSpc>
              <a:spcBef>
                <a:spcPts val="0"/>
              </a:spcBef>
              <a:spcAft>
                <a:spcPts val="0"/>
              </a:spcAft>
              <a:buSzPts val="3000"/>
              <a:buNone/>
            </a:pPr>
            <a:r>
              <a:rPr lang="en"/>
              <a:t>43%</a:t>
            </a:r>
            <a:endParaRPr/>
          </a:p>
        </p:txBody>
      </p:sp>
      <p:sp>
        <p:nvSpPr>
          <p:cNvPr id="2453" name="Google Shape;2453;p18"/>
          <p:cNvSpPr txBox="1"/>
          <p:nvPr>
            <p:ph idx="5" type="title"/>
          </p:nvPr>
        </p:nvSpPr>
        <p:spPr>
          <a:xfrm>
            <a:off x="6087600" y="3418500"/>
            <a:ext cx="2336400" cy="5277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lnSpc>
                <a:spcPct val="100000"/>
              </a:lnSpc>
              <a:spcBef>
                <a:spcPts val="0"/>
              </a:spcBef>
              <a:spcAft>
                <a:spcPts val="0"/>
              </a:spcAft>
              <a:buSzPts val="3000"/>
              <a:buNone/>
            </a:pPr>
            <a:r>
              <a:rPr lang="en"/>
              <a:t>70%</a:t>
            </a:r>
            <a:endParaRPr/>
          </a:p>
        </p:txBody>
      </p:sp>
      <p:sp>
        <p:nvSpPr>
          <p:cNvPr id="2454" name="Google Shape;2454;p18"/>
          <p:cNvSpPr txBox="1"/>
          <p:nvPr>
            <p:ph idx="6" type="title"/>
          </p:nvPr>
        </p:nvSpPr>
        <p:spPr>
          <a:xfrm>
            <a:off x="720000" y="540000"/>
            <a:ext cx="7704000" cy="564300"/>
          </a:xfrm>
          <a:prstGeom prst="rect">
            <a:avLst/>
          </a:prstGeom>
          <a:noFill/>
          <a:ln>
            <a:noFill/>
          </a:ln>
        </p:spPr>
        <p:txBody>
          <a:bodyPr anchorCtr="0" anchor="ctr" bIns="91425" lIns="91425" spcFirstLastPara="1" rIns="91425" wrap="square" tIns="91425">
            <a:noAutofit/>
          </a:bodyPr>
          <a:lstStyle/>
          <a:p>
            <a:pPr indent="0" lvl="0" marL="0" rtl="0" algn="l">
              <a:lnSpc>
                <a:spcPct val="100000"/>
              </a:lnSpc>
              <a:spcBef>
                <a:spcPts val="0"/>
              </a:spcBef>
              <a:spcAft>
                <a:spcPts val="0"/>
              </a:spcAft>
              <a:buSzPts val="2800"/>
              <a:buNone/>
            </a:pPr>
            <a:r>
              <a:rPr lang="en">
                <a:solidFill>
                  <a:schemeClr val="lt2"/>
                </a:solidFill>
              </a:rPr>
              <a:t>Admission</a:t>
            </a:r>
            <a:r>
              <a:rPr lang="en"/>
              <a:t> rate</a:t>
            </a:r>
            <a:endParaRPr/>
          </a:p>
        </p:txBody>
      </p:sp>
      <p:sp>
        <p:nvSpPr>
          <p:cNvPr id="2455" name="Google Shape;2455;p18"/>
          <p:cNvSpPr/>
          <p:nvPr/>
        </p:nvSpPr>
        <p:spPr>
          <a:xfrm>
            <a:off x="4341754" y="1909175"/>
            <a:ext cx="471300" cy="4713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456" name="Google Shape;2456;p18"/>
          <p:cNvSpPr/>
          <p:nvPr/>
        </p:nvSpPr>
        <p:spPr>
          <a:xfrm>
            <a:off x="4001100" y="1578738"/>
            <a:ext cx="1147200" cy="1147200"/>
          </a:xfrm>
          <a:prstGeom prst="arc">
            <a:avLst>
              <a:gd fmla="val 16200000" name="adj1"/>
              <a:gd fmla="val 12842389" name="adj2"/>
            </a:avLst>
          </a:prstGeom>
          <a:noFill/>
          <a:ln cap="flat" cmpd="sng" w="76200">
            <a:solidFill>
              <a:schemeClr val="lt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457" name="Google Shape;2457;p18"/>
          <p:cNvSpPr/>
          <p:nvPr/>
        </p:nvSpPr>
        <p:spPr>
          <a:xfrm>
            <a:off x="4170450" y="1740588"/>
            <a:ext cx="808500" cy="808500"/>
          </a:xfrm>
          <a:prstGeom prst="arc">
            <a:avLst>
              <a:gd fmla="val 16200000" name="adj1"/>
              <a:gd fmla="val 3231223" name="adj2"/>
            </a:avLst>
          </a:prstGeom>
          <a:noFill/>
          <a:ln cap="flat" cmpd="sng" w="76200">
            <a:solidFill>
              <a:schemeClr val="accent3"/>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458" name="Google Shape;2458;p18"/>
          <p:cNvSpPr/>
          <p:nvPr/>
        </p:nvSpPr>
        <p:spPr>
          <a:xfrm>
            <a:off x="4341752" y="1909188"/>
            <a:ext cx="471300" cy="471300"/>
          </a:xfrm>
          <a:prstGeom prst="arc">
            <a:avLst>
              <a:gd fmla="val 16200000" name="adj1"/>
              <a:gd fmla="val 9612111" name="adj2"/>
            </a:avLst>
          </a:prstGeom>
          <a:noFill/>
          <a:ln cap="flat" cmpd="sng" w="7620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Tree>
  </p:cSld>
  <p:clrMapOvr>
    <a:masterClrMapping/>
  </p:clrMapOvr>
</p:sld>
</file>

<file path=ppt/slides/slide3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0">
  <p:cSld>
    <p:spTree>
      <p:nvGrpSpPr>
        <p:cNvPr id="2462" name="Shape 2462"/>
        <p:cNvGrpSpPr/>
        <p:nvPr/>
      </p:nvGrpSpPr>
      <p:grpSpPr>
        <a:xfrm>
          <a:off x="0" y="0"/>
          <a:ext cx="0" cy="0"/>
          <a:chOff x="0" y="0"/>
          <a:chExt cx="0" cy="0"/>
        </a:xfrm>
      </p:grpSpPr>
      <p:sp>
        <p:nvSpPr>
          <p:cNvPr id="2463" name="Google Shape;2463;g3b3d817690b_0_383"/>
          <p:cNvSpPr txBox="1"/>
          <p:nvPr>
            <p:ph idx="1" type="subTitle"/>
          </p:nvPr>
        </p:nvSpPr>
        <p:spPr>
          <a:xfrm>
            <a:off x="720000" y="3946209"/>
            <a:ext cx="2336400" cy="657300"/>
          </a:xfrm>
          <a:prstGeom prst="rect">
            <a:avLst/>
          </a:prstGeom>
        </p:spPr>
        <p:txBody>
          <a:bodyPr anchorCtr="0" anchor="t" bIns="91425" lIns="91425" spcFirstLastPara="1" rIns="91425" wrap="square" tIns="91425">
            <a:noAutofit/>
          </a:bodyPr>
          <a:lstStyle/>
          <a:p>
            <a:pPr indent="0" lvl="0" marL="0" rtl="0" algn="ctr">
              <a:spcBef>
                <a:spcPts val="0"/>
              </a:spcBef>
              <a:spcAft>
                <a:spcPts val="0"/>
              </a:spcAft>
              <a:buNone/>
            </a:pPr>
            <a:r>
              <a:t/>
            </a:r>
            <a:endParaRPr/>
          </a:p>
        </p:txBody>
      </p:sp>
      <p:sp>
        <p:nvSpPr>
          <p:cNvPr id="2464" name="Google Shape;2464;g3b3d817690b_0_383"/>
          <p:cNvSpPr txBox="1"/>
          <p:nvPr>
            <p:ph idx="2" type="subTitle"/>
          </p:nvPr>
        </p:nvSpPr>
        <p:spPr>
          <a:xfrm>
            <a:off x="3403825" y="3946209"/>
            <a:ext cx="2336400" cy="657300"/>
          </a:xfrm>
          <a:prstGeom prst="rect">
            <a:avLst/>
          </a:prstGeom>
        </p:spPr>
        <p:txBody>
          <a:bodyPr anchorCtr="0" anchor="t" bIns="91425" lIns="91425" spcFirstLastPara="1" rIns="91425" wrap="square" tIns="91425">
            <a:noAutofit/>
          </a:bodyPr>
          <a:lstStyle/>
          <a:p>
            <a:pPr indent="0" lvl="0" marL="0" rtl="0" algn="ctr">
              <a:spcBef>
                <a:spcPts val="0"/>
              </a:spcBef>
              <a:spcAft>
                <a:spcPts val="0"/>
              </a:spcAft>
              <a:buNone/>
            </a:pPr>
            <a:r>
              <a:t/>
            </a:r>
            <a:endParaRPr/>
          </a:p>
        </p:txBody>
      </p:sp>
      <p:sp>
        <p:nvSpPr>
          <p:cNvPr id="2465" name="Google Shape;2465;g3b3d817690b_0_383"/>
          <p:cNvSpPr txBox="1"/>
          <p:nvPr>
            <p:ph idx="3" type="subTitle"/>
          </p:nvPr>
        </p:nvSpPr>
        <p:spPr>
          <a:xfrm>
            <a:off x="6087650" y="3946209"/>
            <a:ext cx="2336400" cy="657300"/>
          </a:xfrm>
          <a:prstGeom prst="rect">
            <a:avLst/>
          </a:prstGeom>
        </p:spPr>
        <p:txBody>
          <a:bodyPr anchorCtr="0" anchor="t" bIns="91425" lIns="91425" spcFirstLastPara="1" rIns="91425" wrap="square" tIns="91425">
            <a:noAutofit/>
          </a:bodyPr>
          <a:lstStyle/>
          <a:p>
            <a:pPr indent="0" lvl="0" marL="0" rtl="0" algn="ctr">
              <a:spcBef>
                <a:spcPts val="0"/>
              </a:spcBef>
              <a:spcAft>
                <a:spcPts val="0"/>
              </a:spcAft>
              <a:buNone/>
            </a:pPr>
            <a:r>
              <a:t/>
            </a:r>
            <a:endParaRPr/>
          </a:p>
        </p:txBody>
      </p:sp>
      <p:sp>
        <p:nvSpPr>
          <p:cNvPr id="2466" name="Google Shape;2466;g3b3d817690b_0_383"/>
          <p:cNvSpPr txBox="1"/>
          <p:nvPr>
            <p:ph type="title"/>
          </p:nvPr>
        </p:nvSpPr>
        <p:spPr>
          <a:xfrm>
            <a:off x="720000" y="3418500"/>
            <a:ext cx="2336400" cy="527700"/>
          </a:xfrm>
          <a:prstGeom prst="rect">
            <a:avLst/>
          </a:prstGeom>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2467" name="Google Shape;2467;g3b3d817690b_0_383"/>
          <p:cNvSpPr txBox="1"/>
          <p:nvPr>
            <p:ph idx="4" type="title"/>
          </p:nvPr>
        </p:nvSpPr>
        <p:spPr>
          <a:xfrm>
            <a:off x="3403800" y="3418500"/>
            <a:ext cx="2336400" cy="527700"/>
          </a:xfrm>
          <a:prstGeom prst="rect">
            <a:avLst/>
          </a:prstGeom>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2468" name="Google Shape;2468;g3b3d817690b_0_383"/>
          <p:cNvSpPr txBox="1"/>
          <p:nvPr>
            <p:ph idx="5" type="title"/>
          </p:nvPr>
        </p:nvSpPr>
        <p:spPr>
          <a:xfrm>
            <a:off x="6087600" y="3418500"/>
            <a:ext cx="2336400" cy="527700"/>
          </a:xfrm>
          <a:prstGeom prst="rect">
            <a:avLst/>
          </a:prstGeom>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2469" name="Google Shape;2469;g3b3d817690b_0_383"/>
          <p:cNvSpPr txBox="1"/>
          <p:nvPr>
            <p:ph idx="6" type="title"/>
          </p:nvPr>
        </p:nvSpPr>
        <p:spPr>
          <a:xfrm>
            <a:off x="720000" y="540000"/>
            <a:ext cx="7704000" cy="564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
</file>

<file path=ppt/slides/slide3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0">
  <p:cSld>
    <p:spTree>
      <p:nvGrpSpPr>
        <p:cNvPr id="2473" name="Shape 2473"/>
        <p:cNvGrpSpPr/>
        <p:nvPr/>
      </p:nvGrpSpPr>
      <p:grpSpPr>
        <a:xfrm>
          <a:off x="0" y="0"/>
          <a:ext cx="0" cy="0"/>
          <a:chOff x="0" y="0"/>
          <a:chExt cx="0" cy="0"/>
        </a:xfrm>
      </p:grpSpPr>
      <p:sp>
        <p:nvSpPr>
          <p:cNvPr id="2474" name="Google Shape;2474;p20"/>
          <p:cNvSpPr txBox="1"/>
          <p:nvPr>
            <p:ph type="title"/>
          </p:nvPr>
        </p:nvSpPr>
        <p:spPr>
          <a:xfrm>
            <a:off x="720000" y="540000"/>
            <a:ext cx="7704000" cy="564300"/>
          </a:xfrm>
          <a:prstGeom prst="rect">
            <a:avLst/>
          </a:prstGeom>
          <a:noFill/>
          <a:ln>
            <a:noFill/>
          </a:ln>
        </p:spPr>
        <p:txBody>
          <a:bodyPr anchorCtr="0" anchor="ctr" bIns="91425" lIns="91425" spcFirstLastPara="1" rIns="91425" wrap="square" tIns="91425">
            <a:noAutofit/>
          </a:bodyPr>
          <a:lstStyle/>
          <a:p>
            <a:pPr indent="0" lvl="0" marL="0" rtl="0" algn="l">
              <a:lnSpc>
                <a:spcPct val="100000"/>
              </a:lnSpc>
              <a:spcBef>
                <a:spcPts val="0"/>
              </a:spcBef>
              <a:spcAft>
                <a:spcPts val="0"/>
              </a:spcAft>
              <a:buSzPts val="2800"/>
              <a:buNone/>
            </a:pPr>
            <a:r>
              <a:rPr lang="en">
                <a:solidFill>
                  <a:schemeClr val="lt2"/>
                </a:solidFill>
              </a:rPr>
              <a:t>Preparing</a:t>
            </a:r>
            <a:r>
              <a:rPr lang="en"/>
              <a:t> for your degree</a:t>
            </a:r>
            <a:endParaRPr/>
          </a:p>
        </p:txBody>
      </p:sp>
      <p:sp>
        <p:nvSpPr>
          <p:cNvPr id="2475" name="Google Shape;2475;p20"/>
          <p:cNvSpPr/>
          <p:nvPr/>
        </p:nvSpPr>
        <p:spPr>
          <a:xfrm>
            <a:off x="720000" y="1620386"/>
            <a:ext cx="1833900" cy="1150200"/>
          </a:xfrm>
          <a:prstGeom prst="rect">
            <a:avLst/>
          </a:prstGeom>
          <a:solidFill>
            <a:srgbClr val="7C7C7C">
              <a:alpha val="14117"/>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nvGrpSpPr>
          <p:cNvPr id="2476" name="Google Shape;2476;p20"/>
          <p:cNvGrpSpPr/>
          <p:nvPr/>
        </p:nvGrpSpPr>
        <p:grpSpPr>
          <a:xfrm>
            <a:off x="728250" y="1402237"/>
            <a:ext cx="1821000" cy="218100"/>
            <a:chOff x="1290775" y="1427529"/>
            <a:chExt cx="1821000" cy="218100"/>
          </a:xfrm>
        </p:grpSpPr>
        <p:sp>
          <p:nvSpPr>
            <p:cNvPr id="2477" name="Google Shape;2477;p20"/>
            <p:cNvSpPr/>
            <p:nvPr/>
          </p:nvSpPr>
          <p:spPr>
            <a:xfrm>
              <a:off x="1290775" y="1427529"/>
              <a:ext cx="1821000" cy="218100"/>
            </a:xfrm>
            <a:prstGeom prst="rect">
              <a:avLst/>
            </a:prstGeom>
            <a:solidFill>
              <a:srgbClr val="ECE5B4"/>
            </a:solidFill>
            <a:ln cap="flat" cmpd="sng" w="9525">
              <a:solidFill>
                <a:srgbClr val="ECE5B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478" name="Google Shape;2478;p20"/>
            <p:cNvSpPr/>
            <p:nvPr/>
          </p:nvSpPr>
          <p:spPr>
            <a:xfrm>
              <a:off x="1405200" y="1486450"/>
              <a:ext cx="100200" cy="100200"/>
            </a:xfrm>
            <a:prstGeom prst="ellipse">
              <a:avLst/>
            </a:prstGeom>
            <a:solidFill>
              <a:srgbClr val="2F2B1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479" name="Google Shape;2479;p20"/>
            <p:cNvSpPr/>
            <p:nvPr/>
          </p:nvSpPr>
          <p:spPr>
            <a:xfrm>
              <a:off x="1588650" y="1486450"/>
              <a:ext cx="100200" cy="100200"/>
            </a:xfrm>
            <a:prstGeom prst="ellipse">
              <a:avLst/>
            </a:prstGeom>
            <a:solidFill>
              <a:srgbClr val="2F2B1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480" name="Google Shape;2480;p20"/>
            <p:cNvSpPr/>
            <p:nvPr/>
          </p:nvSpPr>
          <p:spPr>
            <a:xfrm>
              <a:off x="1772100" y="1486450"/>
              <a:ext cx="100200" cy="100200"/>
            </a:xfrm>
            <a:prstGeom prst="ellipse">
              <a:avLst/>
            </a:prstGeom>
            <a:solidFill>
              <a:srgbClr val="2F2B1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2481" name="Google Shape;2481;p20"/>
          <p:cNvSpPr txBox="1"/>
          <p:nvPr/>
        </p:nvSpPr>
        <p:spPr>
          <a:xfrm>
            <a:off x="726430" y="1620362"/>
            <a:ext cx="1821000" cy="527700"/>
          </a:xfrm>
          <a:prstGeom prst="rect">
            <a:avLst/>
          </a:prstGeom>
          <a:noFill/>
          <a:ln cap="flat" cmpd="sng" w="9525">
            <a:solidFill>
              <a:srgbClr val="ECE5B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600"/>
              <a:buFont typeface="Arial"/>
              <a:buNone/>
            </a:pPr>
            <a:r>
              <a:rPr b="0" i="0" lang="en" sz="1600" u="none" cap="none" strike="noStrike">
                <a:solidFill>
                  <a:schemeClr val="lt2"/>
                </a:solidFill>
                <a:latin typeface="Zen Dots"/>
                <a:ea typeface="Zen Dots"/>
                <a:cs typeface="Zen Dots"/>
                <a:sym typeface="Zen Dots"/>
              </a:rPr>
              <a:t>Step #01</a:t>
            </a:r>
            <a:endParaRPr b="0" i="0" sz="1600" u="none" cap="none" strike="noStrike">
              <a:solidFill>
                <a:srgbClr val="F673A9"/>
              </a:solidFill>
              <a:latin typeface="Zen Dots"/>
              <a:ea typeface="Zen Dots"/>
              <a:cs typeface="Zen Dots"/>
              <a:sym typeface="Zen Dots"/>
            </a:endParaRPr>
          </a:p>
        </p:txBody>
      </p:sp>
      <p:sp>
        <p:nvSpPr>
          <p:cNvPr id="2482" name="Google Shape;2482;p20"/>
          <p:cNvSpPr txBox="1"/>
          <p:nvPr/>
        </p:nvSpPr>
        <p:spPr>
          <a:xfrm>
            <a:off x="726425" y="2148086"/>
            <a:ext cx="1821000" cy="622500"/>
          </a:xfrm>
          <a:prstGeom prst="rect">
            <a:avLst/>
          </a:prstGeom>
          <a:noFill/>
          <a:ln cap="flat" cmpd="sng" w="9525">
            <a:solidFill>
              <a:srgbClr val="ECE5B4"/>
            </a:solidFill>
            <a:prstDash val="solid"/>
            <a:round/>
            <a:headEnd len="sm" w="sm" type="none"/>
            <a:tailEnd len="sm" w="sm" type="none"/>
          </a:ln>
        </p:spPr>
        <p:txBody>
          <a:bodyPr anchorCtr="0" anchor="t" bIns="91425" lIns="91425" spcFirstLastPara="1" rIns="91425" wrap="square" tIns="91425">
            <a:noAutofit/>
          </a:bodyPr>
          <a:lstStyle/>
          <a:p>
            <a:pPr indent="0" lvl="0" marL="0" marR="0" rtl="0" algn="ctr">
              <a:lnSpc>
                <a:spcPct val="100000"/>
              </a:lnSpc>
              <a:spcBef>
                <a:spcPts val="0"/>
              </a:spcBef>
              <a:spcAft>
                <a:spcPts val="1600"/>
              </a:spcAft>
              <a:buClr>
                <a:srgbClr val="000000"/>
              </a:buClr>
              <a:buSzPts val="1400"/>
              <a:buFont typeface="Arial"/>
              <a:buNone/>
            </a:pPr>
            <a:r>
              <a:rPr b="1" i="0" lang="en" sz="1400" u="none" cap="none" strike="noStrike">
                <a:solidFill>
                  <a:schemeClr val="accent6"/>
                </a:solidFill>
                <a:highlight>
                  <a:schemeClr val="accent1"/>
                </a:highlight>
                <a:latin typeface="Anaheim"/>
                <a:ea typeface="Anaheim"/>
                <a:cs typeface="Anaheim"/>
                <a:sym typeface="Anaheim"/>
              </a:rPr>
              <a:t>Jupiter</a:t>
            </a:r>
            <a:r>
              <a:rPr b="1" i="0" lang="en" sz="1400" u="none" cap="none" strike="noStrike">
                <a:solidFill>
                  <a:srgbClr val="FFFFFF"/>
                </a:solidFill>
                <a:latin typeface="Anaheim"/>
                <a:ea typeface="Anaheim"/>
                <a:cs typeface="Anaheim"/>
                <a:sym typeface="Anaheim"/>
              </a:rPr>
              <a:t> </a:t>
            </a:r>
            <a:r>
              <a:rPr b="0" i="0" lang="en" sz="1400" u="none" cap="none" strike="noStrike">
                <a:solidFill>
                  <a:srgbClr val="FFFFFF"/>
                </a:solidFill>
                <a:latin typeface="Anaheim"/>
                <a:ea typeface="Anaheim"/>
                <a:cs typeface="Anaheim"/>
                <a:sym typeface="Anaheim"/>
              </a:rPr>
              <a:t>is the biggest planet of all</a:t>
            </a:r>
            <a:endParaRPr b="0" i="0" sz="1400" u="none" cap="none" strike="noStrike">
              <a:solidFill>
                <a:srgbClr val="FFFFFF"/>
              </a:solidFill>
              <a:latin typeface="Anaheim"/>
              <a:ea typeface="Anaheim"/>
              <a:cs typeface="Anaheim"/>
              <a:sym typeface="Anaheim"/>
            </a:endParaRPr>
          </a:p>
        </p:txBody>
      </p:sp>
      <p:grpSp>
        <p:nvGrpSpPr>
          <p:cNvPr id="2483" name="Google Shape;2483;p20"/>
          <p:cNvGrpSpPr/>
          <p:nvPr/>
        </p:nvGrpSpPr>
        <p:grpSpPr>
          <a:xfrm>
            <a:off x="4047775" y="2444814"/>
            <a:ext cx="1048785" cy="1223884"/>
            <a:chOff x="4876875" y="1427500"/>
            <a:chExt cx="1130400" cy="1319125"/>
          </a:xfrm>
        </p:grpSpPr>
        <p:sp>
          <p:nvSpPr>
            <p:cNvPr id="2484" name="Google Shape;2484;p20"/>
            <p:cNvSpPr/>
            <p:nvPr/>
          </p:nvSpPr>
          <p:spPr>
            <a:xfrm>
              <a:off x="4876875" y="1645625"/>
              <a:ext cx="1130400" cy="11010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485" name="Google Shape;2485;p20"/>
            <p:cNvSpPr/>
            <p:nvPr/>
          </p:nvSpPr>
          <p:spPr>
            <a:xfrm>
              <a:off x="4876875" y="1427500"/>
              <a:ext cx="1130400" cy="2181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cxnSp>
        <p:nvCxnSpPr>
          <p:cNvPr id="2486" name="Google Shape;2486;p20"/>
          <p:cNvCxnSpPr>
            <a:stCxn id="2487" idx="3"/>
            <a:endCxn id="2484" idx="1"/>
          </p:cNvCxnSpPr>
          <p:nvPr/>
        </p:nvCxnSpPr>
        <p:spPr>
          <a:xfrm>
            <a:off x="3831087" y="3115368"/>
            <a:ext cx="216600" cy="42600"/>
          </a:xfrm>
          <a:prstGeom prst="bentConnector3">
            <a:avLst>
              <a:gd fmla="val 50020" name="adj1"/>
            </a:avLst>
          </a:prstGeom>
          <a:noFill/>
          <a:ln cap="flat" cmpd="sng" w="9525">
            <a:solidFill>
              <a:schemeClr val="dk2"/>
            </a:solidFill>
            <a:prstDash val="solid"/>
            <a:round/>
            <a:headEnd len="sm" w="sm" type="none"/>
            <a:tailEnd len="sm" w="sm" type="none"/>
          </a:ln>
        </p:spPr>
      </p:cxnSp>
      <p:grpSp>
        <p:nvGrpSpPr>
          <p:cNvPr id="2488" name="Google Shape;2488;p20"/>
          <p:cNvGrpSpPr/>
          <p:nvPr/>
        </p:nvGrpSpPr>
        <p:grpSpPr>
          <a:xfrm>
            <a:off x="4268435" y="1517297"/>
            <a:ext cx="607477" cy="708898"/>
            <a:chOff x="4876875" y="1427500"/>
            <a:chExt cx="1130400" cy="1319125"/>
          </a:xfrm>
        </p:grpSpPr>
        <p:sp>
          <p:nvSpPr>
            <p:cNvPr id="2489" name="Google Shape;2489;p20"/>
            <p:cNvSpPr/>
            <p:nvPr/>
          </p:nvSpPr>
          <p:spPr>
            <a:xfrm>
              <a:off x="4876875" y="1645625"/>
              <a:ext cx="1130400" cy="11010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490" name="Google Shape;2490;p20"/>
            <p:cNvSpPr/>
            <p:nvPr/>
          </p:nvSpPr>
          <p:spPr>
            <a:xfrm>
              <a:off x="4876875" y="1427500"/>
              <a:ext cx="1130400" cy="2181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2491" name="Google Shape;2491;p20"/>
          <p:cNvGrpSpPr/>
          <p:nvPr/>
        </p:nvGrpSpPr>
        <p:grpSpPr>
          <a:xfrm>
            <a:off x="4268435" y="3887322"/>
            <a:ext cx="607477" cy="708898"/>
            <a:chOff x="4876875" y="1427500"/>
            <a:chExt cx="1130400" cy="1319125"/>
          </a:xfrm>
        </p:grpSpPr>
        <p:sp>
          <p:nvSpPr>
            <p:cNvPr id="2492" name="Google Shape;2492;p20"/>
            <p:cNvSpPr/>
            <p:nvPr/>
          </p:nvSpPr>
          <p:spPr>
            <a:xfrm>
              <a:off x="4876875" y="1645625"/>
              <a:ext cx="1130400" cy="11010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493" name="Google Shape;2493;p20"/>
            <p:cNvSpPr/>
            <p:nvPr/>
          </p:nvSpPr>
          <p:spPr>
            <a:xfrm>
              <a:off x="4876875" y="1427500"/>
              <a:ext cx="1130400" cy="2181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2494" name="Google Shape;2494;p20"/>
          <p:cNvGrpSpPr/>
          <p:nvPr/>
        </p:nvGrpSpPr>
        <p:grpSpPr>
          <a:xfrm>
            <a:off x="5313260" y="2702309"/>
            <a:ext cx="607477" cy="708898"/>
            <a:chOff x="4876875" y="1427500"/>
            <a:chExt cx="1130400" cy="1319125"/>
          </a:xfrm>
        </p:grpSpPr>
        <p:sp>
          <p:nvSpPr>
            <p:cNvPr id="2495" name="Google Shape;2495;p20"/>
            <p:cNvSpPr/>
            <p:nvPr/>
          </p:nvSpPr>
          <p:spPr>
            <a:xfrm>
              <a:off x="4876875" y="1645625"/>
              <a:ext cx="1130400" cy="11010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496" name="Google Shape;2496;p20"/>
            <p:cNvSpPr/>
            <p:nvPr/>
          </p:nvSpPr>
          <p:spPr>
            <a:xfrm>
              <a:off x="4876875" y="1427500"/>
              <a:ext cx="1130400" cy="2181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2497" name="Google Shape;2497;p20"/>
          <p:cNvGrpSpPr/>
          <p:nvPr/>
        </p:nvGrpSpPr>
        <p:grpSpPr>
          <a:xfrm>
            <a:off x="3223610" y="2702309"/>
            <a:ext cx="607477" cy="708898"/>
            <a:chOff x="4876875" y="1427500"/>
            <a:chExt cx="1130400" cy="1319125"/>
          </a:xfrm>
        </p:grpSpPr>
        <p:sp>
          <p:nvSpPr>
            <p:cNvPr id="2487" name="Google Shape;2487;p20"/>
            <p:cNvSpPr/>
            <p:nvPr/>
          </p:nvSpPr>
          <p:spPr>
            <a:xfrm>
              <a:off x="4876875" y="1645625"/>
              <a:ext cx="1130400" cy="11010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498" name="Google Shape;2498;p20"/>
            <p:cNvSpPr/>
            <p:nvPr/>
          </p:nvSpPr>
          <p:spPr>
            <a:xfrm>
              <a:off x="4876875" y="1427500"/>
              <a:ext cx="1130400" cy="2181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2499" name="Google Shape;2499;p20"/>
          <p:cNvSpPr/>
          <p:nvPr/>
        </p:nvSpPr>
        <p:spPr>
          <a:xfrm>
            <a:off x="720000" y="3354961"/>
            <a:ext cx="1833900" cy="1150200"/>
          </a:xfrm>
          <a:prstGeom prst="rect">
            <a:avLst/>
          </a:prstGeom>
          <a:solidFill>
            <a:srgbClr val="7C7C7C">
              <a:alpha val="14117"/>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nvGrpSpPr>
          <p:cNvPr id="2500" name="Google Shape;2500;p20"/>
          <p:cNvGrpSpPr/>
          <p:nvPr/>
        </p:nvGrpSpPr>
        <p:grpSpPr>
          <a:xfrm>
            <a:off x="728250" y="3136812"/>
            <a:ext cx="1821000" cy="218100"/>
            <a:chOff x="1290775" y="1427529"/>
            <a:chExt cx="1821000" cy="218100"/>
          </a:xfrm>
        </p:grpSpPr>
        <p:sp>
          <p:nvSpPr>
            <p:cNvPr id="2501" name="Google Shape;2501;p20"/>
            <p:cNvSpPr/>
            <p:nvPr/>
          </p:nvSpPr>
          <p:spPr>
            <a:xfrm>
              <a:off x="1290775" y="1427529"/>
              <a:ext cx="1821000" cy="218100"/>
            </a:xfrm>
            <a:prstGeom prst="rect">
              <a:avLst/>
            </a:prstGeom>
            <a:solidFill>
              <a:srgbClr val="ECE5B4"/>
            </a:solidFill>
            <a:ln cap="flat" cmpd="sng" w="9525">
              <a:solidFill>
                <a:srgbClr val="ECE5B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02" name="Google Shape;2502;p20"/>
            <p:cNvSpPr/>
            <p:nvPr/>
          </p:nvSpPr>
          <p:spPr>
            <a:xfrm>
              <a:off x="1405200" y="1486450"/>
              <a:ext cx="100200" cy="100200"/>
            </a:xfrm>
            <a:prstGeom prst="ellipse">
              <a:avLst/>
            </a:prstGeom>
            <a:solidFill>
              <a:srgbClr val="2F2B1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03" name="Google Shape;2503;p20"/>
            <p:cNvSpPr/>
            <p:nvPr/>
          </p:nvSpPr>
          <p:spPr>
            <a:xfrm>
              <a:off x="1588650" y="1486450"/>
              <a:ext cx="100200" cy="100200"/>
            </a:xfrm>
            <a:prstGeom prst="ellipse">
              <a:avLst/>
            </a:prstGeom>
            <a:solidFill>
              <a:srgbClr val="2F2B1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04" name="Google Shape;2504;p20"/>
            <p:cNvSpPr/>
            <p:nvPr/>
          </p:nvSpPr>
          <p:spPr>
            <a:xfrm>
              <a:off x="1772100" y="1486450"/>
              <a:ext cx="100200" cy="100200"/>
            </a:xfrm>
            <a:prstGeom prst="ellipse">
              <a:avLst/>
            </a:prstGeom>
            <a:solidFill>
              <a:srgbClr val="2F2B1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2505" name="Google Shape;2505;p20"/>
          <p:cNvSpPr txBox="1"/>
          <p:nvPr/>
        </p:nvSpPr>
        <p:spPr>
          <a:xfrm>
            <a:off x="726430" y="3354937"/>
            <a:ext cx="1821000" cy="527700"/>
          </a:xfrm>
          <a:prstGeom prst="rect">
            <a:avLst/>
          </a:prstGeom>
          <a:noFill/>
          <a:ln cap="flat" cmpd="sng" w="9525">
            <a:solidFill>
              <a:srgbClr val="ECE5B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600"/>
              <a:buFont typeface="Arial"/>
              <a:buNone/>
            </a:pPr>
            <a:r>
              <a:rPr b="0" i="0" lang="en" sz="1600" u="none" cap="none" strike="noStrike">
                <a:solidFill>
                  <a:schemeClr val="lt2"/>
                </a:solidFill>
                <a:latin typeface="Zen Dots"/>
                <a:ea typeface="Zen Dots"/>
                <a:cs typeface="Zen Dots"/>
                <a:sym typeface="Zen Dots"/>
              </a:rPr>
              <a:t>Step #02</a:t>
            </a:r>
            <a:endParaRPr b="0" i="0" sz="1600" u="none" cap="none" strike="noStrike">
              <a:solidFill>
                <a:srgbClr val="F673A9"/>
              </a:solidFill>
              <a:latin typeface="Zen Dots"/>
              <a:ea typeface="Zen Dots"/>
              <a:cs typeface="Zen Dots"/>
              <a:sym typeface="Zen Dots"/>
            </a:endParaRPr>
          </a:p>
        </p:txBody>
      </p:sp>
      <p:sp>
        <p:nvSpPr>
          <p:cNvPr id="2506" name="Google Shape;2506;p20"/>
          <p:cNvSpPr txBox="1"/>
          <p:nvPr/>
        </p:nvSpPr>
        <p:spPr>
          <a:xfrm>
            <a:off x="726425" y="3882661"/>
            <a:ext cx="1821000" cy="622500"/>
          </a:xfrm>
          <a:prstGeom prst="rect">
            <a:avLst/>
          </a:prstGeom>
          <a:noFill/>
          <a:ln cap="flat" cmpd="sng" w="9525">
            <a:solidFill>
              <a:srgbClr val="ECE5B4"/>
            </a:solidFill>
            <a:prstDash val="solid"/>
            <a:round/>
            <a:headEnd len="sm" w="sm" type="none"/>
            <a:tailEnd len="sm" w="sm" type="none"/>
          </a:ln>
        </p:spPr>
        <p:txBody>
          <a:bodyPr anchorCtr="0" anchor="t" bIns="91425" lIns="91425" spcFirstLastPara="1" rIns="91425" wrap="square" tIns="91425">
            <a:noAutofit/>
          </a:bodyPr>
          <a:lstStyle/>
          <a:p>
            <a:pPr indent="0" lvl="0" marL="0" marR="0" rtl="0" algn="ctr">
              <a:lnSpc>
                <a:spcPct val="100000"/>
              </a:lnSpc>
              <a:spcBef>
                <a:spcPts val="0"/>
              </a:spcBef>
              <a:spcAft>
                <a:spcPts val="1600"/>
              </a:spcAft>
              <a:buClr>
                <a:srgbClr val="000000"/>
              </a:buClr>
              <a:buSzPts val="1400"/>
              <a:buFont typeface="Arial"/>
              <a:buNone/>
            </a:pPr>
            <a:r>
              <a:rPr b="1" i="0" lang="en" sz="1400" u="none" cap="none" strike="noStrike">
                <a:solidFill>
                  <a:schemeClr val="accent6"/>
                </a:solidFill>
                <a:highlight>
                  <a:schemeClr val="accent1"/>
                </a:highlight>
                <a:latin typeface="Anaheim"/>
                <a:ea typeface="Anaheim"/>
                <a:cs typeface="Anaheim"/>
                <a:sym typeface="Anaheim"/>
              </a:rPr>
              <a:t>Neptune</a:t>
            </a:r>
            <a:r>
              <a:rPr b="1" i="0" lang="en" sz="1400" u="none" cap="none" strike="noStrike">
                <a:solidFill>
                  <a:schemeClr val="lt1"/>
                </a:solidFill>
                <a:latin typeface="Anaheim"/>
                <a:ea typeface="Anaheim"/>
                <a:cs typeface="Anaheim"/>
                <a:sym typeface="Anaheim"/>
              </a:rPr>
              <a:t> </a:t>
            </a:r>
            <a:r>
              <a:rPr b="0" i="0" lang="en" sz="1400" u="none" cap="none" strike="noStrike">
                <a:solidFill>
                  <a:schemeClr val="lt1"/>
                </a:solidFill>
                <a:latin typeface="Anaheim"/>
                <a:ea typeface="Anaheim"/>
                <a:cs typeface="Anaheim"/>
                <a:sym typeface="Anaheim"/>
              </a:rPr>
              <a:t>is the farthest planet</a:t>
            </a:r>
            <a:endParaRPr b="1" i="0" sz="1400" u="none" cap="none" strike="noStrike">
              <a:solidFill>
                <a:schemeClr val="lt1"/>
              </a:solidFill>
              <a:highlight>
                <a:schemeClr val="accent5"/>
              </a:highlight>
              <a:latin typeface="Anaheim"/>
              <a:ea typeface="Anaheim"/>
              <a:cs typeface="Anaheim"/>
              <a:sym typeface="Anaheim"/>
            </a:endParaRPr>
          </a:p>
        </p:txBody>
      </p:sp>
      <p:sp>
        <p:nvSpPr>
          <p:cNvPr id="2507" name="Google Shape;2507;p20"/>
          <p:cNvSpPr/>
          <p:nvPr/>
        </p:nvSpPr>
        <p:spPr>
          <a:xfrm>
            <a:off x="6590425" y="1620386"/>
            <a:ext cx="1833900" cy="1150200"/>
          </a:xfrm>
          <a:prstGeom prst="rect">
            <a:avLst/>
          </a:prstGeom>
          <a:solidFill>
            <a:srgbClr val="7C7C7C">
              <a:alpha val="14117"/>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nvGrpSpPr>
          <p:cNvPr id="2508" name="Google Shape;2508;p20"/>
          <p:cNvGrpSpPr/>
          <p:nvPr/>
        </p:nvGrpSpPr>
        <p:grpSpPr>
          <a:xfrm>
            <a:off x="6598675" y="1402237"/>
            <a:ext cx="1821000" cy="218100"/>
            <a:chOff x="1290775" y="1427529"/>
            <a:chExt cx="1821000" cy="218100"/>
          </a:xfrm>
        </p:grpSpPr>
        <p:sp>
          <p:nvSpPr>
            <p:cNvPr id="2509" name="Google Shape;2509;p20"/>
            <p:cNvSpPr/>
            <p:nvPr/>
          </p:nvSpPr>
          <p:spPr>
            <a:xfrm>
              <a:off x="1290775" y="1427529"/>
              <a:ext cx="1821000" cy="218100"/>
            </a:xfrm>
            <a:prstGeom prst="rect">
              <a:avLst/>
            </a:prstGeom>
            <a:solidFill>
              <a:srgbClr val="ECE5B4"/>
            </a:solidFill>
            <a:ln cap="flat" cmpd="sng" w="9525">
              <a:solidFill>
                <a:srgbClr val="ECE5B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10" name="Google Shape;2510;p20"/>
            <p:cNvSpPr/>
            <p:nvPr/>
          </p:nvSpPr>
          <p:spPr>
            <a:xfrm>
              <a:off x="1405200" y="1486450"/>
              <a:ext cx="100200" cy="100200"/>
            </a:xfrm>
            <a:prstGeom prst="ellipse">
              <a:avLst/>
            </a:prstGeom>
            <a:solidFill>
              <a:srgbClr val="2F2B1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11" name="Google Shape;2511;p20"/>
            <p:cNvSpPr/>
            <p:nvPr/>
          </p:nvSpPr>
          <p:spPr>
            <a:xfrm>
              <a:off x="1588650" y="1486450"/>
              <a:ext cx="100200" cy="100200"/>
            </a:xfrm>
            <a:prstGeom prst="ellipse">
              <a:avLst/>
            </a:prstGeom>
            <a:solidFill>
              <a:srgbClr val="2F2B1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12" name="Google Shape;2512;p20"/>
            <p:cNvSpPr/>
            <p:nvPr/>
          </p:nvSpPr>
          <p:spPr>
            <a:xfrm>
              <a:off x="1772100" y="1486450"/>
              <a:ext cx="100200" cy="100200"/>
            </a:xfrm>
            <a:prstGeom prst="ellipse">
              <a:avLst/>
            </a:prstGeom>
            <a:solidFill>
              <a:srgbClr val="2F2B1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2513" name="Google Shape;2513;p20"/>
          <p:cNvSpPr txBox="1"/>
          <p:nvPr/>
        </p:nvSpPr>
        <p:spPr>
          <a:xfrm>
            <a:off x="6596855" y="1620362"/>
            <a:ext cx="1821000" cy="527700"/>
          </a:xfrm>
          <a:prstGeom prst="rect">
            <a:avLst/>
          </a:prstGeom>
          <a:noFill/>
          <a:ln cap="flat" cmpd="sng" w="9525">
            <a:solidFill>
              <a:srgbClr val="ECE5B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600"/>
              <a:buFont typeface="Arial"/>
              <a:buNone/>
            </a:pPr>
            <a:r>
              <a:rPr b="0" i="0" lang="en" sz="1600" u="none" cap="none" strike="noStrike">
                <a:solidFill>
                  <a:schemeClr val="lt2"/>
                </a:solidFill>
                <a:latin typeface="Zen Dots"/>
                <a:ea typeface="Zen Dots"/>
                <a:cs typeface="Zen Dots"/>
                <a:sym typeface="Zen Dots"/>
              </a:rPr>
              <a:t>Step #03</a:t>
            </a:r>
            <a:endParaRPr b="0" i="0" sz="1600" u="none" cap="none" strike="noStrike">
              <a:solidFill>
                <a:srgbClr val="F673A9"/>
              </a:solidFill>
              <a:latin typeface="Zen Dots"/>
              <a:ea typeface="Zen Dots"/>
              <a:cs typeface="Zen Dots"/>
              <a:sym typeface="Zen Dots"/>
            </a:endParaRPr>
          </a:p>
        </p:txBody>
      </p:sp>
      <p:sp>
        <p:nvSpPr>
          <p:cNvPr id="2514" name="Google Shape;2514;p20"/>
          <p:cNvSpPr txBox="1"/>
          <p:nvPr/>
        </p:nvSpPr>
        <p:spPr>
          <a:xfrm>
            <a:off x="6596850" y="2148086"/>
            <a:ext cx="1821000" cy="622500"/>
          </a:xfrm>
          <a:prstGeom prst="rect">
            <a:avLst/>
          </a:prstGeom>
          <a:noFill/>
          <a:ln cap="flat" cmpd="sng" w="9525">
            <a:solidFill>
              <a:srgbClr val="ECE5B4"/>
            </a:solidFill>
            <a:prstDash val="solid"/>
            <a:round/>
            <a:headEnd len="sm" w="sm" type="none"/>
            <a:tailEnd len="sm" w="sm" type="none"/>
          </a:ln>
        </p:spPr>
        <p:txBody>
          <a:bodyPr anchorCtr="0" anchor="t" bIns="91425" lIns="91425" spcFirstLastPara="1" rIns="91425" wrap="square" tIns="91425">
            <a:noAutofit/>
          </a:bodyPr>
          <a:lstStyle/>
          <a:p>
            <a:pPr indent="0" lvl="0" marL="0" marR="0" rtl="0" algn="ctr">
              <a:lnSpc>
                <a:spcPct val="100000"/>
              </a:lnSpc>
              <a:spcBef>
                <a:spcPts val="0"/>
              </a:spcBef>
              <a:spcAft>
                <a:spcPts val="1600"/>
              </a:spcAft>
              <a:buClr>
                <a:schemeClr val="dk1"/>
              </a:buClr>
              <a:buSzPts val="1100"/>
              <a:buFont typeface="Arial"/>
              <a:buNone/>
            </a:pPr>
            <a:r>
              <a:rPr b="1" i="0" lang="en" sz="1400" u="none" cap="none" strike="noStrike">
                <a:solidFill>
                  <a:schemeClr val="accent6"/>
                </a:solidFill>
                <a:highlight>
                  <a:schemeClr val="accent1"/>
                </a:highlight>
                <a:latin typeface="Anaheim"/>
                <a:ea typeface="Anaheim"/>
                <a:cs typeface="Anaheim"/>
                <a:sym typeface="Anaheim"/>
              </a:rPr>
              <a:t>Earth</a:t>
            </a:r>
            <a:r>
              <a:rPr b="1" i="0" lang="en" sz="1400" u="none" cap="none" strike="noStrike">
                <a:solidFill>
                  <a:schemeClr val="lt1"/>
                </a:solidFill>
                <a:latin typeface="Anaheim"/>
                <a:ea typeface="Anaheim"/>
                <a:cs typeface="Anaheim"/>
                <a:sym typeface="Anaheim"/>
              </a:rPr>
              <a:t> </a:t>
            </a:r>
            <a:r>
              <a:rPr b="0" i="0" lang="en" sz="1400" u="none" cap="none" strike="noStrike">
                <a:solidFill>
                  <a:schemeClr val="lt1"/>
                </a:solidFill>
                <a:latin typeface="Anaheim"/>
                <a:ea typeface="Anaheim"/>
                <a:cs typeface="Anaheim"/>
                <a:sym typeface="Anaheim"/>
              </a:rPr>
              <a:t>is the beautiful planet we live on</a:t>
            </a:r>
            <a:endParaRPr b="1" i="0" sz="1400" u="none" cap="none" strike="noStrike">
              <a:solidFill>
                <a:schemeClr val="lt1"/>
              </a:solidFill>
              <a:highlight>
                <a:schemeClr val="accent5"/>
              </a:highlight>
              <a:latin typeface="Anaheim"/>
              <a:ea typeface="Anaheim"/>
              <a:cs typeface="Anaheim"/>
              <a:sym typeface="Anaheim"/>
            </a:endParaRPr>
          </a:p>
        </p:txBody>
      </p:sp>
      <p:sp>
        <p:nvSpPr>
          <p:cNvPr id="2515" name="Google Shape;2515;p20"/>
          <p:cNvSpPr/>
          <p:nvPr/>
        </p:nvSpPr>
        <p:spPr>
          <a:xfrm>
            <a:off x="6590425" y="3354961"/>
            <a:ext cx="1833900" cy="1150200"/>
          </a:xfrm>
          <a:prstGeom prst="rect">
            <a:avLst/>
          </a:prstGeom>
          <a:solidFill>
            <a:srgbClr val="7C7C7C">
              <a:alpha val="14117"/>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nvGrpSpPr>
          <p:cNvPr id="2516" name="Google Shape;2516;p20"/>
          <p:cNvGrpSpPr/>
          <p:nvPr/>
        </p:nvGrpSpPr>
        <p:grpSpPr>
          <a:xfrm>
            <a:off x="6598675" y="3136812"/>
            <a:ext cx="1821000" cy="218100"/>
            <a:chOff x="1290775" y="1427529"/>
            <a:chExt cx="1821000" cy="218100"/>
          </a:xfrm>
        </p:grpSpPr>
        <p:sp>
          <p:nvSpPr>
            <p:cNvPr id="2517" name="Google Shape;2517;p20"/>
            <p:cNvSpPr/>
            <p:nvPr/>
          </p:nvSpPr>
          <p:spPr>
            <a:xfrm>
              <a:off x="1290775" y="1427529"/>
              <a:ext cx="1821000" cy="218100"/>
            </a:xfrm>
            <a:prstGeom prst="rect">
              <a:avLst/>
            </a:prstGeom>
            <a:solidFill>
              <a:srgbClr val="ECE5B4"/>
            </a:solidFill>
            <a:ln cap="flat" cmpd="sng" w="9525">
              <a:solidFill>
                <a:srgbClr val="ECE5B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18" name="Google Shape;2518;p20"/>
            <p:cNvSpPr/>
            <p:nvPr/>
          </p:nvSpPr>
          <p:spPr>
            <a:xfrm>
              <a:off x="1405200" y="1486450"/>
              <a:ext cx="100200" cy="100200"/>
            </a:xfrm>
            <a:prstGeom prst="ellipse">
              <a:avLst/>
            </a:prstGeom>
            <a:solidFill>
              <a:srgbClr val="2F2B1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19" name="Google Shape;2519;p20"/>
            <p:cNvSpPr/>
            <p:nvPr/>
          </p:nvSpPr>
          <p:spPr>
            <a:xfrm>
              <a:off x="1588650" y="1486450"/>
              <a:ext cx="100200" cy="100200"/>
            </a:xfrm>
            <a:prstGeom prst="ellipse">
              <a:avLst/>
            </a:prstGeom>
            <a:solidFill>
              <a:srgbClr val="2F2B1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20" name="Google Shape;2520;p20"/>
            <p:cNvSpPr/>
            <p:nvPr/>
          </p:nvSpPr>
          <p:spPr>
            <a:xfrm>
              <a:off x="1772100" y="1486450"/>
              <a:ext cx="100200" cy="100200"/>
            </a:xfrm>
            <a:prstGeom prst="ellipse">
              <a:avLst/>
            </a:prstGeom>
            <a:solidFill>
              <a:srgbClr val="2F2B1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2521" name="Google Shape;2521;p20"/>
          <p:cNvSpPr txBox="1"/>
          <p:nvPr/>
        </p:nvSpPr>
        <p:spPr>
          <a:xfrm>
            <a:off x="6596855" y="3354937"/>
            <a:ext cx="1821000" cy="527700"/>
          </a:xfrm>
          <a:prstGeom prst="rect">
            <a:avLst/>
          </a:prstGeom>
          <a:noFill/>
          <a:ln cap="flat" cmpd="sng" w="9525">
            <a:solidFill>
              <a:srgbClr val="ECE5B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600"/>
              <a:buFont typeface="Arial"/>
              <a:buNone/>
            </a:pPr>
            <a:r>
              <a:rPr b="0" i="0" lang="en" sz="1600" u="none" cap="none" strike="noStrike">
                <a:solidFill>
                  <a:schemeClr val="lt2"/>
                </a:solidFill>
                <a:latin typeface="Zen Dots"/>
                <a:ea typeface="Zen Dots"/>
                <a:cs typeface="Zen Dots"/>
                <a:sym typeface="Zen Dots"/>
              </a:rPr>
              <a:t>Step #04</a:t>
            </a:r>
            <a:endParaRPr b="0" i="0" sz="1600" u="none" cap="none" strike="noStrike">
              <a:solidFill>
                <a:srgbClr val="F673A9"/>
              </a:solidFill>
              <a:latin typeface="Zen Dots"/>
              <a:ea typeface="Zen Dots"/>
              <a:cs typeface="Zen Dots"/>
              <a:sym typeface="Zen Dots"/>
            </a:endParaRPr>
          </a:p>
        </p:txBody>
      </p:sp>
      <p:sp>
        <p:nvSpPr>
          <p:cNvPr id="2522" name="Google Shape;2522;p20"/>
          <p:cNvSpPr txBox="1"/>
          <p:nvPr/>
        </p:nvSpPr>
        <p:spPr>
          <a:xfrm>
            <a:off x="6596850" y="3882661"/>
            <a:ext cx="1821000" cy="622500"/>
          </a:xfrm>
          <a:prstGeom prst="rect">
            <a:avLst/>
          </a:prstGeom>
          <a:noFill/>
          <a:ln cap="flat" cmpd="sng" w="9525">
            <a:solidFill>
              <a:srgbClr val="ECE5B4"/>
            </a:solidFill>
            <a:prstDash val="solid"/>
            <a:round/>
            <a:headEnd len="sm" w="sm" type="none"/>
            <a:tailEnd len="sm" w="sm" type="none"/>
          </a:ln>
        </p:spPr>
        <p:txBody>
          <a:bodyPr anchorCtr="0" anchor="t" bIns="91425" lIns="91425" spcFirstLastPara="1" rIns="91425" wrap="square" tIns="91425">
            <a:noAutofit/>
          </a:bodyPr>
          <a:lstStyle/>
          <a:p>
            <a:pPr indent="0" lvl="0" marL="0" marR="0" rtl="0" algn="ctr">
              <a:lnSpc>
                <a:spcPct val="100000"/>
              </a:lnSpc>
              <a:spcBef>
                <a:spcPts val="0"/>
              </a:spcBef>
              <a:spcAft>
                <a:spcPts val="1600"/>
              </a:spcAft>
              <a:buClr>
                <a:srgbClr val="000000"/>
              </a:buClr>
              <a:buSzPts val="1400"/>
              <a:buFont typeface="Arial"/>
              <a:buNone/>
            </a:pPr>
            <a:r>
              <a:rPr b="1" i="0" lang="en" sz="1400" u="none" cap="none" strike="noStrike">
                <a:solidFill>
                  <a:schemeClr val="accent6"/>
                </a:solidFill>
                <a:highlight>
                  <a:schemeClr val="accent1"/>
                </a:highlight>
                <a:latin typeface="Anaheim"/>
                <a:ea typeface="Anaheim"/>
                <a:cs typeface="Anaheim"/>
                <a:sym typeface="Anaheim"/>
              </a:rPr>
              <a:t>Pluto</a:t>
            </a:r>
            <a:r>
              <a:rPr b="1" i="0" lang="en" sz="1400" u="none" cap="none" strike="noStrike">
                <a:solidFill>
                  <a:schemeClr val="lt1"/>
                </a:solidFill>
                <a:latin typeface="Anaheim"/>
                <a:ea typeface="Anaheim"/>
                <a:cs typeface="Anaheim"/>
                <a:sym typeface="Anaheim"/>
              </a:rPr>
              <a:t> </a:t>
            </a:r>
            <a:r>
              <a:rPr b="0" i="0" lang="en" sz="1400" u="none" cap="none" strike="noStrike">
                <a:solidFill>
                  <a:schemeClr val="lt1"/>
                </a:solidFill>
                <a:latin typeface="Anaheim"/>
                <a:ea typeface="Anaheim"/>
                <a:cs typeface="Anaheim"/>
                <a:sym typeface="Anaheim"/>
              </a:rPr>
              <a:t>is considered a dwarf planet</a:t>
            </a:r>
            <a:endParaRPr b="1" i="0" sz="1400" u="none" cap="none" strike="noStrike">
              <a:solidFill>
                <a:schemeClr val="lt1"/>
              </a:solidFill>
              <a:highlight>
                <a:schemeClr val="accent5"/>
              </a:highlight>
              <a:latin typeface="Anaheim"/>
              <a:ea typeface="Anaheim"/>
              <a:cs typeface="Anaheim"/>
              <a:sym typeface="Anaheim"/>
            </a:endParaRPr>
          </a:p>
        </p:txBody>
      </p:sp>
      <p:cxnSp>
        <p:nvCxnSpPr>
          <p:cNvPr id="2523" name="Google Shape;2523;p20"/>
          <p:cNvCxnSpPr>
            <a:stCxn id="2481" idx="3"/>
            <a:endCxn id="2487" idx="1"/>
          </p:cNvCxnSpPr>
          <p:nvPr/>
        </p:nvCxnSpPr>
        <p:spPr>
          <a:xfrm>
            <a:off x="2547430" y="1884212"/>
            <a:ext cx="676200" cy="1231200"/>
          </a:xfrm>
          <a:prstGeom prst="bentConnector3">
            <a:avLst>
              <a:gd fmla="val 49999" name="adj1"/>
            </a:avLst>
          </a:prstGeom>
          <a:noFill/>
          <a:ln cap="flat" cmpd="sng" w="9525">
            <a:solidFill>
              <a:schemeClr val="dk2"/>
            </a:solidFill>
            <a:prstDash val="solid"/>
            <a:round/>
            <a:headEnd len="sm" w="sm" type="none"/>
            <a:tailEnd len="sm" w="sm" type="none"/>
          </a:ln>
        </p:spPr>
      </p:cxnSp>
      <p:cxnSp>
        <p:nvCxnSpPr>
          <p:cNvPr id="2524" name="Google Shape;2524;p20"/>
          <p:cNvCxnSpPr>
            <a:stCxn id="2505" idx="3"/>
            <a:endCxn id="2492" idx="1"/>
          </p:cNvCxnSpPr>
          <p:nvPr/>
        </p:nvCxnSpPr>
        <p:spPr>
          <a:xfrm>
            <a:off x="2547430" y="3618787"/>
            <a:ext cx="1721100" cy="681600"/>
          </a:xfrm>
          <a:prstGeom prst="bentConnector3">
            <a:avLst>
              <a:gd fmla="val 49997" name="adj1"/>
            </a:avLst>
          </a:prstGeom>
          <a:noFill/>
          <a:ln cap="flat" cmpd="sng" w="9525">
            <a:solidFill>
              <a:schemeClr val="dk2"/>
            </a:solidFill>
            <a:prstDash val="solid"/>
            <a:round/>
            <a:headEnd len="sm" w="sm" type="none"/>
            <a:tailEnd len="sm" w="sm" type="none"/>
          </a:ln>
        </p:spPr>
      </p:cxnSp>
      <p:cxnSp>
        <p:nvCxnSpPr>
          <p:cNvPr id="2525" name="Google Shape;2525;p20"/>
          <p:cNvCxnSpPr>
            <a:stCxn id="2513" idx="1"/>
            <a:endCxn id="2489" idx="3"/>
          </p:cNvCxnSpPr>
          <p:nvPr/>
        </p:nvCxnSpPr>
        <p:spPr>
          <a:xfrm flipH="1">
            <a:off x="4876055" y="1884212"/>
            <a:ext cx="1720800" cy="46200"/>
          </a:xfrm>
          <a:prstGeom prst="bentConnector3">
            <a:avLst>
              <a:gd fmla="val 50004" name="adj1"/>
            </a:avLst>
          </a:prstGeom>
          <a:noFill/>
          <a:ln cap="flat" cmpd="sng" w="9525">
            <a:solidFill>
              <a:schemeClr val="dk2"/>
            </a:solidFill>
            <a:prstDash val="solid"/>
            <a:round/>
            <a:headEnd len="sm" w="sm" type="none"/>
            <a:tailEnd len="sm" w="sm" type="none"/>
          </a:ln>
        </p:spPr>
      </p:cxnSp>
      <p:cxnSp>
        <p:nvCxnSpPr>
          <p:cNvPr id="2526" name="Google Shape;2526;p20"/>
          <p:cNvCxnSpPr>
            <a:stCxn id="2521" idx="1"/>
            <a:endCxn id="2495" idx="3"/>
          </p:cNvCxnSpPr>
          <p:nvPr/>
        </p:nvCxnSpPr>
        <p:spPr>
          <a:xfrm rot="10800000">
            <a:off x="5920655" y="3115387"/>
            <a:ext cx="676200" cy="503400"/>
          </a:xfrm>
          <a:prstGeom prst="bentConnector3">
            <a:avLst>
              <a:gd fmla="val 49994" name="adj1"/>
            </a:avLst>
          </a:prstGeom>
          <a:noFill/>
          <a:ln cap="flat" cmpd="sng" w="9525">
            <a:solidFill>
              <a:schemeClr val="dk2"/>
            </a:solidFill>
            <a:prstDash val="solid"/>
            <a:round/>
            <a:headEnd len="sm" w="sm" type="none"/>
            <a:tailEnd len="sm" w="sm" type="none"/>
          </a:ln>
        </p:spPr>
      </p:cxnSp>
      <p:cxnSp>
        <p:nvCxnSpPr>
          <p:cNvPr id="2527" name="Google Shape;2527;p20"/>
          <p:cNvCxnSpPr>
            <a:stCxn id="2484" idx="3"/>
            <a:endCxn id="2495" idx="1"/>
          </p:cNvCxnSpPr>
          <p:nvPr/>
        </p:nvCxnSpPr>
        <p:spPr>
          <a:xfrm flipH="1" rot="10800000">
            <a:off x="5096560" y="3115344"/>
            <a:ext cx="216600" cy="42600"/>
          </a:xfrm>
          <a:prstGeom prst="bentConnector3">
            <a:avLst>
              <a:gd fmla="val 50023" name="adj1"/>
            </a:avLst>
          </a:prstGeom>
          <a:noFill/>
          <a:ln cap="flat" cmpd="sng" w="9525">
            <a:solidFill>
              <a:schemeClr val="dk2"/>
            </a:solidFill>
            <a:prstDash val="solid"/>
            <a:round/>
            <a:headEnd len="sm" w="sm" type="none"/>
            <a:tailEnd len="sm" w="sm" type="none"/>
          </a:ln>
        </p:spPr>
      </p:cxnSp>
      <p:cxnSp>
        <p:nvCxnSpPr>
          <p:cNvPr id="2528" name="Google Shape;2528;p20"/>
          <p:cNvCxnSpPr>
            <a:stCxn id="2484" idx="2"/>
            <a:endCxn id="2492" idx="3"/>
          </p:cNvCxnSpPr>
          <p:nvPr/>
        </p:nvCxnSpPr>
        <p:spPr>
          <a:xfrm flipH="1" rot="-5400000">
            <a:off x="4408068" y="3832798"/>
            <a:ext cx="631800" cy="303600"/>
          </a:xfrm>
          <a:prstGeom prst="bentConnector4">
            <a:avLst>
              <a:gd fmla="val 17051" name="adj1"/>
              <a:gd fmla="val 178482" name="adj2"/>
            </a:avLst>
          </a:prstGeom>
          <a:noFill/>
          <a:ln cap="flat" cmpd="sng" w="9525">
            <a:solidFill>
              <a:schemeClr val="dk2"/>
            </a:solidFill>
            <a:prstDash val="solid"/>
            <a:round/>
            <a:headEnd len="sm" w="sm" type="none"/>
            <a:tailEnd len="sm" w="sm" type="none"/>
          </a:ln>
        </p:spPr>
      </p:cxnSp>
      <p:cxnSp>
        <p:nvCxnSpPr>
          <p:cNvPr id="2529" name="Google Shape;2529;p20"/>
          <p:cNvCxnSpPr>
            <a:stCxn id="2485" idx="0"/>
            <a:endCxn id="2489" idx="1"/>
          </p:cNvCxnSpPr>
          <p:nvPr/>
        </p:nvCxnSpPr>
        <p:spPr>
          <a:xfrm flipH="1" rot="5400000">
            <a:off x="4163118" y="2035764"/>
            <a:ext cx="514500" cy="303600"/>
          </a:xfrm>
          <a:prstGeom prst="bentConnector4">
            <a:avLst>
              <a:gd fmla="val 21246" name="adj1"/>
              <a:gd fmla="val 178477" name="adj2"/>
            </a:avLst>
          </a:prstGeom>
          <a:noFill/>
          <a:ln cap="flat" cmpd="sng" w="9525">
            <a:solidFill>
              <a:schemeClr val="dk2"/>
            </a:solidFill>
            <a:prstDash val="solid"/>
            <a:round/>
            <a:headEnd len="sm" w="sm" type="none"/>
            <a:tailEnd len="sm" w="sm" type="none"/>
          </a:ln>
        </p:spPr>
      </p:cxnSp>
      <p:grpSp>
        <p:nvGrpSpPr>
          <p:cNvPr id="2530" name="Google Shape;2530;p20"/>
          <p:cNvGrpSpPr/>
          <p:nvPr/>
        </p:nvGrpSpPr>
        <p:grpSpPr>
          <a:xfrm>
            <a:off x="5493057" y="2934385"/>
            <a:ext cx="247673" cy="327001"/>
            <a:chOff x="6713920" y="4147710"/>
            <a:chExt cx="247673" cy="327001"/>
          </a:xfrm>
        </p:grpSpPr>
        <p:sp>
          <p:nvSpPr>
            <p:cNvPr id="2531" name="Google Shape;2531;p20"/>
            <p:cNvSpPr/>
            <p:nvPr/>
          </p:nvSpPr>
          <p:spPr>
            <a:xfrm>
              <a:off x="6713920" y="4147710"/>
              <a:ext cx="247665" cy="327001"/>
            </a:xfrm>
            <a:custGeom>
              <a:rect b="b" l="l" r="r" t="t"/>
              <a:pathLst>
                <a:path extrusionOk="0" h="9210" w="6976">
                  <a:moveTo>
                    <a:pt x="360" y="0"/>
                  </a:moveTo>
                  <a:cubicBezTo>
                    <a:pt x="163" y="0"/>
                    <a:pt x="0" y="161"/>
                    <a:pt x="0" y="360"/>
                  </a:cubicBezTo>
                  <a:lnTo>
                    <a:pt x="0" y="8850"/>
                  </a:lnTo>
                  <a:cubicBezTo>
                    <a:pt x="0" y="9047"/>
                    <a:pt x="163" y="9210"/>
                    <a:pt x="360" y="9210"/>
                  </a:cubicBezTo>
                  <a:lnTo>
                    <a:pt x="6616" y="9210"/>
                  </a:lnTo>
                  <a:cubicBezTo>
                    <a:pt x="6813" y="9210"/>
                    <a:pt x="6975" y="9047"/>
                    <a:pt x="6975" y="8850"/>
                  </a:cubicBezTo>
                  <a:lnTo>
                    <a:pt x="6975" y="1419"/>
                  </a:lnTo>
                  <a:lnTo>
                    <a:pt x="5539" y="0"/>
                  </a:ln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32" name="Google Shape;2532;p20"/>
            <p:cNvSpPr/>
            <p:nvPr/>
          </p:nvSpPr>
          <p:spPr>
            <a:xfrm>
              <a:off x="6935605" y="4185060"/>
              <a:ext cx="25988" cy="289579"/>
            </a:xfrm>
            <a:custGeom>
              <a:rect b="b" l="l" r="r" t="t"/>
              <a:pathLst>
                <a:path extrusionOk="0" h="8156" w="732">
                  <a:moveTo>
                    <a:pt x="360" y="0"/>
                  </a:moveTo>
                  <a:lnTo>
                    <a:pt x="360" y="7795"/>
                  </a:lnTo>
                  <a:cubicBezTo>
                    <a:pt x="360" y="7994"/>
                    <a:pt x="200" y="8155"/>
                    <a:pt x="0" y="8155"/>
                  </a:cubicBezTo>
                  <a:lnTo>
                    <a:pt x="372" y="8155"/>
                  </a:lnTo>
                  <a:cubicBezTo>
                    <a:pt x="569" y="8155"/>
                    <a:pt x="731" y="7995"/>
                    <a:pt x="731" y="7797"/>
                  </a:cubicBezTo>
                  <a:lnTo>
                    <a:pt x="731" y="367"/>
                  </a:lnTo>
                  <a:lnTo>
                    <a:pt x="360" y="0"/>
                  </a:lnTo>
                  <a:close/>
                </a:path>
              </a:pathLst>
            </a:custGeom>
            <a:solidFill>
              <a:srgbClr val="E8EDF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33" name="Google Shape;2533;p20"/>
            <p:cNvSpPr/>
            <p:nvPr/>
          </p:nvSpPr>
          <p:spPr>
            <a:xfrm>
              <a:off x="6910610" y="4147710"/>
              <a:ext cx="50982" cy="50417"/>
            </a:xfrm>
            <a:custGeom>
              <a:rect b="b" l="l" r="r" t="t"/>
              <a:pathLst>
                <a:path extrusionOk="0" h="1420" w="1436">
                  <a:moveTo>
                    <a:pt x="1" y="0"/>
                  </a:moveTo>
                  <a:lnTo>
                    <a:pt x="1" y="1239"/>
                  </a:lnTo>
                  <a:cubicBezTo>
                    <a:pt x="1" y="1338"/>
                    <a:pt x="83" y="1419"/>
                    <a:pt x="181" y="1419"/>
                  </a:cubicBezTo>
                  <a:lnTo>
                    <a:pt x="1435" y="1419"/>
                  </a:lnTo>
                  <a:lnTo>
                    <a:pt x="1" y="0"/>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34" name="Google Shape;2534;p20"/>
            <p:cNvSpPr/>
            <p:nvPr/>
          </p:nvSpPr>
          <p:spPr>
            <a:xfrm>
              <a:off x="6910610" y="4179237"/>
              <a:ext cx="50982" cy="18889"/>
            </a:xfrm>
            <a:custGeom>
              <a:rect b="b" l="l" r="r" t="t"/>
              <a:pathLst>
                <a:path extrusionOk="0" h="532" w="1436">
                  <a:moveTo>
                    <a:pt x="1" y="0"/>
                  </a:moveTo>
                  <a:lnTo>
                    <a:pt x="1" y="350"/>
                  </a:lnTo>
                  <a:cubicBezTo>
                    <a:pt x="1" y="450"/>
                    <a:pt x="83" y="531"/>
                    <a:pt x="181" y="531"/>
                  </a:cubicBezTo>
                  <a:lnTo>
                    <a:pt x="1435" y="531"/>
                  </a:lnTo>
                  <a:lnTo>
                    <a:pt x="1015" y="114"/>
                  </a:lnTo>
                  <a:lnTo>
                    <a:pt x="168" y="114"/>
                  </a:lnTo>
                  <a:cubicBezTo>
                    <a:pt x="93" y="114"/>
                    <a:pt x="28" y="68"/>
                    <a:pt x="1"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35" name="Google Shape;2535;p20"/>
            <p:cNvSpPr/>
            <p:nvPr/>
          </p:nvSpPr>
          <p:spPr>
            <a:xfrm>
              <a:off x="6747541" y="4174231"/>
              <a:ext cx="57621" cy="57589"/>
            </a:xfrm>
            <a:custGeom>
              <a:rect b="b" l="l" r="r" t="t"/>
              <a:pathLst>
                <a:path extrusionOk="0" h="1622" w="1623">
                  <a:moveTo>
                    <a:pt x="812" y="0"/>
                  </a:moveTo>
                  <a:cubicBezTo>
                    <a:pt x="363" y="0"/>
                    <a:pt x="0" y="363"/>
                    <a:pt x="0" y="810"/>
                  </a:cubicBezTo>
                  <a:cubicBezTo>
                    <a:pt x="0" y="1259"/>
                    <a:pt x="363" y="1622"/>
                    <a:pt x="812" y="1622"/>
                  </a:cubicBezTo>
                  <a:cubicBezTo>
                    <a:pt x="1260" y="1622"/>
                    <a:pt x="1622" y="1259"/>
                    <a:pt x="1622" y="810"/>
                  </a:cubicBezTo>
                  <a:cubicBezTo>
                    <a:pt x="1622" y="363"/>
                    <a:pt x="1260" y="0"/>
                    <a:pt x="812" y="0"/>
                  </a:cubicBez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36" name="Google Shape;2536;p20"/>
            <p:cNvSpPr/>
            <p:nvPr/>
          </p:nvSpPr>
          <p:spPr>
            <a:xfrm>
              <a:off x="6755956" y="4175509"/>
              <a:ext cx="49206" cy="56275"/>
            </a:xfrm>
            <a:custGeom>
              <a:rect b="b" l="l" r="r" t="t"/>
              <a:pathLst>
                <a:path extrusionOk="0" h="1585" w="1386">
                  <a:moveTo>
                    <a:pt x="808" y="0"/>
                  </a:moveTo>
                  <a:lnTo>
                    <a:pt x="808" y="0"/>
                  </a:lnTo>
                  <a:cubicBezTo>
                    <a:pt x="952" y="145"/>
                    <a:pt x="1043" y="347"/>
                    <a:pt x="1043" y="570"/>
                  </a:cubicBezTo>
                  <a:cubicBezTo>
                    <a:pt x="1043" y="1016"/>
                    <a:pt x="680" y="1379"/>
                    <a:pt x="232" y="1379"/>
                  </a:cubicBezTo>
                  <a:cubicBezTo>
                    <a:pt x="152" y="1379"/>
                    <a:pt x="74" y="1367"/>
                    <a:pt x="1" y="1346"/>
                  </a:cubicBezTo>
                  <a:lnTo>
                    <a:pt x="1" y="1346"/>
                  </a:lnTo>
                  <a:cubicBezTo>
                    <a:pt x="148" y="1492"/>
                    <a:pt x="352" y="1584"/>
                    <a:pt x="576" y="1584"/>
                  </a:cubicBezTo>
                  <a:cubicBezTo>
                    <a:pt x="1023" y="1584"/>
                    <a:pt x="1385" y="1223"/>
                    <a:pt x="1385" y="774"/>
                  </a:cubicBezTo>
                  <a:cubicBezTo>
                    <a:pt x="1385" y="407"/>
                    <a:pt x="1141" y="96"/>
                    <a:pt x="808"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37" name="Google Shape;2537;p20"/>
            <p:cNvSpPr/>
            <p:nvPr/>
          </p:nvSpPr>
          <p:spPr>
            <a:xfrm>
              <a:off x="6866372" y="4387254"/>
              <a:ext cx="61597" cy="58867"/>
            </a:xfrm>
            <a:custGeom>
              <a:rect b="b" l="l" r="r" t="t"/>
              <a:pathLst>
                <a:path extrusionOk="0" h="1658" w="1735">
                  <a:moveTo>
                    <a:pt x="1107" y="1"/>
                  </a:moveTo>
                  <a:cubicBezTo>
                    <a:pt x="1033" y="1"/>
                    <a:pt x="946" y="74"/>
                    <a:pt x="868" y="74"/>
                  </a:cubicBezTo>
                  <a:cubicBezTo>
                    <a:pt x="789" y="74"/>
                    <a:pt x="701" y="1"/>
                    <a:pt x="627" y="1"/>
                  </a:cubicBezTo>
                  <a:cubicBezTo>
                    <a:pt x="618" y="1"/>
                    <a:pt x="608" y="2"/>
                    <a:pt x="599" y="5"/>
                  </a:cubicBezTo>
                  <a:cubicBezTo>
                    <a:pt x="517" y="31"/>
                    <a:pt x="491" y="168"/>
                    <a:pt x="424" y="218"/>
                  </a:cubicBezTo>
                  <a:cubicBezTo>
                    <a:pt x="355" y="268"/>
                    <a:pt x="216" y="253"/>
                    <a:pt x="166" y="320"/>
                  </a:cubicBezTo>
                  <a:cubicBezTo>
                    <a:pt x="116" y="389"/>
                    <a:pt x="175" y="515"/>
                    <a:pt x="149" y="595"/>
                  </a:cubicBezTo>
                  <a:cubicBezTo>
                    <a:pt x="123" y="674"/>
                    <a:pt x="1" y="742"/>
                    <a:pt x="1" y="830"/>
                  </a:cubicBezTo>
                  <a:cubicBezTo>
                    <a:pt x="1" y="917"/>
                    <a:pt x="123" y="984"/>
                    <a:pt x="149" y="1063"/>
                  </a:cubicBezTo>
                  <a:cubicBezTo>
                    <a:pt x="175" y="1145"/>
                    <a:pt x="116" y="1270"/>
                    <a:pt x="166" y="1339"/>
                  </a:cubicBezTo>
                  <a:cubicBezTo>
                    <a:pt x="216" y="1408"/>
                    <a:pt x="355" y="1391"/>
                    <a:pt x="424" y="1441"/>
                  </a:cubicBezTo>
                  <a:cubicBezTo>
                    <a:pt x="491" y="1490"/>
                    <a:pt x="519" y="1627"/>
                    <a:pt x="599" y="1653"/>
                  </a:cubicBezTo>
                  <a:cubicBezTo>
                    <a:pt x="609" y="1656"/>
                    <a:pt x="619" y="1658"/>
                    <a:pt x="630" y="1658"/>
                  </a:cubicBezTo>
                  <a:cubicBezTo>
                    <a:pt x="704" y="1658"/>
                    <a:pt x="790" y="1585"/>
                    <a:pt x="868" y="1585"/>
                  </a:cubicBezTo>
                  <a:cubicBezTo>
                    <a:pt x="945" y="1585"/>
                    <a:pt x="1032" y="1657"/>
                    <a:pt x="1106" y="1657"/>
                  </a:cubicBezTo>
                  <a:cubicBezTo>
                    <a:pt x="1116" y="1657"/>
                    <a:pt x="1126" y="1656"/>
                    <a:pt x="1136" y="1653"/>
                  </a:cubicBezTo>
                  <a:cubicBezTo>
                    <a:pt x="1218" y="1628"/>
                    <a:pt x="1244" y="1492"/>
                    <a:pt x="1312" y="1441"/>
                  </a:cubicBezTo>
                  <a:cubicBezTo>
                    <a:pt x="1381" y="1391"/>
                    <a:pt x="1519" y="1407"/>
                    <a:pt x="1569" y="1339"/>
                  </a:cubicBezTo>
                  <a:cubicBezTo>
                    <a:pt x="1619" y="1270"/>
                    <a:pt x="1560" y="1145"/>
                    <a:pt x="1588" y="1063"/>
                  </a:cubicBezTo>
                  <a:cubicBezTo>
                    <a:pt x="1612" y="984"/>
                    <a:pt x="1735" y="917"/>
                    <a:pt x="1735" y="830"/>
                  </a:cubicBezTo>
                  <a:cubicBezTo>
                    <a:pt x="1735" y="743"/>
                    <a:pt x="1612" y="677"/>
                    <a:pt x="1588" y="595"/>
                  </a:cubicBezTo>
                  <a:cubicBezTo>
                    <a:pt x="1560" y="515"/>
                    <a:pt x="1619" y="389"/>
                    <a:pt x="1569" y="320"/>
                  </a:cubicBezTo>
                  <a:cubicBezTo>
                    <a:pt x="1519" y="250"/>
                    <a:pt x="1381" y="268"/>
                    <a:pt x="1312" y="218"/>
                  </a:cubicBezTo>
                  <a:cubicBezTo>
                    <a:pt x="1244" y="169"/>
                    <a:pt x="1217" y="32"/>
                    <a:pt x="1136" y="5"/>
                  </a:cubicBezTo>
                  <a:cubicBezTo>
                    <a:pt x="1126" y="2"/>
                    <a:pt x="1117" y="1"/>
                    <a:pt x="1107" y="1"/>
                  </a:cubicBezTo>
                  <a:close/>
                </a:path>
              </a:pathLst>
            </a:custGeom>
            <a:solidFill>
              <a:schemeClr val="l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38" name="Google Shape;2538;p20"/>
            <p:cNvSpPr/>
            <p:nvPr/>
          </p:nvSpPr>
          <p:spPr>
            <a:xfrm>
              <a:off x="6874716" y="4389420"/>
              <a:ext cx="53254" cy="56808"/>
            </a:xfrm>
            <a:custGeom>
              <a:rect b="b" l="l" r="r" t="t"/>
              <a:pathLst>
                <a:path extrusionOk="0" h="1600" w="1500">
                  <a:moveTo>
                    <a:pt x="967" y="0"/>
                  </a:moveTo>
                  <a:cubicBezTo>
                    <a:pt x="960" y="56"/>
                    <a:pt x="953" y="112"/>
                    <a:pt x="967" y="157"/>
                  </a:cubicBezTo>
                  <a:cubicBezTo>
                    <a:pt x="996" y="245"/>
                    <a:pt x="1134" y="321"/>
                    <a:pt x="1134" y="419"/>
                  </a:cubicBezTo>
                  <a:cubicBezTo>
                    <a:pt x="1134" y="518"/>
                    <a:pt x="996" y="595"/>
                    <a:pt x="967" y="682"/>
                  </a:cubicBezTo>
                  <a:cubicBezTo>
                    <a:pt x="937" y="774"/>
                    <a:pt x="1003" y="915"/>
                    <a:pt x="947" y="993"/>
                  </a:cubicBezTo>
                  <a:cubicBezTo>
                    <a:pt x="892" y="1071"/>
                    <a:pt x="735" y="1052"/>
                    <a:pt x="658" y="1108"/>
                  </a:cubicBezTo>
                  <a:cubicBezTo>
                    <a:pt x="583" y="1164"/>
                    <a:pt x="551" y="1318"/>
                    <a:pt x="461" y="1350"/>
                  </a:cubicBezTo>
                  <a:cubicBezTo>
                    <a:pt x="450" y="1353"/>
                    <a:pt x="439" y="1355"/>
                    <a:pt x="427" y="1355"/>
                  </a:cubicBezTo>
                  <a:cubicBezTo>
                    <a:pt x="343" y="1355"/>
                    <a:pt x="245" y="1272"/>
                    <a:pt x="158" y="1272"/>
                  </a:cubicBezTo>
                  <a:cubicBezTo>
                    <a:pt x="108" y="1272"/>
                    <a:pt x="52" y="1300"/>
                    <a:pt x="0" y="1323"/>
                  </a:cubicBezTo>
                  <a:cubicBezTo>
                    <a:pt x="61" y="1343"/>
                    <a:pt x="141" y="1346"/>
                    <a:pt x="189" y="1380"/>
                  </a:cubicBezTo>
                  <a:cubicBezTo>
                    <a:pt x="256" y="1431"/>
                    <a:pt x="282" y="1567"/>
                    <a:pt x="364" y="1595"/>
                  </a:cubicBezTo>
                  <a:cubicBezTo>
                    <a:pt x="374" y="1598"/>
                    <a:pt x="383" y="1599"/>
                    <a:pt x="394" y="1599"/>
                  </a:cubicBezTo>
                  <a:cubicBezTo>
                    <a:pt x="467" y="1599"/>
                    <a:pt x="555" y="1526"/>
                    <a:pt x="633" y="1526"/>
                  </a:cubicBezTo>
                  <a:cubicBezTo>
                    <a:pt x="711" y="1526"/>
                    <a:pt x="799" y="1599"/>
                    <a:pt x="873" y="1599"/>
                  </a:cubicBezTo>
                  <a:cubicBezTo>
                    <a:pt x="882" y="1599"/>
                    <a:pt x="892" y="1598"/>
                    <a:pt x="901" y="1595"/>
                  </a:cubicBezTo>
                  <a:cubicBezTo>
                    <a:pt x="983" y="1567"/>
                    <a:pt x="1009" y="1431"/>
                    <a:pt x="1077" y="1380"/>
                  </a:cubicBezTo>
                  <a:cubicBezTo>
                    <a:pt x="1146" y="1331"/>
                    <a:pt x="1284" y="1347"/>
                    <a:pt x="1334" y="1280"/>
                  </a:cubicBezTo>
                  <a:cubicBezTo>
                    <a:pt x="1383" y="1210"/>
                    <a:pt x="1325" y="1085"/>
                    <a:pt x="1353" y="1005"/>
                  </a:cubicBezTo>
                  <a:cubicBezTo>
                    <a:pt x="1377" y="926"/>
                    <a:pt x="1500" y="858"/>
                    <a:pt x="1500" y="770"/>
                  </a:cubicBezTo>
                  <a:cubicBezTo>
                    <a:pt x="1500" y="682"/>
                    <a:pt x="1377" y="616"/>
                    <a:pt x="1353" y="537"/>
                  </a:cubicBezTo>
                  <a:cubicBezTo>
                    <a:pt x="1325" y="455"/>
                    <a:pt x="1384" y="330"/>
                    <a:pt x="1334" y="261"/>
                  </a:cubicBezTo>
                  <a:cubicBezTo>
                    <a:pt x="1284" y="192"/>
                    <a:pt x="1146" y="209"/>
                    <a:pt x="1077" y="159"/>
                  </a:cubicBezTo>
                  <a:cubicBezTo>
                    <a:pt x="1032" y="124"/>
                    <a:pt x="1005" y="52"/>
                    <a:pt x="967"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39" name="Google Shape;2539;p20"/>
            <p:cNvSpPr/>
            <p:nvPr/>
          </p:nvSpPr>
          <p:spPr>
            <a:xfrm>
              <a:off x="6822490" y="4226883"/>
              <a:ext cx="108460" cy="9835"/>
            </a:xfrm>
            <a:custGeom>
              <a:rect b="b" l="l" r="r" t="t"/>
              <a:pathLst>
                <a:path extrusionOk="0" h="277" w="3055">
                  <a:moveTo>
                    <a:pt x="140" y="1"/>
                  </a:moveTo>
                  <a:cubicBezTo>
                    <a:pt x="62" y="1"/>
                    <a:pt x="0" y="64"/>
                    <a:pt x="0" y="139"/>
                  </a:cubicBezTo>
                  <a:cubicBezTo>
                    <a:pt x="0" y="215"/>
                    <a:pt x="62" y="277"/>
                    <a:pt x="140" y="277"/>
                  </a:cubicBezTo>
                  <a:lnTo>
                    <a:pt x="2914" y="277"/>
                  </a:lnTo>
                  <a:cubicBezTo>
                    <a:pt x="2992" y="277"/>
                    <a:pt x="3054" y="215"/>
                    <a:pt x="3054" y="139"/>
                  </a:cubicBezTo>
                  <a:cubicBezTo>
                    <a:pt x="3054" y="61"/>
                    <a:pt x="2991" y="1"/>
                    <a:pt x="2914"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40" name="Google Shape;2540;p20"/>
            <p:cNvSpPr/>
            <p:nvPr/>
          </p:nvSpPr>
          <p:spPr>
            <a:xfrm>
              <a:off x="6822490" y="4204516"/>
              <a:ext cx="67419" cy="9906"/>
            </a:xfrm>
            <a:custGeom>
              <a:rect b="b" l="l" r="r" t="t"/>
              <a:pathLst>
                <a:path extrusionOk="0" h="279" w="1899">
                  <a:moveTo>
                    <a:pt x="140" y="0"/>
                  </a:moveTo>
                  <a:cubicBezTo>
                    <a:pt x="62" y="0"/>
                    <a:pt x="0" y="64"/>
                    <a:pt x="0" y="140"/>
                  </a:cubicBezTo>
                  <a:cubicBezTo>
                    <a:pt x="0" y="216"/>
                    <a:pt x="62" y="278"/>
                    <a:pt x="140" y="278"/>
                  </a:cubicBezTo>
                  <a:lnTo>
                    <a:pt x="1760" y="278"/>
                  </a:lnTo>
                  <a:cubicBezTo>
                    <a:pt x="1838" y="278"/>
                    <a:pt x="1899" y="215"/>
                    <a:pt x="1899" y="140"/>
                  </a:cubicBezTo>
                  <a:cubicBezTo>
                    <a:pt x="1899" y="62"/>
                    <a:pt x="1835" y="0"/>
                    <a:pt x="1760"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41" name="Google Shape;2541;p20"/>
            <p:cNvSpPr/>
            <p:nvPr/>
          </p:nvSpPr>
          <p:spPr>
            <a:xfrm>
              <a:off x="6782726" y="4278577"/>
              <a:ext cx="71928" cy="9906"/>
            </a:xfrm>
            <a:custGeom>
              <a:rect b="b" l="l" r="r" t="t"/>
              <a:pathLst>
                <a:path extrusionOk="0" h="279" w="2026">
                  <a:moveTo>
                    <a:pt x="139" y="1"/>
                  </a:moveTo>
                  <a:cubicBezTo>
                    <a:pt x="61" y="1"/>
                    <a:pt x="1" y="64"/>
                    <a:pt x="1" y="141"/>
                  </a:cubicBezTo>
                  <a:cubicBezTo>
                    <a:pt x="1" y="215"/>
                    <a:pt x="61" y="279"/>
                    <a:pt x="139" y="279"/>
                  </a:cubicBezTo>
                  <a:lnTo>
                    <a:pt x="1887" y="279"/>
                  </a:lnTo>
                  <a:cubicBezTo>
                    <a:pt x="1965" y="279"/>
                    <a:pt x="2026" y="215"/>
                    <a:pt x="2026" y="141"/>
                  </a:cubicBezTo>
                  <a:cubicBezTo>
                    <a:pt x="2026" y="64"/>
                    <a:pt x="1962" y="1"/>
                    <a:pt x="1887"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42" name="Google Shape;2542;p20"/>
            <p:cNvSpPr/>
            <p:nvPr/>
          </p:nvSpPr>
          <p:spPr>
            <a:xfrm>
              <a:off x="6742677" y="4278577"/>
              <a:ext cx="27124" cy="9906"/>
            </a:xfrm>
            <a:custGeom>
              <a:rect b="b" l="l" r="r" t="t"/>
              <a:pathLst>
                <a:path extrusionOk="0" h="279" w="764">
                  <a:moveTo>
                    <a:pt x="139" y="1"/>
                  </a:moveTo>
                  <a:cubicBezTo>
                    <a:pt x="61" y="1"/>
                    <a:pt x="1" y="64"/>
                    <a:pt x="1" y="141"/>
                  </a:cubicBezTo>
                  <a:cubicBezTo>
                    <a:pt x="1" y="215"/>
                    <a:pt x="61" y="279"/>
                    <a:pt x="139" y="279"/>
                  </a:cubicBezTo>
                  <a:lnTo>
                    <a:pt x="625" y="279"/>
                  </a:lnTo>
                  <a:cubicBezTo>
                    <a:pt x="701" y="279"/>
                    <a:pt x="763" y="215"/>
                    <a:pt x="763" y="141"/>
                  </a:cubicBezTo>
                  <a:cubicBezTo>
                    <a:pt x="763" y="64"/>
                    <a:pt x="700" y="1"/>
                    <a:pt x="625"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43" name="Google Shape;2543;p20"/>
            <p:cNvSpPr/>
            <p:nvPr/>
          </p:nvSpPr>
          <p:spPr>
            <a:xfrm>
              <a:off x="6816916" y="4304495"/>
              <a:ext cx="37739" cy="9835"/>
            </a:xfrm>
            <a:custGeom>
              <a:rect b="b" l="l" r="r" t="t"/>
              <a:pathLst>
                <a:path extrusionOk="0" h="277" w="1063">
                  <a:moveTo>
                    <a:pt x="140" y="1"/>
                  </a:moveTo>
                  <a:cubicBezTo>
                    <a:pt x="62" y="1"/>
                    <a:pt x="1" y="62"/>
                    <a:pt x="1" y="139"/>
                  </a:cubicBezTo>
                  <a:cubicBezTo>
                    <a:pt x="1" y="216"/>
                    <a:pt x="64" y="277"/>
                    <a:pt x="140" y="277"/>
                  </a:cubicBezTo>
                  <a:lnTo>
                    <a:pt x="924" y="277"/>
                  </a:lnTo>
                  <a:cubicBezTo>
                    <a:pt x="1002" y="277"/>
                    <a:pt x="1063" y="214"/>
                    <a:pt x="1063" y="139"/>
                  </a:cubicBezTo>
                  <a:cubicBezTo>
                    <a:pt x="1063" y="62"/>
                    <a:pt x="1002" y="1"/>
                    <a:pt x="924"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44" name="Google Shape;2544;p20"/>
            <p:cNvSpPr/>
            <p:nvPr/>
          </p:nvSpPr>
          <p:spPr>
            <a:xfrm>
              <a:off x="6742642" y="4304566"/>
              <a:ext cx="60958" cy="9835"/>
            </a:xfrm>
            <a:custGeom>
              <a:rect b="b" l="l" r="r" t="t"/>
              <a:pathLst>
                <a:path extrusionOk="0" h="277" w="1717">
                  <a:moveTo>
                    <a:pt x="140" y="0"/>
                  </a:moveTo>
                  <a:cubicBezTo>
                    <a:pt x="62" y="0"/>
                    <a:pt x="2" y="63"/>
                    <a:pt x="2" y="138"/>
                  </a:cubicBezTo>
                  <a:cubicBezTo>
                    <a:pt x="0" y="214"/>
                    <a:pt x="62" y="276"/>
                    <a:pt x="140" y="276"/>
                  </a:cubicBezTo>
                  <a:lnTo>
                    <a:pt x="1579" y="276"/>
                  </a:lnTo>
                  <a:cubicBezTo>
                    <a:pt x="1657" y="276"/>
                    <a:pt x="1717" y="214"/>
                    <a:pt x="1717" y="138"/>
                  </a:cubicBezTo>
                  <a:cubicBezTo>
                    <a:pt x="1717" y="60"/>
                    <a:pt x="1655" y="0"/>
                    <a:pt x="1579"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45" name="Google Shape;2545;p20"/>
            <p:cNvSpPr/>
            <p:nvPr/>
          </p:nvSpPr>
          <p:spPr>
            <a:xfrm>
              <a:off x="6742677" y="4330413"/>
              <a:ext cx="188270" cy="9870"/>
            </a:xfrm>
            <a:custGeom>
              <a:rect b="b" l="l" r="r" t="t"/>
              <a:pathLst>
                <a:path extrusionOk="0" h="278" w="5303">
                  <a:moveTo>
                    <a:pt x="139" y="0"/>
                  </a:moveTo>
                  <a:cubicBezTo>
                    <a:pt x="61" y="0"/>
                    <a:pt x="1" y="63"/>
                    <a:pt x="1" y="138"/>
                  </a:cubicBezTo>
                  <a:cubicBezTo>
                    <a:pt x="1" y="215"/>
                    <a:pt x="64" y="278"/>
                    <a:pt x="139" y="278"/>
                  </a:cubicBezTo>
                  <a:lnTo>
                    <a:pt x="5162" y="278"/>
                  </a:lnTo>
                  <a:cubicBezTo>
                    <a:pt x="5240" y="278"/>
                    <a:pt x="5302" y="215"/>
                    <a:pt x="5302" y="138"/>
                  </a:cubicBezTo>
                  <a:cubicBezTo>
                    <a:pt x="5302" y="63"/>
                    <a:pt x="5240" y="0"/>
                    <a:pt x="5162"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46" name="Google Shape;2546;p20"/>
            <p:cNvSpPr/>
            <p:nvPr/>
          </p:nvSpPr>
          <p:spPr>
            <a:xfrm>
              <a:off x="6863426" y="4356259"/>
              <a:ext cx="67526" cy="9906"/>
            </a:xfrm>
            <a:custGeom>
              <a:rect b="b" l="l" r="r" t="t"/>
              <a:pathLst>
                <a:path extrusionOk="0" h="279" w="1902">
                  <a:moveTo>
                    <a:pt x="140" y="0"/>
                  </a:moveTo>
                  <a:cubicBezTo>
                    <a:pt x="62" y="0"/>
                    <a:pt x="0" y="64"/>
                    <a:pt x="0" y="140"/>
                  </a:cubicBezTo>
                  <a:cubicBezTo>
                    <a:pt x="0" y="215"/>
                    <a:pt x="63" y="278"/>
                    <a:pt x="140" y="278"/>
                  </a:cubicBezTo>
                  <a:lnTo>
                    <a:pt x="1761" y="278"/>
                  </a:lnTo>
                  <a:cubicBezTo>
                    <a:pt x="1839" y="278"/>
                    <a:pt x="1901" y="215"/>
                    <a:pt x="1901" y="140"/>
                  </a:cubicBezTo>
                  <a:cubicBezTo>
                    <a:pt x="1901" y="64"/>
                    <a:pt x="1839" y="0"/>
                    <a:pt x="1761"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47" name="Google Shape;2547;p20"/>
            <p:cNvSpPr/>
            <p:nvPr/>
          </p:nvSpPr>
          <p:spPr>
            <a:xfrm>
              <a:off x="6742677" y="4356259"/>
              <a:ext cx="107786" cy="9906"/>
            </a:xfrm>
            <a:custGeom>
              <a:rect b="b" l="l" r="r" t="t"/>
              <a:pathLst>
                <a:path extrusionOk="0" h="279" w="3036">
                  <a:moveTo>
                    <a:pt x="139" y="0"/>
                  </a:moveTo>
                  <a:cubicBezTo>
                    <a:pt x="61" y="0"/>
                    <a:pt x="1" y="64"/>
                    <a:pt x="1" y="140"/>
                  </a:cubicBezTo>
                  <a:cubicBezTo>
                    <a:pt x="1" y="215"/>
                    <a:pt x="64" y="278"/>
                    <a:pt x="139" y="278"/>
                  </a:cubicBezTo>
                  <a:lnTo>
                    <a:pt x="2896" y="278"/>
                  </a:lnTo>
                  <a:cubicBezTo>
                    <a:pt x="2974" y="278"/>
                    <a:pt x="3036" y="215"/>
                    <a:pt x="3036" y="140"/>
                  </a:cubicBezTo>
                  <a:cubicBezTo>
                    <a:pt x="3036" y="64"/>
                    <a:pt x="2972" y="0"/>
                    <a:pt x="2896"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48" name="Google Shape;2548;p20"/>
            <p:cNvSpPr/>
            <p:nvPr/>
          </p:nvSpPr>
          <p:spPr>
            <a:xfrm>
              <a:off x="6742216" y="4380047"/>
              <a:ext cx="104271" cy="72963"/>
            </a:xfrm>
            <a:custGeom>
              <a:rect b="b" l="l" r="r" t="t"/>
              <a:pathLst>
                <a:path extrusionOk="0" h="2055" w="2937">
                  <a:moveTo>
                    <a:pt x="1080" y="279"/>
                  </a:moveTo>
                  <a:cubicBezTo>
                    <a:pt x="1103" y="279"/>
                    <a:pt x="1127" y="286"/>
                    <a:pt x="1149" y="305"/>
                  </a:cubicBezTo>
                  <a:cubicBezTo>
                    <a:pt x="1195" y="345"/>
                    <a:pt x="1221" y="438"/>
                    <a:pt x="1178" y="536"/>
                  </a:cubicBezTo>
                  <a:cubicBezTo>
                    <a:pt x="1093" y="722"/>
                    <a:pt x="933" y="854"/>
                    <a:pt x="746" y="952"/>
                  </a:cubicBezTo>
                  <a:cubicBezTo>
                    <a:pt x="771" y="687"/>
                    <a:pt x="850" y="392"/>
                    <a:pt x="979" y="313"/>
                  </a:cubicBezTo>
                  <a:cubicBezTo>
                    <a:pt x="1008" y="294"/>
                    <a:pt x="1044" y="279"/>
                    <a:pt x="1080" y="279"/>
                  </a:cubicBezTo>
                  <a:close/>
                  <a:moveTo>
                    <a:pt x="1085" y="1"/>
                  </a:moveTo>
                  <a:cubicBezTo>
                    <a:pt x="1003" y="1"/>
                    <a:pt x="917" y="26"/>
                    <a:pt x="835" y="76"/>
                  </a:cubicBezTo>
                  <a:cubicBezTo>
                    <a:pt x="706" y="155"/>
                    <a:pt x="607" y="309"/>
                    <a:pt x="542" y="533"/>
                  </a:cubicBezTo>
                  <a:cubicBezTo>
                    <a:pt x="487" y="725"/>
                    <a:pt x="470" y="915"/>
                    <a:pt x="466" y="1013"/>
                  </a:cubicBezTo>
                  <a:cubicBezTo>
                    <a:pt x="463" y="1033"/>
                    <a:pt x="463" y="1051"/>
                    <a:pt x="463" y="1072"/>
                  </a:cubicBezTo>
                  <a:cubicBezTo>
                    <a:pt x="376" y="1102"/>
                    <a:pt x="290" y="1126"/>
                    <a:pt x="208" y="1149"/>
                  </a:cubicBezTo>
                  <a:cubicBezTo>
                    <a:pt x="179" y="1156"/>
                    <a:pt x="150" y="1164"/>
                    <a:pt x="123" y="1169"/>
                  </a:cubicBezTo>
                  <a:cubicBezTo>
                    <a:pt x="48" y="1185"/>
                    <a:pt x="1" y="1259"/>
                    <a:pt x="17" y="1335"/>
                  </a:cubicBezTo>
                  <a:cubicBezTo>
                    <a:pt x="31" y="1399"/>
                    <a:pt x="89" y="1443"/>
                    <a:pt x="152" y="1443"/>
                  </a:cubicBezTo>
                  <a:cubicBezTo>
                    <a:pt x="162" y="1443"/>
                    <a:pt x="172" y="1442"/>
                    <a:pt x="182" y="1440"/>
                  </a:cubicBezTo>
                  <a:cubicBezTo>
                    <a:pt x="214" y="1434"/>
                    <a:pt x="245" y="1426"/>
                    <a:pt x="278" y="1417"/>
                  </a:cubicBezTo>
                  <a:cubicBezTo>
                    <a:pt x="340" y="1401"/>
                    <a:pt x="409" y="1381"/>
                    <a:pt x="480" y="1358"/>
                  </a:cubicBezTo>
                  <a:cubicBezTo>
                    <a:pt x="520" y="1617"/>
                    <a:pt x="621" y="1748"/>
                    <a:pt x="674" y="1800"/>
                  </a:cubicBezTo>
                  <a:cubicBezTo>
                    <a:pt x="763" y="1890"/>
                    <a:pt x="880" y="1936"/>
                    <a:pt x="1011" y="1936"/>
                  </a:cubicBezTo>
                  <a:cubicBezTo>
                    <a:pt x="1023" y="1936"/>
                    <a:pt x="1034" y="1936"/>
                    <a:pt x="1045" y="1935"/>
                  </a:cubicBezTo>
                  <a:cubicBezTo>
                    <a:pt x="1122" y="1932"/>
                    <a:pt x="1194" y="1902"/>
                    <a:pt x="1258" y="1857"/>
                  </a:cubicBezTo>
                  <a:cubicBezTo>
                    <a:pt x="1266" y="1870"/>
                    <a:pt x="1274" y="1882"/>
                    <a:pt x="1283" y="1893"/>
                  </a:cubicBezTo>
                  <a:cubicBezTo>
                    <a:pt x="1341" y="1959"/>
                    <a:pt x="1418" y="1996"/>
                    <a:pt x="1500" y="1996"/>
                  </a:cubicBezTo>
                  <a:cubicBezTo>
                    <a:pt x="1506" y="1996"/>
                    <a:pt x="1512" y="1996"/>
                    <a:pt x="1517" y="1995"/>
                  </a:cubicBezTo>
                  <a:cubicBezTo>
                    <a:pt x="1611" y="1990"/>
                    <a:pt x="1684" y="1946"/>
                    <a:pt x="1742" y="1893"/>
                  </a:cubicBezTo>
                  <a:cubicBezTo>
                    <a:pt x="1746" y="1899"/>
                    <a:pt x="1749" y="1905"/>
                    <a:pt x="1755" y="1908"/>
                  </a:cubicBezTo>
                  <a:cubicBezTo>
                    <a:pt x="1801" y="1961"/>
                    <a:pt x="1866" y="1990"/>
                    <a:pt x="1935" y="1990"/>
                  </a:cubicBezTo>
                  <a:lnTo>
                    <a:pt x="1936" y="1990"/>
                  </a:lnTo>
                  <a:cubicBezTo>
                    <a:pt x="2010" y="1990"/>
                    <a:pt x="2080" y="1959"/>
                    <a:pt x="2149" y="1902"/>
                  </a:cubicBezTo>
                  <a:cubicBezTo>
                    <a:pt x="2153" y="1908"/>
                    <a:pt x="2161" y="1918"/>
                    <a:pt x="2168" y="1925"/>
                  </a:cubicBezTo>
                  <a:cubicBezTo>
                    <a:pt x="2240" y="2007"/>
                    <a:pt x="2355" y="2054"/>
                    <a:pt x="2482" y="2054"/>
                  </a:cubicBezTo>
                  <a:lnTo>
                    <a:pt x="2483" y="2054"/>
                  </a:lnTo>
                  <a:cubicBezTo>
                    <a:pt x="2607" y="2054"/>
                    <a:pt x="2719" y="2007"/>
                    <a:pt x="2791" y="1928"/>
                  </a:cubicBezTo>
                  <a:cubicBezTo>
                    <a:pt x="2854" y="1856"/>
                    <a:pt x="2897" y="1767"/>
                    <a:pt x="2920" y="1659"/>
                  </a:cubicBezTo>
                  <a:cubicBezTo>
                    <a:pt x="2936" y="1587"/>
                    <a:pt x="2890" y="1513"/>
                    <a:pt x="2814" y="1496"/>
                  </a:cubicBezTo>
                  <a:cubicBezTo>
                    <a:pt x="2804" y="1494"/>
                    <a:pt x="2795" y="1493"/>
                    <a:pt x="2785" y="1493"/>
                  </a:cubicBezTo>
                  <a:cubicBezTo>
                    <a:pt x="2721" y="1493"/>
                    <a:pt x="2662" y="1537"/>
                    <a:pt x="2649" y="1603"/>
                  </a:cubicBezTo>
                  <a:cubicBezTo>
                    <a:pt x="2636" y="1662"/>
                    <a:pt x="2613" y="1712"/>
                    <a:pt x="2581" y="1748"/>
                  </a:cubicBezTo>
                  <a:cubicBezTo>
                    <a:pt x="2566" y="1764"/>
                    <a:pt x="2531" y="1781"/>
                    <a:pt x="2482" y="1781"/>
                  </a:cubicBezTo>
                  <a:cubicBezTo>
                    <a:pt x="2431" y="1781"/>
                    <a:pt x="2391" y="1762"/>
                    <a:pt x="2377" y="1745"/>
                  </a:cubicBezTo>
                  <a:cubicBezTo>
                    <a:pt x="2339" y="1702"/>
                    <a:pt x="2358" y="1628"/>
                    <a:pt x="2395" y="1529"/>
                  </a:cubicBezTo>
                  <a:cubicBezTo>
                    <a:pt x="2410" y="1496"/>
                    <a:pt x="2420" y="1464"/>
                    <a:pt x="2433" y="1434"/>
                  </a:cubicBezTo>
                  <a:lnTo>
                    <a:pt x="2433" y="1431"/>
                  </a:lnTo>
                  <a:cubicBezTo>
                    <a:pt x="2460" y="1359"/>
                    <a:pt x="2425" y="1279"/>
                    <a:pt x="2354" y="1251"/>
                  </a:cubicBezTo>
                  <a:cubicBezTo>
                    <a:pt x="2337" y="1245"/>
                    <a:pt x="2320" y="1242"/>
                    <a:pt x="2303" y="1242"/>
                  </a:cubicBezTo>
                  <a:cubicBezTo>
                    <a:pt x="2247" y="1242"/>
                    <a:pt x="2195" y="1275"/>
                    <a:pt x="2174" y="1331"/>
                  </a:cubicBezTo>
                  <a:cubicBezTo>
                    <a:pt x="2168" y="1345"/>
                    <a:pt x="2164" y="1358"/>
                    <a:pt x="2158" y="1372"/>
                  </a:cubicBezTo>
                  <a:cubicBezTo>
                    <a:pt x="2151" y="1388"/>
                    <a:pt x="2143" y="1407"/>
                    <a:pt x="2136" y="1426"/>
                  </a:cubicBezTo>
                  <a:cubicBezTo>
                    <a:pt x="2096" y="1523"/>
                    <a:pt x="2048" y="1618"/>
                    <a:pt x="1976" y="1685"/>
                  </a:cubicBezTo>
                  <a:cubicBezTo>
                    <a:pt x="1966" y="1692"/>
                    <a:pt x="1959" y="1699"/>
                    <a:pt x="1955" y="1703"/>
                  </a:cubicBezTo>
                  <a:cubicBezTo>
                    <a:pt x="1951" y="1689"/>
                    <a:pt x="1951" y="1670"/>
                    <a:pt x="1952" y="1654"/>
                  </a:cubicBezTo>
                  <a:cubicBezTo>
                    <a:pt x="1956" y="1624"/>
                    <a:pt x="1965" y="1591"/>
                    <a:pt x="1978" y="1559"/>
                  </a:cubicBezTo>
                  <a:cubicBezTo>
                    <a:pt x="1998" y="1515"/>
                    <a:pt x="2015" y="1466"/>
                    <a:pt x="2034" y="1411"/>
                  </a:cubicBezTo>
                  <a:cubicBezTo>
                    <a:pt x="2057" y="1339"/>
                    <a:pt x="2020" y="1260"/>
                    <a:pt x="1945" y="1236"/>
                  </a:cubicBezTo>
                  <a:cubicBezTo>
                    <a:pt x="1930" y="1230"/>
                    <a:pt x="1915" y="1228"/>
                    <a:pt x="1900" y="1228"/>
                  </a:cubicBezTo>
                  <a:cubicBezTo>
                    <a:pt x="1843" y="1228"/>
                    <a:pt x="1789" y="1265"/>
                    <a:pt x="1769" y="1323"/>
                  </a:cubicBezTo>
                  <a:cubicBezTo>
                    <a:pt x="1761" y="1349"/>
                    <a:pt x="1751" y="1374"/>
                    <a:pt x="1740" y="1401"/>
                  </a:cubicBezTo>
                  <a:cubicBezTo>
                    <a:pt x="1733" y="1418"/>
                    <a:pt x="1726" y="1436"/>
                    <a:pt x="1719" y="1454"/>
                  </a:cubicBezTo>
                  <a:cubicBezTo>
                    <a:pt x="1693" y="1512"/>
                    <a:pt x="1667" y="1559"/>
                    <a:pt x="1635" y="1598"/>
                  </a:cubicBezTo>
                  <a:cubicBezTo>
                    <a:pt x="1599" y="1647"/>
                    <a:pt x="1545" y="1719"/>
                    <a:pt x="1502" y="1721"/>
                  </a:cubicBezTo>
                  <a:lnTo>
                    <a:pt x="1496" y="1716"/>
                  </a:lnTo>
                  <a:cubicBezTo>
                    <a:pt x="1492" y="1706"/>
                    <a:pt x="1489" y="1677"/>
                    <a:pt x="1499" y="1640"/>
                  </a:cubicBezTo>
                  <a:cubicBezTo>
                    <a:pt x="1510" y="1598"/>
                    <a:pt x="1532" y="1555"/>
                    <a:pt x="1553" y="1515"/>
                  </a:cubicBezTo>
                  <a:cubicBezTo>
                    <a:pt x="1589" y="1446"/>
                    <a:pt x="1562" y="1361"/>
                    <a:pt x="1494" y="1328"/>
                  </a:cubicBezTo>
                  <a:cubicBezTo>
                    <a:pt x="1473" y="1317"/>
                    <a:pt x="1451" y="1311"/>
                    <a:pt x="1429" y="1311"/>
                  </a:cubicBezTo>
                  <a:cubicBezTo>
                    <a:pt x="1378" y="1311"/>
                    <a:pt x="1330" y="1339"/>
                    <a:pt x="1307" y="1387"/>
                  </a:cubicBezTo>
                  <a:cubicBezTo>
                    <a:pt x="1233" y="1531"/>
                    <a:pt x="1106" y="1656"/>
                    <a:pt x="1031" y="1660"/>
                  </a:cubicBezTo>
                  <a:cubicBezTo>
                    <a:pt x="1026" y="1660"/>
                    <a:pt x="1021" y="1660"/>
                    <a:pt x="1016" y="1660"/>
                  </a:cubicBezTo>
                  <a:cubicBezTo>
                    <a:pt x="956" y="1660"/>
                    <a:pt x="910" y="1644"/>
                    <a:pt x="871" y="1605"/>
                  </a:cubicBezTo>
                  <a:cubicBezTo>
                    <a:pt x="799" y="1533"/>
                    <a:pt x="762" y="1401"/>
                    <a:pt x="748" y="1259"/>
                  </a:cubicBezTo>
                  <a:cubicBezTo>
                    <a:pt x="1028" y="1135"/>
                    <a:pt x="1297" y="949"/>
                    <a:pt x="1433" y="651"/>
                  </a:cubicBezTo>
                  <a:cubicBezTo>
                    <a:pt x="1523" y="453"/>
                    <a:pt x="1481" y="224"/>
                    <a:pt x="1336" y="94"/>
                  </a:cubicBezTo>
                  <a:cubicBezTo>
                    <a:pt x="1265" y="32"/>
                    <a:pt x="1177" y="1"/>
                    <a:pt x="1085"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2549" name="Google Shape;2549;p20"/>
          <p:cNvGrpSpPr/>
          <p:nvPr/>
        </p:nvGrpSpPr>
        <p:grpSpPr>
          <a:xfrm>
            <a:off x="3363849" y="2958021"/>
            <a:ext cx="327023" cy="279700"/>
            <a:chOff x="6674262" y="2854696"/>
            <a:chExt cx="327023" cy="279700"/>
          </a:xfrm>
        </p:grpSpPr>
        <p:sp>
          <p:nvSpPr>
            <p:cNvPr id="2550" name="Google Shape;2550;p20"/>
            <p:cNvSpPr/>
            <p:nvPr/>
          </p:nvSpPr>
          <p:spPr>
            <a:xfrm>
              <a:off x="6806513" y="3066903"/>
              <a:ext cx="62449" cy="40618"/>
            </a:xfrm>
            <a:custGeom>
              <a:rect b="b" l="l" r="r" t="t"/>
              <a:pathLst>
                <a:path extrusionOk="0" h="1144" w="1759">
                  <a:moveTo>
                    <a:pt x="148" y="1"/>
                  </a:moveTo>
                  <a:cubicBezTo>
                    <a:pt x="148" y="1"/>
                    <a:pt x="98" y="741"/>
                    <a:pt x="0" y="1144"/>
                  </a:cubicBezTo>
                  <a:lnTo>
                    <a:pt x="1759" y="1144"/>
                  </a:lnTo>
                  <a:cubicBezTo>
                    <a:pt x="1662" y="742"/>
                    <a:pt x="1612" y="1"/>
                    <a:pt x="1612" y="1"/>
                  </a:cubicBezTo>
                  <a:close/>
                </a:path>
              </a:pathLst>
            </a:custGeom>
            <a:solidFill>
              <a:schemeClr val="l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51" name="Google Shape;2551;p20"/>
            <p:cNvSpPr/>
            <p:nvPr/>
          </p:nvSpPr>
          <p:spPr>
            <a:xfrm>
              <a:off x="6849757" y="3066903"/>
              <a:ext cx="19242" cy="40618"/>
            </a:xfrm>
            <a:custGeom>
              <a:rect b="b" l="l" r="r" t="t"/>
              <a:pathLst>
                <a:path extrusionOk="0" h="1144" w="542">
                  <a:moveTo>
                    <a:pt x="1" y="1"/>
                  </a:moveTo>
                  <a:cubicBezTo>
                    <a:pt x="1" y="1"/>
                    <a:pt x="51" y="741"/>
                    <a:pt x="151" y="1144"/>
                  </a:cubicBezTo>
                  <a:lnTo>
                    <a:pt x="542" y="1144"/>
                  </a:lnTo>
                  <a:cubicBezTo>
                    <a:pt x="444" y="741"/>
                    <a:pt x="394" y="1"/>
                    <a:pt x="394"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52" name="Google Shape;2552;p20"/>
            <p:cNvSpPr/>
            <p:nvPr/>
          </p:nvSpPr>
          <p:spPr>
            <a:xfrm>
              <a:off x="6674262" y="2854696"/>
              <a:ext cx="327014" cy="213598"/>
            </a:xfrm>
            <a:custGeom>
              <a:rect b="b" l="l" r="r" t="t"/>
              <a:pathLst>
                <a:path extrusionOk="0" h="6016" w="9211">
                  <a:moveTo>
                    <a:pt x="339" y="0"/>
                  </a:moveTo>
                  <a:cubicBezTo>
                    <a:pt x="152" y="0"/>
                    <a:pt x="1" y="151"/>
                    <a:pt x="1" y="338"/>
                  </a:cubicBezTo>
                  <a:lnTo>
                    <a:pt x="1" y="5677"/>
                  </a:lnTo>
                  <a:cubicBezTo>
                    <a:pt x="1" y="5864"/>
                    <a:pt x="152" y="6015"/>
                    <a:pt x="339" y="6015"/>
                  </a:cubicBezTo>
                  <a:lnTo>
                    <a:pt x="8872" y="6015"/>
                  </a:lnTo>
                  <a:cubicBezTo>
                    <a:pt x="9059" y="6015"/>
                    <a:pt x="9211" y="5864"/>
                    <a:pt x="9211" y="5677"/>
                  </a:cubicBezTo>
                  <a:lnTo>
                    <a:pt x="9211" y="338"/>
                  </a:lnTo>
                  <a:cubicBezTo>
                    <a:pt x="9211" y="151"/>
                    <a:pt x="9059" y="0"/>
                    <a:pt x="8872" y="0"/>
                  </a:cubicBezTo>
                  <a:close/>
                </a:path>
              </a:pathLst>
            </a:cu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53" name="Google Shape;2553;p20"/>
            <p:cNvSpPr/>
            <p:nvPr/>
          </p:nvSpPr>
          <p:spPr>
            <a:xfrm>
              <a:off x="6976114" y="2854696"/>
              <a:ext cx="25171" cy="213598"/>
            </a:xfrm>
            <a:custGeom>
              <a:rect b="b" l="l" r="r" t="t"/>
              <a:pathLst>
                <a:path extrusionOk="0" h="6016" w="709">
                  <a:moveTo>
                    <a:pt x="1" y="0"/>
                  </a:moveTo>
                  <a:cubicBezTo>
                    <a:pt x="188" y="0"/>
                    <a:pt x="339" y="151"/>
                    <a:pt x="339" y="338"/>
                  </a:cubicBezTo>
                  <a:lnTo>
                    <a:pt x="339" y="5677"/>
                  </a:lnTo>
                  <a:cubicBezTo>
                    <a:pt x="339" y="5864"/>
                    <a:pt x="188" y="6015"/>
                    <a:pt x="1" y="6015"/>
                  </a:cubicBezTo>
                  <a:lnTo>
                    <a:pt x="370" y="6015"/>
                  </a:lnTo>
                  <a:cubicBezTo>
                    <a:pt x="557" y="6015"/>
                    <a:pt x="709" y="5864"/>
                    <a:pt x="709" y="5677"/>
                  </a:cubicBezTo>
                  <a:lnTo>
                    <a:pt x="709" y="338"/>
                  </a:lnTo>
                  <a:cubicBezTo>
                    <a:pt x="709" y="151"/>
                    <a:pt x="557" y="0"/>
                    <a:pt x="370"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54" name="Google Shape;2554;p20"/>
            <p:cNvSpPr/>
            <p:nvPr/>
          </p:nvSpPr>
          <p:spPr>
            <a:xfrm>
              <a:off x="6674262" y="3033210"/>
              <a:ext cx="327014" cy="35079"/>
            </a:xfrm>
            <a:custGeom>
              <a:rect b="b" l="l" r="r" t="t"/>
              <a:pathLst>
                <a:path extrusionOk="0" h="988" w="9211">
                  <a:moveTo>
                    <a:pt x="1" y="0"/>
                  </a:moveTo>
                  <a:lnTo>
                    <a:pt x="1" y="649"/>
                  </a:lnTo>
                  <a:cubicBezTo>
                    <a:pt x="1" y="836"/>
                    <a:pt x="152" y="987"/>
                    <a:pt x="339" y="987"/>
                  </a:cubicBezTo>
                  <a:lnTo>
                    <a:pt x="8872" y="987"/>
                  </a:lnTo>
                  <a:cubicBezTo>
                    <a:pt x="9059" y="987"/>
                    <a:pt x="9211" y="836"/>
                    <a:pt x="9211" y="649"/>
                  </a:cubicBezTo>
                  <a:lnTo>
                    <a:pt x="9211" y="0"/>
                  </a:lnTo>
                  <a:close/>
                </a:path>
              </a:pathLst>
            </a:cu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55" name="Google Shape;2555;p20"/>
            <p:cNvSpPr/>
            <p:nvPr/>
          </p:nvSpPr>
          <p:spPr>
            <a:xfrm>
              <a:off x="6976114" y="3033210"/>
              <a:ext cx="25171" cy="35008"/>
            </a:xfrm>
            <a:custGeom>
              <a:rect b="b" l="l" r="r" t="t"/>
              <a:pathLst>
                <a:path extrusionOk="0" h="986" w="709">
                  <a:moveTo>
                    <a:pt x="339" y="0"/>
                  </a:moveTo>
                  <a:lnTo>
                    <a:pt x="339" y="648"/>
                  </a:lnTo>
                  <a:cubicBezTo>
                    <a:pt x="339" y="835"/>
                    <a:pt x="188" y="986"/>
                    <a:pt x="1" y="986"/>
                  </a:cubicBezTo>
                  <a:lnTo>
                    <a:pt x="370" y="986"/>
                  </a:lnTo>
                  <a:cubicBezTo>
                    <a:pt x="557" y="986"/>
                    <a:pt x="709" y="835"/>
                    <a:pt x="709" y="648"/>
                  </a:cubicBezTo>
                  <a:lnTo>
                    <a:pt x="709" y="0"/>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56" name="Google Shape;2556;p20"/>
            <p:cNvSpPr/>
            <p:nvPr/>
          </p:nvSpPr>
          <p:spPr>
            <a:xfrm>
              <a:off x="6674262" y="2854696"/>
              <a:ext cx="100224" cy="178555"/>
            </a:xfrm>
            <a:custGeom>
              <a:rect b="b" l="l" r="r" t="t"/>
              <a:pathLst>
                <a:path extrusionOk="0" h="5029" w="2823">
                  <a:moveTo>
                    <a:pt x="339" y="0"/>
                  </a:moveTo>
                  <a:cubicBezTo>
                    <a:pt x="152" y="0"/>
                    <a:pt x="1" y="151"/>
                    <a:pt x="1" y="338"/>
                  </a:cubicBezTo>
                  <a:lnTo>
                    <a:pt x="1" y="5028"/>
                  </a:lnTo>
                  <a:lnTo>
                    <a:pt x="2823" y="5028"/>
                  </a:lnTo>
                  <a:lnTo>
                    <a:pt x="2823" y="0"/>
                  </a:ln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57" name="Google Shape;2557;p20"/>
            <p:cNvSpPr/>
            <p:nvPr/>
          </p:nvSpPr>
          <p:spPr>
            <a:xfrm>
              <a:off x="6761068" y="2854696"/>
              <a:ext cx="13420" cy="178555"/>
            </a:xfrm>
            <a:custGeom>
              <a:rect b="b" l="l" r="r" t="t"/>
              <a:pathLst>
                <a:path extrusionOk="0" h="5029" w="378">
                  <a:moveTo>
                    <a:pt x="1" y="0"/>
                  </a:moveTo>
                  <a:lnTo>
                    <a:pt x="1" y="5028"/>
                  </a:lnTo>
                  <a:lnTo>
                    <a:pt x="378" y="5028"/>
                  </a:lnTo>
                  <a:lnTo>
                    <a:pt x="378" y="0"/>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58" name="Google Shape;2558;p20"/>
            <p:cNvSpPr/>
            <p:nvPr/>
          </p:nvSpPr>
          <p:spPr>
            <a:xfrm>
              <a:off x="6690310" y="2872981"/>
              <a:ext cx="17148" cy="9835"/>
            </a:xfrm>
            <a:custGeom>
              <a:rect b="b" l="l" r="r" t="t"/>
              <a:pathLst>
                <a:path extrusionOk="0" h="277" w="483">
                  <a:moveTo>
                    <a:pt x="139" y="0"/>
                  </a:moveTo>
                  <a:cubicBezTo>
                    <a:pt x="64" y="0"/>
                    <a:pt x="1" y="61"/>
                    <a:pt x="1" y="139"/>
                  </a:cubicBezTo>
                  <a:cubicBezTo>
                    <a:pt x="1" y="215"/>
                    <a:pt x="61" y="277"/>
                    <a:pt x="139" y="277"/>
                  </a:cubicBezTo>
                  <a:lnTo>
                    <a:pt x="345" y="277"/>
                  </a:lnTo>
                  <a:cubicBezTo>
                    <a:pt x="419" y="277"/>
                    <a:pt x="483" y="216"/>
                    <a:pt x="483" y="139"/>
                  </a:cubicBezTo>
                  <a:cubicBezTo>
                    <a:pt x="483" y="64"/>
                    <a:pt x="421" y="0"/>
                    <a:pt x="345"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59" name="Google Shape;2559;p20"/>
            <p:cNvSpPr/>
            <p:nvPr/>
          </p:nvSpPr>
          <p:spPr>
            <a:xfrm>
              <a:off x="6713955" y="2872981"/>
              <a:ext cx="44556" cy="9835"/>
            </a:xfrm>
            <a:custGeom>
              <a:rect b="b" l="l" r="r" t="t"/>
              <a:pathLst>
                <a:path extrusionOk="0" h="277" w="1255">
                  <a:moveTo>
                    <a:pt x="141" y="0"/>
                  </a:moveTo>
                  <a:cubicBezTo>
                    <a:pt x="64" y="0"/>
                    <a:pt x="1" y="61"/>
                    <a:pt x="1" y="139"/>
                  </a:cubicBezTo>
                  <a:cubicBezTo>
                    <a:pt x="1" y="215"/>
                    <a:pt x="63" y="277"/>
                    <a:pt x="141" y="277"/>
                  </a:cubicBezTo>
                  <a:lnTo>
                    <a:pt x="1115" y="277"/>
                  </a:lnTo>
                  <a:cubicBezTo>
                    <a:pt x="1191" y="277"/>
                    <a:pt x="1254" y="216"/>
                    <a:pt x="1254" y="139"/>
                  </a:cubicBezTo>
                  <a:cubicBezTo>
                    <a:pt x="1254" y="64"/>
                    <a:pt x="1192" y="0"/>
                    <a:pt x="1115"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60" name="Google Shape;2560;p20"/>
            <p:cNvSpPr/>
            <p:nvPr/>
          </p:nvSpPr>
          <p:spPr>
            <a:xfrm>
              <a:off x="6699363" y="2899396"/>
              <a:ext cx="17148" cy="9906"/>
            </a:xfrm>
            <a:custGeom>
              <a:rect b="b" l="l" r="r" t="t"/>
              <a:pathLst>
                <a:path extrusionOk="0" h="279" w="483">
                  <a:moveTo>
                    <a:pt x="140" y="0"/>
                  </a:moveTo>
                  <a:cubicBezTo>
                    <a:pt x="64" y="0"/>
                    <a:pt x="0" y="64"/>
                    <a:pt x="0" y="140"/>
                  </a:cubicBezTo>
                  <a:cubicBezTo>
                    <a:pt x="0" y="215"/>
                    <a:pt x="62" y="278"/>
                    <a:pt x="140" y="278"/>
                  </a:cubicBezTo>
                  <a:lnTo>
                    <a:pt x="344" y="278"/>
                  </a:lnTo>
                  <a:cubicBezTo>
                    <a:pt x="422" y="278"/>
                    <a:pt x="482" y="215"/>
                    <a:pt x="482" y="140"/>
                  </a:cubicBezTo>
                  <a:cubicBezTo>
                    <a:pt x="482" y="64"/>
                    <a:pt x="422" y="0"/>
                    <a:pt x="344"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61" name="Google Shape;2561;p20"/>
            <p:cNvSpPr/>
            <p:nvPr/>
          </p:nvSpPr>
          <p:spPr>
            <a:xfrm>
              <a:off x="6723079" y="2899396"/>
              <a:ext cx="35431" cy="9906"/>
            </a:xfrm>
            <a:custGeom>
              <a:rect b="b" l="l" r="r" t="t"/>
              <a:pathLst>
                <a:path extrusionOk="0" h="279" w="998">
                  <a:moveTo>
                    <a:pt x="138" y="0"/>
                  </a:moveTo>
                  <a:cubicBezTo>
                    <a:pt x="63" y="0"/>
                    <a:pt x="0" y="64"/>
                    <a:pt x="0" y="140"/>
                  </a:cubicBezTo>
                  <a:cubicBezTo>
                    <a:pt x="0" y="215"/>
                    <a:pt x="62" y="278"/>
                    <a:pt x="138" y="278"/>
                  </a:cubicBezTo>
                  <a:lnTo>
                    <a:pt x="858" y="278"/>
                  </a:lnTo>
                  <a:cubicBezTo>
                    <a:pt x="934" y="278"/>
                    <a:pt x="997" y="215"/>
                    <a:pt x="997" y="140"/>
                  </a:cubicBezTo>
                  <a:cubicBezTo>
                    <a:pt x="997" y="64"/>
                    <a:pt x="935" y="0"/>
                    <a:pt x="858"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62" name="Google Shape;2562;p20"/>
            <p:cNvSpPr/>
            <p:nvPr/>
          </p:nvSpPr>
          <p:spPr>
            <a:xfrm>
              <a:off x="6690310" y="2925846"/>
              <a:ext cx="17148" cy="9870"/>
            </a:xfrm>
            <a:custGeom>
              <a:rect b="b" l="l" r="r" t="t"/>
              <a:pathLst>
                <a:path extrusionOk="0" h="278" w="483">
                  <a:moveTo>
                    <a:pt x="139" y="1"/>
                  </a:moveTo>
                  <a:cubicBezTo>
                    <a:pt x="64" y="1"/>
                    <a:pt x="1" y="64"/>
                    <a:pt x="1" y="139"/>
                  </a:cubicBezTo>
                  <a:cubicBezTo>
                    <a:pt x="1" y="215"/>
                    <a:pt x="61" y="277"/>
                    <a:pt x="139" y="277"/>
                  </a:cubicBezTo>
                  <a:lnTo>
                    <a:pt x="345" y="277"/>
                  </a:lnTo>
                  <a:cubicBezTo>
                    <a:pt x="419" y="277"/>
                    <a:pt x="483" y="215"/>
                    <a:pt x="483" y="139"/>
                  </a:cubicBezTo>
                  <a:cubicBezTo>
                    <a:pt x="483" y="64"/>
                    <a:pt x="421" y="1"/>
                    <a:pt x="345"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63" name="Google Shape;2563;p20"/>
            <p:cNvSpPr/>
            <p:nvPr/>
          </p:nvSpPr>
          <p:spPr>
            <a:xfrm>
              <a:off x="6713955" y="2925846"/>
              <a:ext cx="44556" cy="9870"/>
            </a:xfrm>
            <a:custGeom>
              <a:rect b="b" l="l" r="r" t="t"/>
              <a:pathLst>
                <a:path extrusionOk="0" h="278" w="1255">
                  <a:moveTo>
                    <a:pt x="141" y="1"/>
                  </a:moveTo>
                  <a:cubicBezTo>
                    <a:pt x="64" y="1"/>
                    <a:pt x="1" y="64"/>
                    <a:pt x="1" y="139"/>
                  </a:cubicBezTo>
                  <a:cubicBezTo>
                    <a:pt x="1" y="215"/>
                    <a:pt x="63" y="277"/>
                    <a:pt x="141" y="277"/>
                  </a:cubicBezTo>
                  <a:lnTo>
                    <a:pt x="1115" y="277"/>
                  </a:lnTo>
                  <a:cubicBezTo>
                    <a:pt x="1191" y="277"/>
                    <a:pt x="1254" y="215"/>
                    <a:pt x="1254" y="139"/>
                  </a:cubicBezTo>
                  <a:cubicBezTo>
                    <a:pt x="1254" y="64"/>
                    <a:pt x="1192" y="1"/>
                    <a:pt x="1115"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64" name="Google Shape;2564;p20"/>
            <p:cNvSpPr/>
            <p:nvPr/>
          </p:nvSpPr>
          <p:spPr>
            <a:xfrm>
              <a:off x="6699363" y="2952261"/>
              <a:ext cx="17148" cy="9906"/>
            </a:xfrm>
            <a:custGeom>
              <a:rect b="b" l="l" r="r" t="t"/>
              <a:pathLst>
                <a:path extrusionOk="0" h="279" w="483">
                  <a:moveTo>
                    <a:pt x="140" y="1"/>
                  </a:moveTo>
                  <a:cubicBezTo>
                    <a:pt x="64" y="1"/>
                    <a:pt x="0" y="64"/>
                    <a:pt x="0" y="140"/>
                  </a:cubicBezTo>
                  <a:cubicBezTo>
                    <a:pt x="0" y="215"/>
                    <a:pt x="62" y="279"/>
                    <a:pt x="140" y="279"/>
                  </a:cubicBezTo>
                  <a:lnTo>
                    <a:pt x="344" y="279"/>
                  </a:lnTo>
                  <a:cubicBezTo>
                    <a:pt x="422" y="279"/>
                    <a:pt x="482" y="215"/>
                    <a:pt x="482" y="140"/>
                  </a:cubicBezTo>
                  <a:cubicBezTo>
                    <a:pt x="482" y="64"/>
                    <a:pt x="422" y="1"/>
                    <a:pt x="344"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65" name="Google Shape;2565;p20"/>
            <p:cNvSpPr/>
            <p:nvPr/>
          </p:nvSpPr>
          <p:spPr>
            <a:xfrm>
              <a:off x="6723079" y="2952261"/>
              <a:ext cx="35431" cy="9906"/>
            </a:xfrm>
            <a:custGeom>
              <a:rect b="b" l="l" r="r" t="t"/>
              <a:pathLst>
                <a:path extrusionOk="0" h="279" w="998">
                  <a:moveTo>
                    <a:pt x="138" y="1"/>
                  </a:moveTo>
                  <a:cubicBezTo>
                    <a:pt x="63" y="1"/>
                    <a:pt x="0" y="64"/>
                    <a:pt x="0" y="140"/>
                  </a:cubicBezTo>
                  <a:cubicBezTo>
                    <a:pt x="0" y="215"/>
                    <a:pt x="62" y="279"/>
                    <a:pt x="138" y="279"/>
                  </a:cubicBezTo>
                  <a:lnTo>
                    <a:pt x="858" y="279"/>
                  </a:lnTo>
                  <a:cubicBezTo>
                    <a:pt x="934" y="279"/>
                    <a:pt x="997" y="215"/>
                    <a:pt x="997" y="140"/>
                  </a:cubicBezTo>
                  <a:cubicBezTo>
                    <a:pt x="997" y="64"/>
                    <a:pt x="935" y="1"/>
                    <a:pt x="858"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66" name="Google Shape;2566;p20"/>
            <p:cNvSpPr/>
            <p:nvPr/>
          </p:nvSpPr>
          <p:spPr>
            <a:xfrm>
              <a:off x="6690310" y="2978747"/>
              <a:ext cx="17148" cy="9835"/>
            </a:xfrm>
            <a:custGeom>
              <a:rect b="b" l="l" r="r" t="t"/>
              <a:pathLst>
                <a:path extrusionOk="0" h="277" w="483">
                  <a:moveTo>
                    <a:pt x="139" y="0"/>
                  </a:moveTo>
                  <a:cubicBezTo>
                    <a:pt x="64" y="0"/>
                    <a:pt x="1" y="61"/>
                    <a:pt x="1" y="138"/>
                  </a:cubicBezTo>
                  <a:cubicBezTo>
                    <a:pt x="1" y="215"/>
                    <a:pt x="61" y="277"/>
                    <a:pt x="139" y="277"/>
                  </a:cubicBezTo>
                  <a:lnTo>
                    <a:pt x="345" y="277"/>
                  </a:lnTo>
                  <a:cubicBezTo>
                    <a:pt x="419" y="277"/>
                    <a:pt x="483" y="215"/>
                    <a:pt x="483" y="138"/>
                  </a:cubicBezTo>
                  <a:cubicBezTo>
                    <a:pt x="483" y="64"/>
                    <a:pt x="421" y="0"/>
                    <a:pt x="345"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67" name="Google Shape;2567;p20"/>
            <p:cNvSpPr/>
            <p:nvPr/>
          </p:nvSpPr>
          <p:spPr>
            <a:xfrm>
              <a:off x="6713955" y="2978747"/>
              <a:ext cx="44556" cy="9835"/>
            </a:xfrm>
            <a:custGeom>
              <a:rect b="b" l="l" r="r" t="t"/>
              <a:pathLst>
                <a:path extrusionOk="0" h="277" w="1255">
                  <a:moveTo>
                    <a:pt x="141" y="0"/>
                  </a:moveTo>
                  <a:cubicBezTo>
                    <a:pt x="64" y="0"/>
                    <a:pt x="1" y="61"/>
                    <a:pt x="1" y="138"/>
                  </a:cubicBezTo>
                  <a:cubicBezTo>
                    <a:pt x="1" y="215"/>
                    <a:pt x="63" y="277"/>
                    <a:pt x="141" y="277"/>
                  </a:cubicBezTo>
                  <a:lnTo>
                    <a:pt x="1115" y="277"/>
                  </a:lnTo>
                  <a:cubicBezTo>
                    <a:pt x="1191" y="277"/>
                    <a:pt x="1254" y="215"/>
                    <a:pt x="1254" y="138"/>
                  </a:cubicBezTo>
                  <a:cubicBezTo>
                    <a:pt x="1254" y="64"/>
                    <a:pt x="1192" y="0"/>
                    <a:pt x="1115"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68" name="Google Shape;2568;p20"/>
            <p:cNvSpPr/>
            <p:nvPr/>
          </p:nvSpPr>
          <p:spPr>
            <a:xfrm>
              <a:off x="6699363" y="3005091"/>
              <a:ext cx="17254" cy="9906"/>
            </a:xfrm>
            <a:custGeom>
              <a:rect b="b" l="l" r="r" t="t"/>
              <a:pathLst>
                <a:path extrusionOk="0" h="279" w="486">
                  <a:moveTo>
                    <a:pt x="140" y="1"/>
                  </a:moveTo>
                  <a:cubicBezTo>
                    <a:pt x="64" y="1"/>
                    <a:pt x="0" y="63"/>
                    <a:pt x="0" y="139"/>
                  </a:cubicBezTo>
                  <a:cubicBezTo>
                    <a:pt x="0" y="215"/>
                    <a:pt x="62" y="279"/>
                    <a:pt x="140" y="279"/>
                  </a:cubicBezTo>
                  <a:lnTo>
                    <a:pt x="344" y="279"/>
                  </a:lnTo>
                  <a:cubicBezTo>
                    <a:pt x="422" y="279"/>
                    <a:pt x="485" y="217"/>
                    <a:pt x="482" y="139"/>
                  </a:cubicBezTo>
                  <a:cubicBezTo>
                    <a:pt x="482" y="64"/>
                    <a:pt x="422" y="1"/>
                    <a:pt x="344"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69" name="Google Shape;2569;p20"/>
            <p:cNvSpPr/>
            <p:nvPr/>
          </p:nvSpPr>
          <p:spPr>
            <a:xfrm>
              <a:off x="6723079" y="3005091"/>
              <a:ext cx="35431" cy="9906"/>
            </a:xfrm>
            <a:custGeom>
              <a:rect b="b" l="l" r="r" t="t"/>
              <a:pathLst>
                <a:path extrusionOk="0" h="279" w="998">
                  <a:moveTo>
                    <a:pt x="138" y="1"/>
                  </a:moveTo>
                  <a:cubicBezTo>
                    <a:pt x="63" y="1"/>
                    <a:pt x="0" y="63"/>
                    <a:pt x="0" y="139"/>
                  </a:cubicBezTo>
                  <a:cubicBezTo>
                    <a:pt x="0" y="215"/>
                    <a:pt x="62" y="279"/>
                    <a:pt x="138" y="279"/>
                  </a:cubicBezTo>
                  <a:lnTo>
                    <a:pt x="858" y="279"/>
                  </a:lnTo>
                  <a:cubicBezTo>
                    <a:pt x="934" y="279"/>
                    <a:pt x="997" y="217"/>
                    <a:pt x="997" y="139"/>
                  </a:cubicBezTo>
                  <a:cubicBezTo>
                    <a:pt x="997" y="64"/>
                    <a:pt x="935" y="1"/>
                    <a:pt x="858"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70" name="Google Shape;2570;p20"/>
            <p:cNvSpPr/>
            <p:nvPr/>
          </p:nvSpPr>
          <p:spPr>
            <a:xfrm>
              <a:off x="6821709" y="2874721"/>
              <a:ext cx="27798" cy="30996"/>
            </a:xfrm>
            <a:custGeom>
              <a:rect b="b" l="l" r="r" t="t"/>
              <a:pathLst>
                <a:path extrusionOk="0" h="873" w="783">
                  <a:moveTo>
                    <a:pt x="438" y="0"/>
                  </a:moveTo>
                  <a:cubicBezTo>
                    <a:pt x="198" y="0"/>
                    <a:pt x="1" y="196"/>
                    <a:pt x="1" y="436"/>
                  </a:cubicBezTo>
                  <a:cubicBezTo>
                    <a:pt x="1" y="678"/>
                    <a:pt x="199" y="872"/>
                    <a:pt x="440" y="872"/>
                  </a:cubicBezTo>
                  <a:cubicBezTo>
                    <a:pt x="538" y="872"/>
                    <a:pt x="627" y="839"/>
                    <a:pt x="696" y="779"/>
                  </a:cubicBezTo>
                  <a:cubicBezTo>
                    <a:pt x="709" y="766"/>
                    <a:pt x="723" y="753"/>
                    <a:pt x="733" y="739"/>
                  </a:cubicBezTo>
                  <a:cubicBezTo>
                    <a:pt x="782" y="680"/>
                    <a:pt x="775" y="593"/>
                    <a:pt x="717" y="543"/>
                  </a:cubicBezTo>
                  <a:cubicBezTo>
                    <a:pt x="691" y="521"/>
                    <a:pt x="659" y="510"/>
                    <a:pt x="628" y="510"/>
                  </a:cubicBezTo>
                  <a:cubicBezTo>
                    <a:pt x="589" y="510"/>
                    <a:pt x="550" y="527"/>
                    <a:pt x="522" y="559"/>
                  </a:cubicBezTo>
                  <a:lnTo>
                    <a:pt x="510" y="570"/>
                  </a:lnTo>
                  <a:cubicBezTo>
                    <a:pt x="493" y="586"/>
                    <a:pt x="469" y="593"/>
                    <a:pt x="440" y="593"/>
                  </a:cubicBezTo>
                  <a:cubicBezTo>
                    <a:pt x="352" y="593"/>
                    <a:pt x="281" y="521"/>
                    <a:pt x="281" y="435"/>
                  </a:cubicBezTo>
                  <a:cubicBezTo>
                    <a:pt x="281" y="347"/>
                    <a:pt x="353" y="277"/>
                    <a:pt x="440" y="277"/>
                  </a:cubicBezTo>
                  <a:cubicBezTo>
                    <a:pt x="473" y="277"/>
                    <a:pt x="503" y="285"/>
                    <a:pt x="529" y="304"/>
                  </a:cubicBezTo>
                  <a:cubicBezTo>
                    <a:pt x="552" y="320"/>
                    <a:pt x="579" y="328"/>
                    <a:pt x="606" y="328"/>
                  </a:cubicBezTo>
                  <a:cubicBezTo>
                    <a:pt x="650" y="328"/>
                    <a:pt x="694" y="307"/>
                    <a:pt x="720" y="267"/>
                  </a:cubicBezTo>
                  <a:cubicBezTo>
                    <a:pt x="764" y="203"/>
                    <a:pt x="748" y="117"/>
                    <a:pt x="683" y="74"/>
                  </a:cubicBezTo>
                  <a:cubicBezTo>
                    <a:pt x="611" y="25"/>
                    <a:pt x="526" y="0"/>
                    <a:pt x="438"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71" name="Google Shape;2571;p20"/>
            <p:cNvSpPr/>
            <p:nvPr/>
          </p:nvSpPr>
          <p:spPr>
            <a:xfrm>
              <a:off x="6854763" y="2874614"/>
              <a:ext cx="31065" cy="31102"/>
            </a:xfrm>
            <a:custGeom>
              <a:rect b="b" l="l" r="r" t="t"/>
              <a:pathLst>
                <a:path extrusionOk="0" h="876" w="875">
                  <a:moveTo>
                    <a:pt x="437" y="280"/>
                  </a:moveTo>
                  <a:cubicBezTo>
                    <a:pt x="526" y="280"/>
                    <a:pt x="595" y="352"/>
                    <a:pt x="595" y="438"/>
                  </a:cubicBezTo>
                  <a:cubicBezTo>
                    <a:pt x="595" y="526"/>
                    <a:pt x="523" y="596"/>
                    <a:pt x="437" y="596"/>
                  </a:cubicBezTo>
                  <a:cubicBezTo>
                    <a:pt x="349" y="596"/>
                    <a:pt x="279" y="524"/>
                    <a:pt x="279" y="438"/>
                  </a:cubicBezTo>
                  <a:cubicBezTo>
                    <a:pt x="277" y="350"/>
                    <a:pt x="349" y="280"/>
                    <a:pt x="437" y="280"/>
                  </a:cubicBezTo>
                  <a:close/>
                  <a:moveTo>
                    <a:pt x="437" y="0"/>
                  </a:moveTo>
                  <a:cubicBezTo>
                    <a:pt x="197" y="0"/>
                    <a:pt x="1" y="198"/>
                    <a:pt x="1" y="438"/>
                  </a:cubicBezTo>
                  <a:cubicBezTo>
                    <a:pt x="1" y="680"/>
                    <a:pt x="197" y="875"/>
                    <a:pt x="437" y="875"/>
                  </a:cubicBezTo>
                  <a:cubicBezTo>
                    <a:pt x="679" y="875"/>
                    <a:pt x="874" y="680"/>
                    <a:pt x="874" y="438"/>
                  </a:cubicBezTo>
                  <a:cubicBezTo>
                    <a:pt x="874" y="198"/>
                    <a:pt x="679" y="0"/>
                    <a:pt x="437"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72" name="Google Shape;2572;p20"/>
            <p:cNvSpPr/>
            <p:nvPr/>
          </p:nvSpPr>
          <p:spPr>
            <a:xfrm>
              <a:off x="6891473" y="2873691"/>
              <a:ext cx="37917" cy="31244"/>
            </a:xfrm>
            <a:custGeom>
              <a:rect b="b" l="l" r="r" t="t"/>
              <a:pathLst>
                <a:path extrusionOk="0" h="880" w="1068">
                  <a:moveTo>
                    <a:pt x="140" y="1"/>
                  </a:moveTo>
                  <a:cubicBezTo>
                    <a:pt x="62" y="1"/>
                    <a:pt x="0" y="62"/>
                    <a:pt x="0" y="139"/>
                  </a:cubicBezTo>
                  <a:lnTo>
                    <a:pt x="0" y="737"/>
                  </a:lnTo>
                  <a:cubicBezTo>
                    <a:pt x="4" y="817"/>
                    <a:pt x="68" y="878"/>
                    <a:pt x="143" y="878"/>
                  </a:cubicBezTo>
                  <a:cubicBezTo>
                    <a:pt x="220" y="878"/>
                    <a:pt x="281" y="815"/>
                    <a:pt x="281" y="739"/>
                  </a:cubicBezTo>
                  <a:lnTo>
                    <a:pt x="281" y="432"/>
                  </a:lnTo>
                  <a:cubicBezTo>
                    <a:pt x="281" y="418"/>
                    <a:pt x="284" y="291"/>
                    <a:pt x="357" y="291"/>
                  </a:cubicBezTo>
                  <a:cubicBezTo>
                    <a:pt x="370" y="291"/>
                    <a:pt x="377" y="293"/>
                    <a:pt x="377" y="293"/>
                  </a:cubicBezTo>
                  <a:cubicBezTo>
                    <a:pt x="377" y="293"/>
                    <a:pt x="396" y="314"/>
                    <a:pt x="399" y="405"/>
                  </a:cubicBezTo>
                  <a:lnTo>
                    <a:pt x="399" y="442"/>
                  </a:lnTo>
                  <a:lnTo>
                    <a:pt x="399" y="444"/>
                  </a:lnTo>
                  <a:lnTo>
                    <a:pt x="399" y="742"/>
                  </a:lnTo>
                  <a:cubicBezTo>
                    <a:pt x="399" y="818"/>
                    <a:pt x="461" y="880"/>
                    <a:pt x="537" y="880"/>
                  </a:cubicBezTo>
                  <a:cubicBezTo>
                    <a:pt x="615" y="880"/>
                    <a:pt x="675" y="817"/>
                    <a:pt x="675" y="742"/>
                  </a:cubicBezTo>
                  <a:lnTo>
                    <a:pt x="675" y="473"/>
                  </a:lnTo>
                  <a:lnTo>
                    <a:pt x="675" y="429"/>
                  </a:lnTo>
                  <a:lnTo>
                    <a:pt x="675" y="418"/>
                  </a:lnTo>
                  <a:lnTo>
                    <a:pt x="675" y="391"/>
                  </a:lnTo>
                  <a:cubicBezTo>
                    <a:pt x="675" y="293"/>
                    <a:pt x="715" y="293"/>
                    <a:pt x="740" y="293"/>
                  </a:cubicBezTo>
                  <a:cubicBezTo>
                    <a:pt x="763" y="293"/>
                    <a:pt x="773" y="297"/>
                    <a:pt x="773" y="297"/>
                  </a:cubicBezTo>
                  <a:cubicBezTo>
                    <a:pt x="774" y="298"/>
                    <a:pt x="792" y="324"/>
                    <a:pt x="787" y="429"/>
                  </a:cubicBezTo>
                  <a:lnTo>
                    <a:pt x="787" y="435"/>
                  </a:lnTo>
                  <a:lnTo>
                    <a:pt x="787" y="739"/>
                  </a:lnTo>
                  <a:cubicBezTo>
                    <a:pt x="787" y="817"/>
                    <a:pt x="849" y="878"/>
                    <a:pt x="925" y="878"/>
                  </a:cubicBezTo>
                  <a:cubicBezTo>
                    <a:pt x="1003" y="878"/>
                    <a:pt x="1064" y="815"/>
                    <a:pt x="1064" y="739"/>
                  </a:cubicBezTo>
                  <a:lnTo>
                    <a:pt x="1064" y="437"/>
                  </a:lnTo>
                  <a:cubicBezTo>
                    <a:pt x="1068" y="339"/>
                    <a:pt x="1062" y="198"/>
                    <a:pt x="971" y="103"/>
                  </a:cubicBezTo>
                  <a:cubicBezTo>
                    <a:pt x="914" y="44"/>
                    <a:pt x="838" y="12"/>
                    <a:pt x="738" y="12"/>
                  </a:cubicBezTo>
                  <a:cubicBezTo>
                    <a:pt x="665" y="12"/>
                    <a:pt x="597" y="32"/>
                    <a:pt x="544" y="68"/>
                  </a:cubicBezTo>
                  <a:cubicBezTo>
                    <a:pt x="481" y="19"/>
                    <a:pt x="409" y="9"/>
                    <a:pt x="353" y="9"/>
                  </a:cubicBezTo>
                  <a:cubicBezTo>
                    <a:pt x="308" y="9"/>
                    <a:pt x="266" y="18"/>
                    <a:pt x="229" y="32"/>
                  </a:cubicBezTo>
                  <a:cubicBezTo>
                    <a:pt x="206" y="12"/>
                    <a:pt x="173" y="1"/>
                    <a:pt x="140"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73" name="Google Shape;2573;p20"/>
            <p:cNvSpPr/>
            <p:nvPr/>
          </p:nvSpPr>
          <p:spPr>
            <a:xfrm>
              <a:off x="6794016" y="2872945"/>
              <a:ext cx="17680" cy="32771"/>
            </a:xfrm>
            <a:custGeom>
              <a:rect b="b" l="l" r="r" t="t"/>
              <a:pathLst>
                <a:path extrusionOk="0" h="923" w="498">
                  <a:moveTo>
                    <a:pt x="338" y="1"/>
                  </a:moveTo>
                  <a:cubicBezTo>
                    <a:pt x="290" y="1"/>
                    <a:pt x="245" y="25"/>
                    <a:pt x="218" y="68"/>
                  </a:cubicBezTo>
                  <a:lnTo>
                    <a:pt x="28" y="383"/>
                  </a:lnTo>
                  <a:cubicBezTo>
                    <a:pt x="1" y="426"/>
                    <a:pt x="1" y="479"/>
                    <a:pt x="25" y="524"/>
                  </a:cubicBezTo>
                  <a:lnTo>
                    <a:pt x="217" y="852"/>
                  </a:lnTo>
                  <a:cubicBezTo>
                    <a:pt x="241" y="897"/>
                    <a:pt x="289" y="922"/>
                    <a:pt x="338" y="922"/>
                  </a:cubicBezTo>
                  <a:cubicBezTo>
                    <a:pt x="361" y="922"/>
                    <a:pt x="384" y="917"/>
                    <a:pt x="407" y="904"/>
                  </a:cubicBezTo>
                  <a:cubicBezTo>
                    <a:pt x="474" y="866"/>
                    <a:pt x="497" y="780"/>
                    <a:pt x="457" y="714"/>
                  </a:cubicBezTo>
                  <a:lnTo>
                    <a:pt x="309" y="456"/>
                  </a:lnTo>
                  <a:lnTo>
                    <a:pt x="456" y="212"/>
                  </a:lnTo>
                  <a:cubicBezTo>
                    <a:pt x="496" y="145"/>
                    <a:pt x="474" y="60"/>
                    <a:pt x="410" y="20"/>
                  </a:cubicBezTo>
                  <a:cubicBezTo>
                    <a:pt x="387" y="7"/>
                    <a:pt x="362" y="1"/>
                    <a:pt x="338"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74" name="Google Shape;2574;p20"/>
            <p:cNvSpPr/>
            <p:nvPr/>
          </p:nvSpPr>
          <p:spPr>
            <a:xfrm>
              <a:off x="6794300" y="2925846"/>
              <a:ext cx="187098" cy="9870"/>
            </a:xfrm>
            <a:custGeom>
              <a:rect b="b" l="l" r="r" t="t"/>
              <a:pathLst>
                <a:path extrusionOk="0" h="278" w="5270">
                  <a:moveTo>
                    <a:pt x="138" y="1"/>
                  </a:moveTo>
                  <a:cubicBezTo>
                    <a:pt x="61" y="1"/>
                    <a:pt x="0" y="64"/>
                    <a:pt x="0" y="139"/>
                  </a:cubicBezTo>
                  <a:cubicBezTo>
                    <a:pt x="0" y="215"/>
                    <a:pt x="63" y="277"/>
                    <a:pt x="138" y="277"/>
                  </a:cubicBezTo>
                  <a:lnTo>
                    <a:pt x="5132" y="277"/>
                  </a:lnTo>
                  <a:cubicBezTo>
                    <a:pt x="5209" y="277"/>
                    <a:pt x="5270" y="215"/>
                    <a:pt x="5270" y="139"/>
                  </a:cubicBezTo>
                  <a:cubicBezTo>
                    <a:pt x="5270" y="64"/>
                    <a:pt x="5208" y="1"/>
                    <a:pt x="5132"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75" name="Google Shape;2575;p20"/>
            <p:cNvSpPr/>
            <p:nvPr/>
          </p:nvSpPr>
          <p:spPr>
            <a:xfrm>
              <a:off x="6851745" y="2952225"/>
              <a:ext cx="129655" cy="9906"/>
            </a:xfrm>
            <a:custGeom>
              <a:rect b="b" l="l" r="r" t="t"/>
              <a:pathLst>
                <a:path extrusionOk="0" h="279" w="3652">
                  <a:moveTo>
                    <a:pt x="139" y="0"/>
                  </a:moveTo>
                  <a:cubicBezTo>
                    <a:pt x="61" y="0"/>
                    <a:pt x="1" y="64"/>
                    <a:pt x="1" y="139"/>
                  </a:cubicBezTo>
                  <a:cubicBezTo>
                    <a:pt x="1" y="216"/>
                    <a:pt x="63" y="278"/>
                    <a:pt x="139" y="278"/>
                  </a:cubicBezTo>
                  <a:lnTo>
                    <a:pt x="3514" y="278"/>
                  </a:lnTo>
                  <a:cubicBezTo>
                    <a:pt x="3591" y="278"/>
                    <a:pt x="3652" y="215"/>
                    <a:pt x="3652" y="139"/>
                  </a:cubicBezTo>
                  <a:cubicBezTo>
                    <a:pt x="3652" y="64"/>
                    <a:pt x="3591" y="0"/>
                    <a:pt x="3514"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76" name="Google Shape;2576;p20"/>
            <p:cNvSpPr/>
            <p:nvPr/>
          </p:nvSpPr>
          <p:spPr>
            <a:xfrm>
              <a:off x="6794300" y="2952261"/>
              <a:ext cx="44520" cy="9906"/>
            </a:xfrm>
            <a:custGeom>
              <a:rect b="b" l="l" r="r" t="t"/>
              <a:pathLst>
                <a:path extrusionOk="0" h="279" w="1254">
                  <a:moveTo>
                    <a:pt x="138" y="1"/>
                  </a:moveTo>
                  <a:cubicBezTo>
                    <a:pt x="61" y="1"/>
                    <a:pt x="0" y="64"/>
                    <a:pt x="0" y="140"/>
                  </a:cubicBezTo>
                  <a:cubicBezTo>
                    <a:pt x="0" y="215"/>
                    <a:pt x="63" y="279"/>
                    <a:pt x="138" y="279"/>
                  </a:cubicBezTo>
                  <a:lnTo>
                    <a:pt x="1115" y="279"/>
                  </a:lnTo>
                  <a:cubicBezTo>
                    <a:pt x="1192" y="279"/>
                    <a:pt x="1253" y="215"/>
                    <a:pt x="1253" y="140"/>
                  </a:cubicBezTo>
                  <a:cubicBezTo>
                    <a:pt x="1253" y="64"/>
                    <a:pt x="1190" y="1"/>
                    <a:pt x="1115"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77" name="Google Shape;2577;p20"/>
            <p:cNvSpPr/>
            <p:nvPr/>
          </p:nvSpPr>
          <p:spPr>
            <a:xfrm>
              <a:off x="6947747" y="2978676"/>
              <a:ext cx="33656" cy="9870"/>
            </a:xfrm>
            <a:custGeom>
              <a:rect b="b" l="l" r="r" t="t"/>
              <a:pathLst>
                <a:path extrusionOk="0" h="278" w="948">
                  <a:moveTo>
                    <a:pt x="139" y="1"/>
                  </a:moveTo>
                  <a:cubicBezTo>
                    <a:pt x="61" y="1"/>
                    <a:pt x="1" y="63"/>
                    <a:pt x="1" y="139"/>
                  </a:cubicBezTo>
                  <a:cubicBezTo>
                    <a:pt x="1" y="217"/>
                    <a:pt x="63" y="277"/>
                    <a:pt x="139" y="277"/>
                  </a:cubicBezTo>
                  <a:lnTo>
                    <a:pt x="810" y="277"/>
                  </a:lnTo>
                  <a:cubicBezTo>
                    <a:pt x="887" y="277"/>
                    <a:pt x="948" y="214"/>
                    <a:pt x="948" y="139"/>
                  </a:cubicBezTo>
                  <a:cubicBezTo>
                    <a:pt x="948" y="63"/>
                    <a:pt x="887" y="1"/>
                    <a:pt x="810"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78" name="Google Shape;2578;p20"/>
            <p:cNvSpPr/>
            <p:nvPr/>
          </p:nvSpPr>
          <p:spPr>
            <a:xfrm>
              <a:off x="6794300" y="2978747"/>
              <a:ext cx="140554" cy="9835"/>
            </a:xfrm>
            <a:custGeom>
              <a:rect b="b" l="l" r="r" t="t"/>
              <a:pathLst>
                <a:path extrusionOk="0" h="277" w="3959">
                  <a:moveTo>
                    <a:pt x="138" y="0"/>
                  </a:moveTo>
                  <a:cubicBezTo>
                    <a:pt x="61" y="0"/>
                    <a:pt x="0" y="64"/>
                    <a:pt x="0" y="138"/>
                  </a:cubicBezTo>
                  <a:cubicBezTo>
                    <a:pt x="0" y="215"/>
                    <a:pt x="63" y="277"/>
                    <a:pt x="138" y="277"/>
                  </a:cubicBezTo>
                  <a:lnTo>
                    <a:pt x="3821" y="277"/>
                  </a:lnTo>
                  <a:cubicBezTo>
                    <a:pt x="3898" y="277"/>
                    <a:pt x="3959" y="215"/>
                    <a:pt x="3959" y="138"/>
                  </a:cubicBezTo>
                  <a:cubicBezTo>
                    <a:pt x="3959" y="61"/>
                    <a:pt x="3896" y="0"/>
                    <a:pt x="3821"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79" name="Google Shape;2579;p20"/>
            <p:cNvSpPr/>
            <p:nvPr/>
          </p:nvSpPr>
          <p:spPr>
            <a:xfrm>
              <a:off x="6899497" y="3005091"/>
              <a:ext cx="81904" cy="9906"/>
            </a:xfrm>
            <a:custGeom>
              <a:rect b="b" l="l" r="r" t="t"/>
              <a:pathLst>
                <a:path extrusionOk="0" h="279" w="2307">
                  <a:moveTo>
                    <a:pt x="138" y="1"/>
                  </a:moveTo>
                  <a:cubicBezTo>
                    <a:pt x="60" y="1"/>
                    <a:pt x="0" y="64"/>
                    <a:pt x="0" y="139"/>
                  </a:cubicBezTo>
                  <a:cubicBezTo>
                    <a:pt x="0" y="217"/>
                    <a:pt x="62" y="279"/>
                    <a:pt x="138" y="279"/>
                  </a:cubicBezTo>
                  <a:lnTo>
                    <a:pt x="2169" y="279"/>
                  </a:lnTo>
                  <a:cubicBezTo>
                    <a:pt x="2246" y="279"/>
                    <a:pt x="2307" y="215"/>
                    <a:pt x="2307" y="139"/>
                  </a:cubicBezTo>
                  <a:cubicBezTo>
                    <a:pt x="2307" y="64"/>
                    <a:pt x="2246" y="1"/>
                    <a:pt x="2169"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80" name="Google Shape;2580;p20"/>
            <p:cNvSpPr/>
            <p:nvPr/>
          </p:nvSpPr>
          <p:spPr>
            <a:xfrm>
              <a:off x="6794335" y="3005091"/>
              <a:ext cx="92307" cy="9906"/>
            </a:xfrm>
            <a:custGeom>
              <a:rect b="b" l="l" r="r" t="t"/>
              <a:pathLst>
                <a:path extrusionOk="0" h="279" w="2600">
                  <a:moveTo>
                    <a:pt x="139" y="1"/>
                  </a:moveTo>
                  <a:cubicBezTo>
                    <a:pt x="62" y="1"/>
                    <a:pt x="1" y="64"/>
                    <a:pt x="1" y="139"/>
                  </a:cubicBezTo>
                  <a:cubicBezTo>
                    <a:pt x="1" y="217"/>
                    <a:pt x="64" y="279"/>
                    <a:pt x="139" y="279"/>
                  </a:cubicBezTo>
                  <a:lnTo>
                    <a:pt x="2461" y="279"/>
                  </a:lnTo>
                  <a:cubicBezTo>
                    <a:pt x="2539" y="279"/>
                    <a:pt x="2599" y="215"/>
                    <a:pt x="2599" y="139"/>
                  </a:cubicBezTo>
                  <a:cubicBezTo>
                    <a:pt x="2599" y="64"/>
                    <a:pt x="2538" y="1"/>
                    <a:pt x="2461"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81" name="Google Shape;2581;p20"/>
            <p:cNvSpPr/>
            <p:nvPr/>
          </p:nvSpPr>
          <p:spPr>
            <a:xfrm>
              <a:off x="6739660" y="3106774"/>
              <a:ext cx="196222" cy="27587"/>
            </a:xfrm>
            <a:custGeom>
              <a:rect b="b" l="l" r="r" t="t"/>
              <a:pathLst>
                <a:path extrusionOk="0" h="777" w="5527">
                  <a:moveTo>
                    <a:pt x="589" y="0"/>
                  </a:moveTo>
                  <a:cubicBezTo>
                    <a:pt x="264" y="0"/>
                    <a:pt x="1" y="265"/>
                    <a:pt x="1" y="589"/>
                  </a:cubicBezTo>
                  <a:lnTo>
                    <a:pt x="1" y="776"/>
                  </a:lnTo>
                  <a:lnTo>
                    <a:pt x="5527" y="776"/>
                  </a:lnTo>
                  <a:lnTo>
                    <a:pt x="5527" y="589"/>
                  </a:lnTo>
                  <a:cubicBezTo>
                    <a:pt x="5527" y="264"/>
                    <a:pt x="5262" y="0"/>
                    <a:pt x="4938" y="0"/>
                  </a:cubicBezTo>
                  <a:close/>
                </a:path>
              </a:pathLst>
            </a:cu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82" name="Google Shape;2582;p20"/>
            <p:cNvSpPr/>
            <p:nvPr/>
          </p:nvSpPr>
          <p:spPr>
            <a:xfrm>
              <a:off x="6900917" y="3106809"/>
              <a:ext cx="34934" cy="27587"/>
            </a:xfrm>
            <a:custGeom>
              <a:rect b="b" l="l" r="r" t="t"/>
              <a:pathLst>
                <a:path extrusionOk="0" h="777" w="984">
                  <a:moveTo>
                    <a:pt x="0" y="1"/>
                  </a:moveTo>
                  <a:cubicBezTo>
                    <a:pt x="327" y="1"/>
                    <a:pt x="589" y="266"/>
                    <a:pt x="589" y="589"/>
                  </a:cubicBezTo>
                  <a:lnTo>
                    <a:pt x="589" y="777"/>
                  </a:lnTo>
                  <a:lnTo>
                    <a:pt x="983" y="777"/>
                  </a:lnTo>
                  <a:lnTo>
                    <a:pt x="983" y="589"/>
                  </a:lnTo>
                  <a:cubicBezTo>
                    <a:pt x="983" y="264"/>
                    <a:pt x="720" y="1"/>
                    <a:pt x="395"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2583" name="Google Shape;2583;p20"/>
          <p:cNvGrpSpPr/>
          <p:nvPr/>
        </p:nvGrpSpPr>
        <p:grpSpPr>
          <a:xfrm>
            <a:off x="4411816" y="1788032"/>
            <a:ext cx="327131" cy="306829"/>
            <a:chOff x="5379478" y="2182787"/>
            <a:chExt cx="327131" cy="306829"/>
          </a:xfrm>
        </p:grpSpPr>
        <p:sp>
          <p:nvSpPr>
            <p:cNvPr id="2584" name="Google Shape;2584;p20"/>
            <p:cNvSpPr/>
            <p:nvPr/>
          </p:nvSpPr>
          <p:spPr>
            <a:xfrm>
              <a:off x="5571056" y="2182787"/>
              <a:ext cx="92662" cy="56950"/>
            </a:xfrm>
            <a:custGeom>
              <a:rect b="b" l="l" r="r" t="t"/>
              <a:pathLst>
                <a:path extrusionOk="0" h="1604" w="2610">
                  <a:moveTo>
                    <a:pt x="1306" y="1"/>
                  </a:moveTo>
                  <a:cubicBezTo>
                    <a:pt x="586" y="1"/>
                    <a:pt x="1" y="585"/>
                    <a:pt x="1" y="1304"/>
                  </a:cubicBezTo>
                  <a:lnTo>
                    <a:pt x="1" y="1312"/>
                  </a:lnTo>
                  <a:cubicBezTo>
                    <a:pt x="1" y="1471"/>
                    <a:pt x="133" y="1604"/>
                    <a:pt x="293" y="1604"/>
                  </a:cubicBezTo>
                  <a:cubicBezTo>
                    <a:pt x="453" y="1604"/>
                    <a:pt x="585" y="1471"/>
                    <a:pt x="585" y="1312"/>
                  </a:cubicBezTo>
                  <a:lnTo>
                    <a:pt x="585" y="1304"/>
                  </a:lnTo>
                  <a:cubicBezTo>
                    <a:pt x="585" y="907"/>
                    <a:pt x="909" y="583"/>
                    <a:pt x="1306" y="583"/>
                  </a:cubicBezTo>
                  <a:cubicBezTo>
                    <a:pt x="1703" y="583"/>
                    <a:pt x="2027" y="907"/>
                    <a:pt x="2027" y="1304"/>
                  </a:cubicBezTo>
                  <a:lnTo>
                    <a:pt x="2027" y="1312"/>
                  </a:lnTo>
                  <a:cubicBezTo>
                    <a:pt x="2027" y="1471"/>
                    <a:pt x="2158" y="1604"/>
                    <a:pt x="2319" y="1604"/>
                  </a:cubicBezTo>
                  <a:cubicBezTo>
                    <a:pt x="2479" y="1604"/>
                    <a:pt x="2610" y="1471"/>
                    <a:pt x="2610" y="1312"/>
                  </a:cubicBezTo>
                  <a:lnTo>
                    <a:pt x="2610" y="1304"/>
                  </a:lnTo>
                  <a:cubicBezTo>
                    <a:pt x="2608" y="585"/>
                    <a:pt x="2024" y="1"/>
                    <a:pt x="1306" y="1"/>
                  </a:cubicBezTo>
                  <a:close/>
                </a:path>
              </a:pathLst>
            </a:cu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85" name="Google Shape;2585;p20"/>
            <p:cNvSpPr/>
            <p:nvPr/>
          </p:nvSpPr>
          <p:spPr>
            <a:xfrm>
              <a:off x="5588275" y="2182787"/>
              <a:ext cx="75407" cy="56950"/>
            </a:xfrm>
            <a:custGeom>
              <a:rect b="b" l="l" r="r" t="t"/>
              <a:pathLst>
                <a:path extrusionOk="0" h="1604" w="2124">
                  <a:moveTo>
                    <a:pt x="821" y="1"/>
                  </a:moveTo>
                  <a:cubicBezTo>
                    <a:pt x="509" y="1"/>
                    <a:pt x="225" y="110"/>
                    <a:pt x="1" y="291"/>
                  </a:cubicBezTo>
                  <a:cubicBezTo>
                    <a:pt x="163" y="216"/>
                    <a:pt x="348" y="175"/>
                    <a:pt x="540" y="175"/>
                  </a:cubicBezTo>
                  <a:cubicBezTo>
                    <a:pt x="1260" y="175"/>
                    <a:pt x="1844" y="759"/>
                    <a:pt x="1844" y="1479"/>
                  </a:cubicBezTo>
                  <a:lnTo>
                    <a:pt x="1844" y="1486"/>
                  </a:lnTo>
                  <a:cubicBezTo>
                    <a:pt x="1844" y="1527"/>
                    <a:pt x="1835" y="1568"/>
                    <a:pt x="1818" y="1604"/>
                  </a:cubicBezTo>
                  <a:lnTo>
                    <a:pt x="1831" y="1604"/>
                  </a:lnTo>
                  <a:cubicBezTo>
                    <a:pt x="1992" y="1604"/>
                    <a:pt x="2123" y="1471"/>
                    <a:pt x="2123" y="1312"/>
                  </a:cubicBezTo>
                  <a:lnTo>
                    <a:pt x="2123" y="1304"/>
                  </a:lnTo>
                  <a:cubicBezTo>
                    <a:pt x="2123" y="585"/>
                    <a:pt x="1539" y="1"/>
                    <a:pt x="821"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86" name="Google Shape;2586;p20"/>
            <p:cNvSpPr/>
            <p:nvPr/>
          </p:nvSpPr>
          <p:spPr>
            <a:xfrm>
              <a:off x="5528238" y="2225817"/>
              <a:ext cx="178365" cy="139464"/>
            </a:xfrm>
            <a:custGeom>
              <a:rect b="b" l="l" r="r" t="t"/>
              <a:pathLst>
                <a:path extrusionOk="0" h="3928" w="5024">
                  <a:moveTo>
                    <a:pt x="235" y="0"/>
                  </a:moveTo>
                  <a:cubicBezTo>
                    <a:pt x="106" y="0"/>
                    <a:pt x="1" y="107"/>
                    <a:pt x="1" y="236"/>
                  </a:cubicBezTo>
                  <a:lnTo>
                    <a:pt x="1" y="3691"/>
                  </a:lnTo>
                  <a:cubicBezTo>
                    <a:pt x="1" y="3822"/>
                    <a:pt x="106" y="3927"/>
                    <a:pt x="235" y="3927"/>
                  </a:cubicBezTo>
                  <a:lnTo>
                    <a:pt x="4787" y="3927"/>
                  </a:lnTo>
                  <a:cubicBezTo>
                    <a:pt x="4917" y="3927"/>
                    <a:pt x="5023" y="3824"/>
                    <a:pt x="5023" y="3691"/>
                  </a:cubicBezTo>
                  <a:lnTo>
                    <a:pt x="5023" y="236"/>
                  </a:lnTo>
                  <a:cubicBezTo>
                    <a:pt x="5023" y="107"/>
                    <a:pt x="4917" y="0"/>
                    <a:pt x="4787" y="0"/>
                  </a:cubicBezTo>
                  <a:close/>
                </a:path>
              </a:pathLst>
            </a:cu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87" name="Google Shape;2587;p20"/>
            <p:cNvSpPr/>
            <p:nvPr/>
          </p:nvSpPr>
          <p:spPr>
            <a:xfrm>
              <a:off x="5528238" y="2225924"/>
              <a:ext cx="178365" cy="67815"/>
            </a:xfrm>
            <a:custGeom>
              <a:rect b="b" l="l" r="r" t="t"/>
              <a:pathLst>
                <a:path extrusionOk="0" h="1910" w="5024">
                  <a:moveTo>
                    <a:pt x="235" y="0"/>
                  </a:moveTo>
                  <a:cubicBezTo>
                    <a:pt x="106" y="0"/>
                    <a:pt x="1" y="105"/>
                    <a:pt x="1" y="236"/>
                  </a:cubicBezTo>
                  <a:lnTo>
                    <a:pt x="1" y="1553"/>
                  </a:lnTo>
                  <a:cubicBezTo>
                    <a:pt x="1" y="1553"/>
                    <a:pt x="659" y="1698"/>
                    <a:pt x="1545" y="1835"/>
                  </a:cubicBezTo>
                  <a:cubicBezTo>
                    <a:pt x="1865" y="1885"/>
                    <a:pt x="2188" y="1909"/>
                    <a:pt x="2511" y="1909"/>
                  </a:cubicBezTo>
                  <a:cubicBezTo>
                    <a:pt x="2834" y="1909"/>
                    <a:pt x="3157" y="1885"/>
                    <a:pt x="3478" y="1835"/>
                  </a:cubicBezTo>
                  <a:cubicBezTo>
                    <a:pt x="4363" y="1698"/>
                    <a:pt x="5023" y="1553"/>
                    <a:pt x="5023" y="1553"/>
                  </a:cubicBezTo>
                  <a:lnTo>
                    <a:pt x="5023" y="236"/>
                  </a:lnTo>
                  <a:cubicBezTo>
                    <a:pt x="5023" y="107"/>
                    <a:pt x="4917" y="0"/>
                    <a:pt x="4787" y="0"/>
                  </a:cubicBezTo>
                  <a:close/>
                </a:path>
              </a:pathLst>
            </a:custGeom>
            <a:solidFill>
              <a:schemeClr val="l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88" name="Google Shape;2588;p20"/>
            <p:cNvSpPr/>
            <p:nvPr/>
          </p:nvSpPr>
          <p:spPr>
            <a:xfrm>
              <a:off x="5684384" y="2225924"/>
              <a:ext cx="22225" cy="139464"/>
            </a:xfrm>
            <a:custGeom>
              <a:rect b="b" l="l" r="r" t="t"/>
              <a:pathLst>
                <a:path extrusionOk="0" h="3928" w="626">
                  <a:moveTo>
                    <a:pt x="1" y="0"/>
                  </a:moveTo>
                  <a:cubicBezTo>
                    <a:pt x="130" y="0"/>
                    <a:pt x="237" y="107"/>
                    <a:pt x="237" y="236"/>
                  </a:cubicBezTo>
                  <a:lnTo>
                    <a:pt x="237" y="3691"/>
                  </a:lnTo>
                  <a:cubicBezTo>
                    <a:pt x="237" y="3821"/>
                    <a:pt x="130" y="3927"/>
                    <a:pt x="1" y="3927"/>
                  </a:cubicBezTo>
                  <a:lnTo>
                    <a:pt x="389" y="3927"/>
                  </a:lnTo>
                  <a:cubicBezTo>
                    <a:pt x="519" y="3927"/>
                    <a:pt x="625" y="3821"/>
                    <a:pt x="625" y="3691"/>
                  </a:cubicBezTo>
                  <a:lnTo>
                    <a:pt x="625" y="236"/>
                  </a:lnTo>
                  <a:cubicBezTo>
                    <a:pt x="625" y="107"/>
                    <a:pt x="519" y="0"/>
                    <a:pt x="389"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89" name="Google Shape;2589;p20"/>
            <p:cNvSpPr/>
            <p:nvPr/>
          </p:nvSpPr>
          <p:spPr>
            <a:xfrm>
              <a:off x="5684384" y="2225959"/>
              <a:ext cx="22225" cy="57980"/>
            </a:xfrm>
            <a:custGeom>
              <a:rect b="b" l="l" r="r" t="t"/>
              <a:pathLst>
                <a:path extrusionOk="0" h="1633" w="626">
                  <a:moveTo>
                    <a:pt x="392" y="1"/>
                  </a:moveTo>
                  <a:cubicBezTo>
                    <a:pt x="391" y="1"/>
                    <a:pt x="390" y="1"/>
                    <a:pt x="389" y="1"/>
                  </a:cubicBezTo>
                  <a:lnTo>
                    <a:pt x="1" y="1"/>
                  </a:lnTo>
                  <a:cubicBezTo>
                    <a:pt x="130" y="1"/>
                    <a:pt x="237" y="107"/>
                    <a:pt x="237" y="237"/>
                  </a:cubicBezTo>
                  <a:lnTo>
                    <a:pt x="237" y="1632"/>
                  </a:lnTo>
                  <a:cubicBezTo>
                    <a:pt x="481" y="1584"/>
                    <a:pt x="625" y="1552"/>
                    <a:pt x="625" y="1552"/>
                  </a:cubicBezTo>
                  <a:lnTo>
                    <a:pt x="625" y="235"/>
                  </a:lnTo>
                  <a:cubicBezTo>
                    <a:pt x="625" y="107"/>
                    <a:pt x="520" y="1"/>
                    <a:pt x="392"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90" name="Google Shape;2590;p20"/>
            <p:cNvSpPr/>
            <p:nvPr/>
          </p:nvSpPr>
          <p:spPr>
            <a:xfrm>
              <a:off x="5559517" y="2273996"/>
              <a:ext cx="20414" cy="29114"/>
            </a:xfrm>
            <a:custGeom>
              <a:rect b="b" l="l" r="r" t="t"/>
              <a:pathLst>
                <a:path extrusionOk="0" h="820" w="575">
                  <a:moveTo>
                    <a:pt x="208" y="0"/>
                  </a:moveTo>
                  <a:cubicBezTo>
                    <a:pt x="93" y="0"/>
                    <a:pt x="1" y="94"/>
                    <a:pt x="1" y="208"/>
                  </a:cubicBezTo>
                  <a:lnTo>
                    <a:pt x="1" y="612"/>
                  </a:lnTo>
                  <a:cubicBezTo>
                    <a:pt x="1" y="727"/>
                    <a:pt x="94" y="819"/>
                    <a:pt x="208" y="819"/>
                  </a:cubicBezTo>
                  <a:lnTo>
                    <a:pt x="368" y="819"/>
                  </a:lnTo>
                  <a:cubicBezTo>
                    <a:pt x="483" y="819"/>
                    <a:pt x="575" y="727"/>
                    <a:pt x="575" y="612"/>
                  </a:cubicBezTo>
                  <a:lnTo>
                    <a:pt x="575" y="208"/>
                  </a:lnTo>
                  <a:cubicBezTo>
                    <a:pt x="575" y="92"/>
                    <a:pt x="481" y="0"/>
                    <a:pt x="368" y="0"/>
                  </a:cubicBezTo>
                  <a:close/>
                </a:path>
              </a:pathLst>
            </a:cu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91" name="Google Shape;2591;p20"/>
            <p:cNvSpPr/>
            <p:nvPr/>
          </p:nvSpPr>
          <p:spPr>
            <a:xfrm>
              <a:off x="5654809" y="2273996"/>
              <a:ext cx="20414" cy="29114"/>
            </a:xfrm>
            <a:custGeom>
              <a:rect b="b" l="l" r="r" t="t"/>
              <a:pathLst>
                <a:path extrusionOk="0" h="820" w="575">
                  <a:moveTo>
                    <a:pt x="208" y="0"/>
                  </a:moveTo>
                  <a:cubicBezTo>
                    <a:pt x="92" y="0"/>
                    <a:pt x="0" y="94"/>
                    <a:pt x="0" y="208"/>
                  </a:cubicBezTo>
                  <a:lnTo>
                    <a:pt x="0" y="612"/>
                  </a:lnTo>
                  <a:cubicBezTo>
                    <a:pt x="0" y="727"/>
                    <a:pt x="94" y="819"/>
                    <a:pt x="208" y="819"/>
                  </a:cubicBezTo>
                  <a:lnTo>
                    <a:pt x="367" y="819"/>
                  </a:lnTo>
                  <a:cubicBezTo>
                    <a:pt x="482" y="819"/>
                    <a:pt x="575" y="727"/>
                    <a:pt x="575" y="612"/>
                  </a:cubicBezTo>
                  <a:lnTo>
                    <a:pt x="575" y="208"/>
                  </a:lnTo>
                  <a:cubicBezTo>
                    <a:pt x="575" y="92"/>
                    <a:pt x="481" y="0"/>
                    <a:pt x="367" y="0"/>
                  </a:cubicBezTo>
                  <a:close/>
                </a:path>
              </a:pathLst>
            </a:cu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92" name="Google Shape;2592;p20"/>
            <p:cNvSpPr/>
            <p:nvPr/>
          </p:nvSpPr>
          <p:spPr>
            <a:xfrm>
              <a:off x="5564630" y="2274138"/>
              <a:ext cx="15302" cy="29008"/>
            </a:xfrm>
            <a:custGeom>
              <a:rect b="b" l="l" r="r" t="t"/>
              <a:pathLst>
                <a:path extrusionOk="0" h="817" w="431">
                  <a:moveTo>
                    <a:pt x="229" y="1"/>
                  </a:moveTo>
                  <a:cubicBezTo>
                    <a:pt x="227" y="1"/>
                    <a:pt x="225" y="1"/>
                    <a:pt x="224" y="1"/>
                  </a:cubicBezTo>
                  <a:lnTo>
                    <a:pt x="64" y="1"/>
                  </a:lnTo>
                  <a:cubicBezTo>
                    <a:pt x="42" y="1"/>
                    <a:pt x="21" y="3"/>
                    <a:pt x="0" y="11"/>
                  </a:cubicBezTo>
                  <a:cubicBezTo>
                    <a:pt x="85" y="38"/>
                    <a:pt x="144" y="116"/>
                    <a:pt x="144" y="206"/>
                  </a:cubicBezTo>
                  <a:lnTo>
                    <a:pt x="144" y="612"/>
                  </a:lnTo>
                  <a:cubicBezTo>
                    <a:pt x="144" y="703"/>
                    <a:pt x="84" y="781"/>
                    <a:pt x="0" y="808"/>
                  </a:cubicBezTo>
                  <a:cubicBezTo>
                    <a:pt x="21" y="814"/>
                    <a:pt x="42" y="817"/>
                    <a:pt x="64" y="817"/>
                  </a:cubicBezTo>
                  <a:lnTo>
                    <a:pt x="224" y="817"/>
                  </a:lnTo>
                  <a:cubicBezTo>
                    <a:pt x="339" y="817"/>
                    <a:pt x="431" y="724"/>
                    <a:pt x="431" y="609"/>
                  </a:cubicBezTo>
                  <a:lnTo>
                    <a:pt x="431" y="205"/>
                  </a:lnTo>
                  <a:cubicBezTo>
                    <a:pt x="431" y="92"/>
                    <a:pt x="341" y="1"/>
                    <a:pt x="229"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93" name="Google Shape;2593;p20"/>
            <p:cNvSpPr/>
            <p:nvPr/>
          </p:nvSpPr>
          <p:spPr>
            <a:xfrm>
              <a:off x="5659922" y="2274138"/>
              <a:ext cx="15302" cy="29008"/>
            </a:xfrm>
            <a:custGeom>
              <a:rect b="b" l="l" r="r" t="t"/>
              <a:pathLst>
                <a:path extrusionOk="0" h="817" w="431">
                  <a:moveTo>
                    <a:pt x="229" y="1"/>
                  </a:moveTo>
                  <a:cubicBezTo>
                    <a:pt x="227" y="1"/>
                    <a:pt x="225" y="1"/>
                    <a:pt x="223" y="1"/>
                  </a:cubicBezTo>
                  <a:lnTo>
                    <a:pt x="64" y="1"/>
                  </a:lnTo>
                  <a:cubicBezTo>
                    <a:pt x="42" y="1"/>
                    <a:pt x="20" y="3"/>
                    <a:pt x="0" y="11"/>
                  </a:cubicBezTo>
                  <a:cubicBezTo>
                    <a:pt x="85" y="37"/>
                    <a:pt x="144" y="116"/>
                    <a:pt x="144" y="206"/>
                  </a:cubicBezTo>
                  <a:lnTo>
                    <a:pt x="144" y="612"/>
                  </a:lnTo>
                  <a:cubicBezTo>
                    <a:pt x="144" y="703"/>
                    <a:pt x="84" y="781"/>
                    <a:pt x="0" y="808"/>
                  </a:cubicBezTo>
                  <a:cubicBezTo>
                    <a:pt x="20" y="814"/>
                    <a:pt x="42" y="817"/>
                    <a:pt x="64" y="817"/>
                  </a:cubicBezTo>
                  <a:lnTo>
                    <a:pt x="223" y="817"/>
                  </a:lnTo>
                  <a:cubicBezTo>
                    <a:pt x="338" y="817"/>
                    <a:pt x="431" y="724"/>
                    <a:pt x="431" y="609"/>
                  </a:cubicBezTo>
                  <a:lnTo>
                    <a:pt x="431" y="205"/>
                  </a:lnTo>
                  <a:cubicBezTo>
                    <a:pt x="431" y="92"/>
                    <a:pt x="341" y="1"/>
                    <a:pt x="229"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94" name="Google Shape;2594;p20"/>
            <p:cNvSpPr/>
            <p:nvPr/>
          </p:nvSpPr>
          <p:spPr>
            <a:xfrm>
              <a:off x="5422331" y="2307086"/>
              <a:ext cx="92662" cy="56915"/>
            </a:xfrm>
            <a:custGeom>
              <a:rect b="b" l="l" r="r" t="t"/>
              <a:pathLst>
                <a:path extrusionOk="0" h="1603" w="2610">
                  <a:moveTo>
                    <a:pt x="1306" y="1"/>
                  </a:moveTo>
                  <a:cubicBezTo>
                    <a:pt x="586" y="1"/>
                    <a:pt x="1" y="585"/>
                    <a:pt x="1" y="1305"/>
                  </a:cubicBezTo>
                  <a:lnTo>
                    <a:pt x="1" y="1312"/>
                  </a:lnTo>
                  <a:cubicBezTo>
                    <a:pt x="1" y="1471"/>
                    <a:pt x="132" y="1602"/>
                    <a:pt x="293" y="1602"/>
                  </a:cubicBezTo>
                  <a:cubicBezTo>
                    <a:pt x="453" y="1602"/>
                    <a:pt x="584" y="1471"/>
                    <a:pt x="584" y="1312"/>
                  </a:cubicBezTo>
                  <a:lnTo>
                    <a:pt x="584" y="1305"/>
                  </a:lnTo>
                  <a:cubicBezTo>
                    <a:pt x="584" y="907"/>
                    <a:pt x="907" y="584"/>
                    <a:pt x="1306" y="584"/>
                  </a:cubicBezTo>
                  <a:cubicBezTo>
                    <a:pt x="1703" y="584"/>
                    <a:pt x="2027" y="907"/>
                    <a:pt x="2027" y="1305"/>
                  </a:cubicBezTo>
                  <a:lnTo>
                    <a:pt x="2027" y="1312"/>
                  </a:lnTo>
                  <a:cubicBezTo>
                    <a:pt x="2027" y="1471"/>
                    <a:pt x="2158" y="1602"/>
                    <a:pt x="2318" y="1602"/>
                  </a:cubicBezTo>
                  <a:cubicBezTo>
                    <a:pt x="2479" y="1602"/>
                    <a:pt x="2610" y="1471"/>
                    <a:pt x="2610" y="1312"/>
                  </a:cubicBezTo>
                  <a:lnTo>
                    <a:pt x="2610" y="1305"/>
                  </a:lnTo>
                  <a:cubicBezTo>
                    <a:pt x="2610" y="585"/>
                    <a:pt x="2025" y="1"/>
                    <a:pt x="1306" y="1"/>
                  </a:cubicBezTo>
                  <a:close/>
                </a:path>
              </a:pathLst>
            </a:cu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95" name="Google Shape;2595;p20"/>
            <p:cNvSpPr/>
            <p:nvPr/>
          </p:nvSpPr>
          <p:spPr>
            <a:xfrm>
              <a:off x="5439621" y="2307086"/>
              <a:ext cx="75372" cy="56915"/>
            </a:xfrm>
            <a:custGeom>
              <a:rect b="b" l="l" r="r" t="t"/>
              <a:pathLst>
                <a:path extrusionOk="0" h="1603" w="2123">
                  <a:moveTo>
                    <a:pt x="820" y="1"/>
                  </a:moveTo>
                  <a:cubicBezTo>
                    <a:pt x="508" y="1"/>
                    <a:pt x="225" y="110"/>
                    <a:pt x="0" y="291"/>
                  </a:cubicBezTo>
                  <a:cubicBezTo>
                    <a:pt x="163" y="217"/>
                    <a:pt x="347" y="175"/>
                    <a:pt x="540" y="175"/>
                  </a:cubicBezTo>
                  <a:cubicBezTo>
                    <a:pt x="1259" y="175"/>
                    <a:pt x="1844" y="759"/>
                    <a:pt x="1844" y="1479"/>
                  </a:cubicBezTo>
                  <a:lnTo>
                    <a:pt x="1844" y="1486"/>
                  </a:lnTo>
                  <a:cubicBezTo>
                    <a:pt x="1844" y="1528"/>
                    <a:pt x="1835" y="1566"/>
                    <a:pt x="1818" y="1602"/>
                  </a:cubicBezTo>
                  <a:lnTo>
                    <a:pt x="1831" y="1602"/>
                  </a:lnTo>
                  <a:cubicBezTo>
                    <a:pt x="1992" y="1602"/>
                    <a:pt x="2123" y="1471"/>
                    <a:pt x="2123" y="1312"/>
                  </a:cubicBezTo>
                  <a:lnTo>
                    <a:pt x="2123" y="1305"/>
                  </a:lnTo>
                  <a:cubicBezTo>
                    <a:pt x="2123" y="585"/>
                    <a:pt x="1538" y="1"/>
                    <a:pt x="820"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96" name="Google Shape;2596;p20"/>
            <p:cNvSpPr/>
            <p:nvPr/>
          </p:nvSpPr>
          <p:spPr>
            <a:xfrm>
              <a:off x="5379478" y="2350116"/>
              <a:ext cx="178400" cy="139464"/>
            </a:xfrm>
            <a:custGeom>
              <a:rect b="b" l="l" r="r" t="t"/>
              <a:pathLst>
                <a:path extrusionOk="0" h="3928" w="5025">
                  <a:moveTo>
                    <a:pt x="236" y="0"/>
                  </a:moveTo>
                  <a:cubicBezTo>
                    <a:pt x="107" y="0"/>
                    <a:pt x="0" y="107"/>
                    <a:pt x="0" y="236"/>
                  </a:cubicBezTo>
                  <a:lnTo>
                    <a:pt x="0" y="3692"/>
                  </a:lnTo>
                  <a:cubicBezTo>
                    <a:pt x="0" y="3821"/>
                    <a:pt x="107" y="3928"/>
                    <a:pt x="236" y="3928"/>
                  </a:cubicBezTo>
                  <a:lnTo>
                    <a:pt x="4788" y="3928"/>
                  </a:lnTo>
                  <a:cubicBezTo>
                    <a:pt x="4919" y="3928"/>
                    <a:pt x="5024" y="3822"/>
                    <a:pt x="5024" y="3692"/>
                  </a:cubicBezTo>
                  <a:lnTo>
                    <a:pt x="5024" y="236"/>
                  </a:lnTo>
                  <a:cubicBezTo>
                    <a:pt x="5024" y="107"/>
                    <a:pt x="4918" y="0"/>
                    <a:pt x="4788" y="0"/>
                  </a:cubicBezTo>
                  <a:close/>
                </a:path>
              </a:pathLst>
            </a:cu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97" name="Google Shape;2597;p20"/>
            <p:cNvSpPr/>
            <p:nvPr/>
          </p:nvSpPr>
          <p:spPr>
            <a:xfrm>
              <a:off x="5379478" y="2350152"/>
              <a:ext cx="178329" cy="67850"/>
            </a:xfrm>
            <a:custGeom>
              <a:rect b="b" l="l" r="r" t="t"/>
              <a:pathLst>
                <a:path extrusionOk="0" h="1911" w="5023">
                  <a:moveTo>
                    <a:pt x="236" y="1"/>
                  </a:moveTo>
                  <a:cubicBezTo>
                    <a:pt x="107" y="1"/>
                    <a:pt x="0" y="107"/>
                    <a:pt x="0" y="237"/>
                  </a:cubicBezTo>
                  <a:lnTo>
                    <a:pt x="0" y="1554"/>
                  </a:lnTo>
                  <a:cubicBezTo>
                    <a:pt x="0" y="1554"/>
                    <a:pt x="659" y="1699"/>
                    <a:pt x="1546" y="1836"/>
                  </a:cubicBezTo>
                  <a:cubicBezTo>
                    <a:pt x="1866" y="1885"/>
                    <a:pt x="2189" y="1910"/>
                    <a:pt x="2512" y="1910"/>
                  </a:cubicBezTo>
                  <a:cubicBezTo>
                    <a:pt x="2835" y="1910"/>
                    <a:pt x="3158" y="1885"/>
                    <a:pt x="3479" y="1836"/>
                  </a:cubicBezTo>
                  <a:cubicBezTo>
                    <a:pt x="4364" y="1699"/>
                    <a:pt x="5023" y="1554"/>
                    <a:pt x="5023" y="1554"/>
                  </a:cubicBezTo>
                  <a:lnTo>
                    <a:pt x="5023" y="237"/>
                  </a:lnTo>
                  <a:cubicBezTo>
                    <a:pt x="5023" y="107"/>
                    <a:pt x="4918" y="1"/>
                    <a:pt x="4788" y="1"/>
                  </a:cubicBezTo>
                  <a:close/>
                </a:path>
              </a:pathLst>
            </a:custGeom>
            <a:solidFill>
              <a:schemeClr val="l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98" name="Google Shape;2598;p20"/>
            <p:cNvSpPr/>
            <p:nvPr/>
          </p:nvSpPr>
          <p:spPr>
            <a:xfrm>
              <a:off x="5535659" y="2350152"/>
              <a:ext cx="22225" cy="139464"/>
            </a:xfrm>
            <a:custGeom>
              <a:rect b="b" l="l" r="r" t="t"/>
              <a:pathLst>
                <a:path extrusionOk="0" h="3928" w="626">
                  <a:moveTo>
                    <a:pt x="1" y="1"/>
                  </a:moveTo>
                  <a:cubicBezTo>
                    <a:pt x="130" y="1"/>
                    <a:pt x="237" y="107"/>
                    <a:pt x="237" y="237"/>
                  </a:cubicBezTo>
                  <a:lnTo>
                    <a:pt x="237" y="3692"/>
                  </a:lnTo>
                  <a:cubicBezTo>
                    <a:pt x="237" y="3821"/>
                    <a:pt x="130" y="3928"/>
                    <a:pt x="1" y="3928"/>
                  </a:cubicBezTo>
                  <a:lnTo>
                    <a:pt x="389" y="3928"/>
                  </a:lnTo>
                  <a:cubicBezTo>
                    <a:pt x="519" y="3928"/>
                    <a:pt x="625" y="3821"/>
                    <a:pt x="625" y="3692"/>
                  </a:cubicBezTo>
                  <a:lnTo>
                    <a:pt x="625" y="237"/>
                  </a:lnTo>
                  <a:cubicBezTo>
                    <a:pt x="625" y="107"/>
                    <a:pt x="520" y="1"/>
                    <a:pt x="389"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99" name="Google Shape;2599;p20"/>
            <p:cNvSpPr/>
            <p:nvPr/>
          </p:nvSpPr>
          <p:spPr>
            <a:xfrm>
              <a:off x="5535659" y="2350223"/>
              <a:ext cx="22225" cy="57980"/>
            </a:xfrm>
            <a:custGeom>
              <a:rect b="b" l="l" r="r" t="t"/>
              <a:pathLst>
                <a:path extrusionOk="0" h="1633" w="626">
                  <a:moveTo>
                    <a:pt x="392" y="0"/>
                  </a:moveTo>
                  <a:cubicBezTo>
                    <a:pt x="391" y="0"/>
                    <a:pt x="390" y="0"/>
                    <a:pt x="389" y="0"/>
                  </a:cubicBezTo>
                  <a:lnTo>
                    <a:pt x="1" y="0"/>
                  </a:lnTo>
                  <a:cubicBezTo>
                    <a:pt x="130" y="0"/>
                    <a:pt x="237" y="107"/>
                    <a:pt x="237" y="236"/>
                  </a:cubicBezTo>
                  <a:lnTo>
                    <a:pt x="237" y="1632"/>
                  </a:lnTo>
                  <a:cubicBezTo>
                    <a:pt x="481" y="1583"/>
                    <a:pt x="625" y="1552"/>
                    <a:pt x="625" y="1552"/>
                  </a:cubicBezTo>
                  <a:lnTo>
                    <a:pt x="625" y="235"/>
                  </a:lnTo>
                  <a:cubicBezTo>
                    <a:pt x="625" y="106"/>
                    <a:pt x="521" y="0"/>
                    <a:pt x="392"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600" name="Google Shape;2600;p20"/>
            <p:cNvSpPr/>
            <p:nvPr/>
          </p:nvSpPr>
          <p:spPr>
            <a:xfrm>
              <a:off x="5410828" y="2398295"/>
              <a:ext cx="20449" cy="29043"/>
            </a:xfrm>
            <a:custGeom>
              <a:rect b="b" l="l" r="r" t="t"/>
              <a:pathLst>
                <a:path extrusionOk="0" h="818" w="576">
                  <a:moveTo>
                    <a:pt x="208" y="0"/>
                  </a:moveTo>
                  <a:cubicBezTo>
                    <a:pt x="93" y="0"/>
                    <a:pt x="1" y="94"/>
                    <a:pt x="1" y="206"/>
                  </a:cubicBezTo>
                  <a:lnTo>
                    <a:pt x="1" y="612"/>
                  </a:lnTo>
                  <a:cubicBezTo>
                    <a:pt x="1" y="727"/>
                    <a:pt x="95" y="818"/>
                    <a:pt x="208" y="818"/>
                  </a:cubicBezTo>
                  <a:lnTo>
                    <a:pt x="368" y="818"/>
                  </a:lnTo>
                  <a:cubicBezTo>
                    <a:pt x="482" y="818"/>
                    <a:pt x="575" y="727"/>
                    <a:pt x="575" y="612"/>
                  </a:cubicBezTo>
                  <a:lnTo>
                    <a:pt x="575" y="206"/>
                  </a:lnTo>
                  <a:cubicBezTo>
                    <a:pt x="575" y="91"/>
                    <a:pt x="482" y="0"/>
                    <a:pt x="368" y="0"/>
                  </a:cubicBezTo>
                  <a:close/>
                </a:path>
              </a:pathLst>
            </a:cu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601" name="Google Shape;2601;p20"/>
            <p:cNvSpPr/>
            <p:nvPr/>
          </p:nvSpPr>
          <p:spPr>
            <a:xfrm>
              <a:off x="5506120" y="2398295"/>
              <a:ext cx="20414" cy="29043"/>
            </a:xfrm>
            <a:custGeom>
              <a:rect b="b" l="l" r="r" t="t"/>
              <a:pathLst>
                <a:path extrusionOk="0" h="818" w="575">
                  <a:moveTo>
                    <a:pt x="208" y="0"/>
                  </a:moveTo>
                  <a:cubicBezTo>
                    <a:pt x="93" y="0"/>
                    <a:pt x="1" y="94"/>
                    <a:pt x="1" y="206"/>
                  </a:cubicBezTo>
                  <a:lnTo>
                    <a:pt x="1" y="612"/>
                  </a:lnTo>
                  <a:cubicBezTo>
                    <a:pt x="1" y="727"/>
                    <a:pt x="94" y="818"/>
                    <a:pt x="208" y="818"/>
                  </a:cubicBezTo>
                  <a:lnTo>
                    <a:pt x="368" y="818"/>
                  </a:lnTo>
                  <a:cubicBezTo>
                    <a:pt x="481" y="818"/>
                    <a:pt x="575" y="727"/>
                    <a:pt x="575" y="612"/>
                  </a:cubicBezTo>
                  <a:lnTo>
                    <a:pt x="575" y="206"/>
                  </a:lnTo>
                  <a:cubicBezTo>
                    <a:pt x="575" y="91"/>
                    <a:pt x="481" y="0"/>
                    <a:pt x="368" y="0"/>
                  </a:cubicBezTo>
                  <a:close/>
                </a:path>
              </a:pathLst>
            </a:cu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602" name="Google Shape;2602;p20"/>
            <p:cNvSpPr/>
            <p:nvPr/>
          </p:nvSpPr>
          <p:spPr>
            <a:xfrm>
              <a:off x="5415940" y="2398401"/>
              <a:ext cx="15337" cy="29043"/>
            </a:xfrm>
            <a:custGeom>
              <a:rect b="b" l="l" r="r" t="t"/>
              <a:pathLst>
                <a:path extrusionOk="0" h="818" w="432">
                  <a:moveTo>
                    <a:pt x="227" y="0"/>
                  </a:moveTo>
                  <a:cubicBezTo>
                    <a:pt x="226" y="0"/>
                    <a:pt x="225" y="0"/>
                    <a:pt x="224" y="0"/>
                  </a:cubicBezTo>
                  <a:lnTo>
                    <a:pt x="64" y="0"/>
                  </a:lnTo>
                  <a:cubicBezTo>
                    <a:pt x="43" y="0"/>
                    <a:pt x="21" y="5"/>
                    <a:pt x="1" y="12"/>
                  </a:cubicBezTo>
                  <a:cubicBezTo>
                    <a:pt x="86" y="38"/>
                    <a:pt x="145" y="115"/>
                    <a:pt x="145" y="208"/>
                  </a:cubicBezTo>
                  <a:lnTo>
                    <a:pt x="145" y="612"/>
                  </a:lnTo>
                  <a:cubicBezTo>
                    <a:pt x="145" y="704"/>
                    <a:pt x="84" y="782"/>
                    <a:pt x="1" y="808"/>
                  </a:cubicBezTo>
                  <a:cubicBezTo>
                    <a:pt x="21" y="813"/>
                    <a:pt x="43" y="818"/>
                    <a:pt x="64" y="818"/>
                  </a:cubicBezTo>
                  <a:lnTo>
                    <a:pt x="224" y="818"/>
                  </a:lnTo>
                  <a:cubicBezTo>
                    <a:pt x="339" y="818"/>
                    <a:pt x="431" y="726"/>
                    <a:pt x="431" y="610"/>
                  </a:cubicBezTo>
                  <a:lnTo>
                    <a:pt x="431" y="206"/>
                  </a:lnTo>
                  <a:cubicBezTo>
                    <a:pt x="431" y="92"/>
                    <a:pt x="339" y="0"/>
                    <a:pt x="227"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603" name="Google Shape;2603;p20"/>
            <p:cNvSpPr/>
            <p:nvPr/>
          </p:nvSpPr>
          <p:spPr>
            <a:xfrm>
              <a:off x="5511232" y="2398401"/>
              <a:ext cx="15302" cy="29043"/>
            </a:xfrm>
            <a:custGeom>
              <a:rect b="b" l="l" r="r" t="t"/>
              <a:pathLst>
                <a:path extrusionOk="0" h="818" w="431">
                  <a:moveTo>
                    <a:pt x="226" y="0"/>
                  </a:moveTo>
                  <a:cubicBezTo>
                    <a:pt x="225" y="0"/>
                    <a:pt x="225" y="0"/>
                    <a:pt x="224" y="0"/>
                  </a:cubicBezTo>
                  <a:lnTo>
                    <a:pt x="64" y="0"/>
                  </a:lnTo>
                  <a:cubicBezTo>
                    <a:pt x="42" y="0"/>
                    <a:pt x="21" y="5"/>
                    <a:pt x="1" y="12"/>
                  </a:cubicBezTo>
                  <a:cubicBezTo>
                    <a:pt x="86" y="36"/>
                    <a:pt x="145" y="115"/>
                    <a:pt x="145" y="208"/>
                  </a:cubicBezTo>
                  <a:lnTo>
                    <a:pt x="145" y="612"/>
                  </a:lnTo>
                  <a:cubicBezTo>
                    <a:pt x="145" y="704"/>
                    <a:pt x="84" y="782"/>
                    <a:pt x="1" y="808"/>
                  </a:cubicBezTo>
                  <a:cubicBezTo>
                    <a:pt x="21" y="813"/>
                    <a:pt x="42" y="818"/>
                    <a:pt x="64" y="818"/>
                  </a:cubicBezTo>
                  <a:lnTo>
                    <a:pt x="224" y="818"/>
                  </a:lnTo>
                  <a:cubicBezTo>
                    <a:pt x="339" y="818"/>
                    <a:pt x="431" y="726"/>
                    <a:pt x="431" y="610"/>
                  </a:cubicBezTo>
                  <a:lnTo>
                    <a:pt x="431" y="206"/>
                  </a:lnTo>
                  <a:cubicBezTo>
                    <a:pt x="431" y="92"/>
                    <a:pt x="339" y="0"/>
                    <a:pt x="226"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604" name="Google Shape;2604;p20"/>
            <p:cNvSpPr/>
            <p:nvPr/>
          </p:nvSpPr>
          <p:spPr>
            <a:xfrm>
              <a:off x="5591044" y="2390413"/>
              <a:ext cx="94330" cy="99165"/>
            </a:xfrm>
            <a:custGeom>
              <a:rect b="b" l="l" r="r" t="t"/>
              <a:pathLst>
                <a:path extrusionOk="0" h="2793" w="2657">
                  <a:moveTo>
                    <a:pt x="1698" y="1"/>
                  </a:moveTo>
                  <a:cubicBezTo>
                    <a:pt x="1601" y="1"/>
                    <a:pt x="1507" y="45"/>
                    <a:pt x="1448" y="125"/>
                  </a:cubicBezTo>
                  <a:lnTo>
                    <a:pt x="839" y="917"/>
                  </a:lnTo>
                  <a:cubicBezTo>
                    <a:pt x="734" y="1057"/>
                    <a:pt x="760" y="1253"/>
                    <a:pt x="900" y="1359"/>
                  </a:cubicBezTo>
                  <a:cubicBezTo>
                    <a:pt x="957" y="1403"/>
                    <a:pt x="1024" y="1424"/>
                    <a:pt x="1090" y="1424"/>
                  </a:cubicBezTo>
                  <a:cubicBezTo>
                    <a:pt x="1184" y="1424"/>
                    <a:pt x="1278" y="1381"/>
                    <a:pt x="1340" y="1299"/>
                  </a:cubicBezTo>
                  <a:lnTo>
                    <a:pt x="1383" y="1243"/>
                  </a:lnTo>
                  <a:lnTo>
                    <a:pt x="1383" y="1851"/>
                  </a:lnTo>
                  <a:cubicBezTo>
                    <a:pt x="1383" y="2023"/>
                    <a:pt x="1242" y="2162"/>
                    <a:pt x="1073" y="2162"/>
                  </a:cubicBezTo>
                  <a:lnTo>
                    <a:pt x="314" y="2162"/>
                  </a:lnTo>
                  <a:cubicBezTo>
                    <a:pt x="140" y="2162"/>
                    <a:pt x="0" y="2303"/>
                    <a:pt x="0" y="2477"/>
                  </a:cubicBezTo>
                  <a:cubicBezTo>
                    <a:pt x="0" y="2652"/>
                    <a:pt x="140" y="2793"/>
                    <a:pt x="314" y="2793"/>
                  </a:cubicBezTo>
                  <a:lnTo>
                    <a:pt x="1073" y="2793"/>
                  </a:lnTo>
                  <a:cubicBezTo>
                    <a:pt x="1591" y="2793"/>
                    <a:pt x="2012" y="2369"/>
                    <a:pt x="2012" y="1851"/>
                  </a:cubicBezTo>
                  <a:lnTo>
                    <a:pt x="2012" y="1248"/>
                  </a:lnTo>
                  <a:lnTo>
                    <a:pt x="2052" y="1300"/>
                  </a:lnTo>
                  <a:cubicBezTo>
                    <a:pt x="2113" y="1382"/>
                    <a:pt x="2209" y="1425"/>
                    <a:pt x="2303" y="1425"/>
                  </a:cubicBezTo>
                  <a:cubicBezTo>
                    <a:pt x="2369" y="1425"/>
                    <a:pt x="2435" y="1404"/>
                    <a:pt x="2493" y="1361"/>
                  </a:cubicBezTo>
                  <a:cubicBezTo>
                    <a:pt x="2630" y="1256"/>
                    <a:pt x="2657" y="1059"/>
                    <a:pt x="2552" y="919"/>
                  </a:cubicBezTo>
                  <a:lnTo>
                    <a:pt x="1947" y="125"/>
                  </a:lnTo>
                  <a:cubicBezTo>
                    <a:pt x="1888" y="47"/>
                    <a:pt x="1796" y="1"/>
                    <a:pt x="1698" y="1"/>
                  </a:cubicBez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605" name="Google Shape;2605;p20"/>
            <p:cNvSpPr/>
            <p:nvPr/>
          </p:nvSpPr>
          <p:spPr>
            <a:xfrm>
              <a:off x="5616075" y="2434686"/>
              <a:ext cx="46437" cy="54891"/>
            </a:xfrm>
            <a:custGeom>
              <a:rect b="b" l="l" r="r" t="t"/>
              <a:pathLst>
                <a:path extrusionOk="0" h="1546" w="1308">
                  <a:moveTo>
                    <a:pt x="1247" y="0"/>
                  </a:moveTo>
                  <a:cubicBezTo>
                    <a:pt x="1077" y="0"/>
                    <a:pt x="940" y="137"/>
                    <a:pt x="940" y="305"/>
                  </a:cubicBezTo>
                  <a:lnTo>
                    <a:pt x="940" y="604"/>
                  </a:lnTo>
                  <a:cubicBezTo>
                    <a:pt x="940" y="1124"/>
                    <a:pt x="519" y="1546"/>
                    <a:pt x="1" y="1546"/>
                  </a:cubicBezTo>
                  <a:lnTo>
                    <a:pt x="368" y="1546"/>
                  </a:lnTo>
                  <a:cubicBezTo>
                    <a:pt x="887" y="1546"/>
                    <a:pt x="1307" y="1124"/>
                    <a:pt x="1307" y="604"/>
                  </a:cubicBezTo>
                  <a:lnTo>
                    <a:pt x="1307" y="1"/>
                  </a:lnTo>
                  <a:lnTo>
                    <a:pt x="1307" y="0"/>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606" name="Google Shape;2606;p20"/>
            <p:cNvSpPr/>
            <p:nvPr/>
          </p:nvSpPr>
          <p:spPr>
            <a:xfrm>
              <a:off x="5644797" y="2390413"/>
              <a:ext cx="40579" cy="50630"/>
            </a:xfrm>
            <a:custGeom>
              <a:rect b="b" l="l" r="r" t="t"/>
              <a:pathLst>
                <a:path extrusionOk="0" h="1426" w="1143">
                  <a:moveTo>
                    <a:pt x="183" y="1"/>
                  </a:moveTo>
                  <a:cubicBezTo>
                    <a:pt x="117" y="1"/>
                    <a:pt x="52" y="22"/>
                    <a:pt x="0" y="60"/>
                  </a:cubicBezTo>
                  <a:cubicBezTo>
                    <a:pt x="25" y="77"/>
                    <a:pt x="46" y="100"/>
                    <a:pt x="66" y="125"/>
                  </a:cubicBezTo>
                  <a:lnTo>
                    <a:pt x="671" y="919"/>
                  </a:lnTo>
                  <a:cubicBezTo>
                    <a:pt x="776" y="1059"/>
                    <a:pt x="749" y="1256"/>
                    <a:pt x="610" y="1361"/>
                  </a:cubicBezTo>
                  <a:cubicBezTo>
                    <a:pt x="608" y="1362"/>
                    <a:pt x="605" y="1364"/>
                    <a:pt x="603" y="1366"/>
                  </a:cubicBezTo>
                  <a:cubicBezTo>
                    <a:pt x="656" y="1405"/>
                    <a:pt x="721" y="1425"/>
                    <a:pt x="786" y="1425"/>
                  </a:cubicBezTo>
                  <a:cubicBezTo>
                    <a:pt x="854" y="1425"/>
                    <a:pt x="920" y="1404"/>
                    <a:pt x="977" y="1361"/>
                  </a:cubicBezTo>
                  <a:cubicBezTo>
                    <a:pt x="1116" y="1256"/>
                    <a:pt x="1143" y="1059"/>
                    <a:pt x="1038" y="919"/>
                  </a:cubicBezTo>
                  <a:lnTo>
                    <a:pt x="433" y="125"/>
                  </a:lnTo>
                  <a:cubicBezTo>
                    <a:pt x="374" y="47"/>
                    <a:pt x="282" y="1"/>
                    <a:pt x="183"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607" name="Google Shape;2607;p20"/>
            <p:cNvSpPr/>
            <p:nvPr/>
          </p:nvSpPr>
          <p:spPr>
            <a:xfrm>
              <a:off x="5417218" y="2182787"/>
              <a:ext cx="94401" cy="99165"/>
            </a:xfrm>
            <a:custGeom>
              <a:rect b="b" l="l" r="r" t="t"/>
              <a:pathLst>
                <a:path extrusionOk="0" h="2793" w="2659">
                  <a:moveTo>
                    <a:pt x="1587" y="1"/>
                  </a:moveTo>
                  <a:cubicBezTo>
                    <a:pt x="1069" y="1"/>
                    <a:pt x="646" y="424"/>
                    <a:pt x="646" y="942"/>
                  </a:cubicBezTo>
                  <a:lnTo>
                    <a:pt x="646" y="1545"/>
                  </a:lnTo>
                  <a:lnTo>
                    <a:pt x="605" y="1491"/>
                  </a:lnTo>
                  <a:cubicBezTo>
                    <a:pt x="545" y="1411"/>
                    <a:pt x="448" y="1368"/>
                    <a:pt x="356" y="1368"/>
                  </a:cubicBezTo>
                  <a:cubicBezTo>
                    <a:pt x="289" y="1368"/>
                    <a:pt x="222" y="1389"/>
                    <a:pt x="165" y="1432"/>
                  </a:cubicBezTo>
                  <a:cubicBezTo>
                    <a:pt x="28" y="1538"/>
                    <a:pt x="1" y="1735"/>
                    <a:pt x="106" y="1873"/>
                  </a:cubicBezTo>
                  <a:lnTo>
                    <a:pt x="710" y="2669"/>
                  </a:lnTo>
                  <a:cubicBezTo>
                    <a:pt x="769" y="2746"/>
                    <a:pt x="861" y="2792"/>
                    <a:pt x="961" y="2792"/>
                  </a:cubicBezTo>
                  <a:cubicBezTo>
                    <a:pt x="1057" y="2792"/>
                    <a:pt x="1151" y="2748"/>
                    <a:pt x="1210" y="2669"/>
                  </a:cubicBezTo>
                  <a:lnTo>
                    <a:pt x="1818" y="1874"/>
                  </a:lnTo>
                  <a:cubicBezTo>
                    <a:pt x="1923" y="1736"/>
                    <a:pt x="1897" y="1540"/>
                    <a:pt x="1759" y="1434"/>
                  </a:cubicBezTo>
                  <a:cubicBezTo>
                    <a:pt x="1702" y="1391"/>
                    <a:pt x="1635" y="1370"/>
                    <a:pt x="1568" y="1370"/>
                  </a:cubicBezTo>
                  <a:cubicBezTo>
                    <a:pt x="1474" y="1370"/>
                    <a:pt x="1380" y="1412"/>
                    <a:pt x="1318" y="1494"/>
                  </a:cubicBezTo>
                  <a:lnTo>
                    <a:pt x="1274" y="1549"/>
                  </a:lnTo>
                  <a:lnTo>
                    <a:pt x="1274" y="942"/>
                  </a:lnTo>
                  <a:cubicBezTo>
                    <a:pt x="1274" y="770"/>
                    <a:pt x="1415" y="631"/>
                    <a:pt x="1587" y="631"/>
                  </a:cubicBezTo>
                  <a:lnTo>
                    <a:pt x="2344" y="631"/>
                  </a:lnTo>
                  <a:cubicBezTo>
                    <a:pt x="2518" y="631"/>
                    <a:pt x="2659" y="490"/>
                    <a:pt x="2659" y="316"/>
                  </a:cubicBezTo>
                  <a:cubicBezTo>
                    <a:pt x="2659" y="142"/>
                    <a:pt x="2518" y="1"/>
                    <a:pt x="2344" y="1"/>
                  </a:cubicBez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608" name="Google Shape;2608;p20"/>
            <p:cNvSpPr/>
            <p:nvPr/>
          </p:nvSpPr>
          <p:spPr>
            <a:xfrm>
              <a:off x="5442249" y="2231534"/>
              <a:ext cx="43278" cy="50453"/>
            </a:xfrm>
            <a:custGeom>
              <a:rect b="b" l="l" r="r" t="t"/>
              <a:pathLst>
                <a:path extrusionOk="0" h="1421" w="1219">
                  <a:moveTo>
                    <a:pt x="863" y="0"/>
                  </a:moveTo>
                  <a:cubicBezTo>
                    <a:pt x="847" y="0"/>
                    <a:pt x="832" y="1"/>
                    <a:pt x="817" y="3"/>
                  </a:cubicBezTo>
                  <a:cubicBezTo>
                    <a:pt x="897" y="113"/>
                    <a:pt x="899" y="267"/>
                    <a:pt x="813" y="379"/>
                  </a:cubicBezTo>
                  <a:lnTo>
                    <a:pt x="205" y="1173"/>
                  </a:lnTo>
                  <a:cubicBezTo>
                    <a:pt x="155" y="1238"/>
                    <a:pt x="83" y="1280"/>
                    <a:pt x="1" y="1291"/>
                  </a:cubicBezTo>
                  <a:lnTo>
                    <a:pt x="5" y="1297"/>
                  </a:lnTo>
                  <a:cubicBezTo>
                    <a:pt x="64" y="1375"/>
                    <a:pt x="156" y="1421"/>
                    <a:pt x="256" y="1421"/>
                  </a:cubicBezTo>
                  <a:cubicBezTo>
                    <a:pt x="354" y="1421"/>
                    <a:pt x="446" y="1375"/>
                    <a:pt x="505" y="1297"/>
                  </a:cubicBezTo>
                  <a:lnTo>
                    <a:pt x="1113" y="504"/>
                  </a:lnTo>
                  <a:cubicBezTo>
                    <a:pt x="1218" y="366"/>
                    <a:pt x="1192" y="167"/>
                    <a:pt x="1054" y="65"/>
                  </a:cubicBezTo>
                  <a:cubicBezTo>
                    <a:pt x="997" y="21"/>
                    <a:pt x="929" y="0"/>
                    <a:pt x="863"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2609" name="Google Shape;2609;p20"/>
          <p:cNvGrpSpPr/>
          <p:nvPr/>
        </p:nvGrpSpPr>
        <p:grpSpPr>
          <a:xfrm>
            <a:off x="4318793" y="2914364"/>
            <a:ext cx="506656" cy="503417"/>
            <a:chOff x="3437569" y="2173804"/>
            <a:chExt cx="326917" cy="324826"/>
          </a:xfrm>
        </p:grpSpPr>
        <p:sp>
          <p:nvSpPr>
            <p:cNvPr id="2610" name="Google Shape;2610;p20"/>
            <p:cNvSpPr/>
            <p:nvPr/>
          </p:nvSpPr>
          <p:spPr>
            <a:xfrm>
              <a:off x="3491570" y="2251309"/>
              <a:ext cx="144247" cy="93520"/>
            </a:xfrm>
            <a:custGeom>
              <a:rect b="b" l="l" r="r" t="t"/>
              <a:pathLst>
                <a:path extrusionOk="0" h="2634" w="4063">
                  <a:moveTo>
                    <a:pt x="508" y="0"/>
                  </a:moveTo>
                  <a:cubicBezTo>
                    <a:pt x="279" y="510"/>
                    <a:pt x="0" y="1107"/>
                    <a:pt x="121" y="1680"/>
                  </a:cubicBezTo>
                  <a:cubicBezTo>
                    <a:pt x="251" y="2298"/>
                    <a:pt x="728" y="2589"/>
                    <a:pt x="1318" y="2634"/>
                  </a:cubicBezTo>
                  <a:lnTo>
                    <a:pt x="2740" y="2634"/>
                  </a:lnTo>
                  <a:cubicBezTo>
                    <a:pt x="3330" y="2591"/>
                    <a:pt x="3811" y="2298"/>
                    <a:pt x="3937" y="1680"/>
                  </a:cubicBezTo>
                  <a:cubicBezTo>
                    <a:pt x="4063" y="1107"/>
                    <a:pt x="3785" y="510"/>
                    <a:pt x="3555" y="0"/>
                  </a:cubicBezTo>
                  <a:close/>
                </a:path>
              </a:pathLst>
            </a:cu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611" name="Google Shape;2611;p20"/>
            <p:cNvSpPr/>
            <p:nvPr/>
          </p:nvSpPr>
          <p:spPr>
            <a:xfrm>
              <a:off x="3581785" y="2251309"/>
              <a:ext cx="54035" cy="93520"/>
            </a:xfrm>
            <a:custGeom>
              <a:rect b="b" l="l" r="r" t="t"/>
              <a:pathLst>
                <a:path extrusionOk="0" h="2634" w="1522">
                  <a:moveTo>
                    <a:pt x="546" y="0"/>
                  </a:moveTo>
                  <a:cubicBezTo>
                    <a:pt x="771" y="507"/>
                    <a:pt x="1055" y="1206"/>
                    <a:pt x="949" y="1716"/>
                  </a:cubicBezTo>
                  <a:cubicBezTo>
                    <a:pt x="838" y="2244"/>
                    <a:pt x="473" y="2533"/>
                    <a:pt x="1" y="2634"/>
                  </a:cubicBezTo>
                  <a:lnTo>
                    <a:pt x="202" y="2634"/>
                  </a:lnTo>
                  <a:cubicBezTo>
                    <a:pt x="792" y="2589"/>
                    <a:pt x="1271" y="2298"/>
                    <a:pt x="1401" y="1680"/>
                  </a:cubicBezTo>
                  <a:cubicBezTo>
                    <a:pt x="1522" y="1107"/>
                    <a:pt x="1244" y="510"/>
                    <a:pt x="1015"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612" name="Google Shape;2612;p20"/>
            <p:cNvSpPr/>
            <p:nvPr/>
          </p:nvSpPr>
          <p:spPr>
            <a:xfrm>
              <a:off x="3509144" y="2207817"/>
              <a:ext cx="109206" cy="111308"/>
            </a:xfrm>
            <a:custGeom>
              <a:rect b="b" l="l" r="r" t="t"/>
              <a:pathLst>
                <a:path extrusionOk="0" h="3135" w="3076">
                  <a:moveTo>
                    <a:pt x="1539" y="1"/>
                  </a:moveTo>
                  <a:lnTo>
                    <a:pt x="0" y="1015"/>
                  </a:lnTo>
                  <a:lnTo>
                    <a:pt x="0" y="1597"/>
                  </a:lnTo>
                  <a:cubicBezTo>
                    <a:pt x="0" y="2446"/>
                    <a:pt x="690" y="3135"/>
                    <a:pt x="1539" y="3135"/>
                  </a:cubicBezTo>
                  <a:cubicBezTo>
                    <a:pt x="2388" y="3135"/>
                    <a:pt x="3076" y="2446"/>
                    <a:pt x="3076" y="1597"/>
                  </a:cubicBezTo>
                  <a:lnTo>
                    <a:pt x="3076" y="1015"/>
                  </a:lnTo>
                  <a:lnTo>
                    <a:pt x="1539" y="1"/>
                  </a:ln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613" name="Google Shape;2613;p20"/>
            <p:cNvSpPr/>
            <p:nvPr/>
          </p:nvSpPr>
          <p:spPr>
            <a:xfrm>
              <a:off x="3489475" y="2237924"/>
              <a:ext cx="20982" cy="29398"/>
            </a:xfrm>
            <a:custGeom>
              <a:rect b="b" l="l" r="r" t="t"/>
              <a:pathLst>
                <a:path extrusionOk="0" h="828" w="591">
                  <a:moveTo>
                    <a:pt x="413" y="0"/>
                  </a:moveTo>
                  <a:cubicBezTo>
                    <a:pt x="186" y="0"/>
                    <a:pt x="0" y="186"/>
                    <a:pt x="0" y="413"/>
                  </a:cubicBezTo>
                  <a:cubicBezTo>
                    <a:pt x="0" y="642"/>
                    <a:pt x="186" y="828"/>
                    <a:pt x="413" y="828"/>
                  </a:cubicBezTo>
                  <a:lnTo>
                    <a:pt x="590" y="828"/>
                  </a:lnTo>
                  <a:lnTo>
                    <a:pt x="590" y="0"/>
                  </a:ln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614" name="Google Shape;2614;p20"/>
            <p:cNvSpPr/>
            <p:nvPr/>
          </p:nvSpPr>
          <p:spPr>
            <a:xfrm>
              <a:off x="3617004" y="2237924"/>
              <a:ext cx="20982" cy="29398"/>
            </a:xfrm>
            <a:custGeom>
              <a:rect b="b" l="l" r="r" t="t"/>
              <a:pathLst>
                <a:path extrusionOk="0" h="828" w="591">
                  <a:moveTo>
                    <a:pt x="0" y="0"/>
                  </a:moveTo>
                  <a:lnTo>
                    <a:pt x="0" y="828"/>
                  </a:lnTo>
                  <a:lnTo>
                    <a:pt x="177" y="828"/>
                  </a:lnTo>
                  <a:cubicBezTo>
                    <a:pt x="404" y="828"/>
                    <a:pt x="590" y="642"/>
                    <a:pt x="590" y="413"/>
                  </a:cubicBezTo>
                  <a:cubicBezTo>
                    <a:pt x="590" y="186"/>
                    <a:pt x="404" y="0"/>
                    <a:pt x="177" y="0"/>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615" name="Google Shape;2615;p20"/>
            <p:cNvSpPr/>
            <p:nvPr/>
          </p:nvSpPr>
          <p:spPr>
            <a:xfrm>
              <a:off x="3617040" y="2238386"/>
              <a:ext cx="20982" cy="28937"/>
            </a:xfrm>
            <a:custGeom>
              <a:rect b="b" l="l" r="r" t="t"/>
              <a:pathLst>
                <a:path extrusionOk="0" h="815" w="591">
                  <a:moveTo>
                    <a:pt x="281" y="0"/>
                  </a:moveTo>
                  <a:lnTo>
                    <a:pt x="281" y="0"/>
                  </a:lnTo>
                  <a:cubicBezTo>
                    <a:pt x="310" y="55"/>
                    <a:pt x="327" y="118"/>
                    <a:pt x="327" y="187"/>
                  </a:cubicBezTo>
                  <a:cubicBezTo>
                    <a:pt x="327" y="385"/>
                    <a:pt x="188" y="551"/>
                    <a:pt x="1" y="592"/>
                  </a:cubicBezTo>
                  <a:lnTo>
                    <a:pt x="1" y="815"/>
                  </a:lnTo>
                  <a:lnTo>
                    <a:pt x="178" y="815"/>
                  </a:lnTo>
                  <a:cubicBezTo>
                    <a:pt x="406" y="815"/>
                    <a:pt x="591" y="629"/>
                    <a:pt x="591" y="400"/>
                  </a:cubicBezTo>
                  <a:cubicBezTo>
                    <a:pt x="591" y="288"/>
                    <a:pt x="545" y="183"/>
                    <a:pt x="471" y="108"/>
                  </a:cubicBezTo>
                  <a:cubicBezTo>
                    <a:pt x="418" y="58"/>
                    <a:pt x="353" y="19"/>
                    <a:pt x="281"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616" name="Google Shape;2616;p20"/>
            <p:cNvSpPr/>
            <p:nvPr/>
          </p:nvSpPr>
          <p:spPr>
            <a:xfrm>
              <a:off x="3536056" y="2252268"/>
              <a:ext cx="9941" cy="16439"/>
            </a:xfrm>
            <a:custGeom>
              <a:rect b="b" l="l" r="r" t="t"/>
              <a:pathLst>
                <a:path extrusionOk="0" h="463" w="280">
                  <a:moveTo>
                    <a:pt x="140" y="1"/>
                  </a:moveTo>
                  <a:cubicBezTo>
                    <a:pt x="64" y="1"/>
                    <a:pt x="1" y="61"/>
                    <a:pt x="1" y="139"/>
                  </a:cubicBezTo>
                  <a:lnTo>
                    <a:pt x="1" y="324"/>
                  </a:lnTo>
                  <a:cubicBezTo>
                    <a:pt x="1" y="401"/>
                    <a:pt x="63" y="463"/>
                    <a:pt x="140" y="463"/>
                  </a:cubicBezTo>
                  <a:cubicBezTo>
                    <a:pt x="217" y="463"/>
                    <a:pt x="280" y="401"/>
                    <a:pt x="278" y="324"/>
                  </a:cubicBezTo>
                  <a:lnTo>
                    <a:pt x="278" y="139"/>
                  </a:lnTo>
                  <a:cubicBezTo>
                    <a:pt x="278" y="64"/>
                    <a:pt x="215" y="1"/>
                    <a:pt x="140" y="1"/>
                  </a:cubicBez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617" name="Google Shape;2617;p20"/>
            <p:cNvSpPr/>
            <p:nvPr/>
          </p:nvSpPr>
          <p:spPr>
            <a:xfrm>
              <a:off x="3583737" y="2252268"/>
              <a:ext cx="9834" cy="16439"/>
            </a:xfrm>
            <a:custGeom>
              <a:rect b="b" l="l" r="r" t="t"/>
              <a:pathLst>
                <a:path extrusionOk="0" h="463" w="277">
                  <a:moveTo>
                    <a:pt x="138" y="1"/>
                  </a:moveTo>
                  <a:cubicBezTo>
                    <a:pt x="64" y="1"/>
                    <a:pt x="0" y="61"/>
                    <a:pt x="0" y="139"/>
                  </a:cubicBezTo>
                  <a:lnTo>
                    <a:pt x="0" y="324"/>
                  </a:lnTo>
                  <a:cubicBezTo>
                    <a:pt x="0" y="401"/>
                    <a:pt x="61" y="463"/>
                    <a:pt x="138" y="463"/>
                  </a:cubicBezTo>
                  <a:cubicBezTo>
                    <a:pt x="215" y="463"/>
                    <a:pt x="277" y="401"/>
                    <a:pt x="277" y="324"/>
                  </a:cubicBezTo>
                  <a:lnTo>
                    <a:pt x="277" y="139"/>
                  </a:lnTo>
                  <a:cubicBezTo>
                    <a:pt x="277" y="64"/>
                    <a:pt x="215" y="1"/>
                    <a:pt x="138" y="1"/>
                  </a:cubicBez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618" name="Google Shape;2618;p20"/>
            <p:cNvSpPr/>
            <p:nvPr/>
          </p:nvSpPr>
          <p:spPr>
            <a:xfrm>
              <a:off x="3555689" y="2236398"/>
              <a:ext cx="62662" cy="82727"/>
            </a:xfrm>
            <a:custGeom>
              <a:rect b="b" l="l" r="r" t="t"/>
              <a:pathLst>
                <a:path extrusionOk="0" h="2330" w="1765">
                  <a:moveTo>
                    <a:pt x="1311" y="0"/>
                  </a:moveTo>
                  <a:lnTo>
                    <a:pt x="1311" y="792"/>
                  </a:lnTo>
                  <a:cubicBezTo>
                    <a:pt x="1311" y="1563"/>
                    <a:pt x="743" y="2203"/>
                    <a:pt x="0" y="2313"/>
                  </a:cubicBezTo>
                  <a:cubicBezTo>
                    <a:pt x="74" y="2324"/>
                    <a:pt x="150" y="2330"/>
                    <a:pt x="228" y="2330"/>
                  </a:cubicBezTo>
                  <a:cubicBezTo>
                    <a:pt x="1077" y="2330"/>
                    <a:pt x="1765" y="1641"/>
                    <a:pt x="1765" y="792"/>
                  </a:cubicBezTo>
                  <a:lnTo>
                    <a:pt x="1765" y="210"/>
                  </a:lnTo>
                  <a:lnTo>
                    <a:pt x="1311" y="0"/>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619" name="Google Shape;2619;p20"/>
            <p:cNvSpPr/>
            <p:nvPr/>
          </p:nvSpPr>
          <p:spPr>
            <a:xfrm>
              <a:off x="3509144" y="2173804"/>
              <a:ext cx="109206" cy="71259"/>
            </a:xfrm>
            <a:custGeom>
              <a:rect b="b" l="l" r="r" t="t"/>
              <a:pathLst>
                <a:path extrusionOk="0" h="2007" w="3076">
                  <a:moveTo>
                    <a:pt x="1539" y="0"/>
                  </a:moveTo>
                  <a:cubicBezTo>
                    <a:pt x="690" y="0"/>
                    <a:pt x="0" y="690"/>
                    <a:pt x="0" y="1539"/>
                  </a:cubicBezTo>
                  <a:lnTo>
                    <a:pt x="0" y="2006"/>
                  </a:lnTo>
                  <a:cubicBezTo>
                    <a:pt x="0" y="2006"/>
                    <a:pt x="1" y="2006"/>
                    <a:pt x="2" y="2006"/>
                  </a:cubicBezTo>
                  <a:cubicBezTo>
                    <a:pt x="45" y="2006"/>
                    <a:pt x="1008" y="1998"/>
                    <a:pt x="1539" y="1262"/>
                  </a:cubicBezTo>
                  <a:cubicBezTo>
                    <a:pt x="2068" y="1998"/>
                    <a:pt x="3031" y="2006"/>
                    <a:pt x="3074" y="2006"/>
                  </a:cubicBezTo>
                  <a:cubicBezTo>
                    <a:pt x="3075" y="2006"/>
                    <a:pt x="3076" y="2006"/>
                    <a:pt x="3076" y="2006"/>
                  </a:cubicBezTo>
                  <a:lnTo>
                    <a:pt x="3076" y="1539"/>
                  </a:lnTo>
                  <a:cubicBezTo>
                    <a:pt x="3076" y="688"/>
                    <a:pt x="2388" y="0"/>
                    <a:pt x="1539" y="0"/>
                  </a:cubicBezTo>
                  <a:close/>
                </a:path>
              </a:pathLst>
            </a:cu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620" name="Google Shape;2620;p20"/>
            <p:cNvSpPr/>
            <p:nvPr/>
          </p:nvSpPr>
          <p:spPr>
            <a:xfrm>
              <a:off x="3560944" y="2173804"/>
              <a:ext cx="57408" cy="71259"/>
            </a:xfrm>
            <a:custGeom>
              <a:rect b="b" l="l" r="r" t="t"/>
              <a:pathLst>
                <a:path extrusionOk="0" h="2007" w="1617">
                  <a:moveTo>
                    <a:pt x="80" y="0"/>
                  </a:moveTo>
                  <a:cubicBezTo>
                    <a:pt x="52" y="0"/>
                    <a:pt x="26" y="0"/>
                    <a:pt x="1" y="2"/>
                  </a:cubicBezTo>
                  <a:cubicBezTo>
                    <a:pt x="670" y="169"/>
                    <a:pt x="1163" y="776"/>
                    <a:pt x="1163" y="1496"/>
                  </a:cubicBezTo>
                  <a:lnTo>
                    <a:pt x="1163" y="1946"/>
                  </a:lnTo>
                  <a:cubicBezTo>
                    <a:pt x="1414" y="2005"/>
                    <a:pt x="1599" y="2006"/>
                    <a:pt x="1615" y="2006"/>
                  </a:cubicBezTo>
                  <a:cubicBezTo>
                    <a:pt x="1616" y="2006"/>
                    <a:pt x="1617" y="2006"/>
                    <a:pt x="1617" y="2006"/>
                  </a:cubicBezTo>
                  <a:lnTo>
                    <a:pt x="1617" y="1539"/>
                  </a:lnTo>
                  <a:cubicBezTo>
                    <a:pt x="1617" y="688"/>
                    <a:pt x="929" y="0"/>
                    <a:pt x="80"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621" name="Google Shape;2621;p20"/>
            <p:cNvSpPr/>
            <p:nvPr/>
          </p:nvSpPr>
          <p:spPr>
            <a:xfrm>
              <a:off x="3691384" y="2398046"/>
              <a:ext cx="61526" cy="70832"/>
            </a:xfrm>
            <a:custGeom>
              <a:rect b="b" l="l" r="r" t="t"/>
              <a:pathLst>
                <a:path extrusionOk="0" h="1995" w="1733">
                  <a:moveTo>
                    <a:pt x="100" y="0"/>
                  </a:moveTo>
                  <a:cubicBezTo>
                    <a:pt x="46" y="0"/>
                    <a:pt x="0" y="46"/>
                    <a:pt x="6" y="104"/>
                  </a:cubicBezTo>
                  <a:lnTo>
                    <a:pt x="176" y="1995"/>
                  </a:lnTo>
                  <a:lnTo>
                    <a:pt x="1559" y="1995"/>
                  </a:lnTo>
                  <a:lnTo>
                    <a:pt x="1727" y="104"/>
                  </a:lnTo>
                  <a:cubicBezTo>
                    <a:pt x="1733" y="48"/>
                    <a:pt x="1688" y="0"/>
                    <a:pt x="1632" y="0"/>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622" name="Google Shape;2622;p20"/>
            <p:cNvSpPr/>
            <p:nvPr/>
          </p:nvSpPr>
          <p:spPr>
            <a:xfrm>
              <a:off x="3732391" y="2398046"/>
              <a:ext cx="20591" cy="70832"/>
            </a:xfrm>
            <a:custGeom>
              <a:rect b="b" l="l" r="r" t="t"/>
              <a:pathLst>
                <a:path extrusionOk="0" h="1995" w="580">
                  <a:moveTo>
                    <a:pt x="74" y="0"/>
                  </a:moveTo>
                  <a:cubicBezTo>
                    <a:pt x="130" y="0"/>
                    <a:pt x="175" y="48"/>
                    <a:pt x="169" y="104"/>
                  </a:cubicBezTo>
                  <a:lnTo>
                    <a:pt x="1" y="1995"/>
                  </a:lnTo>
                  <a:lnTo>
                    <a:pt x="405" y="1995"/>
                  </a:lnTo>
                  <a:lnTo>
                    <a:pt x="575" y="104"/>
                  </a:lnTo>
                  <a:cubicBezTo>
                    <a:pt x="579" y="46"/>
                    <a:pt x="535" y="0"/>
                    <a:pt x="479"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623" name="Google Shape;2623;p20"/>
            <p:cNvSpPr/>
            <p:nvPr/>
          </p:nvSpPr>
          <p:spPr>
            <a:xfrm>
              <a:off x="3693266" y="2420094"/>
              <a:ext cx="57869" cy="26345"/>
            </a:xfrm>
            <a:custGeom>
              <a:rect b="b" l="l" r="r" t="t"/>
              <a:pathLst>
                <a:path extrusionOk="0" h="742" w="1630">
                  <a:moveTo>
                    <a:pt x="1" y="1"/>
                  </a:moveTo>
                  <a:lnTo>
                    <a:pt x="67" y="742"/>
                  </a:lnTo>
                  <a:lnTo>
                    <a:pt x="1563" y="742"/>
                  </a:lnTo>
                  <a:lnTo>
                    <a:pt x="1630" y="1"/>
                  </a:lnTo>
                  <a:close/>
                </a:path>
              </a:pathLst>
            </a:custGeom>
            <a:solidFill>
              <a:schemeClr val="l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624" name="Google Shape;2624;p20"/>
            <p:cNvSpPr/>
            <p:nvPr/>
          </p:nvSpPr>
          <p:spPr>
            <a:xfrm>
              <a:off x="3734415" y="2420094"/>
              <a:ext cx="16722" cy="26345"/>
            </a:xfrm>
            <a:custGeom>
              <a:rect b="b" l="l" r="r" t="t"/>
              <a:pathLst>
                <a:path extrusionOk="0" h="742" w="471">
                  <a:moveTo>
                    <a:pt x="66" y="1"/>
                  </a:moveTo>
                  <a:lnTo>
                    <a:pt x="0" y="742"/>
                  </a:lnTo>
                  <a:lnTo>
                    <a:pt x="404" y="742"/>
                  </a:lnTo>
                  <a:lnTo>
                    <a:pt x="471" y="1"/>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625" name="Google Shape;2625;p20"/>
            <p:cNvSpPr/>
            <p:nvPr/>
          </p:nvSpPr>
          <p:spPr>
            <a:xfrm>
              <a:off x="3549760" y="2277369"/>
              <a:ext cx="27976" cy="14024"/>
            </a:xfrm>
            <a:custGeom>
              <a:rect b="b" l="l" r="r" t="t"/>
              <a:pathLst>
                <a:path extrusionOk="0" h="395" w="788">
                  <a:moveTo>
                    <a:pt x="630" y="1"/>
                  </a:moveTo>
                  <a:cubicBezTo>
                    <a:pt x="589" y="1"/>
                    <a:pt x="549" y="19"/>
                    <a:pt x="521" y="54"/>
                  </a:cubicBezTo>
                  <a:cubicBezTo>
                    <a:pt x="490" y="92"/>
                    <a:pt x="442" y="115"/>
                    <a:pt x="392" y="115"/>
                  </a:cubicBezTo>
                  <a:cubicBezTo>
                    <a:pt x="343" y="115"/>
                    <a:pt x="297" y="94"/>
                    <a:pt x="265" y="55"/>
                  </a:cubicBezTo>
                  <a:cubicBezTo>
                    <a:pt x="237" y="21"/>
                    <a:pt x="197" y="4"/>
                    <a:pt x="156" y="4"/>
                  </a:cubicBezTo>
                  <a:cubicBezTo>
                    <a:pt x="125" y="4"/>
                    <a:pt x="94" y="14"/>
                    <a:pt x="68" y="35"/>
                  </a:cubicBezTo>
                  <a:cubicBezTo>
                    <a:pt x="9" y="84"/>
                    <a:pt x="0" y="172"/>
                    <a:pt x="49" y="231"/>
                  </a:cubicBezTo>
                  <a:cubicBezTo>
                    <a:pt x="133" y="336"/>
                    <a:pt x="258" y="395"/>
                    <a:pt x="392" y="395"/>
                  </a:cubicBezTo>
                  <a:cubicBezTo>
                    <a:pt x="528" y="395"/>
                    <a:pt x="655" y="334"/>
                    <a:pt x="739" y="228"/>
                  </a:cubicBezTo>
                  <a:cubicBezTo>
                    <a:pt x="788" y="166"/>
                    <a:pt x="777" y="79"/>
                    <a:pt x="718" y="32"/>
                  </a:cubicBezTo>
                  <a:cubicBezTo>
                    <a:pt x="692" y="11"/>
                    <a:pt x="661" y="1"/>
                    <a:pt x="630" y="1"/>
                  </a:cubicBez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626" name="Google Shape;2626;p20"/>
            <p:cNvSpPr/>
            <p:nvPr/>
          </p:nvSpPr>
          <p:spPr>
            <a:xfrm>
              <a:off x="3468563" y="2309819"/>
              <a:ext cx="190293" cy="130729"/>
            </a:xfrm>
            <a:custGeom>
              <a:rect b="b" l="l" r="r" t="t"/>
              <a:pathLst>
                <a:path extrusionOk="0" h="3682" w="5360">
                  <a:moveTo>
                    <a:pt x="209" y="0"/>
                  </a:moveTo>
                  <a:cubicBezTo>
                    <a:pt x="94" y="0"/>
                    <a:pt x="1" y="94"/>
                    <a:pt x="1" y="209"/>
                  </a:cubicBezTo>
                  <a:lnTo>
                    <a:pt x="1" y="3472"/>
                  </a:lnTo>
                  <a:cubicBezTo>
                    <a:pt x="1" y="3588"/>
                    <a:pt x="94" y="3681"/>
                    <a:pt x="209" y="3681"/>
                  </a:cubicBezTo>
                  <a:lnTo>
                    <a:pt x="5151" y="3681"/>
                  </a:lnTo>
                  <a:cubicBezTo>
                    <a:pt x="5266" y="3681"/>
                    <a:pt x="5360" y="3588"/>
                    <a:pt x="5360" y="3472"/>
                  </a:cubicBezTo>
                  <a:lnTo>
                    <a:pt x="5360" y="209"/>
                  </a:lnTo>
                  <a:cubicBezTo>
                    <a:pt x="5360" y="94"/>
                    <a:pt x="5266" y="0"/>
                    <a:pt x="5151" y="0"/>
                  </a:cubicBez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627" name="Google Shape;2627;p20"/>
            <p:cNvSpPr/>
            <p:nvPr/>
          </p:nvSpPr>
          <p:spPr>
            <a:xfrm>
              <a:off x="3637667" y="2309819"/>
              <a:ext cx="21195" cy="130729"/>
            </a:xfrm>
            <a:custGeom>
              <a:rect b="b" l="l" r="r" t="t"/>
              <a:pathLst>
                <a:path extrusionOk="0" h="3682" w="597">
                  <a:moveTo>
                    <a:pt x="1" y="0"/>
                  </a:moveTo>
                  <a:cubicBezTo>
                    <a:pt x="116" y="0"/>
                    <a:pt x="210" y="94"/>
                    <a:pt x="210" y="209"/>
                  </a:cubicBezTo>
                  <a:lnTo>
                    <a:pt x="210" y="3472"/>
                  </a:lnTo>
                  <a:cubicBezTo>
                    <a:pt x="210" y="3588"/>
                    <a:pt x="116" y="3681"/>
                    <a:pt x="1" y="3681"/>
                  </a:cubicBezTo>
                  <a:lnTo>
                    <a:pt x="388" y="3681"/>
                  </a:lnTo>
                  <a:cubicBezTo>
                    <a:pt x="503" y="3681"/>
                    <a:pt x="597" y="3588"/>
                    <a:pt x="597" y="3472"/>
                  </a:cubicBezTo>
                  <a:lnTo>
                    <a:pt x="597" y="209"/>
                  </a:lnTo>
                  <a:cubicBezTo>
                    <a:pt x="597" y="94"/>
                    <a:pt x="503" y="0"/>
                    <a:pt x="388"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628" name="Google Shape;2628;p20"/>
            <p:cNvSpPr/>
            <p:nvPr/>
          </p:nvSpPr>
          <p:spPr>
            <a:xfrm>
              <a:off x="3540849" y="2352247"/>
              <a:ext cx="45763" cy="45766"/>
            </a:xfrm>
            <a:custGeom>
              <a:rect b="b" l="l" r="r" t="t"/>
              <a:pathLst>
                <a:path extrusionOk="0" h="1289" w="1289">
                  <a:moveTo>
                    <a:pt x="646" y="1"/>
                  </a:moveTo>
                  <a:cubicBezTo>
                    <a:pt x="289" y="1"/>
                    <a:pt x="1" y="290"/>
                    <a:pt x="1" y="646"/>
                  </a:cubicBezTo>
                  <a:cubicBezTo>
                    <a:pt x="1" y="1001"/>
                    <a:pt x="289" y="1289"/>
                    <a:pt x="646" y="1289"/>
                  </a:cubicBezTo>
                  <a:cubicBezTo>
                    <a:pt x="1001" y="1289"/>
                    <a:pt x="1289" y="1001"/>
                    <a:pt x="1289" y="646"/>
                  </a:cubicBezTo>
                  <a:cubicBezTo>
                    <a:pt x="1289" y="290"/>
                    <a:pt x="1001" y="1"/>
                    <a:pt x="646" y="1"/>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629" name="Google Shape;2629;p20"/>
            <p:cNvSpPr/>
            <p:nvPr/>
          </p:nvSpPr>
          <p:spPr>
            <a:xfrm>
              <a:off x="3544186" y="2353347"/>
              <a:ext cx="42390" cy="44736"/>
            </a:xfrm>
            <a:custGeom>
              <a:rect b="b" l="l" r="r" t="t"/>
              <a:pathLst>
                <a:path extrusionOk="0" h="1260" w="1194">
                  <a:moveTo>
                    <a:pt x="740" y="0"/>
                  </a:moveTo>
                  <a:cubicBezTo>
                    <a:pt x="801" y="98"/>
                    <a:pt x="835" y="213"/>
                    <a:pt x="835" y="335"/>
                  </a:cubicBezTo>
                  <a:cubicBezTo>
                    <a:pt x="835" y="692"/>
                    <a:pt x="547" y="980"/>
                    <a:pt x="192" y="980"/>
                  </a:cubicBezTo>
                  <a:cubicBezTo>
                    <a:pt x="124" y="980"/>
                    <a:pt x="59" y="969"/>
                    <a:pt x="0" y="951"/>
                  </a:cubicBezTo>
                  <a:lnTo>
                    <a:pt x="0" y="951"/>
                  </a:lnTo>
                  <a:cubicBezTo>
                    <a:pt x="114" y="1135"/>
                    <a:pt x="317" y="1259"/>
                    <a:pt x="549" y="1259"/>
                  </a:cubicBezTo>
                  <a:cubicBezTo>
                    <a:pt x="906" y="1259"/>
                    <a:pt x="1193" y="971"/>
                    <a:pt x="1193" y="615"/>
                  </a:cubicBezTo>
                  <a:cubicBezTo>
                    <a:pt x="1193" y="325"/>
                    <a:pt x="1002" y="81"/>
                    <a:pt x="740"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630" name="Google Shape;2630;p20"/>
            <p:cNvSpPr/>
            <p:nvPr/>
          </p:nvSpPr>
          <p:spPr>
            <a:xfrm>
              <a:off x="3452161" y="2439231"/>
              <a:ext cx="223169" cy="28333"/>
            </a:xfrm>
            <a:custGeom>
              <a:rect b="b" l="l" r="r" t="t"/>
              <a:pathLst>
                <a:path extrusionOk="0" h="798" w="6286">
                  <a:moveTo>
                    <a:pt x="181" y="0"/>
                  </a:moveTo>
                  <a:cubicBezTo>
                    <a:pt x="81" y="0"/>
                    <a:pt x="1" y="81"/>
                    <a:pt x="1" y="180"/>
                  </a:cubicBezTo>
                  <a:lnTo>
                    <a:pt x="1" y="511"/>
                  </a:lnTo>
                  <a:cubicBezTo>
                    <a:pt x="1" y="669"/>
                    <a:pt x="129" y="797"/>
                    <a:pt x="287" y="797"/>
                  </a:cubicBezTo>
                  <a:lnTo>
                    <a:pt x="5997" y="797"/>
                  </a:lnTo>
                  <a:cubicBezTo>
                    <a:pt x="6156" y="797"/>
                    <a:pt x="6285" y="668"/>
                    <a:pt x="6285" y="511"/>
                  </a:cubicBezTo>
                  <a:lnTo>
                    <a:pt x="6285" y="180"/>
                  </a:lnTo>
                  <a:cubicBezTo>
                    <a:pt x="6285" y="81"/>
                    <a:pt x="6204" y="0"/>
                    <a:pt x="6105" y="0"/>
                  </a:cubicBezTo>
                  <a:close/>
                </a:path>
              </a:pathLst>
            </a:cu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631" name="Google Shape;2631;p20"/>
            <p:cNvSpPr/>
            <p:nvPr/>
          </p:nvSpPr>
          <p:spPr>
            <a:xfrm>
              <a:off x="3651372" y="2439160"/>
              <a:ext cx="23893" cy="28297"/>
            </a:xfrm>
            <a:custGeom>
              <a:rect b="b" l="l" r="r" t="t"/>
              <a:pathLst>
                <a:path extrusionOk="0" h="797" w="673">
                  <a:moveTo>
                    <a:pt x="109" y="1"/>
                  </a:moveTo>
                  <a:cubicBezTo>
                    <a:pt x="206" y="1"/>
                    <a:pt x="288" y="81"/>
                    <a:pt x="288" y="181"/>
                  </a:cubicBezTo>
                  <a:lnTo>
                    <a:pt x="288" y="512"/>
                  </a:lnTo>
                  <a:cubicBezTo>
                    <a:pt x="288" y="668"/>
                    <a:pt x="159" y="796"/>
                    <a:pt x="1" y="796"/>
                  </a:cubicBezTo>
                  <a:lnTo>
                    <a:pt x="386" y="796"/>
                  </a:lnTo>
                  <a:cubicBezTo>
                    <a:pt x="545" y="796"/>
                    <a:pt x="673" y="670"/>
                    <a:pt x="673" y="512"/>
                  </a:cubicBezTo>
                  <a:lnTo>
                    <a:pt x="673" y="181"/>
                  </a:lnTo>
                  <a:cubicBezTo>
                    <a:pt x="673" y="81"/>
                    <a:pt x="593" y="1"/>
                    <a:pt x="494"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632" name="Google Shape;2632;p20"/>
            <p:cNvSpPr/>
            <p:nvPr/>
          </p:nvSpPr>
          <p:spPr>
            <a:xfrm>
              <a:off x="3437569" y="2466249"/>
              <a:ext cx="326907" cy="32381"/>
            </a:xfrm>
            <a:custGeom>
              <a:rect b="b" l="l" r="r" t="t"/>
              <a:pathLst>
                <a:path extrusionOk="0" h="912" w="9208">
                  <a:moveTo>
                    <a:pt x="124" y="0"/>
                  </a:moveTo>
                  <a:cubicBezTo>
                    <a:pt x="55" y="0"/>
                    <a:pt x="0" y="55"/>
                    <a:pt x="0" y="124"/>
                  </a:cubicBezTo>
                  <a:lnTo>
                    <a:pt x="0" y="787"/>
                  </a:lnTo>
                  <a:cubicBezTo>
                    <a:pt x="0" y="855"/>
                    <a:pt x="55" y="911"/>
                    <a:pt x="124" y="911"/>
                  </a:cubicBezTo>
                  <a:lnTo>
                    <a:pt x="9083" y="911"/>
                  </a:lnTo>
                  <a:cubicBezTo>
                    <a:pt x="9152" y="911"/>
                    <a:pt x="9207" y="857"/>
                    <a:pt x="9207" y="787"/>
                  </a:cubicBezTo>
                  <a:lnTo>
                    <a:pt x="9207" y="124"/>
                  </a:lnTo>
                  <a:cubicBezTo>
                    <a:pt x="9207" y="55"/>
                    <a:pt x="9152" y="0"/>
                    <a:pt x="9083" y="0"/>
                  </a:cubicBezTo>
                  <a:close/>
                </a:path>
              </a:pathLst>
            </a:custGeom>
            <a:solidFill>
              <a:schemeClr val="accent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633" name="Google Shape;2633;p20"/>
            <p:cNvSpPr/>
            <p:nvPr/>
          </p:nvSpPr>
          <p:spPr>
            <a:xfrm>
              <a:off x="3746806" y="2466107"/>
              <a:ext cx="17680" cy="32523"/>
            </a:xfrm>
            <a:custGeom>
              <a:rect b="b" l="l" r="r" t="t"/>
              <a:pathLst>
                <a:path extrusionOk="0" h="916" w="498">
                  <a:moveTo>
                    <a:pt x="1" y="0"/>
                  </a:moveTo>
                  <a:cubicBezTo>
                    <a:pt x="71" y="0"/>
                    <a:pt x="127" y="58"/>
                    <a:pt x="127" y="127"/>
                  </a:cubicBezTo>
                  <a:lnTo>
                    <a:pt x="127" y="790"/>
                  </a:lnTo>
                  <a:cubicBezTo>
                    <a:pt x="127" y="859"/>
                    <a:pt x="70" y="915"/>
                    <a:pt x="1" y="915"/>
                  </a:cubicBezTo>
                  <a:lnTo>
                    <a:pt x="372" y="915"/>
                  </a:lnTo>
                  <a:cubicBezTo>
                    <a:pt x="441" y="915"/>
                    <a:pt x="497" y="858"/>
                    <a:pt x="497" y="790"/>
                  </a:cubicBezTo>
                  <a:lnTo>
                    <a:pt x="497" y="127"/>
                  </a:lnTo>
                  <a:cubicBezTo>
                    <a:pt x="497" y="58"/>
                    <a:pt x="442" y="1"/>
                    <a:pt x="372"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2634" name="Google Shape;2634;p20"/>
          <p:cNvGrpSpPr/>
          <p:nvPr/>
        </p:nvGrpSpPr>
        <p:grpSpPr>
          <a:xfrm>
            <a:off x="4405413" y="4133261"/>
            <a:ext cx="327024" cy="325794"/>
            <a:chOff x="7321601" y="1514996"/>
            <a:chExt cx="327024" cy="325794"/>
          </a:xfrm>
        </p:grpSpPr>
        <p:sp>
          <p:nvSpPr>
            <p:cNvPr id="2635" name="Google Shape;2635;p20"/>
            <p:cNvSpPr/>
            <p:nvPr/>
          </p:nvSpPr>
          <p:spPr>
            <a:xfrm>
              <a:off x="7321601" y="1524191"/>
              <a:ext cx="293996" cy="316598"/>
            </a:xfrm>
            <a:custGeom>
              <a:rect b="b" l="l" r="r" t="t"/>
              <a:pathLst>
                <a:path extrusionOk="0" h="8917" w="8281">
                  <a:moveTo>
                    <a:pt x="100" y="0"/>
                  </a:moveTo>
                  <a:cubicBezTo>
                    <a:pt x="45" y="0"/>
                    <a:pt x="0" y="45"/>
                    <a:pt x="0" y="99"/>
                  </a:cubicBezTo>
                  <a:lnTo>
                    <a:pt x="0" y="8817"/>
                  </a:lnTo>
                  <a:cubicBezTo>
                    <a:pt x="0" y="8872"/>
                    <a:pt x="45" y="8916"/>
                    <a:pt x="100" y="8916"/>
                  </a:cubicBezTo>
                  <a:lnTo>
                    <a:pt x="8181" y="8916"/>
                  </a:lnTo>
                  <a:cubicBezTo>
                    <a:pt x="8236" y="8916"/>
                    <a:pt x="8279" y="8872"/>
                    <a:pt x="8281" y="8817"/>
                  </a:cubicBezTo>
                  <a:lnTo>
                    <a:pt x="8281" y="99"/>
                  </a:lnTo>
                  <a:cubicBezTo>
                    <a:pt x="8281" y="45"/>
                    <a:pt x="8236" y="0"/>
                    <a:pt x="8181" y="0"/>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636" name="Google Shape;2636;p20"/>
            <p:cNvSpPr/>
            <p:nvPr/>
          </p:nvSpPr>
          <p:spPr>
            <a:xfrm>
              <a:off x="7321601" y="1514996"/>
              <a:ext cx="293961" cy="42535"/>
            </a:xfrm>
            <a:custGeom>
              <a:rect b="b" l="l" r="r" t="t"/>
              <a:pathLst>
                <a:path extrusionOk="0" h="1198" w="8280">
                  <a:moveTo>
                    <a:pt x="100" y="0"/>
                  </a:moveTo>
                  <a:cubicBezTo>
                    <a:pt x="45" y="0"/>
                    <a:pt x="0" y="45"/>
                    <a:pt x="0" y="99"/>
                  </a:cubicBezTo>
                  <a:lnTo>
                    <a:pt x="0" y="1197"/>
                  </a:lnTo>
                  <a:lnTo>
                    <a:pt x="8279" y="1197"/>
                  </a:lnTo>
                  <a:lnTo>
                    <a:pt x="8279" y="99"/>
                  </a:lnTo>
                  <a:cubicBezTo>
                    <a:pt x="8279" y="45"/>
                    <a:pt x="8236" y="0"/>
                    <a:pt x="8181" y="0"/>
                  </a:cubicBez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637" name="Google Shape;2637;p20"/>
            <p:cNvSpPr/>
            <p:nvPr/>
          </p:nvSpPr>
          <p:spPr>
            <a:xfrm>
              <a:off x="7598920" y="1514996"/>
              <a:ext cx="16651" cy="325794"/>
            </a:xfrm>
            <a:custGeom>
              <a:rect b="b" l="l" r="r" t="t"/>
              <a:pathLst>
                <a:path extrusionOk="0" h="9176" w="469">
                  <a:moveTo>
                    <a:pt x="0" y="0"/>
                  </a:moveTo>
                  <a:cubicBezTo>
                    <a:pt x="26" y="0"/>
                    <a:pt x="52" y="10"/>
                    <a:pt x="69" y="29"/>
                  </a:cubicBezTo>
                  <a:cubicBezTo>
                    <a:pt x="75" y="32"/>
                    <a:pt x="80" y="38"/>
                    <a:pt x="82" y="43"/>
                  </a:cubicBezTo>
                  <a:cubicBezTo>
                    <a:pt x="94" y="59"/>
                    <a:pt x="98" y="79"/>
                    <a:pt x="98" y="99"/>
                  </a:cubicBezTo>
                  <a:lnTo>
                    <a:pt x="98" y="9076"/>
                  </a:lnTo>
                  <a:cubicBezTo>
                    <a:pt x="98" y="9131"/>
                    <a:pt x="54" y="9175"/>
                    <a:pt x="0" y="9175"/>
                  </a:cubicBezTo>
                  <a:lnTo>
                    <a:pt x="369" y="9175"/>
                  </a:lnTo>
                  <a:cubicBezTo>
                    <a:pt x="422" y="9175"/>
                    <a:pt x="468" y="9131"/>
                    <a:pt x="468" y="9076"/>
                  </a:cubicBezTo>
                  <a:lnTo>
                    <a:pt x="468" y="99"/>
                  </a:lnTo>
                  <a:cubicBezTo>
                    <a:pt x="468" y="78"/>
                    <a:pt x="462" y="59"/>
                    <a:pt x="451" y="43"/>
                  </a:cubicBezTo>
                  <a:cubicBezTo>
                    <a:pt x="448" y="38"/>
                    <a:pt x="442" y="32"/>
                    <a:pt x="439" y="29"/>
                  </a:cubicBezTo>
                  <a:cubicBezTo>
                    <a:pt x="421" y="10"/>
                    <a:pt x="396" y="0"/>
                    <a:pt x="369"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638" name="Google Shape;2638;p20"/>
            <p:cNvSpPr/>
            <p:nvPr/>
          </p:nvSpPr>
          <p:spPr>
            <a:xfrm>
              <a:off x="7598920" y="1514996"/>
              <a:ext cx="16651" cy="42535"/>
            </a:xfrm>
            <a:custGeom>
              <a:rect b="b" l="l" r="r" t="t"/>
              <a:pathLst>
                <a:path extrusionOk="0" h="1198" w="469">
                  <a:moveTo>
                    <a:pt x="0" y="0"/>
                  </a:moveTo>
                  <a:cubicBezTo>
                    <a:pt x="26" y="0"/>
                    <a:pt x="52" y="10"/>
                    <a:pt x="69" y="29"/>
                  </a:cubicBezTo>
                  <a:cubicBezTo>
                    <a:pt x="75" y="32"/>
                    <a:pt x="80" y="38"/>
                    <a:pt x="82" y="43"/>
                  </a:cubicBezTo>
                  <a:cubicBezTo>
                    <a:pt x="94" y="59"/>
                    <a:pt x="98" y="79"/>
                    <a:pt x="98" y="99"/>
                  </a:cubicBezTo>
                  <a:lnTo>
                    <a:pt x="98" y="1197"/>
                  </a:lnTo>
                  <a:lnTo>
                    <a:pt x="468" y="1197"/>
                  </a:lnTo>
                  <a:lnTo>
                    <a:pt x="468" y="99"/>
                  </a:lnTo>
                  <a:cubicBezTo>
                    <a:pt x="468" y="78"/>
                    <a:pt x="462" y="59"/>
                    <a:pt x="451" y="43"/>
                  </a:cubicBezTo>
                  <a:cubicBezTo>
                    <a:pt x="448" y="38"/>
                    <a:pt x="442" y="32"/>
                    <a:pt x="439" y="29"/>
                  </a:cubicBezTo>
                  <a:cubicBezTo>
                    <a:pt x="421" y="10"/>
                    <a:pt x="396" y="0"/>
                    <a:pt x="369"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639" name="Google Shape;2639;p20"/>
            <p:cNvSpPr/>
            <p:nvPr/>
          </p:nvSpPr>
          <p:spPr>
            <a:xfrm>
              <a:off x="7377093" y="1694680"/>
              <a:ext cx="42639" cy="86632"/>
            </a:xfrm>
            <a:custGeom>
              <a:rect b="b" l="l" r="r" t="t"/>
              <a:pathLst>
                <a:path extrusionOk="0" h="2440" w="1201">
                  <a:moveTo>
                    <a:pt x="108" y="0"/>
                  </a:moveTo>
                  <a:cubicBezTo>
                    <a:pt x="49" y="0"/>
                    <a:pt x="0" y="49"/>
                    <a:pt x="0" y="108"/>
                  </a:cubicBezTo>
                  <a:lnTo>
                    <a:pt x="0" y="2439"/>
                  </a:lnTo>
                  <a:lnTo>
                    <a:pt x="1200" y="2439"/>
                  </a:lnTo>
                  <a:lnTo>
                    <a:pt x="1200" y="108"/>
                  </a:lnTo>
                  <a:cubicBezTo>
                    <a:pt x="1200" y="49"/>
                    <a:pt x="1151" y="0"/>
                    <a:pt x="1092" y="0"/>
                  </a:cubicBezTo>
                  <a:close/>
                </a:path>
              </a:pathLst>
            </a:custGeom>
            <a:solidFill>
              <a:schemeClr val="l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640" name="Google Shape;2640;p20"/>
            <p:cNvSpPr/>
            <p:nvPr/>
          </p:nvSpPr>
          <p:spPr>
            <a:xfrm>
              <a:off x="7448029" y="1676680"/>
              <a:ext cx="42674" cy="104633"/>
            </a:xfrm>
            <a:custGeom>
              <a:rect b="b" l="l" r="r" t="t"/>
              <a:pathLst>
                <a:path extrusionOk="0" h="2947" w="1202">
                  <a:moveTo>
                    <a:pt x="109" y="1"/>
                  </a:moveTo>
                  <a:cubicBezTo>
                    <a:pt x="50" y="1"/>
                    <a:pt x="1" y="48"/>
                    <a:pt x="1" y="109"/>
                  </a:cubicBezTo>
                  <a:lnTo>
                    <a:pt x="1" y="2946"/>
                  </a:lnTo>
                  <a:lnTo>
                    <a:pt x="1201" y="2946"/>
                  </a:lnTo>
                  <a:lnTo>
                    <a:pt x="1201" y="109"/>
                  </a:lnTo>
                  <a:cubicBezTo>
                    <a:pt x="1201" y="48"/>
                    <a:pt x="1152" y="1"/>
                    <a:pt x="1093" y="1"/>
                  </a:cubicBez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641" name="Google Shape;2641;p20"/>
            <p:cNvSpPr/>
            <p:nvPr/>
          </p:nvSpPr>
          <p:spPr>
            <a:xfrm>
              <a:off x="7518966" y="1719356"/>
              <a:ext cx="42603" cy="61956"/>
            </a:xfrm>
            <a:custGeom>
              <a:rect b="b" l="l" r="r" t="t"/>
              <a:pathLst>
                <a:path extrusionOk="0" h="1745" w="1200">
                  <a:moveTo>
                    <a:pt x="108" y="0"/>
                  </a:moveTo>
                  <a:cubicBezTo>
                    <a:pt x="48" y="0"/>
                    <a:pt x="0" y="49"/>
                    <a:pt x="0" y="108"/>
                  </a:cubicBezTo>
                  <a:lnTo>
                    <a:pt x="0" y="1744"/>
                  </a:lnTo>
                  <a:lnTo>
                    <a:pt x="1199" y="1744"/>
                  </a:lnTo>
                  <a:lnTo>
                    <a:pt x="1199" y="108"/>
                  </a:lnTo>
                  <a:cubicBezTo>
                    <a:pt x="1199" y="49"/>
                    <a:pt x="1152" y="0"/>
                    <a:pt x="1091" y="0"/>
                  </a:cubicBezTo>
                  <a:close/>
                </a:path>
              </a:pathLst>
            </a:cu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642" name="Google Shape;2642;p20"/>
            <p:cNvSpPr/>
            <p:nvPr/>
          </p:nvSpPr>
          <p:spPr>
            <a:xfrm>
              <a:off x="7589831" y="1655058"/>
              <a:ext cx="42639" cy="126256"/>
            </a:xfrm>
            <a:custGeom>
              <a:rect b="b" l="l" r="r" t="t"/>
              <a:pathLst>
                <a:path extrusionOk="0" h="3556" w="1201">
                  <a:moveTo>
                    <a:pt x="108" y="1"/>
                  </a:moveTo>
                  <a:cubicBezTo>
                    <a:pt x="49" y="1"/>
                    <a:pt x="0" y="50"/>
                    <a:pt x="0" y="109"/>
                  </a:cubicBezTo>
                  <a:lnTo>
                    <a:pt x="0" y="3555"/>
                  </a:lnTo>
                  <a:lnTo>
                    <a:pt x="1200" y="3555"/>
                  </a:lnTo>
                  <a:lnTo>
                    <a:pt x="1200" y="109"/>
                  </a:lnTo>
                  <a:cubicBezTo>
                    <a:pt x="1200" y="50"/>
                    <a:pt x="1151" y="1"/>
                    <a:pt x="1092" y="1"/>
                  </a:cubicBezTo>
                  <a:close/>
                </a:path>
              </a:pathLst>
            </a:custGeom>
            <a:solidFill>
              <a:schemeClr val="l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643" name="Google Shape;2643;p20"/>
            <p:cNvSpPr/>
            <p:nvPr/>
          </p:nvSpPr>
          <p:spPr>
            <a:xfrm>
              <a:off x="7401803" y="1694680"/>
              <a:ext cx="17964" cy="86632"/>
            </a:xfrm>
            <a:custGeom>
              <a:rect b="b" l="l" r="r" t="t"/>
              <a:pathLst>
                <a:path extrusionOk="0" h="2440" w="506">
                  <a:moveTo>
                    <a:pt x="1" y="0"/>
                  </a:moveTo>
                  <a:cubicBezTo>
                    <a:pt x="60" y="0"/>
                    <a:pt x="109" y="49"/>
                    <a:pt x="109" y="108"/>
                  </a:cubicBezTo>
                  <a:lnTo>
                    <a:pt x="109" y="2439"/>
                  </a:lnTo>
                  <a:lnTo>
                    <a:pt x="506" y="2439"/>
                  </a:lnTo>
                  <a:lnTo>
                    <a:pt x="506" y="108"/>
                  </a:lnTo>
                  <a:cubicBezTo>
                    <a:pt x="506" y="49"/>
                    <a:pt x="455" y="0"/>
                    <a:pt x="398"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644" name="Google Shape;2644;p20"/>
            <p:cNvSpPr/>
            <p:nvPr/>
          </p:nvSpPr>
          <p:spPr>
            <a:xfrm>
              <a:off x="7472704" y="1676680"/>
              <a:ext cx="18000" cy="104633"/>
            </a:xfrm>
            <a:custGeom>
              <a:rect b="b" l="l" r="r" t="t"/>
              <a:pathLst>
                <a:path extrusionOk="0" h="2947" w="507">
                  <a:moveTo>
                    <a:pt x="1" y="1"/>
                  </a:moveTo>
                  <a:cubicBezTo>
                    <a:pt x="60" y="1"/>
                    <a:pt x="109" y="48"/>
                    <a:pt x="109" y="109"/>
                  </a:cubicBezTo>
                  <a:lnTo>
                    <a:pt x="109" y="2946"/>
                  </a:lnTo>
                  <a:lnTo>
                    <a:pt x="506" y="2946"/>
                  </a:lnTo>
                  <a:lnTo>
                    <a:pt x="506" y="109"/>
                  </a:lnTo>
                  <a:cubicBezTo>
                    <a:pt x="506" y="50"/>
                    <a:pt x="457" y="1"/>
                    <a:pt x="398"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645" name="Google Shape;2645;p20"/>
            <p:cNvSpPr/>
            <p:nvPr/>
          </p:nvSpPr>
          <p:spPr>
            <a:xfrm>
              <a:off x="7543570" y="1719356"/>
              <a:ext cx="18000" cy="61956"/>
            </a:xfrm>
            <a:custGeom>
              <a:rect b="b" l="l" r="r" t="t"/>
              <a:pathLst>
                <a:path extrusionOk="0" h="1745" w="507">
                  <a:moveTo>
                    <a:pt x="1" y="0"/>
                  </a:moveTo>
                  <a:cubicBezTo>
                    <a:pt x="60" y="0"/>
                    <a:pt x="109" y="49"/>
                    <a:pt x="109" y="108"/>
                  </a:cubicBezTo>
                  <a:lnTo>
                    <a:pt x="109" y="1744"/>
                  </a:lnTo>
                  <a:lnTo>
                    <a:pt x="506" y="1744"/>
                  </a:lnTo>
                  <a:lnTo>
                    <a:pt x="506" y="108"/>
                  </a:lnTo>
                  <a:cubicBezTo>
                    <a:pt x="506" y="49"/>
                    <a:pt x="459" y="0"/>
                    <a:pt x="398"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646" name="Google Shape;2646;p20"/>
            <p:cNvSpPr/>
            <p:nvPr/>
          </p:nvSpPr>
          <p:spPr>
            <a:xfrm>
              <a:off x="7614506" y="1655058"/>
              <a:ext cx="17964" cy="126256"/>
            </a:xfrm>
            <a:custGeom>
              <a:rect b="b" l="l" r="r" t="t"/>
              <a:pathLst>
                <a:path extrusionOk="0" h="3556" w="506">
                  <a:moveTo>
                    <a:pt x="400" y="1"/>
                  </a:moveTo>
                  <a:cubicBezTo>
                    <a:pt x="399" y="1"/>
                    <a:pt x="398" y="1"/>
                    <a:pt x="397" y="1"/>
                  </a:cubicBezTo>
                  <a:lnTo>
                    <a:pt x="0" y="1"/>
                  </a:lnTo>
                  <a:cubicBezTo>
                    <a:pt x="59" y="1"/>
                    <a:pt x="108" y="50"/>
                    <a:pt x="108" y="109"/>
                  </a:cubicBezTo>
                  <a:lnTo>
                    <a:pt x="108" y="3555"/>
                  </a:lnTo>
                  <a:lnTo>
                    <a:pt x="505" y="3555"/>
                  </a:lnTo>
                  <a:lnTo>
                    <a:pt x="505" y="109"/>
                  </a:lnTo>
                  <a:cubicBezTo>
                    <a:pt x="505" y="51"/>
                    <a:pt x="458" y="1"/>
                    <a:pt x="400"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647" name="Google Shape;2647;p20"/>
            <p:cNvSpPr/>
            <p:nvPr/>
          </p:nvSpPr>
          <p:spPr>
            <a:xfrm>
              <a:off x="7412952" y="1595696"/>
              <a:ext cx="183193" cy="73815"/>
            </a:xfrm>
            <a:custGeom>
              <a:rect b="b" l="l" r="r" t="t"/>
              <a:pathLst>
                <a:path extrusionOk="0" h="2079" w="5160">
                  <a:moveTo>
                    <a:pt x="5004" y="0"/>
                  </a:moveTo>
                  <a:cubicBezTo>
                    <a:pt x="4999" y="0"/>
                    <a:pt x="4994" y="0"/>
                    <a:pt x="4989" y="1"/>
                  </a:cubicBezTo>
                  <a:lnTo>
                    <a:pt x="4132" y="87"/>
                  </a:lnTo>
                  <a:cubicBezTo>
                    <a:pt x="4051" y="96"/>
                    <a:pt x="3989" y="168"/>
                    <a:pt x="3998" y="251"/>
                  </a:cubicBezTo>
                  <a:cubicBezTo>
                    <a:pt x="4007" y="327"/>
                    <a:pt x="4071" y="384"/>
                    <a:pt x="4146" y="384"/>
                  </a:cubicBezTo>
                  <a:cubicBezTo>
                    <a:pt x="4152" y="384"/>
                    <a:pt x="4157" y="384"/>
                    <a:pt x="4162" y="384"/>
                  </a:cubicBezTo>
                  <a:lnTo>
                    <a:pt x="4599" y="339"/>
                  </a:lnTo>
                  <a:lnTo>
                    <a:pt x="3040" y="1749"/>
                  </a:lnTo>
                  <a:lnTo>
                    <a:pt x="1628" y="1044"/>
                  </a:lnTo>
                  <a:cubicBezTo>
                    <a:pt x="1607" y="1034"/>
                    <a:pt x="1584" y="1028"/>
                    <a:pt x="1561" y="1028"/>
                  </a:cubicBezTo>
                  <a:cubicBezTo>
                    <a:pt x="1539" y="1028"/>
                    <a:pt x="1517" y="1033"/>
                    <a:pt x="1497" y="1044"/>
                  </a:cubicBezTo>
                  <a:lnTo>
                    <a:pt x="104" y="1723"/>
                  </a:lnTo>
                  <a:cubicBezTo>
                    <a:pt x="31" y="1759"/>
                    <a:pt x="0" y="1850"/>
                    <a:pt x="36" y="1923"/>
                  </a:cubicBezTo>
                  <a:cubicBezTo>
                    <a:pt x="62" y="1976"/>
                    <a:pt x="116" y="2007"/>
                    <a:pt x="171" y="2007"/>
                  </a:cubicBezTo>
                  <a:cubicBezTo>
                    <a:pt x="192" y="2007"/>
                    <a:pt x="214" y="2002"/>
                    <a:pt x="235" y="1992"/>
                  </a:cubicBezTo>
                  <a:lnTo>
                    <a:pt x="1562" y="1345"/>
                  </a:lnTo>
                  <a:lnTo>
                    <a:pt x="2998" y="2061"/>
                  </a:lnTo>
                  <a:cubicBezTo>
                    <a:pt x="3019" y="2073"/>
                    <a:pt x="3041" y="2079"/>
                    <a:pt x="3065" y="2079"/>
                  </a:cubicBezTo>
                  <a:cubicBezTo>
                    <a:pt x="3101" y="2079"/>
                    <a:pt x="3137" y="2066"/>
                    <a:pt x="3166" y="2040"/>
                  </a:cubicBezTo>
                  <a:lnTo>
                    <a:pt x="4785" y="576"/>
                  </a:lnTo>
                  <a:lnTo>
                    <a:pt x="4785" y="576"/>
                  </a:lnTo>
                  <a:lnTo>
                    <a:pt x="4717" y="975"/>
                  </a:lnTo>
                  <a:cubicBezTo>
                    <a:pt x="4703" y="1057"/>
                    <a:pt x="4759" y="1133"/>
                    <a:pt x="4840" y="1146"/>
                  </a:cubicBezTo>
                  <a:cubicBezTo>
                    <a:pt x="4850" y="1148"/>
                    <a:pt x="4857" y="1148"/>
                    <a:pt x="4866" y="1148"/>
                  </a:cubicBezTo>
                  <a:cubicBezTo>
                    <a:pt x="4938" y="1148"/>
                    <a:pt x="5001" y="1096"/>
                    <a:pt x="5012" y="1024"/>
                  </a:cubicBezTo>
                  <a:lnTo>
                    <a:pt x="5156" y="173"/>
                  </a:lnTo>
                  <a:cubicBezTo>
                    <a:pt x="5159" y="129"/>
                    <a:pt x="5145" y="81"/>
                    <a:pt x="5113" y="47"/>
                  </a:cubicBezTo>
                  <a:cubicBezTo>
                    <a:pt x="5085" y="17"/>
                    <a:pt x="5046" y="0"/>
                    <a:pt x="5004" y="0"/>
                  </a:cubicBezTo>
                  <a:close/>
                </a:path>
              </a:pathLst>
            </a:custGeom>
            <a:solidFill>
              <a:schemeClr val="accent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648" name="Google Shape;2648;p20"/>
            <p:cNvSpPr/>
            <p:nvPr/>
          </p:nvSpPr>
          <p:spPr>
            <a:xfrm>
              <a:off x="7360939" y="1779925"/>
              <a:ext cx="287677" cy="22723"/>
            </a:xfrm>
            <a:custGeom>
              <a:rect b="b" l="l" r="r" t="t"/>
              <a:pathLst>
                <a:path extrusionOk="0" h="640" w="8103">
                  <a:moveTo>
                    <a:pt x="81" y="1"/>
                  </a:moveTo>
                  <a:cubicBezTo>
                    <a:pt x="36" y="1"/>
                    <a:pt x="0" y="37"/>
                    <a:pt x="0" y="81"/>
                  </a:cubicBezTo>
                  <a:lnTo>
                    <a:pt x="0" y="559"/>
                  </a:lnTo>
                  <a:cubicBezTo>
                    <a:pt x="0" y="604"/>
                    <a:pt x="36" y="640"/>
                    <a:pt x="81" y="640"/>
                  </a:cubicBezTo>
                  <a:lnTo>
                    <a:pt x="8022" y="640"/>
                  </a:lnTo>
                  <a:cubicBezTo>
                    <a:pt x="8066" y="640"/>
                    <a:pt x="8102" y="602"/>
                    <a:pt x="8102" y="559"/>
                  </a:cubicBezTo>
                  <a:lnTo>
                    <a:pt x="8102" y="81"/>
                  </a:lnTo>
                  <a:cubicBezTo>
                    <a:pt x="8102" y="37"/>
                    <a:pt x="8066" y="1"/>
                    <a:pt x="8022" y="1"/>
                  </a:cubicBezTo>
                  <a:close/>
                </a:path>
              </a:pathLst>
            </a:custGeom>
            <a:solidFill>
              <a:schemeClr val="accent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649" name="Google Shape;2649;p20"/>
            <p:cNvSpPr/>
            <p:nvPr/>
          </p:nvSpPr>
          <p:spPr>
            <a:xfrm>
              <a:off x="7631619" y="1779890"/>
              <a:ext cx="17006" cy="22723"/>
            </a:xfrm>
            <a:custGeom>
              <a:rect b="b" l="l" r="r" t="t"/>
              <a:pathLst>
                <a:path extrusionOk="0" h="640" w="479">
                  <a:moveTo>
                    <a:pt x="0" y="0"/>
                  </a:moveTo>
                  <a:cubicBezTo>
                    <a:pt x="45" y="0"/>
                    <a:pt x="81" y="36"/>
                    <a:pt x="81" y="81"/>
                  </a:cubicBezTo>
                  <a:lnTo>
                    <a:pt x="81" y="557"/>
                  </a:lnTo>
                  <a:cubicBezTo>
                    <a:pt x="81" y="603"/>
                    <a:pt x="45" y="639"/>
                    <a:pt x="0" y="639"/>
                  </a:cubicBezTo>
                  <a:lnTo>
                    <a:pt x="398" y="639"/>
                  </a:lnTo>
                  <a:cubicBezTo>
                    <a:pt x="442" y="639"/>
                    <a:pt x="478" y="603"/>
                    <a:pt x="478" y="557"/>
                  </a:cubicBezTo>
                  <a:lnTo>
                    <a:pt x="478" y="81"/>
                  </a:lnTo>
                  <a:cubicBezTo>
                    <a:pt x="478" y="36"/>
                    <a:pt x="442" y="0"/>
                    <a:pt x="398"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Tree>
  </p:cSld>
  <p:clrMapOvr>
    <a:masterClrMapping/>
  </p:clrMapOvr>
</p:sld>
</file>

<file path=ppt/slides/slide3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0">
  <p:cSld>
    <p:spTree>
      <p:nvGrpSpPr>
        <p:cNvPr id="2653" name="Shape 2653"/>
        <p:cNvGrpSpPr/>
        <p:nvPr/>
      </p:nvGrpSpPr>
      <p:grpSpPr>
        <a:xfrm>
          <a:off x="0" y="0"/>
          <a:ext cx="0" cy="0"/>
          <a:chOff x="0" y="0"/>
          <a:chExt cx="0" cy="0"/>
        </a:xfrm>
      </p:grpSpPr>
      <p:sp>
        <p:nvSpPr>
          <p:cNvPr id="2654" name="Google Shape;2654;g3b3d817690b_0_279"/>
          <p:cNvSpPr txBox="1"/>
          <p:nvPr>
            <p:ph type="title"/>
          </p:nvPr>
        </p:nvSpPr>
        <p:spPr>
          <a:xfrm>
            <a:off x="720000" y="540000"/>
            <a:ext cx="7704000" cy="564300"/>
          </a:xfrm>
          <a:prstGeom prst="rect">
            <a:avLst/>
          </a:prstGeom>
          <a:noFill/>
          <a:ln>
            <a:noFill/>
          </a:ln>
        </p:spPr>
        <p:txBody>
          <a:bodyPr anchorCtr="0" anchor="ctr" bIns="91425" lIns="91425" spcFirstLastPara="1" rIns="91425" wrap="square" tIns="91425">
            <a:noAutofit/>
          </a:bodyPr>
          <a:lstStyle/>
          <a:p>
            <a:pPr indent="0" lvl="0" marL="0" rtl="0" algn="l">
              <a:lnSpc>
                <a:spcPct val="100000"/>
              </a:lnSpc>
              <a:spcBef>
                <a:spcPts val="0"/>
              </a:spcBef>
              <a:spcAft>
                <a:spcPts val="0"/>
              </a:spcAft>
              <a:buSzPts val="2800"/>
              <a:buNone/>
            </a:pPr>
            <a:r>
              <a:rPr lang="en">
                <a:solidFill>
                  <a:schemeClr val="lt2"/>
                </a:solidFill>
              </a:rPr>
              <a:t>This degree</a:t>
            </a:r>
            <a:r>
              <a:rPr lang="en"/>
              <a:t> around the world</a:t>
            </a:r>
            <a:endParaRPr/>
          </a:p>
        </p:txBody>
      </p:sp>
      <p:sp>
        <p:nvSpPr>
          <p:cNvPr id="2655" name="Google Shape;2655;g3b3d817690b_0_279"/>
          <p:cNvSpPr/>
          <p:nvPr/>
        </p:nvSpPr>
        <p:spPr>
          <a:xfrm>
            <a:off x="720000" y="1780436"/>
            <a:ext cx="4551900" cy="2604900"/>
          </a:xfrm>
          <a:prstGeom prst="rect">
            <a:avLst/>
          </a:prstGeom>
          <a:solidFill>
            <a:srgbClr val="7C7C7C">
              <a:alpha val="14120"/>
            </a:srgbClr>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656" name="Google Shape;2656;g3b3d817690b_0_279"/>
          <p:cNvSpPr/>
          <p:nvPr/>
        </p:nvSpPr>
        <p:spPr>
          <a:xfrm>
            <a:off x="720000" y="1540562"/>
            <a:ext cx="4551900" cy="2400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657" name="Google Shape;2657;g3b3d817690b_0_279"/>
          <p:cNvSpPr/>
          <p:nvPr/>
        </p:nvSpPr>
        <p:spPr>
          <a:xfrm>
            <a:off x="5556863" y="3258120"/>
            <a:ext cx="2867100" cy="1127100"/>
          </a:xfrm>
          <a:prstGeom prst="rect">
            <a:avLst/>
          </a:prstGeom>
          <a:solidFill>
            <a:srgbClr val="7C7C7C">
              <a:alpha val="14120"/>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nvGrpSpPr>
          <p:cNvPr id="2658" name="Google Shape;2658;g3b3d817690b_0_279"/>
          <p:cNvGrpSpPr/>
          <p:nvPr/>
        </p:nvGrpSpPr>
        <p:grpSpPr>
          <a:xfrm>
            <a:off x="5556888" y="3040020"/>
            <a:ext cx="2867100" cy="218100"/>
            <a:chOff x="1290775" y="1427529"/>
            <a:chExt cx="2867100" cy="218100"/>
          </a:xfrm>
        </p:grpSpPr>
        <p:sp>
          <p:nvSpPr>
            <p:cNvPr id="2659" name="Google Shape;2659;g3b3d817690b_0_279"/>
            <p:cNvSpPr/>
            <p:nvPr/>
          </p:nvSpPr>
          <p:spPr>
            <a:xfrm>
              <a:off x="1290775" y="1427529"/>
              <a:ext cx="2867100" cy="218100"/>
            </a:xfrm>
            <a:prstGeom prst="rect">
              <a:avLst/>
            </a:prstGeom>
            <a:solidFill>
              <a:srgbClr val="ECE5B4"/>
            </a:solidFill>
            <a:ln cap="flat" cmpd="sng" w="9525">
              <a:solidFill>
                <a:srgbClr val="ECE5B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660" name="Google Shape;2660;g3b3d817690b_0_279"/>
            <p:cNvSpPr/>
            <p:nvPr/>
          </p:nvSpPr>
          <p:spPr>
            <a:xfrm>
              <a:off x="1405200" y="1486450"/>
              <a:ext cx="100200" cy="100200"/>
            </a:xfrm>
            <a:prstGeom prst="ellipse">
              <a:avLst/>
            </a:prstGeom>
            <a:solidFill>
              <a:srgbClr val="2F2B1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661" name="Google Shape;2661;g3b3d817690b_0_279"/>
            <p:cNvSpPr/>
            <p:nvPr/>
          </p:nvSpPr>
          <p:spPr>
            <a:xfrm>
              <a:off x="1588650" y="1486450"/>
              <a:ext cx="100200" cy="100200"/>
            </a:xfrm>
            <a:prstGeom prst="ellipse">
              <a:avLst/>
            </a:prstGeom>
            <a:solidFill>
              <a:srgbClr val="2F2B1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662" name="Google Shape;2662;g3b3d817690b_0_279"/>
            <p:cNvSpPr/>
            <p:nvPr/>
          </p:nvSpPr>
          <p:spPr>
            <a:xfrm>
              <a:off x="1772100" y="1486450"/>
              <a:ext cx="100200" cy="100200"/>
            </a:xfrm>
            <a:prstGeom prst="ellipse">
              <a:avLst/>
            </a:prstGeom>
            <a:solidFill>
              <a:srgbClr val="2F2B1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2663" name="Google Shape;2663;g3b3d817690b_0_279"/>
          <p:cNvSpPr txBox="1"/>
          <p:nvPr/>
        </p:nvSpPr>
        <p:spPr>
          <a:xfrm>
            <a:off x="5556855" y="3258120"/>
            <a:ext cx="2867100" cy="527700"/>
          </a:xfrm>
          <a:prstGeom prst="rect">
            <a:avLst/>
          </a:prstGeom>
          <a:noFill/>
          <a:ln cap="flat" cmpd="sng" w="9525">
            <a:solidFill>
              <a:srgbClr val="ECE5B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600"/>
              <a:buFont typeface="Arial"/>
              <a:buNone/>
            </a:pPr>
            <a:r>
              <a:rPr b="0" i="0" lang="en" sz="1600" u="none" cap="none" strike="noStrike">
                <a:solidFill>
                  <a:schemeClr val="accent3"/>
                </a:solidFill>
                <a:latin typeface="Zen Dots"/>
                <a:ea typeface="Zen Dots"/>
                <a:cs typeface="Zen Dots"/>
                <a:sym typeface="Zen Dots"/>
              </a:rPr>
              <a:t>Standard degrees</a:t>
            </a:r>
            <a:endParaRPr b="0" i="0" sz="1600" u="none" cap="none" strike="noStrike">
              <a:solidFill>
                <a:schemeClr val="accent3"/>
              </a:solidFill>
              <a:latin typeface="Zen Dots"/>
              <a:ea typeface="Zen Dots"/>
              <a:cs typeface="Zen Dots"/>
              <a:sym typeface="Zen Dots"/>
            </a:endParaRPr>
          </a:p>
        </p:txBody>
      </p:sp>
      <p:sp>
        <p:nvSpPr>
          <p:cNvPr id="2664" name="Google Shape;2664;g3b3d817690b_0_279"/>
          <p:cNvSpPr txBox="1"/>
          <p:nvPr/>
        </p:nvSpPr>
        <p:spPr>
          <a:xfrm>
            <a:off x="5556877" y="3785820"/>
            <a:ext cx="2867100" cy="599400"/>
          </a:xfrm>
          <a:prstGeom prst="rect">
            <a:avLst/>
          </a:prstGeom>
          <a:noFill/>
          <a:ln cap="flat" cmpd="sng" w="9525">
            <a:solidFill>
              <a:srgbClr val="ECE5B4"/>
            </a:solidFill>
            <a:prstDash val="solid"/>
            <a:round/>
            <a:headEnd len="sm" w="sm" type="none"/>
            <a:tailEnd len="sm" w="sm" type="none"/>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rPr b="0" i="0" lang="en" sz="1400" u="none" cap="none" strike="noStrike">
                <a:solidFill>
                  <a:schemeClr val="lt1"/>
                </a:solidFill>
                <a:latin typeface="Anaheim"/>
                <a:ea typeface="Anaheim"/>
                <a:cs typeface="Anaheim"/>
                <a:sym typeface="Anaheim"/>
              </a:rPr>
              <a:t>Jupiter is the biggest planet in the entire Solar System</a:t>
            </a:r>
            <a:endParaRPr b="0" i="0" sz="1400" u="none" cap="none" strike="noStrike">
              <a:solidFill>
                <a:schemeClr val="lt1"/>
              </a:solidFill>
              <a:latin typeface="Anaheim"/>
              <a:ea typeface="Anaheim"/>
              <a:cs typeface="Anaheim"/>
              <a:sym typeface="Anaheim"/>
            </a:endParaRPr>
          </a:p>
        </p:txBody>
      </p:sp>
      <p:sp>
        <p:nvSpPr>
          <p:cNvPr id="2665" name="Google Shape;2665;g3b3d817690b_0_279"/>
          <p:cNvSpPr/>
          <p:nvPr/>
        </p:nvSpPr>
        <p:spPr>
          <a:xfrm>
            <a:off x="5556863" y="1758670"/>
            <a:ext cx="2867100" cy="1127100"/>
          </a:xfrm>
          <a:prstGeom prst="rect">
            <a:avLst/>
          </a:prstGeom>
          <a:solidFill>
            <a:srgbClr val="7C7C7C">
              <a:alpha val="14120"/>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nvGrpSpPr>
          <p:cNvPr id="2666" name="Google Shape;2666;g3b3d817690b_0_279"/>
          <p:cNvGrpSpPr/>
          <p:nvPr/>
        </p:nvGrpSpPr>
        <p:grpSpPr>
          <a:xfrm>
            <a:off x="5556888" y="1540570"/>
            <a:ext cx="2867100" cy="218100"/>
            <a:chOff x="1290775" y="1427529"/>
            <a:chExt cx="2867100" cy="218100"/>
          </a:xfrm>
        </p:grpSpPr>
        <p:sp>
          <p:nvSpPr>
            <p:cNvPr id="2667" name="Google Shape;2667;g3b3d817690b_0_279"/>
            <p:cNvSpPr/>
            <p:nvPr/>
          </p:nvSpPr>
          <p:spPr>
            <a:xfrm>
              <a:off x="1290775" y="1427529"/>
              <a:ext cx="2867100" cy="218100"/>
            </a:xfrm>
            <a:prstGeom prst="rect">
              <a:avLst/>
            </a:prstGeom>
            <a:solidFill>
              <a:srgbClr val="ECE5B4"/>
            </a:solidFill>
            <a:ln cap="flat" cmpd="sng" w="9525">
              <a:solidFill>
                <a:srgbClr val="ECE5B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668" name="Google Shape;2668;g3b3d817690b_0_279"/>
            <p:cNvSpPr/>
            <p:nvPr/>
          </p:nvSpPr>
          <p:spPr>
            <a:xfrm>
              <a:off x="1405200" y="1486450"/>
              <a:ext cx="100200" cy="100200"/>
            </a:xfrm>
            <a:prstGeom prst="ellipse">
              <a:avLst/>
            </a:prstGeom>
            <a:solidFill>
              <a:srgbClr val="2F2B1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669" name="Google Shape;2669;g3b3d817690b_0_279"/>
            <p:cNvSpPr/>
            <p:nvPr/>
          </p:nvSpPr>
          <p:spPr>
            <a:xfrm>
              <a:off x="1588650" y="1486450"/>
              <a:ext cx="100200" cy="100200"/>
            </a:xfrm>
            <a:prstGeom prst="ellipse">
              <a:avLst/>
            </a:prstGeom>
            <a:solidFill>
              <a:srgbClr val="2F2B1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670" name="Google Shape;2670;g3b3d817690b_0_279"/>
            <p:cNvSpPr/>
            <p:nvPr/>
          </p:nvSpPr>
          <p:spPr>
            <a:xfrm>
              <a:off x="1772100" y="1486450"/>
              <a:ext cx="100200" cy="100200"/>
            </a:xfrm>
            <a:prstGeom prst="ellipse">
              <a:avLst/>
            </a:prstGeom>
            <a:solidFill>
              <a:srgbClr val="2F2B1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2671" name="Google Shape;2671;g3b3d817690b_0_279"/>
          <p:cNvSpPr txBox="1"/>
          <p:nvPr/>
        </p:nvSpPr>
        <p:spPr>
          <a:xfrm>
            <a:off x="5556855" y="1758670"/>
            <a:ext cx="2867100" cy="527700"/>
          </a:xfrm>
          <a:prstGeom prst="rect">
            <a:avLst/>
          </a:prstGeom>
          <a:noFill/>
          <a:ln cap="flat" cmpd="sng" w="9525">
            <a:solidFill>
              <a:srgbClr val="ECE5B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600"/>
              <a:buFont typeface="Arial"/>
              <a:buNone/>
            </a:pPr>
            <a:r>
              <a:rPr b="0" i="0" lang="en" sz="1600" u="none" cap="none" strike="noStrike">
                <a:solidFill>
                  <a:srgbClr val="F673A9"/>
                </a:solidFill>
                <a:latin typeface="Zen Dots"/>
                <a:ea typeface="Zen Dots"/>
                <a:cs typeface="Zen Dots"/>
                <a:sym typeface="Zen Dots"/>
              </a:rPr>
              <a:t>Top degrees</a:t>
            </a:r>
            <a:endParaRPr b="0" i="0" sz="1600" u="none" cap="none" strike="noStrike">
              <a:solidFill>
                <a:srgbClr val="F673A9"/>
              </a:solidFill>
              <a:latin typeface="Zen Dots"/>
              <a:ea typeface="Zen Dots"/>
              <a:cs typeface="Zen Dots"/>
              <a:sym typeface="Zen Dots"/>
            </a:endParaRPr>
          </a:p>
        </p:txBody>
      </p:sp>
      <p:sp>
        <p:nvSpPr>
          <p:cNvPr id="2672" name="Google Shape;2672;g3b3d817690b_0_279"/>
          <p:cNvSpPr txBox="1"/>
          <p:nvPr/>
        </p:nvSpPr>
        <p:spPr>
          <a:xfrm>
            <a:off x="5556877" y="2286370"/>
            <a:ext cx="2867100" cy="599400"/>
          </a:xfrm>
          <a:prstGeom prst="rect">
            <a:avLst/>
          </a:prstGeom>
          <a:noFill/>
          <a:ln cap="flat" cmpd="sng" w="9525">
            <a:solidFill>
              <a:srgbClr val="ECE5B4"/>
            </a:solidFill>
            <a:prstDash val="solid"/>
            <a:round/>
            <a:headEnd len="sm" w="sm" type="none"/>
            <a:tailEnd len="sm" w="sm" type="none"/>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rPr b="0" i="0" lang="en" sz="1400" u="none" cap="none" strike="noStrike">
                <a:solidFill>
                  <a:srgbClr val="FFFFFF"/>
                </a:solidFill>
                <a:latin typeface="Anaheim"/>
                <a:ea typeface="Anaheim"/>
                <a:cs typeface="Anaheim"/>
                <a:sym typeface="Anaheim"/>
              </a:rPr>
              <a:t>Saturn is the ringed planet and also a gas giant</a:t>
            </a:r>
            <a:endParaRPr b="0" i="0" sz="1400" u="none" cap="none" strike="noStrike">
              <a:solidFill>
                <a:srgbClr val="FFFFFF"/>
              </a:solidFill>
              <a:latin typeface="Anaheim"/>
              <a:ea typeface="Anaheim"/>
              <a:cs typeface="Anaheim"/>
              <a:sym typeface="Anaheim"/>
            </a:endParaRPr>
          </a:p>
        </p:txBody>
      </p:sp>
      <p:grpSp>
        <p:nvGrpSpPr>
          <p:cNvPr id="2673" name="Google Shape;2673;g3b3d817690b_0_279"/>
          <p:cNvGrpSpPr/>
          <p:nvPr/>
        </p:nvGrpSpPr>
        <p:grpSpPr>
          <a:xfrm>
            <a:off x="1266251" y="2161404"/>
            <a:ext cx="3459449" cy="1842975"/>
            <a:chOff x="233350" y="949250"/>
            <a:chExt cx="7137300" cy="3802300"/>
          </a:xfrm>
        </p:grpSpPr>
        <p:sp>
          <p:nvSpPr>
            <p:cNvPr id="2674" name="Google Shape;2674;g3b3d817690b_0_279"/>
            <p:cNvSpPr/>
            <p:nvPr/>
          </p:nvSpPr>
          <p:spPr>
            <a:xfrm>
              <a:off x="4428450" y="2808675"/>
              <a:ext cx="1478900" cy="330100"/>
            </a:xfrm>
            <a:custGeom>
              <a:rect b="b" l="l" r="r" t="t"/>
              <a:pathLst>
                <a:path extrusionOk="0" h="13204" w="59156">
                  <a:moveTo>
                    <a:pt x="1" y="0"/>
                  </a:moveTo>
                  <a:lnTo>
                    <a:pt x="1" y="0"/>
                  </a:lnTo>
                  <a:close/>
                  <a:moveTo>
                    <a:pt x="59155" y="13203"/>
                  </a:moveTo>
                  <a:close/>
                </a:path>
              </a:pathLst>
            </a:cu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675" name="Google Shape;2675;g3b3d817690b_0_279"/>
            <p:cNvSpPr/>
            <p:nvPr/>
          </p:nvSpPr>
          <p:spPr>
            <a:xfrm>
              <a:off x="2909400" y="1076125"/>
              <a:ext cx="4118650" cy="3109225"/>
            </a:xfrm>
            <a:custGeom>
              <a:rect b="b" l="l" r="r" t="t"/>
              <a:pathLst>
                <a:path extrusionOk="0" h="124369" w="164746">
                  <a:moveTo>
                    <a:pt x="49520" y="11070"/>
                  </a:moveTo>
                  <a:cubicBezTo>
                    <a:pt x="49737" y="11070"/>
                    <a:pt x="49861" y="11136"/>
                    <a:pt x="49875" y="11358"/>
                  </a:cubicBezTo>
                  <a:cubicBezTo>
                    <a:pt x="49875" y="11575"/>
                    <a:pt x="49818" y="11698"/>
                    <a:pt x="49684" y="11698"/>
                  </a:cubicBezTo>
                  <a:cubicBezTo>
                    <a:pt x="49636" y="11698"/>
                    <a:pt x="49580" y="11683"/>
                    <a:pt x="49512" y="11651"/>
                  </a:cubicBezTo>
                  <a:cubicBezTo>
                    <a:pt x="49305" y="11565"/>
                    <a:pt x="49115" y="11444"/>
                    <a:pt x="48925" y="11323"/>
                  </a:cubicBezTo>
                  <a:lnTo>
                    <a:pt x="49339" y="11081"/>
                  </a:lnTo>
                  <a:cubicBezTo>
                    <a:pt x="49405" y="11074"/>
                    <a:pt x="49465" y="11070"/>
                    <a:pt x="49520" y="11070"/>
                  </a:cubicBezTo>
                  <a:close/>
                  <a:moveTo>
                    <a:pt x="46983" y="11081"/>
                  </a:moveTo>
                  <a:cubicBezTo>
                    <a:pt x="47014" y="11081"/>
                    <a:pt x="47051" y="11087"/>
                    <a:pt x="47093" y="11098"/>
                  </a:cubicBezTo>
                  <a:cubicBezTo>
                    <a:pt x="47369" y="11185"/>
                    <a:pt x="47870" y="11168"/>
                    <a:pt x="47767" y="11686"/>
                  </a:cubicBezTo>
                  <a:cubicBezTo>
                    <a:pt x="47732" y="11893"/>
                    <a:pt x="47888" y="12274"/>
                    <a:pt x="47490" y="12343"/>
                  </a:cubicBezTo>
                  <a:cubicBezTo>
                    <a:pt x="47110" y="12222"/>
                    <a:pt x="46834" y="11893"/>
                    <a:pt x="46799" y="11496"/>
                  </a:cubicBezTo>
                  <a:cubicBezTo>
                    <a:pt x="46784" y="11302"/>
                    <a:pt x="46782" y="11081"/>
                    <a:pt x="46983" y="11081"/>
                  </a:cubicBezTo>
                  <a:close/>
                  <a:moveTo>
                    <a:pt x="38158" y="11530"/>
                  </a:moveTo>
                  <a:cubicBezTo>
                    <a:pt x="38279" y="11530"/>
                    <a:pt x="38417" y="11703"/>
                    <a:pt x="38642" y="11876"/>
                  </a:cubicBezTo>
                  <a:cubicBezTo>
                    <a:pt x="38366" y="12118"/>
                    <a:pt x="38089" y="12360"/>
                    <a:pt x="37778" y="12585"/>
                  </a:cubicBezTo>
                  <a:cubicBezTo>
                    <a:pt x="35549" y="13967"/>
                    <a:pt x="35514" y="15903"/>
                    <a:pt x="37692" y="17268"/>
                  </a:cubicBezTo>
                  <a:cubicBezTo>
                    <a:pt x="38003" y="17458"/>
                    <a:pt x="38227" y="17631"/>
                    <a:pt x="38158" y="18080"/>
                  </a:cubicBezTo>
                  <a:cubicBezTo>
                    <a:pt x="38106" y="18529"/>
                    <a:pt x="37951" y="18599"/>
                    <a:pt x="37553" y="18737"/>
                  </a:cubicBezTo>
                  <a:cubicBezTo>
                    <a:pt x="36568" y="19117"/>
                    <a:pt x="36309" y="19981"/>
                    <a:pt x="36378" y="20949"/>
                  </a:cubicBezTo>
                  <a:cubicBezTo>
                    <a:pt x="36427" y="21679"/>
                    <a:pt x="36279" y="22143"/>
                    <a:pt x="35819" y="22143"/>
                  </a:cubicBezTo>
                  <a:cubicBezTo>
                    <a:pt x="35625" y="22143"/>
                    <a:pt x="35377" y="22061"/>
                    <a:pt x="35065" y="21882"/>
                  </a:cubicBezTo>
                  <a:cubicBezTo>
                    <a:pt x="34913" y="21798"/>
                    <a:pt x="34745" y="21754"/>
                    <a:pt x="34578" y="21754"/>
                  </a:cubicBezTo>
                  <a:cubicBezTo>
                    <a:pt x="34403" y="21754"/>
                    <a:pt x="34230" y="21802"/>
                    <a:pt x="34080" y="21899"/>
                  </a:cubicBezTo>
                  <a:cubicBezTo>
                    <a:pt x="33134" y="22372"/>
                    <a:pt x="32094" y="22613"/>
                    <a:pt x="31041" y="22613"/>
                  </a:cubicBezTo>
                  <a:cubicBezTo>
                    <a:pt x="30747" y="22613"/>
                    <a:pt x="30451" y="22594"/>
                    <a:pt x="30157" y="22556"/>
                  </a:cubicBezTo>
                  <a:cubicBezTo>
                    <a:pt x="29915" y="22521"/>
                    <a:pt x="29759" y="22608"/>
                    <a:pt x="29829" y="22262"/>
                  </a:cubicBezTo>
                  <a:lnTo>
                    <a:pt x="29829" y="22262"/>
                  </a:lnTo>
                  <a:lnTo>
                    <a:pt x="29829" y="22279"/>
                  </a:lnTo>
                  <a:cubicBezTo>
                    <a:pt x="29898" y="21986"/>
                    <a:pt x="29984" y="21882"/>
                    <a:pt x="30364" y="21830"/>
                  </a:cubicBezTo>
                  <a:cubicBezTo>
                    <a:pt x="31505" y="21675"/>
                    <a:pt x="32836" y="21467"/>
                    <a:pt x="33354" y="20361"/>
                  </a:cubicBezTo>
                  <a:cubicBezTo>
                    <a:pt x="33821" y="19342"/>
                    <a:pt x="33872" y="18184"/>
                    <a:pt x="34927" y="17458"/>
                  </a:cubicBezTo>
                  <a:cubicBezTo>
                    <a:pt x="35238" y="17216"/>
                    <a:pt x="34978" y="16836"/>
                    <a:pt x="34667" y="16594"/>
                  </a:cubicBezTo>
                  <a:cubicBezTo>
                    <a:pt x="33216" y="15436"/>
                    <a:pt x="33907" y="14572"/>
                    <a:pt x="35099" y="13846"/>
                  </a:cubicBezTo>
                  <a:cubicBezTo>
                    <a:pt x="35860" y="13380"/>
                    <a:pt x="36724" y="13086"/>
                    <a:pt x="37018" y="12066"/>
                  </a:cubicBezTo>
                  <a:cubicBezTo>
                    <a:pt x="37156" y="11582"/>
                    <a:pt x="37709" y="11548"/>
                    <a:pt x="38158" y="11530"/>
                  </a:cubicBezTo>
                  <a:close/>
                  <a:moveTo>
                    <a:pt x="46802" y="32066"/>
                  </a:moveTo>
                  <a:cubicBezTo>
                    <a:pt x="47245" y="32066"/>
                    <a:pt x="47720" y="32469"/>
                    <a:pt x="47888" y="33080"/>
                  </a:cubicBezTo>
                  <a:cubicBezTo>
                    <a:pt x="48059" y="33754"/>
                    <a:pt x="48393" y="34225"/>
                    <a:pt x="48918" y="34225"/>
                  </a:cubicBezTo>
                  <a:cubicBezTo>
                    <a:pt x="49080" y="34225"/>
                    <a:pt x="49261" y="34181"/>
                    <a:pt x="49460" y="34083"/>
                  </a:cubicBezTo>
                  <a:cubicBezTo>
                    <a:pt x="50103" y="33764"/>
                    <a:pt x="50701" y="33627"/>
                    <a:pt x="51269" y="33627"/>
                  </a:cubicBezTo>
                  <a:cubicBezTo>
                    <a:pt x="52489" y="33627"/>
                    <a:pt x="53566" y="34260"/>
                    <a:pt x="54628" y="35085"/>
                  </a:cubicBezTo>
                  <a:cubicBezTo>
                    <a:pt x="54818" y="35223"/>
                    <a:pt x="55008" y="35396"/>
                    <a:pt x="55163" y="35586"/>
                  </a:cubicBezTo>
                  <a:cubicBezTo>
                    <a:pt x="55543" y="36053"/>
                    <a:pt x="56684" y="36070"/>
                    <a:pt x="56321" y="36917"/>
                  </a:cubicBezTo>
                  <a:lnTo>
                    <a:pt x="56321" y="36934"/>
                  </a:lnTo>
                  <a:cubicBezTo>
                    <a:pt x="56149" y="37350"/>
                    <a:pt x="55751" y="37415"/>
                    <a:pt x="55318" y="37415"/>
                  </a:cubicBezTo>
                  <a:cubicBezTo>
                    <a:pt x="55122" y="37415"/>
                    <a:pt x="54919" y="37401"/>
                    <a:pt x="54727" y="37401"/>
                  </a:cubicBezTo>
                  <a:cubicBezTo>
                    <a:pt x="54620" y="37401"/>
                    <a:pt x="54517" y="37405"/>
                    <a:pt x="54420" y="37418"/>
                  </a:cubicBezTo>
                  <a:cubicBezTo>
                    <a:pt x="54278" y="37432"/>
                    <a:pt x="54136" y="37440"/>
                    <a:pt x="53995" y="37440"/>
                  </a:cubicBezTo>
                  <a:cubicBezTo>
                    <a:pt x="53292" y="37440"/>
                    <a:pt x="52602" y="37262"/>
                    <a:pt x="51983" y="36917"/>
                  </a:cubicBezTo>
                  <a:cubicBezTo>
                    <a:pt x="51332" y="36539"/>
                    <a:pt x="50680" y="36418"/>
                    <a:pt x="50028" y="36418"/>
                  </a:cubicBezTo>
                  <a:cubicBezTo>
                    <a:pt x="48867" y="36418"/>
                    <a:pt x="47706" y="36802"/>
                    <a:pt x="46545" y="36802"/>
                  </a:cubicBezTo>
                  <a:cubicBezTo>
                    <a:pt x="46302" y="36802"/>
                    <a:pt x="46058" y="36785"/>
                    <a:pt x="45814" y="36744"/>
                  </a:cubicBezTo>
                  <a:cubicBezTo>
                    <a:pt x="44881" y="36588"/>
                    <a:pt x="44552" y="36105"/>
                    <a:pt x="44673" y="35241"/>
                  </a:cubicBezTo>
                  <a:cubicBezTo>
                    <a:pt x="44846" y="34083"/>
                    <a:pt x="45537" y="33115"/>
                    <a:pt x="46263" y="32320"/>
                  </a:cubicBezTo>
                  <a:cubicBezTo>
                    <a:pt x="46417" y="32145"/>
                    <a:pt x="46607" y="32066"/>
                    <a:pt x="46802" y="32066"/>
                  </a:cubicBezTo>
                  <a:close/>
                  <a:moveTo>
                    <a:pt x="64554" y="31370"/>
                  </a:moveTo>
                  <a:cubicBezTo>
                    <a:pt x="64860" y="31370"/>
                    <a:pt x="65185" y="31437"/>
                    <a:pt x="65532" y="31594"/>
                  </a:cubicBezTo>
                  <a:cubicBezTo>
                    <a:pt x="65878" y="31767"/>
                    <a:pt x="65930" y="32251"/>
                    <a:pt x="65636" y="32493"/>
                  </a:cubicBezTo>
                  <a:cubicBezTo>
                    <a:pt x="64063" y="34065"/>
                    <a:pt x="64184" y="35085"/>
                    <a:pt x="65895" y="36588"/>
                  </a:cubicBezTo>
                  <a:cubicBezTo>
                    <a:pt x="67243" y="37815"/>
                    <a:pt x="67762" y="39544"/>
                    <a:pt x="68211" y="41237"/>
                  </a:cubicBezTo>
                  <a:cubicBezTo>
                    <a:pt x="68364" y="41802"/>
                    <a:pt x="68057" y="41990"/>
                    <a:pt x="67435" y="41990"/>
                  </a:cubicBezTo>
                  <a:cubicBezTo>
                    <a:pt x="67353" y="41990"/>
                    <a:pt x="67266" y="41986"/>
                    <a:pt x="67174" y="41980"/>
                  </a:cubicBezTo>
                  <a:cubicBezTo>
                    <a:pt x="66517" y="41064"/>
                    <a:pt x="64271" y="41825"/>
                    <a:pt x="64547" y="39146"/>
                  </a:cubicBezTo>
                  <a:lnTo>
                    <a:pt x="64547" y="39146"/>
                  </a:lnTo>
                  <a:lnTo>
                    <a:pt x="64547" y="39181"/>
                  </a:lnTo>
                  <a:cubicBezTo>
                    <a:pt x="64685" y="37885"/>
                    <a:pt x="63113" y="36295"/>
                    <a:pt x="62076" y="35050"/>
                  </a:cubicBezTo>
                  <a:cubicBezTo>
                    <a:pt x="61281" y="34100"/>
                    <a:pt x="61385" y="33288"/>
                    <a:pt x="62076" y="32683"/>
                  </a:cubicBezTo>
                  <a:cubicBezTo>
                    <a:pt x="62786" y="32052"/>
                    <a:pt x="63577" y="31370"/>
                    <a:pt x="64554" y="31370"/>
                  </a:cubicBezTo>
                  <a:close/>
                  <a:moveTo>
                    <a:pt x="30705" y="33465"/>
                  </a:moveTo>
                  <a:cubicBezTo>
                    <a:pt x="30874" y="33465"/>
                    <a:pt x="31043" y="33637"/>
                    <a:pt x="31090" y="33720"/>
                  </a:cubicBezTo>
                  <a:cubicBezTo>
                    <a:pt x="31920" y="35120"/>
                    <a:pt x="33579" y="35258"/>
                    <a:pt x="34719" y="36226"/>
                  </a:cubicBezTo>
                  <a:cubicBezTo>
                    <a:pt x="36205" y="37487"/>
                    <a:pt x="36275" y="39354"/>
                    <a:pt x="37191" y="40822"/>
                  </a:cubicBezTo>
                  <a:cubicBezTo>
                    <a:pt x="37484" y="41289"/>
                    <a:pt x="37571" y="41980"/>
                    <a:pt x="37968" y="42274"/>
                  </a:cubicBezTo>
                  <a:cubicBezTo>
                    <a:pt x="38403" y="42594"/>
                    <a:pt x="39075" y="43217"/>
                    <a:pt x="39556" y="43217"/>
                  </a:cubicBezTo>
                  <a:cubicBezTo>
                    <a:pt x="39725" y="43217"/>
                    <a:pt x="39870" y="43141"/>
                    <a:pt x="39973" y="42948"/>
                  </a:cubicBezTo>
                  <a:cubicBezTo>
                    <a:pt x="40336" y="42274"/>
                    <a:pt x="41234" y="41289"/>
                    <a:pt x="40543" y="40183"/>
                  </a:cubicBezTo>
                  <a:cubicBezTo>
                    <a:pt x="40301" y="39803"/>
                    <a:pt x="39610" y="39215"/>
                    <a:pt x="40284" y="38904"/>
                  </a:cubicBezTo>
                  <a:cubicBezTo>
                    <a:pt x="40592" y="38765"/>
                    <a:pt x="41024" y="38302"/>
                    <a:pt x="41439" y="38302"/>
                  </a:cubicBezTo>
                  <a:cubicBezTo>
                    <a:pt x="41746" y="38302"/>
                    <a:pt x="42043" y="38557"/>
                    <a:pt x="42271" y="39388"/>
                  </a:cubicBezTo>
                  <a:cubicBezTo>
                    <a:pt x="42782" y="41200"/>
                    <a:pt x="43748" y="43327"/>
                    <a:pt x="46038" y="43327"/>
                  </a:cubicBezTo>
                  <a:cubicBezTo>
                    <a:pt x="46150" y="43327"/>
                    <a:pt x="46266" y="43321"/>
                    <a:pt x="46384" y="43311"/>
                  </a:cubicBezTo>
                  <a:cubicBezTo>
                    <a:pt x="46463" y="43304"/>
                    <a:pt x="46542" y="43300"/>
                    <a:pt x="46620" y="43300"/>
                  </a:cubicBezTo>
                  <a:cubicBezTo>
                    <a:pt x="47585" y="43300"/>
                    <a:pt x="48526" y="43802"/>
                    <a:pt x="49487" y="43802"/>
                  </a:cubicBezTo>
                  <a:cubicBezTo>
                    <a:pt x="49955" y="43802"/>
                    <a:pt x="50429" y="43683"/>
                    <a:pt x="50912" y="43328"/>
                  </a:cubicBezTo>
                  <a:cubicBezTo>
                    <a:pt x="51106" y="43191"/>
                    <a:pt x="51242" y="43135"/>
                    <a:pt x="51336" y="43135"/>
                  </a:cubicBezTo>
                  <a:cubicBezTo>
                    <a:pt x="51643" y="43135"/>
                    <a:pt x="51508" y="43736"/>
                    <a:pt x="51534" y="44054"/>
                  </a:cubicBezTo>
                  <a:cubicBezTo>
                    <a:pt x="51845" y="45488"/>
                    <a:pt x="50843" y="46629"/>
                    <a:pt x="50618" y="47942"/>
                  </a:cubicBezTo>
                  <a:cubicBezTo>
                    <a:pt x="50585" y="48144"/>
                    <a:pt x="50240" y="48444"/>
                    <a:pt x="50046" y="48444"/>
                  </a:cubicBezTo>
                  <a:cubicBezTo>
                    <a:pt x="50041" y="48444"/>
                    <a:pt x="50036" y="48444"/>
                    <a:pt x="50031" y="48444"/>
                  </a:cubicBezTo>
                  <a:cubicBezTo>
                    <a:pt x="49523" y="48389"/>
                    <a:pt x="49010" y="48372"/>
                    <a:pt x="48494" y="48372"/>
                  </a:cubicBezTo>
                  <a:cubicBezTo>
                    <a:pt x="47534" y="48372"/>
                    <a:pt x="46564" y="48433"/>
                    <a:pt x="45600" y="48433"/>
                  </a:cubicBezTo>
                  <a:cubicBezTo>
                    <a:pt x="43779" y="48433"/>
                    <a:pt x="41984" y="48215"/>
                    <a:pt x="40336" y="46957"/>
                  </a:cubicBezTo>
                  <a:cubicBezTo>
                    <a:pt x="40033" y="46726"/>
                    <a:pt x="39675" y="46623"/>
                    <a:pt x="39308" y="46623"/>
                  </a:cubicBezTo>
                  <a:cubicBezTo>
                    <a:pt x="38250" y="46623"/>
                    <a:pt x="37116" y="47478"/>
                    <a:pt x="37000" y="48582"/>
                  </a:cubicBezTo>
                  <a:cubicBezTo>
                    <a:pt x="36972" y="48947"/>
                    <a:pt x="36796" y="49426"/>
                    <a:pt x="36527" y="49426"/>
                  </a:cubicBezTo>
                  <a:cubicBezTo>
                    <a:pt x="36465" y="49426"/>
                    <a:pt x="36398" y="49400"/>
                    <a:pt x="36326" y="49342"/>
                  </a:cubicBezTo>
                  <a:cubicBezTo>
                    <a:pt x="35376" y="48582"/>
                    <a:pt x="34045" y="48772"/>
                    <a:pt x="33147" y="47752"/>
                  </a:cubicBezTo>
                  <a:cubicBezTo>
                    <a:pt x="32334" y="46819"/>
                    <a:pt x="30900" y="46785"/>
                    <a:pt x="29673" y="46525"/>
                  </a:cubicBezTo>
                  <a:cubicBezTo>
                    <a:pt x="28913" y="46370"/>
                    <a:pt x="27807" y="46422"/>
                    <a:pt x="28567" y="44953"/>
                  </a:cubicBezTo>
                  <a:cubicBezTo>
                    <a:pt x="28982" y="44158"/>
                    <a:pt x="29034" y="43000"/>
                    <a:pt x="28515" y="42257"/>
                  </a:cubicBezTo>
                  <a:cubicBezTo>
                    <a:pt x="28230" y="41853"/>
                    <a:pt x="27848" y="41722"/>
                    <a:pt x="27412" y="41722"/>
                  </a:cubicBezTo>
                  <a:cubicBezTo>
                    <a:pt x="27028" y="41722"/>
                    <a:pt x="26602" y="41823"/>
                    <a:pt x="26165" y="41928"/>
                  </a:cubicBezTo>
                  <a:cubicBezTo>
                    <a:pt x="25497" y="42091"/>
                    <a:pt x="24818" y="42128"/>
                    <a:pt x="24133" y="42128"/>
                  </a:cubicBezTo>
                  <a:cubicBezTo>
                    <a:pt x="23569" y="42128"/>
                    <a:pt x="23001" y="42103"/>
                    <a:pt x="22432" y="42103"/>
                  </a:cubicBezTo>
                  <a:cubicBezTo>
                    <a:pt x="21707" y="42103"/>
                    <a:pt x="20980" y="42143"/>
                    <a:pt x="20255" y="42326"/>
                  </a:cubicBezTo>
                  <a:cubicBezTo>
                    <a:pt x="19287" y="42585"/>
                    <a:pt x="18319" y="42862"/>
                    <a:pt x="17559" y="43380"/>
                  </a:cubicBezTo>
                  <a:cubicBezTo>
                    <a:pt x="17082" y="43705"/>
                    <a:pt x="16613" y="43798"/>
                    <a:pt x="16149" y="43798"/>
                  </a:cubicBezTo>
                  <a:cubicBezTo>
                    <a:pt x="15538" y="43798"/>
                    <a:pt x="14935" y="43638"/>
                    <a:pt x="14326" y="43638"/>
                  </a:cubicBezTo>
                  <a:cubicBezTo>
                    <a:pt x="14292" y="43638"/>
                    <a:pt x="14258" y="43638"/>
                    <a:pt x="14223" y="43639"/>
                  </a:cubicBezTo>
                  <a:cubicBezTo>
                    <a:pt x="14120" y="43622"/>
                    <a:pt x="14016" y="43570"/>
                    <a:pt x="13930" y="43466"/>
                  </a:cubicBezTo>
                  <a:cubicBezTo>
                    <a:pt x="14043" y="43169"/>
                    <a:pt x="14308" y="43115"/>
                    <a:pt x="14562" y="43115"/>
                  </a:cubicBezTo>
                  <a:cubicBezTo>
                    <a:pt x="14617" y="43115"/>
                    <a:pt x="14672" y="43118"/>
                    <a:pt x="14725" y="43121"/>
                  </a:cubicBezTo>
                  <a:cubicBezTo>
                    <a:pt x="14838" y="43129"/>
                    <a:pt x="14949" y="43134"/>
                    <a:pt x="15058" y="43134"/>
                  </a:cubicBezTo>
                  <a:cubicBezTo>
                    <a:pt x="16723" y="43134"/>
                    <a:pt x="17967" y="42165"/>
                    <a:pt x="18388" y="40771"/>
                  </a:cubicBezTo>
                  <a:cubicBezTo>
                    <a:pt x="18976" y="38921"/>
                    <a:pt x="20808" y="38282"/>
                    <a:pt x="21482" y="37090"/>
                  </a:cubicBezTo>
                  <a:cubicBezTo>
                    <a:pt x="22174" y="35865"/>
                    <a:pt x="22770" y="35535"/>
                    <a:pt x="23579" y="35535"/>
                  </a:cubicBezTo>
                  <a:cubicBezTo>
                    <a:pt x="23899" y="35535"/>
                    <a:pt x="24254" y="35587"/>
                    <a:pt x="24661" y="35655"/>
                  </a:cubicBezTo>
                  <a:cubicBezTo>
                    <a:pt x="24682" y="35658"/>
                    <a:pt x="24703" y="35660"/>
                    <a:pt x="24725" y="35660"/>
                  </a:cubicBezTo>
                  <a:cubicBezTo>
                    <a:pt x="25065" y="35660"/>
                    <a:pt x="25513" y="35293"/>
                    <a:pt x="25854" y="35033"/>
                  </a:cubicBezTo>
                  <a:cubicBezTo>
                    <a:pt x="26267" y="34730"/>
                    <a:pt x="26584" y="34570"/>
                    <a:pt x="26849" y="34570"/>
                  </a:cubicBezTo>
                  <a:cubicBezTo>
                    <a:pt x="27249" y="34570"/>
                    <a:pt x="27529" y="34935"/>
                    <a:pt x="27841" y="35724"/>
                  </a:cubicBezTo>
                  <a:cubicBezTo>
                    <a:pt x="28325" y="36969"/>
                    <a:pt x="29742" y="37574"/>
                    <a:pt x="30952" y="38161"/>
                  </a:cubicBezTo>
                  <a:cubicBezTo>
                    <a:pt x="31712" y="38524"/>
                    <a:pt x="32732" y="38852"/>
                    <a:pt x="32680" y="39716"/>
                  </a:cubicBezTo>
                  <a:cubicBezTo>
                    <a:pt x="32594" y="40753"/>
                    <a:pt x="31488" y="40546"/>
                    <a:pt x="30710" y="40615"/>
                  </a:cubicBezTo>
                  <a:cubicBezTo>
                    <a:pt x="30312" y="40650"/>
                    <a:pt x="29794" y="40598"/>
                    <a:pt x="29673" y="41134"/>
                  </a:cubicBezTo>
                  <a:cubicBezTo>
                    <a:pt x="29552" y="41669"/>
                    <a:pt x="30036" y="41825"/>
                    <a:pt x="30382" y="42032"/>
                  </a:cubicBezTo>
                  <a:cubicBezTo>
                    <a:pt x="30898" y="42336"/>
                    <a:pt x="31474" y="42934"/>
                    <a:pt x="32011" y="42934"/>
                  </a:cubicBezTo>
                  <a:cubicBezTo>
                    <a:pt x="32175" y="42934"/>
                    <a:pt x="32336" y="42878"/>
                    <a:pt x="32490" y="42741"/>
                  </a:cubicBezTo>
                  <a:cubicBezTo>
                    <a:pt x="33354" y="41963"/>
                    <a:pt x="33890" y="40788"/>
                    <a:pt x="34512" y="39751"/>
                  </a:cubicBezTo>
                  <a:cubicBezTo>
                    <a:pt x="34586" y="39617"/>
                    <a:pt x="34289" y="39329"/>
                    <a:pt x="34602" y="39329"/>
                  </a:cubicBezTo>
                  <a:cubicBezTo>
                    <a:pt x="34653" y="39329"/>
                    <a:pt x="34719" y="39337"/>
                    <a:pt x="34806" y="39354"/>
                  </a:cubicBezTo>
                  <a:cubicBezTo>
                    <a:pt x="34890" y="39373"/>
                    <a:pt x="34965" y="39381"/>
                    <a:pt x="35031" y="39381"/>
                  </a:cubicBezTo>
                  <a:cubicBezTo>
                    <a:pt x="35567" y="39381"/>
                    <a:pt x="35557" y="38814"/>
                    <a:pt x="35341" y="38507"/>
                  </a:cubicBezTo>
                  <a:cubicBezTo>
                    <a:pt x="34806" y="37781"/>
                    <a:pt x="34546" y="36658"/>
                    <a:pt x="33561" y="36468"/>
                  </a:cubicBezTo>
                  <a:cubicBezTo>
                    <a:pt x="32248" y="36208"/>
                    <a:pt x="31591" y="35206"/>
                    <a:pt x="30727" y="34411"/>
                  </a:cubicBezTo>
                  <a:cubicBezTo>
                    <a:pt x="30468" y="34169"/>
                    <a:pt x="30278" y="33910"/>
                    <a:pt x="30485" y="33599"/>
                  </a:cubicBezTo>
                  <a:cubicBezTo>
                    <a:pt x="30551" y="33501"/>
                    <a:pt x="30628" y="33465"/>
                    <a:pt x="30705" y="33465"/>
                  </a:cubicBezTo>
                  <a:close/>
                  <a:moveTo>
                    <a:pt x="65829" y="50622"/>
                  </a:moveTo>
                  <a:cubicBezTo>
                    <a:pt x="66138" y="50622"/>
                    <a:pt x="66376" y="50877"/>
                    <a:pt x="66569" y="51209"/>
                  </a:cubicBezTo>
                  <a:cubicBezTo>
                    <a:pt x="67601" y="52923"/>
                    <a:pt x="68767" y="54401"/>
                    <a:pt x="70703" y="54401"/>
                  </a:cubicBezTo>
                  <a:cubicBezTo>
                    <a:pt x="71167" y="54401"/>
                    <a:pt x="71676" y="54316"/>
                    <a:pt x="72237" y="54129"/>
                  </a:cubicBezTo>
                  <a:cubicBezTo>
                    <a:pt x="72263" y="54119"/>
                    <a:pt x="72291" y="54114"/>
                    <a:pt x="72320" y="54114"/>
                  </a:cubicBezTo>
                  <a:cubicBezTo>
                    <a:pt x="72487" y="54114"/>
                    <a:pt x="72701" y="54260"/>
                    <a:pt x="72877" y="54319"/>
                  </a:cubicBezTo>
                  <a:cubicBezTo>
                    <a:pt x="72687" y="54406"/>
                    <a:pt x="72514" y="54527"/>
                    <a:pt x="72358" y="54665"/>
                  </a:cubicBezTo>
                  <a:lnTo>
                    <a:pt x="72358" y="54682"/>
                  </a:lnTo>
                  <a:cubicBezTo>
                    <a:pt x="71675" y="55659"/>
                    <a:pt x="71022" y="56681"/>
                    <a:pt x="69648" y="56681"/>
                  </a:cubicBezTo>
                  <a:cubicBezTo>
                    <a:pt x="69564" y="56681"/>
                    <a:pt x="69476" y="56678"/>
                    <a:pt x="69386" y="56669"/>
                  </a:cubicBezTo>
                  <a:cubicBezTo>
                    <a:pt x="69196" y="56600"/>
                    <a:pt x="68850" y="56549"/>
                    <a:pt x="68850" y="56445"/>
                  </a:cubicBezTo>
                  <a:cubicBezTo>
                    <a:pt x="68660" y="54216"/>
                    <a:pt x="66258" y="53559"/>
                    <a:pt x="65532" y="51727"/>
                  </a:cubicBezTo>
                  <a:cubicBezTo>
                    <a:pt x="65394" y="51381"/>
                    <a:pt x="64945" y="50932"/>
                    <a:pt x="65584" y="50673"/>
                  </a:cubicBezTo>
                  <a:cubicBezTo>
                    <a:pt x="65670" y="50638"/>
                    <a:pt x="65752" y="50622"/>
                    <a:pt x="65829" y="50622"/>
                  </a:cubicBezTo>
                  <a:close/>
                  <a:moveTo>
                    <a:pt x="50497" y="52695"/>
                  </a:moveTo>
                  <a:lnTo>
                    <a:pt x="50497" y="52695"/>
                  </a:lnTo>
                  <a:cubicBezTo>
                    <a:pt x="51016" y="52885"/>
                    <a:pt x="51863" y="52937"/>
                    <a:pt x="52001" y="53265"/>
                  </a:cubicBezTo>
                  <a:cubicBezTo>
                    <a:pt x="53055" y="55840"/>
                    <a:pt x="55734" y="57464"/>
                    <a:pt x="56114" y="60420"/>
                  </a:cubicBezTo>
                  <a:cubicBezTo>
                    <a:pt x="56252" y="61439"/>
                    <a:pt x="57323" y="61802"/>
                    <a:pt x="57859" y="62580"/>
                  </a:cubicBezTo>
                  <a:cubicBezTo>
                    <a:pt x="59294" y="64654"/>
                    <a:pt x="60106" y="66952"/>
                    <a:pt x="60763" y="69337"/>
                  </a:cubicBezTo>
                  <a:cubicBezTo>
                    <a:pt x="58533" y="67643"/>
                    <a:pt x="56615" y="65656"/>
                    <a:pt x="55336" y="63133"/>
                  </a:cubicBezTo>
                  <a:cubicBezTo>
                    <a:pt x="55198" y="62874"/>
                    <a:pt x="55008" y="62614"/>
                    <a:pt x="55008" y="62355"/>
                  </a:cubicBezTo>
                  <a:cubicBezTo>
                    <a:pt x="54990" y="58916"/>
                    <a:pt x="52139" y="56739"/>
                    <a:pt x="51189" y="53697"/>
                  </a:cubicBezTo>
                  <a:cubicBezTo>
                    <a:pt x="51085" y="53334"/>
                    <a:pt x="50739" y="53040"/>
                    <a:pt x="50497" y="52695"/>
                  </a:cubicBezTo>
                  <a:close/>
                  <a:moveTo>
                    <a:pt x="87976" y="1"/>
                  </a:moveTo>
                  <a:cubicBezTo>
                    <a:pt x="87018" y="1"/>
                    <a:pt x="85745" y="1010"/>
                    <a:pt x="84455" y="1127"/>
                  </a:cubicBezTo>
                  <a:cubicBezTo>
                    <a:pt x="83776" y="1176"/>
                    <a:pt x="83111" y="1512"/>
                    <a:pt x="82448" y="1512"/>
                  </a:cubicBezTo>
                  <a:cubicBezTo>
                    <a:pt x="82403" y="1512"/>
                    <a:pt x="82358" y="1511"/>
                    <a:pt x="82313" y="1507"/>
                  </a:cubicBezTo>
                  <a:cubicBezTo>
                    <a:pt x="82281" y="1506"/>
                    <a:pt x="82250" y="1506"/>
                    <a:pt x="82218" y="1506"/>
                  </a:cubicBezTo>
                  <a:cubicBezTo>
                    <a:pt x="80376" y="1506"/>
                    <a:pt x="79245" y="3375"/>
                    <a:pt x="77443" y="3375"/>
                  </a:cubicBezTo>
                  <a:cubicBezTo>
                    <a:pt x="77340" y="3375"/>
                    <a:pt x="77235" y="3369"/>
                    <a:pt x="77128" y="3356"/>
                  </a:cubicBezTo>
                  <a:cubicBezTo>
                    <a:pt x="77026" y="3344"/>
                    <a:pt x="76928" y="3335"/>
                    <a:pt x="76837" y="3335"/>
                  </a:cubicBezTo>
                  <a:cubicBezTo>
                    <a:pt x="76434" y="3335"/>
                    <a:pt x="76136" y="3491"/>
                    <a:pt x="75953" y="4082"/>
                  </a:cubicBezTo>
                  <a:cubicBezTo>
                    <a:pt x="75843" y="4459"/>
                    <a:pt x="75132" y="4980"/>
                    <a:pt x="74758" y="4980"/>
                  </a:cubicBezTo>
                  <a:cubicBezTo>
                    <a:pt x="74720" y="4980"/>
                    <a:pt x="74687" y="4974"/>
                    <a:pt x="74657" y="4964"/>
                  </a:cubicBezTo>
                  <a:cubicBezTo>
                    <a:pt x="73910" y="4715"/>
                    <a:pt x="73366" y="4590"/>
                    <a:pt x="73013" y="4590"/>
                  </a:cubicBezTo>
                  <a:cubicBezTo>
                    <a:pt x="72190" y="4590"/>
                    <a:pt x="72409" y="5268"/>
                    <a:pt x="73534" y="6623"/>
                  </a:cubicBezTo>
                  <a:cubicBezTo>
                    <a:pt x="73585" y="6692"/>
                    <a:pt x="73499" y="6882"/>
                    <a:pt x="73482" y="7003"/>
                  </a:cubicBezTo>
                  <a:cubicBezTo>
                    <a:pt x="73413" y="6968"/>
                    <a:pt x="73292" y="6951"/>
                    <a:pt x="73240" y="6882"/>
                  </a:cubicBezTo>
                  <a:cubicBezTo>
                    <a:pt x="72877" y="6381"/>
                    <a:pt x="72324" y="5914"/>
                    <a:pt x="72220" y="5344"/>
                  </a:cubicBezTo>
                  <a:cubicBezTo>
                    <a:pt x="72065" y="4531"/>
                    <a:pt x="71961" y="3840"/>
                    <a:pt x="71010" y="3650"/>
                  </a:cubicBezTo>
                  <a:cubicBezTo>
                    <a:pt x="70839" y="3615"/>
                    <a:pt x="70680" y="3599"/>
                    <a:pt x="70533" y="3599"/>
                  </a:cubicBezTo>
                  <a:cubicBezTo>
                    <a:pt x="69359" y="3599"/>
                    <a:pt x="68898" y="4626"/>
                    <a:pt x="68315" y="5517"/>
                  </a:cubicBezTo>
                  <a:cubicBezTo>
                    <a:pt x="67865" y="6208"/>
                    <a:pt x="68349" y="6536"/>
                    <a:pt x="68729" y="6934"/>
                  </a:cubicBezTo>
                  <a:cubicBezTo>
                    <a:pt x="68798" y="7003"/>
                    <a:pt x="68850" y="7089"/>
                    <a:pt x="68902" y="7176"/>
                  </a:cubicBezTo>
                  <a:cubicBezTo>
                    <a:pt x="68817" y="7188"/>
                    <a:pt x="68731" y="7200"/>
                    <a:pt x="68645" y="7200"/>
                  </a:cubicBezTo>
                  <a:cubicBezTo>
                    <a:pt x="68610" y="7200"/>
                    <a:pt x="68575" y="7198"/>
                    <a:pt x="68539" y="7193"/>
                  </a:cubicBezTo>
                  <a:cubicBezTo>
                    <a:pt x="67376" y="7024"/>
                    <a:pt x="66212" y="6691"/>
                    <a:pt x="65033" y="6691"/>
                  </a:cubicBezTo>
                  <a:cubicBezTo>
                    <a:pt x="65003" y="6691"/>
                    <a:pt x="64974" y="6691"/>
                    <a:pt x="64945" y="6692"/>
                  </a:cubicBezTo>
                  <a:cubicBezTo>
                    <a:pt x="64584" y="6692"/>
                    <a:pt x="63909" y="6196"/>
                    <a:pt x="63437" y="6196"/>
                  </a:cubicBezTo>
                  <a:cubicBezTo>
                    <a:pt x="63072" y="6196"/>
                    <a:pt x="62827" y="6492"/>
                    <a:pt x="62940" y="7538"/>
                  </a:cubicBezTo>
                  <a:cubicBezTo>
                    <a:pt x="62940" y="7608"/>
                    <a:pt x="62525" y="7711"/>
                    <a:pt x="62283" y="7798"/>
                  </a:cubicBezTo>
                  <a:cubicBezTo>
                    <a:pt x="61879" y="7955"/>
                    <a:pt x="61464" y="8005"/>
                    <a:pt x="61043" y="8005"/>
                  </a:cubicBezTo>
                  <a:cubicBezTo>
                    <a:pt x="60325" y="8005"/>
                    <a:pt x="59591" y="7860"/>
                    <a:pt x="58870" y="7860"/>
                  </a:cubicBezTo>
                  <a:cubicBezTo>
                    <a:pt x="58295" y="7860"/>
                    <a:pt x="57729" y="7952"/>
                    <a:pt x="57185" y="8282"/>
                  </a:cubicBezTo>
                  <a:cubicBezTo>
                    <a:pt x="56736" y="8610"/>
                    <a:pt x="56304" y="8938"/>
                    <a:pt x="55837" y="9267"/>
                  </a:cubicBezTo>
                  <a:cubicBezTo>
                    <a:pt x="55671" y="9381"/>
                    <a:pt x="55417" y="9527"/>
                    <a:pt x="55226" y="9527"/>
                  </a:cubicBezTo>
                  <a:cubicBezTo>
                    <a:pt x="55100" y="9527"/>
                    <a:pt x="55001" y="9463"/>
                    <a:pt x="54973" y="9284"/>
                  </a:cubicBezTo>
                  <a:cubicBezTo>
                    <a:pt x="54819" y="8258"/>
                    <a:pt x="54209" y="8003"/>
                    <a:pt x="53545" y="8003"/>
                  </a:cubicBezTo>
                  <a:cubicBezTo>
                    <a:pt x="53313" y="8003"/>
                    <a:pt x="53075" y="8034"/>
                    <a:pt x="52848" y="8074"/>
                  </a:cubicBezTo>
                  <a:cubicBezTo>
                    <a:pt x="51897" y="8264"/>
                    <a:pt x="52416" y="9232"/>
                    <a:pt x="52295" y="9854"/>
                  </a:cubicBezTo>
                  <a:cubicBezTo>
                    <a:pt x="52156" y="10615"/>
                    <a:pt x="51344" y="10096"/>
                    <a:pt x="50998" y="10545"/>
                  </a:cubicBezTo>
                  <a:cubicBezTo>
                    <a:pt x="50949" y="10609"/>
                    <a:pt x="50910" y="10635"/>
                    <a:pt x="50880" y="10635"/>
                  </a:cubicBezTo>
                  <a:cubicBezTo>
                    <a:pt x="50805" y="10635"/>
                    <a:pt x="50789" y="10469"/>
                    <a:pt x="50826" y="10321"/>
                  </a:cubicBezTo>
                  <a:cubicBezTo>
                    <a:pt x="51033" y="8990"/>
                    <a:pt x="50221" y="8541"/>
                    <a:pt x="49115" y="8161"/>
                  </a:cubicBezTo>
                  <a:cubicBezTo>
                    <a:pt x="46903" y="7400"/>
                    <a:pt x="44535" y="7176"/>
                    <a:pt x="42392" y="6070"/>
                  </a:cubicBezTo>
                  <a:cubicBezTo>
                    <a:pt x="41667" y="5697"/>
                    <a:pt x="40852" y="5536"/>
                    <a:pt x="40032" y="5536"/>
                  </a:cubicBezTo>
                  <a:cubicBezTo>
                    <a:pt x="39367" y="5536"/>
                    <a:pt x="38699" y="5642"/>
                    <a:pt x="38072" y="5828"/>
                  </a:cubicBezTo>
                  <a:cubicBezTo>
                    <a:pt x="36033" y="6432"/>
                    <a:pt x="33838" y="6502"/>
                    <a:pt x="31989" y="7642"/>
                  </a:cubicBezTo>
                  <a:cubicBezTo>
                    <a:pt x="31263" y="8074"/>
                    <a:pt x="29206" y="7296"/>
                    <a:pt x="30226" y="9457"/>
                  </a:cubicBezTo>
                  <a:cubicBezTo>
                    <a:pt x="30278" y="9578"/>
                    <a:pt x="29984" y="9854"/>
                    <a:pt x="29863" y="10079"/>
                  </a:cubicBezTo>
                  <a:cubicBezTo>
                    <a:pt x="28653" y="12412"/>
                    <a:pt x="26234" y="13224"/>
                    <a:pt x="24229" y="14555"/>
                  </a:cubicBezTo>
                  <a:cubicBezTo>
                    <a:pt x="22536" y="15661"/>
                    <a:pt x="23486" y="17112"/>
                    <a:pt x="24022" y="18236"/>
                  </a:cubicBezTo>
                  <a:cubicBezTo>
                    <a:pt x="24328" y="18880"/>
                    <a:pt x="24972" y="19241"/>
                    <a:pt x="25627" y="19241"/>
                  </a:cubicBezTo>
                  <a:cubicBezTo>
                    <a:pt x="26008" y="19241"/>
                    <a:pt x="26393" y="19119"/>
                    <a:pt x="26718" y="18858"/>
                  </a:cubicBezTo>
                  <a:cubicBezTo>
                    <a:pt x="27228" y="18470"/>
                    <a:pt x="27609" y="18306"/>
                    <a:pt x="27903" y="18306"/>
                  </a:cubicBezTo>
                  <a:cubicBezTo>
                    <a:pt x="28524" y="18306"/>
                    <a:pt x="28748" y="19042"/>
                    <a:pt x="28947" y="19946"/>
                  </a:cubicBezTo>
                  <a:cubicBezTo>
                    <a:pt x="28982" y="20223"/>
                    <a:pt x="28999" y="20499"/>
                    <a:pt x="28982" y="20776"/>
                  </a:cubicBezTo>
                  <a:cubicBezTo>
                    <a:pt x="28774" y="20551"/>
                    <a:pt x="28446" y="20396"/>
                    <a:pt x="28342" y="20119"/>
                  </a:cubicBezTo>
                  <a:cubicBezTo>
                    <a:pt x="28124" y="19474"/>
                    <a:pt x="27849" y="19234"/>
                    <a:pt x="27528" y="19234"/>
                  </a:cubicBezTo>
                  <a:cubicBezTo>
                    <a:pt x="27212" y="19234"/>
                    <a:pt x="26853" y="19465"/>
                    <a:pt x="26459" y="19774"/>
                  </a:cubicBezTo>
                  <a:cubicBezTo>
                    <a:pt x="25646" y="20379"/>
                    <a:pt x="25958" y="21260"/>
                    <a:pt x="26130" y="21899"/>
                  </a:cubicBezTo>
                  <a:cubicBezTo>
                    <a:pt x="26459" y="23092"/>
                    <a:pt x="25802" y="23420"/>
                    <a:pt x="24938" y="23627"/>
                  </a:cubicBezTo>
                  <a:cubicBezTo>
                    <a:pt x="23901" y="23852"/>
                    <a:pt x="23072" y="24267"/>
                    <a:pt x="22553" y="25269"/>
                  </a:cubicBezTo>
                  <a:cubicBezTo>
                    <a:pt x="22273" y="25790"/>
                    <a:pt x="21682" y="26043"/>
                    <a:pt x="21157" y="26043"/>
                  </a:cubicBezTo>
                  <a:cubicBezTo>
                    <a:pt x="21003" y="26043"/>
                    <a:pt x="20855" y="26021"/>
                    <a:pt x="20721" y="25978"/>
                  </a:cubicBezTo>
                  <a:cubicBezTo>
                    <a:pt x="20116" y="25788"/>
                    <a:pt x="20963" y="25390"/>
                    <a:pt x="20946" y="24993"/>
                  </a:cubicBezTo>
                  <a:cubicBezTo>
                    <a:pt x="20929" y="24543"/>
                    <a:pt x="20738" y="24129"/>
                    <a:pt x="20410" y="23835"/>
                  </a:cubicBezTo>
                  <a:cubicBezTo>
                    <a:pt x="19477" y="22798"/>
                    <a:pt x="18354" y="21709"/>
                    <a:pt x="18215" y="20327"/>
                  </a:cubicBezTo>
                  <a:cubicBezTo>
                    <a:pt x="18098" y="19205"/>
                    <a:pt x="17332" y="17921"/>
                    <a:pt x="16200" y="17921"/>
                  </a:cubicBezTo>
                  <a:cubicBezTo>
                    <a:pt x="16163" y="17921"/>
                    <a:pt x="16127" y="17922"/>
                    <a:pt x="16090" y="17925"/>
                  </a:cubicBezTo>
                  <a:cubicBezTo>
                    <a:pt x="15105" y="17976"/>
                    <a:pt x="14068" y="18391"/>
                    <a:pt x="13930" y="19221"/>
                  </a:cubicBezTo>
                  <a:cubicBezTo>
                    <a:pt x="13670" y="20430"/>
                    <a:pt x="14137" y="21709"/>
                    <a:pt x="15122" y="22470"/>
                  </a:cubicBezTo>
                  <a:cubicBezTo>
                    <a:pt x="15952" y="23109"/>
                    <a:pt x="15952" y="23161"/>
                    <a:pt x="15589" y="23489"/>
                  </a:cubicBezTo>
                  <a:cubicBezTo>
                    <a:pt x="14448" y="24526"/>
                    <a:pt x="14915" y="26116"/>
                    <a:pt x="14292" y="27377"/>
                  </a:cubicBezTo>
                  <a:cubicBezTo>
                    <a:pt x="14143" y="27687"/>
                    <a:pt x="14420" y="27822"/>
                    <a:pt x="14760" y="27822"/>
                  </a:cubicBezTo>
                  <a:cubicBezTo>
                    <a:pt x="14932" y="27822"/>
                    <a:pt x="15121" y="27787"/>
                    <a:pt x="15278" y="27723"/>
                  </a:cubicBezTo>
                  <a:cubicBezTo>
                    <a:pt x="16510" y="27249"/>
                    <a:pt x="17772" y="26919"/>
                    <a:pt x="19089" y="26919"/>
                  </a:cubicBezTo>
                  <a:cubicBezTo>
                    <a:pt x="19212" y="26919"/>
                    <a:pt x="19336" y="26922"/>
                    <a:pt x="19460" y="26928"/>
                  </a:cubicBezTo>
                  <a:lnTo>
                    <a:pt x="19874" y="26928"/>
                  </a:lnTo>
                  <a:cubicBezTo>
                    <a:pt x="19840" y="26997"/>
                    <a:pt x="19823" y="27136"/>
                    <a:pt x="19753" y="27153"/>
                  </a:cubicBezTo>
                  <a:cubicBezTo>
                    <a:pt x="18630" y="27585"/>
                    <a:pt x="17507" y="28138"/>
                    <a:pt x="16349" y="28414"/>
                  </a:cubicBezTo>
                  <a:cubicBezTo>
                    <a:pt x="15692" y="28570"/>
                    <a:pt x="14915" y="28432"/>
                    <a:pt x="14707" y="29209"/>
                  </a:cubicBezTo>
                  <a:cubicBezTo>
                    <a:pt x="14500" y="30004"/>
                    <a:pt x="15260" y="30194"/>
                    <a:pt x="15813" y="30505"/>
                  </a:cubicBezTo>
                  <a:cubicBezTo>
                    <a:pt x="17161" y="31318"/>
                    <a:pt x="17369" y="32493"/>
                    <a:pt x="16867" y="33910"/>
                  </a:cubicBezTo>
                  <a:cubicBezTo>
                    <a:pt x="16664" y="34503"/>
                    <a:pt x="16349" y="34660"/>
                    <a:pt x="15995" y="34660"/>
                  </a:cubicBezTo>
                  <a:cubicBezTo>
                    <a:pt x="15626" y="34660"/>
                    <a:pt x="15216" y="34489"/>
                    <a:pt x="14846" y="34463"/>
                  </a:cubicBezTo>
                  <a:cubicBezTo>
                    <a:pt x="13916" y="34396"/>
                    <a:pt x="12987" y="34203"/>
                    <a:pt x="12042" y="34203"/>
                  </a:cubicBezTo>
                  <a:cubicBezTo>
                    <a:pt x="12003" y="34203"/>
                    <a:pt x="11964" y="34203"/>
                    <a:pt x="11925" y="34204"/>
                  </a:cubicBezTo>
                  <a:cubicBezTo>
                    <a:pt x="10957" y="34221"/>
                    <a:pt x="9834" y="34446"/>
                    <a:pt x="9989" y="35759"/>
                  </a:cubicBezTo>
                  <a:cubicBezTo>
                    <a:pt x="10128" y="37072"/>
                    <a:pt x="9834" y="38196"/>
                    <a:pt x="9592" y="39440"/>
                  </a:cubicBezTo>
                  <a:cubicBezTo>
                    <a:pt x="9385" y="40425"/>
                    <a:pt x="8693" y="42136"/>
                    <a:pt x="10542" y="42464"/>
                  </a:cubicBezTo>
                  <a:cubicBezTo>
                    <a:pt x="12305" y="42758"/>
                    <a:pt x="12668" y="43173"/>
                    <a:pt x="11735" y="44693"/>
                  </a:cubicBezTo>
                  <a:cubicBezTo>
                    <a:pt x="11389" y="45298"/>
                    <a:pt x="10888" y="45817"/>
                    <a:pt x="10300" y="46180"/>
                  </a:cubicBezTo>
                  <a:cubicBezTo>
                    <a:pt x="9108" y="46871"/>
                    <a:pt x="8175" y="47752"/>
                    <a:pt x="8313" y="49342"/>
                  </a:cubicBezTo>
                  <a:cubicBezTo>
                    <a:pt x="8365" y="49964"/>
                    <a:pt x="8140" y="50707"/>
                    <a:pt x="7535" y="50967"/>
                  </a:cubicBezTo>
                  <a:cubicBezTo>
                    <a:pt x="5168" y="52021"/>
                    <a:pt x="3768" y="53991"/>
                    <a:pt x="2662" y="56168"/>
                  </a:cubicBezTo>
                  <a:cubicBezTo>
                    <a:pt x="1781" y="57931"/>
                    <a:pt x="122" y="59469"/>
                    <a:pt x="1279" y="61888"/>
                  </a:cubicBezTo>
                  <a:cubicBezTo>
                    <a:pt x="1936" y="63236"/>
                    <a:pt x="1573" y="64792"/>
                    <a:pt x="830" y="66209"/>
                  </a:cubicBezTo>
                  <a:cubicBezTo>
                    <a:pt x="1" y="67781"/>
                    <a:pt x="744" y="70477"/>
                    <a:pt x="2126" y="71687"/>
                  </a:cubicBezTo>
                  <a:cubicBezTo>
                    <a:pt x="2420" y="71946"/>
                    <a:pt x="2662" y="72240"/>
                    <a:pt x="2818" y="72586"/>
                  </a:cubicBezTo>
                  <a:cubicBezTo>
                    <a:pt x="4027" y="75040"/>
                    <a:pt x="5462" y="77303"/>
                    <a:pt x="7881" y="78755"/>
                  </a:cubicBezTo>
                  <a:cubicBezTo>
                    <a:pt x="8455" y="79100"/>
                    <a:pt x="9053" y="79742"/>
                    <a:pt x="9645" y="79742"/>
                  </a:cubicBezTo>
                  <a:cubicBezTo>
                    <a:pt x="9766" y="79742"/>
                    <a:pt x="9887" y="79715"/>
                    <a:pt x="10007" y="79654"/>
                  </a:cubicBezTo>
                  <a:cubicBezTo>
                    <a:pt x="12824" y="78254"/>
                    <a:pt x="16142" y="79844"/>
                    <a:pt x="18889" y="77874"/>
                  </a:cubicBezTo>
                  <a:cubicBezTo>
                    <a:pt x="19326" y="77562"/>
                    <a:pt x="19938" y="77352"/>
                    <a:pt x="20558" y="77352"/>
                  </a:cubicBezTo>
                  <a:cubicBezTo>
                    <a:pt x="21313" y="77352"/>
                    <a:pt x="22079" y="77663"/>
                    <a:pt x="22553" y="78479"/>
                  </a:cubicBezTo>
                  <a:cubicBezTo>
                    <a:pt x="23034" y="79313"/>
                    <a:pt x="23538" y="79650"/>
                    <a:pt x="24283" y="79650"/>
                  </a:cubicBezTo>
                  <a:cubicBezTo>
                    <a:pt x="24448" y="79650"/>
                    <a:pt x="24626" y="79633"/>
                    <a:pt x="24817" y="79602"/>
                  </a:cubicBezTo>
                  <a:cubicBezTo>
                    <a:pt x="24994" y="79574"/>
                    <a:pt x="25161" y="79561"/>
                    <a:pt x="25317" y="79561"/>
                  </a:cubicBezTo>
                  <a:cubicBezTo>
                    <a:pt x="26715" y="79561"/>
                    <a:pt x="27271" y="80640"/>
                    <a:pt x="26960" y="82194"/>
                  </a:cubicBezTo>
                  <a:cubicBezTo>
                    <a:pt x="26683" y="83611"/>
                    <a:pt x="25750" y="85218"/>
                    <a:pt x="26545" y="86480"/>
                  </a:cubicBezTo>
                  <a:cubicBezTo>
                    <a:pt x="27461" y="87966"/>
                    <a:pt x="28515" y="89400"/>
                    <a:pt x="29206" y="90973"/>
                  </a:cubicBezTo>
                  <a:cubicBezTo>
                    <a:pt x="30416" y="93721"/>
                    <a:pt x="31298" y="96641"/>
                    <a:pt x="29777" y="99631"/>
                  </a:cubicBezTo>
                  <a:cubicBezTo>
                    <a:pt x="28809" y="101515"/>
                    <a:pt x="28619" y="103502"/>
                    <a:pt x="29535" y="105369"/>
                  </a:cubicBezTo>
                  <a:cubicBezTo>
                    <a:pt x="30503" y="107321"/>
                    <a:pt x="31228" y="109274"/>
                    <a:pt x="31488" y="111469"/>
                  </a:cubicBezTo>
                  <a:cubicBezTo>
                    <a:pt x="31712" y="113456"/>
                    <a:pt x="31695" y="115599"/>
                    <a:pt x="33371" y="117172"/>
                  </a:cubicBezTo>
                  <a:cubicBezTo>
                    <a:pt x="34322" y="118088"/>
                    <a:pt x="34581" y="119436"/>
                    <a:pt x="35013" y="120645"/>
                  </a:cubicBezTo>
                  <a:cubicBezTo>
                    <a:pt x="35393" y="121717"/>
                    <a:pt x="34546" y="123065"/>
                    <a:pt x="35843" y="123998"/>
                  </a:cubicBezTo>
                  <a:cubicBezTo>
                    <a:pt x="36206" y="124270"/>
                    <a:pt x="36549" y="124368"/>
                    <a:pt x="36881" y="124368"/>
                  </a:cubicBezTo>
                  <a:cubicBezTo>
                    <a:pt x="37735" y="124368"/>
                    <a:pt x="38515" y="123721"/>
                    <a:pt x="39372" y="123721"/>
                  </a:cubicBezTo>
                  <a:cubicBezTo>
                    <a:pt x="39388" y="123721"/>
                    <a:pt x="39404" y="123721"/>
                    <a:pt x="39420" y="123721"/>
                  </a:cubicBezTo>
                  <a:cubicBezTo>
                    <a:pt x="39526" y="123724"/>
                    <a:pt x="39630" y="123725"/>
                    <a:pt x="39734" y="123725"/>
                  </a:cubicBezTo>
                  <a:cubicBezTo>
                    <a:pt x="44937" y="123725"/>
                    <a:pt x="47636" y="120353"/>
                    <a:pt x="49754" y="116100"/>
                  </a:cubicBezTo>
                  <a:cubicBezTo>
                    <a:pt x="50186" y="115236"/>
                    <a:pt x="49720" y="113957"/>
                    <a:pt x="50826" y="113508"/>
                  </a:cubicBezTo>
                  <a:cubicBezTo>
                    <a:pt x="52761" y="112713"/>
                    <a:pt x="53193" y="111175"/>
                    <a:pt x="52692" y="109499"/>
                  </a:cubicBezTo>
                  <a:cubicBezTo>
                    <a:pt x="51949" y="107028"/>
                    <a:pt x="53297" y="106112"/>
                    <a:pt x="55181" y="105282"/>
                  </a:cubicBezTo>
                  <a:cubicBezTo>
                    <a:pt x="57773" y="104107"/>
                    <a:pt x="59449" y="98370"/>
                    <a:pt x="57963" y="96071"/>
                  </a:cubicBezTo>
                  <a:cubicBezTo>
                    <a:pt x="56770" y="94239"/>
                    <a:pt x="57099" y="92217"/>
                    <a:pt x="57444" y="90316"/>
                  </a:cubicBezTo>
                  <a:cubicBezTo>
                    <a:pt x="57911" y="87621"/>
                    <a:pt x="59933" y="85823"/>
                    <a:pt x="61851" y="84164"/>
                  </a:cubicBezTo>
                  <a:cubicBezTo>
                    <a:pt x="65601" y="80915"/>
                    <a:pt x="68055" y="76992"/>
                    <a:pt x="69109" y="72171"/>
                  </a:cubicBezTo>
                  <a:cubicBezTo>
                    <a:pt x="69271" y="71459"/>
                    <a:pt x="69266" y="70656"/>
                    <a:pt x="68371" y="70656"/>
                  </a:cubicBezTo>
                  <a:cubicBezTo>
                    <a:pt x="68311" y="70656"/>
                    <a:pt x="68246" y="70660"/>
                    <a:pt x="68176" y="70667"/>
                  </a:cubicBezTo>
                  <a:cubicBezTo>
                    <a:pt x="67157" y="70788"/>
                    <a:pt x="66154" y="71151"/>
                    <a:pt x="65152" y="71462"/>
                  </a:cubicBezTo>
                  <a:cubicBezTo>
                    <a:pt x="63960" y="71826"/>
                    <a:pt x="63201" y="72060"/>
                    <a:pt x="62664" y="72060"/>
                  </a:cubicBezTo>
                  <a:cubicBezTo>
                    <a:pt x="61727" y="72060"/>
                    <a:pt x="61469" y="71346"/>
                    <a:pt x="60772" y="69363"/>
                  </a:cubicBezTo>
                  <a:lnTo>
                    <a:pt x="60772" y="69363"/>
                  </a:lnTo>
                  <a:cubicBezTo>
                    <a:pt x="61180" y="69747"/>
                    <a:pt x="61467" y="70422"/>
                    <a:pt x="62074" y="70422"/>
                  </a:cubicBezTo>
                  <a:cubicBezTo>
                    <a:pt x="62180" y="70422"/>
                    <a:pt x="62295" y="70402"/>
                    <a:pt x="62422" y="70356"/>
                  </a:cubicBezTo>
                  <a:cubicBezTo>
                    <a:pt x="63925" y="69769"/>
                    <a:pt x="65359" y="68957"/>
                    <a:pt x="66897" y="68455"/>
                  </a:cubicBezTo>
                  <a:cubicBezTo>
                    <a:pt x="68660" y="67868"/>
                    <a:pt x="69732" y="66209"/>
                    <a:pt x="71391" y="65639"/>
                  </a:cubicBezTo>
                  <a:cubicBezTo>
                    <a:pt x="73706" y="64844"/>
                    <a:pt x="76713" y="61716"/>
                    <a:pt x="76852" y="59383"/>
                  </a:cubicBezTo>
                  <a:cubicBezTo>
                    <a:pt x="76834" y="59072"/>
                    <a:pt x="76713" y="58778"/>
                    <a:pt x="76506" y="58553"/>
                  </a:cubicBezTo>
                  <a:cubicBezTo>
                    <a:pt x="75918" y="57810"/>
                    <a:pt x="75279" y="57153"/>
                    <a:pt x="74294" y="56894"/>
                  </a:cubicBezTo>
                  <a:cubicBezTo>
                    <a:pt x="73724" y="56739"/>
                    <a:pt x="73378" y="56151"/>
                    <a:pt x="73516" y="55581"/>
                  </a:cubicBezTo>
                  <a:cubicBezTo>
                    <a:pt x="73547" y="55481"/>
                    <a:pt x="73596" y="55443"/>
                    <a:pt x="73658" y="55443"/>
                  </a:cubicBezTo>
                  <a:cubicBezTo>
                    <a:pt x="73842" y="55443"/>
                    <a:pt x="74139" y="55775"/>
                    <a:pt x="74398" y="55788"/>
                  </a:cubicBezTo>
                  <a:cubicBezTo>
                    <a:pt x="75366" y="55855"/>
                    <a:pt x="76333" y="56083"/>
                    <a:pt x="77301" y="56083"/>
                  </a:cubicBezTo>
                  <a:cubicBezTo>
                    <a:pt x="77336" y="56083"/>
                    <a:pt x="77370" y="56083"/>
                    <a:pt x="77405" y="56082"/>
                  </a:cubicBezTo>
                  <a:cubicBezTo>
                    <a:pt x="77727" y="56077"/>
                    <a:pt x="78047" y="56073"/>
                    <a:pt x="78365" y="56073"/>
                  </a:cubicBezTo>
                  <a:cubicBezTo>
                    <a:pt x="81373" y="56073"/>
                    <a:pt x="84145" y="56432"/>
                    <a:pt x="85786" y="59746"/>
                  </a:cubicBezTo>
                  <a:cubicBezTo>
                    <a:pt x="86136" y="60461"/>
                    <a:pt x="86996" y="61297"/>
                    <a:pt x="88011" y="61297"/>
                  </a:cubicBezTo>
                  <a:cubicBezTo>
                    <a:pt x="88148" y="61297"/>
                    <a:pt x="88288" y="61282"/>
                    <a:pt x="88430" y="61249"/>
                  </a:cubicBezTo>
                  <a:cubicBezTo>
                    <a:pt x="88585" y="61214"/>
                    <a:pt x="88707" y="61197"/>
                    <a:pt x="88805" y="61197"/>
                  </a:cubicBezTo>
                  <a:cubicBezTo>
                    <a:pt x="89186" y="61197"/>
                    <a:pt x="89184" y="61451"/>
                    <a:pt x="89225" y="61837"/>
                  </a:cubicBezTo>
                  <a:cubicBezTo>
                    <a:pt x="89830" y="66554"/>
                    <a:pt x="91990" y="70685"/>
                    <a:pt x="94133" y="74832"/>
                  </a:cubicBezTo>
                  <a:cubicBezTo>
                    <a:pt x="94475" y="75487"/>
                    <a:pt x="94875" y="75911"/>
                    <a:pt x="95290" y="75911"/>
                  </a:cubicBezTo>
                  <a:cubicBezTo>
                    <a:pt x="95652" y="75911"/>
                    <a:pt x="96025" y="75588"/>
                    <a:pt x="96380" y="74815"/>
                  </a:cubicBezTo>
                  <a:cubicBezTo>
                    <a:pt x="96622" y="74297"/>
                    <a:pt x="97036" y="73847"/>
                    <a:pt x="97382" y="73381"/>
                  </a:cubicBezTo>
                  <a:lnTo>
                    <a:pt x="97538" y="73225"/>
                  </a:lnTo>
                  <a:cubicBezTo>
                    <a:pt x="98212" y="71618"/>
                    <a:pt x="98056" y="69993"/>
                    <a:pt x="97831" y="68317"/>
                  </a:cubicBezTo>
                  <a:cubicBezTo>
                    <a:pt x="97762" y="67833"/>
                    <a:pt x="97589" y="67211"/>
                    <a:pt x="98194" y="67073"/>
                  </a:cubicBezTo>
                  <a:cubicBezTo>
                    <a:pt x="99784" y="66693"/>
                    <a:pt x="100268" y="65258"/>
                    <a:pt x="101149" y="64187"/>
                  </a:cubicBezTo>
                  <a:cubicBezTo>
                    <a:pt x="102117" y="63029"/>
                    <a:pt x="103137" y="61629"/>
                    <a:pt x="104243" y="60903"/>
                  </a:cubicBezTo>
                  <a:cubicBezTo>
                    <a:pt x="104825" y="60515"/>
                    <a:pt x="105739" y="59942"/>
                    <a:pt x="106690" y="59942"/>
                  </a:cubicBezTo>
                  <a:cubicBezTo>
                    <a:pt x="107432" y="59942"/>
                    <a:pt x="108196" y="60292"/>
                    <a:pt x="108840" y="61353"/>
                  </a:cubicBezTo>
                  <a:cubicBezTo>
                    <a:pt x="109600" y="62632"/>
                    <a:pt x="110965" y="63565"/>
                    <a:pt x="111017" y="65258"/>
                  </a:cubicBezTo>
                  <a:cubicBezTo>
                    <a:pt x="111034" y="65777"/>
                    <a:pt x="110793" y="66433"/>
                    <a:pt x="111536" y="66693"/>
                  </a:cubicBezTo>
                  <a:cubicBezTo>
                    <a:pt x="111822" y="66788"/>
                    <a:pt x="112112" y="66862"/>
                    <a:pt x="112391" y="66862"/>
                  </a:cubicBezTo>
                  <a:cubicBezTo>
                    <a:pt x="112769" y="66862"/>
                    <a:pt x="113129" y="66727"/>
                    <a:pt x="113437" y="66330"/>
                  </a:cubicBezTo>
                  <a:cubicBezTo>
                    <a:pt x="113540" y="66205"/>
                    <a:pt x="113700" y="66031"/>
                    <a:pt x="113856" y="66031"/>
                  </a:cubicBezTo>
                  <a:cubicBezTo>
                    <a:pt x="113960" y="66031"/>
                    <a:pt x="114062" y="66109"/>
                    <a:pt x="114145" y="66330"/>
                  </a:cubicBezTo>
                  <a:cubicBezTo>
                    <a:pt x="114543" y="67470"/>
                    <a:pt x="114802" y="68663"/>
                    <a:pt x="115286" y="69769"/>
                  </a:cubicBezTo>
                  <a:cubicBezTo>
                    <a:pt x="116271" y="72033"/>
                    <a:pt x="114940" y="74677"/>
                    <a:pt x="116858" y="76871"/>
                  </a:cubicBezTo>
                  <a:cubicBezTo>
                    <a:pt x="118241" y="78461"/>
                    <a:pt x="118362" y="80915"/>
                    <a:pt x="119900" y="82540"/>
                  </a:cubicBezTo>
                  <a:cubicBezTo>
                    <a:pt x="120401" y="82799"/>
                    <a:pt x="120885" y="83058"/>
                    <a:pt x="121386" y="83300"/>
                  </a:cubicBezTo>
                  <a:cubicBezTo>
                    <a:pt x="121538" y="83368"/>
                    <a:pt x="121699" y="83403"/>
                    <a:pt x="121846" y="83403"/>
                  </a:cubicBezTo>
                  <a:cubicBezTo>
                    <a:pt x="122184" y="83403"/>
                    <a:pt x="122445" y="83219"/>
                    <a:pt x="122337" y="82834"/>
                  </a:cubicBezTo>
                  <a:cubicBezTo>
                    <a:pt x="121818" y="80915"/>
                    <a:pt x="121991" y="78790"/>
                    <a:pt x="119969" y="77355"/>
                  </a:cubicBezTo>
                  <a:cubicBezTo>
                    <a:pt x="118414" y="76249"/>
                    <a:pt x="117239" y="74521"/>
                    <a:pt x="117463" y="72378"/>
                  </a:cubicBezTo>
                  <a:cubicBezTo>
                    <a:pt x="117528" y="71821"/>
                    <a:pt x="116912" y="70437"/>
                    <a:pt x="117695" y="70437"/>
                  </a:cubicBezTo>
                  <a:cubicBezTo>
                    <a:pt x="117955" y="70437"/>
                    <a:pt x="118371" y="70590"/>
                    <a:pt x="119019" y="70979"/>
                  </a:cubicBezTo>
                  <a:cubicBezTo>
                    <a:pt x="120194" y="71704"/>
                    <a:pt x="121386" y="72655"/>
                    <a:pt x="121749" y="73605"/>
                  </a:cubicBezTo>
                  <a:cubicBezTo>
                    <a:pt x="122096" y="74553"/>
                    <a:pt x="122434" y="74868"/>
                    <a:pt x="122776" y="74868"/>
                  </a:cubicBezTo>
                  <a:cubicBezTo>
                    <a:pt x="123251" y="74868"/>
                    <a:pt x="123732" y="74261"/>
                    <a:pt x="124255" y="73899"/>
                  </a:cubicBezTo>
                  <a:cubicBezTo>
                    <a:pt x="124531" y="73709"/>
                    <a:pt x="124721" y="73363"/>
                    <a:pt x="125015" y="73208"/>
                  </a:cubicBezTo>
                  <a:cubicBezTo>
                    <a:pt x="126743" y="72292"/>
                    <a:pt x="127210" y="70961"/>
                    <a:pt x="126743" y="69043"/>
                  </a:cubicBezTo>
                  <a:cubicBezTo>
                    <a:pt x="126294" y="67159"/>
                    <a:pt x="125292" y="65725"/>
                    <a:pt x="123892" y="64533"/>
                  </a:cubicBezTo>
                  <a:cubicBezTo>
                    <a:pt x="122596" y="63409"/>
                    <a:pt x="122285" y="62459"/>
                    <a:pt x="123546" y="61059"/>
                  </a:cubicBezTo>
                  <a:cubicBezTo>
                    <a:pt x="123952" y="60621"/>
                    <a:pt x="124332" y="60388"/>
                    <a:pt x="124705" y="60388"/>
                  </a:cubicBezTo>
                  <a:cubicBezTo>
                    <a:pt x="124936" y="60388"/>
                    <a:pt x="125164" y="60477"/>
                    <a:pt x="125395" y="60661"/>
                  </a:cubicBezTo>
                  <a:cubicBezTo>
                    <a:pt x="126000" y="61145"/>
                    <a:pt x="125810" y="61750"/>
                    <a:pt x="125119" y="62234"/>
                  </a:cubicBezTo>
                  <a:cubicBezTo>
                    <a:pt x="124618" y="62580"/>
                    <a:pt x="124445" y="63219"/>
                    <a:pt x="125050" y="63651"/>
                  </a:cubicBezTo>
                  <a:cubicBezTo>
                    <a:pt x="125442" y="63952"/>
                    <a:pt x="125858" y="64171"/>
                    <a:pt x="126268" y="64171"/>
                  </a:cubicBezTo>
                  <a:cubicBezTo>
                    <a:pt x="126635" y="64171"/>
                    <a:pt x="126996" y="63996"/>
                    <a:pt x="127331" y="63547"/>
                  </a:cubicBezTo>
                  <a:cubicBezTo>
                    <a:pt x="127694" y="63046"/>
                    <a:pt x="128247" y="62407"/>
                    <a:pt x="127469" y="61940"/>
                  </a:cubicBezTo>
                  <a:cubicBezTo>
                    <a:pt x="126398" y="61318"/>
                    <a:pt x="127037" y="61042"/>
                    <a:pt x="127590" y="60696"/>
                  </a:cubicBezTo>
                  <a:cubicBezTo>
                    <a:pt x="130061" y="59210"/>
                    <a:pt x="133449" y="59106"/>
                    <a:pt x="134693" y="55788"/>
                  </a:cubicBezTo>
                  <a:cubicBezTo>
                    <a:pt x="135298" y="54146"/>
                    <a:pt x="136093" y="52591"/>
                    <a:pt x="135851" y="50725"/>
                  </a:cubicBezTo>
                  <a:cubicBezTo>
                    <a:pt x="135522" y="48288"/>
                    <a:pt x="133932" y="46629"/>
                    <a:pt x="132498" y="44918"/>
                  </a:cubicBezTo>
                  <a:cubicBezTo>
                    <a:pt x="131772" y="44054"/>
                    <a:pt x="131859" y="43622"/>
                    <a:pt x="132775" y="43173"/>
                  </a:cubicBezTo>
                  <a:cubicBezTo>
                    <a:pt x="133120" y="43017"/>
                    <a:pt x="133397" y="42793"/>
                    <a:pt x="133362" y="42378"/>
                  </a:cubicBezTo>
                  <a:cubicBezTo>
                    <a:pt x="133345" y="41980"/>
                    <a:pt x="133051" y="41635"/>
                    <a:pt x="132671" y="41548"/>
                  </a:cubicBezTo>
                  <a:cubicBezTo>
                    <a:pt x="132227" y="41462"/>
                    <a:pt x="131713" y="41297"/>
                    <a:pt x="131292" y="41297"/>
                  </a:cubicBezTo>
                  <a:cubicBezTo>
                    <a:pt x="131122" y="41297"/>
                    <a:pt x="130968" y="41323"/>
                    <a:pt x="130839" y="41393"/>
                  </a:cubicBezTo>
                  <a:cubicBezTo>
                    <a:pt x="130667" y="41486"/>
                    <a:pt x="130517" y="41524"/>
                    <a:pt x="130385" y="41524"/>
                  </a:cubicBezTo>
                  <a:cubicBezTo>
                    <a:pt x="129751" y="41524"/>
                    <a:pt x="129496" y="40648"/>
                    <a:pt x="128935" y="40648"/>
                  </a:cubicBezTo>
                  <a:cubicBezTo>
                    <a:pt x="128871" y="40648"/>
                    <a:pt x="128804" y="40659"/>
                    <a:pt x="128731" y="40684"/>
                  </a:cubicBezTo>
                  <a:cubicBezTo>
                    <a:pt x="129025" y="40425"/>
                    <a:pt x="129336" y="40166"/>
                    <a:pt x="129612" y="39889"/>
                  </a:cubicBezTo>
                  <a:cubicBezTo>
                    <a:pt x="129699" y="39786"/>
                    <a:pt x="129768" y="39647"/>
                    <a:pt x="129802" y="39509"/>
                  </a:cubicBezTo>
                  <a:cubicBezTo>
                    <a:pt x="129896" y="39229"/>
                    <a:pt x="130059" y="38963"/>
                    <a:pt x="130355" y="38963"/>
                  </a:cubicBezTo>
                  <a:cubicBezTo>
                    <a:pt x="130388" y="38963"/>
                    <a:pt x="130423" y="38966"/>
                    <a:pt x="130459" y="38973"/>
                  </a:cubicBezTo>
                  <a:cubicBezTo>
                    <a:pt x="130822" y="39025"/>
                    <a:pt x="130718" y="39405"/>
                    <a:pt x="130753" y="39665"/>
                  </a:cubicBezTo>
                  <a:cubicBezTo>
                    <a:pt x="130885" y="40368"/>
                    <a:pt x="131150" y="40680"/>
                    <a:pt x="131522" y="40680"/>
                  </a:cubicBezTo>
                  <a:cubicBezTo>
                    <a:pt x="131781" y="40680"/>
                    <a:pt x="132092" y="40529"/>
                    <a:pt x="132446" y="40252"/>
                  </a:cubicBezTo>
                  <a:cubicBezTo>
                    <a:pt x="132816" y="39963"/>
                    <a:pt x="133198" y="39825"/>
                    <a:pt x="133552" y="39825"/>
                  </a:cubicBezTo>
                  <a:cubicBezTo>
                    <a:pt x="134190" y="39825"/>
                    <a:pt x="134735" y="40276"/>
                    <a:pt x="134935" y="41099"/>
                  </a:cubicBezTo>
                  <a:cubicBezTo>
                    <a:pt x="135004" y="41410"/>
                    <a:pt x="135246" y="41911"/>
                    <a:pt x="135436" y="41928"/>
                  </a:cubicBezTo>
                  <a:cubicBezTo>
                    <a:pt x="136836" y="42067"/>
                    <a:pt x="137130" y="43259"/>
                    <a:pt x="137441" y="44192"/>
                  </a:cubicBezTo>
                  <a:cubicBezTo>
                    <a:pt x="137757" y="45176"/>
                    <a:pt x="138205" y="45491"/>
                    <a:pt x="138710" y="45491"/>
                  </a:cubicBezTo>
                  <a:cubicBezTo>
                    <a:pt x="139226" y="45491"/>
                    <a:pt x="139803" y="45163"/>
                    <a:pt x="140361" y="44884"/>
                  </a:cubicBezTo>
                  <a:cubicBezTo>
                    <a:pt x="141813" y="44175"/>
                    <a:pt x="140586" y="43363"/>
                    <a:pt x="140327" y="42654"/>
                  </a:cubicBezTo>
                  <a:cubicBezTo>
                    <a:pt x="140188" y="42188"/>
                    <a:pt x="139739" y="41773"/>
                    <a:pt x="139324" y="41479"/>
                  </a:cubicBezTo>
                  <a:cubicBezTo>
                    <a:pt x="137717" y="40356"/>
                    <a:pt x="137648" y="38921"/>
                    <a:pt x="138305" y="37245"/>
                  </a:cubicBezTo>
                  <a:cubicBezTo>
                    <a:pt x="138533" y="36644"/>
                    <a:pt x="138753" y="36160"/>
                    <a:pt x="139216" y="36160"/>
                  </a:cubicBezTo>
                  <a:cubicBezTo>
                    <a:pt x="139418" y="36160"/>
                    <a:pt x="139666" y="36252"/>
                    <a:pt x="139981" y="36468"/>
                  </a:cubicBezTo>
                  <a:cubicBezTo>
                    <a:pt x="140121" y="36569"/>
                    <a:pt x="140268" y="36617"/>
                    <a:pt x="140413" y="36617"/>
                  </a:cubicBezTo>
                  <a:cubicBezTo>
                    <a:pt x="140661" y="36617"/>
                    <a:pt x="140902" y="36477"/>
                    <a:pt x="141087" y="36226"/>
                  </a:cubicBezTo>
                  <a:cubicBezTo>
                    <a:pt x="142573" y="34255"/>
                    <a:pt x="142850" y="29797"/>
                    <a:pt x="141640" y="27706"/>
                  </a:cubicBezTo>
                  <a:cubicBezTo>
                    <a:pt x="141485" y="27447"/>
                    <a:pt x="141104" y="27187"/>
                    <a:pt x="141398" y="26807"/>
                  </a:cubicBezTo>
                  <a:lnTo>
                    <a:pt x="141398" y="26807"/>
                  </a:lnTo>
                  <a:cubicBezTo>
                    <a:pt x="141623" y="26997"/>
                    <a:pt x="141917" y="27153"/>
                    <a:pt x="142072" y="27395"/>
                  </a:cubicBezTo>
                  <a:cubicBezTo>
                    <a:pt x="142988" y="28812"/>
                    <a:pt x="143869" y="30229"/>
                    <a:pt x="144733" y="31663"/>
                  </a:cubicBezTo>
                  <a:cubicBezTo>
                    <a:pt x="144984" y="32062"/>
                    <a:pt x="145261" y="32460"/>
                    <a:pt x="145713" y="32460"/>
                  </a:cubicBezTo>
                  <a:cubicBezTo>
                    <a:pt x="145790" y="32460"/>
                    <a:pt x="145872" y="32449"/>
                    <a:pt x="145960" y="32424"/>
                  </a:cubicBezTo>
                  <a:cubicBezTo>
                    <a:pt x="146323" y="32320"/>
                    <a:pt x="146825" y="32043"/>
                    <a:pt x="146928" y="31750"/>
                  </a:cubicBezTo>
                  <a:cubicBezTo>
                    <a:pt x="147118" y="31197"/>
                    <a:pt x="146496" y="30972"/>
                    <a:pt x="146151" y="30644"/>
                  </a:cubicBezTo>
                  <a:cubicBezTo>
                    <a:pt x="145805" y="30298"/>
                    <a:pt x="144889" y="29935"/>
                    <a:pt x="145511" y="29348"/>
                  </a:cubicBezTo>
                  <a:cubicBezTo>
                    <a:pt x="146220" y="28674"/>
                    <a:pt x="145701" y="28363"/>
                    <a:pt x="145373" y="27982"/>
                  </a:cubicBezTo>
                  <a:cubicBezTo>
                    <a:pt x="144924" y="27464"/>
                    <a:pt x="144353" y="27049"/>
                    <a:pt x="143904" y="26513"/>
                  </a:cubicBezTo>
                  <a:cubicBezTo>
                    <a:pt x="142452" y="24803"/>
                    <a:pt x="140309" y="24008"/>
                    <a:pt x="138927" y="23455"/>
                  </a:cubicBezTo>
                  <a:cubicBezTo>
                    <a:pt x="137233" y="22781"/>
                    <a:pt x="135350" y="23368"/>
                    <a:pt x="133794" y="22349"/>
                  </a:cubicBezTo>
                  <a:cubicBezTo>
                    <a:pt x="133621" y="22228"/>
                    <a:pt x="133120" y="22141"/>
                    <a:pt x="133379" y="21934"/>
                  </a:cubicBezTo>
                  <a:cubicBezTo>
                    <a:pt x="134416" y="21156"/>
                    <a:pt x="134192" y="19843"/>
                    <a:pt x="134814" y="18910"/>
                  </a:cubicBezTo>
                  <a:cubicBezTo>
                    <a:pt x="135183" y="18357"/>
                    <a:pt x="137525" y="17996"/>
                    <a:pt x="139389" y="17996"/>
                  </a:cubicBezTo>
                  <a:cubicBezTo>
                    <a:pt x="140321" y="17996"/>
                    <a:pt x="141133" y="18086"/>
                    <a:pt x="141519" y="18287"/>
                  </a:cubicBezTo>
                  <a:cubicBezTo>
                    <a:pt x="141913" y="18491"/>
                    <a:pt x="142318" y="18567"/>
                    <a:pt x="142722" y="18567"/>
                  </a:cubicBezTo>
                  <a:cubicBezTo>
                    <a:pt x="143310" y="18567"/>
                    <a:pt x="143896" y="18407"/>
                    <a:pt x="144440" y="18253"/>
                  </a:cubicBezTo>
                  <a:cubicBezTo>
                    <a:pt x="145183" y="18028"/>
                    <a:pt x="144301" y="17320"/>
                    <a:pt x="144440" y="16905"/>
                  </a:cubicBezTo>
                  <a:cubicBezTo>
                    <a:pt x="144595" y="16473"/>
                    <a:pt x="144232" y="15764"/>
                    <a:pt x="144803" y="15626"/>
                  </a:cubicBezTo>
                  <a:cubicBezTo>
                    <a:pt x="144894" y="15602"/>
                    <a:pt x="144986" y="15590"/>
                    <a:pt x="145078" y="15590"/>
                  </a:cubicBezTo>
                  <a:cubicBezTo>
                    <a:pt x="145503" y="15590"/>
                    <a:pt x="145922" y="15838"/>
                    <a:pt x="146306" y="16179"/>
                  </a:cubicBezTo>
                  <a:cubicBezTo>
                    <a:pt x="146709" y="16532"/>
                    <a:pt x="147171" y="16997"/>
                    <a:pt x="147617" y="16997"/>
                  </a:cubicBezTo>
                  <a:cubicBezTo>
                    <a:pt x="147935" y="16997"/>
                    <a:pt x="148244" y="16760"/>
                    <a:pt x="148518" y="16075"/>
                  </a:cubicBezTo>
                  <a:cubicBezTo>
                    <a:pt x="148584" y="15900"/>
                    <a:pt x="148692" y="15801"/>
                    <a:pt x="148828" y="15801"/>
                  </a:cubicBezTo>
                  <a:cubicBezTo>
                    <a:pt x="148906" y="15801"/>
                    <a:pt x="148994" y="15833"/>
                    <a:pt x="149088" y="15903"/>
                  </a:cubicBezTo>
                  <a:cubicBezTo>
                    <a:pt x="149348" y="16110"/>
                    <a:pt x="149348" y="16335"/>
                    <a:pt x="149192" y="16646"/>
                  </a:cubicBezTo>
                  <a:cubicBezTo>
                    <a:pt x="148743" y="17596"/>
                    <a:pt x="147965" y="18547"/>
                    <a:pt x="147965" y="19497"/>
                  </a:cubicBezTo>
                  <a:cubicBezTo>
                    <a:pt x="147931" y="21122"/>
                    <a:pt x="148708" y="22677"/>
                    <a:pt x="150022" y="23627"/>
                  </a:cubicBezTo>
                  <a:cubicBezTo>
                    <a:pt x="151231" y="24561"/>
                    <a:pt x="152631" y="25269"/>
                    <a:pt x="153582" y="26513"/>
                  </a:cubicBezTo>
                  <a:cubicBezTo>
                    <a:pt x="153835" y="26852"/>
                    <a:pt x="154112" y="27339"/>
                    <a:pt x="154580" y="27339"/>
                  </a:cubicBezTo>
                  <a:cubicBezTo>
                    <a:pt x="154686" y="27339"/>
                    <a:pt x="154802" y="27314"/>
                    <a:pt x="154930" y="27257"/>
                  </a:cubicBezTo>
                  <a:cubicBezTo>
                    <a:pt x="155621" y="26928"/>
                    <a:pt x="155673" y="26271"/>
                    <a:pt x="155604" y="25615"/>
                  </a:cubicBezTo>
                  <a:cubicBezTo>
                    <a:pt x="155448" y="24025"/>
                    <a:pt x="155863" y="22435"/>
                    <a:pt x="154739" y="20845"/>
                  </a:cubicBezTo>
                  <a:cubicBezTo>
                    <a:pt x="154065" y="19877"/>
                    <a:pt x="153772" y="18823"/>
                    <a:pt x="152406" y="18737"/>
                  </a:cubicBezTo>
                  <a:cubicBezTo>
                    <a:pt x="152044" y="18720"/>
                    <a:pt x="151940" y="18478"/>
                    <a:pt x="151888" y="18201"/>
                  </a:cubicBezTo>
                  <a:cubicBezTo>
                    <a:pt x="151820" y="17931"/>
                    <a:pt x="151918" y="17578"/>
                    <a:pt x="152229" y="17578"/>
                  </a:cubicBezTo>
                  <a:cubicBezTo>
                    <a:pt x="152236" y="17578"/>
                    <a:pt x="152243" y="17579"/>
                    <a:pt x="152251" y="17579"/>
                  </a:cubicBezTo>
                  <a:cubicBezTo>
                    <a:pt x="152284" y="17581"/>
                    <a:pt x="152317" y="17582"/>
                    <a:pt x="152350" y="17582"/>
                  </a:cubicBezTo>
                  <a:cubicBezTo>
                    <a:pt x="153000" y="17582"/>
                    <a:pt x="153628" y="17254"/>
                    <a:pt x="154277" y="17254"/>
                  </a:cubicBezTo>
                  <a:cubicBezTo>
                    <a:pt x="154558" y="17254"/>
                    <a:pt x="154844" y="17316"/>
                    <a:pt x="155137" y="17493"/>
                  </a:cubicBezTo>
                  <a:cubicBezTo>
                    <a:pt x="155393" y="17649"/>
                    <a:pt x="155627" y="17726"/>
                    <a:pt x="155836" y="17726"/>
                  </a:cubicBezTo>
                  <a:cubicBezTo>
                    <a:pt x="156249" y="17726"/>
                    <a:pt x="156566" y="17427"/>
                    <a:pt x="156761" y="16853"/>
                  </a:cubicBezTo>
                  <a:cubicBezTo>
                    <a:pt x="157072" y="15920"/>
                    <a:pt x="157954" y="15505"/>
                    <a:pt x="158662" y="15039"/>
                  </a:cubicBezTo>
                  <a:cubicBezTo>
                    <a:pt x="158771" y="14969"/>
                    <a:pt x="158912" y="14953"/>
                    <a:pt x="159064" y="14953"/>
                  </a:cubicBezTo>
                  <a:cubicBezTo>
                    <a:pt x="159192" y="14953"/>
                    <a:pt x="159327" y="14964"/>
                    <a:pt x="159458" y="14964"/>
                  </a:cubicBezTo>
                  <a:cubicBezTo>
                    <a:pt x="159792" y="14964"/>
                    <a:pt x="160100" y="14892"/>
                    <a:pt x="160183" y="14382"/>
                  </a:cubicBezTo>
                  <a:cubicBezTo>
                    <a:pt x="160304" y="13501"/>
                    <a:pt x="159475" y="13310"/>
                    <a:pt x="158887" y="12965"/>
                  </a:cubicBezTo>
                  <a:cubicBezTo>
                    <a:pt x="158662" y="12827"/>
                    <a:pt x="158334" y="12550"/>
                    <a:pt x="158351" y="12395"/>
                  </a:cubicBezTo>
                  <a:cubicBezTo>
                    <a:pt x="158404" y="12154"/>
                    <a:pt x="158582" y="12097"/>
                    <a:pt x="158776" y="12097"/>
                  </a:cubicBezTo>
                  <a:cubicBezTo>
                    <a:pt x="158903" y="12097"/>
                    <a:pt x="159037" y="12122"/>
                    <a:pt x="159146" y="12135"/>
                  </a:cubicBezTo>
                  <a:cubicBezTo>
                    <a:pt x="160460" y="12308"/>
                    <a:pt x="161652" y="12999"/>
                    <a:pt x="163017" y="12999"/>
                  </a:cubicBezTo>
                  <a:cubicBezTo>
                    <a:pt x="163570" y="12999"/>
                    <a:pt x="163795" y="12913"/>
                    <a:pt x="164002" y="12274"/>
                  </a:cubicBezTo>
                  <a:cubicBezTo>
                    <a:pt x="164745" y="10182"/>
                    <a:pt x="163311" y="10010"/>
                    <a:pt x="161998" y="9923"/>
                  </a:cubicBezTo>
                  <a:cubicBezTo>
                    <a:pt x="160218" y="9820"/>
                    <a:pt x="158438" y="9543"/>
                    <a:pt x="156710" y="9076"/>
                  </a:cubicBezTo>
                  <a:cubicBezTo>
                    <a:pt x="153313" y="8169"/>
                    <a:pt x="149984" y="6872"/>
                    <a:pt x="146431" y="6872"/>
                  </a:cubicBezTo>
                  <a:cubicBezTo>
                    <a:pt x="145249" y="6872"/>
                    <a:pt x="144041" y="7016"/>
                    <a:pt x="142798" y="7366"/>
                  </a:cubicBezTo>
                  <a:cubicBezTo>
                    <a:pt x="142441" y="7468"/>
                    <a:pt x="142044" y="7507"/>
                    <a:pt x="141624" y="7507"/>
                  </a:cubicBezTo>
                  <a:cubicBezTo>
                    <a:pt x="140475" y="7507"/>
                    <a:pt x="139148" y="7211"/>
                    <a:pt x="137959" y="7072"/>
                  </a:cubicBezTo>
                  <a:cubicBezTo>
                    <a:pt x="135760" y="6810"/>
                    <a:pt x="133765" y="5577"/>
                    <a:pt x="131513" y="5577"/>
                  </a:cubicBezTo>
                  <a:cubicBezTo>
                    <a:pt x="131235" y="5577"/>
                    <a:pt x="130953" y="5596"/>
                    <a:pt x="130666" y="5637"/>
                  </a:cubicBezTo>
                  <a:cubicBezTo>
                    <a:pt x="130197" y="5701"/>
                    <a:pt x="129713" y="5752"/>
                    <a:pt x="129231" y="5752"/>
                  </a:cubicBezTo>
                  <a:cubicBezTo>
                    <a:pt x="128525" y="5752"/>
                    <a:pt x="127823" y="5641"/>
                    <a:pt x="127175" y="5292"/>
                  </a:cubicBezTo>
                  <a:cubicBezTo>
                    <a:pt x="124583" y="3857"/>
                    <a:pt x="121352" y="4808"/>
                    <a:pt x="118811" y="3097"/>
                  </a:cubicBezTo>
                  <a:cubicBezTo>
                    <a:pt x="118623" y="2965"/>
                    <a:pt x="118385" y="2894"/>
                    <a:pt x="118144" y="2894"/>
                  </a:cubicBezTo>
                  <a:cubicBezTo>
                    <a:pt x="117786" y="2894"/>
                    <a:pt x="117421" y="3050"/>
                    <a:pt x="117204" y="3391"/>
                  </a:cubicBezTo>
                  <a:cubicBezTo>
                    <a:pt x="116737" y="4117"/>
                    <a:pt x="117601" y="4134"/>
                    <a:pt x="117930" y="4462"/>
                  </a:cubicBezTo>
                  <a:cubicBezTo>
                    <a:pt x="118103" y="4670"/>
                    <a:pt x="118154" y="4946"/>
                    <a:pt x="118068" y="5188"/>
                  </a:cubicBezTo>
                  <a:cubicBezTo>
                    <a:pt x="117958" y="5398"/>
                    <a:pt x="116241" y="5510"/>
                    <a:pt x="114740" y="5510"/>
                  </a:cubicBezTo>
                  <a:cubicBezTo>
                    <a:pt x="113645" y="5510"/>
                    <a:pt x="112664" y="5450"/>
                    <a:pt x="112503" y="5326"/>
                  </a:cubicBezTo>
                  <a:cubicBezTo>
                    <a:pt x="111242" y="4410"/>
                    <a:pt x="109825" y="3719"/>
                    <a:pt x="108321" y="3287"/>
                  </a:cubicBezTo>
                  <a:cubicBezTo>
                    <a:pt x="108108" y="3224"/>
                    <a:pt x="107902" y="3198"/>
                    <a:pt x="107703" y="3198"/>
                  </a:cubicBezTo>
                  <a:cubicBezTo>
                    <a:pt x="106742" y="3198"/>
                    <a:pt x="105934" y="3807"/>
                    <a:pt x="105084" y="3807"/>
                  </a:cubicBezTo>
                  <a:cubicBezTo>
                    <a:pt x="105000" y="3807"/>
                    <a:pt x="104915" y="3801"/>
                    <a:pt x="104830" y="3788"/>
                  </a:cubicBezTo>
                  <a:cubicBezTo>
                    <a:pt x="102083" y="3391"/>
                    <a:pt x="99266" y="3909"/>
                    <a:pt x="96760" y="1559"/>
                  </a:cubicBezTo>
                  <a:cubicBezTo>
                    <a:pt x="95295" y="185"/>
                    <a:pt x="93272" y="50"/>
                    <a:pt x="91223" y="50"/>
                  </a:cubicBezTo>
                  <a:cubicBezTo>
                    <a:pt x="90718" y="50"/>
                    <a:pt x="90212" y="58"/>
                    <a:pt x="89713" y="58"/>
                  </a:cubicBezTo>
                  <a:cubicBezTo>
                    <a:pt x="89152" y="58"/>
                    <a:pt x="88600" y="48"/>
                    <a:pt x="88067" y="4"/>
                  </a:cubicBezTo>
                  <a:cubicBezTo>
                    <a:pt x="88037" y="2"/>
                    <a:pt x="88007" y="1"/>
                    <a:pt x="87976" y="1"/>
                  </a:cubicBezTo>
                  <a:close/>
                </a:path>
              </a:pathLst>
            </a:cu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676" name="Google Shape;2676;g3b3d817690b_0_279"/>
            <p:cNvSpPr/>
            <p:nvPr/>
          </p:nvSpPr>
          <p:spPr>
            <a:xfrm>
              <a:off x="5913800" y="3523050"/>
              <a:ext cx="1109075" cy="813875"/>
            </a:xfrm>
            <a:custGeom>
              <a:rect b="b" l="l" r="r" t="t"/>
              <a:pathLst>
                <a:path extrusionOk="0" h="32555" w="44363">
                  <a:moveTo>
                    <a:pt x="28245" y="1"/>
                  </a:moveTo>
                  <a:cubicBezTo>
                    <a:pt x="27747" y="1"/>
                    <a:pt x="27602" y="373"/>
                    <a:pt x="27634" y="804"/>
                  </a:cubicBezTo>
                  <a:cubicBezTo>
                    <a:pt x="27737" y="2117"/>
                    <a:pt x="27979" y="3482"/>
                    <a:pt x="27996" y="4778"/>
                  </a:cubicBezTo>
                  <a:cubicBezTo>
                    <a:pt x="28014" y="5660"/>
                    <a:pt x="28567" y="7094"/>
                    <a:pt x="27634" y="7267"/>
                  </a:cubicBezTo>
                  <a:cubicBezTo>
                    <a:pt x="27521" y="7286"/>
                    <a:pt x="27406" y="7295"/>
                    <a:pt x="27290" y="7295"/>
                  </a:cubicBezTo>
                  <a:cubicBezTo>
                    <a:pt x="25431" y="7295"/>
                    <a:pt x="23230" y="4918"/>
                    <a:pt x="23555" y="3275"/>
                  </a:cubicBezTo>
                  <a:cubicBezTo>
                    <a:pt x="23754" y="2264"/>
                    <a:pt x="23333" y="1317"/>
                    <a:pt x="22034" y="1317"/>
                  </a:cubicBezTo>
                  <a:cubicBezTo>
                    <a:pt x="21978" y="1317"/>
                    <a:pt x="21920" y="1318"/>
                    <a:pt x="21862" y="1322"/>
                  </a:cubicBezTo>
                  <a:cubicBezTo>
                    <a:pt x="21814" y="1325"/>
                    <a:pt x="21765" y="1327"/>
                    <a:pt x="21716" y="1327"/>
                  </a:cubicBezTo>
                  <a:cubicBezTo>
                    <a:pt x="20777" y="1327"/>
                    <a:pt x="19668" y="752"/>
                    <a:pt x="18692" y="752"/>
                  </a:cubicBezTo>
                  <a:cubicBezTo>
                    <a:pt x="18107" y="752"/>
                    <a:pt x="17570" y="958"/>
                    <a:pt x="17144" y="1616"/>
                  </a:cubicBezTo>
                  <a:cubicBezTo>
                    <a:pt x="16642" y="2376"/>
                    <a:pt x="15295" y="2826"/>
                    <a:pt x="15191" y="4035"/>
                  </a:cubicBezTo>
                  <a:cubicBezTo>
                    <a:pt x="15162" y="4430"/>
                    <a:pt x="15144" y="4616"/>
                    <a:pt x="15002" y="4616"/>
                  </a:cubicBezTo>
                  <a:cubicBezTo>
                    <a:pt x="14889" y="4616"/>
                    <a:pt x="14698" y="4499"/>
                    <a:pt x="14361" y="4277"/>
                  </a:cubicBezTo>
                  <a:cubicBezTo>
                    <a:pt x="13724" y="3844"/>
                    <a:pt x="13113" y="3612"/>
                    <a:pt x="12606" y="3612"/>
                  </a:cubicBezTo>
                  <a:cubicBezTo>
                    <a:pt x="12042" y="3612"/>
                    <a:pt x="11607" y="3900"/>
                    <a:pt x="11406" y="4519"/>
                  </a:cubicBezTo>
                  <a:cubicBezTo>
                    <a:pt x="10784" y="6334"/>
                    <a:pt x="8710" y="7215"/>
                    <a:pt x="8624" y="9392"/>
                  </a:cubicBezTo>
                  <a:cubicBezTo>
                    <a:pt x="8607" y="10153"/>
                    <a:pt x="7933" y="10619"/>
                    <a:pt x="7086" y="10879"/>
                  </a:cubicBezTo>
                  <a:cubicBezTo>
                    <a:pt x="5669" y="11311"/>
                    <a:pt x="4355" y="11864"/>
                    <a:pt x="3007" y="12382"/>
                  </a:cubicBezTo>
                  <a:cubicBezTo>
                    <a:pt x="1003" y="13160"/>
                    <a:pt x="0" y="16910"/>
                    <a:pt x="1538" y="19018"/>
                  </a:cubicBezTo>
                  <a:cubicBezTo>
                    <a:pt x="2835" y="20798"/>
                    <a:pt x="3128" y="22595"/>
                    <a:pt x="3992" y="24375"/>
                  </a:cubicBezTo>
                  <a:cubicBezTo>
                    <a:pt x="4494" y="25360"/>
                    <a:pt x="4424" y="26276"/>
                    <a:pt x="3750" y="26950"/>
                  </a:cubicBezTo>
                  <a:cubicBezTo>
                    <a:pt x="3353" y="27348"/>
                    <a:pt x="3509" y="27797"/>
                    <a:pt x="4148" y="28298"/>
                  </a:cubicBezTo>
                  <a:cubicBezTo>
                    <a:pt x="5020" y="28962"/>
                    <a:pt x="5824" y="29302"/>
                    <a:pt x="6549" y="29302"/>
                  </a:cubicBezTo>
                  <a:cubicBezTo>
                    <a:pt x="7089" y="29302"/>
                    <a:pt x="7586" y="29114"/>
                    <a:pt x="8036" y="28730"/>
                  </a:cubicBezTo>
                  <a:cubicBezTo>
                    <a:pt x="8740" y="28095"/>
                    <a:pt x="9643" y="27747"/>
                    <a:pt x="10576" y="27747"/>
                  </a:cubicBezTo>
                  <a:cubicBezTo>
                    <a:pt x="10811" y="27747"/>
                    <a:pt x="11049" y="27769"/>
                    <a:pt x="11285" y="27814"/>
                  </a:cubicBezTo>
                  <a:cubicBezTo>
                    <a:pt x="11420" y="27836"/>
                    <a:pt x="11551" y="27846"/>
                    <a:pt x="11676" y="27846"/>
                  </a:cubicBezTo>
                  <a:cubicBezTo>
                    <a:pt x="12065" y="27846"/>
                    <a:pt x="12402" y="27743"/>
                    <a:pt x="12650" y="27521"/>
                  </a:cubicBezTo>
                  <a:cubicBezTo>
                    <a:pt x="14551" y="25793"/>
                    <a:pt x="17368" y="25343"/>
                    <a:pt x="20047" y="24790"/>
                  </a:cubicBezTo>
                  <a:cubicBezTo>
                    <a:pt x="20247" y="24746"/>
                    <a:pt x="20464" y="24721"/>
                    <a:pt x="20691" y="24721"/>
                  </a:cubicBezTo>
                  <a:cubicBezTo>
                    <a:pt x="21623" y="24721"/>
                    <a:pt x="22712" y="25150"/>
                    <a:pt x="23365" y="26484"/>
                  </a:cubicBezTo>
                  <a:cubicBezTo>
                    <a:pt x="23667" y="27105"/>
                    <a:pt x="23855" y="28198"/>
                    <a:pt x="25083" y="28198"/>
                  </a:cubicBezTo>
                  <a:cubicBezTo>
                    <a:pt x="25120" y="28198"/>
                    <a:pt x="25158" y="28197"/>
                    <a:pt x="25197" y="28195"/>
                  </a:cubicBezTo>
                  <a:cubicBezTo>
                    <a:pt x="25345" y="28183"/>
                    <a:pt x="25455" y="28022"/>
                    <a:pt x="25593" y="28022"/>
                  </a:cubicBezTo>
                  <a:cubicBezTo>
                    <a:pt x="25664" y="28022"/>
                    <a:pt x="25742" y="28065"/>
                    <a:pt x="25836" y="28195"/>
                  </a:cubicBezTo>
                  <a:cubicBezTo>
                    <a:pt x="25923" y="28298"/>
                    <a:pt x="25767" y="28592"/>
                    <a:pt x="25612" y="28713"/>
                  </a:cubicBezTo>
                  <a:cubicBezTo>
                    <a:pt x="25318" y="28938"/>
                    <a:pt x="24903" y="29128"/>
                    <a:pt x="25283" y="29646"/>
                  </a:cubicBezTo>
                  <a:cubicBezTo>
                    <a:pt x="25508" y="29871"/>
                    <a:pt x="25802" y="30026"/>
                    <a:pt x="26113" y="30078"/>
                  </a:cubicBezTo>
                  <a:cubicBezTo>
                    <a:pt x="26172" y="30086"/>
                    <a:pt x="26229" y="30090"/>
                    <a:pt x="26283" y="30090"/>
                  </a:cubicBezTo>
                  <a:cubicBezTo>
                    <a:pt x="26710" y="30090"/>
                    <a:pt x="27006" y="29856"/>
                    <a:pt x="27098" y="29473"/>
                  </a:cubicBezTo>
                  <a:cubicBezTo>
                    <a:pt x="27115" y="29335"/>
                    <a:pt x="27098" y="29197"/>
                    <a:pt x="27029" y="29076"/>
                  </a:cubicBezTo>
                  <a:cubicBezTo>
                    <a:pt x="26976" y="28903"/>
                    <a:pt x="26992" y="28848"/>
                    <a:pt x="27041" y="28848"/>
                  </a:cubicBezTo>
                  <a:cubicBezTo>
                    <a:pt x="27105" y="28848"/>
                    <a:pt x="27225" y="28941"/>
                    <a:pt x="27322" y="28990"/>
                  </a:cubicBezTo>
                  <a:cubicBezTo>
                    <a:pt x="27824" y="29266"/>
                    <a:pt x="28463" y="29473"/>
                    <a:pt x="28169" y="30113"/>
                  </a:cubicBezTo>
                  <a:cubicBezTo>
                    <a:pt x="27945" y="30597"/>
                    <a:pt x="28117" y="31029"/>
                    <a:pt x="28809" y="31461"/>
                  </a:cubicBezTo>
                  <a:cubicBezTo>
                    <a:pt x="30199" y="32318"/>
                    <a:pt x="31628" y="32554"/>
                    <a:pt x="32898" y="32554"/>
                  </a:cubicBezTo>
                  <a:cubicBezTo>
                    <a:pt x="33522" y="32554"/>
                    <a:pt x="34108" y="32497"/>
                    <a:pt x="34633" y="32429"/>
                  </a:cubicBezTo>
                  <a:cubicBezTo>
                    <a:pt x="36672" y="32135"/>
                    <a:pt x="39299" y="31824"/>
                    <a:pt x="39299" y="29145"/>
                  </a:cubicBezTo>
                  <a:cubicBezTo>
                    <a:pt x="39299" y="28938"/>
                    <a:pt x="39541" y="28799"/>
                    <a:pt x="39592" y="28575"/>
                  </a:cubicBezTo>
                  <a:cubicBezTo>
                    <a:pt x="40024" y="26968"/>
                    <a:pt x="41804" y="26363"/>
                    <a:pt x="42496" y="24998"/>
                  </a:cubicBezTo>
                  <a:cubicBezTo>
                    <a:pt x="44224" y="21559"/>
                    <a:pt x="44362" y="17722"/>
                    <a:pt x="40232" y="13661"/>
                  </a:cubicBezTo>
                  <a:cubicBezTo>
                    <a:pt x="38953" y="12399"/>
                    <a:pt x="38037" y="10671"/>
                    <a:pt x="36309" y="9859"/>
                  </a:cubicBezTo>
                  <a:cubicBezTo>
                    <a:pt x="34494" y="9012"/>
                    <a:pt x="34080" y="7716"/>
                    <a:pt x="33509" y="6472"/>
                  </a:cubicBezTo>
                  <a:cubicBezTo>
                    <a:pt x="33388" y="5608"/>
                    <a:pt x="33008" y="4761"/>
                    <a:pt x="32213" y="4346"/>
                  </a:cubicBezTo>
                  <a:cubicBezTo>
                    <a:pt x="30658" y="3465"/>
                    <a:pt x="30278" y="2100"/>
                    <a:pt x="29414" y="942"/>
                  </a:cubicBezTo>
                  <a:cubicBezTo>
                    <a:pt x="29120" y="544"/>
                    <a:pt x="28947" y="78"/>
                    <a:pt x="28377" y="9"/>
                  </a:cubicBezTo>
                  <a:cubicBezTo>
                    <a:pt x="28330" y="3"/>
                    <a:pt x="28287" y="1"/>
                    <a:pt x="28245" y="1"/>
                  </a:cubicBezTo>
                  <a:close/>
                </a:path>
              </a:pathLst>
            </a:cu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677" name="Google Shape;2677;g3b3d817690b_0_279"/>
            <p:cNvSpPr/>
            <p:nvPr/>
          </p:nvSpPr>
          <p:spPr>
            <a:xfrm>
              <a:off x="6442175" y="3238700"/>
              <a:ext cx="571625" cy="311800"/>
            </a:xfrm>
            <a:custGeom>
              <a:rect b="b" l="l" r="r" t="t"/>
              <a:pathLst>
                <a:path extrusionOk="0" h="12472" w="22865">
                  <a:moveTo>
                    <a:pt x="3070" y="1"/>
                  </a:moveTo>
                  <a:cubicBezTo>
                    <a:pt x="2939" y="1"/>
                    <a:pt x="2792" y="15"/>
                    <a:pt x="2627" y="46"/>
                  </a:cubicBezTo>
                  <a:cubicBezTo>
                    <a:pt x="1833" y="202"/>
                    <a:pt x="830" y="29"/>
                    <a:pt x="415" y="927"/>
                  </a:cubicBezTo>
                  <a:cubicBezTo>
                    <a:pt x="1" y="1826"/>
                    <a:pt x="934" y="1861"/>
                    <a:pt x="1400" y="2189"/>
                  </a:cubicBezTo>
                  <a:cubicBezTo>
                    <a:pt x="1504" y="2258"/>
                    <a:pt x="1366" y="2569"/>
                    <a:pt x="1435" y="2742"/>
                  </a:cubicBezTo>
                  <a:cubicBezTo>
                    <a:pt x="1757" y="3623"/>
                    <a:pt x="1963" y="4886"/>
                    <a:pt x="3062" y="4886"/>
                  </a:cubicBezTo>
                  <a:cubicBezTo>
                    <a:pt x="3084" y="4886"/>
                    <a:pt x="3106" y="4886"/>
                    <a:pt x="3129" y="4885"/>
                  </a:cubicBezTo>
                  <a:cubicBezTo>
                    <a:pt x="3207" y="4880"/>
                    <a:pt x="3284" y="4878"/>
                    <a:pt x="3360" y="4878"/>
                  </a:cubicBezTo>
                  <a:cubicBezTo>
                    <a:pt x="4698" y="4878"/>
                    <a:pt x="5731" y="5570"/>
                    <a:pt x="6810" y="6077"/>
                  </a:cubicBezTo>
                  <a:cubicBezTo>
                    <a:pt x="7328" y="6319"/>
                    <a:pt x="8019" y="7322"/>
                    <a:pt x="7207" y="8203"/>
                  </a:cubicBezTo>
                  <a:cubicBezTo>
                    <a:pt x="6913" y="8531"/>
                    <a:pt x="6948" y="8911"/>
                    <a:pt x="7121" y="9292"/>
                  </a:cubicBezTo>
                  <a:cubicBezTo>
                    <a:pt x="7274" y="9613"/>
                    <a:pt x="7597" y="9810"/>
                    <a:pt x="7934" y="9810"/>
                  </a:cubicBezTo>
                  <a:cubicBezTo>
                    <a:pt x="8014" y="9810"/>
                    <a:pt x="8095" y="9799"/>
                    <a:pt x="8175" y="9775"/>
                  </a:cubicBezTo>
                  <a:cubicBezTo>
                    <a:pt x="8275" y="9755"/>
                    <a:pt x="8368" y="9745"/>
                    <a:pt x="8457" y="9745"/>
                  </a:cubicBezTo>
                  <a:cubicBezTo>
                    <a:pt x="8811" y="9745"/>
                    <a:pt x="9087" y="9900"/>
                    <a:pt x="9419" y="10121"/>
                  </a:cubicBezTo>
                  <a:cubicBezTo>
                    <a:pt x="10079" y="10569"/>
                    <a:pt x="10930" y="10787"/>
                    <a:pt x="11688" y="10787"/>
                  </a:cubicBezTo>
                  <a:cubicBezTo>
                    <a:pt x="12538" y="10787"/>
                    <a:pt x="13270" y="10513"/>
                    <a:pt x="13480" y="9983"/>
                  </a:cubicBezTo>
                  <a:cubicBezTo>
                    <a:pt x="13648" y="9563"/>
                    <a:pt x="13555" y="9014"/>
                    <a:pt x="14230" y="9014"/>
                  </a:cubicBezTo>
                  <a:cubicBezTo>
                    <a:pt x="14250" y="9014"/>
                    <a:pt x="14271" y="9014"/>
                    <a:pt x="14293" y="9015"/>
                  </a:cubicBezTo>
                  <a:cubicBezTo>
                    <a:pt x="15036" y="9050"/>
                    <a:pt x="15381" y="9516"/>
                    <a:pt x="15450" y="10138"/>
                  </a:cubicBezTo>
                  <a:cubicBezTo>
                    <a:pt x="15640" y="11486"/>
                    <a:pt x="16522" y="11953"/>
                    <a:pt x="17697" y="11988"/>
                  </a:cubicBezTo>
                  <a:cubicBezTo>
                    <a:pt x="18224" y="11988"/>
                    <a:pt x="18870" y="12472"/>
                    <a:pt x="19366" y="12472"/>
                  </a:cubicBezTo>
                  <a:cubicBezTo>
                    <a:pt x="19602" y="12472"/>
                    <a:pt x="19804" y="12362"/>
                    <a:pt x="19944" y="12039"/>
                  </a:cubicBezTo>
                  <a:cubicBezTo>
                    <a:pt x="20289" y="11210"/>
                    <a:pt x="19287" y="10398"/>
                    <a:pt x="18596" y="9758"/>
                  </a:cubicBezTo>
                  <a:cubicBezTo>
                    <a:pt x="18164" y="9361"/>
                    <a:pt x="17420" y="8825"/>
                    <a:pt x="17749" y="8272"/>
                  </a:cubicBezTo>
                  <a:cubicBezTo>
                    <a:pt x="17984" y="7884"/>
                    <a:pt x="18253" y="7197"/>
                    <a:pt x="18937" y="7197"/>
                  </a:cubicBezTo>
                  <a:cubicBezTo>
                    <a:pt x="19107" y="7197"/>
                    <a:pt x="19302" y="7239"/>
                    <a:pt x="19529" y="7339"/>
                  </a:cubicBezTo>
                  <a:cubicBezTo>
                    <a:pt x="19732" y="7429"/>
                    <a:pt x="19935" y="7468"/>
                    <a:pt x="20135" y="7468"/>
                  </a:cubicBezTo>
                  <a:cubicBezTo>
                    <a:pt x="20854" y="7468"/>
                    <a:pt x="21544" y="6970"/>
                    <a:pt x="22138" y="6578"/>
                  </a:cubicBezTo>
                  <a:cubicBezTo>
                    <a:pt x="22795" y="6146"/>
                    <a:pt x="22864" y="5248"/>
                    <a:pt x="22311" y="4643"/>
                  </a:cubicBezTo>
                  <a:cubicBezTo>
                    <a:pt x="22115" y="4425"/>
                    <a:pt x="21948" y="4340"/>
                    <a:pt x="21799" y="4340"/>
                  </a:cubicBezTo>
                  <a:cubicBezTo>
                    <a:pt x="21465" y="4340"/>
                    <a:pt x="21227" y="4774"/>
                    <a:pt x="20963" y="5110"/>
                  </a:cubicBezTo>
                  <a:cubicBezTo>
                    <a:pt x="20756" y="5334"/>
                    <a:pt x="20479" y="5472"/>
                    <a:pt x="20168" y="5507"/>
                  </a:cubicBezTo>
                  <a:cubicBezTo>
                    <a:pt x="20112" y="5512"/>
                    <a:pt x="20051" y="5514"/>
                    <a:pt x="19986" y="5514"/>
                  </a:cubicBezTo>
                  <a:cubicBezTo>
                    <a:pt x="18639" y="5514"/>
                    <a:pt x="15548" y="4518"/>
                    <a:pt x="14344" y="3727"/>
                  </a:cubicBezTo>
                  <a:cubicBezTo>
                    <a:pt x="13999" y="3485"/>
                    <a:pt x="13636" y="3295"/>
                    <a:pt x="13238" y="3139"/>
                  </a:cubicBezTo>
                  <a:cubicBezTo>
                    <a:pt x="11925" y="2690"/>
                    <a:pt x="10473" y="2465"/>
                    <a:pt x="9298" y="1774"/>
                  </a:cubicBezTo>
                  <a:cubicBezTo>
                    <a:pt x="8770" y="1458"/>
                    <a:pt x="8301" y="1322"/>
                    <a:pt x="7877" y="1322"/>
                  </a:cubicBezTo>
                  <a:cubicBezTo>
                    <a:pt x="7093" y="1322"/>
                    <a:pt x="6459" y="1787"/>
                    <a:pt x="5876" y="2448"/>
                  </a:cubicBezTo>
                  <a:cubicBezTo>
                    <a:pt x="5497" y="2886"/>
                    <a:pt x="5240" y="3062"/>
                    <a:pt x="5050" y="3062"/>
                  </a:cubicBezTo>
                  <a:cubicBezTo>
                    <a:pt x="4739" y="3062"/>
                    <a:pt x="4614" y="2586"/>
                    <a:pt x="4442" y="2016"/>
                  </a:cubicBezTo>
                  <a:cubicBezTo>
                    <a:pt x="4193" y="1191"/>
                    <a:pt x="4266" y="1"/>
                    <a:pt x="3070" y="1"/>
                  </a:cubicBezTo>
                  <a:close/>
                </a:path>
              </a:pathLst>
            </a:cu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678" name="Google Shape;2678;g3b3d817690b_0_279"/>
            <p:cNvSpPr/>
            <p:nvPr/>
          </p:nvSpPr>
          <p:spPr>
            <a:xfrm>
              <a:off x="5898675" y="3029225"/>
              <a:ext cx="282150" cy="318450"/>
            </a:xfrm>
            <a:custGeom>
              <a:rect b="b" l="l" r="r" t="t"/>
              <a:pathLst>
                <a:path extrusionOk="0" h="12738" w="11286">
                  <a:moveTo>
                    <a:pt x="8163" y="0"/>
                  </a:moveTo>
                  <a:cubicBezTo>
                    <a:pt x="7646" y="0"/>
                    <a:pt x="7307" y="634"/>
                    <a:pt x="7121" y="1115"/>
                  </a:cubicBezTo>
                  <a:cubicBezTo>
                    <a:pt x="6498" y="2618"/>
                    <a:pt x="5081" y="3362"/>
                    <a:pt x="4027" y="4450"/>
                  </a:cubicBezTo>
                  <a:cubicBezTo>
                    <a:pt x="3562" y="4916"/>
                    <a:pt x="2753" y="5709"/>
                    <a:pt x="2170" y="5709"/>
                  </a:cubicBezTo>
                  <a:cubicBezTo>
                    <a:pt x="2125" y="5709"/>
                    <a:pt x="2082" y="5704"/>
                    <a:pt x="2040" y="5695"/>
                  </a:cubicBezTo>
                  <a:cubicBezTo>
                    <a:pt x="1767" y="5631"/>
                    <a:pt x="1536" y="5602"/>
                    <a:pt x="1339" y="5602"/>
                  </a:cubicBezTo>
                  <a:cubicBezTo>
                    <a:pt x="150" y="5602"/>
                    <a:pt x="215" y="6659"/>
                    <a:pt x="52" y="7475"/>
                  </a:cubicBezTo>
                  <a:cubicBezTo>
                    <a:pt x="1" y="9410"/>
                    <a:pt x="1625" y="11518"/>
                    <a:pt x="3267" y="12123"/>
                  </a:cubicBezTo>
                  <a:cubicBezTo>
                    <a:pt x="3638" y="12262"/>
                    <a:pt x="4019" y="12277"/>
                    <a:pt x="4389" y="12277"/>
                  </a:cubicBezTo>
                  <a:cubicBezTo>
                    <a:pt x="4488" y="12277"/>
                    <a:pt x="4586" y="12276"/>
                    <a:pt x="4683" y="12276"/>
                  </a:cubicBezTo>
                  <a:cubicBezTo>
                    <a:pt x="5034" y="12276"/>
                    <a:pt x="5369" y="12290"/>
                    <a:pt x="5669" y="12417"/>
                  </a:cubicBezTo>
                  <a:cubicBezTo>
                    <a:pt x="6156" y="12630"/>
                    <a:pt x="6559" y="12738"/>
                    <a:pt x="6895" y="12738"/>
                  </a:cubicBezTo>
                  <a:cubicBezTo>
                    <a:pt x="7678" y="12738"/>
                    <a:pt x="8093" y="12148"/>
                    <a:pt x="8348" y="10914"/>
                  </a:cubicBezTo>
                  <a:cubicBezTo>
                    <a:pt x="8572" y="9773"/>
                    <a:pt x="9073" y="8235"/>
                    <a:pt x="9937" y="7786"/>
                  </a:cubicBezTo>
                  <a:cubicBezTo>
                    <a:pt x="11268" y="7094"/>
                    <a:pt x="10577" y="6697"/>
                    <a:pt x="10231" y="6023"/>
                  </a:cubicBezTo>
                  <a:cubicBezTo>
                    <a:pt x="9782" y="5124"/>
                    <a:pt x="8797" y="4278"/>
                    <a:pt x="10058" y="3189"/>
                  </a:cubicBezTo>
                  <a:cubicBezTo>
                    <a:pt x="10404" y="2895"/>
                    <a:pt x="11285" y="2618"/>
                    <a:pt x="10853" y="1945"/>
                  </a:cubicBezTo>
                  <a:cubicBezTo>
                    <a:pt x="10266" y="1063"/>
                    <a:pt x="9402" y="286"/>
                    <a:pt x="8348" y="26"/>
                  </a:cubicBezTo>
                  <a:cubicBezTo>
                    <a:pt x="8284" y="9"/>
                    <a:pt x="8222" y="0"/>
                    <a:pt x="8163" y="0"/>
                  </a:cubicBezTo>
                  <a:close/>
                </a:path>
              </a:pathLst>
            </a:cu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679" name="Google Shape;2679;g3b3d817690b_0_279"/>
            <p:cNvSpPr/>
            <p:nvPr/>
          </p:nvSpPr>
          <p:spPr>
            <a:xfrm>
              <a:off x="5544400" y="3065225"/>
              <a:ext cx="541800" cy="430700"/>
            </a:xfrm>
            <a:custGeom>
              <a:rect b="b" l="l" r="r" t="t"/>
              <a:pathLst>
                <a:path extrusionOk="0" h="17228" w="21672">
                  <a:moveTo>
                    <a:pt x="7484" y="4583"/>
                  </a:moveTo>
                  <a:lnTo>
                    <a:pt x="7484" y="4583"/>
                  </a:lnTo>
                  <a:cubicBezTo>
                    <a:pt x="7486" y="4586"/>
                    <a:pt x="7488" y="4589"/>
                    <a:pt x="7491" y="4592"/>
                  </a:cubicBezTo>
                  <a:lnTo>
                    <a:pt x="7491" y="4592"/>
                  </a:lnTo>
                  <a:cubicBezTo>
                    <a:pt x="7494" y="4595"/>
                    <a:pt x="7498" y="4597"/>
                    <a:pt x="7501" y="4600"/>
                  </a:cubicBezTo>
                  <a:lnTo>
                    <a:pt x="7484" y="4583"/>
                  </a:lnTo>
                  <a:close/>
                  <a:moveTo>
                    <a:pt x="1210" y="0"/>
                  </a:moveTo>
                  <a:cubicBezTo>
                    <a:pt x="910" y="0"/>
                    <a:pt x="646" y="84"/>
                    <a:pt x="415" y="314"/>
                  </a:cubicBezTo>
                  <a:cubicBezTo>
                    <a:pt x="1" y="712"/>
                    <a:pt x="260" y="1127"/>
                    <a:pt x="571" y="1403"/>
                  </a:cubicBezTo>
                  <a:cubicBezTo>
                    <a:pt x="1833" y="2561"/>
                    <a:pt x="2939" y="3874"/>
                    <a:pt x="3872" y="5309"/>
                  </a:cubicBezTo>
                  <a:cubicBezTo>
                    <a:pt x="5894" y="8264"/>
                    <a:pt x="6948" y="12014"/>
                    <a:pt x="10663" y="13552"/>
                  </a:cubicBezTo>
                  <a:cubicBezTo>
                    <a:pt x="10715" y="13587"/>
                    <a:pt x="10733" y="13656"/>
                    <a:pt x="10733" y="13725"/>
                  </a:cubicBezTo>
                  <a:cubicBezTo>
                    <a:pt x="10007" y="15522"/>
                    <a:pt x="11579" y="15401"/>
                    <a:pt x="12478" y="15660"/>
                  </a:cubicBezTo>
                  <a:cubicBezTo>
                    <a:pt x="14932" y="16334"/>
                    <a:pt x="17420" y="16801"/>
                    <a:pt x="19961" y="17043"/>
                  </a:cubicBezTo>
                  <a:cubicBezTo>
                    <a:pt x="20276" y="17079"/>
                    <a:pt x="20618" y="17227"/>
                    <a:pt x="20904" y="17227"/>
                  </a:cubicBezTo>
                  <a:cubicBezTo>
                    <a:pt x="21167" y="17227"/>
                    <a:pt x="21382" y="17101"/>
                    <a:pt x="21482" y="16645"/>
                  </a:cubicBezTo>
                  <a:cubicBezTo>
                    <a:pt x="21672" y="15816"/>
                    <a:pt x="20842" y="15626"/>
                    <a:pt x="20306" y="15280"/>
                  </a:cubicBezTo>
                  <a:cubicBezTo>
                    <a:pt x="18129" y="13932"/>
                    <a:pt x="15502" y="14347"/>
                    <a:pt x="13204" y="13448"/>
                  </a:cubicBezTo>
                  <a:cubicBezTo>
                    <a:pt x="13103" y="13410"/>
                    <a:pt x="12986" y="13400"/>
                    <a:pt x="12863" y="13400"/>
                  </a:cubicBezTo>
                  <a:cubicBezTo>
                    <a:pt x="12726" y="13400"/>
                    <a:pt x="12582" y="13412"/>
                    <a:pt x="12448" y="13412"/>
                  </a:cubicBezTo>
                  <a:cubicBezTo>
                    <a:pt x="12162" y="13412"/>
                    <a:pt x="11919" y="13355"/>
                    <a:pt x="11873" y="12999"/>
                  </a:cubicBezTo>
                  <a:cubicBezTo>
                    <a:pt x="11769" y="12221"/>
                    <a:pt x="11614" y="11288"/>
                    <a:pt x="12409" y="10666"/>
                  </a:cubicBezTo>
                  <a:cubicBezTo>
                    <a:pt x="12979" y="10199"/>
                    <a:pt x="12806" y="9836"/>
                    <a:pt x="12478" y="9249"/>
                  </a:cubicBezTo>
                  <a:cubicBezTo>
                    <a:pt x="11908" y="8195"/>
                    <a:pt x="10352" y="8558"/>
                    <a:pt x="10076" y="7849"/>
                  </a:cubicBezTo>
                  <a:cubicBezTo>
                    <a:pt x="9542" y="6419"/>
                    <a:pt x="8354" y="5659"/>
                    <a:pt x="7491" y="4592"/>
                  </a:cubicBezTo>
                  <a:lnTo>
                    <a:pt x="7491" y="4592"/>
                  </a:lnTo>
                  <a:cubicBezTo>
                    <a:pt x="6993" y="4179"/>
                    <a:pt x="6512" y="3733"/>
                    <a:pt x="5980" y="3339"/>
                  </a:cubicBezTo>
                  <a:cubicBezTo>
                    <a:pt x="4563" y="2285"/>
                    <a:pt x="3682" y="522"/>
                    <a:pt x="1763" y="72"/>
                  </a:cubicBezTo>
                  <a:cubicBezTo>
                    <a:pt x="1567" y="28"/>
                    <a:pt x="1383" y="0"/>
                    <a:pt x="1210" y="0"/>
                  </a:cubicBezTo>
                  <a:close/>
                </a:path>
              </a:pathLst>
            </a:cu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680" name="Google Shape;2680;g3b3d817690b_0_279"/>
            <p:cNvSpPr/>
            <p:nvPr/>
          </p:nvSpPr>
          <p:spPr>
            <a:xfrm>
              <a:off x="4388700" y="3530600"/>
              <a:ext cx="227275" cy="395425"/>
            </a:xfrm>
            <a:custGeom>
              <a:rect b="b" l="l" r="r" t="t"/>
              <a:pathLst>
                <a:path extrusionOk="0" h="15817" w="9091">
                  <a:moveTo>
                    <a:pt x="7622" y="0"/>
                  </a:moveTo>
                  <a:cubicBezTo>
                    <a:pt x="7155" y="0"/>
                    <a:pt x="6965" y="363"/>
                    <a:pt x="6740" y="761"/>
                  </a:cubicBezTo>
                  <a:cubicBezTo>
                    <a:pt x="5963" y="2212"/>
                    <a:pt x="5323" y="3802"/>
                    <a:pt x="3405" y="4200"/>
                  </a:cubicBezTo>
                  <a:cubicBezTo>
                    <a:pt x="2645" y="4338"/>
                    <a:pt x="2247" y="4891"/>
                    <a:pt x="2109" y="5738"/>
                  </a:cubicBezTo>
                  <a:cubicBezTo>
                    <a:pt x="1781" y="7587"/>
                    <a:pt x="1971" y="9471"/>
                    <a:pt x="917" y="11285"/>
                  </a:cubicBezTo>
                  <a:cubicBezTo>
                    <a:pt x="1" y="12910"/>
                    <a:pt x="1660" y="15813"/>
                    <a:pt x="3077" y="15813"/>
                  </a:cubicBezTo>
                  <a:cubicBezTo>
                    <a:pt x="3125" y="15815"/>
                    <a:pt x="3172" y="15816"/>
                    <a:pt x="3219" y="15816"/>
                  </a:cubicBezTo>
                  <a:cubicBezTo>
                    <a:pt x="4640" y="15816"/>
                    <a:pt x="5279" y="14808"/>
                    <a:pt x="5496" y="13670"/>
                  </a:cubicBezTo>
                  <a:cubicBezTo>
                    <a:pt x="6049" y="11095"/>
                    <a:pt x="7034" y="8676"/>
                    <a:pt x="8002" y="6256"/>
                  </a:cubicBezTo>
                  <a:cubicBezTo>
                    <a:pt x="8745" y="4373"/>
                    <a:pt x="9091" y="2645"/>
                    <a:pt x="8192" y="778"/>
                  </a:cubicBezTo>
                  <a:cubicBezTo>
                    <a:pt x="8054" y="467"/>
                    <a:pt x="8106" y="18"/>
                    <a:pt x="7622" y="0"/>
                  </a:cubicBezTo>
                  <a:close/>
                </a:path>
              </a:pathLst>
            </a:cu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681" name="Google Shape;2681;g3b3d817690b_0_279"/>
            <p:cNvSpPr/>
            <p:nvPr/>
          </p:nvSpPr>
          <p:spPr>
            <a:xfrm>
              <a:off x="6438300" y="1893850"/>
              <a:ext cx="267450" cy="418275"/>
            </a:xfrm>
            <a:custGeom>
              <a:rect b="b" l="l" r="r" t="t"/>
              <a:pathLst>
                <a:path extrusionOk="0" h="16731" w="10698">
                  <a:moveTo>
                    <a:pt x="4909" y="1"/>
                  </a:moveTo>
                  <a:cubicBezTo>
                    <a:pt x="4667" y="1"/>
                    <a:pt x="4504" y="61"/>
                    <a:pt x="4562" y="216"/>
                  </a:cubicBezTo>
                  <a:cubicBezTo>
                    <a:pt x="5064" y="1633"/>
                    <a:pt x="3992" y="3465"/>
                    <a:pt x="5444" y="4502"/>
                  </a:cubicBezTo>
                  <a:cubicBezTo>
                    <a:pt x="6654" y="5366"/>
                    <a:pt x="6515" y="6627"/>
                    <a:pt x="6913" y="7647"/>
                  </a:cubicBezTo>
                  <a:cubicBezTo>
                    <a:pt x="6804" y="8207"/>
                    <a:pt x="6835" y="9062"/>
                    <a:pt x="6426" y="9062"/>
                  </a:cubicBezTo>
                  <a:cubicBezTo>
                    <a:pt x="6380" y="9062"/>
                    <a:pt x="6330" y="9052"/>
                    <a:pt x="6273" y="9029"/>
                  </a:cubicBezTo>
                  <a:cubicBezTo>
                    <a:pt x="6019" y="8928"/>
                    <a:pt x="5817" y="8884"/>
                    <a:pt x="5657" y="8884"/>
                  </a:cubicBezTo>
                  <a:cubicBezTo>
                    <a:pt x="5131" y="8884"/>
                    <a:pt x="5047" y="9360"/>
                    <a:pt x="4995" y="9876"/>
                  </a:cubicBezTo>
                  <a:cubicBezTo>
                    <a:pt x="4925" y="10533"/>
                    <a:pt x="4614" y="10757"/>
                    <a:pt x="4044" y="10896"/>
                  </a:cubicBezTo>
                  <a:cubicBezTo>
                    <a:pt x="726" y="11673"/>
                    <a:pt x="0" y="13229"/>
                    <a:pt x="1659" y="16028"/>
                  </a:cubicBezTo>
                  <a:cubicBezTo>
                    <a:pt x="1834" y="16314"/>
                    <a:pt x="1935" y="16730"/>
                    <a:pt x="2351" y="16730"/>
                  </a:cubicBezTo>
                  <a:cubicBezTo>
                    <a:pt x="2389" y="16730"/>
                    <a:pt x="2429" y="16727"/>
                    <a:pt x="2471" y="16720"/>
                  </a:cubicBezTo>
                  <a:cubicBezTo>
                    <a:pt x="3007" y="16633"/>
                    <a:pt x="3197" y="16236"/>
                    <a:pt x="3301" y="15752"/>
                  </a:cubicBezTo>
                  <a:cubicBezTo>
                    <a:pt x="3405" y="15251"/>
                    <a:pt x="3301" y="14784"/>
                    <a:pt x="4009" y="14542"/>
                  </a:cubicBezTo>
                  <a:cubicBezTo>
                    <a:pt x="5651" y="13955"/>
                    <a:pt x="7241" y="13194"/>
                    <a:pt x="8866" y="12555"/>
                  </a:cubicBezTo>
                  <a:cubicBezTo>
                    <a:pt x="9298" y="12399"/>
                    <a:pt x="9643" y="12261"/>
                    <a:pt x="9799" y="11829"/>
                  </a:cubicBezTo>
                  <a:cubicBezTo>
                    <a:pt x="10300" y="10308"/>
                    <a:pt x="8866" y="5746"/>
                    <a:pt x="7604" y="4709"/>
                  </a:cubicBezTo>
                  <a:cubicBezTo>
                    <a:pt x="7397" y="4536"/>
                    <a:pt x="6809" y="4571"/>
                    <a:pt x="7016" y="4139"/>
                  </a:cubicBezTo>
                  <a:cubicBezTo>
                    <a:pt x="7082" y="4008"/>
                    <a:pt x="7166" y="3963"/>
                    <a:pt x="7262" y="3963"/>
                  </a:cubicBezTo>
                  <a:cubicBezTo>
                    <a:pt x="7468" y="3963"/>
                    <a:pt x="7725" y="4173"/>
                    <a:pt x="7950" y="4173"/>
                  </a:cubicBezTo>
                  <a:cubicBezTo>
                    <a:pt x="7979" y="4174"/>
                    <a:pt x="8009" y="4175"/>
                    <a:pt x="8039" y="4175"/>
                  </a:cubicBezTo>
                  <a:cubicBezTo>
                    <a:pt x="9008" y="4175"/>
                    <a:pt x="9913" y="3634"/>
                    <a:pt x="10265" y="2946"/>
                  </a:cubicBezTo>
                  <a:cubicBezTo>
                    <a:pt x="10697" y="2117"/>
                    <a:pt x="9695" y="1667"/>
                    <a:pt x="8987" y="1581"/>
                  </a:cubicBezTo>
                  <a:cubicBezTo>
                    <a:pt x="7811" y="1443"/>
                    <a:pt x="6930" y="786"/>
                    <a:pt x="5962" y="250"/>
                  </a:cubicBezTo>
                  <a:cubicBezTo>
                    <a:pt x="5704" y="111"/>
                    <a:pt x="5235" y="1"/>
                    <a:pt x="4909" y="1"/>
                  </a:cubicBezTo>
                  <a:close/>
                </a:path>
              </a:pathLst>
            </a:cu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682" name="Google Shape;2682;g3b3d817690b_0_279"/>
            <p:cNvSpPr/>
            <p:nvPr/>
          </p:nvSpPr>
          <p:spPr>
            <a:xfrm>
              <a:off x="6901875" y="4220725"/>
              <a:ext cx="468775" cy="354550"/>
            </a:xfrm>
            <a:custGeom>
              <a:rect b="b" l="l" r="r" t="t"/>
              <a:pathLst>
                <a:path extrusionOk="0" h="14182" w="18751">
                  <a:moveTo>
                    <a:pt x="15666" y="0"/>
                  </a:moveTo>
                  <a:cubicBezTo>
                    <a:pt x="15588" y="0"/>
                    <a:pt x="15504" y="9"/>
                    <a:pt x="15415" y="28"/>
                  </a:cubicBezTo>
                  <a:cubicBezTo>
                    <a:pt x="14690" y="184"/>
                    <a:pt x="14759" y="772"/>
                    <a:pt x="14897" y="1290"/>
                  </a:cubicBezTo>
                  <a:cubicBezTo>
                    <a:pt x="15294" y="2845"/>
                    <a:pt x="14880" y="4038"/>
                    <a:pt x="13463" y="4850"/>
                  </a:cubicBezTo>
                  <a:cubicBezTo>
                    <a:pt x="13013" y="5109"/>
                    <a:pt x="12823" y="5472"/>
                    <a:pt x="13065" y="5991"/>
                  </a:cubicBezTo>
                  <a:cubicBezTo>
                    <a:pt x="13324" y="6578"/>
                    <a:pt x="12823" y="6803"/>
                    <a:pt x="12512" y="7097"/>
                  </a:cubicBezTo>
                  <a:cubicBezTo>
                    <a:pt x="12410" y="7191"/>
                    <a:pt x="12303" y="7233"/>
                    <a:pt x="12200" y="7233"/>
                  </a:cubicBezTo>
                  <a:cubicBezTo>
                    <a:pt x="12041" y="7233"/>
                    <a:pt x="11891" y="7133"/>
                    <a:pt x="11786" y="6976"/>
                  </a:cubicBezTo>
                  <a:cubicBezTo>
                    <a:pt x="11531" y="6610"/>
                    <a:pt x="11284" y="6477"/>
                    <a:pt x="11039" y="6477"/>
                  </a:cubicBezTo>
                  <a:cubicBezTo>
                    <a:pt x="10705" y="6477"/>
                    <a:pt x="10373" y="6726"/>
                    <a:pt x="10024" y="6976"/>
                  </a:cubicBezTo>
                  <a:cubicBezTo>
                    <a:pt x="8797" y="7891"/>
                    <a:pt x="7811" y="9188"/>
                    <a:pt x="6308" y="9637"/>
                  </a:cubicBezTo>
                  <a:cubicBezTo>
                    <a:pt x="4303" y="10242"/>
                    <a:pt x="2696" y="11572"/>
                    <a:pt x="812" y="12385"/>
                  </a:cubicBezTo>
                  <a:cubicBezTo>
                    <a:pt x="242" y="12627"/>
                    <a:pt x="0" y="13214"/>
                    <a:pt x="692" y="13577"/>
                  </a:cubicBezTo>
                  <a:cubicBezTo>
                    <a:pt x="1262" y="13888"/>
                    <a:pt x="1936" y="13992"/>
                    <a:pt x="2610" y="14182"/>
                  </a:cubicBezTo>
                  <a:cubicBezTo>
                    <a:pt x="3819" y="13854"/>
                    <a:pt x="4943" y="13249"/>
                    <a:pt x="5893" y="12436"/>
                  </a:cubicBezTo>
                  <a:cubicBezTo>
                    <a:pt x="7829" y="10743"/>
                    <a:pt x="10144" y="9447"/>
                    <a:pt x="12357" y="8496"/>
                  </a:cubicBezTo>
                  <a:cubicBezTo>
                    <a:pt x="14396" y="7615"/>
                    <a:pt x="15847" y="6042"/>
                    <a:pt x="17817" y="5213"/>
                  </a:cubicBezTo>
                  <a:cubicBezTo>
                    <a:pt x="18301" y="4988"/>
                    <a:pt x="18751" y="4452"/>
                    <a:pt x="18612" y="3848"/>
                  </a:cubicBezTo>
                  <a:cubicBezTo>
                    <a:pt x="18539" y="3538"/>
                    <a:pt x="18402" y="3442"/>
                    <a:pt x="18239" y="3442"/>
                  </a:cubicBezTo>
                  <a:cubicBezTo>
                    <a:pt x="18019" y="3442"/>
                    <a:pt x="17752" y="3615"/>
                    <a:pt x="17524" y="3675"/>
                  </a:cubicBezTo>
                  <a:cubicBezTo>
                    <a:pt x="17487" y="3682"/>
                    <a:pt x="17451" y="3686"/>
                    <a:pt x="17417" y="3686"/>
                  </a:cubicBezTo>
                  <a:cubicBezTo>
                    <a:pt x="17207" y="3686"/>
                    <a:pt x="17050" y="3554"/>
                    <a:pt x="17109" y="3346"/>
                  </a:cubicBezTo>
                  <a:cubicBezTo>
                    <a:pt x="17385" y="2431"/>
                    <a:pt x="16625" y="1791"/>
                    <a:pt x="16556" y="962"/>
                  </a:cubicBezTo>
                  <a:cubicBezTo>
                    <a:pt x="16526" y="461"/>
                    <a:pt x="16229" y="0"/>
                    <a:pt x="15666" y="0"/>
                  </a:cubicBezTo>
                  <a:close/>
                </a:path>
              </a:pathLst>
            </a:cu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683" name="Google Shape;2683;g3b3d817690b_0_279"/>
            <p:cNvSpPr/>
            <p:nvPr/>
          </p:nvSpPr>
          <p:spPr>
            <a:xfrm>
              <a:off x="6306100" y="2654825"/>
              <a:ext cx="232875" cy="385425"/>
            </a:xfrm>
            <a:custGeom>
              <a:rect b="b" l="l" r="r" t="t"/>
              <a:pathLst>
                <a:path extrusionOk="0" h="15417" w="9315">
                  <a:moveTo>
                    <a:pt x="6907" y="9941"/>
                  </a:moveTo>
                  <a:cubicBezTo>
                    <a:pt x="6738" y="10523"/>
                    <a:pt x="6645" y="11167"/>
                    <a:pt x="5910" y="11304"/>
                  </a:cubicBezTo>
                  <a:cubicBezTo>
                    <a:pt x="5905" y="11305"/>
                    <a:pt x="5899" y="11305"/>
                    <a:pt x="5892" y="11305"/>
                  </a:cubicBezTo>
                  <a:cubicBezTo>
                    <a:pt x="5767" y="11305"/>
                    <a:pt x="5547" y="11146"/>
                    <a:pt x="5547" y="11097"/>
                  </a:cubicBezTo>
                  <a:cubicBezTo>
                    <a:pt x="5616" y="10270"/>
                    <a:pt x="6304" y="10147"/>
                    <a:pt x="6907" y="9941"/>
                  </a:cubicBezTo>
                  <a:close/>
                  <a:moveTo>
                    <a:pt x="2345" y="1"/>
                  </a:moveTo>
                  <a:cubicBezTo>
                    <a:pt x="2049" y="1"/>
                    <a:pt x="1708" y="93"/>
                    <a:pt x="1419" y="93"/>
                  </a:cubicBezTo>
                  <a:cubicBezTo>
                    <a:pt x="1383" y="93"/>
                    <a:pt x="1348" y="92"/>
                    <a:pt x="1313" y="88"/>
                  </a:cubicBezTo>
                  <a:cubicBezTo>
                    <a:pt x="1306" y="88"/>
                    <a:pt x="1299" y="88"/>
                    <a:pt x="1292" y="88"/>
                  </a:cubicBezTo>
                  <a:cubicBezTo>
                    <a:pt x="885" y="88"/>
                    <a:pt x="504" y="561"/>
                    <a:pt x="639" y="883"/>
                  </a:cubicBezTo>
                  <a:cubicBezTo>
                    <a:pt x="1244" y="2283"/>
                    <a:pt x="0" y="3977"/>
                    <a:pt x="1348" y="5273"/>
                  </a:cubicBezTo>
                  <a:cubicBezTo>
                    <a:pt x="1538" y="5446"/>
                    <a:pt x="1383" y="5964"/>
                    <a:pt x="1538" y="6241"/>
                  </a:cubicBezTo>
                  <a:cubicBezTo>
                    <a:pt x="1851" y="6738"/>
                    <a:pt x="1941" y="7889"/>
                    <a:pt x="2501" y="7889"/>
                  </a:cubicBezTo>
                  <a:cubicBezTo>
                    <a:pt x="2623" y="7889"/>
                    <a:pt x="2766" y="7836"/>
                    <a:pt x="2938" y="7710"/>
                  </a:cubicBezTo>
                  <a:cubicBezTo>
                    <a:pt x="3345" y="7411"/>
                    <a:pt x="3664" y="7306"/>
                    <a:pt x="3951" y="7306"/>
                  </a:cubicBezTo>
                  <a:cubicBezTo>
                    <a:pt x="4345" y="7306"/>
                    <a:pt x="4678" y="7505"/>
                    <a:pt x="5098" y="7675"/>
                  </a:cubicBezTo>
                  <a:cubicBezTo>
                    <a:pt x="5375" y="7796"/>
                    <a:pt x="5651" y="7848"/>
                    <a:pt x="5668" y="8176"/>
                  </a:cubicBezTo>
                  <a:cubicBezTo>
                    <a:pt x="5668" y="8297"/>
                    <a:pt x="5547" y="8401"/>
                    <a:pt x="5478" y="8504"/>
                  </a:cubicBezTo>
                  <a:cubicBezTo>
                    <a:pt x="5288" y="8384"/>
                    <a:pt x="5098" y="8263"/>
                    <a:pt x="4908" y="8107"/>
                  </a:cubicBezTo>
                  <a:cubicBezTo>
                    <a:pt x="4670" y="7869"/>
                    <a:pt x="4349" y="7740"/>
                    <a:pt x="4020" y="7740"/>
                  </a:cubicBezTo>
                  <a:cubicBezTo>
                    <a:pt x="3895" y="7740"/>
                    <a:pt x="3770" y="7758"/>
                    <a:pt x="3646" y="7796"/>
                  </a:cubicBezTo>
                  <a:cubicBezTo>
                    <a:pt x="3059" y="7951"/>
                    <a:pt x="3284" y="8470"/>
                    <a:pt x="3249" y="8850"/>
                  </a:cubicBezTo>
                  <a:cubicBezTo>
                    <a:pt x="3180" y="10008"/>
                    <a:pt x="4701" y="11270"/>
                    <a:pt x="4580" y="11408"/>
                  </a:cubicBezTo>
                  <a:cubicBezTo>
                    <a:pt x="3042" y="13170"/>
                    <a:pt x="4251" y="13205"/>
                    <a:pt x="5599" y="13758"/>
                  </a:cubicBezTo>
                  <a:cubicBezTo>
                    <a:pt x="6014" y="13948"/>
                    <a:pt x="6429" y="15244"/>
                    <a:pt x="7379" y="15400"/>
                  </a:cubicBezTo>
                  <a:cubicBezTo>
                    <a:pt x="7454" y="15411"/>
                    <a:pt x="7523" y="15417"/>
                    <a:pt x="7586" y="15417"/>
                  </a:cubicBezTo>
                  <a:cubicBezTo>
                    <a:pt x="8462" y="15417"/>
                    <a:pt x="8316" y="14362"/>
                    <a:pt x="8606" y="13879"/>
                  </a:cubicBezTo>
                  <a:cubicBezTo>
                    <a:pt x="9315" y="12687"/>
                    <a:pt x="8554" y="11529"/>
                    <a:pt x="8105" y="10423"/>
                  </a:cubicBezTo>
                  <a:cubicBezTo>
                    <a:pt x="7967" y="10058"/>
                    <a:pt x="7709" y="9812"/>
                    <a:pt x="7353" y="9812"/>
                  </a:cubicBezTo>
                  <a:cubicBezTo>
                    <a:pt x="7222" y="9812"/>
                    <a:pt x="7078" y="9845"/>
                    <a:pt x="6922" y="9917"/>
                  </a:cubicBezTo>
                  <a:lnTo>
                    <a:pt x="6922" y="9917"/>
                  </a:lnTo>
                  <a:cubicBezTo>
                    <a:pt x="7290" y="9072"/>
                    <a:pt x="8114" y="7913"/>
                    <a:pt x="7103" y="7433"/>
                  </a:cubicBezTo>
                  <a:cubicBezTo>
                    <a:pt x="5789" y="6828"/>
                    <a:pt x="5530" y="5048"/>
                    <a:pt x="3854" y="4927"/>
                  </a:cubicBezTo>
                  <a:cubicBezTo>
                    <a:pt x="3335" y="4893"/>
                    <a:pt x="2886" y="4167"/>
                    <a:pt x="3318" y="3424"/>
                  </a:cubicBezTo>
                  <a:cubicBezTo>
                    <a:pt x="3975" y="2318"/>
                    <a:pt x="3353" y="1298"/>
                    <a:pt x="2955" y="348"/>
                  </a:cubicBezTo>
                  <a:cubicBezTo>
                    <a:pt x="2833" y="73"/>
                    <a:pt x="2607" y="1"/>
                    <a:pt x="2345" y="1"/>
                  </a:cubicBezTo>
                  <a:close/>
                </a:path>
              </a:pathLst>
            </a:cu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684" name="Google Shape;2684;g3b3d817690b_0_279"/>
            <p:cNvSpPr/>
            <p:nvPr/>
          </p:nvSpPr>
          <p:spPr>
            <a:xfrm>
              <a:off x="6139750" y="3178550"/>
              <a:ext cx="185375" cy="227425"/>
            </a:xfrm>
            <a:custGeom>
              <a:rect b="b" l="l" r="r" t="t"/>
              <a:pathLst>
                <a:path extrusionOk="0" h="9097" w="7415">
                  <a:moveTo>
                    <a:pt x="6576" y="0"/>
                  </a:moveTo>
                  <a:cubicBezTo>
                    <a:pt x="6440" y="0"/>
                    <a:pt x="6314" y="46"/>
                    <a:pt x="6222" y="154"/>
                  </a:cubicBezTo>
                  <a:cubicBezTo>
                    <a:pt x="5928" y="483"/>
                    <a:pt x="5611" y="592"/>
                    <a:pt x="5290" y="592"/>
                  </a:cubicBezTo>
                  <a:cubicBezTo>
                    <a:pt x="4988" y="592"/>
                    <a:pt x="4683" y="496"/>
                    <a:pt x="4390" y="396"/>
                  </a:cubicBezTo>
                  <a:cubicBezTo>
                    <a:pt x="3964" y="242"/>
                    <a:pt x="3597" y="173"/>
                    <a:pt x="3279" y="173"/>
                  </a:cubicBezTo>
                  <a:cubicBezTo>
                    <a:pt x="1986" y="173"/>
                    <a:pt x="1492" y="1318"/>
                    <a:pt x="1020" y="2608"/>
                  </a:cubicBezTo>
                  <a:cubicBezTo>
                    <a:pt x="364" y="4353"/>
                    <a:pt x="1" y="6064"/>
                    <a:pt x="796" y="7360"/>
                  </a:cubicBezTo>
                  <a:cubicBezTo>
                    <a:pt x="847" y="8362"/>
                    <a:pt x="761" y="8984"/>
                    <a:pt x="1470" y="9088"/>
                  </a:cubicBezTo>
                  <a:cubicBezTo>
                    <a:pt x="1519" y="9094"/>
                    <a:pt x="1568" y="9097"/>
                    <a:pt x="1614" y="9097"/>
                  </a:cubicBezTo>
                  <a:cubicBezTo>
                    <a:pt x="2117" y="9097"/>
                    <a:pt x="2435" y="8762"/>
                    <a:pt x="2593" y="8224"/>
                  </a:cubicBezTo>
                  <a:cubicBezTo>
                    <a:pt x="2634" y="8075"/>
                    <a:pt x="2578" y="7743"/>
                    <a:pt x="2746" y="7743"/>
                  </a:cubicBezTo>
                  <a:cubicBezTo>
                    <a:pt x="2792" y="7743"/>
                    <a:pt x="2854" y="7768"/>
                    <a:pt x="2938" y="7827"/>
                  </a:cubicBezTo>
                  <a:cubicBezTo>
                    <a:pt x="3173" y="7995"/>
                    <a:pt x="3380" y="8062"/>
                    <a:pt x="3567" y="8062"/>
                  </a:cubicBezTo>
                  <a:cubicBezTo>
                    <a:pt x="4013" y="8062"/>
                    <a:pt x="4340" y="7677"/>
                    <a:pt x="4632" y="7360"/>
                  </a:cubicBezTo>
                  <a:cubicBezTo>
                    <a:pt x="5116" y="6842"/>
                    <a:pt x="4563" y="6358"/>
                    <a:pt x="4373" y="5839"/>
                  </a:cubicBezTo>
                  <a:cubicBezTo>
                    <a:pt x="4183" y="5321"/>
                    <a:pt x="3491" y="4750"/>
                    <a:pt x="4442" y="4249"/>
                  </a:cubicBezTo>
                  <a:cubicBezTo>
                    <a:pt x="4943" y="3990"/>
                    <a:pt x="5790" y="3852"/>
                    <a:pt x="5427" y="3057"/>
                  </a:cubicBezTo>
                  <a:cubicBezTo>
                    <a:pt x="5274" y="2713"/>
                    <a:pt x="5030" y="2616"/>
                    <a:pt x="4752" y="2616"/>
                  </a:cubicBezTo>
                  <a:cubicBezTo>
                    <a:pt x="4400" y="2616"/>
                    <a:pt x="3994" y="2771"/>
                    <a:pt x="3647" y="2780"/>
                  </a:cubicBezTo>
                  <a:cubicBezTo>
                    <a:pt x="3388" y="2815"/>
                    <a:pt x="3129" y="2850"/>
                    <a:pt x="2887" y="2919"/>
                  </a:cubicBezTo>
                  <a:cubicBezTo>
                    <a:pt x="2887" y="2746"/>
                    <a:pt x="2800" y="2487"/>
                    <a:pt x="2887" y="2435"/>
                  </a:cubicBezTo>
                  <a:cubicBezTo>
                    <a:pt x="3111" y="2262"/>
                    <a:pt x="3405" y="2037"/>
                    <a:pt x="3664" y="2037"/>
                  </a:cubicBezTo>
                  <a:cubicBezTo>
                    <a:pt x="4321" y="2055"/>
                    <a:pt x="4995" y="2262"/>
                    <a:pt x="5634" y="2262"/>
                  </a:cubicBezTo>
                  <a:cubicBezTo>
                    <a:pt x="6481" y="2262"/>
                    <a:pt x="6861" y="1553"/>
                    <a:pt x="7242" y="931"/>
                  </a:cubicBezTo>
                  <a:cubicBezTo>
                    <a:pt x="7414" y="689"/>
                    <a:pt x="7328" y="344"/>
                    <a:pt x="7086" y="188"/>
                  </a:cubicBezTo>
                  <a:cubicBezTo>
                    <a:pt x="6932" y="73"/>
                    <a:pt x="6746" y="0"/>
                    <a:pt x="6576" y="0"/>
                  </a:cubicBezTo>
                  <a:close/>
                </a:path>
              </a:pathLst>
            </a:cu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685" name="Google Shape;2685;g3b3d817690b_0_279"/>
            <p:cNvSpPr/>
            <p:nvPr/>
          </p:nvSpPr>
          <p:spPr>
            <a:xfrm>
              <a:off x="4320000" y="1079225"/>
              <a:ext cx="260125" cy="163000"/>
            </a:xfrm>
            <a:custGeom>
              <a:rect b="b" l="l" r="r" t="t"/>
              <a:pathLst>
                <a:path extrusionOk="0" h="6520" w="10405">
                  <a:moveTo>
                    <a:pt x="8970" y="1"/>
                  </a:moveTo>
                  <a:cubicBezTo>
                    <a:pt x="6620" y="778"/>
                    <a:pt x="3786" y="294"/>
                    <a:pt x="1764" y="2576"/>
                  </a:cubicBezTo>
                  <a:cubicBezTo>
                    <a:pt x="502" y="3993"/>
                    <a:pt x="1" y="5410"/>
                    <a:pt x="1038" y="5876"/>
                  </a:cubicBezTo>
                  <a:cubicBezTo>
                    <a:pt x="2057" y="6274"/>
                    <a:pt x="3146" y="6499"/>
                    <a:pt x="4252" y="6516"/>
                  </a:cubicBezTo>
                  <a:cubicBezTo>
                    <a:pt x="4303" y="6518"/>
                    <a:pt x="4355" y="6520"/>
                    <a:pt x="4406" y="6520"/>
                  </a:cubicBezTo>
                  <a:cubicBezTo>
                    <a:pt x="4717" y="6520"/>
                    <a:pt x="5012" y="6455"/>
                    <a:pt x="5116" y="6084"/>
                  </a:cubicBezTo>
                  <a:cubicBezTo>
                    <a:pt x="5237" y="5652"/>
                    <a:pt x="4892" y="5479"/>
                    <a:pt x="4563" y="5323"/>
                  </a:cubicBezTo>
                  <a:cubicBezTo>
                    <a:pt x="3094" y="4598"/>
                    <a:pt x="3630" y="3924"/>
                    <a:pt x="4598" y="3198"/>
                  </a:cubicBezTo>
                  <a:cubicBezTo>
                    <a:pt x="5980" y="2144"/>
                    <a:pt x="7726" y="2126"/>
                    <a:pt x="9264" y="1487"/>
                  </a:cubicBezTo>
                  <a:cubicBezTo>
                    <a:pt x="9696" y="1331"/>
                    <a:pt x="10404" y="1556"/>
                    <a:pt x="10352" y="796"/>
                  </a:cubicBezTo>
                  <a:cubicBezTo>
                    <a:pt x="10301" y="35"/>
                    <a:pt x="9627" y="70"/>
                    <a:pt x="8970" y="1"/>
                  </a:cubicBezTo>
                  <a:close/>
                </a:path>
              </a:pathLst>
            </a:cu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686" name="Google Shape;2686;g3b3d817690b_0_279"/>
            <p:cNvSpPr/>
            <p:nvPr/>
          </p:nvSpPr>
          <p:spPr>
            <a:xfrm>
              <a:off x="3605850" y="1017225"/>
              <a:ext cx="246275" cy="88775"/>
            </a:xfrm>
            <a:custGeom>
              <a:rect b="b" l="l" r="r" t="t"/>
              <a:pathLst>
                <a:path extrusionOk="0" h="3551" w="9851">
                  <a:moveTo>
                    <a:pt x="3896" y="1"/>
                  </a:moveTo>
                  <a:cubicBezTo>
                    <a:pt x="2951" y="1"/>
                    <a:pt x="1998" y="113"/>
                    <a:pt x="1055" y="130"/>
                  </a:cubicBezTo>
                  <a:cubicBezTo>
                    <a:pt x="674" y="130"/>
                    <a:pt x="260" y="217"/>
                    <a:pt x="121" y="649"/>
                  </a:cubicBezTo>
                  <a:cubicBezTo>
                    <a:pt x="0" y="1046"/>
                    <a:pt x="173" y="1461"/>
                    <a:pt x="536" y="1651"/>
                  </a:cubicBezTo>
                  <a:cubicBezTo>
                    <a:pt x="1487" y="2256"/>
                    <a:pt x="2489" y="2792"/>
                    <a:pt x="3474" y="3345"/>
                  </a:cubicBezTo>
                  <a:cubicBezTo>
                    <a:pt x="3715" y="3472"/>
                    <a:pt x="3939" y="3551"/>
                    <a:pt x="4149" y="3551"/>
                  </a:cubicBezTo>
                  <a:cubicBezTo>
                    <a:pt x="4450" y="3551"/>
                    <a:pt x="4723" y="3389"/>
                    <a:pt x="4978" y="2982"/>
                  </a:cubicBezTo>
                  <a:cubicBezTo>
                    <a:pt x="5203" y="2650"/>
                    <a:pt x="5511" y="2104"/>
                    <a:pt x="5931" y="2104"/>
                  </a:cubicBezTo>
                  <a:cubicBezTo>
                    <a:pt x="6058" y="2104"/>
                    <a:pt x="6195" y="2153"/>
                    <a:pt x="6343" y="2273"/>
                  </a:cubicBezTo>
                  <a:cubicBezTo>
                    <a:pt x="6982" y="2809"/>
                    <a:pt x="7673" y="2826"/>
                    <a:pt x="8365" y="2895"/>
                  </a:cubicBezTo>
                  <a:cubicBezTo>
                    <a:pt x="8588" y="2920"/>
                    <a:pt x="8869" y="3004"/>
                    <a:pt x="9118" y="3004"/>
                  </a:cubicBezTo>
                  <a:cubicBezTo>
                    <a:pt x="9390" y="3004"/>
                    <a:pt x="9623" y="2904"/>
                    <a:pt x="9695" y="2515"/>
                  </a:cubicBezTo>
                  <a:cubicBezTo>
                    <a:pt x="9851" y="1789"/>
                    <a:pt x="9142" y="1668"/>
                    <a:pt x="8641" y="1478"/>
                  </a:cubicBezTo>
                  <a:lnTo>
                    <a:pt x="6585" y="493"/>
                  </a:lnTo>
                  <a:cubicBezTo>
                    <a:pt x="5704" y="104"/>
                    <a:pt x="4803" y="1"/>
                    <a:pt x="3896" y="1"/>
                  </a:cubicBezTo>
                  <a:close/>
                </a:path>
              </a:pathLst>
            </a:cu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687" name="Google Shape;2687;g3b3d817690b_0_279"/>
            <p:cNvSpPr/>
            <p:nvPr/>
          </p:nvSpPr>
          <p:spPr>
            <a:xfrm>
              <a:off x="3161275" y="1612775"/>
              <a:ext cx="115825" cy="115825"/>
            </a:xfrm>
            <a:custGeom>
              <a:rect b="b" l="l" r="r" t="t"/>
              <a:pathLst>
                <a:path extrusionOk="0" h="4633" w="4633">
                  <a:moveTo>
                    <a:pt x="2966" y="1"/>
                  </a:moveTo>
                  <a:cubicBezTo>
                    <a:pt x="2951" y="1"/>
                    <a:pt x="2936" y="1"/>
                    <a:pt x="2921" y="1"/>
                  </a:cubicBezTo>
                  <a:cubicBezTo>
                    <a:pt x="1729" y="36"/>
                    <a:pt x="1" y="2421"/>
                    <a:pt x="139" y="3803"/>
                  </a:cubicBezTo>
                  <a:cubicBezTo>
                    <a:pt x="139" y="4252"/>
                    <a:pt x="502" y="4615"/>
                    <a:pt x="951" y="4633"/>
                  </a:cubicBezTo>
                  <a:cubicBezTo>
                    <a:pt x="2956" y="4581"/>
                    <a:pt x="4632" y="3026"/>
                    <a:pt x="4529" y="1297"/>
                  </a:cubicBezTo>
                  <a:cubicBezTo>
                    <a:pt x="4478" y="482"/>
                    <a:pt x="3809" y="1"/>
                    <a:pt x="2966" y="1"/>
                  </a:cubicBezTo>
                  <a:close/>
                </a:path>
              </a:pathLst>
            </a:cu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688" name="Google Shape;2688;g3b3d817690b_0_279"/>
            <p:cNvSpPr/>
            <p:nvPr/>
          </p:nvSpPr>
          <p:spPr>
            <a:xfrm>
              <a:off x="6082850" y="3458350"/>
              <a:ext cx="215350" cy="82375"/>
            </a:xfrm>
            <a:custGeom>
              <a:rect b="b" l="l" r="r" t="t"/>
              <a:pathLst>
                <a:path extrusionOk="0" h="3295" w="8614">
                  <a:moveTo>
                    <a:pt x="8412" y="834"/>
                  </a:moveTo>
                  <a:lnTo>
                    <a:pt x="8412" y="834"/>
                  </a:lnTo>
                  <a:cubicBezTo>
                    <a:pt x="8408" y="835"/>
                    <a:pt x="8404" y="836"/>
                    <a:pt x="8401" y="837"/>
                  </a:cubicBezTo>
                  <a:lnTo>
                    <a:pt x="8401" y="837"/>
                  </a:lnTo>
                  <a:cubicBezTo>
                    <a:pt x="8399" y="842"/>
                    <a:pt x="8396" y="846"/>
                    <a:pt x="8394" y="851"/>
                  </a:cubicBezTo>
                  <a:lnTo>
                    <a:pt x="8412" y="834"/>
                  </a:lnTo>
                  <a:close/>
                  <a:moveTo>
                    <a:pt x="6441" y="1"/>
                  </a:moveTo>
                  <a:cubicBezTo>
                    <a:pt x="5426" y="1"/>
                    <a:pt x="4424" y="103"/>
                    <a:pt x="3504" y="557"/>
                  </a:cubicBezTo>
                  <a:cubicBezTo>
                    <a:pt x="3268" y="683"/>
                    <a:pt x="3156" y="756"/>
                    <a:pt x="3064" y="756"/>
                  </a:cubicBezTo>
                  <a:cubicBezTo>
                    <a:pt x="2968" y="756"/>
                    <a:pt x="2895" y="675"/>
                    <a:pt x="2726" y="488"/>
                  </a:cubicBezTo>
                  <a:cubicBezTo>
                    <a:pt x="2440" y="160"/>
                    <a:pt x="2158" y="41"/>
                    <a:pt x="1882" y="41"/>
                  </a:cubicBezTo>
                  <a:cubicBezTo>
                    <a:pt x="1373" y="41"/>
                    <a:pt x="881" y="443"/>
                    <a:pt x="410" y="678"/>
                  </a:cubicBezTo>
                  <a:cubicBezTo>
                    <a:pt x="0" y="866"/>
                    <a:pt x="164" y="1612"/>
                    <a:pt x="452" y="1612"/>
                  </a:cubicBezTo>
                  <a:cubicBezTo>
                    <a:pt x="455" y="1612"/>
                    <a:pt x="459" y="1612"/>
                    <a:pt x="462" y="1612"/>
                  </a:cubicBezTo>
                  <a:cubicBezTo>
                    <a:pt x="518" y="1607"/>
                    <a:pt x="572" y="1605"/>
                    <a:pt x="625" y="1605"/>
                  </a:cubicBezTo>
                  <a:cubicBezTo>
                    <a:pt x="1895" y="1605"/>
                    <a:pt x="2508" y="2753"/>
                    <a:pt x="3504" y="3184"/>
                  </a:cubicBezTo>
                  <a:cubicBezTo>
                    <a:pt x="3665" y="3259"/>
                    <a:pt x="3818" y="3295"/>
                    <a:pt x="3955" y="3295"/>
                  </a:cubicBezTo>
                  <a:cubicBezTo>
                    <a:pt x="4389" y="3295"/>
                    <a:pt x="4667" y="2934"/>
                    <a:pt x="4575" y="2303"/>
                  </a:cubicBezTo>
                  <a:cubicBezTo>
                    <a:pt x="4523" y="1905"/>
                    <a:pt x="4541" y="1784"/>
                    <a:pt x="4973" y="1698"/>
                  </a:cubicBezTo>
                  <a:cubicBezTo>
                    <a:pt x="6127" y="1457"/>
                    <a:pt x="7264" y="1130"/>
                    <a:pt x="8401" y="837"/>
                  </a:cubicBezTo>
                  <a:lnTo>
                    <a:pt x="8401" y="837"/>
                  </a:lnTo>
                  <a:cubicBezTo>
                    <a:pt x="8535" y="525"/>
                    <a:pt x="8613" y="56"/>
                    <a:pt x="8256" y="56"/>
                  </a:cubicBezTo>
                  <a:cubicBezTo>
                    <a:pt x="7656" y="37"/>
                    <a:pt x="7046" y="1"/>
                    <a:pt x="6441" y="1"/>
                  </a:cubicBezTo>
                  <a:close/>
                </a:path>
              </a:pathLst>
            </a:cu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689" name="Google Shape;2689;g3b3d817690b_0_279"/>
            <p:cNvSpPr/>
            <p:nvPr/>
          </p:nvSpPr>
          <p:spPr>
            <a:xfrm>
              <a:off x="5726825" y="1103850"/>
              <a:ext cx="262175" cy="54825"/>
            </a:xfrm>
            <a:custGeom>
              <a:rect b="b" l="l" r="r" t="t"/>
              <a:pathLst>
                <a:path extrusionOk="0" h="2193" w="10487">
                  <a:moveTo>
                    <a:pt x="2675" y="1"/>
                  </a:moveTo>
                  <a:cubicBezTo>
                    <a:pt x="2260" y="122"/>
                    <a:pt x="1984" y="208"/>
                    <a:pt x="1707" y="260"/>
                  </a:cubicBezTo>
                  <a:cubicBezTo>
                    <a:pt x="1625" y="276"/>
                    <a:pt x="1533" y="281"/>
                    <a:pt x="1436" y="281"/>
                  </a:cubicBezTo>
                  <a:cubicBezTo>
                    <a:pt x="1238" y="281"/>
                    <a:pt x="1018" y="259"/>
                    <a:pt x="814" y="259"/>
                  </a:cubicBezTo>
                  <a:cubicBezTo>
                    <a:pt x="370" y="259"/>
                    <a:pt x="1" y="367"/>
                    <a:pt x="83" y="1055"/>
                  </a:cubicBezTo>
                  <a:cubicBezTo>
                    <a:pt x="160" y="1671"/>
                    <a:pt x="629" y="1783"/>
                    <a:pt x="1147" y="1783"/>
                  </a:cubicBezTo>
                  <a:cubicBezTo>
                    <a:pt x="1443" y="1783"/>
                    <a:pt x="1754" y="1746"/>
                    <a:pt x="2018" y="1746"/>
                  </a:cubicBezTo>
                  <a:cubicBezTo>
                    <a:pt x="3176" y="1729"/>
                    <a:pt x="4334" y="1625"/>
                    <a:pt x="5488" y="1625"/>
                  </a:cubicBezTo>
                  <a:cubicBezTo>
                    <a:pt x="6641" y="1625"/>
                    <a:pt x="7790" y="1729"/>
                    <a:pt x="8931" y="2126"/>
                  </a:cubicBezTo>
                  <a:cubicBezTo>
                    <a:pt x="9064" y="2171"/>
                    <a:pt x="9201" y="2192"/>
                    <a:pt x="9336" y="2192"/>
                  </a:cubicBezTo>
                  <a:cubicBezTo>
                    <a:pt x="9780" y="2192"/>
                    <a:pt x="10194" y="1955"/>
                    <a:pt x="10314" y="1504"/>
                  </a:cubicBezTo>
                  <a:cubicBezTo>
                    <a:pt x="10486" y="813"/>
                    <a:pt x="9761" y="744"/>
                    <a:pt x="9294" y="606"/>
                  </a:cubicBezTo>
                  <a:cubicBezTo>
                    <a:pt x="8746" y="426"/>
                    <a:pt x="8189" y="370"/>
                    <a:pt x="7630" y="370"/>
                  </a:cubicBezTo>
                  <a:cubicBezTo>
                    <a:pt x="6715" y="370"/>
                    <a:pt x="5795" y="519"/>
                    <a:pt x="4900" y="519"/>
                  </a:cubicBezTo>
                  <a:cubicBezTo>
                    <a:pt x="4133" y="519"/>
                    <a:pt x="3384" y="409"/>
                    <a:pt x="2675" y="1"/>
                  </a:cubicBezTo>
                  <a:close/>
                </a:path>
              </a:pathLst>
            </a:cu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690" name="Google Shape;2690;g3b3d817690b_0_279"/>
            <p:cNvSpPr/>
            <p:nvPr/>
          </p:nvSpPr>
          <p:spPr>
            <a:xfrm>
              <a:off x="6497925" y="4391525"/>
              <a:ext cx="125725" cy="97375"/>
            </a:xfrm>
            <a:custGeom>
              <a:rect b="b" l="l" r="r" t="t"/>
              <a:pathLst>
                <a:path extrusionOk="0" h="3895" w="5029">
                  <a:moveTo>
                    <a:pt x="4062" y="0"/>
                  </a:moveTo>
                  <a:cubicBezTo>
                    <a:pt x="3557" y="0"/>
                    <a:pt x="2937" y="491"/>
                    <a:pt x="2445" y="491"/>
                  </a:cubicBezTo>
                  <a:cubicBezTo>
                    <a:pt x="2234" y="491"/>
                    <a:pt x="2046" y="401"/>
                    <a:pt x="1901" y="144"/>
                  </a:cubicBezTo>
                  <a:cubicBezTo>
                    <a:pt x="0" y="403"/>
                    <a:pt x="570" y="1975"/>
                    <a:pt x="225" y="2960"/>
                  </a:cubicBezTo>
                  <a:cubicBezTo>
                    <a:pt x="38" y="3485"/>
                    <a:pt x="566" y="3894"/>
                    <a:pt x="1172" y="3894"/>
                  </a:cubicBezTo>
                  <a:cubicBezTo>
                    <a:pt x="1185" y="3894"/>
                    <a:pt x="1197" y="3894"/>
                    <a:pt x="1210" y="3894"/>
                  </a:cubicBezTo>
                  <a:cubicBezTo>
                    <a:pt x="2298" y="3876"/>
                    <a:pt x="5029" y="1630"/>
                    <a:pt x="4804" y="783"/>
                  </a:cubicBezTo>
                  <a:cubicBezTo>
                    <a:pt x="4638" y="185"/>
                    <a:pt x="4372" y="0"/>
                    <a:pt x="4062" y="0"/>
                  </a:cubicBezTo>
                  <a:close/>
                </a:path>
              </a:pathLst>
            </a:cu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691" name="Google Shape;2691;g3b3d817690b_0_279"/>
            <p:cNvSpPr/>
            <p:nvPr/>
          </p:nvSpPr>
          <p:spPr>
            <a:xfrm>
              <a:off x="5334875" y="2906300"/>
              <a:ext cx="82100" cy="128050"/>
            </a:xfrm>
            <a:custGeom>
              <a:rect b="b" l="l" r="r" t="t"/>
              <a:pathLst>
                <a:path extrusionOk="0" h="5122" w="3284">
                  <a:moveTo>
                    <a:pt x="519" y="1"/>
                  </a:moveTo>
                  <a:lnTo>
                    <a:pt x="380" y="139"/>
                  </a:lnTo>
                  <a:cubicBezTo>
                    <a:pt x="104" y="1452"/>
                    <a:pt x="0" y="2766"/>
                    <a:pt x="380" y="4062"/>
                  </a:cubicBezTo>
                  <a:cubicBezTo>
                    <a:pt x="534" y="4660"/>
                    <a:pt x="796" y="5122"/>
                    <a:pt x="1420" y="5122"/>
                  </a:cubicBezTo>
                  <a:cubicBezTo>
                    <a:pt x="1500" y="5122"/>
                    <a:pt x="1585" y="5114"/>
                    <a:pt x="1676" y="5099"/>
                  </a:cubicBezTo>
                  <a:cubicBezTo>
                    <a:pt x="2471" y="4978"/>
                    <a:pt x="3284" y="4408"/>
                    <a:pt x="3111" y="3734"/>
                  </a:cubicBezTo>
                  <a:cubicBezTo>
                    <a:pt x="2748" y="2213"/>
                    <a:pt x="2108" y="744"/>
                    <a:pt x="519" y="1"/>
                  </a:cubicBezTo>
                  <a:close/>
                </a:path>
              </a:pathLst>
            </a:cu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692" name="Google Shape;2692;g3b3d817690b_0_279"/>
            <p:cNvSpPr/>
            <p:nvPr/>
          </p:nvSpPr>
          <p:spPr>
            <a:xfrm>
              <a:off x="4869125" y="997550"/>
              <a:ext cx="160750" cy="66150"/>
            </a:xfrm>
            <a:custGeom>
              <a:rect b="b" l="l" r="r" t="t"/>
              <a:pathLst>
                <a:path extrusionOk="0" h="2646" w="6430">
                  <a:moveTo>
                    <a:pt x="1040" y="1"/>
                  </a:moveTo>
                  <a:cubicBezTo>
                    <a:pt x="589" y="1"/>
                    <a:pt x="239" y="358"/>
                    <a:pt x="104" y="814"/>
                  </a:cubicBezTo>
                  <a:cubicBezTo>
                    <a:pt x="1" y="1108"/>
                    <a:pt x="191" y="1419"/>
                    <a:pt x="502" y="1470"/>
                  </a:cubicBezTo>
                  <a:cubicBezTo>
                    <a:pt x="1971" y="1885"/>
                    <a:pt x="3440" y="2283"/>
                    <a:pt x="4736" y="2646"/>
                  </a:cubicBezTo>
                  <a:cubicBezTo>
                    <a:pt x="5427" y="2611"/>
                    <a:pt x="5928" y="2611"/>
                    <a:pt x="6239" y="2127"/>
                  </a:cubicBezTo>
                  <a:cubicBezTo>
                    <a:pt x="6429" y="1851"/>
                    <a:pt x="6308" y="1470"/>
                    <a:pt x="6066" y="1419"/>
                  </a:cubicBezTo>
                  <a:cubicBezTo>
                    <a:pt x="4373" y="1021"/>
                    <a:pt x="2852" y="36"/>
                    <a:pt x="1072" y="2"/>
                  </a:cubicBezTo>
                  <a:cubicBezTo>
                    <a:pt x="1061" y="1"/>
                    <a:pt x="1051" y="1"/>
                    <a:pt x="1040" y="1"/>
                  </a:cubicBezTo>
                  <a:close/>
                </a:path>
              </a:pathLst>
            </a:cu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693" name="Google Shape;2693;g3b3d817690b_0_279"/>
            <p:cNvSpPr/>
            <p:nvPr/>
          </p:nvSpPr>
          <p:spPr>
            <a:xfrm>
              <a:off x="3763550" y="998475"/>
              <a:ext cx="117975" cy="55725"/>
            </a:xfrm>
            <a:custGeom>
              <a:rect b="b" l="l" r="r" t="t"/>
              <a:pathLst>
                <a:path extrusionOk="0" h="2229" w="4719">
                  <a:moveTo>
                    <a:pt x="747" y="0"/>
                  </a:moveTo>
                  <a:cubicBezTo>
                    <a:pt x="407" y="0"/>
                    <a:pt x="65" y="161"/>
                    <a:pt x="18" y="690"/>
                  </a:cubicBezTo>
                  <a:cubicBezTo>
                    <a:pt x="0" y="863"/>
                    <a:pt x="190" y="1053"/>
                    <a:pt x="277" y="1243"/>
                  </a:cubicBezTo>
                  <a:lnTo>
                    <a:pt x="2333" y="2228"/>
                  </a:lnTo>
                  <a:cubicBezTo>
                    <a:pt x="2437" y="2220"/>
                    <a:pt x="2541" y="2220"/>
                    <a:pt x="2644" y="2220"/>
                  </a:cubicBezTo>
                  <a:cubicBezTo>
                    <a:pt x="2748" y="2220"/>
                    <a:pt x="2852" y="2220"/>
                    <a:pt x="2955" y="2211"/>
                  </a:cubicBezTo>
                  <a:cubicBezTo>
                    <a:pt x="3647" y="2142"/>
                    <a:pt x="4718" y="2090"/>
                    <a:pt x="4511" y="1261"/>
                  </a:cubicBezTo>
                  <a:cubicBezTo>
                    <a:pt x="4255" y="308"/>
                    <a:pt x="3582" y="187"/>
                    <a:pt x="2842" y="187"/>
                  </a:cubicBezTo>
                  <a:cubicBezTo>
                    <a:pt x="2589" y="187"/>
                    <a:pt x="2328" y="201"/>
                    <a:pt x="2074" y="201"/>
                  </a:cubicBezTo>
                  <a:cubicBezTo>
                    <a:pt x="1762" y="201"/>
                    <a:pt x="1460" y="180"/>
                    <a:pt x="1193" y="85"/>
                  </a:cubicBezTo>
                  <a:cubicBezTo>
                    <a:pt x="1066" y="36"/>
                    <a:pt x="907" y="0"/>
                    <a:pt x="747" y="0"/>
                  </a:cubicBezTo>
                  <a:close/>
                </a:path>
              </a:pathLst>
            </a:cu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694" name="Google Shape;2694;g3b3d817690b_0_279"/>
            <p:cNvSpPr/>
            <p:nvPr/>
          </p:nvSpPr>
          <p:spPr>
            <a:xfrm>
              <a:off x="6244750" y="3463175"/>
              <a:ext cx="127900" cy="76650"/>
            </a:xfrm>
            <a:custGeom>
              <a:rect b="b" l="l" r="r" t="t"/>
              <a:pathLst>
                <a:path extrusionOk="0" h="3066" w="5116">
                  <a:moveTo>
                    <a:pt x="4184" y="1"/>
                  </a:moveTo>
                  <a:cubicBezTo>
                    <a:pt x="4093" y="1"/>
                    <a:pt x="4000" y="13"/>
                    <a:pt x="3906" y="36"/>
                  </a:cubicBezTo>
                  <a:cubicBezTo>
                    <a:pt x="3232" y="209"/>
                    <a:pt x="2575" y="416"/>
                    <a:pt x="1918" y="641"/>
                  </a:cubicBezTo>
                  <a:lnTo>
                    <a:pt x="1936" y="641"/>
                  </a:lnTo>
                  <a:cubicBezTo>
                    <a:pt x="1659" y="848"/>
                    <a:pt x="1383" y="1038"/>
                    <a:pt x="1089" y="1194"/>
                  </a:cubicBezTo>
                  <a:cubicBezTo>
                    <a:pt x="432" y="1505"/>
                    <a:pt x="0" y="2093"/>
                    <a:pt x="311" y="2680"/>
                  </a:cubicBezTo>
                  <a:cubicBezTo>
                    <a:pt x="460" y="2964"/>
                    <a:pt x="650" y="3065"/>
                    <a:pt x="856" y="3065"/>
                  </a:cubicBezTo>
                  <a:cubicBezTo>
                    <a:pt x="1178" y="3065"/>
                    <a:pt x="1537" y="2818"/>
                    <a:pt x="1832" y="2628"/>
                  </a:cubicBezTo>
                  <a:cubicBezTo>
                    <a:pt x="2558" y="2093"/>
                    <a:pt x="3370" y="1695"/>
                    <a:pt x="4234" y="1436"/>
                  </a:cubicBezTo>
                  <a:cubicBezTo>
                    <a:pt x="4631" y="1332"/>
                    <a:pt x="5115" y="1108"/>
                    <a:pt x="4994" y="606"/>
                  </a:cubicBezTo>
                  <a:cubicBezTo>
                    <a:pt x="4883" y="203"/>
                    <a:pt x="4559" y="1"/>
                    <a:pt x="4184" y="1"/>
                  </a:cubicBezTo>
                  <a:close/>
                </a:path>
              </a:pathLst>
            </a:cu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695" name="Google Shape;2695;g3b3d817690b_0_279"/>
            <p:cNvSpPr/>
            <p:nvPr/>
          </p:nvSpPr>
          <p:spPr>
            <a:xfrm>
              <a:off x="6286725" y="2464325"/>
              <a:ext cx="67775" cy="93850"/>
            </a:xfrm>
            <a:custGeom>
              <a:rect b="b" l="l" r="r" t="t"/>
              <a:pathLst>
                <a:path extrusionOk="0" h="3754" w="2711">
                  <a:moveTo>
                    <a:pt x="1532" y="0"/>
                  </a:moveTo>
                  <a:cubicBezTo>
                    <a:pt x="1516" y="0"/>
                    <a:pt x="1500" y="0"/>
                    <a:pt x="1484" y="1"/>
                  </a:cubicBezTo>
                  <a:cubicBezTo>
                    <a:pt x="187" y="53"/>
                    <a:pt x="239" y="1332"/>
                    <a:pt x="101" y="2265"/>
                  </a:cubicBezTo>
                  <a:cubicBezTo>
                    <a:pt x="1" y="3066"/>
                    <a:pt x="465" y="3754"/>
                    <a:pt x="1243" y="3754"/>
                  </a:cubicBezTo>
                  <a:cubicBezTo>
                    <a:pt x="1271" y="3754"/>
                    <a:pt x="1299" y="3753"/>
                    <a:pt x="1328" y="3751"/>
                  </a:cubicBezTo>
                  <a:cubicBezTo>
                    <a:pt x="2711" y="3682"/>
                    <a:pt x="1967" y="2403"/>
                    <a:pt x="2313" y="1815"/>
                  </a:cubicBezTo>
                  <a:cubicBezTo>
                    <a:pt x="2228" y="1050"/>
                    <a:pt x="2528" y="0"/>
                    <a:pt x="1532" y="0"/>
                  </a:cubicBezTo>
                  <a:close/>
                </a:path>
              </a:pathLst>
            </a:cu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696" name="Google Shape;2696;g3b3d817690b_0_279"/>
            <p:cNvSpPr/>
            <p:nvPr/>
          </p:nvSpPr>
          <p:spPr>
            <a:xfrm>
              <a:off x="6279300" y="2861375"/>
              <a:ext cx="75625" cy="97275"/>
            </a:xfrm>
            <a:custGeom>
              <a:rect b="b" l="l" r="r" t="t"/>
              <a:pathLst>
                <a:path extrusionOk="0" h="3891" w="3025">
                  <a:moveTo>
                    <a:pt x="2403" y="1"/>
                  </a:moveTo>
                  <a:cubicBezTo>
                    <a:pt x="2178" y="1"/>
                    <a:pt x="1971" y="104"/>
                    <a:pt x="1850" y="277"/>
                  </a:cubicBezTo>
                  <a:cubicBezTo>
                    <a:pt x="1504" y="1193"/>
                    <a:pt x="882" y="1884"/>
                    <a:pt x="277" y="2610"/>
                  </a:cubicBezTo>
                  <a:cubicBezTo>
                    <a:pt x="35" y="2869"/>
                    <a:pt x="1" y="3284"/>
                    <a:pt x="208" y="3578"/>
                  </a:cubicBezTo>
                  <a:cubicBezTo>
                    <a:pt x="326" y="3766"/>
                    <a:pt x="507" y="3890"/>
                    <a:pt x="682" y="3890"/>
                  </a:cubicBezTo>
                  <a:cubicBezTo>
                    <a:pt x="764" y="3890"/>
                    <a:pt x="845" y="3863"/>
                    <a:pt x="916" y="3802"/>
                  </a:cubicBezTo>
                  <a:cubicBezTo>
                    <a:pt x="1815" y="3128"/>
                    <a:pt x="2731" y="2420"/>
                    <a:pt x="3025" y="1452"/>
                  </a:cubicBezTo>
                  <a:cubicBezTo>
                    <a:pt x="2973" y="744"/>
                    <a:pt x="2921" y="225"/>
                    <a:pt x="2403" y="1"/>
                  </a:cubicBezTo>
                  <a:close/>
                </a:path>
              </a:pathLst>
            </a:cu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697" name="Google Shape;2697;g3b3d817690b_0_279"/>
            <p:cNvSpPr/>
            <p:nvPr/>
          </p:nvSpPr>
          <p:spPr>
            <a:xfrm>
              <a:off x="4145025" y="994975"/>
              <a:ext cx="111500" cy="47325"/>
            </a:xfrm>
            <a:custGeom>
              <a:rect b="b" l="l" r="r" t="t"/>
              <a:pathLst>
                <a:path extrusionOk="0" h="1893" w="4460">
                  <a:moveTo>
                    <a:pt x="1539" y="105"/>
                  </a:moveTo>
                  <a:cubicBezTo>
                    <a:pt x="969" y="243"/>
                    <a:pt x="139" y="1"/>
                    <a:pt x="70" y="744"/>
                  </a:cubicBezTo>
                  <a:cubicBezTo>
                    <a:pt x="1" y="1418"/>
                    <a:pt x="813" y="1418"/>
                    <a:pt x="1332" y="1556"/>
                  </a:cubicBezTo>
                  <a:cubicBezTo>
                    <a:pt x="1764" y="1677"/>
                    <a:pt x="2213" y="1764"/>
                    <a:pt x="2645" y="1815"/>
                  </a:cubicBezTo>
                  <a:cubicBezTo>
                    <a:pt x="2898" y="1847"/>
                    <a:pt x="3179" y="1893"/>
                    <a:pt x="3440" y="1893"/>
                  </a:cubicBezTo>
                  <a:cubicBezTo>
                    <a:pt x="3890" y="1893"/>
                    <a:pt x="4279" y="1756"/>
                    <a:pt x="4356" y="1176"/>
                  </a:cubicBezTo>
                  <a:cubicBezTo>
                    <a:pt x="4459" y="346"/>
                    <a:pt x="3561" y="416"/>
                    <a:pt x="2956" y="329"/>
                  </a:cubicBezTo>
                  <a:lnTo>
                    <a:pt x="1539" y="105"/>
                  </a:lnTo>
                  <a:close/>
                </a:path>
              </a:pathLst>
            </a:cu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698" name="Google Shape;2698;g3b3d817690b_0_279"/>
            <p:cNvSpPr/>
            <p:nvPr/>
          </p:nvSpPr>
          <p:spPr>
            <a:xfrm>
              <a:off x="7213625" y="3803350"/>
              <a:ext cx="74075" cy="80050"/>
            </a:xfrm>
            <a:custGeom>
              <a:rect b="b" l="l" r="r" t="t"/>
              <a:pathLst>
                <a:path extrusionOk="0" h="3202" w="2963">
                  <a:moveTo>
                    <a:pt x="573" y="1"/>
                  </a:moveTo>
                  <a:cubicBezTo>
                    <a:pt x="233" y="1"/>
                    <a:pt x="0" y="333"/>
                    <a:pt x="59" y="704"/>
                  </a:cubicBezTo>
                  <a:cubicBezTo>
                    <a:pt x="284" y="1965"/>
                    <a:pt x="1096" y="2777"/>
                    <a:pt x="2289" y="3175"/>
                  </a:cubicBezTo>
                  <a:cubicBezTo>
                    <a:pt x="2343" y="3193"/>
                    <a:pt x="2395" y="3202"/>
                    <a:pt x="2445" y="3202"/>
                  </a:cubicBezTo>
                  <a:cubicBezTo>
                    <a:pt x="2729" y="3202"/>
                    <a:pt x="2933" y="2914"/>
                    <a:pt x="2963" y="2414"/>
                  </a:cubicBezTo>
                  <a:cubicBezTo>
                    <a:pt x="2341" y="1619"/>
                    <a:pt x="1960" y="427"/>
                    <a:pt x="751" y="30"/>
                  </a:cubicBezTo>
                  <a:cubicBezTo>
                    <a:pt x="689" y="10"/>
                    <a:pt x="630" y="1"/>
                    <a:pt x="573" y="1"/>
                  </a:cubicBezTo>
                  <a:close/>
                </a:path>
              </a:pathLst>
            </a:cu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699" name="Google Shape;2699;g3b3d817690b_0_279"/>
            <p:cNvSpPr/>
            <p:nvPr/>
          </p:nvSpPr>
          <p:spPr>
            <a:xfrm>
              <a:off x="6542025" y="3118350"/>
              <a:ext cx="66075" cy="79800"/>
            </a:xfrm>
            <a:custGeom>
              <a:rect b="b" l="l" r="r" t="t"/>
              <a:pathLst>
                <a:path extrusionOk="0" h="3192" w="2643">
                  <a:moveTo>
                    <a:pt x="1295" y="1"/>
                  </a:moveTo>
                  <a:cubicBezTo>
                    <a:pt x="1273" y="1"/>
                    <a:pt x="1250" y="2"/>
                    <a:pt x="1226" y="4"/>
                  </a:cubicBezTo>
                  <a:cubicBezTo>
                    <a:pt x="275" y="108"/>
                    <a:pt x="51" y="954"/>
                    <a:pt x="33" y="1732"/>
                  </a:cubicBezTo>
                  <a:cubicBezTo>
                    <a:pt x="1" y="2354"/>
                    <a:pt x="200" y="3192"/>
                    <a:pt x="910" y="3192"/>
                  </a:cubicBezTo>
                  <a:cubicBezTo>
                    <a:pt x="950" y="3192"/>
                    <a:pt x="992" y="3189"/>
                    <a:pt x="1036" y="3184"/>
                  </a:cubicBezTo>
                  <a:cubicBezTo>
                    <a:pt x="2643" y="2959"/>
                    <a:pt x="1640" y="1767"/>
                    <a:pt x="1640" y="1110"/>
                  </a:cubicBezTo>
                  <a:cubicBezTo>
                    <a:pt x="1740" y="547"/>
                    <a:pt x="1792" y="1"/>
                    <a:pt x="1295" y="1"/>
                  </a:cubicBezTo>
                  <a:close/>
                </a:path>
              </a:pathLst>
            </a:cu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700" name="Google Shape;2700;g3b3d817690b_0_279"/>
            <p:cNvSpPr/>
            <p:nvPr/>
          </p:nvSpPr>
          <p:spPr>
            <a:xfrm>
              <a:off x="4278100" y="987200"/>
              <a:ext cx="87225" cy="50150"/>
            </a:xfrm>
            <a:custGeom>
              <a:rect b="b" l="l" r="r" t="t"/>
              <a:pathLst>
                <a:path extrusionOk="0" h="2006" w="3489">
                  <a:moveTo>
                    <a:pt x="2519" y="46"/>
                  </a:moveTo>
                  <a:cubicBezTo>
                    <a:pt x="2407" y="46"/>
                    <a:pt x="2296" y="60"/>
                    <a:pt x="2195" y="87"/>
                  </a:cubicBezTo>
                  <a:cubicBezTo>
                    <a:pt x="1435" y="312"/>
                    <a:pt x="191" y="1"/>
                    <a:pt x="87" y="1107"/>
                  </a:cubicBezTo>
                  <a:cubicBezTo>
                    <a:pt x="1" y="1798"/>
                    <a:pt x="986" y="1746"/>
                    <a:pt x="1642" y="1781"/>
                  </a:cubicBezTo>
                  <a:cubicBezTo>
                    <a:pt x="2299" y="1556"/>
                    <a:pt x="3422" y="2005"/>
                    <a:pt x="3474" y="813"/>
                  </a:cubicBezTo>
                  <a:cubicBezTo>
                    <a:pt x="3488" y="284"/>
                    <a:pt x="2986" y="46"/>
                    <a:pt x="2519" y="46"/>
                  </a:cubicBezTo>
                  <a:close/>
                </a:path>
              </a:pathLst>
            </a:cu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701" name="Google Shape;2701;g3b3d817690b_0_279"/>
            <p:cNvSpPr/>
            <p:nvPr/>
          </p:nvSpPr>
          <p:spPr>
            <a:xfrm>
              <a:off x="6595650" y="1204100"/>
              <a:ext cx="81075" cy="41800"/>
            </a:xfrm>
            <a:custGeom>
              <a:rect b="b" l="l" r="r" t="t"/>
              <a:pathLst>
                <a:path extrusionOk="0" h="1672" w="3243">
                  <a:moveTo>
                    <a:pt x="1466" y="121"/>
                  </a:moveTo>
                  <a:cubicBezTo>
                    <a:pt x="1366" y="163"/>
                    <a:pt x="1241" y="173"/>
                    <a:pt x="1106" y="173"/>
                  </a:cubicBezTo>
                  <a:cubicBezTo>
                    <a:pt x="987" y="173"/>
                    <a:pt x="861" y="165"/>
                    <a:pt x="738" y="165"/>
                  </a:cubicBezTo>
                  <a:cubicBezTo>
                    <a:pt x="371" y="165"/>
                    <a:pt x="34" y="234"/>
                    <a:pt x="14" y="778"/>
                  </a:cubicBezTo>
                  <a:cubicBezTo>
                    <a:pt x="0" y="1593"/>
                    <a:pt x="628" y="1660"/>
                    <a:pt x="1232" y="1660"/>
                  </a:cubicBezTo>
                  <a:cubicBezTo>
                    <a:pt x="1352" y="1660"/>
                    <a:pt x="1472" y="1658"/>
                    <a:pt x="1585" y="1658"/>
                  </a:cubicBezTo>
                  <a:cubicBezTo>
                    <a:pt x="1627" y="1658"/>
                    <a:pt x="1668" y="1658"/>
                    <a:pt x="1708" y="1659"/>
                  </a:cubicBezTo>
                  <a:cubicBezTo>
                    <a:pt x="1826" y="1666"/>
                    <a:pt x="1954" y="1672"/>
                    <a:pt x="2085" y="1672"/>
                  </a:cubicBezTo>
                  <a:cubicBezTo>
                    <a:pt x="2644" y="1672"/>
                    <a:pt x="3242" y="1563"/>
                    <a:pt x="3228" y="933"/>
                  </a:cubicBezTo>
                  <a:cubicBezTo>
                    <a:pt x="3194" y="0"/>
                    <a:pt x="2209" y="207"/>
                    <a:pt x="1466" y="121"/>
                  </a:cubicBezTo>
                  <a:close/>
                </a:path>
              </a:pathLst>
            </a:cu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702" name="Google Shape;2702;g3b3d817690b_0_279"/>
            <p:cNvSpPr/>
            <p:nvPr/>
          </p:nvSpPr>
          <p:spPr>
            <a:xfrm>
              <a:off x="5040350" y="1034625"/>
              <a:ext cx="81550" cy="46975"/>
            </a:xfrm>
            <a:custGeom>
              <a:rect b="b" l="l" r="r" t="t"/>
              <a:pathLst>
                <a:path extrusionOk="0" h="1879" w="3262">
                  <a:moveTo>
                    <a:pt x="1625" y="1"/>
                  </a:moveTo>
                  <a:cubicBezTo>
                    <a:pt x="803" y="1"/>
                    <a:pt x="279" y="461"/>
                    <a:pt x="99" y="1249"/>
                  </a:cubicBezTo>
                  <a:cubicBezTo>
                    <a:pt x="0" y="1616"/>
                    <a:pt x="339" y="1879"/>
                    <a:pt x="645" y="1879"/>
                  </a:cubicBezTo>
                  <a:cubicBezTo>
                    <a:pt x="714" y="1879"/>
                    <a:pt x="781" y="1865"/>
                    <a:pt x="842" y="1837"/>
                  </a:cubicBezTo>
                  <a:cubicBezTo>
                    <a:pt x="1620" y="1474"/>
                    <a:pt x="2829" y="1750"/>
                    <a:pt x="3106" y="800"/>
                  </a:cubicBezTo>
                  <a:cubicBezTo>
                    <a:pt x="3261" y="229"/>
                    <a:pt x="2363" y="22"/>
                    <a:pt x="1758" y="5"/>
                  </a:cubicBezTo>
                  <a:cubicBezTo>
                    <a:pt x="1713" y="2"/>
                    <a:pt x="1668" y="1"/>
                    <a:pt x="1625" y="1"/>
                  </a:cubicBezTo>
                  <a:close/>
                </a:path>
              </a:pathLst>
            </a:cu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703" name="Google Shape;2703;g3b3d817690b_0_279"/>
            <p:cNvSpPr/>
            <p:nvPr/>
          </p:nvSpPr>
          <p:spPr>
            <a:xfrm>
              <a:off x="6380950" y="3302475"/>
              <a:ext cx="77800" cy="40225"/>
            </a:xfrm>
            <a:custGeom>
              <a:rect b="b" l="l" r="r" t="t"/>
              <a:pathLst>
                <a:path extrusionOk="0" h="1609" w="3112">
                  <a:moveTo>
                    <a:pt x="843" y="80"/>
                  </a:moveTo>
                  <a:cubicBezTo>
                    <a:pt x="352" y="80"/>
                    <a:pt x="1" y="466"/>
                    <a:pt x="65" y="882"/>
                  </a:cubicBezTo>
                  <a:cubicBezTo>
                    <a:pt x="161" y="1545"/>
                    <a:pt x="602" y="1578"/>
                    <a:pt x="1054" y="1578"/>
                  </a:cubicBezTo>
                  <a:cubicBezTo>
                    <a:pt x="1103" y="1578"/>
                    <a:pt x="1152" y="1577"/>
                    <a:pt x="1201" y="1577"/>
                  </a:cubicBezTo>
                  <a:cubicBezTo>
                    <a:pt x="1347" y="1577"/>
                    <a:pt x="1491" y="1581"/>
                    <a:pt x="1620" y="1608"/>
                  </a:cubicBezTo>
                  <a:cubicBezTo>
                    <a:pt x="1746" y="1549"/>
                    <a:pt x="1903" y="1535"/>
                    <a:pt x="2065" y="1535"/>
                  </a:cubicBezTo>
                  <a:cubicBezTo>
                    <a:pt x="2212" y="1535"/>
                    <a:pt x="2363" y="1547"/>
                    <a:pt x="2502" y="1547"/>
                  </a:cubicBezTo>
                  <a:cubicBezTo>
                    <a:pt x="2845" y="1547"/>
                    <a:pt x="3112" y="1478"/>
                    <a:pt x="3037" y="1003"/>
                  </a:cubicBezTo>
                  <a:cubicBezTo>
                    <a:pt x="2882" y="1"/>
                    <a:pt x="1741" y="191"/>
                    <a:pt x="963" y="87"/>
                  </a:cubicBezTo>
                  <a:cubicBezTo>
                    <a:pt x="923" y="82"/>
                    <a:pt x="882" y="80"/>
                    <a:pt x="843" y="80"/>
                  </a:cubicBezTo>
                  <a:close/>
                </a:path>
              </a:pathLst>
            </a:cu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704" name="Google Shape;2704;g3b3d817690b_0_279"/>
            <p:cNvSpPr/>
            <p:nvPr/>
          </p:nvSpPr>
          <p:spPr>
            <a:xfrm>
              <a:off x="4384825" y="996700"/>
              <a:ext cx="62025" cy="39775"/>
            </a:xfrm>
            <a:custGeom>
              <a:rect b="b" l="l" r="r" t="t"/>
              <a:pathLst>
                <a:path extrusionOk="0" h="1591" w="2481">
                  <a:moveTo>
                    <a:pt x="1811" y="155"/>
                  </a:moveTo>
                  <a:cubicBezTo>
                    <a:pt x="1713" y="155"/>
                    <a:pt x="1613" y="168"/>
                    <a:pt x="1521" y="191"/>
                  </a:cubicBezTo>
                  <a:cubicBezTo>
                    <a:pt x="985" y="312"/>
                    <a:pt x="121" y="1"/>
                    <a:pt x="52" y="917"/>
                  </a:cubicBezTo>
                  <a:cubicBezTo>
                    <a:pt x="0" y="1487"/>
                    <a:pt x="536" y="1574"/>
                    <a:pt x="1054" y="1591"/>
                  </a:cubicBezTo>
                  <a:cubicBezTo>
                    <a:pt x="1573" y="1418"/>
                    <a:pt x="2385" y="1556"/>
                    <a:pt x="2454" y="727"/>
                  </a:cubicBezTo>
                  <a:cubicBezTo>
                    <a:pt x="2481" y="311"/>
                    <a:pt x="2153" y="155"/>
                    <a:pt x="1811" y="155"/>
                  </a:cubicBezTo>
                  <a:close/>
                </a:path>
              </a:pathLst>
            </a:cu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705" name="Google Shape;2705;g3b3d817690b_0_279"/>
            <p:cNvSpPr/>
            <p:nvPr/>
          </p:nvSpPr>
          <p:spPr>
            <a:xfrm>
              <a:off x="2100625" y="1004500"/>
              <a:ext cx="520200" cy="95050"/>
            </a:xfrm>
            <a:custGeom>
              <a:rect b="b" l="l" r="r" t="t"/>
              <a:pathLst>
                <a:path extrusionOk="0" h="3802" w="20808">
                  <a:moveTo>
                    <a:pt x="20756" y="0"/>
                  </a:moveTo>
                  <a:lnTo>
                    <a:pt x="20738" y="17"/>
                  </a:lnTo>
                  <a:lnTo>
                    <a:pt x="20773" y="17"/>
                  </a:lnTo>
                  <a:lnTo>
                    <a:pt x="20808" y="0"/>
                  </a:lnTo>
                  <a:close/>
                  <a:moveTo>
                    <a:pt x="1" y="3785"/>
                  </a:moveTo>
                  <a:lnTo>
                    <a:pt x="1" y="3802"/>
                  </a:lnTo>
                  <a:lnTo>
                    <a:pt x="18" y="3802"/>
                  </a:lnTo>
                  <a:lnTo>
                    <a:pt x="18" y="3785"/>
                  </a:lnTo>
                  <a:close/>
                </a:path>
              </a:pathLst>
            </a:cu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706" name="Google Shape;2706;g3b3d817690b_0_279"/>
            <p:cNvSpPr/>
            <p:nvPr/>
          </p:nvSpPr>
          <p:spPr>
            <a:xfrm>
              <a:off x="233350" y="949250"/>
              <a:ext cx="3232550" cy="3802300"/>
            </a:xfrm>
            <a:custGeom>
              <a:rect b="b" l="l" r="r" t="t"/>
              <a:pathLst>
                <a:path extrusionOk="0" h="152092" w="129302">
                  <a:moveTo>
                    <a:pt x="97270" y="1644"/>
                  </a:moveTo>
                  <a:cubicBezTo>
                    <a:pt x="97347" y="1644"/>
                    <a:pt x="97424" y="1648"/>
                    <a:pt x="97503" y="1657"/>
                  </a:cubicBezTo>
                  <a:cubicBezTo>
                    <a:pt x="97555" y="1674"/>
                    <a:pt x="97607" y="1692"/>
                    <a:pt x="97642" y="1709"/>
                  </a:cubicBezTo>
                  <a:lnTo>
                    <a:pt x="95601" y="2170"/>
                  </a:lnTo>
                  <a:lnTo>
                    <a:pt x="95601" y="2170"/>
                  </a:lnTo>
                  <a:cubicBezTo>
                    <a:pt x="96129" y="1917"/>
                    <a:pt x="96661" y="1644"/>
                    <a:pt x="97270" y="1644"/>
                  </a:cubicBezTo>
                  <a:close/>
                  <a:moveTo>
                    <a:pt x="95473" y="2210"/>
                  </a:moveTo>
                  <a:lnTo>
                    <a:pt x="95447" y="2227"/>
                  </a:lnTo>
                  <a:lnTo>
                    <a:pt x="95429" y="2227"/>
                  </a:lnTo>
                  <a:lnTo>
                    <a:pt x="95464" y="2210"/>
                  </a:lnTo>
                  <a:close/>
                  <a:moveTo>
                    <a:pt x="68358" y="8951"/>
                  </a:moveTo>
                  <a:cubicBezTo>
                    <a:pt x="68553" y="8951"/>
                    <a:pt x="68761" y="9049"/>
                    <a:pt x="68989" y="9313"/>
                  </a:cubicBezTo>
                  <a:cubicBezTo>
                    <a:pt x="69208" y="9280"/>
                    <a:pt x="69420" y="9268"/>
                    <a:pt x="69634" y="9268"/>
                  </a:cubicBezTo>
                  <a:cubicBezTo>
                    <a:pt x="69758" y="9268"/>
                    <a:pt x="69882" y="9272"/>
                    <a:pt x="70008" y="9278"/>
                  </a:cubicBezTo>
                  <a:cubicBezTo>
                    <a:pt x="70061" y="9286"/>
                    <a:pt x="70117" y="9289"/>
                    <a:pt x="70177" y="9289"/>
                  </a:cubicBezTo>
                  <a:cubicBezTo>
                    <a:pt x="70522" y="9289"/>
                    <a:pt x="70965" y="9176"/>
                    <a:pt x="71318" y="9176"/>
                  </a:cubicBezTo>
                  <a:cubicBezTo>
                    <a:pt x="71841" y="9176"/>
                    <a:pt x="72167" y="9425"/>
                    <a:pt x="71685" y="10661"/>
                  </a:cubicBezTo>
                  <a:cubicBezTo>
                    <a:pt x="71581" y="10937"/>
                    <a:pt x="71823" y="11265"/>
                    <a:pt x="72151" y="11386"/>
                  </a:cubicBezTo>
                  <a:cubicBezTo>
                    <a:pt x="72428" y="11438"/>
                    <a:pt x="72722" y="11490"/>
                    <a:pt x="72998" y="11507"/>
                  </a:cubicBezTo>
                  <a:cubicBezTo>
                    <a:pt x="72652" y="11922"/>
                    <a:pt x="72359" y="12406"/>
                    <a:pt x="71927" y="12717"/>
                  </a:cubicBezTo>
                  <a:cubicBezTo>
                    <a:pt x="71831" y="12786"/>
                    <a:pt x="71741" y="12813"/>
                    <a:pt x="71654" y="12813"/>
                  </a:cubicBezTo>
                  <a:cubicBezTo>
                    <a:pt x="71349" y="12813"/>
                    <a:pt x="71090" y="12473"/>
                    <a:pt x="70821" y="12406"/>
                  </a:cubicBezTo>
                  <a:cubicBezTo>
                    <a:pt x="69127" y="11939"/>
                    <a:pt x="69334" y="10488"/>
                    <a:pt x="68989" y="9313"/>
                  </a:cubicBezTo>
                  <a:lnTo>
                    <a:pt x="67330" y="9520"/>
                  </a:lnTo>
                  <a:cubicBezTo>
                    <a:pt x="67668" y="9295"/>
                    <a:pt x="67992" y="8951"/>
                    <a:pt x="68358" y="8951"/>
                  </a:cubicBezTo>
                  <a:close/>
                  <a:moveTo>
                    <a:pt x="51546" y="12467"/>
                  </a:moveTo>
                  <a:cubicBezTo>
                    <a:pt x="51593" y="12467"/>
                    <a:pt x="51647" y="12470"/>
                    <a:pt x="51707" y="12475"/>
                  </a:cubicBezTo>
                  <a:cubicBezTo>
                    <a:pt x="51897" y="12648"/>
                    <a:pt x="52157" y="12890"/>
                    <a:pt x="52433" y="13115"/>
                  </a:cubicBezTo>
                  <a:cubicBezTo>
                    <a:pt x="52260" y="13270"/>
                    <a:pt x="52053" y="13374"/>
                    <a:pt x="51845" y="13460"/>
                  </a:cubicBezTo>
                  <a:cubicBezTo>
                    <a:pt x="51802" y="13467"/>
                    <a:pt x="51764" y="13470"/>
                    <a:pt x="51729" y="13470"/>
                  </a:cubicBezTo>
                  <a:cubicBezTo>
                    <a:pt x="51300" y="13470"/>
                    <a:pt x="51439" y="13007"/>
                    <a:pt x="51327" y="12752"/>
                  </a:cubicBezTo>
                  <a:cubicBezTo>
                    <a:pt x="51225" y="12548"/>
                    <a:pt x="51295" y="12467"/>
                    <a:pt x="51546" y="12467"/>
                  </a:cubicBezTo>
                  <a:close/>
                  <a:moveTo>
                    <a:pt x="55481" y="12549"/>
                  </a:moveTo>
                  <a:cubicBezTo>
                    <a:pt x="55526" y="12549"/>
                    <a:pt x="55570" y="12553"/>
                    <a:pt x="55613" y="12562"/>
                  </a:cubicBezTo>
                  <a:lnTo>
                    <a:pt x="54576" y="13789"/>
                  </a:lnTo>
                  <a:lnTo>
                    <a:pt x="53954" y="13184"/>
                  </a:lnTo>
                  <a:cubicBezTo>
                    <a:pt x="54420" y="12976"/>
                    <a:pt x="54870" y="12752"/>
                    <a:pt x="55336" y="12562"/>
                  </a:cubicBezTo>
                  <a:cubicBezTo>
                    <a:pt x="55388" y="12553"/>
                    <a:pt x="55436" y="12549"/>
                    <a:pt x="55481" y="12549"/>
                  </a:cubicBezTo>
                  <a:close/>
                  <a:moveTo>
                    <a:pt x="116966" y="0"/>
                  </a:moveTo>
                  <a:cubicBezTo>
                    <a:pt x="112339" y="0"/>
                    <a:pt x="107712" y="747"/>
                    <a:pt x="103085" y="1035"/>
                  </a:cubicBezTo>
                  <a:cubicBezTo>
                    <a:pt x="101910" y="1104"/>
                    <a:pt x="100735" y="983"/>
                    <a:pt x="99542" y="1260"/>
                  </a:cubicBezTo>
                  <a:cubicBezTo>
                    <a:pt x="99533" y="1262"/>
                    <a:pt x="99523" y="1263"/>
                    <a:pt x="99512" y="1263"/>
                  </a:cubicBezTo>
                  <a:cubicBezTo>
                    <a:pt x="99194" y="1263"/>
                    <a:pt x="98389" y="307"/>
                    <a:pt x="97503" y="240"/>
                  </a:cubicBezTo>
                  <a:cubicBezTo>
                    <a:pt x="96554" y="172"/>
                    <a:pt x="95607" y="143"/>
                    <a:pt x="94661" y="143"/>
                  </a:cubicBezTo>
                  <a:cubicBezTo>
                    <a:pt x="91541" y="143"/>
                    <a:pt x="88432" y="459"/>
                    <a:pt x="85303" y="724"/>
                  </a:cubicBezTo>
                  <a:cubicBezTo>
                    <a:pt x="83379" y="875"/>
                    <a:pt x="81549" y="1637"/>
                    <a:pt x="79578" y="1637"/>
                  </a:cubicBezTo>
                  <a:cubicBezTo>
                    <a:pt x="79300" y="1637"/>
                    <a:pt x="79020" y="1622"/>
                    <a:pt x="78736" y="1588"/>
                  </a:cubicBezTo>
                  <a:cubicBezTo>
                    <a:pt x="78573" y="1568"/>
                    <a:pt x="78403" y="1557"/>
                    <a:pt x="78229" y="1557"/>
                  </a:cubicBezTo>
                  <a:cubicBezTo>
                    <a:pt x="77349" y="1557"/>
                    <a:pt x="76386" y="1840"/>
                    <a:pt x="75953" y="2677"/>
                  </a:cubicBezTo>
                  <a:cubicBezTo>
                    <a:pt x="75538" y="3489"/>
                    <a:pt x="76333" y="4163"/>
                    <a:pt x="76956" y="4750"/>
                  </a:cubicBezTo>
                  <a:cubicBezTo>
                    <a:pt x="77215" y="4992"/>
                    <a:pt x="77232" y="5511"/>
                    <a:pt x="77370" y="5891"/>
                  </a:cubicBezTo>
                  <a:cubicBezTo>
                    <a:pt x="77348" y="5890"/>
                    <a:pt x="77325" y="5889"/>
                    <a:pt x="77301" y="5889"/>
                  </a:cubicBezTo>
                  <a:cubicBezTo>
                    <a:pt x="77154" y="5889"/>
                    <a:pt x="76988" y="5912"/>
                    <a:pt x="76844" y="5912"/>
                  </a:cubicBezTo>
                  <a:cubicBezTo>
                    <a:pt x="76726" y="5912"/>
                    <a:pt x="76623" y="5896"/>
                    <a:pt x="76558" y="5839"/>
                  </a:cubicBezTo>
                  <a:cubicBezTo>
                    <a:pt x="76285" y="5586"/>
                    <a:pt x="76034" y="5489"/>
                    <a:pt x="75796" y="5489"/>
                  </a:cubicBezTo>
                  <a:cubicBezTo>
                    <a:pt x="75417" y="5489"/>
                    <a:pt x="75070" y="5733"/>
                    <a:pt x="74709" y="5977"/>
                  </a:cubicBezTo>
                  <a:lnTo>
                    <a:pt x="74709" y="5995"/>
                  </a:lnTo>
                  <a:lnTo>
                    <a:pt x="74692" y="5995"/>
                  </a:lnTo>
                  <a:cubicBezTo>
                    <a:pt x="74415" y="6358"/>
                    <a:pt x="73707" y="6479"/>
                    <a:pt x="73897" y="7066"/>
                  </a:cubicBezTo>
                  <a:cubicBezTo>
                    <a:pt x="74104" y="7654"/>
                    <a:pt x="74761" y="7671"/>
                    <a:pt x="75331" y="7723"/>
                  </a:cubicBezTo>
                  <a:lnTo>
                    <a:pt x="75625" y="7723"/>
                  </a:lnTo>
                  <a:lnTo>
                    <a:pt x="77146" y="7982"/>
                  </a:lnTo>
                  <a:cubicBezTo>
                    <a:pt x="76904" y="8068"/>
                    <a:pt x="76662" y="8120"/>
                    <a:pt x="76403" y="8120"/>
                  </a:cubicBezTo>
                  <a:cubicBezTo>
                    <a:pt x="76178" y="8103"/>
                    <a:pt x="75970" y="7930"/>
                    <a:pt x="75729" y="7861"/>
                  </a:cubicBezTo>
                  <a:cubicBezTo>
                    <a:pt x="75594" y="7823"/>
                    <a:pt x="75464" y="7807"/>
                    <a:pt x="75337" y="7807"/>
                  </a:cubicBezTo>
                  <a:cubicBezTo>
                    <a:pt x="74777" y="7807"/>
                    <a:pt x="74273" y="8116"/>
                    <a:pt x="73724" y="8172"/>
                  </a:cubicBezTo>
                  <a:cubicBezTo>
                    <a:pt x="73717" y="8173"/>
                    <a:pt x="73710" y="8174"/>
                    <a:pt x="73702" y="8174"/>
                  </a:cubicBezTo>
                  <a:cubicBezTo>
                    <a:pt x="73450" y="8174"/>
                    <a:pt x="72913" y="7613"/>
                    <a:pt x="72946" y="7394"/>
                  </a:cubicBezTo>
                  <a:cubicBezTo>
                    <a:pt x="73102" y="6479"/>
                    <a:pt x="73810" y="6098"/>
                    <a:pt x="74674" y="5995"/>
                  </a:cubicBezTo>
                  <a:lnTo>
                    <a:pt x="74674" y="5977"/>
                  </a:lnTo>
                  <a:cubicBezTo>
                    <a:pt x="74726" y="5545"/>
                    <a:pt x="74830" y="5113"/>
                    <a:pt x="74951" y="4681"/>
                  </a:cubicBezTo>
                  <a:cubicBezTo>
                    <a:pt x="75072" y="4370"/>
                    <a:pt x="75435" y="4076"/>
                    <a:pt x="75124" y="3748"/>
                  </a:cubicBezTo>
                  <a:cubicBezTo>
                    <a:pt x="74832" y="3467"/>
                    <a:pt x="74483" y="3396"/>
                    <a:pt x="74119" y="3396"/>
                  </a:cubicBezTo>
                  <a:cubicBezTo>
                    <a:pt x="73856" y="3396"/>
                    <a:pt x="73587" y="3433"/>
                    <a:pt x="73326" y="3454"/>
                  </a:cubicBezTo>
                  <a:cubicBezTo>
                    <a:pt x="72946" y="3506"/>
                    <a:pt x="72756" y="3748"/>
                    <a:pt x="72704" y="4180"/>
                  </a:cubicBezTo>
                  <a:cubicBezTo>
                    <a:pt x="72601" y="5252"/>
                    <a:pt x="72134" y="6098"/>
                    <a:pt x="70959" y="6340"/>
                  </a:cubicBezTo>
                  <a:cubicBezTo>
                    <a:pt x="70855" y="6427"/>
                    <a:pt x="70769" y="6513"/>
                    <a:pt x="70665" y="6617"/>
                  </a:cubicBezTo>
                  <a:cubicBezTo>
                    <a:pt x="70786" y="6859"/>
                    <a:pt x="70924" y="7083"/>
                    <a:pt x="71097" y="7291"/>
                  </a:cubicBezTo>
                  <a:cubicBezTo>
                    <a:pt x="71304" y="7412"/>
                    <a:pt x="71546" y="7515"/>
                    <a:pt x="71788" y="7567"/>
                  </a:cubicBezTo>
                  <a:cubicBezTo>
                    <a:pt x="71650" y="7550"/>
                    <a:pt x="71512" y="7541"/>
                    <a:pt x="71374" y="7541"/>
                  </a:cubicBezTo>
                  <a:cubicBezTo>
                    <a:pt x="71235" y="7541"/>
                    <a:pt x="71097" y="7550"/>
                    <a:pt x="70959" y="7567"/>
                  </a:cubicBezTo>
                  <a:cubicBezTo>
                    <a:pt x="70569" y="7671"/>
                    <a:pt x="70173" y="7708"/>
                    <a:pt x="69775" y="7708"/>
                  </a:cubicBezTo>
                  <a:cubicBezTo>
                    <a:pt x="68812" y="7708"/>
                    <a:pt x="67832" y="7494"/>
                    <a:pt x="66868" y="7494"/>
                  </a:cubicBezTo>
                  <a:cubicBezTo>
                    <a:pt x="66108" y="7494"/>
                    <a:pt x="65357" y="7627"/>
                    <a:pt x="64634" y="8103"/>
                  </a:cubicBezTo>
                  <a:cubicBezTo>
                    <a:pt x="64271" y="8345"/>
                    <a:pt x="63580" y="8379"/>
                    <a:pt x="63666" y="8863"/>
                  </a:cubicBezTo>
                  <a:cubicBezTo>
                    <a:pt x="63752" y="9382"/>
                    <a:pt x="64167" y="9900"/>
                    <a:pt x="64547" y="10315"/>
                  </a:cubicBezTo>
                  <a:cubicBezTo>
                    <a:pt x="64666" y="10447"/>
                    <a:pt x="64798" y="10498"/>
                    <a:pt x="64939" y="10498"/>
                  </a:cubicBezTo>
                  <a:cubicBezTo>
                    <a:pt x="65148" y="10498"/>
                    <a:pt x="65375" y="10387"/>
                    <a:pt x="65602" y="10263"/>
                  </a:cubicBezTo>
                  <a:cubicBezTo>
                    <a:pt x="66124" y="9977"/>
                    <a:pt x="66711" y="9789"/>
                    <a:pt x="67269" y="9556"/>
                  </a:cubicBezTo>
                  <a:lnTo>
                    <a:pt x="67269" y="9556"/>
                  </a:lnTo>
                  <a:cubicBezTo>
                    <a:pt x="66173" y="11022"/>
                    <a:pt x="64072" y="10911"/>
                    <a:pt x="62975" y="11974"/>
                  </a:cubicBezTo>
                  <a:cubicBezTo>
                    <a:pt x="62086" y="12850"/>
                    <a:pt x="61268" y="13162"/>
                    <a:pt x="60357" y="13162"/>
                  </a:cubicBezTo>
                  <a:cubicBezTo>
                    <a:pt x="59993" y="13162"/>
                    <a:pt x="59613" y="13112"/>
                    <a:pt x="59207" y="13028"/>
                  </a:cubicBezTo>
                  <a:cubicBezTo>
                    <a:pt x="58430" y="12873"/>
                    <a:pt x="57687" y="12510"/>
                    <a:pt x="56926" y="12233"/>
                  </a:cubicBezTo>
                  <a:cubicBezTo>
                    <a:pt x="57173" y="12050"/>
                    <a:pt x="57402" y="11981"/>
                    <a:pt x="57619" y="11981"/>
                  </a:cubicBezTo>
                  <a:cubicBezTo>
                    <a:pt x="58162" y="11981"/>
                    <a:pt x="58632" y="12416"/>
                    <a:pt x="59138" y="12613"/>
                  </a:cubicBezTo>
                  <a:cubicBezTo>
                    <a:pt x="59332" y="12687"/>
                    <a:pt x="59512" y="12718"/>
                    <a:pt x="59680" y="12718"/>
                  </a:cubicBezTo>
                  <a:cubicBezTo>
                    <a:pt x="60502" y="12718"/>
                    <a:pt x="61062" y="11967"/>
                    <a:pt x="61765" y="11680"/>
                  </a:cubicBezTo>
                  <a:cubicBezTo>
                    <a:pt x="62404" y="11421"/>
                    <a:pt x="61903" y="10851"/>
                    <a:pt x="61661" y="10384"/>
                  </a:cubicBezTo>
                  <a:cubicBezTo>
                    <a:pt x="61454" y="9987"/>
                    <a:pt x="61921" y="9745"/>
                    <a:pt x="62249" y="9537"/>
                  </a:cubicBezTo>
                  <a:cubicBezTo>
                    <a:pt x="62664" y="9295"/>
                    <a:pt x="63441" y="9226"/>
                    <a:pt x="63182" y="8518"/>
                  </a:cubicBezTo>
                  <a:cubicBezTo>
                    <a:pt x="63018" y="8098"/>
                    <a:pt x="62703" y="8030"/>
                    <a:pt x="62354" y="8030"/>
                  </a:cubicBezTo>
                  <a:cubicBezTo>
                    <a:pt x="62187" y="8030"/>
                    <a:pt x="62013" y="8045"/>
                    <a:pt x="61845" y="8045"/>
                  </a:cubicBezTo>
                  <a:cubicBezTo>
                    <a:pt x="61771" y="8045"/>
                    <a:pt x="61698" y="8042"/>
                    <a:pt x="61627" y="8034"/>
                  </a:cubicBezTo>
                  <a:cubicBezTo>
                    <a:pt x="61564" y="8027"/>
                    <a:pt x="61502" y="8024"/>
                    <a:pt x="61440" y="8024"/>
                  </a:cubicBezTo>
                  <a:cubicBezTo>
                    <a:pt x="60620" y="8024"/>
                    <a:pt x="59973" y="8583"/>
                    <a:pt x="59080" y="8583"/>
                  </a:cubicBezTo>
                  <a:cubicBezTo>
                    <a:pt x="59004" y="8583"/>
                    <a:pt x="58925" y="8579"/>
                    <a:pt x="58844" y="8570"/>
                  </a:cubicBezTo>
                  <a:cubicBezTo>
                    <a:pt x="57410" y="8414"/>
                    <a:pt x="56391" y="7671"/>
                    <a:pt x="55181" y="7187"/>
                  </a:cubicBezTo>
                  <a:cubicBezTo>
                    <a:pt x="54440" y="6892"/>
                    <a:pt x="53723" y="6767"/>
                    <a:pt x="53025" y="6767"/>
                  </a:cubicBezTo>
                  <a:cubicBezTo>
                    <a:pt x="51022" y="6767"/>
                    <a:pt x="49177" y="7799"/>
                    <a:pt x="47370" y="8812"/>
                  </a:cubicBezTo>
                  <a:cubicBezTo>
                    <a:pt x="46903" y="9071"/>
                    <a:pt x="46765" y="9434"/>
                    <a:pt x="46972" y="9969"/>
                  </a:cubicBezTo>
                  <a:cubicBezTo>
                    <a:pt x="47155" y="10426"/>
                    <a:pt x="47351" y="10748"/>
                    <a:pt x="47819" y="10748"/>
                  </a:cubicBezTo>
                  <a:cubicBezTo>
                    <a:pt x="47883" y="10748"/>
                    <a:pt x="47952" y="10742"/>
                    <a:pt x="48026" y="10730"/>
                  </a:cubicBezTo>
                  <a:lnTo>
                    <a:pt x="50498" y="10280"/>
                  </a:lnTo>
                  <a:cubicBezTo>
                    <a:pt x="50618" y="10263"/>
                    <a:pt x="50739" y="10229"/>
                    <a:pt x="50878" y="10194"/>
                  </a:cubicBezTo>
                  <a:lnTo>
                    <a:pt x="50878" y="10194"/>
                  </a:lnTo>
                  <a:cubicBezTo>
                    <a:pt x="50878" y="10298"/>
                    <a:pt x="50860" y="10401"/>
                    <a:pt x="50860" y="10505"/>
                  </a:cubicBezTo>
                  <a:cubicBezTo>
                    <a:pt x="50614" y="11663"/>
                    <a:pt x="50148" y="12321"/>
                    <a:pt x="49280" y="12321"/>
                  </a:cubicBezTo>
                  <a:cubicBezTo>
                    <a:pt x="48931" y="12321"/>
                    <a:pt x="48517" y="12214"/>
                    <a:pt x="48026" y="11991"/>
                  </a:cubicBezTo>
                  <a:cubicBezTo>
                    <a:pt x="46374" y="11254"/>
                    <a:pt x="44693" y="10979"/>
                    <a:pt x="42955" y="10979"/>
                  </a:cubicBezTo>
                  <a:cubicBezTo>
                    <a:pt x="42002" y="10979"/>
                    <a:pt x="41033" y="11062"/>
                    <a:pt x="40042" y="11196"/>
                  </a:cubicBezTo>
                  <a:cubicBezTo>
                    <a:pt x="38536" y="11404"/>
                    <a:pt x="37062" y="12285"/>
                    <a:pt x="35569" y="12285"/>
                  </a:cubicBezTo>
                  <a:cubicBezTo>
                    <a:pt x="35195" y="12285"/>
                    <a:pt x="34820" y="12230"/>
                    <a:pt x="34443" y="12095"/>
                  </a:cubicBezTo>
                  <a:cubicBezTo>
                    <a:pt x="32698" y="11490"/>
                    <a:pt x="30900" y="11110"/>
                    <a:pt x="29068" y="10920"/>
                  </a:cubicBezTo>
                  <a:cubicBezTo>
                    <a:pt x="27080" y="10698"/>
                    <a:pt x="25171" y="10202"/>
                    <a:pt x="23146" y="10202"/>
                  </a:cubicBezTo>
                  <a:cubicBezTo>
                    <a:pt x="22337" y="10202"/>
                    <a:pt x="21510" y="10281"/>
                    <a:pt x="20652" y="10488"/>
                  </a:cubicBezTo>
                  <a:cubicBezTo>
                    <a:pt x="18383" y="11055"/>
                    <a:pt x="16215" y="12269"/>
                    <a:pt x="13793" y="12269"/>
                  </a:cubicBezTo>
                  <a:cubicBezTo>
                    <a:pt x="13559" y="12269"/>
                    <a:pt x="13322" y="12258"/>
                    <a:pt x="13083" y="12233"/>
                  </a:cubicBezTo>
                  <a:cubicBezTo>
                    <a:pt x="13049" y="12230"/>
                    <a:pt x="13015" y="12229"/>
                    <a:pt x="12982" y="12229"/>
                  </a:cubicBezTo>
                  <a:cubicBezTo>
                    <a:pt x="12473" y="12229"/>
                    <a:pt x="12176" y="12605"/>
                    <a:pt x="12323" y="13287"/>
                  </a:cubicBezTo>
                  <a:cubicBezTo>
                    <a:pt x="12498" y="14071"/>
                    <a:pt x="12325" y="14707"/>
                    <a:pt x="11687" y="14707"/>
                  </a:cubicBezTo>
                  <a:cubicBezTo>
                    <a:pt x="11510" y="14707"/>
                    <a:pt x="11296" y="14658"/>
                    <a:pt x="11044" y="14549"/>
                  </a:cubicBezTo>
                  <a:cubicBezTo>
                    <a:pt x="10655" y="14378"/>
                    <a:pt x="10292" y="14308"/>
                    <a:pt x="9947" y="14308"/>
                  </a:cubicBezTo>
                  <a:cubicBezTo>
                    <a:pt x="9034" y="14308"/>
                    <a:pt x="8242" y="14801"/>
                    <a:pt x="7415" y="15240"/>
                  </a:cubicBezTo>
                  <a:cubicBezTo>
                    <a:pt x="6965" y="15482"/>
                    <a:pt x="6672" y="15914"/>
                    <a:pt x="6879" y="16467"/>
                  </a:cubicBezTo>
                  <a:cubicBezTo>
                    <a:pt x="7027" y="16886"/>
                    <a:pt x="7334" y="16988"/>
                    <a:pt x="7700" y="16988"/>
                  </a:cubicBezTo>
                  <a:cubicBezTo>
                    <a:pt x="7802" y="16988"/>
                    <a:pt x="7910" y="16980"/>
                    <a:pt x="8020" y="16968"/>
                  </a:cubicBezTo>
                  <a:cubicBezTo>
                    <a:pt x="8305" y="16929"/>
                    <a:pt x="8590" y="16910"/>
                    <a:pt x="8875" y="16910"/>
                  </a:cubicBezTo>
                  <a:cubicBezTo>
                    <a:pt x="8970" y="16910"/>
                    <a:pt x="9065" y="16912"/>
                    <a:pt x="9160" y="16917"/>
                  </a:cubicBezTo>
                  <a:cubicBezTo>
                    <a:pt x="9186" y="16919"/>
                    <a:pt x="9214" y="16920"/>
                    <a:pt x="9242" y="16920"/>
                  </a:cubicBezTo>
                  <a:cubicBezTo>
                    <a:pt x="9458" y="16920"/>
                    <a:pt x="9735" y="16862"/>
                    <a:pt x="9947" y="16862"/>
                  </a:cubicBezTo>
                  <a:cubicBezTo>
                    <a:pt x="10131" y="16862"/>
                    <a:pt x="10266" y="16906"/>
                    <a:pt x="10266" y="17072"/>
                  </a:cubicBezTo>
                  <a:cubicBezTo>
                    <a:pt x="10266" y="17498"/>
                    <a:pt x="9728" y="17637"/>
                    <a:pt x="9291" y="17637"/>
                  </a:cubicBezTo>
                  <a:cubicBezTo>
                    <a:pt x="9214" y="17637"/>
                    <a:pt x="9141" y="17633"/>
                    <a:pt x="9074" y="17625"/>
                  </a:cubicBezTo>
                  <a:cubicBezTo>
                    <a:pt x="8873" y="17604"/>
                    <a:pt x="8677" y="17594"/>
                    <a:pt x="8484" y="17594"/>
                  </a:cubicBezTo>
                  <a:cubicBezTo>
                    <a:pt x="6314" y="17594"/>
                    <a:pt x="4587" y="18859"/>
                    <a:pt x="2714" y="19716"/>
                  </a:cubicBezTo>
                  <a:cubicBezTo>
                    <a:pt x="1193" y="20407"/>
                    <a:pt x="2351" y="21548"/>
                    <a:pt x="2282" y="22429"/>
                  </a:cubicBezTo>
                  <a:cubicBezTo>
                    <a:pt x="2264" y="22814"/>
                    <a:pt x="2455" y="22907"/>
                    <a:pt x="2706" y="22907"/>
                  </a:cubicBezTo>
                  <a:cubicBezTo>
                    <a:pt x="2939" y="22907"/>
                    <a:pt x="3223" y="22827"/>
                    <a:pt x="3440" y="22827"/>
                  </a:cubicBezTo>
                  <a:cubicBezTo>
                    <a:pt x="3665" y="22827"/>
                    <a:pt x="3872" y="22982"/>
                    <a:pt x="4079" y="23069"/>
                  </a:cubicBezTo>
                  <a:cubicBezTo>
                    <a:pt x="3924" y="23242"/>
                    <a:pt x="3751" y="23380"/>
                    <a:pt x="3544" y="23501"/>
                  </a:cubicBezTo>
                  <a:cubicBezTo>
                    <a:pt x="2610" y="23881"/>
                    <a:pt x="1643" y="24192"/>
                    <a:pt x="709" y="24589"/>
                  </a:cubicBezTo>
                  <a:cubicBezTo>
                    <a:pt x="329" y="24745"/>
                    <a:pt x="1" y="25142"/>
                    <a:pt x="226" y="25609"/>
                  </a:cubicBezTo>
                  <a:cubicBezTo>
                    <a:pt x="325" y="25816"/>
                    <a:pt x="462" y="25880"/>
                    <a:pt x="615" y="25880"/>
                  </a:cubicBezTo>
                  <a:cubicBezTo>
                    <a:pt x="807" y="25880"/>
                    <a:pt x="1026" y="25778"/>
                    <a:pt x="1228" y="25730"/>
                  </a:cubicBezTo>
                  <a:cubicBezTo>
                    <a:pt x="2248" y="25454"/>
                    <a:pt x="3354" y="25350"/>
                    <a:pt x="4252" y="24866"/>
                  </a:cubicBezTo>
                  <a:cubicBezTo>
                    <a:pt x="4601" y="24679"/>
                    <a:pt x="4965" y="24620"/>
                    <a:pt x="5336" y="24620"/>
                  </a:cubicBezTo>
                  <a:cubicBezTo>
                    <a:pt x="5952" y="24620"/>
                    <a:pt x="6585" y="24782"/>
                    <a:pt x="7191" y="24782"/>
                  </a:cubicBezTo>
                  <a:cubicBezTo>
                    <a:pt x="7702" y="24782"/>
                    <a:pt x="8195" y="24667"/>
                    <a:pt x="8642" y="24244"/>
                  </a:cubicBezTo>
                  <a:cubicBezTo>
                    <a:pt x="9143" y="23760"/>
                    <a:pt x="9627" y="23276"/>
                    <a:pt x="10128" y="22809"/>
                  </a:cubicBezTo>
                  <a:cubicBezTo>
                    <a:pt x="10518" y="22438"/>
                    <a:pt x="10935" y="22335"/>
                    <a:pt x="11366" y="22335"/>
                  </a:cubicBezTo>
                  <a:cubicBezTo>
                    <a:pt x="11904" y="22335"/>
                    <a:pt x="12465" y="22495"/>
                    <a:pt x="13026" y="22495"/>
                  </a:cubicBezTo>
                  <a:cubicBezTo>
                    <a:pt x="13270" y="22495"/>
                    <a:pt x="13515" y="22465"/>
                    <a:pt x="13757" y="22377"/>
                  </a:cubicBezTo>
                  <a:cubicBezTo>
                    <a:pt x="14876" y="21972"/>
                    <a:pt x="15968" y="21278"/>
                    <a:pt x="17215" y="21278"/>
                  </a:cubicBezTo>
                  <a:cubicBezTo>
                    <a:pt x="17721" y="21278"/>
                    <a:pt x="18252" y="21392"/>
                    <a:pt x="18820" y="21686"/>
                  </a:cubicBezTo>
                  <a:cubicBezTo>
                    <a:pt x="20272" y="22429"/>
                    <a:pt x="22242" y="22343"/>
                    <a:pt x="21966" y="24780"/>
                  </a:cubicBezTo>
                  <a:cubicBezTo>
                    <a:pt x="21914" y="25212"/>
                    <a:pt x="22104" y="25868"/>
                    <a:pt x="22415" y="26127"/>
                  </a:cubicBezTo>
                  <a:cubicBezTo>
                    <a:pt x="23746" y="27251"/>
                    <a:pt x="23659" y="29411"/>
                    <a:pt x="23210" y="29981"/>
                  </a:cubicBezTo>
                  <a:cubicBezTo>
                    <a:pt x="22052" y="31485"/>
                    <a:pt x="22484" y="32573"/>
                    <a:pt x="22985" y="33973"/>
                  </a:cubicBezTo>
                  <a:cubicBezTo>
                    <a:pt x="23124" y="34405"/>
                    <a:pt x="22795" y="35045"/>
                    <a:pt x="22553" y="35529"/>
                  </a:cubicBezTo>
                  <a:cubicBezTo>
                    <a:pt x="21447" y="37844"/>
                    <a:pt x="19356" y="39469"/>
                    <a:pt x="18233" y="41802"/>
                  </a:cubicBezTo>
                  <a:cubicBezTo>
                    <a:pt x="17455" y="43409"/>
                    <a:pt x="17058" y="48783"/>
                    <a:pt x="18354" y="49734"/>
                  </a:cubicBezTo>
                  <a:cubicBezTo>
                    <a:pt x="20220" y="51116"/>
                    <a:pt x="19927" y="52862"/>
                    <a:pt x="20238" y="54659"/>
                  </a:cubicBezTo>
                  <a:cubicBezTo>
                    <a:pt x="20428" y="55748"/>
                    <a:pt x="20410" y="57528"/>
                    <a:pt x="20687" y="57752"/>
                  </a:cubicBezTo>
                  <a:cubicBezTo>
                    <a:pt x="22380" y="59083"/>
                    <a:pt x="22242" y="61364"/>
                    <a:pt x="23625" y="62764"/>
                  </a:cubicBezTo>
                  <a:cubicBezTo>
                    <a:pt x="23915" y="63066"/>
                    <a:pt x="24197" y="63258"/>
                    <a:pt x="24508" y="63258"/>
                  </a:cubicBezTo>
                  <a:cubicBezTo>
                    <a:pt x="24660" y="63258"/>
                    <a:pt x="24820" y="63212"/>
                    <a:pt x="24990" y="63110"/>
                  </a:cubicBezTo>
                  <a:cubicBezTo>
                    <a:pt x="25508" y="62816"/>
                    <a:pt x="25526" y="62246"/>
                    <a:pt x="25197" y="61831"/>
                  </a:cubicBezTo>
                  <a:cubicBezTo>
                    <a:pt x="23607" y="59671"/>
                    <a:pt x="23746" y="56888"/>
                    <a:pt x="22536" y="54590"/>
                  </a:cubicBezTo>
                  <a:cubicBezTo>
                    <a:pt x="22415" y="54348"/>
                    <a:pt x="22605" y="53933"/>
                    <a:pt x="22692" y="53605"/>
                  </a:cubicBezTo>
                  <a:cubicBezTo>
                    <a:pt x="22704" y="53568"/>
                    <a:pt x="22878" y="53539"/>
                    <a:pt x="22981" y="53539"/>
                  </a:cubicBezTo>
                  <a:cubicBezTo>
                    <a:pt x="23021" y="53539"/>
                    <a:pt x="23050" y="53543"/>
                    <a:pt x="23054" y="53553"/>
                  </a:cubicBezTo>
                  <a:cubicBezTo>
                    <a:pt x="23175" y="53812"/>
                    <a:pt x="23366" y="54106"/>
                    <a:pt x="23366" y="54400"/>
                  </a:cubicBezTo>
                  <a:cubicBezTo>
                    <a:pt x="23383" y="56819"/>
                    <a:pt x="24973" y="58617"/>
                    <a:pt x="26027" y="60569"/>
                  </a:cubicBezTo>
                  <a:cubicBezTo>
                    <a:pt x="26977" y="62297"/>
                    <a:pt x="28654" y="63663"/>
                    <a:pt x="27720" y="65978"/>
                  </a:cubicBezTo>
                  <a:cubicBezTo>
                    <a:pt x="27530" y="66445"/>
                    <a:pt x="27928" y="66791"/>
                    <a:pt x="28273" y="67136"/>
                  </a:cubicBezTo>
                  <a:cubicBezTo>
                    <a:pt x="29138" y="68000"/>
                    <a:pt x="30226" y="68536"/>
                    <a:pt x="31246" y="69193"/>
                  </a:cubicBezTo>
                  <a:cubicBezTo>
                    <a:pt x="32910" y="70222"/>
                    <a:pt x="34447" y="71516"/>
                    <a:pt x="36422" y="71516"/>
                  </a:cubicBezTo>
                  <a:cubicBezTo>
                    <a:pt x="36867" y="71516"/>
                    <a:pt x="37334" y="71451"/>
                    <a:pt x="37830" y="71301"/>
                  </a:cubicBezTo>
                  <a:cubicBezTo>
                    <a:pt x="37930" y="71272"/>
                    <a:pt x="38022" y="71258"/>
                    <a:pt x="38107" y="71258"/>
                  </a:cubicBezTo>
                  <a:cubicBezTo>
                    <a:pt x="38527" y="71258"/>
                    <a:pt x="38793" y="71582"/>
                    <a:pt x="39023" y="71941"/>
                  </a:cubicBezTo>
                  <a:cubicBezTo>
                    <a:pt x="39748" y="73098"/>
                    <a:pt x="40768" y="73721"/>
                    <a:pt x="42116" y="74032"/>
                  </a:cubicBezTo>
                  <a:cubicBezTo>
                    <a:pt x="43585" y="74360"/>
                    <a:pt x="45296" y="74775"/>
                    <a:pt x="45745" y="76399"/>
                  </a:cubicBezTo>
                  <a:cubicBezTo>
                    <a:pt x="46194" y="78110"/>
                    <a:pt x="47439" y="79112"/>
                    <a:pt x="48648" y="79907"/>
                  </a:cubicBezTo>
                  <a:cubicBezTo>
                    <a:pt x="49237" y="80296"/>
                    <a:pt x="50039" y="81326"/>
                    <a:pt x="50895" y="81326"/>
                  </a:cubicBezTo>
                  <a:cubicBezTo>
                    <a:pt x="51372" y="81326"/>
                    <a:pt x="51865" y="81007"/>
                    <a:pt x="52347" y="80080"/>
                  </a:cubicBezTo>
                  <a:cubicBezTo>
                    <a:pt x="52462" y="79850"/>
                    <a:pt x="52631" y="79714"/>
                    <a:pt x="52813" y="79714"/>
                  </a:cubicBezTo>
                  <a:cubicBezTo>
                    <a:pt x="53013" y="79714"/>
                    <a:pt x="53228" y="79880"/>
                    <a:pt x="53401" y="80270"/>
                  </a:cubicBezTo>
                  <a:cubicBezTo>
                    <a:pt x="54593" y="83156"/>
                    <a:pt x="53919" y="85697"/>
                    <a:pt x="51621" y="87943"/>
                  </a:cubicBezTo>
                  <a:cubicBezTo>
                    <a:pt x="50498" y="89049"/>
                    <a:pt x="49806" y="90604"/>
                    <a:pt x="50774" y="92194"/>
                  </a:cubicBezTo>
                  <a:cubicBezTo>
                    <a:pt x="51085" y="92730"/>
                    <a:pt x="51068" y="92886"/>
                    <a:pt x="50688" y="93283"/>
                  </a:cubicBezTo>
                  <a:cubicBezTo>
                    <a:pt x="49685" y="94337"/>
                    <a:pt x="49703" y="95875"/>
                    <a:pt x="50567" y="96636"/>
                  </a:cubicBezTo>
                  <a:cubicBezTo>
                    <a:pt x="52208" y="98087"/>
                    <a:pt x="52986" y="99971"/>
                    <a:pt x="53971" y="101803"/>
                  </a:cubicBezTo>
                  <a:cubicBezTo>
                    <a:pt x="55440" y="104516"/>
                    <a:pt x="56771" y="107281"/>
                    <a:pt x="59933" y="108629"/>
                  </a:cubicBezTo>
                  <a:cubicBezTo>
                    <a:pt x="61661" y="109372"/>
                    <a:pt x="62629" y="111014"/>
                    <a:pt x="62664" y="113122"/>
                  </a:cubicBezTo>
                  <a:cubicBezTo>
                    <a:pt x="62716" y="116319"/>
                    <a:pt x="62871" y="119516"/>
                    <a:pt x="63096" y="122713"/>
                  </a:cubicBezTo>
                  <a:cubicBezTo>
                    <a:pt x="63251" y="125115"/>
                    <a:pt x="64426" y="127431"/>
                    <a:pt x="63631" y="129920"/>
                  </a:cubicBezTo>
                  <a:cubicBezTo>
                    <a:pt x="63303" y="130922"/>
                    <a:pt x="63459" y="131907"/>
                    <a:pt x="63839" y="132875"/>
                  </a:cubicBezTo>
                  <a:cubicBezTo>
                    <a:pt x="64323" y="134067"/>
                    <a:pt x="64461" y="135363"/>
                    <a:pt x="64288" y="136642"/>
                  </a:cubicBezTo>
                  <a:cubicBezTo>
                    <a:pt x="64184" y="137593"/>
                    <a:pt x="64582" y="138664"/>
                    <a:pt x="65653" y="139148"/>
                  </a:cubicBezTo>
                  <a:cubicBezTo>
                    <a:pt x="65680" y="139159"/>
                    <a:pt x="65711" y="139163"/>
                    <a:pt x="65743" y="139163"/>
                  </a:cubicBezTo>
                  <a:cubicBezTo>
                    <a:pt x="65886" y="139163"/>
                    <a:pt x="66069" y="139076"/>
                    <a:pt x="66205" y="139076"/>
                  </a:cubicBezTo>
                  <a:cubicBezTo>
                    <a:pt x="66332" y="139076"/>
                    <a:pt x="66419" y="139151"/>
                    <a:pt x="66397" y="139442"/>
                  </a:cubicBezTo>
                  <a:cubicBezTo>
                    <a:pt x="66362" y="139995"/>
                    <a:pt x="67071" y="140565"/>
                    <a:pt x="66293" y="141135"/>
                  </a:cubicBezTo>
                  <a:cubicBezTo>
                    <a:pt x="65895" y="141412"/>
                    <a:pt x="65360" y="142259"/>
                    <a:pt x="65774" y="142414"/>
                  </a:cubicBezTo>
                  <a:cubicBezTo>
                    <a:pt x="66898" y="142846"/>
                    <a:pt x="66500" y="143797"/>
                    <a:pt x="66777" y="144488"/>
                  </a:cubicBezTo>
                  <a:cubicBezTo>
                    <a:pt x="67468" y="146164"/>
                    <a:pt x="68505" y="147668"/>
                    <a:pt x="69801" y="148929"/>
                  </a:cubicBezTo>
                  <a:cubicBezTo>
                    <a:pt x="71823" y="150906"/>
                    <a:pt x="74091" y="152091"/>
                    <a:pt x="76808" y="152091"/>
                  </a:cubicBezTo>
                  <a:cubicBezTo>
                    <a:pt x="77226" y="152091"/>
                    <a:pt x="77656" y="152063"/>
                    <a:pt x="78096" y="152005"/>
                  </a:cubicBezTo>
                  <a:cubicBezTo>
                    <a:pt x="78355" y="151953"/>
                    <a:pt x="78580" y="151781"/>
                    <a:pt x="78718" y="151556"/>
                  </a:cubicBezTo>
                  <a:cubicBezTo>
                    <a:pt x="78874" y="151262"/>
                    <a:pt x="78615" y="151038"/>
                    <a:pt x="78355" y="150882"/>
                  </a:cubicBezTo>
                  <a:cubicBezTo>
                    <a:pt x="77595" y="150415"/>
                    <a:pt x="76835" y="149914"/>
                    <a:pt x="76040" y="149482"/>
                  </a:cubicBezTo>
                  <a:cubicBezTo>
                    <a:pt x="73914" y="148342"/>
                    <a:pt x="73551" y="146648"/>
                    <a:pt x="74899" y="144695"/>
                  </a:cubicBezTo>
                  <a:cubicBezTo>
                    <a:pt x="75608" y="143658"/>
                    <a:pt x="75694" y="142570"/>
                    <a:pt x="74173" y="142017"/>
                  </a:cubicBezTo>
                  <a:cubicBezTo>
                    <a:pt x="73707" y="141861"/>
                    <a:pt x="72929" y="141550"/>
                    <a:pt x="73551" y="140997"/>
                  </a:cubicBezTo>
                  <a:cubicBezTo>
                    <a:pt x="74260" y="140340"/>
                    <a:pt x="74260" y="139597"/>
                    <a:pt x="74415" y="138837"/>
                  </a:cubicBezTo>
                  <a:cubicBezTo>
                    <a:pt x="74605" y="137783"/>
                    <a:pt x="73534" y="136193"/>
                    <a:pt x="75677" y="135985"/>
                  </a:cubicBezTo>
                  <a:cubicBezTo>
                    <a:pt x="75746" y="135985"/>
                    <a:pt x="75850" y="135588"/>
                    <a:pt x="75798" y="135432"/>
                  </a:cubicBezTo>
                  <a:cubicBezTo>
                    <a:pt x="75444" y="134260"/>
                    <a:pt x="75867" y="133923"/>
                    <a:pt x="76900" y="133923"/>
                  </a:cubicBezTo>
                  <a:cubicBezTo>
                    <a:pt x="76978" y="133923"/>
                    <a:pt x="77060" y="133925"/>
                    <a:pt x="77146" y="133929"/>
                  </a:cubicBezTo>
                  <a:cubicBezTo>
                    <a:pt x="77188" y="133931"/>
                    <a:pt x="77231" y="133932"/>
                    <a:pt x="77272" y="133932"/>
                  </a:cubicBezTo>
                  <a:cubicBezTo>
                    <a:pt x="78202" y="133932"/>
                    <a:pt x="78980" y="133388"/>
                    <a:pt x="79427" y="132512"/>
                  </a:cubicBezTo>
                  <a:cubicBezTo>
                    <a:pt x="79859" y="131648"/>
                    <a:pt x="79738" y="130836"/>
                    <a:pt x="79047" y="130110"/>
                  </a:cubicBezTo>
                  <a:cubicBezTo>
                    <a:pt x="78857" y="129902"/>
                    <a:pt x="78822" y="129557"/>
                    <a:pt x="78701" y="129280"/>
                  </a:cubicBezTo>
                  <a:lnTo>
                    <a:pt x="78701" y="129280"/>
                  </a:lnTo>
                  <a:cubicBezTo>
                    <a:pt x="78977" y="129298"/>
                    <a:pt x="79237" y="129332"/>
                    <a:pt x="79513" y="129384"/>
                  </a:cubicBezTo>
                  <a:cubicBezTo>
                    <a:pt x="79669" y="129427"/>
                    <a:pt x="79830" y="129448"/>
                    <a:pt x="79991" y="129448"/>
                  </a:cubicBezTo>
                  <a:cubicBezTo>
                    <a:pt x="80347" y="129448"/>
                    <a:pt x="80702" y="129344"/>
                    <a:pt x="80999" y="129142"/>
                  </a:cubicBezTo>
                  <a:cubicBezTo>
                    <a:pt x="82900" y="128001"/>
                    <a:pt x="83350" y="125841"/>
                    <a:pt x="84473" y="124148"/>
                  </a:cubicBezTo>
                  <a:cubicBezTo>
                    <a:pt x="85216" y="123024"/>
                    <a:pt x="86149" y="121815"/>
                    <a:pt x="85544" y="120225"/>
                  </a:cubicBezTo>
                  <a:cubicBezTo>
                    <a:pt x="85026" y="118808"/>
                    <a:pt x="85959" y="118186"/>
                    <a:pt x="86927" y="117356"/>
                  </a:cubicBezTo>
                  <a:cubicBezTo>
                    <a:pt x="88258" y="116233"/>
                    <a:pt x="90314" y="116371"/>
                    <a:pt x="91230" y="115213"/>
                  </a:cubicBezTo>
                  <a:cubicBezTo>
                    <a:pt x="93096" y="112846"/>
                    <a:pt x="93788" y="109908"/>
                    <a:pt x="93874" y="106866"/>
                  </a:cubicBezTo>
                  <a:cubicBezTo>
                    <a:pt x="93909" y="105743"/>
                    <a:pt x="93563" y="104637"/>
                    <a:pt x="94635" y="103635"/>
                  </a:cubicBezTo>
                  <a:cubicBezTo>
                    <a:pt x="95637" y="102650"/>
                    <a:pt x="96432" y="101492"/>
                    <a:pt x="97002" y="100213"/>
                  </a:cubicBezTo>
                  <a:cubicBezTo>
                    <a:pt x="98350" y="97189"/>
                    <a:pt x="97555" y="95668"/>
                    <a:pt x="93770" y="93404"/>
                  </a:cubicBezTo>
                  <a:cubicBezTo>
                    <a:pt x="92864" y="92866"/>
                    <a:pt x="92012" y="92178"/>
                    <a:pt x="90923" y="92178"/>
                  </a:cubicBezTo>
                  <a:cubicBezTo>
                    <a:pt x="90787" y="92178"/>
                    <a:pt x="90648" y="92189"/>
                    <a:pt x="90504" y="92212"/>
                  </a:cubicBezTo>
                  <a:cubicBezTo>
                    <a:pt x="90375" y="92232"/>
                    <a:pt x="90250" y="92241"/>
                    <a:pt x="90128" y="92241"/>
                  </a:cubicBezTo>
                  <a:cubicBezTo>
                    <a:pt x="89316" y="92241"/>
                    <a:pt x="88640" y="91827"/>
                    <a:pt x="87964" y="91451"/>
                  </a:cubicBezTo>
                  <a:cubicBezTo>
                    <a:pt x="86720" y="90760"/>
                    <a:pt x="85423" y="90190"/>
                    <a:pt x="84076" y="89740"/>
                  </a:cubicBezTo>
                  <a:cubicBezTo>
                    <a:pt x="83419" y="89533"/>
                    <a:pt x="82365" y="89412"/>
                    <a:pt x="82226" y="88306"/>
                  </a:cubicBezTo>
                  <a:cubicBezTo>
                    <a:pt x="81898" y="85511"/>
                    <a:pt x="80349" y="82231"/>
                    <a:pt x="77208" y="82231"/>
                  </a:cubicBezTo>
                  <a:cubicBezTo>
                    <a:pt x="77047" y="82231"/>
                    <a:pt x="76883" y="82240"/>
                    <a:pt x="76714" y="82258"/>
                  </a:cubicBezTo>
                  <a:cubicBezTo>
                    <a:pt x="76610" y="82274"/>
                    <a:pt x="76507" y="82282"/>
                    <a:pt x="76405" y="82282"/>
                  </a:cubicBezTo>
                  <a:cubicBezTo>
                    <a:pt x="75873" y="82282"/>
                    <a:pt x="75365" y="82061"/>
                    <a:pt x="75003" y="81670"/>
                  </a:cubicBezTo>
                  <a:cubicBezTo>
                    <a:pt x="73810" y="80478"/>
                    <a:pt x="72722" y="79147"/>
                    <a:pt x="71356" y="78179"/>
                  </a:cubicBezTo>
                  <a:cubicBezTo>
                    <a:pt x="70652" y="77672"/>
                    <a:pt x="69937" y="76844"/>
                    <a:pt x="68958" y="76844"/>
                  </a:cubicBezTo>
                  <a:cubicBezTo>
                    <a:pt x="68735" y="76844"/>
                    <a:pt x="68499" y="76887"/>
                    <a:pt x="68246" y="76987"/>
                  </a:cubicBezTo>
                  <a:cubicBezTo>
                    <a:pt x="68013" y="77081"/>
                    <a:pt x="67785" y="77113"/>
                    <a:pt x="67562" y="77113"/>
                  </a:cubicBezTo>
                  <a:cubicBezTo>
                    <a:pt x="67089" y="77113"/>
                    <a:pt x="66635" y="76969"/>
                    <a:pt x="66189" y="76969"/>
                  </a:cubicBezTo>
                  <a:cubicBezTo>
                    <a:pt x="64783" y="76969"/>
                    <a:pt x="63941" y="75706"/>
                    <a:pt x="62605" y="75706"/>
                  </a:cubicBezTo>
                  <a:cubicBezTo>
                    <a:pt x="62579" y="75706"/>
                    <a:pt x="62552" y="75707"/>
                    <a:pt x="62525" y="75708"/>
                  </a:cubicBezTo>
                  <a:cubicBezTo>
                    <a:pt x="62280" y="75708"/>
                    <a:pt x="61828" y="76012"/>
                    <a:pt x="61511" y="76012"/>
                  </a:cubicBezTo>
                  <a:cubicBezTo>
                    <a:pt x="61248" y="76012"/>
                    <a:pt x="61077" y="75802"/>
                    <a:pt x="61195" y="75034"/>
                  </a:cubicBezTo>
                  <a:cubicBezTo>
                    <a:pt x="61232" y="74788"/>
                    <a:pt x="60883" y="74612"/>
                    <a:pt x="60617" y="74612"/>
                  </a:cubicBezTo>
                  <a:cubicBezTo>
                    <a:pt x="60509" y="74612"/>
                    <a:pt x="60415" y="74641"/>
                    <a:pt x="60365" y="74706"/>
                  </a:cubicBezTo>
                  <a:cubicBezTo>
                    <a:pt x="59225" y="76088"/>
                    <a:pt x="57099" y="76071"/>
                    <a:pt x="56166" y="77747"/>
                  </a:cubicBezTo>
                  <a:cubicBezTo>
                    <a:pt x="55842" y="78325"/>
                    <a:pt x="55457" y="78771"/>
                    <a:pt x="54917" y="78771"/>
                  </a:cubicBezTo>
                  <a:cubicBezTo>
                    <a:pt x="54649" y="78771"/>
                    <a:pt x="54343" y="78661"/>
                    <a:pt x="53988" y="78404"/>
                  </a:cubicBezTo>
                  <a:cubicBezTo>
                    <a:pt x="53637" y="78125"/>
                    <a:pt x="53206" y="77982"/>
                    <a:pt x="52772" y="77982"/>
                  </a:cubicBezTo>
                  <a:cubicBezTo>
                    <a:pt x="52480" y="77982"/>
                    <a:pt x="52186" y="78047"/>
                    <a:pt x="51915" y="78179"/>
                  </a:cubicBezTo>
                  <a:cubicBezTo>
                    <a:pt x="51373" y="78410"/>
                    <a:pt x="50918" y="78527"/>
                    <a:pt x="50541" y="78527"/>
                  </a:cubicBezTo>
                  <a:cubicBezTo>
                    <a:pt x="49618" y="78527"/>
                    <a:pt x="49166" y="77825"/>
                    <a:pt x="49080" y="76365"/>
                  </a:cubicBezTo>
                  <a:cubicBezTo>
                    <a:pt x="49046" y="75397"/>
                    <a:pt x="49184" y="74446"/>
                    <a:pt x="49478" y="73530"/>
                  </a:cubicBezTo>
                  <a:cubicBezTo>
                    <a:pt x="50012" y="71861"/>
                    <a:pt x="49095" y="70692"/>
                    <a:pt x="47366" y="70692"/>
                  </a:cubicBezTo>
                  <a:cubicBezTo>
                    <a:pt x="47305" y="70692"/>
                    <a:pt x="47243" y="70693"/>
                    <a:pt x="47179" y="70696"/>
                  </a:cubicBezTo>
                  <a:cubicBezTo>
                    <a:pt x="46730" y="70714"/>
                    <a:pt x="46281" y="70765"/>
                    <a:pt x="45814" y="70783"/>
                  </a:cubicBezTo>
                  <a:cubicBezTo>
                    <a:pt x="45755" y="70784"/>
                    <a:pt x="45699" y="70786"/>
                    <a:pt x="45645" y="70786"/>
                  </a:cubicBezTo>
                  <a:cubicBezTo>
                    <a:pt x="45148" y="70786"/>
                    <a:pt x="44886" y="70683"/>
                    <a:pt x="45088" y="69919"/>
                  </a:cubicBezTo>
                  <a:cubicBezTo>
                    <a:pt x="45469" y="68484"/>
                    <a:pt x="46143" y="67240"/>
                    <a:pt x="46886" y="65996"/>
                  </a:cubicBezTo>
                  <a:cubicBezTo>
                    <a:pt x="47214" y="65443"/>
                    <a:pt x="47231" y="64993"/>
                    <a:pt x="46747" y="64613"/>
                  </a:cubicBezTo>
                  <a:cubicBezTo>
                    <a:pt x="46406" y="64334"/>
                    <a:pt x="45929" y="64209"/>
                    <a:pt x="45417" y="64209"/>
                  </a:cubicBezTo>
                  <a:cubicBezTo>
                    <a:pt x="44221" y="64209"/>
                    <a:pt x="42833" y="64889"/>
                    <a:pt x="42531" y="65857"/>
                  </a:cubicBezTo>
                  <a:cubicBezTo>
                    <a:pt x="42161" y="67044"/>
                    <a:pt x="40793" y="67929"/>
                    <a:pt x="39553" y="67929"/>
                  </a:cubicBezTo>
                  <a:cubicBezTo>
                    <a:pt x="39113" y="67929"/>
                    <a:pt x="38689" y="67817"/>
                    <a:pt x="38331" y="67568"/>
                  </a:cubicBezTo>
                  <a:cubicBezTo>
                    <a:pt x="36966" y="66601"/>
                    <a:pt x="35998" y="64872"/>
                    <a:pt x="36517" y="63455"/>
                  </a:cubicBezTo>
                  <a:cubicBezTo>
                    <a:pt x="37571" y="60569"/>
                    <a:pt x="37986" y="56802"/>
                    <a:pt x="41822" y="56093"/>
                  </a:cubicBezTo>
                  <a:cubicBezTo>
                    <a:pt x="44259" y="55627"/>
                    <a:pt x="46696" y="55299"/>
                    <a:pt x="49167" y="55126"/>
                  </a:cubicBezTo>
                  <a:cubicBezTo>
                    <a:pt x="49252" y="55120"/>
                    <a:pt x="49338" y="55117"/>
                    <a:pt x="49425" y="55117"/>
                  </a:cubicBezTo>
                  <a:cubicBezTo>
                    <a:pt x="50819" y="55117"/>
                    <a:pt x="52364" y="55920"/>
                    <a:pt x="51811" y="58133"/>
                  </a:cubicBezTo>
                  <a:cubicBezTo>
                    <a:pt x="51707" y="58582"/>
                    <a:pt x="52087" y="59204"/>
                    <a:pt x="52329" y="59688"/>
                  </a:cubicBezTo>
                  <a:cubicBezTo>
                    <a:pt x="52602" y="60250"/>
                    <a:pt x="52992" y="60846"/>
                    <a:pt x="53666" y="60846"/>
                  </a:cubicBezTo>
                  <a:cubicBezTo>
                    <a:pt x="53675" y="60846"/>
                    <a:pt x="53685" y="60846"/>
                    <a:pt x="53695" y="60846"/>
                  </a:cubicBezTo>
                  <a:cubicBezTo>
                    <a:pt x="54455" y="60811"/>
                    <a:pt x="54628" y="60085"/>
                    <a:pt x="54852" y="59498"/>
                  </a:cubicBezTo>
                  <a:cubicBezTo>
                    <a:pt x="55146" y="58703"/>
                    <a:pt x="55146" y="57822"/>
                    <a:pt x="54887" y="57027"/>
                  </a:cubicBezTo>
                  <a:cubicBezTo>
                    <a:pt x="54127" y="54642"/>
                    <a:pt x="54922" y="53017"/>
                    <a:pt x="57116" y="51894"/>
                  </a:cubicBezTo>
                  <a:cubicBezTo>
                    <a:pt x="58291" y="51307"/>
                    <a:pt x="59328" y="50442"/>
                    <a:pt x="60469" y="49786"/>
                  </a:cubicBezTo>
                  <a:cubicBezTo>
                    <a:pt x="62128" y="48818"/>
                    <a:pt x="61575" y="46641"/>
                    <a:pt x="63096" y="45448"/>
                  </a:cubicBezTo>
                  <a:cubicBezTo>
                    <a:pt x="64720" y="44169"/>
                    <a:pt x="65757" y="42113"/>
                    <a:pt x="68194" y="42061"/>
                  </a:cubicBezTo>
                  <a:cubicBezTo>
                    <a:pt x="68574" y="42044"/>
                    <a:pt x="69006" y="41888"/>
                    <a:pt x="69075" y="41456"/>
                  </a:cubicBezTo>
                  <a:cubicBezTo>
                    <a:pt x="69369" y="39711"/>
                    <a:pt x="70924" y="39417"/>
                    <a:pt x="72151" y="38760"/>
                  </a:cubicBezTo>
                  <a:cubicBezTo>
                    <a:pt x="72321" y="38667"/>
                    <a:pt x="72565" y="38512"/>
                    <a:pt x="72753" y="38512"/>
                  </a:cubicBezTo>
                  <a:cubicBezTo>
                    <a:pt x="72950" y="38512"/>
                    <a:pt x="73086" y="38680"/>
                    <a:pt x="73015" y="39261"/>
                  </a:cubicBezTo>
                  <a:cubicBezTo>
                    <a:pt x="72956" y="39796"/>
                    <a:pt x="73330" y="40078"/>
                    <a:pt x="73743" y="40078"/>
                  </a:cubicBezTo>
                  <a:cubicBezTo>
                    <a:pt x="73931" y="40078"/>
                    <a:pt x="74127" y="40020"/>
                    <a:pt x="74294" y="39901"/>
                  </a:cubicBezTo>
                  <a:cubicBezTo>
                    <a:pt x="75746" y="38898"/>
                    <a:pt x="77457" y="38501"/>
                    <a:pt x="78995" y="37723"/>
                  </a:cubicBezTo>
                  <a:cubicBezTo>
                    <a:pt x="79738" y="37326"/>
                    <a:pt x="80291" y="36773"/>
                    <a:pt x="79790" y="35995"/>
                  </a:cubicBezTo>
                  <a:cubicBezTo>
                    <a:pt x="79597" y="35708"/>
                    <a:pt x="79414" y="35603"/>
                    <a:pt x="79239" y="35603"/>
                  </a:cubicBezTo>
                  <a:cubicBezTo>
                    <a:pt x="78865" y="35603"/>
                    <a:pt x="78524" y="36083"/>
                    <a:pt x="78183" y="36306"/>
                  </a:cubicBezTo>
                  <a:cubicBezTo>
                    <a:pt x="77820" y="36545"/>
                    <a:pt x="77447" y="36741"/>
                    <a:pt x="77083" y="36741"/>
                  </a:cubicBezTo>
                  <a:cubicBezTo>
                    <a:pt x="76789" y="36741"/>
                    <a:pt x="76501" y="36612"/>
                    <a:pt x="76230" y="36272"/>
                  </a:cubicBezTo>
                  <a:cubicBezTo>
                    <a:pt x="75677" y="35563"/>
                    <a:pt x="76126" y="35148"/>
                    <a:pt x="76731" y="34751"/>
                  </a:cubicBezTo>
                  <a:cubicBezTo>
                    <a:pt x="77318" y="34371"/>
                    <a:pt x="77284" y="33818"/>
                    <a:pt x="77025" y="33196"/>
                  </a:cubicBezTo>
                  <a:cubicBezTo>
                    <a:pt x="76921" y="32919"/>
                    <a:pt x="76161" y="33023"/>
                    <a:pt x="76593" y="32643"/>
                  </a:cubicBezTo>
                  <a:cubicBezTo>
                    <a:pt x="76708" y="32536"/>
                    <a:pt x="76805" y="32492"/>
                    <a:pt x="76888" y="32492"/>
                  </a:cubicBezTo>
                  <a:cubicBezTo>
                    <a:pt x="77143" y="32492"/>
                    <a:pt x="77279" y="32892"/>
                    <a:pt x="77474" y="33126"/>
                  </a:cubicBezTo>
                  <a:cubicBezTo>
                    <a:pt x="77830" y="33563"/>
                    <a:pt x="78559" y="33892"/>
                    <a:pt x="79019" y="33892"/>
                  </a:cubicBezTo>
                  <a:cubicBezTo>
                    <a:pt x="79251" y="33892"/>
                    <a:pt x="79415" y="33808"/>
                    <a:pt x="79427" y="33610"/>
                  </a:cubicBezTo>
                  <a:cubicBezTo>
                    <a:pt x="79485" y="32639"/>
                    <a:pt x="79866" y="32465"/>
                    <a:pt x="80317" y="32465"/>
                  </a:cubicBezTo>
                  <a:cubicBezTo>
                    <a:pt x="80569" y="32465"/>
                    <a:pt x="80843" y="32519"/>
                    <a:pt x="81095" y="32519"/>
                  </a:cubicBezTo>
                  <a:cubicBezTo>
                    <a:pt x="81194" y="32519"/>
                    <a:pt x="81290" y="32511"/>
                    <a:pt x="81380" y="32487"/>
                  </a:cubicBezTo>
                  <a:cubicBezTo>
                    <a:pt x="81894" y="32340"/>
                    <a:pt x="82271" y="31830"/>
                    <a:pt x="82830" y="31830"/>
                  </a:cubicBezTo>
                  <a:cubicBezTo>
                    <a:pt x="82928" y="31830"/>
                    <a:pt x="83031" y="31846"/>
                    <a:pt x="83142" y="31882"/>
                  </a:cubicBezTo>
                  <a:cubicBezTo>
                    <a:pt x="82658" y="32470"/>
                    <a:pt x="82192" y="33075"/>
                    <a:pt x="81708" y="33679"/>
                  </a:cubicBezTo>
                  <a:cubicBezTo>
                    <a:pt x="81604" y="33766"/>
                    <a:pt x="81483" y="33835"/>
                    <a:pt x="81362" y="33904"/>
                  </a:cubicBezTo>
                  <a:cubicBezTo>
                    <a:pt x="81034" y="34129"/>
                    <a:pt x="80775" y="34423"/>
                    <a:pt x="80878" y="34872"/>
                  </a:cubicBezTo>
                  <a:cubicBezTo>
                    <a:pt x="80999" y="35304"/>
                    <a:pt x="81380" y="35252"/>
                    <a:pt x="81673" y="35425"/>
                  </a:cubicBezTo>
                  <a:cubicBezTo>
                    <a:pt x="81973" y="35596"/>
                    <a:pt x="82292" y="35648"/>
                    <a:pt x="82615" y="35648"/>
                  </a:cubicBezTo>
                  <a:cubicBezTo>
                    <a:pt x="83130" y="35648"/>
                    <a:pt x="83658" y="35514"/>
                    <a:pt x="84141" y="35514"/>
                  </a:cubicBezTo>
                  <a:cubicBezTo>
                    <a:pt x="84489" y="35514"/>
                    <a:pt x="84814" y="35584"/>
                    <a:pt x="85095" y="35822"/>
                  </a:cubicBezTo>
                  <a:cubicBezTo>
                    <a:pt x="85535" y="36187"/>
                    <a:pt x="85875" y="36332"/>
                    <a:pt x="86134" y="36332"/>
                  </a:cubicBezTo>
                  <a:cubicBezTo>
                    <a:pt x="86710" y="36332"/>
                    <a:pt x="86887" y="35618"/>
                    <a:pt x="86875" y="35010"/>
                  </a:cubicBezTo>
                  <a:cubicBezTo>
                    <a:pt x="86858" y="34215"/>
                    <a:pt x="87601" y="32729"/>
                    <a:pt x="85665" y="32625"/>
                  </a:cubicBezTo>
                  <a:cubicBezTo>
                    <a:pt x="84991" y="32591"/>
                    <a:pt x="85130" y="31986"/>
                    <a:pt x="85596" y="31485"/>
                  </a:cubicBezTo>
                  <a:cubicBezTo>
                    <a:pt x="87186" y="29791"/>
                    <a:pt x="86650" y="27527"/>
                    <a:pt x="84508" y="26767"/>
                  </a:cubicBezTo>
                  <a:cubicBezTo>
                    <a:pt x="84006" y="26594"/>
                    <a:pt x="83557" y="26214"/>
                    <a:pt x="83661" y="25834"/>
                  </a:cubicBezTo>
                  <a:cubicBezTo>
                    <a:pt x="83972" y="24503"/>
                    <a:pt x="83039" y="23432"/>
                    <a:pt x="83090" y="22170"/>
                  </a:cubicBezTo>
                  <a:cubicBezTo>
                    <a:pt x="83108" y="21773"/>
                    <a:pt x="83073" y="21375"/>
                    <a:pt x="82624" y="21220"/>
                  </a:cubicBezTo>
                  <a:cubicBezTo>
                    <a:pt x="82529" y="21188"/>
                    <a:pt x="82437" y="21174"/>
                    <a:pt x="82348" y="21174"/>
                  </a:cubicBezTo>
                  <a:cubicBezTo>
                    <a:pt x="82049" y="21174"/>
                    <a:pt x="81787" y="21339"/>
                    <a:pt x="81587" y="21565"/>
                  </a:cubicBezTo>
                  <a:cubicBezTo>
                    <a:pt x="81086" y="22135"/>
                    <a:pt x="80464" y="22602"/>
                    <a:pt x="79755" y="22913"/>
                  </a:cubicBezTo>
                  <a:cubicBezTo>
                    <a:pt x="79583" y="22995"/>
                    <a:pt x="79411" y="23071"/>
                    <a:pt x="79247" y="23071"/>
                  </a:cubicBezTo>
                  <a:cubicBezTo>
                    <a:pt x="79097" y="23071"/>
                    <a:pt x="78954" y="23008"/>
                    <a:pt x="78822" y="22827"/>
                  </a:cubicBezTo>
                  <a:cubicBezTo>
                    <a:pt x="78563" y="22498"/>
                    <a:pt x="78753" y="22274"/>
                    <a:pt x="78960" y="22015"/>
                  </a:cubicBezTo>
                  <a:cubicBezTo>
                    <a:pt x="79496" y="21254"/>
                    <a:pt x="79254" y="20736"/>
                    <a:pt x="78459" y="20338"/>
                  </a:cubicBezTo>
                  <a:cubicBezTo>
                    <a:pt x="78131" y="20165"/>
                    <a:pt x="77837" y="19941"/>
                    <a:pt x="77578" y="19664"/>
                  </a:cubicBezTo>
                  <a:cubicBezTo>
                    <a:pt x="77168" y="19146"/>
                    <a:pt x="76356" y="18913"/>
                    <a:pt x="75491" y="18913"/>
                  </a:cubicBezTo>
                  <a:cubicBezTo>
                    <a:pt x="74278" y="18913"/>
                    <a:pt x="72961" y="19371"/>
                    <a:pt x="72497" y="20148"/>
                  </a:cubicBezTo>
                  <a:cubicBezTo>
                    <a:pt x="72065" y="20874"/>
                    <a:pt x="71788" y="21824"/>
                    <a:pt x="70803" y="22170"/>
                  </a:cubicBezTo>
                  <a:cubicBezTo>
                    <a:pt x="70354" y="22326"/>
                    <a:pt x="70043" y="22792"/>
                    <a:pt x="70337" y="23276"/>
                  </a:cubicBezTo>
                  <a:cubicBezTo>
                    <a:pt x="71356" y="25004"/>
                    <a:pt x="70043" y="25488"/>
                    <a:pt x="68902" y="26024"/>
                  </a:cubicBezTo>
                  <a:cubicBezTo>
                    <a:pt x="67693" y="26577"/>
                    <a:pt x="66241" y="26801"/>
                    <a:pt x="66345" y="28685"/>
                  </a:cubicBezTo>
                  <a:cubicBezTo>
                    <a:pt x="66379" y="29117"/>
                    <a:pt x="65895" y="29601"/>
                    <a:pt x="65584" y="30016"/>
                  </a:cubicBezTo>
                  <a:cubicBezTo>
                    <a:pt x="65442" y="30197"/>
                    <a:pt x="65232" y="30465"/>
                    <a:pt x="64983" y="30465"/>
                  </a:cubicBezTo>
                  <a:cubicBezTo>
                    <a:pt x="64899" y="30465"/>
                    <a:pt x="64811" y="30435"/>
                    <a:pt x="64720" y="30361"/>
                  </a:cubicBezTo>
                  <a:cubicBezTo>
                    <a:pt x="64409" y="30120"/>
                    <a:pt x="64288" y="29705"/>
                    <a:pt x="64409" y="29342"/>
                  </a:cubicBezTo>
                  <a:cubicBezTo>
                    <a:pt x="64893" y="27596"/>
                    <a:pt x="65083" y="25989"/>
                    <a:pt x="62508" y="25903"/>
                  </a:cubicBezTo>
                  <a:cubicBezTo>
                    <a:pt x="62249" y="25903"/>
                    <a:pt x="61938" y="25644"/>
                    <a:pt x="61748" y="25436"/>
                  </a:cubicBezTo>
                  <a:cubicBezTo>
                    <a:pt x="61084" y="24759"/>
                    <a:pt x="60400" y="24243"/>
                    <a:pt x="59552" y="24243"/>
                  </a:cubicBezTo>
                  <a:cubicBezTo>
                    <a:pt x="59252" y="24243"/>
                    <a:pt x="58932" y="24307"/>
                    <a:pt x="58585" y="24451"/>
                  </a:cubicBezTo>
                  <a:cubicBezTo>
                    <a:pt x="58566" y="24457"/>
                    <a:pt x="58545" y="24459"/>
                    <a:pt x="58523" y="24459"/>
                  </a:cubicBezTo>
                  <a:cubicBezTo>
                    <a:pt x="58409" y="24459"/>
                    <a:pt x="58269" y="24394"/>
                    <a:pt x="58153" y="24365"/>
                  </a:cubicBezTo>
                  <a:cubicBezTo>
                    <a:pt x="58758" y="23501"/>
                    <a:pt x="57687" y="22429"/>
                    <a:pt x="58827" y="21462"/>
                  </a:cubicBezTo>
                  <a:cubicBezTo>
                    <a:pt x="61800" y="18990"/>
                    <a:pt x="65757" y="18558"/>
                    <a:pt x="68781" y="16294"/>
                  </a:cubicBezTo>
                  <a:lnTo>
                    <a:pt x="69455" y="15828"/>
                  </a:lnTo>
                  <a:cubicBezTo>
                    <a:pt x="70337" y="15586"/>
                    <a:pt x="71218" y="15206"/>
                    <a:pt x="72117" y="15119"/>
                  </a:cubicBezTo>
                  <a:cubicBezTo>
                    <a:pt x="74346" y="14912"/>
                    <a:pt x="75331" y="13910"/>
                    <a:pt x="75262" y="11767"/>
                  </a:cubicBezTo>
                  <a:cubicBezTo>
                    <a:pt x="75262" y="11596"/>
                    <a:pt x="75299" y="11543"/>
                    <a:pt x="75353" y="11543"/>
                  </a:cubicBezTo>
                  <a:cubicBezTo>
                    <a:pt x="75441" y="11543"/>
                    <a:pt x="75574" y="11687"/>
                    <a:pt x="75659" y="11698"/>
                  </a:cubicBezTo>
                  <a:cubicBezTo>
                    <a:pt x="76835" y="11749"/>
                    <a:pt x="77733" y="12683"/>
                    <a:pt x="78943" y="12752"/>
                  </a:cubicBezTo>
                  <a:cubicBezTo>
                    <a:pt x="79461" y="12769"/>
                    <a:pt x="79945" y="13391"/>
                    <a:pt x="80412" y="13789"/>
                  </a:cubicBezTo>
                  <a:cubicBezTo>
                    <a:pt x="80395" y="13944"/>
                    <a:pt x="80325" y="14082"/>
                    <a:pt x="80204" y="14203"/>
                  </a:cubicBezTo>
                  <a:cubicBezTo>
                    <a:pt x="79099" y="14649"/>
                    <a:pt x="78211" y="15599"/>
                    <a:pt x="76924" y="15599"/>
                  </a:cubicBezTo>
                  <a:cubicBezTo>
                    <a:pt x="76763" y="15599"/>
                    <a:pt x="76595" y="15584"/>
                    <a:pt x="76420" y="15551"/>
                  </a:cubicBezTo>
                  <a:cubicBezTo>
                    <a:pt x="76325" y="15534"/>
                    <a:pt x="76229" y="15525"/>
                    <a:pt x="76135" y="15525"/>
                  </a:cubicBezTo>
                  <a:cubicBezTo>
                    <a:pt x="75478" y="15525"/>
                    <a:pt x="74895" y="15947"/>
                    <a:pt x="74985" y="16778"/>
                  </a:cubicBezTo>
                  <a:cubicBezTo>
                    <a:pt x="75041" y="17437"/>
                    <a:pt x="75422" y="17620"/>
                    <a:pt x="75866" y="17620"/>
                  </a:cubicBezTo>
                  <a:cubicBezTo>
                    <a:pt x="76109" y="17620"/>
                    <a:pt x="76372" y="17565"/>
                    <a:pt x="76610" y="17504"/>
                  </a:cubicBezTo>
                  <a:cubicBezTo>
                    <a:pt x="76822" y="17451"/>
                    <a:pt x="77015" y="17425"/>
                    <a:pt x="77193" y="17425"/>
                  </a:cubicBezTo>
                  <a:cubicBezTo>
                    <a:pt x="77828" y="17425"/>
                    <a:pt x="78286" y="17750"/>
                    <a:pt x="78839" y="18316"/>
                  </a:cubicBezTo>
                  <a:cubicBezTo>
                    <a:pt x="79617" y="19094"/>
                    <a:pt x="80723" y="19612"/>
                    <a:pt x="81794" y="19993"/>
                  </a:cubicBezTo>
                  <a:cubicBezTo>
                    <a:pt x="81906" y="20034"/>
                    <a:pt x="82005" y="20053"/>
                    <a:pt x="82094" y="20053"/>
                  </a:cubicBezTo>
                  <a:cubicBezTo>
                    <a:pt x="82595" y="20053"/>
                    <a:pt x="82747" y="19445"/>
                    <a:pt x="82762" y="18887"/>
                  </a:cubicBezTo>
                  <a:cubicBezTo>
                    <a:pt x="82805" y="18878"/>
                    <a:pt x="82849" y="18874"/>
                    <a:pt x="82892" y="18874"/>
                  </a:cubicBezTo>
                  <a:cubicBezTo>
                    <a:pt x="82935" y="18874"/>
                    <a:pt x="82978" y="18878"/>
                    <a:pt x="83021" y="18887"/>
                  </a:cubicBezTo>
                  <a:cubicBezTo>
                    <a:pt x="83375" y="18985"/>
                    <a:pt x="83662" y="19030"/>
                    <a:pt x="83892" y="19030"/>
                  </a:cubicBezTo>
                  <a:cubicBezTo>
                    <a:pt x="85038" y="19030"/>
                    <a:pt x="84816" y="17932"/>
                    <a:pt x="84629" y="16882"/>
                  </a:cubicBezTo>
                  <a:cubicBezTo>
                    <a:pt x="84577" y="16588"/>
                    <a:pt x="84404" y="16122"/>
                    <a:pt x="84525" y="16018"/>
                  </a:cubicBezTo>
                  <a:cubicBezTo>
                    <a:pt x="84606" y="15948"/>
                    <a:pt x="84680" y="15920"/>
                    <a:pt x="84749" y="15920"/>
                  </a:cubicBezTo>
                  <a:cubicBezTo>
                    <a:pt x="84985" y="15920"/>
                    <a:pt x="85161" y="16252"/>
                    <a:pt x="85389" y="16346"/>
                  </a:cubicBezTo>
                  <a:cubicBezTo>
                    <a:pt x="85637" y="16436"/>
                    <a:pt x="85876" y="16474"/>
                    <a:pt x="86110" y="16474"/>
                  </a:cubicBezTo>
                  <a:cubicBezTo>
                    <a:pt x="86771" y="16474"/>
                    <a:pt x="87381" y="16174"/>
                    <a:pt x="87981" y="15931"/>
                  </a:cubicBezTo>
                  <a:cubicBezTo>
                    <a:pt x="88344" y="15793"/>
                    <a:pt x="88500" y="15275"/>
                    <a:pt x="88258" y="15033"/>
                  </a:cubicBezTo>
                  <a:cubicBezTo>
                    <a:pt x="87065" y="13754"/>
                    <a:pt x="85976" y="12406"/>
                    <a:pt x="84819" y="11110"/>
                  </a:cubicBezTo>
                  <a:cubicBezTo>
                    <a:pt x="84162" y="10350"/>
                    <a:pt x="83160" y="9779"/>
                    <a:pt x="82537" y="8915"/>
                  </a:cubicBezTo>
                  <a:cubicBezTo>
                    <a:pt x="82209" y="8379"/>
                    <a:pt x="81639" y="8034"/>
                    <a:pt x="81017" y="7999"/>
                  </a:cubicBezTo>
                  <a:cubicBezTo>
                    <a:pt x="80983" y="7995"/>
                    <a:pt x="80950" y="7994"/>
                    <a:pt x="80916" y="7994"/>
                  </a:cubicBezTo>
                  <a:cubicBezTo>
                    <a:pt x="80688" y="7994"/>
                    <a:pt x="80453" y="8074"/>
                    <a:pt x="80228" y="8074"/>
                  </a:cubicBezTo>
                  <a:cubicBezTo>
                    <a:pt x="80056" y="8074"/>
                    <a:pt x="79890" y="8027"/>
                    <a:pt x="79738" y="7861"/>
                  </a:cubicBezTo>
                  <a:cubicBezTo>
                    <a:pt x="80170" y="7757"/>
                    <a:pt x="80602" y="7654"/>
                    <a:pt x="81017" y="7585"/>
                  </a:cubicBezTo>
                  <a:cubicBezTo>
                    <a:pt x="81518" y="7481"/>
                    <a:pt x="82192" y="7567"/>
                    <a:pt x="82226" y="6859"/>
                  </a:cubicBezTo>
                  <a:cubicBezTo>
                    <a:pt x="82278" y="6202"/>
                    <a:pt x="81673" y="6167"/>
                    <a:pt x="81207" y="6046"/>
                  </a:cubicBezTo>
                  <a:cubicBezTo>
                    <a:pt x="81086" y="6012"/>
                    <a:pt x="80948" y="5960"/>
                    <a:pt x="80844" y="5891"/>
                  </a:cubicBezTo>
                  <a:cubicBezTo>
                    <a:pt x="80958" y="5878"/>
                    <a:pt x="81101" y="5837"/>
                    <a:pt x="81223" y="5837"/>
                  </a:cubicBezTo>
                  <a:cubicBezTo>
                    <a:pt x="81267" y="5837"/>
                    <a:pt x="81309" y="5843"/>
                    <a:pt x="81345" y="5856"/>
                  </a:cubicBezTo>
                  <a:cubicBezTo>
                    <a:pt x="81816" y="6065"/>
                    <a:pt x="82272" y="6151"/>
                    <a:pt x="82714" y="6151"/>
                  </a:cubicBezTo>
                  <a:cubicBezTo>
                    <a:pt x="83993" y="6151"/>
                    <a:pt x="85157" y="5437"/>
                    <a:pt x="86236" y="4923"/>
                  </a:cubicBezTo>
                  <a:cubicBezTo>
                    <a:pt x="89182" y="3528"/>
                    <a:pt x="92334" y="3094"/>
                    <a:pt x="95401" y="2235"/>
                  </a:cubicBezTo>
                  <a:lnTo>
                    <a:pt x="95401" y="2235"/>
                  </a:lnTo>
                  <a:cubicBezTo>
                    <a:pt x="93986" y="3267"/>
                    <a:pt x="92263" y="3834"/>
                    <a:pt x="90504" y="3834"/>
                  </a:cubicBezTo>
                  <a:cubicBezTo>
                    <a:pt x="90401" y="3834"/>
                    <a:pt x="90295" y="3831"/>
                    <a:pt x="90191" y="3831"/>
                  </a:cubicBezTo>
                  <a:cubicBezTo>
                    <a:pt x="89827" y="3831"/>
                    <a:pt x="89479" y="3873"/>
                    <a:pt x="89277" y="4249"/>
                  </a:cubicBezTo>
                  <a:cubicBezTo>
                    <a:pt x="89018" y="4802"/>
                    <a:pt x="89467" y="5113"/>
                    <a:pt x="89744" y="5528"/>
                  </a:cubicBezTo>
                  <a:cubicBezTo>
                    <a:pt x="90251" y="6307"/>
                    <a:pt x="90887" y="6586"/>
                    <a:pt x="91608" y="6586"/>
                  </a:cubicBezTo>
                  <a:cubicBezTo>
                    <a:pt x="91943" y="6586"/>
                    <a:pt x="92297" y="6525"/>
                    <a:pt x="92664" y="6427"/>
                  </a:cubicBezTo>
                  <a:cubicBezTo>
                    <a:pt x="93037" y="6322"/>
                    <a:pt x="93404" y="6272"/>
                    <a:pt x="93755" y="6272"/>
                  </a:cubicBezTo>
                  <a:cubicBezTo>
                    <a:pt x="95314" y="6272"/>
                    <a:pt x="96561" y="7243"/>
                    <a:pt x="96518" y="8639"/>
                  </a:cubicBezTo>
                  <a:cubicBezTo>
                    <a:pt x="96501" y="9123"/>
                    <a:pt x="96000" y="9710"/>
                    <a:pt x="96155" y="10073"/>
                  </a:cubicBezTo>
                  <a:cubicBezTo>
                    <a:pt x="96656" y="11300"/>
                    <a:pt x="95758" y="12302"/>
                    <a:pt x="95378" y="13045"/>
                  </a:cubicBezTo>
                  <a:cubicBezTo>
                    <a:pt x="94393" y="15016"/>
                    <a:pt x="93649" y="16709"/>
                    <a:pt x="95412" y="18541"/>
                  </a:cubicBezTo>
                  <a:cubicBezTo>
                    <a:pt x="95602" y="18714"/>
                    <a:pt x="95723" y="18938"/>
                    <a:pt x="95758" y="19180"/>
                  </a:cubicBezTo>
                  <a:cubicBezTo>
                    <a:pt x="95810" y="21358"/>
                    <a:pt x="97901" y="20788"/>
                    <a:pt x="99007" y="21479"/>
                  </a:cubicBezTo>
                  <a:cubicBezTo>
                    <a:pt x="99192" y="21597"/>
                    <a:pt x="99367" y="21648"/>
                    <a:pt x="99531" y="21648"/>
                  </a:cubicBezTo>
                  <a:cubicBezTo>
                    <a:pt x="100207" y="21648"/>
                    <a:pt x="100708" y="20784"/>
                    <a:pt x="101098" y="20200"/>
                  </a:cubicBezTo>
                  <a:cubicBezTo>
                    <a:pt x="102256" y="18472"/>
                    <a:pt x="104088" y="17055"/>
                    <a:pt x="105729" y="16536"/>
                  </a:cubicBezTo>
                  <a:cubicBezTo>
                    <a:pt x="109220" y="15396"/>
                    <a:pt x="112486" y="13547"/>
                    <a:pt x="116254" y="13115"/>
                  </a:cubicBezTo>
                  <a:cubicBezTo>
                    <a:pt x="117965" y="12907"/>
                    <a:pt x="119935" y="12320"/>
                    <a:pt x="120021" y="9883"/>
                  </a:cubicBezTo>
                  <a:cubicBezTo>
                    <a:pt x="120021" y="9693"/>
                    <a:pt x="120349" y="9485"/>
                    <a:pt x="120557" y="9330"/>
                  </a:cubicBezTo>
                  <a:cubicBezTo>
                    <a:pt x="121663" y="8552"/>
                    <a:pt x="123132" y="8034"/>
                    <a:pt x="122631" y="6202"/>
                  </a:cubicBezTo>
                  <a:cubicBezTo>
                    <a:pt x="122594" y="6055"/>
                    <a:pt x="122626" y="6020"/>
                    <a:pt x="122682" y="6020"/>
                  </a:cubicBezTo>
                  <a:cubicBezTo>
                    <a:pt x="122731" y="6020"/>
                    <a:pt x="122799" y="6046"/>
                    <a:pt x="122855" y="6046"/>
                  </a:cubicBezTo>
                  <a:cubicBezTo>
                    <a:pt x="122928" y="6051"/>
                    <a:pt x="122998" y="6053"/>
                    <a:pt x="123064" y="6053"/>
                  </a:cubicBezTo>
                  <a:cubicBezTo>
                    <a:pt x="124269" y="6053"/>
                    <a:pt x="124381" y="5321"/>
                    <a:pt x="123840" y="4387"/>
                  </a:cubicBezTo>
                  <a:cubicBezTo>
                    <a:pt x="123581" y="3921"/>
                    <a:pt x="123875" y="3955"/>
                    <a:pt x="124048" y="3817"/>
                  </a:cubicBezTo>
                  <a:cubicBezTo>
                    <a:pt x="125240" y="2867"/>
                    <a:pt x="126640" y="2728"/>
                    <a:pt x="128092" y="2659"/>
                  </a:cubicBezTo>
                  <a:cubicBezTo>
                    <a:pt x="128575" y="2625"/>
                    <a:pt x="129180" y="2521"/>
                    <a:pt x="129249" y="1934"/>
                  </a:cubicBezTo>
                  <a:cubicBezTo>
                    <a:pt x="129301" y="1363"/>
                    <a:pt x="128714" y="1242"/>
                    <a:pt x="128299" y="1190"/>
                  </a:cubicBezTo>
                  <a:cubicBezTo>
                    <a:pt x="125707" y="948"/>
                    <a:pt x="123132" y="430"/>
                    <a:pt x="120557" y="171"/>
                  </a:cubicBezTo>
                  <a:cubicBezTo>
                    <a:pt x="119360" y="50"/>
                    <a:pt x="118163" y="0"/>
                    <a:pt x="116966" y="0"/>
                  </a:cubicBezTo>
                  <a:close/>
                </a:path>
              </a:pathLst>
            </a:cu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707" name="Google Shape;2707;g3b3d817690b_0_279"/>
            <p:cNvSpPr/>
            <p:nvPr/>
          </p:nvSpPr>
          <p:spPr>
            <a:xfrm>
              <a:off x="1581325" y="1051125"/>
              <a:ext cx="283000" cy="91675"/>
            </a:xfrm>
            <a:custGeom>
              <a:rect b="b" l="l" r="r" t="t"/>
              <a:pathLst>
                <a:path extrusionOk="0" h="3667" w="11320">
                  <a:moveTo>
                    <a:pt x="6214" y="0"/>
                  </a:moveTo>
                  <a:cubicBezTo>
                    <a:pt x="5926" y="0"/>
                    <a:pt x="5584" y="48"/>
                    <a:pt x="5219" y="71"/>
                  </a:cubicBezTo>
                  <a:cubicBezTo>
                    <a:pt x="5082" y="56"/>
                    <a:pt x="4943" y="49"/>
                    <a:pt x="4804" y="49"/>
                  </a:cubicBezTo>
                  <a:cubicBezTo>
                    <a:pt x="3493" y="49"/>
                    <a:pt x="2115" y="667"/>
                    <a:pt x="709" y="1073"/>
                  </a:cubicBezTo>
                  <a:cubicBezTo>
                    <a:pt x="432" y="1177"/>
                    <a:pt x="208" y="1401"/>
                    <a:pt x="69" y="1678"/>
                  </a:cubicBezTo>
                  <a:cubicBezTo>
                    <a:pt x="0" y="1781"/>
                    <a:pt x="242" y="2213"/>
                    <a:pt x="363" y="2231"/>
                  </a:cubicBezTo>
                  <a:cubicBezTo>
                    <a:pt x="2163" y="2438"/>
                    <a:pt x="3786" y="3667"/>
                    <a:pt x="5640" y="3667"/>
                  </a:cubicBezTo>
                  <a:cubicBezTo>
                    <a:pt x="6100" y="3667"/>
                    <a:pt x="6574" y="3591"/>
                    <a:pt x="7068" y="3406"/>
                  </a:cubicBezTo>
                  <a:cubicBezTo>
                    <a:pt x="7396" y="3281"/>
                    <a:pt x="7767" y="3236"/>
                    <a:pt x="8142" y="3236"/>
                  </a:cubicBezTo>
                  <a:cubicBezTo>
                    <a:pt x="8439" y="3236"/>
                    <a:pt x="8738" y="3264"/>
                    <a:pt x="9021" y="3302"/>
                  </a:cubicBezTo>
                  <a:cubicBezTo>
                    <a:pt x="9277" y="3340"/>
                    <a:pt x="9523" y="3370"/>
                    <a:pt x="9759" y="3370"/>
                  </a:cubicBezTo>
                  <a:cubicBezTo>
                    <a:pt x="10271" y="3370"/>
                    <a:pt x="10728" y="3229"/>
                    <a:pt x="11095" y="2732"/>
                  </a:cubicBezTo>
                  <a:cubicBezTo>
                    <a:pt x="11320" y="2473"/>
                    <a:pt x="11268" y="2075"/>
                    <a:pt x="10991" y="1885"/>
                  </a:cubicBezTo>
                  <a:cubicBezTo>
                    <a:pt x="10479" y="1524"/>
                    <a:pt x="10006" y="1077"/>
                    <a:pt x="9430" y="1077"/>
                  </a:cubicBezTo>
                  <a:cubicBezTo>
                    <a:pt x="9151" y="1077"/>
                    <a:pt x="8847" y="1182"/>
                    <a:pt x="8503" y="1453"/>
                  </a:cubicBezTo>
                  <a:cubicBezTo>
                    <a:pt x="8280" y="1626"/>
                    <a:pt x="7919" y="1737"/>
                    <a:pt x="7612" y="1737"/>
                  </a:cubicBezTo>
                  <a:cubicBezTo>
                    <a:pt x="7277" y="1737"/>
                    <a:pt x="7006" y="1605"/>
                    <a:pt x="7051" y="1280"/>
                  </a:cubicBezTo>
                  <a:cubicBezTo>
                    <a:pt x="7179" y="207"/>
                    <a:pt x="6812" y="0"/>
                    <a:pt x="6214" y="0"/>
                  </a:cubicBezTo>
                  <a:close/>
                </a:path>
              </a:pathLst>
            </a:cu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708" name="Google Shape;2708;g3b3d817690b_0_279"/>
            <p:cNvSpPr/>
            <p:nvPr/>
          </p:nvSpPr>
          <p:spPr>
            <a:xfrm>
              <a:off x="3144425" y="1319375"/>
              <a:ext cx="213450" cy="95575"/>
            </a:xfrm>
            <a:custGeom>
              <a:rect b="b" l="l" r="r" t="t"/>
              <a:pathLst>
                <a:path extrusionOk="0" h="3823" w="8538">
                  <a:moveTo>
                    <a:pt x="6155" y="1"/>
                  </a:moveTo>
                  <a:cubicBezTo>
                    <a:pt x="6054" y="1"/>
                    <a:pt x="5950" y="7"/>
                    <a:pt x="5842" y="20"/>
                  </a:cubicBezTo>
                  <a:cubicBezTo>
                    <a:pt x="4846" y="139"/>
                    <a:pt x="3874" y="469"/>
                    <a:pt x="2859" y="469"/>
                  </a:cubicBezTo>
                  <a:cubicBezTo>
                    <a:pt x="2396" y="469"/>
                    <a:pt x="1923" y="400"/>
                    <a:pt x="1435" y="211"/>
                  </a:cubicBezTo>
                  <a:cubicBezTo>
                    <a:pt x="1292" y="150"/>
                    <a:pt x="1133" y="113"/>
                    <a:pt x="974" y="113"/>
                  </a:cubicBezTo>
                  <a:cubicBezTo>
                    <a:pt x="501" y="113"/>
                    <a:pt x="35" y="441"/>
                    <a:pt x="35" y="1438"/>
                  </a:cubicBezTo>
                  <a:cubicBezTo>
                    <a:pt x="1" y="3771"/>
                    <a:pt x="1573" y="3580"/>
                    <a:pt x="3025" y="3822"/>
                  </a:cubicBezTo>
                  <a:cubicBezTo>
                    <a:pt x="4338" y="3753"/>
                    <a:pt x="5617" y="3408"/>
                    <a:pt x="6792" y="2837"/>
                  </a:cubicBezTo>
                  <a:cubicBezTo>
                    <a:pt x="7415" y="2526"/>
                    <a:pt x="8538" y="2474"/>
                    <a:pt x="8192" y="1541"/>
                  </a:cubicBezTo>
                  <a:cubicBezTo>
                    <a:pt x="7892" y="720"/>
                    <a:pt x="7218" y="1"/>
                    <a:pt x="6155" y="1"/>
                  </a:cubicBezTo>
                  <a:close/>
                </a:path>
              </a:pathLst>
            </a:cu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709" name="Google Shape;2709;g3b3d817690b_0_279"/>
            <p:cNvSpPr/>
            <p:nvPr/>
          </p:nvSpPr>
          <p:spPr>
            <a:xfrm>
              <a:off x="1453000" y="2509000"/>
              <a:ext cx="263575" cy="113100"/>
            </a:xfrm>
            <a:custGeom>
              <a:rect b="b" l="l" r="r" t="t"/>
              <a:pathLst>
                <a:path extrusionOk="0" h="4524" w="10543">
                  <a:moveTo>
                    <a:pt x="3451" y="1"/>
                  </a:moveTo>
                  <a:cubicBezTo>
                    <a:pt x="2445" y="1"/>
                    <a:pt x="1486" y="228"/>
                    <a:pt x="761" y="702"/>
                  </a:cubicBezTo>
                  <a:cubicBezTo>
                    <a:pt x="398" y="927"/>
                    <a:pt x="1" y="1186"/>
                    <a:pt x="243" y="1687"/>
                  </a:cubicBezTo>
                  <a:cubicBezTo>
                    <a:pt x="390" y="1972"/>
                    <a:pt x="609" y="2083"/>
                    <a:pt x="855" y="2083"/>
                  </a:cubicBezTo>
                  <a:cubicBezTo>
                    <a:pt x="1012" y="2083"/>
                    <a:pt x="1180" y="2038"/>
                    <a:pt x="1349" y="1964"/>
                  </a:cubicBezTo>
                  <a:cubicBezTo>
                    <a:pt x="1677" y="1828"/>
                    <a:pt x="1990" y="1776"/>
                    <a:pt x="2298" y="1776"/>
                  </a:cubicBezTo>
                  <a:cubicBezTo>
                    <a:pt x="2932" y="1776"/>
                    <a:pt x="3543" y="1997"/>
                    <a:pt x="4217" y="2171"/>
                  </a:cubicBezTo>
                  <a:cubicBezTo>
                    <a:pt x="5708" y="2540"/>
                    <a:pt x="6405" y="4523"/>
                    <a:pt x="7868" y="4523"/>
                  </a:cubicBezTo>
                  <a:cubicBezTo>
                    <a:pt x="8118" y="4523"/>
                    <a:pt x="8391" y="4465"/>
                    <a:pt x="8693" y="4332"/>
                  </a:cubicBezTo>
                  <a:cubicBezTo>
                    <a:pt x="8824" y="4337"/>
                    <a:pt x="8947" y="4340"/>
                    <a:pt x="9062" y="4340"/>
                  </a:cubicBezTo>
                  <a:cubicBezTo>
                    <a:pt x="10032" y="4340"/>
                    <a:pt x="10475" y="4144"/>
                    <a:pt x="10491" y="3727"/>
                  </a:cubicBezTo>
                  <a:cubicBezTo>
                    <a:pt x="10542" y="2897"/>
                    <a:pt x="9817" y="2724"/>
                    <a:pt x="9264" y="2517"/>
                  </a:cubicBezTo>
                  <a:cubicBezTo>
                    <a:pt x="8711" y="2292"/>
                    <a:pt x="8209" y="1964"/>
                    <a:pt x="7777" y="1567"/>
                  </a:cubicBezTo>
                  <a:cubicBezTo>
                    <a:pt x="6685" y="547"/>
                    <a:pt x="5011" y="1"/>
                    <a:pt x="3451" y="1"/>
                  </a:cubicBezTo>
                  <a:close/>
                </a:path>
              </a:pathLst>
            </a:cu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710" name="Google Shape;2710;g3b3d817690b_0_279"/>
            <p:cNvSpPr/>
            <p:nvPr/>
          </p:nvSpPr>
          <p:spPr>
            <a:xfrm>
              <a:off x="1880725" y="1020350"/>
              <a:ext cx="162025" cy="112025"/>
            </a:xfrm>
            <a:custGeom>
              <a:rect b="b" l="l" r="r" t="t"/>
              <a:pathLst>
                <a:path extrusionOk="0" h="4481" w="6481">
                  <a:moveTo>
                    <a:pt x="4294" y="0"/>
                  </a:moveTo>
                  <a:cubicBezTo>
                    <a:pt x="4062" y="0"/>
                    <a:pt x="3818" y="44"/>
                    <a:pt x="3560" y="144"/>
                  </a:cubicBezTo>
                  <a:cubicBezTo>
                    <a:pt x="3094" y="317"/>
                    <a:pt x="2593" y="541"/>
                    <a:pt x="2886" y="1198"/>
                  </a:cubicBezTo>
                  <a:cubicBezTo>
                    <a:pt x="3042" y="1509"/>
                    <a:pt x="3232" y="1820"/>
                    <a:pt x="3457" y="2114"/>
                  </a:cubicBezTo>
                  <a:cubicBezTo>
                    <a:pt x="3147" y="2260"/>
                    <a:pt x="2851" y="2348"/>
                    <a:pt x="2545" y="2348"/>
                  </a:cubicBezTo>
                  <a:cubicBezTo>
                    <a:pt x="2270" y="2348"/>
                    <a:pt x="1987" y="2277"/>
                    <a:pt x="1677" y="2114"/>
                  </a:cubicBezTo>
                  <a:cubicBezTo>
                    <a:pt x="1531" y="2037"/>
                    <a:pt x="1393" y="2002"/>
                    <a:pt x="1262" y="2002"/>
                  </a:cubicBezTo>
                  <a:cubicBezTo>
                    <a:pt x="867" y="2002"/>
                    <a:pt x="545" y="2320"/>
                    <a:pt x="311" y="2736"/>
                  </a:cubicBezTo>
                  <a:cubicBezTo>
                    <a:pt x="0" y="3289"/>
                    <a:pt x="467" y="3479"/>
                    <a:pt x="813" y="3807"/>
                  </a:cubicBezTo>
                  <a:cubicBezTo>
                    <a:pt x="1327" y="4309"/>
                    <a:pt x="1837" y="4480"/>
                    <a:pt x="2344" y="4480"/>
                  </a:cubicBezTo>
                  <a:cubicBezTo>
                    <a:pt x="3164" y="4480"/>
                    <a:pt x="3976" y="4032"/>
                    <a:pt x="4787" y="3807"/>
                  </a:cubicBezTo>
                  <a:lnTo>
                    <a:pt x="5081" y="3514"/>
                  </a:lnTo>
                  <a:cubicBezTo>
                    <a:pt x="5237" y="2788"/>
                    <a:pt x="5098" y="1924"/>
                    <a:pt x="6204" y="1734"/>
                  </a:cubicBezTo>
                  <a:cubicBezTo>
                    <a:pt x="6464" y="1699"/>
                    <a:pt x="6481" y="1129"/>
                    <a:pt x="6222" y="921"/>
                  </a:cubicBezTo>
                  <a:cubicBezTo>
                    <a:pt x="5644" y="436"/>
                    <a:pt x="5027" y="0"/>
                    <a:pt x="4294" y="0"/>
                  </a:cubicBezTo>
                  <a:close/>
                </a:path>
              </a:pathLst>
            </a:cu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711" name="Google Shape;2711;g3b3d817690b_0_279"/>
            <p:cNvSpPr/>
            <p:nvPr/>
          </p:nvSpPr>
          <p:spPr>
            <a:xfrm>
              <a:off x="1688900" y="2603450"/>
              <a:ext cx="165050" cy="73950"/>
            </a:xfrm>
            <a:custGeom>
              <a:rect b="b" l="l" r="r" t="t"/>
              <a:pathLst>
                <a:path extrusionOk="0" h="2958" w="6602">
                  <a:moveTo>
                    <a:pt x="2842" y="0"/>
                  </a:moveTo>
                  <a:cubicBezTo>
                    <a:pt x="2588" y="0"/>
                    <a:pt x="2332" y="28"/>
                    <a:pt x="2074" y="87"/>
                  </a:cubicBezTo>
                  <a:cubicBezTo>
                    <a:pt x="1452" y="225"/>
                    <a:pt x="1055" y="1331"/>
                    <a:pt x="225" y="1694"/>
                  </a:cubicBezTo>
                  <a:cubicBezTo>
                    <a:pt x="0" y="1798"/>
                    <a:pt x="277" y="2247"/>
                    <a:pt x="536" y="2454"/>
                  </a:cubicBezTo>
                  <a:cubicBezTo>
                    <a:pt x="957" y="2789"/>
                    <a:pt x="2162" y="2958"/>
                    <a:pt x="3373" y="2958"/>
                  </a:cubicBezTo>
                  <a:cubicBezTo>
                    <a:pt x="4599" y="2958"/>
                    <a:pt x="5830" y="2785"/>
                    <a:pt x="6256" y="2437"/>
                  </a:cubicBezTo>
                  <a:cubicBezTo>
                    <a:pt x="6395" y="2282"/>
                    <a:pt x="6515" y="2109"/>
                    <a:pt x="6602" y="1919"/>
                  </a:cubicBezTo>
                  <a:cubicBezTo>
                    <a:pt x="6481" y="1711"/>
                    <a:pt x="6429" y="1469"/>
                    <a:pt x="6291" y="1366"/>
                  </a:cubicBezTo>
                  <a:cubicBezTo>
                    <a:pt x="5231" y="636"/>
                    <a:pt x="4065" y="0"/>
                    <a:pt x="2842" y="0"/>
                  </a:cubicBezTo>
                  <a:close/>
                </a:path>
              </a:pathLst>
            </a:cu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712" name="Google Shape;2712;g3b3d817690b_0_279"/>
            <p:cNvSpPr/>
            <p:nvPr/>
          </p:nvSpPr>
          <p:spPr>
            <a:xfrm>
              <a:off x="1922200" y="1344925"/>
              <a:ext cx="129625" cy="64525"/>
            </a:xfrm>
            <a:custGeom>
              <a:rect b="b" l="l" r="r" t="t"/>
              <a:pathLst>
                <a:path extrusionOk="0" h="2581" w="5185">
                  <a:moveTo>
                    <a:pt x="1901" y="1"/>
                  </a:moveTo>
                  <a:lnTo>
                    <a:pt x="1227" y="467"/>
                  </a:lnTo>
                  <a:cubicBezTo>
                    <a:pt x="934" y="1020"/>
                    <a:pt x="0" y="1383"/>
                    <a:pt x="415" y="2144"/>
                  </a:cubicBezTo>
                  <a:cubicBezTo>
                    <a:pt x="602" y="2475"/>
                    <a:pt x="838" y="2581"/>
                    <a:pt x="1096" y="2581"/>
                  </a:cubicBezTo>
                  <a:cubicBezTo>
                    <a:pt x="1482" y="2581"/>
                    <a:pt x="1915" y="2344"/>
                    <a:pt x="2299" y="2282"/>
                  </a:cubicBezTo>
                  <a:cubicBezTo>
                    <a:pt x="2552" y="2236"/>
                    <a:pt x="2806" y="2213"/>
                    <a:pt x="3064" y="2213"/>
                  </a:cubicBezTo>
                  <a:cubicBezTo>
                    <a:pt x="3194" y="2213"/>
                    <a:pt x="3324" y="2219"/>
                    <a:pt x="3457" y="2230"/>
                  </a:cubicBezTo>
                  <a:cubicBezTo>
                    <a:pt x="3730" y="2245"/>
                    <a:pt x="4039" y="2324"/>
                    <a:pt x="4314" y="2324"/>
                  </a:cubicBezTo>
                  <a:cubicBezTo>
                    <a:pt x="4665" y="2324"/>
                    <a:pt x="4959" y="2195"/>
                    <a:pt x="5047" y="1643"/>
                  </a:cubicBezTo>
                  <a:cubicBezTo>
                    <a:pt x="5185" y="744"/>
                    <a:pt x="4563" y="277"/>
                    <a:pt x="3768" y="122"/>
                  </a:cubicBezTo>
                  <a:cubicBezTo>
                    <a:pt x="3146" y="35"/>
                    <a:pt x="2523" y="1"/>
                    <a:pt x="1901" y="1"/>
                  </a:cubicBezTo>
                  <a:close/>
                </a:path>
              </a:pathLst>
            </a:cu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713" name="Google Shape;2713;g3b3d817690b_0_279"/>
            <p:cNvSpPr/>
            <p:nvPr/>
          </p:nvSpPr>
          <p:spPr>
            <a:xfrm>
              <a:off x="1787825" y="1030550"/>
              <a:ext cx="94250" cy="44825"/>
            </a:xfrm>
            <a:custGeom>
              <a:rect b="b" l="l" r="r" t="t"/>
              <a:pathLst>
                <a:path extrusionOk="0" h="1793" w="3770">
                  <a:moveTo>
                    <a:pt x="2929" y="0"/>
                  </a:moveTo>
                  <a:cubicBezTo>
                    <a:pt x="2800" y="0"/>
                    <a:pt x="2676" y="17"/>
                    <a:pt x="2576" y="47"/>
                  </a:cubicBezTo>
                  <a:cubicBezTo>
                    <a:pt x="2412" y="93"/>
                    <a:pt x="2229" y="105"/>
                    <a:pt x="2039" y="105"/>
                  </a:cubicBezTo>
                  <a:cubicBezTo>
                    <a:pt x="1817" y="105"/>
                    <a:pt x="1584" y="88"/>
                    <a:pt x="1360" y="88"/>
                  </a:cubicBezTo>
                  <a:cubicBezTo>
                    <a:pt x="763" y="88"/>
                    <a:pt x="227" y="208"/>
                    <a:pt x="105" y="1084"/>
                  </a:cubicBezTo>
                  <a:cubicBezTo>
                    <a:pt x="1" y="1792"/>
                    <a:pt x="865" y="1688"/>
                    <a:pt x="1504" y="1740"/>
                  </a:cubicBezTo>
                  <a:cubicBezTo>
                    <a:pt x="2265" y="1568"/>
                    <a:pt x="3405" y="1792"/>
                    <a:pt x="3665" y="652"/>
                  </a:cubicBezTo>
                  <a:cubicBezTo>
                    <a:pt x="3769" y="167"/>
                    <a:pt x="3329" y="0"/>
                    <a:pt x="2929" y="0"/>
                  </a:cubicBezTo>
                  <a:close/>
                </a:path>
              </a:pathLst>
            </a:cu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714" name="Google Shape;2714;g3b3d817690b_0_279"/>
            <p:cNvSpPr/>
            <p:nvPr/>
          </p:nvSpPr>
          <p:spPr>
            <a:xfrm>
              <a:off x="1870350" y="2639275"/>
              <a:ext cx="59225" cy="44325"/>
            </a:xfrm>
            <a:custGeom>
              <a:rect b="b" l="l" r="r" t="t"/>
              <a:pathLst>
                <a:path extrusionOk="0" h="1773" w="2369">
                  <a:moveTo>
                    <a:pt x="922" y="1"/>
                  </a:moveTo>
                  <a:cubicBezTo>
                    <a:pt x="435" y="1"/>
                    <a:pt x="1" y="156"/>
                    <a:pt x="1" y="762"/>
                  </a:cubicBezTo>
                  <a:cubicBezTo>
                    <a:pt x="1" y="1414"/>
                    <a:pt x="337" y="1773"/>
                    <a:pt x="982" y="1773"/>
                  </a:cubicBezTo>
                  <a:cubicBezTo>
                    <a:pt x="1038" y="1773"/>
                    <a:pt x="1097" y="1770"/>
                    <a:pt x="1158" y="1765"/>
                  </a:cubicBezTo>
                  <a:cubicBezTo>
                    <a:pt x="1711" y="1730"/>
                    <a:pt x="2368" y="1678"/>
                    <a:pt x="2299" y="901"/>
                  </a:cubicBezTo>
                  <a:cubicBezTo>
                    <a:pt x="2264" y="175"/>
                    <a:pt x="1642" y="2"/>
                    <a:pt x="1003" y="2"/>
                  </a:cubicBezTo>
                  <a:cubicBezTo>
                    <a:pt x="976" y="1"/>
                    <a:pt x="949" y="1"/>
                    <a:pt x="922" y="1"/>
                  </a:cubicBezTo>
                  <a:close/>
                </a:path>
              </a:pathLst>
            </a:cu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715" name="Google Shape;2715;g3b3d817690b_0_279"/>
            <p:cNvSpPr/>
            <p:nvPr/>
          </p:nvSpPr>
          <p:spPr>
            <a:xfrm>
              <a:off x="2264800" y="4630125"/>
              <a:ext cx="62675" cy="39225"/>
            </a:xfrm>
            <a:custGeom>
              <a:rect b="b" l="l" r="r" t="t"/>
              <a:pathLst>
                <a:path extrusionOk="0" h="1569" w="2507">
                  <a:moveTo>
                    <a:pt x="1176" y="52"/>
                  </a:moveTo>
                  <a:cubicBezTo>
                    <a:pt x="675" y="87"/>
                    <a:pt x="1" y="1"/>
                    <a:pt x="1" y="813"/>
                  </a:cubicBezTo>
                  <a:cubicBezTo>
                    <a:pt x="1" y="1241"/>
                    <a:pt x="341" y="1568"/>
                    <a:pt x="742" y="1568"/>
                  </a:cubicBezTo>
                  <a:cubicBezTo>
                    <a:pt x="811" y="1568"/>
                    <a:pt x="881" y="1559"/>
                    <a:pt x="951" y="1539"/>
                  </a:cubicBezTo>
                  <a:cubicBezTo>
                    <a:pt x="1077" y="1515"/>
                    <a:pt x="1221" y="1513"/>
                    <a:pt x="1369" y="1513"/>
                  </a:cubicBezTo>
                  <a:cubicBezTo>
                    <a:pt x="1403" y="1513"/>
                    <a:pt x="1437" y="1513"/>
                    <a:pt x="1471" y="1513"/>
                  </a:cubicBezTo>
                  <a:cubicBezTo>
                    <a:pt x="1947" y="1513"/>
                    <a:pt x="2434" y="1491"/>
                    <a:pt x="2472" y="830"/>
                  </a:cubicBezTo>
                  <a:cubicBezTo>
                    <a:pt x="2506" y="52"/>
                    <a:pt x="1781" y="87"/>
                    <a:pt x="1176" y="52"/>
                  </a:cubicBezTo>
                  <a:close/>
                </a:path>
              </a:pathLst>
            </a:cu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716" name="Google Shape;2716;g3b3d817690b_0_279"/>
            <p:cNvSpPr/>
            <p:nvPr/>
          </p:nvSpPr>
          <p:spPr>
            <a:xfrm>
              <a:off x="1604225" y="2645350"/>
              <a:ext cx="56175" cy="38275"/>
            </a:xfrm>
            <a:custGeom>
              <a:rect b="b" l="l" r="r" t="t"/>
              <a:pathLst>
                <a:path extrusionOk="0" h="1531" w="2247">
                  <a:moveTo>
                    <a:pt x="1003" y="1"/>
                  </a:moveTo>
                  <a:cubicBezTo>
                    <a:pt x="536" y="35"/>
                    <a:pt x="0" y="1"/>
                    <a:pt x="17" y="554"/>
                  </a:cubicBezTo>
                  <a:cubicBezTo>
                    <a:pt x="17" y="1297"/>
                    <a:pt x="640" y="1452"/>
                    <a:pt x="1262" y="1522"/>
                  </a:cubicBezTo>
                  <a:cubicBezTo>
                    <a:pt x="1319" y="1528"/>
                    <a:pt x="1377" y="1531"/>
                    <a:pt x="1434" y="1531"/>
                  </a:cubicBezTo>
                  <a:cubicBezTo>
                    <a:pt x="1857" y="1531"/>
                    <a:pt x="2247" y="1352"/>
                    <a:pt x="2247" y="865"/>
                  </a:cubicBezTo>
                  <a:cubicBezTo>
                    <a:pt x="2247" y="18"/>
                    <a:pt x="1504" y="139"/>
                    <a:pt x="1003" y="1"/>
                  </a:cubicBezTo>
                  <a:close/>
                </a:path>
              </a:pathLst>
            </a:cu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717" name="Google Shape;2717;g3b3d817690b_0_279"/>
            <p:cNvSpPr/>
            <p:nvPr/>
          </p:nvSpPr>
          <p:spPr>
            <a:xfrm>
              <a:off x="7045475" y="3384250"/>
              <a:ext cx="47375" cy="53550"/>
            </a:xfrm>
            <a:custGeom>
              <a:rect b="b" l="l" r="r" t="t"/>
              <a:pathLst>
                <a:path extrusionOk="0" h="2142" w="1895">
                  <a:moveTo>
                    <a:pt x="416" y="1"/>
                  </a:moveTo>
                  <a:cubicBezTo>
                    <a:pt x="93" y="1"/>
                    <a:pt x="0" y="338"/>
                    <a:pt x="63" y="618"/>
                  </a:cubicBezTo>
                  <a:cubicBezTo>
                    <a:pt x="201" y="1292"/>
                    <a:pt x="339" y="2035"/>
                    <a:pt x="1203" y="2139"/>
                  </a:cubicBezTo>
                  <a:cubicBezTo>
                    <a:pt x="1224" y="2141"/>
                    <a:pt x="1245" y="2142"/>
                    <a:pt x="1265" y="2142"/>
                  </a:cubicBezTo>
                  <a:cubicBezTo>
                    <a:pt x="1645" y="2142"/>
                    <a:pt x="1895" y="1835"/>
                    <a:pt x="1895" y="1327"/>
                  </a:cubicBezTo>
                  <a:cubicBezTo>
                    <a:pt x="1670" y="705"/>
                    <a:pt x="1273" y="169"/>
                    <a:pt x="529" y="13"/>
                  </a:cubicBezTo>
                  <a:cubicBezTo>
                    <a:pt x="489" y="5"/>
                    <a:pt x="451" y="1"/>
                    <a:pt x="416" y="1"/>
                  </a:cubicBezTo>
                  <a:close/>
                </a:path>
              </a:pathLst>
            </a:cu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718" name="Google Shape;2718;g3b3d817690b_0_279"/>
            <p:cNvSpPr/>
            <p:nvPr/>
          </p:nvSpPr>
          <p:spPr>
            <a:xfrm>
              <a:off x="4291500" y="1250400"/>
              <a:ext cx="54900" cy="37900"/>
            </a:xfrm>
            <a:custGeom>
              <a:rect b="b" l="l" r="r" t="t"/>
              <a:pathLst>
                <a:path extrusionOk="0" h="1516" w="2196">
                  <a:moveTo>
                    <a:pt x="1013" y="0"/>
                  </a:moveTo>
                  <a:cubicBezTo>
                    <a:pt x="676" y="0"/>
                    <a:pt x="369" y="181"/>
                    <a:pt x="190" y="464"/>
                  </a:cubicBezTo>
                  <a:cubicBezTo>
                    <a:pt x="0" y="706"/>
                    <a:pt x="35" y="1034"/>
                    <a:pt x="259" y="1224"/>
                  </a:cubicBezTo>
                  <a:cubicBezTo>
                    <a:pt x="466" y="1444"/>
                    <a:pt x="678" y="1515"/>
                    <a:pt x="892" y="1515"/>
                  </a:cubicBezTo>
                  <a:cubicBezTo>
                    <a:pt x="1233" y="1515"/>
                    <a:pt x="1579" y="1336"/>
                    <a:pt x="1919" y="1293"/>
                  </a:cubicBezTo>
                  <a:cubicBezTo>
                    <a:pt x="2195" y="567"/>
                    <a:pt x="1901" y="153"/>
                    <a:pt x="1175" y="14"/>
                  </a:cubicBezTo>
                  <a:cubicBezTo>
                    <a:pt x="1121" y="5"/>
                    <a:pt x="1066" y="0"/>
                    <a:pt x="1013" y="0"/>
                  </a:cubicBezTo>
                  <a:close/>
                </a:path>
              </a:pathLst>
            </a:cu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719" name="Google Shape;2719;g3b3d817690b_0_279"/>
            <p:cNvSpPr/>
            <p:nvPr/>
          </p:nvSpPr>
          <p:spPr>
            <a:xfrm>
              <a:off x="6323375" y="3314875"/>
              <a:ext cx="50125" cy="37325"/>
            </a:xfrm>
            <a:custGeom>
              <a:rect b="b" l="l" r="r" t="t"/>
              <a:pathLst>
                <a:path extrusionOk="0" h="1493" w="2005">
                  <a:moveTo>
                    <a:pt x="754" y="1"/>
                  </a:moveTo>
                  <a:cubicBezTo>
                    <a:pt x="409" y="1"/>
                    <a:pt x="93" y="129"/>
                    <a:pt x="52" y="542"/>
                  </a:cubicBezTo>
                  <a:cubicBezTo>
                    <a:pt x="0" y="1198"/>
                    <a:pt x="536" y="1371"/>
                    <a:pt x="1106" y="1492"/>
                  </a:cubicBezTo>
                  <a:cubicBezTo>
                    <a:pt x="1504" y="1475"/>
                    <a:pt x="1988" y="1440"/>
                    <a:pt x="1988" y="905"/>
                  </a:cubicBezTo>
                  <a:cubicBezTo>
                    <a:pt x="2005" y="317"/>
                    <a:pt x="1504" y="110"/>
                    <a:pt x="1020" y="23"/>
                  </a:cubicBezTo>
                  <a:cubicBezTo>
                    <a:pt x="932" y="9"/>
                    <a:pt x="842" y="1"/>
                    <a:pt x="754" y="1"/>
                  </a:cubicBezTo>
                  <a:close/>
                </a:path>
              </a:pathLst>
            </a:cu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720" name="Google Shape;2720;g3b3d817690b_0_279"/>
            <p:cNvSpPr/>
            <p:nvPr/>
          </p:nvSpPr>
          <p:spPr>
            <a:xfrm>
              <a:off x="6680225" y="1890750"/>
              <a:ext cx="46075" cy="42200"/>
            </a:xfrm>
            <a:custGeom>
              <a:rect b="b" l="l" r="r" t="t"/>
              <a:pathLst>
                <a:path extrusionOk="0" h="1688" w="1843">
                  <a:moveTo>
                    <a:pt x="1376" y="1"/>
                  </a:moveTo>
                  <a:cubicBezTo>
                    <a:pt x="1345" y="1"/>
                    <a:pt x="1312" y="4"/>
                    <a:pt x="1280" y="11"/>
                  </a:cubicBezTo>
                  <a:cubicBezTo>
                    <a:pt x="675" y="29"/>
                    <a:pt x="156" y="478"/>
                    <a:pt x="70" y="1083"/>
                  </a:cubicBezTo>
                  <a:cubicBezTo>
                    <a:pt x="1" y="1446"/>
                    <a:pt x="208" y="1670"/>
                    <a:pt x="675" y="1688"/>
                  </a:cubicBezTo>
                  <a:cubicBezTo>
                    <a:pt x="1193" y="1480"/>
                    <a:pt x="1643" y="1135"/>
                    <a:pt x="1781" y="513"/>
                  </a:cubicBezTo>
                  <a:cubicBezTo>
                    <a:pt x="1843" y="250"/>
                    <a:pt x="1642" y="1"/>
                    <a:pt x="1376" y="1"/>
                  </a:cubicBezTo>
                  <a:close/>
                </a:path>
              </a:pathLst>
            </a:cu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721" name="Google Shape;2721;g3b3d817690b_0_279"/>
            <p:cNvSpPr/>
            <p:nvPr/>
          </p:nvSpPr>
          <p:spPr>
            <a:xfrm>
              <a:off x="3550975" y="1955400"/>
              <a:ext cx="53600" cy="126175"/>
            </a:xfrm>
            <a:custGeom>
              <a:rect b="b" l="l" r="r" t="t"/>
              <a:pathLst>
                <a:path extrusionOk="0" h="5047" w="2144">
                  <a:moveTo>
                    <a:pt x="1297" y="0"/>
                  </a:moveTo>
                  <a:cubicBezTo>
                    <a:pt x="778" y="0"/>
                    <a:pt x="260" y="363"/>
                    <a:pt x="364" y="795"/>
                  </a:cubicBezTo>
                  <a:cubicBezTo>
                    <a:pt x="640" y="1850"/>
                    <a:pt x="122" y="2731"/>
                    <a:pt x="1" y="3491"/>
                  </a:cubicBezTo>
                  <a:cubicBezTo>
                    <a:pt x="70" y="4338"/>
                    <a:pt x="1" y="5047"/>
                    <a:pt x="951" y="5047"/>
                  </a:cubicBezTo>
                  <a:cubicBezTo>
                    <a:pt x="1781" y="5047"/>
                    <a:pt x="1971" y="4476"/>
                    <a:pt x="2040" y="3785"/>
                  </a:cubicBezTo>
                  <a:cubicBezTo>
                    <a:pt x="2144" y="2748"/>
                    <a:pt x="1642" y="1746"/>
                    <a:pt x="1936" y="692"/>
                  </a:cubicBezTo>
                  <a:cubicBezTo>
                    <a:pt x="2023" y="381"/>
                    <a:pt x="1712" y="0"/>
                    <a:pt x="1297" y="0"/>
                  </a:cubicBezTo>
                  <a:close/>
                </a:path>
              </a:pathLst>
            </a:cu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722" name="Google Shape;2722;g3b3d817690b_0_279"/>
            <p:cNvSpPr/>
            <p:nvPr/>
          </p:nvSpPr>
          <p:spPr>
            <a:xfrm>
              <a:off x="3910000" y="2161475"/>
              <a:ext cx="93775" cy="45400"/>
            </a:xfrm>
            <a:custGeom>
              <a:rect b="b" l="l" r="r" t="t"/>
              <a:pathLst>
                <a:path extrusionOk="0" h="1816" w="3751">
                  <a:moveTo>
                    <a:pt x="1383" y="1"/>
                  </a:moveTo>
                  <a:cubicBezTo>
                    <a:pt x="778" y="87"/>
                    <a:pt x="1" y="18"/>
                    <a:pt x="122" y="640"/>
                  </a:cubicBezTo>
                  <a:cubicBezTo>
                    <a:pt x="329" y="1625"/>
                    <a:pt x="1297" y="1815"/>
                    <a:pt x="2195" y="1815"/>
                  </a:cubicBezTo>
                  <a:cubicBezTo>
                    <a:pt x="2835" y="1815"/>
                    <a:pt x="3751" y="1712"/>
                    <a:pt x="3613" y="951"/>
                  </a:cubicBezTo>
                  <a:cubicBezTo>
                    <a:pt x="3466" y="240"/>
                    <a:pt x="2970" y="188"/>
                    <a:pt x="2455" y="188"/>
                  </a:cubicBezTo>
                  <a:cubicBezTo>
                    <a:pt x="2366" y="188"/>
                    <a:pt x="2276" y="189"/>
                    <a:pt x="2187" y="189"/>
                  </a:cubicBezTo>
                  <a:cubicBezTo>
                    <a:pt x="1880" y="189"/>
                    <a:pt x="1588" y="170"/>
                    <a:pt x="1383" y="1"/>
                  </a:cubicBezTo>
                  <a:close/>
                </a:path>
              </a:pathLst>
            </a:cu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723" name="Google Shape;2723;g3b3d817690b_0_279"/>
            <p:cNvSpPr/>
            <p:nvPr/>
          </p:nvSpPr>
          <p:spPr>
            <a:xfrm>
              <a:off x="4125600" y="2173875"/>
              <a:ext cx="50575" cy="37600"/>
            </a:xfrm>
            <a:custGeom>
              <a:rect b="b" l="l" r="r" t="t"/>
              <a:pathLst>
                <a:path extrusionOk="0" h="1504" w="2023">
                  <a:moveTo>
                    <a:pt x="1294" y="1"/>
                  </a:moveTo>
                  <a:cubicBezTo>
                    <a:pt x="1249" y="1"/>
                    <a:pt x="1204" y="3"/>
                    <a:pt x="1158" y="6"/>
                  </a:cubicBezTo>
                  <a:cubicBezTo>
                    <a:pt x="691" y="144"/>
                    <a:pt x="0" y="109"/>
                    <a:pt x="17" y="904"/>
                  </a:cubicBezTo>
                  <a:cubicBezTo>
                    <a:pt x="17" y="1352"/>
                    <a:pt x="364" y="1503"/>
                    <a:pt x="748" y="1503"/>
                  </a:cubicBezTo>
                  <a:cubicBezTo>
                    <a:pt x="809" y="1503"/>
                    <a:pt x="872" y="1499"/>
                    <a:pt x="933" y="1492"/>
                  </a:cubicBezTo>
                  <a:cubicBezTo>
                    <a:pt x="1486" y="1440"/>
                    <a:pt x="2022" y="1233"/>
                    <a:pt x="2022" y="593"/>
                  </a:cubicBezTo>
                  <a:cubicBezTo>
                    <a:pt x="2022" y="156"/>
                    <a:pt x="1711" y="1"/>
                    <a:pt x="1294" y="1"/>
                  </a:cubicBezTo>
                  <a:close/>
                </a:path>
              </a:pathLst>
            </a:cu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724" name="Google Shape;2724;g3b3d817690b_0_279"/>
            <p:cNvSpPr/>
            <p:nvPr/>
          </p:nvSpPr>
          <p:spPr>
            <a:xfrm>
              <a:off x="3415775" y="2038325"/>
              <a:ext cx="44925" cy="38175"/>
            </a:xfrm>
            <a:custGeom>
              <a:rect b="b" l="l" r="r" t="t"/>
              <a:pathLst>
                <a:path extrusionOk="0" h="1527" w="1797">
                  <a:moveTo>
                    <a:pt x="812" y="0"/>
                  </a:moveTo>
                  <a:cubicBezTo>
                    <a:pt x="383" y="0"/>
                    <a:pt x="1" y="211"/>
                    <a:pt x="34" y="710"/>
                  </a:cubicBezTo>
                  <a:cubicBezTo>
                    <a:pt x="34" y="1164"/>
                    <a:pt x="400" y="1527"/>
                    <a:pt x="845" y="1527"/>
                  </a:cubicBezTo>
                  <a:cubicBezTo>
                    <a:pt x="874" y="1527"/>
                    <a:pt x="903" y="1525"/>
                    <a:pt x="933" y="1522"/>
                  </a:cubicBezTo>
                  <a:cubicBezTo>
                    <a:pt x="1382" y="1522"/>
                    <a:pt x="1745" y="1315"/>
                    <a:pt x="1797" y="796"/>
                  </a:cubicBezTo>
                  <a:cubicBezTo>
                    <a:pt x="1745" y="226"/>
                    <a:pt x="1330" y="19"/>
                    <a:pt x="864" y="1"/>
                  </a:cubicBezTo>
                  <a:cubicBezTo>
                    <a:pt x="847" y="1"/>
                    <a:pt x="829" y="0"/>
                    <a:pt x="812" y="0"/>
                  </a:cubicBezTo>
                  <a:close/>
                </a:path>
              </a:pathLst>
            </a:cu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2725" name="Google Shape;2725;g3b3d817690b_0_279"/>
          <p:cNvSpPr/>
          <p:nvPr/>
        </p:nvSpPr>
        <p:spPr>
          <a:xfrm>
            <a:off x="1468225" y="2571750"/>
            <a:ext cx="170700" cy="1707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726" name="Google Shape;2726;g3b3d817690b_0_279"/>
          <p:cNvSpPr/>
          <p:nvPr/>
        </p:nvSpPr>
        <p:spPr>
          <a:xfrm>
            <a:off x="2854500" y="3302725"/>
            <a:ext cx="170700" cy="1707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727" name="Google Shape;2727;g3b3d817690b_0_279"/>
          <p:cNvSpPr/>
          <p:nvPr/>
        </p:nvSpPr>
        <p:spPr>
          <a:xfrm>
            <a:off x="2950125" y="2456288"/>
            <a:ext cx="170700" cy="1707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728" name="Google Shape;2728;g3b3d817690b_0_279"/>
          <p:cNvSpPr/>
          <p:nvPr/>
        </p:nvSpPr>
        <p:spPr>
          <a:xfrm>
            <a:off x="2192100" y="3615125"/>
            <a:ext cx="170700" cy="1707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729" name="Google Shape;2729;g3b3d817690b_0_279"/>
          <p:cNvSpPr/>
          <p:nvPr/>
        </p:nvSpPr>
        <p:spPr>
          <a:xfrm>
            <a:off x="3974475" y="2742450"/>
            <a:ext cx="170700" cy="1707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730" name="Google Shape;2730;g3b3d817690b_0_279"/>
          <p:cNvSpPr/>
          <p:nvPr/>
        </p:nvSpPr>
        <p:spPr>
          <a:xfrm>
            <a:off x="4076925" y="3377550"/>
            <a:ext cx="170700" cy="170700"/>
          </a:xfrm>
          <a:prstGeom prst="rect">
            <a:avLst/>
          </a:prstGeom>
          <a:solidFill>
            <a:schemeClr val="l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731" name="Google Shape;2731;g3b3d817690b_0_279"/>
          <p:cNvSpPr/>
          <p:nvPr/>
        </p:nvSpPr>
        <p:spPr>
          <a:xfrm>
            <a:off x="3189125" y="2997525"/>
            <a:ext cx="170700" cy="170700"/>
          </a:xfrm>
          <a:prstGeom prst="rect">
            <a:avLst/>
          </a:prstGeom>
          <a:solidFill>
            <a:schemeClr val="l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732" name="Google Shape;2732;g3b3d817690b_0_279"/>
          <p:cNvSpPr/>
          <p:nvPr/>
        </p:nvSpPr>
        <p:spPr>
          <a:xfrm>
            <a:off x="2021400" y="3087425"/>
            <a:ext cx="170700" cy="170700"/>
          </a:xfrm>
          <a:prstGeom prst="rect">
            <a:avLst/>
          </a:prstGeom>
          <a:solidFill>
            <a:schemeClr val="l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733" name="Google Shape;2733;g3b3d817690b_0_279"/>
          <p:cNvSpPr/>
          <p:nvPr/>
        </p:nvSpPr>
        <p:spPr>
          <a:xfrm>
            <a:off x="3512550" y="2486400"/>
            <a:ext cx="170700" cy="170700"/>
          </a:xfrm>
          <a:prstGeom prst="rect">
            <a:avLst/>
          </a:prstGeom>
          <a:solidFill>
            <a:schemeClr val="l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Tree>
  </p:cSld>
  <p:clrMapOvr>
    <a:masterClrMapping/>
  </p:clrMapOvr>
</p:sld>
</file>

<file path=ppt/slides/slide3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0">
  <p:cSld>
    <p:spTree>
      <p:nvGrpSpPr>
        <p:cNvPr id="2737" name="Shape 2737"/>
        <p:cNvGrpSpPr/>
        <p:nvPr/>
      </p:nvGrpSpPr>
      <p:grpSpPr>
        <a:xfrm>
          <a:off x="0" y="0"/>
          <a:ext cx="0" cy="0"/>
          <a:chOff x="0" y="0"/>
          <a:chExt cx="0" cy="0"/>
        </a:xfrm>
      </p:grpSpPr>
      <p:sp>
        <p:nvSpPr>
          <p:cNvPr id="2738" name="Google Shape;2738;p23"/>
          <p:cNvSpPr txBox="1"/>
          <p:nvPr>
            <p:ph type="title"/>
          </p:nvPr>
        </p:nvSpPr>
        <p:spPr>
          <a:xfrm>
            <a:off x="1102425" y="3358550"/>
            <a:ext cx="5364600" cy="531900"/>
          </a:xfrm>
          <a:prstGeom prst="rect">
            <a:avLst/>
          </a:prstGeom>
          <a:noFill/>
          <a:ln>
            <a:noFill/>
          </a:ln>
        </p:spPr>
        <p:txBody>
          <a:bodyPr anchorCtr="0" anchor="ctr" bIns="91425" lIns="91425" spcFirstLastPara="1" rIns="91425" wrap="square" tIns="91425">
            <a:noAutofit/>
          </a:bodyPr>
          <a:lstStyle/>
          <a:p>
            <a:pPr indent="0" lvl="0" marL="0" rtl="0" algn="l">
              <a:lnSpc>
                <a:spcPct val="100000"/>
              </a:lnSpc>
              <a:spcBef>
                <a:spcPts val="0"/>
              </a:spcBef>
              <a:spcAft>
                <a:spcPts val="0"/>
              </a:spcAft>
              <a:buSzPts val="1800"/>
              <a:buNone/>
            </a:pPr>
            <a:r>
              <a:rPr lang="en"/>
              <a:t>—SOMEONE FAMOUS</a:t>
            </a:r>
            <a:endParaRPr/>
          </a:p>
        </p:txBody>
      </p:sp>
      <p:sp>
        <p:nvSpPr>
          <p:cNvPr id="2739" name="Google Shape;2739;p23"/>
          <p:cNvSpPr txBox="1"/>
          <p:nvPr>
            <p:ph idx="1" type="subTitle"/>
          </p:nvPr>
        </p:nvSpPr>
        <p:spPr>
          <a:xfrm>
            <a:off x="1102500" y="1625300"/>
            <a:ext cx="5364600" cy="1618500"/>
          </a:xfrm>
          <a:prstGeom prst="rect">
            <a:avLst/>
          </a:prstGeom>
          <a:noFill/>
          <a:ln>
            <a:noFill/>
          </a:ln>
        </p:spPr>
        <p:txBody>
          <a:bodyPr anchorCtr="0" anchor="ctr" bIns="91425" lIns="91425" spcFirstLastPara="1" rIns="91425" wrap="square" tIns="91425">
            <a:noAutofit/>
          </a:bodyPr>
          <a:lstStyle/>
          <a:p>
            <a:pPr indent="0" lvl="0" marL="0" rtl="0" algn="l">
              <a:lnSpc>
                <a:spcPct val="100000"/>
              </a:lnSpc>
              <a:spcBef>
                <a:spcPts val="0"/>
              </a:spcBef>
              <a:spcAft>
                <a:spcPts val="1600"/>
              </a:spcAft>
              <a:buSzPts val="1400"/>
              <a:buNone/>
            </a:pPr>
            <a:r>
              <a:rPr lang="en"/>
              <a:t>“This is a quote, words full of wisdom that someone important said and can make the reader get inspired.”</a:t>
            </a:r>
            <a:endParaRPr/>
          </a:p>
        </p:txBody>
      </p:sp>
      <p:sp>
        <p:nvSpPr>
          <p:cNvPr id="2740" name="Google Shape;2740;p23"/>
          <p:cNvSpPr/>
          <p:nvPr/>
        </p:nvSpPr>
        <p:spPr>
          <a:xfrm>
            <a:off x="5662050" y="5070900"/>
            <a:ext cx="34750" cy="30525"/>
          </a:xfrm>
          <a:custGeom>
            <a:rect b="b" l="l" r="r" t="t"/>
            <a:pathLst>
              <a:path extrusionOk="0" h="1221" w="1390">
                <a:moveTo>
                  <a:pt x="695" y="1"/>
                </a:moveTo>
                <a:cubicBezTo>
                  <a:pt x="584" y="1"/>
                  <a:pt x="471" y="31"/>
                  <a:pt x="370" y="95"/>
                </a:cubicBezTo>
                <a:cubicBezTo>
                  <a:pt x="84" y="274"/>
                  <a:pt x="0" y="651"/>
                  <a:pt x="179" y="936"/>
                </a:cubicBezTo>
                <a:cubicBezTo>
                  <a:pt x="295" y="1119"/>
                  <a:pt x="493" y="1220"/>
                  <a:pt x="695" y="1220"/>
                </a:cubicBezTo>
                <a:cubicBezTo>
                  <a:pt x="807" y="1220"/>
                  <a:pt x="919" y="1190"/>
                  <a:pt x="1020" y="1126"/>
                </a:cubicBezTo>
                <a:cubicBezTo>
                  <a:pt x="1305" y="947"/>
                  <a:pt x="1390" y="569"/>
                  <a:pt x="1209" y="285"/>
                </a:cubicBezTo>
                <a:cubicBezTo>
                  <a:pt x="1094" y="101"/>
                  <a:pt x="897" y="1"/>
                  <a:pt x="695" y="1"/>
                </a:cubicBezTo>
                <a:close/>
              </a:path>
            </a:pathLst>
          </a:cu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741" name="Google Shape;2741;p23"/>
          <p:cNvSpPr/>
          <p:nvPr/>
        </p:nvSpPr>
        <p:spPr>
          <a:xfrm>
            <a:off x="5542700" y="5071450"/>
            <a:ext cx="48725" cy="42700"/>
          </a:xfrm>
          <a:custGeom>
            <a:rect b="b" l="l" r="r" t="t"/>
            <a:pathLst>
              <a:path extrusionOk="0" h="1708" w="1949">
                <a:moveTo>
                  <a:pt x="974" y="0"/>
                </a:moveTo>
                <a:cubicBezTo>
                  <a:pt x="819" y="0"/>
                  <a:pt x="661" y="43"/>
                  <a:pt x="520" y="132"/>
                </a:cubicBezTo>
                <a:cubicBezTo>
                  <a:pt x="121" y="383"/>
                  <a:pt x="1" y="911"/>
                  <a:pt x="253" y="1309"/>
                </a:cubicBezTo>
                <a:cubicBezTo>
                  <a:pt x="415" y="1567"/>
                  <a:pt x="692" y="1708"/>
                  <a:pt x="975" y="1708"/>
                </a:cubicBezTo>
                <a:cubicBezTo>
                  <a:pt x="1131" y="1708"/>
                  <a:pt x="1288" y="1665"/>
                  <a:pt x="1430" y="1576"/>
                </a:cubicBezTo>
                <a:cubicBezTo>
                  <a:pt x="1829" y="1324"/>
                  <a:pt x="1949" y="797"/>
                  <a:pt x="1697" y="399"/>
                </a:cubicBezTo>
                <a:cubicBezTo>
                  <a:pt x="1535" y="141"/>
                  <a:pt x="1258" y="0"/>
                  <a:pt x="974" y="0"/>
                </a:cubicBezTo>
                <a:close/>
              </a:path>
            </a:pathLst>
          </a:cu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Tree>
  </p:cSld>
  <p:clrMapOvr>
    <a:masterClrMapping/>
  </p:clrMapOvr>
</p:sld>
</file>

<file path=ppt/slides/slide3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0">
  <p:cSld>
    <p:spTree>
      <p:nvGrpSpPr>
        <p:cNvPr id="2745" name="Shape 2745"/>
        <p:cNvGrpSpPr/>
        <p:nvPr/>
      </p:nvGrpSpPr>
      <p:grpSpPr>
        <a:xfrm>
          <a:off x="0" y="0"/>
          <a:ext cx="0" cy="0"/>
          <a:chOff x="0" y="0"/>
          <a:chExt cx="0" cy="0"/>
        </a:xfrm>
      </p:grpSpPr>
      <p:grpSp>
        <p:nvGrpSpPr>
          <p:cNvPr id="2746" name="Google Shape;2746;p24"/>
          <p:cNvGrpSpPr/>
          <p:nvPr/>
        </p:nvGrpSpPr>
        <p:grpSpPr>
          <a:xfrm>
            <a:off x="1058210" y="2219013"/>
            <a:ext cx="1454811" cy="1594500"/>
            <a:chOff x="5072850" y="1998050"/>
            <a:chExt cx="2813403" cy="1594500"/>
          </a:xfrm>
        </p:grpSpPr>
        <p:sp>
          <p:nvSpPr>
            <p:cNvPr id="2747" name="Google Shape;2747;p24"/>
            <p:cNvSpPr/>
            <p:nvPr/>
          </p:nvSpPr>
          <p:spPr>
            <a:xfrm>
              <a:off x="5072853" y="2216150"/>
              <a:ext cx="2813400" cy="13764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748" name="Google Shape;2748;p24"/>
            <p:cNvSpPr/>
            <p:nvPr/>
          </p:nvSpPr>
          <p:spPr>
            <a:xfrm>
              <a:off x="5072850" y="1998050"/>
              <a:ext cx="2813400" cy="2181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2749" name="Google Shape;2749;p24"/>
          <p:cNvSpPr/>
          <p:nvPr/>
        </p:nvSpPr>
        <p:spPr>
          <a:xfrm>
            <a:off x="720000" y="3965400"/>
            <a:ext cx="2295000" cy="638100"/>
          </a:xfrm>
          <a:prstGeom prst="rect">
            <a:avLst/>
          </a:prstGeom>
          <a:solidFill>
            <a:srgbClr val="7C7C7C">
              <a:alpha val="14117"/>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750" name="Google Shape;2750;p24"/>
          <p:cNvSpPr txBox="1"/>
          <p:nvPr>
            <p:ph type="title"/>
          </p:nvPr>
        </p:nvSpPr>
        <p:spPr>
          <a:xfrm>
            <a:off x="720000" y="540000"/>
            <a:ext cx="7704000" cy="564300"/>
          </a:xfrm>
          <a:prstGeom prst="rect">
            <a:avLst/>
          </a:prstGeom>
          <a:noFill/>
          <a:ln>
            <a:noFill/>
          </a:ln>
        </p:spPr>
        <p:txBody>
          <a:bodyPr anchorCtr="0" anchor="ctr" bIns="91425" lIns="91425" spcFirstLastPara="1" rIns="91425" wrap="square" tIns="91425">
            <a:noAutofit/>
          </a:bodyPr>
          <a:lstStyle/>
          <a:p>
            <a:pPr indent="0" lvl="0" marL="0" rtl="0" algn="l">
              <a:lnSpc>
                <a:spcPct val="100000"/>
              </a:lnSpc>
              <a:spcBef>
                <a:spcPts val="0"/>
              </a:spcBef>
              <a:spcAft>
                <a:spcPts val="0"/>
              </a:spcAft>
              <a:buSzPts val="2800"/>
              <a:buNone/>
            </a:pPr>
            <a:r>
              <a:rPr lang="en">
                <a:solidFill>
                  <a:schemeClr val="lt2"/>
                </a:solidFill>
              </a:rPr>
              <a:t>Our</a:t>
            </a:r>
            <a:r>
              <a:rPr lang="en"/>
              <a:t> team</a:t>
            </a:r>
            <a:endParaRPr/>
          </a:p>
        </p:txBody>
      </p:sp>
      <p:sp>
        <p:nvSpPr>
          <p:cNvPr id="2751" name="Google Shape;2751;p24"/>
          <p:cNvSpPr/>
          <p:nvPr/>
        </p:nvSpPr>
        <p:spPr>
          <a:xfrm>
            <a:off x="720000" y="1235600"/>
            <a:ext cx="2295000" cy="681300"/>
          </a:xfrm>
          <a:prstGeom prst="rect">
            <a:avLst/>
          </a:prstGeom>
          <a:solidFill>
            <a:srgbClr val="7C7C7C">
              <a:alpha val="14117"/>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752" name="Google Shape;2752;p24"/>
          <p:cNvSpPr txBox="1"/>
          <p:nvPr/>
        </p:nvSpPr>
        <p:spPr>
          <a:xfrm>
            <a:off x="720000" y="1453700"/>
            <a:ext cx="2295000" cy="463200"/>
          </a:xfrm>
          <a:prstGeom prst="rect">
            <a:avLst/>
          </a:prstGeom>
          <a:noFill/>
          <a:ln cap="flat" cmpd="sng" w="9525">
            <a:solidFill>
              <a:srgbClr val="ECE5B4"/>
            </a:solidFill>
            <a:prstDash val="solid"/>
            <a:round/>
            <a:headEnd len="sm" w="sm" type="none"/>
            <a:tailEnd len="sm" w="sm" type="none"/>
          </a:ln>
        </p:spPr>
        <p:txBody>
          <a:bodyPr anchorCtr="0" anchor="t" bIns="91425" lIns="91425" spcFirstLastPara="1" rIns="91425" wrap="square" tIns="91425">
            <a:noAutofit/>
          </a:bodyPr>
          <a:lstStyle/>
          <a:p>
            <a:pPr indent="0" lvl="0" marL="0" marR="0" rtl="0" algn="ctr">
              <a:lnSpc>
                <a:spcPct val="100000"/>
              </a:lnSpc>
              <a:spcBef>
                <a:spcPts val="0"/>
              </a:spcBef>
              <a:spcAft>
                <a:spcPts val="1600"/>
              </a:spcAft>
              <a:buClr>
                <a:srgbClr val="000000"/>
              </a:buClr>
              <a:buSzPts val="1600"/>
              <a:buFont typeface="Arial"/>
              <a:buNone/>
            </a:pPr>
            <a:r>
              <a:rPr b="0" i="0" lang="en" sz="1600" u="none" cap="none" strike="noStrike">
                <a:solidFill>
                  <a:srgbClr val="F673A9"/>
                </a:solidFill>
                <a:latin typeface="Zen Dots"/>
                <a:ea typeface="Zen Dots"/>
                <a:cs typeface="Zen Dots"/>
                <a:sym typeface="Zen Dots"/>
              </a:rPr>
              <a:t>Tom Hannock</a:t>
            </a:r>
            <a:endParaRPr b="0" i="0" sz="1600" u="none" cap="none" strike="noStrike">
              <a:solidFill>
                <a:srgbClr val="F673A9"/>
              </a:solidFill>
              <a:latin typeface="Zen Dots"/>
              <a:ea typeface="Zen Dots"/>
              <a:cs typeface="Zen Dots"/>
              <a:sym typeface="Zen Dots"/>
            </a:endParaRPr>
          </a:p>
        </p:txBody>
      </p:sp>
      <p:sp>
        <p:nvSpPr>
          <p:cNvPr id="2753" name="Google Shape;2753;p24"/>
          <p:cNvSpPr txBox="1"/>
          <p:nvPr/>
        </p:nvSpPr>
        <p:spPr>
          <a:xfrm>
            <a:off x="720000" y="3965400"/>
            <a:ext cx="2295000" cy="638100"/>
          </a:xfrm>
          <a:prstGeom prst="rect">
            <a:avLst/>
          </a:prstGeom>
          <a:noFill/>
          <a:ln cap="flat" cmpd="sng" w="9525">
            <a:solidFill>
              <a:srgbClr val="ECE5B4"/>
            </a:solidFill>
            <a:prstDash val="solid"/>
            <a:round/>
            <a:headEnd len="sm" w="sm" type="none"/>
            <a:tailEnd len="sm" w="sm" type="none"/>
          </a:ln>
        </p:spPr>
        <p:txBody>
          <a:bodyPr anchorCtr="0" anchor="t" bIns="91425" lIns="91425" spcFirstLastPara="1" rIns="91425" wrap="square" tIns="91425">
            <a:noAutofit/>
          </a:bodyPr>
          <a:lstStyle/>
          <a:p>
            <a:pPr indent="0" lvl="0" marL="0" marR="0" rtl="0" algn="ctr">
              <a:lnSpc>
                <a:spcPct val="100000"/>
              </a:lnSpc>
              <a:spcBef>
                <a:spcPts val="0"/>
              </a:spcBef>
              <a:spcAft>
                <a:spcPts val="1600"/>
              </a:spcAft>
              <a:buClr>
                <a:srgbClr val="000000"/>
              </a:buClr>
              <a:buSzPts val="1400"/>
              <a:buFont typeface="Arial"/>
              <a:buNone/>
            </a:pPr>
            <a:r>
              <a:rPr b="0" i="0" lang="en" sz="1400" u="none" cap="none" strike="noStrike">
                <a:solidFill>
                  <a:srgbClr val="FFFFFF"/>
                </a:solidFill>
                <a:latin typeface="Anaheim"/>
                <a:ea typeface="Anaheim"/>
                <a:cs typeface="Anaheim"/>
                <a:sym typeface="Anaheim"/>
              </a:rPr>
              <a:t>You can describe your team member here</a:t>
            </a:r>
            <a:endParaRPr b="0" i="0" sz="1400" u="none" cap="none" strike="noStrike">
              <a:solidFill>
                <a:srgbClr val="FFFFFF"/>
              </a:solidFill>
              <a:latin typeface="Anaheim"/>
              <a:ea typeface="Anaheim"/>
              <a:cs typeface="Anaheim"/>
              <a:sym typeface="Anaheim"/>
            </a:endParaRPr>
          </a:p>
        </p:txBody>
      </p:sp>
      <p:grpSp>
        <p:nvGrpSpPr>
          <p:cNvPr id="2754" name="Google Shape;2754;p24"/>
          <p:cNvGrpSpPr/>
          <p:nvPr/>
        </p:nvGrpSpPr>
        <p:grpSpPr>
          <a:xfrm>
            <a:off x="720000" y="1235600"/>
            <a:ext cx="2295000" cy="218100"/>
            <a:chOff x="1290775" y="1427525"/>
            <a:chExt cx="2295000" cy="218100"/>
          </a:xfrm>
        </p:grpSpPr>
        <p:sp>
          <p:nvSpPr>
            <p:cNvPr id="2755" name="Google Shape;2755;p24"/>
            <p:cNvSpPr/>
            <p:nvPr/>
          </p:nvSpPr>
          <p:spPr>
            <a:xfrm>
              <a:off x="1290775" y="1427525"/>
              <a:ext cx="2295000" cy="218100"/>
            </a:xfrm>
            <a:prstGeom prst="rect">
              <a:avLst/>
            </a:prstGeom>
            <a:solidFill>
              <a:srgbClr val="ECE5B4"/>
            </a:solidFill>
            <a:ln cap="flat" cmpd="sng" w="9525">
              <a:solidFill>
                <a:srgbClr val="ECE5B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756" name="Google Shape;2756;p24"/>
            <p:cNvSpPr/>
            <p:nvPr/>
          </p:nvSpPr>
          <p:spPr>
            <a:xfrm>
              <a:off x="1405200" y="1486450"/>
              <a:ext cx="100200" cy="100200"/>
            </a:xfrm>
            <a:prstGeom prst="ellipse">
              <a:avLst/>
            </a:prstGeom>
            <a:solidFill>
              <a:srgbClr val="2F2B1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757" name="Google Shape;2757;p24"/>
            <p:cNvSpPr/>
            <p:nvPr/>
          </p:nvSpPr>
          <p:spPr>
            <a:xfrm>
              <a:off x="1588650" y="1486450"/>
              <a:ext cx="100200" cy="100200"/>
            </a:xfrm>
            <a:prstGeom prst="ellipse">
              <a:avLst/>
            </a:prstGeom>
            <a:solidFill>
              <a:srgbClr val="2F2B1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758" name="Google Shape;2758;p24"/>
            <p:cNvSpPr/>
            <p:nvPr/>
          </p:nvSpPr>
          <p:spPr>
            <a:xfrm>
              <a:off x="1772100" y="1486450"/>
              <a:ext cx="100200" cy="100200"/>
            </a:xfrm>
            <a:prstGeom prst="ellipse">
              <a:avLst/>
            </a:prstGeom>
            <a:solidFill>
              <a:srgbClr val="2F2B1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2759" name="Google Shape;2759;p24"/>
          <p:cNvPicPr preferRelativeResize="0"/>
          <p:nvPr/>
        </p:nvPicPr>
        <p:blipFill rotWithShape="1">
          <a:blip r:embed="rId3">
            <a:alphaModFix/>
          </a:blip>
          <a:srcRect b="0" l="12908" r="12908" t="0"/>
          <a:stretch/>
        </p:blipFill>
        <p:spPr>
          <a:xfrm>
            <a:off x="1222075" y="2262777"/>
            <a:ext cx="1454586" cy="1400508"/>
          </a:xfrm>
          <a:prstGeom prst="rect">
            <a:avLst/>
          </a:prstGeom>
          <a:noFill/>
          <a:ln>
            <a:noFill/>
          </a:ln>
        </p:spPr>
      </p:pic>
      <p:sp>
        <p:nvSpPr>
          <p:cNvPr id="2760" name="Google Shape;2760;p24"/>
          <p:cNvSpPr/>
          <p:nvPr/>
        </p:nvSpPr>
        <p:spPr>
          <a:xfrm>
            <a:off x="1222100" y="2068788"/>
            <a:ext cx="1454700" cy="218100"/>
          </a:xfrm>
          <a:prstGeom prst="rect">
            <a:avLst/>
          </a:pr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2761" name="Google Shape;2761;p24"/>
          <p:cNvPicPr preferRelativeResize="0"/>
          <p:nvPr/>
        </p:nvPicPr>
        <p:blipFill rotWithShape="1">
          <a:blip r:embed="rId4">
            <a:alphaModFix amt="14000"/>
          </a:blip>
          <a:srcRect b="0" l="0" r="0" t="0"/>
          <a:stretch/>
        </p:blipFill>
        <p:spPr>
          <a:xfrm>
            <a:off x="1222100" y="2286888"/>
            <a:ext cx="1454574" cy="1376400"/>
          </a:xfrm>
          <a:prstGeom prst="rect">
            <a:avLst/>
          </a:prstGeom>
          <a:noFill/>
          <a:ln>
            <a:noFill/>
          </a:ln>
        </p:spPr>
      </p:pic>
      <p:grpSp>
        <p:nvGrpSpPr>
          <p:cNvPr id="2762" name="Google Shape;2762;p24"/>
          <p:cNvGrpSpPr/>
          <p:nvPr/>
        </p:nvGrpSpPr>
        <p:grpSpPr>
          <a:xfrm>
            <a:off x="3762710" y="2219013"/>
            <a:ext cx="1454811" cy="1594500"/>
            <a:chOff x="5072850" y="1998050"/>
            <a:chExt cx="2813403" cy="1594500"/>
          </a:xfrm>
        </p:grpSpPr>
        <p:sp>
          <p:nvSpPr>
            <p:cNvPr id="2763" name="Google Shape;2763;p24"/>
            <p:cNvSpPr/>
            <p:nvPr/>
          </p:nvSpPr>
          <p:spPr>
            <a:xfrm>
              <a:off x="5072853" y="2216150"/>
              <a:ext cx="2813400" cy="13764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764" name="Google Shape;2764;p24"/>
            <p:cNvSpPr/>
            <p:nvPr/>
          </p:nvSpPr>
          <p:spPr>
            <a:xfrm>
              <a:off x="5072850" y="1998050"/>
              <a:ext cx="2813400" cy="2181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2765" name="Google Shape;2765;p24"/>
          <p:cNvSpPr/>
          <p:nvPr/>
        </p:nvSpPr>
        <p:spPr>
          <a:xfrm>
            <a:off x="3424500" y="3965400"/>
            <a:ext cx="2295000" cy="638100"/>
          </a:xfrm>
          <a:prstGeom prst="rect">
            <a:avLst/>
          </a:prstGeom>
          <a:solidFill>
            <a:srgbClr val="7C7C7C">
              <a:alpha val="14117"/>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766" name="Google Shape;2766;p24"/>
          <p:cNvSpPr/>
          <p:nvPr/>
        </p:nvSpPr>
        <p:spPr>
          <a:xfrm>
            <a:off x="3424500" y="1235600"/>
            <a:ext cx="2295000" cy="681300"/>
          </a:xfrm>
          <a:prstGeom prst="rect">
            <a:avLst/>
          </a:prstGeom>
          <a:solidFill>
            <a:srgbClr val="7C7C7C">
              <a:alpha val="14117"/>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767" name="Google Shape;2767;p24"/>
          <p:cNvSpPr txBox="1"/>
          <p:nvPr/>
        </p:nvSpPr>
        <p:spPr>
          <a:xfrm>
            <a:off x="3424500" y="1453700"/>
            <a:ext cx="2295000" cy="463200"/>
          </a:xfrm>
          <a:prstGeom prst="rect">
            <a:avLst/>
          </a:prstGeom>
          <a:noFill/>
          <a:ln cap="flat" cmpd="sng" w="9525">
            <a:solidFill>
              <a:srgbClr val="ECE5B4"/>
            </a:solidFill>
            <a:prstDash val="solid"/>
            <a:round/>
            <a:headEnd len="sm" w="sm" type="none"/>
            <a:tailEnd len="sm" w="sm" type="none"/>
          </a:ln>
        </p:spPr>
        <p:txBody>
          <a:bodyPr anchorCtr="0" anchor="t" bIns="91425" lIns="91425" spcFirstLastPara="1" rIns="91425" wrap="square" tIns="91425">
            <a:noAutofit/>
          </a:bodyPr>
          <a:lstStyle/>
          <a:p>
            <a:pPr indent="0" lvl="0" marL="0" marR="0" rtl="0" algn="ctr">
              <a:lnSpc>
                <a:spcPct val="100000"/>
              </a:lnSpc>
              <a:spcBef>
                <a:spcPts val="0"/>
              </a:spcBef>
              <a:spcAft>
                <a:spcPts val="1600"/>
              </a:spcAft>
              <a:buClr>
                <a:srgbClr val="000000"/>
              </a:buClr>
              <a:buSzPts val="1600"/>
              <a:buFont typeface="Arial"/>
              <a:buNone/>
            </a:pPr>
            <a:r>
              <a:rPr b="0" i="0" lang="en" sz="1600" u="none" cap="none" strike="noStrike">
                <a:solidFill>
                  <a:srgbClr val="F673A9"/>
                </a:solidFill>
                <a:latin typeface="Zen Dots"/>
                <a:ea typeface="Zen Dots"/>
                <a:cs typeface="Zen Dots"/>
                <a:sym typeface="Zen Dots"/>
              </a:rPr>
              <a:t>Lisa Mendoza</a:t>
            </a:r>
            <a:endParaRPr b="0" i="0" sz="1600" u="none" cap="none" strike="noStrike">
              <a:solidFill>
                <a:srgbClr val="F673A9"/>
              </a:solidFill>
              <a:latin typeface="Zen Dots"/>
              <a:ea typeface="Zen Dots"/>
              <a:cs typeface="Zen Dots"/>
              <a:sym typeface="Zen Dots"/>
            </a:endParaRPr>
          </a:p>
        </p:txBody>
      </p:sp>
      <p:sp>
        <p:nvSpPr>
          <p:cNvPr id="2768" name="Google Shape;2768;p24"/>
          <p:cNvSpPr txBox="1"/>
          <p:nvPr/>
        </p:nvSpPr>
        <p:spPr>
          <a:xfrm>
            <a:off x="3424500" y="3965400"/>
            <a:ext cx="2295000" cy="638100"/>
          </a:xfrm>
          <a:prstGeom prst="rect">
            <a:avLst/>
          </a:prstGeom>
          <a:noFill/>
          <a:ln cap="flat" cmpd="sng" w="9525">
            <a:solidFill>
              <a:srgbClr val="ECE5B4"/>
            </a:solidFill>
            <a:prstDash val="solid"/>
            <a:round/>
            <a:headEnd len="sm" w="sm" type="none"/>
            <a:tailEnd len="sm" w="sm" type="none"/>
          </a:ln>
        </p:spPr>
        <p:txBody>
          <a:bodyPr anchorCtr="0" anchor="t" bIns="91425" lIns="91425" spcFirstLastPara="1" rIns="91425" wrap="square" tIns="91425">
            <a:noAutofit/>
          </a:bodyPr>
          <a:lstStyle/>
          <a:p>
            <a:pPr indent="0" lvl="0" marL="0" marR="0" rtl="0" algn="ctr">
              <a:lnSpc>
                <a:spcPct val="100000"/>
              </a:lnSpc>
              <a:spcBef>
                <a:spcPts val="0"/>
              </a:spcBef>
              <a:spcAft>
                <a:spcPts val="1600"/>
              </a:spcAft>
              <a:buClr>
                <a:srgbClr val="000000"/>
              </a:buClr>
              <a:buSzPts val="1400"/>
              <a:buFont typeface="Arial"/>
              <a:buNone/>
            </a:pPr>
            <a:r>
              <a:rPr b="0" i="0" lang="en" sz="1400" u="none" cap="none" strike="noStrike">
                <a:solidFill>
                  <a:srgbClr val="FFFFFF"/>
                </a:solidFill>
                <a:latin typeface="Anaheim"/>
                <a:ea typeface="Anaheim"/>
                <a:cs typeface="Anaheim"/>
                <a:sym typeface="Anaheim"/>
              </a:rPr>
              <a:t>You can describe your team member here</a:t>
            </a:r>
            <a:endParaRPr b="0" i="0" sz="1400" u="none" cap="none" strike="noStrike">
              <a:solidFill>
                <a:srgbClr val="FFFFFF"/>
              </a:solidFill>
              <a:latin typeface="Anaheim"/>
              <a:ea typeface="Anaheim"/>
              <a:cs typeface="Anaheim"/>
              <a:sym typeface="Anaheim"/>
            </a:endParaRPr>
          </a:p>
        </p:txBody>
      </p:sp>
      <p:grpSp>
        <p:nvGrpSpPr>
          <p:cNvPr id="2769" name="Google Shape;2769;p24"/>
          <p:cNvGrpSpPr/>
          <p:nvPr/>
        </p:nvGrpSpPr>
        <p:grpSpPr>
          <a:xfrm>
            <a:off x="3424500" y="1235600"/>
            <a:ext cx="2295000" cy="218100"/>
            <a:chOff x="1290775" y="1427525"/>
            <a:chExt cx="2295000" cy="218100"/>
          </a:xfrm>
        </p:grpSpPr>
        <p:sp>
          <p:nvSpPr>
            <p:cNvPr id="2770" name="Google Shape;2770;p24"/>
            <p:cNvSpPr/>
            <p:nvPr/>
          </p:nvSpPr>
          <p:spPr>
            <a:xfrm>
              <a:off x="1290775" y="1427525"/>
              <a:ext cx="2295000" cy="218100"/>
            </a:xfrm>
            <a:prstGeom prst="rect">
              <a:avLst/>
            </a:prstGeom>
            <a:solidFill>
              <a:srgbClr val="ECE5B4"/>
            </a:solidFill>
            <a:ln cap="flat" cmpd="sng" w="9525">
              <a:solidFill>
                <a:srgbClr val="ECE5B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771" name="Google Shape;2771;p24"/>
            <p:cNvSpPr/>
            <p:nvPr/>
          </p:nvSpPr>
          <p:spPr>
            <a:xfrm>
              <a:off x="1405200" y="1486450"/>
              <a:ext cx="100200" cy="100200"/>
            </a:xfrm>
            <a:prstGeom prst="ellipse">
              <a:avLst/>
            </a:prstGeom>
            <a:solidFill>
              <a:srgbClr val="2F2B1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772" name="Google Shape;2772;p24"/>
            <p:cNvSpPr/>
            <p:nvPr/>
          </p:nvSpPr>
          <p:spPr>
            <a:xfrm>
              <a:off x="1588650" y="1486450"/>
              <a:ext cx="100200" cy="100200"/>
            </a:xfrm>
            <a:prstGeom prst="ellipse">
              <a:avLst/>
            </a:prstGeom>
            <a:solidFill>
              <a:srgbClr val="2F2B1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773" name="Google Shape;2773;p24"/>
            <p:cNvSpPr/>
            <p:nvPr/>
          </p:nvSpPr>
          <p:spPr>
            <a:xfrm>
              <a:off x="1772100" y="1486450"/>
              <a:ext cx="100200" cy="100200"/>
            </a:xfrm>
            <a:prstGeom prst="ellipse">
              <a:avLst/>
            </a:prstGeom>
            <a:solidFill>
              <a:srgbClr val="2F2B1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2774" name="Google Shape;2774;p24"/>
          <p:cNvPicPr preferRelativeResize="0"/>
          <p:nvPr/>
        </p:nvPicPr>
        <p:blipFill rotWithShape="1">
          <a:blip r:embed="rId5">
            <a:alphaModFix/>
          </a:blip>
          <a:srcRect b="0" l="12908" r="12908" t="0"/>
          <a:stretch/>
        </p:blipFill>
        <p:spPr>
          <a:xfrm>
            <a:off x="3926575" y="2262777"/>
            <a:ext cx="1454586" cy="1400508"/>
          </a:xfrm>
          <a:prstGeom prst="rect">
            <a:avLst/>
          </a:prstGeom>
          <a:noFill/>
          <a:ln>
            <a:noFill/>
          </a:ln>
        </p:spPr>
      </p:pic>
      <p:sp>
        <p:nvSpPr>
          <p:cNvPr id="2775" name="Google Shape;2775;p24"/>
          <p:cNvSpPr/>
          <p:nvPr/>
        </p:nvSpPr>
        <p:spPr>
          <a:xfrm>
            <a:off x="3926600" y="2068788"/>
            <a:ext cx="1454700" cy="218100"/>
          </a:xfrm>
          <a:prstGeom prst="rect">
            <a:avLst/>
          </a:pr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2776" name="Google Shape;2776;p24"/>
          <p:cNvPicPr preferRelativeResize="0"/>
          <p:nvPr/>
        </p:nvPicPr>
        <p:blipFill rotWithShape="1">
          <a:blip r:embed="rId4">
            <a:alphaModFix amt="14000"/>
          </a:blip>
          <a:srcRect b="0" l="0" r="0" t="0"/>
          <a:stretch/>
        </p:blipFill>
        <p:spPr>
          <a:xfrm>
            <a:off x="3926600" y="2286888"/>
            <a:ext cx="1454574" cy="1376400"/>
          </a:xfrm>
          <a:prstGeom prst="rect">
            <a:avLst/>
          </a:prstGeom>
          <a:noFill/>
          <a:ln>
            <a:noFill/>
          </a:ln>
        </p:spPr>
      </p:pic>
      <p:grpSp>
        <p:nvGrpSpPr>
          <p:cNvPr id="2777" name="Google Shape;2777;p24"/>
          <p:cNvGrpSpPr/>
          <p:nvPr/>
        </p:nvGrpSpPr>
        <p:grpSpPr>
          <a:xfrm>
            <a:off x="6467210" y="2219013"/>
            <a:ext cx="1454811" cy="1594500"/>
            <a:chOff x="5072850" y="1998050"/>
            <a:chExt cx="2813403" cy="1594500"/>
          </a:xfrm>
        </p:grpSpPr>
        <p:sp>
          <p:nvSpPr>
            <p:cNvPr id="2778" name="Google Shape;2778;p24"/>
            <p:cNvSpPr/>
            <p:nvPr/>
          </p:nvSpPr>
          <p:spPr>
            <a:xfrm>
              <a:off x="5072853" y="2216150"/>
              <a:ext cx="2813400" cy="13764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779" name="Google Shape;2779;p24"/>
            <p:cNvSpPr/>
            <p:nvPr/>
          </p:nvSpPr>
          <p:spPr>
            <a:xfrm>
              <a:off x="5072850" y="1998050"/>
              <a:ext cx="2813400" cy="2181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2780" name="Google Shape;2780;p24"/>
          <p:cNvSpPr/>
          <p:nvPr/>
        </p:nvSpPr>
        <p:spPr>
          <a:xfrm>
            <a:off x="6129000" y="3965400"/>
            <a:ext cx="2295000" cy="638100"/>
          </a:xfrm>
          <a:prstGeom prst="rect">
            <a:avLst/>
          </a:prstGeom>
          <a:solidFill>
            <a:srgbClr val="7C7C7C">
              <a:alpha val="14117"/>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781" name="Google Shape;2781;p24"/>
          <p:cNvSpPr/>
          <p:nvPr/>
        </p:nvSpPr>
        <p:spPr>
          <a:xfrm>
            <a:off x="6129000" y="1235600"/>
            <a:ext cx="2295000" cy="681300"/>
          </a:xfrm>
          <a:prstGeom prst="rect">
            <a:avLst/>
          </a:prstGeom>
          <a:solidFill>
            <a:srgbClr val="7C7C7C">
              <a:alpha val="14117"/>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782" name="Google Shape;2782;p24"/>
          <p:cNvSpPr txBox="1"/>
          <p:nvPr/>
        </p:nvSpPr>
        <p:spPr>
          <a:xfrm>
            <a:off x="6129000" y="1453700"/>
            <a:ext cx="2295000" cy="463200"/>
          </a:xfrm>
          <a:prstGeom prst="rect">
            <a:avLst/>
          </a:prstGeom>
          <a:noFill/>
          <a:ln cap="flat" cmpd="sng" w="9525">
            <a:solidFill>
              <a:srgbClr val="ECE5B4"/>
            </a:solidFill>
            <a:prstDash val="solid"/>
            <a:round/>
            <a:headEnd len="sm" w="sm" type="none"/>
            <a:tailEnd len="sm" w="sm" type="none"/>
          </a:ln>
        </p:spPr>
        <p:txBody>
          <a:bodyPr anchorCtr="0" anchor="t" bIns="91425" lIns="91425" spcFirstLastPara="1" rIns="91425" wrap="square" tIns="91425">
            <a:noAutofit/>
          </a:bodyPr>
          <a:lstStyle/>
          <a:p>
            <a:pPr indent="0" lvl="0" marL="0" marR="0" rtl="0" algn="ctr">
              <a:lnSpc>
                <a:spcPct val="100000"/>
              </a:lnSpc>
              <a:spcBef>
                <a:spcPts val="0"/>
              </a:spcBef>
              <a:spcAft>
                <a:spcPts val="1600"/>
              </a:spcAft>
              <a:buClr>
                <a:srgbClr val="000000"/>
              </a:buClr>
              <a:buSzPts val="1600"/>
              <a:buFont typeface="Arial"/>
              <a:buNone/>
            </a:pPr>
            <a:r>
              <a:rPr b="0" i="0" lang="en" sz="1600" u="none" cap="none" strike="noStrike">
                <a:solidFill>
                  <a:srgbClr val="F673A9"/>
                </a:solidFill>
                <a:latin typeface="Zen Dots"/>
                <a:ea typeface="Zen Dots"/>
                <a:cs typeface="Zen Dots"/>
                <a:sym typeface="Zen Dots"/>
              </a:rPr>
              <a:t>Jon Winter</a:t>
            </a:r>
            <a:endParaRPr b="0" i="0" sz="1600" u="none" cap="none" strike="noStrike">
              <a:solidFill>
                <a:srgbClr val="F673A9"/>
              </a:solidFill>
              <a:latin typeface="Zen Dots"/>
              <a:ea typeface="Zen Dots"/>
              <a:cs typeface="Zen Dots"/>
              <a:sym typeface="Zen Dots"/>
            </a:endParaRPr>
          </a:p>
        </p:txBody>
      </p:sp>
      <p:sp>
        <p:nvSpPr>
          <p:cNvPr id="2783" name="Google Shape;2783;p24"/>
          <p:cNvSpPr txBox="1"/>
          <p:nvPr/>
        </p:nvSpPr>
        <p:spPr>
          <a:xfrm>
            <a:off x="6129000" y="3965400"/>
            <a:ext cx="2295000" cy="638100"/>
          </a:xfrm>
          <a:prstGeom prst="rect">
            <a:avLst/>
          </a:prstGeom>
          <a:noFill/>
          <a:ln cap="flat" cmpd="sng" w="9525">
            <a:solidFill>
              <a:srgbClr val="ECE5B4"/>
            </a:solidFill>
            <a:prstDash val="solid"/>
            <a:round/>
            <a:headEnd len="sm" w="sm" type="none"/>
            <a:tailEnd len="sm" w="sm" type="none"/>
          </a:ln>
        </p:spPr>
        <p:txBody>
          <a:bodyPr anchorCtr="0" anchor="t" bIns="91425" lIns="91425" spcFirstLastPara="1" rIns="91425" wrap="square" tIns="91425">
            <a:noAutofit/>
          </a:bodyPr>
          <a:lstStyle/>
          <a:p>
            <a:pPr indent="0" lvl="0" marL="0" marR="0" rtl="0" algn="ctr">
              <a:lnSpc>
                <a:spcPct val="100000"/>
              </a:lnSpc>
              <a:spcBef>
                <a:spcPts val="0"/>
              </a:spcBef>
              <a:spcAft>
                <a:spcPts val="1600"/>
              </a:spcAft>
              <a:buClr>
                <a:srgbClr val="000000"/>
              </a:buClr>
              <a:buSzPts val="1400"/>
              <a:buFont typeface="Arial"/>
              <a:buNone/>
            </a:pPr>
            <a:r>
              <a:rPr b="0" i="0" lang="en" sz="1400" u="none" cap="none" strike="noStrike">
                <a:solidFill>
                  <a:srgbClr val="FFFFFF"/>
                </a:solidFill>
                <a:latin typeface="Anaheim"/>
                <a:ea typeface="Anaheim"/>
                <a:cs typeface="Anaheim"/>
                <a:sym typeface="Anaheim"/>
              </a:rPr>
              <a:t>You can describe your team member here</a:t>
            </a:r>
            <a:endParaRPr b="0" i="0" sz="1400" u="none" cap="none" strike="noStrike">
              <a:solidFill>
                <a:srgbClr val="FFFFFF"/>
              </a:solidFill>
              <a:latin typeface="Anaheim"/>
              <a:ea typeface="Anaheim"/>
              <a:cs typeface="Anaheim"/>
              <a:sym typeface="Anaheim"/>
            </a:endParaRPr>
          </a:p>
        </p:txBody>
      </p:sp>
      <p:grpSp>
        <p:nvGrpSpPr>
          <p:cNvPr id="2784" name="Google Shape;2784;p24"/>
          <p:cNvGrpSpPr/>
          <p:nvPr/>
        </p:nvGrpSpPr>
        <p:grpSpPr>
          <a:xfrm>
            <a:off x="6129000" y="1235600"/>
            <a:ext cx="2295000" cy="218100"/>
            <a:chOff x="1290775" y="1427525"/>
            <a:chExt cx="2295000" cy="218100"/>
          </a:xfrm>
        </p:grpSpPr>
        <p:sp>
          <p:nvSpPr>
            <p:cNvPr id="2785" name="Google Shape;2785;p24"/>
            <p:cNvSpPr/>
            <p:nvPr/>
          </p:nvSpPr>
          <p:spPr>
            <a:xfrm>
              <a:off x="1290775" y="1427525"/>
              <a:ext cx="2295000" cy="218100"/>
            </a:xfrm>
            <a:prstGeom prst="rect">
              <a:avLst/>
            </a:prstGeom>
            <a:solidFill>
              <a:srgbClr val="ECE5B4"/>
            </a:solidFill>
            <a:ln cap="flat" cmpd="sng" w="9525">
              <a:solidFill>
                <a:srgbClr val="ECE5B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786" name="Google Shape;2786;p24"/>
            <p:cNvSpPr/>
            <p:nvPr/>
          </p:nvSpPr>
          <p:spPr>
            <a:xfrm>
              <a:off x="1405200" y="1486450"/>
              <a:ext cx="100200" cy="100200"/>
            </a:xfrm>
            <a:prstGeom prst="ellipse">
              <a:avLst/>
            </a:prstGeom>
            <a:solidFill>
              <a:srgbClr val="2F2B1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787" name="Google Shape;2787;p24"/>
            <p:cNvSpPr/>
            <p:nvPr/>
          </p:nvSpPr>
          <p:spPr>
            <a:xfrm>
              <a:off x="1588650" y="1486450"/>
              <a:ext cx="100200" cy="100200"/>
            </a:xfrm>
            <a:prstGeom prst="ellipse">
              <a:avLst/>
            </a:prstGeom>
            <a:solidFill>
              <a:srgbClr val="2F2B1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788" name="Google Shape;2788;p24"/>
            <p:cNvSpPr/>
            <p:nvPr/>
          </p:nvSpPr>
          <p:spPr>
            <a:xfrm>
              <a:off x="1772100" y="1486450"/>
              <a:ext cx="100200" cy="100200"/>
            </a:xfrm>
            <a:prstGeom prst="ellipse">
              <a:avLst/>
            </a:prstGeom>
            <a:solidFill>
              <a:srgbClr val="2F2B1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2789" name="Google Shape;2789;p24"/>
          <p:cNvPicPr preferRelativeResize="0"/>
          <p:nvPr/>
        </p:nvPicPr>
        <p:blipFill rotWithShape="1">
          <a:blip r:embed="rId6">
            <a:alphaModFix/>
          </a:blip>
          <a:srcRect b="0" l="12908" r="12908" t="0"/>
          <a:stretch/>
        </p:blipFill>
        <p:spPr>
          <a:xfrm>
            <a:off x="6631075" y="2262777"/>
            <a:ext cx="1454586" cy="1400508"/>
          </a:xfrm>
          <a:prstGeom prst="rect">
            <a:avLst/>
          </a:prstGeom>
          <a:noFill/>
          <a:ln>
            <a:noFill/>
          </a:ln>
        </p:spPr>
      </p:pic>
      <p:sp>
        <p:nvSpPr>
          <p:cNvPr id="2790" name="Google Shape;2790;p24"/>
          <p:cNvSpPr/>
          <p:nvPr/>
        </p:nvSpPr>
        <p:spPr>
          <a:xfrm>
            <a:off x="6631100" y="2068788"/>
            <a:ext cx="1454700" cy="218100"/>
          </a:xfrm>
          <a:prstGeom prst="rect">
            <a:avLst/>
          </a:pr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2791" name="Google Shape;2791;p24"/>
          <p:cNvPicPr preferRelativeResize="0"/>
          <p:nvPr/>
        </p:nvPicPr>
        <p:blipFill rotWithShape="1">
          <a:blip r:embed="rId4">
            <a:alphaModFix amt="14000"/>
          </a:blip>
          <a:srcRect b="0" l="0" r="0" t="0"/>
          <a:stretch/>
        </p:blipFill>
        <p:spPr>
          <a:xfrm>
            <a:off x="6631100" y="2286888"/>
            <a:ext cx="1454574" cy="1376400"/>
          </a:xfrm>
          <a:prstGeom prst="rect">
            <a:avLst/>
          </a:prstGeom>
          <a:noFill/>
          <a:ln>
            <a:noFill/>
          </a:ln>
        </p:spPr>
      </p:pic>
    </p:spTree>
  </p:cSld>
  <p:clrMapOvr>
    <a:masterClrMapping/>
  </p:clrMapOvr>
</p:sld>
</file>

<file path=ppt/slides/slide3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0">
  <p:cSld>
    <p:spTree>
      <p:nvGrpSpPr>
        <p:cNvPr id="2795" name="Shape 2795"/>
        <p:cNvGrpSpPr/>
        <p:nvPr/>
      </p:nvGrpSpPr>
      <p:grpSpPr>
        <a:xfrm>
          <a:off x="0" y="0"/>
          <a:ext cx="0" cy="0"/>
          <a:chOff x="0" y="0"/>
          <a:chExt cx="0" cy="0"/>
        </a:xfrm>
      </p:grpSpPr>
      <p:sp>
        <p:nvSpPr>
          <p:cNvPr id="2796" name="Google Shape;2796;p25"/>
          <p:cNvSpPr/>
          <p:nvPr/>
        </p:nvSpPr>
        <p:spPr>
          <a:xfrm>
            <a:off x="720150" y="3965400"/>
            <a:ext cx="7704000" cy="638100"/>
          </a:xfrm>
          <a:prstGeom prst="rect">
            <a:avLst/>
          </a:prstGeom>
          <a:solidFill>
            <a:srgbClr val="7C7C7C">
              <a:alpha val="14117"/>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797" name="Google Shape;2797;p25"/>
          <p:cNvSpPr txBox="1"/>
          <p:nvPr>
            <p:ph type="title"/>
          </p:nvPr>
        </p:nvSpPr>
        <p:spPr>
          <a:xfrm>
            <a:off x="720000" y="540000"/>
            <a:ext cx="7704000" cy="564300"/>
          </a:xfrm>
          <a:prstGeom prst="rect">
            <a:avLst/>
          </a:prstGeom>
          <a:noFill/>
          <a:ln>
            <a:noFill/>
          </a:ln>
        </p:spPr>
        <p:txBody>
          <a:bodyPr anchorCtr="0" anchor="ctr" bIns="91425" lIns="91425" spcFirstLastPara="1" rIns="91425" wrap="square" tIns="91425">
            <a:noAutofit/>
          </a:bodyPr>
          <a:lstStyle/>
          <a:p>
            <a:pPr indent="0" lvl="0" marL="0" rtl="0" algn="l">
              <a:lnSpc>
                <a:spcPct val="100000"/>
              </a:lnSpc>
              <a:spcBef>
                <a:spcPts val="0"/>
              </a:spcBef>
              <a:spcAft>
                <a:spcPts val="0"/>
              </a:spcAft>
              <a:buSzPts val="2800"/>
              <a:buNone/>
            </a:pPr>
            <a:r>
              <a:rPr lang="en">
                <a:solidFill>
                  <a:schemeClr val="lt2"/>
                </a:solidFill>
              </a:rPr>
              <a:t>Mockup</a:t>
            </a:r>
            <a:r>
              <a:rPr lang="en"/>
              <a:t> devices</a:t>
            </a:r>
            <a:endParaRPr/>
          </a:p>
        </p:txBody>
      </p:sp>
      <p:sp>
        <p:nvSpPr>
          <p:cNvPr id="2798" name="Google Shape;2798;p25"/>
          <p:cNvSpPr txBox="1"/>
          <p:nvPr>
            <p:ph idx="1" type="subTitle"/>
          </p:nvPr>
        </p:nvSpPr>
        <p:spPr>
          <a:xfrm>
            <a:off x="720150" y="3967049"/>
            <a:ext cx="7704000" cy="634800"/>
          </a:xfrm>
          <a:prstGeom prst="rect">
            <a:avLst/>
          </a:prstGeom>
          <a:noFill/>
          <a:ln cap="flat" cmpd="sng" w="9525">
            <a:solidFill>
              <a:schemeClr val="dk2"/>
            </a:solidFill>
            <a:prstDash val="solid"/>
            <a:round/>
            <a:headEnd len="sm" w="sm" type="none"/>
            <a:tailEnd len="sm" w="sm" type="none"/>
          </a:ln>
        </p:spPr>
        <p:txBody>
          <a:bodyPr anchorCtr="0" anchor="t" bIns="91425" lIns="91425" spcFirstLastPara="1" rIns="91425" wrap="square" tIns="91425">
            <a:noAutofit/>
          </a:bodyPr>
          <a:lstStyle/>
          <a:p>
            <a:pPr indent="0" lvl="0" marL="0" rtl="0" algn="ctr">
              <a:lnSpc>
                <a:spcPct val="100000"/>
              </a:lnSpc>
              <a:spcBef>
                <a:spcPts val="0"/>
              </a:spcBef>
              <a:spcAft>
                <a:spcPts val="0"/>
              </a:spcAft>
              <a:buSzPts val="1400"/>
              <a:buNone/>
            </a:pPr>
            <a:r>
              <a:rPr lang="en"/>
              <a:t>You can replace the image on the screen with your own work. Just right-click on it and select </a:t>
            </a:r>
            <a:r>
              <a:rPr b="1" lang="en">
                <a:solidFill>
                  <a:schemeClr val="accent6"/>
                </a:solidFill>
                <a:highlight>
                  <a:schemeClr val="accent1"/>
                </a:highlight>
              </a:rPr>
              <a:t>“Replace image”.</a:t>
            </a:r>
            <a:r>
              <a:rPr lang="en"/>
              <a:t> Voilà ! Your work is now visible for the user!</a:t>
            </a:r>
            <a:endParaRPr/>
          </a:p>
        </p:txBody>
      </p:sp>
      <p:sp>
        <p:nvSpPr>
          <p:cNvPr id="2799" name="Google Shape;2799;p25"/>
          <p:cNvSpPr/>
          <p:nvPr/>
        </p:nvSpPr>
        <p:spPr>
          <a:xfrm>
            <a:off x="720150" y="3748950"/>
            <a:ext cx="7704000" cy="2181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2800" name="Google Shape;2800;p25"/>
          <p:cNvPicPr preferRelativeResize="0"/>
          <p:nvPr/>
        </p:nvPicPr>
        <p:blipFill rotWithShape="1">
          <a:blip r:embed="rId3">
            <a:alphaModFix/>
          </a:blip>
          <a:srcRect b="4744" l="56590" r="13156" t="26996"/>
          <a:stretch/>
        </p:blipFill>
        <p:spPr>
          <a:xfrm>
            <a:off x="2170915" y="2054649"/>
            <a:ext cx="819000" cy="1155000"/>
          </a:xfrm>
          <a:prstGeom prst="roundRect">
            <a:avLst>
              <a:gd fmla="val 5532" name="adj"/>
            </a:avLst>
          </a:prstGeom>
          <a:noFill/>
          <a:ln cap="flat" cmpd="sng" w="9525">
            <a:solidFill>
              <a:schemeClr val="dk2"/>
            </a:solidFill>
            <a:prstDash val="solid"/>
            <a:round/>
            <a:headEnd len="sm" w="sm" type="none"/>
            <a:tailEnd len="sm" w="sm" type="none"/>
          </a:ln>
        </p:spPr>
      </p:pic>
      <p:grpSp>
        <p:nvGrpSpPr>
          <p:cNvPr id="2801" name="Google Shape;2801;p25"/>
          <p:cNvGrpSpPr/>
          <p:nvPr/>
        </p:nvGrpSpPr>
        <p:grpSpPr>
          <a:xfrm>
            <a:off x="2069316" y="1925924"/>
            <a:ext cx="1021335" cy="1440067"/>
            <a:chOff x="5864575" y="1825625"/>
            <a:chExt cx="1463650" cy="2063725"/>
          </a:xfrm>
        </p:grpSpPr>
        <p:sp>
          <p:nvSpPr>
            <p:cNvPr id="2802" name="Google Shape;2802;p25"/>
            <p:cNvSpPr/>
            <p:nvPr/>
          </p:nvSpPr>
          <p:spPr>
            <a:xfrm>
              <a:off x="5864575" y="1825625"/>
              <a:ext cx="1463650" cy="2063725"/>
            </a:xfrm>
            <a:custGeom>
              <a:rect b="b" l="l" r="r" t="t"/>
              <a:pathLst>
                <a:path extrusionOk="0" fill="none" h="82549" w="58546">
                  <a:moveTo>
                    <a:pt x="55472" y="82549"/>
                  </a:moveTo>
                  <a:lnTo>
                    <a:pt x="3025" y="82549"/>
                  </a:lnTo>
                  <a:cubicBezTo>
                    <a:pt x="1415" y="82549"/>
                    <a:pt x="0" y="81134"/>
                    <a:pt x="0" y="79475"/>
                  </a:cubicBezTo>
                  <a:lnTo>
                    <a:pt x="0" y="3269"/>
                  </a:lnTo>
                  <a:cubicBezTo>
                    <a:pt x="0" y="1415"/>
                    <a:pt x="1415" y="0"/>
                    <a:pt x="3025" y="0"/>
                  </a:cubicBezTo>
                  <a:lnTo>
                    <a:pt x="55472" y="0"/>
                  </a:lnTo>
                  <a:cubicBezTo>
                    <a:pt x="57082" y="0"/>
                    <a:pt x="58545" y="1415"/>
                    <a:pt x="58545" y="3269"/>
                  </a:cubicBezTo>
                  <a:lnTo>
                    <a:pt x="58545" y="79475"/>
                  </a:lnTo>
                  <a:cubicBezTo>
                    <a:pt x="58545" y="81134"/>
                    <a:pt x="57082" y="82549"/>
                    <a:pt x="55472" y="82549"/>
                  </a:cubicBezTo>
                  <a:close/>
                </a:path>
              </a:pathLst>
            </a:custGeom>
            <a:noFill/>
            <a:ln cap="flat" cmpd="sng" w="9525">
              <a:solidFill>
                <a:schemeClr val="dk2"/>
              </a:solidFill>
              <a:prstDash val="solid"/>
              <a:miter lim="48787"/>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803" name="Google Shape;2803;p25"/>
            <p:cNvSpPr/>
            <p:nvPr/>
          </p:nvSpPr>
          <p:spPr>
            <a:xfrm>
              <a:off x="6535400" y="3716150"/>
              <a:ext cx="122000" cy="121975"/>
            </a:xfrm>
            <a:custGeom>
              <a:rect b="b" l="l" r="r" t="t"/>
              <a:pathLst>
                <a:path extrusionOk="0" fill="none" h="4879" w="4880">
                  <a:moveTo>
                    <a:pt x="2440" y="4879"/>
                  </a:moveTo>
                  <a:cubicBezTo>
                    <a:pt x="976" y="4879"/>
                    <a:pt x="0" y="3854"/>
                    <a:pt x="0" y="2439"/>
                  </a:cubicBezTo>
                  <a:cubicBezTo>
                    <a:pt x="0" y="1025"/>
                    <a:pt x="976" y="0"/>
                    <a:pt x="2440" y="0"/>
                  </a:cubicBezTo>
                  <a:cubicBezTo>
                    <a:pt x="3855" y="0"/>
                    <a:pt x="4879" y="1025"/>
                    <a:pt x="4879" y="2439"/>
                  </a:cubicBezTo>
                  <a:cubicBezTo>
                    <a:pt x="4879" y="3854"/>
                    <a:pt x="3855" y="4879"/>
                    <a:pt x="2440" y="4879"/>
                  </a:cubicBezTo>
                  <a:close/>
                </a:path>
              </a:pathLst>
            </a:custGeom>
            <a:noFill/>
            <a:ln cap="flat" cmpd="sng" w="9525">
              <a:solidFill>
                <a:schemeClr val="dk2"/>
              </a:solidFill>
              <a:prstDash val="solid"/>
              <a:miter lim="48787"/>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804" name="Google Shape;2804;p25"/>
            <p:cNvSpPr/>
            <p:nvPr/>
          </p:nvSpPr>
          <p:spPr>
            <a:xfrm>
              <a:off x="6535400" y="1917100"/>
              <a:ext cx="122000" cy="41500"/>
            </a:xfrm>
            <a:custGeom>
              <a:rect b="b" l="l" r="r" t="t"/>
              <a:pathLst>
                <a:path extrusionOk="0" fill="none" h="1660" w="4880">
                  <a:moveTo>
                    <a:pt x="4050" y="1659"/>
                  </a:moveTo>
                  <a:lnTo>
                    <a:pt x="781" y="1659"/>
                  </a:lnTo>
                  <a:cubicBezTo>
                    <a:pt x="391" y="1659"/>
                    <a:pt x="0" y="1220"/>
                    <a:pt x="0" y="830"/>
                  </a:cubicBezTo>
                  <a:cubicBezTo>
                    <a:pt x="0" y="439"/>
                    <a:pt x="391" y="0"/>
                    <a:pt x="781" y="0"/>
                  </a:cubicBezTo>
                  <a:lnTo>
                    <a:pt x="4050" y="0"/>
                  </a:lnTo>
                  <a:cubicBezTo>
                    <a:pt x="4440" y="0"/>
                    <a:pt x="4879" y="439"/>
                    <a:pt x="4879" y="830"/>
                  </a:cubicBezTo>
                  <a:cubicBezTo>
                    <a:pt x="4879" y="1220"/>
                    <a:pt x="4440" y="1659"/>
                    <a:pt x="4050" y="1659"/>
                  </a:cubicBezTo>
                  <a:close/>
                </a:path>
              </a:pathLst>
            </a:custGeom>
            <a:noFill/>
            <a:ln cap="flat" cmpd="sng" w="9525">
              <a:solidFill>
                <a:schemeClr val="dk2"/>
              </a:solidFill>
              <a:prstDash val="solid"/>
              <a:miter lim="48787"/>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2805" name="Google Shape;2805;p25"/>
          <p:cNvGrpSpPr/>
          <p:nvPr/>
        </p:nvGrpSpPr>
        <p:grpSpPr>
          <a:xfrm>
            <a:off x="3402812" y="1705355"/>
            <a:ext cx="2598858" cy="1660641"/>
            <a:chOff x="3134000" y="1972250"/>
            <a:chExt cx="3747993" cy="2394924"/>
          </a:xfrm>
        </p:grpSpPr>
        <p:sp>
          <p:nvSpPr>
            <p:cNvPr id="2806" name="Google Shape;2806;p25"/>
            <p:cNvSpPr/>
            <p:nvPr/>
          </p:nvSpPr>
          <p:spPr>
            <a:xfrm>
              <a:off x="3377364" y="1972250"/>
              <a:ext cx="3253499" cy="2174839"/>
            </a:xfrm>
            <a:custGeom>
              <a:rect b="b" l="l" r="r" t="t"/>
              <a:pathLst>
                <a:path extrusionOk="0" fill="none" h="54497" w="81526">
                  <a:moveTo>
                    <a:pt x="2879" y="54496"/>
                  </a:moveTo>
                  <a:lnTo>
                    <a:pt x="78695" y="54496"/>
                  </a:lnTo>
                  <a:cubicBezTo>
                    <a:pt x="80305" y="54496"/>
                    <a:pt x="81525" y="53277"/>
                    <a:pt x="81525" y="51667"/>
                  </a:cubicBezTo>
                  <a:lnTo>
                    <a:pt x="81525" y="2879"/>
                  </a:lnTo>
                  <a:cubicBezTo>
                    <a:pt x="81525" y="1220"/>
                    <a:pt x="80305" y="1"/>
                    <a:pt x="78695" y="1"/>
                  </a:cubicBezTo>
                  <a:lnTo>
                    <a:pt x="2879" y="1"/>
                  </a:lnTo>
                  <a:cubicBezTo>
                    <a:pt x="1220" y="1"/>
                    <a:pt x="1" y="1220"/>
                    <a:pt x="1" y="2879"/>
                  </a:cubicBezTo>
                  <a:lnTo>
                    <a:pt x="1" y="51667"/>
                  </a:lnTo>
                  <a:cubicBezTo>
                    <a:pt x="1" y="53277"/>
                    <a:pt x="1220" y="54496"/>
                    <a:pt x="2879" y="54496"/>
                  </a:cubicBezTo>
                  <a:close/>
                </a:path>
              </a:pathLst>
            </a:custGeom>
            <a:noFill/>
            <a:ln cap="flat" cmpd="sng" w="9525">
              <a:solidFill>
                <a:schemeClr val="dk2"/>
              </a:solidFill>
              <a:prstDash val="solid"/>
              <a:miter lim="48787"/>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807" name="Google Shape;2807;p25"/>
            <p:cNvSpPr/>
            <p:nvPr/>
          </p:nvSpPr>
          <p:spPr>
            <a:xfrm>
              <a:off x="3134000" y="4236676"/>
              <a:ext cx="3747993" cy="130498"/>
            </a:xfrm>
            <a:custGeom>
              <a:rect b="b" l="l" r="r" t="t"/>
              <a:pathLst>
                <a:path extrusionOk="0" fill="none" h="3270" w="93917">
                  <a:moveTo>
                    <a:pt x="93917" y="1"/>
                  </a:moveTo>
                  <a:lnTo>
                    <a:pt x="93917" y="2245"/>
                  </a:lnTo>
                  <a:cubicBezTo>
                    <a:pt x="93917" y="2830"/>
                    <a:pt x="93331" y="3269"/>
                    <a:pt x="92697" y="3269"/>
                  </a:cubicBezTo>
                  <a:lnTo>
                    <a:pt x="1025" y="3269"/>
                  </a:lnTo>
                  <a:cubicBezTo>
                    <a:pt x="439" y="3269"/>
                    <a:pt x="0" y="2830"/>
                    <a:pt x="0" y="2245"/>
                  </a:cubicBezTo>
                  <a:lnTo>
                    <a:pt x="0" y="1"/>
                  </a:lnTo>
                  <a:lnTo>
                    <a:pt x="38640" y="1"/>
                  </a:lnTo>
                  <a:cubicBezTo>
                    <a:pt x="38640" y="586"/>
                    <a:pt x="39274" y="1025"/>
                    <a:pt x="40055" y="1025"/>
                  </a:cubicBezTo>
                  <a:lnTo>
                    <a:pt x="53911" y="1025"/>
                  </a:lnTo>
                  <a:cubicBezTo>
                    <a:pt x="54496" y="1025"/>
                    <a:pt x="55130" y="586"/>
                    <a:pt x="55326" y="1"/>
                  </a:cubicBezTo>
                  <a:close/>
                </a:path>
              </a:pathLst>
            </a:custGeom>
            <a:noFill/>
            <a:ln cap="flat" cmpd="sng" w="9525">
              <a:solidFill>
                <a:schemeClr val="dk2"/>
              </a:solidFill>
              <a:prstDash val="solid"/>
              <a:miter lim="48787"/>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2808" name="Google Shape;2808;p25"/>
          <p:cNvPicPr preferRelativeResize="0"/>
          <p:nvPr/>
        </p:nvPicPr>
        <p:blipFill rotWithShape="1">
          <a:blip r:embed="rId4">
            <a:alphaModFix/>
          </a:blip>
          <a:srcRect b="5108" l="0" r="0" t="5108"/>
          <a:stretch/>
        </p:blipFill>
        <p:spPr>
          <a:xfrm>
            <a:off x="3629372" y="1779170"/>
            <a:ext cx="2145900" cy="1204200"/>
          </a:xfrm>
          <a:prstGeom prst="roundRect">
            <a:avLst>
              <a:gd fmla="val 6013" name="adj"/>
            </a:avLst>
          </a:prstGeom>
          <a:noFill/>
          <a:ln cap="flat" cmpd="sng" w="9525">
            <a:solidFill>
              <a:schemeClr val="dk2"/>
            </a:solidFill>
            <a:prstDash val="solid"/>
            <a:round/>
            <a:headEnd len="sm" w="sm" type="none"/>
            <a:tailEnd len="sm" w="sm" type="none"/>
          </a:ln>
        </p:spPr>
      </p:pic>
      <p:grpSp>
        <p:nvGrpSpPr>
          <p:cNvPr id="2809" name="Google Shape;2809;p25"/>
          <p:cNvGrpSpPr/>
          <p:nvPr/>
        </p:nvGrpSpPr>
        <p:grpSpPr>
          <a:xfrm>
            <a:off x="6414560" y="2211038"/>
            <a:ext cx="630702" cy="1154964"/>
            <a:chOff x="3547150" y="1932950"/>
            <a:chExt cx="1056275" cy="1813700"/>
          </a:xfrm>
        </p:grpSpPr>
        <p:sp>
          <p:nvSpPr>
            <p:cNvPr id="2810" name="Google Shape;2810;p25"/>
            <p:cNvSpPr/>
            <p:nvPr/>
          </p:nvSpPr>
          <p:spPr>
            <a:xfrm>
              <a:off x="4028925" y="2013450"/>
              <a:ext cx="86625" cy="36625"/>
            </a:xfrm>
            <a:custGeom>
              <a:rect b="b" l="l" r="r" t="t"/>
              <a:pathLst>
                <a:path extrusionOk="0" fill="none" h="1465" w="3465">
                  <a:moveTo>
                    <a:pt x="3074" y="1464"/>
                  </a:moveTo>
                  <a:lnTo>
                    <a:pt x="635" y="1464"/>
                  </a:lnTo>
                  <a:cubicBezTo>
                    <a:pt x="440" y="1464"/>
                    <a:pt x="0" y="1025"/>
                    <a:pt x="0" y="635"/>
                  </a:cubicBezTo>
                  <a:cubicBezTo>
                    <a:pt x="0" y="244"/>
                    <a:pt x="440" y="0"/>
                    <a:pt x="635" y="0"/>
                  </a:cubicBezTo>
                  <a:lnTo>
                    <a:pt x="3074" y="0"/>
                  </a:lnTo>
                  <a:cubicBezTo>
                    <a:pt x="3269" y="0"/>
                    <a:pt x="3464" y="244"/>
                    <a:pt x="3464" y="635"/>
                  </a:cubicBezTo>
                  <a:cubicBezTo>
                    <a:pt x="3464" y="1025"/>
                    <a:pt x="3269" y="1464"/>
                    <a:pt x="3074" y="1464"/>
                  </a:cubicBezTo>
                  <a:close/>
                </a:path>
              </a:pathLst>
            </a:custGeom>
            <a:noFill/>
            <a:ln cap="flat" cmpd="sng" w="9525">
              <a:solidFill>
                <a:schemeClr val="dk2"/>
              </a:solidFill>
              <a:prstDash val="solid"/>
              <a:miter lim="48787"/>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811" name="Google Shape;2811;p25"/>
            <p:cNvSpPr/>
            <p:nvPr/>
          </p:nvSpPr>
          <p:spPr>
            <a:xfrm>
              <a:off x="4024050" y="3568550"/>
              <a:ext cx="96375" cy="97600"/>
            </a:xfrm>
            <a:custGeom>
              <a:rect b="b" l="l" r="r" t="t"/>
              <a:pathLst>
                <a:path extrusionOk="0" fill="none" h="3904" w="3855">
                  <a:moveTo>
                    <a:pt x="0" y="1855"/>
                  </a:moveTo>
                  <a:cubicBezTo>
                    <a:pt x="0" y="3074"/>
                    <a:pt x="1025" y="3904"/>
                    <a:pt x="2049" y="3904"/>
                  </a:cubicBezTo>
                  <a:cubicBezTo>
                    <a:pt x="3074" y="3904"/>
                    <a:pt x="3854" y="3074"/>
                    <a:pt x="3854" y="1855"/>
                  </a:cubicBezTo>
                  <a:cubicBezTo>
                    <a:pt x="3854" y="830"/>
                    <a:pt x="3074" y="1"/>
                    <a:pt x="2049" y="1"/>
                  </a:cubicBezTo>
                  <a:cubicBezTo>
                    <a:pt x="1025" y="1"/>
                    <a:pt x="0" y="830"/>
                    <a:pt x="0" y="1855"/>
                  </a:cubicBezTo>
                  <a:close/>
                </a:path>
              </a:pathLst>
            </a:custGeom>
            <a:noFill/>
            <a:ln cap="flat" cmpd="sng" w="9525">
              <a:solidFill>
                <a:schemeClr val="dk2"/>
              </a:solidFill>
              <a:prstDash val="solid"/>
              <a:miter lim="48787"/>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812" name="Google Shape;2812;p25"/>
            <p:cNvSpPr/>
            <p:nvPr/>
          </p:nvSpPr>
          <p:spPr>
            <a:xfrm>
              <a:off x="3547150" y="1932950"/>
              <a:ext cx="1056275" cy="1813700"/>
            </a:xfrm>
            <a:custGeom>
              <a:rect b="b" l="l" r="r" t="t"/>
              <a:pathLst>
                <a:path extrusionOk="0" fill="none" h="72548" w="42251">
                  <a:moveTo>
                    <a:pt x="40006" y="72548"/>
                  </a:moveTo>
                  <a:lnTo>
                    <a:pt x="2196" y="72548"/>
                  </a:lnTo>
                  <a:cubicBezTo>
                    <a:pt x="976" y="72548"/>
                    <a:pt x="0" y="71328"/>
                    <a:pt x="0" y="69718"/>
                  </a:cubicBezTo>
                  <a:lnTo>
                    <a:pt x="0" y="2830"/>
                  </a:lnTo>
                  <a:cubicBezTo>
                    <a:pt x="0" y="1220"/>
                    <a:pt x="976" y="0"/>
                    <a:pt x="2196" y="0"/>
                  </a:cubicBezTo>
                  <a:lnTo>
                    <a:pt x="40006" y="0"/>
                  </a:lnTo>
                  <a:cubicBezTo>
                    <a:pt x="41226" y="0"/>
                    <a:pt x="42250" y="1220"/>
                    <a:pt x="42250" y="2830"/>
                  </a:cubicBezTo>
                  <a:lnTo>
                    <a:pt x="42250" y="69718"/>
                  </a:lnTo>
                  <a:cubicBezTo>
                    <a:pt x="42250" y="71328"/>
                    <a:pt x="41226" y="72548"/>
                    <a:pt x="40006" y="72548"/>
                  </a:cubicBezTo>
                  <a:close/>
                </a:path>
              </a:pathLst>
            </a:custGeom>
            <a:noFill/>
            <a:ln cap="flat" cmpd="sng" w="9525">
              <a:solidFill>
                <a:schemeClr val="dk2"/>
              </a:solidFill>
              <a:prstDash val="solid"/>
              <a:miter lim="48787"/>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2813" name="Google Shape;2813;p25"/>
          <p:cNvPicPr preferRelativeResize="0"/>
          <p:nvPr/>
        </p:nvPicPr>
        <p:blipFill rotWithShape="1">
          <a:blip r:embed="rId5">
            <a:alphaModFix/>
          </a:blip>
          <a:srcRect b="7367" l="64316" r="5699" t="7359"/>
          <a:stretch/>
        </p:blipFill>
        <p:spPr>
          <a:xfrm>
            <a:off x="6474684" y="2316736"/>
            <a:ext cx="510000" cy="906600"/>
          </a:xfrm>
          <a:prstGeom prst="roundRect">
            <a:avLst>
              <a:gd fmla="val 7538" name="adj"/>
            </a:avLst>
          </a:prstGeom>
          <a:noFill/>
          <a:ln cap="flat" cmpd="sng" w="9525">
            <a:solidFill>
              <a:schemeClr val="dk2"/>
            </a:solidFill>
            <a:prstDash val="solid"/>
            <a:round/>
            <a:headEnd len="sm" w="sm" type="none"/>
            <a:tailEnd len="sm" w="sm" type="none"/>
          </a:ln>
        </p:spPr>
      </p:pic>
    </p:spTree>
  </p:cSld>
  <p:clrMapOvr>
    <a:masterClrMapping/>
  </p:clrMapOvr>
</p:sld>
</file>

<file path=ppt/slides/slide3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0">
  <p:cSld>
    <p:spTree>
      <p:nvGrpSpPr>
        <p:cNvPr id="2817" name="Shape 2817"/>
        <p:cNvGrpSpPr/>
        <p:nvPr/>
      </p:nvGrpSpPr>
      <p:grpSpPr>
        <a:xfrm>
          <a:off x="0" y="0"/>
          <a:ext cx="0" cy="0"/>
          <a:chOff x="0" y="0"/>
          <a:chExt cx="0" cy="0"/>
        </a:xfrm>
      </p:grpSpPr>
      <p:sp>
        <p:nvSpPr>
          <p:cNvPr id="2818" name="Google Shape;2818;p26"/>
          <p:cNvSpPr txBox="1"/>
          <p:nvPr>
            <p:ph type="ctrTitle"/>
          </p:nvPr>
        </p:nvSpPr>
        <p:spPr>
          <a:xfrm>
            <a:off x="2067675" y="582920"/>
            <a:ext cx="5008500" cy="933900"/>
          </a:xfrm>
          <a:prstGeom prst="rect">
            <a:avLst/>
          </a:prstGeom>
          <a:noFill/>
          <a:ln>
            <a:noFill/>
          </a:ln>
        </p:spPr>
        <p:txBody>
          <a:bodyPr anchorCtr="0" anchor="b" bIns="91425" lIns="91425" spcFirstLastPara="1" rIns="91425" wrap="square" tIns="91425">
            <a:noAutofit/>
          </a:bodyPr>
          <a:lstStyle/>
          <a:p>
            <a:pPr indent="0" lvl="0" marL="0" rtl="0" algn="ctr">
              <a:lnSpc>
                <a:spcPct val="100000"/>
              </a:lnSpc>
              <a:spcBef>
                <a:spcPts val="0"/>
              </a:spcBef>
              <a:spcAft>
                <a:spcPts val="0"/>
              </a:spcAft>
              <a:buSzPts val="5200"/>
              <a:buNone/>
            </a:pPr>
            <a:r>
              <a:rPr lang="en"/>
              <a:t>THANKS!</a:t>
            </a:r>
            <a:endParaRPr/>
          </a:p>
        </p:txBody>
      </p:sp>
      <p:sp>
        <p:nvSpPr>
          <p:cNvPr id="2819" name="Google Shape;2819;p26"/>
          <p:cNvSpPr txBox="1"/>
          <p:nvPr>
            <p:ph idx="1" type="subTitle"/>
          </p:nvPr>
        </p:nvSpPr>
        <p:spPr>
          <a:xfrm>
            <a:off x="2679300" y="1783825"/>
            <a:ext cx="3785400" cy="1227900"/>
          </a:xfrm>
          <a:prstGeom prst="rect">
            <a:avLst/>
          </a:prstGeom>
          <a:noFill/>
          <a:ln>
            <a:noFill/>
          </a:ln>
        </p:spPr>
        <p:txBody>
          <a:bodyPr anchorCtr="0" anchor="t" bIns="91425" lIns="91425" spcFirstLastPara="1" rIns="91425" wrap="square" tIns="91425">
            <a:noAutofit/>
          </a:bodyPr>
          <a:lstStyle/>
          <a:p>
            <a:pPr indent="0" lvl="0" marL="0" rtl="0" algn="ctr">
              <a:lnSpc>
                <a:spcPct val="100000"/>
              </a:lnSpc>
              <a:spcBef>
                <a:spcPts val="0"/>
              </a:spcBef>
              <a:spcAft>
                <a:spcPts val="0"/>
              </a:spcAft>
              <a:buSzPts val="1400"/>
              <a:buNone/>
            </a:pPr>
            <a:r>
              <a:rPr b="1" lang="en">
                <a:solidFill>
                  <a:schemeClr val="accent6"/>
                </a:solidFill>
                <a:highlight>
                  <a:schemeClr val="accent1"/>
                </a:highlight>
              </a:rPr>
              <a:t>Do you have any questions?</a:t>
            </a:r>
            <a:endParaRPr b="1">
              <a:solidFill>
                <a:schemeClr val="accent6"/>
              </a:solidFill>
              <a:highlight>
                <a:schemeClr val="accent1"/>
              </a:highlight>
            </a:endParaRPr>
          </a:p>
          <a:p>
            <a:pPr indent="0" lvl="0" marL="0" rtl="0" algn="ctr">
              <a:lnSpc>
                <a:spcPct val="100000"/>
              </a:lnSpc>
              <a:spcBef>
                <a:spcPts val="0"/>
              </a:spcBef>
              <a:spcAft>
                <a:spcPts val="0"/>
              </a:spcAft>
              <a:buSzPts val="1400"/>
              <a:buNone/>
            </a:pPr>
            <a:r>
              <a:t/>
            </a:r>
            <a:endParaRPr>
              <a:solidFill>
                <a:schemeClr val="lt1"/>
              </a:solidFill>
            </a:endParaRPr>
          </a:p>
          <a:p>
            <a:pPr indent="0" lvl="0" marL="0" rtl="0" algn="ctr">
              <a:lnSpc>
                <a:spcPct val="100000"/>
              </a:lnSpc>
              <a:spcBef>
                <a:spcPts val="0"/>
              </a:spcBef>
              <a:spcAft>
                <a:spcPts val="0"/>
              </a:spcAft>
              <a:buSzPts val="1400"/>
              <a:buNone/>
            </a:pPr>
            <a:r>
              <a:rPr lang="en">
                <a:solidFill>
                  <a:schemeClr val="lt1"/>
                </a:solidFill>
              </a:rPr>
              <a:t>addyouremail@freepik.com</a:t>
            </a:r>
            <a:endParaRPr>
              <a:solidFill>
                <a:schemeClr val="lt1"/>
              </a:solidFill>
            </a:endParaRPr>
          </a:p>
          <a:p>
            <a:pPr indent="0" lvl="0" marL="0" rtl="0" algn="ctr">
              <a:lnSpc>
                <a:spcPct val="100000"/>
              </a:lnSpc>
              <a:spcBef>
                <a:spcPts val="0"/>
              </a:spcBef>
              <a:spcAft>
                <a:spcPts val="0"/>
              </a:spcAft>
              <a:buSzPts val="1400"/>
              <a:buNone/>
            </a:pPr>
            <a:r>
              <a:rPr lang="en">
                <a:solidFill>
                  <a:schemeClr val="lt1"/>
                </a:solidFill>
              </a:rPr>
              <a:t>+91 620 421 838</a:t>
            </a:r>
            <a:endParaRPr>
              <a:solidFill>
                <a:schemeClr val="lt1"/>
              </a:solidFill>
            </a:endParaRPr>
          </a:p>
          <a:p>
            <a:pPr indent="0" lvl="0" marL="0" rtl="0" algn="ctr">
              <a:lnSpc>
                <a:spcPct val="100000"/>
              </a:lnSpc>
              <a:spcBef>
                <a:spcPts val="0"/>
              </a:spcBef>
              <a:spcAft>
                <a:spcPts val="0"/>
              </a:spcAft>
              <a:buSzPts val="1400"/>
              <a:buNone/>
            </a:pPr>
            <a:r>
              <a:rPr lang="en">
                <a:solidFill>
                  <a:schemeClr val="lt1"/>
                </a:solidFill>
              </a:rPr>
              <a:t>yourcompany.com</a:t>
            </a:r>
            <a:endParaRPr>
              <a:solidFill>
                <a:schemeClr val="lt1"/>
              </a:solidFill>
            </a:endParaRPr>
          </a:p>
        </p:txBody>
      </p:sp>
      <p:sp>
        <p:nvSpPr>
          <p:cNvPr id="2820" name="Google Shape;2820;p26"/>
          <p:cNvSpPr txBox="1"/>
          <p:nvPr>
            <p:ph idx="2" type="subTitle"/>
          </p:nvPr>
        </p:nvSpPr>
        <p:spPr>
          <a:xfrm>
            <a:off x="2679302" y="4108550"/>
            <a:ext cx="3785400" cy="373200"/>
          </a:xfrm>
          <a:prstGeom prst="rect">
            <a:avLst/>
          </a:prstGeom>
          <a:noFill/>
          <a:ln cap="flat" cmpd="sng" w="9525">
            <a:solidFill>
              <a:schemeClr val="dk2"/>
            </a:solidFill>
            <a:prstDash val="solid"/>
            <a:round/>
            <a:headEnd len="sm" w="sm" type="none"/>
            <a:tailEnd len="sm" w="sm" type="none"/>
          </a:ln>
        </p:spPr>
        <p:txBody>
          <a:bodyPr anchorCtr="0" anchor="t" bIns="91425" lIns="91425" spcFirstLastPara="1" rIns="91425" wrap="square" tIns="91425">
            <a:noAutofit/>
          </a:bodyPr>
          <a:lstStyle/>
          <a:p>
            <a:pPr indent="0" lvl="0" marL="0" rtl="0" algn="ctr">
              <a:lnSpc>
                <a:spcPct val="100000"/>
              </a:lnSpc>
              <a:spcBef>
                <a:spcPts val="0"/>
              </a:spcBef>
              <a:spcAft>
                <a:spcPts val="0"/>
              </a:spcAft>
              <a:buSzPts val="1100"/>
              <a:buNone/>
            </a:pPr>
            <a:r>
              <a:rPr lang="en"/>
              <a:t>Please keep this slide as attribution</a:t>
            </a:r>
            <a:endParaRPr/>
          </a:p>
        </p:txBody>
      </p:sp>
      <p:grpSp>
        <p:nvGrpSpPr>
          <p:cNvPr id="2821" name="Google Shape;2821;p26"/>
          <p:cNvGrpSpPr/>
          <p:nvPr/>
        </p:nvGrpSpPr>
        <p:grpSpPr>
          <a:xfrm>
            <a:off x="1160021" y="1885876"/>
            <a:ext cx="800323" cy="933940"/>
            <a:chOff x="3136725" y="3287950"/>
            <a:chExt cx="1130400" cy="1319125"/>
          </a:xfrm>
        </p:grpSpPr>
        <p:sp>
          <p:nvSpPr>
            <p:cNvPr id="2822" name="Google Shape;2822;p26"/>
            <p:cNvSpPr/>
            <p:nvPr/>
          </p:nvSpPr>
          <p:spPr>
            <a:xfrm>
              <a:off x="3136725" y="3506075"/>
              <a:ext cx="1130400" cy="11010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823" name="Google Shape;2823;p26"/>
            <p:cNvSpPr/>
            <p:nvPr/>
          </p:nvSpPr>
          <p:spPr>
            <a:xfrm>
              <a:off x="3136725" y="3287950"/>
              <a:ext cx="1130400" cy="218100"/>
            </a:xfrm>
            <a:prstGeom prst="rect">
              <a:avLst/>
            </a:prstGeom>
            <a:solidFill>
              <a:schemeClr val="dk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2824" name="Google Shape;2824;p26"/>
          <p:cNvGrpSpPr/>
          <p:nvPr/>
        </p:nvGrpSpPr>
        <p:grpSpPr>
          <a:xfrm>
            <a:off x="1160021" y="3490571"/>
            <a:ext cx="800323" cy="933940"/>
            <a:chOff x="3136725" y="3287950"/>
            <a:chExt cx="1130400" cy="1319125"/>
          </a:xfrm>
        </p:grpSpPr>
        <p:sp>
          <p:nvSpPr>
            <p:cNvPr id="2825" name="Google Shape;2825;p26"/>
            <p:cNvSpPr/>
            <p:nvPr/>
          </p:nvSpPr>
          <p:spPr>
            <a:xfrm>
              <a:off x="3136725" y="3506075"/>
              <a:ext cx="1130400" cy="11010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826" name="Google Shape;2826;p26"/>
            <p:cNvSpPr/>
            <p:nvPr/>
          </p:nvSpPr>
          <p:spPr>
            <a:xfrm>
              <a:off x="3136725" y="3287950"/>
              <a:ext cx="1130400" cy="218100"/>
            </a:xfrm>
            <a:prstGeom prst="rect">
              <a:avLst/>
            </a:prstGeom>
            <a:solidFill>
              <a:schemeClr val="dk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2827" name="Google Shape;2827;p26"/>
          <p:cNvGrpSpPr/>
          <p:nvPr/>
        </p:nvGrpSpPr>
        <p:grpSpPr>
          <a:xfrm>
            <a:off x="7183646" y="1885876"/>
            <a:ext cx="800323" cy="933940"/>
            <a:chOff x="3136725" y="3287950"/>
            <a:chExt cx="1130400" cy="1319125"/>
          </a:xfrm>
        </p:grpSpPr>
        <p:sp>
          <p:nvSpPr>
            <p:cNvPr id="2828" name="Google Shape;2828;p26"/>
            <p:cNvSpPr/>
            <p:nvPr/>
          </p:nvSpPr>
          <p:spPr>
            <a:xfrm>
              <a:off x="3136725" y="3506075"/>
              <a:ext cx="1130400" cy="11010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829" name="Google Shape;2829;p26"/>
            <p:cNvSpPr/>
            <p:nvPr/>
          </p:nvSpPr>
          <p:spPr>
            <a:xfrm>
              <a:off x="3136725" y="3287950"/>
              <a:ext cx="1130400" cy="218100"/>
            </a:xfrm>
            <a:prstGeom prst="rect">
              <a:avLst/>
            </a:prstGeom>
            <a:solidFill>
              <a:schemeClr val="dk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2830" name="Google Shape;2830;p26"/>
          <p:cNvGrpSpPr/>
          <p:nvPr/>
        </p:nvGrpSpPr>
        <p:grpSpPr>
          <a:xfrm>
            <a:off x="7183646" y="3490571"/>
            <a:ext cx="800323" cy="933940"/>
            <a:chOff x="3136725" y="3287950"/>
            <a:chExt cx="1130400" cy="1319125"/>
          </a:xfrm>
        </p:grpSpPr>
        <p:sp>
          <p:nvSpPr>
            <p:cNvPr id="2831" name="Google Shape;2831;p26"/>
            <p:cNvSpPr/>
            <p:nvPr/>
          </p:nvSpPr>
          <p:spPr>
            <a:xfrm>
              <a:off x="3136725" y="3506075"/>
              <a:ext cx="1130400" cy="11010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832" name="Google Shape;2832;p26"/>
            <p:cNvSpPr/>
            <p:nvPr/>
          </p:nvSpPr>
          <p:spPr>
            <a:xfrm>
              <a:off x="3136725" y="3287950"/>
              <a:ext cx="1130400" cy="2181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2833" name="Google Shape;2833;p26"/>
          <p:cNvGrpSpPr/>
          <p:nvPr/>
        </p:nvGrpSpPr>
        <p:grpSpPr>
          <a:xfrm>
            <a:off x="1381754" y="3865311"/>
            <a:ext cx="356865" cy="356866"/>
            <a:chOff x="2866317" y="3817357"/>
            <a:chExt cx="356865" cy="356866"/>
          </a:xfrm>
        </p:grpSpPr>
        <p:sp>
          <p:nvSpPr>
            <p:cNvPr id="2834" name="Google Shape;2834;p26"/>
            <p:cNvSpPr/>
            <p:nvPr/>
          </p:nvSpPr>
          <p:spPr>
            <a:xfrm>
              <a:off x="2866317" y="3817357"/>
              <a:ext cx="356865" cy="356498"/>
            </a:xfrm>
            <a:custGeom>
              <a:rect b="b" l="l" r="r" t="t"/>
              <a:pathLst>
                <a:path extrusionOk="0" h="13599" w="13613">
                  <a:moveTo>
                    <a:pt x="6799" y="0"/>
                  </a:moveTo>
                  <a:cubicBezTo>
                    <a:pt x="3046" y="0"/>
                    <a:pt x="0" y="3046"/>
                    <a:pt x="0" y="6799"/>
                  </a:cubicBezTo>
                  <a:cubicBezTo>
                    <a:pt x="0" y="10552"/>
                    <a:pt x="3046" y="13598"/>
                    <a:pt x="6799" y="13598"/>
                  </a:cubicBezTo>
                  <a:cubicBezTo>
                    <a:pt x="10567" y="13598"/>
                    <a:pt x="13613" y="10552"/>
                    <a:pt x="13613" y="6799"/>
                  </a:cubicBezTo>
                  <a:cubicBezTo>
                    <a:pt x="13613" y="3046"/>
                    <a:pt x="10567" y="0"/>
                    <a:pt x="6799" y="0"/>
                  </a:cubicBezTo>
                  <a:close/>
                </a:path>
              </a:pathLst>
            </a:custGeom>
            <a:solidFill>
              <a:schemeClr val="accent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835" name="Google Shape;2835;p26"/>
            <p:cNvSpPr/>
            <p:nvPr/>
          </p:nvSpPr>
          <p:spPr>
            <a:xfrm>
              <a:off x="2928367" y="3894561"/>
              <a:ext cx="194175" cy="279662"/>
            </a:xfrm>
            <a:custGeom>
              <a:rect b="b" l="l" r="r" t="t"/>
              <a:pathLst>
                <a:path extrusionOk="0" h="10668" w="7407">
                  <a:moveTo>
                    <a:pt x="6208" y="0"/>
                  </a:moveTo>
                  <a:cubicBezTo>
                    <a:pt x="4086" y="14"/>
                    <a:pt x="2079" y="1732"/>
                    <a:pt x="2079" y="3854"/>
                  </a:cubicBezTo>
                  <a:lnTo>
                    <a:pt x="2079" y="4114"/>
                  </a:lnTo>
                  <a:cubicBezTo>
                    <a:pt x="2079" y="4129"/>
                    <a:pt x="2051" y="4157"/>
                    <a:pt x="2036" y="4157"/>
                  </a:cubicBezTo>
                  <a:lnTo>
                    <a:pt x="174" y="4157"/>
                  </a:lnTo>
                  <a:cubicBezTo>
                    <a:pt x="73" y="4157"/>
                    <a:pt x="1" y="4230"/>
                    <a:pt x="1" y="4331"/>
                  </a:cubicBezTo>
                  <a:lnTo>
                    <a:pt x="1" y="6048"/>
                  </a:lnTo>
                  <a:cubicBezTo>
                    <a:pt x="1" y="6149"/>
                    <a:pt x="73" y="6236"/>
                    <a:pt x="174" y="6236"/>
                  </a:cubicBezTo>
                  <a:lnTo>
                    <a:pt x="2036" y="6236"/>
                  </a:lnTo>
                  <a:cubicBezTo>
                    <a:pt x="2051" y="6236"/>
                    <a:pt x="2079" y="6251"/>
                    <a:pt x="2079" y="6279"/>
                  </a:cubicBezTo>
                  <a:lnTo>
                    <a:pt x="2079" y="10220"/>
                  </a:lnTo>
                  <a:cubicBezTo>
                    <a:pt x="2079" y="10235"/>
                    <a:pt x="2079" y="10249"/>
                    <a:pt x="2108" y="10264"/>
                  </a:cubicBezTo>
                  <a:cubicBezTo>
                    <a:pt x="2743" y="10495"/>
                    <a:pt x="3422" y="10624"/>
                    <a:pt x="4100" y="10668"/>
                  </a:cubicBezTo>
                  <a:cubicBezTo>
                    <a:pt x="4129" y="10668"/>
                    <a:pt x="4144" y="10639"/>
                    <a:pt x="4144" y="10624"/>
                  </a:cubicBezTo>
                  <a:lnTo>
                    <a:pt x="4144" y="6279"/>
                  </a:lnTo>
                  <a:cubicBezTo>
                    <a:pt x="4144" y="6251"/>
                    <a:pt x="4158" y="6236"/>
                    <a:pt x="4187" y="6236"/>
                  </a:cubicBezTo>
                  <a:lnTo>
                    <a:pt x="7218" y="6236"/>
                  </a:lnTo>
                  <a:cubicBezTo>
                    <a:pt x="7319" y="6236"/>
                    <a:pt x="7406" y="6149"/>
                    <a:pt x="7406" y="6048"/>
                  </a:cubicBezTo>
                  <a:lnTo>
                    <a:pt x="7406" y="4331"/>
                  </a:lnTo>
                  <a:cubicBezTo>
                    <a:pt x="7406" y="4230"/>
                    <a:pt x="7319" y="4143"/>
                    <a:pt x="7218" y="4143"/>
                  </a:cubicBezTo>
                  <a:lnTo>
                    <a:pt x="4187" y="4143"/>
                  </a:lnTo>
                  <a:cubicBezTo>
                    <a:pt x="4158" y="4143"/>
                    <a:pt x="4144" y="4129"/>
                    <a:pt x="4144" y="4100"/>
                  </a:cubicBezTo>
                  <a:lnTo>
                    <a:pt x="4144" y="3854"/>
                  </a:lnTo>
                  <a:cubicBezTo>
                    <a:pt x="4144" y="2714"/>
                    <a:pt x="5068" y="2079"/>
                    <a:pt x="6208" y="2079"/>
                  </a:cubicBezTo>
                  <a:lnTo>
                    <a:pt x="7218" y="2079"/>
                  </a:lnTo>
                  <a:cubicBezTo>
                    <a:pt x="7319" y="2079"/>
                    <a:pt x="7406" y="1992"/>
                    <a:pt x="7406" y="1891"/>
                  </a:cubicBezTo>
                  <a:lnTo>
                    <a:pt x="7406" y="173"/>
                  </a:lnTo>
                  <a:cubicBezTo>
                    <a:pt x="7406" y="72"/>
                    <a:pt x="7319" y="0"/>
                    <a:pt x="7218" y="0"/>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2836" name="Google Shape;2836;p26"/>
          <p:cNvGrpSpPr/>
          <p:nvPr/>
        </p:nvGrpSpPr>
        <p:grpSpPr>
          <a:xfrm>
            <a:off x="1381935" y="2246316"/>
            <a:ext cx="356498" cy="356498"/>
            <a:chOff x="4211985" y="3817357"/>
            <a:chExt cx="356498" cy="356498"/>
          </a:xfrm>
        </p:grpSpPr>
        <p:sp>
          <p:nvSpPr>
            <p:cNvPr id="2837" name="Google Shape;2837;p26"/>
            <p:cNvSpPr/>
            <p:nvPr/>
          </p:nvSpPr>
          <p:spPr>
            <a:xfrm>
              <a:off x="4211985" y="3817357"/>
              <a:ext cx="356498" cy="356498"/>
            </a:xfrm>
            <a:custGeom>
              <a:rect b="b" l="l" r="r" t="t"/>
              <a:pathLst>
                <a:path extrusionOk="0" h="13599" w="13599">
                  <a:moveTo>
                    <a:pt x="6800" y="0"/>
                  </a:moveTo>
                  <a:cubicBezTo>
                    <a:pt x="3047" y="0"/>
                    <a:pt x="1" y="3046"/>
                    <a:pt x="1" y="6799"/>
                  </a:cubicBezTo>
                  <a:cubicBezTo>
                    <a:pt x="1" y="10552"/>
                    <a:pt x="3047" y="13598"/>
                    <a:pt x="6800" y="13598"/>
                  </a:cubicBezTo>
                  <a:cubicBezTo>
                    <a:pt x="10553" y="13598"/>
                    <a:pt x="13599" y="10552"/>
                    <a:pt x="13599" y="6799"/>
                  </a:cubicBezTo>
                  <a:cubicBezTo>
                    <a:pt x="13599" y="3046"/>
                    <a:pt x="10553" y="0"/>
                    <a:pt x="6800" y="0"/>
                  </a:cubicBezTo>
                  <a:close/>
                </a:path>
              </a:pathLst>
            </a:cu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838" name="Google Shape;2838;p26"/>
            <p:cNvSpPr/>
            <p:nvPr/>
          </p:nvSpPr>
          <p:spPr>
            <a:xfrm>
              <a:off x="4288061" y="3909555"/>
              <a:ext cx="227756" cy="187463"/>
            </a:xfrm>
            <a:custGeom>
              <a:rect b="b" l="l" r="r" t="t"/>
              <a:pathLst>
                <a:path extrusionOk="0" h="7151" w="8688">
                  <a:moveTo>
                    <a:pt x="5678" y="0"/>
                  </a:moveTo>
                  <a:cubicBezTo>
                    <a:pt x="4639" y="0"/>
                    <a:pt x="3643" y="810"/>
                    <a:pt x="3652" y="2026"/>
                  </a:cubicBezTo>
                  <a:lnTo>
                    <a:pt x="3652" y="2070"/>
                  </a:lnTo>
                  <a:lnTo>
                    <a:pt x="3551" y="2070"/>
                  </a:lnTo>
                  <a:cubicBezTo>
                    <a:pt x="3219" y="2012"/>
                    <a:pt x="2887" y="1940"/>
                    <a:pt x="2570" y="1839"/>
                  </a:cubicBezTo>
                  <a:cubicBezTo>
                    <a:pt x="1819" y="1579"/>
                    <a:pt x="1155" y="1160"/>
                    <a:pt x="592" y="612"/>
                  </a:cubicBezTo>
                  <a:lnTo>
                    <a:pt x="390" y="410"/>
                  </a:lnTo>
                  <a:cubicBezTo>
                    <a:pt x="375" y="395"/>
                    <a:pt x="358" y="388"/>
                    <a:pt x="342" y="388"/>
                  </a:cubicBezTo>
                  <a:cubicBezTo>
                    <a:pt x="312" y="388"/>
                    <a:pt x="284" y="410"/>
                    <a:pt x="275" y="438"/>
                  </a:cubicBezTo>
                  <a:lnTo>
                    <a:pt x="202" y="727"/>
                  </a:lnTo>
                  <a:cubicBezTo>
                    <a:pt x="0" y="1492"/>
                    <a:pt x="318" y="2301"/>
                    <a:pt x="982" y="2734"/>
                  </a:cubicBezTo>
                  <a:cubicBezTo>
                    <a:pt x="852" y="2734"/>
                    <a:pt x="708" y="2719"/>
                    <a:pt x="578" y="2690"/>
                  </a:cubicBezTo>
                  <a:lnTo>
                    <a:pt x="332" y="2633"/>
                  </a:lnTo>
                  <a:cubicBezTo>
                    <a:pt x="327" y="2631"/>
                    <a:pt x="321" y="2630"/>
                    <a:pt x="315" y="2630"/>
                  </a:cubicBezTo>
                  <a:cubicBezTo>
                    <a:pt x="278" y="2630"/>
                    <a:pt x="246" y="2667"/>
                    <a:pt x="246" y="2705"/>
                  </a:cubicBezTo>
                  <a:lnTo>
                    <a:pt x="289" y="2950"/>
                  </a:lnTo>
                  <a:cubicBezTo>
                    <a:pt x="390" y="3513"/>
                    <a:pt x="751" y="3990"/>
                    <a:pt x="1256" y="4221"/>
                  </a:cubicBezTo>
                  <a:cubicBezTo>
                    <a:pt x="1314" y="4249"/>
                    <a:pt x="1299" y="4336"/>
                    <a:pt x="1242" y="4350"/>
                  </a:cubicBezTo>
                  <a:lnTo>
                    <a:pt x="967" y="4350"/>
                  </a:lnTo>
                  <a:cubicBezTo>
                    <a:pt x="910" y="4365"/>
                    <a:pt x="881" y="4408"/>
                    <a:pt x="910" y="4452"/>
                  </a:cubicBezTo>
                  <a:lnTo>
                    <a:pt x="1040" y="4697"/>
                  </a:lnTo>
                  <a:cubicBezTo>
                    <a:pt x="1314" y="5173"/>
                    <a:pt x="1790" y="5491"/>
                    <a:pt x="2324" y="5563"/>
                  </a:cubicBezTo>
                  <a:cubicBezTo>
                    <a:pt x="2382" y="5577"/>
                    <a:pt x="2397" y="5650"/>
                    <a:pt x="2353" y="5693"/>
                  </a:cubicBezTo>
                  <a:cubicBezTo>
                    <a:pt x="1891" y="6025"/>
                    <a:pt x="1357" y="6256"/>
                    <a:pt x="794" y="6357"/>
                  </a:cubicBezTo>
                  <a:lnTo>
                    <a:pt x="188" y="6458"/>
                  </a:lnTo>
                  <a:cubicBezTo>
                    <a:pt x="116" y="6472"/>
                    <a:pt x="116" y="6559"/>
                    <a:pt x="174" y="6588"/>
                  </a:cubicBezTo>
                  <a:lnTo>
                    <a:pt x="751" y="6804"/>
                  </a:lnTo>
                  <a:cubicBezTo>
                    <a:pt x="1328" y="7035"/>
                    <a:pt x="1949" y="7151"/>
                    <a:pt x="2570" y="7151"/>
                  </a:cubicBezTo>
                  <a:cubicBezTo>
                    <a:pt x="5385" y="7136"/>
                    <a:pt x="7680" y="4870"/>
                    <a:pt x="7694" y="2055"/>
                  </a:cubicBezTo>
                  <a:lnTo>
                    <a:pt x="7694" y="2026"/>
                  </a:lnTo>
                  <a:lnTo>
                    <a:pt x="7694" y="1983"/>
                  </a:lnTo>
                  <a:lnTo>
                    <a:pt x="7694" y="1969"/>
                  </a:lnTo>
                  <a:cubicBezTo>
                    <a:pt x="7896" y="1839"/>
                    <a:pt x="8070" y="1680"/>
                    <a:pt x="8243" y="1507"/>
                  </a:cubicBezTo>
                  <a:lnTo>
                    <a:pt x="8647" y="1088"/>
                  </a:lnTo>
                  <a:cubicBezTo>
                    <a:pt x="8687" y="1048"/>
                    <a:pt x="8653" y="971"/>
                    <a:pt x="8591" y="971"/>
                  </a:cubicBezTo>
                  <a:cubicBezTo>
                    <a:pt x="8586" y="971"/>
                    <a:pt x="8580" y="971"/>
                    <a:pt x="8575" y="973"/>
                  </a:cubicBezTo>
                  <a:lnTo>
                    <a:pt x="8012" y="1117"/>
                  </a:lnTo>
                  <a:lnTo>
                    <a:pt x="7824" y="1146"/>
                  </a:lnTo>
                  <a:cubicBezTo>
                    <a:pt x="7820" y="1147"/>
                    <a:pt x="7816" y="1147"/>
                    <a:pt x="7812" y="1147"/>
                  </a:cubicBezTo>
                  <a:cubicBezTo>
                    <a:pt x="7761" y="1147"/>
                    <a:pt x="7728" y="1070"/>
                    <a:pt x="7781" y="1030"/>
                  </a:cubicBezTo>
                  <a:cubicBezTo>
                    <a:pt x="7839" y="973"/>
                    <a:pt x="7896" y="915"/>
                    <a:pt x="7954" y="857"/>
                  </a:cubicBezTo>
                  <a:lnTo>
                    <a:pt x="8402" y="366"/>
                  </a:lnTo>
                  <a:cubicBezTo>
                    <a:pt x="8439" y="329"/>
                    <a:pt x="8401" y="259"/>
                    <a:pt x="8353" y="259"/>
                  </a:cubicBezTo>
                  <a:cubicBezTo>
                    <a:pt x="8346" y="259"/>
                    <a:pt x="8338" y="261"/>
                    <a:pt x="8330" y="265"/>
                  </a:cubicBezTo>
                  <a:lnTo>
                    <a:pt x="7709" y="467"/>
                  </a:lnTo>
                  <a:cubicBezTo>
                    <a:pt x="7521" y="525"/>
                    <a:pt x="7334" y="583"/>
                    <a:pt x="7131" y="612"/>
                  </a:cubicBezTo>
                  <a:cubicBezTo>
                    <a:pt x="7117" y="612"/>
                    <a:pt x="7088" y="597"/>
                    <a:pt x="7074" y="583"/>
                  </a:cubicBezTo>
                  <a:cubicBezTo>
                    <a:pt x="6667" y="180"/>
                    <a:pt x="6168" y="0"/>
                    <a:pt x="5678" y="0"/>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2839" name="Google Shape;2839;p26"/>
          <p:cNvGrpSpPr/>
          <p:nvPr/>
        </p:nvGrpSpPr>
        <p:grpSpPr>
          <a:xfrm>
            <a:off x="7405563" y="3865486"/>
            <a:ext cx="356865" cy="356498"/>
            <a:chOff x="3314750" y="3817357"/>
            <a:chExt cx="356865" cy="356498"/>
          </a:xfrm>
        </p:grpSpPr>
        <p:sp>
          <p:nvSpPr>
            <p:cNvPr id="2840" name="Google Shape;2840;p26"/>
            <p:cNvSpPr/>
            <p:nvPr/>
          </p:nvSpPr>
          <p:spPr>
            <a:xfrm>
              <a:off x="3314750" y="3817357"/>
              <a:ext cx="356865" cy="356498"/>
            </a:xfrm>
            <a:custGeom>
              <a:rect b="b" l="l" r="r" t="t"/>
              <a:pathLst>
                <a:path extrusionOk="0" h="13599" w="13613">
                  <a:moveTo>
                    <a:pt x="6814" y="0"/>
                  </a:moveTo>
                  <a:cubicBezTo>
                    <a:pt x="3046" y="0"/>
                    <a:pt x="0" y="3046"/>
                    <a:pt x="0" y="6799"/>
                  </a:cubicBezTo>
                  <a:cubicBezTo>
                    <a:pt x="0" y="10552"/>
                    <a:pt x="3046" y="13598"/>
                    <a:pt x="6814" y="13598"/>
                  </a:cubicBezTo>
                  <a:cubicBezTo>
                    <a:pt x="10567" y="13598"/>
                    <a:pt x="13613" y="10552"/>
                    <a:pt x="13613" y="6799"/>
                  </a:cubicBezTo>
                  <a:cubicBezTo>
                    <a:pt x="13613" y="3046"/>
                    <a:pt x="10567" y="0"/>
                    <a:pt x="6814" y="0"/>
                  </a:cubicBezTo>
                  <a:close/>
                </a:path>
              </a:pathLst>
            </a:cu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841" name="Google Shape;2841;p26"/>
            <p:cNvSpPr/>
            <p:nvPr/>
          </p:nvSpPr>
          <p:spPr>
            <a:xfrm>
              <a:off x="3379082" y="3881296"/>
              <a:ext cx="228595" cy="228595"/>
            </a:xfrm>
            <a:custGeom>
              <a:rect b="b" l="l" r="r" t="t"/>
              <a:pathLst>
                <a:path extrusionOk="0" h="8720" w="8720">
                  <a:moveTo>
                    <a:pt x="6886" y="448"/>
                  </a:moveTo>
                  <a:cubicBezTo>
                    <a:pt x="7651" y="448"/>
                    <a:pt x="8272" y="1069"/>
                    <a:pt x="8272" y="1834"/>
                  </a:cubicBezTo>
                  <a:lnTo>
                    <a:pt x="8272" y="6872"/>
                  </a:lnTo>
                  <a:lnTo>
                    <a:pt x="8272" y="6886"/>
                  </a:lnTo>
                  <a:cubicBezTo>
                    <a:pt x="8272" y="7652"/>
                    <a:pt x="7651" y="8272"/>
                    <a:pt x="6872" y="8272"/>
                  </a:cubicBezTo>
                  <a:lnTo>
                    <a:pt x="1848" y="8272"/>
                  </a:lnTo>
                  <a:cubicBezTo>
                    <a:pt x="1069" y="8272"/>
                    <a:pt x="448" y="7652"/>
                    <a:pt x="448" y="6886"/>
                  </a:cubicBezTo>
                  <a:lnTo>
                    <a:pt x="448" y="1834"/>
                  </a:lnTo>
                  <a:cubicBezTo>
                    <a:pt x="448" y="1069"/>
                    <a:pt x="1069" y="448"/>
                    <a:pt x="1848" y="448"/>
                  </a:cubicBezTo>
                  <a:close/>
                  <a:moveTo>
                    <a:pt x="1848" y="1"/>
                  </a:moveTo>
                  <a:cubicBezTo>
                    <a:pt x="823" y="1"/>
                    <a:pt x="0" y="824"/>
                    <a:pt x="0" y="1834"/>
                  </a:cubicBezTo>
                  <a:lnTo>
                    <a:pt x="0" y="6872"/>
                  </a:lnTo>
                  <a:cubicBezTo>
                    <a:pt x="0" y="7897"/>
                    <a:pt x="823" y="8720"/>
                    <a:pt x="1848" y="8720"/>
                  </a:cubicBezTo>
                  <a:lnTo>
                    <a:pt x="6886" y="8720"/>
                  </a:lnTo>
                  <a:cubicBezTo>
                    <a:pt x="7897" y="8720"/>
                    <a:pt x="8719" y="7897"/>
                    <a:pt x="8719" y="6886"/>
                  </a:cubicBezTo>
                  <a:lnTo>
                    <a:pt x="8719" y="1834"/>
                  </a:lnTo>
                  <a:cubicBezTo>
                    <a:pt x="8719" y="824"/>
                    <a:pt x="7897" y="1"/>
                    <a:pt x="6872" y="1"/>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842" name="Google Shape;2842;p26"/>
            <p:cNvSpPr/>
            <p:nvPr/>
          </p:nvSpPr>
          <p:spPr>
            <a:xfrm>
              <a:off x="3412768" y="3935430"/>
              <a:ext cx="140408" cy="120274"/>
            </a:xfrm>
            <a:custGeom>
              <a:rect b="b" l="l" r="r" t="t"/>
              <a:pathLst>
                <a:path extrusionOk="0" h="4588" w="5356">
                  <a:moveTo>
                    <a:pt x="3063" y="447"/>
                  </a:moveTo>
                  <a:cubicBezTo>
                    <a:pt x="4013" y="447"/>
                    <a:pt x="4923" y="1183"/>
                    <a:pt x="4923" y="2295"/>
                  </a:cubicBezTo>
                  <a:cubicBezTo>
                    <a:pt x="4908" y="3320"/>
                    <a:pt x="4085" y="4143"/>
                    <a:pt x="3075" y="4143"/>
                  </a:cubicBezTo>
                  <a:cubicBezTo>
                    <a:pt x="1429" y="4143"/>
                    <a:pt x="592" y="2151"/>
                    <a:pt x="1761" y="996"/>
                  </a:cubicBezTo>
                  <a:cubicBezTo>
                    <a:pt x="2140" y="617"/>
                    <a:pt x="2606" y="447"/>
                    <a:pt x="3063" y="447"/>
                  </a:cubicBezTo>
                  <a:close/>
                  <a:moveTo>
                    <a:pt x="3075" y="0"/>
                  </a:moveTo>
                  <a:cubicBezTo>
                    <a:pt x="1025" y="0"/>
                    <a:pt x="0" y="2468"/>
                    <a:pt x="1444" y="3912"/>
                  </a:cubicBezTo>
                  <a:cubicBezTo>
                    <a:pt x="1910" y="4379"/>
                    <a:pt x="2484" y="4587"/>
                    <a:pt x="3047" y="4587"/>
                  </a:cubicBezTo>
                  <a:cubicBezTo>
                    <a:pt x="4225" y="4587"/>
                    <a:pt x="5356" y="3673"/>
                    <a:pt x="5356" y="2295"/>
                  </a:cubicBezTo>
                  <a:cubicBezTo>
                    <a:pt x="5356" y="1025"/>
                    <a:pt x="4331" y="0"/>
                    <a:pt x="3075" y="0"/>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843" name="Google Shape;2843;p26"/>
            <p:cNvSpPr/>
            <p:nvPr/>
          </p:nvSpPr>
          <p:spPr>
            <a:xfrm>
              <a:off x="3539518" y="3910447"/>
              <a:ext cx="31065" cy="31039"/>
            </a:xfrm>
            <a:custGeom>
              <a:rect b="b" l="l" r="r" t="t"/>
              <a:pathLst>
                <a:path extrusionOk="0" h="1184" w="1185">
                  <a:moveTo>
                    <a:pt x="593" y="0"/>
                  </a:moveTo>
                  <a:cubicBezTo>
                    <a:pt x="275" y="0"/>
                    <a:pt x="1" y="260"/>
                    <a:pt x="1" y="592"/>
                  </a:cubicBezTo>
                  <a:cubicBezTo>
                    <a:pt x="1" y="910"/>
                    <a:pt x="275" y="1184"/>
                    <a:pt x="593" y="1184"/>
                  </a:cubicBezTo>
                  <a:cubicBezTo>
                    <a:pt x="925" y="1184"/>
                    <a:pt x="1185" y="910"/>
                    <a:pt x="1185" y="592"/>
                  </a:cubicBezTo>
                  <a:cubicBezTo>
                    <a:pt x="1185" y="260"/>
                    <a:pt x="925" y="0"/>
                    <a:pt x="593" y="0"/>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2844" name="Google Shape;2844;p26"/>
          <p:cNvGrpSpPr/>
          <p:nvPr/>
        </p:nvGrpSpPr>
        <p:grpSpPr>
          <a:xfrm>
            <a:off x="7405584" y="2246295"/>
            <a:ext cx="363313" cy="356576"/>
            <a:chOff x="3763184" y="3817357"/>
            <a:chExt cx="363313" cy="356576"/>
          </a:xfrm>
        </p:grpSpPr>
        <p:sp>
          <p:nvSpPr>
            <p:cNvPr id="2845" name="Google Shape;2845;p26"/>
            <p:cNvSpPr/>
            <p:nvPr/>
          </p:nvSpPr>
          <p:spPr>
            <a:xfrm>
              <a:off x="3763184" y="3817357"/>
              <a:ext cx="356865" cy="356498"/>
            </a:xfrm>
            <a:custGeom>
              <a:rect b="b" l="l" r="r" t="t"/>
              <a:pathLst>
                <a:path extrusionOk="0" h="13599" w="13613">
                  <a:moveTo>
                    <a:pt x="6814" y="0"/>
                  </a:moveTo>
                  <a:cubicBezTo>
                    <a:pt x="3046" y="0"/>
                    <a:pt x="0" y="3046"/>
                    <a:pt x="0" y="6799"/>
                  </a:cubicBezTo>
                  <a:cubicBezTo>
                    <a:pt x="0" y="10552"/>
                    <a:pt x="3046" y="13598"/>
                    <a:pt x="6814" y="13598"/>
                  </a:cubicBezTo>
                  <a:cubicBezTo>
                    <a:pt x="10567" y="13598"/>
                    <a:pt x="13613" y="10552"/>
                    <a:pt x="13613" y="6799"/>
                  </a:cubicBezTo>
                  <a:cubicBezTo>
                    <a:pt x="13613" y="3046"/>
                    <a:pt x="10567" y="0"/>
                    <a:pt x="6814" y="0"/>
                  </a:cubicBezTo>
                  <a:close/>
                </a:path>
              </a:pathLst>
            </a:cu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846" name="Google Shape;2846;p26"/>
            <p:cNvSpPr/>
            <p:nvPr/>
          </p:nvSpPr>
          <p:spPr>
            <a:xfrm>
              <a:off x="3918324" y="3817357"/>
              <a:ext cx="208173" cy="356576"/>
            </a:xfrm>
            <a:custGeom>
              <a:rect b="b" l="l" r="r" t="t"/>
              <a:pathLst>
                <a:path extrusionOk="0" h="13602" w="7941">
                  <a:moveTo>
                    <a:pt x="896" y="0"/>
                  </a:moveTo>
                  <a:cubicBezTo>
                    <a:pt x="593" y="0"/>
                    <a:pt x="304" y="15"/>
                    <a:pt x="1" y="58"/>
                  </a:cubicBezTo>
                  <a:cubicBezTo>
                    <a:pt x="3393" y="505"/>
                    <a:pt x="5919" y="3378"/>
                    <a:pt x="5919" y="6799"/>
                  </a:cubicBezTo>
                  <a:cubicBezTo>
                    <a:pt x="5919" y="10220"/>
                    <a:pt x="3393" y="13093"/>
                    <a:pt x="1" y="13541"/>
                  </a:cubicBezTo>
                  <a:cubicBezTo>
                    <a:pt x="306" y="13581"/>
                    <a:pt x="610" y="13601"/>
                    <a:pt x="909" y="13601"/>
                  </a:cubicBezTo>
                  <a:cubicBezTo>
                    <a:pt x="4431" y="13601"/>
                    <a:pt x="7441" y="10865"/>
                    <a:pt x="7681" y="7247"/>
                  </a:cubicBezTo>
                  <a:cubicBezTo>
                    <a:pt x="7940" y="3320"/>
                    <a:pt x="4822" y="0"/>
                    <a:pt x="896" y="0"/>
                  </a:cubicBezTo>
                  <a:close/>
                </a:path>
              </a:pathLst>
            </a:cu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847" name="Google Shape;2847;p26"/>
            <p:cNvSpPr/>
            <p:nvPr/>
          </p:nvSpPr>
          <p:spPr>
            <a:xfrm>
              <a:off x="3848330" y="3964188"/>
              <a:ext cx="39375" cy="116945"/>
            </a:xfrm>
            <a:custGeom>
              <a:rect b="b" l="l" r="r" t="t"/>
              <a:pathLst>
                <a:path extrusionOk="0" h="4461" w="1502">
                  <a:moveTo>
                    <a:pt x="58" y="0"/>
                  </a:moveTo>
                  <a:cubicBezTo>
                    <a:pt x="29" y="0"/>
                    <a:pt x="0" y="29"/>
                    <a:pt x="0" y="58"/>
                  </a:cubicBezTo>
                  <a:lnTo>
                    <a:pt x="0" y="4403"/>
                  </a:lnTo>
                  <a:cubicBezTo>
                    <a:pt x="0" y="4432"/>
                    <a:pt x="29" y="4461"/>
                    <a:pt x="58" y="4461"/>
                  </a:cubicBezTo>
                  <a:lnTo>
                    <a:pt x="1444" y="4461"/>
                  </a:lnTo>
                  <a:cubicBezTo>
                    <a:pt x="1473" y="4461"/>
                    <a:pt x="1502" y="4446"/>
                    <a:pt x="1502" y="4403"/>
                  </a:cubicBezTo>
                  <a:lnTo>
                    <a:pt x="1502" y="58"/>
                  </a:lnTo>
                  <a:cubicBezTo>
                    <a:pt x="1502" y="29"/>
                    <a:pt x="1473" y="0"/>
                    <a:pt x="1444" y="0"/>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848" name="Google Shape;2848;p26"/>
            <p:cNvSpPr/>
            <p:nvPr/>
          </p:nvSpPr>
          <p:spPr>
            <a:xfrm>
              <a:off x="3832418" y="3894403"/>
              <a:ext cx="55287" cy="47475"/>
            </a:xfrm>
            <a:custGeom>
              <a:rect b="b" l="l" r="r" t="t"/>
              <a:pathLst>
                <a:path extrusionOk="0" h="1811" w="2109">
                  <a:moveTo>
                    <a:pt x="1208" y="0"/>
                  </a:moveTo>
                  <a:cubicBezTo>
                    <a:pt x="987" y="0"/>
                    <a:pt x="761" y="83"/>
                    <a:pt x="578" y="266"/>
                  </a:cubicBezTo>
                  <a:cubicBezTo>
                    <a:pt x="1" y="829"/>
                    <a:pt x="405" y="1810"/>
                    <a:pt x="1214" y="1810"/>
                  </a:cubicBezTo>
                  <a:cubicBezTo>
                    <a:pt x="1704" y="1810"/>
                    <a:pt x="2109" y="1406"/>
                    <a:pt x="2109" y="901"/>
                  </a:cubicBezTo>
                  <a:cubicBezTo>
                    <a:pt x="2109" y="355"/>
                    <a:pt x="1668" y="0"/>
                    <a:pt x="1208" y="0"/>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849" name="Google Shape;2849;p26"/>
            <p:cNvSpPr/>
            <p:nvPr/>
          </p:nvSpPr>
          <p:spPr>
            <a:xfrm>
              <a:off x="3925901" y="3964161"/>
              <a:ext cx="124914" cy="117365"/>
            </a:xfrm>
            <a:custGeom>
              <a:rect b="b" l="l" r="r" t="t"/>
              <a:pathLst>
                <a:path extrusionOk="0" h="4477" w="4765">
                  <a:moveTo>
                    <a:pt x="2716" y="1"/>
                  </a:moveTo>
                  <a:cubicBezTo>
                    <a:pt x="2701" y="1"/>
                    <a:pt x="2686" y="1"/>
                    <a:pt x="2671" y="1"/>
                  </a:cubicBezTo>
                  <a:cubicBezTo>
                    <a:pt x="2180" y="1"/>
                    <a:pt x="1718" y="145"/>
                    <a:pt x="1314" y="434"/>
                  </a:cubicBezTo>
                  <a:cubicBezTo>
                    <a:pt x="1304" y="441"/>
                    <a:pt x="1294" y="444"/>
                    <a:pt x="1284" y="444"/>
                  </a:cubicBezTo>
                  <a:cubicBezTo>
                    <a:pt x="1248" y="444"/>
                    <a:pt x="1213" y="410"/>
                    <a:pt x="1213" y="376"/>
                  </a:cubicBezTo>
                  <a:lnTo>
                    <a:pt x="1213" y="59"/>
                  </a:lnTo>
                  <a:cubicBezTo>
                    <a:pt x="1213" y="30"/>
                    <a:pt x="1170" y="1"/>
                    <a:pt x="1141" y="1"/>
                  </a:cubicBezTo>
                  <a:lnTo>
                    <a:pt x="58" y="1"/>
                  </a:lnTo>
                  <a:cubicBezTo>
                    <a:pt x="29" y="1"/>
                    <a:pt x="1" y="30"/>
                    <a:pt x="1" y="59"/>
                  </a:cubicBezTo>
                  <a:lnTo>
                    <a:pt x="1" y="4389"/>
                  </a:lnTo>
                  <a:cubicBezTo>
                    <a:pt x="1" y="4433"/>
                    <a:pt x="29" y="4462"/>
                    <a:pt x="58" y="4462"/>
                  </a:cubicBezTo>
                  <a:lnTo>
                    <a:pt x="1430" y="4462"/>
                  </a:lnTo>
                  <a:cubicBezTo>
                    <a:pt x="1473" y="4462"/>
                    <a:pt x="1502" y="4433"/>
                    <a:pt x="1502" y="4389"/>
                  </a:cubicBezTo>
                  <a:lnTo>
                    <a:pt x="1502" y="2859"/>
                  </a:lnTo>
                  <a:cubicBezTo>
                    <a:pt x="1502" y="2354"/>
                    <a:pt x="1617" y="1502"/>
                    <a:pt x="2382" y="1502"/>
                  </a:cubicBezTo>
                  <a:cubicBezTo>
                    <a:pt x="3133" y="1502"/>
                    <a:pt x="3249" y="2354"/>
                    <a:pt x="3249" y="2859"/>
                  </a:cubicBezTo>
                  <a:lnTo>
                    <a:pt x="3249" y="4404"/>
                  </a:lnTo>
                  <a:cubicBezTo>
                    <a:pt x="3249" y="4433"/>
                    <a:pt x="3277" y="4462"/>
                    <a:pt x="3321" y="4462"/>
                  </a:cubicBezTo>
                  <a:lnTo>
                    <a:pt x="3321" y="4476"/>
                  </a:lnTo>
                  <a:lnTo>
                    <a:pt x="4692" y="4476"/>
                  </a:lnTo>
                  <a:cubicBezTo>
                    <a:pt x="4721" y="4476"/>
                    <a:pt x="4750" y="4433"/>
                    <a:pt x="4750" y="4404"/>
                  </a:cubicBezTo>
                  <a:lnTo>
                    <a:pt x="4750" y="2383"/>
                  </a:lnTo>
                  <a:cubicBezTo>
                    <a:pt x="4764" y="1806"/>
                    <a:pt x="4591" y="1243"/>
                    <a:pt x="4259" y="766"/>
                  </a:cubicBezTo>
                  <a:cubicBezTo>
                    <a:pt x="3893" y="287"/>
                    <a:pt x="3320" y="1"/>
                    <a:pt x="2716" y="1"/>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Tree>
  </p:cSld>
  <p:clrMapOvr>
    <a:masterClrMapping/>
  </p:clrMapOvr>
</p:sld>
</file>

<file path=ppt/slides/slide3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0">
  <p:cSld>
    <p:spTree>
      <p:nvGrpSpPr>
        <p:cNvPr id="2853" name="Shape 2853"/>
        <p:cNvGrpSpPr/>
        <p:nvPr/>
      </p:nvGrpSpPr>
      <p:grpSpPr>
        <a:xfrm>
          <a:off x="0" y="0"/>
          <a:ext cx="0" cy="0"/>
          <a:chOff x="0" y="0"/>
          <a:chExt cx="0" cy="0"/>
        </a:xfrm>
      </p:grpSpPr>
      <p:sp>
        <p:nvSpPr>
          <p:cNvPr id="2854" name="Google Shape;2854;p27"/>
          <p:cNvSpPr txBox="1"/>
          <p:nvPr>
            <p:ph type="title"/>
          </p:nvPr>
        </p:nvSpPr>
        <p:spPr>
          <a:xfrm>
            <a:off x="720000" y="540000"/>
            <a:ext cx="7704000" cy="564300"/>
          </a:xfrm>
          <a:prstGeom prst="rect">
            <a:avLst/>
          </a:prstGeom>
          <a:noFill/>
          <a:ln>
            <a:noFill/>
          </a:ln>
        </p:spPr>
        <p:txBody>
          <a:bodyPr anchorCtr="0" anchor="ctr" bIns="91425" lIns="91425" spcFirstLastPara="1" rIns="91425" wrap="square" tIns="91425">
            <a:noAutofit/>
          </a:bodyPr>
          <a:lstStyle/>
          <a:p>
            <a:pPr indent="0" lvl="0" marL="0" rtl="0" algn="l">
              <a:lnSpc>
                <a:spcPct val="100000"/>
              </a:lnSpc>
              <a:spcBef>
                <a:spcPts val="0"/>
              </a:spcBef>
              <a:spcAft>
                <a:spcPts val="0"/>
              </a:spcAft>
              <a:buSzPts val="2800"/>
              <a:buNone/>
            </a:pPr>
            <a:r>
              <a:rPr lang="en">
                <a:solidFill>
                  <a:schemeClr val="lt2"/>
                </a:solidFill>
              </a:rPr>
              <a:t>Retro</a:t>
            </a:r>
            <a:r>
              <a:rPr lang="en"/>
              <a:t> icon pack</a:t>
            </a:r>
            <a:endParaRPr/>
          </a:p>
        </p:txBody>
      </p:sp>
      <p:grpSp>
        <p:nvGrpSpPr>
          <p:cNvPr id="2855" name="Google Shape;2855;p27"/>
          <p:cNvGrpSpPr/>
          <p:nvPr/>
        </p:nvGrpSpPr>
        <p:grpSpPr>
          <a:xfrm>
            <a:off x="7281903" y="4126958"/>
            <a:ext cx="297758" cy="297620"/>
            <a:chOff x="7281903" y="4126958"/>
            <a:chExt cx="297758" cy="297620"/>
          </a:xfrm>
        </p:grpSpPr>
        <p:sp>
          <p:nvSpPr>
            <p:cNvPr id="2856" name="Google Shape;2856;p27"/>
            <p:cNvSpPr/>
            <p:nvPr/>
          </p:nvSpPr>
          <p:spPr>
            <a:xfrm>
              <a:off x="7367321" y="4126958"/>
              <a:ext cx="123479" cy="104462"/>
            </a:xfrm>
            <a:custGeom>
              <a:rect b="b" l="l" r="r" t="t"/>
              <a:pathLst>
                <a:path extrusionOk="0" h="3252" w="3844">
                  <a:moveTo>
                    <a:pt x="294" y="1"/>
                  </a:moveTo>
                  <a:cubicBezTo>
                    <a:pt x="223" y="1"/>
                    <a:pt x="152" y="30"/>
                    <a:pt x="101" y="87"/>
                  </a:cubicBezTo>
                  <a:cubicBezTo>
                    <a:pt x="98" y="89"/>
                    <a:pt x="94" y="97"/>
                    <a:pt x="94" y="97"/>
                  </a:cubicBezTo>
                  <a:cubicBezTo>
                    <a:pt x="1" y="208"/>
                    <a:pt x="141" y="414"/>
                    <a:pt x="251" y="506"/>
                  </a:cubicBezTo>
                  <a:lnTo>
                    <a:pt x="3548" y="3251"/>
                  </a:lnTo>
                  <a:lnTo>
                    <a:pt x="3843" y="2901"/>
                  </a:lnTo>
                  <a:lnTo>
                    <a:pt x="2892" y="2102"/>
                  </a:lnTo>
                  <a:lnTo>
                    <a:pt x="2860" y="2094"/>
                  </a:lnTo>
                  <a:lnTo>
                    <a:pt x="2686" y="1950"/>
                  </a:lnTo>
                  <a:lnTo>
                    <a:pt x="2676" y="1921"/>
                  </a:lnTo>
                  <a:lnTo>
                    <a:pt x="461" y="62"/>
                  </a:lnTo>
                  <a:cubicBezTo>
                    <a:pt x="413" y="21"/>
                    <a:pt x="353" y="1"/>
                    <a:pt x="294" y="1"/>
                  </a:cubicBezTo>
                  <a:close/>
                </a:path>
              </a:pathLst>
            </a:custGeom>
            <a:solidFill>
              <a:srgbClr val="F7F3F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857" name="Google Shape;2857;p27"/>
            <p:cNvSpPr/>
            <p:nvPr/>
          </p:nvSpPr>
          <p:spPr>
            <a:xfrm>
              <a:off x="7367321" y="4129720"/>
              <a:ext cx="118307" cy="103210"/>
            </a:xfrm>
            <a:custGeom>
              <a:rect b="b" l="l" r="r" t="t"/>
              <a:pathLst>
                <a:path extrusionOk="0" h="3213" w="3683">
                  <a:moveTo>
                    <a:pt x="101" y="1"/>
                  </a:moveTo>
                  <a:cubicBezTo>
                    <a:pt x="99" y="3"/>
                    <a:pt x="95" y="5"/>
                    <a:pt x="94" y="9"/>
                  </a:cubicBezTo>
                  <a:cubicBezTo>
                    <a:pt x="1" y="119"/>
                    <a:pt x="15" y="284"/>
                    <a:pt x="125" y="377"/>
                  </a:cubicBezTo>
                  <a:lnTo>
                    <a:pt x="2340" y="2234"/>
                  </a:lnTo>
                  <a:lnTo>
                    <a:pt x="2377" y="2247"/>
                  </a:lnTo>
                  <a:lnTo>
                    <a:pt x="2553" y="2394"/>
                  </a:lnTo>
                  <a:lnTo>
                    <a:pt x="2555" y="2414"/>
                  </a:lnTo>
                  <a:lnTo>
                    <a:pt x="3506" y="3213"/>
                  </a:lnTo>
                  <a:lnTo>
                    <a:pt x="3682" y="3004"/>
                  </a:lnTo>
                  <a:lnTo>
                    <a:pt x="101" y="1"/>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858" name="Google Shape;2858;p27"/>
            <p:cNvSpPr/>
            <p:nvPr/>
          </p:nvSpPr>
          <p:spPr>
            <a:xfrm>
              <a:off x="7443102" y="4188636"/>
              <a:ext cx="17121" cy="18085"/>
            </a:xfrm>
            <a:custGeom>
              <a:rect b="b" l="l" r="r" t="t"/>
              <a:pathLst>
                <a:path extrusionOk="0" h="563" w="533">
                  <a:moveTo>
                    <a:pt x="317" y="1"/>
                  </a:moveTo>
                  <a:lnTo>
                    <a:pt x="157" y="193"/>
                  </a:lnTo>
                  <a:lnTo>
                    <a:pt x="0" y="402"/>
                  </a:lnTo>
                  <a:lnTo>
                    <a:pt x="196" y="562"/>
                  </a:lnTo>
                  <a:lnTo>
                    <a:pt x="371" y="373"/>
                  </a:lnTo>
                  <a:lnTo>
                    <a:pt x="533" y="180"/>
                  </a:lnTo>
                  <a:lnTo>
                    <a:pt x="317" y="1"/>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859" name="Google Shape;2859;p27"/>
            <p:cNvSpPr/>
            <p:nvPr/>
          </p:nvSpPr>
          <p:spPr>
            <a:xfrm>
              <a:off x="7442588" y="4194836"/>
              <a:ext cx="12528" cy="12431"/>
            </a:xfrm>
            <a:custGeom>
              <a:rect b="b" l="l" r="r" t="t"/>
              <a:pathLst>
                <a:path extrusionOk="0" h="387" w="390">
                  <a:moveTo>
                    <a:pt x="175" y="0"/>
                  </a:moveTo>
                  <a:lnTo>
                    <a:pt x="0" y="209"/>
                  </a:lnTo>
                  <a:lnTo>
                    <a:pt x="213" y="387"/>
                  </a:lnTo>
                  <a:lnTo>
                    <a:pt x="390" y="178"/>
                  </a:lnTo>
                  <a:lnTo>
                    <a:pt x="175" y="0"/>
                  </a:lnTo>
                  <a:close/>
                </a:path>
              </a:pathLst>
            </a:custGeom>
            <a:solidFill>
              <a:srgbClr val="DDD3C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860" name="Google Shape;2860;p27"/>
            <p:cNvSpPr/>
            <p:nvPr/>
          </p:nvSpPr>
          <p:spPr>
            <a:xfrm>
              <a:off x="7474487" y="4217387"/>
              <a:ext cx="39703" cy="20944"/>
            </a:xfrm>
            <a:custGeom>
              <a:rect b="b" l="l" r="r" t="t"/>
              <a:pathLst>
                <a:path extrusionOk="0" h="652" w="1236">
                  <a:moveTo>
                    <a:pt x="616" y="0"/>
                  </a:moveTo>
                  <a:cubicBezTo>
                    <a:pt x="562" y="0"/>
                    <a:pt x="508" y="6"/>
                    <a:pt x="458" y="18"/>
                  </a:cubicBezTo>
                  <a:cubicBezTo>
                    <a:pt x="458" y="18"/>
                    <a:pt x="0" y="346"/>
                    <a:pt x="0" y="652"/>
                  </a:cubicBezTo>
                  <a:lnTo>
                    <a:pt x="1231" y="652"/>
                  </a:lnTo>
                  <a:cubicBezTo>
                    <a:pt x="1231" y="581"/>
                    <a:pt x="1235" y="448"/>
                    <a:pt x="1235" y="448"/>
                  </a:cubicBezTo>
                  <a:cubicBezTo>
                    <a:pt x="1150" y="189"/>
                    <a:pt x="905" y="0"/>
                    <a:pt x="616" y="0"/>
                  </a:cubicBez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861" name="Google Shape;2861;p27"/>
            <p:cNvSpPr/>
            <p:nvPr/>
          </p:nvSpPr>
          <p:spPr>
            <a:xfrm>
              <a:off x="7473266" y="4217901"/>
              <a:ext cx="41952" cy="21651"/>
            </a:xfrm>
            <a:custGeom>
              <a:rect b="b" l="l" r="r" t="t"/>
              <a:pathLst>
                <a:path extrusionOk="0" h="674" w="1306">
                  <a:moveTo>
                    <a:pt x="496" y="0"/>
                  </a:moveTo>
                  <a:lnTo>
                    <a:pt x="496" y="0"/>
                  </a:lnTo>
                  <a:cubicBezTo>
                    <a:pt x="380" y="29"/>
                    <a:pt x="276" y="89"/>
                    <a:pt x="192" y="173"/>
                  </a:cubicBezTo>
                  <a:cubicBezTo>
                    <a:pt x="73" y="290"/>
                    <a:pt x="1" y="453"/>
                    <a:pt x="1" y="634"/>
                  </a:cubicBezTo>
                  <a:lnTo>
                    <a:pt x="25" y="672"/>
                  </a:lnTo>
                  <a:lnTo>
                    <a:pt x="1269" y="673"/>
                  </a:lnTo>
                  <a:lnTo>
                    <a:pt x="1305" y="636"/>
                  </a:lnTo>
                  <a:cubicBezTo>
                    <a:pt x="1305" y="565"/>
                    <a:pt x="1295" y="497"/>
                    <a:pt x="1275" y="429"/>
                  </a:cubicBezTo>
                  <a:lnTo>
                    <a:pt x="416" y="429"/>
                  </a:lnTo>
                  <a:cubicBezTo>
                    <a:pt x="371" y="429"/>
                    <a:pt x="337" y="390"/>
                    <a:pt x="342" y="345"/>
                  </a:cubicBezTo>
                  <a:cubicBezTo>
                    <a:pt x="358" y="215"/>
                    <a:pt x="415" y="94"/>
                    <a:pt x="496"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862" name="Google Shape;2862;p27"/>
            <p:cNvSpPr/>
            <p:nvPr/>
          </p:nvSpPr>
          <p:spPr>
            <a:xfrm>
              <a:off x="7561640" y="4292493"/>
              <a:ext cx="17989" cy="37776"/>
            </a:xfrm>
            <a:custGeom>
              <a:rect b="b" l="l" r="r" t="t"/>
              <a:pathLst>
                <a:path extrusionOk="0" h="1176" w="560">
                  <a:moveTo>
                    <a:pt x="261" y="0"/>
                  </a:moveTo>
                  <a:lnTo>
                    <a:pt x="0" y="38"/>
                  </a:lnTo>
                  <a:lnTo>
                    <a:pt x="0" y="1176"/>
                  </a:lnTo>
                  <a:lnTo>
                    <a:pt x="429" y="1176"/>
                  </a:lnTo>
                  <a:cubicBezTo>
                    <a:pt x="479" y="1176"/>
                    <a:pt x="521" y="1135"/>
                    <a:pt x="521" y="1082"/>
                  </a:cubicBezTo>
                  <a:lnTo>
                    <a:pt x="559" y="951"/>
                  </a:lnTo>
                  <a:lnTo>
                    <a:pt x="559" y="94"/>
                  </a:lnTo>
                  <a:cubicBezTo>
                    <a:pt x="559" y="42"/>
                    <a:pt x="516" y="0"/>
                    <a:pt x="465" y="0"/>
                  </a:cubicBez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863" name="Google Shape;2863;p27"/>
            <p:cNvSpPr/>
            <p:nvPr/>
          </p:nvSpPr>
          <p:spPr>
            <a:xfrm>
              <a:off x="7559809" y="4292525"/>
              <a:ext cx="19820" cy="38997"/>
            </a:xfrm>
            <a:custGeom>
              <a:rect b="b" l="l" r="r" t="t"/>
              <a:pathLst>
                <a:path extrusionOk="0" h="1214" w="617">
                  <a:moveTo>
                    <a:pt x="1" y="1"/>
                  </a:moveTo>
                  <a:lnTo>
                    <a:pt x="1" y="1214"/>
                  </a:lnTo>
                  <a:lnTo>
                    <a:pt x="522" y="1214"/>
                  </a:lnTo>
                  <a:cubicBezTo>
                    <a:pt x="574" y="1214"/>
                    <a:pt x="616" y="1172"/>
                    <a:pt x="616" y="1120"/>
                  </a:cubicBezTo>
                  <a:lnTo>
                    <a:pt x="616" y="950"/>
                  </a:lnTo>
                  <a:lnTo>
                    <a:pt x="374" y="950"/>
                  </a:lnTo>
                  <a:cubicBezTo>
                    <a:pt x="342" y="950"/>
                    <a:pt x="318" y="926"/>
                    <a:pt x="318" y="895"/>
                  </a:cubicBezTo>
                  <a:lnTo>
                    <a:pt x="318" y="1"/>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864" name="Google Shape;2864;p27"/>
            <p:cNvSpPr/>
            <p:nvPr/>
          </p:nvSpPr>
          <p:spPr>
            <a:xfrm>
              <a:off x="7561640" y="4349416"/>
              <a:ext cx="18021" cy="19787"/>
            </a:xfrm>
            <a:custGeom>
              <a:rect b="b" l="l" r="r" t="t"/>
              <a:pathLst>
                <a:path extrusionOk="0" h="616" w="561">
                  <a:moveTo>
                    <a:pt x="242" y="0"/>
                  </a:moveTo>
                  <a:lnTo>
                    <a:pt x="0" y="38"/>
                  </a:lnTo>
                  <a:lnTo>
                    <a:pt x="0" y="615"/>
                  </a:lnTo>
                  <a:lnTo>
                    <a:pt x="429" y="615"/>
                  </a:lnTo>
                  <a:cubicBezTo>
                    <a:pt x="479" y="615"/>
                    <a:pt x="521" y="573"/>
                    <a:pt x="523" y="523"/>
                  </a:cubicBezTo>
                  <a:lnTo>
                    <a:pt x="560" y="393"/>
                  </a:lnTo>
                  <a:lnTo>
                    <a:pt x="560" y="94"/>
                  </a:lnTo>
                  <a:cubicBezTo>
                    <a:pt x="560" y="41"/>
                    <a:pt x="517" y="0"/>
                    <a:pt x="466" y="0"/>
                  </a:cubicBez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865" name="Google Shape;2865;p27"/>
            <p:cNvSpPr/>
            <p:nvPr/>
          </p:nvSpPr>
          <p:spPr>
            <a:xfrm>
              <a:off x="7559809" y="4349448"/>
              <a:ext cx="19820" cy="21008"/>
            </a:xfrm>
            <a:custGeom>
              <a:rect b="b" l="l" r="r" t="t"/>
              <a:pathLst>
                <a:path extrusionOk="0" h="654" w="617">
                  <a:moveTo>
                    <a:pt x="1" y="1"/>
                  </a:moveTo>
                  <a:lnTo>
                    <a:pt x="1" y="654"/>
                  </a:lnTo>
                  <a:lnTo>
                    <a:pt x="522" y="654"/>
                  </a:lnTo>
                  <a:cubicBezTo>
                    <a:pt x="574" y="654"/>
                    <a:pt x="616" y="612"/>
                    <a:pt x="616" y="559"/>
                  </a:cubicBezTo>
                  <a:lnTo>
                    <a:pt x="616" y="392"/>
                  </a:lnTo>
                  <a:lnTo>
                    <a:pt x="355" y="392"/>
                  </a:lnTo>
                  <a:cubicBezTo>
                    <a:pt x="325" y="392"/>
                    <a:pt x="299" y="365"/>
                    <a:pt x="299" y="335"/>
                  </a:cubicBezTo>
                  <a:lnTo>
                    <a:pt x="299" y="1"/>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866" name="Google Shape;2866;p27"/>
            <p:cNvSpPr/>
            <p:nvPr/>
          </p:nvSpPr>
          <p:spPr>
            <a:xfrm>
              <a:off x="7283124" y="4238299"/>
              <a:ext cx="278534" cy="185058"/>
            </a:xfrm>
            <a:custGeom>
              <a:rect b="b" l="l" r="r" t="t"/>
              <a:pathLst>
                <a:path extrusionOk="0" h="5761" w="8671">
                  <a:moveTo>
                    <a:pt x="427" y="1"/>
                  </a:moveTo>
                  <a:cubicBezTo>
                    <a:pt x="377" y="1"/>
                    <a:pt x="326" y="8"/>
                    <a:pt x="280" y="24"/>
                  </a:cubicBezTo>
                  <a:cubicBezTo>
                    <a:pt x="96" y="86"/>
                    <a:pt x="0" y="444"/>
                    <a:pt x="0" y="648"/>
                  </a:cubicBezTo>
                  <a:lnTo>
                    <a:pt x="0" y="5293"/>
                  </a:lnTo>
                  <a:cubicBezTo>
                    <a:pt x="0" y="5553"/>
                    <a:pt x="210" y="5761"/>
                    <a:pt x="468" y="5761"/>
                  </a:cubicBezTo>
                  <a:lnTo>
                    <a:pt x="7606" y="5758"/>
                  </a:lnTo>
                  <a:cubicBezTo>
                    <a:pt x="7810" y="5758"/>
                    <a:pt x="8583" y="5667"/>
                    <a:pt x="8647" y="5483"/>
                  </a:cubicBezTo>
                  <a:cubicBezTo>
                    <a:pt x="8662" y="5438"/>
                    <a:pt x="8670" y="5387"/>
                    <a:pt x="8670" y="5335"/>
                  </a:cubicBezTo>
                  <a:lnTo>
                    <a:pt x="8670" y="4114"/>
                  </a:lnTo>
                  <a:lnTo>
                    <a:pt x="8633" y="3998"/>
                  </a:lnTo>
                  <a:lnTo>
                    <a:pt x="8630" y="1765"/>
                  </a:lnTo>
                  <a:lnTo>
                    <a:pt x="8669" y="1689"/>
                  </a:lnTo>
                  <a:lnTo>
                    <a:pt x="8669" y="467"/>
                  </a:lnTo>
                  <a:cubicBezTo>
                    <a:pt x="8669" y="209"/>
                    <a:pt x="8459" y="1"/>
                    <a:pt x="8201" y="1"/>
                  </a:cubicBez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867" name="Google Shape;2867;p27"/>
            <p:cNvSpPr/>
            <p:nvPr/>
          </p:nvSpPr>
          <p:spPr>
            <a:xfrm>
              <a:off x="7281903" y="4239038"/>
              <a:ext cx="278920" cy="185540"/>
            </a:xfrm>
            <a:custGeom>
              <a:rect b="b" l="l" r="r" t="t"/>
              <a:pathLst>
                <a:path extrusionOk="0" h="5776" w="8683">
                  <a:moveTo>
                    <a:pt x="318" y="1"/>
                  </a:moveTo>
                  <a:cubicBezTo>
                    <a:pt x="132" y="63"/>
                    <a:pt x="1" y="238"/>
                    <a:pt x="1" y="443"/>
                  </a:cubicBezTo>
                  <a:lnTo>
                    <a:pt x="1" y="5308"/>
                  </a:lnTo>
                  <a:cubicBezTo>
                    <a:pt x="1" y="5567"/>
                    <a:pt x="211" y="5776"/>
                    <a:pt x="467" y="5776"/>
                  </a:cubicBezTo>
                  <a:lnTo>
                    <a:pt x="8241" y="5776"/>
                  </a:lnTo>
                  <a:cubicBezTo>
                    <a:pt x="8446" y="5776"/>
                    <a:pt x="8621" y="5644"/>
                    <a:pt x="8682" y="5459"/>
                  </a:cubicBezTo>
                  <a:lnTo>
                    <a:pt x="465" y="5457"/>
                  </a:lnTo>
                  <a:cubicBezTo>
                    <a:pt x="384" y="5457"/>
                    <a:pt x="318" y="5392"/>
                    <a:pt x="318" y="5308"/>
                  </a:cubicBezTo>
                  <a:lnTo>
                    <a:pt x="318" y="1"/>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868" name="Google Shape;2868;p27"/>
            <p:cNvSpPr/>
            <p:nvPr/>
          </p:nvSpPr>
          <p:spPr>
            <a:xfrm>
              <a:off x="7432854" y="4292525"/>
              <a:ext cx="128843" cy="76709"/>
            </a:xfrm>
            <a:custGeom>
              <a:rect b="b" l="l" r="r" t="t"/>
              <a:pathLst>
                <a:path extrusionOk="0" h="2388" w="4011">
                  <a:moveTo>
                    <a:pt x="244" y="1"/>
                  </a:moveTo>
                  <a:cubicBezTo>
                    <a:pt x="224" y="1"/>
                    <a:pt x="205" y="2"/>
                    <a:pt x="187" y="7"/>
                  </a:cubicBezTo>
                  <a:cubicBezTo>
                    <a:pt x="59" y="31"/>
                    <a:pt x="1" y="202"/>
                    <a:pt x="1" y="335"/>
                  </a:cubicBezTo>
                  <a:lnTo>
                    <a:pt x="1" y="2107"/>
                  </a:lnTo>
                  <a:cubicBezTo>
                    <a:pt x="1" y="2261"/>
                    <a:pt x="125" y="2388"/>
                    <a:pt x="282" y="2388"/>
                  </a:cubicBezTo>
                  <a:lnTo>
                    <a:pt x="3973" y="2388"/>
                  </a:lnTo>
                  <a:lnTo>
                    <a:pt x="4011" y="2201"/>
                  </a:lnTo>
                  <a:lnTo>
                    <a:pt x="4011" y="1"/>
                  </a:ln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869" name="Google Shape;2869;p27"/>
            <p:cNvSpPr/>
            <p:nvPr/>
          </p:nvSpPr>
          <p:spPr>
            <a:xfrm>
              <a:off x="7431666" y="4292717"/>
              <a:ext cx="130000" cy="77704"/>
            </a:xfrm>
            <a:custGeom>
              <a:rect b="b" l="l" r="r" t="t"/>
              <a:pathLst>
                <a:path extrusionOk="0" h="2419" w="4047">
                  <a:moveTo>
                    <a:pt x="224" y="1"/>
                  </a:moveTo>
                  <a:cubicBezTo>
                    <a:pt x="96" y="25"/>
                    <a:pt x="0" y="138"/>
                    <a:pt x="0" y="274"/>
                  </a:cubicBezTo>
                  <a:lnTo>
                    <a:pt x="0" y="2137"/>
                  </a:lnTo>
                  <a:cubicBezTo>
                    <a:pt x="0" y="2294"/>
                    <a:pt x="126" y="2418"/>
                    <a:pt x="281" y="2418"/>
                  </a:cubicBezTo>
                  <a:lnTo>
                    <a:pt x="4046" y="2418"/>
                  </a:lnTo>
                  <a:lnTo>
                    <a:pt x="4046" y="2195"/>
                  </a:lnTo>
                  <a:lnTo>
                    <a:pt x="336" y="2195"/>
                  </a:lnTo>
                  <a:cubicBezTo>
                    <a:pt x="275" y="2195"/>
                    <a:pt x="224" y="2145"/>
                    <a:pt x="224" y="2084"/>
                  </a:cubicBezTo>
                  <a:lnTo>
                    <a:pt x="224" y="1"/>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870" name="Google Shape;2870;p27"/>
            <p:cNvSpPr/>
            <p:nvPr/>
          </p:nvSpPr>
          <p:spPr>
            <a:xfrm>
              <a:off x="7359194" y="4256674"/>
              <a:ext cx="30356" cy="17924"/>
            </a:xfrm>
            <a:custGeom>
              <a:rect b="b" l="l" r="r" t="t"/>
              <a:pathLst>
                <a:path extrusionOk="0" h="558" w="945">
                  <a:moveTo>
                    <a:pt x="57" y="1"/>
                  </a:moveTo>
                  <a:lnTo>
                    <a:pt x="1" y="86"/>
                  </a:lnTo>
                  <a:lnTo>
                    <a:pt x="11" y="480"/>
                  </a:lnTo>
                  <a:lnTo>
                    <a:pt x="57" y="558"/>
                  </a:lnTo>
                  <a:lnTo>
                    <a:pt x="876" y="558"/>
                  </a:lnTo>
                  <a:lnTo>
                    <a:pt x="945" y="460"/>
                  </a:lnTo>
                  <a:lnTo>
                    <a:pt x="933" y="79"/>
                  </a:lnTo>
                  <a:lnTo>
                    <a:pt x="876" y="1"/>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871" name="Google Shape;2871;p27"/>
            <p:cNvSpPr/>
            <p:nvPr/>
          </p:nvSpPr>
          <p:spPr>
            <a:xfrm>
              <a:off x="7387334" y="4256546"/>
              <a:ext cx="26340" cy="18053"/>
            </a:xfrm>
            <a:custGeom>
              <a:rect b="b" l="l" r="r" t="t"/>
              <a:pathLst>
                <a:path extrusionOk="0" h="562" w="820">
                  <a:moveTo>
                    <a:pt x="0" y="0"/>
                  </a:moveTo>
                  <a:lnTo>
                    <a:pt x="0" y="562"/>
                  </a:lnTo>
                  <a:lnTo>
                    <a:pt x="730" y="562"/>
                  </a:lnTo>
                  <a:cubicBezTo>
                    <a:pt x="781" y="562"/>
                    <a:pt x="820" y="520"/>
                    <a:pt x="820" y="468"/>
                  </a:cubicBezTo>
                  <a:lnTo>
                    <a:pt x="820" y="94"/>
                  </a:lnTo>
                  <a:cubicBezTo>
                    <a:pt x="820" y="44"/>
                    <a:pt x="779" y="0"/>
                    <a:pt x="730" y="0"/>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872" name="Google Shape;2872;p27"/>
            <p:cNvSpPr/>
            <p:nvPr/>
          </p:nvSpPr>
          <p:spPr>
            <a:xfrm>
              <a:off x="7334651" y="4256642"/>
              <a:ext cx="26405" cy="17956"/>
            </a:xfrm>
            <a:custGeom>
              <a:rect b="b" l="l" r="r" t="t"/>
              <a:pathLst>
                <a:path extrusionOk="0" h="559" w="822">
                  <a:moveTo>
                    <a:pt x="91" y="0"/>
                  </a:moveTo>
                  <a:cubicBezTo>
                    <a:pt x="41" y="0"/>
                    <a:pt x="2" y="41"/>
                    <a:pt x="2" y="94"/>
                  </a:cubicBezTo>
                  <a:lnTo>
                    <a:pt x="2" y="466"/>
                  </a:lnTo>
                  <a:cubicBezTo>
                    <a:pt x="0" y="517"/>
                    <a:pt x="41" y="559"/>
                    <a:pt x="91" y="559"/>
                  </a:cubicBezTo>
                  <a:lnTo>
                    <a:pt x="821" y="559"/>
                  </a:lnTo>
                  <a:lnTo>
                    <a:pt x="821" y="0"/>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873" name="Google Shape;2873;p27"/>
            <p:cNvSpPr/>
            <p:nvPr/>
          </p:nvSpPr>
          <p:spPr>
            <a:xfrm>
              <a:off x="7299893" y="4292525"/>
              <a:ext cx="113874" cy="113874"/>
            </a:xfrm>
            <a:custGeom>
              <a:rect b="b" l="l" r="r" t="t"/>
              <a:pathLst>
                <a:path extrusionOk="0" h="3545" w="3545">
                  <a:moveTo>
                    <a:pt x="282" y="1"/>
                  </a:moveTo>
                  <a:cubicBezTo>
                    <a:pt x="128" y="1"/>
                    <a:pt x="1" y="125"/>
                    <a:pt x="1" y="282"/>
                  </a:cubicBezTo>
                  <a:lnTo>
                    <a:pt x="1" y="3264"/>
                  </a:lnTo>
                  <a:cubicBezTo>
                    <a:pt x="1" y="3417"/>
                    <a:pt x="127" y="3545"/>
                    <a:pt x="282" y="3545"/>
                  </a:cubicBezTo>
                  <a:lnTo>
                    <a:pt x="3264" y="3545"/>
                  </a:lnTo>
                  <a:cubicBezTo>
                    <a:pt x="3417" y="3545"/>
                    <a:pt x="3545" y="3419"/>
                    <a:pt x="3545" y="3264"/>
                  </a:cubicBezTo>
                  <a:lnTo>
                    <a:pt x="3545" y="282"/>
                  </a:lnTo>
                  <a:cubicBezTo>
                    <a:pt x="3543" y="125"/>
                    <a:pt x="3417" y="1"/>
                    <a:pt x="3264"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874" name="Google Shape;2874;p27"/>
            <p:cNvSpPr/>
            <p:nvPr/>
          </p:nvSpPr>
          <p:spPr>
            <a:xfrm>
              <a:off x="7310044" y="4302612"/>
              <a:ext cx="93509" cy="93509"/>
            </a:xfrm>
            <a:custGeom>
              <a:rect b="b" l="l" r="r" t="t"/>
              <a:pathLst>
                <a:path extrusionOk="0" h="2911" w="2911">
                  <a:moveTo>
                    <a:pt x="1455" y="1"/>
                  </a:moveTo>
                  <a:cubicBezTo>
                    <a:pt x="652" y="1"/>
                    <a:pt x="0" y="652"/>
                    <a:pt x="0" y="1456"/>
                  </a:cubicBezTo>
                  <a:cubicBezTo>
                    <a:pt x="0" y="2261"/>
                    <a:pt x="652" y="2911"/>
                    <a:pt x="1455" y="2911"/>
                  </a:cubicBezTo>
                  <a:cubicBezTo>
                    <a:pt x="2259" y="2911"/>
                    <a:pt x="2910" y="2261"/>
                    <a:pt x="2910" y="1456"/>
                  </a:cubicBezTo>
                  <a:cubicBezTo>
                    <a:pt x="2910" y="652"/>
                    <a:pt x="2259" y="1"/>
                    <a:pt x="1455"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875" name="Google Shape;2875;p27"/>
            <p:cNvSpPr/>
            <p:nvPr/>
          </p:nvSpPr>
          <p:spPr>
            <a:xfrm>
              <a:off x="7320773" y="4310450"/>
              <a:ext cx="74974" cy="76709"/>
            </a:xfrm>
            <a:custGeom>
              <a:rect b="b" l="l" r="r" t="t"/>
              <a:pathLst>
                <a:path extrusionOk="0" h="2388" w="2334">
                  <a:moveTo>
                    <a:pt x="1121" y="0"/>
                  </a:moveTo>
                  <a:cubicBezTo>
                    <a:pt x="845" y="0"/>
                    <a:pt x="587" y="94"/>
                    <a:pt x="383" y="251"/>
                  </a:cubicBezTo>
                  <a:cubicBezTo>
                    <a:pt x="383" y="251"/>
                    <a:pt x="1" y="599"/>
                    <a:pt x="1" y="992"/>
                  </a:cubicBezTo>
                  <a:cubicBezTo>
                    <a:pt x="1" y="1662"/>
                    <a:pt x="309" y="2350"/>
                    <a:pt x="1269" y="2387"/>
                  </a:cubicBezTo>
                  <a:cubicBezTo>
                    <a:pt x="1275" y="2387"/>
                    <a:pt x="1281" y="2388"/>
                    <a:pt x="1288" y="2388"/>
                  </a:cubicBezTo>
                  <a:cubicBezTo>
                    <a:pt x="1673" y="2388"/>
                    <a:pt x="2080" y="1952"/>
                    <a:pt x="2080" y="1952"/>
                  </a:cubicBezTo>
                  <a:cubicBezTo>
                    <a:pt x="2239" y="1746"/>
                    <a:pt x="2333" y="1491"/>
                    <a:pt x="2333" y="1213"/>
                  </a:cubicBezTo>
                  <a:cubicBezTo>
                    <a:pt x="2333" y="543"/>
                    <a:pt x="1790" y="0"/>
                    <a:pt x="1121" y="0"/>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876" name="Google Shape;2876;p27"/>
            <p:cNvSpPr/>
            <p:nvPr/>
          </p:nvSpPr>
          <p:spPr>
            <a:xfrm>
              <a:off x="7317914" y="4318545"/>
              <a:ext cx="69834" cy="69802"/>
            </a:xfrm>
            <a:custGeom>
              <a:rect b="b" l="l" r="r" t="t"/>
              <a:pathLst>
                <a:path extrusionOk="0" h="2173" w="2174">
                  <a:moveTo>
                    <a:pt x="474" y="0"/>
                  </a:moveTo>
                  <a:lnTo>
                    <a:pt x="474" y="0"/>
                  </a:lnTo>
                  <a:cubicBezTo>
                    <a:pt x="185" y="220"/>
                    <a:pt x="0" y="570"/>
                    <a:pt x="0" y="961"/>
                  </a:cubicBezTo>
                  <a:cubicBezTo>
                    <a:pt x="0" y="1630"/>
                    <a:pt x="543" y="2173"/>
                    <a:pt x="1212" y="2173"/>
                  </a:cubicBezTo>
                  <a:cubicBezTo>
                    <a:pt x="1603" y="2173"/>
                    <a:pt x="1952" y="1986"/>
                    <a:pt x="2173" y="1700"/>
                  </a:cubicBezTo>
                  <a:lnTo>
                    <a:pt x="2173" y="1700"/>
                  </a:lnTo>
                  <a:cubicBezTo>
                    <a:pt x="1969" y="1856"/>
                    <a:pt x="1711" y="1949"/>
                    <a:pt x="1436" y="1950"/>
                  </a:cubicBezTo>
                  <a:cubicBezTo>
                    <a:pt x="767" y="1950"/>
                    <a:pt x="225" y="1407"/>
                    <a:pt x="225" y="738"/>
                  </a:cubicBezTo>
                  <a:cubicBezTo>
                    <a:pt x="225" y="459"/>
                    <a:pt x="316" y="204"/>
                    <a:pt x="474"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877" name="Google Shape;2877;p27"/>
            <p:cNvSpPr/>
            <p:nvPr/>
          </p:nvSpPr>
          <p:spPr>
            <a:xfrm>
              <a:off x="7337028" y="4328375"/>
              <a:ext cx="40763" cy="40731"/>
            </a:xfrm>
            <a:custGeom>
              <a:rect b="b" l="l" r="r" t="t"/>
              <a:pathLst>
                <a:path extrusionOk="0" h="1268" w="1269">
                  <a:moveTo>
                    <a:pt x="615" y="1"/>
                  </a:moveTo>
                  <a:cubicBezTo>
                    <a:pt x="492" y="1"/>
                    <a:pt x="378" y="36"/>
                    <a:pt x="278" y="94"/>
                  </a:cubicBezTo>
                  <a:cubicBezTo>
                    <a:pt x="278" y="94"/>
                    <a:pt x="0" y="344"/>
                    <a:pt x="0" y="652"/>
                  </a:cubicBezTo>
                  <a:cubicBezTo>
                    <a:pt x="0" y="1013"/>
                    <a:pt x="255" y="1268"/>
                    <a:pt x="615" y="1268"/>
                  </a:cubicBezTo>
                  <a:cubicBezTo>
                    <a:pt x="943" y="1268"/>
                    <a:pt x="1174" y="990"/>
                    <a:pt x="1174" y="990"/>
                  </a:cubicBezTo>
                  <a:cubicBezTo>
                    <a:pt x="1234" y="894"/>
                    <a:pt x="1268" y="778"/>
                    <a:pt x="1268" y="655"/>
                  </a:cubicBezTo>
                  <a:cubicBezTo>
                    <a:pt x="1268" y="295"/>
                    <a:pt x="977" y="1"/>
                    <a:pt x="615" y="1"/>
                  </a:cubicBez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878" name="Google Shape;2878;p27"/>
            <p:cNvSpPr/>
            <p:nvPr/>
          </p:nvSpPr>
          <p:spPr>
            <a:xfrm>
              <a:off x="7335839" y="4331395"/>
              <a:ext cx="38965" cy="39029"/>
            </a:xfrm>
            <a:custGeom>
              <a:rect b="b" l="l" r="r" t="t"/>
              <a:pathLst>
                <a:path extrusionOk="0" h="1215" w="1213">
                  <a:moveTo>
                    <a:pt x="318" y="1"/>
                  </a:moveTo>
                  <a:lnTo>
                    <a:pt x="318" y="1"/>
                  </a:lnTo>
                  <a:cubicBezTo>
                    <a:pt x="127" y="115"/>
                    <a:pt x="1" y="324"/>
                    <a:pt x="1" y="560"/>
                  </a:cubicBezTo>
                  <a:cubicBezTo>
                    <a:pt x="1" y="922"/>
                    <a:pt x="293" y="1214"/>
                    <a:pt x="654" y="1214"/>
                  </a:cubicBezTo>
                  <a:cubicBezTo>
                    <a:pt x="891" y="1214"/>
                    <a:pt x="1100" y="1087"/>
                    <a:pt x="1213" y="897"/>
                  </a:cubicBezTo>
                  <a:lnTo>
                    <a:pt x="1213" y="897"/>
                  </a:lnTo>
                  <a:cubicBezTo>
                    <a:pt x="1114" y="956"/>
                    <a:pt x="1000" y="990"/>
                    <a:pt x="878" y="991"/>
                  </a:cubicBezTo>
                  <a:cubicBezTo>
                    <a:pt x="516" y="991"/>
                    <a:pt x="225" y="699"/>
                    <a:pt x="225" y="338"/>
                  </a:cubicBezTo>
                  <a:cubicBezTo>
                    <a:pt x="225" y="215"/>
                    <a:pt x="257" y="99"/>
                    <a:pt x="318"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879" name="Google Shape;2879;p27"/>
            <p:cNvSpPr/>
            <p:nvPr/>
          </p:nvSpPr>
          <p:spPr>
            <a:xfrm>
              <a:off x="7295492" y="4270166"/>
              <a:ext cx="8866" cy="8866"/>
            </a:xfrm>
            <a:custGeom>
              <a:rect b="b" l="l" r="r" t="t"/>
              <a:pathLst>
                <a:path extrusionOk="0" h="276" w="276">
                  <a:moveTo>
                    <a:pt x="138" y="0"/>
                  </a:moveTo>
                  <a:cubicBezTo>
                    <a:pt x="63" y="0"/>
                    <a:pt x="0" y="61"/>
                    <a:pt x="0" y="138"/>
                  </a:cubicBezTo>
                  <a:cubicBezTo>
                    <a:pt x="0" y="213"/>
                    <a:pt x="63" y="276"/>
                    <a:pt x="138" y="276"/>
                  </a:cubicBezTo>
                  <a:cubicBezTo>
                    <a:pt x="215" y="276"/>
                    <a:pt x="275" y="213"/>
                    <a:pt x="275" y="138"/>
                  </a:cubicBezTo>
                  <a:cubicBezTo>
                    <a:pt x="275" y="61"/>
                    <a:pt x="215" y="0"/>
                    <a:pt x="138" y="0"/>
                  </a:cubicBezTo>
                  <a:close/>
                </a:path>
              </a:pathLst>
            </a:cu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880" name="Google Shape;2880;p27"/>
            <p:cNvSpPr/>
            <p:nvPr/>
          </p:nvSpPr>
          <p:spPr>
            <a:xfrm>
              <a:off x="7313449" y="4270166"/>
              <a:ext cx="8866" cy="8866"/>
            </a:xfrm>
            <a:custGeom>
              <a:rect b="b" l="l" r="r" t="t"/>
              <a:pathLst>
                <a:path extrusionOk="0" h="276" w="276">
                  <a:moveTo>
                    <a:pt x="138" y="0"/>
                  </a:moveTo>
                  <a:cubicBezTo>
                    <a:pt x="62" y="0"/>
                    <a:pt x="0" y="61"/>
                    <a:pt x="0" y="138"/>
                  </a:cubicBezTo>
                  <a:cubicBezTo>
                    <a:pt x="0" y="213"/>
                    <a:pt x="62" y="276"/>
                    <a:pt x="138" y="276"/>
                  </a:cubicBezTo>
                  <a:cubicBezTo>
                    <a:pt x="214" y="276"/>
                    <a:pt x="275" y="213"/>
                    <a:pt x="275" y="138"/>
                  </a:cubicBezTo>
                  <a:cubicBezTo>
                    <a:pt x="275" y="61"/>
                    <a:pt x="214" y="0"/>
                    <a:pt x="138" y="0"/>
                  </a:cubicBezTo>
                  <a:close/>
                </a:path>
              </a:pathLst>
            </a:cu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881" name="Google Shape;2881;p27"/>
            <p:cNvSpPr/>
            <p:nvPr/>
          </p:nvSpPr>
          <p:spPr>
            <a:xfrm>
              <a:off x="7295427" y="4252113"/>
              <a:ext cx="26983" cy="9026"/>
            </a:xfrm>
            <a:custGeom>
              <a:rect b="b" l="l" r="r" t="t"/>
              <a:pathLst>
                <a:path extrusionOk="0" h="281" w="840">
                  <a:moveTo>
                    <a:pt x="140" y="1"/>
                  </a:moveTo>
                  <a:cubicBezTo>
                    <a:pt x="65" y="1"/>
                    <a:pt x="1" y="63"/>
                    <a:pt x="1" y="141"/>
                  </a:cubicBezTo>
                  <a:cubicBezTo>
                    <a:pt x="1" y="216"/>
                    <a:pt x="63" y="280"/>
                    <a:pt x="140" y="280"/>
                  </a:cubicBezTo>
                  <a:lnTo>
                    <a:pt x="700" y="280"/>
                  </a:lnTo>
                  <a:cubicBezTo>
                    <a:pt x="775" y="280"/>
                    <a:pt x="839" y="216"/>
                    <a:pt x="839" y="141"/>
                  </a:cubicBezTo>
                  <a:cubicBezTo>
                    <a:pt x="839" y="64"/>
                    <a:pt x="777" y="1"/>
                    <a:pt x="700"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882" name="Google Shape;2882;p27"/>
            <p:cNvSpPr/>
            <p:nvPr/>
          </p:nvSpPr>
          <p:spPr>
            <a:xfrm>
              <a:off x="7427200" y="4252113"/>
              <a:ext cx="38900" cy="9026"/>
            </a:xfrm>
            <a:custGeom>
              <a:rect b="b" l="l" r="r" t="t"/>
              <a:pathLst>
                <a:path extrusionOk="0" h="281" w="1211">
                  <a:moveTo>
                    <a:pt x="139" y="1"/>
                  </a:moveTo>
                  <a:cubicBezTo>
                    <a:pt x="62" y="1"/>
                    <a:pt x="0" y="63"/>
                    <a:pt x="0" y="141"/>
                  </a:cubicBezTo>
                  <a:cubicBezTo>
                    <a:pt x="0" y="216"/>
                    <a:pt x="61" y="280"/>
                    <a:pt x="139" y="280"/>
                  </a:cubicBezTo>
                  <a:lnTo>
                    <a:pt x="1071" y="280"/>
                  </a:lnTo>
                  <a:cubicBezTo>
                    <a:pt x="1148" y="280"/>
                    <a:pt x="1210" y="216"/>
                    <a:pt x="1210" y="141"/>
                  </a:cubicBezTo>
                  <a:cubicBezTo>
                    <a:pt x="1210" y="64"/>
                    <a:pt x="1148" y="1"/>
                    <a:pt x="1071"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883" name="Google Shape;2883;p27"/>
            <p:cNvSpPr/>
            <p:nvPr/>
          </p:nvSpPr>
          <p:spPr>
            <a:xfrm>
              <a:off x="7436163" y="4270134"/>
              <a:ext cx="20944" cy="8930"/>
            </a:xfrm>
            <a:custGeom>
              <a:rect b="b" l="l" r="r" t="t"/>
              <a:pathLst>
                <a:path extrusionOk="0" h="278" w="652">
                  <a:moveTo>
                    <a:pt x="141" y="0"/>
                  </a:moveTo>
                  <a:cubicBezTo>
                    <a:pt x="64" y="0"/>
                    <a:pt x="0" y="62"/>
                    <a:pt x="0" y="139"/>
                  </a:cubicBezTo>
                  <a:cubicBezTo>
                    <a:pt x="0" y="214"/>
                    <a:pt x="63" y="278"/>
                    <a:pt x="141" y="278"/>
                  </a:cubicBezTo>
                  <a:lnTo>
                    <a:pt x="513" y="278"/>
                  </a:lnTo>
                  <a:cubicBezTo>
                    <a:pt x="590" y="278"/>
                    <a:pt x="652" y="214"/>
                    <a:pt x="652" y="139"/>
                  </a:cubicBezTo>
                  <a:cubicBezTo>
                    <a:pt x="652" y="62"/>
                    <a:pt x="591" y="0"/>
                    <a:pt x="513"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884" name="Google Shape;2884;p27"/>
            <p:cNvSpPr/>
            <p:nvPr/>
          </p:nvSpPr>
          <p:spPr>
            <a:xfrm>
              <a:off x="7449591" y="4388318"/>
              <a:ext cx="30002" cy="17989"/>
            </a:xfrm>
            <a:custGeom>
              <a:rect b="b" l="l" r="r" t="t"/>
              <a:pathLst>
                <a:path extrusionOk="0" h="560" w="934">
                  <a:moveTo>
                    <a:pt x="1" y="1"/>
                  </a:moveTo>
                  <a:lnTo>
                    <a:pt x="1" y="560"/>
                  </a:lnTo>
                  <a:lnTo>
                    <a:pt x="877" y="560"/>
                  </a:lnTo>
                  <a:cubicBezTo>
                    <a:pt x="907" y="560"/>
                    <a:pt x="933" y="535"/>
                    <a:pt x="933" y="505"/>
                  </a:cubicBezTo>
                  <a:lnTo>
                    <a:pt x="933" y="57"/>
                  </a:lnTo>
                  <a:cubicBezTo>
                    <a:pt x="933" y="27"/>
                    <a:pt x="907" y="1"/>
                    <a:pt x="877"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885" name="Google Shape;2885;p27"/>
            <p:cNvSpPr/>
            <p:nvPr/>
          </p:nvSpPr>
          <p:spPr>
            <a:xfrm>
              <a:off x="7445126" y="4306306"/>
              <a:ext cx="13267" cy="8994"/>
            </a:xfrm>
            <a:custGeom>
              <a:rect b="b" l="l" r="r" t="t"/>
              <a:pathLst>
                <a:path extrusionOk="0" h="280" w="413">
                  <a:moveTo>
                    <a:pt x="140" y="0"/>
                  </a:moveTo>
                  <a:cubicBezTo>
                    <a:pt x="65" y="0"/>
                    <a:pt x="1" y="63"/>
                    <a:pt x="1" y="141"/>
                  </a:cubicBezTo>
                  <a:cubicBezTo>
                    <a:pt x="1" y="216"/>
                    <a:pt x="62" y="280"/>
                    <a:pt x="140" y="280"/>
                  </a:cubicBezTo>
                  <a:lnTo>
                    <a:pt x="270" y="280"/>
                  </a:lnTo>
                  <a:cubicBezTo>
                    <a:pt x="348" y="280"/>
                    <a:pt x="412" y="217"/>
                    <a:pt x="409" y="141"/>
                  </a:cubicBezTo>
                  <a:cubicBezTo>
                    <a:pt x="409" y="64"/>
                    <a:pt x="348" y="0"/>
                    <a:pt x="270"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886" name="Google Shape;2886;p27"/>
            <p:cNvSpPr/>
            <p:nvPr/>
          </p:nvSpPr>
          <p:spPr>
            <a:xfrm>
              <a:off x="7445126" y="4326994"/>
              <a:ext cx="13170" cy="8994"/>
            </a:xfrm>
            <a:custGeom>
              <a:rect b="b" l="l" r="r" t="t"/>
              <a:pathLst>
                <a:path extrusionOk="0" h="280" w="410">
                  <a:moveTo>
                    <a:pt x="140" y="0"/>
                  </a:moveTo>
                  <a:cubicBezTo>
                    <a:pt x="65" y="0"/>
                    <a:pt x="1" y="64"/>
                    <a:pt x="1" y="141"/>
                  </a:cubicBezTo>
                  <a:cubicBezTo>
                    <a:pt x="1" y="216"/>
                    <a:pt x="62" y="280"/>
                    <a:pt x="140" y="280"/>
                  </a:cubicBezTo>
                  <a:lnTo>
                    <a:pt x="270" y="280"/>
                  </a:lnTo>
                  <a:cubicBezTo>
                    <a:pt x="348" y="280"/>
                    <a:pt x="409" y="216"/>
                    <a:pt x="409" y="141"/>
                  </a:cubicBezTo>
                  <a:cubicBezTo>
                    <a:pt x="409" y="64"/>
                    <a:pt x="348" y="0"/>
                    <a:pt x="270"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887" name="Google Shape;2887;p27"/>
            <p:cNvSpPr/>
            <p:nvPr/>
          </p:nvSpPr>
          <p:spPr>
            <a:xfrm>
              <a:off x="7445126" y="4347649"/>
              <a:ext cx="13267" cy="8994"/>
            </a:xfrm>
            <a:custGeom>
              <a:rect b="b" l="l" r="r" t="t"/>
              <a:pathLst>
                <a:path extrusionOk="0" h="280" w="413">
                  <a:moveTo>
                    <a:pt x="140" y="0"/>
                  </a:moveTo>
                  <a:cubicBezTo>
                    <a:pt x="65" y="0"/>
                    <a:pt x="1" y="62"/>
                    <a:pt x="1" y="139"/>
                  </a:cubicBezTo>
                  <a:cubicBezTo>
                    <a:pt x="1" y="216"/>
                    <a:pt x="62" y="280"/>
                    <a:pt x="140" y="280"/>
                  </a:cubicBezTo>
                  <a:lnTo>
                    <a:pt x="270" y="280"/>
                  </a:lnTo>
                  <a:cubicBezTo>
                    <a:pt x="348" y="280"/>
                    <a:pt x="412" y="216"/>
                    <a:pt x="409" y="139"/>
                  </a:cubicBezTo>
                  <a:cubicBezTo>
                    <a:pt x="409" y="64"/>
                    <a:pt x="348" y="0"/>
                    <a:pt x="270"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888" name="Google Shape;2888;p27"/>
            <p:cNvSpPr/>
            <p:nvPr/>
          </p:nvSpPr>
          <p:spPr>
            <a:xfrm>
              <a:off x="7471789" y="4310482"/>
              <a:ext cx="71922" cy="41920"/>
            </a:xfrm>
            <a:custGeom>
              <a:rect b="b" l="l" r="r" t="t"/>
              <a:pathLst>
                <a:path extrusionOk="0" h="1305" w="2239">
                  <a:moveTo>
                    <a:pt x="94" y="1"/>
                  </a:moveTo>
                  <a:cubicBezTo>
                    <a:pt x="44" y="1"/>
                    <a:pt x="0" y="43"/>
                    <a:pt x="0" y="95"/>
                  </a:cubicBezTo>
                  <a:lnTo>
                    <a:pt x="0" y="607"/>
                  </a:lnTo>
                  <a:lnTo>
                    <a:pt x="39" y="746"/>
                  </a:lnTo>
                  <a:lnTo>
                    <a:pt x="0" y="885"/>
                  </a:lnTo>
                  <a:lnTo>
                    <a:pt x="0" y="1211"/>
                  </a:lnTo>
                  <a:cubicBezTo>
                    <a:pt x="0" y="1263"/>
                    <a:pt x="42" y="1305"/>
                    <a:pt x="94" y="1305"/>
                  </a:cubicBezTo>
                  <a:lnTo>
                    <a:pt x="420" y="1305"/>
                  </a:lnTo>
                  <a:lnTo>
                    <a:pt x="561" y="1267"/>
                  </a:lnTo>
                  <a:lnTo>
                    <a:pt x="700" y="1305"/>
                  </a:lnTo>
                  <a:lnTo>
                    <a:pt x="980" y="1305"/>
                  </a:lnTo>
                  <a:lnTo>
                    <a:pt x="1134" y="1267"/>
                  </a:lnTo>
                  <a:lnTo>
                    <a:pt x="1258" y="1305"/>
                  </a:lnTo>
                  <a:lnTo>
                    <a:pt x="1539" y="1305"/>
                  </a:lnTo>
                  <a:lnTo>
                    <a:pt x="1678" y="1267"/>
                  </a:lnTo>
                  <a:lnTo>
                    <a:pt x="1817" y="1305"/>
                  </a:lnTo>
                  <a:lnTo>
                    <a:pt x="2143" y="1305"/>
                  </a:lnTo>
                  <a:cubicBezTo>
                    <a:pt x="2194" y="1305"/>
                    <a:pt x="2238" y="1264"/>
                    <a:pt x="2238" y="1211"/>
                  </a:cubicBezTo>
                  <a:lnTo>
                    <a:pt x="2238" y="885"/>
                  </a:lnTo>
                  <a:lnTo>
                    <a:pt x="2199" y="746"/>
                  </a:lnTo>
                  <a:lnTo>
                    <a:pt x="2238" y="607"/>
                  </a:lnTo>
                  <a:lnTo>
                    <a:pt x="2238" y="93"/>
                  </a:lnTo>
                  <a:cubicBezTo>
                    <a:pt x="2238" y="43"/>
                    <a:pt x="2195" y="1"/>
                    <a:pt x="2144" y="1"/>
                  </a:cubicBezTo>
                  <a:lnTo>
                    <a:pt x="1819" y="1"/>
                  </a:lnTo>
                  <a:lnTo>
                    <a:pt x="1678" y="40"/>
                  </a:lnTo>
                  <a:lnTo>
                    <a:pt x="1539" y="1"/>
                  </a:lnTo>
                  <a:lnTo>
                    <a:pt x="1258" y="1"/>
                  </a:lnTo>
                  <a:lnTo>
                    <a:pt x="1119" y="40"/>
                  </a:lnTo>
                  <a:lnTo>
                    <a:pt x="980" y="1"/>
                  </a:lnTo>
                  <a:lnTo>
                    <a:pt x="700" y="1"/>
                  </a:lnTo>
                  <a:lnTo>
                    <a:pt x="561" y="40"/>
                  </a:lnTo>
                  <a:lnTo>
                    <a:pt x="420" y="1"/>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889" name="Google Shape;2889;p27"/>
            <p:cNvSpPr/>
            <p:nvPr/>
          </p:nvSpPr>
          <p:spPr>
            <a:xfrm>
              <a:off x="7471724" y="4329981"/>
              <a:ext cx="71890" cy="9026"/>
            </a:xfrm>
            <a:custGeom>
              <a:rect b="b" l="l" r="r" t="t"/>
              <a:pathLst>
                <a:path extrusionOk="0" h="281" w="2238">
                  <a:moveTo>
                    <a:pt x="1" y="0"/>
                  </a:moveTo>
                  <a:lnTo>
                    <a:pt x="1" y="281"/>
                  </a:lnTo>
                  <a:lnTo>
                    <a:pt x="2238" y="281"/>
                  </a:lnTo>
                  <a:lnTo>
                    <a:pt x="2238" y="0"/>
                  </a:lnTo>
                  <a:close/>
                </a:path>
              </a:pathLst>
            </a:custGeom>
            <a:solidFill>
              <a:schemeClr val="l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890" name="Google Shape;2890;p27"/>
            <p:cNvSpPr/>
            <p:nvPr/>
          </p:nvSpPr>
          <p:spPr>
            <a:xfrm>
              <a:off x="7485217" y="4310482"/>
              <a:ext cx="9059" cy="41920"/>
            </a:xfrm>
            <a:custGeom>
              <a:rect b="b" l="l" r="r" t="t"/>
              <a:pathLst>
                <a:path extrusionOk="0" h="1305" w="282">
                  <a:moveTo>
                    <a:pt x="1" y="1"/>
                  </a:moveTo>
                  <a:lnTo>
                    <a:pt x="1" y="607"/>
                  </a:lnTo>
                  <a:lnTo>
                    <a:pt x="40" y="743"/>
                  </a:lnTo>
                  <a:lnTo>
                    <a:pt x="1" y="885"/>
                  </a:lnTo>
                  <a:lnTo>
                    <a:pt x="1" y="1305"/>
                  </a:lnTo>
                  <a:lnTo>
                    <a:pt x="282" y="1305"/>
                  </a:lnTo>
                  <a:lnTo>
                    <a:pt x="282" y="885"/>
                  </a:lnTo>
                  <a:lnTo>
                    <a:pt x="244" y="752"/>
                  </a:lnTo>
                  <a:lnTo>
                    <a:pt x="282" y="607"/>
                  </a:lnTo>
                  <a:lnTo>
                    <a:pt x="282" y="1"/>
                  </a:lnTo>
                  <a:close/>
                </a:path>
              </a:pathLst>
            </a:cu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891" name="Google Shape;2891;p27"/>
            <p:cNvSpPr/>
            <p:nvPr/>
          </p:nvSpPr>
          <p:spPr>
            <a:xfrm>
              <a:off x="7485217" y="4329981"/>
              <a:ext cx="9059" cy="9026"/>
            </a:xfrm>
            <a:custGeom>
              <a:rect b="b" l="l" r="r" t="t"/>
              <a:pathLst>
                <a:path extrusionOk="0" h="281" w="282">
                  <a:moveTo>
                    <a:pt x="1" y="0"/>
                  </a:moveTo>
                  <a:lnTo>
                    <a:pt x="1" y="281"/>
                  </a:lnTo>
                  <a:lnTo>
                    <a:pt x="282" y="281"/>
                  </a:lnTo>
                  <a:lnTo>
                    <a:pt x="282" y="0"/>
                  </a:lnTo>
                  <a:close/>
                </a:path>
              </a:pathLst>
            </a:cu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892" name="Google Shape;2892;p27"/>
            <p:cNvSpPr/>
            <p:nvPr/>
          </p:nvSpPr>
          <p:spPr>
            <a:xfrm>
              <a:off x="7503206" y="4310482"/>
              <a:ext cx="9026" cy="41920"/>
            </a:xfrm>
            <a:custGeom>
              <a:rect b="b" l="l" r="r" t="t"/>
              <a:pathLst>
                <a:path extrusionOk="0" h="1305" w="281">
                  <a:moveTo>
                    <a:pt x="1" y="1"/>
                  </a:moveTo>
                  <a:lnTo>
                    <a:pt x="1" y="607"/>
                  </a:lnTo>
                  <a:lnTo>
                    <a:pt x="39" y="746"/>
                  </a:lnTo>
                  <a:lnTo>
                    <a:pt x="1" y="885"/>
                  </a:lnTo>
                  <a:lnTo>
                    <a:pt x="1" y="1305"/>
                  </a:lnTo>
                  <a:lnTo>
                    <a:pt x="280" y="1305"/>
                  </a:lnTo>
                  <a:lnTo>
                    <a:pt x="280" y="885"/>
                  </a:lnTo>
                  <a:lnTo>
                    <a:pt x="243" y="746"/>
                  </a:lnTo>
                  <a:lnTo>
                    <a:pt x="280" y="607"/>
                  </a:lnTo>
                  <a:lnTo>
                    <a:pt x="280" y="1"/>
                  </a:lnTo>
                  <a:close/>
                </a:path>
              </a:pathLst>
            </a:cu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893" name="Google Shape;2893;p27"/>
            <p:cNvSpPr/>
            <p:nvPr/>
          </p:nvSpPr>
          <p:spPr>
            <a:xfrm>
              <a:off x="7503206" y="4329981"/>
              <a:ext cx="9026" cy="9026"/>
            </a:xfrm>
            <a:custGeom>
              <a:rect b="b" l="l" r="r" t="t"/>
              <a:pathLst>
                <a:path extrusionOk="0" h="281" w="281">
                  <a:moveTo>
                    <a:pt x="1" y="0"/>
                  </a:moveTo>
                  <a:lnTo>
                    <a:pt x="1" y="281"/>
                  </a:lnTo>
                  <a:lnTo>
                    <a:pt x="280" y="281"/>
                  </a:lnTo>
                  <a:lnTo>
                    <a:pt x="280" y="0"/>
                  </a:lnTo>
                  <a:close/>
                </a:path>
              </a:pathLst>
            </a:cu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894" name="Google Shape;2894;p27"/>
            <p:cNvSpPr/>
            <p:nvPr/>
          </p:nvSpPr>
          <p:spPr>
            <a:xfrm>
              <a:off x="7521163" y="4310482"/>
              <a:ext cx="9059" cy="41920"/>
            </a:xfrm>
            <a:custGeom>
              <a:rect b="b" l="l" r="r" t="t"/>
              <a:pathLst>
                <a:path extrusionOk="0" h="1305" w="282">
                  <a:moveTo>
                    <a:pt x="1" y="1"/>
                  </a:moveTo>
                  <a:lnTo>
                    <a:pt x="1" y="607"/>
                  </a:lnTo>
                  <a:lnTo>
                    <a:pt x="38" y="746"/>
                  </a:lnTo>
                  <a:lnTo>
                    <a:pt x="1" y="885"/>
                  </a:lnTo>
                  <a:lnTo>
                    <a:pt x="1" y="1305"/>
                  </a:lnTo>
                  <a:lnTo>
                    <a:pt x="282" y="1305"/>
                  </a:lnTo>
                  <a:lnTo>
                    <a:pt x="282" y="885"/>
                  </a:lnTo>
                  <a:lnTo>
                    <a:pt x="243" y="746"/>
                  </a:lnTo>
                  <a:lnTo>
                    <a:pt x="282" y="607"/>
                  </a:lnTo>
                  <a:lnTo>
                    <a:pt x="282" y="1"/>
                  </a:lnTo>
                  <a:close/>
                </a:path>
              </a:pathLst>
            </a:cu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895" name="Google Shape;2895;p27"/>
            <p:cNvSpPr/>
            <p:nvPr/>
          </p:nvSpPr>
          <p:spPr>
            <a:xfrm>
              <a:off x="7521163" y="4329981"/>
              <a:ext cx="9059" cy="9026"/>
            </a:xfrm>
            <a:custGeom>
              <a:rect b="b" l="l" r="r" t="t"/>
              <a:pathLst>
                <a:path extrusionOk="0" h="281" w="282">
                  <a:moveTo>
                    <a:pt x="1" y="0"/>
                  </a:moveTo>
                  <a:lnTo>
                    <a:pt x="1" y="281"/>
                  </a:lnTo>
                  <a:lnTo>
                    <a:pt x="282" y="281"/>
                  </a:lnTo>
                  <a:lnTo>
                    <a:pt x="282" y="0"/>
                  </a:lnTo>
                  <a:close/>
                </a:path>
              </a:pathLst>
            </a:cu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2896" name="Google Shape;2896;p27"/>
          <p:cNvGrpSpPr/>
          <p:nvPr/>
        </p:nvGrpSpPr>
        <p:grpSpPr>
          <a:xfrm>
            <a:off x="6686515" y="4126990"/>
            <a:ext cx="218722" cy="297647"/>
            <a:chOff x="6686515" y="4126990"/>
            <a:chExt cx="218722" cy="297647"/>
          </a:xfrm>
        </p:grpSpPr>
        <p:sp>
          <p:nvSpPr>
            <p:cNvPr id="2897" name="Google Shape;2897;p27"/>
            <p:cNvSpPr/>
            <p:nvPr/>
          </p:nvSpPr>
          <p:spPr>
            <a:xfrm>
              <a:off x="6687832" y="4126990"/>
              <a:ext cx="217405" cy="296426"/>
            </a:xfrm>
            <a:custGeom>
              <a:rect b="b" l="l" r="r" t="t"/>
              <a:pathLst>
                <a:path extrusionOk="0" h="9228" w="6768">
                  <a:moveTo>
                    <a:pt x="336" y="0"/>
                  </a:moveTo>
                  <a:cubicBezTo>
                    <a:pt x="304" y="0"/>
                    <a:pt x="271" y="5"/>
                    <a:pt x="242" y="10"/>
                  </a:cubicBezTo>
                  <a:cubicBezTo>
                    <a:pt x="81" y="52"/>
                    <a:pt x="0" y="274"/>
                    <a:pt x="0" y="448"/>
                  </a:cubicBezTo>
                  <a:lnTo>
                    <a:pt x="0" y="8854"/>
                  </a:lnTo>
                  <a:cubicBezTo>
                    <a:pt x="0" y="9061"/>
                    <a:pt x="167" y="9227"/>
                    <a:pt x="372" y="9227"/>
                  </a:cubicBezTo>
                  <a:lnTo>
                    <a:pt x="6263" y="9227"/>
                  </a:lnTo>
                  <a:cubicBezTo>
                    <a:pt x="6436" y="9227"/>
                    <a:pt x="6711" y="9146"/>
                    <a:pt x="6756" y="8984"/>
                  </a:cubicBezTo>
                  <a:cubicBezTo>
                    <a:pt x="6763" y="8955"/>
                    <a:pt x="6768" y="8925"/>
                    <a:pt x="6768" y="8893"/>
                  </a:cubicBezTo>
                  <a:lnTo>
                    <a:pt x="6768" y="372"/>
                  </a:lnTo>
                  <a:cubicBezTo>
                    <a:pt x="6768" y="167"/>
                    <a:pt x="6601" y="0"/>
                    <a:pt x="6394" y="0"/>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898" name="Google Shape;2898;p27"/>
            <p:cNvSpPr/>
            <p:nvPr/>
          </p:nvSpPr>
          <p:spPr>
            <a:xfrm>
              <a:off x="6686515" y="4127343"/>
              <a:ext cx="218272" cy="297294"/>
            </a:xfrm>
            <a:custGeom>
              <a:rect b="b" l="l" r="r" t="t"/>
              <a:pathLst>
                <a:path extrusionOk="0" h="9255" w="6795">
                  <a:moveTo>
                    <a:pt x="281" y="1"/>
                  </a:moveTo>
                  <a:cubicBezTo>
                    <a:pt x="121" y="41"/>
                    <a:pt x="1" y="189"/>
                    <a:pt x="1" y="363"/>
                  </a:cubicBezTo>
                  <a:lnTo>
                    <a:pt x="1" y="8882"/>
                  </a:lnTo>
                  <a:cubicBezTo>
                    <a:pt x="1" y="9088"/>
                    <a:pt x="167" y="9254"/>
                    <a:pt x="374" y="9254"/>
                  </a:cubicBezTo>
                  <a:lnTo>
                    <a:pt x="6432" y="9254"/>
                  </a:lnTo>
                  <a:cubicBezTo>
                    <a:pt x="6606" y="9254"/>
                    <a:pt x="6752" y="9135"/>
                    <a:pt x="6794" y="8973"/>
                  </a:cubicBezTo>
                  <a:lnTo>
                    <a:pt x="449" y="8973"/>
                  </a:lnTo>
                  <a:cubicBezTo>
                    <a:pt x="358" y="8973"/>
                    <a:pt x="281" y="8898"/>
                    <a:pt x="281" y="8805"/>
                  </a:cubicBezTo>
                  <a:lnTo>
                    <a:pt x="281" y="1"/>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899" name="Google Shape;2899;p27"/>
            <p:cNvSpPr/>
            <p:nvPr/>
          </p:nvSpPr>
          <p:spPr>
            <a:xfrm>
              <a:off x="6704505" y="4144883"/>
              <a:ext cx="182713" cy="131220"/>
            </a:xfrm>
            <a:custGeom>
              <a:rect b="b" l="l" r="r" t="t"/>
              <a:pathLst>
                <a:path extrusionOk="0" h="4085" w="5688">
                  <a:moveTo>
                    <a:pt x="95" y="1"/>
                  </a:moveTo>
                  <a:cubicBezTo>
                    <a:pt x="41" y="1"/>
                    <a:pt x="1" y="44"/>
                    <a:pt x="1" y="95"/>
                  </a:cubicBezTo>
                  <a:lnTo>
                    <a:pt x="1" y="3990"/>
                  </a:lnTo>
                  <a:cubicBezTo>
                    <a:pt x="1" y="4044"/>
                    <a:pt x="44" y="4084"/>
                    <a:pt x="95" y="4084"/>
                  </a:cubicBezTo>
                  <a:lnTo>
                    <a:pt x="5593" y="4084"/>
                  </a:lnTo>
                  <a:cubicBezTo>
                    <a:pt x="5647" y="4084"/>
                    <a:pt x="5687" y="4041"/>
                    <a:pt x="5687" y="3990"/>
                  </a:cubicBezTo>
                  <a:lnTo>
                    <a:pt x="5687" y="95"/>
                  </a:lnTo>
                  <a:cubicBezTo>
                    <a:pt x="5687" y="43"/>
                    <a:pt x="5644" y="1"/>
                    <a:pt x="5593"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00" name="Google Shape;2900;p27"/>
            <p:cNvSpPr/>
            <p:nvPr/>
          </p:nvSpPr>
          <p:spPr>
            <a:xfrm>
              <a:off x="6723683" y="4162840"/>
              <a:ext cx="145579" cy="94087"/>
            </a:xfrm>
            <a:custGeom>
              <a:rect b="b" l="l" r="r" t="t"/>
              <a:pathLst>
                <a:path extrusionOk="0" h="2929" w="4532">
                  <a:moveTo>
                    <a:pt x="225" y="0"/>
                  </a:moveTo>
                  <a:lnTo>
                    <a:pt x="57" y="38"/>
                  </a:lnTo>
                  <a:cubicBezTo>
                    <a:pt x="25" y="38"/>
                    <a:pt x="0" y="64"/>
                    <a:pt x="0" y="94"/>
                  </a:cubicBezTo>
                  <a:lnTo>
                    <a:pt x="0" y="2872"/>
                  </a:lnTo>
                  <a:cubicBezTo>
                    <a:pt x="0" y="2903"/>
                    <a:pt x="25" y="2929"/>
                    <a:pt x="57" y="2929"/>
                  </a:cubicBezTo>
                  <a:lnTo>
                    <a:pt x="4437" y="2929"/>
                  </a:lnTo>
                  <a:cubicBezTo>
                    <a:pt x="4468" y="2929"/>
                    <a:pt x="4494" y="2903"/>
                    <a:pt x="4494" y="2872"/>
                  </a:cubicBezTo>
                  <a:lnTo>
                    <a:pt x="4531" y="2705"/>
                  </a:lnTo>
                  <a:lnTo>
                    <a:pt x="4531" y="57"/>
                  </a:lnTo>
                  <a:cubicBezTo>
                    <a:pt x="4531" y="26"/>
                    <a:pt x="4505" y="0"/>
                    <a:pt x="4475" y="0"/>
                  </a:cubicBezTo>
                  <a:close/>
                </a:path>
              </a:pathLst>
            </a:cu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01" name="Google Shape;2901;p27"/>
            <p:cNvSpPr/>
            <p:nvPr/>
          </p:nvSpPr>
          <p:spPr>
            <a:xfrm>
              <a:off x="6722494" y="4162840"/>
              <a:ext cx="146768" cy="95275"/>
            </a:xfrm>
            <a:custGeom>
              <a:rect b="b" l="l" r="r" t="t"/>
              <a:pathLst>
                <a:path extrusionOk="0" h="2966" w="4569">
                  <a:moveTo>
                    <a:pt x="57" y="0"/>
                  </a:moveTo>
                  <a:cubicBezTo>
                    <a:pt x="26" y="0"/>
                    <a:pt x="1" y="26"/>
                    <a:pt x="1" y="57"/>
                  </a:cubicBezTo>
                  <a:lnTo>
                    <a:pt x="1" y="2909"/>
                  </a:lnTo>
                  <a:cubicBezTo>
                    <a:pt x="1" y="2939"/>
                    <a:pt x="26" y="2965"/>
                    <a:pt x="57" y="2965"/>
                  </a:cubicBezTo>
                  <a:lnTo>
                    <a:pt x="4512" y="2965"/>
                  </a:lnTo>
                  <a:cubicBezTo>
                    <a:pt x="4544" y="2965"/>
                    <a:pt x="4568" y="2939"/>
                    <a:pt x="4568" y="2909"/>
                  </a:cubicBezTo>
                  <a:lnTo>
                    <a:pt x="4568" y="2705"/>
                  </a:lnTo>
                  <a:lnTo>
                    <a:pt x="318" y="2705"/>
                  </a:lnTo>
                  <a:cubicBezTo>
                    <a:pt x="286" y="2705"/>
                    <a:pt x="262" y="2678"/>
                    <a:pt x="262" y="2648"/>
                  </a:cubicBezTo>
                  <a:lnTo>
                    <a:pt x="262" y="0"/>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02" name="Google Shape;2902;p27"/>
            <p:cNvSpPr/>
            <p:nvPr/>
          </p:nvSpPr>
          <p:spPr>
            <a:xfrm>
              <a:off x="6704569" y="4317356"/>
              <a:ext cx="65883" cy="65947"/>
            </a:xfrm>
            <a:custGeom>
              <a:rect b="b" l="l" r="r" t="t"/>
              <a:pathLst>
                <a:path extrusionOk="0" h="2053" w="2051">
                  <a:moveTo>
                    <a:pt x="970" y="1"/>
                  </a:moveTo>
                  <a:lnTo>
                    <a:pt x="914" y="38"/>
                  </a:lnTo>
                  <a:cubicBezTo>
                    <a:pt x="811" y="38"/>
                    <a:pt x="727" y="122"/>
                    <a:pt x="727" y="225"/>
                  </a:cubicBezTo>
                  <a:lnTo>
                    <a:pt x="727" y="636"/>
                  </a:lnTo>
                  <a:cubicBezTo>
                    <a:pt x="727" y="667"/>
                    <a:pt x="669" y="691"/>
                    <a:pt x="637" y="691"/>
                  </a:cubicBezTo>
                  <a:lnTo>
                    <a:pt x="187" y="691"/>
                  </a:lnTo>
                  <a:cubicBezTo>
                    <a:pt x="83" y="691"/>
                    <a:pt x="0" y="775"/>
                    <a:pt x="0" y="878"/>
                  </a:cubicBezTo>
                  <a:lnTo>
                    <a:pt x="0" y="1082"/>
                  </a:lnTo>
                  <a:lnTo>
                    <a:pt x="38" y="1139"/>
                  </a:lnTo>
                  <a:cubicBezTo>
                    <a:pt x="38" y="1241"/>
                    <a:pt x="122" y="1325"/>
                    <a:pt x="225" y="1325"/>
                  </a:cubicBezTo>
                  <a:lnTo>
                    <a:pt x="672" y="1325"/>
                  </a:lnTo>
                  <a:cubicBezTo>
                    <a:pt x="702" y="1325"/>
                    <a:pt x="727" y="1350"/>
                    <a:pt x="727" y="1382"/>
                  </a:cubicBezTo>
                  <a:lnTo>
                    <a:pt x="727" y="1828"/>
                  </a:lnTo>
                  <a:cubicBezTo>
                    <a:pt x="727" y="1932"/>
                    <a:pt x="811" y="2014"/>
                    <a:pt x="914" y="2014"/>
                  </a:cubicBezTo>
                  <a:lnTo>
                    <a:pt x="970" y="2052"/>
                  </a:lnTo>
                  <a:lnTo>
                    <a:pt x="1174" y="2052"/>
                  </a:lnTo>
                  <a:cubicBezTo>
                    <a:pt x="1277" y="2052"/>
                    <a:pt x="1361" y="1970"/>
                    <a:pt x="1361" y="1867"/>
                  </a:cubicBezTo>
                  <a:lnTo>
                    <a:pt x="1361" y="1418"/>
                  </a:lnTo>
                  <a:cubicBezTo>
                    <a:pt x="1361" y="1386"/>
                    <a:pt x="1386" y="1362"/>
                    <a:pt x="1417" y="1362"/>
                  </a:cubicBezTo>
                  <a:lnTo>
                    <a:pt x="1863" y="1362"/>
                  </a:lnTo>
                  <a:cubicBezTo>
                    <a:pt x="1968" y="1362"/>
                    <a:pt x="2050" y="1278"/>
                    <a:pt x="2050" y="1175"/>
                  </a:cubicBezTo>
                  <a:lnTo>
                    <a:pt x="2050" y="877"/>
                  </a:lnTo>
                  <a:cubicBezTo>
                    <a:pt x="2050" y="775"/>
                    <a:pt x="1968" y="691"/>
                    <a:pt x="1863" y="691"/>
                  </a:cubicBezTo>
                  <a:lnTo>
                    <a:pt x="1417" y="691"/>
                  </a:lnTo>
                  <a:cubicBezTo>
                    <a:pt x="1386" y="691"/>
                    <a:pt x="1361" y="667"/>
                    <a:pt x="1361" y="635"/>
                  </a:cubicBezTo>
                  <a:lnTo>
                    <a:pt x="1361" y="188"/>
                  </a:lnTo>
                  <a:cubicBezTo>
                    <a:pt x="1361" y="83"/>
                    <a:pt x="1277" y="1"/>
                    <a:pt x="1174" y="1"/>
                  </a:cubicBez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03" name="Google Shape;2903;p27"/>
            <p:cNvSpPr/>
            <p:nvPr/>
          </p:nvSpPr>
          <p:spPr>
            <a:xfrm>
              <a:off x="6704505" y="4352050"/>
              <a:ext cx="31191" cy="31255"/>
            </a:xfrm>
            <a:custGeom>
              <a:rect b="b" l="l" r="r" t="t"/>
              <a:pathLst>
                <a:path extrusionOk="0" h="973" w="971">
                  <a:moveTo>
                    <a:pt x="1" y="1"/>
                  </a:moveTo>
                  <a:lnTo>
                    <a:pt x="1" y="95"/>
                  </a:lnTo>
                  <a:cubicBezTo>
                    <a:pt x="1" y="198"/>
                    <a:pt x="83" y="282"/>
                    <a:pt x="186" y="282"/>
                  </a:cubicBezTo>
                  <a:lnTo>
                    <a:pt x="633" y="282"/>
                  </a:lnTo>
                  <a:cubicBezTo>
                    <a:pt x="664" y="282"/>
                    <a:pt x="690" y="306"/>
                    <a:pt x="690" y="338"/>
                  </a:cubicBezTo>
                  <a:lnTo>
                    <a:pt x="690" y="787"/>
                  </a:lnTo>
                  <a:cubicBezTo>
                    <a:pt x="690" y="890"/>
                    <a:pt x="772" y="972"/>
                    <a:pt x="877" y="972"/>
                  </a:cubicBezTo>
                  <a:lnTo>
                    <a:pt x="971" y="972"/>
                  </a:lnTo>
                  <a:lnTo>
                    <a:pt x="971" y="59"/>
                  </a:lnTo>
                  <a:cubicBezTo>
                    <a:pt x="971" y="28"/>
                    <a:pt x="946" y="2"/>
                    <a:pt x="914"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04" name="Google Shape;2904;p27"/>
            <p:cNvSpPr/>
            <p:nvPr/>
          </p:nvSpPr>
          <p:spPr>
            <a:xfrm>
              <a:off x="6725032" y="4317356"/>
              <a:ext cx="10729" cy="22165"/>
            </a:xfrm>
            <a:custGeom>
              <a:rect b="b" l="l" r="r" t="t"/>
              <a:pathLst>
                <a:path extrusionOk="0" h="690" w="334">
                  <a:moveTo>
                    <a:pt x="239" y="1"/>
                  </a:moveTo>
                  <a:cubicBezTo>
                    <a:pt x="136" y="1"/>
                    <a:pt x="52" y="83"/>
                    <a:pt x="52" y="188"/>
                  </a:cubicBezTo>
                  <a:lnTo>
                    <a:pt x="52" y="633"/>
                  </a:lnTo>
                  <a:cubicBezTo>
                    <a:pt x="52" y="662"/>
                    <a:pt x="28" y="687"/>
                    <a:pt x="0" y="690"/>
                  </a:cubicBezTo>
                  <a:lnTo>
                    <a:pt x="277" y="690"/>
                  </a:lnTo>
                  <a:cubicBezTo>
                    <a:pt x="307" y="690"/>
                    <a:pt x="333" y="665"/>
                    <a:pt x="333" y="633"/>
                  </a:cubicBezTo>
                  <a:lnTo>
                    <a:pt x="333" y="1"/>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05" name="Google Shape;2905;p27"/>
            <p:cNvSpPr/>
            <p:nvPr/>
          </p:nvSpPr>
          <p:spPr>
            <a:xfrm>
              <a:off x="6767371" y="4293970"/>
              <a:ext cx="18053" cy="18085"/>
            </a:xfrm>
            <a:custGeom>
              <a:rect b="b" l="l" r="r" t="t"/>
              <a:pathLst>
                <a:path extrusionOk="0" h="563" w="562">
                  <a:moveTo>
                    <a:pt x="282" y="1"/>
                  </a:moveTo>
                  <a:cubicBezTo>
                    <a:pt x="127" y="1"/>
                    <a:pt x="1" y="127"/>
                    <a:pt x="1" y="281"/>
                  </a:cubicBezTo>
                  <a:cubicBezTo>
                    <a:pt x="1" y="436"/>
                    <a:pt x="127" y="562"/>
                    <a:pt x="282" y="562"/>
                  </a:cubicBezTo>
                  <a:cubicBezTo>
                    <a:pt x="437" y="562"/>
                    <a:pt x="561" y="436"/>
                    <a:pt x="561" y="281"/>
                  </a:cubicBezTo>
                  <a:cubicBezTo>
                    <a:pt x="561" y="127"/>
                    <a:pt x="437" y="1"/>
                    <a:pt x="282"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06" name="Google Shape;2906;p27"/>
            <p:cNvSpPr/>
            <p:nvPr/>
          </p:nvSpPr>
          <p:spPr>
            <a:xfrm>
              <a:off x="6806274" y="4293970"/>
              <a:ext cx="18053" cy="18085"/>
            </a:xfrm>
            <a:custGeom>
              <a:rect b="b" l="l" r="r" t="t"/>
              <a:pathLst>
                <a:path extrusionOk="0" h="563" w="562">
                  <a:moveTo>
                    <a:pt x="281" y="1"/>
                  </a:moveTo>
                  <a:cubicBezTo>
                    <a:pt x="126" y="1"/>
                    <a:pt x="0" y="127"/>
                    <a:pt x="0" y="281"/>
                  </a:cubicBezTo>
                  <a:cubicBezTo>
                    <a:pt x="0" y="436"/>
                    <a:pt x="126" y="562"/>
                    <a:pt x="281" y="562"/>
                  </a:cubicBezTo>
                  <a:cubicBezTo>
                    <a:pt x="436" y="562"/>
                    <a:pt x="562" y="436"/>
                    <a:pt x="562" y="281"/>
                  </a:cubicBezTo>
                  <a:cubicBezTo>
                    <a:pt x="562" y="127"/>
                    <a:pt x="436" y="1"/>
                    <a:pt x="281"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07" name="Google Shape;2907;p27"/>
            <p:cNvSpPr/>
            <p:nvPr/>
          </p:nvSpPr>
          <p:spPr>
            <a:xfrm>
              <a:off x="6782406" y="4323685"/>
              <a:ext cx="26919" cy="9026"/>
            </a:xfrm>
            <a:custGeom>
              <a:rect b="b" l="l" r="r" t="t"/>
              <a:pathLst>
                <a:path extrusionOk="0" h="281" w="838">
                  <a:moveTo>
                    <a:pt x="140" y="1"/>
                  </a:moveTo>
                  <a:cubicBezTo>
                    <a:pt x="63" y="1"/>
                    <a:pt x="1" y="64"/>
                    <a:pt x="1" y="140"/>
                  </a:cubicBezTo>
                  <a:cubicBezTo>
                    <a:pt x="1" y="216"/>
                    <a:pt x="61" y="280"/>
                    <a:pt x="140" y="280"/>
                  </a:cubicBezTo>
                  <a:lnTo>
                    <a:pt x="698" y="280"/>
                  </a:lnTo>
                  <a:cubicBezTo>
                    <a:pt x="776" y="280"/>
                    <a:pt x="837" y="216"/>
                    <a:pt x="837" y="140"/>
                  </a:cubicBezTo>
                  <a:cubicBezTo>
                    <a:pt x="837" y="64"/>
                    <a:pt x="776" y="1"/>
                    <a:pt x="698"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08" name="Google Shape;2908;p27"/>
            <p:cNvSpPr/>
            <p:nvPr/>
          </p:nvSpPr>
          <p:spPr>
            <a:xfrm>
              <a:off x="6782373" y="4375212"/>
              <a:ext cx="8994" cy="35945"/>
            </a:xfrm>
            <a:custGeom>
              <a:rect b="b" l="l" r="r" t="t"/>
              <a:pathLst>
                <a:path extrusionOk="0" h="1119" w="280">
                  <a:moveTo>
                    <a:pt x="141" y="1"/>
                  </a:moveTo>
                  <a:cubicBezTo>
                    <a:pt x="64" y="1"/>
                    <a:pt x="0" y="61"/>
                    <a:pt x="0" y="140"/>
                  </a:cubicBezTo>
                  <a:lnTo>
                    <a:pt x="0" y="979"/>
                  </a:lnTo>
                  <a:cubicBezTo>
                    <a:pt x="0" y="1055"/>
                    <a:pt x="62" y="1118"/>
                    <a:pt x="141" y="1118"/>
                  </a:cubicBezTo>
                  <a:cubicBezTo>
                    <a:pt x="219" y="1118"/>
                    <a:pt x="279" y="1055"/>
                    <a:pt x="279" y="979"/>
                  </a:cubicBezTo>
                  <a:lnTo>
                    <a:pt x="279" y="140"/>
                  </a:lnTo>
                  <a:cubicBezTo>
                    <a:pt x="279" y="63"/>
                    <a:pt x="216" y="1"/>
                    <a:pt x="141"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09" name="Google Shape;2909;p27"/>
            <p:cNvSpPr/>
            <p:nvPr/>
          </p:nvSpPr>
          <p:spPr>
            <a:xfrm>
              <a:off x="6800363" y="4375212"/>
              <a:ext cx="8962" cy="35945"/>
            </a:xfrm>
            <a:custGeom>
              <a:rect b="b" l="l" r="r" t="t"/>
              <a:pathLst>
                <a:path extrusionOk="0" h="1119" w="279">
                  <a:moveTo>
                    <a:pt x="139" y="1"/>
                  </a:moveTo>
                  <a:cubicBezTo>
                    <a:pt x="64" y="1"/>
                    <a:pt x="0" y="61"/>
                    <a:pt x="0" y="140"/>
                  </a:cubicBezTo>
                  <a:lnTo>
                    <a:pt x="0" y="979"/>
                  </a:lnTo>
                  <a:cubicBezTo>
                    <a:pt x="0" y="1055"/>
                    <a:pt x="61" y="1118"/>
                    <a:pt x="139" y="1118"/>
                  </a:cubicBezTo>
                  <a:cubicBezTo>
                    <a:pt x="217" y="1118"/>
                    <a:pt x="278" y="1055"/>
                    <a:pt x="278" y="979"/>
                  </a:cubicBezTo>
                  <a:lnTo>
                    <a:pt x="278" y="140"/>
                  </a:lnTo>
                  <a:cubicBezTo>
                    <a:pt x="278" y="63"/>
                    <a:pt x="217" y="1"/>
                    <a:pt x="139"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10" name="Google Shape;2910;p27"/>
            <p:cNvSpPr/>
            <p:nvPr/>
          </p:nvSpPr>
          <p:spPr>
            <a:xfrm>
              <a:off x="6818320" y="4382697"/>
              <a:ext cx="9026" cy="20976"/>
            </a:xfrm>
            <a:custGeom>
              <a:rect b="b" l="l" r="r" t="t"/>
              <a:pathLst>
                <a:path extrusionOk="0" h="653" w="281">
                  <a:moveTo>
                    <a:pt x="139" y="1"/>
                  </a:moveTo>
                  <a:cubicBezTo>
                    <a:pt x="64" y="1"/>
                    <a:pt x="0" y="62"/>
                    <a:pt x="0" y="140"/>
                  </a:cubicBezTo>
                  <a:lnTo>
                    <a:pt x="0" y="513"/>
                  </a:lnTo>
                  <a:cubicBezTo>
                    <a:pt x="0" y="588"/>
                    <a:pt x="62" y="652"/>
                    <a:pt x="139" y="652"/>
                  </a:cubicBezTo>
                  <a:cubicBezTo>
                    <a:pt x="217" y="652"/>
                    <a:pt x="281" y="588"/>
                    <a:pt x="280" y="513"/>
                  </a:cubicBezTo>
                  <a:lnTo>
                    <a:pt x="280" y="140"/>
                  </a:lnTo>
                  <a:cubicBezTo>
                    <a:pt x="280" y="64"/>
                    <a:pt x="217" y="1"/>
                    <a:pt x="139"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11" name="Google Shape;2911;p27"/>
            <p:cNvSpPr/>
            <p:nvPr/>
          </p:nvSpPr>
          <p:spPr>
            <a:xfrm>
              <a:off x="6764416" y="4382697"/>
              <a:ext cx="8994" cy="20976"/>
            </a:xfrm>
            <a:custGeom>
              <a:rect b="b" l="l" r="r" t="t"/>
              <a:pathLst>
                <a:path extrusionOk="0" h="653" w="280">
                  <a:moveTo>
                    <a:pt x="141" y="1"/>
                  </a:moveTo>
                  <a:cubicBezTo>
                    <a:pt x="64" y="1"/>
                    <a:pt x="0" y="62"/>
                    <a:pt x="0" y="140"/>
                  </a:cubicBezTo>
                  <a:lnTo>
                    <a:pt x="0" y="513"/>
                  </a:lnTo>
                  <a:cubicBezTo>
                    <a:pt x="0" y="588"/>
                    <a:pt x="63" y="652"/>
                    <a:pt x="141" y="652"/>
                  </a:cubicBezTo>
                  <a:cubicBezTo>
                    <a:pt x="217" y="652"/>
                    <a:pt x="280" y="588"/>
                    <a:pt x="280" y="513"/>
                  </a:cubicBezTo>
                  <a:lnTo>
                    <a:pt x="280" y="140"/>
                  </a:lnTo>
                  <a:cubicBezTo>
                    <a:pt x="280" y="64"/>
                    <a:pt x="217" y="1"/>
                    <a:pt x="141"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12" name="Google Shape;2912;p27"/>
            <p:cNvSpPr/>
            <p:nvPr/>
          </p:nvSpPr>
          <p:spPr>
            <a:xfrm>
              <a:off x="6791368" y="4180605"/>
              <a:ext cx="9026" cy="8962"/>
            </a:xfrm>
            <a:custGeom>
              <a:rect b="b" l="l" r="r" t="t"/>
              <a:pathLst>
                <a:path extrusionOk="0" h="279" w="281">
                  <a:moveTo>
                    <a:pt x="140" y="0"/>
                  </a:moveTo>
                  <a:cubicBezTo>
                    <a:pt x="63" y="0"/>
                    <a:pt x="1" y="63"/>
                    <a:pt x="1" y="139"/>
                  </a:cubicBezTo>
                  <a:cubicBezTo>
                    <a:pt x="1" y="216"/>
                    <a:pt x="63" y="278"/>
                    <a:pt x="140" y="278"/>
                  </a:cubicBezTo>
                  <a:cubicBezTo>
                    <a:pt x="218" y="278"/>
                    <a:pt x="280" y="216"/>
                    <a:pt x="280" y="139"/>
                  </a:cubicBezTo>
                  <a:cubicBezTo>
                    <a:pt x="280" y="63"/>
                    <a:pt x="218" y="0"/>
                    <a:pt x="140" y="0"/>
                  </a:cubicBez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13" name="Google Shape;2913;p27"/>
            <p:cNvSpPr/>
            <p:nvPr/>
          </p:nvSpPr>
          <p:spPr>
            <a:xfrm>
              <a:off x="6791368" y="4198562"/>
              <a:ext cx="9026" cy="8962"/>
            </a:xfrm>
            <a:custGeom>
              <a:rect b="b" l="l" r="r" t="t"/>
              <a:pathLst>
                <a:path extrusionOk="0" h="279" w="281">
                  <a:moveTo>
                    <a:pt x="140" y="0"/>
                  </a:moveTo>
                  <a:cubicBezTo>
                    <a:pt x="63" y="0"/>
                    <a:pt x="1" y="62"/>
                    <a:pt x="1" y="139"/>
                  </a:cubicBezTo>
                  <a:cubicBezTo>
                    <a:pt x="1" y="216"/>
                    <a:pt x="63" y="278"/>
                    <a:pt x="140" y="278"/>
                  </a:cubicBezTo>
                  <a:cubicBezTo>
                    <a:pt x="218" y="278"/>
                    <a:pt x="280" y="216"/>
                    <a:pt x="280" y="139"/>
                  </a:cubicBezTo>
                  <a:cubicBezTo>
                    <a:pt x="280" y="62"/>
                    <a:pt x="218" y="0"/>
                    <a:pt x="140" y="0"/>
                  </a:cubicBez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14" name="Google Shape;2914;p27"/>
            <p:cNvSpPr/>
            <p:nvPr/>
          </p:nvSpPr>
          <p:spPr>
            <a:xfrm>
              <a:off x="6780864" y="4220663"/>
              <a:ext cx="30067" cy="19498"/>
            </a:xfrm>
            <a:custGeom>
              <a:rect b="b" l="l" r="r" t="t"/>
              <a:pathLst>
                <a:path extrusionOk="0" h="607" w="936">
                  <a:moveTo>
                    <a:pt x="467" y="0"/>
                  </a:moveTo>
                  <a:cubicBezTo>
                    <a:pt x="418" y="0"/>
                    <a:pt x="368" y="20"/>
                    <a:pt x="332" y="59"/>
                  </a:cubicBezTo>
                  <a:lnTo>
                    <a:pt x="114" y="291"/>
                  </a:lnTo>
                  <a:cubicBezTo>
                    <a:pt x="1" y="411"/>
                    <a:pt x="83" y="606"/>
                    <a:pt x="248" y="606"/>
                  </a:cubicBezTo>
                  <a:lnTo>
                    <a:pt x="688" y="606"/>
                  </a:lnTo>
                  <a:cubicBezTo>
                    <a:pt x="851" y="606"/>
                    <a:pt x="936" y="411"/>
                    <a:pt x="824" y="291"/>
                  </a:cubicBezTo>
                  <a:lnTo>
                    <a:pt x="604" y="59"/>
                  </a:lnTo>
                  <a:cubicBezTo>
                    <a:pt x="567" y="20"/>
                    <a:pt x="517" y="0"/>
                    <a:pt x="467" y="0"/>
                  </a:cubicBezTo>
                  <a:close/>
                </a:path>
              </a:pathLst>
            </a:cu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15" name="Google Shape;2915;p27"/>
            <p:cNvSpPr/>
            <p:nvPr/>
          </p:nvSpPr>
          <p:spPr>
            <a:xfrm>
              <a:off x="6740227" y="4196699"/>
              <a:ext cx="31287" cy="18021"/>
            </a:xfrm>
            <a:custGeom>
              <a:rect b="b" l="l" r="r" t="t"/>
              <a:pathLst>
                <a:path extrusionOk="0" h="561" w="974">
                  <a:moveTo>
                    <a:pt x="281" y="0"/>
                  </a:moveTo>
                  <a:cubicBezTo>
                    <a:pt x="125" y="0"/>
                    <a:pt x="1" y="126"/>
                    <a:pt x="1" y="281"/>
                  </a:cubicBezTo>
                  <a:cubicBezTo>
                    <a:pt x="1" y="436"/>
                    <a:pt x="128" y="560"/>
                    <a:pt x="281" y="560"/>
                  </a:cubicBezTo>
                  <a:lnTo>
                    <a:pt x="693" y="560"/>
                  </a:lnTo>
                  <a:cubicBezTo>
                    <a:pt x="847" y="560"/>
                    <a:pt x="973" y="434"/>
                    <a:pt x="973" y="281"/>
                  </a:cubicBezTo>
                  <a:cubicBezTo>
                    <a:pt x="973" y="125"/>
                    <a:pt x="846" y="0"/>
                    <a:pt x="693" y="0"/>
                  </a:cubicBez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16" name="Google Shape;2916;p27"/>
            <p:cNvSpPr/>
            <p:nvPr/>
          </p:nvSpPr>
          <p:spPr>
            <a:xfrm>
              <a:off x="6820216" y="4180830"/>
              <a:ext cx="31287" cy="18021"/>
            </a:xfrm>
            <a:custGeom>
              <a:rect b="b" l="l" r="r" t="t"/>
              <a:pathLst>
                <a:path extrusionOk="0" h="561" w="974">
                  <a:moveTo>
                    <a:pt x="281" y="1"/>
                  </a:moveTo>
                  <a:cubicBezTo>
                    <a:pt x="125" y="1"/>
                    <a:pt x="0" y="126"/>
                    <a:pt x="0" y="280"/>
                  </a:cubicBezTo>
                  <a:cubicBezTo>
                    <a:pt x="0" y="436"/>
                    <a:pt x="128" y="561"/>
                    <a:pt x="281" y="561"/>
                  </a:cubicBezTo>
                  <a:lnTo>
                    <a:pt x="692" y="561"/>
                  </a:lnTo>
                  <a:cubicBezTo>
                    <a:pt x="846" y="561"/>
                    <a:pt x="970" y="435"/>
                    <a:pt x="973" y="280"/>
                  </a:cubicBezTo>
                  <a:cubicBezTo>
                    <a:pt x="973" y="125"/>
                    <a:pt x="846" y="1"/>
                    <a:pt x="692" y="1"/>
                  </a:cubicBez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17" name="Google Shape;2917;p27"/>
            <p:cNvSpPr/>
            <p:nvPr/>
          </p:nvSpPr>
          <p:spPr>
            <a:xfrm>
              <a:off x="6821372" y="4317356"/>
              <a:ext cx="65915" cy="65947"/>
            </a:xfrm>
            <a:custGeom>
              <a:rect b="b" l="l" r="r" t="t"/>
              <a:pathLst>
                <a:path extrusionOk="0" h="2053" w="2052">
                  <a:moveTo>
                    <a:pt x="969" y="1"/>
                  </a:moveTo>
                  <a:lnTo>
                    <a:pt x="913" y="38"/>
                  </a:lnTo>
                  <a:cubicBezTo>
                    <a:pt x="810" y="38"/>
                    <a:pt x="727" y="122"/>
                    <a:pt x="727" y="225"/>
                  </a:cubicBezTo>
                  <a:lnTo>
                    <a:pt x="727" y="636"/>
                  </a:lnTo>
                  <a:cubicBezTo>
                    <a:pt x="727" y="667"/>
                    <a:pt x="669" y="691"/>
                    <a:pt x="638" y="691"/>
                  </a:cubicBezTo>
                  <a:lnTo>
                    <a:pt x="187" y="691"/>
                  </a:lnTo>
                  <a:cubicBezTo>
                    <a:pt x="85" y="691"/>
                    <a:pt x="1" y="775"/>
                    <a:pt x="1" y="878"/>
                  </a:cubicBezTo>
                  <a:lnTo>
                    <a:pt x="1" y="1082"/>
                  </a:lnTo>
                  <a:lnTo>
                    <a:pt x="40" y="1139"/>
                  </a:lnTo>
                  <a:cubicBezTo>
                    <a:pt x="40" y="1241"/>
                    <a:pt x="122" y="1325"/>
                    <a:pt x="225" y="1325"/>
                  </a:cubicBezTo>
                  <a:lnTo>
                    <a:pt x="672" y="1325"/>
                  </a:lnTo>
                  <a:cubicBezTo>
                    <a:pt x="703" y="1325"/>
                    <a:pt x="729" y="1350"/>
                    <a:pt x="729" y="1382"/>
                  </a:cubicBezTo>
                  <a:lnTo>
                    <a:pt x="729" y="1828"/>
                  </a:lnTo>
                  <a:cubicBezTo>
                    <a:pt x="729" y="1932"/>
                    <a:pt x="811" y="2014"/>
                    <a:pt x="916" y="2014"/>
                  </a:cubicBezTo>
                  <a:lnTo>
                    <a:pt x="971" y="2052"/>
                  </a:lnTo>
                  <a:lnTo>
                    <a:pt x="1176" y="2052"/>
                  </a:lnTo>
                  <a:cubicBezTo>
                    <a:pt x="1279" y="2052"/>
                    <a:pt x="1361" y="1970"/>
                    <a:pt x="1361" y="1867"/>
                  </a:cubicBezTo>
                  <a:lnTo>
                    <a:pt x="1361" y="1418"/>
                  </a:lnTo>
                  <a:cubicBezTo>
                    <a:pt x="1361" y="1386"/>
                    <a:pt x="1388" y="1362"/>
                    <a:pt x="1418" y="1362"/>
                  </a:cubicBezTo>
                  <a:lnTo>
                    <a:pt x="1865" y="1362"/>
                  </a:lnTo>
                  <a:cubicBezTo>
                    <a:pt x="1968" y="1362"/>
                    <a:pt x="2052" y="1278"/>
                    <a:pt x="2052" y="1175"/>
                  </a:cubicBezTo>
                  <a:lnTo>
                    <a:pt x="2052" y="877"/>
                  </a:lnTo>
                  <a:cubicBezTo>
                    <a:pt x="2049" y="775"/>
                    <a:pt x="1967" y="691"/>
                    <a:pt x="1864" y="691"/>
                  </a:cubicBezTo>
                  <a:lnTo>
                    <a:pt x="1416" y="691"/>
                  </a:lnTo>
                  <a:cubicBezTo>
                    <a:pt x="1386" y="691"/>
                    <a:pt x="1360" y="667"/>
                    <a:pt x="1360" y="635"/>
                  </a:cubicBezTo>
                  <a:lnTo>
                    <a:pt x="1360" y="188"/>
                  </a:lnTo>
                  <a:cubicBezTo>
                    <a:pt x="1360" y="83"/>
                    <a:pt x="1277" y="1"/>
                    <a:pt x="1173" y="1"/>
                  </a:cubicBezTo>
                  <a:close/>
                </a:path>
              </a:pathLst>
            </a:cu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18" name="Google Shape;2918;p27"/>
            <p:cNvSpPr/>
            <p:nvPr/>
          </p:nvSpPr>
          <p:spPr>
            <a:xfrm>
              <a:off x="6821276" y="4352050"/>
              <a:ext cx="31191" cy="31255"/>
            </a:xfrm>
            <a:custGeom>
              <a:rect b="b" l="l" r="r" t="t"/>
              <a:pathLst>
                <a:path extrusionOk="0" h="973" w="971">
                  <a:moveTo>
                    <a:pt x="1" y="1"/>
                  </a:moveTo>
                  <a:lnTo>
                    <a:pt x="1" y="95"/>
                  </a:lnTo>
                  <a:cubicBezTo>
                    <a:pt x="1" y="198"/>
                    <a:pt x="83" y="282"/>
                    <a:pt x="188" y="282"/>
                  </a:cubicBezTo>
                  <a:lnTo>
                    <a:pt x="633" y="282"/>
                  </a:lnTo>
                  <a:cubicBezTo>
                    <a:pt x="665" y="282"/>
                    <a:pt x="690" y="306"/>
                    <a:pt x="690" y="338"/>
                  </a:cubicBezTo>
                  <a:lnTo>
                    <a:pt x="690" y="787"/>
                  </a:lnTo>
                  <a:cubicBezTo>
                    <a:pt x="690" y="890"/>
                    <a:pt x="774" y="972"/>
                    <a:pt x="877" y="972"/>
                  </a:cubicBezTo>
                  <a:lnTo>
                    <a:pt x="971" y="972"/>
                  </a:lnTo>
                  <a:lnTo>
                    <a:pt x="971" y="59"/>
                  </a:lnTo>
                  <a:cubicBezTo>
                    <a:pt x="971" y="28"/>
                    <a:pt x="945" y="2"/>
                    <a:pt x="914"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19" name="Google Shape;2919;p27"/>
            <p:cNvSpPr/>
            <p:nvPr/>
          </p:nvSpPr>
          <p:spPr>
            <a:xfrm>
              <a:off x="6841803" y="4317356"/>
              <a:ext cx="10729" cy="22165"/>
            </a:xfrm>
            <a:custGeom>
              <a:rect b="b" l="l" r="r" t="t"/>
              <a:pathLst>
                <a:path extrusionOk="0" h="690" w="334">
                  <a:moveTo>
                    <a:pt x="239" y="1"/>
                  </a:moveTo>
                  <a:cubicBezTo>
                    <a:pt x="136" y="1"/>
                    <a:pt x="52" y="83"/>
                    <a:pt x="52" y="188"/>
                  </a:cubicBezTo>
                  <a:lnTo>
                    <a:pt x="52" y="633"/>
                  </a:lnTo>
                  <a:cubicBezTo>
                    <a:pt x="52" y="662"/>
                    <a:pt x="28" y="687"/>
                    <a:pt x="0" y="690"/>
                  </a:cubicBezTo>
                  <a:lnTo>
                    <a:pt x="277" y="690"/>
                  </a:lnTo>
                  <a:cubicBezTo>
                    <a:pt x="309" y="690"/>
                    <a:pt x="333" y="665"/>
                    <a:pt x="333" y="633"/>
                  </a:cubicBezTo>
                  <a:lnTo>
                    <a:pt x="333" y="1"/>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2920" name="Google Shape;2920;p27"/>
          <p:cNvGrpSpPr/>
          <p:nvPr/>
        </p:nvGrpSpPr>
        <p:grpSpPr>
          <a:xfrm>
            <a:off x="6012102" y="4221852"/>
            <a:ext cx="297647" cy="107771"/>
            <a:chOff x="6012102" y="4221852"/>
            <a:chExt cx="297647" cy="107771"/>
          </a:xfrm>
        </p:grpSpPr>
        <p:sp>
          <p:nvSpPr>
            <p:cNvPr id="2921" name="Google Shape;2921;p27"/>
            <p:cNvSpPr/>
            <p:nvPr/>
          </p:nvSpPr>
          <p:spPr>
            <a:xfrm>
              <a:off x="6013290" y="4221852"/>
              <a:ext cx="296459" cy="106647"/>
            </a:xfrm>
            <a:custGeom>
              <a:rect b="b" l="l" r="r" t="t"/>
              <a:pathLst>
                <a:path extrusionOk="0" h="3320" w="9229">
                  <a:moveTo>
                    <a:pt x="224" y="0"/>
                  </a:moveTo>
                  <a:cubicBezTo>
                    <a:pt x="80" y="9"/>
                    <a:pt x="0" y="345"/>
                    <a:pt x="0" y="493"/>
                  </a:cubicBezTo>
                  <a:lnTo>
                    <a:pt x="1" y="3039"/>
                  </a:lnTo>
                  <a:cubicBezTo>
                    <a:pt x="1" y="3194"/>
                    <a:pt x="129" y="3320"/>
                    <a:pt x="282" y="3320"/>
                  </a:cubicBezTo>
                  <a:lnTo>
                    <a:pt x="8913" y="3281"/>
                  </a:lnTo>
                  <a:cubicBezTo>
                    <a:pt x="9061" y="3281"/>
                    <a:pt x="9220" y="3242"/>
                    <a:pt x="9229" y="3095"/>
                  </a:cubicBezTo>
                  <a:lnTo>
                    <a:pt x="9229" y="3077"/>
                  </a:lnTo>
                  <a:lnTo>
                    <a:pt x="9229" y="281"/>
                  </a:lnTo>
                  <a:cubicBezTo>
                    <a:pt x="9229" y="125"/>
                    <a:pt x="9101" y="0"/>
                    <a:pt x="8948" y="0"/>
                  </a:cubicBezTo>
                  <a:close/>
                </a:path>
              </a:pathLst>
            </a:cu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22" name="Google Shape;2922;p27"/>
            <p:cNvSpPr/>
            <p:nvPr/>
          </p:nvSpPr>
          <p:spPr>
            <a:xfrm>
              <a:off x="6012102" y="4221852"/>
              <a:ext cx="297647" cy="107771"/>
            </a:xfrm>
            <a:custGeom>
              <a:rect b="b" l="l" r="r" t="t"/>
              <a:pathLst>
                <a:path extrusionOk="0" h="3355" w="9266">
                  <a:moveTo>
                    <a:pt x="261" y="0"/>
                  </a:moveTo>
                  <a:cubicBezTo>
                    <a:pt x="117" y="9"/>
                    <a:pt x="1" y="131"/>
                    <a:pt x="1" y="278"/>
                  </a:cubicBezTo>
                  <a:lnTo>
                    <a:pt x="1" y="3075"/>
                  </a:lnTo>
                  <a:cubicBezTo>
                    <a:pt x="1" y="3230"/>
                    <a:pt x="127" y="3355"/>
                    <a:pt x="282" y="3355"/>
                  </a:cubicBezTo>
                  <a:lnTo>
                    <a:pt x="8986" y="3355"/>
                  </a:lnTo>
                  <a:cubicBezTo>
                    <a:pt x="9135" y="3355"/>
                    <a:pt x="9257" y="3242"/>
                    <a:pt x="9266" y="3095"/>
                  </a:cubicBezTo>
                  <a:lnTo>
                    <a:pt x="373" y="3095"/>
                  </a:lnTo>
                  <a:cubicBezTo>
                    <a:pt x="312" y="3095"/>
                    <a:pt x="261" y="3045"/>
                    <a:pt x="261" y="2982"/>
                  </a:cubicBezTo>
                  <a:lnTo>
                    <a:pt x="261" y="0"/>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23" name="Google Shape;2923;p27"/>
            <p:cNvSpPr/>
            <p:nvPr/>
          </p:nvSpPr>
          <p:spPr>
            <a:xfrm>
              <a:off x="6099415" y="4294067"/>
              <a:ext cx="35206" cy="17989"/>
            </a:xfrm>
            <a:custGeom>
              <a:rect b="b" l="l" r="r" t="t"/>
              <a:pathLst>
                <a:path extrusionOk="0" h="560" w="1096">
                  <a:moveTo>
                    <a:pt x="19" y="1"/>
                  </a:moveTo>
                  <a:lnTo>
                    <a:pt x="0" y="140"/>
                  </a:lnTo>
                  <a:lnTo>
                    <a:pt x="0" y="370"/>
                  </a:lnTo>
                  <a:lnTo>
                    <a:pt x="19" y="559"/>
                  </a:lnTo>
                  <a:lnTo>
                    <a:pt x="1077" y="559"/>
                  </a:lnTo>
                  <a:lnTo>
                    <a:pt x="1096" y="420"/>
                  </a:lnTo>
                  <a:lnTo>
                    <a:pt x="1096" y="167"/>
                  </a:lnTo>
                  <a:lnTo>
                    <a:pt x="1077" y="1"/>
                  </a:ln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24" name="Google Shape;2924;p27"/>
            <p:cNvSpPr/>
            <p:nvPr/>
          </p:nvSpPr>
          <p:spPr>
            <a:xfrm>
              <a:off x="6066006" y="4294067"/>
              <a:ext cx="34018" cy="17989"/>
            </a:xfrm>
            <a:custGeom>
              <a:rect b="b" l="l" r="r" t="t"/>
              <a:pathLst>
                <a:path extrusionOk="0" h="560" w="1059">
                  <a:moveTo>
                    <a:pt x="56" y="1"/>
                  </a:moveTo>
                  <a:cubicBezTo>
                    <a:pt x="25" y="1"/>
                    <a:pt x="1" y="25"/>
                    <a:pt x="1" y="56"/>
                  </a:cubicBezTo>
                  <a:lnTo>
                    <a:pt x="1" y="503"/>
                  </a:lnTo>
                  <a:cubicBezTo>
                    <a:pt x="1" y="533"/>
                    <a:pt x="25" y="559"/>
                    <a:pt x="56" y="559"/>
                  </a:cubicBezTo>
                  <a:lnTo>
                    <a:pt x="1059" y="559"/>
                  </a:lnTo>
                  <a:lnTo>
                    <a:pt x="1059" y="1"/>
                  </a:lnTo>
                  <a:close/>
                </a:path>
              </a:pathLst>
            </a:cu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25" name="Google Shape;2925;p27"/>
            <p:cNvSpPr/>
            <p:nvPr/>
          </p:nvSpPr>
          <p:spPr>
            <a:xfrm>
              <a:off x="6134013" y="4294067"/>
              <a:ext cx="34628" cy="17989"/>
            </a:xfrm>
            <a:custGeom>
              <a:rect b="b" l="l" r="r" t="t"/>
              <a:pathLst>
                <a:path extrusionOk="0" h="560" w="1078">
                  <a:moveTo>
                    <a:pt x="0" y="1"/>
                  </a:moveTo>
                  <a:lnTo>
                    <a:pt x="0" y="559"/>
                  </a:lnTo>
                  <a:lnTo>
                    <a:pt x="1058" y="559"/>
                  </a:lnTo>
                  <a:lnTo>
                    <a:pt x="1077" y="420"/>
                  </a:lnTo>
                  <a:lnTo>
                    <a:pt x="1077" y="140"/>
                  </a:lnTo>
                  <a:lnTo>
                    <a:pt x="1058" y="1"/>
                  </a:lnTo>
                  <a:close/>
                </a:path>
              </a:pathLst>
            </a:cu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26" name="Google Shape;2926;p27"/>
            <p:cNvSpPr/>
            <p:nvPr/>
          </p:nvSpPr>
          <p:spPr>
            <a:xfrm>
              <a:off x="6167936" y="4294067"/>
              <a:ext cx="34050" cy="17989"/>
            </a:xfrm>
            <a:custGeom>
              <a:rect b="b" l="l" r="r" t="t"/>
              <a:pathLst>
                <a:path extrusionOk="0" h="560" w="1060">
                  <a:moveTo>
                    <a:pt x="1" y="1"/>
                  </a:moveTo>
                  <a:lnTo>
                    <a:pt x="1" y="559"/>
                  </a:lnTo>
                  <a:lnTo>
                    <a:pt x="1004" y="559"/>
                  </a:lnTo>
                  <a:cubicBezTo>
                    <a:pt x="1036" y="559"/>
                    <a:pt x="1059" y="533"/>
                    <a:pt x="1059" y="503"/>
                  </a:cubicBezTo>
                  <a:lnTo>
                    <a:pt x="1059" y="56"/>
                  </a:lnTo>
                  <a:cubicBezTo>
                    <a:pt x="1059" y="25"/>
                    <a:pt x="1034" y="1"/>
                    <a:pt x="1004" y="1"/>
                  </a:cubicBezTo>
                  <a:close/>
                </a:path>
              </a:pathLst>
            </a:custGeom>
            <a:solidFill>
              <a:schemeClr val="l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27" name="Google Shape;2927;p27"/>
            <p:cNvSpPr/>
            <p:nvPr/>
          </p:nvSpPr>
          <p:spPr>
            <a:xfrm>
              <a:off x="6031280" y="4240066"/>
              <a:ext cx="170699" cy="34821"/>
            </a:xfrm>
            <a:custGeom>
              <a:rect b="b" l="l" r="r" t="t"/>
              <a:pathLst>
                <a:path extrusionOk="0" h="1084" w="5314">
                  <a:moveTo>
                    <a:pt x="206" y="1"/>
                  </a:moveTo>
                  <a:lnTo>
                    <a:pt x="57" y="40"/>
                  </a:lnTo>
                  <a:cubicBezTo>
                    <a:pt x="26" y="40"/>
                    <a:pt x="0" y="65"/>
                    <a:pt x="0" y="96"/>
                  </a:cubicBezTo>
                  <a:lnTo>
                    <a:pt x="0" y="1027"/>
                  </a:lnTo>
                  <a:cubicBezTo>
                    <a:pt x="0" y="1059"/>
                    <a:pt x="26" y="1084"/>
                    <a:pt x="57" y="1084"/>
                  </a:cubicBezTo>
                  <a:lnTo>
                    <a:pt x="5222" y="1084"/>
                  </a:lnTo>
                  <a:cubicBezTo>
                    <a:pt x="5252" y="1084"/>
                    <a:pt x="5277" y="1059"/>
                    <a:pt x="5275" y="1026"/>
                  </a:cubicBezTo>
                  <a:lnTo>
                    <a:pt x="5313" y="878"/>
                  </a:lnTo>
                  <a:lnTo>
                    <a:pt x="5313" y="57"/>
                  </a:lnTo>
                  <a:cubicBezTo>
                    <a:pt x="5313" y="27"/>
                    <a:pt x="5288" y="1"/>
                    <a:pt x="5258" y="1"/>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28" name="Google Shape;2928;p27"/>
            <p:cNvSpPr/>
            <p:nvPr/>
          </p:nvSpPr>
          <p:spPr>
            <a:xfrm>
              <a:off x="6030059" y="4240163"/>
              <a:ext cx="171920" cy="35945"/>
            </a:xfrm>
            <a:custGeom>
              <a:rect b="b" l="l" r="r" t="t"/>
              <a:pathLst>
                <a:path extrusionOk="0" h="1119" w="5352">
                  <a:moveTo>
                    <a:pt x="57" y="1"/>
                  </a:moveTo>
                  <a:cubicBezTo>
                    <a:pt x="25" y="1"/>
                    <a:pt x="1" y="25"/>
                    <a:pt x="1" y="57"/>
                  </a:cubicBezTo>
                  <a:lnTo>
                    <a:pt x="1" y="1063"/>
                  </a:lnTo>
                  <a:cubicBezTo>
                    <a:pt x="1" y="1094"/>
                    <a:pt x="25" y="1118"/>
                    <a:pt x="57" y="1118"/>
                  </a:cubicBezTo>
                  <a:lnTo>
                    <a:pt x="5296" y="1118"/>
                  </a:lnTo>
                  <a:cubicBezTo>
                    <a:pt x="5326" y="1118"/>
                    <a:pt x="5351" y="1094"/>
                    <a:pt x="5351" y="1063"/>
                  </a:cubicBezTo>
                  <a:lnTo>
                    <a:pt x="5351" y="878"/>
                  </a:lnTo>
                  <a:lnTo>
                    <a:pt x="281" y="878"/>
                  </a:lnTo>
                  <a:cubicBezTo>
                    <a:pt x="260" y="878"/>
                    <a:pt x="242" y="861"/>
                    <a:pt x="242" y="840"/>
                  </a:cubicBezTo>
                  <a:lnTo>
                    <a:pt x="242" y="1"/>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29" name="Google Shape;2929;p27"/>
            <p:cNvSpPr/>
            <p:nvPr/>
          </p:nvSpPr>
          <p:spPr>
            <a:xfrm>
              <a:off x="6084895" y="4253655"/>
              <a:ext cx="62286" cy="8962"/>
            </a:xfrm>
            <a:custGeom>
              <a:rect b="b" l="l" r="r" t="t"/>
              <a:pathLst>
                <a:path extrusionOk="0" h="279" w="1939">
                  <a:moveTo>
                    <a:pt x="139" y="1"/>
                  </a:moveTo>
                  <a:cubicBezTo>
                    <a:pt x="63" y="1"/>
                    <a:pt x="0" y="64"/>
                    <a:pt x="0" y="140"/>
                  </a:cubicBezTo>
                  <a:cubicBezTo>
                    <a:pt x="0" y="216"/>
                    <a:pt x="61" y="278"/>
                    <a:pt x="139" y="278"/>
                  </a:cubicBezTo>
                  <a:lnTo>
                    <a:pt x="1798" y="278"/>
                  </a:lnTo>
                  <a:cubicBezTo>
                    <a:pt x="1877" y="278"/>
                    <a:pt x="1939" y="216"/>
                    <a:pt x="1939" y="140"/>
                  </a:cubicBezTo>
                  <a:cubicBezTo>
                    <a:pt x="1939" y="64"/>
                    <a:pt x="1877" y="1"/>
                    <a:pt x="1798"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30" name="Google Shape;2930;p27"/>
            <p:cNvSpPr/>
            <p:nvPr/>
          </p:nvSpPr>
          <p:spPr>
            <a:xfrm>
              <a:off x="6043583" y="4307559"/>
              <a:ext cx="9026" cy="8962"/>
            </a:xfrm>
            <a:custGeom>
              <a:rect b="b" l="l" r="r" t="t"/>
              <a:pathLst>
                <a:path extrusionOk="0" h="279" w="281">
                  <a:moveTo>
                    <a:pt x="141" y="0"/>
                  </a:moveTo>
                  <a:cubicBezTo>
                    <a:pt x="63" y="0"/>
                    <a:pt x="1" y="63"/>
                    <a:pt x="1" y="139"/>
                  </a:cubicBezTo>
                  <a:cubicBezTo>
                    <a:pt x="1" y="216"/>
                    <a:pt x="63" y="278"/>
                    <a:pt x="141" y="278"/>
                  </a:cubicBezTo>
                  <a:cubicBezTo>
                    <a:pt x="218" y="278"/>
                    <a:pt x="280" y="216"/>
                    <a:pt x="280" y="139"/>
                  </a:cubicBezTo>
                  <a:cubicBezTo>
                    <a:pt x="280" y="63"/>
                    <a:pt x="218" y="0"/>
                    <a:pt x="141"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31" name="Google Shape;2931;p27"/>
            <p:cNvSpPr/>
            <p:nvPr/>
          </p:nvSpPr>
          <p:spPr>
            <a:xfrm>
              <a:off x="6025658" y="4289569"/>
              <a:ext cx="26951" cy="8994"/>
            </a:xfrm>
            <a:custGeom>
              <a:rect b="b" l="l" r="r" t="t"/>
              <a:pathLst>
                <a:path extrusionOk="0" h="280" w="839">
                  <a:moveTo>
                    <a:pt x="139" y="0"/>
                  </a:moveTo>
                  <a:cubicBezTo>
                    <a:pt x="64" y="0"/>
                    <a:pt x="0" y="62"/>
                    <a:pt x="0" y="141"/>
                  </a:cubicBezTo>
                  <a:cubicBezTo>
                    <a:pt x="0" y="216"/>
                    <a:pt x="62" y="280"/>
                    <a:pt x="139" y="280"/>
                  </a:cubicBezTo>
                  <a:lnTo>
                    <a:pt x="699" y="280"/>
                  </a:lnTo>
                  <a:cubicBezTo>
                    <a:pt x="775" y="280"/>
                    <a:pt x="838" y="216"/>
                    <a:pt x="838" y="141"/>
                  </a:cubicBezTo>
                  <a:cubicBezTo>
                    <a:pt x="838" y="64"/>
                    <a:pt x="776" y="0"/>
                    <a:pt x="699"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32" name="Google Shape;2932;p27"/>
            <p:cNvSpPr/>
            <p:nvPr/>
          </p:nvSpPr>
          <p:spPr>
            <a:xfrm>
              <a:off x="6025658" y="4307559"/>
              <a:ext cx="8962" cy="8962"/>
            </a:xfrm>
            <a:custGeom>
              <a:rect b="b" l="l" r="r" t="t"/>
              <a:pathLst>
                <a:path extrusionOk="0" h="279" w="279">
                  <a:moveTo>
                    <a:pt x="139" y="0"/>
                  </a:moveTo>
                  <a:cubicBezTo>
                    <a:pt x="62" y="0"/>
                    <a:pt x="0" y="63"/>
                    <a:pt x="0" y="139"/>
                  </a:cubicBezTo>
                  <a:cubicBezTo>
                    <a:pt x="0" y="216"/>
                    <a:pt x="62" y="278"/>
                    <a:pt x="139" y="278"/>
                  </a:cubicBezTo>
                  <a:cubicBezTo>
                    <a:pt x="216" y="278"/>
                    <a:pt x="278" y="216"/>
                    <a:pt x="278" y="139"/>
                  </a:cubicBezTo>
                  <a:cubicBezTo>
                    <a:pt x="278" y="63"/>
                    <a:pt x="216" y="0"/>
                    <a:pt x="139"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33" name="Google Shape;2933;p27"/>
            <p:cNvSpPr/>
            <p:nvPr/>
          </p:nvSpPr>
          <p:spPr>
            <a:xfrm>
              <a:off x="6219977" y="4258120"/>
              <a:ext cx="71890" cy="17989"/>
            </a:xfrm>
            <a:custGeom>
              <a:rect b="b" l="l" r="r" t="t"/>
              <a:pathLst>
                <a:path extrusionOk="0" h="560" w="2238">
                  <a:moveTo>
                    <a:pt x="57" y="1"/>
                  </a:moveTo>
                  <a:cubicBezTo>
                    <a:pt x="25" y="1"/>
                    <a:pt x="1" y="27"/>
                    <a:pt x="1" y="57"/>
                  </a:cubicBezTo>
                  <a:lnTo>
                    <a:pt x="1" y="504"/>
                  </a:lnTo>
                  <a:cubicBezTo>
                    <a:pt x="1" y="535"/>
                    <a:pt x="25" y="559"/>
                    <a:pt x="57" y="559"/>
                  </a:cubicBezTo>
                  <a:lnTo>
                    <a:pt x="2181" y="559"/>
                  </a:lnTo>
                  <a:cubicBezTo>
                    <a:pt x="2211" y="559"/>
                    <a:pt x="2237" y="535"/>
                    <a:pt x="2237" y="504"/>
                  </a:cubicBezTo>
                  <a:lnTo>
                    <a:pt x="2237" y="57"/>
                  </a:lnTo>
                  <a:cubicBezTo>
                    <a:pt x="2237" y="25"/>
                    <a:pt x="2211" y="1"/>
                    <a:pt x="2181" y="1"/>
                  </a:cubicBezTo>
                  <a:close/>
                </a:path>
              </a:pathLst>
            </a:cu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34" name="Google Shape;2934;p27"/>
            <p:cNvSpPr/>
            <p:nvPr/>
          </p:nvSpPr>
          <p:spPr>
            <a:xfrm>
              <a:off x="6275359" y="4289569"/>
              <a:ext cx="20976" cy="8994"/>
            </a:xfrm>
            <a:custGeom>
              <a:rect b="b" l="l" r="r" t="t"/>
              <a:pathLst>
                <a:path extrusionOk="0" h="280" w="653">
                  <a:moveTo>
                    <a:pt x="140" y="0"/>
                  </a:moveTo>
                  <a:cubicBezTo>
                    <a:pt x="65" y="0"/>
                    <a:pt x="1" y="62"/>
                    <a:pt x="1" y="141"/>
                  </a:cubicBezTo>
                  <a:cubicBezTo>
                    <a:pt x="1" y="216"/>
                    <a:pt x="63" y="280"/>
                    <a:pt x="140" y="280"/>
                  </a:cubicBezTo>
                  <a:lnTo>
                    <a:pt x="513" y="280"/>
                  </a:lnTo>
                  <a:cubicBezTo>
                    <a:pt x="589" y="280"/>
                    <a:pt x="652" y="216"/>
                    <a:pt x="652" y="141"/>
                  </a:cubicBezTo>
                  <a:cubicBezTo>
                    <a:pt x="652" y="64"/>
                    <a:pt x="592" y="0"/>
                    <a:pt x="513"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35" name="Google Shape;2935;p27"/>
            <p:cNvSpPr/>
            <p:nvPr/>
          </p:nvSpPr>
          <p:spPr>
            <a:xfrm>
              <a:off x="6281366" y="4307559"/>
              <a:ext cx="8962" cy="8962"/>
            </a:xfrm>
            <a:custGeom>
              <a:rect b="b" l="l" r="r" t="t"/>
              <a:pathLst>
                <a:path extrusionOk="0" h="279" w="279">
                  <a:moveTo>
                    <a:pt x="140" y="0"/>
                  </a:moveTo>
                  <a:cubicBezTo>
                    <a:pt x="63" y="0"/>
                    <a:pt x="1" y="63"/>
                    <a:pt x="1" y="139"/>
                  </a:cubicBezTo>
                  <a:cubicBezTo>
                    <a:pt x="1" y="216"/>
                    <a:pt x="63" y="278"/>
                    <a:pt x="140" y="278"/>
                  </a:cubicBezTo>
                  <a:cubicBezTo>
                    <a:pt x="216" y="278"/>
                    <a:pt x="279" y="216"/>
                    <a:pt x="279" y="139"/>
                  </a:cubicBezTo>
                  <a:cubicBezTo>
                    <a:pt x="279" y="63"/>
                    <a:pt x="216" y="0"/>
                    <a:pt x="140"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36" name="Google Shape;2936;p27"/>
            <p:cNvSpPr/>
            <p:nvPr/>
          </p:nvSpPr>
          <p:spPr>
            <a:xfrm>
              <a:off x="6215415" y="4289569"/>
              <a:ext cx="21072" cy="8994"/>
            </a:xfrm>
            <a:custGeom>
              <a:rect b="b" l="l" r="r" t="t"/>
              <a:pathLst>
                <a:path extrusionOk="0" h="280" w="656">
                  <a:moveTo>
                    <a:pt x="141" y="0"/>
                  </a:moveTo>
                  <a:cubicBezTo>
                    <a:pt x="65" y="0"/>
                    <a:pt x="1" y="62"/>
                    <a:pt x="1" y="141"/>
                  </a:cubicBezTo>
                  <a:cubicBezTo>
                    <a:pt x="1" y="216"/>
                    <a:pt x="63" y="280"/>
                    <a:pt x="141" y="280"/>
                  </a:cubicBezTo>
                  <a:lnTo>
                    <a:pt x="513" y="280"/>
                  </a:lnTo>
                  <a:cubicBezTo>
                    <a:pt x="592" y="280"/>
                    <a:pt x="655" y="216"/>
                    <a:pt x="652" y="141"/>
                  </a:cubicBezTo>
                  <a:cubicBezTo>
                    <a:pt x="652" y="64"/>
                    <a:pt x="592" y="0"/>
                    <a:pt x="513"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37" name="Google Shape;2937;p27"/>
            <p:cNvSpPr/>
            <p:nvPr/>
          </p:nvSpPr>
          <p:spPr>
            <a:xfrm>
              <a:off x="6221422" y="4307559"/>
              <a:ext cx="8962" cy="8962"/>
            </a:xfrm>
            <a:custGeom>
              <a:rect b="b" l="l" r="r" t="t"/>
              <a:pathLst>
                <a:path extrusionOk="0" h="279" w="279">
                  <a:moveTo>
                    <a:pt x="140" y="0"/>
                  </a:moveTo>
                  <a:cubicBezTo>
                    <a:pt x="63" y="0"/>
                    <a:pt x="1" y="63"/>
                    <a:pt x="1" y="139"/>
                  </a:cubicBezTo>
                  <a:cubicBezTo>
                    <a:pt x="1" y="216"/>
                    <a:pt x="63" y="278"/>
                    <a:pt x="140" y="278"/>
                  </a:cubicBezTo>
                  <a:cubicBezTo>
                    <a:pt x="216" y="278"/>
                    <a:pt x="279" y="216"/>
                    <a:pt x="279" y="139"/>
                  </a:cubicBezTo>
                  <a:cubicBezTo>
                    <a:pt x="279" y="63"/>
                    <a:pt x="216" y="0"/>
                    <a:pt x="140"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38" name="Google Shape;2938;p27"/>
            <p:cNvSpPr/>
            <p:nvPr/>
          </p:nvSpPr>
          <p:spPr>
            <a:xfrm>
              <a:off x="6245419" y="4289569"/>
              <a:ext cx="20976" cy="8994"/>
            </a:xfrm>
            <a:custGeom>
              <a:rect b="b" l="l" r="r" t="t"/>
              <a:pathLst>
                <a:path extrusionOk="0" h="280" w="653">
                  <a:moveTo>
                    <a:pt x="141" y="0"/>
                  </a:moveTo>
                  <a:cubicBezTo>
                    <a:pt x="64" y="0"/>
                    <a:pt x="1" y="62"/>
                    <a:pt x="1" y="141"/>
                  </a:cubicBezTo>
                  <a:cubicBezTo>
                    <a:pt x="1" y="216"/>
                    <a:pt x="63" y="280"/>
                    <a:pt x="141" y="280"/>
                  </a:cubicBezTo>
                  <a:lnTo>
                    <a:pt x="513" y="280"/>
                  </a:lnTo>
                  <a:cubicBezTo>
                    <a:pt x="590" y="280"/>
                    <a:pt x="652" y="216"/>
                    <a:pt x="652" y="141"/>
                  </a:cubicBezTo>
                  <a:cubicBezTo>
                    <a:pt x="652" y="64"/>
                    <a:pt x="591" y="0"/>
                    <a:pt x="513"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39" name="Google Shape;2939;p27"/>
            <p:cNvSpPr/>
            <p:nvPr/>
          </p:nvSpPr>
          <p:spPr>
            <a:xfrm>
              <a:off x="6251426" y="4307559"/>
              <a:ext cx="8994" cy="8962"/>
            </a:xfrm>
            <a:custGeom>
              <a:rect b="b" l="l" r="r" t="t"/>
              <a:pathLst>
                <a:path extrusionOk="0" h="279" w="280">
                  <a:moveTo>
                    <a:pt x="139" y="0"/>
                  </a:moveTo>
                  <a:cubicBezTo>
                    <a:pt x="63" y="0"/>
                    <a:pt x="0" y="63"/>
                    <a:pt x="0" y="139"/>
                  </a:cubicBezTo>
                  <a:cubicBezTo>
                    <a:pt x="0" y="216"/>
                    <a:pt x="63" y="278"/>
                    <a:pt x="139" y="278"/>
                  </a:cubicBezTo>
                  <a:cubicBezTo>
                    <a:pt x="216" y="278"/>
                    <a:pt x="280" y="216"/>
                    <a:pt x="280" y="139"/>
                  </a:cubicBezTo>
                  <a:cubicBezTo>
                    <a:pt x="280" y="63"/>
                    <a:pt x="216" y="0"/>
                    <a:pt x="139"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40" name="Google Shape;2940;p27"/>
            <p:cNvSpPr/>
            <p:nvPr/>
          </p:nvSpPr>
          <p:spPr>
            <a:xfrm>
              <a:off x="6215512" y="4235697"/>
              <a:ext cx="39479" cy="8962"/>
            </a:xfrm>
            <a:custGeom>
              <a:rect b="b" l="l" r="r" t="t"/>
              <a:pathLst>
                <a:path extrusionOk="0" h="279" w="1229">
                  <a:moveTo>
                    <a:pt x="140" y="1"/>
                  </a:moveTo>
                  <a:cubicBezTo>
                    <a:pt x="63" y="1"/>
                    <a:pt x="1" y="62"/>
                    <a:pt x="1" y="140"/>
                  </a:cubicBezTo>
                  <a:cubicBezTo>
                    <a:pt x="1" y="215"/>
                    <a:pt x="62" y="279"/>
                    <a:pt x="140" y="279"/>
                  </a:cubicBezTo>
                  <a:lnTo>
                    <a:pt x="1089" y="279"/>
                  </a:lnTo>
                  <a:cubicBezTo>
                    <a:pt x="1166" y="279"/>
                    <a:pt x="1228" y="215"/>
                    <a:pt x="1228" y="140"/>
                  </a:cubicBezTo>
                  <a:cubicBezTo>
                    <a:pt x="1228" y="63"/>
                    <a:pt x="1168" y="1"/>
                    <a:pt x="1089"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2941" name="Google Shape;2941;p27"/>
          <p:cNvGrpSpPr/>
          <p:nvPr/>
        </p:nvGrpSpPr>
        <p:grpSpPr>
          <a:xfrm>
            <a:off x="5377298" y="4176686"/>
            <a:ext cx="297678" cy="198228"/>
            <a:chOff x="5377298" y="4176686"/>
            <a:chExt cx="297678" cy="198228"/>
          </a:xfrm>
        </p:grpSpPr>
        <p:sp>
          <p:nvSpPr>
            <p:cNvPr id="2942" name="Google Shape;2942;p27"/>
            <p:cNvSpPr/>
            <p:nvPr/>
          </p:nvSpPr>
          <p:spPr>
            <a:xfrm>
              <a:off x="5378293" y="4176686"/>
              <a:ext cx="296683" cy="197200"/>
            </a:xfrm>
            <a:custGeom>
              <a:rect b="b" l="l" r="r" t="t"/>
              <a:pathLst>
                <a:path extrusionOk="0" h="6139" w="9236">
                  <a:moveTo>
                    <a:pt x="343" y="1"/>
                  </a:moveTo>
                  <a:cubicBezTo>
                    <a:pt x="311" y="1"/>
                    <a:pt x="280" y="7"/>
                    <a:pt x="248" y="14"/>
                  </a:cubicBezTo>
                  <a:cubicBezTo>
                    <a:pt x="88" y="54"/>
                    <a:pt x="1" y="380"/>
                    <a:pt x="1" y="554"/>
                  </a:cubicBezTo>
                  <a:lnTo>
                    <a:pt x="7" y="5759"/>
                  </a:lnTo>
                  <a:cubicBezTo>
                    <a:pt x="7" y="5966"/>
                    <a:pt x="173" y="6133"/>
                    <a:pt x="379" y="6133"/>
                  </a:cubicBezTo>
                  <a:lnTo>
                    <a:pt x="8730" y="6139"/>
                  </a:lnTo>
                  <a:cubicBezTo>
                    <a:pt x="8902" y="6139"/>
                    <a:pt x="9178" y="6052"/>
                    <a:pt x="9222" y="5891"/>
                  </a:cubicBezTo>
                  <a:cubicBezTo>
                    <a:pt x="9231" y="5859"/>
                    <a:pt x="9235" y="5829"/>
                    <a:pt x="9235" y="5797"/>
                  </a:cubicBezTo>
                  <a:lnTo>
                    <a:pt x="9235" y="373"/>
                  </a:lnTo>
                  <a:cubicBezTo>
                    <a:pt x="9235" y="167"/>
                    <a:pt x="9069" y="1"/>
                    <a:pt x="8862" y="1"/>
                  </a:cubicBezTo>
                  <a:close/>
                </a:path>
              </a:pathLst>
            </a:custGeom>
            <a:solidFill>
              <a:schemeClr val="l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43" name="Google Shape;2943;p27"/>
            <p:cNvSpPr/>
            <p:nvPr/>
          </p:nvSpPr>
          <p:spPr>
            <a:xfrm>
              <a:off x="5377298" y="4177007"/>
              <a:ext cx="297197" cy="197907"/>
            </a:xfrm>
            <a:custGeom>
              <a:rect b="b" l="l" r="r" t="t"/>
              <a:pathLst>
                <a:path extrusionOk="0" h="6161" w="9252">
                  <a:moveTo>
                    <a:pt x="278" y="1"/>
                  </a:moveTo>
                  <a:cubicBezTo>
                    <a:pt x="117" y="43"/>
                    <a:pt x="0" y="189"/>
                    <a:pt x="0" y="363"/>
                  </a:cubicBezTo>
                  <a:lnTo>
                    <a:pt x="0" y="5788"/>
                  </a:lnTo>
                  <a:cubicBezTo>
                    <a:pt x="0" y="5994"/>
                    <a:pt x="167" y="6161"/>
                    <a:pt x="372" y="6161"/>
                  </a:cubicBezTo>
                  <a:lnTo>
                    <a:pt x="8891" y="6161"/>
                  </a:lnTo>
                  <a:cubicBezTo>
                    <a:pt x="9065" y="6161"/>
                    <a:pt x="9210" y="6043"/>
                    <a:pt x="9252" y="5883"/>
                  </a:cubicBezTo>
                  <a:lnTo>
                    <a:pt x="372" y="5880"/>
                  </a:lnTo>
                  <a:cubicBezTo>
                    <a:pt x="320" y="5880"/>
                    <a:pt x="278" y="5836"/>
                    <a:pt x="278" y="5786"/>
                  </a:cubicBezTo>
                  <a:lnTo>
                    <a:pt x="278" y="1"/>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44" name="Google Shape;2944;p27"/>
            <p:cNvSpPr/>
            <p:nvPr/>
          </p:nvSpPr>
          <p:spPr>
            <a:xfrm>
              <a:off x="5494615" y="4190146"/>
              <a:ext cx="8994" cy="8962"/>
            </a:xfrm>
            <a:custGeom>
              <a:rect b="b" l="l" r="r" t="t"/>
              <a:pathLst>
                <a:path extrusionOk="0" h="279" w="280">
                  <a:moveTo>
                    <a:pt x="141" y="0"/>
                  </a:moveTo>
                  <a:cubicBezTo>
                    <a:pt x="63" y="0"/>
                    <a:pt x="0" y="62"/>
                    <a:pt x="0" y="139"/>
                  </a:cubicBezTo>
                  <a:cubicBezTo>
                    <a:pt x="0" y="216"/>
                    <a:pt x="63" y="278"/>
                    <a:pt x="141" y="278"/>
                  </a:cubicBezTo>
                  <a:cubicBezTo>
                    <a:pt x="218" y="278"/>
                    <a:pt x="280" y="216"/>
                    <a:pt x="280" y="139"/>
                  </a:cubicBezTo>
                  <a:cubicBezTo>
                    <a:pt x="280" y="62"/>
                    <a:pt x="218" y="0"/>
                    <a:pt x="141"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45" name="Google Shape;2945;p27"/>
            <p:cNvSpPr/>
            <p:nvPr/>
          </p:nvSpPr>
          <p:spPr>
            <a:xfrm>
              <a:off x="5512604" y="4190146"/>
              <a:ext cx="8962" cy="8962"/>
            </a:xfrm>
            <a:custGeom>
              <a:rect b="b" l="l" r="r" t="t"/>
              <a:pathLst>
                <a:path extrusionOk="0" h="279" w="279">
                  <a:moveTo>
                    <a:pt x="140" y="0"/>
                  </a:moveTo>
                  <a:cubicBezTo>
                    <a:pt x="63" y="0"/>
                    <a:pt x="1" y="62"/>
                    <a:pt x="1" y="139"/>
                  </a:cubicBezTo>
                  <a:cubicBezTo>
                    <a:pt x="1" y="216"/>
                    <a:pt x="63" y="278"/>
                    <a:pt x="140" y="278"/>
                  </a:cubicBezTo>
                  <a:cubicBezTo>
                    <a:pt x="216" y="278"/>
                    <a:pt x="279" y="216"/>
                    <a:pt x="279" y="139"/>
                  </a:cubicBezTo>
                  <a:cubicBezTo>
                    <a:pt x="279" y="62"/>
                    <a:pt x="216" y="0"/>
                    <a:pt x="140"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46" name="Google Shape;2946;p27"/>
            <p:cNvSpPr/>
            <p:nvPr/>
          </p:nvSpPr>
          <p:spPr>
            <a:xfrm>
              <a:off x="5530562" y="4190146"/>
              <a:ext cx="8962" cy="8962"/>
            </a:xfrm>
            <a:custGeom>
              <a:rect b="b" l="l" r="r" t="t"/>
              <a:pathLst>
                <a:path extrusionOk="0" h="279" w="279">
                  <a:moveTo>
                    <a:pt x="139" y="0"/>
                  </a:moveTo>
                  <a:cubicBezTo>
                    <a:pt x="63" y="0"/>
                    <a:pt x="0" y="62"/>
                    <a:pt x="0" y="139"/>
                  </a:cubicBezTo>
                  <a:cubicBezTo>
                    <a:pt x="0" y="216"/>
                    <a:pt x="63" y="278"/>
                    <a:pt x="139" y="278"/>
                  </a:cubicBezTo>
                  <a:cubicBezTo>
                    <a:pt x="216" y="278"/>
                    <a:pt x="278" y="216"/>
                    <a:pt x="278" y="139"/>
                  </a:cubicBezTo>
                  <a:cubicBezTo>
                    <a:pt x="278" y="62"/>
                    <a:pt x="216" y="0"/>
                    <a:pt x="139"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47" name="Google Shape;2947;p27"/>
            <p:cNvSpPr/>
            <p:nvPr/>
          </p:nvSpPr>
          <p:spPr>
            <a:xfrm>
              <a:off x="5548519" y="4190146"/>
              <a:ext cx="8994" cy="8962"/>
            </a:xfrm>
            <a:custGeom>
              <a:rect b="b" l="l" r="r" t="t"/>
              <a:pathLst>
                <a:path extrusionOk="0" h="279" w="280">
                  <a:moveTo>
                    <a:pt x="139" y="0"/>
                  </a:moveTo>
                  <a:cubicBezTo>
                    <a:pt x="63" y="0"/>
                    <a:pt x="0" y="62"/>
                    <a:pt x="0" y="139"/>
                  </a:cubicBezTo>
                  <a:cubicBezTo>
                    <a:pt x="0" y="216"/>
                    <a:pt x="63" y="278"/>
                    <a:pt x="139" y="278"/>
                  </a:cubicBezTo>
                  <a:cubicBezTo>
                    <a:pt x="216" y="278"/>
                    <a:pt x="280" y="216"/>
                    <a:pt x="280" y="139"/>
                  </a:cubicBezTo>
                  <a:cubicBezTo>
                    <a:pt x="280" y="62"/>
                    <a:pt x="216" y="0"/>
                    <a:pt x="139"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48" name="Google Shape;2948;p27"/>
            <p:cNvSpPr/>
            <p:nvPr/>
          </p:nvSpPr>
          <p:spPr>
            <a:xfrm>
              <a:off x="5399431" y="4212536"/>
              <a:ext cx="254474" cy="88690"/>
            </a:xfrm>
            <a:custGeom>
              <a:rect b="b" l="l" r="r" t="t"/>
              <a:pathLst>
                <a:path extrusionOk="0" h="2761" w="7922">
                  <a:moveTo>
                    <a:pt x="242" y="1"/>
                  </a:moveTo>
                  <a:lnTo>
                    <a:pt x="57" y="38"/>
                  </a:lnTo>
                  <a:cubicBezTo>
                    <a:pt x="25" y="38"/>
                    <a:pt x="0" y="65"/>
                    <a:pt x="0" y="95"/>
                  </a:cubicBezTo>
                  <a:lnTo>
                    <a:pt x="0" y="2704"/>
                  </a:lnTo>
                  <a:cubicBezTo>
                    <a:pt x="0" y="2735"/>
                    <a:pt x="25" y="2760"/>
                    <a:pt x="57" y="2760"/>
                  </a:cubicBezTo>
                  <a:lnTo>
                    <a:pt x="7830" y="2760"/>
                  </a:lnTo>
                  <a:cubicBezTo>
                    <a:pt x="7861" y="2760"/>
                    <a:pt x="7884" y="2735"/>
                    <a:pt x="7884" y="2704"/>
                  </a:cubicBezTo>
                  <a:lnTo>
                    <a:pt x="7922" y="2518"/>
                  </a:lnTo>
                  <a:lnTo>
                    <a:pt x="7922" y="57"/>
                  </a:lnTo>
                  <a:cubicBezTo>
                    <a:pt x="7922" y="25"/>
                    <a:pt x="7897" y="1"/>
                    <a:pt x="7865" y="1"/>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49" name="Google Shape;2949;p27"/>
            <p:cNvSpPr/>
            <p:nvPr/>
          </p:nvSpPr>
          <p:spPr>
            <a:xfrm>
              <a:off x="5398178" y="4212600"/>
              <a:ext cx="255727" cy="89879"/>
            </a:xfrm>
            <a:custGeom>
              <a:rect b="b" l="l" r="r" t="t"/>
              <a:pathLst>
                <a:path extrusionOk="0" h="2798" w="7961">
                  <a:moveTo>
                    <a:pt x="57" y="0"/>
                  </a:moveTo>
                  <a:cubicBezTo>
                    <a:pt x="26" y="0"/>
                    <a:pt x="0" y="26"/>
                    <a:pt x="0" y="57"/>
                  </a:cubicBezTo>
                  <a:lnTo>
                    <a:pt x="0" y="2741"/>
                  </a:lnTo>
                  <a:cubicBezTo>
                    <a:pt x="0" y="2771"/>
                    <a:pt x="26" y="2797"/>
                    <a:pt x="57" y="2797"/>
                  </a:cubicBezTo>
                  <a:lnTo>
                    <a:pt x="7904" y="2797"/>
                  </a:lnTo>
                  <a:cubicBezTo>
                    <a:pt x="7936" y="2797"/>
                    <a:pt x="7961" y="2771"/>
                    <a:pt x="7961" y="2741"/>
                  </a:cubicBezTo>
                  <a:lnTo>
                    <a:pt x="7961" y="2518"/>
                  </a:lnTo>
                  <a:lnTo>
                    <a:pt x="337" y="2518"/>
                  </a:lnTo>
                  <a:cubicBezTo>
                    <a:pt x="307" y="2518"/>
                    <a:pt x="281" y="2492"/>
                    <a:pt x="281" y="2461"/>
                  </a:cubicBezTo>
                  <a:lnTo>
                    <a:pt x="281" y="0"/>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50" name="Google Shape;2950;p27"/>
            <p:cNvSpPr/>
            <p:nvPr/>
          </p:nvSpPr>
          <p:spPr>
            <a:xfrm>
              <a:off x="5621184" y="4319734"/>
              <a:ext cx="35720" cy="35784"/>
            </a:xfrm>
            <a:custGeom>
              <a:rect b="b" l="l" r="r" t="t"/>
              <a:pathLst>
                <a:path extrusionOk="0" h="1114" w="1112">
                  <a:moveTo>
                    <a:pt x="544" y="1"/>
                  </a:moveTo>
                  <a:cubicBezTo>
                    <a:pt x="458" y="1"/>
                    <a:pt x="379" y="21"/>
                    <a:pt x="306" y="53"/>
                  </a:cubicBezTo>
                  <a:cubicBezTo>
                    <a:pt x="111" y="144"/>
                    <a:pt x="1" y="442"/>
                    <a:pt x="1" y="672"/>
                  </a:cubicBezTo>
                  <a:cubicBezTo>
                    <a:pt x="1" y="672"/>
                    <a:pt x="228" y="1114"/>
                    <a:pt x="544" y="1114"/>
                  </a:cubicBezTo>
                  <a:cubicBezTo>
                    <a:pt x="544" y="1114"/>
                    <a:pt x="971" y="1021"/>
                    <a:pt x="1059" y="824"/>
                  </a:cubicBezTo>
                  <a:cubicBezTo>
                    <a:pt x="1094" y="752"/>
                    <a:pt x="1111" y="672"/>
                    <a:pt x="1111" y="587"/>
                  </a:cubicBezTo>
                  <a:lnTo>
                    <a:pt x="1111" y="570"/>
                  </a:lnTo>
                  <a:cubicBezTo>
                    <a:pt x="1111" y="255"/>
                    <a:pt x="858" y="1"/>
                    <a:pt x="544" y="1"/>
                  </a:cubicBezTo>
                  <a:close/>
                </a:path>
              </a:pathLst>
            </a:custGeom>
            <a:solidFill>
              <a:schemeClr val="accent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51" name="Google Shape;2951;p27"/>
            <p:cNvSpPr/>
            <p:nvPr/>
          </p:nvSpPr>
          <p:spPr>
            <a:xfrm>
              <a:off x="5620348" y="4321404"/>
              <a:ext cx="34917" cy="35527"/>
            </a:xfrm>
            <a:custGeom>
              <a:rect b="b" l="l" r="r" t="t"/>
              <a:pathLst>
                <a:path extrusionOk="0" h="1106" w="1087">
                  <a:moveTo>
                    <a:pt x="332" y="1"/>
                  </a:moveTo>
                  <a:lnTo>
                    <a:pt x="332" y="1"/>
                  </a:lnTo>
                  <a:cubicBezTo>
                    <a:pt x="137" y="92"/>
                    <a:pt x="1" y="289"/>
                    <a:pt x="1" y="519"/>
                  </a:cubicBezTo>
                  <a:lnTo>
                    <a:pt x="1" y="536"/>
                  </a:lnTo>
                  <a:cubicBezTo>
                    <a:pt x="1" y="851"/>
                    <a:pt x="256" y="1105"/>
                    <a:pt x="570" y="1105"/>
                  </a:cubicBezTo>
                  <a:cubicBezTo>
                    <a:pt x="799" y="1105"/>
                    <a:pt x="997" y="969"/>
                    <a:pt x="1087" y="774"/>
                  </a:cubicBezTo>
                  <a:lnTo>
                    <a:pt x="1087" y="774"/>
                  </a:lnTo>
                  <a:cubicBezTo>
                    <a:pt x="1017" y="807"/>
                    <a:pt x="941" y="825"/>
                    <a:pt x="858" y="825"/>
                  </a:cubicBezTo>
                  <a:cubicBezTo>
                    <a:pt x="854" y="825"/>
                    <a:pt x="851" y="825"/>
                    <a:pt x="848" y="824"/>
                  </a:cubicBezTo>
                  <a:cubicBezTo>
                    <a:pt x="535" y="824"/>
                    <a:pt x="280" y="570"/>
                    <a:pt x="280" y="257"/>
                  </a:cubicBezTo>
                  <a:lnTo>
                    <a:pt x="280" y="238"/>
                  </a:lnTo>
                  <a:cubicBezTo>
                    <a:pt x="280" y="153"/>
                    <a:pt x="299" y="73"/>
                    <a:pt x="332"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52" name="Google Shape;2952;p27"/>
            <p:cNvSpPr/>
            <p:nvPr/>
          </p:nvSpPr>
          <p:spPr>
            <a:xfrm>
              <a:off x="5458122" y="4226092"/>
              <a:ext cx="182295" cy="8994"/>
            </a:xfrm>
            <a:custGeom>
              <a:rect b="b" l="l" r="r" t="t"/>
              <a:pathLst>
                <a:path extrusionOk="0" h="280" w="5675">
                  <a:moveTo>
                    <a:pt x="139" y="0"/>
                  </a:moveTo>
                  <a:cubicBezTo>
                    <a:pt x="64" y="0"/>
                    <a:pt x="0" y="64"/>
                    <a:pt x="0" y="141"/>
                  </a:cubicBezTo>
                  <a:cubicBezTo>
                    <a:pt x="0" y="216"/>
                    <a:pt x="62" y="279"/>
                    <a:pt x="139" y="279"/>
                  </a:cubicBezTo>
                  <a:lnTo>
                    <a:pt x="5536" y="279"/>
                  </a:lnTo>
                  <a:cubicBezTo>
                    <a:pt x="5614" y="279"/>
                    <a:pt x="5675" y="216"/>
                    <a:pt x="5675" y="141"/>
                  </a:cubicBezTo>
                  <a:cubicBezTo>
                    <a:pt x="5675" y="64"/>
                    <a:pt x="5614" y="0"/>
                    <a:pt x="5536"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53" name="Google Shape;2953;p27"/>
            <p:cNvSpPr/>
            <p:nvPr/>
          </p:nvSpPr>
          <p:spPr>
            <a:xfrm>
              <a:off x="5411638" y="4226092"/>
              <a:ext cx="37198" cy="8994"/>
            </a:xfrm>
            <a:custGeom>
              <a:rect b="b" l="l" r="r" t="t"/>
              <a:pathLst>
                <a:path extrusionOk="0" h="280" w="1158">
                  <a:moveTo>
                    <a:pt x="141" y="0"/>
                  </a:moveTo>
                  <a:cubicBezTo>
                    <a:pt x="65" y="0"/>
                    <a:pt x="1" y="64"/>
                    <a:pt x="1" y="141"/>
                  </a:cubicBezTo>
                  <a:cubicBezTo>
                    <a:pt x="1" y="216"/>
                    <a:pt x="63" y="279"/>
                    <a:pt x="141" y="279"/>
                  </a:cubicBezTo>
                  <a:lnTo>
                    <a:pt x="1019" y="279"/>
                  </a:lnTo>
                  <a:cubicBezTo>
                    <a:pt x="1097" y="279"/>
                    <a:pt x="1158" y="216"/>
                    <a:pt x="1158" y="141"/>
                  </a:cubicBezTo>
                  <a:cubicBezTo>
                    <a:pt x="1158" y="64"/>
                    <a:pt x="1097" y="0"/>
                    <a:pt x="1019"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54" name="Google Shape;2954;p27"/>
            <p:cNvSpPr/>
            <p:nvPr/>
          </p:nvSpPr>
          <p:spPr>
            <a:xfrm>
              <a:off x="5530754" y="4244082"/>
              <a:ext cx="109666" cy="8962"/>
            </a:xfrm>
            <a:custGeom>
              <a:rect b="b" l="l" r="r" t="t"/>
              <a:pathLst>
                <a:path extrusionOk="0" h="279" w="3414">
                  <a:moveTo>
                    <a:pt x="139" y="0"/>
                  </a:moveTo>
                  <a:cubicBezTo>
                    <a:pt x="63" y="0"/>
                    <a:pt x="0" y="61"/>
                    <a:pt x="0" y="139"/>
                  </a:cubicBezTo>
                  <a:cubicBezTo>
                    <a:pt x="0" y="215"/>
                    <a:pt x="61" y="278"/>
                    <a:pt x="139" y="278"/>
                  </a:cubicBezTo>
                  <a:lnTo>
                    <a:pt x="3275" y="278"/>
                  </a:lnTo>
                  <a:cubicBezTo>
                    <a:pt x="3353" y="278"/>
                    <a:pt x="3414" y="215"/>
                    <a:pt x="3414" y="139"/>
                  </a:cubicBezTo>
                  <a:cubicBezTo>
                    <a:pt x="3414" y="63"/>
                    <a:pt x="3353" y="0"/>
                    <a:pt x="3275"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55" name="Google Shape;2955;p27"/>
            <p:cNvSpPr/>
            <p:nvPr/>
          </p:nvSpPr>
          <p:spPr>
            <a:xfrm>
              <a:off x="5411735" y="4244082"/>
              <a:ext cx="109730" cy="8962"/>
            </a:xfrm>
            <a:custGeom>
              <a:rect b="b" l="l" r="r" t="t"/>
              <a:pathLst>
                <a:path extrusionOk="0" h="279" w="3416">
                  <a:moveTo>
                    <a:pt x="140" y="0"/>
                  </a:moveTo>
                  <a:cubicBezTo>
                    <a:pt x="64" y="0"/>
                    <a:pt x="1" y="61"/>
                    <a:pt x="1" y="139"/>
                  </a:cubicBezTo>
                  <a:cubicBezTo>
                    <a:pt x="1" y="215"/>
                    <a:pt x="62" y="278"/>
                    <a:pt x="140" y="278"/>
                  </a:cubicBezTo>
                  <a:lnTo>
                    <a:pt x="3275" y="278"/>
                  </a:lnTo>
                  <a:cubicBezTo>
                    <a:pt x="3352" y="278"/>
                    <a:pt x="3416" y="215"/>
                    <a:pt x="3416" y="139"/>
                  </a:cubicBezTo>
                  <a:cubicBezTo>
                    <a:pt x="3416" y="63"/>
                    <a:pt x="3353" y="0"/>
                    <a:pt x="3275"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56" name="Google Shape;2956;p27"/>
            <p:cNvSpPr/>
            <p:nvPr/>
          </p:nvSpPr>
          <p:spPr>
            <a:xfrm>
              <a:off x="5411735" y="4262039"/>
              <a:ext cx="192189" cy="8962"/>
            </a:xfrm>
            <a:custGeom>
              <a:rect b="b" l="l" r="r" t="t"/>
              <a:pathLst>
                <a:path extrusionOk="0" h="279" w="5983">
                  <a:moveTo>
                    <a:pt x="140" y="0"/>
                  </a:moveTo>
                  <a:cubicBezTo>
                    <a:pt x="63" y="0"/>
                    <a:pt x="1" y="64"/>
                    <a:pt x="1" y="139"/>
                  </a:cubicBezTo>
                  <a:cubicBezTo>
                    <a:pt x="1" y="216"/>
                    <a:pt x="62" y="278"/>
                    <a:pt x="140" y="278"/>
                  </a:cubicBezTo>
                  <a:lnTo>
                    <a:pt x="5843" y="278"/>
                  </a:lnTo>
                  <a:cubicBezTo>
                    <a:pt x="5919" y="278"/>
                    <a:pt x="5982" y="216"/>
                    <a:pt x="5982" y="139"/>
                  </a:cubicBezTo>
                  <a:cubicBezTo>
                    <a:pt x="5982" y="64"/>
                    <a:pt x="5922" y="0"/>
                    <a:pt x="5843"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57" name="Google Shape;2957;p27"/>
            <p:cNvSpPr/>
            <p:nvPr/>
          </p:nvSpPr>
          <p:spPr>
            <a:xfrm>
              <a:off x="5621698" y="4279964"/>
              <a:ext cx="18727" cy="9026"/>
            </a:xfrm>
            <a:custGeom>
              <a:rect b="b" l="l" r="r" t="t"/>
              <a:pathLst>
                <a:path extrusionOk="0" h="281" w="583">
                  <a:moveTo>
                    <a:pt x="140" y="1"/>
                  </a:moveTo>
                  <a:cubicBezTo>
                    <a:pt x="65" y="1"/>
                    <a:pt x="1" y="65"/>
                    <a:pt x="1" y="140"/>
                  </a:cubicBezTo>
                  <a:cubicBezTo>
                    <a:pt x="1" y="217"/>
                    <a:pt x="62" y="280"/>
                    <a:pt x="140" y="280"/>
                  </a:cubicBezTo>
                  <a:lnTo>
                    <a:pt x="444" y="280"/>
                  </a:lnTo>
                  <a:cubicBezTo>
                    <a:pt x="522" y="280"/>
                    <a:pt x="583" y="217"/>
                    <a:pt x="583" y="140"/>
                  </a:cubicBezTo>
                  <a:cubicBezTo>
                    <a:pt x="583" y="65"/>
                    <a:pt x="522" y="1"/>
                    <a:pt x="444"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58" name="Google Shape;2958;p27"/>
            <p:cNvSpPr/>
            <p:nvPr/>
          </p:nvSpPr>
          <p:spPr>
            <a:xfrm>
              <a:off x="5594328" y="4279964"/>
              <a:ext cx="18760" cy="9026"/>
            </a:xfrm>
            <a:custGeom>
              <a:rect b="b" l="l" r="r" t="t"/>
              <a:pathLst>
                <a:path extrusionOk="0" h="281" w="584">
                  <a:moveTo>
                    <a:pt x="139" y="1"/>
                  </a:moveTo>
                  <a:cubicBezTo>
                    <a:pt x="64" y="1"/>
                    <a:pt x="0" y="65"/>
                    <a:pt x="0" y="140"/>
                  </a:cubicBezTo>
                  <a:cubicBezTo>
                    <a:pt x="0" y="217"/>
                    <a:pt x="62" y="280"/>
                    <a:pt x="139" y="280"/>
                  </a:cubicBezTo>
                  <a:lnTo>
                    <a:pt x="443" y="280"/>
                  </a:lnTo>
                  <a:cubicBezTo>
                    <a:pt x="520" y="280"/>
                    <a:pt x="584" y="217"/>
                    <a:pt x="584" y="140"/>
                  </a:cubicBezTo>
                  <a:cubicBezTo>
                    <a:pt x="584" y="65"/>
                    <a:pt x="521" y="1"/>
                    <a:pt x="443"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59" name="Google Shape;2959;p27"/>
            <p:cNvSpPr/>
            <p:nvPr/>
          </p:nvSpPr>
          <p:spPr>
            <a:xfrm>
              <a:off x="5566894" y="4279964"/>
              <a:ext cx="18760" cy="9026"/>
            </a:xfrm>
            <a:custGeom>
              <a:rect b="b" l="l" r="r" t="t"/>
              <a:pathLst>
                <a:path extrusionOk="0" h="281" w="584">
                  <a:moveTo>
                    <a:pt x="139" y="1"/>
                  </a:moveTo>
                  <a:cubicBezTo>
                    <a:pt x="64" y="1"/>
                    <a:pt x="0" y="65"/>
                    <a:pt x="0" y="140"/>
                  </a:cubicBezTo>
                  <a:cubicBezTo>
                    <a:pt x="0" y="217"/>
                    <a:pt x="62" y="280"/>
                    <a:pt x="139" y="280"/>
                  </a:cubicBezTo>
                  <a:lnTo>
                    <a:pt x="443" y="280"/>
                  </a:lnTo>
                  <a:cubicBezTo>
                    <a:pt x="521" y="280"/>
                    <a:pt x="583" y="217"/>
                    <a:pt x="583" y="140"/>
                  </a:cubicBezTo>
                  <a:cubicBezTo>
                    <a:pt x="583" y="65"/>
                    <a:pt x="521" y="1"/>
                    <a:pt x="443"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60" name="Google Shape;2960;p27"/>
            <p:cNvSpPr/>
            <p:nvPr/>
          </p:nvSpPr>
          <p:spPr>
            <a:xfrm>
              <a:off x="5411638" y="4279964"/>
              <a:ext cx="18117" cy="9026"/>
            </a:xfrm>
            <a:custGeom>
              <a:rect b="b" l="l" r="r" t="t"/>
              <a:pathLst>
                <a:path extrusionOk="0" h="281" w="564">
                  <a:moveTo>
                    <a:pt x="141" y="1"/>
                  </a:moveTo>
                  <a:cubicBezTo>
                    <a:pt x="65" y="1"/>
                    <a:pt x="1" y="65"/>
                    <a:pt x="1" y="140"/>
                  </a:cubicBezTo>
                  <a:cubicBezTo>
                    <a:pt x="1" y="217"/>
                    <a:pt x="63" y="280"/>
                    <a:pt x="141" y="280"/>
                  </a:cubicBezTo>
                  <a:lnTo>
                    <a:pt x="425" y="280"/>
                  </a:lnTo>
                  <a:cubicBezTo>
                    <a:pt x="503" y="280"/>
                    <a:pt x="564" y="217"/>
                    <a:pt x="564" y="140"/>
                  </a:cubicBezTo>
                  <a:cubicBezTo>
                    <a:pt x="564" y="65"/>
                    <a:pt x="503" y="1"/>
                    <a:pt x="425"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61" name="Google Shape;2961;p27"/>
            <p:cNvSpPr/>
            <p:nvPr/>
          </p:nvSpPr>
          <p:spPr>
            <a:xfrm>
              <a:off x="5439072" y="4279964"/>
              <a:ext cx="18149" cy="9026"/>
            </a:xfrm>
            <a:custGeom>
              <a:rect b="b" l="l" r="r" t="t"/>
              <a:pathLst>
                <a:path extrusionOk="0" h="281" w="565">
                  <a:moveTo>
                    <a:pt x="141" y="1"/>
                  </a:moveTo>
                  <a:cubicBezTo>
                    <a:pt x="65" y="1"/>
                    <a:pt x="1" y="65"/>
                    <a:pt x="1" y="140"/>
                  </a:cubicBezTo>
                  <a:cubicBezTo>
                    <a:pt x="1" y="217"/>
                    <a:pt x="63" y="280"/>
                    <a:pt x="141" y="280"/>
                  </a:cubicBezTo>
                  <a:lnTo>
                    <a:pt x="425" y="280"/>
                  </a:lnTo>
                  <a:cubicBezTo>
                    <a:pt x="502" y="280"/>
                    <a:pt x="564" y="217"/>
                    <a:pt x="564" y="140"/>
                  </a:cubicBezTo>
                  <a:cubicBezTo>
                    <a:pt x="564" y="65"/>
                    <a:pt x="503" y="1"/>
                    <a:pt x="425"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62" name="Google Shape;2962;p27"/>
            <p:cNvSpPr/>
            <p:nvPr/>
          </p:nvSpPr>
          <p:spPr>
            <a:xfrm>
              <a:off x="5396572" y="4329274"/>
              <a:ext cx="46578" cy="19852"/>
            </a:xfrm>
            <a:custGeom>
              <a:rect b="b" l="l" r="r" t="t"/>
              <a:pathLst>
                <a:path extrusionOk="0" h="618" w="1450">
                  <a:moveTo>
                    <a:pt x="285" y="0"/>
                  </a:moveTo>
                  <a:cubicBezTo>
                    <a:pt x="257" y="0"/>
                    <a:pt x="232" y="5"/>
                    <a:pt x="208" y="9"/>
                  </a:cubicBezTo>
                  <a:cubicBezTo>
                    <a:pt x="63" y="44"/>
                    <a:pt x="1" y="238"/>
                    <a:pt x="1" y="391"/>
                  </a:cubicBezTo>
                  <a:cubicBezTo>
                    <a:pt x="1" y="391"/>
                    <a:pt x="66" y="617"/>
                    <a:pt x="247" y="617"/>
                  </a:cubicBezTo>
                  <a:lnTo>
                    <a:pt x="1087" y="617"/>
                  </a:lnTo>
                  <a:cubicBezTo>
                    <a:pt x="1239" y="617"/>
                    <a:pt x="1401" y="552"/>
                    <a:pt x="1438" y="410"/>
                  </a:cubicBezTo>
                  <a:cubicBezTo>
                    <a:pt x="1446" y="384"/>
                    <a:pt x="1450" y="355"/>
                    <a:pt x="1450" y="326"/>
                  </a:cubicBezTo>
                  <a:cubicBezTo>
                    <a:pt x="1450" y="147"/>
                    <a:pt x="1305" y="0"/>
                    <a:pt x="1124" y="0"/>
                  </a:cubicBezTo>
                  <a:close/>
                </a:path>
              </a:pathLst>
            </a:cu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63" name="Google Shape;2963;p27"/>
            <p:cNvSpPr/>
            <p:nvPr/>
          </p:nvSpPr>
          <p:spPr>
            <a:xfrm>
              <a:off x="5395223" y="4329692"/>
              <a:ext cx="47573" cy="20687"/>
            </a:xfrm>
            <a:custGeom>
              <a:rect b="b" l="l" r="r" t="t"/>
              <a:pathLst>
                <a:path extrusionOk="0" h="644" w="1481">
                  <a:moveTo>
                    <a:pt x="251" y="0"/>
                  </a:moveTo>
                  <a:lnTo>
                    <a:pt x="251" y="0"/>
                  </a:lnTo>
                  <a:cubicBezTo>
                    <a:pt x="192" y="15"/>
                    <a:pt x="138" y="45"/>
                    <a:pt x="96" y="87"/>
                  </a:cubicBezTo>
                  <a:cubicBezTo>
                    <a:pt x="37" y="145"/>
                    <a:pt x="1" y="226"/>
                    <a:pt x="1" y="317"/>
                  </a:cubicBezTo>
                  <a:cubicBezTo>
                    <a:pt x="1" y="496"/>
                    <a:pt x="146" y="643"/>
                    <a:pt x="327" y="643"/>
                  </a:cubicBezTo>
                  <a:lnTo>
                    <a:pt x="1166" y="643"/>
                  </a:lnTo>
                  <a:cubicBezTo>
                    <a:pt x="1255" y="643"/>
                    <a:pt x="1336" y="607"/>
                    <a:pt x="1396" y="546"/>
                  </a:cubicBezTo>
                  <a:cubicBezTo>
                    <a:pt x="1435" y="507"/>
                    <a:pt x="1466" y="456"/>
                    <a:pt x="1480" y="400"/>
                  </a:cubicBezTo>
                  <a:lnTo>
                    <a:pt x="1480" y="400"/>
                  </a:lnTo>
                  <a:lnTo>
                    <a:pt x="568" y="401"/>
                  </a:lnTo>
                  <a:cubicBezTo>
                    <a:pt x="389" y="401"/>
                    <a:pt x="243" y="257"/>
                    <a:pt x="243" y="76"/>
                  </a:cubicBezTo>
                  <a:cubicBezTo>
                    <a:pt x="243" y="50"/>
                    <a:pt x="247" y="24"/>
                    <a:pt x="251"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64" name="Google Shape;2964;p27"/>
            <p:cNvSpPr/>
            <p:nvPr/>
          </p:nvSpPr>
          <p:spPr>
            <a:xfrm>
              <a:off x="5462651" y="4329307"/>
              <a:ext cx="46417" cy="19820"/>
            </a:xfrm>
            <a:custGeom>
              <a:rect b="b" l="l" r="r" t="t"/>
              <a:pathLst>
                <a:path extrusionOk="0" h="617" w="1445">
                  <a:moveTo>
                    <a:pt x="279" y="1"/>
                  </a:moveTo>
                  <a:cubicBezTo>
                    <a:pt x="253" y="1"/>
                    <a:pt x="227" y="5"/>
                    <a:pt x="204" y="11"/>
                  </a:cubicBezTo>
                  <a:cubicBezTo>
                    <a:pt x="59" y="43"/>
                    <a:pt x="1" y="316"/>
                    <a:pt x="1" y="316"/>
                  </a:cubicBezTo>
                  <a:cubicBezTo>
                    <a:pt x="1" y="497"/>
                    <a:pt x="153" y="616"/>
                    <a:pt x="334" y="616"/>
                  </a:cubicBezTo>
                  <a:lnTo>
                    <a:pt x="1061" y="616"/>
                  </a:lnTo>
                  <a:cubicBezTo>
                    <a:pt x="1211" y="616"/>
                    <a:pt x="1396" y="551"/>
                    <a:pt x="1434" y="411"/>
                  </a:cubicBezTo>
                  <a:cubicBezTo>
                    <a:pt x="1441" y="384"/>
                    <a:pt x="1444" y="356"/>
                    <a:pt x="1444" y="327"/>
                  </a:cubicBezTo>
                  <a:cubicBezTo>
                    <a:pt x="1444" y="149"/>
                    <a:pt x="1299" y="1"/>
                    <a:pt x="1119" y="1"/>
                  </a:cubicBezTo>
                  <a:close/>
                </a:path>
              </a:pathLst>
            </a:cu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65" name="Google Shape;2965;p27"/>
            <p:cNvSpPr/>
            <p:nvPr/>
          </p:nvSpPr>
          <p:spPr>
            <a:xfrm>
              <a:off x="5461077" y="4329692"/>
              <a:ext cx="47606" cy="20687"/>
            </a:xfrm>
            <a:custGeom>
              <a:rect b="b" l="l" r="r" t="t"/>
              <a:pathLst>
                <a:path extrusionOk="0" h="644" w="1482">
                  <a:moveTo>
                    <a:pt x="253" y="0"/>
                  </a:moveTo>
                  <a:lnTo>
                    <a:pt x="253" y="0"/>
                  </a:lnTo>
                  <a:cubicBezTo>
                    <a:pt x="192" y="15"/>
                    <a:pt x="138" y="45"/>
                    <a:pt x="96" y="87"/>
                  </a:cubicBezTo>
                  <a:cubicBezTo>
                    <a:pt x="37" y="145"/>
                    <a:pt x="1" y="226"/>
                    <a:pt x="1" y="317"/>
                  </a:cubicBezTo>
                  <a:cubicBezTo>
                    <a:pt x="1" y="496"/>
                    <a:pt x="145" y="643"/>
                    <a:pt x="326" y="643"/>
                  </a:cubicBezTo>
                  <a:lnTo>
                    <a:pt x="1166" y="643"/>
                  </a:lnTo>
                  <a:cubicBezTo>
                    <a:pt x="1254" y="643"/>
                    <a:pt x="1337" y="607"/>
                    <a:pt x="1396" y="546"/>
                  </a:cubicBezTo>
                  <a:cubicBezTo>
                    <a:pt x="1435" y="507"/>
                    <a:pt x="1467" y="456"/>
                    <a:pt x="1482" y="400"/>
                  </a:cubicBezTo>
                  <a:lnTo>
                    <a:pt x="1482" y="400"/>
                  </a:lnTo>
                  <a:lnTo>
                    <a:pt x="568" y="401"/>
                  </a:lnTo>
                  <a:cubicBezTo>
                    <a:pt x="390" y="401"/>
                    <a:pt x="242" y="257"/>
                    <a:pt x="242" y="76"/>
                  </a:cubicBezTo>
                  <a:cubicBezTo>
                    <a:pt x="242" y="50"/>
                    <a:pt x="247" y="24"/>
                    <a:pt x="253"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66" name="Google Shape;2966;p27"/>
            <p:cNvSpPr/>
            <p:nvPr/>
          </p:nvSpPr>
          <p:spPr>
            <a:xfrm>
              <a:off x="5528184" y="4329307"/>
              <a:ext cx="46770" cy="19563"/>
            </a:xfrm>
            <a:custGeom>
              <a:rect b="b" l="l" r="r" t="t"/>
              <a:pathLst>
                <a:path extrusionOk="0" h="609" w="1456">
                  <a:moveTo>
                    <a:pt x="290" y="1"/>
                  </a:moveTo>
                  <a:cubicBezTo>
                    <a:pt x="263" y="1"/>
                    <a:pt x="237" y="5"/>
                    <a:pt x="213" y="10"/>
                  </a:cubicBezTo>
                  <a:cubicBezTo>
                    <a:pt x="69" y="44"/>
                    <a:pt x="1" y="221"/>
                    <a:pt x="1" y="374"/>
                  </a:cubicBezTo>
                  <a:cubicBezTo>
                    <a:pt x="1" y="374"/>
                    <a:pt x="63" y="609"/>
                    <a:pt x="244" y="609"/>
                  </a:cubicBezTo>
                  <a:lnTo>
                    <a:pt x="1083" y="609"/>
                  </a:lnTo>
                  <a:cubicBezTo>
                    <a:pt x="1235" y="609"/>
                    <a:pt x="1406" y="551"/>
                    <a:pt x="1444" y="411"/>
                  </a:cubicBezTo>
                  <a:cubicBezTo>
                    <a:pt x="1451" y="384"/>
                    <a:pt x="1456" y="356"/>
                    <a:pt x="1456" y="327"/>
                  </a:cubicBezTo>
                  <a:cubicBezTo>
                    <a:pt x="1456" y="149"/>
                    <a:pt x="1311" y="1"/>
                    <a:pt x="1130" y="1"/>
                  </a:cubicBez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67" name="Google Shape;2967;p27"/>
            <p:cNvSpPr/>
            <p:nvPr/>
          </p:nvSpPr>
          <p:spPr>
            <a:xfrm>
              <a:off x="5526932" y="4329692"/>
              <a:ext cx="47606" cy="20687"/>
            </a:xfrm>
            <a:custGeom>
              <a:rect b="b" l="l" r="r" t="t"/>
              <a:pathLst>
                <a:path extrusionOk="0" h="644" w="1482">
                  <a:moveTo>
                    <a:pt x="1482" y="400"/>
                  </a:moveTo>
                  <a:cubicBezTo>
                    <a:pt x="1481" y="400"/>
                    <a:pt x="1481" y="401"/>
                    <a:pt x="1481" y="401"/>
                  </a:cubicBezTo>
                  <a:lnTo>
                    <a:pt x="1482" y="401"/>
                  </a:lnTo>
                  <a:lnTo>
                    <a:pt x="1482" y="400"/>
                  </a:lnTo>
                  <a:close/>
                  <a:moveTo>
                    <a:pt x="252" y="0"/>
                  </a:moveTo>
                  <a:lnTo>
                    <a:pt x="252" y="0"/>
                  </a:lnTo>
                  <a:cubicBezTo>
                    <a:pt x="193" y="15"/>
                    <a:pt x="138" y="45"/>
                    <a:pt x="96" y="87"/>
                  </a:cubicBezTo>
                  <a:cubicBezTo>
                    <a:pt x="37" y="145"/>
                    <a:pt x="1" y="226"/>
                    <a:pt x="1" y="317"/>
                  </a:cubicBezTo>
                  <a:cubicBezTo>
                    <a:pt x="1" y="496"/>
                    <a:pt x="145" y="643"/>
                    <a:pt x="326" y="643"/>
                  </a:cubicBezTo>
                  <a:lnTo>
                    <a:pt x="1166" y="643"/>
                  </a:lnTo>
                  <a:cubicBezTo>
                    <a:pt x="1256" y="643"/>
                    <a:pt x="1337" y="607"/>
                    <a:pt x="1396" y="546"/>
                  </a:cubicBezTo>
                  <a:cubicBezTo>
                    <a:pt x="1436" y="507"/>
                    <a:pt x="1467" y="457"/>
                    <a:pt x="1481" y="401"/>
                  </a:cubicBezTo>
                  <a:lnTo>
                    <a:pt x="569" y="401"/>
                  </a:lnTo>
                  <a:cubicBezTo>
                    <a:pt x="390" y="401"/>
                    <a:pt x="244" y="257"/>
                    <a:pt x="244" y="76"/>
                  </a:cubicBezTo>
                  <a:cubicBezTo>
                    <a:pt x="244" y="50"/>
                    <a:pt x="247" y="24"/>
                    <a:pt x="252"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2968" name="Google Shape;2968;p27"/>
          <p:cNvGrpSpPr/>
          <p:nvPr/>
        </p:nvGrpSpPr>
        <p:grpSpPr>
          <a:xfrm>
            <a:off x="4742301" y="4158375"/>
            <a:ext cx="297711" cy="234815"/>
            <a:chOff x="4742301" y="4158375"/>
            <a:chExt cx="297711" cy="234815"/>
          </a:xfrm>
        </p:grpSpPr>
        <p:sp>
          <p:nvSpPr>
            <p:cNvPr id="2969" name="Google Shape;2969;p27"/>
            <p:cNvSpPr/>
            <p:nvPr/>
          </p:nvSpPr>
          <p:spPr>
            <a:xfrm>
              <a:off x="4743521" y="4158375"/>
              <a:ext cx="296491" cy="233595"/>
            </a:xfrm>
            <a:custGeom>
              <a:rect b="b" l="l" r="r" t="t"/>
              <a:pathLst>
                <a:path extrusionOk="0" h="7272" w="9230">
                  <a:moveTo>
                    <a:pt x="244" y="0"/>
                  </a:moveTo>
                  <a:cubicBezTo>
                    <a:pt x="89" y="0"/>
                    <a:pt x="1" y="181"/>
                    <a:pt x="1" y="335"/>
                  </a:cubicBezTo>
                  <a:lnTo>
                    <a:pt x="1" y="6991"/>
                  </a:lnTo>
                  <a:cubicBezTo>
                    <a:pt x="1" y="7146"/>
                    <a:pt x="128" y="7272"/>
                    <a:pt x="281" y="7272"/>
                  </a:cubicBezTo>
                  <a:lnTo>
                    <a:pt x="8893" y="7272"/>
                  </a:lnTo>
                  <a:cubicBezTo>
                    <a:pt x="9048" y="7272"/>
                    <a:pt x="9229" y="7182"/>
                    <a:pt x="9229" y="7029"/>
                  </a:cubicBezTo>
                  <a:lnTo>
                    <a:pt x="9229" y="281"/>
                  </a:lnTo>
                  <a:cubicBezTo>
                    <a:pt x="9229" y="125"/>
                    <a:pt x="9103" y="0"/>
                    <a:pt x="8948" y="0"/>
                  </a:cubicBezTo>
                  <a:close/>
                </a:path>
              </a:pathLst>
            </a:cu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70" name="Google Shape;2970;p27"/>
            <p:cNvSpPr/>
            <p:nvPr/>
          </p:nvSpPr>
          <p:spPr>
            <a:xfrm>
              <a:off x="4742301" y="4158375"/>
              <a:ext cx="297711" cy="234815"/>
            </a:xfrm>
            <a:custGeom>
              <a:rect b="b" l="l" r="r" t="t"/>
              <a:pathLst>
                <a:path extrusionOk="0" h="7310" w="9268">
                  <a:moveTo>
                    <a:pt x="282" y="0"/>
                  </a:moveTo>
                  <a:cubicBezTo>
                    <a:pt x="125" y="0"/>
                    <a:pt x="1" y="128"/>
                    <a:pt x="1" y="281"/>
                  </a:cubicBezTo>
                  <a:lnTo>
                    <a:pt x="1" y="7029"/>
                  </a:lnTo>
                  <a:cubicBezTo>
                    <a:pt x="1" y="7185"/>
                    <a:pt x="127" y="7309"/>
                    <a:pt x="282" y="7309"/>
                  </a:cubicBezTo>
                  <a:lnTo>
                    <a:pt x="8986" y="7309"/>
                  </a:lnTo>
                  <a:cubicBezTo>
                    <a:pt x="9143" y="7309"/>
                    <a:pt x="9267" y="7182"/>
                    <a:pt x="9267" y="7029"/>
                  </a:cubicBezTo>
                  <a:lnTo>
                    <a:pt x="356" y="7029"/>
                  </a:lnTo>
                  <a:cubicBezTo>
                    <a:pt x="314" y="7029"/>
                    <a:pt x="282" y="6997"/>
                    <a:pt x="282" y="6955"/>
                  </a:cubicBezTo>
                  <a:lnTo>
                    <a:pt x="282" y="0"/>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71" name="Google Shape;2971;p27"/>
            <p:cNvSpPr/>
            <p:nvPr/>
          </p:nvSpPr>
          <p:spPr>
            <a:xfrm>
              <a:off x="4761479" y="4176332"/>
              <a:ext cx="260546" cy="197650"/>
            </a:xfrm>
            <a:custGeom>
              <a:rect b="b" l="l" r="r" t="t"/>
              <a:pathLst>
                <a:path extrusionOk="0" h="6153" w="8111">
                  <a:moveTo>
                    <a:pt x="244" y="0"/>
                  </a:moveTo>
                  <a:lnTo>
                    <a:pt x="57" y="39"/>
                  </a:lnTo>
                  <a:cubicBezTo>
                    <a:pt x="26" y="39"/>
                    <a:pt x="0" y="64"/>
                    <a:pt x="0" y="94"/>
                  </a:cubicBezTo>
                  <a:lnTo>
                    <a:pt x="0" y="6098"/>
                  </a:lnTo>
                  <a:cubicBezTo>
                    <a:pt x="0" y="6128"/>
                    <a:pt x="26" y="6153"/>
                    <a:pt x="57" y="6153"/>
                  </a:cubicBezTo>
                  <a:lnTo>
                    <a:pt x="8017" y="6153"/>
                  </a:lnTo>
                  <a:cubicBezTo>
                    <a:pt x="8048" y="6153"/>
                    <a:pt x="8074" y="6128"/>
                    <a:pt x="8071" y="6098"/>
                  </a:cubicBezTo>
                  <a:lnTo>
                    <a:pt x="8110" y="5911"/>
                  </a:lnTo>
                  <a:lnTo>
                    <a:pt x="8110" y="57"/>
                  </a:lnTo>
                  <a:cubicBezTo>
                    <a:pt x="8110" y="26"/>
                    <a:pt x="8084" y="0"/>
                    <a:pt x="8054" y="0"/>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72" name="Google Shape;2972;p27"/>
            <p:cNvSpPr/>
            <p:nvPr/>
          </p:nvSpPr>
          <p:spPr>
            <a:xfrm>
              <a:off x="4760322" y="4176364"/>
              <a:ext cx="261734" cy="198870"/>
            </a:xfrm>
            <a:custGeom>
              <a:rect b="b" l="l" r="r" t="t"/>
              <a:pathLst>
                <a:path extrusionOk="0" h="6191" w="8148">
                  <a:moveTo>
                    <a:pt x="57" y="1"/>
                  </a:moveTo>
                  <a:cubicBezTo>
                    <a:pt x="26" y="1"/>
                    <a:pt x="0" y="27"/>
                    <a:pt x="0" y="57"/>
                  </a:cubicBezTo>
                  <a:lnTo>
                    <a:pt x="0" y="6134"/>
                  </a:lnTo>
                  <a:cubicBezTo>
                    <a:pt x="0" y="6165"/>
                    <a:pt x="26" y="6191"/>
                    <a:pt x="57" y="6191"/>
                  </a:cubicBezTo>
                  <a:lnTo>
                    <a:pt x="8091" y="6191"/>
                  </a:lnTo>
                  <a:cubicBezTo>
                    <a:pt x="8121" y="6191"/>
                    <a:pt x="8148" y="6165"/>
                    <a:pt x="8148" y="6134"/>
                  </a:cubicBezTo>
                  <a:lnTo>
                    <a:pt x="8148" y="5911"/>
                  </a:lnTo>
                  <a:lnTo>
                    <a:pt x="337" y="5911"/>
                  </a:lnTo>
                  <a:cubicBezTo>
                    <a:pt x="306" y="5911"/>
                    <a:pt x="281" y="5885"/>
                    <a:pt x="281" y="5855"/>
                  </a:cubicBezTo>
                  <a:lnTo>
                    <a:pt x="281" y="1"/>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73" name="Google Shape;2973;p27"/>
            <p:cNvSpPr/>
            <p:nvPr/>
          </p:nvSpPr>
          <p:spPr>
            <a:xfrm>
              <a:off x="4781877" y="4194450"/>
              <a:ext cx="159038" cy="159295"/>
            </a:xfrm>
            <a:custGeom>
              <a:rect b="b" l="l" r="r" t="t"/>
              <a:pathLst>
                <a:path extrusionOk="0" h="4959" w="4951">
                  <a:moveTo>
                    <a:pt x="2420" y="1"/>
                  </a:moveTo>
                  <a:cubicBezTo>
                    <a:pt x="1779" y="1"/>
                    <a:pt x="1192" y="240"/>
                    <a:pt x="746" y="635"/>
                  </a:cubicBezTo>
                  <a:cubicBezTo>
                    <a:pt x="222" y="1098"/>
                    <a:pt x="1" y="1849"/>
                    <a:pt x="1" y="2605"/>
                  </a:cubicBezTo>
                  <a:cubicBezTo>
                    <a:pt x="1" y="4002"/>
                    <a:pt x="1257" y="4959"/>
                    <a:pt x="2350" y="4959"/>
                  </a:cubicBezTo>
                  <a:cubicBezTo>
                    <a:pt x="3106" y="4959"/>
                    <a:pt x="3856" y="4733"/>
                    <a:pt x="4321" y="4206"/>
                  </a:cubicBezTo>
                  <a:cubicBezTo>
                    <a:pt x="4712" y="3760"/>
                    <a:pt x="4950" y="3174"/>
                    <a:pt x="4950" y="2531"/>
                  </a:cubicBezTo>
                  <a:cubicBezTo>
                    <a:pt x="4950" y="1134"/>
                    <a:pt x="3817" y="1"/>
                    <a:pt x="2420" y="1"/>
                  </a:cubicBezTo>
                  <a:close/>
                </a:path>
              </a:pathLst>
            </a:cu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74" name="Google Shape;2974;p27"/>
            <p:cNvSpPr/>
            <p:nvPr/>
          </p:nvSpPr>
          <p:spPr>
            <a:xfrm>
              <a:off x="4778312" y="4214785"/>
              <a:ext cx="142238" cy="142238"/>
            </a:xfrm>
            <a:custGeom>
              <a:rect b="b" l="l" r="r" t="t"/>
              <a:pathLst>
                <a:path extrusionOk="0" h="4428" w="4428">
                  <a:moveTo>
                    <a:pt x="856" y="0"/>
                  </a:moveTo>
                  <a:cubicBezTo>
                    <a:pt x="330" y="464"/>
                    <a:pt x="0" y="1141"/>
                    <a:pt x="0" y="1898"/>
                  </a:cubicBezTo>
                  <a:cubicBezTo>
                    <a:pt x="0" y="3295"/>
                    <a:pt x="1132" y="4427"/>
                    <a:pt x="2529" y="4427"/>
                  </a:cubicBezTo>
                  <a:cubicBezTo>
                    <a:pt x="3287" y="4427"/>
                    <a:pt x="3964" y="4097"/>
                    <a:pt x="4427" y="3572"/>
                  </a:cubicBezTo>
                  <a:lnTo>
                    <a:pt x="4427" y="3572"/>
                  </a:lnTo>
                  <a:cubicBezTo>
                    <a:pt x="3984" y="3964"/>
                    <a:pt x="3404" y="4203"/>
                    <a:pt x="2764" y="4203"/>
                  </a:cubicBezTo>
                  <a:cubicBezTo>
                    <a:pt x="2760" y="4203"/>
                    <a:pt x="2756" y="4203"/>
                    <a:pt x="2752" y="4203"/>
                  </a:cubicBezTo>
                  <a:cubicBezTo>
                    <a:pt x="1355" y="4203"/>
                    <a:pt x="222" y="3071"/>
                    <a:pt x="222" y="1674"/>
                  </a:cubicBezTo>
                  <a:cubicBezTo>
                    <a:pt x="222" y="1031"/>
                    <a:pt x="461" y="446"/>
                    <a:pt x="856"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75" name="Google Shape;2975;p27"/>
            <p:cNvSpPr/>
            <p:nvPr/>
          </p:nvSpPr>
          <p:spPr>
            <a:xfrm>
              <a:off x="4833790" y="4248772"/>
              <a:ext cx="52777" cy="52777"/>
            </a:xfrm>
            <a:custGeom>
              <a:rect b="b" l="l" r="r" t="t"/>
              <a:pathLst>
                <a:path extrusionOk="0" h="1643" w="1643">
                  <a:moveTo>
                    <a:pt x="802" y="1"/>
                  </a:moveTo>
                  <a:cubicBezTo>
                    <a:pt x="629" y="1"/>
                    <a:pt x="467" y="54"/>
                    <a:pt x="332" y="145"/>
                  </a:cubicBezTo>
                  <a:cubicBezTo>
                    <a:pt x="109" y="296"/>
                    <a:pt x="0" y="588"/>
                    <a:pt x="0" y="878"/>
                  </a:cubicBezTo>
                  <a:cubicBezTo>
                    <a:pt x="0" y="1195"/>
                    <a:pt x="302" y="1642"/>
                    <a:pt x="765" y="1642"/>
                  </a:cubicBezTo>
                  <a:cubicBezTo>
                    <a:pt x="1054" y="1642"/>
                    <a:pt x="1345" y="1534"/>
                    <a:pt x="1496" y="1311"/>
                  </a:cubicBezTo>
                  <a:cubicBezTo>
                    <a:pt x="1589" y="1176"/>
                    <a:pt x="1642" y="1015"/>
                    <a:pt x="1642" y="840"/>
                  </a:cubicBezTo>
                  <a:cubicBezTo>
                    <a:pt x="1642" y="377"/>
                    <a:pt x="1266" y="1"/>
                    <a:pt x="802" y="1"/>
                  </a:cubicBezTo>
                  <a:close/>
                </a:path>
              </a:pathLst>
            </a:cu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76" name="Google Shape;2976;p27"/>
            <p:cNvSpPr/>
            <p:nvPr/>
          </p:nvSpPr>
          <p:spPr>
            <a:xfrm>
              <a:off x="4832569" y="4253430"/>
              <a:ext cx="49340" cy="49308"/>
            </a:xfrm>
            <a:custGeom>
              <a:rect b="b" l="l" r="r" t="t"/>
              <a:pathLst>
                <a:path extrusionOk="0" h="1535" w="1536">
                  <a:moveTo>
                    <a:pt x="370" y="0"/>
                  </a:moveTo>
                  <a:lnTo>
                    <a:pt x="370" y="0"/>
                  </a:lnTo>
                  <a:cubicBezTo>
                    <a:pt x="147" y="151"/>
                    <a:pt x="1" y="406"/>
                    <a:pt x="1" y="695"/>
                  </a:cubicBezTo>
                  <a:cubicBezTo>
                    <a:pt x="1" y="1158"/>
                    <a:pt x="377" y="1535"/>
                    <a:pt x="840" y="1535"/>
                  </a:cubicBezTo>
                  <a:cubicBezTo>
                    <a:pt x="1130" y="1535"/>
                    <a:pt x="1385" y="1390"/>
                    <a:pt x="1535" y="1167"/>
                  </a:cubicBezTo>
                  <a:lnTo>
                    <a:pt x="1535" y="1167"/>
                  </a:lnTo>
                  <a:cubicBezTo>
                    <a:pt x="1401" y="1258"/>
                    <a:pt x="1239" y="1310"/>
                    <a:pt x="1065" y="1310"/>
                  </a:cubicBezTo>
                  <a:cubicBezTo>
                    <a:pt x="602" y="1310"/>
                    <a:pt x="225" y="934"/>
                    <a:pt x="225" y="471"/>
                  </a:cubicBezTo>
                  <a:cubicBezTo>
                    <a:pt x="225" y="297"/>
                    <a:pt x="280" y="133"/>
                    <a:pt x="370"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77" name="Google Shape;2977;p27"/>
            <p:cNvSpPr/>
            <p:nvPr/>
          </p:nvSpPr>
          <p:spPr>
            <a:xfrm>
              <a:off x="4850527" y="4266729"/>
              <a:ext cx="18085" cy="18085"/>
            </a:xfrm>
            <a:custGeom>
              <a:rect b="b" l="l" r="r" t="t"/>
              <a:pathLst>
                <a:path extrusionOk="0" h="563" w="563">
                  <a:moveTo>
                    <a:pt x="281" y="0"/>
                  </a:moveTo>
                  <a:cubicBezTo>
                    <a:pt x="127" y="0"/>
                    <a:pt x="1" y="126"/>
                    <a:pt x="1" y="281"/>
                  </a:cubicBezTo>
                  <a:cubicBezTo>
                    <a:pt x="1" y="436"/>
                    <a:pt x="127" y="562"/>
                    <a:pt x="281" y="562"/>
                  </a:cubicBezTo>
                  <a:cubicBezTo>
                    <a:pt x="436" y="562"/>
                    <a:pt x="562" y="436"/>
                    <a:pt x="562" y="281"/>
                  </a:cubicBezTo>
                  <a:cubicBezTo>
                    <a:pt x="562" y="126"/>
                    <a:pt x="436" y="0"/>
                    <a:pt x="281" y="0"/>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78" name="Google Shape;2978;p27"/>
            <p:cNvSpPr/>
            <p:nvPr/>
          </p:nvSpPr>
          <p:spPr>
            <a:xfrm>
              <a:off x="4877125" y="4233063"/>
              <a:ext cx="93637" cy="95211"/>
            </a:xfrm>
            <a:custGeom>
              <a:rect b="b" l="l" r="r" t="t"/>
              <a:pathLst>
                <a:path extrusionOk="0" h="2964" w="2915">
                  <a:moveTo>
                    <a:pt x="2755" y="1"/>
                  </a:moveTo>
                  <a:cubicBezTo>
                    <a:pt x="2711" y="1"/>
                    <a:pt x="2666" y="22"/>
                    <a:pt x="2640" y="61"/>
                  </a:cubicBezTo>
                  <a:lnTo>
                    <a:pt x="992" y="2429"/>
                  </a:lnTo>
                  <a:cubicBezTo>
                    <a:pt x="972" y="2457"/>
                    <a:pt x="945" y="2474"/>
                    <a:pt x="913" y="2483"/>
                  </a:cubicBezTo>
                  <a:lnTo>
                    <a:pt x="121" y="2689"/>
                  </a:lnTo>
                  <a:cubicBezTo>
                    <a:pt x="46" y="2707"/>
                    <a:pt x="1" y="2784"/>
                    <a:pt x="19" y="2858"/>
                  </a:cubicBezTo>
                  <a:cubicBezTo>
                    <a:pt x="37" y="2922"/>
                    <a:pt x="95" y="2964"/>
                    <a:pt x="156" y="2964"/>
                  </a:cubicBezTo>
                  <a:cubicBezTo>
                    <a:pt x="163" y="2964"/>
                    <a:pt x="171" y="2962"/>
                    <a:pt x="179" y="2962"/>
                  </a:cubicBezTo>
                  <a:cubicBezTo>
                    <a:pt x="183" y="2962"/>
                    <a:pt x="187" y="2963"/>
                    <a:pt x="192" y="2964"/>
                  </a:cubicBezTo>
                  <a:lnTo>
                    <a:pt x="982" y="2758"/>
                  </a:lnTo>
                  <a:cubicBezTo>
                    <a:pt x="1079" y="2733"/>
                    <a:pt x="1163" y="2674"/>
                    <a:pt x="1221" y="2592"/>
                  </a:cubicBezTo>
                  <a:lnTo>
                    <a:pt x="2870" y="222"/>
                  </a:lnTo>
                  <a:cubicBezTo>
                    <a:pt x="2915" y="158"/>
                    <a:pt x="2899" y="70"/>
                    <a:pt x="2835" y="26"/>
                  </a:cubicBezTo>
                  <a:cubicBezTo>
                    <a:pt x="2811" y="9"/>
                    <a:pt x="2783" y="1"/>
                    <a:pt x="2755" y="1"/>
                  </a:cubicBez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79" name="Google Shape;2979;p27"/>
            <p:cNvSpPr/>
            <p:nvPr/>
          </p:nvSpPr>
          <p:spPr>
            <a:xfrm>
              <a:off x="4871407" y="4313855"/>
              <a:ext cx="24156" cy="19049"/>
            </a:xfrm>
            <a:custGeom>
              <a:rect b="b" l="l" r="r" t="t"/>
              <a:pathLst>
                <a:path extrusionOk="0" h="593" w="752">
                  <a:moveTo>
                    <a:pt x="445" y="0"/>
                  </a:moveTo>
                  <a:cubicBezTo>
                    <a:pt x="423" y="0"/>
                    <a:pt x="400" y="3"/>
                    <a:pt x="377" y="8"/>
                  </a:cubicBezTo>
                  <a:lnTo>
                    <a:pt x="242" y="40"/>
                  </a:lnTo>
                  <a:cubicBezTo>
                    <a:pt x="93" y="77"/>
                    <a:pt x="1" y="229"/>
                    <a:pt x="38" y="379"/>
                  </a:cubicBezTo>
                  <a:cubicBezTo>
                    <a:pt x="69" y="506"/>
                    <a:pt x="182" y="592"/>
                    <a:pt x="307" y="592"/>
                  </a:cubicBezTo>
                  <a:cubicBezTo>
                    <a:pt x="330" y="592"/>
                    <a:pt x="354" y="589"/>
                    <a:pt x="377" y="583"/>
                  </a:cubicBezTo>
                  <a:lnTo>
                    <a:pt x="512" y="551"/>
                  </a:lnTo>
                  <a:cubicBezTo>
                    <a:pt x="661" y="514"/>
                    <a:pt x="752" y="362"/>
                    <a:pt x="716" y="213"/>
                  </a:cubicBezTo>
                  <a:cubicBezTo>
                    <a:pt x="685" y="85"/>
                    <a:pt x="571" y="0"/>
                    <a:pt x="445" y="0"/>
                  </a:cubicBez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80" name="Google Shape;2980;p27"/>
            <p:cNvSpPr/>
            <p:nvPr/>
          </p:nvSpPr>
          <p:spPr>
            <a:xfrm>
              <a:off x="4986058" y="4339040"/>
              <a:ext cx="18053" cy="18085"/>
            </a:xfrm>
            <a:custGeom>
              <a:rect b="b" l="l" r="r" t="t"/>
              <a:pathLst>
                <a:path extrusionOk="0" h="563" w="562">
                  <a:moveTo>
                    <a:pt x="94" y="0"/>
                  </a:moveTo>
                  <a:cubicBezTo>
                    <a:pt x="42" y="0"/>
                    <a:pt x="0" y="44"/>
                    <a:pt x="0" y="95"/>
                  </a:cubicBezTo>
                  <a:lnTo>
                    <a:pt x="0" y="468"/>
                  </a:lnTo>
                  <a:cubicBezTo>
                    <a:pt x="0" y="520"/>
                    <a:pt x="43" y="562"/>
                    <a:pt x="94" y="562"/>
                  </a:cubicBezTo>
                  <a:lnTo>
                    <a:pt x="468" y="562"/>
                  </a:lnTo>
                  <a:cubicBezTo>
                    <a:pt x="518" y="562"/>
                    <a:pt x="562" y="520"/>
                    <a:pt x="562" y="468"/>
                  </a:cubicBezTo>
                  <a:lnTo>
                    <a:pt x="562" y="95"/>
                  </a:lnTo>
                  <a:cubicBezTo>
                    <a:pt x="562" y="42"/>
                    <a:pt x="518" y="0"/>
                    <a:pt x="468" y="0"/>
                  </a:cubicBez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81" name="Google Shape;2981;p27"/>
            <p:cNvSpPr/>
            <p:nvPr/>
          </p:nvSpPr>
          <p:spPr>
            <a:xfrm>
              <a:off x="4933086" y="4334607"/>
              <a:ext cx="39511" cy="9026"/>
            </a:xfrm>
            <a:custGeom>
              <a:rect b="b" l="l" r="r" t="t"/>
              <a:pathLst>
                <a:path extrusionOk="0" h="281" w="1230">
                  <a:moveTo>
                    <a:pt x="141" y="1"/>
                  </a:moveTo>
                  <a:cubicBezTo>
                    <a:pt x="64" y="1"/>
                    <a:pt x="0" y="65"/>
                    <a:pt x="0" y="140"/>
                  </a:cubicBezTo>
                  <a:cubicBezTo>
                    <a:pt x="0" y="217"/>
                    <a:pt x="62" y="280"/>
                    <a:pt x="141" y="280"/>
                  </a:cubicBezTo>
                  <a:lnTo>
                    <a:pt x="1090" y="280"/>
                  </a:lnTo>
                  <a:cubicBezTo>
                    <a:pt x="1167" y="280"/>
                    <a:pt x="1229" y="217"/>
                    <a:pt x="1229" y="140"/>
                  </a:cubicBezTo>
                  <a:cubicBezTo>
                    <a:pt x="1229" y="65"/>
                    <a:pt x="1167" y="1"/>
                    <a:pt x="1090" y="1"/>
                  </a:cubicBezTo>
                  <a:close/>
                </a:path>
              </a:pathLst>
            </a:custGeom>
            <a:solidFill>
              <a:srgbClr val="EAE2D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82" name="Google Shape;2982;p27"/>
            <p:cNvSpPr/>
            <p:nvPr/>
          </p:nvSpPr>
          <p:spPr>
            <a:xfrm>
              <a:off x="4945068" y="4352564"/>
              <a:ext cx="27529" cy="9026"/>
            </a:xfrm>
            <a:custGeom>
              <a:rect b="b" l="l" r="r" t="t"/>
              <a:pathLst>
                <a:path extrusionOk="0" h="281" w="857">
                  <a:moveTo>
                    <a:pt x="140" y="1"/>
                  </a:moveTo>
                  <a:cubicBezTo>
                    <a:pt x="64" y="1"/>
                    <a:pt x="1" y="64"/>
                    <a:pt x="1" y="141"/>
                  </a:cubicBezTo>
                  <a:cubicBezTo>
                    <a:pt x="1" y="216"/>
                    <a:pt x="61" y="280"/>
                    <a:pt x="140" y="280"/>
                  </a:cubicBezTo>
                  <a:lnTo>
                    <a:pt x="717" y="280"/>
                  </a:lnTo>
                  <a:cubicBezTo>
                    <a:pt x="794" y="280"/>
                    <a:pt x="856" y="216"/>
                    <a:pt x="856" y="141"/>
                  </a:cubicBezTo>
                  <a:cubicBezTo>
                    <a:pt x="856" y="64"/>
                    <a:pt x="794" y="1"/>
                    <a:pt x="717" y="1"/>
                  </a:cubicBezTo>
                  <a:close/>
                </a:path>
              </a:pathLst>
            </a:custGeom>
            <a:solidFill>
              <a:srgbClr val="EAE2D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83" name="Google Shape;2983;p27"/>
            <p:cNvSpPr/>
            <p:nvPr/>
          </p:nvSpPr>
          <p:spPr>
            <a:xfrm>
              <a:off x="4990556" y="4246170"/>
              <a:ext cx="8994" cy="78989"/>
            </a:xfrm>
            <a:custGeom>
              <a:rect b="b" l="l" r="r" t="t"/>
              <a:pathLst>
                <a:path extrusionOk="0" h="2459" w="280">
                  <a:moveTo>
                    <a:pt x="141" y="0"/>
                  </a:moveTo>
                  <a:cubicBezTo>
                    <a:pt x="64" y="0"/>
                    <a:pt x="0" y="61"/>
                    <a:pt x="0" y="139"/>
                  </a:cubicBezTo>
                  <a:lnTo>
                    <a:pt x="0" y="2320"/>
                  </a:lnTo>
                  <a:cubicBezTo>
                    <a:pt x="0" y="2396"/>
                    <a:pt x="63" y="2459"/>
                    <a:pt x="141" y="2459"/>
                  </a:cubicBezTo>
                  <a:cubicBezTo>
                    <a:pt x="219" y="2459"/>
                    <a:pt x="280" y="2398"/>
                    <a:pt x="280" y="2320"/>
                  </a:cubicBezTo>
                  <a:lnTo>
                    <a:pt x="280" y="139"/>
                  </a:lnTo>
                  <a:cubicBezTo>
                    <a:pt x="280" y="63"/>
                    <a:pt x="218" y="0"/>
                    <a:pt x="141" y="0"/>
                  </a:cubicBezTo>
                  <a:close/>
                </a:path>
              </a:pathLst>
            </a:cu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84" name="Google Shape;2984;p27"/>
            <p:cNvSpPr/>
            <p:nvPr/>
          </p:nvSpPr>
          <p:spPr>
            <a:xfrm>
              <a:off x="4986058" y="4282566"/>
              <a:ext cx="18053" cy="18085"/>
            </a:xfrm>
            <a:custGeom>
              <a:rect b="b" l="l" r="r" t="t"/>
              <a:pathLst>
                <a:path extrusionOk="0" h="563" w="562">
                  <a:moveTo>
                    <a:pt x="281" y="1"/>
                  </a:moveTo>
                  <a:cubicBezTo>
                    <a:pt x="125" y="1"/>
                    <a:pt x="0" y="128"/>
                    <a:pt x="0" y="282"/>
                  </a:cubicBezTo>
                  <a:cubicBezTo>
                    <a:pt x="0" y="438"/>
                    <a:pt x="127" y="563"/>
                    <a:pt x="281" y="563"/>
                  </a:cubicBezTo>
                  <a:cubicBezTo>
                    <a:pt x="434" y="563"/>
                    <a:pt x="562" y="438"/>
                    <a:pt x="562" y="282"/>
                  </a:cubicBezTo>
                  <a:cubicBezTo>
                    <a:pt x="562" y="125"/>
                    <a:pt x="436" y="1"/>
                    <a:pt x="281" y="1"/>
                  </a:cubicBez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85" name="Google Shape;2985;p27"/>
            <p:cNvSpPr/>
            <p:nvPr/>
          </p:nvSpPr>
          <p:spPr>
            <a:xfrm>
              <a:off x="4956697" y="4216230"/>
              <a:ext cx="28268" cy="29681"/>
            </a:xfrm>
            <a:custGeom>
              <a:rect b="b" l="l" r="r" t="t"/>
              <a:pathLst>
                <a:path extrusionOk="0" h="924" w="880">
                  <a:moveTo>
                    <a:pt x="451" y="0"/>
                  </a:moveTo>
                  <a:lnTo>
                    <a:pt x="89" y="517"/>
                  </a:lnTo>
                  <a:cubicBezTo>
                    <a:pt x="1" y="644"/>
                    <a:pt x="21" y="756"/>
                    <a:pt x="147" y="846"/>
                  </a:cubicBezTo>
                  <a:cubicBezTo>
                    <a:pt x="147" y="846"/>
                    <a:pt x="269" y="923"/>
                    <a:pt x="361" y="923"/>
                  </a:cubicBezTo>
                  <a:cubicBezTo>
                    <a:pt x="378" y="923"/>
                    <a:pt x="395" y="920"/>
                    <a:pt x="409" y="914"/>
                  </a:cubicBezTo>
                  <a:cubicBezTo>
                    <a:pt x="451" y="893"/>
                    <a:pt x="488" y="863"/>
                    <a:pt x="517" y="821"/>
                  </a:cubicBezTo>
                  <a:lnTo>
                    <a:pt x="879" y="304"/>
                  </a:lnTo>
                  <a:lnTo>
                    <a:pt x="451" y="0"/>
                  </a:lnTo>
                  <a:close/>
                </a:path>
              </a:pathLst>
            </a:cu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86" name="Google Shape;2986;p27"/>
            <p:cNvSpPr/>
            <p:nvPr/>
          </p:nvSpPr>
          <p:spPr>
            <a:xfrm>
              <a:off x="4955765" y="4215748"/>
              <a:ext cx="19627" cy="30709"/>
            </a:xfrm>
            <a:custGeom>
              <a:rect b="b" l="l" r="r" t="t"/>
              <a:pathLst>
                <a:path extrusionOk="0" h="956" w="611">
                  <a:moveTo>
                    <a:pt x="448" y="1"/>
                  </a:moveTo>
                  <a:lnTo>
                    <a:pt x="89" y="516"/>
                  </a:lnTo>
                  <a:cubicBezTo>
                    <a:pt x="1" y="643"/>
                    <a:pt x="31" y="817"/>
                    <a:pt x="158" y="905"/>
                  </a:cubicBezTo>
                  <a:cubicBezTo>
                    <a:pt x="206" y="939"/>
                    <a:pt x="262" y="956"/>
                    <a:pt x="317" y="956"/>
                  </a:cubicBezTo>
                  <a:cubicBezTo>
                    <a:pt x="359" y="956"/>
                    <a:pt x="400" y="947"/>
                    <a:pt x="438" y="929"/>
                  </a:cubicBezTo>
                  <a:cubicBezTo>
                    <a:pt x="423" y="921"/>
                    <a:pt x="412" y="914"/>
                    <a:pt x="399" y="905"/>
                  </a:cubicBezTo>
                  <a:cubicBezTo>
                    <a:pt x="271" y="817"/>
                    <a:pt x="241" y="643"/>
                    <a:pt x="332" y="516"/>
                  </a:cubicBezTo>
                  <a:lnTo>
                    <a:pt x="610" y="115"/>
                  </a:lnTo>
                  <a:lnTo>
                    <a:pt x="448" y="1"/>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87" name="Google Shape;2987;p27"/>
            <p:cNvSpPr/>
            <p:nvPr/>
          </p:nvSpPr>
          <p:spPr>
            <a:xfrm>
              <a:off x="4962222" y="4199012"/>
              <a:ext cx="40346" cy="31705"/>
            </a:xfrm>
            <a:custGeom>
              <a:rect b="b" l="l" r="r" t="t"/>
              <a:pathLst>
                <a:path extrusionOk="0" h="987" w="1256">
                  <a:moveTo>
                    <a:pt x="280" y="0"/>
                  </a:moveTo>
                  <a:cubicBezTo>
                    <a:pt x="222" y="0"/>
                    <a:pt x="164" y="28"/>
                    <a:pt x="128" y="80"/>
                  </a:cubicBezTo>
                  <a:lnTo>
                    <a:pt x="60" y="196"/>
                  </a:lnTo>
                  <a:cubicBezTo>
                    <a:pt x="1" y="279"/>
                    <a:pt x="20" y="394"/>
                    <a:pt x="105" y="455"/>
                  </a:cubicBezTo>
                  <a:lnTo>
                    <a:pt x="830" y="952"/>
                  </a:lnTo>
                  <a:cubicBezTo>
                    <a:pt x="863" y="975"/>
                    <a:pt x="901" y="987"/>
                    <a:pt x="938" y="987"/>
                  </a:cubicBezTo>
                  <a:cubicBezTo>
                    <a:pt x="996" y="987"/>
                    <a:pt x="1053" y="959"/>
                    <a:pt x="1089" y="907"/>
                  </a:cubicBezTo>
                  <a:lnTo>
                    <a:pt x="1123" y="898"/>
                  </a:lnTo>
                  <a:lnTo>
                    <a:pt x="1197" y="791"/>
                  </a:lnTo>
                  <a:cubicBezTo>
                    <a:pt x="1256" y="708"/>
                    <a:pt x="1234" y="593"/>
                    <a:pt x="1152" y="532"/>
                  </a:cubicBezTo>
                  <a:lnTo>
                    <a:pt x="432" y="30"/>
                  </a:lnTo>
                  <a:lnTo>
                    <a:pt x="387" y="35"/>
                  </a:lnTo>
                  <a:cubicBezTo>
                    <a:pt x="355" y="12"/>
                    <a:pt x="318" y="0"/>
                    <a:pt x="280" y="0"/>
                  </a:cubicBezTo>
                  <a:close/>
                </a:path>
              </a:pathLst>
            </a:cu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88" name="Google Shape;2988;p27"/>
            <p:cNvSpPr/>
            <p:nvPr/>
          </p:nvSpPr>
          <p:spPr>
            <a:xfrm>
              <a:off x="4960937" y="4197855"/>
              <a:ext cx="37358" cy="34082"/>
            </a:xfrm>
            <a:custGeom>
              <a:rect b="b" l="l" r="r" t="t"/>
              <a:pathLst>
                <a:path extrusionOk="0" h="1061" w="1163">
                  <a:moveTo>
                    <a:pt x="318" y="0"/>
                  </a:moveTo>
                  <a:cubicBezTo>
                    <a:pt x="260" y="0"/>
                    <a:pt x="203" y="28"/>
                    <a:pt x="167" y="80"/>
                  </a:cubicBezTo>
                  <a:lnTo>
                    <a:pt x="60" y="232"/>
                  </a:lnTo>
                  <a:cubicBezTo>
                    <a:pt x="0" y="317"/>
                    <a:pt x="21" y="433"/>
                    <a:pt x="106" y="493"/>
                  </a:cubicBezTo>
                  <a:lnTo>
                    <a:pt x="869" y="1027"/>
                  </a:lnTo>
                  <a:cubicBezTo>
                    <a:pt x="902" y="1050"/>
                    <a:pt x="939" y="1061"/>
                    <a:pt x="976" y="1061"/>
                  </a:cubicBezTo>
                  <a:cubicBezTo>
                    <a:pt x="1035" y="1061"/>
                    <a:pt x="1093" y="1033"/>
                    <a:pt x="1129" y="980"/>
                  </a:cubicBezTo>
                  <a:lnTo>
                    <a:pt x="1163" y="936"/>
                  </a:lnTo>
                  <a:lnTo>
                    <a:pt x="335" y="358"/>
                  </a:lnTo>
                  <a:cubicBezTo>
                    <a:pt x="310" y="341"/>
                    <a:pt x="303" y="306"/>
                    <a:pt x="320" y="281"/>
                  </a:cubicBezTo>
                  <a:lnTo>
                    <a:pt x="471" y="67"/>
                  </a:lnTo>
                  <a:lnTo>
                    <a:pt x="426" y="35"/>
                  </a:lnTo>
                  <a:cubicBezTo>
                    <a:pt x="393" y="11"/>
                    <a:pt x="356" y="0"/>
                    <a:pt x="318"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2989" name="Google Shape;2989;p27"/>
          <p:cNvGrpSpPr/>
          <p:nvPr/>
        </p:nvGrpSpPr>
        <p:grpSpPr>
          <a:xfrm>
            <a:off x="4157385" y="4126990"/>
            <a:ext cx="197746" cy="297583"/>
            <a:chOff x="4157385" y="4126990"/>
            <a:chExt cx="197746" cy="297583"/>
          </a:xfrm>
        </p:grpSpPr>
        <p:sp>
          <p:nvSpPr>
            <p:cNvPr id="2990" name="Google Shape;2990;p27"/>
            <p:cNvSpPr/>
            <p:nvPr/>
          </p:nvSpPr>
          <p:spPr>
            <a:xfrm>
              <a:off x="4158638" y="4126990"/>
              <a:ext cx="196493" cy="296426"/>
            </a:xfrm>
            <a:custGeom>
              <a:rect b="b" l="l" r="r" t="t"/>
              <a:pathLst>
                <a:path extrusionOk="0" h="9228" w="6117">
                  <a:moveTo>
                    <a:pt x="242" y="0"/>
                  </a:moveTo>
                  <a:cubicBezTo>
                    <a:pt x="229" y="0"/>
                    <a:pt x="218" y="0"/>
                    <a:pt x="205" y="2"/>
                  </a:cubicBezTo>
                  <a:cubicBezTo>
                    <a:pt x="69" y="20"/>
                    <a:pt x="2" y="300"/>
                    <a:pt x="2" y="442"/>
                  </a:cubicBezTo>
                  <a:lnTo>
                    <a:pt x="1" y="8947"/>
                  </a:lnTo>
                  <a:cubicBezTo>
                    <a:pt x="1" y="9101"/>
                    <a:pt x="127" y="9227"/>
                    <a:pt x="280" y="9227"/>
                  </a:cubicBezTo>
                  <a:lnTo>
                    <a:pt x="5678" y="9222"/>
                  </a:lnTo>
                  <a:cubicBezTo>
                    <a:pt x="5822" y="9222"/>
                    <a:pt x="6095" y="9158"/>
                    <a:pt x="6114" y="9025"/>
                  </a:cubicBezTo>
                  <a:cubicBezTo>
                    <a:pt x="6114" y="9012"/>
                    <a:pt x="6117" y="8999"/>
                    <a:pt x="6117" y="8986"/>
                  </a:cubicBezTo>
                  <a:lnTo>
                    <a:pt x="6117" y="281"/>
                  </a:lnTo>
                  <a:cubicBezTo>
                    <a:pt x="6117" y="125"/>
                    <a:pt x="5989" y="0"/>
                    <a:pt x="5836" y="0"/>
                  </a:cubicBez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91" name="Google Shape;2991;p27"/>
            <p:cNvSpPr/>
            <p:nvPr/>
          </p:nvSpPr>
          <p:spPr>
            <a:xfrm>
              <a:off x="4157385" y="4126990"/>
              <a:ext cx="197618" cy="297583"/>
            </a:xfrm>
            <a:custGeom>
              <a:rect b="b" l="l" r="r" t="t"/>
              <a:pathLst>
                <a:path extrusionOk="0" h="9264" w="6152">
                  <a:moveTo>
                    <a:pt x="244" y="0"/>
                  </a:moveTo>
                  <a:cubicBezTo>
                    <a:pt x="106" y="19"/>
                    <a:pt x="1" y="136"/>
                    <a:pt x="1" y="277"/>
                  </a:cubicBezTo>
                  <a:lnTo>
                    <a:pt x="1" y="8983"/>
                  </a:lnTo>
                  <a:cubicBezTo>
                    <a:pt x="1" y="9139"/>
                    <a:pt x="128" y="9264"/>
                    <a:pt x="281" y="9264"/>
                  </a:cubicBezTo>
                  <a:lnTo>
                    <a:pt x="5875" y="9264"/>
                  </a:lnTo>
                  <a:cubicBezTo>
                    <a:pt x="6015" y="9264"/>
                    <a:pt x="6134" y="9158"/>
                    <a:pt x="6152" y="9020"/>
                  </a:cubicBezTo>
                  <a:lnTo>
                    <a:pt x="391" y="9019"/>
                  </a:lnTo>
                  <a:cubicBezTo>
                    <a:pt x="310" y="9019"/>
                    <a:pt x="244" y="8954"/>
                    <a:pt x="244" y="8871"/>
                  </a:cubicBezTo>
                  <a:lnTo>
                    <a:pt x="244" y="0"/>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92" name="Google Shape;2992;p27"/>
            <p:cNvSpPr/>
            <p:nvPr/>
          </p:nvSpPr>
          <p:spPr>
            <a:xfrm>
              <a:off x="4212574" y="4367084"/>
              <a:ext cx="31191" cy="28171"/>
            </a:xfrm>
            <a:custGeom>
              <a:rect b="b" l="l" r="r" t="t"/>
              <a:pathLst>
                <a:path extrusionOk="0" h="877" w="971">
                  <a:moveTo>
                    <a:pt x="1" y="0"/>
                  </a:moveTo>
                  <a:lnTo>
                    <a:pt x="1" y="876"/>
                  </a:lnTo>
                  <a:lnTo>
                    <a:pt x="971" y="876"/>
                  </a:lnTo>
                  <a:lnTo>
                    <a:pt x="971" y="0"/>
                  </a:lnTo>
                  <a:close/>
                </a:path>
              </a:pathLst>
            </a:cu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93" name="Google Shape;2993;p27"/>
            <p:cNvSpPr/>
            <p:nvPr/>
          </p:nvSpPr>
          <p:spPr>
            <a:xfrm>
              <a:off x="4212863" y="4367084"/>
              <a:ext cx="30548" cy="29938"/>
            </a:xfrm>
            <a:custGeom>
              <a:rect b="b" l="l" r="r" t="t"/>
              <a:pathLst>
                <a:path extrusionOk="0" h="932" w="951">
                  <a:moveTo>
                    <a:pt x="1" y="0"/>
                  </a:moveTo>
                  <a:lnTo>
                    <a:pt x="1" y="931"/>
                  </a:lnTo>
                  <a:lnTo>
                    <a:pt x="950" y="931"/>
                  </a:lnTo>
                  <a:lnTo>
                    <a:pt x="950" y="671"/>
                  </a:lnTo>
                  <a:lnTo>
                    <a:pt x="373" y="671"/>
                  </a:lnTo>
                  <a:cubicBezTo>
                    <a:pt x="332" y="671"/>
                    <a:pt x="299" y="639"/>
                    <a:pt x="299" y="597"/>
                  </a:cubicBezTo>
                  <a:lnTo>
                    <a:pt x="299" y="0"/>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94" name="Google Shape;2994;p27"/>
            <p:cNvSpPr/>
            <p:nvPr/>
          </p:nvSpPr>
          <p:spPr>
            <a:xfrm>
              <a:off x="4186457" y="4367084"/>
              <a:ext cx="27593" cy="38932"/>
            </a:xfrm>
            <a:custGeom>
              <a:rect b="b" l="l" r="r" t="t"/>
              <a:pathLst>
                <a:path extrusionOk="0" h="1212" w="859">
                  <a:moveTo>
                    <a:pt x="0" y="0"/>
                  </a:moveTo>
                  <a:lnTo>
                    <a:pt x="0" y="1025"/>
                  </a:lnTo>
                  <a:cubicBezTo>
                    <a:pt x="0" y="1129"/>
                    <a:pt x="84" y="1212"/>
                    <a:pt x="187" y="1212"/>
                  </a:cubicBezTo>
                  <a:lnTo>
                    <a:pt x="655" y="1212"/>
                  </a:lnTo>
                  <a:cubicBezTo>
                    <a:pt x="757" y="1212"/>
                    <a:pt x="840" y="1129"/>
                    <a:pt x="840" y="1025"/>
                  </a:cubicBezTo>
                  <a:lnTo>
                    <a:pt x="859" y="970"/>
                  </a:lnTo>
                  <a:lnTo>
                    <a:pt x="859" y="0"/>
                  </a:lnTo>
                  <a:close/>
                </a:path>
              </a:pathLst>
            </a:custGeom>
            <a:solidFill>
              <a:schemeClr val="l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95" name="Google Shape;2995;p27"/>
            <p:cNvSpPr/>
            <p:nvPr/>
          </p:nvSpPr>
          <p:spPr>
            <a:xfrm>
              <a:off x="4185879" y="4367084"/>
              <a:ext cx="28171" cy="39543"/>
            </a:xfrm>
            <a:custGeom>
              <a:rect b="b" l="l" r="r" t="t"/>
              <a:pathLst>
                <a:path extrusionOk="0" h="1231" w="877">
                  <a:moveTo>
                    <a:pt x="1" y="0"/>
                  </a:moveTo>
                  <a:lnTo>
                    <a:pt x="1" y="1044"/>
                  </a:lnTo>
                  <a:cubicBezTo>
                    <a:pt x="1" y="1147"/>
                    <a:pt x="83" y="1231"/>
                    <a:pt x="188" y="1231"/>
                  </a:cubicBezTo>
                  <a:lnTo>
                    <a:pt x="690" y="1231"/>
                  </a:lnTo>
                  <a:cubicBezTo>
                    <a:pt x="793" y="1231"/>
                    <a:pt x="877" y="1147"/>
                    <a:pt x="877" y="1044"/>
                  </a:cubicBezTo>
                  <a:lnTo>
                    <a:pt x="877" y="970"/>
                  </a:lnTo>
                  <a:lnTo>
                    <a:pt x="877" y="967"/>
                  </a:lnTo>
                  <a:lnTo>
                    <a:pt x="335" y="967"/>
                  </a:lnTo>
                  <a:cubicBezTo>
                    <a:pt x="293" y="967"/>
                    <a:pt x="261" y="936"/>
                    <a:pt x="261" y="894"/>
                  </a:cubicBezTo>
                  <a:lnTo>
                    <a:pt x="261" y="0"/>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96" name="Google Shape;2996;p27"/>
            <p:cNvSpPr/>
            <p:nvPr/>
          </p:nvSpPr>
          <p:spPr>
            <a:xfrm>
              <a:off x="4243381" y="4367084"/>
              <a:ext cx="26983" cy="37744"/>
            </a:xfrm>
            <a:custGeom>
              <a:rect b="b" l="l" r="r" t="t"/>
              <a:pathLst>
                <a:path extrusionOk="0" h="1175" w="840">
                  <a:moveTo>
                    <a:pt x="0" y="0"/>
                  </a:moveTo>
                  <a:lnTo>
                    <a:pt x="0" y="988"/>
                  </a:lnTo>
                  <a:cubicBezTo>
                    <a:pt x="0" y="1090"/>
                    <a:pt x="45" y="1174"/>
                    <a:pt x="149" y="1174"/>
                  </a:cubicBezTo>
                  <a:lnTo>
                    <a:pt x="840" y="1174"/>
                  </a:lnTo>
                  <a:lnTo>
                    <a:pt x="840" y="0"/>
                  </a:ln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97" name="Google Shape;2997;p27"/>
            <p:cNvSpPr/>
            <p:nvPr/>
          </p:nvSpPr>
          <p:spPr>
            <a:xfrm>
              <a:off x="4242160" y="4367084"/>
              <a:ext cx="29392" cy="39543"/>
            </a:xfrm>
            <a:custGeom>
              <a:rect b="b" l="l" r="r" t="t"/>
              <a:pathLst>
                <a:path extrusionOk="0" h="1231" w="915">
                  <a:moveTo>
                    <a:pt x="1" y="0"/>
                  </a:moveTo>
                  <a:lnTo>
                    <a:pt x="1" y="1044"/>
                  </a:lnTo>
                  <a:cubicBezTo>
                    <a:pt x="1" y="1147"/>
                    <a:pt x="83" y="1231"/>
                    <a:pt x="187" y="1231"/>
                  </a:cubicBezTo>
                  <a:lnTo>
                    <a:pt x="914" y="1231"/>
                  </a:lnTo>
                  <a:lnTo>
                    <a:pt x="914" y="970"/>
                  </a:lnTo>
                  <a:lnTo>
                    <a:pt x="914" y="967"/>
                  </a:lnTo>
                  <a:lnTo>
                    <a:pt x="335" y="967"/>
                  </a:lnTo>
                  <a:cubicBezTo>
                    <a:pt x="293" y="967"/>
                    <a:pt x="261" y="936"/>
                    <a:pt x="261" y="894"/>
                  </a:cubicBezTo>
                  <a:lnTo>
                    <a:pt x="261" y="0"/>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98" name="Google Shape;2998;p27"/>
            <p:cNvSpPr/>
            <p:nvPr/>
          </p:nvSpPr>
          <p:spPr>
            <a:xfrm>
              <a:off x="4270333" y="4367084"/>
              <a:ext cx="28171" cy="37744"/>
            </a:xfrm>
            <a:custGeom>
              <a:rect b="b" l="l" r="r" t="t"/>
              <a:pathLst>
                <a:path extrusionOk="0" h="1175" w="877">
                  <a:moveTo>
                    <a:pt x="1" y="0"/>
                  </a:moveTo>
                  <a:lnTo>
                    <a:pt x="1" y="1174"/>
                  </a:lnTo>
                  <a:lnTo>
                    <a:pt x="877" y="1174"/>
                  </a:lnTo>
                  <a:lnTo>
                    <a:pt x="877" y="0"/>
                  </a:lnTo>
                  <a:close/>
                </a:path>
              </a:pathLst>
            </a:cu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99" name="Google Shape;2999;p27"/>
            <p:cNvSpPr/>
            <p:nvPr/>
          </p:nvSpPr>
          <p:spPr>
            <a:xfrm>
              <a:off x="4298474" y="4367084"/>
              <a:ext cx="28171" cy="37134"/>
            </a:xfrm>
            <a:custGeom>
              <a:rect b="b" l="l" r="r" t="t"/>
              <a:pathLst>
                <a:path extrusionOk="0" h="1156" w="877">
                  <a:moveTo>
                    <a:pt x="1" y="0"/>
                  </a:moveTo>
                  <a:lnTo>
                    <a:pt x="1" y="1156"/>
                  </a:lnTo>
                  <a:lnTo>
                    <a:pt x="690" y="1156"/>
                  </a:lnTo>
                  <a:cubicBezTo>
                    <a:pt x="794" y="1156"/>
                    <a:pt x="876" y="1073"/>
                    <a:pt x="876" y="970"/>
                  </a:cubicBezTo>
                  <a:lnTo>
                    <a:pt x="876" y="0"/>
                  </a:ln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000" name="Google Shape;3000;p27"/>
            <p:cNvSpPr/>
            <p:nvPr/>
          </p:nvSpPr>
          <p:spPr>
            <a:xfrm>
              <a:off x="4270333" y="4367116"/>
              <a:ext cx="29392" cy="39575"/>
            </a:xfrm>
            <a:custGeom>
              <a:rect b="b" l="l" r="r" t="t"/>
              <a:pathLst>
                <a:path extrusionOk="0" h="1232" w="915">
                  <a:moveTo>
                    <a:pt x="1" y="1"/>
                  </a:moveTo>
                  <a:lnTo>
                    <a:pt x="1" y="971"/>
                  </a:lnTo>
                  <a:lnTo>
                    <a:pt x="1" y="1231"/>
                  </a:lnTo>
                  <a:lnTo>
                    <a:pt x="914" y="1231"/>
                  </a:lnTo>
                  <a:lnTo>
                    <a:pt x="914" y="971"/>
                  </a:lnTo>
                  <a:lnTo>
                    <a:pt x="338" y="971"/>
                  </a:lnTo>
                  <a:cubicBezTo>
                    <a:pt x="295" y="969"/>
                    <a:pt x="261" y="936"/>
                    <a:pt x="261" y="894"/>
                  </a:cubicBezTo>
                  <a:lnTo>
                    <a:pt x="261" y="1"/>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001" name="Google Shape;3001;p27"/>
            <p:cNvSpPr/>
            <p:nvPr/>
          </p:nvSpPr>
          <p:spPr>
            <a:xfrm>
              <a:off x="4298474" y="4367116"/>
              <a:ext cx="28171" cy="39575"/>
            </a:xfrm>
            <a:custGeom>
              <a:rect b="b" l="l" r="r" t="t"/>
              <a:pathLst>
                <a:path extrusionOk="0" h="1232" w="877">
                  <a:moveTo>
                    <a:pt x="1" y="1"/>
                  </a:moveTo>
                  <a:lnTo>
                    <a:pt x="1" y="971"/>
                  </a:lnTo>
                  <a:lnTo>
                    <a:pt x="1" y="1231"/>
                  </a:lnTo>
                  <a:lnTo>
                    <a:pt x="690" y="1231"/>
                  </a:lnTo>
                  <a:cubicBezTo>
                    <a:pt x="794" y="1231"/>
                    <a:pt x="876" y="1147"/>
                    <a:pt x="876" y="1045"/>
                  </a:cubicBezTo>
                  <a:lnTo>
                    <a:pt x="876" y="971"/>
                  </a:lnTo>
                  <a:lnTo>
                    <a:pt x="335" y="971"/>
                  </a:lnTo>
                  <a:cubicBezTo>
                    <a:pt x="296" y="969"/>
                    <a:pt x="261" y="936"/>
                    <a:pt x="261" y="894"/>
                  </a:cubicBezTo>
                  <a:lnTo>
                    <a:pt x="261" y="1"/>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002" name="Google Shape;3002;p27"/>
            <p:cNvSpPr/>
            <p:nvPr/>
          </p:nvSpPr>
          <p:spPr>
            <a:xfrm>
              <a:off x="4176531" y="4312570"/>
              <a:ext cx="160580" cy="55251"/>
            </a:xfrm>
            <a:custGeom>
              <a:rect b="b" l="l" r="r" t="t"/>
              <a:pathLst>
                <a:path extrusionOk="0" h="1720" w="4999">
                  <a:moveTo>
                    <a:pt x="75" y="1"/>
                  </a:moveTo>
                  <a:lnTo>
                    <a:pt x="1" y="40"/>
                  </a:lnTo>
                  <a:lnTo>
                    <a:pt x="1" y="1625"/>
                  </a:lnTo>
                  <a:cubicBezTo>
                    <a:pt x="1" y="1677"/>
                    <a:pt x="44" y="1719"/>
                    <a:pt x="95" y="1719"/>
                  </a:cubicBezTo>
                  <a:lnTo>
                    <a:pt x="4866" y="1719"/>
                  </a:lnTo>
                  <a:cubicBezTo>
                    <a:pt x="4919" y="1719"/>
                    <a:pt x="4961" y="1676"/>
                    <a:pt x="4961" y="1625"/>
                  </a:cubicBezTo>
                  <a:lnTo>
                    <a:pt x="4998" y="1531"/>
                  </a:lnTo>
                  <a:lnTo>
                    <a:pt x="4998" y="76"/>
                  </a:lnTo>
                  <a:lnTo>
                    <a:pt x="4888" y="17"/>
                  </a:lnTo>
                  <a:lnTo>
                    <a:pt x="75" y="1"/>
                  </a:lnTo>
                  <a:close/>
                </a:path>
              </a:pathLst>
            </a:cu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003" name="Google Shape;3003;p27"/>
            <p:cNvSpPr/>
            <p:nvPr/>
          </p:nvSpPr>
          <p:spPr>
            <a:xfrm>
              <a:off x="4175374" y="4312570"/>
              <a:ext cx="161737" cy="56407"/>
            </a:xfrm>
            <a:custGeom>
              <a:rect b="b" l="l" r="r" t="t"/>
              <a:pathLst>
                <a:path extrusionOk="0" h="1756" w="5035">
                  <a:moveTo>
                    <a:pt x="225" y="1"/>
                  </a:moveTo>
                  <a:lnTo>
                    <a:pt x="1" y="76"/>
                  </a:lnTo>
                  <a:lnTo>
                    <a:pt x="1" y="1661"/>
                  </a:lnTo>
                  <a:cubicBezTo>
                    <a:pt x="1" y="1713"/>
                    <a:pt x="44" y="1755"/>
                    <a:pt x="95" y="1755"/>
                  </a:cubicBezTo>
                  <a:lnTo>
                    <a:pt x="4940" y="1755"/>
                  </a:lnTo>
                  <a:cubicBezTo>
                    <a:pt x="4992" y="1755"/>
                    <a:pt x="5034" y="1712"/>
                    <a:pt x="5034" y="1661"/>
                  </a:cubicBezTo>
                  <a:lnTo>
                    <a:pt x="5034" y="1531"/>
                  </a:lnTo>
                  <a:lnTo>
                    <a:pt x="5034" y="1529"/>
                  </a:lnTo>
                  <a:lnTo>
                    <a:pt x="263" y="1529"/>
                  </a:lnTo>
                  <a:cubicBezTo>
                    <a:pt x="241" y="1529"/>
                    <a:pt x="225" y="1512"/>
                    <a:pt x="225" y="1492"/>
                  </a:cubicBezTo>
                  <a:lnTo>
                    <a:pt x="225" y="1"/>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004" name="Google Shape;3004;p27"/>
            <p:cNvSpPr/>
            <p:nvPr/>
          </p:nvSpPr>
          <p:spPr>
            <a:xfrm>
              <a:off x="4234451" y="4328471"/>
              <a:ext cx="56279" cy="8962"/>
            </a:xfrm>
            <a:custGeom>
              <a:rect b="b" l="l" r="r" t="t"/>
              <a:pathLst>
                <a:path extrusionOk="0" h="279" w="1752">
                  <a:moveTo>
                    <a:pt x="139" y="1"/>
                  </a:moveTo>
                  <a:cubicBezTo>
                    <a:pt x="63" y="1"/>
                    <a:pt x="0" y="63"/>
                    <a:pt x="0" y="140"/>
                  </a:cubicBezTo>
                  <a:cubicBezTo>
                    <a:pt x="0" y="215"/>
                    <a:pt x="61" y="279"/>
                    <a:pt x="139" y="279"/>
                  </a:cubicBezTo>
                  <a:lnTo>
                    <a:pt x="1611" y="279"/>
                  </a:lnTo>
                  <a:cubicBezTo>
                    <a:pt x="1688" y="279"/>
                    <a:pt x="1752" y="215"/>
                    <a:pt x="1752" y="140"/>
                  </a:cubicBezTo>
                  <a:cubicBezTo>
                    <a:pt x="1752" y="63"/>
                    <a:pt x="1690" y="1"/>
                    <a:pt x="1611"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005" name="Google Shape;3005;p27"/>
            <p:cNvSpPr/>
            <p:nvPr/>
          </p:nvSpPr>
          <p:spPr>
            <a:xfrm>
              <a:off x="4188931" y="4346493"/>
              <a:ext cx="101796" cy="8994"/>
            </a:xfrm>
            <a:custGeom>
              <a:rect b="b" l="l" r="r" t="t"/>
              <a:pathLst>
                <a:path extrusionOk="0" h="280" w="3169">
                  <a:moveTo>
                    <a:pt x="139" y="0"/>
                  </a:moveTo>
                  <a:cubicBezTo>
                    <a:pt x="64" y="0"/>
                    <a:pt x="0" y="62"/>
                    <a:pt x="0" y="139"/>
                  </a:cubicBezTo>
                  <a:cubicBezTo>
                    <a:pt x="0" y="216"/>
                    <a:pt x="61" y="279"/>
                    <a:pt x="139" y="279"/>
                  </a:cubicBezTo>
                  <a:lnTo>
                    <a:pt x="3028" y="279"/>
                  </a:lnTo>
                  <a:cubicBezTo>
                    <a:pt x="3105" y="279"/>
                    <a:pt x="3169" y="216"/>
                    <a:pt x="3169" y="139"/>
                  </a:cubicBezTo>
                  <a:cubicBezTo>
                    <a:pt x="3169" y="64"/>
                    <a:pt x="3107" y="0"/>
                    <a:pt x="3028"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006" name="Google Shape;3006;p27"/>
            <p:cNvSpPr/>
            <p:nvPr/>
          </p:nvSpPr>
          <p:spPr>
            <a:xfrm>
              <a:off x="4301172" y="4332904"/>
              <a:ext cx="18021" cy="18021"/>
            </a:xfrm>
            <a:custGeom>
              <a:rect b="b" l="l" r="r" t="t"/>
              <a:pathLst>
                <a:path extrusionOk="0" h="561" w="561">
                  <a:moveTo>
                    <a:pt x="95" y="0"/>
                  </a:moveTo>
                  <a:cubicBezTo>
                    <a:pt x="44" y="0"/>
                    <a:pt x="1" y="41"/>
                    <a:pt x="1" y="94"/>
                  </a:cubicBezTo>
                  <a:lnTo>
                    <a:pt x="1" y="466"/>
                  </a:lnTo>
                  <a:cubicBezTo>
                    <a:pt x="1" y="519"/>
                    <a:pt x="41" y="561"/>
                    <a:pt x="95" y="561"/>
                  </a:cubicBezTo>
                  <a:lnTo>
                    <a:pt x="467" y="561"/>
                  </a:lnTo>
                  <a:cubicBezTo>
                    <a:pt x="517" y="561"/>
                    <a:pt x="561" y="519"/>
                    <a:pt x="561" y="466"/>
                  </a:cubicBezTo>
                  <a:lnTo>
                    <a:pt x="561" y="94"/>
                  </a:lnTo>
                  <a:cubicBezTo>
                    <a:pt x="561" y="42"/>
                    <a:pt x="519" y="0"/>
                    <a:pt x="467"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007" name="Google Shape;3007;p27"/>
            <p:cNvSpPr/>
            <p:nvPr/>
          </p:nvSpPr>
          <p:spPr>
            <a:xfrm>
              <a:off x="4193332" y="4313180"/>
              <a:ext cx="27657" cy="19787"/>
            </a:xfrm>
            <a:custGeom>
              <a:rect b="b" l="l" r="r" t="t"/>
              <a:pathLst>
                <a:path extrusionOk="0" h="616" w="861">
                  <a:moveTo>
                    <a:pt x="1" y="1"/>
                  </a:moveTo>
                  <a:lnTo>
                    <a:pt x="1" y="522"/>
                  </a:lnTo>
                  <a:cubicBezTo>
                    <a:pt x="1" y="574"/>
                    <a:pt x="44" y="616"/>
                    <a:pt x="95" y="616"/>
                  </a:cubicBezTo>
                  <a:lnTo>
                    <a:pt x="766" y="616"/>
                  </a:lnTo>
                  <a:cubicBezTo>
                    <a:pt x="818" y="616"/>
                    <a:pt x="860" y="574"/>
                    <a:pt x="858" y="522"/>
                  </a:cubicBezTo>
                  <a:lnTo>
                    <a:pt x="858" y="1"/>
                  </a:ln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008" name="Google Shape;3008;p27"/>
            <p:cNvSpPr/>
            <p:nvPr/>
          </p:nvSpPr>
          <p:spPr>
            <a:xfrm>
              <a:off x="4176595" y="4144883"/>
              <a:ext cx="160516" cy="100158"/>
            </a:xfrm>
            <a:custGeom>
              <a:rect b="b" l="l" r="r" t="t"/>
              <a:pathLst>
                <a:path extrusionOk="0" h="3118" w="4997">
                  <a:moveTo>
                    <a:pt x="189" y="1"/>
                  </a:moveTo>
                  <a:lnTo>
                    <a:pt x="94" y="38"/>
                  </a:lnTo>
                  <a:cubicBezTo>
                    <a:pt x="42" y="38"/>
                    <a:pt x="0" y="82"/>
                    <a:pt x="0" y="132"/>
                  </a:cubicBezTo>
                  <a:lnTo>
                    <a:pt x="0" y="3059"/>
                  </a:lnTo>
                  <a:lnTo>
                    <a:pt x="74" y="3117"/>
                  </a:lnTo>
                  <a:lnTo>
                    <a:pt x="4817" y="3114"/>
                  </a:lnTo>
                  <a:lnTo>
                    <a:pt x="4996" y="3059"/>
                  </a:lnTo>
                  <a:lnTo>
                    <a:pt x="4996" y="95"/>
                  </a:lnTo>
                  <a:cubicBezTo>
                    <a:pt x="4996" y="44"/>
                    <a:pt x="4954" y="1"/>
                    <a:pt x="4904" y="1"/>
                  </a:cubicBezTo>
                  <a:close/>
                </a:path>
              </a:pathLst>
            </a:cu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009" name="Google Shape;3009;p27"/>
            <p:cNvSpPr/>
            <p:nvPr/>
          </p:nvSpPr>
          <p:spPr>
            <a:xfrm>
              <a:off x="4175439" y="4144883"/>
              <a:ext cx="7228" cy="100672"/>
            </a:xfrm>
            <a:custGeom>
              <a:rect b="b" l="l" r="r" t="t"/>
              <a:pathLst>
                <a:path extrusionOk="0" h="3134" w="225">
                  <a:moveTo>
                    <a:pt x="94" y="1"/>
                  </a:moveTo>
                  <a:cubicBezTo>
                    <a:pt x="42" y="1"/>
                    <a:pt x="0" y="44"/>
                    <a:pt x="0" y="95"/>
                  </a:cubicBezTo>
                  <a:lnTo>
                    <a:pt x="0" y="3059"/>
                  </a:lnTo>
                  <a:lnTo>
                    <a:pt x="225" y="3133"/>
                  </a:lnTo>
                  <a:lnTo>
                    <a:pt x="225" y="1"/>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010" name="Google Shape;3010;p27"/>
            <p:cNvSpPr/>
            <p:nvPr/>
          </p:nvSpPr>
          <p:spPr>
            <a:xfrm>
              <a:off x="4176595" y="4243054"/>
              <a:ext cx="160516" cy="71954"/>
            </a:xfrm>
            <a:custGeom>
              <a:rect b="b" l="l" r="r" t="t"/>
              <a:pathLst>
                <a:path extrusionOk="0" h="2240" w="4997">
                  <a:moveTo>
                    <a:pt x="187" y="0"/>
                  </a:moveTo>
                  <a:lnTo>
                    <a:pt x="0" y="40"/>
                  </a:lnTo>
                  <a:lnTo>
                    <a:pt x="0" y="2201"/>
                  </a:lnTo>
                  <a:lnTo>
                    <a:pt x="187" y="2240"/>
                  </a:lnTo>
                  <a:lnTo>
                    <a:pt x="4996" y="2240"/>
                  </a:lnTo>
                  <a:lnTo>
                    <a:pt x="4996" y="3"/>
                  </a:lnTo>
                  <a:lnTo>
                    <a:pt x="4996" y="0"/>
                  </a:ln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011" name="Google Shape;3011;p27"/>
            <p:cNvSpPr/>
            <p:nvPr/>
          </p:nvSpPr>
          <p:spPr>
            <a:xfrm>
              <a:off x="4175439" y="4243150"/>
              <a:ext cx="7228" cy="71858"/>
            </a:xfrm>
            <a:custGeom>
              <a:rect b="b" l="l" r="r" t="t"/>
              <a:pathLst>
                <a:path extrusionOk="0" h="2237" w="225">
                  <a:moveTo>
                    <a:pt x="0" y="0"/>
                  </a:moveTo>
                  <a:lnTo>
                    <a:pt x="0" y="2237"/>
                  </a:lnTo>
                  <a:lnTo>
                    <a:pt x="225" y="2237"/>
                  </a:lnTo>
                  <a:lnTo>
                    <a:pt x="225" y="0"/>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012" name="Google Shape;3012;p27"/>
            <p:cNvSpPr/>
            <p:nvPr/>
          </p:nvSpPr>
          <p:spPr>
            <a:xfrm>
              <a:off x="4188931" y="4158375"/>
              <a:ext cx="8930" cy="8962"/>
            </a:xfrm>
            <a:custGeom>
              <a:rect b="b" l="l" r="r" t="t"/>
              <a:pathLst>
                <a:path extrusionOk="0" h="279" w="278">
                  <a:moveTo>
                    <a:pt x="139" y="0"/>
                  </a:moveTo>
                  <a:cubicBezTo>
                    <a:pt x="62" y="0"/>
                    <a:pt x="0" y="63"/>
                    <a:pt x="0" y="139"/>
                  </a:cubicBezTo>
                  <a:cubicBezTo>
                    <a:pt x="0" y="216"/>
                    <a:pt x="62" y="278"/>
                    <a:pt x="139" y="278"/>
                  </a:cubicBezTo>
                  <a:cubicBezTo>
                    <a:pt x="216" y="278"/>
                    <a:pt x="278" y="216"/>
                    <a:pt x="278" y="139"/>
                  </a:cubicBezTo>
                  <a:cubicBezTo>
                    <a:pt x="278" y="63"/>
                    <a:pt x="216" y="0"/>
                    <a:pt x="139"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013" name="Google Shape;3013;p27"/>
            <p:cNvSpPr/>
            <p:nvPr/>
          </p:nvSpPr>
          <p:spPr>
            <a:xfrm>
              <a:off x="4206856" y="4158375"/>
              <a:ext cx="9026" cy="8962"/>
            </a:xfrm>
            <a:custGeom>
              <a:rect b="b" l="l" r="r" t="t"/>
              <a:pathLst>
                <a:path extrusionOk="0" h="279" w="281">
                  <a:moveTo>
                    <a:pt x="140" y="0"/>
                  </a:moveTo>
                  <a:cubicBezTo>
                    <a:pt x="63" y="0"/>
                    <a:pt x="1" y="63"/>
                    <a:pt x="1" y="139"/>
                  </a:cubicBezTo>
                  <a:cubicBezTo>
                    <a:pt x="1" y="216"/>
                    <a:pt x="63" y="278"/>
                    <a:pt x="140" y="278"/>
                  </a:cubicBezTo>
                  <a:cubicBezTo>
                    <a:pt x="217" y="278"/>
                    <a:pt x="280" y="216"/>
                    <a:pt x="280" y="139"/>
                  </a:cubicBezTo>
                  <a:cubicBezTo>
                    <a:pt x="280" y="63"/>
                    <a:pt x="217" y="0"/>
                    <a:pt x="140"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014" name="Google Shape;3014;p27"/>
            <p:cNvSpPr/>
            <p:nvPr/>
          </p:nvSpPr>
          <p:spPr>
            <a:xfrm>
              <a:off x="4224813" y="4158375"/>
              <a:ext cx="8994" cy="8962"/>
            </a:xfrm>
            <a:custGeom>
              <a:rect b="b" l="l" r="r" t="t"/>
              <a:pathLst>
                <a:path extrusionOk="0" h="279" w="280">
                  <a:moveTo>
                    <a:pt x="141" y="0"/>
                  </a:moveTo>
                  <a:cubicBezTo>
                    <a:pt x="63" y="0"/>
                    <a:pt x="1" y="63"/>
                    <a:pt x="1" y="139"/>
                  </a:cubicBezTo>
                  <a:cubicBezTo>
                    <a:pt x="1" y="216"/>
                    <a:pt x="63" y="278"/>
                    <a:pt x="141" y="278"/>
                  </a:cubicBezTo>
                  <a:cubicBezTo>
                    <a:pt x="218" y="278"/>
                    <a:pt x="280" y="216"/>
                    <a:pt x="280" y="139"/>
                  </a:cubicBezTo>
                  <a:cubicBezTo>
                    <a:pt x="280" y="63"/>
                    <a:pt x="218" y="0"/>
                    <a:pt x="141"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015" name="Google Shape;3015;p27"/>
            <p:cNvSpPr/>
            <p:nvPr/>
          </p:nvSpPr>
          <p:spPr>
            <a:xfrm>
              <a:off x="4242803" y="4158375"/>
              <a:ext cx="8962" cy="8962"/>
            </a:xfrm>
            <a:custGeom>
              <a:rect b="b" l="l" r="r" t="t"/>
              <a:pathLst>
                <a:path extrusionOk="0" h="279" w="279">
                  <a:moveTo>
                    <a:pt x="140" y="0"/>
                  </a:moveTo>
                  <a:cubicBezTo>
                    <a:pt x="63" y="0"/>
                    <a:pt x="1" y="63"/>
                    <a:pt x="1" y="139"/>
                  </a:cubicBezTo>
                  <a:cubicBezTo>
                    <a:pt x="1" y="216"/>
                    <a:pt x="63" y="278"/>
                    <a:pt x="140" y="278"/>
                  </a:cubicBezTo>
                  <a:cubicBezTo>
                    <a:pt x="217" y="278"/>
                    <a:pt x="279" y="216"/>
                    <a:pt x="279" y="139"/>
                  </a:cubicBezTo>
                  <a:cubicBezTo>
                    <a:pt x="279" y="63"/>
                    <a:pt x="217" y="0"/>
                    <a:pt x="140"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016" name="Google Shape;3016;p27"/>
            <p:cNvSpPr/>
            <p:nvPr/>
          </p:nvSpPr>
          <p:spPr>
            <a:xfrm>
              <a:off x="4260760" y="4158375"/>
              <a:ext cx="8962" cy="8962"/>
            </a:xfrm>
            <a:custGeom>
              <a:rect b="b" l="l" r="r" t="t"/>
              <a:pathLst>
                <a:path extrusionOk="0" h="279" w="279">
                  <a:moveTo>
                    <a:pt x="140" y="0"/>
                  </a:moveTo>
                  <a:cubicBezTo>
                    <a:pt x="63" y="0"/>
                    <a:pt x="1" y="63"/>
                    <a:pt x="1" y="139"/>
                  </a:cubicBezTo>
                  <a:cubicBezTo>
                    <a:pt x="1" y="216"/>
                    <a:pt x="63" y="278"/>
                    <a:pt x="140" y="278"/>
                  </a:cubicBezTo>
                  <a:cubicBezTo>
                    <a:pt x="216" y="278"/>
                    <a:pt x="279" y="216"/>
                    <a:pt x="279" y="139"/>
                  </a:cubicBezTo>
                  <a:cubicBezTo>
                    <a:pt x="279" y="63"/>
                    <a:pt x="216" y="0"/>
                    <a:pt x="140"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017" name="Google Shape;3017;p27"/>
            <p:cNvSpPr/>
            <p:nvPr/>
          </p:nvSpPr>
          <p:spPr>
            <a:xfrm>
              <a:off x="4278718" y="4158375"/>
              <a:ext cx="8962" cy="8962"/>
            </a:xfrm>
            <a:custGeom>
              <a:rect b="b" l="l" r="r" t="t"/>
              <a:pathLst>
                <a:path extrusionOk="0" h="279" w="279">
                  <a:moveTo>
                    <a:pt x="139" y="0"/>
                  </a:moveTo>
                  <a:cubicBezTo>
                    <a:pt x="63" y="0"/>
                    <a:pt x="0" y="63"/>
                    <a:pt x="0" y="139"/>
                  </a:cubicBezTo>
                  <a:cubicBezTo>
                    <a:pt x="0" y="216"/>
                    <a:pt x="63" y="278"/>
                    <a:pt x="139" y="278"/>
                  </a:cubicBezTo>
                  <a:cubicBezTo>
                    <a:pt x="216" y="278"/>
                    <a:pt x="278" y="216"/>
                    <a:pt x="278" y="139"/>
                  </a:cubicBezTo>
                  <a:cubicBezTo>
                    <a:pt x="278" y="63"/>
                    <a:pt x="216" y="0"/>
                    <a:pt x="139"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018" name="Google Shape;3018;p27"/>
            <p:cNvSpPr/>
            <p:nvPr/>
          </p:nvSpPr>
          <p:spPr>
            <a:xfrm>
              <a:off x="4296675" y="4158375"/>
              <a:ext cx="8994" cy="8962"/>
            </a:xfrm>
            <a:custGeom>
              <a:rect b="b" l="l" r="r" t="t"/>
              <a:pathLst>
                <a:path extrusionOk="0" h="279" w="280">
                  <a:moveTo>
                    <a:pt x="141" y="0"/>
                  </a:moveTo>
                  <a:cubicBezTo>
                    <a:pt x="62" y="0"/>
                    <a:pt x="0" y="63"/>
                    <a:pt x="0" y="139"/>
                  </a:cubicBezTo>
                  <a:cubicBezTo>
                    <a:pt x="0" y="216"/>
                    <a:pt x="62" y="278"/>
                    <a:pt x="141" y="278"/>
                  </a:cubicBezTo>
                  <a:cubicBezTo>
                    <a:pt x="217" y="278"/>
                    <a:pt x="280" y="216"/>
                    <a:pt x="280" y="139"/>
                  </a:cubicBezTo>
                  <a:cubicBezTo>
                    <a:pt x="280" y="63"/>
                    <a:pt x="217" y="0"/>
                    <a:pt x="141"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019" name="Google Shape;3019;p27"/>
            <p:cNvSpPr/>
            <p:nvPr/>
          </p:nvSpPr>
          <p:spPr>
            <a:xfrm>
              <a:off x="4314665" y="4158375"/>
              <a:ext cx="8962" cy="8962"/>
            </a:xfrm>
            <a:custGeom>
              <a:rect b="b" l="l" r="r" t="t"/>
              <a:pathLst>
                <a:path extrusionOk="0" h="279" w="279">
                  <a:moveTo>
                    <a:pt x="139" y="0"/>
                  </a:moveTo>
                  <a:cubicBezTo>
                    <a:pt x="63" y="0"/>
                    <a:pt x="0" y="63"/>
                    <a:pt x="0" y="139"/>
                  </a:cubicBezTo>
                  <a:cubicBezTo>
                    <a:pt x="0" y="216"/>
                    <a:pt x="63" y="278"/>
                    <a:pt x="139" y="278"/>
                  </a:cubicBezTo>
                  <a:cubicBezTo>
                    <a:pt x="216" y="278"/>
                    <a:pt x="278" y="216"/>
                    <a:pt x="278" y="139"/>
                  </a:cubicBezTo>
                  <a:cubicBezTo>
                    <a:pt x="278" y="63"/>
                    <a:pt x="216" y="0"/>
                    <a:pt x="139"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020" name="Google Shape;3020;p27"/>
            <p:cNvSpPr/>
            <p:nvPr/>
          </p:nvSpPr>
          <p:spPr>
            <a:xfrm>
              <a:off x="4188931" y="4189535"/>
              <a:ext cx="8930" cy="8962"/>
            </a:xfrm>
            <a:custGeom>
              <a:rect b="b" l="l" r="r" t="t"/>
              <a:pathLst>
                <a:path extrusionOk="0" h="279" w="278">
                  <a:moveTo>
                    <a:pt x="139" y="0"/>
                  </a:moveTo>
                  <a:cubicBezTo>
                    <a:pt x="62" y="0"/>
                    <a:pt x="0" y="63"/>
                    <a:pt x="0" y="139"/>
                  </a:cubicBezTo>
                  <a:cubicBezTo>
                    <a:pt x="0" y="216"/>
                    <a:pt x="62" y="278"/>
                    <a:pt x="139" y="278"/>
                  </a:cubicBezTo>
                  <a:cubicBezTo>
                    <a:pt x="216" y="278"/>
                    <a:pt x="278" y="216"/>
                    <a:pt x="278" y="139"/>
                  </a:cubicBezTo>
                  <a:cubicBezTo>
                    <a:pt x="278" y="63"/>
                    <a:pt x="216" y="0"/>
                    <a:pt x="139"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021" name="Google Shape;3021;p27"/>
            <p:cNvSpPr/>
            <p:nvPr/>
          </p:nvSpPr>
          <p:spPr>
            <a:xfrm>
              <a:off x="4206856" y="4189535"/>
              <a:ext cx="9026" cy="8962"/>
            </a:xfrm>
            <a:custGeom>
              <a:rect b="b" l="l" r="r" t="t"/>
              <a:pathLst>
                <a:path extrusionOk="0" h="279" w="281">
                  <a:moveTo>
                    <a:pt x="140" y="0"/>
                  </a:moveTo>
                  <a:cubicBezTo>
                    <a:pt x="63" y="0"/>
                    <a:pt x="1" y="63"/>
                    <a:pt x="1" y="139"/>
                  </a:cubicBezTo>
                  <a:cubicBezTo>
                    <a:pt x="1" y="216"/>
                    <a:pt x="63" y="278"/>
                    <a:pt x="140" y="278"/>
                  </a:cubicBezTo>
                  <a:cubicBezTo>
                    <a:pt x="217" y="278"/>
                    <a:pt x="280" y="216"/>
                    <a:pt x="280" y="139"/>
                  </a:cubicBezTo>
                  <a:cubicBezTo>
                    <a:pt x="280" y="63"/>
                    <a:pt x="217" y="0"/>
                    <a:pt x="140"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022" name="Google Shape;3022;p27"/>
            <p:cNvSpPr/>
            <p:nvPr/>
          </p:nvSpPr>
          <p:spPr>
            <a:xfrm>
              <a:off x="4224813" y="4189535"/>
              <a:ext cx="8994" cy="8962"/>
            </a:xfrm>
            <a:custGeom>
              <a:rect b="b" l="l" r="r" t="t"/>
              <a:pathLst>
                <a:path extrusionOk="0" h="279" w="280">
                  <a:moveTo>
                    <a:pt x="141" y="0"/>
                  </a:moveTo>
                  <a:cubicBezTo>
                    <a:pt x="63" y="0"/>
                    <a:pt x="1" y="63"/>
                    <a:pt x="1" y="139"/>
                  </a:cubicBezTo>
                  <a:cubicBezTo>
                    <a:pt x="1" y="216"/>
                    <a:pt x="63" y="278"/>
                    <a:pt x="141" y="278"/>
                  </a:cubicBezTo>
                  <a:cubicBezTo>
                    <a:pt x="218" y="278"/>
                    <a:pt x="280" y="216"/>
                    <a:pt x="280" y="139"/>
                  </a:cubicBezTo>
                  <a:cubicBezTo>
                    <a:pt x="280" y="63"/>
                    <a:pt x="218" y="0"/>
                    <a:pt x="141"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023" name="Google Shape;3023;p27"/>
            <p:cNvSpPr/>
            <p:nvPr/>
          </p:nvSpPr>
          <p:spPr>
            <a:xfrm>
              <a:off x="4242803" y="4189535"/>
              <a:ext cx="8962" cy="8962"/>
            </a:xfrm>
            <a:custGeom>
              <a:rect b="b" l="l" r="r" t="t"/>
              <a:pathLst>
                <a:path extrusionOk="0" h="279" w="279">
                  <a:moveTo>
                    <a:pt x="140" y="0"/>
                  </a:moveTo>
                  <a:cubicBezTo>
                    <a:pt x="63" y="0"/>
                    <a:pt x="1" y="63"/>
                    <a:pt x="1" y="139"/>
                  </a:cubicBezTo>
                  <a:cubicBezTo>
                    <a:pt x="1" y="216"/>
                    <a:pt x="63" y="278"/>
                    <a:pt x="140" y="278"/>
                  </a:cubicBezTo>
                  <a:cubicBezTo>
                    <a:pt x="217" y="278"/>
                    <a:pt x="279" y="216"/>
                    <a:pt x="279" y="139"/>
                  </a:cubicBezTo>
                  <a:cubicBezTo>
                    <a:pt x="279" y="63"/>
                    <a:pt x="217" y="0"/>
                    <a:pt x="140"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024" name="Google Shape;3024;p27"/>
            <p:cNvSpPr/>
            <p:nvPr/>
          </p:nvSpPr>
          <p:spPr>
            <a:xfrm>
              <a:off x="4260760" y="4189535"/>
              <a:ext cx="8962" cy="8962"/>
            </a:xfrm>
            <a:custGeom>
              <a:rect b="b" l="l" r="r" t="t"/>
              <a:pathLst>
                <a:path extrusionOk="0" h="279" w="279">
                  <a:moveTo>
                    <a:pt x="140" y="0"/>
                  </a:moveTo>
                  <a:cubicBezTo>
                    <a:pt x="63" y="0"/>
                    <a:pt x="1" y="63"/>
                    <a:pt x="1" y="139"/>
                  </a:cubicBezTo>
                  <a:cubicBezTo>
                    <a:pt x="1" y="216"/>
                    <a:pt x="63" y="278"/>
                    <a:pt x="140" y="278"/>
                  </a:cubicBezTo>
                  <a:cubicBezTo>
                    <a:pt x="216" y="278"/>
                    <a:pt x="279" y="216"/>
                    <a:pt x="279" y="139"/>
                  </a:cubicBezTo>
                  <a:cubicBezTo>
                    <a:pt x="279" y="63"/>
                    <a:pt x="216" y="0"/>
                    <a:pt x="140"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025" name="Google Shape;3025;p27"/>
            <p:cNvSpPr/>
            <p:nvPr/>
          </p:nvSpPr>
          <p:spPr>
            <a:xfrm>
              <a:off x="4278718" y="4189535"/>
              <a:ext cx="8962" cy="8962"/>
            </a:xfrm>
            <a:custGeom>
              <a:rect b="b" l="l" r="r" t="t"/>
              <a:pathLst>
                <a:path extrusionOk="0" h="279" w="279">
                  <a:moveTo>
                    <a:pt x="139" y="0"/>
                  </a:moveTo>
                  <a:cubicBezTo>
                    <a:pt x="63" y="0"/>
                    <a:pt x="0" y="63"/>
                    <a:pt x="0" y="139"/>
                  </a:cubicBezTo>
                  <a:cubicBezTo>
                    <a:pt x="0" y="216"/>
                    <a:pt x="63" y="278"/>
                    <a:pt x="139" y="278"/>
                  </a:cubicBezTo>
                  <a:cubicBezTo>
                    <a:pt x="216" y="278"/>
                    <a:pt x="278" y="216"/>
                    <a:pt x="278" y="139"/>
                  </a:cubicBezTo>
                  <a:cubicBezTo>
                    <a:pt x="278" y="63"/>
                    <a:pt x="216" y="0"/>
                    <a:pt x="139"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026" name="Google Shape;3026;p27"/>
            <p:cNvSpPr/>
            <p:nvPr/>
          </p:nvSpPr>
          <p:spPr>
            <a:xfrm>
              <a:off x="4296675" y="4189535"/>
              <a:ext cx="8994" cy="8962"/>
            </a:xfrm>
            <a:custGeom>
              <a:rect b="b" l="l" r="r" t="t"/>
              <a:pathLst>
                <a:path extrusionOk="0" h="279" w="280">
                  <a:moveTo>
                    <a:pt x="141" y="0"/>
                  </a:moveTo>
                  <a:cubicBezTo>
                    <a:pt x="62" y="0"/>
                    <a:pt x="0" y="63"/>
                    <a:pt x="0" y="139"/>
                  </a:cubicBezTo>
                  <a:cubicBezTo>
                    <a:pt x="0" y="216"/>
                    <a:pt x="62" y="278"/>
                    <a:pt x="141" y="278"/>
                  </a:cubicBezTo>
                  <a:cubicBezTo>
                    <a:pt x="217" y="278"/>
                    <a:pt x="280" y="216"/>
                    <a:pt x="280" y="139"/>
                  </a:cubicBezTo>
                  <a:cubicBezTo>
                    <a:pt x="280" y="63"/>
                    <a:pt x="217" y="0"/>
                    <a:pt x="141"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027" name="Google Shape;3027;p27"/>
            <p:cNvSpPr/>
            <p:nvPr/>
          </p:nvSpPr>
          <p:spPr>
            <a:xfrm>
              <a:off x="4314665" y="4189535"/>
              <a:ext cx="8962" cy="8962"/>
            </a:xfrm>
            <a:custGeom>
              <a:rect b="b" l="l" r="r" t="t"/>
              <a:pathLst>
                <a:path extrusionOk="0" h="279" w="279">
                  <a:moveTo>
                    <a:pt x="139" y="0"/>
                  </a:moveTo>
                  <a:cubicBezTo>
                    <a:pt x="63" y="0"/>
                    <a:pt x="0" y="63"/>
                    <a:pt x="0" y="139"/>
                  </a:cubicBezTo>
                  <a:cubicBezTo>
                    <a:pt x="0" y="216"/>
                    <a:pt x="63" y="278"/>
                    <a:pt x="139" y="278"/>
                  </a:cubicBezTo>
                  <a:cubicBezTo>
                    <a:pt x="216" y="278"/>
                    <a:pt x="278" y="216"/>
                    <a:pt x="278" y="139"/>
                  </a:cubicBezTo>
                  <a:cubicBezTo>
                    <a:pt x="278" y="63"/>
                    <a:pt x="216" y="0"/>
                    <a:pt x="139"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028" name="Google Shape;3028;p27"/>
            <p:cNvSpPr/>
            <p:nvPr/>
          </p:nvSpPr>
          <p:spPr>
            <a:xfrm>
              <a:off x="4188931" y="4220696"/>
              <a:ext cx="8930" cy="8994"/>
            </a:xfrm>
            <a:custGeom>
              <a:rect b="b" l="l" r="r" t="t"/>
              <a:pathLst>
                <a:path extrusionOk="0" h="280" w="278">
                  <a:moveTo>
                    <a:pt x="139" y="0"/>
                  </a:moveTo>
                  <a:cubicBezTo>
                    <a:pt x="62" y="0"/>
                    <a:pt x="0" y="62"/>
                    <a:pt x="0" y="139"/>
                  </a:cubicBezTo>
                  <a:cubicBezTo>
                    <a:pt x="0" y="216"/>
                    <a:pt x="62" y="280"/>
                    <a:pt x="139" y="280"/>
                  </a:cubicBezTo>
                  <a:cubicBezTo>
                    <a:pt x="216" y="280"/>
                    <a:pt x="278" y="216"/>
                    <a:pt x="278" y="139"/>
                  </a:cubicBezTo>
                  <a:cubicBezTo>
                    <a:pt x="278" y="62"/>
                    <a:pt x="216" y="0"/>
                    <a:pt x="139"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029" name="Google Shape;3029;p27"/>
            <p:cNvSpPr/>
            <p:nvPr/>
          </p:nvSpPr>
          <p:spPr>
            <a:xfrm>
              <a:off x="4206856" y="4220696"/>
              <a:ext cx="9026" cy="8994"/>
            </a:xfrm>
            <a:custGeom>
              <a:rect b="b" l="l" r="r" t="t"/>
              <a:pathLst>
                <a:path extrusionOk="0" h="280" w="281">
                  <a:moveTo>
                    <a:pt x="140" y="0"/>
                  </a:moveTo>
                  <a:cubicBezTo>
                    <a:pt x="63" y="0"/>
                    <a:pt x="1" y="62"/>
                    <a:pt x="1" y="139"/>
                  </a:cubicBezTo>
                  <a:cubicBezTo>
                    <a:pt x="1" y="216"/>
                    <a:pt x="63" y="280"/>
                    <a:pt x="140" y="280"/>
                  </a:cubicBezTo>
                  <a:cubicBezTo>
                    <a:pt x="217" y="280"/>
                    <a:pt x="280" y="216"/>
                    <a:pt x="280" y="139"/>
                  </a:cubicBezTo>
                  <a:cubicBezTo>
                    <a:pt x="280" y="62"/>
                    <a:pt x="217" y="0"/>
                    <a:pt x="140"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030" name="Google Shape;3030;p27"/>
            <p:cNvSpPr/>
            <p:nvPr/>
          </p:nvSpPr>
          <p:spPr>
            <a:xfrm>
              <a:off x="4224813" y="4220696"/>
              <a:ext cx="8994" cy="8994"/>
            </a:xfrm>
            <a:custGeom>
              <a:rect b="b" l="l" r="r" t="t"/>
              <a:pathLst>
                <a:path extrusionOk="0" h="280" w="280">
                  <a:moveTo>
                    <a:pt x="141" y="0"/>
                  </a:moveTo>
                  <a:cubicBezTo>
                    <a:pt x="63" y="0"/>
                    <a:pt x="1" y="62"/>
                    <a:pt x="1" y="139"/>
                  </a:cubicBezTo>
                  <a:cubicBezTo>
                    <a:pt x="1" y="216"/>
                    <a:pt x="63" y="280"/>
                    <a:pt x="141" y="280"/>
                  </a:cubicBezTo>
                  <a:cubicBezTo>
                    <a:pt x="218" y="280"/>
                    <a:pt x="280" y="216"/>
                    <a:pt x="280" y="139"/>
                  </a:cubicBezTo>
                  <a:cubicBezTo>
                    <a:pt x="280" y="62"/>
                    <a:pt x="218" y="0"/>
                    <a:pt x="141"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031" name="Google Shape;3031;p27"/>
            <p:cNvSpPr/>
            <p:nvPr/>
          </p:nvSpPr>
          <p:spPr>
            <a:xfrm>
              <a:off x="4242803" y="4220696"/>
              <a:ext cx="8962" cy="8994"/>
            </a:xfrm>
            <a:custGeom>
              <a:rect b="b" l="l" r="r" t="t"/>
              <a:pathLst>
                <a:path extrusionOk="0" h="280" w="279">
                  <a:moveTo>
                    <a:pt x="140" y="0"/>
                  </a:moveTo>
                  <a:cubicBezTo>
                    <a:pt x="63" y="0"/>
                    <a:pt x="1" y="62"/>
                    <a:pt x="1" y="139"/>
                  </a:cubicBezTo>
                  <a:cubicBezTo>
                    <a:pt x="1" y="216"/>
                    <a:pt x="63" y="280"/>
                    <a:pt x="140" y="280"/>
                  </a:cubicBezTo>
                  <a:cubicBezTo>
                    <a:pt x="217" y="280"/>
                    <a:pt x="279" y="216"/>
                    <a:pt x="279" y="139"/>
                  </a:cubicBezTo>
                  <a:cubicBezTo>
                    <a:pt x="279" y="62"/>
                    <a:pt x="217" y="0"/>
                    <a:pt x="140"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032" name="Google Shape;3032;p27"/>
            <p:cNvSpPr/>
            <p:nvPr/>
          </p:nvSpPr>
          <p:spPr>
            <a:xfrm>
              <a:off x="4260760" y="4220696"/>
              <a:ext cx="8962" cy="8994"/>
            </a:xfrm>
            <a:custGeom>
              <a:rect b="b" l="l" r="r" t="t"/>
              <a:pathLst>
                <a:path extrusionOk="0" h="280" w="279">
                  <a:moveTo>
                    <a:pt x="140" y="0"/>
                  </a:moveTo>
                  <a:cubicBezTo>
                    <a:pt x="63" y="0"/>
                    <a:pt x="1" y="62"/>
                    <a:pt x="1" y="139"/>
                  </a:cubicBezTo>
                  <a:cubicBezTo>
                    <a:pt x="1" y="216"/>
                    <a:pt x="63" y="280"/>
                    <a:pt x="140" y="280"/>
                  </a:cubicBezTo>
                  <a:cubicBezTo>
                    <a:pt x="216" y="280"/>
                    <a:pt x="279" y="216"/>
                    <a:pt x="279" y="139"/>
                  </a:cubicBezTo>
                  <a:cubicBezTo>
                    <a:pt x="279" y="62"/>
                    <a:pt x="216" y="0"/>
                    <a:pt x="140"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033" name="Google Shape;3033;p27"/>
            <p:cNvSpPr/>
            <p:nvPr/>
          </p:nvSpPr>
          <p:spPr>
            <a:xfrm>
              <a:off x="4278718" y="4220696"/>
              <a:ext cx="8962" cy="8994"/>
            </a:xfrm>
            <a:custGeom>
              <a:rect b="b" l="l" r="r" t="t"/>
              <a:pathLst>
                <a:path extrusionOk="0" h="280" w="279">
                  <a:moveTo>
                    <a:pt x="139" y="0"/>
                  </a:moveTo>
                  <a:cubicBezTo>
                    <a:pt x="63" y="0"/>
                    <a:pt x="0" y="62"/>
                    <a:pt x="0" y="139"/>
                  </a:cubicBezTo>
                  <a:cubicBezTo>
                    <a:pt x="0" y="216"/>
                    <a:pt x="63" y="280"/>
                    <a:pt x="139" y="280"/>
                  </a:cubicBezTo>
                  <a:cubicBezTo>
                    <a:pt x="216" y="280"/>
                    <a:pt x="278" y="216"/>
                    <a:pt x="278" y="139"/>
                  </a:cubicBezTo>
                  <a:cubicBezTo>
                    <a:pt x="278" y="62"/>
                    <a:pt x="216" y="0"/>
                    <a:pt x="139"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034" name="Google Shape;3034;p27"/>
            <p:cNvSpPr/>
            <p:nvPr/>
          </p:nvSpPr>
          <p:spPr>
            <a:xfrm>
              <a:off x="4296675" y="4220696"/>
              <a:ext cx="8994" cy="8994"/>
            </a:xfrm>
            <a:custGeom>
              <a:rect b="b" l="l" r="r" t="t"/>
              <a:pathLst>
                <a:path extrusionOk="0" h="280" w="280">
                  <a:moveTo>
                    <a:pt x="141" y="0"/>
                  </a:moveTo>
                  <a:cubicBezTo>
                    <a:pt x="62" y="0"/>
                    <a:pt x="0" y="62"/>
                    <a:pt x="0" y="139"/>
                  </a:cubicBezTo>
                  <a:cubicBezTo>
                    <a:pt x="0" y="216"/>
                    <a:pt x="62" y="280"/>
                    <a:pt x="141" y="280"/>
                  </a:cubicBezTo>
                  <a:cubicBezTo>
                    <a:pt x="217" y="280"/>
                    <a:pt x="280" y="216"/>
                    <a:pt x="280" y="139"/>
                  </a:cubicBezTo>
                  <a:cubicBezTo>
                    <a:pt x="280" y="62"/>
                    <a:pt x="217" y="0"/>
                    <a:pt x="141"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035" name="Google Shape;3035;p27"/>
            <p:cNvSpPr/>
            <p:nvPr/>
          </p:nvSpPr>
          <p:spPr>
            <a:xfrm>
              <a:off x="4314665" y="4220696"/>
              <a:ext cx="8962" cy="8994"/>
            </a:xfrm>
            <a:custGeom>
              <a:rect b="b" l="l" r="r" t="t"/>
              <a:pathLst>
                <a:path extrusionOk="0" h="280" w="279">
                  <a:moveTo>
                    <a:pt x="139" y="0"/>
                  </a:moveTo>
                  <a:cubicBezTo>
                    <a:pt x="63" y="0"/>
                    <a:pt x="0" y="62"/>
                    <a:pt x="0" y="139"/>
                  </a:cubicBezTo>
                  <a:cubicBezTo>
                    <a:pt x="0" y="216"/>
                    <a:pt x="63" y="280"/>
                    <a:pt x="139" y="280"/>
                  </a:cubicBezTo>
                  <a:cubicBezTo>
                    <a:pt x="216" y="280"/>
                    <a:pt x="278" y="216"/>
                    <a:pt x="278" y="139"/>
                  </a:cubicBezTo>
                  <a:cubicBezTo>
                    <a:pt x="278" y="62"/>
                    <a:pt x="216" y="0"/>
                    <a:pt x="139"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036" name="Google Shape;3036;p27"/>
            <p:cNvSpPr/>
            <p:nvPr/>
          </p:nvSpPr>
          <p:spPr>
            <a:xfrm>
              <a:off x="4197829" y="4173955"/>
              <a:ext cx="9026" cy="8994"/>
            </a:xfrm>
            <a:custGeom>
              <a:rect b="b" l="l" r="r" t="t"/>
              <a:pathLst>
                <a:path extrusionOk="0" h="280" w="281">
                  <a:moveTo>
                    <a:pt x="141" y="0"/>
                  </a:moveTo>
                  <a:cubicBezTo>
                    <a:pt x="63" y="0"/>
                    <a:pt x="1" y="63"/>
                    <a:pt x="1" y="139"/>
                  </a:cubicBezTo>
                  <a:cubicBezTo>
                    <a:pt x="1" y="216"/>
                    <a:pt x="63" y="280"/>
                    <a:pt x="141" y="280"/>
                  </a:cubicBezTo>
                  <a:cubicBezTo>
                    <a:pt x="218" y="280"/>
                    <a:pt x="280" y="216"/>
                    <a:pt x="280" y="139"/>
                  </a:cubicBezTo>
                  <a:cubicBezTo>
                    <a:pt x="280" y="63"/>
                    <a:pt x="218" y="0"/>
                    <a:pt x="141"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037" name="Google Shape;3037;p27"/>
            <p:cNvSpPr/>
            <p:nvPr/>
          </p:nvSpPr>
          <p:spPr>
            <a:xfrm>
              <a:off x="4215883" y="4173955"/>
              <a:ext cx="8962" cy="8994"/>
            </a:xfrm>
            <a:custGeom>
              <a:rect b="b" l="l" r="r" t="t"/>
              <a:pathLst>
                <a:path extrusionOk="0" h="280" w="279">
                  <a:moveTo>
                    <a:pt x="140" y="0"/>
                  </a:moveTo>
                  <a:cubicBezTo>
                    <a:pt x="63" y="0"/>
                    <a:pt x="1" y="63"/>
                    <a:pt x="1" y="139"/>
                  </a:cubicBezTo>
                  <a:cubicBezTo>
                    <a:pt x="1" y="216"/>
                    <a:pt x="63" y="280"/>
                    <a:pt x="140" y="280"/>
                  </a:cubicBezTo>
                  <a:cubicBezTo>
                    <a:pt x="216" y="280"/>
                    <a:pt x="279" y="216"/>
                    <a:pt x="279" y="139"/>
                  </a:cubicBezTo>
                  <a:cubicBezTo>
                    <a:pt x="279" y="63"/>
                    <a:pt x="216" y="0"/>
                    <a:pt x="140"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038" name="Google Shape;3038;p27"/>
            <p:cNvSpPr/>
            <p:nvPr/>
          </p:nvSpPr>
          <p:spPr>
            <a:xfrm>
              <a:off x="4233840" y="4173955"/>
              <a:ext cx="8994" cy="8994"/>
            </a:xfrm>
            <a:custGeom>
              <a:rect b="b" l="l" r="r" t="t"/>
              <a:pathLst>
                <a:path extrusionOk="0" h="280" w="280">
                  <a:moveTo>
                    <a:pt x="139" y="0"/>
                  </a:moveTo>
                  <a:cubicBezTo>
                    <a:pt x="63" y="0"/>
                    <a:pt x="0" y="63"/>
                    <a:pt x="0" y="139"/>
                  </a:cubicBezTo>
                  <a:cubicBezTo>
                    <a:pt x="0" y="216"/>
                    <a:pt x="63" y="280"/>
                    <a:pt x="139" y="280"/>
                  </a:cubicBezTo>
                  <a:cubicBezTo>
                    <a:pt x="216" y="280"/>
                    <a:pt x="280" y="216"/>
                    <a:pt x="280" y="139"/>
                  </a:cubicBezTo>
                  <a:cubicBezTo>
                    <a:pt x="280" y="63"/>
                    <a:pt x="216" y="0"/>
                    <a:pt x="139"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039" name="Google Shape;3039;p27"/>
            <p:cNvSpPr/>
            <p:nvPr/>
          </p:nvSpPr>
          <p:spPr>
            <a:xfrm>
              <a:off x="4251798" y="4173955"/>
              <a:ext cx="8994" cy="8994"/>
            </a:xfrm>
            <a:custGeom>
              <a:rect b="b" l="l" r="r" t="t"/>
              <a:pathLst>
                <a:path extrusionOk="0" h="280" w="280">
                  <a:moveTo>
                    <a:pt x="141" y="0"/>
                  </a:moveTo>
                  <a:cubicBezTo>
                    <a:pt x="62" y="0"/>
                    <a:pt x="0" y="63"/>
                    <a:pt x="0" y="139"/>
                  </a:cubicBezTo>
                  <a:cubicBezTo>
                    <a:pt x="0" y="216"/>
                    <a:pt x="62" y="280"/>
                    <a:pt x="141" y="280"/>
                  </a:cubicBezTo>
                  <a:cubicBezTo>
                    <a:pt x="217" y="280"/>
                    <a:pt x="280" y="216"/>
                    <a:pt x="280" y="139"/>
                  </a:cubicBezTo>
                  <a:cubicBezTo>
                    <a:pt x="280" y="63"/>
                    <a:pt x="217" y="0"/>
                    <a:pt x="141"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040" name="Google Shape;3040;p27"/>
            <p:cNvSpPr/>
            <p:nvPr/>
          </p:nvSpPr>
          <p:spPr>
            <a:xfrm>
              <a:off x="4269755" y="4173955"/>
              <a:ext cx="8994" cy="8994"/>
            </a:xfrm>
            <a:custGeom>
              <a:rect b="b" l="l" r="r" t="t"/>
              <a:pathLst>
                <a:path extrusionOk="0" h="280" w="280">
                  <a:moveTo>
                    <a:pt x="140" y="0"/>
                  </a:moveTo>
                  <a:cubicBezTo>
                    <a:pt x="64" y="0"/>
                    <a:pt x="0" y="63"/>
                    <a:pt x="0" y="139"/>
                  </a:cubicBezTo>
                  <a:cubicBezTo>
                    <a:pt x="0" y="216"/>
                    <a:pt x="64" y="280"/>
                    <a:pt x="140" y="280"/>
                  </a:cubicBezTo>
                  <a:cubicBezTo>
                    <a:pt x="217" y="280"/>
                    <a:pt x="279" y="216"/>
                    <a:pt x="279" y="139"/>
                  </a:cubicBezTo>
                  <a:cubicBezTo>
                    <a:pt x="279" y="63"/>
                    <a:pt x="217" y="0"/>
                    <a:pt x="140"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041" name="Google Shape;3041;p27"/>
            <p:cNvSpPr/>
            <p:nvPr/>
          </p:nvSpPr>
          <p:spPr>
            <a:xfrm>
              <a:off x="4287745" y="4173955"/>
              <a:ext cx="8962" cy="8994"/>
            </a:xfrm>
            <a:custGeom>
              <a:rect b="b" l="l" r="r" t="t"/>
              <a:pathLst>
                <a:path extrusionOk="0" h="280" w="279">
                  <a:moveTo>
                    <a:pt x="139" y="0"/>
                  </a:moveTo>
                  <a:cubicBezTo>
                    <a:pt x="63" y="0"/>
                    <a:pt x="0" y="63"/>
                    <a:pt x="0" y="139"/>
                  </a:cubicBezTo>
                  <a:cubicBezTo>
                    <a:pt x="0" y="216"/>
                    <a:pt x="63" y="280"/>
                    <a:pt x="139" y="280"/>
                  </a:cubicBezTo>
                  <a:cubicBezTo>
                    <a:pt x="216" y="280"/>
                    <a:pt x="278" y="216"/>
                    <a:pt x="278" y="139"/>
                  </a:cubicBezTo>
                  <a:cubicBezTo>
                    <a:pt x="278" y="63"/>
                    <a:pt x="216" y="0"/>
                    <a:pt x="139"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042" name="Google Shape;3042;p27"/>
            <p:cNvSpPr/>
            <p:nvPr/>
          </p:nvSpPr>
          <p:spPr>
            <a:xfrm>
              <a:off x="4305702" y="4173955"/>
              <a:ext cx="8994" cy="8994"/>
            </a:xfrm>
            <a:custGeom>
              <a:rect b="b" l="l" r="r" t="t"/>
              <a:pathLst>
                <a:path extrusionOk="0" h="280" w="280">
                  <a:moveTo>
                    <a:pt x="139" y="0"/>
                  </a:moveTo>
                  <a:cubicBezTo>
                    <a:pt x="62" y="0"/>
                    <a:pt x="0" y="63"/>
                    <a:pt x="0" y="139"/>
                  </a:cubicBezTo>
                  <a:cubicBezTo>
                    <a:pt x="0" y="216"/>
                    <a:pt x="62" y="280"/>
                    <a:pt x="139" y="280"/>
                  </a:cubicBezTo>
                  <a:cubicBezTo>
                    <a:pt x="216" y="280"/>
                    <a:pt x="279" y="216"/>
                    <a:pt x="279" y="139"/>
                  </a:cubicBezTo>
                  <a:cubicBezTo>
                    <a:pt x="279" y="63"/>
                    <a:pt x="216" y="0"/>
                    <a:pt x="139"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043" name="Google Shape;3043;p27"/>
            <p:cNvSpPr/>
            <p:nvPr/>
          </p:nvSpPr>
          <p:spPr>
            <a:xfrm>
              <a:off x="4197829" y="4205115"/>
              <a:ext cx="9026" cy="8962"/>
            </a:xfrm>
            <a:custGeom>
              <a:rect b="b" l="l" r="r" t="t"/>
              <a:pathLst>
                <a:path extrusionOk="0" h="279" w="281">
                  <a:moveTo>
                    <a:pt x="141" y="0"/>
                  </a:moveTo>
                  <a:cubicBezTo>
                    <a:pt x="63" y="0"/>
                    <a:pt x="1" y="62"/>
                    <a:pt x="1" y="139"/>
                  </a:cubicBezTo>
                  <a:cubicBezTo>
                    <a:pt x="1" y="216"/>
                    <a:pt x="63" y="278"/>
                    <a:pt x="141" y="278"/>
                  </a:cubicBezTo>
                  <a:cubicBezTo>
                    <a:pt x="218" y="278"/>
                    <a:pt x="280" y="216"/>
                    <a:pt x="280" y="139"/>
                  </a:cubicBezTo>
                  <a:cubicBezTo>
                    <a:pt x="280" y="62"/>
                    <a:pt x="218" y="0"/>
                    <a:pt x="141"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044" name="Google Shape;3044;p27"/>
            <p:cNvSpPr/>
            <p:nvPr/>
          </p:nvSpPr>
          <p:spPr>
            <a:xfrm>
              <a:off x="4215883" y="4205115"/>
              <a:ext cx="8962" cy="8962"/>
            </a:xfrm>
            <a:custGeom>
              <a:rect b="b" l="l" r="r" t="t"/>
              <a:pathLst>
                <a:path extrusionOk="0" h="279" w="279">
                  <a:moveTo>
                    <a:pt x="140" y="0"/>
                  </a:moveTo>
                  <a:cubicBezTo>
                    <a:pt x="63" y="0"/>
                    <a:pt x="1" y="62"/>
                    <a:pt x="1" y="139"/>
                  </a:cubicBezTo>
                  <a:cubicBezTo>
                    <a:pt x="1" y="216"/>
                    <a:pt x="63" y="278"/>
                    <a:pt x="140" y="278"/>
                  </a:cubicBezTo>
                  <a:cubicBezTo>
                    <a:pt x="216" y="278"/>
                    <a:pt x="279" y="216"/>
                    <a:pt x="279" y="139"/>
                  </a:cubicBezTo>
                  <a:cubicBezTo>
                    <a:pt x="279" y="62"/>
                    <a:pt x="216" y="0"/>
                    <a:pt x="140"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045" name="Google Shape;3045;p27"/>
            <p:cNvSpPr/>
            <p:nvPr/>
          </p:nvSpPr>
          <p:spPr>
            <a:xfrm>
              <a:off x="4233840" y="4205115"/>
              <a:ext cx="8994" cy="8962"/>
            </a:xfrm>
            <a:custGeom>
              <a:rect b="b" l="l" r="r" t="t"/>
              <a:pathLst>
                <a:path extrusionOk="0" h="279" w="280">
                  <a:moveTo>
                    <a:pt x="139" y="0"/>
                  </a:moveTo>
                  <a:cubicBezTo>
                    <a:pt x="63" y="0"/>
                    <a:pt x="0" y="62"/>
                    <a:pt x="0" y="139"/>
                  </a:cubicBezTo>
                  <a:cubicBezTo>
                    <a:pt x="0" y="216"/>
                    <a:pt x="63" y="278"/>
                    <a:pt x="139" y="278"/>
                  </a:cubicBezTo>
                  <a:cubicBezTo>
                    <a:pt x="216" y="278"/>
                    <a:pt x="280" y="216"/>
                    <a:pt x="280" y="139"/>
                  </a:cubicBezTo>
                  <a:cubicBezTo>
                    <a:pt x="280" y="62"/>
                    <a:pt x="216" y="0"/>
                    <a:pt x="139"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046" name="Google Shape;3046;p27"/>
            <p:cNvSpPr/>
            <p:nvPr/>
          </p:nvSpPr>
          <p:spPr>
            <a:xfrm>
              <a:off x="4251798" y="4205115"/>
              <a:ext cx="8994" cy="8962"/>
            </a:xfrm>
            <a:custGeom>
              <a:rect b="b" l="l" r="r" t="t"/>
              <a:pathLst>
                <a:path extrusionOk="0" h="279" w="280">
                  <a:moveTo>
                    <a:pt x="141" y="0"/>
                  </a:moveTo>
                  <a:cubicBezTo>
                    <a:pt x="62" y="0"/>
                    <a:pt x="0" y="62"/>
                    <a:pt x="0" y="139"/>
                  </a:cubicBezTo>
                  <a:cubicBezTo>
                    <a:pt x="0" y="216"/>
                    <a:pt x="62" y="278"/>
                    <a:pt x="141" y="278"/>
                  </a:cubicBezTo>
                  <a:cubicBezTo>
                    <a:pt x="217" y="278"/>
                    <a:pt x="280" y="216"/>
                    <a:pt x="280" y="139"/>
                  </a:cubicBezTo>
                  <a:cubicBezTo>
                    <a:pt x="280" y="62"/>
                    <a:pt x="217" y="0"/>
                    <a:pt x="141"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047" name="Google Shape;3047;p27"/>
            <p:cNvSpPr/>
            <p:nvPr/>
          </p:nvSpPr>
          <p:spPr>
            <a:xfrm>
              <a:off x="4269755" y="4205115"/>
              <a:ext cx="8994" cy="8962"/>
            </a:xfrm>
            <a:custGeom>
              <a:rect b="b" l="l" r="r" t="t"/>
              <a:pathLst>
                <a:path extrusionOk="0" h="279" w="280">
                  <a:moveTo>
                    <a:pt x="140" y="0"/>
                  </a:moveTo>
                  <a:cubicBezTo>
                    <a:pt x="64" y="0"/>
                    <a:pt x="0" y="62"/>
                    <a:pt x="0" y="139"/>
                  </a:cubicBezTo>
                  <a:cubicBezTo>
                    <a:pt x="0" y="216"/>
                    <a:pt x="64" y="278"/>
                    <a:pt x="140" y="278"/>
                  </a:cubicBezTo>
                  <a:cubicBezTo>
                    <a:pt x="217" y="278"/>
                    <a:pt x="279" y="216"/>
                    <a:pt x="279" y="139"/>
                  </a:cubicBezTo>
                  <a:cubicBezTo>
                    <a:pt x="279" y="62"/>
                    <a:pt x="217" y="0"/>
                    <a:pt x="140"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048" name="Google Shape;3048;p27"/>
            <p:cNvSpPr/>
            <p:nvPr/>
          </p:nvSpPr>
          <p:spPr>
            <a:xfrm>
              <a:off x="4287745" y="4205115"/>
              <a:ext cx="8962" cy="8962"/>
            </a:xfrm>
            <a:custGeom>
              <a:rect b="b" l="l" r="r" t="t"/>
              <a:pathLst>
                <a:path extrusionOk="0" h="279" w="279">
                  <a:moveTo>
                    <a:pt x="139" y="0"/>
                  </a:moveTo>
                  <a:cubicBezTo>
                    <a:pt x="63" y="0"/>
                    <a:pt x="0" y="62"/>
                    <a:pt x="0" y="139"/>
                  </a:cubicBezTo>
                  <a:cubicBezTo>
                    <a:pt x="0" y="216"/>
                    <a:pt x="63" y="278"/>
                    <a:pt x="139" y="278"/>
                  </a:cubicBezTo>
                  <a:cubicBezTo>
                    <a:pt x="216" y="278"/>
                    <a:pt x="278" y="216"/>
                    <a:pt x="278" y="139"/>
                  </a:cubicBezTo>
                  <a:cubicBezTo>
                    <a:pt x="278" y="62"/>
                    <a:pt x="216" y="0"/>
                    <a:pt x="139"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049" name="Google Shape;3049;p27"/>
            <p:cNvSpPr/>
            <p:nvPr/>
          </p:nvSpPr>
          <p:spPr>
            <a:xfrm>
              <a:off x="4305702" y="4205115"/>
              <a:ext cx="8994" cy="8962"/>
            </a:xfrm>
            <a:custGeom>
              <a:rect b="b" l="l" r="r" t="t"/>
              <a:pathLst>
                <a:path extrusionOk="0" h="279" w="280">
                  <a:moveTo>
                    <a:pt x="139" y="0"/>
                  </a:moveTo>
                  <a:cubicBezTo>
                    <a:pt x="62" y="0"/>
                    <a:pt x="0" y="62"/>
                    <a:pt x="0" y="139"/>
                  </a:cubicBezTo>
                  <a:cubicBezTo>
                    <a:pt x="0" y="216"/>
                    <a:pt x="62" y="278"/>
                    <a:pt x="139" y="278"/>
                  </a:cubicBezTo>
                  <a:cubicBezTo>
                    <a:pt x="216" y="278"/>
                    <a:pt x="279" y="216"/>
                    <a:pt x="279" y="139"/>
                  </a:cubicBezTo>
                  <a:cubicBezTo>
                    <a:pt x="279" y="62"/>
                    <a:pt x="216" y="0"/>
                    <a:pt x="139"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050" name="Google Shape;3050;p27"/>
            <p:cNvSpPr/>
            <p:nvPr/>
          </p:nvSpPr>
          <p:spPr>
            <a:xfrm>
              <a:off x="4193364" y="4261107"/>
              <a:ext cx="125792" cy="35913"/>
            </a:xfrm>
            <a:custGeom>
              <a:rect b="b" l="l" r="r" t="t"/>
              <a:pathLst>
                <a:path extrusionOk="0" h="1118" w="3916">
                  <a:moveTo>
                    <a:pt x="560" y="0"/>
                  </a:moveTo>
                  <a:cubicBezTo>
                    <a:pt x="251" y="0"/>
                    <a:pt x="1" y="249"/>
                    <a:pt x="1" y="559"/>
                  </a:cubicBezTo>
                  <a:cubicBezTo>
                    <a:pt x="1" y="869"/>
                    <a:pt x="251" y="1118"/>
                    <a:pt x="560" y="1118"/>
                  </a:cubicBezTo>
                  <a:lnTo>
                    <a:pt x="3357" y="1118"/>
                  </a:lnTo>
                  <a:cubicBezTo>
                    <a:pt x="3665" y="1118"/>
                    <a:pt x="3915" y="869"/>
                    <a:pt x="3915" y="559"/>
                  </a:cubicBezTo>
                  <a:cubicBezTo>
                    <a:pt x="3915" y="249"/>
                    <a:pt x="3665" y="0"/>
                    <a:pt x="3357"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051" name="Google Shape;3051;p27"/>
            <p:cNvSpPr/>
            <p:nvPr/>
          </p:nvSpPr>
          <p:spPr>
            <a:xfrm>
              <a:off x="4211321" y="4261107"/>
              <a:ext cx="35977" cy="35913"/>
            </a:xfrm>
            <a:custGeom>
              <a:rect b="b" l="l" r="r" t="t"/>
              <a:pathLst>
                <a:path extrusionOk="0" h="1118" w="1120">
                  <a:moveTo>
                    <a:pt x="561" y="0"/>
                  </a:moveTo>
                  <a:cubicBezTo>
                    <a:pt x="251" y="0"/>
                    <a:pt x="1" y="251"/>
                    <a:pt x="1" y="559"/>
                  </a:cubicBezTo>
                  <a:cubicBezTo>
                    <a:pt x="1" y="867"/>
                    <a:pt x="251" y="1118"/>
                    <a:pt x="561" y="1118"/>
                  </a:cubicBezTo>
                  <a:cubicBezTo>
                    <a:pt x="869" y="1118"/>
                    <a:pt x="1120" y="867"/>
                    <a:pt x="1120" y="559"/>
                  </a:cubicBezTo>
                  <a:cubicBezTo>
                    <a:pt x="1120" y="251"/>
                    <a:pt x="869" y="0"/>
                    <a:pt x="561"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052" name="Google Shape;3052;p27"/>
            <p:cNvSpPr/>
            <p:nvPr/>
          </p:nvSpPr>
          <p:spPr>
            <a:xfrm>
              <a:off x="4218549" y="4268303"/>
              <a:ext cx="21554" cy="21522"/>
            </a:xfrm>
            <a:custGeom>
              <a:rect b="b" l="l" r="r" t="t"/>
              <a:pathLst>
                <a:path extrusionOk="0" h="670" w="671">
                  <a:moveTo>
                    <a:pt x="336" y="1"/>
                  </a:moveTo>
                  <a:cubicBezTo>
                    <a:pt x="151" y="1"/>
                    <a:pt x="0" y="150"/>
                    <a:pt x="0" y="335"/>
                  </a:cubicBezTo>
                  <a:cubicBezTo>
                    <a:pt x="0" y="520"/>
                    <a:pt x="151" y="669"/>
                    <a:pt x="336" y="669"/>
                  </a:cubicBezTo>
                  <a:cubicBezTo>
                    <a:pt x="520" y="669"/>
                    <a:pt x="670" y="520"/>
                    <a:pt x="670" y="335"/>
                  </a:cubicBezTo>
                  <a:cubicBezTo>
                    <a:pt x="670" y="150"/>
                    <a:pt x="520" y="1"/>
                    <a:pt x="336"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053" name="Google Shape;3053;p27"/>
            <p:cNvSpPr/>
            <p:nvPr/>
          </p:nvSpPr>
          <p:spPr>
            <a:xfrm>
              <a:off x="4265226" y="4261107"/>
              <a:ext cx="35945" cy="35913"/>
            </a:xfrm>
            <a:custGeom>
              <a:rect b="b" l="l" r="r" t="t"/>
              <a:pathLst>
                <a:path extrusionOk="0" h="1118" w="1119">
                  <a:moveTo>
                    <a:pt x="559" y="0"/>
                  </a:moveTo>
                  <a:cubicBezTo>
                    <a:pt x="251" y="0"/>
                    <a:pt x="1" y="251"/>
                    <a:pt x="1" y="559"/>
                  </a:cubicBezTo>
                  <a:cubicBezTo>
                    <a:pt x="1" y="867"/>
                    <a:pt x="251" y="1118"/>
                    <a:pt x="559" y="1118"/>
                  </a:cubicBezTo>
                  <a:cubicBezTo>
                    <a:pt x="869" y="1118"/>
                    <a:pt x="1118" y="867"/>
                    <a:pt x="1118" y="559"/>
                  </a:cubicBezTo>
                  <a:cubicBezTo>
                    <a:pt x="1118" y="251"/>
                    <a:pt x="869" y="0"/>
                    <a:pt x="559"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054" name="Google Shape;3054;p27"/>
            <p:cNvSpPr/>
            <p:nvPr/>
          </p:nvSpPr>
          <p:spPr>
            <a:xfrm>
              <a:off x="4272421" y="4268303"/>
              <a:ext cx="21522" cy="21522"/>
            </a:xfrm>
            <a:custGeom>
              <a:rect b="b" l="l" r="r" t="t"/>
              <a:pathLst>
                <a:path extrusionOk="0" h="670" w="670">
                  <a:moveTo>
                    <a:pt x="335" y="1"/>
                  </a:moveTo>
                  <a:cubicBezTo>
                    <a:pt x="152" y="1"/>
                    <a:pt x="1" y="150"/>
                    <a:pt x="1" y="335"/>
                  </a:cubicBezTo>
                  <a:cubicBezTo>
                    <a:pt x="1" y="520"/>
                    <a:pt x="152" y="669"/>
                    <a:pt x="335" y="669"/>
                  </a:cubicBezTo>
                  <a:cubicBezTo>
                    <a:pt x="521" y="669"/>
                    <a:pt x="670" y="520"/>
                    <a:pt x="670" y="335"/>
                  </a:cubicBezTo>
                  <a:cubicBezTo>
                    <a:pt x="670" y="150"/>
                    <a:pt x="521" y="1"/>
                    <a:pt x="335"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055" name="Google Shape;3055;p27"/>
            <p:cNvSpPr/>
            <p:nvPr/>
          </p:nvSpPr>
          <p:spPr>
            <a:xfrm>
              <a:off x="4278718" y="4274567"/>
              <a:ext cx="8962" cy="8962"/>
            </a:xfrm>
            <a:custGeom>
              <a:rect b="b" l="l" r="r" t="t"/>
              <a:pathLst>
                <a:path extrusionOk="0" h="279" w="279">
                  <a:moveTo>
                    <a:pt x="139" y="1"/>
                  </a:moveTo>
                  <a:cubicBezTo>
                    <a:pt x="63" y="1"/>
                    <a:pt x="0" y="63"/>
                    <a:pt x="0" y="140"/>
                  </a:cubicBezTo>
                  <a:cubicBezTo>
                    <a:pt x="0" y="217"/>
                    <a:pt x="63" y="279"/>
                    <a:pt x="139" y="279"/>
                  </a:cubicBezTo>
                  <a:cubicBezTo>
                    <a:pt x="216" y="279"/>
                    <a:pt x="278" y="217"/>
                    <a:pt x="278" y="140"/>
                  </a:cubicBezTo>
                  <a:cubicBezTo>
                    <a:pt x="278" y="63"/>
                    <a:pt x="216" y="1"/>
                    <a:pt x="139"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056" name="Google Shape;3056;p27"/>
            <p:cNvSpPr/>
            <p:nvPr/>
          </p:nvSpPr>
          <p:spPr>
            <a:xfrm>
              <a:off x="4224813" y="4274567"/>
              <a:ext cx="8994" cy="8962"/>
            </a:xfrm>
            <a:custGeom>
              <a:rect b="b" l="l" r="r" t="t"/>
              <a:pathLst>
                <a:path extrusionOk="0" h="279" w="280">
                  <a:moveTo>
                    <a:pt x="141" y="1"/>
                  </a:moveTo>
                  <a:cubicBezTo>
                    <a:pt x="63" y="1"/>
                    <a:pt x="1" y="63"/>
                    <a:pt x="1" y="140"/>
                  </a:cubicBezTo>
                  <a:cubicBezTo>
                    <a:pt x="1" y="217"/>
                    <a:pt x="63" y="279"/>
                    <a:pt x="141" y="279"/>
                  </a:cubicBezTo>
                  <a:cubicBezTo>
                    <a:pt x="218" y="279"/>
                    <a:pt x="280" y="217"/>
                    <a:pt x="280" y="140"/>
                  </a:cubicBezTo>
                  <a:cubicBezTo>
                    <a:pt x="280" y="63"/>
                    <a:pt x="218" y="1"/>
                    <a:pt x="141"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3057" name="Google Shape;3057;p27"/>
          <p:cNvGrpSpPr/>
          <p:nvPr/>
        </p:nvGrpSpPr>
        <p:grpSpPr>
          <a:xfrm>
            <a:off x="3572726" y="4126829"/>
            <a:ext cx="97171" cy="297754"/>
            <a:chOff x="3572726" y="4126829"/>
            <a:chExt cx="97171" cy="297754"/>
          </a:xfrm>
        </p:grpSpPr>
        <p:sp>
          <p:nvSpPr>
            <p:cNvPr id="3058" name="Google Shape;3058;p27"/>
            <p:cNvSpPr/>
            <p:nvPr/>
          </p:nvSpPr>
          <p:spPr>
            <a:xfrm>
              <a:off x="3582749" y="4277555"/>
              <a:ext cx="79053" cy="22165"/>
            </a:xfrm>
            <a:custGeom>
              <a:rect b="b" l="l" r="r" t="t"/>
              <a:pathLst>
                <a:path extrusionOk="0" h="690" w="2461">
                  <a:moveTo>
                    <a:pt x="0" y="1"/>
                  </a:moveTo>
                  <a:lnTo>
                    <a:pt x="0" y="690"/>
                  </a:lnTo>
                  <a:lnTo>
                    <a:pt x="2461" y="690"/>
                  </a:lnTo>
                  <a:lnTo>
                    <a:pt x="2461" y="1"/>
                  </a:lnTo>
                  <a:close/>
                </a:path>
              </a:pathLst>
            </a:cu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059" name="Google Shape;3059;p27"/>
            <p:cNvSpPr/>
            <p:nvPr/>
          </p:nvSpPr>
          <p:spPr>
            <a:xfrm>
              <a:off x="3580918" y="4277555"/>
              <a:ext cx="10215" cy="22165"/>
            </a:xfrm>
            <a:custGeom>
              <a:rect b="b" l="l" r="r" t="t"/>
              <a:pathLst>
                <a:path extrusionOk="0" h="690" w="318">
                  <a:moveTo>
                    <a:pt x="1" y="1"/>
                  </a:moveTo>
                  <a:lnTo>
                    <a:pt x="1" y="690"/>
                  </a:lnTo>
                  <a:lnTo>
                    <a:pt x="318" y="690"/>
                  </a:lnTo>
                  <a:lnTo>
                    <a:pt x="318" y="1"/>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060" name="Google Shape;3060;p27"/>
            <p:cNvSpPr/>
            <p:nvPr/>
          </p:nvSpPr>
          <p:spPr>
            <a:xfrm>
              <a:off x="3586090" y="4359824"/>
              <a:ext cx="70252" cy="64245"/>
            </a:xfrm>
            <a:custGeom>
              <a:rect b="b" l="l" r="r" t="t"/>
              <a:pathLst>
                <a:path extrusionOk="0" h="2000" w="2187">
                  <a:moveTo>
                    <a:pt x="1658" y="1"/>
                  </a:moveTo>
                  <a:lnTo>
                    <a:pt x="517" y="3"/>
                  </a:lnTo>
                  <a:lnTo>
                    <a:pt x="527" y="41"/>
                  </a:lnTo>
                  <a:lnTo>
                    <a:pt x="35" y="1762"/>
                  </a:lnTo>
                  <a:cubicBezTo>
                    <a:pt x="0" y="1881"/>
                    <a:pt x="91" y="2000"/>
                    <a:pt x="214" y="2000"/>
                  </a:cubicBezTo>
                  <a:lnTo>
                    <a:pt x="1976" y="1981"/>
                  </a:lnTo>
                  <a:cubicBezTo>
                    <a:pt x="2099" y="1981"/>
                    <a:pt x="2186" y="1756"/>
                    <a:pt x="2186" y="1756"/>
                  </a:cubicBezTo>
                  <a:lnTo>
                    <a:pt x="1704" y="40"/>
                  </a:lnTo>
                  <a:lnTo>
                    <a:pt x="1658" y="1"/>
                  </a:ln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061" name="Google Shape;3061;p27"/>
            <p:cNvSpPr/>
            <p:nvPr/>
          </p:nvSpPr>
          <p:spPr>
            <a:xfrm>
              <a:off x="3584998" y="4359278"/>
              <a:ext cx="72725" cy="65305"/>
            </a:xfrm>
            <a:custGeom>
              <a:rect b="b" l="l" r="r" t="t"/>
              <a:pathLst>
                <a:path extrusionOk="0" h="2033" w="2264">
                  <a:moveTo>
                    <a:pt x="664" y="0"/>
                  </a:moveTo>
                  <a:lnTo>
                    <a:pt x="526" y="57"/>
                  </a:lnTo>
                  <a:lnTo>
                    <a:pt x="34" y="1795"/>
                  </a:lnTo>
                  <a:cubicBezTo>
                    <a:pt x="1" y="1915"/>
                    <a:pt x="91" y="2033"/>
                    <a:pt x="214" y="2033"/>
                  </a:cubicBezTo>
                  <a:lnTo>
                    <a:pt x="2051" y="2033"/>
                  </a:lnTo>
                  <a:cubicBezTo>
                    <a:pt x="2175" y="2033"/>
                    <a:pt x="2264" y="1915"/>
                    <a:pt x="2232" y="1794"/>
                  </a:cubicBezTo>
                  <a:lnTo>
                    <a:pt x="2225" y="1771"/>
                  </a:lnTo>
                  <a:lnTo>
                    <a:pt x="387" y="1771"/>
                  </a:lnTo>
                  <a:cubicBezTo>
                    <a:pt x="350" y="1771"/>
                    <a:pt x="322" y="1736"/>
                    <a:pt x="334" y="1700"/>
                  </a:cubicBezTo>
                  <a:lnTo>
                    <a:pt x="797" y="57"/>
                  </a:lnTo>
                  <a:cubicBezTo>
                    <a:pt x="807" y="20"/>
                    <a:pt x="664" y="0"/>
                    <a:pt x="664"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062" name="Google Shape;3062;p27"/>
            <p:cNvSpPr/>
            <p:nvPr/>
          </p:nvSpPr>
          <p:spPr>
            <a:xfrm>
              <a:off x="3574911" y="4297600"/>
              <a:ext cx="93926" cy="61450"/>
            </a:xfrm>
            <a:custGeom>
              <a:rect b="b" l="l" r="r" t="t"/>
              <a:pathLst>
                <a:path extrusionOk="0" h="1913" w="2924">
                  <a:moveTo>
                    <a:pt x="211" y="1"/>
                  </a:moveTo>
                  <a:lnTo>
                    <a:pt x="206" y="11"/>
                  </a:lnTo>
                  <a:cubicBezTo>
                    <a:pt x="83" y="11"/>
                    <a:pt x="1" y="140"/>
                    <a:pt x="54" y="250"/>
                  </a:cubicBezTo>
                  <a:lnTo>
                    <a:pt x="890" y="1913"/>
                  </a:lnTo>
                  <a:lnTo>
                    <a:pt x="1997" y="1911"/>
                  </a:lnTo>
                  <a:lnTo>
                    <a:pt x="2185" y="1696"/>
                  </a:lnTo>
                  <a:lnTo>
                    <a:pt x="2873" y="239"/>
                  </a:lnTo>
                  <a:cubicBezTo>
                    <a:pt x="2924" y="129"/>
                    <a:pt x="2843" y="1"/>
                    <a:pt x="2719" y="1"/>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063" name="Google Shape;3063;p27"/>
            <p:cNvSpPr/>
            <p:nvPr/>
          </p:nvSpPr>
          <p:spPr>
            <a:xfrm>
              <a:off x="3573883" y="4297600"/>
              <a:ext cx="71248" cy="63506"/>
            </a:xfrm>
            <a:custGeom>
              <a:rect b="b" l="l" r="r" t="t"/>
              <a:pathLst>
                <a:path extrusionOk="0" h="1977" w="2218">
                  <a:moveTo>
                    <a:pt x="205" y="1"/>
                  </a:moveTo>
                  <a:cubicBezTo>
                    <a:pt x="82" y="1"/>
                    <a:pt x="1" y="129"/>
                    <a:pt x="53" y="239"/>
                  </a:cubicBezTo>
                  <a:lnTo>
                    <a:pt x="872" y="1977"/>
                  </a:lnTo>
                  <a:lnTo>
                    <a:pt x="2086" y="1977"/>
                  </a:lnTo>
                  <a:lnTo>
                    <a:pt x="2217" y="1696"/>
                  </a:lnTo>
                  <a:lnTo>
                    <a:pt x="1092" y="1696"/>
                  </a:lnTo>
                  <a:cubicBezTo>
                    <a:pt x="1091" y="1696"/>
                    <a:pt x="1090" y="1696"/>
                    <a:pt x="1089" y="1696"/>
                  </a:cubicBezTo>
                  <a:cubicBezTo>
                    <a:pt x="1051" y="1696"/>
                    <a:pt x="1021" y="1674"/>
                    <a:pt x="1006" y="1644"/>
                  </a:cubicBezTo>
                  <a:lnTo>
                    <a:pt x="243" y="1"/>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064" name="Google Shape;3064;p27"/>
            <p:cNvSpPr/>
            <p:nvPr/>
          </p:nvSpPr>
          <p:spPr>
            <a:xfrm>
              <a:off x="3575007" y="4173345"/>
              <a:ext cx="94890" cy="105265"/>
            </a:xfrm>
            <a:custGeom>
              <a:rect b="b" l="l" r="r" t="t"/>
              <a:pathLst>
                <a:path extrusionOk="0" h="3277" w="2954">
                  <a:moveTo>
                    <a:pt x="2220" y="0"/>
                  </a:moveTo>
                  <a:lnTo>
                    <a:pt x="645" y="3"/>
                  </a:lnTo>
                  <a:lnTo>
                    <a:pt x="584" y="105"/>
                  </a:lnTo>
                  <a:lnTo>
                    <a:pt x="27" y="3010"/>
                  </a:lnTo>
                  <a:cubicBezTo>
                    <a:pt x="1" y="3148"/>
                    <a:pt x="105" y="3276"/>
                    <a:pt x="247" y="3276"/>
                  </a:cubicBezTo>
                  <a:lnTo>
                    <a:pt x="2635" y="3268"/>
                  </a:lnTo>
                  <a:cubicBezTo>
                    <a:pt x="2774" y="3268"/>
                    <a:pt x="2954" y="3184"/>
                    <a:pt x="2932" y="3052"/>
                  </a:cubicBezTo>
                  <a:cubicBezTo>
                    <a:pt x="2929" y="3051"/>
                    <a:pt x="2929" y="3049"/>
                    <a:pt x="2929" y="3046"/>
                  </a:cubicBezTo>
                  <a:lnTo>
                    <a:pt x="2340" y="41"/>
                  </a:lnTo>
                  <a:lnTo>
                    <a:pt x="2220" y="0"/>
                  </a:ln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065" name="Google Shape;3065;p27"/>
            <p:cNvSpPr/>
            <p:nvPr/>
          </p:nvSpPr>
          <p:spPr>
            <a:xfrm>
              <a:off x="3572726" y="4172734"/>
              <a:ext cx="97171" cy="106936"/>
            </a:xfrm>
            <a:custGeom>
              <a:rect b="b" l="l" r="r" t="t"/>
              <a:pathLst>
                <a:path extrusionOk="0" h="3329" w="3025">
                  <a:moveTo>
                    <a:pt x="775" y="1"/>
                  </a:moveTo>
                  <a:lnTo>
                    <a:pt x="617" y="57"/>
                  </a:lnTo>
                  <a:lnTo>
                    <a:pt x="28" y="3062"/>
                  </a:lnTo>
                  <a:cubicBezTo>
                    <a:pt x="1" y="3200"/>
                    <a:pt x="105" y="3329"/>
                    <a:pt x="247" y="3329"/>
                  </a:cubicBezTo>
                  <a:lnTo>
                    <a:pt x="458" y="3329"/>
                  </a:lnTo>
                  <a:lnTo>
                    <a:pt x="510" y="3290"/>
                  </a:lnTo>
                  <a:lnTo>
                    <a:pt x="2404" y="3272"/>
                  </a:lnTo>
                  <a:lnTo>
                    <a:pt x="2417" y="3329"/>
                  </a:lnTo>
                  <a:lnTo>
                    <a:pt x="2780" y="3329"/>
                  </a:lnTo>
                  <a:cubicBezTo>
                    <a:pt x="2919" y="3329"/>
                    <a:pt x="3025" y="3203"/>
                    <a:pt x="3000" y="3068"/>
                  </a:cubicBezTo>
                  <a:lnTo>
                    <a:pt x="408" y="3068"/>
                  </a:lnTo>
                  <a:cubicBezTo>
                    <a:pt x="348" y="3068"/>
                    <a:pt x="305" y="3015"/>
                    <a:pt x="315" y="2957"/>
                  </a:cubicBezTo>
                  <a:lnTo>
                    <a:pt x="875" y="108"/>
                  </a:lnTo>
                  <a:lnTo>
                    <a:pt x="884" y="57"/>
                  </a:lnTo>
                  <a:lnTo>
                    <a:pt x="775" y="1"/>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066" name="Google Shape;3066;p27"/>
            <p:cNvSpPr/>
            <p:nvPr/>
          </p:nvSpPr>
          <p:spPr>
            <a:xfrm>
              <a:off x="3606906" y="4172542"/>
              <a:ext cx="28974" cy="33729"/>
            </a:xfrm>
            <a:custGeom>
              <a:rect b="b" l="l" r="r" t="t"/>
              <a:pathLst>
                <a:path extrusionOk="0" h="1050" w="902">
                  <a:moveTo>
                    <a:pt x="806" y="1"/>
                  </a:moveTo>
                  <a:lnTo>
                    <a:pt x="51" y="7"/>
                  </a:lnTo>
                  <a:lnTo>
                    <a:pt x="1" y="63"/>
                  </a:lnTo>
                  <a:cubicBezTo>
                    <a:pt x="1" y="172"/>
                    <a:pt x="40" y="270"/>
                    <a:pt x="105" y="347"/>
                  </a:cubicBezTo>
                  <a:cubicBezTo>
                    <a:pt x="176" y="432"/>
                    <a:pt x="206" y="541"/>
                    <a:pt x="190" y="649"/>
                  </a:cubicBezTo>
                  <a:cubicBezTo>
                    <a:pt x="189" y="668"/>
                    <a:pt x="188" y="688"/>
                    <a:pt x="188" y="709"/>
                  </a:cubicBezTo>
                  <a:cubicBezTo>
                    <a:pt x="195" y="890"/>
                    <a:pt x="341" y="1037"/>
                    <a:pt x="523" y="1049"/>
                  </a:cubicBezTo>
                  <a:cubicBezTo>
                    <a:pt x="530" y="1049"/>
                    <a:pt x="536" y="1049"/>
                    <a:pt x="542" y="1049"/>
                  </a:cubicBezTo>
                  <a:cubicBezTo>
                    <a:pt x="740" y="1049"/>
                    <a:pt x="901" y="892"/>
                    <a:pt x="901" y="696"/>
                  </a:cubicBezTo>
                  <a:cubicBezTo>
                    <a:pt x="901" y="642"/>
                    <a:pt x="890" y="592"/>
                    <a:pt x="868" y="545"/>
                  </a:cubicBezTo>
                  <a:cubicBezTo>
                    <a:pt x="820" y="448"/>
                    <a:pt x="824" y="334"/>
                    <a:pt x="868" y="234"/>
                  </a:cubicBezTo>
                  <a:cubicBezTo>
                    <a:pt x="890" y="182"/>
                    <a:pt x="901" y="124"/>
                    <a:pt x="901" y="63"/>
                  </a:cubicBezTo>
                  <a:lnTo>
                    <a:pt x="806" y="1"/>
                  </a:lnTo>
                  <a:close/>
                </a:path>
              </a:pathLst>
            </a:custGeom>
            <a:solidFill>
              <a:schemeClr val="l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067" name="Google Shape;3067;p27"/>
            <p:cNvSpPr/>
            <p:nvPr/>
          </p:nvSpPr>
          <p:spPr>
            <a:xfrm>
              <a:off x="3606906" y="4172734"/>
              <a:ext cx="22004" cy="33536"/>
            </a:xfrm>
            <a:custGeom>
              <a:rect b="b" l="l" r="r" t="t"/>
              <a:pathLst>
                <a:path extrusionOk="0" h="1044" w="685">
                  <a:moveTo>
                    <a:pt x="124" y="1"/>
                  </a:moveTo>
                  <a:lnTo>
                    <a:pt x="1" y="57"/>
                  </a:lnTo>
                  <a:cubicBezTo>
                    <a:pt x="1" y="166"/>
                    <a:pt x="40" y="263"/>
                    <a:pt x="105" y="341"/>
                  </a:cubicBezTo>
                  <a:cubicBezTo>
                    <a:pt x="176" y="423"/>
                    <a:pt x="205" y="535"/>
                    <a:pt x="190" y="643"/>
                  </a:cubicBezTo>
                  <a:cubicBezTo>
                    <a:pt x="188" y="662"/>
                    <a:pt x="188" y="682"/>
                    <a:pt x="188" y="703"/>
                  </a:cubicBezTo>
                  <a:cubicBezTo>
                    <a:pt x="192" y="884"/>
                    <a:pt x="341" y="1034"/>
                    <a:pt x="523" y="1043"/>
                  </a:cubicBezTo>
                  <a:cubicBezTo>
                    <a:pt x="530" y="1043"/>
                    <a:pt x="536" y="1043"/>
                    <a:pt x="543" y="1043"/>
                  </a:cubicBezTo>
                  <a:cubicBezTo>
                    <a:pt x="594" y="1043"/>
                    <a:pt x="642" y="1033"/>
                    <a:pt x="684" y="1015"/>
                  </a:cubicBezTo>
                  <a:cubicBezTo>
                    <a:pt x="560" y="963"/>
                    <a:pt x="471" y="843"/>
                    <a:pt x="467" y="703"/>
                  </a:cubicBezTo>
                  <a:cubicBezTo>
                    <a:pt x="467" y="682"/>
                    <a:pt x="468" y="662"/>
                    <a:pt x="471" y="643"/>
                  </a:cubicBezTo>
                  <a:cubicBezTo>
                    <a:pt x="487" y="535"/>
                    <a:pt x="457" y="426"/>
                    <a:pt x="386" y="341"/>
                  </a:cubicBezTo>
                  <a:cubicBezTo>
                    <a:pt x="321" y="264"/>
                    <a:pt x="282" y="166"/>
                    <a:pt x="282" y="57"/>
                  </a:cubicBezTo>
                  <a:lnTo>
                    <a:pt x="124" y="1"/>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068" name="Google Shape;3068;p27"/>
            <p:cNvSpPr/>
            <p:nvPr/>
          </p:nvSpPr>
          <p:spPr>
            <a:xfrm>
              <a:off x="3619339" y="4256899"/>
              <a:ext cx="32347" cy="22775"/>
            </a:xfrm>
            <a:custGeom>
              <a:rect b="b" l="l" r="r" t="t"/>
              <a:pathLst>
                <a:path extrusionOk="0" h="709" w="1007">
                  <a:moveTo>
                    <a:pt x="504" y="1"/>
                  </a:moveTo>
                  <a:cubicBezTo>
                    <a:pt x="225" y="1"/>
                    <a:pt x="0" y="227"/>
                    <a:pt x="0" y="503"/>
                  </a:cubicBezTo>
                  <a:cubicBezTo>
                    <a:pt x="0" y="573"/>
                    <a:pt x="18" y="648"/>
                    <a:pt x="42" y="709"/>
                  </a:cubicBezTo>
                  <a:lnTo>
                    <a:pt x="966" y="709"/>
                  </a:lnTo>
                  <a:cubicBezTo>
                    <a:pt x="988" y="652"/>
                    <a:pt x="1006" y="567"/>
                    <a:pt x="1006" y="503"/>
                  </a:cubicBezTo>
                  <a:cubicBezTo>
                    <a:pt x="1006" y="225"/>
                    <a:pt x="781" y="1"/>
                    <a:pt x="504" y="1"/>
                  </a:cubicBezTo>
                  <a:close/>
                </a:path>
              </a:pathLst>
            </a:custGeom>
            <a:solidFill>
              <a:srgbClr val="FA5E9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069" name="Google Shape;3069;p27"/>
            <p:cNvSpPr/>
            <p:nvPr/>
          </p:nvSpPr>
          <p:spPr>
            <a:xfrm>
              <a:off x="3620880" y="4256899"/>
              <a:ext cx="30741" cy="21683"/>
            </a:xfrm>
            <a:custGeom>
              <a:rect b="b" l="l" r="r" t="t"/>
              <a:pathLst>
                <a:path extrusionOk="0" h="675" w="957">
                  <a:moveTo>
                    <a:pt x="456" y="1"/>
                  </a:moveTo>
                  <a:cubicBezTo>
                    <a:pt x="392" y="1"/>
                    <a:pt x="332" y="14"/>
                    <a:pt x="275" y="36"/>
                  </a:cubicBezTo>
                  <a:cubicBezTo>
                    <a:pt x="87" y="108"/>
                    <a:pt x="0" y="466"/>
                    <a:pt x="2" y="571"/>
                  </a:cubicBezTo>
                  <a:cubicBezTo>
                    <a:pt x="3" y="639"/>
                    <a:pt x="25" y="603"/>
                    <a:pt x="51" y="662"/>
                  </a:cubicBezTo>
                  <a:lnTo>
                    <a:pt x="874" y="674"/>
                  </a:lnTo>
                  <a:cubicBezTo>
                    <a:pt x="896" y="618"/>
                    <a:pt x="921" y="567"/>
                    <a:pt x="921" y="503"/>
                  </a:cubicBezTo>
                  <a:cubicBezTo>
                    <a:pt x="921" y="486"/>
                    <a:pt x="957" y="466"/>
                    <a:pt x="956" y="448"/>
                  </a:cubicBezTo>
                  <a:cubicBezTo>
                    <a:pt x="928" y="196"/>
                    <a:pt x="715" y="1"/>
                    <a:pt x="456" y="1"/>
                  </a:cubicBezTo>
                  <a:close/>
                </a:path>
              </a:pathLst>
            </a:custGeom>
            <a:solidFill>
              <a:schemeClr val="l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070" name="Google Shape;3070;p27"/>
            <p:cNvSpPr/>
            <p:nvPr/>
          </p:nvSpPr>
          <p:spPr>
            <a:xfrm>
              <a:off x="3619339" y="4257927"/>
              <a:ext cx="32347" cy="21715"/>
            </a:xfrm>
            <a:custGeom>
              <a:rect b="b" l="l" r="r" t="t"/>
              <a:pathLst>
                <a:path extrusionOk="0" h="676" w="1007">
                  <a:moveTo>
                    <a:pt x="323" y="1"/>
                  </a:moveTo>
                  <a:cubicBezTo>
                    <a:pt x="151" y="67"/>
                    <a:pt x="26" y="225"/>
                    <a:pt x="5" y="415"/>
                  </a:cubicBezTo>
                  <a:cubicBezTo>
                    <a:pt x="2" y="436"/>
                    <a:pt x="2" y="422"/>
                    <a:pt x="0" y="471"/>
                  </a:cubicBezTo>
                  <a:cubicBezTo>
                    <a:pt x="0" y="541"/>
                    <a:pt x="16" y="616"/>
                    <a:pt x="42" y="675"/>
                  </a:cubicBezTo>
                  <a:lnTo>
                    <a:pt x="966" y="675"/>
                  </a:lnTo>
                  <a:cubicBezTo>
                    <a:pt x="986" y="620"/>
                    <a:pt x="1006" y="533"/>
                    <a:pt x="1006" y="471"/>
                  </a:cubicBezTo>
                  <a:cubicBezTo>
                    <a:pt x="1006" y="454"/>
                    <a:pt x="1005" y="434"/>
                    <a:pt x="1004" y="416"/>
                  </a:cubicBezTo>
                  <a:lnTo>
                    <a:pt x="882" y="416"/>
                  </a:lnTo>
                  <a:cubicBezTo>
                    <a:pt x="627" y="416"/>
                    <a:pt x="397" y="251"/>
                    <a:pt x="325" y="7"/>
                  </a:cubicBezTo>
                  <a:cubicBezTo>
                    <a:pt x="325" y="5"/>
                    <a:pt x="323" y="4"/>
                    <a:pt x="323"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071" name="Google Shape;3071;p27"/>
            <p:cNvSpPr/>
            <p:nvPr/>
          </p:nvSpPr>
          <p:spPr>
            <a:xfrm>
              <a:off x="3591166" y="4223683"/>
              <a:ext cx="38194" cy="54737"/>
            </a:xfrm>
            <a:custGeom>
              <a:rect b="b" l="l" r="r" t="t"/>
              <a:pathLst>
                <a:path extrusionOk="0" h="1704" w="1189">
                  <a:moveTo>
                    <a:pt x="1189" y="1699"/>
                  </a:moveTo>
                  <a:lnTo>
                    <a:pt x="1188" y="1699"/>
                  </a:lnTo>
                  <a:lnTo>
                    <a:pt x="1188" y="1699"/>
                  </a:lnTo>
                  <a:cubicBezTo>
                    <a:pt x="1188" y="1699"/>
                    <a:pt x="1188" y="1699"/>
                    <a:pt x="1188" y="1699"/>
                  </a:cubicBezTo>
                  <a:cubicBezTo>
                    <a:pt x="1189" y="1699"/>
                    <a:pt x="1189" y="1699"/>
                    <a:pt x="1189" y="1699"/>
                  </a:cubicBezTo>
                  <a:close/>
                  <a:moveTo>
                    <a:pt x="592" y="1"/>
                  </a:moveTo>
                  <a:cubicBezTo>
                    <a:pt x="389" y="1"/>
                    <a:pt x="281" y="172"/>
                    <a:pt x="281" y="379"/>
                  </a:cubicBezTo>
                  <a:cubicBezTo>
                    <a:pt x="281" y="434"/>
                    <a:pt x="294" y="486"/>
                    <a:pt x="316" y="534"/>
                  </a:cubicBezTo>
                  <a:cubicBezTo>
                    <a:pt x="349" y="609"/>
                    <a:pt x="366" y="680"/>
                    <a:pt x="369" y="761"/>
                  </a:cubicBezTo>
                  <a:cubicBezTo>
                    <a:pt x="382" y="1067"/>
                    <a:pt x="259" y="1392"/>
                    <a:pt x="51" y="1628"/>
                  </a:cubicBezTo>
                  <a:lnTo>
                    <a:pt x="0" y="1704"/>
                  </a:lnTo>
                  <a:lnTo>
                    <a:pt x="1188" y="1699"/>
                  </a:lnTo>
                  <a:lnTo>
                    <a:pt x="1188" y="1699"/>
                  </a:lnTo>
                  <a:cubicBezTo>
                    <a:pt x="1185" y="1697"/>
                    <a:pt x="1119" y="1522"/>
                    <a:pt x="1090" y="1482"/>
                  </a:cubicBezTo>
                  <a:cubicBezTo>
                    <a:pt x="938" y="1261"/>
                    <a:pt x="867" y="997"/>
                    <a:pt x="883" y="731"/>
                  </a:cubicBezTo>
                  <a:cubicBezTo>
                    <a:pt x="889" y="653"/>
                    <a:pt x="911" y="579"/>
                    <a:pt x="941" y="506"/>
                  </a:cubicBezTo>
                  <a:cubicBezTo>
                    <a:pt x="961" y="457"/>
                    <a:pt x="971" y="405"/>
                    <a:pt x="970" y="349"/>
                  </a:cubicBezTo>
                  <a:cubicBezTo>
                    <a:pt x="964" y="194"/>
                    <a:pt x="860" y="59"/>
                    <a:pt x="718" y="9"/>
                  </a:cubicBezTo>
                  <a:cubicBezTo>
                    <a:pt x="699" y="2"/>
                    <a:pt x="675" y="2"/>
                    <a:pt x="652" y="2"/>
                  </a:cubicBezTo>
                  <a:cubicBezTo>
                    <a:pt x="644" y="2"/>
                    <a:pt x="637" y="2"/>
                    <a:pt x="629" y="2"/>
                  </a:cubicBezTo>
                  <a:cubicBezTo>
                    <a:pt x="623" y="2"/>
                    <a:pt x="616" y="2"/>
                    <a:pt x="609" y="1"/>
                  </a:cubicBezTo>
                  <a:cubicBezTo>
                    <a:pt x="604" y="1"/>
                    <a:pt x="598" y="1"/>
                    <a:pt x="592" y="1"/>
                  </a:cubicBezTo>
                  <a:close/>
                </a:path>
              </a:pathLst>
            </a:custGeom>
            <a:solidFill>
              <a:schemeClr val="l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072" name="Google Shape;3072;p27"/>
            <p:cNvSpPr/>
            <p:nvPr/>
          </p:nvSpPr>
          <p:spPr>
            <a:xfrm>
              <a:off x="3587439" y="4223330"/>
              <a:ext cx="45775" cy="56407"/>
            </a:xfrm>
            <a:custGeom>
              <a:rect b="b" l="l" r="r" t="t"/>
              <a:pathLst>
                <a:path extrusionOk="0" h="1756" w="1425">
                  <a:moveTo>
                    <a:pt x="713" y="0"/>
                  </a:moveTo>
                  <a:cubicBezTo>
                    <a:pt x="506" y="0"/>
                    <a:pt x="339" y="166"/>
                    <a:pt x="339" y="374"/>
                  </a:cubicBezTo>
                  <a:cubicBezTo>
                    <a:pt x="339" y="429"/>
                    <a:pt x="352" y="481"/>
                    <a:pt x="374" y="528"/>
                  </a:cubicBezTo>
                  <a:cubicBezTo>
                    <a:pt x="407" y="604"/>
                    <a:pt x="424" y="685"/>
                    <a:pt x="427" y="769"/>
                  </a:cubicBezTo>
                  <a:cubicBezTo>
                    <a:pt x="440" y="1055"/>
                    <a:pt x="348" y="1337"/>
                    <a:pt x="167" y="1566"/>
                  </a:cubicBezTo>
                  <a:cubicBezTo>
                    <a:pt x="165" y="1567"/>
                    <a:pt x="164" y="1570"/>
                    <a:pt x="161" y="1571"/>
                  </a:cubicBezTo>
                  <a:cubicBezTo>
                    <a:pt x="151" y="1587"/>
                    <a:pt x="138" y="1599"/>
                    <a:pt x="128" y="1613"/>
                  </a:cubicBezTo>
                  <a:lnTo>
                    <a:pt x="0" y="1755"/>
                  </a:lnTo>
                  <a:lnTo>
                    <a:pt x="1425" y="1755"/>
                  </a:lnTo>
                  <a:lnTo>
                    <a:pt x="1300" y="1612"/>
                  </a:lnTo>
                  <a:cubicBezTo>
                    <a:pt x="1265" y="1574"/>
                    <a:pt x="1235" y="1534"/>
                    <a:pt x="1206" y="1493"/>
                  </a:cubicBezTo>
                  <a:lnTo>
                    <a:pt x="563" y="1493"/>
                  </a:lnTo>
                  <a:cubicBezTo>
                    <a:pt x="520" y="1493"/>
                    <a:pt x="492" y="1445"/>
                    <a:pt x="514" y="1409"/>
                  </a:cubicBezTo>
                  <a:cubicBezTo>
                    <a:pt x="624" y="1214"/>
                    <a:pt x="679" y="992"/>
                    <a:pt x="670" y="769"/>
                  </a:cubicBezTo>
                  <a:cubicBezTo>
                    <a:pt x="666" y="685"/>
                    <a:pt x="650" y="604"/>
                    <a:pt x="615" y="528"/>
                  </a:cubicBezTo>
                  <a:cubicBezTo>
                    <a:pt x="594" y="481"/>
                    <a:pt x="581" y="429"/>
                    <a:pt x="581" y="374"/>
                  </a:cubicBezTo>
                  <a:cubicBezTo>
                    <a:pt x="581" y="212"/>
                    <a:pt x="686" y="72"/>
                    <a:pt x="833" y="21"/>
                  </a:cubicBezTo>
                  <a:cubicBezTo>
                    <a:pt x="801" y="11"/>
                    <a:pt x="767" y="4"/>
                    <a:pt x="731" y="1"/>
                  </a:cubicBezTo>
                  <a:cubicBezTo>
                    <a:pt x="725" y="0"/>
                    <a:pt x="719" y="0"/>
                    <a:pt x="713"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073" name="Google Shape;3073;p27"/>
            <p:cNvSpPr/>
            <p:nvPr/>
          </p:nvSpPr>
          <p:spPr>
            <a:xfrm>
              <a:off x="3593768" y="4126829"/>
              <a:ext cx="56439" cy="47766"/>
            </a:xfrm>
            <a:custGeom>
              <a:rect b="b" l="l" r="r" t="t"/>
              <a:pathLst>
                <a:path extrusionOk="0" h="1487" w="1757">
                  <a:moveTo>
                    <a:pt x="520" y="1"/>
                  </a:moveTo>
                  <a:lnTo>
                    <a:pt x="445" y="40"/>
                  </a:lnTo>
                  <a:cubicBezTo>
                    <a:pt x="355" y="40"/>
                    <a:pt x="278" y="104"/>
                    <a:pt x="261" y="190"/>
                  </a:cubicBezTo>
                  <a:lnTo>
                    <a:pt x="0" y="1447"/>
                  </a:lnTo>
                  <a:lnTo>
                    <a:pt x="229" y="1486"/>
                  </a:lnTo>
                  <a:lnTo>
                    <a:pt x="1756" y="1486"/>
                  </a:lnTo>
                  <a:lnTo>
                    <a:pt x="1496" y="151"/>
                  </a:lnTo>
                  <a:cubicBezTo>
                    <a:pt x="1480" y="65"/>
                    <a:pt x="1401" y="1"/>
                    <a:pt x="1313" y="1"/>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074" name="Google Shape;3074;p27"/>
            <p:cNvSpPr/>
            <p:nvPr/>
          </p:nvSpPr>
          <p:spPr>
            <a:xfrm>
              <a:off x="3592547" y="4126926"/>
              <a:ext cx="17924" cy="47670"/>
            </a:xfrm>
            <a:custGeom>
              <a:rect b="b" l="l" r="r" t="t"/>
              <a:pathLst>
                <a:path extrusionOk="0" h="1484" w="558">
                  <a:moveTo>
                    <a:pt x="443" y="1"/>
                  </a:moveTo>
                  <a:cubicBezTo>
                    <a:pt x="355" y="1"/>
                    <a:pt x="277" y="64"/>
                    <a:pt x="261" y="151"/>
                  </a:cubicBezTo>
                  <a:lnTo>
                    <a:pt x="0" y="1483"/>
                  </a:lnTo>
                  <a:lnTo>
                    <a:pt x="267" y="1483"/>
                  </a:lnTo>
                  <a:lnTo>
                    <a:pt x="558" y="1"/>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3075" name="Google Shape;3075;p27"/>
          <p:cNvGrpSpPr/>
          <p:nvPr/>
        </p:nvGrpSpPr>
        <p:grpSpPr>
          <a:xfrm>
            <a:off x="2876854" y="4126926"/>
            <a:ext cx="219238" cy="297659"/>
            <a:chOff x="2876854" y="4126926"/>
            <a:chExt cx="219238" cy="297659"/>
          </a:xfrm>
        </p:grpSpPr>
        <p:sp>
          <p:nvSpPr>
            <p:cNvPr id="3076" name="Google Shape;3076;p27"/>
            <p:cNvSpPr/>
            <p:nvPr/>
          </p:nvSpPr>
          <p:spPr>
            <a:xfrm>
              <a:off x="2946981" y="4376465"/>
              <a:ext cx="97685" cy="31062"/>
            </a:xfrm>
            <a:custGeom>
              <a:rect b="b" l="l" r="r" t="t"/>
              <a:pathLst>
                <a:path extrusionOk="0" h="967" w="3041">
                  <a:moveTo>
                    <a:pt x="228" y="1"/>
                  </a:moveTo>
                  <a:lnTo>
                    <a:pt x="0" y="743"/>
                  </a:lnTo>
                  <a:lnTo>
                    <a:pt x="1520" y="966"/>
                  </a:lnTo>
                  <a:lnTo>
                    <a:pt x="3040" y="743"/>
                  </a:lnTo>
                  <a:lnTo>
                    <a:pt x="2732" y="1"/>
                  </a:lnTo>
                  <a:close/>
                </a:path>
              </a:pathLst>
            </a:cu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077" name="Google Shape;3077;p27"/>
            <p:cNvSpPr/>
            <p:nvPr/>
          </p:nvSpPr>
          <p:spPr>
            <a:xfrm>
              <a:off x="2946821" y="4376465"/>
              <a:ext cx="97685" cy="25120"/>
            </a:xfrm>
            <a:custGeom>
              <a:rect b="b" l="l" r="r" t="t"/>
              <a:pathLst>
                <a:path extrusionOk="0" h="782" w="3041">
                  <a:moveTo>
                    <a:pt x="230" y="1"/>
                  </a:moveTo>
                  <a:lnTo>
                    <a:pt x="1" y="743"/>
                  </a:lnTo>
                  <a:lnTo>
                    <a:pt x="253" y="781"/>
                  </a:lnTo>
                  <a:lnTo>
                    <a:pt x="441" y="536"/>
                  </a:lnTo>
                  <a:cubicBezTo>
                    <a:pt x="477" y="492"/>
                    <a:pt x="531" y="464"/>
                    <a:pt x="589" y="464"/>
                  </a:cubicBezTo>
                  <a:lnTo>
                    <a:pt x="2456" y="464"/>
                  </a:lnTo>
                  <a:cubicBezTo>
                    <a:pt x="2514" y="464"/>
                    <a:pt x="2569" y="492"/>
                    <a:pt x="2605" y="536"/>
                  </a:cubicBezTo>
                  <a:lnTo>
                    <a:pt x="2789" y="781"/>
                  </a:lnTo>
                  <a:lnTo>
                    <a:pt x="3041" y="743"/>
                  </a:lnTo>
                  <a:lnTo>
                    <a:pt x="2734" y="1"/>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078" name="Google Shape;3078;p27"/>
            <p:cNvSpPr/>
            <p:nvPr/>
          </p:nvSpPr>
          <p:spPr>
            <a:xfrm>
              <a:off x="2930341" y="4363647"/>
              <a:ext cx="132505" cy="36716"/>
            </a:xfrm>
            <a:custGeom>
              <a:rect b="b" l="l" r="r" t="t"/>
              <a:pathLst>
                <a:path extrusionOk="0" h="1143" w="4125">
                  <a:moveTo>
                    <a:pt x="3794" y="0"/>
                  </a:moveTo>
                  <a:lnTo>
                    <a:pt x="167" y="22"/>
                  </a:lnTo>
                  <a:lnTo>
                    <a:pt x="4" y="48"/>
                  </a:lnTo>
                  <a:lnTo>
                    <a:pt x="0" y="935"/>
                  </a:lnTo>
                  <a:cubicBezTo>
                    <a:pt x="0" y="1038"/>
                    <a:pt x="28" y="1103"/>
                    <a:pt x="130" y="1103"/>
                  </a:cubicBezTo>
                  <a:lnTo>
                    <a:pt x="224" y="1142"/>
                  </a:lnTo>
                  <a:lnTo>
                    <a:pt x="514" y="1142"/>
                  </a:lnTo>
                  <a:lnTo>
                    <a:pt x="860" y="694"/>
                  </a:lnTo>
                  <a:cubicBezTo>
                    <a:pt x="896" y="647"/>
                    <a:pt x="950" y="621"/>
                    <a:pt x="1008" y="621"/>
                  </a:cubicBezTo>
                  <a:lnTo>
                    <a:pt x="3062" y="621"/>
                  </a:lnTo>
                  <a:cubicBezTo>
                    <a:pt x="3120" y="621"/>
                    <a:pt x="3176" y="647"/>
                    <a:pt x="3209" y="694"/>
                  </a:cubicBezTo>
                  <a:lnTo>
                    <a:pt x="3555" y="1142"/>
                  </a:lnTo>
                  <a:lnTo>
                    <a:pt x="3938" y="1142"/>
                  </a:lnTo>
                  <a:cubicBezTo>
                    <a:pt x="4040" y="1142"/>
                    <a:pt x="4124" y="1058"/>
                    <a:pt x="4119" y="956"/>
                  </a:cubicBezTo>
                  <a:lnTo>
                    <a:pt x="4119" y="340"/>
                  </a:lnTo>
                  <a:lnTo>
                    <a:pt x="4062" y="60"/>
                  </a:lnTo>
                  <a:lnTo>
                    <a:pt x="3794" y="0"/>
                  </a:ln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079" name="Google Shape;3079;p27"/>
            <p:cNvSpPr/>
            <p:nvPr/>
          </p:nvSpPr>
          <p:spPr>
            <a:xfrm>
              <a:off x="2928638" y="4363647"/>
              <a:ext cx="134208" cy="36716"/>
            </a:xfrm>
            <a:custGeom>
              <a:rect b="b" l="l" r="r" t="t"/>
              <a:pathLst>
                <a:path extrusionOk="0" h="1143" w="4178">
                  <a:moveTo>
                    <a:pt x="3853" y="0"/>
                  </a:moveTo>
                  <a:lnTo>
                    <a:pt x="225" y="22"/>
                  </a:lnTo>
                  <a:lnTo>
                    <a:pt x="1" y="60"/>
                  </a:lnTo>
                  <a:lnTo>
                    <a:pt x="1" y="956"/>
                  </a:lnTo>
                  <a:cubicBezTo>
                    <a:pt x="1" y="1058"/>
                    <a:pt x="83" y="1142"/>
                    <a:pt x="188" y="1142"/>
                  </a:cubicBezTo>
                  <a:lnTo>
                    <a:pt x="282" y="1142"/>
                  </a:lnTo>
                  <a:lnTo>
                    <a:pt x="282" y="435"/>
                  </a:lnTo>
                  <a:cubicBezTo>
                    <a:pt x="282" y="382"/>
                    <a:pt x="322" y="340"/>
                    <a:pt x="373" y="340"/>
                  </a:cubicBezTo>
                  <a:lnTo>
                    <a:pt x="4177" y="340"/>
                  </a:lnTo>
                  <a:lnTo>
                    <a:pt x="4177" y="60"/>
                  </a:lnTo>
                  <a:lnTo>
                    <a:pt x="3853" y="0"/>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080" name="Google Shape;3080;p27"/>
            <p:cNvSpPr/>
            <p:nvPr/>
          </p:nvSpPr>
          <p:spPr>
            <a:xfrm>
              <a:off x="2946981" y="4400333"/>
              <a:ext cx="41053" cy="24252"/>
            </a:xfrm>
            <a:custGeom>
              <a:rect b="b" l="l" r="r" t="t"/>
              <a:pathLst>
                <a:path extrusionOk="0" h="755" w="1278">
                  <a:moveTo>
                    <a:pt x="0" y="0"/>
                  </a:moveTo>
                  <a:lnTo>
                    <a:pt x="160" y="616"/>
                  </a:lnTo>
                  <a:cubicBezTo>
                    <a:pt x="181" y="697"/>
                    <a:pt x="255" y="755"/>
                    <a:pt x="340" y="755"/>
                  </a:cubicBezTo>
                  <a:lnTo>
                    <a:pt x="1239" y="755"/>
                  </a:lnTo>
                  <a:lnTo>
                    <a:pt x="1277" y="378"/>
                  </a:lnTo>
                  <a:lnTo>
                    <a:pt x="1239" y="0"/>
                  </a:ln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081" name="Google Shape;3081;p27"/>
            <p:cNvSpPr/>
            <p:nvPr/>
          </p:nvSpPr>
          <p:spPr>
            <a:xfrm>
              <a:off x="3003520" y="4400333"/>
              <a:ext cx="41053" cy="24252"/>
            </a:xfrm>
            <a:custGeom>
              <a:rect b="b" l="l" r="r" t="t"/>
              <a:pathLst>
                <a:path extrusionOk="0" h="755" w="1278">
                  <a:moveTo>
                    <a:pt x="38" y="0"/>
                  </a:moveTo>
                  <a:lnTo>
                    <a:pt x="1" y="378"/>
                  </a:lnTo>
                  <a:lnTo>
                    <a:pt x="38" y="755"/>
                  </a:lnTo>
                  <a:lnTo>
                    <a:pt x="937" y="755"/>
                  </a:lnTo>
                  <a:cubicBezTo>
                    <a:pt x="1023" y="755"/>
                    <a:pt x="1096" y="697"/>
                    <a:pt x="1118" y="616"/>
                  </a:cubicBezTo>
                  <a:lnTo>
                    <a:pt x="1277" y="0"/>
                  </a:ln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082" name="Google Shape;3082;p27"/>
            <p:cNvSpPr/>
            <p:nvPr/>
          </p:nvSpPr>
          <p:spPr>
            <a:xfrm>
              <a:off x="2986783" y="4400333"/>
              <a:ext cx="17989" cy="24252"/>
            </a:xfrm>
            <a:custGeom>
              <a:rect b="b" l="l" r="r" t="t"/>
              <a:pathLst>
                <a:path extrusionOk="0" h="755" w="560">
                  <a:moveTo>
                    <a:pt x="0" y="0"/>
                  </a:moveTo>
                  <a:lnTo>
                    <a:pt x="0" y="755"/>
                  </a:lnTo>
                  <a:lnTo>
                    <a:pt x="559" y="755"/>
                  </a:lnTo>
                  <a:lnTo>
                    <a:pt x="559" y="0"/>
                  </a:lnTo>
                  <a:close/>
                </a:path>
              </a:pathLst>
            </a:cu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083" name="Google Shape;3083;p27"/>
            <p:cNvSpPr/>
            <p:nvPr/>
          </p:nvSpPr>
          <p:spPr>
            <a:xfrm>
              <a:off x="2946981" y="4144016"/>
              <a:ext cx="97685" cy="31095"/>
            </a:xfrm>
            <a:custGeom>
              <a:rect b="b" l="l" r="r" t="t"/>
              <a:pathLst>
                <a:path extrusionOk="0" h="968" w="3041">
                  <a:moveTo>
                    <a:pt x="1520" y="0"/>
                  </a:moveTo>
                  <a:lnTo>
                    <a:pt x="0" y="224"/>
                  </a:lnTo>
                  <a:lnTo>
                    <a:pt x="228" y="967"/>
                  </a:lnTo>
                  <a:lnTo>
                    <a:pt x="2732" y="967"/>
                  </a:lnTo>
                  <a:lnTo>
                    <a:pt x="3040" y="224"/>
                  </a:lnTo>
                  <a:lnTo>
                    <a:pt x="1520" y="0"/>
                  </a:lnTo>
                  <a:close/>
                </a:path>
              </a:pathLst>
            </a:cu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084" name="Google Shape;3084;p27"/>
            <p:cNvSpPr/>
            <p:nvPr/>
          </p:nvSpPr>
          <p:spPr>
            <a:xfrm>
              <a:off x="2946821" y="4149991"/>
              <a:ext cx="97685" cy="25120"/>
            </a:xfrm>
            <a:custGeom>
              <a:rect b="b" l="l" r="r" t="t"/>
              <a:pathLst>
                <a:path extrusionOk="0" h="782" w="3041">
                  <a:moveTo>
                    <a:pt x="253" y="1"/>
                  </a:moveTo>
                  <a:lnTo>
                    <a:pt x="1" y="38"/>
                  </a:lnTo>
                  <a:lnTo>
                    <a:pt x="230" y="781"/>
                  </a:lnTo>
                  <a:lnTo>
                    <a:pt x="2734" y="781"/>
                  </a:lnTo>
                  <a:lnTo>
                    <a:pt x="3041" y="38"/>
                  </a:lnTo>
                  <a:lnTo>
                    <a:pt x="2789" y="1"/>
                  </a:lnTo>
                  <a:lnTo>
                    <a:pt x="2605" y="245"/>
                  </a:lnTo>
                  <a:cubicBezTo>
                    <a:pt x="2569" y="290"/>
                    <a:pt x="2514" y="318"/>
                    <a:pt x="2456" y="318"/>
                  </a:cubicBezTo>
                  <a:lnTo>
                    <a:pt x="589" y="318"/>
                  </a:lnTo>
                  <a:cubicBezTo>
                    <a:pt x="531" y="318"/>
                    <a:pt x="477" y="290"/>
                    <a:pt x="441" y="245"/>
                  </a:cubicBezTo>
                  <a:lnTo>
                    <a:pt x="253" y="1"/>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085" name="Google Shape;3085;p27"/>
            <p:cNvSpPr/>
            <p:nvPr/>
          </p:nvSpPr>
          <p:spPr>
            <a:xfrm>
              <a:off x="2930341" y="4151211"/>
              <a:ext cx="132505" cy="36716"/>
            </a:xfrm>
            <a:custGeom>
              <a:rect b="b" l="l" r="r" t="t"/>
              <a:pathLst>
                <a:path extrusionOk="0" h="1143" w="4125">
                  <a:moveTo>
                    <a:pt x="224" y="0"/>
                  </a:moveTo>
                  <a:lnTo>
                    <a:pt x="130" y="39"/>
                  </a:lnTo>
                  <a:cubicBezTo>
                    <a:pt x="28" y="39"/>
                    <a:pt x="0" y="105"/>
                    <a:pt x="0" y="207"/>
                  </a:cubicBezTo>
                  <a:lnTo>
                    <a:pt x="4" y="1093"/>
                  </a:lnTo>
                  <a:lnTo>
                    <a:pt x="167" y="1121"/>
                  </a:lnTo>
                  <a:lnTo>
                    <a:pt x="3794" y="1143"/>
                  </a:lnTo>
                  <a:lnTo>
                    <a:pt x="4062" y="1083"/>
                  </a:lnTo>
                  <a:lnTo>
                    <a:pt x="4119" y="802"/>
                  </a:lnTo>
                  <a:lnTo>
                    <a:pt x="4119" y="187"/>
                  </a:lnTo>
                  <a:cubicBezTo>
                    <a:pt x="4124" y="84"/>
                    <a:pt x="4040" y="0"/>
                    <a:pt x="3938" y="0"/>
                  </a:cubicBezTo>
                  <a:lnTo>
                    <a:pt x="3555" y="0"/>
                  </a:lnTo>
                  <a:lnTo>
                    <a:pt x="3209" y="449"/>
                  </a:lnTo>
                  <a:cubicBezTo>
                    <a:pt x="3176" y="495"/>
                    <a:pt x="3120" y="522"/>
                    <a:pt x="3062" y="522"/>
                  </a:cubicBezTo>
                  <a:lnTo>
                    <a:pt x="1008" y="522"/>
                  </a:lnTo>
                  <a:cubicBezTo>
                    <a:pt x="950" y="522"/>
                    <a:pt x="896" y="495"/>
                    <a:pt x="860" y="449"/>
                  </a:cubicBezTo>
                  <a:lnTo>
                    <a:pt x="514" y="0"/>
                  </a:ln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086" name="Google Shape;3086;p27"/>
            <p:cNvSpPr/>
            <p:nvPr/>
          </p:nvSpPr>
          <p:spPr>
            <a:xfrm>
              <a:off x="2928638" y="4151211"/>
              <a:ext cx="134208" cy="36684"/>
            </a:xfrm>
            <a:custGeom>
              <a:rect b="b" l="l" r="r" t="t"/>
              <a:pathLst>
                <a:path extrusionOk="0" h="1142" w="4178">
                  <a:moveTo>
                    <a:pt x="188" y="0"/>
                  </a:moveTo>
                  <a:cubicBezTo>
                    <a:pt x="83" y="0"/>
                    <a:pt x="1" y="84"/>
                    <a:pt x="1" y="187"/>
                  </a:cubicBezTo>
                  <a:lnTo>
                    <a:pt x="1" y="1082"/>
                  </a:lnTo>
                  <a:lnTo>
                    <a:pt x="225" y="1119"/>
                  </a:lnTo>
                  <a:lnTo>
                    <a:pt x="3853" y="1141"/>
                  </a:lnTo>
                  <a:lnTo>
                    <a:pt x="4177" y="1082"/>
                  </a:lnTo>
                  <a:lnTo>
                    <a:pt x="4177" y="801"/>
                  </a:lnTo>
                  <a:lnTo>
                    <a:pt x="373" y="801"/>
                  </a:lnTo>
                  <a:cubicBezTo>
                    <a:pt x="372" y="801"/>
                    <a:pt x="371" y="801"/>
                    <a:pt x="370" y="801"/>
                  </a:cubicBezTo>
                  <a:cubicBezTo>
                    <a:pt x="321" y="801"/>
                    <a:pt x="282" y="760"/>
                    <a:pt x="282" y="708"/>
                  </a:cubicBezTo>
                  <a:lnTo>
                    <a:pt x="282" y="0"/>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087" name="Google Shape;3087;p27"/>
            <p:cNvSpPr/>
            <p:nvPr/>
          </p:nvSpPr>
          <p:spPr>
            <a:xfrm>
              <a:off x="2946981" y="4126926"/>
              <a:ext cx="41053" cy="24252"/>
            </a:xfrm>
            <a:custGeom>
              <a:rect b="b" l="l" r="r" t="t"/>
              <a:pathLst>
                <a:path extrusionOk="0" h="755" w="1278">
                  <a:moveTo>
                    <a:pt x="340" y="1"/>
                  </a:moveTo>
                  <a:cubicBezTo>
                    <a:pt x="255" y="1"/>
                    <a:pt x="181" y="59"/>
                    <a:pt x="160" y="140"/>
                  </a:cubicBezTo>
                  <a:lnTo>
                    <a:pt x="0" y="755"/>
                  </a:lnTo>
                  <a:lnTo>
                    <a:pt x="1239" y="755"/>
                  </a:lnTo>
                  <a:lnTo>
                    <a:pt x="1277" y="377"/>
                  </a:lnTo>
                  <a:lnTo>
                    <a:pt x="1239" y="1"/>
                  </a:ln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088" name="Google Shape;3088;p27"/>
            <p:cNvSpPr/>
            <p:nvPr/>
          </p:nvSpPr>
          <p:spPr>
            <a:xfrm>
              <a:off x="3003520" y="4126926"/>
              <a:ext cx="41053" cy="24252"/>
            </a:xfrm>
            <a:custGeom>
              <a:rect b="b" l="l" r="r" t="t"/>
              <a:pathLst>
                <a:path extrusionOk="0" h="755" w="1278">
                  <a:moveTo>
                    <a:pt x="38" y="1"/>
                  </a:moveTo>
                  <a:lnTo>
                    <a:pt x="1" y="377"/>
                  </a:lnTo>
                  <a:lnTo>
                    <a:pt x="38" y="755"/>
                  </a:lnTo>
                  <a:lnTo>
                    <a:pt x="1277" y="755"/>
                  </a:lnTo>
                  <a:lnTo>
                    <a:pt x="1118" y="140"/>
                  </a:lnTo>
                  <a:cubicBezTo>
                    <a:pt x="1096" y="59"/>
                    <a:pt x="1023" y="1"/>
                    <a:pt x="937" y="1"/>
                  </a:cubicBez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089" name="Google Shape;3089;p27"/>
            <p:cNvSpPr/>
            <p:nvPr/>
          </p:nvSpPr>
          <p:spPr>
            <a:xfrm>
              <a:off x="2986783" y="4126926"/>
              <a:ext cx="17989" cy="24252"/>
            </a:xfrm>
            <a:custGeom>
              <a:rect b="b" l="l" r="r" t="t"/>
              <a:pathLst>
                <a:path extrusionOk="0" h="755" w="560">
                  <a:moveTo>
                    <a:pt x="0" y="1"/>
                  </a:moveTo>
                  <a:lnTo>
                    <a:pt x="0" y="755"/>
                  </a:lnTo>
                  <a:lnTo>
                    <a:pt x="559" y="755"/>
                  </a:lnTo>
                  <a:lnTo>
                    <a:pt x="559" y="1"/>
                  </a:lnTo>
                  <a:close/>
                </a:path>
              </a:pathLst>
            </a:cu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090" name="Google Shape;3090;p27"/>
            <p:cNvSpPr/>
            <p:nvPr/>
          </p:nvSpPr>
          <p:spPr>
            <a:xfrm>
              <a:off x="2878043" y="4240901"/>
              <a:ext cx="19241" cy="20494"/>
            </a:xfrm>
            <a:custGeom>
              <a:rect b="b" l="l" r="r" t="t"/>
              <a:pathLst>
                <a:path extrusionOk="0" h="638" w="599">
                  <a:moveTo>
                    <a:pt x="208" y="1"/>
                  </a:moveTo>
                  <a:lnTo>
                    <a:pt x="95" y="39"/>
                  </a:lnTo>
                  <a:cubicBezTo>
                    <a:pt x="43" y="39"/>
                    <a:pt x="1" y="82"/>
                    <a:pt x="1" y="133"/>
                  </a:cubicBezTo>
                  <a:lnTo>
                    <a:pt x="1" y="544"/>
                  </a:lnTo>
                  <a:cubicBezTo>
                    <a:pt x="1" y="596"/>
                    <a:pt x="44" y="638"/>
                    <a:pt x="95" y="638"/>
                  </a:cubicBezTo>
                  <a:lnTo>
                    <a:pt x="599" y="638"/>
                  </a:lnTo>
                  <a:lnTo>
                    <a:pt x="599" y="1"/>
                  </a:ln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091" name="Google Shape;3091;p27"/>
            <p:cNvSpPr/>
            <p:nvPr/>
          </p:nvSpPr>
          <p:spPr>
            <a:xfrm>
              <a:off x="2876854" y="4240966"/>
              <a:ext cx="20430" cy="21651"/>
            </a:xfrm>
            <a:custGeom>
              <a:rect b="b" l="l" r="r" t="t"/>
              <a:pathLst>
                <a:path extrusionOk="0" h="674" w="636">
                  <a:moveTo>
                    <a:pt x="94" y="0"/>
                  </a:moveTo>
                  <a:cubicBezTo>
                    <a:pt x="42" y="0"/>
                    <a:pt x="0" y="44"/>
                    <a:pt x="0" y="94"/>
                  </a:cubicBezTo>
                  <a:lnTo>
                    <a:pt x="0" y="579"/>
                  </a:lnTo>
                  <a:cubicBezTo>
                    <a:pt x="0" y="633"/>
                    <a:pt x="44" y="673"/>
                    <a:pt x="94" y="673"/>
                  </a:cubicBezTo>
                  <a:lnTo>
                    <a:pt x="636" y="673"/>
                  </a:lnTo>
                  <a:lnTo>
                    <a:pt x="636" y="432"/>
                  </a:lnTo>
                  <a:lnTo>
                    <a:pt x="636" y="430"/>
                  </a:lnTo>
                  <a:lnTo>
                    <a:pt x="281" y="430"/>
                  </a:lnTo>
                  <a:cubicBezTo>
                    <a:pt x="259" y="430"/>
                    <a:pt x="243" y="411"/>
                    <a:pt x="243" y="391"/>
                  </a:cubicBezTo>
                  <a:lnTo>
                    <a:pt x="243" y="0"/>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092" name="Google Shape;3092;p27"/>
            <p:cNvSpPr/>
            <p:nvPr/>
          </p:nvSpPr>
          <p:spPr>
            <a:xfrm>
              <a:off x="2878043" y="4288863"/>
              <a:ext cx="19241" cy="20430"/>
            </a:xfrm>
            <a:custGeom>
              <a:rect b="b" l="l" r="r" t="t"/>
              <a:pathLst>
                <a:path extrusionOk="0" h="636" w="599">
                  <a:moveTo>
                    <a:pt x="208" y="0"/>
                  </a:moveTo>
                  <a:lnTo>
                    <a:pt x="95" y="39"/>
                  </a:lnTo>
                  <a:cubicBezTo>
                    <a:pt x="43" y="39"/>
                    <a:pt x="1" y="83"/>
                    <a:pt x="1" y="134"/>
                  </a:cubicBezTo>
                  <a:lnTo>
                    <a:pt x="1" y="524"/>
                  </a:lnTo>
                  <a:cubicBezTo>
                    <a:pt x="1" y="577"/>
                    <a:pt x="44" y="619"/>
                    <a:pt x="95" y="619"/>
                  </a:cubicBezTo>
                  <a:lnTo>
                    <a:pt x="599" y="636"/>
                  </a:lnTo>
                  <a:lnTo>
                    <a:pt x="599" y="0"/>
                  </a:ln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093" name="Google Shape;3093;p27"/>
            <p:cNvSpPr/>
            <p:nvPr/>
          </p:nvSpPr>
          <p:spPr>
            <a:xfrm>
              <a:off x="2876854" y="4288959"/>
              <a:ext cx="20430" cy="21554"/>
            </a:xfrm>
            <a:custGeom>
              <a:rect b="b" l="l" r="r" t="t"/>
              <a:pathLst>
                <a:path extrusionOk="0" h="671" w="636">
                  <a:moveTo>
                    <a:pt x="94" y="0"/>
                  </a:moveTo>
                  <a:cubicBezTo>
                    <a:pt x="42" y="0"/>
                    <a:pt x="0" y="44"/>
                    <a:pt x="0" y="94"/>
                  </a:cubicBezTo>
                  <a:lnTo>
                    <a:pt x="0" y="576"/>
                  </a:lnTo>
                  <a:cubicBezTo>
                    <a:pt x="0" y="630"/>
                    <a:pt x="44" y="671"/>
                    <a:pt x="94" y="671"/>
                  </a:cubicBezTo>
                  <a:lnTo>
                    <a:pt x="636" y="671"/>
                  </a:lnTo>
                  <a:lnTo>
                    <a:pt x="636" y="429"/>
                  </a:lnTo>
                  <a:lnTo>
                    <a:pt x="281" y="429"/>
                  </a:lnTo>
                  <a:cubicBezTo>
                    <a:pt x="259" y="429"/>
                    <a:pt x="243" y="410"/>
                    <a:pt x="243" y="391"/>
                  </a:cubicBezTo>
                  <a:lnTo>
                    <a:pt x="243" y="0"/>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094" name="Google Shape;3094;p27"/>
            <p:cNvSpPr/>
            <p:nvPr/>
          </p:nvSpPr>
          <p:spPr>
            <a:xfrm>
              <a:off x="2897157" y="4186034"/>
              <a:ext cx="198935" cy="179565"/>
            </a:xfrm>
            <a:custGeom>
              <a:rect b="b" l="l" r="r" t="t"/>
              <a:pathLst>
                <a:path extrusionOk="0" h="5590" w="6193">
                  <a:moveTo>
                    <a:pt x="1380" y="1"/>
                  </a:moveTo>
                  <a:lnTo>
                    <a:pt x="981" y="103"/>
                  </a:lnTo>
                  <a:lnTo>
                    <a:pt x="188" y="963"/>
                  </a:lnTo>
                  <a:cubicBezTo>
                    <a:pt x="69" y="1099"/>
                    <a:pt x="1" y="1275"/>
                    <a:pt x="1" y="1456"/>
                  </a:cubicBezTo>
                  <a:lnTo>
                    <a:pt x="1" y="4135"/>
                  </a:lnTo>
                  <a:cubicBezTo>
                    <a:pt x="1" y="4316"/>
                    <a:pt x="69" y="4493"/>
                    <a:pt x="188" y="4627"/>
                  </a:cubicBezTo>
                  <a:lnTo>
                    <a:pt x="981" y="5484"/>
                  </a:lnTo>
                  <a:lnTo>
                    <a:pt x="1375" y="5590"/>
                  </a:lnTo>
                  <a:lnTo>
                    <a:pt x="5157" y="5590"/>
                  </a:lnTo>
                  <a:lnTo>
                    <a:pt x="6006" y="4627"/>
                  </a:lnTo>
                  <a:cubicBezTo>
                    <a:pt x="6126" y="4493"/>
                    <a:pt x="6192" y="4316"/>
                    <a:pt x="6192" y="4135"/>
                  </a:cubicBezTo>
                  <a:lnTo>
                    <a:pt x="6192" y="1456"/>
                  </a:lnTo>
                  <a:cubicBezTo>
                    <a:pt x="6192" y="1275"/>
                    <a:pt x="6126" y="1099"/>
                    <a:pt x="6006" y="963"/>
                  </a:cubicBezTo>
                  <a:lnTo>
                    <a:pt x="5157" y="1"/>
                  </a:ln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095" name="Google Shape;3095;p27"/>
            <p:cNvSpPr/>
            <p:nvPr/>
          </p:nvSpPr>
          <p:spPr>
            <a:xfrm>
              <a:off x="2895390" y="4186034"/>
              <a:ext cx="46128" cy="179565"/>
            </a:xfrm>
            <a:custGeom>
              <a:rect b="b" l="l" r="r" t="t"/>
              <a:pathLst>
                <a:path extrusionOk="0" h="5590" w="1436">
                  <a:moveTo>
                    <a:pt x="1036" y="1"/>
                  </a:moveTo>
                  <a:lnTo>
                    <a:pt x="188" y="963"/>
                  </a:lnTo>
                  <a:cubicBezTo>
                    <a:pt x="67" y="1099"/>
                    <a:pt x="1" y="1275"/>
                    <a:pt x="1" y="1456"/>
                  </a:cubicBezTo>
                  <a:lnTo>
                    <a:pt x="1" y="4135"/>
                  </a:lnTo>
                  <a:cubicBezTo>
                    <a:pt x="1" y="4316"/>
                    <a:pt x="67" y="4493"/>
                    <a:pt x="188" y="4627"/>
                  </a:cubicBezTo>
                  <a:lnTo>
                    <a:pt x="1036" y="5590"/>
                  </a:lnTo>
                  <a:lnTo>
                    <a:pt x="1430" y="5590"/>
                  </a:lnTo>
                  <a:lnTo>
                    <a:pt x="412" y="4430"/>
                  </a:lnTo>
                  <a:cubicBezTo>
                    <a:pt x="340" y="4349"/>
                    <a:pt x="299" y="4244"/>
                    <a:pt x="299" y="4135"/>
                  </a:cubicBezTo>
                  <a:lnTo>
                    <a:pt x="299" y="1456"/>
                  </a:lnTo>
                  <a:cubicBezTo>
                    <a:pt x="299" y="1347"/>
                    <a:pt x="340" y="1243"/>
                    <a:pt x="412" y="1160"/>
                  </a:cubicBezTo>
                  <a:lnTo>
                    <a:pt x="1435" y="1"/>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096" name="Google Shape;3096;p27"/>
            <p:cNvSpPr/>
            <p:nvPr/>
          </p:nvSpPr>
          <p:spPr>
            <a:xfrm>
              <a:off x="2913411" y="4203895"/>
              <a:ext cx="164724" cy="143780"/>
            </a:xfrm>
            <a:custGeom>
              <a:rect b="b" l="l" r="r" t="t"/>
              <a:pathLst>
                <a:path extrusionOk="0" h="4476" w="5128">
                  <a:moveTo>
                    <a:pt x="921" y="1"/>
                  </a:moveTo>
                  <a:cubicBezTo>
                    <a:pt x="817" y="1"/>
                    <a:pt x="715" y="45"/>
                    <a:pt x="644" y="124"/>
                  </a:cubicBezTo>
                  <a:lnTo>
                    <a:pt x="96" y="733"/>
                  </a:lnTo>
                  <a:cubicBezTo>
                    <a:pt x="35" y="803"/>
                    <a:pt x="0" y="891"/>
                    <a:pt x="0" y="984"/>
                  </a:cubicBezTo>
                  <a:lnTo>
                    <a:pt x="0" y="3492"/>
                  </a:lnTo>
                  <a:cubicBezTo>
                    <a:pt x="0" y="3585"/>
                    <a:pt x="35" y="3673"/>
                    <a:pt x="96" y="3743"/>
                  </a:cubicBezTo>
                  <a:lnTo>
                    <a:pt x="644" y="4352"/>
                  </a:lnTo>
                  <a:cubicBezTo>
                    <a:pt x="715" y="4430"/>
                    <a:pt x="817" y="4475"/>
                    <a:pt x="921" y="4475"/>
                  </a:cubicBezTo>
                  <a:lnTo>
                    <a:pt x="4205" y="4475"/>
                  </a:lnTo>
                  <a:cubicBezTo>
                    <a:pt x="4311" y="4475"/>
                    <a:pt x="4413" y="4430"/>
                    <a:pt x="4482" y="4352"/>
                  </a:cubicBezTo>
                  <a:lnTo>
                    <a:pt x="5031" y="3743"/>
                  </a:lnTo>
                  <a:cubicBezTo>
                    <a:pt x="5093" y="3673"/>
                    <a:pt x="5128" y="3585"/>
                    <a:pt x="5128" y="3492"/>
                  </a:cubicBezTo>
                  <a:lnTo>
                    <a:pt x="5128" y="984"/>
                  </a:lnTo>
                  <a:cubicBezTo>
                    <a:pt x="5128" y="891"/>
                    <a:pt x="5093" y="803"/>
                    <a:pt x="5031" y="733"/>
                  </a:cubicBezTo>
                  <a:lnTo>
                    <a:pt x="4482" y="124"/>
                  </a:lnTo>
                  <a:cubicBezTo>
                    <a:pt x="4413" y="45"/>
                    <a:pt x="4311" y="1"/>
                    <a:pt x="4205" y="1"/>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097" name="Google Shape;3097;p27"/>
            <p:cNvSpPr/>
            <p:nvPr/>
          </p:nvSpPr>
          <p:spPr>
            <a:xfrm>
              <a:off x="2943351" y="4325227"/>
              <a:ext cx="104751" cy="8962"/>
            </a:xfrm>
            <a:custGeom>
              <a:rect b="b" l="l" r="r" t="t"/>
              <a:pathLst>
                <a:path extrusionOk="0" h="279" w="3261">
                  <a:moveTo>
                    <a:pt x="139" y="0"/>
                  </a:moveTo>
                  <a:cubicBezTo>
                    <a:pt x="64" y="0"/>
                    <a:pt x="0" y="63"/>
                    <a:pt x="0" y="139"/>
                  </a:cubicBezTo>
                  <a:cubicBezTo>
                    <a:pt x="0" y="215"/>
                    <a:pt x="61" y="278"/>
                    <a:pt x="139" y="278"/>
                  </a:cubicBezTo>
                  <a:lnTo>
                    <a:pt x="3121" y="278"/>
                  </a:lnTo>
                  <a:cubicBezTo>
                    <a:pt x="3200" y="278"/>
                    <a:pt x="3260" y="215"/>
                    <a:pt x="3260" y="139"/>
                  </a:cubicBezTo>
                  <a:cubicBezTo>
                    <a:pt x="3260" y="63"/>
                    <a:pt x="3200" y="0"/>
                    <a:pt x="3121"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098" name="Google Shape;3098;p27"/>
            <p:cNvSpPr/>
            <p:nvPr/>
          </p:nvSpPr>
          <p:spPr>
            <a:xfrm>
              <a:off x="2943351" y="4217419"/>
              <a:ext cx="68678" cy="9026"/>
            </a:xfrm>
            <a:custGeom>
              <a:rect b="b" l="l" r="r" t="t"/>
              <a:pathLst>
                <a:path extrusionOk="0" h="281" w="2138">
                  <a:moveTo>
                    <a:pt x="139" y="1"/>
                  </a:moveTo>
                  <a:cubicBezTo>
                    <a:pt x="64" y="1"/>
                    <a:pt x="0" y="65"/>
                    <a:pt x="0" y="140"/>
                  </a:cubicBezTo>
                  <a:cubicBezTo>
                    <a:pt x="0" y="217"/>
                    <a:pt x="63" y="280"/>
                    <a:pt x="139" y="280"/>
                  </a:cubicBezTo>
                  <a:lnTo>
                    <a:pt x="1998" y="280"/>
                  </a:lnTo>
                  <a:cubicBezTo>
                    <a:pt x="2076" y="280"/>
                    <a:pt x="2137" y="217"/>
                    <a:pt x="2137" y="140"/>
                  </a:cubicBezTo>
                  <a:cubicBezTo>
                    <a:pt x="2137" y="65"/>
                    <a:pt x="2076" y="1"/>
                    <a:pt x="1998"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099" name="Google Shape;3099;p27"/>
            <p:cNvSpPr/>
            <p:nvPr/>
          </p:nvSpPr>
          <p:spPr>
            <a:xfrm>
              <a:off x="3021252" y="4217419"/>
              <a:ext cx="26854" cy="9026"/>
            </a:xfrm>
            <a:custGeom>
              <a:rect b="b" l="l" r="r" t="t"/>
              <a:pathLst>
                <a:path extrusionOk="0" h="281" w="836">
                  <a:moveTo>
                    <a:pt x="139" y="1"/>
                  </a:moveTo>
                  <a:cubicBezTo>
                    <a:pt x="64" y="1"/>
                    <a:pt x="0" y="65"/>
                    <a:pt x="0" y="140"/>
                  </a:cubicBezTo>
                  <a:cubicBezTo>
                    <a:pt x="0" y="217"/>
                    <a:pt x="61" y="280"/>
                    <a:pt x="139" y="280"/>
                  </a:cubicBezTo>
                  <a:lnTo>
                    <a:pt x="696" y="280"/>
                  </a:lnTo>
                  <a:cubicBezTo>
                    <a:pt x="775" y="280"/>
                    <a:pt x="835" y="217"/>
                    <a:pt x="835" y="140"/>
                  </a:cubicBezTo>
                  <a:cubicBezTo>
                    <a:pt x="835" y="65"/>
                    <a:pt x="775" y="1"/>
                    <a:pt x="696"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100" name="Google Shape;3100;p27"/>
            <p:cNvSpPr/>
            <p:nvPr/>
          </p:nvSpPr>
          <p:spPr>
            <a:xfrm>
              <a:off x="2937055" y="4239809"/>
              <a:ext cx="118564" cy="70702"/>
            </a:xfrm>
            <a:custGeom>
              <a:rect b="b" l="l" r="r" t="t"/>
              <a:pathLst>
                <a:path extrusionOk="0" h="2201" w="3691">
                  <a:moveTo>
                    <a:pt x="205" y="0"/>
                  </a:moveTo>
                  <a:lnTo>
                    <a:pt x="149" y="39"/>
                  </a:lnTo>
                  <a:cubicBezTo>
                    <a:pt x="49" y="39"/>
                    <a:pt x="1" y="122"/>
                    <a:pt x="1" y="225"/>
                  </a:cubicBezTo>
                  <a:lnTo>
                    <a:pt x="1" y="2015"/>
                  </a:lnTo>
                  <a:cubicBezTo>
                    <a:pt x="1" y="2118"/>
                    <a:pt x="85" y="2201"/>
                    <a:pt x="188" y="2201"/>
                  </a:cubicBezTo>
                  <a:lnTo>
                    <a:pt x="3468" y="2201"/>
                  </a:lnTo>
                  <a:cubicBezTo>
                    <a:pt x="3571" y="2201"/>
                    <a:pt x="3655" y="2154"/>
                    <a:pt x="3652" y="2051"/>
                  </a:cubicBezTo>
                  <a:lnTo>
                    <a:pt x="3691" y="1995"/>
                  </a:lnTo>
                  <a:lnTo>
                    <a:pt x="3691" y="187"/>
                  </a:lnTo>
                  <a:cubicBezTo>
                    <a:pt x="3691" y="84"/>
                    <a:pt x="3607" y="0"/>
                    <a:pt x="3504"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101" name="Google Shape;3101;p27"/>
            <p:cNvSpPr/>
            <p:nvPr/>
          </p:nvSpPr>
          <p:spPr>
            <a:xfrm>
              <a:off x="2935898" y="4239906"/>
              <a:ext cx="119785" cy="71858"/>
            </a:xfrm>
            <a:custGeom>
              <a:rect b="b" l="l" r="r" t="t"/>
              <a:pathLst>
                <a:path extrusionOk="0" h="2237" w="3729">
                  <a:moveTo>
                    <a:pt x="188" y="0"/>
                  </a:moveTo>
                  <a:cubicBezTo>
                    <a:pt x="85" y="0"/>
                    <a:pt x="1" y="83"/>
                    <a:pt x="1" y="185"/>
                  </a:cubicBezTo>
                  <a:lnTo>
                    <a:pt x="1" y="2050"/>
                  </a:lnTo>
                  <a:cubicBezTo>
                    <a:pt x="1" y="2153"/>
                    <a:pt x="85" y="2237"/>
                    <a:pt x="188" y="2237"/>
                  </a:cubicBezTo>
                  <a:lnTo>
                    <a:pt x="3542" y="2237"/>
                  </a:lnTo>
                  <a:cubicBezTo>
                    <a:pt x="3646" y="2237"/>
                    <a:pt x="3728" y="2153"/>
                    <a:pt x="3728" y="2050"/>
                  </a:cubicBezTo>
                  <a:lnTo>
                    <a:pt x="3728" y="1995"/>
                  </a:lnTo>
                  <a:lnTo>
                    <a:pt x="355" y="1995"/>
                  </a:lnTo>
                  <a:cubicBezTo>
                    <a:pt x="295" y="1995"/>
                    <a:pt x="244" y="1944"/>
                    <a:pt x="244" y="1883"/>
                  </a:cubicBezTo>
                  <a:lnTo>
                    <a:pt x="244" y="0"/>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102" name="Google Shape;3102;p27"/>
            <p:cNvSpPr/>
            <p:nvPr/>
          </p:nvSpPr>
          <p:spPr>
            <a:xfrm>
              <a:off x="2985241" y="4253366"/>
              <a:ext cx="56921" cy="8962"/>
            </a:xfrm>
            <a:custGeom>
              <a:rect b="b" l="l" r="r" t="t"/>
              <a:pathLst>
                <a:path extrusionOk="0" h="279" w="1772">
                  <a:moveTo>
                    <a:pt x="141" y="1"/>
                  </a:moveTo>
                  <a:cubicBezTo>
                    <a:pt x="64" y="1"/>
                    <a:pt x="1" y="63"/>
                    <a:pt x="1" y="140"/>
                  </a:cubicBezTo>
                  <a:cubicBezTo>
                    <a:pt x="1" y="215"/>
                    <a:pt x="63" y="279"/>
                    <a:pt x="141" y="279"/>
                  </a:cubicBezTo>
                  <a:lnTo>
                    <a:pt x="1632" y="279"/>
                  </a:lnTo>
                  <a:cubicBezTo>
                    <a:pt x="1709" y="279"/>
                    <a:pt x="1771" y="215"/>
                    <a:pt x="1771" y="140"/>
                  </a:cubicBezTo>
                  <a:cubicBezTo>
                    <a:pt x="1771" y="63"/>
                    <a:pt x="1709" y="1"/>
                    <a:pt x="1632"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103" name="Google Shape;3103;p27"/>
            <p:cNvSpPr/>
            <p:nvPr/>
          </p:nvSpPr>
          <p:spPr>
            <a:xfrm>
              <a:off x="2953824" y="4275788"/>
              <a:ext cx="83872" cy="17989"/>
            </a:xfrm>
            <a:custGeom>
              <a:rect b="b" l="l" r="r" t="t"/>
              <a:pathLst>
                <a:path extrusionOk="0" h="560" w="2611">
                  <a:moveTo>
                    <a:pt x="74" y="1"/>
                  </a:moveTo>
                  <a:cubicBezTo>
                    <a:pt x="33" y="1"/>
                    <a:pt x="0" y="34"/>
                    <a:pt x="0" y="74"/>
                  </a:cubicBezTo>
                  <a:lnTo>
                    <a:pt x="0" y="486"/>
                  </a:lnTo>
                  <a:cubicBezTo>
                    <a:pt x="0" y="528"/>
                    <a:pt x="33" y="559"/>
                    <a:pt x="74" y="559"/>
                  </a:cubicBezTo>
                  <a:lnTo>
                    <a:pt x="2535" y="559"/>
                  </a:lnTo>
                  <a:cubicBezTo>
                    <a:pt x="2577" y="559"/>
                    <a:pt x="2610" y="526"/>
                    <a:pt x="2610" y="486"/>
                  </a:cubicBezTo>
                  <a:lnTo>
                    <a:pt x="2610" y="74"/>
                  </a:lnTo>
                  <a:cubicBezTo>
                    <a:pt x="2610" y="34"/>
                    <a:pt x="2577" y="1"/>
                    <a:pt x="2535"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3104" name="Google Shape;3104;p27"/>
          <p:cNvGrpSpPr/>
          <p:nvPr/>
        </p:nvGrpSpPr>
        <p:grpSpPr>
          <a:xfrm>
            <a:off x="2246708" y="4126926"/>
            <a:ext cx="209668" cy="297723"/>
            <a:chOff x="2246708" y="4126926"/>
            <a:chExt cx="209668" cy="297723"/>
          </a:xfrm>
        </p:grpSpPr>
        <p:sp>
          <p:nvSpPr>
            <p:cNvPr id="3105" name="Google Shape;3105;p27"/>
            <p:cNvSpPr/>
            <p:nvPr/>
          </p:nvSpPr>
          <p:spPr>
            <a:xfrm>
              <a:off x="2286895" y="4126926"/>
              <a:ext cx="43751" cy="35945"/>
            </a:xfrm>
            <a:custGeom>
              <a:rect b="b" l="l" r="r" t="t"/>
              <a:pathLst>
                <a:path extrusionOk="0" h="1119" w="1362">
                  <a:moveTo>
                    <a:pt x="225" y="1"/>
                  </a:moveTo>
                  <a:lnTo>
                    <a:pt x="187" y="38"/>
                  </a:lnTo>
                  <a:cubicBezTo>
                    <a:pt x="83" y="38"/>
                    <a:pt x="0" y="122"/>
                    <a:pt x="0" y="225"/>
                  </a:cubicBezTo>
                  <a:lnTo>
                    <a:pt x="0" y="1118"/>
                  </a:lnTo>
                  <a:lnTo>
                    <a:pt x="1324" y="1118"/>
                  </a:lnTo>
                  <a:lnTo>
                    <a:pt x="1361" y="858"/>
                  </a:lnTo>
                  <a:lnTo>
                    <a:pt x="1361" y="699"/>
                  </a:lnTo>
                  <a:lnTo>
                    <a:pt x="1324" y="560"/>
                  </a:lnTo>
                  <a:lnTo>
                    <a:pt x="1361" y="421"/>
                  </a:lnTo>
                  <a:lnTo>
                    <a:pt x="1361" y="187"/>
                  </a:lnTo>
                  <a:cubicBezTo>
                    <a:pt x="1361" y="83"/>
                    <a:pt x="1277" y="1"/>
                    <a:pt x="1175" y="1"/>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106" name="Google Shape;3106;p27"/>
            <p:cNvSpPr/>
            <p:nvPr/>
          </p:nvSpPr>
          <p:spPr>
            <a:xfrm>
              <a:off x="2285675" y="4126926"/>
              <a:ext cx="44972" cy="37198"/>
            </a:xfrm>
            <a:custGeom>
              <a:rect b="b" l="l" r="r" t="t"/>
              <a:pathLst>
                <a:path extrusionOk="0" h="1158" w="1400">
                  <a:moveTo>
                    <a:pt x="186" y="1"/>
                  </a:moveTo>
                  <a:cubicBezTo>
                    <a:pt x="83" y="1"/>
                    <a:pt x="1" y="83"/>
                    <a:pt x="1" y="187"/>
                  </a:cubicBezTo>
                  <a:lnTo>
                    <a:pt x="1" y="1157"/>
                  </a:lnTo>
                  <a:lnTo>
                    <a:pt x="1399" y="1157"/>
                  </a:lnTo>
                  <a:lnTo>
                    <a:pt x="1399" y="858"/>
                  </a:lnTo>
                  <a:lnTo>
                    <a:pt x="335" y="858"/>
                  </a:lnTo>
                  <a:cubicBezTo>
                    <a:pt x="293" y="858"/>
                    <a:pt x="261" y="826"/>
                    <a:pt x="261" y="784"/>
                  </a:cubicBezTo>
                  <a:lnTo>
                    <a:pt x="261" y="1"/>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107" name="Google Shape;3107;p27"/>
            <p:cNvSpPr/>
            <p:nvPr/>
          </p:nvSpPr>
          <p:spPr>
            <a:xfrm>
              <a:off x="2311759" y="4140482"/>
              <a:ext cx="18888" cy="8994"/>
            </a:xfrm>
            <a:custGeom>
              <a:rect b="b" l="l" r="r" t="t"/>
              <a:pathLst>
                <a:path extrusionOk="0" h="280" w="588">
                  <a:moveTo>
                    <a:pt x="140" y="0"/>
                  </a:moveTo>
                  <a:cubicBezTo>
                    <a:pt x="65" y="0"/>
                    <a:pt x="1" y="62"/>
                    <a:pt x="1" y="139"/>
                  </a:cubicBezTo>
                  <a:cubicBezTo>
                    <a:pt x="1" y="216"/>
                    <a:pt x="62" y="279"/>
                    <a:pt x="140" y="279"/>
                  </a:cubicBezTo>
                  <a:lnTo>
                    <a:pt x="587" y="279"/>
                  </a:lnTo>
                  <a:lnTo>
                    <a:pt x="587" y="0"/>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108" name="Google Shape;3108;p27"/>
            <p:cNvSpPr/>
            <p:nvPr/>
          </p:nvSpPr>
          <p:spPr>
            <a:xfrm>
              <a:off x="2266850" y="4162840"/>
              <a:ext cx="83551" cy="29970"/>
            </a:xfrm>
            <a:custGeom>
              <a:rect b="b" l="l" r="r" t="t"/>
              <a:pathLst>
                <a:path extrusionOk="0" h="933" w="2601">
                  <a:moveTo>
                    <a:pt x="251" y="0"/>
                  </a:moveTo>
                  <a:cubicBezTo>
                    <a:pt x="98" y="0"/>
                    <a:pt x="1" y="251"/>
                    <a:pt x="1" y="406"/>
                  </a:cubicBezTo>
                  <a:lnTo>
                    <a:pt x="8" y="933"/>
                  </a:lnTo>
                  <a:lnTo>
                    <a:pt x="2544" y="933"/>
                  </a:lnTo>
                  <a:lnTo>
                    <a:pt x="2600" y="652"/>
                  </a:lnTo>
                  <a:lnTo>
                    <a:pt x="2600" y="280"/>
                  </a:lnTo>
                  <a:cubicBezTo>
                    <a:pt x="2600" y="128"/>
                    <a:pt x="2476" y="0"/>
                    <a:pt x="2321" y="0"/>
                  </a:cubicBezTo>
                  <a:close/>
                </a:path>
              </a:pathLst>
            </a:custGeom>
            <a:solidFill>
              <a:schemeClr val="l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109" name="Google Shape;3109;p27"/>
            <p:cNvSpPr/>
            <p:nvPr/>
          </p:nvSpPr>
          <p:spPr>
            <a:xfrm>
              <a:off x="2265918" y="4162840"/>
              <a:ext cx="84482" cy="31801"/>
            </a:xfrm>
            <a:custGeom>
              <a:rect b="b" l="l" r="r" t="t"/>
              <a:pathLst>
                <a:path extrusionOk="0" h="990" w="2630">
                  <a:moveTo>
                    <a:pt x="280" y="0"/>
                  </a:moveTo>
                  <a:cubicBezTo>
                    <a:pt x="125" y="0"/>
                    <a:pt x="1" y="128"/>
                    <a:pt x="1" y="281"/>
                  </a:cubicBezTo>
                  <a:lnTo>
                    <a:pt x="1" y="989"/>
                  </a:lnTo>
                  <a:lnTo>
                    <a:pt x="2629" y="989"/>
                  </a:lnTo>
                  <a:lnTo>
                    <a:pt x="2629" y="655"/>
                  </a:lnTo>
                  <a:lnTo>
                    <a:pt x="336" y="655"/>
                  </a:lnTo>
                  <a:cubicBezTo>
                    <a:pt x="306" y="655"/>
                    <a:pt x="280" y="629"/>
                    <a:pt x="280" y="598"/>
                  </a:cubicBezTo>
                  <a:lnTo>
                    <a:pt x="280" y="0"/>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110" name="Google Shape;3110;p27"/>
            <p:cNvSpPr/>
            <p:nvPr/>
          </p:nvSpPr>
          <p:spPr>
            <a:xfrm>
              <a:off x="2247640" y="4192844"/>
              <a:ext cx="121905" cy="31159"/>
            </a:xfrm>
            <a:custGeom>
              <a:rect b="b" l="l" r="r" t="t"/>
              <a:pathLst>
                <a:path extrusionOk="0" h="970" w="3795">
                  <a:moveTo>
                    <a:pt x="274" y="0"/>
                  </a:moveTo>
                  <a:lnTo>
                    <a:pt x="253" y="15"/>
                  </a:lnTo>
                  <a:cubicBezTo>
                    <a:pt x="96" y="15"/>
                    <a:pt x="1" y="195"/>
                    <a:pt x="1" y="350"/>
                  </a:cubicBezTo>
                  <a:lnTo>
                    <a:pt x="12" y="924"/>
                  </a:lnTo>
                  <a:lnTo>
                    <a:pt x="50" y="969"/>
                  </a:lnTo>
                  <a:lnTo>
                    <a:pt x="3692" y="970"/>
                  </a:lnTo>
                  <a:lnTo>
                    <a:pt x="3795" y="932"/>
                  </a:lnTo>
                  <a:lnTo>
                    <a:pt x="3795" y="279"/>
                  </a:lnTo>
                  <a:cubicBezTo>
                    <a:pt x="3795" y="126"/>
                    <a:pt x="3669" y="0"/>
                    <a:pt x="3518" y="0"/>
                  </a:cubicBezTo>
                  <a:close/>
                </a:path>
              </a:pathLst>
            </a:cu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111" name="Google Shape;3111;p27"/>
            <p:cNvSpPr/>
            <p:nvPr/>
          </p:nvSpPr>
          <p:spPr>
            <a:xfrm>
              <a:off x="2246772" y="4192780"/>
              <a:ext cx="9637" cy="31833"/>
            </a:xfrm>
            <a:custGeom>
              <a:rect b="b" l="l" r="r" t="t"/>
              <a:pathLst>
                <a:path extrusionOk="0" h="991" w="300">
                  <a:moveTo>
                    <a:pt x="281" y="1"/>
                  </a:moveTo>
                  <a:cubicBezTo>
                    <a:pt x="126" y="1"/>
                    <a:pt x="0" y="128"/>
                    <a:pt x="0" y="281"/>
                  </a:cubicBezTo>
                  <a:lnTo>
                    <a:pt x="0" y="934"/>
                  </a:lnTo>
                  <a:lnTo>
                    <a:pt x="149" y="991"/>
                  </a:lnTo>
                  <a:lnTo>
                    <a:pt x="300" y="934"/>
                  </a:lnTo>
                  <a:lnTo>
                    <a:pt x="300" y="2"/>
                  </a:lnTo>
                  <a:lnTo>
                    <a:pt x="300" y="1"/>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112" name="Google Shape;3112;p27"/>
            <p:cNvSpPr/>
            <p:nvPr/>
          </p:nvSpPr>
          <p:spPr>
            <a:xfrm>
              <a:off x="2247929" y="4393362"/>
              <a:ext cx="121616" cy="30067"/>
            </a:xfrm>
            <a:custGeom>
              <a:rect b="b" l="l" r="r" t="t"/>
              <a:pathLst>
                <a:path extrusionOk="0" h="936" w="3786">
                  <a:moveTo>
                    <a:pt x="3661" y="0"/>
                  </a:moveTo>
                  <a:lnTo>
                    <a:pt x="44" y="2"/>
                  </a:lnTo>
                  <a:lnTo>
                    <a:pt x="0" y="39"/>
                  </a:lnTo>
                  <a:lnTo>
                    <a:pt x="0" y="655"/>
                  </a:lnTo>
                  <a:cubicBezTo>
                    <a:pt x="0" y="811"/>
                    <a:pt x="128" y="935"/>
                    <a:pt x="281" y="935"/>
                  </a:cubicBezTo>
                  <a:lnTo>
                    <a:pt x="3507" y="935"/>
                  </a:lnTo>
                  <a:cubicBezTo>
                    <a:pt x="3661" y="935"/>
                    <a:pt x="3786" y="847"/>
                    <a:pt x="3786" y="692"/>
                  </a:cubicBezTo>
                  <a:lnTo>
                    <a:pt x="3786" y="39"/>
                  </a:lnTo>
                  <a:lnTo>
                    <a:pt x="3661" y="0"/>
                  </a:lnTo>
                  <a:close/>
                </a:path>
              </a:pathLst>
            </a:cu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113" name="Google Shape;3113;p27"/>
            <p:cNvSpPr/>
            <p:nvPr/>
          </p:nvSpPr>
          <p:spPr>
            <a:xfrm>
              <a:off x="2246708" y="4393394"/>
              <a:ext cx="122836" cy="31255"/>
            </a:xfrm>
            <a:custGeom>
              <a:rect b="b" l="l" r="r" t="t"/>
              <a:pathLst>
                <a:path extrusionOk="0" h="973" w="3824">
                  <a:moveTo>
                    <a:pt x="145" y="1"/>
                  </a:moveTo>
                  <a:lnTo>
                    <a:pt x="1" y="38"/>
                  </a:lnTo>
                  <a:lnTo>
                    <a:pt x="1" y="691"/>
                  </a:lnTo>
                  <a:cubicBezTo>
                    <a:pt x="1" y="848"/>
                    <a:pt x="128" y="972"/>
                    <a:pt x="282" y="972"/>
                  </a:cubicBezTo>
                  <a:lnTo>
                    <a:pt x="2984" y="972"/>
                  </a:lnTo>
                  <a:lnTo>
                    <a:pt x="3545" y="916"/>
                  </a:lnTo>
                  <a:cubicBezTo>
                    <a:pt x="3699" y="916"/>
                    <a:pt x="3824" y="846"/>
                    <a:pt x="3824" y="691"/>
                  </a:cubicBezTo>
                  <a:lnTo>
                    <a:pt x="3824" y="674"/>
                  </a:lnTo>
                  <a:lnTo>
                    <a:pt x="393" y="674"/>
                  </a:lnTo>
                  <a:cubicBezTo>
                    <a:pt x="341" y="674"/>
                    <a:pt x="299" y="630"/>
                    <a:pt x="299" y="580"/>
                  </a:cubicBezTo>
                  <a:lnTo>
                    <a:pt x="299" y="38"/>
                  </a:lnTo>
                  <a:lnTo>
                    <a:pt x="145" y="1"/>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114" name="Google Shape;3114;p27"/>
            <p:cNvSpPr/>
            <p:nvPr/>
          </p:nvSpPr>
          <p:spPr>
            <a:xfrm>
              <a:off x="2248025" y="4222719"/>
              <a:ext cx="121519" cy="171952"/>
            </a:xfrm>
            <a:custGeom>
              <a:rect b="b" l="l" r="r" t="t"/>
              <a:pathLst>
                <a:path extrusionOk="0" h="5353" w="3783">
                  <a:moveTo>
                    <a:pt x="261" y="1"/>
                  </a:moveTo>
                  <a:lnTo>
                    <a:pt x="0" y="39"/>
                  </a:lnTo>
                  <a:lnTo>
                    <a:pt x="0" y="5315"/>
                  </a:lnTo>
                  <a:lnTo>
                    <a:pt x="261" y="5353"/>
                  </a:lnTo>
                  <a:lnTo>
                    <a:pt x="3783" y="5353"/>
                  </a:lnTo>
                  <a:lnTo>
                    <a:pt x="3783" y="2"/>
                  </a:lnTo>
                  <a:lnTo>
                    <a:pt x="3783" y="1"/>
                  </a:ln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115" name="Google Shape;3115;p27"/>
            <p:cNvSpPr/>
            <p:nvPr/>
          </p:nvSpPr>
          <p:spPr>
            <a:xfrm>
              <a:off x="2246772" y="4222784"/>
              <a:ext cx="9637" cy="171887"/>
            </a:xfrm>
            <a:custGeom>
              <a:rect b="b" l="l" r="r" t="t"/>
              <a:pathLst>
                <a:path extrusionOk="0" h="5351" w="300">
                  <a:moveTo>
                    <a:pt x="0" y="0"/>
                  </a:moveTo>
                  <a:lnTo>
                    <a:pt x="0" y="5351"/>
                  </a:lnTo>
                  <a:lnTo>
                    <a:pt x="300" y="5351"/>
                  </a:lnTo>
                  <a:lnTo>
                    <a:pt x="300" y="0"/>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116" name="Google Shape;3116;p27"/>
            <p:cNvSpPr/>
            <p:nvPr/>
          </p:nvSpPr>
          <p:spPr>
            <a:xfrm>
              <a:off x="2266850" y="4240741"/>
              <a:ext cx="83775" cy="134786"/>
            </a:xfrm>
            <a:custGeom>
              <a:rect b="b" l="l" r="r" t="t"/>
              <a:pathLst>
                <a:path extrusionOk="0" h="4196" w="2608">
                  <a:moveTo>
                    <a:pt x="222" y="0"/>
                  </a:moveTo>
                  <a:lnTo>
                    <a:pt x="74" y="38"/>
                  </a:lnTo>
                  <a:cubicBezTo>
                    <a:pt x="32" y="38"/>
                    <a:pt x="1" y="71"/>
                    <a:pt x="1" y="113"/>
                  </a:cubicBezTo>
                  <a:lnTo>
                    <a:pt x="1" y="4122"/>
                  </a:lnTo>
                  <a:cubicBezTo>
                    <a:pt x="1" y="4162"/>
                    <a:pt x="32" y="4195"/>
                    <a:pt x="74" y="4195"/>
                  </a:cubicBezTo>
                  <a:lnTo>
                    <a:pt x="2498" y="4195"/>
                  </a:lnTo>
                  <a:cubicBezTo>
                    <a:pt x="2538" y="4195"/>
                    <a:pt x="2573" y="4161"/>
                    <a:pt x="2569" y="4119"/>
                  </a:cubicBezTo>
                  <a:lnTo>
                    <a:pt x="2608" y="3971"/>
                  </a:lnTo>
                  <a:lnTo>
                    <a:pt x="2608" y="74"/>
                  </a:lnTo>
                  <a:cubicBezTo>
                    <a:pt x="2608" y="33"/>
                    <a:pt x="2574" y="0"/>
                    <a:pt x="2532" y="0"/>
                  </a:cubicBezTo>
                  <a:close/>
                </a:path>
              </a:pathLst>
            </a:custGeom>
            <a:solidFill>
              <a:schemeClr val="l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117" name="Google Shape;3117;p27"/>
            <p:cNvSpPr/>
            <p:nvPr/>
          </p:nvSpPr>
          <p:spPr>
            <a:xfrm>
              <a:off x="2265693" y="4240741"/>
              <a:ext cx="84996" cy="135942"/>
            </a:xfrm>
            <a:custGeom>
              <a:rect b="b" l="l" r="r" t="t"/>
              <a:pathLst>
                <a:path extrusionOk="0" h="4232" w="2646">
                  <a:moveTo>
                    <a:pt x="74" y="0"/>
                  </a:moveTo>
                  <a:cubicBezTo>
                    <a:pt x="32" y="0"/>
                    <a:pt x="0" y="33"/>
                    <a:pt x="0" y="75"/>
                  </a:cubicBezTo>
                  <a:lnTo>
                    <a:pt x="0" y="4158"/>
                  </a:lnTo>
                  <a:cubicBezTo>
                    <a:pt x="0" y="4198"/>
                    <a:pt x="32" y="4232"/>
                    <a:pt x="74" y="4232"/>
                  </a:cubicBezTo>
                  <a:lnTo>
                    <a:pt x="2571" y="4232"/>
                  </a:lnTo>
                  <a:cubicBezTo>
                    <a:pt x="2613" y="4232"/>
                    <a:pt x="2645" y="4198"/>
                    <a:pt x="2645" y="4158"/>
                  </a:cubicBezTo>
                  <a:lnTo>
                    <a:pt x="2645" y="3971"/>
                  </a:lnTo>
                  <a:lnTo>
                    <a:pt x="335" y="3971"/>
                  </a:lnTo>
                  <a:cubicBezTo>
                    <a:pt x="293" y="3971"/>
                    <a:pt x="261" y="3938"/>
                    <a:pt x="261" y="3897"/>
                  </a:cubicBezTo>
                  <a:lnTo>
                    <a:pt x="261" y="0"/>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118" name="Google Shape;3118;p27"/>
            <p:cNvSpPr/>
            <p:nvPr/>
          </p:nvSpPr>
          <p:spPr>
            <a:xfrm>
              <a:off x="2279732" y="4354203"/>
              <a:ext cx="69095" cy="8994"/>
            </a:xfrm>
            <a:custGeom>
              <a:rect b="b" l="l" r="r" t="t"/>
              <a:pathLst>
                <a:path extrusionOk="0" h="280" w="2151">
                  <a:moveTo>
                    <a:pt x="140" y="0"/>
                  </a:moveTo>
                  <a:cubicBezTo>
                    <a:pt x="64" y="0"/>
                    <a:pt x="1" y="63"/>
                    <a:pt x="1" y="141"/>
                  </a:cubicBezTo>
                  <a:cubicBezTo>
                    <a:pt x="1" y="216"/>
                    <a:pt x="63" y="280"/>
                    <a:pt x="140" y="280"/>
                  </a:cubicBezTo>
                  <a:lnTo>
                    <a:pt x="2011" y="280"/>
                  </a:lnTo>
                  <a:cubicBezTo>
                    <a:pt x="2089" y="280"/>
                    <a:pt x="2150" y="217"/>
                    <a:pt x="2150" y="141"/>
                  </a:cubicBezTo>
                  <a:cubicBezTo>
                    <a:pt x="2150" y="64"/>
                    <a:pt x="2089" y="0"/>
                    <a:pt x="2011"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119" name="Google Shape;3119;p27"/>
            <p:cNvSpPr/>
            <p:nvPr/>
          </p:nvSpPr>
          <p:spPr>
            <a:xfrm>
              <a:off x="2283651" y="4295609"/>
              <a:ext cx="33022" cy="32829"/>
            </a:xfrm>
            <a:custGeom>
              <a:rect b="b" l="l" r="r" t="t"/>
              <a:pathLst>
                <a:path extrusionOk="0" h="1022" w="1028">
                  <a:moveTo>
                    <a:pt x="514" y="1"/>
                  </a:moveTo>
                  <a:cubicBezTo>
                    <a:pt x="508" y="1"/>
                    <a:pt x="502" y="4"/>
                    <a:pt x="498" y="10"/>
                  </a:cubicBezTo>
                  <a:lnTo>
                    <a:pt x="492" y="19"/>
                  </a:lnTo>
                  <a:cubicBezTo>
                    <a:pt x="377" y="213"/>
                    <a:pt x="214" y="374"/>
                    <a:pt x="22" y="490"/>
                  </a:cubicBezTo>
                  <a:lnTo>
                    <a:pt x="13" y="495"/>
                  </a:lnTo>
                  <a:cubicBezTo>
                    <a:pt x="0" y="503"/>
                    <a:pt x="0" y="520"/>
                    <a:pt x="13" y="527"/>
                  </a:cubicBezTo>
                  <a:lnTo>
                    <a:pt x="22" y="533"/>
                  </a:lnTo>
                  <a:cubicBezTo>
                    <a:pt x="214" y="649"/>
                    <a:pt x="377" y="810"/>
                    <a:pt x="492" y="1004"/>
                  </a:cubicBezTo>
                  <a:lnTo>
                    <a:pt x="498" y="1012"/>
                  </a:lnTo>
                  <a:cubicBezTo>
                    <a:pt x="502" y="1019"/>
                    <a:pt x="508" y="1022"/>
                    <a:pt x="514" y="1022"/>
                  </a:cubicBezTo>
                  <a:cubicBezTo>
                    <a:pt x="520" y="1022"/>
                    <a:pt x="526" y="1019"/>
                    <a:pt x="530" y="1012"/>
                  </a:cubicBezTo>
                  <a:lnTo>
                    <a:pt x="536" y="1004"/>
                  </a:lnTo>
                  <a:cubicBezTo>
                    <a:pt x="652" y="810"/>
                    <a:pt x="812" y="649"/>
                    <a:pt x="1006" y="533"/>
                  </a:cubicBezTo>
                  <a:lnTo>
                    <a:pt x="1015" y="527"/>
                  </a:lnTo>
                  <a:cubicBezTo>
                    <a:pt x="1028" y="520"/>
                    <a:pt x="1028" y="503"/>
                    <a:pt x="1015" y="495"/>
                  </a:cubicBezTo>
                  <a:cubicBezTo>
                    <a:pt x="821" y="381"/>
                    <a:pt x="659" y="220"/>
                    <a:pt x="542" y="26"/>
                  </a:cubicBezTo>
                  <a:lnTo>
                    <a:pt x="530" y="10"/>
                  </a:lnTo>
                  <a:cubicBezTo>
                    <a:pt x="526" y="4"/>
                    <a:pt x="520" y="1"/>
                    <a:pt x="514" y="1"/>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120" name="Google Shape;3120;p27"/>
            <p:cNvSpPr/>
            <p:nvPr/>
          </p:nvSpPr>
          <p:spPr>
            <a:xfrm>
              <a:off x="2308483" y="4258666"/>
              <a:ext cx="24124" cy="24028"/>
            </a:xfrm>
            <a:custGeom>
              <a:rect b="b" l="l" r="r" t="t"/>
              <a:pathLst>
                <a:path extrusionOk="0" h="748" w="751">
                  <a:moveTo>
                    <a:pt x="375" y="0"/>
                  </a:moveTo>
                  <a:cubicBezTo>
                    <a:pt x="371" y="0"/>
                    <a:pt x="366" y="2"/>
                    <a:pt x="364" y="7"/>
                  </a:cubicBezTo>
                  <a:lnTo>
                    <a:pt x="359" y="14"/>
                  </a:lnTo>
                  <a:cubicBezTo>
                    <a:pt x="275" y="156"/>
                    <a:pt x="157" y="273"/>
                    <a:pt x="16" y="358"/>
                  </a:cubicBezTo>
                  <a:lnTo>
                    <a:pt x="9" y="361"/>
                  </a:lnTo>
                  <a:cubicBezTo>
                    <a:pt x="0" y="367"/>
                    <a:pt x="0" y="380"/>
                    <a:pt x="9" y="386"/>
                  </a:cubicBezTo>
                  <a:lnTo>
                    <a:pt x="16" y="389"/>
                  </a:lnTo>
                  <a:cubicBezTo>
                    <a:pt x="157" y="474"/>
                    <a:pt x="275" y="592"/>
                    <a:pt x="359" y="733"/>
                  </a:cubicBezTo>
                  <a:lnTo>
                    <a:pt x="364" y="741"/>
                  </a:lnTo>
                  <a:cubicBezTo>
                    <a:pt x="366" y="745"/>
                    <a:pt x="371" y="747"/>
                    <a:pt x="375" y="747"/>
                  </a:cubicBezTo>
                  <a:cubicBezTo>
                    <a:pt x="379" y="747"/>
                    <a:pt x="384" y="745"/>
                    <a:pt x="387" y="741"/>
                  </a:cubicBezTo>
                  <a:lnTo>
                    <a:pt x="391" y="733"/>
                  </a:lnTo>
                  <a:cubicBezTo>
                    <a:pt x="475" y="592"/>
                    <a:pt x="592" y="474"/>
                    <a:pt x="734" y="389"/>
                  </a:cubicBezTo>
                  <a:lnTo>
                    <a:pt x="740" y="386"/>
                  </a:lnTo>
                  <a:cubicBezTo>
                    <a:pt x="750" y="380"/>
                    <a:pt x="750" y="367"/>
                    <a:pt x="741" y="361"/>
                  </a:cubicBezTo>
                  <a:cubicBezTo>
                    <a:pt x="599" y="279"/>
                    <a:pt x="481" y="162"/>
                    <a:pt x="394" y="20"/>
                  </a:cubicBezTo>
                  <a:lnTo>
                    <a:pt x="387" y="7"/>
                  </a:lnTo>
                  <a:cubicBezTo>
                    <a:pt x="384" y="2"/>
                    <a:pt x="379" y="0"/>
                    <a:pt x="375" y="0"/>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121" name="Google Shape;3121;p27"/>
            <p:cNvSpPr/>
            <p:nvPr/>
          </p:nvSpPr>
          <p:spPr>
            <a:xfrm>
              <a:off x="2334150" y="4322721"/>
              <a:ext cx="122226" cy="101250"/>
            </a:xfrm>
            <a:custGeom>
              <a:rect b="b" l="l" r="r" t="t"/>
              <a:pathLst>
                <a:path extrusionOk="0" h="3152" w="3805">
                  <a:moveTo>
                    <a:pt x="280" y="0"/>
                  </a:moveTo>
                  <a:lnTo>
                    <a:pt x="261" y="18"/>
                  </a:lnTo>
                  <a:cubicBezTo>
                    <a:pt x="107" y="18"/>
                    <a:pt x="0" y="145"/>
                    <a:pt x="0" y="299"/>
                  </a:cubicBezTo>
                  <a:lnTo>
                    <a:pt x="0" y="2872"/>
                  </a:lnTo>
                  <a:cubicBezTo>
                    <a:pt x="0" y="3027"/>
                    <a:pt x="128" y="3152"/>
                    <a:pt x="281" y="3152"/>
                  </a:cubicBezTo>
                  <a:lnTo>
                    <a:pt x="3488" y="3134"/>
                  </a:lnTo>
                  <a:cubicBezTo>
                    <a:pt x="3643" y="3134"/>
                    <a:pt x="3786" y="3046"/>
                    <a:pt x="3786" y="2890"/>
                  </a:cubicBezTo>
                  <a:lnTo>
                    <a:pt x="3805" y="2872"/>
                  </a:lnTo>
                  <a:lnTo>
                    <a:pt x="3805" y="281"/>
                  </a:lnTo>
                  <a:cubicBezTo>
                    <a:pt x="3805" y="125"/>
                    <a:pt x="3677" y="0"/>
                    <a:pt x="3524" y="0"/>
                  </a:cubicBezTo>
                  <a:close/>
                </a:path>
              </a:pathLst>
            </a:custGeom>
            <a:solidFill>
              <a:schemeClr val="l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122" name="Google Shape;3122;p27"/>
            <p:cNvSpPr/>
            <p:nvPr/>
          </p:nvSpPr>
          <p:spPr>
            <a:xfrm>
              <a:off x="2333507" y="4322753"/>
              <a:ext cx="122869" cy="101893"/>
            </a:xfrm>
            <a:custGeom>
              <a:rect b="b" l="l" r="r" t="t"/>
              <a:pathLst>
                <a:path extrusionOk="0" h="3172" w="3825">
                  <a:moveTo>
                    <a:pt x="281" y="1"/>
                  </a:moveTo>
                  <a:cubicBezTo>
                    <a:pt x="126" y="1"/>
                    <a:pt x="0" y="128"/>
                    <a:pt x="0" y="282"/>
                  </a:cubicBezTo>
                  <a:lnTo>
                    <a:pt x="0" y="2890"/>
                  </a:lnTo>
                  <a:cubicBezTo>
                    <a:pt x="0" y="3047"/>
                    <a:pt x="127" y="3171"/>
                    <a:pt x="281" y="3171"/>
                  </a:cubicBezTo>
                  <a:lnTo>
                    <a:pt x="3544" y="3171"/>
                  </a:lnTo>
                  <a:cubicBezTo>
                    <a:pt x="3699" y="3171"/>
                    <a:pt x="3825" y="3045"/>
                    <a:pt x="3825" y="2890"/>
                  </a:cubicBezTo>
                  <a:lnTo>
                    <a:pt x="3825" y="2873"/>
                  </a:lnTo>
                  <a:lnTo>
                    <a:pt x="3825" y="2871"/>
                  </a:lnTo>
                  <a:lnTo>
                    <a:pt x="447" y="2871"/>
                  </a:lnTo>
                  <a:cubicBezTo>
                    <a:pt x="366" y="2871"/>
                    <a:pt x="300" y="2806"/>
                    <a:pt x="300" y="2722"/>
                  </a:cubicBezTo>
                  <a:lnTo>
                    <a:pt x="300" y="1"/>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3123" name="Google Shape;3123;p27"/>
          <p:cNvGrpSpPr/>
          <p:nvPr/>
        </p:nvGrpSpPr>
        <p:grpSpPr>
          <a:xfrm>
            <a:off x="1567797" y="4126926"/>
            <a:ext cx="297751" cy="297723"/>
            <a:chOff x="1567797" y="4126926"/>
            <a:chExt cx="297751" cy="297723"/>
          </a:xfrm>
        </p:grpSpPr>
        <p:sp>
          <p:nvSpPr>
            <p:cNvPr id="3124" name="Google Shape;3124;p27"/>
            <p:cNvSpPr/>
            <p:nvPr/>
          </p:nvSpPr>
          <p:spPr>
            <a:xfrm>
              <a:off x="1715183" y="4160238"/>
              <a:ext cx="144359" cy="231121"/>
            </a:xfrm>
            <a:custGeom>
              <a:rect b="b" l="l" r="r" t="t"/>
              <a:pathLst>
                <a:path extrusionOk="0" h="7195" w="4494">
                  <a:moveTo>
                    <a:pt x="0" y="0"/>
                  </a:moveTo>
                  <a:lnTo>
                    <a:pt x="0" y="7195"/>
                  </a:lnTo>
                  <a:lnTo>
                    <a:pt x="4363" y="7195"/>
                  </a:lnTo>
                  <a:lnTo>
                    <a:pt x="4494" y="6813"/>
                  </a:lnTo>
                  <a:lnTo>
                    <a:pt x="4494" y="0"/>
                  </a:lnTo>
                  <a:close/>
                </a:path>
              </a:pathLst>
            </a:cu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125" name="Google Shape;3125;p27"/>
            <p:cNvSpPr/>
            <p:nvPr/>
          </p:nvSpPr>
          <p:spPr>
            <a:xfrm>
              <a:off x="1712741" y="4160463"/>
              <a:ext cx="146768" cy="230575"/>
            </a:xfrm>
            <a:custGeom>
              <a:rect b="b" l="l" r="r" t="t"/>
              <a:pathLst>
                <a:path extrusionOk="0" h="7178" w="4569">
                  <a:moveTo>
                    <a:pt x="1" y="0"/>
                  </a:moveTo>
                  <a:lnTo>
                    <a:pt x="1" y="7178"/>
                  </a:lnTo>
                  <a:lnTo>
                    <a:pt x="4568" y="7178"/>
                  </a:lnTo>
                  <a:lnTo>
                    <a:pt x="4568" y="6804"/>
                  </a:lnTo>
                  <a:lnTo>
                    <a:pt x="373" y="6804"/>
                  </a:lnTo>
                  <a:cubicBezTo>
                    <a:pt x="322" y="6804"/>
                    <a:pt x="280" y="6762"/>
                    <a:pt x="280" y="6712"/>
                  </a:cubicBezTo>
                  <a:lnTo>
                    <a:pt x="280" y="0"/>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126" name="Google Shape;3126;p27"/>
            <p:cNvSpPr/>
            <p:nvPr/>
          </p:nvSpPr>
          <p:spPr>
            <a:xfrm>
              <a:off x="1568954" y="4187447"/>
              <a:ext cx="218690" cy="175485"/>
            </a:xfrm>
            <a:custGeom>
              <a:rect b="b" l="l" r="r" t="t"/>
              <a:pathLst>
                <a:path extrusionOk="0" h="5463" w="6808">
                  <a:moveTo>
                    <a:pt x="1029" y="559"/>
                  </a:moveTo>
                  <a:cubicBezTo>
                    <a:pt x="1060" y="559"/>
                    <a:pt x="1085" y="585"/>
                    <a:pt x="1085" y="615"/>
                  </a:cubicBezTo>
                  <a:lnTo>
                    <a:pt x="1085" y="1249"/>
                  </a:lnTo>
                  <a:cubicBezTo>
                    <a:pt x="1085" y="1280"/>
                    <a:pt x="1060" y="1304"/>
                    <a:pt x="1029" y="1304"/>
                  </a:cubicBezTo>
                  <a:lnTo>
                    <a:pt x="583" y="1304"/>
                  </a:lnTo>
                  <a:cubicBezTo>
                    <a:pt x="551" y="1304"/>
                    <a:pt x="526" y="1280"/>
                    <a:pt x="526" y="1249"/>
                  </a:cubicBezTo>
                  <a:lnTo>
                    <a:pt x="526" y="615"/>
                  </a:lnTo>
                  <a:cubicBezTo>
                    <a:pt x="526" y="585"/>
                    <a:pt x="551" y="559"/>
                    <a:pt x="583" y="559"/>
                  </a:cubicBezTo>
                  <a:close/>
                  <a:moveTo>
                    <a:pt x="2148" y="559"/>
                  </a:moveTo>
                  <a:cubicBezTo>
                    <a:pt x="2178" y="559"/>
                    <a:pt x="2204" y="585"/>
                    <a:pt x="2204" y="615"/>
                  </a:cubicBezTo>
                  <a:lnTo>
                    <a:pt x="2204" y="1249"/>
                  </a:lnTo>
                  <a:cubicBezTo>
                    <a:pt x="2204" y="1280"/>
                    <a:pt x="2178" y="1304"/>
                    <a:pt x="2148" y="1304"/>
                  </a:cubicBezTo>
                  <a:lnTo>
                    <a:pt x="1700" y="1304"/>
                  </a:lnTo>
                  <a:cubicBezTo>
                    <a:pt x="1670" y="1304"/>
                    <a:pt x="1644" y="1280"/>
                    <a:pt x="1644" y="1249"/>
                  </a:cubicBezTo>
                  <a:lnTo>
                    <a:pt x="1644" y="615"/>
                  </a:lnTo>
                  <a:cubicBezTo>
                    <a:pt x="1644" y="585"/>
                    <a:pt x="1670" y="559"/>
                    <a:pt x="1700" y="559"/>
                  </a:cubicBezTo>
                  <a:close/>
                  <a:moveTo>
                    <a:pt x="3265" y="559"/>
                  </a:moveTo>
                  <a:cubicBezTo>
                    <a:pt x="3297" y="559"/>
                    <a:pt x="3322" y="585"/>
                    <a:pt x="3322" y="615"/>
                  </a:cubicBezTo>
                  <a:lnTo>
                    <a:pt x="3322" y="1249"/>
                  </a:lnTo>
                  <a:cubicBezTo>
                    <a:pt x="3322" y="1280"/>
                    <a:pt x="3297" y="1304"/>
                    <a:pt x="3265" y="1304"/>
                  </a:cubicBezTo>
                  <a:lnTo>
                    <a:pt x="2819" y="1304"/>
                  </a:lnTo>
                  <a:cubicBezTo>
                    <a:pt x="2787" y="1304"/>
                    <a:pt x="2763" y="1280"/>
                    <a:pt x="2763" y="1249"/>
                  </a:cubicBezTo>
                  <a:lnTo>
                    <a:pt x="2763" y="615"/>
                  </a:lnTo>
                  <a:cubicBezTo>
                    <a:pt x="2763" y="585"/>
                    <a:pt x="2787" y="559"/>
                    <a:pt x="2819" y="559"/>
                  </a:cubicBezTo>
                  <a:close/>
                  <a:moveTo>
                    <a:pt x="4384" y="559"/>
                  </a:moveTo>
                  <a:cubicBezTo>
                    <a:pt x="4415" y="559"/>
                    <a:pt x="4441" y="585"/>
                    <a:pt x="4441" y="615"/>
                  </a:cubicBezTo>
                  <a:lnTo>
                    <a:pt x="4441" y="1249"/>
                  </a:lnTo>
                  <a:cubicBezTo>
                    <a:pt x="4441" y="1280"/>
                    <a:pt x="4415" y="1304"/>
                    <a:pt x="4384" y="1304"/>
                  </a:cubicBezTo>
                  <a:lnTo>
                    <a:pt x="3937" y="1304"/>
                  </a:lnTo>
                  <a:cubicBezTo>
                    <a:pt x="3907" y="1304"/>
                    <a:pt x="3880" y="1280"/>
                    <a:pt x="3880" y="1249"/>
                  </a:cubicBezTo>
                  <a:lnTo>
                    <a:pt x="3880" y="615"/>
                  </a:lnTo>
                  <a:cubicBezTo>
                    <a:pt x="3880" y="585"/>
                    <a:pt x="3907" y="559"/>
                    <a:pt x="3937" y="559"/>
                  </a:cubicBezTo>
                  <a:close/>
                  <a:moveTo>
                    <a:pt x="5502" y="559"/>
                  </a:moveTo>
                  <a:cubicBezTo>
                    <a:pt x="5534" y="559"/>
                    <a:pt x="5558" y="585"/>
                    <a:pt x="5558" y="615"/>
                  </a:cubicBezTo>
                  <a:lnTo>
                    <a:pt x="5558" y="1249"/>
                  </a:lnTo>
                  <a:cubicBezTo>
                    <a:pt x="5558" y="1280"/>
                    <a:pt x="5534" y="1304"/>
                    <a:pt x="5502" y="1304"/>
                  </a:cubicBezTo>
                  <a:lnTo>
                    <a:pt x="5056" y="1304"/>
                  </a:lnTo>
                  <a:cubicBezTo>
                    <a:pt x="5024" y="1304"/>
                    <a:pt x="4999" y="1280"/>
                    <a:pt x="4999" y="1249"/>
                  </a:cubicBezTo>
                  <a:lnTo>
                    <a:pt x="4999" y="615"/>
                  </a:lnTo>
                  <a:cubicBezTo>
                    <a:pt x="4999" y="585"/>
                    <a:pt x="5024" y="559"/>
                    <a:pt x="5056" y="559"/>
                  </a:cubicBezTo>
                  <a:close/>
                  <a:moveTo>
                    <a:pt x="338" y="0"/>
                  </a:moveTo>
                  <a:cubicBezTo>
                    <a:pt x="305" y="0"/>
                    <a:pt x="274" y="6"/>
                    <a:pt x="244" y="13"/>
                  </a:cubicBezTo>
                  <a:cubicBezTo>
                    <a:pt x="83" y="55"/>
                    <a:pt x="1" y="238"/>
                    <a:pt x="1" y="411"/>
                  </a:cubicBezTo>
                  <a:lnTo>
                    <a:pt x="1" y="3280"/>
                  </a:lnTo>
                  <a:cubicBezTo>
                    <a:pt x="1" y="3487"/>
                    <a:pt x="167" y="3654"/>
                    <a:pt x="374" y="3654"/>
                  </a:cubicBezTo>
                  <a:lnTo>
                    <a:pt x="5211" y="3654"/>
                  </a:lnTo>
                  <a:cubicBezTo>
                    <a:pt x="5418" y="3654"/>
                    <a:pt x="5584" y="3820"/>
                    <a:pt x="5584" y="4026"/>
                  </a:cubicBezTo>
                  <a:lnTo>
                    <a:pt x="5584" y="5089"/>
                  </a:lnTo>
                  <a:cubicBezTo>
                    <a:pt x="5584" y="5296"/>
                    <a:pt x="5751" y="5462"/>
                    <a:pt x="5956" y="5462"/>
                  </a:cubicBezTo>
                  <a:lnTo>
                    <a:pt x="6805" y="5462"/>
                  </a:lnTo>
                  <a:lnTo>
                    <a:pt x="6805" y="4941"/>
                  </a:lnTo>
                  <a:lnTo>
                    <a:pt x="6172" y="4941"/>
                  </a:lnTo>
                  <a:cubicBezTo>
                    <a:pt x="6142" y="4941"/>
                    <a:pt x="6116" y="4915"/>
                    <a:pt x="6116" y="4884"/>
                  </a:cubicBezTo>
                  <a:lnTo>
                    <a:pt x="6116" y="4250"/>
                  </a:lnTo>
                  <a:cubicBezTo>
                    <a:pt x="6116" y="4220"/>
                    <a:pt x="6142" y="4195"/>
                    <a:pt x="6172" y="4195"/>
                  </a:cubicBezTo>
                  <a:lnTo>
                    <a:pt x="6805" y="4195"/>
                  </a:lnTo>
                  <a:lnTo>
                    <a:pt x="6805" y="1304"/>
                  </a:lnTo>
                  <a:lnTo>
                    <a:pt x="6172" y="1304"/>
                  </a:lnTo>
                  <a:cubicBezTo>
                    <a:pt x="6142" y="1304"/>
                    <a:pt x="6116" y="1280"/>
                    <a:pt x="6116" y="1249"/>
                  </a:cubicBezTo>
                  <a:lnTo>
                    <a:pt x="6116" y="615"/>
                  </a:lnTo>
                  <a:cubicBezTo>
                    <a:pt x="6116" y="585"/>
                    <a:pt x="6142" y="559"/>
                    <a:pt x="6172" y="559"/>
                  </a:cubicBezTo>
                  <a:lnTo>
                    <a:pt x="6808" y="559"/>
                  </a:lnTo>
                  <a:lnTo>
                    <a:pt x="6808" y="0"/>
                  </a:lnTo>
                  <a:close/>
                </a:path>
              </a:pathLst>
            </a:custGeom>
            <a:solidFill>
              <a:schemeClr val="accent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127" name="Google Shape;3127;p27"/>
            <p:cNvSpPr/>
            <p:nvPr/>
          </p:nvSpPr>
          <p:spPr>
            <a:xfrm>
              <a:off x="1567797" y="4187768"/>
              <a:ext cx="219750" cy="176320"/>
            </a:xfrm>
            <a:custGeom>
              <a:rect b="b" l="l" r="r" t="t"/>
              <a:pathLst>
                <a:path extrusionOk="0" h="5489" w="6841">
                  <a:moveTo>
                    <a:pt x="281" y="0"/>
                  </a:moveTo>
                  <a:cubicBezTo>
                    <a:pt x="121" y="42"/>
                    <a:pt x="1" y="187"/>
                    <a:pt x="1" y="361"/>
                  </a:cubicBezTo>
                  <a:lnTo>
                    <a:pt x="1" y="3307"/>
                  </a:lnTo>
                  <a:cubicBezTo>
                    <a:pt x="1" y="3514"/>
                    <a:pt x="167" y="3680"/>
                    <a:pt x="374" y="3680"/>
                  </a:cubicBezTo>
                  <a:lnTo>
                    <a:pt x="5211" y="3680"/>
                  </a:lnTo>
                  <a:cubicBezTo>
                    <a:pt x="5418" y="3680"/>
                    <a:pt x="5584" y="3847"/>
                    <a:pt x="5584" y="4052"/>
                  </a:cubicBezTo>
                  <a:lnTo>
                    <a:pt x="5584" y="5115"/>
                  </a:lnTo>
                  <a:cubicBezTo>
                    <a:pt x="5584" y="5320"/>
                    <a:pt x="5751" y="5488"/>
                    <a:pt x="5956" y="5488"/>
                  </a:cubicBezTo>
                  <a:lnTo>
                    <a:pt x="6841" y="5488"/>
                  </a:lnTo>
                  <a:lnTo>
                    <a:pt x="6841" y="5207"/>
                  </a:lnTo>
                  <a:lnTo>
                    <a:pt x="5992" y="5207"/>
                  </a:lnTo>
                  <a:cubicBezTo>
                    <a:pt x="5992" y="5207"/>
                    <a:pt x="5991" y="5207"/>
                    <a:pt x="5990" y="5207"/>
                  </a:cubicBezTo>
                  <a:cubicBezTo>
                    <a:pt x="5923" y="5207"/>
                    <a:pt x="5866" y="5150"/>
                    <a:pt x="5866" y="5079"/>
                  </a:cubicBezTo>
                  <a:lnTo>
                    <a:pt x="5866" y="3997"/>
                  </a:lnTo>
                  <a:cubicBezTo>
                    <a:pt x="5866" y="3667"/>
                    <a:pt x="5597" y="3399"/>
                    <a:pt x="5269" y="3399"/>
                  </a:cubicBezTo>
                  <a:lnTo>
                    <a:pt x="412" y="3399"/>
                  </a:lnTo>
                  <a:cubicBezTo>
                    <a:pt x="339" y="3399"/>
                    <a:pt x="281" y="3341"/>
                    <a:pt x="281" y="3269"/>
                  </a:cubicBezTo>
                  <a:lnTo>
                    <a:pt x="281" y="0"/>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128" name="Google Shape;3128;p27"/>
            <p:cNvSpPr/>
            <p:nvPr/>
          </p:nvSpPr>
          <p:spPr>
            <a:xfrm>
              <a:off x="1786466" y="4159917"/>
              <a:ext cx="50946" cy="231732"/>
            </a:xfrm>
            <a:custGeom>
              <a:rect b="b" l="l" r="r" t="t"/>
              <a:pathLst>
                <a:path extrusionOk="0" h="7214" w="1586">
                  <a:moveTo>
                    <a:pt x="0" y="0"/>
                  </a:moveTo>
                  <a:lnTo>
                    <a:pt x="0" y="7214"/>
                  </a:lnTo>
                  <a:lnTo>
                    <a:pt x="1491" y="7214"/>
                  </a:lnTo>
                  <a:lnTo>
                    <a:pt x="1586" y="6821"/>
                  </a:lnTo>
                  <a:lnTo>
                    <a:pt x="1586" y="0"/>
                  </a:ln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129" name="Google Shape;3129;p27"/>
            <p:cNvSpPr/>
            <p:nvPr/>
          </p:nvSpPr>
          <p:spPr>
            <a:xfrm>
              <a:off x="1783446" y="4158664"/>
              <a:ext cx="53869" cy="232952"/>
            </a:xfrm>
            <a:custGeom>
              <a:rect b="b" l="l" r="r" t="t"/>
              <a:pathLst>
                <a:path extrusionOk="0" h="7252" w="1677">
                  <a:moveTo>
                    <a:pt x="0" y="0"/>
                  </a:moveTo>
                  <a:lnTo>
                    <a:pt x="0" y="7251"/>
                  </a:lnTo>
                  <a:lnTo>
                    <a:pt x="1677" y="7251"/>
                  </a:lnTo>
                  <a:lnTo>
                    <a:pt x="1677" y="6860"/>
                  </a:lnTo>
                  <a:lnTo>
                    <a:pt x="372" y="6860"/>
                  </a:lnTo>
                  <a:cubicBezTo>
                    <a:pt x="322" y="6860"/>
                    <a:pt x="280" y="6818"/>
                    <a:pt x="280" y="6768"/>
                  </a:cubicBezTo>
                  <a:lnTo>
                    <a:pt x="280" y="0"/>
                  </a:lnTo>
                  <a:close/>
                </a:path>
              </a:pathLst>
            </a:custGeom>
            <a:solidFill>
              <a:srgbClr val="EAE2D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130" name="Google Shape;3130;p27"/>
            <p:cNvSpPr/>
            <p:nvPr/>
          </p:nvSpPr>
          <p:spPr>
            <a:xfrm>
              <a:off x="1802592" y="4181376"/>
              <a:ext cx="16832" cy="77929"/>
            </a:xfrm>
            <a:custGeom>
              <a:rect b="b" l="l" r="r" t="t"/>
              <a:pathLst>
                <a:path extrusionOk="0" h="2426" w="524">
                  <a:moveTo>
                    <a:pt x="244" y="1"/>
                  </a:moveTo>
                  <a:lnTo>
                    <a:pt x="57" y="39"/>
                  </a:lnTo>
                  <a:cubicBezTo>
                    <a:pt x="27" y="39"/>
                    <a:pt x="1" y="65"/>
                    <a:pt x="1" y="95"/>
                  </a:cubicBezTo>
                  <a:lnTo>
                    <a:pt x="1" y="2369"/>
                  </a:lnTo>
                  <a:cubicBezTo>
                    <a:pt x="1" y="2401"/>
                    <a:pt x="27" y="2426"/>
                    <a:pt x="57" y="2426"/>
                  </a:cubicBezTo>
                  <a:lnTo>
                    <a:pt x="429" y="2426"/>
                  </a:lnTo>
                  <a:cubicBezTo>
                    <a:pt x="461" y="2426"/>
                    <a:pt x="486" y="2401"/>
                    <a:pt x="486" y="2368"/>
                  </a:cubicBezTo>
                  <a:lnTo>
                    <a:pt x="523" y="2181"/>
                  </a:lnTo>
                  <a:lnTo>
                    <a:pt x="523" y="57"/>
                  </a:lnTo>
                  <a:cubicBezTo>
                    <a:pt x="523" y="26"/>
                    <a:pt x="499" y="1"/>
                    <a:pt x="468"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131" name="Google Shape;3131;p27"/>
            <p:cNvSpPr/>
            <p:nvPr/>
          </p:nvSpPr>
          <p:spPr>
            <a:xfrm>
              <a:off x="1801404" y="4181440"/>
              <a:ext cx="17956" cy="79086"/>
            </a:xfrm>
            <a:custGeom>
              <a:rect b="b" l="l" r="r" t="t"/>
              <a:pathLst>
                <a:path extrusionOk="0" h="2462" w="559">
                  <a:moveTo>
                    <a:pt x="57" y="0"/>
                  </a:moveTo>
                  <a:cubicBezTo>
                    <a:pt x="25" y="0"/>
                    <a:pt x="0" y="26"/>
                    <a:pt x="0" y="57"/>
                  </a:cubicBezTo>
                  <a:lnTo>
                    <a:pt x="0" y="2406"/>
                  </a:lnTo>
                  <a:cubicBezTo>
                    <a:pt x="0" y="2437"/>
                    <a:pt x="25" y="2461"/>
                    <a:pt x="57" y="2461"/>
                  </a:cubicBezTo>
                  <a:lnTo>
                    <a:pt x="502" y="2461"/>
                  </a:lnTo>
                  <a:cubicBezTo>
                    <a:pt x="533" y="2461"/>
                    <a:pt x="559" y="2437"/>
                    <a:pt x="559" y="2406"/>
                  </a:cubicBezTo>
                  <a:lnTo>
                    <a:pt x="559" y="2182"/>
                  </a:lnTo>
                  <a:lnTo>
                    <a:pt x="336" y="2182"/>
                  </a:lnTo>
                  <a:cubicBezTo>
                    <a:pt x="306" y="2182"/>
                    <a:pt x="281" y="2156"/>
                    <a:pt x="281" y="2126"/>
                  </a:cubicBezTo>
                  <a:lnTo>
                    <a:pt x="281" y="0"/>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132" name="Google Shape;3132;p27"/>
            <p:cNvSpPr/>
            <p:nvPr/>
          </p:nvSpPr>
          <p:spPr>
            <a:xfrm>
              <a:off x="1802592" y="4322111"/>
              <a:ext cx="16832" cy="46770"/>
            </a:xfrm>
            <a:custGeom>
              <a:rect b="b" l="l" r="r" t="t"/>
              <a:pathLst>
                <a:path extrusionOk="0" h="1456" w="524">
                  <a:moveTo>
                    <a:pt x="244" y="0"/>
                  </a:moveTo>
                  <a:lnTo>
                    <a:pt x="57" y="38"/>
                  </a:lnTo>
                  <a:cubicBezTo>
                    <a:pt x="27" y="38"/>
                    <a:pt x="1" y="64"/>
                    <a:pt x="1" y="95"/>
                  </a:cubicBezTo>
                  <a:lnTo>
                    <a:pt x="1" y="1400"/>
                  </a:lnTo>
                  <a:cubicBezTo>
                    <a:pt x="1" y="1431"/>
                    <a:pt x="27" y="1455"/>
                    <a:pt x="57" y="1455"/>
                  </a:cubicBezTo>
                  <a:lnTo>
                    <a:pt x="429" y="1455"/>
                  </a:lnTo>
                  <a:cubicBezTo>
                    <a:pt x="461" y="1455"/>
                    <a:pt x="486" y="1431"/>
                    <a:pt x="486" y="1399"/>
                  </a:cubicBezTo>
                  <a:lnTo>
                    <a:pt x="523" y="1214"/>
                  </a:lnTo>
                  <a:lnTo>
                    <a:pt x="523" y="57"/>
                  </a:lnTo>
                  <a:cubicBezTo>
                    <a:pt x="523" y="27"/>
                    <a:pt x="499" y="0"/>
                    <a:pt x="468"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133" name="Google Shape;3133;p27"/>
            <p:cNvSpPr/>
            <p:nvPr/>
          </p:nvSpPr>
          <p:spPr>
            <a:xfrm>
              <a:off x="1801404" y="4322207"/>
              <a:ext cx="17956" cy="47927"/>
            </a:xfrm>
            <a:custGeom>
              <a:rect b="b" l="l" r="r" t="t"/>
              <a:pathLst>
                <a:path extrusionOk="0" h="1492" w="559">
                  <a:moveTo>
                    <a:pt x="57" y="0"/>
                  </a:moveTo>
                  <a:cubicBezTo>
                    <a:pt x="25" y="0"/>
                    <a:pt x="0" y="25"/>
                    <a:pt x="0" y="55"/>
                  </a:cubicBezTo>
                  <a:lnTo>
                    <a:pt x="0" y="1435"/>
                  </a:lnTo>
                  <a:cubicBezTo>
                    <a:pt x="0" y="1465"/>
                    <a:pt x="25" y="1491"/>
                    <a:pt x="57" y="1491"/>
                  </a:cubicBezTo>
                  <a:lnTo>
                    <a:pt x="502" y="1491"/>
                  </a:lnTo>
                  <a:cubicBezTo>
                    <a:pt x="533" y="1491"/>
                    <a:pt x="559" y="1465"/>
                    <a:pt x="559" y="1435"/>
                  </a:cubicBezTo>
                  <a:lnTo>
                    <a:pt x="559" y="1211"/>
                  </a:lnTo>
                  <a:lnTo>
                    <a:pt x="336" y="1211"/>
                  </a:lnTo>
                  <a:cubicBezTo>
                    <a:pt x="306" y="1211"/>
                    <a:pt x="281" y="1185"/>
                    <a:pt x="281" y="1154"/>
                  </a:cubicBezTo>
                  <a:lnTo>
                    <a:pt x="281" y="0"/>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134" name="Google Shape;3134;p27"/>
            <p:cNvSpPr/>
            <p:nvPr/>
          </p:nvSpPr>
          <p:spPr>
            <a:xfrm>
              <a:off x="1748367" y="4126926"/>
              <a:ext cx="76676" cy="18631"/>
            </a:xfrm>
            <a:custGeom>
              <a:rect b="b" l="l" r="r" t="t"/>
              <a:pathLst>
                <a:path extrusionOk="0" h="580" w="2387">
                  <a:moveTo>
                    <a:pt x="243" y="1"/>
                  </a:moveTo>
                  <a:lnTo>
                    <a:pt x="95" y="38"/>
                  </a:lnTo>
                  <a:cubicBezTo>
                    <a:pt x="43" y="38"/>
                    <a:pt x="1" y="82"/>
                    <a:pt x="1" y="132"/>
                  </a:cubicBezTo>
                  <a:lnTo>
                    <a:pt x="1" y="580"/>
                  </a:lnTo>
                  <a:lnTo>
                    <a:pt x="2331" y="580"/>
                  </a:lnTo>
                  <a:lnTo>
                    <a:pt x="2386" y="299"/>
                  </a:lnTo>
                  <a:lnTo>
                    <a:pt x="2386" y="95"/>
                  </a:lnTo>
                  <a:cubicBezTo>
                    <a:pt x="2386" y="43"/>
                    <a:pt x="2345" y="1"/>
                    <a:pt x="2292" y="1"/>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135" name="Google Shape;3135;p27"/>
            <p:cNvSpPr/>
            <p:nvPr/>
          </p:nvSpPr>
          <p:spPr>
            <a:xfrm>
              <a:off x="1747210" y="4126926"/>
              <a:ext cx="77865" cy="21618"/>
            </a:xfrm>
            <a:custGeom>
              <a:rect b="b" l="l" r="r" t="t"/>
              <a:pathLst>
                <a:path extrusionOk="0" h="673" w="2424">
                  <a:moveTo>
                    <a:pt x="95" y="1"/>
                  </a:moveTo>
                  <a:cubicBezTo>
                    <a:pt x="44" y="1"/>
                    <a:pt x="1" y="43"/>
                    <a:pt x="1" y="95"/>
                  </a:cubicBezTo>
                  <a:lnTo>
                    <a:pt x="1" y="672"/>
                  </a:lnTo>
                  <a:lnTo>
                    <a:pt x="2424" y="672"/>
                  </a:lnTo>
                  <a:lnTo>
                    <a:pt x="2424" y="299"/>
                  </a:lnTo>
                  <a:lnTo>
                    <a:pt x="335" y="299"/>
                  </a:lnTo>
                  <a:cubicBezTo>
                    <a:pt x="305" y="299"/>
                    <a:pt x="281" y="274"/>
                    <a:pt x="281" y="242"/>
                  </a:cubicBezTo>
                  <a:lnTo>
                    <a:pt x="281" y="1"/>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136" name="Google Shape;3136;p27"/>
            <p:cNvSpPr/>
            <p:nvPr/>
          </p:nvSpPr>
          <p:spPr>
            <a:xfrm>
              <a:off x="1707955" y="4145397"/>
              <a:ext cx="157593" cy="16896"/>
            </a:xfrm>
            <a:custGeom>
              <a:rect b="b" l="l" r="r" t="t"/>
              <a:pathLst>
                <a:path extrusionOk="0" h="526" w="4906">
                  <a:moveTo>
                    <a:pt x="244" y="0"/>
                  </a:moveTo>
                  <a:lnTo>
                    <a:pt x="95" y="40"/>
                  </a:lnTo>
                  <a:cubicBezTo>
                    <a:pt x="43" y="40"/>
                    <a:pt x="1" y="83"/>
                    <a:pt x="1" y="134"/>
                  </a:cubicBezTo>
                  <a:lnTo>
                    <a:pt x="1" y="432"/>
                  </a:lnTo>
                  <a:cubicBezTo>
                    <a:pt x="1" y="484"/>
                    <a:pt x="44" y="526"/>
                    <a:pt x="95" y="526"/>
                  </a:cubicBezTo>
                  <a:lnTo>
                    <a:pt x="4775" y="526"/>
                  </a:lnTo>
                  <a:cubicBezTo>
                    <a:pt x="4826" y="526"/>
                    <a:pt x="4866" y="484"/>
                    <a:pt x="4866" y="430"/>
                  </a:cubicBezTo>
                  <a:lnTo>
                    <a:pt x="4905" y="281"/>
                  </a:lnTo>
                  <a:lnTo>
                    <a:pt x="4905" y="95"/>
                  </a:lnTo>
                  <a:cubicBezTo>
                    <a:pt x="4905" y="42"/>
                    <a:pt x="4862" y="0"/>
                    <a:pt x="4811" y="0"/>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137" name="Google Shape;3137;p27"/>
            <p:cNvSpPr/>
            <p:nvPr/>
          </p:nvSpPr>
          <p:spPr>
            <a:xfrm>
              <a:off x="1706766" y="4145493"/>
              <a:ext cx="158782" cy="18021"/>
            </a:xfrm>
            <a:custGeom>
              <a:rect b="b" l="l" r="r" t="t"/>
              <a:pathLst>
                <a:path extrusionOk="0" h="561" w="4943">
                  <a:moveTo>
                    <a:pt x="94" y="0"/>
                  </a:moveTo>
                  <a:cubicBezTo>
                    <a:pt x="44" y="0"/>
                    <a:pt x="0" y="41"/>
                    <a:pt x="0" y="94"/>
                  </a:cubicBezTo>
                  <a:lnTo>
                    <a:pt x="0" y="466"/>
                  </a:lnTo>
                  <a:cubicBezTo>
                    <a:pt x="0" y="517"/>
                    <a:pt x="42" y="561"/>
                    <a:pt x="94" y="561"/>
                  </a:cubicBezTo>
                  <a:lnTo>
                    <a:pt x="4848" y="561"/>
                  </a:lnTo>
                  <a:cubicBezTo>
                    <a:pt x="4899" y="561"/>
                    <a:pt x="4942" y="519"/>
                    <a:pt x="4942" y="466"/>
                  </a:cubicBezTo>
                  <a:lnTo>
                    <a:pt x="4942" y="280"/>
                  </a:lnTo>
                  <a:lnTo>
                    <a:pt x="336" y="280"/>
                  </a:lnTo>
                  <a:cubicBezTo>
                    <a:pt x="306" y="280"/>
                    <a:pt x="281" y="255"/>
                    <a:pt x="281" y="225"/>
                  </a:cubicBezTo>
                  <a:lnTo>
                    <a:pt x="281" y="0"/>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138" name="Google Shape;3138;p27"/>
            <p:cNvSpPr/>
            <p:nvPr/>
          </p:nvSpPr>
          <p:spPr>
            <a:xfrm>
              <a:off x="1748945" y="4403641"/>
              <a:ext cx="76066" cy="19787"/>
            </a:xfrm>
            <a:custGeom>
              <a:rect b="b" l="l" r="r" t="t"/>
              <a:pathLst>
                <a:path extrusionOk="0" h="616" w="2368">
                  <a:moveTo>
                    <a:pt x="0" y="0"/>
                  </a:moveTo>
                  <a:lnTo>
                    <a:pt x="0" y="521"/>
                  </a:lnTo>
                  <a:cubicBezTo>
                    <a:pt x="0" y="573"/>
                    <a:pt x="44" y="615"/>
                    <a:pt x="94" y="615"/>
                  </a:cubicBezTo>
                  <a:lnTo>
                    <a:pt x="2240" y="615"/>
                  </a:lnTo>
                  <a:cubicBezTo>
                    <a:pt x="2292" y="615"/>
                    <a:pt x="2334" y="573"/>
                    <a:pt x="2329" y="521"/>
                  </a:cubicBezTo>
                  <a:lnTo>
                    <a:pt x="2367" y="372"/>
                  </a:lnTo>
                  <a:lnTo>
                    <a:pt x="2367" y="0"/>
                  </a:ln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139" name="Google Shape;3139;p27"/>
            <p:cNvSpPr/>
            <p:nvPr/>
          </p:nvSpPr>
          <p:spPr>
            <a:xfrm>
              <a:off x="1747178" y="4403641"/>
              <a:ext cx="77865" cy="21008"/>
            </a:xfrm>
            <a:custGeom>
              <a:rect b="b" l="l" r="r" t="t"/>
              <a:pathLst>
                <a:path extrusionOk="0" h="654" w="2424">
                  <a:moveTo>
                    <a:pt x="0" y="0"/>
                  </a:moveTo>
                  <a:lnTo>
                    <a:pt x="0" y="559"/>
                  </a:lnTo>
                  <a:cubicBezTo>
                    <a:pt x="0" y="610"/>
                    <a:pt x="41" y="653"/>
                    <a:pt x="94" y="653"/>
                  </a:cubicBezTo>
                  <a:lnTo>
                    <a:pt x="2329" y="653"/>
                  </a:lnTo>
                  <a:cubicBezTo>
                    <a:pt x="2382" y="653"/>
                    <a:pt x="2423" y="611"/>
                    <a:pt x="2423" y="559"/>
                  </a:cubicBezTo>
                  <a:lnTo>
                    <a:pt x="2423" y="372"/>
                  </a:lnTo>
                  <a:lnTo>
                    <a:pt x="336" y="372"/>
                  </a:lnTo>
                  <a:cubicBezTo>
                    <a:pt x="306" y="372"/>
                    <a:pt x="280" y="348"/>
                    <a:pt x="280" y="317"/>
                  </a:cubicBezTo>
                  <a:lnTo>
                    <a:pt x="280" y="0"/>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140" name="Google Shape;3140;p27"/>
            <p:cNvSpPr/>
            <p:nvPr/>
          </p:nvSpPr>
          <p:spPr>
            <a:xfrm>
              <a:off x="1707955" y="4387901"/>
              <a:ext cx="157593" cy="16929"/>
            </a:xfrm>
            <a:custGeom>
              <a:rect b="b" l="l" r="r" t="t"/>
              <a:pathLst>
                <a:path extrusionOk="0" h="527" w="4906">
                  <a:moveTo>
                    <a:pt x="244" y="1"/>
                  </a:moveTo>
                  <a:lnTo>
                    <a:pt x="95" y="40"/>
                  </a:lnTo>
                  <a:cubicBezTo>
                    <a:pt x="43" y="40"/>
                    <a:pt x="1" y="83"/>
                    <a:pt x="1" y="134"/>
                  </a:cubicBezTo>
                  <a:lnTo>
                    <a:pt x="1" y="432"/>
                  </a:lnTo>
                  <a:cubicBezTo>
                    <a:pt x="1" y="484"/>
                    <a:pt x="44" y="526"/>
                    <a:pt x="95" y="526"/>
                  </a:cubicBezTo>
                  <a:lnTo>
                    <a:pt x="4775" y="526"/>
                  </a:lnTo>
                  <a:cubicBezTo>
                    <a:pt x="4826" y="526"/>
                    <a:pt x="4866" y="484"/>
                    <a:pt x="4866" y="431"/>
                  </a:cubicBezTo>
                  <a:lnTo>
                    <a:pt x="4905" y="282"/>
                  </a:lnTo>
                  <a:lnTo>
                    <a:pt x="4905" y="95"/>
                  </a:lnTo>
                  <a:cubicBezTo>
                    <a:pt x="4905" y="43"/>
                    <a:pt x="4862" y="1"/>
                    <a:pt x="4811" y="1"/>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141" name="Google Shape;3141;p27"/>
            <p:cNvSpPr/>
            <p:nvPr/>
          </p:nvSpPr>
          <p:spPr>
            <a:xfrm>
              <a:off x="1706766" y="4388061"/>
              <a:ext cx="158782" cy="18021"/>
            </a:xfrm>
            <a:custGeom>
              <a:rect b="b" l="l" r="r" t="t"/>
              <a:pathLst>
                <a:path extrusionOk="0" h="561" w="4943">
                  <a:moveTo>
                    <a:pt x="94" y="0"/>
                  </a:moveTo>
                  <a:cubicBezTo>
                    <a:pt x="44" y="0"/>
                    <a:pt x="0" y="42"/>
                    <a:pt x="0" y="94"/>
                  </a:cubicBezTo>
                  <a:lnTo>
                    <a:pt x="0" y="466"/>
                  </a:lnTo>
                  <a:cubicBezTo>
                    <a:pt x="0" y="517"/>
                    <a:pt x="42" y="560"/>
                    <a:pt x="94" y="560"/>
                  </a:cubicBezTo>
                  <a:lnTo>
                    <a:pt x="4848" y="560"/>
                  </a:lnTo>
                  <a:cubicBezTo>
                    <a:pt x="4899" y="560"/>
                    <a:pt x="4942" y="520"/>
                    <a:pt x="4942" y="466"/>
                  </a:cubicBezTo>
                  <a:lnTo>
                    <a:pt x="4942" y="281"/>
                  </a:lnTo>
                  <a:lnTo>
                    <a:pt x="336" y="281"/>
                  </a:lnTo>
                  <a:cubicBezTo>
                    <a:pt x="306" y="281"/>
                    <a:pt x="281" y="255"/>
                    <a:pt x="281" y="225"/>
                  </a:cubicBezTo>
                  <a:lnTo>
                    <a:pt x="281" y="0"/>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3142" name="Google Shape;3142;p27"/>
          <p:cNvGrpSpPr/>
          <p:nvPr/>
        </p:nvGrpSpPr>
        <p:grpSpPr>
          <a:xfrm>
            <a:off x="7281967" y="3528071"/>
            <a:ext cx="297648" cy="203593"/>
            <a:chOff x="7281967" y="3528071"/>
            <a:chExt cx="297648" cy="203593"/>
          </a:xfrm>
        </p:grpSpPr>
        <p:sp>
          <p:nvSpPr>
            <p:cNvPr id="3143" name="Google Shape;3143;p27"/>
            <p:cNvSpPr/>
            <p:nvPr/>
          </p:nvSpPr>
          <p:spPr>
            <a:xfrm>
              <a:off x="7282899" y="3528071"/>
              <a:ext cx="296716" cy="202532"/>
            </a:xfrm>
            <a:custGeom>
              <a:rect b="b" l="l" r="r" t="t"/>
              <a:pathLst>
                <a:path extrusionOk="0" h="6305" w="9237">
                  <a:moveTo>
                    <a:pt x="345" y="0"/>
                  </a:moveTo>
                  <a:cubicBezTo>
                    <a:pt x="304" y="0"/>
                    <a:pt x="268" y="6"/>
                    <a:pt x="232" y="17"/>
                  </a:cubicBezTo>
                  <a:cubicBezTo>
                    <a:pt x="232" y="17"/>
                    <a:pt x="182" y="72"/>
                    <a:pt x="151" y="97"/>
                  </a:cubicBezTo>
                  <a:cubicBezTo>
                    <a:pt x="57" y="164"/>
                    <a:pt x="0" y="246"/>
                    <a:pt x="0" y="372"/>
                  </a:cubicBezTo>
                  <a:lnTo>
                    <a:pt x="42" y="5917"/>
                  </a:lnTo>
                  <a:cubicBezTo>
                    <a:pt x="42" y="6122"/>
                    <a:pt x="209" y="6289"/>
                    <a:pt x="414" y="6289"/>
                  </a:cubicBezTo>
                  <a:lnTo>
                    <a:pt x="8832" y="6305"/>
                  </a:lnTo>
                  <a:cubicBezTo>
                    <a:pt x="8965" y="6305"/>
                    <a:pt x="9083" y="6261"/>
                    <a:pt x="9151" y="6160"/>
                  </a:cubicBezTo>
                  <a:cubicBezTo>
                    <a:pt x="9168" y="6135"/>
                    <a:pt x="9220" y="6079"/>
                    <a:pt x="9220" y="6079"/>
                  </a:cubicBezTo>
                  <a:lnTo>
                    <a:pt x="9220" y="6077"/>
                  </a:lnTo>
                  <a:cubicBezTo>
                    <a:pt x="9230" y="6043"/>
                    <a:pt x="9236" y="6005"/>
                    <a:pt x="9236" y="5967"/>
                  </a:cubicBezTo>
                  <a:lnTo>
                    <a:pt x="9236" y="374"/>
                  </a:lnTo>
                  <a:cubicBezTo>
                    <a:pt x="9236" y="167"/>
                    <a:pt x="9070" y="0"/>
                    <a:pt x="8864" y="0"/>
                  </a:cubicBezTo>
                  <a:close/>
                </a:path>
              </a:pathLst>
            </a:cu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144" name="Google Shape;3144;p27"/>
            <p:cNvSpPr/>
            <p:nvPr/>
          </p:nvSpPr>
          <p:spPr>
            <a:xfrm>
              <a:off x="7293628" y="3539668"/>
              <a:ext cx="8994" cy="9026"/>
            </a:xfrm>
            <a:custGeom>
              <a:rect b="b" l="l" r="r" t="t"/>
              <a:pathLst>
                <a:path extrusionOk="0" h="281" w="280">
                  <a:moveTo>
                    <a:pt x="139" y="1"/>
                  </a:moveTo>
                  <a:cubicBezTo>
                    <a:pt x="63" y="1"/>
                    <a:pt x="0" y="63"/>
                    <a:pt x="0" y="141"/>
                  </a:cubicBezTo>
                  <a:cubicBezTo>
                    <a:pt x="0" y="218"/>
                    <a:pt x="63" y="280"/>
                    <a:pt x="139" y="280"/>
                  </a:cubicBezTo>
                  <a:cubicBezTo>
                    <a:pt x="218" y="280"/>
                    <a:pt x="280" y="218"/>
                    <a:pt x="280" y="141"/>
                  </a:cubicBezTo>
                  <a:cubicBezTo>
                    <a:pt x="280" y="63"/>
                    <a:pt x="218" y="1"/>
                    <a:pt x="139"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145" name="Google Shape;3145;p27"/>
            <p:cNvSpPr/>
            <p:nvPr/>
          </p:nvSpPr>
          <p:spPr>
            <a:xfrm>
              <a:off x="7293628" y="3710342"/>
              <a:ext cx="8994" cy="9026"/>
            </a:xfrm>
            <a:custGeom>
              <a:rect b="b" l="l" r="r" t="t"/>
              <a:pathLst>
                <a:path extrusionOk="0" h="281" w="280">
                  <a:moveTo>
                    <a:pt x="139" y="1"/>
                  </a:moveTo>
                  <a:cubicBezTo>
                    <a:pt x="63" y="1"/>
                    <a:pt x="0" y="63"/>
                    <a:pt x="0" y="141"/>
                  </a:cubicBezTo>
                  <a:cubicBezTo>
                    <a:pt x="0" y="218"/>
                    <a:pt x="63" y="280"/>
                    <a:pt x="139" y="280"/>
                  </a:cubicBezTo>
                  <a:cubicBezTo>
                    <a:pt x="218" y="280"/>
                    <a:pt x="280" y="218"/>
                    <a:pt x="280" y="141"/>
                  </a:cubicBezTo>
                  <a:cubicBezTo>
                    <a:pt x="280" y="63"/>
                    <a:pt x="218" y="1"/>
                    <a:pt x="139"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146" name="Google Shape;3146;p27"/>
            <p:cNvSpPr/>
            <p:nvPr/>
          </p:nvSpPr>
          <p:spPr>
            <a:xfrm>
              <a:off x="7310044" y="3555216"/>
              <a:ext cx="242364" cy="105812"/>
            </a:xfrm>
            <a:custGeom>
              <a:rect b="b" l="l" r="r" t="t"/>
              <a:pathLst>
                <a:path extrusionOk="0" h="3294" w="7545">
                  <a:moveTo>
                    <a:pt x="255" y="1"/>
                  </a:moveTo>
                  <a:lnTo>
                    <a:pt x="187" y="16"/>
                  </a:lnTo>
                  <a:cubicBezTo>
                    <a:pt x="83" y="16"/>
                    <a:pt x="0" y="100"/>
                    <a:pt x="0" y="203"/>
                  </a:cubicBezTo>
                  <a:lnTo>
                    <a:pt x="44" y="3107"/>
                  </a:lnTo>
                  <a:cubicBezTo>
                    <a:pt x="44" y="3211"/>
                    <a:pt x="126" y="3294"/>
                    <a:pt x="231" y="3294"/>
                  </a:cubicBezTo>
                  <a:lnTo>
                    <a:pt x="7318" y="3288"/>
                  </a:lnTo>
                  <a:cubicBezTo>
                    <a:pt x="7421" y="3288"/>
                    <a:pt x="7508" y="3258"/>
                    <a:pt x="7509" y="3155"/>
                  </a:cubicBezTo>
                  <a:lnTo>
                    <a:pt x="7544" y="3077"/>
                  </a:lnTo>
                  <a:lnTo>
                    <a:pt x="7544" y="187"/>
                  </a:lnTo>
                  <a:cubicBezTo>
                    <a:pt x="7544" y="84"/>
                    <a:pt x="7462" y="1"/>
                    <a:pt x="7357" y="1"/>
                  </a:cubicBezTo>
                  <a:close/>
                </a:path>
              </a:pathLst>
            </a:custGeom>
            <a:solidFill>
              <a:schemeClr val="l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147" name="Google Shape;3147;p27"/>
            <p:cNvSpPr/>
            <p:nvPr/>
          </p:nvSpPr>
          <p:spPr>
            <a:xfrm>
              <a:off x="7309209" y="3555248"/>
              <a:ext cx="243135" cy="107835"/>
            </a:xfrm>
            <a:custGeom>
              <a:rect b="b" l="l" r="r" t="t"/>
              <a:pathLst>
                <a:path extrusionOk="0" h="3357" w="7569">
                  <a:moveTo>
                    <a:pt x="187" y="1"/>
                  </a:moveTo>
                  <a:cubicBezTo>
                    <a:pt x="84" y="1"/>
                    <a:pt x="0" y="85"/>
                    <a:pt x="0" y="188"/>
                  </a:cubicBezTo>
                  <a:lnTo>
                    <a:pt x="0" y="3170"/>
                  </a:lnTo>
                  <a:cubicBezTo>
                    <a:pt x="0" y="3273"/>
                    <a:pt x="84" y="3357"/>
                    <a:pt x="187" y="3357"/>
                  </a:cubicBezTo>
                  <a:lnTo>
                    <a:pt x="569" y="3357"/>
                  </a:lnTo>
                  <a:lnTo>
                    <a:pt x="3971" y="3218"/>
                  </a:lnTo>
                  <a:lnTo>
                    <a:pt x="7000" y="3357"/>
                  </a:lnTo>
                  <a:lnTo>
                    <a:pt x="7382" y="3357"/>
                  </a:lnTo>
                  <a:cubicBezTo>
                    <a:pt x="7485" y="3357"/>
                    <a:pt x="7569" y="3273"/>
                    <a:pt x="7569" y="3170"/>
                  </a:cubicBezTo>
                  <a:lnTo>
                    <a:pt x="7569" y="3077"/>
                  </a:lnTo>
                  <a:lnTo>
                    <a:pt x="338" y="3077"/>
                  </a:lnTo>
                  <a:cubicBezTo>
                    <a:pt x="307" y="3077"/>
                    <a:pt x="281" y="3053"/>
                    <a:pt x="281" y="3022"/>
                  </a:cubicBezTo>
                  <a:lnTo>
                    <a:pt x="281" y="1"/>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148" name="Google Shape;3148;p27"/>
            <p:cNvSpPr/>
            <p:nvPr/>
          </p:nvSpPr>
          <p:spPr>
            <a:xfrm>
              <a:off x="7327487" y="3590841"/>
              <a:ext cx="206580" cy="68806"/>
            </a:xfrm>
            <a:custGeom>
              <a:rect b="b" l="l" r="r" t="t"/>
              <a:pathLst>
                <a:path extrusionOk="0" h="2142" w="6431">
                  <a:moveTo>
                    <a:pt x="57" y="0"/>
                  </a:moveTo>
                  <a:cubicBezTo>
                    <a:pt x="25" y="0"/>
                    <a:pt x="0" y="26"/>
                    <a:pt x="0" y="57"/>
                  </a:cubicBezTo>
                  <a:lnTo>
                    <a:pt x="0" y="1968"/>
                  </a:lnTo>
                  <a:lnTo>
                    <a:pt x="45" y="2107"/>
                  </a:lnTo>
                  <a:lnTo>
                    <a:pt x="3372" y="2141"/>
                  </a:lnTo>
                  <a:lnTo>
                    <a:pt x="6328" y="2107"/>
                  </a:lnTo>
                  <a:lnTo>
                    <a:pt x="6431" y="1968"/>
                  </a:lnTo>
                  <a:lnTo>
                    <a:pt x="6431" y="57"/>
                  </a:lnTo>
                  <a:cubicBezTo>
                    <a:pt x="6431" y="26"/>
                    <a:pt x="6406" y="3"/>
                    <a:pt x="6376" y="0"/>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149" name="Google Shape;3149;p27"/>
            <p:cNvSpPr/>
            <p:nvPr/>
          </p:nvSpPr>
          <p:spPr>
            <a:xfrm>
              <a:off x="7327487" y="3654029"/>
              <a:ext cx="206580" cy="9059"/>
            </a:xfrm>
            <a:custGeom>
              <a:rect b="b" l="l" r="r" t="t"/>
              <a:pathLst>
                <a:path extrusionOk="0" h="282" w="6431">
                  <a:moveTo>
                    <a:pt x="0" y="1"/>
                  </a:moveTo>
                  <a:lnTo>
                    <a:pt x="0" y="282"/>
                  </a:lnTo>
                  <a:lnTo>
                    <a:pt x="6431" y="282"/>
                  </a:lnTo>
                  <a:lnTo>
                    <a:pt x="6431" y="1"/>
                  </a:lnTo>
                  <a:close/>
                </a:path>
              </a:pathLst>
            </a:custGeom>
            <a:solidFill>
              <a:srgbClr val="EAE2D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150" name="Google Shape;3150;p27"/>
            <p:cNvSpPr/>
            <p:nvPr/>
          </p:nvSpPr>
          <p:spPr>
            <a:xfrm>
              <a:off x="7338281" y="3681302"/>
              <a:ext cx="185058" cy="50336"/>
            </a:xfrm>
            <a:custGeom>
              <a:rect b="b" l="l" r="r" t="t"/>
              <a:pathLst>
                <a:path extrusionOk="0" h="1567" w="5761">
                  <a:moveTo>
                    <a:pt x="520" y="0"/>
                  </a:moveTo>
                  <a:cubicBezTo>
                    <a:pt x="433" y="0"/>
                    <a:pt x="359" y="61"/>
                    <a:pt x="339" y="143"/>
                  </a:cubicBezTo>
                  <a:lnTo>
                    <a:pt x="0" y="1566"/>
                  </a:lnTo>
                  <a:lnTo>
                    <a:pt x="5760" y="1566"/>
                  </a:lnTo>
                  <a:lnTo>
                    <a:pt x="5422" y="143"/>
                  </a:lnTo>
                  <a:cubicBezTo>
                    <a:pt x="5400" y="61"/>
                    <a:pt x="5326" y="0"/>
                    <a:pt x="5239" y="0"/>
                  </a:cubicBezTo>
                  <a:close/>
                </a:path>
              </a:pathLst>
            </a:custGeom>
            <a:solidFill>
              <a:srgbClr val="FA5E9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151" name="Google Shape;3151;p27"/>
            <p:cNvSpPr/>
            <p:nvPr/>
          </p:nvSpPr>
          <p:spPr>
            <a:xfrm>
              <a:off x="7281967" y="3528521"/>
              <a:ext cx="297069" cy="203143"/>
            </a:xfrm>
            <a:custGeom>
              <a:rect b="b" l="l" r="r" t="t"/>
              <a:pathLst>
                <a:path extrusionOk="0" h="6324" w="9248">
                  <a:moveTo>
                    <a:pt x="261" y="1"/>
                  </a:moveTo>
                  <a:cubicBezTo>
                    <a:pt x="109" y="48"/>
                    <a:pt x="0" y="189"/>
                    <a:pt x="0" y="358"/>
                  </a:cubicBezTo>
                  <a:lnTo>
                    <a:pt x="0" y="5950"/>
                  </a:lnTo>
                  <a:cubicBezTo>
                    <a:pt x="0" y="6157"/>
                    <a:pt x="167" y="6324"/>
                    <a:pt x="374" y="6324"/>
                  </a:cubicBezTo>
                  <a:lnTo>
                    <a:pt x="1752" y="6324"/>
                  </a:lnTo>
                  <a:lnTo>
                    <a:pt x="4624" y="6224"/>
                  </a:lnTo>
                  <a:lnTo>
                    <a:pt x="7512" y="6324"/>
                  </a:lnTo>
                  <a:lnTo>
                    <a:pt x="8890" y="6324"/>
                  </a:lnTo>
                  <a:cubicBezTo>
                    <a:pt x="9057" y="6324"/>
                    <a:pt x="9198" y="6214"/>
                    <a:pt x="9248" y="6063"/>
                  </a:cubicBezTo>
                  <a:lnTo>
                    <a:pt x="7778" y="6063"/>
                  </a:lnTo>
                  <a:lnTo>
                    <a:pt x="7778" y="6062"/>
                  </a:lnTo>
                  <a:cubicBezTo>
                    <a:pt x="7744" y="6062"/>
                    <a:pt x="7713" y="6037"/>
                    <a:pt x="7706" y="6004"/>
                  </a:cubicBezTo>
                  <a:lnTo>
                    <a:pt x="7428" y="4839"/>
                  </a:lnTo>
                  <a:cubicBezTo>
                    <a:pt x="7380" y="4636"/>
                    <a:pt x="7201" y="4494"/>
                    <a:pt x="6992" y="4494"/>
                  </a:cubicBezTo>
                  <a:lnTo>
                    <a:pt x="2273" y="4494"/>
                  </a:lnTo>
                  <a:cubicBezTo>
                    <a:pt x="2064" y="4494"/>
                    <a:pt x="1886" y="4636"/>
                    <a:pt x="1837" y="4839"/>
                  </a:cubicBezTo>
                  <a:lnTo>
                    <a:pt x="1561" y="6004"/>
                  </a:lnTo>
                  <a:cubicBezTo>
                    <a:pt x="1553" y="6037"/>
                    <a:pt x="1522" y="6062"/>
                    <a:pt x="1488" y="6062"/>
                  </a:cubicBezTo>
                  <a:lnTo>
                    <a:pt x="429" y="6062"/>
                  </a:lnTo>
                  <a:cubicBezTo>
                    <a:pt x="337" y="6062"/>
                    <a:pt x="261" y="5985"/>
                    <a:pt x="261" y="5892"/>
                  </a:cubicBezTo>
                  <a:lnTo>
                    <a:pt x="261" y="1"/>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152" name="Google Shape;3152;p27"/>
            <p:cNvSpPr/>
            <p:nvPr/>
          </p:nvSpPr>
          <p:spPr>
            <a:xfrm>
              <a:off x="7340048" y="3681302"/>
              <a:ext cx="182167" cy="49308"/>
            </a:xfrm>
            <a:custGeom>
              <a:rect b="b" l="l" r="r" t="t"/>
              <a:pathLst>
                <a:path extrusionOk="0" h="1535" w="5671">
                  <a:moveTo>
                    <a:pt x="465" y="0"/>
                  </a:moveTo>
                  <a:cubicBezTo>
                    <a:pt x="378" y="0"/>
                    <a:pt x="304" y="61"/>
                    <a:pt x="284" y="143"/>
                  </a:cubicBezTo>
                  <a:lnTo>
                    <a:pt x="7" y="1306"/>
                  </a:lnTo>
                  <a:lnTo>
                    <a:pt x="0" y="1516"/>
                  </a:lnTo>
                  <a:lnTo>
                    <a:pt x="2897" y="1465"/>
                  </a:lnTo>
                  <a:lnTo>
                    <a:pt x="5671" y="1535"/>
                  </a:lnTo>
                  <a:lnTo>
                    <a:pt x="5645" y="1307"/>
                  </a:lnTo>
                  <a:lnTo>
                    <a:pt x="5367" y="145"/>
                  </a:lnTo>
                  <a:cubicBezTo>
                    <a:pt x="5345" y="61"/>
                    <a:pt x="5271" y="0"/>
                    <a:pt x="5184" y="0"/>
                  </a:cubicBezTo>
                  <a:close/>
                </a:path>
              </a:pathLst>
            </a:custGeom>
            <a:solidFill>
              <a:schemeClr val="l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153" name="Google Shape;3153;p27"/>
            <p:cNvSpPr/>
            <p:nvPr/>
          </p:nvSpPr>
          <p:spPr>
            <a:xfrm>
              <a:off x="7338217" y="3723224"/>
              <a:ext cx="185058" cy="8416"/>
            </a:xfrm>
            <a:custGeom>
              <a:rect b="b" l="l" r="r" t="t"/>
              <a:pathLst>
                <a:path extrusionOk="0" h="262" w="5761">
                  <a:moveTo>
                    <a:pt x="63" y="1"/>
                  </a:moveTo>
                  <a:lnTo>
                    <a:pt x="1" y="261"/>
                  </a:lnTo>
                  <a:lnTo>
                    <a:pt x="5761" y="261"/>
                  </a:lnTo>
                  <a:lnTo>
                    <a:pt x="5699" y="1"/>
                  </a:lnTo>
                  <a:close/>
                </a:path>
              </a:pathLst>
            </a:custGeom>
            <a:solidFill>
              <a:srgbClr val="D94F8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154" name="Google Shape;3154;p27"/>
            <p:cNvSpPr/>
            <p:nvPr/>
          </p:nvSpPr>
          <p:spPr>
            <a:xfrm>
              <a:off x="7413933" y="3608895"/>
              <a:ext cx="33664" cy="35913"/>
            </a:xfrm>
            <a:custGeom>
              <a:rect b="b" l="l" r="r" t="t"/>
              <a:pathLst>
                <a:path extrusionOk="0" h="1118" w="1048">
                  <a:moveTo>
                    <a:pt x="1" y="0"/>
                  </a:moveTo>
                  <a:cubicBezTo>
                    <a:pt x="61" y="175"/>
                    <a:pt x="1" y="363"/>
                    <a:pt x="1" y="559"/>
                  </a:cubicBezTo>
                  <a:cubicBezTo>
                    <a:pt x="1" y="754"/>
                    <a:pt x="61" y="942"/>
                    <a:pt x="1" y="1118"/>
                  </a:cubicBezTo>
                  <a:lnTo>
                    <a:pt x="1047" y="1118"/>
                  </a:lnTo>
                  <a:cubicBezTo>
                    <a:pt x="986" y="942"/>
                    <a:pt x="1047" y="754"/>
                    <a:pt x="1047" y="559"/>
                  </a:cubicBezTo>
                  <a:cubicBezTo>
                    <a:pt x="1047" y="362"/>
                    <a:pt x="986" y="174"/>
                    <a:pt x="1047"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155" name="Google Shape;3155;p27"/>
            <p:cNvSpPr/>
            <p:nvPr/>
          </p:nvSpPr>
          <p:spPr>
            <a:xfrm>
              <a:off x="7360350" y="3698071"/>
              <a:ext cx="16768" cy="16768"/>
            </a:xfrm>
            <a:custGeom>
              <a:rect b="b" l="l" r="r" t="t"/>
              <a:pathLst>
                <a:path extrusionOk="0" h="522" w="522">
                  <a:moveTo>
                    <a:pt x="261" y="1"/>
                  </a:moveTo>
                  <a:cubicBezTo>
                    <a:pt x="118" y="1"/>
                    <a:pt x="1" y="118"/>
                    <a:pt x="1" y="261"/>
                  </a:cubicBezTo>
                  <a:cubicBezTo>
                    <a:pt x="1" y="406"/>
                    <a:pt x="118" y="522"/>
                    <a:pt x="261" y="522"/>
                  </a:cubicBezTo>
                  <a:cubicBezTo>
                    <a:pt x="406" y="522"/>
                    <a:pt x="522" y="406"/>
                    <a:pt x="522" y="261"/>
                  </a:cubicBezTo>
                  <a:cubicBezTo>
                    <a:pt x="522" y="118"/>
                    <a:pt x="406" y="1"/>
                    <a:pt x="261"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156" name="Google Shape;3156;p27"/>
            <p:cNvSpPr/>
            <p:nvPr/>
          </p:nvSpPr>
          <p:spPr>
            <a:xfrm>
              <a:off x="7484349" y="3698071"/>
              <a:ext cx="16768" cy="16768"/>
            </a:xfrm>
            <a:custGeom>
              <a:rect b="b" l="l" r="r" t="t"/>
              <a:pathLst>
                <a:path extrusionOk="0" h="522" w="522">
                  <a:moveTo>
                    <a:pt x="261" y="1"/>
                  </a:moveTo>
                  <a:cubicBezTo>
                    <a:pt x="118" y="1"/>
                    <a:pt x="0" y="118"/>
                    <a:pt x="0" y="261"/>
                  </a:cubicBezTo>
                  <a:cubicBezTo>
                    <a:pt x="0" y="406"/>
                    <a:pt x="118" y="522"/>
                    <a:pt x="261" y="522"/>
                  </a:cubicBezTo>
                  <a:cubicBezTo>
                    <a:pt x="406" y="522"/>
                    <a:pt x="521" y="406"/>
                    <a:pt x="521" y="261"/>
                  </a:cubicBezTo>
                  <a:cubicBezTo>
                    <a:pt x="521" y="118"/>
                    <a:pt x="406" y="1"/>
                    <a:pt x="261"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157" name="Google Shape;3157;p27"/>
            <p:cNvSpPr/>
            <p:nvPr/>
          </p:nvSpPr>
          <p:spPr>
            <a:xfrm>
              <a:off x="7462055" y="3701990"/>
              <a:ext cx="8962" cy="8994"/>
            </a:xfrm>
            <a:custGeom>
              <a:rect b="b" l="l" r="r" t="t"/>
              <a:pathLst>
                <a:path extrusionOk="0" h="280" w="279">
                  <a:moveTo>
                    <a:pt x="140" y="0"/>
                  </a:moveTo>
                  <a:cubicBezTo>
                    <a:pt x="63" y="0"/>
                    <a:pt x="1" y="62"/>
                    <a:pt x="1" y="139"/>
                  </a:cubicBezTo>
                  <a:cubicBezTo>
                    <a:pt x="1" y="217"/>
                    <a:pt x="63" y="280"/>
                    <a:pt x="140" y="280"/>
                  </a:cubicBezTo>
                  <a:cubicBezTo>
                    <a:pt x="217" y="280"/>
                    <a:pt x="279" y="217"/>
                    <a:pt x="279" y="139"/>
                  </a:cubicBezTo>
                  <a:cubicBezTo>
                    <a:pt x="279" y="62"/>
                    <a:pt x="217" y="0"/>
                    <a:pt x="140"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158" name="Google Shape;3158;p27"/>
            <p:cNvSpPr/>
            <p:nvPr/>
          </p:nvSpPr>
          <p:spPr>
            <a:xfrm>
              <a:off x="7390483" y="3701990"/>
              <a:ext cx="8962" cy="8994"/>
            </a:xfrm>
            <a:custGeom>
              <a:rect b="b" l="l" r="r" t="t"/>
              <a:pathLst>
                <a:path extrusionOk="0" h="280" w="279">
                  <a:moveTo>
                    <a:pt x="140" y="0"/>
                  </a:moveTo>
                  <a:cubicBezTo>
                    <a:pt x="63" y="0"/>
                    <a:pt x="1" y="62"/>
                    <a:pt x="1" y="139"/>
                  </a:cubicBezTo>
                  <a:cubicBezTo>
                    <a:pt x="1" y="217"/>
                    <a:pt x="63" y="280"/>
                    <a:pt x="140" y="280"/>
                  </a:cubicBezTo>
                  <a:cubicBezTo>
                    <a:pt x="217" y="280"/>
                    <a:pt x="279" y="217"/>
                    <a:pt x="279" y="139"/>
                  </a:cubicBezTo>
                  <a:cubicBezTo>
                    <a:pt x="279" y="62"/>
                    <a:pt x="217" y="0"/>
                    <a:pt x="140"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159" name="Google Shape;3159;p27"/>
            <p:cNvSpPr/>
            <p:nvPr/>
          </p:nvSpPr>
          <p:spPr>
            <a:xfrm>
              <a:off x="7408344" y="3701990"/>
              <a:ext cx="44907" cy="8994"/>
            </a:xfrm>
            <a:custGeom>
              <a:rect b="b" l="l" r="r" t="t"/>
              <a:pathLst>
                <a:path extrusionOk="0" h="280" w="1398">
                  <a:moveTo>
                    <a:pt x="140" y="0"/>
                  </a:moveTo>
                  <a:cubicBezTo>
                    <a:pt x="63" y="0"/>
                    <a:pt x="1" y="62"/>
                    <a:pt x="1" y="141"/>
                  </a:cubicBezTo>
                  <a:cubicBezTo>
                    <a:pt x="1" y="216"/>
                    <a:pt x="62" y="280"/>
                    <a:pt x="140" y="280"/>
                  </a:cubicBezTo>
                  <a:lnTo>
                    <a:pt x="1257" y="280"/>
                  </a:lnTo>
                  <a:cubicBezTo>
                    <a:pt x="1334" y="280"/>
                    <a:pt x="1398" y="216"/>
                    <a:pt x="1398" y="141"/>
                  </a:cubicBezTo>
                  <a:cubicBezTo>
                    <a:pt x="1398" y="64"/>
                    <a:pt x="1336" y="0"/>
                    <a:pt x="1257"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160" name="Google Shape;3160;p27"/>
            <p:cNvSpPr/>
            <p:nvPr/>
          </p:nvSpPr>
          <p:spPr>
            <a:xfrm>
              <a:off x="7340690" y="3604333"/>
              <a:ext cx="44907" cy="44907"/>
            </a:xfrm>
            <a:custGeom>
              <a:rect b="b" l="l" r="r" t="t"/>
              <a:pathLst>
                <a:path extrusionOk="0" h="1398" w="1398">
                  <a:moveTo>
                    <a:pt x="698" y="280"/>
                  </a:moveTo>
                  <a:cubicBezTo>
                    <a:pt x="804" y="280"/>
                    <a:pt x="897" y="317"/>
                    <a:pt x="972" y="381"/>
                  </a:cubicBezTo>
                  <a:lnTo>
                    <a:pt x="873" y="439"/>
                  </a:lnTo>
                  <a:cubicBezTo>
                    <a:pt x="807" y="478"/>
                    <a:pt x="785" y="563"/>
                    <a:pt x="823" y="630"/>
                  </a:cubicBezTo>
                  <a:cubicBezTo>
                    <a:pt x="849" y="676"/>
                    <a:pt x="895" y="699"/>
                    <a:pt x="944" y="699"/>
                  </a:cubicBezTo>
                  <a:cubicBezTo>
                    <a:pt x="968" y="699"/>
                    <a:pt x="994" y="694"/>
                    <a:pt x="1015" y="679"/>
                  </a:cubicBezTo>
                  <a:lnTo>
                    <a:pt x="1112" y="623"/>
                  </a:lnTo>
                  <a:cubicBezTo>
                    <a:pt x="1117" y="649"/>
                    <a:pt x="1120" y="673"/>
                    <a:pt x="1120" y="699"/>
                  </a:cubicBezTo>
                  <a:cubicBezTo>
                    <a:pt x="1117" y="882"/>
                    <a:pt x="1001" y="1038"/>
                    <a:pt x="837" y="1096"/>
                  </a:cubicBezTo>
                  <a:lnTo>
                    <a:pt x="837" y="980"/>
                  </a:lnTo>
                  <a:cubicBezTo>
                    <a:pt x="837" y="902"/>
                    <a:pt x="775" y="840"/>
                    <a:pt x="698" y="840"/>
                  </a:cubicBezTo>
                  <a:cubicBezTo>
                    <a:pt x="622" y="840"/>
                    <a:pt x="559" y="904"/>
                    <a:pt x="559" y="980"/>
                  </a:cubicBezTo>
                  <a:lnTo>
                    <a:pt x="559" y="1096"/>
                  </a:lnTo>
                  <a:cubicBezTo>
                    <a:pt x="396" y="1038"/>
                    <a:pt x="278" y="882"/>
                    <a:pt x="278" y="699"/>
                  </a:cubicBezTo>
                  <a:cubicBezTo>
                    <a:pt x="278" y="673"/>
                    <a:pt x="280" y="649"/>
                    <a:pt x="286" y="623"/>
                  </a:cubicBezTo>
                  <a:lnTo>
                    <a:pt x="381" y="679"/>
                  </a:lnTo>
                  <a:cubicBezTo>
                    <a:pt x="403" y="692"/>
                    <a:pt x="429" y="699"/>
                    <a:pt x="452" y="699"/>
                  </a:cubicBezTo>
                  <a:cubicBezTo>
                    <a:pt x="501" y="699"/>
                    <a:pt x="546" y="673"/>
                    <a:pt x="574" y="630"/>
                  </a:cubicBezTo>
                  <a:cubicBezTo>
                    <a:pt x="613" y="563"/>
                    <a:pt x="590" y="478"/>
                    <a:pt x="523" y="439"/>
                  </a:cubicBezTo>
                  <a:lnTo>
                    <a:pt x="425" y="381"/>
                  </a:lnTo>
                  <a:cubicBezTo>
                    <a:pt x="498" y="317"/>
                    <a:pt x="593" y="280"/>
                    <a:pt x="698" y="280"/>
                  </a:cubicBezTo>
                  <a:close/>
                  <a:moveTo>
                    <a:pt x="698" y="0"/>
                  </a:moveTo>
                  <a:cubicBezTo>
                    <a:pt x="313" y="0"/>
                    <a:pt x="0" y="314"/>
                    <a:pt x="0" y="699"/>
                  </a:cubicBezTo>
                  <a:cubicBezTo>
                    <a:pt x="0" y="1084"/>
                    <a:pt x="313" y="1397"/>
                    <a:pt x="698" y="1397"/>
                  </a:cubicBezTo>
                  <a:cubicBezTo>
                    <a:pt x="1083" y="1397"/>
                    <a:pt x="1397" y="1084"/>
                    <a:pt x="1397" y="699"/>
                  </a:cubicBezTo>
                  <a:cubicBezTo>
                    <a:pt x="1397" y="316"/>
                    <a:pt x="1083" y="0"/>
                    <a:pt x="698"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161" name="Google Shape;3161;p27"/>
            <p:cNvSpPr/>
            <p:nvPr/>
          </p:nvSpPr>
          <p:spPr>
            <a:xfrm>
              <a:off x="7476029" y="3604333"/>
              <a:ext cx="44907" cy="44907"/>
            </a:xfrm>
            <a:custGeom>
              <a:rect b="b" l="l" r="r" t="t"/>
              <a:pathLst>
                <a:path extrusionOk="0" h="1398" w="1398">
                  <a:moveTo>
                    <a:pt x="698" y="281"/>
                  </a:moveTo>
                  <a:cubicBezTo>
                    <a:pt x="804" y="281"/>
                    <a:pt x="898" y="319"/>
                    <a:pt x="971" y="382"/>
                  </a:cubicBezTo>
                  <a:lnTo>
                    <a:pt x="873" y="439"/>
                  </a:lnTo>
                  <a:cubicBezTo>
                    <a:pt x="806" y="478"/>
                    <a:pt x="785" y="563"/>
                    <a:pt x="822" y="630"/>
                  </a:cubicBezTo>
                  <a:cubicBezTo>
                    <a:pt x="848" y="676"/>
                    <a:pt x="895" y="699"/>
                    <a:pt x="944" y="699"/>
                  </a:cubicBezTo>
                  <a:cubicBezTo>
                    <a:pt x="967" y="699"/>
                    <a:pt x="993" y="694"/>
                    <a:pt x="1015" y="679"/>
                  </a:cubicBezTo>
                  <a:lnTo>
                    <a:pt x="1110" y="623"/>
                  </a:lnTo>
                  <a:cubicBezTo>
                    <a:pt x="1115" y="649"/>
                    <a:pt x="1118" y="673"/>
                    <a:pt x="1118" y="699"/>
                  </a:cubicBezTo>
                  <a:cubicBezTo>
                    <a:pt x="1118" y="882"/>
                    <a:pt x="1000" y="1038"/>
                    <a:pt x="837" y="1096"/>
                  </a:cubicBezTo>
                  <a:lnTo>
                    <a:pt x="837" y="980"/>
                  </a:lnTo>
                  <a:cubicBezTo>
                    <a:pt x="837" y="902"/>
                    <a:pt x="775" y="840"/>
                    <a:pt x="698" y="840"/>
                  </a:cubicBezTo>
                  <a:cubicBezTo>
                    <a:pt x="620" y="840"/>
                    <a:pt x="559" y="904"/>
                    <a:pt x="559" y="980"/>
                  </a:cubicBezTo>
                  <a:lnTo>
                    <a:pt x="559" y="1096"/>
                  </a:lnTo>
                  <a:cubicBezTo>
                    <a:pt x="395" y="1038"/>
                    <a:pt x="278" y="882"/>
                    <a:pt x="278" y="699"/>
                  </a:cubicBezTo>
                  <a:cubicBezTo>
                    <a:pt x="278" y="673"/>
                    <a:pt x="280" y="649"/>
                    <a:pt x="285" y="623"/>
                  </a:cubicBezTo>
                  <a:lnTo>
                    <a:pt x="379" y="679"/>
                  </a:lnTo>
                  <a:cubicBezTo>
                    <a:pt x="401" y="692"/>
                    <a:pt x="427" y="699"/>
                    <a:pt x="450" y="699"/>
                  </a:cubicBezTo>
                  <a:cubicBezTo>
                    <a:pt x="500" y="699"/>
                    <a:pt x="544" y="673"/>
                    <a:pt x="572" y="630"/>
                  </a:cubicBezTo>
                  <a:cubicBezTo>
                    <a:pt x="611" y="563"/>
                    <a:pt x="588" y="478"/>
                    <a:pt x="521" y="439"/>
                  </a:cubicBezTo>
                  <a:lnTo>
                    <a:pt x="424" y="382"/>
                  </a:lnTo>
                  <a:cubicBezTo>
                    <a:pt x="500" y="319"/>
                    <a:pt x="594" y="281"/>
                    <a:pt x="698" y="281"/>
                  </a:cubicBezTo>
                  <a:close/>
                  <a:moveTo>
                    <a:pt x="698" y="0"/>
                  </a:moveTo>
                  <a:cubicBezTo>
                    <a:pt x="313" y="0"/>
                    <a:pt x="0" y="314"/>
                    <a:pt x="0" y="699"/>
                  </a:cubicBezTo>
                  <a:cubicBezTo>
                    <a:pt x="0" y="1084"/>
                    <a:pt x="313" y="1397"/>
                    <a:pt x="698" y="1397"/>
                  </a:cubicBezTo>
                  <a:cubicBezTo>
                    <a:pt x="1083" y="1397"/>
                    <a:pt x="1397" y="1084"/>
                    <a:pt x="1397" y="699"/>
                  </a:cubicBezTo>
                  <a:cubicBezTo>
                    <a:pt x="1397" y="316"/>
                    <a:pt x="1083" y="0"/>
                    <a:pt x="698"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162" name="Google Shape;3162;p27"/>
            <p:cNvSpPr/>
            <p:nvPr/>
          </p:nvSpPr>
          <p:spPr>
            <a:xfrm>
              <a:off x="7340979" y="3568483"/>
              <a:ext cx="179597" cy="8994"/>
            </a:xfrm>
            <a:custGeom>
              <a:rect b="b" l="l" r="r" t="t"/>
              <a:pathLst>
                <a:path extrusionOk="0" h="280" w="5591">
                  <a:moveTo>
                    <a:pt x="139" y="0"/>
                  </a:moveTo>
                  <a:cubicBezTo>
                    <a:pt x="62" y="0"/>
                    <a:pt x="0" y="62"/>
                    <a:pt x="0" y="139"/>
                  </a:cubicBezTo>
                  <a:cubicBezTo>
                    <a:pt x="0" y="216"/>
                    <a:pt x="61" y="279"/>
                    <a:pt x="139" y="279"/>
                  </a:cubicBezTo>
                  <a:lnTo>
                    <a:pt x="5452" y="279"/>
                  </a:lnTo>
                  <a:cubicBezTo>
                    <a:pt x="5529" y="279"/>
                    <a:pt x="5591" y="216"/>
                    <a:pt x="5591" y="139"/>
                  </a:cubicBezTo>
                  <a:cubicBezTo>
                    <a:pt x="5591" y="64"/>
                    <a:pt x="5530" y="0"/>
                    <a:pt x="5452"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163" name="Google Shape;3163;p27"/>
            <p:cNvSpPr/>
            <p:nvPr/>
          </p:nvSpPr>
          <p:spPr>
            <a:xfrm>
              <a:off x="7558941" y="3539668"/>
              <a:ext cx="8994" cy="9026"/>
            </a:xfrm>
            <a:custGeom>
              <a:rect b="b" l="l" r="r" t="t"/>
              <a:pathLst>
                <a:path extrusionOk="0" h="281" w="280">
                  <a:moveTo>
                    <a:pt x="141" y="1"/>
                  </a:moveTo>
                  <a:cubicBezTo>
                    <a:pt x="63" y="1"/>
                    <a:pt x="0" y="63"/>
                    <a:pt x="0" y="141"/>
                  </a:cubicBezTo>
                  <a:cubicBezTo>
                    <a:pt x="0" y="218"/>
                    <a:pt x="63" y="280"/>
                    <a:pt x="141" y="280"/>
                  </a:cubicBezTo>
                  <a:cubicBezTo>
                    <a:pt x="217" y="280"/>
                    <a:pt x="280" y="218"/>
                    <a:pt x="280" y="141"/>
                  </a:cubicBezTo>
                  <a:cubicBezTo>
                    <a:pt x="280" y="63"/>
                    <a:pt x="217" y="1"/>
                    <a:pt x="141"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164" name="Google Shape;3164;p27"/>
            <p:cNvSpPr/>
            <p:nvPr/>
          </p:nvSpPr>
          <p:spPr>
            <a:xfrm>
              <a:off x="7558941" y="3710342"/>
              <a:ext cx="8994" cy="9026"/>
            </a:xfrm>
            <a:custGeom>
              <a:rect b="b" l="l" r="r" t="t"/>
              <a:pathLst>
                <a:path extrusionOk="0" h="281" w="280">
                  <a:moveTo>
                    <a:pt x="141" y="1"/>
                  </a:moveTo>
                  <a:cubicBezTo>
                    <a:pt x="63" y="1"/>
                    <a:pt x="0" y="63"/>
                    <a:pt x="0" y="141"/>
                  </a:cubicBezTo>
                  <a:cubicBezTo>
                    <a:pt x="0" y="218"/>
                    <a:pt x="63" y="280"/>
                    <a:pt x="141" y="280"/>
                  </a:cubicBezTo>
                  <a:cubicBezTo>
                    <a:pt x="217" y="280"/>
                    <a:pt x="280" y="218"/>
                    <a:pt x="280" y="141"/>
                  </a:cubicBezTo>
                  <a:cubicBezTo>
                    <a:pt x="280" y="63"/>
                    <a:pt x="217" y="1"/>
                    <a:pt x="141"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165" name="Google Shape;3165;p27"/>
            <p:cNvSpPr/>
            <p:nvPr/>
          </p:nvSpPr>
          <p:spPr>
            <a:xfrm>
              <a:off x="7399060" y="3608895"/>
              <a:ext cx="17989" cy="35913"/>
            </a:xfrm>
            <a:custGeom>
              <a:rect b="b" l="l" r="r" t="t"/>
              <a:pathLst>
                <a:path extrusionOk="0" h="1118" w="560">
                  <a:moveTo>
                    <a:pt x="186" y="0"/>
                  </a:moveTo>
                  <a:cubicBezTo>
                    <a:pt x="83" y="0"/>
                    <a:pt x="0" y="83"/>
                    <a:pt x="0" y="187"/>
                  </a:cubicBezTo>
                  <a:lnTo>
                    <a:pt x="0" y="932"/>
                  </a:lnTo>
                  <a:cubicBezTo>
                    <a:pt x="0" y="1035"/>
                    <a:pt x="83" y="1118"/>
                    <a:pt x="186" y="1118"/>
                  </a:cubicBezTo>
                  <a:lnTo>
                    <a:pt x="464" y="1118"/>
                  </a:lnTo>
                  <a:cubicBezTo>
                    <a:pt x="524" y="942"/>
                    <a:pt x="559" y="754"/>
                    <a:pt x="559" y="559"/>
                  </a:cubicBezTo>
                  <a:cubicBezTo>
                    <a:pt x="559" y="362"/>
                    <a:pt x="524" y="174"/>
                    <a:pt x="464"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166" name="Google Shape;3166;p27"/>
            <p:cNvSpPr/>
            <p:nvPr/>
          </p:nvSpPr>
          <p:spPr>
            <a:xfrm>
              <a:off x="7444547" y="3608895"/>
              <a:ext cx="18021" cy="35913"/>
            </a:xfrm>
            <a:custGeom>
              <a:rect b="b" l="l" r="r" t="t"/>
              <a:pathLst>
                <a:path extrusionOk="0" h="1118" w="561">
                  <a:moveTo>
                    <a:pt x="97" y="0"/>
                  </a:moveTo>
                  <a:cubicBezTo>
                    <a:pt x="35" y="175"/>
                    <a:pt x="0" y="363"/>
                    <a:pt x="0" y="559"/>
                  </a:cubicBezTo>
                  <a:cubicBezTo>
                    <a:pt x="0" y="754"/>
                    <a:pt x="35" y="942"/>
                    <a:pt x="97" y="1118"/>
                  </a:cubicBezTo>
                  <a:lnTo>
                    <a:pt x="374" y="1118"/>
                  </a:lnTo>
                  <a:cubicBezTo>
                    <a:pt x="476" y="1118"/>
                    <a:pt x="560" y="1035"/>
                    <a:pt x="560" y="932"/>
                  </a:cubicBezTo>
                  <a:lnTo>
                    <a:pt x="560" y="187"/>
                  </a:lnTo>
                  <a:cubicBezTo>
                    <a:pt x="560" y="83"/>
                    <a:pt x="476" y="0"/>
                    <a:pt x="374"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3167" name="Google Shape;3167;p27"/>
          <p:cNvGrpSpPr/>
          <p:nvPr/>
        </p:nvGrpSpPr>
        <p:grpSpPr>
          <a:xfrm>
            <a:off x="6645974" y="3480945"/>
            <a:ext cx="299768" cy="297679"/>
            <a:chOff x="6645974" y="3480945"/>
            <a:chExt cx="299768" cy="297679"/>
          </a:xfrm>
        </p:grpSpPr>
        <p:sp>
          <p:nvSpPr>
            <p:cNvPr id="3168" name="Google Shape;3168;p27"/>
            <p:cNvSpPr/>
            <p:nvPr/>
          </p:nvSpPr>
          <p:spPr>
            <a:xfrm>
              <a:off x="6648577" y="3481845"/>
              <a:ext cx="297165" cy="296137"/>
            </a:xfrm>
            <a:custGeom>
              <a:rect b="b" l="l" r="r" t="t"/>
              <a:pathLst>
                <a:path extrusionOk="0" h="9219" w="9251">
                  <a:moveTo>
                    <a:pt x="6487" y="1"/>
                  </a:moveTo>
                  <a:cubicBezTo>
                    <a:pt x="6303" y="1"/>
                    <a:pt x="5941" y="264"/>
                    <a:pt x="5827" y="378"/>
                  </a:cubicBezTo>
                  <a:lnTo>
                    <a:pt x="154" y="6089"/>
                  </a:lnTo>
                  <a:cubicBezTo>
                    <a:pt x="122" y="6121"/>
                    <a:pt x="96" y="6157"/>
                    <a:pt x="77" y="6195"/>
                  </a:cubicBezTo>
                  <a:cubicBezTo>
                    <a:pt x="0" y="6349"/>
                    <a:pt x="26" y="6539"/>
                    <a:pt x="154" y="6668"/>
                  </a:cubicBezTo>
                  <a:lnTo>
                    <a:pt x="2495" y="9038"/>
                  </a:lnTo>
                  <a:cubicBezTo>
                    <a:pt x="2591" y="9136"/>
                    <a:pt x="2741" y="9219"/>
                    <a:pt x="2875" y="9219"/>
                  </a:cubicBezTo>
                  <a:cubicBezTo>
                    <a:pt x="2916" y="9219"/>
                    <a:pt x="2955" y="9211"/>
                    <a:pt x="2991" y="9194"/>
                  </a:cubicBezTo>
                  <a:cubicBezTo>
                    <a:pt x="3032" y="9175"/>
                    <a:pt x="3069" y="9148"/>
                    <a:pt x="3103" y="9116"/>
                  </a:cubicBezTo>
                  <a:lnTo>
                    <a:pt x="3394" y="8825"/>
                  </a:lnTo>
                  <a:lnTo>
                    <a:pt x="3460" y="8699"/>
                  </a:lnTo>
                  <a:lnTo>
                    <a:pt x="8644" y="3499"/>
                  </a:lnTo>
                  <a:lnTo>
                    <a:pt x="8806" y="3412"/>
                  </a:lnTo>
                  <a:lnTo>
                    <a:pt x="9097" y="3121"/>
                  </a:lnTo>
                  <a:cubicBezTo>
                    <a:pt x="9226" y="2994"/>
                    <a:pt x="9251" y="2803"/>
                    <a:pt x="9177" y="2644"/>
                  </a:cubicBezTo>
                  <a:cubicBezTo>
                    <a:pt x="9157" y="2604"/>
                    <a:pt x="9132" y="2568"/>
                    <a:pt x="9099" y="2536"/>
                  </a:cubicBezTo>
                  <a:lnTo>
                    <a:pt x="6652" y="90"/>
                  </a:lnTo>
                  <a:cubicBezTo>
                    <a:pt x="6617" y="57"/>
                    <a:pt x="6581" y="32"/>
                    <a:pt x="6542" y="12"/>
                  </a:cubicBezTo>
                  <a:cubicBezTo>
                    <a:pt x="6526" y="4"/>
                    <a:pt x="6508" y="1"/>
                    <a:pt x="6487" y="1"/>
                  </a:cubicBezTo>
                  <a:close/>
                </a:path>
              </a:pathLst>
            </a:cu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169" name="Google Shape;3169;p27"/>
            <p:cNvSpPr/>
            <p:nvPr/>
          </p:nvSpPr>
          <p:spPr>
            <a:xfrm>
              <a:off x="6645974" y="3480945"/>
              <a:ext cx="212715" cy="297679"/>
            </a:xfrm>
            <a:custGeom>
              <a:rect b="b" l="l" r="r" t="t"/>
              <a:pathLst>
                <a:path extrusionOk="0" h="9267" w="6622">
                  <a:moveTo>
                    <a:pt x="6442" y="0"/>
                  </a:moveTo>
                  <a:cubicBezTo>
                    <a:pt x="6356" y="0"/>
                    <a:pt x="6291" y="28"/>
                    <a:pt x="6271" y="37"/>
                  </a:cubicBezTo>
                  <a:cubicBezTo>
                    <a:pt x="6242" y="48"/>
                    <a:pt x="6196" y="74"/>
                    <a:pt x="6150" y="119"/>
                  </a:cubicBezTo>
                  <a:lnTo>
                    <a:pt x="154" y="6117"/>
                  </a:lnTo>
                  <a:cubicBezTo>
                    <a:pt x="120" y="6149"/>
                    <a:pt x="96" y="6185"/>
                    <a:pt x="75" y="6223"/>
                  </a:cubicBezTo>
                  <a:cubicBezTo>
                    <a:pt x="0" y="6377"/>
                    <a:pt x="25" y="6569"/>
                    <a:pt x="154" y="6696"/>
                  </a:cubicBezTo>
                  <a:lnTo>
                    <a:pt x="2600" y="9142"/>
                  </a:lnTo>
                  <a:cubicBezTo>
                    <a:pt x="2683" y="9227"/>
                    <a:pt x="2791" y="9266"/>
                    <a:pt x="2895" y="9266"/>
                  </a:cubicBezTo>
                  <a:cubicBezTo>
                    <a:pt x="2957" y="9266"/>
                    <a:pt x="3018" y="9252"/>
                    <a:pt x="3071" y="9225"/>
                  </a:cubicBezTo>
                  <a:lnTo>
                    <a:pt x="362" y="6512"/>
                  </a:lnTo>
                  <a:cubicBezTo>
                    <a:pt x="304" y="6454"/>
                    <a:pt x="304" y="6360"/>
                    <a:pt x="362" y="6301"/>
                  </a:cubicBezTo>
                  <a:lnTo>
                    <a:pt x="6622" y="41"/>
                  </a:lnTo>
                  <a:cubicBezTo>
                    <a:pt x="6599" y="31"/>
                    <a:pt x="6567" y="18"/>
                    <a:pt x="6526" y="9"/>
                  </a:cubicBezTo>
                  <a:cubicBezTo>
                    <a:pt x="6496" y="3"/>
                    <a:pt x="6468" y="0"/>
                    <a:pt x="6442"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170" name="Google Shape;3170;p27"/>
            <p:cNvSpPr/>
            <p:nvPr/>
          </p:nvSpPr>
          <p:spPr>
            <a:xfrm>
              <a:off x="6701613" y="3538672"/>
              <a:ext cx="229772" cy="225082"/>
            </a:xfrm>
            <a:custGeom>
              <a:rect b="b" l="l" r="r" t="t"/>
              <a:pathLst>
                <a:path extrusionOk="0" h="7007" w="7153">
                  <a:moveTo>
                    <a:pt x="5511" y="1"/>
                  </a:moveTo>
                  <a:cubicBezTo>
                    <a:pt x="5368" y="1"/>
                    <a:pt x="0" y="5264"/>
                    <a:pt x="73" y="5338"/>
                  </a:cubicBezTo>
                  <a:lnTo>
                    <a:pt x="1743" y="7007"/>
                  </a:lnTo>
                  <a:lnTo>
                    <a:pt x="1939" y="6862"/>
                  </a:lnTo>
                  <a:lnTo>
                    <a:pt x="2284" y="6517"/>
                  </a:lnTo>
                  <a:lnTo>
                    <a:pt x="2336" y="6386"/>
                  </a:lnTo>
                  <a:lnTo>
                    <a:pt x="2481" y="6319"/>
                  </a:lnTo>
                  <a:lnTo>
                    <a:pt x="2725" y="6074"/>
                  </a:lnTo>
                  <a:lnTo>
                    <a:pt x="2809" y="5937"/>
                  </a:lnTo>
                  <a:lnTo>
                    <a:pt x="2922" y="5878"/>
                  </a:lnTo>
                  <a:lnTo>
                    <a:pt x="3365" y="5433"/>
                  </a:lnTo>
                  <a:lnTo>
                    <a:pt x="3454" y="5293"/>
                  </a:lnTo>
                  <a:lnTo>
                    <a:pt x="3562" y="5236"/>
                  </a:lnTo>
                  <a:lnTo>
                    <a:pt x="3807" y="4992"/>
                  </a:lnTo>
                  <a:lnTo>
                    <a:pt x="3879" y="4867"/>
                  </a:lnTo>
                  <a:lnTo>
                    <a:pt x="4004" y="4795"/>
                  </a:lnTo>
                  <a:lnTo>
                    <a:pt x="4448" y="4352"/>
                  </a:lnTo>
                  <a:lnTo>
                    <a:pt x="4521" y="4227"/>
                  </a:lnTo>
                  <a:lnTo>
                    <a:pt x="4645" y="4155"/>
                  </a:lnTo>
                  <a:lnTo>
                    <a:pt x="4890" y="3910"/>
                  </a:lnTo>
                  <a:lnTo>
                    <a:pt x="4949" y="3773"/>
                  </a:lnTo>
                  <a:lnTo>
                    <a:pt x="5087" y="3713"/>
                  </a:lnTo>
                  <a:lnTo>
                    <a:pt x="5530" y="3269"/>
                  </a:lnTo>
                  <a:lnTo>
                    <a:pt x="5602" y="3144"/>
                  </a:lnTo>
                  <a:lnTo>
                    <a:pt x="5726" y="3072"/>
                  </a:lnTo>
                  <a:lnTo>
                    <a:pt x="5971" y="2827"/>
                  </a:lnTo>
                  <a:lnTo>
                    <a:pt x="6043" y="2703"/>
                  </a:lnTo>
                  <a:lnTo>
                    <a:pt x="6168" y="2630"/>
                  </a:lnTo>
                  <a:lnTo>
                    <a:pt x="6611" y="2188"/>
                  </a:lnTo>
                  <a:lnTo>
                    <a:pt x="6672" y="2050"/>
                  </a:lnTo>
                  <a:lnTo>
                    <a:pt x="6809" y="1991"/>
                  </a:lnTo>
                  <a:lnTo>
                    <a:pt x="7152" y="1646"/>
                  </a:lnTo>
                  <a:lnTo>
                    <a:pt x="6955" y="1449"/>
                  </a:lnTo>
                  <a:lnTo>
                    <a:pt x="5514" y="2"/>
                  </a:lnTo>
                  <a:cubicBezTo>
                    <a:pt x="5513" y="1"/>
                    <a:pt x="5512" y="1"/>
                    <a:pt x="5511" y="1"/>
                  </a:cubicBezTo>
                  <a:close/>
                </a:path>
              </a:pathLst>
            </a:custGeom>
            <a:solidFill>
              <a:srgbClr val="F7F3F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171" name="Google Shape;3171;p27"/>
            <p:cNvSpPr/>
            <p:nvPr/>
          </p:nvSpPr>
          <p:spPr>
            <a:xfrm>
              <a:off x="6700361" y="3534881"/>
              <a:ext cx="178344" cy="230511"/>
            </a:xfrm>
            <a:custGeom>
              <a:rect b="b" l="l" r="r" t="t"/>
              <a:pathLst>
                <a:path extrusionOk="0" h="7176" w="5552">
                  <a:moveTo>
                    <a:pt x="5354" y="0"/>
                  </a:moveTo>
                  <a:cubicBezTo>
                    <a:pt x="5307" y="0"/>
                    <a:pt x="5259" y="18"/>
                    <a:pt x="5223" y="54"/>
                  </a:cubicBezTo>
                  <a:lnTo>
                    <a:pt x="5011" y="266"/>
                  </a:lnTo>
                  <a:lnTo>
                    <a:pt x="4939" y="392"/>
                  </a:lnTo>
                  <a:lnTo>
                    <a:pt x="4814" y="464"/>
                  </a:lnTo>
                  <a:lnTo>
                    <a:pt x="4458" y="820"/>
                  </a:lnTo>
                  <a:lnTo>
                    <a:pt x="4313" y="1017"/>
                  </a:lnTo>
                  <a:lnTo>
                    <a:pt x="4089" y="1189"/>
                  </a:lnTo>
                  <a:lnTo>
                    <a:pt x="3930" y="1349"/>
                  </a:lnTo>
                  <a:lnTo>
                    <a:pt x="3852" y="1479"/>
                  </a:lnTo>
                  <a:lnTo>
                    <a:pt x="3731" y="1546"/>
                  </a:lnTo>
                  <a:lnTo>
                    <a:pt x="3375" y="1902"/>
                  </a:lnTo>
                  <a:lnTo>
                    <a:pt x="3216" y="2113"/>
                  </a:lnTo>
                  <a:lnTo>
                    <a:pt x="3005" y="2272"/>
                  </a:lnTo>
                  <a:lnTo>
                    <a:pt x="2846" y="2431"/>
                  </a:lnTo>
                  <a:lnTo>
                    <a:pt x="2773" y="2557"/>
                  </a:lnTo>
                  <a:lnTo>
                    <a:pt x="2649" y="2630"/>
                  </a:lnTo>
                  <a:lnTo>
                    <a:pt x="2291" y="2986"/>
                  </a:lnTo>
                  <a:lnTo>
                    <a:pt x="2125" y="3205"/>
                  </a:lnTo>
                  <a:lnTo>
                    <a:pt x="1922" y="3355"/>
                  </a:lnTo>
                  <a:lnTo>
                    <a:pt x="1763" y="3514"/>
                  </a:lnTo>
                  <a:lnTo>
                    <a:pt x="1682" y="3647"/>
                  </a:lnTo>
                  <a:lnTo>
                    <a:pt x="1564" y="3713"/>
                  </a:lnTo>
                  <a:lnTo>
                    <a:pt x="1208" y="4070"/>
                  </a:lnTo>
                  <a:lnTo>
                    <a:pt x="1056" y="4274"/>
                  </a:lnTo>
                  <a:lnTo>
                    <a:pt x="839" y="4439"/>
                  </a:lnTo>
                  <a:lnTo>
                    <a:pt x="680" y="4599"/>
                  </a:lnTo>
                  <a:lnTo>
                    <a:pt x="607" y="4723"/>
                  </a:lnTo>
                  <a:lnTo>
                    <a:pt x="482" y="4795"/>
                  </a:lnTo>
                  <a:lnTo>
                    <a:pt x="138" y="5140"/>
                  </a:lnTo>
                  <a:lnTo>
                    <a:pt x="73" y="5205"/>
                  </a:lnTo>
                  <a:cubicBezTo>
                    <a:pt x="1" y="5278"/>
                    <a:pt x="1" y="5396"/>
                    <a:pt x="73" y="5469"/>
                  </a:cubicBezTo>
                  <a:lnTo>
                    <a:pt x="1582" y="6978"/>
                  </a:lnTo>
                  <a:lnTo>
                    <a:pt x="1780" y="7175"/>
                  </a:lnTo>
                  <a:lnTo>
                    <a:pt x="1977" y="6978"/>
                  </a:lnTo>
                  <a:lnTo>
                    <a:pt x="1780" y="6780"/>
                  </a:lnTo>
                  <a:lnTo>
                    <a:pt x="400" y="5402"/>
                  </a:lnTo>
                  <a:cubicBezTo>
                    <a:pt x="364" y="5366"/>
                    <a:pt x="364" y="5306"/>
                    <a:pt x="400" y="5270"/>
                  </a:cubicBezTo>
                  <a:lnTo>
                    <a:pt x="5551" y="120"/>
                  </a:lnTo>
                  <a:lnTo>
                    <a:pt x="5485" y="54"/>
                  </a:lnTo>
                  <a:cubicBezTo>
                    <a:pt x="5449" y="18"/>
                    <a:pt x="5402" y="0"/>
                    <a:pt x="5354"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172" name="Google Shape;3172;p27"/>
            <p:cNvSpPr/>
            <p:nvPr/>
          </p:nvSpPr>
          <p:spPr>
            <a:xfrm>
              <a:off x="6764769" y="3633566"/>
              <a:ext cx="12688" cy="12721"/>
            </a:xfrm>
            <a:custGeom>
              <a:rect b="b" l="l" r="r" t="t"/>
              <a:pathLst>
                <a:path extrusionOk="0" h="396" w="395">
                  <a:moveTo>
                    <a:pt x="198" y="1"/>
                  </a:moveTo>
                  <a:lnTo>
                    <a:pt x="1" y="198"/>
                  </a:lnTo>
                  <a:lnTo>
                    <a:pt x="198" y="396"/>
                  </a:lnTo>
                  <a:lnTo>
                    <a:pt x="395" y="198"/>
                  </a:lnTo>
                  <a:lnTo>
                    <a:pt x="198" y="1"/>
                  </a:lnTo>
                  <a:close/>
                </a:path>
              </a:pathLst>
            </a:custGeom>
            <a:solidFill>
              <a:srgbClr val="DDD3C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173" name="Google Shape;3173;p27"/>
            <p:cNvSpPr/>
            <p:nvPr/>
          </p:nvSpPr>
          <p:spPr>
            <a:xfrm>
              <a:off x="6799624" y="3598744"/>
              <a:ext cx="12656" cy="12721"/>
            </a:xfrm>
            <a:custGeom>
              <a:rect b="b" l="l" r="r" t="t"/>
              <a:pathLst>
                <a:path extrusionOk="0" h="396" w="394">
                  <a:moveTo>
                    <a:pt x="197" y="0"/>
                  </a:moveTo>
                  <a:lnTo>
                    <a:pt x="0" y="199"/>
                  </a:lnTo>
                  <a:lnTo>
                    <a:pt x="197" y="396"/>
                  </a:lnTo>
                  <a:lnTo>
                    <a:pt x="394" y="199"/>
                  </a:lnTo>
                  <a:lnTo>
                    <a:pt x="197" y="0"/>
                  </a:lnTo>
                  <a:close/>
                </a:path>
              </a:pathLst>
            </a:custGeom>
            <a:solidFill>
              <a:srgbClr val="DDD3C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174" name="Google Shape;3174;p27"/>
            <p:cNvSpPr/>
            <p:nvPr/>
          </p:nvSpPr>
          <p:spPr>
            <a:xfrm>
              <a:off x="6834350" y="3564018"/>
              <a:ext cx="12721" cy="12656"/>
            </a:xfrm>
            <a:custGeom>
              <a:rect b="b" l="l" r="r" t="t"/>
              <a:pathLst>
                <a:path extrusionOk="0" h="394" w="396">
                  <a:moveTo>
                    <a:pt x="197" y="0"/>
                  </a:moveTo>
                  <a:lnTo>
                    <a:pt x="1" y="197"/>
                  </a:lnTo>
                  <a:lnTo>
                    <a:pt x="197" y="394"/>
                  </a:lnTo>
                  <a:lnTo>
                    <a:pt x="396" y="197"/>
                  </a:lnTo>
                  <a:lnTo>
                    <a:pt x="197" y="0"/>
                  </a:lnTo>
                  <a:close/>
                </a:path>
              </a:pathLst>
            </a:custGeom>
            <a:solidFill>
              <a:srgbClr val="DDD3C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175" name="Google Shape;3175;p27"/>
            <p:cNvSpPr/>
            <p:nvPr/>
          </p:nvSpPr>
          <p:spPr>
            <a:xfrm>
              <a:off x="6730011" y="3668356"/>
              <a:ext cx="12721" cy="12688"/>
            </a:xfrm>
            <a:custGeom>
              <a:rect b="b" l="l" r="r" t="t"/>
              <a:pathLst>
                <a:path extrusionOk="0" h="395" w="396">
                  <a:moveTo>
                    <a:pt x="198" y="1"/>
                  </a:moveTo>
                  <a:lnTo>
                    <a:pt x="0" y="197"/>
                  </a:lnTo>
                  <a:lnTo>
                    <a:pt x="198" y="394"/>
                  </a:lnTo>
                  <a:lnTo>
                    <a:pt x="395" y="197"/>
                  </a:lnTo>
                  <a:lnTo>
                    <a:pt x="198" y="1"/>
                  </a:lnTo>
                  <a:close/>
                </a:path>
              </a:pathLst>
            </a:custGeom>
            <a:solidFill>
              <a:srgbClr val="DDD3C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176" name="Google Shape;3176;p27"/>
            <p:cNvSpPr/>
            <p:nvPr/>
          </p:nvSpPr>
          <p:spPr>
            <a:xfrm>
              <a:off x="6761493" y="3699838"/>
              <a:ext cx="33953" cy="33986"/>
            </a:xfrm>
            <a:custGeom>
              <a:rect b="b" l="l" r="r" t="t"/>
              <a:pathLst>
                <a:path extrusionOk="0" h="1058" w="1057">
                  <a:moveTo>
                    <a:pt x="197" y="1"/>
                  </a:moveTo>
                  <a:lnTo>
                    <a:pt x="0" y="198"/>
                  </a:lnTo>
                  <a:lnTo>
                    <a:pt x="859" y="1057"/>
                  </a:lnTo>
                  <a:lnTo>
                    <a:pt x="1057" y="861"/>
                  </a:lnTo>
                  <a:lnTo>
                    <a:pt x="197" y="1"/>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177" name="Google Shape;3177;p27"/>
            <p:cNvSpPr/>
            <p:nvPr/>
          </p:nvSpPr>
          <p:spPr>
            <a:xfrm>
              <a:off x="6796251" y="3665015"/>
              <a:ext cx="33986" cy="33986"/>
            </a:xfrm>
            <a:custGeom>
              <a:rect b="b" l="l" r="r" t="t"/>
              <a:pathLst>
                <a:path extrusionOk="0" h="1058" w="1058">
                  <a:moveTo>
                    <a:pt x="199" y="0"/>
                  </a:moveTo>
                  <a:lnTo>
                    <a:pt x="1" y="199"/>
                  </a:lnTo>
                  <a:lnTo>
                    <a:pt x="861" y="1057"/>
                  </a:lnTo>
                  <a:lnTo>
                    <a:pt x="1058" y="860"/>
                  </a:lnTo>
                  <a:lnTo>
                    <a:pt x="199" y="0"/>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178" name="Google Shape;3178;p27"/>
            <p:cNvSpPr/>
            <p:nvPr/>
          </p:nvSpPr>
          <p:spPr>
            <a:xfrm>
              <a:off x="6831041" y="3630257"/>
              <a:ext cx="33986" cy="33986"/>
            </a:xfrm>
            <a:custGeom>
              <a:rect b="b" l="l" r="r" t="t"/>
              <a:pathLst>
                <a:path extrusionOk="0" h="1058" w="1058">
                  <a:moveTo>
                    <a:pt x="198" y="1"/>
                  </a:moveTo>
                  <a:lnTo>
                    <a:pt x="1" y="198"/>
                  </a:lnTo>
                  <a:lnTo>
                    <a:pt x="861" y="1058"/>
                  </a:lnTo>
                  <a:lnTo>
                    <a:pt x="1058" y="861"/>
                  </a:lnTo>
                  <a:lnTo>
                    <a:pt x="198" y="1"/>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179" name="Google Shape;3179;p27"/>
            <p:cNvSpPr/>
            <p:nvPr/>
          </p:nvSpPr>
          <p:spPr>
            <a:xfrm>
              <a:off x="6865800" y="3595499"/>
              <a:ext cx="33953" cy="33953"/>
            </a:xfrm>
            <a:custGeom>
              <a:rect b="b" l="l" r="r" t="t"/>
              <a:pathLst>
                <a:path extrusionOk="0" h="1057" w="1057">
                  <a:moveTo>
                    <a:pt x="198" y="0"/>
                  </a:moveTo>
                  <a:lnTo>
                    <a:pt x="0" y="198"/>
                  </a:lnTo>
                  <a:lnTo>
                    <a:pt x="860" y="1057"/>
                  </a:lnTo>
                  <a:lnTo>
                    <a:pt x="1057" y="860"/>
                  </a:lnTo>
                  <a:lnTo>
                    <a:pt x="198" y="0"/>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180" name="Google Shape;3180;p27"/>
            <p:cNvSpPr/>
            <p:nvPr/>
          </p:nvSpPr>
          <p:spPr>
            <a:xfrm>
              <a:off x="6717579" y="3684258"/>
              <a:ext cx="63731" cy="63731"/>
            </a:xfrm>
            <a:custGeom>
              <a:rect b="b" l="l" r="r" t="t"/>
              <a:pathLst>
                <a:path extrusionOk="0" h="1984" w="1984">
                  <a:moveTo>
                    <a:pt x="145" y="1"/>
                  </a:moveTo>
                  <a:lnTo>
                    <a:pt x="1" y="145"/>
                  </a:lnTo>
                  <a:lnTo>
                    <a:pt x="145" y="342"/>
                  </a:lnTo>
                  <a:lnTo>
                    <a:pt x="1787" y="1984"/>
                  </a:lnTo>
                  <a:lnTo>
                    <a:pt x="1984" y="1787"/>
                  </a:lnTo>
                  <a:lnTo>
                    <a:pt x="342" y="145"/>
                  </a:lnTo>
                  <a:lnTo>
                    <a:pt x="145" y="1"/>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181" name="Google Shape;3181;p27"/>
            <p:cNvSpPr/>
            <p:nvPr/>
          </p:nvSpPr>
          <p:spPr>
            <a:xfrm>
              <a:off x="6715780" y="3682555"/>
              <a:ext cx="12721" cy="12656"/>
            </a:xfrm>
            <a:custGeom>
              <a:rect b="b" l="l" r="r" t="t"/>
              <a:pathLst>
                <a:path extrusionOk="0" h="394" w="396">
                  <a:moveTo>
                    <a:pt x="197" y="0"/>
                  </a:moveTo>
                  <a:lnTo>
                    <a:pt x="0" y="197"/>
                  </a:lnTo>
                  <a:lnTo>
                    <a:pt x="197" y="394"/>
                  </a:lnTo>
                  <a:lnTo>
                    <a:pt x="395" y="197"/>
                  </a:lnTo>
                  <a:lnTo>
                    <a:pt x="197" y="0"/>
                  </a:lnTo>
                  <a:close/>
                </a:path>
              </a:pathLst>
            </a:custGeom>
            <a:solidFill>
              <a:srgbClr val="DDD3C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182" name="Google Shape;3182;p27"/>
            <p:cNvSpPr/>
            <p:nvPr/>
          </p:nvSpPr>
          <p:spPr>
            <a:xfrm>
              <a:off x="6752305" y="3649532"/>
              <a:ext cx="63763" cy="63731"/>
            </a:xfrm>
            <a:custGeom>
              <a:rect b="b" l="l" r="r" t="t"/>
              <a:pathLst>
                <a:path extrusionOk="0" h="1984" w="1985">
                  <a:moveTo>
                    <a:pt x="146" y="0"/>
                  </a:moveTo>
                  <a:lnTo>
                    <a:pt x="1" y="145"/>
                  </a:lnTo>
                  <a:lnTo>
                    <a:pt x="146" y="342"/>
                  </a:lnTo>
                  <a:lnTo>
                    <a:pt x="1787" y="1984"/>
                  </a:lnTo>
                  <a:lnTo>
                    <a:pt x="1984" y="1785"/>
                  </a:lnTo>
                  <a:lnTo>
                    <a:pt x="344" y="145"/>
                  </a:lnTo>
                  <a:lnTo>
                    <a:pt x="146" y="0"/>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183" name="Google Shape;3183;p27"/>
            <p:cNvSpPr/>
            <p:nvPr/>
          </p:nvSpPr>
          <p:spPr>
            <a:xfrm>
              <a:off x="6750603" y="3647765"/>
              <a:ext cx="12688" cy="12721"/>
            </a:xfrm>
            <a:custGeom>
              <a:rect b="b" l="l" r="r" t="t"/>
              <a:pathLst>
                <a:path extrusionOk="0" h="396" w="395">
                  <a:moveTo>
                    <a:pt x="197" y="0"/>
                  </a:moveTo>
                  <a:lnTo>
                    <a:pt x="0" y="197"/>
                  </a:lnTo>
                  <a:lnTo>
                    <a:pt x="197" y="396"/>
                  </a:lnTo>
                  <a:lnTo>
                    <a:pt x="394" y="197"/>
                  </a:lnTo>
                  <a:lnTo>
                    <a:pt x="197" y="0"/>
                  </a:lnTo>
                  <a:close/>
                </a:path>
              </a:pathLst>
            </a:custGeom>
            <a:solidFill>
              <a:srgbClr val="DDD3C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184" name="Google Shape;3184;p27"/>
            <p:cNvSpPr/>
            <p:nvPr/>
          </p:nvSpPr>
          <p:spPr>
            <a:xfrm>
              <a:off x="6787096" y="3614709"/>
              <a:ext cx="63763" cy="63731"/>
            </a:xfrm>
            <a:custGeom>
              <a:rect b="b" l="l" r="r" t="t"/>
              <a:pathLst>
                <a:path extrusionOk="0" h="1984" w="1985">
                  <a:moveTo>
                    <a:pt x="146" y="0"/>
                  </a:moveTo>
                  <a:lnTo>
                    <a:pt x="1" y="145"/>
                  </a:lnTo>
                  <a:lnTo>
                    <a:pt x="146" y="342"/>
                  </a:lnTo>
                  <a:lnTo>
                    <a:pt x="1787" y="1983"/>
                  </a:lnTo>
                  <a:lnTo>
                    <a:pt x="1984" y="1786"/>
                  </a:lnTo>
                  <a:lnTo>
                    <a:pt x="342" y="145"/>
                  </a:lnTo>
                  <a:lnTo>
                    <a:pt x="146" y="0"/>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185" name="Google Shape;3185;p27"/>
            <p:cNvSpPr/>
            <p:nvPr/>
          </p:nvSpPr>
          <p:spPr>
            <a:xfrm>
              <a:off x="6785329" y="3613007"/>
              <a:ext cx="12721" cy="12688"/>
            </a:xfrm>
            <a:custGeom>
              <a:rect b="b" l="l" r="r" t="t"/>
              <a:pathLst>
                <a:path extrusionOk="0" h="395" w="396">
                  <a:moveTo>
                    <a:pt x="199" y="1"/>
                  </a:moveTo>
                  <a:lnTo>
                    <a:pt x="1" y="198"/>
                  </a:lnTo>
                  <a:lnTo>
                    <a:pt x="199" y="395"/>
                  </a:lnTo>
                  <a:lnTo>
                    <a:pt x="396" y="198"/>
                  </a:lnTo>
                  <a:lnTo>
                    <a:pt x="199" y="1"/>
                  </a:lnTo>
                  <a:close/>
                </a:path>
              </a:pathLst>
            </a:custGeom>
            <a:solidFill>
              <a:srgbClr val="DDD3C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186" name="Google Shape;3186;p27"/>
            <p:cNvSpPr/>
            <p:nvPr/>
          </p:nvSpPr>
          <p:spPr>
            <a:xfrm>
              <a:off x="6821950" y="3579919"/>
              <a:ext cx="63731" cy="63731"/>
            </a:xfrm>
            <a:custGeom>
              <a:rect b="b" l="l" r="r" t="t"/>
              <a:pathLst>
                <a:path extrusionOk="0" h="1984" w="1984">
                  <a:moveTo>
                    <a:pt x="145" y="0"/>
                  </a:moveTo>
                  <a:lnTo>
                    <a:pt x="0" y="145"/>
                  </a:lnTo>
                  <a:lnTo>
                    <a:pt x="145" y="343"/>
                  </a:lnTo>
                  <a:lnTo>
                    <a:pt x="1785" y="1983"/>
                  </a:lnTo>
                  <a:lnTo>
                    <a:pt x="1983" y="1787"/>
                  </a:lnTo>
                  <a:lnTo>
                    <a:pt x="342" y="145"/>
                  </a:lnTo>
                  <a:lnTo>
                    <a:pt x="145" y="0"/>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187" name="Google Shape;3187;p27"/>
            <p:cNvSpPr/>
            <p:nvPr/>
          </p:nvSpPr>
          <p:spPr>
            <a:xfrm>
              <a:off x="6820119" y="3578249"/>
              <a:ext cx="12688" cy="12721"/>
            </a:xfrm>
            <a:custGeom>
              <a:rect b="b" l="l" r="r" t="t"/>
              <a:pathLst>
                <a:path extrusionOk="0" h="396" w="395">
                  <a:moveTo>
                    <a:pt x="197" y="0"/>
                  </a:moveTo>
                  <a:lnTo>
                    <a:pt x="1" y="197"/>
                  </a:lnTo>
                  <a:lnTo>
                    <a:pt x="197" y="395"/>
                  </a:lnTo>
                  <a:lnTo>
                    <a:pt x="394" y="197"/>
                  </a:lnTo>
                  <a:lnTo>
                    <a:pt x="197" y="0"/>
                  </a:lnTo>
                  <a:close/>
                </a:path>
              </a:pathLst>
            </a:custGeom>
            <a:solidFill>
              <a:srgbClr val="DDD3C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188" name="Google Shape;3188;p27"/>
            <p:cNvSpPr/>
            <p:nvPr/>
          </p:nvSpPr>
          <p:spPr>
            <a:xfrm>
              <a:off x="6856676" y="3545129"/>
              <a:ext cx="63731" cy="63699"/>
            </a:xfrm>
            <a:custGeom>
              <a:rect b="b" l="l" r="r" t="t"/>
              <a:pathLst>
                <a:path extrusionOk="0" h="1983" w="1984">
                  <a:moveTo>
                    <a:pt x="145" y="0"/>
                  </a:moveTo>
                  <a:lnTo>
                    <a:pt x="0" y="145"/>
                  </a:lnTo>
                  <a:lnTo>
                    <a:pt x="145" y="342"/>
                  </a:lnTo>
                  <a:lnTo>
                    <a:pt x="1787" y="1982"/>
                  </a:lnTo>
                  <a:lnTo>
                    <a:pt x="1984" y="1785"/>
                  </a:lnTo>
                  <a:lnTo>
                    <a:pt x="342" y="145"/>
                  </a:lnTo>
                  <a:lnTo>
                    <a:pt x="145" y="0"/>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189" name="Google Shape;3189;p27"/>
            <p:cNvSpPr/>
            <p:nvPr/>
          </p:nvSpPr>
          <p:spPr>
            <a:xfrm>
              <a:off x="6854942" y="3543394"/>
              <a:ext cx="12688" cy="12721"/>
            </a:xfrm>
            <a:custGeom>
              <a:rect b="b" l="l" r="r" t="t"/>
              <a:pathLst>
                <a:path extrusionOk="0" h="396" w="395">
                  <a:moveTo>
                    <a:pt x="198" y="1"/>
                  </a:moveTo>
                  <a:lnTo>
                    <a:pt x="1" y="199"/>
                  </a:lnTo>
                  <a:lnTo>
                    <a:pt x="198" y="396"/>
                  </a:lnTo>
                  <a:lnTo>
                    <a:pt x="395" y="199"/>
                  </a:lnTo>
                  <a:lnTo>
                    <a:pt x="198" y="1"/>
                  </a:lnTo>
                  <a:close/>
                </a:path>
              </a:pathLst>
            </a:custGeom>
            <a:solidFill>
              <a:srgbClr val="DDD3C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190" name="Google Shape;3190;p27"/>
            <p:cNvSpPr/>
            <p:nvPr/>
          </p:nvSpPr>
          <p:spPr>
            <a:xfrm>
              <a:off x="6764737" y="3633662"/>
              <a:ext cx="45710" cy="44715"/>
            </a:xfrm>
            <a:custGeom>
              <a:rect b="b" l="l" r="r" t="t"/>
              <a:pathLst>
                <a:path extrusionOk="0" h="1392" w="1423">
                  <a:moveTo>
                    <a:pt x="287" y="1"/>
                  </a:moveTo>
                  <a:cubicBezTo>
                    <a:pt x="263" y="1"/>
                    <a:pt x="239" y="10"/>
                    <a:pt x="220" y="28"/>
                  </a:cubicBezTo>
                  <a:lnTo>
                    <a:pt x="37" y="213"/>
                  </a:lnTo>
                  <a:cubicBezTo>
                    <a:pt x="0" y="250"/>
                    <a:pt x="0" y="309"/>
                    <a:pt x="37" y="345"/>
                  </a:cubicBezTo>
                  <a:lnTo>
                    <a:pt x="1082" y="1392"/>
                  </a:lnTo>
                  <a:lnTo>
                    <a:pt x="1254" y="1272"/>
                  </a:lnTo>
                  <a:lnTo>
                    <a:pt x="1386" y="1140"/>
                  </a:lnTo>
                  <a:cubicBezTo>
                    <a:pt x="1422" y="1104"/>
                    <a:pt x="1422" y="1044"/>
                    <a:pt x="1386" y="1008"/>
                  </a:cubicBezTo>
                  <a:lnTo>
                    <a:pt x="484" y="106"/>
                  </a:lnTo>
                  <a:lnTo>
                    <a:pt x="352" y="27"/>
                  </a:lnTo>
                  <a:cubicBezTo>
                    <a:pt x="334" y="10"/>
                    <a:pt x="311" y="1"/>
                    <a:pt x="287" y="1"/>
                  </a:cubicBezTo>
                  <a:close/>
                </a:path>
              </a:pathLst>
            </a:cu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191" name="Google Shape;3191;p27"/>
            <p:cNvSpPr/>
            <p:nvPr/>
          </p:nvSpPr>
          <p:spPr>
            <a:xfrm>
              <a:off x="6762039" y="3630771"/>
              <a:ext cx="42948" cy="48055"/>
            </a:xfrm>
            <a:custGeom>
              <a:rect b="b" l="l" r="r" t="t"/>
              <a:pathLst>
                <a:path extrusionOk="0" h="1496" w="1337">
                  <a:moveTo>
                    <a:pt x="370" y="1"/>
                  </a:moveTo>
                  <a:lnTo>
                    <a:pt x="0" y="370"/>
                  </a:lnTo>
                  <a:lnTo>
                    <a:pt x="1099" y="1469"/>
                  </a:lnTo>
                  <a:cubicBezTo>
                    <a:pt x="1117" y="1487"/>
                    <a:pt x="1141" y="1496"/>
                    <a:pt x="1165" y="1496"/>
                  </a:cubicBezTo>
                  <a:cubicBezTo>
                    <a:pt x="1189" y="1496"/>
                    <a:pt x="1213" y="1487"/>
                    <a:pt x="1231" y="1469"/>
                  </a:cubicBezTo>
                  <a:lnTo>
                    <a:pt x="1337" y="1363"/>
                  </a:lnTo>
                  <a:lnTo>
                    <a:pt x="410" y="437"/>
                  </a:lnTo>
                  <a:cubicBezTo>
                    <a:pt x="388" y="415"/>
                    <a:pt x="388" y="379"/>
                    <a:pt x="410" y="357"/>
                  </a:cubicBezTo>
                  <a:lnTo>
                    <a:pt x="567" y="198"/>
                  </a:lnTo>
                  <a:lnTo>
                    <a:pt x="370" y="1"/>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192" name="Google Shape;3192;p27"/>
            <p:cNvSpPr/>
            <p:nvPr/>
          </p:nvSpPr>
          <p:spPr>
            <a:xfrm>
              <a:off x="6799463" y="3598936"/>
              <a:ext cx="45710" cy="44650"/>
            </a:xfrm>
            <a:custGeom>
              <a:rect b="b" l="l" r="r" t="t"/>
              <a:pathLst>
                <a:path extrusionOk="0" h="1390" w="1423">
                  <a:moveTo>
                    <a:pt x="289" y="0"/>
                  </a:moveTo>
                  <a:cubicBezTo>
                    <a:pt x="266" y="0"/>
                    <a:pt x="241" y="10"/>
                    <a:pt x="222" y="28"/>
                  </a:cubicBezTo>
                  <a:lnTo>
                    <a:pt x="37" y="212"/>
                  </a:lnTo>
                  <a:cubicBezTo>
                    <a:pt x="1" y="248"/>
                    <a:pt x="1" y="309"/>
                    <a:pt x="37" y="345"/>
                  </a:cubicBezTo>
                  <a:lnTo>
                    <a:pt x="1084" y="1390"/>
                  </a:lnTo>
                  <a:lnTo>
                    <a:pt x="1254" y="1271"/>
                  </a:lnTo>
                  <a:lnTo>
                    <a:pt x="1386" y="1138"/>
                  </a:lnTo>
                  <a:cubicBezTo>
                    <a:pt x="1422" y="1102"/>
                    <a:pt x="1422" y="1043"/>
                    <a:pt x="1386" y="1006"/>
                  </a:cubicBezTo>
                  <a:lnTo>
                    <a:pt x="486" y="106"/>
                  </a:lnTo>
                  <a:lnTo>
                    <a:pt x="354" y="26"/>
                  </a:lnTo>
                  <a:cubicBezTo>
                    <a:pt x="336" y="9"/>
                    <a:pt x="313" y="0"/>
                    <a:pt x="289" y="0"/>
                  </a:cubicBezTo>
                  <a:close/>
                </a:path>
              </a:pathLst>
            </a:cu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193" name="Google Shape;3193;p27"/>
            <p:cNvSpPr/>
            <p:nvPr/>
          </p:nvSpPr>
          <p:spPr>
            <a:xfrm>
              <a:off x="6796829" y="3596045"/>
              <a:ext cx="42916" cy="48023"/>
            </a:xfrm>
            <a:custGeom>
              <a:rect b="b" l="l" r="r" t="t"/>
              <a:pathLst>
                <a:path extrusionOk="0" h="1495" w="1336">
                  <a:moveTo>
                    <a:pt x="369" y="1"/>
                  </a:moveTo>
                  <a:lnTo>
                    <a:pt x="0" y="370"/>
                  </a:lnTo>
                  <a:lnTo>
                    <a:pt x="1098" y="1467"/>
                  </a:lnTo>
                  <a:cubicBezTo>
                    <a:pt x="1116" y="1485"/>
                    <a:pt x="1140" y="1494"/>
                    <a:pt x="1164" y="1494"/>
                  </a:cubicBezTo>
                  <a:cubicBezTo>
                    <a:pt x="1188" y="1494"/>
                    <a:pt x="1213" y="1485"/>
                    <a:pt x="1231" y="1467"/>
                  </a:cubicBezTo>
                  <a:lnTo>
                    <a:pt x="1335" y="1363"/>
                  </a:lnTo>
                  <a:lnTo>
                    <a:pt x="409" y="436"/>
                  </a:lnTo>
                  <a:cubicBezTo>
                    <a:pt x="387" y="415"/>
                    <a:pt x="387" y="378"/>
                    <a:pt x="409" y="357"/>
                  </a:cubicBezTo>
                  <a:lnTo>
                    <a:pt x="566" y="197"/>
                  </a:lnTo>
                  <a:lnTo>
                    <a:pt x="369" y="1"/>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194" name="Google Shape;3194;p27"/>
            <p:cNvSpPr/>
            <p:nvPr/>
          </p:nvSpPr>
          <p:spPr>
            <a:xfrm>
              <a:off x="6834318" y="3564146"/>
              <a:ext cx="45678" cy="44715"/>
            </a:xfrm>
            <a:custGeom>
              <a:rect b="b" l="l" r="r" t="t"/>
              <a:pathLst>
                <a:path extrusionOk="0" h="1392" w="1422">
                  <a:moveTo>
                    <a:pt x="287" y="1"/>
                  </a:moveTo>
                  <a:cubicBezTo>
                    <a:pt x="263" y="1"/>
                    <a:pt x="238" y="10"/>
                    <a:pt x="220" y="28"/>
                  </a:cubicBezTo>
                  <a:lnTo>
                    <a:pt x="36" y="213"/>
                  </a:lnTo>
                  <a:cubicBezTo>
                    <a:pt x="0" y="249"/>
                    <a:pt x="0" y="309"/>
                    <a:pt x="36" y="345"/>
                  </a:cubicBezTo>
                  <a:lnTo>
                    <a:pt x="1082" y="1392"/>
                  </a:lnTo>
                  <a:lnTo>
                    <a:pt x="1254" y="1271"/>
                  </a:lnTo>
                  <a:lnTo>
                    <a:pt x="1386" y="1140"/>
                  </a:lnTo>
                  <a:cubicBezTo>
                    <a:pt x="1422" y="1104"/>
                    <a:pt x="1422" y="1044"/>
                    <a:pt x="1386" y="1008"/>
                  </a:cubicBezTo>
                  <a:lnTo>
                    <a:pt x="485" y="106"/>
                  </a:lnTo>
                  <a:lnTo>
                    <a:pt x="353" y="27"/>
                  </a:lnTo>
                  <a:cubicBezTo>
                    <a:pt x="335" y="9"/>
                    <a:pt x="311" y="1"/>
                    <a:pt x="287" y="1"/>
                  </a:cubicBezTo>
                  <a:close/>
                </a:path>
              </a:pathLst>
            </a:cu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195" name="Google Shape;3195;p27"/>
            <p:cNvSpPr/>
            <p:nvPr/>
          </p:nvSpPr>
          <p:spPr>
            <a:xfrm>
              <a:off x="6831620" y="3561223"/>
              <a:ext cx="42948" cy="48055"/>
            </a:xfrm>
            <a:custGeom>
              <a:rect b="b" l="l" r="r" t="t"/>
              <a:pathLst>
                <a:path extrusionOk="0" h="1496" w="1337">
                  <a:moveTo>
                    <a:pt x="369" y="0"/>
                  </a:moveTo>
                  <a:lnTo>
                    <a:pt x="0" y="369"/>
                  </a:lnTo>
                  <a:lnTo>
                    <a:pt x="1099" y="1468"/>
                  </a:lnTo>
                  <a:cubicBezTo>
                    <a:pt x="1117" y="1486"/>
                    <a:pt x="1141" y="1495"/>
                    <a:pt x="1165" y="1495"/>
                  </a:cubicBezTo>
                  <a:cubicBezTo>
                    <a:pt x="1189" y="1495"/>
                    <a:pt x="1213" y="1486"/>
                    <a:pt x="1231" y="1468"/>
                  </a:cubicBezTo>
                  <a:lnTo>
                    <a:pt x="1336" y="1362"/>
                  </a:lnTo>
                  <a:lnTo>
                    <a:pt x="410" y="436"/>
                  </a:lnTo>
                  <a:cubicBezTo>
                    <a:pt x="388" y="414"/>
                    <a:pt x="388" y="378"/>
                    <a:pt x="410" y="356"/>
                  </a:cubicBezTo>
                  <a:lnTo>
                    <a:pt x="568" y="197"/>
                  </a:lnTo>
                  <a:lnTo>
                    <a:pt x="369" y="0"/>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196" name="Google Shape;3196;p27"/>
            <p:cNvSpPr/>
            <p:nvPr/>
          </p:nvSpPr>
          <p:spPr>
            <a:xfrm>
              <a:off x="6729947" y="3668517"/>
              <a:ext cx="45710" cy="43815"/>
            </a:xfrm>
            <a:custGeom>
              <a:rect b="b" l="l" r="r" t="t"/>
              <a:pathLst>
                <a:path extrusionOk="0" h="1364" w="1423">
                  <a:moveTo>
                    <a:pt x="288" y="0"/>
                  </a:moveTo>
                  <a:cubicBezTo>
                    <a:pt x="264" y="0"/>
                    <a:pt x="240" y="9"/>
                    <a:pt x="222" y="27"/>
                  </a:cubicBezTo>
                  <a:lnTo>
                    <a:pt x="37" y="213"/>
                  </a:lnTo>
                  <a:cubicBezTo>
                    <a:pt x="1" y="249"/>
                    <a:pt x="1" y="308"/>
                    <a:pt x="37" y="344"/>
                  </a:cubicBezTo>
                  <a:lnTo>
                    <a:pt x="1083" y="1364"/>
                  </a:lnTo>
                  <a:lnTo>
                    <a:pt x="1254" y="1271"/>
                  </a:lnTo>
                  <a:lnTo>
                    <a:pt x="1386" y="1139"/>
                  </a:lnTo>
                  <a:cubicBezTo>
                    <a:pt x="1422" y="1103"/>
                    <a:pt x="1422" y="1042"/>
                    <a:pt x="1386" y="1006"/>
                  </a:cubicBezTo>
                  <a:lnTo>
                    <a:pt x="486" y="106"/>
                  </a:lnTo>
                  <a:lnTo>
                    <a:pt x="354" y="26"/>
                  </a:lnTo>
                  <a:cubicBezTo>
                    <a:pt x="335" y="9"/>
                    <a:pt x="312" y="0"/>
                    <a:pt x="288" y="0"/>
                  </a:cubicBezTo>
                  <a:close/>
                </a:path>
              </a:pathLst>
            </a:cu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197" name="Google Shape;3197;p27"/>
            <p:cNvSpPr/>
            <p:nvPr/>
          </p:nvSpPr>
          <p:spPr>
            <a:xfrm>
              <a:off x="6727313" y="3665562"/>
              <a:ext cx="42884" cy="48023"/>
            </a:xfrm>
            <a:custGeom>
              <a:rect b="b" l="l" r="r" t="t"/>
              <a:pathLst>
                <a:path extrusionOk="0" h="1495" w="1335">
                  <a:moveTo>
                    <a:pt x="369" y="1"/>
                  </a:moveTo>
                  <a:lnTo>
                    <a:pt x="0" y="370"/>
                  </a:lnTo>
                  <a:lnTo>
                    <a:pt x="1097" y="1467"/>
                  </a:lnTo>
                  <a:cubicBezTo>
                    <a:pt x="1116" y="1485"/>
                    <a:pt x="1140" y="1494"/>
                    <a:pt x="1164" y="1494"/>
                  </a:cubicBezTo>
                  <a:cubicBezTo>
                    <a:pt x="1188" y="1494"/>
                    <a:pt x="1212" y="1485"/>
                    <a:pt x="1231" y="1467"/>
                  </a:cubicBezTo>
                  <a:lnTo>
                    <a:pt x="1335" y="1363"/>
                  </a:lnTo>
                  <a:lnTo>
                    <a:pt x="408" y="436"/>
                  </a:lnTo>
                  <a:cubicBezTo>
                    <a:pt x="387" y="415"/>
                    <a:pt x="387" y="379"/>
                    <a:pt x="408" y="357"/>
                  </a:cubicBezTo>
                  <a:lnTo>
                    <a:pt x="566" y="198"/>
                  </a:lnTo>
                  <a:lnTo>
                    <a:pt x="369" y="1"/>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198" name="Google Shape;3198;p27"/>
            <p:cNvSpPr/>
            <p:nvPr/>
          </p:nvSpPr>
          <p:spPr>
            <a:xfrm>
              <a:off x="6814498" y="3535267"/>
              <a:ext cx="16832" cy="16864"/>
            </a:xfrm>
            <a:custGeom>
              <a:rect b="b" l="l" r="r" t="t"/>
              <a:pathLst>
                <a:path extrusionOk="0" h="525" w="524">
                  <a:moveTo>
                    <a:pt x="242" y="0"/>
                  </a:moveTo>
                  <a:cubicBezTo>
                    <a:pt x="213" y="0"/>
                    <a:pt x="186" y="5"/>
                    <a:pt x="161" y="13"/>
                  </a:cubicBezTo>
                  <a:cubicBezTo>
                    <a:pt x="47" y="48"/>
                    <a:pt x="0" y="264"/>
                    <a:pt x="0" y="281"/>
                  </a:cubicBezTo>
                  <a:cubicBezTo>
                    <a:pt x="0" y="435"/>
                    <a:pt x="89" y="525"/>
                    <a:pt x="242" y="525"/>
                  </a:cubicBezTo>
                  <a:cubicBezTo>
                    <a:pt x="261" y="525"/>
                    <a:pt x="475" y="477"/>
                    <a:pt x="510" y="362"/>
                  </a:cubicBezTo>
                  <a:cubicBezTo>
                    <a:pt x="519" y="338"/>
                    <a:pt x="523" y="310"/>
                    <a:pt x="523" y="281"/>
                  </a:cubicBezTo>
                  <a:cubicBezTo>
                    <a:pt x="523" y="128"/>
                    <a:pt x="399" y="0"/>
                    <a:pt x="242" y="0"/>
                  </a:cubicBezTo>
                  <a:close/>
                </a:path>
              </a:pathLst>
            </a:cu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199" name="Google Shape;3199;p27"/>
            <p:cNvSpPr/>
            <p:nvPr/>
          </p:nvSpPr>
          <p:spPr>
            <a:xfrm>
              <a:off x="6813245" y="3535684"/>
              <a:ext cx="17635" cy="17667"/>
            </a:xfrm>
            <a:custGeom>
              <a:rect b="b" l="l" r="r" t="t"/>
              <a:pathLst>
                <a:path extrusionOk="0" h="550" w="549">
                  <a:moveTo>
                    <a:pt x="200" y="0"/>
                  </a:moveTo>
                  <a:lnTo>
                    <a:pt x="200" y="0"/>
                  </a:lnTo>
                  <a:cubicBezTo>
                    <a:pt x="86" y="35"/>
                    <a:pt x="0" y="142"/>
                    <a:pt x="0" y="268"/>
                  </a:cubicBezTo>
                  <a:cubicBezTo>
                    <a:pt x="0" y="422"/>
                    <a:pt x="126" y="549"/>
                    <a:pt x="281" y="549"/>
                  </a:cubicBezTo>
                  <a:cubicBezTo>
                    <a:pt x="409" y="549"/>
                    <a:pt x="514" y="465"/>
                    <a:pt x="549" y="349"/>
                  </a:cubicBezTo>
                  <a:lnTo>
                    <a:pt x="549" y="349"/>
                  </a:lnTo>
                  <a:cubicBezTo>
                    <a:pt x="524" y="360"/>
                    <a:pt x="497" y="362"/>
                    <a:pt x="468" y="362"/>
                  </a:cubicBezTo>
                  <a:cubicBezTo>
                    <a:pt x="314" y="362"/>
                    <a:pt x="187" y="238"/>
                    <a:pt x="187" y="82"/>
                  </a:cubicBezTo>
                  <a:cubicBezTo>
                    <a:pt x="187" y="53"/>
                    <a:pt x="191" y="27"/>
                    <a:pt x="200"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00" name="Google Shape;3200;p27"/>
            <p:cNvSpPr/>
            <p:nvPr/>
          </p:nvSpPr>
          <p:spPr>
            <a:xfrm>
              <a:off x="6789858" y="3559906"/>
              <a:ext cx="16800" cy="16864"/>
            </a:xfrm>
            <a:custGeom>
              <a:rect b="b" l="l" r="r" t="t"/>
              <a:pathLst>
                <a:path extrusionOk="0" h="525" w="523">
                  <a:moveTo>
                    <a:pt x="242" y="1"/>
                  </a:moveTo>
                  <a:cubicBezTo>
                    <a:pt x="213" y="1"/>
                    <a:pt x="185" y="5"/>
                    <a:pt x="161" y="14"/>
                  </a:cubicBezTo>
                  <a:cubicBezTo>
                    <a:pt x="46" y="48"/>
                    <a:pt x="0" y="235"/>
                    <a:pt x="0" y="282"/>
                  </a:cubicBezTo>
                  <a:cubicBezTo>
                    <a:pt x="0" y="435"/>
                    <a:pt x="88" y="525"/>
                    <a:pt x="242" y="525"/>
                  </a:cubicBezTo>
                  <a:cubicBezTo>
                    <a:pt x="293" y="525"/>
                    <a:pt x="475" y="477"/>
                    <a:pt x="510" y="363"/>
                  </a:cubicBezTo>
                  <a:cubicBezTo>
                    <a:pt x="518" y="338"/>
                    <a:pt x="523" y="311"/>
                    <a:pt x="523" y="282"/>
                  </a:cubicBezTo>
                  <a:cubicBezTo>
                    <a:pt x="523" y="128"/>
                    <a:pt x="398" y="1"/>
                    <a:pt x="242" y="1"/>
                  </a:cubicBezTo>
                  <a:close/>
                </a:path>
              </a:pathLst>
            </a:cu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01" name="Google Shape;3201;p27"/>
            <p:cNvSpPr/>
            <p:nvPr/>
          </p:nvSpPr>
          <p:spPr>
            <a:xfrm>
              <a:off x="6788605" y="3560323"/>
              <a:ext cx="17635" cy="17667"/>
            </a:xfrm>
            <a:custGeom>
              <a:rect b="b" l="l" r="r" t="t"/>
              <a:pathLst>
                <a:path extrusionOk="0" h="550" w="549">
                  <a:moveTo>
                    <a:pt x="200" y="1"/>
                  </a:moveTo>
                  <a:lnTo>
                    <a:pt x="200" y="1"/>
                  </a:lnTo>
                  <a:cubicBezTo>
                    <a:pt x="85" y="35"/>
                    <a:pt x="0" y="143"/>
                    <a:pt x="0" y="269"/>
                  </a:cubicBezTo>
                  <a:cubicBezTo>
                    <a:pt x="0" y="422"/>
                    <a:pt x="126" y="549"/>
                    <a:pt x="281" y="549"/>
                  </a:cubicBezTo>
                  <a:cubicBezTo>
                    <a:pt x="408" y="549"/>
                    <a:pt x="514" y="465"/>
                    <a:pt x="549" y="350"/>
                  </a:cubicBezTo>
                  <a:lnTo>
                    <a:pt x="549" y="350"/>
                  </a:lnTo>
                  <a:cubicBezTo>
                    <a:pt x="524" y="360"/>
                    <a:pt x="497" y="363"/>
                    <a:pt x="468" y="363"/>
                  </a:cubicBezTo>
                  <a:cubicBezTo>
                    <a:pt x="314" y="363"/>
                    <a:pt x="187" y="238"/>
                    <a:pt x="187" y="82"/>
                  </a:cubicBezTo>
                  <a:cubicBezTo>
                    <a:pt x="187" y="53"/>
                    <a:pt x="191" y="25"/>
                    <a:pt x="200"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02" name="Google Shape;3202;p27"/>
            <p:cNvSpPr/>
            <p:nvPr/>
          </p:nvSpPr>
          <p:spPr>
            <a:xfrm>
              <a:off x="6839137" y="3510628"/>
              <a:ext cx="16832" cy="16832"/>
            </a:xfrm>
            <a:custGeom>
              <a:rect b="b" l="l" r="r" t="t"/>
              <a:pathLst>
                <a:path extrusionOk="0" h="524" w="524">
                  <a:moveTo>
                    <a:pt x="242" y="0"/>
                  </a:moveTo>
                  <a:cubicBezTo>
                    <a:pt x="213" y="0"/>
                    <a:pt x="186" y="5"/>
                    <a:pt x="161" y="13"/>
                  </a:cubicBezTo>
                  <a:cubicBezTo>
                    <a:pt x="46" y="48"/>
                    <a:pt x="1" y="259"/>
                    <a:pt x="1" y="281"/>
                  </a:cubicBezTo>
                  <a:cubicBezTo>
                    <a:pt x="1" y="435"/>
                    <a:pt x="92" y="485"/>
                    <a:pt x="242" y="523"/>
                  </a:cubicBezTo>
                  <a:cubicBezTo>
                    <a:pt x="243" y="523"/>
                    <a:pt x="245" y="523"/>
                    <a:pt x="247" y="523"/>
                  </a:cubicBezTo>
                  <a:cubicBezTo>
                    <a:pt x="282" y="523"/>
                    <a:pt x="477" y="471"/>
                    <a:pt x="510" y="362"/>
                  </a:cubicBezTo>
                  <a:cubicBezTo>
                    <a:pt x="517" y="338"/>
                    <a:pt x="523" y="310"/>
                    <a:pt x="523" y="281"/>
                  </a:cubicBezTo>
                  <a:cubicBezTo>
                    <a:pt x="523" y="128"/>
                    <a:pt x="399" y="0"/>
                    <a:pt x="242" y="0"/>
                  </a:cubicBezTo>
                  <a:close/>
                </a:path>
              </a:pathLst>
            </a:cu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03" name="Google Shape;3203;p27"/>
            <p:cNvSpPr/>
            <p:nvPr/>
          </p:nvSpPr>
          <p:spPr>
            <a:xfrm>
              <a:off x="6837884" y="3511045"/>
              <a:ext cx="17667" cy="17635"/>
            </a:xfrm>
            <a:custGeom>
              <a:rect b="b" l="l" r="r" t="t"/>
              <a:pathLst>
                <a:path extrusionOk="0" h="549" w="550">
                  <a:moveTo>
                    <a:pt x="200" y="0"/>
                  </a:moveTo>
                  <a:lnTo>
                    <a:pt x="200" y="0"/>
                  </a:lnTo>
                  <a:cubicBezTo>
                    <a:pt x="85" y="35"/>
                    <a:pt x="1" y="142"/>
                    <a:pt x="1" y="268"/>
                  </a:cubicBezTo>
                  <a:cubicBezTo>
                    <a:pt x="1" y="422"/>
                    <a:pt x="127" y="549"/>
                    <a:pt x="281" y="549"/>
                  </a:cubicBezTo>
                  <a:cubicBezTo>
                    <a:pt x="409" y="549"/>
                    <a:pt x="514" y="465"/>
                    <a:pt x="549" y="349"/>
                  </a:cubicBezTo>
                  <a:lnTo>
                    <a:pt x="549" y="349"/>
                  </a:lnTo>
                  <a:cubicBezTo>
                    <a:pt x="525" y="359"/>
                    <a:pt x="497" y="362"/>
                    <a:pt x="468" y="362"/>
                  </a:cubicBezTo>
                  <a:cubicBezTo>
                    <a:pt x="315" y="362"/>
                    <a:pt x="187" y="238"/>
                    <a:pt x="187" y="81"/>
                  </a:cubicBezTo>
                  <a:cubicBezTo>
                    <a:pt x="187" y="52"/>
                    <a:pt x="192" y="26"/>
                    <a:pt x="200"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04" name="Google Shape;3204;p27"/>
            <p:cNvSpPr/>
            <p:nvPr/>
          </p:nvSpPr>
          <p:spPr>
            <a:xfrm>
              <a:off x="6757670" y="3578345"/>
              <a:ext cx="18342" cy="17443"/>
            </a:xfrm>
            <a:custGeom>
              <a:rect b="b" l="l" r="r" t="t"/>
              <a:pathLst>
                <a:path extrusionOk="0" h="543" w="571">
                  <a:moveTo>
                    <a:pt x="418" y="0"/>
                  </a:moveTo>
                  <a:cubicBezTo>
                    <a:pt x="382" y="0"/>
                    <a:pt x="346" y="14"/>
                    <a:pt x="319" y="41"/>
                  </a:cubicBezTo>
                  <a:lnTo>
                    <a:pt x="55" y="305"/>
                  </a:lnTo>
                  <a:cubicBezTo>
                    <a:pt x="0" y="359"/>
                    <a:pt x="0" y="447"/>
                    <a:pt x="55" y="502"/>
                  </a:cubicBezTo>
                  <a:cubicBezTo>
                    <a:pt x="82" y="529"/>
                    <a:pt x="118" y="542"/>
                    <a:pt x="154" y="542"/>
                  </a:cubicBezTo>
                  <a:cubicBezTo>
                    <a:pt x="190" y="542"/>
                    <a:pt x="226" y="529"/>
                    <a:pt x="252" y="502"/>
                  </a:cubicBezTo>
                  <a:lnTo>
                    <a:pt x="517" y="237"/>
                  </a:lnTo>
                  <a:cubicBezTo>
                    <a:pt x="571" y="182"/>
                    <a:pt x="571" y="96"/>
                    <a:pt x="517" y="41"/>
                  </a:cubicBezTo>
                  <a:cubicBezTo>
                    <a:pt x="490" y="14"/>
                    <a:pt x="454" y="0"/>
                    <a:pt x="418"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05" name="Google Shape;3205;p27"/>
            <p:cNvSpPr/>
            <p:nvPr/>
          </p:nvSpPr>
          <p:spPr>
            <a:xfrm>
              <a:off x="6770423" y="3591034"/>
              <a:ext cx="18342" cy="17507"/>
            </a:xfrm>
            <a:custGeom>
              <a:rect b="b" l="l" r="r" t="t"/>
              <a:pathLst>
                <a:path extrusionOk="0" h="545" w="571">
                  <a:moveTo>
                    <a:pt x="418" y="1"/>
                  </a:moveTo>
                  <a:cubicBezTo>
                    <a:pt x="382" y="1"/>
                    <a:pt x="346" y="15"/>
                    <a:pt x="319" y="42"/>
                  </a:cubicBezTo>
                  <a:lnTo>
                    <a:pt x="55" y="306"/>
                  </a:lnTo>
                  <a:cubicBezTo>
                    <a:pt x="0" y="361"/>
                    <a:pt x="0" y="449"/>
                    <a:pt x="55" y="504"/>
                  </a:cubicBezTo>
                  <a:cubicBezTo>
                    <a:pt x="82" y="531"/>
                    <a:pt x="117" y="544"/>
                    <a:pt x="153" y="544"/>
                  </a:cubicBezTo>
                  <a:cubicBezTo>
                    <a:pt x="189" y="544"/>
                    <a:pt x="224" y="531"/>
                    <a:pt x="252" y="504"/>
                  </a:cubicBezTo>
                  <a:lnTo>
                    <a:pt x="515" y="239"/>
                  </a:lnTo>
                  <a:cubicBezTo>
                    <a:pt x="570" y="183"/>
                    <a:pt x="570" y="94"/>
                    <a:pt x="515" y="42"/>
                  </a:cubicBezTo>
                  <a:cubicBezTo>
                    <a:pt x="489" y="15"/>
                    <a:pt x="453" y="1"/>
                    <a:pt x="418"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06" name="Google Shape;3206;p27"/>
            <p:cNvSpPr/>
            <p:nvPr/>
          </p:nvSpPr>
          <p:spPr>
            <a:xfrm>
              <a:off x="6726831" y="3607160"/>
              <a:ext cx="34596" cy="32379"/>
            </a:xfrm>
            <a:custGeom>
              <a:rect b="b" l="l" r="r" t="t"/>
              <a:pathLst>
                <a:path extrusionOk="0" h="1008" w="1077">
                  <a:moveTo>
                    <a:pt x="711" y="1"/>
                  </a:moveTo>
                  <a:cubicBezTo>
                    <a:pt x="687" y="1"/>
                    <a:pt x="663" y="10"/>
                    <a:pt x="645" y="28"/>
                  </a:cubicBezTo>
                  <a:lnTo>
                    <a:pt x="37" y="636"/>
                  </a:lnTo>
                  <a:cubicBezTo>
                    <a:pt x="1" y="672"/>
                    <a:pt x="1" y="730"/>
                    <a:pt x="35" y="769"/>
                  </a:cubicBezTo>
                  <a:lnTo>
                    <a:pt x="248" y="981"/>
                  </a:lnTo>
                  <a:cubicBezTo>
                    <a:pt x="266" y="999"/>
                    <a:pt x="290" y="1008"/>
                    <a:pt x="314" y="1008"/>
                  </a:cubicBezTo>
                  <a:cubicBezTo>
                    <a:pt x="338" y="1008"/>
                    <a:pt x="362" y="999"/>
                    <a:pt x="380" y="981"/>
                  </a:cubicBezTo>
                  <a:lnTo>
                    <a:pt x="512" y="901"/>
                  </a:lnTo>
                  <a:lnTo>
                    <a:pt x="1040" y="373"/>
                  </a:lnTo>
                  <a:cubicBezTo>
                    <a:pt x="1076" y="336"/>
                    <a:pt x="1076" y="277"/>
                    <a:pt x="1040" y="241"/>
                  </a:cubicBezTo>
                  <a:lnTo>
                    <a:pt x="908" y="108"/>
                  </a:lnTo>
                  <a:lnTo>
                    <a:pt x="777" y="28"/>
                  </a:lnTo>
                  <a:cubicBezTo>
                    <a:pt x="758" y="10"/>
                    <a:pt x="735" y="1"/>
                    <a:pt x="711" y="1"/>
                  </a:cubicBezTo>
                  <a:close/>
                </a:path>
              </a:pathLst>
            </a:custGeom>
            <a:solidFill>
              <a:srgbClr val="F7F3F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07" name="Google Shape;3207;p27"/>
            <p:cNvSpPr/>
            <p:nvPr/>
          </p:nvSpPr>
          <p:spPr>
            <a:xfrm>
              <a:off x="6725128" y="3605458"/>
              <a:ext cx="30902" cy="35720"/>
            </a:xfrm>
            <a:custGeom>
              <a:rect b="b" l="l" r="r" t="t"/>
              <a:pathLst>
                <a:path extrusionOk="0" h="1112" w="962">
                  <a:moveTo>
                    <a:pt x="764" y="0"/>
                  </a:moveTo>
                  <a:cubicBezTo>
                    <a:pt x="740" y="0"/>
                    <a:pt x="716" y="9"/>
                    <a:pt x="698" y="27"/>
                  </a:cubicBezTo>
                  <a:lnTo>
                    <a:pt x="36" y="688"/>
                  </a:lnTo>
                  <a:cubicBezTo>
                    <a:pt x="0" y="724"/>
                    <a:pt x="0" y="783"/>
                    <a:pt x="36" y="819"/>
                  </a:cubicBezTo>
                  <a:lnTo>
                    <a:pt x="301" y="1084"/>
                  </a:lnTo>
                  <a:cubicBezTo>
                    <a:pt x="319" y="1102"/>
                    <a:pt x="343" y="1111"/>
                    <a:pt x="367" y="1111"/>
                  </a:cubicBezTo>
                  <a:cubicBezTo>
                    <a:pt x="391" y="1111"/>
                    <a:pt x="415" y="1102"/>
                    <a:pt x="433" y="1084"/>
                  </a:cubicBezTo>
                  <a:lnTo>
                    <a:pt x="565" y="952"/>
                  </a:lnTo>
                  <a:lnTo>
                    <a:pt x="394" y="780"/>
                  </a:lnTo>
                  <a:cubicBezTo>
                    <a:pt x="379" y="766"/>
                    <a:pt x="379" y="743"/>
                    <a:pt x="394" y="728"/>
                  </a:cubicBezTo>
                  <a:lnTo>
                    <a:pt x="961" y="159"/>
                  </a:lnTo>
                  <a:lnTo>
                    <a:pt x="830" y="27"/>
                  </a:lnTo>
                  <a:cubicBezTo>
                    <a:pt x="811" y="9"/>
                    <a:pt x="788" y="0"/>
                    <a:pt x="764"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08" name="Google Shape;3208;p27"/>
            <p:cNvSpPr/>
            <p:nvPr/>
          </p:nvSpPr>
          <p:spPr>
            <a:xfrm>
              <a:off x="6668526" y="3676355"/>
              <a:ext cx="8962" cy="8994"/>
            </a:xfrm>
            <a:custGeom>
              <a:rect b="b" l="l" r="r" t="t"/>
              <a:pathLst>
                <a:path extrusionOk="0" h="280" w="279">
                  <a:moveTo>
                    <a:pt x="139" y="1"/>
                  </a:moveTo>
                  <a:cubicBezTo>
                    <a:pt x="63" y="1"/>
                    <a:pt x="0" y="63"/>
                    <a:pt x="0" y="140"/>
                  </a:cubicBezTo>
                  <a:cubicBezTo>
                    <a:pt x="0" y="216"/>
                    <a:pt x="63" y="280"/>
                    <a:pt x="139" y="280"/>
                  </a:cubicBezTo>
                  <a:cubicBezTo>
                    <a:pt x="216" y="280"/>
                    <a:pt x="278" y="216"/>
                    <a:pt x="278" y="140"/>
                  </a:cubicBezTo>
                  <a:cubicBezTo>
                    <a:pt x="278" y="63"/>
                    <a:pt x="216" y="1"/>
                    <a:pt x="139" y="1"/>
                  </a:cubicBezTo>
                  <a:close/>
                </a:path>
              </a:pathLst>
            </a:custGeom>
            <a:solidFill>
              <a:schemeClr val="accent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09" name="Google Shape;3209;p27"/>
            <p:cNvSpPr/>
            <p:nvPr/>
          </p:nvSpPr>
          <p:spPr>
            <a:xfrm>
              <a:off x="6681215" y="3663666"/>
              <a:ext cx="8994" cy="8994"/>
            </a:xfrm>
            <a:custGeom>
              <a:rect b="b" l="l" r="r" t="t"/>
              <a:pathLst>
                <a:path extrusionOk="0" h="280" w="280">
                  <a:moveTo>
                    <a:pt x="141" y="0"/>
                  </a:moveTo>
                  <a:cubicBezTo>
                    <a:pt x="64" y="0"/>
                    <a:pt x="0" y="64"/>
                    <a:pt x="0" y="141"/>
                  </a:cubicBezTo>
                  <a:cubicBezTo>
                    <a:pt x="0" y="218"/>
                    <a:pt x="64" y="280"/>
                    <a:pt x="141" y="280"/>
                  </a:cubicBezTo>
                  <a:cubicBezTo>
                    <a:pt x="218" y="280"/>
                    <a:pt x="280" y="218"/>
                    <a:pt x="280" y="141"/>
                  </a:cubicBezTo>
                  <a:cubicBezTo>
                    <a:pt x="280" y="64"/>
                    <a:pt x="218" y="0"/>
                    <a:pt x="141" y="0"/>
                  </a:cubicBezTo>
                  <a:close/>
                </a:path>
              </a:pathLst>
            </a:custGeom>
            <a:solidFill>
              <a:schemeClr val="accent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10" name="Google Shape;3210;p27"/>
            <p:cNvSpPr/>
            <p:nvPr/>
          </p:nvSpPr>
          <p:spPr>
            <a:xfrm>
              <a:off x="6693968" y="3650977"/>
              <a:ext cx="8994" cy="8962"/>
            </a:xfrm>
            <a:custGeom>
              <a:rect b="b" l="l" r="r" t="t"/>
              <a:pathLst>
                <a:path extrusionOk="0" h="279" w="280">
                  <a:moveTo>
                    <a:pt x="141" y="0"/>
                  </a:moveTo>
                  <a:cubicBezTo>
                    <a:pt x="62" y="0"/>
                    <a:pt x="0" y="62"/>
                    <a:pt x="0" y="139"/>
                  </a:cubicBezTo>
                  <a:cubicBezTo>
                    <a:pt x="0" y="216"/>
                    <a:pt x="62" y="278"/>
                    <a:pt x="141" y="278"/>
                  </a:cubicBezTo>
                  <a:cubicBezTo>
                    <a:pt x="217" y="278"/>
                    <a:pt x="280" y="216"/>
                    <a:pt x="280" y="139"/>
                  </a:cubicBezTo>
                  <a:cubicBezTo>
                    <a:pt x="280" y="62"/>
                    <a:pt x="217" y="0"/>
                    <a:pt x="141" y="0"/>
                  </a:cubicBezTo>
                  <a:close/>
                </a:path>
              </a:pathLst>
            </a:custGeom>
            <a:solidFill>
              <a:schemeClr val="accent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11" name="Google Shape;3211;p27"/>
            <p:cNvSpPr/>
            <p:nvPr/>
          </p:nvSpPr>
          <p:spPr>
            <a:xfrm>
              <a:off x="6706657" y="3638224"/>
              <a:ext cx="8962" cy="8994"/>
            </a:xfrm>
            <a:custGeom>
              <a:rect b="b" l="l" r="r" t="t"/>
              <a:pathLst>
                <a:path extrusionOk="0" h="280" w="279">
                  <a:moveTo>
                    <a:pt x="139" y="1"/>
                  </a:moveTo>
                  <a:cubicBezTo>
                    <a:pt x="63" y="1"/>
                    <a:pt x="0" y="63"/>
                    <a:pt x="0" y="140"/>
                  </a:cubicBezTo>
                  <a:cubicBezTo>
                    <a:pt x="0" y="216"/>
                    <a:pt x="63" y="280"/>
                    <a:pt x="139" y="280"/>
                  </a:cubicBezTo>
                  <a:cubicBezTo>
                    <a:pt x="216" y="280"/>
                    <a:pt x="278" y="216"/>
                    <a:pt x="278" y="140"/>
                  </a:cubicBezTo>
                  <a:cubicBezTo>
                    <a:pt x="278" y="63"/>
                    <a:pt x="216" y="1"/>
                    <a:pt x="139"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12" name="Google Shape;3212;p27"/>
            <p:cNvSpPr/>
            <p:nvPr/>
          </p:nvSpPr>
          <p:spPr>
            <a:xfrm>
              <a:off x="6687575" y="3682780"/>
              <a:ext cx="8962" cy="8962"/>
            </a:xfrm>
            <a:custGeom>
              <a:rect b="b" l="l" r="r" t="t"/>
              <a:pathLst>
                <a:path extrusionOk="0" h="279" w="279">
                  <a:moveTo>
                    <a:pt x="140" y="0"/>
                  </a:moveTo>
                  <a:cubicBezTo>
                    <a:pt x="63" y="0"/>
                    <a:pt x="1" y="63"/>
                    <a:pt x="1" y="139"/>
                  </a:cubicBezTo>
                  <a:cubicBezTo>
                    <a:pt x="1" y="216"/>
                    <a:pt x="63" y="278"/>
                    <a:pt x="140" y="278"/>
                  </a:cubicBezTo>
                  <a:cubicBezTo>
                    <a:pt x="217" y="278"/>
                    <a:pt x="279" y="216"/>
                    <a:pt x="279" y="139"/>
                  </a:cubicBezTo>
                  <a:cubicBezTo>
                    <a:pt x="279" y="63"/>
                    <a:pt x="217" y="0"/>
                    <a:pt x="140"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13" name="Google Shape;3213;p27"/>
            <p:cNvSpPr/>
            <p:nvPr/>
          </p:nvSpPr>
          <p:spPr>
            <a:xfrm>
              <a:off x="6700296" y="3670027"/>
              <a:ext cx="8994" cy="8962"/>
            </a:xfrm>
            <a:custGeom>
              <a:rect b="b" l="l" r="r" t="t"/>
              <a:pathLst>
                <a:path extrusionOk="0" h="279" w="280">
                  <a:moveTo>
                    <a:pt x="140" y="1"/>
                  </a:moveTo>
                  <a:cubicBezTo>
                    <a:pt x="64" y="1"/>
                    <a:pt x="0" y="63"/>
                    <a:pt x="0" y="140"/>
                  </a:cubicBezTo>
                  <a:cubicBezTo>
                    <a:pt x="0" y="216"/>
                    <a:pt x="64" y="279"/>
                    <a:pt x="140" y="279"/>
                  </a:cubicBezTo>
                  <a:cubicBezTo>
                    <a:pt x="217" y="279"/>
                    <a:pt x="279" y="216"/>
                    <a:pt x="279" y="140"/>
                  </a:cubicBezTo>
                  <a:cubicBezTo>
                    <a:pt x="279" y="63"/>
                    <a:pt x="217" y="1"/>
                    <a:pt x="140"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14" name="Google Shape;3214;p27"/>
            <p:cNvSpPr/>
            <p:nvPr/>
          </p:nvSpPr>
          <p:spPr>
            <a:xfrm>
              <a:off x="6713017" y="3657306"/>
              <a:ext cx="9026" cy="8930"/>
            </a:xfrm>
            <a:custGeom>
              <a:rect b="b" l="l" r="r" t="t"/>
              <a:pathLst>
                <a:path extrusionOk="0" h="278" w="281">
                  <a:moveTo>
                    <a:pt x="141" y="0"/>
                  </a:moveTo>
                  <a:cubicBezTo>
                    <a:pt x="63" y="0"/>
                    <a:pt x="1" y="62"/>
                    <a:pt x="1" y="139"/>
                  </a:cubicBezTo>
                  <a:cubicBezTo>
                    <a:pt x="1" y="216"/>
                    <a:pt x="63" y="278"/>
                    <a:pt x="141" y="278"/>
                  </a:cubicBezTo>
                  <a:cubicBezTo>
                    <a:pt x="218" y="278"/>
                    <a:pt x="280" y="216"/>
                    <a:pt x="280" y="139"/>
                  </a:cubicBezTo>
                  <a:cubicBezTo>
                    <a:pt x="280" y="62"/>
                    <a:pt x="218" y="0"/>
                    <a:pt x="141" y="0"/>
                  </a:cubicBezTo>
                  <a:close/>
                </a:path>
              </a:pathLst>
            </a:custGeom>
            <a:solidFill>
              <a:schemeClr val="l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3215" name="Google Shape;3215;p27"/>
          <p:cNvGrpSpPr/>
          <p:nvPr/>
        </p:nvGrpSpPr>
        <p:grpSpPr>
          <a:xfrm>
            <a:off x="6012102" y="3530802"/>
            <a:ext cx="297743" cy="197947"/>
            <a:chOff x="6012102" y="3530802"/>
            <a:chExt cx="297743" cy="197947"/>
          </a:xfrm>
        </p:grpSpPr>
        <p:sp>
          <p:nvSpPr>
            <p:cNvPr id="3216" name="Google Shape;3216;p27"/>
            <p:cNvSpPr/>
            <p:nvPr/>
          </p:nvSpPr>
          <p:spPr>
            <a:xfrm>
              <a:off x="6043262" y="3708415"/>
              <a:ext cx="28718" cy="19177"/>
            </a:xfrm>
            <a:custGeom>
              <a:rect b="b" l="l" r="r" t="t"/>
              <a:pathLst>
                <a:path extrusionOk="0" h="597" w="894">
                  <a:moveTo>
                    <a:pt x="1" y="0"/>
                  </a:moveTo>
                  <a:lnTo>
                    <a:pt x="1" y="411"/>
                  </a:lnTo>
                  <a:cubicBezTo>
                    <a:pt x="1" y="514"/>
                    <a:pt x="83" y="596"/>
                    <a:pt x="187" y="596"/>
                  </a:cubicBezTo>
                  <a:lnTo>
                    <a:pt x="672" y="596"/>
                  </a:lnTo>
                  <a:cubicBezTo>
                    <a:pt x="775" y="596"/>
                    <a:pt x="858" y="514"/>
                    <a:pt x="856" y="411"/>
                  </a:cubicBezTo>
                  <a:lnTo>
                    <a:pt x="894" y="355"/>
                  </a:lnTo>
                  <a:lnTo>
                    <a:pt x="894" y="0"/>
                  </a:ln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17" name="Google Shape;3217;p27"/>
            <p:cNvSpPr/>
            <p:nvPr/>
          </p:nvSpPr>
          <p:spPr>
            <a:xfrm>
              <a:off x="6042074" y="3708415"/>
              <a:ext cx="29906" cy="20334"/>
            </a:xfrm>
            <a:custGeom>
              <a:rect b="b" l="l" r="r" t="t"/>
              <a:pathLst>
                <a:path extrusionOk="0" h="633" w="931">
                  <a:moveTo>
                    <a:pt x="0" y="0"/>
                  </a:moveTo>
                  <a:lnTo>
                    <a:pt x="0" y="447"/>
                  </a:lnTo>
                  <a:cubicBezTo>
                    <a:pt x="0" y="550"/>
                    <a:pt x="83" y="633"/>
                    <a:pt x="185" y="633"/>
                  </a:cubicBezTo>
                  <a:lnTo>
                    <a:pt x="744" y="633"/>
                  </a:lnTo>
                  <a:cubicBezTo>
                    <a:pt x="848" y="633"/>
                    <a:pt x="931" y="550"/>
                    <a:pt x="931" y="447"/>
                  </a:cubicBezTo>
                  <a:lnTo>
                    <a:pt x="931" y="353"/>
                  </a:lnTo>
                  <a:lnTo>
                    <a:pt x="372" y="353"/>
                  </a:lnTo>
                  <a:cubicBezTo>
                    <a:pt x="371" y="353"/>
                    <a:pt x="370" y="353"/>
                    <a:pt x="370" y="353"/>
                  </a:cubicBezTo>
                  <a:cubicBezTo>
                    <a:pt x="320" y="353"/>
                    <a:pt x="279" y="312"/>
                    <a:pt x="279" y="261"/>
                  </a:cubicBezTo>
                  <a:lnTo>
                    <a:pt x="279" y="0"/>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18" name="Google Shape;3218;p27"/>
            <p:cNvSpPr/>
            <p:nvPr/>
          </p:nvSpPr>
          <p:spPr>
            <a:xfrm>
              <a:off x="6091159" y="3708415"/>
              <a:ext cx="28718" cy="19177"/>
            </a:xfrm>
            <a:custGeom>
              <a:rect b="b" l="l" r="r" t="t"/>
              <a:pathLst>
                <a:path extrusionOk="0" h="597" w="894">
                  <a:moveTo>
                    <a:pt x="1" y="0"/>
                  </a:moveTo>
                  <a:lnTo>
                    <a:pt x="1" y="411"/>
                  </a:lnTo>
                  <a:cubicBezTo>
                    <a:pt x="1" y="514"/>
                    <a:pt x="83" y="596"/>
                    <a:pt x="188" y="596"/>
                  </a:cubicBezTo>
                  <a:lnTo>
                    <a:pt x="673" y="596"/>
                  </a:lnTo>
                  <a:cubicBezTo>
                    <a:pt x="775" y="596"/>
                    <a:pt x="858" y="514"/>
                    <a:pt x="856" y="411"/>
                  </a:cubicBezTo>
                  <a:lnTo>
                    <a:pt x="894" y="355"/>
                  </a:lnTo>
                  <a:lnTo>
                    <a:pt x="894" y="0"/>
                  </a:ln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19" name="Google Shape;3219;p27"/>
            <p:cNvSpPr/>
            <p:nvPr/>
          </p:nvSpPr>
          <p:spPr>
            <a:xfrm>
              <a:off x="6089971" y="3708415"/>
              <a:ext cx="29906" cy="20334"/>
            </a:xfrm>
            <a:custGeom>
              <a:rect b="b" l="l" r="r" t="t"/>
              <a:pathLst>
                <a:path extrusionOk="0" h="633" w="931">
                  <a:moveTo>
                    <a:pt x="0" y="0"/>
                  </a:moveTo>
                  <a:lnTo>
                    <a:pt x="0" y="447"/>
                  </a:lnTo>
                  <a:cubicBezTo>
                    <a:pt x="0" y="550"/>
                    <a:pt x="83" y="633"/>
                    <a:pt x="185" y="633"/>
                  </a:cubicBezTo>
                  <a:lnTo>
                    <a:pt x="744" y="633"/>
                  </a:lnTo>
                  <a:cubicBezTo>
                    <a:pt x="848" y="633"/>
                    <a:pt x="931" y="550"/>
                    <a:pt x="931" y="447"/>
                  </a:cubicBezTo>
                  <a:lnTo>
                    <a:pt x="931" y="353"/>
                  </a:lnTo>
                  <a:lnTo>
                    <a:pt x="372" y="353"/>
                  </a:lnTo>
                  <a:cubicBezTo>
                    <a:pt x="371" y="353"/>
                    <a:pt x="371" y="353"/>
                    <a:pt x="370" y="353"/>
                  </a:cubicBezTo>
                  <a:cubicBezTo>
                    <a:pt x="320" y="353"/>
                    <a:pt x="280" y="312"/>
                    <a:pt x="280" y="261"/>
                  </a:cubicBezTo>
                  <a:lnTo>
                    <a:pt x="280" y="0"/>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20" name="Google Shape;3220;p27"/>
            <p:cNvSpPr/>
            <p:nvPr/>
          </p:nvSpPr>
          <p:spPr>
            <a:xfrm>
              <a:off x="6139121" y="3708415"/>
              <a:ext cx="28750" cy="19177"/>
            </a:xfrm>
            <a:custGeom>
              <a:rect b="b" l="l" r="r" t="t"/>
              <a:pathLst>
                <a:path extrusionOk="0" h="597" w="895">
                  <a:moveTo>
                    <a:pt x="0" y="0"/>
                  </a:moveTo>
                  <a:lnTo>
                    <a:pt x="0" y="411"/>
                  </a:lnTo>
                  <a:cubicBezTo>
                    <a:pt x="0" y="514"/>
                    <a:pt x="84" y="596"/>
                    <a:pt x="187" y="596"/>
                  </a:cubicBezTo>
                  <a:lnTo>
                    <a:pt x="672" y="596"/>
                  </a:lnTo>
                  <a:cubicBezTo>
                    <a:pt x="773" y="596"/>
                    <a:pt x="859" y="514"/>
                    <a:pt x="856" y="411"/>
                  </a:cubicBezTo>
                  <a:lnTo>
                    <a:pt x="895" y="355"/>
                  </a:lnTo>
                  <a:lnTo>
                    <a:pt x="895" y="0"/>
                  </a:ln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21" name="Google Shape;3221;p27"/>
            <p:cNvSpPr/>
            <p:nvPr/>
          </p:nvSpPr>
          <p:spPr>
            <a:xfrm>
              <a:off x="6137900" y="3708415"/>
              <a:ext cx="29938" cy="20334"/>
            </a:xfrm>
            <a:custGeom>
              <a:rect b="b" l="l" r="r" t="t"/>
              <a:pathLst>
                <a:path extrusionOk="0" h="633" w="932">
                  <a:moveTo>
                    <a:pt x="1" y="0"/>
                  </a:moveTo>
                  <a:lnTo>
                    <a:pt x="1" y="447"/>
                  </a:lnTo>
                  <a:cubicBezTo>
                    <a:pt x="1" y="550"/>
                    <a:pt x="83" y="633"/>
                    <a:pt x="187" y="633"/>
                  </a:cubicBezTo>
                  <a:lnTo>
                    <a:pt x="746" y="633"/>
                  </a:lnTo>
                  <a:cubicBezTo>
                    <a:pt x="849" y="633"/>
                    <a:pt x="932" y="550"/>
                    <a:pt x="932" y="447"/>
                  </a:cubicBezTo>
                  <a:lnTo>
                    <a:pt x="932" y="353"/>
                  </a:lnTo>
                  <a:lnTo>
                    <a:pt x="373" y="353"/>
                  </a:lnTo>
                  <a:cubicBezTo>
                    <a:pt x="372" y="353"/>
                    <a:pt x="371" y="353"/>
                    <a:pt x="370" y="353"/>
                  </a:cubicBezTo>
                  <a:cubicBezTo>
                    <a:pt x="321" y="353"/>
                    <a:pt x="282" y="312"/>
                    <a:pt x="282" y="261"/>
                  </a:cubicBezTo>
                  <a:lnTo>
                    <a:pt x="282" y="0"/>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22" name="Google Shape;3222;p27"/>
            <p:cNvSpPr/>
            <p:nvPr/>
          </p:nvSpPr>
          <p:spPr>
            <a:xfrm>
              <a:off x="6024437" y="3652680"/>
              <a:ext cx="274262" cy="56953"/>
            </a:xfrm>
            <a:custGeom>
              <a:rect b="b" l="l" r="r" t="t"/>
              <a:pathLst>
                <a:path extrusionOk="0" h="1773" w="8538">
                  <a:moveTo>
                    <a:pt x="18" y="1"/>
                  </a:moveTo>
                  <a:lnTo>
                    <a:pt x="0" y="1401"/>
                  </a:lnTo>
                  <a:cubicBezTo>
                    <a:pt x="0" y="1606"/>
                    <a:pt x="167" y="1773"/>
                    <a:pt x="372" y="1773"/>
                  </a:cubicBezTo>
                  <a:lnTo>
                    <a:pt x="8035" y="1755"/>
                  </a:lnTo>
                  <a:cubicBezTo>
                    <a:pt x="8209" y="1755"/>
                    <a:pt x="8484" y="1692"/>
                    <a:pt x="8526" y="1529"/>
                  </a:cubicBezTo>
                  <a:cubicBezTo>
                    <a:pt x="8534" y="1499"/>
                    <a:pt x="8537" y="1469"/>
                    <a:pt x="8537" y="1437"/>
                  </a:cubicBezTo>
                  <a:lnTo>
                    <a:pt x="8537" y="1"/>
                  </a:lnTo>
                  <a:close/>
                </a:path>
              </a:pathLst>
            </a:cu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23" name="Google Shape;3223;p27"/>
            <p:cNvSpPr/>
            <p:nvPr/>
          </p:nvSpPr>
          <p:spPr>
            <a:xfrm>
              <a:off x="6023217" y="3652680"/>
              <a:ext cx="275097" cy="58110"/>
            </a:xfrm>
            <a:custGeom>
              <a:rect b="b" l="l" r="r" t="t"/>
              <a:pathLst>
                <a:path extrusionOk="0" h="1809" w="8564">
                  <a:moveTo>
                    <a:pt x="1" y="1"/>
                  </a:moveTo>
                  <a:lnTo>
                    <a:pt x="1" y="1437"/>
                  </a:lnTo>
                  <a:cubicBezTo>
                    <a:pt x="1" y="1642"/>
                    <a:pt x="167" y="1809"/>
                    <a:pt x="373" y="1809"/>
                  </a:cubicBezTo>
                  <a:lnTo>
                    <a:pt x="8203" y="1809"/>
                  </a:lnTo>
                  <a:cubicBezTo>
                    <a:pt x="8377" y="1809"/>
                    <a:pt x="8522" y="1690"/>
                    <a:pt x="8564" y="1528"/>
                  </a:cubicBezTo>
                  <a:lnTo>
                    <a:pt x="465" y="1528"/>
                  </a:lnTo>
                  <a:cubicBezTo>
                    <a:pt x="464" y="1528"/>
                    <a:pt x="462" y="1528"/>
                    <a:pt x="460" y="1528"/>
                  </a:cubicBezTo>
                  <a:cubicBezTo>
                    <a:pt x="361" y="1528"/>
                    <a:pt x="280" y="1445"/>
                    <a:pt x="280" y="1344"/>
                  </a:cubicBezTo>
                  <a:lnTo>
                    <a:pt x="280" y="1"/>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24" name="Google Shape;3224;p27"/>
            <p:cNvSpPr/>
            <p:nvPr/>
          </p:nvSpPr>
          <p:spPr>
            <a:xfrm>
              <a:off x="6014575" y="3530802"/>
              <a:ext cx="295270" cy="160516"/>
            </a:xfrm>
            <a:custGeom>
              <a:rect b="b" l="l" r="r" t="t"/>
              <a:pathLst>
                <a:path extrusionOk="0" h="4997" w="9192">
                  <a:moveTo>
                    <a:pt x="300" y="0"/>
                  </a:moveTo>
                  <a:cubicBezTo>
                    <a:pt x="267" y="0"/>
                    <a:pt x="235" y="6"/>
                    <a:pt x="206" y="14"/>
                  </a:cubicBezTo>
                  <a:cubicBezTo>
                    <a:pt x="44" y="54"/>
                    <a:pt x="1" y="312"/>
                    <a:pt x="1" y="485"/>
                  </a:cubicBezTo>
                  <a:lnTo>
                    <a:pt x="1" y="4624"/>
                  </a:lnTo>
                  <a:cubicBezTo>
                    <a:pt x="1" y="4830"/>
                    <a:pt x="167" y="4996"/>
                    <a:pt x="374" y="4996"/>
                  </a:cubicBezTo>
                  <a:lnTo>
                    <a:pt x="4799" y="4996"/>
                  </a:lnTo>
                  <a:cubicBezTo>
                    <a:pt x="4868" y="4996"/>
                    <a:pt x="4934" y="4979"/>
                    <a:pt x="4992" y="4944"/>
                  </a:cubicBezTo>
                  <a:lnTo>
                    <a:pt x="5746" y="4491"/>
                  </a:lnTo>
                  <a:cubicBezTo>
                    <a:pt x="5804" y="4458"/>
                    <a:pt x="5872" y="4439"/>
                    <a:pt x="5939" y="4439"/>
                  </a:cubicBezTo>
                  <a:lnTo>
                    <a:pt x="8688" y="4439"/>
                  </a:lnTo>
                  <a:cubicBezTo>
                    <a:pt x="8862" y="4439"/>
                    <a:pt x="9137" y="4377"/>
                    <a:pt x="9179" y="4215"/>
                  </a:cubicBezTo>
                  <a:cubicBezTo>
                    <a:pt x="9189" y="4184"/>
                    <a:pt x="9192" y="4154"/>
                    <a:pt x="9192" y="4120"/>
                  </a:cubicBezTo>
                  <a:lnTo>
                    <a:pt x="9192" y="373"/>
                  </a:lnTo>
                  <a:cubicBezTo>
                    <a:pt x="9192" y="167"/>
                    <a:pt x="9025" y="0"/>
                    <a:pt x="8820" y="0"/>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25" name="Google Shape;3225;p27"/>
            <p:cNvSpPr/>
            <p:nvPr/>
          </p:nvSpPr>
          <p:spPr>
            <a:xfrm>
              <a:off x="6012102" y="3531251"/>
              <a:ext cx="297197" cy="161930"/>
            </a:xfrm>
            <a:custGeom>
              <a:rect b="b" l="l" r="r" t="t"/>
              <a:pathLst>
                <a:path extrusionOk="0" h="5041" w="9252">
                  <a:moveTo>
                    <a:pt x="282" y="1"/>
                  </a:moveTo>
                  <a:cubicBezTo>
                    <a:pt x="120" y="43"/>
                    <a:pt x="1" y="188"/>
                    <a:pt x="1" y="361"/>
                  </a:cubicBezTo>
                  <a:lnTo>
                    <a:pt x="1" y="557"/>
                  </a:lnTo>
                  <a:lnTo>
                    <a:pt x="59" y="660"/>
                  </a:lnTo>
                  <a:lnTo>
                    <a:pt x="57" y="3784"/>
                  </a:lnTo>
                  <a:lnTo>
                    <a:pt x="1" y="3914"/>
                  </a:lnTo>
                  <a:lnTo>
                    <a:pt x="1" y="4668"/>
                  </a:lnTo>
                  <a:cubicBezTo>
                    <a:pt x="1" y="4771"/>
                    <a:pt x="43" y="4864"/>
                    <a:pt x="111" y="4930"/>
                  </a:cubicBezTo>
                  <a:cubicBezTo>
                    <a:pt x="177" y="4997"/>
                    <a:pt x="272" y="5040"/>
                    <a:pt x="373" y="5040"/>
                  </a:cubicBezTo>
                  <a:lnTo>
                    <a:pt x="4874" y="5040"/>
                  </a:lnTo>
                  <a:cubicBezTo>
                    <a:pt x="4940" y="5040"/>
                    <a:pt x="5008" y="5023"/>
                    <a:pt x="5066" y="4988"/>
                  </a:cubicBezTo>
                  <a:lnTo>
                    <a:pt x="5820" y="4536"/>
                  </a:lnTo>
                  <a:cubicBezTo>
                    <a:pt x="5878" y="4502"/>
                    <a:pt x="5945" y="4483"/>
                    <a:pt x="6011" y="4483"/>
                  </a:cubicBezTo>
                  <a:lnTo>
                    <a:pt x="8891" y="4483"/>
                  </a:lnTo>
                  <a:cubicBezTo>
                    <a:pt x="9064" y="4483"/>
                    <a:pt x="9209" y="4364"/>
                    <a:pt x="9251" y="4203"/>
                  </a:cubicBezTo>
                  <a:lnTo>
                    <a:pt x="5939" y="4203"/>
                  </a:lnTo>
                  <a:lnTo>
                    <a:pt x="5939" y="4201"/>
                  </a:lnTo>
                  <a:cubicBezTo>
                    <a:pt x="5872" y="4201"/>
                    <a:pt x="5806" y="4219"/>
                    <a:pt x="5748" y="4254"/>
                  </a:cubicBezTo>
                  <a:lnTo>
                    <a:pt x="4947" y="4733"/>
                  </a:lnTo>
                  <a:cubicBezTo>
                    <a:pt x="4918" y="4751"/>
                    <a:pt x="4887" y="4761"/>
                    <a:pt x="4852" y="4761"/>
                  </a:cubicBezTo>
                  <a:lnTo>
                    <a:pt x="467" y="4761"/>
                  </a:lnTo>
                  <a:cubicBezTo>
                    <a:pt x="364" y="4761"/>
                    <a:pt x="282" y="4677"/>
                    <a:pt x="282" y="4574"/>
                  </a:cubicBezTo>
                  <a:lnTo>
                    <a:pt x="282" y="1"/>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26" name="Google Shape;3226;p27"/>
            <p:cNvSpPr/>
            <p:nvPr/>
          </p:nvSpPr>
          <p:spPr>
            <a:xfrm>
              <a:off x="6082518" y="3670444"/>
              <a:ext cx="24542" cy="8962"/>
            </a:xfrm>
            <a:custGeom>
              <a:rect b="b" l="l" r="r" t="t"/>
              <a:pathLst>
                <a:path extrusionOk="0" h="279" w="764">
                  <a:moveTo>
                    <a:pt x="140" y="1"/>
                  </a:moveTo>
                  <a:cubicBezTo>
                    <a:pt x="63" y="1"/>
                    <a:pt x="1" y="63"/>
                    <a:pt x="1" y="140"/>
                  </a:cubicBezTo>
                  <a:cubicBezTo>
                    <a:pt x="1" y="215"/>
                    <a:pt x="61" y="279"/>
                    <a:pt x="140" y="279"/>
                  </a:cubicBezTo>
                  <a:lnTo>
                    <a:pt x="624" y="279"/>
                  </a:lnTo>
                  <a:cubicBezTo>
                    <a:pt x="703" y="279"/>
                    <a:pt x="763" y="215"/>
                    <a:pt x="763" y="140"/>
                  </a:cubicBezTo>
                  <a:cubicBezTo>
                    <a:pt x="763" y="63"/>
                    <a:pt x="703" y="1"/>
                    <a:pt x="624"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27" name="Google Shape;3227;p27"/>
            <p:cNvSpPr/>
            <p:nvPr/>
          </p:nvSpPr>
          <p:spPr>
            <a:xfrm>
              <a:off x="6116055" y="3670444"/>
              <a:ext cx="54480" cy="8962"/>
            </a:xfrm>
            <a:custGeom>
              <a:rect b="b" l="l" r="r" t="t"/>
              <a:pathLst>
                <a:path extrusionOk="0" h="279" w="1696">
                  <a:moveTo>
                    <a:pt x="139" y="1"/>
                  </a:moveTo>
                  <a:cubicBezTo>
                    <a:pt x="63" y="1"/>
                    <a:pt x="0" y="63"/>
                    <a:pt x="0" y="140"/>
                  </a:cubicBezTo>
                  <a:cubicBezTo>
                    <a:pt x="0" y="215"/>
                    <a:pt x="61" y="279"/>
                    <a:pt x="139" y="279"/>
                  </a:cubicBezTo>
                  <a:lnTo>
                    <a:pt x="1557" y="279"/>
                  </a:lnTo>
                  <a:cubicBezTo>
                    <a:pt x="1635" y="279"/>
                    <a:pt x="1695" y="215"/>
                    <a:pt x="1695" y="140"/>
                  </a:cubicBezTo>
                  <a:cubicBezTo>
                    <a:pt x="1695" y="63"/>
                    <a:pt x="1633" y="1"/>
                    <a:pt x="1557"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28" name="Google Shape;3228;p27"/>
            <p:cNvSpPr/>
            <p:nvPr/>
          </p:nvSpPr>
          <p:spPr>
            <a:xfrm>
              <a:off x="6013323" y="3549016"/>
              <a:ext cx="152742" cy="106679"/>
            </a:xfrm>
            <a:custGeom>
              <a:rect b="b" l="l" r="r" t="t"/>
              <a:pathLst>
                <a:path extrusionOk="0" h="3321" w="4755">
                  <a:moveTo>
                    <a:pt x="244" y="1"/>
                  </a:moveTo>
                  <a:lnTo>
                    <a:pt x="0" y="40"/>
                  </a:lnTo>
                  <a:lnTo>
                    <a:pt x="0" y="3320"/>
                  </a:lnTo>
                  <a:lnTo>
                    <a:pt x="4177" y="3303"/>
                  </a:lnTo>
                  <a:cubicBezTo>
                    <a:pt x="4351" y="3303"/>
                    <a:pt x="4702" y="3241"/>
                    <a:pt x="4741" y="3077"/>
                  </a:cubicBezTo>
                  <a:cubicBezTo>
                    <a:pt x="4749" y="3047"/>
                    <a:pt x="4755" y="3016"/>
                    <a:pt x="4755" y="2983"/>
                  </a:cubicBezTo>
                  <a:lnTo>
                    <a:pt x="4755" y="374"/>
                  </a:lnTo>
                  <a:cubicBezTo>
                    <a:pt x="4755" y="167"/>
                    <a:pt x="4588" y="1"/>
                    <a:pt x="4381" y="1"/>
                  </a:cubicBez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29" name="Google Shape;3229;p27"/>
            <p:cNvSpPr/>
            <p:nvPr/>
          </p:nvSpPr>
          <p:spPr>
            <a:xfrm>
              <a:off x="6012102" y="3549112"/>
              <a:ext cx="153546" cy="107803"/>
            </a:xfrm>
            <a:custGeom>
              <a:rect b="b" l="l" r="r" t="t"/>
              <a:pathLst>
                <a:path extrusionOk="0" h="3356" w="4780">
                  <a:moveTo>
                    <a:pt x="1" y="1"/>
                  </a:moveTo>
                  <a:lnTo>
                    <a:pt x="1" y="560"/>
                  </a:lnTo>
                  <a:lnTo>
                    <a:pt x="59" y="658"/>
                  </a:lnTo>
                  <a:lnTo>
                    <a:pt x="57" y="2704"/>
                  </a:lnTo>
                  <a:lnTo>
                    <a:pt x="1" y="2796"/>
                  </a:lnTo>
                  <a:lnTo>
                    <a:pt x="1" y="3355"/>
                  </a:lnTo>
                  <a:lnTo>
                    <a:pt x="4419" y="3355"/>
                  </a:lnTo>
                  <a:cubicBezTo>
                    <a:pt x="4593" y="3355"/>
                    <a:pt x="4737" y="3236"/>
                    <a:pt x="4779" y="3076"/>
                  </a:cubicBezTo>
                  <a:lnTo>
                    <a:pt x="337" y="3076"/>
                  </a:lnTo>
                  <a:cubicBezTo>
                    <a:pt x="336" y="3076"/>
                    <a:pt x="335" y="3076"/>
                    <a:pt x="334" y="3076"/>
                  </a:cubicBezTo>
                  <a:cubicBezTo>
                    <a:pt x="305" y="3076"/>
                    <a:pt x="282" y="3050"/>
                    <a:pt x="282" y="3021"/>
                  </a:cubicBezTo>
                  <a:lnTo>
                    <a:pt x="282" y="1"/>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30" name="Google Shape;3230;p27"/>
            <p:cNvSpPr/>
            <p:nvPr/>
          </p:nvSpPr>
          <p:spPr>
            <a:xfrm>
              <a:off x="6013355" y="3567069"/>
              <a:ext cx="134818" cy="70734"/>
            </a:xfrm>
            <a:custGeom>
              <a:rect b="b" l="l" r="r" t="t"/>
              <a:pathLst>
                <a:path extrusionOk="0" h="2202" w="4197">
                  <a:moveTo>
                    <a:pt x="244" y="1"/>
                  </a:moveTo>
                  <a:lnTo>
                    <a:pt x="1" y="38"/>
                  </a:lnTo>
                  <a:lnTo>
                    <a:pt x="1" y="2201"/>
                  </a:lnTo>
                  <a:lnTo>
                    <a:pt x="4102" y="2201"/>
                  </a:lnTo>
                  <a:cubicBezTo>
                    <a:pt x="4132" y="2201"/>
                    <a:pt x="4159" y="2176"/>
                    <a:pt x="4157" y="2145"/>
                  </a:cubicBezTo>
                  <a:lnTo>
                    <a:pt x="4196" y="1959"/>
                  </a:lnTo>
                  <a:lnTo>
                    <a:pt x="4196" y="57"/>
                  </a:lnTo>
                  <a:cubicBezTo>
                    <a:pt x="4196" y="27"/>
                    <a:pt x="4170" y="1"/>
                    <a:pt x="4140" y="1"/>
                  </a:cubicBezTo>
                  <a:close/>
                </a:path>
              </a:pathLst>
            </a:cu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31" name="Google Shape;3231;p27"/>
            <p:cNvSpPr/>
            <p:nvPr/>
          </p:nvSpPr>
          <p:spPr>
            <a:xfrm>
              <a:off x="6012102" y="3567069"/>
              <a:ext cx="136007" cy="71922"/>
            </a:xfrm>
            <a:custGeom>
              <a:rect b="b" l="l" r="r" t="t"/>
              <a:pathLst>
                <a:path extrusionOk="0" h="2239" w="4234">
                  <a:moveTo>
                    <a:pt x="1" y="1"/>
                  </a:moveTo>
                  <a:lnTo>
                    <a:pt x="1" y="1959"/>
                  </a:lnTo>
                  <a:lnTo>
                    <a:pt x="1" y="2239"/>
                  </a:lnTo>
                  <a:lnTo>
                    <a:pt x="4177" y="2239"/>
                  </a:lnTo>
                  <a:cubicBezTo>
                    <a:pt x="4208" y="2239"/>
                    <a:pt x="4234" y="2214"/>
                    <a:pt x="4234" y="2184"/>
                  </a:cubicBezTo>
                  <a:lnTo>
                    <a:pt x="4234" y="1959"/>
                  </a:lnTo>
                  <a:lnTo>
                    <a:pt x="337" y="1959"/>
                  </a:lnTo>
                  <a:cubicBezTo>
                    <a:pt x="306" y="1959"/>
                    <a:pt x="282" y="1933"/>
                    <a:pt x="282" y="1903"/>
                  </a:cubicBezTo>
                  <a:lnTo>
                    <a:pt x="282" y="1"/>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32" name="Google Shape;3232;p27"/>
            <p:cNvSpPr/>
            <p:nvPr/>
          </p:nvSpPr>
          <p:spPr>
            <a:xfrm>
              <a:off x="6025658" y="3585027"/>
              <a:ext cx="8994" cy="35977"/>
            </a:xfrm>
            <a:custGeom>
              <a:rect b="b" l="l" r="r" t="t"/>
              <a:pathLst>
                <a:path extrusionOk="0" h="1120" w="280">
                  <a:moveTo>
                    <a:pt x="139" y="0"/>
                  </a:moveTo>
                  <a:cubicBezTo>
                    <a:pt x="64" y="0"/>
                    <a:pt x="0" y="63"/>
                    <a:pt x="0" y="141"/>
                  </a:cubicBezTo>
                  <a:lnTo>
                    <a:pt x="0" y="980"/>
                  </a:lnTo>
                  <a:cubicBezTo>
                    <a:pt x="0" y="1056"/>
                    <a:pt x="62" y="1119"/>
                    <a:pt x="139" y="1119"/>
                  </a:cubicBezTo>
                  <a:cubicBezTo>
                    <a:pt x="216" y="1119"/>
                    <a:pt x="279" y="1057"/>
                    <a:pt x="279" y="980"/>
                  </a:cubicBezTo>
                  <a:lnTo>
                    <a:pt x="279" y="141"/>
                  </a:lnTo>
                  <a:cubicBezTo>
                    <a:pt x="279" y="64"/>
                    <a:pt x="217" y="0"/>
                    <a:pt x="139"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33" name="Google Shape;3233;p27"/>
            <p:cNvSpPr/>
            <p:nvPr/>
          </p:nvSpPr>
          <p:spPr>
            <a:xfrm>
              <a:off x="6049302" y="3585027"/>
              <a:ext cx="80917" cy="34821"/>
            </a:xfrm>
            <a:custGeom>
              <a:rect b="b" l="l" r="r" t="t"/>
              <a:pathLst>
                <a:path extrusionOk="0" h="1084" w="2519">
                  <a:moveTo>
                    <a:pt x="243" y="0"/>
                  </a:moveTo>
                  <a:lnTo>
                    <a:pt x="57" y="38"/>
                  </a:lnTo>
                  <a:cubicBezTo>
                    <a:pt x="26" y="38"/>
                    <a:pt x="1" y="64"/>
                    <a:pt x="1" y="95"/>
                  </a:cubicBezTo>
                  <a:lnTo>
                    <a:pt x="1" y="1027"/>
                  </a:lnTo>
                  <a:cubicBezTo>
                    <a:pt x="1" y="1057"/>
                    <a:pt x="26" y="1083"/>
                    <a:pt x="57" y="1083"/>
                  </a:cubicBezTo>
                  <a:lnTo>
                    <a:pt x="2424" y="1083"/>
                  </a:lnTo>
                  <a:cubicBezTo>
                    <a:pt x="2455" y="1083"/>
                    <a:pt x="2479" y="1057"/>
                    <a:pt x="2479" y="1027"/>
                  </a:cubicBezTo>
                  <a:lnTo>
                    <a:pt x="2518" y="840"/>
                  </a:lnTo>
                  <a:lnTo>
                    <a:pt x="2518" y="57"/>
                  </a:lnTo>
                  <a:cubicBezTo>
                    <a:pt x="2518" y="26"/>
                    <a:pt x="2492" y="0"/>
                    <a:pt x="2462" y="0"/>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34" name="Google Shape;3234;p27"/>
            <p:cNvSpPr/>
            <p:nvPr/>
          </p:nvSpPr>
          <p:spPr>
            <a:xfrm>
              <a:off x="6048017" y="3585027"/>
              <a:ext cx="82105" cy="35977"/>
            </a:xfrm>
            <a:custGeom>
              <a:rect b="b" l="l" r="r" t="t"/>
              <a:pathLst>
                <a:path extrusionOk="0" h="1120" w="2556">
                  <a:moveTo>
                    <a:pt x="57" y="0"/>
                  </a:moveTo>
                  <a:cubicBezTo>
                    <a:pt x="26" y="0"/>
                    <a:pt x="0" y="26"/>
                    <a:pt x="0" y="57"/>
                  </a:cubicBezTo>
                  <a:lnTo>
                    <a:pt x="0" y="1063"/>
                  </a:lnTo>
                  <a:cubicBezTo>
                    <a:pt x="0" y="1093"/>
                    <a:pt x="26" y="1119"/>
                    <a:pt x="57" y="1119"/>
                  </a:cubicBezTo>
                  <a:lnTo>
                    <a:pt x="2500" y="1119"/>
                  </a:lnTo>
                  <a:cubicBezTo>
                    <a:pt x="2531" y="1119"/>
                    <a:pt x="2555" y="1093"/>
                    <a:pt x="2555" y="1063"/>
                  </a:cubicBezTo>
                  <a:lnTo>
                    <a:pt x="2555" y="839"/>
                  </a:lnTo>
                  <a:lnTo>
                    <a:pt x="338" y="839"/>
                  </a:lnTo>
                  <a:cubicBezTo>
                    <a:pt x="337" y="839"/>
                    <a:pt x="336" y="839"/>
                    <a:pt x="335" y="839"/>
                  </a:cubicBezTo>
                  <a:cubicBezTo>
                    <a:pt x="306" y="839"/>
                    <a:pt x="281" y="815"/>
                    <a:pt x="281" y="785"/>
                  </a:cubicBezTo>
                  <a:lnTo>
                    <a:pt x="281" y="0"/>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35" name="Google Shape;3235;p27"/>
            <p:cNvSpPr/>
            <p:nvPr/>
          </p:nvSpPr>
          <p:spPr>
            <a:xfrm>
              <a:off x="6185186" y="3549112"/>
              <a:ext cx="106679" cy="106036"/>
            </a:xfrm>
            <a:custGeom>
              <a:rect b="b" l="l" r="r" t="t"/>
              <a:pathLst>
                <a:path extrusionOk="0" h="3301" w="3321">
                  <a:moveTo>
                    <a:pt x="244" y="1"/>
                  </a:moveTo>
                  <a:cubicBezTo>
                    <a:pt x="91" y="1"/>
                    <a:pt x="1" y="182"/>
                    <a:pt x="1" y="335"/>
                  </a:cubicBezTo>
                  <a:lnTo>
                    <a:pt x="20" y="3019"/>
                  </a:lnTo>
                  <a:cubicBezTo>
                    <a:pt x="20" y="3174"/>
                    <a:pt x="146" y="3300"/>
                    <a:pt x="301" y="3300"/>
                  </a:cubicBezTo>
                  <a:lnTo>
                    <a:pt x="2966" y="3300"/>
                  </a:lnTo>
                  <a:cubicBezTo>
                    <a:pt x="3119" y="3300"/>
                    <a:pt x="3320" y="3231"/>
                    <a:pt x="3320" y="3077"/>
                  </a:cubicBezTo>
                  <a:lnTo>
                    <a:pt x="3320" y="282"/>
                  </a:lnTo>
                  <a:cubicBezTo>
                    <a:pt x="3320" y="125"/>
                    <a:pt x="3193" y="1"/>
                    <a:pt x="3040" y="1"/>
                  </a:cubicBez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36" name="Google Shape;3236;p27"/>
            <p:cNvSpPr/>
            <p:nvPr/>
          </p:nvSpPr>
          <p:spPr>
            <a:xfrm>
              <a:off x="6183998" y="3549112"/>
              <a:ext cx="107867" cy="107867"/>
            </a:xfrm>
            <a:custGeom>
              <a:rect b="b" l="l" r="r" t="t"/>
              <a:pathLst>
                <a:path extrusionOk="0" h="3358" w="3358">
                  <a:moveTo>
                    <a:pt x="281" y="1"/>
                  </a:moveTo>
                  <a:cubicBezTo>
                    <a:pt x="128" y="1"/>
                    <a:pt x="0" y="125"/>
                    <a:pt x="0" y="282"/>
                  </a:cubicBezTo>
                  <a:lnTo>
                    <a:pt x="0" y="3077"/>
                  </a:lnTo>
                  <a:cubicBezTo>
                    <a:pt x="0" y="3231"/>
                    <a:pt x="125" y="3358"/>
                    <a:pt x="281" y="3358"/>
                  </a:cubicBezTo>
                  <a:lnTo>
                    <a:pt x="3077" y="3358"/>
                  </a:lnTo>
                  <a:cubicBezTo>
                    <a:pt x="3230" y="3358"/>
                    <a:pt x="3357" y="3232"/>
                    <a:pt x="3357" y="3077"/>
                  </a:cubicBezTo>
                  <a:lnTo>
                    <a:pt x="375" y="3077"/>
                  </a:lnTo>
                  <a:cubicBezTo>
                    <a:pt x="323" y="3077"/>
                    <a:pt x="281" y="3035"/>
                    <a:pt x="281" y="2983"/>
                  </a:cubicBezTo>
                  <a:lnTo>
                    <a:pt x="281" y="1"/>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37" name="Google Shape;3237;p27"/>
            <p:cNvSpPr/>
            <p:nvPr/>
          </p:nvSpPr>
          <p:spPr>
            <a:xfrm>
              <a:off x="6197490" y="3562604"/>
              <a:ext cx="8962" cy="8962"/>
            </a:xfrm>
            <a:custGeom>
              <a:rect b="b" l="l" r="r" t="t"/>
              <a:pathLst>
                <a:path extrusionOk="0" h="279" w="279">
                  <a:moveTo>
                    <a:pt x="139" y="1"/>
                  </a:moveTo>
                  <a:cubicBezTo>
                    <a:pt x="62" y="1"/>
                    <a:pt x="0" y="63"/>
                    <a:pt x="0" y="140"/>
                  </a:cubicBezTo>
                  <a:cubicBezTo>
                    <a:pt x="0" y="216"/>
                    <a:pt x="62" y="279"/>
                    <a:pt x="139" y="279"/>
                  </a:cubicBezTo>
                  <a:cubicBezTo>
                    <a:pt x="216" y="279"/>
                    <a:pt x="278" y="216"/>
                    <a:pt x="278" y="140"/>
                  </a:cubicBezTo>
                  <a:cubicBezTo>
                    <a:pt x="278" y="63"/>
                    <a:pt x="216" y="1"/>
                    <a:pt x="139"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38" name="Google Shape;3238;p27"/>
            <p:cNvSpPr/>
            <p:nvPr/>
          </p:nvSpPr>
          <p:spPr>
            <a:xfrm>
              <a:off x="6215415" y="3562604"/>
              <a:ext cx="9026" cy="8962"/>
            </a:xfrm>
            <a:custGeom>
              <a:rect b="b" l="l" r="r" t="t"/>
              <a:pathLst>
                <a:path extrusionOk="0" h="279" w="281">
                  <a:moveTo>
                    <a:pt x="141" y="1"/>
                  </a:moveTo>
                  <a:cubicBezTo>
                    <a:pt x="63" y="1"/>
                    <a:pt x="1" y="63"/>
                    <a:pt x="1" y="140"/>
                  </a:cubicBezTo>
                  <a:cubicBezTo>
                    <a:pt x="1" y="216"/>
                    <a:pt x="63" y="279"/>
                    <a:pt x="141" y="279"/>
                  </a:cubicBezTo>
                  <a:cubicBezTo>
                    <a:pt x="218" y="279"/>
                    <a:pt x="280" y="216"/>
                    <a:pt x="280" y="140"/>
                  </a:cubicBezTo>
                  <a:cubicBezTo>
                    <a:pt x="280" y="63"/>
                    <a:pt x="218" y="1"/>
                    <a:pt x="141"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39" name="Google Shape;3239;p27"/>
            <p:cNvSpPr/>
            <p:nvPr/>
          </p:nvSpPr>
          <p:spPr>
            <a:xfrm>
              <a:off x="6233437" y="3562604"/>
              <a:ext cx="8962" cy="8962"/>
            </a:xfrm>
            <a:custGeom>
              <a:rect b="b" l="l" r="r" t="t"/>
              <a:pathLst>
                <a:path extrusionOk="0" h="279" w="279">
                  <a:moveTo>
                    <a:pt x="139" y="1"/>
                  </a:moveTo>
                  <a:cubicBezTo>
                    <a:pt x="62" y="1"/>
                    <a:pt x="0" y="63"/>
                    <a:pt x="0" y="140"/>
                  </a:cubicBezTo>
                  <a:cubicBezTo>
                    <a:pt x="0" y="216"/>
                    <a:pt x="62" y="279"/>
                    <a:pt x="139" y="279"/>
                  </a:cubicBezTo>
                  <a:cubicBezTo>
                    <a:pt x="216" y="279"/>
                    <a:pt x="278" y="216"/>
                    <a:pt x="278" y="140"/>
                  </a:cubicBezTo>
                  <a:cubicBezTo>
                    <a:pt x="278" y="63"/>
                    <a:pt x="216" y="1"/>
                    <a:pt x="139"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40" name="Google Shape;3240;p27"/>
            <p:cNvSpPr/>
            <p:nvPr/>
          </p:nvSpPr>
          <p:spPr>
            <a:xfrm>
              <a:off x="6251426" y="3562604"/>
              <a:ext cx="8994" cy="8962"/>
            </a:xfrm>
            <a:custGeom>
              <a:rect b="b" l="l" r="r" t="t"/>
              <a:pathLst>
                <a:path extrusionOk="0" h="279" w="280">
                  <a:moveTo>
                    <a:pt x="139" y="1"/>
                  </a:moveTo>
                  <a:cubicBezTo>
                    <a:pt x="63" y="1"/>
                    <a:pt x="0" y="63"/>
                    <a:pt x="0" y="140"/>
                  </a:cubicBezTo>
                  <a:cubicBezTo>
                    <a:pt x="0" y="216"/>
                    <a:pt x="63" y="279"/>
                    <a:pt x="139" y="279"/>
                  </a:cubicBezTo>
                  <a:cubicBezTo>
                    <a:pt x="216" y="279"/>
                    <a:pt x="280" y="216"/>
                    <a:pt x="280" y="140"/>
                  </a:cubicBezTo>
                  <a:cubicBezTo>
                    <a:pt x="280" y="63"/>
                    <a:pt x="216" y="1"/>
                    <a:pt x="139"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41" name="Google Shape;3241;p27"/>
            <p:cNvSpPr/>
            <p:nvPr/>
          </p:nvSpPr>
          <p:spPr>
            <a:xfrm>
              <a:off x="6269384" y="3562604"/>
              <a:ext cx="8994" cy="8962"/>
            </a:xfrm>
            <a:custGeom>
              <a:rect b="b" l="l" r="r" t="t"/>
              <a:pathLst>
                <a:path extrusionOk="0" h="279" w="280">
                  <a:moveTo>
                    <a:pt x="139" y="1"/>
                  </a:moveTo>
                  <a:cubicBezTo>
                    <a:pt x="62" y="1"/>
                    <a:pt x="0" y="63"/>
                    <a:pt x="0" y="140"/>
                  </a:cubicBezTo>
                  <a:cubicBezTo>
                    <a:pt x="0" y="216"/>
                    <a:pt x="62" y="279"/>
                    <a:pt x="139" y="279"/>
                  </a:cubicBezTo>
                  <a:cubicBezTo>
                    <a:pt x="217" y="279"/>
                    <a:pt x="280" y="216"/>
                    <a:pt x="280" y="140"/>
                  </a:cubicBezTo>
                  <a:cubicBezTo>
                    <a:pt x="280" y="63"/>
                    <a:pt x="217" y="1"/>
                    <a:pt x="139"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42" name="Google Shape;3242;p27"/>
            <p:cNvSpPr/>
            <p:nvPr/>
          </p:nvSpPr>
          <p:spPr>
            <a:xfrm>
              <a:off x="6197490" y="3598519"/>
              <a:ext cx="8962" cy="8994"/>
            </a:xfrm>
            <a:custGeom>
              <a:rect b="b" l="l" r="r" t="t"/>
              <a:pathLst>
                <a:path extrusionOk="0" h="280" w="279">
                  <a:moveTo>
                    <a:pt x="139" y="0"/>
                  </a:moveTo>
                  <a:cubicBezTo>
                    <a:pt x="62" y="0"/>
                    <a:pt x="0" y="62"/>
                    <a:pt x="0" y="139"/>
                  </a:cubicBezTo>
                  <a:cubicBezTo>
                    <a:pt x="0" y="217"/>
                    <a:pt x="62" y="280"/>
                    <a:pt x="139" y="280"/>
                  </a:cubicBezTo>
                  <a:cubicBezTo>
                    <a:pt x="216" y="280"/>
                    <a:pt x="278" y="217"/>
                    <a:pt x="278" y="139"/>
                  </a:cubicBezTo>
                  <a:cubicBezTo>
                    <a:pt x="278" y="62"/>
                    <a:pt x="216" y="0"/>
                    <a:pt x="139"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43" name="Google Shape;3243;p27"/>
            <p:cNvSpPr/>
            <p:nvPr/>
          </p:nvSpPr>
          <p:spPr>
            <a:xfrm>
              <a:off x="6215415" y="3598519"/>
              <a:ext cx="9026" cy="8994"/>
            </a:xfrm>
            <a:custGeom>
              <a:rect b="b" l="l" r="r" t="t"/>
              <a:pathLst>
                <a:path extrusionOk="0" h="280" w="281">
                  <a:moveTo>
                    <a:pt x="141" y="0"/>
                  </a:moveTo>
                  <a:cubicBezTo>
                    <a:pt x="63" y="0"/>
                    <a:pt x="1" y="62"/>
                    <a:pt x="1" y="139"/>
                  </a:cubicBezTo>
                  <a:cubicBezTo>
                    <a:pt x="1" y="217"/>
                    <a:pt x="63" y="280"/>
                    <a:pt x="141" y="280"/>
                  </a:cubicBezTo>
                  <a:cubicBezTo>
                    <a:pt x="218" y="280"/>
                    <a:pt x="280" y="217"/>
                    <a:pt x="280" y="139"/>
                  </a:cubicBezTo>
                  <a:cubicBezTo>
                    <a:pt x="280" y="62"/>
                    <a:pt x="218" y="0"/>
                    <a:pt x="141"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44" name="Google Shape;3244;p27"/>
            <p:cNvSpPr/>
            <p:nvPr/>
          </p:nvSpPr>
          <p:spPr>
            <a:xfrm>
              <a:off x="6233437" y="3598519"/>
              <a:ext cx="8962" cy="8994"/>
            </a:xfrm>
            <a:custGeom>
              <a:rect b="b" l="l" r="r" t="t"/>
              <a:pathLst>
                <a:path extrusionOk="0" h="280" w="279">
                  <a:moveTo>
                    <a:pt x="139" y="0"/>
                  </a:moveTo>
                  <a:cubicBezTo>
                    <a:pt x="62" y="0"/>
                    <a:pt x="0" y="62"/>
                    <a:pt x="0" y="139"/>
                  </a:cubicBezTo>
                  <a:cubicBezTo>
                    <a:pt x="0" y="217"/>
                    <a:pt x="62" y="280"/>
                    <a:pt x="139" y="280"/>
                  </a:cubicBezTo>
                  <a:cubicBezTo>
                    <a:pt x="216" y="280"/>
                    <a:pt x="278" y="217"/>
                    <a:pt x="278" y="139"/>
                  </a:cubicBezTo>
                  <a:cubicBezTo>
                    <a:pt x="278" y="62"/>
                    <a:pt x="216" y="0"/>
                    <a:pt x="139"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45" name="Google Shape;3245;p27"/>
            <p:cNvSpPr/>
            <p:nvPr/>
          </p:nvSpPr>
          <p:spPr>
            <a:xfrm>
              <a:off x="6251426" y="3598519"/>
              <a:ext cx="8994" cy="8994"/>
            </a:xfrm>
            <a:custGeom>
              <a:rect b="b" l="l" r="r" t="t"/>
              <a:pathLst>
                <a:path extrusionOk="0" h="280" w="280">
                  <a:moveTo>
                    <a:pt x="139" y="0"/>
                  </a:moveTo>
                  <a:cubicBezTo>
                    <a:pt x="63" y="0"/>
                    <a:pt x="0" y="62"/>
                    <a:pt x="0" y="139"/>
                  </a:cubicBezTo>
                  <a:cubicBezTo>
                    <a:pt x="0" y="217"/>
                    <a:pt x="63" y="280"/>
                    <a:pt x="139" y="280"/>
                  </a:cubicBezTo>
                  <a:cubicBezTo>
                    <a:pt x="216" y="280"/>
                    <a:pt x="280" y="217"/>
                    <a:pt x="280" y="139"/>
                  </a:cubicBezTo>
                  <a:cubicBezTo>
                    <a:pt x="280" y="62"/>
                    <a:pt x="216" y="0"/>
                    <a:pt x="139"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46" name="Google Shape;3246;p27"/>
            <p:cNvSpPr/>
            <p:nvPr/>
          </p:nvSpPr>
          <p:spPr>
            <a:xfrm>
              <a:off x="6269384" y="3598519"/>
              <a:ext cx="8994" cy="8994"/>
            </a:xfrm>
            <a:custGeom>
              <a:rect b="b" l="l" r="r" t="t"/>
              <a:pathLst>
                <a:path extrusionOk="0" h="280" w="280">
                  <a:moveTo>
                    <a:pt x="139" y="0"/>
                  </a:moveTo>
                  <a:cubicBezTo>
                    <a:pt x="62" y="0"/>
                    <a:pt x="0" y="62"/>
                    <a:pt x="0" y="139"/>
                  </a:cubicBezTo>
                  <a:cubicBezTo>
                    <a:pt x="0" y="217"/>
                    <a:pt x="62" y="280"/>
                    <a:pt x="139" y="280"/>
                  </a:cubicBezTo>
                  <a:cubicBezTo>
                    <a:pt x="217" y="280"/>
                    <a:pt x="280" y="217"/>
                    <a:pt x="280" y="139"/>
                  </a:cubicBezTo>
                  <a:cubicBezTo>
                    <a:pt x="280" y="62"/>
                    <a:pt x="217" y="0"/>
                    <a:pt x="139"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47" name="Google Shape;3247;p27"/>
            <p:cNvSpPr/>
            <p:nvPr/>
          </p:nvSpPr>
          <p:spPr>
            <a:xfrm>
              <a:off x="6197490" y="3634466"/>
              <a:ext cx="8962" cy="8962"/>
            </a:xfrm>
            <a:custGeom>
              <a:rect b="b" l="l" r="r" t="t"/>
              <a:pathLst>
                <a:path extrusionOk="0" h="279" w="279">
                  <a:moveTo>
                    <a:pt x="139" y="0"/>
                  </a:moveTo>
                  <a:cubicBezTo>
                    <a:pt x="62" y="0"/>
                    <a:pt x="0" y="63"/>
                    <a:pt x="0" y="139"/>
                  </a:cubicBezTo>
                  <a:cubicBezTo>
                    <a:pt x="0" y="216"/>
                    <a:pt x="62" y="278"/>
                    <a:pt x="139" y="278"/>
                  </a:cubicBezTo>
                  <a:cubicBezTo>
                    <a:pt x="216" y="278"/>
                    <a:pt x="278" y="216"/>
                    <a:pt x="278" y="139"/>
                  </a:cubicBezTo>
                  <a:cubicBezTo>
                    <a:pt x="278" y="63"/>
                    <a:pt x="216" y="0"/>
                    <a:pt x="139"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48" name="Google Shape;3248;p27"/>
            <p:cNvSpPr/>
            <p:nvPr/>
          </p:nvSpPr>
          <p:spPr>
            <a:xfrm>
              <a:off x="6215415" y="3634466"/>
              <a:ext cx="9026" cy="8962"/>
            </a:xfrm>
            <a:custGeom>
              <a:rect b="b" l="l" r="r" t="t"/>
              <a:pathLst>
                <a:path extrusionOk="0" h="279" w="281">
                  <a:moveTo>
                    <a:pt x="141" y="0"/>
                  </a:moveTo>
                  <a:cubicBezTo>
                    <a:pt x="63" y="0"/>
                    <a:pt x="1" y="63"/>
                    <a:pt x="1" y="139"/>
                  </a:cubicBezTo>
                  <a:cubicBezTo>
                    <a:pt x="1" y="216"/>
                    <a:pt x="63" y="278"/>
                    <a:pt x="141" y="278"/>
                  </a:cubicBezTo>
                  <a:cubicBezTo>
                    <a:pt x="218" y="278"/>
                    <a:pt x="280" y="216"/>
                    <a:pt x="280" y="139"/>
                  </a:cubicBezTo>
                  <a:cubicBezTo>
                    <a:pt x="280" y="63"/>
                    <a:pt x="218" y="0"/>
                    <a:pt x="141"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49" name="Google Shape;3249;p27"/>
            <p:cNvSpPr/>
            <p:nvPr/>
          </p:nvSpPr>
          <p:spPr>
            <a:xfrm>
              <a:off x="6233437" y="3634466"/>
              <a:ext cx="8962" cy="8962"/>
            </a:xfrm>
            <a:custGeom>
              <a:rect b="b" l="l" r="r" t="t"/>
              <a:pathLst>
                <a:path extrusionOk="0" h="279" w="279">
                  <a:moveTo>
                    <a:pt x="139" y="0"/>
                  </a:moveTo>
                  <a:cubicBezTo>
                    <a:pt x="62" y="0"/>
                    <a:pt x="0" y="63"/>
                    <a:pt x="0" y="139"/>
                  </a:cubicBezTo>
                  <a:cubicBezTo>
                    <a:pt x="0" y="216"/>
                    <a:pt x="62" y="278"/>
                    <a:pt x="139" y="278"/>
                  </a:cubicBezTo>
                  <a:cubicBezTo>
                    <a:pt x="216" y="278"/>
                    <a:pt x="278" y="216"/>
                    <a:pt x="278" y="139"/>
                  </a:cubicBezTo>
                  <a:cubicBezTo>
                    <a:pt x="278" y="63"/>
                    <a:pt x="216" y="0"/>
                    <a:pt x="139"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50" name="Google Shape;3250;p27"/>
            <p:cNvSpPr/>
            <p:nvPr/>
          </p:nvSpPr>
          <p:spPr>
            <a:xfrm>
              <a:off x="6251426" y="3634466"/>
              <a:ext cx="8994" cy="8962"/>
            </a:xfrm>
            <a:custGeom>
              <a:rect b="b" l="l" r="r" t="t"/>
              <a:pathLst>
                <a:path extrusionOk="0" h="279" w="280">
                  <a:moveTo>
                    <a:pt x="139" y="0"/>
                  </a:moveTo>
                  <a:cubicBezTo>
                    <a:pt x="63" y="0"/>
                    <a:pt x="0" y="63"/>
                    <a:pt x="0" y="139"/>
                  </a:cubicBezTo>
                  <a:cubicBezTo>
                    <a:pt x="0" y="216"/>
                    <a:pt x="63" y="278"/>
                    <a:pt x="139" y="278"/>
                  </a:cubicBezTo>
                  <a:cubicBezTo>
                    <a:pt x="216" y="278"/>
                    <a:pt x="280" y="216"/>
                    <a:pt x="280" y="139"/>
                  </a:cubicBezTo>
                  <a:cubicBezTo>
                    <a:pt x="280" y="63"/>
                    <a:pt x="216" y="0"/>
                    <a:pt x="139"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51" name="Google Shape;3251;p27"/>
            <p:cNvSpPr/>
            <p:nvPr/>
          </p:nvSpPr>
          <p:spPr>
            <a:xfrm>
              <a:off x="6269384" y="3634466"/>
              <a:ext cx="8994" cy="8962"/>
            </a:xfrm>
            <a:custGeom>
              <a:rect b="b" l="l" r="r" t="t"/>
              <a:pathLst>
                <a:path extrusionOk="0" h="279" w="280">
                  <a:moveTo>
                    <a:pt x="139" y="0"/>
                  </a:moveTo>
                  <a:cubicBezTo>
                    <a:pt x="62" y="0"/>
                    <a:pt x="0" y="63"/>
                    <a:pt x="0" y="139"/>
                  </a:cubicBezTo>
                  <a:cubicBezTo>
                    <a:pt x="0" y="216"/>
                    <a:pt x="62" y="278"/>
                    <a:pt x="139" y="278"/>
                  </a:cubicBezTo>
                  <a:cubicBezTo>
                    <a:pt x="217" y="278"/>
                    <a:pt x="280" y="216"/>
                    <a:pt x="280" y="139"/>
                  </a:cubicBezTo>
                  <a:cubicBezTo>
                    <a:pt x="280" y="63"/>
                    <a:pt x="217" y="0"/>
                    <a:pt x="139"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52" name="Google Shape;3252;p27"/>
            <p:cNvSpPr/>
            <p:nvPr/>
          </p:nvSpPr>
          <p:spPr>
            <a:xfrm>
              <a:off x="6206485" y="3616508"/>
              <a:ext cx="8962" cy="8962"/>
            </a:xfrm>
            <a:custGeom>
              <a:rect b="b" l="l" r="r" t="t"/>
              <a:pathLst>
                <a:path extrusionOk="0" h="279" w="279">
                  <a:moveTo>
                    <a:pt x="140" y="0"/>
                  </a:moveTo>
                  <a:cubicBezTo>
                    <a:pt x="63" y="0"/>
                    <a:pt x="1" y="63"/>
                    <a:pt x="1" y="139"/>
                  </a:cubicBezTo>
                  <a:cubicBezTo>
                    <a:pt x="1" y="216"/>
                    <a:pt x="63" y="278"/>
                    <a:pt x="140" y="278"/>
                  </a:cubicBezTo>
                  <a:cubicBezTo>
                    <a:pt x="217" y="278"/>
                    <a:pt x="279" y="216"/>
                    <a:pt x="279" y="139"/>
                  </a:cubicBezTo>
                  <a:cubicBezTo>
                    <a:pt x="279" y="63"/>
                    <a:pt x="217" y="0"/>
                    <a:pt x="140"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53" name="Google Shape;3253;p27"/>
            <p:cNvSpPr/>
            <p:nvPr/>
          </p:nvSpPr>
          <p:spPr>
            <a:xfrm>
              <a:off x="6224442" y="3616508"/>
              <a:ext cx="8962" cy="8962"/>
            </a:xfrm>
            <a:custGeom>
              <a:rect b="b" l="l" r="r" t="t"/>
              <a:pathLst>
                <a:path extrusionOk="0" h="279" w="279">
                  <a:moveTo>
                    <a:pt x="140" y="0"/>
                  </a:moveTo>
                  <a:cubicBezTo>
                    <a:pt x="63" y="0"/>
                    <a:pt x="1" y="63"/>
                    <a:pt x="1" y="139"/>
                  </a:cubicBezTo>
                  <a:cubicBezTo>
                    <a:pt x="1" y="216"/>
                    <a:pt x="63" y="278"/>
                    <a:pt x="140" y="278"/>
                  </a:cubicBezTo>
                  <a:cubicBezTo>
                    <a:pt x="216" y="278"/>
                    <a:pt x="279" y="216"/>
                    <a:pt x="279" y="139"/>
                  </a:cubicBezTo>
                  <a:cubicBezTo>
                    <a:pt x="279" y="63"/>
                    <a:pt x="216" y="0"/>
                    <a:pt x="140"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54" name="Google Shape;3254;p27"/>
            <p:cNvSpPr/>
            <p:nvPr/>
          </p:nvSpPr>
          <p:spPr>
            <a:xfrm>
              <a:off x="6242399" y="3616508"/>
              <a:ext cx="8994" cy="8962"/>
            </a:xfrm>
            <a:custGeom>
              <a:rect b="b" l="l" r="r" t="t"/>
              <a:pathLst>
                <a:path extrusionOk="0" h="279" w="280">
                  <a:moveTo>
                    <a:pt x="141" y="0"/>
                  </a:moveTo>
                  <a:cubicBezTo>
                    <a:pt x="63" y="0"/>
                    <a:pt x="1" y="63"/>
                    <a:pt x="1" y="139"/>
                  </a:cubicBezTo>
                  <a:cubicBezTo>
                    <a:pt x="1" y="216"/>
                    <a:pt x="63" y="278"/>
                    <a:pt x="141" y="278"/>
                  </a:cubicBezTo>
                  <a:cubicBezTo>
                    <a:pt x="218" y="278"/>
                    <a:pt x="280" y="216"/>
                    <a:pt x="280" y="139"/>
                  </a:cubicBezTo>
                  <a:cubicBezTo>
                    <a:pt x="280" y="63"/>
                    <a:pt x="218" y="0"/>
                    <a:pt x="141"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55" name="Google Shape;3255;p27"/>
            <p:cNvSpPr/>
            <p:nvPr/>
          </p:nvSpPr>
          <p:spPr>
            <a:xfrm>
              <a:off x="6260357" y="3616508"/>
              <a:ext cx="8994" cy="8962"/>
            </a:xfrm>
            <a:custGeom>
              <a:rect b="b" l="l" r="r" t="t"/>
              <a:pathLst>
                <a:path extrusionOk="0" h="279" w="280">
                  <a:moveTo>
                    <a:pt x="141" y="0"/>
                  </a:moveTo>
                  <a:cubicBezTo>
                    <a:pt x="64" y="0"/>
                    <a:pt x="0" y="63"/>
                    <a:pt x="0" y="139"/>
                  </a:cubicBezTo>
                  <a:cubicBezTo>
                    <a:pt x="0" y="216"/>
                    <a:pt x="64" y="278"/>
                    <a:pt x="141" y="278"/>
                  </a:cubicBezTo>
                  <a:cubicBezTo>
                    <a:pt x="217" y="278"/>
                    <a:pt x="280" y="216"/>
                    <a:pt x="280" y="139"/>
                  </a:cubicBezTo>
                  <a:cubicBezTo>
                    <a:pt x="280" y="63"/>
                    <a:pt x="217" y="0"/>
                    <a:pt x="141"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56" name="Google Shape;3256;p27"/>
            <p:cNvSpPr/>
            <p:nvPr/>
          </p:nvSpPr>
          <p:spPr>
            <a:xfrm>
              <a:off x="6206485" y="3580562"/>
              <a:ext cx="8962" cy="8962"/>
            </a:xfrm>
            <a:custGeom>
              <a:rect b="b" l="l" r="r" t="t"/>
              <a:pathLst>
                <a:path extrusionOk="0" h="279" w="279">
                  <a:moveTo>
                    <a:pt x="140" y="0"/>
                  </a:moveTo>
                  <a:cubicBezTo>
                    <a:pt x="63" y="0"/>
                    <a:pt x="1" y="63"/>
                    <a:pt x="1" y="139"/>
                  </a:cubicBezTo>
                  <a:cubicBezTo>
                    <a:pt x="1" y="216"/>
                    <a:pt x="63" y="278"/>
                    <a:pt x="140" y="278"/>
                  </a:cubicBezTo>
                  <a:cubicBezTo>
                    <a:pt x="217" y="278"/>
                    <a:pt x="279" y="216"/>
                    <a:pt x="279" y="139"/>
                  </a:cubicBezTo>
                  <a:cubicBezTo>
                    <a:pt x="279" y="63"/>
                    <a:pt x="217" y="0"/>
                    <a:pt x="140"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57" name="Google Shape;3257;p27"/>
            <p:cNvSpPr/>
            <p:nvPr/>
          </p:nvSpPr>
          <p:spPr>
            <a:xfrm>
              <a:off x="6224442" y="3580562"/>
              <a:ext cx="8962" cy="8962"/>
            </a:xfrm>
            <a:custGeom>
              <a:rect b="b" l="l" r="r" t="t"/>
              <a:pathLst>
                <a:path extrusionOk="0" h="279" w="279">
                  <a:moveTo>
                    <a:pt x="140" y="0"/>
                  </a:moveTo>
                  <a:cubicBezTo>
                    <a:pt x="63" y="0"/>
                    <a:pt x="1" y="63"/>
                    <a:pt x="1" y="139"/>
                  </a:cubicBezTo>
                  <a:cubicBezTo>
                    <a:pt x="1" y="216"/>
                    <a:pt x="63" y="278"/>
                    <a:pt x="140" y="278"/>
                  </a:cubicBezTo>
                  <a:cubicBezTo>
                    <a:pt x="216" y="278"/>
                    <a:pt x="279" y="216"/>
                    <a:pt x="279" y="139"/>
                  </a:cubicBezTo>
                  <a:cubicBezTo>
                    <a:pt x="279" y="63"/>
                    <a:pt x="216" y="0"/>
                    <a:pt x="140"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58" name="Google Shape;3258;p27"/>
            <p:cNvSpPr/>
            <p:nvPr/>
          </p:nvSpPr>
          <p:spPr>
            <a:xfrm>
              <a:off x="6242399" y="3580562"/>
              <a:ext cx="8994" cy="8962"/>
            </a:xfrm>
            <a:custGeom>
              <a:rect b="b" l="l" r="r" t="t"/>
              <a:pathLst>
                <a:path extrusionOk="0" h="279" w="280">
                  <a:moveTo>
                    <a:pt x="141" y="0"/>
                  </a:moveTo>
                  <a:cubicBezTo>
                    <a:pt x="63" y="0"/>
                    <a:pt x="1" y="63"/>
                    <a:pt x="1" y="139"/>
                  </a:cubicBezTo>
                  <a:cubicBezTo>
                    <a:pt x="1" y="216"/>
                    <a:pt x="63" y="278"/>
                    <a:pt x="141" y="278"/>
                  </a:cubicBezTo>
                  <a:cubicBezTo>
                    <a:pt x="218" y="278"/>
                    <a:pt x="280" y="216"/>
                    <a:pt x="280" y="139"/>
                  </a:cubicBezTo>
                  <a:cubicBezTo>
                    <a:pt x="280" y="63"/>
                    <a:pt x="218" y="0"/>
                    <a:pt x="141"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59" name="Google Shape;3259;p27"/>
            <p:cNvSpPr/>
            <p:nvPr/>
          </p:nvSpPr>
          <p:spPr>
            <a:xfrm>
              <a:off x="6260357" y="3580562"/>
              <a:ext cx="8994" cy="8962"/>
            </a:xfrm>
            <a:custGeom>
              <a:rect b="b" l="l" r="r" t="t"/>
              <a:pathLst>
                <a:path extrusionOk="0" h="279" w="280">
                  <a:moveTo>
                    <a:pt x="141" y="0"/>
                  </a:moveTo>
                  <a:cubicBezTo>
                    <a:pt x="64" y="0"/>
                    <a:pt x="0" y="63"/>
                    <a:pt x="0" y="139"/>
                  </a:cubicBezTo>
                  <a:cubicBezTo>
                    <a:pt x="0" y="216"/>
                    <a:pt x="64" y="278"/>
                    <a:pt x="141" y="278"/>
                  </a:cubicBezTo>
                  <a:cubicBezTo>
                    <a:pt x="217" y="278"/>
                    <a:pt x="280" y="216"/>
                    <a:pt x="280" y="139"/>
                  </a:cubicBezTo>
                  <a:cubicBezTo>
                    <a:pt x="280" y="63"/>
                    <a:pt x="217" y="0"/>
                    <a:pt x="141"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3260" name="Google Shape;3260;p27"/>
          <p:cNvGrpSpPr/>
          <p:nvPr/>
        </p:nvGrpSpPr>
        <p:grpSpPr>
          <a:xfrm>
            <a:off x="5377201" y="3497682"/>
            <a:ext cx="297712" cy="264276"/>
            <a:chOff x="5377201" y="3497682"/>
            <a:chExt cx="297712" cy="264276"/>
          </a:xfrm>
        </p:grpSpPr>
        <p:sp>
          <p:nvSpPr>
            <p:cNvPr id="3261" name="Google Shape;3261;p27"/>
            <p:cNvSpPr/>
            <p:nvPr/>
          </p:nvSpPr>
          <p:spPr>
            <a:xfrm>
              <a:off x="5414594" y="3497682"/>
              <a:ext cx="224054" cy="85735"/>
            </a:xfrm>
            <a:custGeom>
              <a:rect b="b" l="l" r="r" t="t"/>
              <a:pathLst>
                <a:path extrusionOk="0" h="2669" w="6975">
                  <a:moveTo>
                    <a:pt x="337" y="1"/>
                  </a:moveTo>
                  <a:cubicBezTo>
                    <a:pt x="311" y="1"/>
                    <a:pt x="287" y="2"/>
                    <a:pt x="262" y="8"/>
                  </a:cubicBezTo>
                  <a:cubicBezTo>
                    <a:pt x="94" y="46"/>
                    <a:pt x="0" y="324"/>
                    <a:pt x="0" y="505"/>
                  </a:cubicBezTo>
                  <a:lnTo>
                    <a:pt x="13" y="2669"/>
                  </a:lnTo>
                  <a:lnTo>
                    <a:pt x="455" y="2669"/>
                  </a:lnTo>
                  <a:lnTo>
                    <a:pt x="526" y="2389"/>
                  </a:lnTo>
                  <a:lnTo>
                    <a:pt x="526" y="617"/>
                  </a:lnTo>
                  <a:cubicBezTo>
                    <a:pt x="526" y="587"/>
                    <a:pt x="550" y="468"/>
                    <a:pt x="581" y="468"/>
                  </a:cubicBezTo>
                  <a:lnTo>
                    <a:pt x="6360" y="468"/>
                  </a:lnTo>
                  <a:cubicBezTo>
                    <a:pt x="6390" y="468"/>
                    <a:pt x="6507" y="587"/>
                    <a:pt x="6507" y="617"/>
                  </a:cubicBezTo>
                  <a:lnTo>
                    <a:pt x="6507" y="2667"/>
                  </a:lnTo>
                  <a:lnTo>
                    <a:pt x="6918" y="2667"/>
                  </a:lnTo>
                  <a:lnTo>
                    <a:pt x="6975" y="2386"/>
                  </a:lnTo>
                  <a:lnTo>
                    <a:pt x="6975" y="373"/>
                  </a:lnTo>
                  <a:cubicBezTo>
                    <a:pt x="6975" y="167"/>
                    <a:pt x="6808" y="1"/>
                    <a:pt x="6601" y="1"/>
                  </a:cubicBezTo>
                  <a:lnTo>
                    <a:pt x="5948" y="1"/>
                  </a:lnTo>
                  <a:lnTo>
                    <a:pt x="5860" y="56"/>
                  </a:lnTo>
                  <a:lnTo>
                    <a:pt x="1039" y="56"/>
                  </a:lnTo>
                  <a:lnTo>
                    <a:pt x="990" y="1"/>
                  </a:ln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62" name="Google Shape;3262;p27"/>
            <p:cNvSpPr/>
            <p:nvPr/>
          </p:nvSpPr>
          <p:spPr>
            <a:xfrm>
              <a:off x="5413405" y="3497971"/>
              <a:ext cx="17989" cy="89044"/>
            </a:xfrm>
            <a:custGeom>
              <a:rect b="b" l="l" r="r" t="t"/>
              <a:pathLst>
                <a:path extrusionOk="0" h="2772" w="560">
                  <a:moveTo>
                    <a:pt x="299" y="0"/>
                  </a:moveTo>
                  <a:cubicBezTo>
                    <a:pt x="138" y="29"/>
                    <a:pt x="1" y="181"/>
                    <a:pt x="1" y="365"/>
                  </a:cubicBezTo>
                  <a:lnTo>
                    <a:pt x="1" y="2771"/>
                  </a:lnTo>
                  <a:lnTo>
                    <a:pt x="560" y="2771"/>
                  </a:lnTo>
                  <a:lnTo>
                    <a:pt x="560" y="2380"/>
                  </a:lnTo>
                  <a:lnTo>
                    <a:pt x="393" y="2380"/>
                  </a:lnTo>
                  <a:cubicBezTo>
                    <a:pt x="343" y="2380"/>
                    <a:pt x="299" y="2338"/>
                    <a:pt x="299" y="2286"/>
                  </a:cubicBezTo>
                  <a:lnTo>
                    <a:pt x="299" y="0"/>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63" name="Google Shape;3263;p27"/>
            <p:cNvSpPr/>
            <p:nvPr/>
          </p:nvSpPr>
          <p:spPr>
            <a:xfrm>
              <a:off x="5431362" y="3506773"/>
              <a:ext cx="207286" cy="79118"/>
            </a:xfrm>
            <a:custGeom>
              <a:rect b="b" l="l" r="r" t="t"/>
              <a:pathLst>
                <a:path extrusionOk="0" h="2463" w="6453">
                  <a:moveTo>
                    <a:pt x="95" y="0"/>
                  </a:moveTo>
                  <a:cubicBezTo>
                    <a:pt x="44" y="0"/>
                    <a:pt x="1" y="41"/>
                    <a:pt x="1" y="94"/>
                  </a:cubicBezTo>
                  <a:lnTo>
                    <a:pt x="1" y="336"/>
                  </a:lnTo>
                  <a:cubicBezTo>
                    <a:pt x="1" y="333"/>
                    <a:pt x="1" y="311"/>
                    <a:pt x="19" y="294"/>
                  </a:cubicBezTo>
                  <a:cubicBezTo>
                    <a:pt x="35" y="279"/>
                    <a:pt x="54" y="279"/>
                    <a:pt x="57" y="279"/>
                  </a:cubicBezTo>
                  <a:lnTo>
                    <a:pt x="468" y="279"/>
                  </a:lnTo>
                  <a:lnTo>
                    <a:pt x="558" y="223"/>
                  </a:lnTo>
                  <a:lnTo>
                    <a:pt x="5331" y="226"/>
                  </a:lnTo>
                  <a:lnTo>
                    <a:pt x="5426" y="281"/>
                  </a:lnTo>
                  <a:lnTo>
                    <a:pt x="5838" y="281"/>
                  </a:lnTo>
                  <a:cubicBezTo>
                    <a:pt x="5868" y="281"/>
                    <a:pt x="5893" y="307"/>
                    <a:pt x="5893" y="337"/>
                  </a:cubicBezTo>
                  <a:lnTo>
                    <a:pt x="5893" y="2462"/>
                  </a:lnTo>
                  <a:lnTo>
                    <a:pt x="6453" y="2462"/>
                  </a:lnTo>
                  <a:lnTo>
                    <a:pt x="6453" y="2108"/>
                  </a:lnTo>
                  <a:lnTo>
                    <a:pt x="6283" y="2108"/>
                  </a:lnTo>
                  <a:cubicBezTo>
                    <a:pt x="6233" y="2106"/>
                    <a:pt x="6192" y="2064"/>
                    <a:pt x="6192" y="2014"/>
                  </a:cubicBezTo>
                  <a:lnTo>
                    <a:pt x="6192" y="185"/>
                  </a:lnTo>
                  <a:cubicBezTo>
                    <a:pt x="6192" y="83"/>
                    <a:pt x="6108" y="0"/>
                    <a:pt x="6005"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64" name="Google Shape;3264;p27"/>
            <p:cNvSpPr/>
            <p:nvPr/>
          </p:nvSpPr>
          <p:spPr>
            <a:xfrm>
              <a:off x="5446429" y="3497778"/>
              <a:ext cx="159295" cy="16254"/>
            </a:xfrm>
            <a:custGeom>
              <a:rect b="b" l="l" r="r" t="t"/>
              <a:pathLst>
                <a:path extrusionOk="0" h="506" w="4959">
                  <a:moveTo>
                    <a:pt x="1" y="1"/>
                  </a:moveTo>
                  <a:lnTo>
                    <a:pt x="1" y="282"/>
                  </a:lnTo>
                  <a:lnTo>
                    <a:pt x="57" y="506"/>
                  </a:lnTo>
                  <a:lnTo>
                    <a:pt x="4902" y="506"/>
                  </a:lnTo>
                  <a:lnTo>
                    <a:pt x="4959" y="282"/>
                  </a:lnTo>
                  <a:lnTo>
                    <a:pt x="4959" y="1"/>
                  </a:lnTo>
                  <a:close/>
                </a:path>
              </a:pathLst>
            </a:cu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65" name="Google Shape;3265;p27"/>
            <p:cNvSpPr/>
            <p:nvPr/>
          </p:nvSpPr>
          <p:spPr>
            <a:xfrm>
              <a:off x="5446429" y="3506773"/>
              <a:ext cx="159295" cy="8994"/>
            </a:xfrm>
            <a:custGeom>
              <a:rect b="b" l="l" r="r" t="t"/>
              <a:pathLst>
                <a:path extrusionOk="0" h="280" w="4959">
                  <a:moveTo>
                    <a:pt x="1" y="0"/>
                  </a:moveTo>
                  <a:lnTo>
                    <a:pt x="1" y="279"/>
                  </a:lnTo>
                  <a:lnTo>
                    <a:pt x="4959" y="279"/>
                  </a:lnTo>
                  <a:lnTo>
                    <a:pt x="4959" y="0"/>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66" name="Google Shape;3266;p27"/>
            <p:cNvSpPr/>
            <p:nvPr/>
          </p:nvSpPr>
          <p:spPr>
            <a:xfrm>
              <a:off x="5396411" y="3583388"/>
              <a:ext cx="69160" cy="16864"/>
            </a:xfrm>
            <a:custGeom>
              <a:rect b="b" l="l" r="r" t="t"/>
              <a:pathLst>
                <a:path extrusionOk="0" h="525" w="2153">
                  <a:moveTo>
                    <a:pt x="242" y="1"/>
                  </a:moveTo>
                  <a:lnTo>
                    <a:pt x="185" y="40"/>
                  </a:lnTo>
                  <a:cubicBezTo>
                    <a:pt x="83" y="40"/>
                    <a:pt x="0" y="122"/>
                    <a:pt x="0" y="225"/>
                  </a:cubicBezTo>
                  <a:lnTo>
                    <a:pt x="0" y="525"/>
                  </a:lnTo>
                  <a:lnTo>
                    <a:pt x="2153" y="525"/>
                  </a:lnTo>
                  <a:lnTo>
                    <a:pt x="2153" y="1"/>
                  </a:lnTo>
                  <a:close/>
                </a:path>
              </a:pathLst>
            </a:cu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67" name="Google Shape;3267;p27"/>
            <p:cNvSpPr/>
            <p:nvPr/>
          </p:nvSpPr>
          <p:spPr>
            <a:xfrm>
              <a:off x="5395191" y="3583388"/>
              <a:ext cx="70348" cy="19241"/>
            </a:xfrm>
            <a:custGeom>
              <a:rect b="b" l="l" r="r" t="t"/>
              <a:pathLst>
                <a:path extrusionOk="0" h="599" w="2190">
                  <a:moveTo>
                    <a:pt x="186" y="1"/>
                  </a:moveTo>
                  <a:cubicBezTo>
                    <a:pt x="83" y="1"/>
                    <a:pt x="0" y="85"/>
                    <a:pt x="0" y="188"/>
                  </a:cubicBezTo>
                  <a:lnTo>
                    <a:pt x="0" y="599"/>
                  </a:lnTo>
                  <a:lnTo>
                    <a:pt x="2189" y="599"/>
                  </a:lnTo>
                  <a:lnTo>
                    <a:pt x="2189" y="244"/>
                  </a:lnTo>
                  <a:lnTo>
                    <a:pt x="335" y="244"/>
                  </a:lnTo>
                  <a:cubicBezTo>
                    <a:pt x="306" y="244"/>
                    <a:pt x="280" y="218"/>
                    <a:pt x="280" y="188"/>
                  </a:cubicBezTo>
                  <a:lnTo>
                    <a:pt x="280" y="1"/>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68" name="Google Shape;3268;p27"/>
            <p:cNvSpPr/>
            <p:nvPr/>
          </p:nvSpPr>
          <p:spPr>
            <a:xfrm>
              <a:off x="5588931" y="3583388"/>
              <a:ext cx="68003" cy="16864"/>
            </a:xfrm>
            <a:custGeom>
              <a:rect b="b" l="l" r="r" t="t"/>
              <a:pathLst>
                <a:path extrusionOk="0" h="525" w="2117">
                  <a:moveTo>
                    <a:pt x="281" y="1"/>
                  </a:moveTo>
                  <a:lnTo>
                    <a:pt x="0" y="57"/>
                  </a:lnTo>
                  <a:lnTo>
                    <a:pt x="0" y="525"/>
                  </a:lnTo>
                  <a:lnTo>
                    <a:pt x="2059" y="525"/>
                  </a:lnTo>
                  <a:lnTo>
                    <a:pt x="2115" y="244"/>
                  </a:lnTo>
                  <a:lnTo>
                    <a:pt x="2115" y="188"/>
                  </a:lnTo>
                  <a:cubicBezTo>
                    <a:pt x="2117" y="85"/>
                    <a:pt x="2031" y="1"/>
                    <a:pt x="1931" y="1"/>
                  </a:cubicBezTo>
                  <a:close/>
                </a:path>
              </a:pathLst>
            </a:cu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69" name="Google Shape;3269;p27"/>
            <p:cNvSpPr/>
            <p:nvPr/>
          </p:nvSpPr>
          <p:spPr>
            <a:xfrm>
              <a:off x="5586554" y="3583388"/>
              <a:ext cx="70348" cy="18599"/>
            </a:xfrm>
            <a:custGeom>
              <a:rect b="b" l="l" r="r" t="t"/>
              <a:pathLst>
                <a:path extrusionOk="0" h="579" w="2190">
                  <a:moveTo>
                    <a:pt x="0" y="1"/>
                  </a:moveTo>
                  <a:lnTo>
                    <a:pt x="0" y="578"/>
                  </a:lnTo>
                  <a:lnTo>
                    <a:pt x="2189" y="578"/>
                  </a:lnTo>
                  <a:lnTo>
                    <a:pt x="2189" y="244"/>
                  </a:lnTo>
                  <a:lnTo>
                    <a:pt x="409" y="244"/>
                  </a:lnTo>
                  <a:cubicBezTo>
                    <a:pt x="380" y="244"/>
                    <a:pt x="355" y="218"/>
                    <a:pt x="355" y="188"/>
                  </a:cubicBezTo>
                  <a:lnTo>
                    <a:pt x="355" y="1"/>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70" name="Google Shape;3270;p27"/>
            <p:cNvSpPr/>
            <p:nvPr/>
          </p:nvSpPr>
          <p:spPr>
            <a:xfrm>
              <a:off x="5478424" y="3583388"/>
              <a:ext cx="23385" cy="19209"/>
            </a:xfrm>
            <a:custGeom>
              <a:rect b="b" l="l" r="r" t="t"/>
              <a:pathLst>
                <a:path extrusionOk="0" h="598" w="728">
                  <a:moveTo>
                    <a:pt x="364" y="1"/>
                  </a:moveTo>
                  <a:lnTo>
                    <a:pt x="1" y="76"/>
                  </a:lnTo>
                  <a:lnTo>
                    <a:pt x="1" y="597"/>
                  </a:lnTo>
                  <a:lnTo>
                    <a:pt x="727" y="597"/>
                  </a:lnTo>
                  <a:lnTo>
                    <a:pt x="727" y="1"/>
                  </a:lnTo>
                  <a:close/>
                </a:path>
              </a:pathLst>
            </a:custGeom>
            <a:solidFill>
              <a:schemeClr val="l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71" name="Google Shape;3271;p27"/>
            <p:cNvSpPr/>
            <p:nvPr/>
          </p:nvSpPr>
          <p:spPr>
            <a:xfrm>
              <a:off x="5479356" y="3583388"/>
              <a:ext cx="21554" cy="19241"/>
            </a:xfrm>
            <a:custGeom>
              <a:rect b="b" l="l" r="r" t="t"/>
              <a:pathLst>
                <a:path extrusionOk="0" h="599" w="671">
                  <a:moveTo>
                    <a:pt x="1" y="1"/>
                  </a:moveTo>
                  <a:lnTo>
                    <a:pt x="1" y="599"/>
                  </a:lnTo>
                  <a:lnTo>
                    <a:pt x="671" y="599"/>
                  </a:lnTo>
                  <a:lnTo>
                    <a:pt x="671" y="244"/>
                  </a:lnTo>
                  <a:lnTo>
                    <a:pt x="391" y="244"/>
                  </a:lnTo>
                  <a:cubicBezTo>
                    <a:pt x="360" y="244"/>
                    <a:pt x="336" y="218"/>
                    <a:pt x="336" y="188"/>
                  </a:cubicBezTo>
                  <a:lnTo>
                    <a:pt x="336" y="1"/>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72" name="Google Shape;3272;p27"/>
            <p:cNvSpPr/>
            <p:nvPr/>
          </p:nvSpPr>
          <p:spPr>
            <a:xfrm>
              <a:off x="5464386" y="3573269"/>
              <a:ext cx="16832" cy="26983"/>
            </a:xfrm>
            <a:custGeom>
              <a:rect b="b" l="l" r="r" t="t"/>
              <a:pathLst>
                <a:path extrusionOk="0" h="840" w="524">
                  <a:moveTo>
                    <a:pt x="244" y="0"/>
                  </a:moveTo>
                  <a:lnTo>
                    <a:pt x="95" y="38"/>
                  </a:lnTo>
                  <a:cubicBezTo>
                    <a:pt x="44" y="38"/>
                    <a:pt x="0" y="80"/>
                    <a:pt x="0" y="132"/>
                  </a:cubicBezTo>
                  <a:lnTo>
                    <a:pt x="0" y="840"/>
                  </a:lnTo>
                  <a:lnTo>
                    <a:pt x="485" y="840"/>
                  </a:lnTo>
                  <a:lnTo>
                    <a:pt x="523" y="559"/>
                  </a:lnTo>
                  <a:lnTo>
                    <a:pt x="523" y="91"/>
                  </a:lnTo>
                  <a:cubicBezTo>
                    <a:pt x="522" y="41"/>
                    <a:pt x="480" y="0"/>
                    <a:pt x="430" y="0"/>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73" name="Google Shape;3273;p27"/>
            <p:cNvSpPr/>
            <p:nvPr/>
          </p:nvSpPr>
          <p:spPr>
            <a:xfrm>
              <a:off x="5463165" y="3573269"/>
              <a:ext cx="17989" cy="28750"/>
            </a:xfrm>
            <a:custGeom>
              <a:rect b="b" l="l" r="r" t="t"/>
              <a:pathLst>
                <a:path extrusionOk="0" h="895" w="560">
                  <a:moveTo>
                    <a:pt x="95" y="0"/>
                  </a:moveTo>
                  <a:cubicBezTo>
                    <a:pt x="44" y="0"/>
                    <a:pt x="1" y="41"/>
                    <a:pt x="1" y="93"/>
                  </a:cubicBezTo>
                  <a:lnTo>
                    <a:pt x="1" y="895"/>
                  </a:lnTo>
                  <a:lnTo>
                    <a:pt x="560" y="895"/>
                  </a:lnTo>
                  <a:lnTo>
                    <a:pt x="560" y="560"/>
                  </a:lnTo>
                  <a:lnTo>
                    <a:pt x="335" y="560"/>
                  </a:lnTo>
                  <a:cubicBezTo>
                    <a:pt x="305" y="559"/>
                    <a:pt x="282" y="533"/>
                    <a:pt x="282" y="503"/>
                  </a:cubicBezTo>
                  <a:lnTo>
                    <a:pt x="282" y="0"/>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74" name="Google Shape;3274;p27"/>
            <p:cNvSpPr/>
            <p:nvPr/>
          </p:nvSpPr>
          <p:spPr>
            <a:xfrm>
              <a:off x="5500301" y="3573269"/>
              <a:ext cx="88658" cy="26983"/>
            </a:xfrm>
            <a:custGeom>
              <a:rect b="b" l="l" r="r" t="t"/>
              <a:pathLst>
                <a:path extrusionOk="0" h="840" w="2760">
                  <a:moveTo>
                    <a:pt x="242" y="0"/>
                  </a:moveTo>
                  <a:lnTo>
                    <a:pt x="55" y="38"/>
                  </a:lnTo>
                  <a:cubicBezTo>
                    <a:pt x="4" y="38"/>
                    <a:pt x="0" y="80"/>
                    <a:pt x="0" y="132"/>
                  </a:cubicBezTo>
                  <a:lnTo>
                    <a:pt x="0" y="840"/>
                  </a:lnTo>
                  <a:lnTo>
                    <a:pt x="2722" y="840"/>
                  </a:lnTo>
                  <a:lnTo>
                    <a:pt x="2759" y="559"/>
                  </a:lnTo>
                  <a:lnTo>
                    <a:pt x="2759" y="91"/>
                  </a:lnTo>
                  <a:cubicBezTo>
                    <a:pt x="2759" y="41"/>
                    <a:pt x="2717" y="0"/>
                    <a:pt x="2667" y="0"/>
                  </a:cubicBezTo>
                  <a:lnTo>
                    <a:pt x="2480" y="0"/>
                  </a:lnTo>
                  <a:lnTo>
                    <a:pt x="2347" y="55"/>
                  </a:lnTo>
                  <a:lnTo>
                    <a:pt x="2202" y="0"/>
                  </a:lnTo>
                  <a:lnTo>
                    <a:pt x="1921" y="0"/>
                  </a:lnTo>
                  <a:lnTo>
                    <a:pt x="1778" y="38"/>
                  </a:lnTo>
                  <a:lnTo>
                    <a:pt x="1643" y="0"/>
                  </a:lnTo>
                  <a:lnTo>
                    <a:pt x="1362" y="0"/>
                  </a:lnTo>
                  <a:lnTo>
                    <a:pt x="1213" y="38"/>
                  </a:lnTo>
                  <a:lnTo>
                    <a:pt x="1083" y="0"/>
                  </a:lnTo>
                  <a:lnTo>
                    <a:pt x="804" y="0"/>
                  </a:lnTo>
                  <a:lnTo>
                    <a:pt x="663" y="38"/>
                  </a:lnTo>
                  <a:lnTo>
                    <a:pt x="523" y="0"/>
                  </a:ln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75" name="Google Shape;3275;p27"/>
            <p:cNvSpPr/>
            <p:nvPr/>
          </p:nvSpPr>
          <p:spPr>
            <a:xfrm>
              <a:off x="5499112" y="3573269"/>
              <a:ext cx="19209" cy="29360"/>
            </a:xfrm>
            <a:custGeom>
              <a:rect b="b" l="l" r="r" t="t"/>
              <a:pathLst>
                <a:path extrusionOk="0" h="914" w="598">
                  <a:moveTo>
                    <a:pt x="95" y="0"/>
                  </a:moveTo>
                  <a:cubicBezTo>
                    <a:pt x="44" y="0"/>
                    <a:pt x="1" y="41"/>
                    <a:pt x="1" y="93"/>
                  </a:cubicBezTo>
                  <a:lnTo>
                    <a:pt x="1" y="914"/>
                  </a:lnTo>
                  <a:lnTo>
                    <a:pt x="597" y="914"/>
                  </a:lnTo>
                  <a:lnTo>
                    <a:pt x="597" y="559"/>
                  </a:lnTo>
                  <a:lnTo>
                    <a:pt x="337" y="559"/>
                  </a:lnTo>
                  <a:cubicBezTo>
                    <a:pt x="303" y="559"/>
                    <a:pt x="280" y="533"/>
                    <a:pt x="280" y="503"/>
                  </a:cubicBezTo>
                  <a:lnTo>
                    <a:pt x="280" y="0"/>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76" name="Google Shape;3276;p27"/>
            <p:cNvSpPr/>
            <p:nvPr/>
          </p:nvSpPr>
          <p:spPr>
            <a:xfrm>
              <a:off x="5517070" y="3573269"/>
              <a:ext cx="19209" cy="29360"/>
            </a:xfrm>
            <a:custGeom>
              <a:rect b="b" l="l" r="r" t="t"/>
              <a:pathLst>
                <a:path extrusionOk="0" h="914" w="598">
                  <a:moveTo>
                    <a:pt x="1" y="0"/>
                  </a:moveTo>
                  <a:lnTo>
                    <a:pt x="1" y="914"/>
                  </a:lnTo>
                  <a:lnTo>
                    <a:pt x="597" y="914"/>
                  </a:lnTo>
                  <a:lnTo>
                    <a:pt x="597" y="559"/>
                  </a:lnTo>
                  <a:lnTo>
                    <a:pt x="337" y="559"/>
                  </a:lnTo>
                  <a:cubicBezTo>
                    <a:pt x="306" y="559"/>
                    <a:pt x="282" y="533"/>
                    <a:pt x="282" y="503"/>
                  </a:cubicBezTo>
                  <a:lnTo>
                    <a:pt x="282" y="0"/>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77" name="Google Shape;3277;p27"/>
            <p:cNvSpPr/>
            <p:nvPr/>
          </p:nvSpPr>
          <p:spPr>
            <a:xfrm>
              <a:off x="5535027" y="3573269"/>
              <a:ext cx="19177" cy="29360"/>
            </a:xfrm>
            <a:custGeom>
              <a:rect b="b" l="l" r="r" t="t"/>
              <a:pathLst>
                <a:path extrusionOk="0" h="914" w="597">
                  <a:moveTo>
                    <a:pt x="0" y="0"/>
                  </a:moveTo>
                  <a:lnTo>
                    <a:pt x="0" y="914"/>
                  </a:lnTo>
                  <a:lnTo>
                    <a:pt x="597" y="914"/>
                  </a:lnTo>
                  <a:lnTo>
                    <a:pt x="597" y="559"/>
                  </a:lnTo>
                  <a:lnTo>
                    <a:pt x="338" y="559"/>
                  </a:lnTo>
                  <a:cubicBezTo>
                    <a:pt x="306" y="559"/>
                    <a:pt x="281" y="533"/>
                    <a:pt x="281" y="503"/>
                  </a:cubicBezTo>
                  <a:lnTo>
                    <a:pt x="281" y="0"/>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78" name="Google Shape;3278;p27"/>
            <p:cNvSpPr/>
            <p:nvPr/>
          </p:nvSpPr>
          <p:spPr>
            <a:xfrm>
              <a:off x="5552984" y="3573269"/>
              <a:ext cx="19241" cy="29360"/>
            </a:xfrm>
            <a:custGeom>
              <a:rect b="b" l="l" r="r" t="t"/>
              <a:pathLst>
                <a:path extrusionOk="0" h="914" w="599">
                  <a:moveTo>
                    <a:pt x="0" y="0"/>
                  </a:moveTo>
                  <a:lnTo>
                    <a:pt x="0" y="914"/>
                  </a:lnTo>
                  <a:lnTo>
                    <a:pt x="598" y="914"/>
                  </a:lnTo>
                  <a:lnTo>
                    <a:pt x="598" y="559"/>
                  </a:lnTo>
                  <a:lnTo>
                    <a:pt x="338" y="559"/>
                  </a:lnTo>
                  <a:cubicBezTo>
                    <a:pt x="307" y="559"/>
                    <a:pt x="281" y="533"/>
                    <a:pt x="281" y="503"/>
                  </a:cubicBezTo>
                  <a:lnTo>
                    <a:pt x="281" y="0"/>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79" name="Google Shape;3279;p27"/>
            <p:cNvSpPr/>
            <p:nvPr/>
          </p:nvSpPr>
          <p:spPr>
            <a:xfrm>
              <a:off x="5570974" y="3573269"/>
              <a:ext cx="17989" cy="29360"/>
            </a:xfrm>
            <a:custGeom>
              <a:rect b="b" l="l" r="r" t="t"/>
              <a:pathLst>
                <a:path extrusionOk="0" h="914" w="560">
                  <a:moveTo>
                    <a:pt x="0" y="0"/>
                  </a:moveTo>
                  <a:lnTo>
                    <a:pt x="0" y="914"/>
                  </a:lnTo>
                  <a:lnTo>
                    <a:pt x="559" y="914"/>
                  </a:lnTo>
                  <a:lnTo>
                    <a:pt x="559" y="559"/>
                  </a:lnTo>
                  <a:lnTo>
                    <a:pt x="335" y="559"/>
                  </a:lnTo>
                  <a:cubicBezTo>
                    <a:pt x="306" y="559"/>
                    <a:pt x="280" y="533"/>
                    <a:pt x="280" y="503"/>
                  </a:cubicBezTo>
                  <a:lnTo>
                    <a:pt x="280" y="0"/>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80" name="Google Shape;3280;p27"/>
            <p:cNvSpPr/>
            <p:nvPr/>
          </p:nvSpPr>
          <p:spPr>
            <a:xfrm>
              <a:off x="5378454" y="3600093"/>
              <a:ext cx="296459" cy="160613"/>
            </a:xfrm>
            <a:custGeom>
              <a:rect b="b" l="l" r="r" t="t"/>
              <a:pathLst>
                <a:path extrusionOk="0" h="5000" w="9229">
                  <a:moveTo>
                    <a:pt x="242" y="0"/>
                  </a:moveTo>
                  <a:cubicBezTo>
                    <a:pt x="86" y="0"/>
                    <a:pt x="36" y="362"/>
                    <a:pt x="36" y="516"/>
                  </a:cubicBezTo>
                  <a:lnTo>
                    <a:pt x="0" y="4718"/>
                  </a:lnTo>
                  <a:cubicBezTo>
                    <a:pt x="0" y="4873"/>
                    <a:pt x="126" y="4999"/>
                    <a:pt x="280" y="4999"/>
                  </a:cubicBezTo>
                  <a:lnTo>
                    <a:pt x="8570" y="4992"/>
                  </a:lnTo>
                  <a:cubicBezTo>
                    <a:pt x="8724" y="4992"/>
                    <a:pt x="9229" y="4909"/>
                    <a:pt x="9228" y="4755"/>
                  </a:cubicBezTo>
                  <a:lnTo>
                    <a:pt x="9228" y="281"/>
                  </a:lnTo>
                  <a:cubicBezTo>
                    <a:pt x="9228" y="125"/>
                    <a:pt x="9102" y="0"/>
                    <a:pt x="8948" y="0"/>
                  </a:cubicBezTo>
                  <a:lnTo>
                    <a:pt x="7548" y="0"/>
                  </a:lnTo>
                  <a:lnTo>
                    <a:pt x="7472" y="57"/>
                  </a:lnTo>
                  <a:lnTo>
                    <a:pt x="1736" y="57"/>
                  </a:lnTo>
                  <a:lnTo>
                    <a:pt x="1640" y="0"/>
                  </a:lnTo>
                  <a:close/>
                </a:path>
              </a:pathLst>
            </a:cu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81" name="Google Shape;3281;p27"/>
            <p:cNvSpPr/>
            <p:nvPr/>
          </p:nvSpPr>
          <p:spPr>
            <a:xfrm>
              <a:off x="5377201" y="3600221"/>
              <a:ext cx="297711" cy="161737"/>
            </a:xfrm>
            <a:custGeom>
              <a:rect b="b" l="l" r="r" t="t"/>
              <a:pathLst>
                <a:path extrusionOk="0" h="5035" w="9268">
                  <a:moveTo>
                    <a:pt x="281" y="1"/>
                  </a:moveTo>
                  <a:cubicBezTo>
                    <a:pt x="128" y="1"/>
                    <a:pt x="0" y="125"/>
                    <a:pt x="0" y="280"/>
                  </a:cubicBezTo>
                  <a:lnTo>
                    <a:pt x="0" y="4753"/>
                  </a:lnTo>
                  <a:cubicBezTo>
                    <a:pt x="0" y="4908"/>
                    <a:pt x="125" y="5034"/>
                    <a:pt x="281" y="5034"/>
                  </a:cubicBezTo>
                  <a:lnTo>
                    <a:pt x="8987" y="5034"/>
                  </a:lnTo>
                  <a:cubicBezTo>
                    <a:pt x="9141" y="5034"/>
                    <a:pt x="9268" y="4910"/>
                    <a:pt x="9268" y="4753"/>
                  </a:cubicBezTo>
                  <a:lnTo>
                    <a:pt x="375" y="4753"/>
                  </a:lnTo>
                  <a:cubicBezTo>
                    <a:pt x="323" y="4752"/>
                    <a:pt x="281" y="4710"/>
                    <a:pt x="281" y="4659"/>
                  </a:cubicBezTo>
                  <a:lnTo>
                    <a:pt x="281" y="1"/>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82" name="Google Shape;3282;p27"/>
            <p:cNvSpPr/>
            <p:nvPr/>
          </p:nvSpPr>
          <p:spPr>
            <a:xfrm>
              <a:off x="5512604" y="3739414"/>
              <a:ext cx="8962" cy="8994"/>
            </a:xfrm>
            <a:custGeom>
              <a:rect b="b" l="l" r="r" t="t"/>
              <a:pathLst>
                <a:path extrusionOk="0" h="280" w="279">
                  <a:moveTo>
                    <a:pt x="140" y="1"/>
                  </a:moveTo>
                  <a:cubicBezTo>
                    <a:pt x="63" y="1"/>
                    <a:pt x="1" y="63"/>
                    <a:pt x="1" y="141"/>
                  </a:cubicBezTo>
                  <a:cubicBezTo>
                    <a:pt x="1" y="218"/>
                    <a:pt x="63" y="280"/>
                    <a:pt x="140" y="280"/>
                  </a:cubicBezTo>
                  <a:cubicBezTo>
                    <a:pt x="216" y="280"/>
                    <a:pt x="279" y="218"/>
                    <a:pt x="279" y="141"/>
                  </a:cubicBezTo>
                  <a:cubicBezTo>
                    <a:pt x="279" y="63"/>
                    <a:pt x="216" y="1"/>
                    <a:pt x="140"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83" name="Google Shape;3283;p27"/>
            <p:cNvSpPr/>
            <p:nvPr/>
          </p:nvSpPr>
          <p:spPr>
            <a:xfrm>
              <a:off x="5530562" y="3739414"/>
              <a:ext cx="8962" cy="8994"/>
            </a:xfrm>
            <a:custGeom>
              <a:rect b="b" l="l" r="r" t="t"/>
              <a:pathLst>
                <a:path extrusionOk="0" h="280" w="279">
                  <a:moveTo>
                    <a:pt x="139" y="1"/>
                  </a:moveTo>
                  <a:cubicBezTo>
                    <a:pt x="63" y="1"/>
                    <a:pt x="0" y="63"/>
                    <a:pt x="0" y="141"/>
                  </a:cubicBezTo>
                  <a:cubicBezTo>
                    <a:pt x="0" y="218"/>
                    <a:pt x="63" y="280"/>
                    <a:pt x="139" y="280"/>
                  </a:cubicBezTo>
                  <a:cubicBezTo>
                    <a:pt x="216" y="280"/>
                    <a:pt x="278" y="218"/>
                    <a:pt x="278" y="141"/>
                  </a:cubicBezTo>
                  <a:cubicBezTo>
                    <a:pt x="278" y="63"/>
                    <a:pt x="216" y="1"/>
                    <a:pt x="139"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84" name="Google Shape;3284;p27"/>
            <p:cNvSpPr/>
            <p:nvPr/>
          </p:nvSpPr>
          <p:spPr>
            <a:xfrm>
              <a:off x="5491370" y="3633984"/>
              <a:ext cx="70702" cy="54480"/>
            </a:xfrm>
            <a:custGeom>
              <a:rect b="b" l="l" r="r" t="t"/>
              <a:pathLst>
                <a:path extrusionOk="0" h="1696" w="2201">
                  <a:moveTo>
                    <a:pt x="19" y="1"/>
                  </a:moveTo>
                  <a:lnTo>
                    <a:pt x="0" y="1509"/>
                  </a:lnTo>
                  <a:cubicBezTo>
                    <a:pt x="0" y="1613"/>
                    <a:pt x="84" y="1696"/>
                    <a:pt x="187" y="1696"/>
                  </a:cubicBezTo>
                  <a:lnTo>
                    <a:pt x="1976" y="1696"/>
                  </a:lnTo>
                  <a:cubicBezTo>
                    <a:pt x="2080" y="1696"/>
                    <a:pt x="2163" y="1613"/>
                    <a:pt x="2163" y="1509"/>
                  </a:cubicBezTo>
                  <a:lnTo>
                    <a:pt x="2201" y="1454"/>
                  </a:lnTo>
                  <a:lnTo>
                    <a:pt x="2201" y="1"/>
                  </a:ln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85" name="Google Shape;3285;p27"/>
            <p:cNvSpPr/>
            <p:nvPr/>
          </p:nvSpPr>
          <p:spPr>
            <a:xfrm>
              <a:off x="5490117" y="3633373"/>
              <a:ext cx="71858" cy="56311"/>
            </a:xfrm>
            <a:custGeom>
              <a:rect b="b" l="l" r="r" t="t"/>
              <a:pathLst>
                <a:path extrusionOk="0" h="1753" w="2237">
                  <a:moveTo>
                    <a:pt x="0" y="1"/>
                  </a:moveTo>
                  <a:lnTo>
                    <a:pt x="0" y="1567"/>
                  </a:lnTo>
                  <a:cubicBezTo>
                    <a:pt x="0" y="1670"/>
                    <a:pt x="83" y="1753"/>
                    <a:pt x="185" y="1753"/>
                  </a:cubicBezTo>
                  <a:lnTo>
                    <a:pt x="2050" y="1753"/>
                  </a:lnTo>
                  <a:cubicBezTo>
                    <a:pt x="2153" y="1753"/>
                    <a:pt x="2237" y="1670"/>
                    <a:pt x="2237" y="1567"/>
                  </a:cubicBezTo>
                  <a:lnTo>
                    <a:pt x="2237" y="1473"/>
                  </a:lnTo>
                  <a:lnTo>
                    <a:pt x="334" y="1473"/>
                  </a:lnTo>
                  <a:cubicBezTo>
                    <a:pt x="334" y="1473"/>
                    <a:pt x="333" y="1473"/>
                    <a:pt x="332" y="1473"/>
                  </a:cubicBezTo>
                  <a:cubicBezTo>
                    <a:pt x="304" y="1473"/>
                    <a:pt x="281" y="1448"/>
                    <a:pt x="281" y="1418"/>
                  </a:cubicBezTo>
                  <a:lnTo>
                    <a:pt x="281" y="1"/>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86" name="Google Shape;3286;p27"/>
            <p:cNvSpPr/>
            <p:nvPr/>
          </p:nvSpPr>
          <p:spPr>
            <a:xfrm>
              <a:off x="5505248" y="3654029"/>
              <a:ext cx="41374" cy="16222"/>
            </a:xfrm>
            <a:custGeom>
              <a:rect b="b" l="l" r="r" t="t"/>
              <a:pathLst>
                <a:path extrusionOk="0" h="505" w="1288">
                  <a:moveTo>
                    <a:pt x="1" y="1"/>
                  </a:moveTo>
                  <a:lnTo>
                    <a:pt x="8" y="505"/>
                  </a:lnTo>
                  <a:lnTo>
                    <a:pt x="1288" y="505"/>
                  </a:lnTo>
                  <a:lnTo>
                    <a:pt x="1281" y="1"/>
                  </a:lnTo>
                  <a:close/>
                </a:path>
              </a:pathLst>
            </a:cu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87" name="Google Shape;3287;p27"/>
            <p:cNvSpPr/>
            <p:nvPr/>
          </p:nvSpPr>
          <p:spPr>
            <a:xfrm>
              <a:off x="5505505" y="3663056"/>
              <a:ext cx="41117" cy="9059"/>
            </a:xfrm>
            <a:custGeom>
              <a:rect b="b" l="l" r="r" t="t"/>
              <a:pathLst>
                <a:path extrusionOk="0" h="282" w="1280">
                  <a:moveTo>
                    <a:pt x="0" y="1"/>
                  </a:moveTo>
                  <a:lnTo>
                    <a:pt x="0" y="281"/>
                  </a:lnTo>
                  <a:lnTo>
                    <a:pt x="1280" y="281"/>
                  </a:lnTo>
                  <a:lnTo>
                    <a:pt x="1276" y="1"/>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88" name="Google Shape;3288;p27"/>
            <p:cNvSpPr/>
            <p:nvPr/>
          </p:nvSpPr>
          <p:spPr>
            <a:xfrm>
              <a:off x="5491274" y="3651652"/>
              <a:ext cx="21651" cy="21618"/>
            </a:xfrm>
            <a:custGeom>
              <a:rect b="b" l="l" r="r" t="t"/>
              <a:pathLst>
                <a:path extrusionOk="0" h="673" w="674">
                  <a:moveTo>
                    <a:pt x="319" y="1"/>
                  </a:moveTo>
                  <a:cubicBezTo>
                    <a:pt x="269" y="1"/>
                    <a:pt x="223" y="11"/>
                    <a:pt x="180" y="30"/>
                  </a:cubicBezTo>
                  <a:cubicBezTo>
                    <a:pt x="52" y="83"/>
                    <a:pt x="0" y="299"/>
                    <a:pt x="0" y="356"/>
                  </a:cubicBezTo>
                  <a:cubicBezTo>
                    <a:pt x="0" y="551"/>
                    <a:pt x="122" y="673"/>
                    <a:pt x="317" y="673"/>
                  </a:cubicBezTo>
                  <a:cubicBezTo>
                    <a:pt x="351" y="673"/>
                    <a:pt x="588" y="622"/>
                    <a:pt x="643" y="495"/>
                  </a:cubicBezTo>
                  <a:cubicBezTo>
                    <a:pt x="662" y="451"/>
                    <a:pt x="673" y="405"/>
                    <a:pt x="673" y="356"/>
                  </a:cubicBezTo>
                  <a:cubicBezTo>
                    <a:pt x="673" y="160"/>
                    <a:pt x="514" y="1"/>
                    <a:pt x="319" y="1"/>
                  </a:cubicBezTo>
                  <a:close/>
                </a:path>
              </a:pathLst>
            </a:cu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89" name="Google Shape;3289;p27"/>
            <p:cNvSpPr/>
            <p:nvPr/>
          </p:nvSpPr>
          <p:spPr>
            <a:xfrm>
              <a:off x="5490117" y="3652583"/>
              <a:ext cx="21875" cy="21908"/>
            </a:xfrm>
            <a:custGeom>
              <a:rect b="b" l="l" r="r" t="t"/>
              <a:pathLst>
                <a:path extrusionOk="0" h="682" w="681">
                  <a:moveTo>
                    <a:pt x="216" y="1"/>
                  </a:moveTo>
                  <a:lnTo>
                    <a:pt x="216" y="1"/>
                  </a:lnTo>
                  <a:cubicBezTo>
                    <a:pt x="88" y="54"/>
                    <a:pt x="0" y="179"/>
                    <a:pt x="0" y="327"/>
                  </a:cubicBezTo>
                  <a:cubicBezTo>
                    <a:pt x="0" y="522"/>
                    <a:pt x="159" y="681"/>
                    <a:pt x="355" y="681"/>
                  </a:cubicBezTo>
                  <a:cubicBezTo>
                    <a:pt x="501" y="681"/>
                    <a:pt x="625" y="593"/>
                    <a:pt x="680" y="466"/>
                  </a:cubicBezTo>
                  <a:lnTo>
                    <a:pt x="680" y="466"/>
                  </a:lnTo>
                  <a:cubicBezTo>
                    <a:pt x="638" y="484"/>
                    <a:pt x="592" y="494"/>
                    <a:pt x="541" y="494"/>
                  </a:cubicBezTo>
                  <a:cubicBezTo>
                    <a:pt x="346" y="494"/>
                    <a:pt x="185" y="335"/>
                    <a:pt x="185" y="140"/>
                  </a:cubicBezTo>
                  <a:cubicBezTo>
                    <a:pt x="185" y="91"/>
                    <a:pt x="197" y="43"/>
                    <a:pt x="216"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90" name="Google Shape;3290;p27"/>
            <p:cNvSpPr/>
            <p:nvPr/>
          </p:nvSpPr>
          <p:spPr>
            <a:xfrm>
              <a:off x="5540359" y="3651652"/>
              <a:ext cx="21683" cy="21618"/>
            </a:xfrm>
            <a:custGeom>
              <a:rect b="b" l="l" r="r" t="t"/>
              <a:pathLst>
                <a:path extrusionOk="0" h="673" w="675">
                  <a:moveTo>
                    <a:pt x="319" y="1"/>
                  </a:moveTo>
                  <a:cubicBezTo>
                    <a:pt x="270" y="1"/>
                    <a:pt x="224" y="11"/>
                    <a:pt x="180" y="30"/>
                  </a:cubicBezTo>
                  <a:cubicBezTo>
                    <a:pt x="53" y="83"/>
                    <a:pt x="1" y="328"/>
                    <a:pt x="1" y="356"/>
                  </a:cubicBezTo>
                  <a:cubicBezTo>
                    <a:pt x="1" y="551"/>
                    <a:pt x="123" y="673"/>
                    <a:pt x="318" y="673"/>
                  </a:cubicBezTo>
                  <a:cubicBezTo>
                    <a:pt x="335" y="673"/>
                    <a:pt x="589" y="622"/>
                    <a:pt x="644" y="495"/>
                  </a:cubicBezTo>
                  <a:cubicBezTo>
                    <a:pt x="664" y="451"/>
                    <a:pt x="674" y="405"/>
                    <a:pt x="674" y="356"/>
                  </a:cubicBezTo>
                  <a:cubicBezTo>
                    <a:pt x="674" y="160"/>
                    <a:pt x="515" y="1"/>
                    <a:pt x="319" y="1"/>
                  </a:cubicBezTo>
                  <a:close/>
                </a:path>
              </a:pathLst>
            </a:cu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91" name="Google Shape;3291;p27"/>
            <p:cNvSpPr/>
            <p:nvPr/>
          </p:nvSpPr>
          <p:spPr>
            <a:xfrm>
              <a:off x="5539203" y="3652583"/>
              <a:ext cx="21908" cy="21908"/>
            </a:xfrm>
            <a:custGeom>
              <a:rect b="b" l="l" r="r" t="t"/>
              <a:pathLst>
                <a:path extrusionOk="0" h="682" w="682">
                  <a:moveTo>
                    <a:pt x="216" y="1"/>
                  </a:moveTo>
                  <a:lnTo>
                    <a:pt x="216" y="1"/>
                  </a:lnTo>
                  <a:cubicBezTo>
                    <a:pt x="89" y="54"/>
                    <a:pt x="1" y="179"/>
                    <a:pt x="1" y="327"/>
                  </a:cubicBezTo>
                  <a:cubicBezTo>
                    <a:pt x="1" y="522"/>
                    <a:pt x="160" y="681"/>
                    <a:pt x="355" y="681"/>
                  </a:cubicBezTo>
                  <a:cubicBezTo>
                    <a:pt x="502" y="681"/>
                    <a:pt x="628" y="593"/>
                    <a:pt x="681" y="466"/>
                  </a:cubicBezTo>
                  <a:lnTo>
                    <a:pt x="681" y="466"/>
                  </a:lnTo>
                  <a:cubicBezTo>
                    <a:pt x="638" y="484"/>
                    <a:pt x="591" y="494"/>
                    <a:pt x="542" y="494"/>
                  </a:cubicBezTo>
                  <a:cubicBezTo>
                    <a:pt x="347" y="494"/>
                    <a:pt x="187" y="335"/>
                    <a:pt x="187" y="140"/>
                  </a:cubicBezTo>
                  <a:cubicBezTo>
                    <a:pt x="187" y="91"/>
                    <a:pt x="198" y="43"/>
                    <a:pt x="216"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92" name="Google Shape;3292;p27"/>
            <p:cNvSpPr/>
            <p:nvPr/>
          </p:nvSpPr>
          <p:spPr>
            <a:xfrm>
              <a:off x="5398210" y="3636361"/>
              <a:ext cx="16832" cy="16447"/>
            </a:xfrm>
            <a:custGeom>
              <a:rect b="b" l="l" r="r" t="t"/>
              <a:pathLst>
                <a:path extrusionOk="0" h="512" w="524">
                  <a:moveTo>
                    <a:pt x="242" y="1"/>
                  </a:moveTo>
                  <a:cubicBezTo>
                    <a:pt x="213" y="1"/>
                    <a:pt x="186" y="5"/>
                    <a:pt x="161" y="14"/>
                  </a:cubicBezTo>
                  <a:cubicBezTo>
                    <a:pt x="47" y="47"/>
                    <a:pt x="0" y="192"/>
                    <a:pt x="0" y="318"/>
                  </a:cubicBezTo>
                  <a:cubicBezTo>
                    <a:pt x="0" y="367"/>
                    <a:pt x="58" y="512"/>
                    <a:pt x="213" y="512"/>
                  </a:cubicBezTo>
                  <a:cubicBezTo>
                    <a:pt x="339" y="512"/>
                    <a:pt x="475" y="477"/>
                    <a:pt x="510" y="361"/>
                  </a:cubicBezTo>
                  <a:cubicBezTo>
                    <a:pt x="517" y="338"/>
                    <a:pt x="523" y="310"/>
                    <a:pt x="523" y="281"/>
                  </a:cubicBezTo>
                  <a:cubicBezTo>
                    <a:pt x="523" y="128"/>
                    <a:pt x="399" y="1"/>
                    <a:pt x="242" y="1"/>
                  </a:cubicBezTo>
                  <a:close/>
                </a:path>
              </a:pathLst>
            </a:custGeom>
            <a:solidFill>
              <a:srgbClr val="F7F3F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93" name="Google Shape;3293;p27"/>
            <p:cNvSpPr/>
            <p:nvPr/>
          </p:nvSpPr>
          <p:spPr>
            <a:xfrm>
              <a:off x="5396958" y="3636746"/>
              <a:ext cx="17667" cy="17603"/>
            </a:xfrm>
            <a:custGeom>
              <a:rect b="b" l="l" r="r" t="t"/>
              <a:pathLst>
                <a:path extrusionOk="0" h="548" w="550">
                  <a:moveTo>
                    <a:pt x="200" y="0"/>
                  </a:moveTo>
                  <a:lnTo>
                    <a:pt x="200" y="0"/>
                  </a:lnTo>
                  <a:cubicBezTo>
                    <a:pt x="86" y="34"/>
                    <a:pt x="0" y="141"/>
                    <a:pt x="0" y="268"/>
                  </a:cubicBezTo>
                  <a:cubicBezTo>
                    <a:pt x="0" y="421"/>
                    <a:pt x="126" y="547"/>
                    <a:pt x="281" y="547"/>
                  </a:cubicBezTo>
                  <a:cubicBezTo>
                    <a:pt x="409" y="547"/>
                    <a:pt x="514" y="465"/>
                    <a:pt x="549" y="349"/>
                  </a:cubicBezTo>
                  <a:lnTo>
                    <a:pt x="549" y="349"/>
                  </a:lnTo>
                  <a:cubicBezTo>
                    <a:pt x="524" y="358"/>
                    <a:pt x="497" y="362"/>
                    <a:pt x="468" y="362"/>
                  </a:cubicBezTo>
                  <a:cubicBezTo>
                    <a:pt x="315" y="362"/>
                    <a:pt x="187" y="236"/>
                    <a:pt x="187" y="81"/>
                  </a:cubicBezTo>
                  <a:cubicBezTo>
                    <a:pt x="187" y="52"/>
                    <a:pt x="191" y="25"/>
                    <a:pt x="200"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94" name="Google Shape;3294;p27"/>
            <p:cNvSpPr/>
            <p:nvPr/>
          </p:nvSpPr>
          <p:spPr>
            <a:xfrm>
              <a:off x="5638113" y="3636361"/>
              <a:ext cx="17057" cy="17057"/>
            </a:xfrm>
            <a:custGeom>
              <a:rect b="b" l="l" r="r" t="t"/>
              <a:pathLst>
                <a:path extrusionOk="0" h="531" w="531">
                  <a:moveTo>
                    <a:pt x="250" y="1"/>
                  </a:moveTo>
                  <a:cubicBezTo>
                    <a:pt x="221" y="1"/>
                    <a:pt x="193" y="5"/>
                    <a:pt x="169" y="14"/>
                  </a:cubicBezTo>
                  <a:cubicBezTo>
                    <a:pt x="54" y="47"/>
                    <a:pt x="1" y="267"/>
                    <a:pt x="1" y="287"/>
                  </a:cubicBezTo>
                  <a:cubicBezTo>
                    <a:pt x="1" y="441"/>
                    <a:pt x="88" y="530"/>
                    <a:pt x="244" y="530"/>
                  </a:cubicBezTo>
                  <a:cubicBezTo>
                    <a:pt x="280" y="530"/>
                    <a:pt x="483" y="477"/>
                    <a:pt x="518" y="363"/>
                  </a:cubicBezTo>
                  <a:cubicBezTo>
                    <a:pt x="525" y="338"/>
                    <a:pt x="531" y="310"/>
                    <a:pt x="531" y="281"/>
                  </a:cubicBezTo>
                  <a:cubicBezTo>
                    <a:pt x="531" y="128"/>
                    <a:pt x="405" y="1"/>
                    <a:pt x="250" y="1"/>
                  </a:cubicBezTo>
                  <a:close/>
                </a:path>
              </a:pathLst>
            </a:custGeom>
            <a:solidFill>
              <a:srgbClr val="F7F3F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95" name="Google Shape;3295;p27"/>
            <p:cNvSpPr/>
            <p:nvPr/>
          </p:nvSpPr>
          <p:spPr>
            <a:xfrm>
              <a:off x="5637117" y="3636746"/>
              <a:ext cx="17635" cy="17603"/>
            </a:xfrm>
            <a:custGeom>
              <a:rect b="b" l="l" r="r" t="t"/>
              <a:pathLst>
                <a:path extrusionOk="0" h="548" w="549">
                  <a:moveTo>
                    <a:pt x="200" y="0"/>
                  </a:moveTo>
                  <a:lnTo>
                    <a:pt x="200" y="0"/>
                  </a:lnTo>
                  <a:cubicBezTo>
                    <a:pt x="85" y="34"/>
                    <a:pt x="0" y="141"/>
                    <a:pt x="0" y="268"/>
                  </a:cubicBezTo>
                  <a:cubicBezTo>
                    <a:pt x="0" y="421"/>
                    <a:pt x="125" y="547"/>
                    <a:pt x="281" y="547"/>
                  </a:cubicBezTo>
                  <a:cubicBezTo>
                    <a:pt x="407" y="547"/>
                    <a:pt x="514" y="465"/>
                    <a:pt x="549" y="349"/>
                  </a:cubicBezTo>
                  <a:lnTo>
                    <a:pt x="549" y="349"/>
                  </a:lnTo>
                  <a:cubicBezTo>
                    <a:pt x="523" y="358"/>
                    <a:pt x="495" y="362"/>
                    <a:pt x="468" y="362"/>
                  </a:cubicBezTo>
                  <a:cubicBezTo>
                    <a:pt x="313" y="362"/>
                    <a:pt x="187" y="236"/>
                    <a:pt x="187" y="81"/>
                  </a:cubicBezTo>
                  <a:cubicBezTo>
                    <a:pt x="187" y="52"/>
                    <a:pt x="190" y="25"/>
                    <a:pt x="200" y="0"/>
                  </a:cubicBezTo>
                  <a:close/>
                </a:path>
              </a:pathLst>
            </a:custGeom>
            <a:solidFill>
              <a:srgbClr val="EAE2D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96" name="Google Shape;3296;p27"/>
            <p:cNvSpPr/>
            <p:nvPr/>
          </p:nvSpPr>
          <p:spPr>
            <a:xfrm>
              <a:off x="5491306" y="3707644"/>
              <a:ext cx="70766" cy="16864"/>
            </a:xfrm>
            <a:custGeom>
              <a:rect b="b" l="l" r="r" t="t"/>
              <a:pathLst>
                <a:path extrusionOk="0" h="525" w="2203">
                  <a:moveTo>
                    <a:pt x="244" y="1"/>
                  </a:moveTo>
                  <a:lnTo>
                    <a:pt x="95" y="38"/>
                  </a:lnTo>
                  <a:cubicBezTo>
                    <a:pt x="44" y="38"/>
                    <a:pt x="1" y="80"/>
                    <a:pt x="1" y="133"/>
                  </a:cubicBezTo>
                  <a:lnTo>
                    <a:pt x="1" y="431"/>
                  </a:lnTo>
                  <a:cubicBezTo>
                    <a:pt x="1" y="481"/>
                    <a:pt x="43" y="525"/>
                    <a:pt x="95" y="525"/>
                  </a:cubicBezTo>
                  <a:lnTo>
                    <a:pt x="2071" y="525"/>
                  </a:lnTo>
                  <a:cubicBezTo>
                    <a:pt x="2121" y="525"/>
                    <a:pt x="2165" y="483"/>
                    <a:pt x="2165" y="431"/>
                  </a:cubicBezTo>
                  <a:lnTo>
                    <a:pt x="2203" y="283"/>
                  </a:lnTo>
                  <a:lnTo>
                    <a:pt x="2203" y="95"/>
                  </a:lnTo>
                  <a:cubicBezTo>
                    <a:pt x="2201" y="41"/>
                    <a:pt x="2159" y="1"/>
                    <a:pt x="2107" y="1"/>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97" name="Google Shape;3297;p27"/>
            <p:cNvSpPr/>
            <p:nvPr/>
          </p:nvSpPr>
          <p:spPr>
            <a:xfrm>
              <a:off x="5490117" y="3707644"/>
              <a:ext cx="71922" cy="18053"/>
            </a:xfrm>
            <a:custGeom>
              <a:rect b="b" l="l" r="r" t="t"/>
              <a:pathLst>
                <a:path extrusionOk="0" h="562" w="2239">
                  <a:moveTo>
                    <a:pt x="94" y="1"/>
                  </a:moveTo>
                  <a:cubicBezTo>
                    <a:pt x="43" y="1"/>
                    <a:pt x="0" y="41"/>
                    <a:pt x="0" y="95"/>
                  </a:cubicBezTo>
                  <a:lnTo>
                    <a:pt x="0" y="467"/>
                  </a:lnTo>
                  <a:cubicBezTo>
                    <a:pt x="0" y="518"/>
                    <a:pt x="41" y="561"/>
                    <a:pt x="94" y="561"/>
                  </a:cubicBezTo>
                  <a:lnTo>
                    <a:pt x="2144" y="561"/>
                  </a:lnTo>
                  <a:cubicBezTo>
                    <a:pt x="2195" y="561"/>
                    <a:pt x="2238" y="519"/>
                    <a:pt x="2238" y="467"/>
                  </a:cubicBezTo>
                  <a:lnTo>
                    <a:pt x="2238" y="280"/>
                  </a:lnTo>
                  <a:lnTo>
                    <a:pt x="336" y="280"/>
                  </a:lnTo>
                  <a:cubicBezTo>
                    <a:pt x="305" y="280"/>
                    <a:pt x="281" y="256"/>
                    <a:pt x="281" y="225"/>
                  </a:cubicBezTo>
                  <a:lnTo>
                    <a:pt x="281" y="1"/>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98" name="Google Shape;3298;p27"/>
            <p:cNvSpPr/>
            <p:nvPr/>
          </p:nvSpPr>
          <p:spPr>
            <a:xfrm>
              <a:off x="5579005" y="3665722"/>
              <a:ext cx="77929" cy="77897"/>
            </a:xfrm>
            <a:custGeom>
              <a:rect b="b" l="l" r="r" t="t"/>
              <a:pathLst>
                <a:path extrusionOk="0" h="2425" w="2426">
                  <a:moveTo>
                    <a:pt x="1214" y="0"/>
                  </a:moveTo>
                  <a:cubicBezTo>
                    <a:pt x="544" y="0"/>
                    <a:pt x="1" y="543"/>
                    <a:pt x="1" y="1213"/>
                  </a:cubicBezTo>
                  <a:cubicBezTo>
                    <a:pt x="1" y="1882"/>
                    <a:pt x="544" y="2425"/>
                    <a:pt x="1214" y="2425"/>
                  </a:cubicBezTo>
                  <a:cubicBezTo>
                    <a:pt x="1883" y="2425"/>
                    <a:pt x="2426" y="1882"/>
                    <a:pt x="2426" y="1213"/>
                  </a:cubicBezTo>
                  <a:cubicBezTo>
                    <a:pt x="2426" y="543"/>
                    <a:pt x="1883" y="0"/>
                    <a:pt x="1214" y="0"/>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99" name="Google Shape;3299;p27"/>
            <p:cNvSpPr/>
            <p:nvPr/>
          </p:nvSpPr>
          <p:spPr>
            <a:xfrm>
              <a:off x="5395191" y="3665722"/>
              <a:ext cx="77929" cy="77897"/>
            </a:xfrm>
            <a:custGeom>
              <a:rect b="b" l="l" r="r" t="t"/>
              <a:pathLst>
                <a:path extrusionOk="0" h="2425" w="2426">
                  <a:moveTo>
                    <a:pt x="1212" y="0"/>
                  </a:moveTo>
                  <a:cubicBezTo>
                    <a:pt x="542" y="0"/>
                    <a:pt x="0" y="543"/>
                    <a:pt x="0" y="1213"/>
                  </a:cubicBezTo>
                  <a:cubicBezTo>
                    <a:pt x="0" y="1882"/>
                    <a:pt x="542" y="2425"/>
                    <a:pt x="1212" y="2425"/>
                  </a:cubicBezTo>
                  <a:cubicBezTo>
                    <a:pt x="1882" y="2425"/>
                    <a:pt x="2425" y="1882"/>
                    <a:pt x="2425" y="1213"/>
                  </a:cubicBezTo>
                  <a:cubicBezTo>
                    <a:pt x="2425" y="543"/>
                    <a:pt x="1882" y="0"/>
                    <a:pt x="1212" y="0"/>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300" name="Google Shape;3300;p27"/>
            <p:cNvSpPr/>
            <p:nvPr/>
          </p:nvSpPr>
          <p:spPr>
            <a:xfrm>
              <a:off x="5390661" y="3661257"/>
              <a:ext cx="86923" cy="86891"/>
            </a:xfrm>
            <a:custGeom>
              <a:rect b="b" l="l" r="r" t="t"/>
              <a:pathLst>
                <a:path extrusionOk="0" h="2705" w="2706">
                  <a:moveTo>
                    <a:pt x="1353" y="280"/>
                  </a:moveTo>
                  <a:cubicBezTo>
                    <a:pt x="1945" y="280"/>
                    <a:pt x="2424" y="760"/>
                    <a:pt x="2424" y="1351"/>
                  </a:cubicBezTo>
                  <a:cubicBezTo>
                    <a:pt x="2424" y="1940"/>
                    <a:pt x="1944" y="2421"/>
                    <a:pt x="1353" y="2421"/>
                  </a:cubicBezTo>
                  <a:cubicBezTo>
                    <a:pt x="764" y="2421"/>
                    <a:pt x="282" y="1940"/>
                    <a:pt x="282" y="1351"/>
                  </a:cubicBezTo>
                  <a:cubicBezTo>
                    <a:pt x="282" y="760"/>
                    <a:pt x="761" y="280"/>
                    <a:pt x="1353" y="280"/>
                  </a:cubicBezTo>
                  <a:close/>
                  <a:moveTo>
                    <a:pt x="1353" y="0"/>
                  </a:moveTo>
                  <a:cubicBezTo>
                    <a:pt x="608" y="0"/>
                    <a:pt x="1" y="607"/>
                    <a:pt x="1" y="1352"/>
                  </a:cubicBezTo>
                  <a:cubicBezTo>
                    <a:pt x="1" y="2098"/>
                    <a:pt x="608" y="2704"/>
                    <a:pt x="1353" y="2704"/>
                  </a:cubicBezTo>
                  <a:cubicBezTo>
                    <a:pt x="2099" y="2704"/>
                    <a:pt x="2705" y="2098"/>
                    <a:pt x="2705" y="1352"/>
                  </a:cubicBezTo>
                  <a:cubicBezTo>
                    <a:pt x="2705" y="607"/>
                    <a:pt x="2099" y="0"/>
                    <a:pt x="1353"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301" name="Google Shape;3301;p27"/>
            <p:cNvSpPr/>
            <p:nvPr/>
          </p:nvSpPr>
          <p:spPr>
            <a:xfrm>
              <a:off x="5417645" y="3688209"/>
              <a:ext cx="32958" cy="32958"/>
            </a:xfrm>
            <a:custGeom>
              <a:rect b="b" l="l" r="r" t="t"/>
              <a:pathLst>
                <a:path extrusionOk="0" h="1026" w="1026">
                  <a:moveTo>
                    <a:pt x="513" y="280"/>
                  </a:moveTo>
                  <a:cubicBezTo>
                    <a:pt x="642" y="280"/>
                    <a:pt x="746" y="384"/>
                    <a:pt x="746" y="513"/>
                  </a:cubicBezTo>
                  <a:cubicBezTo>
                    <a:pt x="746" y="641"/>
                    <a:pt x="642" y="746"/>
                    <a:pt x="513" y="746"/>
                  </a:cubicBezTo>
                  <a:cubicBezTo>
                    <a:pt x="384" y="746"/>
                    <a:pt x="280" y="641"/>
                    <a:pt x="280" y="513"/>
                  </a:cubicBezTo>
                  <a:cubicBezTo>
                    <a:pt x="280" y="384"/>
                    <a:pt x="384" y="280"/>
                    <a:pt x="513" y="280"/>
                  </a:cubicBezTo>
                  <a:close/>
                  <a:moveTo>
                    <a:pt x="513" y="1"/>
                  </a:moveTo>
                  <a:cubicBezTo>
                    <a:pt x="231" y="1"/>
                    <a:pt x="1" y="231"/>
                    <a:pt x="1" y="513"/>
                  </a:cubicBezTo>
                  <a:cubicBezTo>
                    <a:pt x="1" y="795"/>
                    <a:pt x="231" y="1026"/>
                    <a:pt x="513" y="1026"/>
                  </a:cubicBezTo>
                  <a:cubicBezTo>
                    <a:pt x="797" y="1026"/>
                    <a:pt x="1026" y="795"/>
                    <a:pt x="1026" y="513"/>
                  </a:cubicBezTo>
                  <a:cubicBezTo>
                    <a:pt x="1026" y="231"/>
                    <a:pt x="795" y="1"/>
                    <a:pt x="513"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302" name="Google Shape;3302;p27"/>
            <p:cNvSpPr/>
            <p:nvPr/>
          </p:nvSpPr>
          <p:spPr>
            <a:xfrm>
              <a:off x="5601524" y="3688209"/>
              <a:ext cx="32926" cy="32958"/>
            </a:xfrm>
            <a:custGeom>
              <a:rect b="b" l="l" r="r" t="t"/>
              <a:pathLst>
                <a:path extrusionOk="0" h="1026" w="1025">
                  <a:moveTo>
                    <a:pt x="513" y="280"/>
                  </a:moveTo>
                  <a:cubicBezTo>
                    <a:pt x="642" y="280"/>
                    <a:pt x="746" y="384"/>
                    <a:pt x="746" y="513"/>
                  </a:cubicBezTo>
                  <a:cubicBezTo>
                    <a:pt x="746" y="641"/>
                    <a:pt x="642" y="746"/>
                    <a:pt x="513" y="746"/>
                  </a:cubicBezTo>
                  <a:cubicBezTo>
                    <a:pt x="384" y="746"/>
                    <a:pt x="280" y="641"/>
                    <a:pt x="280" y="513"/>
                  </a:cubicBezTo>
                  <a:cubicBezTo>
                    <a:pt x="280" y="384"/>
                    <a:pt x="384" y="280"/>
                    <a:pt x="513" y="280"/>
                  </a:cubicBezTo>
                  <a:close/>
                  <a:moveTo>
                    <a:pt x="513" y="1"/>
                  </a:moveTo>
                  <a:cubicBezTo>
                    <a:pt x="231" y="1"/>
                    <a:pt x="1" y="231"/>
                    <a:pt x="1" y="513"/>
                  </a:cubicBezTo>
                  <a:cubicBezTo>
                    <a:pt x="1" y="795"/>
                    <a:pt x="231" y="1026"/>
                    <a:pt x="513" y="1026"/>
                  </a:cubicBezTo>
                  <a:cubicBezTo>
                    <a:pt x="795" y="1026"/>
                    <a:pt x="1024" y="795"/>
                    <a:pt x="1024" y="513"/>
                  </a:cubicBezTo>
                  <a:cubicBezTo>
                    <a:pt x="1024" y="231"/>
                    <a:pt x="795" y="1"/>
                    <a:pt x="513"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303" name="Google Shape;3303;p27"/>
            <p:cNvSpPr/>
            <p:nvPr/>
          </p:nvSpPr>
          <p:spPr>
            <a:xfrm>
              <a:off x="5574540" y="3661257"/>
              <a:ext cx="86923" cy="86891"/>
            </a:xfrm>
            <a:custGeom>
              <a:rect b="b" l="l" r="r" t="t"/>
              <a:pathLst>
                <a:path extrusionOk="0" h="2705" w="2706">
                  <a:moveTo>
                    <a:pt x="1353" y="280"/>
                  </a:moveTo>
                  <a:cubicBezTo>
                    <a:pt x="1945" y="280"/>
                    <a:pt x="2424" y="760"/>
                    <a:pt x="2424" y="1351"/>
                  </a:cubicBezTo>
                  <a:cubicBezTo>
                    <a:pt x="2424" y="1940"/>
                    <a:pt x="1942" y="2421"/>
                    <a:pt x="1353" y="2421"/>
                  </a:cubicBezTo>
                  <a:cubicBezTo>
                    <a:pt x="762" y="2421"/>
                    <a:pt x="282" y="1940"/>
                    <a:pt x="282" y="1351"/>
                  </a:cubicBezTo>
                  <a:cubicBezTo>
                    <a:pt x="282" y="760"/>
                    <a:pt x="761" y="280"/>
                    <a:pt x="1353" y="280"/>
                  </a:cubicBezTo>
                  <a:close/>
                  <a:moveTo>
                    <a:pt x="1353" y="0"/>
                  </a:moveTo>
                  <a:cubicBezTo>
                    <a:pt x="608" y="0"/>
                    <a:pt x="1" y="607"/>
                    <a:pt x="1" y="1352"/>
                  </a:cubicBezTo>
                  <a:cubicBezTo>
                    <a:pt x="1" y="2098"/>
                    <a:pt x="608" y="2704"/>
                    <a:pt x="1353" y="2704"/>
                  </a:cubicBezTo>
                  <a:cubicBezTo>
                    <a:pt x="2099" y="2704"/>
                    <a:pt x="2705" y="2098"/>
                    <a:pt x="2705" y="1352"/>
                  </a:cubicBezTo>
                  <a:cubicBezTo>
                    <a:pt x="2705" y="607"/>
                    <a:pt x="2099" y="0"/>
                    <a:pt x="1353"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304" name="Google Shape;3304;p27"/>
            <p:cNvSpPr/>
            <p:nvPr/>
          </p:nvSpPr>
          <p:spPr>
            <a:xfrm>
              <a:off x="5432294" y="3600125"/>
              <a:ext cx="188655" cy="35110"/>
            </a:xfrm>
            <a:custGeom>
              <a:rect b="b" l="l" r="r" t="t"/>
              <a:pathLst>
                <a:path extrusionOk="0" h="1093" w="5873">
                  <a:moveTo>
                    <a:pt x="1" y="1"/>
                  </a:moveTo>
                  <a:lnTo>
                    <a:pt x="1" y="906"/>
                  </a:lnTo>
                  <a:cubicBezTo>
                    <a:pt x="1" y="1010"/>
                    <a:pt x="85" y="1092"/>
                    <a:pt x="187" y="1092"/>
                  </a:cubicBezTo>
                  <a:lnTo>
                    <a:pt x="5648" y="1092"/>
                  </a:lnTo>
                  <a:cubicBezTo>
                    <a:pt x="5752" y="1092"/>
                    <a:pt x="5835" y="1010"/>
                    <a:pt x="5835" y="906"/>
                  </a:cubicBezTo>
                  <a:lnTo>
                    <a:pt x="5872" y="849"/>
                  </a:lnTo>
                  <a:lnTo>
                    <a:pt x="5872" y="1"/>
                  </a:ln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305" name="Google Shape;3305;p27"/>
            <p:cNvSpPr/>
            <p:nvPr/>
          </p:nvSpPr>
          <p:spPr>
            <a:xfrm>
              <a:off x="5431073" y="3600125"/>
              <a:ext cx="189908" cy="36266"/>
            </a:xfrm>
            <a:custGeom>
              <a:rect b="b" l="l" r="r" t="t"/>
              <a:pathLst>
                <a:path extrusionOk="0" h="1129" w="5912">
                  <a:moveTo>
                    <a:pt x="1" y="1"/>
                  </a:moveTo>
                  <a:lnTo>
                    <a:pt x="1" y="942"/>
                  </a:lnTo>
                  <a:cubicBezTo>
                    <a:pt x="1" y="1046"/>
                    <a:pt x="85" y="1129"/>
                    <a:pt x="188" y="1129"/>
                  </a:cubicBezTo>
                  <a:lnTo>
                    <a:pt x="5725" y="1129"/>
                  </a:lnTo>
                  <a:cubicBezTo>
                    <a:pt x="5828" y="1129"/>
                    <a:pt x="5912" y="1046"/>
                    <a:pt x="5912" y="942"/>
                  </a:cubicBezTo>
                  <a:lnTo>
                    <a:pt x="5912" y="848"/>
                  </a:lnTo>
                  <a:lnTo>
                    <a:pt x="4364" y="848"/>
                  </a:lnTo>
                  <a:lnTo>
                    <a:pt x="4364" y="851"/>
                  </a:lnTo>
                  <a:lnTo>
                    <a:pt x="338" y="851"/>
                  </a:lnTo>
                  <a:cubicBezTo>
                    <a:pt x="306" y="851"/>
                    <a:pt x="282" y="825"/>
                    <a:pt x="282" y="794"/>
                  </a:cubicBezTo>
                  <a:lnTo>
                    <a:pt x="282" y="1"/>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306" name="Google Shape;3306;p27"/>
            <p:cNvSpPr/>
            <p:nvPr/>
          </p:nvSpPr>
          <p:spPr>
            <a:xfrm>
              <a:off x="5444630" y="3614003"/>
              <a:ext cx="162925" cy="8962"/>
            </a:xfrm>
            <a:custGeom>
              <a:rect b="b" l="l" r="r" t="t"/>
              <a:pathLst>
                <a:path extrusionOk="0" h="279" w="5072">
                  <a:moveTo>
                    <a:pt x="141" y="0"/>
                  </a:moveTo>
                  <a:cubicBezTo>
                    <a:pt x="64" y="0"/>
                    <a:pt x="0" y="64"/>
                    <a:pt x="0" y="139"/>
                  </a:cubicBezTo>
                  <a:cubicBezTo>
                    <a:pt x="0" y="216"/>
                    <a:pt x="62" y="278"/>
                    <a:pt x="141" y="278"/>
                  </a:cubicBezTo>
                  <a:lnTo>
                    <a:pt x="4929" y="278"/>
                  </a:lnTo>
                  <a:cubicBezTo>
                    <a:pt x="5008" y="278"/>
                    <a:pt x="5071" y="216"/>
                    <a:pt x="5071" y="139"/>
                  </a:cubicBezTo>
                  <a:cubicBezTo>
                    <a:pt x="5071" y="64"/>
                    <a:pt x="5009" y="0"/>
                    <a:pt x="4931"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3307" name="Google Shape;3307;p27"/>
          <p:cNvGrpSpPr/>
          <p:nvPr/>
        </p:nvGrpSpPr>
        <p:grpSpPr>
          <a:xfrm>
            <a:off x="4757881" y="3481009"/>
            <a:ext cx="266552" cy="297615"/>
            <a:chOff x="4757881" y="3481009"/>
            <a:chExt cx="266552" cy="297615"/>
          </a:xfrm>
        </p:grpSpPr>
        <p:sp>
          <p:nvSpPr>
            <p:cNvPr id="3308" name="Google Shape;3308;p27"/>
            <p:cNvSpPr/>
            <p:nvPr/>
          </p:nvSpPr>
          <p:spPr>
            <a:xfrm>
              <a:off x="4759101" y="3481009"/>
              <a:ext cx="265332" cy="296459"/>
            </a:xfrm>
            <a:custGeom>
              <a:rect b="b" l="l" r="r" t="t"/>
              <a:pathLst>
                <a:path extrusionOk="0" h="9229" w="8260">
                  <a:moveTo>
                    <a:pt x="244" y="0"/>
                  </a:moveTo>
                  <a:lnTo>
                    <a:pt x="187" y="38"/>
                  </a:lnTo>
                  <a:cubicBezTo>
                    <a:pt x="85" y="38"/>
                    <a:pt x="1" y="122"/>
                    <a:pt x="1" y="224"/>
                  </a:cubicBezTo>
                  <a:lnTo>
                    <a:pt x="1" y="9042"/>
                  </a:lnTo>
                  <a:cubicBezTo>
                    <a:pt x="1" y="9145"/>
                    <a:pt x="85" y="9229"/>
                    <a:pt x="187" y="9229"/>
                  </a:cubicBezTo>
                  <a:lnTo>
                    <a:pt x="8035" y="9229"/>
                  </a:lnTo>
                  <a:cubicBezTo>
                    <a:pt x="8138" y="9229"/>
                    <a:pt x="8222" y="9143"/>
                    <a:pt x="8222" y="9041"/>
                  </a:cubicBezTo>
                  <a:lnTo>
                    <a:pt x="8259" y="8984"/>
                  </a:lnTo>
                  <a:lnTo>
                    <a:pt x="8259" y="185"/>
                  </a:lnTo>
                  <a:cubicBezTo>
                    <a:pt x="8259" y="83"/>
                    <a:pt x="8177" y="0"/>
                    <a:pt x="8073" y="0"/>
                  </a:cubicBezTo>
                  <a:close/>
                </a:path>
              </a:pathLst>
            </a:cu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309" name="Google Shape;3309;p27"/>
            <p:cNvSpPr/>
            <p:nvPr/>
          </p:nvSpPr>
          <p:spPr>
            <a:xfrm>
              <a:off x="4757881" y="3481009"/>
              <a:ext cx="266488" cy="297615"/>
            </a:xfrm>
            <a:custGeom>
              <a:rect b="b" l="l" r="r" t="t"/>
              <a:pathLst>
                <a:path extrusionOk="0" h="9265" w="8296">
                  <a:moveTo>
                    <a:pt x="188" y="0"/>
                  </a:moveTo>
                  <a:cubicBezTo>
                    <a:pt x="83" y="0"/>
                    <a:pt x="1" y="83"/>
                    <a:pt x="1" y="187"/>
                  </a:cubicBezTo>
                  <a:lnTo>
                    <a:pt x="1" y="9078"/>
                  </a:lnTo>
                  <a:cubicBezTo>
                    <a:pt x="1" y="9181"/>
                    <a:pt x="83" y="9265"/>
                    <a:pt x="188" y="9265"/>
                  </a:cubicBezTo>
                  <a:lnTo>
                    <a:pt x="8109" y="9265"/>
                  </a:lnTo>
                  <a:cubicBezTo>
                    <a:pt x="8212" y="9265"/>
                    <a:pt x="8296" y="9181"/>
                    <a:pt x="8296" y="9078"/>
                  </a:cubicBezTo>
                  <a:lnTo>
                    <a:pt x="8296" y="8984"/>
                  </a:lnTo>
                  <a:lnTo>
                    <a:pt x="376" y="8984"/>
                  </a:lnTo>
                  <a:lnTo>
                    <a:pt x="376" y="8986"/>
                  </a:lnTo>
                  <a:cubicBezTo>
                    <a:pt x="325" y="8986"/>
                    <a:pt x="282" y="8945"/>
                    <a:pt x="282" y="8891"/>
                  </a:cubicBezTo>
                  <a:lnTo>
                    <a:pt x="282" y="0"/>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310" name="Google Shape;3310;p27"/>
            <p:cNvSpPr/>
            <p:nvPr/>
          </p:nvSpPr>
          <p:spPr>
            <a:xfrm>
              <a:off x="4777059" y="3498902"/>
              <a:ext cx="229419" cy="170731"/>
            </a:xfrm>
            <a:custGeom>
              <a:rect b="b" l="l" r="r" t="t"/>
              <a:pathLst>
                <a:path extrusionOk="0" h="5315" w="7142">
                  <a:moveTo>
                    <a:pt x="244" y="0"/>
                  </a:moveTo>
                  <a:lnTo>
                    <a:pt x="94" y="38"/>
                  </a:lnTo>
                  <a:cubicBezTo>
                    <a:pt x="42" y="38"/>
                    <a:pt x="0" y="81"/>
                    <a:pt x="0" y="132"/>
                  </a:cubicBezTo>
                  <a:lnTo>
                    <a:pt x="0" y="5221"/>
                  </a:lnTo>
                  <a:cubicBezTo>
                    <a:pt x="0" y="5273"/>
                    <a:pt x="44" y="5315"/>
                    <a:pt x="94" y="5315"/>
                  </a:cubicBezTo>
                  <a:lnTo>
                    <a:pt x="7011" y="5315"/>
                  </a:lnTo>
                  <a:cubicBezTo>
                    <a:pt x="7062" y="5315"/>
                    <a:pt x="7104" y="5273"/>
                    <a:pt x="7104" y="5221"/>
                  </a:cubicBezTo>
                  <a:lnTo>
                    <a:pt x="7142" y="5073"/>
                  </a:lnTo>
                  <a:lnTo>
                    <a:pt x="7142" y="95"/>
                  </a:lnTo>
                  <a:cubicBezTo>
                    <a:pt x="7142" y="42"/>
                    <a:pt x="7098" y="0"/>
                    <a:pt x="7047" y="0"/>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311" name="Google Shape;3311;p27"/>
            <p:cNvSpPr/>
            <p:nvPr/>
          </p:nvSpPr>
          <p:spPr>
            <a:xfrm>
              <a:off x="4775838" y="3498902"/>
              <a:ext cx="230640" cy="171952"/>
            </a:xfrm>
            <a:custGeom>
              <a:rect b="b" l="l" r="r" t="t"/>
              <a:pathLst>
                <a:path extrusionOk="0" h="5353" w="7180">
                  <a:moveTo>
                    <a:pt x="95" y="0"/>
                  </a:moveTo>
                  <a:cubicBezTo>
                    <a:pt x="44" y="0"/>
                    <a:pt x="1" y="42"/>
                    <a:pt x="1" y="95"/>
                  </a:cubicBezTo>
                  <a:lnTo>
                    <a:pt x="1" y="5258"/>
                  </a:lnTo>
                  <a:cubicBezTo>
                    <a:pt x="1" y="5309"/>
                    <a:pt x="43" y="5352"/>
                    <a:pt x="95" y="5352"/>
                  </a:cubicBezTo>
                  <a:lnTo>
                    <a:pt x="7085" y="5352"/>
                  </a:lnTo>
                  <a:cubicBezTo>
                    <a:pt x="7136" y="5352"/>
                    <a:pt x="7180" y="5310"/>
                    <a:pt x="7180" y="5258"/>
                  </a:cubicBezTo>
                  <a:lnTo>
                    <a:pt x="7180" y="5073"/>
                  </a:lnTo>
                  <a:lnTo>
                    <a:pt x="376" y="5073"/>
                  </a:lnTo>
                  <a:cubicBezTo>
                    <a:pt x="325" y="5073"/>
                    <a:pt x="282" y="5031"/>
                    <a:pt x="282" y="4979"/>
                  </a:cubicBezTo>
                  <a:lnTo>
                    <a:pt x="282" y="0"/>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312" name="Google Shape;3312;p27"/>
            <p:cNvSpPr/>
            <p:nvPr/>
          </p:nvSpPr>
          <p:spPr>
            <a:xfrm>
              <a:off x="4795016" y="3516860"/>
              <a:ext cx="193506" cy="134818"/>
            </a:xfrm>
            <a:custGeom>
              <a:rect b="b" l="l" r="r" t="t"/>
              <a:pathLst>
                <a:path extrusionOk="0" h="4197" w="6024">
                  <a:moveTo>
                    <a:pt x="337" y="0"/>
                  </a:moveTo>
                  <a:cubicBezTo>
                    <a:pt x="304" y="0"/>
                    <a:pt x="272" y="6"/>
                    <a:pt x="243" y="13"/>
                  </a:cubicBezTo>
                  <a:cubicBezTo>
                    <a:pt x="83" y="55"/>
                    <a:pt x="0" y="275"/>
                    <a:pt x="0" y="449"/>
                  </a:cubicBezTo>
                  <a:lnTo>
                    <a:pt x="0" y="3823"/>
                  </a:lnTo>
                  <a:cubicBezTo>
                    <a:pt x="0" y="4030"/>
                    <a:pt x="168" y="4197"/>
                    <a:pt x="374" y="4197"/>
                  </a:cubicBezTo>
                  <a:lnTo>
                    <a:pt x="5574" y="4197"/>
                  </a:lnTo>
                  <a:cubicBezTo>
                    <a:pt x="5749" y="4197"/>
                    <a:pt x="5969" y="4116"/>
                    <a:pt x="6011" y="3957"/>
                  </a:cubicBezTo>
                  <a:cubicBezTo>
                    <a:pt x="6019" y="3925"/>
                    <a:pt x="6024" y="3894"/>
                    <a:pt x="6024" y="3862"/>
                  </a:cubicBezTo>
                  <a:lnTo>
                    <a:pt x="6024" y="374"/>
                  </a:lnTo>
                  <a:cubicBezTo>
                    <a:pt x="6024" y="167"/>
                    <a:pt x="5857" y="0"/>
                    <a:pt x="5650" y="0"/>
                  </a:cubicBez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313" name="Google Shape;3313;p27"/>
            <p:cNvSpPr/>
            <p:nvPr/>
          </p:nvSpPr>
          <p:spPr>
            <a:xfrm>
              <a:off x="4793892" y="3517309"/>
              <a:ext cx="194213" cy="135589"/>
            </a:xfrm>
            <a:custGeom>
              <a:rect b="b" l="l" r="r" t="t"/>
              <a:pathLst>
                <a:path extrusionOk="0" h="4221" w="6046">
                  <a:moveTo>
                    <a:pt x="278" y="1"/>
                  </a:moveTo>
                  <a:cubicBezTo>
                    <a:pt x="118" y="43"/>
                    <a:pt x="0" y="187"/>
                    <a:pt x="0" y="361"/>
                  </a:cubicBezTo>
                  <a:lnTo>
                    <a:pt x="0" y="3848"/>
                  </a:lnTo>
                  <a:cubicBezTo>
                    <a:pt x="0" y="4054"/>
                    <a:pt x="167" y="4221"/>
                    <a:pt x="372" y="4221"/>
                  </a:cubicBezTo>
                  <a:lnTo>
                    <a:pt x="5685" y="4221"/>
                  </a:lnTo>
                  <a:cubicBezTo>
                    <a:pt x="5859" y="4221"/>
                    <a:pt x="6005" y="4102"/>
                    <a:pt x="6046" y="3943"/>
                  </a:cubicBezTo>
                  <a:lnTo>
                    <a:pt x="409" y="3943"/>
                  </a:lnTo>
                  <a:cubicBezTo>
                    <a:pt x="336" y="3940"/>
                    <a:pt x="278" y="3882"/>
                    <a:pt x="278" y="3809"/>
                  </a:cubicBezTo>
                  <a:lnTo>
                    <a:pt x="278" y="1"/>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314" name="Google Shape;3314;p27"/>
            <p:cNvSpPr/>
            <p:nvPr/>
          </p:nvSpPr>
          <p:spPr>
            <a:xfrm>
              <a:off x="4848888" y="3688723"/>
              <a:ext cx="157625" cy="70734"/>
            </a:xfrm>
            <a:custGeom>
              <a:rect b="b" l="l" r="r" t="t"/>
              <a:pathLst>
                <a:path extrusionOk="0" h="2202" w="4907">
                  <a:moveTo>
                    <a:pt x="246" y="1"/>
                  </a:moveTo>
                  <a:lnTo>
                    <a:pt x="98" y="40"/>
                  </a:lnTo>
                  <a:cubicBezTo>
                    <a:pt x="47" y="40"/>
                    <a:pt x="4" y="80"/>
                    <a:pt x="4" y="134"/>
                  </a:cubicBezTo>
                  <a:lnTo>
                    <a:pt x="4" y="2110"/>
                  </a:lnTo>
                  <a:cubicBezTo>
                    <a:pt x="1" y="2161"/>
                    <a:pt x="43" y="2201"/>
                    <a:pt x="95" y="2201"/>
                  </a:cubicBezTo>
                  <a:lnTo>
                    <a:pt x="4775" y="2201"/>
                  </a:lnTo>
                  <a:cubicBezTo>
                    <a:pt x="4826" y="2201"/>
                    <a:pt x="4869" y="2161"/>
                    <a:pt x="4869" y="2107"/>
                  </a:cubicBezTo>
                  <a:lnTo>
                    <a:pt x="4907" y="1959"/>
                  </a:lnTo>
                  <a:lnTo>
                    <a:pt x="4907" y="95"/>
                  </a:lnTo>
                  <a:cubicBezTo>
                    <a:pt x="4907" y="44"/>
                    <a:pt x="4865" y="1"/>
                    <a:pt x="4813" y="1"/>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315" name="Google Shape;3315;p27"/>
            <p:cNvSpPr/>
            <p:nvPr/>
          </p:nvSpPr>
          <p:spPr>
            <a:xfrm>
              <a:off x="4847700" y="3688819"/>
              <a:ext cx="158782" cy="71922"/>
            </a:xfrm>
            <a:custGeom>
              <a:rect b="b" l="l" r="r" t="t"/>
              <a:pathLst>
                <a:path extrusionOk="0" h="2239" w="4943">
                  <a:moveTo>
                    <a:pt x="94" y="1"/>
                  </a:moveTo>
                  <a:cubicBezTo>
                    <a:pt x="44" y="1"/>
                    <a:pt x="0" y="41"/>
                    <a:pt x="0" y="95"/>
                  </a:cubicBezTo>
                  <a:lnTo>
                    <a:pt x="0" y="2145"/>
                  </a:lnTo>
                  <a:cubicBezTo>
                    <a:pt x="0" y="2195"/>
                    <a:pt x="42" y="2239"/>
                    <a:pt x="94" y="2239"/>
                  </a:cubicBezTo>
                  <a:lnTo>
                    <a:pt x="4848" y="2239"/>
                  </a:lnTo>
                  <a:cubicBezTo>
                    <a:pt x="4899" y="2239"/>
                    <a:pt x="4943" y="2197"/>
                    <a:pt x="4943" y="2145"/>
                  </a:cubicBezTo>
                  <a:lnTo>
                    <a:pt x="4943" y="1958"/>
                  </a:lnTo>
                  <a:lnTo>
                    <a:pt x="375" y="1958"/>
                  </a:lnTo>
                  <a:cubicBezTo>
                    <a:pt x="325" y="1958"/>
                    <a:pt x="281" y="1916"/>
                    <a:pt x="281" y="1864"/>
                  </a:cubicBezTo>
                  <a:lnTo>
                    <a:pt x="281" y="1"/>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316" name="Google Shape;3316;p27"/>
            <p:cNvSpPr/>
            <p:nvPr/>
          </p:nvSpPr>
          <p:spPr>
            <a:xfrm>
              <a:off x="4900158" y="3706777"/>
              <a:ext cx="35913" cy="35913"/>
            </a:xfrm>
            <a:custGeom>
              <a:rect b="b" l="l" r="r" t="t"/>
              <a:pathLst>
                <a:path extrusionOk="0" h="1118" w="1118">
                  <a:moveTo>
                    <a:pt x="559" y="0"/>
                  </a:moveTo>
                  <a:cubicBezTo>
                    <a:pt x="249" y="0"/>
                    <a:pt x="0" y="251"/>
                    <a:pt x="0" y="559"/>
                  </a:cubicBezTo>
                  <a:cubicBezTo>
                    <a:pt x="0" y="867"/>
                    <a:pt x="249" y="1118"/>
                    <a:pt x="559" y="1118"/>
                  </a:cubicBezTo>
                  <a:cubicBezTo>
                    <a:pt x="867" y="1118"/>
                    <a:pt x="1118" y="867"/>
                    <a:pt x="1118" y="559"/>
                  </a:cubicBezTo>
                  <a:cubicBezTo>
                    <a:pt x="1118" y="251"/>
                    <a:pt x="867" y="0"/>
                    <a:pt x="559"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317" name="Google Shape;3317;p27"/>
            <p:cNvSpPr/>
            <p:nvPr/>
          </p:nvSpPr>
          <p:spPr>
            <a:xfrm>
              <a:off x="4895629" y="3720269"/>
              <a:ext cx="27015" cy="8962"/>
            </a:xfrm>
            <a:custGeom>
              <a:rect b="b" l="l" r="r" t="t"/>
              <a:pathLst>
                <a:path extrusionOk="0" h="279" w="841">
                  <a:moveTo>
                    <a:pt x="141" y="0"/>
                  </a:moveTo>
                  <a:cubicBezTo>
                    <a:pt x="65" y="0"/>
                    <a:pt x="1" y="61"/>
                    <a:pt x="1" y="139"/>
                  </a:cubicBezTo>
                  <a:cubicBezTo>
                    <a:pt x="1" y="216"/>
                    <a:pt x="63" y="278"/>
                    <a:pt x="141" y="278"/>
                  </a:cubicBezTo>
                  <a:lnTo>
                    <a:pt x="700" y="278"/>
                  </a:lnTo>
                  <a:cubicBezTo>
                    <a:pt x="777" y="278"/>
                    <a:pt x="840" y="217"/>
                    <a:pt x="839" y="139"/>
                  </a:cubicBezTo>
                  <a:cubicBezTo>
                    <a:pt x="839" y="64"/>
                    <a:pt x="777" y="0"/>
                    <a:pt x="700"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318" name="Google Shape;3318;p27"/>
            <p:cNvSpPr/>
            <p:nvPr/>
          </p:nvSpPr>
          <p:spPr>
            <a:xfrm>
              <a:off x="4953998" y="3706777"/>
              <a:ext cx="35977" cy="35913"/>
            </a:xfrm>
            <a:custGeom>
              <a:rect b="b" l="l" r="r" t="t"/>
              <a:pathLst>
                <a:path extrusionOk="0" h="1118" w="1120">
                  <a:moveTo>
                    <a:pt x="561" y="0"/>
                  </a:moveTo>
                  <a:cubicBezTo>
                    <a:pt x="251" y="0"/>
                    <a:pt x="1" y="251"/>
                    <a:pt x="1" y="559"/>
                  </a:cubicBezTo>
                  <a:cubicBezTo>
                    <a:pt x="1" y="867"/>
                    <a:pt x="251" y="1118"/>
                    <a:pt x="561" y="1118"/>
                  </a:cubicBezTo>
                  <a:cubicBezTo>
                    <a:pt x="869" y="1118"/>
                    <a:pt x="1120" y="867"/>
                    <a:pt x="1120" y="559"/>
                  </a:cubicBezTo>
                  <a:cubicBezTo>
                    <a:pt x="1120" y="251"/>
                    <a:pt x="869" y="0"/>
                    <a:pt x="561"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319" name="Google Shape;3319;p27"/>
            <p:cNvSpPr/>
            <p:nvPr/>
          </p:nvSpPr>
          <p:spPr>
            <a:xfrm>
              <a:off x="4950143" y="3720269"/>
              <a:ext cx="26405" cy="8962"/>
            </a:xfrm>
            <a:custGeom>
              <a:rect b="b" l="l" r="r" t="t"/>
              <a:pathLst>
                <a:path extrusionOk="0" h="279" w="822">
                  <a:moveTo>
                    <a:pt x="139" y="0"/>
                  </a:moveTo>
                  <a:cubicBezTo>
                    <a:pt x="63" y="0"/>
                    <a:pt x="0" y="61"/>
                    <a:pt x="0" y="139"/>
                  </a:cubicBezTo>
                  <a:cubicBezTo>
                    <a:pt x="0" y="216"/>
                    <a:pt x="61" y="278"/>
                    <a:pt x="139" y="278"/>
                  </a:cubicBezTo>
                  <a:lnTo>
                    <a:pt x="681" y="278"/>
                  </a:lnTo>
                  <a:cubicBezTo>
                    <a:pt x="758" y="278"/>
                    <a:pt x="821" y="217"/>
                    <a:pt x="820" y="139"/>
                  </a:cubicBezTo>
                  <a:cubicBezTo>
                    <a:pt x="820" y="64"/>
                    <a:pt x="758" y="0"/>
                    <a:pt x="681"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320" name="Google Shape;3320;p27"/>
            <p:cNvSpPr/>
            <p:nvPr/>
          </p:nvSpPr>
          <p:spPr>
            <a:xfrm>
              <a:off x="4825309" y="3720269"/>
              <a:ext cx="8962" cy="44907"/>
            </a:xfrm>
            <a:custGeom>
              <a:rect b="b" l="l" r="r" t="t"/>
              <a:pathLst>
                <a:path extrusionOk="0" h="1398" w="279">
                  <a:moveTo>
                    <a:pt x="140" y="0"/>
                  </a:moveTo>
                  <a:cubicBezTo>
                    <a:pt x="65" y="0"/>
                    <a:pt x="1" y="61"/>
                    <a:pt x="1" y="139"/>
                  </a:cubicBezTo>
                  <a:lnTo>
                    <a:pt x="1" y="1258"/>
                  </a:lnTo>
                  <a:cubicBezTo>
                    <a:pt x="1" y="1333"/>
                    <a:pt x="62" y="1397"/>
                    <a:pt x="140" y="1397"/>
                  </a:cubicBezTo>
                  <a:cubicBezTo>
                    <a:pt x="215" y="1397"/>
                    <a:pt x="279" y="1335"/>
                    <a:pt x="279" y="1258"/>
                  </a:cubicBezTo>
                  <a:lnTo>
                    <a:pt x="279" y="139"/>
                  </a:lnTo>
                  <a:cubicBezTo>
                    <a:pt x="279" y="64"/>
                    <a:pt x="217" y="0"/>
                    <a:pt x="140"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321" name="Google Shape;3321;p27"/>
            <p:cNvSpPr/>
            <p:nvPr/>
          </p:nvSpPr>
          <p:spPr>
            <a:xfrm>
              <a:off x="4807384" y="3720269"/>
              <a:ext cx="8962" cy="44907"/>
            </a:xfrm>
            <a:custGeom>
              <a:rect b="b" l="l" r="r" t="t"/>
              <a:pathLst>
                <a:path extrusionOk="0" h="1398" w="279">
                  <a:moveTo>
                    <a:pt x="139" y="0"/>
                  </a:moveTo>
                  <a:cubicBezTo>
                    <a:pt x="62" y="0"/>
                    <a:pt x="0" y="61"/>
                    <a:pt x="0" y="139"/>
                  </a:cubicBezTo>
                  <a:lnTo>
                    <a:pt x="0" y="1258"/>
                  </a:lnTo>
                  <a:cubicBezTo>
                    <a:pt x="0" y="1333"/>
                    <a:pt x="61" y="1397"/>
                    <a:pt x="139" y="1397"/>
                  </a:cubicBezTo>
                  <a:cubicBezTo>
                    <a:pt x="214" y="1397"/>
                    <a:pt x="278" y="1335"/>
                    <a:pt x="278" y="1258"/>
                  </a:cubicBezTo>
                  <a:lnTo>
                    <a:pt x="278" y="139"/>
                  </a:lnTo>
                  <a:cubicBezTo>
                    <a:pt x="278" y="64"/>
                    <a:pt x="214" y="0"/>
                    <a:pt x="139"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322" name="Google Shape;3322;p27"/>
            <p:cNvSpPr/>
            <p:nvPr/>
          </p:nvSpPr>
          <p:spPr>
            <a:xfrm>
              <a:off x="4789362" y="3720269"/>
              <a:ext cx="9026" cy="44907"/>
            </a:xfrm>
            <a:custGeom>
              <a:rect b="b" l="l" r="r" t="t"/>
              <a:pathLst>
                <a:path extrusionOk="0" h="1398" w="281">
                  <a:moveTo>
                    <a:pt x="140" y="0"/>
                  </a:moveTo>
                  <a:cubicBezTo>
                    <a:pt x="65" y="0"/>
                    <a:pt x="1" y="61"/>
                    <a:pt x="1" y="139"/>
                  </a:cubicBezTo>
                  <a:lnTo>
                    <a:pt x="1" y="1258"/>
                  </a:lnTo>
                  <a:cubicBezTo>
                    <a:pt x="1" y="1333"/>
                    <a:pt x="63" y="1397"/>
                    <a:pt x="140" y="1397"/>
                  </a:cubicBezTo>
                  <a:cubicBezTo>
                    <a:pt x="217" y="1397"/>
                    <a:pt x="280" y="1335"/>
                    <a:pt x="280" y="1258"/>
                  </a:cubicBezTo>
                  <a:lnTo>
                    <a:pt x="280" y="139"/>
                  </a:lnTo>
                  <a:cubicBezTo>
                    <a:pt x="280" y="64"/>
                    <a:pt x="218" y="0"/>
                    <a:pt x="140"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323" name="Google Shape;3323;p27"/>
            <p:cNvSpPr/>
            <p:nvPr/>
          </p:nvSpPr>
          <p:spPr>
            <a:xfrm>
              <a:off x="4771437" y="3720269"/>
              <a:ext cx="8994" cy="44907"/>
            </a:xfrm>
            <a:custGeom>
              <a:rect b="b" l="l" r="r" t="t"/>
              <a:pathLst>
                <a:path extrusionOk="0" h="1398" w="280">
                  <a:moveTo>
                    <a:pt x="139" y="0"/>
                  </a:moveTo>
                  <a:cubicBezTo>
                    <a:pt x="64" y="0"/>
                    <a:pt x="0" y="61"/>
                    <a:pt x="0" y="139"/>
                  </a:cubicBezTo>
                  <a:lnTo>
                    <a:pt x="0" y="1258"/>
                  </a:lnTo>
                  <a:cubicBezTo>
                    <a:pt x="0" y="1333"/>
                    <a:pt x="62" y="1397"/>
                    <a:pt x="139" y="1397"/>
                  </a:cubicBezTo>
                  <a:cubicBezTo>
                    <a:pt x="216" y="1397"/>
                    <a:pt x="280" y="1335"/>
                    <a:pt x="280" y="1258"/>
                  </a:cubicBezTo>
                  <a:lnTo>
                    <a:pt x="280" y="139"/>
                  </a:lnTo>
                  <a:cubicBezTo>
                    <a:pt x="280" y="64"/>
                    <a:pt x="216" y="0"/>
                    <a:pt x="139"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324" name="Google Shape;3324;p27"/>
            <p:cNvSpPr/>
            <p:nvPr/>
          </p:nvSpPr>
          <p:spPr>
            <a:xfrm>
              <a:off x="4777059" y="3688691"/>
              <a:ext cx="52745" cy="16896"/>
            </a:xfrm>
            <a:custGeom>
              <a:rect b="b" l="l" r="r" t="t"/>
              <a:pathLst>
                <a:path extrusionOk="0" h="526" w="1642">
                  <a:moveTo>
                    <a:pt x="244" y="0"/>
                  </a:moveTo>
                  <a:lnTo>
                    <a:pt x="94" y="38"/>
                  </a:lnTo>
                  <a:cubicBezTo>
                    <a:pt x="42" y="38"/>
                    <a:pt x="0" y="81"/>
                    <a:pt x="0" y="132"/>
                  </a:cubicBezTo>
                  <a:lnTo>
                    <a:pt x="0" y="432"/>
                  </a:lnTo>
                  <a:cubicBezTo>
                    <a:pt x="0" y="484"/>
                    <a:pt x="44" y="526"/>
                    <a:pt x="94" y="526"/>
                  </a:cubicBezTo>
                  <a:lnTo>
                    <a:pt x="1512" y="526"/>
                  </a:lnTo>
                  <a:cubicBezTo>
                    <a:pt x="1562" y="526"/>
                    <a:pt x="1604" y="484"/>
                    <a:pt x="1604" y="429"/>
                  </a:cubicBezTo>
                  <a:lnTo>
                    <a:pt x="1642" y="281"/>
                  </a:lnTo>
                  <a:lnTo>
                    <a:pt x="1642" y="94"/>
                  </a:lnTo>
                  <a:cubicBezTo>
                    <a:pt x="1642" y="42"/>
                    <a:pt x="1599" y="0"/>
                    <a:pt x="1548" y="0"/>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325" name="Google Shape;3325;p27"/>
            <p:cNvSpPr/>
            <p:nvPr/>
          </p:nvSpPr>
          <p:spPr>
            <a:xfrm>
              <a:off x="4775838" y="3688723"/>
              <a:ext cx="53966" cy="18085"/>
            </a:xfrm>
            <a:custGeom>
              <a:rect b="b" l="l" r="r" t="t"/>
              <a:pathLst>
                <a:path extrusionOk="0" h="563" w="1680">
                  <a:moveTo>
                    <a:pt x="95" y="1"/>
                  </a:moveTo>
                  <a:cubicBezTo>
                    <a:pt x="44" y="1"/>
                    <a:pt x="1" y="43"/>
                    <a:pt x="1" y="95"/>
                  </a:cubicBezTo>
                  <a:lnTo>
                    <a:pt x="1" y="468"/>
                  </a:lnTo>
                  <a:cubicBezTo>
                    <a:pt x="1" y="519"/>
                    <a:pt x="43" y="562"/>
                    <a:pt x="95" y="562"/>
                  </a:cubicBezTo>
                  <a:lnTo>
                    <a:pt x="1586" y="562"/>
                  </a:lnTo>
                  <a:cubicBezTo>
                    <a:pt x="1637" y="562"/>
                    <a:pt x="1680" y="520"/>
                    <a:pt x="1680" y="468"/>
                  </a:cubicBezTo>
                  <a:lnTo>
                    <a:pt x="1680" y="282"/>
                  </a:lnTo>
                  <a:lnTo>
                    <a:pt x="338" y="282"/>
                  </a:lnTo>
                  <a:cubicBezTo>
                    <a:pt x="306" y="282"/>
                    <a:pt x="282" y="257"/>
                    <a:pt x="282" y="225"/>
                  </a:cubicBezTo>
                  <a:lnTo>
                    <a:pt x="282" y="1"/>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326" name="Google Shape;3326;p27"/>
            <p:cNvSpPr/>
            <p:nvPr/>
          </p:nvSpPr>
          <p:spPr>
            <a:xfrm>
              <a:off x="4859746" y="3702311"/>
              <a:ext cx="26951" cy="8962"/>
            </a:xfrm>
            <a:custGeom>
              <a:rect b="b" l="l" r="r" t="t"/>
              <a:pathLst>
                <a:path extrusionOk="0" h="279" w="839">
                  <a:moveTo>
                    <a:pt x="139" y="0"/>
                  </a:moveTo>
                  <a:cubicBezTo>
                    <a:pt x="64" y="0"/>
                    <a:pt x="0" y="63"/>
                    <a:pt x="0" y="139"/>
                  </a:cubicBezTo>
                  <a:cubicBezTo>
                    <a:pt x="0" y="215"/>
                    <a:pt x="61" y="278"/>
                    <a:pt x="139" y="278"/>
                  </a:cubicBezTo>
                  <a:lnTo>
                    <a:pt x="698" y="278"/>
                  </a:lnTo>
                  <a:cubicBezTo>
                    <a:pt x="776" y="278"/>
                    <a:pt x="838" y="215"/>
                    <a:pt x="838" y="139"/>
                  </a:cubicBezTo>
                  <a:cubicBezTo>
                    <a:pt x="838" y="63"/>
                    <a:pt x="776" y="0"/>
                    <a:pt x="698"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327" name="Google Shape;3327;p27"/>
            <p:cNvSpPr/>
            <p:nvPr/>
          </p:nvSpPr>
          <p:spPr>
            <a:xfrm>
              <a:off x="4859746" y="3720269"/>
              <a:ext cx="8962" cy="8962"/>
            </a:xfrm>
            <a:custGeom>
              <a:rect b="b" l="l" r="r" t="t"/>
              <a:pathLst>
                <a:path extrusionOk="0" h="279" w="279">
                  <a:moveTo>
                    <a:pt x="139" y="0"/>
                  </a:moveTo>
                  <a:cubicBezTo>
                    <a:pt x="62" y="0"/>
                    <a:pt x="0" y="62"/>
                    <a:pt x="0" y="139"/>
                  </a:cubicBezTo>
                  <a:cubicBezTo>
                    <a:pt x="0" y="216"/>
                    <a:pt x="62" y="278"/>
                    <a:pt x="139" y="278"/>
                  </a:cubicBezTo>
                  <a:cubicBezTo>
                    <a:pt x="216" y="278"/>
                    <a:pt x="278" y="216"/>
                    <a:pt x="278" y="139"/>
                  </a:cubicBezTo>
                  <a:cubicBezTo>
                    <a:pt x="278" y="62"/>
                    <a:pt x="216" y="0"/>
                    <a:pt x="139"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328" name="Google Shape;3328;p27"/>
            <p:cNvSpPr/>
            <p:nvPr/>
          </p:nvSpPr>
          <p:spPr>
            <a:xfrm>
              <a:off x="4859746" y="3738194"/>
              <a:ext cx="8962" cy="9026"/>
            </a:xfrm>
            <a:custGeom>
              <a:rect b="b" l="l" r="r" t="t"/>
              <a:pathLst>
                <a:path extrusionOk="0" h="281" w="279">
                  <a:moveTo>
                    <a:pt x="139" y="1"/>
                  </a:moveTo>
                  <a:cubicBezTo>
                    <a:pt x="62" y="1"/>
                    <a:pt x="0" y="63"/>
                    <a:pt x="0" y="140"/>
                  </a:cubicBezTo>
                  <a:cubicBezTo>
                    <a:pt x="0" y="217"/>
                    <a:pt x="62" y="280"/>
                    <a:pt x="139" y="280"/>
                  </a:cubicBezTo>
                  <a:cubicBezTo>
                    <a:pt x="216" y="280"/>
                    <a:pt x="278" y="217"/>
                    <a:pt x="278" y="140"/>
                  </a:cubicBezTo>
                  <a:cubicBezTo>
                    <a:pt x="278" y="63"/>
                    <a:pt x="216" y="1"/>
                    <a:pt x="139"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329" name="Google Shape;3329;p27"/>
            <p:cNvSpPr/>
            <p:nvPr/>
          </p:nvSpPr>
          <p:spPr>
            <a:xfrm>
              <a:off x="4877704" y="3720269"/>
              <a:ext cx="8994" cy="8962"/>
            </a:xfrm>
            <a:custGeom>
              <a:rect b="b" l="l" r="r" t="t"/>
              <a:pathLst>
                <a:path extrusionOk="0" h="279" w="280">
                  <a:moveTo>
                    <a:pt x="139" y="0"/>
                  </a:moveTo>
                  <a:cubicBezTo>
                    <a:pt x="62" y="0"/>
                    <a:pt x="0" y="62"/>
                    <a:pt x="0" y="139"/>
                  </a:cubicBezTo>
                  <a:cubicBezTo>
                    <a:pt x="0" y="216"/>
                    <a:pt x="62" y="278"/>
                    <a:pt x="139" y="278"/>
                  </a:cubicBezTo>
                  <a:cubicBezTo>
                    <a:pt x="216" y="278"/>
                    <a:pt x="279" y="216"/>
                    <a:pt x="279" y="139"/>
                  </a:cubicBezTo>
                  <a:cubicBezTo>
                    <a:pt x="279" y="62"/>
                    <a:pt x="216" y="0"/>
                    <a:pt x="139" y="0"/>
                  </a:cubicBezTo>
                  <a:close/>
                </a:path>
              </a:pathLst>
            </a:cu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330" name="Google Shape;3330;p27"/>
            <p:cNvSpPr/>
            <p:nvPr/>
          </p:nvSpPr>
          <p:spPr>
            <a:xfrm>
              <a:off x="4877704" y="3738194"/>
              <a:ext cx="8994" cy="9026"/>
            </a:xfrm>
            <a:custGeom>
              <a:rect b="b" l="l" r="r" t="t"/>
              <a:pathLst>
                <a:path extrusionOk="0" h="281" w="280">
                  <a:moveTo>
                    <a:pt x="139" y="1"/>
                  </a:moveTo>
                  <a:cubicBezTo>
                    <a:pt x="62" y="1"/>
                    <a:pt x="0" y="63"/>
                    <a:pt x="0" y="140"/>
                  </a:cubicBezTo>
                  <a:cubicBezTo>
                    <a:pt x="0" y="217"/>
                    <a:pt x="62" y="280"/>
                    <a:pt x="139" y="280"/>
                  </a:cubicBezTo>
                  <a:cubicBezTo>
                    <a:pt x="216" y="280"/>
                    <a:pt x="279" y="217"/>
                    <a:pt x="279" y="140"/>
                  </a:cubicBezTo>
                  <a:cubicBezTo>
                    <a:pt x="279" y="63"/>
                    <a:pt x="216" y="1"/>
                    <a:pt x="139" y="1"/>
                  </a:cubicBezTo>
                  <a:close/>
                </a:path>
              </a:pathLst>
            </a:cu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3331" name="Google Shape;3331;p27"/>
          <p:cNvGrpSpPr/>
          <p:nvPr/>
        </p:nvGrpSpPr>
        <p:grpSpPr>
          <a:xfrm>
            <a:off x="4107400" y="3495272"/>
            <a:ext cx="297872" cy="268999"/>
            <a:chOff x="4107400" y="3495272"/>
            <a:chExt cx="297872" cy="268999"/>
          </a:xfrm>
        </p:grpSpPr>
        <p:sp>
          <p:nvSpPr>
            <p:cNvPr id="3332" name="Google Shape;3332;p27"/>
            <p:cNvSpPr/>
            <p:nvPr/>
          </p:nvSpPr>
          <p:spPr>
            <a:xfrm>
              <a:off x="4109263" y="3547506"/>
              <a:ext cx="78507" cy="39896"/>
            </a:xfrm>
            <a:custGeom>
              <a:rect b="b" l="l" r="r" t="t"/>
              <a:pathLst>
                <a:path extrusionOk="0" h="1242" w="2444">
                  <a:moveTo>
                    <a:pt x="2357" y="0"/>
                  </a:moveTo>
                  <a:lnTo>
                    <a:pt x="36" y="450"/>
                  </a:lnTo>
                  <a:lnTo>
                    <a:pt x="0" y="524"/>
                  </a:lnTo>
                  <a:cubicBezTo>
                    <a:pt x="0" y="559"/>
                    <a:pt x="7" y="594"/>
                    <a:pt x="19" y="624"/>
                  </a:cubicBezTo>
                  <a:lnTo>
                    <a:pt x="174" y="1053"/>
                  </a:lnTo>
                  <a:cubicBezTo>
                    <a:pt x="217" y="1168"/>
                    <a:pt x="327" y="1242"/>
                    <a:pt x="446" y="1242"/>
                  </a:cubicBezTo>
                  <a:cubicBezTo>
                    <a:pt x="464" y="1242"/>
                    <a:pt x="482" y="1240"/>
                    <a:pt x="500" y="1236"/>
                  </a:cubicBezTo>
                  <a:lnTo>
                    <a:pt x="2053" y="928"/>
                  </a:lnTo>
                  <a:cubicBezTo>
                    <a:pt x="2172" y="906"/>
                    <a:pt x="2264" y="812"/>
                    <a:pt x="2285" y="694"/>
                  </a:cubicBezTo>
                  <a:lnTo>
                    <a:pt x="2338" y="639"/>
                  </a:lnTo>
                  <a:lnTo>
                    <a:pt x="2444" y="47"/>
                  </a:lnTo>
                  <a:lnTo>
                    <a:pt x="2357" y="0"/>
                  </a:lnTo>
                  <a:close/>
                </a:path>
              </a:pathLst>
            </a:cu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333" name="Google Shape;3333;p27"/>
            <p:cNvSpPr/>
            <p:nvPr/>
          </p:nvSpPr>
          <p:spPr>
            <a:xfrm>
              <a:off x="4107400" y="3560613"/>
              <a:ext cx="76998" cy="28011"/>
            </a:xfrm>
            <a:custGeom>
              <a:rect b="b" l="l" r="r" t="t"/>
              <a:pathLst>
                <a:path extrusionOk="0" h="872" w="2397">
                  <a:moveTo>
                    <a:pt x="223" y="0"/>
                  </a:moveTo>
                  <a:lnTo>
                    <a:pt x="36" y="50"/>
                  </a:lnTo>
                  <a:lnTo>
                    <a:pt x="0" y="113"/>
                  </a:lnTo>
                  <a:cubicBezTo>
                    <a:pt x="0" y="148"/>
                    <a:pt x="8" y="180"/>
                    <a:pt x="19" y="213"/>
                  </a:cubicBezTo>
                  <a:lnTo>
                    <a:pt x="193" y="678"/>
                  </a:lnTo>
                  <a:cubicBezTo>
                    <a:pt x="236" y="794"/>
                    <a:pt x="351" y="871"/>
                    <a:pt x="469" y="871"/>
                  </a:cubicBezTo>
                  <a:cubicBezTo>
                    <a:pt x="486" y="871"/>
                    <a:pt x="504" y="870"/>
                    <a:pt x="521" y="866"/>
                  </a:cubicBezTo>
                  <a:lnTo>
                    <a:pt x="597" y="852"/>
                  </a:lnTo>
                  <a:lnTo>
                    <a:pt x="2149" y="558"/>
                  </a:lnTo>
                  <a:cubicBezTo>
                    <a:pt x="2269" y="536"/>
                    <a:pt x="2360" y="442"/>
                    <a:pt x="2380" y="323"/>
                  </a:cubicBezTo>
                  <a:lnTo>
                    <a:pt x="2392" y="261"/>
                  </a:lnTo>
                  <a:lnTo>
                    <a:pt x="2396" y="231"/>
                  </a:lnTo>
                  <a:lnTo>
                    <a:pt x="520" y="585"/>
                  </a:lnTo>
                  <a:cubicBezTo>
                    <a:pt x="514" y="586"/>
                    <a:pt x="508" y="587"/>
                    <a:pt x="502" y="587"/>
                  </a:cubicBezTo>
                  <a:cubicBezTo>
                    <a:pt x="464" y="587"/>
                    <a:pt x="430" y="564"/>
                    <a:pt x="416" y="526"/>
                  </a:cubicBezTo>
                  <a:lnTo>
                    <a:pt x="300" y="215"/>
                  </a:lnTo>
                  <a:cubicBezTo>
                    <a:pt x="281" y="165"/>
                    <a:pt x="275" y="113"/>
                    <a:pt x="285" y="61"/>
                  </a:cubicBezTo>
                  <a:lnTo>
                    <a:pt x="223" y="0"/>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334" name="Google Shape;3334;p27"/>
            <p:cNvSpPr/>
            <p:nvPr/>
          </p:nvSpPr>
          <p:spPr>
            <a:xfrm>
              <a:off x="4327450" y="3547121"/>
              <a:ext cx="77608" cy="39446"/>
            </a:xfrm>
            <a:custGeom>
              <a:rect b="b" l="l" r="r" t="t"/>
              <a:pathLst>
                <a:path extrusionOk="0" h="1228" w="2416">
                  <a:moveTo>
                    <a:pt x="1" y="1"/>
                  </a:moveTo>
                  <a:lnTo>
                    <a:pt x="9" y="59"/>
                  </a:lnTo>
                  <a:lnTo>
                    <a:pt x="95" y="687"/>
                  </a:lnTo>
                  <a:cubicBezTo>
                    <a:pt x="115" y="807"/>
                    <a:pt x="208" y="898"/>
                    <a:pt x="326" y="923"/>
                  </a:cubicBezTo>
                  <a:lnTo>
                    <a:pt x="1814" y="1218"/>
                  </a:lnTo>
                  <a:cubicBezTo>
                    <a:pt x="1845" y="1224"/>
                    <a:pt x="1878" y="1227"/>
                    <a:pt x="1911" y="1227"/>
                  </a:cubicBezTo>
                  <a:cubicBezTo>
                    <a:pt x="2028" y="1227"/>
                    <a:pt x="2148" y="1186"/>
                    <a:pt x="2186" y="1083"/>
                  </a:cubicBezTo>
                  <a:lnTo>
                    <a:pt x="2234" y="1070"/>
                  </a:lnTo>
                  <a:lnTo>
                    <a:pt x="2398" y="636"/>
                  </a:lnTo>
                  <a:cubicBezTo>
                    <a:pt x="2411" y="603"/>
                    <a:pt x="2415" y="571"/>
                    <a:pt x="2415" y="536"/>
                  </a:cubicBezTo>
                  <a:lnTo>
                    <a:pt x="2362" y="457"/>
                  </a:lnTo>
                  <a:lnTo>
                    <a:pt x="1" y="1"/>
                  </a:lnTo>
                  <a:close/>
                </a:path>
              </a:pathLst>
            </a:cu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335" name="Google Shape;3335;p27"/>
            <p:cNvSpPr/>
            <p:nvPr/>
          </p:nvSpPr>
          <p:spPr>
            <a:xfrm>
              <a:off x="4324752" y="3547956"/>
              <a:ext cx="74524" cy="40667"/>
            </a:xfrm>
            <a:custGeom>
              <a:rect b="b" l="l" r="r" t="t"/>
              <a:pathLst>
                <a:path extrusionOk="0" h="1266" w="2320">
                  <a:moveTo>
                    <a:pt x="24" y="1"/>
                  </a:moveTo>
                  <a:lnTo>
                    <a:pt x="1" y="33"/>
                  </a:lnTo>
                  <a:lnTo>
                    <a:pt x="115" y="669"/>
                  </a:lnTo>
                  <a:cubicBezTo>
                    <a:pt x="125" y="804"/>
                    <a:pt x="218" y="929"/>
                    <a:pt x="355" y="952"/>
                  </a:cubicBezTo>
                  <a:lnTo>
                    <a:pt x="1982" y="1260"/>
                  </a:lnTo>
                  <a:cubicBezTo>
                    <a:pt x="2001" y="1264"/>
                    <a:pt x="2020" y="1266"/>
                    <a:pt x="2038" y="1266"/>
                  </a:cubicBezTo>
                  <a:cubicBezTo>
                    <a:pt x="2157" y="1266"/>
                    <a:pt x="2266" y="1192"/>
                    <a:pt x="2308" y="1078"/>
                  </a:cubicBezTo>
                  <a:lnTo>
                    <a:pt x="2320" y="1044"/>
                  </a:lnTo>
                  <a:lnTo>
                    <a:pt x="458" y="691"/>
                  </a:lnTo>
                  <a:cubicBezTo>
                    <a:pt x="420" y="684"/>
                    <a:pt x="391" y="655"/>
                    <a:pt x="384" y="617"/>
                  </a:cubicBezTo>
                  <a:lnTo>
                    <a:pt x="316" y="253"/>
                  </a:lnTo>
                  <a:cubicBezTo>
                    <a:pt x="305" y="189"/>
                    <a:pt x="292" y="132"/>
                    <a:pt x="276" y="86"/>
                  </a:cubicBezTo>
                  <a:lnTo>
                    <a:pt x="216" y="28"/>
                  </a:lnTo>
                  <a:lnTo>
                    <a:pt x="24" y="1"/>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336" name="Google Shape;3336;p27"/>
            <p:cNvSpPr/>
            <p:nvPr/>
          </p:nvSpPr>
          <p:spPr>
            <a:xfrm>
              <a:off x="4112283" y="3495272"/>
              <a:ext cx="292989" cy="69031"/>
            </a:xfrm>
            <a:custGeom>
              <a:rect b="b" l="l" r="r" t="t"/>
              <a:pathLst>
                <a:path extrusionOk="0" h="2149" w="9121">
                  <a:moveTo>
                    <a:pt x="4487" y="0"/>
                  </a:moveTo>
                  <a:cubicBezTo>
                    <a:pt x="3611" y="0"/>
                    <a:pt x="2736" y="86"/>
                    <a:pt x="1878" y="258"/>
                  </a:cubicBezTo>
                  <a:lnTo>
                    <a:pt x="714" y="490"/>
                  </a:lnTo>
                  <a:cubicBezTo>
                    <a:pt x="645" y="504"/>
                    <a:pt x="578" y="526"/>
                    <a:pt x="517" y="556"/>
                  </a:cubicBezTo>
                  <a:cubicBezTo>
                    <a:pt x="317" y="658"/>
                    <a:pt x="203" y="1115"/>
                    <a:pt x="149" y="1338"/>
                  </a:cubicBezTo>
                  <a:lnTo>
                    <a:pt x="6" y="1867"/>
                  </a:lnTo>
                  <a:cubicBezTo>
                    <a:pt x="0" y="1890"/>
                    <a:pt x="12" y="2097"/>
                    <a:pt x="12" y="2120"/>
                  </a:cubicBezTo>
                  <a:lnTo>
                    <a:pt x="2356" y="1671"/>
                  </a:lnTo>
                  <a:cubicBezTo>
                    <a:pt x="2372" y="1578"/>
                    <a:pt x="2451" y="1512"/>
                    <a:pt x="2545" y="1512"/>
                  </a:cubicBezTo>
                  <a:lnTo>
                    <a:pt x="2599" y="1512"/>
                  </a:lnTo>
                  <a:lnTo>
                    <a:pt x="2638" y="1474"/>
                  </a:lnTo>
                  <a:lnTo>
                    <a:pt x="3893" y="1457"/>
                  </a:lnTo>
                  <a:lnTo>
                    <a:pt x="3935" y="1513"/>
                  </a:lnTo>
                  <a:lnTo>
                    <a:pt x="5035" y="1513"/>
                  </a:lnTo>
                  <a:lnTo>
                    <a:pt x="5070" y="1455"/>
                  </a:lnTo>
                  <a:lnTo>
                    <a:pt x="6326" y="1458"/>
                  </a:lnTo>
                  <a:lnTo>
                    <a:pt x="6370" y="1513"/>
                  </a:lnTo>
                  <a:lnTo>
                    <a:pt x="6425" y="1513"/>
                  </a:lnTo>
                  <a:cubicBezTo>
                    <a:pt x="6519" y="1513"/>
                    <a:pt x="6631" y="1548"/>
                    <a:pt x="6648" y="1641"/>
                  </a:cubicBezTo>
                  <a:lnTo>
                    <a:pt x="6895" y="1723"/>
                  </a:lnTo>
                  <a:lnTo>
                    <a:pt x="9120" y="2149"/>
                  </a:lnTo>
                  <a:cubicBezTo>
                    <a:pt x="9120" y="2126"/>
                    <a:pt x="9118" y="2100"/>
                    <a:pt x="9112" y="2076"/>
                  </a:cubicBezTo>
                  <a:lnTo>
                    <a:pt x="8863" y="1065"/>
                  </a:lnTo>
                  <a:cubicBezTo>
                    <a:pt x="8790" y="774"/>
                    <a:pt x="8554" y="549"/>
                    <a:pt x="8259" y="490"/>
                  </a:cubicBezTo>
                  <a:lnTo>
                    <a:pt x="7097" y="258"/>
                  </a:lnTo>
                  <a:cubicBezTo>
                    <a:pt x="6237" y="87"/>
                    <a:pt x="5362" y="0"/>
                    <a:pt x="4487" y="0"/>
                  </a:cubicBezTo>
                  <a:close/>
                </a:path>
              </a:pathLst>
            </a:cu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337" name="Google Shape;3337;p27"/>
            <p:cNvSpPr/>
            <p:nvPr/>
          </p:nvSpPr>
          <p:spPr>
            <a:xfrm>
              <a:off x="4107400" y="3513166"/>
              <a:ext cx="21361" cy="51203"/>
            </a:xfrm>
            <a:custGeom>
              <a:rect b="b" l="l" r="r" t="t"/>
              <a:pathLst>
                <a:path extrusionOk="0" h="1594" w="665">
                  <a:moveTo>
                    <a:pt x="665" y="1"/>
                  </a:moveTo>
                  <a:cubicBezTo>
                    <a:pt x="665" y="1"/>
                    <a:pt x="359" y="134"/>
                    <a:pt x="259" y="510"/>
                  </a:cubicBezTo>
                  <a:lnTo>
                    <a:pt x="10" y="1521"/>
                  </a:lnTo>
                  <a:cubicBezTo>
                    <a:pt x="5" y="1545"/>
                    <a:pt x="0" y="1569"/>
                    <a:pt x="0" y="1593"/>
                  </a:cubicBezTo>
                  <a:lnTo>
                    <a:pt x="287" y="1540"/>
                  </a:lnTo>
                  <a:lnTo>
                    <a:pt x="665" y="1"/>
                  </a:lnTo>
                  <a:close/>
                </a:path>
              </a:pathLst>
            </a:cu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338" name="Google Shape;3338;p27"/>
            <p:cNvSpPr/>
            <p:nvPr/>
          </p:nvSpPr>
          <p:spPr>
            <a:xfrm>
              <a:off x="4318648" y="3543876"/>
              <a:ext cx="14969" cy="6874"/>
            </a:xfrm>
            <a:custGeom>
              <a:rect b="b" l="l" r="r" t="t"/>
              <a:pathLst>
                <a:path extrusionOk="0" h="214" w="466">
                  <a:moveTo>
                    <a:pt x="1" y="0"/>
                  </a:moveTo>
                  <a:cubicBezTo>
                    <a:pt x="95" y="0"/>
                    <a:pt x="175" y="68"/>
                    <a:pt x="191" y="160"/>
                  </a:cubicBezTo>
                  <a:lnTo>
                    <a:pt x="466" y="213"/>
                  </a:lnTo>
                  <a:cubicBezTo>
                    <a:pt x="414" y="71"/>
                    <a:pt x="308" y="0"/>
                    <a:pt x="1" y="0"/>
                  </a:cubicBezTo>
                  <a:close/>
                </a:path>
              </a:pathLst>
            </a:cu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339" name="Google Shape;3339;p27"/>
            <p:cNvSpPr/>
            <p:nvPr/>
          </p:nvSpPr>
          <p:spPr>
            <a:xfrm>
              <a:off x="4195645" y="3523317"/>
              <a:ext cx="42916" cy="20591"/>
            </a:xfrm>
            <a:custGeom>
              <a:rect b="b" l="l" r="r" t="t"/>
              <a:pathLst>
                <a:path extrusionOk="0" h="641" w="1336">
                  <a:moveTo>
                    <a:pt x="282" y="0"/>
                  </a:moveTo>
                  <a:cubicBezTo>
                    <a:pt x="127" y="0"/>
                    <a:pt x="1" y="125"/>
                    <a:pt x="1" y="281"/>
                  </a:cubicBezTo>
                  <a:lnTo>
                    <a:pt x="1" y="640"/>
                  </a:lnTo>
                  <a:lnTo>
                    <a:pt x="1336" y="640"/>
                  </a:lnTo>
                  <a:lnTo>
                    <a:pt x="1336" y="281"/>
                  </a:lnTo>
                  <a:cubicBezTo>
                    <a:pt x="1336" y="125"/>
                    <a:pt x="1211" y="0"/>
                    <a:pt x="1058"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340" name="Google Shape;3340;p27"/>
            <p:cNvSpPr/>
            <p:nvPr/>
          </p:nvSpPr>
          <p:spPr>
            <a:xfrm>
              <a:off x="4273963" y="3523317"/>
              <a:ext cx="42916" cy="20591"/>
            </a:xfrm>
            <a:custGeom>
              <a:rect b="b" l="l" r="r" t="t"/>
              <a:pathLst>
                <a:path extrusionOk="0" h="641" w="1336">
                  <a:moveTo>
                    <a:pt x="280" y="0"/>
                  </a:moveTo>
                  <a:cubicBezTo>
                    <a:pt x="127" y="0"/>
                    <a:pt x="1" y="125"/>
                    <a:pt x="1" y="281"/>
                  </a:cubicBezTo>
                  <a:lnTo>
                    <a:pt x="1" y="640"/>
                  </a:lnTo>
                  <a:lnTo>
                    <a:pt x="1335" y="640"/>
                  </a:lnTo>
                  <a:lnTo>
                    <a:pt x="1335" y="281"/>
                  </a:lnTo>
                  <a:cubicBezTo>
                    <a:pt x="1335" y="125"/>
                    <a:pt x="1211" y="0"/>
                    <a:pt x="1058"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341" name="Google Shape;3341;p27"/>
            <p:cNvSpPr/>
            <p:nvPr/>
          </p:nvSpPr>
          <p:spPr>
            <a:xfrm>
              <a:off x="4205796" y="3532247"/>
              <a:ext cx="102150" cy="56375"/>
            </a:xfrm>
            <a:custGeom>
              <a:rect b="b" l="l" r="r" t="t"/>
              <a:pathLst>
                <a:path extrusionOk="0" h="1755" w="3180">
                  <a:moveTo>
                    <a:pt x="244" y="0"/>
                  </a:moveTo>
                  <a:lnTo>
                    <a:pt x="157" y="39"/>
                  </a:lnTo>
                  <a:cubicBezTo>
                    <a:pt x="71" y="39"/>
                    <a:pt x="1" y="107"/>
                    <a:pt x="1" y="194"/>
                  </a:cubicBezTo>
                  <a:lnTo>
                    <a:pt x="1" y="1755"/>
                  </a:lnTo>
                  <a:lnTo>
                    <a:pt x="3120" y="1755"/>
                  </a:lnTo>
                  <a:lnTo>
                    <a:pt x="3177" y="1474"/>
                  </a:lnTo>
                  <a:lnTo>
                    <a:pt x="3177" y="157"/>
                  </a:lnTo>
                  <a:cubicBezTo>
                    <a:pt x="3180" y="71"/>
                    <a:pt x="3109" y="0"/>
                    <a:pt x="3023" y="0"/>
                  </a:cubicBezTo>
                  <a:lnTo>
                    <a:pt x="2680" y="0"/>
                  </a:lnTo>
                  <a:lnTo>
                    <a:pt x="2593" y="39"/>
                  </a:lnTo>
                  <a:cubicBezTo>
                    <a:pt x="2508" y="39"/>
                    <a:pt x="2437" y="107"/>
                    <a:pt x="2437" y="194"/>
                  </a:cubicBezTo>
                  <a:lnTo>
                    <a:pt x="2454" y="801"/>
                  </a:lnTo>
                  <a:cubicBezTo>
                    <a:pt x="2454" y="886"/>
                    <a:pt x="2330" y="956"/>
                    <a:pt x="2243" y="956"/>
                  </a:cubicBezTo>
                  <a:lnTo>
                    <a:pt x="898" y="956"/>
                  </a:lnTo>
                  <a:cubicBezTo>
                    <a:pt x="814" y="956"/>
                    <a:pt x="743" y="888"/>
                    <a:pt x="743" y="801"/>
                  </a:cubicBezTo>
                  <a:lnTo>
                    <a:pt x="743" y="157"/>
                  </a:lnTo>
                  <a:cubicBezTo>
                    <a:pt x="743" y="71"/>
                    <a:pt x="674" y="0"/>
                    <a:pt x="587" y="0"/>
                  </a:cubicBezTo>
                  <a:close/>
                </a:path>
              </a:pathLst>
            </a:cu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342" name="Google Shape;3342;p27"/>
            <p:cNvSpPr/>
            <p:nvPr/>
          </p:nvSpPr>
          <p:spPr>
            <a:xfrm>
              <a:off x="4277915" y="3532344"/>
              <a:ext cx="14005" cy="30709"/>
            </a:xfrm>
            <a:custGeom>
              <a:rect b="b" l="l" r="r" t="t"/>
              <a:pathLst>
                <a:path extrusionOk="0" h="956" w="436">
                  <a:moveTo>
                    <a:pt x="309" y="0"/>
                  </a:moveTo>
                  <a:cubicBezTo>
                    <a:pt x="225" y="0"/>
                    <a:pt x="154" y="68"/>
                    <a:pt x="154" y="155"/>
                  </a:cubicBezTo>
                  <a:lnTo>
                    <a:pt x="154" y="799"/>
                  </a:lnTo>
                  <a:cubicBezTo>
                    <a:pt x="154" y="811"/>
                    <a:pt x="153" y="865"/>
                    <a:pt x="109" y="909"/>
                  </a:cubicBezTo>
                  <a:cubicBezTo>
                    <a:pt x="66" y="953"/>
                    <a:pt x="9" y="956"/>
                    <a:pt x="1" y="956"/>
                  </a:cubicBezTo>
                  <a:lnTo>
                    <a:pt x="248" y="956"/>
                  </a:lnTo>
                  <a:cubicBezTo>
                    <a:pt x="350" y="953"/>
                    <a:pt x="435" y="869"/>
                    <a:pt x="435" y="768"/>
                  </a:cubicBezTo>
                  <a:lnTo>
                    <a:pt x="435" y="0"/>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343" name="Google Shape;3343;p27"/>
            <p:cNvSpPr/>
            <p:nvPr/>
          </p:nvSpPr>
          <p:spPr>
            <a:xfrm>
              <a:off x="4204575" y="3532247"/>
              <a:ext cx="103274" cy="58142"/>
            </a:xfrm>
            <a:custGeom>
              <a:rect b="b" l="l" r="r" t="t"/>
              <a:pathLst>
                <a:path extrusionOk="0" h="1810" w="3215">
                  <a:moveTo>
                    <a:pt x="157" y="0"/>
                  </a:moveTo>
                  <a:cubicBezTo>
                    <a:pt x="72" y="0"/>
                    <a:pt x="1" y="70"/>
                    <a:pt x="1" y="157"/>
                  </a:cubicBezTo>
                  <a:lnTo>
                    <a:pt x="1" y="1810"/>
                  </a:lnTo>
                  <a:lnTo>
                    <a:pt x="3215" y="1810"/>
                  </a:lnTo>
                  <a:lnTo>
                    <a:pt x="3215" y="1476"/>
                  </a:lnTo>
                  <a:lnTo>
                    <a:pt x="374" y="1476"/>
                  </a:lnTo>
                  <a:cubicBezTo>
                    <a:pt x="324" y="1474"/>
                    <a:pt x="282" y="1432"/>
                    <a:pt x="282" y="1381"/>
                  </a:cubicBezTo>
                  <a:lnTo>
                    <a:pt x="282" y="0"/>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344" name="Google Shape;3344;p27"/>
            <p:cNvSpPr/>
            <p:nvPr/>
          </p:nvSpPr>
          <p:spPr>
            <a:xfrm>
              <a:off x="4141708" y="3588528"/>
              <a:ext cx="230318" cy="174522"/>
            </a:xfrm>
            <a:custGeom>
              <a:rect b="b" l="l" r="r" t="t"/>
              <a:pathLst>
                <a:path extrusionOk="0" h="5433" w="7170">
                  <a:moveTo>
                    <a:pt x="1752" y="0"/>
                  </a:moveTo>
                  <a:lnTo>
                    <a:pt x="1678" y="49"/>
                  </a:lnTo>
                  <a:cubicBezTo>
                    <a:pt x="1560" y="49"/>
                    <a:pt x="1454" y="120"/>
                    <a:pt x="1408" y="230"/>
                  </a:cubicBezTo>
                  <a:lnTo>
                    <a:pt x="40" y="3663"/>
                  </a:lnTo>
                  <a:cubicBezTo>
                    <a:pt x="25" y="3699"/>
                    <a:pt x="18" y="3735"/>
                    <a:pt x="18" y="3774"/>
                  </a:cubicBezTo>
                  <a:lnTo>
                    <a:pt x="1" y="5142"/>
                  </a:lnTo>
                  <a:cubicBezTo>
                    <a:pt x="1" y="5303"/>
                    <a:pt x="131" y="5433"/>
                    <a:pt x="292" y="5433"/>
                  </a:cubicBezTo>
                  <a:lnTo>
                    <a:pt x="6641" y="5427"/>
                  </a:lnTo>
                  <a:cubicBezTo>
                    <a:pt x="6797" y="5427"/>
                    <a:pt x="7165" y="5346"/>
                    <a:pt x="7169" y="5190"/>
                  </a:cubicBezTo>
                  <a:lnTo>
                    <a:pt x="7169" y="5180"/>
                  </a:lnTo>
                  <a:lnTo>
                    <a:pt x="7169" y="3774"/>
                  </a:lnTo>
                  <a:cubicBezTo>
                    <a:pt x="7169" y="3738"/>
                    <a:pt x="7162" y="3699"/>
                    <a:pt x="7148" y="3661"/>
                  </a:cubicBezTo>
                  <a:lnTo>
                    <a:pt x="5735" y="181"/>
                  </a:lnTo>
                  <a:cubicBezTo>
                    <a:pt x="5691" y="72"/>
                    <a:pt x="5584" y="0"/>
                    <a:pt x="5466" y="0"/>
                  </a:cubicBezTo>
                  <a:close/>
                </a:path>
              </a:pathLst>
            </a:cu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345" name="Google Shape;3345;p27"/>
            <p:cNvSpPr/>
            <p:nvPr/>
          </p:nvSpPr>
          <p:spPr>
            <a:xfrm>
              <a:off x="4140456" y="3588593"/>
              <a:ext cx="231571" cy="175678"/>
            </a:xfrm>
            <a:custGeom>
              <a:rect b="b" l="l" r="r" t="t"/>
              <a:pathLst>
                <a:path extrusionOk="0" h="5469" w="7209">
                  <a:moveTo>
                    <a:pt x="1707" y="1"/>
                  </a:moveTo>
                  <a:cubicBezTo>
                    <a:pt x="1589" y="1"/>
                    <a:pt x="1482" y="73"/>
                    <a:pt x="1438" y="182"/>
                  </a:cubicBezTo>
                  <a:lnTo>
                    <a:pt x="25" y="3661"/>
                  </a:lnTo>
                  <a:cubicBezTo>
                    <a:pt x="11" y="3695"/>
                    <a:pt x="3" y="3733"/>
                    <a:pt x="3" y="3772"/>
                  </a:cubicBezTo>
                  <a:lnTo>
                    <a:pt x="3" y="5178"/>
                  </a:lnTo>
                  <a:cubicBezTo>
                    <a:pt x="1" y="5335"/>
                    <a:pt x="135" y="5469"/>
                    <a:pt x="292" y="5469"/>
                  </a:cubicBezTo>
                  <a:cubicBezTo>
                    <a:pt x="293" y="5469"/>
                    <a:pt x="294" y="5469"/>
                    <a:pt x="294" y="5469"/>
                  </a:cubicBezTo>
                  <a:lnTo>
                    <a:pt x="6917" y="5469"/>
                  </a:lnTo>
                  <a:cubicBezTo>
                    <a:pt x="7075" y="5469"/>
                    <a:pt x="7201" y="5344"/>
                    <a:pt x="7208" y="5188"/>
                  </a:cubicBezTo>
                  <a:lnTo>
                    <a:pt x="374" y="5188"/>
                  </a:lnTo>
                  <a:cubicBezTo>
                    <a:pt x="323" y="5188"/>
                    <a:pt x="281" y="5147"/>
                    <a:pt x="281" y="5097"/>
                  </a:cubicBezTo>
                  <a:lnTo>
                    <a:pt x="281" y="3789"/>
                  </a:lnTo>
                  <a:cubicBezTo>
                    <a:pt x="281" y="3776"/>
                    <a:pt x="284" y="3766"/>
                    <a:pt x="289" y="3755"/>
                  </a:cubicBezTo>
                  <a:lnTo>
                    <a:pt x="1791" y="1"/>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346" name="Google Shape;3346;p27"/>
            <p:cNvSpPr/>
            <p:nvPr/>
          </p:nvSpPr>
          <p:spPr>
            <a:xfrm>
              <a:off x="4191790" y="3610726"/>
              <a:ext cx="130192" cy="130257"/>
            </a:xfrm>
            <a:custGeom>
              <a:rect b="b" l="l" r="r" t="t"/>
              <a:pathLst>
                <a:path extrusionOk="0" h="4055" w="4053">
                  <a:moveTo>
                    <a:pt x="2009" y="1"/>
                  </a:moveTo>
                  <a:cubicBezTo>
                    <a:pt x="1514" y="1"/>
                    <a:pt x="1062" y="176"/>
                    <a:pt x="709" y="466"/>
                  </a:cubicBezTo>
                  <a:cubicBezTo>
                    <a:pt x="253" y="841"/>
                    <a:pt x="1" y="1751"/>
                    <a:pt x="1" y="2045"/>
                  </a:cubicBezTo>
                  <a:cubicBezTo>
                    <a:pt x="1" y="3174"/>
                    <a:pt x="879" y="4054"/>
                    <a:pt x="2010" y="4054"/>
                  </a:cubicBezTo>
                  <a:cubicBezTo>
                    <a:pt x="2158" y="4054"/>
                    <a:pt x="3213" y="3801"/>
                    <a:pt x="3588" y="3346"/>
                  </a:cubicBezTo>
                  <a:cubicBezTo>
                    <a:pt x="3878" y="2992"/>
                    <a:pt x="4053" y="2540"/>
                    <a:pt x="4053" y="2045"/>
                  </a:cubicBezTo>
                  <a:cubicBezTo>
                    <a:pt x="4053" y="916"/>
                    <a:pt x="3138" y="1"/>
                    <a:pt x="2009" y="1"/>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347" name="Google Shape;3347;p27"/>
            <p:cNvSpPr/>
            <p:nvPr/>
          </p:nvSpPr>
          <p:spPr>
            <a:xfrm>
              <a:off x="4190537" y="3625728"/>
              <a:ext cx="116380" cy="116444"/>
            </a:xfrm>
            <a:custGeom>
              <a:rect b="b" l="l" r="r" t="t"/>
              <a:pathLst>
                <a:path extrusionOk="0" h="3625" w="3623">
                  <a:moveTo>
                    <a:pt x="746" y="0"/>
                  </a:moveTo>
                  <a:lnTo>
                    <a:pt x="746" y="0"/>
                  </a:lnTo>
                  <a:cubicBezTo>
                    <a:pt x="290" y="375"/>
                    <a:pt x="1" y="944"/>
                    <a:pt x="1" y="1581"/>
                  </a:cubicBezTo>
                  <a:cubicBezTo>
                    <a:pt x="1" y="2710"/>
                    <a:pt x="916" y="3625"/>
                    <a:pt x="2045" y="3625"/>
                  </a:cubicBezTo>
                  <a:cubicBezTo>
                    <a:pt x="2680" y="3625"/>
                    <a:pt x="3249" y="3335"/>
                    <a:pt x="3623" y="2879"/>
                  </a:cubicBezTo>
                  <a:lnTo>
                    <a:pt x="3623" y="2879"/>
                  </a:lnTo>
                  <a:cubicBezTo>
                    <a:pt x="3272" y="3169"/>
                    <a:pt x="2819" y="3344"/>
                    <a:pt x="2326" y="3344"/>
                  </a:cubicBezTo>
                  <a:cubicBezTo>
                    <a:pt x="1196" y="3344"/>
                    <a:pt x="282" y="2429"/>
                    <a:pt x="282" y="1300"/>
                  </a:cubicBezTo>
                  <a:cubicBezTo>
                    <a:pt x="282" y="806"/>
                    <a:pt x="457" y="353"/>
                    <a:pt x="746"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348" name="Google Shape;3348;p27"/>
            <p:cNvSpPr/>
            <p:nvPr/>
          </p:nvSpPr>
          <p:spPr>
            <a:xfrm>
              <a:off x="4244345" y="3663859"/>
              <a:ext cx="24542" cy="24542"/>
            </a:xfrm>
            <a:custGeom>
              <a:rect b="b" l="l" r="r" t="t"/>
              <a:pathLst>
                <a:path extrusionOk="0" h="764" w="764">
                  <a:moveTo>
                    <a:pt x="373" y="0"/>
                  </a:moveTo>
                  <a:cubicBezTo>
                    <a:pt x="319" y="0"/>
                    <a:pt x="268" y="12"/>
                    <a:pt x="224" y="29"/>
                  </a:cubicBezTo>
                  <a:cubicBezTo>
                    <a:pt x="80" y="87"/>
                    <a:pt x="1" y="381"/>
                    <a:pt x="1" y="391"/>
                  </a:cubicBezTo>
                  <a:cubicBezTo>
                    <a:pt x="1" y="607"/>
                    <a:pt x="156" y="763"/>
                    <a:pt x="373" y="763"/>
                  </a:cubicBezTo>
                  <a:cubicBezTo>
                    <a:pt x="410" y="763"/>
                    <a:pt x="677" y="683"/>
                    <a:pt x="735" y="540"/>
                  </a:cubicBezTo>
                  <a:cubicBezTo>
                    <a:pt x="752" y="495"/>
                    <a:pt x="764" y="445"/>
                    <a:pt x="764" y="391"/>
                  </a:cubicBezTo>
                  <a:cubicBezTo>
                    <a:pt x="764" y="177"/>
                    <a:pt x="587" y="0"/>
                    <a:pt x="373"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349" name="Google Shape;3349;p27"/>
            <p:cNvSpPr/>
            <p:nvPr/>
          </p:nvSpPr>
          <p:spPr>
            <a:xfrm>
              <a:off x="4243735" y="3664791"/>
              <a:ext cx="24220" cy="24188"/>
            </a:xfrm>
            <a:custGeom>
              <a:rect b="b" l="l" r="r" t="t"/>
              <a:pathLst>
                <a:path extrusionOk="0" h="753" w="754">
                  <a:moveTo>
                    <a:pt x="243" y="0"/>
                  </a:moveTo>
                  <a:cubicBezTo>
                    <a:pt x="99" y="58"/>
                    <a:pt x="1" y="200"/>
                    <a:pt x="1" y="362"/>
                  </a:cubicBezTo>
                  <a:cubicBezTo>
                    <a:pt x="1" y="578"/>
                    <a:pt x="176" y="753"/>
                    <a:pt x="392" y="753"/>
                  </a:cubicBezTo>
                  <a:cubicBezTo>
                    <a:pt x="554" y="753"/>
                    <a:pt x="696" y="652"/>
                    <a:pt x="754" y="511"/>
                  </a:cubicBezTo>
                  <a:lnTo>
                    <a:pt x="754" y="511"/>
                  </a:lnTo>
                  <a:cubicBezTo>
                    <a:pt x="707" y="529"/>
                    <a:pt x="657" y="540"/>
                    <a:pt x="604" y="540"/>
                  </a:cubicBezTo>
                  <a:cubicBezTo>
                    <a:pt x="389" y="540"/>
                    <a:pt x="214" y="365"/>
                    <a:pt x="214" y="149"/>
                  </a:cubicBezTo>
                  <a:cubicBezTo>
                    <a:pt x="214" y="97"/>
                    <a:pt x="225" y="46"/>
                    <a:pt x="243"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350" name="Google Shape;3350;p27"/>
            <p:cNvSpPr/>
            <p:nvPr/>
          </p:nvSpPr>
          <p:spPr>
            <a:xfrm>
              <a:off x="4246529" y="3627752"/>
              <a:ext cx="20269" cy="20269"/>
            </a:xfrm>
            <a:custGeom>
              <a:rect b="b" l="l" r="r" t="t"/>
              <a:pathLst>
                <a:path extrusionOk="0" h="631" w="631">
                  <a:moveTo>
                    <a:pt x="305" y="1"/>
                  </a:moveTo>
                  <a:cubicBezTo>
                    <a:pt x="273" y="1"/>
                    <a:pt x="242" y="7"/>
                    <a:pt x="213" y="14"/>
                  </a:cubicBezTo>
                  <a:cubicBezTo>
                    <a:pt x="77" y="53"/>
                    <a:pt x="1" y="292"/>
                    <a:pt x="1" y="327"/>
                  </a:cubicBezTo>
                  <a:cubicBezTo>
                    <a:pt x="1" y="507"/>
                    <a:pt x="124" y="631"/>
                    <a:pt x="305" y="631"/>
                  </a:cubicBezTo>
                  <a:cubicBezTo>
                    <a:pt x="341" y="631"/>
                    <a:pt x="577" y="552"/>
                    <a:pt x="617" y="419"/>
                  </a:cubicBezTo>
                  <a:cubicBezTo>
                    <a:pt x="625" y="390"/>
                    <a:pt x="630" y="360"/>
                    <a:pt x="630" y="327"/>
                  </a:cubicBezTo>
                  <a:cubicBezTo>
                    <a:pt x="630" y="146"/>
                    <a:pt x="483" y="1"/>
                    <a:pt x="305"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351" name="Google Shape;3351;p27"/>
            <p:cNvSpPr/>
            <p:nvPr/>
          </p:nvSpPr>
          <p:spPr>
            <a:xfrm>
              <a:off x="4245823" y="3628169"/>
              <a:ext cx="20558" cy="20558"/>
            </a:xfrm>
            <a:custGeom>
              <a:rect b="b" l="l" r="r" t="t"/>
              <a:pathLst>
                <a:path extrusionOk="0" h="640" w="640">
                  <a:moveTo>
                    <a:pt x="235" y="1"/>
                  </a:moveTo>
                  <a:cubicBezTo>
                    <a:pt x="99" y="40"/>
                    <a:pt x="1" y="166"/>
                    <a:pt x="1" y="314"/>
                  </a:cubicBezTo>
                  <a:cubicBezTo>
                    <a:pt x="1" y="494"/>
                    <a:pt x="147" y="639"/>
                    <a:pt x="327" y="639"/>
                  </a:cubicBezTo>
                  <a:cubicBezTo>
                    <a:pt x="474" y="639"/>
                    <a:pt x="599" y="539"/>
                    <a:pt x="639" y="405"/>
                  </a:cubicBezTo>
                  <a:lnTo>
                    <a:pt x="639" y="405"/>
                  </a:lnTo>
                  <a:cubicBezTo>
                    <a:pt x="610" y="413"/>
                    <a:pt x="580" y="416"/>
                    <a:pt x="548" y="416"/>
                  </a:cubicBezTo>
                  <a:cubicBezTo>
                    <a:pt x="367" y="416"/>
                    <a:pt x="222" y="270"/>
                    <a:pt x="222" y="91"/>
                  </a:cubicBezTo>
                  <a:cubicBezTo>
                    <a:pt x="222" y="60"/>
                    <a:pt x="227" y="30"/>
                    <a:pt x="235"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352" name="Google Shape;3352;p27"/>
            <p:cNvSpPr/>
            <p:nvPr/>
          </p:nvSpPr>
          <p:spPr>
            <a:xfrm>
              <a:off x="4246529" y="3704078"/>
              <a:ext cx="20269" cy="20269"/>
            </a:xfrm>
            <a:custGeom>
              <a:rect b="b" l="l" r="r" t="t"/>
              <a:pathLst>
                <a:path extrusionOk="0" h="631" w="631">
                  <a:moveTo>
                    <a:pt x="305" y="0"/>
                  </a:moveTo>
                  <a:cubicBezTo>
                    <a:pt x="273" y="0"/>
                    <a:pt x="242" y="5"/>
                    <a:pt x="213" y="13"/>
                  </a:cubicBezTo>
                  <a:cubicBezTo>
                    <a:pt x="77" y="54"/>
                    <a:pt x="1" y="291"/>
                    <a:pt x="1" y="326"/>
                  </a:cubicBezTo>
                  <a:cubicBezTo>
                    <a:pt x="1" y="507"/>
                    <a:pt x="124" y="630"/>
                    <a:pt x="305" y="630"/>
                  </a:cubicBezTo>
                  <a:cubicBezTo>
                    <a:pt x="341" y="630"/>
                    <a:pt x="577" y="553"/>
                    <a:pt x="617" y="419"/>
                  </a:cubicBezTo>
                  <a:cubicBezTo>
                    <a:pt x="625" y="390"/>
                    <a:pt x="630" y="359"/>
                    <a:pt x="630" y="326"/>
                  </a:cubicBezTo>
                  <a:cubicBezTo>
                    <a:pt x="630" y="145"/>
                    <a:pt x="483" y="0"/>
                    <a:pt x="305"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353" name="Google Shape;3353;p27"/>
            <p:cNvSpPr/>
            <p:nvPr/>
          </p:nvSpPr>
          <p:spPr>
            <a:xfrm>
              <a:off x="4245823" y="3704496"/>
              <a:ext cx="20558" cy="20526"/>
            </a:xfrm>
            <a:custGeom>
              <a:rect b="b" l="l" r="r" t="t"/>
              <a:pathLst>
                <a:path extrusionOk="0" h="639" w="640">
                  <a:moveTo>
                    <a:pt x="235" y="0"/>
                  </a:moveTo>
                  <a:cubicBezTo>
                    <a:pt x="99" y="41"/>
                    <a:pt x="1" y="165"/>
                    <a:pt x="1" y="313"/>
                  </a:cubicBezTo>
                  <a:cubicBezTo>
                    <a:pt x="1" y="494"/>
                    <a:pt x="147" y="639"/>
                    <a:pt x="327" y="639"/>
                  </a:cubicBezTo>
                  <a:cubicBezTo>
                    <a:pt x="474" y="639"/>
                    <a:pt x="599" y="540"/>
                    <a:pt x="639" y="404"/>
                  </a:cubicBezTo>
                  <a:lnTo>
                    <a:pt x="639" y="404"/>
                  </a:lnTo>
                  <a:cubicBezTo>
                    <a:pt x="610" y="414"/>
                    <a:pt x="580" y="417"/>
                    <a:pt x="548" y="417"/>
                  </a:cubicBezTo>
                  <a:cubicBezTo>
                    <a:pt x="367" y="417"/>
                    <a:pt x="222" y="270"/>
                    <a:pt x="222" y="92"/>
                  </a:cubicBezTo>
                  <a:cubicBezTo>
                    <a:pt x="222" y="60"/>
                    <a:pt x="227" y="29"/>
                    <a:pt x="235"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354" name="Google Shape;3354;p27"/>
            <p:cNvSpPr/>
            <p:nvPr/>
          </p:nvSpPr>
          <p:spPr>
            <a:xfrm>
              <a:off x="4279585" y="3646865"/>
              <a:ext cx="20269" cy="20269"/>
            </a:xfrm>
            <a:custGeom>
              <a:rect b="b" l="l" r="r" t="t"/>
              <a:pathLst>
                <a:path extrusionOk="0" h="631" w="631">
                  <a:moveTo>
                    <a:pt x="305" y="1"/>
                  </a:moveTo>
                  <a:cubicBezTo>
                    <a:pt x="275" y="1"/>
                    <a:pt x="243" y="7"/>
                    <a:pt x="214" y="14"/>
                  </a:cubicBezTo>
                  <a:cubicBezTo>
                    <a:pt x="79" y="54"/>
                    <a:pt x="1" y="293"/>
                    <a:pt x="1" y="327"/>
                  </a:cubicBezTo>
                  <a:cubicBezTo>
                    <a:pt x="1" y="507"/>
                    <a:pt x="124" y="631"/>
                    <a:pt x="305" y="631"/>
                  </a:cubicBezTo>
                  <a:cubicBezTo>
                    <a:pt x="341" y="631"/>
                    <a:pt x="579" y="554"/>
                    <a:pt x="618" y="419"/>
                  </a:cubicBezTo>
                  <a:cubicBezTo>
                    <a:pt x="625" y="389"/>
                    <a:pt x="631" y="358"/>
                    <a:pt x="631" y="327"/>
                  </a:cubicBezTo>
                  <a:cubicBezTo>
                    <a:pt x="631" y="146"/>
                    <a:pt x="483" y="1"/>
                    <a:pt x="305"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355" name="Google Shape;3355;p27"/>
            <p:cNvSpPr/>
            <p:nvPr/>
          </p:nvSpPr>
          <p:spPr>
            <a:xfrm>
              <a:off x="4278846" y="3647283"/>
              <a:ext cx="20558" cy="20558"/>
            </a:xfrm>
            <a:custGeom>
              <a:rect b="b" l="l" r="r" t="t"/>
              <a:pathLst>
                <a:path extrusionOk="0" h="640" w="640">
                  <a:moveTo>
                    <a:pt x="235" y="1"/>
                  </a:moveTo>
                  <a:lnTo>
                    <a:pt x="235" y="1"/>
                  </a:lnTo>
                  <a:cubicBezTo>
                    <a:pt x="99" y="41"/>
                    <a:pt x="1" y="166"/>
                    <a:pt x="1" y="314"/>
                  </a:cubicBezTo>
                  <a:cubicBezTo>
                    <a:pt x="1" y="494"/>
                    <a:pt x="147" y="639"/>
                    <a:pt x="326" y="639"/>
                  </a:cubicBezTo>
                  <a:cubicBezTo>
                    <a:pt x="474" y="639"/>
                    <a:pt x="599" y="541"/>
                    <a:pt x="639" y="405"/>
                  </a:cubicBezTo>
                  <a:lnTo>
                    <a:pt x="639" y="405"/>
                  </a:lnTo>
                  <a:cubicBezTo>
                    <a:pt x="610" y="413"/>
                    <a:pt x="581" y="418"/>
                    <a:pt x="548" y="418"/>
                  </a:cubicBezTo>
                  <a:cubicBezTo>
                    <a:pt x="367" y="418"/>
                    <a:pt x="222" y="270"/>
                    <a:pt x="222" y="92"/>
                  </a:cubicBezTo>
                  <a:cubicBezTo>
                    <a:pt x="222" y="60"/>
                    <a:pt x="227" y="30"/>
                    <a:pt x="235"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356" name="Google Shape;3356;p27"/>
            <p:cNvSpPr/>
            <p:nvPr/>
          </p:nvSpPr>
          <p:spPr>
            <a:xfrm>
              <a:off x="4213409" y="3646865"/>
              <a:ext cx="20269" cy="20269"/>
            </a:xfrm>
            <a:custGeom>
              <a:rect b="b" l="l" r="r" t="t"/>
              <a:pathLst>
                <a:path extrusionOk="0" h="631" w="631">
                  <a:moveTo>
                    <a:pt x="305" y="1"/>
                  </a:moveTo>
                  <a:cubicBezTo>
                    <a:pt x="275" y="1"/>
                    <a:pt x="244" y="7"/>
                    <a:pt x="215" y="14"/>
                  </a:cubicBezTo>
                  <a:cubicBezTo>
                    <a:pt x="79" y="54"/>
                    <a:pt x="1" y="293"/>
                    <a:pt x="1" y="327"/>
                  </a:cubicBezTo>
                  <a:cubicBezTo>
                    <a:pt x="1" y="507"/>
                    <a:pt x="124" y="631"/>
                    <a:pt x="305" y="631"/>
                  </a:cubicBezTo>
                  <a:cubicBezTo>
                    <a:pt x="341" y="631"/>
                    <a:pt x="579" y="554"/>
                    <a:pt x="619" y="419"/>
                  </a:cubicBezTo>
                  <a:cubicBezTo>
                    <a:pt x="628" y="389"/>
                    <a:pt x="631" y="358"/>
                    <a:pt x="631" y="327"/>
                  </a:cubicBezTo>
                  <a:cubicBezTo>
                    <a:pt x="631" y="146"/>
                    <a:pt x="484" y="1"/>
                    <a:pt x="305"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357" name="Google Shape;3357;p27"/>
            <p:cNvSpPr/>
            <p:nvPr/>
          </p:nvSpPr>
          <p:spPr>
            <a:xfrm>
              <a:off x="4212735" y="3647283"/>
              <a:ext cx="20591" cy="20558"/>
            </a:xfrm>
            <a:custGeom>
              <a:rect b="b" l="l" r="r" t="t"/>
              <a:pathLst>
                <a:path extrusionOk="0" h="640" w="641">
                  <a:moveTo>
                    <a:pt x="236" y="1"/>
                  </a:moveTo>
                  <a:cubicBezTo>
                    <a:pt x="100" y="41"/>
                    <a:pt x="0" y="166"/>
                    <a:pt x="0" y="314"/>
                  </a:cubicBezTo>
                  <a:cubicBezTo>
                    <a:pt x="0" y="494"/>
                    <a:pt x="148" y="639"/>
                    <a:pt x="326" y="639"/>
                  </a:cubicBezTo>
                  <a:cubicBezTo>
                    <a:pt x="475" y="639"/>
                    <a:pt x="600" y="541"/>
                    <a:pt x="640" y="405"/>
                  </a:cubicBezTo>
                  <a:lnTo>
                    <a:pt x="640" y="405"/>
                  </a:lnTo>
                  <a:cubicBezTo>
                    <a:pt x="611" y="413"/>
                    <a:pt x="582" y="418"/>
                    <a:pt x="549" y="418"/>
                  </a:cubicBezTo>
                  <a:cubicBezTo>
                    <a:pt x="368" y="418"/>
                    <a:pt x="223" y="270"/>
                    <a:pt x="223" y="92"/>
                  </a:cubicBezTo>
                  <a:cubicBezTo>
                    <a:pt x="223" y="60"/>
                    <a:pt x="227" y="30"/>
                    <a:pt x="236"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358" name="Google Shape;3358;p27"/>
            <p:cNvSpPr/>
            <p:nvPr/>
          </p:nvSpPr>
          <p:spPr>
            <a:xfrm>
              <a:off x="4279585" y="3684997"/>
              <a:ext cx="20269" cy="20269"/>
            </a:xfrm>
            <a:custGeom>
              <a:rect b="b" l="l" r="r" t="t"/>
              <a:pathLst>
                <a:path extrusionOk="0" h="631" w="631">
                  <a:moveTo>
                    <a:pt x="305" y="1"/>
                  </a:moveTo>
                  <a:cubicBezTo>
                    <a:pt x="275" y="1"/>
                    <a:pt x="243" y="7"/>
                    <a:pt x="214" y="14"/>
                  </a:cubicBezTo>
                  <a:cubicBezTo>
                    <a:pt x="79" y="53"/>
                    <a:pt x="1" y="292"/>
                    <a:pt x="1" y="327"/>
                  </a:cubicBezTo>
                  <a:cubicBezTo>
                    <a:pt x="1" y="508"/>
                    <a:pt x="124" y="631"/>
                    <a:pt x="305" y="631"/>
                  </a:cubicBezTo>
                  <a:cubicBezTo>
                    <a:pt x="341" y="631"/>
                    <a:pt x="579" y="554"/>
                    <a:pt x="618" y="419"/>
                  </a:cubicBezTo>
                  <a:cubicBezTo>
                    <a:pt x="625" y="389"/>
                    <a:pt x="631" y="360"/>
                    <a:pt x="631" y="327"/>
                  </a:cubicBezTo>
                  <a:cubicBezTo>
                    <a:pt x="631" y="146"/>
                    <a:pt x="483" y="1"/>
                    <a:pt x="305"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359" name="Google Shape;3359;p27"/>
            <p:cNvSpPr/>
            <p:nvPr/>
          </p:nvSpPr>
          <p:spPr>
            <a:xfrm>
              <a:off x="4278846" y="3685414"/>
              <a:ext cx="20558" cy="20558"/>
            </a:xfrm>
            <a:custGeom>
              <a:rect b="b" l="l" r="r" t="t"/>
              <a:pathLst>
                <a:path extrusionOk="0" h="640" w="640">
                  <a:moveTo>
                    <a:pt x="235" y="1"/>
                  </a:moveTo>
                  <a:lnTo>
                    <a:pt x="235" y="1"/>
                  </a:lnTo>
                  <a:cubicBezTo>
                    <a:pt x="99" y="41"/>
                    <a:pt x="1" y="166"/>
                    <a:pt x="1" y="314"/>
                  </a:cubicBezTo>
                  <a:cubicBezTo>
                    <a:pt x="1" y="495"/>
                    <a:pt x="147" y="639"/>
                    <a:pt x="326" y="639"/>
                  </a:cubicBezTo>
                  <a:cubicBezTo>
                    <a:pt x="474" y="639"/>
                    <a:pt x="599" y="541"/>
                    <a:pt x="639" y="405"/>
                  </a:cubicBezTo>
                  <a:lnTo>
                    <a:pt x="639" y="405"/>
                  </a:lnTo>
                  <a:cubicBezTo>
                    <a:pt x="610" y="413"/>
                    <a:pt x="581" y="418"/>
                    <a:pt x="548" y="418"/>
                  </a:cubicBezTo>
                  <a:cubicBezTo>
                    <a:pt x="367" y="418"/>
                    <a:pt x="222" y="270"/>
                    <a:pt x="222" y="92"/>
                  </a:cubicBezTo>
                  <a:cubicBezTo>
                    <a:pt x="222" y="60"/>
                    <a:pt x="227" y="30"/>
                    <a:pt x="235"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360" name="Google Shape;3360;p27"/>
            <p:cNvSpPr/>
            <p:nvPr/>
          </p:nvSpPr>
          <p:spPr>
            <a:xfrm>
              <a:off x="4213409" y="3684997"/>
              <a:ext cx="20269" cy="20269"/>
            </a:xfrm>
            <a:custGeom>
              <a:rect b="b" l="l" r="r" t="t"/>
              <a:pathLst>
                <a:path extrusionOk="0" h="631" w="631">
                  <a:moveTo>
                    <a:pt x="305" y="1"/>
                  </a:moveTo>
                  <a:cubicBezTo>
                    <a:pt x="275" y="1"/>
                    <a:pt x="244" y="7"/>
                    <a:pt x="215" y="14"/>
                  </a:cubicBezTo>
                  <a:cubicBezTo>
                    <a:pt x="79" y="53"/>
                    <a:pt x="1" y="292"/>
                    <a:pt x="1" y="327"/>
                  </a:cubicBezTo>
                  <a:cubicBezTo>
                    <a:pt x="1" y="508"/>
                    <a:pt x="124" y="631"/>
                    <a:pt x="305" y="631"/>
                  </a:cubicBezTo>
                  <a:cubicBezTo>
                    <a:pt x="341" y="631"/>
                    <a:pt x="579" y="554"/>
                    <a:pt x="619" y="419"/>
                  </a:cubicBezTo>
                  <a:cubicBezTo>
                    <a:pt x="628" y="389"/>
                    <a:pt x="631" y="360"/>
                    <a:pt x="631" y="327"/>
                  </a:cubicBezTo>
                  <a:cubicBezTo>
                    <a:pt x="631" y="146"/>
                    <a:pt x="484" y="1"/>
                    <a:pt x="305"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361" name="Google Shape;3361;p27"/>
            <p:cNvSpPr/>
            <p:nvPr/>
          </p:nvSpPr>
          <p:spPr>
            <a:xfrm>
              <a:off x="4212735" y="3685414"/>
              <a:ext cx="20591" cy="20558"/>
            </a:xfrm>
            <a:custGeom>
              <a:rect b="b" l="l" r="r" t="t"/>
              <a:pathLst>
                <a:path extrusionOk="0" h="640" w="641">
                  <a:moveTo>
                    <a:pt x="236" y="1"/>
                  </a:moveTo>
                  <a:cubicBezTo>
                    <a:pt x="100" y="41"/>
                    <a:pt x="0" y="166"/>
                    <a:pt x="0" y="314"/>
                  </a:cubicBezTo>
                  <a:cubicBezTo>
                    <a:pt x="0" y="495"/>
                    <a:pt x="148" y="639"/>
                    <a:pt x="326" y="639"/>
                  </a:cubicBezTo>
                  <a:cubicBezTo>
                    <a:pt x="475" y="639"/>
                    <a:pt x="600" y="541"/>
                    <a:pt x="640" y="405"/>
                  </a:cubicBezTo>
                  <a:lnTo>
                    <a:pt x="640" y="405"/>
                  </a:lnTo>
                  <a:cubicBezTo>
                    <a:pt x="611" y="413"/>
                    <a:pt x="582" y="418"/>
                    <a:pt x="549" y="418"/>
                  </a:cubicBezTo>
                  <a:cubicBezTo>
                    <a:pt x="368" y="418"/>
                    <a:pt x="223" y="270"/>
                    <a:pt x="223" y="92"/>
                  </a:cubicBezTo>
                  <a:cubicBezTo>
                    <a:pt x="223" y="60"/>
                    <a:pt x="227" y="30"/>
                    <a:pt x="236"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362" name="Google Shape;3362;p27"/>
            <p:cNvSpPr/>
            <p:nvPr/>
          </p:nvSpPr>
          <p:spPr>
            <a:xfrm>
              <a:off x="4155747" y="3734178"/>
              <a:ext cx="35303" cy="8930"/>
            </a:xfrm>
            <a:custGeom>
              <a:rect b="b" l="l" r="r" t="t"/>
              <a:pathLst>
                <a:path extrusionOk="0" h="278" w="1099">
                  <a:moveTo>
                    <a:pt x="141" y="0"/>
                  </a:moveTo>
                  <a:cubicBezTo>
                    <a:pt x="65" y="0"/>
                    <a:pt x="1" y="62"/>
                    <a:pt x="1" y="139"/>
                  </a:cubicBezTo>
                  <a:cubicBezTo>
                    <a:pt x="1" y="214"/>
                    <a:pt x="63" y="278"/>
                    <a:pt x="141" y="278"/>
                  </a:cubicBezTo>
                  <a:lnTo>
                    <a:pt x="959" y="278"/>
                  </a:lnTo>
                  <a:cubicBezTo>
                    <a:pt x="1034" y="278"/>
                    <a:pt x="1098" y="214"/>
                    <a:pt x="1098" y="139"/>
                  </a:cubicBezTo>
                  <a:cubicBezTo>
                    <a:pt x="1098" y="62"/>
                    <a:pt x="1036" y="0"/>
                    <a:pt x="959"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3363" name="Google Shape;3363;p27"/>
          <p:cNvGrpSpPr/>
          <p:nvPr/>
        </p:nvGrpSpPr>
        <p:grpSpPr>
          <a:xfrm>
            <a:off x="3472467" y="3518948"/>
            <a:ext cx="297744" cy="221648"/>
            <a:chOff x="3472467" y="3518948"/>
            <a:chExt cx="297744" cy="221648"/>
          </a:xfrm>
        </p:grpSpPr>
        <p:sp>
          <p:nvSpPr>
            <p:cNvPr id="3364" name="Google Shape;3364;p27"/>
            <p:cNvSpPr/>
            <p:nvPr/>
          </p:nvSpPr>
          <p:spPr>
            <a:xfrm>
              <a:off x="3550047" y="3523188"/>
              <a:ext cx="16864" cy="18021"/>
            </a:xfrm>
            <a:custGeom>
              <a:rect b="b" l="l" r="r" t="t"/>
              <a:pathLst>
                <a:path extrusionOk="0" h="561" w="525">
                  <a:moveTo>
                    <a:pt x="244" y="0"/>
                  </a:moveTo>
                  <a:lnTo>
                    <a:pt x="187" y="39"/>
                  </a:lnTo>
                  <a:cubicBezTo>
                    <a:pt x="84" y="39"/>
                    <a:pt x="0" y="122"/>
                    <a:pt x="0" y="224"/>
                  </a:cubicBezTo>
                  <a:lnTo>
                    <a:pt x="0" y="560"/>
                  </a:lnTo>
                  <a:lnTo>
                    <a:pt x="485" y="560"/>
                  </a:lnTo>
                  <a:lnTo>
                    <a:pt x="524" y="279"/>
                  </a:lnTo>
                  <a:lnTo>
                    <a:pt x="524" y="185"/>
                  </a:lnTo>
                  <a:cubicBezTo>
                    <a:pt x="524" y="85"/>
                    <a:pt x="440" y="0"/>
                    <a:pt x="338" y="0"/>
                  </a:cubicBezTo>
                  <a:close/>
                </a:path>
              </a:pathLst>
            </a:cu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365" name="Google Shape;3365;p27"/>
            <p:cNvSpPr/>
            <p:nvPr/>
          </p:nvSpPr>
          <p:spPr>
            <a:xfrm>
              <a:off x="3548890" y="3523188"/>
              <a:ext cx="18021" cy="19787"/>
            </a:xfrm>
            <a:custGeom>
              <a:rect b="b" l="l" r="r" t="t"/>
              <a:pathLst>
                <a:path extrusionOk="0" h="616" w="561">
                  <a:moveTo>
                    <a:pt x="187" y="0"/>
                  </a:moveTo>
                  <a:cubicBezTo>
                    <a:pt x="84" y="0"/>
                    <a:pt x="0" y="84"/>
                    <a:pt x="0" y="187"/>
                  </a:cubicBezTo>
                  <a:lnTo>
                    <a:pt x="0" y="615"/>
                  </a:lnTo>
                  <a:lnTo>
                    <a:pt x="560" y="615"/>
                  </a:lnTo>
                  <a:lnTo>
                    <a:pt x="560" y="281"/>
                  </a:lnTo>
                  <a:lnTo>
                    <a:pt x="374" y="281"/>
                  </a:lnTo>
                  <a:cubicBezTo>
                    <a:pt x="323" y="281"/>
                    <a:pt x="281" y="239"/>
                    <a:pt x="281" y="187"/>
                  </a:cubicBezTo>
                  <a:lnTo>
                    <a:pt x="281" y="0"/>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366" name="Google Shape;3366;p27"/>
            <p:cNvSpPr/>
            <p:nvPr/>
          </p:nvSpPr>
          <p:spPr>
            <a:xfrm>
              <a:off x="3542594" y="3541178"/>
              <a:ext cx="31833" cy="16800"/>
            </a:xfrm>
            <a:custGeom>
              <a:rect b="b" l="l" r="r" t="t"/>
              <a:pathLst>
                <a:path extrusionOk="0" h="523" w="991">
                  <a:moveTo>
                    <a:pt x="244" y="0"/>
                  </a:moveTo>
                  <a:lnTo>
                    <a:pt x="95" y="38"/>
                  </a:lnTo>
                  <a:cubicBezTo>
                    <a:pt x="43" y="38"/>
                    <a:pt x="1" y="81"/>
                    <a:pt x="1" y="132"/>
                  </a:cubicBezTo>
                  <a:lnTo>
                    <a:pt x="1" y="523"/>
                  </a:lnTo>
                  <a:lnTo>
                    <a:pt x="952" y="523"/>
                  </a:lnTo>
                  <a:lnTo>
                    <a:pt x="991" y="242"/>
                  </a:lnTo>
                  <a:lnTo>
                    <a:pt x="991" y="94"/>
                  </a:lnTo>
                  <a:cubicBezTo>
                    <a:pt x="991" y="41"/>
                    <a:pt x="947" y="0"/>
                    <a:pt x="897" y="0"/>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367" name="Google Shape;3367;p27"/>
            <p:cNvSpPr/>
            <p:nvPr/>
          </p:nvSpPr>
          <p:spPr>
            <a:xfrm>
              <a:off x="3541405" y="3541210"/>
              <a:ext cx="32990" cy="19209"/>
            </a:xfrm>
            <a:custGeom>
              <a:rect b="b" l="l" r="r" t="t"/>
              <a:pathLst>
                <a:path extrusionOk="0" h="598" w="1027">
                  <a:moveTo>
                    <a:pt x="94" y="1"/>
                  </a:moveTo>
                  <a:cubicBezTo>
                    <a:pt x="43" y="1"/>
                    <a:pt x="0" y="43"/>
                    <a:pt x="0" y="95"/>
                  </a:cubicBezTo>
                  <a:lnTo>
                    <a:pt x="0" y="597"/>
                  </a:lnTo>
                  <a:lnTo>
                    <a:pt x="1026" y="597"/>
                  </a:lnTo>
                  <a:lnTo>
                    <a:pt x="1026" y="243"/>
                  </a:lnTo>
                  <a:lnTo>
                    <a:pt x="372" y="243"/>
                  </a:lnTo>
                  <a:cubicBezTo>
                    <a:pt x="323" y="241"/>
                    <a:pt x="281" y="199"/>
                    <a:pt x="281" y="148"/>
                  </a:cubicBezTo>
                  <a:lnTo>
                    <a:pt x="281" y="1"/>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368" name="Google Shape;3368;p27"/>
            <p:cNvSpPr/>
            <p:nvPr/>
          </p:nvSpPr>
          <p:spPr>
            <a:xfrm>
              <a:off x="3485734" y="3532183"/>
              <a:ext cx="37744" cy="25794"/>
            </a:xfrm>
            <a:custGeom>
              <a:rect b="b" l="l" r="r" t="t"/>
              <a:pathLst>
                <a:path extrusionOk="0" h="803" w="1175">
                  <a:moveTo>
                    <a:pt x="242" y="1"/>
                  </a:moveTo>
                  <a:lnTo>
                    <a:pt x="131" y="39"/>
                  </a:lnTo>
                  <a:cubicBezTo>
                    <a:pt x="58" y="39"/>
                    <a:pt x="0" y="96"/>
                    <a:pt x="0" y="169"/>
                  </a:cubicBezTo>
                  <a:lnTo>
                    <a:pt x="0" y="803"/>
                  </a:lnTo>
                  <a:lnTo>
                    <a:pt x="1137" y="803"/>
                  </a:lnTo>
                  <a:lnTo>
                    <a:pt x="1174" y="522"/>
                  </a:lnTo>
                  <a:lnTo>
                    <a:pt x="1174" y="131"/>
                  </a:lnTo>
                  <a:cubicBezTo>
                    <a:pt x="1174" y="59"/>
                    <a:pt x="1116" y="1"/>
                    <a:pt x="1044" y="1"/>
                  </a:cubicBezTo>
                  <a:close/>
                </a:path>
              </a:pathLst>
            </a:custGeom>
            <a:solidFill>
              <a:srgbClr val="F7F3F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369" name="Google Shape;3369;p27"/>
            <p:cNvSpPr/>
            <p:nvPr/>
          </p:nvSpPr>
          <p:spPr>
            <a:xfrm>
              <a:off x="3484578" y="3532183"/>
              <a:ext cx="38932" cy="27625"/>
            </a:xfrm>
            <a:custGeom>
              <a:rect b="b" l="l" r="r" t="t"/>
              <a:pathLst>
                <a:path extrusionOk="0" h="860" w="1212">
                  <a:moveTo>
                    <a:pt x="130" y="1"/>
                  </a:moveTo>
                  <a:cubicBezTo>
                    <a:pt x="58" y="1"/>
                    <a:pt x="0" y="59"/>
                    <a:pt x="0" y="131"/>
                  </a:cubicBezTo>
                  <a:lnTo>
                    <a:pt x="0" y="859"/>
                  </a:lnTo>
                  <a:lnTo>
                    <a:pt x="1212" y="859"/>
                  </a:lnTo>
                  <a:lnTo>
                    <a:pt x="1212" y="524"/>
                  </a:lnTo>
                  <a:lnTo>
                    <a:pt x="372" y="524"/>
                  </a:lnTo>
                  <a:cubicBezTo>
                    <a:pt x="320" y="522"/>
                    <a:pt x="278" y="480"/>
                    <a:pt x="278" y="429"/>
                  </a:cubicBezTo>
                  <a:lnTo>
                    <a:pt x="278" y="1"/>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370" name="Google Shape;3370;p27"/>
            <p:cNvSpPr/>
            <p:nvPr/>
          </p:nvSpPr>
          <p:spPr>
            <a:xfrm>
              <a:off x="3691650" y="3518980"/>
              <a:ext cx="58816" cy="18631"/>
            </a:xfrm>
            <a:custGeom>
              <a:rect b="b" l="l" r="r" t="t"/>
              <a:pathLst>
                <a:path extrusionOk="0" h="580" w="1831">
                  <a:moveTo>
                    <a:pt x="244" y="1"/>
                  </a:moveTo>
                  <a:lnTo>
                    <a:pt x="94" y="40"/>
                  </a:lnTo>
                  <a:cubicBezTo>
                    <a:pt x="44" y="40"/>
                    <a:pt x="0" y="80"/>
                    <a:pt x="0" y="134"/>
                  </a:cubicBezTo>
                  <a:lnTo>
                    <a:pt x="0" y="580"/>
                  </a:lnTo>
                  <a:lnTo>
                    <a:pt x="1791" y="580"/>
                  </a:lnTo>
                  <a:lnTo>
                    <a:pt x="1829" y="282"/>
                  </a:lnTo>
                  <a:lnTo>
                    <a:pt x="1829" y="95"/>
                  </a:lnTo>
                  <a:cubicBezTo>
                    <a:pt x="1830" y="43"/>
                    <a:pt x="1788" y="1"/>
                    <a:pt x="1736" y="1"/>
                  </a:cubicBezTo>
                  <a:lnTo>
                    <a:pt x="1360" y="1"/>
                  </a:lnTo>
                  <a:lnTo>
                    <a:pt x="1208" y="20"/>
                  </a:lnTo>
                  <a:lnTo>
                    <a:pt x="1056" y="1"/>
                  </a:lnTo>
                  <a:lnTo>
                    <a:pt x="739" y="1"/>
                  </a:lnTo>
                  <a:lnTo>
                    <a:pt x="585" y="20"/>
                  </a:lnTo>
                  <a:lnTo>
                    <a:pt x="432" y="1"/>
                  </a:ln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371" name="Google Shape;3371;p27"/>
            <p:cNvSpPr/>
            <p:nvPr/>
          </p:nvSpPr>
          <p:spPr>
            <a:xfrm>
              <a:off x="3690493" y="3518980"/>
              <a:ext cx="59908" cy="19820"/>
            </a:xfrm>
            <a:custGeom>
              <a:rect b="b" l="l" r="r" t="t"/>
              <a:pathLst>
                <a:path extrusionOk="0" h="617" w="1865">
                  <a:moveTo>
                    <a:pt x="94" y="1"/>
                  </a:moveTo>
                  <a:cubicBezTo>
                    <a:pt x="44" y="1"/>
                    <a:pt x="0" y="43"/>
                    <a:pt x="0" y="95"/>
                  </a:cubicBezTo>
                  <a:lnTo>
                    <a:pt x="0" y="616"/>
                  </a:lnTo>
                  <a:lnTo>
                    <a:pt x="1865" y="616"/>
                  </a:lnTo>
                  <a:lnTo>
                    <a:pt x="1865" y="282"/>
                  </a:lnTo>
                  <a:lnTo>
                    <a:pt x="374" y="282"/>
                  </a:lnTo>
                  <a:cubicBezTo>
                    <a:pt x="323" y="282"/>
                    <a:pt x="281" y="240"/>
                    <a:pt x="281" y="188"/>
                  </a:cubicBezTo>
                  <a:lnTo>
                    <a:pt x="281" y="1"/>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372" name="Google Shape;3372;p27"/>
            <p:cNvSpPr/>
            <p:nvPr/>
          </p:nvSpPr>
          <p:spPr>
            <a:xfrm>
              <a:off x="3725605" y="3518948"/>
              <a:ext cx="9733" cy="18085"/>
            </a:xfrm>
            <a:custGeom>
              <a:rect b="b" l="l" r="r" t="t"/>
              <a:pathLst>
                <a:path extrusionOk="0" h="563" w="303">
                  <a:moveTo>
                    <a:pt x="0" y="0"/>
                  </a:moveTo>
                  <a:lnTo>
                    <a:pt x="0" y="281"/>
                  </a:lnTo>
                  <a:lnTo>
                    <a:pt x="36" y="562"/>
                  </a:lnTo>
                  <a:lnTo>
                    <a:pt x="265" y="562"/>
                  </a:lnTo>
                  <a:lnTo>
                    <a:pt x="303" y="281"/>
                  </a:lnTo>
                  <a:lnTo>
                    <a:pt x="303" y="0"/>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373" name="Google Shape;3373;p27"/>
            <p:cNvSpPr/>
            <p:nvPr/>
          </p:nvSpPr>
          <p:spPr>
            <a:xfrm>
              <a:off x="3725605" y="3528007"/>
              <a:ext cx="9733" cy="10793"/>
            </a:xfrm>
            <a:custGeom>
              <a:rect b="b" l="l" r="r" t="t"/>
              <a:pathLst>
                <a:path extrusionOk="0" h="336" w="303">
                  <a:moveTo>
                    <a:pt x="0" y="1"/>
                  </a:moveTo>
                  <a:lnTo>
                    <a:pt x="0" y="335"/>
                  </a:lnTo>
                  <a:lnTo>
                    <a:pt x="303" y="335"/>
                  </a:lnTo>
                  <a:lnTo>
                    <a:pt x="303" y="1"/>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374" name="Google Shape;3374;p27"/>
            <p:cNvSpPr/>
            <p:nvPr/>
          </p:nvSpPr>
          <p:spPr>
            <a:xfrm>
              <a:off x="3705592" y="3518948"/>
              <a:ext cx="9958" cy="18085"/>
            </a:xfrm>
            <a:custGeom>
              <a:rect b="b" l="l" r="r" t="t"/>
              <a:pathLst>
                <a:path extrusionOk="0" h="563" w="310">
                  <a:moveTo>
                    <a:pt x="1" y="0"/>
                  </a:moveTo>
                  <a:lnTo>
                    <a:pt x="1" y="281"/>
                  </a:lnTo>
                  <a:lnTo>
                    <a:pt x="37" y="562"/>
                  </a:lnTo>
                  <a:lnTo>
                    <a:pt x="271" y="562"/>
                  </a:lnTo>
                  <a:lnTo>
                    <a:pt x="309" y="281"/>
                  </a:lnTo>
                  <a:lnTo>
                    <a:pt x="309" y="0"/>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375" name="Google Shape;3375;p27"/>
            <p:cNvSpPr/>
            <p:nvPr/>
          </p:nvSpPr>
          <p:spPr>
            <a:xfrm>
              <a:off x="3705560" y="3528007"/>
              <a:ext cx="9926" cy="10793"/>
            </a:xfrm>
            <a:custGeom>
              <a:rect b="b" l="l" r="r" t="t"/>
              <a:pathLst>
                <a:path extrusionOk="0" h="336" w="309">
                  <a:moveTo>
                    <a:pt x="0" y="1"/>
                  </a:moveTo>
                  <a:lnTo>
                    <a:pt x="0" y="335"/>
                  </a:lnTo>
                  <a:lnTo>
                    <a:pt x="309" y="335"/>
                  </a:lnTo>
                  <a:lnTo>
                    <a:pt x="309" y="1"/>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376" name="Google Shape;3376;p27"/>
            <p:cNvSpPr/>
            <p:nvPr/>
          </p:nvSpPr>
          <p:spPr>
            <a:xfrm>
              <a:off x="3473720" y="3537034"/>
              <a:ext cx="296491" cy="190454"/>
            </a:xfrm>
            <a:custGeom>
              <a:rect b="b" l="l" r="r" t="t"/>
              <a:pathLst>
                <a:path extrusionOk="0" h="5929" w="9230">
                  <a:moveTo>
                    <a:pt x="3952" y="0"/>
                  </a:moveTo>
                  <a:cubicBezTo>
                    <a:pt x="3849" y="0"/>
                    <a:pt x="3766" y="82"/>
                    <a:pt x="3766" y="184"/>
                  </a:cubicBezTo>
                  <a:lnTo>
                    <a:pt x="3766" y="465"/>
                  </a:lnTo>
                  <a:cubicBezTo>
                    <a:pt x="3766" y="568"/>
                    <a:pt x="3684" y="652"/>
                    <a:pt x="3581" y="652"/>
                  </a:cubicBezTo>
                  <a:lnTo>
                    <a:pt x="244" y="652"/>
                  </a:lnTo>
                  <a:lnTo>
                    <a:pt x="187" y="690"/>
                  </a:lnTo>
                  <a:cubicBezTo>
                    <a:pt x="85" y="690"/>
                    <a:pt x="1" y="774"/>
                    <a:pt x="1" y="876"/>
                  </a:cubicBezTo>
                  <a:lnTo>
                    <a:pt x="1" y="5742"/>
                  </a:lnTo>
                  <a:cubicBezTo>
                    <a:pt x="1" y="5845"/>
                    <a:pt x="85" y="5929"/>
                    <a:pt x="187" y="5929"/>
                  </a:cubicBezTo>
                  <a:lnTo>
                    <a:pt x="9005" y="5929"/>
                  </a:lnTo>
                  <a:cubicBezTo>
                    <a:pt x="9108" y="5929"/>
                    <a:pt x="9192" y="5845"/>
                    <a:pt x="9192" y="5742"/>
                  </a:cubicBezTo>
                  <a:lnTo>
                    <a:pt x="9229" y="5685"/>
                  </a:lnTo>
                  <a:lnTo>
                    <a:pt x="9229" y="5406"/>
                  </a:lnTo>
                  <a:lnTo>
                    <a:pt x="9173" y="5335"/>
                  </a:lnTo>
                  <a:lnTo>
                    <a:pt x="9192" y="2932"/>
                  </a:lnTo>
                  <a:lnTo>
                    <a:pt x="9229" y="2909"/>
                  </a:lnTo>
                  <a:lnTo>
                    <a:pt x="9229" y="187"/>
                  </a:lnTo>
                  <a:cubicBezTo>
                    <a:pt x="9229" y="83"/>
                    <a:pt x="9147" y="0"/>
                    <a:pt x="9043" y="0"/>
                  </a:cubicBezTo>
                  <a:lnTo>
                    <a:pt x="3954" y="0"/>
                  </a:lnTo>
                  <a:cubicBezTo>
                    <a:pt x="3953" y="0"/>
                    <a:pt x="3952" y="0"/>
                    <a:pt x="3952" y="0"/>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377" name="Google Shape;3377;p27"/>
            <p:cNvSpPr/>
            <p:nvPr/>
          </p:nvSpPr>
          <p:spPr>
            <a:xfrm>
              <a:off x="3472467" y="3557946"/>
              <a:ext cx="297647" cy="170763"/>
            </a:xfrm>
            <a:custGeom>
              <a:rect b="b" l="l" r="r" t="t"/>
              <a:pathLst>
                <a:path extrusionOk="0" h="5316" w="9266">
                  <a:moveTo>
                    <a:pt x="189" y="1"/>
                  </a:moveTo>
                  <a:cubicBezTo>
                    <a:pt x="85" y="1"/>
                    <a:pt x="2" y="83"/>
                    <a:pt x="2" y="188"/>
                  </a:cubicBezTo>
                  <a:lnTo>
                    <a:pt x="2" y="2256"/>
                  </a:lnTo>
                  <a:lnTo>
                    <a:pt x="40" y="2346"/>
                  </a:lnTo>
                  <a:lnTo>
                    <a:pt x="38" y="4645"/>
                  </a:lnTo>
                  <a:lnTo>
                    <a:pt x="1" y="4754"/>
                  </a:lnTo>
                  <a:lnTo>
                    <a:pt x="1" y="5127"/>
                  </a:lnTo>
                  <a:cubicBezTo>
                    <a:pt x="1" y="5230"/>
                    <a:pt x="83" y="5314"/>
                    <a:pt x="186" y="5314"/>
                  </a:cubicBezTo>
                  <a:lnTo>
                    <a:pt x="2854" y="5314"/>
                  </a:lnTo>
                  <a:lnTo>
                    <a:pt x="2991" y="5275"/>
                  </a:lnTo>
                  <a:lnTo>
                    <a:pt x="6305" y="5278"/>
                  </a:lnTo>
                  <a:lnTo>
                    <a:pt x="6418" y="5315"/>
                  </a:lnTo>
                  <a:lnTo>
                    <a:pt x="9079" y="5315"/>
                  </a:lnTo>
                  <a:cubicBezTo>
                    <a:pt x="9182" y="5315"/>
                    <a:pt x="9266" y="5233"/>
                    <a:pt x="9266" y="5128"/>
                  </a:cubicBezTo>
                  <a:lnTo>
                    <a:pt x="9266" y="5034"/>
                  </a:lnTo>
                  <a:lnTo>
                    <a:pt x="468" y="5034"/>
                  </a:lnTo>
                  <a:lnTo>
                    <a:pt x="468" y="5033"/>
                  </a:lnTo>
                  <a:cubicBezTo>
                    <a:pt x="365" y="5033"/>
                    <a:pt x="283" y="4949"/>
                    <a:pt x="283" y="4846"/>
                  </a:cubicBezTo>
                  <a:lnTo>
                    <a:pt x="283" y="1"/>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378" name="Google Shape;3378;p27"/>
            <p:cNvSpPr/>
            <p:nvPr/>
          </p:nvSpPr>
          <p:spPr>
            <a:xfrm>
              <a:off x="3534563" y="3575904"/>
              <a:ext cx="173718" cy="151586"/>
            </a:xfrm>
            <a:custGeom>
              <a:rect b="b" l="l" r="r" t="t"/>
              <a:pathLst>
                <a:path extrusionOk="0" h="4719" w="5408">
                  <a:moveTo>
                    <a:pt x="2703" y="1"/>
                  </a:moveTo>
                  <a:cubicBezTo>
                    <a:pt x="1210" y="1"/>
                    <a:pt x="0" y="1211"/>
                    <a:pt x="0" y="2705"/>
                  </a:cubicBezTo>
                  <a:cubicBezTo>
                    <a:pt x="0" y="3365"/>
                    <a:pt x="255" y="3996"/>
                    <a:pt x="655" y="4475"/>
                  </a:cubicBezTo>
                  <a:cubicBezTo>
                    <a:pt x="739" y="4575"/>
                    <a:pt x="866" y="4633"/>
                    <a:pt x="963" y="4719"/>
                  </a:cubicBezTo>
                  <a:lnTo>
                    <a:pt x="4453" y="4719"/>
                  </a:lnTo>
                  <a:cubicBezTo>
                    <a:pt x="4549" y="4633"/>
                    <a:pt x="4676" y="4575"/>
                    <a:pt x="4759" y="4475"/>
                  </a:cubicBezTo>
                  <a:cubicBezTo>
                    <a:pt x="5157" y="3998"/>
                    <a:pt x="5407" y="3366"/>
                    <a:pt x="5407" y="2705"/>
                  </a:cubicBezTo>
                  <a:cubicBezTo>
                    <a:pt x="5404" y="1211"/>
                    <a:pt x="4196" y="1"/>
                    <a:pt x="2703"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379" name="Google Shape;3379;p27"/>
            <p:cNvSpPr/>
            <p:nvPr/>
          </p:nvSpPr>
          <p:spPr>
            <a:xfrm>
              <a:off x="3555540" y="3719594"/>
              <a:ext cx="131863" cy="9059"/>
            </a:xfrm>
            <a:custGeom>
              <a:rect b="b" l="l" r="r" t="t"/>
              <a:pathLst>
                <a:path extrusionOk="0" h="282" w="4105">
                  <a:moveTo>
                    <a:pt x="0" y="1"/>
                  </a:moveTo>
                  <a:cubicBezTo>
                    <a:pt x="83" y="101"/>
                    <a:pt x="174" y="195"/>
                    <a:pt x="269" y="282"/>
                  </a:cubicBezTo>
                  <a:lnTo>
                    <a:pt x="3835" y="282"/>
                  </a:lnTo>
                  <a:cubicBezTo>
                    <a:pt x="3930" y="196"/>
                    <a:pt x="4020" y="102"/>
                    <a:pt x="4104" y="1"/>
                  </a:cubicBezTo>
                  <a:close/>
                </a:path>
              </a:pathLst>
            </a:custGeom>
            <a:solidFill>
              <a:srgbClr val="DDD3C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380" name="Google Shape;3380;p27"/>
            <p:cNvSpPr/>
            <p:nvPr/>
          </p:nvSpPr>
          <p:spPr>
            <a:xfrm>
              <a:off x="3473784" y="3630354"/>
              <a:ext cx="296426" cy="80338"/>
            </a:xfrm>
            <a:custGeom>
              <a:rect b="b" l="l" r="r" t="t"/>
              <a:pathLst>
                <a:path extrusionOk="0" h="2501" w="9228">
                  <a:moveTo>
                    <a:pt x="243" y="1"/>
                  </a:moveTo>
                  <a:lnTo>
                    <a:pt x="0" y="40"/>
                  </a:lnTo>
                  <a:lnTo>
                    <a:pt x="0" y="2462"/>
                  </a:lnTo>
                  <a:lnTo>
                    <a:pt x="243" y="2500"/>
                  </a:lnTo>
                  <a:lnTo>
                    <a:pt x="2342" y="2500"/>
                  </a:lnTo>
                  <a:lnTo>
                    <a:pt x="2547" y="2442"/>
                  </a:lnTo>
                  <a:lnTo>
                    <a:pt x="6658" y="2444"/>
                  </a:lnTo>
                  <a:lnTo>
                    <a:pt x="6850" y="2501"/>
                  </a:lnTo>
                  <a:lnTo>
                    <a:pt x="9227" y="2501"/>
                  </a:lnTo>
                  <a:lnTo>
                    <a:pt x="9227" y="1"/>
                  </a:lnTo>
                  <a:lnTo>
                    <a:pt x="7105" y="1"/>
                  </a:lnTo>
                  <a:lnTo>
                    <a:pt x="6905" y="59"/>
                  </a:lnTo>
                  <a:lnTo>
                    <a:pt x="2290" y="57"/>
                  </a:lnTo>
                  <a:lnTo>
                    <a:pt x="2088" y="1"/>
                  </a:lnTo>
                  <a:close/>
                </a:path>
              </a:pathLst>
            </a:cu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381" name="Google Shape;3381;p27"/>
            <p:cNvSpPr/>
            <p:nvPr/>
          </p:nvSpPr>
          <p:spPr>
            <a:xfrm>
              <a:off x="3534563" y="3630450"/>
              <a:ext cx="173718" cy="80242"/>
            </a:xfrm>
            <a:custGeom>
              <a:rect b="b" l="l" r="r" t="t"/>
              <a:pathLst>
                <a:path extrusionOk="0" h="2498" w="5408">
                  <a:moveTo>
                    <a:pt x="196" y="1"/>
                  </a:moveTo>
                  <a:cubicBezTo>
                    <a:pt x="68" y="309"/>
                    <a:pt x="0" y="649"/>
                    <a:pt x="0" y="1007"/>
                  </a:cubicBezTo>
                  <a:cubicBezTo>
                    <a:pt x="0" y="1558"/>
                    <a:pt x="164" y="2071"/>
                    <a:pt x="449" y="2498"/>
                  </a:cubicBezTo>
                  <a:lnTo>
                    <a:pt x="4963" y="2498"/>
                  </a:lnTo>
                  <a:cubicBezTo>
                    <a:pt x="5248" y="2071"/>
                    <a:pt x="5407" y="1557"/>
                    <a:pt x="5407" y="1007"/>
                  </a:cubicBezTo>
                  <a:cubicBezTo>
                    <a:pt x="5407" y="649"/>
                    <a:pt x="5338" y="312"/>
                    <a:pt x="5213"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382" name="Google Shape;3382;p27"/>
            <p:cNvSpPr/>
            <p:nvPr/>
          </p:nvSpPr>
          <p:spPr>
            <a:xfrm>
              <a:off x="3472564" y="3630354"/>
              <a:ext cx="9059" cy="80274"/>
            </a:xfrm>
            <a:custGeom>
              <a:rect b="b" l="l" r="r" t="t"/>
              <a:pathLst>
                <a:path extrusionOk="0" h="2499" w="282">
                  <a:moveTo>
                    <a:pt x="1" y="1"/>
                  </a:moveTo>
                  <a:lnTo>
                    <a:pt x="1" y="2498"/>
                  </a:lnTo>
                  <a:lnTo>
                    <a:pt x="281" y="2498"/>
                  </a:lnTo>
                  <a:lnTo>
                    <a:pt x="281" y="1"/>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383" name="Google Shape;3383;p27"/>
            <p:cNvSpPr/>
            <p:nvPr/>
          </p:nvSpPr>
          <p:spPr>
            <a:xfrm>
              <a:off x="3490457" y="3648022"/>
              <a:ext cx="36588" cy="18053"/>
            </a:xfrm>
            <a:custGeom>
              <a:rect b="b" l="l" r="r" t="t"/>
              <a:pathLst>
                <a:path extrusionOk="0" h="562" w="1139">
                  <a:moveTo>
                    <a:pt x="57" y="1"/>
                  </a:moveTo>
                  <a:cubicBezTo>
                    <a:pt x="25" y="1"/>
                    <a:pt x="1" y="27"/>
                    <a:pt x="1" y="57"/>
                  </a:cubicBezTo>
                  <a:lnTo>
                    <a:pt x="1" y="505"/>
                  </a:lnTo>
                  <a:cubicBezTo>
                    <a:pt x="1" y="535"/>
                    <a:pt x="27" y="561"/>
                    <a:pt x="57" y="561"/>
                  </a:cubicBezTo>
                  <a:lnTo>
                    <a:pt x="1084" y="561"/>
                  </a:lnTo>
                  <a:cubicBezTo>
                    <a:pt x="1114" y="561"/>
                    <a:pt x="1139" y="537"/>
                    <a:pt x="1139" y="505"/>
                  </a:cubicBezTo>
                  <a:lnTo>
                    <a:pt x="1139" y="57"/>
                  </a:lnTo>
                  <a:cubicBezTo>
                    <a:pt x="1139" y="27"/>
                    <a:pt x="1114" y="1"/>
                    <a:pt x="1084"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384" name="Google Shape;3384;p27"/>
            <p:cNvSpPr/>
            <p:nvPr/>
          </p:nvSpPr>
          <p:spPr>
            <a:xfrm>
              <a:off x="3613877" y="3554927"/>
              <a:ext cx="58720" cy="34789"/>
            </a:xfrm>
            <a:custGeom>
              <a:rect b="b" l="l" r="r" t="t"/>
              <a:pathLst>
                <a:path extrusionOk="0" h="1083" w="1828">
                  <a:moveTo>
                    <a:pt x="243" y="1"/>
                  </a:moveTo>
                  <a:lnTo>
                    <a:pt x="57" y="38"/>
                  </a:lnTo>
                  <a:cubicBezTo>
                    <a:pt x="26" y="38"/>
                    <a:pt x="1" y="65"/>
                    <a:pt x="1" y="95"/>
                  </a:cubicBezTo>
                  <a:lnTo>
                    <a:pt x="1" y="1026"/>
                  </a:lnTo>
                  <a:cubicBezTo>
                    <a:pt x="1" y="1058"/>
                    <a:pt x="26" y="1082"/>
                    <a:pt x="57" y="1082"/>
                  </a:cubicBezTo>
                  <a:lnTo>
                    <a:pt x="1734" y="1082"/>
                  </a:lnTo>
                  <a:cubicBezTo>
                    <a:pt x="1766" y="1082"/>
                    <a:pt x="1790" y="1058"/>
                    <a:pt x="1790" y="1026"/>
                  </a:cubicBezTo>
                  <a:lnTo>
                    <a:pt x="1828" y="840"/>
                  </a:lnTo>
                  <a:lnTo>
                    <a:pt x="1828" y="56"/>
                  </a:lnTo>
                  <a:cubicBezTo>
                    <a:pt x="1828" y="25"/>
                    <a:pt x="1803" y="1"/>
                    <a:pt x="1773" y="1"/>
                  </a:cubicBez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385" name="Google Shape;3385;p27"/>
            <p:cNvSpPr/>
            <p:nvPr/>
          </p:nvSpPr>
          <p:spPr>
            <a:xfrm>
              <a:off x="3612689" y="3554991"/>
              <a:ext cx="59876" cy="35977"/>
            </a:xfrm>
            <a:custGeom>
              <a:rect b="b" l="l" r="r" t="t"/>
              <a:pathLst>
                <a:path extrusionOk="0" h="1120" w="1864">
                  <a:moveTo>
                    <a:pt x="55" y="0"/>
                  </a:moveTo>
                  <a:cubicBezTo>
                    <a:pt x="25" y="0"/>
                    <a:pt x="0" y="26"/>
                    <a:pt x="0" y="57"/>
                  </a:cubicBezTo>
                  <a:lnTo>
                    <a:pt x="0" y="1063"/>
                  </a:lnTo>
                  <a:cubicBezTo>
                    <a:pt x="0" y="1093"/>
                    <a:pt x="25" y="1119"/>
                    <a:pt x="55" y="1119"/>
                  </a:cubicBezTo>
                  <a:lnTo>
                    <a:pt x="1807" y="1119"/>
                  </a:lnTo>
                  <a:cubicBezTo>
                    <a:pt x="1839" y="1119"/>
                    <a:pt x="1863" y="1093"/>
                    <a:pt x="1863" y="1063"/>
                  </a:cubicBezTo>
                  <a:lnTo>
                    <a:pt x="1863" y="838"/>
                  </a:lnTo>
                  <a:lnTo>
                    <a:pt x="1267" y="838"/>
                  </a:lnTo>
                  <a:cubicBezTo>
                    <a:pt x="1261" y="838"/>
                    <a:pt x="1254" y="837"/>
                    <a:pt x="1248" y="834"/>
                  </a:cubicBezTo>
                  <a:cubicBezTo>
                    <a:pt x="964" y="724"/>
                    <a:pt x="656" y="660"/>
                    <a:pt x="335" y="653"/>
                  </a:cubicBezTo>
                  <a:cubicBezTo>
                    <a:pt x="304" y="653"/>
                    <a:pt x="280" y="629"/>
                    <a:pt x="280" y="598"/>
                  </a:cubicBezTo>
                  <a:lnTo>
                    <a:pt x="280" y="0"/>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386" name="Google Shape;3386;p27"/>
            <p:cNvSpPr/>
            <p:nvPr/>
          </p:nvSpPr>
          <p:spPr>
            <a:xfrm>
              <a:off x="3691746" y="3554927"/>
              <a:ext cx="58720" cy="34789"/>
            </a:xfrm>
            <a:custGeom>
              <a:rect b="b" l="l" r="r" t="t"/>
              <a:pathLst>
                <a:path extrusionOk="0" h="1083" w="1828">
                  <a:moveTo>
                    <a:pt x="242" y="1"/>
                  </a:moveTo>
                  <a:lnTo>
                    <a:pt x="55" y="38"/>
                  </a:lnTo>
                  <a:cubicBezTo>
                    <a:pt x="25" y="38"/>
                    <a:pt x="0" y="65"/>
                    <a:pt x="0" y="95"/>
                  </a:cubicBezTo>
                  <a:lnTo>
                    <a:pt x="0" y="1026"/>
                  </a:lnTo>
                  <a:cubicBezTo>
                    <a:pt x="0" y="1058"/>
                    <a:pt x="25" y="1082"/>
                    <a:pt x="55" y="1082"/>
                  </a:cubicBezTo>
                  <a:lnTo>
                    <a:pt x="1733" y="1082"/>
                  </a:lnTo>
                  <a:cubicBezTo>
                    <a:pt x="1764" y="1082"/>
                    <a:pt x="1790" y="1058"/>
                    <a:pt x="1790" y="1026"/>
                  </a:cubicBezTo>
                  <a:lnTo>
                    <a:pt x="1827" y="840"/>
                  </a:lnTo>
                  <a:lnTo>
                    <a:pt x="1827" y="56"/>
                  </a:lnTo>
                  <a:cubicBezTo>
                    <a:pt x="1827" y="25"/>
                    <a:pt x="1803" y="1"/>
                    <a:pt x="1771"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387" name="Google Shape;3387;p27"/>
            <p:cNvSpPr/>
            <p:nvPr/>
          </p:nvSpPr>
          <p:spPr>
            <a:xfrm>
              <a:off x="3690493" y="3554927"/>
              <a:ext cx="59908" cy="35945"/>
            </a:xfrm>
            <a:custGeom>
              <a:rect b="b" l="l" r="r" t="t"/>
              <a:pathLst>
                <a:path extrusionOk="0" h="1119" w="1865">
                  <a:moveTo>
                    <a:pt x="57" y="1"/>
                  </a:moveTo>
                  <a:cubicBezTo>
                    <a:pt x="26" y="1"/>
                    <a:pt x="0" y="25"/>
                    <a:pt x="0" y="57"/>
                  </a:cubicBezTo>
                  <a:lnTo>
                    <a:pt x="0" y="1063"/>
                  </a:lnTo>
                  <a:cubicBezTo>
                    <a:pt x="0" y="1094"/>
                    <a:pt x="26" y="1118"/>
                    <a:pt x="57" y="1118"/>
                  </a:cubicBezTo>
                  <a:lnTo>
                    <a:pt x="1808" y="1118"/>
                  </a:lnTo>
                  <a:cubicBezTo>
                    <a:pt x="1839" y="1118"/>
                    <a:pt x="1865" y="1094"/>
                    <a:pt x="1865" y="1063"/>
                  </a:cubicBezTo>
                  <a:lnTo>
                    <a:pt x="1865" y="839"/>
                  </a:lnTo>
                  <a:lnTo>
                    <a:pt x="337" y="839"/>
                  </a:lnTo>
                  <a:lnTo>
                    <a:pt x="337" y="840"/>
                  </a:lnTo>
                  <a:cubicBezTo>
                    <a:pt x="307" y="840"/>
                    <a:pt x="281" y="814"/>
                    <a:pt x="281" y="784"/>
                  </a:cubicBezTo>
                  <a:lnTo>
                    <a:pt x="281" y="1"/>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388" name="Google Shape;3388;p27"/>
            <p:cNvSpPr/>
            <p:nvPr/>
          </p:nvSpPr>
          <p:spPr>
            <a:xfrm>
              <a:off x="3491709" y="3576482"/>
              <a:ext cx="100672" cy="34789"/>
            </a:xfrm>
            <a:custGeom>
              <a:rect b="b" l="l" r="r" t="t"/>
              <a:pathLst>
                <a:path extrusionOk="0" h="1083" w="3134">
                  <a:moveTo>
                    <a:pt x="244" y="0"/>
                  </a:moveTo>
                  <a:lnTo>
                    <a:pt x="57" y="39"/>
                  </a:lnTo>
                  <a:cubicBezTo>
                    <a:pt x="27" y="39"/>
                    <a:pt x="1" y="64"/>
                    <a:pt x="1" y="96"/>
                  </a:cubicBezTo>
                  <a:lnTo>
                    <a:pt x="1" y="1026"/>
                  </a:lnTo>
                  <a:cubicBezTo>
                    <a:pt x="1" y="1058"/>
                    <a:pt x="27" y="1083"/>
                    <a:pt x="57" y="1083"/>
                  </a:cubicBezTo>
                  <a:lnTo>
                    <a:pt x="3040" y="1083"/>
                  </a:lnTo>
                  <a:cubicBezTo>
                    <a:pt x="3071" y="1083"/>
                    <a:pt x="3095" y="1058"/>
                    <a:pt x="3096" y="1026"/>
                  </a:cubicBezTo>
                  <a:lnTo>
                    <a:pt x="3134" y="138"/>
                  </a:lnTo>
                  <a:lnTo>
                    <a:pt x="3134" y="57"/>
                  </a:lnTo>
                  <a:cubicBezTo>
                    <a:pt x="3134" y="26"/>
                    <a:pt x="3109" y="0"/>
                    <a:pt x="3079" y="0"/>
                  </a:cubicBezTo>
                  <a:close/>
                </a:path>
              </a:pathLst>
            </a:cu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389" name="Google Shape;3389;p27"/>
            <p:cNvSpPr/>
            <p:nvPr/>
          </p:nvSpPr>
          <p:spPr>
            <a:xfrm>
              <a:off x="3490521" y="3576546"/>
              <a:ext cx="101828" cy="35945"/>
            </a:xfrm>
            <a:custGeom>
              <a:rect b="b" l="l" r="r" t="t"/>
              <a:pathLst>
                <a:path extrusionOk="0" h="1119" w="3170">
                  <a:moveTo>
                    <a:pt x="57" y="1"/>
                  </a:moveTo>
                  <a:cubicBezTo>
                    <a:pt x="26" y="1"/>
                    <a:pt x="0" y="26"/>
                    <a:pt x="0" y="57"/>
                  </a:cubicBezTo>
                  <a:lnTo>
                    <a:pt x="0" y="1064"/>
                  </a:lnTo>
                  <a:cubicBezTo>
                    <a:pt x="0" y="1094"/>
                    <a:pt x="26" y="1119"/>
                    <a:pt x="57" y="1119"/>
                  </a:cubicBezTo>
                  <a:lnTo>
                    <a:pt x="3113" y="1119"/>
                  </a:lnTo>
                  <a:cubicBezTo>
                    <a:pt x="3145" y="1119"/>
                    <a:pt x="3169" y="1094"/>
                    <a:pt x="3169" y="1064"/>
                  </a:cubicBezTo>
                  <a:lnTo>
                    <a:pt x="3169" y="839"/>
                  </a:lnTo>
                  <a:lnTo>
                    <a:pt x="3166" y="839"/>
                  </a:lnTo>
                  <a:lnTo>
                    <a:pt x="3169" y="820"/>
                  </a:lnTo>
                  <a:lnTo>
                    <a:pt x="3169" y="137"/>
                  </a:lnTo>
                  <a:cubicBezTo>
                    <a:pt x="2765" y="279"/>
                    <a:pt x="2406" y="516"/>
                    <a:pt x="2117" y="822"/>
                  </a:cubicBezTo>
                  <a:cubicBezTo>
                    <a:pt x="2105" y="833"/>
                    <a:pt x="2091" y="841"/>
                    <a:pt x="2076" y="841"/>
                  </a:cubicBezTo>
                  <a:lnTo>
                    <a:pt x="338" y="841"/>
                  </a:lnTo>
                  <a:cubicBezTo>
                    <a:pt x="307" y="841"/>
                    <a:pt x="281" y="815"/>
                    <a:pt x="281" y="784"/>
                  </a:cubicBezTo>
                  <a:lnTo>
                    <a:pt x="281" y="1"/>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390" name="Google Shape;3390;p27"/>
            <p:cNvSpPr/>
            <p:nvPr/>
          </p:nvSpPr>
          <p:spPr>
            <a:xfrm>
              <a:off x="3503949" y="3590038"/>
              <a:ext cx="47927" cy="8962"/>
            </a:xfrm>
            <a:custGeom>
              <a:rect b="b" l="l" r="r" t="t"/>
              <a:pathLst>
                <a:path extrusionOk="0" h="279" w="1492">
                  <a:moveTo>
                    <a:pt x="140" y="1"/>
                  </a:moveTo>
                  <a:cubicBezTo>
                    <a:pt x="64" y="1"/>
                    <a:pt x="1" y="64"/>
                    <a:pt x="1" y="140"/>
                  </a:cubicBezTo>
                  <a:cubicBezTo>
                    <a:pt x="1" y="216"/>
                    <a:pt x="63" y="279"/>
                    <a:pt x="140" y="279"/>
                  </a:cubicBezTo>
                  <a:lnTo>
                    <a:pt x="1353" y="279"/>
                  </a:lnTo>
                  <a:cubicBezTo>
                    <a:pt x="1431" y="279"/>
                    <a:pt x="1492" y="216"/>
                    <a:pt x="1492" y="140"/>
                  </a:cubicBezTo>
                  <a:cubicBezTo>
                    <a:pt x="1492" y="64"/>
                    <a:pt x="1431" y="1"/>
                    <a:pt x="1353"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391" name="Google Shape;3391;p27"/>
            <p:cNvSpPr/>
            <p:nvPr/>
          </p:nvSpPr>
          <p:spPr>
            <a:xfrm>
              <a:off x="3543526" y="3584930"/>
              <a:ext cx="155730" cy="155666"/>
            </a:xfrm>
            <a:custGeom>
              <a:rect b="b" l="l" r="r" t="t"/>
              <a:pathLst>
                <a:path extrusionOk="0" h="4846" w="4848">
                  <a:moveTo>
                    <a:pt x="2424" y="1"/>
                  </a:moveTo>
                  <a:cubicBezTo>
                    <a:pt x="1086" y="1"/>
                    <a:pt x="1" y="1085"/>
                    <a:pt x="1" y="2424"/>
                  </a:cubicBezTo>
                  <a:cubicBezTo>
                    <a:pt x="1" y="3761"/>
                    <a:pt x="1086" y="4846"/>
                    <a:pt x="2424" y="4846"/>
                  </a:cubicBezTo>
                  <a:cubicBezTo>
                    <a:pt x="3762" y="4846"/>
                    <a:pt x="4847" y="3761"/>
                    <a:pt x="4847" y="2424"/>
                  </a:cubicBezTo>
                  <a:cubicBezTo>
                    <a:pt x="4847" y="1085"/>
                    <a:pt x="3762" y="1"/>
                    <a:pt x="2424" y="1"/>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392" name="Google Shape;3392;p27"/>
            <p:cNvSpPr/>
            <p:nvPr/>
          </p:nvSpPr>
          <p:spPr>
            <a:xfrm>
              <a:off x="3563892" y="3602888"/>
              <a:ext cx="117408" cy="118050"/>
            </a:xfrm>
            <a:custGeom>
              <a:rect b="b" l="l" r="r" t="t"/>
              <a:pathLst>
                <a:path extrusionOk="0" h="3675" w="3655">
                  <a:moveTo>
                    <a:pt x="1790" y="0"/>
                  </a:moveTo>
                  <a:cubicBezTo>
                    <a:pt x="1347" y="0"/>
                    <a:pt x="940" y="157"/>
                    <a:pt x="619" y="414"/>
                  </a:cubicBezTo>
                  <a:cubicBezTo>
                    <a:pt x="196" y="757"/>
                    <a:pt x="1" y="1688"/>
                    <a:pt x="1" y="1866"/>
                  </a:cubicBezTo>
                  <a:cubicBezTo>
                    <a:pt x="1" y="2896"/>
                    <a:pt x="761" y="3674"/>
                    <a:pt x="1790" y="3674"/>
                  </a:cubicBezTo>
                  <a:cubicBezTo>
                    <a:pt x="2043" y="3674"/>
                    <a:pt x="2899" y="3459"/>
                    <a:pt x="3242" y="3037"/>
                  </a:cubicBezTo>
                  <a:cubicBezTo>
                    <a:pt x="3498" y="2715"/>
                    <a:pt x="3655" y="2308"/>
                    <a:pt x="3655" y="1865"/>
                  </a:cubicBezTo>
                  <a:cubicBezTo>
                    <a:pt x="3655" y="834"/>
                    <a:pt x="2819" y="0"/>
                    <a:pt x="1790"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393" name="Google Shape;3393;p27"/>
            <p:cNvSpPr/>
            <p:nvPr/>
          </p:nvSpPr>
          <p:spPr>
            <a:xfrm>
              <a:off x="3561483" y="3616123"/>
              <a:ext cx="106518" cy="106518"/>
            </a:xfrm>
            <a:custGeom>
              <a:rect b="b" l="l" r="r" t="t"/>
              <a:pathLst>
                <a:path extrusionOk="0" h="3316" w="3316">
                  <a:moveTo>
                    <a:pt x="694" y="1"/>
                  </a:moveTo>
                  <a:lnTo>
                    <a:pt x="694" y="1"/>
                  </a:lnTo>
                  <a:cubicBezTo>
                    <a:pt x="271" y="343"/>
                    <a:pt x="0" y="867"/>
                    <a:pt x="0" y="1453"/>
                  </a:cubicBezTo>
                  <a:cubicBezTo>
                    <a:pt x="0" y="2482"/>
                    <a:pt x="836" y="3316"/>
                    <a:pt x="1865" y="3316"/>
                  </a:cubicBezTo>
                  <a:cubicBezTo>
                    <a:pt x="2451" y="3316"/>
                    <a:pt x="2974" y="3047"/>
                    <a:pt x="3316" y="2623"/>
                  </a:cubicBezTo>
                  <a:lnTo>
                    <a:pt x="3316" y="2623"/>
                  </a:lnTo>
                  <a:cubicBezTo>
                    <a:pt x="2994" y="2882"/>
                    <a:pt x="2587" y="3035"/>
                    <a:pt x="2144" y="3035"/>
                  </a:cubicBezTo>
                  <a:cubicBezTo>
                    <a:pt x="1114" y="3035"/>
                    <a:pt x="280" y="2201"/>
                    <a:pt x="280" y="1172"/>
                  </a:cubicBezTo>
                  <a:cubicBezTo>
                    <a:pt x="280" y="729"/>
                    <a:pt x="436" y="321"/>
                    <a:pt x="694"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394" name="Google Shape;3394;p27"/>
            <p:cNvSpPr/>
            <p:nvPr/>
          </p:nvSpPr>
          <p:spPr>
            <a:xfrm>
              <a:off x="3586636" y="3626820"/>
              <a:ext cx="70734" cy="70734"/>
            </a:xfrm>
            <a:custGeom>
              <a:rect b="b" l="l" r="r" t="t"/>
              <a:pathLst>
                <a:path extrusionOk="0" h="2202" w="2202">
                  <a:moveTo>
                    <a:pt x="1082" y="1"/>
                  </a:moveTo>
                  <a:cubicBezTo>
                    <a:pt x="845" y="1"/>
                    <a:pt x="625" y="75"/>
                    <a:pt x="444" y="202"/>
                  </a:cubicBezTo>
                  <a:cubicBezTo>
                    <a:pt x="154" y="405"/>
                    <a:pt x="1" y="991"/>
                    <a:pt x="1" y="1120"/>
                  </a:cubicBezTo>
                  <a:cubicBezTo>
                    <a:pt x="1" y="1737"/>
                    <a:pt x="591" y="2201"/>
                    <a:pt x="1082" y="2201"/>
                  </a:cubicBezTo>
                  <a:cubicBezTo>
                    <a:pt x="1156" y="2201"/>
                    <a:pt x="1799" y="2049"/>
                    <a:pt x="2000" y="1758"/>
                  </a:cubicBezTo>
                  <a:cubicBezTo>
                    <a:pt x="2126" y="1577"/>
                    <a:pt x="2201" y="1356"/>
                    <a:pt x="2201" y="1120"/>
                  </a:cubicBezTo>
                  <a:cubicBezTo>
                    <a:pt x="2201" y="502"/>
                    <a:pt x="1699" y="1"/>
                    <a:pt x="1082"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395" name="Google Shape;3395;p27"/>
            <p:cNvSpPr/>
            <p:nvPr/>
          </p:nvSpPr>
          <p:spPr>
            <a:xfrm>
              <a:off x="3585480" y="3633213"/>
              <a:ext cx="65401" cy="65434"/>
            </a:xfrm>
            <a:custGeom>
              <a:rect b="b" l="l" r="r" t="t"/>
              <a:pathLst>
                <a:path extrusionOk="0" h="2037" w="2036">
                  <a:moveTo>
                    <a:pt x="480" y="0"/>
                  </a:moveTo>
                  <a:lnTo>
                    <a:pt x="480" y="0"/>
                  </a:lnTo>
                  <a:cubicBezTo>
                    <a:pt x="190" y="203"/>
                    <a:pt x="0" y="539"/>
                    <a:pt x="0" y="918"/>
                  </a:cubicBezTo>
                  <a:cubicBezTo>
                    <a:pt x="0" y="1536"/>
                    <a:pt x="501" y="2037"/>
                    <a:pt x="1118" y="2037"/>
                  </a:cubicBezTo>
                  <a:cubicBezTo>
                    <a:pt x="1499" y="2037"/>
                    <a:pt x="1835" y="1846"/>
                    <a:pt x="2036" y="1556"/>
                  </a:cubicBezTo>
                  <a:lnTo>
                    <a:pt x="2036" y="1556"/>
                  </a:lnTo>
                  <a:cubicBezTo>
                    <a:pt x="1855" y="1684"/>
                    <a:pt x="1633" y="1758"/>
                    <a:pt x="1397" y="1758"/>
                  </a:cubicBezTo>
                  <a:cubicBezTo>
                    <a:pt x="779" y="1758"/>
                    <a:pt x="278" y="1257"/>
                    <a:pt x="278" y="640"/>
                  </a:cubicBezTo>
                  <a:cubicBezTo>
                    <a:pt x="278" y="403"/>
                    <a:pt x="352" y="181"/>
                    <a:pt x="480"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3396" name="Google Shape;3396;p27"/>
          <p:cNvGrpSpPr/>
          <p:nvPr/>
        </p:nvGrpSpPr>
        <p:grpSpPr>
          <a:xfrm>
            <a:off x="2836796" y="3480977"/>
            <a:ext cx="299484" cy="297684"/>
            <a:chOff x="2836796" y="3480977"/>
            <a:chExt cx="299484" cy="297684"/>
          </a:xfrm>
        </p:grpSpPr>
        <p:sp>
          <p:nvSpPr>
            <p:cNvPr id="3397" name="Google Shape;3397;p27"/>
            <p:cNvSpPr/>
            <p:nvPr/>
          </p:nvSpPr>
          <p:spPr>
            <a:xfrm>
              <a:off x="2952217" y="3581300"/>
              <a:ext cx="82780" cy="82715"/>
            </a:xfrm>
            <a:custGeom>
              <a:rect b="b" l="l" r="r" t="t"/>
              <a:pathLst>
                <a:path extrusionOk="0" h="2575" w="2577">
                  <a:moveTo>
                    <a:pt x="416" y="1"/>
                  </a:moveTo>
                  <a:lnTo>
                    <a:pt x="114" y="303"/>
                  </a:lnTo>
                  <a:lnTo>
                    <a:pt x="1" y="570"/>
                  </a:lnTo>
                  <a:lnTo>
                    <a:pt x="1990" y="2575"/>
                  </a:lnTo>
                  <a:lnTo>
                    <a:pt x="2274" y="2462"/>
                  </a:lnTo>
                  <a:lnTo>
                    <a:pt x="2576" y="2160"/>
                  </a:lnTo>
                  <a:lnTo>
                    <a:pt x="416" y="1"/>
                  </a:lnTo>
                  <a:close/>
                </a:path>
              </a:pathLst>
            </a:custGeom>
            <a:solidFill>
              <a:srgbClr val="DDD3C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398" name="Google Shape;3398;p27"/>
            <p:cNvSpPr/>
            <p:nvPr/>
          </p:nvSpPr>
          <p:spPr>
            <a:xfrm>
              <a:off x="2949519" y="3589685"/>
              <a:ext cx="77062" cy="77062"/>
            </a:xfrm>
            <a:custGeom>
              <a:rect b="b" l="l" r="r" t="t"/>
              <a:pathLst>
                <a:path extrusionOk="0" h="2399" w="2399">
                  <a:moveTo>
                    <a:pt x="670" y="0"/>
                  </a:moveTo>
                  <a:lnTo>
                    <a:pt x="467" y="203"/>
                  </a:lnTo>
                  <a:cubicBezTo>
                    <a:pt x="453" y="217"/>
                    <a:pt x="434" y="225"/>
                    <a:pt x="415" y="225"/>
                  </a:cubicBezTo>
                  <a:cubicBezTo>
                    <a:pt x="396" y="225"/>
                    <a:pt x="377" y="217"/>
                    <a:pt x="363" y="203"/>
                  </a:cubicBezTo>
                  <a:lnTo>
                    <a:pt x="198" y="39"/>
                  </a:lnTo>
                  <a:lnTo>
                    <a:pt x="1" y="236"/>
                  </a:lnTo>
                  <a:lnTo>
                    <a:pt x="218" y="453"/>
                  </a:lnTo>
                  <a:lnTo>
                    <a:pt x="613" y="850"/>
                  </a:lnTo>
                  <a:lnTo>
                    <a:pt x="1550" y="1785"/>
                  </a:lnTo>
                  <a:lnTo>
                    <a:pt x="1945" y="2182"/>
                  </a:lnTo>
                  <a:lnTo>
                    <a:pt x="2162" y="2399"/>
                  </a:lnTo>
                  <a:lnTo>
                    <a:pt x="2359" y="2201"/>
                  </a:lnTo>
                  <a:lnTo>
                    <a:pt x="2197" y="2038"/>
                  </a:lnTo>
                  <a:cubicBezTo>
                    <a:pt x="2167" y="2008"/>
                    <a:pt x="2167" y="1960"/>
                    <a:pt x="2196" y="1931"/>
                  </a:cubicBezTo>
                  <a:lnTo>
                    <a:pt x="2398" y="1729"/>
                  </a:lnTo>
                  <a:lnTo>
                    <a:pt x="2002" y="1332"/>
                  </a:lnTo>
                  <a:lnTo>
                    <a:pt x="1066" y="397"/>
                  </a:lnTo>
                  <a:lnTo>
                    <a:pt x="670" y="0"/>
                  </a:lnTo>
                  <a:close/>
                </a:path>
              </a:pathLst>
            </a:custGeom>
            <a:solidFill>
              <a:srgbClr val="D1C7C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399" name="Google Shape;3399;p27"/>
            <p:cNvSpPr/>
            <p:nvPr/>
          </p:nvSpPr>
          <p:spPr>
            <a:xfrm>
              <a:off x="2960795" y="3482584"/>
              <a:ext cx="175485" cy="173301"/>
            </a:xfrm>
            <a:custGeom>
              <a:rect b="b" l="l" r="r" t="t"/>
              <a:pathLst>
                <a:path extrusionOk="0" h="5395" w="5463">
                  <a:moveTo>
                    <a:pt x="3087" y="1"/>
                  </a:moveTo>
                  <a:cubicBezTo>
                    <a:pt x="2933" y="1"/>
                    <a:pt x="2681" y="163"/>
                    <a:pt x="2590" y="255"/>
                  </a:cubicBezTo>
                  <a:lnTo>
                    <a:pt x="116" y="2726"/>
                  </a:lnTo>
                  <a:cubicBezTo>
                    <a:pt x="0" y="2842"/>
                    <a:pt x="0" y="3029"/>
                    <a:pt x="116" y="3145"/>
                  </a:cubicBezTo>
                  <a:lnTo>
                    <a:pt x="469" y="3498"/>
                  </a:lnTo>
                  <a:cubicBezTo>
                    <a:pt x="505" y="3534"/>
                    <a:pt x="505" y="3593"/>
                    <a:pt x="469" y="3630"/>
                  </a:cubicBezTo>
                  <a:lnTo>
                    <a:pt x="116" y="3983"/>
                  </a:lnTo>
                  <a:lnTo>
                    <a:pt x="1389" y="5226"/>
                  </a:lnTo>
                  <a:lnTo>
                    <a:pt x="1600" y="5108"/>
                  </a:lnTo>
                  <a:lnTo>
                    <a:pt x="1753" y="4954"/>
                  </a:lnTo>
                  <a:cubicBezTo>
                    <a:pt x="1771" y="4936"/>
                    <a:pt x="1796" y="4927"/>
                    <a:pt x="1820" y="4927"/>
                  </a:cubicBezTo>
                  <a:cubicBezTo>
                    <a:pt x="1844" y="4927"/>
                    <a:pt x="1868" y="4936"/>
                    <a:pt x="1887" y="4954"/>
                  </a:cubicBezTo>
                  <a:lnTo>
                    <a:pt x="2238" y="5307"/>
                  </a:lnTo>
                  <a:cubicBezTo>
                    <a:pt x="2296" y="5365"/>
                    <a:pt x="2372" y="5394"/>
                    <a:pt x="2447" y="5394"/>
                  </a:cubicBezTo>
                  <a:cubicBezTo>
                    <a:pt x="2523" y="5394"/>
                    <a:pt x="2599" y="5365"/>
                    <a:pt x="2657" y="5307"/>
                  </a:cubicBezTo>
                  <a:lnTo>
                    <a:pt x="5346" y="2618"/>
                  </a:lnTo>
                  <a:cubicBezTo>
                    <a:pt x="5462" y="2502"/>
                    <a:pt x="5462" y="2317"/>
                    <a:pt x="5346" y="2201"/>
                  </a:cubicBezTo>
                  <a:lnTo>
                    <a:pt x="3185" y="39"/>
                  </a:lnTo>
                  <a:lnTo>
                    <a:pt x="3175" y="29"/>
                  </a:lnTo>
                  <a:cubicBezTo>
                    <a:pt x="3153" y="9"/>
                    <a:pt x="3123" y="1"/>
                    <a:pt x="3087" y="1"/>
                  </a:cubicBezTo>
                  <a:close/>
                </a:path>
              </a:pathLst>
            </a:custGeom>
            <a:solidFill>
              <a:srgbClr val="F7F3F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400" name="Google Shape;3400;p27"/>
            <p:cNvSpPr/>
            <p:nvPr/>
          </p:nvSpPr>
          <p:spPr>
            <a:xfrm>
              <a:off x="2959542" y="3480977"/>
              <a:ext cx="103177" cy="173237"/>
            </a:xfrm>
            <a:custGeom>
              <a:rect b="b" l="l" r="r" t="t"/>
              <a:pathLst>
                <a:path extrusionOk="0" h="5393" w="3212">
                  <a:moveTo>
                    <a:pt x="3013" y="1"/>
                  </a:moveTo>
                  <a:cubicBezTo>
                    <a:pt x="2938" y="1"/>
                    <a:pt x="2862" y="30"/>
                    <a:pt x="2804" y="88"/>
                  </a:cubicBezTo>
                  <a:lnTo>
                    <a:pt x="115" y="2776"/>
                  </a:lnTo>
                  <a:cubicBezTo>
                    <a:pt x="0" y="2892"/>
                    <a:pt x="0" y="3079"/>
                    <a:pt x="115" y="3195"/>
                  </a:cubicBezTo>
                  <a:lnTo>
                    <a:pt x="468" y="3548"/>
                  </a:lnTo>
                  <a:cubicBezTo>
                    <a:pt x="504" y="3584"/>
                    <a:pt x="504" y="3643"/>
                    <a:pt x="468" y="3680"/>
                  </a:cubicBezTo>
                  <a:lnTo>
                    <a:pt x="81" y="4067"/>
                  </a:lnTo>
                  <a:lnTo>
                    <a:pt x="1406" y="5392"/>
                  </a:lnTo>
                  <a:lnTo>
                    <a:pt x="1639" y="5158"/>
                  </a:lnTo>
                  <a:lnTo>
                    <a:pt x="578" y="4098"/>
                  </a:lnTo>
                  <a:cubicBezTo>
                    <a:pt x="543" y="4060"/>
                    <a:pt x="543" y="4002"/>
                    <a:pt x="579" y="3966"/>
                  </a:cubicBezTo>
                  <a:lnTo>
                    <a:pt x="772" y="3772"/>
                  </a:lnTo>
                  <a:cubicBezTo>
                    <a:pt x="859" y="3685"/>
                    <a:pt x="859" y="3542"/>
                    <a:pt x="772" y="3455"/>
                  </a:cubicBezTo>
                  <a:lnTo>
                    <a:pt x="368" y="3051"/>
                  </a:lnTo>
                  <a:cubicBezTo>
                    <a:pt x="332" y="3015"/>
                    <a:pt x="332" y="2956"/>
                    <a:pt x="368" y="2920"/>
                  </a:cubicBezTo>
                  <a:lnTo>
                    <a:pt x="3201" y="88"/>
                  </a:lnTo>
                  <a:lnTo>
                    <a:pt x="3211" y="76"/>
                  </a:lnTo>
                  <a:cubicBezTo>
                    <a:pt x="3155" y="26"/>
                    <a:pt x="3084" y="1"/>
                    <a:pt x="3013"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401" name="Google Shape;3401;p27"/>
            <p:cNvSpPr/>
            <p:nvPr/>
          </p:nvSpPr>
          <p:spPr>
            <a:xfrm>
              <a:off x="3066451" y="3514001"/>
              <a:ext cx="8994" cy="8962"/>
            </a:xfrm>
            <a:custGeom>
              <a:rect b="b" l="l" r="r" t="t"/>
              <a:pathLst>
                <a:path extrusionOk="0" h="279" w="280">
                  <a:moveTo>
                    <a:pt x="141" y="1"/>
                  </a:moveTo>
                  <a:cubicBezTo>
                    <a:pt x="64" y="1"/>
                    <a:pt x="0" y="63"/>
                    <a:pt x="0" y="140"/>
                  </a:cubicBezTo>
                  <a:cubicBezTo>
                    <a:pt x="0" y="217"/>
                    <a:pt x="64" y="279"/>
                    <a:pt x="141" y="279"/>
                  </a:cubicBezTo>
                  <a:cubicBezTo>
                    <a:pt x="217" y="279"/>
                    <a:pt x="280" y="217"/>
                    <a:pt x="280" y="140"/>
                  </a:cubicBezTo>
                  <a:cubicBezTo>
                    <a:pt x="280" y="63"/>
                    <a:pt x="217" y="1"/>
                    <a:pt x="141"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402" name="Google Shape;3402;p27"/>
            <p:cNvSpPr/>
            <p:nvPr/>
          </p:nvSpPr>
          <p:spPr>
            <a:xfrm>
              <a:off x="3079879" y="3527461"/>
              <a:ext cx="9026" cy="8962"/>
            </a:xfrm>
            <a:custGeom>
              <a:rect b="b" l="l" r="r" t="t"/>
              <a:pathLst>
                <a:path extrusionOk="0" h="279" w="281">
                  <a:moveTo>
                    <a:pt x="141" y="0"/>
                  </a:moveTo>
                  <a:cubicBezTo>
                    <a:pt x="63" y="0"/>
                    <a:pt x="1" y="63"/>
                    <a:pt x="1" y="139"/>
                  </a:cubicBezTo>
                  <a:cubicBezTo>
                    <a:pt x="1" y="216"/>
                    <a:pt x="63" y="278"/>
                    <a:pt x="141" y="278"/>
                  </a:cubicBezTo>
                  <a:cubicBezTo>
                    <a:pt x="218" y="278"/>
                    <a:pt x="280" y="216"/>
                    <a:pt x="280" y="139"/>
                  </a:cubicBezTo>
                  <a:cubicBezTo>
                    <a:pt x="280" y="63"/>
                    <a:pt x="218" y="0"/>
                    <a:pt x="141"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403" name="Google Shape;3403;p27"/>
            <p:cNvSpPr/>
            <p:nvPr/>
          </p:nvSpPr>
          <p:spPr>
            <a:xfrm>
              <a:off x="3093339" y="3540856"/>
              <a:ext cx="8994" cy="8994"/>
            </a:xfrm>
            <a:custGeom>
              <a:rect b="b" l="l" r="r" t="t"/>
              <a:pathLst>
                <a:path extrusionOk="0" h="280" w="280">
                  <a:moveTo>
                    <a:pt x="139" y="0"/>
                  </a:moveTo>
                  <a:cubicBezTo>
                    <a:pt x="62" y="0"/>
                    <a:pt x="0" y="62"/>
                    <a:pt x="0" y="141"/>
                  </a:cubicBezTo>
                  <a:cubicBezTo>
                    <a:pt x="0" y="217"/>
                    <a:pt x="62" y="280"/>
                    <a:pt x="139" y="280"/>
                  </a:cubicBezTo>
                  <a:cubicBezTo>
                    <a:pt x="216" y="280"/>
                    <a:pt x="279" y="217"/>
                    <a:pt x="279" y="141"/>
                  </a:cubicBezTo>
                  <a:cubicBezTo>
                    <a:pt x="279" y="62"/>
                    <a:pt x="216" y="0"/>
                    <a:pt x="139"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404" name="Google Shape;3404;p27"/>
            <p:cNvSpPr/>
            <p:nvPr/>
          </p:nvSpPr>
          <p:spPr>
            <a:xfrm>
              <a:off x="2840297" y="3595596"/>
              <a:ext cx="182841" cy="181910"/>
            </a:xfrm>
            <a:custGeom>
              <a:rect b="b" l="l" r="r" t="t"/>
              <a:pathLst>
                <a:path extrusionOk="0" h="5663" w="5692">
                  <a:moveTo>
                    <a:pt x="3315" y="1"/>
                  </a:moveTo>
                  <a:cubicBezTo>
                    <a:pt x="3177" y="1"/>
                    <a:pt x="2962" y="148"/>
                    <a:pt x="2875" y="235"/>
                  </a:cubicBezTo>
                  <a:lnTo>
                    <a:pt x="109" y="3044"/>
                  </a:lnTo>
                  <a:cubicBezTo>
                    <a:pt x="0" y="3156"/>
                    <a:pt x="0" y="3333"/>
                    <a:pt x="109" y="3441"/>
                  </a:cubicBezTo>
                  <a:lnTo>
                    <a:pt x="2170" y="5513"/>
                  </a:lnTo>
                  <a:cubicBezTo>
                    <a:pt x="2246" y="5590"/>
                    <a:pt x="2360" y="5662"/>
                    <a:pt x="2460" y="5662"/>
                  </a:cubicBezTo>
                  <a:cubicBezTo>
                    <a:pt x="2504" y="5662"/>
                    <a:pt x="2545" y="5648"/>
                    <a:pt x="2579" y="5614"/>
                  </a:cubicBezTo>
                  <a:lnTo>
                    <a:pt x="5583" y="2610"/>
                  </a:lnTo>
                  <a:cubicBezTo>
                    <a:pt x="5691" y="2500"/>
                    <a:pt x="5691" y="2324"/>
                    <a:pt x="5583" y="2215"/>
                  </a:cubicBezTo>
                  <a:lnTo>
                    <a:pt x="3401" y="32"/>
                  </a:lnTo>
                  <a:cubicBezTo>
                    <a:pt x="3379" y="10"/>
                    <a:pt x="3349" y="1"/>
                    <a:pt x="3315" y="1"/>
                  </a:cubicBezTo>
                  <a:close/>
                </a:path>
              </a:pathLst>
            </a:custGeom>
            <a:solidFill>
              <a:srgbClr val="F7F3F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405" name="Google Shape;3405;p27"/>
            <p:cNvSpPr/>
            <p:nvPr/>
          </p:nvSpPr>
          <p:spPr>
            <a:xfrm>
              <a:off x="2836796" y="3594021"/>
              <a:ext cx="112750" cy="184640"/>
            </a:xfrm>
            <a:custGeom>
              <a:rect b="b" l="l" r="r" t="t"/>
              <a:pathLst>
                <a:path extrusionOk="0" h="5748" w="3510">
                  <a:moveTo>
                    <a:pt x="3312" y="1"/>
                  </a:moveTo>
                  <a:cubicBezTo>
                    <a:pt x="3240" y="1"/>
                    <a:pt x="3168" y="28"/>
                    <a:pt x="3113" y="82"/>
                  </a:cubicBezTo>
                  <a:lnTo>
                    <a:pt x="109" y="3086"/>
                  </a:lnTo>
                  <a:cubicBezTo>
                    <a:pt x="1" y="3195"/>
                    <a:pt x="1" y="3373"/>
                    <a:pt x="109" y="3483"/>
                  </a:cubicBezTo>
                  <a:lnTo>
                    <a:pt x="2291" y="5666"/>
                  </a:lnTo>
                  <a:cubicBezTo>
                    <a:pt x="2345" y="5720"/>
                    <a:pt x="2417" y="5747"/>
                    <a:pt x="2489" y="5747"/>
                  </a:cubicBezTo>
                  <a:cubicBezTo>
                    <a:pt x="2561" y="5747"/>
                    <a:pt x="2633" y="5720"/>
                    <a:pt x="2688" y="5666"/>
                  </a:cubicBezTo>
                  <a:lnTo>
                    <a:pt x="373" y="3351"/>
                  </a:lnTo>
                  <a:cubicBezTo>
                    <a:pt x="335" y="3315"/>
                    <a:pt x="335" y="3256"/>
                    <a:pt x="373" y="3219"/>
                  </a:cubicBezTo>
                  <a:lnTo>
                    <a:pt x="3510" y="82"/>
                  </a:lnTo>
                  <a:cubicBezTo>
                    <a:pt x="3456" y="28"/>
                    <a:pt x="3384" y="1"/>
                    <a:pt x="3312"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406" name="Google Shape;3406;p27"/>
            <p:cNvSpPr/>
            <p:nvPr/>
          </p:nvSpPr>
          <p:spPr>
            <a:xfrm>
              <a:off x="2986173" y="3520393"/>
              <a:ext cx="111818" cy="109441"/>
            </a:xfrm>
            <a:custGeom>
              <a:rect b="b" l="l" r="r" t="t"/>
              <a:pathLst>
                <a:path extrusionOk="0" h="3407" w="3481">
                  <a:moveTo>
                    <a:pt x="1768" y="1"/>
                  </a:moveTo>
                  <a:cubicBezTo>
                    <a:pt x="1744" y="1"/>
                    <a:pt x="1720" y="10"/>
                    <a:pt x="1702" y="28"/>
                  </a:cubicBezTo>
                  <a:lnTo>
                    <a:pt x="37" y="1693"/>
                  </a:lnTo>
                  <a:cubicBezTo>
                    <a:pt x="1" y="1729"/>
                    <a:pt x="1" y="1788"/>
                    <a:pt x="37" y="1824"/>
                  </a:cubicBezTo>
                  <a:lnTo>
                    <a:pt x="1592" y="3379"/>
                  </a:lnTo>
                  <a:cubicBezTo>
                    <a:pt x="1610" y="3397"/>
                    <a:pt x="1633" y="3406"/>
                    <a:pt x="1657" y="3406"/>
                  </a:cubicBezTo>
                  <a:cubicBezTo>
                    <a:pt x="1681" y="3406"/>
                    <a:pt x="1705" y="3397"/>
                    <a:pt x="1723" y="3379"/>
                  </a:cubicBezTo>
                  <a:lnTo>
                    <a:pt x="1857" y="3304"/>
                  </a:lnTo>
                  <a:lnTo>
                    <a:pt x="3445" y="1714"/>
                  </a:lnTo>
                  <a:cubicBezTo>
                    <a:pt x="3481" y="1678"/>
                    <a:pt x="3481" y="1619"/>
                    <a:pt x="3445" y="1582"/>
                  </a:cubicBezTo>
                  <a:lnTo>
                    <a:pt x="1967" y="104"/>
                  </a:lnTo>
                  <a:lnTo>
                    <a:pt x="1835" y="28"/>
                  </a:lnTo>
                  <a:cubicBezTo>
                    <a:pt x="1817" y="10"/>
                    <a:pt x="1792" y="1"/>
                    <a:pt x="1768" y="1"/>
                  </a:cubicBez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407" name="Google Shape;3407;p27"/>
            <p:cNvSpPr/>
            <p:nvPr/>
          </p:nvSpPr>
          <p:spPr>
            <a:xfrm>
              <a:off x="2984374" y="3518530"/>
              <a:ext cx="64984" cy="113071"/>
            </a:xfrm>
            <a:custGeom>
              <a:rect b="b" l="l" r="r" t="t"/>
              <a:pathLst>
                <a:path extrusionOk="0" h="3520" w="2023">
                  <a:moveTo>
                    <a:pt x="1824" y="1"/>
                  </a:moveTo>
                  <a:cubicBezTo>
                    <a:pt x="1800" y="1"/>
                    <a:pt x="1776" y="10"/>
                    <a:pt x="1758" y="28"/>
                  </a:cubicBezTo>
                  <a:lnTo>
                    <a:pt x="36" y="1749"/>
                  </a:lnTo>
                  <a:cubicBezTo>
                    <a:pt x="0" y="1785"/>
                    <a:pt x="0" y="1845"/>
                    <a:pt x="36" y="1881"/>
                  </a:cubicBezTo>
                  <a:lnTo>
                    <a:pt x="1648" y="3492"/>
                  </a:lnTo>
                  <a:cubicBezTo>
                    <a:pt x="1666" y="3510"/>
                    <a:pt x="1690" y="3519"/>
                    <a:pt x="1713" y="3519"/>
                  </a:cubicBezTo>
                  <a:cubicBezTo>
                    <a:pt x="1737" y="3519"/>
                    <a:pt x="1761" y="3510"/>
                    <a:pt x="1779" y="3492"/>
                  </a:cubicBezTo>
                  <a:lnTo>
                    <a:pt x="1911" y="3359"/>
                  </a:lnTo>
                  <a:lnTo>
                    <a:pt x="406" y="1856"/>
                  </a:lnTo>
                  <a:cubicBezTo>
                    <a:pt x="385" y="1834"/>
                    <a:pt x="385" y="1798"/>
                    <a:pt x="406" y="1777"/>
                  </a:cubicBezTo>
                  <a:lnTo>
                    <a:pt x="2023" y="160"/>
                  </a:lnTo>
                  <a:lnTo>
                    <a:pt x="1889" y="28"/>
                  </a:lnTo>
                  <a:cubicBezTo>
                    <a:pt x="1871" y="10"/>
                    <a:pt x="1847" y="1"/>
                    <a:pt x="1824"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408" name="Google Shape;3408;p27"/>
            <p:cNvSpPr/>
            <p:nvPr/>
          </p:nvSpPr>
          <p:spPr>
            <a:xfrm>
              <a:off x="2985209" y="3605939"/>
              <a:ext cx="25570" cy="24702"/>
            </a:xfrm>
            <a:custGeom>
              <a:rect b="b" l="l" r="r" t="t"/>
              <a:pathLst>
                <a:path extrusionOk="0" h="769" w="796">
                  <a:moveTo>
                    <a:pt x="153" y="0"/>
                  </a:moveTo>
                  <a:cubicBezTo>
                    <a:pt x="117" y="0"/>
                    <a:pt x="81" y="14"/>
                    <a:pt x="54" y="41"/>
                  </a:cubicBezTo>
                  <a:cubicBezTo>
                    <a:pt x="0" y="95"/>
                    <a:pt x="0" y="185"/>
                    <a:pt x="54" y="238"/>
                  </a:cubicBezTo>
                  <a:lnTo>
                    <a:pt x="543" y="728"/>
                  </a:lnTo>
                  <a:cubicBezTo>
                    <a:pt x="571" y="754"/>
                    <a:pt x="607" y="768"/>
                    <a:pt x="643" y="768"/>
                  </a:cubicBezTo>
                  <a:cubicBezTo>
                    <a:pt x="678" y="768"/>
                    <a:pt x="714" y="754"/>
                    <a:pt x="740" y="728"/>
                  </a:cubicBezTo>
                  <a:cubicBezTo>
                    <a:pt x="795" y="673"/>
                    <a:pt x="795" y="584"/>
                    <a:pt x="740" y="529"/>
                  </a:cubicBezTo>
                  <a:lnTo>
                    <a:pt x="252" y="41"/>
                  </a:lnTo>
                  <a:cubicBezTo>
                    <a:pt x="225" y="14"/>
                    <a:pt x="189" y="0"/>
                    <a:pt x="153"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409" name="Google Shape;3409;p27"/>
            <p:cNvSpPr/>
            <p:nvPr/>
          </p:nvSpPr>
          <p:spPr>
            <a:xfrm>
              <a:off x="2951543" y="3643332"/>
              <a:ext cx="23321" cy="17218"/>
            </a:xfrm>
            <a:custGeom>
              <a:rect b="b" l="l" r="r" t="t"/>
              <a:pathLst>
                <a:path extrusionOk="0" h="536" w="726">
                  <a:moveTo>
                    <a:pt x="303" y="1"/>
                  </a:moveTo>
                  <a:cubicBezTo>
                    <a:pt x="303" y="1"/>
                    <a:pt x="0" y="199"/>
                    <a:pt x="213" y="465"/>
                  </a:cubicBezTo>
                  <a:cubicBezTo>
                    <a:pt x="259" y="524"/>
                    <a:pt x="358" y="536"/>
                    <a:pt x="433" y="536"/>
                  </a:cubicBezTo>
                  <a:cubicBezTo>
                    <a:pt x="490" y="536"/>
                    <a:pt x="533" y="529"/>
                    <a:pt x="533" y="529"/>
                  </a:cubicBezTo>
                  <a:cubicBezTo>
                    <a:pt x="562" y="516"/>
                    <a:pt x="586" y="499"/>
                    <a:pt x="611" y="476"/>
                  </a:cubicBezTo>
                  <a:cubicBezTo>
                    <a:pt x="725" y="360"/>
                    <a:pt x="725" y="173"/>
                    <a:pt x="611" y="57"/>
                  </a:cubicBezTo>
                  <a:cubicBezTo>
                    <a:pt x="586" y="33"/>
                    <a:pt x="562" y="15"/>
                    <a:pt x="533" y="1"/>
                  </a:cubicBezTo>
                  <a:close/>
                </a:path>
              </a:pathLst>
            </a:cu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410" name="Google Shape;3410;p27"/>
            <p:cNvSpPr/>
            <p:nvPr/>
          </p:nvSpPr>
          <p:spPr>
            <a:xfrm>
              <a:off x="2953984" y="3642368"/>
              <a:ext cx="14680" cy="19017"/>
            </a:xfrm>
            <a:custGeom>
              <a:rect b="b" l="l" r="r" t="t"/>
              <a:pathLst>
                <a:path extrusionOk="0" h="592" w="457">
                  <a:moveTo>
                    <a:pt x="326" y="0"/>
                  </a:moveTo>
                  <a:cubicBezTo>
                    <a:pt x="251" y="0"/>
                    <a:pt x="175" y="29"/>
                    <a:pt x="117" y="87"/>
                  </a:cubicBezTo>
                  <a:cubicBezTo>
                    <a:pt x="1" y="203"/>
                    <a:pt x="1" y="388"/>
                    <a:pt x="117" y="506"/>
                  </a:cubicBezTo>
                  <a:cubicBezTo>
                    <a:pt x="175" y="563"/>
                    <a:pt x="250" y="591"/>
                    <a:pt x="326" y="591"/>
                  </a:cubicBezTo>
                  <a:cubicBezTo>
                    <a:pt x="371" y="591"/>
                    <a:pt x="416" y="581"/>
                    <a:pt x="457" y="561"/>
                  </a:cubicBezTo>
                  <a:cubicBezTo>
                    <a:pt x="429" y="546"/>
                    <a:pt x="402" y="529"/>
                    <a:pt x="379" y="506"/>
                  </a:cubicBezTo>
                  <a:cubicBezTo>
                    <a:pt x="263" y="390"/>
                    <a:pt x="263" y="203"/>
                    <a:pt x="379" y="87"/>
                  </a:cubicBezTo>
                  <a:cubicBezTo>
                    <a:pt x="402" y="63"/>
                    <a:pt x="428" y="45"/>
                    <a:pt x="457" y="31"/>
                  </a:cubicBezTo>
                  <a:cubicBezTo>
                    <a:pt x="416" y="10"/>
                    <a:pt x="371" y="0"/>
                    <a:pt x="326"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411" name="Google Shape;3411;p27"/>
            <p:cNvSpPr/>
            <p:nvPr/>
          </p:nvSpPr>
          <p:spPr>
            <a:xfrm>
              <a:off x="2938179" y="3612686"/>
              <a:ext cx="20591" cy="19755"/>
            </a:xfrm>
            <a:custGeom>
              <a:rect b="b" l="l" r="r" t="t"/>
              <a:pathLst>
                <a:path extrusionOk="0" h="615" w="641">
                  <a:moveTo>
                    <a:pt x="153" y="0"/>
                  </a:moveTo>
                  <a:cubicBezTo>
                    <a:pt x="118" y="0"/>
                    <a:pt x="82" y="14"/>
                    <a:pt x="54" y="41"/>
                  </a:cubicBezTo>
                  <a:cubicBezTo>
                    <a:pt x="1" y="95"/>
                    <a:pt x="1" y="185"/>
                    <a:pt x="54" y="238"/>
                  </a:cubicBezTo>
                  <a:lnTo>
                    <a:pt x="390" y="573"/>
                  </a:lnTo>
                  <a:cubicBezTo>
                    <a:pt x="416" y="600"/>
                    <a:pt x="452" y="615"/>
                    <a:pt x="489" y="615"/>
                  </a:cubicBezTo>
                  <a:cubicBezTo>
                    <a:pt x="525" y="615"/>
                    <a:pt x="561" y="600"/>
                    <a:pt x="587" y="573"/>
                  </a:cubicBezTo>
                  <a:cubicBezTo>
                    <a:pt x="641" y="519"/>
                    <a:pt x="641" y="431"/>
                    <a:pt x="587" y="376"/>
                  </a:cubicBezTo>
                  <a:lnTo>
                    <a:pt x="251" y="41"/>
                  </a:lnTo>
                  <a:cubicBezTo>
                    <a:pt x="224" y="14"/>
                    <a:pt x="189" y="0"/>
                    <a:pt x="153" y="0"/>
                  </a:cubicBezTo>
                  <a:close/>
                </a:path>
              </a:pathLst>
            </a:cu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412" name="Google Shape;3412;p27"/>
            <p:cNvSpPr/>
            <p:nvPr/>
          </p:nvSpPr>
          <p:spPr>
            <a:xfrm>
              <a:off x="2924751" y="3626113"/>
              <a:ext cx="20591" cy="19755"/>
            </a:xfrm>
            <a:custGeom>
              <a:rect b="b" l="l" r="r" t="t"/>
              <a:pathLst>
                <a:path extrusionOk="0" h="615" w="641">
                  <a:moveTo>
                    <a:pt x="153" y="0"/>
                  </a:moveTo>
                  <a:cubicBezTo>
                    <a:pt x="117" y="0"/>
                    <a:pt x="81" y="14"/>
                    <a:pt x="54" y="42"/>
                  </a:cubicBezTo>
                  <a:cubicBezTo>
                    <a:pt x="0" y="95"/>
                    <a:pt x="0" y="184"/>
                    <a:pt x="54" y="239"/>
                  </a:cubicBezTo>
                  <a:lnTo>
                    <a:pt x="390" y="573"/>
                  </a:lnTo>
                  <a:cubicBezTo>
                    <a:pt x="416" y="600"/>
                    <a:pt x="452" y="615"/>
                    <a:pt x="488" y="615"/>
                  </a:cubicBezTo>
                  <a:cubicBezTo>
                    <a:pt x="524" y="615"/>
                    <a:pt x="561" y="600"/>
                    <a:pt x="587" y="573"/>
                  </a:cubicBezTo>
                  <a:cubicBezTo>
                    <a:pt x="640" y="519"/>
                    <a:pt x="640" y="430"/>
                    <a:pt x="587" y="376"/>
                  </a:cubicBezTo>
                  <a:lnTo>
                    <a:pt x="252" y="42"/>
                  </a:lnTo>
                  <a:cubicBezTo>
                    <a:pt x="225" y="14"/>
                    <a:pt x="189" y="0"/>
                    <a:pt x="153" y="0"/>
                  </a:cubicBezTo>
                  <a:close/>
                </a:path>
              </a:pathLst>
            </a:cu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413" name="Google Shape;3413;p27"/>
            <p:cNvSpPr/>
            <p:nvPr/>
          </p:nvSpPr>
          <p:spPr>
            <a:xfrm>
              <a:off x="2983378" y="3657852"/>
              <a:ext cx="20655" cy="19755"/>
            </a:xfrm>
            <a:custGeom>
              <a:rect b="b" l="l" r="r" t="t"/>
              <a:pathLst>
                <a:path extrusionOk="0" h="615" w="643">
                  <a:moveTo>
                    <a:pt x="154" y="1"/>
                  </a:moveTo>
                  <a:cubicBezTo>
                    <a:pt x="118" y="1"/>
                    <a:pt x="83" y="14"/>
                    <a:pt x="56" y="41"/>
                  </a:cubicBezTo>
                  <a:cubicBezTo>
                    <a:pt x="1" y="96"/>
                    <a:pt x="1" y="184"/>
                    <a:pt x="56" y="238"/>
                  </a:cubicBezTo>
                  <a:lnTo>
                    <a:pt x="390" y="574"/>
                  </a:lnTo>
                  <a:cubicBezTo>
                    <a:pt x="418" y="600"/>
                    <a:pt x="454" y="614"/>
                    <a:pt x="490" y="614"/>
                  </a:cubicBezTo>
                  <a:cubicBezTo>
                    <a:pt x="526" y="614"/>
                    <a:pt x="562" y="603"/>
                    <a:pt x="587" y="574"/>
                  </a:cubicBezTo>
                  <a:cubicBezTo>
                    <a:pt x="642" y="519"/>
                    <a:pt x="642" y="430"/>
                    <a:pt x="587" y="375"/>
                  </a:cubicBezTo>
                  <a:lnTo>
                    <a:pt x="253" y="41"/>
                  </a:lnTo>
                  <a:cubicBezTo>
                    <a:pt x="226" y="14"/>
                    <a:pt x="190" y="1"/>
                    <a:pt x="154" y="1"/>
                  </a:cubicBezTo>
                  <a:close/>
                </a:path>
              </a:pathLst>
            </a:cu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414" name="Google Shape;3414;p27"/>
            <p:cNvSpPr/>
            <p:nvPr/>
          </p:nvSpPr>
          <p:spPr>
            <a:xfrm>
              <a:off x="2969982" y="3671280"/>
              <a:ext cx="20591" cy="19755"/>
            </a:xfrm>
            <a:custGeom>
              <a:rect b="b" l="l" r="r" t="t"/>
              <a:pathLst>
                <a:path extrusionOk="0" h="615" w="641">
                  <a:moveTo>
                    <a:pt x="153" y="0"/>
                  </a:moveTo>
                  <a:cubicBezTo>
                    <a:pt x="118" y="0"/>
                    <a:pt x="82" y="14"/>
                    <a:pt x="54" y="41"/>
                  </a:cubicBezTo>
                  <a:cubicBezTo>
                    <a:pt x="1" y="95"/>
                    <a:pt x="1" y="185"/>
                    <a:pt x="54" y="238"/>
                  </a:cubicBezTo>
                  <a:lnTo>
                    <a:pt x="389" y="573"/>
                  </a:lnTo>
                  <a:cubicBezTo>
                    <a:pt x="416" y="600"/>
                    <a:pt x="453" y="615"/>
                    <a:pt x="489" y="615"/>
                  </a:cubicBezTo>
                  <a:cubicBezTo>
                    <a:pt x="525" y="615"/>
                    <a:pt x="561" y="602"/>
                    <a:pt x="586" y="573"/>
                  </a:cubicBezTo>
                  <a:cubicBezTo>
                    <a:pt x="641" y="519"/>
                    <a:pt x="641" y="431"/>
                    <a:pt x="586" y="376"/>
                  </a:cubicBezTo>
                  <a:lnTo>
                    <a:pt x="251" y="41"/>
                  </a:lnTo>
                  <a:cubicBezTo>
                    <a:pt x="225" y="14"/>
                    <a:pt x="189" y="0"/>
                    <a:pt x="153" y="0"/>
                  </a:cubicBezTo>
                  <a:close/>
                </a:path>
              </a:pathLst>
            </a:cu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415" name="Google Shape;3415;p27"/>
            <p:cNvSpPr/>
            <p:nvPr/>
          </p:nvSpPr>
          <p:spPr>
            <a:xfrm>
              <a:off x="2932140" y="3663891"/>
              <a:ext cx="20591" cy="19755"/>
            </a:xfrm>
            <a:custGeom>
              <a:rect b="b" l="l" r="r" t="t"/>
              <a:pathLst>
                <a:path extrusionOk="0" h="615" w="641">
                  <a:moveTo>
                    <a:pt x="153" y="1"/>
                  </a:moveTo>
                  <a:cubicBezTo>
                    <a:pt x="117" y="1"/>
                    <a:pt x="82" y="14"/>
                    <a:pt x="54" y="41"/>
                  </a:cubicBezTo>
                  <a:cubicBezTo>
                    <a:pt x="0" y="96"/>
                    <a:pt x="0" y="184"/>
                    <a:pt x="54" y="238"/>
                  </a:cubicBezTo>
                  <a:lnTo>
                    <a:pt x="390" y="574"/>
                  </a:lnTo>
                  <a:cubicBezTo>
                    <a:pt x="416" y="600"/>
                    <a:pt x="452" y="614"/>
                    <a:pt x="488" y="614"/>
                  </a:cubicBezTo>
                  <a:cubicBezTo>
                    <a:pt x="525" y="614"/>
                    <a:pt x="561" y="603"/>
                    <a:pt x="587" y="574"/>
                  </a:cubicBezTo>
                  <a:cubicBezTo>
                    <a:pt x="640" y="519"/>
                    <a:pt x="640" y="431"/>
                    <a:pt x="587" y="376"/>
                  </a:cubicBezTo>
                  <a:lnTo>
                    <a:pt x="252" y="41"/>
                  </a:lnTo>
                  <a:cubicBezTo>
                    <a:pt x="225" y="14"/>
                    <a:pt x="189" y="1"/>
                    <a:pt x="153"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416" name="Google Shape;3416;p27"/>
            <p:cNvSpPr/>
            <p:nvPr/>
          </p:nvSpPr>
          <p:spPr>
            <a:xfrm>
              <a:off x="2909589" y="3641340"/>
              <a:ext cx="20591" cy="19755"/>
            </a:xfrm>
            <a:custGeom>
              <a:rect b="b" l="l" r="r" t="t"/>
              <a:pathLst>
                <a:path extrusionOk="0" h="615" w="641">
                  <a:moveTo>
                    <a:pt x="153" y="1"/>
                  </a:moveTo>
                  <a:cubicBezTo>
                    <a:pt x="117" y="1"/>
                    <a:pt x="81" y="14"/>
                    <a:pt x="54" y="41"/>
                  </a:cubicBezTo>
                  <a:cubicBezTo>
                    <a:pt x="0" y="96"/>
                    <a:pt x="0" y="184"/>
                    <a:pt x="54" y="238"/>
                  </a:cubicBezTo>
                  <a:lnTo>
                    <a:pt x="390" y="574"/>
                  </a:lnTo>
                  <a:cubicBezTo>
                    <a:pt x="416" y="600"/>
                    <a:pt x="452" y="614"/>
                    <a:pt x="488" y="614"/>
                  </a:cubicBezTo>
                  <a:cubicBezTo>
                    <a:pt x="523" y="614"/>
                    <a:pt x="559" y="600"/>
                    <a:pt x="587" y="574"/>
                  </a:cubicBezTo>
                  <a:cubicBezTo>
                    <a:pt x="640" y="519"/>
                    <a:pt x="640" y="430"/>
                    <a:pt x="587" y="375"/>
                  </a:cubicBezTo>
                  <a:lnTo>
                    <a:pt x="252" y="41"/>
                  </a:lnTo>
                  <a:cubicBezTo>
                    <a:pt x="225" y="14"/>
                    <a:pt x="189" y="1"/>
                    <a:pt x="153"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417" name="Google Shape;3417;p27"/>
            <p:cNvSpPr/>
            <p:nvPr/>
          </p:nvSpPr>
          <p:spPr>
            <a:xfrm>
              <a:off x="2954755" y="3686506"/>
              <a:ext cx="20558" cy="19787"/>
            </a:xfrm>
            <a:custGeom>
              <a:rect b="b" l="l" r="r" t="t"/>
              <a:pathLst>
                <a:path extrusionOk="0" h="616" w="640">
                  <a:moveTo>
                    <a:pt x="153" y="1"/>
                  </a:moveTo>
                  <a:cubicBezTo>
                    <a:pt x="117" y="1"/>
                    <a:pt x="82" y="14"/>
                    <a:pt x="55" y="41"/>
                  </a:cubicBezTo>
                  <a:cubicBezTo>
                    <a:pt x="0" y="96"/>
                    <a:pt x="0" y="184"/>
                    <a:pt x="55" y="239"/>
                  </a:cubicBezTo>
                  <a:lnTo>
                    <a:pt x="389" y="573"/>
                  </a:lnTo>
                  <a:cubicBezTo>
                    <a:pt x="417" y="601"/>
                    <a:pt x="453" y="615"/>
                    <a:pt x="489" y="615"/>
                  </a:cubicBezTo>
                  <a:cubicBezTo>
                    <a:pt x="526" y="615"/>
                    <a:pt x="562" y="602"/>
                    <a:pt x="586" y="573"/>
                  </a:cubicBezTo>
                  <a:cubicBezTo>
                    <a:pt x="640" y="518"/>
                    <a:pt x="640" y="430"/>
                    <a:pt x="586" y="377"/>
                  </a:cubicBezTo>
                  <a:lnTo>
                    <a:pt x="252" y="41"/>
                  </a:lnTo>
                  <a:cubicBezTo>
                    <a:pt x="224" y="14"/>
                    <a:pt x="189" y="1"/>
                    <a:pt x="153"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418" name="Google Shape;3418;p27"/>
            <p:cNvSpPr/>
            <p:nvPr/>
          </p:nvSpPr>
          <p:spPr>
            <a:xfrm>
              <a:off x="2918712" y="3677319"/>
              <a:ext cx="20558" cy="19755"/>
            </a:xfrm>
            <a:custGeom>
              <a:rect b="b" l="l" r="r" t="t"/>
              <a:pathLst>
                <a:path extrusionOk="0" h="615" w="640">
                  <a:moveTo>
                    <a:pt x="153" y="0"/>
                  </a:moveTo>
                  <a:cubicBezTo>
                    <a:pt x="117" y="0"/>
                    <a:pt x="82" y="14"/>
                    <a:pt x="55" y="42"/>
                  </a:cubicBezTo>
                  <a:cubicBezTo>
                    <a:pt x="0" y="95"/>
                    <a:pt x="0" y="185"/>
                    <a:pt x="55" y="238"/>
                  </a:cubicBezTo>
                  <a:lnTo>
                    <a:pt x="390" y="573"/>
                  </a:lnTo>
                  <a:cubicBezTo>
                    <a:pt x="417" y="600"/>
                    <a:pt x="453" y="615"/>
                    <a:pt x="489" y="615"/>
                  </a:cubicBezTo>
                  <a:cubicBezTo>
                    <a:pt x="526" y="615"/>
                    <a:pt x="562" y="602"/>
                    <a:pt x="586" y="573"/>
                  </a:cubicBezTo>
                  <a:cubicBezTo>
                    <a:pt x="640" y="519"/>
                    <a:pt x="640" y="431"/>
                    <a:pt x="586" y="376"/>
                  </a:cubicBezTo>
                  <a:lnTo>
                    <a:pt x="252" y="42"/>
                  </a:lnTo>
                  <a:cubicBezTo>
                    <a:pt x="225" y="14"/>
                    <a:pt x="189" y="0"/>
                    <a:pt x="153"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419" name="Google Shape;3419;p27"/>
            <p:cNvSpPr/>
            <p:nvPr/>
          </p:nvSpPr>
          <p:spPr>
            <a:xfrm>
              <a:off x="2896161" y="3654768"/>
              <a:ext cx="20558" cy="19755"/>
            </a:xfrm>
            <a:custGeom>
              <a:rect b="b" l="l" r="r" t="t"/>
              <a:pathLst>
                <a:path extrusionOk="0" h="615" w="640">
                  <a:moveTo>
                    <a:pt x="153" y="0"/>
                  </a:moveTo>
                  <a:cubicBezTo>
                    <a:pt x="117" y="0"/>
                    <a:pt x="82" y="14"/>
                    <a:pt x="55" y="41"/>
                  </a:cubicBezTo>
                  <a:cubicBezTo>
                    <a:pt x="0" y="95"/>
                    <a:pt x="0" y="185"/>
                    <a:pt x="55" y="238"/>
                  </a:cubicBezTo>
                  <a:lnTo>
                    <a:pt x="389" y="573"/>
                  </a:lnTo>
                  <a:cubicBezTo>
                    <a:pt x="417" y="600"/>
                    <a:pt x="453" y="615"/>
                    <a:pt x="489" y="615"/>
                  </a:cubicBezTo>
                  <a:cubicBezTo>
                    <a:pt x="523" y="615"/>
                    <a:pt x="559" y="600"/>
                    <a:pt x="586" y="573"/>
                  </a:cubicBezTo>
                  <a:cubicBezTo>
                    <a:pt x="640" y="519"/>
                    <a:pt x="640" y="431"/>
                    <a:pt x="586" y="376"/>
                  </a:cubicBezTo>
                  <a:lnTo>
                    <a:pt x="252" y="41"/>
                  </a:lnTo>
                  <a:cubicBezTo>
                    <a:pt x="224" y="14"/>
                    <a:pt x="189" y="0"/>
                    <a:pt x="153"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420" name="Google Shape;3420;p27"/>
            <p:cNvSpPr/>
            <p:nvPr/>
          </p:nvSpPr>
          <p:spPr>
            <a:xfrm>
              <a:off x="2941295" y="3699934"/>
              <a:ext cx="20623" cy="19755"/>
            </a:xfrm>
            <a:custGeom>
              <a:rect b="b" l="l" r="r" t="t"/>
              <a:pathLst>
                <a:path extrusionOk="0" h="615" w="642">
                  <a:moveTo>
                    <a:pt x="154" y="1"/>
                  </a:moveTo>
                  <a:cubicBezTo>
                    <a:pt x="118" y="1"/>
                    <a:pt x="82" y="14"/>
                    <a:pt x="56" y="41"/>
                  </a:cubicBezTo>
                  <a:cubicBezTo>
                    <a:pt x="1" y="96"/>
                    <a:pt x="1" y="184"/>
                    <a:pt x="56" y="238"/>
                  </a:cubicBezTo>
                  <a:lnTo>
                    <a:pt x="390" y="574"/>
                  </a:lnTo>
                  <a:cubicBezTo>
                    <a:pt x="418" y="600"/>
                    <a:pt x="454" y="614"/>
                    <a:pt x="490" y="614"/>
                  </a:cubicBezTo>
                  <a:cubicBezTo>
                    <a:pt x="526" y="614"/>
                    <a:pt x="562" y="603"/>
                    <a:pt x="587" y="574"/>
                  </a:cubicBezTo>
                  <a:cubicBezTo>
                    <a:pt x="642" y="519"/>
                    <a:pt x="642" y="430"/>
                    <a:pt x="587" y="375"/>
                  </a:cubicBezTo>
                  <a:lnTo>
                    <a:pt x="253" y="41"/>
                  </a:lnTo>
                  <a:cubicBezTo>
                    <a:pt x="225" y="14"/>
                    <a:pt x="189" y="1"/>
                    <a:pt x="154"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421" name="Google Shape;3421;p27"/>
            <p:cNvSpPr/>
            <p:nvPr/>
          </p:nvSpPr>
          <p:spPr>
            <a:xfrm>
              <a:off x="2905348" y="3690811"/>
              <a:ext cx="20591" cy="19723"/>
            </a:xfrm>
            <a:custGeom>
              <a:rect b="b" l="l" r="r" t="t"/>
              <a:pathLst>
                <a:path extrusionOk="0" h="614" w="641">
                  <a:moveTo>
                    <a:pt x="153" y="0"/>
                  </a:moveTo>
                  <a:cubicBezTo>
                    <a:pt x="118" y="0"/>
                    <a:pt x="82" y="14"/>
                    <a:pt x="54" y="41"/>
                  </a:cubicBezTo>
                  <a:cubicBezTo>
                    <a:pt x="1" y="95"/>
                    <a:pt x="1" y="185"/>
                    <a:pt x="54" y="238"/>
                  </a:cubicBezTo>
                  <a:lnTo>
                    <a:pt x="387" y="571"/>
                  </a:lnTo>
                  <a:cubicBezTo>
                    <a:pt x="415" y="599"/>
                    <a:pt x="451" y="613"/>
                    <a:pt x="487" y="613"/>
                  </a:cubicBezTo>
                  <a:cubicBezTo>
                    <a:pt x="523" y="613"/>
                    <a:pt x="559" y="600"/>
                    <a:pt x="586" y="573"/>
                  </a:cubicBezTo>
                  <a:cubicBezTo>
                    <a:pt x="641" y="519"/>
                    <a:pt x="641" y="431"/>
                    <a:pt x="586" y="376"/>
                  </a:cubicBezTo>
                  <a:lnTo>
                    <a:pt x="251" y="41"/>
                  </a:lnTo>
                  <a:cubicBezTo>
                    <a:pt x="224" y="14"/>
                    <a:pt x="189" y="0"/>
                    <a:pt x="153"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422" name="Google Shape;3422;p27"/>
            <p:cNvSpPr/>
            <p:nvPr/>
          </p:nvSpPr>
          <p:spPr>
            <a:xfrm>
              <a:off x="2882701" y="3668196"/>
              <a:ext cx="20623" cy="19787"/>
            </a:xfrm>
            <a:custGeom>
              <a:rect b="b" l="l" r="r" t="t"/>
              <a:pathLst>
                <a:path extrusionOk="0" h="616" w="642">
                  <a:moveTo>
                    <a:pt x="154" y="1"/>
                  </a:moveTo>
                  <a:cubicBezTo>
                    <a:pt x="118" y="1"/>
                    <a:pt x="82" y="14"/>
                    <a:pt x="56" y="42"/>
                  </a:cubicBezTo>
                  <a:cubicBezTo>
                    <a:pt x="1" y="95"/>
                    <a:pt x="1" y="184"/>
                    <a:pt x="56" y="239"/>
                  </a:cubicBezTo>
                  <a:lnTo>
                    <a:pt x="390" y="573"/>
                  </a:lnTo>
                  <a:cubicBezTo>
                    <a:pt x="418" y="601"/>
                    <a:pt x="454" y="615"/>
                    <a:pt x="490" y="615"/>
                  </a:cubicBezTo>
                  <a:cubicBezTo>
                    <a:pt x="525" y="615"/>
                    <a:pt x="561" y="601"/>
                    <a:pt x="587" y="573"/>
                  </a:cubicBezTo>
                  <a:cubicBezTo>
                    <a:pt x="642" y="520"/>
                    <a:pt x="642" y="430"/>
                    <a:pt x="587" y="376"/>
                  </a:cubicBezTo>
                  <a:lnTo>
                    <a:pt x="253" y="42"/>
                  </a:lnTo>
                  <a:cubicBezTo>
                    <a:pt x="226" y="14"/>
                    <a:pt x="190" y="1"/>
                    <a:pt x="154"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423" name="Google Shape;3423;p27"/>
            <p:cNvSpPr/>
            <p:nvPr/>
          </p:nvSpPr>
          <p:spPr>
            <a:xfrm>
              <a:off x="2927899" y="3713362"/>
              <a:ext cx="20591" cy="19755"/>
            </a:xfrm>
            <a:custGeom>
              <a:rect b="b" l="l" r="r" t="t"/>
              <a:pathLst>
                <a:path extrusionOk="0" h="615" w="641">
                  <a:moveTo>
                    <a:pt x="153" y="0"/>
                  </a:moveTo>
                  <a:cubicBezTo>
                    <a:pt x="118" y="0"/>
                    <a:pt x="82" y="14"/>
                    <a:pt x="54" y="41"/>
                  </a:cubicBezTo>
                  <a:cubicBezTo>
                    <a:pt x="1" y="95"/>
                    <a:pt x="1" y="185"/>
                    <a:pt x="54" y="238"/>
                  </a:cubicBezTo>
                  <a:lnTo>
                    <a:pt x="389" y="573"/>
                  </a:lnTo>
                  <a:cubicBezTo>
                    <a:pt x="416" y="600"/>
                    <a:pt x="452" y="615"/>
                    <a:pt x="489" y="615"/>
                  </a:cubicBezTo>
                  <a:cubicBezTo>
                    <a:pt x="525" y="615"/>
                    <a:pt x="561" y="602"/>
                    <a:pt x="587" y="573"/>
                  </a:cubicBezTo>
                  <a:cubicBezTo>
                    <a:pt x="641" y="519"/>
                    <a:pt x="641" y="431"/>
                    <a:pt x="587" y="376"/>
                  </a:cubicBezTo>
                  <a:lnTo>
                    <a:pt x="251" y="41"/>
                  </a:lnTo>
                  <a:cubicBezTo>
                    <a:pt x="224" y="14"/>
                    <a:pt x="189" y="0"/>
                    <a:pt x="153"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424" name="Google Shape;3424;p27"/>
            <p:cNvSpPr/>
            <p:nvPr/>
          </p:nvSpPr>
          <p:spPr>
            <a:xfrm>
              <a:off x="2891856" y="3704175"/>
              <a:ext cx="20591" cy="19787"/>
            </a:xfrm>
            <a:custGeom>
              <a:rect b="b" l="l" r="r" t="t"/>
              <a:pathLst>
                <a:path extrusionOk="0" h="616" w="641">
                  <a:moveTo>
                    <a:pt x="153" y="1"/>
                  </a:moveTo>
                  <a:cubicBezTo>
                    <a:pt x="118" y="1"/>
                    <a:pt x="82" y="14"/>
                    <a:pt x="54" y="41"/>
                  </a:cubicBezTo>
                  <a:cubicBezTo>
                    <a:pt x="1" y="96"/>
                    <a:pt x="1" y="184"/>
                    <a:pt x="54" y="239"/>
                  </a:cubicBezTo>
                  <a:lnTo>
                    <a:pt x="389" y="574"/>
                  </a:lnTo>
                  <a:cubicBezTo>
                    <a:pt x="416" y="601"/>
                    <a:pt x="453" y="616"/>
                    <a:pt x="489" y="616"/>
                  </a:cubicBezTo>
                  <a:cubicBezTo>
                    <a:pt x="525" y="616"/>
                    <a:pt x="561" y="602"/>
                    <a:pt x="587" y="574"/>
                  </a:cubicBezTo>
                  <a:cubicBezTo>
                    <a:pt x="641" y="519"/>
                    <a:pt x="641" y="430"/>
                    <a:pt x="587" y="377"/>
                  </a:cubicBezTo>
                  <a:lnTo>
                    <a:pt x="251" y="41"/>
                  </a:lnTo>
                  <a:cubicBezTo>
                    <a:pt x="224" y="14"/>
                    <a:pt x="189" y="1"/>
                    <a:pt x="153"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425" name="Google Shape;3425;p27"/>
            <p:cNvSpPr/>
            <p:nvPr/>
          </p:nvSpPr>
          <p:spPr>
            <a:xfrm>
              <a:off x="2869209" y="3681624"/>
              <a:ext cx="20655" cy="19787"/>
            </a:xfrm>
            <a:custGeom>
              <a:rect b="b" l="l" r="r" t="t"/>
              <a:pathLst>
                <a:path extrusionOk="0" h="616" w="643">
                  <a:moveTo>
                    <a:pt x="154" y="1"/>
                  </a:moveTo>
                  <a:cubicBezTo>
                    <a:pt x="118" y="1"/>
                    <a:pt x="83" y="14"/>
                    <a:pt x="56" y="41"/>
                  </a:cubicBezTo>
                  <a:cubicBezTo>
                    <a:pt x="1" y="96"/>
                    <a:pt x="1" y="184"/>
                    <a:pt x="56" y="239"/>
                  </a:cubicBezTo>
                  <a:lnTo>
                    <a:pt x="390" y="573"/>
                  </a:lnTo>
                  <a:cubicBezTo>
                    <a:pt x="418" y="601"/>
                    <a:pt x="454" y="615"/>
                    <a:pt x="490" y="615"/>
                  </a:cubicBezTo>
                  <a:cubicBezTo>
                    <a:pt x="526" y="615"/>
                    <a:pt x="563" y="601"/>
                    <a:pt x="587" y="573"/>
                  </a:cubicBezTo>
                  <a:cubicBezTo>
                    <a:pt x="642" y="518"/>
                    <a:pt x="642" y="430"/>
                    <a:pt x="587" y="377"/>
                  </a:cubicBezTo>
                  <a:lnTo>
                    <a:pt x="253" y="41"/>
                  </a:lnTo>
                  <a:cubicBezTo>
                    <a:pt x="225" y="14"/>
                    <a:pt x="189" y="1"/>
                    <a:pt x="154"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426" name="Google Shape;3426;p27"/>
            <p:cNvSpPr/>
            <p:nvPr/>
          </p:nvSpPr>
          <p:spPr>
            <a:xfrm>
              <a:off x="2914472" y="3726790"/>
              <a:ext cx="20591" cy="19787"/>
            </a:xfrm>
            <a:custGeom>
              <a:rect b="b" l="l" r="r" t="t"/>
              <a:pathLst>
                <a:path extrusionOk="0" h="616" w="641">
                  <a:moveTo>
                    <a:pt x="153" y="1"/>
                  </a:moveTo>
                  <a:cubicBezTo>
                    <a:pt x="117" y="1"/>
                    <a:pt x="81" y="14"/>
                    <a:pt x="54" y="42"/>
                  </a:cubicBezTo>
                  <a:cubicBezTo>
                    <a:pt x="0" y="95"/>
                    <a:pt x="0" y="184"/>
                    <a:pt x="54" y="239"/>
                  </a:cubicBezTo>
                  <a:lnTo>
                    <a:pt x="390" y="573"/>
                  </a:lnTo>
                  <a:cubicBezTo>
                    <a:pt x="416" y="601"/>
                    <a:pt x="452" y="615"/>
                    <a:pt x="488" y="615"/>
                  </a:cubicBezTo>
                  <a:cubicBezTo>
                    <a:pt x="524" y="615"/>
                    <a:pt x="561" y="602"/>
                    <a:pt x="587" y="573"/>
                  </a:cubicBezTo>
                  <a:cubicBezTo>
                    <a:pt x="640" y="520"/>
                    <a:pt x="640" y="430"/>
                    <a:pt x="587" y="376"/>
                  </a:cubicBezTo>
                  <a:lnTo>
                    <a:pt x="251" y="42"/>
                  </a:lnTo>
                  <a:cubicBezTo>
                    <a:pt x="224" y="14"/>
                    <a:pt x="189" y="1"/>
                    <a:pt x="153"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427" name="Google Shape;3427;p27"/>
            <p:cNvSpPr/>
            <p:nvPr/>
          </p:nvSpPr>
          <p:spPr>
            <a:xfrm>
              <a:off x="2870847" y="3709603"/>
              <a:ext cx="8994" cy="8962"/>
            </a:xfrm>
            <a:custGeom>
              <a:rect b="b" l="l" r="r" t="t"/>
              <a:pathLst>
                <a:path extrusionOk="0" h="279" w="280">
                  <a:moveTo>
                    <a:pt x="139" y="1"/>
                  </a:moveTo>
                  <a:cubicBezTo>
                    <a:pt x="63" y="1"/>
                    <a:pt x="1" y="63"/>
                    <a:pt x="1" y="140"/>
                  </a:cubicBezTo>
                  <a:cubicBezTo>
                    <a:pt x="1" y="216"/>
                    <a:pt x="63" y="279"/>
                    <a:pt x="139" y="279"/>
                  </a:cubicBezTo>
                  <a:cubicBezTo>
                    <a:pt x="218" y="279"/>
                    <a:pt x="280" y="216"/>
                    <a:pt x="280" y="140"/>
                  </a:cubicBezTo>
                  <a:cubicBezTo>
                    <a:pt x="280" y="63"/>
                    <a:pt x="218" y="1"/>
                    <a:pt x="139"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428" name="Google Shape;3428;p27"/>
            <p:cNvSpPr/>
            <p:nvPr/>
          </p:nvSpPr>
          <p:spPr>
            <a:xfrm>
              <a:off x="2884275" y="3723063"/>
              <a:ext cx="8962" cy="8930"/>
            </a:xfrm>
            <a:custGeom>
              <a:rect b="b" l="l" r="r" t="t"/>
              <a:pathLst>
                <a:path extrusionOk="0" h="278" w="279">
                  <a:moveTo>
                    <a:pt x="140" y="0"/>
                  </a:moveTo>
                  <a:cubicBezTo>
                    <a:pt x="63" y="0"/>
                    <a:pt x="1" y="62"/>
                    <a:pt x="1" y="139"/>
                  </a:cubicBezTo>
                  <a:cubicBezTo>
                    <a:pt x="1" y="216"/>
                    <a:pt x="63" y="278"/>
                    <a:pt x="140" y="278"/>
                  </a:cubicBezTo>
                  <a:cubicBezTo>
                    <a:pt x="217" y="278"/>
                    <a:pt x="279" y="216"/>
                    <a:pt x="279" y="139"/>
                  </a:cubicBezTo>
                  <a:cubicBezTo>
                    <a:pt x="279" y="62"/>
                    <a:pt x="217" y="0"/>
                    <a:pt x="140"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429" name="Google Shape;3429;p27"/>
            <p:cNvSpPr/>
            <p:nvPr/>
          </p:nvSpPr>
          <p:spPr>
            <a:xfrm>
              <a:off x="2897735" y="3736491"/>
              <a:ext cx="8962" cy="8962"/>
            </a:xfrm>
            <a:custGeom>
              <a:rect b="b" l="l" r="r" t="t"/>
              <a:pathLst>
                <a:path extrusionOk="0" h="279" w="279">
                  <a:moveTo>
                    <a:pt x="139" y="0"/>
                  </a:moveTo>
                  <a:cubicBezTo>
                    <a:pt x="62" y="0"/>
                    <a:pt x="0" y="63"/>
                    <a:pt x="0" y="139"/>
                  </a:cubicBezTo>
                  <a:cubicBezTo>
                    <a:pt x="0" y="216"/>
                    <a:pt x="62" y="278"/>
                    <a:pt x="139" y="278"/>
                  </a:cubicBezTo>
                  <a:cubicBezTo>
                    <a:pt x="216" y="278"/>
                    <a:pt x="278" y="216"/>
                    <a:pt x="278" y="139"/>
                  </a:cubicBezTo>
                  <a:cubicBezTo>
                    <a:pt x="278" y="63"/>
                    <a:pt x="216" y="0"/>
                    <a:pt x="139"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3430" name="Google Shape;3430;p27"/>
          <p:cNvGrpSpPr/>
          <p:nvPr/>
        </p:nvGrpSpPr>
        <p:grpSpPr>
          <a:xfrm>
            <a:off x="2225795" y="3481009"/>
            <a:ext cx="251616" cy="297627"/>
            <a:chOff x="2225795" y="3481009"/>
            <a:chExt cx="251616" cy="297627"/>
          </a:xfrm>
        </p:grpSpPr>
        <p:sp>
          <p:nvSpPr>
            <p:cNvPr id="3431" name="Google Shape;3431;p27"/>
            <p:cNvSpPr/>
            <p:nvPr/>
          </p:nvSpPr>
          <p:spPr>
            <a:xfrm>
              <a:off x="2242018" y="3750754"/>
              <a:ext cx="220392" cy="26726"/>
            </a:xfrm>
            <a:custGeom>
              <a:rect b="b" l="l" r="r" t="t"/>
              <a:pathLst>
                <a:path extrusionOk="0" h="832" w="6861">
                  <a:moveTo>
                    <a:pt x="0" y="1"/>
                  </a:moveTo>
                  <a:lnTo>
                    <a:pt x="0" y="645"/>
                  </a:lnTo>
                  <a:cubicBezTo>
                    <a:pt x="0" y="748"/>
                    <a:pt x="83" y="832"/>
                    <a:pt x="187" y="832"/>
                  </a:cubicBezTo>
                  <a:lnTo>
                    <a:pt x="6636" y="832"/>
                  </a:lnTo>
                  <a:cubicBezTo>
                    <a:pt x="6739" y="832"/>
                    <a:pt x="6822" y="746"/>
                    <a:pt x="6822" y="645"/>
                  </a:cubicBezTo>
                  <a:lnTo>
                    <a:pt x="6861" y="589"/>
                  </a:lnTo>
                  <a:lnTo>
                    <a:pt x="6861" y="1"/>
                  </a:ln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432" name="Google Shape;3432;p27"/>
            <p:cNvSpPr/>
            <p:nvPr/>
          </p:nvSpPr>
          <p:spPr>
            <a:xfrm>
              <a:off x="2240701" y="3750754"/>
              <a:ext cx="221613" cy="27882"/>
            </a:xfrm>
            <a:custGeom>
              <a:rect b="b" l="l" r="r" t="t"/>
              <a:pathLst>
                <a:path extrusionOk="0" h="868" w="6899">
                  <a:moveTo>
                    <a:pt x="1" y="1"/>
                  </a:moveTo>
                  <a:lnTo>
                    <a:pt x="1" y="681"/>
                  </a:lnTo>
                  <a:cubicBezTo>
                    <a:pt x="1" y="784"/>
                    <a:pt x="85" y="868"/>
                    <a:pt x="188" y="868"/>
                  </a:cubicBezTo>
                  <a:lnTo>
                    <a:pt x="6714" y="868"/>
                  </a:lnTo>
                  <a:cubicBezTo>
                    <a:pt x="6816" y="868"/>
                    <a:pt x="6899" y="784"/>
                    <a:pt x="6899" y="681"/>
                  </a:cubicBezTo>
                  <a:lnTo>
                    <a:pt x="6899" y="587"/>
                  </a:lnTo>
                  <a:lnTo>
                    <a:pt x="338" y="587"/>
                  </a:lnTo>
                  <a:lnTo>
                    <a:pt x="338" y="589"/>
                  </a:lnTo>
                  <a:cubicBezTo>
                    <a:pt x="308" y="589"/>
                    <a:pt x="282" y="564"/>
                    <a:pt x="282" y="534"/>
                  </a:cubicBezTo>
                  <a:lnTo>
                    <a:pt x="282" y="1"/>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433" name="Google Shape;3433;p27"/>
            <p:cNvSpPr/>
            <p:nvPr/>
          </p:nvSpPr>
          <p:spPr>
            <a:xfrm>
              <a:off x="2243753" y="3531926"/>
              <a:ext cx="218561" cy="168322"/>
            </a:xfrm>
            <a:custGeom>
              <a:rect b="b" l="l" r="r" t="t"/>
              <a:pathLst>
                <a:path extrusionOk="0" h="5240" w="6804">
                  <a:moveTo>
                    <a:pt x="0" y="0"/>
                  </a:moveTo>
                  <a:lnTo>
                    <a:pt x="0" y="5239"/>
                  </a:lnTo>
                  <a:lnTo>
                    <a:pt x="6730" y="5239"/>
                  </a:lnTo>
                  <a:lnTo>
                    <a:pt x="6804" y="4958"/>
                  </a:lnTo>
                  <a:lnTo>
                    <a:pt x="6804" y="0"/>
                  </a:lnTo>
                  <a:close/>
                </a:path>
              </a:pathLst>
            </a:custGeom>
            <a:solidFill>
              <a:srgbClr val="8E73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434" name="Google Shape;3434;p27"/>
            <p:cNvSpPr/>
            <p:nvPr/>
          </p:nvSpPr>
          <p:spPr>
            <a:xfrm>
              <a:off x="2240701" y="3531926"/>
              <a:ext cx="221613" cy="171245"/>
            </a:xfrm>
            <a:custGeom>
              <a:rect b="b" l="l" r="r" t="t"/>
              <a:pathLst>
                <a:path extrusionOk="0" h="5331" w="6899">
                  <a:moveTo>
                    <a:pt x="1" y="0"/>
                  </a:moveTo>
                  <a:lnTo>
                    <a:pt x="1" y="5330"/>
                  </a:lnTo>
                  <a:lnTo>
                    <a:pt x="6899" y="5330"/>
                  </a:lnTo>
                  <a:lnTo>
                    <a:pt x="6899" y="4958"/>
                  </a:lnTo>
                  <a:lnTo>
                    <a:pt x="374" y="4958"/>
                  </a:lnTo>
                  <a:cubicBezTo>
                    <a:pt x="324" y="4958"/>
                    <a:pt x="282" y="4916"/>
                    <a:pt x="282" y="4866"/>
                  </a:cubicBezTo>
                  <a:lnTo>
                    <a:pt x="282" y="0"/>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435" name="Google Shape;3435;p27"/>
            <p:cNvSpPr/>
            <p:nvPr/>
          </p:nvSpPr>
          <p:spPr>
            <a:xfrm>
              <a:off x="2259911" y="3553353"/>
              <a:ext cx="184512" cy="89975"/>
            </a:xfrm>
            <a:custGeom>
              <a:rect b="b" l="l" r="r" t="t"/>
              <a:pathLst>
                <a:path extrusionOk="0" h="2801" w="5744">
                  <a:moveTo>
                    <a:pt x="243" y="1"/>
                  </a:moveTo>
                  <a:lnTo>
                    <a:pt x="95" y="38"/>
                  </a:lnTo>
                  <a:cubicBezTo>
                    <a:pt x="43" y="38"/>
                    <a:pt x="1" y="82"/>
                    <a:pt x="1" y="132"/>
                  </a:cubicBezTo>
                  <a:lnTo>
                    <a:pt x="1" y="2706"/>
                  </a:lnTo>
                  <a:cubicBezTo>
                    <a:pt x="1" y="2758"/>
                    <a:pt x="44" y="2800"/>
                    <a:pt x="95" y="2800"/>
                  </a:cubicBezTo>
                  <a:lnTo>
                    <a:pt x="5603" y="2782"/>
                  </a:lnTo>
                  <a:cubicBezTo>
                    <a:pt x="5655" y="2782"/>
                    <a:pt x="5697" y="2741"/>
                    <a:pt x="5697" y="2686"/>
                  </a:cubicBezTo>
                  <a:lnTo>
                    <a:pt x="5744" y="2275"/>
                  </a:lnTo>
                  <a:lnTo>
                    <a:pt x="5744" y="1138"/>
                  </a:lnTo>
                  <a:lnTo>
                    <a:pt x="5670" y="827"/>
                  </a:lnTo>
                  <a:lnTo>
                    <a:pt x="5744" y="580"/>
                  </a:lnTo>
                  <a:lnTo>
                    <a:pt x="5744" y="95"/>
                  </a:lnTo>
                  <a:cubicBezTo>
                    <a:pt x="5744" y="43"/>
                    <a:pt x="5700" y="1"/>
                    <a:pt x="5650" y="1"/>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436" name="Google Shape;3436;p27"/>
            <p:cNvSpPr/>
            <p:nvPr/>
          </p:nvSpPr>
          <p:spPr>
            <a:xfrm>
              <a:off x="2258722" y="3553417"/>
              <a:ext cx="127912" cy="91099"/>
            </a:xfrm>
            <a:custGeom>
              <a:rect b="b" l="l" r="r" t="t"/>
              <a:pathLst>
                <a:path extrusionOk="0" h="2836" w="3982">
                  <a:moveTo>
                    <a:pt x="94" y="0"/>
                  </a:moveTo>
                  <a:cubicBezTo>
                    <a:pt x="44" y="0"/>
                    <a:pt x="0" y="42"/>
                    <a:pt x="0" y="94"/>
                  </a:cubicBezTo>
                  <a:lnTo>
                    <a:pt x="0" y="1698"/>
                  </a:lnTo>
                  <a:lnTo>
                    <a:pt x="74" y="1996"/>
                  </a:lnTo>
                  <a:lnTo>
                    <a:pt x="0" y="2257"/>
                  </a:lnTo>
                  <a:lnTo>
                    <a:pt x="0" y="2742"/>
                  </a:lnTo>
                  <a:cubicBezTo>
                    <a:pt x="0" y="2793"/>
                    <a:pt x="41" y="2836"/>
                    <a:pt x="94" y="2836"/>
                  </a:cubicBezTo>
                  <a:lnTo>
                    <a:pt x="3916" y="2836"/>
                  </a:lnTo>
                  <a:cubicBezTo>
                    <a:pt x="3916" y="2836"/>
                    <a:pt x="3981" y="2726"/>
                    <a:pt x="3981" y="2675"/>
                  </a:cubicBezTo>
                  <a:lnTo>
                    <a:pt x="3916" y="2558"/>
                  </a:lnTo>
                  <a:lnTo>
                    <a:pt x="374" y="2558"/>
                  </a:lnTo>
                  <a:lnTo>
                    <a:pt x="374" y="2555"/>
                  </a:lnTo>
                  <a:cubicBezTo>
                    <a:pt x="323" y="2555"/>
                    <a:pt x="280" y="2515"/>
                    <a:pt x="280" y="2461"/>
                  </a:cubicBezTo>
                  <a:lnTo>
                    <a:pt x="280" y="0"/>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437" name="Google Shape;3437;p27"/>
            <p:cNvSpPr/>
            <p:nvPr/>
          </p:nvSpPr>
          <p:spPr>
            <a:xfrm>
              <a:off x="2260586" y="3607963"/>
              <a:ext cx="48505" cy="16158"/>
            </a:xfrm>
            <a:custGeom>
              <a:rect b="b" l="l" r="r" t="t"/>
              <a:pathLst>
                <a:path extrusionOk="0" h="503" w="1510">
                  <a:moveTo>
                    <a:pt x="224" y="0"/>
                  </a:moveTo>
                  <a:lnTo>
                    <a:pt x="0" y="57"/>
                  </a:lnTo>
                  <a:lnTo>
                    <a:pt x="0" y="502"/>
                  </a:lnTo>
                  <a:lnTo>
                    <a:pt x="1361" y="502"/>
                  </a:lnTo>
                  <a:cubicBezTo>
                    <a:pt x="1412" y="502"/>
                    <a:pt x="1452" y="462"/>
                    <a:pt x="1455" y="411"/>
                  </a:cubicBezTo>
                  <a:lnTo>
                    <a:pt x="1510" y="281"/>
                  </a:lnTo>
                  <a:lnTo>
                    <a:pt x="1510" y="94"/>
                  </a:lnTo>
                  <a:cubicBezTo>
                    <a:pt x="1510" y="42"/>
                    <a:pt x="1467" y="0"/>
                    <a:pt x="1416" y="0"/>
                  </a:cubicBez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438" name="Google Shape;3438;p27"/>
            <p:cNvSpPr/>
            <p:nvPr/>
          </p:nvSpPr>
          <p:spPr>
            <a:xfrm>
              <a:off x="2258722" y="3607963"/>
              <a:ext cx="50336" cy="17956"/>
            </a:xfrm>
            <a:custGeom>
              <a:rect b="b" l="l" r="r" t="t"/>
              <a:pathLst>
                <a:path extrusionOk="0" h="559" w="1567">
                  <a:moveTo>
                    <a:pt x="0" y="0"/>
                  </a:moveTo>
                  <a:lnTo>
                    <a:pt x="0" y="559"/>
                  </a:lnTo>
                  <a:lnTo>
                    <a:pt x="1472" y="559"/>
                  </a:lnTo>
                  <a:cubicBezTo>
                    <a:pt x="1523" y="559"/>
                    <a:pt x="1567" y="517"/>
                    <a:pt x="1567" y="465"/>
                  </a:cubicBezTo>
                  <a:lnTo>
                    <a:pt x="1567" y="278"/>
                  </a:lnTo>
                  <a:lnTo>
                    <a:pt x="374" y="278"/>
                  </a:lnTo>
                  <a:cubicBezTo>
                    <a:pt x="372" y="278"/>
                    <a:pt x="370" y="278"/>
                    <a:pt x="369" y="278"/>
                  </a:cubicBezTo>
                  <a:cubicBezTo>
                    <a:pt x="319" y="278"/>
                    <a:pt x="280" y="237"/>
                    <a:pt x="280" y="187"/>
                  </a:cubicBezTo>
                  <a:lnTo>
                    <a:pt x="280" y="0"/>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439" name="Google Shape;3439;p27"/>
            <p:cNvSpPr/>
            <p:nvPr/>
          </p:nvSpPr>
          <p:spPr>
            <a:xfrm>
              <a:off x="2298235" y="3571920"/>
              <a:ext cx="49147" cy="16864"/>
            </a:xfrm>
            <a:custGeom>
              <a:rect b="b" l="l" r="r" t="t"/>
              <a:pathLst>
                <a:path extrusionOk="0" h="525" w="1530">
                  <a:moveTo>
                    <a:pt x="242" y="0"/>
                  </a:moveTo>
                  <a:lnTo>
                    <a:pt x="95" y="38"/>
                  </a:lnTo>
                  <a:cubicBezTo>
                    <a:pt x="41" y="38"/>
                    <a:pt x="1" y="81"/>
                    <a:pt x="1" y="132"/>
                  </a:cubicBezTo>
                  <a:lnTo>
                    <a:pt x="1" y="430"/>
                  </a:lnTo>
                  <a:cubicBezTo>
                    <a:pt x="1" y="484"/>
                    <a:pt x="44" y="524"/>
                    <a:pt x="95" y="524"/>
                  </a:cubicBezTo>
                  <a:lnTo>
                    <a:pt x="1399" y="524"/>
                  </a:lnTo>
                  <a:cubicBezTo>
                    <a:pt x="1451" y="524"/>
                    <a:pt x="1493" y="484"/>
                    <a:pt x="1492" y="429"/>
                  </a:cubicBezTo>
                  <a:lnTo>
                    <a:pt x="1529" y="281"/>
                  </a:lnTo>
                  <a:lnTo>
                    <a:pt x="1529" y="94"/>
                  </a:lnTo>
                  <a:cubicBezTo>
                    <a:pt x="1529" y="42"/>
                    <a:pt x="1486" y="0"/>
                    <a:pt x="1435" y="0"/>
                  </a:cubicBez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440" name="Google Shape;3440;p27"/>
            <p:cNvSpPr/>
            <p:nvPr/>
          </p:nvSpPr>
          <p:spPr>
            <a:xfrm>
              <a:off x="2296982" y="3572017"/>
              <a:ext cx="50400" cy="18053"/>
            </a:xfrm>
            <a:custGeom>
              <a:rect b="b" l="l" r="r" t="t"/>
              <a:pathLst>
                <a:path extrusionOk="0" h="562" w="1569">
                  <a:moveTo>
                    <a:pt x="95" y="0"/>
                  </a:moveTo>
                  <a:cubicBezTo>
                    <a:pt x="44" y="0"/>
                    <a:pt x="1" y="42"/>
                    <a:pt x="1" y="94"/>
                  </a:cubicBezTo>
                  <a:lnTo>
                    <a:pt x="1" y="468"/>
                  </a:lnTo>
                  <a:cubicBezTo>
                    <a:pt x="1" y="518"/>
                    <a:pt x="43" y="562"/>
                    <a:pt x="95" y="562"/>
                  </a:cubicBezTo>
                  <a:lnTo>
                    <a:pt x="1474" y="562"/>
                  </a:lnTo>
                  <a:cubicBezTo>
                    <a:pt x="1525" y="562"/>
                    <a:pt x="1568" y="520"/>
                    <a:pt x="1568" y="468"/>
                  </a:cubicBezTo>
                  <a:lnTo>
                    <a:pt x="1568" y="281"/>
                  </a:lnTo>
                  <a:lnTo>
                    <a:pt x="376" y="281"/>
                  </a:lnTo>
                  <a:cubicBezTo>
                    <a:pt x="325" y="281"/>
                    <a:pt x="281" y="239"/>
                    <a:pt x="281" y="187"/>
                  </a:cubicBezTo>
                  <a:lnTo>
                    <a:pt x="281" y="0"/>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441" name="Google Shape;3441;p27"/>
            <p:cNvSpPr/>
            <p:nvPr/>
          </p:nvSpPr>
          <p:spPr>
            <a:xfrm>
              <a:off x="2427631" y="3571920"/>
              <a:ext cx="16800" cy="16864"/>
            </a:xfrm>
            <a:custGeom>
              <a:rect b="b" l="l" r="r" t="t"/>
              <a:pathLst>
                <a:path extrusionOk="0" h="525" w="523">
                  <a:moveTo>
                    <a:pt x="242" y="0"/>
                  </a:moveTo>
                  <a:lnTo>
                    <a:pt x="94" y="38"/>
                  </a:lnTo>
                  <a:cubicBezTo>
                    <a:pt x="42" y="38"/>
                    <a:pt x="0" y="81"/>
                    <a:pt x="0" y="132"/>
                  </a:cubicBezTo>
                  <a:lnTo>
                    <a:pt x="0" y="430"/>
                  </a:lnTo>
                  <a:cubicBezTo>
                    <a:pt x="0" y="484"/>
                    <a:pt x="43" y="524"/>
                    <a:pt x="94" y="524"/>
                  </a:cubicBezTo>
                  <a:lnTo>
                    <a:pt x="485" y="524"/>
                  </a:lnTo>
                  <a:lnTo>
                    <a:pt x="523" y="281"/>
                  </a:lnTo>
                  <a:lnTo>
                    <a:pt x="523" y="0"/>
                  </a:ln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442" name="Google Shape;3442;p27"/>
            <p:cNvSpPr/>
            <p:nvPr/>
          </p:nvSpPr>
          <p:spPr>
            <a:xfrm>
              <a:off x="2426346" y="3572017"/>
              <a:ext cx="18053" cy="18053"/>
            </a:xfrm>
            <a:custGeom>
              <a:rect b="b" l="l" r="r" t="t"/>
              <a:pathLst>
                <a:path extrusionOk="0" h="562" w="562">
                  <a:moveTo>
                    <a:pt x="95" y="0"/>
                  </a:moveTo>
                  <a:cubicBezTo>
                    <a:pt x="43" y="0"/>
                    <a:pt x="1" y="42"/>
                    <a:pt x="1" y="94"/>
                  </a:cubicBezTo>
                  <a:lnTo>
                    <a:pt x="1" y="468"/>
                  </a:lnTo>
                  <a:cubicBezTo>
                    <a:pt x="1" y="518"/>
                    <a:pt x="41" y="562"/>
                    <a:pt x="95" y="562"/>
                  </a:cubicBezTo>
                  <a:lnTo>
                    <a:pt x="561" y="562"/>
                  </a:lnTo>
                  <a:lnTo>
                    <a:pt x="561" y="281"/>
                  </a:lnTo>
                  <a:lnTo>
                    <a:pt x="374" y="281"/>
                  </a:lnTo>
                  <a:cubicBezTo>
                    <a:pt x="324" y="281"/>
                    <a:pt x="280" y="239"/>
                    <a:pt x="280" y="187"/>
                  </a:cubicBezTo>
                  <a:lnTo>
                    <a:pt x="280" y="0"/>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443" name="Google Shape;3443;p27"/>
            <p:cNvSpPr/>
            <p:nvPr/>
          </p:nvSpPr>
          <p:spPr>
            <a:xfrm>
              <a:off x="2385709" y="3626499"/>
              <a:ext cx="58720" cy="16832"/>
            </a:xfrm>
            <a:custGeom>
              <a:rect b="b" l="l" r="r" t="t"/>
              <a:pathLst>
                <a:path extrusionOk="0" h="524" w="1828">
                  <a:moveTo>
                    <a:pt x="242" y="1"/>
                  </a:moveTo>
                  <a:lnTo>
                    <a:pt x="95" y="38"/>
                  </a:lnTo>
                  <a:cubicBezTo>
                    <a:pt x="43" y="38"/>
                    <a:pt x="1" y="82"/>
                    <a:pt x="1" y="132"/>
                  </a:cubicBezTo>
                  <a:lnTo>
                    <a:pt x="1" y="523"/>
                  </a:lnTo>
                  <a:lnTo>
                    <a:pt x="1696" y="523"/>
                  </a:lnTo>
                  <a:cubicBezTo>
                    <a:pt x="1748" y="523"/>
                    <a:pt x="1790" y="481"/>
                    <a:pt x="1790" y="429"/>
                  </a:cubicBezTo>
                  <a:lnTo>
                    <a:pt x="1828" y="280"/>
                  </a:lnTo>
                  <a:lnTo>
                    <a:pt x="1828" y="1"/>
                  </a:ln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444" name="Google Shape;3444;p27"/>
            <p:cNvSpPr/>
            <p:nvPr/>
          </p:nvSpPr>
          <p:spPr>
            <a:xfrm>
              <a:off x="2384520" y="3626499"/>
              <a:ext cx="59908" cy="18021"/>
            </a:xfrm>
            <a:custGeom>
              <a:rect b="b" l="l" r="r" t="t"/>
              <a:pathLst>
                <a:path extrusionOk="0" h="561" w="1865">
                  <a:moveTo>
                    <a:pt x="94" y="1"/>
                  </a:moveTo>
                  <a:cubicBezTo>
                    <a:pt x="42" y="1"/>
                    <a:pt x="0" y="41"/>
                    <a:pt x="0" y="95"/>
                  </a:cubicBezTo>
                  <a:lnTo>
                    <a:pt x="0" y="561"/>
                  </a:lnTo>
                  <a:lnTo>
                    <a:pt x="1771" y="561"/>
                  </a:lnTo>
                  <a:cubicBezTo>
                    <a:pt x="1821" y="561"/>
                    <a:pt x="1865" y="519"/>
                    <a:pt x="1865" y="467"/>
                  </a:cubicBezTo>
                  <a:lnTo>
                    <a:pt x="1865" y="280"/>
                  </a:lnTo>
                  <a:lnTo>
                    <a:pt x="374" y="280"/>
                  </a:lnTo>
                  <a:cubicBezTo>
                    <a:pt x="321" y="280"/>
                    <a:pt x="279" y="240"/>
                    <a:pt x="279" y="186"/>
                  </a:cubicBezTo>
                  <a:lnTo>
                    <a:pt x="279" y="1"/>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445" name="Google Shape;3445;p27"/>
            <p:cNvSpPr/>
            <p:nvPr/>
          </p:nvSpPr>
          <p:spPr>
            <a:xfrm>
              <a:off x="2366820" y="3590552"/>
              <a:ext cx="16832" cy="16832"/>
            </a:xfrm>
            <a:custGeom>
              <a:rect b="b" l="l" r="r" t="t"/>
              <a:pathLst>
                <a:path extrusionOk="0" h="524" w="524">
                  <a:moveTo>
                    <a:pt x="243" y="1"/>
                  </a:moveTo>
                  <a:cubicBezTo>
                    <a:pt x="214" y="1"/>
                    <a:pt x="189" y="5"/>
                    <a:pt x="162" y="14"/>
                  </a:cubicBezTo>
                  <a:cubicBezTo>
                    <a:pt x="47" y="50"/>
                    <a:pt x="1" y="282"/>
                    <a:pt x="1" y="282"/>
                  </a:cubicBezTo>
                  <a:cubicBezTo>
                    <a:pt x="1" y="435"/>
                    <a:pt x="89" y="523"/>
                    <a:pt x="243" y="523"/>
                  </a:cubicBezTo>
                  <a:cubicBezTo>
                    <a:pt x="243" y="523"/>
                    <a:pt x="476" y="477"/>
                    <a:pt x="511" y="363"/>
                  </a:cubicBezTo>
                  <a:cubicBezTo>
                    <a:pt x="519" y="338"/>
                    <a:pt x="524" y="310"/>
                    <a:pt x="524" y="282"/>
                  </a:cubicBezTo>
                  <a:cubicBezTo>
                    <a:pt x="524" y="125"/>
                    <a:pt x="396" y="1"/>
                    <a:pt x="243" y="1"/>
                  </a:cubicBezTo>
                  <a:close/>
                </a:path>
              </a:pathLst>
            </a:cu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446" name="Google Shape;3446;p27"/>
            <p:cNvSpPr/>
            <p:nvPr/>
          </p:nvSpPr>
          <p:spPr>
            <a:xfrm>
              <a:off x="2365567" y="3590938"/>
              <a:ext cx="17667" cy="17603"/>
            </a:xfrm>
            <a:custGeom>
              <a:rect b="b" l="l" r="r" t="t"/>
              <a:pathLst>
                <a:path extrusionOk="0" h="548" w="550">
                  <a:moveTo>
                    <a:pt x="201" y="0"/>
                  </a:moveTo>
                  <a:lnTo>
                    <a:pt x="201" y="0"/>
                  </a:lnTo>
                  <a:cubicBezTo>
                    <a:pt x="86" y="34"/>
                    <a:pt x="1" y="141"/>
                    <a:pt x="1" y="268"/>
                  </a:cubicBezTo>
                  <a:cubicBezTo>
                    <a:pt x="1" y="422"/>
                    <a:pt x="127" y="547"/>
                    <a:pt x="282" y="547"/>
                  </a:cubicBezTo>
                  <a:cubicBezTo>
                    <a:pt x="409" y="547"/>
                    <a:pt x="515" y="465"/>
                    <a:pt x="550" y="349"/>
                  </a:cubicBezTo>
                  <a:lnTo>
                    <a:pt x="550" y="349"/>
                  </a:lnTo>
                  <a:cubicBezTo>
                    <a:pt x="525" y="358"/>
                    <a:pt x="497" y="362"/>
                    <a:pt x="468" y="362"/>
                  </a:cubicBezTo>
                  <a:cubicBezTo>
                    <a:pt x="315" y="362"/>
                    <a:pt x="188" y="236"/>
                    <a:pt x="188" y="81"/>
                  </a:cubicBezTo>
                  <a:cubicBezTo>
                    <a:pt x="188" y="52"/>
                    <a:pt x="192" y="25"/>
                    <a:pt x="201"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447" name="Google Shape;3447;p27"/>
            <p:cNvSpPr/>
            <p:nvPr/>
          </p:nvSpPr>
          <p:spPr>
            <a:xfrm>
              <a:off x="2268841" y="3663955"/>
              <a:ext cx="40828" cy="19177"/>
            </a:xfrm>
            <a:custGeom>
              <a:rect b="b" l="l" r="r" t="t"/>
              <a:pathLst>
                <a:path extrusionOk="0" h="597" w="1271">
                  <a:moveTo>
                    <a:pt x="244" y="0"/>
                  </a:moveTo>
                  <a:lnTo>
                    <a:pt x="95" y="17"/>
                  </a:lnTo>
                  <a:cubicBezTo>
                    <a:pt x="44" y="17"/>
                    <a:pt x="1" y="59"/>
                    <a:pt x="1" y="112"/>
                  </a:cubicBezTo>
                  <a:lnTo>
                    <a:pt x="1" y="597"/>
                  </a:lnTo>
                  <a:lnTo>
                    <a:pt x="1231" y="597"/>
                  </a:lnTo>
                  <a:lnTo>
                    <a:pt x="1270" y="316"/>
                  </a:lnTo>
                  <a:lnTo>
                    <a:pt x="1270" y="91"/>
                  </a:lnTo>
                  <a:cubicBezTo>
                    <a:pt x="1270" y="41"/>
                    <a:pt x="1228" y="0"/>
                    <a:pt x="1176" y="0"/>
                  </a:cubicBezTo>
                  <a:close/>
                </a:path>
              </a:pathLst>
            </a:custGeom>
            <a:solidFill>
              <a:schemeClr val="l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448" name="Google Shape;3448;p27"/>
            <p:cNvSpPr/>
            <p:nvPr/>
          </p:nvSpPr>
          <p:spPr>
            <a:xfrm>
              <a:off x="2267653" y="3663955"/>
              <a:ext cx="41920" cy="21554"/>
            </a:xfrm>
            <a:custGeom>
              <a:rect b="b" l="l" r="r" t="t"/>
              <a:pathLst>
                <a:path extrusionOk="0" h="671" w="1305">
                  <a:moveTo>
                    <a:pt x="94" y="0"/>
                  </a:moveTo>
                  <a:cubicBezTo>
                    <a:pt x="44" y="0"/>
                    <a:pt x="0" y="41"/>
                    <a:pt x="0" y="94"/>
                  </a:cubicBezTo>
                  <a:lnTo>
                    <a:pt x="0" y="670"/>
                  </a:lnTo>
                  <a:lnTo>
                    <a:pt x="1304" y="670"/>
                  </a:lnTo>
                  <a:lnTo>
                    <a:pt x="1304" y="316"/>
                  </a:lnTo>
                  <a:lnTo>
                    <a:pt x="374" y="316"/>
                  </a:lnTo>
                  <a:cubicBezTo>
                    <a:pt x="323" y="316"/>
                    <a:pt x="281" y="275"/>
                    <a:pt x="281" y="224"/>
                  </a:cubicBezTo>
                  <a:lnTo>
                    <a:pt x="281" y="0"/>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449" name="Google Shape;3449;p27"/>
            <p:cNvSpPr/>
            <p:nvPr/>
          </p:nvSpPr>
          <p:spPr>
            <a:xfrm>
              <a:off x="2394639" y="3663955"/>
              <a:ext cx="40828" cy="19209"/>
            </a:xfrm>
            <a:custGeom>
              <a:rect b="b" l="l" r="r" t="t"/>
              <a:pathLst>
                <a:path extrusionOk="0" h="598" w="1271">
                  <a:moveTo>
                    <a:pt x="244" y="0"/>
                  </a:moveTo>
                  <a:lnTo>
                    <a:pt x="95" y="38"/>
                  </a:lnTo>
                  <a:cubicBezTo>
                    <a:pt x="44" y="38"/>
                    <a:pt x="1" y="80"/>
                    <a:pt x="1" y="132"/>
                  </a:cubicBezTo>
                  <a:lnTo>
                    <a:pt x="1" y="598"/>
                  </a:lnTo>
                  <a:lnTo>
                    <a:pt x="1231" y="598"/>
                  </a:lnTo>
                  <a:lnTo>
                    <a:pt x="1270" y="319"/>
                  </a:lnTo>
                  <a:lnTo>
                    <a:pt x="1270" y="94"/>
                  </a:lnTo>
                  <a:cubicBezTo>
                    <a:pt x="1267" y="41"/>
                    <a:pt x="1227" y="0"/>
                    <a:pt x="1175" y="0"/>
                  </a:cubicBezTo>
                  <a:close/>
                </a:path>
              </a:pathLst>
            </a:custGeom>
            <a:solidFill>
              <a:schemeClr val="l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450" name="Google Shape;3450;p27"/>
            <p:cNvSpPr/>
            <p:nvPr/>
          </p:nvSpPr>
          <p:spPr>
            <a:xfrm>
              <a:off x="2393451" y="3663955"/>
              <a:ext cx="41920" cy="21554"/>
            </a:xfrm>
            <a:custGeom>
              <a:rect b="b" l="l" r="r" t="t"/>
              <a:pathLst>
                <a:path extrusionOk="0" h="671" w="1305">
                  <a:moveTo>
                    <a:pt x="94" y="0"/>
                  </a:moveTo>
                  <a:cubicBezTo>
                    <a:pt x="43" y="0"/>
                    <a:pt x="0" y="41"/>
                    <a:pt x="0" y="94"/>
                  </a:cubicBezTo>
                  <a:lnTo>
                    <a:pt x="0" y="670"/>
                  </a:lnTo>
                  <a:lnTo>
                    <a:pt x="1304" y="670"/>
                  </a:lnTo>
                  <a:lnTo>
                    <a:pt x="1304" y="316"/>
                  </a:lnTo>
                  <a:lnTo>
                    <a:pt x="374" y="316"/>
                  </a:lnTo>
                  <a:cubicBezTo>
                    <a:pt x="323" y="316"/>
                    <a:pt x="281" y="275"/>
                    <a:pt x="281" y="224"/>
                  </a:cubicBezTo>
                  <a:lnTo>
                    <a:pt x="281" y="0"/>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451" name="Google Shape;3451;p27"/>
            <p:cNvSpPr/>
            <p:nvPr/>
          </p:nvSpPr>
          <p:spPr>
            <a:xfrm>
              <a:off x="2259911" y="3683101"/>
              <a:ext cx="58720" cy="17153"/>
            </a:xfrm>
            <a:custGeom>
              <a:rect b="b" l="l" r="r" t="t"/>
              <a:pathLst>
                <a:path extrusionOk="0" h="534" w="1828">
                  <a:moveTo>
                    <a:pt x="243" y="1"/>
                  </a:moveTo>
                  <a:lnTo>
                    <a:pt x="95" y="38"/>
                  </a:lnTo>
                  <a:cubicBezTo>
                    <a:pt x="44" y="38"/>
                    <a:pt x="1" y="80"/>
                    <a:pt x="1" y="132"/>
                  </a:cubicBezTo>
                  <a:lnTo>
                    <a:pt x="1" y="533"/>
                  </a:lnTo>
                  <a:lnTo>
                    <a:pt x="1790" y="533"/>
                  </a:lnTo>
                  <a:lnTo>
                    <a:pt x="1828" y="252"/>
                  </a:lnTo>
                  <a:lnTo>
                    <a:pt x="1828" y="93"/>
                  </a:lnTo>
                  <a:cubicBezTo>
                    <a:pt x="1826" y="42"/>
                    <a:pt x="1784" y="1"/>
                    <a:pt x="1734" y="1"/>
                  </a:cubicBezTo>
                  <a:close/>
                </a:path>
              </a:pathLst>
            </a:custGeom>
            <a:solidFill>
              <a:schemeClr val="l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452" name="Google Shape;3452;p27"/>
            <p:cNvSpPr/>
            <p:nvPr/>
          </p:nvSpPr>
          <p:spPr>
            <a:xfrm>
              <a:off x="2258722" y="3683101"/>
              <a:ext cx="59876" cy="19530"/>
            </a:xfrm>
            <a:custGeom>
              <a:rect b="b" l="l" r="r" t="t"/>
              <a:pathLst>
                <a:path extrusionOk="0" h="608" w="1864">
                  <a:moveTo>
                    <a:pt x="94" y="1"/>
                  </a:moveTo>
                  <a:cubicBezTo>
                    <a:pt x="42" y="1"/>
                    <a:pt x="0" y="42"/>
                    <a:pt x="0" y="95"/>
                  </a:cubicBezTo>
                  <a:lnTo>
                    <a:pt x="0" y="607"/>
                  </a:lnTo>
                  <a:lnTo>
                    <a:pt x="1863" y="607"/>
                  </a:lnTo>
                  <a:lnTo>
                    <a:pt x="1863" y="252"/>
                  </a:lnTo>
                  <a:lnTo>
                    <a:pt x="372" y="252"/>
                  </a:lnTo>
                  <a:cubicBezTo>
                    <a:pt x="322" y="252"/>
                    <a:pt x="280" y="210"/>
                    <a:pt x="280" y="160"/>
                  </a:cubicBezTo>
                  <a:lnTo>
                    <a:pt x="280" y="1"/>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453" name="Google Shape;3453;p27"/>
            <p:cNvSpPr/>
            <p:nvPr/>
          </p:nvSpPr>
          <p:spPr>
            <a:xfrm>
              <a:off x="2385677" y="3683101"/>
              <a:ext cx="58720" cy="17153"/>
            </a:xfrm>
            <a:custGeom>
              <a:rect b="b" l="l" r="r" t="t"/>
              <a:pathLst>
                <a:path extrusionOk="0" h="534" w="1828">
                  <a:moveTo>
                    <a:pt x="242" y="1"/>
                  </a:moveTo>
                  <a:lnTo>
                    <a:pt x="94" y="38"/>
                  </a:lnTo>
                  <a:cubicBezTo>
                    <a:pt x="44" y="38"/>
                    <a:pt x="0" y="80"/>
                    <a:pt x="0" y="132"/>
                  </a:cubicBezTo>
                  <a:lnTo>
                    <a:pt x="0" y="533"/>
                  </a:lnTo>
                  <a:lnTo>
                    <a:pt x="1790" y="533"/>
                  </a:lnTo>
                  <a:lnTo>
                    <a:pt x="1827" y="252"/>
                  </a:lnTo>
                  <a:lnTo>
                    <a:pt x="1827" y="93"/>
                  </a:lnTo>
                  <a:cubicBezTo>
                    <a:pt x="1827" y="42"/>
                    <a:pt x="1785" y="1"/>
                    <a:pt x="1733" y="1"/>
                  </a:cubicBezTo>
                  <a:close/>
                </a:path>
              </a:pathLst>
            </a:custGeom>
            <a:solidFill>
              <a:schemeClr val="l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454" name="Google Shape;3454;p27"/>
            <p:cNvSpPr/>
            <p:nvPr/>
          </p:nvSpPr>
          <p:spPr>
            <a:xfrm>
              <a:off x="2384424" y="3683101"/>
              <a:ext cx="59908" cy="19530"/>
            </a:xfrm>
            <a:custGeom>
              <a:rect b="b" l="l" r="r" t="t"/>
              <a:pathLst>
                <a:path extrusionOk="0" h="608" w="1865">
                  <a:moveTo>
                    <a:pt x="94" y="1"/>
                  </a:moveTo>
                  <a:cubicBezTo>
                    <a:pt x="44" y="1"/>
                    <a:pt x="0" y="42"/>
                    <a:pt x="0" y="95"/>
                  </a:cubicBezTo>
                  <a:lnTo>
                    <a:pt x="0" y="607"/>
                  </a:lnTo>
                  <a:lnTo>
                    <a:pt x="1865" y="607"/>
                  </a:lnTo>
                  <a:lnTo>
                    <a:pt x="1865" y="252"/>
                  </a:lnTo>
                  <a:lnTo>
                    <a:pt x="374" y="252"/>
                  </a:lnTo>
                  <a:cubicBezTo>
                    <a:pt x="323" y="252"/>
                    <a:pt x="281" y="210"/>
                    <a:pt x="281" y="160"/>
                  </a:cubicBezTo>
                  <a:lnTo>
                    <a:pt x="281" y="1"/>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455" name="Google Shape;3455;p27"/>
            <p:cNvSpPr/>
            <p:nvPr/>
          </p:nvSpPr>
          <p:spPr>
            <a:xfrm>
              <a:off x="2346453" y="3643749"/>
              <a:ext cx="12592" cy="44458"/>
            </a:xfrm>
            <a:custGeom>
              <a:rect b="b" l="l" r="r" t="t"/>
              <a:pathLst>
                <a:path extrusionOk="0" h="1384" w="392">
                  <a:moveTo>
                    <a:pt x="1" y="1"/>
                  </a:moveTo>
                  <a:lnTo>
                    <a:pt x="1" y="1383"/>
                  </a:lnTo>
                  <a:lnTo>
                    <a:pt x="318" y="1383"/>
                  </a:lnTo>
                  <a:lnTo>
                    <a:pt x="392" y="1082"/>
                  </a:lnTo>
                  <a:lnTo>
                    <a:pt x="392" y="1"/>
                  </a:ln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456" name="Google Shape;3456;p27"/>
            <p:cNvSpPr/>
            <p:nvPr/>
          </p:nvSpPr>
          <p:spPr>
            <a:xfrm>
              <a:off x="2344108" y="3643717"/>
              <a:ext cx="14937" cy="49822"/>
            </a:xfrm>
            <a:custGeom>
              <a:rect b="b" l="l" r="r" t="t"/>
              <a:pathLst>
                <a:path extrusionOk="0" h="1551" w="465">
                  <a:moveTo>
                    <a:pt x="0" y="0"/>
                  </a:moveTo>
                  <a:lnTo>
                    <a:pt x="0" y="1082"/>
                  </a:lnTo>
                  <a:lnTo>
                    <a:pt x="0" y="1551"/>
                  </a:lnTo>
                  <a:lnTo>
                    <a:pt x="465" y="1551"/>
                  </a:lnTo>
                  <a:lnTo>
                    <a:pt x="465" y="1083"/>
                  </a:lnTo>
                  <a:cubicBezTo>
                    <a:pt x="395" y="1044"/>
                    <a:pt x="317" y="1021"/>
                    <a:pt x="232" y="1021"/>
                  </a:cubicBezTo>
                  <a:cubicBezTo>
                    <a:pt x="217" y="1021"/>
                    <a:pt x="204" y="1008"/>
                    <a:pt x="204" y="993"/>
                  </a:cubicBezTo>
                  <a:lnTo>
                    <a:pt x="204" y="0"/>
                  </a:ln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457" name="Google Shape;3457;p27"/>
            <p:cNvSpPr/>
            <p:nvPr/>
          </p:nvSpPr>
          <p:spPr>
            <a:xfrm>
              <a:off x="2337716" y="3627527"/>
              <a:ext cx="28814" cy="28782"/>
            </a:xfrm>
            <a:custGeom>
              <a:rect b="b" l="l" r="r" t="t"/>
              <a:pathLst>
                <a:path extrusionOk="0" h="896" w="897">
                  <a:moveTo>
                    <a:pt x="431" y="1"/>
                  </a:moveTo>
                  <a:cubicBezTo>
                    <a:pt x="374" y="1"/>
                    <a:pt x="322" y="9"/>
                    <a:pt x="271" y="28"/>
                  </a:cubicBezTo>
                  <a:cubicBezTo>
                    <a:pt x="92" y="93"/>
                    <a:pt x="1" y="425"/>
                    <a:pt x="1" y="465"/>
                  </a:cubicBezTo>
                  <a:cubicBezTo>
                    <a:pt x="1" y="723"/>
                    <a:pt x="173" y="895"/>
                    <a:pt x="431" y="895"/>
                  </a:cubicBezTo>
                  <a:cubicBezTo>
                    <a:pt x="477" y="895"/>
                    <a:pt x="803" y="804"/>
                    <a:pt x="868" y="625"/>
                  </a:cubicBezTo>
                  <a:cubicBezTo>
                    <a:pt x="888" y="577"/>
                    <a:pt x="897" y="522"/>
                    <a:pt x="897" y="468"/>
                  </a:cubicBezTo>
                  <a:cubicBezTo>
                    <a:pt x="897" y="210"/>
                    <a:pt x="690" y="1"/>
                    <a:pt x="431" y="1"/>
                  </a:cubicBezTo>
                  <a:close/>
                </a:path>
              </a:pathLst>
            </a:custGeom>
            <a:solidFill>
              <a:schemeClr val="l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458" name="Google Shape;3458;p27"/>
            <p:cNvSpPr/>
            <p:nvPr/>
          </p:nvSpPr>
          <p:spPr>
            <a:xfrm>
              <a:off x="2336527" y="3628426"/>
              <a:ext cx="29071" cy="29071"/>
            </a:xfrm>
            <a:custGeom>
              <a:rect b="b" l="l" r="r" t="t"/>
              <a:pathLst>
                <a:path extrusionOk="0" h="905" w="905">
                  <a:moveTo>
                    <a:pt x="308" y="0"/>
                  </a:moveTo>
                  <a:lnTo>
                    <a:pt x="308" y="0"/>
                  </a:lnTo>
                  <a:cubicBezTo>
                    <a:pt x="129" y="65"/>
                    <a:pt x="0" y="237"/>
                    <a:pt x="0" y="437"/>
                  </a:cubicBezTo>
                  <a:cubicBezTo>
                    <a:pt x="0" y="695"/>
                    <a:pt x="209" y="905"/>
                    <a:pt x="468" y="905"/>
                  </a:cubicBezTo>
                  <a:cubicBezTo>
                    <a:pt x="669" y="905"/>
                    <a:pt x="840" y="776"/>
                    <a:pt x="905" y="597"/>
                  </a:cubicBezTo>
                  <a:lnTo>
                    <a:pt x="905" y="597"/>
                  </a:lnTo>
                  <a:cubicBezTo>
                    <a:pt x="859" y="615"/>
                    <a:pt x="804" y="625"/>
                    <a:pt x="749" y="625"/>
                  </a:cubicBezTo>
                  <a:cubicBezTo>
                    <a:pt x="491" y="625"/>
                    <a:pt x="281" y="418"/>
                    <a:pt x="281" y="159"/>
                  </a:cubicBezTo>
                  <a:cubicBezTo>
                    <a:pt x="281" y="103"/>
                    <a:pt x="290" y="51"/>
                    <a:pt x="308"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459" name="Google Shape;3459;p27"/>
            <p:cNvSpPr/>
            <p:nvPr/>
          </p:nvSpPr>
          <p:spPr>
            <a:xfrm>
              <a:off x="2338840" y="3683101"/>
              <a:ext cx="27144" cy="17057"/>
            </a:xfrm>
            <a:custGeom>
              <a:rect b="b" l="l" r="r" t="t"/>
              <a:pathLst>
                <a:path extrusionOk="0" h="531" w="845">
                  <a:moveTo>
                    <a:pt x="397" y="1"/>
                  </a:moveTo>
                  <a:cubicBezTo>
                    <a:pt x="341" y="1"/>
                    <a:pt x="289" y="9"/>
                    <a:pt x="238" y="28"/>
                  </a:cubicBezTo>
                  <a:cubicBezTo>
                    <a:pt x="58" y="93"/>
                    <a:pt x="0" y="442"/>
                    <a:pt x="0" y="530"/>
                  </a:cubicBezTo>
                  <a:lnTo>
                    <a:pt x="779" y="509"/>
                  </a:lnTo>
                  <a:cubicBezTo>
                    <a:pt x="779" y="432"/>
                    <a:pt x="844" y="316"/>
                    <a:pt x="811" y="251"/>
                  </a:cubicBezTo>
                  <a:cubicBezTo>
                    <a:pt x="732" y="102"/>
                    <a:pt x="577" y="1"/>
                    <a:pt x="397" y="1"/>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460" name="Google Shape;3460;p27"/>
            <p:cNvSpPr/>
            <p:nvPr/>
          </p:nvSpPr>
          <p:spPr>
            <a:xfrm>
              <a:off x="2336591" y="3684001"/>
              <a:ext cx="29938" cy="18535"/>
            </a:xfrm>
            <a:custGeom>
              <a:rect b="b" l="l" r="r" t="t"/>
              <a:pathLst>
                <a:path extrusionOk="0" h="577" w="932">
                  <a:moveTo>
                    <a:pt x="308" y="0"/>
                  </a:moveTo>
                  <a:lnTo>
                    <a:pt x="308" y="0"/>
                  </a:lnTo>
                  <a:cubicBezTo>
                    <a:pt x="128" y="65"/>
                    <a:pt x="1" y="237"/>
                    <a:pt x="1" y="437"/>
                  </a:cubicBezTo>
                  <a:lnTo>
                    <a:pt x="1" y="576"/>
                  </a:lnTo>
                  <a:lnTo>
                    <a:pt x="932" y="576"/>
                  </a:lnTo>
                  <a:lnTo>
                    <a:pt x="932" y="437"/>
                  </a:lnTo>
                  <a:cubicBezTo>
                    <a:pt x="932" y="359"/>
                    <a:pt x="914" y="287"/>
                    <a:pt x="880" y="224"/>
                  </a:cubicBezTo>
                  <a:lnTo>
                    <a:pt x="346" y="224"/>
                  </a:lnTo>
                  <a:cubicBezTo>
                    <a:pt x="309" y="224"/>
                    <a:pt x="280" y="195"/>
                    <a:pt x="280" y="159"/>
                  </a:cubicBezTo>
                  <a:cubicBezTo>
                    <a:pt x="280" y="103"/>
                    <a:pt x="291" y="51"/>
                    <a:pt x="308" y="0"/>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461" name="Google Shape;3461;p27"/>
            <p:cNvSpPr/>
            <p:nvPr/>
          </p:nvSpPr>
          <p:spPr>
            <a:xfrm>
              <a:off x="2226984" y="3700127"/>
              <a:ext cx="250427" cy="53034"/>
            </a:xfrm>
            <a:custGeom>
              <a:rect b="b" l="l" r="r" t="t"/>
              <a:pathLst>
                <a:path extrusionOk="0" h="1651" w="7796">
                  <a:moveTo>
                    <a:pt x="244" y="0"/>
                  </a:moveTo>
                  <a:cubicBezTo>
                    <a:pt x="88" y="0"/>
                    <a:pt x="20" y="181"/>
                    <a:pt x="20" y="336"/>
                  </a:cubicBezTo>
                  <a:lnTo>
                    <a:pt x="1" y="1371"/>
                  </a:lnTo>
                  <a:cubicBezTo>
                    <a:pt x="1" y="1526"/>
                    <a:pt x="128" y="1651"/>
                    <a:pt x="282" y="1651"/>
                  </a:cubicBezTo>
                  <a:lnTo>
                    <a:pt x="7459" y="1633"/>
                  </a:lnTo>
                  <a:cubicBezTo>
                    <a:pt x="7613" y="1633"/>
                    <a:pt x="7794" y="1564"/>
                    <a:pt x="7795" y="1409"/>
                  </a:cubicBezTo>
                  <a:lnTo>
                    <a:pt x="7795" y="281"/>
                  </a:lnTo>
                  <a:cubicBezTo>
                    <a:pt x="7795" y="126"/>
                    <a:pt x="7669" y="0"/>
                    <a:pt x="7514" y="0"/>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462" name="Google Shape;3462;p27"/>
            <p:cNvSpPr/>
            <p:nvPr/>
          </p:nvSpPr>
          <p:spPr>
            <a:xfrm>
              <a:off x="2225795" y="3700223"/>
              <a:ext cx="251616" cy="54255"/>
            </a:xfrm>
            <a:custGeom>
              <a:rect b="b" l="l" r="r" t="t"/>
              <a:pathLst>
                <a:path extrusionOk="0" h="1689" w="7833">
                  <a:moveTo>
                    <a:pt x="281" y="0"/>
                  </a:moveTo>
                  <a:cubicBezTo>
                    <a:pt x="128" y="0"/>
                    <a:pt x="0" y="125"/>
                    <a:pt x="0" y="280"/>
                  </a:cubicBezTo>
                  <a:lnTo>
                    <a:pt x="0" y="1407"/>
                  </a:lnTo>
                  <a:cubicBezTo>
                    <a:pt x="0" y="1561"/>
                    <a:pt x="125" y="1688"/>
                    <a:pt x="281" y="1688"/>
                  </a:cubicBezTo>
                  <a:lnTo>
                    <a:pt x="7551" y="1688"/>
                  </a:lnTo>
                  <a:cubicBezTo>
                    <a:pt x="7706" y="1688"/>
                    <a:pt x="7832" y="1564"/>
                    <a:pt x="7832" y="1407"/>
                  </a:cubicBezTo>
                  <a:lnTo>
                    <a:pt x="375" y="1407"/>
                  </a:lnTo>
                  <a:cubicBezTo>
                    <a:pt x="325" y="1407"/>
                    <a:pt x="281" y="1365"/>
                    <a:pt x="281" y="1313"/>
                  </a:cubicBezTo>
                  <a:lnTo>
                    <a:pt x="281" y="0"/>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463" name="Google Shape;3463;p27"/>
            <p:cNvSpPr/>
            <p:nvPr/>
          </p:nvSpPr>
          <p:spPr>
            <a:xfrm>
              <a:off x="2266207" y="3713844"/>
              <a:ext cx="9059" cy="26951"/>
            </a:xfrm>
            <a:custGeom>
              <a:rect b="b" l="l" r="r" t="t"/>
              <a:pathLst>
                <a:path extrusionOk="0" h="839" w="282">
                  <a:moveTo>
                    <a:pt x="139" y="0"/>
                  </a:moveTo>
                  <a:cubicBezTo>
                    <a:pt x="64" y="0"/>
                    <a:pt x="0" y="63"/>
                    <a:pt x="0" y="141"/>
                  </a:cubicBezTo>
                  <a:lnTo>
                    <a:pt x="0" y="700"/>
                  </a:lnTo>
                  <a:cubicBezTo>
                    <a:pt x="0" y="775"/>
                    <a:pt x="61" y="839"/>
                    <a:pt x="139" y="839"/>
                  </a:cubicBezTo>
                  <a:cubicBezTo>
                    <a:pt x="217" y="839"/>
                    <a:pt x="281" y="775"/>
                    <a:pt x="278" y="700"/>
                  </a:cubicBezTo>
                  <a:lnTo>
                    <a:pt x="278" y="141"/>
                  </a:lnTo>
                  <a:cubicBezTo>
                    <a:pt x="278" y="64"/>
                    <a:pt x="217" y="0"/>
                    <a:pt x="139"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464" name="Google Shape;3464;p27"/>
            <p:cNvSpPr/>
            <p:nvPr/>
          </p:nvSpPr>
          <p:spPr>
            <a:xfrm>
              <a:off x="2284165" y="3713844"/>
              <a:ext cx="9026" cy="26951"/>
            </a:xfrm>
            <a:custGeom>
              <a:rect b="b" l="l" r="r" t="t"/>
              <a:pathLst>
                <a:path extrusionOk="0" h="839" w="281">
                  <a:moveTo>
                    <a:pt x="139" y="0"/>
                  </a:moveTo>
                  <a:cubicBezTo>
                    <a:pt x="64" y="0"/>
                    <a:pt x="0" y="63"/>
                    <a:pt x="0" y="141"/>
                  </a:cubicBezTo>
                  <a:lnTo>
                    <a:pt x="0" y="700"/>
                  </a:lnTo>
                  <a:cubicBezTo>
                    <a:pt x="0" y="775"/>
                    <a:pt x="62" y="839"/>
                    <a:pt x="139" y="839"/>
                  </a:cubicBezTo>
                  <a:cubicBezTo>
                    <a:pt x="217" y="839"/>
                    <a:pt x="281" y="775"/>
                    <a:pt x="279" y="700"/>
                  </a:cubicBezTo>
                  <a:lnTo>
                    <a:pt x="279" y="141"/>
                  </a:lnTo>
                  <a:cubicBezTo>
                    <a:pt x="279" y="64"/>
                    <a:pt x="217" y="0"/>
                    <a:pt x="139"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465" name="Google Shape;3465;p27"/>
            <p:cNvSpPr/>
            <p:nvPr/>
          </p:nvSpPr>
          <p:spPr>
            <a:xfrm>
              <a:off x="2302090" y="3713844"/>
              <a:ext cx="9059" cy="26951"/>
            </a:xfrm>
            <a:custGeom>
              <a:rect b="b" l="l" r="r" t="t"/>
              <a:pathLst>
                <a:path extrusionOk="0" h="839" w="282">
                  <a:moveTo>
                    <a:pt x="141" y="0"/>
                  </a:moveTo>
                  <a:cubicBezTo>
                    <a:pt x="65" y="0"/>
                    <a:pt x="1" y="63"/>
                    <a:pt x="1" y="141"/>
                  </a:cubicBezTo>
                  <a:lnTo>
                    <a:pt x="1" y="700"/>
                  </a:lnTo>
                  <a:cubicBezTo>
                    <a:pt x="1" y="775"/>
                    <a:pt x="63" y="839"/>
                    <a:pt x="141" y="839"/>
                  </a:cubicBezTo>
                  <a:cubicBezTo>
                    <a:pt x="218" y="839"/>
                    <a:pt x="282" y="775"/>
                    <a:pt x="280" y="700"/>
                  </a:cubicBezTo>
                  <a:lnTo>
                    <a:pt x="280" y="141"/>
                  </a:lnTo>
                  <a:cubicBezTo>
                    <a:pt x="280" y="64"/>
                    <a:pt x="217" y="0"/>
                    <a:pt x="141"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466" name="Google Shape;3466;p27"/>
            <p:cNvSpPr/>
            <p:nvPr/>
          </p:nvSpPr>
          <p:spPr>
            <a:xfrm>
              <a:off x="2406557" y="3718245"/>
              <a:ext cx="16864" cy="16864"/>
            </a:xfrm>
            <a:custGeom>
              <a:rect b="b" l="l" r="r" t="t"/>
              <a:pathLst>
                <a:path extrusionOk="0" h="525" w="525">
                  <a:moveTo>
                    <a:pt x="243" y="1"/>
                  </a:moveTo>
                  <a:cubicBezTo>
                    <a:pt x="215" y="1"/>
                    <a:pt x="187" y="5"/>
                    <a:pt x="162" y="14"/>
                  </a:cubicBezTo>
                  <a:cubicBezTo>
                    <a:pt x="162" y="14"/>
                    <a:pt x="0" y="156"/>
                    <a:pt x="0" y="282"/>
                  </a:cubicBezTo>
                  <a:cubicBezTo>
                    <a:pt x="0" y="435"/>
                    <a:pt x="90" y="525"/>
                    <a:pt x="243" y="525"/>
                  </a:cubicBezTo>
                  <a:cubicBezTo>
                    <a:pt x="369" y="525"/>
                    <a:pt x="511" y="363"/>
                    <a:pt x="511" y="363"/>
                  </a:cubicBezTo>
                  <a:cubicBezTo>
                    <a:pt x="520" y="337"/>
                    <a:pt x="524" y="309"/>
                    <a:pt x="524" y="282"/>
                  </a:cubicBezTo>
                  <a:cubicBezTo>
                    <a:pt x="524" y="128"/>
                    <a:pt x="400" y="1"/>
                    <a:pt x="243" y="1"/>
                  </a:cubicBezTo>
                  <a:close/>
                </a:path>
              </a:pathLst>
            </a:custGeom>
            <a:solidFill>
              <a:schemeClr val="l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467" name="Google Shape;3467;p27"/>
            <p:cNvSpPr/>
            <p:nvPr/>
          </p:nvSpPr>
          <p:spPr>
            <a:xfrm>
              <a:off x="2405433" y="3718630"/>
              <a:ext cx="17603" cy="17667"/>
            </a:xfrm>
            <a:custGeom>
              <a:rect b="b" l="l" r="r" t="t"/>
              <a:pathLst>
                <a:path extrusionOk="0" h="550" w="548">
                  <a:moveTo>
                    <a:pt x="199" y="0"/>
                  </a:moveTo>
                  <a:lnTo>
                    <a:pt x="199" y="0"/>
                  </a:lnTo>
                  <a:cubicBezTo>
                    <a:pt x="84" y="35"/>
                    <a:pt x="1" y="141"/>
                    <a:pt x="1" y="268"/>
                  </a:cubicBezTo>
                  <a:cubicBezTo>
                    <a:pt x="1" y="422"/>
                    <a:pt x="125" y="549"/>
                    <a:pt x="280" y="549"/>
                  </a:cubicBezTo>
                  <a:cubicBezTo>
                    <a:pt x="407" y="549"/>
                    <a:pt x="513" y="465"/>
                    <a:pt x="548" y="349"/>
                  </a:cubicBezTo>
                  <a:lnTo>
                    <a:pt x="548" y="349"/>
                  </a:lnTo>
                  <a:cubicBezTo>
                    <a:pt x="522" y="358"/>
                    <a:pt x="494" y="362"/>
                    <a:pt x="467" y="362"/>
                  </a:cubicBezTo>
                  <a:cubicBezTo>
                    <a:pt x="313" y="362"/>
                    <a:pt x="186" y="238"/>
                    <a:pt x="186" y="82"/>
                  </a:cubicBezTo>
                  <a:cubicBezTo>
                    <a:pt x="186" y="53"/>
                    <a:pt x="190" y="25"/>
                    <a:pt x="199"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468" name="Google Shape;3468;p27"/>
            <p:cNvSpPr/>
            <p:nvPr/>
          </p:nvSpPr>
          <p:spPr>
            <a:xfrm>
              <a:off x="2227498" y="3481009"/>
              <a:ext cx="249849" cy="52745"/>
            </a:xfrm>
            <a:custGeom>
              <a:rect b="b" l="l" r="r" t="t"/>
              <a:pathLst>
                <a:path extrusionOk="0" h="1642" w="7778">
                  <a:moveTo>
                    <a:pt x="225" y="0"/>
                  </a:moveTo>
                  <a:cubicBezTo>
                    <a:pt x="70" y="0"/>
                    <a:pt x="1" y="256"/>
                    <a:pt x="1" y="411"/>
                  </a:cubicBezTo>
                  <a:lnTo>
                    <a:pt x="1" y="1342"/>
                  </a:lnTo>
                  <a:cubicBezTo>
                    <a:pt x="1" y="1498"/>
                    <a:pt x="128" y="1623"/>
                    <a:pt x="282" y="1623"/>
                  </a:cubicBezTo>
                  <a:lnTo>
                    <a:pt x="7310" y="1642"/>
                  </a:lnTo>
                  <a:cubicBezTo>
                    <a:pt x="7466" y="1642"/>
                    <a:pt x="7778" y="1552"/>
                    <a:pt x="7778" y="1398"/>
                  </a:cubicBezTo>
                  <a:lnTo>
                    <a:pt x="7778" y="281"/>
                  </a:lnTo>
                  <a:cubicBezTo>
                    <a:pt x="7778" y="125"/>
                    <a:pt x="7650" y="0"/>
                    <a:pt x="7497" y="0"/>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469" name="Google Shape;3469;p27"/>
            <p:cNvSpPr/>
            <p:nvPr/>
          </p:nvSpPr>
          <p:spPr>
            <a:xfrm>
              <a:off x="2225795" y="3481009"/>
              <a:ext cx="251616" cy="53966"/>
            </a:xfrm>
            <a:custGeom>
              <a:rect b="b" l="l" r="r" t="t"/>
              <a:pathLst>
                <a:path extrusionOk="0" h="1680" w="7833">
                  <a:moveTo>
                    <a:pt x="281" y="0"/>
                  </a:moveTo>
                  <a:cubicBezTo>
                    <a:pt x="128" y="0"/>
                    <a:pt x="0" y="125"/>
                    <a:pt x="0" y="281"/>
                  </a:cubicBezTo>
                  <a:lnTo>
                    <a:pt x="0" y="1398"/>
                  </a:lnTo>
                  <a:cubicBezTo>
                    <a:pt x="0" y="1552"/>
                    <a:pt x="125" y="1679"/>
                    <a:pt x="281" y="1679"/>
                  </a:cubicBezTo>
                  <a:lnTo>
                    <a:pt x="7551" y="1679"/>
                  </a:lnTo>
                  <a:cubicBezTo>
                    <a:pt x="7706" y="1679"/>
                    <a:pt x="7832" y="1555"/>
                    <a:pt x="7832" y="1398"/>
                  </a:cubicBezTo>
                  <a:lnTo>
                    <a:pt x="375" y="1398"/>
                  </a:lnTo>
                  <a:cubicBezTo>
                    <a:pt x="325" y="1398"/>
                    <a:pt x="281" y="1357"/>
                    <a:pt x="281" y="1304"/>
                  </a:cubicBezTo>
                  <a:lnTo>
                    <a:pt x="281" y="0"/>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470" name="Google Shape;3470;p27"/>
            <p:cNvSpPr/>
            <p:nvPr/>
          </p:nvSpPr>
          <p:spPr>
            <a:xfrm>
              <a:off x="2245005" y="3498902"/>
              <a:ext cx="214450" cy="16864"/>
            </a:xfrm>
            <a:custGeom>
              <a:rect b="b" l="l" r="r" t="t"/>
              <a:pathLst>
                <a:path extrusionOk="0" h="525" w="6676">
                  <a:moveTo>
                    <a:pt x="242" y="0"/>
                  </a:moveTo>
                  <a:lnTo>
                    <a:pt x="94" y="38"/>
                  </a:lnTo>
                  <a:cubicBezTo>
                    <a:pt x="41" y="38"/>
                    <a:pt x="0" y="81"/>
                    <a:pt x="0" y="132"/>
                  </a:cubicBezTo>
                  <a:lnTo>
                    <a:pt x="0" y="430"/>
                  </a:lnTo>
                  <a:cubicBezTo>
                    <a:pt x="0" y="484"/>
                    <a:pt x="44" y="524"/>
                    <a:pt x="94" y="524"/>
                  </a:cubicBezTo>
                  <a:lnTo>
                    <a:pt x="6543" y="524"/>
                  </a:lnTo>
                  <a:cubicBezTo>
                    <a:pt x="6593" y="524"/>
                    <a:pt x="6635" y="484"/>
                    <a:pt x="6636" y="429"/>
                  </a:cubicBezTo>
                  <a:lnTo>
                    <a:pt x="6675" y="281"/>
                  </a:lnTo>
                  <a:lnTo>
                    <a:pt x="6675" y="95"/>
                  </a:lnTo>
                  <a:cubicBezTo>
                    <a:pt x="6675" y="42"/>
                    <a:pt x="6632" y="0"/>
                    <a:pt x="6581" y="0"/>
                  </a:cubicBezTo>
                  <a:close/>
                </a:path>
              </a:pathLst>
            </a:cu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471" name="Google Shape;3471;p27"/>
            <p:cNvSpPr/>
            <p:nvPr/>
          </p:nvSpPr>
          <p:spPr>
            <a:xfrm>
              <a:off x="2243753" y="3498935"/>
              <a:ext cx="215703" cy="18085"/>
            </a:xfrm>
            <a:custGeom>
              <a:rect b="b" l="l" r="r" t="t"/>
              <a:pathLst>
                <a:path extrusionOk="0" h="563" w="6715">
                  <a:moveTo>
                    <a:pt x="94" y="1"/>
                  </a:moveTo>
                  <a:cubicBezTo>
                    <a:pt x="43" y="1"/>
                    <a:pt x="0" y="43"/>
                    <a:pt x="0" y="95"/>
                  </a:cubicBezTo>
                  <a:lnTo>
                    <a:pt x="0" y="468"/>
                  </a:lnTo>
                  <a:cubicBezTo>
                    <a:pt x="0" y="519"/>
                    <a:pt x="42" y="563"/>
                    <a:pt x="94" y="563"/>
                  </a:cubicBezTo>
                  <a:lnTo>
                    <a:pt x="6620" y="563"/>
                  </a:lnTo>
                  <a:cubicBezTo>
                    <a:pt x="6671" y="563"/>
                    <a:pt x="6714" y="521"/>
                    <a:pt x="6714" y="468"/>
                  </a:cubicBezTo>
                  <a:lnTo>
                    <a:pt x="6714" y="282"/>
                  </a:lnTo>
                  <a:lnTo>
                    <a:pt x="337" y="282"/>
                  </a:lnTo>
                  <a:cubicBezTo>
                    <a:pt x="307" y="282"/>
                    <a:pt x="281" y="256"/>
                    <a:pt x="281" y="225"/>
                  </a:cubicBezTo>
                  <a:lnTo>
                    <a:pt x="281" y="1"/>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3472" name="Google Shape;3472;p27"/>
          <p:cNvGrpSpPr/>
          <p:nvPr/>
        </p:nvGrpSpPr>
        <p:grpSpPr>
          <a:xfrm>
            <a:off x="1566930" y="3480945"/>
            <a:ext cx="299454" cy="297783"/>
            <a:chOff x="1566930" y="3480945"/>
            <a:chExt cx="299454" cy="297783"/>
          </a:xfrm>
        </p:grpSpPr>
        <p:sp>
          <p:nvSpPr>
            <p:cNvPr id="3473" name="Google Shape;3473;p27"/>
            <p:cNvSpPr/>
            <p:nvPr/>
          </p:nvSpPr>
          <p:spPr>
            <a:xfrm>
              <a:off x="1566930" y="3640762"/>
              <a:ext cx="139476" cy="137131"/>
            </a:xfrm>
            <a:custGeom>
              <a:rect b="b" l="l" r="r" t="t"/>
              <a:pathLst>
                <a:path extrusionOk="0" h="4269" w="4342">
                  <a:moveTo>
                    <a:pt x="816" y="0"/>
                  </a:moveTo>
                  <a:cubicBezTo>
                    <a:pt x="748" y="0"/>
                    <a:pt x="680" y="26"/>
                    <a:pt x="627" y="79"/>
                  </a:cubicBezTo>
                  <a:lnTo>
                    <a:pt x="114" y="592"/>
                  </a:lnTo>
                  <a:lnTo>
                    <a:pt x="106" y="616"/>
                  </a:lnTo>
                  <a:cubicBezTo>
                    <a:pt x="0" y="722"/>
                    <a:pt x="44" y="877"/>
                    <a:pt x="148" y="981"/>
                  </a:cubicBezTo>
                  <a:lnTo>
                    <a:pt x="3331" y="4180"/>
                  </a:lnTo>
                  <a:cubicBezTo>
                    <a:pt x="3387" y="4237"/>
                    <a:pt x="3457" y="4268"/>
                    <a:pt x="3525" y="4268"/>
                  </a:cubicBezTo>
                  <a:cubicBezTo>
                    <a:pt x="3584" y="4268"/>
                    <a:pt x="3641" y="4246"/>
                    <a:pt x="3689" y="4198"/>
                  </a:cubicBezTo>
                  <a:lnTo>
                    <a:pt x="3725" y="4202"/>
                  </a:lnTo>
                  <a:lnTo>
                    <a:pt x="4237" y="3691"/>
                  </a:lnTo>
                  <a:cubicBezTo>
                    <a:pt x="4342" y="3585"/>
                    <a:pt x="4342" y="3418"/>
                    <a:pt x="4237" y="3312"/>
                  </a:cubicBezTo>
                  <a:lnTo>
                    <a:pt x="4168" y="3244"/>
                  </a:lnTo>
                  <a:lnTo>
                    <a:pt x="3956" y="3088"/>
                  </a:lnTo>
                  <a:lnTo>
                    <a:pt x="1226" y="375"/>
                  </a:lnTo>
                  <a:lnTo>
                    <a:pt x="1074" y="147"/>
                  </a:lnTo>
                  <a:lnTo>
                    <a:pt x="1005" y="79"/>
                  </a:lnTo>
                  <a:cubicBezTo>
                    <a:pt x="953" y="26"/>
                    <a:pt x="885" y="0"/>
                    <a:pt x="816" y="0"/>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474" name="Google Shape;3474;p27"/>
            <p:cNvSpPr/>
            <p:nvPr/>
          </p:nvSpPr>
          <p:spPr>
            <a:xfrm>
              <a:off x="1724884" y="3480945"/>
              <a:ext cx="141500" cy="139701"/>
            </a:xfrm>
            <a:custGeom>
              <a:rect b="b" l="l" r="r" t="t"/>
              <a:pathLst>
                <a:path extrusionOk="0" h="4349" w="4405">
                  <a:moveTo>
                    <a:pt x="836" y="0"/>
                  </a:moveTo>
                  <a:cubicBezTo>
                    <a:pt x="765" y="0"/>
                    <a:pt x="693" y="27"/>
                    <a:pt x="639" y="82"/>
                  </a:cubicBezTo>
                  <a:lnTo>
                    <a:pt x="109" y="612"/>
                  </a:lnTo>
                  <a:lnTo>
                    <a:pt x="109" y="626"/>
                  </a:lnTo>
                  <a:cubicBezTo>
                    <a:pt x="1" y="735"/>
                    <a:pt x="1" y="913"/>
                    <a:pt x="109" y="1021"/>
                  </a:cubicBezTo>
                  <a:lnTo>
                    <a:pt x="3359" y="4267"/>
                  </a:lnTo>
                  <a:cubicBezTo>
                    <a:pt x="3414" y="4321"/>
                    <a:pt x="3485" y="4348"/>
                    <a:pt x="3556" y="4348"/>
                  </a:cubicBezTo>
                  <a:cubicBezTo>
                    <a:pt x="3627" y="4348"/>
                    <a:pt x="3699" y="4321"/>
                    <a:pt x="3753" y="4267"/>
                  </a:cubicBezTo>
                  <a:lnTo>
                    <a:pt x="3762" y="4268"/>
                  </a:lnTo>
                  <a:lnTo>
                    <a:pt x="4293" y="3738"/>
                  </a:lnTo>
                  <a:cubicBezTo>
                    <a:pt x="4404" y="3630"/>
                    <a:pt x="4404" y="3453"/>
                    <a:pt x="4296" y="3345"/>
                  </a:cubicBezTo>
                  <a:lnTo>
                    <a:pt x="4108" y="3156"/>
                  </a:lnTo>
                  <a:lnTo>
                    <a:pt x="4018" y="3135"/>
                  </a:lnTo>
                  <a:lnTo>
                    <a:pt x="1253" y="350"/>
                  </a:lnTo>
                  <a:lnTo>
                    <a:pt x="1223" y="270"/>
                  </a:lnTo>
                  <a:lnTo>
                    <a:pt x="1033" y="82"/>
                  </a:lnTo>
                  <a:cubicBezTo>
                    <a:pt x="979" y="27"/>
                    <a:pt x="907" y="0"/>
                    <a:pt x="836" y="0"/>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475" name="Google Shape;3475;p27"/>
            <p:cNvSpPr/>
            <p:nvPr/>
          </p:nvSpPr>
          <p:spPr>
            <a:xfrm>
              <a:off x="1724467" y="3489587"/>
              <a:ext cx="132377" cy="131510"/>
            </a:xfrm>
            <a:custGeom>
              <a:rect b="b" l="l" r="r" t="t"/>
              <a:pathLst>
                <a:path extrusionOk="0" h="4094" w="4121">
                  <a:moveTo>
                    <a:pt x="1237" y="1"/>
                  </a:moveTo>
                  <a:cubicBezTo>
                    <a:pt x="992" y="108"/>
                    <a:pt x="765" y="260"/>
                    <a:pt x="565" y="458"/>
                  </a:cubicBezTo>
                  <a:lnTo>
                    <a:pt x="441" y="583"/>
                  </a:lnTo>
                  <a:cubicBezTo>
                    <a:pt x="430" y="594"/>
                    <a:pt x="415" y="599"/>
                    <a:pt x="401" y="599"/>
                  </a:cubicBezTo>
                  <a:cubicBezTo>
                    <a:pt x="386" y="599"/>
                    <a:pt x="372" y="594"/>
                    <a:pt x="361" y="583"/>
                  </a:cubicBezTo>
                  <a:lnTo>
                    <a:pt x="122" y="344"/>
                  </a:lnTo>
                  <a:lnTo>
                    <a:pt x="109" y="357"/>
                  </a:lnTo>
                  <a:cubicBezTo>
                    <a:pt x="1" y="466"/>
                    <a:pt x="1" y="644"/>
                    <a:pt x="109" y="752"/>
                  </a:cubicBezTo>
                  <a:lnTo>
                    <a:pt x="190" y="833"/>
                  </a:lnTo>
                  <a:lnTo>
                    <a:pt x="3288" y="3931"/>
                  </a:lnTo>
                  <a:lnTo>
                    <a:pt x="3371" y="4012"/>
                  </a:lnTo>
                  <a:cubicBezTo>
                    <a:pt x="3425" y="4067"/>
                    <a:pt x="3496" y="4094"/>
                    <a:pt x="3568" y="4094"/>
                  </a:cubicBezTo>
                  <a:cubicBezTo>
                    <a:pt x="3639" y="4094"/>
                    <a:pt x="3710" y="4067"/>
                    <a:pt x="3765" y="4012"/>
                  </a:cubicBezTo>
                  <a:lnTo>
                    <a:pt x="3778" y="3999"/>
                  </a:lnTo>
                  <a:lnTo>
                    <a:pt x="3539" y="3760"/>
                  </a:lnTo>
                  <a:cubicBezTo>
                    <a:pt x="3517" y="3739"/>
                    <a:pt x="3517" y="3702"/>
                    <a:pt x="3539" y="3681"/>
                  </a:cubicBezTo>
                  <a:lnTo>
                    <a:pt x="3663" y="3556"/>
                  </a:lnTo>
                  <a:cubicBezTo>
                    <a:pt x="3863" y="3358"/>
                    <a:pt x="4015" y="3129"/>
                    <a:pt x="4121" y="2885"/>
                  </a:cubicBezTo>
                  <a:lnTo>
                    <a:pt x="1237" y="1"/>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476" name="Google Shape;3476;p27"/>
            <p:cNvSpPr/>
            <p:nvPr/>
          </p:nvSpPr>
          <p:spPr>
            <a:xfrm>
              <a:off x="1566994" y="3645580"/>
              <a:ext cx="133983" cy="133148"/>
            </a:xfrm>
            <a:custGeom>
              <a:rect b="b" l="l" r="r" t="t"/>
              <a:pathLst>
                <a:path extrusionOk="0" h="4145" w="4171">
                  <a:moveTo>
                    <a:pt x="1072" y="0"/>
                  </a:moveTo>
                  <a:lnTo>
                    <a:pt x="719" y="352"/>
                  </a:lnTo>
                  <a:cubicBezTo>
                    <a:pt x="622" y="450"/>
                    <a:pt x="537" y="553"/>
                    <a:pt x="460" y="663"/>
                  </a:cubicBezTo>
                  <a:cubicBezTo>
                    <a:pt x="445" y="685"/>
                    <a:pt x="422" y="696"/>
                    <a:pt x="399" y="696"/>
                  </a:cubicBezTo>
                  <a:cubicBezTo>
                    <a:pt x="380" y="696"/>
                    <a:pt x="361" y="689"/>
                    <a:pt x="347" y="675"/>
                  </a:cubicBezTo>
                  <a:lnTo>
                    <a:pt x="114" y="443"/>
                  </a:lnTo>
                  <a:lnTo>
                    <a:pt x="105" y="452"/>
                  </a:lnTo>
                  <a:cubicBezTo>
                    <a:pt x="1" y="558"/>
                    <a:pt x="1" y="726"/>
                    <a:pt x="105" y="828"/>
                  </a:cubicBezTo>
                  <a:lnTo>
                    <a:pt x="275" y="996"/>
                  </a:lnTo>
                  <a:lnTo>
                    <a:pt x="3174" y="3897"/>
                  </a:lnTo>
                  <a:lnTo>
                    <a:pt x="3344" y="4065"/>
                  </a:lnTo>
                  <a:cubicBezTo>
                    <a:pt x="3396" y="4118"/>
                    <a:pt x="3464" y="4144"/>
                    <a:pt x="3532" y="4144"/>
                  </a:cubicBezTo>
                  <a:cubicBezTo>
                    <a:pt x="3600" y="4144"/>
                    <a:pt x="3668" y="4118"/>
                    <a:pt x="3720" y="4065"/>
                  </a:cubicBezTo>
                  <a:lnTo>
                    <a:pt x="3729" y="4057"/>
                  </a:lnTo>
                  <a:lnTo>
                    <a:pt x="3496" y="3823"/>
                  </a:lnTo>
                  <a:cubicBezTo>
                    <a:pt x="3462" y="3790"/>
                    <a:pt x="3468" y="3737"/>
                    <a:pt x="3506" y="3709"/>
                  </a:cubicBezTo>
                  <a:cubicBezTo>
                    <a:pt x="3616" y="3635"/>
                    <a:pt x="3720" y="3548"/>
                    <a:pt x="3817" y="3450"/>
                  </a:cubicBezTo>
                  <a:lnTo>
                    <a:pt x="4170" y="3098"/>
                  </a:lnTo>
                  <a:lnTo>
                    <a:pt x="1072" y="0"/>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477" name="Google Shape;3477;p27"/>
            <p:cNvSpPr/>
            <p:nvPr/>
          </p:nvSpPr>
          <p:spPr>
            <a:xfrm>
              <a:off x="1573226" y="3492767"/>
              <a:ext cx="287047" cy="275836"/>
            </a:xfrm>
            <a:custGeom>
              <a:rect b="b" l="l" r="r" t="t"/>
              <a:pathLst>
                <a:path extrusionOk="0" h="8587" w="8936">
                  <a:moveTo>
                    <a:pt x="6906" y="1"/>
                  </a:moveTo>
                  <a:cubicBezTo>
                    <a:pt x="6407" y="1"/>
                    <a:pt x="5907" y="209"/>
                    <a:pt x="5514" y="603"/>
                  </a:cubicBezTo>
                  <a:lnTo>
                    <a:pt x="748" y="5307"/>
                  </a:lnTo>
                  <a:cubicBezTo>
                    <a:pt x="162" y="5891"/>
                    <a:pt x="1" y="6749"/>
                    <a:pt x="324" y="7460"/>
                  </a:cubicBezTo>
                  <a:cubicBezTo>
                    <a:pt x="373" y="7566"/>
                    <a:pt x="422" y="7667"/>
                    <a:pt x="489" y="7763"/>
                  </a:cubicBezTo>
                  <a:cubicBezTo>
                    <a:pt x="497" y="7777"/>
                    <a:pt x="509" y="7792"/>
                    <a:pt x="519" y="7806"/>
                  </a:cubicBezTo>
                  <a:cubicBezTo>
                    <a:pt x="519" y="7806"/>
                    <a:pt x="668" y="7928"/>
                    <a:pt x="736" y="7996"/>
                  </a:cubicBezTo>
                  <a:lnTo>
                    <a:pt x="914" y="8198"/>
                  </a:lnTo>
                  <a:cubicBezTo>
                    <a:pt x="1257" y="8457"/>
                    <a:pt x="1666" y="8587"/>
                    <a:pt x="2076" y="8587"/>
                  </a:cubicBezTo>
                  <a:cubicBezTo>
                    <a:pt x="2570" y="8587"/>
                    <a:pt x="3064" y="8398"/>
                    <a:pt x="3441" y="8022"/>
                  </a:cubicBezTo>
                  <a:lnTo>
                    <a:pt x="8189" y="3273"/>
                  </a:lnTo>
                  <a:cubicBezTo>
                    <a:pt x="8878" y="2583"/>
                    <a:pt x="8936" y="1502"/>
                    <a:pt x="8364" y="744"/>
                  </a:cubicBezTo>
                  <a:cubicBezTo>
                    <a:pt x="8364" y="744"/>
                    <a:pt x="8232" y="626"/>
                    <a:pt x="8169" y="562"/>
                  </a:cubicBezTo>
                  <a:lnTo>
                    <a:pt x="7970" y="356"/>
                  </a:lnTo>
                  <a:cubicBezTo>
                    <a:pt x="7949" y="342"/>
                    <a:pt x="7927" y="325"/>
                    <a:pt x="7905" y="310"/>
                  </a:cubicBezTo>
                  <a:cubicBezTo>
                    <a:pt x="7597" y="101"/>
                    <a:pt x="7252" y="1"/>
                    <a:pt x="6906" y="1"/>
                  </a:cubicBezTo>
                  <a:close/>
                </a:path>
              </a:pathLst>
            </a:custGeom>
            <a:solidFill>
              <a:schemeClr val="l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478" name="Google Shape;3478;p27"/>
            <p:cNvSpPr/>
            <p:nvPr/>
          </p:nvSpPr>
          <p:spPr>
            <a:xfrm>
              <a:off x="1571973" y="3492092"/>
              <a:ext cx="256273" cy="250459"/>
            </a:xfrm>
            <a:custGeom>
              <a:rect b="b" l="l" r="r" t="t"/>
              <a:pathLst>
                <a:path extrusionOk="0" h="7797" w="7978">
                  <a:moveTo>
                    <a:pt x="6860" y="0"/>
                  </a:moveTo>
                  <a:cubicBezTo>
                    <a:pt x="6366" y="0"/>
                    <a:pt x="5872" y="189"/>
                    <a:pt x="5495" y="566"/>
                  </a:cubicBezTo>
                  <a:lnTo>
                    <a:pt x="746" y="5314"/>
                  </a:lnTo>
                  <a:cubicBezTo>
                    <a:pt x="70" y="5990"/>
                    <a:pt x="1" y="7041"/>
                    <a:pt x="536" y="7797"/>
                  </a:cubicBezTo>
                  <a:cubicBezTo>
                    <a:pt x="172" y="7073"/>
                    <a:pt x="290" y="6165"/>
                    <a:pt x="896" y="5560"/>
                  </a:cubicBezTo>
                  <a:lnTo>
                    <a:pt x="5741" y="713"/>
                  </a:lnTo>
                  <a:cubicBezTo>
                    <a:pt x="6117" y="336"/>
                    <a:pt x="6611" y="147"/>
                    <a:pt x="7105" y="147"/>
                  </a:cubicBezTo>
                  <a:cubicBezTo>
                    <a:pt x="7404" y="147"/>
                    <a:pt x="7704" y="217"/>
                    <a:pt x="7977" y="356"/>
                  </a:cubicBezTo>
                  <a:cubicBezTo>
                    <a:pt x="7644" y="119"/>
                    <a:pt x="7252" y="0"/>
                    <a:pt x="6860"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479" name="Google Shape;3479;p27"/>
            <p:cNvSpPr/>
            <p:nvPr/>
          </p:nvSpPr>
          <p:spPr>
            <a:xfrm>
              <a:off x="1777439" y="3521004"/>
              <a:ext cx="8962" cy="8930"/>
            </a:xfrm>
            <a:custGeom>
              <a:rect b="b" l="l" r="r" t="t"/>
              <a:pathLst>
                <a:path extrusionOk="0" h="278" w="279">
                  <a:moveTo>
                    <a:pt x="140" y="0"/>
                  </a:moveTo>
                  <a:cubicBezTo>
                    <a:pt x="63" y="0"/>
                    <a:pt x="1" y="62"/>
                    <a:pt x="1" y="139"/>
                  </a:cubicBezTo>
                  <a:cubicBezTo>
                    <a:pt x="1" y="216"/>
                    <a:pt x="63" y="278"/>
                    <a:pt x="140" y="278"/>
                  </a:cubicBezTo>
                  <a:cubicBezTo>
                    <a:pt x="216" y="278"/>
                    <a:pt x="278" y="216"/>
                    <a:pt x="278" y="139"/>
                  </a:cubicBezTo>
                  <a:cubicBezTo>
                    <a:pt x="278" y="62"/>
                    <a:pt x="216" y="0"/>
                    <a:pt x="140"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480" name="Google Shape;3480;p27"/>
            <p:cNvSpPr/>
            <p:nvPr/>
          </p:nvSpPr>
          <p:spPr>
            <a:xfrm>
              <a:off x="1815795" y="3559360"/>
              <a:ext cx="8962" cy="8962"/>
            </a:xfrm>
            <a:custGeom>
              <a:rect b="b" l="l" r="r" t="t"/>
              <a:pathLst>
                <a:path extrusionOk="0" h="279" w="279">
                  <a:moveTo>
                    <a:pt x="140" y="0"/>
                  </a:moveTo>
                  <a:cubicBezTo>
                    <a:pt x="63" y="0"/>
                    <a:pt x="1" y="63"/>
                    <a:pt x="1" y="139"/>
                  </a:cubicBezTo>
                  <a:cubicBezTo>
                    <a:pt x="1" y="216"/>
                    <a:pt x="63" y="278"/>
                    <a:pt x="140" y="278"/>
                  </a:cubicBezTo>
                  <a:cubicBezTo>
                    <a:pt x="217" y="278"/>
                    <a:pt x="279" y="216"/>
                    <a:pt x="279" y="139"/>
                  </a:cubicBezTo>
                  <a:cubicBezTo>
                    <a:pt x="279" y="63"/>
                    <a:pt x="217" y="0"/>
                    <a:pt x="140"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481" name="Google Shape;3481;p27"/>
            <p:cNvSpPr/>
            <p:nvPr/>
          </p:nvSpPr>
          <p:spPr>
            <a:xfrm>
              <a:off x="1765361" y="3533082"/>
              <a:ext cx="8962" cy="8962"/>
            </a:xfrm>
            <a:custGeom>
              <a:rect b="b" l="l" r="r" t="t"/>
              <a:pathLst>
                <a:path extrusionOk="0" h="279" w="279">
                  <a:moveTo>
                    <a:pt x="139" y="0"/>
                  </a:moveTo>
                  <a:cubicBezTo>
                    <a:pt x="62" y="0"/>
                    <a:pt x="0" y="63"/>
                    <a:pt x="0" y="139"/>
                  </a:cubicBezTo>
                  <a:cubicBezTo>
                    <a:pt x="0" y="216"/>
                    <a:pt x="62" y="278"/>
                    <a:pt x="139" y="278"/>
                  </a:cubicBezTo>
                  <a:cubicBezTo>
                    <a:pt x="216" y="278"/>
                    <a:pt x="278" y="216"/>
                    <a:pt x="278" y="139"/>
                  </a:cubicBezTo>
                  <a:cubicBezTo>
                    <a:pt x="278" y="63"/>
                    <a:pt x="216" y="0"/>
                    <a:pt x="139"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482" name="Google Shape;3482;p27"/>
            <p:cNvSpPr/>
            <p:nvPr/>
          </p:nvSpPr>
          <p:spPr>
            <a:xfrm>
              <a:off x="1803717" y="3571438"/>
              <a:ext cx="8962" cy="8962"/>
            </a:xfrm>
            <a:custGeom>
              <a:rect b="b" l="l" r="r" t="t"/>
              <a:pathLst>
                <a:path extrusionOk="0" h="279" w="279">
                  <a:moveTo>
                    <a:pt x="139" y="1"/>
                  </a:moveTo>
                  <a:cubicBezTo>
                    <a:pt x="63" y="1"/>
                    <a:pt x="0" y="63"/>
                    <a:pt x="0" y="140"/>
                  </a:cubicBezTo>
                  <a:cubicBezTo>
                    <a:pt x="0" y="216"/>
                    <a:pt x="63" y="279"/>
                    <a:pt x="139" y="279"/>
                  </a:cubicBezTo>
                  <a:cubicBezTo>
                    <a:pt x="216" y="279"/>
                    <a:pt x="278" y="216"/>
                    <a:pt x="278" y="140"/>
                  </a:cubicBezTo>
                  <a:cubicBezTo>
                    <a:pt x="278" y="63"/>
                    <a:pt x="216" y="1"/>
                    <a:pt x="139"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483" name="Google Shape;3483;p27"/>
            <p:cNvSpPr/>
            <p:nvPr/>
          </p:nvSpPr>
          <p:spPr>
            <a:xfrm>
              <a:off x="1618810" y="3679600"/>
              <a:ext cx="8962" cy="8962"/>
            </a:xfrm>
            <a:custGeom>
              <a:rect b="b" l="l" r="r" t="t"/>
              <a:pathLst>
                <a:path extrusionOk="0" h="279" w="279">
                  <a:moveTo>
                    <a:pt x="140" y="1"/>
                  </a:moveTo>
                  <a:cubicBezTo>
                    <a:pt x="63" y="1"/>
                    <a:pt x="1" y="63"/>
                    <a:pt x="1" y="140"/>
                  </a:cubicBezTo>
                  <a:cubicBezTo>
                    <a:pt x="1" y="217"/>
                    <a:pt x="63" y="279"/>
                    <a:pt x="140" y="279"/>
                  </a:cubicBezTo>
                  <a:cubicBezTo>
                    <a:pt x="216" y="279"/>
                    <a:pt x="279" y="217"/>
                    <a:pt x="279" y="140"/>
                  </a:cubicBezTo>
                  <a:cubicBezTo>
                    <a:pt x="279" y="63"/>
                    <a:pt x="216" y="1"/>
                    <a:pt x="140"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484" name="Google Shape;3484;p27"/>
            <p:cNvSpPr/>
            <p:nvPr/>
          </p:nvSpPr>
          <p:spPr>
            <a:xfrm>
              <a:off x="1657167" y="3717988"/>
              <a:ext cx="8962" cy="8962"/>
            </a:xfrm>
            <a:custGeom>
              <a:rect b="b" l="l" r="r" t="t"/>
              <a:pathLst>
                <a:path extrusionOk="0" h="279" w="279">
                  <a:moveTo>
                    <a:pt x="140" y="0"/>
                  </a:moveTo>
                  <a:cubicBezTo>
                    <a:pt x="63" y="0"/>
                    <a:pt x="1" y="62"/>
                    <a:pt x="1" y="139"/>
                  </a:cubicBezTo>
                  <a:cubicBezTo>
                    <a:pt x="1" y="216"/>
                    <a:pt x="63" y="278"/>
                    <a:pt x="140" y="278"/>
                  </a:cubicBezTo>
                  <a:cubicBezTo>
                    <a:pt x="217" y="278"/>
                    <a:pt x="279" y="216"/>
                    <a:pt x="279" y="139"/>
                  </a:cubicBezTo>
                  <a:cubicBezTo>
                    <a:pt x="279" y="62"/>
                    <a:pt x="217" y="0"/>
                    <a:pt x="140"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485" name="Google Shape;3485;p27"/>
            <p:cNvSpPr/>
            <p:nvPr/>
          </p:nvSpPr>
          <p:spPr>
            <a:xfrm>
              <a:off x="1606635" y="3691743"/>
              <a:ext cx="8994" cy="9026"/>
            </a:xfrm>
            <a:custGeom>
              <a:rect b="b" l="l" r="r" t="t"/>
              <a:pathLst>
                <a:path extrusionOk="0" h="281" w="280">
                  <a:moveTo>
                    <a:pt x="141" y="1"/>
                  </a:moveTo>
                  <a:cubicBezTo>
                    <a:pt x="63" y="1"/>
                    <a:pt x="0" y="63"/>
                    <a:pt x="0" y="141"/>
                  </a:cubicBezTo>
                  <a:cubicBezTo>
                    <a:pt x="0" y="218"/>
                    <a:pt x="63" y="280"/>
                    <a:pt x="141" y="280"/>
                  </a:cubicBezTo>
                  <a:cubicBezTo>
                    <a:pt x="218" y="280"/>
                    <a:pt x="280" y="218"/>
                    <a:pt x="280" y="141"/>
                  </a:cubicBezTo>
                  <a:cubicBezTo>
                    <a:pt x="280" y="63"/>
                    <a:pt x="218" y="1"/>
                    <a:pt x="141"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486" name="Google Shape;3486;p27"/>
            <p:cNvSpPr/>
            <p:nvPr/>
          </p:nvSpPr>
          <p:spPr>
            <a:xfrm>
              <a:off x="1645056" y="3730066"/>
              <a:ext cx="8994" cy="8994"/>
            </a:xfrm>
            <a:custGeom>
              <a:rect b="b" l="l" r="r" t="t"/>
              <a:pathLst>
                <a:path extrusionOk="0" h="280" w="280">
                  <a:moveTo>
                    <a:pt x="141" y="1"/>
                  </a:moveTo>
                  <a:cubicBezTo>
                    <a:pt x="64" y="1"/>
                    <a:pt x="0" y="63"/>
                    <a:pt x="0" y="140"/>
                  </a:cubicBezTo>
                  <a:cubicBezTo>
                    <a:pt x="0" y="216"/>
                    <a:pt x="64" y="280"/>
                    <a:pt x="141" y="280"/>
                  </a:cubicBezTo>
                  <a:cubicBezTo>
                    <a:pt x="217" y="280"/>
                    <a:pt x="280" y="216"/>
                    <a:pt x="280" y="140"/>
                  </a:cubicBezTo>
                  <a:cubicBezTo>
                    <a:pt x="280" y="63"/>
                    <a:pt x="217" y="1"/>
                    <a:pt x="141"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487" name="Google Shape;3487;p27"/>
            <p:cNvSpPr/>
            <p:nvPr/>
          </p:nvSpPr>
          <p:spPr>
            <a:xfrm>
              <a:off x="1589899" y="3504235"/>
              <a:ext cx="251969" cy="252033"/>
            </a:xfrm>
            <a:custGeom>
              <a:rect b="b" l="l" r="r" t="t"/>
              <a:pathLst>
                <a:path extrusionOk="0" h="7846" w="7844">
                  <a:moveTo>
                    <a:pt x="7451" y="1"/>
                  </a:moveTo>
                  <a:lnTo>
                    <a:pt x="0" y="7450"/>
                  </a:lnTo>
                  <a:cubicBezTo>
                    <a:pt x="57" y="7526"/>
                    <a:pt x="120" y="7598"/>
                    <a:pt x="188" y="7668"/>
                  </a:cubicBezTo>
                  <a:cubicBezTo>
                    <a:pt x="254" y="7733"/>
                    <a:pt x="323" y="7791"/>
                    <a:pt x="394" y="7846"/>
                  </a:cubicBezTo>
                  <a:lnTo>
                    <a:pt x="623" y="7615"/>
                  </a:lnTo>
                  <a:lnTo>
                    <a:pt x="7844" y="392"/>
                  </a:lnTo>
                  <a:cubicBezTo>
                    <a:pt x="7791" y="321"/>
                    <a:pt x="7731" y="251"/>
                    <a:pt x="7668" y="189"/>
                  </a:cubicBezTo>
                  <a:cubicBezTo>
                    <a:pt x="7599" y="120"/>
                    <a:pt x="7527" y="57"/>
                    <a:pt x="7451" y="1"/>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488" name="Google Shape;3488;p27"/>
            <p:cNvSpPr/>
            <p:nvPr/>
          </p:nvSpPr>
          <p:spPr>
            <a:xfrm>
              <a:off x="1664170" y="3582136"/>
              <a:ext cx="105426" cy="95243"/>
            </a:xfrm>
            <a:custGeom>
              <a:rect b="b" l="l" r="r" t="t"/>
              <a:pathLst>
                <a:path extrusionOk="0" h="2965" w="3282">
                  <a:moveTo>
                    <a:pt x="1610" y="0"/>
                  </a:moveTo>
                  <a:cubicBezTo>
                    <a:pt x="1399" y="0"/>
                    <a:pt x="1187" y="45"/>
                    <a:pt x="987" y="137"/>
                  </a:cubicBezTo>
                  <a:cubicBezTo>
                    <a:pt x="928" y="163"/>
                    <a:pt x="885" y="212"/>
                    <a:pt x="827" y="248"/>
                  </a:cubicBezTo>
                  <a:cubicBezTo>
                    <a:pt x="127" y="688"/>
                    <a:pt x="0" y="1551"/>
                    <a:pt x="439" y="2250"/>
                  </a:cubicBezTo>
                  <a:cubicBezTo>
                    <a:pt x="727" y="2707"/>
                    <a:pt x="1176" y="2964"/>
                    <a:pt x="1648" y="2964"/>
                  </a:cubicBezTo>
                  <a:cubicBezTo>
                    <a:pt x="1898" y="2964"/>
                    <a:pt x="2155" y="2892"/>
                    <a:pt x="2397" y="2740"/>
                  </a:cubicBezTo>
                  <a:cubicBezTo>
                    <a:pt x="2454" y="2703"/>
                    <a:pt x="2519" y="2687"/>
                    <a:pt x="2567" y="2646"/>
                  </a:cubicBezTo>
                  <a:cubicBezTo>
                    <a:pt x="3136" y="2174"/>
                    <a:pt x="3282" y="1341"/>
                    <a:pt x="2877" y="698"/>
                  </a:cubicBezTo>
                  <a:cubicBezTo>
                    <a:pt x="2593" y="248"/>
                    <a:pt x="2107" y="0"/>
                    <a:pt x="1610" y="0"/>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489" name="Google Shape;3489;p27"/>
            <p:cNvSpPr/>
            <p:nvPr/>
          </p:nvSpPr>
          <p:spPr>
            <a:xfrm>
              <a:off x="1661054" y="3586504"/>
              <a:ext cx="85574" cy="91774"/>
            </a:xfrm>
            <a:custGeom>
              <a:rect b="b" l="l" r="r" t="t"/>
              <a:pathLst>
                <a:path extrusionOk="0" h="2857" w="2664">
                  <a:moveTo>
                    <a:pt x="1084" y="1"/>
                  </a:moveTo>
                  <a:lnTo>
                    <a:pt x="1084" y="1"/>
                  </a:lnTo>
                  <a:cubicBezTo>
                    <a:pt x="1025" y="27"/>
                    <a:pt x="967" y="59"/>
                    <a:pt x="911" y="95"/>
                  </a:cubicBezTo>
                  <a:cubicBezTo>
                    <a:pt x="213" y="533"/>
                    <a:pt x="0" y="1459"/>
                    <a:pt x="442" y="2158"/>
                  </a:cubicBezTo>
                  <a:cubicBezTo>
                    <a:pt x="726" y="2608"/>
                    <a:pt x="1212" y="2856"/>
                    <a:pt x="1709" y="2856"/>
                  </a:cubicBezTo>
                  <a:cubicBezTo>
                    <a:pt x="1982" y="2856"/>
                    <a:pt x="2257" y="2782"/>
                    <a:pt x="2505" y="2625"/>
                  </a:cubicBezTo>
                  <a:cubicBezTo>
                    <a:pt x="2561" y="2589"/>
                    <a:pt x="2616" y="2551"/>
                    <a:pt x="2664" y="2510"/>
                  </a:cubicBezTo>
                  <a:lnTo>
                    <a:pt x="2664" y="2510"/>
                  </a:lnTo>
                  <a:cubicBezTo>
                    <a:pt x="2464" y="2602"/>
                    <a:pt x="2252" y="2646"/>
                    <a:pt x="2042" y="2646"/>
                  </a:cubicBezTo>
                  <a:cubicBezTo>
                    <a:pt x="1546" y="2646"/>
                    <a:pt x="1059" y="2398"/>
                    <a:pt x="775" y="1948"/>
                  </a:cubicBezTo>
                  <a:cubicBezTo>
                    <a:pt x="372" y="1305"/>
                    <a:pt x="517" y="473"/>
                    <a:pt x="1084" y="1"/>
                  </a:cubicBezTo>
                  <a:close/>
                </a:path>
              </a:pathLst>
            </a:custGeom>
            <a:solidFill>
              <a:srgbClr val="EAE2D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490" name="Google Shape;3490;p27"/>
            <p:cNvSpPr/>
            <p:nvPr/>
          </p:nvSpPr>
          <p:spPr>
            <a:xfrm>
              <a:off x="1690768" y="3600093"/>
              <a:ext cx="50657" cy="61707"/>
            </a:xfrm>
            <a:custGeom>
              <a:rect b="b" l="l" r="r" t="t"/>
              <a:pathLst>
                <a:path extrusionOk="0" h="1921" w="1577">
                  <a:moveTo>
                    <a:pt x="581" y="0"/>
                  </a:moveTo>
                  <a:cubicBezTo>
                    <a:pt x="415" y="0"/>
                    <a:pt x="248" y="63"/>
                    <a:pt x="122" y="190"/>
                  </a:cubicBezTo>
                  <a:cubicBezTo>
                    <a:pt x="67" y="245"/>
                    <a:pt x="67" y="333"/>
                    <a:pt x="122" y="388"/>
                  </a:cubicBezTo>
                  <a:cubicBezTo>
                    <a:pt x="149" y="415"/>
                    <a:pt x="184" y="429"/>
                    <a:pt x="220" y="429"/>
                  </a:cubicBezTo>
                  <a:cubicBezTo>
                    <a:pt x="256" y="429"/>
                    <a:pt x="292" y="415"/>
                    <a:pt x="319" y="388"/>
                  </a:cubicBezTo>
                  <a:cubicBezTo>
                    <a:pt x="391" y="316"/>
                    <a:pt x="486" y="280"/>
                    <a:pt x="581" y="280"/>
                  </a:cubicBezTo>
                  <a:cubicBezTo>
                    <a:pt x="677" y="280"/>
                    <a:pt x="772" y="316"/>
                    <a:pt x="844" y="388"/>
                  </a:cubicBezTo>
                  <a:cubicBezTo>
                    <a:pt x="989" y="533"/>
                    <a:pt x="989" y="768"/>
                    <a:pt x="844" y="912"/>
                  </a:cubicBezTo>
                  <a:cubicBezTo>
                    <a:pt x="772" y="985"/>
                    <a:pt x="677" y="1021"/>
                    <a:pt x="581" y="1021"/>
                  </a:cubicBezTo>
                  <a:cubicBezTo>
                    <a:pt x="486" y="1021"/>
                    <a:pt x="391" y="985"/>
                    <a:pt x="319" y="912"/>
                  </a:cubicBezTo>
                  <a:cubicBezTo>
                    <a:pt x="303" y="897"/>
                    <a:pt x="288" y="878"/>
                    <a:pt x="274" y="859"/>
                  </a:cubicBezTo>
                  <a:cubicBezTo>
                    <a:pt x="247" y="819"/>
                    <a:pt x="203" y="798"/>
                    <a:pt x="159" y="798"/>
                  </a:cubicBezTo>
                  <a:cubicBezTo>
                    <a:pt x="132" y="798"/>
                    <a:pt x="104" y="806"/>
                    <a:pt x="80" y="823"/>
                  </a:cubicBezTo>
                  <a:cubicBezTo>
                    <a:pt x="16" y="866"/>
                    <a:pt x="0" y="953"/>
                    <a:pt x="44" y="1015"/>
                  </a:cubicBezTo>
                  <a:cubicBezTo>
                    <a:pt x="67" y="1050"/>
                    <a:pt x="93" y="1080"/>
                    <a:pt x="122" y="1109"/>
                  </a:cubicBezTo>
                  <a:cubicBezTo>
                    <a:pt x="214" y="1202"/>
                    <a:pt x="330" y="1261"/>
                    <a:pt x="449" y="1287"/>
                  </a:cubicBezTo>
                  <a:cubicBezTo>
                    <a:pt x="434" y="1390"/>
                    <a:pt x="439" y="1544"/>
                    <a:pt x="542" y="1688"/>
                  </a:cubicBezTo>
                  <a:cubicBezTo>
                    <a:pt x="559" y="1714"/>
                    <a:pt x="579" y="1738"/>
                    <a:pt x="599" y="1758"/>
                  </a:cubicBezTo>
                  <a:cubicBezTo>
                    <a:pt x="750" y="1908"/>
                    <a:pt x="945" y="1919"/>
                    <a:pt x="986" y="1920"/>
                  </a:cubicBezTo>
                  <a:cubicBezTo>
                    <a:pt x="990" y="1920"/>
                    <a:pt x="993" y="1920"/>
                    <a:pt x="997" y="1920"/>
                  </a:cubicBezTo>
                  <a:cubicBezTo>
                    <a:pt x="1221" y="1920"/>
                    <a:pt x="1425" y="1785"/>
                    <a:pt x="1510" y="1584"/>
                  </a:cubicBezTo>
                  <a:cubicBezTo>
                    <a:pt x="1577" y="1425"/>
                    <a:pt x="1549" y="1276"/>
                    <a:pt x="1526" y="1201"/>
                  </a:cubicBezTo>
                  <a:cubicBezTo>
                    <a:pt x="1508" y="1140"/>
                    <a:pt x="1452" y="1102"/>
                    <a:pt x="1392" y="1102"/>
                  </a:cubicBezTo>
                  <a:cubicBezTo>
                    <a:pt x="1379" y="1102"/>
                    <a:pt x="1365" y="1104"/>
                    <a:pt x="1352" y="1108"/>
                  </a:cubicBezTo>
                  <a:cubicBezTo>
                    <a:pt x="1278" y="1130"/>
                    <a:pt x="1238" y="1209"/>
                    <a:pt x="1260" y="1282"/>
                  </a:cubicBezTo>
                  <a:cubicBezTo>
                    <a:pt x="1271" y="1319"/>
                    <a:pt x="1287" y="1396"/>
                    <a:pt x="1252" y="1474"/>
                  </a:cubicBezTo>
                  <a:cubicBezTo>
                    <a:pt x="1211" y="1572"/>
                    <a:pt x="1104" y="1642"/>
                    <a:pt x="994" y="1642"/>
                  </a:cubicBezTo>
                  <a:cubicBezTo>
                    <a:pt x="993" y="1642"/>
                    <a:pt x="991" y="1642"/>
                    <a:pt x="990" y="1642"/>
                  </a:cubicBezTo>
                  <a:cubicBezTo>
                    <a:pt x="976" y="1642"/>
                    <a:pt x="846" y="1636"/>
                    <a:pt x="767" y="1528"/>
                  </a:cubicBezTo>
                  <a:cubicBezTo>
                    <a:pt x="699" y="1432"/>
                    <a:pt x="723" y="1322"/>
                    <a:pt x="733" y="1282"/>
                  </a:cubicBezTo>
                  <a:cubicBezTo>
                    <a:pt x="846" y="1254"/>
                    <a:pt x="953" y="1196"/>
                    <a:pt x="1041" y="1109"/>
                  </a:cubicBezTo>
                  <a:cubicBezTo>
                    <a:pt x="1294" y="856"/>
                    <a:pt x="1294" y="443"/>
                    <a:pt x="1041" y="190"/>
                  </a:cubicBezTo>
                  <a:cubicBezTo>
                    <a:pt x="914" y="63"/>
                    <a:pt x="748" y="0"/>
                    <a:pt x="581" y="0"/>
                  </a:cubicBezTo>
                  <a:close/>
                </a:path>
              </a:pathLst>
            </a:custGeom>
            <a:solidFill>
              <a:schemeClr val="l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3491" name="Google Shape;3491;p27"/>
          <p:cNvGrpSpPr/>
          <p:nvPr/>
        </p:nvGrpSpPr>
        <p:grpSpPr>
          <a:xfrm>
            <a:off x="7281903" y="2876083"/>
            <a:ext cx="297629" cy="215452"/>
            <a:chOff x="7281903" y="2876083"/>
            <a:chExt cx="297629" cy="215452"/>
          </a:xfrm>
        </p:grpSpPr>
        <p:sp>
          <p:nvSpPr>
            <p:cNvPr id="3492" name="Google Shape;3492;p27"/>
            <p:cNvSpPr/>
            <p:nvPr/>
          </p:nvSpPr>
          <p:spPr>
            <a:xfrm>
              <a:off x="7281903" y="2876083"/>
              <a:ext cx="53131" cy="47316"/>
            </a:xfrm>
            <a:custGeom>
              <a:rect b="b" l="l" r="r" t="t"/>
              <a:pathLst>
                <a:path extrusionOk="0" h="1473" w="1654">
                  <a:moveTo>
                    <a:pt x="690" y="0"/>
                  </a:moveTo>
                  <a:cubicBezTo>
                    <a:pt x="310" y="0"/>
                    <a:pt x="1" y="310"/>
                    <a:pt x="1" y="691"/>
                  </a:cubicBezTo>
                  <a:lnTo>
                    <a:pt x="1" y="782"/>
                  </a:lnTo>
                  <a:cubicBezTo>
                    <a:pt x="1" y="1163"/>
                    <a:pt x="310" y="1472"/>
                    <a:pt x="690" y="1472"/>
                  </a:cubicBezTo>
                  <a:cubicBezTo>
                    <a:pt x="766" y="1472"/>
                    <a:pt x="827" y="1407"/>
                    <a:pt x="827" y="1331"/>
                  </a:cubicBezTo>
                  <a:cubicBezTo>
                    <a:pt x="827" y="1255"/>
                    <a:pt x="766" y="1193"/>
                    <a:pt x="690" y="1193"/>
                  </a:cubicBezTo>
                  <a:cubicBezTo>
                    <a:pt x="462" y="1193"/>
                    <a:pt x="277" y="1009"/>
                    <a:pt x="277" y="780"/>
                  </a:cubicBezTo>
                  <a:lnTo>
                    <a:pt x="277" y="688"/>
                  </a:lnTo>
                  <a:cubicBezTo>
                    <a:pt x="277" y="461"/>
                    <a:pt x="462" y="275"/>
                    <a:pt x="690" y="275"/>
                  </a:cubicBezTo>
                  <a:lnTo>
                    <a:pt x="1535" y="275"/>
                  </a:lnTo>
                  <a:cubicBezTo>
                    <a:pt x="1610" y="275"/>
                    <a:pt x="1654" y="214"/>
                    <a:pt x="1654" y="138"/>
                  </a:cubicBezTo>
                  <a:cubicBezTo>
                    <a:pt x="1654" y="115"/>
                    <a:pt x="1580" y="0"/>
                    <a:pt x="1580" y="0"/>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493" name="Google Shape;3493;p27"/>
            <p:cNvSpPr/>
            <p:nvPr/>
          </p:nvSpPr>
          <p:spPr>
            <a:xfrm>
              <a:off x="7433850" y="2945214"/>
              <a:ext cx="18342" cy="21233"/>
            </a:xfrm>
            <a:custGeom>
              <a:rect b="b" l="l" r="r" t="t"/>
              <a:pathLst>
                <a:path extrusionOk="0" h="661" w="571">
                  <a:moveTo>
                    <a:pt x="0" y="1"/>
                  </a:moveTo>
                  <a:lnTo>
                    <a:pt x="0" y="661"/>
                  </a:lnTo>
                  <a:lnTo>
                    <a:pt x="570" y="661"/>
                  </a:lnTo>
                  <a:lnTo>
                    <a:pt x="570" y="1"/>
                  </a:lnTo>
                  <a:close/>
                </a:path>
              </a:pathLst>
            </a:cu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494" name="Google Shape;3494;p27"/>
            <p:cNvSpPr/>
            <p:nvPr/>
          </p:nvSpPr>
          <p:spPr>
            <a:xfrm>
              <a:off x="7332081" y="2940717"/>
              <a:ext cx="28300" cy="24381"/>
            </a:xfrm>
            <a:custGeom>
              <a:rect b="b" l="l" r="r" t="t"/>
              <a:pathLst>
                <a:path extrusionOk="0" h="759" w="881">
                  <a:moveTo>
                    <a:pt x="1" y="0"/>
                  </a:moveTo>
                  <a:lnTo>
                    <a:pt x="1" y="759"/>
                  </a:lnTo>
                  <a:lnTo>
                    <a:pt x="845" y="759"/>
                  </a:lnTo>
                  <a:lnTo>
                    <a:pt x="881" y="517"/>
                  </a:lnTo>
                  <a:lnTo>
                    <a:pt x="881" y="242"/>
                  </a:lnTo>
                  <a:lnTo>
                    <a:pt x="845" y="0"/>
                  </a:lnTo>
                  <a:close/>
                </a:path>
              </a:pathLst>
            </a:cu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495" name="Google Shape;3495;p27"/>
            <p:cNvSpPr/>
            <p:nvPr/>
          </p:nvSpPr>
          <p:spPr>
            <a:xfrm>
              <a:off x="7330924" y="2938950"/>
              <a:ext cx="29456" cy="27914"/>
            </a:xfrm>
            <a:custGeom>
              <a:rect b="b" l="l" r="r" t="t"/>
              <a:pathLst>
                <a:path extrusionOk="0" h="869" w="917">
                  <a:moveTo>
                    <a:pt x="0" y="0"/>
                  </a:moveTo>
                  <a:lnTo>
                    <a:pt x="0" y="869"/>
                  </a:lnTo>
                  <a:lnTo>
                    <a:pt x="917" y="869"/>
                  </a:lnTo>
                  <a:lnTo>
                    <a:pt x="917" y="572"/>
                  </a:lnTo>
                  <a:lnTo>
                    <a:pt x="312" y="572"/>
                  </a:lnTo>
                  <a:cubicBezTo>
                    <a:pt x="280" y="572"/>
                    <a:pt x="257" y="546"/>
                    <a:pt x="257" y="517"/>
                  </a:cubicBezTo>
                  <a:lnTo>
                    <a:pt x="257" y="352"/>
                  </a:lnTo>
                  <a:cubicBezTo>
                    <a:pt x="257" y="322"/>
                    <a:pt x="283" y="299"/>
                    <a:pt x="312" y="299"/>
                  </a:cubicBezTo>
                  <a:lnTo>
                    <a:pt x="917" y="299"/>
                  </a:lnTo>
                  <a:lnTo>
                    <a:pt x="917" y="297"/>
                  </a:lnTo>
                  <a:lnTo>
                    <a:pt x="917" y="0"/>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496" name="Google Shape;3496;p27"/>
            <p:cNvSpPr/>
            <p:nvPr/>
          </p:nvSpPr>
          <p:spPr>
            <a:xfrm>
              <a:off x="7554577" y="2981586"/>
              <a:ext cx="17699" cy="15258"/>
            </a:xfrm>
            <a:custGeom>
              <a:rect b="b" l="l" r="r" t="t"/>
              <a:pathLst>
                <a:path extrusionOk="0" h="475" w="551">
                  <a:moveTo>
                    <a:pt x="276" y="0"/>
                  </a:moveTo>
                  <a:lnTo>
                    <a:pt x="0" y="36"/>
                  </a:lnTo>
                  <a:lnTo>
                    <a:pt x="0" y="475"/>
                  </a:lnTo>
                  <a:lnTo>
                    <a:pt x="459" y="475"/>
                  </a:lnTo>
                  <a:cubicBezTo>
                    <a:pt x="491" y="475"/>
                    <a:pt x="514" y="449"/>
                    <a:pt x="514" y="420"/>
                  </a:cubicBezTo>
                  <a:lnTo>
                    <a:pt x="551" y="238"/>
                  </a:lnTo>
                  <a:lnTo>
                    <a:pt x="551" y="55"/>
                  </a:lnTo>
                  <a:cubicBezTo>
                    <a:pt x="551" y="25"/>
                    <a:pt x="525" y="0"/>
                    <a:pt x="496" y="0"/>
                  </a:cubicBezTo>
                  <a:close/>
                </a:path>
              </a:pathLst>
            </a:cu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497" name="Google Shape;3497;p27"/>
            <p:cNvSpPr/>
            <p:nvPr/>
          </p:nvSpPr>
          <p:spPr>
            <a:xfrm>
              <a:off x="7560066" y="2980422"/>
              <a:ext cx="19466" cy="16543"/>
            </a:xfrm>
            <a:custGeom>
              <a:rect b="b" l="l" r="r" t="t"/>
              <a:pathLst>
                <a:path extrusionOk="0" h="515" w="606">
                  <a:moveTo>
                    <a:pt x="0" y="1"/>
                  </a:moveTo>
                  <a:lnTo>
                    <a:pt x="0" y="515"/>
                  </a:lnTo>
                  <a:lnTo>
                    <a:pt x="550" y="515"/>
                  </a:lnTo>
                  <a:cubicBezTo>
                    <a:pt x="581" y="515"/>
                    <a:pt x="605" y="489"/>
                    <a:pt x="605" y="460"/>
                  </a:cubicBezTo>
                  <a:lnTo>
                    <a:pt x="605" y="240"/>
                  </a:lnTo>
                  <a:lnTo>
                    <a:pt x="384" y="240"/>
                  </a:lnTo>
                  <a:cubicBezTo>
                    <a:pt x="356" y="238"/>
                    <a:pt x="332" y="215"/>
                    <a:pt x="332" y="183"/>
                  </a:cubicBezTo>
                  <a:lnTo>
                    <a:pt x="332" y="1"/>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498" name="Google Shape;3498;p27"/>
            <p:cNvSpPr/>
            <p:nvPr/>
          </p:nvSpPr>
          <p:spPr>
            <a:xfrm>
              <a:off x="7536689" y="2975684"/>
              <a:ext cx="20269" cy="30035"/>
            </a:xfrm>
            <a:custGeom>
              <a:rect b="b" l="l" r="r" t="t"/>
              <a:pathLst>
                <a:path extrusionOk="0" h="935" w="631">
                  <a:moveTo>
                    <a:pt x="263" y="0"/>
                  </a:moveTo>
                  <a:lnTo>
                    <a:pt x="9" y="34"/>
                  </a:lnTo>
                  <a:lnTo>
                    <a:pt x="1" y="934"/>
                  </a:lnTo>
                  <a:lnTo>
                    <a:pt x="558" y="931"/>
                  </a:lnTo>
                  <a:cubicBezTo>
                    <a:pt x="588" y="931"/>
                    <a:pt x="612" y="905"/>
                    <a:pt x="612" y="876"/>
                  </a:cubicBezTo>
                  <a:lnTo>
                    <a:pt x="630" y="715"/>
                  </a:lnTo>
                  <a:lnTo>
                    <a:pt x="630" y="55"/>
                  </a:lnTo>
                  <a:cubicBezTo>
                    <a:pt x="630" y="25"/>
                    <a:pt x="604" y="0"/>
                    <a:pt x="575" y="0"/>
                  </a:cubicBezTo>
                  <a:close/>
                </a:path>
              </a:pathLst>
            </a:cu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499" name="Google Shape;3499;p27"/>
            <p:cNvSpPr/>
            <p:nvPr/>
          </p:nvSpPr>
          <p:spPr>
            <a:xfrm>
              <a:off x="7534085" y="2974757"/>
              <a:ext cx="22454" cy="31898"/>
            </a:xfrm>
            <a:custGeom>
              <a:rect b="b" l="l" r="r" t="t"/>
              <a:pathLst>
                <a:path extrusionOk="0" h="993" w="699">
                  <a:moveTo>
                    <a:pt x="0" y="1"/>
                  </a:moveTo>
                  <a:lnTo>
                    <a:pt x="0" y="992"/>
                  </a:lnTo>
                  <a:lnTo>
                    <a:pt x="643" y="992"/>
                  </a:lnTo>
                  <a:cubicBezTo>
                    <a:pt x="673" y="992"/>
                    <a:pt x="698" y="968"/>
                    <a:pt x="698" y="939"/>
                  </a:cubicBezTo>
                  <a:lnTo>
                    <a:pt x="698" y="717"/>
                  </a:lnTo>
                  <a:lnTo>
                    <a:pt x="384" y="717"/>
                  </a:lnTo>
                  <a:cubicBezTo>
                    <a:pt x="358" y="716"/>
                    <a:pt x="332" y="693"/>
                    <a:pt x="332" y="661"/>
                  </a:cubicBezTo>
                  <a:lnTo>
                    <a:pt x="332" y="1"/>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500" name="Google Shape;3500;p27"/>
            <p:cNvSpPr/>
            <p:nvPr/>
          </p:nvSpPr>
          <p:spPr>
            <a:xfrm>
              <a:off x="7305257" y="2975764"/>
              <a:ext cx="18310" cy="24734"/>
            </a:xfrm>
            <a:custGeom>
              <a:rect b="b" l="l" r="r" t="t"/>
              <a:pathLst>
                <a:path extrusionOk="0" h="770" w="570">
                  <a:moveTo>
                    <a:pt x="238" y="1"/>
                  </a:moveTo>
                  <a:lnTo>
                    <a:pt x="184" y="37"/>
                  </a:lnTo>
                  <a:cubicBezTo>
                    <a:pt x="83" y="37"/>
                    <a:pt x="0" y="118"/>
                    <a:pt x="0" y="220"/>
                  </a:cubicBezTo>
                  <a:lnTo>
                    <a:pt x="0" y="587"/>
                  </a:lnTo>
                  <a:cubicBezTo>
                    <a:pt x="0" y="689"/>
                    <a:pt x="83" y="770"/>
                    <a:pt x="184" y="770"/>
                  </a:cubicBezTo>
                  <a:lnTo>
                    <a:pt x="569" y="770"/>
                  </a:lnTo>
                  <a:lnTo>
                    <a:pt x="569" y="1"/>
                  </a:lnTo>
                  <a:close/>
                </a:path>
              </a:pathLst>
            </a:cu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501" name="Google Shape;3501;p27"/>
            <p:cNvSpPr/>
            <p:nvPr/>
          </p:nvSpPr>
          <p:spPr>
            <a:xfrm>
              <a:off x="7304037" y="2975700"/>
              <a:ext cx="19466" cy="25923"/>
            </a:xfrm>
            <a:custGeom>
              <a:rect b="b" l="l" r="r" t="t"/>
              <a:pathLst>
                <a:path extrusionOk="0" h="807" w="606">
                  <a:moveTo>
                    <a:pt x="183" y="0"/>
                  </a:moveTo>
                  <a:cubicBezTo>
                    <a:pt x="82" y="0"/>
                    <a:pt x="1" y="81"/>
                    <a:pt x="1" y="182"/>
                  </a:cubicBezTo>
                  <a:lnTo>
                    <a:pt x="1" y="624"/>
                  </a:lnTo>
                  <a:cubicBezTo>
                    <a:pt x="1" y="725"/>
                    <a:pt x="82" y="806"/>
                    <a:pt x="183" y="806"/>
                  </a:cubicBezTo>
                  <a:lnTo>
                    <a:pt x="606" y="806"/>
                  </a:lnTo>
                  <a:lnTo>
                    <a:pt x="606" y="531"/>
                  </a:lnTo>
                  <a:lnTo>
                    <a:pt x="331" y="531"/>
                  </a:lnTo>
                  <a:cubicBezTo>
                    <a:pt x="330" y="531"/>
                    <a:pt x="329" y="531"/>
                    <a:pt x="328" y="531"/>
                  </a:cubicBezTo>
                  <a:cubicBezTo>
                    <a:pt x="300" y="531"/>
                    <a:pt x="276" y="507"/>
                    <a:pt x="276" y="478"/>
                  </a:cubicBezTo>
                  <a:lnTo>
                    <a:pt x="276" y="0"/>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502" name="Google Shape;3502;p27"/>
            <p:cNvSpPr/>
            <p:nvPr/>
          </p:nvSpPr>
          <p:spPr>
            <a:xfrm>
              <a:off x="7460995" y="2972487"/>
              <a:ext cx="33054" cy="30677"/>
            </a:xfrm>
            <a:custGeom>
              <a:rect b="b" l="l" r="r" t="t"/>
              <a:pathLst>
                <a:path extrusionOk="0" h="955" w="1029">
                  <a:moveTo>
                    <a:pt x="276" y="0"/>
                  </a:moveTo>
                  <a:lnTo>
                    <a:pt x="1" y="54"/>
                  </a:lnTo>
                  <a:lnTo>
                    <a:pt x="1" y="954"/>
                  </a:lnTo>
                  <a:lnTo>
                    <a:pt x="1028" y="954"/>
                  </a:lnTo>
                  <a:lnTo>
                    <a:pt x="1028" y="54"/>
                  </a:lnTo>
                  <a:lnTo>
                    <a:pt x="753" y="0"/>
                  </a:lnTo>
                  <a:close/>
                </a:path>
              </a:pathLst>
            </a:cu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503" name="Google Shape;3503;p27"/>
            <p:cNvSpPr/>
            <p:nvPr/>
          </p:nvSpPr>
          <p:spPr>
            <a:xfrm>
              <a:off x="7459260" y="2972423"/>
              <a:ext cx="36588" cy="32444"/>
            </a:xfrm>
            <a:custGeom>
              <a:rect b="b" l="l" r="r" t="t"/>
              <a:pathLst>
                <a:path extrusionOk="0" h="1010" w="1139">
                  <a:moveTo>
                    <a:pt x="1" y="1"/>
                  </a:moveTo>
                  <a:lnTo>
                    <a:pt x="1" y="1010"/>
                  </a:lnTo>
                  <a:lnTo>
                    <a:pt x="1139" y="1010"/>
                  </a:lnTo>
                  <a:lnTo>
                    <a:pt x="1139" y="1"/>
                  </a:lnTo>
                  <a:lnTo>
                    <a:pt x="807" y="1"/>
                  </a:lnTo>
                  <a:lnTo>
                    <a:pt x="807" y="681"/>
                  </a:lnTo>
                  <a:cubicBezTo>
                    <a:pt x="807" y="712"/>
                    <a:pt x="783" y="735"/>
                    <a:pt x="754" y="735"/>
                  </a:cubicBezTo>
                  <a:lnTo>
                    <a:pt x="386" y="735"/>
                  </a:lnTo>
                  <a:cubicBezTo>
                    <a:pt x="356" y="735"/>
                    <a:pt x="331" y="710"/>
                    <a:pt x="331" y="681"/>
                  </a:cubicBezTo>
                  <a:lnTo>
                    <a:pt x="331" y="1"/>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504" name="Google Shape;3504;p27"/>
            <p:cNvSpPr/>
            <p:nvPr/>
          </p:nvSpPr>
          <p:spPr>
            <a:xfrm>
              <a:off x="7369249" y="2895326"/>
              <a:ext cx="142495" cy="44875"/>
            </a:xfrm>
            <a:custGeom>
              <a:rect b="b" l="l" r="r" t="t"/>
              <a:pathLst>
                <a:path extrusionOk="0" h="1397" w="4436">
                  <a:moveTo>
                    <a:pt x="1024" y="1"/>
                  </a:moveTo>
                  <a:cubicBezTo>
                    <a:pt x="902" y="1"/>
                    <a:pt x="786" y="41"/>
                    <a:pt x="689" y="113"/>
                  </a:cubicBezTo>
                  <a:lnTo>
                    <a:pt x="501" y="255"/>
                  </a:lnTo>
                  <a:cubicBezTo>
                    <a:pt x="468" y="278"/>
                    <a:pt x="430" y="294"/>
                    <a:pt x="388" y="294"/>
                  </a:cubicBezTo>
                  <a:lnTo>
                    <a:pt x="275" y="294"/>
                  </a:lnTo>
                  <a:lnTo>
                    <a:pt x="0" y="348"/>
                  </a:lnTo>
                  <a:lnTo>
                    <a:pt x="0" y="1120"/>
                  </a:lnTo>
                  <a:lnTo>
                    <a:pt x="391" y="1120"/>
                  </a:lnTo>
                  <a:cubicBezTo>
                    <a:pt x="430" y="1120"/>
                    <a:pt x="468" y="1131"/>
                    <a:pt x="498" y="1153"/>
                  </a:cubicBezTo>
                  <a:lnTo>
                    <a:pt x="692" y="1292"/>
                  </a:lnTo>
                  <a:cubicBezTo>
                    <a:pt x="786" y="1360"/>
                    <a:pt x="898" y="1396"/>
                    <a:pt x="1012" y="1396"/>
                  </a:cubicBezTo>
                  <a:lnTo>
                    <a:pt x="3472" y="1396"/>
                  </a:lnTo>
                  <a:cubicBezTo>
                    <a:pt x="3842" y="1396"/>
                    <a:pt x="4387" y="1172"/>
                    <a:pt x="4430" y="813"/>
                  </a:cubicBezTo>
                  <a:cubicBezTo>
                    <a:pt x="4434" y="784"/>
                    <a:pt x="4436" y="755"/>
                    <a:pt x="4436" y="726"/>
                  </a:cubicBezTo>
                  <a:cubicBezTo>
                    <a:pt x="4436" y="325"/>
                    <a:pt x="4110" y="1"/>
                    <a:pt x="3711" y="1"/>
                  </a:cubicBezTo>
                  <a:lnTo>
                    <a:pt x="3123" y="1"/>
                  </a:lnTo>
                  <a:lnTo>
                    <a:pt x="3074" y="57"/>
                  </a:lnTo>
                  <a:lnTo>
                    <a:pt x="1517" y="56"/>
                  </a:lnTo>
                  <a:lnTo>
                    <a:pt x="1471" y="1"/>
                  </a:ln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505" name="Google Shape;3505;p27"/>
            <p:cNvSpPr/>
            <p:nvPr/>
          </p:nvSpPr>
          <p:spPr>
            <a:xfrm>
              <a:off x="7367417" y="2895293"/>
              <a:ext cx="144102" cy="46610"/>
            </a:xfrm>
            <a:custGeom>
              <a:rect b="b" l="l" r="r" t="t"/>
              <a:pathLst>
                <a:path extrusionOk="0" h="1451" w="4486">
                  <a:moveTo>
                    <a:pt x="1525" y="0"/>
                  </a:moveTo>
                  <a:lnTo>
                    <a:pt x="1525" y="1084"/>
                  </a:lnTo>
                  <a:cubicBezTo>
                    <a:pt x="1525" y="1135"/>
                    <a:pt x="1485" y="1176"/>
                    <a:pt x="1434" y="1176"/>
                  </a:cubicBezTo>
                  <a:lnTo>
                    <a:pt x="1160" y="1176"/>
                  </a:lnTo>
                  <a:cubicBezTo>
                    <a:pt x="1046" y="1176"/>
                    <a:pt x="935" y="1139"/>
                    <a:pt x="841" y="1073"/>
                  </a:cubicBezTo>
                  <a:lnTo>
                    <a:pt x="647" y="934"/>
                  </a:lnTo>
                  <a:cubicBezTo>
                    <a:pt x="615" y="912"/>
                    <a:pt x="577" y="899"/>
                    <a:pt x="539" y="899"/>
                  </a:cubicBezTo>
                  <a:lnTo>
                    <a:pt x="424" y="899"/>
                  </a:lnTo>
                  <a:cubicBezTo>
                    <a:pt x="373" y="899"/>
                    <a:pt x="331" y="857"/>
                    <a:pt x="331" y="806"/>
                  </a:cubicBezTo>
                  <a:lnTo>
                    <a:pt x="331" y="293"/>
                  </a:lnTo>
                  <a:lnTo>
                    <a:pt x="1" y="293"/>
                  </a:lnTo>
                  <a:lnTo>
                    <a:pt x="1" y="1174"/>
                  </a:lnTo>
                  <a:lnTo>
                    <a:pt x="447" y="1174"/>
                  </a:lnTo>
                  <a:cubicBezTo>
                    <a:pt x="486" y="1174"/>
                    <a:pt x="523" y="1187"/>
                    <a:pt x="554" y="1209"/>
                  </a:cubicBezTo>
                  <a:lnTo>
                    <a:pt x="748" y="1348"/>
                  </a:lnTo>
                  <a:cubicBezTo>
                    <a:pt x="842" y="1414"/>
                    <a:pt x="953" y="1451"/>
                    <a:pt x="1068" y="1451"/>
                  </a:cubicBezTo>
                  <a:lnTo>
                    <a:pt x="3766" y="1451"/>
                  </a:lnTo>
                  <a:cubicBezTo>
                    <a:pt x="4137" y="1451"/>
                    <a:pt x="4442" y="1173"/>
                    <a:pt x="4486" y="812"/>
                  </a:cubicBezTo>
                  <a:lnTo>
                    <a:pt x="4486" y="812"/>
                  </a:lnTo>
                  <a:cubicBezTo>
                    <a:pt x="4361" y="1029"/>
                    <a:pt x="4128" y="1176"/>
                    <a:pt x="3859" y="1176"/>
                  </a:cubicBezTo>
                  <a:lnTo>
                    <a:pt x="3270" y="1176"/>
                  </a:lnTo>
                  <a:cubicBezTo>
                    <a:pt x="3219" y="1176"/>
                    <a:pt x="3178" y="1135"/>
                    <a:pt x="3178" y="1084"/>
                  </a:cubicBezTo>
                  <a:lnTo>
                    <a:pt x="3178" y="0"/>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506" name="Google Shape;3506;p27"/>
            <p:cNvSpPr/>
            <p:nvPr/>
          </p:nvSpPr>
          <p:spPr>
            <a:xfrm>
              <a:off x="7305257" y="2901847"/>
              <a:ext cx="18567" cy="32379"/>
            </a:xfrm>
            <a:custGeom>
              <a:rect b="b" l="l" r="r" t="t"/>
              <a:pathLst>
                <a:path extrusionOk="0" h="1008" w="578">
                  <a:moveTo>
                    <a:pt x="238" y="0"/>
                  </a:moveTo>
                  <a:lnTo>
                    <a:pt x="184" y="36"/>
                  </a:lnTo>
                  <a:cubicBezTo>
                    <a:pt x="83" y="36"/>
                    <a:pt x="0" y="117"/>
                    <a:pt x="0" y="219"/>
                  </a:cubicBezTo>
                  <a:lnTo>
                    <a:pt x="0" y="825"/>
                  </a:lnTo>
                  <a:cubicBezTo>
                    <a:pt x="0" y="927"/>
                    <a:pt x="83" y="1008"/>
                    <a:pt x="184" y="1008"/>
                  </a:cubicBezTo>
                  <a:lnTo>
                    <a:pt x="578" y="1008"/>
                  </a:lnTo>
                  <a:lnTo>
                    <a:pt x="578" y="0"/>
                  </a:lnTo>
                  <a:close/>
                </a:path>
              </a:pathLst>
            </a:custGeom>
            <a:solidFill>
              <a:srgbClr val="9CE6F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507" name="Google Shape;3507;p27"/>
            <p:cNvSpPr/>
            <p:nvPr/>
          </p:nvSpPr>
          <p:spPr>
            <a:xfrm>
              <a:off x="7304037" y="2901782"/>
              <a:ext cx="19755" cy="33568"/>
            </a:xfrm>
            <a:custGeom>
              <a:rect b="b" l="l" r="r" t="t"/>
              <a:pathLst>
                <a:path extrusionOk="0" h="1045" w="615">
                  <a:moveTo>
                    <a:pt x="183" y="1"/>
                  </a:moveTo>
                  <a:cubicBezTo>
                    <a:pt x="82" y="1"/>
                    <a:pt x="1" y="82"/>
                    <a:pt x="1" y="183"/>
                  </a:cubicBezTo>
                  <a:lnTo>
                    <a:pt x="1" y="862"/>
                  </a:lnTo>
                  <a:cubicBezTo>
                    <a:pt x="1" y="963"/>
                    <a:pt x="82" y="1045"/>
                    <a:pt x="183" y="1045"/>
                  </a:cubicBezTo>
                  <a:lnTo>
                    <a:pt x="615" y="1045"/>
                  </a:lnTo>
                  <a:lnTo>
                    <a:pt x="615" y="769"/>
                  </a:lnTo>
                  <a:lnTo>
                    <a:pt x="331" y="769"/>
                  </a:lnTo>
                  <a:cubicBezTo>
                    <a:pt x="330" y="769"/>
                    <a:pt x="329" y="770"/>
                    <a:pt x="328" y="770"/>
                  </a:cubicBezTo>
                  <a:cubicBezTo>
                    <a:pt x="300" y="770"/>
                    <a:pt x="276" y="747"/>
                    <a:pt x="276" y="717"/>
                  </a:cubicBezTo>
                  <a:lnTo>
                    <a:pt x="276" y="1"/>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508" name="Google Shape;3508;p27"/>
            <p:cNvSpPr/>
            <p:nvPr/>
          </p:nvSpPr>
          <p:spPr>
            <a:xfrm>
              <a:off x="7426526" y="2890635"/>
              <a:ext cx="34178" cy="54865"/>
            </a:xfrm>
            <a:custGeom>
              <a:rect b="b" l="l" r="r" t="t"/>
              <a:pathLst>
                <a:path extrusionOk="0" h="1708" w="1064">
                  <a:moveTo>
                    <a:pt x="238" y="0"/>
                  </a:moveTo>
                  <a:lnTo>
                    <a:pt x="183" y="37"/>
                  </a:lnTo>
                  <a:cubicBezTo>
                    <a:pt x="82" y="37"/>
                    <a:pt x="1" y="118"/>
                    <a:pt x="1" y="219"/>
                  </a:cubicBezTo>
                  <a:lnTo>
                    <a:pt x="1" y="1523"/>
                  </a:lnTo>
                  <a:cubicBezTo>
                    <a:pt x="1" y="1625"/>
                    <a:pt x="82" y="1707"/>
                    <a:pt x="183" y="1707"/>
                  </a:cubicBezTo>
                  <a:lnTo>
                    <a:pt x="843" y="1707"/>
                  </a:lnTo>
                  <a:cubicBezTo>
                    <a:pt x="945" y="1707"/>
                    <a:pt x="1027" y="1625"/>
                    <a:pt x="1027" y="1522"/>
                  </a:cubicBezTo>
                  <a:lnTo>
                    <a:pt x="1063" y="1468"/>
                  </a:lnTo>
                  <a:lnTo>
                    <a:pt x="1063" y="183"/>
                  </a:lnTo>
                  <a:cubicBezTo>
                    <a:pt x="1063" y="81"/>
                    <a:pt x="981" y="0"/>
                    <a:pt x="880" y="0"/>
                  </a:cubicBez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509" name="Google Shape;3509;p27"/>
            <p:cNvSpPr/>
            <p:nvPr/>
          </p:nvSpPr>
          <p:spPr>
            <a:xfrm>
              <a:off x="7425273" y="2890635"/>
              <a:ext cx="35431" cy="56022"/>
            </a:xfrm>
            <a:custGeom>
              <a:rect b="b" l="l" r="r" t="t"/>
              <a:pathLst>
                <a:path extrusionOk="0" h="1744" w="1103">
                  <a:moveTo>
                    <a:pt x="185" y="0"/>
                  </a:moveTo>
                  <a:cubicBezTo>
                    <a:pt x="83" y="0"/>
                    <a:pt x="1" y="81"/>
                    <a:pt x="1" y="183"/>
                  </a:cubicBezTo>
                  <a:lnTo>
                    <a:pt x="1" y="1559"/>
                  </a:lnTo>
                  <a:cubicBezTo>
                    <a:pt x="1" y="1661"/>
                    <a:pt x="83" y="1743"/>
                    <a:pt x="185" y="1743"/>
                  </a:cubicBezTo>
                  <a:lnTo>
                    <a:pt x="919" y="1743"/>
                  </a:lnTo>
                  <a:cubicBezTo>
                    <a:pt x="1020" y="1743"/>
                    <a:pt x="1102" y="1661"/>
                    <a:pt x="1102" y="1559"/>
                  </a:cubicBezTo>
                  <a:lnTo>
                    <a:pt x="1102" y="1468"/>
                  </a:lnTo>
                  <a:lnTo>
                    <a:pt x="331" y="1468"/>
                  </a:lnTo>
                  <a:cubicBezTo>
                    <a:pt x="302" y="1468"/>
                    <a:pt x="277" y="1444"/>
                    <a:pt x="277" y="1413"/>
                  </a:cubicBezTo>
                  <a:lnTo>
                    <a:pt x="277" y="0"/>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510" name="Google Shape;3510;p27"/>
            <p:cNvSpPr/>
            <p:nvPr/>
          </p:nvSpPr>
          <p:spPr>
            <a:xfrm>
              <a:off x="7332145" y="2876180"/>
              <a:ext cx="28332" cy="20301"/>
            </a:xfrm>
            <a:custGeom>
              <a:rect b="b" l="l" r="r" t="t"/>
              <a:pathLst>
                <a:path extrusionOk="0" h="632" w="882">
                  <a:moveTo>
                    <a:pt x="238" y="0"/>
                  </a:moveTo>
                  <a:lnTo>
                    <a:pt x="54" y="36"/>
                  </a:lnTo>
                  <a:cubicBezTo>
                    <a:pt x="23" y="36"/>
                    <a:pt x="0" y="61"/>
                    <a:pt x="0" y="90"/>
                  </a:cubicBezTo>
                  <a:lnTo>
                    <a:pt x="0" y="631"/>
                  </a:lnTo>
                  <a:lnTo>
                    <a:pt x="846" y="631"/>
                  </a:lnTo>
                  <a:lnTo>
                    <a:pt x="882" y="356"/>
                  </a:lnTo>
                  <a:lnTo>
                    <a:pt x="882" y="54"/>
                  </a:lnTo>
                  <a:cubicBezTo>
                    <a:pt x="879" y="23"/>
                    <a:pt x="856" y="0"/>
                    <a:pt x="825" y="0"/>
                  </a:cubicBez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511" name="Google Shape;3511;p27"/>
            <p:cNvSpPr/>
            <p:nvPr/>
          </p:nvSpPr>
          <p:spPr>
            <a:xfrm>
              <a:off x="7330924" y="2876180"/>
              <a:ext cx="29456" cy="22678"/>
            </a:xfrm>
            <a:custGeom>
              <a:rect b="b" l="l" r="r" t="t"/>
              <a:pathLst>
                <a:path extrusionOk="0" h="706" w="917">
                  <a:moveTo>
                    <a:pt x="54" y="0"/>
                  </a:moveTo>
                  <a:cubicBezTo>
                    <a:pt x="24" y="0"/>
                    <a:pt x="0" y="25"/>
                    <a:pt x="0" y="54"/>
                  </a:cubicBezTo>
                  <a:lnTo>
                    <a:pt x="0" y="705"/>
                  </a:lnTo>
                  <a:lnTo>
                    <a:pt x="917" y="705"/>
                  </a:lnTo>
                  <a:lnTo>
                    <a:pt x="917" y="356"/>
                  </a:lnTo>
                  <a:lnTo>
                    <a:pt x="329" y="356"/>
                  </a:lnTo>
                  <a:cubicBezTo>
                    <a:pt x="328" y="356"/>
                    <a:pt x="327" y="356"/>
                    <a:pt x="327" y="356"/>
                  </a:cubicBezTo>
                  <a:cubicBezTo>
                    <a:pt x="299" y="356"/>
                    <a:pt x="276" y="332"/>
                    <a:pt x="276" y="301"/>
                  </a:cubicBezTo>
                  <a:lnTo>
                    <a:pt x="276" y="0"/>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512" name="Google Shape;3512;p27"/>
            <p:cNvSpPr/>
            <p:nvPr/>
          </p:nvSpPr>
          <p:spPr>
            <a:xfrm>
              <a:off x="7323247" y="2896546"/>
              <a:ext cx="45967" cy="43044"/>
            </a:xfrm>
            <a:custGeom>
              <a:rect b="b" l="l" r="r" t="t"/>
              <a:pathLst>
                <a:path extrusionOk="0" h="1340" w="1431">
                  <a:moveTo>
                    <a:pt x="239" y="0"/>
                  </a:moveTo>
                  <a:lnTo>
                    <a:pt x="164" y="36"/>
                  </a:lnTo>
                  <a:cubicBezTo>
                    <a:pt x="74" y="36"/>
                    <a:pt x="1" y="112"/>
                    <a:pt x="1" y="201"/>
                  </a:cubicBezTo>
                  <a:lnTo>
                    <a:pt x="1" y="1176"/>
                  </a:lnTo>
                  <a:cubicBezTo>
                    <a:pt x="1" y="1265"/>
                    <a:pt x="74" y="1339"/>
                    <a:pt x="164" y="1339"/>
                  </a:cubicBezTo>
                  <a:lnTo>
                    <a:pt x="1231" y="1339"/>
                  </a:lnTo>
                  <a:cubicBezTo>
                    <a:pt x="1321" y="1339"/>
                    <a:pt x="1395" y="1265"/>
                    <a:pt x="1395" y="1177"/>
                  </a:cubicBezTo>
                  <a:lnTo>
                    <a:pt x="1431" y="1103"/>
                  </a:lnTo>
                  <a:lnTo>
                    <a:pt x="1431" y="165"/>
                  </a:lnTo>
                  <a:cubicBezTo>
                    <a:pt x="1431" y="75"/>
                    <a:pt x="1357" y="0"/>
                    <a:pt x="1267" y="0"/>
                  </a:cubicBez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513" name="Google Shape;3513;p27"/>
            <p:cNvSpPr/>
            <p:nvPr/>
          </p:nvSpPr>
          <p:spPr>
            <a:xfrm>
              <a:off x="7322090" y="2896546"/>
              <a:ext cx="47124" cy="44201"/>
            </a:xfrm>
            <a:custGeom>
              <a:rect b="b" l="l" r="r" t="t"/>
              <a:pathLst>
                <a:path extrusionOk="0" h="1376" w="1467">
                  <a:moveTo>
                    <a:pt x="164" y="0"/>
                  </a:moveTo>
                  <a:cubicBezTo>
                    <a:pt x="74" y="0"/>
                    <a:pt x="0" y="75"/>
                    <a:pt x="0" y="165"/>
                  </a:cubicBezTo>
                  <a:lnTo>
                    <a:pt x="0" y="1212"/>
                  </a:lnTo>
                  <a:cubicBezTo>
                    <a:pt x="0" y="1302"/>
                    <a:pt x="74" y="1375"/>
                    <a:pt x="164" y="1375"/>
                  </a:cubicBezTo>
                  <a:lnTo>
                    <a:pt x="1303" y="1375"/>
                  </a:lnTo>
                  <a:cubicBezTo>
                    <a:pt x="1393" y="1375"/>
                    <a:pt x="1467" y="1302"/>
                    <a:pt x="1467" y="1212"/>
                  </a:cubicBezTo>
                  <a:lnTo>
                    <a:pt x="1467" y="1100"/>
                  </a:lnTo>
                  <a:lnTo>
                    <a:pt x="329" y="1100"/>
                  </a:lnTo>
                  <a:cubicBezTo>
                    <a:pt x="299" y="1100"/>
                    <a:pt x="275" y="1076"/>
                    <a:pt x="275" y="1047"/>
                  </a:cubicBezTo>
                  <a:lnTo>
                    <a:pt x="275" y="0"/>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514" name="Google Shape;3514;p27"/>
            <p:cNvSpPr/>
            <p:nvPr/>
          </p:nvSpPr>
          <p:spPr>
            <a:xfrm>
              <a:off x="7490800" y="2966231"/>
              <a:ext cx="46032" cy="45967"/>
            </a:xfrm>
            <a:custGeom>
              <a:rect b="b" l="l" r="r" t="t"/>
              <a:pathLst>
                <a:path extrusionOk="0" h="1431" w="1433">
                  <a:moveTo>
                    <a:pt x="239" y="0"/>
                  </a:moveTo>
                  <a:lnTo>
                    <a:pt x="186" y="19"/>
                  </a:lnTo>
                  <a:cubicBezTo>
                    <a:pt x="85" y="19"/>
                    <a:pt x="2" y="100"/>
                    <a:pt x="2" y="202"/>
                  </a:cubicBezTo>
                  <a:lnTo>
                    <a:pt x="2" y="1248"/>
                  </a:lnTo>
                  <a:cubicBezTo>
                    <a:pt x="1" y="1350"/>
                    <a:pt x="85" y="1431"/>
                    <a:pt x="186" y="1431"/>
                  </a:cubicBezTo>
                  <a:lnTo>
                    <a:pt x="1214" y="1431"/>
                  </a:lnTo>
                  <a:cubicBezTo>
                    <a:pt x="1315" y="1431"/>
                    <a:pt x="1396" y="1350"/>
                    <a:pt x="1396" y="1248"/>
                  </a:cubicBezTo>
                  <a:lnTo>
                    <a:pt x="1432" y="1193"/>
                  </a:lnTo>
                  <a:lnTo>
                    <a:pt x="1432" y="184"/>
                  </a:lnTo>
                  <a:cubicBezTo>
                    <a:pt x="1432" y="82"/>
                    <a:pt x="1351" y="0"/>
                    <a:pt x="1250" y="0"/>
                  </a:cubicBez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515" name="Google Shape;3515;p27"/>
            <p:cNvSpPr/>
            <p:nvPr/>
          </p:nvSpPr>
          <p:spPr>
            <a:xfrm>
              <a:off x="7490213" y="2965017"/>
              <a:ext cx="47188" cy="47188"/>
            </a:xfrm>
            <a:custGeom>
              <a:rect b="b" l="l" r="r" t="t"/>
              <a:pathLst>
                <a:path extrusionOk="0" h="1469" w="1469">
                  <a:moveTo>
                    <a:pt x="185" y="1"/>
                  </a:moveTo>
                  <a:cubicBezTo>
                    <a:pt x="83" y="1"/>
                    <a:pt x="1" y="82"/>
                    <a:pt x="1" y="183"/>
                  </a:cubicBezTo>
                  <a:lnTo>
                    <a:pt x="1" y="1286"/>
                  </a:lnTo>
                  <a:cubicBezTo>
                    <a:pt x="1" y="1388"/>
                    <a:pt x="83" y="1469"/>
                    <a:pt x="185" y="1469"/>
                  </a:cubicBezTo>
                  <a:lnTo>
                    <a:pt x="1286" y="1469"/>
                  </a:lnTo>
                  <a:cubicBezTo>
                    <a:pt x="1388" y="1469"/>
                    <a:pt x="1469" y="1388"/>
                    <a:pt x="1469" y="1286"/>
                  </a:cubicBezTo>
                  <a:lnTo>
                    <a:pt x="1469" y="1194"/>
                  </a:lnTo>
                  <a:lnTo>
                    <a:pt x="331" y="1194"/>
                  </a:lnTo>
                  <a:cubicBezTo>
                    <a:pt x="300" y="1194"/>
                    <a:pt x="276" y="1168"/>
                    <a:pt x="276" y="1139"/>
                  </a:cubicBezTo>
                  <a:lnTo>
                    <a:pt x="276" y="1"/>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516" name="Google Shape;3516;p27"/>
            <p:cNvSpPr/>
            <p:nvPr/>
          </p:nvSpPr>
          <p:spPr>
            <a:xfrm>
              <a:off x="7388362" y="3007695"/>
              <a:ext cx="44072" cy="35817"/>
            </a:xfrm>
            <a:custGeom>
              <a:rect b="b" l="l" r="r" t="t"/>
              <a:pathLst>
                <a:path extrusionOk="0" h="1115" w="1372">
                  <a:moveTo>
                    <a:pt x="1281" y="1"/>
                  </a:moveTo>
                  <a:cubicBezTo>
                    <a:pt x="1266" y="1"/>
                    <a:pt x="1249" y="1"/>
                    <a:pt x="1232" y="1"/>
                  </a:cubicBezTo>
                  <a:cubicBezTo>
                    <a:pt x="1216" y="1"/>
                    <a:pt x="1201" y="1"/>
                    <a:pt x="1187" y="1"/>
                  </a:cubicBezTo>
                  <a:cubicBezTo>
                    <a:pt x="1133" y="1"/>
                    <a:pt x="1095" y="7"/>
                    <a:pt x="1095" y="68"/>
                  </a:cubicBezTo>
                  <a:lnTo>
                    <a:pt x="1095" y="607"/>
                  </a:lnTo>
                  <a:cubicBezTo>
                    <a:pt x="1095" y="735"/>
                    <a:pt x="989" y="840"/>
                    <a:pt x="862" y="840"/>
                  </a:cubicBezTo>
                  <a:lnTo>
                    <a:pt x="258" y="840"/>
                  </a:lnTo>
                  <a:cubicBezTo>
                    <a:pt x="183" y="840"/>
                    <a:pt x="120" y="902"/>
                    <a:pt x="120" y="977"/>
                  </a:cubicBezTo>
                  <a:cubicBezTo>
                    <a:pt x="120" y="1054"/>
                    <a:pt x="0" y="1115"/>
                    <a:pt x="76" y="1115"/>
                  </a:cubicBezTo>
                  <a:lnTo>
                    <a:pt x="863" y="1115"/>
                  </a:lnTo>
                  <a:cubicBezTo>
                    <a:pt x="1144" y="1115"/>
                    <a:pt x="1371" y="887"/>
                    <a:pt x="1370" y="607"/>
                  </a:cubicBezTo>
                  <a:lnTo>
                    <a:pt x="1370" y="68"/>
                  </a:lnTo>
                  <a:cubicBezTo>
                    <a:pt x="1370" y="8"/>
                    <a:pt x="1333" y="1"/>
                    <a:pt x="1281" y="1"/>
                  </a:cubicBez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517" name="Google Shape;3517;p27"/>
            <p:cNvSpPr/>
            <p:nvPr/>
          </p:nvSpPr>
          <p:spPr>
            <a:xfrm>
              <a:off x="7340562" y="3011068"/>
              <a:ext cx="66943" cy="77769"/>
            </a:xfrm>
            <a:custGeom>
              <a:rect b="b" l="l" r="r" t="t"/>
              <a:pathLst>
                <a:path extrusionOk="0" h="2421" w="2084">
                  <a:moveTo>
                    <a:pt x="2002" y="1"/>
                  </a:moveTo>
                  <a:lnTo>
                    <a:pt x="791" y="2"/>
                  </a:lnTo>
                  <a:lnTo>
                    <a:pt x="58" y="1868"/>
                  </a:lnTo>
                  <a:cubicBezTo>
                    <a:pt x="0" y="2009"/>
                    <a:pt x="70" y="2171"/>
                    <a:pt x="210" y="2226"/>
                  </a:cubicBezTo>
                  <a:lnTo>
                    <a:pt x="707" y="2405"/>
                  </a:lnTo>
                  <a:cubicBezTo>
                    <a:pt x="733" y="2416"/>
                    <a:pt x="766" y="2420"/>
                    <a:pt x="802" y="2420"/>
                  </a:cubicBezTo>
                  <a:cubicBezTo>
                    <a:pt x="947" y="2420"/>
                    <a:pt x="1138" y="2349"/>
                    <a:pt x="1138" y="2349"/>
                  </a:cubicBezTo>
                  <a:cubicBezTo>
                    <a:pt x="1139" y="2346"/>
                    <a:pt x="1142" y="2342"/>
                    <a:pt x="1144" y="2337"/>
                  </a:cubicBezTo>
                  <a:lnTo>
                    <a:pt x="1247" y="2081"/>
                  </a:lnTo>
                  <a:lnTo>
                    <a:pt x="1236" y="2000"/>
                  </a:lnTo>
                  <a:lnTo>
                    <a:pt x="1691" y="885"/>
                  </a:lnTo>
                  <a:lnTo>
                    <a:pt x="1737" y="874"/>
                  </a:lnTo>
                  <a:lnTo>
                    <a:pt x="2083" y="22"/>
                  </a:lnTo>
                  <a:lnTo>
                    <a:pt x="2002" y="1"/>
                  </a:ln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518" name="Google Shape;3518;p27"/>
            <p:cNvSpPr/>
            <p:nvPr/>
          </p:nvSpPr>
          <p:spPr>
            <a:xfrm>
              <a:off x="7338217" y="3010940"/>
              <a:ext cx="38868" cy="80595"/>
            </a:xfrm>
            <a:custGeom>
              <a:rect b="b" l="l" r="r" t="t"/>
              <a:pathLst>
                <a:path extrusionOk="0" h="2509" w="1210">
                  <a:moveTo>
                    <a:pt x="809" y="0"/>
                  </a:moveTo>
                  <a:lnTo>
                    <a:pt x="791" y="39"/>
                  </a:lnTo>
                  <a:lnTo>
                    <a:pt x="57" y="1868"/>
                  </a:lnTo>
                  <a:cubicBezTo>
                    <a:pt x="1" y="2010"/>
                    <a:pt x="67" y="2169"/>
                    <a:pt x="209" y="2227"/>
                  </a:cubicBezTo>
                  <a:lnTo>
                    <a:pt x="856" y="2489"/>
                  </a:lnTo>
                  <a:cubicBezTo>
                    <a:pt x="890" y="2502"/>
                    <a:pt x="925" y="2509"/>
                    <a:pt x="959" y="2509"/>
                  </a:cubicBezTo>
                  <a:cubicBezTo>
                    <a:pt x="1064" y="2509"/>
                    <a:pt x="1164" y="2449"/>
                    <a:pt x="1210" y="2351"/>
                  </a:cubicBezTo>
                  <a:lnTo>
                    <a:pt x="338" y="1998"/>
                  </a:lnTo>
                  <a:cubicBezTo>
                    <a:pt x="309" y="1988"/>
                    <a:pt x="296" y="1955"/>
                    <a:pt x="306" y="1926"/>
                  </a:cubicBezTo>
                  <a:lnTo>
                    <a:pt x="1076" y="10"/>
                  </a:lnTo>
                  <a:lnTo>
                    <a:pt x="809" y="0"/>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519" name="Google Shape;3519;p27"/>
            <p:cNvSpPr/>
            <p:nvPr/>
          </p:nvSpPr>
          <p:spPr>
            <a:xfrm>
              <a:off x="7363627" y="3033716"/>
              <a:ext cx="32797" cy="42498"/>
            </a:xfrm>
            <a:custGeom>
              <a:rect b="b" l="l" r="r" t="t"/>
              <a:pathLst>
                <a:path extrusionOk="0" h="1323" w="1021">
                  <a:moveTo>
                    <a:pt x="614" y="1"/>
                  </a:moveTo>
                  <a:lnTo>
                    <a:pt x="575" y="28"/>
                  </a:lnTo>
                  <a:cubicBezTo>
                    <a:pt x="552" y="19"/>
                    <a:pt x="532" y="15"/>
                    <a:pt x="513" y="15"/>
                  </a:cubicBezTo>
                  <a:cubicBezTo>
                    <a:pt x="455" y="15"/>
                    <a:pt x="418" y="58"/>
                    <a:pt x="390" y="130"/>
                  </a:cubicBezTo>
                  <a:lnTo>
                    <a:pt x="38" y="952"/>
                  </a:lnTo>
                  <a:cubicBezTo>
                    <a:pt x="0" y="1046"/>
                    <a:pt x="45" y="1152"/>
                    <a:pt x="141" y="1191"/>
                  </a:cubicBezTo>
                  <a:lnTo>
                    <a:pt x="524" y="1322"/>
                  </a:lnTo>
                  <a:lnTo>
                    <a:pt x="614" y="1166"/>
                  </a:lnTo>
                  <a:lnTo>
                    <a:pt x="1021" y="166"/>
                  </a:lnTo>
                  <a:lnTo>
                    <a:pt x="614" y="1"/>
                  </a:lnTo>
                  <a:close/>
                </a:path>
              </a:pathLst>
            </a:cu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520" name="Google Shape;3520;p27"/>
            <p:cNvSpPr/>
            <p:nvPr/>
          </p:nvSpPr>
          <p:spPr>
            <a:xfrm>
              <a:off x="7362406" y="3033009"/>
              <a:ext cx="20912" cy="44843"/>
            </a:xfrm>
            <a:custGeom>
              <a:rect b="b" l="l" r="r" t="t"/>
              <a:pathLst>
                <a:path extrusionOk="0" h="1396" w="651">
                  <a:moveTo>
                    <a:pt x="560" y="1"/>
                  </a:moveTo>
                  <a:cubicBezTo>
                    <a:pt x="487" y="1"/>
                    <a:pt x="419" y="44"/>
                    <a:pt x="390" y="115"/>
                  </a:cubicBezTo>
                  <a:lnTo>
                    <a:pt x="38" y="984"/>
                  </a:lnTo>
                  <a:cubicBezTo>
                    <a:pt x="1" y="1078"/>
                    <a:pt x="45" y="1185"/>
                    <a:pt x="140" y="1223"/>
                  </a:cubicBezTo>
                  <a:lnTo>
                    <a:pt x="567" y="1395"/>
                  </a:lnTo>
                  <a:lnTo>
                    <a:pt x="651" y="1188"/>
                  </a:lnTo>
                  <a:lnTo>
                    <a:pt x="297" y="1048"/>
                  </a:lnTo>
                  <a:cubicBezTo>
                    <a:pt x="268" y="1036"/>
                    <a:pt x="255" y="1004"/>
                    <a:pt x="267" y="975"/>
                  </a:cubicBezTo>
                  <a:lnTo>
                    <a:pt x="651" y="23"/>
                  </a:lnTo>
                  <a:lnTo>
                    <a:pt x="629" y="14"/>
                  </a:lnTo>
                  <a:cubicBezTo>
                    <a:pt x="606" y="5"/>
                    <a:pt x="583" y="1"/>
                    <a:pt x="560"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521" name="Google Shape;3521;p27"/>
            <p:cNvSpPr/>
            <p:nvPr/>
          </p:nvSpPr>
          <p:spPr>
            <a:xfrm>
              <a:off x="7323536" y="2965067"/>
              <a:ext cx="137613" cy="46032"/>
            </a:xfrm>
            <a:custGeom>
              <a:rect b="b" l="l" r="r" t="t"/>
              <a:pathLst>
                <a:path extrusionOk="0" h="1433" w="4284">
                  <a:moveTo>
                    <a:pt x="230" y="1"/>
                  </a:moveTo>
                  <a:lnTo>
                    <a:pt x="128" y="37"/>
                  </a:lnTo>
                  <a:cubicBezTo>
                    <a:pt x="58" y="37"/>
                    <a:pt x="0" y="95"/>
                    <a:pt x="0" y="166"/>
                  </a:cubicBezTo>
                  <a:lnTo>
                    <a:pt x="0" y="1304"/>
                  </a:lnTo>
                  <a:cubicBezTo>
                    <a:pt x="0" y="1375"/>
                    <a:pt x="58" y="1433"/>
                    <a:pt x="128" y="1433"/>
                  </a:cubicBezTo>
                  <a:lnTo>
                    <a:pt x="4113" y="1433"/>
                  </a:lnTo>
                  <a:cubicBezTo>
                    <a:pt x="4185" y="1433"/>
                    <a:pt x="4242" y="1375"/>
                    <a:pt x="4248" y="1305"/>
                  </a:cubicBezTo>
                  <a:lnTo>
                    <a:pt x="4284" y="1195"/>
                  </a:lnTo>
                  <a:lnTo>
                    <a:pt x="4284" y="130"/>
                  </a:lnTo>
                  <a:cubicBezTo>
                    <a:pt x="4284" y="59"/>
                    <a:pt x="4225" y="1"/>
                    <a:pt x="4155" y="1"/>
                  </a:cubicBezTo>
                  <a:lnTo>
                    <a:pt x="2770" y="1"/>
                  </a:lnTo>
                  <a:lnTo>
                    <a:pt x="2602" y="37"/>
                  </a:lnTo>
                  <a:lnTo>
                    <a:pt x="2470" y="1"/>
                  </a:lnTo>
                  <a:lnTo>
                    <a:pt x="2036" y="1"/>
                  </a:lnTo>
                  <a:lnTo>
                    <a:pt x="1878" y="56"/>
                  </a:lnTo>
                  <a:lnTo>
                    <a:pt x="1733" y="1"/>
                  </a:lnTo>
                  <a:lnTo>
                    <a:pt x="1299" y="1"/>
                  </a:lnTo>
                  <a:lnTo>
                    <a:pt x="1124" y="37"/>
                  </a:lnTo>
                  <a:lnTo>
                    <a:pt x="996" y="1"/>
                  </a:ln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522" name="Google Shape;3522;p27"/>
            <p:cNvSpPr/>
            <p:nvPr/>
          </p:nvSpPr>
          <p:spPr>
            <a:xfrm>
              <a:off x="7322379" y="2965067"/>
              <a:ext cx="138641" cy="47252"/>
            </a:xfrm>
            <a:custGeom>
              <a:rect b="b" l="l" r="r" t="t"/>
              <a:pathLst>
                <a:path extrusionOk="0" h="1471" w="4316">
                  <a:moveTo>
                    <a:pt x="129" y="1"/>
                  </a:moveTo>
                  <a:cubicBezTo>
                    <a:pt x="58" y="1"/>
                    <a:pt x="0" y="59"/>
                    <a:pt x="0" y="130"/>
                  </a:cubicBezTo>
                  <a:lnTo>
                    <a:pt x="0" y="1342"/>
                  </a:lnTo>
                  <a:cubicBezTo>
                    <a:pt x="0" y="1412"/>
                    <a:pt x="58" y="1470"/>
                    <a:pt x="129" y="1470"/>
                  </a:cubicBezTo>
                  <a:lnTo>
                    <a:pt x="4187" y="1470"/>
                  </a:lnTo>
                  <a:cubicBezTo>
                    <a:pt x="4258" y="1470"/>
                    <a:pt x="4316" y="1412"/>
                    <a:pt x="4316" y="1342"/>
                  </a:cubicBezTo>
                  <a:lnTo>
                    <a:pt x="4316" y="1195"/>
                  </a:lnTo>
                  <a:lnTo>
                    <a:pt x="320" y="1195"/>
                  </a:lnTo>
                  <a:lnTo>
                    <a:pt x="320" y="1194"/>
                  </a:lnTo>
                  <a:cubicBezTo>
                    <a:pt x="290" y="1194"/>
                    <a:pt x="266" y="1168"/>
                    <a:pt x="266" y="1139"/>
                  </a:cubicBezTo>
                  <a:lnTo>
                    <a:pt x="266" y="1"/>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523" name="Google Shape;3523;p27"/>
            <p:cNvSpPr/>
            <p:nvPr/>
          </p:nvSpPr>
          <p:spPr>
            <a:xfrm>
              <a:off x="7344674" y="2965067"/>
              <a:ext cx="73721" cy="33215"/>
            </a:xfrm>
            <a:custGeom>
              <a:rect b="b" l="l" r="r" t="t"/>
              <a:pathLst>
                <a:path extrusionOk="0" h="1034" w="2295">
                  <a:moveTo>
                    <a:pt x="343" y="1"/>
                  </a:moveTo>
                  <a:lnTo>
                    <a:pt x="36" y="710"/>
                  </a:lnTo>
                  <a:cubicBezTo>
                    <a:pt x="1" y="791"/>
                    <a:pt x="14" y="885"/>
                    <a:pt x="75" y="955"/>
                  </a:cubicBezTo>
                  <a:cubicBezTo>
                    <a:pt x="120" y="1006"/>
                    <a:pt x="185" y="1033"/>
                    <a:pt x="253" y="1033"/>
                  </a:cubicBezTo>
                  <a:lnTo>
                    <a:pt x="2154" y="1033"/>
                  </a:lnTo>
                  <a:cubicBezTo>
                    <a:pt x="2232" y="1033"/>
                    <a:pt x="2294" y="969"/>
                    <a:pt x="2291" y="891"/>
                  </a:cubicBezTo>
                  <a:cubicBezTo>
                    <a:pt x="2290" y="816"/>
                    <a:pt x="2223" y="758"/>
                    <a:pt x="2149" y="758"/>
                  </a:cubicBezTo>
                  <a:lnTo>
                    <a:pt x="1813" y="758"/>
                  </a:lnTo>
                  <a:cubicBezTo>
                    <a:pt x="1802" y="758"/>
                    <a:pt x="1792" y="745"/>
                    <a:pt x="1798" y="732"/>
                  </a:cubicBezTo>
                  <a:lnTo>
                    <a:pt x="2109" y="1"/>
                  </a:lnTo>
                  <a:lnTo>
                    <a:pt x="1809" y="1"/>
                  </a:lnTo>
                  <a:lnTo>
                    <a:pt x="1486" y="745"/>
                  </a:lnTo>
                  <a:cubicBezTo>
                    <a:pt x="1483" y="752"/>
                    <a:pt x="1478" y="755"/>
                    <a:pt x="1470" y="755"/>
                  </a:cubicBezTo>
                  <a:lnTo>
                    <a:pt x="1075" y="755"/>
                  </a:lnTo>
                  <a:cubicBezTo>
                    <a:pt x="1064" y="755"/>
                    <a:pt x="1053" y="744"/>
                    <a:pt x="1059" y="731"/>
                  </a:cubicBezTo>
                  <a:lnTo>
                    <a:pt x="1376" y="1"/>
                  </a:lnTo>
                  <a:lnTo>
                    <a:pt x="1075" y="1"/>
                  </a:lnTo>
                  <a:lnTo>
                    <a:pt x="754" y="745"/>
                  </a:lnTo>
                  <a:cubicBezTo>
                    <a:pt x="749" y="752"/>
                    <a:pt x="745" y="755"/>
                    <a:pt x="738" y="755"/>
                  </a:cubicBezTo>
                  <a:lnTo>
                    <a:pt x="343" y="755"/>
                  </a:lnTo>
                  <a:cubicBezTo>
                    <a:pt x="330" y="755"/>
                    <a:pt x="321" y="744"/>
                    <a:pt x="327" y="731"/>
                  </a:cubicBezTo>
                  <a:lnTo>
                    <a:pt x="644" y="1"/>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3524" name="Google Shape;3524;p27"/>
          <p:cNvGrpSpPr/>
          <p:nvPr/>
        </p:nvGrpSpPr>
        <p:grpSpPr>
          <a:xfrm>
            <a:off x="6647002" y="2835061"/>
            <a:ext cx="297711" cy="297692"/>
            <a:chOff x="6647002" y="2835061"/>
            <a:chExt cx="297711" cy="297692"/>
          </a:xfrm>
        </p:grpSpPr>
        <p:sp>
          <p:nvSpPr>
            <p:cNvPr id="3525" name="Google Shape;3525;p27"/>
            <p:cNvSpPr/>
            <p:nvPr/>
          </p:nvSpPr>
          <p:spPr>
            <a:xfrm>
              <a:off x="6780542" y="2881737"/>
              <a:ext cx="33343" cy="100383"/>
            </a:xfrm>
            <a:custGeom>
              <a:rect b="b" l="l" r="r" t="t"/>
              <a:pathLst>
                <a:path extrusionOk="0" h="3125" w="1038">
                  <a:moveTo>
                    <a:pt x="1" y="1"/>
                  </a:moveTo>
                  <a:lnTo>
                    <a:pt x="261" y="3057"/>
                  </a:lnTo>
                  <a:lnTo>
                    <a:pt x="478" y="3125"/>
                  </a:lnTo>
                  <a:lnTo>
                    <a:pt x="758" y="3057"/>
                  </a:lnTo>
                  <a:lnTo>
                    <a:pt x="958" y="881"/>
                  </a:lnTo>
                  <a:lnTo>
                    <a:pt x="929" y="703"/>
                  </a:lnTo>
                  <a:lnTo>
                    <a:pt x="1037" y="1"/>
                  </a:ln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526" name="Google Shape;3526;p27"/>
            <p:cNvSpPr/>
            <p:nvPr/>
          </p:nvSpPr>
          <p:spPr>
            <a:xfrm>
              <a:off x="6777844" y="2881737"/>
              <a:ext cx="35881" cy="99708"/>
            </a:xfrm>
            <a:custGeom>
              <a:rect b="b" l="l" r="r" t="t"/>
              <a:pathLst>
                <a:path extrusionOk="0" h="3104" w="1117">
                  <a:moveTo>
                    <a:pt x="1" y="1"/>
                  </a:moveTo>
                  <a:lnTo>
                    <a:pt x="261" y="3057"/>
                  </a:lnTo>
                  <a:lnTo>
                    <a:pt x="406" y="3103"/>
                  </a:lnTo>
                  <a:lnTo>
                    <a:pt x="539" y="3057"/>
                  </a:lnTo>
                  <a:lnTo>
                    <a:pt x="368" y="1045"/>
                  </a:lnTo>
                  <a:cubicBezTo>
                    <a:pt x="364" y="1002"/>
                    <a:pt x="398" y="963"/>
                    <a:pt x="441" y="963"/>
                  </a:cubicBezTo>
                  <a:cubicBezTo>
                    <a:pt x="443" y="963"/>
                    <a:pt x="446" y="963"/>
                    <a:pt x="448" y="964"/>
                  </a:cubicBezTo>
                  <a:cubicBezTo>
                    <a:pt x="484" y="966"/>
                    <a:pt x="522" y="968"/>
                    <a:pt x="558" y="968"/>
                  </a:cubicBezTo>
                  <a:cubicBezTo>
                    <a:pt x="725" y="968"/>
                    <a:pt x="885" y="937"/>
                    <a:pt x="1036" y="881"/>
                  </a:cubicBezTo>
                  <a:lnTo>
                    <a:pt x="1114" y="34"/>
                  </a:lnTo>
                  <a:lnTo>
                    <a:pt x="1117" y="1"/>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527" name="Google Shape;3527;p27"/>
            <p:cNvSpPr/>
            <p:nvPr/>
          </p:nvSpPr>
          <p:spPr>
            <a:xfrm>
              <a:off x="6763388" y="2835061"/>
              <a:ext cx="66943" cy="66333"/>
            </a:xfrm>
            <a:custGeom>
              <a:rect b="b" l="l" r="r" t="t"/>
              <a:pathLst>
                <a:path extrusionOk="0" h="2065" w="2084">
                  <a:moveTo>
                    <a:pt x="1012" y="0"/>
                  </a:moveTo>
                  <a:cubicBezTo>
                    <a:pt x="818" y="0"/>
                    <a:pt x="637" y="51"/>
                    <a:pt x="481" y="141"/>
                  </a:cubicBezTo>
                  <a:cubicBezTo>
                    <a:pt x="481" y="141"/>
                    <a:pt x="445" y="180"/>
                    <a:pt x="422" y="194"/>
                  </a:cubicBezTo>
                  <a:cubicBezTo>
                    <a:pt x="138" y="387"/>
                    <a:pt x="0" y="703"/>
                    <a:pt x="0" y="1073"/>
                  </a:cubicBezTo>
                  <a:cubicBezTo>
                    <a:pt x="0" y="1665"/>
                    <a:pt x="420" y="2065"/>
                    <a:pt x="1012" y="2065"/>
                  </a:cubicBezTo>
                  <a:cubicBezTo>
                    <a:pt x="1363" y="2065"/>
                    <a:pt x="1664" y="1971"/>
                    <a:pt x="1859" y="1710"/>
                  </a:cubicBezTo>
                  <a:cubicBezTo>
                    <a:pt x="1875" y="1688"/>
                    <a:pt x="1914" y="1654"/>
                    <a:pt x="1914" y="1654"/>
                  </a:cubicBezTo>
                  <a:cubicBezTo>
                    <a:pt x="2021" y="1484"/>
                    <a:pt x="2084" y="1284"/>
                    <a:pt x="2084" y="1072"/>
                  </a:cubicBezTo>
                  <a:cubicBezTo>
                    <a:pt x="2084" y="480"/>
                    <a:pt x="1603" y="0"/>
                    <a:pt x="1012" y="0"/>
                  </a:cubicBezTo>
                  <a:close/>
                </a:path>
              </a:pathLst>
            </a:custGeom>
            <a:solidFill>
              <a:schemeClr val="l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528" name="Google Shape;3528;p27"/>
            <p:cNvSpPr/>
            <p:nvPr/>
          </p:nvSpPr>
          <p:spPr>
            <a:xfrm>
              <a:off x="6761396" y="2839558"/>
              <a:ext cx="63442" cy="64406"/>
            </a:xfrm>
            <a:custGeom>
              <a:rect b="b" l="l" r="r" t="t"/>
              <a:pathLst>
                <a:path extrusionOk="0" h="2005" w="1975">
                  <a:moveTo>
                    <a:pt x="542" y="1"/>
                  </a:moveTo>
                  <a:lnTo>
                    <a:pt x="542" y="1"/>
                  </a:lnTo>
                  <a:cubicBezTo>
                    <a:pt x="217" y="186"/>
                    <a:pt x="0" y="534"/>
                    <a:pt x="0" y="933"/>
                  </a:cubicBezTo>
                  <a:cubicBezTo>
                    <a:pt x="0" y="1525"/>
                    <a:pt x="481" y="2004"/>
                    <a:pt x="1071" y="2004"/>
                  </a:cubicBezTo>
                  <a:cubicBezTo>
                    <a:pt x="1452" y="2004"/>
                    <a:pt x="1785" y="1807"/>
                    <a:pt x="1975" y="1511"/>
                  </a:cubicBezTo>
                  <a:lnTo>
                    <a:pt x="1975" y="1511"/>
                  </a:lnTo>
                  <a:cubicBezTo>
                    <a:pt x="1820" y="1599"/>
                    <a:pt x="1639" y="1650"/>
                    <a:pt x="1445" y="1650"/>
                  </a:cubicBezTo>
                  <a:cubicBezTo>
                    <a:pt x="853" y="1650"/>
                    <a:pt x="374" y="1171"/>
                    <a:pt x="374" y="578"/>
                  </a:cubicBezTo>
                  <a:cubicBezTo>
                    <a:pt x="374" y="367"/>
                    <a:pt x="435" y="167"/>
                    <a:pt x="542"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529" name="Google Shape;3529;p27"/>
            <p:cNvSpPr/>
            <p:nvPr/>
          </p:nvSpPr>
          <p:spPr>
            <a:xfrm>
              <a:off x="6775724" y="2979972"/>
              <a:ext cx="41181" cy="18053"/>
            </a:xfrm>
            <a:custGeom>
              <a:rect b="b" l="l" r="r" t="t"/>
              <a:pathLst>
                <a:path extrusionOk="0" h="562" w="1282">
                  <a:moveTo>
                    <a:pt x="255" y="0"/>
                  </a:moveTo>
                  <a:cubicBezTo>
                    <a:pt x="255" y="0"/>
                    <a:pt x="211" y="22"/>
                    <a:pt x="190" y="29"/>
                  </a:cubicBezTo>
                  <a:cubicBezTo>
                    <a:pt x="68" y="65"/>
                    <a:pt x="0" y="157"/>
                    <a:pt x="0" y="281"/>
                  </a:cubicBezTo>
                  <a:lnTo>
                    <a:pt x="0" y="562"/>
                  </a:lnTo>
                  <a:lnTo>
                    <a:pt x="1255" y="562"/>
                  </a:lnTo>
                  <a:lnTo>
                    <a:pt x="1281" y="281"/>
                  </a:lnTo>
                  <a:cubicBezTo>
                    <a:pt x="1280" y="125"/>
                    <a:pt x="1145" y="0"/>
                    <a:pt x="979" y="0"/>
                  </a:cubicBez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530" name="Google Shape;3530;p27"/>
            <p:cNvSpPr/>
            <p:nvPr/>
          </p:nvSpPr>
          <p:spPr>
            <a:xfrm>
              <a:off x="6774888" y="2979972"/>
              <a:ext cx="41952" cy="20430"/>
            </a:xfrm>
            <a:custGeom>
              <a:rect b="b" l="l" r="r" t="t"/>
              <a:pathLst>
                <a:path extrusionOk="0" h="636" w="1306">
                  <a:moveTo>
                    <a:pt x="281" y="0"/>
                  </a:moveTo>
                  <a:cubicBezTo>
                    <a:pt x="123" y="12"/>
                    <a:pt x="0" y="131"/>
                    <a:pt x="0" y="280"/>
                  </a:cubicBezTo>
                  <a:lnTo>
                    <a:pt x="0" y="559"/>
                  </a:lnTo>
                  <a:lnTo>
                    <a:pt x="599" y="636"/>
                  </a:lnTo>
                  <a:lnTo>
                    <a:pt x="1306" y="559"/>
                  </a:lnTo>
                  <a:lnTo>
                    <a:pt x="1306" y="280"/>
                  </a:lnTo>
                  <a:lnTo>
                    <a:pt x="337" y="280"/>
                  </a:lnTo>
                  <a:cubicBezTo>
                    <a:pt x="305" y="280"/>
                    <a:pt x="281" y="254"/>
                    <a:pt x="281" y="223"/>
                  </a:cubicBezTo>
                  <a:lnTo>
                    <a:pt x="281" y="0"/>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531" name="Google Shape;3531;p27"/>
            <p:cNvSpPr/>
            <p:nvPr/>
          </p:nvSpPr>
          <p:spPr>
            <a:xfrm>
              <a:off x="6754586" y="2997929"/>
              <a:ext cx="83229" cy="30002"/>
            </a:xfrm>
            <a:custGeom>
              <a:rect b="b" l="l" r="r" t="t"/>
              <a:pathLst>
                <a:path extrusionOk="0" h="934" w="2591">
                  <a:moveTo>
                    <a:pt x="260" y="0"/>
                  </a:moveTo>
                  <a:cubicBezTo>
                    <a:pt x="260" y="0"/>
                    <a:pt x="154" y="29"/>
                    <a:pt x="109" y="61"/>
                  </a:cubicBezTo>
                  <a:cubicBezTo>
                    <a:pt x="37" y="111"/>
                    <a:pt x="1" y="185"/>
                    <a:pt x="1" y="281"/>
                  </a:cubicBezTo>
                  <a:lnTo>
                    <a:pt x="2" y="934"/>
                  </a:lnTo>
                  <a:lnTo>
                    <a:pt x="2543" y="934"/>
                  </a:lnTo>
                  <a:lnTo>
                    <a:pt x="2591" y="654"/>
                  </a:lnTo>
                  <a:lnTo>
                    <a:pt x="2591" y="281"/>
                  </a:lnTo>
                  <a:cubicBezTo>
                    <a:pt x="2591" y="126"/>
                    <a:pt x="2466" y="0"/>
                    <a:pt x="2310" y="0"/>
                  </a:cubicBez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532" name="Google Shape;3532;p27"/>
            <p:cNvSpPr/>
            <p:nvPr/>
          </p:nvSpPr>
          <p:spPr>
            <a:xfrm>
              <a:off x="6753911" y="2997929"/>
              <a:ext cx="83904" cy="32251"/>
            </a:xfrm>
            <a:custGeom>
              <a:rect b="b" l="l" r="r" t="t"/>
              <a:pathLst>
                <a:path extrusionOk="0" h="1004" w="2612">
                  <a:moveTo>
                    <a:pt x="281" y="0"/>
                  </a:moveTo>
                  <a:cubicBezTo>
                    <a:pt x="125" y="0"/>
                    <a:pt x="0" y="127"/>
                    <a:pt x="0" y="281"/>
                  </a:cubicBezTo>
                  <a:lnTo>
                    <a:pt x="0" y="934"/>
                  </a:lnTo>
                  <a:lnTo>
                    <a:pt x="1346" y="1003"/>
                  </a:lnTo>
                  <a:lnTo>
                    <a:pt x="2612" y="934"/>
                  </a:lnTo>
                  <a:lnTo>
                    <a:pt x="2612" y="654"/>
                  </a:lnTo>
                  <a:lnTo>
                    <a:pt x="337" y="654"/>
                  </a:lnTo>
                  <a:cubicBezTo>
                    <a:pt x="306" y="654"/>
                    <a:pt x="281" y="628"/>
                    <a:pt x="281" y="598"/>
                  </a:cubicBezTo>
                  <a:lnTo>
                    <a:pt x="281" y="0"/>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533" name="Google Shape;3533;p27"/>
            <p:cNvSpPr/>
            <p:nvPr/>
          </p:nvSpPr>
          <p:spPr>
            <a:xfrm>
              <a:off x="6661394" y="3114732"/>
              <a:ext cx="269829" cy="17989"/>
            </a:xfrm>
            <a:custGeom>
              <a:rect b="b" l="l" r="r" t="t"/>
              <a:pathLst>
                <a:path extrusionOk="0" h="560" w="8400">
                  <a:moveTo>
                    <a:pt x="1" y="0"/>
                  </a:moveTo>
                  <a:lnTo>
                    <a:pt x="2" y="451"/>
                  </a:lnTo>
                  <a:cubicBezTo>
                    <a:pt x="2" y="503"/>
                    <a:pt x="47" y="545"/>
                    <a:pt x="98" y="545"/>
                  </a:cubicBezTo>
                  <a:lnTo>
                    <a:pt x="253" y="559"/>
                  </a:lnTo>
                  <a:lnTo>
                    <a:pt x="8306" y="559"/>
                  </a:lnTo>
                  <a:cubicBezTo>
                    <a:pt x="8358" y="559"/>
                    <a:pt x="8400" y="517"/>
                    <a:pt x="8399" y="467"/>
                  </a:cubicBezTo>
                  <a:lnTo>
                    <a:pt x="8399" y="280"/>
                  </a:lnTo>
                  <a:lnTo>
                    <a:pt x="8329" y="0"/>
                  </a:ln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534" name="Google Shape;3534;p27"/>
            <p:cNvSpPr/>
            <p:nvPr/>
          </p:nvSpPr>
          <p:spPr>
            <a:xfrm>
              <a:off x="6659499" y="3040429"/>
              <a:ext cx="46353" cy="23417"/>
            </a:xfrm>
            <a:custGeom>
              <a:rect b="b" l="l" r="r" t="t"/>
              <a:pathLst>
                <a:path extrusionOk="0" h="729" w="1443">
                  <a:moveTo>
                    <a:pt x="260" y="0"/>
                  </a:moveTo>
                  <a:lnTo>
                    <a:pt x="194" y="16"/>
                  </a:lnTo>
                  <a:lnTo>
                    <a:pt x="187" y="15"/>
                  </a:lnTo>
                  <a:cubicBezTo>
                    <a:pt x="84" y="15"/>
                    <a:pt x="0" y="99"/>
                    <a:pt x="0" y="200"/>
                  </a:cubicBezTo>
                  <a:lnTo>
                    <a:pt x="6" y="728"/>
                  </a:lnTo>
                  <a:lnTo>
                    <a:pt x="1412" y="728"/>
                  </a:lnTo>
                  <a:lnTo>
                    <a:pt x="1442" y="429"/>
                  </a:lnTo>
                  <a:lnTo>
                    <a:pt x="1442" y="185"/>
                  </a:lnTo>
                  <a:cubicBezTo>
                    <a:pt x="1442" y="84"/>
                    <a:pt x="1360" y="0"/>
                    <a:pt x="1257" y="0"/>
                  </a:cubicBezTo>
                  <a:close/>
                </a:path>
              </a:pathLst>
            </a:custGeom>
            <a:solidFill>
              <a:schemeClr val="l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535" name="Google Shape;3535;p27"/>
            <p:cNvSpPr/>
            <p:nvPr/>
          </p:nvSpPr>
          <p:spPr>
            <a:xfrm>
              <a:off x="6658953" y="3040429"/>
              <a:ext cx="46995" cy="27240"/>
            </a:xfrm>
            <a:custGeom>
              <a:rect b="b" l="l" r="r" t="t"/>
              <a:pathLst>
                <a:path extrusionOk="0" h="848" w="1463">
                  <a:moveTo>
                    <a:pt x="185" y="0"/>
                  </a:moveTo>
                  <a:cubicBezTo>
                    <a:pt x="83" y="0"/>
                    <a:pt x="0" y="84"/>
                    <a:pt x="0" y="185"/>
                  </a:cubicBezTo>
                  <a:lnTo>
                    <a:pt x="0" y="728"/>
                  </a:lnTo>
                  <a:lnTo>
                    <a:pt x="731" y="847"/>
                  </a:lnTo>
                  <a:lnTo>
                    <a:pt x="1462" y="728"/>
                  </a:lnTo>
                  <a:lnTo>
                    <a:pt x="1462" y="429"/>
                  </a:lnTo>
                  <a:lnTo>
                    <a:pt x="355" y="429"/>
                  </a:lnTo>
                  <a:cubicBezTo>
                    <a:pt x="313" y="429"/>
                    <a:pt x="279" y="397"/>
                    <a:pt x="279" y="355"/>
                  </a:cubicBezTo>
                  <a:lnTo>
                    <a:pt x="279" y="0"/>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536" name="Google Shape;3536;p27"/>
            <p:cNvSpPr/>
            <p:nvPr/>
          </p:nvSpPr>
          <p:spPr>
            <a:xfrm>
              <a:off x="6886488" y="3040429"/>
              <a:ext cx="46385" cy="23417"/>
            </a:xfrm>
            <a:custGeom>
              <a:rect b="b" l="l" r="r" t="t"/>
              <a:pathLst>
                <a:path extrusionOk="0" h="729" w="1444">
                  <a:moveTo>
                    <a:pt x="259" y="0"/>
                  </a:moveTo>
                  <a:lnTo>
                    <a:pt x="194" y="16"/>
                  </a:lnTo>
                  <a:lnTo>
                    <a:pt x="187" y="15"/>
                  </a:lnTo>
                  <a:cubicBezTo>
                    <a:pt x="84" y="15"/>
                    <a:pt x="0" y="99"/>
                    <a:pt x="0" y="200"/>
                  </a:cubicBezTo>
                  <a:lnTo>
                    <a:pt x="6" y="728"/>
                  </a:lnTo>
                  <a:lnTo>
                    <a:pt x="1412" y="728"/>
                  </a:lnTo>
                  <a:lnTo>
                    <a:pt x="1444" y="429"/>
                  </a:lnTo>
                  <a:lnTo>
                    <a:pt x="1444" y="185"/>
                  </a:lnTo>
                  <a:cubicBezTo>
                    <a:pt x="1444" y="84"/>
                    <a:pt x="1360" y="0"/>
                    <a:pt x="1257" y="0"/>
                  </a:cubicBezTo>
                  <a:close/>
                </a:path>
              </a:pathLst>
            </a:custGeom>
            <a:solidFill>
              <a:schemeClr val="l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537" name="Google Shape;3537;p27"/>
            <p:cNvSpPr/>
            <p:nvPr/>
          </p:nvSpPr>
          <p:spPr>
            <a:xfrm>
              <a:off x="6885877" y="3040429"/>
              <a:ext cx="46995" cy="27240"/>
            </a:xfrm>
            <a:custGeom>
              <a:rect b="b" l="l" r="r" t="t"/>
              <a:pathLst>
                <a:path extrusionOk="0" h="848" w="1463">
                  <a:moveTo>
                    <a:pt x="186" y="0"/>
                  </a:moveTo>
                  <a:cubicBezTo>
                    <a:pt x="83" y="0"/>
                    <a:pt x="1" y="84"/>
                    <a:pt x="1" y="185"/>
                  </a:cubicBezTo>
                  <a:lnTo>
                    <a:pt x="1" y="728"/>
                  </a:lnTo>
                  <a:lnTo>
                    <a:pt x="732" y="847"/>
                  </a:lnTo>
                  <a:lnTo>
                    <a:pt x="1463" y="728"/>
                  </a:lnTo>
                  <a:lnTo>
                    <a:pt x="1463" y="429"/>
                  </a:lnTo>
                  <a:lnTo>
                    <a:pt x="355" y="429"/>
                  </a:lnTo>
                  <a:cubicBezTo>
                    <a:pt x="313" y="429"/>
                    <a:pt x="280" y="397"/>
                    <a:pt x="280" y="355"/>
                  </a:cubicBezTo>
                  <a:lnTo>
                    <a:pt x="280" y="0"/>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538" name="Google Shape;3538;p27"/>
            <p:cNvSpPr/>
            <p:nvPr/>
          </p:nvSpPr>
          <p:spPr>
            <a:xfrm>
              <a:off x="6724743" y="3027869"/>
              <a:ext cx="143009" cy="35977"/>
            </a:xfrm>
            <a:custGeom>
              <a:rect b="b" l="l" r="r" t="t"/>
              <a:pathLst>
                <a:path extrusionOk="0" h="1120" w="4452">
                  <a:moveTo>
                    <a:pt x="276" y="0"/>
                  </a:moveTo>
                  <a:lnTo>
                    <a:pt x="257" y="19"/>
                  </a:lnTo>
                  <a:cubicBezTo>
                    <a:pt x="103" y="19"/>
                    <a:pt x="0" y="138"/>
                    <a:pt x="0" y="291"/>
                  </a:cubicBezTo>
                  <a:lnTo>
                    <a:pt x="0" y="1119"/>
                  </a:lnTo>
                  <a:lnTo>
                    <a:pt x="4413" y="1119"/>
                  </a:lnTo>
                  <a:lnTo>
                    <a:pt x="4452" y="820"/>
                  </a:lnTo>
                  <a:lnTo>
                    <a:pt x="4452" y="280"/>
                  </a:lnTo>
                  <a:cubicBezTo>
                    <a:pt x="4452" y="125"/>
                    <a:pt x="4326" y="0"/>
                    <a:pt x="4171" y="0"/>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539" name="Google Shape;3539;p27"/>
            <p:cNvSpPr/>
            <p:nvPr/>
          </p:nvSpPr>
          <p:spPr>
            <a:xfrm>
              <a:off x="6724036" y="3027805"/>
              <a:ext cx="143716" cy="39864"/>
            </a:xfrm>
            <a:custGeom>
              <a:rect b="b" l="l" r="r" t="t"/>
              <a:pathLst>
                <a:path extrusionOk="0" h="1241" w="4474">
                  <a:moveTo>
                    <a:pt x="280" y="1"/>
                  </a:moveTo>
                  <a:cubicBezTo>
                    <a:pt x="125" y="1"/>
                    <a:pt x="1" y="127"/>
                    <a:pt x="1" y="282"/>
                  </a:cubicBezTo>
                  <a:lnTo>
                    <a:pt x="1" y="1121"/>
                  </a:lnTo>
                  <a:lnTo>
                    <a:pt x="2114" y="1240"/>
                  </a:lnTo>
                  <a:lnTo>
                    <a:pt x="4474" y="1121"/>
                  </a:lnTo>
                  <a:lnTo>
                    <a:pt x="4474" y="822"/>
                  </a:lnTo>
                  <a:lnTo>
                    <a:pt x="4474" y="820"/>
                  </a:lnTo>
                  <a:lnTo>
                    <a:pt x="355" y="820"/>
                  </a:lnTo>
                  <a:cubicBezTo>
                    <a:pt x="324" y="820"/>
                    <a:pt x="299" y="796"/>
                    <a:pt x="299" y="764"/>
                  </a:cubicBezTo>
                  <a:lnTo>
                    <a:pt x="299" y="1"/>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540" name="Google Shape;3540;p27"/>
            <p:cNvSpPr/>
            <p:nvPr/>
          </p:nvSpPr>
          <p:spPr>
            <a:xfrm>
              <a:off x="6742411" y="3045826"/>
              <a:ext cx="23578" cy="18053"/>
            </a:xfrm>
            <a:custGeom>
              <a:rect b="b" l="l" r="r" t="t"/>
              <a:pathLst>
                <a:path extrusionOk="0" h="562" w="734">
                  <a:moveTo>
                    <a:pt x="265" y="0"/>
                  </a:moveTo>
                  <a:lnTo>
                    <a:pt x="95" y="13"/>
                  </a:lnTo>
                  <a:cubicBezTo>
                    <a:pt x="44" y="13"/>
                    <a:pt x="1" y="55"/>
                    <a:pt x="1" y="107"/>
                  </a:cubicBezTo>
                  <a:lnTo>
                    <a:pt x="5" y="562"/>
                  </a:lnTo>
                  <a:lnTo>
                    <a:pt x="688" y="562"/>
                  </a:lnTo>
                  <a:lnTo>
                    <a:pt x="732" y="264"/>
                  </a:lnTo>
                  <a:lnTo>
                    <a:pt x="732" y="94"/>
                  </a:lnTo>
                  <a:cubicBezTo>
                    <a:pt x="733" y="42"/>
                    <a:pt x="691" y="0"/>
                    <a:pt x="639" y="0"/>
                  </a:cubicBezTo>
                  <a:close/>
                </a:path>
              </a:pathLst>
            </a:custGeom>
            <a:solidFill>
              <a:schemeClr val="l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541" name="Google Shape;3541;p27"/>
            <p:cNvSpPr/>
            <p:nvPr/>
          </p:nvSpPr>
          <p:spPr>
            <a:xfrm>
              <a:off x="6741993" y="3045762"/>
              <a:ext cx="23996" cy="21908"/>
            </a:xfrm>
            <a:custGeom>
              <a:rect b="b" l="l" r="r" t="t"/>
              <a:pathLst>
                <a:path extrusionOk="0" h="682" w="747">
                  <a:moveTo>
                    <a:pt x="95" y="1"/>
                  </a:moveTo>
                  <a:cubicBezTo>
                    <a:pt x="41" y="1"/>
                    <a:pt x="1" y="44"/>
                    <a:pt x="1" y="95"/>
                  </a:cubicBezTo>
                  <a:lnTo>
                    <a:pt x="1" y="562"/>
                  </a:lnTo>
                  <a:lnTo>
                    <a:pt x="373" y="681"/>
                  </a:lnTo>
                  <a:lnTo>
                    <a:pt x="746" y="562"/>
                  </a:lnTo>
                  <a:lnTo>
                    <a:pt x="746" y="263"/>
                  </a:lnTo>
                  <a:lnTo>
                    <a:pt x="746" y="261"/>
                  </a:lnTo>
                  <a:lnTo>
                    <a:pt x="336" y="261"/>
                  </a:lnTo>
                  <a:cubicBezTo>
                    <a:pt x="306" y="261"/>
                    <a:pt x="280" y="237"/>
                    <a:pt x="280" y="205"/>
                  </a:cubicBezTo>
                  <a:lnTo>
                    <a:pt x="280" y="1"/>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542" name="Google Shape;3542;p27"/>
            <p:cNvSpPr/>
            <p:nvPr/>
          </p:nvSpPr>
          <p:spPr>
            <a:xfrm>
              <a:off x="6784301" y="3045826"/>
              <a:ext cx="23578" cy="18053"/>
            </a:xfrm>
            <a:custGeom>
              <a:rect b="b" l="l" r="r" t="t"/>
              <a:pathLst>
                <a:path extrusionOk="0" h="562" w="734">
                  <a:moveTo>
                    <a:pt x="267" y="0"/>
                  </a:moveTo>
                  <a:lnTo>
                    <a:pt x="95" y="13"/>
                  </a:lnTo>
                  <a:cubicBezTo>
                    <a:pt x="44" y="13"/>
                    <a:pt x="1" y="55"/>
                    <a:pt x="1" y="107"/>
                  </a:cubicBezTo>
                  <a:lnTo>
                    <a:pt x="7" y="562"/>
                  </a:lnTo>
                  <a:lnTo>
                    <a:pt x="689" y="562"/>
                  </a:lnTo>
                  <a:lnTo>
                    <a:pt x="732" y="264"/>
                  </a:lnTo>
                  <a:lnTo>
                    <a:pt x="732" y="94"/>
                  </a:lnTo>
                  <a:cubicBezTo>
                    <a:pt x="733" y="42"/>
                    <a:pt x="691" y="0"/>
                    <a:pt x="639" y="0"/>
                  </a:cubicBezTo>
                  <a:close/>
                </a:path>
              </a:pathLst>
            </a:custGeom>
            <a:solidFill>
              <a:schemeClr val="l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543" name="Google Shape;3543;p27"/>
            <p:cNvSpPr/>
            <p:nvPr/>
          </p:nvSpPr>
          <p:spPr>
            <a:xfrm>
              <a:off x="6783883" y="3045762"/>
              <a:ext cx="23996" cy="21908"/>
            </a:xfrm>
            <a:custGeom>
              <a:rect b="b" l="l" r="r" t="t"/>
              <a:pathLst>
                <a:path extrusionOk="0" h="682" w="747">
                  <a:moveTo>
                    <a:pt x="95" y="1"/>
                  </a:moveTo>
                  <a:cubicBezTo>
                    <a:pt x="43" y="1"/>
                    <a:pt x="1" y="44"/>
                    <a:pt x="1" y="95"/>
                  </a:cubicBezTo>
                  <a:lnTo>
                    <a:pt x="1" y="562"/>
                  </a:lnTo>
                  <a:lnTo>
                    <a:pt x="374" y="681"/>
                  </a:lnTo>
                  <a:lnTo>
                    <a:pt x="746" y="562"/>
                  </a:lnTo>
                  <a:lnTo>
                    <a:pt x="746" y="263"/>
                  </a:lnTo>
                  <a:lnTo>
                    <a:pt x="746" y="261"/>
                  </a:lnTo>
                  <a:lnTo>
                    <a:pt x="338" y="261"/>
                  </a:lnTo>
                  <a:cubicBezTo>
                    <a:pt x="306" y="261"/>
                    <a:pt x="282" y="237"/>
                    <a:pt x="282" y="205"/>
                  </a:cubicBezTo>
                  <a:lnTo>
                    <a:pt x="282" y="1"/>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544" name="Google Shape;3544;p27"/>
            <p:cNvSpPr/>
            <p:nvPr/>
          </p:nvSpPr>
          <p:spPr>
            <a:xfrm>
              <a:off x="6826223" y="3045826"/>
              <a:ext cx="23546" cy="18053"/>
            </a:xfrm>
            <a:custGeom>
              <a:rect b="b" l="l" r="r" t="t"/>
              <a:pathLst>
                <a:path extrusionOk="0" h="562" w="733">
                  <a:moveTo>
                    <a:pt x="267" y="0"/>
                  </a:moveTo>
                  <a:lnTo>
                    <a:pt x="94" y="13"/>
                  </a:lnTo>
                  <a:cubicBezTo>
                    <a:pt x="44" y="13"/>
                    <a:pt x="0" y="55"/>
                    <a:pt x="0" y="107"/>
                  </a:cubicBezTo>
                  <a:lnTo>
                    <a:pt x="6" y="562"/>
                  </a:lnTo>
                  <a:lnTo>
                    <a:pt x="688" y="562"/>
                  </a:lnTo>
                  <a:lnTo>
                    <a:pt x="731" y="264"/>
                  </a:lnTo>
                  <a:lnTo>
                    <a:pt x="731" y="94"/>
                  </a:lnTo>
                  <a:cubicBezTo>
                    <a:pt x="733" y="42"/>
                    <a:pt x="692" y="0"/>
                    <a:pt x="639" y="0"/>
                  </a:cubicBezTo>
                  <a:close/>
                </a:path>
              </a:pathLst>
            </a:custGeom>
            <a:solidFill>
              <a:schemeClr val="l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545" name="Google Shape;3545;p27"/>
            <p:cNvSpPr/>
            <p:nvPr/>
          </p:nvSpPr>
          <p:spPr>
            <a:xfrm>
              <a:off x="6825805" y="3045762"/>
              <a:ext cx="23963" cy="21908"/>
            </a:xfrm>
            <a:custGeom>
              <a:rect b="b" l="l" r="r" t="t"/>
              <a:pathLst>
                <a:path extrusionOk="0" h="682" w="746">
                  <a:moveTo>
                    <a:pt x="94" y="1"/>
                  </a:moveTo>
                  <a:cubicBezTo>
                    <a:pt x="42" y="1"/>
                    <a:pt x="0" y="44"/>
                    <a:pt x="0" y="95"/>
                  </a:cubicBezTo>
                  <a:lnTo>
                    <a:pt x="0" y="562"/>
                  </a:lnTo>
                  <a:lnTo>
                    <a:pt x="374" y="681"/>
                  </a:lnTo>
                  <a:lnTo>
                    <a:pt x="746" y="562"/>
                  </a:lnTo>
                  <a:lnTo>
                    <a:pt x="746" y="263"/>
                  </a:lnTo>
                  <a:lnTo>
                    <a:pt x="746" y="261"/>
                  </a:lnTo>
                  <a:lnTo>
                    <a:pt x="337" y="261"/>
                  </a:lnTo>
                  <a:cubicBezTo>
                    <a:pt x="307" y="261"/>
                    <a:pt x="281" y="237"/>
                    <a:pt x="281" y="205"/>
                  </a:cubicBezTo>
                  <a:lnTo>
                    <a:pt x="281" y="1"/>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546" name="Google Shape;3546;p27"/>
            <p:cNvSpPr/>
            <p:nvPr/>
          </p:nvSpPr>
          <p:spPr>
            <a:xfrm>
              <a:off x="6648095" y="3063848"/>
              <a:ext cx="296523" cy="49854"/>
            </a:xfrm>
            <a:custGeom>
              <a:rect b="b" l="l" r="r" t="t"/>
              <a:pathLst>
                <a:path extrusionOk="0" h="1552" w="9231">
                  <a:moveTo>
                    <a:pt x="334" y="1"/>
                  </a:moveTo>
                  <a:lnTo>
                    <a:pt x="241" y="22"/>
                  </a:lnTo>
                  <a:cubicBezTo>
                    <a:pt x="86" y="22"/>
                    <a:pt x="1" y="151"/>
                    <a:pt x="1" y="305"/>
                  </a:cubicBezTo>
                  <a:lnTo>
                    <a:pt x="7" y="1270"/>
                  </a:lnTo>
                  <a:cubicBezTo>
                    <a:pt x="7" y="1427"/>
                    <a:pt x="132" y="1551"/>
                    <a:pt x="287" y="1551"/>
                  </a:cubicBezTo>
                  <a:lnTo>
                    <a:pt x="8915" y="1548"/>
                  </a:lnTo>
                  <a:cubicBezTo>
                    <a:pt x="9070" y="1548"/>
                    <a:pt x="9201" y="1457"/>
                    <a:pt x="9199" y="1305"/>
                  </a:cubicBezTo>
                  <a:lnTo>
                    <a:pt x="9231" y="1231"/>
                  </a:lnTo>
                  <a:lnTo>
                    <a:pt x="9231" y="282"/>
                  </a:lnTo>
                  <a:cubicBezTo>
                    <a:pt x="9231" y="125"/>
                    <a:pt x="9105" y="1"/>
                    <a:pt x="8952" y="1"/>
                  </a:cubicBez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547" name="Google Shape;3547;p27"/>
            <p:cNvSpPr/>
            <p:nvPr/>
          </p:nvSpPr>
          <p:spPr>
            <a:xfrm>
              <a:off x="6660462" y="3107440"/>
              <a:ext cx="270761" cy="25313"/>
            </a:xfrm>
            <a:custGeom>
              <a:rect b="b" l="l" r="r" t="t"/>
              <a:pathLst>
                <a:path extrusionOk="0" h="788" w="8429">
                  <a:moveTo>
                    <a:pt x="3938" y="0"/>
                  </a:moveTo>
                  <a:lnTo>
                    <a:pt x="1" y="227"/>
                  </a:lnTo>
                  <a:lnTo>
                    <a:pt x="1" y="694"/>
                  </a:lnTo>
                  <a:cubicBezTo>
                    <a:pt x="1" y="746"/>
                    <a:pt x="44" y="788"/>
                    <a:pt x="95" y="788"/>
                  </a:cubicBezTo>
                  <a:lnTo>
                    <a:pt x="282" y="788"/>
                  </a:lnTo>
                  <a:lnTo>
                    <a:pt x="282" y="563"/>
                  </a:lnTo>
                  <a:cubicBezTo>
                    <a:pt x="282" y="533"/>
                    <a:pt x="308" y="507"/>
                    <a:pt x="338" y="507"/>
                  </a:cubicBezTo>
                  <a:lnTo>
                    <a:pt x="8429" y="507"/>
                  </a:lnTo>
                  <a:lnTo>
                    <a:pt x="8429" y="227"/>
                  </a:lnTo>
                  <a:lnTo>
                    <a:pt x="3938" y="0"/>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548" name="Google Shape;3548;p27"/>
            <p:cNvSpPr/>
            <p:nvPr/>
          </p:nvSpPr>
          <p:spPr>
            <a:xfrm>
              <a:off x="6647002" y="3063719"/>
              <a:ext cx="297711" cy="51043"/>
            </a:xfrm>
            <a:custGeom>
              <a:rect b="b" l="l" r="r" t="t"/>
              <a:pathLst>
                <a:path extrusionOk="0" h="1589" w="9268">
                  <a:moveTo>
                    <a:pt x="281" y="0"/>
                  </a:moveTo>
                  <a:cubicBezTo>
                    <a:pt x="125" y="0"/>
                    <a:pt x="0" y="128"/>
                    <a:pt x="0" y="281"/>
                  </a:cubicBezTo>
                  <a:lnTo>
                    <a:pt x="0" y="1308"/>
                  </a:lnTo>
                  <a:cubicBezTo>
                    <a:pt x="0" y="1463"/>
                    <a:pt x="127" y="1588"/>
                    <a:pt x="281" y="1588"/>
                  </a:cubicBezTo>
                  <a:lnTo>
                    <a:pt x="8987" y="1588"/>
                  </a:lnTo>
                  <a:cubicBezTo>
                    <a:pt x="9142" y="1588"/>
                    <a:pt x="9268" y="1461"/>
                    <a:pt x="9268" y="1308"/>
                  </a:cubicBezTo>
                  <a:lnTo>
                    <a:pt x="9268" y="1234"/>
                  </a:lnTo>
                  <a:lnTo>
                    <a:pt x="9268" y="1231"/>
                  </a:lnTo>
                  <a:lnTo>
                    <a:pt x="444" y="1231"/>
                  </a:lnTo>
                  <a:cubicBezTo>
                    <a:pt x="402" y="1231"/>
                    <a:pt x="369" y="1199"/>
                    <a:pt x="369" y="1157"/>
                  </a:cubicBezTo>
                  <a:lnTo>
                    <a:pt x="369" y="0"/>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3549" name="Google Shape;3549;p27"/>
          <p:cNvGrpSpPr/>
          <p:nvPr/>
        </p:nvGrpSpPr>
        <p:grpSpPr>
          <a:xfrm>
            <a:off x="4742365" y="2834965"/>
            <a:ext cx="297594" cy="297329"/>
            <a:chOff x="4742365" y="2834965"/>
            <a:chExt cx="297594" cy="297329"/>
          </a:xfrm>
        </p:grpSpPr>
        <p:sp>
          <p:nvSpPr>
            <p:cNvPr id="3550" name="Google Shape;3550;p27"/>
            <p:cNvSpPr/>
            <p:nvPr/>
          </p:nvSpPr>
          <p:spPr>
            <a:xfrm>
              <a:off x="4888754" y="2834965"/>
              <a:ext cx="122740" cy="206419"/>
            </a:xfrm>
            <a:custGeom>
              <a:rect b="b" l="l" r="r" t="t"/>
              <a:pathLst>
                <a:path extrusionOk="0" h="6426" w="3821">
                  <a:moveTo>
                    <a:pt x="792" y="1"/>
                  </a:moveTo>
                  <a:cubicBezTo>
                    <a:pt x="355" y="1"/>
                    <a:pt x="1" y="358"/>
                    <a:pt x="1" y="794"/>
                  </a:cubicBezTo>
                  <a:lnTo>
                    <a:pt x="1" y="3177"/>
                  </a:lnTo>
                  <a:lnTo>
                    <a:pt x="31" y="3250"/>
                  </a:lnTo>
                  <a:cubicBezTo>
                    <a:pt x="111" y="3347"/>
                    <a:pt x="371" y="3521"/>
                    <a:pt x="429" y="3533"/>
                  </a:cubicBezTo>
                  <a:lnTo>
                    <a:pt x="467" y="3508"/>
                  </a:lnTo>
                  <a:lnTo>
                    <a:pt x="467" y="794"/>
                  </a:lnTo>
                  <a:cubicBezTo>
                    <a:pt x="467" y="614"/>
                    <a:pt x="613" y="468"/>
                    <a:pt x="792" y="468"/>
                  </a:cubicBezTo>
                  <a:cubicBezTo>
                    <a:pt x="972" y="468"/>
                    <a:pt x="1118" y="614"/>
                    <a:pt x="1118" y="794"/>
                  </a:cubicBezTo>
                  <a:lnTo>
                    <a:pt x="1118" y="2566"/>
                  </a:lnTo>
                  <a:cubicBezTo>
                    <a:pt x="1118" y="3003"/>
                    <a:pt x="1473" y="3358"/>
                    <a:pt x="1911" y="3358"/>
                  </a:cubicBezTo>
                  <a:cubicBezTo>
                    <a:pt x="2349" y="3358"/>
                    <a:pt x="2703" y="3001"/>
                    <a:pt x="2703" y="2566"/>
                  </a:cubicBezTo>
                  <a:lnTo>
                    <a:pt x="2703" y="1671"/>
                  </a:lnTo>
                  <a:cubicBezTo>
                    <a:pt x="2703" y="1493"/>
                    <a:pt x="2850" y="1345"/>
                    <a:pt x="3029" y="1345"/>
                  </a:cubicBezTo>
                  <a:cubicBezTo>
                    <a:pt x="3209" y="1345"/>
                    <a:pt x="3355" y="1493"/>
                    <a:pt x="3355" y="1671"/>
                  </a:cubicBezTo>
                  <a:lnTo>
                    <a:pt x="3355" y="6034"/>
                  </a:lnTo>
                  <a:lnTo>
                    <a:pt x="3392" y="6425"/>
                  </a:lnTo>
                  <a:lnTo>
                    <a:pt x="3783" y="6425"/>
                  </a:lnTo>
                  <a:lnTo>
                    <a:pt x="3821" y="6034"/>
                  </a:lnTo>
                  <a:lnTo>
                    <a:pt x="3821" y="1671"/>
                  </a:lnTo>
                  <a:cubicBezTo>
                    <a:pt x="3821" y="1234"/>
                    <a:pt x="3465" y="879"/>
                    <a:pt x="3029" y="879"/>
                  </a:cubicBezTo>
                  <a:cubicBezTo>
                    <a:pt x="2590" y="879"/>
                    <a:pt x="2236" y="1235"/>
                    <a:pt x="2236" y="1671"/>
                  </a:cubicBezTo>
                  <a:lnTo>
                    <a:pt x="2236" y="2566"/>
                  </a:lnTo>
                  <a:cubicBezTo>
                    <a:pt x="2236" y="2744"/>
                    <a:pt x="2090" y="2891"/>
                    <a:pt x="1910" y="2891"/>
                  </a:cubicBezTo>
                  <a:cubicBezTo>
                    <a:pt x="1732" y="2891"/>
                    <a:pt x="1584" y="2744"/>
                    <a:pt x="1584" y="2566"/>
                  </a:cubicBezTo>
                  <a:lnTo>
                    <a:pt x="1584" y="794"/>
                  </a:lnTo>
                  <a:cubicBezTo>
                    <a:pt x="1584" y="355"/>
                    <a:pt x="1228" y="1"/>
                    <a:pt x="792" y="1"/>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551" name="Google Shape;3551;p27"/>
            <p:cNvSpPr/>
            <p:nvPr/>
          </p:nvSpPr>
          <p:spPr>
            <a:xfrm>
              <a:off x="4888754" y="2937087"/>
              <a:ext cx="15001" cy="39607"/>
            </a:xfrm>
            <a:custGeom>
              <a:rect b="b" l="l" r="r" t="t"/>
              <a:pathLst>
                <a:path extrusionOk="0" h="1233" w="467">
                  <a:moveTo>
                    <a:pt x="1" y="1"/>
                  </a:moveTo>
                  <a:lnTo>
                    <a:pt x="1" y="898"/>
                  </a:lnTo>
                  <a:cubicBezTo>
                    <a:pt x="1" y="1025"/>
                    <a:pt x="105" y="1232"/>
                    <a:pt x="234" y="1232"/>
                  </a:cubicBezTo>
                  <a:cubicBezTo>
                    <a:pt x="362" y="1232"/>
                    <a:pt x="467" y="1025"/>
                    <a:pt x="467" y="898"/>
                  </a:cubicBezTo>
                  <a:lnTo>
                    <a:pt x="467" y="331"/>
                  </a:lnTo>
                  <a:cubicBezTo>
                    <a:pt x="323" y="206"/>
                    <a:pt x="167" y="96"/>
                    <a:pt x="1" y="1"/>
                  </a:cubicBezTo>
                  <a:close/>
                </a:path>
              </a:pathLst>
            </a:custGeom>
            <a:solidFill>
              <a:srgbClr val="D1C7C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552" name="Google Shape;3552;p27"/>
            <p:cNvSpPr/>
            <p:nvPr/>
          </p:nvSpPr>
          <p:spPr>
            <a:xfrm>
              <a:off x="4996563" y="3028736"/>
              <a:ext cx="15033" cy="13813"/>
            </a:xfrm>
            <a:custGeom>
              <a:rect b="b" l="l" r="r" t="t"/>
              <a:pathLst>
                <a:path extrusionOk="0" h="430" w="468">
                  <a:moveTo>
                    <a:pt x="0" y="1"/>
                  </a:moveTo>
                  <a:lnTo>
                    <a:pt x="0" y="429"/>
                  </a:lnTo>
                  <a:lnTo>
                    <a:pt x="468" y="429"/>
                  </a:lnTo>
                  <a:lnTo>
                    <a:pt x="468" y="1"/>
                  </a:lnTo>
                  <a:close/>
                </a:path>
              </a:pathLst>
            </a:custGeom>
            <a:solidFill>
              <a:srgbClr val="D1C7C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553" name="Google Shape;3553;p27"/>
            <p:cNvSpPr/>
            <p:nvPr/>
          </p:nvSpPr>
          <p:spPr>
            <a:xfrm>
              <a:off x="4746348" y="2934420"/>
              <a:ext cx="182295" cy="183484"/>
            </a:xfrm>
            <a:custGeom>
              <a:rect b="b" l="l" r="r" t="t"/>
              <a:pathLst>
                <a:path extrusionOk="0" h="5712" w="5675">
                  <a:moveTo>
                    <a:pt x="2776" y="1"/>
                  </a:moveTo>
                  <a:cubicBezTo>
                    <a:pt x="2046" y="1"/>
                    <a:pt x="1381" y="272"/>
                    <a:pt x="869" y="716"/>
                  </a:cubicBezTo>
                  <a:cubicBezTo>
                    <a:pt x="869" y="716"/>
                    <a:pt x="1" y="1577"/>
                    <a:pt x="1" y="2450"/>
                  </a:cubicBezTo>
                  <a:cubicBezTo>
                    <a:pt x="1" y="5173"/>
                    <a:pt x="1731" y="5712"/>
                    <a:pt x="3121" y="5712"/>
                  </a:cubicBezTo>
                  <a:cubicBezTo>
                    <a:pt x="4089" y="5712"/>
                    <a:pt x="4962" y="4807"/>
                    <a:pt x="4962" y="4807"/>
                  </a:cubicBezTo>
                  <a:cubicBezTo>
                    <a:pt x="5405" y="4296"/>
                    <a:pt x="5674" y="3630"/>
                    <a:pt x="5674" y="2901"/>
                  </a:cubicBezTo>
                  <a:cubicBezTo>
                    <a:pt x="5674" y="1300"/>
                    <a:pt x="4377" y="1"/>
                    <a:pt x="2776" y="1"/>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554" name="Google Shape;3554;p27"/>
            <p:cNvSpPr/>
            <p:nvPr/>
          </p:nvSpPr>
          <p:spPr>
            <a:xfrm>
              <a:off x="4742365" y="2957357"/>
              <a:ext cx="163311" cy="163311"/>
            </a:xfrm>
            <a:custGeom>
              <a:rect b="b" l="l" r="r" t="t"/>
              <a:pathLst>
                <a:path extrusionOk="0" h="5084" w="5084">
                  <a:moveTo>
                    <a:pt x="993" y="1"/>
                  </a:moveTo>
                  <a:cubicBezTo>
                    <a:pt x="385" y="532"/>
                    <a:pt x="0" y="1314"/>
                    <a:pt x="0" y="2185"/>
                  </a:cubicBezTo>
                  <a:cubicBezTo>
                    <a:pt x="0" y="3786"/>
                    <a:pt x="1297" y="5083"/>
                    <a:pt x="2900" y="5083"/>
                  </a:cubicBezTo>
                  <a:cubicBezTo>
                    <a:pt x="3772" y="5083"/>
                    <a:pt x="4553" y="4698"/>
                    <a:pt x="5083" y="4090"/>
                  </a:cubicBezTo>
                  <a:lnTo>
                    <a:pt x="5083" y="4090"/>
                  </a:lnTo>
                  <a:cubicBezTo>
                    <a:pt x="4574" y="4535"/>
                    <a:pt x="3908" y="4805"/>
                    <a:pt x="3178" y="4805"/>
                  </a:cubicBezTo>
                  <a:cubicBezTo>
                    <a:pt x="1577" y="4805"/>
                    <a:pt x="280" y="3507"/>
                    <a:pt x="280" y="1906"/>
                  </a:cubicBezTo>
                  <a:cubicBezTo>
                    <a:pt x="280" y="1176"/>
                    <a:pt x="549" y="510"/>
                    <a:pt x="993"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555" name="Google Shape;3555;p27"/>
            <p:cNvSpPr/>
            <p:nvPr/>
          </p:nvSpPr>
          <p:spPr>
            <a:xfrm>
              <a:off x="4766779" y="2954626"/>
              <a:ext cx="141660" cy="142142"/>
            </a:xfrm>
            <a:custGeom>
              <a:rect b="b" l="l" r="r" t="t"/>
              <a:pathLst>
                <a:path extrusionOk="0" h="4425" w="4410">
                  <a:moveTo>
                    <a:pt x="2140" y="0"/>
                  </a:moveTo>
                  <a:cubicBezTo>
                    <a:pt x="1584" y="0"/>
                    <a:pt x="1073" y="200"/>
                    <a:pt x="679" y="532"/>
                  </a:cubicBezTo>
                  <a:cubicBezTo>
                    <a:pt x="679" y="532"/>
                    <a:pt x="0" y="1131"/>
                    <a:pt x="0" y="2272"/>
                  </a:cubicBezTo>
                  <a:cubicBezTo>
                    <a:pt x="0" y="3525"/>
                    <a:pt x="862" y="4424"/>
                    <a:pt x="2115" y="4424"/>
                  </a:cubicBezTo>
                  <a:cubicBezTo>
                    <a:pt x="3259" y="4424"/>
                    <a:pt x="3880" y="3732"/>
                    <a:pt x="3880" y="3732"/>
                  </a:cubicBezTo>
                  <a:cubicBezTo>
                    <a:pt x="4209" y="3337"/>
                    <a:pt x="4410" y="2828"/>
                    <a:pt x="4410" y="2272"/>
                  </a:cubicBezTo>
                  <a:cubicBezTo>
                    <a:pt x="4410" y="1018"/>
                    <a:pt x="3394" y="0"/>
                    <a:pt x="2140" y="0"/>
                  </a:cubicBez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556" name="Google Shape;3556;p27"/>
            <p:cNvSpPr/>
            <p:nvPr/>
          </p:nvSpPr>
          <p:spPr>
            <a:xfrm>
              <a:off x="4762539" y="2971652"/>
              <a:ext cx="128843" cy="128843"/>
            </a:xfrm>
            <a:custGeom>
              <a:rect b="b" l="l" r="r" t="t"/>
              <a:pathLst>
                <a:path extrusionOk="0" h="4011" w="4011">
                  <a:moveTo>
                    <a:pt x="811" y="0"/>
                  </a:moveTo>
                  <a:lnTo>
                    <a:pt x="811" y="0"/>
                  </a:lnTo>
                  <a:cubicBezTo>
                    <a:pt x="315" y="417"/>
                    <a:pt x="1" y="1041"/>
                    <a:pt x="1" y="1740"/>
                  </a:cubicBezTo>
                  <a:cubicBezTo>
                    <a:pt x="1" y="2994"/>
                    <a:pt x="1017" y="4010"/>
                    <a:pt x="2271" y="4010"/>
                  </a:cubicBezTo>
                  <a:cubicBezTo>
                    <a:pt x="2970" y="4010"/>
                    <a:pt x="3594" y="3696"/>
                    <a:pt x="4011" y="3199"/>
                  </a:cubicBezTo>
                  <a:lnTo>
                    <a:pt x="4011" y="3199"/>
                  </a:lnTo>
                  <a:cubicBezTo>
                    <a:pt x="3615" y="3532"/>
                    <a:pt x="3106" y="3732"/>
                    <a:pt x="2550" y="3732"/>
                  </a:cubicBezTo>
                  <a:cubicBezTo>
                    <a:pt x="1296" y="3732"/>
                    <a:pt x="279" y="2714"/>
                    <a:pt x="279" y="1461"/>
                  </a:cubicBezTo>
                  <a:cubicBezTo>
                    <a:pt x="279" y="905"/>
                    <a:pt x="478" y="395"/>
                    <a:pt x="811"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557" name="Google Shape;3557;p27"/>
            <p:cNvSpPr/>
            <p:nvPr/>
          </p:nvSpPr>
          <p:spPr>
            <a:xfrm>
              <a:off x="4830995" y="2976696"/>
              <a:ext cx="55476" cy="55379"/>
            </a:xfrm>
            <a:custGeom>
              <a:rect b="b" l="l" r="r" t="t"/>
              <a:pathLst>
                <a:path extrusionOk="0" h="1724" w="1727">
                  <a:moveTo>
                    <a:pt x="141" y="1"/>
                  </a:moveTo>
                  <a:cubicBezTo>
                    <a:pt x="64" y="1"/>
                    <a:pt x="1" y="65"/>
                    <a:pt x="1" y="140"/>
                  </a:cubicBezTo>
                  <a:cubicBezTo>
                    <a:pt x="1" y="217"/>
                    <a:pt x="63" y="280"/>
                    <a:pt x="141" y="280"/>
                  </a:cubicBezTo>
                  <a:cubicBezTo>
                    <a:pt x="859" y="280"/>
                    <a:pt x="1445" y="864"/>
                    <a:pt x="1445" y="1585"/>
                  </a:cubicBezTo>
                  <a:cubicBezTo>
                    <a:pt x="1445" y="1660"/>
                    <a:pt x="1506" y="1724"/>
                    <a:pt x="1584" y="1724"/>
                  </a:cubicBezTo>
                  <a:cubicBezTo>
                    <a:pt x="1663" y="1724"/>
                    <a:pt x="1726" y="1663"/>
                    <a:pt x="1726" y="1586"/>
                  </a:cubicBezTo>
                  <a:cubicBezTo>
                    <a:pt x="1726" y="712"/>
                    <a:pt x="1014" y="1"/>
                    <a:pt x="141"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558" name="Google Shape;3558;p27"/>
            <p:cNvSpPr/>
            <p:nvPr/>
          </p:nvSpPr>
          <p:spPr>
            <a:xfrm>
              <a:off x="4784544" y="3023115"/>
              <a:ext cx="55443" cy="55411"/>
            </a:xfrm>
            <a:custGeom>
              <a:rect b="b" l="l" r="r" t="t"/>
              <a:pathLst>
                <a:path extrusionOk="0" h="1725" w="1726">
                  <a:moveTo>
                    <a:pt x="141" y="1"/>
                  </a:moveTo>
                  <a:cubicBezTo>
                    <a:pt x="64" y="1"/>
                    <a:pt x="0" y="61"/>
                    <a:pt x="0" y="140"/>
                  </a:cubicBezTo>
                  <a:cubicBezTo>
                    <a:pt x="0" y="1014"/>
                    <a:pt x="713" y="1725"/>
                    <a:pt x="1587" y="1725"/>
                  </a:cubicBezTo>
                  <a:cubicBezTo>
                    <a:pt x="1662" y="1725"/>
                    <a:pt x="1726" y="1661"/>
                    <a:pt x="1725" y="1583"/>
                  </a:cubicBezTo>
                  <a:cubicBezTo>
                    <a:pt x="1725" y="1508"/>
                    <a:pt x="1662" y="1444"/>
                    <a:pt x="1584" y="1444"/>
                  </a:cubicBezTo>
                  <a:cubicBezTo>
                    <a:pt x="866" y="1444"/>
                    <a:pt x="280" y="859"/>
                    <a:pt x="280" y="140"/>
                  </a:cubicBezTo>
                  <a:cubicBezTo>
                    <a:pt x="280" y="63"/>
                    <a:pt x="218" y="1"/>
                    <a:pt x="141"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559" name="Google Shape;3559;p27"/>
            <p:cNvSpPr/>
            <p:nvPr/>
          </p:nvSpPr>
          <p:spPr>
            <a:xfrm>
              <a:off x="4819013" y="3009783"/>
              <a:ext cx="34243" cy="33921"/>
            </a:xfrm>
            <a:custGeom>
              <a:rect b="b" l="l" r="r" t="t"/>
              <a:pathLst>
                <a:path extrusionOk="0" h="1056" w="1066">
                  <a:moveTo>
                    <a:pt x="511" y="0"/>
                  </a:moveTo>
                  <a:cubicBezTo>
                    <a:pt x="432" y="0"/>
                    <a:pt x="353" y="19"/>
                    <a:pt x="285" y="49"/>
                  </a:cubicBezTo>
                  <a:cubicBezTo>
                    <a:pt x="285" y="49"/>
                    <a:pt x="0" y="239"/>
                    <a:pt x="0" y="543"/>
                  </a:cubicBezTo>
                  <a:cubicBezTo>
                    <a:pt x="0" y="848"/>
                    <a:pt x="211" y="1055"/>
                    <a:pt x="515" y="1055"/>
                  </a:cubicBezTo>
                  <a:cubicBezTo>
                    <a:pt x="833" y="1055"/>
                    <a:pt x="1016" y="780"/>
                    <a:pt x="1016" y="780"/>
                  </a:cubicBezTo>
                  <a:cubicBezTo>
                    <a:pt x="1050" y="710"/>
                    <a:pt x="1066" y="634"/>
                    <a:pt x="1066" y="555"/>
                  </a:cubicBezTo>
                  <a:cubicBezTo>
                    <a:pt x="1066" y="249"/>
                    <a:pt x="817" y="0"/>
                    <a:pt x="511" y="0"/>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560" name="Google Shape;3560;p27"/>
            <p:cNvSpPr/>
            <p:nvPr/>
          </p:nvSpPr>
          <p:spPr>
            <a:xfrm>
              <a:off x="4817696" y="3011293"/>
              <a:ext cx="34018" cy="34050"/>
            </a:xfrm>
            <a:custGeom>
              <a:rect b="b" l="l" r="r" t="t"/>
              <a:pathLst>
                <a:path extrusionOk="0" h="1060" w="1059">
                  <a:moveTo>
                    <a:pt x="328" y="1"/>
                  </a:moveTo>
                  <a:lnTo>
                    <a:pt x="328" y="1"/>
                  </a:lnTo>
                  <a:cubicBezTo>
                    <a:pt x="134" y="88"/>
                    <a:pt x="1" y="282"/>
                    <a:pt x="1" y="505"/>
                  </a:cubicBezTo>
                  <a:cubicBezTo>
                    <a:pt x="1" y="812"/>
                    <a:pt x="248" y="1059"/>
                    <a:pt x="555" y="1059"/>
                  </a:cubicBezTo>
                  <a:cubicBezTo>
                    <a:pt x="778" y="1059"/>
                    <a:pt x="975" y="926"/>
                    <a:pt x="1059" y="732"/>
                  </a:cubicBezTo>
                  <a:lnTo>
                    <a:pt x="1059" y="732"/>
                  </a:lnTo>
                  <a:cubicBezTo>
                    <a:pt x="991" y="764"/>
                    <a:pt x="914" y="781"/>
                    <a:pt x="833" y="781"/>
                  </a:cubicBezTo>
                  <a:cubicBezTo>
                    <a:pt x="528" y="781"/>
                    <a:pt x="279" y="532"/>
                    <a:pt x="279" y="227"/>
                  </a:cubicBezTo>
                  <a:cubicBezTo>
                    <a:pt x="279" y="147"/>
                    <a:pt x="297" y="69"/>
                    <a:pt x="328"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561" name="Google Shape;3561;p27"/>
            <p:cNvSpPr/>
            <p:nvPr/>
          </p:nvSpPr>
          <p:spPr>
            <a:xfrm>
              <a:off x="4991102" y="3041361"/>
              <a:ext cx="26405" cy="21169"/>
            </a:xfrm>
            <a:custGeom>
              <a:rect b="b" l="l" r="r" t="t"/>
              <a:pathLst>
                <a:path extrusionOk="0" h="659" w="822">
                  <a:moveTo>
                    <a:pt x="263" y="0"/>
                  </a:moveTo>
                  <a:lnTo>
                    <a:pt x="169" y="19"/>
                  </a:lnTo>
                  <a:cubicBezTo>
                    <a:pt x="76" y="19"/>
                    <a:pt x="1" y="94"/>
                    <a:pt x="1" y="187"/>
                  </a:cubicBezTo>
                  <a:lnTo>
                    <a:pt x="1" y="659"/>
                  </a:lnTo>
                  <a:lnTo>
                    <a:pt x="804" y="659"/>
                  </a:lnTo>
                  <a:lnTo>
                    <a:pt x="822" y="398"/>
                  </a:lnTo>
                  <a:lnTo>
                    <a:pt x="822" y="168"/>
                  </a:lnTo>
                  <a:cubicBezTo>
                    <a:pt x="822" y="77"/>
                    <a:pt x="746" y="0"/>
                    <a:pt x="654" y="0"/>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562" name="Google Shape;3562;p27"/>
            <p:cNvSpPr/>
            <p:nvPr/>
          </p:nvSpPr>
          <p:spPr>
            <a:xfrm>
              <a:off x="4990588" y="3041361"/>
              <a:ext cx="27015" cy="22100"/>
            </a:xfrm>
            <a:custGeom>
              <a:rect b="b" l="l" r="r" t="t"/>
              <a:pathLst>
                <a:path extrusionOk="0" h="688" w="841">
                  <a:moveTo>
                    <a:pt x="169" y="0"/>
                  </a:moveTo>
                  <a:cubicBezTo>
                    <a:pt x="76" y="0"/>
                    <a:pt x="1" y="75"/>
                    <a:pt x="1" y="168"/>
                  </a:cubicBezTo>
                  <a:lnTo>
                    <a:pt x="1" y="688"/>
                  </a:lnTo>
                  <a:lnTo>
                    <a:pt x="841" y="688"/>
                  </a:lnTo>
                  <a:lnTo>
                    <a:pt x="841" y="398"/>
                  </a:lnTo>
                  <a:cubicBezTo>
                    <a:pt x="838" y="397"/>
                    <a:pt x="651" y="326"/>
                    <a:pt x="434" y="326"/>
                  </a:cubicBezTo>
                  <a:cubicBezTo>
                    <a:pt x="429" y="326"/>
                    <a:pt x="425" y="326"/>
                    <a:pt x="421" y="326"/>
                  </a:cubicBezTo>
                  <a:cubicBezTo>
                    <a:pt x="393" y="326"/>
                    <a:pt x="366" y="327"/>
                    <a:pt x="341" y="330"/>
                  </a:cubicBezTo>
                  <a:cubicBezTo>
                    <a:pt x="340" y="330"/>
                    <a:pt x="339" y="330"/>
                    <a:pt x="338" y="330"/>
                  </a:cubicBezTo>
                  <a:cubicBezTo>
                    <a:pt x="306" y="330"/>
                    <a:pt x="280" y="305"/>
                    <a:pt x="280" y="274"/>
                  </a:cubicBezTo>
                  <a:lnTo>
                    <a:pt x="280" y="0"/>
                  </a:lnTo>
                  <a:close/>
                </a:path>
              </a:pathLst>
            </a:custGeom>
            <a:solidFill>
              <a:srgbClr val="EAE2D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563" name="Google Shape;3563;p27"/>
            <p:cNvSpPr/>
            <p:nvPr/>
          </p:nvSpPr>
          <p:spPr>
            <a:xfrm>
              <a:off x="4970703" y="3060828"/>
              <a:ext cx="69256" cy="69609"/>
            </a:xfrm>
            <a:custGeom>
              <a:rect b="b" l="l" r="r" t="t"/>
              <a:pathLst>
                <a:path extrusionOk="0" h="2167" w="2156">
                  <a:moveTo>
                    <a:pt x="1040" y="513"/>
                  </a:moveTo>
                  <a:cubicBezTo>
                    <a:pt x="1374" y="513"/>
                    <a:pt x="1645" y="784"/>
                    <a:pt x="1645" y="1118"/>
                  </a:cubicBezTo>
                  <a:cubicBezTo>
                    <a:pt x="1645" y="1454"/>
                    <a:pt x="1371" y="1725"/>
                    <a:pt x="1040" y="1725"/>
                  </a:cubicBezTo>
                  <a:cubicBezTo>
                    <a:pt x="704" y="1725"/>
                    <a:pt x="433" y="1454"/>
                    <a:pt x="433" y="1118"/>
                  </a:cubicBezTo>
                  <a:cubicBezTo>
                    <a:pt x="433" y="784"/>
                    <a:pt x="704" y="513"/>
                    <a:pt x="1040" y="513"/>
                  </a:cubicBezTo>
                  <a:close/>
                  <a:moveTo>
                    <a:pt x="1040" y="1"/>
                  </a:moveTo>
                  <a:cubicBezTo>
                    <a:pt x="891" y="1"/>
                    <a:pt x="750" y="30"/>
                    <a:pt x="618" y="82"/>
                  </a:cubicBezTo>
                  <a:cubicBezTo>
                    <a:pt x="520" y="122"/>
                    <a:pt x="429" y="176"/>
                    <a:pt x="346" y="241"/>
                  </a:cubicBezTo>
                  <a:cubicBezTo>
                    <a:pt x="346" y="241"/>
                    <a:pt x="0" y="552"/>
                    <a:pt x="0" y="1034"/>
                  </a:cubicBezTo>
                  <a:cubicBezTo>
                    <a:pt x="0" y="1651"/>
                    <a:pt x="420" y="2166"/>
                    <a:pt x="1037" y="2166"/>
                  </a:cubicBezTo>
                  <a:cubicBezTo>
                    <a:pt x="1599" y="2166"/>
                    <a:pt x="1914" y="1812"/>
                    <a:pt x="1914" y="1812"/>
                  </a:cubicBezTo>
                  <a:cubicBezTo>
                    <a:pt x="2065" y="1622"/>
                    <a:pt x="2156" y="1382"/>
                    <a:pt x="2156" y="1121"/>
                  </a:cubicBezTo>
                  <a:cubicBezTo>
                    <a:pt x="2156" y="652"/>
                    <a:pt x="1866" y="250"/>
                    <a:pt x="1457" y="83"/>
                  </a:cubicBezTo>
                  <a:cubicBezTo>
                    <a:pt x="1329" y="30"/>
                    <a:pt x="1187" y="1"/>
                    <a:pt x="1040" y="1"/>
                  </a:cubicBez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564" name="Google Shape;3564;p27"/>
            <p:cNvSpPr/>
            <p:nvPr/>
          </p:nvSpPr>
          <p:spPr>
            <a:xfrm>
              <a:off x="4972020" y="3068113"/>
              <a:ext cx="64149" cy="64181"/>
            </a:xfrm>
            <a:custGeom>
              <a:rect b="b" l="l" r="r" t="t"/>
              <a:pathLst>
                <a:path extrusionOk="0" h="1998" w="1997">
                  <a:moveTo>
                    <a:pt x="428" y="1"/>
                  </a:moveTo>
                  <a:cubicBezTo>
                    <a:pt x="169" y="205"/>
                    <a:pt x="1" y="524"/>
                    <a:pt x="1" y="878"/>
                  </a:cubicBezTo>
                  <a:cubicBezTo>
                    <a:pt x="1" y="1496"/>
                    <a:pt x="502" y="1997"/>
                    <a:pt x="1120" y="1997"/>
                  </a:cubicBezTo>
                  <a:cubicBezTo>
                    <a:pt x="1476" y="1997"/>
                    <a:pt x="1793" y="1831"/>
                    <a:pt x="1997" y="1570"/>
                  </a:cubicBezTo>
                  <a:lnTo>
                    <a:pt x="1997" y="1570"/>
                  </a:lnTo>
                  <a:cubicBezTo>
                    <a:pt x="1807" y="1721"/>
                    <a:pt x="1566" y="1811"/>
                    <a:pt x="1305" y="1811"/>
                  </a:cubicBezTo>
                  <a:cubicBezTo>
                    <a:pt x="688" y="1811"/>
                    <a:pt x="187" y="1310"/>
                    <a:pt x="187" y="693"/>
                  </a:cubicBezTo>
                  <a:cubicBezTo>
                    <a:pt x="187" y="432"/>
                    <a:pt x="277" y="191"/>
                    <a:pt x="428"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3565" name="Google Shape;3565;p27"/>
          <p:cNvGrpSpPr/>
          <p:nvPr/>
        </p:nvGrpSpPr>
        <p:grpSpPr>
          <a:xfrm>
            <a:off x="4147292" y="2835061"/>
            <a:ext cx="216837" cy="297692"/>
            <a:chOff x="4147292" y="2835061"/>
            <a:chExt cx="216837" cy="297692"/>
          </a:xfrm>
        </p:grpSpPr>
        <p:sp>
          <p:nvSpPr>
            <p:cNvPr id="3566" name="Google Shape;3566;p27"/>
            <p:cNvSpPr/>
            <p:nvPr/>
          </p:nvSpPr>
          <p:spPr>
            <a:xfrm>
              <a:off x="4220412" y="2920254"/>
              <a:ext cx="143620" cy="195947"/>
            </a:xfrm>
            <a:custGeom>
              <a:rect b="b" l="l" r="r" t="t"/>
              <a:pathLst>
                <a:path extrusionOk="0" h="6100" w="4471">
                  <a:moveTo>
                    <a:pt x="4177" y="0"/>
                  </a:moveTo>
                  <a:lnTo>
                    <a:pt x="295" y="11"/>
                  </a:lnTo>
                  <a:lnTo>
                    <a:pt x="51" y="580"/>
                  </a:lnTo>
                  <a:cubicBezTo>
                    <a:pt x="17" y="659"/>
                    <a:pt x="0" y="746"/>
                    <a:pt x="0" y="833"/>
                  </a:cubicBezTo>
                  <a:lnTo>
                    <a:pt x="0" y="5303"/>
                  </a:lnTo>
                  <a:cubicBezTo>
                    <a:pt x="0" y="5390"/>
                    <a:pt x="19" y="5477"/>
                    <a:pt x="51" y="5556"/>
                  </a:cubicBezTo>
                  <a:lnTo>
                    <a:pt x="279" y="6095"/>
                  </a:lnTo>
                  <a:lnTo>
                    <a:pt x="4117" y="6095"/>
                  </a:lnTo>
                  <a:lnTo>
                    <a:pt x="4117" y="6099"/>
                  </a:lnTo>
                  <a:lnTo>
                    <a:pt x="4311" y="5819"/>
                  </a:lnTo>
                  <a:lnTo>
                    <a:pt x="4421" y="5558"/>
                  </a:lnTo>
                  <a:cubicBezTo>
                    <a:pt x="4440" y="5516"/>
                    <a:pt x="4452" y="5471"/>
                    <a:pt x="4462" y="5426"/>
                  </a:cubicBezTo>
                  <a:cubicBezTo>
                    <a:pt x="4469" y="5386"/>
                    <a:pt x="4418" y="5345"/>
                    <a:pt x="4418" y="5303"/>
                  </a:cubicBezTo>
                  <a:lnTo>
                    <a:pt x="4418" y="833"/>
                  </a:lnTo>
                  <a:cubicBezTo>
                    <a:pt x="4418" y="792"/>
                    <a:pt x="4470" y="750"/>
                    <a:pt x="4462" y="710"/>
                  </a:cubicBezTo>
                  <a:cubicBezTo>
                    <a:pt x="4452" y="665"/>
                    <a:pt x="4440" y="622"/>
                    <a:pt x="4421" y="580"/>
                  </a:cubicBezTo>
                  <a:lnTo>
                    <a:pt x="4177" y="0"/>
                  </a:lnTo>
                  <a:close/>
                </a:path>
              </a:pathLst>
            </a:cu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567" name="Google Shape;3567;p27"/>
            <p:cNvSpPr/>
            <p:nvPr/>
          </p:nvSpPr>
          <p:spPr>
            <a:xfrm>
              <a:off x="4220348" y="2920029"/>
              <a:ext cx="138576" cy="198710"/>
            </a:xfrm>
            <a:custGeom>
              <a:rect b="b" l="l" r="r" t="t"/>
              <a:pathLst>
                <a:path extrusionOk="0" h="6186" w="4314">
                  <a:moveTo>
                    <a:pt x="714" y="0"/>
                  </a:moveTo>
                  <a:lnTo>
                    <a:pt x="289" y="5"/>
                  </a:lnTo>
                  <a:lnTo>
                    <a:pt x="51" y="589"/>
                  </a:lnTo>
                  <a:cubicBezTo>
                    <a:pt x="17" y="668"/>
                    <a:pt x="1" y="756"/>
                    <a:pt x="1" y="843"/>
                  </a:cubicBezTo>
                  <a:lnTo>
                    <a:pt x="1" y="5312"/>
                  </a:lnTo>
                  <a:cubicBezTo>
                    <a:pt x="1" y="5398"/>
                    <a:pt x="19" y="5485"/>
                    <a:pt x="51" y="5565"/>
                  </a:cubicBezTo>
                  <a:lnTo>
                    <a:pt x="350" y="6186"/>
                  </a:lnTo>
                  <a:lnTo>
                    <a:pt x="1587" y="6153"/>
                  </a:lnTo>
                  <a:lnTo>
                    <a:pt x="4183" y="6135"/>
                  </a:lnTo>
                  <a:lnTo>
                    <a:pt x="4313" y="5826"/>
                  </a:lnTo>
                  <a:lnTo>
                    <a:pt x="1676" y="5826"/>
                  </a:lnTo>
                  <a:cubicBezTo>
                    <a:pt x="1675" y="5826"/>
                    <a:pt x="1674" y="5826"/>
                    <a:pt x="1673" y="5826"/>
                  </a:cubicBezTo>
                  <a:cubicBezTo>
                    <a:pt x="1625" y="5826"/>
                    <a:pt x="1584" y="5786"/>
                    <a:pt x="1584" y="5733"/>
                  </a:cubicBezTo>
                  <a:lnTo>
                    <a:pt x="1584" y="2382"/>
                  </a:lnTo>
                  <a:cubicBezTo>
                    <a:pt x="1584" y="2053"/>
                    <a:pt x="1518" y="1729"/>
                    <a:pt x="1387" y="1426"/>
                  </a:cubicBezTo>
                  <a:lnTo>
                    <a:pt x="798" y="55"/>
                  </a:lnTo>
                  <a:cubicBezTo>
                    <a:pt x="797" y="52"/>
                    <a:pt x="779" y="5"/>
                    <a:pt x="777" y="3"/>
                  </a:cubicBezTo>
                  <a:lnTo>
                    <a:pt x="714" y="0"/>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568" name="Google Shape;3568;p27"/>
            <p:cNvSpPr/>
            <p:nvPr/>
          </p:nvSpPr>
          <p:spPr>
            <a:xfrm>
              <a:off x="4225456" y="2943030"/>
              <a:ext cx="138673" cy="151586"/>
            </a:xfrm>
            <a:custGeom>
              <a:rect b="b" l="l" r="r" t="t"/>
              <a:pathLst>
                <a:path extrusionOk="0" h="4719" w="4317">
                  <a:moveTo>
                    <a:pt x="926" y="1"/>
                  </a:moveTo>
                  <a:lnTo>
                    <a:pt x="1" y="199"/>
                  </a:lnTo>
                  <a:lnTo>
                    <a:pt x="167" y="4516"/>
                  </a:lnTo>
                  <a:lnTo>
                    <a:pt x="1425" y="4719"/>
                  </a:lnTo>
                  <a:lnTo>
                    <a:pt x="4305" y="4719"/>
                  </a:lnTo>
                  <a:cubicBezTo>
                    <a:pt x="4308" y="4701"/>
                    <a:pt x="4312" y="4680"/>
                    <a:pt x="4313" y="4655"/>
                  </a:cubicBezTo>
                  <a:cubicBezTo>
                    <a:pt x="4316" y="4633"/>
                    <a:pt x="4316" y="4614"/>
                    <a:pt x="4316" y="4596"/>
                  </a:cubicBezTo>
                  <a:lnTo>
                    <a:pt x="4316" y="127"/>
                  </a:lnTo>
                  <a:cubicBezTo>
                    <a:pt x="4316" y="106"/>
                    <a:pt x="4315" y="85"/>
                    <a:pt x="4313" y="62"/>
                  </a:cubicBezTo>
                  <a:cubicBezTo>
                    <a:pt x="4312" y="40"/>
                    <a:pt x="4308" y="20"/>
                    <a:pt x="4305" y="1"/>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569" name="Google Shape;3569;p27"/>
            <p:cNvSpPr/>
            <p:nvPr/>
          </p:nvSpPr>
          <p:spPr>
            <a:xfrm>
              <a:off x="4220316" y="2943126"/>
              <a:ext cx="50946" cy="151490"/>
            </a:xfrm>
            <a:custGeom>
              <a:rect b="b" l="l" r="r" t="t"/>
              <a:pathLst>
                <a:path extrusionOk="0" h="4716" w="1586">
                  <a:moveTo>
                    <a:pt x="13" y="1"/>
                  </a:moveTo>
                  <a:cubicBezTo>
                    <a:pt x="6" y="40"/>
                    <a:pt x="0" y="82"/>
                    <a:pt x="0" y="124"/>
                  </a:cubicBezTo>
                  <a:lnTo>
                    <a:pt x="0" y="4593"/>
                  </a:lnTo>
                  <a:cubicBezTo>
                    <a:pt x="0" y="4635"/>
                    <a:pt x="3" y="4674"/>
                    <a:pt x="10" y="4716"/>
                  </a:cubicBezTo>
                  <a:lnTo>
                    <a:pt x="1585" y="4716"/>
                  </a:lnTo>
                  <a:lnTo>
                    <a:pt x="1585" y="1663"/>
                  </a:lnTo>
                  <a:cubicBezTo>
                    <a:pt x="1585" y="1334"/>
                    <a:pt x="1519" y="1010"/>
                    <a:pt x="1388" y="707"/>
                  </a:cubicBezTo>
                  <a:lnTo>
                    <a:pt x="1084" y="1"/>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570" name="Google Shape;3570;p27"/>
            <p:cNvSpPr/>
            <p:nvPr/>
          </p:nvSpPr>
          <p:spPr>
            <a:xfrm>
              <a:off x="4249613" y="2963814"/>
              <a:ext cx="97717" cy="110212"/>
            </a:xfrm>
            <a:custGeom>
              <a:rect b="b" l="l" r="r" t="t"/>
              <a:pathLst>
                <a:path extrusionOk="0" h="3431" w="3042">
                  <a:moveTo>
                    <a:pt x="1326" y="1"/>
                  </a:moveTo>
                  <a:cubicBezTo>
                    <a:pt x="1038" y="1"/>
                    <a:pt x="767" y="70"/>
                    <a:pt x="530" y="196"/>
                  </a:cubicBezTo>
                  <a:cubicBezTo>
                    <a:pt x="530" y="196"/>
                    <a:pt x="0" y="1072"/>
                    <a:pt x="0" y="1732"/>
                  </a:cubicBezTo>
                  <a:cubicBezTo>
                    <a:pt x="0" y="2443"/>
                    <a:pt x="660" y="3297"/>
                    <a:pt x="660" y="3297"/>
                  </a:cubicBezTo>
                  <a:cubicBezTo>
                    <a:pt x="864" y="3384"/>
                    <a:pt x="1092" y="3430"/>
                    <a:pt x="1328" y="3430"/>
                  </a:cubicBezTo>
                  <a:cubicBezTo>
                    <a:pt x="1329" y="3430"/>
                    <a:pt x="1329" y="3430"/>
                    <a:pt x="1330" y="3430"/>
                  </a:cubicBezTo>
                  <a:cubicBezTo>
                    <a:pt x="2274" y="3430"/>
                    <a:pt x="3042" y="2661"/>
                    <a:pt x="3042" y="1716"/>
                  </a:cubicBezTo>
                  <a:cubicBezTo>
                    <a:pt x="3042" y="768"/>
                    <a:pt x="2274" y="1"/>
                    <a:pt x="1326" y="1"/>
                  </a:cubicBezTo>
                  <a:close/>
                </a:path>
              </a:pathLst>
            </a:cu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571" name="Google Shape;3571;p27"/>
            <p:cNvSpPr/>
            <p:nvPr/>
          </p:nvSpPr>
          <p:spPr>
            <a:xfrm>
              <a:off x="4237085" y="2970142"/>
              <a:ext cx="34178" cy="99772"/>
            </a:xfrm>
            <a:custGeom>
              <a:rect b="b" l="l" r="r" t="t"/>
              <a:pathLst>
                <a:path extrusionOk="0" h="3106" w="1064">
                  <a:moveTo>
                    <a:pt x="919" y="1"/>
                  </a:moveTo>
                  <a:cubicBezTo>
                    <a:pt x="371" y="286"/>
                    <a:pt x="1" y="858"/>
                    <a:pt x="1" y="1519"/>
                  </a:cubicBezTo>
                  <a:cubicBezTo>
                    <a:pt x="1" y="2236"/>
                    <a:pt x="441" y="2848"/>
                    <a:pt x="1063" y="3106"/>
                  </a:cubicBezTo>
                  <a:lnTo>
                    <a:pt x="1063" y="824"/>
                  </a:lnTo>
                  <a:cubicBezTo>
                    <a:pt x="1063" y="544"/>
                    <a:pt x="1014" y="264"/>
                    <a:pt x="919"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572" name="Google Shape;3572;p27"/>
            <p:cNvSpPr/>
            <p:nvPr/>
          </p:nvSpPr>
          <p:spPr>
            <a:xfrm>
              <a:off x="4274959" y="3027066"/>
              <a:ext cx="33953" cy="28075"/>
            </a:xfrm>
            <a:custGeom>
              <a:rect b="b" l="l" r="r" t="t"/>
              <a:pathLst>
                <a:path extrusionOk="0" h="874" w="1057">
                  <a:moveTo>
                    <a:pt x="529" y="1"/>
                  </a:moveTo>
                  <a:cubicBezTo>
                    <a:pt x="445" y="1"/>
                    <a:pt x="360" y="43"/>
                    <a:pt x="311" y="127"/>
                  </a:cubicBezTo>
                  <a:lnTo>
                    <a:pt x="141" y="270"/>
                  </a:lnTo>
                  <a:lnTo>
                    <a:pt x="97" y="496"/>
                  </a:lnTo>
                  <a:cubicBezTo>
                    <a:pt x="0" y="664"/>
                    <a:pt x="122" y="874"/>
                    <a:pt x="314" y="874"/>
                  </a:cubicBezTo>
                  <a:lnTo>
                    <a:pt x="741" y="874"/>
                  </a:lnTo>
                  <a:cubicBezTo>
                    <a:pt x="935" y="874"/>
                    <a:pt x="1057" y="664"/>
                    <a:pt x="958" y="496"/>
                  </a:cubicBezTo>
                  <a:lnTo>
                    <a:pt x="893" y="242"/>
                  </a:lnTo>
                  <a:lnTo>
                    <a:pt x="747" y="127"/>
                  </a:lnTo>
                  <a:cubicBezTo>
                    <a:pt x="699" y="43"/>
                    <a:pt x="614" y="1"/>
                    <a:pt x="529" y="1"/>
                  </a:cubicBezTo>
                  <a:close/>
                </a:path>
              </a:pathLst>
            </a:cu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573" name="Google Shape;3573;p27"/>
            <p:cNvSpPr/>
            <p:nvPr/>
          </p:nvSpPr>
          <p:spPr>
            <a:xfrm>
              <a:off x="4295743" y="3018971"/>
              <a:ext cx="34146" cy="28268"/>
            </a:xfrm>
            <a:custGeom>
              <a:rect b="b" l="l" r="r" t="t"/>
              <a:pathLst>
                <a:path extrusionOk="0" h="880" w="1063">
                  <a:moveTo>
                    <a:pt x="309" y="1"/>
                  </a:moveTo>
                  <a:cubicBezTo>
                    <a:pt x="120" y="1"/>
                    <a:pt x="0" y="205"/>
                    <a:pt x="94" y="370"/>
                  </a:cubicBezTo>
                  <a:lnTo>
                    <a:pt x="319" y="756"/>
                  </a:lnTo>
                  <a:cubicBezTo>
                    <a:pt x="366" y="838"/>
                    <a:pt x="449" y="879"/>
                    <a:pt x="532" y="879"/>
                  </a:cubicBezTo>
                  <a:cubicBezTo>
                    <a:pt x="614" y="879"/>
                    <a:pt x="697" y="838"/>
                    <a:pt x="744" y="756"/>
                  </a:cubicBezTo>
                  <a:lnTo>
                    <a:pt x="969" y="370"/>
                  </a:lnTo>
                  <a:cubicBezTo>
                    <a:pt x="1063" y="206"/>
                    <a:pt x="946" y="1"/>
                    <a:pt x="756" y="1"/>
                  </a:cubicBezTo>
                  <a:close/>
                </a:path>
              </a:pathLst>
            </a:cu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574" name="Google Shape;3574;p27"/>
            <p:cNvSpPr/>
            <p:nvPr/>
          </p:nvSpPr>
          <p:spPr>
            <a:xfrm>
              <a:off x="4295743" y="2990766"/>
              <a:ext cx="34146" cy="30067"/>
            </a:xfrm>
            <a:custGeom>
              <a:rect b="b" l="l" r="r" t="t"/>
              <a:pathLst>
                <a:path extrusionOk="0" h="936" w="1063">
                  <a:moveTo>
                    <a:pt x="532" y="0"/>
                  </a:moveTo>
                  <a:cubicBezTo>
                    <a:pt x="449" y="0"/>
                    <a:pt x="366" y="41"/>
                    <a:pt x="319" y="122"/>
                  </a:cubicBezTo>
                  <a:lnTo>
                    <a:pt x="94" y="510"/>
                  </a:lnTo>
                  <a:cubicBezTo>
                    <a:pt x="0" y="672"/>
                    <a:pt x="119" y="879"/>
                    <a:pt x="309" y="879"/>
                  </a:cubicBezTo>
                  <a:lnTo>
                    <a:pt x="533" y="935"/>
                  </a:lnTo>
                  <a:lnTo>
                    <a:pt x="756" y="879"/>
                  </a:lnTo>
                  <a:cubicBezTo>
                    <a:pt x="944" y="879"/>
                    <a:pt x="1063" y="675"/>
                    <a:pt x="969" y="510"/>
                  </a:cubicBezTo>
                  <a:lnTo>
                    <a:pt x="744" y="122"/>
                  </a:lnTo>
                  <a:cubicBezTo>
                    <a:pt x="697" y="41"/>
                    <a:pt x="614" y="0"/>
                    <a:pt x="532" y="0"/>
                  </a:cubicBezTo>
                  <a:close/>
                </a:path>
              </a:pathLst>
            </a:cu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575" name="Google Shape;3575;p27"/>
            <p:cNvSpPr/>
            <p:nvPr/>
          </p:nvSpPr>
          <p:spPr>
            <a:xfrm>
              <a:off x="4274895" y="2982799"/>
              <a:ext cx="34114" cy="28268"/>
            </a:xfrm>
            <a:custGeom>
              <a:rect b="b" l="l" r="r" t="t"/>
              <a:pathLst>
                <a:path extrusionOk="0" h="880" w="1062">
                  <a:moveTo>
                    <a:pt x="308" y="1"/>
                  </a:moveTo>
                  <a:cubicBezTo>
                    <a:pt x="119" y="1"/>
                    <a:pt x="1" y="206"/>
                    <a:pt x="95" y="370"/>
                  </a:cubicBezTo>
                  <a:lnTo>
                    <a:pt x="132" y="590"/>
                  </a:lnTo>
                  <a:lnTo>
                    <a:pt x="316" y="758"/>
                  </a:lnTo>
                  <a:cubicBezTo>
                    <a:pt x="363" y="839"/>
                    <a:pt x="446" y="879"/>
                    <a:pt x="529" y="879"/>
                  </a:cubicBezTo>
                  <a:cubicBezTo>
                    <a:pt x="612" y="879"/>
                    <a:pt x="695" y="839"/>
                    <a:pt x="742" y="758"/>
                  </a:cubicBezTo>
                  <a:lnTo>
                    <a:pt x="894" y="593"/>
                  </a:lnTo>
                  <a:lnTo>
                    <a:pt x="968" y="370"/>
                  </a:lnTo>
                  <a:cubicBezTo>
                    <a:pt x="1062" y="208"/>
                    <a:pt x="945" y="1"/>
                    <a:pt x="755" y="1"/>
                  </a:cubicBezTo>
                  <a:close/>
                </a:path>
              </a:pathLst>
            </a:cu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576" name="Google Shape;3576;p27"/>
            <p:cNvSpPr/>
            <p:nvPr/>
          </p:nvSpPr>
          <p:spPr>
            <a:xfrm>
              <a:off x="4255685" y="3016272"/>
              <a:ext cx="32540" cy="30966"/>
            </a:xfrm>
            <a:custGeom>
              <a:rect b="b" l="l" r="r" t="t"/>
              <a:pathLst>
                <a:path extrusionOk="0" h="964" w="1013">
                  <a:moveTo>
                    <a:pt x="500" y="1"/>
                  </a:moveTo>
                  <a:lnTo>
                    <a:pt x="260" y="134"/>
                  </a:lnTo>
                  <a:cubicBezTo>
                    <a:pt x="72" y="134"/>
                    <a:pt x="1" y="272"/>
                    <a:pt x="95" y="434"/>
                  </a:cubicBezTo>
                  <a:lnTo>
                    <a:pt x="256" y="713"/>
                  </a:lnTo>
                  <a:cubicBezTo>
                    <a:pt x="304" y="795"/>
                    <a:pt x="399" y="964"/>
                    <a:pt x="482" y="964"/>
                  </a:cubicBezTo>
                  <a:cubicBezTo>
                    <a:pt x="483" y="964"/>
                    <a:pt x="484" y="964"/>
                    <a:pt x="484" y="964"/>
                  </a:cubicBezTo>
                  <a:cubicBezTo>
                    <a:pt x="565" y="962"/>
                    <a:pt x="645" y="923"/>
                    <a:pt x="693" y="840"/>
                  </a:cubicBezTo>
                  <a:lnTo>
                    <a:pt x="919" y="454"/>
                  </a:lnTo>
                  <a:cubicBezTo>
                    <a:pt x="1013" y="289"/>
                    <a:pt x="893" y="85"/>
                    <a:pt x="704" y="85"/>
                  </a:cubicBezTo>
                  <a:lnTo>
                    <a:pt x="500" y="1"/>
                  </a:lnTo>
                  <a:close/>
                </a:path>
              </a:pathLst>
            </a:cu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577" name="Google Shape;3577;p27"/>
            <p:cNvSpPr/>
            <p:nvPr/>
          </p:nvSpPr>
          <p:spPr>
            <a:xfrm>
              <a:off x="4252954" y="3017172"/>
              <a:ext cx="18342" cy="30067"/>
            </a:xfrm>
            <a:custGeom>
              <a:rect b="b" l="l" r="r" t="t"/>
              <a:pathLst>
                <a:path extrusionOk="0" h="936" w="571">
                  <a:moveTo>
                    <a:pt x="569" y="0"/>
                  </a:moveTo>
                  <a:lnTo>
                    <a:pt x="222" y="57"/>
                  </a:lnTo>
                  <a:cubicBezTo>
                    <a:pt x="86" y="57"/>
                    <a:pt x="0" y="203"/>
                    <a:pt x="70" y="320"/>
                  </a:cubicBezTo>
                  <a:lnTo>
                    <a:pt x="354" y="812"/>
                  </a:lnTo>
                  <a:cubicBezTo>
                    <a:pt x="403" y="896"/>
                    <a:pt x="485" y="936"/>
                    <a:pt x="571" y="936"/>
                  </a:cubicBezTo>
                  <a:lnTo>
                    <a:pt x="571" y="0"/>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578" name="Google Shape;3578;p27"/>
            <p:cNvSpPr/>
            <p:nvPr/>
          </p:nvSpPr>
          <p:spPr>
            <a:xfrm>
              <a:off x="4255460" y="2990702"/>
              <a:ext cx="32733" cy="28300"/>
            </a:xfrm>
            <a:custGeom>
              <a:rect b="b" l="l" r="r" t="t"/>
              <a:pathLst>
                <a:path extrusionOk="0" h="881" w="1019">
                  <a:moveTo>
                    <a:pt x="484" y="1"/>
                  </a:moveTo>
                  <a:cubicBezTo>
                    <a:pt x="403" y="4"/>
                    <a:pt x="289" y="182"/>
                    <a:pt x="241" y="264"/>
                  </a:cubicBezTo>
                  <a:lnTo>
                    <a:pt x="95" y="497"/>
                  </a:lnTo>
                  <a:cubicBezTo>
                    <a:pt x="1" y="659"/>
                    <a:pt x="79" y="840"/>
                    <a:pt x="268" y="840"/>
                  </a:cubicBezTo>
                  <a:lnTo>
                    <a:pt x="490" y="881"/>
                  </a:lnTo>
                  <a:lnTo>
                    <a:pt x="710" y="881"/>
                  </a:lnTo>
                  <a:cubicBezTo>
                    <a:pt x="898" y="881"/>
                    <a:pt x="1018" y="675"/>
                    <a:pt x="924" y="512"/>
                  </a:cubicBezTo>
                  <a:lnTo>
                    <a:pt x="700" y="124"/>
                  </a:lnTo>
                  <a:cubicBezTo>
                    <a:pt x="652" y="41"/>
                    <a:pt x="567" y="1"/>
                    <a:pt x="484" y="1"/>
                  </a:cubicBezTo>
                  <a:close/>
                </a:path>
              </a:pathLst>
            </a:cu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579" name="Google Shape;3579;p27"/>
            <p:cNvSpPr/>
            <p:nvPr/>
          </p:nvSpPr>
          <p:spPr>
            <a:xfrm>
              <a:off x="4251701" y="2990702"/>
              <a:ext cx="19563" cy="28300"/>
            </a:xfrm>
            <a:custGeom>
              <a:rect b="b" l="l" r="r" t="t"/>
              <a:pathLst>
                <a:path extrusionOk="0" h="881" w="609">
                  <a:moveTo>
                    <a:pt x="601" y="1"/>
                  </a:moveTo>
                  <a:cubicBezTo>
                    <a:pt x="520" y="4"/>
                    <a:pt x="438" y="43"/>
                    <a:pt x="391" y="124"/>
                  </a:cubicBezTo>
                  <a:lnTo>
                    <a:pt x="37" y="737"/>
                  </a:lnTo>
                  <a:cubicBezTo>
                    <a:pt x="0" y="801"/>
                    <a:pt x="45" y="881"/>
                    <a:pt x="119" y="881"/>
                  </a:cubicBezTo>
                  <a:lnTo>
                    <a:pt x="608" y="881"/>
                  </a:lnTo>
                  <a:lnTo>
                    <a:pt x="608" y="182"/>
                  </a:lnTo>
                  <a:cubicBezTo>
                    <a:pt x="608" y="122"/>
                    <a:pt x="607" y="61"/>
                    <a:pt x="601"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580" name="Google Shape;3580;p27"/>
            <p:cNvSpPr/>
            <p:nvPr/>
          </p:nvSpPr>
          <p:spPr>
            <a:xfrm>
              <a:off x="4222725" y="3116499"/>
              <a:ext cx="140183" cy="15612"/>
            </a:xfrm>
            <a:custGeom>
              <a:rect b="b" l="l" r="r" t="t"/>
              <a:pathLst>
                <a:path extrusionOk="0" h="486" w="4364">
                  <a:moveTo>
                    <a:pt x="1510" y="0"/>
                  </a:moveTo>
                  <a:cubicBezTo>
                    <a:pt x="1510" y="0"/>
                    <a:pt x="6" y="202"/>
                    <a:pt x="6" y="252"/>
                  </a:cubicBezTo>
                  <a:lnTo>
                    <a:pt x="0" y="391"/>
                  </a:lnTo>
                  <a:cubicBezTo>
                    <a:pt x="0" y="445"/>
                    <a:pt x="44" y="485"/>
                    <a:pt x="95" y="485"/>
                  </a:cubicBezTo>
                  <a:lnTo>
                    <a:pt x="4252" y="485"/>
                  </a:lnTo>
                  <a:cubicBezTo>
                    <a:pt x="4303" y="485"/>
                    <a:pt x="4343" y="442"/>
                    <a:pt x="4346" y="394"/>
                  </a:cubicBezTo>
                  <a:lnTo>
                    <a:pt x="4364" y="225"/>
                  </a:lnTo>
                  <a:lnTo>
                    <a:pt x="4364" y="95"/>
                  </a:lnTo>
                  <a:cubicBezTo>
                    <a:pt x="4364" y="42"/>
                    <a:pt x="4320" y="0"/>
                    <a:pt x="4270" y="0"/>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581" name="Google Shape;3581;p27"/>
            <p:cNvSpPr/>
            <p:nvPr/>
          </p:nvSpPr>
          <p:spPr>
            <a:xfrm>
              <a:off x="4222115" y="3116467"/>
              <a:ext cx="140793" cy="16286"/>
            </a:xfrm>
            <a:custGeom>
              <a:rect b="b" l="l" r="r" t="t"/>
              <a:pathLst>
                <a:path extrusionOk="0" h="507" w="4383">
                  <a:moveTo>
                    <a:pt x="95" y="0"/>
                  </a:moveTo>
                  <a:cubicBezTo>
                    <a:pt x="44" y="0"/>
                    <a:pt x="1" y="42"/>
                    <a:pt x="1" y="94"/>
                  </a:cubicBezTo>
                  <a:lnTo>
                    <a:pt x="1" y="316"/>
                  </a:lnTo>
                  <a:cubicBezTo>
                    <a:pt x="1" y="366"/>
                    <a:pt x="41" y="410"/>
                    <a:pt x="95" y="410"/>
                  </a:cubicBezTo>
                  <a:lnTo>
                    <a:pt x="784" y="469"/>
                  </a:lnTo>
                  <a:lnTo>
                    <a:pt x="1529" y="507"/>
                  </a:lnTo>
                  <a:lnTo>
                    <a:pt x="4289" y="507"/>
                  </a:lnTo>
                  <a:cubicBezTo>
                    <a:pt x="4339" y="507"/>
                    <a:pt x="4383" y="465"/>
                    <a:pt x="4383" y="413"/>
                  </a:cubicBezTo>
                  <a:lnTo>
                    <a:pt x="4383" y="226"/>
                  </a:lnTo>
                  <a:lnTo>
                    <a:pt x="1529" y="226"/>
                  </a:lnTo>
                  <a:lnTo>
                    <a:pt x="1529" y="224"/>
                  </a:lnTo>
                  <a:lnTo>
                    <a:pt x="1529" y="0"/>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582" name="Google Shape;3582;p27"/>
            <p:cNvSpPr/>
            <p:nvPr/>
          </p:nvSpPr>
          <p:spPr>
            <a:xfrm>
              <a:off x="4247268" y="3123663"/>
              <a:ext cx="23996" cy="9059"/>
            </a:xfrm>
            <a:custGeom>
              <a:rect b="b" l="l" r="r" t="t"/>
              <a:pathLst>
                <a:path extrusionOk="0" h="282" w="747">
                  <a:moveTo>
                    <a:pt x="1" y="0"/>
                  </a:moveTo>
                  <a:lnTo>
                    <a:pt x="1" y="281"/>
                  </a:lnTo>
                  <a:lnTo>
                    <a:pt x="746" y="281"/>
                  </a:lnTo>
                  <a:lnTo>
                    <a:pt x="746" y="0"/>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583" name="Google Shape;3583;p27"/>
            <p:cNvSpPr/>
            <p:nvPr/>
          </p:nvSpPr>
          <p:spPr>
            <a:xfrm>
              <a:off x="4222436" y="2905059"/>
              <a:ext cx="140183" cy="15098"/>
            </a:xfrm>
            <a:custGeom>
              <a:rect b="b" l="l" r="r" t="t"/>
              <a:pathLst>
                <a:path extrusionOk="0" h="470" w="4364">
                  <a:moveTo>
                    <a:pt x="586" y="0"/>
                  </a:moveTo>
                  <a:lnTo>
                    <a:pt x="95" y="38"/>
                  </a:lnTo>
                  <a:cubicBezTo>
                    <a:pt x="43" y="38"/>
                    <a:pt x="1" y="81"/>
                    <a:pt x="1" y="132"/>
                  </a:cubicBezTo>
                  <a:lnTo>
                    <a:pt x="20" y="375"/>
                  </a:lnTo>
                  <a:cubicBezTo>
                    <a:pt x="20" y="427"/>
                    <a:pt x="63" y="469"/>
                    <a:pt x="114" y="469"/>
                  </a:cubicBezTo>
                  <a:lnTo>
                    <a:pt x="4232" y="469"/>
                  </a:lnTo>
                  <a:cubicBezTo>
                    <a:pt x="4284" y="469"/>
                    <a:pt x="4326" y="427"/>
                    <a:pt x="4326" y="372"/>
                  </a:cubicBezTo>
                  <a:lnTo>
                    <a:pt x="4364" y="224"/>
                  </a:lnTo>
                  <a:lnTo>
                    <a:pt x="4364" y="94"/>
                  </a:lnTo>
                  <a:cubicBezTo>
                    <a:pt x="4364" y="42"/>
                    <a:pt x="4321" y="0"/>
                    <a:pt x="4270" y="0"/>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584" name="Google Shape;3584;p27"/>
            <p:cNvSpPr/>
            <p:nvPr/>
          </p:nvSpPr>
          <p:spPr>
            <a:xfrm>
              <a:off x="4221794" y="2905091"/>
              <a:ext cx="140825" cy="16254"/>
            </a:xfrm>
            <a:custGeom>
              <a:rect b="b" l="l" r="r" t="t"/>
              <a:pathLst>
                <a:path extrusionOk="0" h="506" w="4384">
                  <a:moveTo>
                    <a:pt x="95" y="1"/>
                  </a:moveTo>
                  <a:cubicBezTo>
                    <a:pt x="44" y="1"/>
                    <a:pt x="1" y="43"/>
                    <a:pt x="1" y="95"/>
                  </a:cubicBezTo>
                  <a:lnTo>
                    <a:pt x="1" y="412"/>
                  </a:lnTo>
                  <a:cubicBezTo>
                    <a:pt x="1" y="462"/>
                    <a:pt x="42" y="506"/>
                    <a:pt x="95" y="506"/>
                  </a:cubicBezTo>
                  <a:lnTo>
                    <a:pt x="4290" y="506"/>
                  </a:lnTo>
                  <a:cubicBezTo>
                    <a:pt x="4341" y="506"/>
                    <a:pt x="4384" y="464"/>
                    <a:pt x="4384" y="412"/>
                  </a:cubicBezTo>
                  <a:lnTo>
                    <a:pt x="4384" y="225"/>
                  </a:lnTo>
                  <a:lnTo>
                    <a:pt x="721" y="225"/>
                  </a:lnTo>
                  <a:cubicBezTo>
                    <a:pt x="674" y="225"/>
                    <a:pt x="635" y="190"/>
                    <a:pt x="627" y="145"/>
                  </a:cubicBezTo>
                  <a:lnTo>
                    <a:pt x="606" y="1"/>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585" name="Google Shape;3585;p27"/>
            <p:cNvSpPr/>
            <p:nvPr/>
          </p:nvSpPr>
          <p:spPr>
            <a:xfrm>
              <a:off x="4237053" y="2974607"/>
              <a:ext cx="96978" cy="99355"/>
            </a:xfrm>
            <a:custGeom>
              <a:rect b="b" l="l" r="r" t="t"/>
              <a:pathLst>
                <a:path extrusionOk="0" h="3093" w="3019">
                  <a:moveTo>
                    <a:pt x="694" y="1"/>
                  </a:moveTo>
                  <a:lnTo>
                    <a:pt x="694" y="1"/>
                  </a:lnTo>
                  <a:cubicBezTo>
                    <a:pt x="274" y="313"/>
                    <a:pt x="0" y="813"/>
                    <a:pt x="0" y="1377"/>
                  </a:cubicBezTo>
                  <a:cubicBezTo>
                    <a:pt x="0" y="2324"/>
                    <a:pt x="768" y="3093"/>
                    <a:pt x="1716" y="3093"/>
                  </a:cubicBezTo>
                  <a:cubicBezTo>
                    <a:pt x="2237" y="3093"/>
                    <a:pt x="2703" y="2861"/>
                    <a:pt x="3019" y="2495"/>
                  </a:cubicBezTo>
                  <a:lnTo>
                    <a:pt x="3019" y="2495"/>
                  </a:lnTo>
                  <a:cubicBezTo>
                    <a:pt x="2732" y="2706"/>
                    <a:pt x="2380" y="2832"/>
                    <a:pt x="1997" y="2832"/>
                  </a:cubicBezTo>
                  <a:cubicBezTo>
                    <a:pt x="1050" y="2832"/>
                    <a:pt x="281" y="2065"/>
                    <a:pt x="281" y="1117"/>
                  </a:cubicBezTo>
                  <a:cubicBezTo>
                    <a:pt x="281" y="693"/>
                    <a:pt x="436" y="302"/>
                    <a:pt x="694"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586" name="Google Shape;3586;p27"/>
            <p:cNvSpPr/>
            <p:nvPr/>
          </p:nvSpPr>
          <p:spPr>
            <a:xfrm>
              <a:off x="4236410" y="2974768"/>
              <a:ext cx="34853" cy="95115"/>
            </a:xfrm>
            <a:custGeom>
              <a:rect b="b" l="l" r="r" t="t"/>
              <a:pathLst>
                <a:path extrusionOk="0" h="2961" w="1085">
                  <a:moveTo>
                    <a:pt x="711" y="0"/>
                  </a:moveTo>
                  <a:lnTo>
                    <a:pt x="711" y="0"/>
                  </a:lnTo>
                  <a:cubicBezTo>
                    <a:pt x="355" y="265"/>
                    <a:pt x="106" y="667"/>
                    <a:pt x="38" y="1129"/>
                  </a:cubicBezTo>
                  <a:cubicBezTo>
                    <a:pt x="0" y="1394"/>
                    <a:pt x="26" y="1669"/>
                    <a:pt x="110" y="1925"/>
                  </a:cubicBezTo>
                  <a:cubicBezTo>
                    <a:pt x="272" y="2393"/>
                    <a:pt x="628" y="2772"/>
                    <a:pt x="1084" y="2961"/>
                  </a:cubicBezTo>
                  <a:lnTo>
                    <a:pt x="1084" y="2552"/>
                  </a:lnTo>
                  <a:cubicBezTo>
                    <a:pt x="612" y="2247"/>
                    <a:pt x="301" y="1717"/>
                    <a:pt x="301" y="1112"/>
                  </a:cubicBezTo>
                  <a:cubicBezTo>
                    <a:pt x="301" y="688"/>
                    <a:pt x="456" y="298"/>
                    <a:pt x="711"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587" name="Google Shape;3587;p27"/>
            <p:cNvSpPr/>
            <p:nvPr/>
          </p:nvSpPr>
          <p:spPr>
            <a:xfrm>
              <a:off x="4151346" y="2853050"/>
              <a:ext cx="110791" cy="275804"/>
            </a:xfrm>
            <a:custGeom>
              <a:rect b="b" l="l" r="r" t="t"/>
              <a:pathLst>
                <a:path extrusionOk="0" h="8586" w="3449">
                  <a:moveTo>
                    <a:pt x="788" y="1"/>
                  </a:moveTo>
                  <a:lnTo>
                    <a:pt x="794" y="428"/>
                  </a:lnTo>
                  <a:cubicBezTo>
                    <a:pt x="794" y="512"/>
                    <a:pt x="830" y="619"/>
                    <a:pt x="912" y="619"/>
                  </a:cubicBezTo>
                  <a:lnTo>
                    <a:pt x="963" y="694"/>
                  </a:lnTo>
                  <a:lnTo>
                    <a:pt x="963" y="1309"/>
                  </a:lnTo>
                  <a:cubicBezTo>
                    <a:pt x="963" y="1603"/>
                    <a:pt x="904" y="1893"/>
                    <a:pt x="788" y="2161"/>
                  </a:cubicBezTo>
                  <a:lnTo>
                    <a:pt x="235" y="3514"/>
                  </a:lnTo>
                  <a:cubicBezTo>
                    <a:pt x="105" y="3815"/>
                    <a:pt x="37" y="4141"/>
                    <a:pt x="37" y="4469"/>
                  </a:cubicBezTo>
                  <a:lnTo>
                    <a:pt x="0" y="8119"/>
                  </a:lnTo>
                  <a:cubicBezTo>
                    <a:pt x="0" y="8375"/>
                    <a:pt x="209" y="8585"/>
                    <a:pt x="468" y="8585"/>
                  </a:cubicBezTo>
                  <a:lnTo>
                    <a:pt x="2914" y="8575"/>
                  </a:lnTo>
                  <a:cubicBezTo>
                    <a:pt x="2945" y="8575"/>
                    <a:pt x="2977" y="8575"/>
                    <a:pt x="3010" y="8575"/>
                  </a:cubicBezTo>
                  <a:cubicBezTo>
                    <a:pt x="3177" y="8575"/>
                    <a:pt x="3351" y="8564"/>
                    <a:pt x="3410" y="8426"/>
                  </a:cubicBezTo>
                  <a:cubicBezTo>
                    <a:pt x="3436" y="8368"/>
                    <a:pt x="3449" y="8307"/>
                    <a:pt x="3449" y="8241"/>
                  </a:cubicBezTo>
                  <a:lnTo>
                    <a:pt x="3449" y="6786"/>
                  </a:lnTo>
                  <a:lnTo>
                    <a:pt x="3392" y="6693"/>
                  </a:lnTo>
                  <a:lnTo>
                    <a:pt x="3388" y="5017"/>
                  </a:lnTo>
                  <a:lnTo>
                    <a:pt x="3449" y="4904"/>
                  </a:lnTo>
                  <a:lnTo>
                    <a:pt x="3449" y="4469"/>
                  </a:lnTo>
                  <a:cubicBezTo>
                    <a:pt x="3449" y="4139"/>
                    <a:pt x="3381" y="3815"/>
                    <a:pt x="3250" y="3513"/>
                  </a:cubicBezTo>
                  <a:lnTo>
                    <a:pt x="2663" y="2142"/>
                  </a:lnTo>
                  <a:cubicBezTo>
                    <a:pt x="2553" y="1872"/>
                    <a:pt x="2493" y="1583"/>
                    <a:pt x="2493" y="1289"/>
                  </a:cubicBezTo>
                  <a:lnTo>
                    <a:pt x="2493" y="671"/>
                  </a:lnTo>
                  <a:cubicBezTo>
                    <a:pt x="2493" y="659"/>
                    <a:pt x="2502" y="652"/>
                    <a:pt x="2511" y="652"/>
                  </a:cubicBezTo>
                  <a:cubicBezTo>
                    <a:pt x="2583" y="652"/>
                    <a:pt x="2641" y="575"/>
                    <a:pt x="2641" y="504"/>
                  </a:cubicBezTo>
                  <a:lnTo>
                    <a:pt x="2641" y="1"/>
                  </a:ln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588" name="Google Shape;3588;p27"/>
            <p:cNvSpPr/>
            <p:nvPr/>
          </p:nvSpPr>
          <p:spPr>
            <a:xfrm>
              <a:off x="4147292" y="2850756"/>
              <a:ext cx="112429" cy="279530"/>
            </a:xfrm>
            <a:custGeom>
              <a:rect b="b" l="l" r="r" t="t"/>
              <a:pathLst>
                <a:path extrusionOk="0" h="8702" w="3500">
                  <a:moveTo>
                    <a:pt x="813" y="0"/>
                  </a:moveTo>
                  <a:lnTo>
                    <a:pt x="813" y="504"/>
                  </a:lnTo>
                  <a:cubicBezTo>
                    <a:pt x="813" y="579"/>
                    <a:pt x="871" y="643"/>
                    <a:pt x="944" y="652"/>
                  </a:cubicBezTo>
                  <a:cubicBezTo>
                    <a:pt x="955" y="653"/>
                    <a:pt x="962" y="660"/>
                    <a:pt x="962" y="670"/>
                  </a:cubicBezTo>
                  <a:lnTo>
                    <a:pt x="962" y="1290"/>
                  </a:lnTo>
                  <a:cubicBezTo>
                    <a:pt x="962" y="1584"/>
                    <a:pt x="901" y="1873"/>
                    <a:pt x="785" y="2141"/>
                  </a:cubicBezTo>
                  <a:lnTo>
                    <a:pt x="197" y="3512"/>
                  </a:lnTo>
                  <a:cubicBezTo>
                    <a:pt x="67" y="3815"/>
                    <a:pt x="1" y="4140"/>
                    <a:pt x="1" y="4468"/>
                  </a:cubicBezTo>
                  <a:lnTo>
                    <a:pt x="1" y="4902"/>
                  </a:lnTo>
                  <a:lnTo>
                    <a:pt x="58" y="4951"/>
                  </a:lnTo>
                  <a:lnTo>
                    <a:pt x="57" y="6752"/>
                  </a:lnTo>
                  <a:lnTo>
                    <a:pt x="1" y="6787"/>
                  </a:lnTo>
                  <a:lnTo>
                    <a:pt x="1" y="8240"/>
                  </a:lnTo>
                  <a:cubicBezTo>
                    <a:pt x="1" y="8308"/>
                    <a:pt x="15" y="8369"/>
                    <a:pt x="40" y="8427"/>
                  </a:cubicBezTo>
                  <a:cubicBezTo>
                    <a:pt x="40" y="8430"/>
                    <a:pt x="43" y="8431"/>
                    <a:pt x="43" y="8433"/>
                  </a:cubicBezTo>
                  <a:cubicBezTo>
                    <a:pt x="45" y="8440"/>
                    <a:pt x="47" y="8446"/>
                    <a:pt x="51" y="8451"/>
                  </a:cubicBezTo>
                  <a:lnTo>
                    <a:pt x="57" y="8462"/>
                  </a:lnTo>
                  <a:cubicBezTo>
                    <a:pt x="60" y="8467"/>
                    <a:pt x="64" y="8475"/>
                    <a:pt x="67" y="8480"/>
                  </a:cubicBezTo>
                  <a:cubicBezTo>
                    <a:pt x="69" y="8483"/>
                    <a:pt x="73" y="8488"/>
                    <a:pt x="74" y="8491"/>
                  </a:cubicBezTo>
                  <a:lnTo>
                    <a:pt x="86" y="8506"/>
                  </a:lnTo>
                  <a:cubicBezTo>
                    <a:pt x="89" y="8511"/>
                    <a:pt x="90" y="8514"/>
                    <a:pt x="95" y="8518"/>
                  </a:cubicBezTo>
                  <a:cubicBezTo>
                    <a:pt x="98" y="8524"/>
                    <a:pt x="102" y="8527"/>
                    <a:pt x="105" y="8533"/>
                  </a:cubicBezTo>
                  <a:cubicBezTo>
                    <a:pt x="109" y="8535"/>
                    <a:pt x="112" y="8540"/>
                    <a:pt x="115" y="8543"/>
                  </a:cubicBezTo>
                  <a:cubicBezTo>
                    <a:pt x="118" y="8547"/>
                    <a:pt x="122" y="8553"/>
                    <a:pt x="125" y="8556"/>
                  </a:cubicBezTo>
                  <a:lnTo>
                    <a:pt x="137" y="8567"/>
                  </a:lnTo>
                  <a:cubicBezTo>
                    <a:pt x="140" y="8570"/>
                    <a:pt x="144" y="8575"/>
                    <a:pt x="148" y="8577"/>
                  </a:cubicBezTo>
                  <a:cubicBezTo>
                    <a:pt x="153" y="8582"/>
                    <a:pt x="158" y="8585"/>
                    <a:pt x="161" y="8589"/>
                  </a:cubicBezTo>
                  <a:cubicBezTo>
                    <a:pt x="166" y="8592"/>
                    <a:pt x="168" y="8596"/>
                    <a:pt x="173" y="8598"/>
                  </a:cubicBezTo>
                  <a:cubicBezTo>
                    <a:pt x="177" y="8601"/>
                    <a:pt x="182" y="8605"/>
                    <a:pt x="187" y="8608"/>
                  </a:cubicBezTo>
                  <a:cubicBezTo>
                    <a:pt x="190" y="8612"/>
                    <a:pt x="195" y="8614"/>
                    <a:pt x="197" y="8618"/>
                  </a:cubicBezTo>
                  <a:lnTo>
                    <a:pt x="213" y="8628"/>
                  </a:lnTo>
                  <a:cubicBezTo>
                    <a:pt x="218" y="8630"/>
                    <a:pt x="221" y="8634"/>
                    <a:pt x="225" y="8635"/>
                  </a:cubicBezTo>
                  <a:cubicBezTo>
                    <a:pt x="231" y="8640"/>
                    <a:pt x="235" y="8643"/>
                    <a:pt x="242" y="8647"/>
                  </a:cubicBezTo>
                  <a:lnTo>
                    <a:pt x="254" y="8651"/>
                  </a:lnTo>
                  <a:cubicBezTo>
                    <a:pt x="260" y="8656"/>
                    <a:pt x="267" y="8657"/>
                    <a:pt x="271" y="8661"/>
                  </a:cubicBezTo>
                  <a:cubicBezTo>
                    <a:pt x="274" y="8661"/>
                    <a:pt x="276" y="8663"/>
                    <a:pt x="277" y="8663"/>
                  </a:cubicBezTo>
                  <a:cubicBezTo>
                    <a:pt x="335" y="8687"/>
                    <a:pt x="397" y="8702"/>
                    <a:pt x="464" y="8702"/>
                  </a:cubicBezTo>
                  <a:lnTo>
                    <a:pt x="3072" y="8702"/>
                  </a:lnTo>
                  <a:cubicBezTo>
                    <a:pt x="3265" y="8702"/>
                    <a:pt x="3427" y="8586"/>
                    <a:pt x="3500" y="8423"/>
                  </a:cubicBezTo>
                  <a:lnTo>
                    <a:pt x="464" y="8423"/>
                  </a:lnTo>
                  <a:cubicBezTo>
                    <a:pt x="462" y="8423"/>
                    <a:pt x="460" y="8423"/>
                    <a:pt x="459" y="8423"/>
                  </a:cubicBezTo>
                  <a:cubicBezTo>
                    <a:pt x="361" y="8423"/>
                    <a:pt x="281" y="8341"/>
                    <a:pt x="281" y="8239"/>
                  </a:cubicBezTo>
                  <a:lnTo>
                    <a:pt x="281" y="4372"/>
                  </a:lnTo>
                  <a:cubicBezTo>
                    <a:pt x="281" y="4106"/>
                    <a:pt x="335" y="3844"/>
                    <a:pt x="441" y="3599"/>
                  </a:cubicBezTo>
                  <a:lnTo>
                    <a:pt x="1104" y="2053"/>
                  </a:lnTo>
                  <a:cubicBezTo>
                    <a:pt x="1195" y="1843"/>
                    <a:pt x="1241" y="1614"/>
                    <a:pt x="1241" y="1384"/>
                  </a:cubicBezTo>
                  <a:lnTo>
                    <a:pt x="1241" y="652"/>
                  </a:lnTo>
                  <a:cubicBezTo>
                    <a:pt x="1241" y="621"/>
                    <a:pt x="1218" y="595"/>
                    <a:pt x="1188" y="595"/>
                  </a:cubicBezTo>
                  <a:cubicBezTo>
                    <a:pt x="1186" y="595"/>
                    <a:pt x="1184" y="595"/>
                    <a:pt x="1183" y="595"/>
                  </a:cubicBezTo>
                  <a:cubicBezTo>
                    <a:pt x="1133" y="595"/>
                    <a:pt x="1094" y="553"/>
                    <a:pt x="1094" y="504"/>
                  </a:cubicBezTo>
                  <a:lnTo>
                    <a:pt x="1094" y="0"/>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589" name="Google Shape;3589;p27"/>
            <p:cNvSpPr/>
            <p:nvPr/>
          </p:nvSpPr>
          <p:spPr>
            <a:xfrm>
              <a:off x="4168789" y="2945696"/>
              <a:ext cx="75584" cy="166652"/>
            </a:xfrm>
            <a:custGeom>
              <a:rect b="b" l="l" r="r" t="t"/>
              <a:pathLst>
                <a:path extrusionOk="0" h="5188" w="2353">
                  <a:moveTo>
                    <a:pt x="673" y="0"/>
                  </a:moveTo>
                  <a:lnTo>
                    <a:pt x="495" y="38"/>
                  </a:lnTo>
                  <a:cubicBezTo>
                    <a:pt x="455" y="38"/>
                    <a:pt x="420" y="61"/>
                    <a:pt x="406" y="96"/>
                  </a:cubicBezTo>
                  <a:lnTo>
                    <a:pt x="130" y="849"/>
                  </a:lnTo>
                  <a:cubicBezTo>
                    <a:pt x="44" y="1067"/>
                    <a:pt x="0" y="1299"/>
                    <a:pt x="0" y="1535"/>
                  </a:cubicBezTo>
                  <a:lnTo>
                    <a:pt x="3" y="5076"/>
                  </a:lnTo>
                  <a:cubicBezTo>
                    <a:pt x="3" y="5126"/>
                    <a:pt x="44" y="5170"/>
                    <a:pt x="97" y="5170"/>
                  </a:cubicBezTo>
                  <a:lnTo>
                    <a:pt x="2221" y="5187"/>
                  </a:lnTo>
                  <a:cubicBezTo>
                    <a:pt x="2272" y="5187"/>
                    <a:pt x="2315" y="5147"/>
                    <a:pt x="2315" y="5093"/>
                  </a:cubicBezTo>
                  <a:lnTo>
                    <a:pt x="2353" y="4982"/>
                  </a:lnTo>
                  <a:lnTo>
                    <a:pt x="2353" y="1538"/>
                  </a:lnTo>
                  <a:cubicBezTo>
                    <a:pt x="2353" y="1300"/>
                    <a:pt x="2308" y="1066"/>
                    <a:pt x="2219" y="844"/>
                  </a:cubicBezTo>
                  <a:lnTo>
                    <a:pt x="1904" y="58"/>
                  </a:lnTo>
                  <a:cubicBezTo>
                    <a:pt x="1889" y="22"/>
                    <a:pt x="1856" y="0"/>
                    <a:pt x="1817" y="0"/>
                  </a:cubicBezTo>
                  <a:close/>
                </a:path>
              </a:pathLst>
            </a:cu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590" name="Google Shape;3590;p27"/>
            <p:cNvSpPr/>
            <p:nvPr/>
          </p:nvSpPr>
          <p:spPr>
            <a:xfrm>
              <a:off x="4166348" y="2945696"/>
              <a:ext cx="77897" cy="169157"/>
            </a:xfrm>
            <a:custGeom>
              <a:rect b="b" l="l" r="r" t="t"/>
              <a:pathLst>
                <a:path extrusionOk="0" h="5266" w="2425">
                  <a:moveTo>
                    <a:pt x="531" y="0"/>
                  </a:moveTo>
                  <a:cubicBezTo>
                    <a:pt x="493" y="0"/>
                    <a:pt x="458" y="23"/>
                    <a:pt x="444" y="60"/>
                  </a:cubicBezTo>
                  <a:lnTo>
                    <a:pt x="131" y="850"/>
                  </a:lnTo>
                  <a:cubicBezTo>
                    <a:pt x="44" y="1069"/>
                    <a:pt x="1" y="1300"/>
                    <a:pt x="1" y="1536"/>
                  </a:cubicBezTo>
                  <a:lnTo>
                    <a:pt x="1" y="4983"/>
                  </a:lnTo>
                  <a:lnTo>
                    <a:pt x="1" y="5170"/>
                  </a:lnTo>
                  <a:cubicBezTo>
                    <a:pt x="1" y="5221"/>
                    <a:pt x="43" y="5264"/>
                    <a:pt x="95" y="5264"/>
                  </a:cubicBezTo>
                  <a:lnTo>
                    <a:pt x="962" y="5264"/>
                  </a:lnTo>
                  <a:lnTo>
                    <a:pt x="994" y="5226"/>
                  </a:lnTo>
                  <a:lnTo>
                    <a:pt x="1919" y="5228"/>
                  </a:lnTo>
                  <a:lnTo>
                    <a:pt x="1965" y="5265"/>
                  </a:lnTo>
                  <a:lnTo>
                    <a:pt x="2330" y="5265"/>
                  </a:lnTo>
                  <a:cubicBezTo>
                    <a:pt x="2381" y="5265"/>
                    <a:pt x="2424" y="5223"/>
                    <a:pt x="2424" y="5171"/>
                  </a:cubicBezTo>
                  <a:lnTo>
                    <a:pt x="2424" y="4985"/>
                  </a:lnTo>
                  <a:lnTo>
                    <a:pt x="340" y="4985"/>
                  </a:lnTo>
                  <a:cubicBezTo>
                    <a:pt x="308" y="4982"/>
                    <a:pt x="283" y="4956"/>
                    <a:pt x="283" y="4925"/>
                  </a:cubicBezTo>
                  <a:lnTo>
                    <a:pt x="283" y="1535"/>
                  </a:lnTo>
                  <a:cubicBezTo>
                    <a:pt x="283" y="1299"/>
                    <a:pt x="327" y="1067"/>
                    <a:pt x="413" y="849"/>
                  </a:cubicBezTo>
                  <a:lnTo>
                    <a:pt x="748" y="0"/>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591" name="Google Shape;3591;p27"/>
            <p:cNvSpPr/>
            <p:nvPr/>
          </p:nvSpPr>
          <p:spPr>
            <a:xfrm>
              <a:off x="4168693" y="2835061"/>
              <a:ext cx="73914" cy="22807"/>
            </a:xfrm>
            <a:custGeom>
              <a:rect b="b" l="l" r="r" t="t"/>
              <a:pathLst>
                <a:path extrusionOk="0" h="710" w="2301">
                  <a:moveTo>
                    <a:pt x="361" y="0"/>
                  </a:moveTo>
                  <a:lnTo>
                    <a:pt x="259" y="24"/>
                  </a:lnTo>
                  <a:cubicBezTo>
                    <a:pt x="170" y="24"/>
                    <a:pt x="94" y="87"/>
                    <a:pt x="76" y="174"/>
                  </a:cubicBezTo>
                  <a:lnTo>
                    <a:pt x="23" y="487"/>
                  </a:lnTo>
                  <a:cubicBezTo>
                    <a:pt x="0" y="603"/>
                    <a:pt x="89" y="710"/>
                    <a:pt x="206" y="710"/>
                  </a:cubicBezTo>
                  <a:lnTo>
                    <a:pt x="2088" y="710"/>
                  </a:lnTo>
                  <a:cubicBezTo>
                    <a:pt x="2206" y="710"/>
                    <a:pt x="2295" y="603"/>
                    <a:pt x="2273" y="487"/>
                  </a:cubicBezTo>
                  <a:lnTo>
                    <a:pt x="2301" y="429"/>
                  </a:lnTo>
                  <a:lnTo>
                    <a:pt x="2244" y="150"/>
                  </a:lnTo>
                  <a:cubicBezTo>
                    <a:pt x="2225" y="63"/>
                    <a:pt x="2150" y="0"/>
                    <a:pt x="2062" y="0"/>
                  </a:cubicBezTo>
                  <a:close/>
                </a:path>
              </a:pathLst>
            </a:cu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592" name="Google Shape;3592;p27"/>
            <p:cNvSpPr/>
            <p:nvPr/>
          </p:nvSpPr>
          <p:spPr>
            <a:xfrm>
              <a:off x="4166829" y="2835061"/>
              <a:ext cx="77094" cy="23963"/>
            </a:xfrm>
            <a:custGeom>
              <a:rect b="b" l="l" r="r" t="t"/>
              <a:pathLst>
                <a:path extrusionOk="0" h="746" w="2400">
                  <a:moveTo>
                    <a:pt x="280" y="0"/>
                  </a:moveTo>
                  <a:cubicBezTo>
                    <a:pt x="191" y="0"/>
                    <a:pt x="116" y="64"/>
                    <a:pt x="97" y="151"/>
                  </a:cubicBezTo>
                  <a:lnTo>
                    <a:pt x="24" y="523"/>
                  </a:lnTo>
                  <a:cubicBezTo>
                    <a:pt x="0" y="639"/>
                    <a:pt x="89" y="746"/>
                    <a:pt x="206" y="746"/>
                  </a:cubicBezTo>
                  <a:lnTo>
                    <a:pt x="2194" y="746"/>
                  </a:lnTo>
                  <a:cubicBezTo>
                    <a:pt x="2311" y="746"/>
                    <a:pt x="2399" y="639"/>
                    <a:pt x="2376" y="523"/>
                  </a:cubicBezTo>
                  <a:lnTo>
                    <a:pt x="2359" y="429"/>
                  </a:lnTo>
                  <a:lnTo>
                    <a:pt x="446" y="429"/>
                  </a:lnTo>
                  <a:cubicBezTo>
                    <a:pt x="390" y="429"/>
                    <a:pt x="343" y="375"/>
                    <a:pt x="355" y="317"/>
                  </a:cubicBezTo>
                  <a:lnTo>
                    <a:pt x="417" y="0"/>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593" name="Google Shape;3593;p27"/>
            <p:cNvSpPr/>
            <p:nvPr/>
          </p:nvSpPr>
          <p:spPr>
            <a:xfrm>
              <a:off x="4195838" y="2993721"/>
              <a:ext cx="32958" cy="17699"/>
            </a:xfrm>
            <a:custGeom>
              <a:rect b="b" l="l" r="r" t="t"/>
              <a:pathLst>
                <a:path extrusionOk="0" h="551" w="1026">
                  <a:moveTo>
                    <a:pt x="512" y="1"/>
                  </a:moveTo>
                  <a:cubicBezTo>
                    <a:pt x="229" y="1"/>
                    <a:pt x="1" y="231"/>
                    <a:pt x="1" y="513"/>
                  </a:cubicBezTo>
                  <a:lnTo>
                    <a:pt x="1" y="546"/>
                  </a:lnTo>
                  <a:lnTo>
                    <a:pt x="1026" y="551"/>
                  </a:lnTo>
                  <a:lnTo>
                    <a:pt x="1026" y="513"/>
                  </a:lnTo>
                  <a:lnTo>
                    <a:pt x="1024" y="513"/>
                  </a:lnTo>
                  <a:cubicBezTo>
                    <a:pt x="1024" y="231"/>
                    <a:pt x="794" y="1"/>
                    <a:pt x="512" y="1"/>
                  </a:cubicBezTo>
                  <a:close/>
                </a:path>
              </a:pathLst>
            </a:cu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594" name="Google Shape;3594;p27"/>
            <p:cNvSpPr/>
            <p:nvPr/>
          </p:nvSpPr>
          <p:spPr>
            <a:xfrm>
              <a:off x="4190730" y="2962561"/>
              <a:ext cx="16768" cy="16768"/>
            </a:xfrm>
            <a:custGeom>
              <a:rect b="b" l="l" r="r" t="t"/>
              <a:pathLst>
                <a:path extrusionOk="0" h="522" w="522">
                  <a:moveTo>
                    <a:pt x="261" y="1"/>
                  </a:moveTo>
                  <a:cubicBezTo>
                    <a:pt x="116" y="1"/>
                    <a:pt x="0" y="118"/>
                    <a:pt x="0" y="261"/>
                  </a:cubicBezTo>
                  <a:cubicBezTo>
                    <a:pt x="0" y="406"/>
                    <a:pt x="116" y="522"/>
                    <a:pt x="261" y="522"/>
                  </a:cubicBezTo>
                  <a:cubicBezTo>
                    <a:pt x="404" y="522"/>
                    <a:pt x="522" y="406"/>
                    <a:pt x="522" y="261"/>
                  </a:cubicBezTo>
                  <a:cubicBezTo>
                    <a:pt x="522" y="118"/>
                    <a:pt x="404" y="1"/>
                    <a:pt x="261" y="1"/>
                  </a:cubicBezTo>
                  <a:close/>
                </a:path>
              </a:pathLst>
            </a:cu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595" name="Google Shape;3595;p27"/>
            <p:cNvSpPr/>
            <p:nvPr/>
          </p:nvSpPr>
          <p:spPr>
            <a:xfrm>
              <a:off x="4183534" y="3071011"/>
              <a:ext cx="16768" cy="16736"/>
            </a:xfrm>
            <a:custGeom>
              <a:rect b="b" l="l" r="r" t="t"/>
              <a:pathLst>
                <a:path extrusionOk="0" h="521" w="522">
                  <a:moveTo>
                    <a:pt x="261" y="1"/>
                  </a:moveTo>
                  <a:cubicBezTo>
                    <a:pt x="116" y="1"/>
                    <a:pt x="0" y="117"/>
                    <a:pt x="0" y="261"/>
                  </a:cubicBezTo>
                  <a:cubicBezTo>
                    <a:pt x="0" y="405"/>
                    <a:pt x="116" y="520"/>
                    <a:pt x="261" y="520"/>
                  </a:cubicBezTo>
                  <a:cubicBezTo>
                    <a:pt x="404" y="520"/>
                    <a:pt x="521" y="405"/>
                    <a:pt x="521" y="261"/>
                  </a:cubicBezTo>
                  <a:cubicBezTo>
                    <a:pt x="521" y="117"/>
                    <a:pt x="404" y="1"/>
                    <a:pt x="261" y="1"/>
                  </a:cubicBezTo>
                  <a:close/>
                </a:path>
              </a:pathLst>
            </a:cu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596" name="Google Shape;3596;p27"/>
            <p:cNvSpPr/>
            <p:nvPr/>
          </p:nvSpPr>
          <p:spPr>
            <a:xfrm>
              <a:off x="4199146" y="3098510"/>
              <a:ext cx="28942" cy="14937"/>
            </a:xfrm>
            <a:custGeom>
              <a:rect b="b" l="l" r="r" t="t"/>
              <a:pathLst>
                <a:path extrusionOk="0" h="465" w="901">
                  <a:moveTo>
                    <a:pt x="448" y="0"/>
                  </a:moveTo>
                  <a:cubicBezTo>
                    <a:pt x="273" y="0"/>
                    <a:pt x="119" y="89"/>
                    <a:pt x="29" y="223"/>
                  </a:cubicBezTo>
                  <a:lnTo>
                    <a:pt x="0" y="465"/>
                  </a:lnTo>
                  <a:lnTo>
                    <a:pt x="901" y="465"/>
                  </a:lnTo>
                  <a:cubicBezTo>
                    <a:pt x="901" y="362"/>
                    <a:pt x="865" y="225"/>
                    <a:pt x="865" y="225"/>
                  </a:cubicBezTo>
                  <a:cubicBezTo>
                    <a:pt x="775" y="89"/>
                    <a:pt x="622" y="0"/>
                    <a:pt x="448" y="0"/>
                  </a:cubicBezTo>
                  <a:close/>
                </a:path>
              </a:pathLst>
            </a:cu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597" name="Google Shape;3597;p27"/>
            <p:cNvSpPr/>
            <p:nvPr/>
          </p:nvSpPr>
          <p:spPr>
            <a:xfrm>
              <a:off x="4197283" y="3105705"/>
              <a:ext cx="32347" cy="9059"/>
            </a:xfrm>
            <a:custGeom>
              <a:rect b="b" l="l" r="r" t="t"/>
              <a:pathLst>
                <a:path extrusionOk="0" h="282" w="1007">
                  <a:moveTo>
                    <a:pt x="86" y="1"/>
                  </a:moveTo>
                  <a:cubicBezTo>
                    <a:pt x="31" y="80"/>
                    <a:pt x="1" y="176"/>
                    <a:pt x="1" y="281"/>
                  </a:cubicBezTo>
                  <a:lnTo>
                    <a:pt x="1007" y="281"/>
                  </a:lnTo>
                  <a:cubicBezTo>
                    <a:pt x="1007" y="177"/>
                    <a:pt x="976" y="82"/>
                    <a:pt x="921"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598" name="Google Shape;3598;p27"/>
            <p:cNvSpPr/>
            <p:nvPr/>
          </p:nvSpPr>
          <p:spPr>
            <a:xfrm>
              <a:off x="4150029" y="3010554"/>
              <a:ext cx="112204" cy="60487"/>
            </a:xfrm>
            <a:custGeom>
              <a:rect b="b" l="l" r="r" t="t"/>
              <a:pathLst>
                <a:path extrusionOk="0" h="1883" w="3493">
                  <a:moveTo>
                    <a:pt x="230" y="1"/>
                  </a:moveTo>
                  <a:lnTo>
                    <a:pt x="1" y="63"/>
                  </a:lnTo>
                  <a:lnTo>
                    <a:pt x="8" y="1790"/>
                  </a:lnTo>
                  <a:lnTo>
                    <a:pt x="232" y="1883"/>
                  </a:lnTo>
                  <a:lnTo>
                    <a:pt x="3493" y="1883"/>
                  </a:lnTo>
                  <a:lnTo>
                    <a:pt x="3493" y="1"/>
                  </a:lnTo>
                  <a:close/>
                </a:path>
              </a:pathLst>
            </a:cu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599" name="Google Shape;3599;p27"/>
            <p:cNvSpPr/>
            <p:nvPr/>
          </p:nvSpPr>
          <p:spPr>
            <a:xfrm>
              <a:off x="4148454" y="3010458"/>
              <a:ext cx="9059" cy="60487"/>
            </a:xfrm>
            <a:custGeom>
              <a:rect b="b" l="l" r="r" t="t"/>
              <a:pathLst>
                <a:path extrusionOk="0" h="1883" w="282">
                  <a:moveTo>
                    <a:pt x="1" y="1"/>
                  </a:moveTo>
                  <a:lnTo>
                    <a:pt x="1" y="1883"/>
                  </a:lnTo>
                  <a:lnTo>
                    <a:pt x="281" y="1883"/>
                  </a:lnTo>
                  <a:lnTo>
                    <a:pt x="281" y="1"/>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3600" name="Google Shape;3600;p27"/>
          <p:cNvGrpSpPr/>
          <p:nvPr/>
        </p:nvGrpSpPr>
        <p:grpSpPr>
          <a:xfrm>
            <a:off x="3515064" y="2834997"/>
            <a:ext cx="212651" cy="297659"/>
            <a:chOff x="3515064" y="2834997"/>
            <a:chExt cx="212651" cy="297659"/>
          </a:xfrm>
        </p:grpSpPr>
        <p:sp>
          <p:nvSpPr>
            <p:cNvPr id="3601" name="Google Shape;3601;p27"/>
            <p:cNvSpPr/>
            <p:nvPr/>
          </p:nvSpPr>
          <p:spPr>
            <a:xfrm>
              <a:off x="3536683" y="2843959"/>
              <a:ext cx="169832" cy="83326"/>
            </a:xfrm>
            <a:custGeom>
              <a:rect b="b" l="l" r="r" t="t"/>
              <a:pathLst>
                <a:path extrusionOk="0" h="2594" w="5287">
                  <a:moveTo>
                    <a:pt x="5059" y="1"/>
                  </a:moveTo>
                  <a:cubicBezTo>
                    <a:pt x="5053" y="1"/>
                    <a:pt x="5044" y="5"/>
                    <a:pt x="5033" y="16"/>
                  </a:cubicBezTo>
                  <a:lnTo>
                    <a:pt x="2636" y="2415"/>
                  </a:lnTo>
                  <a:lnTo>
                    <a:pt x="253" y="29"/>
                  </a:lnTo>
                  <a:cubicBezTo>
                    <a:pt x="241" y="17"/>
                    <a:pt x="231" y="12"/>
                    <a:pt x="223" y="12"/>
                  </a:cubicBezTo>
                  <a:cubicBezTo>
                    <a:pt x="195" y="12"/>
                    <a:pt x="186" y="75"/>
                    <a:pt x="144" y="117"/>
                  </a:cubicBezTo>
                  <a:cubicBezTo>
                    <a:pt x="89" y="172"/>
                    <a:pt x="1" y="172"/>
                    <a:pt x="54" y="226"/>
                  </a:cubicBezTo>
                  <a:lnTo>
                    <a:pt x="2414" y="2585"/>
                  </a:lnTo>
                  <a:cubicBezTo>
                    <a:pt x="2419" y="2591"/>
                    <a:pt x="2441" y="2593"/>
                    <a:pt x="2472" y="2593"/>
                  </a:cubicBezTo>
                  <a:cubicBezTo>
                    <a:pt x="2600" y="2593"/>
                    <a:pt x="2894" y="2554"/>
                    <a:pt x="2916" y="2532"/>
                  </a:cubicBezTo>
                  <a:lnTo>
                    <a:pt x="5234" y="213"/>
                  </a:lnTo>
                  <a:cubicBezTo>
                    <a:pt x="5286" y="161"/>
                    <a:pt x="5185" y="172"/>
                    <a:pt x="5131" y="117"/>
                  </a:cubicBezTo>
                  <a:cubicBezTo>
                    <a:pt x="5087" y="74"/>
                    <a:pt x="5087" y="1"/>
                    <a:pt x="5059" y="1"/>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02" name="Google Shape;3602;p27"/>
            <p:cNvSpPr/>
            <p:nvPr/>
          </p:nvSpPr>
          <p:spPr>
            <a:xfrm>
              <a:off x="3598137" y="2905091"/>
              <a:ext cx="46256" cy="24638"/>
            </a:xfrm>
            <a:custGeom>
              <a:rect b="b" l="l" r="r" t="t"/>
              <a:pathLst>
                <a:path extrusionOk="0" h="767" w="1440">
                  <a:moveTo>
                    <a:pt x="724" y="1"/>
                  </a:moveTo>
                  <a:cubicBezTo>
                    <a:pt x="585" y="1"/>
                    <a:pt x="455" y="38"/>
                    <a:pt x="342" y="103"/>
                  </a:cubicBezTo>
                  <a:cubicBezTo>
                    <a:pt x="342" y="103"/>
                    <a:pt x="0" y="384"/>
                    <a:pt x="0" y="766"/>
                  </a:cubicBezTo>
                  <a:lnTo>
                    <a:pt x="1439" y="766"/>
                  </a:lnTo>
                  <a:cubicBezTo>
                    <a:pt x="1439" y="666"/>
                    <a:pt x="1435" y="485"/>
                    <a:pt x="1435" y="485"/>
                  </a:cubicBezTo>
                  <a:cubicBezTo>
                    <a:pt x="1323" y="202"/>
                    <a:pt x="1047" y="1"/>
                    <a:pt x="724" y="1"/>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03" name="Google Shape;3603;p27"/>
            <p:cNvSpPr/>
            <p:nvPr/>
          </p:nvSpPr>
          <p:spPr>
            <a:xfrm>
              <a:off x="3596787" y="2908400"/>
              <a:ext cx="49180" cy="23192"/>
            </a:xfrm>
            <a:custGeom>
              <a:rect b="b" l="l" r="r" t="t"/>
              <a:pathLst>
                <a:path extrusionOk="0" h="722" w="1531">
                  <a:moveTo>
                    <a:pt x="382" y="0"/>
                  </a:moveTo>
                  <a:lnTo>
                    <a:pt x="382" y="0"/>
                  </a:lnTo>
                  <a:cubicBezTo>
                    <a:pt x="155" y="134"/>
                    <a:pt x="0" y="380"/>
                    <a:pt x="0" y="663"/>
                  </a:cubicBezTo>
                  <a:lnTo>
                    <a:pt x="12" y="721"/>
                  </a:lnTo>
                  <a:lnTo>
                    <a:pt x="1513" y="720"/>
                  </a:lnTo>
                  <a:lnTo>
                    <a:pt x="1530" y="663"/>
                  </a:lnTo>
                  <a:cubicBezTo>
                    <a:pt x="1530" y="563"/>
                    <a:pt x="1512" y="469"/>
                    <a:pt x="1477" y="382"/>
                  </a:cubicBezTo>
                  <a:lnTo>
                    <a:pt x="403" y="382"/>
                  </a:lnTo>
                  <a:cubicBezTo>
                    <a:pt x="333" y="382"/>
                    <a:pt x="280" y="319"/>
                    <a:pt x="293" y="252"/>
                  </a:cubicBezTo>
                  <a:cubicBezTo>
                    <a:pt x="309" y="162"/>
                    <a:pt x="339" y="77"/>
                    <a:pt x="382"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04" name="Google Shape;3604;p27"/>
            <p:cNvSpPr/>
            <p:nvPr/>
          </p:nvSpPr>
          <p:spPr>
            <a:xfrm>
              <a:off x="3529198" y="2834997"/>
              <a:ext cx="17346" cy="17025"/>
            </a:xfrm>
            <a:custGeom>
              <a:rect b="b" l="l" r="r" t="t"/>
              <a:pathLst>
                <a:path extrusionOk="0" h="530" w="540">
                  <a:moveTo>
                    <a:pt x="258" y="1"/>
                  </a:moveTo>
                  <a:cubicBezTo>
                    <a:pt x="229" y="1"/>
                    <a:pt x="203" y="4"/>
                    <a:pt x="177" y="13"/>
                  </a:cubicBezTo>
                  <a:cubicBezTo>
                    <a:pt x="177" y="13"/>
                    <a:pt x="1" y="111"/>
                    <a:pt x="9" y="280"/>
                  </a:cubicBezTo>
                  <a:cubicBezTo>
                    <a:pt x="18" y="435"/>
                    <a:pt x="98" y="529"/>
                    <a:pt x="254" y="529"/>
                  </a:cubicBezTo>
                  <a:cubicBezTo>
                    <a:pt x="454" y="529"/>
                    <a:pt x="529" y="353"/>
                    <a:pt x="529" y="353"/>
                  </a:cubicBezTo>
                  <a:cubicBezTo>
                    <a:pt x="536" y="331"/>
                    <a:pt x="539" y="306"/>
                    <a:pt x="539" y="280"/>
                  </a:cubicBezTo>
                  <a:cubicBezTo>
                    <a:pt x="539" y="127"/>
                    <a:pt x="415" y="1"/>
                    <a:pt x="258" y="1"/>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05" name="Google Shape;3605;p27"/>
            <p:cNvSpPr/>
            <p:nvPr/>
          </p:nvSpPr>
          <p:spPr>
            <a:xfrm>
              <a:off x="3528524" y="2835382"/>
              <a:ext cx="17699" cy="17667"/>
            </a:xfrm>
            <a:custGeom>
              <a:rect b="b" l="l" r="r" t="t"/>
              <a:pathLst>
                <a:path extrusionOk="0" h="550" w="551">
                  <a:moveTo>
                    <a:pt x="198" y="1"/>
                  </a:moveTo>
                  <a:cubicBezTo>
                    <a:pt x="84" y="35"/>
                    <a:pt x="0" y="142"/>
                    <a:pt x="0" y="268"/>
                  </a:cubicBezTo>
                  <a:cubicBezTo>
                    <a:pt x="0" y="423"/>
                    <a:pt x="125" y="549"/>
                    <a:pt x="279" y="549"/>
                  </a:cubicBezTo>
                  <a:cubicBezTo>
                    <a:pt x="407" y="549"/>
                    <a:pt x="523" y="461"/>
                    <a:pt x="550" y="341"/>
                  </a:cubicBezTo>
                  <a:lnTo>
                    <a:pt x="550" y="341"/>
                  </a:lnTo>
                  <a:cubicBezTo>
                    <a:pt x="523" y="360"/>
                    <a:pt x="495" y="362"/>
                    <a:pt x="466" y="362"/>
                  </a:cubicBezTo>
                  <a:cubicBezTo>
                    <a:pt x="313" y="362"/>
                    <a:pt x="185" y="238"/>
                    <a:pt x="185" y="83"/>
                  </a:cubicBezTo>
                  <a:cubicBezTo>
                    <a:pt x="185" y="54"/>
                    <a:pt x="190" y="27"/>
                    <a:pt x="198"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06" name="Google Shape;3606;p27"/>
            <p:cNvSpPr/>
            <p:nvPr/>
          </p:nvSpPr>
          <p:spPr>
            <a:xfrm>
              <a:off x="3697079" y="2834997"/>
              <a:ext cx="17121" cy="17057"/>
            </a:xfrm>
            <a:custGeom>
              <a:rect b="b" l="l" r="r" t="t"/>
              <a:pathLst>
                <a:path extrusionOk="0" h="531" w="533">
                  <a:moveTo>
                    <a:pt x="251" y="1"/>
                  </a:moveTo>
                  <a:cubicBezTo>
                    <a:pt x="222" y="1"/>
                    <a:pt x="195" y="4"/>
                    <a:pt x="170" y="13"/>
                  </a:cubicBezTo>
                  <a:cubicBezTo>
                    <a:pt x="170" y="13"/>
                    <a:pt x="1" y="160"/>
                    <a:pt x="1" y="286"/>
                  </a:cubicBezTo>
                  <a:cubicBezTo>
                    <a:pt x="1" y="440"/>
                    <a:pt x="98" y="531"/>
                    <a:pt x="254" y="531"/>
                  </a:cubicBezTo>
                  <a:cubicBezTo>
                    <a:pt x="380" y="531"/>
                    <a:pt x="519" y="360"/>
                    <a:pt x="519" y="360"/>
                  </a:cubicBezTo>
                  <a:cubicBezTo>
                    <a:pt x="529" y="337"/>
                    <a:pt x="532" y="309"/>
                    <a:pt x="532" y="280"/>
                  </a:cubicBezTo>
                  <a:cubicBezTo>
                    <a:pt x="532" y="127"/>
                    <a:pt x="408" y="1"/>
                    <a:pt x="251" y="1"/>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07" name="Google Shape;3607;p27"/>
            <p:cNvSpPr/>
            <p:nvPr/>
          </p:nvSpPr>
          <p:spPr>
            <a:xfrm>
              <a:off x="3696211" y="2835382"/>
              <a:ext cx="17635" cy="17667"/>
            </a:xfrm>
            <a:custGeom>
              <a:rect b="b" l="l" r="r" t="t"/>
              <a:pathLst>
                <a:path extrusionOk="0" h="550" w="549">
                  <a:moveTo>
                    <a:pt x="199" y="1"/>
                  </a:moveTo>
                  <a:lnTo>
                    <a:pt x="199" y="1"/>
                  </a:lnTo>
                  <a:cubicBezTo>
                    <a:pt x="86" y="35"/>
                    <a:pt x="0" y="142"/>
                    <a:pt x="0" y="268"/>
                  </a:cubicBezTo>
                  <a:cubicBezTo>
                    <a:pt x="0" y="423"/>
                    <a:pt x="125" y="549"/>
                    <a:pt x="281" y="549"/>
                  </a:cubicBezTo>
                  <a:cubicBezTo>
                    <a:pt x="407" y="549"/>
                    <a:pt x="514" y="467"/>
                    <a:pt x="549" y="351"/>
                  </a:cubicBezTo>
                  <a:lnTo>
                    <a:pt x="549" y="351"/>
                  </a:lnTo>
                  <a:cubicBezTo>
                    <a:pt x="523" y="360"/>
                    <a:pt x="495" y="362"/>
                    <a:pt x="466" y="362"/>
                  </a:cubicBezTo>
                  <a:cubicBezTo>
                    <a:pt x="313" y="362"/>
                    <a:pt x="187" y="238"/>
                    <a:pt x="187" y="83"/>
                  </a:cubicBezTo>
                  <a:cubicBezTo>
                    <a:pt x="187" y="54"/>
                    <a:pt x="190" y="27"/>
                    <a:pt x="199"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08" name="Google Shape;3608;p27"/>
            <p:cNvSpPr/>
            <p:nvPr/>
          </p:nvSpPr>
          <p:spPr>
            <a:xfrm>
              <a:off x="3531254" y="3113479"/>
              <a:ext cx="181524" cy="18021"/>
            </a:xfrm>
            <a:custGeom>
              <a:rect b="b" l="l" r="r" t="t"/>
              <a:pathLst>
                <a:path extrusionOk="0" h="561" w="5651">
                  <a:moveTo>
                    <a:pt x="0" y="0"/>
                  </a:moveTo>
                  <a:lnTo>
                    <a:pt x="0" y="374"/>
                  </a:lnTo>
                  <a:cubicBezTo>
                    <a:pt x="0" y="477"/>
                    <a:pt x="84" y="561"/>
                    <a:pt x="187" y="561"/>
                  </a:cubicBezTo>
                  <a:lnTo>
                    <a:pt x="5426" y="561"/>
                  </a:lnTo>
                  <a:cubicBezTo>
                    <a:pt x="5529" y="561"/>
                    <a:pt x="5613" y="477"/>
                    <a:pt x="5613" y="374"/>
                  </a:cubicBezTo>
                  <a:lnTo>
                    <a:pt x="5651" y="317"/>
                  </a:lnTo>
                  <a:lnTo>
                    <a:pt x="5651" y="0"/>
                  </a:ln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09" name="Google Shape;3609;p27"/>
            <p:cNvSpPr/>
            <p:nvPr/>
          </p:nvSpPr>
          <p:spPr>
            <a:xfrm>
              <a:off x="3530001" y="3112869"/>
              <a:ext cx="182681" cy="19787"/>
            </a:xfrm>
            <a:custGeom>
              <a:rect b="b" l="l" r="r" t="t"/>
              <a:pathLst>
                <a:path extrusionOk="0" h="616" w="5687">
                  <a:moveTo>
                    <a:pt x="0" y="1"/>
                  </a:moveTo>
                  <a:lnTo>
                    <a:pt x="0" y="429"/>
                  </a:lnTo>
                  <a:cubicBezTo>
                    <a:pt x="0" y="532"/>
                    <a:pt x="84" y="616"/>
                    <a:pt x="187" y="616"/>
                  </a:cubicBezTo>
                  <a:lnTo>
                    <a:pt x="5500" y="616"/>
                  </a:lnTo>
                  <a:cubicBezTo>
                    <a:pt x="5603" y="616"/>
                    <a:pt x="5687" y="532"/>
                    <a:pt x="5687" y="429"/>
                  </a:cubicBezTo>
                  <a:lnTo>
                    <a:pt x="5687" y="335"/>
                  </a:lnTo>
                  <a:lnTo>
                    <a:pt x="335" y="335"/>
                  </a:lnTo>
                  <a:cubicBezTo>
                    <a:pt x="334" y="335"/>
                    <a:pt x="333" y="335"/>
                    <a:pt x="332" y="335"/>
                  </a:cubicBezTo>
                  <a:cubicBezTo>
                    <a:pt x="304" y="335"/>
                    <a:pt x="281" y="311"/>
                    <a:pt x="281" y="280"/>
                  </a:cubicBezTo>
                  <a:lnTo>
                    <a:pt x="281" y="1"/>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10" name="Google Shape;3610;p27"/>
            <p:cNvSpPr/>
            <p:nvPr/>
          </p:nvSpPr>
          <p:spPr>
            <a:xfrm>
              <a:off x="3516060" y="2929634"/>
              <a:ext cx="211591" cy="183484"/>
            </a:xfrm>
            <a:custGeom>
              <a:rect b="b" l="l" r="r" t="t"/>
              <a:pathLst>
                <a:path extrusionOk="0" h="5712" w="6587">
                  <a:moveTo>
                    <a:pt x="248" y="1"/>
                  </a:moveTo>
                  <a:cubicBezTo>
                    <a:pt x="94" y="1"/>
                    <a:pt x="0" y="183"/>
                    <a:pt x="0" y="337"/>
                  </a:cubicBezTo>
                  <a:lnTo>
                    <a:pt x="45" y="5431"/>
                  </a:lnTo>
                  <a:cubicBezTo>
                    <a:pt x="45" y="5586"/>
                    <a:pt x="172" y="5712"/>
                    <a:pt x="326" y="5712"/>
                  </a:cubicBezTo>
                  <a:lnTo>
                    <a:pt x="6142" y="5712"/>
                  </a:lnTo>
                  <a:cubicBezTo>
                    <a:pt x="6296" y="5712"/>
                    <a:pt x="6587" y="5637"/>
                    <a:pt x="6587" y="5482"/>
                  </a:cubicBezTo>
                  <a:lnTo>
                    <a:pt x="6587" y="280"/>
                  </a:lnTo>
                  <a:cubicBezTo>
                    <a:pt x="6587" y="125"/>
                    <a:pt x="6461" y="1"/>
                    <a:pt x="6306" y="1"/>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11" name="Google Shape;3611;p27"/>
            <p:cNvSpPr/>
            <p:nvPr/>
          </p:nvSpPr>
          <p:spPr>
            <a:xfrm>
              <a:off x="3515064" y="2927823"/>
              <a:ext cx="212651" cy="185090"/>
            </a:xfrm>
            <a:custGeom>
              <a:rect b="b" l="l" r="r" t="t"/>
              <a:pathLst>
                <a:path extrusionOk="0" h="5762" w="6620">
                  <a:moveTo>
                    <a:pt x="282" y="0"/>
                  </a:moveTo>
                  <a:cubicBezTo>
                    <a:pt x="127" y="0"/>
                    <a:pt x="1" y="125"/>
                    <a:pt x="1" y="281"/>
                  </a:cubicBezTo>
                  <a:lnTo>
                    <a:pt x="1" y="5481"/>
                  </a:lnTo>
                  <a:cubicBezTo>
                    <a:pt x="1" y="5635"/>
                    <a:pt x="125" y="5762"/>
                    <a:pt x="282" y="5762"/>
                  </a:cubicBezTo>
                  <a:lnTo>
                    <a:pt x="6340" y="5762"/>
                  </a:lnTo>
                  <a:cubicBezTo>
                    <a:pt x="6493" y="5762"/>
                    <a:pt x="6619" y="5637"/>
                    <a:pt x="6619" y="5481"/>
                  </a:cubicBezTo>
                  <a:lnTo>
                    <a:pt x="376" y="5481"/>
                  </a:lnTo>
                  <a:cubicBezTo>
                    <a:pt x="322" y="5480"/>
                    <a:pt x="282" y="5438"/>
                    <a:pt x="282" y="5387"/>
                  </a:cubicBezTo>
                  <a:lnTo>
                    <a:pt x="282" y="0"/>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12" name="Google Shape;3612;p27"/>
            <p:cNvSpPr/>
            <p:nvPr/>
          </p:nvSpPr>
          <p:spPr>
            <a:xfrm>
              <a:off x="3534178" y="2947559"/>
              <a:ext cx="175549" cy="112108"/>
            </a:xfrm>
            <a:custGeom>
              <a:rect b="b" l="l" r="r" t="t"/>
              <a:pathLst>
                <a:path extrusionOk="0" h="3490" w="5465">
                  <a:moveTo>
                    <a:pt x="244" y="0"/>
                  </a:moveTo>
                  <a:lnTo>
                    <a:pt x="95" y="38"/>
                  </a:lnTo>
                  <a:cubicBezTo>
                    <a:pt x="43" y="38"/>
                    <a:pt x="1" y="81"/>
                    <a:pt x="1" y="132"/>
                  </a:cubicBezTo>
                  <a:lnTo>
                    <a:pt x="1" y="3395"/>
                  </a:lnTo>
                  <a:cubicBezTo>
                    <a:pt x="1" y="3447"/>
                    <a:pt x="44" y="3489"/>
                    <a:pt x="95" y="3489"/>
                  </a:cubicBezTo>
                  <a:lnTo>
                    <a:pt x="5351" y="3489"/>
                  </a:lnTo>
                  <a:cubicBezTo>
                    <a:pt x="5405" y="3489"/>
                    <a:pt x="5445" y="3447"/>
                    <a:pt x="5445" y="3392"/>
                  </a:cubicBezTo>
                  <a:lnTo>
                    <a:pt x="5464" y="3244"/>
                  </a:lnTo>
                  <a:lnTo>
                    <a:pt x="5464" y="94"/>
                  </a:lnTo>
                  <a:cubicBezTo>
                    <a:pt x="5464" y="41"/>
                    <a:pt x="5421" y="0"/>
                    <a:pt x="5370" y="0"/>
                  </a:cubicBez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13" name="Google Shape;3613;p27"/>
            <p:cNvSpPr/>
            <p:nvPr/>
          </p:nvSpPr>
          <p:spPr>
            <a:xfrm>
              <a:off x="3533021" y="2947591"/>
              <a:ext cx="176738" cy="113264"/>
            </a:xfrm>
            <a:custGeom>
              <a:rect b="b" l="l" r="r" t="t"/>
              <a:pathLst>
                <a:path extrusionOk="0" h="3526" w="5502">
                  <a:moveTo>
                    <a:pt x="95" y="1"/>
                  </a:moveTo>
                  <a:cubicBezTo>
                    <a:pt x="44" y="1"/>
                    <a:pt x="0" y="43"/>
                    <a:pt x="0" y="95"/>
                  </a:cubicBezTo>
                  <a:lnTo>
                    <a:pt x="0" y="3432"/>
                  </a:lnTo>
                  <a:cubicBezTo>
                    <a:pt x="0" y="3482"/>
                    <a:pt x="42" y="3526"/>
                    <a:pt x="95" y="3526"/>
                  </a:cubicBezTo>
                  <a:lnTo>
                    <a:pt x="5407" y="3526"/>
                  </a:lnTo>
                  <a:cubicBezTo>
                    <a:pt x="5458" y="3526"/>
                    <a:pt x="5502" y="3484"/>
                    <a:pt x="5502" y="3432"/>
                  </a:cubicBezTo>
                  <a:lnTo>
                    <a:pt x="5502" y="3245"/>
                  </a:lnTo>
                  <a:lnTo>
                    <a:pt x="338" y="3245"/>
                  </a:lnTo>
                  <a:cubicBezTo>
                    <a:pt x="304" y="3245"/>
                    <a:pt x="281" y="3220"/>
                    <a:pt x="281" y="3188"/>
                  </a:cubicBezTo>
                  <a:lnTo>
                    <a:pt x="281" y="1"/>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14" name="Google Shape;3614;p27"/>
            <p:cNvSpPr/>
            <p:nvPr/>
          </p:nvSpPr>
          <p:spPr>
            <a:xfrm>
              <a:off x="3692935" y="3078753"/>
              <a:ext cx="16800" cy="16800"/>
            </a:xfrm>
            <a:custGeom>
              <a:rect b="b" l="l" r="r" t="t"/>
              <a:pathLst>
                <a:path extrusionOk="0" h="523" w="523">
                  <a:moveTo>
                    <a:pt x="241" y="0"/>
                  </a:moveTo>
                  <a:cubicBezTo>
                    <a:pt x="212" y="0"/>
                    <a:pt x="185" y="3"/>
                    <a:pt x="160" y="13"/>
                  </a:cubicBezTo>
                  <a:cubicBezTo>
                    <a:pt x="160" y="13"/>
                    <a:pt x="1" y="146"/>
                    <a:pt x="1" y="272"/>
                  </a:cubicBezTo>
                  <a:cubicBezTo>
                    <a:pt x="1" y="427"/>
                    <a:pt x="81" y="523"/>
                    <a:pt x="234" y="523"/>
                  </a:cubicBezTo>
                  <a:cubicBezTo>
                    <a:pt x="360" y="523"/>
                    <a:pt x="508" y="362"/>
                    <a:pt x="508" y="362"/>
                  </a:cubicBezTo>
                  <a:cubicBezTo>
                    <a:pt x="518" y="336"/>
                    <a:pt x="522" y="310"/>
                    <a:pt x="522" y="281"/>
                  </a:cubicBezTo>
                  <a:cubicBezTo>
                    <a:pt x="522" y="126"/>
                    <a:pt x="398" y="0"/>
                    <a:pt x="241"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15" name="Google Shape;3615;p27"/>
            <p:cNvSpPr/>
            <p:nvPr/>
          </p:nvSpPr>
          <p:spPr>
            <a:xfrm>
              <a:off x="3691746" y="3079171"/>
              <a:ext cx="17603" cy="17603"/>
            </a:xfrm>
            <a:custGeom>
              <a:rect b="b" l="l" r="r" t="t"/>
              <a:pathLst>
                <a:path extrusionOk="0" h="548" w="548">
                  <a:moveTo>
                    <a:pt x="199" y="0"/>
                  </a:moveTo>
                  <a:lnTo>
                    <a:pt x="199" y="0"/>
                  </a:lnTo>
                  <a:cubicBezTo>
                    <a:pt x="84" y="33"/>
                    <a:pt x="0" y="140"/>
                    <a:pt x="0" y="268"/>
                  </a:cubicBezTo>
                  <a:cubicBezTo>
                    <a:pt x="0" y="421"/>
                    <a:pt x="125" y="547"/>
                    <a:pt x="280" y="547"/>
                  </a:cubicBezTo>
                  <a:cubicBezTo>
                    <a:pt x="407" y="547"/>
                    <a:pt x="514" y="465"/>
                    <a:pt x="547" y="349"/>
                  </a:cubicBezTo>
                  <a:lnTo>
                    <a:pt x="547" y="349"/>
                  </a:lnTo>
                  <a:cubicBezTo>
                    <a:pt x="521" y="356"/>
                    <a:pt x="494" y="362"/>
                    <a:pt x="466" y="362"/>
                  </a:cubicBezTo>
                  <a:cubicBezTo>
                    <a:pt x="313" y="362"/>
                    <a:pt x="186" y="236"/>
                    <a:pt x="186" y="81"/>
                  </a:cubicBezTo>
                  <a:cubicBezTo>
                    <a:pt x="186" y="52"/>
                    <a:pt x="190" y="25"/>
                    <a:pt x="199"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16" name="Google Shape;3616;p27"/>
            <p:cNvSpPr/>
            <p:nvPr/>
          </p:nvSpPr>
          <p:spPr>
            <a:xfrm>
              <a:off x="3609348" y="3083251"/>
              <a:ext cx="23963" cy="8994"/>
            </a:xfrm>
            <a:custGeom>
              <a:rect b="b" l="l" r="r" t="t"/>
              <a:pathLst>
                <a:path extrusionOk="0" h="280" w="746">
                  <a:moveTo>
                    <a:pt x="140" y="0"/>
                  </a:moveTo>
                  <a:cubicBezTo>
                    <a:pt x="64" y="0"/>
                    <a:pt x="0" y="64"/>
                    <a:pt x="0" y="141"/>
                  </a:cubicBezTo>
                  <a:cubicBezTo>
                    <a:pt x="0" y="216"/>
                    <a:pt x="62" y="280"/>
                    <a:pt x="140" y="280"/>
                  </a:cubicBezTo>
                  <a:lnTo>
                    <a:pt x="607" y="280"/>
                  </a:lnTo>
                  <a:cubicBezTo>
                    <a:pt x="685" y="280"/>
                    <a:pt x="746" y="216"/>
                    <a:pt x="746" y="141"/>
                  </a:cubicBezTo>
                  <a:cubicBezTo>
                    <a:pt x="746" y="64"/>
                    <a:pt x="685" y="0"/>
                    <a:pt x="607"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17" name="Google Shape;3617;p27"/>
            <p:cNvSpPr/>
            <p:nvPr/>
          </p:nvSpPr>
          <p:spPr>
            <a:xfrm>
              <a:off x="3528556" y="3092278"/>
              <a:ext cx="8962" cy="8962"/>
            </a:xfrm>
            <a:custGeom>
              <a:rect b="b" l="l" r="r" t="t"/>
              <a:pathLst>
                <a:path extrusionOk="0" h="279" w="279">
                  <a:moveTo>
                    <a:pt x="139" y="0"/>
                  </a:moveTo>
                  <a:cubicBezTo>
                    <a:pt x="63" y="0"/>
                    <a:pt x="1" y="63"/>
                    <a:pt x="1" y="139"/>
                  </a:cubicBezTo>
                  <a:cubicBezTo>
                    <a:pt x="1" y="216"/>
                    <a:pt x="63" y="278"/>
                    <a:pt x="139" y="278"/>
                  </a:cubicBezTo>
                  <a:cubicBezTo>
                    <a:pt x="216" y="278"/>
                    <a:pt x="278" y="216"/>
                    <a:pt x="278" y="139"/>
                  </a:cubicBezTo>
                  <a:cubicBezTo>
                    <a:pt x="278" y="63"/>
                    <a:pt x="216" y="0"/>
                    <a:pt x="139"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18" name="Google Shape;3618;p27"/>
            <p:cNvSpPr/>
            <p:nvPr/>
          </p:nvSpPr>
          <p:spPr>
            <a:xfrm>
              <a:off x="3546513" y="3092278"/>
              <a:ext cx="8994" cy="8962"/>
            </a:xfrm>
            <a:custGeom>
              <a:rect b="b" l="l" r="r" t="t"/>
              <a:pathLst>
                <a:path extrusionOk="0" h="279" w="280">
                  <a:moveTo>
                    <a:pt x="139" y="0"/>
                  </a:moveTo>
                  <a:cubicBezTo>
                    <a:pt x="63" y="0"/>
                    <a:pt x="0" y="63"/>
                    <a:pt x="0" y="139"/>
                  </a:cubicBezTo>
                  <a:cubicBezTo>
                    <a:pt x="0" y="216"/>
                    <a:pt x="63" y="278"/>
                    <a:pt x="139" y="278"/>
                  </a:cubicBezTo>
                  <a:cubicBezTo>
                    <a:pt x="216" y="278"/>
                    <a:pt x="280" y="216"/>
                    <a:pt x="280" y="139"/>
                  </a:cubicBezTo>
                  <a:cubicBezTo>
                    <a:pt x="280" y="63"/>
                    <a:pt x="216" y="0"/>
                    <a:pt x="139"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19" name="Google Shape;3619;p27"/>
            <p:cNvSpPr/>
            <p:nvPr/>
          </p:nvSpPr>
          <p:spPr>
            <a:xfrm>
              <a:off x="3564471" y="3092278"/>
              <a:ext cx="8994" cy="8962"/>
            </a:xfrm>
            <a:custGeom>
              <a:rect b="b" l="l" r="r" t="t"/>
              <a:pathLst>
                <a:path extrusionOk="0" h="279" w="280">
                  <a:moveTo>
                    <a:pt x="141" y="0"/>
                  </a:moveTo>
                  <a:cubicBezTo>
                    <a:pt x="62" y="0"/>
                    <a:pt x="0" y="63"/>
                    <a:pt x="0" y="139"/>
                  </a:cubicBezTo>
                  <a:cubicBezTo>
                    <a:pt x="0" y="216"/>
                    <a:pt x="62" y="278"/>
                    <a:pt x="141" y="278"/>
                  </a:cubicBezTo>
                  <a:cubicBezTo>
                    <a:pt x="217" y="278"/>
                    <a:pt x="279" y="216"/>
                    <a:pt x="279" y="139"/>
                  </a:cubicBezTo>
                  <a:cubicBezTo>
                    <a:pt x="279" y="63"/>
                    <a:pt x="217" y="0"/>
                    <a:pt x="141"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20" name="Google Shape;3620;p27"/>
            <p:cNvSpPr/>
            <p:nvPr/>
          </p:nvSpPr>
          <p:spPr>
            <a:xfrm>
              <a:off x="3582460" y="3092278"/>
              <a:ext cx="8962" cy="8962"/>
            </a:xfrm>
            <a:custGeom>
              <a:rect b="b" l="l" r="r" t="t"/>
              <a:pathLst>
                <a:path extrusionOk="0" h="279" w="279">
                  <a:moveTo>
                    <a:pt x="139" y="0"/>
                  </a:moveTo>
                  <a:cubicBezTo>
                    <a:pt x="63" y="0"/>
                    <a:pt x="0" y="63"/>
                    <a:pt x="0" y="139"/>
                  </a:cubicBezTo>
                  <a:cubicBezTo>
                    <a:pt x="0" y="216"/>
                    <a:pt x="63" y="278"/>
                    <a:pt x="139" y="278"/>
                  </a:cubicBezTo>
                  <a:cubicBezTo>
                    <a:pt x="216" y="278"/>
                    <a:pt x="278" y="216"/>
                    <a:pt x="278" y="139"/>
                  </a:cubicBezTo>
                  <a:cubicBezTo>
                    <a:pt x="278" y="63"/>
                    <a:pt x="216" y="0"/>
                    <a:pt x="139"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21" name="Google Shape;3621;p27"/>
            <p:cNvSpPr/>
            <p:nvPr/>
          </p:nvSpPr>
          <p:spPr>
            <a:xfrm>
              <a:off x="3528556" y="3074320"/>
              <a:ext cx="26951" cy="8962"/>
            </a:xfrm>
            <a:custGeom>
              <a:rect b="b" l="l" r="r" t="t"/>
              <a:pathLst>
                <a:path extrusionOk="0" h="279" w="839">
                  <a:moveTo>
                    <a:pt x="139" y="0"/>
                  </a:moveTo>
                  <a:cubicBezTo>
                    <a:pt x="64" y="0"/>
                    <a:pt x="1" y="64"/>
                    <a:pt x="1" y="139"/>
                  </a:cubicBezTo>
                  <a:cubicBezTo>
                    <a:pt x="1" y="216"/>
                    <a:pt x="61" y="278"/>
                    <a:pt x="139" y="278"/>
                  </a:cubicBezTo>
                  <a:lnTo>
                    <a:pt x="698" y="278"/>
                  </a:lnTo>
                  <a:cubicBezTo>
                    <a:pt x="776" y="278"/>
                    <a:pt x="839" y="216"/>
                    <a:pt x="839" y="139"/>
                  </a:cubicBezTo>
                  <a:cubicBezTo>
                    <a:pt x="839" y="64"/>
                    <a:pt x="776" y="0"/>
                    <a:pt x="698"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22" name="Google Shape;3622;p27"/>
            <p:cNvSpPr/>
            <p:nvPr/>
          </p:nvSpPr>
          <p:spPr>
            <a:xfrm>
              <a:off x="3564471" y="3074320"/>
              <a:ext cx="26951" cy="8962"/>
            </a:xfrm>
            <a:custGeom>
              <a:rect b="b" l="l" r="r" t="t"/>
              <a:pathLst>
                <a:path extrusionOk="0" h="279" w="839">
                  <a:moveTo>
                    <a:pt x="141" y="0"/>
                  </a:moveTo>
                  <a:cubicBezTo>
                    <a:pt x="64" y="0"/>
                    <a:pt x="0" y="64"/>
                    <a:pt x="0" y="139"/>
                  </a:cubicBezTo>
                  <a:cubicBezTo>
                    <a:pt x="0" y="216"/>
                    <a:pt x="62" y="278"/>
                    <a:pt x="141" y="278"/>
                  </a:cubicBezTo>
                  <a:lnTo>
                    <a:pt x="699" y="278"/>
                  </a:lnTo>
                  <a:cubicBezTo>
                    <a:pt x="777" y="278"/>
                    <a:pt x="838" y="216"/>
                    <a:pt x="838" y="139"/>
                  </a:cubicBezTo>
                  <a:cubicBezTo>
                    <a:pt x="838" y="64"/>
                    <a:pt x="777" y="0"/>
                    <a:pt x="699"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23" name="Google Shape;3623;p27"/>
            <p:cNvSpPr/>
            <p:nvPr/>
          </p:nvSpPr>
          <p:spPr>
            <a:xfrm>
              <a:off x="3669002" y="3083251"/>
              <a:ext cx="8962" cy="8994"/>
            </a:xfrm>
            <a:custGeom>
              <a:rect b="b" l="l" r="r" t="t"/>
              <a:pathLst>
                <a:path extrusionOk="0" h="280" w="279">
                  <a:moveTo>
                    <a:pt x="139" y="0"/>
                  </a:moveTo>
                  <a:cubicBezTo>
                    <a:pt x="63" y="0"/>
                    <a:pt x="0" y="63"/>
                    <a:pt x="0" y="139"/>
                  </a:cubicBezTo>
                  <a:cubicBezTo>
                    <a:pt x="0" y="218"/>
                    <a:pt x="63" y="280"/>
                    <a:pt x="139" y="280"/>
                  </a:cubicBezTo>
                  <a:cubicBezTo>
                    <a:pt x="216" y="280"/>
                    <a:pt x="278" y="218"/>
                    <a:pt x="278" y="139"/>
                  </a:cubicBezTo>
                  <a:cubicBezTo>
                    <a:pt x="278" y="63"/>
                    <a:pt x="216" y="0"/>
                    <a:pt x="139" y="0"/>
                  </a:cubicBez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3624" name="Google Shape;3624;p27"/>
          <p:cNvGrpSpPr/>
          <p:nvPr/>
        </p:nvGrpSpPr>
        <p:grpSpPr>
          <a:xfrm>
            <a:off x="2901493" y="2834997"/>
            <a:ext cx="169961" cy="297723"/>
            <a:chOff x="2901493" y="2834997"/>
            <a:chExt cx="169961" cy="297723"/>
          </a:xfrm>
        </p:grpSpPr>
        <p:sp>
          <p:nvSpPr>
            <p:cNvPr id="3625" name="Google Shape;3625;p27"/>
            <p:cNvSpPr/>
            <p:nvPr/>
          </p:nvSpPr>
          <p:spPr>
            <a:xfrm>
              <a:off x="2933585" y="3096871"/>
              <a:ext cx="106550" cy="34692"/>
            </a:xfrm>
            <a:custGeom>
              <a:rect b="b" l="l" r="r" t="t"/>
              <a:pathLst>
                <a:path extrusionOk="0" h="1080" w="3317">
                  <a:moveTo>
                    <a:pt x="31" y="1"/>
                  </a:moveTo>
                  <a:lnTo>
                    <a:pt x="0" y="87"/>
                  </a:lnTo>
                  <a:lnTo>
                    <a:pt x="80" y="915"/>
                  </a:lnTo>
                  <a:cubicBezTo>
                    <a:pt x="90" y="1008"/>
                    <a:pt x="170" y="1079"/>
                    <a:pt x="262" y="1079"/>
                  </a:cubicBezTo>
                  <a:lnTo>
                    <a:pt x="2998" y="1079"/>
                  </a:lnTo>
                  <a:cubicBezTo>
                    <a:pt x="3093" y="1079"/>
                    <a:pt x="3171" y="1008"/>
                    <a:pt x="3181" y="915"/>
                  </a:cubicBezTo>
                  <a:lnTo>
                    <a:pt x="3233" y="836"/>
                  </a:lnTo>
                  <a:lnTo>
                    <a:pt x="3317" y="105"/>
                  </a:lnTo>
                  <a:lnTo>
                    <a:pt x="3234" y="1"/>
                  </a:lnTo>
                  <a:close/>
                </a:path>
              </a:pathLst>
            </a:cu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26" name="Google Shape;3626;p27"/>
            <p:cNvSpPr/>
            <p:nvPr/>
          </p:nvSpPr>
          <p:spPr>
            <a:xfrm>
              <a:off x="2931722" y="3098413"/>
              <a:ext cx="105715" cy="34307"/>
            </a:xfrm>
            <a:custGeom>
              <a:rect b="b" l="l" r="r" t="t"/>
              <a:pathLst>
                <a:path extrusionOk="0" h="1068" w="3291">
                  <a:moveTo>
                    <a:pt x="40" y="0"/>
                  </a:moveTo>
                  <a:lnTo>
                    <a:pt x="0" y="57"/>
                  </a:lnTo>
                  <a:lnTo>
                    <a:pt x="100" y="904"/>
                  </a:lnTo>
                  <a:cubicBezTo>
                    <a:pt x="110" y="996"/>
                    <a:pt x="189" y="1067"/>
                    <a:pt x="283" y="1067"/>
                  </a:cubicBezTo>
                  <a:lnTo>
                    <a:pt x="3094" y="1067"/>
                  </a:lnTo>
                  <a:cubicBezTo>
                    <a:pt x="3187" y="1067"/>
                    <a:pt x="3266" y="996"/>
                    <a:pt x="3278" y="904"/>
                  </a:cubicBezTo>
                  <a:lnTo>
                    <a:pt x="3291" y="786"/>
                  </a:lnTo>
                  <a:lnTo>
                    <a:pt x="449" y="786"/>
                  </a:lnTo>
                  <a:cubicBezTo>
                    <a:pt x="420" y="786"/>
                    <a:pt x="397" y="765"/>
                    <a:pt x="393" y="737"/>
                  </a:cubicBezTo>
                  <a:lnTo>
                    <a:pt x="313" y="57"/>
                  </a:lnTo>
                  <a:lnTo>
                    <a:pt x="268" y="0"/>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27" name="Google Shape;3627;p27"/>
            <p:cNvSpPr/>
            <p:nvPr/>
          </p:nvSpPr>
          <p:spPr>
            <a:xfrm>
              <a:off x="2925458" y="3024881"/>
              <a:ext cx="123511" cy="72950"/>
            </a:xfrm>
            <a:custGeom>
              <a:rect b="b" l="l" r="r" t="t"/>
              <a:pathLst>
                <a:path extrusionOk="0" h="2271" w="3845">
                  <a:moveTo>
                    <a:pt x="3845" y="1"/>
                  </a:moveTo>
                  <a:lnTo>
                    <a:pt x="0" y="11"/>
                  </a:lnTo>
                  <a:lnTo>
                    <a:pt x="272" y="2271"/>
                  </a:lnTo>
                  <a:lnTo>
                    <a:pt x="272" y="2269"/>
                  </a:lnTo>
                  <a:lnTo>
                    <a:pt x="3532" y="2269"/>
                  </a:lnTo>
                  <a:lnTo>
                    <a:pt x="3603" y="2064"/>
                  </a:lnTo>
                  <a:lnTo>
                    <a:pt x="3657" y="1600"/>
                  </a:lnTo>
                  <a:lnTo>
                    <a:pt x="3645" y="1557"/>
                  </a:lnTo>
                  <a:lnTo>
                    <a:pt x="3696" y="1114"/>
                  </a:lnTo>
                  <a:lnTo>
                    <a:pt x="3719" y="1086"/>
                  </a:lnTo>
                  <a:lnTo>
                    <a:pt x="3845" y="1"/>
                  </a:lnTo>
                  <a:close/>
                </a:path>
              </a:pathLst>
            </a:cu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28" name="Google Shape;3628;p27"/>
            <p:cNvSpPr/>
            <p:nvPr/>
          </p:nvSpPr>
          <p:spPr>
            <a:xfrm>
              <a:off x="2922470" y="3021155"/>
              <a:ext cx="118596" cy="79086"/>
            </a:xfrm>
            <a:custGeom>
              <a:rect b="b" l="l" r="r" t="t"/>
              <a:pathLst>
                <a:path extrusionOk="0" h="2462" w="3692">
                  <a:moveTo>
                    <a:pt x="0" y="1"/>
                  </a:moveTo>
                  <a:lnTo>
                    <a:pt x="142" y="1205"/>
                  </a:lnTo>
                  <a:lnTo>
                    <a:pt x="189" y="1253"/>
                  </a:lnTo>
                  <a:lnTo>
                    <a:pt x="236" y="1692"/>
                  </a:lnTo>
                  <a:lnTo>
                    <a:pt x="202" y="1718"/>
                  </a:lnTo>
                  <a:lnTo>
                    <a:pt x="257" y="2182"/>
                  </a:lnTo>
                  <a:lnTo>
                    <a:pt x="309" y="2433"/>
                  </a:lnTo>
                  <a:lnTo>
                    <a:pt x="600" y="2462"/>
                  </a:lnTo>
                  <a:lnTo>
                    <a:pt x="1092" y="2462"/>
                  </a:lnTo>
                  <a:lnTo>
                    <a:pt x="1344" y="2424"/>
                  </a:lnTo>
                  <a:lnTo>
                    <a:pt x="1606" y="2462"/>
                  </a:lnTo>
                  <a:lnTo>
                    <a:pt x="2341" y="2462"/>
                  </a:lnTo>
                  <a:lnTo>
                    <a:pt x="2603" y="2424"/>
                  </a:lnTo>
                  <a:lnTo>
                    <a:pt x="2855" y="2462"/>
                  </a:lnTo>
                  <a:lnTo>
                    <a:pt x="3660" y="2462"/>
                  </a:lnTo>
                  <a:lnTo>
                    <a:pt x="3692" y="2182"/>
                  </a:lnTo>
                  <a:lnTo>
                    <a:pt x="569" y="2182"/>
                  </a:lnTo>
                  <a:lnTo>
                    <a:pt x="313" y="1"/>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29" name="Google Shape;3629;p27"/>
            <p:cNvSpPr/>
            <p:nvPr/>
          </p:nvSpPr>
          <p:spPr>
            <a:xfrm>
              <a:off x="2930759" y="3091250"/>
              <a:ext cx="11147" cy="8994"/>
            </a:xfrm>
            <a:custGeom>
              <a:rect b="b" l="l" r="r" t="t"/>
              <a:pathLst>
                <a:path extrusionOk="0" h="280" w="347">
                  <a:moveTo>
                    <a:pt x="0" y="0"/>
                  </a:moveTo>
                  <a:lnTo>
                    <a:pt x="32" y="280"/>
                  </a:lnTo>
                  <a:lnTo>
                    <a:pt x="346" y="280"/>
                  </a:lnTo>
                  <a:lnTo>
                    <a:pt x="313" y="0"/>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30" name="Google Shape;3630;p27"/>
            <p:cNvSpPr/>
            <p:nvPr/>
          </p:nvSpPr>
          <p:spPr>
            <a:xfrm>
              <a:off x="2928124" y="3028287"/>
              <a:ext cx="116765" cy="70894"/>
            </a:xfrm>
            <a:custGeom>
              <a:rect b="b" l="l" r="r" t="t"/>
              <a:pathLst>
                <a:path extrusionOk="0" h="2207" w="3635">
                  <a:moveTo>
                    <a:pt x="1347" y="0"/>
                  </a:moveTo>
                  <a:lnTo>
                    <a:pt x="833" y="21"/>
                  </a:lnTo>
                  <a:lnTo>
                    <a:pt x="865" y="925"/>
                  </a:lnTo>
                  <a:cubicBezTo>
                    <a:pt x="867" y="956"/>
                    <a:pt x="842" y="983"/>
                    <a:pt x="809" y="983"/>
                  </a:cubicBezTo>
                  <a:lnTo>
                    <a:pt x="276" y="983"/>
                  </a:lnTo>
                  <a:lnTo>
                    <a:pt x="1" y="1021"/>
                  </a:lnTo>
                  <a:lnTo>
                    <a:pt x="60" y="1461"/>
                  </a:lnTo>
                  <a:lnTo>
                    <a:pt x="335" y="1499"/>
                  </a:lnTo>
                  <a:lnTo>
                    <a:pt x="835" y="1499"/>
                  </a:lnTo>
                  <a:cubicBezTo>
                    <a:pt x="865" y="1499"/>
                    <a:pt x="888" y="1522"/>
                    <a:pt x="891" y="1552"/>
                  </a:cubicBezTo>
                  <a:lnTo>
                    <a:pt x="906" y="1963"/>
                  </a:lnTo>
                  <a:lnTo>
                    <a:pt x="952" y="2207"/>
                  </a:lnTo>
                  <a:lnTo>
                    <a:pt x="1392" y="2207"/>
                  </a:lnTo>
                  <a:lnTo>
                    <a:pt x="1420" y="1963"/>
                  </a:lnTo>
                  <a:lnTo>
                    <a:pt x="1405" y="1558"/>
                  </a:lnTo>
                  <a:cubicBezTo>
                    <a:pt x="1402" y="1528"/>
                    <a:pt x="1428" y="1500"/>
                    <a:pt x="1460" y="1500"/>
                  </a:cubicBezTo>
                  <a:lnTo>
                    <a:pt x="2133" y="1500"/>
                  </a:lnTo>
                  <a:cubicBezTo>
                    <a:pt x="2167" y="1500"/>
                    <a:pt x="2191" y="1528"/>
                    <a:pt x="2190" y="1558"/>
                  </a:cubicBezTo>
                  <a:lnTo>
                    <a:pt x="2175" y="1963"/>
                  </a:lnTo>
                  <a:lnTo>
                    <a:pt x="2203" y="2207"/>
                  </a:lnTo>
                  <a:lnTo>
                    <a:pt x="2643" y="2207"/>
                  </a:lnTo>
                  <a:lnTo>
                    <a:pt x="2689" y="1963"/>
                  </a:lnTo>
                  <a:lnTo>
                    <a:pt x="2704" y="1552"/>
                  </a:lnTo>
                  <a:cubicBezTo>
                    <a:pt x="2705" y="1522"/>
                    <a:pt x="2730" y="1499"/>
                    <a:pt x="2760" y="1499"/>
                  </a:cubicBezTo>
                  <a:lnTo>
                    <a:pt x="3571" y="1499"/>
                  </a:lnTo>
                  <a:lnTo>
                    <a:pt x="3635" y="983"/>
                  </a:lnTo>
                  <a:lnTo>
                    <a:pt x="2788" y="983"/>
                  </a:lnTo>
                  <a:cubicBezTo>
                    <a:pt x="2754" y="983"/>
                    <a:pt x="2730" y="956"/>
                    <a:pt x="2731" y="925"/>
                  </a:cubicBezTo>
                  <a:lnTo>
                    <a:pt x="2763" y="21"/>
                  </a:lnTo>
                  <a:lnTo>
                    <a:pt x="2249" y="0"/>
                  </a:lnTo>
                  <a:lnTo>
                    <a:pt x="2216" y="930"/>
                  </a:lnTo>
                  <a:cubicBezTo>
                    <a:pt x="2213" y="960"/>
                    <a:pt x="2190" y="985"/>
                    <a:pt x="2159" y="985"/>
                  </a:cubicBezTo>
                  <a:lnTo>
                    <a:pt x="1437" y="985"/>
                  </a:lnTo>
                  <a:cubicBezTo>
                    <a:pt x="1407" y="985"/>
                    <a:pt x="1383" y="960"/>
                    <a:pt x="1381" y="930"/>
                  </a:cubicBezTo>
                  <a:lnTo>
                    <a:pt x="1347" y="0"/>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31" name="Google Shape;3631;p27"/>
            <p:cNvSpPr/>
            <p:nvPr/>
          </p:nvSpPr>
          <p:spPr>
            <a:xfrm>
              <a:off x="2927064" y="3059864"/>
              <a:ext cx="12046" cy="16543"/>
            </a:xfrm>
            <a:custGeom>
              <a:rect b="b" l="l" r="r" t="t"/>
              <a:pathLst>
                <a:path extrusionOk="0" h="515" w="375">
                  <a:moveTo>
                    <a:pt x="1" y="0"/>
                  </a:moveTo>
                  <a:lnTo>
                    <a:pt x="60" y="514"/>
                  </a:lnTo>
                  <a:lnTo>
                    <a:pt x="374" y="514"/>
                  </a:lnTo>
                  <a:lnTo>
                    <a:pt x="313" y="0"/>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32" name="Google Shape;3632;p27"/>
            <p:cNvSpPr/>
            <p:nvPr/>
          </p:nvSpPr>
          <p:spPr>
            <a:xfrm>
              <a:off x="2957293" y="3091250"/>
              <a:ext cx="16929" cy="8994"/>
            </a:xfrm>
            <a:custGeom>
              <a:rect b="b" l="l" r="r" t="t"/>
              <a:pathLst>
                <a:path extrusionOk="0" h="280" w="527">
                  <a:moveTo>
                    <a:pt x="1" y="0"/>
                  </a:moveTo>
                  <a:lnTo>
                    <a:pt x="12" y="280"/>
                  </a:lnTo>
                  <a:lnTo>
                    <a:pt x="526" y="280"/>
                  </a:lnTo>
                  <a:lnTo>
                    <a:pt x="515" y="0"/>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33" name="Google Shape;3633;p27"/>
            <p:cNvSpPr/>
            <p:nvPr/>
          </p:nvSpPr>
          <p:spPr>
            <a:xfrm>
              <a:off x="2997769" y="3091250"/>
              <a:ext cx="16896" cy="8994"/>
            </a:xfrm>
            <a:custGeom>
              <a:rect b="b" l="l" r="r" t="t"/>
              <a:pathLst>
                <a:path extrusionOk="0" h="280" w="526">
                  <a:moveTo>
                    <a:pt x="12" y="0"/>
                  </a:moveTo>
                  <a:lnTo>
                    <a:pt x="0" y="280"/>
                  </a:lnTo>
                  <a:lnTo>
                    <a:pt x="514" y="280"/>
                  </a:lnTo>
                  <a:lnTo>
                    <a:pt x="526" y="0"/>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34" name="Google Shape;3634;p27"/>
            <p:cNvSpPr/>
            <p:nvPr/>
          </p:nvSpPr>
          <p:spPr>
            <a:xfrm>
              <a:off x="2917877" y="2966769"/>
              <a:ext cx="138641" cy="56279"/>
            </a:xfrm>
            <a:custGeom>
              <a:rect b="b" l="l" r="r" t="t"/>
              <a:pathLst>
                <a:path extrusionOk="0" h="1752" w="4316">
                  <a:moveTo>
                    <a:pt x="0" y="0"/>
                  </a:moveTo>
                  <a:lnTo>
                    <a:pt x="0" y="1752"/>
                  </a:lnTo>
                  <a:lnTo>
                    <a:pt x="4232" y="1752"/>
                  </a:lnTo>
                  <a:lnTo>
                    <a:pt x="4315" y="1433"/>
                  </a:lnTo>
                  <a:lnTo>
                    <a:pt x="4315" y="0"/>
                  </a:lnTo>
                  <a:close/>
                </a:path>
              </a:pathLst>
            </a:cu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35" name="Google Shape;3635;p27"/>
            <p:cNvSpPr/>
            <p:nvPr/>
          </p:nvSpPr>
          <p:spPr>
            <a:xfrm>
              <a:off x="2915435" y="2966898"/>
              <a:ext cx="141082" cy="56118"/>
            </a:xfrm>
            <a:custGeom>
              <a:rect b="b" l="l" r="r" t="t"/>
              <a:pathLst>
                <a:path extrusionOk="0" h="1747" w="4392">
                  <a:moveTo>
                    <a:pt x="1" y="0"/>
                  </a:moveTo>
                  <a:lnTo>
                    <a:pt x="1" y="1746"/>
                  </a:lnTo>
                  <a:lnTo>
                    <a:pt x="4391" y="1746"/>
                  </a:lnTo>
                  <a:lnTo>
                    <a:pt x="4391" y="1429"/>
                  </a:lnTo>
                  <a:lnTo>
                    <a:pt x="319" y="1429"/>
                  </a:lnTo>
                  <a:cubicBezTo>
                    <a:pt x="287" y="1429"/>
                    <a:pt x="261" y="1405"/>
                    <a:pt x="261" y="1374"/>
                  </a:cubicBezTo>
                  <a:lnTo>
                    <a:pt x="261" y="0"/>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36" name="Google Shape;3636;p27"/>
            <p:cNvSpPr/>
            <p:nvPr/>
          </p:nvSpPr>
          <p:spPr>
            <a:xfrm>
              <a:off x="2901879" y="2835607"/>
              <a:ext cx="169575" cy="116348"/>
            </a:xfrm>
            <a:custGeom>
              <a:rect b="b" l="l" r="r" t="t"/>
              <a:pathLst>
                <a:path extrusionOk="0" h="3622" w="5279">
                  <a:moveTo>
                    <a:pt x="3309" y="0"/>
                  </a:moveTo>
                  <a:cubicBezTo>
                    <a:pt x="3292" y="0"/>
                    <a:pt x="3273" y="4"/>
                    <a:pt x="3260" y="7"/>
                  </a:cubicBezTo>
                  <a:lnTo>
                    <a:pt x="3094" y="31"/>
                  </a:lnTo>
                  <a:cubicBezTo>
                    <a:pt x="2557" y="80"/>
                    <a:pt x="2379" y="758"/>
                    <a:pt x="2368" y="1078"/>
                  </a:cubicBezTo>
                  <a:lnTo>
                    <a:pt x="1306" y="1078"/>
                  </a:lnTo>
                  <a:lnTo>
                    <a:pt x="1293" y="1079"/>
                  </a:lnTo>
                  <a:cubicBezTo>
                    <a:pt x="937" y="1146"/>
                    <a:pt x="776" y="1363"/>
                    <a:pt x="776" y="1673"/>
                  </a:cubicBezTo>
                  <a:cubicBezTo>
                    <a:pt x="776" y="1673"/>
                    <a:pt x="984" y="2198"/>
                    <a:pt x="1293" y="2198"/>
                  </a:cubicBezTo>
                  <a:lnTo>
                    <a:pt x="733" y="2198"/>
                  </a:lnTo>
                  <a:lnTo>
                    <a:pt x="717" y="2200"/>
                  </a:lnTo>
                  <a:cubicBezTo>
                    <a:pt x="319" y="2246"/>
                    <a:pt x="23" y="2521"/>
                    <a:pt x="23" y="2924"/>
                  </a:cubicBezTo>
                  <a:lnTo>
                    <a:pt x="23" y="2958"/>
                  </a:lnTo>
                  <a:cubicBezTo>
                    <a:pt x="0" y="3204"/>
                    <a:pt x="314" y="3621"/>
                    <a:pt x="717" y="3621"/>
                  </a:cubicBezTo>
                  <a:lnTo>
                    <a:pt x="4292" y="3585"/>
                  </a:lnTo>
                  <a:cubicBezTo>
                    <a:pt x="4298" y="3586"/>
                    <a:pt x="4307" y="3587"/>
                    <a:pt x="4319" y="3587"/>
                  </a:cubicBezTo>
                  <a:cubicBezTo>
                    <a:pt x="4438" y="3587"/>
                    <a:pt x="4858" y="3526"/>
                    <a:pt x="5012" y="3371"/>
                  </a:cubicBezTo>
                  <a:cubicBezTo>
                    <a:pt x="5177" y="3201"/>
                    <a:pt x="5278" y="2973"/>
                    <a:pt x="5278" y="2717"/>
                  </a:cubicBezTo>
                  <a:cubicBezTo>
                    <a:pt x="5277" y="2200"/>
                    <a:pt x="4858" y="1784"/>
                    <a:pt x="4344" y="1784"/>
                  </a:cubicBezTo>
                  <a:lnTo>
                    <a:pt x="3802" y="1784"/>
                  </a:lnTo>
                  <a:cubicBezTo>
                    <a:pt x="3838" y="1784"/>
                    <a:pt x="3854" y="1763"/>
                    <a:pt x="3888" y="1755"/>
                  </a:cubicBezTo>
                  <a:cubicBezTo>
                    <a:pt x="4026" y="1725"/>
                    <a:pt x="4149" y="1658"/>
                    <a:pt x="4230" y="1541"/>
                  </a:cubicBezTo>
                  <a:cubicBezTo>
                    <a:pt x="4239" y="1528"/>
                    <a:pt x="4285" y="1518"/>
                    <a:pt x="4292" y="1505"/>
                  </a:cubicBezTo>
                  <a:cubicBezTo>
                    <a:pt x="4334" y="1430"/>
                    <a:pt x="4362" y="1341"/>
                    <a:pt x="4365" y="1250"/>
                  </a:cubicBezTo>
                  <a:cubicBezTo>
                    <a:pt x="4373" y="939"/>
                    <a:pt x="4123" y="683"/>
                    <a:pt x="3815" y="683"/>
                  </a:cubicBezTo>
                  <a:cubicBezTo>
                    <a:pt x="3498" y="683"/>
                    <a:pt x="3267" y="382"/>
                    <a:pt x="3354" y="75"/>
                  </a:cubicBezTo>
                  <a:cubicBezTo>
                    <a:pt x="3362" y="51"/>
                    <a:pt x="3354" y="28"/>
                    <a:pt x="3340" y="9"/>
                  </a:cubicBezTo>
                  <a:cubicBezTo>
                    <a:pt x="3333" y="3"/>
                    <a:pt x="3322" y="0"/>
                    <a:pt x="3309" y="0"/>
                  </a:cubicBezTo>
                  <a:close/>
                </a:path>
              </a:pathLst>
            </a:custGeom>
            <a:solidFill>
              <a:schemeClr val="l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37" name="Google Shape;3637;p27"/>
            <p:cNvSpPr/>
            <p:nvPr/>
          </p:nvSpPr>
          <p:spPr>
            <a:xfrm>
              <a:off x="2901493" y="2906151"/>
              <a:ext cx="161351" cy="48280"/>
            </a:xfrm>
            <a:custGeom>
              <a:rect b="b" l="l" r="r" t="t"/>
              <a:pathLst>
                <a:path extrusionOk="0" h="1503" w="5023">
                  <a:moveTo>
                    <a:pt x="742" y="1"/>
                  </a:moveTo>
                  <a:cubicBezTo>
                    <a:pt x="342" y="1"/>
                    <a:pt x="6" y="319"/>
                    <a:pt x="2" y="719"/>
                  </a:cubicBezTo>
                  <a:cubicBezTo>
                    <a:pt x="1" y="888"/>
                    <a:pt x="58" y="1046"/>
                    <a:pt x="157" y="1171"/>
                  </a:cubicBezTo>
                  <a:cubicBezTo>
                    <a:pt x="290" y="1347"/>
                    <a:pt x="507" y="1451"/>
                    <a:pt x="729" y="1451"/>
                  </a:cubicBezTo>
                  <a:lnTo>
                    <a:pt x="745" y="1502"/>
                  </a:lnTo>
                  <a:lnTo>
                    <a:pt x="4301" y="1502"/>
                  </a:lnTo>
                  <a:lnTo>
                    <a:pt x="4356" y="1451"/>
                  </a:lnTo>
                  <a:cubicBezTo>
                    <a:pt x="4617" y="1451"/>
                    <a:pt x="4852" y="1344"/>
                    <a:pt x="5022" y="1173"/>
                  </a:cubicBezTo>
                  <a:lnTo>
                    <a:pt x="842" y="1171"/>
                  </a:lnTo>
                  <a:cubicBezTo>
                    <a:pt x="510" y="1171"/>
                    <a:pt x="247" y="885"/>
                    <a:pt x="284" y="555"/>
                  </a:cubicBezTo>
                  <a:cubicBezTo>
                    <a:pt x="333" y="143"/>
                    <a:pt x="742" y="1"/>
                    <a:pt x="742"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38" name="Google Shape;3638;p27"/>
            <p:cNvSpPr/>
            <p:nvPr/>
          </p:nvSpPr>
          <p:spPr>
            <a:xfrm>
              <a:off x="2977114" y="2834997"/>
              <a:ext cx="31962" cy="35142"/>
            </a:xfrm>
            <a:custGeom>
              <a:rect b="b" l="l" r="r" t="t"/>
              <a:pathLst>
                <a:path extrusionOk="0" h="1094" w="995">
                  <a:moveTo>
                    <a:pt x="941" y="1"/>
                  </a:moveTo>
                  <a:cubicBezTo>
                    <a:pt x="938" y="1"/>
                    <a:pt x="935" y="1"/>
                    <a:pt x="933" y="1"/>
                  </a:cubicBezTo>
                  <a:lnTo>
                    <a:pt x="817" y="11"/>
                  </a:lnTo>
                  <a:cubicBezTo>
                    <a:pt x="355" y="53"/>
                    <a:pt x="15" y="435"/>
                    <a:pt x="3" y="874"/>
                  </a:cubicBezTo>
                  <a:cubicBezTo>
                    <a:pt x="0" y="949"/>
                    <a:pt x="8" y="1022"/>
                    <a:pt x="22" y="1094"/>
                  </a:cubicBezTo>
                  <a:lnTo>
                    <a:pt x="449" y="1094"/>
                  </a:lnTo>
                  <a:cubicBezTo>
                    <a:pt x="527" y="1094"/>
                    <a:pt x="592" y="1029"/>
                    <a:pt x="590" y="949"/>
                  </a:cubicBezTo>
                  <a:cubicBezTo>
                    <a:pt x="587" y="874"/>
                    <a:pt x="520" y="815"/>
                    <a:pt x="445" y="815"/>
                  </a:cubicBezTo>
                  <a:cubicBezTo>
                    <a:pt x="358" y="815"/>
                    <a:pt x="296" y="732"/>
                    <a:pt x="319" y="647"/>
                  </a:cubicBezTo>
                  <a:cubicBezTo>
                    <a:pt x="411" y="341"/>
                    <a:pt x="665" y="95"/>
                    <a:pt x="995" y="26"/>
                  </a:cubicBezTo>
                  <a:cubicBezTo>
                    <a:pt x="982" y="11"/>
                    <a:pt x="963" y="1"/>
                    <a:pt x="941"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39" name="Google Shape;3639;p27"/>
            <p:cNvSpPr/>
            <p:nvPr/>
          </p:nvSpPr>
          <p:spPr>
            <a:xfrm>
              <a:off x="3009430" y="2883922"/>
              <a:ext cx="30195" cy="9026"/>
            </a:xfrm>
            <a:custGeom>
              <a:rect b="b" l="l" r="r" t="t"/>
              <a:pathLst>
                <a:path extrusionOk="0" h="281" w="940">
                  <a:moveTo>
                    <a:pt x="141" y="1"/>
                  </a:moveTo>
                  <a:cubicBezTo>
                    <a:pt x="63" y="1"/>
                    <a:pt x="0" y="65"/>
                    <a:pt x="0" y="140"/>
                  </a:cubicBezTo>
                  <a:cubicBezTo>
                    <a:pt x="0" y="217"/>
                    <a:pt x="64" y="280"/>
                    <a:pt x="141" y="280"/>
                  </a:cubicBezTo>
                  <a:lnTo>
                    <a:pt x="452" y="280"/>
                  </a:lnTo>
                  <a:cubicBezTo>
                    <a:pt x="658" y="280"/>
                    <a:pt x="843" y="167"/>
                    <a:pt x="940"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40" name="Google Shape;3640;p27"/>
            <p:cNvSpPr/>
            <p:nvPr/>
          </p:nvSpPr>
          <p:spPr>
            <a:xfrm>
              <a:off x="2925394" y="2870173"/>
              <a:ext cx="34853" cy="36009"/>
            </a:xfrm>
            <a:custGeom>
              <a:rect b="b" l="l" r="r" t="t"/>
              <a:pathLst>
                <a:path extrusionOk="0" h="1121" w="1085">
                  <a:moveTo>
                    <a:pt x="574" y="0"/>
                  </a:moveTo>
                  <a:cubicBezTo>
                    <a:pt x="264" y="0"/>
                    <a:pt x="3" y="246"/>
                    <a:pt x="2" y="555"/>
                  </a:cubicBezTo>
                  <a:cubicBezTo>
                    <a:pt x="1" y="698"/>
                    <a:pt x="53" y="828"/>
                    <a:pt x="140" y="928"/>
                  </a:cubicBezTo>
                  <a:cubicBezTo>
                    <a:pt x="245" y="1050"/>
                    <a:pt x="402" y="1121"/>
                    <a:pt x="561" y="1121"/>
                  </a:cubicBezTo>
                  <a:lnTo>
                    <a:pt x="942" y="1121"/>
                  </a:lnTo>
                  <a:cubicBezTo>
                    <a:pt x="1020" y="1121"/>
                    <a:pt x="1085" y="1056"/>
                    <a:pt x="1081" y="976"/>
                  </a:cubicBezTo>
                  <a:cubicBezTo>
                    <a:pt x="1078" y="899"/>
                    <a:pt x="1010" y="840"/>
                    <a:pt x="934" y="840"/>
                  </a:cubicBezTo>
                  <a:lnTo>
                    <a:pt x="609" y="840"/>
                  </a:lnTo>
                  <a:cubicBezTo>
                    <a:pt x="429" y="840"/>
                    <a:pt x="274" y="705"/>
                    <a:pt x="257" y="527"/>
                  </a:cubicBezTo>
                  <a:cubicBezTo>
                    <a:pt x="218" y="134"/>
                    <a:pt x="574" y="0"/>
                    <a:pt x="574"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41" name="Google Shape;3641;p27"/>
            <p:cNvSpPr/>
            <p:nvPr/>
          </p:nvSpPr>
          <p:spPr>
            <a:xfrm>
              <a:off x="2910135" y="2952763"/>
              <a:ext cx="152229" cy="15322"/>
            </a:xfrm>
            <a:custGeom>
              <a:rect b="b" l="l" r="r" t="t"/>
              <a:pathLst>
                <a:path extrusionOk="0" h="477" w="4739">
                  <a:moveTo>
                    <a:pt x="244" y="0"/>
                  </a:moveTo>
                  <a:lnTo>
                    <a:pt x="188" y="19"/>
                  </a:lnTo>
                  <a:cubicBezTo>
                    <a:pt x="85" y="19"/>
                    <a:pt x="1" y="102"/>
                    <a:pt x="1" y="204"/>
                  </a:cubicBezTo>
                  <a:lnTo>
                    <a:pt x="1" y="290"/>
                  </a:lnTo>
                  <a:cubicBezTo>
                    <a:pt x="1" y="393"/>
                    <a:pt x="85" y="477"/>
                    <a:pt x="188" y="477"/>
                  </a:cubicBezTo>
                  <a:lnTo>
                    <a:pt x="4535" y="477"/>
                  </a:lnTo>
                  <a:cubicBezTo>
                    <a:pt x="4638" y="477"/>
                    <a:pt x="4720" y="393"/>
                    <a:pt x="4720" y="291"/>
                  </a:cubicBezTo>
                  <a:lnTo>
                    <a:pt x="4739" y="236"/>
                  </a:lnTo>
                  <a:lnTo>
                    <a:pt x="4739" y="187"/>
                  </a:lnTo>
                  <a:cubicBezTo>
                    <a:pt x="4739" y="84"/>
                    <a:pt x="4655" y="0"/>
                    <a:pt x="4552" y="0"/>
                  </a:cubicBezTo>
                  <a:close/>
                </a:path>
              </a:pathLst>
            </a:cu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42" name="Google Shape;3642;p27"/>
            <p:cNvSpPr/>
            <p:nvPr/>
          </p:nvSpPr>
          <p:spPr>
            <a:xfrm>
              <a:off x="2909589" y="2952699"/>
              <a:ext cx="152775" cy="15965"/>
            </a:xfrm>
            <a:custGeom>
              <a:rect b="b" l="l" r="r" t="t"/>
              <a:pathLst>
                <a:path extrusionOk="0" h="497" w="4756">
                  <a:moveTo>
                    <a:pt x="186" y="1"/>
                  </a:moveTo>
                  <a:cubicBezTo>
                    <a:pt x="83" y="1"/>
                    <a:pt x="0" y="83"/>
                    <a:pt x="0" y="188"/>
                  </a:cubicBezTo>
                  <a:lnTo>
                    <a:pt x="0" y="311"/>
                  </a:lnTo>
                  <a:cubicBezTo>
                    <a:pt x="0" y="413"/>
                    <a:pt x="83" y="496"/>
                    <a:pt x="186" y="496"/>
                  </a:cubicBezTo>
                  <a:lnTo>
                    <a:pt x="4569" y="496"/>
                  </a:lnTo>
                  <a:cubicBezTo>
                    <a:pt x="4672" y="496"/>
                    <a:pt x="4756" y="413"/>
                    <a:pt x="4756" y="311"/>
                  </a:cubicBezTo>
                  <a:lnTo>
                    <a:pt x="4756" y="235"/>
                  </a:lnTo>
                  <a:lnTo>
                    <a:pt x="316" y="235"/>
                  </a:lnTo>
                  <a:cubicBezTo>
                    <a:pt x="286" y="235"/>
                    <a:pt x="261" y="212"/>
                    <a:pt x="261" y="180"/>
                  </a:cubicBezTo>
                  <a:lnTo>
                    <a:pt x="261" y="1"/>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43" name="Google Shape;3643;p27"/>
            <p:cNvSpPr/>
            <p:nvPr/>
          </p:nvSpPr>
          <p:spPr>
            <a:xfrm>
              <a:off x="2910135" y="3021251"/>
              <a:ext cx="152229" cy="15290"/>
            </a:xfrm>
            <a:custGeom>
              <a:rect b="b" l="l" r="r" t="t"/>
              <a:pathLst>
                <a:path extrusionOk="0" h="476" w="4739">
                  <a:moveTo>
                    <a:pt x="244" y="1"/>
                  </a:moveTo>
                  <a:lnTo>
                    <a:pt x="188" y="18"/>
                  </a:lnTo>
                  <a:cubicBezTo>
                    <a:pt x="85" y="18"/>
                    <a:pt x="1" y="102"/>
                    <a:pt x="1" y="205"/>
                  </a:cubicBezTo>
                  <a:lnTo>
                    <a:pt x="1" y="290"/>
                  </a:lnTo>
                  <a:cubicBezTo>
                    <a:pt x="1" y="393"/>
                    <a:pt x="85" y="476"/>
                    <a:pt x="188" y="476"/>
                  </a:cubicBezTo>
                  <a:lnTo>
                    <a:pt x="4535" y="476"/>
                  </a:lnTo>
                  <a:cubicBezTo>
                    <a:pt x="4638" y="476"/>
                    <a:pt x="4720" y="392"/>
                    <a:pt x="4720" y="292"/>
                  </a:cubicBezTo>
                  <a:lnTo>
                    <a:pt x="4739" y="235"/>
                  </a:lnTo>
                  <a:lnTo>
                    <a:pt x="4739" y="186"/>
                  </a:lnTo>
                  <a:cubicBezTo>
                    <a:pt x="4739" y="83"/>
                    <a:pt x="4655" y="1"/>
                    <a:pt x="4552" y="1"/>
                  </a:cubicBezTo>
                  <a:close/>
                </a:path>
              </a:pathLst>
            </a:cu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44" name="Google Shape;3644;p27"/>
            <p:cNvSpPr/>
            <p:nvPr/>
          </p:nvSpPr>
          <p:spPr>
            <a:xfrm>
              <a:off x="2909589" y="3021155"/>
              <a:ext cx="152775" cy="15997"/>
            </a:xfrm>
            <a:custGeom>
              <a:rect b="b" l="l" r="r" t="t"/>
              <a:pathLst>
                <a:path extrusionOk="0" h="498" w="4756">
                  <a:moveTo>
                    <a:pt x="186" y="1"/>
                  </a:moveTo>
                  <a:cubicBezTo>
                    <a:pt x="83" y="1"/>
                    <a:pt x="0" y="85"/>
                    <a:pt x="0" y="188"/>
                  </a:cubicBezTo>
                  <a:lnTo>
                    <a:pt x="0" y="311"/>
                  </a:lnTo>
                  <a:cubicBezTo>
                    <a:pt x="0" y="413"/>
                    <a:pt x="83" y="497"/>
                    <a:pt x="186" y="497"/>
                  </a:cubicBezTo>
                  <a:lnTo>
                    <a:pt x="4569" y="497"/>
                  </a:lnTo>
                  <a:cubicBezTo>
                    <a:pt x="4672" y="497"/>
                    <a:pt x="4756" y="413"/>
                    <a:pt x="4756" y="311"/>
                  </a:cubicBezTo>
                  <a:lnTo>
                    <a:pt x="4756" y="237"/>
                  </a:lnTo>
                  <a:lnTo>
                    <a:pt x="316" y="237"/>
                  </a:lnTo>
                  <a:cubicBezTo>
                    <a:pt x="286" y="237"/>
                    <a:pt x="261" y="211"/>
                    <a:pt x="261" y="180"/>
                  </a:cubicBezTo>
                  <a:lnTo>
                    <a:pt x="261" y="1"/>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3645" name="Google Shape;3645;p27"/>
          <p:cNvGrpSpPr/>
          <p:nvPr/>
        </p:nvGrpSpPr>
        <p:grpSpPr>
          <a:xfrm>
            <a:off x="2201574" y="2851348"/>
            <a:ext cx="298842" cy="265079"/>
            <a:chOff x="2201574" y="2851348"/>
            <a:chExt cx="298842" cy="265079"/>
          </a:xfrm>
        </p:grpSpPr>
        <p:sp>
          <p:nvSpPr>
            <p:cNvPr id="3646" name="Google Shape;3646;p27"/>
            <p:cNvSpPr/>
            <p:nvPr/>
          </p:nvSpPr>
          <p:spPr>
            <a:xfrm>
              <a:off x="2346935" y="2921378"/>
              <a:ext cx="153481" cy="191836"/>
            </a:xfrm>
            <a:custGeom>
              <a:rect b="b" l="l" r="r" t="t"/>
              <a:pathLst>
                <a:path extrusionOk="0" h="5972" w="4778">
                  <a:moveTo>
                    <a:pt x="2344" y="484"/>
                  </a:moveTo>
                  <a:cubicBezTo>
                    <a:pt x="3101" y="484"/>
                    <a:pt x="3838" y="1787"/>
                    <a:pt x="3838" y="2890"/>
                  </a:cubicBezTo>
                  <a:cubicBezTo>
                    <a:pt x="3841" y="3713"/>
                    <a:pt x="3171" y="4195"/>
                    <a:pt x="2344" y="4195"/>
                  </a:cubicBezTo>
                  <a:cubicBezTo>
                    <a:pt x="1519" y="4195"/>
                    <a:pt x="849" y="3713"/>
                    <a:pt x="849" y="2890"/>
                  </a:cubicBezTo>
                  <a:cubicBezTo>
                    <a:pt x="849" y="1768"/>
                    <a:pt x="1586" y="484"/>
                    <a:pt x="2344" y="484"/>
                  </a:cubicBezTo>
                  <a:close/>
                  <a:moveTo>
                    <a:pt x="2344" y="0"/>
                  </a:moveTo>
                  <a:cubicBezTo>
                    <a:pt x="1927" y="0"/>
                    <a:pt x="1555" y="165"/>
                    <a:pt x="1232" y="440"/>
                  </a:cubicBezTo>
                  <a:cubicBezTo>
                    <a:pt x="1232" y="440"/>
                    <a:pt x="0" y="1558"/>
                    <a:pt x="0" y="3541"/>
                  </a:cubicBezTo>
                  <a:cubicBezTo>
                    <a:pt x="0" y="4883"/>
                    <a:pt x="847" y="5956"/>
                    <a:pt x="2344" y="5972"/>
                  </a:cubicBezTo>
                  <a:cubicBezTo>
                    <a:pt x="2357" y="5972"/>
                    <a:pt x="2369" y="5972"/>
                    <a:pt x="2382" y="5972"/>
                  </a:cubicBezTo>
                  <a:cubicBezTo>
                    <a:pt x="3641" y="5972"/>
                    <a:pt x="4285" y="5254"/>
                    <a:pt x="4285" y="5254"/>
                  </a:cubicBezTo>
                  <a:cubicBezTo>
                    <a:pt x="4602" y="4869"/>
                    <a:pt x="4776" y="4365"/>
                    <a:pt x="4776" y="3787"/>
                  </a:cubicBezTo>
                  <a:cubicBezTo>
                    <a:pt x="4778" y="2134"/>
                    <a:pt x="3841" y="0"/>
                    <a:pt x="2344" y="0"/>
                  </a:cubicBezTo>
                  <a:close/>
                </a:path>
              </a:pathLst>
            </a:custGeom>
            <a:solidFill>
              <a:schemeClr val="accent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47" name="Google Shape;3647;p27"/>
            <p:cNvSpPr/>
            <p:nvPr/>
          </p:nvSpPr>
          <p:spPr>
            <a:xfrm>
              <a:off x="2343691" y="2935545"/>
              <a:ext cx="140954" cy="180882"/>
            </a:xfrm>
            <a:custGeom>
              <a:rect b="b" l="l" r="r" t="t"/>
              <a:pathLst>
                <a:path extrusionOk="0" h="5631" w="4388">
                  <a:moveTo>
                    <a:pt x="1335" y="1"/>
                  </a:moveTo>
                  <a:lnTo>
                    <a:pt x="1335" y="1"/>
                  </a:lnTo>
                  <a:cubicBezTo>
                    <a:pt x="1081" y="216"/>
                    <a:pt x="861" y="499"/>
                    <a:pt x="676" y="822"/>
                  </a:cubicBezTo>
                  <a:cubicBezTo>
                    <a:pt x="230" y="1618"/>
                    <a:pt x="0" y="2541"/>
                    <a:pt x="16" y="3453"/>
                  </a:cubicBezTo>
                  <a:cubicBezTo>
                    <a:pt x="64" y="4737"/>
                    <a:pt x="992" y="5631"/>
                    <a:pt x="2447" y="5631"/>
                  </a:cubicBezTo>
                  <a:cubicBezTo>
                    <a:pt x="3299" y="5631"/>
                    <a:pt x="3968" y="5324"/>
                    <a:pt x="4388" y="4814"/>
                  </a:cubicBezTo>
                  <a:lnTo>
                    <a:pt x="4388" y="4814"/>
                  </a:lnTo>
                  <a:cubicBezTo>
                    <a:pt x="3974" y="5153"/>
                    <a:pt x="3408" y="5348"/>
                    <a:pt x="2724" y="5348"/>
                  </a:cubicBezTo>
                  <a:cubicBezTo>
                    <a:pt x="1332" y="5348"/>
                    <a:pt x="424" y="4530"/>
                    <a:pt x="305" y="3336"/>
                  </a:cubicBezTo>
                  <a:cubicBezTo>
                    <a:pt x="300" y="3288"/>
                    <a:pt x="313" y="3243"/>
                    <a:pt x="342" y="3206"/>
                  </a:cubicBezTo>
                  <a:cubicBezTo>
                    <a:pt x="624" y="2829"/>
                    <a:pt x="779" y="2353"/>
                    <a:pt x="779" y="1810"/>
                  </a:cubicBezTo>
                  <a:cubicBezTo>
                    <a:pt x="779" y="1576"/>
                    <a:pt x="759" y="1331"/>
                    <a:pt x="722" y="1085"/>
                  </a:cubicBezTo>
                  <a:cubicBezTo>
                    <a:pt x="717" y="1050"/>
                    <a:pt x="721" y="1014"/>
                    <a:pt x="734" y="984"/>
                  </a:cubicBezTo>
                  <a:cubicBezTo>
                    <a:pt x="896" y="615"/>
                    <a:pt x="1096" y="276"/>
                    <a:pt x="1335"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48" name="Google Shape;3648;p27"/>
            <p:cNvSpPr/>
            <p:nvPr/>
          </p:nvSpPr>
          <p:spPr>
            <a:xfrm>
              <a:off x="2201574" y="2869048"/>
              <a:ext cx="157464" cy="191675"/>
            </a:xfrm>
            <a:custGeom>
              <a:rect b="b" l="l" r="r" t="t"/>
              <a:pathLst>
                <a:path extrusionOk="0" h="5967" w="4902">
                  <a:moveTo>
                    <a:pt x="2470" y="484"/>
                  </a:moveTo>
                  <a:cubicBezTo>
                    <a:pt x="3228" y="484"/>
                    <a:pt x="3965" y="1787"/>
                    <a:pt x="3965" y="2890"/>
                  </a:cubicBezTo>
                  <a:cubicBezTo>
                    <a:pt x="3965" y="3714"/>
                    <a:pt x="3295" y="4196"/>
                    <a:pt x="2470" y="4196"/>
                  </a:cubicBezTo>
                  <a:cubicBezTo>
                    <a:pt x="1645" y="4196"/>
                    <a:pt x="976" y="3714"/>
                    <a:pt x="976" y="2890"/>
                  </a:cubicBezTo>
                  <a:cubicBezTo>
                    <a:pt x="976" y="1768"/>
                    <a:pt x="1711" y="484"/>
                    <a:pt x="2470" y="484"/>
                  </a:cubicBezTo>
                  <a:close/>
                  <a:moveTo>
                    <a:pt x="2470" y="1"/>
                  </a:moveTo>
                  <a:cubicBezTo>
                    <a:pt x="2054" y="1"/>
                    <a:pt x="1681" y="166"/>
                    <a:pt x="1359" y="441"/>
                  </a:cubicBezTo>
                  <a:cubicBezTo>
                    <a:pt x="1359" y="441"/>
                    <a:pt x="0" y="1629"/>
                    <a:pt x="133" y="3903"/>
                  </a:cubicBezTo>
                  <a:cubicBezTo>
                    <a:pt x="198" y="5005"/>
                    <a:pt x="976" y="5966"/>
                    <a:pt x="2470" y="5966"/>
                  </a:cubicBezTo>
                  <a:cubicBezTo>
                    <a:pt x="3767" y="5966"/>
                    <a:pt x="4411" y="5253"/>
                    <a:pt x="4411" y="5253"/>
                  </a:cubicBezTo>
                  <a:cubicBezTo>
                    <a:pt x="4728" y="4866"/>
                    <a:pt x="4902" y="4364"/>
                    <a:pt x="4902" y="3786"/>
                  </a:cubicBezTo>
                  <a:cubicBezTo>
                    <a:pt x="4902" y="2133"/>
                    <a:pt x="3965" y="1"/>
                    <a:pt x="2470" y="1"/>
                  </a:cubicBezTo>
                  <a:close/>
                </a:path>
              </a:pathLst>
            </a:custGeom>
            <a:solidFill>
              <a:schemeClr val="accent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49" name="Google Shape;3649;p27"/>
            <p:cNvSpPr/>
            <p:nvPr/>
          </p:nvSpPr>
          <p:spPr>
            <a:xfrm>
              <a:off x="2202826" y="2883183"/>
              <a:ext cx="140536" cy="180785"/>
            </a:xfrm>
            <a:custGeom>
              <a:rect b="b" l="l" r="r" t="t"/>
              <a:pathLst>
                <a:path extrusionOk="0" h="5628" w="4375">
                  <a:moveTo>
                    <a:pt x="1322" y="1"/>
                  </a:moveTo>
                  <a:cubicBezTo>
                    <a:pt x="488" y="711"/>
                    <a:pt x="0" y="2153"/>
                    <a:pt x="0" y="3346"/>
                  </a:cubicBezTo>
                  <a:cubicBezTo>
                    <a:pt x="0" y="4687"/>
                    <a:pt x="938" y="5628"/>
                    <a:pt x="2432" y="5628"/>
                  </a:cubicBezTo>
                  <a:cubicBezTo>
                    <a:pt x="3285" y="5628"/>
                    <a:pt x="3955" y="5322"/>
                    <a:pt x="4375" y="4813"/>
                  </a:cubicBezTo>
                  <a:lnTo>
                    <a:pt x="4375" y="4813"/>
                  </a:lnTo>
                  <a:cubicBezTo>
                    <a:pt x="3958" y="5153"/>
                    <a:pt x="3393" y="5350"/>
                    <a:pt x="2712" y="5350"/>
                  </a:cubicBezTo>
                  <a:cubicBezTo>
                    <a:pt x="1216" y="5350"/>
                    <a:pt x="280" y="4409"/>
                    <a:pt x="280" y="3068"/>
                  </a:cubicBezTo>
                  <a:cubicBezTo>
                    <a:pt x="280" y="2014"/>
                    <a:pt x="659" y="768"/>
                    <a:pt x="1322"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50" name="Google Shape;3650;p27"/>
            <p:cNvSpPr/>
            <p:nvPr/>
          </p:nvSpPr>
          <p:spPr>
            <a:xfrm>
              <a:off x="2251880" y="2851380"/>
              <a:ext cx="19884" cy="66590"/>
            </a:xfrm>
            <a:custGeom>
              <a:rect b="b" l="l" r="r" t="t"/>
              <a:pathLst>
                <a:path extrusionOk="0" h="2073" w="619">
                  <a:moveTo>
                    <a:pt x="271" y="1"/>
                  </a:moveTo>
                  <a:cubicBezTo>
                    <a:pt x="261" y="1"/>
                    <a:pt x="252" y="2"/>
                    <a:pt x="244" y="2"/>
                  </a:cubicBezTo>
                  <a:cubicBezTo>
                    <a:pt x="86" y="16"/>
                    <a:pt x="0" y="186"/>
                    <a:pt x="0" y="347"/>
                  </a:cubicBezTo>
                  <a:lnTo>
                    <a:pt x="0" y="1765"/>
                  </a:lnTo>
                  <a:cubicBezTo>
                    <a:pt x="0" y="1935"/>
                    <a:pt x="100" y="2072"/>
                    <a:pt x="271" y="2072"/>
                  </a:cubicBezTo>
                  <a:cubicBezTo>
                    <a:pt x="271" y="2072"/>
                    <a:pt x="507" y="2033"/>
                    <a:pt x="555" y="1924"/>
                  </a:cubicBezTo>
                  <a:cubicBezTo>
                    <a:pt x="571" y="1887"/>
                    <a:pt x="579" y="1845"/>
                    <a:pt x="579" y="1803"/>
                  </a:cubicBezTo>
                  <a:lnTo>
                    <a:pt x="619" y="1780"/>
                  </a:lnTo>
                  <a:lnTo>
                    <a:pt x="616" y="338"/>
                  </a:lnTo>
                  <a:lnTo>
                    <a:pt x="578" y="309"/>
                  </a:lnTo>
                  <a:cubicBezTo>
                    <a:pt x="578" y="138"/>
                    <a:pt x="440" y="1"/>
                    <a:pt x="271" y="1"/>
                  </a:cubicBezTo>
                  <a:close/>
                </a:path>
              </a:pathLst>
            </a:cu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51" name="Google Shape;3651;p27"/>
            <p:cNvSpPr/>
            <p:nvPr/>
          </p:nvSpPr>
          <p:spPr>
            <a:xfrm>
              <a:off x="2250659" y="2851412"/>
              <a:ext cx="19017" cy="67811"/>
            </a:xfrm>
            <a:custGeom>
              <a:rect b="b" l="l" r="r" t="t"/>
              <a:pathLst>
                <a:path extrusionOk="0" h="2111" w="592">
                  <a:moveTo>
                    <a:pt x="282" y="1"/>
                  </a:moveTo>
                  <a:cubicBezTo>
                    <a:pt x="124" y="15"/>
                    <a:pt x="1" y="149"/>
                    <a:pt x="1" y="306"/>
                  </a:cubicBezTo>
                  <a:lnTo>
                    <a:pt x="1" y="1802"/>
                  </a:lnTo>
                  <a:cubicBezTo>
                    <a:pt x="1" y="1971"/>
                    <a:pt x="138" y="2110"/>
                    <a:pt x="309" y="2110"/>
                  </a:cubicBezTo>
                  <a:cubicBezTo>
                    <a:pt x="435" y="2110"/>
                    <a:pt x="544" y="2032"/>
                    <a:pt x="591" y="1923"/>
                  </a:cubicBezTo>
                  <a:cubicBezTo>
                    <a:pt x="421" y="1922"/>
                    <a:pt x="282" y="1784"/>
                    <a:pt x="282" y="1612"/>
                  </a:cubicBezTo>
                  <a:lnTo>
                    <a:pt x="282" y="1"/>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52" name="Google Shape;3652;p27"/>
            <p:cNvSpPr/>
            <p:nvPr/>
          </p:nvSpPr>
          <p:spPr>
            <a:xfrm>
              <a:off x="2270897" y="2851380"/>
              <a:ext cx="20494" cy="66590"/>
            </a:xfrm>
            <a:custGeom>
              <a:rect b="b" l="l" r="r" t="t"/>
              <a:pathLst>
                <a:path extrusionOk="0" h="2073" w="638">
                  <a:moveTo>
                    <a:pt x="291" y="1"/>
                  </a:moveTo>
                  <a:cubicBezTo>
                    <a:pt x="283" y="1"/>
                    <a:pt x="274" y="2"/>
                    <a:pt x="265" y="2"/>
                  </a:cubicBezTo>
                  <a:cubicBezTo>
                    <a:pt x="109" y="16"/>
                    <a:pt x="0" y="222"/>
                    <a:pt x="0" y="383"/>
                  </a:cubicBezTo>
                  <a:lnTo>
                    <a:pt x="0" y="1759"/>
                  </a:lnTo>
                  <a:cubicBezTo>
                    <a:pt x="0" y="1930"/>
                    <a:pt x="110" y="2072"/>
                    <a:pt x="281" y="2072"/>
                  </a:cubicBezTo>
                  <a:cubicBezTo>
                    <a:pt x="281" y="2072"/>
                    <a:pt x="529" y="2033"/>
                    <a:pt x="574" y="1922"/>
                  </a:cubicBezTo>
                  <a:cubicBezTo>
                    <a:pt x="591" y="1884"/>
                    <a:pt x="600" y="1845"/>
                    <a:pt x="600" y="1801"/>
                  </a:cubicBezTo>
                  <a:lnTo>
                    <a:pt x="637" y="1767"/>
                  </a:lnTo>
                  <a:lnTo>
                    <a:pt x="637" y="332"/>
                  </a:lnTo>
                  <a:lnTo>
                    <a:pt x="600" y="307"/>
                  </a:lnTo>
                  <a:cubicBezTo>
                    <a:pt x="600" y="138"/>
                    <a:pt x="462" y="1"/>
                    <a:pt x="291" y="1"/>
                  </a:cubicBezTo>
                  <a:close/>
                </a:path>
              </a:pathLst>
            </a:cu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53" name="Google Shape;3653;p27"/>
            <p:cNvSpPr/>
            <p:nvPr/>
          </p:nvSpPr>
          <p:spPr>
            <a:xfrm>
              <a:off x="2270383" y="2851412"/>
              <a:ext cx="18952" cy="67811"/>
            </a:xfrm>
            <a:custGeom>
              <a:rect b="b" l="l" r="r" t="t"/>
              <a:pathLst>
                <a:path extrusionOk="0" h="2111" w="590">
                  <a:moveTo>
                    <a:pt x="281" y="1"/>
                  </a:moveTo>
                  <a:cubicBezTo>
                    <a:pt x="124" y="15"/>
                    <a:pt x="1" y="149"/>
                    <a:pt x="1" y="306"/>
                  </a:cubicBezTo>
                  <a:lnTo>
                    <a:pt x="1" y="1802"/>
                  </a:lnTo>
                  <a:cubicBezTo>
                    <a:pt x="1" y="1971"/>
                    <a:pt x="138" y="2110"/>
                    <a:pt x="307" y="2110"/>
                  </a:cubicBezTo>
                  <a:cubicBezTo>
                    <a:pt x="435" y="2110"/>
                    <a:pt x="543" y="2033"/>
                    <a:pt x="590" y="1923"/>
                  </a:cubicBezTo>
                  <a:cubicBezTo>
                    <a:pt x="420" y="1923"/>
                    <a:pt x="281" y="1784"/>
                    <a:pt x="281" y="1612"/>
                  </a:cubicBezTo>
                  <a:lnTo>
                    <a:pt x="281" y="1"/>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54" name="Google Shape;3654;p27"/>
            <p:cNvSpPr/>
            <p:nvPr/>
          </p:nvSpPr>
          <p:spPr>
            <a:xfrm>
              <a:off x="2291296" y="2851348"/>
              <a:ext cx="18663" cy="66237"/>
            </a:xfrm>
            <a:custGeom>
              <a:rect b="b" l="l" r="r" t="t"/>
              <a:pathLst>
                <a:path extrusionOk="0" h="2062" w="581">
                  <a:moveTo>
                    <a:pt x="272" y="0"/>
                  </a:moveTo>
                  <a:cubicBezTo>
                    <a:pt x="263" y="0"/>
                    <a:pt x="254" y="2"/>
                    <a:pt x="246" y="2"/>
                  </a:cubicBezTo>
                  <a:cubicBezTo>
                    <a:pt x="88" y="16"/>
                    <a:pt x="10" y="182"/>
                    <a:pt x="10" y="343"/>
                  </a:cubicBezTo>
                  <a:lnTo>
                    <a:pt x="1" y="1798"/>
                  </a:lnTo>
                  <a:cubicBezTo>
                    <a:pt x="1" y="1969"/>
                    <a:pt x="140" y="2062"/>
                    <a:pt x="311" y="2062"/>
                  </a:cubicBezTo>
                  <a:cubicBezTo>
                    <a:pt x="311" y="2062"/>
                    <a:pt x="509" y="2034"/>
                    <a:pt x="554" y="1924"/>
                  </a:cubicBezTo>
                  <a:cubicBezTo>
                    <a:pt x="571" y="1885"/>
                    <a:pt x="580" y="1846"/>
                    <a:pt x="580" y="1802"/>
                  </a:cubicBezTo>
                  <a:lnTo>
                    <a:pt x="580" y="307"/>
                  </a:lnTo>
                  <a:cubicBezTo>
                    <a:pt x="580" y="138"/>
                    <a:pt x="443" y="0"/>
                    <a:pt x="272" y="0"/>
                  </a:cubicBezTo>
                  <a:close/>
                </a:path>
              </a:pathLst>
            </a:cu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55" name="Google Shape;3655;p27"/>
            <p:cNvSpPr/>
            <p:nvPr/>
          </p:nvSpPr>
          <p:spPr>
            <a:xfrm>
              <a:off x="2290140" y="2851412"/>
              <a:ext cx="18952" cy="67714"/>
            </a:xfrm>
            <a:custGeom>
              <a:rect b="b" l="l" r="r" t="t"/>
              <a:pathLst>
                <a:path extrusionOk="0" h="2108" w="590">
                  <a:moveTo>
                    <a:pt x="282" y="1"/>
                  </a:moveTo>
                  <a:cubicBezTo>
                    <a:pt x="124" y="15"/>
                    <a:pt x="1" y="149"/>
                    <a:pt x="1" y="306"/>
                  </a:cubicBezTo>
                  <a:lnTo>
                    <a:pt x="1" y="1793"/>
                  </a:lnTo>
                  <a:cubicBezTo>
                    <a:pt x="1" y="1968"/>
                    <a:pt x="125" y="2100"/>
                    <a:pt x="293" y="2107"/>
                  </a:cubicBezTo>
                  <a:cubicBezTo>
                    <a:pt x="298" y="2107"/>
                    <a:pt x="303" y="2108"/>
                    <a:pt x="307" y="2108"/>
                  </a:cubicBezTo>
                  <a:cubicBezTo>
                    <a:pt x="436" y="2108"/>
                    <a:pt x="542" y="2031"/>
                    <a:pt x="590" y="1921"/>
                  </a:cubicBezTo>
                  <a:lnTo>
                    <a:pt x="590" y="1921"/>
                  </a:lnTo>
                  <a:cubicBezTo>
                    <a:pt x="588" y="1921"/>
                    <a:pt x="587" y="1921"/>
                    <a:pt x="585" y="1921"/>
                  </a:cubicBezTo>
                  <a:cubicBezTo>
                    <a:pt x="418" y="1921"/>
                    <a:pt x="282" y="1783"/>
                    <a:pt x="282" y="1612"/>
                  </a:cubicBezTo>
                  <a:lnTo>
                    <a:pt x="282" y="1"/>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56" name="Google Shape;3656;p27"/>
            <p:cNvSpPr/>
            <p:nvPr/>
          </p:nvSpPr>
          <p:spPr>
            <a:xfrm>
              <a:off x="2393194" y="2903710"/>
              <a:ext cx="19852" cy="66558"/>
            </a:xfrm>
            <a:custGeom>
              <a:rect b="b" l="l" r="r" t="t"/>
              <a:pathLst>
                <a:path extrusionOk="0" h="2072" w="618">
                  <a:moveTo>
                    <a:pt x="270" y="0"/>
                  </a:moveTo>
                  <a:cubicBezTo>
                    <a:pt x="261" y="0"/>
                    <a:pt x="253" y="2"/>
                    <a:pt x="244" y="2"/>
                  </a:cubicBezTo>
                  <a:cubicBezTo>
                    <a:pt x="86" y="16"/>
                    <a:pt x="1" y="185"/>
                    <a:pt x="1" y="346"/>
                  </a:cubicBezTo>
                  <a:lnTo>
                    <a:pt x="1" y="1765"/>
                  </a:lnTo>
                  <a:cubicBezTo>
                    <a:pt x="1" y="1934"/>
                    <a:pt x="101" y="2072"/>
                    <a:pt x="270" y="2072"/>
                  </a:cubicBezTo>
                  <a:cubicBezTo>
                    <a:pt x="270" y="2072"/>
                    <a:pt x="507" y="2033"/>
                    <a:pt x="555" y="1924"/>
                  </a:cubicBezTo>
                  <a:cubicBezTo>
                    <a:pt x="571" y="1886"/>
                    <a:pt x="580" y="1844"/>
                    <a:pt x="580" y="1802"/>
                  </a:cubicBezTo>
                  <a:lnTo>
                    <a:pt x="617" y="1779"/>
                  </a:lnTo>
                  <a:lnTo>
                    <a:pt x="616" y="337"/>
                  </a:lnTo>
                  <a:lnTo>
                    <a:pt x="578" y="308"/>
                  </a:lnTo>
                  <a:cubicBezTo>
                    <a:pt x="578" y="138"/>
                    <a:pt x="441" y="0"/>
                    <a:pt x="270" y="0"/>
                  </a:cubicBezTo>
                  <a:close/>
                </a:path>
              </a:pathLst>
            </a:cu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57" name="Google Shape;3657;p27"/>
            <p:cNvSpPr/>
            <p:nvPr/>
          </p:nvSpPr>
          <p:spPr>
            <a:xfrm>
              <a:off x="2392005" y="2903742"/>
              <a:ext cx="18952" cy="67778"/>
            </a:xfrm>
            <a:custGeom>
              <a:rect b="b" l="l" r="r" t="t"/>
              <a:pathLst>
                <a:path extrusionOk="0" h="2110" w="590">
                  <a:moveTo>
                    <a:pt x="281" y="1"/>
                  </a:moveTo>
                  <a:cubicBezTo>
                    <a:pt x="123" y="15"/>
                    <a:pt x="0" y="148"/>
                    <a:pt x="0" y="306"/>
                  </a:cubicBezTo>
                  <a:lnTo>
                    <a:pt x="0" y="1801"/>
                  </a:lnTo>
                  <a:cubicBezTo>
                    <a:pt x="0" y="1971"/>
                    <a:pt x="138" y="2110"/>
                    <a:pt x="307" y="2110"/>
                  </a:cubicBezTo>
                  <a:cubicBezTo>
                    <a:pt x="434" y="2110"/>
                    <a:pt x="543" y="2032"/>
                    <a:pt x="589" y="1923"/>
                  </a:cubicBezTo>
                  <a:cubicBezTo>
                    <a:pt x="420" y="1922"/>
                    <a:pt x="281" y="1784"/>
                    <a:pt x="281" y="1612"/>
                  </a:cubicBezTo>
                  <a:lnTo>
                    <a:pt x="281" y="1"/>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58" name="Google Shape;3658;p27"/>
            <p:cNvSpPr/>
            <p:nvPr/>
          </p:nvSpPr>
          <p:spPr>
            <a:xfrm>
              <a:off x="2412211" y="2903710"/>
              <a:ext cx="20494" cy="66558"/>
            </a:xfrm>
            <a:custGeom>
              <a:rect b="b" l="l" r="r" t="t"/>
              <a:pathLst>
                <a:path extrusionOk="0" h="2072" w="638">
                  <a:moveTo>
                    <a:pt x="292" y="0"/>
                  </a:moveTo>
                  <a:cubicBezTo>
                    <a:pt x="283" y="0"/>
                    <a:pt x="274" y="2"/>
                    <a:pt x="264" y="2"/>
                  </a:cubicBezTo>
                  <a:cubicBezTo>
                    <a:pt x="109" y="16"/>
                    <a:pt x="1" y="222"/>
                    <a:pt x="1" y="382"/>
                  </a:cubicBezTo>
                  <a:lnTo>
                    <a:pt x="1" y="1759"/>
                  </a:lnTo>
                  <a:cubicBezTo>
                    <a:pt x="1" y="1930"/>
                    <a:pt x="111" y="2072"/>
                    <a:pt x="282" y="2072"/>
                  </a:cubicBezTo>
                  <a:cubicBezTo>
                    <a:pt x="282" y="2072"/>
                    <a:pt x="529" y="2033"/>
                    <a:pt x="574" y="1921"/>
                  </a:cubicBezTo>
                  <a:cubicBezTo>
                    <a:pt x="590" y="1883"/>
                    <a:pt x="600" y="1844"/>
                    <a:pt x="600" y="1801"/>
                  </a:cubicBezTo>
                  <a:lnTo>
                    <a:pt x="638" y="1766"/>
                  </a:lnTo>
                  <a:lnTo>
                    <a:pt x="638" y="332"/>
                  </a:lnTo>
                  <a:lnTo>
                    <a:pt x="600" y="307"/>
                  </a:lnTo>
                  <a:cubicBezTo>
                    <a:pt x="600" y="138"/>
                    <a:pt x="463" y="0"/>
                    <a:pt x="292" y="0"/>
                  </a:cubicBezTo>
                  <a:close/>
                </a:path>
              </a:pathLst>
            </a:cu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59" name="Google Shape;3659;p27"/>
            <p:cNvSpPr/>
            <p:nvPr/>
          </p:nvSpPr>
          <p:spPr>
            <a:xfrm>
              <a:off x="2411762" y="2903742"/>
              <a:ext cx="18952" cy="67778"/>
            </a:xfrm>
            <a:custGeom>
              <a:rect b="b" l="l" r="r" t="t"/>
              <a:pathLst>
                <a:path extrusionOk="0" h="2110" w="590">
                  <a:moveTo>
                    <a:pt x="280" y="1"/>
                  </a:moveTo>
                  <a:cubicBezTo>
                    <a:pt x="123" y="15"/>
                    <a:pt x="0" y="148"/>
                    <a:pt x="0" y="306"/>
                  </a:cubicBezTo>
                  <a:lnTo>
                    <a:pt x="0" y="1801"/>
                  </a:lnTo>
                  <a:cubicBezTo>
                    <a:pt x="0" y="1971"/>
                    <a:pt x="138" y="2110"/>
                    <a:pt x="307" y="2110"/>
                  </a:cubicBezTo>
                  <a:cubicBezTo>
                    <a:pt x="435" y="2110"/>
                    <a:pt x="543" y="2033"/>
                    <a:pt x="590" y="1923"/>
                  </a:cubicBezTo>
                  <a:cubicBezTo>
                    <a:pt x="420" y="1923"/>
                    <a:pt x="280" y="1784"/>
                    <a:pt x="280" y="1612"/>
                  </a:cubicBezTo>
                  <a:lnTo>
                    <a:pt x="280" y="1"/>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60" name="Google Shape;3660;p27"/>
            <p:cNvSpPr/>
            <p:nvPr/>
          </p:nvSpPr>
          <p:spPr>
            <a:xfrm>
              <a:off x="2432578" y="2903710"/>
              <a:ext cx="18631" cy="66237"/>
            </a:xfrm>
            <a:custGeom>
              <a:rect b="b" l="l" r="r" t="t"/>
              <a:pathLst>
                <a:path extrusionOk="0" h="2062" w="580">
                  <a:moveTo>
                    <a:pt x="273" y="0"/>
                  </a:moveTo>
                  <a:cubicBezTo>
                    <a:pt x="264" y="0"/>
                    <a:pt x="254" y="2"/>
                    <a:pt x="246" y="2"/>
                  </a:cubicBezTo>
                  <a:cubicBezTo>
                    <a:pt x="88" y="16"/>
                    <a:pt x="11" y="183"/>
                    <a:pt x="11" y="345"/>
                  </a:cubicBezTo>
                  <a:lnTo>
                    <a:pt x="1" y="1800"/>
                  </a:lnTo>
                  <a:cubicBezTo>
                    <a:pt x="1" y="1969"/>
                    <a:pt x="141" y="2062"/>
                    <a:pt x="311" y="2062"/>
                  </a:cubicBezTo>
                  <a:cubicBezTo>
                    <a:pt x="311" y="2062"/>
                    <a:pt x="510" y="2033"/>
                    <a:pt x="555" y="1924"/>
                  </a:cubicBezTo>
                  <a:cubicBezTo>
                    <a:pt x="571" y="1886"/>
                    <a:pt x="580" y="1846"/>
                    <a:pt x="580" y="1802"/>
                  </a:cubicBezTo>
                  <a:lnTo>
                    <a:pt x="580" y="308"/>
                  </a:lnTo>
                  <a:cubicBezTo>
                    <a:pt x="580" y="138"/>
                    <a:pt x="442" y="0"/>
                    <a:pt x="273" y="0"/>
                  </a:cubicBezTo>
                  <a:close/>
                </a:path>
              </a:pathLst>
            </a:cu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61" name="Google Shape;3661;p27"/>
            <p:cNvSpPr/>
            <p:nvPr/>
          </p:nvSpPr>
          <p:spPr>
            <a:xfrm>
              <a:off x="2431518" y="2903742"/>
              <a:ext cx="18952" cy="67714"/>
            </a:xfrm>
            <a:custGeom>
              <a:rect b="b" l="l" r="r" t="t"/>
              <a:pathLst>
                <a:path extrusionOk="0" h="2108" w="590">
                  <a:moveTo>
                    <a:pt x="280" y="1"/>
                  </a:moveTo>
                  <a:cubicBezTo>
                    <a:pt x="124" y="15"/>
                    <a:pt x="1" y="148"/>
                    <a:pt x="1" y="306"/>
                  </a:cubicBezTo>
                  <a:lnTo>
                    <a:pt x="1" y="1793"/>
                  </a:lnTo>
                  <a:cubicBezTo>
                    <a:pt x="1" y="1968"/>
                    <a:pt x="125" y="2100"/>
                    <a:pt x="293" y="2107"/>
                  </a:cubicBezTo>
                  <a:cubicBezTo>
                    <a:pt x="298" y="2107"/>
                    <a:pt x="302" y="2107"/>
                    <a:pt x="307" y="2107"/>
                  </a:cubicBezTo>
                  <a:cubicBezTo>
                    <a:pt x="435" y="2107"/>
                    <a:pt x="542" y="2031"/>
                    <a:pt x="590" y="1920"/>
                  </a:cubicBezTo>
                  <a:lnTo>
                    <a:pt x="590" y="1920"/>
                  </a:lnTo>
                  <a:cubicBezTo>
                    <a:pt x="588" y="1920"/>
                    <a:pt x="586" y="1920"/>
                    <a:pt x="585" y="1920"/>
                  </a:cubicBezTo>
                  <a:cubicBezTo>
                    <a:pt x="416" y="1920"/>
                    <a:pt x="280" y="1782"/>
                    <a:pt x="280" y="1612"/>
                  </a:cubicBezTo>
                  <a:lnTo>
                    <a:pt x="280" y="1"/>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3662" name="Google Shape;3662;p27"/>
          <p:cNvSpPr/>
          <p:nvPr/>
        </p:nvSpPr>
        <p:spPr>
          <a:xfrm>
            <a:off x="1567514" y="3078405"/>
            <a:ext cx="159103" cy="28942"/>
          </a:xfrm>
          <a:custGeom>
            <a:rect b="b" l="l" r="r" t="t"/>
            <a:pathLst>
              <a:path extrusionOk="0" h="901" w="4953">
                <a:moveTo>
                  <a:pt x="17" y="0"/>
                </a:moveTo>
                <a:lnTo>
                  <a:pt x="0" y="510"/>
                </a:lnTo>
                <a:cubicBezTo>
                  <a:pt x="0" y="523"/>
                  <a:pt x="6" y="533"/>
                  <a:pt x="15" y="543"/>
                </a:cubicBezTo>
                <a:cubicBezTo>
                  <a:pt x="15" y="543"/>
                  <a:pt x="445" y="865"/>
                  <a:pt x="783" y="865"/>
                </a:cubicBezTo>
                <a:lnTo>
                  <a:pt x="828" y="865"/>
                </a:lnTo>
                <a:lnTo>
                  <a:pt x="4714" y="901"/>
                </a:lnTo>
                <a:cubicBezTo>
                  <a:pt x="4812" y="901"/>
                  <a:pt x="4893" y="827"/>
                  <a:pt x="4900" y="728"/>
                </a:cubicBezTo>
                <a:cubicBezTo>
                  <a:pt x="4902" y="692"/>
                  <a:pt x="4928" y="697"/>
                  <a:pt x="4931" y="660"/>
                </a:cubicBezTo>
                <a:lnTo>
                  <a:pt x="4952" y="394"/>
                </a:lnTo>
                <a:lnTo>
                  <a:pt x="4909" y="330"/>
                </a:lnTo>
                <a:lnTo>
                  <a:pt x="746" y="287"/>
                </a:lnTo>
                <a:lnTo>
                  <a:pt x="17" y="0"/>
                </a:lnTo>
                <a:close/>
              </a:path>
            </a:pathLst>
          </a:cu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63" name="Google Shape;3663;p27"/>
          <p:cNvSpPr/>
          <p:nvPr/>
        </p:nvSpPr>
        <p:spPr>
          <a:xfrm>
            <a:off x="1567400" y="2958947"/>
            <a:ext cx="189715" cy="136360"/>
          </a:xfrm>
          <a:custGeom>
            <a:rect b="b" l="l" r="r" t="t"/>
            <a:pathLst>
              <a:path extrusionOk="0" h="4245" w="5906">
                <a:moveTo>
                  <a:pt x="5869" y="0"/>
                </a:moveTo>
                <a:cubicBezTo>
                  <a:pt x="5652" y="123"/>
                  <a:pt x="5411" y="311"/>
                  <a:pt x="5376" y="343"/>
                </a:cubicBezTo>
                <a:cubicBezTo>
                  <a:pt x="5173" y="536"/>
                  <a:pt x="5043" y="695"/>
                  <a:pt x="4983" y="785"/>
                </a:cubicBezTo>
                <a:cubicBezTo>
                  <a:pt x="4892" y="921"/>
                  <a:pt x="4818" y="1041"/>
                  <a:pt x="4774" y="1139"/>
                </a:cubicBezTo>
                <a:lnTo>
                  <a:pt x="4383" y="1873"/>
                </a:lnTo>
                <a:cubicBezTo>
                  <a:pt x="4261" y="2122"/>
                  <a:pt x="4080" y="2240"/>
                  <a:pt x="3802" y="2240"/>
                </a:cubicBezTo>
                <a:lnTo>
                  <a:pt x="8" y="2258"/>
                </a:lnTo>
                <a:lnTo>
                  <a:pt x="1" y="2315"/>
                </a:lnTo>
                <a:lnTo>
                  <a:pt x="1" y="3774"/>
                </a:lnTo>
                <a:lnTo>
                  <a:pt x="242" y="4023"/>
                </a:lnTo>
                <a:cubicBezTo>
                  <a:pt x="517" y="4168"/>
                  <a:pt x="823" y="4243"/>
                  <a:pt x="1137" y="4243"/>
                </a:cubicBezTo>
                <a:lnTo>
                  <a:pt x="4917" y="4243"/>
                </a:lnTo>
                <a:lnTo>
                  <a:pt x="4917" y="4245"/>
                </a:lnTo>
                <a:lnTo>
                  <a:pt x="4950" y="4245"/>
                </a:lnTo>
                <a:cubicBezTo>
                  <a:pt x="5028" y="3257"/>
                  <a:pt x="5108" y="2271"/>
                  <a:pt x="5186" y="1284"/>
                </a:cubicBezTo>
                <a:cubicBezTo>
                  <a:pt x="5250" y="500"/>
                  <a:pt x="5797" y="104"/>
                  <a:pt x="5906" y="3"/>
                </a:cubicBezTo>
                <a:lnTo>
                  <a:pt x="5869" y="0"/>
                </a:lnTo>
                <a:close/>
              </a:path>
            </a:pathLst>
          </a:cu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64" name="Google Shape;3664;p27"/>
          <p:cNvSpPr/>
          <p:nvPr/>
        </p:nvSpPr>
        <p:spPr>
          <a:xfrm>
            <a:off x="1567894" y="3037121"/>
            <a:ext cx="8962" cy="56728"/>
          </a:xfrm>
          <a:custGeom>
            <a:rect b="b" l="l" r="r" t="t"/>
            <a:pathLst>
              <a:path extrusionOk="0" h="1766" w="279">
                <a:moveTo>
                  <a:pt x="24" y="0"/>
                </a:moveTo>
                <a:lnTo>
                  <a:pt x="0" y="57"/>
                </a:lnTo>
                <a:lnTo>
                  <a:pt x="0" y="1593"/>
                </a:lnTo>
                <a:lnTo>
                  <a:pt x="278" y="1765"/>
                </a:lnTo>
                <a:lnTo>
                  <a:pt x="278" y="0"/>
                </a:lnTo>
                <a:close/>
              </a:path>
            </a:pathLst>
          </a:cu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65" name="Google Shape;3665;p27"/>
          <p:cNvSpPr/>
          <p:nvPr/>
        </p:nvSpPr>
        <p:spPr>
          <a:xfrm>
            <a:off x="1774901" y="2921901"/>
            <a:ext cx="89108" cy="178376"/>
          </a:xfrm>
          <a:custGeom>
            <a:rect b="b" l="l" r="r" t="t"/>
            <a:pathLst>
              <a:path extrusionOk="0" h="5553" w="2774">
                <a:moveTo>
                  <a:pt x="2729" y="0"/>
                </a:moveTo>
                <a:lnTo>
                  <a:pt x="353" y="843"/>
                </a:lnTo>
                <a:lnTo>
                  <a:pt x="0" y="5496"/>
                </a:lnTo>
                <a:lnTo>
                  <a:pt x="0" y="5552"/>
                </a:lnTo>
                <a:lnTo>
                  <a:pt x="2319" y="5552"/>
                </a:lnTo>
                <a:lnTo>
                  <a:pt x="2367" y="5497"/>
                </a:lnTo>
                <a:lnTo>
                  <a:pt x="2231" y="4607"/>
                </a:lnTo>
                <a:cubicBezTo>
                  <a:pt x="2015" y="3190"/>
                  <a:pt x="2166" y="1745"/>
                  <a:pt x="2670" y="401"/>
                </a:cubicBezTo>
                <a:cubicBezTo>
                  <a:pt x="2714" y="280"/>
                  <a:pt x="2749" y="155"/>
                  <a:pt x="2774" y="29"/>
                </a:cubicBezTo>
                <a:lnTo>
                  <a:pt x="2729" y="0"/>
                </a:lnTo>
                <a:close/>
              </a:path>
            </a:pathLst>
          </a:cu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66" name="Google Shape;3666;p27"/>
          <p:cNvSpPr/>
          <p:nvPr/>
        </p:nvSpPr>
        <p:spPr>
          <a:xfrm>
            <a:off x="1773906" y="2947784"/>
            <a:ext cx="19852" cy="154959"/>
          </a:xfrm>
          <a:custGeom>
            <a:rect b="b" l="l" r="r" t="t"/>
            <a:pathLst>
              <a:path extrusionOk="0" h="4824" w="618">
                <a:moveTo>
                  <a:pt x="617" y="0"/>
                </a:moveTo>
                <a:lnTo>
                  <a:pt x="387" y="77"/>
                </a:lnTo>
                <a:lnTo>
                  <a:pt x="323" y="196"/>
                </a:lnTo>
                <a:lnTo>
                  <a:pt x="1" y="4768"/>
                </a:lnTo>
                <a:lnTo>
                  <a:pt x="41" y="4824"/>
                </a:lnTo>
                <a:lnTo>
                  <a:pt x="241" y="4824"/>
                </a:lnTo>
                <a:lnTo>
                  <a:pt x="280" y="4768"/>
                </a:lnTo>
                <a:lnTo>
                  <a:pt x="617" y="0"/>
                </a:lnTo>
                <a:close/>
              </a:path>
            </a:pathLst>
          </a:cu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67" name="Google Shape;3667;p27"/>
          <p:cNvSpPr/>
          <p:nvPr/>
        </p:nvSpPr>
        <p:spPr>
          <a:xfrm>
            <a:off x="1773807" y="3099012"/>
            <a:ext cx="78379" cy="16093"/>
          </a:xfrm>
          <a:custGeom>
            <a:rect b="b" l="l" r="r" t="t"/>
            <a:pathLst>
              <a:path extrusionOk="0" h="501" w="2440">
                <a:moveTo>
                  <a:pt x="275" y="0"/>
                </a:moveTo>
                <a:lnTo>
                  <a:pt x="36" y="44"/>
                </a:lnTo>
                <a:lnTo>
                  <a:pt x="7" y="301"/>
                </a:lnTo>
                <a:cubicBezTo>
                  <a:pt x="0" y="410"/>
                  <a:pt x="86" y="500"/>
                  <a:pt x="194" y="500"/>
                </a:cubicBezTo>
                <a:lnTo>
                  <a:pt x="2237" y="501"/>
                </a:lnTo>
                <a:cubicBezTo>
                  <a:pt x="2351" y="501"/>
                  <a:pt x="2438" y="400"/>
                  <a:pt x="2421" y="288"/>
                </a:cubicBezTo>
                <a:lnTo>
                  <a:pt x="2439" y="266"/>
                </a:lnTo>
                <a:lnTo>
                  <a:pt x="2399" y="0"/>
                </a:lnTo>
                <a:close/>
              </a:path>
            </a:pathLst>
          </a:cu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68" name="Google Shape;3668;p27"/>
          <p:cNvSpPr/>
          <p:nvPr/>
        </p:nvSpPr>
        <p:spPr>
          <a:xfrm>
            <a:off x="1772769" y="3098462"/>
            <a:ext cx="80435" cy="17507"/>
          </a:xfrm>
          <a:custGeom>
            <a:rect b="b" l="l" r="r" t="t"/>
            <a:pathLst>
              <a:path extrusionOk="0" h="545" w="2504">
                <a:moveTo>
                  <a:pt x="33" y="0"/>
                </a:moveTo>
                <a:lnTo>
                  <a:pt x="8" y="346"/>
                </a:lnTo>
                <a:cubicBezTo>
                  <a:pt x="1" y="455"/>
                  <a:pt x="86" y="544"/>
                  <a:pt x="195" y="544"/>
                </a:cubicBezTo>
                <a:lnTo>
                  <a:pt x="2303" y="544"/>
                </a:lnTo>
                <a:cubicBezTo>
                  <a:pt x="2417" y="544"/>
                  <a:pt x="2504" y="443"/>
                  <a:pt x="2486" y="332"/>
                </a:cubicBezTo>
                <a:lnTo>
                  <a:pt x="2479" y="266"/>
                </a:lnTo>
                <a:lnTo>
                  <a:pt x="355" y="266"/>
                </a:lnTo>
                <a:cubicBezTo>
                  <a:pt x="322" y="266"/>
                  <a:pt x="298" y="239"/>
                  <a:pt x="299" y="207"/>
                </a:cubicBezTo>
                <a:lnTo>
                  <a:pt x="313" y="0"/>
                </a:lnTo>
                <a:close/>
              </a:path>
            </a:pathLst>
          </a:cu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69" name="Google Shape;3669;p27"/>
          <p:cNvSpPr/>
          <p:nvPr/>
        </p:nvSpPr>
        <p:spPr>
          <a:xfrm>
            <a:off x="1568857" y="2850577"/>
            <a:ext cx="296587" cy="183773"/>
          </a:xfrm>
          <a:custGeom>
            <a:rect b="b" l="l" r="r" t="t"/>
            <a:pathLst>
              <a:path extrusionOk="0" h="5721" w="9233">
                <a:moveTo>
                  <a:pt x="8192" y="0"/>
                </a:moveTo>
                <a:cubicBezTo>
                  <a:pt x="8124" y="0"/>
                  <a:pt x="8057" y="32"/>
                  <a:pt x="8015" y="92"/>
                </a:cubicBezTo>
                <a:lnTo>
                  <a:pt x="7928" y="167"/>
                </a:lnTo>
                <a:lnTo>
                  <a:pt x="7904" y="204"/>
                </a:lnTo>
                <a:cubicBezTo>
                  <a:pt x="7524" y="735"/>
                  <a:pt x="7010" y="1156"/>
                  <a:pt x="6415" y="1422"/>
                </a:cubicBezTo>
                <a:cubicBezTo>
                  <a:pt x="5947" y="1631"/>
                  <a:pt x="5445" y="1735"/>
                  <a:pt x="4943" y="1735"/>
                </a:cubicBezTo>
                <a:cubicBezTo>
                  <a:pt x="4485" y="1735"/>
                  <a:pt x="4026" y="1648"/>
                  <a:pt x="3592" y="1473"/>
                </a:cubicBezTo>
                <a:lnTo>
                  <a:pt x="3359" y="1379"/>
                </a:lnTo>
                <a:cubicBezTo>
                  <a:pt x="3338" y="1370"/>
                  <a:pt x="3315" y="1366"/>
                  <a:pt x="3292" y="1366"/>
                </a:cubicBezTo>
                <a:cubicBezTo>
                  <a:pt x="3224" y="1366"/>
                  <a:pt x="3159" y="1405"/>
                  <a:pt x="3128" y="1470"/>
                </a:cubicBezTo>
                <a:lnTo>
                  <a:pt x="2065" y="3681"/>
                </a:lnTo>
                <a:cubicBezTo>
                  <a:pt x="2007" y="3801"/>
                  <a:pt x="1903" y="3888"/>
                  <a:pt x="1776" y="3924"/>
                </a:cubicBezTo>
                <a:lnTo>
                  <a:pt x="1784" y="3956"/>
                </a:lnTo>
                <a:lnTo>
                  <a:pt x="1088" y="4145"/>
                </a:lnTo>
                <a:lnTo>
                  <a:pt x="1010" y="4130"/>
                </a:lnTo>
                <a:lnTo>
                  <a:pt x="777" y="4193"/>
                </a:lnTo>
                <a:cubicBezTo>
                  <a:pt x="762" y="4196"/>
                  <a:pt x="748" y="4202"/>
                  <a:pt x="733" y="4206"/>
                </a:cubicBezTo>
                <a:cubicBezTo>
                  <a:pt x="587" y="4253"/>
                  <a:pt x="438" y="4471"/>
                  <a:pt x="328" y="4570"/>
                </a:cubicBezTo>
                <a:cubicBezTo>
                  <a:pt x="96" y="4772"/>
                  <a:pt x="1" y="4988"/>
                  <a:pt x="46" y="5615"/>
                </a:cubicBezTo>
                <a:cubicBezTo>
                  <a:pt x="46" y="5615"/>
                  <a:pt x="37" y="5709"/>
                  <a:pt x="59" y="5712"/>
                </a:cubicBezTo>
                <a:lnTo>
                  <a:pt x="3824" y="5721"/>
                </a:lnTo>
                <a:cubicBezTo>
                  <a:pt x="4102" y="5721"/>
                  <a:pt x="4287" y="5535"/>
                  <a:pt x="4410" y="5286"/>
                </a:cubicBezTo>
                <a:lnTo>
                  <a:pt x="4781" y="4520"/>
                </a:lnTo>
                <a:cubicBezTo>
                  <a:pt x="5063" y="3941"/>
                  <a:pt x="5596" y="3523"/>
                  <a:pt x="6197" y="3290"/>
                </a:cubicBezTo>
                <a:lnTo>
                  <a:pt x="6692" y="3096"/>
                </a:lnTo>
                <a:lnTo>
                  <a:pt x="9149" y="2235"/>
                </a:lnTo>
                <a:cubicBezTo>
                  <a:pt x="9175" y="2094"/>
                  <a:pt x="9232" y="1876"/>
                  <a:pt x="9232" y="1876"/>
                </a:cubicBezTo>
                <a:lnTo>
                  <a:pt x="9232" y="1667"/>
                </a:lnTo>
                <a:cubicBezTo>
                  <a:pt x="9232" y="1097"/>
                  <a:pt x="8979" y="558"/>
                  <a:pt x="8542" y="193"/>
                </a:cubicBezTo>
                <a:lnTo>
                  <a:pt x="8449" y="117"/>
                </a:lnTo>
                <a:lnTo>
                  <a:pt x="8332" y="52"/>
                </a:lnTo>
                <a:cubicBezTo>
                  <a:pt x="8291" y="17"/>
                  <a:pt x="8241" y="0"/>
                  <a:pt x="8192" y="0"/>
                </a:cubicBezTo>
                <a:close/>
              </a:path>
            </a:pathLst>
          </a:custGeom>
          <a:solidFill>
            <a:schemeClr val="l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70" name="Google Shape;3670;p27"/>
          <p:cNvSpPr/>
          <p:nvPr/>
        </p:nvSpPr>
        <p:spPr>
          <a:xfrm>
            <a:off x="1567894" y="2910809"/>
            <a:ext cx="297551" cy="128233"/>
          </a:xfrm>
          <a:custGeom>
            <a:rect b="b" l="l" r="r" t="t"/>
            <a:pathLst>
              <a:path extrusionOk="0" h="3992" w="9263">
                <a:moveTo>
                  <a:pt x="9262" y="1"/>
                </a:moveTo>
                <a:lnTo>
                  <a:pt x="6625" y="973"/>
                </a:lnTo>
                <a:lnTo>
                  <a:pt x="6128" y="1167"/>
                </a:lnTo>
                <a:cubicBezTo>
                  <a:pt x="5530" y="1400"/>
                  <a:pt x="4909" y="1851"/>
                  <a:pt x="4627" y="2430"/>
                </a:cubicBezTo>
                <a:lnTo>
                  <a:pt x="4151" y="3405"/>
                </a:lnTo>
                <a:cubicBezTo>
                  <a:pt x="4087" y="3534"/>
                  <a:pt x="3957" y="3617"/>
                  <a:pt x="3815" y="3617"/>
                </a:cubicBezTo>
                <a:lnTo>
                  <a:pt x="559" y="3617"/>
                </a:lnTo>
                <a:cubicBezTo>
                  <a:pt x="456" y="3617"/>
                  <a:pt x="373" y="3534"/>
                  <a:pt x="373" y="3431"/>
                </a:cubicBezTo>
                <a:lnTo>
                  <a:pt x="373" y="3238"/>
                </a:lnTo>
                <a:cubicBezTo>
                  <a:pt x="373" y="3110"/>
                  <a:pt x="388" y="2984"/>
                  <a:pt x="423" y="2863"/>
                </a:cubicBezTo>
                <a:cubicBezTo>
                  <a:pt x="493" y="2625"/>
                  <a:pt x="613" y="2462"/>
                  <a:pt x="746" y="2346"/>
                </a:cubicBezTo>
                <a:cubicBezTo>
                  <a:pt x="750" y="2340"/>
                  <a:pt x="756" y="2336"/>
                  <a:pt x="762" y="2333"/>
                </a:cubicBezTo>
                <a:lnTo>
                  <a:pt x="762" y="2333"/>
                </a:lnTo>
                <a:cubicBezTo>
                  <a:pt x="616" y="2379"/>
                  <a:pt x="483" y="2454"/>
                  <a:pt x="373" y="2551"/>
                </a:cubicBezTo>
                <a:cubicBezTo>
                  <a:pt x="141" y="2754"/>
                  <a:pt x="0" y="3049"/>
                  <a:pt x="0" y="3374"/>
                </a:cubicBezTo>
                <a:lnTo>
                  <a:pt x="0" y="3992"/>
                </a:lnTo>
                <a:lnTo>
                  <a:pt x="3838" y="3992"/>
                </a:lnTo>
                <a:cubicBezTo>
                  <a:pt x="3839" y="3992"/>
                  <a:pt x="3841" y="3992"/>
                  <a:pt x="3842" y="3992"/>
                </a:cubicBezTo>
                <a:cubicBezTo>
                  <a:pt x="4100" y="3992"/>
                  <a:pt x="4348" y="3844"/>
                  <a:pt x="4474" y="3618"/>
                </a:cubicBezTo>
                <a:cubicBezTo>
                  <a:pt x="4481" y="3607"/>
                  <a:pt x="4485" y="3595"/>
                  <a:pt x="4493" y="3582"/>
                </a:cubicBezTo>
                <a:lnTo>
                  <a:pt x="4872" y="2805"/>
                </a:lnTo>
                <a:cubicBezTo>
                  <a:pt x="5006" y="2527"/>
                  <a:pt x="5192" y="2275"/>
                  <a:pt x="5415" y="2065"/>
                </a:cubicBezTo>
                <a:lnTo>
                  <a:pt x="5415" y="2017"/>
                </a:lnTo>
                <a:cubicBezTo>
                  <a:pt x="5415" y="2017"/>
                  <a:pt x="5729" y="1748"/>
                  <a:pt x="5875" y="1668"/>
                </a:cubicBezTo>
                <a:lnTo>
                  <a:pt x="5944" y="1678"/>
                </a:lnTo>
                <a:cubicBezTo>
                  <a:pt x="6040" y="1626"/>
                  <a:pt x="6140" y="1581"/>
                  <a:pt x="6241" y="1541"/>
                </a:cubicBezTo>
                <a:lnTo>
                  <a:pt x="6736" y="1348"/>
                </a:lnTo>
                <a:lnTo>
                  <a:pt x="6773" y="1285"/>
                </a:lnTo>
                <a:lnTo>
                  <a:pt x="7285" y="1115"/>
                </a:lnTo>
                <a:lnTo>
                  <a:pt x="7294" y="1147"/>
                </a:lnTo>
                <a:lnTo>
                  <a:pt x="9223" y="452"/>
                </a:lnTo>
                <a:cubicBezTo>
                  <a:pt x="9251" y="312"/>
                  <a:pt x="9262" y="170"/>
                  <a:pt x="9262" y="25"/>
                </a:cubicBezTo>
                <a:lnTo>
                  <a:pt x="9262" y="1"/>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71" name="Google Shape;3671;p27"/>
          <p:cNvSpPr/>
          <p:nvPr/>
        </p:nvSpPr>
        <p:spPr>
          <a:xfrm>
            <a:off x="1656620" y="2908786"/>
            <a:ext cx="35945" cy="19820"/>
          </a:xfrm>
          <a:custGeom>
            <a:rect b="b" l="l" r="r" t="t"/>
            <a:pathLst>
              <a:path extrusionOk="0" h="617" w="1119">
                <a:moveTo>
                  <a:pt x="161" y="0"/>
                </a:moveTo>
                <a:cubicBezTo>
                  <a:pt x="107" y="0"/>
                  <a:pt x="55" y="33"/>
                  <a:pt x="32" y="87"/>
                </a:cubicBezTo>
                <a:cubicBezTo>
                  <a:pt x="1" y="158"/>
                  <a:pt x="35" y="239"/>
                  <a:pt x="106" y="269"/>
                </a:cubicBezTo>
                <a:lnTo>
                  <a:pt x="904" y="606"/>
                </a:lnTo>
                <a:cubicBezTo>
                  <a:pt x="923" y="614"/>
                  <a:pt x="940" y="617"/>
                  <a:pt x="959" y="617"/>
                </a:cubicBezTo>
                <a:cubicBezTo>
                  <a:pt x="1012" y="617"/>
                  <a:pt x="1065" y="586"/>
                  <a:pt x="1086" y="531"/>
                </a:cubicBezTo>
                <a:cubicBezTo>
                  <a:pt x="1118" y="460"/>
                  <a:pt x="1083" y="379"/>
                  <a:pt x="1012" y="349"/>
                </a:cubicBezTo>
                <a:lnTo>
                  <a:pt x="215" y="11"/>
                </a:lnTo>
                <a:cubicBezTo>
                  <a:pt x="197" y="4"/>
                  <a:pt x="179" y="0"/>
                  <a:pt x="161" y="0"/>
                </a:cubicBezTo>
                <a:close/>
              </a:path>
            </a:pathLst>
          </a:cu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72" name="Google Shape;3672;p27"/>
          <p:cNvSpPr/>
          <p:nvPr/>
        </p:nvSpPr>
        <p:spPr>
          <a:xfrm>
            <a:off x="1648911" y="2925522"/>
            <a:ext cx="30259" cy="17443"/>
          </a:xfrm>
          <a:custGeom>
            <a:rect b="b" l="l" r="r" t="t"/>
            <a:pathLst>
              <a:path extrusionOk="0" h="543" w="942">
                <a:moveTo>
                  <a:pt x="161" y="1"/>
                </a:moveTo>
                <a:cubicBezTo>
                  <a:pt x="107" y="1"/>
                  <a:pt x="55" y="33"/>
                  <a:pt x="31" y="87"/>
                </a:cubicBezTo>
                <a:cubicBezTo>
                  <a:pt x="0" y="158"/>
                  <a:pt x="35" y="239"/>
                  <a:pt x="106" y="269"/>
                </a:cubicBezTo>
                <a:lnTo>
                  <a:pt x="728" y="531"/>
                </a:lnTo>
                <a:cubicBezTo>
                  <a:pt x="746" y="539"/>
                  <a:pt x="765" y="543"/>
                  <a:pt x="782" y="543"/>
                </a:cubicBezTo>
                <a:cubicBezTo>
                  <a:pt x="837" y="543"/>
                  <a:pt x="888" y="510"/>
                  <a:pt x="911" y="458"/>
                </a:cubicBezTo>
                <a:cubicBezTo>
                  <a:pt x="941" y="387"/>
                  <a:pt x="906" y="306"/>
                  <a:pt x="837" y="275"/>
                </a:cubicBezTo>
                <a:lnTo>
                  <a:pt x="215" y="12"/>
                </a:lnTo>
                <a:cubicBezTo>
                  <a:pt x="197" y="4"/>
                  <a:pt x="179" y="1"/>
                  <a:pt x="161" y="1"/>
                </a:cubicBezTo>
                <a:close/>
              </a:path>
            </a:pathLst>
          </a:cu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73" name="Google Shape;3673;p27"/>
          <p:cNvSpPr/>
          <p:nvPr/>
        </p:nvSpPr>
        <p:spPr>
          <a:xfrm>
            <a:off x="1641040" y="2942227"/>
            <a:ext cx="25602" cy="15451"/>
          </a:xfrm>
          <a:custGeom>
            <a:rect b="b" l="l" r="r" t="t"/>
            <a:pathLst>
              <a:path extrusionOk="0" h="481" w="797">
                <a:moveTo>
                  <a:pt x="161" y="0"/>
                </a:moveTo>
                <a:cubicBezTo>
                  <a:pt x="107" y="0"/>
                  <a:pt x="55" y="33"/>
                  <a:pt x="32" y="85"/>
                </a:cubicBezTo>
                <a:cubicBezTo>
                  <a:pt x="1" y="156"/>
                  <a:pt x="35" y="239"/>
                  <a:pt x="106" y="269"/>
                </a:cubicBezTo>
                <a:lnTo>
                  <a:pt x="584" y="470"/>
                </a:lnTo>
                <a:cubicBezTo>
                  <a:pt x="601" y="477"/>
                  <a:pt x="620" y="480"/>
                  <a:pt x="638" y="480"/>
                </a:cubicBezTo>
                <a:cubicBezTo>
                  <a:pt x="693" y="480"/>
                  <a:pt x="745" y="450"/>
                  <a:pt x="766" y="395"/>
                </a:cubicBezTo>
                <a:cubicBezTo>
                  <a:pt x="797" y="324"/>
                  <a:pt x="764" y="243"/>
                  <a:pt x="693" y="213"/>
                </a:cubicBezTo>
                <a:lnTo>
                  <a:pt x="215" y="11"/>
                </a:lnTo>
                <a:cubicBezTo>
                  <a:pt x="197" y="4"/>
                  <a:pt x="179" y="0"/>
                  <a:pt x="161" y="0"/>
                </a:cubicBezTo>
                <a:close/>
              </a:path>
            </a:pathLst>
          </a:cu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74" name="Google Shape;3674;p27"/>
          <p:cNvSpPr/>
          <p:nvPr/>
        </p:nvSpPr>
        <p:spPr>
          <a:xfrm>
            <a:off x="1633266" y="2959027"/>
            <a:ext cx="20141" cy="13202"/>
          </a:xfrm>
          <a:custGeom>
            <a:rect b="b" l="l" r="r" t="t"/>
            <a:pathLst>
              <a:path extrusionOk="0" h="411" w="627">
                <a:moveTo>
                  <a:pt x="159" y="1"/>
                </a:moveTo>
                <a:cubicBezTo>
                  <a:pt x="106" y="1"/>
                  <a:pt x="54" y="33"/>
                  <a:pt x="31" y="86"/>
                </a:cubicBezTo>
                <a:cubicBezTo>
                  <a:pt x="1" y="157"/>
                  <a:pt x="36" y="238"/>
                  <a:pt x="105" y="269"/>
                </a:cubicBezTo>
                <a:lnTo>
                  <a:pt x="413" y="399"/>
                </a:lnTo>
                <a:cubicBezTo>
                  <a:pt x="431" y="406"/>
                  <a:pt x="450" y="410"/>
                  <a:pt x="467" y="410"/>
                </a:cubicBezTo>
                <a:cubicBezTo>
                  <a:pt x="522" y="410"/>
                  <a:pt x="573" y="377"/>
                  <a:pt x="596" y="325"/>
                </a:cubicBezTo>
                <a:cubicBezTo>
                  <a:pt x="626" y="254"/>
                  <a:pt x="593" y="173"/>
                  <a:pt x="522" y="141"/>
                </a:cubicBezTo>
                <a:lnTo>
                  <a:pt x="214" y="12"/>
                </a:lnTo>
                <a:cubicBezTo>
                  <a:pt x="196" y="4"/>
                  <a:pt x="178" y="1"/>
                  <a:pt x="159" y="1"/>
                </a:cubicBezTo>
                <a:close/>
              </a:path>
            </a:pathLst>
          </a:cu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75" name="Google Shape;3675;p27"/>
          <p:cNvSpPr/>
          <p:nvPr/>
        </p:nvSpPr>
        <p:spPr>
          <a:xfrm>
            <a:off x="1601239" y="2945439"/>
            <a:ext cx="150976" cy="55733"/>
          </a:xfrm>
          <a:custGeom>
            <a:rect b="b" l="l" r="r" t="t"/>
            <a:pathLst>
              <a:path extrusionOk="0" h="1735" w="4700">
                <a:moveTo>
                  <a:pt x="3466" y="1"/>
                </a:moveTo>
                <a:cubicBezTo>
                  <a:pt x="3309" y="1"/>
                  <a:pt x="3154" y="59"/>
                  <a:pt x="3035" y="169"/>
                </a:cubicBezTo>
                <a:lnTo>
                  <a:pt x="2372" y="783"/>
                </a:lnTo>
                <a:cubicBezTo>
                  <a:pt x="2112" y="1021"/>
                  <a:pt x="1779" y="1145"/>
                  <a:pt x="1444" y="1145"/>
                </a:cubicBezTo>
                <a:cubicBezTo>
                  <a:pt x="1212" y="1145"/>
                  <a:pt x="979" y="1086"/>
                  <a:pt x="768" y="965"/>
                </a:cubicBezTo>
                <a:lnTo>
                  <a:pt x="0" y="1175"/>
                </a:lnTo>
                <a:lnTo>
                  <a:pt x="588" y="1501"/>
                </a:lnTo>
                <a:cubicBezTo>
                  <a:pt x="870" y="1658"/>
                  <a:pt x="1180" y="1734"/>
                  <a:pt x="1488" y="1734"/>
                </a:cubicBezTo>
                <a:cubicBezTo>
                  <a:pt x="1944" y="1734"/>
                  <a:pt x="2396" y="1566"/>
                  <a:pt x="2748" y="1242"/>
                </a:cubicBezTo>
                <a:lnTo>
                  <a:pt x="3428" y="612"/>
                </a:lnTo>
                <a:cubicBezTo>
                  <a:pt x="3445" y="596"/>
                  <a:pt x="3467" y="588"/>
                  <a:pt x="3489" y="588"/>
                </a:cubicBezTo>
                <a:cubicBezTo>
                  <a:pt x="3502" y="588"/>
                  <a:pt x="3515" y="591"/>
                  <a:pt x="3527" y="596"/>
                </a:cubicBezTo>
                <a:lnTo>
                  <a:pt x="3983" y="805"/>
                </a:lnTo>
                <a:lnTo>
                  <a:pt x="4369" y="915"/>
                </a:lnTo>
                <a:lnTo>
                  <a:pt x="4602" y="721"/>
                </a:lnTo>
                <a:lnTo>
                  <a:pt x="4699" y="595"/>
                </a:lnTo>
                <a:lnTo>
                  <a:pt x="4481" y="402"/>
                </a:lnTo>
                <a:cubicBezTo>
                  <a:pt x="4232" y="288"/>
                  <a:pt x="3981" y="172"/>
                  <a:pt x="3732" y="59"/>
                </a:cubicBezTo>
                <a:cubicBezTo>
                  <a:pt x="3647" y="20"/>
                  <a:pt x="3556" y="1"/>
                  <a:pt x="3466" y="1"/>
                </a:cubicBezTo>
                <a:close/>
              </a:path>
            </a:pathLst>
          </a:cu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76" name="Google Shape;3676;p27"/>
          <p:cNvSpPr/>
          <p:nvPr/>
        </p:nvSpPr>
        <p:spPr>
          <a:xfrm>
            <a:off x="1729253" y="2958385"/>
            <a:ext cx="29649" cy="18727"/>
          </a:xfrm>
          <a:custGeom>
            <a:rect b="b" l="l" r="r" t="t"/>
            <a:pathLst>
              <a:path extrusionOk="0" h="583" w="923">
                <a:moveTo>
                  <a:pt x="496" y="1"/>
                </a:moveTo>
                <a:cubicBezTo>
                  <a:pt x="316" y="119"/>
                  <a:pt x="147" y="252"/>
                  <a:pt x="1" y="404"/>
                </a:cubicBezTo>
                <a:lnTo>
                  <a:pt x="392" y="582"/>
                </a:lnTo>
                <a:cubicBezTo>
                  <a:pt x="551" y="432"/>
                  <a:pt x="729" y="302"/>
                  <a:pt x="923" y="196"/>
                </a:cubicBezTo>
                <a:cubicBezTo>
                  <a:pt x="780" y="131"/>
                  <a:pt x="639" y="66"/>
                  <a:pt x="496" y="1"/>
                </a:cubicBezTo>
                <a:close/>
              </a:path>
            </a:pathLst>
          </a:cu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77" name="Google Shape;3677;p27"/>
          <p:cNvSpPr/>
          <p:nvPr/>
        </p:nvSpPr>
        <p:spPr>
          <a:xfrm>
            <a:off x="1785406" y="2849163"/>
            <a:ext cx="65305" cy="102728"/>
          </a:xfrm>
          <a:custGeom>
            <a:rect b="b" l="l" r="r" t="t"/>
            <a:pathLst>
              <a:path extrusionOk="0" h="3198" w="2033">
                <a:moveTo>
                  <a:pt x="1442" y="1"/>
                </a:moveTo>
                <a:cubicBezTo>
                  <a:pt x="1428" y="1"/>
                  <a:pt x="1413" y="2"/>
                  <a:pt x="1397" y="6"/>
                </a:cubicBezTo>
                <a:cubicBezTo>
                  <a:pt x="1317" y="22"/>
                  <a:pt x="1274" y="81"/>
                  <a:pt x="1264" y="93"/>
                </a:cubicBezTo>
                <a:cubicBezTo>
                  <a:pt x="1236" y="132"/>
                  <a:pt x="1210" y="168"/>
                  <a:pt x="1184" y="206"/>
                </a:cubicBezTo>
                <a:lnTo>
                  <a:pt x="1388" y="973"/>
                </a:lnTo>
                <a:cubicBezTo>
                  <a:pt x="1454" y="1219"/>
                  <a:pt x="1352" y="1477"/>
                  <a:pt x="1136" y="1613"/>
                </a:cubicBezTo>
                <a:lnTo>
                  <a:pt x="500" y="2015"/>
                </a:lnTo>
                <a:cubicBezTo>
                  <a:pt x="294" y="2145"/>
                  <a:pt x="151" y="2352"/>
                  <a:pt x="101" y="2591"/>
                </a:cubicBezTo>
                <a:lnTo>
                  <a:pt x="57" y="2813"/>
                </a:lnTo>
                <a:lnTo>
                  <a:pt x="0" y="3198"/>
                </a:lnTo>
                <a:lnTo>
                  <a:pt x="485" y="3021"/>
                </a:lnTo>
                <a:lnTo>
                  <a:pt x="557" y="2724"/>
                </a:lnTo>
                <a:cubicBezTo>
                  <a:pt x="570" y="2669"/>
                  <a:pt x="630" y="2639"/>
                  <a:pt x="659" y="2594"/>
                </a:cubicBezTo>
                <a:cubicBezTo>
                  <a:pt x="695" y="2538"/>
                  <a:pt x="741" y="2491"/>
                  <a:pt x="801" y="2452"/>
                </a:cubicBezTo>
                <a:lnTo>
                  <a:pt x="1455" y="2031"/>
                </a:lnTo>
                <a:cubicBezTo>
                  <a:pt x="1850" y="1778"/>
                  <a:pt x="2033" y="1297"/>
                  <a:pt x="1904" y="845"/>
                </a:cubicBezTo>
                <a:lnTo>
                  <a:pt x="1707" y="156"/>
                </a:lnTo>
                <a:lnTo>
                  <a:pt x="1582" y="51"/>
                </a:lnTo>
                <a:cubicBezTo>
                  <a:pt x="1573" y="43"/>
                  <a:pt x="1518" y="1"/>
                  <a:pt x="1442" y="1"/>
                </a:cubicBezTo>
                <a:close/>
              </a:path>
            </a:pathLst>
          </a:cu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78" name="Google Shape;3678;p27"/>
          <p:cNvSpPr/>
          <p:nvPr/>
        </p:nvSpPr>
        <p:spPr>
          <a:xfrm>
            <a:off x="1784378" y="2932493"/>
            <a:ext cx="22261" cy="21586"/>
          </a:xfrm>
          <a:custGeom>
            <a:rect b="b" l="l" r="r" t="t"/>
            <a:pathLst>
              <a:path extrusionOk="0" h="672" w="693">
                <a:moveTo>
                  <a:pt x="692" y="0"/>
                </a:moveTo>
                <a:lnTo>
                  <a:pt x="91" y="223"/>
                </a:lnTo>
                <a:lnTo>
                  <a:pt x="0" y="672"/>
                </a:lnTo>
                <a:lnTo>
                  <a:pt x="0" y="672"/>
                </a:lnTo>
                <a:lnTo>
                  <a:pt x="558" y="471"/>
                </a:lnTo>
                <a:lnTo>
                  <a:pt x="627" y="152"/>
                </a:lnTo>
                <a:cubicBezTo>
                  <a:pt x="640" y="97"/>
                  <a:pt x="662" y="47"/>
                  <a:pt x="692" y="0"/>
                </a:cubicBezTo>
                <a:close/>
              </a:path>
            </a:pathLst>
          </a:cu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nvGrpSpPr>
          <p:cNvPr id="3679" name="Google Shape;3679;p27"/>
          <p:cNvGrpSpPr/>
          <p:nvPr/>
        </p:nvGrpSpPr>
        <p:grpSpPr>
          <a:xfrm>
            <a:off x="7266323" y="2189113"/>
            <a:ext cx="325048" cy="297623"/>
            <a:chOff x="7266323" y="2189113"/>
            <a:chExt cx="325048" cy="297623"/>
          </a:xfrm>
        </p:grpSpPr>
        <p:sp>
          <p:nvSpPr>
            <p:cNvPr id="3680" name="Google Shape;3680;p27"/>
            <p:cNvSpPr/>
            <p:nvPr/>
          </p:nvSpPr>
          <p:spPr>
            <a:xfrm>
              <a:off x="7277438" y="2189113"/>
              <a:ext cx="313933" cy="293728"/>
            </a:xfrm>
            <a:custGeom>
              <a:rect b="b" l="l" r="r" t="t"/>
              <a:pathLst>
                <a:path extrusionOk="0" h="9144" w="9773">
                  <a:moveTo>
                    <a:pt x="7762" y="1"/>
                  </a:moveTo>
                  <a:cubicBezTo>
                    <a:pt x="7253" y="1"/>
                    <a:pt x="6698" y="271"/>
                    <a:pt x="6204" y="706"/>
                  </a:cubicBezTo>
                  <a:cubicBezTo>
                    <a:pt x="5974" y="907"/>
                    <a:pt x="5764" y="1211"/>
                    <a:pt x="5570" y="1473"/>
                  </a:cubicBezTo>
                  <a:cubicBezTo>
                    <a:pt x="5036" y="2200"/>
                    <a:pt x="4824" y="2981"/>
                    <a:pt x="4895" y="3688"/>
                  </a:cubicBezTo>
                  <a:cubicBezTo>
                    <a:pt x="4910" y="3827"/>
                    <a:pt x="4816" y="3953"/>
                    <a:pt x="4717" y="4050"/>
                  </a:cubicBezTo>
                  <a:lnTo>
                    <a:pt x="4192" y="4577"/>
                  </a:lnTo>
                  <a:cubicBezTo>
                    <a:pt x="4104" y="4665"/>
                    <a:pt x="3987" y="4711"/>
                    <a:pt x="3865" y="4711"/>
                  </a:cubicBezTo>
                  <a:cubicBezTo>
                    <a:pt x="3849" y="4711"/>
                    <a:pt x="3832" y="4710"/>
                    <a:pt x="3815" y="4708"/>
                  </a:cubicBezTo>
                  <a:cubicBezTo>
                    <a:pt x="3736" y="4700"/>
                    <a:pt x="3655" y="4696"/>
                    <a:pt x="3573" y="4696"/>
                  </a:cubicBezTo>
                  <a:cubicBezTo>
                    <a:pt x="2921" y="4696"/>
                    <a:pt x="2189" y="4949"/>
                    <a:pt x="1545" y="5424"/>
                  </a:cubicBezTo>
                  <a:cubicBezTo>
                    <a:pt x="1431" y="5508"/>
                    <a:pt x="1321" y="5596"/>
                    <a:pt x="1218" y="5688"/>
                  </a:cubicBezTo>
                  <a:cubicBezTo>
                    <a:pt x="127" y="6654"/>
                    <a:pt x="1" y="8196"/>
                    <a:pt x="806" y="8592"/>
                  </a:cubicBezTo>
                  <a:cubicBezTo>
                    <a:pt x="1301" y="8836"/>
                    <a:pt x="2019" y="9143"/>
                    <a:pt x="2769" y="9143"/>
                  </a:cubicBezTo>
                  <a:cubicBezTo>
                    <a:pt x="3344" y="9143"/>
                    <a:pt x="3938" y="8963"/>
                    <a:pt x="4467" y="8435"/>
                  </a:cubicBezTo>
                  <a:cubicBezTo>
                    <a:pt x="4533" y="8368"/>
                    <a:pt x="4611" y="8316"/>
                    <a:pt x="4671" y="8248"/>
                  </a:cubicBezTo>
                  <a:cubicBezTo>
                    <a:pt x="5474" y="7314"/>
                    <a:pt x="5568" y="6221"/>
                    <a:pt x="5120" y="5489"/>
                  </a:cubicBezTo>
                  <a:cubicBezTo>
                    <a:pt x="5031" y="5344"/>
                    <a:pt x="5054" y="5154"/>
                    <a:pt x="5173" y="5034"/>
                  </a:cubicBezTo>
                  <a:cubicBezTo>
                    <a:pt x="5256" y="4952"/>
                    <a:pt x="5368" y="4894"/>
                    <a:pt x="5477" y="4894"/>
                  </a:cubicBezTo>
                  <a:cubicBezTo>
                    <a:pt x="5528" y="4894"/>
                    <a:pt x="5579" y="4907"/>
                    <a:pt x="5625" y="4936"/>
                  </a:cubicBezTo>
                  <a:cubicBezTo>
                    <a:pt x="5918" y="5116"/>
                    <a:pt x="6269" y="5213"/>
                    <a:pt x="6645" y="5213"/>
                  </a:cubicBezTo>
                  <a:cubicBezTo>
                    <a:pt x="7272" y="5213"/>
                    <a:pt x="7967" y="4942"/>
                    <a:pt x="8578" y="4332"/>
                  </a:cubicBezTo>
                  <a:cubicBezTo>
                    <a:pt x="8637" y="4273"/>
                    <a:pt x="8708" y="4222"/>
                    <a:pt x="8760" y="4158"/>
                  </a:cubicBezTo>
                  <a:cubicBezTo>
                    <a:pt x="9772" y="2964"/>
                    <a:pt x="9412" y="1445"/>
                    <a:pt x="8907" y="668"/>
                  </a:cubicBezTo>
                  <a:cubicBezTo>
                    <a:pt x="8604" y="201"/>
                    <a:pt x="8200" y="1"/>
                    <a:pt x="7762" y="1"/>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81" name="Google Shape;3681;p27"/>
            <p:cNvSpPr/>
            <p:nvPr/>
          </p:nvSpPr>
          <p:spPr>
            <a:xfrm>
              <a:off x="7429064" y="2211760"/>
              <a:ext cx="47670" cy="107514"/>
            </a:xfrm>
            <a:custGeom>
              <a:rect b="b" l="l" r="r" t="t"/>
              <a:pathLst>
                <a:path extrusionOk="0" h="3347" w="1484">
                  <a:moveTo>
                    <a:pt x="1484" y="1"/>
                  </a:moveTo>
                  <a:lnTo>
                    <a:pt x="1484" y="1"/>
                  </a:lnTo>
                  <a:cubicBezTo>
                    <a:pt x="1254" y="202"/>
                    <a:pt x="1038" y="439"/>
                    <a:pt x="847" y="701"/>
                  </a:cubicBezTo>
                  <a:cubicBezTo>
                    <a:pt x="313" y="1427"/>
                    <a:pt x="61" y="2263"/>
                    <a:pt x="132" y="2970"/>
                  </a:cubicBezTo>
                  <a:cubicBezTo>
                    <a:pt x="146" y="3110"/>
                    <a:pt x="97" y="3248"/>
                    <a:pt x="0" y="3346"/>
                  </a:cubicBezTo>
                  <a:lnTo>
                    <a:pt x="220" y="3126"/>
                  </a:lnTo>
                  <a:cubicBezTo>
                    <a:pt x="405" y="2942"/>
                    <a:pt x="502" y="2690"/>
                    <a:pt x="494" y="2430"/>
                  </a:cubicBezTo>
                  <a:cubicBezTo>
                    <a:pt x="473" y="1763"/>
                    <a:pt x="727" y="998"/>
                    <a:pt x="1219" y="328"/>
                  </a:cubicBezTo>
                  <a:cubicBezTo>
                    <a:pt x="1303" y="215"/>
                    <a:pt x="1391" y="105"/>
                    <a:pt x="1484"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82" name="Google Shape;3682;p27"/>
            <p:cNvSpPr/>
            <p:nvPr/>
          </p:nvSpPr>
          <p:spPr>
            <a:xfrm>
              <a:off x="7443712" y="2322684"/>
              <a:ext cx="115191" cy="35046"/>
            </a:xfrm>
            <a:custGeom>
              <a:rect b="b" l="l" r="r" t="t"/>
              <a:pathLst>
                <a:path extrusionOk="0" h="1091" w="3586">
                  <a:moveTo>
                    <a:pt x="3586" y="0"/>
                  </a:moveTo>
                  <a:lnTo>
                    <a:pt x="3586" y="0"/>
                  </a:lnTo>
                  <a:cubicBezTo>
                    <a:pt x="3016" y="490"/>
                    <a:pt x="2388" y="715"/>
                    <a:pt x="1818" y="715"/>
                  </a:cubicBezTo>
                  <a:cubicBezTo>
                    <a:pt x="1574" y="715"/>
                    <a:pt x="1340" y="674"/>
                    <a:pt x="1126" y="594"/>
                  </a:cubicBezTo>
                  <a:cubicBezTo>
                    <a:pt x="1009" y="550"/>
                    <a:pt x="887" y="528"/>
                    <a:pt x="765" y="528"/>
                  </a:cubicBezTo>
                  <a:cubicBezTo>
                    <a:pt x="503" y="528"/>
                    <a:pt x="246" y="629"/>
                    <a:pt x="54" y="823"/>
                  </a:cubicBezTo>
                  <a:lnTo>
                    <a:pt x="0" y="876"/>
                  </a:lnTo>
                  <a:cubicBezTo>
                    <a:pt x="95" y="795"/>
                    <a:pt x="188" y="770"/>
                    <a:pt x="265" y="770"/>
                  </a:cubicBezTo>
                  <a:cubicBezTo>
                    <a:pt x="354" y="770"/>
                    <a:pt x="422" y="803"/>
                    <a:pt x="453" y="823"/>
                  </a:cubicBezTo>
                  <a:cubicBezTo>
                    <a:pt x="738" y="998"/>
                    <a:pt x="1078" y="1090"/>
                    <a:pt x="1442" y="1090"/>
                  </a:cubicBezTo>
                  <a:cubicBezTo>
                    <a:pt x="2081" y="1090"/>
                    <a:pt x="2795" y="806"/>
                    <a:pt x="3416" y="186"/>
                  </a:cubicBezTo>
                  <a:cubicBezTo>
                    <a:pt x="3476" y="126"/>
                    <a:pt x="3534" y="64"/>
                    <a:pt x="3586"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83" name="Google Shape;3683;p27"/>
            <p:cNvSpPr/>
            <p:nvPr/>
          </p:nvSpPr>
          <p:spPr>
            <a:xfrm>
              <a:off x="7266323" y="2371866"/>
              <a:ext cx="161159" cy="114870"/>
            </a:xfrm>
            <a:custGeom>
              <a:rect b="b" l="l" r="r" t="t"/>
              <a:pathLst>
                <a:path extrusionOk="0" h="3576" w="5017">
                  <a:moveTo>
                    <a:pt x="1564" y="1"/>
                  </a:moveTo>
                  <a:cubicBezTo>
                    <a:pt x="473" y="967"/>
                    <a:pt x="1" y="2330"/>
                    <a:pt x="1153" y="3077"/>
                  </a:cubicBezTo>
                  <a:cubicBezTo>
                    <a:pt x="1569" y="3347"/>
                    <a:pt x="2197" y="3576"/>
                    <a:pt x="2873" y="3576"/>
                  </a:cubicBezTo>
                  <a:cubicBezTo>
                    <a:pt x="3528" y="3576"/>
                    <a:pt x="4229" y="3361"/>
                    <a:pt x="4829" y="2762"/>
                  </a:cubicBezTo>
                  <a:cubicBezTo>
                    <a:pt x="4895" y="2695"/>
                    <a:pt x="4957" y="2628"/>
                    <a:pt x="5017" y="2559"/>
                  </a:cubicBezTo>
                  <a:lnTo>
                    <a:pt x="5017" y="2559"/>
                  </a:lnTo>
                  <a:cubicBezTo>
                    <a:pt x="4461" y="3029"/>
                    <a:pt x="3835" y="3203"/>
                    <a:pt x="3246" y="3203"/>
                  </a:cubicBezTo>
                  <a:cubicBezTo>
                    <a:pt x="2570" y="3203"/>
                    <a:pt x="1942" y="2974"/>
                    <a:pt x="1527" y="2704"/>
                  </a:cubicBezTo>
                  <a:cubicBezTo>
                    <a:pt x="516" y="2049"/>
                    <a:pt x="755" y="920"/>
                    <a:pt x="1564"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84" name="Google Shape;3684;p27"/>
            <p:cNvSpPr/>
            <p:nvPr/>
          </p:nvSpPr>
          <p:spPr>
            <a:xfrm>
              <a:off x="7454377" y="2230553"/>
              <a:ext cx="100800" cy="101957"/>
            </a:xfrm>
            <a:custGeom>
              <a:rect b="b" l="l" r="r" t="t"/>
              <a:pathLst>
                <a:path extrusionOk="0" h="3174" w="3138">
                  <a:moveTo>
                    <a:pt x="2046" y="0"/>
                  </a:moveTo>
                  <a:cubicBezTo>
                    <a:pt x="1716" y="0"/>
                    <a:pt x="1368" y="241"/>
                    <a:pt x="1069" y="519"/>
                  </a:cubicBezTo>
                  <a:cubicBezTo>
                    <a:pt x="1069" y="519"/>
                    <a:pt x="1036" y="552"/>
                    <a:pt x="1017" y="569"/>
                  </a:cubicBezTo>
                  <a:cubicBezTo>
                    <a:pt x="917" y="664"/>
                    <a:pt x="826" y="779"/>
                    <a:pt x="741" y="871"/>
                  </a:cubicBezTo>
                  <a:cubicBezTo>
                    <a:pt x="1" y="1677"/>
                    <a:pt x="91" y="2612"/>
                    <a:pt x="438" y="2867"/>
                  </a:cubicBezTo>
                  <a:cubicBezTo>
                    <a:pt x="656" y="3027"/>
                    <a:pt x="950" y="3173"/>
                    <a:pt x="1289" y="3173"/>
                  </a:cubicBezTo>
                  <a:cubicBezTo>
                    <a:pt x="1608" y="3173"/>
                    <a:pt x="1965" y="3044"/>
                    <a:pt x="2333" y="2676"/>
                  </a:cubicBezTo>
                  <a:cubicBezTo>
                    <a:pt x="2384" y="2627"/>
                    <a:pt x="2442" y="2585"/>
                    <a:pt x="2485" y="2534"/>
                  </a:cubicBezTo>
                  <a:cubicBezTo>
                    <a:pt x="3138" y="1778"/>
                    <a:pt x="3050" y="994"/>
                    <a:pt x="2681" y="412"/>
                  </a:cubicBezTo>
                  <a:cubicBezTo>
                    <a:pt x="2492" y="115"/>
                    <a:pt x="2273" y="0"/>
                    <a:pt x="2046" y="0"/>
                  </a:cubicBezTo>
                  <a:close/>
                </a:path>
              </a:pathLst>
            </a:custGeom>
            <a:solidFill>
              <a:schemeClr val="l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85" name="Google Shape;3685;p27"/>
            <p:cNvSpPr/>
            <p:nvPr/>
          </p:nvSpPr>
          <p:spPr>
            <a:xfrm>
              <a:off x="7451422" y="2247096"/>
              <a:ext cx="82844" cy="87245"/>
            </a:xfrm>
            <a:custGeom>
              <a:rect b="b" l="l" r="r" t="t"/>
              <a:pathLst>
                <a:path extrusionOk="0" h="2716" w="2579">
                  <a:moveTo>
                    <a:pt x="1160" y="1"/>
                  </a:moveTo>
                  <a:cubicBezTo>
                    <a:pt x="1041" y="112"/>
                    <a:pt x="930" y="228"/>
                    <a:pt x="831" y="337"/>
                  </a:cubicBezTo>
                  <a:cubicBezTo>
                    <a:pt x="93" y="1142"/>
                    <a:pt x="0" y="1936"/>
                    <a:pt x="477" y="2411"/>
                  </a:cubicBezTo>
                  <a:cubicBezTo>
                    <a:pt x="654" y="2589"/>
                    <a:pt x="937" y="2716"/>
                    <a:pt x="1268" y="2716"/>
                  </a:cubicBezTo>
                  <a:cubicBezTo>
                    <a:pt x="1626" y="2716"/>
                    <a:pt x="2041" y="2567"/>
                    <a:pt x="2438" y="2171"/>
                  </a:cubicBezTo>
                  <a:cubicBezTo>
                    <a:pt x="2487" y="2120"/>
                    <a:pt x="2535" y="2070"/>
                    <a:pt x="2579" y="2020"/>
                  </a:cubicBezTo>
                  <a:lnTo>
                    <a:pt x="2579" y="2020"/>
                  </a:lnTo>
                  <a:cubicBezTo>
                    <a:pt x="2225" y="2320"/>
                    <a:pt x="1864" y="2437"/>
                    <a:pt x="1547" y="2437"/>
                  </a:cubicBezTo>
                  <a:cubicBezTo>
                    <a:pt x="1216" y="2437"/>
                    <a:pt x="932" y="2309"/>
                    <a:pt x="755" y="2132"/>
                  </a:cubicBezTo>
                  <a:cubicBezTo>
                    <a:pt x="281" y="1657"/>
                    <a:pt x="371" y="861"/>
                    <a:pt x="1109" y="56"/>
                  </a:cubicBezTo>
                  <a:cubicBezTo>
                    <a:pt x="1125" y="37"/>
                    <a:pt x="1143" y="20"/>
                    <a:pt x="1160"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86" name="Google Shape;3686;p27"/>
            <p:cNvSpPr/>
            <p:nvPr/>
          </p:nvSpPr>
          <p:spPr>
            <a:xfrm>
              <a:off x="7317914" y="2364317"/>
              <a:ext cx="115609" cy="88080"/>
            </a:xfrm>
            <a:custGeom>
              <a:rect b="b" l="l" r="r" t="t"/>
              <a:pathLst>
                <a:path extrusionOk="0" h="2742" w="3599">
                  <a:moveTo>
                    <a:pt x="2377" y="1"/>
                  </a:moveTo>
                  <a:cubicBezTo>
                    <a:pt x="1971" y="1"/>
                    <a:pt x="1498" y="211"/>
                    <a:pt x="1021" y="649"/>
                  </a:cubicBezTo>
                  <a:cubicBezTo>
                    <a:pt x="1002" y="664"/>
                    <a:pt x="985" y="680"/>
                    <a:pt x="966" y="699"/>
                  </a:cubicBezTo>
                  <a:cubicBezTo>
                    <a:pt x="405" y="1229"/>
                    <a:pt x="0" y="2132"/>
                    <a:pt x="660" y="2530"/>
                  </a:cubicBezTo>
                  <a:cubicBezTo>
                    <a:pt x="780" y="2603"/>
                    <a:pt x="1155" y="2742"/>
                    <a:pt x="1601" y="2742"/>
                  </a:cubicBezTo>
                  <a:cubicBezTo>
                    <a:pt x="2005" y="2742"/>
                    <a:pt x="2467" y="2628"/>
                    <a:pt x="2848" y="2247"/>
                  </a:cubicBezTo>
                  <a:cubicBezTo>
                    <a:pt x="2895" y="2199"/>
                    <a:pt x="2943" y="2163"/>
                    <a:pt x="2984" y="2116"/>
                  </a:cubicBezTo>
                  <a:cubicBezTo>
                    <a:pt x="3599" y="1394"/>
                    <a:pt x="3443" y="641"/>
                    <a:pt x="3095" y="294"/>
                  </a:cubicBezTo>
                  <a:cubicBezTo>
                    <a:pt x="2902" y="100"/>
                    <a:pt x="2656" y="1"/>
                    <a:pt x="2377" y="1"/>
                  </a:cubicBezTo>
                  <a:close/>
                </a:path>
              </a:pathLst>
            </a:custGeom>
            <a:solidFill>
              <a:schemeClr val="l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87" name="Google Shape;3687;p27"/>
            <p:cNvSpPr/>
            <p:nvPr/>
          </p:nvSpPr>
          <p:spPr>
            <a:xfrm>
              <a:off x="7308695" y="2386868"/>
              <a:ext cx="105073" cy="69995"/>
            </a:xfrm>
            <a:custGeom>
              <a:rect b="b" l="l" r="r" t="t"/>
              <a:pathLst>
                <a:path extrusionOk="0" h="2179" w="3271">
                  <a:moveTo>
                    <a:pt x="1253" y="0"/>
                  </a:moveTo>
                  <a:lnTo>
                    <a:pt x="1253" y="0"/>
                  </a:lnTo>
                  <a:cubicBezTo>
                    <a:pt x="690" y="527"/>
                    <a:pt x="1" y="1339"/>
                    <a:pt x="868" y="1892"/>
                  </a:cubicBezTo>
                  <a:cubicBezTo>
                    <a:pt x="1143" y="2067"/>
                    <a:pt x="1463" y="2178"/>
                    <a:pt x="1805" y="2178"/>
                  </a:cubicBezTo>
                  <a:cubicBezTo>
                    <a:pt x="2233" y="2178"/>
                    <a:pt x="2695" y="2003"/>
                    <a:pt x="3142" y="1556"/>
                  </a:cubicBezTo>
                  <a:cubicBezTo>
                    <a:pt x="3190" y="1510"/>
                    <a:pt x="3230" y="1464"/>
                    <a:pt x="3271" y="1417"/>
                  </a:cubicBezTo>
                  <a:lnTo>
                    <a:pt x="3271" y="1417"/>
                  </a:lnTo>
                  <a:cubicBezTo>
                    <a:pt x="2872" y="1760"/>
                    <a:pt x="2467" y="1898"/>
                    <a:pt x="2087" y="1898"/>
                  </a:cubicBezTo>
                  <a:cubicBezTo>
                    <a:pt x="1745" y="1898"/>
                    <a:pt x="1424" y="1786"/>
                    <a:pt x="1148" y="1611"/>
                  </a:cubicBezTo>
                  <a:cubicBezTo>
                    <a:pt x="422" y="1151"/>
                    <a:pt x="787" y="507"/>
                    <a:pt x="1253"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3688" name="Google Shape;3688;p27"/>
          <p:cNvGrpSpPr/>
          <p:nvPr/>
        </p:nvGrpSpPr>
        <p:grpSpPr>
          <a:xfrm>
            <a:off x="6644561" y="2189016"/>
            <a:ext cx="304617" cy="297754"/>
            <a:chOff x="6644561" y="2189016"/>
            <a:chExt cx="304617" cy="297754"/>
          </a:xfrm>
        </p:grpSpPr>
        <p:sp>
          <p:nvSpPr>
            <p:cNvPr id="3689" name="Google Shape;3689;p27"/>
            <p:cNvSpPr/>
            <p:nvPr/>
          </p:nvSpPr>
          <p:spPr>
            <a:xfrm>
              <a:off x="6660784" y="2332932"/>
              <a:ext cx="140118" cy="137163"/>
            </a:xfrm>
            <a:custGeom>
              <a:rect b="b" l="l" r="r" t="t"/>
              <a:pathLst>
                <a:path extrusionOk="0" h="4270" w="4362">
                  <a:moveTo>
                    <a:pt x="2968" y="0"/>
                  </a:moveTo>
                  <a:cubicBezTo>
                    <a:pt x="2846" y="0"/>
                    <a:pt x="2725" y="47"/>
                    <a:pt x="2631" y="140"/>
                  </a:cubicBezTo>
                  <a:lnTo>
                    <a:pt x="91" y="2681"/>
                  </a:lnTo>
                  <a:cubicBezTo>
                    <a:pt x="17" y="2755"/>
                    <a:pt x="1" y="2870"/>
                    <a:pt x="52" y="2963"/>
                  </a:cubicBezTo>
                  <a:cubicBezTo>
                    <a:pt x="251" y="3328"/>
                    <a:pt x="558" y="3625"/>
                    <a:pt x="929" y="3814"/>
                  </a:cubicBezTo>
                  <a:lnTo>
                    <a:pt x="1590" y="4152"/>
                  </a:lnTo>
                  <a:cubicBezTo>
                    <a:pt x="1748" y="4231"/>
                    <a:pt x="1918" y="4269"/>
                    <a:pt x="2086" y="4269"/>
                  </a:cubicBezTo>
                  <a:cubicBezTo>
                    <a:pt x="2371" y="4269"/>
                    <a:pt x="2652" y="4159"/>
                    <a:pt x="2863" y="3949"/>
                  </a:cubicBezTo>
                  <a:lnTo>
                    <a:pt x="3953" y="2859"/>
                  </a:lnTo>
                  <a:cubicBezTo>
                    <a:pt x="4272" y="2540"/>
                    <a:pt x="4361" y="2061"/>
                    <a:pt x="4182" y="1650"/>
                  </a:cubicBezTo>
                  <a:lnTo>
                    <a:pt x="3918" y="1042"/>
                  </a:lnTo>
                  <a:cubicBezTo>
                    <a:pt x="3772" y="706"/>
                    <a:pt x="3564" y="401"/>
                    <a:pt x="3304" y="140"/>
                  </a:cubicBezTo>
                  <a:cubicBezTo>
                    <a:pt x="3211" y="47"/>
                    <a:pt x="3090" y="0"/>
                    <a:pt x="2968" y="0"/>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90" name="Google Shape;3690;p27"/>
            <p:cNvSpPr/>
            <p:nvPr/>
          </p:nvSpPr>
          <p:spPr>
            <a:xfrm>
              <a:off x="6790437" y="2203215"/>
              <a:ext cx="140150" cy="137195"/>
            </a:xfrm>
            <a:custGeom>
              <a:rect b="b" l="l" r="r" t="t"/>
              <a:pathLst>
                <a:path extrusionOk="0" h="4271" w="4363">
                  <a:moveTo>
                    <a:pt x="2969" y="1"/>
                  </a:moveTo>
                  <a:cubicBezTo>
                    <a:pt x="2848" y="1"/>
                    <a:pt x="2726" y="47"/>
                    <a:pt x="2633" y="141"/>
                  </a:cubicBezTo>
                  <a:lnTo>
                    <a:pt x="92" y="2681"/>
                  </a:lnTo>
                  <a:cubicBezTo>
                    <a:pt x="18" y="2755"/>
                    <a:pt x="1" y="2871"/>
                    <a:pt x="52" y="2964"/>
                  </a:cubicBezTo>
                  <a:cubicBezTo>
                    <a:pt x="253" y="3328"/>
                    <a:pt x="558" y="3625"/>
                    <a:pt x="930" y="3816"/>
                  </a:cubicBezTo>
                  <a:lnTo>
                    <a:pt x="1592" y="4152"/>
                  </a:lnTo>
                  <a:cubicBezTo>
                    <a:pt x="1749" y="4232"/>
                    <a:pt x="1919" y="4270"/>
                    <a:pt x="2087" y="4270"/>
                  </a:cubicBezTo>
                  <a:cubicBezTo>
                    <a:pt x="2372" y="4270"/>
                    <a:pt x="2652" y="4160"/>
                    <a:pt x="2864" y="3950"/>
                  </a:cubicBezTo>
                  <a:lnTo>
                    <a:pt x="3953" y="2861"/>
                  </a:lnTo>
                  <a:cubicBezTo>
                    <a:pt x="4272" y="2542"/>
                    <a:pt x="4363" y="2062"/>
                    <a:pt x="4183" y="1652"/>
                  </a:cubicBezTo>
                  <a:lnTo>
                    <a:pt x="3920" y="1043"/>
                  </a:lnTo>
                  <a:cubicBezTo>
                    <a:pt x="3772" y="707"/>
                    <a:pt x="3565" y="401"/>
                    <a:pt x="3306" y="141"/>
                  </a:cubicBezTo>
                  <a:cubicBezTo>
                    <a:pt x="3213" y="47"/>
                    <a:pt x="3091" y="1"/>
                    <a:pt x="2969" y="1"/>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91" name="Google Shape;3691;p27"/>
            <p:cNvSpPr/>
            <p:nvPr/>
          </p:nvSpPr>
          <p:spPr>
            <a:xfrm>
              <a:off x="6801262" y="2216193"/>
              <a:ext cx="102728" cy="99644"/>
            </a:xfrm>
            <a:custGeom>
              <a:rect b="b" l="l" r="r" t="t"/>
              <a:pathLst>
                <a:path extrusionOk="0" h="3102" w="3198">
                  <a:moveTo>
                    <a:pt x="2978" y="1"/>
                  </a:moveTo>
                  <a:cubicBezTo>
                    <a:pt x="2968" y="1"/>
                    <a:pt x="2959" y="4"/>
                    <a:pt x="2953" y="10"/>
                  </a:cubicBezTo>
                  <a:lnTo>
                    <a:pt x="52" y="2913"/>
                  </a:lnTo>
                  <a:cubicBezTo>
                    <a:pt x="0" y="2962"/>
                    <a:pt x="195" y="3102"/>
                    <a:pt x="248" y="3102"/>
                  </a:cubicBezTo>
                  <a:cubicBezTo>
                    <a:pt x="253" y="3102"/>
                    <a:pt x="257" y="3101"/>
                    <a:pt x="259" y="3098"/>
                  </a:cubicBezTo>
                  <a:lnTo>
                    <a:pt x="3150" y="207"/>
                  </a:lnTo>
                  <a:cubicBezTo>
                    <a:pt x="3197" y="159"/>
                    <a:pt x="3050" y="1"/>
                    <a:pt x="2978" y="1"/>
                  </a:cubicBez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92" name="Google Shape;3692;p27"/>
            <p:cNvSpPr/>
            <p:nvPr/>
          </p:nvSpPr>
          <p:spPr>
            <a:xfrm>
              <a:off x="6818866" y="2230553"/>
              <a:ext cx="100351" cy="95854"/>
            </a:xfrm>
            <a:custGeom>
              <a:rect b="b" l="l" r="r" t="t"/>
              <a:pathLst>
                <a:path extrusionOk="0" h="2984" w="3124">
                  <a:moveTo>
                    <a:pt x="2903" y="0"/>
                  </a:moveTo>
                  <a:cubicBezTo>
                    <a:pt x="2893" y="0"/>
                    <a:pt x="2885" y="3"/>
                    <a:pt x="2878" y="9"/>
                  </a:cubicBezTo>
                  <a:lnTo>
                    <a:pt x="48" y="2839"/>
                  </a:lnTo>
                  <a:cubicBezTo>
                    <a:pt x="1" y="2889"/>
                    <a:pt x="216" y="2983"/>
                    <a:pt x="285" y="2983"/>
                  </a:cubicBezTo>
                  <a:cubicBezTo>
                    <a:pt x="294" y="2983"/>
                    <a:pt x="300" y="2982"/>
                    <a:pt x="303" y="2978"/>
                  </a:cubicBezTo>
                  <a:lnTo>
                    <a:pt x="3075" y="208"/>
                  </a:lnTo>
                  <a:cubicBezTo>
                    <a:pt x="3124" y="159"/>
                    <a:pt x="2976" y="0"/>
                    <a:pt x="2903" y="0"/>
                  </a:cubicBez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93" name="Google Shape;3693;p27"/>
            <p:cNvSpPr/>
            <p:nvPr/>
          </p:nvSpPr>
          <p:spPr>
            <a:xfrm>
              <a:off x="6839201" y="2252557"/>
              <a:ext cx="85414" cy="83872"/>
            </a:xfrm>
            <a:custGeom>
              <a:rect b="b" l="l" r="r" t="t"/>
              <a:pathLst>
                <a:path extrusionOk="0" h="2611" w="2659">
                  <a:moveTo>
                    <a:pt x="2502" y="0"/>
                  </a:moveTo>
                  <a:cubicBezTo>
                    <a:pt x="2496" y="0"/>
                    <a:pt x="2491" y="3"/>
                    <a:pt x="2486" y="8"/>
                  </a:cubicBezTo>
                  <a:lnTo>
                    <a:pt x="51" y="2442"/>
                  </a:lnTo>
                  <a:cubicBezTo>
                    <a:pt x="1" y="2492"/>
                    <a:pt x="208" y="2610"/>
                    <a:pt x="269" y="2610"/>
                  </a:cubicBezTo>
                  <a:cubicBezTo>
                    <a:pt x="275" y="2610"/>
                    <a:pt x="280" y="2609"/>
                    <a:pt x="282" y="2606"/>
                  </a:cubicBezTo>
                  <a:lnTo>
                    <a:pt x="2609" y="278"/>
                  </a:lnTo>
                  <a:cubicBezTo>
                    <a:pt x="2659" y="230"/>
                    <a:pt x="2562" y="0"/>
                    <a:pt x="2502" y="0"/>
                  </a:cubicBez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94" name="Google Shape;3694;p27"/>
            <p:cNvSpPr/>
            <p:nvPr/>
          </p:nvSpPr>
          <p:spPr>
            <a:xfrm>
              <a:off x="6672830" y="2344882"/>
              <a:ext cx="102503" cy="99772"/>
            </a:xfrm>
            <a:custGeom>
              <a:rect b="b" l="l" r="r" t="t"/>
              <a:pathLst>
                <a:path extrusionOk="0" h="3106" w="3191">
                  <a:moveTo>
                    <a:pt x="2970" y="1"/>
                  </a:moveTo>
                  <a:cubicBezTo>
                    <a:pt x="2960" y="1"/>
                    <a:pt x="2952" y="4"/>
                    <a:pt x="2945" y="10"/>
                  </a:cubicBezTo>
                  <a:lnTo>
                    <a:pt x="50" y="2905"/>
                  </a:lnTo>
                  <a:cubicBezTo>
                    <a:pt x="1" y="2956"/>
                    <a:pt x="189" y="3105"/>
                    <a:pt x="239" y="3105"/>
                  </a:cubicBezTo>
                  <a:cubicBezTo>
                    <a:pt x="243" y="3105"/>
                    <a:pt x="246" y="3104"/>
                    <a:pt x="248" y="3102"/>
                  </a:cubicBezTo>
                  <a:lnTo>
                    <a:pt x="3144" y="207"/>
                  </a:lnTo>
                  <a:cubicBezTo>
                    <a:pt x="3191" y="160"/>
                    <a:pt x="3043" y="1"/>
                    <a:pt x="2970" y="1"/>
                  </a:cubicBez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95" name="Google Shape;3695;p27"/>
            <p:cNvSpPr/>
            <p:nvPr/>
          </p:nvSpPr>
          <p:spPr>
            <a:xfrm>
              <a:off x="6689920" y="2362229"/>
              <a:ext cx="96303" cy="93733"/>
            </a:xfrm>
            <a:custGeom>
              <a:rect b="b" l="l" r="r" t="t"/>
              <a:pathLst>
                <a:path extrusionOk="0" h="2918" w="2998">
                  <a:moveTo>
                    <a:pt x="2814" y="1"/>
                  </a:moveTo>
                  <a:cubicBezTo>
                    <a:pt x="2807" y="1"/>
                    <a:pt x="2801" y="3"/>
                    <a:pt x="2796" y="9"/>
                  </a:cubicBezTo>
                  <a:lnTo>
                    <a:pt x="52" y="2752"/>
                  </a:lnTo>
                  <a:cubicBezTo>
                    <a:pt x="1" y="2802"/>
                    <a:pt x="214" y="2918"/>
                    <a:pt x="275" y="2918"/>
                  </a:cubicBezTo>
                  <a:cubicBezTo>
                    <a:pt x="281" y="2918"/>
                    <a:pt x="286" y="2916"/>
                    <a:pt x="288" y="2914"/>
                  </a:cubicBezTo>
                  <a:lnTo>
                    <a:pt x="2948" y="253"/>
                  </a:lnTo>
                  <a:cubicBezTo>
                    <a:pt x="2997" y="202"/>
                    <a:pt x="2879" y="1"/>
                    <a:pt x="2814" y="1"/>
                  </a:cubicBez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96" name="Google Shape;3696;p27"/>
            <p:cNvSpPr/>
            <p:nvPr/>
          </p:nvSpPr>
          <p:spPr>
            <a:xfrm>
              <a:off x="6708938" y="2382306"/>
              <a:ext cx="85799" cy="82940"/>
            </a:xfrm>
            <a:custGeom>
              <a:rect b="b" l="l" r="r" t="t"/>
              <a:pathLst>
                <a:path extrusionOk="0" h="2582" w="2671">
                  <a:moveTo>
                    <a:pt x="2517" y="0"/>
                  </a:moveTo>
                  <a:cubicBezTo>
                    <a:pt x="2511" y="0"/>
                    <a:pt x="2505" y="2"/>
                    <a:pt x="2500" y="7"/>
                  </a:cubicBezTo>
                  <a:lnTo>
                    <a:pt x="48" y="2458"/>
                  </a:lnTo>
                  <a:cubicBezTo>
                    <a:pt x="1" y="2507"/>
                    <a:pt x="234" y="2581"/>
                    <a:pt x="308" y="2581"/>
                  </a:cubicBezTo>
                  <a:cubicBezTo>
                    <a:pt x="317" y="2581"/>
                    <a:pt x="324" y="2580"/>
                    <a:pt x="327" y="2577"/>
                  </a:cubicBezTo>
                  <a:lnTo>
                    <a:pt x="2622" y="281"/>
                  </a:lnTo>
                  <a:cubicBezTo>
                    <a:pt x="2671" y="232"/>
                    <a:pt x="2576" y="0"/>
                    <a:pt x="2517" y="0"/>
                  </a:cubicBez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97" name="Google Shape;3697;p27"/>
            <p:cNvSpPr/>
            <p:nvPr/>
          </p:nvSpPr>
          <p:spPr>
            <a:xfrm>
              <a:off x="6646745" y="2189016"/>
              <a:ext cx="302433" cy="294595"/>
            </a:xfrm>
            <a:custGeom>
              <a:rect b="b" l="l" r="r" t="t"/>
              <a:pathLst>
                <a:path extrusionOk="0" h="9171" w="9415">
                  <a:moveTo>
                    <a:pt x="7305" y="676"/>
                  </a:moveTo>
                  <a:cubicBezTo>
                    <a:pt x="7341" y="676"/>
                    <a:pt x="7377" y="686"/>
                    <a:pt x="7410" y="704"/>
                  </a:cubicBezTo>
                  <a:cubicBezTo>
                    <a:pt x="7743" y="887"/>
                    <a:pt x="8013" y="1165"/>
                    <a:pt x="8186" y="1503"/>
                  </a:cubicBezTo>
                  <a:lnTo>
                    <a:pt x="8494" y="2109"/>
                  </a:lnTo>
                  <a:cubicBezTo>
                    <a:pt x="8692" y="2494"/>
                    <a:pt x="8619" y="2960"/>
                    <a:pt x="8313" y="3267"/>
                  </a:cubicBezTo>
                  <a:lnTo>
                    <a:pt x="7319" y="4260"/>
                  </a:lnTo>
                  <a:cubicBezTo>
                    <a:pt x="7128" y="4451"/>
                    <a:pt x="6872" y="4552"/>
                    <a:pt x="6613" y="4552"/>
                  </a:cubicBezTo>
                  <a:cubicBezTo>
                    <a:pt x="6479" y="4552"/>
                    <a:pt x="6344" y="4525"/>
                    <a:pt x="6216" y="4470"/>
                  </a:cubicBezTo>
                  <a:lnTo>
                    <a:pt x="5660" y="4229"/>
                  </a:lnTo>
                  <a:cubicBezTo>
                    <a:pt x="5353" y="4096"/>
                    <a:pt x="5073" y="3907"/>
                    <a:pt x="4836" y="3669"/>
                  </a:cubicBezTo>
                  <a:cubicBezTo>
                    <a:pt x="4667" y="3500"/>
                    <a:pt x="4667" y="3225"/>
                    <a:pt x="4836" y="3057"/>
                  </a:cubicBezTo>
                  <a:lnTo>
                    <a:pt x="7152" y="741"/>
                  </a:lnTo>
                  <a:cubicBezTo>
                    <a:pt x="7194" y="698"/>
                    <a:pt x="7249" y="676"/>
                    <a:pt x="7305" y="676"/>
                  </a:cubicBezTo>
                  <a:close/>
                  <a:moveTo>
                    <a:pt x="3371" y="4706"/>
                  </a:moveTo>
                  <a:cubicBezTo>
                    <a:pt x="3482" y="4706"/>
                    <a:pt x="3592" y="4748"/>
                    <a:pt x="3676" y="4833"/>
                  </a:cubicBezTo>
                  <a:cubicBezTo>
                    <a:pt x="3914" y="5070"/>
                    <a:pt x="4103" y="5348"/>
                    <a:pt x="4235" y="5657"/>
                  </a:cubicBezTo>
                  <a:lnTo>
                    <a:pt x="4475" y="6211"/>
                  </a:lnTo>
                  <a:cubicBezTo>
                    <a:pt x="4640" y="6586"/>
                    <a:pt x="4558" y="7022"/>
                    <a:pt x="4268" y="7311"/>
                  </a:cubicBezTo>
                  <a:lnTo>
                    <a:pt x="3275" y="8306"/>
                  </a:lnTo>
                  <a:cubicBezTo>
                    <a:pt x="3083" y="8498"/>
                    <a:pt x="2827" y="8598"/>
                    <a:pt x="2568" y="8598"/>
                  </a:cubicBezTo>
                  <a:cubicBezTo>
                    <a:pt x="2414" y="8598"/>
                    <a:pt x="2258" y="8563"/>
                    <a:pt x="2114" y="8490"/>
                  </a:cubicBezTo>
                  <a:lnTo>
                    <a:pt x="1511" y="8183"/>
                  </a:lnTo>
                  <a:cubicBezTo>
                    <a:pt x="1172" y="8011"/>
                    <a:pt x="891" y="7738"/>
                    <a:pt x="710" y="7405"/>
                  </a:cubicBezTo>
                  <a:cubicBezTo>
                    <a:pt x="664" y="7322"/>
                    <a:pt x="680" y="7216"/>
                    <a:pt x="746" y="7149"/>
                  </a:cubicBezTo>
                  <a:lnTo>
                    <a:pt x="3063" y="4833"/>
                  </a:lnTo>
                  <a:cubicBezTo>
                    <a:pt x="3148" y="4748"/>
                    <a:pt x="3259" y="4706"/>
                    <a:pt x="3371" y="4706"/>
                  </a:cubicBezTo>
                  <a:close/>
                  <a:moveTo>
                    <a:pt x="7305" y="1"/>
                  </a:moveTo>
                  <a:cubicBezTo>
                    <a:pt x="7097" y="1"/>
                    <a:pt x="6891" y="81"/>
                    <a:pt x="6737" y="235"/>
                  </a:cubicBezTo>
                  <a:lnTo>
                    <a:pt x="4600" y="2372"/>
                  </a:lnTo>
                  <a:lnTo>
                    <a:pt x="4503" y="2472"/>
                  </a:lnTo>
                  <a:cubicBezTo>
                    <a:pt x="4335" y="2640"/>
                    <a:pt x="4109" y="3024"/>
                    <a:pt x="4086" y="3242"/>
                  </a:cubicBezTo>
                  <a:cubicBezTo>
                    <a:pt x="4066" y="3433"/>
                    <a:pt x="3931" y="3621"/>
                    <a:pt x="3798" y="3756"/>
                  </a:cubicBezTo>
                  <a:lnTo>
                    <a:pt x="3769" y="3785"/>
                  </a:lnTo>
                  <a:cubicBezTo>
                    <a:pt x="3633" y="3921"/>
                    <a:pt x="3456" y="4002"/>
                    <a:pt x="3265" y="4022"/>
                  </a:cubicBezTo>
                  <a:cubicBezTo>
                    <a:pt x="3047" y="4046"/>
                    <a:pt x="2834" y="4143"/>
                    <a:pt x="2664" y="4310"/>
                  </a:cubicBezTo>
                  <a:lnTo>
                    <a:pt x="528" y="6447"/>
                  </a:lnTo>
                  <a:lnTo>
                    <a:pt x="432" y="6548"/>
                  </a:lnTo>
                  <a:cubicBezTo>
                    <a:pt x="177" y="6803"/>
                    <a:pt x="1" y="7371"/>
                    <a:pt x="179" y="7685"/>
                  </a:cubicBezTo>
                  <a:cubicBezTo>
                    <a:pt x="452" y="8170"/>
                    <a:pt x="814" y="8536"/>
                    <a:pt x="1311" y="8785"/>
                  </a:cubicBezTo>
                  <a:lnTo>
                    <a:pt x="1832" y="9030"/>
                  </a:lnTo>
                  <a:cubicBezTo>
                    <a:pt x="2025" y="9127"/>
                    <a:pt x="2249" y="9171"/>
                    <a:pt x="2481" y="9171"/>
                  </a:cubicBezTo>
                  <a:cubicBezTo>
                    <a:pt x="2993" y="9171"/>
                    <a:pt x="3543" y="8955"/>
                    <a:pt x="3879" y="8617"/>
                  </a:cubicBezTo>
                  <a:lnTo>
                    <a:pt x="3988" y="8511"/>
                  </a:lnTo>
                  <a:lnTo>
                    <a:pt x="4759" y="7741"/>
                  </a:lnTo>
                  <a:cubicBezTo>
                    <a:pt x="5220" y="7280"/>
                    <a:pt x="5356" y="6586"/>
                    <a:pt x="5104" y="5985"/>
                  </a:cubicBezTo>
                  <a:lnTo>
                    <a:pt x="4878" y="5445"/>
                  </a:lnTo>
                  <a:cubicBezTo>
                    <a:pt x="4832" y="5331"/>
                    <a:pt x="4777" y="5221"/>
                    <a:pt x="4717" y="5115"/>
                  </a:cubicBezTo>
                  <a:cubicBezTo>
                    <a:pt x="4651" y="4998"/>
                    <a:pt x="4669" y="4849"/>
                    <a:pt x="4768" y="4753"/>
                  </a:cubicBezTo>
                  <a:cubicBezTo>
                    <a:pt x="4841" y="4680"/>
                    <a:pt x="4956" y="4609"/>
                    <a:pt x="5059" y="4609"/>
                  </a:cubicBezTo>
                  <a:cubicBezTo>
                    <a:pt x="5091" y="4609"/>
                    <a:pt x="5122" y="4616"/>
                    <a:pt x="5150" y="4632"/>
                  </a:cubicBezTo>
                  <a:cubicBezTo>
                    <a:pt x="5256" y="4693"/>
                    <a:pt x="5364" y="4724"/>
                    <a:pt x="5477" y="4772"/>
                  </a:cubicBezTo>
                  <a:lnTo>
                    <a:pt x="6166" y="5013"/>
                  </a:lnTo>
                  <a:cubicBezTo>
                    <a:pt x="6320" y="5077"/>
                    <a:pt x="6483" y="5106"/>
                    <a:pt x="6650" y="5106"/>
                  </a:cubicBezTo>
                  <a:cubicBezTo>
                    <a:pt x="7134" y="5106"/>
                    <a:pt x="7642" y="4858"/>
                    <a:pt x="7985" y="4515"/>
                  </a:cubicBezTo>
                  <a:lnTo>
                    <a:pt x="8035" y="4464"/>
                  </a:lnTo>
                  <a:lnTo>
                    <a:pt x="8807" y="3694"/>
                  </a:lnTo>
                  <a:cubicBezTo>
                    <a:pt x="9293" y="3209"/>
                    <a:pt x="9415" y="2459"/>
                    <a:pt x="9104" y="1838"/>
                  </a:cubicBezTo>
                  <a:lnTo>
                    <a:pt x="8827" y="1288"/>
                  </a:lnTo>
                  <a:cubicBezTo>
                    <a:pt x="8577" y="791"/>
                    <a:pt x="8184" y="380"/>
                    <a:pt x="7701" y="105"/>
                  </a:cubicBezTo>
                  <a:cubicBezTo>
                    <a:pt x="7577" y="35"/>
                    <a:pt x="7440" y="1"/>
                    <a:pt x="7305" y="1"/>
                  </a:cubicBez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98" name="Google Shape;3698;p27"/>
            <p:cNvSpPr/>
            <p:nvPr/>
          </p:nvSpPr>
          <p:spPr>
            <a:xfrm>
              <a:off x="6768592" y="2265343"/>
              <a:ext cx="25923" cy="44490"/>
            </a:xfrm>
            <a:custGeom>
              <a:rect b="b" l="l" r="r" t="t"/>
              <a:pathLst>
                <a:path extrusionOk="0" h="1385" w="807">
                  <a:moveTo>
                    <a:pt x="807" y="0"/>
                  </a:moveTo>
                  <a:lnTo>
                    <a:pt x="807" y="0"/>
                  </a:lnTo>
                  <a:cubicBezTo>
                    <a:pt x="806" y="1"/>
                    <a:pt x="806" y="2"/>
                    <a:pt x="805" y="2"/>
                  </a:cubicBezTo>
                  <a:lnTo>
                    <a:pt x="805" y="2"/>
                  </a:lnTo>
                  <a:lnTo>
                    <a:pt x="807" y="0"/>
                  </a:lnTo>
                  <a:close/>
                  <a:moveTo>
                    <a:pt x="805" y="2"/>
                  </a:moveTo>
                  <a:lnTo>
                    <a:pt x="526" y="280"/>
                  </a:lnTo>
                  <a:cubicBezTo>
                    <a:pt x="358" y="449"/>
                    <a:pt x="261" y="662"/>
                    <a:pt x="238" y="881"/>
                  </a:cubicBezTo>
                  <a:cubicBezTo>
                    <a:pt x="224" y="1011"/>
                    <a:pt x="177" y="1203"/>
                    <a:pt x="1" y="1384"/>
                  </a:cubicBezTo>
                  <a:lnTo>
                    <a:pt x="365" y="1022"/>
                  </a:lnTo>
                  <a:cubicBezTo>
                    <a:pt x="460" y="928"/>
                    <a:pt x="510" y="801"/>
                    <a:pt x="515" y="669"/>
                  </a:cubicBezTo>
                  <a:cubicBezTo>
                    <a:pt x="525" y="428"/>
                    <a:pt x="621" y="186"/>
                    <a:pt x="805" y="2"/>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99" name="Google Shape;3699;p27"/>
            <p:cNvSpPr/>
            <p:nvPr/>
          </p:nvSpPr>
          <p:spPr>
            <a:xfrm>
              <a:off x="6644561" y="2396152"/>
              <a:ext cx="130192" cy="90618"/>
            </a:xfrm>
            <a:custGeom>
              <a:rect b="b" l="l" r="r" t="t"/>
              <a:pathLst>
                <a:path extrusionOk="0" h="2821" w="4053">
                  <a:moveTo>
                    <a:pt x="590" y="1"/>
                  </a:moveTo>
                  <a:lnTo>
                    <a:pt x="311" y="281"/>
                  </a:lnTo>
                  <a:cubicBezTo>
                    <a:pt x="54" y="536"/>
                    <a:pt x="1" y="931"/>
                    <a:pt x="180" y="1246"/>
                  </a:cubicBezTo>
                  <a:cubicBezTo>
                    <a:pt x="452" y="1731"/>
                    <a:pt x="865" y="2121"/>
                    <a:pt x="1363" y="2372"/>
                  </a:cubicBezTo>
                  <a:lnTo>
                    <a:pt x="1913" y="2648"/>
                  </a:lnTo>
                  <a:cubicBezTo>
                    <a:pt x="2143" y="2764"/>
                    <a:pt x="2391" y="2820"/>
                    <a:pt x="2637" y="2820"/>
                  </a:cubicBezTo>
                  <a:cubicBezTo>
                    <a:pt x="3053" y="2820"/>
                    <a:pt x="3463" y="2659"/>
                    <a:pt x="3772" y="2350"/>
                  </a:cubicBezTo>
                  <a:lnTo>
                    <a:pt x="4053" y="2069"/>
                  </a:lnTo>
                  <a:lnTo>
                    <a:pt x="4053" y="2069"/>
                  </a:lnTo>
                  <a:cubicBezTo>
                    <a:pt x="3744" y="2378"/>
                    <a:pt x="3333" y="2539"/>
                    <a:pt x="2917" y="2539"/>
                  </a:cubicBezTo>
                  <a:cubicBezTo>
                    <a:pt x="2671" y="2539"/>
                    <a:pt x="2423" y="2483"/>
                    <a:pt x="2194" y="2367"/>
                  </a:cubicBezTo>
                  <a:lnTo>
                    <a:pt x="1644" y="2091"/>
                  </a:lnTo>
                  <a:cubicBezTo>
                    <a:pt x="1146" y="1841"/>
                    <a:pt x="735" y="1448"/>
                    <a:pt x="460" y="966"/>
                  </a:cubicBezTo>
                  <a:cubicBezTo>
                    <a:pt x="283" y="651"/>
                    <a:pt x="335" y="257"/>
                    <a:pt x="590"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00" name="Google Shape;3700;p27"/>
            <p:cNvSpPr/>
            <p:nvPr/>
          </p:nvSpPr>
          <p:spPr>
            <a:xfrm>
              <a:off x="6799753" y="2332450"/>
              <a:ext cx="105041" cy="24156"/>
            </a:xfrm>
            <a:custGeom>
              <a:rect b="b" l="l" r="r" t="t"/>
              <a:pathLst>
                <a:path extrusionOk="0" h="752" w="3270">
                  <a:moveTo>
                    <a:pt x="3269" y="0"/>
                  </a:moveTo>
                  <a:lnTo>
                    <a:pt x="3262" y="8"/>
                  </a:lnTo>
                  <a:lnTo>
                    <a:pt x="3262" y="8"/>
                  </a:lnTo>
                  <a:cubicBezTo>
                    <a:pt x="3265" y="5"/>
                    <a:pt x="3267" y="3"/>
                    <a:pt x="3269" y="0"/>
                  </a:cubicBezTo>
                  <a:close/>
                  <a:moveTo>
                    <a:pt x="563" y="5"/>
                  </a:moveTo>
                  <a:cubicBezTo>
                    <a:pt x="391" y="5"/>
                    <a:pt x="221" y="71"/>
                    <a:pt x="93" y="199"/>
                  </a:cubicBezTo>
                  <a:lnTo>
                    <a:pt x="1" y="290"/>
                  </a:lnTo>
                  <a:cubicBezTo>
                    <a:pt x="74" y="225"/>
                    <a:pt x="152" y="205"/>
                    <a:pt x="217" y="205"/>
                  </a:cubicBezTo>
                  <a:cubicBezTo>
                    <a:pt x="283" y="205"/>
                    <a:pt x="336" y="225"/>
                    <a:pt x="362" y="239"/>
                  </a:cubicBezTo>
                  <a:cubicBezTo>
                    <a:pt x="470" y="300"/>
                    <a:pt x="580" y="354"/>
                    <a:pt x="692" y="401"/>
                  </a:cubicBezTo>
                  <a:lnTo>
                    <a:pt x="1234" y="627"/>
                  </a:lnTo>
                  <a:cubicBezTo>
                    <a:pt x="1434" y="711"/>
                    <a:pt x="1644" y="751"/>
                    <a:pt x="1853" y="751"/>
                  </a:cubicBezTo>
                  <a:cubicBezTo>
                    <a:pt x="2271" y="751"/>
                    <a:pt x="2682" y="588"/>
                    <a:pt x="2988" y="281"/>
                  </a:cubicBezTo>
                  <a:lnTo>
                    <a:pt x="3262" y="8"/>
                  </a:lnTo>
                  <a:lnTo>
                    <a:pt x="3262" y="8"/>
                  </a:lnTo>
                  <a:cubicBezTo>
                    <a:pt x="2956" y="312"/>
                    <a:pt x="2547" y="474"/>
                    <a:pt x="2132" y="474"/>
                  </a:cubicBezTo>
                  <a:cubicBezTo>
                    <a:pt x="1923" y="474"/>
                    <a:pt x="1713" y="433"/>
                    <a:pt x="1513" y="349"/>
                  </a:cubicBezTo>
                  <a:lnTo>
                    <a:pt x="973" y="123"/>
                  </a:lnTo>
                  <a:cubicBezTo>
                    <a:pt x="931" y="107"/>
                    <a:pt x="891" y="90"/>
                    <a:pt x="852" y="70"/>
                  </a:cubicBezTo>
                  <a:cubicBezTo>
                    <a:pt x="760" y="26"/>
                    <a:pt x="661" y="5"/>
                    <a:pt x="563" y="5"/>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3701" name="Google Shape;3701;p27"/>
          <p:cNvGrpSpPr/>
          <p:nvPr/>
        </p:nvGrpSpPr>
        <p:grpSpPr>
          <a:xfrm>
            <a:off x="6011010" y="2189113"/>
            <a:ext cx="299968" cy="297590"/>
            <a:chOff x="6011010" y="2189113"/>
            <a:chExt cx="299968" cy="297590"/>
          </a:xfrm>
        </p:grpSpPr>
        <p:sp>
          <p:nvSpPr>
            <p:cNvPr id="3702" name="Google Shape;3702;p27"/>
            <p:cNvSpPr/>
            <p:nvPr/>
          </p:nvSpPr>
          <p:spPr>
            <a:xfrm>
              <a:off x="6049173" y="2226312"/>
              <a:ext cx="223380" cy="223348"/>
            </a:xfrm>
            <a:custGeom>
              <a:rect b="b" l="l" r="r" t="t"/>
              <a:pathLst>
                <a:path extrusionOk="0" h="6953" w="6954">
                  <a:moveTo>
                    <a:pt x="4575" y="1"/>
                  </a:moveTo>
                  <a:lnTo>
                    <a:pt x="1" y="4575"/>
                  </a:lnTo>
                  <a:lnTo>
                    <a:pt x="2379" y="6952"/>
                  </a:lnTo>
                  <a:lnTo>
                    <a:pt x="6954" y="2378"/>
                  </a:lnTo>
                  <a:lnTo>
                    <a:pt x="4575" y="1"/>
                  </a:lnTo>
                  <a:close/>
                </a:path>
              </a:pathLst>
            </a:cu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03" name="Google Shape;3703;p27"/>
            <p:cNvSpPr/>
            <p:nvPr/>
          </p:nvSpPr>
          <p:spPr>
            <a:xfrm>
              <a:off x="6065364" y="2242342"/>
              <a:ext cx="192735" cy="191514"/>
            </a:xfrm>
            <a:custGeom>
              <a:rect b="b" l="l" r="r" t="t"/>
              <a:pathLst>
                <a:path extrusionOk="0" h="5962" w="6000">
                  <a:moveTo>
                    <a:pt x="3342" y="1"/>
                  </a:moveTo>
                  <a:cubicBezTo>
                    <a:pt x="3294" y="1"/>
                    <a:pt x="3246" y="19"/>
                    <a:pt x="3210" y="55"/>
                  </a:cubicBezTo>
                  <a:lnTo>
                    <a:pt x="73" y="3225"/>
                  </a:lnTo>
                  <a:cubicBezTo>
                    <a:pt x="0" y="3298"/>
                    <a:pt x="0" y="3416"/>
                    <a:pt x="73" y="3489"/>
                  </a:cubicBezTo>
                  <a:lnTo>
                    <a:pt x="2482" y="5908"/>
                  </a:lnTo>
                  <a:cubicBezTo>
                    <a:pt x="2518" y="5944"/>
                    <a:pt x="2565" y="5962"/>
                    <a:pt x="2613" y="5962"/>
                  </a:cubicBezTo>
                  <a:cubicBezTo>
                    <a:pt x="2660" y="5962"/>
                    <a:pt x="2707" y="5944"/>
                    <a:pt x="2744" y="5908"/>
                  </a:cubicBezTo>
                  <a:lnTo>
                    <a:pt x="2815" y="5851"/>
                  </a:lnTo>
                  <a:lnTo>
                    <a:pt x="5927" y="2739"/>
                  </a:lnTo>
                  <a:cubicBezTo>
                    <a:pt x="5999" y="2666"/>
                    <a:pt x="5999" y="2549"/>
                    <a:pt x="5924" y="2475"/>
                  </a:cubicBezTo>
                  <a:lnTo>
                    <a:pt x="3554" y="104"/>
                  </a:lnTo>
                  <a:lnTo>
                    <a:pt x="3473" y="55"/>
                  </a:lnTo>
                  <a:cubicBezTo>
                    <a:pt x="3437" y="19"/>
                    <a:pt x="3389" y="1"/>
                    <a:pt x="3342" y="1"/>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04" name="Google Shape;3704;p27"/>
            <p:cNvSpPr/>
            <p:nvPr/>
          </p:nvSpPr>
          <p:spPr>
            <a:xfrm>
              <a:off x="6063725" y="2241378"/>
              <a:ext cx="115866" cy="193249"/>
            </a:xfrm>
            <a:custGeom>
              <a:rect b="b" l="l" r="r" t="t"/>
              <a:pathLst>
                <a:path extrusionOk="0" h="6016" w="3607">
                  <a:moveTo>
                    <a:pt x="3396" y="0"/>
                  </a:moveTo>
                  <a:cubicBezTo>
                    <a:pt x="3349" y="0"/>
                    <a:pt x="3301" y="18"/>
                    <a:pt x="3265" y="54"/>
                  </a:cubicBezTo>
                  <a:lnTo>
                    <a:pt x="73" y="3246"/>
                  </a:lnTo>
                  <a:cubicBezTo>
                    <a:pt x="1" y="3319"/>
                    <a:pt x="1" y="3436"/>
                    <a:pt x="73" y="3508"/>
                  </a:cubicBezTo>
                  <a:lnTo>
                    <a:pt x="2525" y="5961"/>
                  </a:lnTo>
                  <a:cubicBezTo>
                    <a:pt x="2562" y="5997"/>
                    <a:pt x="2609" y="6015"/>
                    <a:pt x="2656" y="6015"/>
                  </a:cubicBezTo>
                  <a:cubicBezTo>
                    <a:pt x="2704" y="6015"/>
                    <a:pt x="2751" y="5997"/>
                    <a:pt x="2787" y="5961"/>
                  </a:cubicBezTo>
                  <a:lnTo>
                    <a:pt x="2867" y="5881"/>
                  </a:lnTo>
                  <a:lnTo>
                    <a:pt x="416" y="3432"/>
                  </a:lnTo>
                  <a:cubicBezTo>
                    <a:pt x="387" y="3401"/>
                    <a:pt x="387" y="3355"/>
                    <a:pt x="416" y="3325"/>
                  </a:cubicBezTo>
                  <a:lnTo>
                    <a:pt x="3607" y="134"/>
                  </a:lnTo>
                  <a:lnTo>
                    <a:pt x="3527" y="54"/>
                  </a:lnTo>
                  <a:cubicBezTo>
                    <a:pt x="3491" y="18"/>
                    <a:pt x="3444" y="0"/>
                    <a:pt x="3396"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05" name="Google Shape;3705;p27"/>
            <p:cNvSpPr/>
            <p:nvPr/>
          </p:nvSpPr>
          <p:spPr>
            <a:xfrm>
              <a:off x="6087433" y="2264732"/>
              <a:ext cx="144937" cy="144262"/>
            </a:xfrm>
            <a:custGeom>
              <a:rect b="b" l="l" r="r" t="t"/>
              <a:pathLst>
                <a:path extrusionOk="0" h="4491" w="4512">
                  <a:moveTo>
                    <a:pt x="2652" y="0"/>
                  </a:moveTo>
                  <a:cubicBezTo>
                    <a:pt x="2638" y="0"/>
                    <a:pt x="2623" y="6"/>
                    <a:pt x="2613" y="17"/>
                  </a:cubicBezTo>
                  <a:lnTo>
                    <a:pt x="23" y="2606"/>
                  </a:lnTo>
                  <a:cubicBezTo>
                    <a:pt x="1" y="2628"/>
                    <a:pt x="1" y="2664"/>
                    <a:pt x="23" y="2686"/>
                  </a:cubicBezTo>
                  <a:lnTo>
                    <a:pt x="1298" y="3961"/>
                  </a:lnTo>
                  <a:lnTo>
                    <a:pt x="1883" y="4474"/>
                  </a:lnTo>
                  <a:cubicBezTo>
                    <a:pt x="1894" y="4485"/>
                    <a:pt x="1908" y="4490"/>
                    <a:pt x="1923" y="4490"/>
                  </a:cubicBezTo>
                  <a:cubicBezTo>
                    <a:pt x="1937" y="4490"/>
                    <a:pt x="1952" y="4485"/>
                    <a:pt x="1963" y="4474"/>
                  </a:cubicBezTo>
                  <a:lnTo>
                    <a:pt x="4490" y="1946"/>
                  </a:lnTo>
                  <a:cubicBezTo>
                    <a:pt x="4512" y="1924"/>
                    <a:pt x="4512" y="1888"/>
                    <a:pt x="4490" y="1865"/>
                  </a:cubicBezTo>
                  <a:lnTo>
                    <a:pt x="3242" y="594"/>
                  </a:lnTo>
                  <a:lnTo>
                    <a:pt x="3181" y="507"/>
                  </a:lnTo>
                  <a:lnTo>
                    <a:pt x="2692" y="17"/>
                  </a:lnTo>
                  <a:cubicBezTo>
                    <a:pt x="2681" y="6"/>
                    <a:pt x="2667" y="0"/>
                    <a:pt x="2652" y="0"/>
                  </a:cubicBezTo>
                  <a:close/>
                </a:path>
              </a:pathLst>
            </a:cu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06" name="Google Shape;3706;p27"/>
            <p:cNvSpPr/>
            <p:nvPr/>
          </p:nvSpPr>
          <p:spPr>
            <a:xfrm>
              <a:off x="6101021" y="2278353"/>
              <a:ext cx="119721" cy="119335"/>
            </a:xfrm>
            <a:custGeom>
              <a:rect b="b" l="l" r="r" t="t"/>
              <a:pathLst>
                <a:path extrusionOk="0" h="3715" w="3727">
                  <a:moveTo>
                    <a:pt x="2231" y="0"/>
                  </a:moveTo>
                  <a:cubicBezTo>
                    <a:pt x="2216" y="0"/>
                    <a:pt x="2202" y="6"/>
                    <a:pt x="2191" y="17"/>
                  </a:cubicBezTo>
                  <a:lnTo>
                    <a:pt x="22" y="2184"/>
                  </a:lnTo>
                  <a:cubicBezTo>
                    <a:pt x="1" y="2205"/>
                    <a:pt x="1" y="2240"/>
                    <a:pt x="22" y="2263"/>
                  </a:cubicBezTo>
                  <a:lnTo>
                    <a:pt x="1458" y="3698"/>
                  </a:lnTo>
                  <a:cubicBezTo>
                    <a:pt x="1469" y="3709"/>
                    <a:pt x="1484" y="3714"/>
                    <a:pt x="1498" y="3714"/>
                  </a:cubicBezTo>
                  <a:cubicBezTo>
                    <a:pt x="1513" y="3714"/>
                    <a:pt x="1527" y="3709"/>
                    <a:pt x="1538" y="3698"/>
                  </a:cubicBezTo>
                  <a:lnTo>
                    <a:pt x="3705" y="1531"/>
                  </a:lnTo>
                  <a:cubicBezTo>
                    <a:pt x="3727" y="1509"/>
                    <a:pt x="3727" y="1473"/>
                    <a:pt x="3705" y="1451"/>
                  </a:cubicBezTo>
                  <a:lnTo>
                    <a:pt x="2271" y="17"/>
                  </a:lnTo>
                  <a:cubicBezTo>
                    <a:pt x="2260" y="6"/>
                    <a:pt x="2245" y="0"/>
                    <a:pt x="2231" y="0"/>
                  </a:cubicBezTo>
                  <a:close/>
                </a:path>
              </a:pathLst>
            </a:cu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07" name="Google Shape;3707;p27"/>
            <p:cNvSpPr/>
            <p:nvPr/>
          </p:nvSpPr>
          <p:spPr>
            <a:xfrm>
              <a:off x="6154508" y="2353973"/>
              <a:ext cx="42305" cy="39703"/>
            </a:xfrm>
            <a:custGeom>
              <a:rect b="b" l="l" r="r" t="t"/>
              <a:pathLst>
                <a:path extrusionOk="0" h="1236" w="1317">
                  <a:moveTo>
                    <a:pt x="995" y="1"/>
                  </a:moveTo>
                  <a:cubicBezTo>
                    <a:pt x="986" y="6"/>
                    <a:pt x="983" y="9"/>
                    <a:pt x="982" y="11"/>
                  </a:cubicBezTo>
                  <a:cubicBezTo>
                    <a:pt x="837" y="148"/>
                    <a:pt x="759" y="79"/>
                    <a:pt x="611" y="226"/>
                  </a:cubicBezTo>
                  <a:cubicBezTo>
                    <a:pt x="459" y="378"/>
                    <a:pt x="536" y="458"/>
                    <a:pt x="384" y="610"/>
                  </a:cubicBezTo>
                  <a:cubicBezTo>
                    <a:pt x="235" y="761"/>
                    <a:pt x="155" y="687"/>
                    <a:pt x="6" y="832"/>
                  </a:cubicBezTo>
                  <a:lnTo>
                    <a:pt x="0" y="836"/>
                  </a:lnTo>
                  <a:lnTo>
                    <a:pt x="116" y="1115"/>
                  </a:lnTo>
                  <a:lnTo>
                    <a:pt x="401" y="1235"/>
                  </a:lnTo>
                  <a:lnTo>
                    <a:pt x="808" y="708"/>
                  </a:lnTo>
                  <a:lnTo>
                    <a:pt x="1316" y="321"/>
                  </a:lnTo>
                  <a:lnTo>
                    <a:pt x="1224" y="156"/>
                  </a:lnTo>
                  <a:lnTo>
                    <a:pt x="995" y="1"/>
                  </a:ln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08" name="Google Shape;3708;p27"/>
            <p:cNvSpPr/>
            <p:nvPr/>
          </p:nvSpPr>
          <p:spPr>
            <a:xfrm>
              <a:off x="6012359" y="2363931"/>
              <a:ext cx="123704" cy="121969"/>
            </a:xfrm>
            <a:custGeom>
              <a:rect b="b" l="l" r="r" t="t"/>
              <a:pathLst>
                <a:path extrusionOk="0" h="3797" w="3851">
                  <a:moveTo>
                    <a:pt x="1204" y="1"/>
                  </a:moveTo>
                  <a:cubicBezTo>
                    <a:pt x="1150" y="1"/>
                    <a:pt x="1094" y="25"/>
                    <a:pt x="1052" y="67"/>
                  </a:cubicBezTo>
                  <a:lnTo>
                    <a:pt x="146" y="1004"/>
                  </a:lnTo>
                  <a:cubicBezTo>
                    <a:pt x="0" y="1151"/>
                    <a:pt x="0" y="1386"/>
                    <a:pt x="146" y="1532"/>
                  </a:cubicBezTo>
                  <a:lnTo>
                    <a:pt x="2299" y="3682"/>
                  </a:lnTo>
                  <a:cubicBezTo>
                    <a:pt x="2374" y="3757"/>
                    <a:pt x="2464" y="3797"/>
                    <a:pt x="2557" y="3797"/>
                  </a:cubicBezTo>
                  <a:cubicBezTo>
                    <a:pt x="2593" y="3797"/>
                    <a:pt x="2629" y="3791"/>
                    <a:pt x="2665" y="3779"/>
                  </a:cubicBezTo>
                  <a:cubicBezTo>
                    <a:pt x="2696" y="3769"/>
                    <a:pt x="2758" y="3760"/>
                    <a:pt x="2758" y="3760"/>
                  </a:cubicBezTo>
                  <a:cubicBezTo>
                    <a:pt x="2778" y="3747"/>
                    <a:pt x="2797" y="3731"/>
                    <a:pt x="2816" y="3714"/>
                  </a:cubicBezTo>
                  <a:lnTo>
                    <a:pt x="3777" y="2752"/>
                  </a:lnTo>
                  <a:cubicBezTo>
                    <a:pt x="3851" y="2680"/>
                    <a:pt x="3851" y="2563"/>
                    <a:pt x="3775" y="2486"/>
                  </a:cubicBezTo>
                  <a:lnTo>
                    <a:pt x="1406" y="116"/>
                  </a:lnTo>
                  <a:lnTo>
                    <a:pt x="1315" y="45"/>
                  </a:lnTo>
                  <a:cubicBezTo>
                    <a:pt x="1284" y="14"/>
                    <a:pt x="1245" y="1"/>
                    <a:pt x="1204" y="1"/>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09" name="Google Shape;3709;p27"/>
            <p:cNvSpPr/>
            <p:nvPr/>
          </p:nvSpPr>
          <p:spPr>
            <a:xfrm>
              <a:off x="6011010" y="2363449"/>
              <a:ext cx="89943" cy="123254"/>
            </a:xfrm>
            <a:custGeom>
              <a:rect b="b" l="l" r="r" t="t"/>
              <a:pathLst>
                <a:path extrusionOk="0" h="3837" w="2800">
                  <a:moveTo>
                    <a:pt x="1238" y="0"/>
                  </a:moveTo>
                  <a:cubicBezTo>
                    <a:pt x="1190" y="0"/>
                    <a:pt x="1142" y="18"/>
                    <a:pt x="1106" y="54"/>
                  </a:cubicBezTo>
                  <a:lnTo>
                    <a:pt x="145" y="1016"/>
                  </a:lnTo>
                  <a:cubicBezTo>
                    <a:pt x="0" y="1160"/>
                    <a:pt x="0" y="1396"/>
                    <a:pt x="145" y="1541"/>
                  </a:cubicBezTo>
                  <a:lnTo>
                    <a:pt x="2331" y="3727"/>
                  </a:lnTo>
                  <a:cubicBezTo>
                    <a:pt x="2404" y="3800"/>
                    <a:pt x="2499" y="3836"/>
                    <a:pt x="2595" y="3836"/>
                  </a:cubicBezTo>
                  <a:cubicBezTo>
                    <a:pt x="2666" y="3836"/>
                    <a:pt x="2738" y="3816"/>
                    <a:pt x="2800" y="3775"/>
                  </a:cubicBezTo>
                  <a:lnTo>
                    <a:pt x="356" y="1331"/>
                  </a:lnTo>
                  <a:cubicBezTo>
                    <a:pt x="327" y="1302"/>
                    <a:pt x="327" y="1256"/>
                    <a:pt x="356" y="1227"/>
                  </a:cubicBezTo>
                  <a:lnTo>
                    <a:pt x="1449" y="134"/>
                  </a:lnTo>
                  <a:lnTo>
                    <a:pt x="1370" y="54"/>
                  </a:lnTo>
                  <a:cubicBezTo>
                    <a:pt x="1333" y="18"/>
                    <a:pt x="1286" y="0"/>
                    <a:pt x="1238"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10" name="Google Shape;3710;p27"/>
            <p:cNvSpPr/>
            <p:nvPr/>
          </p:nvSpPr>
          <p:spPr>
            <a:xfrm>
              <a:off x="6081265" y="2435343"/>
              <a:ext cx="8994" cy="8962"/>
            </a:xfrm>
            <a:custGeom>
              <a:rect b="b" l="l" r="r" t="t"/>
              <a:pathLst>
                <a:path extrusionOk="0" h="279" w="280">
                  <a:moveTo>
                    <a:pt x="141" y="1"/>
                  </a:moveTo>
                  <a:cubicBezTo>
                    <a:pt x="63" y="1"/>
                    <a:pt x="0" y="63"/>
                    <a:pt x="0" y="140"/>
                  </a:cubicBezTo>
                  <a:cubicBezTo>
                    <a:pt x="0" y="217"/>
                    <a:pt x="63" y="279"/>
                    <a:pt x="141" y="279"/>
                  </a:cubicBezTo>
                  <a:cubicBezTo>
                    <a:pt x="218" y="279"/>
                    <a:pt x="280" y="217"/>
                    <a:pt x="280" y="140"/>
                  </a:cubicBezTo>
                  <a:cubicBezTo>
                    <a:pt x="280" y="63"/>
                    <a:pt x="218" y="1"/>
                    <a:pt x="141" y="1"/>
                  </a:cubicBezTo>
                  <a:close/>
                </a:path>
              </a:pathLst>
            </a:cu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11" name="Google Shape;3711;p27"/>
            <p:cNvSpPr/>
            <p:nvPr/>
          </p:nvSpPr>
          <p:spPr>
            <a:xfrm>
              <a:off x="6098548" y="2452625"/>
              <a:ext cx="8962" cy="8930"/>
            </a:xfrm>
            <a:custGeom>
              <a:rect b="b" l="l" r="r" t="t"/>
              <a:pathLst>
                <a:path extrusionOk="0" h="278" w="279">
                  <a:moveTo>
                    <a:pt x="140" y="0"/>
                  </a:moveTo>
                  <a:cubicBezTo>
                    <a:pt x="63" y="0"/>
                    <a:pt x="1" y="62"/>
                    <a:pt x="1" y="139"/>
                  </a:cubicBezTo>
                  <a:cubicBezTo>
                    <a:pt x="1" y="216"/>
                    <a:pt x="63" y="278"/>
                    <a:pt x="140" y="278"/>
                  </a:cubicBezTo>
                  <a:cubicBezTo>
                    <a:pt x="217" y="278"/>
                    <a:pt x="279" y="216"/>
                    <a:pt x="279" y="139"/>
                  </a:cubicBezTo>
                  <a:cubicBezTo>
                    <a:pt x="279" y="62"/>
                    <a:pt x="217" y="0"/>
                    <a:pt x="140" y="0"/>
                  </a:cubicBezTo>
                  <a:close/>
                </a:path>
              </a:pathLst>
            </a:custGeom>
            <a:solidFill>
              <a:schemeClr val="accent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12" name="Google Shape;3712;p27"/>
            <p:cNvSpPr/>
            <p:nvPr/>
          </p:nvSpPr>
          <p:spPr>
            <a:xfrm>
              <a:off x="6098741" y="2435118"/>
              <a:ext cx="9026" cy="8962"/>
            </a:xfrm>
            <a:custGeom>
              <a:rect b="b" l="l" r="r" t="t"/>
              <a:pathLst>
                <a:path extrusionOk="0" h="279" w="281">
                  <a:moveTo>
                    <a:pt x="141" y="1"/>
                  </a:moveTo>
                  <a:cubicBezTo>
                    <a:pt x="64" y="1"/>
                    <a:pt x="1" y="63"/>
                    <a:pt x="1" y="140"/>
                  </a:cubicBezTo>
                  <a:cubicBezTo>
                    <a:pt x="1" y="216"/>
                    <a:pt x="64" y="279"/>
                    <a:pt x="141" y="279"/>
                  </a:cubicBezTo>
                  <a:cubicBezTo>
                    <a:pt x="218" y="279"/>
                    <a:pt x="280" y="216"/>
                    <a:pt x="280" y="140"/>
                  </a:cubicBezTo>
                  <a:cubicBezTo>
                    <a:pt x="280" y="63"/>
                    <a:pt x="218" y="1"/>
                    <a:pt x="141" y="1"/>
                  </a:cubicBezTo>
                  <a:close/>
                </a:path>
              </a:pathLst>
            </a:custGeom>
            <a:solidFill>
              <a:schemeClr val="l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13" name="Google Shape;3713;p27"/>
            <p:cNvSpPr/>
            <p:nvPr/>
          </p:nvSpPr>
          <p:spPr>
            <a:xfrm>
              <a:off x="6081137" y="2452850"/>
              <a:ext cx="8962" cy="8962"/>
            </a:xfrm>
            <a:custGeom>
              <a:rect b="b" l="l" r="r" t="t"/>
              <a:pathLst>
                <a:path extrusionOk="0" h="279" w="279">
                  <a:moveTo>
                    <a:pt x="139" y="0"/>
                  </a:moveTo>
                  <a:cubicBezTo>
                    <a:pt x="62" y="0"/>
                    <a:pt x="0" y="63"/>
                    <a:pt x="0" y="139"/>
                  </a:cubicBezTo>
                  <a:cubicBezTo>
                    <a:pt x="0" y="216"/>
                    <a:pt x="62" y="278"/>
                    <a:pt x="139" y="278"/>
                  </a:cubicBezTo>
                  <a:cubicBezTo>
                    <a:pt x="216" y="278"/>
                    <a:pt x="278" y="216"/>
                    <a:pt x="278" y="139"/>
                  </a:cubicBezTo>
                  <a:cubicBezTo>
                    <a:pt x="278" y="63"/>
                    <a:pt x="216" y="0"/>
                    <a:pt x="139" y="0"/>
                  </a:cubicBez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14" name="Google Shape;3714;p27"/>
            <p:cNvSpPr/>
            <p:nvPr/>
          </p:nvSpPr>
          <p:spPr>
            <a:xfrm>
              <a:off x="6050586" y="2405564"/>
              <a:ext cx="27304" cy="24220"/>
            </a:xfrm>
            <a:custGeom>
              <a:rect b="b" l="l" r="r" t="t"/>
              <a:pathLst>
                <a:path extrusionOk="0" h="754" w="850">
                  <a:moveTo>
                    <a:pt x="418" y="1"/>
                  </a:moveTo>
                  <a:cubicBezTo>
                    <a:pt x="357" y="1"/>
                    <a:pt x="298" y="15"/>
                    <a:pt x="245" y="41"/>
                  </a:cubicBezTo>
                  <a:cubicBezTo>
                    <a:pt x="245" y="41"/>
                    <a:pt x="217" y="65"/>
                    <a:pt x="203" y="74"/>
                  </a:cubicBezTo>
                  <a:cubicBezTo>
                    <a:pt x="127" y="125"/>
                    <a:pt x="81" y="211"/>
                    <a:pt x="56" y="305"/>
                  </a:cubicBezTo>
                  <a:cubicBezTo>
                    <a:pt x="0" y="514"/>
                    <a:pt x="109" y="682"/>
                    <a:pt x="317" y="738"/>
                  </a:cubicBezTo>
                  <a:cubicBezTo>
                    <a:pt x="354" y="748"/>
                    <a:pt x="391" y="753"/>
                    <a:pt x="426" y="753"/>
                  </a:cubicBezTo>
                  <a:cubicBezTo>
                    <a:pt x="551" y="753"/>
                    <a:pt x="662" y="693"/>
                    <a:pt x="731" y="582"/>
                  </a:cubicBezTo>
                  <a:cubicBezTo>
                    <a:pt x="747" y="557"/>
                    <a:pt x="782" y="518"/>
                    <a:pt x="782" y="518"/>
                  </a:cubicBezTo>
                  <a:cubicBezTo>
                    <a:pt x="786" y="510"/>
                    <a:pt x="788" y="501"/>
                    <a:pt x="790" y="492"/>
                  </a:cubicBezTo>
                  <a:cubicBezTo>
                    <a:pt x="850" y="281"/>
                    <a:pt x="725" y="68"/>
                    <a:pt x="518" y="15"/>
                  </a:cubicBezTo>
                  <a:cubicBezTo>
                    <a:pt x="485" y="5"/>
                    <a:pt x="451" y="1"/>
                    <a:pt x="418" y="1"/>
                  </a:cubicBezTo>
                  <a:close/>
                </a:path>
              </a:pathLst>
            </a:cu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15" name="Google Shape;3715;p27"/>
            <p:cNvSpPr/>
            <p:nvPr/>
          </p:nvSpPr>
          <p:spPr>
            <a:xfrm>
              <a:off x="6050105" y="2406849"/>
              <a:ext cx="25762" cy="23803"/>
            </a:xfrm>
            <a:custGeom>
              <a:rect b="b" l="l" r="r" t="t"/>
              <a:pathLst>
                <a:path extrusionOk="0" h="741" w="802">
                  <a:moveTo>
                    <a:pt x="261" y="1"/>
                  </a:moveTo>
                  <a:cubicBezTo>
                    <a:pt x="164" y="48"/>
                    <a:pt x="87" y="137"/>
                    <a:pt x="57" y="250"/>
                  </a:cubicBezTo>
                  <a:cubicBezTo>
                    <a:pt x="1" y="457"/>
                    <a:pt x="124" y="671"/>
                    <a:pt x="332" y="727"/>
                  </a:cubicBezTo>
                  <a:cubicBezTo>
                    <a:pt x="366" y="736"/>
                    <a:pt x="399" y="740"/>
                    <a:pt x="432" y="740"/>
                  </a:cubicBezTo>
                  <a:cubicBezTo>
                    <a:pt x="596" y="740"/>
                    <a:pt x="746" y="637"/>
                    <a:pt x="801" y="478"/>
                  </a:cubicBezTo>
                  <a:lnTo>
                    <a:pt x="801" y="478"/>
                  </a:lnTo>
                  <a:cubicBezTo>
                    <a:pt x="747" y="505"/>
                    <a:pt x="688" y="518"/>
                    <a:pt x="627" y="518"/>
                  </a:cubicBezTo>
                  <a:cubicBezTo>
                    <a:pt x="594" y="518"/>
                    <a:pt x="561" y="514"/>
                    <a:pt x="527" y="506"/>
                  </a:cubicBezTo>
                  <a:cubicBezTo>
                    <a:pt x="319" y="449"/>
                    <a:pt x="196" y="237"/>
                    <a:pt x="252" y="28"/>
                  </a:cubicBezTo>
                  <a:cubicBezTo>
                    <a:pt x="257" y="19"/>
                    <a:pt x="258" y="11"/>
                    <a:pt x="261"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16" name="Google Shape;3716;p27"/>
            <p:cNvSpPr/>
            <p:nvPr/>
          </p:nvSpPr>
          <p:spPr>
            <a:xfrm>
              <a:off x="6186696" y="2189595"/>
              <a:ext cx="124282" cy="122098"/>
            </a:xfrm>
            <a:custGeom>
              <a:rect b="b" l="l" r="r" t="t"/>
              <a:pathLst>
                <a:path extrusionOk="0" h="3801" w="3869">
                  <a:moveTo>
                    <a:pt x="1295" y="0"/>
                  </a:moveTo>
                  <a:cubicBezTo>
                    <a:pt x="1193" y="0"/>
                    <a:pt x="1090" y="50"/>
                    <a:pt x="1009" y="130"/>
                  </a:cubicBezTo>
                  <a:lnTo>
                    <a:pt x="73" y="1057"/>
                  </a:lnTo>
                  <a:cubicBezTo>
                    <a:pt x="0" y="1129"/>
                    <a:pt x="0" y="1248"/>
                    <a:pt x="73" y="1320"/>
                  </a:cubicBezTo>
                  <a:lnTo>
                    <a:pt x="2499" y="3747"/>
                  </a:lnTo>
                  <a:cubicBezTo>
                    <a:pt x="2535" y="3783"/>
                    <a:pt x="2583" y="3801"/>
                    <a:pt x="2631" y="3801"/>
                  </a:cubicBezTo>
                  <a:cubicBezTo>
                    <a:pt x="2678" y="3801"/>
                    <a:pt x="2726" y="3783"/>
                    <a:pt x="2762" y="3747"/>
                  </a:cubicBezTo>
                  <a:lnTo>
                    <a:pt x="2841" y="3687"/>
                  </a:lnTo>
                  <a:lnTo>
                    <a:pt x="3722" y="2806"/>
                  </a:lnTo>
                  <a:cubicBezTo>
                    <a:pt x="3868" y="2661"/>
                    <a:pt x="3868" y="2425"/>
                    <a:pt x="3719" y="2279"/>
                  </a:cubicBezTo>
                  <a:lnTo>
                    <a:pt x="1533" y="91"/>
                  </a:lnTo>
                  <a:cubicBezTo>
                    <a:pt x="1516" y="74"/>
                    <a:pt x="1496" y="60"/>
                    <a:pt x="1475" y="45"/>
                  </a:cubicBezTo>
                  <a:cubicBezTo>
                    <a:pt x="1475" y="45"/>
                    <a:pt x="1435" y="34"/>
                    <a:pt x="1415" y="25"/>
                  </a:cubicBezTo>
                  <a:cubicBezTo>
                    <a:pt x="1376" y="8"/>
                    <a:pt x="1335" y="0"/>
                    <a:pt x="1295" y="0"/>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17" name="Google Shape;3717;p27"/>
            <p:cNvSpPr/>
            <p:nvPr/>
          </p:nvSpPr>
          <p:spPr>
            <a:xfrm>
              <a:off x="6185861" y="2189113"/>
              <a:ext cx="92095" cy="123286"/>
            </a:xfrm>
            <a:custGeom>
              <a:rect b="b" l="l" r="r" t="t"/>
              <a:pathLst>
                <a:path extrusionOk="0" h="3838" w="2867">
                  <a:moveTo>
                    <a:pt x="1297" y="0"/>
                  </a:moveTo>
                  <a:cubicBezTo>
                    <a:pt x="1201" y="0"/>
                    <a:pt x="1106" y="37"/>
                    <a:pt x="1034" y="109"/>
                  </a:cubicBezTo>
                  <a:lnTo>
                    <a:pt x="73" y="1069"/>
                  </a:lnTo>
                  <a:cubicBezTo>
                    <a:pt x="0" y="1141"/>
                    <a:pt x="0" y="1262"/>
                    <a:pt x="73" y="1334"/>
                  </a:cubicBezTo>
                  <a:lnTo>
                    <a:pt x="2523" y="3783"/>
                  </a:lnTo>
                  <a:cubicBezTo>
                    <a:pt x="2560" y="3820"/>
                    <a:pt x="2607" y="3838"/>
                    <a:pt x="2655" y="3838"/>
                  </a:cubicBezTo>
                  <a:cubicBezTo>
                    <a:pt x="2703" y="3838"/>
                    <a:pt x="2751" y="3820"/>
                    <a:pt x="2787" y="3783"/>
                  </a:cubicBezTo>
                  <a:lnTo>
                    <a:pt x="2867" y="3705"/>
                  </a:lnTo>
                  <a:lnTo>
                    <a:pt x="403" y="1241"/>
                  </a:lnTo>
                  <a:cubicBezTo>
                    <a:pt x="381" y="1220"/>
                    <a:pt x="381" y="1183"/>
                    <a:pt x="403" y="1162"/>
                  </a:cubicBezTo>
                  <a:lnTo>
                    <a:pt x="1503" y="62"/>
                  </a:lnTo>
                  <a:cubicBezTo>
                    <a:pt x="1441" y="21"/>
                    <a:pt x="1369" y="0"/>
                    <a:pt x="1297"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18" name="Google Shape;3718;p27"/>
            <p:cNvSpPr/>
            <p:nvPr/>
          </p:nvSpPr>
          <p:spPr>
            <a:xfrm>
              <a:off x="6258301" y="2258404"/>
              <a:ext cx="8962" cy="8962"/>
            </a:xfrm>
            <a:custGeom>
              <a:rect b="b" l="l" r="r" t="t"/>
              <a:pathLst>
                <a:path extrusionOk="0" h="279" w="279">
                  <a:moveTo>
                    <a:pt x="140" y="1"/>
                  </a:moveTo>
                  <a:cubicBezTo>
                    <a:pt x="63" y="1"/>
                    <a:pt x="1" y="63"/>
                    <a:pt x="1" y="140"/>
                  </a:cubicBezTo>
                  <a:cubicBezTo>
                    <a:pt x="1" y="216"/>
                    <a:pt x="63" y="279"/>
                    <a:pt x="140" y="279"/>
                  </a:cubicBezTo>
                  <a:cubicBezTo>
                    <a:pt x="216" y="279"/>
                    <a:pt x="279" y="216"/>
                    <a:pt x="279" y="140"/>
                  </a:cubicBezTo>
                  <a:cubicBezTo>
                    <a:pt x="279" y="63"/>
                    <a:pt x="216" y="1"/>
                    <a:pt x="140" y="1"/>
                  </a:cubicBezTo>
                  <a:close/>
                </a:path>
              </a:pathLst>
            </a:cu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19" name="Google Shape;3719;p27"/>
            <p:cNvSpPr/>
            <p:nvPr/>
          </p:nvSpPr>
          <p:spPr>
            <a:xfrm>
              <a:off x="6275552" y="2275655"/>
              <a:ext cx="8962" cy="9026"/>
            </a:xfrm>
            <a:custGeom>
              <a:rect b="b" l="l" r="r" t="t"/>
              <a:pathLst>
                <a:path extrusionOk="0" h="281" w="279">
                  <a:moveTo>
                    <a:pt x="140" y="1"/>
                  </a:moveTo>
                  <a:cubicBezTo>
                    <a:pt x="63" y="1"/>
                    <a:pt x="1" y="63"/>
                    <a:pt x="1" y="140"/>
                  </a:cubicBezTo>
                  <a:cubicBezTo>
                    <a:pt x="1" y="216"/>
                    <a:pt x="63" y="280"/>
                    <a:pt x="140" y="280"/>
                  </a:cubicBezTo>
                  <a:cubicBezTo>
                    <a:pt x="216" y="280"/>
                    <a:pt x="279" y="216"/>
                    <a:pt x="279" y="140"/>
                  </a:cubicBezTo>
                  <a:cubicBezTo>
                    <a:pt x="279" y="63"/>
                    <a:pt x="216" y="1"/>
                    <a:pt x="140" y="1"/>
                  </a:cubicBezTo>
                  <a:close/>
                </a:path>
              </a:pathLst>
            </a:custGeom>
            <a:solidFill>
              <a:schemeClr val="accent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20" name="Google Shape;3720;p27"/>
            <p:cNvSpPr/>
            <p:nvPr/>
          </p:nvSpPr>
          <p:spPr>
            <a:xfrm>
              <a:off x="6275744" y="2258179"/>
              <a:ext cx="8962" cy="8962"/>
            </a:xfrm>
            <a:custGeom>
              <a:rect b="b" l="l" r="r" t="t"/>
              <a:pathLst>
                <a:path extrusionOk="0" h="279" w="279">
                  <a:moveTo>
                    <a:pt x="139" y="0"/>
                  </a:moveTo>
                  <a:cubicBezTo>
                    <a:pt x="63" y="0"/>
                    <a:pt x="0" y="63"/>
                    <a:pt x="0" y="139"/>
                  </a:cubicBezTo>
                  <a:cubicBezTo>
                    <a:pt x="0" y="216"/>
                    <a:pt x="63" y="278"/>
                    <a:pt x="139" y="278"/>
                  </a:cubicBezTo>
                  <a:cubicBezTo>
                    <a:pt x="216" y="278"/>
                    <a:pt x="278" y="216"/>
                    <a:pt x="278" y="139"/>
                  </a:cubicBezTo>
                  <a:cubicBezTo>
                    <a:pt x="278" y="63"/>
                    <a:pt x="216" y="0"/>
                    <a:pt x="139" y="0"/>
                  </a:cubicBezTo>
                  <a:close/>
                </a:path>
              </a:pathLst>
            </a:custGeom>
            <a:solidFill>
              <a:schemeClr val="l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21" name="Google Shape;3721;p27"/>
            <p:cNvSpPr/>
            <p:nvPr/>
          </p:nvSpPr>
          <p:spPr>
            <a:xfrm>
              <a:off x="6258012" y="2275912"/>
              <a:ext cx="9026" cy="8930"/>
            </a:xfrm>
            <a:custGeom>
              <a:rect b="b" l="l" r="r" t="t"/>
              <a:pathLst>
                <a:path extrusionOk="0" h="278" w="281">
                  <a:moveTo>
                    <a:pt x="141" y="0"/>
                  </a:moveTo>
                  <a:cubicBezTo>
                    <a:pt x="65" y="0"/>
                    <a:pt x="1" y="62"/>
                    <a:pt x="1" y="139"/>
                  </a:cubicBezTo>
                  <a:cubicBezTo>
                    <a:pt x="1" y="216"/>
                    <a:pt x="65" y="278"/>
                    <a:pt x="141" y="278"/>
                  </a:cubicBezTo>
                  <a:cubicBezTo>
                    <a:pt x="218" y="278"/>
                    <a:pt x="280" y="216"/>
                    <a:pt x="280" y="139"/>
                  </a:cubicBezTo>
                  <a:cubicBezTo>
                    <a:pt x="280" y="62"/>
                    <a:pt x="218" y="0"/>
                    <a:pt x="141" y="0"/>
                  </a:cubicBez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22" name="Google Shape;3722;p27"/>
            <p:cNvSpPr/>
            <p:nvPr/>
          </p:nvSpPr>
          <p:spPr>
            <a:xfrm>
              <a:off x="6227526" y="2228561"/>
              <a:ext cx="27336" cy="24188"/>
            </a:xfrm>
            <a:custGeom>
              <a:rect b="b" l="l" r="r" t="t"/>
              <a:pathLst>
                <a:path extrusionOk="0" h="753" w="851">
                  <a:moveTo>
                    <a:pt x="421" y="1"/>
                  </a:moveTo>
                  <a:cubicBezTo>
                    <a:pt x="360" y="1"/>
                    <a:pt x="300" y="15"/>
                    <a:pt x="245" y="41"/>
                  </a:cubicBezTo>
                  <a:cubicBezTo>
                    <a:pt x="245" y="41"/>
                    <a:pt x="217" y="64"/>
                    <a:pt x="203" y="74"/>
                  </a:cubicBezTo>
                  <a:cubicBezTo>
                    <a:pt x="128" y="125"/>
                    <a:pt x="83" y="212"/>
                    <a:pt x="57" y="306"/>
                  </a:cubicBezTo>
                  <a:cubicBezTo>
                    <a:pt x="0" y="513"/>
                    <a:pt x="109" y="682"/>
                    <a:pt x="317" y="737"/>
                  </a:cubicBezTo>
                  <a:cubicBezTo>
                    <a:pt x="355" y="747"/>
                    <a:pt x="392" y="752"/>
                    <a:pt x="427" y="752"/>
                  </a:cubicBezTo>
                  <a:cubicBezTo>
                    <a:pt x="552" y="752"/>
                    <a:pt x="663" y="691"/>
                    <a:pt x="731" y="582"/>
                  </a:cubicBezTo>
                  <a:cubicBezTo>
                    <a:pt x="749" y="556"/>
                    <a:pt x="782" y="519"/>
                    <a:pt x="782" y="519"/>
                  </a:cubicBezTo>
                  <a:cubicBezTo>
                    <a:pt x="786" y="510"/>
                    <a:pt x="788" y="501"/>
                    <a:pt x="792" y="491"/>
                  </a:cubicBezTo>
                  <a:cubicBezTo>
                    <a:pt x="850" y="284"/>
                    <a:pt x="727" y="70"/>
                    <a:pt x="519" y="13"/>
                  </a:cubicBezTo>
                  <a:cubicBezTo>
                    <a:pt x="486" y="5"/>
                    <a:pt x="453" y="1"/>
                    <a:pt x="421" y="1"/>
                  </a:cubicBezTo>
                  <a:close/>
                </a:path>
              </a:pathLst>
            </a:cu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23" name="Google Shape;3723;p27"/>
            <p:cNvSpPr/>
            <p:nvPr/>
          </p:nvSpPr>
          <p:spPr>
            <a:xfrm>
              <a:off x="6227044" y="2229846"/>
              <a:ext cx="25762" cy="23771"/>
            </a:xfrm>
            <a:custGeom>
              <a:rect b="b" l="l" r="r" t="t"/>
              <a:pathLst>
                <a:path extrusionOk="0" h="740" w="802">
                  <a:moveTo>
                    <a:pt x="261" y="1"/>
                  </a:moveTo>
                  <a:cubicBezTo>
                    <a:pt x="164" y="49"/>
                    <a:pt x="88" y="137"/>
                    <a:pt x="57" y="248"/>
                  </a:cubicBezTo>
                  <a:cubicBezTo>
                    <a:pt x="1" y="457"/>
                    <a:pt x="124" y="670"/>
                    <a:pt x="332" y="726"/>
                  </a:cubicBezTo>
                  <a:cubicBezTo>
                    <a:pt x="366" y="735"/>
                    <a:pt x="400" y="740"/>
                    <a:pt x="434" y="740"/>
                  </a:cubicBezTo>
                  <a:cubicBezTo>
                    <a:pt x="597" y="740"/>
                    <a:pt x="746" y="636"/>
                    <a:pt x="801" y="479"/>
                  </a:cubicBezTo>
                  <a:lnTo>
                    <a:pt x="801" y="479"/>
                  </a:lnTo>
                  <a:cubicBezTo>
                    <a:pt x="749" y="505"/>
                    <a:pt x="690" y="519"/>
                    <a:pt x="629" y="519"/>
                  </a:cubicBezTo>
                  <a:cubicBezTo>
                    <a:pt x="595" y="519"/>
                    <a:pt x="561" y="515"/>
                    <a:pt x="528" y="506"/>
                  </a:cubicBezTo>
                  <a:cubicBezTo>
                    <a:pt x="319" y="450"/>
                    <a:pt x="196" y="237"/>
                    <a:pt x="253" y="28"/>
                  </a:cubicBezTo>
                  <a:cubicBezTo>
                    <a:pt x="257" y="20"/>
                    <a:pt x="258" y="10"/>
                    <a:pt x="261"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24" name="Google Shape;3724;p27"/>
            <p:cNvSpPr/>
            <p:nvPr/>
          </p:nvSpPr>
          <p:spPr>
            <a:xfrm>
              <a:off x="6030766" y="2385294"/>
              <a:ext cx="22807" cy="21972"/>
            </a:xfrm>
            <a:custGeom>
              <a:rect b="b" l="l" r="r" t="t"/>
              <a:pathLst>
                <a:path extrusionOk="0" h="684" w="710">
                  <a:moveTo>
                    <a:pt x="557" y="0"/>
                  </a:moveTo>
                  <a:cubicBezTo>
                    <a:pt x="521" y="0"/>
                    <a:pt x="485" y="14"/>
                    <a:pt x="458" y="40"/>
                  </a:cubicBezTo>
                  <a:lnTo>
                    <a:pt x="55" y="444"/>
                  </a:lnTo>
                  <a:cubicBezTo>
                    <a:pt x="0" y="498"/>
                    <a:pt x="0" y="586"/>
                    <a:pt x="55" y="641"/>
                  </a:cubicBezTo>
                  <a:cubicBezTo>
                    <a:pt x="81" y="669"/>
                    <a:pt x="118" y="683"/>
                    <a:pt x="154" y="683"/>
                  </a:cubicBezTo>
                  <a:cubicBezTo>
                    <a:pt x="190" y="683"/>
                    <a:pt x="226" y="670"/>
                    <a:pt x="252" y="641"/>
                  </a:cubicBezTo>
                  <a:lnTo>
                    <a:pt x="655" y="237"/>
                  </a:lnTo>
                  <a:cubicBezTo>
                    <a:pt x="710" y="184"/>
                    <a:pt x="710" y="95"/>
                    <a:pt x="655" y="40"/>
                  </a:cubicBezTo>
                  <a:cubicBezTo>
                    <a:pt x="628" y="14"/>
                    <a:pt x="592" y="0"/>
                    <a:pt x="557"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25" name="Google Shape;3725;p27"/>
            <p:cNvSpPr/>
            <p:nvPr/>
          </p:nvSpPr>
          <p:spPr>
            <a:xfrm>
              <a:off x="6207770" y="2208323"/>
              <a:ext cx="22807" cy="21972"/>
            </a:xfrm>
            <a:custGeom>
              <a:rect b="b" l="l" r="r" t="t"/>
              <a:pathLst>
                <a:path extrusionOk="0" h="684" w="710">
                  <a:moveTo>
                    <a:pt x="557" y="1"/>
                  </a:moveTo>
                  <a:cubicBezTo>
                    <a:pt x="521" y="1"/>
                    <a:pt x="486" y="14"/>
                    <a:pt x="459" y="41"/>
                  </a:cubicBezTo>
                  <a:lnTo>
                    <a:pt x="55" y="445"/>
                  </a:lnTo>
                  <a:cubicBezTo>
                    <a:pt x="0" y="499"/>
                    <a:pt x="0" y="588"/>
                    <a:pt x="55" y="642"/>
                  </a:cubicBezTo>
                  <a:cubicBezTo>
                    <a:pt x="83" y="669"/>
                    <a:pt x="119" y="684"/>
                    <a:pt x="155" y="684"/>
                  </a:cubicBezTo>
                  <a:cubicBezTo>
                    <a:pt x="188" y="684"/>
                    <a:pt x="224" y="669"/>
                    <a:pt x="252" y="642"/>
                  </a:cubicBezTo>
                  <a:lnTo>
                    <a:pt x="656" y="238"/>
                  </a:lnTo>
                  <a:cubicBezTo>
                    <a:pt x="709" y="184"/>
                    <a:pt x="709" y="96"/>
                    <a:pt x="656" y="41"/>
                  </a:cubicBezTo>
                  <a:cubicBezTo>
                    <a:pt x="628" y="14"/>
                    <a:pt x="592" y="1"/>
                    <a:pt x="557"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26" name="Google Shape;3726;p27"/>
            <p:cNvSpPr/>
            <p:nvPr/>
          </p:nvSpPr>
          <p:spPr>
            <a:xfrm>
              <a:off x="6130897" y="2335823"/>
              <a:ext cx="19081" cy="17153"/>
            </a:xfrm>
            <a:custGeom>
              <a:rect b="b" l="l" r="r" t="t"/>
              <a:pathLst>
                <a:path extrusionOk="0" h="534" w="594">
                  <a:moveTo>
                    <a:pt x="294" y="0"/>
                  </a:moveTo>
                  <a:cubicBezTo>
                    <a:pt x="250" y="0"/>
                    <a:pt x="207" y="11"/>
                    <a:pt x="168" y="30"/>
                  </a:cubicBezTo>
                  <a:cubicBezTo>
                    <a:pt x="168" y="30"/>
                    <a:pt x="142" y="59"/>
                    <a:pt x="127" y="69"/>
                  </a:cubicBezTo>
                  <a:cubicBezTo>
                    <a:pt x="83" y="105"/>
                    <a:pt x="55" y="147"/>
                    <a:pt x="39" y="207"/>
                  </a:cubicBezTo>
                  <a:cubicBezTo>
                    <a:pt x="0" y="356"/>
                    <a:pt x="81" y="482"/>
                    <a:pt x="229" y="522"/>
                  </a:cubicBezTo>
                  <a:cubicBezTo>
                    <a:pt x="257" y="530"/>
                    <a:pt x="285" y="533"/>
                    <a:pt x="312" y="533"/>
                  </a:cubicBezTo>
                  <a:cubicBezTo>
                    <a:pt x="425" y="533"/>
                    <a:pt x="519" y="468"/>
                    <a:pt x="552" y="348"/>
                  </a:cubicBezTo>
                  <a:cubicBezTo>
                    <a:pt x="553" y="343"/>
                    <a:pt x="565" y="333"/>
                    <a:pt x="565" y="333"/>
                  </a:cubicBezTo>
                  <a:cubicBezTo>
                    <a:pt x="594" y="189"/>
                    <a:pt x="508" y="47"/>
                    <a:pt x="365" y="10"/>
                  </a:cubicBezTo>
                  <a:cubicBezTo>
                    <a:pt x="341" y="3"/>
                    <a:pt x="318" y="0"/>
                    <a:pt x="294" y="0"/>
                  </a:cubicBezTo>
                  <a:close/>
                </a:path>
              </a:pathLst>
            </a:custGeom>
            <a:solidFill>
              <a:srgbClr val="FC546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27" name="Google Shape;3727;p27"/>
            <p:cNvSpPr/>
            <p:nvPr/>
          </p:nvSpPr>
          <p:spPr>
            <a:xfrm>
              <a:off x="6130415" y="2336690"/>
              <a:ext cx="18631" cy="16929"/>
            </a:xfrm>
            <a:custGeom>
              <a:rect b="b" l="l" r="r" t="t"/>
              <a:pathLst>
                <a:path extrusionOk="0" h="527" w="580">
                  <a:moveTo>
                    <a:pt x="183" y="0"/>
                  </a:moveTo>
                  <a:cubicBezTo>
                    <a:pt x="116" y="35"/>
                    <a:pt x="61" y="97"/>
                    <a:pt x="40" y="177"/>
                  </a:cubicBezTo>
                  <a:cubicBezTo>
                    <a:pt x="1" y="324"/>
                    <a:pt x="87" y="476"/>
                    <a:pt x="235" y="517"/>
                  </a:cubicBezTo>
                  <a:cubicBezTo>
                    <a:pt x="259" y="523"/>
                    <a:pt x="283" y="526"/>
                    <a:pt x="307" y="526"/>
                  </a:cubicBezTo>
                  <a:cubicBezTo>
                    <a:pt x="430" y="526"/>
                    <a:pt x="541" y="445"/>
                    <a:pt x="575" y="321"/>
                  </a:cubicBezTo>
                  <a:cubicBezTo>
                    <a:pt x="577" y="316"/>
                    <a:pt x="577" y="310"/>
                    <a:pt x="580" y="306"/>
                  </a:cubicBezTo>
                  <a:lnTo>
                    <a:pt x="580" y="306"/>
                  </a:lnTo>
                  <a:cubicBezTo>
                    <a:pt x="543" y="325"/>
                    <a:pt x="502" y="335"/>
                    <a:pt x="459" y="335"/>
                  </a:cubicBezTo>
                  <a:cubicBezTo>
                    <a:pt x="435" y="335"/>
                    <a:pt x="409" y="331"/>
                    <a:pt x="384" y="324"/>
                  </a:cubicBezTo>
                  <a:cubicBezTo>
                    <a:pt x="241" y="287"/>
                    <a:pt x="154" y="143"/>
                    <a:pt x="183"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28" name="Google Shape;3728;p27"/>
            <p:cNvSpPr/>
            <p:nvPr/>
          </p:nvSpPr>
          <p:spPr>
            <a:xfrm>
              <a:off x="6130929" y="2374436"/>
              <a:ext cx="34307" cy="34789"/>
            </a:xfrm>
            <a:custGeom>
              <a:rect b="b" l="l" r="r" t="t"/>
              <a:pathLst>
                <a:path extrusionOk="0" h="1083" w="1068">
                  <a:moveTo>
                    <a:pt x="512" y="0"/>
                  </a:moveTo>
                  <a:cubicBezTo>
                    <a:pt x="497" y="0"/>
                    <a:pt x="483" y="6"/>
                    <a:pt x="472" y="16"/>
                  </a:cubicBezTo>
                  <a:lnTo>
                    <a:pt x="154" y="335"/>
                  </a:lnTo>
                  <a:lnTo>
                    <a:pt x="1" y="554"/>
                  </a:lnTo>
                  <a:lnTo>
                    <a:pt x="529" y="1066"/>
                  </a:lnTo>
                  <a:cubicBezTo>
                    <a:pt x="540" y="1077"/>
                    <a:pt x="554" y="1082"/>
                    <a:pt x="569" y="1082"/>
                  </a:cubicBezTo>
                  <a:cubicBezTo>
                    <a:pt x="583" y="1082"/>
                    <a:pt x="598" y="1077"/>
                    <a:pt x="609" y="1066"/>
                  </a:cubicBezTo>
                  <a:lnTo>
                    <a:pt x="1067" y="598"/>
                  </a:lnTo>
                  <a:lnTo>
                    <a:pt x="921" y="387"/>
                  </a:lnTo>
                  <a:lnTo>
                    <a:pt x="551" y="16"/>
                  </a:lnTo>
                  <a:cubicBezTo>
                    <a:pt x="540" y="6"/>
                    <a:pt x="526" y="0"/>
                    <a:pt x="512" y="0"/>
                  </a:cubicBezTo>
                  <a:close/>
                </a:path>
              </a:pathLst>
            </a:custGeom>
            <a:solidFill>
              <a:schemeClr val="l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29" name="Google Shape;3729;p27"/>
            <p:cNvSpPr/>
            <p:nvPr/>
          </p:nvSpPr>
          <p:spPr>
            <a:xfrm>
              <a:off x="6177380" y="2282690"/>
              <a:ext cx="54576" cy="81591"/>
            </a:xfrm>
            <a:custGeom>
              <a:rect b="b" l="l" r="r" t="t"/>
              <a:pathLst>
                <a:path extrusionOk="0" h="2540" w="1699">
                  <a:moveTo>
                    <a:pt x="384" y="0"/>
                  </a:moveTo>
                  <a:lnTo>
                    <a:pt x="170" y="164"/>
                  </a:lnTo>
                  <a:lnTo>
                    <a:pt x="22" y="312"/>
                  </a:lnTo>
                  <a:cubicBezTo>
                    <a:pt x="1" y="333"/>
                    <a:pt x="1" y="368"/>
                    <a:pt x="22" y="390"/>
                  </a:cubicBezTo>
                  <a:lnTo>
                    <a:pt x="335" y="704"/>
                  </a:lnTo>
                  <a:cubicBezTo>
                    <a:pt x="357" y="726"/>
                    <a:pt x="357" y="760"/>
                    <a:pt x="335" y="782"/>
                  </a:cubicBezTo>
                  <a:lnTo>
                    <a:pt x="22" y="1096"/>
                  </a:lnTo>
                  <a:cubicBezTo>
                    <a:pt x="1" y="1118"/>
                    <a:pt x="1" y="1151"/>
                    <a:pt x="22" y="1173"/>
                  </a:cubicBezTo>
                  <a:lnTo>
                    <a:pt x="335" y="1487"/>
                  </a:lnTo>
                  <a:cubicBezTo>
                    <a:pt x="357" y="1509"/>
                    <a:pt x="357" y="1542"/>
                    <a:pt x="335" y="1564"/>
                  </a:cubicBezTo>
                  <a:lnTo>
                    <a:pt x="22" y="1879"/>
                  </a:lnTo>
                  <a:cubicBezTo>
                    <a:pt x="1" y="1901"/>
                    <a:pt x="1" y="1936"/>
                    <a:pt x="22" y="1958"/>
                  </a:cubicBezTo>
                  <a:lnTo>
                    <a:pt x="604" y="2540"/>
                  </a:lnTo>
                  <a:lnTo>
                    <a:pt x="1677" y="1394"/>
                  </a:lnTo>
                  <a:cubicBezTo>
                    <a:pt x="1699" y="1373"/>
                    <a:pt x="1699" y="1337"/>
                    <a:pt x="1676" y="1318"/>
                  </a:cubicBezTo>
                  <a:lnTo>
                    <a:pt x="384" y="0"/>
                  </a:lnTo>
                  <a:close/>
                </a:path>
              </a:pathLst>
            </a:cu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30" name="Google Shape;3730;p27"/>
            <p:cNvSpPr/>
            <p:nvPr/>
          </p:nvSpPr>
          <p:spPr>
            <a:xfrm>
              <a:off x="6129130" y="2385165"/>
              <a:ext cx="38258" cy="26051"/>
            </a:xfrm>
            <a:custGeom>
              <a:rect b="b" l="l" r="r" t="t"/>
              <a:pathLst>
                <a:path extrusionOk="0" h="811" w="1191">
                  <a:moveTo>
                    <a:pt x="211" y="1"/>
                  </a:moveTo>
                  <a:lnTo>
                    <a:pt x="0" y="212"/>
                  </a:lnTo>
                  <a:lnTo>
                    <a:pt x="581" y="794"/>
                  </a:lnTo>
                  <a:cubicBezTo>
                    <a:pt x="591" y="805"/>
                    <a:pt x="606" y="811"/>
                    <a:pt x="620" y="811"/>
                  </a:cubicBezTo>
                  <a:cubicBezTo>
                    <a:pt x="635" y="811"/>
                    <a:pt x="649" y="805"/>
                    <a:pt x="660" y="794"/>
                  </a:cubicBezTo>
                  <a:lnTo>
                    <a:pt x="1190" y="263"/>
                  </a:lnTo>
                  <a:lnTo>
                    <a:pt x="1109" y="128"/>
                  </a:lnTo>
                  <a:lnTo>
                    <a:pt x="982" y="53"/>
                  </a:lnTo>
                  <a:lnTo>
                    <a:pt x="663" y="372"/>
                  </a:lnTo>
                  <a:cubicBezTo>
                    <a:pt x="652" y="382"/>
                    <a:pt x="638" y="388"/>
                    <a:pt x="623" y="388"/>
                  </a:cubicBezTo>
                  <a:cubicBezTo>
                    <a:pt x="609" y="388"/>
                    <a:pt x="594" y="382"/>
                    <a:pt x="583" y="372"/>
                  </a:cubicBezTo>
                  <a:lnTo>
                    <a:pt x="211" y="1"/>
                  </a:lnTo>
                  <a:close/>
                </a:path>
              </a:pathLst>
            </a:custGeom>
            <a:solidFill>
              <a:schemeClr val="l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31" name="Google Shape;3731;p27"/>
            <p:cNvSpPr/>
            <p:nvPr/>
          </p:nvSpPr>
          <p:spPr>
            <a:xfrm>
              <a:off x="6182874" y="2280955"/>
              <a:ext cx="51428" cy="83294"/>
            </a:xfrm>
            <a:custGeom>
              <a:rect b="b" l="l" r="r" t="t"/>
              <a:pathLst>
                <a:path extrusionOk="0" h="2593" w="1601">
                  <a:moveTo>
                    <a:pt x="213" y="1"/>
                  </a:moveTo>
                  <a:lnTo>
                    <a:pt x="1" y="212"/>
                  </a:lnTo>
                  <a:lnTo>
                    <a:pt x="1157" y="1369"/>
                  </a:lnTo>
                  <a:cubicBezTo>
                    <a:pt x="1179" y="1391"/>
                    <a:pt x="1179" y="1427"/>
                    <a:pt x="1157" y="1448"/>
                  </a:cubicBezTo>
                  <a:lnTo>
                    <a:pt x="223" y="2382"/>
                  </a:lnTo>
                  <a:lnTo>
                    <a:pt x="268" y="2563"/>
                  </a:lnTo>
                  <a:lnTo>
                    <a:pt x="435" y="2592"/>
                  </a:lnTo>
                  <a:lnTo>
                    <a:pt x="1578" y="1448"/>
                  </a:lnTo>
                  <a:cubicBezTo>
                    <a:pt x="1600" y="1427"/>
                    <a:pt x="1600" y="1392"/>
                    <a:pt x="1578" y="1367"/>
                  </a:cubicBezTo>
                  <a:lnTo>
                    <a:pt x="213" y="1"/>
                  </a:lnTo>
                  <a:close/>
                </a:path>
              </a:pathLst>
            </a:cu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32" name="Google Shape;3732;p27"/>
            <p:cNvSpPr/>
            <p:nvPr/>
          </p:nvSpPr>
          <p:spPr>
            <a:xfrm>
              <a:off x="6160547" y="2357474"/>
              <a:ext cx="36266" cy="36202"/>
            </a:xfrm>
            <a:custGeom>
              <a:rect b="b" l="l" r="r" t="t"/>
              <a:pathLst>
                <a:path extrusionOk="0" h="1127" w="1129">
                  <a:moveTo>
                    <a:pt x="917" y="0"/>
                  </a:moveTo>
                  <a:lnTo>
                    <a:pt x="1" y="915"/>
                  </a:lnTo>
                  <a:lnTo>
                    <a:pt x="213" y="1126"/>
                  </a:lnTo>
                  <a:lnTo>
                    <a:pt x="1128" y="212"/>
                  </a:lnTo>
                  <a:lnTo>
                    <a:pt x="917" y="0"/>
                  </a:ln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3733" name="Google Shape;3733;p27"/>
          <p:cNvGrpSpPr/>
          <p:nvPr/>
        </p:nvGrpSpPr>
        <p:grpSpPr>
          <a:xfrm>
            <a:off x="5375113" y="2189113"/>
            <a:ext cx="300392" cy="297657"/>
            <a:chOff x="5375113" y="2189113"/>
            <a:chExt cx="300392" cy="297657"/>
          </a:xfrm>
        </p:grpSpPr>
        <p:sp>
          <p:nvSpPr>
            <p:cNvPr id="3734" name="Google Shape;3734;p27"/>
            <p:cNvSpPr/>
            <p:nvPr/>
          </p:nvSpPr>
          <p:spPr>
            <a:xfrm>
              <a:off x="5376013" y="2315681"/>
              <a:ext cx="174618" cy="171084"/>
            </a:xfrm>
            <a:custGeom>
              <a:rect b="b" l="l" r="r" t="t"/>
              <a:pathLst>
                <a:path extrusionOk="0" h="5326" w="5436">
                  <a:moveTo>
                    <a:pt x="4019" y="1"/>
                  </a:moveTo>
                  <a:cubicBezTo>
                    <a:pt x="3902" y="1"/>
                    <a:pt x="3789" y="35"/>
                    <a:pt x="3675" y="92"/>
                  </a:cubicBezTo>
                  <a:lnTo>
                    <a:pt x="414" y="1720"/>
                  </a:lnTo>
                  <a:cubicBezTo>
                    <a:pt x="125" y="1864"/>
                    <a:pt x="1" y="2170"/>
                    <a:pt x="102" y="2448"/>
                  </a:cubicBezTo>
                  <a:cubicBezTo>
                    <a:pt x="125" y="2510"/>
                    <a:pt x="138" y="2548"/>
                    <a:pt x="189" y="2588"/>
                  </a:cubicBezTo>
                  <a:cubicBezTo>
                    <a:pt x="224" y="2614"/>
                    <a:pt x="302" y="2675"/>
                    <a:pt x="302" y="2675"/>
                  </a:cubicBezTo>
                  <a:cubicBezTo>
                    <a:pt x="330" y="2684"/>
                    <a:pt x="359" y="2691"/>
                    <a:pt x="387" y="2692"/>
                  </a:cubicBezTo>
                  <a:lnTo>
                    <a:pt x="2170" y="2853"/>
                  </a:lnTo>
                  <a:cubicBezTo>
                    <a:pt x="2184" y="2856"/>
                    <a:pt x="2200" y="2857"/>
                    <a:pt x="2214" y="2860"/>
                  </a:cubicBezTo>
                  <a:cubicBezTo>
                    <a:pt x="2269" y="2873"/>
                    <a:pt x="2329" y="2888"/>
                    <a:pt x="2372" y="2923"/>
                  </a:cubicBezTo>
                  <a:cubicBezTo>
                    <a:pt x="2452" y="2983"/>
                    <a:pt x="2516" y="3088"/>
                    <a:pt x="2524" y="3192"/>
                  </a:cubicBezTo>
                  <a:lnTo>
                    <a:pt x="2678" y="4956"/>
                  </a:lnTo>
                  <a:cubicBezTo>
                    <a:pt x="2691" y="5097"/>
                    <a:pt x="2780" y="5220"/>
                    <a:pt x="2914" y="5269"/>
                  </a:cubicBezTo>
                  <a:cubicBezTo>
                    <a:pt x="2959" y="5285"/>
                    <a:pt x="3000" y="5300"/>
                    <a:pt x="3047" y="5305"/>
                  </a:cubicBezTo>
                  <a:cubicBezTo>
                    <a:pt x="3073" y="5310"/>
                    <a:pt x="3119" y="5326"/>
                    <a:pt x="3119" y="5326"/>
                  </a:cubicBezTo>
                  <a:cubicBezTo>
                    <a:pt x="3335" y="5321"/>
                    <a:pt x="3546" y="5204"/>
                    <a:pt x="3653" y="4988"/>
                  </a:cubicBezTo>
                  <a:lnTo>
                    <a:pt x="5298" y="1693"/>
                  </a:lnTo>
                  <a:cubicBezTo>
                    <a:pt x="5435" y="1418"/>
                    <a:pt x="5389" y="1091"/>
                    <a:pt x="5184" y="865"/>
                  </a:cubicBezTo>
                  <a:lnTo>
                    <a:pt x="4480" y="160"/>
                  </a:lnTo>
                  <a:cubicBezTo>
                    <a:pt x="4426" y="114"/>
                    <a:pt x="4369" y="76"/>
                    <a:pt x="4305" y="48"/>
                  </a:cubicBezTo>
                  <a:cubicBezTo>
                    <a:pt x="4305" y="48"/>
                    <a:pt x="4209" y="29"/>
                    <a:pt x="4163" y="19"/>
                  </a:cubicBezTo>
                  <a:cubicBezTo>
                    <a:pt x="4114" y="6"/>
                    <a:pt x="4066" y="1"/>
                    <a:pt x="4019" y="1"/>
                  </a:cubicBez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35" name="Google Shape;3735;p27"/>
            <p:cNvSpPr/>
            <p:nvPr/>
          </p:nvSpPr>
          <p:spPr>
            <a:xfrm>
              <a:off x="5446846" y="2407556"/>
              <a:ext cx="29392" cy="79214"/>
            </a:xfrm>
            <a:custGeom>
              <a:rect b="b" l="l" r="r" t="t"/>
              <a:pathLst>
                <a:path extrusionOk="0" h="2466" w="915">
                  <a:moveTo>
                    <a:pt x="1" y="0"/>
                  </a:moveTo>
                  <a:lnTo>
                    <a:pt x="1" y="0"/>
                  </a:lnTo>
                  <a:cubicBezTo>
                    <a:pt x="161" y="31"/>
                    <a:pt x="284" y="165"/>
                    <a:pt x="299" y="332"/>
                  </a:cubicBezTo>
                  <a:lnTo>
                    <a:pt x="460" y="2117"/>
                  </a:lnTo>
                  <a:cubicBezTo>
                    <a:pt x="473" y="2257"/>
                    <a:pt x="564" y="2380"/>
                    <a:pt x="696" y="2429"/>
                  </a:cubicBezTo>
                  <a:cubicBezTo>
                    <a:pt x="763" y="2453"/>
                    <a:pt x="833" y="2466"/>
                    <a:pt x="903" y="2466"/>
                  </a:cubicBezTo>
                  <a:cubicBezTo>
                    <a:pt x="907" y="2466"/>
                    <a:pt x="910" y="2466"/>
                    <a:pt x="914" y="2466"/>
                  </a:cubicBezTo>
                  <a:lnTo>
                    <a:pt x="687" y="369"/>
                  </a:lnTo>
                  <a:cubicBezTo>
                    <a:pt x="670" y="190"/>
                    <a:pt x="529" y="50"/>
                    <a:pt x="351" y="34"/>
                  </a:cubicBezTo>
                  <a:lnTo>
                    <a:pt x="1" y="0"/>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36" name="Google Shape;3736;p27"/>
            <p:cNvSpPr/>
            <p:nvPr/>
          </p:nvSpPr>
          <p:spPr>
            <a:xfrm>
              <a:off x="5375113" y="2315006"/>
              <a:ext cx="139251" cy="86667"/>
            </a:xfrm>
            <a:custGeom>
              <a:rect b="b" l="l" r="r" t="t"/>
              <a:pathLst>
                <a:path extrusionOk="0" h="2698" w="4335">
                  <a:moveTo>
                    <a:pt x="4022" y="0"/>
                  </a:moveTo>
                  <a:cubicBezTo>
                    <a:pt x="3910" y="0"/>
                    <a:pt x="3797" y="26"/>
                    <a:pt x="3692" y="77"/>
                  </a:cubicBezTo>
                  <a:lnTo>
                    <a:pt x="400" y="1725"/>
                  </a:lnTo>
                  <a:cubicBezTo>
                    <a:pt x="113" y="1869"/>
                    <a:pt x="0" y="2201"/>
                    <a:pt x="101" y="2480"/>
                  </a:cubicBezTo>
                  <a:cubicBezTo>
                    <a:pt x="142" y="2585"/>
                    <a:pt x="226" y="2663"/>
                    <a:pt x="330" y="2697"/>
                  </a:cubicBezTo>
                  <a:cubicBezTo>
                    <a:pt x="329" y="2693"/>
                    <a:pt x="326" y="2690"/>
                    <a:pt x="324" y="2684"/>
                  </a:cubicBezTo>
                  <a:cubicBezTo>
                    <a:pt x="223" y="2406"/>
                    <a:pt x="336" y="2075"/>
                    <a:pt x="623" y="1930"/>
                  </a:cubicBezTo>
                  <a:lnTo>
                    <a:pt x="4334" y="70"/>
                  </a:lnTo>
                  <a:cubicBezTo>
                    <a:pt x="4237" y="24"/>
                    <a:pt x="4130" y="0"/>
                    <a:pt x="4022"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37" name="Google Shape;3737;p27"/>
            <p:cNvSpPr/>
            <p:nvPr/>
          </p:nvSpPr>
          <p:spPr>
            <a:xfrm>
              <a:off x="5461270" y="2240125"/>
              <a:ext cx="162636" cy="162797"/>
            </a:xfrm>
            <a:custGeom>
              <a:rect b="b" l="l" r="r" t="t"/>
              <a:pathLst>
                <a:path extrusionOk="0" h="5068" w="5063">
                  <a:moveTo>
                    <a:pt x="4381" y="1"/>
                  </a:moveTo>
                  <a:lnTo>
                    <a:pt x="1900" y="2605"/>
                  </a:lnTo>
                  <a:lnTo>
                    <a:pt x="0" y="4387"/>
                  </a:lnTo>
                  <a:lnTo>
                    <a:pt x="682" y="5068"/>
                  </a:lnTo>
                  <a:lnTo>
                    <a:pt x="5063" y="681"/>
                  </a:lnTo>
                  <a:lnTo>
                    <a:pt x="4831" y="312"/>
                  </a:lnTo>
                  <a:lnTo>
                    <a:pt x="4381" y="1"/>
                  </a:ln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38" name="Google Shape;3738;p27"/>
            <p:cNvSpPr/>
            <p:nvPr/>
          </p:nvSpPr>
          <p:spPr>
            <a:xfrm>
              <a:off x="5461270" y="2240093"/>
              <a:ext cx="145226" cy="145386"/>
            </a:xfrm>
            <a:custGeom>
              <a:rect b="b" l="l" r="r" t="t"/>
              <a:pathLst>
                <a:path extrusionOk="0" h="4526" w="4521">
                  <a:moveTo>
                    <a:pt x="4383" y="0"/>
                  </a:moveTo>
                  <a:lnTo>
                    <a:pt x="1852" y="2535"/>
                  </a:lnTo>
                  <a:lnTo>
                    <a:pt x="1849" y="2537"/>
                  </a:lnTo>
                  <a:lnTo>
                    <a:pt x="0" y="4388"/>
                  </a:lnTo>
                  <a:lnTo>
                    <a:pt x="139" y="4526"/>
                  </a:lnTo>
                  <a:lnTo>
                    <a:pt x="2091" y="2573"/>
                  </a:lnTo>
                  <a:lnTo>
                    <a:pt x="2092" y="2571"/>
                  </a:lnTo>
                  <a:lnTo>
                    <a:pt x="4520" y="139"/>
                  </a:lnTo>
                  <a:lnTo>
                    <a:pt x="4488" y="18"/>
                  </a:lnTo>
                  <a:lnTo>
                    <a:pt x="4383" y="0"/>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39" name="Google Shape;3739;p27"/>
            <p:cNvSpPr/>
            <p:nvPr/>
          </p:nvSpPr>
          <p:spPr>
            <a:xfrm>
              <a:off x="5483179" y="2402898"/>
              <a:ext cx="64" cy="32"/>
            </a:xfrm>
            <a:custGeom>
              <a:rect b="b" l="l" r="r" t="t"/>
              <a:pathLst>
                <a:path extrusionOk="0" h="1" w="2">
                  <a:moveTo>
                    <a:pt x="2" y="1"/>
                  </a:moveTo>
                  <a:lnTo>
                    <a:pt x="2" y="1"/>
                  </a:lnTo>
                  <a:lnTo>
                    <a:pt x="0" y="1"/>
                  </a:lnTo>
                  <a:close/>
                </a:path>
              </a:pathLst>
            </a:custGeom>
            <a:solidFill>
              <a:srgbClr val="F7F3F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40" name="Google Shape;3740;p27"/>
            <p:cNvSpPr/>
            <p:nvPr/>
          </p:nvSpPr>
          <p:spPr>
            <a:xfrm>
              <a:off x="5519961" y="2320821"/>
              <a:ext cx="835" cy="739"/>
            </a:xfrm>
            <a:custGeom>
              <a:rect b="b" l="l" r="r" t="t"/>
              <a:pathLst>
                <a:path extrusionOk="0" h="23" w="26">
                  <a:moveTo>
                    <a:pt x="0" y="0"/>
                  </a:moveTo>
                  <a:lnTo>
                    <a:pt x="0" y="0"/>
                  </a:lnTo>
                  <a:cubicBezTo>
                    <a:pt x="8" y="8"/>
                    <a:pt x="16" y="15"/>
                    <a:pt x="25" y="22"/>
                  </a:cubicBezTo>
                  <a:lnTo>
                    <a:pt x="0" y="0"/>
                  </a:lnTo>
                  <a:close/>
                </a:path>
              </a:pathLst>
            </a:custGeom>
            <a:solidFill>
              <a:srgbClr val="9CE6F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41" name="Google Shape;3741;p27"/>
            <p:cNvSpPr/>
            <p:nvPr/>
          </p:nvSpPr>
          <p:spPr>
            <a:xfrm>
              <a:off x="5400588" y="2375335"/>
              <a:ext cx="8962" cy="8962"/>
            </a:xfrm>
            <a:custGeom>
              <a:rect b="b" l="l" r="r" t="t"/>
              <a:pathLst>
                <a:path extrusionOk="0" h="279" w="279">
                  <a:moveTo>
                    <a:pt x="139" y="0"/>
                  </a:moveTo>
                  <a:cubicBezTo>
                    <a:pt x="63" y="0"/>
                    <a:pt x="0" y="62"/>
                    <a:pt x="0" y="139"/>
                  </a:cubicBezTo>
                  <a:cubicBezTo>
                    <a:pt x="0" y="216"/>
                    <a:pt x="63" y="278"/>
                    <a:pt x="139" y="278"/>
                  </a:cubicBezTo>
                  <a:cubicBezTo>
                    <a:pt x="216" y="278"/>
                    <a:pt x="278" y="216"/>
                    <a:pt x="278" y="139"/>
                  </a:cubicBezTo>
                  <a:cubicBezTo>
                    <a:pt x="278" y="62"/>
                    <a:pt x="216" y="0"/>
                    <a:pt x="139" y="0"/>
                  </a:cubicBezTo>
                  <a:close/>
                </a:path>
              </a:pathLst>
            </a:cu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42" name="Google Shape;3742;p27"/>
            <p:cNvSpPr/>
            <p:nvPr/>
          </p:nvSpPr>
          <p:spPr>
            <a:xfrm>
              <a:off x="5414401" y="2368396"/>
              <a:ext cx="8994" cy="8962"/>
            </a:xfrm>
            <a:custGeom>
              <a:rect b="b" l="l" r="r" t="t"/>
              <a:pathLst>
                <a:path extrusionOk="0" h="279" w="280">
                  <a:moveTo>
                    <a:pt x="141" y="0"/>
                  </a:moveTo>
                  <a:cubicBezTo>
                    <a:pt x="63" y="0"/>
                    <a:pt x="0" y="63"/>
                    <a:pt x="0" y="139"/>
                  </a:cubicBezTo>
                  <a:cubicBezTo>
                    <a:pt x="0" y="216"/>
                    <a:pt x="63" y="278"/>
                    <a:pt x="141" y="278"/>
                  </a:cubicBezTo>
                  <a:cubicBezTo>
                    <a:pt x="217" y="278"/>
                    <a:pt x="280" y="216"/>
                    <a:pt x="280" y="139"/>
                  </a:cubicBezTo>
                  <a:cubicBezTo>
                    <a:pt x="280" y="63"/>
                    <a:pt x="217" y="0"/>
                    <a:pt x="141" y="0"/>
                  </a:cubicBezTo>
                  <a:close/>
                </a:path>
              </a:pathLst>
            </a:cu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43" name="Google Shape;3743;p27"/>
            <p:cNvSpPr/>
            <p:nvPr/>
          </p:nvSpPr>
          <p:spPr>
            <a:xfrm>
              <a:off x="5428214" y="2361426"/>
              <a:ext cx="8962" cy="8962"/>
            </a:xfrm>
            <a:custGeom>
              <a:rect b="b" l="l" r="r" t="t"/>
              <a:pathLst>
                <a:path extrusionOk="0" h="279" w="279">
                  <a:moveTo>
                    <a:pt x="139" y="0"/>
                  </a:moveTo>
                  <a:cubicBezTo>
                    <a:pt x="62" y="0"/>
                    <a:pt x="0" y="62"/>
                    <a:pt x="0" y="139"/>
                  </a:cubicBezTo>
                  <a:cubicBezTo>
                    <a:pt x="0" y="216"/>
                    <a:pt x="62" y="278"/>
                    <a:pt x="139" y="278"/>
                  </a:cubicBezTo>
                  <a:cubicBezTo>
                    <a:pt x="216" y="278"/>
                    <a:pt x="278" y="216"/>
                    <a:pt x="278" y="139"/>
                  </a:cubicBezTo>
                  <a:cubicBezTo>
                    <a:pt x="278" y="62"/>
                    <a:pt x="216" y="0"/>
                    <a:pt x="139" y="0"/>
                  </a:cubicBezTo>
                  <a:close/>
                </a:path>
              </a:pathLst>
            </a:cu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44" name="Google Shape;3744;p27"/>
            <p:cNvSpPr/>
            <p:nvPr/>
          </p:nvSpPr>
          <p:spPr>
            <a:xfrm>
              <a:off x="5468241" y="2241828"/>
              <a:ext cx="154477" cy="153738"/>
            </a:xfrm>
            <a:custGeom>
              <a:rect b="b" l="l" r="r" t="t"/>
              <a:pathLst>
                <a:path extrusionOk="0" h="4786" w="4809">
                  <a:moveTo>
                    <a:pt x="4656" y="0"/>
                  </a:moveTo>
                  <a:cubicBezTo>
                    <a:pt x="4621" y="0"/>
                    <a:pt x="4585" y="14"/>
                    <a:pt x="4558" y="40"/>
                  </a:cubicBezTo>
                  <a:lnTo>
                    <a:pt x="54" y="4550"/>
                  </a:lnTo>
                  <a:cubicBezTo>
                    <a:pt x="1" y="4605"/>
                    <a:pt x="1" y="4692"/>
                    <a:pt x="54" y="4745"/>
                  </a:cubicBezTo>
                  <a:cubicBezTo>
                    <a:pt x="82" y="4773"/>
                    <a:pt x="116" y="4786"/>
                    <a:pt x="153" y="4786"/>
                  </a:cubicBezTo>
                  <a:cubicBezTo>
                    <a:pt x="187" y="4786"/>
                    <a:pt x="224" y="4773"/>
                    <a:pt x="250" y="4745"/>
                  </a:cubicBezTo>
                  <a:lnTo>
                    <a:pt x="4753" y="236"/>
                  </a:lnTo>
                  <a:cubicBezTo>
                    <a:pt x="4808" y="182"/>
                    <a:pt x="4808" y="95"/>
                    <a:pt x="4753" y="40"/>
                  </a:cubicBezTo>
                  <a:cubicBezTo>
                    <a:pt x="4726" y="14"/>
                    <a:pt x="4691" y="0"/>
                    <a:pt x="4656"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45" name="Google Shape;3745;p27"/>
            <p:cNvSpPr/>
            <p:nvPr/>
          </p:nvSpPr>
          <p:spPr>
            <a:xfrm>
              <a:off x="5479484" y="2339678"/>
              <a:ext cx="46096" cy="44393"/>
            </a:xfrm>
            <a:custGeom>
              <a:rect b="b" l="l" r="r" t="t"/>
              <a:pathLst>
                <a:path extrusionOk="0" h="1382" w="1435">
                  <a:moveTo>
                    <a:pt x="319" y="0"/>
                  </a:moveTo>
                  <a:cubicBezTo>
                    <a:pt x="271" y="0"/>
                    <a:pt x="224" y="19"/>
                    <a:pt x="188" y="55"/>
                  </a:cubicBezTo>
                  <a:lnTo>
                    <a:pt x="73" y="158"/>
                  </a:lnTo>
                  <a:cubicBezTo>
                    <a:pt x="1" y="230"/>
                    <a:pt x="1" y="346"/>
                    <a:pt x="73" y="420"/>
                  </a:cubicBezTo>
                  <a:lnTo>
                    <a:pt x="968" y="1327"/>
                  </a:lnTo>
                  <a:cubicBezTo>
                    <a:pt x="1004" y="1363"/>
                    <a:pt x="1052" y="1382"/>
                    <a:pt x="1099" y="1382"/>
                  </a:cubicBezTo>
                  <a:cubicBezTo>
                    <a:pt x="1146" y="1382"/>
                    <a:pt x="1194" y="1363"/>
                    <a:pt x="1230" y="1327"/>
                  </a:cubicBezTo>
                  <a:lnTo>
                    <a:pt x="1269" y="1300"/>
                  </a:lnTo>
                  <a:lnTo>
                    <a:pt x="1362" y="1207"/>
                  </a:lnTo>
                  <a:cubicBezTo>
                    <a:pt x="1434" y="1135"/>
                    <a:pt x="1434" y="1017"/>
                    <a:pt x="1362" y="945"/>
                  </a:cubicBezTo>
                  <a:lnTo>
                    <a:pt x="486" y="68"/>
                  </a:lnTo>
                  <a:lnTo>
                    <a:pt x="450" y="55"/>
                  </a:lnTo>
                  <a:cubicBezTo>
                    <a:pt x="414" y="19"/>
                    <a:pt x="366" y="0"/>
                    <a:pt x="319" y="0"/>
                  </a:cubicBezTo>
                  <a:close/>
                </a:path>
              </a:pathLst>
            </a:cu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46" name="Google Shape;3746;p27"/>
            <p:cNvSpPr/>
            <p:nvPr/>
          </p:nvSpPr>
          <p:spPr>
            <a:xfrm>
              <a:off x="5478842" y="2338778"/>
              <a:ext cx="41502" cy="45614"/>
            </a:xfrm>
            <a:custGeom>
              <a:rect b="b" l="l" r="r" t="t"/>
              <a:pathLst>
                <a:path extrusionOk="0" h="1420" w="1292">
                  <a:moveTo>
                    <a:pt x="336" y="1"/>
                  </a:moveTo>
                  <a:cubicBezTo>
                    <a:pt x="288" y="1"/>
                    <a:pt x="241" y="19"/>
                    <a:pt x="205" y="55"/>
                  </a:cubicBezTo>
                  <a:lnTo>
                    <a:pt x="73" y="186"/>
                  </a:lnTo>
                  <a:cubicBezTo>
                    <a:pt x="1" y="258"/>
                    <a:pt x="1" y="375"/>
                    <a:pt x="73" y="448"/>
                  </a:cubicBezTo>
                  <a:lnTo>
                    <a:pt x="989" y="1365"/>
                  </a:lnTo>
                  <a:cubicBezTo>
                    <a:pt x="1026" y="1402"/>
                    <a:pt x="1073" y="1420"/>
                    <a:pt x="1120" y="1420"/>
                  </a:cubicBezTo>
                  <a:cubicBezTo>
                    <a:pt x="1168" y="1420"/>
                    <a:pt x="1215" y="1402"/>
                    <a:pt x="1251" y="1365"/>
                  </a:cubicBezTo>
                  <a:lnTo>
                    <a:pt x="1292" y="1326"/>
                  </a:lnTo>
                  <a:lnTo>
                    <a:pt x="337" y="369"/>
                  </a:lnTo>
                  <a:cubicBezTo>
                    <a:pt x="308" y="340"/>
                    <a:pt x="308" y="294"/>
                    <a:pt x="337" y="265"/>
                  </a:cubicBezTo>
                  <a:lnTo>
                    <a:pt x="506" y="96"/>
                  </a:lnTo>
                  <a:lnTo>
                    <a:pt x="467" y="55"/>
                  </a:lnTo>
                  <a:cubicBezTo>
                    <a:pt x="431" y="19"/>
                    <a:pt x="383" y="1"/>
                    <a:pt x="336"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47" name="Google Shape;3747;p27"/>
            <p:cNvSpPr/>
            <p:nvPr/>
          </p:nvSpPr>
          <p:spPr>
            <a:xfrm>
              <a:off x="5451536" y="2367625"/>
              <a:ext cx="46096" cy="44393"/>
            </a:xfrm>
            <a:custGeom>
              <a:rect b="b" l="l" r="r" t="t"/>
              <a:pathLst>
                <a:path extrusionOk="0" h="1382" w="1435">
                  <a:moveTo>
                    <a:pt x="319" y="0"/>
                  </a:moveTo>
                  <a:cubicBezTo>
                    <a:pt x="271" y="0"/>
                    <a:pt x="224" y="19"/>
                    <a:pt x="188" y="55"/>
                  </a:cubicBezTo>
                  <a:lnTo>
                    <a:pt x="73" y="158"/>
                  </a:lnTo>
                  <a:cubicBezTo>
                    <a:pt x="1" y="230"/>
                    <a:pt x="1" y="346"/>
                    <a:pt x="73" y="421"/>
                  </a:cubicBezTo>
                  <a:lnTo>
                    <a:pt x="967" y="1327"/>
                  </a:lnTo>
                  <a:cubicBezTo>
                    <a:pt x="1003" y="1363"/>
                    <a:pt x="1050" y="1382"/>
                    <a:pt x="1098" y="1382"/>
                  </a:cubicBezTo>
                  <a:cubicBezTo>
                    <a:pt x="1146" y="1382"/>
                    <a:pt x="1194" y="1363"/>
                    <a:pt x="1230" y="1327"/>
                  </a:cubicBezTo>
                  <a:lnTo>
                    <a:pt x="1269" y="1300"/>
                  </a:lnTo>
                  <a:lnTo>
                    <a:pt x="1362" y="1207"/>
                  </a:lnTo>
                  <a:cubicBezTo>
                    <a:pt x="1434" y="1135"/>
                    <a:pt x="1434" y="1017"/>
                    <a:pt x="1362" y="945"/>
                  </a:cubicBezTo>
                  <a:lnTo>
                    <a:pt x="486" y="68"/>
                  </a:lnTo>
                  <a:lnTo>
                    <a:pt x="450" y="55"/>
                  </a:lnTo>
                  <a:cubicBezTo>
                    <a:pt x="414" y="19"/>
                    <a:pt x="366" y="0"/>
                    <a:pt x="319" y="0"/>
                  </a:cubicBezTo>
                  <a:close/>
                </a:path>
              </a:pathLst>
            </a:cu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48" name="Google Shape;3748;p27"/>
            <p:cNvSpPr/>
            <p:nvPr/>
          </p:nvSpPr>
          <p:spPr>
            <a:xfrm>
              <a:off x="5450862" y="2366726"/>
              <a:ext cx="41470" cy="45614"/>
            </a:xfrm>
            <a:custGeom>
              <a:rect b="b" l="l" r="r" t="t"/>
              <a:pathLst>
                <a:path extrusionOk="0" h="1420" w="1291">
                  <a:moveTo>
                    <a:pt x="334" y="1"/>
                  </a:moveTo>
                  <a:cubicBezTo>
                    <a:pt x="286" y="1"/>
                    <a:pt x="239" y="19"/>
                    <a:pt x="203" y="55"/>
                  </a:cubicBezTo>
                  <a:lnTo>
                    <a:pt x="73" y="186"/>
                  </a:lnTo>
                  <a:cubicBezTo>
                    <a:pt x="0" y="258"/>
                    <a:pt x="0" y="377"/>
                    <a:pt x="73" y="449"/>
                  </a:cubicBezTo>
                  <a:lnTo>
                    <a:pt x="988" y="1365"/>
                  </a:lnTo>
                  <a:cubicBezTo>
                    <a:pt x="1024" y="1402"/>
                    <a:pt x="1071" y="1420"/>
                    <a:pt x="1119" y="1420"/>
                  </a:cubicBezTo>
                  <a:cubicBezTo>
                    <a:pt x="1167" y="1420"/>
                    <a:pt x="1215" y="1402"/>
                    <a:pt x="1251" y="1365"/>
                  </a:cubicBezTo>
                  <a:lnTo>
                    <a:pt x="1290" y="1326"/>
                  </a:lnTo>
                  <a:lnTo>
                    <a:pt x="335" y="371"/>
                  </a:lnTo>
                  <a:cubicBezTo>
                    <a:pt x="306" y="342"/>
                    <a:pt x="306" y="294"/>
                    <a:pt x="335" y="265"/>
                  </a:cubicBezTo>
                  <a:lnTo>
                    <a:pt x="505" y="96"/>
                  </a:lnTo>
                  <a:lnTo>
                    <a:pt x="465" y="55"/>
                  </a:lnTo>
                  <a:cubicBezTo>
                    <a:pt x="429" y="19"/>
                    <a:pt x="381" y="1"/>
                    <a:pt x="334"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49" name="Google Shape;3749;p27"/>
            <p:cNvSpPr/>
            <p:nvPr/>
          </p:nvSpPr>
          <p:spPr>
            <a:xfrm>
              <a:off x="5474280" y="2432291"/>
              <a:ext cx="17796" cy="17924"/>
            </a:xfrm>
            <a:custGeom>
              <a:rect b="b" l="l" r="r" t="t"/>
              <a:pathLst>
                <a:path extrusionOk="0" h="558" w="554">
                  <a:moveTo>
                    <a:pt x="277" y="0"/>
                  </a:moveTo>
                  <a:cubicBezTo>
                    <a:pt x="124" y="0"/>
                    <a:pt x="1" y="125"/>
                    <a:pt x="1" y="278"/>
                  </a:cubicBezTo>
                  <a:cubicBezTo>
                    <a:pt x="1" y="432"/>
                    <a:pt x="124" y="558"/>
                    <a:pt x="277" y="558"/>
                  </a:cubicBezTo>
                  <a:cubicBezTo>
                    <a:pt x="431" y="558"/>
                    <a:pt x="554" y="432"/>
                    <a:pt x="554" y="278"/>
                  </a:cubicBezTo>
                  <a:cubicBezTo>
                    <a:pt x="554" y="125"/>
                    <a:pt x="431" y="0"/>
                    <a:pt x="277"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50" name="Google Shape;3750;p27"/>
            <p:cNvSpPr/>
            <p:nvPr/>
          </p:nvSpPr>
          <p:spPr>
            <a:xfrm>
              <a:off x="5627673" y="2248831"/>
              <a:ext cx="23642" cy="29199"/>
            </a:xfrm>
            <a:custGeom>
              <a:rect b="b" l="l" r="r" t="t"/>
              <a:pathLst>
                <a:path extrusionOk="0" h="909" w="736">
                  <a:moveTo>
                    <a:pt x="158" y="0"/>
                  </a:moveTo>
                  <a:cubicBezTo>
                    <a:pt x="139" y="0"/>
                    <a:pt x="119" y="4"/>
                    <a:pt x="100" y="12"/>
                  </a:cubicBezTo>
                  <a:cubicBezTo>
                    <a:pt x="29" y="45"/>
                    <a:pt x="0" y="126"/>
                    <a:pt x="32" y="197"/>
                  </a:cubicBezTo>
                  <a:lnTo>
                    <a:pt x="227" y="624"/>
                  </a:lnTo>
                  <a:lnTo>
                    <a:pt x="184" y="645"/>
                  </a:lnTo>
                  <a:cubicBezTo>
                    <a:pt x="115" y="677"/>
                    <a:pt x="84" y="761"/>
                    <a:pt x="116" y="829"/>
                  </a:cubicBezTo>
                  <a:cubicBezTo>
                    <a:pt x="141" y="879"/>
                    <a:pt x="191" y="908"/>
                    <a:pt x="243" y="908"/>
                  </a:cubicBezTo>
                  <a:cubicBezTo>
                    <a:pt x="264" y="908"/>
                    <a:pt x="282" y="905"/>
                    <a:pt x="301" y="895"/>
                  </a:cubicBezTo>
                  <a:lnTo>
                    <a:pt x="636" y="739"/>
                  </a:lnTo>
                  <a:cubicBezTo>
                    <a:pt x="705" y="705"/>
                    <a:pt x="736" y="623"/>
                    <a:pt x="704" y="553"/>
                  </a:cubicBezTo>
                  <a:cubicBezTo>
                    <a:pt x="681" y="504"/>
                    <a:pt x="630" y="474"/>
                    <a:pt x="578" y="474"/>
                  </a:cubicBezTo>
                  <a:cubicBezTo>
                    <a:pt x="559" y="474"/>
                    <a:pt x="539" y="478"/>
                    <a:pt x="520" y="487"/>
                  </a:cubicBezTo>
                  <a:lnTo>
                    <a:pt x="479" y="507"/>
                  </a:lnTo>
                  <a:lnTo>
                    <a:pt x="285" y="82"/>
                  </a:lnTo>
                  <a:cubicBezTo>
                    <a:pt x="261" y="30"/>
                    <a:pt x="211" y="0"/>
                    <a:pt x="158" y="0"/>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51" name="Google Shape;3751;p27"/>
            <p:cNvSpPr/>
            <p:nvPr/>
          </p:nvSpPr>
          <p:spPr>
            <a:xfrm>
              <a:off x="5651477" y="2237331"/>
              <a:ext cx="24028" cy="29810"/>
            </a:xfrm>
            <a:custGeom>
              <a:rect b="b" l="l" r="r" t="t"/>
              <a:pathLst>
                <a:path extrusionOk="0" h="928" w="748">
                  <a:moveTo>
                    <a:pt x="158" y="0"/>
                  </a:moveTo>
                  <a:cubicBezTo>
                    <a:pt x="138" y="0"/>
                    <a:pt x="119" y="4"/>
                    <a:pt x="100" y="13"/>
                  </a:cubicBezTo>
                  <a:cubicBezTo>
                    <a:pt x="29" y="44"/>
                    <a:pt x="0" y="127"/>
                    <a:pt x="31" y="196"/>
                  </a:cubicBezTo>
                  <a:lnTo>
                    <a:pt x="235" y="644"/>
                  </a:lnTo>
                  <a:lnTo>
                    <a:pt x="191" y="664"/>
                  </a:lnTo>
                  <a:cubicBezTo>
                    <a:pt x="123" y="696"/>
                    <a:pt x="93" y="780"/>
                    <a:pt x="125" y="848"/>
                  </a:cubicBezTo>
                  <a:cubicBezTo>
                    <a:pt x="148" y="898"/>
                    <a:pt x="199" y="927"/>
                    <a:pt x="252" y="927"/>
                  </a:cubicBezTo>
                  <a:cubicBezTo>
                    <a:pt x="271" y="927"/>
                    <a:pt x="291" y="925"/>
                    <a:pt x="310" y="916"/>
                  </a:cubicBezTo>
                  <a:lnTo>
                    <a:pt x="645" y="758"/>
                  </a:lnTo>
                  <a:cubicBezTo>
                    <a:pt x="718" y="725"/>
                    <a:pt x="747" y="644"/>
                    <a:pt x="715" y="573"/>
                  </a:cubicBezTo>
                  <a:cubicBezTo>
                    <a:pt x="691" y="523"/>
                    <a:pt x="641" y="493"/>
                    <a:pt x="588" y="493"/>
                  </a:cubicBezTo>
                  <a:cubicBezTo>
                    <a:pt x="569" y="493"/>
                    <a:pt x="549" y="498"/>
                    <a:pt x="530" y="506"/>
                  </a:cubicBezTo>
                  <a:lnTo>
                    <a:pt x="488" y="526"/>
                  </a:lnTo>
                  <a:lnTo>
                    <a:pt x="284" y="81"/>
                  </a:lnTo>
                  <a:cubicBezTo>
                    <a:pt x="261" y="30"/>
                    <a:pt x="210" y="0"/>
                    <a:pt x="158" y="0"/>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52" name="Google Shape;3752;p27"/>
            <p:cNvSpPr/>
            <p:nvPr/>
          </p:nvSpPr>
          <p:spPr>
            <a:xfrm>
              <a:off x="5585494" y="2213302"/>
              <a:ext cx="29167" cy="21875"/>
            </a:xfrm>
            <a:custGeom>
              <a:rect b="b" l="l" r="r" t="t"/>
              <a:pathLst>
                <a:path extrusionOk="0" h="681" w="908">
                  <a:moveTo>
                    <a:pt x="314" y="0"/>
                  </a:moveTo>
                  <a:cubicBezTo>
                    <a:pt x="262" y="0"/>
                    <a:pt x="212" y="30"/>
                    <a:pt x="188" y="80"/>
                  </a:cubicBezTo>
                  <a:lnTo>
                    <a:pt x="33" y="416"/>
                  </a:lnTo>
                  <a:cubicBezTo>
                    <a:pt x="0" y="485"/>
                    <a:pt x="31" y="568"/>
                    <a:pt x="100" y="601"/>
                  </a:cubicBezTo>
                  <a:cubicBezTo>
                    <a:pt x="117" y="610"/>
                    <a:pt x="138" y="614"/>
                    <a:pt x="158" y="614"/>
                  </a:cubicBezTo>
                  <a:cubicBezTo>
                    <a:pt x="210" y="614"/>
                    <a:pt x="261" y="584"/>
                    <a:pt x="284" y="535"/>
                  </a:cubicBezTo>
                  <a:lnTo>
                    <a:pt x="304" y="491"/>
                  </a:lnTo>
                  <a:lnTo>
                    <a:pt x="694" y="668"/>
                  </a:lnTo>
                  <a:cubicBezTo>
                    <a:pt x="711" y="677"/>
                    <a:pt x="731" y="681"/>
                    <a:pt x="751" y="681"/>
                  </a:cubicBezTo>
                  <a:cubicBezTo>
                    <a:pt x="804" y="681"/>
                    <a:pt x="854" y="650"/>
                    <a:pt x="877" y="600"/>
                  </a:cubicBezTo>
                  <a:cubicBezTo>
                    <a:pt x="908" y="530"/>
                    <a:pt x="877" y="449"/>
                    <a:pt x="808" y="416"/>
                  </a:cubicBezTo>
                  <a:lnTo>
                    <a:pt x="420" y="239"/>
                  </a:lnTo>
                  <a:lnTo>
                    <a:pt x="440" y="197"/>
                  </a:lnTo>
                  <a:cubicBezTo>
                    <a:pt x="472" y="129"/>
                    <a:pt x="442" y="45"/>
                    <a:pt x="374" y="14"/>
                  </a:cubicBezTo>
                  <a:cubicBezTo>
                    <a:pt x="354" y="4"/>
                    <a:pt x="334" y="0"/>
                    <a:pt x="314" y="0"/>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53" name="Google Shape;3753;p27"/>
            <p:cNvSpPr/>
            <p:nvPr/>
          </p:nvSpPr>
          <p:spPr>
            <a:xfrm>
              <a:off x="5596352" y="2189113"/>
              <a:ext cx="29906" cy="22229"/>
            </a:xfrm>
            <a:custGeom>
              <a:rect b="b" l="l" r="r" t="t"/>
              <a:pathLst>
                <a:path extrusionOk="0" h="692" w="931">
                  <a:moveTo>
                    <a:pt x="314" y="0"/>
                  </a:moveTo>
                  <a:cubicBezTo>
                    <a:pt x="263" y="0"/>
                    <a:pt x="212" y="30"/>
                    <a:pt x="189" y="80"/>
                  </a:cubicBezTo>
                  <a:lnTo>
                    <a:pt x="33" y="416"/>
                  </a:lnTo>
                  <a:cubicBezTo>
                    <a:pt x="1" y="486"/>
                    <a:pt x="31" y="568"/>
                    <a:pt x="99" y="602"/>
                  </a:cubicBezTo>
                  <a:cubicBezTo>
                    <a:pt x="118" y="610"/>
                    <a:pt x="138" y="615"/>
                    <a:pt x="159" y="615"/>
                  </a:cubicBezTo>
                  <a:cubicBezTo>
                    <a:pt x="211" y="615"/>
                    <a:pt x="261" y="586"/>
                    <a:pt x="285" y="535"/>
                  </a:cubicBezTo>
                  <a:lnTo>
                    <a:pt x="305" y="491"/>
                  </a:lnTo>
                  <a:lnTo>
                    <a:pt x="717" y="680"/>
                  </a:lnTo>
                  <a:cubicBezTo>
                    <a:pt x="735" y="688"/>
                    <a:pt x="755" y="691"/>
                    <a:pt x="775" y="691"/>
                  </a:cubicBezTo>
                  <a:cubicBezTo>
                    <a:pt x="827" y="691"/>
                    <a:pt x="878" y="661"/>
                    <a:pt x="901" y="610"/>
                  </a:cubicBezTo>
                  <a:cubicBezTo>
                    <a:pt x="930" y="541"/>
                    <a:pt x="900" y="458"/>
                    <a:pt x="832" y="428"/>
                  </a:cubicBezTo>
                  <a:lnTo>
                    <a:pt x="421" y="240"/>
                  </a:lnTo>
                  <a:lnTo>
                    <a:pt x="441" y="198"/>
                  </a:lnTo>
                  <a:cubicBezTo>
                    <a:pt x="473" y="130"/>
                    <a:pt x="442" y="46"/>
                    <a:pt x="373" y="14"/>
                  </a:cubicBezTo>
                  <a:cubicBezTo>
                    <a:pt x="354" y="5"/>
                    <a:pt x="334" y="0"/>
                    <a:pt x="314" y="0"/>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54" name="Google Shape;3754;p27"/>
            <p:cNvSpPr/>
            <p:nvPr/>
          </p:nvSpPr>
          <p:spPr>
            <a:xfrm>
              <a:off x="5602969" y="2191586"/>
              <a:ext cx="71312" cy="70445"/>
            </a:xfrm>
            <a:custGeom>
              <a:rect b="b" l="l" r="r" t="t"/>
              <a:pathLst>
                <a:path extrusionOk="0" h="2193" w="2220">
                  <a:moveTo>
                    <a:pt x="768" y="1"/>
                  </a:moveTo>
                  <a:cubicBezTo>
                    <a:pt x="713" y="1"/>
                    <a:pt x="662" y="33"/>
                    <a:pt x="629" y="93"/>
                  </a:cubicBezTo>
                  <a:cubicBezTo>
                    <a:pt x="627" y="99"/>
                    <a:pt x="623" y="103"/>
                    <a:pt x="621" y="108"/>
                  </a:cubicBezTo>
                  <a:lnTo>
                    <a:pt x="0" y="1538"/>
                  </a:lnTo>
                  <a:lnTo>
                    <a:pt x="652" y="2192"/>
                  </a:lnTo>
                  <a:lnTo>
                    <a:pt x="2069" y="1555"/>
                  </a:lnTo>
                  <a:cubicBezTo>
                    <a:pt x="2075" y="1554"/>
                    <a:pt x="2078" y="1549"/>
                    <a:pt x="2084" y="1548"/>
                  </a:cubicBezTo>
                  <a:cubicBezTo>
                    <a:pt x="2220" y="1474"/>
                    <a:pt x="2181" y="1269"/>
                    <a:pt x="2032" y="1235"/>
                  </a:cubicBezTo>
                  <a:lnTo>
                    <a:pt x="1240" y="1066"/>
                  </a:lnTo>
                  <a:cubicBezTo>
                    <a:pt x="1170" y="1051"/>
                    <a:pt x="1114" y="995"/>
                    <a:pt x="1099" y="923"/>
                  </a:cubicBezTo>
                  <a:lnTo>
                    <a:pt x="930" y="129"/>
                  </a:lnTo>
                  <a:cubicBezTo>
                    <a:pt x="917" y="76"/>
                    <a:pt x="882" y="34"/>
                    <a:pt x="839" y="12"/>
                  </a:cubicBezTo>
                  <a:lnTo>
                    <a:pt x="807" y="6"/>
                  </a:lnTo>
                  <a:cubicBezTo>
                    <a:pt x="794" y="3"/>
                    <a:pt x="781" y="1"/>
                    <a:pt x="768" y="1"/>
                  </a:cubicBez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55" name="Google Shape;3755;p27"/>
            <p:cNvSpPr/>
            <p:nvPr/>
          </p:nvSpPr>
          <p:spPr>
            <a:xfrm>
              <a:off x="5602006" y="2191393"/>
              <a:ext cx="27882" cy="53195"/>
            </a:xfrm>
            <a:custGeom>
              <a:rect b="b" l="l" r="r" t="t"/>
              <a:pathLst>
                <a:path extrusionOk="0" h="1656" w="868">
                  <a:moveTo>
                    <a:pt x="786" y="0"/>
                  </a:moveTo>
                  <a:cubicBezTo>
                    <a:pt x="731" y="0"/>
                    <a:pt x="676" y="26"/>
                    <a:pt x="643" y="83"/>
                  </a:cubicBezTo>
                  <a:cubicBezTo>
                    <a:pt x="640" y="89"/>
                    <a:pt x="637" y="92"/>
                    <a:pt x="636" y="98"/>
                  </a:cubicBezTo>
                  <a:lnTo>
                    <a:pt x="0" y="1516"/>
                  </a:lnTo>
                  <a:lnTo>
                    <a:pt x="139" y="1655"/>
                  </a:lnTo>
                  <a:lnTo>
                    <a:pt x="867" y="19"/>
                  </a:lnTo>
                  <a:cubicBezTo>
                    <a:pt x="842" y="7"/>
                    <a:pt x="814" y="0"/>
                    <a:pt x="786"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56" name="Google Shape;3756;p27"/>
            <p:cNvSpPr/>
            <p:nvPr/>
          </p:nvSpPr>
          <p:spPr>
            <a:xfrm>
              <a:off x="5618871" y="2224449"/>
              <a:ext cx="8962" cy="8962"/>
            </a:xfrm>
            <a:custGeom>
              <a:rect b="b" l="l" r="r" t="t"/>
              <a:pathLst>
                <a:path extrusionOk="0" h="279" w="279">
                  <a:moveTo>
                    <a:pt x="140" y="1"/>
                  </a:moveTo>
                  <a:cubicBezTo>
                    <a:pt x="63" y="1"/>
                    <a:pt x="1" y="63"/>
                    <a:pt x="1" y="140"/>
                  </a:cubicBezTo>
                  <a:cubicBezTo>
                    <a:pt x="1" y="217"/>
                    <a:pt x="63" y="279"/>
                    <a:pt x="140" y="279"/>
                  </a:cubicBezTo>
                  <a:cubicBezTo>
                    <a:pt x="216" y="279"/>
                    <a:pt x="279" y="217"/>
                    <a:pt x="279" y="140"/>
                  </a:cubicBezTo>
                  <a:cubicBezTo>
                    <a:pt x="279" y="63"/>
                    <a:pt x="216" y="1"/>
                    <a:pt x="140"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57" name="Google Shape;3757;p27"/>
            <p:cNvSpPr/>
            <p:nvPr/>
          </p:nvSpPr>
          <p:spPr>
            <a:xfrm>
              <a:off x="5630628" y="2236174"/>
              <a:ext cx="9026" cy="9026"/>
            </a:xfrm>
            <a:custGeom>
              <a:rect b="b" l="l" r="r" t="t"/>
              <a:pathLst>
                <a:path extrusionOk="0" h="281" w="281">
                  <a:moveTo>
                    <a:pt x="141" y="1"/>
                  </a:moveTo>
                  <a:cubicBezTo>
                    <a:pt x="63" y="1"/>
                    <a:pt x="1" y="63"/>
                    <a:pt x="1" y="141"/>
                  </a:cubicBezTo>
                  <a:cubicBezTo>
                    <a:pt x="1" y="218"/>
                    <a:pt x="63" y="280"/>
                    <a:pt x="141" y="280"/>
                  </a:cubicBezTo>
                  <a:cubicBezTo>
                    <a:pt x="218" y="280"/>
                    <a:pt x="280" y="218"/>
                    <a:pt x="280" y="141"/>
                  </a:cubicBezTo>
                  <a:cubicBezTo>
                    <a:pt x="280" y="63"/>
                    <a:pt x="218" y="1"/>
                    <a:pt x="141"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3758" name="Google Shape;3758;p27"/>
          <p:cNvGrpSpPr/>
          <p:nvPr/>
        </p:nvGrpSpPr>
        <p:grpSpPr>
          <a:xfrm>
            <a:off x="4746348" y="2189016"/>
            <a:ext cx="289725" cy="297756"/>
            <a:chOff x="4746348" y="2189016"/>
            <a:chExt cx="289725" cy="297756"/>
          </a:xfrm>
        </p:grpSpPr>
        <p:sp>
          <p:nvSpPr>
            <p:cNvPr id="3759" name="Google Shape;3759;p27"/>
            <p:cNvSpPr/>
            <p:nvPr/>
          </p:nvSpPr>
          <p:spPr>
            <a:xfrm>
              <a:off x="4868612" y="2242471"/>
              <a:ext cx="36459" cy="34114"/>
            </a:xfrm>
            <a:custGeom>
              <a:rect b="b" l="l" r="r" t="t"/>
              <a:pathLst>
                <a:path extrusionOk="0" h="1062" w="1135">
                  <a:moveTo>
                    <a:pt x="567" y="180"/>
                  </a:moveTo>
                  <a:cubicBezTo>
                    <a:pt x="796" y="180"/>
                    <a:pt x="811" y="300"/>
                    <a:pt x="845" y="420"/>
                  </a:cubicBezTo>
                  <a:cubicBezTo>
                    <a:pt x="849" y="445"/>
                    <a:pt x="853" y="468"/>
                    <a:pt x="853" y="492"/>
                  </a:cubicBezTo>
                  <a:cubicBezTo>
                    <a:pt x="853" y="650"/>
                    <a:pt x="725" y="779"/>
                    <a:pt x="567" y="779"/>
                  </a:cubicBezTo>
                  <a:cubicBezTo>
                    <a:pt x="410" y="779"/>
                    <a:pt x="282" y="650"/>
                    <a:pt x="282" y="492"/>
                  </a:cubicBezTo>
                  <a:cubicBezTo>
                    <a:pt x="282" y="468"/>
                    <a:pt x="284" y="445"/>
                    <a:pt x="290" y="420"/>
                  </a:cubicBezTo>
                  <a:cubicBezTo>
                    <a:pt x="324" y="300"/>
                    <a:pt x="360" y="180"/>
                    <a:pt x="567" y="180"/>
                  </a:cubicBezTo>
                  <a:close/>
                  <a:moveTo>
                    <a:pt x="567" y="0"/>
                  </a:moveTo>
                  <a:cubicBezTo>
                    <a:pt x="447" y="0"/>
                    <a:pt x="241" y="31"/>
                    <a:pt x="241" y="31"/>
                  </a:cubicBezTo>
                  <a:cubicBezTo>
                    <a:pt x="95" y="135"/>
                    <a:pt x="1" y="304"/>
                    <a:pt x="1" y="494"/>
                  </a:cubicBezTo>
                  <a:cubicBezTo>
                    <a:pt x="1" y="808"/>
                    <a:pt x="254" y="1061"/>
                    <a:pt x="567" y="1061"/>
                  </a:cubicBezTo>
                  <a:cubicBezTo>
                    <a:pt x="881" y="1061"/>
                    <a:pt x="1134" y="807"/>
                    <a:pt x="1134" y="494"/>
                  </a:cubicBezTo>
                  <a:cubicBezTo>
                    <a:pt x="1134" y="303"/>
                    <a:pt x="1037" y="135"/>
                    <a:pt x="892" y="31"/>
                  </a:cubicBezTo>
                  <a:cubicBezTo>
                    <a:pt x="892" y="31"/>
                    <a:pt x="688" y="0"/>
                    <a:pt x="567" y="0"/>
                  </a:cubicBezTo>
                  <a:close/>
                </a:path>
              </a:pathLst>
            </a:cu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60" name="Google Shape;3760;p27"/>
            <p:cNvSpPr/>
            <p:nvPr/>
          </p:nvSpPr>
          <p:spPr>
            <a:xfrm>
              <a:off x="4876290" y="2240125"/>
              <a:ext cx="9059" cy="15836"/>
            </a:xfrm>
            <a:custGeom>
              <a:rect b="b" l="l" r="r" t="t"/>
              <a:pathLst>
                <a:path extrusionOk="0" h="493" w="282">
                  <a:moveTo>
                    <a:pt x="281" y="1"/>
                  </a:moveTo>
                  <a:cubicBezTo>
                    <a:pt x="179" y="9"/>
                    <a:pt x="82" y="46"/>
                    <a:pt x="1" y="102"/>
                  </a:cubicBezTo>
                  <a:lnTo>
                    <a:pt x="1" y="386"/>
                  </a:lnTo>
                  <a:cubicBezTo>
                    <a:pt x="2" y="431"/>
                    <a:pt x="21" y="468"/>
                    <a:pt x="51" y="493"/>
                  </a:cubicBezTo>
                  <a:cubicBezTo>
                    <a:pt x="80" y="384"/>
                    <a:pt x="171" y="302"/>
                    <a:pt x="281" y="283"/>
                  </a:cubicBezTo>
                  <a:lnTo>
                    <a:pt x="281" y="1"/>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61" name="Google Shape;3761;p27"/>
            <p:cNvSpPr/>
            <p:nvPr/>
          </p:nvSpPr>
          <p:spPr>
            <a:xfrm>
              <a:off x="4888337" y="2240190"/>
              <a:ext cx="8962" cy="15869"/>
            </a:xfrm>
            <a:custGeom>
              <a:rect b="b" l="l" r="r" t="t"/>
              <a:pathLst>
                <a:path extrusionOk="0" h="494" w="279">
                  <a:moveTo>
                    <a:pt x="1" y="0"/>
                  </a:moveTo>
                  <a:lnTo>
                    <a:pt x="1" y="284"/>
                  </a:lnTo>
                  <a:cubicBezTo>
                    <a:pt x="112" y="301"/>
                    <a:pt x="203" y="385"/>
                    <a:pt x="231" y="494"/>
                  </a:cubicBezTo>
                  <a:cubicBezTo>
                    <a:pt x="261" y="468"/>
                    <a:pt x="278" y="430"/>
                    <a:pt x="278" y="387"/>
                  </a:cubicBezTo>
                  <a:lnTo>
                    <a:pt x="278" y="103"/>
                  </a:lnTo>
                  <a:cubicBezTo>
                    <a:pt x="199" y="47"/>
                    <a:pt x="103" y="10"/>
                    <a:pt x="1"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62" name="Google Shape;3762;p27"/>
            <p:cNvSpPr/>
            <p:nvPr/>
          </p:nvSpPr>
          <p:spPr>
            <a:xfrm>
              <a:off x="4882329" y="2220690"/>
              <a:ext cx="9026" cy="34018"/>
            </a:xfrm>
            <a:custGeom>
              <a:rect b="b" l="l" r="r" t="t"/>
              <a:pathLst>
                <a:path extrusionOk="0" h="1059" w="281">
                  <a:moveTo>
                    <a:pt x="33" y="0"/>
                  </a:moveTo>
                  <a:cubicBezTo>
                    <a:pt x="13" y="0"/>
                    <a:pt x="1" y="10"/>
                    <a:pt x="1" y="44"/>
                  </a:cubicBezTo>
                  <a:lnTo>
                    <a:pt x="1" y="920"/>
                  </a:lnTo>
                  <a:cubicBezTo>
                    <a:pt x="1" y="995"/>
                    <a:pt x="63" y="1059"/>
                    <a:pt x="140" y="1059"/>
                  </a:cubicBezTo>
                  <a:cubicBezTo>
                    <a:pt x="218" y="1059"/>
                    <a:pt x="280" y="995"/>
                    <a:pt x="280" y="920"/>
                  </a:cubicBezTo>
                  <a:lnTo>
                    <a:pt x="280" y="44"/>
                  </a:lnTo>
                  <a:cubicBezTo>
                    <a:pt x="280" y="11"/>
                    <a:pt x="268" y="1"/>
                    <a:pt x="248" y="1"/>
                  </a:cubicBezTo>
                  <a:cubicBezTo>
                    <a:pt x="223" y="1"/>
                    <a:pt x="184" y="17"/>
                    <a:pt x="140" y="17"/>
                  </a:cubicBezTo>
                  <a:cubicBezTo>
                    <a:pt x="97" y="17"/>
                    <a:pt x="58" y="0"/>
                    <a:pt x="33" y="0"/>
                  </a:cubicBezTo>
                  <a:close/>
                </a:path>
              </a:pathLst>
            </a:cu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63" name="Google Shape;3763;p27"/>
            <p:cNvSpPr/>
            <p:nvPr/>
          </p:nvSpPr>
          <p:spPr>
            <a:xfrm>
              <a:off x="4868420" y="2267559"/>
              <a:ext cx="37262" cy="17121"/>
            </a:xfrm>
            <a:custGeom>
              <a:rect b="b" l="l" r="r" t="t"/>
              <a:pathLst>
                <a:path extrusionOk="0" h="533" w="1160">
                  <a:moveTo>
                    <a:pt x="267" y="1"/>
                  </a:moveTo>
                  <a:cubicBezTo>
                    <a:pt x="110" y="11"/>
                    <a:pt x="1" y="180"/>
                    <a:pt x="1" y="340"/>
                  </a:cubicBezTo>
                  <a:lnTo>
                    <a:pt x="8" y="532"/>
                  </a:lnTo>
                  <a:lnTo>
                    <a:pt x="1133" y="532"/>
                  </a:lnTo>
                  <a:lnTo>
                    <a:pt x="1140" y="311"/>
                  </a:lnTo>
                  <a:cubicBezTo>
                    <a:pt x="1140" y="305"/>
                    <a:pt x="1159" y="288"/>
                    <a:pt x="1159" y="282"/>
                  </a:cubicBezTo>
                  <a:cubicBezTo>
                    <a:pt x="1150" y="124"/>
                    <a:pt x="1022" y="1"/>
                    <a:pt x="862" y="1"/>
                  </a:cubicBezTo>
                  <a:close/>
                </a:path>
              </a:pathLst>
            </a:cu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64" name="Google Shape;3764;p27"/>
            <p:cNvSpPr/>
            <p:nvPr/>
          </p:nvSpPr>
          <p:spPr>
            <a:xfrm>
              <a:off x="4867938" y="2267527"/>
              <a:ext cx="37744" cy="17892"/>
            </a:xfrm>
            <a:custGeom>
              <a:rect b="b" l="l" r="r" t="t"/>
              <a:pathLst>
                <a:path extrusionOk="0" h="557" w="1175">
                  <a:moveTo>
                    <a:pt x="281" y="0"/>
                  </a:moveTo>
                  <a:cubicBezTo>
                    <a:pt x="125" y="9"/>
                    <a:pt x="0" y="139"/>
                    <a:pt x="0" y="297"/>
                  </a:cubicBezTo>
                  <a:lnTo>
                    <a:pt x="0" y="556"/>
                  </a:lnTo>
                  <a:lnTo>
                    <a:pt x="1174" y="556"/>
                  </a:lnTo>
                  <a:lnTo>
                    <a:pt x="1174" y="297"/>
                  </a:lnTo>
                  <a:lnTo>
                    <a:pt x="1174" y="278"/>
                  </a:lnTo>
                  <a:lnTo>
                    <a:pt x="355" y="278"/>
                  </a:lnTo>
                  <a:cubicBezTo>
                    <a:pt x="353" y="279"/>
                    <a:pt x="351" y="279"/>
                    <a:pt x="350" y="279"/>
                  </a:cubicBezTo>
                  <a:cubicBezTo>
                    <a:pt x="310" y="279"/>
                    <a:pt x="281" y="245"/>
                    <a:pt x="281" y="205"/>
                  </a:cubicBezTo>
                  <a:lnTo>
                    <a:pt x="281" y="0"/>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65" name="Google Shape;3765;p27"/>
            <p:cNvSpPr/>
            <p:nvPr/>
          </p:nvSpPr>
          <p:spPr>
            <a:xfrm>
              <a:off x="4869126" y="2205271"/>
              <a:ext cx="36555" cy="18760"/>
            </a:xfrm>
            <a:custGeom>
              <a:rect b="b" l="l" r="r" t="t"/>
              <a:pathLst>
                <a:path extrusionOk="0" h="584" w="1138">
                  <a:moveTo>
                    <a:pt x="1" y="0"/>
                  </a:moveTo>
                  <a:lnTo>
                    <a:pt x="1" y="279"/>
                  </a:lnTo>
                  <a:cubicBezTo>
                    <a:pt x="1" y="444"/>
                    <a:pt x="135" y="578"/>
                    <a:pt x="299" y="578"/>
                  </a:cubicBezTo>
                  <a:lnTo>
                    <a:pt x="794" y="583"/>
                  </a:lnTo>
                  <a:cubicBezTo>
                    <a:pt x="953" y="583"/>
                    <a:pt x="1128" y="491"/>
                    <a:pt x="1137" y="336"/>
                  </a:cubicBezTo>
                  <a:lnTo>
                    <a:pt x="1137" y="317"/>
                  </a:lnTo>
                  <a:lnTo>
                    <a:pt x="1137" y="0"/>
                  </a:lnTo>
                  <a:close/>
                </a:path>
              </a:pathLst>
            </a:cu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66" name="Google Shape;3766;p27"/>
            <p:cNvSpPr/>
            <p:nvPr/>
          </p:nvSpPr>
          <p:spPr>
            <a:xfrm>
              <a:off x="4790872" y="2283718"/>
              <a:ext cx="197457" cy="200669"/>
            </a:xfrm>
            <a:custGeom>
              <a:rect b="b" l="l" r="r" t="t"/>
              <a:pathLst>
                <a:path extrusionOk="0" h="6247" w="6147">
                  <a:moveTo>
                    <a:pt x="2985" y="0"/>
                  </a:moveTo>
                  <a:cubicBezTo>
                    <a:pt x="2784" y="0"/>
                    <a:pt x="2589" y="18"/>
                    <a:pt x="2399" y="54"/>
                  </a:cubicBezTo>
                  <a:cubicBezTo>
                    <a:pt x="2089" y="112"/>
                    <a:pt x="1797" y="214"/>
                    <a:pt x="1525" y="358"/>
                  </a:cubicBezTo>
                  <a:cubicBezTo>
                    <a:pt x="1525" y="358"/>
                    <a:pt x="0" y="1257"/>
                    <a:pt x="0" y="3210"/>
                  </a:cubicBezTo>
                  <a:cubicBezTo>
                    <a:pt x="0" y="4954"/>
                    <a:pt x="1241" y="6247"/>
                    <a:pt x="2985" y="6247"/>
                  </a:cubicBezTo>
                  <a:cubicBezTo>
                    <a:pt x="4086" y="6247"/>
                    <a:pt x="5006" y="5590"/>
                    <a:pt x="5006" y="5590"/>
                  </a:cubicBezTo>
                  <a:cubicBezTo>
                    <a:pt x="5703" y="5010"/>
                    <a:pt x="6147" y="4136"/>
                    <a:pt x="6147" y="3159"/>
                  </a:cubicBezTo>
                  <a:cubicBezTo>
                    <a:pt x="6147" y="1616"/>
                    <a:pt x="5040" y="329"/>
                    <a:pt x="3573" y="54"/>
                  </a:cubicBezTo>
                  <a:cubicBezTo>
                    <a:pt x="3383" y="18"/>
                    <a:pt x="3187" y="0"/>
                    <a:pt x="2985" y="0"/>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67" name="Google Shape;3767;p27"/>
            <p:cNvSpPr/>
            <p:nvPr/>
          </p:nvSpPr>
          <p:spPr>
            <a:xfrm>
              <a:off x="4805039" y="2399942"/>
              <a:ext cx="27111" cy="40057"/>
            </a:xfrm>
            <a:custGeom>
              <a:rect b="b" l="l" r="r" t="t"/>
              <a:pathLst>
                <a:path extrusionOk="0" h="1247" w="844">
                  <a:moveTo>
                    <a:pt x="49" y="0"/>
                  </a:moveTo>
                  <a:cubicBezTo>
                    <a:pt x="15" y="0"/>
                    <a:pt x="1" y="90"/>
                    <a:pt x="1" y="90"/>
                  </a:cubicBezTo>
                  <a:lnTo>
                    <a:pt x="389" y="952"/>
                  </a:lnTo>
                  <a:cubicBezTo>
                    <a:pt x="389" y="952"/>
                    <a:pt x="570" y="1120"/>
                    <a:pt x="654" y="1161"/>
                  </a:cubicBezTo>
                  <a:cubicBezTo>
                    <a:pt x="715" y="1191"/>
                    <a:pt x="778" y="1219"/>
                    <a:pt x="843" y="1246"/>
                  </a:cubicBezTo>
                  <a:cubicBezTo>
                    <a:pt x="704" y="909"/>
                    <a:pt x="606" y="528"/>
                    <a:pt x="558" y="120"/>
                  </a:cubicBezTo>
                  <a:cubicBezTo>
                    <a:pt x="371" y="85"/>
                    <a:pt x="203" y="46"/>
                    <a:pt x="56" y="1"/>
                  </a:cubicBezTo>
                  <a:cubicBezTo>
                    <a:pt x="53" y="1"/>
                    <a:pt x="51" y="0"/>
                    <a:pt x="49" y="0"/>
                  </a:cubicBezTo>
                  <a:close/>
                </a:path>
              </a:pathLst>
            </a:custGeom>
            <a:solidFill>
              <a:schemeClr val="l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68" name="Google Shape;3768;p27"/>
            <p:cNvSpPr/>
            <p:nvPr/>
          </p:nvSpPr>
          <p:spPr>
            <a:xfrm>
              <a:off x="4788875" y="2386025"/>
              <a:ext cx="37174" cy="51199"/>
            </a:xfrm>
            <a:custGeom>
              <a:rect b="b" l="l" r="r" t="t"/>
              <a:pathLst>
                <a:path extrusionOk="0" h="1621" w="1267">
                  <a:moveTo>
                    <a:pt x="0" y="1"/>
                  </a:moveTo>
                  <a:cubicBezTo>
                    <a:pt x="3" y="661"/>
                    <a:pt x="499" y="1253"/>
                    <a:pt x="1267" y="1621"/>
                  </a:cubicBezTo>
                  <a:cubicBezTo>
                    <a:pt x="993" y="1284"/>
                    <a:pt x="788" y="891"/>
                    <a:pt x="669" y="461"/>
                  </a:cubicBezTo>
                  <a:cubicBezTo>
                    <a:pt x="252" y="334"/>
                    <a:pt x="1" y="173"/>
                    <a:pt x="0" y="1"/>
                  </a:cubicBezTo>
                  <a:close/>
                </a:path>
              </a:pathLst>
            </a:custGeom>
            <a:solidFill>
              <a:schemeClr val="l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69" name="Google Shape;3769;p27"/>
            <p:cNvSpPr/>
            <p:nvPr/>
          </p:nvSpPr>
          <p:spPr>
            <a:xfrm>
              <a:off x="4801666" y="2330490"/>
              <a:ext cx="30484" cy="41181"/>
            </a:xfrm>
            <a:custGeom>
              <a:rect b="b" l="l" r="r" t="t"/>
              <a:pathLst>
                <a:path extrusionOk="0" h="1282" w="949">
                  <a:moveTo>
                    <a:pt x="948" y="1"/>
                  </a:moveTo>
                  <a:cubicBezTo>
                    <a:pt x="653" y="121"/>
                    <a:pt x="392" y="271"/>
                    <a:pt x="175" y="448"/>
                  </a:cubicBezTo>
                  <a:cubicBezTo>
                    <a:pt x="116" y="494"/>
                    <a:pt x="78" y="571"/>
                    <a:pt x="78" y="571"/>
                  </a:cubicBezTo>
                  <a:lnTo>
                    <a:pt x="0" y="1222"/>
                  </a:lnTo>
                  <a:cubicBezTo>
                    <a:pt x="0" y="1222"/>
                    <a:pt x="16" y="1281"/>
                    <a:pt x="44" y="1281"/>
                  </a:cubicBezTo>
                  <a:cubicBezTo>
                    <a:pt x="46" y="1281"/>
                    <a:pt x="49" y="1281"/>
                    <a:pt x="51" y="1280"/>
                  </a:cubicBezTo>
                  <a:cubicBezTo>
                    <a:pt x="223" y="1222"/>
                    <a:pt x="429" y="1169"/>
                    <a:pt x="663" y="1124"/>
                  </a:cubicBezTo>
                  <a:cubicBezTo>
                    <a:pt x="711" y="717"/>
                    <a:pt x="811" y="336"/>
                    <a:pt x="948" y="1"/>
                  </a:cubicBezTo>
                  <a:close/>
                </a:path>
              </a:pathLst>
            </a:cu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70" name="Google Shape;3770;p27"/>
            <p:cNvSpPr/>
            <p:nvPr/>
          </p:nvSpPr>
          <p:spPr>
            <a:xfrm>
              <a:off x="4788975" y="2344750"/>
              <a:ext cx="18350" cy="40726"/>
            </a:xfrm>
            <a:custGeom>
              <a:rect b="b" l="l" r="r" t="t"/>
              <a:pathLst>
                <a:path extrusionOk="0" h="1259" w="684">
                  <a:moveTo>
                    <a:pt x="683" y="1"/>
                  </a:moveTo>
                  <a:lnTo>
                    <a:pt x="683" y="1"/>
                  </a:lnTo>
                  <a:cubicBezTo>
                    <a:pt x="259" y="343"/>
                    <a:pt x="3" y="787"/>
                    <a:pt x="0" y="1259"/>
                  </a:cubicBezTo>
                  <a:cubicBezTo>
                    <a:pt x="1" y="1101"/>
                    <a:pt x="208" y="955"/>
                    <a:pt x="559" y="835"/>
                  </a:cubicBezTo>
                  <a:cubicBezTo>
                    <a:pt x="565" y="545"/>
                    <a:pt x="607" y="267"/>
                    <a:pt x="683" y="1"/>
                  </a:cubicBezTo>
                  <a:close/>
                </a:path>
              </a:pathLst>
            </a:cu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71" name="Google Shape;3771;p27"/>
            <p:cNvSpPr/>
            <p:nvPr/>
          </p:nvSpPr>
          <p:spPr>
            <a:xfrm>
              <a:off x="4832055" y="2439969"/>
              <a:ext cx="41759" cy="30741"/>
            </a:xfrm>
            <a:custGeom>
              <a:rect b="b" l="l" r="r" t="t"/>
              <a:pathLst>
                <a:path extrusionOk="0" h="957" w="1300">
                  <a:moveTo>
                    <a:pt x="1" y="0"/>
                  </a:moveTo>
                  <a:lnTo>
                    <a:pt x="1" y="0"/>
                  </a:lnTo>
                  <a:cubicBezTo>
                    <a:pt x="33" y="80"/>
                    <a:pt x="69" y="157"/>
                    <a:pt x="105" y="232"/>
                  </a:cubicBezTo>
                  <a:lnTo>
                    <a:pt x="286" y="439"/>
                  </a:lnTo>
                  <a:lnTo>
                    <a:pt x="1110" y="951"/>
                  </a:lnTo>
                  <a:cubicBezTo>
                    <a:pt x="1110" y="951"/>
                    <a:pt x="1157" y="956"/>
                    <a:pt x="1204" y="956"/>
                  </a:cubicBezTo>
                  <a:cubicBezTo>
                    <a:pt x="1252" y="956"/>
                    <a:pt x="1300" y="951"/>
                    <a:pt x="1292" y="930"/>
                  </a:cubicBezTo>
                  <a:cubicBezTo>
                    <a:pt x="1230" y="752"/>
                    <a:pt x="1172" y="533"/>
                    <a:pt x="1124" y="284"/>
                  </a:cubicBezTo>
                  <a:cubicBezTo>
                    <a:pt x="717" y="236"/>
                    <a:pt x="337" y="138"/>
                    <a:pt x="1" y="0"/>
                  </a:cubicBezTo>
                  <a:close/>
                </a:path>
              </a:pathLst>
            </a:cu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72" name="Google Shape;3772;p27"/>
            <p:cNvSpPr/>
            <p:nvPr/>
          </p:nvSpPr>
          <p:spPr>
            <a:xfrm>
              <a:off x="4835428" y="2447389"/>
              <a:ext cx="51396" cy="39382"/>
            </a:xfrm>
            <a:custGeom>
              <a:rect b="b" l="l" r="r" t="t"/>
              <a:pathLst>
                <a:path extrusionOk="0" h="1226" w="1600">
                  <a:moveTo>
                    <a:pt x="0" y="1"/>
                  </a:moveTo>
                  <a:lnTo>
                    <a:pt x="0" y="1"/>
                  </a:lnTo>
                  <a:cubicBezTo>
                    <a:pt x="371" y="744"/>
                    <a:pt x="948" y="1226"/>
                    <a:pt x="1600" y="1226"/>
                  </a:cubicBezTo>
                  <a:cubicBezTo>
                    <a:pt x="1448" y="1226"/>
                    <a:pt x="1307" y="1032"/>
                    <a:pt x="1187" y="700"/>
                  </a:cubicBezTo>
                  <a:cubicBezTo>
                    <a:pt x="741" y="555"/>
                    <a:pt x="336" y="315"/>
                    <a:pt x="0" y="1"/>
                  </a:cubicBezTo>
                  <a:close/>
                </a:path>
              </a:pathLst>
            </a:cu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73" name="Google Shape;3773;p27"/>
            <p:cNvSpPr/>
            <p:nvPr/>
          </p:nvSpPr>
          <p:spPr>
            <a:xfrm>
              <a:off x="4898102" y="2439969"/>
              <a:ext cx="43430" cy="36074"/>
            </a:xfrm>
            <a:custGeom>
              <a:rect b="b" l="l" r="r" t="t"/>
              <a:pathLst>
                <a:path extrusionOk="0" h="1123" w="1352">
                  <a:moveTo>
                    <a:pt x="1351" y="0"/>
                  </a:moveTo>
                  <a:cubicBezTo>
                    <a:pt x="1017" y="138"/>
                    <a:pt x="636" y="236"/>
                    <a:pt x="226" y="285"/>
                  </a:cubicBezTo>
                  <a:cubicBezTo>
                    <a:pt x="164" y="608"/>
                    <a:pt x="89" y="878"/>
                    <a:pt x="2" y="1076"/>
                  </a:cubicBezTo>
                  <a:cubicBezTo>
                    <a:pt x="1" y="1082"/>
                    <a:pt x="32" y="1111"/>
                    <a:pt x="32" y="1111"/>
                  </a:cubicBezTo>
                  <a:lnTo>
                    <a:pt x="503" y="1122"/>
                  </a:lnTo>
                  <a:cubicBezTo>
                    <a:pt x="503" y="1122"/>
                    <a:pt x="622" y="1066"/>
                    <a:pt x="635" y="1053"/>
                  </a:cubicBezTo>
                  <a:cubicBezTo>
                    <a:pt x="927" y="799"/>
                    <a:pt x="1173" y="436"/>
                    <a:pt x="1351" y="0"/>
                  </a:cubicBezTo>
                  <a:close/>
                </a:path>
              </a:pathLst>
            </a:cu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74" name="Google Shape;3774;p27"/>
            <p:cNvSpPr/>
            <p:nvPr/>
          </p:nvSpPr>
          <p:spPr>
            <a:xfrm>
              <a:off x="4886795" y="2473827"/>
              <a:ext cx="31801" cy="12945"/>
            </a:xfrm>
            <a:custGeom>
              <a:rect b="b" l="l" r="r" t="t"/>
              <a:pathLst>
                <a:path extrusionOk="0" h="403" w="990">
                  <a:moveTo>
                    <a:pt x="990" y="0"/>
                  </a:moveTo>
                  <a:lnTo>
                    <a:pt x="990" y="0"/>
                  </a:lnTo>
                  <a:cubicBezTo>
                    <a:pt x="849" y="20"/>
                    <a:pt x="704" y="29"/>
                    <a:pt x="560" y="29"/>
                  </a:cubicBezTo>
                  <a:cubicBezTo>
                    <a:pt x="492" y="29"/>
                    <a:pt x="422" y="28"/>
                    <a:pt x="355" y="22"/>
                  </a:cubicBezTo>
                  <a:cubicBezTo>
                    <a:pt x="251" y="265"/>
                    <a:pt x="130" y="403"/>
                    <a:pt x="1" y="403"/>
                  </a:cubicBezTo>
                  <a:cubicBezTo>
                    <a:pt x="360" y="403"/>
                    <a:pt x="699" y="255"/>
                    <a:pt x="990" y="0"/>
                  </a:cubicBezTo>
                  <a:close/>
                </a:path>
              </a:pathLst>
            </a:cu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75" name="Google Shape;3775;p27"/>
            <p:cNvSpPr/>
            <p:nvPr/>
          </p:nvSpPr>
          <p:spPr>
            <a:xfrm>
              <a:off x="4941502" y="2385197"/>
              <a:ext cx="46835" cy="54801"/>
            </a:xfrm>
            <a:custGeom>
              <a:rect b="b" l="l" r="r" t="t"/>
              <a:pathLst>
                <a:path extrusionOk="0" h="1706" w="1458">
                  <a:moveTo>
                    <a:pt x="1458" y="0"/>
                  </a:moveTo>
                  <a:cubicBezTo>
                    <a:pt x="1458" y="236"/>
                    <a:pt x="1002" y="443"/>
                    <a:pt x="287" y="580"/>
                  </a:cubicBezTo>
                  <a:cubicBezTo>
                    <a:pt x="238" y="987"/>
                    <a:pt x="139" y="1368"/>
                    <a:pt x="0" y="1705"/>
                  </a:cubicBezTo>
                  <a:cubicBezTo>
                    <a:pt x="876" y="1345"/>
                    <a:pt x="1458" y="715"/>
                    <a:pt x="1458" y="0"/>
                  </a:cubicBezTo>
                  <a:close/>
                </a:path>
              </a:pathLst>
            </a:custGeom>
            <a:solidFill>
              <a:schemeClr val="l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76" name="Google Shape;3776;p27"/>
            <p:cNvSpPr/>
            <p:nvPr/>
          </p:nvSpPr>
          <p:spPr>
            <a:xfrm>
              <a:off x="4941502" y="2330490"/>
              <a:ext cx="46835" cy="54705"/>
            </a:xfrm>
            <a:custGeom>
              <a:rect b="b" l="l" r="r" t="t"/>
              <a:pathLst>
                <a:path extrusionOk="0" h="1703" w="1458">
                  <a:moveTo>
                    <a:pt x="0" y="1"/>
                  </a:moveTo>
                  <a:cubicBezTo>
                    <a:pt x="141" y="336"/>
                    <a:pt x="238" y="717"/>
                    <a:pt x="287" y="1124"/>
                  </a:cubicBezTo>
                  <a:cubicBezTo>
                    <a:pt x="1002" y="1260"/>
                    <a:pt x="1458" y="1470"/>
                    <a:pt x="1458" y="1703"/>
                  </a:cubicBezTo>
                  <a:cubicBezTo>
                    <a:pt x="1458" y="988"/>
                    <a:pt x="877" y="361"/>
                    <a:pt x="0" y="1"/>
                  </a:cubicBezTo>
                  <a:close/>
                </a:path>
              </a:pathLst>
            </a:cu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77" name="Google Shape;3777;p27"/>
            <p:cNvSpPr/>
            <p:nvPr/>
          </p:nvSpPr>
          <p:spPr>
            <a:xfrm>
              <a:off x="4863505" y="2320210"/>
              <a:ext cx="46642" cy="41695"/>
            </a:xfrm>
            <a:custGeom>
              <a:rect b="b" l="l" r="r" t="t"/>
              <a:pathLst>
                <a:path extrusionOk="0" h="1298" w="1452">
                  <a:moveTo>
                    <a:pt x="726" y="1"/>
                  </a:moveTo>
                  <a:cubicBezTo>
                    <a:pt x="529" y="1"/>
                    <a:pt x="335" y="12"/>
                    <a:pt x="147" y="34"/>
                  </a:cubicBezTo>
                  <a:cubicBezTo>
                    <a:pt x="79" y="399"/>
                    <a:pt x="25" y="827"/>
                    <a:pt x="1" y="1298"/>
                  </a:cubicBezTo>
                  <a:cubicBezTo>
                    <a:pt x="234" y="1285"/>
                    <a:pt x="477" y="1277"/>
                    <a:pt x="726" y="1277"/>
                  </a:cubicBezTo>
                  <a:cubicBezTo>
                    <a:pt x="976" y="1277"/>
                    <a:pt x="1218" y="1285"/>
                    <a:pt x="1451" y="1298"/>
                  </a:cubicBezTo>
                  <a:cubicBezTo>
                    <a:pt x="1426" y="827"/>
                    <a:pt x="1376" y="399"/>
                    <a:pt x="1305" y="34"/>
                  </a:cubicBezTo>
                  <a:cubicBezTo>
                    <a:pt x="1117" y="11"/>
                    <a:pt x="923" y="1"/>
                    <a:pt x="726" y="1"/>
                  </a:cubicBezTo>
                  <a:close/>
                </a:path>
              </a:pathLst>
            </a:cu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78" name="Google Shape;3778;p27"/>
            <p:cNvSpPr/>
            <p:nvPr/>
          </p:nvSpPr>
          <p:spPr>
            <a:xfrm>
              <a:off x="4832120" y="2283718"/>
              <a:ext cx="54705" cy="46706"/>
            </a:xfrm>
            <a:custGeom>
              <a:rect b="b" l="l" r="r" t="t"/>
              <a:pathLst>
                <a:path extrusionOk="0" h="1454" w="1703">
                  <a:moveTo>
                    <a:pt x="1703" y="0"/>
                  </a:moveTo>
                  <a:cubicBezTo>
                    <a:pt x="989" y="0"/>
                    <a:pt x="359" y="581"/>
                    <a:pt x="0" y="1454"/>
                  </a:cubicBezTo>
                  <a:cubicBezTo>
                    <a:pt x="338" y="1318"/>
                    <a:pt x="717" y="1219"/>
                    <a:pt x="1124" y="1170"/>
                  </a:cubicBezTo>
                  <a:cubicBezTo>
                    <a:pt x="1260" y="455"/>
                    <a:pt x="1470" y="0"/>
                    <a:pt x="1703" y="0"/>
                  </a:cubicBezTo>
                  <a:close/>
                </a:path>
              </a:pathLst>
            </a:cu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79" name="Google Shape;3779;p27"/>
            <p:cNvSpPr/>
            <p:nvPr/>
          </p:nvSpPr>
          <p:spPr>
            <a:xfrm>
              <a:off x="4886795" y="2283750"/>
              <a:ext cx="54737" cy="46770"/>
            </a:xfrm>
            <a:custGeom>
              <a:rect b="b" l="l" r="r" t="t"/>
              <a:pathLst>
                <a:path extrusionOk="0" h="1456" w="1704">
                  <a:moveTo>
                    <a:pt x="3" y="1"/>
                  </a:moveTo>
                  <a:cubicBezTo>
                    <a:pt x="3" y="1"/>
                    <a:pt x="2" y="1"/>
                    <a:pt x="1" y="1"/>
                  </a:cubicBezTo>
                  <a:cubicBezTo>
                    <a:pt x="234" y="1"/>
                    <a:pt x="444" y="457"/>
                    <a:pt x="580" y="1172"/>
                  </a:cubicBezTo>
                  <a:cubicBezTo>
                    <a:pt x="987" y="1218"/>
                    <a:pt x="1367" y="1318"/>
                    <a:pt x="1703" y="1456"/>
                  </a:cubicBezTo>
                  <a:cubicBezTo>
                    <a:pt x="1346" y="581"/>
                    <a:pt x="717" y="1"/>
                    <a:pt x="3" y="1"/>
                  </a:cubicBezTo>
                  <a:close/>
                </a:path>
              </a:pathLst>
            </a:cu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80" name="Google Shape;3780;p27"/>
            <p:cNvSpPr/>
            <p:nvPr/>
          </p:nvSpPr>
          <p:spPr>
            <a:xfrm>
              <a:off x="4910149" y="2361875"/>
              <a:ext cx="41695" cy="46642"/>
            </a:xfrm>
            <a:custGeom>
              <a:rect b="b" l="l" r="r" t="t"/>
              <a:pathLst>
                <a:path extrusionOk="0" h="1452" w="1298">
                  <a:moveTo>
                    <a:pt x="0" y="1"/>
                  </a:moveTo>
                  <a:cubicBezTo>
                    <a:pt x="12" y="234"/>
                    <a:pt x="19" y="477"/>
                    <a:pt x="19" y="726"/>
                  </a:cubicBezTo>
                  <a:cubicBezTo>
                    <a:pt x="19" y="976"/>
                    <a:pt x="12" y="1218"/>
                    <a:pt x="0" y="1451"/>
                  </a:cubicBezTo>
                  <a:cubicBezTo>
                    <a:pt x="471" y="1427"/>
                    <a:pt x="899" y="1375"/>
                    <a:pt x="1263" y="1305"/>
                  </a:cubicBezTo>
                  <a:cubicBezTo>
                    <a:pt x="1286" y="1117"/>
                    <a:pt x="1298" y="923"/>
                    <a:pt x="1298" y="726"/>
                  </a:cubicBezTo>
                  <a:cubicBezTo>
                    <a:pt x="1298" y="529"/>
                    <a:pt x="1285" y="335"/>
                    <a:pt x="1263" y="147"/>
                  </a:cubicBezTo>
                  <a:cubicBezTo>
                    <a:pt x="899" y="79"/>
                    <a:pt x="471" y="25"/>
                    <a:pt x="0" y="1"/>
                  </a:cubicBezTo>
                  <a:close/>
                </a:path>
              </a:pathLst>
            </a:cu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81" name="Google Shape;3781;p27"/>
            <p:cNvSpPr/>
            <p:nvPr/>
          </p:nvSpPr>
          <p:spPr>
            <a:xfrm>
              <a:off x="4821840" y="2361875"/>
              <a:ext cx="41695" cy="46642"/>
            </a:xfrm>
            <a:custGeom>
              <a:rect b="b" l="l" r="r" t="t"/>
              <a:pathLst>
                <a:path extrusionOk="0" h="1452" w="1298">
                  <a:moveTo>
                    <a:pt x="1298" y="1"/>
                  </a:moveTo>
                  <a:cubicBezTo>
                    <a:pt x="827" y="25"/>
                    <a:pt x="399" y="79"/>
                    <a:pt x="35" y="147"/>
                  </a:cubicBezTo>
                  <a:cubicBezTo>
                    <a:pt x="11" y="335"/>
                    <a:pt x="0" y="529"/>
                    <a:pt x="0" y="726"/>
                  </a:cubicBezTo>
                  <a:cubicBezTo>
                    <a:pt x="0" y="923"/>
                    <a:pt x="13" y="1117"/>
                    <a:pt x="35" y="1305"/>
                  </a:cubicBezTo>
                  <a:cubicBezTo>
                    <a:pt x="399" y="1375"/>
                    <a:pt x="827" y="1427"/>
                    <a:pt x="1298" y="1451"/>
                  </a:cubicBezTo>
                  <a:cubicBezTo>
                    <a:pt x="1284" y="1218"/>
                    <a:pt x="1277" y="976"/>
                    <a:pt x="1277" y="726"/>
                  </a:cubicBezTo>
                  <a:cubicBezTo>
                    <a:pt x="1277" y="477"/>
                    <a:pt x="1284" y="234"/>
                    <a:pt x="1298" y="1"/>
                  </a:cubicBezTo>
                  <a:close/>
                </a:path>
              </a:pathLst>
            </a:cu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82" name="Google Shape;3782;p27"/>
            <p:cNvSpPr/>
            <p:nvPr/>
          </p:nvSpPr>
          <p:spPr>
            <a:xfrm>
              <a:off x="4863505" y="2408583"/>
              <a:ext cx="46642" cy="41695"/>
            </a:xfrm>
            <a:custGeom>
              <a:rect b="b" l="l" r="r" t="t"/>
              <a:pathLst>
                <a:path extrusionOk="0" h="1298" w="1452">
                  <a:moveTo>
                    <a:pt x="1" y="0"/>
                  </a:moveTo>
                  <a:lnTo>
                    <a:pt x="1" y="0"/>
                  </a:lnTo>
                  <a:cubicBezTo>
                    <a:pt x="25" y="471"/>
                    <a:pt x="79" y="899"/>
                    <a:pt x="147" y="1262"/>
                  </a:cubicBezTo>
                  <a:cubicBezTo>
                    <a:pt x="335" y="1286"/>
                    <a:pt x="529" y="1297"/>
                    <a:pt x="726" y="1297"/>
                  </a:cubicBezTo>
                  <a:cubicBezTo>
                    <a:pt x="923" y="1297"/>
                    <a:pt x="1117" y="1284"/>
                    <a:pt x="1305" y="1262"/>
                  </a:cubicBezTo>
                  <a:cubicBezTo>
                    <a:pt x="1376" y="899"/>
                    <a:pt x="1426" y="471"/>
                    <a:pt x="1451" y="0"/>
                  </a:cubicBezTo>
                  <a:lnTo>
                    <a:pt x="1451" y="0"/>
                  </a:lnTo>
                  <a:cubicBezTo>
                    <a:pt x="1218" y="12"/>
                    <a:pt x="976" y="19"/>
                    <a:pt x="726" y="19"/>
                  </a:cubicBezTo>
                  <a:cubicBezTo>
                    <a:pt x="477" y="19"/>
                    <a:pt x="234" y="12"/>
                    <a:pt x="1" y="0"/>
                  </a:cubicBezTo>
                  <a:close/>
                </a:path>
              </a:pathLst>
            </a:custGeom>
            <a:solidFill>
              <a:schemeClr val="l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83" name="Google Shape;3783;p27"/>
            <p:cNvSpPr/>
            <p:nvPr/>
          </p:nvSpPr>
          <p:spPr>
            <a:xfrm>
              <a:off x="4830031" y="2189016"/>
              <a:ext cx="115256" cy="16929"/>
            </a:xfrm>
            <a:custGeom>
              <a:rect b="b" l="l" r="r" t="t"/>
              <a:pathLst>
                <a:path extrusionOk="0" h="527" w="3588">
                  <a:moveTo>
                    <a:pt x="232" y="1"/>
                  </a:moveTo>
                  <a:lnTo>
                    <a:pt x="52" y="28"/>
                  </a:lnTo>
                  <a:cubicBezTo>
                    <a:pt x="0" y="28"/>
                    <a:pt x="3" y="121"/>
                    <a:pt x="3" y="121"/>
                  </a:cubicBezTo>
                  <a:cubicBezTo>
                    <a:pt x="3" y="380"/>
                    <a:pt x="181" y="512"/>
                    <a:pt x="437" y="512"/>
                  </a:cubicBezTo>
                  <a:lnTo>
                    <a:pt x="3075" y="526"/>
                  </a:lnTo>
                  <a:cubicBezTo>
                    <a:pt x="3266" y="526"/>
                    <a:pt x="3547" y="282"/>
                    <a:pt x="3548" y="282"/>
                  </a:cubicBezTo>
                  <a:cubicBezTo>
                    <a:pt x="3548" y="280"/>
                    <a:pt x="3551" y="279"/>
                    <a:pt x="3551" y="276"/>
                  </a:cubicBezTo>
                  <a:cubicBezTo>
                    <a:pt x="3574" y="221"/>
                    <a:pt x="3587" y="160"/>
                    <a:pt x="3587" y="95"/>
                  </a:cubicBezTo>
                  <a:cubicBezTo>
                    <a:pt x="3587" y="43"/>
                    <a:pt x="3543" y="1"/>
                    <a:pt x="3493" y="1"/>
                  </a:cubicBezTo>
                  <a:close/>
                </a:path>
              </a:pathLst>
            </a:cu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84" name="Google Shape;3784;p27"/>
            <p:cNvSpPr/>
            <p:nvPr/>
          </p:nvSpPr>
          <p:spPr>
            <a:xfrm>
              <a:off x="4828425" y="2189113"/>
              <a:ext cx="115609" cy="18021"/>
            </a:xfrm>
            <a:custGeom>
              <a:rect b="b" l="l" r="r" t="t"/>
              <a:pathLst>
                <a:path extrusionOk="0" h="561" w="3599">
                  <a:moveTo>
                    <a:pt x="95" y="1"/>
                  </a:moveTo>
                  <a:cubicBezTo>
                    <a:pt x="44" y="1"/>
                    <a:pt x="1" y="43"/>
                    <a:pt x="1" y="95"/>
                  </a:cubicBezTo>
                  <a:cubicBezTo>
                    <a:pt x="1" y="351"/>
                    <a:pt x="209" y="561"/>
                    <a:pt x="469" y="561"/>
                  </a:cubicBezTo>
                  <a:lnTo>
                    <a:pt x="3171" y="561"/>
                  </a:lnTo>
                  <a:cubicBezTo>
                    <a:pt x="3364" y="561"/>
                    <a:pt x="3526" y="445"/>
                    <a:pt x="3598" y="282"/>
                  </a:cubicBezTo>
                  <a:lnTo>
                    <a:pt x="515" y="279"/>
                  </a:lnTo>
                  <a:cubicBezTo>
                    <a:pt x="385" y="279"/>
                    <a:pt x="282" y="174"/>
                    <a:pt x="282" y="46"/>
                  </a:cubicBezTo>
                  <a:lnTo>
                    <a:pt x="282" y="1"/>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85" name="Google Shape;3785;p27"/>
            <p:cNvSpPr/>
            <p:nvPr/>
          </p:nvSpPr>
          <p:spPr>
            <a:xfrm>
              <a:off x="4990331" y="2440611"/>
              <a:ext cx="45742" cy="44972"/>
            </a:xfrm>
            <a:custGeom>
              <a:rect b="b" l="l" r="r" t="t"/>
              <a:pathLst>
                <a:path extrusionOk="0" h="1400" w="1424">
                  <a:moveTo>
                    <a:pt x="694" y="0"/>
                  </a:moveTo>
                  <a:cubicBezTo>
                    <a:pt x="672" y="0"/>
                    <a:pt x="649" y="11"/>
                    <a:pt x="636" y="34"/>
                  </a:cubicBezTo>
                  <a:lnTo>
                    <a:pt x="546" y="195"/>
                  </a:lnTo>
                  <a:cubicBezTo>
                    <a:pt x="503" y="273"/>
                    <a:pt x="446" y="347"/>
                    <a:pt x="382" y="410"/>
                  </a:cubicBezTo>
                  <a:cubicBezTo>
                    <a:pt x="319" y="474"/>
                    <a:pt x="287" y="526"/>
                    <a:pt x="207" y="569"/>
                  </a:cubicBezTo>
                  <a:lnTo>
                    <a:pt x="47" y="659"/>
                  </a:lnTo>
                  <a:cubicBezTo>
                    <a:pt x="0" y="685"/>
                    <a:pt x="0" y="750"/>
                    <a:pt x="47" y="776"/>
                  </a:cubicBezTo>
                  <a:lnTo>
                    <a:pt x="207" y="866"/>
                  </a:lnTo>
                  <a:cubicBezTo>
                    <a:pt x="365" y="955"/>
                    <a:pt x="456" y="1047"/>
                    <a:pt x="546" y="1205"/>
                  </a:cubicBezTo>
                  <a:lnTo>
                    <a:pt x="636" y="1366"/>
                  </a:lnTo>
                  <a:cubicBezTo>
                    <a:pt x="649" y="1388"/>
                    <a:pt x="672" y="1399"/>
                    <a:pt x="694" y="1399"/>
                  </a:cubicBezTo>
                  <a:cubicBezTo>
                    <a:pt x="717" y="1399"/>
                    <a:pt x="739" y="1388"/>
                    <a:pt x="752" y="1366"/>
                  </a:cubicBezTo>
                  <a:lnTo>
                    <a:pt x="843" y="1205"/>
                  </a:lnTo>
                  <a:cubicBezTo>
                    <a:pt x="889" y="1121"/>
                    <a:pt x="961" y="1060"/>
                    <a:pt x="1028" y="1004"/>
                  </a:cubicBezTo>
                  <a:cubicBezTo>
                    <a:pt x="1089" y="955"/>
                    <a:pt x="1142" y="908"/>
                    <a:pt x="1216" y="866"/>
                  </a:cubicBezTo>
                  <a:lnTo>
                    <a:pt x="1378" y="775"/>
                  </a:lnTo>
                  <a:cubicBezTo>
                    <a:pt x="1423" y="750"/>
                    <a:pt x="1423" y="685"/>
                    <a:pt x="1378" y="659"/>
                  </a:cubicBezTo>
                  <a:lnTo>
                    <a:pt x="1216" y="569"/>
                  </a:lnTo>
                  <a:cubicBezTo>
                    <a:pt x="1060" y="481"/>
                    <a:pt x="930" y="352"/>
                    <a:pt x="843" y="195"/>
                  </a:cubicBezTo>
                  <a:lnTo>
                    <a:pt x="752" y="34"/>
                  </a:lnTo>
                  <a:cubicBezTo>
                    <a:pt x="739" y="11"/>
                    <a:pt x="717" y="0"/>
                    <a:pt x="694" y="0"/>
                  </a:cubicBez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86" name="Google Shape;3786;p27"/>
            <p:cNvSpPr/>
            <p:nvPr/>
          </p:nvSpPr>
          <p:spPr>
            <a:xfrm>
              <a:off x="4989206" y="2453782"/>
              <a:ext cx="34210" cy="32958"/>
            </a:xfrm>
            <a:custGeom>
              <a:rect b="b" l="l" r="r" t="t"/>
              <a:pathLst>
                <a:path extrusionOk="0" h="1026" w="1065">
                  <a:moveTo>
                    <a:pt x="417" y="0"/>
                  </a:moveTo>
                  <a:cubicBezTo>
                    <a:pt x="355" y="62"/>
                    <a:pt x="284" y="116"/>
                    <a:pt x="206" y="159"/>
                  </a:cubicBezTo>
                  <a:lnTo>
                    <a:pt x="45" y="251"/>
                  </a:lnTo>
                  <a:cubicBezTo>
                    <a:pt x="0" y="275"/>
                    <a:pt x="0" y="340"/>
                    <a:pt x="45" y="366"/>
                  </a:cubicBezTo>
                  <a:lnTo>
                    <a:pt x="206" y="456"/>
                  </a:lnTo>
                  <a:cubicBezTo>
                    <a:pt x="364" y="543"/>
                    <a:pt x="493" y="673"/>
                    <a:pt x="581" y="831"/>
                  </a:cubicBezTo>
                  <a:lnTo>
                    <a:pt x="671" y="992"/>
                  </a:lnTo>
                  <a:cubicBezTo>
                    <a:pt x="684" y="1014"/>
                    <a:pt x="707" y="1026"/>
                    <a:pt x="729" y="1026"/>
                  </a:cubicBezTo>
                  <a:cubicBezTo>
                    <a:pt x="752" y="1026"/>
                    <a:pt x="774" y="1014"/>
                    <a:pt x="787" y="992"/>
                  </a:cubicBezTo>
                  <a:lnTo>
                    <a:pt x="878" y="831"/>
                  </a:lnTo>
                  <a:cubicBezTo>
                    <a:pt x="927" y="740"/>
                    <a:pt x="989" y="660"/>
                    <a:pt x="1065" y="592"/>
                  </a:cubicBezTo>
                  <a:cubicBezTo>
                    <a:pt x="763" y="513"/>
                    <a:pt x="523" y="288"/>
                    <a:pt x="417"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87" name="Google Shape;3787;p27"/>
            <p:cNvSpPr/>
            <p:nvPr/>
          </p:nvSpPr>
          <p:spPr>
            <a:xfrm>
              <a:off x="4975778" y="2222779"/>
              <a:ext cx="32155" cy="31673"/>
            </a:xfrm>
            <a:custGeom>
              <a:rect b="b" l="l" r="r" t="t"/>
              <a:pathLst>
                <a:path extrusionOk="0" h="986" w="1001">
                  <a:moveTo>
                    <a:pt x="481" y="0"/>
                  </a:moveTo>
                  <a:cubicBezTo>
                    <a:pt x="465" y="0"/>
                    <a:pt x="449" y="9"/>
                    <a:pt x="440" y="25"/>
                  </a:cubicBezTo>
                  <a:lnTo>
                    <a:pt x="377" y="140"/>
                  </a:lnTo>
                  <a:cubicBezTo>
                    <a:pt x="343" y="196"/>
                    <a:pt x="306" y="248"/>
                    <a:pt x="261" y="293"/>
                  </a:cubicBezTo>
                  <a:cubicBezTo>
                    <a:pt x="216" y="338"/>
                    <a:pt x="203" y="377"/>
                    <a:pt x="146" y="408"/>
                  </a:cubicBezTo>
                  <a:lnTo>
                    <a:pt x="32" y="470"/>
                  </a:lnTo>
                  <a:cubicBezTo>
                    <a:pt x="0" y="489"/>
                    <a:pt x="0" y="536"/>
                    <a:pt x="32" y="554"/>
                  </a:cubicBezTo>
                  <a:lnTo>
                    <a:pt x="146" y="618"/>
                  </a:lnTo>
                  <a:cubicBezTo>
                    <a:pt x="259" y="681"/>
                    <a:pt x="314" y="735"/>
                    <a:pt x="377" y="848"/>
                  </a:cubicBezTo>
                  <a:lnTo>
                    <a:pt x="440" y="961"/>
                  </a:lnTo>
                  <a:cubicBezTo>
                    <a:pt x="449" y="977"/>
                    <a:pt x="465" y="986"/>
                    <a:pt x="481" y="986"/>
                  </a:cubicBezTo>
                  <a:cubicBezTo>
                    <a:pt x="498" y="986"/>
                    <a:pt x="514" y="977"/>
                    <a:pt x="523" y="961"/>
                  </a:cubicBezTo>
                  <a:lnTo>
                    <a:pt x="586" y="848"/>
                  </a:lnTo>
                  <a:cubicBezTo>
                    <a:pt x="623" y="784"/>
                    <a:pt x="667" y="764"/>
                    <a:pt x="720" y="715"/>
                  </a:cubicBezTo>
                  <a:cubicBezTo>
                    <a:pt x="760" y="677"/>
                    <a:pt x="805" y="645"/>
                    <a:pt x="854" y="618"/>
                  </a:cubicBezTo>
                  <a:lnTo>
                    <a:pt x="967" y="554"/>
                  </a:lnTo>
                  <a:cubicBezTo>
                    <a:pt x="1000" y="536"/>
                    <a:pt x="1000" y="489"/>
                    <a:pt x="967" y="470"/>
                  </a:cubicBezTo>
                  <a:lnTo>
                    <a:pt x="854" y="408"/>
                  </a:lnTo>
                  <a:cubicBezTo>
                    <a:pt x="741" y="344"/>
                    <a:pt x="650" y="251"/>
                    <a:pt x="586" y="140"/>
                  </a:cubicBezTo>
                  <a:lnTo>
                    <a:pt x="523" y="25"/>
                  </a:lnTo>
                  <a:cubicBezTo>
                    <a:pt x="514" y="9"/>
                    <a:pt x="498" y="0"/>
                    <a:pt x="481" y="0"/>
                  </a:cubicBezTo>
                  <a:close/>
                </a:path>
              </a:pathLst>
            </a:cu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88" name="Google Shape;3788;p27"/>
            <p:cNvSpPr/>
            <p:nvPr/>
          </p:nvSpPr>
          <p:spPr>
            <a:xfrm>
              <a:off x="4974558" y="2232127"/>
              <a:ext cx="24477" cy="23610"/>
            </a:xfrm>
            <a:custGeom>
              <a:rect b="b" l="l" r="r" t="t"/>
              <a:pathLst>
                <a:path extrusionOk="0" h="735" w="762">
                  <a:moveTo>
                    <a:pt x="299" y="1"/>
                  </a:moveTo>
                  <a:cubicBezTo>
                    <a:pt x="254" y="46"/>
                    <a:pt x="203" y="83"/>
                    <a:pt x="147" y="114"/>
                  </a:cubicBezTo>
                  <a:lnTo>
                    <a:pt x="32" y="179"/>
                  </a:lnTo>
                  <a:cubicBezTo>
                    <a:pt x="0" y="198"/>
                    <a:pt x="0" y="244"/>
                    <a:pt x="32" y="263"/>
                  </a:cubicBezTo>
                  <a:lnTo>
                    <a:pt x="147" y="328"/>
                  </a:lnTo>
                  <a:cubicBezTo>
                    <a:pt x="258" y="392"/>
                    <a:pt x="351" y="484"/>
                    <a:pt x="415" y="596"/>
                  </a:cubicBezTo>
                  <a:lnTo>
                    <a:pt x="480" y="710"/>
                  </a:lnTo>
                  <a:cubicBezTo>
                    <a:pt x="488" y="726"/>
                    <a:pt x="505" y="734"/>
                    <a:pt x="521" y="734"/>
                  </a:cubicBezTo>
                  <a:cubicBezTo>
                    <a:pt x="537" y="734"/>
                    <a:pt x="553" y="726"/>
                    <a:pt x="562" y="710"/>
                  </a:cubicBezTo>
                  <a:lnTo>
                    <a:pt x="627" y="596"/>
                  </a:lnTo>
                  <a:cubicBezTo>
                    <a:pt x="663" y="532"/>
                    <a:pt x="710" y="474"/>
                    <a:pt x="762" y="426"/>
                  </a:cubicBezTo>
                  <a:cubicBezTo>
                    <a:pt x="548" y="368"/>
                    <a:pt x="374" y="209"/>
                    <a:pt x="299"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89" name="Google Shape;3789;p27"/>
            <p:cNvSpPr/>
            <p:nvPr/>
          </p:nvSpPr>
          <p:spPr>
            <a:xfrm>
              <a:off x="4747601" y="2429368"/>
              <a:ext cx="32187" cy="31673"/>
            </a:xfrm>
            <a:custGeom>
              <a:rect b="b" l="l" r="r" t="t"/>
              <a:pathLst>
                <a:path extrusionOk="0" h="986" w="1002">
                  <a:moveTo>
                    <a:pt x="482" y="1"/>
                  </a:moveTo>
                  <a:cubicBezTo>
                    <a:pt x="465" y="1"/>
                    <a:pt x="449" y="9"/>
                    <a:pt x="440" y="25"/>
                  </a:cubicBezTo>
                  <a:lnTo>
                    <a:pt x="376" y="139"/>
                  </a:lnTo>
                  <a:cubicBezTo>
                    <a:pt x="344" y="196"/>
                    <a:pt x="306" y="248"/>
                    <a:pt x="262" y="293"/>
                  </a:cubicBezTo>
                  <a:cubicBezTo>
                    <a:pt x="215" y="339"/>
                    <a:pt x="204" y="377"/>
                    <a:pt x="147" y="407"/>
                  </a:cubicBezTo>
                  <a:lnTo>
                    <a:pt x="33" y="471"/>
                  </a:lnTo>
                  <a:cubicBezTo>
                    <a:pt x="1" y="490"/>
                    <a:pt x="1" y="536"/>
                    <a:pt x="33" y="553"/>
                  </a:cubicBezTo>
                  <a:lnTo>
                    <a:pt x="147" y="617"/>
                  </a:lnTo>
                  <a:cubicBezTo>
                    <a:pt x="259" y="681"/>
                    <a:pt x="315" y="734"/>
                    <a:pt x="377" y="847"/>
                  </a:cubicBezTo>
                  <a:lnTo>
                    <a:pt x="440" y="961"/>
                  </a:lnTo>
                  <a:cubicBezTo>
                    <a:pt x="449" y="977"/>
                    <a:pt x="465" y="985"/>
                    <a:pt x="482" y="985"/>
                  </a:cubicBezTo>
                  <a:cubicBezTo>
                    <a:pt x="498" y="985"/>
                    <a:pt x="514" y="977"/>
                    <a:pt x="524" y="961"/>
                  </a:cubicBezTo>
                  <a:lnTo>
                    <a:pt x="587" y="847"/>
                  </a:lnTo>
                  <a:cubicBezTo>
                    <a:pt x="623" y="783"/>
                    <a:pt x="668" y="763"/>
                    <a:pt x="720" y="715"/>
                  </a:cubicBezTo>
                  <a:cubicBezTo>
                    <a:pt x="761" y="676"/>
                    <a:pt x="806" y="644"/>
                    <a:pt x="855" y="617"/>
                  </a:cubicBezTo>
                  <a:lnTo>
                    <a:pt x="968" y="553"/>
                  </a:lnTo>
                  <a:cubicBezTo>
                    <a:pt x="1001" y="536"/>
                    <a:pt x="1001" y="488"/>
                    <a:pt x="968" y="471"/>
                  </a:cubicBezTo>
                  <a:lnTo>
                    <a:pt x="855" y="407"/>
                  </a:lnTo>
                  <a:cubicBezTo>
                    <a:pt x="742" y="343"/>
                    <a:pt x="650" y="252"/>
                    <a:pt x="587" y="139"/>
                  </a:cubicBezTo>
                  <a:lnTo>
                    <a:pt x="524" y="25"/>
                  </a:lnTo>
                  <a:cubicBezTo>
                    <a:pt x="514" y="9"/>
                    <a:pt x="498" y="1"/>
                    <a:pt x="482" y="1"/>
                  </a:cubicBezTo>
                  <a:close/>
                </a:path>
              </a:pathLst>
            </a:cu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90" name="Google Shape;3790;p27"/>
            <p:cNvSpPr/>
            <p:nvPr/>
          </p:nvSpPr>
          <p:spPr>
            <a:xfrm>
              <a:off x="4746348" y="2438716"/>
              <a:ext cx="24542" cy="23610"/>
            </a:xfrm>
            <a:custGeom>
              <a:rect b="b" l="l" r="r" t="t"/>
              <a:pathLst>
                <a:path extrusionOk="0" h="735" w="764">
                  <a:moveTo>
                    <a:pt x="299" y="0"/>
                  </a:moveTo>
                  <a:cubicBezTo>
                    <a:pt x="254" y="45"/>
                    <a:pt x="204" y="84"/>
                    <a:pt x="147" y="115"/>
                  </a:cubicBezTo>
                  <a:lnTo>
                    <a:pt x="34" y="180"/>
                  </a:lnTo>
                  <a:cubicBezTo>
                    <a:pt x="1" y="197"/>
                    <a:pt x="1" y="245"/>
                    <a:pt x="34" y="262"/>
                  </a:cubicBezTo>
                  <a:lnTo>
                    <a:pt x="147" y="327"/>
                  </a:lnTo>
                  <a:cubicBezTo>
                    <a:pt x="260" y="391"/>
                    <a:pt x="353" y="484"/>
                    <a:pt x="415" y="595"/>
                  </a:cubicBezTo>
                  <a:lnTo>
                    <a:pt x="482" y="710"/>
                  </a:lnTo>
                  <a:cubicBezTo>
                    <a:pt x="490" y="726"/>
                    <a:pt x="506" y="735"/>
                    <a:pt x="523" y="735"/>
                  </a:cubicBezTo>
                  <a:cubicBezTo>
                    <a:pt x="539" y="735"/>
                    <a:pt x="555" y="726"/>
                    <a:pt x="564" y="710"/>
                  </a:cubicBezTo>
                  <a:lnTo>
                    <a:pt x="629" y="595"/>
                  </a:lnTo>
                  <a:cubicBezTo>
                    <a:pt x="665" y="533"/>
                    <a:pt x="710" y="475"/>
                    <a:pt x="764" y="426"/>
                  </a:cubicBezTo>
                  <a:cubicBezTo>
                    <a:pt x="550" y="368"/>
                    <a:pt x="376" y="209"/>
                    <a:pt x="299"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91" name="Google Shape;3791;p27"/>
            <p:cNvSpPr/>
            <p:nvPr/>
          </p:nvSpPr>
          <p:spPr>
            <a:xfrm>
              <a:off x="4770538" y="2227244"/>
              <a:ext cx="50529" cy="49661"/>
            </a:xfrm>
            <a:custGeom>
              <a:rect b="b" l="l" r="r" t="t"/>
              <a:pathLst>
                <a:path extrusionOk="0" h="1546" w="1573">
                  <a:moveTo>
                    <a:pt x="770" y="0"/>
                  </a:moveTo>
                  <a:cubicBezTo>
                    <a:pt x="745" y="0"/>
                    <a:pt x="720" y="13"/>
                    <a:pt x="706" y="38"/>
                  </a:cubicBezTo>
                  <a:lnTo>
                    <a:pt x="606" y="216"/>
                  </a:lnTo>
                  <a:cubicBezTo>
                    <a:pt x="557" y="303"/>
                    <a:pt x="497" y="383"/>
                    <a:pt x="426" y="452"/>
                  </a:cubicBezTo>
                  <a:cubicBezTo>
                    <a:pt x="358" y="522"/>
                    <a:pt x="316" y="581"/>
                    <a:pt x="231" y="629"/>
                  </a:cubicBezTo>
                  <a:lnTo>
                    <a:pt x="54" y="728"/>
                  </a:lnTo>
                  <a:cubicBezTo>
                    <a:pt x="1" y="754"/>
                    <a:pt x="1" y="826"/>
                    <a:pt x="51" y="855"/>
                  </a:cubicBezTo>
                  <a:lnTo>
                    <a:pt x="229" y="955"/>
                  </a:lnTo>
                  <a:cubicBezTo>
                    <a:pt x="403" y="1052"/>
                    <a:pt x="507" y="1157"/>
                    <a:pt x="606" y="1331"/>
                  </a:cubicBezTo>
                  <a:lnTo>
                    <a:pt x="706" y="1508"/>
                  </a:lnTo>
                  <a:cubicBezTo>
                    <a:pt x="719" y="1533"/>
                    <a:pt x="743" y="1546"/>
                    <a:pt x="768" y="1546"/>
                  </a:cubicBezTo>
                  <a:cubicBezTo>
                    <a:pt x="793" y="1546"/>
                    <a:pt x="819" y="1533"/>
                    <a:pt x="833" y="1508"/>
                  </a:cubicBezTo>
                  <a:lnTo>
                    <a:pt x="933" y="1331"/>
                  </a:lnTo>
                  <a:cubicBezTo>
                    <a:pt x="988" y="1233"/>
                    <a:pt x="1057" y="1182"/>
                    <a:pt x="1140" y="1107"/>
                  </a:cubicBezTo>
                  <a:cubicBezTo>
                    <a:pt x="1202" y="1049"/>
                    <a:pt x="1272" y="998"/>
                    <a:pt x="1346" y="956"/>
                  </a:cubicBezTo>
                  <a:lnTo>
                    <a:pt x="1522" y="856"/>
                  </a:lnTo>
                  <a:cubicBezTo>
                    <a:pt x="1573" y="829"/>
                    <a:pt x="1573" y="756"/>
                    <a:pt x="1522" y="728"/>
                  </a:cubicBezTo>
                  <a:lnTo>
                    <a:pt x="1346" y="629"/>
                  </a:lnTo>
                  <a:cubicBezTo>
                    <a:pt x="1172" y="531"/>
                    <a:pt x="1028" y="387"/>
                    <a:pt x="933" y="216"/>
                  </a:cubicBezTo>
                  <a:lnTo>
                    <a:pt x="833" y="38"/>
                  </a:lnTo>
                  <a:cubicBezTo>
                    <a:pt x="820" y="13"/>
                    <a:pt x="795" y="0"/>
                    <a:pt x="770" y="0"/>
                  </a:cubicBezTo>
                  <a:close/>
                </a:path>
              </a:pathLst>
            </a:custGeom>
            <a:solidFill>
              <a:schemeClr val="l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92" name="Google Shape;3792;p27"/>
            <p:cNvSpPr/>
            <p:nvPr/>
          </p:nvSpPr>
          <p:spPr>
            <a:xfrm>
              <a:off x="4769285" y="2241732"/>
              <a:ext cx="37744" cy="36331"/>
            </a:xfrm>
            <a:custGeom>
              <a:rect b="b" l="l" r="r" t="t"/>
              <a:pathLst>
                <a:path extrusionOk="0" h="1131" w="1175">
                  <a:moveTo>
                    <a:pt x="461" y="0"/>
                  </a:moveTo>
                  <a:cubicBezTo>
                    <a:pt x="393" y="69"/>
                    <a:pt x="313" y="129"/>
                    <a:pt x="228" y="175"/>
                  </a:cubicBezTo>
                  <a:lnTo>
                    <a:pt x="51" y="275"/>
                  </a:lnTo>
                  <a:cubicBezTo>
                    <a:pt x="1" y="304"/>
                    <a:pt x="1" y="376"/>
                    <a:pt x="51" y="404"/>
                  </a:cubicBezTo>
                  <a:lnTo>
                    <a:pt x="228" y="504"/>
                  </a:lnTo>
                  <a:cubicBezTo>
                    <a:pt x="402" y="599"/>
                    <a:pt x="543" y="743"/>
                    <a:pt x="640" y="916"/>
                  </a:cubicBezTo>
                  <a:lnTo>
                    <a:pt x="740" y="1093"/>
                  </a:lnTo>
                  <a:cubicBezTo>
                    <a:pt x="755" y="1118"/>
                    <a:pt x="780" y="1131"/>
                    <a:pt x="805" y="1131"/>
                  </a:cubicBezTo>
                  <a:cubicBezTo>
                    <a:pt x="830" y="1131"/>
                    <a:pt x="855" y="1118"/>
                    <a:pt x="869" y="1093"/>
                  </a:cubicBezTo>
                  <a:lnTo>
                    <a:pt x="969" y="916"/>
                  </a:lnTo>
                  <a:cubicBezTo>
                    <a:pt x="1023" y="818"/>
                    <a:pt x="1094" y="730"/>
                    <a:pt x="1175" y="653"/>
                  </a:cubicBezTo>
                  <a:cubicBezTo>
                    <a:pt x="843" y="563"/>
                    <a:pt x="580" y="317"/>
                    <a:pt x="461"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3793" name="Google Shape;3793;p27"/>
          <p:cNvGrpSpPr/>
          <p:nvPr/>
        </p:nvGrpSpPr>
        <p:grpSpPr>
          <a:xfrm>
            <a:off x="4107336" y="2242310"/>
            <a:ext cx="297850" cy="191232"/>
            <a:chOff x="4107336" y="2242310"/>
            <a:chExt cx="297850" cy="191232"/>
          </a:xfrm>
        </p:grpSpPr>
        <p:sp>
          <p:nvSpPr>
            <p:cNvPr id="3794" name="Google Shape;3794;p27"/>
            <p:cNvSpPr/>
            <p:nvPr/>
          </p:nvSpPr>
          <p:spPr>
            <a:xfrm>
              <a:off x="4109199" y="2334634"/>
              <a:ext cx="137838" cy="69674"/>
            </a:xfrm>
            <a:custGeom>
              <a:rect b="b" l="l" r="r" t="t"/>
              <a:pathLst>
                <a:path extrusionOk="0" h="2169" w="4291">
                  <a:moveTo>
                    <a:pt x="2981" y="0"/>
                  </a:moveTo>
                  <a:lnTo>
                    <a:pt x="2719" y="31"/>
                  </a:lnTo>
                  <a:lnTo>
                    <a:pt x="1131" y="189"/>
                  </a:lnTo>
                  <a:lnTo>
                    <a:pt x="1047" y="205"/>
                  </a:lnTo>
                  <a:cubicBezTo>
                    <a:pt x="418" y="267"/>
                    <a:pt x="1" y="921"/>
                    <a:pt x="1" y="1554"/>
                  </a:cubicBezTo>
                  <a:lnTo>
                    <a:pt x="2120" y="2057"/>
                  </a:lnTo>
                  <a:cubicBezTo>
                    <a:pt x="2433" y="2124"/>
                    <a:pt x="2751" y="2160"/>
                    <a:pt x="3071" y="2162"/>
                  </a:cubicBezTo>
                  <a:lnTo>
                    <a:pt x="4290" y="2169"/>
                  </a:lnTo>
                  <a:lnTo>
                    <a:pt x="2981" y="0"/>
                  </a:ln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95" name="Google Shape;3795;p27"/>
            <p:cNvSpPr/>
            <p:nvPr/>
          </p:nvSpPr>
          <p:spPr>
            <a:xfrm>
              <a:off x="4114499" y="2340673"/>
              <a:ext cx="31062" cy="24252"/>
            </a:xfrm>
            <a:custGeom>
              <a:rect b="b" l="l" r="r" t="t"/>
              <a:pathLst>
                <a:path extrusionOk="0" h="755" w="967">
                  <a:moveTo>
                    <a:pt x="966" y="1"/>
                  </a:moveTo>
                  <a:lnTo>
                    <a:pt x="890" y="6"/>
                  </a:lnTo>
                  <a:cubicBezTo>
                    <a:pt x="520" y="43"/>
                    <a:pt x="202" y="242"/>
                    <a:pt x="1" y="526"/>
                  </a:cubicBezTo>
                  <a:lnTo>
                    <a:pt x="2" y="706"/>
                  </a:lnTo>
                  <a:lnTo>
                    <a:pt x="218" y="755"/>
                  </a:lnTo>
                  <a:lnTo>
                    <a:pt x="250" y="583"/>
                  </a:lnTo>
                  <a:cubicBezTo>
                    <a:pt x="402" y="307"/>
                    <a:pt x="658" y="93"/>
                    <a:pt x="966" y="1"/>
                  </a:cubicBezTo>
                  <a:close/>
                </a:path>
              </a:pathLst>
            </a:custGeom>
            <a:solidFill>
              <a:srgbClr val="EAE2D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96" name="Google Shape;3796;p27"/>
            <p:cNvSpPr/>
            <p:nvPr/>
          </p:nvSpPr>
          <p:spPr>
            <a:xfrm>
              <a:off x="4108332" y="2386161"/>
              <a:ext cx="296748" cy="46449"/>
            </a:xfrm>
            <a:custGeom>
              <a:rect b="b" l="l" r="r" t="t"/>
              <a:pathLst>
                <a:path extrusionOk="0" h="1446" w="9238">
                  <a:moveTo>
                    <a:pt x="0" y="0"/>
                  </a:moveTo>
                  <a:lnTo>
                    <a:pt x="0" y="503"/>
                  </a:lnTo>
                  <a:cubicBezTo>
                    <a:pt x="0" y="687"/>
                    <a:pt x="123" y="875"/>
                    <a:pt x="303" y="915"/>
                  </a:cubicBezTo>
                  <a:lnTo>
                    <a:pt x="2114" y="1280"/>
                  </a:lnTo>
                  <a:cubicBezTo>
                    <a:pt x="2445" y="1352"/>
                    <a:pt x="2783" y="1390"/>
                    <a:pt x="3120" y="1390"/>
                  </a:cubicBezTo>
                  <a:lnTo>
                    <a:pt x="8730" y="1445"/>
                  </a:lnTo>
                  <a:cubicBezTo>
                    <a:pt x="8992" y="1441"/>
                    <a:pt x="9232" y="1351"/>
                    <a:pt x="9238" y="1195"/>
                  </a:cubicBezTo>
                  <a:lnTo>
                    <a:pt x="9238" y="1179"/>
                  </a:lnTo>
                  <a:lnTo>
                    <a:pt x="9238" y="619"/>
                  </a:lnTo>
                  <a:lnTo>
                    <a:pt x="9149" y="562"/>
                  </a:lnTo>
                  <a:lnTo>
                    <a:pt x="4686" y="563"/>
                  </a:lnTo>
                  <a:lnTo>
                    <a:pt x="3090" y="563"/>
                  </a:lnTo>
                  <a:cubicBezTo>
                    <a:pt x="2770" y="563"/>
                    <a:pt x="2451" y="532"/>
                    <a:pt x="2138" y="464"/>
                  </a:cubicBezTo>
                  <a:lnTo>
                    <a:pt x="0" y="0"/>
                  </a:ln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97" name="Google Shape;3797;p27"/>
            <p:cNvSpPr/>
            <p:nvPr/>
          </p:nvSpPr>
          <p:spPr>
            <a:xfrm>
              <a:off x="4107336" y="2385326"/>
              <a:ext cx="297647" cy="48216"/>
            </a:xfrm>
            <a:custGeom>
              <a:rect b="b" l="l" r="r" t="t"/>
              <a:pathLst>
                <a:path extrusionOk="0" h="1501" w="9266">
                  <a:moveTo>
                    <a:pt x="282" y="0"/>
                  </a:moveTo>
                  <a:lnTo>
                    <a:pt x="1" y="84"/>
                  </a:lnTo>
                  <a:lnTo>
                    <a:pt x="1" y="595"/>
                  </a:lnTo>
                  <a:cubicBezTo>
                    <a:pt x="1" y="779"/>
                    <a:pt x="130" y="938"/>
                    <a:pt x="309" y="979"/>
                  </a:cubicBezTo>
                  <a:lnTo>
                    <a:pt x="2140" y="1389"/>
                  </a:lnTo>
                  <a:cubicBezTo>
                    <a:pt x="2469" y="1464"/>
                    <a:pt x="2808" y="1500"/>
                    <a:pt x="3147" y="1500"/>
                  </a:cubicBezTo>
                  <a:lnTo>
                    <a:pt x="4570" y="1500"/>
                  </a:lnTo>
                  <a:lnTo>
                    <a:pt x="4616" y="1461"/>
                  </a:lnTo>
                  <a:lnTo>
                    <a:pt x="6792" y="1461"/>
                  </a:lnTo>
                  <a:lnTo>
                    <a:pt x="6840" y="1500"/>
                  </a:lnTo>
                  <a:lnTo>
                    <a:pt x="8970" y="1500"/>
                  </a:lnTo>
                  <a:cubicBezTo>
                    <a:pt x="9128" y="1500"/>
                    <a:pt x="9257" y="1377"/>
                    <a:pt x="9266" y="1219"/>
                  </a:cubicBezTo>
                  <a:lnTo>
                    <a:pt x="9266" y="1219"/>
                  </a:lnTo>
                  <a:lnTo>
                    <a:pt x="3642" y="1221"/>
                  </a:lnTo>
                  <a:cubicBezTo>
                    <a:pt x="2976" y="1221"/>
                    <a:pt x="2311" y="1158"/>
                    <a:pt x="1664" y="996"/>
                  </a:cubicBezTo>
                  <a:lnTo>
                    <a:pt x="354" y="669"/>
                  </a:lnTo>
                  <a:cubicBezTo>
                    <a:pt x="312" y="658"/>
                    <a:pt x="282" y="620"/>
                    <a:pt x="282" y="576"/>
                  </a:cubicBezTo>
                  <a:lnTo>
                    <a:pt x="282" y="0"/>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98" name="Google Shape;3798;p27"/>
            <p:cNvSpPr/>
            <p:nvPr/>
          </p:nvSpPr>
          <p:spPr>
            <a:xfrm>
              <a:off x="4224910" y="2295186"/>
              <a:ext cx="162829" cy="105458"/>
            </a:xfrm>
            <a:custGeom>
              <a:rect b="b" l="l" r="r" t="t"/>
              <a:pathLst>
                <a:path extrusionOk="0" h="3283" w="5069">
                  <a:moveTo>
                    <a:pt x="3139" y="1"/>
                  </a:moveTo>
                  <a:lnTo>
                    <a:pt x="0" y="1793"/>
                  </a:lnTo>
                  <a:lnTo>
                    <a:pt x="724" y="3283"/>
                  </a:lnTo>
                  <a:lnTo>
                    <a:pt x="5069" y="3283"/>
                  </a:lnTo>
                  <a:lnTo>
                    <a:pt x="5069" y="788"/>
                  </a:lnTo>
                  <a:lnTo>
                    <a:pt x="3139" y="1"/>
                  </a:lnTo>
                  <a:close/>
                </a:path>
              </a:pathLst>
            </a:cu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99" name="Google Shape;3799;p27"/>
            <p:cNvSpPr/>
            <p:nvPr/>
          </p:nvSpPr>
          <p:spPr>
            <a:xfrm>
              <a:off x="4229150" y="2358502"/>
              <a:ext cx="90553" cy="47573"/>
            </a:xfrm>
            <a:custGeom>
              <a:rect b="b" l="l" r="r" t="t"/>
              <a:pathLst>
                <a:path extrusionOk="0" h="1481" w="2819">
                  <a:moveTo>
                    <a:pt x="107" y="0"/>
                  </a:moveTo>
                  <a:lnTo>
                    <a:pt x="0" y="78"/>
                  </a:lnTo>
                  <a:lnTo>
                    <a:pt x="650" y="1451"/>
                  </a:lnTo>
                  <a:lnTo>
                    <a:pt x="727" y="1481"/>
                  </a:lnTo>
                  <a:lnTo>
                    <a:pt x="2645" y="1481"/>
                  </a:lnTo>
                  <a:lnTo>
                    <a:pt x="2716" y="1445"/>
                  </a:lnTo>
                  <a:lnTo>
                    <a:pt x="2819" y="1238"/>
                  </a:lnTo>
                  <a:lnTo>
                    <a:pt x="2765" y="1202"/>
                  </a:lnTo>
                  <a:lnTo>
                    <a:pt x="930" y="1202"/>
                  </a:lnTo>
                  <a:cubicBezTo>
                    <a:pt x="892" y="1200"/>
                    <a:pt x="860" y="1180"/>
                    <a:pt x="843" y="1149"/>
                  </a:cubicBezTo>
                  <a:lnTo>
                    <a:pt x="291" y="22"/>
                  </a:lnTo>
                  <a:lnTo>
                    <a:pt x="107" y="0"/>
                  </a:lnTo>
                  <a:close/>
                </a:path>
              </a:pathLst>
            </a:cu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800" name="Google Shape;3800;p27"/>
            <p:cNvSpPr/>
            <p:nvPr/>
          </p:nvSpPr>
          <p:spPr>
            <a:xfrm>
              <a:off x="4340300" y="2244912"/>
              <a:ext cx="64855" cy="74878"/>
            </a:xfrm>
            <a:custGeom>
              <a:rect b="b" l="l" r="r" t="t"/>
              <a:pathLst>
                <a:path extrusionOk="0" h="2331" w="2019">
                  <a:moveTo>
                    <a:pt x="683" y="1"/>
                  </a:moveTo>
                  <a:lnTo>
                    <a:pt x="310" y="76"/>
                  </a:lnTo>
                  <a:lnTo>
                    <a:pt x="0" y="1467"/>
                  </a:lnTo>
                  <a:lnTo>
                    <a:pt x="1797" y="2330"/>
                  </a:lnTo>
                  <a:lnTo>
                    <a:pt x="2018" y="1980"/>
                  </a:lnTo>
                  <a:lnTo>
                    <a:pt x="2018" y="589"/>
                  </a:lnTo>
                  <a:cubicBezTo>
                    <a:pt x="2018" y="337"/>
                    <a:pt x="1830" y="127"/>
                    <a:pt x="1579" y="101"/>
                  </a:cubicBezTo>
                  <a:lnTo>
                    <a:pt x="683" y="1"/>
                  </a:ln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801" name="Google Shape;3801;p27"/>
            <p:cNvSpPr/>
            <p:nvPr/>
          </p:nvSpPr>
          <p:spPr>
            <a:xfrm>
              <a:off x="4340300" y="2243948"/>
              <a:ext cx="64759" cy="75520"/>
            </a:xfrm>
            <a:custGeom>
              <a:rect b="b" l="l" r="r" t="t"/>
              <a:pathLst>
                <a:path extrusionOk="0" h="2351" w="2016">
                  <a:moveTo>
                    <a:pt x="423" y="0"/>
                  </a:moveTo>
                  <a:lnTo>
                    <a:pt x="314" y="47"/>
                  </a:lnTo>
                  <a:lnTo>
                    <a:pt x="0" y="1496"/>
                  </a:lnTo>
                  <a:lnTo>
                    <a:pt x="1921" y="2350"/>
                  </a:lnTo>
                  <a:lnTo>
                    <a:pt x="2015" y="2302"/>
                  </a:lnTo>
                  <a:lnTo>
                    <a:pt x="2015" y="2010"/>
                  </a:lnTo>
                  <a:lnTo>
                    <a:pt x="492" y="1279"/>
                  </a:lnTo>
                  <a:cubicBezTo>
                    <a:pt x="455" y="1261"/>
                    <a:pt x="433" y="1218"/>
                    <a:pt x="442" y="1176"/>
                  </a:cubicBezTo>
                  <a:lnTo>
                    <a:pt x="683" y="29"/>
                  </a:lnTo>
                  <a:lnTo>
                    <a:pt x="423" y="0"/>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802" name="Google Shape;3802;p27"/>
            <p:cNvSpPr/>
            <p:nvPr/>
          </p:nvSpPr>
          <p:spPr>
            <a:xfrm>
              <a:off x="4215273" y="2246390"/>
              <a:ext cx="113457" cy="107482"/>
            </a:xfrm>
            <a:custGeom>
              <a:rect b="b" l="l" r="r" t="t"/>
              <a:pathLst>
                <a:path extrusionOk="0" h="3346" w="3532">
                  <a:moveTo>
                    <a:pt x="2789" y="0"/>
                  </a:moveTo>
                  <a:cubicBezTo>
                    <a:pt x="2524" y="0"/>
                    <a:pt x="2277" y="189"/>
                    <a:pt x="2229" y="475"/>
                  </a:cubicBezTo>
                  <a:lnTo>
                    <a:pt x="2113" y="1158"/>
                  </a:lnTo>
                  <a:cubicBezTo>
                    <a:pt x="2075" y="1384"/>
                    <a:pt x="1931" y="1576"/>
                    <a:pt x="1722" y="1676"/>
                  </a:cubicBezTo>
                  <a:lnTo>
                    <a:pt x="186" y="2410"/>
                  </a:lnTo>
                  <a:lnTo>
                    <a:pt x="1" y="2672"/>
                  </a:lnTo>
                  <a:lnTo>
                    <a:pt x="348" y="3345"/>
                  </a:lnTo>
                  <a:lnTo>
                    <a:pt x="2042" y="2891"/>
                  </a:lnTo>
                  <a:cubicBezTo>
                    <a:pt x="2624" y="2736"/>
                    <a:pt x="3055" y="2286"/>
                    <a:pt x="3189" y="1699"/>
                  </a:cubicBezTo>
                  <a:lnTo>
                    <a:pt x="3532" y="305"/>
                  </a:lnTo>
                  <a:lnTo>
                    <a:pt x="3048" y="63"/>
                  </a:lnTo>
                  <a:cubicBezTo>
                    <a:pt x="2964" y="20"/>
                    <a:pt x="2876" y="0"/>
                    <a:pt x="2789" y="0"/>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803" name="Google Shape;3803;p27"/>
            <p:cNvSpPr/>
            <p:nvPr/>
          </p:nvSpPr>
          <p:spPr>
            <a:xfrm>
              <a:off x="4212638" y="2323744"/>
              <a:ext cx="21875" cy="31801"/>
            </a:xfrm>
            <a:custGeom>
              <a:rect b="b" l="l" r="r" t="t"/>
              <a:pathLst>
                <a:path extrusionOk="0" h="990" w="681">
                  <a:moveTo>
                    <a:pt x="270" y="1"/>
                  </a:moveTo>
                  <a:lnTo>
                    <a:pt x="39" y="112"/>
                  </a:lnTo>
                  <a:lnTo>
                    <a:pt x="0" y="218"/>
                  </a:lnTo>
                  <a:lnTo>
                    <a:pt x="406" y="989"/>
                  </a:lnTo>
                  <a:lnTo>
                    <a:pt x="662" y="888"/>
                  </a:lnTo>
                  <a:lnTo>
                    <a:pt x="681" y="848"/>
                  </a:lnTo>
                  <a:lnTo>
                    <a:pt x="270" y="1"/>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804" name="Google Shape;3804;p27"/>
            <p:cNvSpPr/>
            <p:nvPr/>
          </p:nvSpPr>
          <p:spPr>
            <a:xfrm>
              <a:off x="4240522" y="2300872"/>
              <a:ext cx="19980" cy="26854"/>
            </a:xfrm>
            <a:custGeom>
              <a:rect b="b" l="l" r="r" t="t"/>
              <a:pathLst>
                <a:path extrusionOk="0" h="836" w="622">
                  <a:moveTo>
                    <a:pt x="160" y="1"/>
                  </a:moveTo>
                  <a:cubicBezTo>
                    <a:pt x="137" y="1"/>
                    <a:pt x="115" y="6"/>
                    <a:pt x="94" y="18"/>
                  </a:cubicBezTo>
                  <a:cubicBezTo>
                    <a:pt x="24" y="55"/>
                    <a:pt x="1" y="138"/>
                    <a:pt x="37" y="207"/>
                  </a:cubicBezTo>
                  <a:lnTo>
                    <a:pt x="340" y="763"/>
                  </a:lnTo>
                  <a:cubicBezTo>
                    <a:pt x="364" y="808"/>
                    <a:pt x="413" y="836"/>
                    <a:pt x="463" y="836"/>
                  </a:cubicBezTo>
                  <a:cubicBezTo>
                    <a:pt x="486" y="836"/>
                    <a:pt x="508" y="830"/>
                    <a:pt x="529" y="820"/>
                  </a:cubicBezTo>
                  <a:cubicBezTo>
                    <a:pt x="597" y="781"/>
                    <a:pt x="622" y="698"/>
                    <a:pt x="586" y="629"/>
                  </a:cubicBezTo>
                  <a:lnTo>
                    <a:pt x="283" y="74"/>
                  </a:lnTo>
                  <a:cubicBezTo>
                    <a:pt x="257" y="27"/>
                    <a:pt x="209" y="1"/>
                    <a:pt x="160" y="1"/>
                  </a:cubicBezTo>
                  <a:close/>
                </a:path>
              </a:pathLst>
            </a:cu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805" name="Google Shape;3805;p27"/>
            <p:cNvSpPr/>
            <p:nvPr/>
          </p:nvSpPr>
          <p:spPr>
            <a:xfrm>
              <a:off x="4223850" y="2309770"/>
              <a:ext cx="17507" cy="23353"/>
            </a:xfrm>
            <a:custGeom>
              <a:rect b="b" l="l" r="r" t="t"/>
              <a:pathLst>
                <a:path extrusionOk="0" h="727" w="545">
                  <a:moveTo>
                    <a:pt x="159" y="1"/>
                  </a:moveTo>
                  <a:cubicBezTo>
                    <a:pt x="138" y="1"/>
                    <a:pt x="116" y="6"/>
                    <a:pt x="96" y="16"/>
                  </a:cubicBezTo>
                  <a:cubicBezTo>
                    <a:pt x="28" y="51"/>
                    <a:pt x="0" y="135"/>
                    <a:pt x="35" y="204"/>
                  </a:cubicBezTo>
                  <a:lnTo>
                    <a:pt x="261" y="651"/>
                  </a:lnTo>
                  <a:cubicBezTo>
                    <a:pt x="287" y="699"/>
                    <a:pt x="335" y="727"/>
                    <a:pt x="385" y="727"/>
                  </a:cubicBezTo>
                  <a:cubicBezTo>
                    <a:pt x="406" y="727"/>
                    <a:pt x="427" y="724"/>
                    <a:pt x="449" y="712"/>
                  </a:cubicBezTo>
                  <a:cubicBezTo>
                    <a:pt x="517" y="677"/>
                    <a:pt x="545" y="593"/>
                    <a:pt x="511" y="524"/>
                  </a:cubicBezTo>
                  <a:lnTo>
                    <a:pt x="284" y="77"/>
                  </a:lnTo>
                  <a:cubicBezTo>
                    <a:pt x="260" y="29"/>
                    <a:pt x="211" y="1"/>
                    <a:pt x="159" y="1"/>
                  </a:cubicBezTo>
                  <a:close/>
                </a:path>
              </a:pathLst>
            </a:cu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806" name="Google Shape;3806;p27"/>
            <p:cNvSpPr/>
            <p:nvPr/>
          </p:nvSpPr>
          <p:spPr>
            <a:xfrm>
              <a:off x="4257291" y="2292070"/>
              <a:ext cx="21169" cy="29649"/>
            </a:xfrm>
            <a:custGeom>
              <a:rect b="b" l="l" r="r" t="t"/>
              <a:pathLst>
                <a:path extrusionOk="0" h="923" w="659">
                  <a:moveTo>
                    <a:pt x="158" y="1"/>
                  </a:moveTo>
                  <a:cubicBezTo>
                    <a:pt x="137" y="1"/>
                    <a:pt x="115" y="6"/>
                    <a:pt x="94" y="17"/>
                  </a:cubicBezTo>
                  <a:cubicBezTo>
                    <a:pt x="28" y="53"/>
                    <a:pt x="0" y="135"/>
                    <a:pt x="36" y="205"/>
                  </a:cubicBezTo>
                  <a:lnTo>
                    <a:pt x="376" y="849"/>
                  </a:lnTo>
                  <a:cubicBezTo>
                    <a:pt x="400" y="895"/>
                    <a:pt x="449" y="923"/>
                    <a:pt x="499" y="923"/>
                  </a:cubicBezTo>
                  <a:cubicBezTo>
                    <a:pt x="521" y="923"/>
                    <a:pt x="544" y="919"/>
                    <a:pt x="565" y="907"/>
                  </a:cubicBezTo>
                  <a:cubicBezTo>
                    <a:pt x="631" y="871"/>
                    <a:pt x="659" y="787"/>
                    <a:pt x="623" y="719"/>
                  </a:cubicBezTo>
                  <a:lnTo>
                    <a:pt x="282" y="75"/>
                  </a:lnTo>
                  <a:cubicBezTo>
                    <a:pt x="257" y="28"/>
                    <a:pt x="208" y="1"/>
                    <a:pt x="158" y="1"/>
                  </a:cubicBezTo>
                  <a:close/>
                </a:path>
              </a:pathLst>
            </a:cu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807" name="Google Shape;3807;p27"/>
            <p:cNvSpPr/>
            <p:nvPr/>
          </p:nvSpPr>
          <p:spPr>
            <a:xfrm>
              <a:off x="4300144" y="2264732"/>
              <a:ext cx="9026" cy="8962"/>
            </a:xfrm>
            <a:custGeom>
              <a:rect b="b" l="l" r="r" t="t"/>
              <a:pathLst>
                <a:path extrusionOk="0" h="279" w="281">
                  <a:moveTo>
                    <a:pt x="141" y="1"/>
                  </a:moveTo>
                  <a:cubicBezTo>
                    <a:pt x="63" y="1"/>
                    <a:pt x="1" y="63"/>
                    <a:pt x="1" y="140"/>
                  </a:cubicBezTo>
                  <a:cubicBezTo>
                    <a:pt x="1" y="216"/>
                    <a:pt x="63" y="279"/>
                    <a:pt x="141" y="279"/>
                  </a:cubicBezTo>
                  <a:cubicBezTo>
                    <a:pt x="218" y="279"/>
                    <a:pt x="280" y="216"/>
                    <a:pt x="280" y="140"/>
                  </a:cubicBezTo>
                  <a:cubicBezTo>
                    <a:pt x="280" y="63"/>
                    <a:pt x="218" y="1"/>
                    <a:pt x="141"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808" name="Google Shape;3808;p27"/>
            <p:cNvSpPr/>
            <p:nvPr/>
          </p:nvSpPr>
          <p:spPr>
            <a:xfrm>
              <a:off x="4295551" y="2286223"/>
              <a:ext cx="8994" cy="8994"/>
            </a:xfrm>
            <a:custGeom>
              <a:rect b="b" l="l" r="r" t="t"/>
              <a:pathLst>
                <a:path extrusionOk="0" h="280" w="280">
                  <a:moveTo>
                    <a:pt x="141" y="0"/>
                  </a:moveTo>
                  <a:cubicBezTo>
                    <a:pt x="64" y="0"/>
                    <a:pt x="0" y="64"/>
                    <a:pt x="0" y="141"/>
                  </a:cubicBezTo>
                  <a:cubicBezTo>
                    <a:pt x="0" y="218"/>
                    <a:pt x="64" y="280"/>
                    <a:pt x="141" y="280"/>
                  </a:cubicBezTo>
                  <a:cubicBezTo>
                    <a:pt x="218" y="280"/>
                    <a:pt x="280" y="218"/>
                    <a:pt x="280" y="141"/>
                  </a:cubicBezTo>
                  <a:cubicBezTo>
                    <a:pt x="280" y="64"/>
                    <a:pt x="218" y="0"/>
                    <a:pt x="141"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809" name="Google Shape;3809;p27"/>
            <p:cNvSpPr/>
            <p:nvPr/>
          </p:nvSpPr>
          <p:spPr>
            <a:xfrm>
              <a:off x="4303646" y="2324162"/>
              <a:ext cx="44297" cy="49918"/>
            </a:xfrm>
            <a:custGeom>
              <a:rect b="b" l="l" r="r" t="t"/>
              <a:pathLst>
                <a:path extrusionOk="0" h="1554" w="1379">
                  <a:moveTo>
                    <a:pt x="203" y="1"/>
                  </a:moveTo>
                  <a:cubicBezTo>
                    <a:pt x="171" y="1"/>
                    <a:pt x="158" y="124"/>
                    <a:pt x="107" y="164"/>
                  </a:cubicBezTo>
                  <a:cubicBezTo>
                    <a:pt x="48" y="213"/>
                    <a:pt x="0" y="183"/>
                    <a:pt x="50" y="242"/>
                  </a:cubicBezTo>
                  <a:lnTo>
                    <a:pt x="1105" y="1538"/>
                  </a:lnTo>
                  <a:cubicBezTo>
                    <a:pt x="1114" y="1550"/>
                    <a:pt x="1120" y="1553"/>
                    <a:pt x="1126" y="1553"/>
                  </a:cubicBezTo>
                  <a:cubicBezTo>
                    <a:pt x="1137" y="1553"/>
                    <a:pt x="1145" y="1538"/>
                    <a:pt x="1171" y="1538"/>
                  </a:cubicBezTo>
                  <a:cubicBezTo>
                    <a:pt x="1202" y="1538"/>
                    <a:pt x="1234" y="1529"/>
                    <a:pt x="1260" y="1508"/>
                  </a:cubicBezTo>
                  <a:cubicBezTo>
                    <a:pt x="1321" y="1458"/>
                    <a:pt x="1379" y="1429"/>
                    <a:pt x="1329" y="1370"/>
                  </a:cubicBezTo>
                  <a:lnTo>
                    <a:pt x="223" y="14"/>
                  </a:lnTo>
                  <a:cubicBezTo>
                    <a:pt x="216" y="5"/>
                    <a:pt x="209" y="1"/>
                    <a:pt x="203" y="1"/>
                  </a:cubicBezTo>
                  <a:close/>
                </a:path>
              </a:pathLst>
            </a:cu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810" name="Google Shape;3810;p27"/>
            <p:cNvSpPr/>
            <p:nvPr/>
          </p:nvSpPr>
          <p:spPr>
            <a:xfrm>
              <a:off x="4227608" y="2299137"/>
              <a:ext cx="95275" cy="61322"/>
            </a:xfrm>
            <a:custGeom>
              <a:rect b="b" l="l" r="r" t="t"/>
              <a:pathLst>
                <a:path extrusionOk="0" h="1909" w="2966">
                  <a:moveTo>
                    <a:pt x="2835" y="1"/>
                  </a:moveTo>
                  <a:lnTo>
                    <a:pt x="2770" y="60"/>
                  </a:lnTo>
                  <a:lnTo>
                    <a:pt x="2768" y="72"/>
                  </a:lnTo>
                  <a:cubicBezTo>
                    <a:pt x="2648" y="609"/>
                    <a:pt x="2214" y="1063"/>
                    <a:pt x="1680" y="1205"/>
                  </a:cubicBezTo>
                  <a:lnTo>
                    <a:pt x="213" y="1614"/>
                  </a:lnTo>
                  <a:lnTo>
                    <a:pt x="0" y="1696"/>
                  </a:lnTo>
                  <a:lnTo>
                    <a:pt x="97" y="1909"/>
                  </a:lnTo>
                  <a:lnTo>
                    <a:pt x="338" y="1868"/>
                  </a:lnTo>
                  <a:lnTo>
                    <a:pt x="1759" y="1485"/>
                  </a:lnTo>
                  <a:cubicBezTo>
                    <a:pt x="2321" y="1334"/>
                    <a:pt x="2764" y="923"/>
                    <a:pt x="2958" y="386"/>
                  </a:cubicBezTo>
                  <a:cubicBezTo>
                    <a:pt x="2958" y="386"/>
                    <a:pt x="2949" y="208"/>
                    <a:pt x="2965" y="133"/>
                  </a:cubicBezTo>
                  <a:lnTo>
                    <a:pt x="2835" y="1"/>
                  </a:lnTo>
                  <a:close/>
                </a:path>
              </a:pathLst>
            </a:cu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811" name="Google Shape;3811;p27"/>
            <p:cNvSpPr/>
            <p:nvPr/>
          </p:nvSpPr>
          <p:spPr>
            <a:xfrm>
              <a:off x="4316624" y="2278738"/>
              <a:ext cx="9701" cy="32893"/>
            </a:xfrm>
            <a:custGeom>
              <a:rect b="b" l="l" r="r" t="t"/>
              <a:pathLst>
                <a:path extrusionOk="0" h="1024" w="302">
                  <a:moveTo>
                    <a:pt x="158" y="0"/>
                  </a:moveTo>
                  <a:lnTo>
                    <a:pt x="0" y="698"/>
                  </a:lnTo>
                  <a:cubicBezTo>
                    <a:pt x="41" y="817"/>
                    <a:pt x="106" y="927"/>
                    <a:pt x="188" y="1024"/>
                  </a:cubicBezTo>
                  <a:cubicBezTo>
                    <a:pt x="214" y="953"/>
                    <a:pt x="236" y="882"/>
                    <a:pt x="252" y="808"/>
                  </a:cubicBezTo>
                  <a:lnTo>
                    <a:pt x="301" y="584"/>
                  </a:lnTo>
                  <a:lnTo>
                    <a:pt x="158" y="0"/>
                  </a:lnTo>
                  <a:close/>
                </a:path>
              </a:pathLst>
            </a:cu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812" name="Google Shape;3812;p27"/>
            <p:cNvSpPr/>
            <p:nvPr/>
          </p:nvSpPr>
          <p:spPr>
            <a:xfrm>
              <a:off x="4225649" y="2350953"/>
              <a:ext cx="12881" cy="10343"/>
            </a:xfrm>
            <a:custGeom>
              <a:rect b="b" l="l" r="r" t="t"/>
              <a:pathLst>
                <a:path extrusionOk="0" h="322" w="401">
                  <a:moveTo>
                    <a:pt x="276" y="1"/>
                  </a:moveTo>
                  <a:lnTo>
                    <a:pt x="30" y="69"/>
                  </a:lnTo>
                  <a:lnTo>
                    <a:pt x="1" y="103"/>
                  </a:lnTo>
                  <a:lnTo>
                    <a:pt x="109" y="312"/>
                  </a:lnTo>
                  <a:lnTo>
                    <a:pt x="154" y="322"/>
                  </a:lnTo>
                  <a:lnTo>
                    <a:pt x="400" y="255"/>
                  </a:lnTo>
                  <a:lnTo>
                    <a:pt x="276" y="1"/>
                  </a:lnTo>
                  <a:close/>
                </a:path>
              </a:pathLst>
            </a:cu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813" name="Google Shape;3813;p27"/>
            <p:cNvSpPr/>
            <p:nvPr/>
          </p:nvSpPr>
          <p:spPr>
            <a:xfrm>
              <a:off x="4316399" y="2242310"/>
              <a:ext cx="88787" cy="162508"/>
            </a:xfrm>
            <a:custGeom>
              <a:rect b="b" l="l" r="r" t="t"/>
              <a:pathLst>
                <a:path extrusionOk="0" h="5059" w="2764">
                  <a:moveTo>
                    <a:pt x="650" y="1"/>
                  </a:moveTo>
                  <a:cubicBezTo>
                    <a:pt x="514" y="1"/>
                    <a:pt x="393" y="95"/>
                    <a:pt x="363" y="231"/>
                  </a:cubicBezTo>
                  <a:lnTo>
                    <a:pt x="165" y="1134"/>
                  </a:lnTo>
                  <a:cubicBezTo>
                    <a:pt x="71" y="1561"/>
                    <a:pt x="281" y="2000"/>
                    <a:pt x="673" y="2195"/>
                  </a:cubicBezTo>
                  <a:lnTo>
                    <a:pt x="1909" y="2812"/>
                  </a:lnTo>
                  <a:cubicBezTo>
                    <a:pt x="2070" y="2892"/>
                    <a:pt x="2171" y="3057"/>
                    <a:pt x="2171" y="3235"/>
                  </a:cubicBezTo>
                  <a:cubicBezTo>
                    <a:pt x="2171" y="3498"/>
                    <a:pt x="1960" y="3710"/>
                    <a:pt x="1698" y="3710"/>
                  </a:cubicBezTo>
                  <a:cubicBezTo>
                    <a:pt x="983" y="3710"/>
                    <a:pt x="339" y="4137"/>
                    <a:pt x="58" y="4794"/>
                  </a:cubicBezTo>
                  <a:lnTo>
                    <a:pt x="49" y="4817"/>
                  </a:lnTo>
                  <a:lnTo>
                    <a:pt x="0" y="5059"/>
                  </a:lnTo>
                  <a:lnTo>
                    <a:pt x="2713" y="5040"/>
                  </a:lnTo>
                  <a:lnTo>
                    <a:pt x="2764" y="4817"/>
                  </a:lnTo>
                  <a:lnTo>
                    <a:pt x="2764" y="2353"/>
                  </a:lnTo>
                  <a:lnTo>
                    <a:pt x="1109" y="1560"/>
                  </a:lnTo>
                  <a:cubicBezTo>
                    <a:pt x="970" y="1495"/>
                    <a:pt x="895" y="1343"/>
                    <a:pt x="926" y="1195"/>
                  </a:cubicBezTo>
                  <a:lnTo>
                    <a:pt x="1167" y="53"/>
                  </a:lnTo>
                  <a:lnTo>
                    <a:pt x="682" y="2"/>
                  </a:lnTo>
                  <a:cubicBezTo>
                    <a:pt x="671" y="1"/>
                    <a:pt x="661" y="1"/>
                    <a:pt x="650" y="1"/>
                  </a:cubicBezTo>
                  <a:close/>
                </a:path>
              </a:pathLst>
            </a:cu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814" name="Google Shape;3814;p27"/>
            <p:cNvSpPr/>
            <p:nvPr/>
          </p:nvSpPr>
          <p:spPr>
            <a:xfrm>
              <a:off x="4314054" y="2397083"/>
              <a:ext cx="91099" cy="8994"/>
            </a:xfrm>
            <a:custGeom>
              <a:rect b="b" l="l" r="r" t="t"/>
              <a:pathLst>
                <a:path extrusionOk="0" h="280" w="2836">
                  <a:moveTo>
                    <a:pt x="121" y="1"/>
                  </a:moveTo>
                  <a:lnTo>
                    <a:pt x="1" y="280"/>
                  </a:lnTo>
                  <a:lnTo>
                    <a:pt x="2835" y="280"/>
                  </a:lnTo>
                  <a:lnTo>
                    <a:pt x="2835" y="1"/>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815" name="Google Shape;3815;p27"/>
            <p:cNvSpPr/>
            <p:nvPr/>
          </p:nvSpPr>
          <p:spPr>
            <a:xfrm>
              <a:off x="4109199" y="2327342"/>
              <a:ext cx="138833" cy="76837"/>
            </a:xfrm>
            <a:custGeom>
              <a:rect b="b" l="l" r="r" t="t"/>
              <a:pathLst>
                <a:path extrusionOk="0" h="2392" w="4322">
                  <a:moveTo>
                    <a:pt x="3259" y="0"/>
                  </a:moveTo>
                  <a:lnTo>
                    <a:pt x="2968" y="141"/>
                  </a:lnTo>
                  <a:lnTo>
                    <a:pt x="2785" y="285"/>
                  </a:lnTo>
                  <a:lnTo>
                    <a:pt x="2929" y="1432"/>
                  </a:lnTo>
                  <a:cubicBezTo>
                    <a:pt x="2954" y="1604"/>
                    <a:pt x="2782" y="1679"/>
                    <a:pt x="2634" y="1687"/>
                  </a:cubicBezTo>
                  <a:cubicBezTo>
                    <a:pt x="2628" y="1687"/>
                    <a:pt x="2622" y="1687"/>
                    <a:pt x="2617" y="1687"/>
                  </a:cubicBezTo>
                  <a:cubicBezTo>
                    <a:pt x="2560" y="1687"/>
                    <a:pt x="2502" y="1668"/>
                    <a:pt x="2452" y="1626"/>
                  </a:cubicBezTo>
                  <a:cubicBezTo>
                    <a:pt x="2253" y="1467"/>
                    <a:pt x="2020" y="1354"/>
                    <a:pt x="1773" y="1299"/>
                  </a:cubicBezTo>
                  <a:lnTo>
                    <a:pt x="415" y="996"/>
                  </a:lnTo>
                  <a:lnTo>
                    <a:pt x="183" y="1016"/>
                  </a:lnTo>
                  <a:cubicBezTo>
                    <a:pt x="130" y="1086"/>
                    <a:pt x="111" y="1126"/>
                    <a:pt x="60" y="1278"/>
                  </a:cubicBezTo>
                  <a:cubicBezTo>
                    <a:pt x="33" y="1361"/>
                    <a:pt x="1" y="1491"/>
                    <a:pt x="1" y="1653"/>
                  </a:cubicBezTo>
                  <a:cubicBezTo>
                    <a:pt x="1" y="1730"/>
                    <a:pt x="12" y="1726"/>
                    <a:pt x="12" y="1802"/>
                  </a:cubicBezTo>
                  <a:lnTo>
                    <a:pt x="2109" y="2284"/>
                  </a:lnTo>
                  <a:cubicBezTo>
                    <a:pt x="2233" y="2315"/>
                    <a:pt x="2371" y="2342"/>
                    <a:pt x="2521" y="2363"/>
                  </a:cubicBezTo>
                  <a:cubicBezTo>
                    <a:pt x="2715" y="2389"/>
                    <a:pt x="2895" y="2389"/>
                    <a:pt x="3052" y="2392"/>
                  </a:cubicBezTo>
                  <a:cubicBezTo>
                    <a:pt x="3190" y="2392"/>
                    <a:pt x="4289" y="2389"/>
                    <a:pt x="4289" y="2389"/>
                  </a:cubicBezTo>
                  <a:lnTo>
                    <a:pt x="4322" y="2167"/>
                  </a:lnTo>
                  <a:lnTo>
                    <a:pt x="3259" y="0"/>
                  </a:lnTo>
                  <a:close/>
                </a:path>
              </a:pathLst>
            </a:cu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816" name="Google Shape;3816;p27"/>
            <p:cNvSpPr/>
            <p:nvPr/>
          </p:nvSpPr>
          <p:spPr>
            <a:xfrm>
              <a:off x="4193814" y="2331871"/>
              <a:ext cx="16350" cy="49918"/>
            </a:xfrm>
            <a:custGeom>
              <a:rect b="b" l="l" r="r" t="t"/>
              <a:pathLst>
                <a:path extrusionOk="0" h="1554" w="509">
                  <a:moveTo>
                    <a:pt x="333" y="1"/>
                  </a:moveTo>
                  <a:lnTo>
                    <a:pt x="83" y="118"/>
                  </a:lnTo>
                  <a:lnTo>
                    <a:pt x="253" y="1239"/>
                  </a:lnTo>
                  <a:cubicBezTo>
                    <a:pt x="262" y="1269"/>
                    <a:pt x="269" y="1514"/>
                    <a:pt x="0" y="1548"/>
                  </a:cubicBezTo>
                  <a:cubicBezTo>
                    <a:pt x="28" y="1552"/>
                    <a:pt x="54" y="1553"/>
                    <a:pt x="79" y="1553"/>
                  </a:cubicBezTo>
                  <a:cubicBezTo>
                    <a:pt x="488" y="1553"/>
                    <a:pt x="508" y="1155"/>
                    <a:pt x="484" y="984"/>
                  </a:cubicBezTo>
                  <a:lnTo>
                    <a:pt x="333" y="1"/>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817" name="Google Shape;3817;p27"/>
            <p:cNvSpPr/>
            <p:nvPr/>
          </p:nvSpPr>
          <p:spPr>
            <a:xfrm>
              <a:off x="4107400" y="2357603"/>
              <a:ext cx="145065" cy="48473"/>
            </a:xfrm>
            <a:custGeom>
              <a:rect b="b" l="l" r="r" t="t"/>
              <a:pathLst>
                <a:path extrusionOk="0" h="1509" w="4516">
                  <a:moveTo>
                    <a:pt x="223" y="1"/>
                  </a:moveTo>
                  <a:cubicBezTo>
                    <a:pt x="170" y="71"/>
                    <a:pt x="112" y="186"/>
                    <a:pt x="61" y="339"/>
                  </a:cubicBezTo>
                  <a:cubicBezTo>
                    <a:pt x="34" y="423"/>
                    <a:pt x="0" y="554"/>
                    <a:pt x="0" y="714"/>
                  </a:cubicBezTo>
                  <a:lnTo>
                    <a:pt x="0" y="949"/>
                  </a:lnTo>
                  <a:lnTo>
                    <a:pt x="2165" y="1405"/>
                  </a:lnTo>
                  <a:cubicBezTo>
                    <a:pt x="2290" y="1437"/>
                    <a:pt x="2428" y="1460"/>
                    <a:pt x="2577" y="1480"/>
                  </a:cubicBezTo>
                  <a:cubicBezTo>
                    <a:pt x="2771" y="1506"/>
                    <a:pt x="2951" y="1506"/>
                    <a:pt x="3110" y="1509"/>
                  </a:cubicBezTo>
                  <a:lnTo>
                    <a:pt x="4515" y="1509"/>
                  </a:lnTo>
                  <a:lnTo>
                    <a:pt x="4378" y="1230"/>
                  </a:lnTo>
                  <a:cubicBezTo>
                    <a:pt x="3996" y="1231"/>
                    <a:pt x="3253" y="1237"/>
                    <a:pt x="3168" y="1237"/>
                  </a:cubicBezTo>
                  <a:cubicBezTo>
                    <a:pt x="3009" y="1235"/>
                    <a:pt x="2830" y="1225"/>
                    <a:pt x="2635" y="1198"/>
                  </a:cubicBezTo>
                  <a:cubicBezTo>
                    <a:pt x="2486" y="1177"/>
                    <a:pt x="2348" y="1148"/>
                    <a:pt x="2222" y="1120"/>
                  </a:cubicBezTo>
                  <a:lnTo>
                    <a:pt x="367" y="729"/>
                  </a:lnTo>
                  <a:cubicBezTo>
                    <a:pt x="317" y="717"/>
                    <a:pt x="283" y="672"/>
                    <a:pt x="287" y="622"/>
                  </a:cubicBezTo>
                  <a:cubicBezTo>
                    <a:pt x="293" y="556"/>
                    <a:pt x="303" y="483"/>
                    <a:pt x="312" y="432"/>
                  </a:cubicBezTo>
                  <a:cubicBezTo>
                    <a:pt x="336" y="299"/>
                    <a:pt x="419" y="157"/>
                    <a:pt x="471" y="57"/>
                  </a:cubicBezTo>
                  <a:lnTo>
                    <a:pt x="223" y="1"/>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3818" name="Google Shape;3818;p27"/>
          <p:cNvGrpSpPr/>
          <p:nvPr/>
        </p:nvGrpSpPr>
        <p:grpSpPr>
          <a:xfrm>
            <a:off x="3471600" y="2189273"/>
            <a:ext cx="300190" cy="297270"/>
            <a:chOff x="3471600" y="2189273"/>
            <a:chExt cx="300190" cy="297270"/>
          </a:xfrm>
        </p:grpSpPr>
        <p:sp>
          <p:nvSpPr>
            <p:cNvPr id="3819" name="Google Shape;3819;p27"/>
            <p:cNvSpPr/>
            <p:nvPr/>
          </p:nvSpPr>
          <p:spPr>
            <a:xfrm>
              <a:off x="3472692" y="2357699"/>
              <a:ext cx="129325" cy="128843"/>
            </a:xfrm>
            <a:custGeom>
              <a:rect b="b" l="l" r="r" t="t"/>
              <a:pathLst>
                <a:path extrusionOk="0" h="4011" w="4026">
                  <a:moveTo>
                    <a:pt x="3681" y="0"/>
                  </a:moveTo>
                  <a:lnTo>
                    <a:pt x="156" y="3488"/>
                  </a:lnTo>
                  <a:cubicBezTo>
                    <a:pt x="39" y="3606"/>
                    <a:pt x="1" y="3789"/>
                    <a:pt x="118" y="3906"/>
                  </a:cubicBezTo>
                  <a:cubicBezTo>
                    <a:pt x="118" y="3906"/>
                    <a:pt x="196" y="4002"/>
                    <a:pt x="261" y="4009"/>
                  </a:cubicBezTo>
                  <a:cubicBezTo>
                    <a:pt x="273" y="4010"/>
                    <a:pt x="284" y="4011"/>
                    <a:pt x="296" y="4011"/>
                  </a:cubicBezTo>
                  <a:cubicBezTo>
                    <a:pt x="374" y="4011"/>
                    <a:pt x="453" y="3981"/>
                    <a:pt x="512" y="3922"/>
                  </a:cubicBezTo>
                  <a:lnTo>
                    <a:pt x="4025" y="409"/>
                  </a:lnTo>
                  <a:lnTo>
                    <a:pt x="4021" y="296"/>
                  </a:lnTo>
                  <a:lnTo>
                    <a:pt x="3681" y="0"/>
                  </a:ln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820" name="Google Shape;3820;p27"/>
            <p:cNvSpPr/>
            <p:nvPr/>
          </p:nvSpPr>
          <p:spPr>
            <a:xfrm>
              <a:off x="3471600" y="2357089"/>
              <a:ext cx="123543" cy="129454"/>
            </a:xfrm>
            <a:custGeom>
              <a:rect b="b" l="l" r="r" t="t"/>
              <a:pathLst>
                <a:path extrusionOk="0" h="4030" w="3846">
                  <a:moveTo>
                    <a:pt x="3680" y="1"/>
                  </a:moveTo>
                  <a:lnTo>
                    <a:pt x="3629" y="3"/>
                  </a:lnTo>
                  <a:lnTo>
                    <a:pt x="117" y="3515"/>
                  </a:lnTo>
                  <a:cubicBezTo>
                    <a:pt x="0" y="3633"/>
                    <a:pt x="0" y="3825"/>
                    <a:pt x="117" y="3943"/>
                  </a:cubicBezTo>
                  <a:cubicBezTo>
                    <a:pt x="167" y="3992"/>
                    <a:pt x="229" y="4021"/>
                    <a:pt x="293" y="4029"/>
                  </a:cubicBezTo>
                  <a:cubicBezTo>
                    <a:pt x="249" y="3919"/>
                    <a:pt x="274" y="3789"/>
                    <a:pt x="362" y="3699"/>
                  </a:cubicBezTo>
                  <a:lnTo>
                    <a:pt x="3845" y="216"/>
                  </a:lnTo>
                  <a:lnTo>
                    <a:pt x="3831" y="153"/>
                  </a:lnTo>
                  <a:lnTo>
                    <a:pt x="3680" y="1"/>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821" name="Google Shape;3821;p27"/>
            <p:cNvSpPr/>
            <p:nvPr/>
          </p:nvSpPr>
          <p:spPr>
            <a:xfrm>
              <a:off x="3590491" y="2334088"/>
              <a:ext cx="35784" cy="36845"/>
            </a:xfrm>
            <a:custGeom>
              <a:rect b="b" l="l" r="r" t="t"/>
              <a:pathLst>
                <a:path extrusionOk="0" h="1147" w="1114">
                  <a:moveTo>
                    <a:pt x="727" y="0"/>
                  </a:moveTo>
                  <a:lnTo>
                    <a:pt x="1" y="717"/>
                  </a:lnTo>
                  <a:lnTo>
                    <a:pt x="144" y="932"/>
                  </a:lnTo>
                  <a:lnTo>
                    <a:pt x="358" y="1147"/>
                  </a:lnTo>
                  <a:lnTo>
                    <a:pt x="1114" y="388"/>
                  </a:lnTo>
                  <a:lnTo>
                    <a:pt x="727" y="0"/>
                  </a:ln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822" name="Google Shape;3822;p27"/>
            <p:cNvSpPr/>
            <p:nvPr/>
          </p:nvSpPr>
          <p:spPr>
            <a:xfrm>
              <a:off x="3588178" y="2332642"/>
              <a:ext cx="31416" cy="31416"/>
            </a:xfrm>
            <a:custGeom>
              <a:rect b="b" l="l" r="r" t="t"/>
              <a:pathLst>
                <a:path extrusionOk="0" h="978" w="978">
                  <a:moveTo>
                    <a:pt x="763" y="0"/>
                  </a:moveTo>
                  <a:lnTo>
                    <a:pt x="0" y="762"/>
                  </a:lnTo>
                  <a:lnTo>
                    <a:pt x="216" y="977"/>
                  </a:lnTo>
                  <a:lnTo>
                    <a:pt x="978" y="216"/>
                  </a:lnTo>
                  <a:lnTo>
                    <a:pt x="763" y="0"/>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823" name="Google Shape;3823;p27"/>
            <p:cNvSpPr/>
            <p:nvPr/>
          </p:nvSpPr>
          <p:spPr>
            <a:xfrm>
              <a:off x="3585929" y="2189273"/>
              <a:ext cx="185861" cy="178473"/>
            </a:xfrm>
            <a:custGeom>
              <a:rect b="b" l="l" r="r" t="t"/>
              <a:pathLst>
                <a:path extrusionOk="0" h="5556" w="5786">
                  <a:moveTo>
                    <a:pt x="3167" y="1"/>
                  </a:moveTo>
                  <a:cubicBezTo>
                    <a:pt x="2995" y="1"/>
                    <a:pt x="2824" y="48"/>
                    <a:pt x="2673" y="140"/>
                  </a:cubicBezTo>
                  <a:cubicBezTo>
                    <a:pt x="2426" y="291"/>
                    <a:pt x="2165" y="418"/>
                    <a:pt x="1897" y="530"/>
                  </a:cubicBezTo>
                  <a:lnTo>
                    <a:pt x="1825" y="559"/>
                  </a:lnTo>
                  <a:cubicBezTo>
                    <a:pt x="1415" y="728"/>
                    <a:pt x="982" y="834"/>
                    <a:pt x="541" y="866"/>
                  </a:cubicBezTo>
                  <a:cubicBezTo>
                    <a:pt x="503" y="870"/>
                    <a:pt x="467" y="879"/>
                    <a:pt x="437" y="893"/>
                  </a:cubicBezTo>
                  <a:cubicBezTo>
                    <a:pt x="353" y="928"/>
                    <a:pt x="353" y="1000"/>
                    <a:pt x="343" y="1016"/>
                  </a:cubicBezTo>
                  <a:cubicBezTo>
                    <a:pt x="309" y="1067"/>
                    <a:pt x="276" y="1099"/>
                    <a:pt x="272" y="1134"/>
                  </a:cubicBezTo>
                  <a:cubicBezTo>
                    <a:pt x="270" y="1149"/>
                    <a:pt x="272" y="1164"/>
                    <a:pt x="272" y="1171"/>
                  </a:cubicBezTo>
                  <a:lnTo>
                    <a:pt x="309" y="1988"/>
                  </a:lnTo>
                  <a:cubicBezTo>
                    <a:pt x="322" y="2219"/>
                    <a:pt x="288" y="2451"/>
                    <a:pt x="212" y="2668"/>
                  </a:cubicBezTo>
                  <a:cubicBezTo>
                    <a:pt x="208" y="2677"/>
                    <a:pt x="206" y="2684"/>
                    <a:pt x="204" y="2694"/>
                  </a:cubicBezTo>
                  <a:cubicBezTo>
                    <a:pt x="204" y="2694"/>
                    <a:pt x="1" y="3553"/>
                    <a:pt x="425" y="3977"/>
                  </a:cubicBezTo>
                  <a:lnTo>
                    <a:pt x="1470" y="5078"/>
                  </a:lnTo>
                  <a:cubicBezTo>
                    <a:pt x="1702" y="5310"/>
                    <a:pt x="1923" y="5475"/>
                    <a:pt x="2233" y="5534"/>
                  </a:cubicBezTo>
                  <a:cubicBezTo>
                    <a:pt x="2314" y="5550"/>
                    <a:pt x="2425" y="5556"/>
                    <a:pt x="2538" y="5556"/>
                  </a:cubicBezTo>
                  <a:cubicBezTo>
                    <a:pt x="2762" y="5556"/>
                    <a:pt x="2990" y="5534"/>
                    <a:pt x="2990" y="5534"/>
                  </a:cubicBezTo>
                  <a:cubicBezTo>
                    <a:pt x="3012" y="5527"/>
                    <a:pt x="3035" y="5520"/>
                    <a:pt x="3057" y="5513"/>
                  </a:cubicBezTo>
                  <a:cubicBezTo>
                    <a:pt x="3244" y="5446"/>
                    <a:pt x="3439" y="5413"/>
                    <a:pt x="3637" y="5413"/>
                  </a:cubicBezTo>
                  <a:cubicBezTo>
                    <a:pt x="3670" y="5413"/>
                    <a:pt x="3704" y="5414"/>
                    <a:pt x="3737" y="5416"/>
                  </a:cubicBezTo>
                  <a:lnTo>
                    <a:pt x="4551" y="5456"/>
                  </a:lnTo>
                  <a:cubicBezTo>
                    <a:pt x="4557" y="5457"/>
                    <a:pt x="4562" y="5457"/>
                    <a:pt x="4568" y="5457"/>
                  </a:cubicBezTo>
                  <a:cubicBezTo>
                    <a:pt x="4581" y="5457"/>
                    <a:pt x="4593" y="5456"/>
                    <a:pt x="4606" y="5455"/>
                  </a:cubicBezTo>
                  <a:cubicBezTo>
                    <a:pt x="4638" y="5452"/>
                    <a:pt x="4613" y="5419"/>
                    <a:pt x="4638" y="5401"/>
                  </a:cubicBezTo>
                  <a:cubicBezTo>
                    <a:pt x="4680" y="5372"/>
                    <a:pt x="4768" y="5346"/>
                    <a:pt x="4795" y="5303"/>
                  </a:cubicBezTo>
                  <a:cubicBezTo>
                    <a:pt x="4803" y="5293"/>
                    <a:pt x="4829" y="5300"/>
                    <a:pt x="4833" y="5288"/>
                  </a:cubicBezTo>
                  <a:cubicBezTo>
                    <a:pt x="4848" y="5258"/>
                    <a:pt x="4858" y="5225"/>
                    <a:pt x="4859" y="5188"/>
                  </a:cubicBezTo>
                  <a:cubicBezTo>
                    <a:pt x="4894" y="4744"/>
                    <a:pt x="4998" y="4308"/>
                    <a:pt x="5172" y="3896"/>
                  </a:cubicBezTo>
                  <a:lnTo>
                    <a:pt x="5191" y="3854"/>
                  </a:lnTo>
                  <a:cubicBezTo>
                    <a:pt x="5311" y="3567"/>
                    <a:pt x="5459" y="3292"/>
                    <a:pt x="5615" y="3024"/>
                  </a:cubicBezTo>
                  <a:cubicBezTo>
                    <a:pt x="5786" y="2735"/>
                    <a:pt x="5774" y="2366"/>
                    <a:pt x="5599" y="2073"/>
                  </a:cubicBezTo>
                  <a:cubicBezTo>
                    <a:pt x="5557" y="2006"/>
                    <a:pt x="5477" y="1960"/>
                    <a:pt x="5419" y="1902"/>
                  </a:cubicBezTo>
                  <a:cubicBezTo>
                    <a:pt x="5234" y="1716"/>
                    <a:pt x="5013" y="1664"/>
                    <a:pt x="4813" y="1664"/>
                  </a:cubicBezTo>
                  <a:cubicBezTo>
                    <a:pt x="4671" y="1664"/>
                    <a:pt x="4541" y="1690"/>
                    <a:pt x="4442" y="1714"/>
                  </a:cubicBezTo>
                  <a:cubicBezTo>
                    <a:pt x="4427" y="1718"/>
                    <a:pt x="4411" y="1719"/>
                    <a:pt x="4396" y="1719"/>
                  </a:cubicBezTo>
                  <a:cubicBezTo>
                    <a:pt x="4302" y="1719"/>
                    <a:pt x="4209" y="1656"/>
                    <a:pt x="4141" y="1588"/>
                  </a:cubicBezTo>
                  <a:cubicBezTo>
                    <a:pt x="4062" y="1509"/>
                    <a:pt x="4028" y="1393"/>
                    <a:pt x="4056" y="1283"/>
                  </a:cubicBezTo>
                  <a:cubicBezTo>
                    <a:pt x="4114" y="1045"/>
                    <a:pt x="4160" y="605"/>
                    <a:pt x="3831" y="277"/>
                  </a:cubicBezTo>
                  <a:cubicBezTo>
                    <a:pt x="3647" y="92"/>
                    <a:pt x="3407" y="1"/>
                    <a:pt x="3167" y="1"/>
                  </a:cubicBezTo>
                  <a:close/>
                </a:path>
              </a:pathLst>
            </a:custGeom>
            <a:solidFill>
              <a:schemeClr val="l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824" name="Google Shape;3824;p27"/>
            <p:cNvSpPr/>
            <p:nvPr/>
          </p:nvSpPr>
          <p:spPr>
            <a:xfrm>
              <a:off x="3718859" y="2240318"/>
              <a:ext cx="46931" cy="15612"/>
            </a:xfrm>
            <a:custGeom>
              <a:rect b="b" l="l" r="r" t="t"/>
              <a:pathLst>
                <a:path extrusionOk="0" h="486" w="1461">
                  <a:moveTo>
                    <a:pt x="0" y="1"/>
                  </a:moveTo>
                  <a:lnTo>
                    <a:pt x="203" y="200"/>
                  </a:lnTo>
                  <a:cubicBezTo>
                    <a:pt x="309" y="305"/>
                    <a:pt x="451" y="364"/>
                    <a:pt x="598" y="364"/>
                  </a:cubicBezTo>
                  <a:cubicBezTo>
                    <a:pt x="639" y="364"/>
                    <a:pt x="681" y="359"/>
                    <a:pt x="723" y="349"/>
                  </a:cubicBezTo>
                  <a:cubicBezTo>
                    <a:pt x="806" y="331"/>
                    <a:pt x="898" y="314"/>
                    <a:pt x="995" y="314"/>
                  </a:cubicBezTo>
                  <a:cubicBezTo>
                    <a:pt x="1143" y="314"/>
                    <a:pt x="1302" y="353"/>
                    <a:pt x="1461" y="486"/>
                  </a:cubicBezTo>
                  <a:cubicBezTo>
                    <a:pt x="1422" y="417"/>
                    <a:pt x="1371" y="354"/>
                    <a:pt x="1313" y="296"/>
                  </a:cubicBezTo>
                  <a:cubicBezTo>
                    <a:pt x="1116" y="99"/>
                    <a:pt x="868" y="43"/>
                    <a:pt x="650" y="43"/>
                  </a:cubicBezTo>
                  <a:cubicBezTo>
                    <a:pt x="517" y="43"/>
                    <a:pt x="396" y="64"/>
                    <a:pt x="304" y="86"/>
                  </a:cubicBezTo>
                  <a:cubicBezTo>
                    <a:pt x="285" y="91"/>
                    <a:pt x="259" y="94"/>
                    <a:pt x="230" y="94"/>
                  </a:cubicBezTo>
                  <a:cubicBezTo>
                    <a:pt x="164" y="94"/>
                    <a:pt x="80" y="75"/>
                    <a:pt x="0"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825" name="Google Shape;3825;p27"/>
            <p:cNvSpPr/>
            <p:nvPr/>
          </p:nvSpPr>
          <p:spPr>
            <a:xfrm>
              <a:off x="3586283" y="2275751"/>
              <a:ext cx="95629" cy="93444"/>
            </a:xfrm>
            <a:custGeom>
              <a:rect b="b" l="l" r="r" t="t"/>
              <a:pathLst>
                <a:path extrusionOk="0" h="2909" w="2977">
                  <a:moveTo>
                    <a:pt x="190" y="1"/>
                  </a:moveTo>
                  <a:lnTo>
                    <a:pt x="190" y="1"/>
                  </a:lnTo>
                  <a:cubicBezTo>
                    <a:pt x="0" y="570"/>
                    <a:pt x="159" y="1195"/>
                    <a:pt x="583" y="1621"/>
                  </a:cubicBezTo>
                  <a:lnTo>
                    <a:pt x="1398" y="2437"/>
                  </a:lnTo>
                  <a:cubicBezTo>
                    <a:pt x="1630" y="2669"/>
                    <a:pt x="1924" y="2822"/>
                    <a:pt x="2235" y="2880"/>
                  </a:cubicBezTo>
                  <a:cubicBezTo>
                    <a:pt x="2332" y="2899"/>
                    <a:pt x="2430" y="2909"/>
                    <a:pt x="2529" y="2909"/>
                  </a:cubicBezTo>
                  <a:cubicBezTo>
                    <a:pt x="2679" y="2909"/>
                    <a:pt x="2830" y="2887"/>
                    <a:pt x="2976" y="2842"/>
                  </a:cubicBezTo>
                  <a:cubicBezTo>
                    <a:pt x="2918" y="2838"/>
                    <a:pt x="2863" y="2829"/>
                    <a:pt x="2806" y="2819"/>
                  </a:cubicBezTo>
                  <a:cubicBezTo>
                    <a:pt x="2422" y="2745"/>
                    <a:pt x="2061" y="2557"/>
                    <a:pt x="1773" y="2271"/>
                  </a:cubicBezTo>
                  <a:lnTo>
                    <a:pt x="767" y="1264"/>
                  </a:lnTo>
                  <a:cubicBezTo>
                    <a:pt x="423" y="920"/>
                    <a:pt x="222" y="468"/>
                    <a:pt x="190"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826" name="Google Shape;3826;p27"/>
            <p:cNvSpPr/>
            <p:nvPr/>
          </p:nvSpPr>
          <p:spPr>
            <a:xfrm>
              <a:off x="3594635" y="2217960"/>
              <a:ext cx="146511" cy="146607"/>
            </a:xfrm>
            <a:custGeom>
              <a:rect b="b" l="l" r="r" t="t"/>
              <a:pathLst>
                <a:path extrusionOk="0" h="4564" w="4561">
                  <a:moveTo>
                    <a:pt x="166" y="0"/>
                  </a:moveTo>
                  <a:cubicBezTo>
                    <a:pt x="63" y="42"/>
                    <a:pt x="9" y="133"/>
                    <a:pt x="1" y="241"/>
                  </a:cubicBezTo>
                  <a:cubicBezTo>
                    <a:pt x="274" y="378"/>
                    <a:pt x="632" y="492"/>
                    <a:pt x="940" y="532"/>
                  </a:cubicBezTo>
                  <a:cubicBezTo>
                    <a:pt x="1163" y="561"/>
                    <a:pt x="1363" y="659"/>
                    <a:pt x="1522" y="818"/>
                  </a:cubicBezTo>
                  <a:cubicBezTo>
                    <a:pt x="1707" y="1002"/>
                    <a:pt x="1787" y="1225"/>
                    <a:pt x="1758" y="1480"/>
                  </a:cubicBezTo>
                  <a:cubicBezTo>
                    <a:pt x="1716" y="1849"/>
                    <a:pt x="1838" y="2206"/>
                    <a:pt x="2091" y="2460"/>
                  </a:cubicBezTo>
                  <a:lnTo>
                    <a:pt x="2104" y="2471"/>
                  </a:lnTo>
                  <a:cubicBezTo>
                    <a:pt x="2324" y="2692"/>
                    <a:pt x="2623" y="2812"/>
                    <a:pt x="2940" y="2812"/>
                  </a:cubicBezTo>
                  <a:cubicBezTo>
                    <a:pt x="2987" y="2812"/>
                    <a:pt x="3035" y="2810"/>
                    <a:pt x="3083" y="2804"/>
                  </a:cubicBezTo>
                  <a:cubicBezTo>
                    <a:pt x="3117" y="2800"/>
                    <a:pt x="3150" y="2799"/>
                    <a:pt x="3183" y="2799"/>
                  </a:cubicBezTo>
                  <a:cubicBezTo>
                    <a:pt x="3396" y="2799"/>
                    <a:pt x="3585" y="2880"/>
                    <a:pt x="3744" y="3040"/>
                  </a:cubicBezTo>
                  <a:cubicBezTo>
                    <a:pt x="3903" y="3200"/>
                    <a:pt x="4002" y="3401"/>
                    <a:pt x="4031" y="3622"/>
                  </a:cubicBezTo>
                  <a:cubicBezTo>
                    <a:pt x="4073" y="3945"/>
                    <a:pt x="4186" y="4285"/>
                    <a:pt x="4335" y="4563"/>
                  </a:cubicBezTo>
                  <a:cubicBezTo>
                    <a:pt x="4435" y="4552"/>
                    <a:pt x="4519" y="4486"/>
                    <a:pt x="4561" y="4397"/>
                  </a:cubicBezTo>
                  <a:cubicBezTo>
                    <a:pt x="4429" y="4149"/>
                    <a:pt x="4344" y="3876"/>
                    <a:pt x="4307" y="3586"/>
                  </a:cubicBezTo>
                  <a:cubicBezTo>
                    <a:pt x="4271" y="3302"/>
                    <a:pt x="4145" y="3043"/>
                    <a:pt x="3943" y="2841"/>
                  </a:cubicBezTo>
                  <a:cubicBezTo>
                    <a:pt x="3731" y="2630"/>
                    <a:pt x="3470" y="2518"/>
                    <a:pt x="3184" y="2518"/>
                  </a:cubicBezTo>
                  <a:cubicBezTo>
                    <a:pt x="3140" y="2518"/>
                    <a:pt x="3095" y="2521"/>
                    <a:pt x="3049" y="2526"/>
                  </a:cubicBezTo>
                  <a:cubicBezTo>
                    <a:pt x="3012" y="2531"/>
                    <a:pt x="2975" y="2533"/>
                    <a:pt x="2939" y="2533"/>
                  </a:cubicBezTo>
                  <a:cubicBezTo>
                    <a:pt x="2696" y="2533"/>
                    <a:pt x="2470" y="2442"/>
                    <a:pt x="2301" y="2273"/>
                  </a:cubicBezTo>
                  <a:lnTo>
                    <a:pt x="2288" y="2260"/>
                  </a:lnTo>
                  <a:cubicBezTo>
                    <a:pt x="2094" y="2066"/>
                    <a:pt x="2003" y="1794"/>
                    <a:pt x="2035" y="1512"/>
                  </a:cubicBezTo>
                  <a:cubicBezTo>
                    <a:pt x="2072" y="1173"/>
                    <a:pt x="1964" y="863"/>
                    <a:pt x="1720" y="618"/>
                  </a:cubicBezTo>
                  <a:cubicBezTo>
                    <a:pt x="1518" y="416"/>
                    <a:pt x="1259" y="290"/>
                    <a:pt x="975" y="254"/>
                  </a:cubicBezTo>
                  <a:cubicBezTo>
                    <a:pt x="687" y="217"/>
                    <a:pt x="413" y="131"/>
                    <a:pt x="166"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3827" name="Google Shape;3827;p27"/>
          <p:cNvGrpSpPr/>
          <p:nvPr/>
        </p:nvGrpSpPr>
        <p:grpSpPr>
          <a:xfrm>
            <a:off x="2836153" y="2189113"/>
            <a:ext cx="304754" cy="297656"/>
            <a:chOff x="2836153" y="2189113"/>
            <a:chExt cx="304754" cy="297656"/>
          </a:xfrm>
        </p:grpSpPr>
        <p:sp>
          <p:nvSpPr>
            <p:cNvPr id="3828" name="Google Shape;3828;p27"/>
            <p:cNvSpPr/>
            <p:nvPr/>
          </p:nvSpPr>
          <p:spPr>
            <a:xfrm>
              <a:off x="2912094" y="2263255"/>
              <a:ext cx="220585" cy="220778"/>
            </a:xfrm>
            <a:custGeom>
              <a:rect b="b" l="l" r="r" t="t"/>
              <a:pathLst>
                <a:path extrusionOk="0" h="6873" w="6867">
                  <a:moveTo>
                    <a:pt x="5513" y="0"/>
                  </a:moveTo>
                  <a:lnTo>
                    <a:pt x="1" y="5513"/>
                  </a:lnTo>
                  <a:lnTo>
                    <a:pt x="1075" y="6872"/>
                  </a:lnTo>
                  <a:lnTo>
                    <a:pt x="2566" y="6102"/>
                  </a:lnTo>
                  <a:cubicBezTo>
                    <a:pt x="3314" y="5710"/>
                    <a:pt x="4000" y="5209"/>
                    <a:pt x="4598" y="4611"/>
                  </a:cubicBezTo>
                  <a:cubicBezTo>
                    <a:pt x="5205" y="4004"/>
                    <a:pt x="5714" y="3305"/>
                    <a:pt x="6105" y="2542"/>
                  </a:cubicBezTo>
                  <a:lnTo>
                    <a:pt x="6867" y="1076"/>
                  </a:lnTo>
                  <a:lnTo>
                    <a:pt x="5513" y="0"/>
                  </a:lnTo>
                  <a:close/>
                </a:path>
              </a:pathLst>
            </a:cu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829" name="Google Shape;3829;p27"/>
            <p:cNvSpPr/>
            <p:nvPr/>
          </p:nvSpPr>
          <p:spPr>
            <a:xfrm>
              <a:off x="2997898" y="2189113"/>
              <a:ext cx="143009" cy="137356"/>
            </a:xfrm>
            <a:custGeom>
              <a:rect b="b" l="l" r="r" t="t"/>
              <a:pathLst>
                <a:path extrusionOk="0" h="4276" w="4452">
                  <a:moveTo>
                    <a:pt x="1218" y="0"/>
                  </a:moveTo>
                  <a:cubicBezTo>
                    <a:pt x="920" y="0"/>
                    <a:pt x="630" y="191"/>
                    <a:pt x="546" y="518"/>
                  </a:cubicBezTo>
                  <a:lnTo>
                    <a:pt x="0" y="2624"/>
                  </a:lnTo>
                  <a:lnTo>
                    <a:pt x="6" y="3055"/>
                  </a:lnTo>
                  <a:lnTo>
                    <a:pt x="1206" y="4268"/>
                  </a:lnTo>
                  <a:lnTo>
                    <a:pt x="1652" y="4276"/>
                  </a:lnTo>
                  <a:lnTo>
                    <a:pt x="3759" y="3730"/>
                  </a:lnTo>
                  <a:cubicBezTo>
                    <a:pt x="4275" y="3597"/>
                    <a:pt x="4452" y="2950"/>
                    <a:pt x="4073" y="2572"/>
                  </a:cubicBezTo>
                  <a:lnTo>
                    <a:pt x="1704" y="203"/>
                  </a:lnTo>
                  <a:cubicBezTo>
                    <a:pt x="1566" y="65"/>
                    <a:pt x="1390" y="0"/>
                    <a:pt x="1218" y="0"/>
                  </a:cubicBezTo>
                  <a:close/>
                </a:path>
              </a:pathLst>
            </a:cu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830" name="Google Shape;3830;p27"/>
            <p:cNvSpPr/>
            <p:nvPr/>
          </p:nvSpPr>
          <p:spPr>
            <a:xfrm>
              <a:off x="2993850" y="2273374"/>
              <a:ext cx="57146" cy="57146"/>
            </a:xfrm>
            <a:custGeom>
              <a:rect b="b" l="l" r="r" t="t"/>
              <a:pathLst>
                <a:path extrusionOk="0" h="1779" w="1779">
                  <a:moveTo>
                    <a:pt x="128" y="1"/>
                  </a:moveTo>
                  <a:lnTo>
                    <a:pt x="1" y="490"/>
                  </a:lnTo>
                  <a:lnTo>
                    <a:pt x="1289" y="1779"/>
                  </a:lnTo>
                  <a:lnTo>
                    <a:pt x="1778" y="1651"/>
                  </a:lnTo>
                  <a:cubicBezTo>
                    <a:pt x="1762" y="1618"/>
                    <a:pt x="1738" y="1585"/>
                    <a:pt x="1709" y="1554"/>
                  </a:cubicBezTo>
                  <a:lnTo>
                    <a:pt x="225" y="70"/>
                  </a:lnTo>
                  <a:cubicBezTo>
                    <a:pt x="196" y="41"/>
                    <a:pt x="164" y="18"/>
                    <a:pt x="128" y="1"/>
                  </a:cubicBezTo>
                  <a:close/>
                </a:path>
              </a:pathLst>
            </a:cu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831" name="Google Shape;3831;p27"/>
            <p:cNvSpPr/>
            <p:nvPr/>
          </p:nvSpPr>
          <p:spPr>
            <a:xfrm>
              <a:off x="2836153" y="2349379"/>
              <a:ext cx="138833" cy="136585"/>
            </a:xfrm>
            <a:custGeom>
              <a:rect b="b" l="l" r="r" t="t"/>
              <a:pathLst>
                <a:path extrusionOk="0" h="4252" w="4322">
                  <a:moveTo>
                    <a:pt x="2670" y="0"/>
                  </a:moveTo>
                  <a:lnTo>
                    <a:pt x="564" y="547"/>
                  </a:lnTo>
                  <a:cubicBezTo>
                    <a:pt x="325" y="608"/>
                    <a:pt x="158" y="781"/>
                    <a:pt x="86" y="983"/>
                  </a:cubicBezTo>
                  <a:cubicBezTo>
                    <a:pt x="1" y="1221"/>
                    <a:pt x="218" y="1477"/>
                    <a:pt x="420" y="1681"/>
                  </a:cubicBezTo>
                  <a:lnTo>
                    <a:pt x="2557" y="3870"/>
                  </a:lnTo>
                  <a:cubicBezTo>
                    <a:pt x="2732" y="4044"/>
                    <a:pt x="3007" y="4252"/>
                    <a:pt x="3231" y="4252"/>
                  </a:cubicBezTo>
                  <a:cubicBezTo>
                    <a:pt x="3268" y="4252"/>
                    <a:pt x="3303" y="4247"/>
                    <a:pt x="3336" y="4235"/>
                  </a:cubicBezTo>
                  <a:cubicBezTo>
                    <a:pt x="3544" y="4162"/>
                    <a:pt x="3714" y="3996"/>
                    <a:pt x="3776" y="3757"/>
                  </a:cubicBezTo>
                  <a:lnTo>
                    <a:pt x="4322" y="1651"/>
                  </a:lnTo>
                  <a:lnTo>
                    <a:pt x="4300" y="1209"/>
                  </a:lnTo>
                  <a:lnTo>
                    <a:pt x="3090" y="5"/>
                  </a:lnTo>
                  <a:lnTo>
                    <a:pt x="2670" y="0"/>
                  </a:lnTo>
                  <a:close/>
                </a:path>
              </a:pathLst>
            </a:cu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832" name="Google Shape;3832;p27"/>
            <p:cNvSpPr/>
            <p:nvPr/>
          </p:nvSpPr>
          <p:spPr>
            <a:xfrm>
              <a:off x="2921957" y="2345139"/>
              <a:ext cx="57242" cy="57274"/>
            </a:xfrm>
            <a:custGeom>
              <a:rect b="b" l="l" r="r" t="t"/>
              <a:pathLst>
                <a:path extrusionOk="0" h="1783" w="1782">
                  <a:moveTo>
                    <a:pt x="503" y="1"/>
                  </a:moveTo>
                  <a:lnTo>
                    <a:pt x="0" y="132"/>
                  </a:lnTo>
                  <a:cubicBezTo>
                    <a:pt x="16" y="167"/>
                    <a:pt x="41" y="202"/>
                    <a:pt x="70" y="229"/>
                  </a:cubicBezTo>
                  <a:lnTo>
                    <a:pt x="1554" y="1713"/>
                  </a:lnTo>
                  <a:cubicBezTo>
                    <a:pt x="1583" y="1744"/>
                    <a:pt x="1615" y="1767"/>
                    <a:pt x="1651" y="1783"/>
                  </a:cubicBezTo>
                  <a:lnTo>
                    <a:pt x="1781" y="1276"/>
                  </a:lnTo>
                  <a:lnTo>
                    <a:pt x="503" y="1"/>
                  </a:lnTo>
                  <a:close/>
                </a:path>
              </a:pathLst>
            </a:cu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833" name="Google Shape;3833;p27"/>
            <p:cNvSpPr/>
            <p:nvPr/>
          </p:nvSpPr>
          <p:spPr>
            <a:xfrm>
              <a:off x="2836217" y="2380957"/>
              <a:ext cx="107257" cy="105812"/>
            </a:xfrm>
            <a:custGeom>
              <a:rect b="b" l="l" r="r" t="t"/>
              <a:pathLst>
                <a:path extrusionOk="0" h="3294" w="3339">
                  <a:moveTo>
                    <a:pt x="85" y="0"/>
                  </a:moveTo>
                  <a:lnTo>
                    <a:pt x="85" y="0"/>
                  </a:lnTo>
                  <a:cubicBezTo>
                    <a:pt x="0" y="238"/>
                    <a:pt x="43" y="517"/>
                    <a:pt x="249" y="721"/>
                  </a:cubicBezTo>
                  <a:lnTo>
                    <a:pt x="2617" y="3091"/>
                  </a:lnTo>
                  <a:cubicBezTo>
                    <a:pt x="2756" y="3229"/>
                    <a:pt x="2931" y="3294"/>
                    <a:pt x="3104" y="3294"/>
                  </a:cubicBezTo>
                  <a:cubicBezTo>
                    <a:pt x="3184" y="3294"/>
                    <a:pt x="3263" y="3280"/>
                    <a:pt x="3338" y="3253"/>
                  </a:cubicBezTo>
                  <a:lnTo>
                    <a:pt x="85" y="0"/>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834" name="Google Shape;3834;p27"/>
            <p:cNvSpPr/>
            <p:nvPr/>
          </p:nvSpPr>
          <p:spPr>
            <a:xfrm>
              <a:off x="3011229" y="2190365"/>
              <a:ext cx="124957" cy="123704"/>
            </a:xfrm>
            <a:custGeom>
              <a:rect b="b" l="l" r="r" t="t"/>
              <a:pathLst>
                <a:path extrusionOk="0" h="3851" w="3890">
                  <a:moveTo>
                    <a:pt x="1622" y="0"/>
                  </a:moveTo>
                  <a:cubicBezTo>
                    <a:pt x="1501" y="0"/>
                    <a:pt x="1383" y="69"/>
                    <a:pt x="1330" y="193"/>
                  </a:cubicBezTo>
                  <a:lnTo>
                    <a:pt x="104" y="3076"/>
                  </a:lnTo>
                  <a:lnTo>
                    <a:pt x="1" y="3488"/>
                  </a:lnTo>
                  <a:lnTo>
                    <a:pt x="312" y="3850"/>
                  </a:lnTo>
                  <a:lnTo>
                    <a:pt x="748" y="3720"/>
                  </a:lnTo>
                  <a:lnTo>
                    <a:pt x="3632" y="2495"/>
                  </a:lnTo>
                  <a:cubicBezTo>
                    <a:pt x="3837" y="2407"/>
                    <a:pt x="3889" y="2139"/>
                    <a:pt x="3730" y="1980"/>
                  </a:cubicBezTo>
                  <a:lnTo>
                    <a:pt x="1845" y="93"/>
                  </a:lnTo>
                  <a:cubicBezTo>
                    <a:pt x="1782" y="30"/>
                    <a:pt x="1701" y="0"/>
                    <a:pt x="1622" y="0"/>
                  </a:cubicBez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835" name="Google Shape;3835;p27"/>
            <p:cNvSpPr/>
            <p:nvPr/>
          </p:nvSpPr>
          <p:spPr>
            <a:xfrm>
              <a:off x="3009109" y="2289115"/>
              <a:ext cx="26148" cy="26148"/>
            </a:xfrm>
            <a:custGeom>
              <a:rect b="b" l="l" r="r" t="t"/>
              <a:pathLst>
                <a:path extrusionOk="0" h="814" w="814">
                  <a:moveTo>
                    <a:pt x="170" y="0"/>
                  </a:moveTo>
                  <a:lnTo>
                    <a:pt x="0" y="401"/>
                  </a:lnTo>
                  <a:lnTo>
                    <a:pt x="413" y="814"/>
                  </a:lnTo>
                  <a:lnTo>
                    <a:pt x="814" y="644"/>
                  </a:lnTo>
                  <a:lnTo>
                    <a:pt x="170" y="0"/>
                  </a:ln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836" name="Google Shape;3836;p27"/>
            <p:cNvSpPr/>
            <p:nvPr/>
          </p:nvSpPr>
          <p:spPr>
            <a:xfrm>
              <a:off x="2838209" y="2362100"/>
              <a:ext cx="123575" cy="121552"/>
            </a:xfrm>
            <a:custGeom>
              <a:rect b="b" l="l" r="r" t="t"/>
              <a:pathLst>
                <a:path extrusionOk="0" h="3784" w="3847">
                  <a:moveTo>
                    <a:pt x="3504" y="1"/>
                  </a:moveTo>
                  <a:lnTo>
                    <a:pt x="3095" y="121"/>
                  </a:lnTo>
                  <a:lnTo>
                    <a:pt x="213" y="1347"/>
                  </a:lnTo>
                  <a:cubicBezTo>
                    <a:pt x="200" y="1352"/>
                    <a:pt x="188" y="1359"/>
                    <a:pt x="175" y="1365"/>
                  </a:cubicBezTo>
                  <a:cubicBezTo>
                    <a:pt x="0" y="1467"/>
                    <a:pt x="76" y="1734"/>
                    <a:pt x="226" y="1883"/>
                  </a:cubicBezTo>
                  <a:lnTo>
                    <a:pt x="1995" y="3629"/>
                  </a:lnTo>
                  <a:cubicBezTo>
                    <a:pt x="2085" y="3718"/>
                    <a:pt x="2211" y="3784"/>
                    <a:pt x="2320" y="3784"/>
                  </a:cubicBezTo>
                  <a:cubicBezTo>
                    <a:pt x="2392" y="3784"/>
                    <a:pt x="2456" y="3755"/>
                    <a:pt x="2497" y="3685"/>
                  </a:cubicBezTo>
                  <a:cubicBezTo>
                    <a:pt x="2505" y="3674"/>
                    <a:pt x="2510" y="3661"/>
                    <a:pt x="2515" y="3649"/>
                  </a:cubicBezTo>
                  <a:lnTo>
                    <a:pt x="3741" y="765"/>
                  </a:lnTo>
                  <a:lnTo>
                    <a:pt x="3847" y="347"/>
                  </a:lnTo>
                  <a:lnTo>
                    <a:pt x="3504" y="1"/>
                  </a:ln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837" name="Google Shape;3837;p27"/>
            <p:cNvSpPr/>
            <p:nvPr/>
          </p:nvSpPr>
          <p:spPr>
            <a:xfrm>
              <a:off x="2937665" y="2360526"/>
              <a:ext cx="26180" cy="26212"/>
            </a:xfrm>
            <a:custGeom>
              <a:rect b="b" l="l" r="r" t="t"/>
              <a:pathLst>
                <a:path extrusionOk="0" h="816" w="815">
                  <a:moveTo>
                    <a:pt x="402" y="1"/>
                  </a:moveTo>
                  <a:lnTo>
                    <a:pt x="1" y="172"/>
                  </a:lnTo>
                  <a:lnTo>
                    <a:pt x="645" y="816"/>
                  </a:lnTo>
                  <a:lnTo>
                    <a:pt x="814" y="413"/>
                  </a:lnTo>
                  <a:lnTo>
                    <a:pt x="402" y="1"/>
                  </a:ln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838" name="Google Shape;3838;p27"/>
            <p:cNvSpPr/>
            <p:nvPr/>
          </p:nvSpPr>
          <p:spPr>
            <a:xfrm>
              <a:off x="2837085" y="2405917"/>
              <a:ext cx="81366" cy="79567"/>
            </a:xfrm>
            <a:custGeom>
              <a:rect b="b" l="l" r="r" t="t"/>
              <a:pathLst>
                <a:path extrusionOk="0" h="2477" w="2533">
                  <a:moveTo>
                    <a:pt x="212" y="1"/>
                  </a:moveTo>
                  <a:cubicBezTo>
                    <a:pt x="37" y="105"/>
                    <a:pt x="1" y="348"/>
                    <a:pt x="150" y="499"/>
                  </a:cubicBezTo>
                  <a:lnTo>
                    <a:pt x="2034" y="2385"/>
                  </a:lnTo>
                  <a:cubicBezTo>
                    <a:pt x="2098" y="2447"/>
                    <a:pt x="2178" y="2477"/>
                    <a:pt x="2258" y="2477"/>
                  </a:cubicBezTo>
                  <a:cubicBezTo>
                    <a:pt x="2366" y="2477"/>
                    <a:pt x="2473" y="2422"/>
                    <a:pt x="2532" y="2321"/>
                  </a:cubicBezTo>
                  <a:lnTo>
                    <a:pt x="212" y="1"/>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839" name="Google Shape;3839;p27"/>
            <p:cNvSpPr/>
            <p:nvPr/>
          </p:nvSpPr>
          <p:spPr>
            <a:xfrm>
              <a:off x="3065423" y="2205656"/>
              <a:ext cx="54705" cy="53291"/>
            </a:xfrm>
            <a:custGeom>
              <a:rect b="b" l="l" r="r" t="t"/>
              <a:pathLst>
                <a:path extrusionOk="0" h="1659" w="1703">
                  <a:moveTo>
                    <a:pt x="908" y="1"/>
                  </a:moveTo>
                  <a:cubicBezTo>
                    <a:pt x="813" y="1"/>
                    <a:pt x="719" y="45"/>
                    <a:pt x="661" y="131"/>
                  </a:cubicBezTo>
                  <a:lnTo>
                    <a:pt x="0" y="1100"/>
                  </a:lnTo>
                  <a:lnTo>
                    <a:pt x="559" y="1659"/>
                  </a:lnTo>
                  <a:lnTo>
                    <a:pt x="1528" y="999"/>
                  </a:lnTo>
                  <a:cubicBezTo>
                    <a:pt x="1681" y="893"/>
                    <a:pt x="1703" y="673"/>
                    <a:pt x="1571" y="541"/>
                  </a:cubicBezTo>
                  <a:lnTo>
                    <a:pt x="1119" y="88"/>
                  </a:lnTo>
                  <a:cubicBezTo>
                    <a:pt x="1060" y="29"/>
                    <a:pt x="984" y="1"/>
                    <a:pt x="908" y="1"/>
                  </a:cubicBez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840" name="Google Shape;3840;p27"/>
            <p:cNvSpPr/>
            <p:nvPr/>
          </p:nvSpPr>
          <p:spPr>
            <a:xfrm>
              <a:off x="3060347" y="2201191"/>
              <a:ext cx="63217" cy="62221"/>
            </a:xfrm>
            <a:custGeom>
              <a:rect b="b" l="l" r="r" t="t"/>
              <a:pathLst>
                <a:path extrusionOk="0" h="1937" w="1968">
                  <a:moveTo>
                    <a:pt x="1068" y="0"/>
                  </a:moveTo>
                  <a:cubicBezTo>
                    <a:pt x="1054" y="0"/>
                    <a:pt x="1040" y="1"/>
                    <a:pt x="1026" y="3"/>
                  </a:cubicBezTo>
                  <a:cubicBezTo>
                    <a:pt x="895" y="16"/>
                    <a:pt x="779" y="84"/>
                    <a:pt x="706" y="192"/>
                  </a:cubicBezTo>
                  <a:lnTo>
                    <a:pt x="44" y="1161"/>
                  </a:lnTo>
                  <a:cubicBezTo>
                    <a:pt x="1" y="1224"/>
                    <a:pt x="18" y="1311"/>
                    <a:pt x="80" y="1355"/>
                  </a:cubicBezTo>
                  <a:cubicBezTo>
                    <a:pt x="104" y="1371"/>
                    <a:pt x="132" y="1379"/>
                    <a:pt x="159" y="1379"/>
                  </a:cubicBezTo>
                  <a:cubicBezTo>
                    <a:pt x="204" y="1379"/>
                    <a:pt x="247" y="1358"/>
                    <a:pt x="274" y="1318"/>
                  </a:cubicBezTo>
                  <a:lnTo>
                    <a:pt x="934" y="350"/>
                  </a:lnTo>
                  <a:cubicBezTo>
                    <a:pt x="962" y="311"/>
                    <a:pt x="1004" y="285"/>
                    <a:pt x="1050" y="282"/>
                  </a:cubicBezTo>
                  <a:cubicBezTo>
                    <a:pt x="1057" y="281"/>
                    <a:pt x="1063" y="281"/>
                    <a:pt x="1069" y="281"/>
                  </a:cubicBezTo>
                  <a:cubicBezTo>
                    <a:pt x="1110" y="281"/>
                    <a:pt x="1148" y="297"/>
                    <a:pt x="1178" y="327"/>
                  </a:cubicBezTo>
                  <a:lnTo>
                    <a:pt x="1629" y="778"/>
                  </a:lnTo>
                  <a:cubicBezTo>
                    <a:pt x="1663" y="812"/>
                    <a:pt x="1678" y="858"/>
                    <a:pt x="1676" y="906"/>
                  </a:cubicBezTo>
                  <a:cubicBezTo>
                    <a:pt x="1670" y="952"/>
                    <a:pt x="1647" y="994"/>
                    <a:pt x="1606" y="1022"/>
                  </a:cubicBezTo>
                  <a:lnTo>
                    <a:pt x="638" y="1682"/>
                  </a:lnTo>
                  <a:cubicBezTo>
                    <a:pt x="575" y="1725"/>
                    <a:pt x="558" y="1812"/>
                    <a:pt x="601" y="1876"/>
                  </a:cubicBezTo>
                  <a:cubicBezTo>
                    <a:pt x="629" y="1915"/>
                    <a:pt x="672" y="1937"/>
                    <a:pt x="717" y="1937"/>
                  </a:cubicBezTo>
                  <a:cubicBezTo>
                    <a:pt x="745" y="1937"/>
                    <a:pt x="772" y="1929"/>
                    <a:pt x="797" y="1913"/>
                  </a:cubicBezTo>
                  <a:lnTo>
                    <a:pt x="1765" y="1253"/>
                  </a:lnTo>
                  <a:cubicBezTo>
                    <a:pt x="1874" y="1181"/>
                    <a:pt x="1943" y="1064"/>
                    <a:pt x="1955" y="933"/>
                  </a:cubicBezTo>
                  <a:cubicBezTo>
                    <a:pt x="1968" y="803"/>
                    <a:pt x="1922" y="674"/>
                    <a:pt x="1829" y="582"/>
                  </a:cubicBezTo>
                  <a:lnTo>
                    <a:pt x="1376" y="130"/>
                  </a:lnTo>
                  <a:cubicBezTo>
                    <a:pt x="1295" y="47"/>
                    <a:pt x="1183" y="0"/>
                    <a:pt x="1068"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841" name="Google Shape;3841;p27"/>
            <p:cNvSpPr/>
            <p:nvPr/>
          </p:nvSpPr>
          <p:spPr>
            <a:xfrm>
              <a:off x="2852793" y="2416839"/>
              <a:ext cx="54737" cy="53323"/>
            </a:xfrm>
            <a:custGeom>
              <a:rect b="b" l="l" r="r" t="t"/>
              <a:pathLst>
                <a:path extrusionOk="0" h="1660" w="1704">
                  <a:moveTo>
                    <a:pt x="1144" y="1"/>
                  </a:moveTo>
                  <a:lnTo>
                    <a:pt x="176" y="662"/>
                  </a:lnTo>
                  <a:cubicBezTo>
                    <a:pt x="23" y="767"/>
                    <a:pt x="1" y="988"/>
                    <a:pt x="133" y="1120"/>
                  </a:cubicBezTo>
                  <a:lnTo>
                    <a:pt x="584" y="1571"/>
                  </a:lnTo>
                  <a:cubicBezTo>
                    <a:pt x="644" y="1631"/>
                    <a:pt x="720" y="1660"/>
                    <a:pt x="796" y="1660"/>
                  </a:cubicBezTo>
                  <a:cubicBezTo>
                    <a:pt x="891" y="1660"/>
                    <a:pt x="984" y="1615"/>
                    <a:pt x="1043" y="1528"/>
                  </a:cubicBezTo>
                  <a:lnTo>
                    <a:pt x="1703" y="561"/>
                  </a:lnTo>
                  <a:lnTo>
                    <a:pt x="1144" y="1"/>
                  </a:ln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842" name="Google Shape;3842;p27"/>
            <p:cNvSpPr/>
            <p:nvPr/>
          </p:nvSpPr>
          <p:spPr>
            <a:xfrm>
              <a:off x="2849420" y="2412438"/>
              <a:ext cx="63121" cy="62253"/>
            </a:xfrm>
            <a:custGeom>
              <a:rect b="b" l="l" r="r" t="t"/>
              <a:pathLst>
                <a:path extrusionOk="0" h="1938" w="1965">
                  <a:moveTo>
                    <a:pt x="1250" y="0"/>
                  </a:moveTo>
                  <a:cubicBezTo>
                    <a:pt x="1223" y="0"/>
                    <a:pt x="1195" y="8"/>
                    <a:pt x="1171" y="25"/>
                  </a:cubicBezTo>
                  <a:lnTo>
                    <a:pt x="203" y="685"/>
                  </a:lnTo>
                  <a:cubicBezTo>
                    <a:pt x="94" y="757"/>
                    <a:pt x="26" y="875"/>
                    <a:pt x="13" y="1005"/>
                  </a:cubicBezTo>
                  <a:cubicBezTo>
                    <a:pt x="0" y="1135"/>
                    <a:pt x="46" y="1264"/>
                    <a:pt x="139" y="1355"/>
                  </a:cubicBezTo>
                  <a:lnTo>
                    <a:pt x="592" y="1808"/>
                  </a:lnTo>
                  <a:cubicBezTo>
                    <a:pt x="675" y="1892"/>
                    <a:pt x="786" y="1937"/>
                    <a:pt x="902" y="1937"/>
                  </a:cubicBezTo>
                  <a:cubicBezTo>
                    <a:pt x="914" y="1937"/>
                    <a:pt x="928" y="1936"/>
                    <a:pt x="941" y="1933"/>
                  </a:cubicBezTo>
                  <a:cubicBezTo>
                    <a:pt x="1071" y="1920"/>
                    <a:pt x="1187" y="1852"/>
                    <a:pt x="1261" y="1743"/>
                  </a:cubicBezTo>
                  <a:lnTo>
                    <a:pt x="1921" y="775"/>
                  </a:lnTo>
                  <a:cubicBezTo>
                    <a:pt x="1965" y="711"/>
                    <a:pt x="1949" y="624"/>
                    <a:pt x="1885" y="581"/>
                  </a:cubicBezTo>
                  <a:cubicBezTo>
                    <a:pt x="1862" y="564"/>
                    <a:pt x="1835" y="557"/>
                    <a:pt x="1808" y="557"/>
                  </a:cubicBezTo>
                  <a:cubicBezTo>
                    <a:pt x="1764" y="557"/>
                    <a:pt x="1720" y="578"/>
                    <a:pt x="1692" y="617"/>
                  </a:cubicBezTo>
                  <a:lnTo>
                    <a:pt x="1031" y="1585"/>
                  </a:lnTo>
                  <a:cubicBezTo>
                    <a:pt x="1005" y="1626"/>
                    <a:pt x="963" y="1651"/>
                    <a:pt x="915" y="1655"/>
                  </a:cubicBezTo>
                  <a:cubicBezTo>
                    <a:pt x="910" y="1655"/>
                    <a:pt x="905" y="1656"/>
                    <a:pt x="900" y="1656"/>
                  </a:cubicBezTo>
                  <a:cubicBezTo>
                    <a:pt x="859" y="1656"/>
                    <a:pt x="819" y="1640"/>
                    <a:pt x="789" y="1609"/>
                  </a:cubicBezTo>
                  <a:lnTo>
                    <a:pt x="336" y="1157"/>
                  </a:lnTo>
                  <a:cubicBezTo>
                    <a:pt x="304" y="1124"/>
                    <a:pt x="288" y="1077"/>
                    <a:pt x="291" y="1030"/>
                  </a:cubicBezTo>
                  <a:cubicBezTo>
                    <a:pt x="297" y="983"/>
                    <a:pt x="320" y="941"/>
                    <a:pt x="361" y="915"/>
                  </a:cubicBezTo>
                  <a:lnTo>
                    <a:pt x="1329" y="254"/>
                  </a:lnTo>
                  <a:cubicBezTo>
                    <a:pt x="1391" y="210"/>
                    <a:pt x="1407" y="123"/>
                    <a:pt x="1365" y="61"/>
                  </a:cubicBezTo>
                  <a:cubicBezTo>
                    <a:pt x="1338" y="22"/>
                    <a:pt x="1295" y="0"/>
                    <a:pt x="1250"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843" name="Google Shape;3843;p27"/>
            <p:cNvSpPr/>
            <p:nvPr/>
          </p:nvSpPr>
          <p:spPr>
            <a:xfrm>
              <a:off x="2929955" y="2281469"/>
              <a:ext cx="113971" cy="111754"/>
            </a:xfrm>
            <a:custGeom>
              <a:rect b="b" l="l" r="r" t="t"/>
              <a:pathLst>
                <a:path extrusionOk="0" h="3479" w="3548">
                  <a:moveTo>
                    <a:pt x="1675" y="0"/>
                  </a:moveTo>
                  <a:cubicBezTo>
                    <a:pt x="1584" y="0"/>
                    <a:pt x="1494" y="35"/>
                    <a:pt x="1425" y="104"/>
                  </a:cubicBezTo>
                  <a:lnTo>
                    <a:pt x="139" y="1390"/>
                  </a:lnTo>
                  <a:lnTo>
                    <a:pt x="139" y="1405"/>
                  </a:lnTo>
                  <a:cubicBezTo>
                    <a:pt x="0" y="1544"/>
                    <a:pt x="0" y="1768"/>
                    <a:pt x="139" y="1906"/>
                  </a:cubicBezTo>
                  <a:lnTo>
                    <a:pt x="1596" y="3375"/>
                  </a:lnTo>
                  <a:cubicBezTo>
                    <a:pt x="1665" y="3444"/>
                    <a:pt x="1756" y="3478"/>
                    <a:pt x="1847" y="3478"/>
                  </a:cubicBezTo>
                  <a:cubicBezTo>
                    <a:pt x="1937" y="3478"/>
                    <a:pt x="2028" y="3444"/>
                    <a:pt x="2097" y="3375"/>
                  </a:cubicBezTo>
                  <a:lnTo>
                    <a:pt x="2124" y="3378"/>
                  </a:lnTo>
                  <a:lnTo>
                    <a:pt x="3411" y="2091"/>
                  </a:lnTo>
                  <a:cubicBezTo>
                    <a:pt x="3547" y="1954"/>
                    <a:pt x="3547" y="1729"/>
                    <a:pt x="3411" y="1587"/>
                  </a:cubicBezTo>
                  <a:lnTo>
                    <a:pt x="1927" y="104"/>
                  </a:lnTo>
                  <a:cubicBezTo>
                    <a:pt x="1857" y="35"/>
                    <a:pt x="1766" y="0"/>
                    <a:pt x="1675" y="0"/>
                  </a:cubicBezTo>
                  <a:close/>
                </a:path>
              </a:pathLst>
            </a:custGeom>
            <a:solidFill>
              <a:schemeClr val="accent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844" name="Google Shape;3844;p27"/>
            <p:cNvSpPr/>
            <p:nvPr/>
          </p:nvSpPr>
          <p:spPr>
            <a:xfrm>
              <a:off x="2929024" y="2326250"/>
              <a:ext cx="69192" cy="68035"/>
            </a:xfrm>
            <a:custGeom>
              <a:rect b="b" l="l" r="r" t="t"/>
              <a:pathLst>
                <a:path extrusionOk="0" h="2118" w="2154">
                  <a:moveTo>
                    <a:pt x="168" y="1"/>
                  </a:moveTo>
                  <a:lnTo>
                    <a:pt x="138" y="30"/>
                  </a:lnTo>
                  <a:cubicBezTo>
                    <a:pt x="1" y="167"/>
                    <a:pt x="1" y="392"/>
                    <a:pt x="138" y="531"/>
                  </a:cubicBezTo>
                  <a:lnTo>
                    <a:pt x="1622" y="2014"/>
                  </a:lnTo>
                  <a:cubicBezTo>
                    <a:pt x="1691" y="2083"/>
                    <a:pt x="1782" y="2118"/>
                    <a:pt x="1872" y="2118"/>
                  </a:cubicBezTo>
                  <a:cubicBezTo>
                    <a:pt x="1963" y="2118"/>
                    <a:pt x="2054" y="2083"/>
                    <a:pt x="2124" y="2014"/>
                  </a:cubicBezTo>
                  <a:lnTo>
                    <a:pt x="2153" y="1986"/>
                  </a:lnTo>
                  <a:lnTo>
                    <a:pt x="168" y="1"/>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845" name="Google Shape;3845;p27"/>
            <p:cNvSpPr/>
            <p:nvPr/>
          </p:nvSpPr>
          <p:spPr>
            <a:xfrm>
              <a:off x="2973291" y="2298623"/>
              <a:ext cx="57242" cy="52263"/>
            </a:xfrm>
            <a:custGeom>
              <a:rect b="b" l="l" r="r" t="t"/>
              <a:pathLst>
                <a:path extrusionOk="0" h="1627" w="1782">
                  <a:moveTo>
                    <a:pt x="1166" y="0"/>
                  </a:moveTo>
                  <a:cubicBezTo>
                    <a:pt x="849" y="0"/>
                    <a:pt x="419" y="201"/>
                    <a:pt x="22" y="551"/>
                  </a:cubicBezTo>
                  <a:cubicBezTo>
                    <a:pt x="1" y="568"/>
                    <a:pt x="1" y="602"/>
                    <a:pt x="21" y="622"/>
                  </a:cubicBezTo>
                  <a:lnTo>
                    <a:pt x="1013" y="1614"/>
                  </a:lnTo>
                  <a:cubicBezTo>
                    <a:pt x="1021" y="1622"/>
                    <a:pt x="1034" y="1627"/>
                    <a:pt x="1046" y="1627"/>
                  </a:cubicBezTo>
                  <a:cubicBezTo>
                    <a:pt x="1059" y="1627"/>
                    <a:pt x="1073" y="1621"/>
                    <a:pt x="1082" y="1611"/>
                  </a:cubicBezTo>
                  <a:cubicBezTo>
                    <a:pt x="1589" y="1037"/>
                    <a:pt x="1781" y="395"/>
                    <a:pt x="1509" y="124"/>
                  </a:cubicBezTo>
                  <a:cubicBezTo>
                    <a:pt x="1426" y="40"/>
                    <a:pt x="1307" y="0"/>
                    <a:pt x="1166" y="0"/>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846" name="Google Shape;3846;p27"/>
            <p:cNvSpPr/>
            <p:nvPr/>
          </p:nvSpPr>
          <p:spPr>
            <a:xfrm>
              <a:off x="2947816" y="2324676"/>
              <a:ext cx="52295" cy="50079"/>
            </a:xfrm>
            <a:custGeom>
              <a:rect b="b" l="l" r="r" t="t"/>
              <a:pathLst>
                <a:path extrusionOk="0" h="1559" w="1628">
                  <a:moveTo>
                    <a:pt x="598" y="1"/>
                  </a:moveTo>
                  <a:cubicBezTo>
                    <a:pt x="578" y="1"/>
                    <a:pt x="550" y="20"/>
                    <a:pt x="536" y="37"/>
                  </a:cubicBezTo>
                  <a:cubicBezTo>
                    <a:pt x="19" y="614"/>
                    <a:pt x="0" y="1328"/>
                    <a:pt x="129" y="1479"/>
                  </a:cubicBezTo>
                  <a:cubicBezTo>
                    <a:pt x="172" y="1529"/>
                    <a:pt x="278" y="1558"/>
                    <a:pt x="420" y="1558"/>
                  </a:cubicBezTo>
                  <a:cubicBezTo>
                    <a:pt x="721" y="1558"/>
                    <a:pt x="1188" y="1425"/>
                    <a:pt x="1581" y="1073"/>
                  </a:cubicBezTo>
                  <a:cubicBezTo>
                    <a:pt x="1600" y="1056"/>
                    <a:pt x="1628" y="1027"/>
                    <a:pt x="1607" y="1007"/>
                  </a:cubicBezTo>
                  <a:lnTo>
                    <a:pt x="1606" y="995"/>
                  </a:lnTo>
                  <a:lnTo>
                    <a:pt x="616" y="8"/>
                  </a:lnTo>
                  <a:cubicBezTo>
                    <a:pt x="611" y="3"/>
                    <a:pt x="605" y="1"/>
                    <a:pt x="598" y="1"/>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847" name="Google Shape;3847;p27"/>
            <p:cNvSpPr/>
            <p:nvPr/>
          </p:nvSpPr>
          <p:spPr>
            <a:xfrm>
              <a:off x="2942227" y="2324387"/>
              <a:ext cx="57885" cy="52842"/>
            </a:xfrm>
            <a:custGeom>
              <a:rect b="b" l="l" r="r" t="t"/>
              <a:pathLst>
                <a:path extrusionOk="0" h="1645" w="1802">
                  <a:moveTo>
                    <a:pt x="754" y="1"/>
                  </a:moveTo>
                  <a:cubicBezTo>
                    <a:pt x="740" y="1"/>
                    <a:pt x="727" y="6"/>
                    <a:pt x="717" y="17"/>
                  </a:cubicBezTo>
                  <a:cubicBezTo>
                    <a:pt x="200" y="594"/>
                    <a:pt x="1" y="1246"/>
                    <a:pt x="276" y="1521"/>
                  </a:cubicBezTo>
                  <a:cubicBezTo>
                    <a:pt x="359" y="1605"/>
                    <a:pt x="478" y="1644"/>
                    <a:pt x="619" y="1644"/>
                  </a:cubicBezTo>
                  <a:cubicBezTo>
                    <a:pt x="940" y="1644"/>
                    <a:pt x="1377" y="1438"/>
                    <a:pt x="1780" y="1079"/>
                  </a:cubicBezTo>
                  <a:cubicBezTo>
                    <a:pt x="1800" y="1061"/>
                    <a:pt x="1802" y="1029"/>
                    <a:pt x="1781" y="1008"/>
                  </a:cubicBezTo>
                  <a:lnTo>
                    <a:pt x="1778" y="1004"/>
                  </a:lnTo>
                  <a:cubicBezTo>
                    <a:pt x="1462" y="1223"/>
                    <a:pt x="1147" y="1345"/>
                    <a:pt x="900" y="1345"/>
                  </a:cubicBezTo>
                  <a:cubicBezTo>
                    <a:pt x="759" y="1345"/>
                    <a:pt x="640" y="1305"/>
                    <a:pt x="557" y="1221"/>
                  </a:cubicBezTo>
                  <a:cubicBezTo>
                    <a:pt x="328" y="994"/>
                    <a:pt x="451" y="505"/>
                    <a:pt x="788" y="15"/>
                  </a:cubicBezTo>
                  <a:cubicBezTo>
                    <a:pt x="778" y="6"/>
                    <a:pt x="766" y="1"/>
                    <a:pt x="754"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3848" name="Google Shape;3848;p27"/>
          <p:cNvGrpSpPr/>
          <p:nvPr/>
        </p:nvGrpSpPr>
        <p:grpSpPr>
          <a:xfrm>
            <a:off x="2205011" y="2189177"/>
            <a:ext cx="293182" cy="297461"/>
            <a:chOff x="2205011" y="2189177"/>
            <a:chExt cx="293182" cy="297461"/>
          </a:xfrm>
        </p:grpSpPr>
        <p:sp>
          <p:nvSpPr>
            <p:cNvPr id="3849" name="Google Shape;3849;p27"/>
            <p:cNvSpPr/>
            <p:nvPr/>
          </p:nvSpPr>
          <p:spPr>
            <a:xfrm>
              <a:off x="2347160" y="2189177"/>
              <a:ext cx="15997" cy="135621"/>
            </a:xfrm>
            <a:custGeom>
              <a:rect b="b" l="l" r="r" t="t"/>
              <a:pathLst>
                <a:path extrusionOk="0" h="4222" w="498">
                  <a:moveTo>
                    <a:pt x="360" y="0"/>
                  </a:moveTo>
                  <a:cubicBezTo>
                    <a:pt x="283" y="0"/>
                    <a:pt x="222" y="62"/>
                    <a:pt x="222" y="138"/>
                  </a:cubicBezTo>
                  <a:cubicBezTo>
                    <a:pt x="222" y="443"/>
                    <a:pt x="171" y="594"/>
                    <a:pt x="118" y="752"/>
                  </a:cubicBezTo>
                  <a:cubicBezTo>
                    <a:pt x="60" y="922"/>
                    <a:pt x="1" y="1102"/>
                    <a:pt x="1" y="1454"/>
                  </a:cubicBezTo>
                  <a:cubicBezTo>
                    <a:pt x="1" y="1804"/>
                    <a:pt x="60" y="1983"/>
                    <a:pt x="118" y="2156"/>
                  </a:cubicBezTo>
                  <a:cubicBezTo>
                    <a:pt x="171" y="2312"/>
                    <a:pt x="222" y="2463"/>
                    <a:pt x="222" y="2768"/>
                  </a:cubicBezTo>
                  <a:cubicBezTo>
                    <a:pt x="222" y="3075"/>
                    <a:pt x="171" y="3224"/>
                    <a:pt x="118" y="3382"/>
                  </a:cubicBezTo>
                  <a:cubicBezTo>
                    <a:pt x="60" y="3554"/>
                    <a:pt x="1" y="3770"/>
                    <a:pt x="1" y="4120"/>
                  </a:cubicBezTo>
                  <a:cubicBezTo>
                    <a:pt x="1" y="4197"/>
                    <a:pt x="63" y="4221"/>
                    <a:pt x="138" y="4221"/>
                  </a:cubicBezTo>
                  <a:cubicBezTo>
                    <a:pt x="215" y="4221"/>
                    <a:pt x="276" y="4197"/>
                    <a:pt x="276" y="4122"/>
                  </a:cubicBezTo>
                  <a:cubicBezTo>
                    <a:pt x="276" y="3815"/>
                    <a:pt x="326" y="3628"/>
                    <a:pt x="378" y="3470"/>
                  </a:cubicBezTo>
                  <a:cubicBezTo>
                    <a:pt x="436" y="3299"/>
                    <a:pt x="497" y="3120"/>
                    <a:pt x="497" y="2768"/>
                  </a:cubicBezTo>
                  <a:cubicBezTo>
                    <a:pt x="497" y="2418"/>
                    <a:pt x="436" y="2238"/>
                    <a:pt x="378" y="2066"/>
                  </a:cubicBezTo>
                  <a:cubicBezTo>
                    <a:pt x="326" y="1910"/>
                    <a:pt x="276" y="1759"/>
                    <a:pt x="276" y="1454"/>
                  </a:cubicBezTo>
                  <a:cubicBezTo>
                    <a:pt x="276" y="1148"/>
                    <a:pt x="326" y="998"/>
                    <a:pt x="378" y="840"/>
                  </a:cubicBezTo>
                  <a:cubicBezTo>
                    <a:pt x="436" y="668"/>
                    <a:pt x="497" y="488"/>
                    <a:pt x="497" y="138"/>
                  </a:cubicBezTo>
                  <a:cubicBezTo>
                    <a:pt x="497" y="61"/>
                    <a:pt x="435" y="0"/>
                    <a:pt x="360" y="0"/>
                  </a:cubicBezTo>
                  <a:close/>
                </a:path>
              </a:pathLst>
            </a:cu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850" name="Google Shape;3850;p27"/>
            <p:cNvSpPr/>
            <p:nvPr/>
          </p:nvSpPr>
          <p:spPr>
            <a:xfrm>
              <a:off x="2339258" y="2321528"/>
              <a:ext cx="25987" cy="23000"/>
            </a:xfrm>
            <a:custGeom>
              <a:rect b="b" l="l" r="r" t="t"/>
              <a:pathLst>
                <a:path extrusionOk="0" h="716" w="809">
                  <a:moveTo>
                    <a:pt x="238" y="0"/>
                  </a:moveTo>
                  <a:lnTo>
                    <a:pt x="183" y="36"/>
                  </a:lnTo>
                  <a:cubicBezTo>
                    <a:pt x="82" y="36"/>
                    <a:pt x="1" y="119"/>
                    <a:pt x="1" y="220"/>
                  </a:cubicBezTo>
                  <a:lnTo>
                    <a:pt x="1" y="715"/>
                  </a:lnTo>
                  <a:lnTo>
                    <a:pt x="772" y="715"/>
                  </a:lnTo>
                  <a:lnTo>
                    <a:pt x="808" y="440"/>
                  </a:lnTo>
                  <a:lnTo>
                    <a:pt x="808" y="184"/>
                  </a:lnTo>
                  <a:cubicBezTo>
                    <a:pt x="805" y="83"/>
                    <a:pt x="724" y="0"/>
                    <a:pt x="623" y="0"/>
                  </a:cubicBezTo>
                  <a:close/>
                </a:path>
              </a:pathLst>
            </a:cu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851" name="Google Shape;3851;p27"/>
            <p:cNvSpPr/>
            <p:nvPr/>
          </p:nvSpPr>
          <p:spPr>
            <a:xfrm>
              <a:off x="2338005" y="2321528"/>
              <a:ext cx="27144" cy="25955"/>
            </a:xfrm>
            <a:custGeom>
              <a:rect b="b" l="l" r="r" t="t"/>
              <a:pathLst>
                <a:path extrusionOk="0" h="808" w="845">
                  <a:moveTo>
                    <a:pt x="183" y="0"/>
                  </a:moveTo>
                  <a:cubicBezTo>
                    <a:pt x="81" y="0"/>
                    <a:pt x="0" y="83"/>
                    <a:pt x="0" y="184"/>
                  </a:cubicBezTo>
                  <a:lnTo>
                    <a:pt x="0" y="808"/>
                  </a:lnTo>
                  <a:lnTo>
                    <a:pt x="844" y="808"/>
                  </a:lnTo>
                  <a:lnTo>
                    <a:pt x="844" y="440"/>
                  </a:lnTo>
                  <a:lnTo>
                    <a:pt x="367" y="440"/>
                  </a:lnTo>
                  <a:cubicBezTo>
                    <a:pt x="366" y="440"/>
                    <a:pt x="365" y="440"/>
                    <a:pt x="364" y="440"/>
                  </a:cubicBezTo>
                  <a:cubicBezTo>
                    <a:pt x="315" y="440"/>
                    <a:pt x="275" y="399"/>
                    <a:pt x="275" y="350"/>
                  </a:cubicBezTo>
                  <a:lnTo>
                    <a:pt x="275" y="0"/>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852" name="Google Shape;3852;p27"/>
            <p:cNvSpPr/>
            <p:nvPr/>
          </p:nvSpPr>
          <p:spPr>
            <a:xfrm>
              <a:off x="2207613" y="2344528"/>
              <a:ext cx="290580" cy="140022"/>
            </a:xfrm>
            <a:custGeom>
              <a:rect b="b" l="l" r="r" t="t"/>
              <a:pathLst>
                <a:path extrusionOk="0" h="4359" w="9046">
                  <a:moveTo>
                    <a:pt x="196" y="1"/>
                  </a:moveTo>
                  <a:lnTo>
                    <a:pt x="93" y="89"/>
                  </a:lnTo>
                  <a:cubicBezTo>
                    <a:pt x="42" y="89"/>
                    <a:pt x="0" y="131"/>
                    <a:pt x="0" y="182"/>
                  </a:cubicBezTo>
                  <a:lnTo>
                    <a:pt x="31" y="4200"/>
                  </a:lnTo>
                  <a:cubicBezTo>
                    <a:pt x="31" y="4251"/>
                    <a:pt x="73" y="4293"/>
                    <a:pt x="123" y="4293"/>
                  </a:cubicBezTo>
                  <a:lnTo>
                    <a:pt x="8837" y="4358"/>
                  </a:lnTo>
                  <a:cubicBezTo>
                    <a:pt x="8887" y="4358"/>
                    <a:pt x="8926" y="4316"/>
                    <a:pt x="8928" y="4265"/>
                  </a:cubicBezTo>
                  <a:lnTo>
                    <a:pt x="9045" y="4150"/>
                  </a:lnTo>
                  <a:lnTo>
                    <a:pt x="9045" y="276"/>
                  </a:lnTo>
                  <a:cubicBezTo>
                    <a:pt x="9045" y="124"/>
                    <a:pt x="8922" y="1"/>
                    <a:pt x="8770" y="1"/>
                  </a:cubicBez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853" name="Google Shape;3853;p27"/>
            <p:cNvSpPr/>
            <p:nvPr/>
          </p:nvSpPr>
          <p:spPr>
            <a:xfrm>
              <a:off x="2205011" y="2344496"/>
              <a:ext cx="293118" cy="142142"/>
            </a:xfrm>
            <a:custGeom>
              <a:rect b="b" l="l" r="r" t="t"/>
              <a:pathLst>
                <a:path extrusionOk="0" h="4425" w="9125">
                  <a:moveTo>
                    <a:pt x="275" y="0"/>
                  </a:moveTo>
                  <a:cubicBezTo>
                    <a:pt x="123" y="0"/>
                    <a:pt x="0" y="123"/>
                    <a:pt x="0" y="275"/>
                  </a:cubicBezTo>
                  <a:lnTo>
                    <a:pt x="0" y="4149"/>
                  </a:lnTo>
                  <a:cubicBezTo>
                    <a:pt x="0" y="4301"/>
                    <a:pt x="123" y="4424"/>
                    <a:pt x="275" y="4424"/>
                  </a:cubicBezTo>
                  <a:lnTo>
                    <a:pt x="8850" y="4424"/>
                  </a:lnTo>
                  <a:cubicBezTo>
                    <a:pt x="9002" y="4424"/>
                    <a:pt x="9125" y="4301"/>
                    <a:pt x="9125" y="4149"/>
                  </a:cubicBezTo>
                  <a:lnTo>
                    <a:pt x="366" y="4149"/>
                  </a:lnTo>
                  <a:lnTo>
                    <a:pt x="366" y="4152"/>
                  </a:lnTo>
                  <a:cubicBezTo>
                    <a:pt x="316" y="4152"/>
                    <a:pt x="275" y="4110"/>
                    <a:pt x="275" y="4059"/>
                  </a:cubicBezTo>
                  <a:lnTo>
                    <a:pt x="275" y="0"/>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854" name="Google Shape;3854;p27"/>
            <p:cNvSpPr/>
            <p:nvPr/>
          </p:nvSpPr>
          <p:spPr>
            <a:xfrm>
              <a:off x="2223836" y="2363385"/>
              <a:ext cx="256627" cy="104494"/>
            </a:xfrm>
            <a:custGeom>
              <a:rect b="b" l="l" r="r" t="t"/>
              <a:pathLst>
                <a:path extrusionOk="0" h="3253" w="7989">
                  <a:moveTo>
                    <a:pt x="92" y="0"/>
                  </a:moveTo>
                  <a:cubicBezTo>
                    <a:pt x="41" y="0"/>
                    <a:pt x="0" y="42"/>
                    <a:pt x="0" y="93"/>
                  </a:cubicBezTo>
                  <a:lnTo>
                    <a:pt x="0" y="3160"/>
                  </a:lnTo>
                  <a:cubicBezTo>
                    <a:pt x="0" y="3211"/>
                    <a:pt x="41" y="3253"/>
                    <a:pt x="92" y="3253"/>
                  </a:cubicBezTo>
                  <a:lnTo>
                    <a:pt x="7861" y="3253"/>
                  </a:lnTo>
                  <a:cubicBezTo>
                    <a:pt x="7912" y="3253"/>
                    <a:pt x="7952" y="3211"/>
                    <a:pt x="7952" y="3159"/>
                  </a:cubicBezTo>
                  <a:lnTo>
                    <a:pt x="7989" y="3011"/>
                  </a:lnTo>
                  <a:lnTo>
                    <a:pt x="7989" y="514"/>
                  </a:lnTo>
                  <a:lnTo>
                    <a:pt x="7952" y="93"/>
                  </a:lnTo>
                  <a:cubicBezTo>
                    <a:pt x="7952" y="42"/>
                    <a:pt x="7912" y="0"/>
                    <a:pt x="7861" y="0"/>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855" name="Google Shape;3855;p27"/>
            <p:cNvSpPr/>
            <p:nvPr/>
          </p:nvSpPr>
          <p:spPr>
            <a:xfrm>
              <a:off x="2222679" y="2379126"/>
              <a:ext cx="257783" cy="89975"/>
            </a:xfrm>
            <a:custGeom>
              <a:rect b="b" l="l" r="r" t="t"/>
              <a:pathLst>
                <a:path extrusionOk="0" h="2801" w="8025">
                  <a:moveTo>
                    <a:pt x="22" y="1"/>
                  </a:moveTo>
                  <a:lnTo>
                    <a:pt x="0" y="27"/>
                  </a:lnTo>
                  <a:lnTo>
                    <a:pt x="0" y="2708"/>
                  </a:lnTo>
                  <a:cubicBezTo>
                    <a:pt x="0" y="2759"/>
                    <a:pt x="41" y="2801"/>
                    <a:pt x="91" y="2801"/>
                  </a:cubicBezTo>
                  <a:lnTo>
                    <a:pt x="7933" y="2801"/>
                  </a:lnTo>
                  <a:cubicBezTo>
                    <a:pt x="7984" y="2801"/>
                    <a:pt x="8025" y="2759"/>
                    <a:pt x="8025" y="2708"/>
                  </a:cubicBezTo>
                  <a:lnTo>
                    <a:pt x="8025" y="2525"/>
                  </a:lnTo>
                  <a:lnTo>
                    <a:pt x="367" y="2525"/>
                  </a:lnTo>
                  <a:lnTo>
                    <a:pt x="367" y="2524"/>
                  </a:lnTo>
                  <a:cubicBezTo>
                    <a:pt x="316" y="2524"/>
                    <a:pt x="275" y="2482"/>
                    <a:pt x="275" y="2431"/>
                  </a:cubicBezTo>
                  <a:lnTo>
                    <a:pt x="275" y="27"/>
                  </a:lnTo>
                  <a:lnTo>
                    <a:pt x="254" y="1"/>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856" name="Google Shape;3856;p27"/>
            <p:cNvSpPr/>
            <p:nvPr/>
          </p:nvSpPr>
          <p:spPr>
            <a:xfrm>
              <a:off x="2410862" y="2415651"/>
              <a:ext cx="16543" cy="16575"/>
            </a:xfrm>
            <a:custGeom>
              <a:rect b="b" l="l" r="r" t="t"/>
              <a:pathLst>
                <a:path extrusionOk="0" h="516" w="515">
                  <a:moveTo>
                    <a:pt x="240" y="0"/>
                  </a:moveTo>
                  <a:cubicBezTo>
                    <a:pt x="212" y="0"/>
                    <a:pt x="186" y="3"/>
                    <a:pt x="160" y="13"/>
                  </a:cubicBezTo>
                  <a:cubicBezTo>
                    <a:pt x="46" y="46"/>
                    <a:pt x="1" y="238"/>
                    <a:pt x="1" y="277"/>
                  </a:cubicBezTo>
                  <a:cubicBezTo>
                    <a:pt x="1" y="429"/>
                    <a:pt x="88" y="516"/>
                    <a:pt x="240" y="516"/>
                  </a:cubicBezTo>
                  <a:cubicBezTo>
                    <a:pt x="282" y="516"/>
                    <a:pt x="470" y="471"/>
                    <a:pt x="505" y="356"/>
                  </a:cubicBezTo>
                  <a:cubicBezTo>
                    <a:pt x="509" y="329"/>
                    <a:pt x="515" y="303"/>
                    <a:pt x="515" y="275"/>
                  </a:cubicBezTo>
                  <a:cubicBezTo>
                    <a:pt x="515" y="123"/>
                    <a:pt x="392" y="0"/>
                    <a:pt x="240" y="0"/>
                  </a:cubicBezTo>
                  <a:close/>
                </a:path>
              </a:pathLst>
            </a:cu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857" name="Google Shape;3857;p27"/>
            <p:cNvSpPr/>
            <p:nvPr/>
          </p:nvSpPr>
          <p:spPr>
            <a:xfrm>
              <a:off x="2409706" y="2416068"/>
              <a:ext cx="17378" cy="17314"/>
            </a:xfrm>
            <a:custGeom>
              <a:rect b="b" l="l" r="r" t="t"/>
              <a:pathLst>
                <a:path extrusionOk="0" h="539" w="541">
                  <a:moveTo>
                    <a:pt x="196" y="0"/>
                  </a:moveTo>
                  <a:cubicBezTo>
                    <a:pt x="82" y="35"/>
                    <a:pt x="1" y="139"/>
                    <a:pt x="1" y="264"/>
                  </a:cubicBezTo>
                  <a:cubicBezTo>
                    <a:pt x="1" y="416"/>
                    <a:pt x="124" y="539"/>
                    <a:pt x="276" y="539"/>
                  </a:cubicBezTo>
                  <a:cubicBezTo>
                    <a:pt x="400" y="539"/>
                    <a:pt x="506" y="456"/>
                    <a:pt x="541" y="343"/>
                  </a:cubicBezTo>
                  <a:lnTo>
                    <a:pt x="541" y="343"/>
                  </a:lnTo>
                  <a:cubicBezTo>
                    <a:pt x="513" y="349"/>
                    <a:pt x="486" y="355"/>
                    <a:pt x="458" y="355"/>
                  </a:cubicBezTo>
                  <a:cubicBezTo>
                    <a:pt x="306" y="355"/>
                    <a:pt x="183" y="232"/>
                    <a:pt x="183" y="80"/>
                  </a:cubicBezTo>
                  <a:cubicBezTo>
                    <a:pt x="183" y="52"/>
                    <a:pt x="187" y="25"/>
                    <a:pt x="196"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858" name="Google Shape;3858;p27"/>
            <p:cNvSpPr/>
            <p:nvPr/>
          </p:nvSpPr>
          <p:spPr>
            <a:xfrm>
              <a:off x="2445877" y="2415651"/>
              <a:ext cx="16929" cy="17025"/>
            </a:xfrm>
            <a:custGeom>
              <a:rect b="b" l="l" r="r" t="t"/>
              <a:pathLst>
                <a:path extrusionOk="0" h="530" w="527">
                  <a:moveTo>
                    <a:pt x="251" y="0"/>
                  </a:moveTo>
                  <a:cubicBezTo>
                    <a:pt x="225" y="0"/>
                    <a:pt x="198" y="3"/>
                    <a:pt x="172" y="13"/>
                  </a:cubicBezTo>
                  <a:cubicBezTo>
                    <a:pt x="59" y="46"/>
                    <a:pt x="1" y="246"/>
                    <a:pt x="1" y="282"/>
                  </a:cubicBezTo>
                  <a:cubicBezTo>
                    <a:pt x="1" y="434"/>
                    <a:pt x="105" y="530"/>
                    <a:pt x="259" y="530"/>
                  </a:cubicBezTo>
                  <a:cubicBezTo>
                    <a:pt x="269" y="530"/>
                    <a:pt x="483" y="469"/>
                    <a:pt x="518" y="356"/>
                  </a:cubicBezTo>
                  <a:cubicBezTo>
                    <a:pt x="521" y="329"/>
                    <a:pt x="526" y="303"/>
                    <a:pt x="526" y="275"/>
                  </a:cubicBezTo>
                  <a:cubicBezTo>
                    <a:pt x="526" y="123"/>
                    <a:pt x="403" y="0"/>
                    <a:pt x="251" y="0"/>
                  </a:cubicBezTo>
                  <a:close/>
                </a:path>
              </a:pathLst>
            </a:cu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859" name="Google Shape;3859;p27"/>
            <p:cNvSpPr/>
            <p:nvPr/>
          </p:nvSpPr>
          <p:spPr>
            <a:xfrm>
              <a:off x="2445106" y="2416068"/>
              <a:ext cx="17378" cy="17314"/>
            </a:xfrm>
            <a:custGeom>
              <a:rect b="b" l="l" r="r" t="t"/>
              <a:pathLst>
                <a:path extrusionOk="0" h="539" w="541">
                  <a:moveTo>
                    <a:pt x="196" y="0"/>
                  </a:moveTo>
                  <a:lnTo>
                    <a:pt x="196" y="0"/>
                  </a:lnTo>
                  <a:cubicBezTo>
                    <a:pt x="83" y="35"/>
                    <a:pt x="0" y="139"/>
                    <a:pt x="0" y="264"/>
                  </a:cubicBezTo>
                  <a:cubicBezTo>
                    <a:pt x="0" y="416"/>
                    <a:pt x="123" y="539"/>
                    <a:pt x="275" y="539"/>
                  </a:cubicBezTo>
                  <a:cubicBezTo>
                    <a:pt x="400" y="539"/>
                    <a:pt x="506" y="456"/>
                    <a:pt x="540" y="343"/>
                  </a:cubicBezTo>
                  <a:lnTo>
                    <a:pt x="540" y="343"/>
                  </a:lnTo>
                  <a:cubicBezTo>
                    <a:pt x="513" y="349"/>
                    <a:pt x="485" y="355"/>
                    <a:pt x="459" y="355"/>
                  </a:cubicBezTo>
                  <a:cubicBezTo>
                    <a:pt x="307" y="355"/>
                    <a:pt x="184" y="232"/>
                    <a:pt x="184" y="80"/>
                  </a:cubicBezTo>
                  <a:cubicBezTo>
                    <a:pt x="184" y="52"/>
                    <a:pt x="187" y="25"/>
                    <a:pt x="196"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860" name="Google Shape;3860;p27"/>
            <p:cNvSpPr/>
            <p:nvPr/>
          </p:nvSpPr>
          <p:spPr>
            <a:xfrm>
              <a:off x="2408228" y="2446618"/>
              <a:ext cx="20623" cy="8866"/>
            </a:xfrm>
            <a:custGeom>
              <a:rect b="b" l="l" r="r" t="t"/>
              <a:pathLst>
                <a:path extrusionOk="0" h="276" w="642">
                  <a:moveTo>
                    <a:pt x="136" y="0"/>
                  </a:moveTo>
                  <a:cubicBezTo>
                    <a:pt x="61" y="0"/>
                    <a:pt x="0" y="63"/>
                    <a:pt x="0" y="138"/>
                  </a:cubicBezTo>
                  <a:cubicBezTo>
                    <a:pt x="0" y="215"/>
                    <a:pt x="61" y="275"/>
                    <a:pt x="136" y="275"/>
                  </a:cubicBezTo>
                  <a:lnTo>
                    <a:pt x="504" y="275"/>
                  </a:lnTo>
                  <a:cubicBezTo>
                    <a:pt x="581" y="275"/>
                    <a:pt x="642" y="215"/>
                    <a:pt x="642" y="138"/>
                  </a:cubicBezTo>
                  <a:cubicBezTo>
                    <a:pt x="642" y="63"/>
                    <a:pt x="581" y="0"/>
                    <a:pt x="504"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861" name="Google Shape;3861;p27"/>
            <p:cNvSpPr/>
            <p:nvPr/>
          </p:nvSpPr>
          <p:spPr>
            <a:xfrm>
              <a:off x="2443629" y="2446618"/>
              <a:ext cx="20655" cy="8866"/>
            </a:xfrm>
            <a:custGeom>
              <a:rect b="b" l="l" r="r" t="t"/>
              <a:pathLst>
                <a:path extrusionOk="0" h="276" w="643">
                  <a:moveTo>
                    <a:pt x="138" y="0"/>
                  </a:moveTo>
                  <a:cubicBezTo>
                    <a:pt x="61" y="0"/>
                    <a:pt x="0" y="63"/>
                    <a:pt x="0" y="138"/>
                  </a:cubicBezTo>
                  <a:cubicBezTo>
                    <a:pt x="0" y="215"/>
                    <a:pt x="61" y="275"/>
                    <a:pt x="138" y="275"/>
                  </a:cubicBezTo>
                  <a:lnTo>
                    <a:pt x="505" y="275"/>
                  </a:lnTo>
                  <a:cubicBezTo>
                    <a:pt x="581" y="275"/>
                    <a:pt x="643" y="215"/>
                    <a:pt x="643" y="138"/>
                  </a:cubicBezTo>
                  <a:cubicBezTo>
                    <a:pt x="643" y="63"/>
                    <a:pt x="581" y="0"/>
                    <a:pt x="505"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862" name="Google Shape;3862;p27"/>
            <p:cNvSpPr/>
            <p:nvPr/>
          </p:nvSpPr>
          <p:spPr>
            <a:xfrm>
              <a:off x="2414075" y="2393517"/>
              <a:ext cx="44265" cy="8866"/>
            </a:xfrm>
            <a:custGeom>
              <a:rect b="b" l="l" r="r" t="t"/>
              <a:pathLst>
                <a:path extrusionOk="0" h="276" w="1378">
                  <a:moveTo>
                    <a:pt x="138" y="0"/>
                  </a:moveTo>
                  <a:cubicBezTo>
                    <a:pt x="62" y="0"/>
                    <a:pt x="1" y="61"/>
                    <a:pt x="1" y="138"/>
                  </a:cubicBezTo>
                  <a:cubicBezTo>
                    <a:pt x="1" y="213"/>
                    <a:pt x="62" y="275"/>
                    <a:pt x="138" y="275"/>
                  </a:cubicBezTo>
                  <a:lnTo>
                    <a:pt x="1240" y="275"/>
                  </a:lnTo>
                  <a:cubicBezTo>
                    <a:pt x="1317" y="275"/>
                    <a:pt x="1377" y="213"/>
                    <a:pt x="1377" y="138"/>
                  </a:cubicBezTo>
                  <a:cubicBezTo>
                    <a:pt x="1377" y="61"/>
                    <a:pt x="1315" y="0"/>
                    <a:pt x="1240"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863" name="Google Shape;3863;p27"/>
            <p:cNvSpPr/>
            <p:nvPr/>
          </p:nvSpPr>
          <p:spPr>
            <a:xfrm>
              <a:off x="2223836" y="2362196"/>
              <a:ext cx="256627" cy="17699"/>
            </a:xfrm>
            <a:custGeom>
              <a:rect b="b" l="l" r="r" t="t"/>
              <a:pathLst>
                <a:path extrusionOk="0" h="551" w="7989">
                  <a:moveTo>
                    <a:pt x="239" y="1"/>
                  </a:moveTo>
                  <a:lnTo>
                    <a:pt x="92" y="37"/>
                  </a:lnTo>
                  <a:cubicBezTo>
                    <a:pt x="41" y="37"/>
                    <a:pt x="0" y="79"/>
                    <a:pt x="0" y="130"/>
                  </a:cubicBezTo>
                  <a:lnTo>
                    <a:pt x="0" y="515"/>
                  </a:lnTo>
                  <a:lnTo>
                    <a:pt x="239" y="551"/>
                  </a:lnTo>
                  <a:lnTo>
                    <a:pt x="7989" y="551"/>
                  </a:lnTo>
                  <a:lnTo>
                    <a:pt x="7989" y="92"/>
                  </a:lnTo>
                  <a:cubicBezTo>
                    <a:pt x="7989" y="43"/>
                    <a:pt x="7948" y="1"/>
                    <a:pt x="7897"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864" name="Google Shape;3864;p27"/>
            <p:cNvSpPr/>
            <p:nvPr/>
          </p:nvSpPr>
          <p:spPr>
            <a:xfrm>
              <a:off x="2222679" y="2362196"/>
              <a:ext cx="8866" cy="17764"/>
            </a:xfrm>
            <a:custGeom>
              <a:rect b="b" l="l" r="r" t="t"/>
              <a:pathLst>
                <a:path extrusionOk="0" h="553" w="276">
                  <a:moveTo>
                    <a:pt x="91" y="1"/>
                  </a:moveTo>
                  <a:cubicBezTo>
                    <a:pt x="80" y="1"/>
                    <a:pt x="67" y="4"/>
                    <a:pt x="55" y="8"/>
                  </a:cubicBezTo>
                  <a:cubicBezTo>
                    <a:pt x="34" y="18"/>
                    <a:pt x="16" y="36"/>
                    <a:pt x="8" y="57"/>
                  </a:cubicBezTo>
                  <a:cubicBezTo>
                    <a:pt x="2" y="69"/>
                    <a:pt x="0" y="80"/>
                    <a:pt x="0" y="93"/>
                  </a:cubicBezTo>
                  <a:lnTo>
                    <a:pt x="0" y="552"/>
                  </a:lnTo>
                  <a:lnTo>
                    <a:pt x="275" y="552"/>
                  </a:lnTo>
                  <a:lnTo>
                    <a:pt x="275" y="1"/>
                  </a:lnTo>
                  <a:close/>
                </a:path>
              </a:pathLst>
            </a:custGeom>
            <a:solidFill>
              <a:srgbClr val="DDD3C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865" name="Google Shape;3865;p27"/>
            <p:cNvSpPr/>
            <p:nvPr/>
          </p:nvSpPr>
          <p:spPr>
            <a:xfrm>
              <a:off x="2314426" y="2415747"/>
              <a:ext cx="75552" cy="34114"/>
            </a:xfrm>
            <a:custGeom>
              <a:rect b="b" l="l" r="r" t="t"/>
              <a:pathLst>
                <a:path extrusionOk="0" h="1062" w="2352">
                  <a:moveTo>
                    <a:pt x="239" y="0"/>
                  </a:moveTo>
                  <a:cubicBezTo>
                    <a:pt x="87" y="0"/>
                    <a:pt x="0" y="162"/>
                    <a:pt x="0" y="314"/>
                  </a:cubicBezTo>
                  <a:lnTo>
                    <a:pt x="0" y="786"/>
                  </a:lnTo>
                  <a:cubicBezTo>
                    <a:pt x="0" y="938"/>
                    <a:pt x="124" y="1061"/>
                    <a:pt x="276" y="1061"/>
                  </a:cubicBezTo>
                  <a:lnTo>
                    <a:pt x="2039" y="1061"/>
                  </a:lnTo>
                  <a:cubicBezTo>
                    <a:pt x="2191" y="1061"/>
                    <a:pt x="2350" y="974"/>
                    <a:pt x="2351" y="822"/>
                  </a:cubicBezTo>
                  <a:lnTo>
                    <a:pt x="2351" y="275"/>
                  </a:lnTo>
                  <a:cubicBezTo>
                    <a:pt x="2351" y="125"/>
                    <a:pt x="2228" y="0"/>
                    <a:pt x="2076" y="0"/>
                  </a:cubicBezTo>
                  <a:close/>
                </a:path>
              </a:pathLst>
            </a:cu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866" name="Google Shape;3866;p27"/>
            <p:cNvSpPr/>
            <p:nvPr/>
          </p:nvSpPr>
          <p:spPr>
            <a:xfrm>
              <a:off x="2313205" y="2415747"/>
              <a:ext cx="76709" cy="35271"/>
            </a:xfrm>
            <a:custGeom>
              <a:rect b="b" l="l" r="r" t="t"/>
              <a:pathLst>
                <a:path extrusionOk="0" h="1098" w="2388">
                  <a:moveTo>
                    <a:pt x="276" y="0"/>
                  </a:moveTo>
                  <a:cubicBezTo>
                    <a:pt x="124" y="0"/>
                    <a:pt x="1" y="125"/>
                    <a:pt x="1" y="275"/>
                  </a:cubicBezTo>
                  <a:lnTo>
                    <a:pt x="1" y="822"/>
                  </a:lnTo>
                  <a:cubicBezTo>
                    <a:pt x="1" y="974"/>
                    <a:pt x="124" y="1097"/>
                    <a:pt x="276" y="1097"/>
                  </a:cubicBezTo>
                  <a:lnTo>
                    <a:pt x="2113" y="1097"/>
                  </a:lnTo>
                  <a:cubicBezTo>
                    <a:pt x="2265" y="1097"/>
                    <a:pt x="2388" y="974"/>
                    <a:pt x="2388" y="822"/>
                  </a:cubicBezTo>
                  <a:lnTo>
                    <a:pt x="331" y="822"/>
                  </a:lnTo>
                  <a:cubicBezTo>
                    <a:pt x="299" y="822"/>
                    <a:pt x="276" y="796"/>
                    <a:pt x="276" y="767"/>
                  </a:cubicBezTo>
                  <a:lnTo>
                    <a:pt x="276" y="0"/>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867" name="Google Shape;3867;p27"/>
            <p:cNvSpPr/>
            <p:nvPr/>
          </p:nvSpPr>
          <p:spPr>
            <a:xfrm>
              <a:off x="2355801" y="2429593"/>
              <a:ext cx="20687" cy="8866"/>
            </a:xfrm>
            <a:custGeom>
              <a:rect b="b" l="l" r="r" t="t"/>
              <a:pathLst>
                <a:path extrusionOk="0" h="276" w="644">
                  <a:moveTo>
                    <a:pt x="138" y="0"/>
                  </a:moveTo>
                  <a:cubicBezTo>
                    <a:pt x="63" y="0"/>
                    <a:pt x="1" y="61"/>
                    <a:pt x="1" y="138"/>
                  </a:cubicBezTo>
                  <a:cubicBezTo>
                    <a:pt x="1" y="215"/>
                    <a:pt x="63" y="276"/>
                    <a:pt x="138" y="276"/>
                  </a:cubicBezTo>
                  <a:lnTo>
                    <a:pt x="506" y="276"/>
                  </a:lnTo>
                  <a:cubicBezTo>
                    <a:pt x="583" y="276"/>
                    <a:pt x="644" y="215"/>
                    <a:pt x="644" y="138"/>
                  </a:cubicBezTo>
                  <a:cubicBezTo>
                    <a:pt x="644" y="61"/>
                    <a:pt x="583" y="0"/>
                    <a:pt x="506"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868" name="Google Shape;3868;p27"/>
            <p:cNvSpPr/>
            <p:nvPr/>
          </p:nvSpPr>
          <p:spPr>
            <a:xfrm>
              <a:off x="2326665" y="2429593"/>
              <a:ext cx="20655" cy="8866"/>
            </a:xfrm>
            <a:custGeom>
              <a:rect b="b" l="l" r="r" t="t"/>
              <a:pathLst>
                <a:path extrusionOk="0" h="276" w="643">
                  <a:moveTo>
                    <a:pt x="138" y="0"/>
                  </a:moveTo>
                  <a:cubicBezTo>
                    <a:pt x="61" y="0"/>
                    <a:pt x="0" y="61"/>
                    <a:pt x="0" y="138"/>
                  </a:cubicBezTo>
                  <a:cubicBezTo>
                    <a:pt x="0" y="215"/>
                    <a:pt x="61" y="276"/>
                    <a:pt x="138" y="276"/>
                  </a:cubicBezTo>
                  <a:lnTo>
                    <a:pt x="505" y="276"/>
                  </a:lnTo>
                  <a:cubicBezTo>
                    <a:pt x="581" y="276"/>
                    <a:pt x="643" y="215"/>
                    <a:pt x="643" y="138"/>
                  </a:cubicBezTo>
                  <a:cubicBezTo>
                    <a:pt x="643" y="61"/>
                    <a:pt x="581" y="0"/>
                    <a:pt x="505"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869" name="Google Shape;3869;p27"/>
            <p:cNvSpPr/>
            <p:nvPr/>
          </p:nvSpPr>
          <p:spPr>
            <a:xfrm>
              <a:off x="2338294" y="2393228"/>
              <a:ext cx="8866" cy="8866"/>
            </a:xfrm>
            <a:custGeom>
              <a:rect b="b" l="l" r="r" t="t"/>
              <a:pathLst>
                <a:path extrusionOk="0" h="276" w="276">
                  <a:moveTo>
                    <a:pt x="138" y="0"/>
                  </a:moveTo>
                  <a:cubicBezTo>
                    <a:pt x="61" y="0"/>
                    <a:pt x="0" y="61"/>
                    <a:pt x="0" y="138"/>
                  </a:cubicBezTo>
                  <a:cubicBezTo>
                    <a:pt x="0" y="213"/>
                    <a:pt x="61" y="275"/>
                    <a:pt x="138" y="275"/>
                  </a:cubicBezTo>
                  <a:cubicBezTo>
                    <a:pt x="213" y="275"/>
                    <a:pt x="275" y="213"/>
                    <a:pt x="275" y="138"/>
                  </a:cubicBezTo>
                  <a:cubicBezTo>
                    <a:pt x="275" y="61"/>
                    <a:pt x="213" y="0"/>
                    <a:pt x="138"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870" name="Google Shape;3870;p27"/>
            <p:cNvSpPr/>
            <p:nvPr/>
          </p:nvSpPr>
          <p:spPr>
            <a:xfrm>
              <a:off x="2355994" y="2393228"/>
              <a:ext cx="8866" cy="8866"/>
            </a:xfrm>
            <a:custGeom>
              <a:rect b="b" l="l" r="r" t="t"/>
              <a:pathLst>
                <a:path extrusionOk="0" h="276" w="276">
                  <a:moveTo>
                    <a:pt x="138" y="0"/>
                  </a:moveTo>
                  <a:cubicBezTo>
                    <a:pt x="63" y="0"/>
                    <a:pt x="1" y="61"/>
                    <a:pt x="1" y="138"/>
                  </a:cubicBezTo>
                  <a:cubicBezTo>
                    <a:pt x="1" y="213"/>
                    <a:pt x="63" y="275"/>
                    <a:pt x="138" y="275"/>
                  </a:cubicBezTo>
                  <a:cubicBezTo>
                    <a:pt x="213" y="275"/>
                    <a:pt x="276" y="213"/>
                    <a:pt x="276" y="138"/>
                  </a:cubicBezTo>
                  <a:cubicBezTo>
                    <a:pt x="276" y="61"/>
                    <a:pt x="213" y="0"/>
                    <a:pt x="138"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871" name="Google Shape;3871;p27"/>
            <p:cNvSpPr/>
            <p:nvPr/>
          </p:nvSpPr>
          <p:spPr>
            <a:xfrm>
              <a:off x="2240347" y="2397918"/>
              <a:ext cx="53131" cy="53131"/>
            </a:xfrm>
            <a:custGeom>
              <a:rect b="b" l="l" r="r" t="t"/>
              <a:pathLst>
                <a:path extrusionOk="0" h="1654" w="1654">
                  <a:moveTo>
                    <a:pt x="746" y="1"/>
                  </a:moveTo>
                  <a:lnTo>
                    <a:pt x="700" y="31"/>
                  </a:lnTo>
                  <a:cubicBezTo>
                    <a:pt x="617" y="31"/>
                    <a:pt x="550" y="98"/>
                    <a:pt x="550" y="182"/>
                  </a:cubicBezTo>
                  <a:lnTo>
                    <a:pt x="550" y="474"/>
                  </a:lnTo>
                  <a:cubicBezTo>
                    <a:pt x="550" y="500"/>
                    <a:pt x="503" y="519"/>
                    <a:pt x="478" y="519"/>
                  </a:cubicBezTo>
                  <a:lnTo>
                    <a:pt x="92" y="519"/>
                  </a:lnTo>
                  <a:cubicBezTo>
                    <a:pt x="41" y="519"/>
                    <a:pt x="0" y="561"/>
                    <a:pt x="0" y="612"/>
                  </a:cubicBezTo>
                  <a:lnTo>
                    <a:pt x="0" y="908"/>
                  </a:lnTo>
                  <a:lnTo>
                    <a:pt x="31" y="953"/>
                  </a:lnTo>
                  <a:cubicBezTo>
                    <a:pt x="31" y="1037"/>
                    <a:pt x="97" y="1104"/>
                    <a:pt x="181" y="1104"/>
                  </a:cubicBezTo>
                  <a:lnTo>
                    <a:pt x="504" y="1104"/>
                  </a:lnTo>
                  <a:cubicBezTo>
                    <a:pt x="530" y="1104"/>
                    <a:pt x="550" y="1124"/>
                    <a:pt x="550" y="1149"/>
                  </a:cubicBezTo>
                  <a:lnTo>
                    <a:pt x="550" y="1473"/>
                  </a:lnTo>
                  <a:cubicBezTo>
                    <a:pt x="550" y="1557"/>
                    <a:pt x="617" y="1623"/>
                    <a:pt x="700" y="1623"/>
                  </a:cubicBezTo>
                  <a:lnTo>
                    <a:pt x="746" y="1654"/>
                  </a:lnTo>
                  <a:lnTo>
                    <a:pt x="1043" y="1654"/>
                  </a:lnTo>
                  <a:cubicBezTo>
                    <a:pt x="1093" y="1654"/>
                    <a:pt x="1134" y="1612"/>
                    <a:pt x="1134" y="1561"/>
                  </a:cubicBezTo>
                  <a:lnTo>
                    <a:pt x="1134" y="1180"/>
                  </a:lnTo>
                  <a:cubicBezTo>
                    <a:pt x="1134" y="1154"/>
                    <a:pt x="1154" y="1134"/>
                    <a:pt x="1180" y="1134"/>
                  </a:cubicBezTo>
                  <a:lnTo>
                    <a:pt x="1561" y="1134"/>
                  </a:lnTo>
                  <a:cubicBezTo>
                    <a:pt x="1612" y="1134"/>
                    <a:pt x="1654" y="1094"/>
                    <a:pt x="1654" y="1043"/>
                  </a:cubicBezTo>
                  <a:lnTo>
                    <a:pt x="1654" y="612"/>
                  </a:lnTo>
                  <a:cubicBezTo>
                    <a:pt x="1654" y="561"/>
                    <a:pt x="1612" y="519"/>
                    <a:pt x="1561" y="519"/>
                  </a:cubicBezTo>
                  <a:lnTo>
                    <a:pt x="1180" y="519"/>
                  </a:lnTo>
                  <a:cubicBezTo>
                    <a:pt x="1154" y="519"/>
                    <a:pt x="1134" y="500"/>
                    <a:pt x="1134" y="474"/>
                  </a:cubicBezTo>
                  <a:lnTo>
                    <a:pt x="1134" y="92"/>
                  </a:lnTo>
                  <a:cubicBezTo>
                    <a:pt x="1134" y="41"/>
                    <a:pt x="1093" y="1"/>
                    <a:pt x="1043" y="1"/>
                  </a:cubicBezTo>
                  <a:close/>
                </a:path>
              </a:pathLst>
            </a:custGeom>
            <a:solidFill>
              <a:schemeClr val="accent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872" name="Google Shape;3872;p27"/>
            <p:cNvSpPr/>
            <p:nvPr/>
          </p:nvSpPr>
          <p:spPr>
            <a:xfrm>
              <a:off x="2240347" y="2427087"/>
              <a:ext cx="23963" cy="23963"/>
            </a:xfrm>
            <a:custGeom>
              <a:rect b="b" l="l" r="r" t="t"/>
              <a:pathLst>
                <a:path extrusionOk="0" h="746" w="746">
                  <a:moveTo>
                    <a:pt x="0" y="0"/>
                  </a:moveTo>
                  <a:lnTo>
                    <a:pt x="0" y="135"/>
                  </a:lnTo>
                  <a:cubicBezTo>
                    <a:pt x="0" y="186"/>
                    <a:pt x="41" y="226"/>
                    <a:pt x="92" y="226"/>
                  </a:cubicBezTo>
                  <a:lnTo>
                    <a:pt x="474" y="226"/>
                  </a:lnTo>
                  <a:cubicBezTo>
                    <a:pt x="500" y="226"/>
                    <a:pt x="519" y="246"/>
                    <a:pt x="519" y="272"/>
                  </a:cubicBezTo>
                  <a:lnTo>
                    <a:pt x="519" y="653"/>
                  </a:lnTo>
                  <a:cubicBezTo>
                    <a:pt x="519" y="704"/>
                    <a:pt x="561" y="746"/>
                    <a:pt x="611" y="746"/>
                  </a:cubicBezTo>
                  <a:lnTo>
                    <a:pt x="746" y="746"/>
                  </a:lnTo>
                  <a:lnTo>
                    <a:pt x="746" y="45"/>
                  </a:lnTo>
                  <a:cubicBezTo>
                    <a:pt x="746" y="21"/>
                    <a:pt x="726" y="0"/>
                    <a:pt x="700"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873" name="Google Shape;3873;p27"/>
            <p:cNvSpPr/>
            <p:nvPr/>
          </p:nvSpPr>
          <p:spPr>
            <a:xfrm>
              <a:off x="2255703" y="2397918"/>
              <a:ext cx="8673" cy="16672"/>
            </a:xfrm>
            <a:custGeom>
              <a:rect b="b" l="l" r="r" t="t"/>
              <a:pathLst>
                <a:path extrusionOk="0" h="519" w="270">
                  <a:moveTo>
                    <a:pt x="133" y="1"/>
                  </a:moveTo>
                  <a:cubicBezTo>
                    <a:pt x="83" y="1"/>
                    <a:pt x="41" y="41"/>
                    <a:pt x="41" y="92"/>
                  </a:cubicBezTo>
                  <a:lnTo>
                    <a:pt x="41" y="474"/>
                  </a:lnTo>
                  <a:cubicBezTo>
                    <a:pt x="41" y="499"/>
                    <a:pt x="22" y="517"/>
                    <a:pt x="0" y="519"/>
                  </a:cubicBezTo>
                  <a:lnTo>
                    <a:pt x="224" y="519"/>
                  </a:lnTo>
                  <a:cubicBezTo>
                    <a:pt x="249" y="519"/>
                    <a:pt x="269" y="500"/>
                    <a:pt x="269" y="474"/>
                  </a:cubicBezTo>
                  <a:lnTo>
                    <a:pt x="268" y="1"/>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3874" name="Google Shape;3874;p27"/>
          <p:cNvGrpSpPr/>
          <p:nvPr/>
        </p:nvGrpSpPr>
        <p:grpSpPr>
          <a:xfrm>
            <a:off x="1567797" y="2208130"/>
            <a:ext cx="297776" cy="259624"/>
            <a:chOff x="1567797" y="2208130"/>
            <a:chExt cx="297776" cy="259624"/>
          </a:xfrm>
        </p:grpSpPr>
        <p:sp>
          <p:nvSpPr>
            <p:cNvPr id="3875" name="Google Shape;3875;p27"/>
            <p:cNvSpPr/>
            <p:nvPr/>
          </p:nvSpPr>
          <p:spPr>
            <a:xfrm>
              <a:off x="1616851" y="2211118"/>
              <a:ext cx="202083" cy="78540"/>
            </a:xfrm>
            <a:custGeom>
              <a:rect b="b" l="l" r="r" t="t"/>
              <a:pathLst>
                <a:path extrusionOk="0" h="2445" w="6291">
                  <a:moveTo>
                    <a:pt x="3149" y="0"/>
                  </a:moveTo>
                  <a:cubicBezTo>
                    <a:pt x="2964" y="0"/>
                    <a:pt x="2843" y="112"/>
                    <a:pt x="2757" y="264"/>
                  </a:cubicBezTo>
                  <a:cubicBezTo>
                    <a:pt x="2751" y="276"/>
                    <a:pt x="2738" y="283"/>
                    <a:pt x="2725" y="283"/>
                  </a:cubicBezTo>
                  <a:cubicBezTo>
                    <a:pt x="2716" y="283"/>
                    <a:pt x="2708" y="280"/>
                    <a:pt x="2701" y="276"/>
                  </a:cubicBezTo>
                  <a:cubicBezTo>
                    <a:pt x="2585" y="186"/>
                    <a:pt x="2418" y="89"/>
                    <a:pt x="2262" y="89"/>
                  </a:cubicBezTo>
                  <a:cubicBezTo>
                    <a:pt x="1907" y="89"/>
                    <a:pt x="1641" y="361"/>
                    <a:pt x="1608" y="708"/>
                  </a:cubicBezTo>
                  <a:cubicBezTo>
                    <a:pt x="1607" y="729"/>
                    <a:pt x="1589" y="743"/>
                    <a:pt x="1571" y="743"/>
                  </a:cubicBezTo>
                  <a:cubicBezTo>
                    <a:pt x="1567" y="743"/>
                    <a:pt x="1564" y="743"/>
                    <a:pt x="1560" y="742"/>
                  </a:cubicBezTo>
                  <a:cubicBezTo>
                    <a:pt x="1503" y="723"/>
                    <a:pt x="1393" y="698"/>
                    <a:pt x="1330" y="698"/>
                  </a:cubicBezTo>
                  <a:cubicBezTo>
                    <a:pt x="1079" y="698"/>
                    <a:pt x="913" y="875"/>
                    <a:pt x="832" y="1096"/>
                  </a:cubicBezTo>
                  <a:cubicBezTo>
                    <a:pt x="827" y="1110"/>
                    <a:pt x="813" y="1120"/>
                    <a:pt x="800" y="1120"/>
                  </a:cubicBezTo>
                  <a:cubicBezTo>
                    <a:pt x="797" y="1120"/>
                    <a:pt x="795" y="1120"/>
                    <a:pt x="793" y="1119"/>
                  </a:cubicBezTo>
                  <a:cubicBezTo>
                    <a:pt x="783" y="1118"/>
                    <a:pt x="773" y="1118"/>
                    <a:pt x="762" y="1118"/>
                  </a:cubicBezTo>
                  <a:cubicBezTo>
                    <a:pt x="692" y="1118"/>
                    <a:pt x="594" y="1143"/>
                    <a:pt x="529" y="1153"/>
                  </a:cubicBezTo>
                  <a:cubicBezTo>
                    <a:pt x="196" y="1198"/>
                    <a:pt x="34" y="1379"/>
                    <a:pt x="20" y="1714"/>
                  </a:cubicBezTo>
                  <a:cubicBezTo>
                    <a:pt x="1" y="2118"/>
                    <a:pt x="468" y="2444"/>
                    <a:pt x="867" y="2444"/>
                  </a:cubicBezTo>
                  <a:cubicBezTo>
                    <a:pt x="1234" y="2444"/>
                    <a:pt x="5039" y="2357"/>
                    <a:pt x="5208" y="2357"/>
                  </a:cubicBezTo>
                  <a:cubicBezTo>
                    <a:pt x="5302" y="2357"/>
                    <a:pt x="5424" y="2362"/>
                    <a:pt x="5552" y="2362"/>
                  </a:cubicBezTo>
                  <a:cubicBezTo>
                    <a:pt x="5884" y="2362"/>
                    <a:pt x="6257" y="2329"/>
                    <a:pt x="6287" y="2091"/>
                  </a:cubicBezTo>
                  <a:cubicBezTo>
                    <a:pt x="6289" y="2066"/>
                    <a:pt x="6291" y="2039"/>
                    <a:pt x="6291" y="2011"/>
                  </a:cubicBezTo>
                  <a:cubicBezTo>
                    <a:pt x="6291" y="1646"/>
                    <a:pt x="5994" y="1351"/>
                    <a:pt x="5631" y="1351"/>
                  </a:cubicBezTo>
                  <a:cubicBezTo>
                    <a:pt x="5615" y="1351"/>
                    <a:pt x="5599" y="1351"/>
                    <a:pt x="5582" y="1353"/>
                  </a:cubicBezTo>
                  <a:cubicBezTo>
                    <a:pt x="5580" y="1353"/>
                    <a:pt x="5579" y="1353"/>
                    <a:pt x="5577" y="1353"/>
                  </a:cubicBezTo>
                  <a:cubicBezTo>
                    <a:pt x="5556" y="1353"/>
                    <a:pt x="5538" y="1332"/>
                    <a:pt x="5542" y="1309"/>
                  </a:cubicBezTo>
                  <a:cubicBezTo>
                    <a:pt x="5551" y="1251"/>
                    <a:pt x="5551" y="1192"/>
                    <a:pt x="5541" y="1131"/>
                  </a:cubicBezTo>
                  <a:cubicBezTo>
                    <a:pt x="5495" y="868"/>
                    <a:pt x="5273" y="668"/>
                    <a:pt x="5007" y="650"/>
                  </a:cubicBezTo>
                  <a:cubicBezTo>
                    <a:pt x="4995" y="650"/>
                    <a:pt x="4984" y="650"/>
                    <a:pt x="4973" y="650"/>
                  </a:cubicBezTo>
                  <a:cubicBezTo>
                    <a:pt x="4901" y="650"/>
                    <a:pt x="4832" y="661"/>
                    <a:pt x="4769" y="685"/>
                  </a:cubicBezTo>
                  <a:lnTo>
                    <a:pt x="4455" y="568"/>
                  </a:lnTo>
                  <a:cubicBezTo>
                    <a:pt x="4364" y="383"/>
                    <a:pt x="4174" y="257"/>
                    <a:pt x="3956" y="257"/>
                  </a:cubicBezTo>
                  <a:cubicBezTo>
                    <a:pt x="3859" y="257"/>
                    <a:pt x="3769" y="281"/>
                    <a:pt x="3689" y="323"/>
                  </a:cubicBezTo>
                  <a:cubicBezTo>
                    <a:pt x="3684" y="327"/>
                    <a:pt x="3677" y="328"/>
                    <a:pt x="3671" y="328"/>
                  </a:cubicBezTo>
                  <a:cubicBezTo>
                    <a:pt x="3654" y="328"/>
                    <a:pt x="3639" y="317"/>
                    <a:pt x="3634" y="300"/>
                  </a:cubicBezTo>
                  <a:cubicBezTo>
                    <a:pt x="3588" y="73"/>
                    <a:pt x="3149" y="0"/>
                    <a:pt x="3149" y="0"/>
                  </a:cubicBezTo>
                  <a:close/>
                </a:path>
              </a:pathLst>
            </a:cu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876" name="Google Shape;3876;p27"/>
            <p:cNvSpPr/>
            <p:nvPr/>
          </p:nvSpPr>
          <p:spPr>
            <a:xfrm>
              <a:off x="1613799" y="2208130"/>
              <a:ext cx="205102" cy="89108"/>
            </a:xfrm>
            <a:custGeom>
              <a:rect b="b" l="l" r="r" t="t"/>
              <a:pathLst>
                <a:path extrusionOk="0" h="2774" w="6385">
                  <a:moveTo>
                    <a:pt x="3247" y="1"/>
                  </a:moveTo>
                  <a:cubicBezTo>
                    <a:pt x="3061" y="1"/>
                    <a:pt x="2897" y="104"/>
                    <a:pt x="2813" y="257"/>
                  </a:cubicBezTo>
                  <a:cubicBezTo>
                    <a:pt x="2806" y="270"/>
                    <a:pt x="2792" y="277"/>
                    <a:pt x="2778" y="277"/>
                  </a:cubicBezTo>
                  <a:cubicBezTo>
                    <a:pt x="2770" y="277"/>
                    <a:pt x="2763" y="275"/>
                    <a:pt x="2757" y="270"/>
                  </a:cubicBezTo>
                  <a:cubicBezTo>
                    <a:pt x="2641" y="179"/>
                    <a:pt x="2496" y="125"/>
                    <a:pt x="2338" y="125"/>
                  </a:cubicBezTo>
                  <a:cubicBezTo>
                    <a:pt x="1984" y="125"/>
                    <a:pt x="1693" y="396"/>
                    <a:pt x="1659" y="742"/>
                  </a:cubicBezTo>
                  <a:cubicBezTo>
                    <a:pt x="1658" y="762"/>
                    <a:pt x="1640" y="777"/>
                    <a:pt x="1622" y="777"/>
                  </a:cubicBezTo>
                  <a:cubicBezTo>
                    <a:pt x="1618" y="777"/>
                    <a:pt x="1615" y="776"/>
                    <a:pt x="1612" y="775"/>
                  </a:cubicBezTo>
                  <a:cubicBezTo>
                    <a:pt x="1555" y="756"/>
                    <a:pt x="1493" y="746"/>
                    <a:pt x="1431" y="746"/>
                  </a:cubicBezTo>
                  <a:cubicBezTo>
                    <a:pt x="1180" y="746"/>
                    <a:pt x="969" y="903"/>
                    <a:pt x="888" y="1126"/>
                  </a:cubicBezTo>
                  <a:cubicBezTo>
                    <a:pt x="883" y="1139"/>
                    <a:pt x="868" y="1150"/>
                    <a:pt x="854" y="1150"/>
                  </a:cubicBezTo>
                  <a:cubicBezTo>
                    <a:pt x="852" y="1150"/>
                    <a:pt x="849" y="1149"/>
                    <a:pt x="847" y="1149"/>
                  </a:cubicBezTo>
                  <a:cubicBezTo>
                    <a:pt x="806" y="1143"/>
                    <a:pt x="764" y="1139"/>
                    <a:pt x="722" y="1139"/>
                  </a:cubicBezTo>
                  <a:cubicBezTo>
                    <a:pt x="684" y="1139"/>
                    <a:pt x="645" y="1142"/>
                    <a:pt x="605" y="1149"/>
                  </a:cubicBezTo>
                  <a:cubicBezTo>
                    <a:pt x="306" y="1202"/>
                    <a:pt x="74" y="1444"/>
                    <a:pt x="34" y="1742"/>
                  </a:cubicBezTo>
                  <a:cubicBezTo>
                    <a:pt x="0" y="1965"/>
                    <a:pt x="81" y="2198"/>
                    <a:pt x="246" y="2353"/>
                  </a:cubicBezTo>
                  <a:cubicBezTo>
                    <a:pt x="371" y="2470"/>
                    <a:pt x="542" y="2544"/>
                    <a:pt x="728" y="2544"/>
                  </a:cubicBezTo>
                  <a:cubicBezTo>
                    <a:pt x="1095" y="2544"/>
                    <a:pt x="5559" y="2773"/>
                    <a:pt x="5727" y="2773"/>
                  </a:cubicBezTo>
                  <a:cubicBezTo>
                    <a:pt x="6066" y="2773"/>
                    <a:pt x="6345" y="2517"/>
                    <a:pt x="6384" y="2190"/>
                  </a:cubicBezTo>
                  <a:lnTo>
                    <a:pt x="6384" y="2190"/>
                  </a:lnTo>
                  <a:cubicBezTo>
                    <a:pt x="4691" y="2197"/>
                    <a:pt x="927" y="2224"/>
                    <a:pt x="642" y="2224"/>
                  </a:cubicBezTo>
                  <a:cubicBezTo>
                    <a:pt x="219" y="2224"/>
                    <a:pt x="154" y="1355"/>
                    <a:pt x="883" y="1355"/>
                  </a:cubicBezTo>
                  <a:cubicBezTo>
                    <a:pt x="904" y="1355"/>
                    <a:pt x="925" y="1356"/>
                    <a:pt x="947" y="1357"/>
                  </a:cubicBezTo>
                  <a:cubicBezTo>
                    <a:pt x="950" y="1358"/>
                    <a:pt x="953" y="1358"/>
                    <a:pt x="957" y="1358"/>
                  </a:cubicBezTo>
                  <a:cubicBezTo>
                    <a:pt x="999" y="1358"/>
                    <a:pt x="1037" y="1331"/>
                    <a:pt x="1056" y="1292"/>
                  </a:cubicBezTo>
                  <a:cubicBezTo>
                    <a:pt x="1148" y="1095"/>
                    <a:pt x="1347" y="958"/>
                    <a:pt x="1580" y="958"/>
                  </a:cubicBezTo>
                  <a:cubicBezTo>
                    <a:pt x="1616" y="958"/>
                    <a:pt x="1652" y="961"/>
                    <a:pt x="1687" y="966"/>
                  </a:cubicBezTo>
                  <a:cubicBezTo>
                    <a:pt x="1694" y="968"/>
                    <a:pt x="1701" y="968"/>
                    <a:pt x="1709" y="968"/>
                  </a:cubicBezTo>
                  <a:cubicBezTo>
                    <a:pt x="1762" y="968"/>
                    <a:pt x="1810" y="932"/>
                    <a:pt x="1819" y="878"/>
                  </a:cubicBezTo>
                  <a:cubicBezTo>
                    <a:pt x="1874" y="573"/>
                    <a:pt x="2096" y="355"/>
                    <a:pt x="2424" y="355"/>
                  </a:cubicBezTo>
                  <a:cubicBezTo>
                    <a:pt x="2554" y="355"/>
                    <a:pt x="2661" y="389"/>
                    <a:pt x="2757" y="452"/>
                  </a:cubicBezTo>
                  <a:cubicBezTo>
                    <a:pt x="2776" y="466"/>
                    <a:pt x="2798" y="472"/>
                    <a:pt x="2820" y="472"/>
                  </a:cubicBezTo>
                  <a:cubicBezTo>
                    <a:pt x="2853" y="472"/>
                    <a:pt x="2885" y="458"/>
                    <a:pt x="2907" y="431"/>
                  </a:cubicBezTo>
                  <a:cubicBezTo>
                    <a:pt x="3008" y="302"/>
                    <a:pt x="3185" y="214"/>
                    <a:pt x="3352" y="214"/>
                  </a:cubicBezTo>
                  <a:cubicBezTo>
                    <a:pt x="3469" y="214"/>
                    <a:pt x="3643" y="279"/>
                    <a:pt x="3732" y="395"/>
                  </a:cubicBezTo>
                  <a:cubicBezTo>
                    <a:pt x="3685" y="153"/>
                    <a:pt x="3472" y="1"/>
                    <a:pt x="3247"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877" name="Google Shape;3877;p27"/>
            <p:cNvSpPr/>
            <p:nvPr/>
          </p:nvSpPr>
          <p:spPr>
            <a:xfrm>
              <a:off x="1743227" y="2250052"/>
              <a:ext cx="44747" cy="24252"/>
            </a:xfrm>
            <a:custGeom>
              <a:rect b="b" l="l" r="r" t="t"/>
              <a:pathLst>
                <a:path extrusionOk="0" h="755" w="1393">
                  <a:moveTo>
                    <a:pt x="482" y="0"/>
                  </a:moveTo>
                  <a:cubicBezTo>
                    <a:pt x="308" y="0"/>
                    <a:pt x="145" y="86"/>
                    <a:pt x="45" y="227"/>
                  </a:cubicBezTo>
                  <a:cubicBezTo>
                    <a:pt x="0" y="291"/>
                    <a:pt x="10" y="382"/>
                    <a:pt x="74" y="427"/>
                  </a:cubicBezTo>
                  <a:cubicBezTo>
                    <a:pt x="99" y="445"/>
                    <a:pt x="128" y="454"/>
                    <a:pt x="156" y="454"/>
                  </a:cubicBezTo>
                  <a:cubicBezTo>
                    <a:pt x="201" y="454"/>
                    <a:pt x="245" y="431"/>
                    <a:pt x="272" y="390"/>
                  </a:cubicBezTo>
                  <a:cubicBezTo>
                    <a:pt x="293" y="356"/>
                    <a:pt x="320" y="329"/>
                    <a:pt x="355" y="311"/>
                  </a:cubicBezTo>
                  <a:cubicBezTo>
                    <a:pt x="397" y="290"/>
                    <a:pt x="441" y="280"/>
                    <a:pt x="483" y="280"/>
                  </a:cubicBezTo>
                  <a:cubicBezTo>
                    <a:pt x="581" y="280"/>
                    <a:pt x="670" y="335"/>
                    <a:pt x="712" y="423"/>
                  </a:cubicBezTo>
                  <a:cubicBezTo>
                    <a:pt x="736" y="472"/>
                    <a:pt x="785" y="502"/>
                    <a:pt x="837" y="502"/>
                  </a:cubicBezTo>
                  <a:cubicBezTo>
                    <a:pt x="852" y="502"/>
                    <a:pt x="868" y="499"/>
                    <a:pt x="883" y="494"/>
                  </a:cubicBezTo>
                  <a:cubicBezTo>
                    <a:pt x="901" y="488"/>
                    <a:pt x="919" y="485"/>
                    <a:pt x="937" y="485"/>
                  </a:cubicBezTo>
                  <a:cubicBezTo>
                    <a:pt x="1022" y="485"/>
                    <a:pt x="1093" y="547"/>
                    <a:pt x="1103" y="631"/>
                  </a:cubicBezTo>
                  <a:cubicBezTo>
                    <a:pt x="1112" y="702"/>
                    <a:pt x="1174" y="754"/>
                    <a:pt x="1242" y="754"/>
                  </a:cubicBezTo>
                  <a:cubicBezTo>
                    <a:pt x="1255" y="754"/>
                    <a:pt x="1268" y="753"/>
                    <a:pt x="1284" y="747"/>
                  </a:cubicBezTo>
                  <a:cubicBezTo>
                    <a:pt x="1354" y="730"/>
                    <a:pt x="1393" y="657"/>
                    <a:pt x="1383" y="586"/>
                  </a:cubicBezTo>
                  <a:cubicBezTo>
                    <a:pt x="1349" y="368"/>
                    <a:pt x="1161" y="204"/>
                    <a:pt x="938" y="204"/>
                  </a:cubicBezTo>
                  <a:lnTo>
                    <a:pt x="934" y="204"/>
                  </a:lnTo>
                  <a:cubicBezTo>
                    <a:pt x="916" y="204"/>
                    <a:pt x="901" y="198"/>
                    <a:pt x="890" y="187"/>
                  </a:cubicBezTo>
                  <a:cubicBezTo>
                    <a:pt x="789" y="68"/>
                    <a:pt x="641" y="0"/>
                    <a:pt x="482"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878" name="Google Shape;3878;p27"/>
            <p:cNvSpPr/>
            <p:nvPr/>
          </p:nvSpPr>
          <p:spPr>
            <a:xfrm>
              <a:off x="1671333" y="2240447"/>
              <a:ext cx="50143" cy="28782"/>
            </a:xfrm>
            <a:custGeom>
              <a:rect b="b" l="l" r="r" t="t"/>
              <a:pathLst>
                <a:path extrusionOk="0" h="896" w="1561">
                  <a:moveTo>
                    <a:pt x="582" y="1"/>
                  </a:moveTo>
                  <a:cubicBezTo>
                    <a:pt x="327" y="1"/>
                    <a:pt x="104" y="163"/>
                    <a:pt x="25" y="403"/>
                  </a:cubicBezTo>
                  <a:cubicBezTo>
                    <a:pt x="0" y="479"/>
                    <a:pt x="41" y="555"/>
                    <a:pt x="113" y="581"/>
                  </a:cubicBezTo>
                  <a:cubicBezTo>
                    <a:pt x="127" y="586"/>
                    <a:pt x="142" y="588"/>
                    <a:pt x="156" y="588"/>
                  </a:cubicBezTo>
                  <a:cubicBezTo>
                    <a:pt x="215" y="588"/>
                    <a:pt x="270" y="551"/>
                    <a:pt x="291" y="493"/>
                  </a:cubicBezTo>
                  <a:cubicBezTo>
                    <a:pt x="332" y="366"/>
                    <a:pt x="450" y="280"/>
                    <a:pt x="583" y="280"/>
                  </a:cubicBezTo>
                  <a:cubicBezTo>
                    <a:pt x="685" y="280"/>
                    <a:pt x="777" y="330"/>
                    <a:pt x="834" y="409"/>
                  </a:cubicBezTo>
                  <a:cubicBezTo>
                    <a:pt x="777" y="454"/>
                    <a:pt x="733" y="515"/>
                    <a:pt x="704" y="583"/>
                  </a:cubicBezTo>
                  <a:cubicBezTo>
                    <a:pt x="672" y="654"/>
                    <a:pt x="706" y="736"/>
                    <a:pt x="777" y="765"/>
                  </a:cubicBezTo>
                  <a:cubicBezTo>
                    <a:pt x="795" y="773"/>
                    <a:pt x="814" y="777"/>
                    <a:pt x="833" y="777"/>
                  </a:cubicBezTo>
                  <a:cubicBezTo>
                    <a:pt x="887" y="777"/>
                    <a:pt x="938" y="744"/>
                    <a:pt x="960" y="691"/>
                  </a:cubicBezTo>
                  <a:cubicBezTo>
                    <a:pt x="987" y="631"/>
                    <a:pt x="1047" y="589"/>
                    <a:pt x="1113" y="589"/>
                  </a:cubicBezTo>
                  <a:cubicBezTo>
                    <a:pt x="1206" y="589"/>
                    <a:pt x="1283" y="664"/>
                    <a:pt x="1283" y="757"/>
                  </a:cubicBezTo>
                  <a:cubicBezTo>
                    <a:pt x="1283" y="835"/>
                    <a:pt x="1345" y="896"/>
                    <a:pt x="1422" y="896"/>
                  </a:cubicBezTo>
                  <a:cubicBezTo>
                    <a:pt x="1500" y="896"/>
                    <a:pt x="1561" y="833"/>
                    <a:pt x="1561" y="757"/>
                  </a:cubicBezTo>
                  <a:cubicBezTo>
                    <a:pt x="1559" y="509"/>
                    <a:pt x="1358" y="308"/>
                    <a:pt x="1112" y="308"/>
                  </a:cubicBezTo>
                  <a:lnTo>
                    <a:pt x="1097" y="308"/>
                  </a:lnTo>
                  <a:cubicBezTo>
                    <a:pt x="996" y="120"/>
                    <a:pt x="801" y="1"/>
                    <a:pt x="582"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879" name="Google Shape;3879;p27"/>
            <p:cNvSpPr/>
            <p:nvPr/>
          </p:nvSpPr>
          <p:spPr>
            <a:xfrm>
              <a:off x="1636864" y="2256059"/>
              <a:ext cx="25730" cy="20334"/>
            </a:xfrm>
            <a:custGeom>
              <a:rect b="b" l="l" r="r" t="t"/>
              <a:pathLst>
                <a:path extrusionOk="0" h="633" w="801">
                  <a:moveTo>
                    <a:pt x="441" y="0"/>
                  </a:moveTo>
                  <a:cubicBezTo>
                    <a:pt x="346" y="0"/>
                    <a:pt x="250" y="33"/>
                    <a:pt x="173" y="101"/>
                  </a:cubicBezTo>
                  <a:cubicBezTo>
                    <a:pt x="48" y="210"/>
                    <a:pt x="0" y="379"/>
                    <a:pt x="51" y="537"/>
                  </a:cubicBezTo>
                  <a:cubicBezTo>
                    <a:pt x="70" y="595"/>
                    <a:pt x="123" y="632"/>
                    <a:pt x="184" y="632"/>
                  </a:cubicBezTo>
                  <a:cubicBezTo>
                    <a:pt x="199" y="632"/>
                    <a:pt x="213" y="631"/>
                    <a:pt x="229" y="625"/>
                  </a:cubicBezTo>
                  <a:cubicBezTo>
                    <a:pt x="301" y="602"/>
                    <a:pt x="341" y="524"/>
                    <a:pt x="317" y="450"/>
                  </a:cubicBezTo>
                  <a:cubicBezTo>
                    <a:pt x="301" y="399"/>
                    <a:pt x="316" y="344"/>
                    <a:pt x="355" y="310"/>
                  </a:cubicBezTo>
                  <a:cubicBezTo>
                    <a:pt x="380" y="289"/>
                    <a:pt x="410" y="278"/>
                    <a:pt x="440" y="278"/>
                  </a:cubicBezTo>
                  <a:cubicBezTo>
                    <a:pt x="476" y="278"/>
                    <a:pt x="512" y="293"/>
                    <a:pt x="537" y="323"/>
                  </a:cubicBezTo>
                  <a:cubicBezTo>
                    <a:pt x="565" y="355"/>
                    <a:pt x="604" y="372"/>
                    <a:pt x="644" y="372"/>
                  </a:cubicBezTo>
                  <a:cubicBezTo>
                    <a:pt x="677" y="372"/>
                    <a:pt x="709" y="360"/>
                    <a:pt x="736" y="337"/>
                  </a:cubicBezTo>
                  <a:cubicBezTo>
                    <a:pt x="795" y="287"/>
                    <a:pt x="801" y="198"/>
                    <a:pt x="750" y="140"/>
                  </a:cubicBezTo>
                  <a:cubicBezTo>
                    <a:pt x="669" y="48"/>
                    <a:pt x="555" y="0"/>
                    <a:pt x="441"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880" name="Google Shape;3880;p27"/>
            <p:cNvSpPr/>
            <p:nvPr/>
          </p:nvSpPr>
          <p:spPr>
            <a:xfrm>
              <a:off x="1621477" y="2302414"/>
              <a:ext cx="194084" cy="82715"/>
            </a:xfrm>
            <a:custGeom>
              <a:rect b="b" l="l" r="r" t="t"/>
              <a:pathLst>
                <a:path extrusionOk="0" h="2575" w="6042">
                  <a:moveTo>
                    <a:pt x="6009" y="0"/>
                  </a:moveTo>
                  <a:lnTo>
                    <a:pt x="15" y="2"/>
                  </a:lnTo>
                  <a:lnTo>
                    <a:pt x="0" y="77"/>
                  </a:lnTo>
                  <a:lnTo>
                    <a:pt x="392" y="2574"/>
                  </a:lnTo>
                  <a:lnTo>
                    <a:pt x="5385" y="2574"/>
                  </a:lnTo>
                  <a:lnTo>
                    <a:pt x="5698" y="2164"/>
                  </a:lnTo>
                  <a:lnTo>
                    <a:pt x="6041" y="75"/>
                  </a:lnTo>
                  <a:lnTo>
                    <a:pt x="6009" y="0"/>
                  </a:ln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881" name="Google Shape;3881;p27"/>
            <p:cNvSpPr/>
            <p:nvPr/>
          </p:nvSpPr>
          <p:spPr>
            <a:xfrm>
              <a:off x="1617879" y="2301739"/>
              <a:ext cx="186664" cy="113264"/>
            </a:xfrm>
            <a:custGeom>
              <a:rect b="b" l="l" r="r" t="t"/>
              <a:pathLst>
                <a:path extrusionOk="0" h="3526" w="5811">
                  <a:moveTo>
                    <a:pt x="141" y="1"/>
                  </a:moveTo>
                  <a:lnTo>
                    <a:pt x="1" y="95"/>
                  </a:lnTo>
                  <a:lnTo>
                    <a:pt x="561" y="3526"/>
                  </a:lnTo>
                  <a:lnTo>
                    <a:pt x="5591" y="3526"/>
                  </a:lnTo>
                  <a:lnTo>
                    <a:pt x="5810" y="2184"/>
                  </a:lnTo>
                  <a:lnTo>
                    <a:pt x="700" y="2184"/>
                  </a:lnTo>
                  <a:cubicBezTo>
                    <a:pt x="655" y="2184"/>
                    <a:pt x="616" y="2151"/>
                    <a:pt x="609" y="2106"/>
                  </a:cubicBezTo>
                  <a:lnTo>
                    <a:pt x="279" y="95"/>
                  </a:lnTo>
                  <a:lnTo>
                    <a:pt x="141" y="1"/>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882" name="Google Shape;3882;p27"/>
            <p:cNvSpPr/>
            <p:nvPr/>
          </p:nvSpPr>
          <p:spPr>
            <a:xfrm>
              <a:off x="1657424" y="2302350"/>
              <a:ext cx="118500" cy="112654"/>
            </a:xfrm>
            <a:custGeom>
              <a:rect b="b" l="l" r="r" t="t"/>
              <a:pathLst>
                <a:path extrusionOk="0" h="3507" w="3689">
                  <a:moveTo>
                    <a:pt x="3606" y="1"/>
                  </a:moveTo>
                  <a:lnTo>
                    <a:pt x="60" y="2"/>
                  </a:lnTo>
                  <a:lnTo>
                    <a:pt x="0" y="76"/>
                  </a:lnTo>
                  <a:lnTo>
                    <a:pt x="204" y="2165"/>
                  </a:lnTo>
                  <a:lnTo>
                    <a:pt x="485" y="3507"/>
                  </a:lnTo>
                  <a:lnTo>
                    <a:pt x="3204" y="3507"/>
                  </a:lnTo>
                  <a:lnTo>
                    <a:pt x="3485" y="2165"/>
                  </a:lnTo>
                  <a:lnTo>
                    <a:pt x="3689" y="76"/>
                  </a:lnTo>
                  <a:lnTo>
                    <a:pt x="3606" y="1"/>
                  </a:lnTo>
                  <a:close/>
                </a:path>
              </a:pathLst>
            </a:cu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883" name="Google Shape;3883;p27"/>
            <p:cNvSpPr/>
            <p:nvPr/>
          </p:nvSpPr>
          <p:spPr>
            <a:xfrm>
              <a:off x="1664009" y="2371866"/>
              <a:ext cx="105426" cy="43141"/>
            </a:xfrm>
            <a:custGeom>
              <a:rect b="b" l="l" r="r" t="t"/>
              <a:pathLst>
                <a:path extrusionOk="0" h="1343" w="3282">
                  <a:moveTo>
                    <a:pt x="1" y="1"/>
                  </a:moveTo>
                  <a:lnTo>
                    <a:pt x="132" y="1343"/>
                  </a:lnTo>
                  <a:lnTo>
                    <a:pt x="3149" y="1343"/>
                  </a:lnTo>
                  <a:lnTo>
                    <a:pt x="3281" y="1"/>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884" name="Google Shape;3884;p27"/>
            <p:cNvSpPr/>
            <p:nvPr/>
          </p:nvSpPr>
          <p:spPr>
            <a:xfrm>
              <a:off x="1696936" y="2302221"/>
              <a:ext cx="39575" cy="82908"/>
            </a:xfrm>
            <a:custGeom>
              <a:rect b="b" l="l" r="r" t="t"/>
              <a:pathLst>
                <a:path extrusionOk="0" h="2581" w="1232">
                  <a:moveTo>
                    <a:pt x="1134" y="0"/>
                  </a:moveTo>
                  <a:lnTo>
                    <a:pt x="37" y="6"/>
                  </a:lnTo>
                  <a:lnTo>
                    <a:pt x="1" y="80"/>
                  </a:lnTo>
                  <a:lnTo>
                    <a:pt x="69" y="2169"/>
                  </a:lnTo>
                  <a:lnTo>
                    <a:pt x="186" y="2580"/>
                  </a:lnTo>
                  <a:lnTo>
                    <a:pt x="1043" y="2580"/>
                  </a:lnTo>
                  <a:lnTo>
                    <a:pt x="1162" y="2170"/>
                  </a:lnTo>
                  <a:lnTo>
                    <a:pt x="1231" y="83"/>
                  </a:lnTo>
                  <a:lnTo>
                    <a:pt x="1134" y="0"/>
                  </a:ln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885" name="Google Shape;3885;p27"/>
            <p:cNvSpPr/>
            <p:nvPr/>
          </p:nvSpPr>
          <p:spPr>
            <a:xfrm>
              <a:off x="1699121" y="2371866"/>
              <a:ext cx="35142" cy="43141"/>
            </a:xfrm>
            <a:custGeom>
              <a:rect b="b" l="l" r="r" t="t"/>
              <a:pathLst>
                <a:path extrusionOk="0" h="1343" w="1094">
                  <a:moveTo>
                    <a:pt x="1" y="1"/>
                  </a:moveTo>
                  <a:lnTo>
                    <a:pt x="44" y="1343"/>
                  </a:lnTo>
                  <a:lnTo>
                    <a:pt x="1050" y="1343"/>
                  </a:lnTo>
                  <a:lnTo>
                    <a:pt x="1094" y="1"/>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886" name="Google Shape;3886;p27"/>
            <p:cNvSpPr/>
            <p:nvPr/>
          </p:nvSpPr>
          <p:spPr>
            <a:xfrm>
              <a:off x="1610490" y="2286834"/>
              <a:ext cx="213743" cy="15547"/>
            </a:xfrm>
            <a:custGeom>
              <a:rect b="b" l="l" r="r" t="t"/>
              <a:pathLst>
                <a:path extrusionOk="0" h="484" w="6654">
                  <a:moveTo>
                    <a:pt x="241" y="0"/>
                  </a:moveTo>
                  <a:cubicBezTo>
                    <a:pt x="173" y="0"/>
                    <a:pt x="111" y="26"/>
                    <a:pt x="61" y="65"/>
                  </a:cubicBezTo>
                  <a:cubicBezTo>
                    <a:pt x="1" y="116"/>
                    <a:pt x="66" y="230"/>
                    <a:pt x="66" y="317"/>
                  </a:cubicBezTo>
                  <a:cubicBezTo>
                    <a:pt x="66" y="317"/>
                    <a:pt x="278" y="484"/>
                    <a:pt x="433" y="484"/>
                  </a:cubicBezTo>
                  <a:lnTo>
                    <a:pt x="6241" y="478"/>
                  </a:lnTo>
                  <a:cubicBezTo>
                    <a:pt x="6395" y="478"/>
                    <a:pt x="6654" y="436"/>
                    <a:pt x="6654" y="281"/>
                  </a:cubicBezTo>
                  <a:cubicBezTo>
                    <a:pt x="6654" y="125"/>
                    <a:pt x="6528" y="0"/>
                    <a:pt x="6373" y="0"/>
                  </a:cubicBezTo>
                  <a:close/>
                </a:path>
              </a:pathLst>
            </a:cu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887" name="Google Shape;3887;p27"/>
            <p:cNvSpPr/>
            <p:nvPr/>
          </p:nvSpPr>
          <p:spPr>
            <a:xfrm>
              <a:off x="1609141" y="2288922"/>
              <a:ext cx="215060" cy="15933"/>
            </a:xfrm>
            <a:custGeom>
              <a:rect b="b" l="l" r="r" t="t"/>
              <a:pathLst>
                <a:path extrusionOk="0" h="496" w="6695">
                  <a:moveTo>
                    <a:pt x="102" y="0"/>
                  </a:moveTo>
                  <a:cubicBezTo>
                    <a:pt x="41" y="51"/>
                    <a:pt x="1" y="129"/>
                    <a:pt x="1" y="216"/>
                  </a:cubicBezTo>
                  <a:cubicBezTo>
                    <a:pt x="1" y="370"/>
                    <a:pt x="125" y="495"/>
                    <a:pt x="281" y="495"/>
                  </a:cubicBezTo>
                  <a:lnTo>
                    <a:pt x="6414" y="495"/>
                  </a:lnTo>
                  <a:cubicBezTo>
                    <a:pt x="6567" y="495"/>
                    <a:pt x="6694" y="371"/>
                    <a:pt x="6694" y="216"/>
                  </a:cubicBezTo>
                  <a:lnTo>
                    <a:pt x="375" y="216"/>
                  </a:lnTo>
                  <a:cubicBezTo>
                    <a:pt x="241" y="216"/>
                    <a:pt x="131" y="123"/>
                    <a:pt x="102"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888" name="Google Shape;3888;p27"/>
            <p:cNvSpPr/>
            <p:nvPr/>
          </p:nvSpPr>
          <p:spPr>
            <a:xfrm>
              <a:off x="1569114" y="2380796"/>
              <a:ext cx="296459" cy="85735"/>
            </a:xfrm>
            <a:custGeom>
              <a:rect b="b" l="l" r="r" t="t"/>
              <a:pathLst>
                <a:path extrusionOk="0" h="2669" w="9229">
                  <a:moveTo>
                    <a:pt x="429" y="1"/>
                  </a:moveTo>
                  <a:cubicBezTo>
                    <a:pt x="363" y="1"/>
                    <a:pt x="304" y="14"/>
                    <a:pt x="248" y="37"/>
                  </a:cubicBezTo>
                  <a:cubicBezTo>
                    <a:pt x="246" y="37"/>
                    <a:pt x="243" y="40"/>
                    <a:pt x="242" y="40"/>
                  </a:cubicBezTo>
                  <a:cubicBezTo>
                    <a:pt x="78" y="114"/>
                    <a:pt x="17" y="315"/>
                    <a:pt x="17" y="506"/>
                  </a:cubicBezTo>
                  <a:lnTo>
                    <a:pt x="0" y="2201"/>
                  </a:lnTo>
                  <a:cubicBezTo>
                    <a:pt x="0" y="2459"/>
                    <a:pt x="209" y="2669"/>
                    <a:pt x="466" y="2669"/>
                  </a:cubicBezTo>
                  <a:lnTo>
                    <a:pt x="3692" y="2669"/>
                  </a:lnTo>
                  <a:cubicBezTo>
                    <a:pt x="3881" y="2669"/>
                    <a:pt x="4084" y="2592"/>
                    <a:pt x="4156" y="2426"/>
                  </a:cubicBezTo>
                  <a:cubicBezTo>
                    <a:pt x="4177" y="2381"/>
                    <a:pt x="4190" y="2330"/>
                    <a:pt x="4194" y="2278"/>
                  </a:cubicBezTo>
                  <a:lnTo>
                    <a:pt x="4226" y="1894"/>
                  </a:lnTo>
                  <a:cubicBezTo>
                    <a:pt x="4242" y="1700"/>
                    <a:pt x="4402" y="1550"/>
                    <a:pt x="4598" y="1550"/>
                  </a:cubicBezTo>
                  <a:cubicBezTo>
                    <a:pt x="4793" y="1550"/>
                    <a:pt x="4997" y="1622"/>
                    <a:pt x="5012" y="1816"/>
                  </a:cubicBezTo>
                  <a:lnTo>
                    <a:pt x="5038" y="2240"/>
                  </a:lnTo>
                  <a:cubicBezTo>
                    <a:pt x="5058" y="2482"/>
                    <a:pt x="5258" y="2669"/>
                    <a:pt x="5503" y="2669"/>
                  </a:cubicBezTo>
                  <a:lnTo>
                    <a:pt x="8708" y="2656"/>
                  </a:lnTo>
                  <a:cubicBezTo>
                    <a:pt x="8899" y="2656"/>
                    <a:pt x="9117" y="2591"/>
                    <a:pt x="9190" y="2426"/>
                  </a:cubicBezTo>
                  <a:cubicBezTo>
                    <a:pt x="9216" y="2368"/>
                    <a:pt x="9229" y="2307"/>
                    <a:pt x="9229" y="2240"/>
                  </a:cubicBezTo>
                  <a:lnTo>
                    <a:pt x="9229" y="468"/>
                  </a:lnTo>
                  <a:cubicBezTo>
                    <a:pt x="9229" y="211"/>
                    <a:pt x="9020" y="1"/>
                    <a:pt x="8761" y="1"/>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889" name="Google Shape;3889;p27"/>
            <p:cNvSpPr/>
            <p:nvPr/>
          </p:nvSpPr>
          <p:spPr>
            <a:xfrm>
              <a:off x="1567797" y="2382113"/>
              <a:ext cx="134754" cy="85639"/>
            </a:xfrm>
            <a:custGeom>
              <a:rect b="b" l="l" r="r" t="t"/>
              <a:pathLst>
                <a:path extrusionOk="0" h="2666" w="4195">
                  <a:moveTo>
                    <a:pt x="281" y="0"/>
                  </a:moveTo>
                  <a:cubicBezTo>
                    <a:pt x="116" y="73"/>
                    <a:pt x="1" y="235"/>
                    <a:pt x="1" y="427"/>
                  </a:cubicBezTo>
                  <a:lnTo>
                    <a:pt x="1" y="2199"/>
                  </a:lnTo>
                  <a:cubicBezTo>
                    <a:pt x="1" y="2456"/>
                    <a:pt x="209" y="2666"/>
                    <a:pt x="468" y="2666"/>
                  </a:cubicBezTo>
                  <a:lnTo>
                    <a:pt x="3767" y="2666"/>
                  </a:lnTo>
                  <a:cubicBezTo>
                    <a:pt x="3957" y="2666"/>
                    <a:pt x="4122" y="2551"/>
                    <a:pt x="4194" y="2385"/>
                  </a:cubicBezTo>
                  <a:lnTo>
                    <a:pt x="468" y="2385"/>
                  </a:lnTo>
                  <a:cubicBezTo>
                    <a:pt x="365" y="2385"/>
                    <a:pt x="281" y="2302"/>
                    <a:pt x="281" y="2199"/>
                  </a:cubicBezTo>
                  <a:lnTo>
                    <a:pt x="281" y="0"/>
                  </a:lnTo>
                  <a:close/>
                </a:path>
              </a:pathLst>
            </a:custGeom>
            <a:solidFill>
              <a:srgbClr val="EAE2D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890" name="Google Shape;3890;p27"/>
            <p:cNvSpPr/>
            <p:nvPr/>
          </p:nvSpPr>
          <p:spPr>
            <a:xfrm>
              <a:off x="1716693" y="2430556"/>
              <a:ext cx="147603" cy="37198"/>
            </a:xfrm>
            <a:custGeom>
              <a:rect b="b" l="l" r="r" t="t"/>
              <a:pathLst>
                <a:path extrusionOk="0" h="1158" w="4595">
                  <a:moveTo>
                    <a:pt x="1" y="1"/>
                  </a:moveTo>
                  <a:cubicBezTo>
                    <a:pt x="196" y="1"/>
                    <a:pt x="357" y="151"/>
                    <a:pt x="373" y="345"/>
                  </a:cubicBezTo>
                  <a:lnTo>
                    <a:pt x="403" y="729"/>
                  </a:lnTo>
                  <a:cubicBezTo>
                    <a:pt x="424" y="971"/>
                    <a:pt x="625" y="1158"/>
                    <a:pt x="868" y="1158"/>
                  </a:cubicBezTo>
                  <a:lnTo>
                    <a:pt x="4167" y="1158"/>
                  </a:lnTo>
                  <a:cubicBezTo>
                    <a:pt x="4360" y="1158"/>
                    <a:pt x="4522" y="1042"/>
                    <a:pt x="4594" y="877"/>
                  </a:cubicBezTo>
                  <a:lnTo>
                    <a:pt x="890" y="877"/>
                  </a:lnTo>
                  <a:cubicBezTo>
                    <a:pt x="793" y="877"/>
                    <a:pt x="712" y="803"/>
                    <a:pt x="704" y="706"/>
                  </a:cubicBezTo>
                  <a:lnTo>
                    <a:pt x="676" y="345"/>
                  </a:lnTo>
                  <a:cubicBezTo>
                    <a:pt x="661" y="151"/>
                    <a:pt x="497" y="1"/>
                    <a:pt x="305" y="1"/>
                  </a:cubicBezTo>
                  <a:close/>
                </a:path>
              </a:pathLst>
            </a:custGeom>
            <a:solidFill>
              <a:srgbClr val="EAE2D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891" name="Google Shape;3891;p27"/>
            <p:cNvSpPr/>
            <p:nvPr/>
          </p:nvSpPr>
          <p:spPr>
            <a:xfrm>
              <a:off x="1598926" y="2398818"/>
              <a:ext cx="85735" cy="49790"/>
            </a:xfrm>
            <a:custGeom>
              <a:rect b="b" l="l" r="r" t="t"/>
              <a:pathLst>
                <a:path extrusionOk="0" h="1550" w="2669">
                  <a:moveTo>
                    <a:pt x="243" y="0"/>
                  </a:moveTo>
                  <a:lnTo>
                    <a:pt x="94" y="38"/>
                  </a:lnTo>
                  <a:cubicBezTo>
                    <a:pt x="42" y="38"/>
                    <a:pt x="0" y="81"/>
                    <a:pt x="0" y="132"/>
                  </a:cubicBezTo>
                  <a:lnTo>
                    <a:pt x="0" y="1455"/>
                  </a:lnTo>
                  <a:cubicBezTo>
                    <a:pt x="0" y="1507"/>
                    <a:pt x="43" y="1549"/>
                    <a:pt x="94" y="1549"/>
                  </a:cubicBezTo>
                  <a:lnTo>
                    <a:pt x="2538" y="1549"/>
                  </a:lnTo>
                  <a:cubicBezTo>
                    <a:pt x="2590" y="1549"/>
                    <a:pt x="2632" y="1507"/>
                    <a:pt x="2629" y="1454"/>
                  </a:cubicBezTo>
                  <a:lnTo>
                    <a:pt x="2668" y="1306"/>
                  </a:lnTo>
                  <a:lnTo>
                    <a:pt x="2668" y="93"/>
                  </a:lnTo>
                  <a:cubicBezTo>
                    <a:pt x="2668" y="41"/>
                    <a:pt x="2625" y="0"/>
                    <a:pt x="2574" y="0"/>
                  </a:cubicBezTo>
                  <a:close/>
                </a:path>
              </a:pathLst>
            </a:custGeom>
            <a:solidFill>
              <a:schemeClr val="accent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892" name="Google Shape;3892;p27"/>
            <p:cNvSpPr/>
            <p:nvPr/>
          </p:nvSpPr>
          <p:spPr>
            <a:xfrm>
              <a:off x="1597737" y="2398818"/>
              <a:ext cx="86956" cy="50978"/>
            </a:xfrm>
            <a:custGeom>
              <a:rect b="b" l="l" r="r" t="t"/>
              <a:pathLst>
                <a:path extrusionOk="0" h="1587" w="2707">
                  <a:moveTo>
                    <a:pt x="95" y="0"/>
                  </a:moveTo>
                  <a:cubicBezTo>
                    <a:pt x="44" y="0"/>
                    <a:pt x="1" y="41"/>
                    <a:pt x="1" y="93"/>
                  </a:cubicBezTo>
                  <a:lnTo>
                    <a:pt x="1" y="1493"/>
                  </a:lnTo>
                  <a:cubicBezTo>
                    <a:pt x="1" y="1543"/>
                    <a:pt x="43" y="1587"/>
                    <a:pt x="95" y="1587"/>
                  </a:cubicBezTo>
                  <a:lnTo>
                    <a:pt x="2612" y="1587"/>
                  </a:lnTo>
                  <a:cubicBezTo>
                    <a:pt x="2663" y="1587"/>
                    <a:pt x="2707" y="1545"/>
                    <a:pt x="2707" y="1493"/>
                  </a:cubicBezTo>
                  <a:lnTo>
                    <a:pt x="2707" y="1306"/>
                  </a:lnTo>
                  <a:lnTo>
                    <a:pt x="376" y="1306"/>
                  </a:lnTo>
                  <a:cubicBezTo>
                    <a:pt x="325" y="1306"/>
                    <a:pt x="282" y="1264"/>
                    <a:pt x="282" y="1212"/>
                  </a:cubicBezTo>
                  <a:lnTo>
                    <a:pt x="282" y="0"/>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893" name="Google Shape;3893;p27"/>
            <p:cNvSpPr/>
            <p:nvPr/>
          </p:nvSpPr>
          <p:spPr>
            <a:xfrm>
              <a:off x="1749812" y="2398818"/>
              <a:ext cx="85735" cy="49790"/>
            </a:xfrm>
            <a:custGeom>
              <a:rect b="b" l="l" r="r" t="t"/>
              <a:pathLst>
                <a:path extrusionOk="0" h="1550" w="2669">
                  <a:moveTo>
                    <a:pt x="244" y="0"/>
                  </a:moveTo>
                  <a:lnTo>
                    <a:pt x="95" y="38"/>
                  </a:lnTo>
                  <a:cubicBezTo>
                    <a:pt x="43" y="38"/>
                    <a:pt x="1" y="81"/>
                    <a:pt x="1" y="132"/>
                  </a:cubicBezTo>
                  <a:lnTo>
                    <a:pt x="1" y="1455"/>
                  </a:lnTo>
                  <a:cubicBezTo>
                    <a:pt x="1" y="1507"/>
                    <a:pt x="44" y="1549"/>
                    <a:pt x="95" y="1549"/>
                  </a:cubicBezTo>
                  <a:lnTo>
                    <a:pt x="2538" y="1549"/>
                  </a:lnTo>
                  <a:cubicBezTo>
                    <a:pt x="2590" y="1549"/>
                    <a:pt x="2632" y="1507"/>
                    <a:pt x="2630" y="1454"/>
                  </a:cubicBezTo>
                  <a:lnTo>
                    <a:pt x="2669" y="1306"/>
                  </a:lnTo>
                  <a:lnTo>
                    <a:pt x="2669" y="93"/>
                  </a:lnTo>
                  <a:cubicBezTo>
                    <a:pt x="2669" y="41"/>
                    <a:pt x="2625" y="0"/>
                    <a:pt x="2575" y="0"/>
                  </a:cubicBezTo>
                  <a:close/>
                </a:path>
              </a:pathLst>
            </a:cu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894" name="Google Shape;3894;p27"/>
            <p:cNvSpPr/>
            <p:nvPr/>
          </p:nvSpPr>
          <p:spPr>
            <a:xfrm>
              <a:off x="1748656" y="2398818"/>
              <a:ext cx="86956" cy="50978"/>
            </a:xfrm>
            <a:custGeom>
              <a:rect b="b" l="l" r="r" t="t"/>
              <a:pathLst>
                <a:path extrusionOk="0" h="1587" w="2707">
                  <a:moveTo>
                    <a:pt x="95" y="0"/>
                  </a:moveTo>
                  <a:cubicBezTo>
                    <a:pt x="44" y="0"/>
                    <a:pt x="0" y="41"/>
                    <a:pt x="0" y="93"/>
                  </a:cubicBezTo>
                  <a:lnTo>
                    <a:pt x="0" y="1493"/>
                  </a:lnTo>
                  <a:cubicBezTo>
                    <a:pt x="0" y="1543"/>
                    <a:pt x="42" y="1587"/>
                    <a:pt x="95" y="1587"/>
                  </a:cubicBezTo>
                  <a:lnTo>
                    <a:pt x="2612" y="1587"/>
                  </a:lnTo>
                  <a:cubicBezTo>
                    <a:pt x="2663" y="1587"/>
                    <a:pt x="2706" y="1545"/>
                    <a:pt x="2706" y="1493"/>
                  </a:cubicBezTo>
                  <a:lnTo>
                    <a:pt x="2706" y="1306"/>
                  </a:lnTo>
                  <a:lnTo>
                    <a:pt x="375" y="1306"/>
                  </a:lnTo>
                  <a:cubicBezTo>
                    <a:pt x="325" y="1306"/>
                    <a:pt x="281" y="1264"/>
                    <a:pt x="281" y="1212"/>
                  </a:cubicBezTo>
                  <a:lnTo>
                    <a:pt x="281" y="0"/>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3895" name="Google Shape;3895;p27"/>
          <p:cNvGrpSpPr/>
          <p:nvPr/>
        </p:nvGrpSpPr>
        <p:grpSpPr>
          <a:xfrm>
            <a:off x="7352672" y="1543132"/>
            <a:ext cx="155960" cy="297685"/>
            <a:chOff x="7352672" y="1543132"/>
            <a:chExt cx="155960" cy="297685"/>
          </a:xfrm>
        </p:grpSpPr>
        <p:sp>
          <p:nvSpPr>
            <p:cNvPr id="3896" name="Google Shape;3896;p27"/>
            <p:cNvSpPr/>
            <p:nvPr/>
          </p:nvSpPr>
          <p:spPr>
            <a:xfrm>
              <a:off x="7354953" y="1684895"/>
              <a:ext cx="69577" cy="154638"/>
            </a:xfrm>
            <a:custGeom>
              <a:rect b="b" l="l" r="r" t="t"/>
              <a:pathLst>
                <a:path extrusionOk="0" h="4814" w="2166">
                  <a:moveTo>
                    <a:pt x="946" y="0"/>
                  </a:moveTo>
                  <a:lnTo>
                    <a:pt x="515" y="715"/>
                  </a:lnTo>
                  <a:cubicBezTo>
                    <a:pt x="121" y="1448"/>
                    <a:pt x="1" y="2148"/>
                    <a:pt x="150" y="2966"/>
                  </a:cubicBezTo>
                  <a:lnTo>
                    <a:pt x="434" y="4738"/>
                  </a:lnTo>
                  <a:cubicBezTo>
                    <a:pt x="442" y="4782"/>
                    <a:pt x="480" y="4813"/>
                    <a:pt x="526" y="4813"/>
                  </a:cubicBezTo>
                  <a:lnTo>
                    <a:pt x="1695" y="4796"/>
                  </a:lnTo>
                  <a:cubicBezTo>
                    <a:pt x="1740" y="4796"/>
                    <a:pt x="1779" y="4766"/>
                    <a:pt x="1787" y="4718"/>
                  </a:cubicBezTo>
                  <a:lnTo>
                    <a:pt x="1871" y="4515"/>
                  </a:lnTo>
                  <a:lnTo>
                    <a:pt x="2033" y="3631"/>
                  </a:lnTo>
                  <a:cubicBezTo>
                    <a:pt x="2120" y="3153"/>
                    <a:pt x="2145" y="2665"/>
                    <a:pt x="2096" y="2183"/>
                  </a:cubicBezTo>
                  <a:cubicBezTo>
                    <a:pt x="2086" y="2085"/>
                    <a:pt x="2165" y="2061"/>
                    <a:pt x="2151" y="1962"/>
                  </a:cubicBezTo>
                  <a:cubicBezTo>
                    <a:pt x="2072" y="1465"/>
                    <a:pt x="1847" y="882"/>
                    <a:pt x="1521" y="514"/>
                  </a:cubicBezTo>
                  <a:lnTo>
                    <a:pt x="946" y="0"/>
                  </a:lnTo>
                  <a:close/>
                </a:path>
              </a:pathLst>
            </a:cu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897" name="Google Shape;3897;p27"/>
            <p:cNvSpPr/>
            <p:nvPr/>
          </p:nvSpPr>
          <p:spPr>
            <a:xfrm>
              <a:off x="7352672" y="1683128"/>
              <a:ext cx="62350" cy="157657"/>
            </a:xfrm>
            <a:custGeom>
              <a:rect b="b" l="l" r="r" t="t"/>
              <a:pathLst>
                <a:path extrusionOk="0" h="4908" w="1941">
                  <a:moveTo>
                    <a:pt x="901" y="0"/>
                  </a:moveTo>
                  <a:lnTo>
                    <a:pt x="529" y="669"/>
                  </a:lnTo>
                  <a:cubicBezTo>
                    <a:pt x="136" y="1401"/>
                    <a:pt x="1" y="2245"/>
                    <a:pt x="149" y="3065"/>
                  </a:cubicBezTo>
                  <a:lnTo>
                    <a:pt x="467" y="4831"/>
                  </a:lnTo>
                  <a:cubicBezTo>
                    <a:pt x="474" y="4876"/>
                    <a:pt x="513" y="4907"/>
                    <a:pt x="558" y="4907"/>
                  </a:cubicBezTo>
                  <a:lnTo>
                    <a:pt x="1802" y="4907"/>
                  </a:lnTo>
                  <a:cubicBezTo>
                    <a:pt x="1847" y="4907"/>
                    <a:pt x="1886" y="4874"/>
                    <a:pt x="1894" y="4831"/>
                  </a:cubicBezTo>
                  <a:lnTo>
                    <a:pt x="1941" y="4572"/>
                  </a:lnTo>
                  <a:lnTo>
                    <a:pt x="845" y="4572"/>
                  </a:lnTo>
                  <a:cubicBezTo>
                    <a:pt x="800" y="4572"/>
                    <a:pt x="761" y="4540"/>
                    <a:pt x="752" y="4496"/>
                  </a:cubicBezTo>
                  <a:lnTo>
                    <a:pt x="484" y="3065"/>
                  </a:lnTo>
                  <a:cubicBezTo>
                    <a:pt x="337" y="2247"/>
                    <a:pt x="461" y="1471"/>
                    <a:pt x="855" y="738"/>
                  </a:cubicBezTo>
                  <a:lnTo>
                    <a:pt x="1195" y="178"/>
                  </a:lnTo>
                  <a:lnTo>
                    <a:pt x="901" y="0"/>
                  </a:lnTo>
                  <a:close/>
                </a:path>
              </a:pathLst>
            </a:cu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898" name="Google Shape;3898;p27"/>
            <p:cNvSpPr/>
            <p:nvPr/>
          </p:nvSpPr>
          <p:spPr>
            <a:xfrm>
              <a:off x="7439986" y="1684959"/>
              <a:ext cx="68646" cy="154509"/>
            </a:xfrm>
            <a:custGeom>
              <a:rect b="b" l="l" r="r" t="t"/>
              <a:pathLst>
                <a:path extrusionOk="0" h="4810" w="2137">
                  <a:moveTo>
                    <a:pt x="1239" y="1"/>
                  </a:moveTo>
                  <a:lnTo>
                    <a:pt x="712" y="628"/>
                  </a:lnTo>
                  <a:cubicBezTo>
                    <a:pt x="309" y="1084"/>
                    <a:pt x="47" y="2182"/>
                    <a:pt x="47" y="2182"/>
                  </a:cubicBezTo>
                  <a:cubicBezTo>
                    <a:pt x="0" y="2650"/>
                    <a:pt x="23" y="3142"/>
                    <a:pt x="103" y="3606"/>
                  </a:cubicBezTo>
                  <a:lnTo>
                    <a:pt x="306" y="4774"/>
                  </a:lnTo>
                  <a:cubicBezTo>
                    <a:pt x="310" y="4797"/>
                    <a:pt x="678" y="4809"/>
                    <a:pt x="1021" y="4809"/>
                  </a:cubicBezTo>
                  <a:cubicBezTo>
                    <a:pt x="1321" y="4809"/>
                    <a:pt x="1601" y="4800"/>
                    <a:pt x="1603" y="4780"/>
                  </a:cubicBezTo>
                  <a:lnTo>
                    <a:pt x="1719" y="4518"/>
                  </a:lnTo>
                  <a:lnTo>
                    <a:pt x="1991" y="3009"/>
                  </a:lnTo>
                  <a:cubicBezTo>
                    <a:pt x="2137" y="2190"/>
                    <a:pt x="2002" y="1347"/>
                    <a:pt x="1609" y="613"/>
                  </a:cubicBezTo>
                  <a:lnTo>
                    <a:pt x="1399" y="233"/>
                  </a:lnTo>
                  <a:lnTo>
                    <a:pt x="1239" y="1"/>
                  </a:lnTo>
                  <a:close/>
                </a:path>
              </a:pathLst>
            </a:cu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899" name="Google Shape;3899;p27"/>
            <p:cNvSpPr/>
            <p:nvPr/>
          </p:nvSpPr>
          <p:spPr>
            <a:xfrm>
              <a:off x="7437416" y="1683160"/>
              <a:ext cx="57917" cy="157657"/>
            </a:xfrm>
            <a:custGeom>
              <a:rect b="b" l="l" r="r" t="t"/>
              <a:pathLst>
                <a:path extrusionOk="0" h="4908" w="1803">
                  <a:moveTo>
                    <a:pt x="1322" y="0"/>
                  </a:moveTo>
                  <a:lnTo>
                    <a:pt x="627" y="594"/>
                  </a:lnTo>
                  <a:cubicBezTo>
                    <a:pt x="293" y="970"/>
                    <a:pt x="82" y="1471"/>
                    <a:pt x="15" y="1963"/>
                  </a:cubicBezTo>
                  <a:cubicBezTo>
                    <a:pt x="1" y="2066"/>
                    <a:pt x="83" y="2134"/>
                    <a:pt x="73" y="2238"/>
                  </a:cubicBezTo>
                  <a:cubicBezTo>
                    <a:pt x="24" y="2706"/>
                    <a:pt x="47" y="3198"/>
                    <a:pt x="127" y="3660"/>
                  </a:cubicBezTo>
                  <a:lnTo>
                    <a:pt x="293" y="4627"/>
                  </a:lnTo>
                  <a:lnTo>
                    <a:pt x="328" y="4830"/>
                  </a:lnTo>
                  <a:cubicBezTo>
                    <a:pt x="335" y="4875"/>
                    <a:pt x="374" y="4908"/>
                    <a:pt x="420" y="4908"/>
                  </a:cubicBezTo>
                  <a:lnTo>
                    <a:pt x="1662" y="4908"/>
                  </a:lnTo>
                  <a:cubicBezTo>
                    <a:pt x="1709" y="4908"/>
                    <a:pt x="1746" y="4875"/>
                    <a:pt x="1755" y="4831"/>
                  </a:cubicBezTo>
                  <a:lnTo>
                    <a:pt x="1803" y="4574"/>
                  </a:lnTo>
                  <a:lnTo>
                    <a:pt x="707" y="4574"/>
                  </a:lnTo>
                  <a:lnTo>
                    <a:pt x="707" y="4571"/>
                  </a:lnTo>
                  <a:cubicBezTo>
                    <a:pt x="662" y="4571"/>
                    <a:pt x="625" y="4539"/>
                    <a:pt x="616" y="4495"/>
                  </a:cubicBezTo>
                  <a:lnTo>
                    <a:pt x="461" y="3662"/>
                  </a:lnTo>
                  <a:cubicBezTo>
                    <a:pt x="381" y="3198"/>
                    <a:pt x="358" y="2706"/>
                    <a:pt x="407" y="2238"/>
                  </a:cubicBezTo>
                  <a:cubicBezTo>
                    <a:pt x="468" y="1632"/>
                    <a:pt x="749" y="1115"/>
                    <a:pt x="1153" y="659"/>
                  </a:cubicBezTo>
                  <a:lnTo>
                    <a:pt x="1482" y="289"/>
                  </a:lnTo>
                  <a:lnTo>
                    <a:pt x="1322" y="0"/>
                  </a:lnTo>
                  <a:close/>
                </a:path>
              </a:pathLst>
            </a:cu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900" name="Google Shape;3900;p27"/>
            <p:cNvSpPr/>
            <p:nvPr/>
          </p:nvSpPr>
          <p:spPr>
            <a:xfrm>
              <a:off x="7373489" y="1543132"/>
              <a:ext cx="117022" cy="209567"/>
            </a:xfrm>
            <a:custGeom>
              <a:rect b="b" l="l" r="r" t="t"/>
              <a:pathLst>
                <a:path extrusionOk="0" h="6524" w="3643">
                  <a:moveTo>
                    <a:pt x="2933" y="1"/>
                  </a:moveTo>
                  <a:cubicBezTo>
                    <a:pt x="2890" y="1"/>
                    <a:pt x="2852" y="31"/>
                    <a:pt x="2842" y="73"/>
                  </a:cubicBezTo>
                  <a:lnTo>
                    <a:pt x="2746" y="493"/>
                  </a:lnTo>
                  <a:cubicBezTo>
                    <a:pt x="2645" y="942"/>
                    <a:pt x="2245" y="1262"/>
                    <a:pt x="1784" y="1262"/>
                  </a:cubicBezTo>
                  <a:cubicBezTo>
                    <a:pt x="1319" y="1262"/>
                    <a:pt x="915" y="936"/>
                    <a:pt x="819" y="481"/>
                  </a:cubicBezTo>
                  <a:lnTo>
                    <a:pt x="731" y="74"/>
                  </a:lnTo>
                  <a:cubicBezTo>
                    <a:pt x="721" y="31"/>
                    <a:pt x="683" y="2"/>
                    <a:pt x="640" y="2"/>
                  </a:cubicBezTo>
                  <a:lnTo>
                    <a:pt x="492" y="2"/>
                  </a:lnTo>
                  <a:lnTo>
                    <a:pt x="342" y="40"/>
                  </a:lnTo>
                  <a:cubicBezTo>
                    <a:pt x="291" y="40"/>
                    <a:pt x="249" y="82"/>
                    <a:pt x="248" y="132"/>
                  </a:cubicBezTo>
                  <a:lnTo>
                    <a:pt x="279" y="806"/>
                  </a:lnTo>
                  <a:cubicBezTo>
                    <a:pt x="278" y="1105"/>
                    <a:pt x="204" y="1402"/>
                    <a:pt x="62" y="1668"/>
                  </a:cubicBezTo>
                  <a:lnTo>
                    <a:pt x="55" y="1683"/>
                  </a:lnTo>
                  <a:cubicBezTo>
                    <a:pt x="9" y="1771"/>
                    <a:pt x="0" y="1877"/>
                    <a:pt x="30" y="1972"/>
                  </a:cubicBezTo>
                  <a:lnTo>
                    <a:pt x="278" y="2732"/>
                  </a:lnTo>
                  <a:cubicBezTo>
                    <a:pt x="450" y="3259"/>
                    <a:pt x="466" y="3766"/>
                    <a:pt x="327" y="4302"/>
                  </a:cubicBezTo>
                  <a:lnTo>
                    <a:pt x="767" y="4824"/>
                  </a:lnTo>
                  <a:cubicBezTo>
                    <a:pt x="1158" y="5266"/>
                    <a:pt x="1524" y="5930"/>
                    <a:pt x="1595" y="6516"/>
                  </a:cubicBezTo>
                  <a:lnTo>
                    <a:pt x="2024" y="6524"/>
                  </a:lnTo>
                  <a:cubicBezTo>
                    <a:pt x="2024" y="6524"/>
                    <a:pt x="2086" y="6409"/>
                    <a:pt x="2106" y="6317"/>
                  </a:cubicBezTo>
                  <a:cubicBezTo>
                    <a:pt x="2205" y="5816"/>
                    <a:pt x="2436" y="5347"/>
                    <a:pt x="2780" y="4962"/>
                  </a:cubicBezTo>
                  <a:lnTo>
                    <a:pt x="3315" y="4357"/>
                  </a:lnTo>
                  <a:cubicBezTo>
                    <a:pt x="3280" y="4229"/>
                    <a:pt x="3257" y="4096"/>
                    <a:pt x="3240" y="3964"/>
                  </a:cubicBezTo>
                  <a:lnTo>
                    <a:pt x="3165" y="3620"/>
                  </a:lnTo>
                  <a:lnTo>
                    <a:pt x="3243" y="3274"/>
                  </a:lnTo>
                  <a:cubicBezTo>
                    <a:pt x="3265" y="3088"/>
                    <a:pt x="3305" y="2906"/>
                    <a:pt x="3363" y="2727"/>
                  </a:cubicBezTo>
                  <a:lnTo>
                    <a:pt x="3612" y="1969"/>
                  </a:lnTo>
                  <a:cubicBezTo>
                    <a:pt x="3642" y="1871"/>
                    <a:pt x="3634" y="1767"/>
                    <a:pt x="3586" y="1676"/>
                  </a:cubicBezTo>
                  <a:cubicBezTo>
                    <a:pt x="3434" y="1406"/>
                    <a:pt x="3359" y="1098"/>
                    <a:pt x="3360" y="785"/>
                  </a:cubicBezTo>
                  <a:lnTo>
                    <a:pt x="3363" y="95"/>
                  </a:lnTo>
                  <a:cubicBezTo>
                    <a:pt x="3363" y="41"/>
                    <a:pt x="3322" y="1"/>
                    <a:pt x="3269" y="1"/>
                  </a:cubicBezTo>
                  <a:close/>
                </a:path>
              </a:pathLst>
            </a:custGeom>
            <a:solidFill>
              <a:schemeClr val="l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901" name="Google Shape;3901;p27"/>
            <p:cNvSpPr/>
            <p:nvPr/>
          </p:nvSpPr>
          <p:spPr>
            <a:xfrm>
              <a:off x="7371047" y="1543132"/>
              <a:ext cx="70027" cy="211912"/>
            </a:xfrm>
            <a:custGeom>
              <a:rect b="b" l="l" r="r" t="t"/>
              <a:pathLst>
                <a:path extrusionOk="0" h="6597" w="2180">
                  <a:moveTo>
                    <a:pt x="380" y="1"/>
                  </a:moveTo>
                  <a:cubicBezTo>
                    <a:pt x="329" y="1"/>
                    <a:pt x="287" y="41"/>
                    <a:pt x="286" y="92"/>
                  </a:cubicBezTo>
                  <a:lnTo>
                    <a:pt x="282" y="801"/>
                  </a:lnTo>
                  <a:cubicBezTo>
                    <a:pt x="280" y="1102"/>
                    <a:pt x="205" y="1399"/>
                    <a:pt x="64" y="1665"/>
                  </a:cubicBezTo>
                  <a:lnTo>
                    <a:pt x="57" y="1680"/>
                  </a:lnTo>
                  <a:cubicBezTo>
                    <a:pt x="11" y="1768"/>
                    <a:pt x="1" y="1872"/>
                    <a:pt x="33" y="1969"/>
                  </a:cubicBezTo>
                  <a:lnTo>
                    <a:pt x="280" y="2729"/>
                  </a:lnTo>
                  <a:cubicBezTo>
                    <a:pt x="338" y="2907"/>
                    <a:pt x="380" y="3091"/>
                    <a:pt x="402" y="3274"/>
                  </a:cubicBezTo>
                  <a:lnTo>
                    <a:pt x="479" y="3607"/>
                  </a:lnTo>
                  <a:lnTo>
                    <a:pt x="403" y="3964"/>
                  </a:lnTo>
                  <a:cubicBezTo>
                    <a:pt x="387" y="4097"/>
                    <a:pt x="363" y="4228"/>
                    <a:pt x="329" y="4358"/>
                  </a:cubicBezTo>
                  <a:lnTo>
                    <a:pt x="884" y="4985"/>
                  </a:lnTo>
                  <a:cubicBezTo>
                    <a:pt x="1275" y="5426"/>
                    <a:pt x="1524" y="6011"/>
                    <a:pt x="1593" y="6596"/>
                  </a:cubicBezTo>
                  <a:lnTo>
                    <a:pt x="2139" y="6596"/>
                  </a:lnTo>
                  <a:cubicBezTo>
                    <a:pt x="2148" y="6502"/>
                    <a:pt x="2162" y="6408"/>
                    <a:pt x="2179" y="6315"/>
                  </a:cubicBezTo>
                  <a:lnTo>
                    <a:pt x="1919" y="6315"/>
                  </a:lnTo>
                  <a:cubicBezTo>
                    <a:pt x="1918" y="6315"/>
                    <a:pt x="1917" y="6315"/>
                    <a:pt x="1916" y="6315"/>
                  </a:cubicBezTo>
                  <a:cubicBezTo>
                    <a:pt x="1872" y="6315"/>
                    <a:pt x="1835" y="6282"/>
                    <a:pt x="1829" y="6236"/>
                  </a:cubicBezTo>
                  <a:cubicBezTo>
                    <a:pt x="1715" y="5338"/>
                    <a:pt x="968" y="4555"/>
                    <a:pt x="723" y="4317"/>
                  </a:cubicBezTo>
                  <a:cubicBezTo>
                    <a:pt x="675" y="4273"/>
                    <a:pt x="657" y="4206"/>
                    <a:pt x="671" y="4142"/>
                  </a:cubicBezTo>
                  <a:cubicBezTo>
                    <a:pt x="783" y="3650"/>
                    <a:pt x="758" y="3223"/>
                    <a:pt x="597" y="2731"/>
                  </a:cubicBezTo>
                  <a:lnTo>
                    <a:pt x="363" y="2030"/>
                  </a:lnTo>
                  <a:cubicBezTo>
                    <a:pt x="324" y="1909"/>
                    <a:pt x="337" y="1777"/>
                    <a:pt x="402" y="1667"/>
                  </a:cubicBezTo>
                  <a:cubicBezTo>
                    <a:pt x="542" y="1400"/>
                    <a:pt x="578" y="1104"/>
                    <a:pt x="580" y="804"/>
                  </a:cubicBezTo>
                  <a:lnTo>
                    <a:pt x="565" y="1"/>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902" name="Google Shape;3902;p27"/>
            <p:cNvSpPr/>
            <p:nvPr/>
          </p:nvSpPr>
          <p:spPr>
            <a:xfrm>
              <a:off x="7385086" y="1648370"/>
              <a:ext cx="92481" cy="20687"/>
            </a:xfrm>
            <a:custGeom>
              <a:rect b="b" l="l" r="r" t="t"/>
              <a:pathLst>
                <a:path extrusionOk="0" h="644" w="2879">
                  <a:moveTo>
                    <a:pt x="286" y="1"/>
                  </a:moveTo>
                  <a:lnTo>
                    <a:pt x="2" y="43"/>
                  </a:lnTo>
                  <a:lnTo>
                    <a:pt x="1" y="643"/>
                  </a:lnTo>
                  <a:lnTo>
                    <a:pt x="2834" y="640"/>
                  </a:lnTo>
                  <a:cubicBezTo>
                    <a:pt x="2824" y="555"/>
                    <a:pt x="2857" y="410"/>
                    <a:pt x="2857" y="410"/>
                  </a:cubicBezTo>
                  <a:lnTo>
                    <a:pt x="2857" y="367"/>
                  </a:lnTo>
                  <a:cubicBezTo>
                    <a:pt x="2857" y="232"/>
                    <a:pt x="2867" y="109"/>
                    <a:pt x="2879" y="1"/>
                  </a:cubicBezTo>
                  <a:close/>
                </a:path>
              </a:pathLst>
            </a:cu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903" name="Google Shape;3903;p27"/>
            <p:cNvSpPr/>
            <p:nvPr/>
          </p:nvSpPr>
          <p:spPr>
            <a:xfrm>
              <a:off x="7383993" y="1648370"/>
              <a:ext cx="93573" cy="22261"/>
            </a:xfrm>
            <a:custGeom>
              <a:rect b="b" l="l" r="r" t="t"/>
              <a:pathLst>
                <a:path extrusionOk="0" h="693" w="2913">
                  <a:moveTo>
                    <a:pt x="0" y="1"/>
                  </a:moveTo>
                  <a:cubicBezTo>
                    <a:pt x="13" y="101"/>
                    <a:pt x="21" y="212"/>
                    <a:pt x="22" y="334"/>
                  </a:cubicBezTo>
                  <a:cubicBezTo>
                    <a:pt x="22" y="467"/>
                    <a:pt x="15" y="585"/>
                    <a:pt x="2" y="693"/>
                  </a:cubicBezTo>
                  <a:lnTo>
                    <a:pt x="2913" y="693"/>
                  </a:lnTo>
                  <a:cubicBezTo>
                    <a:pt x="2909" y="645"/>
                    <a:pt x="2903" y="597"/>
                    <a:pt x="2898" y="543"/>
                  </a:cubicBezTo>
                  <a:cubicBezTo>
                    <a:pt x="2896" y="499"/>
                    <a:pt x="2894" y="454"/>
                    <a:pt x="2894" y="412"/>
                  </a:cubicBezTo>
                  <a:lnTo>
                    <a:pt x="430" y="412"/>
                  </a:lnTo>
                  <a:cubicBezTo>
                    <a:pt x="378" y="412"/>
                    <a:pt x="336" y="368"/>
                    <a:pt x="336" y="316"/>
                  </a:cubicBezTo>
                  <a:cubicBezTo>
                    <a:pt x="339" y="211"/>
                    <a:pt x="333" y="106"/>
                    <a:pt x="319"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3904" name="Google Shape;3904;p27"/>
          <p:cNvGrpSpPr/>
          <p:nvPr/>
        </p:nvGrpSpPr>
        <p:grpSpPr>
          <a:xfrm>
            <a:off x="6732324" y="1543132"/>
            <a:ext cx="127077" cy="297780"/>
            <a:chOff x="6732324" y="1543132"/>
            <a:chExt cx="127077" cy="297780"/>
          </a:xfrm>
        </p:grpSpPr>
        <p:sp>
          <p:nvSpPr>
            <p:cNvPr id="3905" name="Google Shape;3905;p27"/>
            <p:cNvSpPr/>
            <p:nvPr/>
          </p:nvSpPr>
          <p:spPr>
            <a:xfrm>
              <a:off x="6733577" y="1639022"/>
              <a:ext cx="125824" cy="200605"/>
            </a:xfrm>
            <a:custGeom>
              <a:rect b="b" l="l" r="r" t="t"/>
              <a:pathLst>
                <a:path extrusionOk="0" h="6245" w="3917">
                  <a:moveTo>
                    <a:pt x="326" y="1"/>
                  </a:moveTo>
                  <a:lnTo>
                    <a:pt x="106" y="345"/>
                  </a:lnTo>
                  <a:cubicBezTo>
                    <a:pt x="48" y="435"/>
                    <a:pt x="18" y="539"/>
                    <a:pt x="18" y="646"/>
                  </a:cubicBezTo>
                  <a:lnTo>
                    <a:pt x="1" y="6058"/>
                  </a:lnTo>
                  <a:cubicBezTo>
                    <a:pt x="1" y="6160"/>
                    <a:pt x="83" y="6244"/>
                    <a:pt x="186" y="6244"/>
                  </a:cubicBezTo>
                  <a:lnTo>
                    <a:pt x="3692" y="6244"/>
                  </a:lnTo>
                  <a:cubicBezTo>
                    <a:pt x="3795" y="6244"/>
                    <a:pt x="3877" y="6160"/>
                    <a:pt x="3877" y="6058"/>
                  </a:cubicBezTo>
                  <a:lnTo>
                    <a:pt x="3916" y="6001"/>
                  </a:lnTo>
                  <a:lnTo>
                    <a:pt x="3916" y="5534"/>
                  </a:lnTo>
                  <a:lnTo>
                    <a:pt x="3841" y="5402"/>
                  </a:lnTo>
                  <a:lnTo>
                    <a:pt x="3840" y="884"/>
                  </a:lnTo>
                  <a:lnTo>
                    <a:pt x="3916" y="791"/>
                  </a:lnTo>
                  <a:lnTo>
                    <a:pt x="3916" y="646"/>
                  </a:lnTo>
                  <a:cubicBezTo>
                    <a:pt x="3916" y="541"/>
                    <a:pt x="3885" y="435"/>
                    <a:pt x="3827" y="345"/>
                  </a:cubicBezTo>
                  <a:lnTo>
                    <a:pt x="3621" y="21"/>
                  </a:lnTo>
                  <a:lnTo>
                    <a:pt x="326" y="1"/>
                  </a:lnTo>
                  <a:close/>
                </a:path>
              </a:pathLst>
            </a:cu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906" name="Google Shape;3906;p27"/>
            <p:cNvSpPr/>
            <p:nvPr/>
          </p:nvSpPr>
          <p:spPr>
            <a:xfrm>
              <a:off x="6732324" y="1639408"/>
              <a:ext cx="126980" cy="201504"/>
            </a:xfrm>
            <a:custGeom>
              <a:rect b="b" l="l" r="r" t="t"/>
              <a:pathLst>
                <a:path extrusionOk="0" h="6273" w="3953">
                  <a:moveTo>
                    <a:pt x="303" y="0"/>
                  </a:moveTo>
                  <a:lnTo>
                    <a:pt x="90" y="335"/>
                  </a:lnTo>
                  <a:cubicBezTo>
                    <a:pt x="32" y="424"/>
                    <a:pt x="0" y="530"/>
                    <a:pt x="0" y="637"/>
                  </a:cubicBezTo>
                  <a:lnTo>
                    <a:pt x="0" y="782"/>
                  </a:lnTo>
                  <a:lnTo>
                    <a:pt x="40" y="805"/>
                  </a:lnTo>
                  <a:lnTo>
                    <a:pt x="57" y="5458"/>
                  </a:lnTo>
                  <a:lnTo>
                    <a:pt x="0" y="5526"/>
                  </a:lnTo>
                  <a:lnTo>
                    <a:pt x="0" y="5993"/>
                  </a:lnTo>
                  <a:lnTo>
                    <a:pt x="0" y="6088"/>
                  </a:lnTo>
                  <a:cubicBezTo>
                    <a:pt x="0" y="6190"/>
                    <a:pt x="84" y="6273"/>
                    <a:pt x="187" y="6273"/>
                  </a:cubicBezTo>
                  <a:lnTo>
                    <a:pt x="3767" y="6273"/>
                  </a:lnTo>
                  <a:cubicBezTo>
                    <a:pt x="3870" y="6273"/>
                    <a:pt x="3953" y="6190"/>
                    <a:pt x="3953" y="6088"/>
                  </a:cubicBezTo>
                  <a:lnTo>
                    <a:pt x="3953" y="5995"/>
                  </a:lnTo>
                  <a:lnTo>
                    <a:pt x="336" y="5995"/>
                  </a:lnTo>
                  <a:cubicBezTo>
                    <a:pt x="307" y="5989"/>
                    <a:pt x="281" y="5964"/>
                    <a:pt x="281" y="5933"/>
                  </a:cubicBezTo>
                  <a:lnTo>
                    <a:pt x="281" y="637"/>
                  </a:lnTo>
                  <a:cubicBezTo>
                    <a:pt x="281" y="566"/>
                    <a:pt x="302" y="495"/>
                    <a:pt x="339" y="436"/>
                  </a:cubicBezTo>
                  <a:lnTo>
                    <a:pt x="582" y="0"/>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907" name="Google Shape;3907;p27"/>
            <p:cNvSpPr/>
            <p:nvPr/>
          </p:nvSpPr>
          <p:spPr>
            <a:xfrm>
              <a:off x="6779065" y="1543132"/>
              <a:ext cx="34821" cy="35849"/>
            </a:xfrm>
            <a:custGeom>
              <a:rect b="b" l="l" r="r" t="t"/>
              <a:pathLst>
                <a:path extrusionOk="0" h="1116" w="1084">
                  <a:moveTo>
                    <a:pt x="244" y="1"/>
                  </a:moveTo>
                  <a:lnTo>
                    <a:pt x="187" y="38"/>
                  </a:lnTo>
                  <a:cubicBezTo>
                    <a:pt x="84" y="38"/>
                    <a:pt x="0" y="121"/>
                    <a:pt x="0" y="225"/>
                  </a:cubicBezTo>
                  <a:lnTo>
                    <a:pt x="0" y="1110"/>
                  </a:lnTo>
                  <a:lnTo>
                    <a:pt x="1044" y="1115"/>
                  </a:lnTo>
                  <a:lnTo>
                    <a:pt x="1083" y="834"/>
                  </a:lnTo>
                  <a:lnTo>
                    <a:pt x="1083" y="186"/>
                  </a:lnTo>
                  <a:cubicBezTo>
                    <a:pt x="1083" y="83"/>
                    <a:pt x="999" y="1"/>
                    <a:pt x="896" y="1"/>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908" name="Google Shape;3908;p27"/>
            <p:cNvSpPr/>
            <p:nvPr/>
          </p:nvSpPr>
          <p:spPr>
            <a:xfrm>
              <a:off x="6777908" y="1543196"/>
              <a:ext cx="35977" cy="38836"/>
            </a:xfrm>
            <a:custGeom>
              <a:rect b="b" l="l" r="r" t="t"/>
              <a:pathLst>
                <a:path extrusionOk="0" h="1209" w="1120">
                  <a:moveTo>
                    <a:pt x="187" y="0"/>
                  </a:moveTo>
                  <a:cubicBezTo>
                    <a:pt x="84" y="0"/>
                    <a:pt x="0" y="83"/>
                    <a:pt x="0" y="187"/>
                  </a:cubicBezTo>
                  <a:lnTo>
                    <a:pt x="0" y="1203"/>
                  </a:lnTo>
                  <a:lnTo>
                    <a:pt x="1119" y="1209"/>
                  </a:lnTo>
                  <a:lnTo>
                    <a:pt x="1119" y="834"/>
                  </a:lnTo>
                  <a:lnTo>
                    <a:pt x="374" y="831"/>
                  </a:lnTo>
                  <a:cubicBezTo>
                    <a:pt x="322" y="828"/>
                    <a:pt x="280" y="788"/>
                    <a:pt x="280" y="737"/>
                  </a:cubicBezTo>
                  <a:lnTo>
                    <a:pt x="280" y="0"/>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909" name="Google Shape;3909;p27"/>
            <p:cNvSpPr/>
            <p:nvPr/>
          </p:nvSpPr>
          <p:spPr>
            <a:xfrm>
              <a:off x="6791368" y="1556142"/>
              <a:ext cx="9026" cy="8962"/>
            </a:xfrm>
            <a:custGeom>
              <a:rect b="b" l="l" r="r" t="t"/>
              <a:pathLst>
                <a:path extrusionOk="0" h="279" w="281">
                  <a:moveTo>
                    <a:pt x="140" y="1"/>
                  </a:moveTo>
                  <a:cubicBezTo>
                    <a:pt x="63" y="1"/>
                    <a:pt x="1" y="63"/>
                    <a:pt x="1" y="140"/>
                  </a:cubicBezTo>
                  <a:cubicBezTo>
                    <a:pt x="1" y="217"/>
                    <a:pt x="63" y="279"/>
                    <a:pt x="140" y="279"/>
                  </a:cubicBezTo>
                  <a:cubicBezTo>
                    <a:pt x="218" y="279"/>
                    <a:pt x="280" y="217"/>
                    <a:pt x="280" y="140"/>
                  </a:cubicBezTo>
                  <a:cubicBezTo>
                    <a:pt x="280" y="63"/>
                    <a:pt x="218" y="1"/>
                    <a:pt x="140"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910" name="Google Shape;3910;p27"/>
            <p:cNvSpPr/>
            <p:nvPr/>
          </p:nvSpPr>
          <p:spPr>
            <a:xfrm>
              <a:off x="6766279" y="1578629"/>
              <a:ext cx="60422" cy="14808"/>
            </a:xfrm>
            <a:custGeom>
              <a:rect b="b" l="l" r="r" t="t"/>
              <a:pathLst>
                <a:path extrusionOk="0" h="461" w="1881">
                  <a:moveTo>
                    <a:pt x="232" y="0"/>
                  </a:moveTo>
                  <a:cubicBezTo>
                    <a:pt x="167" y="0"/>
                    <a:pt x="107" y="25"/>
                    <a:pt x="61" y="62"/>
                  </a:cubicBezTo>
                  <a:cubicBezTo>
                    <a:pt x="0" y="110"/>
                    <a:pt x="7" y="187"/>
                    <a:pt x="7" y="271"/>
                  </a:cubicBezTo>
                  <a:cubicBezTo>
                    <a:pt x="7" y="271"/>
                    <a:pt x="84" y="461"/>
                    <a:pt x="232" y="461"/>
                  </a:cubicBezTo>
                  <a:lnTo>
                    <a:pt x="1426" y="461"/>
                  </a:lnTo>
                  <a:cubicBezTo>
                    <a:pt x="1574" y="461"/>
                    <a:pt x="1875" y="426"/>
                    <a:pt x="1881" y="280"/>
                  </a:cubicBezTo>
                  <a:lnTo>
                    <a:pt x="1881" y="271"/>
                  </a:lnTo>
                  <a:cubicBezTo>
                    <a:pt x="1881" y="122"/>
                    <a:pt x="1759" y="0"/>
                    <a:pt x="1611" y="0"/>
                  </a:cubicBezTo>
                  <a:close/>
                </a:path>
              </a:pathLst>
            </a:custGeom>
            <a:solidFill>
              <a:srgbClr val="DDD3C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911" name="Google Shape;3911;p27"/>
            <p:cNvSpPr/>
            <p:nvPr/>
          </p:nvSpPr>
          <p:spPr>
            <a:xfrm>
              <a:off x="6765026" y="1580621"/>
              <a:ext cx="61675" cy="17250"/>
            </a:xfrm>
            <a:custGeom>
              <a:rect b="b" l="l" r="r" t="t"/>
              <a:pathLst>
                <a:path extrusionOk="0" h="537" w="1920">
                  <a:moveTo>
                    <a:pt x="97" y="0"/>
                  </a:moveTo>
                  <a:cubicBezTo>
                    <a:pt x="38" y="50"/>
                    <a:pt x="0" y="125"/>
                    <a:pt x="0" y="209"/>
                  </a:cubicBezTo>
                  <a:cubicBezTo>
                    <a:pt x="0" y="357"/>
                    <a:pt x="122" y="478"/>
                    <a:pt x="269" y="478"/>
                  </a:cubicBezTo>
                  <a:lnTo>
                    <a:pt x="320" y="535"/>
                  </a:lnTo>
                  <a:lnTo>
                    <a:pt x="1587" y="536"/>
                  </a:lnTo>
                  <a:lnTo>
                    <a:pt x="1650" y="478"/>
                  </a:lnTo>
                  <a:cubicBezTo>
                    <a:pt x="1797" y="478"/>
                    <a:pt x="1914" y="362"/>
                    <a:pt x="1920" y="218"/>
                  </a:cubicBezTo>
                  <a:lnTo>
                    <a:pt x="363" y="218"/>
                  </a:lnTo>
                  <a:lnTo>
                    <a:pt x="363" y="219"/>
                  </a:lnTo>
                  <a:cubicBezTo>
                    <a:pt x="232" y="219"/>
                    <a:pt x="123" y="125"/>
                    <a:pt x="97" y="0"/>
                  </a:cubicBezTo>
                  <a:close/>
                </a:path>
              </a:pathLst>
            </a:cu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912" name="Google Shape;3912;p27"/>
            <p:cNvSpPr/>
            <p:nvPr/>
          </p:nvSpPr>
          <p:spPr>
            <a:xfrm>
              <a:off x="6750506" y="1596008"/>
              <a:ext cx="93252" cy="26116"/>
            </a:xfrm>
            <a:custGeom>
              <a:rect b="b" l="l" r="r" t="t"/>
              <a:pathLst>
                <a:path extrusionOk="0" h="813" w="2903">
                  <a:moveTo>
                    <a:pt x="742" y="1"/>
                  </a:moveTo>
                  <a:cubicBezTo>
                    <a:pt x="582" y="1"/>
                    <a:pt x="432" y="45"/>
                    <a:pt x="303" y="124"/>
                  </a:cubicBezTo>
                  <a:cubicBezTo>
                    <a:pt x="63" y="270"/>
                    <a:pt x="0" y="759"/>
                    <a:pt x="0" y="784"/>
                  </a:cubicBezTo>
                  <a:lnTo>
                    <a:pt x="2852" y="813"/>
                  </a:lnTo>
                  <a:cubicBezTo>
                    <a:pt x="2852" y="813"/>
                    <a:pt x="2903" y="649"/>
                    <a:pt x="2874" y="562"/>
                  </a:cubicBezTo>
                  <a:cubicBezTo>
                    <a:pt x="2761" y="237"/>
                    <a:pt x="2450" y="1"/>
                    <a:pt x="2084" y="1"/>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913" name="Google Shape;3913;p27"/>
            <p:cNvSpPr/>
            <p:nvPr/>
          </p:nvSpPr>
          <p:spPr>
            <a:xfrm>
              <a:off x="6747358" y="1600024"/>
              <a:ext cx="96978" cy="25505"/>
            </a:xfrm>
            <a:custGeom>
              <a:rect b="b" l="l" r="r" t="t"/>
              <a:pathLst>
                <a:path extrusionOk="0" h="794" w="3019">
                  <a:moveTo>
                    <a:pt x="401" y="0"/>
                  </a:moveTo>
                  <a:lnTo>
                    <a:pt x="401" y="0"/>
                  </a:lnTo>
                  <a:cubicBezTo>
                    <a:pt x="161" y="148"/>
                    <a:pt x="0" y="413"/>
                    <a:pt x="0" y="715"/>
                  </a:cubicBezTo>
                  <a:lnTo>
                    <a:pt x="0" y="717"/>
                  </a:lnTo>
                  <a:lnTo>
                    <a:pt x="38" y="773"/>
                  </a:lnTo>
                  <a:lnTo>
                    <a:pt x="2946" y="793"/>
                  </a:lnTo>
                  <a:lnTo>
                    <a:pt x="3018" y="717"/>
                  </a:lnTo>
                  <a:lnTo>
                    <a:pt x="3018" y="715"/>
                  </a:lnTo>
                  <a:cubicBezTo>
                    <a:pt x="3018" y="618"/>
                    <a:pt x="3002" y="524"/>
                    <a:pt x="2971" y="437"/>
                  </a:cubicBezTo>
                  <a:lnTo>
                    <a:pt x="646" y="434"/>
                  </a:lnTo>
                  <a:cubicBezTo>
                    <a:pt x="427" y="434"/>
                    <a:pt x="288" y="191"/>
                    <a:pt x="401"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914" name="Google Shape;3914;p27"/>
            <p:cNvSpPr/>
            <p:nvPr/>
          </p:nvSpPr>
          <p:spPr>
            <a:xfrm>
              <a:off x="6733577" y="1664432"/>
              <a:ext cx="125824" cy="151136"/>
            </a:xfrm>
            <a:custGeom>
              <a:rect b="b" l="l" r="r" t="t"/>
              <a:pathLst>
                <a:path extrusionOk="0" h="4705" w="3917">
                  <a:moveTo>
                    <a:pt x="242" y="0"/>
                  </a:moveTo>
                  <a:lnTo>
                    <a:pt x="1" y="39"/>
                  </a:lnTo>
                  <a:lnTo>
                    <a:pt x="1" y="4687"/>
                  </a:lnTo>
                  <a:lnTo>
                    <a:pt x="3877" y="4705"/>
                  </a:lnTo>
                  <a:lnTo>
                    <a:pt x="3916" y="4463"/>
                  </a:lnTo>
                  <a:lnTo>
                    <a:pt x="3916" y="0"/>
                  </a:ln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915" name="Google Shape;3915;p27"/>
            <p:cNvSpPr/>
            <p:nvPr/>
          </p:nvSpPr>
          <p:spPr>
            <a:xfrm>
              <a:off x="6732324" y="1664368"/>
              <a:ext cx="126980" cy="152453"/>
            </a:xfrm>
            <a:custGeom>
              <a:rect b="b" l="l" r="r" t="t"/>
              <a:pathLst>
                <a:path extrusionOk="0" h="4746" w="3953">
                  <a:moveTo>
                    <a:pt x="0" y="1"/>
                  </a:moveTo>
                  <a:lnTo>
                    <a:pt x="0" y="4746"/>
                  </a:lnTo>
                  <a:lnTo>
                    <a:pt x="3953" y="4746"/>
                  </a:lnTo>
                  <a:lnTo>
                    <a:pt x="3953" y="4465"/>
                  </a:lnTo>
                  <a:lnTo>
                    <a:pt x="336" y="4465"/>
                  </a:lnTo>
                  <a:cubicBezTo>
                    <a:pt x="307" y="4465"/>
                    <a:pt x="281" y="4439"/>
                    <a:pt x="281" y="4409"/>
                  </a:cubicBezTo>
                  <a:lnTo>
                    <a:pt x="281" y="1"/>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916" name="Google Shape;3916;p27"/>
            <p:cNvSpPr/>
            <p:nvPr/>
          </p:nvSpPr>
          <p:spPr>
            <a:xfrm>
              <a:off x="6753911" y="1682100"/>
              <a:ext cx="31223" cy="115705"/>
            </a:xfrm>
            <a:custGeom>
              <a:rect b="b" l="l" r="r" t="t"/>
              <a:pathLst>
                <a:path extrusionOk="0" h="3602" w="972">
                  <a:moveTo>
                    <a:pt x="225" y="0"/>
                  </a:moveTo>
                  <a:lnTo>
                    <a:pt x="94" y="39"/>
                  </a:lnTo>
                  <a:cubicBezTo>
                    <a:pt x="42" y="39"/>
                    <a:pt x="0" y="83"/>
                    <a:pt x="0" y="133"/>
                  </a:cubicBezTo>
                  <a:lnTo>
                    <a:pt x="0" y="3508"/>
                  </a:lnTo>
                  <a:cubicBezTo>
                    <a:pt x="0" y="3560"/>
                    <a:pt x="44" y="3602"/>
                    <a:pt x="94" y="3602"/>
                  </a:cubicBezTo>
                  <a:lnTo>
                    <a:pt x="822" y="3583"/>
                  </a:lnTo>
                  <a:cubicBezTo>
                    <a:pt x="873" y="3583"/>
                    <a:pt x="914" y="3543"/>
                    <a:pt x="917" y="3488"/>
                  </a:cubicBezTo>
                  <a:lnTo>
                    <a:pt x="972" y="3376"/>
                  </a:lnTo>
                  <a:lnTo>
                    <a:pt x="972" y="94"/>
                  </a:lnTo>
                  <a:cubicBezTo>
                    <a:pt x="972" y="42"/>
                    <a:pt x="928" y="0"/>
                    <a:pt x="877" y="0"/>
                  </a:cubicBezTo>
                  <a:close/>
                </a:path>
              </a:pathLst>
            </a:cu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917" name="Google Shape;3917;p27"/>
            <p:cNvSpPr/>
            <p:nvPr/>
          </p:nvSpPr>
          <p:spPr>
            <a:xfrm>
              <a:off x="6752691" y="1682197"/>
              <a:ext cx="32412" cy="116830"/>
            </a:xfrm>
            <a:custGeom>
              <a:rect b="b" l="l" r="r" t="t"/>
              <a:pathLst>
                <a:path extrusionOk="0" h="3637" w="1009">
                  <a:moveTo>
                    <a:pt x="95" y="0"/>
                  </a:moveTo>
                  <a:cubicBezTo>
                    <a:pt x="44" y="0"/>
                    <a:pt x="1" y="41"/>
                    <a:pt x="1" y="94"/>
                  </a:cubicBezTo>
                  <a:lnTo>
                    <a:pt x="1" y="3542"/>
                  </a:lnTo>
                  <a:cubicBezTo>
                    <a:pt x="1" y="3593"/>
                    <a:pt x="42" y="3637"/>
                    <a:pt x="95" y="3637"/>
                  </a:cubicBezTo>
                  <a:lnTo>
                    <a:pt x="914" y="3637"/>
                  </a:lnTo>
                  <a:cubicBezTo>
                    <a:pt x="965" y="3637"/>
                    <a:pt x="1008" y="3595"/>
                    <a:pt x="1008" y="3542"/>
                  </a:cubicBezTo>
                  <a:lnTo>
                    <a:pt x="1008" y="3374"/>
                  </a:lnTo>
                  <a:lnTo>
                    <a:pt x="319" y="3374"/>
                  </a:lnTo>
                  <a:cubicBezTo>
                    <a:pt x="289" y="3374"/>
                    <a:pt x="263" y="3348"/>
                    <a:pt x="263" y="3318"/>
                  </a:cubicBezTo>
                  <a:lnTo>
                    <a:pt x="263" y="0"/>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918" name="Google Shape;3918;p27"/>
            <p:cNvSpPr/>
            <p:nvPr/>
          </p:nvSpPr>
          <p:spPr>
            <a:xfrm>
              <a:off x="6804186" y="1682100"/>
              <a:ext cx="34789" cy="16896"/>
            </a:xfrm>
            <a:custGeom>
              <a:rect b="b" l="l" r="r" t="t"/>
              <a:pathLst>
                <a:path extrusionOk="0" h="526" w="1083">
                  <a:moveTo>
                    <a:pt x="243" y="0"/>
                  </a:moveTo>
                  <a:lnTo>
                    <a:pt x="94" y="39"/>
                  </a:lnTo>
                  <a:cubicBezTo>
                    <a:pt x="42" y="39"/>
                    <a:pt x="0" y="83"/>
                    <a:pt x="0" y="133"/>
                  </a:cubicBezTo>
                  <a:lnTo>
                    <a:pt x="0" y="432"/>
                  </a:lnTo>
                  <a:cubicBezTo>
                    <a:pt x="0" y="484"/>
                    <a:pt x="43" y="526"/>
                    <a:pt x="94" y="526"/>
                  </a:cubicBezTo>
                  <a:lnTo>
                    <a:pt x="953" y="526"/>
                  </a:lnTo>
                  <a:cubicBezTo>
                    <a:pt x="1005" y="526"/>
                    <a:pt x="1047" y="484"/>
                    <a:pt x="1045" y="430"/>
                  </a:cubicBezTo>
                  <a:lnTo>
                    <a:pt x="1083" y="281"/>
                  </a:lnTo>
                  <a:lnTo>
                    <a:pt x="1083" y="94"/>
                  </a:lnTo>
                  <a:cubicBezTo>
                    <a:pt x="1083" y="42"/>
                    <a:pt x="1039" y="0"/>
                    <a:pt x="989" y="0"/>
                  </a:cubicBezTo>
                  <a:close/>
                </a:path>
              </a:pathLst>
            </a:cu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919" name="Google Shape;3919;p27"/>
            <p:cNvSpPr/>
            <p:nvPr/>
          </p:nvSpPr>
          <p:spPr>
            <a:xfrm>
              <a:off x="6802965" y="1682197"/>
              <a:ext cx="36009" cy="18021"/>
            </a:xfrm>
            <a:custGeom>
              <a:rect b="b" l="l" r="r" t="t"/>
              <a:pathLst>
                <a:path extrusionOk="0" h="561" w="1121">
                  <a:moveTo>
                    <a:pt x="95" y="0"/>
                  </a:moveTo>
                  <a:cubicBezTo>
                    <a:pt x="44" y="0"/>
                    <a:pt x="0" y="41"/>
                    <a:pt x="0" y="94"/>
                  </a:cubicBezTo>
                  <a:lnTo>
                    <a:pt x="0" y="466"/>
                  </a:lnTo>
                  <a:cubicBezTo>
                    <a:pt x="0" y="517"/>
                    <a:pt x="42" y="560"/>
                    <a:pt x="95" y="560"/>
                  </a:cubicBezTo>
                  <a:lnTo>
                    <a:pt x="1027" y="560"/>
                  </a:lnTo>
                  <a:cubicBezTo>
                    <a:pt x="1077" y="560"/>
                    <a:pt x="1121" y="518"/>
                    <a:pt x="1121" y="466"/>
                  </a:cubicBezTo>
                  <a:lnTo>
                    <a:pt x="1121" y="279"/>
                  </a:lnTo>
                  <a:lnTo>
                    <a:pt x="375" y="279"/>
                  </a:lnTo>
                  <a:cubicBezTo>
                    <a:pt x="325" y="279"/>
                    <a:pt x="281" y="239"/>
                    <a:pt x="281" y="185"/>
                  </a:cubicBezTo>
                  <a:lnTo>
                    <a:pt x="281" y="0"/>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920" name="Google Shape;3920;p27"/>
            <p:cNvSpPr/>
            <p:nvPr/>
          </p:nvSpPr>
          <p:spPr>
            <a:xfrm>
              <a:off x="6798532" y="1720135"/>
              <a:ext cx="9059" cy="78893"/>
            </a:xfrm>
            <a:custGeom>
              <a:rect b="b" l="l" r="r" t="t"/>
              <a:pathLst>
                <a:path extrusionOk="0" h="2456" w="282">
                  <a:moveTo>
                    <a:pt x="140" y="0"/>
                  </a:moveTo>
                  <a:cubicBezTo>
                    <a:pt x="65" y="0"/>
                    <a:pt x="1" y="61"/>
                    <a:pt x="1" y="139"/>
                  </a:cubicBezTo>
                  <a:lnTo>
                    <a:pt x="1" y="2317"/>
                  </a:lnTo>
                  <a:cubicBezTo>
                    <a:pt x="1" y="2392"/>
                    <a:pt x="63" y="2456"/>
                    <a:pt x="140" y="2456"/>
                  </a:cubicBezTo>
                  <a:cubicBezTo>
                    <a:pt x="218" y="2456"/>
                    <a:pt x="282" y="2392"/>
                    <a:pt x="280" y="2317"/>
                  </a:cubicBezTo>
                  <a:lnTo>
                    <a:pt x="280" y="139"/>
                  </a:lnTo>
                  <a:cubicBezTo>
                    <a:pt x="280" y="64"/>
                    <a:pt x="218" y="0"/>
                    <a:pt x="140" y="0"/>
                  </a:cubicBezTo>
                  <a:close/>
                </a:path>
              </a:pathLst>
            </a:cu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921" name="Google Shape;3921;p27"/>
            <p:cNvSpPr/>
            <p:nvPr/>
          </p:nvSpPr>
          <p:spPr>
            <a:xfrm>
              <a:off x="6834479" y="1765205"/>
              <a:ext cx="9026" cy="33825"/>
            </a:xfrm>
            <a:custGeom>
              <a:rect b="b" l="l" r="r" t="t"/>
              <a:pathLst>
                <a:path extrusionOk="0" h="1053" w="281">
                  <a:moveTo>
                    <a:pt x="140" y="0"/>
                  </a:moveTo>
                  <a:cubicBezTo>
                    <a:pt x="63" y="0"/>
                    <a:pt x="1" y="61"/>
                    <a:pt x="1" y="139"/>
                  </a:cubicBezTo>
                  <a:lnTo>
                    <a:pt x="1" y="914"/>
                  </a:lnTo>
                  <a:cubicBezTo>
                    <a:pt x="1" y="989"/>
                    <a:pt x="62" y="1053"/>
                    <a:pt x="140" y="1053"/>
                  </a:cubicBezTo>
                  <a:cubicBezTo>
                    <a:pt x="218" y="1053"/>
                    <a:pt x="280" y="989"/>
                    <a:pt x="279" y="914"/>
                  </a:cubicBezTo>
                  <a:lnTo>
                    <a:pt x="279" y="139"/>
                  </a:lnTo>
                  <a:cubicBezTo>
                    <a:pt x="279" y="62"/>
                    <a:pt x="218" y="0"/>
                    <a:pt x="140" y="0"/>
                  </a:cubicBezTo>
                  <a:close/>
                </a:path>
              </a:pathLst>
            </a:cu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922" name="Google Shape;3922;p27"/>
            <p:cNvSpPr/>
            <p:nvPr/>
          </p:nvSpPr>
          <p:spPr>
            <a:xfrm>
              <a:off x="6816489" y="1765044"/>
              <a:ext cx="9059" cy="33986"/>
            </a:xfrm>
            <a:custGeom>
              <a:rect b="b" l="l" r="r" t="t"/>
              <a:pathLst>
                <a:path extrusionOk="0" h="1058" w="282">
                  <a:moveTo>
                    <a:pt x="141" y="1"/>
                  </a:moveTo>
                  <a:cubicBezTo>
                    <a:pt x="64" y="1"/>
                    <a:pt x="1" y="63"/>
                    <a:pt x="1" y="140"/>
                  </a:cubicBezTo>
                  <a:lnTo>
                    <a:pt x="1" y="919"/>
                  </a:lnTo>
                  <a:cubicBezTo>
                    <a:pt x="1" y="994"/>
                    <a:pt x="63" y="1058"/>
                    <a:pt x="141" y="1058"/>
                  </a:cubicBezTo>
                  <a:cubicBezTo>
                    <a:pt x="218" y="1058"/>
                    <a:pt x="282" y="994"/>
                    <a:pt x="280" y="919"/>
                  </a:cubicBezTo>
                  <a:lnTo>
                    <a:pt x="280" y="140"/>
                  </a:lnTo>
                  <a:cubicBezTo>
                    <a:pt x="280" y="64"/>
                    <a:pt x="218" y="1"/>
                    <a:pt x="141" y="1"/>
                  </a:cubicBezTo>
                  <a:close/>
                </a:path>
              </a:pathLst>
            </a:cu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923" name="Google Shape;3923;p27"/>
            <p:cNvSpPr/>
            <p:nvPr/>
          </p:nvSpPr>
          <p:spPr>
            <a:xfrm>
              <a:off x="6733256" y="1623024"/>
              <a:ext cx="126049" cy="16639"/>
            </a:xfrm>
            <a:custGeom>
              <a:rect b="b" l="l" r="r" t="t"/>
              <a:pathLst>
                <a:path extrusionOk="0" h="518" w="3924">
                  <a:moveTo>
                    <a:pt x="244" y="1"/>
                  </a:moveTo>
                  <a:cubicBezTo>
                    <a:pt x="165" y="1"/>
                    <a:pt x="94" y="34"/>
                    <a:pt x="47" y="86"/>
                  </a:cubicBezTo>
                  <a:cubicBezTo>
                    <a:pt x="0" y="132"/>
                    <a:pt x="3" y="212"/>
                    <a:pt x="3" y="283"/>
                  </a:cubicBezTo>
                  <a:lnTo>
                    <a:pt x="3" y="300"/>
                  </a:lnTo>
                  <a:cubicBezTo>
                    <a:pt x="3" y="449"/>
                    <a:pt x="113" y="502"/>
                    <a:pt x="261" y="502"/>
                  </a:cubicBezTo>
                  <a:lnTo>
                    <a:pt x="3566" y="517"/>
                  </a:lnTo>
                  <a:cubicBezTo>
                    <a:pt x="3714" y="517"/>
                    <a:pt x="3916" y="420"/>
                    <a:pt x="3915" y="273"/>
                  </a:cubicBezTo>
                  <a:cubicBezTo>
                    <a:pt x="3915" y="273"/>
                    <a:pt x="3924" y="267"/>
                    <a:pt x="3924" y="264"/>
                  </a:cubicBezTo>
                  <a:cubicBezTo>
                    <a:pt x="3921" y="116"/>
                    <a:pt x="3800" y="1"/>
                    <a:pt x="3654" y="1"/>
                  </a:cubicBezTo>
                  <a:close/>
                </a:path>
              </a:pathLst>
            </a:cu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924" name="Google Shape;3924;p27"/>
            <p:cNvSpPr/>
            <p:nvPr/>
          </p:nvSpPr>
          <p:spPr>
            <a:xfrm>
              <a:off x="6732420" y="1625787"/>
              <a:ext cx="126884" cy="14616"/>
            </a:xfrm>
            <a:custGeom>
              <a:rect b="b" l="l" r="r" t="t"/>
              <a:pathLst>
                <a:path extrusionOk="0" h="455" w="3950">
                  <a:moveTo>
                    <a:pt x="73" y="0"/>
                  </a:moveTo>
                  <a:cubicBezTo>
                    <a:pt x="26" y="49"/>
                    <a:pt x="0" y="114"/>
                    <a:pt x="0" y="185"/>
                  </a:cubicBezTo>
                  <a:cubicBezTo>
                    <a:pt x="0" y="333"/>
                    <a:pt x="120" y="455"/>
                    <a:pt x="270" y="455"/>
                  </a:cubicBezTo>
                  <a:lnTo>
                    <a:pt x="3680" y="455"/>
                  </a:lnTo>
                  <a:cubicBezTo>
                    <a:pt x="3829" y="455"/>
                    <a:pt x="3950" y="333"/>
                    <a:pt x="3950" y="185"/>
                  </a:cubicBezTo>
                  <a:lnTo>
                    <a:pt x="3950" y="175"/>
                  </a:lnTo>
                  <a:lnTo>
                    <a:pt x="326" y="175"/>
                  </a:lnTo>
                  <a:cubicBezTo>
                    <a:pt x="210" y="175"/>
                    <a:pt x="110" y="101"/>
                    <a:pt x="73"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3925" name="Google Shape;3925;p27"/>
          <p:cNvGrpSpPr/>
          <p:nvPr/>
        </p:nvGrpSpPr>
        <p:grpSpPr>
          <a:xfrm>
            <a:off x="6038444" y="1543132"/>
            <a:ext cx="245004" cy="297692"/>
            <a:chOff x="6038444" y="1543132"/>
            <a:chExt cx="245004" cy="297692"/>
          </a:xfrm>
        </p:grpSpPr>
        <p:sp>
          <p:nvSpPr>
            <p:cNvPr id="3926" name="Google Shape;3926;p27"/>
            <p:cNvSpPr/>
            <p:nvPr/>
          </p:nvSpPr>
          <p:spPr>
            <a:xfrm>
              <a:off x="6056433" y="1741979"/>
              <a:ext cx="209021" cy="24542"/>
            </a:xfrm>
            <a:custGeom>
              <a:rect b="b" l="l" r="r" t="t"/>
              <a:pathLst>
                <a:path extrusionOk="0" h="764" w="6507">
                  <a:moveTo>
                    <a:pt x="0" y="1"/>
                  </a:moveTo>
                  <a:lnTo>
                    <a:pt x="0" y="764"/>
                  </a:lnTo>
                  <a:lnTo>
                    <a:pt x="6506" y="764"/>
                  </a:lnTo>
                  <a:lnTo>
                    <a:pt x="6506" y="1"/>
                  </a:lnTo>
                  <a:close/>
                </a:path>
              </a:pathLst>
            </a:cu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927" name="Google Shape;3927;p27"/>
            <p:cNvSpPr/>
            <p:nvPr/>
          </p:nvSpPr>
          <p:spPr>
            <a:xfrm>
              <a:off x="6038701" y="1706129"/>
              <a:ext cx="244741" cy="38900"/>
            </a:xfrm>
            <a:custGeom>
              <a:rect b="b" l="l" r="r" t="t"/>
              <a:pathLst>
                <a:path extrusionOk="0" h="1211" w="7619">
                  <a:moveTo>
                    <a:pt x="3944" y="1"/>
                  </a:moveTo>
                  <a:lnTo>
                    <a:pt x="14" y="92"/>
                  </a:lnTo>
                  <a:lnTo>
                    <a:pt x="1" y="920"/>
                  </a:lnTo>
                  <a:cubicBezTo>
                    <a:pt x="1" y="1073"/>
                    <a:pt x="120" y="1204"/>
                    <a:pt x="273" y="1204"/>
                  </a:cubicBezTo>
                  <a:lnTo>
                    <a:pt x="290" y="1211"/>
                  </a:lnTo>
                  <a:lnTo>
                    <a:pt x="7338" y="1211"/>
                  </a:lnTo>
                  <a:cubicBezTo>
                    <a:pt x="7492" y="1211"/>
                    <a:pt x="7618" y="1083"/>
                    <a:pt x="7618" y="930"/>
                  </a:cubicBezTo>
                  <a:lnTo>
                    <a:pt x="7618" y="90"/>
                  </a:lnTo>
                  <a:lnTo>
                    <a:pt x="3944" y="1"/>
                  </a:ln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928" name="Google Shape;3928;p27"/>
            <p:cNvSpPr/>
            <p:nvPr/>
          </p:nvSpPr>
          <p:spPr>
            <a:xfrm>
              <a:off x="6038476" y="1706001"/>
              <a:ext cx="9669" cy="38997"/>
            </a:xfrm>
            <a:custGeom>
              <a:rect b="b" l="l" r="r" t="t"/>
              <a:pathLst>
                <a:path extrusionOk="0" h="1214" w="301">
                  <a:moveTo>
                    <a:pt x="150" y="0"/>
                  </a:moveTo>
                  <a:lnTo>
                    <a:pt x="1" y="93"/>
                  </a:lnTo>
                  <a:lnTo>
                    <a:pt x="1" y="933"/>
                  </a:lnTo>
                  <a:cubicBezTo>
                    <a:pt x="1" y="1087"/>
                    <a:pt x="128" y="1213"/>
                    <a:pt x="281" y="1213"/>
                  </a:cubicBezTo>
                  <a:lnTo>
                    <a:pt x="300" y="1213"/>
                  </a:lnTo>
                  <a:lnTo>
                    <a:pt x="300" y="94"/>
                  </a:lnTo>
                  <a:lnTo>
                    <a:pt x="150" y="0"/>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929" name="Google Shape;3929;p27"/>
            <p:cNvSpPr/>
            <p:nvPr/>
          </p:nvSpPr>
          <p:spPr>
            <a:xfrm>
              <a:off x="6038993" y="1547332"/>
              <a:ext cx="244324" cy="164692"/>
            </a:xfrm>
            <a:custGeom>
              <a:rect b="b" l="l" r="r" t="t"/>
              <a:pathLst>
                <a:path extrusionOk="0" h="5127" w="7606">
                  <a:moveTo>
                    <a:pt x="277" y="1"/>
                  </a:moveTo>
                  <a:lnTo>
                    <a:pt x="259" y="11"/>
                  </a:lnTo>
                  <a:cubicBezTo>
                    <a:pt x="102" y="11"/>
                    <a:pt x="1" y="140"/>
                    <a:pt x="1" y="293"/>
                  </a:cubicBezTo>
                  <a:lnTo>
                    <a:pt x="46" y="5114"/>
                  </a:lnTo>
                  <a:lnTo>
                    <a:pt x="7565" y="5127"/>
                  </a:lnTo>
                  <a:lnTo>
                    <a:pt x="7605" y="4866"/>
                  </a:lnTo>
                  <a:lnTo>
                    <a:pt x="7605" y="280"/>
                  </a:lnTo>
                  <a:cubicBezTo>
                    <a:pt x="7605" y="127"/>
                    <a:pt x="7479" y="1"/>
                    <a:pt x="7325" y="1"/>
                  </a:cubicBezTo>
                  <a:close/>
                </a:path>
              </a:pathLst>
            </a:cu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930" name="Google Shape;3930;p27"/>
            <p:cNvSpPr/>
            <p:nvPr/>
          </p:nvSpPr>
          <p:spPr>
            <a:xfrm>
              <a:off x="6038476" y="1543132"/>
              <a:ext cx="244966" cy="165913"/>
            </a:xfrm>
            <a:custGeom>
              <a:rect b="b" l="l" r="r" t="t"/>
              <a:pathLst>
                <a:path extrusionOk="0" h="5165" w="7626">
                  <a:moveTo>
                    <a:pt x="281" y="1"/>
                  </a:moveTo>
                  <a:cubicBezTo>
                    <a:pt x="127" y="1"/>
                    <a:pt x="1" y="127"/>
                    <a:pt x="1" y="280"/>
                  </a:cubicBezTo>
                  <a:lnTo>
                    <a:pt x="1" y="5164"/>
                  </a:lnTo>
                  <a:lnTo>
                    <a:pt x="7625" y="5164"/>
                  </a:lnTo>
                  <a:lnTo>
                    <a:pt x="7625" y="4866"/>
                  </a:lnTo>
                  <a:lnTo>
                    <a:pt x="355" y="4866"/>
                  </a:lnTo>
                  <a:cubicBezTo>
                    <a:pt x="325" y="4866"/>
                    <a:pt x="300" y="4840"/>
                    <a:pt x="300" y="4810"/>
                  </a:cubicBezTo>
                  <a:lnTo>
                    <a:pt x="300" y="1"/>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931" name="Google Shape;3931;p27"/>
            <p:cNvSpPr/>
            <p:nvPr/>
          </p:nvSpPr>
          <p:spPr>
            <a:xfrm>
              <a:off x="6056369" y="1561089"/>
              <a:ext cx="209085" cy="130000"/>
            </a:xfrm>
            <a:custGeom>
              <a:rect b="b" l="l" r="r" t="t"/>
              <a:pathLst>
                <a:path extrusionOk="0" h="4047" w="6509">
                  <a:moveTo>
                    <a:pt x="57" y="0"/>
                  </a:moveTo>
                  <a:cubicBezTo>
                    <a:pt x="27" y="0"/>
                    <a:pt x="1" y="25"/>
                    <a:pt x="1" y="57"/>
                  </a:cubicBezTo>
                  <a:lnTo>
                    <a:pt x="1" y="3990"/>
                  </a:lnTo>
                  <a:cubicBezTo>
                    <a:pt x="1" y="4020"/>
                    <a:pt x="27" y="4047"/>
                    <a:pt x="57" y="4047"/>
                  </a:cubicBezTo>
                  <a:lnTo>
                    <a:pt x="6453" y="4047"/>
                  </a:lnTo>
                  <a:cubicBezTo>
                    <a:pt x="6485" y="4047"/>
                    <a:pt x="6508" y="4020"/>
                    <a:pt x="6508" y="3990"/>
                  </a:cubicBezTo>
                  <a:lnTo>
                    <a:pt x="6508" y="57"/>
                  </a:lnTo>
                  <a:cubicBezTo>
                    <a:pt x="6508" y="25"/>
                    <a:pt x="6484" y="0"/>
                    <a:pt x="6453" y="0"/>
                  </a:cubicBez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932" name="Google Shape;3932;p27"/>
            <p:cNvSpPr/>
            <p:nvPr/>
          </p:nvSpPr>
          <p:spPr>
            <a:xfrm>
              <a:off x="6072977" y="1577216"/>
              <a:ext cx="176385" cy="97363"/>
            </a:xfrm>
            <a:custGeom>
              <a:rect b="b" l="l" r="r" t="t"/>
              <a:pathLst>
                <a:path extrusionOk="0" h="3031" w="5491">
                  <a:moveTo>
                    <a:pt x="251" y="1"/>
                  </a:moveTo>
                  <a:lnTo>
                    <a:pt x="62" y="8"/>
                  </a:lnTo>
                  <a:cubicBezTo>
                    <a:pt x="31" y="8"/>
                    <a:pt x="5" y="34"/>
                    <a:pt x="5" y="64"/>
                  </a:cubicBezTo>
                  <a:lnTo>
                    <a:pt x="1" y="2974"/>
                  </a:lnTo>
                  <a:cubicBezTo>
                    <a:pt x="1" y="3005"/>
                    <a:pt x="25" y="3031"/>
                    <a:pt x="56" y="3031"/>
                  </a:cubicBezTo>
                  <a:lnTo>
                    <a:pt x="5419" y="3029"/>
                  </a:lnTo>
                  <a:cubicBezTo>
                    <a:pt x="5451" y="3029"/>
                    <a:pt x="5476" y="3005"/>
                    <a:pt x="5477" y="2973"/>
                  </a:cubicBezTo>
                  <a:lnTo>
                    <a:pt x="5490" y="2779"/>
                  </a:lnTo>
                  <a:lnTo>
                    <a:pt x="5490" y="57"/>
                  </a:lnTo>
                  <a:cubicBezTo>
                    <a:pt x="5490" y="27"/>
                    <a:pt x="5466" y="1"/>
                    <a:pt x="5434" y="1"/>
                  </a:cubicBezTo>
                  <a:close/>
                </a:path>
              </a:pathLst>
            </a:custGeom>
            <a:solidFill>
              <a:srgbClr val="9CE6F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933" name="Google Shape;3933;p27"/>
            <p:cNvSpPr/>
            <p:nvPr/>
          </p:nvSpPr>
          <p:spPr>
            <a:xfrm>
              <a:off x="6072624" y="1577216"/>
              <a:ext cx="176674" cy="97652"/>
            </a:xfrm>
            <a:custGeom>
              <a:rect b="b" l="l" r="r" t="t"/>
              <a:pathLst>
                <a:path extrusionOk="0" h="3040" w="5500">
                  <a:moveTo>
                    <a:pt x="57" y="1"/>
                  </a:moveTo>
                  <a:cubicBezTo>
                    <a:pt x="25" y="1"/>
                    <a:pt x="0" y="27"/>
                    <a:pt x="0" y="57"/>
                  </a:cubicBezTo>
                  <a:lnTo>
                    <a:pt x="0" y="2983"/>
                  </a:lnTo>
                  <a:cubicBezTo>
                    <a:pt x="0" y="3015"/>
                    <a:pt x="25" y="3039"/>
                    <a:pt x="57" y="3039"/>
                  </a:cubicBezTo>
                  <a:lnTo>
                    <a:pt x="5443" y="3039"/>
                  </a:lnTo>
                  <a:cubicBezTo>
                    <a:pt x="5474" y="3039"/>
                    <a:pt x="5500" y="3015"/>
                    <a:pt x="5500" y="2983"/>
                  </a:cubicBezTo>
                  <a:lnTo>
                    <a:pt x="5500" y="2779"/>
                  </a:lnTo>
                  <a:lnTo>
                    <a:pt x="298" y="2779"/>
                  </a:lnTo>
                  <a:cubicBezTo>
                    <a:pt x="277" y="2779"/>
                    <a:pt x="261" y="2761"/>
                    <a:pt x="261" y="2741"/>
                  </a:cubicBezTo>
                  <a:lnTo>
                    <a:pt x="261" y="1"/>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934" name="Google Shape;3934;p27"/>
            <p:cNvSpPr/>
            <p:nvPr/>
          </p:nvSpPr>
          <p:spPr>
            <a:xfrm>
              <a:off x="6038861" y="1763470"/>
              <a:ext cx="244581" cy="76773"/>
            </a:xfrm>
            <a:custGeom>
              <a:rect b="b" l="l" r="r" t="t"/>
              <a:pathLst>
                <a:path extrusionOk="0" h="2390" w="7614">
                  <a:moveTo>
                    <a:pt x="269" y="1"/>
                  </a:moveTo>
                  <a:lnTo>
                    <a:pt x="187" y="14"/>
                  </a:lnTo>
                  <a:cubicBezTo>
                    <a:pt x="83" y="14"/>
                    <a:pt x="0" y="98"/>
                    <a:pt x="0" y="200"/>
                  </a:cubicBezTo>
                  <a:lnTo>
                    <a:pt x="32" y="2172"/>
                  </a:lnTo>
                  <a:cubicBezTo>
                    <a:pt x="32" y="2276"/>
                    <a:pt x="116" y="2359"/>
                    <a:pt x="219" y="2359"/>
                  </a:cubicBezTo>
                  <a:lnTo>
                    <a:pt x="7408" y="2389"/>
                  </a:lnTo>
                  <a:cubicBezTo>
                    <a:pt x="7512" y="2389"/>
                    <a:pt x="7595" y="2307"/>
                    <a:pt x="7593" y="2204"/>
                  </a:cubicBezTo>
                  <a:lnTo>
                    <a:pt x="7613" y="2126"/>
                  </a:lnTo>
                  <a:lnTo>
                    <a:pt x="7613" y="1845"/>
                  </a:lnTo>
                  <a:lnTo>
                    <a:pt x="7542" y="280"/>
                  </a:lnTo>
                  <a:cubicBezTo>
                    <a:pt x="7542" y="177"/>
                    <a:pt x="7458" y="93"/>
                    <a:pt x="7356" y="93"/>
                  </a:cubicBezTo>
                  <a:lnTo>
                    <a:pt x="2823" y="1"/>
                  </a:ln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935" name="Google Shape;3935;p27"/>
            <p:cNvSpPr/>
            <p:nvPr/>
          </p:nvSpPr>
          <p:spPr>
            <a:xfrm>
              <a:off x="6165430" y="1763470"/>
              <a:ext cx="118018" cy="35945"/>
            </a:xfrm>
            <a:custGeom>
              <a:rect b="b" l="l" r="r" t="t"/>
              <a:pathLst>
                <a:path extrusionOk="0" h="1119" w="3674">
                  <a:moveTo>
                    <a:pt x="1" y="1"/>
                  </a:moveTo>
                  <a:lnTo>
                    <a:pt x="1" y="1118"/>
                  </a:lnTo>
                  <a:lnTo>
                    <a:pt x="3673" y="1118"/>
                  </a:lnTo>
                  <a:lnTo>
                    <a:pt x="3673" y="187"/>
                  </a:lnTo>
                  <a:cubicBezTo>
                    <a:pt x="3673" y="86"/>
                    <a:pt x="3589" y="1"/>
                    <a:pt x="3487" y="1"/>
                  </a:cubicBez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936" name="Google Shape;3936;p27"/>
            <p:cNvSpPr/>
            <p:nvPr/>
          </p:nvSpPr>
          <p:spPr>
            <a:xfrm>
              <a:off x="6162603" y="1763470"/>
              <a:ext cx="120845" cy="39703"/>
            </a:xfrm>
            <a:custGeom>
              <a:rect b="b" l="l" r="r" t="t"/>
              <a:pathLst>
                <a:path extrusionOk="0" h="1236" w="3762">
                  <a:moveTo>
                    <a:pt x="89" y="1"/>
                  </a:moveTo>
                  <a:lnTo>
                    <a:pt x="0" y="483"/>
                  </a:lnTo>
                  <a:lnTo>
                    <a:pt x="89" y="1120"/>
                  </a:lnTo>
                  <a:lnTo>
                    <a:pt x="1985" y="1235"/>
                  </a:lnTo>
                  <a:lnTo>
                    <a:pt x="3761" y="1120"/>
                  </a:lnTo>
                  <a:lnTo>
                    <a:pt x="3761" y="859"/>
                  </a:lnTo>
                  <a:lnTo>
                    <a:pt x="3761" y="858"/>
                  </a:lnTo>
                  <a:lnTo>
                    <a:pt x="406" y="858"/>
                  </a:lnTo>
                  <a:cubicBezTo>
                    <a:pt x="375" y="858"/>
                    <a:pt x="349" y="831"/>
                    <a:pt x="349" y="801"/>
                  </a:cubicBezTo>
                  <a:lnTo>
                    <a:pt x="349" y="1"/>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937" name="Google Shape;3937;p27"/>
            <p:cNvSpPr/>
            <p:nvPr/>
          </p:nvSpPr>
          <p:spPr>
            <a:xfrm>
              <a:off x="6038444" y="1763502"/>
              <a:ext cx="244998" cy="77319"/>
            </a:xfrm>
            <a:custGeom>
              <a:rect b="b" l="l" r="r" t="t"/>
              <a:pathLst>
                <a:path extrusionOk="0" h="2407" w="7627">
                  <a:moveTo>
                    <a:pt x="187" y="1"/>
                  </a:moveTo>
                  <a:cubicBezTo>
                    <a:pt x="84" y="1"/>
                    <a:pt x="0" y="85"/>
                    <a:pt x="0" y="188"/>
                  </a:cubicBezTo>
                  <a:lnTo>
                    <a:pt x="0" y="2220"/>
                  </a:lnTo>
                  <a:cubicBezTo>
                    <a:pt x="0" y="2323"/>
                    <a:pt x="84" y="2407"/>
                    <a:pt x="187" y="2407"/>
                  </a:cubicBezTo>
                  <a:lnTo>
                    <a:pt x="456" y="2407"/>
                  </a:lnTo>
                  <a:lnTo>
                    <a:pt x="591" y="2356"/>
                  </a:lnTo>
                  <a:lnTo>
                    <a:pt x="736" y="2407"/>
                  </a:lnTo>
                  <a:lnTo>
                    <a:pt x="1015" y="2407"/>
                  </a:lnTo>
                  <a:lnTo>
                    <a:pt x="1142" y="2356"/>
                  </a:lnTo>
                  <a:lnTo>
                    <a:pt x="1296" y="2407"/>
                  </a:lnTo>
                  <a:lnTo>
                    <a:pt x="1577" y="2407"/>
                  </a:lnTo>
                  <a:lnTo>
                    <a:pt x="1736" y="2356"/>
                  </a:lnTo>
                  <a:lnTo>
                    <a:pt x="1858" y="2407"/>
                  </a:lnTo>
                  <a:lnTo>
                    <a:pt x="2137" y="2407"/>
                  </a:lnTo>
                  <a:lnTo>
                    <a:pt x="2289" y="2356"/>
                  </a:lnTo>
                  <a:lnTo>
                    <a:pt x="2416" y="2407"/>
                  </a:lnTo>
                  <a:lnTo>
                    <a:pt x="2697" y="2407"/>
                  </a:lnTo>
                  <a:lnTo>
                    <a:pt x="2842" y="2356"/>
                  </a:lnTo>
                  <a:lnTo>
                    <a:pt x="2975" y="2407"/>
                  </a:lnTo>
                  <a:lnTo>
                    <a:pt x="7440" y="2407"/>
                  </a:lnTo>
                  <a:cubicBezTo>
                    <a:pt x="7542" y="2407"/>
                    <a:pt x="7626" y="2323"/>
                    <a:pt x="7626" y="2220"/>
                  </a:cubicBezTo>
                  <a:lnTo>
                    <a:pt x="7626" y="2126"/>
                  </a:lnTo>
                  <a:lnTo>
                    <a:pt x="355" y="2126"/>
                  </a:lnTo>
                  <a:cubicBezTo>
                    <a:pt x="313" y="2126"/>
                    <a:pt x="281" y="2094"/>
                    <a:pt x="281" y="2052"/>
                  </a:cubicBezTo>
                  <a:lnTo>
                    <a:pt x="281" y="1"/>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938" name="Google Shape;3938;p27"/>
            <p:cNvSpPr/>
            <p:nvPr/>
          </p:nvSpPr>
          <p:spPr>
            <a:xfrm>
              <a:off x="6165430" y="1799417"/>
              <a:ext cx="118018" cy="23385"/>
            </a:xfrm>
            <a:custGeom>
              <a:rect b="b" l="l" r="r" t="t"/>
              <a:pathLst>
                <a:path extrusionOk="0" h="728" w="3674">
                  <a:moveTo>
                    <a:pt x="1" y="1"/>
                  </a:moveTo>
                  <a:lnTo>
                    <a:pt x="1" y="727"/>
                  </a:lnTo>
                  <a:lnTo>
                    <a:pt x="3673" y="727"/>
                  </a:lnTo>
                  <a:lnTo>
                    <a:pt x="3673" y="1"/>
                  </a:ln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939" name="Google Shape;3939;p27"/>
            <p:cNvSpPr/>
            <p:nvPr/>
          </p:nvSpPr>
          <p:spPr>
            <a:xfrm>
              <a:off x="6172048" y="1805938"/>
              <a:ext cx="104880" cy="10311"/>
            </a:xfrm>
            <a:custGeom>
              <a:rect b="b" l="l" r="r" t="t"/>
              <a:pathLst>
                <a:path extrusionOk="0" h="321" w="3265">
                  <a:moveTo>
                    <a:pt x="38" y="0"/>
                  </a:moveTo>
                  <a:cubicBezTo>
                    <a:pt x="16" y="0"/>
                    <a:pt x="0" y="18"/>
                    <a:pt x="0" y="38"/>
                  </a:cubicBezTo>
                  <a:lnTo>
                    <a:pt x="0" y="282"/>
                  </a:lnTo>
                  <a:cubicBezTo>
                    <a:pt x="0" y="304"/>
                    <a:pt x="16" y="320"/>
                    <a:pt x="38" y="320"/>
                  </a:cubicBezTo>
                  <a:lnTo>
                    <a:pt x="3226" y="320"/>
                  </a:lnTo>
                  <a:cubicBezTo>
                    <a:pt x="3247" y="320"/>
                    <a:pt x="3265" y="303"/>
                    <a:pt x="3265" y="282"/>
                  </a:cubicBezTo>
                  <a:lnTo>
                    <a:pt x="3265" y="38"/>
                  </a:lnTo>
                  <a:cubicBezTo>
                    <a:pt x="3265" y="16"/>
                    <a:pt x="3246" y="0"/>
                    <a:pt x="3226"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940" name="Google Shape;3940;p27"/>
            <p:cNvSpPr/>
            <p:nvPr/>
          </p:nvSpPr>
          <p:spPr>
            <a:xfrm>
              <a:off x="6099576" y="1722512"/>
              <a:ext cx="20687" cy="8994"/>
            </a:xfrm>
            <a:custGeom>
              <a:rect b="b" l="l" r="r" t="t"/>
              <a:pathLst>
                <a:path extrusionOk="0" h="280" w="644">
                  <a:moveTo>
                    <a:pt x="140" y="0"/>
                  </a:moveTo>
                  <a:cubicBezTo>
                    <a:pt x="65" y="0"/>
                    <a:pt x="1" y="62"/>
                    <a:pt x="1" y="139"/>
                  </a:cubicBezTo>
                  <a:cubicBezTo>
                    <a:pt x="1" y="216"/>
                    <a:pt x="63" y="280"/>
                    <a:pt x="140" y="280"/>
                  </a:cubicBezTo>
                  <a:lnTo>
                    <a:pt x="503" y="280"/>
                  </a:lnTo>
                  <a:cubicBezTo>
                    <a:pt x="581" y="280"/>
                    <a:pt x="644" y="217"/>
                    <a:pt x="644" y="139"/>
                  </a:cubicBezTo>
                  <a:cubicBezTo>
                    <a:pt x="644" y="64"/>
                    <a:pt x="581" y="0"/>
                    <a:pt x="503"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941" name="Google Shape;3941;p27"/>
            <p:cNvSpPr/>
            <p:nvPr/>
          </p:nvSpPr>
          <p:spPr>
            <a:xfrm>
              <a:off x="6051968" y="1722512"/>
              <a:ext cx="38611" cy="8994"/>
            </a:xfrm>
            <a:custGeom>
              <a:rect b="b" l="l" r="r" t="t"/>
              <a:pathLst>
                <a:path extrusionOk="0" h="280" w="1202">
                  <a:moveTo>
                    <a:pt x="139" y="0"/>
                  </a:moveTo>
                  <a:cubicBezTo>
                    <a:pt x="64" y="0"/>
                    <a:pt x="0" y="62"/>
                    <a:pt x="0" y="139"/>
                  </a:cubicBezTo>
                  <a:cubicBezTo>
                    <a:pt x="0" y="216"/>
                    <a:pt x="63" y="280"/>
                    <a:pt x="139" y="280"/>
                  </a:cubicBezTo>
                  <a:lnTo>
                    <a:pt x="1063" y="280"/>
                  </a:lnTo>
                  <a:cubicBezTo>
                    <a:pt x="1141" y="280"/>
                    <a:pt x="1202" y="217"/>
                    <a:pt x="1202" y="139"/>
                  </a:cubicBezTo>
                  <a:cubicBezTo>
                    <a:pt x="1202" y="64"/>
                    <a:pt x="1141" y="0"/>
                    <a:pt x="1063"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942" name="Google Shape;3942;p27"/>
            <p:cNvSpPr/>
            <p:nvPr/>
          </p:nvSpPr>
          <p:spPr>
            <a:xfrm>
              <a:off x="6207063" y="1722512"/>
              <a:ext cx="8994" cy="8962"/>
            </a:xfrm>
            <a:custGeom>
              <a:rect b="b" l="l" r="r" t="t"/>
              <a:pathLst>
                <a:path extrusionOk="0" h="279" w="280">
                  <a:moveTo>
                    <a:pt x="139" y="0"/>
                  </a:moveTo>
                  <a:cubicBezTo>
                    <a:pt x="63" y="0"/>
                    <a:pt x="0" y="62"/>
                    <a:pt x="0" y="139"/>
                  </a:cubicBezTo>
                  <a:cubicBezTo>
                    <a:pt x="0" y="216"/>
                    <a:pt x="63" y="278"/>
                    <a:pt x="139" y="278"/>
                  </a:cubicBezTo>
                  <a:cubicBezTo>
                    <a:pt x="217" y="278"/>
                    <a:pt x="280" y="216"/>
                    <a:pt x="280" y="139"/>
                  </a:cubicBezTo>
                  <a:cubicBezTo>
                    <a:pt x="280" y="62"/>
                    <a:pt x="217" y="0"/>
                    <a:pt x="139" y="0"/>
                  </a:cubicBezTo>
                  <a:close/>
                </a:path>
              </a:pathLst>
            </a:custGeom>
            <a:solidFill>
              <a:schemeClr val="accent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943" name="Google Shape;3943;p27"/>
            <p:cNvSpPr/>
            <p:nvPr/>
          </p:nvSpPr>
          <p:spPr>
            <a:xfrm>
              <a:off x="6225052" y="1722512"/>
              <a:ext cx="8962" cy="8962"/>
            </a:xfrm>
            <a:custGeom>
              <a:rect b="b" l="l" r="r" t="t"/>
              <a:pathLst>
                <a:path extrusionOk="0" h="279" w="279">
                  <a:moveTo>
                    <a:pt x="140" y="0"/>
                  </a:moveTo>
                  <a:cubicBezTo>
                    <a:pt x="63" y="0"/>
                    <a:pt x="1" y="62"/>
                    <a:pt x="1" y="139"/>
                  </a:cubicBezTo>
                  <a:cubicBezTo>
                    <a:pt x="1" y="216"/>
                    <a:pt x="63" y="278"/>
                    <a:pt x="140" y="278"/>
                  </a:cubicBezTo>
                  <a:cubicBezTo>
                    <a:pt x="216" y="278"/>
                    <a:pt x="279" y="216"/>
                    <a:pt x="279" y="139"/>
                  </a:cubicBezTo>
                  <a:cubicBezTo>
                    <a:pt x="279" y="62"/>
                    <a:pt x="216" y="0"/>
                    <a:pt x="140" y="0"/>
                  </a:cubicBezTo>
                  <a:close/>
                </a:path>
              </a:pathLst>
            </a:custGeom>
            <a:solidFill>
              <a:schemeClr val="accent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944" name="Google Shape;3944;p27"/>
            <p:cNvSpPr/>
            <p:nvPr/>
          </p:nvSpPr>
          <p:spPr>
            <a:xfrm>
              <a:off x="6243010" y="1722512"/>
              <a:ext cx="8962" cy="8962"/>
            </a:xfrm>
            <a:custGeom>
              <a:rect b="b" l="l" r="r" t="t"/>
              <a:pathLst>
                <a:path extrusionOk="0" h="279" w="279">
                  <a:moveTo>
                    <a:pt x="139" y="0"/>
                  </a:moveTo>
                  <a:cubicBezTo>
                    <a:pt x="63" y="0"/>
                    <a:pt x="0" y="62"/>
                    <a:pt x="0" y="139"/>
                  </a:cubicBezTo>
                  <a:cubicBezTo>
                    <a:pt x="0" y="216"/>
                    <a:pt x="63" y="278"/>
                    <a:pt x="139" y="278"/>
                  </a:cubicBezTo>
                  <a:cubicBezTo>
                    <a:pt x="216" y="278"/>
                    <a:pt x="278" y="216"/>
                    <a:pt x="278" y="139"/>
                  </a:cubicBezTo>
                  <a:cubicBezTo>
                    <a:pt x="278" y="62"/>
                    <a:pt x="216" y="0"/>
                    <a:pt x="139" y="0"/>
                  </a:cubicBezTo>
                  <a:close/>
                </a:path>
              </a:pathLst>
            </a:custGeom>
            <a:solidFill>
              <a:schemeClr val="accent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945" name="Google Shape;3945;p27"/>
            <p:cNvSpPr/>
            <p:nvPr/>
          </p:nvSpPr>
          <p:spPr>
            <a:xfrm>
              <a:off x="6260967" y="1722512"/>
              <a:ext cx="8962" cy="8962"/>
            </a:xfrm>
            <a:custGeom>
              <a:rect b="b" l="l" r="r" t="t"/>
              <a:pathLst>
                <a:path extrusionOk="0" h="279" w="279">
                  <a:moveTo>
                    <a:pt x="139" y="0"/>
                  </a:moveTo>
                  <a:cubicBezTo>
                    <a:pt x="62" y="0"/>
                    <a:pt x="0" y="62"/>
                    <a:pt x="0" y="139"/>
                  </a:cubicBezTo>
                  <a:cubicBezTo>
                    <a:pt x="0" y="216"/>
                    <a:pt x="62" y="278"/>
                    <a:pt x="139" y="278"/>
                  </a:cubicBezTo>
                  <a:cubicBezTo>
                    <a:pt x="216" y="278"/>
                    <a:pt x="278" y="216"/>
                    <a:pt x="278" y="139"/>
                  </a:cubicBezTo>
                  <a:cubicBezTo>
                    <a:pt x="278" y="62"/>
                    <a:pt x="216" y="0"/>
                    <a:pt x="139" y="0"/>
                  </a:cubicBezTo>
                  <a:close/>
                </a:path>
              </a:pathLst>
            </a:custGeom>
            <a:solidFill>
              <a:schemeClr val="accent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946" name="Google Shape;3946;p27"/>
            <p:cNvSpPr/>
            <p:nvPr/>
          </p:nvSpPr>
          <p:spPr>
            <a:xfrm>
              <a:off x="6178922" y="1777059"/>
              <a:ext cx="8994" cy="8962"/>
            </a:xfrm>
            <a:custGeom>
              <a:rect b="b" l="l" r="r" t="t"/>
              <a:pathLst>
                <a:path extrusionOk="0" h="279" w="280">
                  <a:moveTo>
                    <a:pt x="141" y="0"/>
                  </a:moveTo>
                  <a:cubicBezTo>
                    <a:pt x="63" y="0"/>
                    <a:pt x="1" y="62"/>
                    <a:pt x="1" y="139"/>
                  </a:cubicBezTo>
                  <a:cubicBezTo>
                    <a:pt x="1" y="216"/>
                    <a:pt x="63" y="278"/>
                    <a:pt x="141" y="278"/>
                  </a:cubicBezTo>
                  <a:cubicBezTo>
                    <a:pt x="218" y="278"/>
                    <a:pt x="280" y="216"/>
                    <a:pt x="280" y="139"/>
                  </a:cubicBezTo>
                  <a:cubicBezTo>
                    <a:pt x="280" y="62"/>
                    <a:pt x="218" y="0"/>
                    <a:pt x="141"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947" name="Google Shape;3947;p27"/>
            <p:cNvSpPr/>
            <p:nvPr/>
          </p:nvSpPr>
          <p:spPr>
            <a:xfrm>
              <a:off x="6196880" y="1777059"/>
              <a:ext cx="73111" cy="8962"/>
            </a:xfrm>
            <a:custGeom>
              <a:rect b="b" l="l" r="r" t="t"/>
              <a:pathLst>
                <a:path extrusionOk="0" h="279" w="2276">
                  <a:moveTo>
                    <a:pt x="141" y="0"/>
                  </a:moveTo>
                  <a:cubicBezTo>
                    <a:pt x="64" y="0"/>
                    <a:pt x="0" y="61"/>
                    <a:pt x="0" y="139"/>
                  </a:cubicBezTo>
                  <a:cubicBezTo>
                    <a:pt x="0" y="214"/>
                    <a:pt x="63" y="278"/>
                    <a:pt x="141" y="278"/>
                  </a:cubicBezTo>
                  <a:lnTo>
                    <a:pt x="2134" y="278"/>
                  </a:lnTo>
                  <a:cubicBezTo>
                    <a:pt x="2212" y="278"/>
                    <a:pt x="2276" y="217"/>
                    <a:pt x="2275" y="139"/>
                  </a:cubicBezTo>
                  <a:cubicBezTo>
                    <a:pt x="2275" y="62"/>
                    <a:pt x="2212" y="0"/>
                    <a:pt x="2134"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948" name="Google Shape;3948;p27"/>
            <p:cNvSpPr/>
            <p:nvPr/>
          </p:nvSpPr>
          <p:spPr>
            <a:xfrm>
              <a:off x="6056369" y="1781460"/>
              <a:ext cx="18085" cy="18021"/>
            </a:xfrm>
            <a:custGeom>
              <a:rect b="b" l="l" r="r" t="t"/>
              <a:pathLst>
                <a:path extrusionOk="0" h="561" w="563">
                  <a:moveTo>
                    <a:pt x="40" y="1"/>
                  </a:moveTo>
                  <a:cubicBezTo>
                    <a:pt x="18" y="1"/>
                    <a:pt x="1" y="18"/>
                    <a:pt x="1" y="38"/>
                  </a:cubicBezTo>
                  <a:lnTo>
                    <a:pt x="1" y="523"/>
                  </a:lnTo>
                  <a:cubicBezTo>
                    <a:pt x="1" y="545"/>
                    <a:pt x="20" y="561"/>
                    <a:pt x="40" y="561"/>
                  </a:cubicBezTo>
                  <a:lnTo>
                    <a:pt x="525" y="561"/>
                  </a:lnTo>
                  <a:cubicBezTo>
                    <a:pt x="545" y="561"/>
                    <a:pt x="563" y="544"/>
                    <a:pt x="563" y="523"/>
                  </a:cubicBezTo>
                  <a:lnTo>
                    <a:pt x="563" y="38"/>
                  </a:lnTo>
                  <a:cubicBezTo>
                    <a:pt x="563" y="17"/>
                    <a:pt x="544" y="1"/>
                    <a:pt x="525" y="1"/>
                  </a:cubicBezTo>
                  <a:close/>
                </a:path>
              </a:pathLst>
            </a:custGeom>
            <a:solidFill>
              <a:schemeClr val="accent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949" name="Google Shape;3949;p27"/>
            <p:cNvSpPr/>
            <p:nvPr/>
          </p:nvSpPr>
          <p:spPr>
            <a:xfrm>
              <a:off x="6129548" y="1763470"/>
              <a:ext cx="35913" cy="35977"/>
            </a:xfrm>
            <a:custGeom>
              <a:rect b="b" l="l" r="r" t="t"/>
              <a:pathLst>
                <a:path extrusionOk="0" h="1120" w="1118">
                  <a:moveTo>
                    <a:pt x="0" y="1"/>
                  </a:moveTo>
                  <a:lnTo>
                    <a:pt x="0" y="1046"/>
                  </a:lnTo>
                  <a:cubicBezTo>
                    <a:pt x="0" y="1086"/>
                    <a:pt x="32" y="1120"/>
                    <a:pt x="74" y="1120"/>
                  </a:cubicBezTo>
                  <a:lnTo>
                    <a:pt x="1118" y="1120"/>
                  </a:lnTo>
                  <a:lnTo>
                    <a:pt x="1118" y="1"/>
                  </a:ln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950" name="Google Shape;3950;p27"/>
            <p:cNvSpPr/>
            <p:nvPr/>
          </p:nvSpPr>
          <p:spPr>
            <a:xfrm>
              <a:off x="6071178" y="1817728"/>
              <a:ext cx="8962" cy="23064"/>
            </a:xfrm>
            <a:custGeom>
              <a:rect b="b" l="l" r="r" t="t"/>
              <a:pathLst>
                <a:path extrusionOk="0" h="718" w="279">
                  <a:moveTo>
                    <a:pt x="139" y="1"/>
                  </a:moveTo>
                  <a:cubicBezTo>
                    <a:pt x="63" y="1"/>
                    <a:pt x="0" y="62"/>
                    <a:pt x="0" y="140"/>
                  </a:cubicBezTo>
                  <a:lnTo>
                    <a:pt x="0" y="717"/>
                  </a:lnTo>
                  <a:lnTo>
                    <a:pt x="139" y="674"/>
                  </a:lnTo>
                  <a:lnTo>
                    <a:pt x="278" y="717"/>
                  </a:lnTo>
                  <a:lnTo>
                    <a:pt x="278" y="140"/>
                  </a:lnTo>
                  <a:cubicBezTo>
                    <a:pt x="278" y="62"/>
                    <a:pt x="216" y="1"/>
                    <a:pt x="139"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951" name="Google Shape;3951;p27"/>
            <p:cNvSpPr/>
            <p:nvPr/>
          </p:nvSpPr>
          <p:spPr>
            <a:xfrm>
              <a:off x="6089135" y="1817728"/>
              <a:ext cx="8994" cy="23064"/>
            </a:xfrm>
            <a:custGeom>
              <a:rect b="b" l="l" r="r" t="t"/>
              <a:pathLst>
                <a:path extrusionOk="0" h="718" w="280">
                  <a:moveTo>
                    <a:pt x="139" y="1"/>
                  </a:moveTo>
                  <a:cubicBezTo>
                    <a:pt x="64" y="1"/>
                    <a:pt x="0" y="62"/>
                    <a:pt x="0" y="140"/>
                  </a:cubicBezTo>
                  <a:lnTo>
                    <a:pt x="0" y="717"/>
                  </a:lnTo>
                  <a:lnTo>
                    <a:pt x="125" y="670"/>
                  </a:lnTo>
                  <a:lnTo>
                    <a:pt x="280" y="717"/>
                  </a:lnTo>
                  <a:lnTo>
                    <a:pt x="280" y="140"/>
                  </a:lnTo>
                  <a:cubicBezTo>
                    <a:pt x="280" y="62"/>
                    <a:pt x="216" y="1"/>
                    <a:pt x="139"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952" name="Google Shape;3952;p27"/>
            <p:cNvSpPr/>
            <p:nvPr/>
          </p:nvSpPr>
          <p:spPr>
            <a:xfrm>
              <a:off x="6107061" y="1817728"/>
              <a:ext cx="9026" cy="23064"/>
            </a:xfrm>
            <a:custGeom>
              <a:rect b="b" l="l" r="r" t="t"/>
              <a:pathLst>
                <a:path extrusionOk="0" h="718" w="281">
                  <a:moveTo>
                    <a:pt x="140" y="1"/>
                  </a:moveTo>
                  <a:cubicBezTo>
                    <a:pt x="65" y="1"/>
                    <a:pt x="1" y="62"/>
                    <a:pt x="1" y="140"/>
                  </a:cubicBezTo>
                  <a:lnTo>
                    <a:pt x="1" y="717"/>
                  </a:lnTo>
                  <a:lnTo>
                    <a:pt x="140" y="678"/>
                  </a:lnTo>
                  <a:lnTo>
                    <a:pt x="280" y="717"/>
                  </a:lnTo>
                  <a:lnTo>
                    <a:pt x="280" y="140"/>
                  </a:lnTo>
                  <a:cubicBezTo>
                    <a:pt x="280" y="62"/>
                    <a:pt x="217" y="1"/>
                    <a:pt x="140"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953" name="Google Shape;3953;p27"/>
            <p:cNvSpPr/>
            <p:nvPr/>
          </p:nvSpPr>
          <p:spPr>
            <a:xfrm>
              <a:off x="6125082" y="1817728"/>
              <a:ext cx="8962" cy="23064"/>
            </a:xfrm>
            <a:custGeom>
              <a:rect b="b" l="l" r="r" t="t"/>
              <a:pathLst>
                <a:path extrusionOk="0" h="718" w="279">
                  <a:moveTo>
                    <a:pt x="139" y="1"/>
                  </a:moveTo>
                  <a:cubicBezTo>
                    <a:pt x="62" y="1"/>
                    <a:pt x="0" y="62"/>
                    <a:pt x="0" y="140"/>
                  </a:cubicBezTo>
                  <a:lnTo>
                    <a:pt x="0" y="717"/>
                  </a:lnTo>
                  <a:lnTo>
                    <a:pt x="139" y="674"/>
                  </a:lnTo>
                  <a:lnTo>
                    <a:pt x="278" y="717"/>
                  </a:lnTo>
                  <a:lnTo>
                    <a:pt x="278" y="140"/>
                  </a:lnTo>
                  <a:cubicBezTo>
                    <a:pt x="278" y="62"/>
                    <a:pt x="214" y="1"/>
                    <a:pt x="139"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954" name="Google Shape;3954;p27"/>
            <p:cNvSpPr/>
            <p:nvPr/>
          </p:nvSpPr>
          <p:spPr>
            <a:xfrm>
              <a:off x="6053124" y="1817728"/>
              <a:ext cx="9059" cy="23064"/>
            </a:xfrm>
            <a:custGeom>
              <a:rect b="b" l="l" r="r" t="t"/>
              <a:pathLst>
                <a:path extrusionOk="0" h="718" w="282">
                  <a:moveTo>
                    <a:pt x="141" y="1"/>
                  </a:moveTo>
                  <a:cubicBezTo>
                    <a:pt x="64" y="1"/>
                    <a:pt x="1" y="62"/>
                    <a:pt x="1" y="140"/>
                  </a:cubicBezTo>
                  <a:lnTo>
                    <a:pt x="1" y="717"/>
                  </a:lnTo>
                  <a:lnTo>
                    <a:pt x="134" y="683"/>
                  </a:lnTo>
                  <a:lnTo>
                    <a:pt x="281" y="717"/>
                  </a:lnTo>
                  <a:lnTo>
                    <a:pt x="281" y="140"/>
                  </a:lnTo>
                  <a:cubicBezTo>
                    <a:pt x="281" y="62"/>
                    <a:pt x="216" y="1"/>
                    <a:pt x="141"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955" name="Google Shape;3955;p27"/>
            <p:cNvSpPr/>
            <p:nvPr/>
          </p:nvSpPr>
          <p:spPr>
            <a:xfrm>
              <a:off x="6071114" y="1831798"/>
              <a:ext cx="9026" cy="9026"/>
            </a:xfrm>
            <a:custGeom>
              <a:rect b="b" l="l" r="r" t="t"/>
              <a:pathLst>
                <a:path extrusionOk="0" h="281" w="281">
                  <a:moveTo>
                    <a:pt x="1" y="0"/>
                  </a:moveTo>
                  <a:lnTo>
                    <a:pt x="1" y="281"/>
                  </a:lnTo>
                  <a:lnTo>
                    <a:pt x="280" y="281"/>
                  </a:lnTo>
                  <a:lnTo>
                    <a:pt x="280" y="0"/>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956" name="Google Shape;3956;p27"/>
            <p:cNvSpPr/>
            <p:nvPr/>
          </p:nvSpPr>
          <p:spPr>
            <a:xfrm>
              <a:off x="6089071" y="1831798"/>
              <a:ext cx="9059" cy="9026"/>
            </a:xfrm>
            <a:custGeom>
              <a:rect b="b" l="l" r="r" t="t"/>
              <a:pathLst>
                <a:path extrusionOk="0" h="281" w="282">
                  <a:moveTo>
                    <a:pt x="1" y="0"/>
                  </a:moveTo>
                  <a:lnTo>
                    <a:pt x="1" y="281"/>
                  </a:lnTo>
                  <a:lnTo>
                    <a:pt x="282" y="281"/>
                  </a:lnTo>
                  <a:lnTo>
                    <a:pt x="282" y="0"/>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957" name="Google Shape;3957;p27"/>
            <p:cNvSpPr/>
            <p:nvPr/>
          </p:nvSpPr>
          <p:spPr>
            <a:xfrm>
              <a:off x="6107061" y="1831798"/>
              <a:ext cx="9059" cy="9026"/>
            </a:xfrm>
            <a:custGeom>
              <a:rect b="b" l="l" r="r" t="t"/>
              <a:pathLst>
                <a:path extrusionOk="0" h="281" w="282">
                  <a:moveTo>
                    <a:pt x="1" y="0"/>
                  </a:moveTo>
                  <a:lnTo>
                    <a:pt x="1" y="281"/>
                  </a:lnTo>
                  <a:lnTo>
                    <a:pt x="282" y="281"/>
                  </a:lnTo>
                  <a:lnTo>
                    <a:pt x="282" y="0"/>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958" name="Google Shape;3958;p27"/>
            <p:cNvSpPr/>
            <p:nvPr/>
          </p:nvSpPr>
          <p:spPr>
            <a:xfrm>
              <a:off x="6125082" y="1831798"/>
              <a:ext cx="8994" cy="9026"/>
            </a:xfrm>
            <a:custGeom>
              <a:rect b="b" l="l" r="r" t="t"/>
              <a:pathLst>
                <a:path extrusionOk="0" h="281" w="280">
                  <a:moveTo>
                    <a:pt x="0" y="0"/>
                  </a:moveTo>
                  <a:lnTo>
                    <a:pt x="0" y="281"/>
                  </a:lnTo>
                  <a:lnTo>
                    <a:pt x="280" y="281"/>
                  </a:lnTo>
                  <a:lnTo>
                    <a:pt x="280" y="0"/>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959" name="Google Shape;3959;p27"/>
            <p:cNvSpPr/>
            <p:nvPr/>
          </p:nvSpPr>
          <p:spPr>
            <a:xfrm>
              <a:off x="6053124" y="1831798"/>
              <a:ext cx="9059" cy="9026"/>
            </a:xfrm>
            <a:custGeom>
              <a:rect b="b" l="l" r="r" t="t"/>
              <a:pathLst>
                <a:path extrusionOk="0" h="281" w="282">
                  <a:moveTo>
                    <a:pt x="1" y="0"/>
                  </a:moveTo>
                  <a:lnTo>
                    <a:pt x="1" y="281"/>
                  </a:lnTo>
                  <a:lnTo>
                    <a:pt x="281" y="281"/>
                  </a:lnTo>
                  <a:lnTo>
                    <a:pt x="281" y="0"/>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960" name="Google Shape;3960;p27"/>
            <p:cNvSpPr/>
            <p:nvPr/>
          </p:nvSpPr>
          <p:spPr>
            <a:xfrm>
              <a:off x="6087915" y="1785989"/>
              <a:ext cx="8962" cy="8962"/>
            </a:xfrm>
            <a:custGeom>
              <a:rect b="b" l="l" r="r" t="t"/>
              <a:pathLst>
                <a:path extrusionOk="0" h="279" w="279">
                  <a:moveTo>
                    <a:pt x="139" y="0"/>
                  </a:moveTo>
                  <a:cubicBezTo>
                    <a:pt x="63" y="0"/>
                    <a:pt x="0" y="62"/>
                    <a:pt x="0" y="139"/>
                  </a:cubicBezTo>
                  <a:cubicBezTo>
                    <a:pt x="0" y="216"/>
                    <a:pt x="63" y="278"/>
                    <a:pt x="139" y="278"/>
                  </a:cubicBezTo>
                  <a:cubicBezTo>
                    <a:pt x="216" y="278"/>
                    <a:pt x="278" y="216"/>
                    <a:pt x="278" y="139"/>
                  </a:cubicBezTo>
                  <a:cubicBezTo>
                    <a:pt x="278" y="62"/>
                    <a:pt x="216" y="0"/>
                    <a:pt x="139" y="0"/>
                  </a:cubicBezTo>
                  <a:close/>
                </a:path>
              </a:pathLst>
            </a:custGeom>
            <a:solidFill>
              <a:srgbClr val="9CE6F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961" name="Google Shape;3961;p27"/>
            <p:cNvSpPr/>
            <p:nvPr/>
          </p:nvSpPr>
          <p:spPr>
            <a:xfrm>
              <a:off x="6105872" y="1785989"/>
              <a:ext cx="8962" cy="8962"/>
            </a:xfrm>
            <a:custGeom>
              <a:rect b="b" l="l" r="r" t="t"/>
              <a:pathLst>
                <a:path extrusionOk="0" h="279" w="279">
                  <a:moveTo>
                    <a:pt x="139" y="0"/>
                  </a:moveTo>
                  <a:cubicBezTo>
                    <a:pt x="63" y="0"/>
                    <a:pt x="0" y="62"/>
                    <a:pt x="0" y="139"/>
                  </a:cubicBezTo>
                  <a:cubicBezTo>
                    <a:pt x="0" y="216"/>
                    <a:pt x="63" y="278"/>
                    <a:pt x="139" y="278"/>
                  </a:cubicBezTo>
                  <a:cubicBezTo>
                    <a:pt x="216" y="278"/>
                    <a:pt x="278" y="216"/>
                    <a:pt x="278" y="139"/>
                  </a:cubicBezTo>
                  <a:cubicBezTo>
                    <a:pt x="278" y="62"/>
                    <a:pt x="216" y="0"/>
                    <a:pt x="139" y="0"/>
                  </a:cubicBezTo>
                  <a:close/>
                </a:path>
              </a:pathLst>
            </a:custGeom>
            <a:solidFill>
              <a:srgbClr val="9CE6F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962" name="Google Shape;3962;p27"/>
            <p:cNvSpPr/>
            <p:nvPr/>
          </p:nvSpPr>
          <p:spPr>
            <a:xfrm>
              <a:off x="6190905" y="1648563"/>
              <a:ext cx="8962" cy="8994"/>
            </a:xfrm>
            <a:custGeom>
              <a:rect b="b" l="l" r="r" t="t"/>
              <a:pathLst>
                <a:path extrusionOk="0" h="280" w="279">
                  <a:moveTo>
                    <a:pt x="140" y="0"/>
                  </a:moveTo>
                  <a:cubicBezTo>
                    <a:pt x="63" y="0"/>
                    <a:pt x="1" y="63"/>
                    <a:pt x="1" y="139"/>
                  </a:cubicBezTo>
                  <a:cubicBezTo>
                    <a:pt x="1" y="216"/>
                    <a:pt x="63" y="280"/>
                    <a:pt x="140" y="280"/>
                  </a:cubicBezTo>
                  <a:cubicBezTo>
                    <a:pt x="217" y="280"/>
                    <a:pt x="279" y="216"/>
                    <a:pt x="279" y="139"/>
                  </a:cubicBezTo>
                  <a:cubicBezTo>
                    <a:pt x="279" y="63"/>
                    <a:pt x="217" y="0"/>
                    <a:pt x="140"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963" name="Google Shape;3963;p27"/>
            <p:cNvSpPr/>
            <p:nvPr/>
          </p:nvSpPr>
          <p:spPr>
            <a:xfrm>
              <a:off x="6208862" y="1648563"/>
              <a:ext cx="9026" cy="8994"/>
            </a:xfrm>
            <a:custGeom>
              <a:rect b="b" l="l" r="r" t="t"/>
              <a:pathLst>
                <a:path extrusionOk="0" h="280" w="281">
                  <a:moveTo>
                    <a:pt x="140" y="0"/>
                  </a:moveTo>
                  <a:cubicBezTo>
                    <a:pt x="63" y="0"/>
                    <a:pt x="1" y="63"/>
                    <a:pt x="1" y="139"/>
                  </a:cubicBezTo>
                  <a:cubicBezTo>
                    <a:pt x="1" y="216"/>
                    <a:pt x="63" y="280"/>
                    <a:pt x="140" y="280"/>
                  </a:cubicBezTo>
                  <a:cubicBezTo>
                    <a:pt x="216" y="280"/>
                    <a:pt x="280" y="216"/>
                    <a:pt x="280" y="139"/>
                  </a:cubicBezTo>
                  <a:cubicBezTo>
                    <a:pt x="280" y="63"/>
                    <a:pt x="216" y="0"/>
                    <a:pt x="140"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964" name="Google Shape;3964;p27"/>
            <p:cNvSpPr/>
            <p:nvPr/>
          </p:nvSpPr>
          <p:spPr>
            <a:xfrm>
              <a:off x="6226819" y="1648563"/>
              <a:ext cx="8994" cy="8994"/>
            </a:xfrm>
            <a:custGeom>
              <a:rect b="b" l="l" r="r" t="t"/>
              <a:pathLst>
                <a:path extrusionOk="0" h="280" w="280">
                  <a:moveTo>
                    <a:pt x="140" y="0"/>
                  </a:moveTo>
                  <a:cubicBezTo>
                    <a:pt x="63" y="0"/>
                    <a:pt x="1" y="63"/>
                    <a:pt x="1" y="139"/>
                  </a:cubicBezTo>
                  <a:cubicBezTo>
                    <a:pt x="1" y="216"/>
                    <a:pt x="63" y="280"/>
                    <a:pt x="140" y="280"/>
                  </a:cubicBezTo>
                  <a:cubicBezTo>
                    <a:pt x="218" y="280"/>
                    <a:pt x="280" y="216"/>
                    <a:pt x="280" y="139"/>
                  </a:cubicBezTo>
                  <a:cubicBezTo>
                    <a:pt x="280" y="63"/>
                    <a:pt x="218" y="0"/>
                    <a:pt x="140"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965" name="Google Shape;3965;p27"/>
            <p:cNvSpPr/>
            <p:nvPr/>
          </p:nvSpPr>
          <p:spPr>
            <a:xfrm>
              <a:off x="6186118" y="1594659"/>
              <a:ext cx="22775" cy="8994"/>
            </a:xfrm>
            <a:custGeom>
              <a:rect b="b" l="l" r="r" t="t"/>
              <a:pathLst>
                <a:path extrusionOk="0" h="280" w="709">
                  <a:moveTo>
                    <a:pt x="140" y="1"/>
                  </a:moveTo>
                  <a:cubicBezTo>
                    <a:pt x="65" y="1"/>
                    <a:pt x="1" y="64"/>
                    <a:pt x="1" y="141"/>
                  </a:cubicBezTo>
                  <a:cubicBezTo>
                    <a:pt x="1" y="216"/>
                    <a:pt x="63" y="280"/>
                    <a:pt x="140" y="280"/>
                  </a:cubicBezTo>
                  <a:lnTo>
                    <a:pt x="570" y="280"/>
                  </a:lnTo>
                  <a:cubicBezTo>
                    <a:pt x="645" y="280"/>
                    <a:pt x="709" y="216"/>
                    <a:pt x="709" y="141"/>
                  </a:cubicBezTo>
                  <a:cubicBezTo>
                    <a:pt x="709" y="64"/>
                    <a:pt x="647" y="1"/>
                    <a:pt x="570"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966" name="Google Shape;3966;p27"/>
            <p:cNvSpPr/>
            <p:nvPr/>
          </p:nvSpPr>
          <p:spPr>
            <a:xfrm>
              <a:off x="6113068" y="1594659"/>
              <a:ext cx="64020" cy="8994"/>
            </a:xfrm>
            <a:custGeom>
              <a:rect b="b" l="l" r="r" t="t"/>
              <a:pathLst>
                <a:path extrusionOk="0" h="280" w="1993">
                  <a:moveTo>
                    <a:pt x="140" y="1"/>
                  </a:moveTo>
                  <a:cubicBezTo>
                    <a:pt x="64" y="1"/>
                    <a:pt x="1" y="64"/>
                    <a:pt x="1" y="141"/>
                  </a:cubicBezTo>
                  <a:cubicBezTo>
                    <a:pt x="1" y="216"/>
                    <a:pt x="63" y="280"/>
                    <a:pt x="140" y="280"/>
                  </a:cubicBezTo>
                  <a:lnTo>
                    <a:pt x="1854" y="280"/>
                  </a:lnTo>
                  <a:cubicBezTo>
                    <a:pt x="1932" y="280"/>
                    <a:pt x="1993" y="216"/>
                    <a:pt x="1993" y="141"/>
                  </a:cubicBezTo>
                  <a:cubicBezTo>
                    <a:pt x="1993" y="64"/>
                    <a:pt x="1932" y="1"/>
                    <a:pt x="1854"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967" name="Google Shape;3967;p27"/>
            <p:cNvSpPr/>
            <p:nvPr/>
          </p:nvSpPr>
          <p:spPr>
            <a:xfrm>
              <a:off x="6134655" y="1612648"/>
              <a:ext cx="52681" cy="8962"/>
            </a:xfrm>
            <a:custGeom>
              <a:rect b="b" l="l" r="r" t="t"/>
              <a:pathLst>
                <a:path extrusionOk="0" h="279" w="1640">
                  <a:moveTo>
                    <a:pt x="139" y="1"/>
                  </a:moveTo>
                  <a:cubicBezTo>
                    <a:pt x="64" y="1"/>
                    <a:pt x="0" y="62"/>
                    <a:pt x="0" y="140"/>
                  </a:cubicBezTo>
                  <a:cubicBezTo>
                    <a:pt x="0" y="215"/>
                    <a:pt x="61" y="279"/>
                    <a:pt x="139" y="279"/>
                  </a:cubicBezTo>
                  <a:lnTo>
                    <a:pt x="1500" y="279"/>
                  </a:lnTo>
                  <a:cubicBezTo>
                    <a:pt x="1577" y="279"/>
                    <a:pt x="1639" y="215"/>
                    <a:pt x="1639" y="140"/>
                  </a:cubicBezTo>
                  <a:cubicBezTo>
                    <a:pt x="1639" y="63"/>
                    <a:pt x="1578" y="1"/>
                    <a:pt x="1500"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968" name="Google Shape;3968;p27"/>
            <p:cNvSpPr/>
            <p:nvPr/>
          </p:nvSpPr>
          <p:spPr>
            <a:xfrm>
              <a:off x="6135201" y="1630606"/>
              <a:ext cx="91356" cy="8962"/>
            </a:xfrm>
            <a:custGeom>
              <a:rect b="b" l="l" r="r" t="t"/>
              <a:pathLst>
                <a:path extrusionOk="0" h="279" w="2844">
                  <a:moveTo>
                    <a:pt x="141" y="1"/>
                  </a:moveTo>
                  <a:cubicBezTo>
                    <a:pt x="64" y="1"/>
                    <a:pt x="1" y="61"/>
                    <a:pt x="1" y="140"/>
                  </a:cubicBezTo>
                  <a:cubicBezTo>
                    <a:pt x="1" y="216"/>
                    <a:pt x="63" y="279"/>
                    <a:pt x="141" y="279"/>
                  </a:cubicBezTo>
                  <a:lnTo>
                    <a:pt x="2703" y="279"/>
                  </a:lnTo>
                  <a:cubicBezTo>
                    <a:pt x="2780" y="279"/>
                    <a:pt x="2844" y="216"/>
                    <a:pt x="2842" y="140"/>
                  </a:cubicBezTo>
                  <a:cubicBezTo>
                    <a:pt x="2842" y="64"/>
                    <a:pt x="2780" y="1"/>
                    <a:pt x="2703"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969" name="Google Shape;3969;p27"/>
            <p:cNvSpPr/>
            <p:nvPr/>
          </p:nvSpPr>
          <p:spPr>
            <a:xfrm>
              <a:off x="6095400" y="1630606"/>
              <a:ext cx="30870" cy="8962"/>
            </a:xfrm>
            <a:custGeom>
              <a:rect b="b" l="l" r="r" t="t"/>
              <a:pathLst>
                <a:path extrusionOk="0" h="279" w="961">
                  <a:moveTo>
                    <a:pt x="140" y="1"/>
                  </a:moveTo>
                  <a:cubicBezTo>
                    <a:pt x="64" y="1"/>
                    <a:pt x="1" y="61"/>
                    <a:pt x="1" y="140"/>
                  </a:cubicBezTo>
                  <a:cubicBezTo>
                    <a:pt x="1" y="216"/>
                    <a:pt x="63" y="279"/>
                    <a:pt x="140" y="279"/>
                  </a:cubicBezTo>
                  <a:lnTo>
                    <a:pt x="820" y="279"/>
                  </a:lnTo>
                  <a:cubicBezTo>
                    <a:pt x="898" y="279"/>
                    <a:pt x="960" y="216"/>
                    <a:pt x="960" y="140"/>
                  </a:cubicBezTo>
                  <a:cubicBezTo>
                    <a:pt x="960" y="64"/>
                    <a:pt x="898" y="1"/>
                    <a:pt x="820"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970" name="Google Shape;3970;p27"/>
            <p:cNvSpPr/>
            <p:nvPr/>
          </p:nvSpPr>
          <p:spPr>
            <a:xfrm>
              <a:off x="6086116" y="1648563"/>
              <a:ext cx="95821" cy="8994"/>
            </a:xfrm>
            <a:custGeom>
              <a:rect b="b" l="l" r="r" t="t"/>
              <a:pathLst>
                <a:path extrusionOk="0" h="280" w="2983">
                  <a:moveTo>
                    <a:pt x="139" y="0"/>
                  </a:moveTo>
                  <a:cubicBezTo>
                    <a:pt x="64" y="0"/>
                    <a:pt x="0" y="64"/>
                    <a:pt x="0" y="139"/>
                  </a:cubicBezTo>
                  <a:cubicBezTo>
                    <a:pt x="0" y="216"/>
                    <a:pt x="62" y="280"/>
                    <a:pt x="139" y="280"/>
                  </a:cubicBezTo>
                  <a:lnTo>
                    <a:pt x="2843" y="280"/>
                  </a:lnTo>
                  <a:cubicBezTo>
                    <a:pt x="2921" y="280"/>
                    <a:pt x="2982" y="216"/>
                    <a:pt x="2982" y="139"/>
                  </a:cubicBezTo>
                  <a:cubicBezTo>
                    <a:pt x="2982" y="64"/>
                    <a:pt x="2921" y="0"/>
                    <a:pt x="2843"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971" name="Google Shape;3971;p27"/>
            <p:cNvSpPr/>
            <p:nvPr/>
          </p:nvSpPr>
          <p:spPr>
            <a:xfrm>
              <a:off x="6143008" y="1776962"/>
              <a:ext cx="8962" cy="8994"/>
            </a:xfrm>
            <a:custGeom>
              <a:rect b="b" l="l" r="r" t="t"/>
              <a:pathLst>
                <a:path extrusionOk="0" h="280" w="279">
                  <a:moveTo>
                    <a:pt x="140" y="0"/>
                  </a:moveTo>
                  <a:cubicBezTo>
                    <a:pt x="63" y="0"/>
                    <a:pt x="1" y="63"/>
                    <a:pt x="1" y="139"/>
                  </a:cubicBezTo>
                  <a:cubicBezTo>
                    <a:pt x="1" y="217"/>
                    <a:pt x="63" y="280"/>
                    <a:pt x="140" y="280"/>
                  </a:cubicBezTo>
                  <a:cubicBezTo>
                    <a:pt x="217" y="280"/>
                    <a:pt x="279" y="217"/>
                    <a:pt x="279" y="139"/>
                  </a:cubicBezTo>
                  <a:cubicBezTo>
                    <a:pt x="279" y="63"/>
                    <a:pt x="217" y="0"/>
                    <a:pt x="140"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3972" name="Google Shape;3972;p27"/>
          <p:cNvGrpSpPr/>
          <p:nvPr/>
        </p:nvGrpSpPr>
        <p:grpSpPr>
          <a:xfrm>
            <a:off x="5377298" y="1562567"/>
            <a:ext cx="297627" cy="258652"/>
            <a:chOff x="5377298" y="1562567"/>
            <a:chExt cx="297627" cy="258652"/>
          </a:xfrm>
        </p:grpSpPr>
        <p:sp>
          <p:nvSpPr>
            <p:cNvPr id="3973" name="Google Shape;3973;p27"/>
            <p:cNvSpPr/>
            <p:nvPr/>
          </p:nvSpPr>
          <p:spPr>
            <a:xfrm>
              <a:off x="5614277" y="1622575"/>
              <a:ext cx="9059" cy="38001"/>
            </a:xfrm>
            <a:custGeom>
              <a:rect b="b" l="l" r="r" t="t"/>
              <a:pathLst>
                <a:path extrusionOk="0" h="1183" w="282">
                  <a:moveTo>
                    <a:pt x="139" y="0"/>
                  </a:moveTo>
                  <a:cubicBezTo>
                    <a:pt x="62" y="0"/>
                    <a:pt x="0" y="77"/>
                    <a:pt x="0" y="171"/>
                  </a:cubicBezTo>
                  <a:lnTo>
                    <a:pt x="0" y="1012"/>
                  </a:lnTo>
                  <a:cubicBezTo>
                    <a:pt x="0" y="1106"/>
                    <a:pt x="61" y="1183"/>
                    <a:pt x="139" y="1183"/>
                  </a:cubicBezTo>
                  <a:cubicBezTo>
                    <a:pt x="217" y="1183"/>
                    <a:pt x="281" y="1106"/>
                    <a:pt x="278" y="1012"/>
                  </a:cubicBezTo>
                  <a:lnTo>
                    <a:pt x="278" y="171"/>
                  </a:lnTo>
                  <a:cubicBezTo>
                    <a:pt x="278" y="77"/>
                    <a:pt x="217" y="0"/>
                    <a:pt x="139" y="0"/>
                  </a:cubicBezTo>
                  <a:close/>
                </a:path>
              </a:pathLst>
            </a:cu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974" name="Google Shape;3974;p27"/>
            <p:cNvSpPr/>
            <p:nvPr/>
          </p:nvSpPr>
          <p:spPr>
            <a:xfrm>
              <a:off x="5579422" y="1747505"/>
              <a:ext cx="27079" cy="37808"/>
            </a:xfrm>
            <a:custGeom>
              <a:rect b="b" l="l" r="r" t="t"/>
              <a:pathLst>
                <a:path extrusionOk="0" h="1177" w="843">
                  <a:moveTo>
                    <a:pt x="282" y="1"/>
                  </a:moveTo>
                  <a:lnTo>
                    <a:pt x="1" y="56"/>
                  </a:lnTo>
                  <a:lnTo>
                    <a:pt x="1" y="1159"/>
                  </a:lnTo>
                  <a:lnTo>
                    <a:pt x="618" y="1176"/>
                  </a:lnTo>
                  <a:cubicBezTo>
                    <a:pt x="722" y="1176"/>
                    <a:pt x="804" y="1091"/>
                    <a:pt x="804" y="990"/>
                  </a:cubicBezTo>
                  <a:lnTo>
                    <a:pt x="842" y="935"/>
                  </a:lnTo>
                  <a:lnTo>
                    <a:pt x="842" y="186"/>
                  </a:lnTo>
                  <a:cubicBezTo>
                    <a:pt x="842" y="83"/>
                    <a:pt x="760" y="1"/>
                    <a:pt x="657" y="1"/>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975" name="Google Shape;3975;p27"/>
            <p:cNvSpPr/>
            <p:nvPr/>
          </p:nvSpPr>
          <p:spPr>
            <a:xfrm>
              <a:off x="5577720" y="1747440"/>
              <a:ext cx="28782" cy="39029"/>
            </a:xfrm>
            <a:custGeom>
              <a:rect b="b" l="l" r="r" t="t"/>
              <a:pathLst>
                <a:path extrusionOk="0" h="1215" w="896">
                  <a:moveTo>
                    <a:pt x="0" y="0"/>
                  </a:moveTo>
                  <a:lnTo>
                    <a:pt x="0" y="1215"/>
                  </a:lnTo>
                  <a:lnTo>
                    <a:pt x="710" y="1215"/>
                  </a:lnTo>
                  <a:cubicBezTo>
                    <a:pt x="813" y="1215"/>
                    <a:pt x="895" y="1132"/>
                    <a:pt x="895" y="1028"/>
                  </a:cubicBezTo>
                  <a:lnTo>
                    <a:pt x="895" y="934"/>
                  </a:lnTo>
                  <a:lnTo>
                    <a:pt x="429" y="934"/>
                  </a:lnTo>
                  <a:cubicBezTo>
                    <a:pt x="427" y="934"/>
                    <a:pt x="425" y="934"/>
                    <a:pt x="424" y="934"/>
                  </a:cubicBezTo>
                  <a:cubicBezTo>
                    <a:pt x="374" y="934"/>
                    <a:pt x="335" y="893"/>
                    <a:pt x="335" y="843"/>
                  </a:cubicBezTo>
                  <a:lnTo>
                    <a:pt x="335" y="0"/>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976" name="Google Shape;3976;p27"/>
            <p:cNvSpPr/>
            <p:nvPr/>
          </p:nvSpPr>
          <p:spPr>
            <a:xfrm>
              <a:off x="5596223" y="1653574"/>
              <a:ext cx="38483" cy="61225"/>
            </a:xfrm>
            <a:custGeom>
              <a:rect b="b" l="l" r="r" t="t"/>
              <a:pathLst>
                <a:path extrusionOk="0" h="1906" w="1198">
                  <a:moveTo>
                    <a:pt x="281" y="1"/>
                  </a:moveTo>
                  <a:lnTo>
                    <a:pt x="1" y="56"/>
                  </a:lnTo>
                  <a:lnTo>
                    <a:pt x="1" y="1906"/>
                  </a:lnTo>
                  <a:lnTo>
                    <a:pt x="1198" y="1906"/>
                  </a:lnTo>
                  <a:lnTo>
                    <a:pt x="1198" y="1"/>
                  </a:lnTo>
                  <a:close/>
                </a:path>
              </a:pathLst>
            </a:cu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977" name="Google Shape;3977;p27"/>
            <p:cNvSpPr/>
            <p:nvPr/>
          </p:nvSpPr>
          <p:spPr>
            <a:xfrm>
              <a:off x="5594489" y="1653574"/>
              <a:ext cx="38451" cy="63056"/>
            </a:xfrm>
            <a:custGeom>
              <a:rect b="b" l="l" r="r" t="t"/>
              <a:pathLst>
                <a:path extrusionOk="0" h="1963" w="1197">
                  <a:moveTo>
                    <a:pt x="1" y="1"/>
                  </a:moveTo>
                  <a:lnTo>
                    <a:pt x="1" y="1962"/>
                  </a:lnTo>
                  <a:lnTo>
                    <a:pt x="1197" y="1962"/>
                  </a:lnTo>
                  <a:lnTo>
                    <a:pt x="1197" y="1681"/>
                  </a:lnTo>
                  <a:lnTo>
                    <a:pt x="429" y="1681"/>
                  </a:lnTo>
                  <a:cubicBezTo>
                    <a:pt x="377" y="1681"/>
                    <a:pt x="335" y="1639"/>
                    <a:pt x="335" y="1589"/>
                  </a:cubicBezTo>
                  <a:lnTo>
                    <a:pt x="335" y="1"/>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978" name="Google Shape;3978;p27"/>
            <p:cNvSpPr/>
            <p:nvPr/>
          </p:nvSpPr>
          <p:spPr>
            <a:xfrm>
              <a:off x="5579487" y="1646057"/>
              <a:ext cx="16800" cy="76837"/>
            </a:xfrm>
            <a:custGeom>
              <a:rect b="b" l="l" r="r" t="t"/>
              <a:pathLst>
                <a:path extrusionOk="0" h="2392" w="523">
                  <a:moveTo>
                    <a:pt x="261" y="0"/>
                  </a:moveTo>
                  <a:lnTo>
                    <a:pt x="0" y="57"/>
                  </a:lnTo>
                  <a:lnTo>
                    <a:pt x="0" y="2392"/>
                  </a:lnTo>
                  <a:lnTo>
                    <a:pt x="299" y="2392"/>
                  </a:lnTo>
                  <a:cubicBezTo>
                    <a:pt x="403" y="2392"/>
                    <a:pt x="485" y="2308"/>
                    <a:pt x="485" y="2205"/>
                  </a:cubicBezTo>
                  <a:lnTo>
                    <a:pt x="523" y="2149"/>
                  </a:lnTo>
                  <a:lnTo>
                    <a:pt x="523" y="187"/>
                  </a:lnTo>
                  <a:cubicBezTo>
                    <a:pt x="523" y="84"/>
                    <a:pt x="440" y="0"/>
                    <a:pt x="338" y="0"/>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979" name="Google Shape;3979;p27"/>
            <p:cNvSpPr/>
            <p:nvPr/>
          </p:nvSpPr>
          <p:spPr>
            <a:xfrm>
              <a:off x="5577109" y="1646057"/>
              <a:ext cx="19241" cy="78058"/>
            </a:xfrm>
            <a:custGeom>
              <a:rect b="b" l="l" r="r" t="t"/>
              <a:pathLst>
                <a:path extrusionOk="0" h="2430" w="599">
                  <a:moveTo>
                    <a:pt x="1" y="0"/>
                  </a:moveTo>
                  <a:lnTo>
                    <a:pt x="1" y="2429"/>
                  </a:lnTo>
                  <a:lnTo>
                    <a:pt x="412" y="2429"/>
                  </a:lnTo>
                  <a:cubicBezTo>
                    <a:pt x="514" y="2429"/>
                    <a:pt x="598" y="2345"/>
                    <a:pt x="598" y="2243"/>
                  </a:cubicBezTo>
                  <a:lnTo>
                    <a:pt x="598" y="2149"/>
                  </a:lnTo>
                  <a:lnTo>
                    <a:pt x="429" y="2149"/>
                  </a:lnTo>
                  <a:cubicBezTo>
                    <a:pt x="377" y="2149"/>
                    <a:pt x="335" y="2107"/>
                    <a:pt x="335" y="2056"/>
                  </a:cubicBezTo>
                  <a:lnTo>
                    <a:pt x="335" y="0"/>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980" name="Google Shape;3980;p27"/>
            <p:cNvSpPr/>
            <p:nvPr/>
          </p:nvSpPr>
          <p:spPr>
            <a:xfrm>
              <a:off x="5634065" y="1644547"/>
              <a:ext cx="40860" cy="79889"/>
            </a:xfrm>
            <a:custGeom>
              <a:rect b="b" l="l" r="r" t="t"/>
              <a:pathLst>
                <a:path extrusionOk="0" h="2487" w="1272">
                  <a:moveTo>
                    <a:pt x="570" y="1"/>
                  </a:moveTo>
                  <a:cubicBezTo>
                    <a:pt x="538" y="1"/>
                    <a:pt x="509" y="8"/>
                    <a:pt x="484" y="21"/>
                  </a:cubicBezTo>
                  <a:lnTo>
                    <a:pt x="244" y="141"/>
                  </a:lnTo>
                  <a:lnTo>
                    <a:pt x="1" y="319"/>
                  </a:lnTo>
                  <a:lnTo>
                    <a:pt x="1" y="2207"/>
                  </a:lnTo>
                  <a:lnTo>
                    <a:pt x="484" y="2468"/>
                  </a:lnTo>
                  <a:cubicBezTo>
                    <a:pt x="509" y="2479"/>
                    <a:pt x="538" y="2487"/>
                    <a:pt x="567" y="2487"/>
                  </a:cubicBezTo>
                  <a:lnTo>
                    <a:pt x="1048" y="2487"/>
                  </a:lnTo>
                  <a:cubicBezTo>
                    <a:pt x="1150" y="2487"/>
                    <a:pt x="1233" y="2404"/>
                    <a:pt x="1233" y="2301"/>
                  </a:cubicBezTo>
                  <a:lnTo>
                    <a:pt x="1272" y="2245"/>
                  </a:lnTo>
                  <a:lnTo>
                    <a:pt x="1272" y="188"/>
                  </a:lnTo>
                  <a:cubicBezTo>
                    <a:pt x="1272" y="83"/>
                    <a:pt x="1188" y="1"/>
                    <a:pt x="1085" y="1"/>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981" name="Google Shape;3981;p27"/>
            <p:cNvSpPr/>
            <p:nvPr/>
          </p:nvSpPr>
          <p:spPr>
            <a:xfrm>
              <a:off x="5632877" y="1649077"/>
              <a:ext cx="41984" cy="76516"/>
            </a:xfrm>
            <a:custGeom>
              <a:rect b="b" l="l" r="r" t="t"/>
              <a:pathLst>
                <a:path extrusionOk="0" h="2382" w="1307">
                  <a:moveTo>
                    <a:pt x="281" y="0"/>
                  </a:moveTo>
                  <a:lnTo>
                    <a:pt x="0" y="141"/>
                  </a:lnTo>
                  <a:lnTo>
                    <a:pt x="0" y="2102"/>
                  </a:lnTo>
                  <a:lnTo>
                    <a:pt x="521" y="2363"/>
                  </a:lnTo>
                  <a:cubicBezTo>
                    <a:pt x="546" y="2374"/>
                    <a:pt x="575" y="2382"/>
                    <a:pt x="604" y="2382"/>
                  </a:cubicBezTo>
                  <a:lnTo>
                    <a:pt x="1121" y="2382"/>
                  </a:lnTo>
                  <a:cubicBezTo>
                    <a:pt x="1224" y="2382"/>
                    <a:pt x="1306" y="2299"/>
                    <a:pt x="1306" y="2196"/>
                  </a:cubicBezTo>
                  <a:lnTo>
                    <a:pt x="1306" y="2104"/>
                  </a:lnTo>
                  <a:lnTo>
                    <a:pt x="698" y="2102"/>
                  </a:lnTo>
                  <a:cubicBezTo>
                    <a:pt x="669" y="2102"/>
                    <a:pt x="640" y="2095"/>
                    <a:pt x="616" y="2082"/>
                  </a:cubicBezTo>
                  <a:lnTo>
                    <a:pt x="332" y="1937"/>
                  </a:lnTo>
                  <a:cubicBezTo>
                    <a:pt x="300" y="1921"/>
                    <a:pt x="281" y="1888"/>
                    <a:pt x="281" y="1853"/>
                  </a:cubicBezTo>
                  <a:lnTo>
                    <a:pt x="281" y="0"/>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982" name="Google Shape;3982;p27"/>
            <p:cNvSpPr/>
            <p:nvPr/>
          </p:nvSpPr>
          <p:spPr>
            <a:xfrm>
              <a:off x="5610968" y="1608151"/>
              <a:ext cx="16864" cy="21137"/>
            </a:xfrm>
            <a:custGeom>
              <a:rect b="b" l="l" r="r" t="t"/>
              <a:pathLst>
                <a:path extrusionOk="0" h="658" w="525">
                  <a:moveTo>
                    <a:pt x="242" y="0"/>
                  </a:moveTo>
                  <a:lnTo>
                    <a:pt x="95" y="39"/>
                  </a:lnTo>
                  <a:cubicBezTo>
                    <a:pt x="41" y="39"/>
                    <a:pt x="0" y="83"/>
                    <a:pt x="0" y="134"/>
                  </a:cubicBezTo>
                  <a:lnTo>
                    <a:pt x="0" y="564"/>
                  </a:lnTo>
                  <a:cubicBezTo>
                    <a:pt x="0" y="616"/>
                    <a:pt x="44" y="658"/>
                    <a:pt x="95" y="658"/>
                  </a:cubicBezTo>
                  <a:lnTo>
                    <a:pt x="393" y="658"/>
                  </a:lnTo>
                  <a:cubicBezTo>
                    <a:pt x="445" y="658"/>
                    <a:pt x="487" y="616"/>
                    <a:pt x="487" y="562"/>
                  </a:cubicBezTo>
                  <a:lnTo>
                    <a:pt x="525" y="413"/>
                  </a:lnTo>
                  <a:lnTo>
                    <a:pt x="525" y="95"/>
                  </a:lnTo>
                  <a:cubicBezTo>
                    <a:pt x="525" y="42"/>
                    <a:pt x="481" y="0"/>
                    <a:pt x="430" y="0"/>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983" name="Google Shape;3983;p27"/>
            <p:cNvSpPr/>
            <p:nvPr/>
          </p:nvSpPr>
          <p:spPr>
            <a:xfrm>
              <a:off x="5609715" y="1608247"/>
              <a:ext cx="18117" cy="22261"/>
            </a:xfrm>
            <a:custGeom>
              <a:rect b="b" l="l" r="r" t="t"/>
              <a:pathLst>
                <a:path extrusionOk="0" h="693" w="564">
                  <a:moveTo>
                    <a:pt x="94" y="0"/>
                  </a:moveTo>
                  <a:cubicBezTo>
                    <a:pt x="44" y="0"/>
                    <a:pt x="0" y="41"/>
                    <a:pt x="0" y="94"/>
                  </a:cubicBezTo>
                  <a:lnTo>
                    <a:pt x="0" y="598"/>
                  </a:lnTo>
                  <a:cubicBezTo>
                    <a:pt x="0" y="649"/>
                    <a:pt x="42" y="692"/>
                    <a:pt x="94" y="692"/>
                  </a:cubicBezTo>
                  <a:lnTo>
                    <a:pt x="469" y="692"/>
                  </a:lnTo>
                  <a:cubicBezTo>
                    <a:pt x="520" y="692"/>
                    <a:pt x="564" y="652"/>
                    <a:pt x="564" y="598"/>
                  </a:cubicBezTo>
                  <a:lnTo>
                    <a:pt x="564" y="413"/>
                  </a:lnTo>
                  <a:lnTo>
                    <a:pt x="319" y="413"/>
                  </a:lnTo>
                  <a:cubicBezTo>
                    <a:pt x="299" y="413"/>
                    <a:pt x="281" y="396"/>
                    <a:pt x="281" y="374"/>
                  </a:cubicBezTo>
                  <a:lnTo>
                    <a:pt x="281" y="0"/>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984" name="Google Shape;3984;p27"/>
            <p:cNvSpPr/>
            <p:nvPr/>
          </p:nvSpPr>
          <p:spPr>
            <a:xfrm>
              <a:off x="5385039" y="1570437"/>
              <a:ext cx="40924" cy="27657"/>
            </a:xfrm>
            <a:custGeom>
              <a:rect b="b" l="l" r="r" t="t"/>
              <a:pathLst>
                <a:path extrusionOk="0" h="861" w="1274">
                  <a:moveTo>
                    <a:pt x="245" y="0"/>
                  </a:moveTo>
                  <a:lnTo>
                    <a:pt x="96" y="38"/>
                  </a:lnTo>
                  <a:cubicBezTo>
                    <a:pt x="43" y="38"/>
                    <a:pt x="1" y="80"/>
                    <a:pt x="1" y="131"/>
                  </a:cubicBezTo>
                  <a:lnTo>
                    <a:pt x="1" y="729"/>
                  </a:lnTo>
                  <a:cubicBezTo>
                    <a:pt x="1" y="781"/>
                    <a:pt x="43" y="823"/>
                    <a:pt x="95" y="823"/>
                  </a:cubicBezTo>
                  <a:lnTo>
                    <a:pt x="525" y="823"/>
                  </a:lnTo>
                  <a:lnTo>
                    <a:pt x="1273" y="860"/>
                  </a:lnTo>
                  <a:lnTo>
                    <a:pt x="1273" y="0"/>
                  </a:ln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985" name="Google Shape;3985;p27"/>
            <p:cNvSpPr/>
            <p:nvPr/>
          </p:nvSpPr>
          <p:spPr>
            <a:xfrm>
              <a:off x="5383787" y="1570437"/>
              <a:ext cx="42016" cy="27690"/>
            </a:xfrm>
            <a:custGeom>
              <a:rect b="b" l="l" r="r" t="t"/>
              <a:pathLst>
                <a:path extrusionOk="0" h="862" w="1308">
                  <a:moveTo>
                    <a:pt x="95" y="0"/>
                  </a:moveTo>
                  <a:cubicBezTo>
                    <a:pt x="41" y="0"/>
                    <a:pt x="1" y="42"/>
                    <a:pt x="1" y="94"/>
                  </a:cubicBezTo>
                  <a:lnTo>
                    <a:pt x="1" y="768"/>
                  </a:lnTo>
                  <a:cubicBezTo>
                    <a:pt x="1" y="820"/>
                    <a:pt x="41" y="862"/>
                    <a:pt x="95" y="862"/>
                  </a:cubicBezTo>
                  <a:lnTo>
                    <a:pt x="1308" y="862"/>
                  </a:lnTo>
                  <a:lnTo>
                    <a:pt x="1308" y="601"/>
                  </a:lnTo>
                  <a:lnTo>
                    <a:pt x="842" y="601"/>
                  </a:lnTo>
                  <a:lnTo>
                    <a:pt x="842" y="600"/>
                  </a:lnTo>
                  <a:lnTo>
                    <a:pt x="337" y="600"/>
                  </a:lnTo>
                  <a:cubicBezTo>
                    <a:pt x="306" y="600"/>
                    <a:pt x="280" y="574"/>
                    <a:pt x="280" y="543"/>
                  </a:cubicBezTo>
                  <a:lnTo>
                    <a:pt x="280" y="0"/>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986" name="Google Shape;3986;p27"/>
            <p:cNvSpPr/>
            <p:nvPr/>
          </p:nvSpPr>
          <p:spPr>
            <a:xfrm>
              <a:off x="5400298" y="1562663"/>
              <a:ext cx="132377" cy="35431"/>
            </a:xfrm>
            <a:custGeom>
              <a:rect b="b" l="l" r="r" t="t"/>
              <a:pathLst>
                <a:path extrusionOk="0" h="1103" w="4121">
                  <a:moveTo>
                    <a:pt x="931" y="1"/>
                  </a:moveTo>
                  <a:lnTo>
                    <a:pt x="717" y="38"/>
                  </a:lnTo>
                  <a:cubicBezTo>
                    <a:pt x="684" y="38"/>
                    <a:pt x="655" y="54"/>
                    <a:pt x="638" y="82"/>
                  </a:cubicBezTo>
                  <a:lnTo>
                    <a:pt x="1" y="1102"/>
                  </a:lnTo>
                  <a:lnTo>
                    <a:pt x="4121" y="1102"/>
                  </a:lnTo>
                  <a:lnTo>
                    <a:pt x="4116" y="53"/>
                  </a:lnTo>
                  <a:lnTo>
                    <a:pt x="4084" y="1"/>
                  </a:ln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987" name="Google Shape;3987;p27"/>
            <p:cNvSpPr/>
            <p:nvPr/>
          </p:nvSpPr>
          <p:spPr>
            <a:xfrm>
              <a:off x="5398499" y="1562663"/>
              <a:ext cx="134722" cy="37294"/>
            </a:xfrm>
            <a:custGeom>
              <a:rect b="b" l="l" r="r" t="t"/>
              <a:pathLst>
                <a:path extrusionOk="0" h="1161" w="4194">
                  <a:moveTo>
                    <a:pt x="737" y="1"/>
                  </a:moveTo>
                  <a:cubicBezTo>
                    <a:pt x="704" y="1"/>
                    <a:pt x="675" y="17"/>
                    <a:pt x="657" y="44"/>
                  </a:cubicBezTo>
                  <a:lnTo>
                    <a:pt x="0" y="1102"/>
                  </a:lnTo>
                  <a:lnTo>
                    <a:pt x="104" y="1159"/>
                  </a:lnTo>
                  <a:lnTo>
                    <a:pt x="4119" y="1160"/>
                  </a:lnTo>
                  <a:lnTo>
                    <a:pt x="4194" y="1102"/>
                  </a:lnTo>
                  <a:lnTo>
                    <a:pt x="4194" y="842"/>
                  </a:lnTo>
                  <a:lnTo>
                    <a:pt x="531" y="842"/>
                  </a:lnTo>
                  <a:cubicBezTo>
                    <a:pt x="503" y="842"/>
                    <a:pt x="487" y="808"/>
                    <a:pt x="501" y="784"/>
                  </a:cubicBezTo>
                  <a:lnTo>
                    <a:pt x="987" y="1"/>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988" name="Google Shape;3988;p27"/>
            <p:cNvSpPr/>
            <p:nvPr/>
          </p:nvSpPr>
          <p:spPr>
            <a:xfrm>
              <a:off x="5378550" y="1598064"/>
              <a:ext cx="155537" cy="222031"/>
            </a:xfrm>
            <a:custGeom>
              <a:rect b="b" l="l" r="r" t="t"/>
              <a:pathLst>
                <a:path extrusionOk="0" h="6912" w="4842">
                  <a:moveTo>
                    <a:pt x="925" y="0"/>
                  </a:moveTo>
                  <a:lnTo>
                    <a:pt x="679" y="58"/>
                  </a:lnTo>
                  <a:lnTo>
                    <a:pt x="26" y="1077"/>
                  </a:lnTo>
                  <a:cubicBezTo>
                    <a:pt x="9" y="1106"/>
                    <a:pt x="0" y="1138"/>
                    <a:pt x="0" y="1171"/>
                  </a:cubicBezTo>
                  <a:lnTo>
                    <a:pt x="19" y="4462"/>
                  </a:lnTo>
                  <a:cubicBezTo>
                    <a:pt x="16" y="4501"/>
                    <a:pt x="28" y="4537"/>
                    <a:pt x="48" y="4568"/>
                  </a:cubicBezTo>
                  <a:lnTo>
                    <a:pt x="1601" y="6791"/>
                  </a:lnTo>
                  <a:cubicBezTo>
                    <a:pt x="1636" y="6842"/>
                    <a:pt x="1694" y="6872"/>
                    <a:pt x="1756" y="6872"/>
                  </a:cubicBezTo>
                  <a:lnTo>
                    <a:pt x="4111" y="6911"/>
                  </a:lnTo>
                  <a:cubicBezTo>
                    <a:pt x="4162" y="6911"/>
                    <a:pt x="4211" y="6890"/>
                    <a:pt x="4248" y="6853"/>
                  </a:cubicBezTo>
                  <a:lnTo>
                    <a:pt x="4495" y="6668"/>
                  </a:lnTo>
                  <a:lnTo>
                    <a:pt x="4841" y="6305"/>
                  </a:lnTo>
                  <a:lnTo>
                    <a:pt x="4837" y="0"/>
                  </a:lnTo>
                  <a:close/>
                </a:path>
              </a:pathLst>
            </a:cu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989" name="Google Shape;3989;p27"/>
            <p:cNvSpPr/>
            <p:nvPr/>
          </p:nvSpPr>
          <p:spPr>
            <a:xfrm>
              <a:off x="5377298" y="1598064"/>
              <a:ext cx="145676" cy="223155"/>
            </a:xfrm>
            <a:custGeom>
              <a:rect b="b" l="l" r="r" t="t"/>
              <a:pathLst>
                <a:path extrusionOk="0" h="6947" w="4535">
                  <a:moveTo>
                    <a:pt x="660" y="0"/>
                  </a:moveTo>
                  <a:lnTo>
                    <a:pt x="25" y="1076"/>
                  </a:lnTo>
                  <a:cubicBezTo>
                    <a:pt x="9" y="1105"/>
                    <a:pt x="0" y="1138"/>
                    <a:pt x="0" y="1170"/>
                  </a:cubicBezTo>
                  <a:lnTo>
                    <a:pt x="0" y="4462"/>
                  </a:lnTo>
                  <a:cubicBezTo>
                    <a:pt x="0" y="4500"/>
                    <a:pt x="10" y="4536"/>
                    <a:pt x="32" y="4568"/>
                  </a:cubicBezTo>
                  <a:lnTo>
                    <a:pt x="1587" y="6865"/>
                  </a:lnTo>
                  <a:cubicBezTo>
                    <a:pt x="1621" y="6916"/>
                    <a:pt x="1679" y="6946"/>
                    <a:pt x="1740" y="6946"/>
                  </a:cubicBezTo>
                  <a:lnTo>
                    <a:pt x="4188" y="6946"/>
                  </a:lnTo>
                  <a:cubicBezTo>
                    <a:pt x="4239" y="6946"/>
                    <a:pt x="4288" y="6924"/>
                    <a:pt x="4324" y="6888"/>
                  </a:cubicBezTo>
                  <a:lnTo>
                    <a:pt x="4534" y="6668"/>
                  </a:lnTo>
                  <a:lnTo>
                    <a:pt x="1843" y="6668"/>
                  </a:lnTo>
                  <a:cubicBezTo>
                    <a:pt x="1813" y="6668"/>
                    <a:pt x="1784" y="6652"/>
                    <a:pt x="1766" y="6626"/>
                  </a:cubicBezTo>
                  <a:lnTo>
                    <a:pt x="294" y="4431"/>
                  </a:lnTo>
                  <a:cubicBezTo>
                    <a:pt x="284" y="4416"/>
                    <a:pt x="278" y="4397"/>
                    <a:pt x="278" y="4379"/>
                  </a:cubicBezTo>
                  <a:lnTo>
                    <a:pt x="278" y="1213"/>
                  </a:lnTo>
                  <a:cubicBezTo>
                    <a:pt x="278" y="1197"/>
                    <a:pt x="282" y="1182"/>
                    <a:pt x="291" y="1167"/>
                  </a:cubicBezTo>
                  <a:lnTo>
                    <a:pt x="963" y="0"/>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990" name="Google Shape;3990;p27"/>
            <p:cNvSpPr/>
            <p:nvPr/>
          </p:nvSpPr>
          <p:spPr>
            <a:xfrm>
              <a:off x="5532650" y="1562567"/>
              <a:ext cx="58913" cy="239537"/>
            </a:xfrm>
            <a:custGeom>
              <a:rect b="b" l="l" r="r" t="t"/>
              <a:pathLst>
                <a:path extrusionOk="0" h="7457" w="1834">
                  <a:moveTo>
                    <a:pt x="242" y="1"/>
                  </a:moveTo>
                  <a:lnTo>
                    <a:pt x="1" y="40"/>
                  </a:lnTo>
                  <a:lnTo>
                    <a:pt x="1" y="7456"/>
                  </a:lnTo>
                  <a:lnTo>
                    <a:pt x="1327" y="7456"/>
                  </a:lnTo>
                  <a:cubicBezTo>
                    <a:pt x="1379" y="7456"/>
                    <a:pt x="1421" y="7414"/>
                    <a:pt x="1421" y="7362"/>
                  </a:cubicBezTo>
                  <a:lnTo>
                    <a:pt x="1458" y="7214"/>
                  </a:lnTo>
                  <a:lnTo>
                    <a:pt x="1458" y="2045"/>
                  </a:lnTo>
                  <a:cubicBezTo>
                    <a:pt x="1458" y="1994"/>
                    <a:pt x="1500" y="1952"/>
                    <a:pt x="1551" y="1951"/>
                  </a:cubicBezTo>
                  <a:lnTo>
                    <a:pt x="1741" y="1946"/>
                  </a:lnTo>
                  <a:cubicBezTo>
                    <a:pt x="1791" y="1946"/>
                    <a:pt x="1833" y="1904"/>
                    <a:pt x="1833" y="1852"/>
                  </a:cubicBezTo>
                  <a:lnTo>
                    <a:pt x="1833" y="1133"/>
                  </a:lnTo>
                  <a:cubicBezTo>
                    <a:pt x="1833" y="1114"/>
                    <a:pt x="1828" y="1097"/>
                    <a:pt x="1817" y="1079"/>
                  </a:cubicBezTo>
                  <a:lnTo>
                    <a:pt x="1114" y="43"/>
                  </a:lnTo>
                  <a:cubicBezTo>
                    <a:pt x="1095" y="18"/>
                    <a:pt x="1066" y="1"/>
                    <a:pt x="1036" y="1"/>
                  </a:cubicBezTo>
                  <a:close/>
                </a:path>
              </a:pathLst>
            </a:cu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991" name="Google Shape;3991;p27"/>
            <p:cNvSpPr/>
            <p:nvPr/>
          </p:nvSpPr>
          <p:spPr>
            <a:xfrm>
              <a:off x="5531429" y="1562663"/>
              <a:ext cx="48023" cy="240533"/>
            </a:xfrm>
            <a:custGeom>
              <a:rect b="b" l="l" r="r" t="t"/>
              <a:pathLst>
                <a:path extrusionOk="0" h="7488" w="1495">
                  <a:moveTo>
                    <a:pt x="1" y="1"/>
                  </a:moveTo>
                  <a:lnTo>
                    <a:pt x="1" y="1466"/>
                  </a:lnTo>
                  <a:lnTo>
                    <a:pt x="40" y="1566"/>
                  </a:lnTo>
                  <a:lnTo>
                    <a:pt x="56" y="3531"/>
                  </a:lnTo>
                  <a:lnTo>
                    <a:pt x="1" y="3611"/>
                  </a:lnTo>
                  <a:lnTo>
                    <a:pt x="1" y="7488"/>
                  </a:lnTo>
                  <a:lnTo>
                    <a:pt x="1401" y="7488"/>
                  </a:lnTo>
                  <a:cubicBezTo>
                    <a:pt x="1453" y="7488"/>
                    <a:pt x="1495" y="7446"/>
                    <a:pt x="1495" y="7394"/>
                  </a:cubicBezTo>
                  <a:lnTo>
                    <a:pt x="1495" y="7207"/>
                  </a:lnTo>
                  <a:lnTo>
                    <a:pt x="373" y="7207"/>
                  </a:lnTo>
                  <a:cubicBezTo>
                    <a:pt x="371" y="7207"/>
                    <a:pt x="368" y="7207"/>
                    <a:pt x="366" y="7207"/>
                  </a:cubicBezTo>
                  <a:cubicBezTo>
                    <a:pt x="318" y="7207"/>
                    <a:pt x="280" y="7167"/>
                    <a:pt x="280" y="7117"/>
                  </a:cubicBezTo>
                  <a:lnTo>
                    <a:pt x="280" y="1"/>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992" name="Google Shape;3992;p27"/>
            <p:cNvSpPr/>
            <p:nvPr/>
          </p:nvSpPr>
          <p:spPr>
            <a:xfrm>
              <a:off x="5426704" y="1720296"/>
              <a:ext cx="67297" cy="81238"/>
            </a:xfrm>
            <a:custGeom>
              <a:rect b="b" l="l" r="r" t="t"/>
              <a:pathLst>
                <a:path extrusionOk="0" h="2529" w="2095">
                  <a:moveTo>
                    <a:pt x="621" y="1"/>
                  </a:moveTo>
                  <a:cubicBezTo>
                    <a:pt x="567" y="1"/>
                    <a:pt x="513" y="23"/>
                    <a:pt x="476" y="71"/>
                  </a:cubicBezTo>
                  <a:lnTo>
                    <a:pt x="81" y="566"/>
                  </a:lnTo>
                  <a:lnTo>
                    <a:pt x="83" y="634"/>
                  </a:lnTo>
                  <a:cubicBezTo>
                    <a:pt x="7" y="728"/>
                    <a:pt x="1" y="860"/>
                    <a:pt x="66" y="961"/>
                  </a:cubicBezTo>
                  <a:lnTo>
                    <a:pt x="990" y="2401"/>
                  </a:lnTo>
                  <a:cubicBezTo>
                    <a:pt x="1042" y="2481"/>
                    <a:pt x="1131" y="2529"/>
                    <a:pt x="1224" y="2529"/>
                  </a:cubicBezTo>
                  <a:cubicBezTo>
                    <a:pt x="1247" y="2529"/>
                    <a:pt x="1271" y="2526"/>
                    <a:pt x="1294" y="2520"/>
                  </a:cubicBezTo>
                  <a:lnTo>
                    <a:pt x="1916" y="2377"/>
                  </a:lnTo>
                  <a:cubicBezTo>
                    <a:pt x="2041" y="2343"/>
                    <a:pt x="2094" y="2202"/>
                    <a:pt x="2026" y="2094"/>
                  </a:cubicBezTo>
                  <a:lnTo>
                    <a:pt x="2054" y="2050"/>
                  </a:lnTo>
                  <a:lnTo>
                    <a:pt x="778" y="85"/>
                  </a:lnTo>
                  <a:cubicBezTo>
                    <a:pt x="742" y="29"/>
                    <a:pt x="681" y="1"/>
                    <a:pt x="621" y="1"/>
                  </a:cubicBezTo>
                  <a:close/>
                </a:path>
              </a:pathLst>
            </a:cu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993" name="Google Shape;3993;p27"/>
            <p:cNvSpPr/>
            <p:nvPr/>
          </p:nvSpPr>
          <p:spPr>
            <a:xfrm>
              <a:off x="5424938" y="1738446"/>
              <a:ext cx="70959" cy="64341"/>
            </a:xfrm>
            <a:custGeom>
              <a:rect b="b" l="l" r="r" t="t"/>
              <a:pathLst>
                <a:path extrusionOk="0" h="2003" w="2209">
                  <a:moveTo>
                    <a:pt x="136" y="1"/>
                  </a:moveTo>
                  <a:lnTo>
                    <a:pt x="82" y="69"/>
                  </a:lnTo>
                  <a:cubicBezTo>
                    <a:pt x="5" y="163"/>
                    <a:pt x="1" y="295"/>
                    <a:pt x="66" y="396"/>
                  </a:cubicBezTo>
                  <a:lnTo>
                    <a:pt x="1026" y="1875"/>
                  </a:lnTo>
                  <a:cubicBezTo>
                    <a:pt x="1078" y="1956"/>
                    <a:pt x="1168" y="2002"/>
                    <a:pt x="1263" y="2002"/>
                  </a:cubicBezTo>
                  <a:cubicBezTo>
                    <a:pt x="1286" y="2002"/>
                    <a:pt x="1310" y="2000"/>
                    <a:pt x="1333" y="1994"/>
                  </a:cubicBezTo>
                  <a:lnTo>
                    <a:pt x="2029" y="1813"/>
                  </a:lnTo>
                  <a:cubicBezTo>
                    <a:pt x="2152" y="1780"/>
                    <a:pt x="2209" y="1638"/>
                    <a:pt x="2139" y="1531"/>
                  </a:cubicBezTo>
                  <a:lnTo>
                    <a:pt x="2109" y="1485"/>
                  </a:lnTo>
                  <a:lnTo>
                    <a:pt x="1310" y="1692"/>
                  </a:lnTo>
                  <a:cubicBezTo>
                    <a:pt x="1302" y="1694"/>
                    <a:pt x="1294" y="1695"/>
                    <a:pt x="1286" y="1695"/>
                  </a:cubicBezTo>
                  <a:cubicBezTo>
                    <a:pt x="1256" y="1695"/>
                    <a:pt x="1227" y="1679"/>
                    <a:pt x="1208" y="1652"/>
                  </a:cubicBezTo>
                  <a:lnTo>
                    <a:pt x="136" y="1"/>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994" name="Google Shape;3994;p27"/>
            <p:cNvSpPr/>
            <p:nvPr/>
          </p:nvSpPr>
          <p:spPr>
            <a:xfrm>
              <a:off x="5532007" y="1614287"/>
              <a:ext cx="30067" cy="60005"/>
            </a:xfrm>
            <a:custGeom>
              <a:rect b="b" l="l" r="r" t="t"/>
              <a:pathLst>
                <a:path extrusionOk="0" h="1868" w="936">
                  <a:moveTo>
                    <a:pt x="9" y="1"/>
                  </a:moveTo>
                  <a:cubicBezTo>
                    <a:pt x="0" y="1"/>
                    <a:pt x="12" y="37"/>
                    <a:pt x="2" y="37"/>
                  </a:cubicBezTo>
                  <a:lnTo>
                    <a:pt x="21" y="1849"/>
                  </a:lnTo>
                  <a:cubicBezTo>
                    <a:pt x="34" y="1849"/>
                    <a:pt x="8" y="1868"/>
                    <a:pt x="21" y="1868"/>
                  </a:cubicBezTo>
                  <a:cubicBezTo>
                    <a:pt x="520" y="1848"/>
                    <a:pt x="936" y="1437"/>
                    <a:pt x="936" y="934"/>
                  </a:cubicBezTo>
                  <a:cubicBezTo>
                    <a:pt x="936" y="428"/>
                    <a:pt x="514" y="15"/>
                    <a:pt x="9" y="1"/>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995" name="Google Shape;3995;p27"/>
            <p:cNvSpPr/>
            <p:nvPr/>
          </p:nvSpPr>
          <p:spPr>
            <a:xfrm>
              <a:off x="5531493" y="1614287"/>
              <a:ext cx="9059" cy="60005"/>
            </a:xfrm>
            <a:custGeom>
              <a:rect b="b" l="l" r="r" t="t"/>
              <a:pathLst>
                <a:path extrusionOk="0" h="1868" w="282">
                  <a:moveTo>
                    <a:pt x="0" y="1"/>
                  </a:moveTo>
                  <a:lnTo>
                    <a:pt x="0" y="1245"/>
                  </a:lnTo>
                  <a:lnTo>
                    <a:pt x="0" y="1868"/>
                  </a:lnTo>
                  <a:cubicBezTo>
                    <a:pt x="96" y="1868"/>
                    <a:pt x="190" y="1853"/>
                    <a:pt x="281" y="1826"/>
                  </a:cubicBezTo>
                  <a:lnTo>
                    <a:pt x="281" y="41"/>
                  </a:lnTo>
                  <a:cubicBezTo>
                    <a:pt x="190" y="15"/>
                    <a:pt x="96" y="1"/>
                    <a:pt x="0" y="1"/>
                  </a:cubicBezTo>
                  <a:close/>
                </a:path>
              </a:pathLst>
            </a:custGeom>
            <a:solidFill>
              <a:srgbClr val="EAE2D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996" name="Google Shape;3996;p27"/>
            <p:cNvSpPr/>
            <p:nvPr/>
          </p:nvSpPr>
          <p:spPr>
            <a:xfrm>
              <a:off x="5532039" y="1610657"/>
              <a:ext cx="34500" cy="67297"/>
            </a:xfrm>
            <a:custGeom>
              <a:rect b="b" l="l" r="r" t="t"/>
              <a:pathLst>
                <a:path extrusionOk="0" h="2095" w="1074">
                  <a:moveTo>
                    <a:pt x="193" y="1"/>
                  </a:moveTo>
                  <a:cubicBezTo>
                    <a:pt x="136" y="1"/>
                    <a:pt x="84" y="17"/>
                    <a:pt x="15" y="17"/>
                  </a:cubicBezTo>
                  <a:lnTo>
                    <a:pt x="17" y="205"/>
                  </a:lnTo>
                  <a:cubicBezTo>
                    <a:pt x="115" y="205"/>
                    <a:pt x="173" y="270"/>
                    <a:pt x="261" y="303"/>
                  </a:cubicBezTo>
                  <a:cubicBezTo>
                    <a:pt x="570" y="415"/>
                    <a:pt x="796" y="707"/>
                    <a:pt x="796" y="1047"/>
                  </a:cubicBezTo>
                  <a:cubicBezTo>
                    <a:pt x="796" y="1387"/>
                    <a:pt x="567" y="1678"/>
                    <a:pt x="261" y="1790"/>
                  </a:cubicBezTo>
                  <a:cubicBezTo>
                    <a:pt x="175" y="1823"/>
                    <a:pt x="99" y="1894"/>
                    <a:pt x="1" y="1894"/>
                  </a:cubicBezTo>
                  <a:lnTo>
                    <a:pt x="23" y="2084"/>
                  </a:lnTo>
                  <a:cubicBezTo>
                    <a:pt x="87" y="2084"/>
                    <a:pt x="133" y="2094"/>
                    <a:pt x="182" y="2094"/>
                  </a:cubicBezTo>
                  <a:cubicBezTo>
                    <a:pt x="206" y="2094"/>
                    <a:pt x="232" y="2091"/>
                    <a:pt x="261" y="2084"/>
                  </a:cubicBezTo>
                  <a:cubicBezTo>
                    <a:pt x="723" y="1961"/>
                    <a:pt x="1074" y="1542"/>
                    <a:pt x="1074" y="1047"/>
                  </a:cubicBezTo>
                  <a:cubicBezTo>
                    <a:pt x="1074" y="551"/>
                    <a:pt x="723" y="132"/>
                    <a:pt x="261" y="9"/>
                  </a:cubicBezTo>
                  <a:cubicBezTo>
                    <a:pt x="237" y="3"/>
                    <a:pt x="215" y="1"/>
                    <a:pt x="193" y="1"/>
                  </a:cubicBezTo>
                  <a:close/>
                </a:path>
              </a:pathLst>
            </a:cu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997" name="Google Shape;3997;p27"/>
            <p:cNvSpPr/>
            <p:nvPr/>
          </p:nvSpPr>
          <p:spPr>
            <a:xfrm>
              <a:off x="5531429" y="1609789"/>
              <a:ext cx="9026" cy="10665"/>
            </a:xfrm>
            <a:custGeom>
              <a:rect b="b" l="l" r="r" t="t"/>
              <a:pathLst>
                <a:path extrusionOk="0" h="332" w="281">
                  <a:moveTo>
                    <a:pt x="1" y="0"/>
                  </a:moveTo>
                  <a:lnTo>
                    <a:pt x="1" y="281"/>
                  </a:lnTo>
                  <a:cubicBezTo>
                    <a:pt x="98" y="281"/>
                    <a:pt x="192" y="300"/>
                    <a:pt x="280" y="332"/>
                  </a:cubicBezTo>
                  <a:lnTo>
                    <a:pt x="280" y="36"/>
                  </a:lnTo>
                  <a:cubicBezTo>
                    <a:pt x="191" y="13"/>
                    <a:pt x="98" y="0"/>
                    <a:pt x="1" y="0"/>
                  </a:cubicBezTo>
                  <a:close/>
                </a:path>
              </a:pathLst>
            </a:cu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998" name="Google Shape;3998;p27"/>
            <p:cNvSpPr/>
            <p:nvPr/>
          </p:nvSpPr>
          <p:spPr>
            <a:xfrm>
              <a:off x="5531493" y="1668223"/>
              <a:ext cx="9059" cy="10600"/>
            </a:xfrm>
            <a:custGeom>
              <a:rect b="b" l="l" r="r" t="t"/>
              <a:pathLst>
                <a:path extrusionOk="0" h="330" w="282">
                  <a:moveTo>
                    <a:pt x="281" y="1"/>
                  </a:moveTo>
                  <a:cubicBezTo>
                    <a:pt x="192" y="31"/>
                    <a:pt x="96" y="49"/>
                    <a:pt x="0" y="49"/>
                  </a:cubicBezTo>
                  <a:lnTo>
                    <a:pt x="0" y="329"/>
                  </a:lnTo>
                  <a:cubicBezTo>
                    <a:pt x="96" y="329"/>
                    <a:pt x="190" y="316"/>
                    <a:pt x="281" y="293"/>
                  </a:cubicBezTo>
                  <a:lnTo>
                    <a:pt x="281" y="1"/>
                  </a:lnTo>
                  <a:close/>
                </a:path>
              </a:pathLst>
            </a:cu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999" name="Google Shape;3999;p27"/>
            <p:cNvSpPr/>
            <p:nvPr/>
          </p:nvSpPr>
          <p:spPr>
            <a:xfrm>
              <a:off x="5539524" y="1639761"/>
              <a:ext cx="26469" cy="9026"/>
            </a:xfrm>
            <a:custGeom>
              <a:rect b="b" l="l" r="r" t="t"/>
              <a:pathLst>
                <a:path extrusionOk="0" h="281" w="824">
                  <a:moveTo>
                    <a:pt x="141" y="1"/>
                  </a:moveTo>
                  <a:cubicBezTo>
                    <a:pt x="65" y="1"/>
                    <a:pt x="1" y="63"/>
                    <a:pt x="1" y="141"/>
                  </a:cubicBezTo>
                  <a:cubicBezTo>
                    <a:pt x="1" y="217"/>
                    <a:pt x="63" y="280"/>
                    <a:pt x="141" y="280"/>
                  </a:cubicBezTo>
                  <a:lnTo>
                    <a:pt x="702" y="280"/>
                  </a:lnTo>
                  <a:cubicBezTo>
                    <a:pt x="780" y="280"/>
                    <a:pt x="823" y="217"/>
                    <a:pt x="823" y="141"/>
                  </a:cubicBezTo>
                  <a:cubicBezTo>
                    <a:pt x="823" y="65"/>
                    <a:pt x="780" y="1"/>
                    <a:pt x="702" y="1"/>
                  </a:cubicBezTo>
                  <a:close/>
                </a:path>
              </a:pathLst>
            </a:cu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000" name="Google Shape;4000;p27"/>
            <p:cNvSpPr/>
            <p:nvPr/>
          </p:nvSpPr>
          <p:spPr>
            <a:xfrm>
              <a:off x="5519447" y="1632276"/>
              <a:ext cx="23996" cy="23996"/>
            </a:xfrm>
            <a:custGeom>
              <a:rect b="b" l="l" r="r" t="t"/>
              <a:pathLst>
                <a:path extrusionOk="0" h="747" w="747">
                  <a:moveTo>
                    <a:pt x="373" y="1"/>
                  </a:moveTo>
                  <a:cubicBezTo>
                    <a:pt x="167" y="1"/>
                    <a:pt x="0" y="167"/>
                    <a:pt x="0" y="373"/>
                  </a:cubicBezTo>
                  <a:cubicBezTo>
                    <a:pt x="0" y="580"/>
                    <a:pt x="167" y="746"/>
                    <a:pt x="373" y="746"/>
                  </a:cubicBezTo>
                  <a:cubicBezTo>
                    <a:pt x="580" y="746"/>
                    <a:pt x="746" y="580"/>
                    <a:pt x="746" y="373"/>
                  </a:cubicBezTo>
                  <a:cubicBezTo>
                    <a:pt x="746" y="167"/>
                    <a:pt x="580" y="1"/>
                    <a:pt x="373" y="1"/>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001" name="Google Shape;4001;p27"/>
            <p:cNvSpPr/>
            <p:nvPr/>
          </p:nvSpPr>
          <p:spPr>
            <a:xfrm>
              <a:off x="5514949" y="1627682"/>
              <a:ext cx="33022" cy="33054"/>
            </a:xfrm>
            <a:custGeom>
              <a:rect b="b" l="l" r="r" t="t"/>
              <a:pathLst>
                <a:path extrusionOk="0" h="1029" w="1028">
                  <a:moveTo>
                    <a:pt x="514" y="281"/>
                  </a:moveTo>
                  <a:cubicBezTo>
                    <a:pt x="643" y="281"/>
                    <a:pt x="749" y="387"/>
                    <a:pt x="747" y="514"/>
                  </a:cubicBezTo>
                  <a:cubicBezTo>
                    <a:pt x="747" y="643"/>
                    <a:pt x="641" y="749"/>
                    <a:pt x="514" y="749"/>
                  </a:cubicBezTo>
                  <a:cubicBezTo>
                    <a:pt x="385" y="749"/>
                    <a:pt x="279" y="643"/>
                    <a:pt x="279" y="514"/>
                  </a:cubicBezTo>
                  <a:cubicBezTo>
                    <a:pt x="279" y="387"/>
                    <a:pt x="385" y="281"/>
                    <a:pt x="514" y="281"/>
                  </a:cubicBezTo>
                  <a:close/>
                  <a:moveTo>
                    <a:pt x="514" y="0"/>
                  </a:moveTo>
                  <a:cubicBezTo>
                    <a:pt x="229" y="0"/>
                    <a:pt x="0" y="232"/>
                    <a:pt x="0" y="514"/>
                  </a:cubicBezTo>
                  <a:cubicBezTo>
                    <a:pt x="0" y="800"/>
                    <a:pt x="232" y="1028"/>
                    <a:pt x="514" y="1028"/>
                  </a:cubicBezTo>
                  <a:cubicBezTo>
                    <a:pt x="798" y="1028"/>
                    <a:pt x="1028" y="800"/>
                    <a:pt x="1028" y="514"/>
                  </a:cubicBezTo>
                  <a:cubicBezTo>
                    <a:pt x="1028" y="231"/>
                    <a:pt x="796" y="0"/>
                    <a:pt x="514" y="0"/>
                  </a:cubicBezTo>
                  <a:close/>
                </a:path>
              </a:pathLst>
            </a:cu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002" name="Google Shape;4002;p27"/>
            <p:cNvSpPr/>
            <p:nvPr/>
          </p:nvSpPr>
          <p:spPr>
            <a:xfrm>
              <a:off x="5476240" y="1678470"/>
              <a:ext cx="21651" cy="21651"/>
            </a:xfrm>
            <a:custGeom>
              <a:rect b="b" l="l" r="r" t="t"/>
              <a:pathLst>
                <a:path extrusionOk="0" h="674" w="674">
                  <a:moveTo>
                    <a:pt x="338" y="0"/>
                  </a:moveTo>
                  <a:cubicBezTo>
                    <a:pt x="151" y="0"/>
                    <a:pt x="1" y="151"/>
                    <a:pt x="1" y="336"/>
                  </a:cubicBezTo>
                  <a:cubicBezTo>
                    <a:pt x="1" y="521"/>
                    <a:pt x="151" y="673"/>
                    <a:pt x="338" y="673"/>
                  </a:cubicBezTo>
                  <a:cubicBezTo>
                    <a:pt x="523" y="673"/>
                    <a:pt x="674" y="521"/>
                    <a:pt x="674" y="336"/>
                  </a:cubicBezTo>
                  <a:cubicBezTo>
                    <a:pt x="674" y="151"/>
                    <a:pt x="523" y="0"/>
                    <a:pt x="338" y="0"/>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003" name="Google Shape;4003;p27"/>
            <p:cNvSpPr/>
            <p:nvPr/>
          </p:nvSpPr>
          <p:spPr>
            <a:xfrm>
              <a:off x="5471775" y="1673941"/>
              <a:ext cx="30645" cy="30645"/>
            </a:xfrm>
            <a:custGeom>
              <a:rect b="b" l="l" r="r" t="t"/>
              <a:pathLst>
                <a:path extrusionOk="0" h="954" w="954">
                  <a:moveTo>
                    <a:pt x="477" y="280"/>
                  </a:moveTo>
                  <a:cubicBezTo>
                    <a:pt x="586" y="280"/>
                    <a:pt x="672" y="369"/>
                    <a:pt x="674" y="477"/>
                  </a:cubicBezTo>
                  <a:cubicBezTo>
                    <a:pt x="674" y="586"/>
                    <a:pt x="586" y="674"/>
                    <a:pt x="477" y="674"/>
                  </a:cubicBezTo>
                  <a:cubicBezTo>
                    <a:pt x="368" y="674"/>
                    <a:pt x="280" y="586"/>
                    <a:pt x="280" y="477"/>
                  </a:cubicBezTo>
                  <a:cubicBezTo>
                    <a:pt x="280" y="369"/>
                    <a:pt x="368" y="280"/>
                    <a:pt x="477" y="280"/>
                  </a:cubicBezTo>
                  <a:close/>
                  <a:moveTo>
                    <a:pt x="477" y="1"/>
                  </a:moveTo>
                  <a:cubicBezTo>
                    <a:pt x="213" y="1"/>
                    <a:pt x="1" y="215"/>
                    <a:pt x="1" y="477"/>
                  </a:cubicBezTo>
                  <a:cubicBezTo>
                    <a:pt x="1" y="739"/>
                    <a:pt x="213" y="953"/>
                    <a:pt x="477" y="953"/>
                  </a:cubicBezTo>
                  <a:cubicBezTo>
                    <a:pt x="739" y="953"/>
                    <a:pt x="953" y="739"/>
                    <a:pt x="952" y="477"/>
                  </a:cubicBezTo>
                  <a:cubicBezTo>
                    <a:pt x="952" y="215"/>
                    <a:pt x="739" y="1"/>
                    <a:pt x="477" y="1"/>
                  </a:cubicBezTo>
                  <a:close/>
                </a:path>
              </a:pathLst>
            </a:cu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004" name="Google Shape;4004;p27"/>
            <p:cNvSpPr/>
            <p:nvPr/>
          </p:nvSpPr>
          <p:spPr>
            <a:xfrm>
              <a:off x="5396154" y="1629256"/>
              <a:ext cx="30035" cy="30035"/>
            </a:xfrm>
            <a:custGeom>
              <a:rect b="b" l="l" r="r" t="t"/>
              <a:pathLst>
                <a:path extrusionOk="0" h="935" w="935">
                  <a:moveTo>
                    <a:pt x="467" y="1"/>
                  </a:moveTo>
                  <a:cubicBezTo>
                    <a:pt x="209" y="1"/>
                    <a:pt x="1" y="209"/>
                    <a:pt x="1" y="467"/>
                  </a:cubicBezTo>
                  <a:cubicBezTo>
                    <a:pt x="1" y="726"/>
                    <a:pt x="209" y="934"/>
                    <a:pt x="467" y="934"/>
                  </a:cubicBezTo>
                  <a:cubicBezTo>
                    <a:pt x="725" y="934"/>
                    <a:pt x="935" y="726"/>
                    <a:pt x="935" y="467"/>
                  </a:cubicBezTo>
                  <a:cubicBezTo>
                    <a:pt x="935" y="209"/>
                    <a:pt x="725" y="1"/>
                    <a:pt x="467" y="1"/>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005" name="Google Shape;4005;p27"/>
            <p:cNvSpPr/>
            <p:nvPr/>
          </p:nvSpPr>
          <p:spPr>
            <a:xfrm>
              <a:off x="5391689" y="1624791"/>
              <a:ext cx="38965" cy="38965"/>
            </a:xfrm>
            <a:custGeom>
              <a:rect b="b" l="l" r="r" t="t"/>
              <a:pathLst>
                <a:path extrusionOk="0" h="1213" w="1213">
                  <a:moveTo>
                    <a:pt x="606" y="279"/>
                  </a:moveTo>
                  <a:cubicBezTo>
                    <a:pt x="787" y="279"/>
                    <a:pt x="933" y="426"/>
                    <a:pt x="935" y="607"/>
                  </a:cubicBezTo>
                  <a:cubicBezTo>
                    <a:pt x="935" y="788"/>
                    <a:pt x="787" y="934"/>
                    <a:pt x="606" y="934"/>
                  </a:cubicBezTo>
                  <a:cubicBezTo>
                    <a:pt x="425" y="934"/>
                    <a:pt x="279" y="788"/>
                    <a:pt x="279" y="607"/>
                  </a:cubicBezTo>
                  <a:cubicBezTo>
                    <a:pt x="279" y="426"/>
                    <a:pt x="425" y="279"/>
                    <a:pt x="606" y="279"/>
                  </a:cubicBezTo>
                  <a:close/>
                  <a:moveTo>
                    <a:pt x="606" y="1"/>
                  </a:moveTo>
                  <a:cubicBezTo>
                    <a:pt x="272" y="1"/>
                    <a:pt x="1" y="271"/>
                    <a:pt x="1" y="607"/>
                  </a:cubicBezTo>
                  <a:cubicBezTo>
                    <a:pt x="1" y="942"/>
                    <a:pt x="272" y="1212"/>
                    <a:pt x="606" y="1212"/>
                  </a:cubicBezTo>
                  <a:cubicBezTo>
                    <a:pt x="942" y="1212"/>
                    <a:pt x="1212" y="942"/>
                    <a:pt x="1212" y="607"/>
                  </a:cubicBezTo>
                  <a:cubicBezTo>
                    <a:pt x="1212" y="271"/>
                    <a:pt x="942" y="1"/>
                    <a:pt x="606" y="1"/>
                  </a:cubicBezTo>
                  <a:close/>
                </a:path>
              </a:pathLst>
            </a:cu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006" name="Google Shape;4006;p27"/>
            <p:cNvSpPr/>
            <p:nvPr/>
          </p:nvSpPr>
          <p:spPr>
            <a:xfrm>
              <a:off x="5406948" y="1625948"/>
              <a:ext cx="9026" cy="16832"/>
            </a:xfrm>
            <a:custGeom>
              <a:rect b="b" l="l" r="r" t="t"/>
              <a:pathLst>
                <a:path extrusionOk="0" h="524" w="281">
                  <a:moveTo>
                    <a:pt x="141" y="1"/>
                  </a:moveTo>
                  <a:cubicBezTo>
                    <a:pt x="64" y="1"/>
                    <a:pt x="1" y="25"/>
                    <a:pt x="1" y="104"/>
                  </a:cubicBezTo>
                  <a:lnTo>
                    <a:pt x="1" y="384"/>
                  </a:lnTo>
                  <a:cubicBezTo>
                    <a:pt x="1" y="460"/>
                    <a:pt x="63" y="523"/>
                    <a:pt x="141" y="523"/>
                  </a:cubicBezTo>
                  <a:cubicBezTo>
                    <a:pt x="218" y="523"/>
                    <a:pt x="280" y="460"/>
                    <a:pt x="280" y="384"/>
                  </a:cubicBezTo>
                  <a:lnTo>
                    <a:pt x="280" y="104"/>
                  </a:lnTo>
                  <a:cubicBezTo>
                    <a:pt x="280" y="25"/>
                    <a:pt x="218" y="1"/>
                    <a:pt x="141" y="1"/>
                  </a:cubicBezTo>
                  <a:close/>
                </a:path>
              </a:pathLst>
            </a:cu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007" name="Google Shape;4007;p27"/>
            <p:cNvSpPr/>
            <p:nvPr/>
          </p:nvSpPr>
          <p:spPr>
            <a:xfrm>
              <a:off x="5472064" y="1629256"/>
              <a:ext cx="30035" cy="30035"/>
            </a:xfrm>
            <a:custGeom>
              <a:rect b="b" l="l" r="r" t="t"/>
              <a:pathLst>
                <a:path extrusionOk="0" h="935" w="935">
                  <a:moveTo>
                    <a:pt x="468" y="1"/>
                  </a:moveTo>
                  <a:cubicBezTo>
                    <a:pt x="210" y="1"/>
                    <a:pt x="0" y="209"/>
                    <a:pt x="0" y="467"/>
                  </a:cubicBezTo>
                  <a:cubicBezTo>
                    <a:pt x="0" y="726"/>
                    <a:pt x="210" y="934"/>
                    <a:pt x="468" y="934"/>
                  </a:cubicBezTo>
                  <a:cubicBezTo>
                    <a:pt x="726" y="934"/>
                    <a:pt x="934" y="726"/>
                    <a:pt x="934" y="467"/>
                  </a:cubicBezTo>
                  <a:cubicBezTo>
                    <a:pt x="934" y="209"/>
                    <a:pt x="726" y="1"/>
                    <a:pt x="468" y="1"/>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008" name="Google Shape;4008;p27"/>
            <p:cNvSpPr/>
            <p:nvPr/>
          </p:nvSpPr>
          <p:spPr>
            <a:xfrm>
              <a:off x="5467598" y="1624791"/>
              <a:ext cx="38965" cy="38965"/>
            </a:xfrm>
            <a:custGeom>
              <a:rect b="b" l="l" r="r" t="t"/>
              <a:pathLst>
                <a:path extrusionOk="0" h="1213" w="1213">
                  <a:moveTo>
                    <a:pt x="607" y="279"/>
                  </a:moveTo>
                  <a:cubicBezTo>
                    <a:pt x="786" y="279"/>
                    <a:pt x="933" y="426"/>
                    <a:pt x="934" y="607"/>
                  </a:cubicBezTo>
                  <a:cubicBezTo>
                    <a:pt x="934" y="788"/>
                    <a:pt x="788" y="934"/>
                    <a:pt x="607" y="934"/>
                  </a:cubicBezTo>
                  <a:cubicBezTo>
                    <a:pt x="426" y="934"/>
                    <a:pt x="278" y="788"/>
                    <a:pt x="278" y="607"/>
                  </a:cubicBezTo>
                  <a:cubicBezTo>
                    <a:pt x="278" y="426"/>
                    <a:pt x="426" y="279"/>
                    <a:pt x="607" y="279"/>
                  </a:cubicBezTo>
                  <a:close/>
                  <a:moveTo>
                    <a:pt x="607" y="1"/>
                  </a:moveTo>
                  <a:cubicBezTo>
                    <a:pt x="271" y="1"/>
                    <a:pt x="0" y="271"/>
                    <a:pt x="0" y="607"/>
                  </a:cubicBezTo>
                  <a:cubicBezTo>
                    <a:pt x="0" y="942"/>
                    <a:pt x="271" y="1212"/>
                    <a:pt x="607" y="1212"/>
                  </a:cubicBezTo>
                  <a:cubicBezTo>
                    <a:pt x="941" y="1212"/>
                    <a:pt x="1212" y="942"/>
                    <a:pt x="1212" y="607"/>
                  </a:cubicBezTo>
                  <a:cubicBezTo>
                    <a:pt x="1212" y="271"/>
                    <a:pt x="941" y="1"/>
                    <a:pt x="607" y="1"/>
                  </a:cubicBezTo>
                  <a:close/>
                </a:path>
              </a:pathLst>
            </a:cu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009" name="Google Shape;4009;p27"/>
            <p:cNvSpPr/>
            <p:nvPr/>
          </p:nvSpPr>
          <p:spPr>
            <a:xfrm>
              <a:off x="5468723" y="1639761"/>
              <a:ext cx="16864" cy="9026"/>
            </a:xfrm>
            <a:custGeom>
              <a:rect b="b" l="l" r="r" t="t"/>
              <a:pathLst>
                <a:path extrusionOk="0" h="281" w="525">
                  <a:moveTo>
                    <a:pt x="103" y="1"/>
                  </a:moveTo>
                  <a:cubicBezTo>
                    <a:pt x="25" y="1"/>
                    <a:pt x="0" y="63"/>
                    <a:pt x="0" y="141"/>
                  </a:cubicBezTo>
                  <a:cubicBezTo>
                    <a:pt x="0" y="217"/>
                    <a:pt x="25" y="280"/>
                    <a:pt x="103" y="280"/>
                  </a:cubicBezTo>
                  <a:lnTo>
                    <a:pt x="384" y="280"/>
                  </a:lnTo>
                  <a:cubicBezTo>
                    <a:pt x="462" y="280"/>
                    <a:pt x="524" y="217"/>
                    <a:pt x="523" y="141"/>
                  </a:cubicBezTo>
                  <a:cubicBezTo>
                    <a:pt x="523" y="65"/>
                    <a:pt x="460" y="1"/>
                    <a:pt x="384" y="1"/>
                  </a:cubicBezTo>
                  <a:close/>
                </a:path>
              </a:pathLst>
            </a:cu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010" name="Google Shape;4010;p27"/>
            <p:cNvSpPr/>
            <p:nvPr/>
          </p:nvSpPr>
          <p:spPr>
            <a:xfrm>
              <a:off x="5396444" y="1694083"/>
              <a:ext cx="30035" cy="30035"/>
            </a:xfrm>
            <a:custGeom>
              <a:rect b="b" l="l" r="r" t="t"/>
              <a:pathLst>
                <a:path extrusionOk="0" h="935" w="935">
                  <a:moveTo>
                    <a:pt x="468" y="1"/>
                  </a:moveTo>
                  <a:cubicBezTo>
                    <a:pt x="209" y="1"/>
                    <a:pt x="0" y="209"/>
                    <a:pt x="0" y="467"/>
                  </a:cubicBezTo>
                  <a:cubicBezTo>
                    <a:pt x="0" y="724"/>
                    <a:pt x="209" y="934"/>
                    <a:pt x="468" y="934"/>
                  </a:cubicBezTo>
                  <a:cubicBezTo>
                    <a:pt x="726" y="934"/>
                    <a:pt x="934" y="724"/>
                    <a:pt x="934" y="467"/>
                  </a:cubicBezTo>
                  <a:cubicBezTo>
                    <a:pt x="934" y="209"/>
                    <a:pt x="726" y="1"/>
                    <a:pt x="468" y="1"/>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011" name="Google Shape;4011;p27"/>
            <p:cNvSpPr/>
            <p:nvPr/>
          </p:nvSpPr>
          <p:spPr>
            <a:xfrm>
              <a:off x="5391978" y="1689617"/>
              <a:ext cx="38965" cy="38965"/>
            </a:xfrm>
            <a:custGeom>
              <a:rect b="b" l="l" r="r" t="t"/>
              <a:pathLst>
                <a:path extrusionOk="0" h="1213" w="1213">
                  <a:moveTo>
                    <a:pt x="607" y="279"/>
                  </a:moveTo>
                  <a:cubicBezTo>
                    <a:pt x="788" y="279"/>
                    <a:pt x="934" y="425"/>
                    <a:pt x="934" y="606"/>
                  </a:cubicBezTo>
                  <a:cubicBezTo>
                    <a:pt x="934" y="787"/>
                    <a:pt x="788" y="934"/>
                    <a:pt x="607" y="934"/>
                  </a:cubicBezTo>
                  <a:cubicBezTo>
                    <a:pt x="426" y="934"/>
                    <a:pt x="278" y="787"/>
                    <a:pt x="278" y="606"/>
                  </a:cubicBezTo>
                  <a:cubicBezTo>
                    <a:pt x="278" y="425"/>
                    <a:pt x="426" y="279"/>
                    <a:pt x="607" y="279"/>
                  </a:cubicBezTo>
                  <a:close/>
                  <a:moveTo>
                    <a:pt x="607" y="1"/>
                  </a:moveTo>
                  <a:cubicBezTo>
                    <a:pt x="271" y="1"/>
                    <a:pt x="1" y="271"/>
                    <a:pt x="1" y="606"/>
                  </a:cubicBezTo>
                  <a:cubicBezTo>
                    <a:pt x="1" y="942"/>
                    <a:pt x="271" y="1212"/>
                    <a:pt x="607" y="1212"/>
                  </a:cubicBezTo>
                  <a:cubicBezTo>
                    <a:pt x="941" y="1212"/>
                    <a:pt x="1212" y="939"/>
                    <a:pt x="1212" y="606"/>
                  </a:cubicBezTo>
                  <a:cubicBezTo>
                    <a:pt x="1212" y="271"/>
                    <a:pt x="941" y="1"/>
                    <a:pt x="607" y="1"/>
                  </a:cubicBezTo>
                  <a:close/>
                </a:path>
              </a:pathLst>
            </a:cu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012" name="Google Shape;4012;p27"/>
            <p:cNvSpPr/>
            <p:nvPr/>
          </p:nvSpPr>
          <p:spPr>
            <a:xfrm>
              <a:off x="5409422" y="1692348"/>
              <a:ext cx="17282" cy="17057"/>
            </a:xfrm>
            <a:custGeom>
              <a:rect b="b" l="l" r="r" t="t"/>
              <a:pathLst>
                <a:path extrusionOk="0" h="531" w="538">
                  <a:moveTo>
                    <a:pt x="312" y="1"/>
                  </a:moveTo>
                  <a:cubicBezTo>
                    <a:pt x="300" y="1"/>
                    <a:pt x="287" y="8"/>
                    <a:pt x="273" y="26"/>
                  </a:cubicBezTo>
                  <a:lnTo>
                    <a:pt x="50" y="302"/>
                  </a:lnTo>
                  <a:cubicBezTo>
                    <a:pt x="0" y="362"/>
                    <a:pt x="9" y="451"/>
                    <a:pt x="68" y="499"/>
                  </a:cubicBezTo>
                  <a:cubicBezTo>
                    <a:pt x="94" y="519"/>
                    <a:pt x="126" y="531"/>
                    <a:pt x="158" y="531"/>
                  </a:cubicBezTo>
                  <a:cubicBezTo>
                    <a:pt x="197" y="531"/>
                    <a:pt x="236" y="512"/>
                    <a:pt x="264" y="480"/>
                  </a:cubicBezTo>
                  <a:lnTo>
                    <a:pt x="488" y="202"/>
                  </a:lnTo>
                  <a:cubicBezTo>
                    <a:pt x="537" y="143"/>
                    <a:pt x="472" y="127"/>
                    <a:pt x="413" y="78"/>
                  </a:cubicBezTo>
                  <a:cubicBezTo>
                    <a:pt x="370" y="43"/>
                    <a:pt x="342" y="1"/>
                    <a:pt x="312" y="1"/>
                  </a:cubicBezTo>
                  <a:close/>
                </a:path>
              </a:pathLst>
            </a:cu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013" name="Google Shape;4013;p27"/>
            <p:cNvSpPr/>
            <p:nvPr/>
          </p:nvSpPr>
          <p:spPr>
            <a:xfrm>
              <a:off x="5454588" y="1737225"/>
              <a:ext cx="37134" cy="34307"/>
            </a:xfrm>
            <a:custGeom>
              <a:rect b="b" l="l" r="r" t="t"/>
              <a:pathLst>
                <a:path extrusionOk="0" h="1068" w="1156">
                  <a:moveTo>
                    <a:pt x="564" y="0"/>
                  </a:moveTo>
                  <a:cubicBezTo>
                    <a:pt x="464" y="0"/>
                    <a:pt x="363" y="27"/>
                    <a:pt x="272" y="84"/>
                  </a:cubicBezTo>
                  <a:cubicBezTo>
                    <a:pt x="268" y="85"/>
                    <a:pt x="259" y="94"/>
                    <a:pt x="259" y="94"/>
                  </a:cubicBezTo>
                  <a:cubicBezTo>
                    <a:pt x="0" y="263"/>
                    <a:pt x="78" y="777"/>
                    <a:pt x="132" y="836"/>
                  </a:cubicBezTo>
                  <a:cubicBezTo>
                    <a:pt x="283" y="999"/>
                    <a:pt x="476" y="1068"/>
                    <a:pt x="638" y="1068"/>
                  </a:cubicBezTo>
                  <a:cubicBezTo>
                    <a:pt x="701" y="1068"/>
                    <a:pt x="759" y="1057"/>
                    <a:pt x="808" y="1038"/>
                  </a:cubicBezTo>
                  <a:cubicBezTo>
                    <a:pt x="889" y="1004"/>
                    <a:pt x="999" y="922"/>
                    <a:pt x="1042" y="852"/>
                  </a:cubicBezTo>
                  <a:cubicBezTo>
                    <a:pt x="1151" y="676"/>
                    <a:pt x="1155" y="441"/>
                    <a:pt x="1034" y="256"/>
                  </a:cubicBezTo>
                  <a:cubicBezTo>
                    <a:pt x="926" y="90"/>
                    <a:pt x="747" y="0"/>
                    <a:pt x="564" y="0"/>
                  </a:cubicBezTo>
                  <a:close/>
                </a:path>
              </a:pathLst>
            </a:custGeom>
            <a:solidFill>
              <a:srgbClr val="F7F3F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014" name="Google Shape;4014;p27"/>
            <p:cNvSpPr/>
            <p:nvPr/>
          </p:nvSpPr>
          <p:spPr>
            <a:xfrm>
              <a:off x="5452115" y="1739891"/>
              <a:ext cx="35913" cy="33343"/>
            </a:xfrm>
            <a:custGeom>
              <a:rect b="b" l="l" r="r" t="t"/>
              <a:pathLst>
                <a:path extrusionOk="0" h="1038" w="1118">
                  <a:moveTo>
                    <a:pt x="346" y="1"/>
                  </a:moveTo>
                  <a:cubicBezTo>
                    <a:pt x="343" y="2"/>
                    <a:pt x="338" y="6"/>
                    <a:pt x="333" y="8"/>
                  </a:cubicBezTo>
                  <a:cubicBezTo>
                    <a:pt x="76" y="176"/>
                    <a:pt x="0" y="523"/>
                    <a:pt x="170" y="782"/>
                  </a:cubicBezTo>
                  <a:cubicBezTo>
                    <a:pt x="277" y="947"/>
                    <a:pt x="457" y="1037"/>
                    <a:pt x="640" y="1037"/>
                  </a:cubicBezTo>
                  <a:cubicBezTo>
                    <a:pt x="745" y="1037"/>
                    <a:pt x="850" y="1008"/>
                    <a:pt x="944" y="947"/>
                  </a:cubicBezTo>
                  <a:cubicBezTo>
                    <a:pt x="1017" y="900"/>
                    <a:pt x="1076" y="839"/>
                    <a:pt x="1118" y="768"/>
                  </a:cubicBezTo>
                  <a:lnTo>
                    <a:pt x="1118" y="768"/>
                  </a:lnTo>
                  <a:cubicBezTo>
                    <a:pt x="1026" y="825"/>
                    <a:pt x="925" y="852"/>
                    <a:pt x="824" y="852"/>
                  </a:cubicBezTo>
                  <a:cubicBezTo>
                    <a:pt x="642" y="852"/>
                    <a:pt x="463" y="762"/>
                    <a:pt x="355" y="597"/>
                  </a:cubicBezTo>
                  <a:cubicBezTo>
                    <a:pt x="235" y="410"/>
                    <a:pt x="238" y="180"/>
                    <a:pt x="346"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015" name="Google Shape;4015;p27"/>
            <p:cNvSpPr/>
            <p:nvPr/>
          </p:nvSpPr>
          <p:spPr>
            <a:xfrm>
              <a:off x="5468209" y="1750781"/>
              <a:ext cx="8962" cy="8962"/>
            </a:xfrm>
            <a:custGeom>
              <a:rect b="b" l="l" r="r" t="t"/>
              <a:pathLst>
                <a:path extrusionOk="0" h="279" w="279">
                  <a:moveTo>
                    <a:pt x="139" y="0"/>
                  </a:moveTo>
                  <a:cubicBezTo>
                    <a:pt x="62" y="0"/>
                    <a:pt x="0" y="63"/>
                    <a:pt x="0" y="139"/>
                  </a:cubicBezTo>
                  <a:cubicBezTo>
                    <a:pt x="0" y="216"/>
                    <a:pt x="62" y="278"/>
                    <a:pt x="139" y="278"/>
                  </a:cubicBezTo>
                  <a:cubicBezTo>
                    <a:pt x="216" y="278"/>
                    <a:pt x="278" y="216"/>
                    <a:pt x="278" y="139"/>
                  </a:cubicBezTo>
                  <a:cubicBezTo>
                    <a:pt x="278" y="63"/>
                    <a:pt x="216" y="0"/>
                    <a:pt x="139" y="0"/>
                  </a:cubicBezTo>
                  <a:close/>
                </a:path>
              </a:pathLst>
            </a:custGeom>
            <a:solidFill>
              <a:srgbClr val="EAE2D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4016" name="Google Shape;4016;p27"/>
          <p:cNvGrpSpPr/>
          <p:nvPr/>
        </p:nvGrpSpPr>
        <p:grpSpPr>
          <a:xfrm>
            <a:off x="4742301" y="1605260"/>
            <a:ext cx="297723" cy="173431"/>
            <a:chOff x="4742301" y="1605260"/>
            <a:chExt cx="297723" cy="173431"/>
          </a:xfrm>
        </p:grpSpPr>
        <p:sp>
          <p:nvSpPr>
            <p:cNvPr id="4017" name="Google Shape;4017;p27"/>
            <p:cNvSpPr/>
            <p:nvPr/>
          </p:nvSpPr>
          <p:spPr>
            <a:xfrm>
              <a:off x="4742365" y="1637384"/>
              <a:ext cx="46289" cy="61836"/>
            </a:xfrm>
            <a:custGeom>
              <a:rect b="b" l="l" r="r" t="t"/>
              <a:pathLst>
                <a:path extrusionOk="0" h="1925" w="1441">
                  <a:moveTo>
                    <a:pt x="584" y="1"/>
                  </a:moveTo>
                  <a:lnTo>
                    <a:pt x="0" y="118"/>
                  </a:lnTo>
                  <a:lnTo>
                    <a:pt x="0" y="929"/>
                  </a:lnTo>
                  <a:lnTo>
                    <a:pt x="37" y="1130"/>
                  </a:lnTo>
                  <a:cubicBezTo>
                    <a:pt x="37" y="1334"/>
                    <a:pt x="202" y="1501"/>
                    <a:pt x="407" y="1504"/>
                  </a:cubicBezTo>
                  <a:lnTo>
                    <a:pt x="991" y="1518"/>
                  </a:lnTo>
                  <a:cubicBezTo>
                    <a:pt x="1195" y="1520"/>
                    <a:pt x="1326" y="1721"/>
                    <a:pt x="1326" y="1925"/>
                  </a:cubicBezTo>
                  <a:lnTo>
                    <a:pt x="1441" y="832"/>
                  </a:lnTo>
                  <a:lnTo>
                    <a:pt x="1326" y="121"/>
                  </a:lnTo>
                  <a:lnTo>
                    <a:pt x="584" y="1"/>
                  </a:lnTo>
                  <a:close/>
                </a:path>
              </a:pathLst>
            </a:custGeom>
            <a:solidFill>
              <a:schemeClr val="l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018" name="Google Shape;4018;p27"/>
            <p:cNvSpPr/>
            <p:nvPr/>
          </p:nvSpPr>
          <p:spPr>
            <a:xfrm>
              <a:off x="4992965" y="1637352"/>
              <a:ext cx="47059" cy="61836"/>
            </a:xfrm>
            <a:custGeom>
              <a:rect b="b" l="l" r="r" t="t"/>
              <a:pathLst>
                <a:path extrusionOk="0" h="1925" w="1465">
                  <a:moveTo>
                    <a:pt x="775" y="1"/>
                  </a:moveTo>
                  <a:lnTo>
                    <a:pt x="140" y="119"/>
                  </a:lnTo>
                  <a:lnTo>
                    <a:pt x="1" y="858"/>
                  </a:lnTo>
                  <a:lnTo>
                    <a:pt x="140" y="1924"/>
                  </a:lnTo>
                  <a:cubicBezTo>
                    <a:pt x="140" y="1719"/>
                    <a:pt x="280" y="1531"/>
                    <a:pt x="486" y="1531"/>
                  </a:cubicBezTo>
                  <a:lnTo>
                    <a:pt x="1081" y="1529"/>
                  </a:lnTo>
                  <a:cubicBezTo>
                    <a:pt x="1285" y="1528"/>
                    <a:pt x="1451" y="1361"/>
                    <a:pt x="1451" y="1157"/>
                  </a:cubicBezTo>
                  <a:lnTo>
                    <a:pt x="1464" y="907"/>
                  </a:lnTo>
                  <a:lnTo>
                    <a:pt x="1464" y="119"/>
                  </a:lnTo>
                  <a:lnTo>
                    <a:pt x="775" y="1"/>
                  </a:lnTo>
                  <a:close/>
                </a:path>
              </a:pathLst>
            </a:custGeom>
            <a:solidFill>
              <a:schemeClr val="l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019" name="Google Shape;4019;p27"/>
            <p:cNvSpPr/>
            <p:nvPr/>
          </p:nvSpPr>
          <p:spPr>
            <a:xfrm>
              <a:off x="4742301" y="1664978"/>
              <a:ext cx="42594" cy="34243"/>
            </a:xfrm>
            <a:custGeom>
              <a:rect b="b" l="l" r="r" t="t"/>
              <a:pathLst>
                <a:path extrusionOk="0" h="1066" w="1326">
                  <a:moveTo>
                    <a:pt x="1" y="0"/>
                  </a:moveTo>
                  <a:lnTo>
                    <a:pt x="1" y="316"/>
                  </a:lnTo>
                  <a:cubicBezTo>
                    <a:pt x="1" y="522"/>
                    <a:pt x="167" y="688"/>
                    <a:pt x="372" y="689"/>
                  </a:cubicBezTo>
                  <a:lnTo>
                    <a:pt x="955" y="692"/>
                  </a:lnTo>
                  <a:cubicBezTo>
                    <a:pt x="1161" y="695"/>
                    <a:pt x="1326" y="860"/>
                    <a:pt x="1326" y="1066"/>
                  </a:cubicBezTo>
                  <a:lnTo>
                    <a:pt x="1326" y="749"/>
                  </a:lnTo>
                  <a:cubicBezTo>
                    <a:pt x="1326" y="545"/>
                    <a:pt x="1161" y="378"/>
                    <a:pt x="955" y="377"/>
                  </a:cubicBezTo>
                  <a:lnTo>
                    <a:pt x="372" y="372"/>
                  </a:lnTo>
                  <a:cubicBezTo>
                    <a:pt x="166" y="371"/>
                    <a:pt x="1" y="205"/>
                    <a:pt x="1"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020" name="Google Shape;4020;p27"/>
            <p:cNvSpPr/>
            <p:nvPr/>
          </p:nvSpPr>
          <p:spPr>
            <a:xfrm>
              <a:off x="4997430" y="1664978"/>
              <a:ext cx="42594" cy="34243"/>
            </a:xfrm>
            <a:custGeom>
              <a:rect b="b" l="l" r="r" t="t"/>
              <a:pathLst>
                <a:path extrusionOk="0" h="1066" w="1326">
                  <a:moveTo>
                    <a:pt x="1325" y="0"/>
                  </a:moveTo>
                  <a:cubicBezTo>
                    <a:pt x="1325" y="205"/>
                    <a:pt x="1159" y="371"/>
                    <a:pt x="955" y="372"/>
                  </a:cubicBezTo>
                  <a:lnTo>
                    <a:pt x="371" y="377"/>
                  </a:lnTo>
                  <a:cubicBezTo>
                    <a:pt x="166" y="378"/>
                    <a:pt x="1" y="545"/>
                    <a:pt x="1" y="749"/>
                  </a:cubicBezTo>
                  <a:lnTo>
                    <a:pt x="1" y="1066"/>
                  </a:lnTo>
                  <a:cubicBezTo>
                    <a:pt x="1" y="862"/>
                    <a:pt x="167" y="695"/>
                    <a:pt x="371" y="692"/>
                  </a:cubicBezTo>
                  <a:lnTo>
                    <a:pt x="955" y="689"/>
                  </a:lnTo>
                  <a:cubicBezTo>
                    <a:pt x="1160" y="688"/>
                    <a:pt x="1325" y="522"/>
                    <a:pt x="1325" y="316"/>
                  </a:cubicBezTo>
                  <a:lnTo>
                    <a:pt x="1325" y="0"/>
                  </a:lnTo>
                  <a:close/>
                </a:path>
              </a:pathLst>
            </a:custGeom>
            <a:solidFill>
              <a:srgbClr val="D94F8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021" name="Google Shape;4021;p27"/>
            <p:cNvSpPr/>
            <p:nvPr/>
          </p:nvSpPr>
          <p:spPr>
            <a:xfrm>
              <a:off x="4786246" y="1637352"/>
              <a:ext cx="211270" cy="139637"/>
            </a:xfrm>
            <a:custGeom>
              <a:rect b="b" l="l" r="r" t="t"/>
              <a:pathLst>
                <a:path extrusionOk="0" h="4347" w="6577">
                  <a:moveTo>
                    <a:pt x="3150" y="1"/>
                  </a:moveTo>
                  <a:lnTo>
                    <a:pt x="1" y="119"/>
                  </a:lnTo>
                  <a:lnTo>
                    <a:pt x="26" y="3767"/>
                  </a:lnTo>
                  <a:cubicBezTo>
                    <a:pt x="26" y="4077"/>
                    <a:pt x="276" y="4328"/>
                    <a:pt x="586" y="4328"/>
                  </a:cubicBezTo>
                  <a:lnTo>
                    <a:pt x="5959" y="4346"/>
                  </a:lnTo>
                  <a:cubicBezTo>
                    <a:pt x="6126" y="4346"/>
                    <a:pt x="6316" y="4314"/>
                    <a:pt x="6420" y="4197"/>
                  </a:cubicBezTo>
                  <a:cubicBezTo>
                    <a:pt x="6449" y="4164"/>
                    <a:pt x="6511" y="4099"/>
                    <a:pt x="6511" y="4099"/>
                  </a:cubicBezTo>
                  <a:cubicBezTo>
                    <a:pt x="6553" y="4021"/>
                    <a:pt x="6576" y="3932"/>
                    <a:pt x="6576" y="3838"/>
                  </a:cubicBezTo>
                  <a:lnTo>
                    <a:pt x="6576" y="119"/>
                  </a:lnTo>
                  <a:lnTo>
                    <a:pt x="3150" y="1"/>
                  </a:ln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022" name="Google Shape;4022;p27"/>
            <p:cNvSpPr/>
            <p:nvPr/>
          </p:nvSpPr>
          <p:spPr>
            <a:xfrm>
              <a:off x="4784897" y="1641271"/>
              <a:ext cx="210531" cy="137420"/>
            </a:xfrm>
            <a:custGeom>
              <a:rect b="b" l="l" r="r" t="t"/>
              <a:pathLst>
                <a:path extrusionOk="0" h="4278" w="6554">
                  <a:moveTo>
                    <a:pt x="1" y="0"/>
                  </a:moveTo>
                  <a:lnTo>
                    <a:pt x="1" y="3718"/>
                  </a:lnTo>
                  <a:cubicBezTo>
                    <a:pt x="1" y="4027"/>
                    <a:pt x="251" y="4278"/>
                    <a:pt x="560" y="4278"/>
                  </a:cubicBezTo>
                  <a:lnTo>
                    <a:pt x="6059" y="4278"/>
                  </a:lnTo>
                  <a:cubicBezTo>
                    <a:pt x="6274" y="4278"/>
                    <a:pt x="6459" y="4156"/>
                    <a:pt x="6553" y="3978"/>
                  </a:cubicBezTo>
                  <a:lnTo>
                    <a:pt x="560" y="3978"/>
                  </a:lnTo>
                  <a:cubicBezTo>
                    <a:pt x="418" y="3978"/>
                    <a:pt x="299" y="3862"/>
                    <a:pt x="299" y="3718"/>
                  </a:cubicBezTo>
                  <a:lnTo>
                    <a:pt x="299" y="0"/>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023" name="Google Shape;4023;p27"/>
            <p:cNvSpPr/>
            <p:nvPr/>
          </p:nvSpPr>
          <p:spPr>
            <a:xfrm>
              <a:off x="4803690" y="1658875"/>
              <a:ext cx="175806" cy="101379"/>
            </a:xfrm>
            <a:custGeom>
              <a:rect b="b" l="l" r="r" t="t"/>
              <a:pathLst>
                <a:path extrusionOk="0" h="3156" w="5473">
                  <a:moveTo>
                    <a:pt x="272" y="1"/>
                  </a:moveTo>
                  <a:lnTo>
                    <a:pt x="188" y="18"/>
                  </a:lnTo>
                  <a:cubicBezTo>
                    <a:pt x="83" y="18"/>
                    <a:pt x="1" y="101"/>
                    <a:pt x="1" y="203"/>
                  </a:cubicBezTo>
                  <a:lnTo>
                    <a:pt x="7" y="2960"/>
                  </a:lnTo>
                  <a:cubicBezTo>
                    <a:pt x="7" y="3064"/>
                    <a:pt x="89" y="3146"/>
                    <a:pt x="192" y="3146"/>
                  </a:cubicBezTo>
                  <a:lnTo>
                    <a:pt x="5272" y="3155"/>
                  </a:lnTo>
                  <a:cubicBezTo>
                    <a:pt x="5374" y="3155"/>
                    <a:pt x="5458" y="3071"/>
                    <a:pt x="5458" y="2970"/>
                  </a:cubicBezTo>
                  <a:lnTo>
                    <a:pt x="5473" y="2871"/>
                  </a:lnTo>
                  <a:lnTo>
                    <a:pt x="5473" y="691"/>
                  </a:lnTo>
                  <a:lnTo>
                    <a:pt x="5432" y="558"/>
                  </a:lnTo>
                  <a:lnTo>
                    <a:pt x="5473" y="412"/>
                  </a:lnTo>
                  <a:lnTo>
                    <a:pt x="5473" y="188"/>
                  </a:lnTo>
                  <a:cubicBezTo>
                    <a:pt x="5473" y="85"/>
                    <a:pt x="5389" y="1"/>
                    <a:pt x="5286" y="1"/>
                  </a:cubicBezTo>
                  <a:close/>
                </a:path>
              </a:pathLst>
            </a:custGeom>
            <a:solidFill>
              <a:schemeClr val="l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024" name="Google Shape;4024;p27"/>
            <p:cNvSpPr/>
            <p:nvPr/>
          </p:nvSpPr>
          <p:spPr>
            <a:xfrm>
              <a:off x="4802822" y="1658875"/>
              <a:ext cx="176674" cy="101828"/>
            </a:xfrm>
            <a:custGeom>
              <a:rect b="b" l="l" r="r" t="t"/>
              <a:pathLst>
                <a:path extrusionOk="0" h="3170" w="5500">
                  <a:moveTo>
                    <a:pt x="187" y="1"/>
                  </a:moveTo>
                  <a:cubicBezTo>
                    <a:pt x="84" y="1"/>
                    <a:pt x="0" y="85"/>
                    <a:pt x="0" y="188"/>
                  </a:cubicBezTo>
                  <a:lnTo>
                    <a:pt x="0" y="412"/>
                  </a:lnTo>
                  <a:lnTo>
                    <a:pt x="57" y="581"/>
                  </a:lnTo>
                  <a:lnTo>
                    <a:pt x="0" y="691"/>
                  </a:lnTo>
                  <a:lnTo>
                    <a:pt x="0" y="2984"/>
                  </a:lnTo>
                  <a:cubicBezTo>
                    <a:pt x="0" y="3087"/>
                    <a:pt x="84" y="3170"/>
                    <a:pt x="187" y="3170"/>
                  </a:cubicBezTo>
                  <a:lnTo>
                    <a:pt x="5313" y="3170"/>
                  </a:lnTo>
                  <a:cubicBezTo>
                    <a:pt x="5416" y="3170"/>
                    <a:pt x="5500" y="3087"/>
                    <a:pt x="5500" y="2984"/>
                  </a:cubicBezTo>
                  <a:lnTo>
                    <a:pt x="5500" y="2871"/>
                  </a:lnTo>
                  <a:lnTo>
                    <a:pt x="374" y="2871"/>
                  </a:lnTo>
                  <a:cubicBezTo>
                    <a:pt x="332" y="2871"/>
                    <a:pt x="299" y="2840"/>
                    <a:pt x="299" y="2798"/>
                  </a:cubicBezTo>
                  <a:lnTo>
                    <a:pt x="299" y="1"/>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025" name="Google Shape;4025;p27"/>
            <p:cNvSpPr/>
            <p:nvPr/>
          </p:nvSpPr>
          <p:spPr>
            <a:xfrm>
              <a:off x="4802822" y="1672046"/>
              <a:ext cx="176674" cy="9059"/>
            </a:xfrm>
            <a:custGeom>
              <a:rect b="b" l="l" r="r" t="t"/>
              <a:pathLst>
                <a:path extrusionOk="0" h="282" w="5500">
                  <a:moveTo>
                    <a:pt x="0" y="0"/>
                  </a:moveTo>
                  <a:lnTo>
                    <a:pt x="44" y="152"/>
                  </a:lnTo>
                  <a:lnTo>
                    <a:pt x="0" y="281"/>
                  </a:lnTo>
                  <a:lnTo>
                    <a:pt x="5500" y="281"/>
                  </a:lnTo>
                  <a:lnTo>
                    <a:pt x="5500" y="0"/>
                  </a:ln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026" name="Google Shape;4026;p27"/>
            <p:cNvSpPr/>
            <p:nvPr/>
          </p:nvSpPr>
          <p:spPr>
            <a:xfrm>
              <a:off x="4979473" y="1672046"/>
              <a:ext cx="32" cy="8994"/>
            </a:xfrm>
            <a:custGeom>
              <a:rect b="b" l="l" r="r" t="t"/>
              <a:pathLst>
                <a:path extrusionOk="0" h="280" w="1">
                  <a:moveTo>
                    <a:pt x="1" y="280"/>
                  </a:moveTo>
                  <a:lnTo>
                    <a:pt x="1" y="0"/>
                  </a:lnTo>
                </a:path>
              </a:pathLst>
            </a:custGeom>
            <a:solidFill>
              <a:srgbClr val="F7F3F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027" name="Google Shape;4027;p27"/>
            <p:cNvSpPr/>
            <p:nvPr/>
          </p:nvSpPr>
          <p:spPr>
            <a:xfrm>
              <a:off x="4802822" y="1672046"/>
              <a:ext cx="9605" cy="9059"/>
            </a:xfrm>
            <a:custGeom>
              <a:rect b="b" l="l" r="r" t="t"/>
              <a:pathLst>
                <a:path extrusionOk="0" h="282" w="299">
                  <a:moveTo>
                    <a:pt x="0" y="0"/>
                  </a:moveTo>
                  <a:lnTo>
                    <a:pt x="0" y="281"/>
                  </a:lnTo>
                  <a:lnTo>
                    <a:pt x="299" y="281"/>
                  </a:lnTo>
                  <a:lnTo>
                    <a:pt x="299" y="0"/>
                  </a:lnTo>
                  <a:close/>
                </a:path>
              </a:pathLst>
            </a:custGeom>
            <a:solidFill>
              <a:srgbClr val="EAE2D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028" name="Google Shape;4028;p27"/>
            <p:cNvSpPr/>
            <p:nvPr/>
          </p:nvSpPr>
          <p:spPr>
            <a:xfrm>
              <a:off x="4979473" y="1672046"/>
              <a:ext cx="32" cy="8994"/>
            </a:xfrm>
            <a:custGeom>
              <a:rect b="b" l="l" r="r" t="t"/>
              <a:pathLst>
                <a:path extrusionOk="0" h="280" w="1">
                  <a:moveTo>
                    <a:pt x="1" y="280"/>
                  </a:moveTo>
                  <a:lnTo>
                    <a:pt x="1" y="0"/>
                  </a:lnTo>
                </a:path>
              </a:pathLst>
            </a:custGeom>
            <a:solidFill>
              <a:srgbClr val="EAE2D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029" name="Google Shape;4029;p27"/>
            <p:cNvSpPr/>
            <p:nvPr/>
          </p:nvSpPr>
          <p:spPr>
            <a:xfrm>
              <a:off x="4979473" y="1672046"/>
              <a:ext cx="32" cy="8994"/>
            </a:xfrm>
            <a:custGeom>
              <a:rect b="b" l="l" r="r" t="t"/>
              <a:pathLst>
                <a:path extrusionOk="0" h="280" w="1">
                  <a:moveTo>
                    <a:pt x="1" y="280"/>
                  </a:moveTo>
                  <a:lnTo>
                    <a:pt x="1" y="0"/>
                  </a:lnTo>
                </a:path>
              </a:pathLst>
            </a:custGeom>
            <a:solidFill>
              <a:srgbClr val="EAE2D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030" name="Google Shape;4030;p27"/>
            <p:cNvSpPr/>
            <p:nvPr/>
          </p:nvSpPr>
          <p:spPr>
            <a:xfrm>
              <a:off x="4860003" y="1700443"/>
              <a:ext cx="62318" cy="35977"/>
            </a:xfrm>
            <a:custGeom>
              <a:rect b="b" l="l" r="r" t="t"/>
              <a:pathLst>
                <a:path extrusionOk="0" h="1120" w="1940">
                  <a:moveTo>
                    <a:pt x="188" y="1"/>
                  </a:moveTo>
                  <a:cubicBezTo>
                    <a:pt x="85" y="1"/>
                    <a:pt x="1" y="85"/>
                    <a:pt x="1" y="188"/>
                  </a:cubicBezTo>
                  <a:lnTo>
                    <a:pt x="1" y="933"/>
                  </a:lnTo>
                  <a:cubicBezTo>
                    <a:pt x="1" y="1036"/>
                    <a:pt x="83" y="1120"/>
                    <a:pt x="188" y="1120"/>
                  </a:cubicBezTo>
                  <a:lnTo>
                    <a:pt x="1753" y="1120"/>
                  </a:lnTo>
                  <a:cubicBezTo>
                    <a:pt x="1855" y="1120"/>
                    <a:pt x="1939" y="1036"/>
                    <a:pt x="1939" y="933"/>
                  </a:cubicBezTo>
                  <a:lnTo>
                    <a:pt x="1939" y="188"/>
                  </a:lnTo>
                  <a:cubicBezTo>
                    <a:pt x="1939" y="85"/>
                    <a:pt x="1855" y="1"/>
                    <a:pt x="1753" y="1"/>
                  </a:cubicBezTo>
                  <a:close/>
                </a:path>
              </a:pathLst>
            </a:cu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031" name="Google Shape;4031;p27"/>
            <p:cNvSpPr/>
            <p:nvPr/>
          </p:nvSpPr>
          <p:spPr>
            <a:xfrm>
              <a:off x="4873495" y="1713935"/>
              <a:ext cx="35367" cy="9026"/>
            </a:xfrm>
            <a:custGeom>
              <a:rect b="b" l="l" r="r" t="t"/>
              <a:pathLst>
                <a:path extrusionOk="0" h="281" w="1101">
                  <a:moveTo>
                    <a:pt x="140" y="1"/>
                  </a:moveTo>
                  <a:cubicBezTo>
                    <a:pt x="64" y="1"/>
                    <a:pt x="1" y="63"/>
                    <a:pt x="1" y="141"/>
                  </a:cubicBezTo>
                  <a:cubicBezTo>
                    <a:pt x="1" y="216"/>
                    <a:pt x="63" y="280"/>
                    <a:pt x="140" y="280"/>
                  </a:cubicBezTo>
                  <a:lnTo>
                    <a:pt x="959" y="280"/>
                  </a:lnTo>
                  <a:cubicBezTo>
                    <a:pt x="1037" y="280"/>
                    <a:pt x="1101" y="218"/>
                    <a:pt x="1100" y="141"/>
                  </a:cubicBezTo>
                  <a:cubicBezTo>
                    <a:pt x="1100" y="64"/>
                    <a:pt x="1037" y="1"/>
                    <a:pt x="959"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032" name="Google Shape;4032;p27"/>
            <p:cNvSpPr/>
            <p:nvPr/>
          </p:nvSpPr>
          <p:spPr>
            <a:xfrm>
              <a:off x="4933696" y="1672013"/>
              <a:ext cx="35367" cy="9026"/>
            </a:xfrm>
            <a:custGeom>
              <a:rect b="b" l="l" r="r" t="t"/>
              <a:pathLst>
                <a:path extrusionOk="0" h="281" w="1101">
                  <a:moveTo>
                    <a:pt x="42" y="0"/>
                  </a:moveTo>
                  <a:lnTo>
                    <a:pt x="0" y="281"/>
                  </a:lnTo>
                  <a:lnTo>
                    <a:pt x="1100" y="281"/>
                  </a:lnTo>
                  <a:lnTo>
                    <a:pt x="1058" y="0"/>
                  </a:lnTo>
                  <a:lnTo>
                    <a:pt x="814" y="0"/>
                  </a:lnTo>
                  <a:lnTo>
                    <a:pt x="520" y="61"/>
                  </a:lnTo>
                  <a:lnTo>
                    <a:pt x="285" y="0"/>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033" name="Google Shape;4033;p27"/>
            <p:cNvSpPr/>
            <p:nvPr/>
          </p:nvSpPr>
          <p:spPr>
            <a:xfrm>
              <a:off x="4939125" y="1672046"/>
              <a:ext cx="24445" cy="29103"/>
            </a:xfrm>
            <a:custGeom>
              <a:rect b="b" l="l" r="r" t="t"/>
              <a:pathLst>
                <a:path extrusionOk="0" h="906" w="761">
                  <a:moveTo>
                    <a:pt x="116" y="0"/>
                  </a:moveTo>
                  <a:lnTo>
                    <a:pt x="21" y="652"/>
                  </a:lnTo>
                  <a:cubicBezTo>
                    <a:pt x="0" y="787"/>
                    <a:pt x="105" y="905"/>
                    <a:pt x="239" y="905"/>
                  </a:cubicBezTo>
                  <a:lnTo>
                    <a:pt x="524" y="905"/>
                  </a:lnTo>
                  <a:cubicBezTo>
                    <a:pt x="658" y="904"/>
                    <a:pt x="760" y="784"/>
                    <a:pt x="742" y="652"/>
                  </a:cubicBezTo>
                  <a:lnTo>
                    <a:pt x="645" y="0"/>
                  </a:ln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034" name="Google Shape;4034;p27"/>
            <p:cNvSpPr/>
            <p:nvPr/>
          </p:nvSpPr>
          <p:spPr>
            <a:xfrm>
              <a:off x="4743521" y="1605260"/>
              <a:ext cx="296491" cy="35014"/>
            </a:xfrm>
            <a:custGeom>
              <a:rect b="b" l="l" r="r" t="t"/>
              <a:pathLst>
                <a:path extrusionOk="0" h="1090" w="9230">
                  <a:moveTo>
                    <a:pt x="338" y="1"/>
                  </a:moveTo>
                  <a:cubicBezTo>
                    <a:pt x="310" y="1"/>
                    <a:pt x="283" y="4"/>
                    <a:pt x="258" y="9"/>
                  </a:cubicBezTo>
                  <a:cubicBezTo>
                    <a:pt x="258" y="9"/>
                    <a:pt x="205" y="74"/>
                    <a:pt x="164" y="105"/>
                  </a:cubicBezTo>
                  <a:cubicBezTo>
                    <a:pt x="70" y="173"/>
                    <a:pt x="1" y="250"/>
                    <a:pt x="1" y="376"/>
                  </a:cubicBezTo>
                  <a:lnTo>
                    <a:pt x="24" y="1089"/>
                  </a:lnTo>
                  <a:lnTo>
                    <a:pt x="9177" y="1057"/>
                  </a:lnTo>
                  <a:lnTo>
                    <a:pt x="9229" y="824"/>
                  </a:lnTo>
                  <a:lnTo>
                    <a:pt x="9229" y="377"/>
                  </a:lnTo>
                  <a:cubicBezTo>
                    <a:pt x="9229" y="167"/>
                    <a:pt x="9061" y="1"/>
                    <a:pt x="8857" y="1"/>
                  </a:cubicBezTo>
                  <a:close/>
                </a:path>
              </a:pathLst>
            </a:cu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035" name="Google Shape;4035;p27"/>
            <p:cNvSpPr/>
            <p:nvPr/>
          </p:nvSpPr>
          <p:spPr>
            <a:xfrm>
              <a:off x="4742365" y="1605485"/>
              <a:ext cx="297647" cy="35720"/>
            </a:xfrm>
            <a:custGeom>
              <a:rect b="b" l="l" r="r" t="t"/>
              <a:pathLst>
                <a:path extrusionOk="0" h="1112" w="9266">
                  <a:moveTo>
                    <a:pt x="299" y="1"/>
                  </a:moveTo>
                  <a:cubicBezTo>
                    <a:pt x="129" y="36"/>
                    <a:pt x="0" y="185"/>
                    <a:pt x="0" y="366"/>
                  </a:cubicBezTo>
                  <a:lnTo>
                    <a:pt x="0" y="1111"/>
                  </a:lnTo>
                  <a:lnTo>
                    <a:pt x="9265" y="1111"/>
                  </a:lnTo>
                  <a:lnTo>
                    <a:pt x="9265" y="813"/>
                  </a:lnTo>
                  <a:lnTo>
                    <a:pt x="374" y="813"/>
                  </a:lnTo>
                  <a:cubicBezTo>
                    <a:pt x="332" y="813"/>
                    <a:pt x="299" y="781"/>
                    <a:pt x="299" y="739"/>
                  </a:cubicBezTo>
                  <a:lnTo>
                    <a:pt x="299" y="1"/>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4036" name="Google Shape;4036;p27"/>
          <p:cNvGrpSpPr/>
          <p:nvPr/>
        </p:nvGrpSpPr>
        <p:grpSpPr>
          <a:xfrm>
            <a:off x="4107400" y="1598514"/>
            <a:ext cx="297807" cy="186923"/>
            <a:chOff x="4107400" y="1598514"/>
            <a:chExt cx="297807" cy="186923"/>
          </a:xfrm>
        </p:grpSpPr>
        <p:sp>
          <p:nvSpPr>
            <p:cNvPr id="4037" name="Google Shape;4037;p27"/>
            <p:cNvSpPr/>
            <p:nvPr/>
          </p:nvSpPr>
          <p:spPr>
            <a:xfrm>
              <a:off x="4108556" y="1632051"/>
              <a:ext cx="296651" cy="152775"/>
            </a:xfrm>
            <a:custGeom>
              <a:rect b="b" l="l" r="r" t="t"/>
              <a:pathLst>
                <a:path extrusionOk="0" h="4756" w="9235">
                  <a:moveTo>
                    <a:pt x="510" y="0"/>
                  </a:moveTo>
                  <a:cubicBezTo>
                    <a:pt x="457" y="0"/>
                    <a:pt x="416" y="44"/>
                    <a:pt x="416" y="95"/>
                  </a:cubicBezTo>
                  <a:lnTo>
                    <a:pt x="485" y="949"/>
                  </a:lnTo>
                  <a:cubicBezTo>
                    <a:pt x="485" y="1051"/>
                    <a:pt x="403" y="1135"/>
                    <a:pt x="300" y="1135"/>
                  </a:cubicBezTo>
                  <a:lnTo>
                    <a:pt x="187" y="1135"/>
                  </a:lnTo>
                  <a:cubicBezTo>
                    <a:pt x="84" y="1135"/>
                    <a:pt x="0" y="1218"/>
                    <a:pt x="0" y="1322"/>
                  </a:cubicBezTo>
                  <a:lnTo>
                    <a:pt x="11" y="4532"/>
                  </a:lnTo>
                  <a:cubicBezTo>
                    <a:pt x="11" y="4634"/>
                    <a:pt x="93" y="4718"/>
                    <a:pt x="196" y="4718"/>
                  </a:cubicBezTo>
                  <a:lnTo>
                    <a:pt x="9018" y="4756"/>
                  </a:lnTo>
                  <a:cubicBezTo>
                    <a:pt x="9121" y="4756"/>
                    <a:pt x="9206" y="4692"/>
                    <a:pt x="9210" y="4591"/>
                  </a:cubicBezTo>
                  <a:lnTo>
                    <a:pt x="9235" y="4478"/>
                  </a:lnTo>
                  <a:lnTo>
                    <a:pt x="9235" y="1289"/>
                  </a:lnTo>
                  <a:cubicBezTo>
                    <a:pt x="9235" y="1186"/>
                    <a:pt x="9152" y="1102"/>
                    <a:pt x="9048" y="1102"/>
                  </a:cubicBezTo>
                  <a:lnTo>
                    <a:pt x="8937" y="1102"/>
                  </a:lnTo>
                  <a:cubicBezTo>
                    <a:pt x="8834" y="1102"/>
                    <a:pt x="8750" y="1020"/>
                    <a:pt x="8750" y="917"/>
                  </a:cubicBezTo>
                  <a:lnTo>
                    <a:pt x="8750" y="636"/>
                  </a:lnTo>
                  <a:lnTo>
                    <a:pt x="8824" y="95"/>
                  </a:lnTo>
                  <a:cubicBezTo>
                    <a:pt x="8824" y="42"/>
                    <a:pt x="8780" y="0"/>
                    <a:pt x="8730" y="0"/>
                  </a:cubicBezTo>
                  <a:close/>
                </a:path>
              </a:pathLst>
            </a:cu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038" name="Google Shape;4038;p27"/>
            <p:cNvSpPr/>
            <p:nvPr/>
          </p:nvSpPr>
          <p:spPr>
            <a:xfrm>
              <a:off x="4129469" y="1667355"/>
              <a:ext cx="67457" cy="85125"/>
            </a:xfrm>
            <a:custGeom>
              <a:rect b="b" l="l" r="r" t="t"/>
              <a:pathLst>
                <a:path extrusionOk="0" h="2650" w="2100">
                  <a:moveTo>
                    <a:pt x="623" y="0"/>
                  </a:moveTo>
                  <a:cubicBezTo>
                    <a:pt x="557" y="0"/>
                    <a:pt x="492" y="18"/>
                    <a:pt x="435" y="51"/>
                  </a:cubicBezTo>
                  <a:cubicBezTo>
                    <a:pt x="380" y="83"/>
                    <a:pt x="331" y="132"/>
                    <a:pt x="298" y="190"/>
                  </a:cubicBezTo>
                  <a:cubicBezTo>
                    <a:pt x="101" y="543"/>
                    <a:pt x="1" y="934"/>
                    <a:pt x="1" y="1325"/>
                  </a:cubicBezTo>
                  <a:cubicBezTo>
                    <a:pt x="1" y="1716"/>
                    <a:pt x="99" y="2108"/>
                    <a:pt x="298" y="2460"/>
                  </a:cubicBezTo>
                  <a:cubicBezTo>
                    <a:pt x="366" y="2577"/>
                    <a:pt x="490" y="2649"/>
                    <a:pt x="623" y="2649"/>
                  </a:cubicBezTo>
                  <a:lnTo>
                    <a:pt x="1973" y="2649"/>
                  </a:lnTo>
                  <a:lnTo>
                    <a:pt x="2100" y="1323"/>
                  </a:lnTo>
                  <a:lnTo>
                    <a:pt x="1973" y="2"/>
                  </a:lnTo>
                  <a:lnTo>
                    <a:pt x="1973" y="0"/>
                  </a:ln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039" name="Google Shape;4039;p27"/>
            <p:cNvSpPr/>
            <p:nvPr/>
          </p:nvSpPr>
          <p:spPr>
            <a:xfrm>
              <a:off x="4314022" y="1667388"/>
              <a:ext cx="69031" cy="85093"/>
            </a:xfrm>
            <a:custGeom>
              <a:rect b="b" l="l" r="r" t="t"/>
              <a:pathLst>
                <a:path extrusionOk="0" h="2649" w="2149">
                  <a:moveTo>
                    <a:pt x="177" y="1"/>
                  </a:moveTo>
                  <a:lnTo>
                    <a:pt x="0" y="1292"/>
                  </a:lnTo>
                  <a:lnTo>
                    <a:pt x="177" y="2648"/>
                  </a:lnTo>
                  <a:lnTo>
                    <a:pt x="1526" y="2648"/>
                  </a:lnTo>
                  <a:cubicBezTo>
                    <a:pt x="1593" y="2648"/>
                    <a:pt x="1658" y="2630"/>
                    <a:pt x="1714" y="2598"/>
                  </a:cubicBezTo>
                  <a:cubicBezTo>
                    <a:pt x="1769" y="2564"/>
                    <a:pt x="1818" y="2515"/>
                    <a:pt x="1852" y="2459"/>
                  </a:cubicBezTo>
                  <a:cubicBezTo>
                    <a:pt x="2049" y="2106"/>
                    <a:pt x="2148" y="1715"/>
                    <a:pt x="2148" y="1324"/>
                  </a:cubicBezTo>
                  <a:cubicBezTo>
                    <a:pt x="2148" y="933"/>
                    <a:pt x="2050" y="542"/>
                    <a:pt x="1852" y="190"/>
                  </a:cubicBezTo>
                  <a:cubicBezTo>
                    <a:pt x="1784" y="73"/>
                    <a:pt x="1659" y="1"/>
                    <a:pt x="1526" y="1"/>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040" name="Google Shape;4040;p27"/>
            <p:cNvSpPr/>
            <p:nvPr/>
          </p:nvSpPr>
          <p:spPr>
            <a:xfrm>
              <a:off x="4316335" y="1667452"/>
              <a:ext cx="45935" cy="85028"/>
            </a:xfrm>
            <a:custGeom>
              <a:rect b="b" l="l" r="r" t="t"/>
              <a:pathLst>
                <a:path extrusionOk="0" h="2647" w="1430">
                  <a:moveTo>
                    <a:pt x="108" y="0"/>
                  </a:moveTo>
                  <a:lnTo>
                    <a:pt x="1" y="1378"/>
                  </a:lnTo>
                  <a:lnTo>
                    <a:pt x="108" y="2646"/>
                  </a:lnTo>
                  <a:cubicBezTo>
                    <a:pt x="839" y="2646"/>
                    <a:pt x="1429" y="2054"/>
                    <a:pt x="1429" y="1323"/>
                  </a:cubicBezTo>
                  <a:cubicBezTo>
                    <a:pt x="1429" y="592"/>
                    <a:pt x="839" y="0"/>
                    <a:pt x="108"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041" name="Google Shape;4041;p27"/>
            <p:cNvSpPr/>
            <p:nvPr/>
          </p:nvSpPr>
          <p:spPr>
            <a:xfrm>
              <a:off x="4150318" y="1667291"/>
              <a:ext cx="46610" cy="85189"/>
            </a:xfrm>
            <a:custGeom>
              <a:rect b="b" l="l" r="r" t="t"/>
              <a:pathLst>
                <a:path extrusionOk="0" h="2652" w="1451">
                  <a:moveTo>
                    <a:pt x="1324" y="1"/>
                  </a:moveTo>
                  <a:lnTo>
                    <a:pt x="1324" y="5"/>
                  </a:lnTo>
                  <a:cubicBezTo>
                    <a:pt x="593" y="5"/>
                    <a:pt x="0" y="597"/>
                    <a:pt x="0" y="1328"/>
                  </a:cubicBezTo>
                  <a:cubicBezTo>
                    <a:pt x="0" y="2059"/>
                    <a:pt x="593" y="2651"/>
                    <a:pt x="1324" y="2651"/>
                  </a:cubicBezTo>
                  <a:lnTo>
                    <a:pt x="1324" y="2647"/>
                  </a:lnTo>
                  <a:lnTo>
                    <a:pt x="1451" y="1327"/>
                  </a:lnTo>
                  <a:lnTo>
                    <a:pt x="1324" y="1"/>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042" name="Google Shape;4042;p27"/>
            <p:cNvSpPr/>
            <p:nvPr/>
          </p:nvSpPr>
          <p:spPr>
            <a:xfrm>
              <a:off x="4107496" y="1633433"/>
              <a:ext cx="297647" cy="152004"/>
            </a:xfrm>
            <a:custGeom>
              <a:rect b="b" l="l" r="r" t="t"/>
              <a:pathLst>
                <a:path extrusionOk="0" h="4732" w="9266">
                  <a:moveTo>
                    <a:pt x="785" y="1"/>
                  </a:moveTo>
                  <a:lnTo>
                    <a:pt x="526" y="2"/>
                  </a:lnTo>
                  <a:cubicBezTo>
                    <a:pt x="474" y="2"/>
                    <a:pt x="432" y="46"/>
                    <a:pt x="432" y="96"/>
                  </a:cubicBezTo>
                  <a:lnTo>
                    <a:pt x="485" y="593"/>
                  </a:lnTo>
                  <a:lnTo>
                    <a:pt x="485" y="872"/>
                  </a:lnTo>
                  <a:cubicBezTo>
                    <a:pt x="482" y="1001"/>
                    <a:pt x="374" y="1058"/>
                    <a:pt x="298" y="1059"/>
                  </a:cubicBezTo>
                  <a:lnTo>
                    <a:pt x="185" y="1059"/>
                  </a:lnTo>
                  <a:cubicBezTo>
                    <a:pt x="83" y="1059"/>
                    <a:pt x="0" y="1143"/>
                    <a:pt x="0" y="1246"/>
                  </a:cubicBezTo>
                  <a:lnTo>
                    <a:pt x="0" y="4545"/>
                  </a:lnTo>
                  <a:cubicBezTo>
                    <a:pt x="0" y="4648"/>
                    <a:pt x="83" y="4732"/>
                    <a:pt x="185" y="4732"/>
                  </a:cubicBezTo>
                  <a:lnTo>
                    <a:pt x="9078" y="4732"/>
                  </a:lnTo>
                  <a:cubicBezTo>
                    <a:pt x="9181" y="4732"/>
                    <a:pt x="9265" y="4648"/>
                    <a:pt x="9265" y="4545"/>
                  </a:cubicBezTo>
                  <a:lnTo>
                    <a:pt x="9265" y="4432"/>
                  </a:lnTo>
                  <a:lnTo>
                    <a:pt x="9265" y="4431"/>
                  </a:lnTo>
                  <a:lnTo>
                    <a:pt x="337" y="4431"/>
                  </a:lnTo>
                  <a:cubicBezTo>
                    <a:pt x="316" y="4431"/>
                    <a:pt x="300" y="4412"/>
                    <a:pt x="300" y="4393"/>
                  </a:cubicBezTo>
                  <a:lnTo>
                    <a:pt x="300" y="1391"/>
                  </a:lnTo>
                  <a:cubicBezTo>
                    <a:pt x="300" y="1370"/>
                    <a:pt x="314" y="1354"/>
                    <a:pt x="335" y="1353"/>
                  </a:cubicBezTo>
                  <a:cubicBezTo>
                    <a:pt x="586" y="1334"/>
                    <a:pt x="785" y="1124"/>
                    <a:pt x="785" y="870"/>
                  </a:cubicBezTo>
                  <a:lnTo>
                    <a:pt x="785" y="1"/>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043" name="Google Shape;4043;p27"/>
            <p:cNvSpPr/>
            <p:nvPr/>
          </p:nvSpPr>
          <p:spPr>
            <a:xfrm>
              <a:off x="4174828" y="1691962"/>
              <a:ext cx="21361" cy="35913"/>
            </a:xfrm>
            <a:custGeom>
              <a:rect b="b" l="l" r="r" t="t"/>
              <a:pathLst>
                <a:path extrusionOk="0" h="1118" w="665">
                  <a:moveTo>
                    <a:pt x="561" y="0"/>
                  </a:moveTo>
                  <a:cubicBezTo>
                    <a:pt x="251" y="0"/>
                    <a:pt x="0" y="249"/>
                    <a:pt x="0" y="559"/>
                  </a:cubicBezTo>
                  <a:cubicBezTo>
                    <a:pt x="0" y="869"/>
                    <a:pt x="251" y="1118"/>
                    <a:pt x="561" y="1118"/>
                  </a:cubicBezTo>
                  <a:lnTo>
                    <a:pt x="665" y="550"/>
                  </a:lnTo>
                  <a:lnTo>
                    <a:pt x="561" y="0"/>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044" name="Google Shape;4044;p27"/>
            <p:cNvSpPr/>
            <p:nvPr/>
          </p:nvSpPr>
          <p:spPr>
            <a:xfrm>
              <a:off x="4314054" y="1691962"/>
              <a:ext cx="23706" cy="35913"/>
            </a:xfrm>
            <a:custGeom>
              <a:rect b="b" l="l" r="r" t="t"/>
              <a:pathLst>
                <a:path extrusionOk="0" h="1118" w="738">
                  <a:moveTo>
                    <a:pt x="179" y="0"/>
                  </a:moveTo>
                  <a:lnTo>
                    <a:pt x="1" y="527"/>
                  </a:lnTo>
                  <a:lnTo>
                    <a:pt x="179" y="1118"/>
                  </a:lnTo>
                  <a:cubicBezTo>
                    <a:pt x="487" y="1118"/>
                    <a:pt x="737" y="869"/>
                    <a:pt x="737" y="559"/>
                  </a:cubicBezTo>
                  <a:cubicBezTo>
                    <a:pt x="737" y="249"/>
                    <a:pt x="487" y="0"/>
                    <a:pt x="179"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045" name="Google Shape;4045;p27"/>
            <p:cNvSpPr/>
            <p:nvPr/>
          </p:nvSpPr>
          <p:spPr>
            <a:xfrm>
              <a:off x="4107400" y="1598514"/>
              <a:ext cx="297743" cy="53934"/>
            </a:xfrm>
            <a:custGeom>
              <a:rect b="b" l="l" r="r" t="t"/>
              <a:pathLst>
                <a:path extrusionOk="0" h="1679" w="9269">
                  <a:moveTo>
                    <a:pt x="187" y="1"/>
                  </a:moveTo>
                  <a:cubicBezTo>
                    <a:pt x="84" y="1"/>
                    <a:pt x="0" y="83"/>
                    <a:pt x="0" y="187"/>
                  </a:cubicBezTo>
                  <a:lnTo>
                    <a:pt x="0" y="1492"/>
                  </a:lnTo>
                  <a:cubicBezTo>
                    <a:pt x="0" y="1595"/>
                    <a:pt x="84" y="1679"/>
                    <a:pt x="187" y="1679"/>
                  </a:cubicBezTo>
                  <a:lnTo>
                    <a:pt x="485" y="1679"/>
                  </a:lnTo>
                  <a:lnTo>
                    <a:pt x="485" y="1211"/>
                  </a:lnTo>
                  <a:cubicBezTo>
                    <a:pt x="485" y="1159"/>
                    <a:pt x="529" y="1117"/>
                    <a:pt x="579" y="1117"/>
                  </a:cubicBezTo>
                  <a:lnTo>
                    <a:pt x="8689" y="1117"/>
                  </a:lnTo>
                  <a:cubicBezTo>
                    <a:pt x="8741" y="1117"/>
                    <a:pt x="8783" y="1160"/>
                    <a:pt x="8783" y="1211"/>
                  </a:cubicBezTo>
                  <a:lnTo>
                    <a:pt x="8783" y="1679"/>
                  </a:lnTo>
                  <a:lnTo>
                    <a:pt x="9081" y="1679"/>
                  </a:lnTo>
                  <a:cubicBezTo>
                    <a:pt x="9184" y="1679"/>
                    <a:pt x="9268" y="1595"/>
                    <a:pt x="9265" y="1492"/>
                  </a:cubicBezTo>
                  <a:lnTo>
                    <a:pt x="9265" y="187"/>
                  </a:lnTo>
                  <a:cubicBezTo>
                    <a:pt x="9265" y="83"/>
                    <a:pt x="9183" y="1"/>
                    <a:pt x="9080" y="1"/>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046" name="Google Shape;4046;p27"/>
            <p:cNvSpPr/>
            <p:nvPr/>
          </p:nvSpPr>
          <p:spPr>
            <a:xfrm>
              <a:off x="4261049" y="1612070"/>
              <a:ext cx="44907" cy="8994"/>
            </a:xfrm>
            <a:custGeom>
              <a:rect b="b" l="l" r="r" t="t"/>
              <a:pathLst>
                <a:path extrusionOk="0" h="280" w="1398">
                  <a:moveTo>
                    <a:pt x="139" y="0"/>
                  </a:moveTo>
                  <a:cubicBezTo>
                    <a:pt x="64" y="0"/>
                    <a:pt x="0" y="64"/>
                    <a:pt x="0" y="139"/>
                  </a:cubicBezTo>
                  <a:cubicBezTo>
                    <a:pt x="0" y="216"/>
                    <a:pt x="63" y="279"/>
                    <a:pt x="139" y="279"/>
                  </a:cubicBezTo>
                  <a:lnTo>
                    <a:pt x="1258" y="279"/>
                  </a:lnTo>
                  <a:cubicBezTo>
                    <a:pt x="1336" y="279"/>
                    <a:pt x="1397" y="216"/>
                    <a:pt x="1397" y="139"/>
                  </a:cubicBezTo>
                  <a:cubicBezTo>
                    <a:pt x="1397" y="64"/>
                    <a:pt x="1336" y="0"/>
                    <a:pt x="1258"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047" name="Google Shape;4047;p27"/>
            <p:cNvSpPr/>
            <p:nvPr/>
          </p:nvSpPr>
          <p:spPr>
            <a:xfrm>
              <a:off x="4207145" y="1612070"/>
              <a:ext cx="44907" cy="8994"/>
            </a:xfrm>
            <a:custGeom>
              <a:rect b="b" l="l" r="r" t="t"/>
              <a:pathLst>
                <a:path extrusionOk="0" h="280" w="1398">
                  <a:moveTo>
                    <a:pt x="141" y="0"/>
                  </a:moveTo>
                  <a:cubicBezTo>
                    <a:pt x="64" y="0"/>
                    <a:pt x="0" y="64"/>
                    <a:pt x="0" y="139"/>
                  </a:cubicBezTo>
                  <a:cubicBezTo>
                    <a:pt x="0" y="216"/>
                    <a:pt x="63" y="279"/>
                    <a:pt x="141" y="279"/>
                  </a:cubicBezTo>
                  <a:lnTo>
                    <a:pt x="1258" y="279"/>
                  </a:lnTo>
                  <a:cubicBezTo>
                    <a:pt x="1337" y="279"/>
                    <a:pt x="1397" y="216"/>
                    <a:pt x="1397" y="139"/>
                  </a:cubicBezTo>
                  <a:cubicBezTo>
                    <a:pt x="1397" y="64"/>
                    <a:pt x="1337" y="0"/>
                    <a:pt x="1258"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048" name="Google Shape;4048;p27"/>
            <p:cNvSpPr/>
            <p:nvPr/>
          </p:nvSpPr>
          <p:spPr>
            <a:xfrm>
              <a:off x="4192818" y="1667388"/>
              <a:ext cx="126980" cy="85093"/>
            </a:xfrm>
            <a:custGeom>
              <a:rect b="b" l="l" r="r" t="t"/>
              <a:pathLst>
                <a:path extrusionOk="0" h="2649" w="3953">
                  <a:moveTo>
                    <a:pt x="1" y="1"/>
                  </a:moveTo>
                  <a:lnTo>
                    <a:pt x="1" y="2648"/>
                  </a:lnTo>
                  <a:lnTo>
                    <a:pt x="3953" y="2648"/>
                  </a:lnTo>
                  <a:lnTo>
                    <a:pt x="3953" y="1"/>
                  </a:ln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049" name="Google Shape;4049;p27"/>
            <p:cNvSpPr/>
            <p:nvPr/>
          </p:nvSpPr>
          <p:spPr>
            <a:xfrm>
              <a:off x="4211064" y="1685345"/>
              <a:ext cx="90425" cy="49180"/>
            </a:xfrm>
            <a:custGeom>
              <a:rect b="b" l="l" r="r" t="t"/>
              <a:pathLst>
                <a:path extrusionOk="0" h="1531" w="2815">
                  <a:moveTo>
                    <a:pt x="74" y="0"/>
                  </a:moveTo>
                  <a:cubicBezTo>
                    <a:pt x="33" y="0"/>
                    <a:pt x="0" y="34"/>
                    <a:pt x="0" y="76"/>
                  </a:cubicBezTo>
                  <a:lnTo>
                    <a:pt x="0" y="1455"/>
                  </a:lnTo>
                  <a:cubicBezTo>
                    <a:pt x="0" y="1497"/>
                    <a:pt x="33" y="1531"/>
                    <a:pt x="74" y="1531"/>
                  </a:cubicBezTo>
                  <a:lnTo>
                    <a:pt x="2740" y="1531"/>
                  </a:lnTo>
                  <a:cubicBezTo>
                    <a:pt x="2781" y="1531"/>
                    <a:pt x="2814" y="1496"/>
                    <a:pt x="2814" y="1454"/>
                  </a:cubicBezTo>
                  <a:lnTo>
                    <a:pt x="2814" y="76"/>
                  </a:lnTo>
                  <a:cubicBezTo>
                    <a:pt x="2814" y="34"/>
                    <a:pt x="2781" y="0"/>
                    <a:pt x="2740" y="0"/>
                  </a:cubicBezTo>
                  <a:close/>
                </a:path>
              </a:pathLst>
            </a:cu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050" name="Google Shape;4050;p27"/>
            <p:cNvSpPr/>
            <p:nvPr/>
          </p:nvSpPr>
          <p:spPr>
            <a:xfrm>
              <a:off x="4253597" y="1697391"/>
              <a:ext cx="34435" cy="8994"/>
            </a:xfrm>
            <a:custGeom>
              <a:rect b="b" l="l" r="r" t="t"/>
              <a:pathLst>
                <a:path extrusionOk="0" h="280" w="1072">
                  <a:moveTo>
                    <a:pt x="140" y="0"/>
                  </a:moveTo>
                  <a:cubicBezTo>
                    <a:pt x="64" y="0"/>
                    <a:pt x="1" y="63"/>
                    <a:pt x="1" y="139"/>
                  </a:cubicBezTo>
                  <a:cubicBezTo>
                    <a:pt x="1" y="216"/>
                    <a:pt x="63" y="280"/>
                    <a:pt x="140" y="280"/>
                  </a:cubicBezTo>
                  <a:lnTo>
                    <a:pt x="932" y="280"/>
                  </a:lnTo>
                  <a:cubicBezTo>
                    <a:pt x="1008" y="280"/>
                    <a:pt x="1072" y="216"/>
                    <a:pt x="1070" y="139"/>
                  </a:cubicBezTo>
                  <a:cubicBezTo>
                    <a:pt x="1070" y="64"/>
                    <a:pt x="1008" y="0"/>
                    <a:pt x="932"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051" name="Google Shape;4051;p27"/>
            <p:cNvSpPr/>
            <p:nvPr/>
          </p:nvSpPr>
          <p:spPr>
            <a:xfrm>
              <a:off x="4224524" y="1697391"/>
              <a:ext cx="20173" cy="8994"/>
            </a:xfrm>
            <a:custGeom>
              <a:rect b="b" l="l" r="r" t="t"/>
              <a:pathLst>
                <a:path extrusionOk="0" h="280" w="628">
                  <a:moveTo>
                    <a:pt x="140" y="0"/>
                  </a:moveTo>
                  <a:cubicBezTo>
                    <a:pt x="65" y="0"/>
                    <a:pt x="1" y="63"/>
                    <a:pt x="1" y="139"/>
                  </a:cubicBezTo>
                  <a:cubicBezTo>
                    <a:pt x="1" y="216"/>
                    <a:pt x="63" y="280"/>
                    <a:pt x="140" y="280"/>
                  </a:cubicBezTo>
                  <a:lnTo>
                    <a:pt x="487" y="280"/>
                  </a:lnTo>
                  <a:cubicBezTo>
                    <a:pt x="565" y="280"/>
                    <a:pt x="628" y="216"/>
                    <a:pt x="628" y="139"/>
                  </a:cubicBezTo>
                  <a:cubicBezTo>
                    <a:pt x="628" y="64"/>
                    <a:pt x="565" y="0"/>
                    <a:pt x="487"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052" name="Google Shape;4052;p27"/>
            <p:cNvSpPr/>
            <p:nvPr/>
          </p:nvSpPr>
          <p:spPr>
            <a:xfrm>
              <a:off x="4224524" y="1713582"/>
              <a:ext cx="63474" cy="8962"/>
            </a:xfrm>
            <a:custGeom>
              <a:rect b="b" l="l" r="r" t="t"/>
              <a:pathLst>
                <a:path extrusionOk="0" h="279" w="1976">
                  <a:moveTo>
                    <a:pt x="140" y="0"/>
                  </a:moveTo>
                  <a:cubicBezTo>
                    <a:pt x="65" y="0"/>
                    <a:pt x="1" y="62"/>
                    <a:pt x="1" y="139"/>
                  </a:cubicBezTo>
                  <a:cubicBezTo>
                    <a:pt x="1" y="214"/>
                    <a:pt x="63" y="278"/>
                    <a:pt x="140" y="278"/>
                  </a:cubicBezTo>
                  <a:lnTo>
                    <a:pt x="1837" y="278"/>
                  </a:lnTo>
                  <a:cubicBezTo>
                    <a:pt x="1913" y="278"/>
                    <a:pt x="1975" y="214"/>
                    <a:pt x="1975" y="139"/>
                  </a:cubicBezTo>
                  <a:cubicBezTo>
                    <a:pt x="1975" y="62"/>
                    <a:pt x="1913" y="0"/>
                    <a:pt x="1837"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4053" name="Google Shape;4053;p27"/>
          <p:cNvGrpSpPr/>
          <p:nvPr/>
        </p:nvGrpSpPr>
        <p:grpSpPr>
          <a:xfrm>
            <a:off x="3489397" y="1543196"/>
            <a:ext cx="263480" cy="297586"/>
            <a:chOff x="3489397" y="1543196"/>
            <a:chExt cx="263480" cy="297586"/>
          </a:xfrm>
        </p:grpSpPr>
        <p:sp>
          <p:nvSpPr>
            <p:cNvPr id="4054" name="Google Shape;4054;p27"/>
            <p:cNvSpPr/>
            <p:nvPr/>
          </p:nvSpPr>
          <p:spPr>
            <a:xfrm>
              <a:off x="3687538" y="1549589"/>
              <a:ext cx="58559" cy="57756"/>
            </a:xfrm>
            <a:custGeom>
              <a:rect b="b" l="l" r="r" t="t"/>
              <a:pathLst>
                <a:path extrusionOk="0" h="1798" w="1823">
                  <a:moveTo>
                    <a:pt x="1670" y="0"/>
                  </a:moveTo>
                  <a:cubicBezTo>
                    <a:pt x="1634" y="0"/>
                    <a:pt x="1598" y="14"/>
                    <a:pt x="1572" y="41"/>
                  </a:cubicBezTo>
                  <a:lnTo>
                    <a:pt x="55" y="1557"/>
                  </a:lnTo>
                  <a:cubicBezTo>
                    <a:pt x="1" y="1612"/>
                    <a:pt x="1" y="1700"/>
                    <a:pt x="55" y="1755"/>
                  </a:cubicBezTo>
                  <a:cubicBezTo>
                    <a:pt x="82" y="1783"/>
                    <a:pt x="118" y="1797"/>
                    <a:pt x="154" y="1797"/>
                  </a:cubicBezTo>
                  <a:cubicBezTo>
                    <a:pt x="191" y="1797"/>
                    <a:pt x="225" y="1783"/>
                    <a:pt x="251" y="1755"/>
                  </a:cubicBezTo>
                  <a:lnTo>
                    <a:pt x="1769" y="238"/>
                  </a:lnTo>
                  <a:cubicBezTo>
                    <a:pt x="1822" y="185"/>
                    <a:pt x="1822" y="95"/>
                    <a:pt x="1769" y="41"/>
                  </a:cubicBezTo>
                  <a:cubicBezTo>
                    <a:pt x="1741" y="14"/>
                    <a:pt x="1705" y="0"/>
                    <a:pt x="1670" y="0"/>
                  </a:cubicBezTo>
                  <a:close/>
                </a:path>
              </a:pathLst>
            </a:cu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055" name="Google Shape;4055;p27"/>
            <p:cNvSpPr/>
            <p:nvPr/>
          </p:nvSpPr>
          <p:spPr>
            <a:xfrm>
              <a:off x="3674110" y="1591125"/>
              <a:ext cx="30902" cy="29970"/>
            </a:xfrm>
            <a:custGeom>
              <a:rect b="b" l="l" r="r" t="t"/>
              <a:pathLst>
                <a:path extrusionOk="0" h="933" w="962">
                  <a:moveTo>
                    <a:pt x="491" y="1"/>
                  </a:moveTo>
                  <a:cubicBezTo>
                    <a:pt x="450" y="1"/>
                    <a:pt x="408" y="14"/>
                    <a:pt x="373" y="41"/>
                  </a:cubicBezTo>
                  <a:lnTo>
                    <a:pt x="1" y="361"/>
                  </a:lnTo>
                  <a:lnTo>
                    <a:pt x="572" y="933"/>
                  </a:lnTo>
                  <a:lnTo>
                    <a:pt x="737" y="781"/>
                  </a:lnTo>
                  <a:lnTo>
                    <a:pt x="904" y="558"/>
                  </a:lnTo>
                  <a:cubicBezTo>
                    <a:pt x="962" y="484"/>
                    <a:pt x="955" y="378"/>
                    <a:pt x="887" y="312"/>
                  </a:cubicBezTo>
                  <a:lnTo>
                    <a:pt x="645" y="70"/>
                  </a:lnTo>
                  <a:lnTo>
                    <a:pt x="617" y="53"/>
                  </a:lnTo>
                  <a:cubicBezTo>
                    <a:pt x="582" y="18"/>
                    <a:pt x="537" y="1"/>
                    <a:pt x="491" y="1"/>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056" name="Google Shape;4056;p27"/>
            <p:cNvSpPr/>
            <p:nvPr/>
          </p:nvSpPr>
          <p:spPr>
            <a:xfrm>
              <a:off x="3673178" y="1590933"/>
              <a:ext cx="24638" cy="31159"/>
            </a:xfrm>
            <a:custGeom>
              <a:rect b="b" l="l" r="r" t="t"/>
              <a:pathLst>
                <a:path extrusionOk="0" h="970" w="767">
                  <a:moveTo>
                    <a:pt x="517" y="0"/>
                  </a:moveTo>
                  <a:cubicBezTo>
                    <a:pt x="478" y="0"/>
                    <a:pt x="438" y="12"/>
                    <a:pt x="405" y="37"/>
                  </a:cubicBezTo>
                  <a:lnTo>
                    <a:pt x="1" y="340"/>
                  </a:lnTo>
                  <a:lnTo>
                    <a:pt x="211" y="694"/>
                  </a:lnTo>
                  <a:lnTo>
                    <a:pt x="630" y="969"/>
                  </a:lnTo>
                  <a:lnTo>
                    <a:pt x="766" y="788"/>
                  </a:lnTo>
                  <a:lnTo>
                    <a:pt x="364" y="387"/>
                  </a:lnTo>
                  <a:cubicBezTo>
                    <a:pt x="339" y="361"/>
                    <a:pt x="342" y="322"/>
                    <a:pt x="370" y="302"/>
                  </a:cubicBezTo>
                  <a:lnTo>
                    <a:pt x="672" y="76"/>
                  </a:lnTo>
                  <a:lnTo>
                    <a:pt x="652" y="56"/>
                  </a:lnTo>
                  <a:cubicBezTo>
                    <a:pt x="615" y="19"/>
                    <a:pt x="566" y="0"/>
                    <a:pt x="517"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057" name="Google Shape;4057;p27"/>
            <p:cNvSpPr/>
            <p:nvPr/>
          </p:nvSpPr>
          <p:spPr>
            <a:xfrm>
              <a:off x="3729781" y="1543453"/>
              <a:ext cx="23096" cy="22004"/>
            </a:xfrm>
            <a:custGeom>
              <a:rect b="b" l="l" r="r" t="t"/>
              <a:pathLst>
                <a:path extrusionOk="0" h="685" w="719">
                  <a:moveTo>
                    <a:pt x="435" y="0"/>
                  </a:moveTo>
                  <a:cubicBezTo>
                    <a:pt x="365" y="0"/>
                    <a:pt x="296" y="30"/>
                    <a:pt x="244" y="83"/>
                  </a:cubicBezTo>
                  <a:lnTo>
                    <a:pt x="37" y="293"/>
                  </a:lnTo>
                  <a:cubicBezTo>
                    <a:pt x="0" y="329"/>
                    <a:pt x="0" y="390"/>
                    <a:pt x="37" y="426"/>
                  </a:cubicBezTo>
                  <a:lnTo>
                    <a:pt x="261" y="658"/>
                  </a:lnTo>
                  <a:cubicBezTo>
                    <a:pt x="279" y="676"/>
                    <a:pt x="302" y="685"/>
                    <a:pt x="325" y="685"/>
                  </a:cubicBezTo>
                  <a:cubicBezTo>
                    <a:pt x="349" y="685"/>
                    <a:pt x="372" y="676"/>
                    <a:pt x="390" y="657"/>
                  </a:cubicBezTo>
                  <a:lnTo>
                    <a:pt x="462" y="596"/>
                  </a:lnTo>
                  <a:lnTo>
                    <a:pt x="616" y="442"/>
                  </a:lnTo>
                  <a:cubicBezTo>
                    <a:pt x="718" y="339"/>
                    <a:pt x="718" y="172"/>
                    <a:pt x="616" y="67"/>
                  </a:cubicBezTo>
                  <a:cubicBezTo>
                    <a:pt x="600" y="51"/>
                    <a:pt x="584" y="37"/>
                    <a:pt x="564" y="27"/>
                  </a:cubicBezTo>
                  <a:cubicBezTo>
                    <a:pt x="564" y="27"/>
                    <a:pt x="519" y="14"/>
                    <a:pt x="496" y="8"/>
                  </a:cubicBezTo>
                  <a:cubicBezTo>
                    <a:pt x="475" y="3"/>
                    <a:pt x="455" y="0"/>
                    <a:pt x="435" y="0"/>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058" name="Google Shape;4058;p27"/>
            <p:cNvSpPr/>
            <p:nvPr/>
          </p:nvSpPr>
          <p:spPr>
            <a:xfrm>
              <a:off x="3729074" y="1543196"/>
              <a:ext cx="18824" cy="22743"/>
            </a:xfrm>
            <a:custGeom>
              <a:rect b="b" l="l" r="r" t="t"/>
              <a:pathLst>
                <a:path extrusionOk="0" h="708" w="586">
                  <a:moveTo>
                    <a:pt x="453" y="0"/>
                  </a:moveTo>
                  <a:cubicBezTo>
                    <a:pt x="385" y="0"/>
                    <a:pt x="317" y="26"/>
                    <a:pt x="266" y="78"/>
                  </a:cubicBezTo>
                  <a:lnTo>
                    <a:pt x="37" y="306"/>
                  </a:lnTo>
                  <a:cubicBezTo>
                    <a:pt x="1" y="342"/>
                    <a:pt x="1" y="401"/>
                    <a:pt x="37" y="437"/>
                  </a:cubicBezTo>
                  <a:lnTo>
                    <a:pt x="280" y="680"/>
                  </a:lnTo>
                  <a:cubicBezTo>
                    <a:pt x="298" y="699"/>
                    <a:pt x="322" y="708"/>
                    <a:pt x="346" y="708"/>
                  </a:cubicBezTo>
                  <a:cubicBezTo>
                    <a:pt x="370" y="708"/>
                    <a:pt x="394" y="699"/>
                    <a:pt x="412" y="680"/>
                  </a:cubicBezTo>
                  <a:lnTo>
                    <a:pt x="486" y="607"/>
                  </a:lnTo>
                  <a:lnTo>
                    <a:pt x="290" y="411"/>
                  </a:lnTo>
                  <a:cubicBezTo>
                    <a:pt x="269" y="389"/>
                    <a:pt x="269" y="353"/>
                    <a:pt x="289" y="333"/>
                  </a:cubicBezTo>
                  <a:lnTo>
                    <a:pt x="586" y="36"/>
                  </a:lnTo>
                  <a:cubicBezTo>
                    <a:pt x="545" y="12"/>
                    <a:pt x="499" y="0"/>
                    <a:pt x="453"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059" name="Google Shape;4059;p27"/>
            <p:cNvSpPr/>
            <p:nvPr/>
          </p:nvSpPr>
          <p:spPr>
            <a:xfrm>
              <a:off x="3491067" y="1597454"/>
              <a:ext cx="244677" cy="242718"/>
            </a:xfrm>
            <a:custGeom>
              <a:rect b="b" l="l" r="r" t="t"/>
              <a:pathLst>
                <a:path extrusionOk="0" h="7556" w="7617">
                  <a:moveTo>
                    <a:pt x="5363" y="0"/>
                  </a:moveTo>
                  <a:cubicBezTo>
                    <a:pt x="5269" y="0"/>
                    <a:pt x="5184" y="44"/>
                    <a:pt x="5108" y="121"/>
                  </a:cubicBezTo>
                  <a:lnTo>
                    <a:pt x="147" y="5085"/>
                  </a:lnTo>
                  <a:cubicBezTo>
                    <a:pt x="1" y="5231"/>
                    <a:pt x="1" y="5465"/>
                    <a:pt x="147" y="5613"/>
                  </a:cubicBezTo>
                  <a:lnTo>
                    <a:pt x="1962" y="7420"/>
                  </a:lnTo>
                  <a:cubicBezTo>
                    <a:pt x="2040" y="7498"/>
                    <a:pt x="2125" y="7555"/>
                    <a:pt x="2221" y="7555"/>
                  </a:cubicBezTo>
                  <a:cubicBezTo>
                    <a:pt x="2235" y="7555"/>
                    <a:pt x="2249" y="7554"/>
                    <a:pt x="2263" y="7551"/>
                  </a:cubicBezTo>
                  <a:cubicBezTo>
                    <a:pt x="2302" y="7547"/>
                    <a:pt x="2378" y="7533"/>
                    <a:pt x="2378" y="7533"/>
                  </a:cubicBezTo>
                  <a:cubicBezTo>
                    <a:pt x="2412" y="7517"/>
                    <a:pt x="2443" y="7492"/>
                    <a:pt x="2470" y="7466"/>
                  </a:cubicBezTo>
                  <a:lnTo>
                    <a:pt x="7471" y="2466"/>
                  </a:lnTo>
                  <a:cubicBezTo>
                    <a:pt x="7617" y="2320"/>
                    <a:pt x="7617" y="2084"/>
                    <a:pt x="7471" y="1937"/>
                  </a:cubicBezTo>
                  <a:lnTo>
                    <a:pt x="5622" y="90"/>
                  </a:lnTo>
                  <a:cubicBezTo>
                    <a:pt x="5593" y="63"/>
                    <a:pt x="5563" y="40"/>
                    <a:pt x="5531" y="22"/>
                  </a:cubicBezTo>
                  <a:cubicBezTo>
                    <a:pt x="5531" y="22"/>
                    <a:pt x="5460" y="15"/>
                    <a:pt x="5429" y="8"/>
                  </a:cubicBezTo>
                  <a:cubicBezTo>
                    <a:pt x="5407" y="3"/>
                    <a:pt x="5384" y="0"/>
                    <a:pt x="5363" y="0"/>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060" name="Google Shape;4060;p27"/>
            <p:cNvSpPr/>
            <p:nvPr/>
          </p:nvSpPr>
          <p:spPr>
            <a:xfrm>
              <a:off x="3489397" y="1596747"/>
              <a:ext cx="179404" cy="244035"/>
            </a:xfrm>
            <a:custGeom>
              <a:rect b="b" l="l" r="r" t="t"/>
              <a:pathLst>
                <a:path extrusionOk="0" h="7597" w="5585">
                  <a:moveTo>
                    <a:pt x="5411" y="0"/>
                  </a:moveTo>
                  <a:cubicBezTo>
                    <a:pt x="5316" y="0"/>
                    <a:pt x="5221" y="37"/>
                    <a:pt x="5148" y="109"/>
                  </a:cubicBezTo>
                  <a:lnTo>
                    <a:pt x="148" y="5109"/>
                  </a:lnTo>
                  <a:cubicBezTo>
                    <a:pt x="1" y="5256"/>
                    <a:pt x="1" y="5492"/>
                    <a:pt x="148" y="5638"/>
                  </a:cubicBezTo>
                  <a:lnTo>
                    <a:pt x="1997" y="7488"/>
                  </a:lnTo>
                  <a:cubicBezTo>
                    <a:pt x="2070" y="7560"/>
                    <a:pt x="2165" y="7597"/>
                    <a:pt x="2261" y="7597"/>
                  </a:cubicBezTo>
                  <a:cubicBezTo>
                    <a:pt x="2320" y="7597"/>
                    <a:pt x="2380" y="7583"/>
                    <a:pt x="2434" y="7555"/>
                  </a:cubicBezTo>
                  <a:lnTo>
                    <a:pt x="332" y="5454"/>
                  </a:lnTo>
                  <a:cubicBezTo>
                    <a:pt x="287" y="5411"/>
                    <a:pt x="287" y="5340"/>
                    <a:pt x="332" y="5295"/>
                  </a:cubicBezTo>
                  <a:lnTo>
                    <a:pt x="5584" y="43"/>
                  </a:lnTo>
                  <a:cubicBezTo>
                    <a:pt x="5530" y="14"/>
                    <a:pt x="5470" y="0"/>
                    <a:pt x="5411"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061" name="Google Shape;4061;p27"/>
            <p:cNvSpPr/>
            <p:nvPr/>
          </p:nvSpPr>
          <p:spPr>
            <a:xfrm>
              <a:off x="3626502" y="1618559"/>
              <a:ext cx="87020" cy="86120"/>
            </a:xfrm>
            <a:custGeom>
              <a:rect b="b" l="l" r="r" t="t"/>
              <a:pathLst>
                <a:path extrusionOk="0" h="2681" w="2709">
                  <a:moveTo>
                    <a:pt x="1142" y="0"/>
                  </a:moveTo>
                  <a:cubicBezTo>
                    <a:pt x="1127" y="0"/>
                    <a:pt x="1113" y="6"/>
                    <a:pt x="1102" y="17"/>
                  </a:cubicBezTo>
                  <a:lnTo>
                    <a:pt x="22" y="1107"/>
                  </a:lnTo>
                  <a:cubicBezTo>
                    <a:pt x="0" y="1128"/>
                    <a:pt x="0" y="1165"/>
                    <a:pt x="22" y="1186"/>
                  </a:cubicBezTo>
                  <a:lnTo>
                    <a:pt x="1500" y="2664"/>
                  </a:lnTo>
                  <a:cubicBezTo>
                    <a:pt x="1511" y="2675"/>
                    <a:pt x="1525" y="2680"/>
                    <a:pt x="1539" y="2680"/>
                  </a:cubicBezTo>
                  <a:cubicBezTo>
                    <a:pt x="1554" y="2680"/>
                    <a:pt x="1569" y="2675"/>
                    <a:pt x="1580" y="2663"/>
                  </a:cubicBezTo>
                  <a:lnTo>
                    <a:pt x="1698" y="2572"/>
                  </a:lnTo>
                  <a:lnTo>
                    <a:pt x="2687" y="1583"/>
                  </a:lnTo>
                  <a:cubicBezTo>
                    <a:pt x="2709" y="1561"/>
                    <a:pt x="2709" y="1525"/>
                    <a:pt x="2687" y="1503"/>
                  </a:cubicBezTo>
                  <a:lnTo>
                    <a:pt x="1302" y="116"/>
                  </a:lnTo>
                  <a:lnTo>
                    <a:pt x="1182" y="17"/>
                  </a:lnTo>
                  <a:cubicBezTo>
                    <a:pt x="1171" y="6"/>
                    <a:pt x="1156" y="0"/>
                    <a:pt x="1142" y="0"/>
                  </a:cubicBezTo>
                  <a:close/>
                </a:path>
              </a:pathLst>
            </a:cu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062" name="Google Shape;4062;p27"/>
            <p:cNvSpPr/>
            <p:nvPr/>
          </p:nvSpPr>
          <p:spPr>
            <a:xfrm>
              <a:off x="3625571" y="1617981"/>
              <a:ext cx="55508" cy="87630"/>
            </a:xfrm>
            <a:custGeom>
              <a:rect b="b" l="l" r="r" t="t"/>
              <a:pathLst>
                <a:path extrusionOk="0" h="2728" w="1728">
                  <a:moveTo>
                    <a:pt x="1171" y="1"/>
                  </a:moveTo>
                  <a:cubicBezTo>
                    <a:pt x="1156" y="1"/>
                    <a:pt x="1142" y="6"/>
                    <a:pt x="1131" y="17"/>
                  </a:cubicBezTo>
                  <a:lnTo>
                    <a:pt x="22" y="1126"/>
                  </a:lnTo>
                  <a:cubicBezTo>
                    <a:pt x="0" y="1148"/>
                    <a:pt x="0" y="1184"/>
                    <a:pt x="22" y="1206"/>
                  </a:cubicBezTo>
                  <a:lnTo>
                    <a:pt x="1528" y="2711"/>
                  </a:lnTo>
                  <a:cubicBezTo>
                    <a:pt x="1538" y="2722"/>
                    <a:pt x="1553" y="2728"/>
                    <a:pt x="1567" y="2728"/>
                  </a:cubicBezTo>
                  <a:cubicBezTo>
                    <a:pt x="1582" y="2728"/>
                    <a:pt x="1596" y="2722"/>
                    <a:pt x="1607" y="2711"/>
                  </a:cubicBezTo>
                  <a:lnTo>
                    <a:pt x="1727" y="2593"/>
                  </a:lnTo>
                  <a:lnTo>
                    <a:pt x="339" y="1206"/>
                  </a:lnTo>
                  <a:cubicBezTo>
                    <a:pt x="317" y="1184"/>
                    <a:pt x="317" y="1148"/>
                    <a:pt x="339" y="1126"/>
                  </a:cubicBezTo>
                  <a:lnTo>
                    <a:pt x="1329" y="136"/>
                  </a:lnTo>
                  <a:lnTo>
                    <a:pt x="1211" y="17"/>
                  </a:lnTo>
                  <a:cubicBezTo>
                    <a:pt x="1200" y="6"/>
                    <a:pt x="1185" y="1"/>
                    <a:pt x="1171"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063" name="Google Shape;4063;p27"/>
            <p:cNvSpPr/>
            <p:nvPr/>
          </p:nvSpPr>
          <p:spPr>
            <a:xfrm>
              <a:off x="3658755" y="1638251"/>
              <a:ext cx="8962" cy="8930"/>
            </a:xfrm>
            <a:custGeom>
              <a:rect b="b" l="l" r="r" t="t"/>
              <a:pathLst>
                <a:path extrusionOk="0" h="278" w="279">
                  <a:moveTo>
                    <a:pt x="140" y="0"/>
                  </a:moveTo>
                  <a:cubicBezTo>
                    <a:pt x="63" y="0"/>
                    <a:pt x="1" y="62"/>
                    <a:pt x="1" y="139"/>
                  </a:cubicBezTo>
                  <a:cubicBezTo>
                    <a:pt x="1" y="216"/>
                    <a:pt x="63" y="278"/>
                    <a:pt x="140" y="278"/>
                  </a:cubicBezTo>
                  <a:cubicBezTo>
                    <a:pt x="217" y="278"/>
                    <a:pt x="279" y="216"/>
                    <a:pt x="279" y="139"/>
                  </a:cubicBezTo>
                  <a:cubicBezTo>
                    <a:pt x="279" y="62"/>
                    <a:pt x="217" y="0"/>
                    <a:pt x="140"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064" name="Google Shape;4064;p27"/>
            <p:cNvSpPr/>
            <p:nvPr/>
          </p:nvSpPr>
          <p:spPr>
            <a:xfrm>
              <a:off x="3652362" y="1657301"/>
              <a:ext cx="8994" cy="8962"/>
            </a:xfrm>
            <a:custGeom>
              <a:rect b="b" l="l" r="r" t="t"/>
              <a:pathLst>
                <a:path extrusionOk="0" h="279" w="280">
                  <a:moveTo>
                    <a:pt x="139" y="1"/>
                  </a:moveTo>
                  <a:cubicBezTo>
                    <a:pt x="62" y="1"/>
                    <a:pt x="0" y="63"/>
                    <a:pt x="0" y="140"/>
                  </a:cubicBezTo>
                  <a:cubicBezTo>
                    <a:pt x="0" y="216"/>
                    <a:pt x="62" y="279"/>
                    <a:pt x="139" y="279"/>
                  </a:cubicBezTo>
                  <a:cubicBezTo>
                    <a:pt x="217" y="279"/>
                    <a:pt x="280" y="216"/>
                    <a:pt x="280" y="140"/>
                  </a:cubicBezTo>
                  <a:cubicBezTo>
                    <a:pt x="280" y="63"/>
                    <a:pt x="217" y="1"/>
                    <a:pt x="139"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065" name="Google Shape;4065;p27"/>
            <p:cNvSpPr/>
            <p:nvPr/>
          </p:nvSpPr>
          <p:spPr>
            <a:xfrm>
              <a:off x="3665083" y="1669990"/>
              <a:ext cx="9026" cy="9026"/>
            </a:xfrm>
            <a:custGeom>
              <a:rect b="b" l="l" r="r" t="t"/>
              <a:pathLst>
                <a:path extrusionOk="0" h="281" w="281">
                  <a:moveTo>
                    <a:pt x="140" y="1"/>
                  </a:moveTo>
                  <a:cubicBezTo>
                    <a:pt x="63" y="1"/>
                    <a:pt x="1" y="63"/>
                    <a:pt x="1" y="140"/>
                  </a:cubicBezTo>
                  <a:cubicBezTo>
                    <a:pt x="1" y="218"/>
                    <a:pt x="63" y="280"/>
                    <a:pt x="140" y="280"/>
                  </a:cubicBezTo>
                  <a:cubicBezTo>
                    <a:pt x="216" y="280"/>
                    <a:pt x="280" y="218"/>
                    <a:pt x="280" y="140"/>
                  </a:cubicBezTo>
                  <a:cubicBezTo>
                    <a:pt x="280" y="63"/>
                    <a:pt x="216" y="1"/>
                    <a:pt x="140"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066" name="Google Shape;4066;p27"/>
            <p:cNvSpPr/>
            <p:nvPr/>
          </p:nvSpPr>
          <p:spPr>
            <a:xfrm>
              <a:off x="3671412" y="1650940"/>
              <a:ext cx="9026" cy="8994"/>
            </a:xfrm>
            <a:custGeom>
              <a:rect b="b" l="l" r="r" t="t"/>
              <a:pathLst>
                <a:path extrusionOk="0" h="280" w="281">
                  <a:moveTo>
                    <a:pt x="141" y="0"/>
                  </a:moveTo>
                  <a:cubicBezTo>
                    <a:pt x="63" y="0"/>
                    <a:pt x="1" y="62"/>
                    <a:pt x="1" y="139"/>
                  </a:cubicBezTo>
                  <a:cubicBezTo>
                    <a:pt x="1" y="217"/>
                    <a:pt x="63" y="280"/>
                    <a:pt x="141" y="280"/>
                  </a:cubicBezTo>
                  <a:cubicBezTo>
                    <a:pt x="218" y="280"/>
                    <a:pt x="280" y="217"/>
                    <a:pt x="280" y="139"/>
                  </a:cubicBezTo>
                  <a:cubicBezTo>
                    <a:pt x="280" y="62"/>
                    <a:pt x="218" y="0"/>
                    <a:pt x="141"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067" name="Google Shape;4067;p27"/>
            <p:cNvSpPr/>
            <p:nvPr/>
          </p:nvSpPr>
          <p:spPr>
            <a:xfrm>
              <a:off x="3684165" y="1663661"/>
              <a:ext cx="8962" cy="9026"/>
            </a:xfrm>
            <a:custGeom>
              <a:rect b="b" l="l" r="r" t="t"/>
              <a:pathLst>
                <a:path extrusionOk="0" h="281" w="279">
                  <a:moveTo>
                    <a:pt x="139" y="1"/>
                  </a:moveTo>
                  <a:cubicBezTo>
                    <a:pt x="63" y="1"/>
                    <a:pt x="0" y="63"/>
                    <a:pt x="0" y="140"/>
                  </a:cubicBezTo>
                  <a:cubicBezTo>
                    <a:pt x="0" y="217"/>
                    <a:pt x="63" y="280"/>
                    <a:pt x="139" y="280"/>
                  </a:cubicBezTo>
                  <a:cubicBezTo>
                    <a:pt x="216" y="280"/>
                    <a:pt x="278" y="217"/>
                    <a:pt x="278" y="140"/>
                  </a:cubicBezTo>
                  <a:cubicBezTo>
                    <a:pt x="278" y="63"/>
                    <a:pt x="216" y="1"/>
                    <a:pt x="139"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068" name="Google Shape;4068;p27"/>
            <p:cNvSpPr/>
            <p:nvPr/>
          </p:nvSpPr>
          <p:spPr>
            <a:xfrm>
              <a:off x="3556472" y="1714546"/>
              <a:ext cx="18342" cy="17507"/>
            </a:xfrm>
            <a:custGeom>
              <a:rect b="b" l="l" r="r" t="t"/>
              <a:pathLst>
                <a:path extrusionOk="0" h="545" w="571">
                  <a:moveTo>
                    <a:pt x="153" y="1"/>
                  </a:moveTo>
                  <a:cubicBezTo>
                    <a:pt x="117" y="1"/>
                    <a:pt x="81" y="14"/>
                    <a:pt x="54" y="41"/>
                  </a:cubicBezTo>
                  <a:cubicBezTo>
                    <a:pt x="0" y="96"/>
                    <a:pt x="0" y="184"/>
                    <a:pt x="54" y="239"/>
                  </a:cubicBezTo>
                  <a:lnTo>
                    <a:pt x="319" y="503"/>
                  </a:lnTo>
                  <a:cubicBezTo>
                    <a:pt x="346" y="530"/>
                    <a:pt x="382" y="545"/>
                    <a:pt x="418" y="545"/>
                  </a:cubicBezTo>
                  <a:cubicBezTo>
                    <a:pt x="455" y="545"/>
                    <a:pt x="491" y="530"/>
                    <a:pt x="515" y="503"/>
                  </a:cubicBezTo>
                  <a:cubicBezTo>
                    <a:pt x="570" y="449"/>
                    <a:pt x="570" y="360"/>
                    <a:pt x="515" y="306"/>
                  </a:cubicBezTo>
                  <a:lnTo>
                    <a:pt x="251" y="41"/>
                  </a:lnTo>
                  <a:cubicBezTo>
                    <a:pt x="224" y="14"/>
                    <a:pt x="188" y="1"/>
                    <a:pt x="153" y="1"/>
                  </a:cubicBezTo>
                  <a:close/>
                </a:path>
              </a:pathLst>
            </a:cu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069" name="Google Shape;4069;p27"/>
            <p:cNvSpPr/>
            <p:nvPr/>
          </p:nvSpPr>
          <p:spPr>
            <a:xfrm>
              <a:off x="3577674" y="1735779"/>
              <a:ext cx="18342" cy="17507"/>
            </a:xfrm>
            <a:custGeom>
              <a:rect b="b" l="l" r="r" t="t"/>
              <a:pathLst>
                <a:path extrusionOk="0" h="545" w="571">
                  <a:moveTo>
                    <a:pt x="153" y="0"/>
                  </a:moveTo>
                  <a:cubicBezTo>
                    <a:pt x="117" y="0"/>
                    <a:pt x="82" y="14"/>
                    <a:pt x="55" y="42"/>
                  </a:cubicBezTo>
                  <a:cubicBezTo>
                    <a:pt x="0" y="95"/>
                    <a:pt x="0" y="185"/>
                    <a:pt x="55" y="239"/>
                  </a:cubicBezTo>
                  <a:lnTo>
                    <a:pt x="319" y="502"/>
                  </a:lnTo>
                  <a:cubicBezTo>
                    <a:pt x="346" y="530"/>
                    <a:pt x="382" y="544"/>
                    <a:pt x="419" y="544"/>
                  </a:cubicBezTo>
                  <a:cubicBezTo>
                    <a:pt x="455" y="544"/>
                    <a:pt x="491" y="530"/>
                    <a:pt x="516" y="502"/>
                  </a:cubicBezTo>
                  <a:cubicBezTo>
                    <a:pt x="571" y="448"/>
                    <a:pt x="571" y="360"/>
                    <a:pt x="516" y="305"/>
                  </a:cubicBezTo>
                  <a:lnTo>
                    <a:pt x="252" y="42"/>
                  </a:lnTo>
                  <a:cubicBezTo>
                    <a:pt x="225" y="14"/>
                    <a:pt x="189" y="0"/>
                    <a:pt x="153" y="0"/>
                  </a:cubicBezTo>
                  <a:close/>
                </a:path>
              </a:pathLst>
            </a:cu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070" name="Google Shape;4070;p27"/>
            <p:cNvSpPr/>
            <p:nvPr/>
          </p:nvSpPr>
          <p:spPr>
            <a:xfrm>
              <a:off x="3598875" y="1756949"/>
              <a:ext cx="18342" cy="17475"/>
            </a:xfrm>
            <a:custGeom>
              <a:rect b="b" l="l" r="r" t="t"/>
              <a:pathLst>
                <a:path extrusionOk="0" h="544" w="571">
                  <a:moveTo>
                    <a:pt x="153" y="0"/>
                  </a:moveTo>
                  <a:cubicBezTo>
                    <a:pt x="118" y="0"/>
                    <a:pt x="82" y="14"/>
                    <a:pt x="55" y="41"/>
                  </a:cubicBezTo>
                  <a:cubicBezTo>
                    <a:pt x="0" y="95"/>
                    <a:pt x="0" y="185"/>
                    <a:pt x="55" y="238"/>
                  </a:cubicBezTo>
                  <a:lnTo>
                    <a:pt x="319" y="503"/>
                  </a:lnTo>
                  <a:cubicBezTo>
                    <a:pt x="346" y="529"/>
                    <a:pt x="383" y="544"/>
                    <a:pt x="419" y="544"/>
                  </a:cubicBezTo>
                  <a:cubicBezTo>
                    <a:pt x="455" y="544"/>
                    <a:pt x="490" y="532"/>
                    <a:pt x="517" y="503"/>
                  </a:cubicBezTo>
                  <a:cubicBezTo>
                    <a:pt x="571" y="448"/>
                    <a:pt x="571" y="360"/>
                    <a:pt x="517" y="305"/>
                  </a:cubicBezTo>
                  <a:lnTo>
                    <a:pt x="252" y="41"/>
                  </a:lnTo>
                  <a:cubicBezTo>
                    <a:pt x="225" y="14"/>
                    <a:pt x="189" y="0"/>
                    <a:pt x="153" y="0"/>
                  </a:cubicBezTo>
                  <a:close/>
                </a:path>
              </a:pathLst>
            </a:cu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071" name="Google Shape;4071;p27"/>
            <p:cNvSpPr/>
            <p:nvPr/>
          </p:nvSpPr>
          <p:spPr>
            <a:xfrm>
              <a:off x="3543718" y="1727299"/>
              <a:ext cx="18342" cy="17507"/>
            </a:xfrm>
            <a:custGeom>
              <a:rect b="b" l="l" r="r" t="t"/>
              <a:pathLst>
                <a:path extrusionOk="0" h="545" w="571">
                  <a:moveTo>
                    <a:pt x="153" y="1"/>
                  </a:moveTo>
                  <a:cubicBezTo>
                    <a:pt x="118" y="1"/>
                    <a:pt x="82" y="14"/>
                    <a:pt x="55" y="41"/>
                  </a:cubicBezTo>
                  <a:cubicBezTo>
                    <a:pt x="0" y="96"/>
                    <a:pt x="0" y="184"/>
                    <a:pt x="55" y="239"/>
                  </a:cubicBezTo>
                  <a:lnTo>
                    <a:pt x="319" y="503"/>
                  </a:lnTo>
                  <a:cubicBezTo>
                    <a:pt x="346" y="530"/>
                    <a:pt x="383" y="545"/>
                    <a:pt x="419" y="545"/>
                  </a:cubicBezTo>
                  <a:cubicBezTo>
                    <a:pt x="455" y="545"/>
                    <a:pt x="491" y="530"/>
                    <a:pt x="516" y="503"/>
                  </a:cubicBezTo>
                  <a:cubicBezTo>
                    <a:pt x="571" y="449"/>
                    <a:pt x="571" y="359"/>
                    <a:pt x="516" y="306"/>
                  </a:cubicBezTo>
                  <a:lnTo>
                    <a:pt x="252" y="41"/>
                  </a:lnTo>
                  <a:cubicBezTo>
                    <a:pt x="225" y="14"/>
                    <a:pt x="189" y="1"/>
                    <a:pt x="153" y="1"/>
                  </a:cubicBezTo>
                  <a:close/>
                </a:path>
              </a:pathLst>
            </a:cu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072" name="Google Shape;4072;p27"/>
            <p:cNvSpPr/>
            <p:nvPr/>
          </p:nvSpPr>
          <p:spPr>
            <a:xfrm>
              <a:off x="3564920" y="1748468"/>
              <a:ext cx="18342" cy="17507"/>
            </a:xfrm>
            <a:custGeom>
              <a:rect b="b" l="l" r="r" t="t"/>
              <a:pathLst>
                <a:path extrusionOk="0" h="545" w="571">
                  <a:moveTo>
                    <a:pt x="154" y="0"/>
                  </a:moveTo>
                  <a:cubicBezTo>
                    <a:pt x="118" y="0"/>
                    <a:pt x="82" y="14"/>
                    <a:pt x="56" y="40"/>
                  </a:cubicBezTo>
                  <a:cubicBezTo>
                    <a:pt x="1" y="95"/>
                    <a:pt x="1" y="184"/>
                    <a:pt x="56" y="239"/>
                  </a:cubicBezTo>
                  <a:lnTo>
                    <a:pt x="319" y="502"/>
                  </a:lnTo>
                  <a:cubicBezTo>
                    <a:pt x="347" y="530"/>
                    <a:pt x="383" y="544"/>
                    <a:pt x="419" y="544"/>
                  </a:cubicBezTo>
                  <a:cubicBezTo>
                    <a:pt x="455" y="544"/>
                    <a:pt x="491" y="531"/>
                    <a:pt x="517" y="502"/>
                  </a:cubicBezTo>
                  <a:cubicBezTo>
                    <a:pt x="571" y="449"/>
                    <a:pt x="571" y="359"/>
                    <a:pt x="517" y="305"/>
                  </a:cubicBezTo>
                  <a:lnTo>
                    <a:pt x="252" y="40"/>
                  </a:lnTo>
                  <a:cubicBezTo>
                    <a:pt x="226" y="14"/>
                    <a:pt x="190" y="0"/>
                    <a:pt x="154" y="0"/>
                  </a:cubicBezTo>
                  <a:close/>
                </a:path>
              </a:pathLst>
            </a:cu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073" name="Google Shape;4073;p27"/>
            <p:cNvSpPr/>
            <p:nvPr/>
          </p:nvSpPr>
          <p:spPr>
            <a:xfrm>
              <a:off x="3586186" y="1769670"/>
              <a:ext cx="18310" cy="17507"/>
            </a:xfrm>
            <a:custGeom>
              <a:rect b="b" l="l" r="r" t="t"/>
              <a:pathLst>
                <a:path extrusionOk="0" h="545" w="570">
                  <a:moveTo>
                    <a:pt x="153" y="1"/>
                  </a:moveTo>
                  <a:cubicBezTo>
                    <a:pt x="117" y="1"/>
                    <a:pt x="81" y="15"/>
                    <a:pt x="54" y="42"/>
                  </a:cubicBezTo>
                  <a:cubicBezTo>
                    <a:pt x="0" y="96"/>
                    <a:pt x="0" y="184"/>
                    <a:pt x="54" y="239"/>
                  </a:cubicBezTo>
                  <a:lnTo>
                    <a:pt x="319" y="502"/>
                  </a:lnTo>
                  <a:cubicBezTo>
                    <a:pt x="345" y="530"/>
                    <a:pt x="381" y="544"/>
                    <a:pt x="417" y="544"/>
                  </a:cubicBezTo>
                  <a:cubicBezTo>
                    <a:pt x="453" y="544"/>
                    <a:pt x="488" y="531"/>
                    <a:pt x="515" y="502"/>
                  </a:cubicBezTo>
                  <a:cubicBezTo>
                    <a:pt x="569" y="449"/>
                    <a:pt x="569" y="361"/>
                    <a:pt x="515" y="306"/>
                  </a:cubicBezTo>
                  <a:lnTo>
                    <a:pt x="251" y="42"/>
                  </a:lnTo>
                  <a:cubicBezTo>
                    <a:pt x="224" y="15"/>
                    <a:pt x="188" y="1"/>
                    <a:pt x="153" y="1"/>
                  </a:cubicBezTo>
                  <a:close/>
                </a:path>
              </a:pathLst>
            </a:cu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074" name="Google Shape;4074;p27"/>
            <p:cNvSpPr/>
            <p:nvPr/>
          </p:nvSpPr>
          <p:spPr>
            <a:xfrm>
              <a:off x="3530965" y="1740052"/>
              <a:ext cx="18374" cy="17507"/>
            </a:xfrm>
            <a:custGeom>
              <a:rect b="b" l="l" r="r" t="t"/>
              <a:pathLst>
                <a:path extrusionOk="0" h="545" w="572">
                  <a:moveTo>
                    <a:pt x="154" y="0"/>
                  </a:moveTo>
                  <a:cubicBezTo>
                    <a:pt x="118" y="0"/>
                    <a:pt x="83" y="14"/>
                    <a:pt x="56" y="40"/>
                  </a:cubicBezTo>
                  <a:cubicBezTo>
                    <a:pt x="1" y="95"/>
                    <a:pt x="1" y="184"/>
                    <a:pt x="56" y="237"/>
                  </a:cubicBezTo>
                  <a:lnTo>
                    <a:pt x="319" y="502"/>
                  </a:lnTo>
                  <a:cubicBezTo>
                    <a:pt x="347" y="530"/>
                    <a:pt x="383" y="544"/>
                    <a:pt x="419" y="544"/>
                  </a:cubicBezTo>
                  <a:cubicBezTo>
                    <a:pt x="455" y="544"/>
                    <a:pt x="492" y="530"/>
                    <a:pt x="516" y="502"/>
                  </a:cubicBezTo>
                  <a:cubicBezTo>
                    <a:pt x="571" y="447"/>
                    <a:pt x="571" y="359"/>
                    <a:pt x="516" y="305"/>
                  </a:cubicBezTo>
                  <a:lnTo>
                    <a:pt x="253" y="40"/>
                  </a:lnTo>
                  <a:cubicBezTo>
                    <a:pt x="225" y="14"/>
                    <a:pt x="189" y="0"/>
                    <a:pt x="154" y="0"/>
                  </a:cubicBezTo>
                  <a:close/>
                </a:path>
              </a:pathLst>
            </a:cu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075" name="Google Shape;4075;p27"/>
            <p:cNvSpPr/>
            <p:nvPr/>
          </p:nvSpPr>
          <p:spPr>
            <a:xfrm>
              <a:off x="3552167" y="1761190"/>
              <a:ext cx="18374" cy="17507"/>
            </a:xfrm>
            <a:custGeom>
              <a:rect b="b" l="l" r="r" t="t"/>
              <a:pathLst>
                <a:path extrusionOk="0" h="545" w="572">
                  <a:moveTo>
                    <a:pt x="154" y="1"/>
                  </a:moveTo>
                  <a:cubicBezTo>
                    <a:pt x="119" y="1"/>
                    <a:pt x="83" y="14"/>
                    <a:pt x="56" y="41"/>
                  </a:cubicBezTo>
                  <a:cubicBezTo>
                    <a:pt x="1" y="96"/>
                    <a:pt x="1" y="184"/>
                    <a:pt x="56" y="238"/>
                  </a:cubicBezTo>
                  <a:lnTo>
                    <a:pt x="321" y="503"/>
                  </a:lnTo>
                  <a:cubicBezTo>
                    <a:pt x="347" y="530"/>
                    <a:pt x="383" y="545"/>
                    <a:pt x="419" y="545"/>
                  </a:cubicBezTo>
                  <a:cubicBezTo>
                    <a:pt x="455" y="545"/>
                    <a:pt x="492" y="532"/>
                    <a:pt x="518" y="503"/>
                  </a:cubicBezTo>
                  <a:cubicBezTo>
                    <a:pt x="571" y="448"/>
                    <a:pt x="571" y="360"/>
                    <a:pt x="518" y="306"/>
                  </a:cubicBezTo>
                  <a:lnTo>
                    <a:pt x="253" y="41"/>
                  </a:lnTo>
                  <a:cubicBezTo>
                    <a:pt x="226" y="14"/>
                    <a:pt x="190" y="1"/>
                    <a:pt x="154" y="1"/>
                  </a:cubicBezTo>
                  <a:close/>
                </a:path>
              </a:pathLst>
            </a:cu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076" name="Google Shape;4076;p27"/>
            <p:cNvSpPr/>
            <p:nvPr/>
          </p:nvSpPr>
          <p:spPr>
            <a:xfrm>
              <a:off x="3573433" y="1782423"/>
              <a:ext cx="18310" cy="17507"/>
            </a:xfrm>
            <a:custGeom>
              <a:rect b="b" l="l" r="r" t="t"/>
              <a:pathLst>
                <a:path extrusionOk="0" h="545" w="570">
                  <a:moveTo>
                    <a:pt x="153" y="0"/>
                  </a:moveTo>
                  <a:cubicBezTo>
                    <a:pt x="117" y="0"/>
                    <a:pt x="82" y="13"/>
                    <a:pt x="54" y="40"/>
                  </a:cubicBezTo>
                  <a:cubicBezTo>
                    <a:pt x="0" y="95"/>
                    <a:pt x="0" y="184"/>
                    <a:pt x="54" y="239"/>
                  </a:cubicBezTo>
                  <a:lnTo>
                    <a:pt x="319" y="502"/>
                  </a:lnTo>
                  <a:cubicBezTo>
                    <a:pt x="346" y="530"/>
                    <a:pt x="383" y="544"/>
                    <a:pt x="419" y="544"/>
                  </a:cubicBezTo>
                  <a:cubicBezTo>
                    <a:pt x="455" y="544"/>
                    <a:pt x="491" y="531"/>
                    <a:pt x="516" y="502"/>
                  </a:cubicBezTo>
                  <a:cubicBezTo>
                    <a:pt x="569" y="448"/>
                    <a:pt x="569" y="359"/>
                    <a:pt x="516" y="305"/>
                  </a:cubicBezTo>
                  <a:lnTo>
                    <a:pt x="251" y="40"/>
                  </a:lnTo>
                  <a:cubicBezTo>
                    <a:pt x="224" y="13"/>
                    <a:pt x="189" y="0"/>
                    <a:pt x="153" y="0"/>
                  </a:cubicBezTo>
                  <a:close/>
                </a:path>
              </a:pathLst>
            </a:cu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077" name="Google Shape;4077;p27"/>
            <p:cNvSpPr/>
            <p:nvPr/>
          </p:nvSpPr>
          <p:spPr>
            <a:xfrm>
              <a:off x="3518340" y="1752709"/>
              <a:ext cx="18342" cy="17475"/>
            </a:xfrm>
            <a:custGeom>
              <a:rect b="b" l="l" r="r" t="t"/>
              <a:pathLst>
                <a:path extrusionOk="0" h="544" w="571">
                  <a:moveTo>
                    <a:pt x="153" y="0"/>
                  </a:moveTo>
                  <a:cubicBezTo>
                    <a:pt x="117" y="0"/>
                    <a:pt x="81" y="14"/>
                    <a:pt x="54" y="42"/>
                  </a:cubicBezTo>
                  <a:cubicBezTo>
                    <a:pt x="0" y="95"/>
                    <a:pt x="0" y="184"/>
                    <a:pt x="54" y="239"/>
                  </a:cubicBezTo>
                  <a:lnTo>
                    <a:pt x="319" y="502"/>
                  </a:lnTo>
                  <a:cubicBezTo>
                    <a:pt x="346" y="530"/>
                    <a:pt x="382" y="544"/>
                    <a:pt x="418" y="544"/>
                  </a:cubicBezTo>
                  <a:cubicBezTo>
                    <a:pt x="452" y="544"/>
                    <a:pt x="488" y="531"/>
                    <a:pt x="515" y="502"/>
                  </a:cubicBezTo>
                  <a:cubicBezTo>
                    <a:pt x="570" y="448"/>
                    <a:pt x="570" y="360"/>
                    <a:pt x="515" y="305"/>
                  </a:cubicBezTo>
                  <a:lnTo>
                    <a:pt x="252" y="42"/>
                  </a:lnTo>
                  <a:cubicBezTo>
                    <a:pt x="224" y="14"/>
                    <a:pt x="189" y="0"/>
                    <a:pt x="153" y="0"/>
                  </a:cubicBezTo>
                  <a:close/>
                </a:path>
              </a:pathLst>
            </a:cu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078" name="Google Shape;4078;p27"/>
            <p:cNvSpPr/>
            <p:nvPr/>
          </p:nvSpPr>
          <p:spPr>
            <a:xfrm>
              <a:off x="3539478" y="1773911"/>
              <a:ext cx="18374" cy="17507"/>
            </a:xfrm>
            <a:custGeom>
              <a:rect b="b" l="l" r="r" t="t"/>
              <a:pathLst>
                <a:path extrusionOk="0" h="545" w="572">
                  <a:moveTo>
                    <a:pt x="153" y="1"/>
                  </a:moveTo>
                  <a:cubicBezTo>
                    <a:pt x="118" y="1"/>
                    <a:pt x="82" y="14"/>
                    <a:pt x="54" y="42"/>
                  </a:cubicBezTo>
                  <a:cubicBezTo>
                    <a:pt x="1" y="95"/>
                    <a:pt x="1" y="185"/>
                    <a:pt x="54" y="239"/>
                  </a:cubicBezTo>
                  <a:lnTo>
                    <a:pt x="319" y="504"/>
                  </a:lnTo>
                  <a:cubicBezTo>
                    <a:pt x="347" y="530"/>
                    <a:pt x="383" y="544"/>
                    <a:pt x="419" y="544"/>
                  </a:cubicBezTo>
                  <a:cubicBezTo>
                    <a:pt x="455" y="544"/>
                    <a:pt x="491" y="533"/>
                    <a:pt x="516" y="504"/>
                  </a:cubicBezTo>
                  <a:cubicBezTo>
                    <a:pt x="571" y="449"/>
                    <a:pt x="571" y="360"/>
                    <a:pt x="516" y="305"/>
                  </a:cubicBezTo>
                  <a:lnTo>
                    <a:pt x="251" y="42"/>
                  </a:lnTo>
                  <a:cubicBezTo>
                    <a:pt x="224" y="14"/>
                    <a:pt x="189" y="1"/>
                    <a:pt x="153" y="1"/>
                  </a:cubicBezTo>
                  <a:close/>
                </a:path>
              </a:pathLst>
            </a:cu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079" name="Google Shape;4079;p27"/>
            <p:cNvSpPr/>
            <p:nvPr/>
          </p:nvSpPr>
          <p:spPr>
            <a:xfrm>
              <a:off x="3560680" y="1795145"/>
              <a:ext cx="18374" cy="17507"/>
            </a:xfrm>
            <a:custGeom>
              <a:rect b="b" l="l" r="r" t="t"/>
              <a:pathLst>
                <a:path extrusionOk="0" h="545" w="572">
                  <a:moveTo>
                    <a:pt x="154" y="1"/>
                  </a:moveTo>
                  <a:cubicBezTo>
                    <a:pt x="118" y="1"/>
                    <a:pt x="83" y="14"/>
                    <a:pt x="56" y="41"/>
                  </a:cubicBezTo>
                  <a:cubicBezTo>
                    <a:pt x="1" y="96"/>
                    <a:pt x="1" y="184"/>
                    <a:pt x="56" y="238"/>
                  </a:cubicBezTo>
                  <a:lnTo>
                    <a:pt x="319" y="503"/>
                  </a:lnTo>
                  <a:cubicBezTo>
                    <a:pt x="347" y="530"/>
                    <a:pt x="383" y="545"/>
                    <a:pt x="419" y="545"/>
                  </a:cubicBezTo>
                  <a:cubicBezTo>
                    <a:pt x="455" y="545"/>
                    <a:pt x="492" y="530"/>
                    <a:pt x="516" y="503"/>
                  </a:cubicBezTo>
                  <a:cubicBezTo>
                    <a:pt x="571" y="448"/>
                    <a:pt x="571" y="359"/>
                    <a:pt x="516" y="306"/>
                  </a:cubicBezTo>
                  <a:lnTo>
                    <a:pt x="253" y="41"/>
                  </a:lnTo>
                  <a:cubicBezTo>
                    <a:pt x="225" y="14"/>
                    <a:pt x="189" y="1"/>
                    <a:pt x="154" y="1"/>
                  </a:cubicBezTo>
                  <a:close/>
                </a:path>
              </a:pathLst>
            </a:cu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080" name="Google Shape;4080;p27"/>
            <p:cNvSpPr/>
            <p:nvPr/>
          </p:nvSpPr>
          <p:spPr>
            <a:xfrm>
              <a:off x="3569193" y="1701824"/>
              <a:ext cx="18310" cy="17507"/>
            </a:xfrm>
            <a:custGeom>
              <a:rect b="b" l="l" r="r" t="t"/>
              <a:pathLst>
                <a:path extrusionOk="0" h="545" w="570">
                  <a:moveTo>
                    <a:pt x="153" y="1"/>
                  </a:moveTo>
                  <a:cubicBezTo>
                    <a:pt x="118" y="1"/>
                    <a:pt x="82" y="14"/>
                    <a:pt x="54" y="42"/>
                  </a:cubicBezTo>
                  <a:cubicBezTo>
                    <a:pt x="1" y="95"/>
                    <a:pt x="1" y="185"/>
                    <a:pt x="54" y="239"/>
                  </a:cubicBezTo>
                  <a:lnTo>
                    <a:pt x="319" y="504"/>
                  </a:lnTo>
                  <a:cubicBezTo>
                    <a:pt x="345" y="530"/>
                    <a:pt x="381" y="544"/>
                    <a:pt x="418" y="544"/>
                  </a:cubicBezTo>
                  <a:cubicBezTo>
                    <a:pt x="454" y="544"/>
                    <a:pt x="490" y="530"/>
                    <a:pt x="516" y="504"/>
                  </a:cubicBezTo>
                  <a:cubicBezTo>
                    <a:pt x="570" y="449"/>
                    <a:pt x="570" y="360"/>
                    <a:pt x="516" y="305"/>
                  </a:cubicBezTo>
                  <a:lnTo>
                    <a:pt x="251" y="42"/>
                  </a:lnTo>
                  <a:cubicBezTo>
                    <a:pt x="224" y="14"/>
                    <a:pt x="189" y="1"/>
                    <a:pt x="153" y="1"/>
                  </a:cubicBez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081" name="Google Shape;4081;p27"/>
            <p:cNvSpPr/>
            <p:nvPr/>
          </p:nvSpPr>
          <p:spPr>
            <a:xfrm>
              <a:off x="3611597" y="1744196"/>
              <a:ext cx="18374" cy="17539"/>
            </a:xfrm>
            <a:custGeom>
              <a:rect b="b" l="l" r="r" t="t"/>
              <a:pathLst>
                <a:path extrusionOk="0" h="546" w="572">
                  <a:moveTo>
                    <a:pt x="154" y="0"/>
                  </a:moveTo>
                  <a:cubicBezTo>
                    <a:pt x="118" y="0"/>
                    <a:pt x="83" y="14"/>
                    <a:pt x="56" y="42"/>
                  </a:cubicBezTo>
                  <a:cubicBezTo>
                    <a:pt x="1" y="95"/>
                    <a:pt x="1" y="185"/>
                    <a:pt x="56" y="239"/>
                  </a:cubicBezTo>
                  <a:lnTo>
                    <a:pt x="319" y="504"/>
                  </a:lnTo>
                  <a:cubicBezTo>
                    <a:pt x="347" y="530"/>
                    <a:pt x="383" y="546"/>
                    <a:pt x="419" y="546"/>
                  </a:cubicBezTo>
                  <a:cubicBezTo>
                    <a:pt x="454" y="546"/>
                    <a:pt x="490" y="532"/>
                    <a:pt x="516" y="504"/>
                  </a:cubicBezTo>
                  <a:cubicBezTo>
                    <a:pt x="571" y="449"/>
                    <a:pt x="571" y="360"/>
                    <a:pt x="516" y="305"/>
                  </a:cubicBezTo>
                  <a:lnTo>
                    <a:pt x="253" y="42"/>
                  </a:lnTo>
                  <a:cubicBezTo>
                    <a:pt x="225" y="14"/>
                    <a:pt x="190" y="0"/>
                    <a:pt x="154" y="0"/>
                  </a:cubicBezTo>
                  <a:close/>
                </a:path>
              </a:pathLst>
            </a:cu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082" name="Google Shape;4082;p27"/>
            <p:cNvSpPr/>
            <p:nvPr/>
          </p:nvSpPr>
          <p:spPr>
            <a:xfrm>
              <a:off x="3519850" y="1778729"/>
              <a:ext cx="9026" cy="8962"/>
            </a:xfrm>
            <a:custGeom>
              <a:rect b="b" l="l" r="r" t="t"/>
              <a:pathLst>
                <a:path extrusionOk="0" h="279" w="281">
                  <a:moveTo>
                    <a:pt x="141" y="0"/>
                  </a:moveTo>
                  <a:cubicBezTo>
                    <a:pt x="64" y="0"/>
                    <a:pt x="1" y="63"/>
                    <a:pt x="1" y="139"/>
                  </a:cubicBezTo>
                  <a:cubicBezTo>
                    <a:pt x="1" y="216"/>
                    <a:pt x="64" y="278"/>
                    <a:pt x="141" y="278"/>
                  </a:cubicBezTo>
                  <a:cubicBezTo>
                    <a:pt x="218" y="278"/>
                    <a:pt x="280" y="216"/>
                    <a:pt x="280" y="139"/>
                  </a:cubicBezTo>
                  <a:cubicBezTo>
                    <a:pt x="280" y="63"/>
                    <a:pt x="218" y="0"/>
                    <a:pt x="141" y="0"/>
                  </a:cubicBezTo>
                  <a:close/>
                </a:path>
              </a:pathLst>
            </a:cu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083" name="Google Shape;4083;p27"/>
            <p:cNvSpPr/>
            <p:nvPr/>
          </p:nvSpPr>
          <p:spPr>
            <a:xfrm>
              <a:off x="3531800" y="1790615"/>
              <a:ext cx="8962" cy="8962"/>
            </a:xfrm>
            <a:custGeom>
              <a:rect b="b" l="l" r="r" t="t"/>
              <a:pathLst>
                <a:path extrusionOk="0" h="279" w="279">
                  <a:moveTo>
                    <a:pt x="140" y="1"/>
                  </a:moveTo>
                  <a:cubicBezTo>
                    <a:pt x="63" y="1"/>
                    <a:pt x="1" y="63"/>
                    <a:pt x="1" y="140"/>
                  </a:cubicBezTo>
                  <a:cubicBezTo>
                    <a:pt x="1" y="217"/>
                    <a:pt x="63" y="279"/>
                    <a:pt x="140" y="279"/>
                  </a:cubicBezTo>
                  <a:cubicBezTo>
                    <a:pt x="217" y="279"/>
                    <a:pt x="279" y="217"/>
                    <a:pt x="279" y="140"/>
                  </a:cubicBezTo>
                  <a:cubicBezTo>
                    <a:pt x="279" y="63"/>
                    <a:pt x="217" y="1"/>
                    <a:pt x="140" y="1"/>
                  </a:cubicBezTo>
                  <a:close/>
                </a:path>
              </a:pathLst>
            </a:cu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084" name="Google Shape;4084;p27"/>
            <p:cNvSpPr/>
            <p:nvPr/>
          </p:nvSpPr>
          <p:spPr>
            <a:xfrm>
              <a:off x="3543654" y="1802501"/>
              <a:ext cx="8962" cy="8994"/>
            </a:xfrm>
            <a:custGeom>
              <a:rect b="b" l="l" r="r" t="t"/>
              <a:pathLst>
                <a:path extrusionOk="0" h="280" w="279">
                  <a:moveTo>
                    <a:pt x="140" y="0"/>
                  </a:moveTo>
                  <a:cubicBezTo>
                    <a:pt x="63" y="0"/>
                    <a:pt x="1" y="62"/>
                    <a:pt x="1" y="139"/>
                  </a:cubicBezTo>
                  <a:cubicBezTo>
                    <a:pt x="1" y="216"/>
                    <a:pt x="63" y="279"/>
                    <a:pt x="140" y="279"/>
                  </a:cubicBezTo>
                  <a:cubicBezTo>
                    <a:pt x="217" y="279"/>
                    <a:pt x="279" y="216"/>
                    <a:pt x="279" y="139"/>
                  </a:cubicBezTo>
                  <a:cubicBezTo>
                    <a:pt x="279" y="62"/>
                    <a:pt x="217" y="0"/>
                    <a:pt x="140" y="0"/>
                  </a:cubicBezTo>
                  <a:close/>
                </a:path>
              </a:pathLst>
            </a:cu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085" name="Google Shape;4085;p27"/>
            <p:cNvSpPr/>
            <p:nvPr/>
          </p:nvSpPr>
          <p:spPr>
            <a:xfrm>
              <a:off x="3588885" y="1669187"/>
              <a:ext cx="73850" cy="73978"/>
            </a:xfrm>
            <a:custGeom>
              <a:rect b="b" l="l" r="r" t="t"/>
              <a:pathLst>
                <a:path extrusionOk="0" h="2303" w="2299">
                  <a:moveTo>
                    <a:pt x="732" y="1"/>
                  </a:moveTo>
                  <a:cubicBezTo>
                    <a:pt x="717" y="1"/>
                    <a:pt x="703" y="6"/>
                    <a:pt x="692" y="17"/>
                  </a:cubicBezTo>
                  <a:lnTo>
                    <a:pt x="22" y="709"/>
                  </a:lnTo>
                  <a:cubicBezTo>
                    <a:pt x="0" y="731"/>
                    <a:pt x="0" y="767"/>
                    <a:pt x="22" y="789"/>
                  </a:cubicBezTo>
                  <a:lnTo>
                    <a:pt x="1488" y="2287"/>
                  </a:lnTo>
                  <a:cubicBezTo>
                    <a:pt x="1499" y="2297"/>
                    <a:pt x="1513" y="2303"/>
                    <a:pt x="1527" y="2303"/>
                  </a:cubicBezTo>
                  <a:cubicBezTo>
                    <a:pt x="1541" y="2303"/>
                    <a:pt x="1556" y="2297"/>
                    <a:pt x="1566" y="2284"/>
                  </a:cubicBezTo>
                  <a:lnTo>
                    <a:pt x="1684" y="2181"/>
                  </a:lnTo>
                  <a:lnTo>
                    <a:pt x="2277" y="1588"/>
                  </a:lnTo>
                  <a:cubicBezTo>
                    <a:pt x="2299" y="1566"/>
                    <a:pt x="2299" y="1530"/>
                    <a:pt x="2277" y="1508"/>
                  </a:cubicBezTo>
                  <a:lnTo>
                    <a:pt x="890" y="123"/>
                  </a:lnTo>
                  <a:lnTo>
                    <a:pt x="772" y="17"/>
                  </a:lnTo>
                  <a:cubicBezTo>
                    <a:pt x="761" y="6"/>
                    <a:pt x="746" y="1"/>
                    <a:pt x="732" y="1"/>
                  </a:cubicBez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086" name="Google Shape;4086;p27"/>
            <p:cNvSpPr/>
            <p:nvPr/>
          </p:nvSpPr>
          <p:spPr>
            <a:xfrm>
              <a:off x="3587471" y="1668737"/>
              <a:ext cx="55508" cy="74878"/>
            </a:xfrm>
            <a:custGeom>
              <a:rect b="b" l="l" r="r" t="t"/>
              <a:pathLst>
                <a:path extrusionOk="0" h="2331" w="1728">
                  <a:moveTo>
                    <a:pt x="776" y="0"/>
                  </a:moveTo>
                  <a:cubicBezTo>
                    <a:pt x="761" y="0"/>
                    <a:pt x="747" y="6"/>
                    <a:pt x="736" y="17"/>
                  </a:cubicBezTo>
                  <a:lnTo>
                    <a:pt x="22" y="730"/>
                  </a:lnTo>
                  <a:cubicBezTo>
                    <a:pt x="1" y="752"/>
                    <a:pt x="1" y="788"/>
                    <a:pt x="22" y="810"/>
                  </a:cubicBezTo>
                  <a:lnTo>
                    <a:pt x="1528" y="2315"/>
                  </a:lnTo>
                  <a:cubicBezTo>
                    <a:pt x="1539" y="2326"/>
                    <a:pt x="1553" y="2331"/>
                    <a:pt x="1568" y="2331"/>
                  </a:cubicBezTo>
                  <a:cubicBezTo>
                    <a:pt x="1582" y="2331"/>
                    <a:pt x="1597" y="2326"/>
                    <a:pt x="1608" y="2315"/>
                  </a:cubicBezTo>
                  <a:lnTo>
                    <a:pt x="1728" y="2195"/>
                  </a:lnTo>
                  <a:lnTo>
                    <a:pt x="326" y="797"/>
                  </a:lnTo>
                  <a:cubicBezTo>
                    <a:pt x="312" y="782"/>
                    <a:pt x="312" y="759"/>
                    <a:pt x="326" y="743"/>
                  </a:cubicBezTo>
                  <a:lnTo>
                    <a:pt x="934" y="137"/>
                  </a:lnTo>
                  <a:lnTo>
                    <a:pt x="816" y="17"/>
                  </a:lnTo>
                  <a:cubicBezTo>
                    <a:pt x="805" y="6"/>
                    <a:pt x="790" y="0"/>
                    <a:pt x="776"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087" name="Google Shape;4087;p27"/>
            <p:cNvSpPr/>
            <p:nvPr/>
          </p:nvSpPr>
          <p:spPr>
            <a:xfrm>
              <a:off x="3620270" y="1701760"/>
              <a:ext cx="22582" cy="21747"/>
            </a:xfrm>
            <a:custGeom>
              <a:rect b="b" l="l" r="r" t="t"/>
              <a:pathLst>
                <a:path extrusionOk="0" h="677" w="703">
                  <a:moveTo>
                    <a:pt x="154" y="1"/>
                  </a:moveTo>
                  <a:cubicBezTo>
                    <a:pt x="118" y="1"/>
                    <a:pt x="82" y="14"/>
                    <a:pt x="55" y="41"/>
                  </a:cubicBezTo>
                  <a:cubicBezTo>
                    <a:pt x="0" y="96"/>
                    <a:pt x="0" y="184"/>
                    <a:pt x="55" y="239"/>
                  </a:cubicBezTo>
                  <a:lnTo>
                    <a:pt x="452" y="636"/>
                  </a:lnTo>
                  <a:cubicBezTo>
                    <a:pt x="478" y="662"/>
                    <a:pt x="514" y="677"/>
                    <a:pt x="550" y="677"/>
                  </a:cubicBezTo>
                  <a:cubicBezTo>
                    <a:pt x="587" y="677"/>
                    <a:pt x="623" y="662"/>
                    <a:pt x="649" y="636"/>
                  </a:cubicBezTo>
                  <a:cubicBezTo>
                    <a:pt x="702" y="581"/>
                    <a:pt x="702" y="493"/>
                    <a:pt x="649" y="438"/>
                  </a:cubicBezTo>
                  <a:lnTo>
                    <a:pt x="252" y="41"/>
                  </a:lnTo>
                  <a:cubicBezTo>
                    <a:pt x="225" y="14"/>
                    <a:pt x="190" y="1"/>
                    <a:pt x="154"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4088" name="Google Shape;4088;p27"/>
          <p:cNvGrpSpPr/>
          <p:nvPr/>
        </p:nvGrpSpPr>
        <p:grpSpPr>
          <a:xfrm>
            <a:off x="2850191" y="1543100"/>
            <a:ext cx="272508" cy="297680"/>
            <a:chOff x="2850191" y="1543100"/>
            <a:chExt cx="272508" cy="297680"/>
          </a:xfrm>
        </p:grpSpPr>
        <p:sp>
          <p:nvSpPr>
            <p:cNvPr id="4089" name="Google Shape;4089;p27"/>
            <p:cNvSpPr/>
            <p:nvPr/>
          </p:nvSpPr>
          <p:spPr>
            <a:xfrm>
              <a:off x="2850802" y="1543100"/>
              <a:ext cx="271885" cy="297069"/>
            </a:xfrm>
            <a:custGeom>
              <a:rect b="b" l="l" r="r" t="t"/>
              <a:pathLst>
                <a:path extrusionOk="0" h="9248" w="8464">
                  <a:moveTo>
                    <a:pt x="619" y="0"/>
                  </a:moveTo>
                  <a:cubicBezTo>
                    <a:pt x="571" y="0"/>
                    <a:pt x="522" y="20"/>
                    <a:pt x="487" y="55"/>
                  </a:cubicBezTo>
                  <a:lnTo>
                    <a:pt x="242" y="300"/>
                  </a:lnTo>
                  <a:lnTo>
                    <a:pt x="56" y="524"/>
                  </a:lnTo>
                  <a:cubicBezTo>
                    <a:pt x="21" y="558"/>
                    <a:pt x="1" y="607"/>
                    <a:pt x="1" y="656"/>
                  </a:cubicBezTo>
                  <a:lnTo>
                    <a:pt x="1" y="9061"/>
                  </a:lnTo>
                  <a:cubicBezTo>
                    <a:pt x="1" y="9165"/>
                    <a:pt x="85" y="9248"/>
                    <a:pt x="187" y="9248"/>
                  </a:cubicBezTo>
                  <a:lnTo>
                    <a:pt x="8259" y="9248"/>
                  </a:lnTo>
                  <a:cubicBezTo>
                    <a:pt x="8362" y="9248"/>
                    <a:pt x="8446" y="9165"/>
                    <a:pt x="8446" y="9061"/>
                  </a:cubicBezTo>
                  <a:lnTo>
                    <a:pt x="8463" y="9006"/>
                  </a:lnTo>
                  <a:lnTo>
                    <a:pt x="8463" y="2518"/>
                  </a:lnTo>
                  <a:lnTo>
                    <a:pt x="8426" y="2480"/>
                  </a:lnTo>
                  <a:lnTo>
                    <a:pt x="8424" y="1720"/>
                  </a:lnTo>
                  <a:lnTo>
                    <a:pt x="8463" y="1678"/>
                  </a:lnTo>
                  <a:lnTo>
                    <a:pt x="8463" y="187"/>
                  </a:lnTo>
                  <a:cubicBezTo>
                    <a:pt x="8463" y="84"/>
                    <a:pt x="8381" y="0"/>
                    <a:pt x="8278" y="0"/>
                  </a:cubicBezTo>
                  <a:lnTo>
                    <a:pt x="7514" y="0"/>
                  </a:lnTo>
                  <a:cubicBezTo>
                    <a:pt x="7411" y="0"/>
                    <a:pt x="7327" y="84"/>
                    <a:pt x="7327" y="187"/>
                  </a:cubicBezTo>
                  <a:lnTo>
                    <a:pt x="7327" y="281"/>
                  </a:lnTo>
                  <a:lnTo>
                    <a:pt x="7282" y="366"/>
                  </a:lnTo>
                  <a:lnTo>
                    <a:pt x="2256" y="420"/>
                  </a:lnTo>
                  <a:lnTo>
                    <a:pt x="2220" y="355"/>
                  </a:lnTo>
                  <a:lnTo>
                    <a:pt x="1772" y="355"/>
                  </a:lnTo>
                  <a:cubicBezTo>
                    <a:pt x="1703" y="355"/>
                    <a:pt x="1641" y="317"/>
                    <a:pt x="1607" y="256"/>
                  </a:cubicBezTo>
                  <a:lnTo>
                    <a:pt x="1526" y="100"/>
                  </a:lnTo>
                  <a:cubicBezTo>
                    <a:pt x="1493" y="39"/>
                    <a:pt x="1431" y="0"/>
                    <a:pt x="1361" y="0"/>
                  </a:cubicBezTo>
                  <a:close/>
                </a:path>
              </a:pathLst>
            </a:cu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090" name="Google Shape;4090;p27"/>
            <p:cNvSpPr/>
            <p:nvPr/>
          </p:nvSpPr>
          <p:spPr>
            <a:xfrm>
              <a:off x="2850191" y="1552705"/>
              <a:ext cx="272495" cy="288075"/>
            </a:xfrm>
            <a:custGeom>
              <a:rect b="b" l="l" r="r" t="t"/>
              <a:pathLst>
                <a:path extrusionOk="0" h="8968" w="8483">
                  <a:moveTo>
                    <a:pt x="264" y="1"/>
                  </a:moveTo>
                  <a:lnTo>
                    <a:pt x="57" y="206"/>
                  </a:lnTo>
                  <a:cubicBezTo>
                    <a:pt x="22" y="241"/>
                    <a:pt x="4" y="290"/>
                    <a:pt x="4" y="340"/>
                  </a:cubicBezTo>
                  <a:lnTo>
                    <a:pt x="4" y="1379"/>
                  </a:lnTo>
                  <a:lnTo>
                    <a:pt x="44" y="1422"/>
                  </a:lnTo>
                  <a:lnTo>
                    <a:pt x="40" y="2185"/>
                  </a:lnTo>
                  <a:lnTo>
                    <a:pt x="1" y="2219"/>
                  </a:lnTo>
                  <a:lnTo>
                    <a:pt x="1" y="8781"/>
                  </a:lnTo>
                  <a:cubicBezTo>
                    <a:pt x="1" y="8884"/>
                    <a:pt x="85" y="8967"/>
                    <a:pt x="187" y="8967"/>
                  </a:cubicBezTo>
                  <a:lnTo>
                    <a:pt x="8297" y="8967"/>
                  </a:lnTo>
                  <a:cubicBezTo>
                    <a:pt x="8400" y="8967"/>
                    <a:pt x="8482" y="8884"/>
                    <a:pt x="8482" y="8781"/>
                  </a:cubicBezTo>
                  <a:lnTo>
                    <a:pt x="8482" y="8707"/>
                  </a:lnTo>
                  <a:lnTo>
                    <a:pt x="358" y="8707"/>
                  </a:lnTo>
                  <a:cubicBezTo>
                    <a:pt x="305" y="8707"/>
                    <a:pt x="264" y="8663"/>
                    <a:pt x="264" y="8613"/>
                  </a:cubicBezTo>
                  <a:lnTo>
                    <a:pt x="264" y="1"/>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091" name="Google Shape;4091;p27"/>
            <p:cNvSpPr/>
            <p:nvPr/>
          </p:nvSpPr>
          <p:spPr>
            <a:xfrm>
              <a:off x="3031949" y="1552127"/>
              <a:ext cx="54255" cy="89911"/>
            </a:xfrm>
            <a:custGeom>
              <a:rect b="b" l="l" r="r" t="t"/>
              <a:pathLst>
                <a:path extrusionOk="0" h="2799" w="1689">
                  <a:moveTo>
                    <a:pt x="569" y="0"/>
                  </a:moveTo>
                  <a:lnTo>
                    <a:pt x="0" y="6"/>
                  </a:lnTo>
                  <a:lnTo>
                    <a:pt x="0" y="2724"/>
                  </a:lnTo>
                  <a:lnTo>
                    <a:pt x="569" y="2798"/>
                  </a:lnTo>
                  <a:lnTo>
                    <a:pt x="1409" y="2798"/>
                  </a:lnTo>
                  <a:cubicBezTo>
                    <a:pt x="1564" y="2798"/>
                    <a:pt x="1688" y="2671"/>
                    <a:pt x="1688" y="2517"/>
                  </a:cubicBezTo>
                  <a:lnTo>
                    <a:pt x="1688" y="0"/>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092" name="Google Shape;4092;p27"/>
            <p:cNvSpPr/>
            <p:nvPr/>
          </p:nvSpPr>
          <p:spPr>
            <a:xfrm>
              <a:off x="3045795" y="1565587"/>
              <a:ext cx="26919" cy="9026"/>
            </a:xfrm>
            <a:custGeom>
              <a:rect b="b" l="l" r="r" t="t"/>
              <a:pathLst>
                <a:path extrusionOk="0" h="281" w="838">
                  <a:moveTo>
                    <a:pt x="140" y="1"/>
                  </a:moveTo>
                  <a:cubicBezTo>
                    <a:pt x="63" y="1"/>
                    <a:pt x="1" y="63"/>
                    <a:pt x="1" y="141"/>
                  </a:cubicBezTo>
                  <a:cubicBezTo>
                    <a:pt x="1" y="217"/>
                    <a:pt x="61" y="280"/>
                    <a:pt x="140" y="280"/>
                  </a:cubicBezTo>
                  <a:lnTo>
                    <a:pt x="698" y="280"/>
                  </a:lnTo>
                  <a:cubicBezTo>
                    <a:pt x="776" y="280"/>
                    <a:pt x="837" y="218"/>
                    <a:pt x="837" y="141"/>
                  </a:cubicBezTo>
                  <a:cubicBezTo>
                    <a:pt x="837" y="65"/>
                    <a:pt x="776" y="1"/>
                    <a:pt x="698" y="1"/>
                  </a:cubicBezTo>
                  <a:close/>
                </a:path>
              </a:pathLst>
            </a:cu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093" name="Google Shape;4093;p27"/>
            <p:cNvSpPr/>
            <p:nvPr/>
          </p:nvSpPr>
          <p:spPr>
            <a:xfrm>
              <a:off x="2868181" y="1804782"/>
              <a:ext cx="24028" cy="18021"/>
            </a:xfrm>
            <a:custGeom>
              <a:rect b="b" l="l" r="r" t="t"/>
              <a:pathLst>
                <a:path extrusionOk="0" h="561" w="748">
                  <a:moveTo>
                    <a:pt x="95" y="0"/>
                  </a:moveTo>
                  <a:cubicBezTo>
                    <a:pt x="43" y="0"/>
                    <a:pt x="1" y="43"/>
                    <a:pt x="1" y="94"/>
                  </a:cubicBezTo>
                  <a:lnTo>
                    <a:pt x="1" y="466"/>
                  </a:lnTo>
                  <a:cubicBezTo>
                    <a:pt x="1" y="520"/>
                    <a:pt x="44" y="560"/>
                    <a:pt x="95" y="560"/>
                  </a:cubicBezTo>
                  <a:lnTo>
                    <a:pt x="654" y="560"/>
                  </a:lnTo>
                  <a:cubicBezTo>
                    <a:pt x="705" y="560"/>
                    <a:pt x="747" y="520"/>
                    <a:pt x="748" y="466"/>
                  </a:cubicBezTo>
                  <a:lnTo>
                    <a:pt x="748" y="94"/>
                  </a:lnTo>
                  <a:cubicBezTo>
                    <a:pt x="748" y="42"/>
                    <a:pt x="705" y="0"/>
                    <a:pt x="654" y="0"/>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094" name="Google Shape;4094;p27"/>
            <p:cNvSpPr/>
            <p:nvPr/>
          </p:nvSpPr>
          <p:spPr>
            <a:xfrm>
              <a:off x="3080778" y="1804782"/>
              <a:ext cx="24028" cy="18021"/>
            </a:xfrm>
            <a:custGeom>
              <a:rect b="b" l="l" r="r" t="t"/>
              <a:pathLst>
                <a:path extrusionOk="0" h="561" w="748">
                  <a:moveTo>
                    <a:pt x="94" y="0"/>
                  </a:moveTo>
                  <a:cubicBezTo>
                    <a:pt x="42" y="0"/>
                    <a:pt x="0" y="43"/>
                    <a:pt x="0" y="94"/>
                  </a:cubicBezTo>
                  <a:lnTo>
                    <a:pt x="0" y="466"/>
                  </a:lnTo>
                  <a:cubicBezTo>
                    <a:pt x="0" y="520"/>
                    <a:pt x="44" y="560"/>
                    <a:pt x="94" y="560"/>
                  </a:cubicBezTo>
                  <a:lnTo>
                    <a:pt x="653" y="560"/>
                  </a:lnTo>
                  <a:cubicBezTo>
                    <a:pt x="704" y="560"/>
                    <a:pt x="746" y="520"/>
                    <a:pt x="747" y="466"/>
                  </a:cubicBezTo>
                  <a:lnTo>
                    <a:pt x="747" y="94"/>
                  </a:lnTo>
                  <a:cubicBezTo>
                    <a:pt x="747" y="42"/>
                    <a:pt x="704" y="0"/>
                    <a:pt x="653" y="0"/>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095" name="Google Shape;4095;p27"/>
            <p:cNvSpPr/>
            <p:nvPr/>
          </p:nvSpPr>
          <p:spPr>
            <a:xfrm>
              <a:off x="2940974" y="1664689"/>
              <a:ext cx="91035" cy="89879"/>
            </a:xfrm>
            <a:custGeom>
              <a:rect b="b" l="l" r="r" t="t"/>
              <a:pathLst>
                <a:path extrusionOk="0" h="2798" w="2834">
                  <a:moveTo>
                    <a:pt x="1416" y="1"/>
                  </a:moveTo>
                  <a:cubicBezTo>
                    <a:pt x="1076" y="1"/>
                    <a:pt x="765" y="121"/>
                    <a:pt x="522" y="322"/>
                  </a:cubicBezTo>
                  <a:cubicBezTo>
                    <a:pt x="522" y="322"/>
                    <a:pt x="1" y="840"/>
                    <a:pt x="38" y="1418"/>
                  </a:cubicBezTo>
                  <a:cubicBezTo>
                    <a:pt x="89" y="2200"/>
                    <a:pt x="635" y="2798"/>
                    <a:pt x="1416" y="2798"/>
                  </a:cubicBezTo>
                  <a:cubicBezTo>
                    <a:pt x="2166" y="2798"/>
                    <a:pt x="2573" y="2236"/>
                    <a:pt x="2573" y="2236"/>
                  </a:cubicBezTo>
                  <a:cubicBezTo>
                    <a:pt x="2737" y="2004"/>
                    <a:pt x="2834" y="1722"/>
                    <a:pt x="2834" y="1418"/>
                  </a:cubicBezTo>
                  <a:cubicBezTo>
                    <a:pt x="2834" y="636"/>
                    <a:pt x="2198" y="1"/>
                    <a:pt x="1416" y="1"/>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096" name="Google Shape;4096;p27"/>
            <p:cNvSpPr/>
            <p:nvPr/>
          </p:nvSpPr>
          <p:spPr>
            <a:xfrm>
              <a:off x="2940974" y="1674969"/>
              <a:ext cx="82683" cy="80756"/>
            </a:xfrm>
            <a:custGeom>
              <a:rect b="b" l="l" r="r" t="t"/>
              <a:pathLst>
                <a:path extrusionOk="0" h="2514" w="2574">
                  <a:moveTo>
                    <a:pt x="522" y="1"/>
                  </a:moveTo>
                  <a:lnTo>
                    <a:pt x="522" y="1"/>
                  </a:lnTo>
                  <a:cubicBezTo>
                    <a:pt x="203" y="258"/>
                    <a:pt x="1" y="655"/>
                    <a:pt x="1" y="1097"/>
                  </a:cubicBezTo>
                  <a:cubicBezTo>
                    <a:pt x="1" y="1878"/>
                    <a:pt x="636" y="2514"/>
                    <a:pt x="1418" y="2514"/>
                  </a:cubicBezTo>
                  <a:cubicBezTo>
                    <a:pt x="1896" y="2514"/>
                    <a:pt x="2317" y="2276"/>
                    <a:pt x="2573" y="1914"/>
                  </a:cubicBezTo>
                  <a:lnTo>
                    <a:pt x="2573" y="1914"/>
                  </a:lnTo>
                  <a:cubicBezTo>
                    <a:pt x="2330" y="2116"/>
                    <a:pt x="2019" y="2234"/>
                    <a:pt x="1678" y="2234"/>
                  </a:cubicBezTo>
                  <a:cubicBezTo>
                    <a:pt x="897" y="2234"/>
                    <a:pt x="261" y="1599"/>
                    <a:pt x="261" y="819"/>
                  </a:cubicBezTo>
                  <a:cubicBezTo>
                    <a:pt x="261" y="515"/>
                    <a:pt x="358" y="232"/>
                    <a:pt x="522"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097" name="Google Shape;4097;p27"/>
            <p:cNvSpPr/>
            <p:nvPr/>
          </p:nvSpPr>
          <p:spPr>
            <a:xfrm>
              <a:off x="2977467" y="1701246"/>
              <a:ext cx="18053" cy="18021"/>
            </a:xfrm>
            <a:custGeom>
              <a:rect b="b" l="l" r="r" t="t"/>
              <a:pathLst>
                <a:path extrusionOk="0" h="561" w="562">
                  <a:moveTo>
                    <a:pt x="95" y="1"/>
                  </a:moveTo>
                  <a:cubicBezTo>
                    <a:pt x="44" y="1"/>
                    <a:pt x="1" y="41"/>
                    <a:pt x="1" y="93"/>
                  </a:cubicBezTo>
                  <a:lnTo>
                    <a:pt x="1" y="467"/>
                  </a:lnTo>
                  <a:cubicBezTo>
                    <a:pt x="1" y="517"/>
                    <a:pt x="41" y="561"/>
                    <a:pt x="95" y="561"/>
                  </a:cubicBezTo>
                  <a:lnTo>
                    <a:pt x="467" y="561"/>
                  </a:lnTo>
                  <a:cubicBezTo>
                    <a:pt x="518" y="561"/>
                    <a:pt x="561" y="519"/>
                    <a:pt x="561" y="467"/>
                  </a:cubicBezTo>
                  <a:lnTo>
                    <a:pt x="561" y="93"/>
                  </a:lnTo>
                  <a:cubicBezTo>
                    <a:pt x="560" y="41"/>
                    <a:pt x="518" y="1"/>
                    <a:pt x="467" y="1"/>
                  </a:cubicBezTo>
                  <a:close/>
                </a:path>
              </a:pathLst>
            </a:cu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098" name="Google Shape;4098;p27"/>
            <p:cNvSpPr/>
            <p:nvPr/>
          </p:nvSpPr>
          <p:spPr>
            <a:xfrm>
              <a:off x="2922085" y="1543132"/>
              <a:ext cx="128201" cy="98841"/>
            </a:xfrm>
            <a:custGeom>
              <a:rect b="b" l="l" r="r" t="t"/>
              <a:pathLst>
                <a:path extrusionOk="0" h="3077" w="3991">
                  <a:moveTo>
                    <a:pt x="186" y="1"/>
                  </a:moveTo>
                  <a:cubicBezTo>
                    <a:pt x="83" y="1"/>
                    <a:pt x="1" y="83"/>
                    <a:pt x="1" y="186"/>
                  </a:cubicBezTo>
                  <a:lnTo>
                    <a:pt x="1" y="2796"/>
                  </a:lnTo>
                  <a:cubicBezTo>
                    <a:pt x="1" y="2951"/>
                    <a:pt x="127" y="3077"/>
                    <a:pt x="280" y="3077"/>
                  </a:cubicBezTo>
                  <a:lnTo>
                    <a:pt x="3991" y="3077"/>
                  </a:lnTo>
                  <a:lnTo>
                    <a:pt x="3991" y="186"/>
                  </a:lnTo>
                  <a:cubicBezTo>
                    <a:pt x="3991" y="83"/>
                    <a:pt x="3907" y="1"/>
                    <a:pt x="3804" y="1"/>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099" name="Google Shape;4099;p27"/>
            <p:cNvSpPr/>
            <p:nvPr/>
          </p:nvSpPr>
          <p:spPr>
            <a:xfrm>
              <a:off x="2940588" y="1561122"/>
              <a:ext cx="35399" cy="62318"/>
            </a:xfrm>
            <a:custGeom>
              <a:rect b="b" l="l" r="r" t="t"/>
              <a:pathLst>
                <a:path extrusionOk="0" h="1940" w="1102">
                  <a:moveTo>
                    <a:pt x="356" y="1"/>
                  </a:moveTo>
                  <a:cubicBezTo>
                    <a:pt x="325" y="1"/>
                    <a:pt x="301" y="27"/>
                    <a:pt x="301" y="57"/>
                  </a:cubicBezTo>
                  <a:lnTo>
                    <a:pt x="301" y="356"/>
                  </a:lnTo>
                  <a:cubicBezTo>
                    <a:pt x="301" y="364"/>
                    <a:pt x="293" y="374"/>
                    <a:pt x="282" y="374"/>
                  </a:cubicBezTo>
                  <a:lnTo>
                    <a:pt x="244" y="374"/>
                  </a:lnTo>
                  <a:lnTo>
                    <a:pt x="57" y="392"/>
                  </a:lnTo>
                  <a:cubicBezTo>
                    <a:pt x="27" y="392"/>
                    <a:pt x="1" y="418"/>
                    <a:pt x="1" y="448"/>
                  </a:cubicBezTo>
                  <a:lnTo>
                    <a:pt x="1" y="1883"/>
                  </a:lnTo>
                  <a:cubicBezTo>
                    <a:pt x="1" y="1913"/>
                    <a:pt x="27" y="1939"/>
                    <a:pt x="57" y="1939"/>
                  </a:cubicBezTo>
                  <a:lnTo>
                    <a:pt x="1027" y="1939"/>
                  </a:lnTo>
                  <a:cubicBezTo>
                    <a:pt x="1058" y="1939"/>
                    <a:pt x="1084" y="1913"/>
                    <a:pt x="1084" y="1884"/>
                  </a:cubicBezTo>
                  <a:lnTo>
                    <a:pt x="1101" y="1699"/>
                  </a:lnTo>
                  <a:lnTo>
                    <a:pt x="1101" y="429"/>
                  </a:lnTo>
                  <a:cubicBezTo>
                    <a:pt x="1101" y="399"/>
                    <a:pt x="1077" y="374"/>
                    <a:pt x="1046" y="374"/>
                  </a:cubicBezTo>
                  <a:lnTo>
                    <a:pt x="803" y="374"/>
                  </a:lnTo>
                  <a:cubicBezTo>
                    <a:pt x="794" y="374"/>
                    <a:pt x="786" y="367"/>
                    <a:pt x="786" y="356"/>
                  </a:cubicBezTo>
                  <a:lnTo>
                    <a:pt x="786" y="57"/>
                  </a:lnTo>
                  <a:cubicBezTo>
                    <a:pt x="786" y="27"/>
                    <a:pt x="760" y="1"/>
                    <a:pt x="729" y="1"/>
                  </a:cubicBezTo>
                  <a:close/>
                </a:path>
              </a:pathLst>
            </a:cu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100" name="Google Shape;4100;p27"/>
            <p:cNvSpPr/>
            <p:nvPr/>
          </p:nvSpPr>
          <p:spPr>
            <a:xfrm>
              <a:off x="2940042" y="1573040"/>
              <a:ext cx="35945" cy="50946"/>
            </a:xfrm>
            <a:custGeom>
              <a:rect b="b" l="l" r="r" t="t"/>
              <a:pathLst>
                <a:path extrusionOk="0" h="1586" w="1119">
                  <a:moveTo>
                    <a:pt x="56" y="0"/>
                  </a:moveTo>
                  <a:cubicBezTo>
                    <a:pt x="25" y="0"/>
                    <a:pt x="1" y="27"/>
                    <a:pt x="1" y="57"/>
                  </a:cubicBezTo>
                  <a:lnTo>
                    <a:pt x="1" y="1531"/>
                  </a:lnTo>
                  <a:cubicBezTo>
                    <a:pt x="1" y="1561"/>
                    <a:pt x="25" y="1586"/>
                    <a:pt x="56" y="1586"/>
                  </a:cubicBezTo>
                  <a:lnTo>
                    <a:pt x="1062" y="1586"/>
                  </a:lnTo>
                  <a:cubicBezTo>
                    <a:pt x="1094" y="1586"/>
                    <a:pt x="1118" y="1561"/>
                    <a:pt x="1118" y="1531"/>
                  </a:cubicBezTo>
                  <a:lnTo>
                    <a:pt x="1118" y="1325"/>
                  </a:lnTo>
                  <a:lnTo>
                    <a:pt x="299" y="1325"/>
                  </a:lnTo>
                  <a:cubicBezTo>
                    <a:pt x="277" y="1325"/>
                    <a:pt x="261" y="1308"/>
                    <a:pt x="261" y="1287"/>
                  </a:cubicBezTo>
                  <a:lnTo>
                    <a:pt x="261" y="0"/>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101" name="Google Shape;4101;p27"/>
            <p:cNvSpPr/>
            <p:nvPr/>
          </p:nvSpPr>
          <p:spPr>
            <a:xfrm>
              <a:off x="3007471" y="1556656"/>
              <a:ext cx="20976" cy="8962"/>
            </a:xfrm>
            <a:custGeom>
              <a:rect b="b" l="l" r="r" t="t"/>
              <a:pathLst>
                <a:path extrusionOk="0" h="279" w="653">
                  <a:moveTo>
                    <a:pt x="140" y="1"/>
                  </a:moveTo>
                  <a:cubicBezTo>
                    <a:pt x="64" y="1"/>
                    <a:pt x="1" y="65"/>
                    <a:pt x="1" y="140"/>
                  </a:cubicBezTo>
                  <a:cubicBezTo>
                    <a:pt x="1" y="217"/>
                    <a:pt x="61" y="279"/>
                    <a:pt x="140" y="279"/>
                  </a:cubicBezTo>
                  <a:lnTo>
                    <a:pt x="513" y="279"/>
                  </a:lnTo>
                  <a:cubicBezTo>
                    <a:pt x="588" y="279"/>
                    <a:pt x="652" y="217"/>
                    <a:pt x="652" y="140"/>
                  </a:cubicBezTo>
                  <a:cubicBezTo>
                    <a:pt x="652" y="65"/>
                    <a:pt x="590" y="1"/>
                    <a:pt x="513" y="1"/>
                  </a:cubicBezTo>
                  <a:close/>
                </a:path>
              </a:pathLst>
            </a:cu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102" name="Google Shape;4102;p27"/>
            <p:cNvSpPr/>
            <p:nvPr/>
          </p:nvSpPr>
          <p:spPr>
            <a:xfrm>
              <a:off x="3018811" y="1782391"/>
              <a:ext cx="66461" cy="8962"/>
            </a:xfrm>
            <a:custGeom>
              <a:rect b="b" l="l" r="r" t="t"/>
              <a:pathLst>
                <a:path extrusionOk="0" h="279" w="2069">
                  <a:moveTo>
                    <a:pt x="140" y="1"/>
                  </a:moveTo>
                  <a:cubicBezTo>
                    <a:pt x="63" y="1"/>
                    <a:pt x="1" y="62"/>
                    <a:pt x="1" y="140"/>
                  </a:cubicBezTo>
                  <a:cubicBezTo>
                    <a:pt x="1" y="215"/>
                    <a:pt x="62" y="279"/>
                    <a:pt x="140" y="279"/>
                  </a:cubicBezTo>
                  <a:lnTo>
                    <a:pt x="1929" y="279"/>
                  </a:lnTo>
                  <a:cubicBezTo>
                    <a:pt x="2007" y="279"/>
                    <a:pt x="2068" y="218"/>
                    <a:pt x="2068" y="140"/>
                  </a:cubicBezTo>
                  <a:cubicBezTo>
                    <a:pt x="2068" y="63"/>
                    <a:pt x="2007" y="1"/>
                    <a:pt x="1929"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103" name="Google Shape;4103;p27"/>
            <p:cNvSpPr/>
            <p:nvPr/>
          </p:nvSpPr>
          <p:spPr>
            <a:xfrm>
              <a:off x="2850802" y="1597454"/>
              <a:ext cx="17410" cy="26180"/>
            </a:xfrm>
            <a:custGeom>
              <a:rect b="b" l="l" r="r" t="t"/>
              <a:pathLst>
                <a:path extrusionOk="0" h="815" w="542">
                  <a:moveTo>
                    <a:pt x="171" y="0"/>
                  </a:moveTo>
                  <a:cubicBezTo>
                    <a:pt x="98" y="0"/>
                    <a:pt x="1" y="6"/>
                    <a:pt x="1" y="6"/>
                  </a:cubicBezTo>
                  <a:lnTo>
                    <a:pt x="1" y="808"/>
                  </a:lnTo>
                  <a:cubicBezTo>
                    <a:pt x="1" y="808"/>
                    <a:pt x="91" y="814"/>
                    <a:pt x="163" y="814"/>
                  </a:cubicBezTo>
                  <a:cubicBezTo>
                    <a:pt x="199" y="814"/>
                    <a:pt x="230" y="813"/>
                    <a:pt x="242" y="808"/>
                  </a:cubicBezTo>
                  <a:cubicBezTo>
                    <a:pt x="415" y="756"/>
                    <a:pt x="542" y="597"/>
                    <a:pt x="542" y="406"/>
                  </a:cubicBezTo>
                  <a:cubicBezTo>
                    <a:pt x="542" y="216"/>
                    <a:pt x="417" y="57"/>
                    <a:pt x="242" y="5"/>
                  </a:cubicBezTo>
                  <a:cubicBezTo>
                    <a:pt x="231" y="1"/>
                    <a:pt x="203" y="0"/>
                    <a:pt x="171" y="0"/>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104" name="Google Shape;4104;p27"/>
            <p:cNvSpPr/>
            <p:nvPr/>
          </p:nvSpPr>
          <p:spPr>
            <a:xfrm>
              <a:off x="2850256" y="1596972"/>
              <a:ext cx="8384" cy="27015"/>
            </a:xfrm>
            <a:custGeom>
              <a:rect b="b" l="l" r="r" t="t"/>
              <a:pathLst>
                <a:path extrusionOk="0" h="841" w="261">
                  <a:moveTo>
                    <a:pt x="0" y="1"/>
                  </a:moveTo>
                  <a:lnTo>
                    <a:pt x="0" y="841"/>
                  </a:lnTo>
                  <a:lnTo>
                    <a:pt x="139" y="841"/>
                  </a:lnTo>
                  <a:cubicBezTo>
                    <a:pt x="181" y="841"/>
                    <a:pt x="222" y="833"/>
                    <a:pt x="261" y="823"/>
                  </a:cubicBezTo>
                  <a:lnTo>
                    <a:pt x="261" y="20"/>
                  </a:lnTo>
                  <a:cubicBezTo>
                    <a:pt x="222" y="8"/>
                    <a:pt x="183" y="1"/>
                    <a:pt x="139"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105" name="Google Shape;4105;p27"/>
            <p:cNvSpPr/>
            <p:nvPr/>
          </p:nvSpPr>
          <p:spPr>
            <a:xfrm>
              <a:off x="3104710" y="1596972"/>
              <a:ext cx="17989" cy="27015"/>
            </a:xfrm>
            <a:custGeom>
              <a:rect b="b" l="l" r="r" t="t"/>
              <a:pathLst>
                <a:path extrusionOk="0" h="841" w="560">
                  <a:moveTo>
                    <a:pt x="421" y="1"/>
                  </a:moveTo>
                  <a:cubicBezTo>
                    <a:pt x="189" y="1"/>
                    <a:pt x="1" y="189"/>
                    <a:pt x="1" y="421"/>
                  </a:cubicBezTo>
                  <a:cubicBezTo>
                    <a:pt x="1" y="652"/>
                    <a:pt x="189" y="841"/>
                    <a:pt x="421" y="841"/>
                  </a:cubicBezTo>
                  <a:lnTo>
                    <a:pt x="559" y="841"/>
                  </a:lnTo>
                  <a:lnTo>
                    <a:pt x="559" y="1"/>
                  </a:ln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4106" name="Google Shape;4106;p27"/>
          <p:cNvGrpSpPr/>
          <p:nvPr/>
        </p:nvGrpSpPr>
        <p:grpSpPr>
          <a:xfrm>
            <a:off x="2202730" y="1587142"/>
            <a:ext cx="297685" cy="209599"/>
            <a:chOff x="2202730" y="1587142"/>
            <a:chExt cx="297685" cy="209599"/>
          </a:xfrm>
        </p:grpSpPr>
        <p:sp>
          <p:nvSpPr>
            <p:cNvPr id="4107" name="Google Shape;4107;p27"/>
            <p:cNvSpPr/>
            <p:nvPr/>
          </p:nvSpPr>
          <p:spPr>
            <a:xfrm>
              <a:off x="2312659" y="1598546"/>
              <a:ext cx="187756" cy="186824"/>
            </a:xfrm>
            <a:custGeom>
              <a:rect b="b" l="l" r="r" t="t"/>
              <a:pathLst>
                <a:path extrusionOk="0" h="5816" w="5845">
                  <a:moveTo>
                    <a:pt x="2922" y="2310"/>
                  </a:moveTo>
                  <a:cubicBezTo>
                    <a:pt x="3232" y="2310"/>
                    <a:pt x="3520" y="2598"/>
                    <a:pt x="3520" y="2908"/>
                  </a:cubicBezTo>
                  <a:cubicBezTo>
                    <a:pt x="3520" y="3216"/>
                    <a:pt x="3232" y="3504"/>
                    <a:pt x="2922" y="3504"/>
                  </a:cubicBezTo>
                  <a:cubicBezTo>
                    <a:pt x="2613" y="3504"/>
                    <a:pt x="2363" y="3216"/>
                    <a:pt x="2363" y="2908"/>
                  </a:cubicBezTo>
                  <a:cubicBezTo>
                    <a:pt x="2363" y="2598"/>
                    <a:pt x="2613" y="2310"/>
                    <a:pt x="2922" y="2310"/>
                  </a:cubicBezTo>
                  <a:close/>
                  <a:moveTo>
                    <a:pt x="3211" y="0"/>
                  </a:moveTo>
                  <a:cubicBezTo>
                    <a:pt x="3115" y="0"/>
                    <a:pt x="3019" y="42"/>
                    <a:pt x="2922" y="42"/>
                  </a:cubicBezTo>
                  <a:cubicBezTo>
                    <a:pt x="1308" y="42"/>
                    <a:pt x="0" y="1294"/>
                    <a:pt x="0" y="2908"/>
                  </a:cubicBezTo>
                  <a:cubicBezTo>
                    <a:pt x="0" y="4522"/>
                    <a:pt x="1308" y="5774"/>
                    <a:pt x="2922" y="5774"/>
                  </a:cubicBezTo>
                  <a:cubicBezTo>
                    <a:pt x="3017" y="5774"/>
                    <a:pt x="3110" y="5815"/>
                    <a:pt x="3204" y="5815"/>
                  </a:cubicBezTo>
                  <a:cubicBezTo>
                    <a:pt x="3215" y="5815"/>
                    <a:pt x="3225" y="5815"/>
                    <a:pt x="3236" y="5813"/>
                  </a:cubicBezTo>
                  <a:cubicBezTo>
                    <a:pt x="4702" y="5659"/>
                    <a:pt x="5845" y="4416"/>
                    <a:pt x="5845" y="2908"/>
                  </a:cubicBezTo>
                  <a:cubicBezTo>
                    <a:pt x="5845" y="1398"/>
                    <a:pt x="4701" y="158"/>
                    <a:pt x="3236" y="1"/>
                  </a:cubicBezTo>
                  <a:cubicBezTo>
                    <a:pt x="3227" y="0"/>
                    <a:pt x="3219" y="0"/>
                    <a:pt x="3211" y="0"/>
                  </a:cubicBezTo>
                  <a:close/>
                </a:path>
              </a:pathLst>
            </a:cu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108" name="Google Shape;4108;p27"/>
            <p:cNvSpPr/>
            <p:nvPr/>
          </p:nvSpPr>
          <p:spPr>
            <a:xfrm>
              <a:off x="2312627" y="1598000"/>
              <a:ext cx="103981" cy="187756"/>
            </a:xfrm>
            <a:custGeom>
              <a:rect b="b" l="l" r="r" t="t"/>
              <a:pathLst>
                <a:path extrusionOk="0" h="5845" w="3237">
                  <a:moveTo>
                    <a:pt x="2923" y="1"/>
                  </a:moveTo>
                  <a:cubicBezTo>
                    <a:pt x="1309" y="1"/>
                    <a:pt x="0" y="1308"/>
                    <a:pt x="0" y="2922"/>
                  </a:cubicBezTo>
                  <a:cubicBezTo>
                    <a:pt x="0" y="4536"/>
                    <a:pt x="1309" y="5845"/>
                    <a:pt x="2923" y="5845"/>
                  </a:cubicBezTo>
                  <a:cubicBezTo>
                    <a:pt x="3030" y="5845"/>
                    <a:pt x="3133" y="5839"/>
                    <a:pt x="3237" y="5829"/>
                  </a:cubicBezTo>
                  <a:lnTo>
                    <a:pt x="3237" y="3462"/>
                  </a:lnTo>
                  <a:cubicBezTo>
                    <a:pt x="3146" y="3523"/>
                    <a:pt x="3039" y="3558"/>
                    <a:pt x="2923" y="3558"/>
                  </a:cubicBezTo>
                  <a:cubicBezTo>
                    <a:pt x="2614" y="3558"/>
                    <a:pt x="2364" y="3233"/>
                    <a:pt x="2364" y="2925"/>
                  </a:cubicBezTo>
                  <a:cubicBezTo>
                    <a:pt x="2364" y="2617"/>
                    <a:pt x="2614" y="2291"/>
                    <a:pt x="2923" y="2288"/>
                  </a:cubicBezTo>
                  <a:cubicBezTo>
                    <a:pt x="3039" y="2288"/>
                    <a:pt x="3147" y="2324"/>
                    <a:pt x="3237" y="2384"/>
                  </a:cubicBezTo>
                  <a:lnTo>
                    <a:pt x="3237" y="17"/>
                  </a:lnTo>
                  <a:cubicBezTo>
                    <a:pt x="3133" y="5"/>
                    <a:pt x="3028" y="1"/>
                    <a:pt x="2923"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109" name="Google Shape;4109;p27"/>
            <p:cNvSpPr/>
            <p:nvPr/>
          </p:nvSpPr>
          <p:spPr>
            <a:xfrm>
              <a:off x="2366691" y="1653125"/>
              <a:ext cx="79728" cy="77640"/>
            </a:xfrm>
            <a:custGeom>
              <a:rect b="b" l="l" r="r" t="t"/>
              <a:pathLst>
                <a:path extrusionOk="0" h="2417" w="2482">
                  <a:moveTo>
                    <a:pt x="1240" y="594"/>
                  </a:moveTo>
                  <a:cubicBezTo>
                    <a:pt x="1356" y="594"/>
                    <a:pt x="1463" y="684"/>
                    <a:pt x="1554" y="746"/>
                  </a:cubicBezTo>
                  <a:cubicBezTo>
                    <a:pt x="1702" y="847"/>
                    <a:pt x="1800" y="1017"/>
                    <a:pt x="1800" y="1209"/>
                  </a:cubicBezTo>
                  <a:cubicBezTo>
                    <a:pt x="1800" y="1402"/>
                    <a:pt x="1702" y="1572"/>
                    <a:pt x="1554" y="1672"/>
                  </a:cubicBezTo>
                  <a:cubicBezTo>
                    <a:pt x="1463" y="1733"/>
                    <a:pt x="1356" y="1824"/>
                    <a:pt x="1240" y="1824"/>
                  </a:cubicBezTo>
                  <a:cubicBezTo>
                    <a:pt x="931" y="1824"/>
                    <a:pt x="681" y="1517"/>
                    <a:pt x="681" y="1209"/>
                  </a:cubicBezTo>
                  <a:cubicBezTo>
                    <a:pt x="681" y="899"/>
                    <a:pt x="931" y="594"/>
                    <a:pt x="1240" y="594"/>
                  </a:cubicBezTo>
                  <a:close/>
                  <a:moveTo>
                    <a:pt x="1481" y="0"/>
                  </a:moveTo>
                  <a:cubicBezTo>
                    <a:pt x="1402" y="0"/>
                    <a:pt x="1322" y="25"/>
                    <a:pt x="1240" y="25"/>
                  </a:cubicBezTo>
                  <a:cubicBezTo>
                    <a:pt x="557" y="25"/>
                    <a:pt x="1" y="524"/>
                    <a:pt x="1" y="1209"/>
                  </a:cubicBezTo>
                  <a:cubicBezTo>
                    <a:pt x="1" y="1892"/>
                    <a:pt x="557" y="2392"/>
                    <a:pt x="1240" y="2392"/>
                  </a:cubicBezTo>
                  <a:cubicBezTo>
                    <a:pt x="1322" y="2392"/>
                    <a:pt x="1403" y="2416"/>
                    <a:pt x="1482" y="2416"/>
                  </a:cubicBezTo>
                  <a:cubicBezTo>
                    <a:pt x="1506" y="2416"/>
                    <a:pt x="1530" y="2414"/>
                    <a:pt x="1554" y="2408"/>
                  </a:cubicBezTo>
                  <a:cubicBezTo>
                    <a:pt x="2090" y="2270"/>
                    <a:pt x="2482" y="1785"/>
                    <a:pt x="2482" y="1209"/>
                  </a:cubicBezTo>
                  <a:cubicBezTo>
                    <a:pt x="2482" y="631"/>
                    <a:pt x="2087" y="146"/>
                    <a:pt x="1554" y="9"/>
                  </a:cubicBezTo>
                  <a:cubicBezTo>
                    <a:pt x="1530" y="3"/>
                    <a:pt x="1506" y="0"/>
                    <a:pt x="1481" y="0"/>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110" name="Google Shape;4110;p27"/>
            <p:cNvSpPr/>
            <p:nvPr/>
          </p:nvSpPr>
          <p:spPr>
            <a:xfrm>
              <a:off x="2366659" y="1652097"/>
              <a:ext cx="49886" cy="79696"/>
            </a:xfrm>
            <a:custGeom>
              <a:rect b="b" l="l" r="r" t="t"/>
              <a:pathLst>
                <a:path extrusionOk="0" h="2481" w="1553">
                  <a:moveTo>
                    <a:pt x="1239" y="0"/>
                  </a:moveTo>
                  <a:cubicBezTo>
                    <a:pt x="556" y="0"/>
                    <a:pt x="0" y="556"/>
                    <a:pt x="0" y="1240"/>
                  </a:cubicBezTo>
                  <a:cubicBezTo>
                    <a:pt x="0" y="1924"/>
                    <a:pt x="556" y="2480"/>
                    <a:pt x="1239" y="2480"/>
                  </a:cubicBezTo>
                  <a:cubicBezTo>
                    <a:pt x="1348" y="2480"/>
                    <a:pt x="1454" y="2466"/>
                    <a:pt x="1552" y="2440"/>
                  </a:cubicBezTo>
                  <a:lnTo>
                    <a:pt x="1552" y="1704"/>
                  </a:lnTo>
                  <a:cubicBezTo>
                    <a:pt x="1399" y="1803"/>
                    <a:pt x="1270" y="1798"/>
                    <a:pt x="1236" y="1800"/>
                  </a:cubicBezTo>
                  <a:cubicBezTo>
                    <a:pt x="1231" y="1800"/>
                    <a:pt x="1226" y="1800"/>
                    <a:pt x="1221" y="1800"/>
                  </a:cubicBezTo>
                  <a:cubicBezTo>
                    <a:pt x="920" y="1800"/>
                    <a:pt x="682" y="1544"/>
                    <a:pt x="682" y="1241"/>
                  </a:cubicBezTo>
                  <a:cubicBezTo>
                    <a:pt x="682" y="933"/>
                    <a:pt x="927" y="694"/>
                    <a:pt x="1236" y="681"/>
                  </a:cubicBezTo>
                  <a:cubicBezTo>
                    <a:pt x="1242" y="681"/>
                    <a:pt x="1247" y="681"/>
                    <a:pt x="1252" y="681"/>
                  </a:cubicBezTo>
                  <a:cubicBezTo>
                    <a:pt x="1400" y="681"/>
                    <a:pt x="1530" y="760"/>
                    <a:pt x="1552" y="776"/>
                  </a:cubicBezTo>
                  <a:lnTo>
                    <a:pt x="1552" y="41"/>
                  </a:lnTo>
                  <a:cubicBezTo>
                    <a:pt x="1451" y="15"/>
                    <a:pt x="1348" y="0"/>
                    <a:pt x="1239" y="0"/>
                  </a:cubicBezTo>
                  <a:close/>
                </a:path>
              </a:pathLst>
            </a:custGeom>
            <a:solidFill>
              <a:srgbClr val="EAE2D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111" name="Google Shape;4111;p27"/>
            <p:cNvSpPr/>
            <p:nvPr/>
          </p:nvSpPr>
          <p:spPr>
            <a:xfrm>
              <a:off x="2203983" y="1587174"/>
              <a:ext cx="202436" cy="208411"/>
            </a:xfrm>
            <a:custGeom>
              <a:rect b="b" l="l" r="r" t="t"/>
              <a:pathLst>
                <a:path extrusionOk="0" h="6488" w="6302">
                  <a:moveTo>
                    <a:pt x="261" y="1"/>
                  </a:moveTo>
                  <a:lnTo>
                    <a:pt x="187" y="38"/>
                  </a:lnTo>
                  <a:cubicBezTo>
                    <a:pt x="84" y="38"/>
                    <a:pt x="0" y="122"/>
                    <a:pt x="0" y="225"/>
                  </a:cubicBezTo>
                  <a:lnTo>
                    <a:pt x="0" y="6302"/>
                  </a:lnTo>
                  <a:cubicBezTo>
                    <a:pt x="0" y="6405"/>
                    <a:pt x="84" y="6487"/>
                    <a:pt x="187" y="6487"/>
                  </a:cubicBezTo>
                  <a:lnTo>
                    <a:pt x="6078" y="6487"/>
                  </a:lnTo>
                  <a:cubicBezTo>
                    <a:pt x="6180" y="6487"/>
                    <a:pt x="6264" y="6403"/>
                    <a:pt x="6264" y="6299"/>
                  </a:cubicBezTo>
                  <a:lnTo>
                    <a:pt x="6302" y="6225"/>
                  </a:lnTo>
                  <a:lnTo>
                    <a:pt x="6302" y="187"/>
                  </a:lnTo>
                  <a:cubicBezTo>
                    <a:pt x="6302" y="83"/>
                    <a:pt x="6218" y="1"/>
                    <a:pt x="6115" y="1"/>
                  </a:cubicBezTo>
                  <a:close/>
                </a:path>
              </a:pathLst>
            </a:cu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112" name="Google Shape;4112;p27"/>
            <p:cNvSpPr/>
            <p:nvPr/>
          </p:nvSpPr>
          <p:spPr>
            <a:xfrm>
              <a:off x="2202730" y="1587142"/>
              <a:ext cx="203657" cy="209599"/>
            </a:xfrm>
            <a:custGeom>
              <a:rect b="b" l="l" r="r" t="t"/>
              <a:pathLst>
                <a:path extrusionOk="0" h="6525" w="6340">
                  <a:moveTo>
                    <a:pt x="187" y="0"/>
                  </a:moveTo>
                  <a:cubicBezTo>
                    <a:pt x="83" y="0"/>
                    <a:pt x="0" y="83"/>
                    <a:pt x="0" y="187"/>
                  </a:cubicBezTo>
                  <a:lnTo>
                    <a:pt x="0" y="6339"/>
                  </a:lnTo>
                  <a:cubicBezTo>
                    <a:pt x="0" y="6442"/>
                    <a:pt x="83" y="6525"/>
                    <a:pt x="187" y="6525"/>
                  </a:cubicBezTo>
                  <a:lnTo>
                    <a:pt x="6153" y="6525"/>
                  </a:lnTo>
                  <a:cubicBezTo>
                    <a:pt x="6255" y="6525"/>
                    <a:pt x="6339" y="6442"/>
                    <a:pt x="6339" y="6339"/>
                  </a:cubicBezTo>
                  <a:lnTo>
                    <a:pt x="6339" y="6226"/>
                  </a:lnTo>
                  <a:lnTo>
                    <a:pt x="372" y="6226"/>
                  </a:lnTo>
                  <a:cubicBezTo>
                    <a:pt x="332" y="6226"/>
                    <a:pt x="298" y="6195"/>
                    <a:pt x="298" y="6153"/>
                  </a:cubicBezTo>
                  <a:lnTo>
                    <a:pt x="298" y="0"/>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113" name="Google Shape;4113;p27"/>
            <p:cNvSpPr/>
            <p:nvPr/>
          </p:nvSpPr>
          <p:spPr>
            <a:xfrm>
              <a:off x="2286702" y="1774296"/>
              <a:ext cx="84964" cy="8962"/>
            </a:xfrm>
            <a:custGeom>
              <a:rect b="b" l="l" r="r" t="t"/>
              <a:pathLst>
                <a:path extrusionOk="0" h="279" w="2645">
                  <a:moveTo>
                    <a:pt x="140" y="1"/>
                  </a:moveTo>
                  <a:cubicBezTo>
                    <a:pt x="64" y="1"/>
                    <a:pt x="1" y="62"/>
                    <a:pt x="1" y="140"/>
                  </a:cubicBezTo>
                  <a:cubicBezTo>
                    <a:pt x="1" y="217"/>
                    <a:pt x="63" y="279"/>
                    <a:pt x="140" y="279"/>
                  </a:cubicBezTo>
                  <a:lnTo>
                    <a:pt x="2504" y="279"/>
                  </a:lnTo>
                  <a:cubicBezTo>
                    <a:pt x="2582" y="279"/>
                    <a:pt x="2644" y="218"/>
                    <a:pt x="2643" y="140"/>
                  </a:cubicBezTo>
                  <a:cubicBezTo>
                    <a:pt x="2643" y="65"/>
                    <a:pt x="2582" y="1"/>
                    <a:pt x="2504"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114" name="Google Shape;4114;p27"/>
            <p:cNvSpPr/>
            <p:nvPr/>
          </p:nvSpPr>
          <p:spPr>
            <a:xfrm>
              <a:off x="2237553" y="1774296"/>
              <a:ext cx="40249" cy="8962"/>
            </a:xfrm>
            <a:custGeom>
              <a:rect b="b" l="l" r="r" t="t"/>
              <a:pathLst>
                <a:path extrusionOk="0" h="279" w="1253">
                  <a:moveTo>
                    <a:pt x="139" y="1"/>
                  </a:moveTo>
                  <a:cubicBezTo>
                    <a:pt x="63" y="1"/>
                    <a:pt x="1" y="62"/>
                    <a:pt x="1" y="140"/>
                  </a:cubicBezTo>
                  <a:cubicBezTo>
                    <a:pt x="1" y="217"/>
                    <a:pt x="61" y="279"/>
                    <a:pt x="139" y="279"/>
                  </a:cubicBezTo>
                  <a:lnTo>
                    <a:pt x="1112" y="279"/>
                  </a:lnTo>
                  <a:cubicBezTo>
                    <a:pt x="1189" y="279"/>
                    <a:pt x="1253" y="218"/>
                    <a:pt x="1251" y="140"/>
                  </a:cubicBezTo>
                  <a:cubicBezTo>
                    <a:pt x="1251" y="65"/>
                    <a:pt x="1190" y="1"/>
                    <a:pt x="1112"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115" name="Google Shape;4115;p27"/>
            <p:cNvSpPr/>
            <p:nvPr/>
          </p:nvSpPr>
          <p:spPr>
            <a:xfrm>
              <a:off x="2243174" y="1646411"/>
              <a:ext cx="123961" cy="88176"/>
            </a:xfrm>
            <a:custGeom>
              <a:rect b="b" l="l" r="r" t="t"/>
              <a:pathLst>
                <a:path extrusionOk="0" h="2745" w="3859">
                  <a:moveTo>
                    <a:pt x="225" y="1"/>
                  </a:moveTo>
                  <a:lnTo>
                    <a:pt x="57" y="38"/>
                  </a:lnTo>
                  <a:cubicBezTo>
                    <a:pt x="25" y="38"/>
                    <a:pt x="1" y="65"/>
                    <a:pt x="1" y="95"/>
                  </a:cubicBezTo>
                  <a:lnTo>
                    <a:pt x="1" y="2649"/>
                  </a:lnTo>
                  <a:lnTo>
                    <a:pt x="57" y="2722"/>
                  </a:lnTo>
                  <a:lnTo>
                    <a:pt x="3721" y="2744"/>
                  </a:lnTo>
                  <a:lnTo>
                    <a:pt x="3859" y="2649"/>
                  </a:lnTo>
                  <a:lnTo>
                    <a:pt x="3859" y="57"/>
                  </a:lnTo>
                  <a:cubicBezTo>
                    <a:pt x="3859" y="25"/>
                    <a:pt x="3835" y="1"/>
                    <a:pt x="3804" y="1"/>
                  </a:cubicBezTo>
                  <a:close/>
                </a:path>
              </a:pathLst>
            </a:custGeom>
            <a:solidFill>
              <a:schemeClr val="l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116" name="Google Shape;4116;p27"/>
            <p:cNvSpPr/>
            <p:nvPr/>
          </p:nvSpPr>
          <p:spPr>
            <a:xfrm>
              <a:off x="2242018" y="1646411"/>
              <a:ext cx="8416" cy="87662"/>
            </a:xfrm>
            <a:custGeom>
              <a:rect b="b" l="l" r="r" t="t"/>
              <a:pathLst>
                <a:path extrusionOk="0" h="2729" w="262">
                  <a:moveTo>
                    <a:pt x="57" y="1"/>
                  </a:moveTo>
                  <a:cubicBezTo>
                    <a:pt x="25" y="1"/>
                    <a:pt x="0" y="25"/>
                    <a:pt x="0" y="57"/>
                  </a:cubicBezTo>
                  <a:lnTo>
                    <a:pt x="0" y="2649"/>
                  </a:lnTo>
                  <a:lnTo>
                    <a:pt x="87" y="2728"/>
                  </a:lnTo>
                  <a:lnTo>
                    <a:pt x="203" y="2704"/>
                  </a:lnTo>
                  <a:lnTo>
                    <a:pt x="261" y="2649"/>
                  </a:lnTo>
                  <a:lnTo>
                    <a:pt x="261" y="1"/>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117" name="Google Shape;4117;p27"/>
            <p:cNvSpPr/>
            <p:nvPr/>
          </p:nvSpPr>
          <p:spPr>
            <a:xfrm>
              <a:off x="2279442" y="1659967"/>
              <a:ext cx="50304" cy="8994"/>
            </a:xfrm>
            <a:custGeom>
              <a:rect b="b" l="l" r="r" t="t"/>
              <a:pathLst>
                <a:path extrusionOk="0" h="280" w="1566">
                  <a:moveTo>
                    <a:pt x="140" y="0"/>
                  </a:moveTo>
                  <a:cubicBezTo>
                    <a:pt x="65" y="0"/>
                    <a:pt x="1" y="64"/>
                    <a:pt x="1" y="139"/>
                  </a:cubicBezTo>
                  <a:cubicBezTo>
                    <a:pt x="1" y="216"/>
                    <a:pt x="62" y="279"/>
                    <a:pt x="140" y="279"/>
                  </a:cubicBezTo>
                  <a:lnTo>
                    <a:pt x="1425" y="279"/>
                  </a:lnTo>
                  <a:cubicBezTo>
                    <a:pt x="1502" y="279"/>
                    <a:pt x="1566" y="216"/>
                    <a:pt x="1566" y="139"/>
                  </a:cubicBezTo>
                  <a:cubicBezTo>
                    <a:pt x="1566" y="64"/>
                    <a:pt x="1505" y="0"/>
                    <a:pt x="1427"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118" name="Google Shape;4118;p27"/>
            <p:cNvSpPr/>
            <p:nvPr/>
          </p:nvSpPr>
          <p:spPr>
            <a:xfrm>
              <a:off x="2262352" y="1677892"/>
              <a:ext cx="84418" cy="9026"/>
            </a:xfrm>
            <a:custGeom>
              <a:rect b="b" l="l" r="r" t="t"/>
              <a:pathLst>
                <a:path extrusionOk="0" h="281" w="2628">
                  <a:moveTo>
                    <a:pt x="141" y="1"/>
                  </a:moveTo>
                  <a:cubicBezTo>
                    <a:pt x="64" y="1"/>
                    <a:pt x="0" y="63"/>
                    <a:pt x="0" y="141"/>
                  </a:cubicBezTo>
                  <a:cubicBezTo>
                    <a:pt x="0" y="217"/>
                    <a:pt x="62" y="280"/>
                    <a:pt x="141" y="280"/>
                  </a:cubicBezTo>
                  <a:lnTo>
                    <a:pt x="2489" y="280"/>
                  </a:lnTo>
                  <a:cubicBezTo>
                    <a:pt x="2567" y="280"/>
                    <a:pt x="2628" y="217"/>
                    <a:pt x="2628" y="141"/>
                  </a:cubicBezTo>
                  <a:cubicBezTo>
                    <a:pt x="2628" y="65"/>
                    <a:pt x="2567" y="1"/>
                    <a:pt x="2489"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119" name="Google Shape;4119;p27"/>
            <p:cNvSpPr/>
            <p:nvPr/>
          </p:nvSpPr>
          <p:spPr>
            <a:xfrm>
              <a:off x="2275234" y="1701824"/>
              <a:ext cx="59298" cy="32090"/>
            </a:xfrm>
            <a:custGeom>
              <a:rect b="b" l="l" r="r" t="t"/>
              <a:pathLst>
                <a:path extrusionOk="0" h="999" w="1846">
                  <a:moveTo>
                    <a:pt x="1035" y="1"/>
                  </a:moveTo>
                  <a:cubicBezTo>
                    <a:pt x="995" y="1"/>
                    <a:pt x="955" y="12"/>
                    <a:pt x="914" y="12"/>
                  </a:cubicBezTo>
                  <a:cubicBezTo>
                    <a:pt x="401" y="12"/>
                    <a:pt x="4" y="413"/>
                    <a:pt x="0" y="925"/>
                  </a:cubicBezTo>
                  <a:lnTo>
                    <a:pt x="0" y="976"/>
                  </a:lnTo>
                  <a:lnTo>
                    <a:pt x="1800" y="999"/>
                  </a:lnTo>
                  <a:lnTo>
                    <a:pt x="1846" y="924"/>
                  </a:lnTo>
                  <a:cubicBezTo>
                    <a:pt x="1840" y="463"/>
                    <a:pt x="1503" y="75"/>
                    <a:pt x="1061" y="3"/>
                  </a:cubicBezTo>
                  <a:cubicBezTo>
                    <a:pt x="1052" y="2"/>
                    <a:pt x="1043" y="1"/>
                    <a:pt x="1035" y="1"/>
                  </a:cubicBezTo>
                  <a:close/>
                </a:path>
              </a:pathLst>
            </a:cu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120" name="Google Shape;4120;p27"/>
            <p:cNvSpPr/>
            <p:nvPr/>
          </p:nvSpPr>
          <p:spPr>
            <a:xfrm>
              <a:off x="2274560" y="1701535"/>
              <a:ext cx="34789" cy="32347"/>
            </a:xfrm>
            <a:custGeom>
              <a:rect b="b" l="l" r="r" t="t"/>
              <a:pathLst>
                <a:path extrusionOk="0" h="1007" w="1083">
                  <a:moveTo>
                    <a:pt x="932" y="0"/>
                  </a:moveTo>
                  <a:cubicBezTo>
                    <a:pt x="421" y="0"/>
                    <a:pt x="7" y="422"/>
                    <a:pt x="1" y="933"/>
                  </a:cubicBezTo>
                  <a:lnTo>
                    <a:pt x="56" y="1006"/>
                  </a:lnTo>
                  <a:lnTo>
                    <a:pt x="247" y="1005"/>
                  </a:lnTo>
                  <a:lnTo>
                    <a:pt x="299" y="933"/>
                  </a:lnTo>
                  <a:cubicBezTo>
                    <a:pt x="305" y="472"/>
                    <a:pt x="641" y="86"/>
                    <a:pt x="1082" y="13"/>
                  </a:cubicBezTo>
                  <a:cubicBezTo>
                    <a:pt x="1036" y="3"/>
                    <a:pt x="985" y="0"/>
                    <a:pt x="932"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121" name="Google Shape;4121;p27"/>
            <p:cNvSpPr/>
            <p:nvPr/>
          </p:nvSpPr>
          <p:spPr>
            <a:xfrm>
              <a:off x="2243142" y="1731475"/>
              <a:ext cx="123993" cy="28204"/>
            </a:xfrm>
            <a:custGeom>
              <a:rect b="b" l="l" r="r" t="t"/>
              <a:pathLst>
                <a:path extrusionOk="0" h="878" w="3860">
                  <a:moveTo>
                    <a:pt x="225" y="1"/>
                  </a:moveTo>
                  <a:lnTo>
                    <a:pt x="0" y="38"/>
                  </a:lnTo>
                  <a:lnTo>
                    <a:pt x="0" y="821"/>
                  </a:lnTo>
                  <a:cubicBezTo>
                    <a:pt x="0" y="852"/>
                    <a:pt x="25" y="878"/>
                    <a:pt x="55" y="878"/>
                  </a:cubicBezTo>
                  <a:lnTo>
                    <a:pt x="3766" y="878"/>
                  </a:lnTo>
                  <a:cubicBezTo>
                    <a:pt x="3796" y="878"/>
                    <a:pt x="3822" y="852"/>
                    <a:pt x="3822" y="821"/>
                  </a:cubicBezTo>
                  <a:lnTo>
                    <a:pt x="3860" y="653"/>
                  </a:lnTo>
                  <a:lnTo>
                    <a:pt x="3860" y="1"/>
                  </a:lnTo>
                  <a:close/>
                </a:path>
              </a:pathLst>
            </a:custGeom>
            <a:solidFill>
              <a:schemeClr val="accent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122" name="Google Shape;4122;p27"/>
            <p:cNvSpPr/>
            <p:nvPr/>
          </p:nvSpPr>
          <p:spPr>
            <a:xfrm>
              <a:off x="2241986" y="1731475"/>
              <a:ext cx="125149" cy="29360"/>
            </a:xfrm>
            <a:custGeom>
              <a:rect b="b" l="l" r="r" t="t"/>
              <a:pathLst>
                <a:path extrusionOk="0" h="914" w="3896">
                  <a:moveTo>
                    <a:pt x="0" y="1"/>
                  </a:moveTo>
                  <a:lnTo>
                    <a:pt x="0" y="858"/>
                  </a:lnTo>
                  <a:cubicBezTo>
                    <a:pt x="0" y="888"/>
                    <a:pt x="25" y="914"/>
                    <a:pt x="55" y="914"/>
                  </a:cubicBezTo>
                  <a:lnTo>
                    <a:pt x="3839" y="914"/>
                  </a:lnTo>
                  <a:cubicBezTo>
                    <a:pt x="3870" y="914"/>
                    <a:pt x="3896" y="888"/>
                    <a:pt x="3896" y="858"/>
                  </a:cubicBezTo>
                  <a:lnTo>
                    <a:pt x="3896" y="653"/>
                  </a:lnTo>
                  <a:lnTo>
                    <a:pt x="298" y="653"/>
                  </a:lnTo>
                  <a:cubicBezTo>
                    <a:pt x="277" y="653"/>
                    <a:pt x="261" y="635"/>
                    <a:pt x="261" y="616"/>
                  </a:cubicBezTo>
                  <a:lnTo>
                    <a:pt x="261" y="1"/>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123" name="Google Shape;4123;p27"/>
            <p:cNvSpPr/>
            <p:nvPr/>
          </p:nvSpPr>
          <p:spPr>
            <a:xfrm>
              <a:off x="2243174" y="1605067"/>
              <a:ext cx="124025" cy="22839"/>
            </a:xfrm>
            <a:custGeom>
              <a:rect b="b" l="l" r="r" t="t"/>
              <a:pathLst>
                <a:path extrusionOk="0" h="711" w="3861">
                  <a:moveTo>
                    <a:pt x="225" y="1"/>
                  </a:moveTo>
                  <a:lnTo>
                    <a:pt x="57" y="39"/>
                  </a:lnTo>
                  <a:cubicBezTo>
                    <a:pt x="25" y="39"/>
                    <a:pt x="1" y="65"/>
                    <a:pt x="1" y="95"/>
                  </a:cubicBezTo>
                  <a:lnTo>
                    <a:pt x="1" y="636"/>
                  </a:lnTo>
                  <a:cubicBezTo>
                    <a:pt x="1" y="667"/>
                    <a:pt x="25" y="693"/>
                    <a:pt x="57" y="693"/>
                  </a:cubicBezTo>
                  <a:lnTo>
                    <a:pt x="3766" y="710"/>
                  </a:lnTo>
                  <a:cubicBezTo>
                    <a:pt x="3796" y="710"/>
                    <a:pt x="3822" y="686"/>
                    <a:pt x="3822" y="654"/>
                  </a:cubicBezTo>
                  <a:lnTo>
                    <a:pt x="3860" y="468"/>
                  </a:lnTo>
                  <a:lnTo>
                    <a:pt x="3860" y="57"/>
                  </a:lnTo>
                  <a:cubicBezTo>
                    <a:pt x="3860" y="27"/>
                    <a:pt x="3835" y="1"/>
                    <a:pt x="3804" y="1"/>
                  </a:cubicBezTo>
                  <a:close/>
                </a:path>
              </a:pathLst>
            </a:custGeom>
            <a:solidFill>
              <a:schemeClr val="l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124" name="Google Shape;4124;p27"/>
            <p:cNvSpPr/>
            <p:nvPr/>
          </p:nvSpPr>
          <p:spPr>
            <a:xfrm>
              <a:off x="2241986" y="1605067"/>
              <a:ext cx="125149" cy="23449"/>
            </a:xfrm>
            <a:custGeom>
              <a:rect b="b" l="l" r="r" t="t"/>
              <a:pathLst>
                <a:path extrusionOk="0" h="730" w="3896">
                  <a:moveTo>
                    <a:pt x="55" y="1"/>
                  </a:moveTo>
                  <a:cubicBezTo>
                    <a:pt x="25" y="1"/>
                    <a:pt x="0" y="27"/>
                    <a:pt x="0" y="57"/>
                  </a:cubicBezTo>
                  <a:lnTo>
                    <a:pt x="0" y="673"/>
                  </a:lnTo>
                  <a:cubicBezTo>
                    <a:pt x="0" y="703"/>
                    <a:pt x="25" y="729"/>
                    <a:pt x="55" y="729"/>
                  </a:cubicBezTo>
                  <a:lnTo>
                    <a:pt x="3839" y="729"/>
                  </a:lnTo>
                  <a:cubicBezTo>
                    <a:pt x="3870" y="729"/>
                    <a:pt x="3896" y="703"/>
                    <a:pt x="3896" y="673"/>
                  </a:cubicBezTo>
                  <a:lnTo>
                    <a:pt x="3896" y="468"/>
                  </a:lnTo>
                  <a:lnTo>
                    <a:pt x="316" y="468"/>
                  </a:lnTo>
                  <a:cubicBezTo>
                    <a:pt x="285" y="468"/>
                    <a:pt x="261" y="442"/>
                    <a:pt x="261" y="412"/>
                  </a:cubicBezTo>
                  <a:lnTo>
                    <a:pt x="261" y="1"/>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4125" name="Google Shape;4125;p27"/>
          <p:cNvGrpSpPr/>
          <p:nvPr/>
        </p:nvGrpSpPr>
        <p:grpSpPr>
          <a:xfrm>
            <a:off x="1567894" y="1543132"/>
            <a:ext cx="297687" cy="297660"/>
            <a:chOff x="1567894" y="1543132"/>
            <a:chExt cx="297687" cy="297660"/>
          </a:xfrm>
        </p:grpSpPr>
        <p:sp>
          <p:nvSpPr>
            <p:cNvPr id="4126" name="Google Shape;4126;p27"/>
            <p:cNvSpPr/>
            <p:nvPr/>
          </p:nvSpPr>
          <p:spPr>
            <a:xfrm>
              <a:off x="1613060" y="1571498"/>
              <a:ext cx="138930" cy="138930"/>
            </a:xfrm>
            <a:custGeom>
              <a:rect b="b" l="l" r="r" t="t"/>
              <a:pathLst>
                <a:path extrusionOk="0" h="4325" w="4325">
                  <a:moveTo>
                    <a:pt x="2161" y="1"/>
                  </a:moveTo>
                  <a:cubicBezTo>
                    <a:pt x="969" y="1"/>
                    <a:pt x="0" y="968"/>
                    <a:pt x="0" y="2162"/>
                  </a:cubicBezTo>
                  <a:cubicBezTo>
                    <a:pt x="0" y="3356"/>
                    <a:pt x="969" y="4325"/>
                    <a:pt x="2161" y="4325"/>
                  </a:cubicBezTo>
                  <a:cubicBezTo>
                    <a:pt x="3356" y="4325"/>
                    <a:pt x="4324" y="3356"/>
                    <a:pt x="4324" y="2162"/>
                  </a:cubicBezTo>
                  <a:cubicBezTo>
                    <a:pt x="4324" y="968"/>
                    <a:pt x="3356" y="1"/>
                    <a:pt x="2161" y="1"/>
                  </a:cubicBezTo>
                  <a:close/>
                </a:path>
              </a:pathLst>
            </a:cu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127" name="Google Shape;4127;p27"/>
            <p:cNvSpPr/>
            <p:nvPr/>
          </p:nvSpPr>
          <p:spPr>
            <a:xfrm>
              <a:off x="1612996" y="1590097"/>
              <a:ext cx="120331" cy="120331"/>
            </a:xfrm>
            <a:custGeom>
              <a:rect b="b" l="l" r="r" t="t"/>
              <a:pathLst>
                <a:path extrusionOk="0" h="3746" w="3746">
                  <a:moveTo>
                    <a:pt x="858" y="1"/>
                  </a:moveTo>
                  <a:cubicBezTo>
                    <a:pt x="686" y="143"/>
                    <a:pt x="365" y="457"/>
                    <a:pt x="319" y="457"/>
                  </a:cubicBezTo>
                  <a:cubicBezTo>
                    <a:pt x="318" y="457"/>
                    <a:pt x="317" y="457"/>
                    <a:pt x="316" y="457"/>
                  </a:cubicBezTo>
                  <a:cubicBezTo>
                    <a:pt x="117" y="785"/>
                    <a:pt x="1" y="1170"/>
                    <a:pt x="1" y="1583"/>
                  </a:cubicBezTo>
                  <a:cubicBezTo>
                    <a:pt x="1" y="1994"/>
                    <a:pt x="114" y="2376"/>
                    <a:pt x="313" y="2703"/>
                  </a:cubicBezTo>
                  <a:cubicBezTo>
                    <a:pt x="314" y="2703"/>
                    <a:pt x="314" y="2703"/>
                    <a:pt x="314" y="2703"/>
                  </a:cubicBezTo>
                  <a:cubicBezTo>
                    <a:pt x="357" y="2703"/>
                    <a:pt x="999" y="3746"/>
                    <a:pt x="2162" y="3746"/>
                  </a:cubicBezTo>
                  <a:cubicBezTo>
                    <a:pt x="3117" y="3746"/>
                    <a:pt x="3369" y="3342"/>
                    <a:pt x="3746" y="2886"/>
                  </a:cubicBezTo>
                  <a:lnTo>
                    <a:pt x="3746" y="2886"/>
                  </a:lnTo>
                  <a:cubicBezTo>
                    <a:pt x="3393" y="3180"/>
                    <a:pt x="2939" y="3355"/>
                    <a:pt x="2443" y="3355"/>
                  </a:cubicBezTo>
                  <a:cubicBezTo>
                    <a:pt x="1720" y="3355"/>
                    <a:pt x="1086" y="2983"/>
                    <a:pt x="720" y="2418"/>
                  </a:cubicBezTo>
                  <a:cubicBezTo>
                    <a:pt x="700" y="2386"/>
                    <a:pt x="700" y="2346"/>
                    <a:pt x="720" y="2314"/>
                  </a:cubicBezTo>
                  <a:cubicBezTo>
                    <a:pt x="862" y="2104"/>
                    <a:pt x="945" y="1851"/>
                    <a:pt x="945" y="1579"/>
                  </a:cubicBezTo>
                  <a:cubicBezTo>
                    <a:pt x="945" y="1214"/>
                    <a:pt x="797" y="884"/>
                    <a:pt x="558" y="646"/>
                  </a:cubicBezTo>
                  <a:cubicBezTo>
                    <a:pt x="531" y="619"/>
                    <a:pt x="523" y="580"/>
                    <a:pt x="536" y="545"/>
                  </a:cubicBezTo>
                  <a:cubicBezTo>
                    <a:pt x="616" y="345"/>
                    <a:pt x="725" y="163"/>
                    <a:pt x="858"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128" name="Google Shape;4128;p27"/>
            <p:cNvSpPr/>
            <p:nvPr/>
          </p:nvSpPr>
          <p:spPr>
            <a:xfrm>
              <a:off x="1667703" y="1611492"/>
              <a:ext cx="84289" cy="32412"/>
            </a:xfrm>
            <a:custGeom>
              <a:rect b="b" l="l" r="r" t="t"/>
              <a:pathLst>
                <a:path extrusionOk="0" h="1009" w="2624">
                  <a:moveTo>
                    <a:pt x="281" y="1"/>
                  </a:moveTo>
                  <a:cubicBezTo>
                    <a:pt x="126" y="1"/>
                    <a:pt x="0" y="125"/>
                    <a:pt x="0" y="280"/>
                  </a:cubicBezTo>
                  <a:lnTo>
                    <a:pt x="0" y="727"/>
                  </a:lnTo>
                  <a:cubicBezTo>
                    <a:pt x="0" y="881"/>
                    <a:pt x="126" y="1008"/>
                    <a:pt x="281" y="1008"/>
                  </a:cubicBezTo>
                  <a:lnTo>
                    <a:pt x="2622" y="1008"/>
                  </a:lnTo>
                  <a:cubicBezTo>
                    <a:pt x="2623" y="979"/>
                    <a:pt x="2623" y="949"/>
                    <a:pt x="2623" y="917"/>
                  </a:cubicBezTo>
                  <a:cubicBezTo>
                    <a:pt x="2623" y="590"/>
                    <a:pt x="2551" y="279"/>
                    <a:pt x="2419" y="1"/>
                  </a:cubicBezTo>
                  <a:close/>
                </a:path>
              </a:pathLst>
            </a:cu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129" name="Google Shape;4129;p27"/>
            <p:cNvSpPr/>
            <p:nvPr/>
          </p:nvSpPr>
          <p:spPr>
            <a:xfrm>
              <a:off x="1716982" y="1649398"/>
              <a:ext cx="34500" cy="32412"/>
            </a:xfrm>
            <a:custGeom>
              <a:rect b="b" l="l" r="r" t="t"/>
              <a:pathLst>
                <a:path extrusionOk="0" h="1009" w="1074">
                  <a:moveTo>
                    <a:pt x="281" y="0"/>
                  </a:moveTo>
                  <a:cubicBezTo>
                    <a:pt x="127" y="0"/>
                    <a:pt x="1" y="125"/>
                    <a:pt x="1" y="280"/>
                  </a:cubicBezTo>
                  <a:lnTo>
                    <a:pt x="1" y="727"/>
                  </a:lnTo>
                  <a:cubicBezTo>
                    <a:pt x="1" y="881"/>
                    <a:pt x="125" y="1008"/>
                    <a:pt x="281" y="1008"/>
                  </a:cubicBezTo>
                  <a:lnTo>
                    <a:pt x="680" y="1008"/>
                  </a:lnTo>
                  <a:cubicBezTo>
                    <a:pt x="887" y="718"/>
                    <a:pt x="1028" y="374"/>
                    <a:pt x="1073" y="0"/>
                  </a:cubicBezTo>
                  <a:close/>
                </a:path>
              </a:pathLst>
            </a:cu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130" name="Google Shape;4130;p27"/>
            <p:cNvSpPr/>
            <p:nvPr/>
          </p:nvSpPr>
          <p:spPr>
            <a:xfrm>
              <a:off x="1586076" y="1543132"/>
              <a:ext cx="194052" cy="194084"/>
            </a:xfrm>
            <a:custGeom>
              <a:rect b="b" l="l" r="r" t="t"/>
              <a:pathLst>
                <a:path extrusionOk="0" h="6042" w="6041">
                  <a:moveTo>
                    <a:pt x="3003" y="997"/>
                  </a:moveTo>
                  <a:cubicBezTo>
                    <a:pt x="3802" y="997"/>
                    <a:pt x="4495" y="1457"/>
                    <a:pt x="4830" y="2126"/>
                  </a:cubicBezTo>
                  <a:cubicBezTo>
                    <a:pt x="4836" y="2137"/>
                    <a:pt x="4879" y="2147"/>
                    <a:pt x="4885" y="2160"/>
                  </a:cubicBezTo>
                  <a:cubicBezTo>
                    <a:pt x="5011" y="2427"/>
                    <a:pt x="5082" y="2761"/>
                    <a:pt x="5082" y="3077"/>
                  </a:cubicBezTo>
                  <a:cubicBezTo>
                    <a:pt x="5082" y="3077"/>
                    <a:pt x="5044" y="3103"/>
                    <a:pt x="5041" y="3133"/>
                  </a:cubicBezTo>
                  <a:cubicBezTo>
                    <a:pt x="5040" y="3191"/>
                    <a:pt x="5034" y="3251"/>
                    <a:pt x="5027" y="3307"/>
                  </a:cubicBezTo>
                  <a:cubicBezTo>
                    <a:pt x="5025" y="3326"/>
                    <a:pt x="5060" y="3343"/>
                    <a:pt x="5059" y="3362"/>
                  </a:cubicBezTo>
                  <a:cubicBezTo>
                    <a:pt x="5009" y="3696"/>
                    <a:pt x="4888" y="4005"/>
                    <a:pt x="4692" y="4265"/>
                  </a:cubicBezTo>
                  <a:cubicBezTo>
                    <a:pt x="4679" y="4281"/>
                    <a:pt x="4611" y="4297"/>
                    <a:pt x="4598" y="4313"/>
                  </a:cubicBezTo>
                  <a:cubicBezTo>
                    <a:pt x="4222" y="4782"/>
                    <a:pt x="3647" y="5082"/>
                    <a:pt x="3003" y="5082"/>
                  </a:cubicBezTo>
                  <a:cubicBezTo>
                    <a:pt x="2262" y="5082"/>
                    <a:pt x="1613" y="4687"/>
                    <a:pt x="1254" y="4095"/>
                  </a:cubicBezTo>
                  <a:cubicBezTo>
                    <a:pt x="1254" y="4095"/>
                    <a:pt x="914" y="3780"/>
                    <a:pt x="914" y="3094"/>
                  </a:cubicBezTo>
                  <a:lnTo>
                    <a:pt x="914" y="2926"/>
                  </a:lnTo>
                  <a:cubicBezTo>
                    <a:pt x="914" y="2311"/>
                    <a:pt x="1254" y="1984"/>
                    <a:pt x="1254" y="1984"/>
                  </a:cubicBezTo>
                  <a:cubicBezTo>
                    <a:pt x="1613" y="1393"/>
                    <a:pt x="2260" y="997"/>
                    <a:pt x="3003" y="997"/>
                  </a:cubicBezTo>
                  <a:close/>
                  <a:moveTo>
                    <a:pt x="242" y="1"/>
                  </a:moveTo>
                  <a:lnTo>
                    <a:pt x="187" y="38"/>
                  </a:lnTo>
                  <a:cubicBezTo>
                    <a:pt x="83" y="38"/>
                    <a:pt x="1" y="121"/>
                    <a:pt x="1" y="225"/>
                  </a:cubicBezTo>
                  <a:lnTo>
                    <a:pt x="1" y="5856"/>
                  </a:lnTo>
                  <a:cubicBezTo>
                    <a:pt x="1" y="5959"/>
                    <a:pt x="83" y="6042"/>
                    <a:pt x="187" y="6042"/>
                  </a:cubicBezTo>
                  <a:lnTo>
                    <a:pt x="5790" y="6033"/>
                  </a:lnTo>
                  <a:cubicBezTo>
                    <a:pt x="5892" y="6033"/>
                    <a:pt x="6040" y="5997"/>
                    <a:pt x="6040" y="5894"/>
                  </a:cubicBezTo>
                  <a:lnTo>
                    <a:pt x="6040" y="4316"/>
                  </a:lnTo>
                  <a:lnTo>
                    <a:pt x="5975" y="4242"/>
                  </a:lnTo>
                  <a:lnTo>
                    <a:pt x="5985" y="3369"/>
                  </a:lnTo>
                  <a:lnTo>
                    <a:pt x="6040" y="3310"/>
                  </a:lnTo>
                  <a:lnTo>
                    <a:pt x="6040" y="3136"/>
                  </a:lnTo>
                  <a:lnTo>
                    <a:pt x="5975" y="2994"/>
                  </a:lnTo>
                  <a:lnTo>
                    <a:pt x="5985" y="2224"/>
                  </a:lnTo>
                  <a:lnTo>
                    <a:pt x="6040" y="2129"/>
                  </a:lnTo>
                  <a:lnTo>
                    <a:pt x="6040" y="186"/>
                  </a:lnTo>
                  <a:cubicBezTo>
                    <a:pt x="6040" y="83"/>
                    <a:pt x="5958" y="1"/>
                    <a:pt x="5855" y="1"/>
                  </a:cubicBezTo>
                  <a:close/>
                </a:path>
              </a:pathLst>
            </a:cu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131" name="Google Shape;4131;p27"/>
            <p:cNvSpPr/>
            <p:nvPr/>
          </p:nvSpPr>
          <p:spPr>
            <a:xfrm>
              <a:off x="1584855" y="1543132"/>
              <a:ext cx="195273" cy="195208"/>
            </a:xfrm>
            <a:custGeom>
              <a:rect b="b" l="l" r="r" t="t"/>
              <a:pathLst>
                <a:path extrusionOk="0" h="6077" w="6079">
                  <a:moveTo>
                    <a:pt x="186" y="1"/>
                  </a:moveTo>
                  <a:cubicBezTo>
                    <a:pt x="83" y="1"/>
                    <a:pt x="1" y="83"/>
                    <a:pt x="1" y="186"/>
                  </a:cubicBezTo>
                  <a:lnTo>
                    <a:pt x="1" y="1822"/>
                  </a:lnTo>
                  <a:lnTo>
                    <a:pt x="1" y="4254"/>
                  </a:lnTo>
                  <a:lnTo>
                    <a:pt x="1" y="5890"/>
                  </a:lnTo>
                  <a:cubicBezTo>
                    <a:pt x="1" y="5994"/>
                    <a:pt x="83" y="6076"/>
                    <a:pt x="186" y="6076"/>
                  </a:cubicBezTo>
                  <a:lnTo>
                    <a:pt x="5893" y="6076"/>
                  </a:lnTo>
                  <a:cubicBezTo>
                    <a:pt x="5996" y="6076"/>
                    <a:pt x="6078" y="5994"/>
                    <a:pt x="6078" y="5890"/>
                  </a:cubicBezTo>
                  <a:lnTo>
                    <a:pt x="6078" y="5796"/>
                  </a:lnTo>
                  <a:lnTo>
                    <a:pt x="337" y="5796"/>
                  </a:lnTo>
                  <a:lnTo>
                    <a:pt x="337" y="5800"/>
                  </a:lnTo>
                  <a:cubicBezTo>
                    <a:pt x="306" y="5800"/>
                    <a:pt x="280" y="5774"/>
                    <a:pt x="280" y="5743"/>
                  </a:cubicBezTo>
                  <a:lnTo>
                    <a:pt x="280" y="4403"/>
                  </a:lnTo>
                  <a:cubicBezTo>
                    <a:pt x="280" y="4370"/>
                    <a:pt x="306" y="4346"/>
                    <a:pt x="338" y="4346"/>
                  </a:cubicBezTo>
                  <a:cubicBezTo>
                    <a:pt x="340" y="4346"/>
                    <a:pt x="342" y="4346"/>
                    <a:pt x="344" y="4346"/>
                  </a:cubicBezTo>
                  <a:cubicBezTo>
                    <a:pt x="396" y="4354"/>
                    <a:pt x="451" y="4358"/>
                    <a:pt x="508" y="4358"/>
                  </a:cubicBezTo>
                  <a:cubicBezTo>
                    <a:pt x="801" y="4358"/>
                    <a:pt x="1074" y="4260"/>
                    <a:pt x="1294" y="4097"/>
                  </a:cubicBezTo>
                  <a:cubicBezTo>
                    <a:pt x="1108" y="3789"/>
                    <a:pt x="1001" y="3427"/>
                    <a:pt x="1001" y="3041"/>
                  </a:cubicBezTo>
                  <a:cubicBezTo>
                    <a:pt x="1001" y="2653"/>
                    <a:pt x="1108" y="2292"/>
                    <a:pt x="1294" y="1984"/>
                  </a:cubicBezTo>
                  <a:cubicBezTo>
                    <a:pt x="1075" y="1819"/>
                    <a:pt x="801" y="1722"/>
                    <a:pt x="508" y="1722"/>
                  </a:cubicBezTo>
                  <a:cubicBezTo>
                    <a:pt x="453" y="1722"/>
                    <a:pt x="399" y="1726"/>
                    <a:pt x="344" y="1733"/>
                  </a:cubicBezTo>
                  <a:cubicBezTo>
                    <a:pt x="342" y="1734"/>
                    <a:pt x="340" y="1734"/>
                    <a:pt x="338" y="1734"/>
                  </a:cubicBezTo>
                  <a:cubicBezTo>
                    <a:pt x="306" y="1734"/>
                    <a:pt x="280" y="1710"/>
                    <a:pt x="280" y="1677"/>
                  </a:cubicBezTo>
                  <a:lnTo>
                    <a:pt x="280" y="1"/>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132" name="Google Shape;4132;p27"/>
            <p:cNvSpPr/>
            <p:nvPr/>
          </p:nvSpPr>
          <p:spPr>
            <a:xfrm>
              <a:off x="1741171" y="1611556"/>
              <a:ext cx="38965" cy="32347"/>
            </a:xfrm>
            <a:custGeom>
              <a:rect b="b" l="l" r="r" t="t"/>
              <a:pathLst>
                <a:path extrusionOk="0" h="1007" w="1213">
                  <a:moveTo>
                    <a:pt x="0" y="0"/>
                  </a:moveTo>
                  <a:cubicBezTo>
                    <a:pt x="138" y="275"/>
                    <a:pt x="213" y="585"/>
                    <a:pt x="213" y="912"/>
                  </a:cubicBezTo>
                  <a:cubicBezTo>
                    <a:pt x="216" y="943"/>
                    <a:pt x="213" y="973"/>
                    <a:pt x="212" y="1006"/>
                  </a:cubicBezTo>
                  <a:lnTo>
                    <a:pt x="1212" y="1006"/>
                  </a:lnTo>
                  <a:lnTo>
                    <a:pt x="1212" y="0"/>
                  </a:lnTo>
                  <a:close/>
                </a:path>
              </a:pathLst>
            </a:cu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133" name="Google Shape;4133;p27"/>
            <p:cNvSpPr/>
            <p:nvPr/>
          </p:nvSpPr>
          <p:spPr>
            <a:xfrm>
              <a:off x="1733686" y="1649398"/>
              <a:ext cx="46449" cy="32347"/>
            </a:xfrm>
            <a:custGeom>
              <a:rect b="b" l="l" r="r" t="t"/>
              <a:pathLst>
                <a:path extrusionOk="0" h="1007" w="1446">
                  <a:moveTo>
                    <a:pt x="430" y="0"/>
                  </a:moveTo>
                  <a:cubicBezTo>
                    <a:pt x="381" y="378"/>
                    <a:pt x="228" y="724"/>
                    <a:pt x="0" y="1007"/>
                  </a:cubicBezTo>
                  <a:lnTo>
                    <a:pt x="1445" y="1007"/>
                  </a:lnTo>
                  <a:lnTo>
                    <a:pt x="1445" y="0"/>
                  </a:lnTo>
                  <a:close/>
                </a:path>
              </a:pathLst>
            </a:cu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134" name="Google Shape;4134;p27"/>
            <p:cNvSpPr/>
            <p:nvPr/>
          </p:nvSpPr>
          <p:spPr>
            <a:xfrm>
              <a:off x="1712581" y="1695914"/>
              <a:ext cx="134979" cy="102888"/>
            </a:xfrm>
            <a:custGeom>
              <a:rect b="b" l="l" r="r" t="t"/>
              <a:pathLst>
                <a:path extrusionOk="0" h="3203" w="4202">
                  <a:moveTo>
                    <a:pt x="2191" y="1"/>
                  </a:moveTo>
                  <a:cubicBezTo>
                    <a:pt x="2030" y="1"/>
                    <a:pt x="1815" y="173"/>
                    <a:pt x="1721" y="311"/>
                  </a:cubicBezTo>
                  <a:lnTo>
                    <a:pt x="168" y="2635"/>
                  </a:lnTo>
                  <a:cubicBezTo>
                    <a:pt x="0" y="2882"/>
                    <a:pt x="68" y="3175"/>
                    <a:pt x="369" y="3175"/>
                  </a:cubicBezTo>
                  <a:lnTo>
                    <a:pt x="3432" y="3202"/>
                  </a:lnTo>
                  <a:cubicBezTo>
                    <a:pt x="3447" y="3203"/>
                    <a:pt x="3461" y="3203"/>
                    <a:pt x="3475" y="3203"/>
                  </a:cubicBezTo>
                  <a:cubicBezTo>
                    <a:pt x="3866" y="3203"/>
                    <a:pt x="4136" y="3107"/>
                    <a:pt x="4177" y="2958"/>
                  </a:cubicBezTo>
                  <a:cubicBezTo>
                    <a:pt x="4201" y="2861"/>
                    <a:pt x="4188" y="2752"/>
                    <a:pt x="4123" y="2654"/>
                  </a:cubicBezTo>
                  <a:lnTo>
                    <a:pt x="2412" y="142"/>
                  </a:lnTo>
                  <a:cubicBezTo>
                    <a:pt x="2374" y="87"/>
                    <a:pt x="2324" y="45"/>
                    <a:pt x="2269" y="17"/>
                  </a:cubicBezTo>
                  <a:cubicBezTo>
                    <a:pt x="2245" y="6"/>
                    <a:pt x="2219" y="1"/>
                    <a:pt x="2191" y="1"/>
                  </a:cubicBezTo>
                  <a:close/>
                </a:path>
              </a:pathLst>
            </a:cu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135" name="Google Shape;4135;p27"/>
            <p:cNvSpPr/>
            <p:nvPr/>
          </p:nvSpPr>
          <p:spPr>
            <a:xfrm>
              <a:off x="1709882" y="1695239"/>
              <a:ext cx="136906" cy="104687"/>
            </a:xfrm>
            <a:custGeom>
              <a:rect b="b" l="l" r="r" t="t"/>
              <a:pathLst>
                <a:path extrusionOk="0" h="3259" w="4262">
                  <a:moveTo>
                    <a:pt x="2187" y="0"/>
                  </a:moveTo>
                  <a:cubicBezTo>
                    <a:pt x="2070" y="0"/>
                    <a:pt x="1954" y="55"/>
                    <a:pt x="1881" y="163"/>
                  </a:cubicBezTo>
                  <a:lnTo>
                    <a:pt x="170" y="2675"/>
                  </a:lnTo>
                  <a:cubicBezTo>
                    <a:pt x="0" y="2922"/>
                    <a:pt x="178" y="3258"/>
                    <a:pt x="476" y="3258"/>
                  </a:cubicBezTo>
                  <a:lnTo>
                    <a:pt x="3900" y="3258"/>
                  </a:lnTo>
                  <a:cubicBezTo>
                    <a:pt x="4082" y="3258"/>
                    <a:pt x="4220" y="3132"/>
                    <a:pt x="4262" y="2977"/>
                  </a:cubicBezTo>
                  <a:lnTo>
                    <a:pt x="1380" y="2977"/>
                  </a:lnTo>
                  <a:cubicBezTo>
                    <a:pt x="1379" y="2977"/>
                    <a:pt x="1378" y="2977"/>
                    <a:pt x="1377" y="2977"/>
                  </a:cubicBezTo>
                  <a:cubicBezTo>
                    <a:pt x="1348" y="2977"/>
                    <a:pt x="1328" y="2955"/>
                    <a:pt x="1328" y="2928"/>
                  </a:cubicBezTo>
                  <a:lnTo>
                    <a:pt x="1328" y="2376"/>
                  </a:lnTo>
                  <a:cubicBezTo>
                    <a:pt x="1328" y="2223"/>
                    <a:pt x="1202" y="2096"/>
                    <a:pt x="1047" y="2096"/>
                  </a:cubicBezTo>
                  <a:cubicBezTo>
                    <a:pt x="1005" y="2096"/>
                    <a:pt x="982" y="2051"/>
                    <a:pt x="1005" y="2016"/>
                  </a:cubicBezTo>
                  <a:lnTo>
                    <a:pt x="2353" y="38"/>
                  </a:lnTo>
                  <a:cubicBezTo>
                    <a:pt x="2301" y="13"/>
                    <a:pt x="2244" y="0"/>
                    <a:pt x="2187"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136" name="Google Shape;4136;p27"/>
            <p:cNvSpPr/>
            <p:nvPr/>
          </p:nvSpPr>
          <p:spPr>
            <a:xfrm>
              <a:off x="1675445" y="1618109"/>
              <a:ext cx="150237" cy="17892"/>
            </a:xfrm>
            <a:custGeom>
              <a:rect b="b" l="l" r="r" t="t"/>
              <a:pathLst>
                <a:path extrusionOk="0" h="557" w="4677">
                  <a:moveTo>
                    <a:pt x="244" y="0"/>
                  </a:moveTo>
                  <a:lnTo>
                    <a:pt x="95" y="38"/>
                  </a:lnTo>
                  <a:cubicBezTo>
                    <a:pt x="44" y="38"/>
                    <a:pt x="1" y="80"/>
                    <a:pt x="1" y="132"/>
                  </a:cubicBezTo>
                  <a:lnTo>
                    <a:pt x="1" y="462"/>
                  </a:lnTo>
                  <a:cubicBezTo>
                    <a:pt x="1" y="514"/>
                    <a:pt x="43" y="556"/>
                    <a:pt x="95" y="556"/>
                  </a:cubicBezTo>
                  <a:lnTo>
                    <a:pt x="4545" y="556"/>
                  </a:lnTo>
                  <a:cubicBezTo>
                    <a:pt x="4596" y="556"/>
                    <a:pt x="4639" y="514"/>
                    <a:pt x="4639" y="462"/>
                  </a:cubicBezTo>
                  <a:lnTo>
                    <a:pt x="4677" y="294"/>
                  </a:lnTo>
                  <a:lnTo>
                    <a:pt x="4677" y="94"/>
                  </a:lnTo>
                  <a:cubicBezTo>
                    <a:pt x="4677" y="44"/>
                    <a:pt x="4635" y="0"/>
                    <a:pt x="4583" y="0"/>
                  </a:cubicBezTo>
                  <a:close/>
                </a:path>
              </a:pathLst>
            </a:cu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137" name="Google Shape;4137;p27"/>
            <p:cNvSpPr/>
            <p:nvPr/>
          </p:nvSpPr>
          <p:spPr>
            <a:xfrm>
              <a:off x="1674257" y="1618142"/>
              <a:ext cx="151425" cy="19049"/>
            </a:xfrm>
            <a:custGeom>
              <a:rect b="b" l="l" r="r" t="t"/>
              <a:pathLst>
                <a:path extrusionOk="0" h="593" w="4714">
                  <a:moveTo>
                    <a:pt x="94" y="1"/>
                  </a:moveTo>
                  <a:cubicBezTo>
                    <a:pt x="44" y="1"/>
                    <a:pt x="0" y="43"/>
                    <a:pt x="0" y="95"/>
                  </a:cubicBezTo>
                  <a:lnTo>
                    <a:pt x="0" y="499"/>
                  </a:lnTo>
                  <a:cubicBezTo>
                    <a:pt x="0" y="549"/>
                    <a:pt x="42" y="593"/>
                    <a:pt x="94" y="593"/>
                  </a:cubicBezTo>
                  <a:lnTo>
                    <a:pt x="4620" y="593"/>
                  </a:lnTo>
                  <a:cubicBezTo>
                    <a:pt x="4670" y="593"/>
                    <a:pt x="4714" y="551"/>
                    <a:pt x="4714" y="499"/>
                  </a:cubicBezTo>
                  <a:lnTo>
                    <a:pt x="4714" y="295"/>
                  </a:lnTo>
                  <a:lnTo>
                    <a:pt x="375" y="295"/>
                  </a:lnTo>
                  <a:cubicBezTo>
                    <a:pt x="325" y="295"/>
                    <a:pt x="281" y="253"/>
                    <a:pt x="281" y="200"/>
                  </a:cubicBezTo>
                  <a:lnTo>
                    <a:pt x="281" y="1"/>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138" name="Google Shape;4138;p27"/>
            <p:cNvSpPr/>
            <p:nvPr/>
          </p:nvSpPr>
          <p:spPr>
            <a:xfrm>
              <a:off x="1724756" y="1656048"/>
              <a:ext cx="140825" cy="17828"/>
            </a:xfrm>
            <a:custGeom>
              <a:rect b="b" l="l" r="r" t="t"/>
              <a:pathLst>
                <a:path extrusionOk="0" h="555" w="4384">
                  <a:moveTo>
                    <a:pt x="245" y="0"/>
                  </a:moveTo>
                  <a:lnTo>
                    <a:pt x="97" y="40"/>
                  </a:lnTo>
                  <a:cubicBezTo>
                    <a:pt x="47" y="40"/>
                    <a:pt x="3" y="80"/>
                    <a:pt x="3" y="134"/>
                  </a:cubicBezTo>
                  <a:lnTo>
                    <a:pt x="3" y="462"/>
                  </a:lnTo>
                  <a:cubicBezTo>
                    <a:pt x="0" y="513"/>
                    <a:pt x="42" y="555"/>
                    <a:pt x="93" y="555"/>
                  </a:cubicBezTo>
                  <a:lnTo>
                    <a:pt x="4252" y="555"/>
                  </a:lnTo>
                  <a:cubicBezTo>
                    <a:pt x="4303" y="555"/>
                    <a:pt x="4346" y="513"/>
                    <a:pt x="4346" y="461"/>
                  </a:cubicBezTo>
                  <a:lnTo>
                    <a:pt x="4384" y="312"/>
                  </a:lnTo>
                  <a:lnTo>
                    <a:pt x="4384" y="95"/>
                  </a:lnTo>
                  <a:cubicBezTo>
                    <a:pt x="4384" y="44"/>
                    <a:pt x="4342" y="0"/>
                    <a:pt x="4290" y="0"/>
                  </a:cubicBezTo>
                  <a:close/>
                </a:path>
              </a:pathLst>
            </a:cu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139" name="Google Shape;4139;p27"/>
            <p:cNvSpPr/>
            <p:nvPr/>
          </p:nvSpPr>
          <p:spPr>
            <a:xfrm>
              <a:off x="1723503" y="1656048"/>
              <a:ext cx="142046" cy="19049"/>
            </a:xfrm>
            <a:custGeom>
              <a:rect b="b" l="l" r="r" t="t"/>
              <a:pathLst>
                <a:path extrusionOk="0" h="593" w="4422">
                  <a:moveTo>
                    <a:pt x="94" y="0"/>
                  </a:moveTo>
                  <a:cubicBezTo>
                    <a:pt x="44" y="0"/>
                    <a:pt x="0" y="42"/>
                    <a:pt x="0" y="95"/>
                  </a:cubicBezTo>
                  <a:lnTo>
                    <a:pt x="0" y="498"/>
                  </a:lnTo>
                  <a:cubicBezTo>
                    <a:pt x="0" y="549"/>
                    <a:pt x="42" y="593"/>
                    <a:pt x="94" y="593"/>
                  </a:cubicBezTo>
                  <a:lnTo>
                    <a:pt x="4327" y="593"/>
                  </a:lnTo>
                  <a:cubicBezTo>
                    <a:pt x="4378" y="593"/>
                    <a:pt x="4421" y="551"/>
                    <a:pt x="4421" y="498"/>
                  </a:cubicBezTo>
                  <a:lnTo>
                    <a:pt x="4421" y="312"/>
                  </a:lnTo>
                  <a:lnTo>
                    <a:pt x="375" y="312"/>
                  </a:lnTo>
                  <a:cubicBezTo>
                    <a:pt x="325" y="312"/>
                    <a:pt x="281" y="270"/>
                    <a:pt x="281" y="218"/>
                  </a:cubicBezTo>
                  <a:lnTo>
                    <a:pt x="281" y="0"/>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140" name="Google Shape;4140;p27"/>
            <p:cNvSpPr/>
            <p:nvPr/>
          </p:nvSpPr>
          <p:spPr>
            <a:xfrm>
              <a:off x="1620127" y="1770345"/>
              <a:ext cx="124635" cy="39511"/>
            </a:xfrm>
            <a:custGeom>
              <a:rect b="b" l="l" r="r" t="t"/>
              <a:pathLst>
                <a:path extrusionOk="0" h="1230" w="3880">
                  <a:moveTo>
                    <a:pt x="245" y="1"/>
                  </a:moveTo>
                  <a:lnTo>
                    <a:pt x="97" y="38"/>
                  </a:lnTo>
                  <a:cubicBezTo>
                    <a:pt x="47" y="38"/>
                    <a:pt x="3" y="80"/>
                    <a:pt x="3" y="133"/>
                  </a:cubicBezTo>
                  <a:lnTo>
                    <a:pt x="3" y="1137"/>
                  </a:lnTo>
                  <a:cubicBezTo>
                    <a:pt x="0" y="1188"/>
                    <a:pt x="42" y="1230"/>
                    <a:pt x="94" y="1230"/>
                  </a:cubicBezTo>
                  <a:lnTo>
                    <a:pt x="3748" y="1230"/>
                  </a:lnTo>
                  <a:cubicBezTo>
                    <a:pt x="3799" y="1230"/>
                    <a:pt x="3842" y="1188"/>
                    <a:pt x="3842" y="1136"/>
                  </a:cubicBezTo>
                  <a:lnTo>
                    <a:pt x="3880" y="987"/>
                  </a:lnTo>
                  <a:lnTo>
                    <a:pt x="3880" y="95"/>
                  </a:lnTo>
                  <a:cubicBezTo>
                    <a:pt x="3880" y="44"/>
                    <a:pt x="3839" y="1"/>
                    <a:pt x="3786" y="1"/>
                  </a:cubicBezTo>
                  <a:close/>
                </a:path>
              </a:pathLst>
            </a:cu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141" name="Google Shape;4141;p27"/>
            <p:cNvSpPr/>
            <p:nvPr/>
          </p:nvSpPr>
          <p:spPr>
            <a:xfrm>
              <a:off x="1618907" y="1770345"/>
              <a:ext cx="125824" cy="40731"/>
            </a:xfrm>
            <a:custGeom>
              <a:rect b="b" l="l" r="r" t="t"/>
              <a:pathLst>
                <a:path extrusionOk="0" h="1268" w="3917">
                  <a:moveTo>
                    <a:pt x="95" y="1"/>
                  </a:moveTo>
                  <a:cubicBezTo>
                    <a:pt x="44" y="1"/>
                    <a:pt x="1" y="43"/>
                    <a:pt x="1" y="95"/>
                  </a:cubicBezTo>
                  <a:lnTo>
                    <a:pt x="1" y="1173"/>
                  </a:lnTo>
                  <a:cubicBezTo>
                    <a:pt x="1" y="1224"/>
                    <a:pt x="43" y="1267"/>
                    <a:pt x="95" y="1267"/>
                  </a:cubicBezTo>
                  <a:lnTo>
                    <a:pt x="3822" y="1267"/>
                  </a:lnTo>
                  <a:cubicBezTo>
                    <a:pt x="3873" y="1267"/>
                    <a:pt x="3916" y="1225"/>
                    <a:pt x="3916" y="1173"/>
                  </a:cubicBezTo>
                  <a:lnTo>
                    <a:pt x="3916" y="987"/>
                  </a:lnTo>
                  <a:lnTo>
                    <a:pt x="375" y="987"/>
                  </a:lnTo>
                  <a:cubicBezTo>
                    <a:pt x="325" y="987"/>
                    <a:pt x="281" y="945"/>
                    <a:pt x="281" y="893"/>
                  </a:cubicBezTo>
                  <a:lnTo>
                    <a:pt x="281" y="1"/>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142" name="Google Shape;4142;p27"/>
            <p:cNvSpPr/>
            <p:nvPr/>
          </p:nvSpPr>
          <p:spPr>
            <a:xfrm>
              <a:off x="1570271" y="1607541"/>
              <a:ext cx="64052" cy="64213"/>
            </a:xfrm>
            <a:custGeom>
              <a:rect b="b" l="l" r="r" t="t"/>
              <a:pathLst>
                <a:path extrusionOk="0" h="1999" w="1994">
                  <a:moveTo>
                    <a:pt x="959" y="1"/>
                  </a:moveTo>
                  <a:cubicBezTo>
                    <a:pt x="746" y="1"/>
                    <a:pt x="546" y="66"/>
                    <a:pt x="380" y="177"/>
                  </a:cubicBezTo>
                  <a:cubicBezTo>
                    <a:pt x="380" y="177"/>
                    <a:pt x="0" y="538"/>
                    <a:pt x="0" y="895"/>
                  </a:cubicBezTo>
                  <a:cubicBezTo>
                    <a:pt x="0" y="1467"/>
                    <a:pt x="565" y="1998"/>
                    <a:pt x="1137" y="1998"/>
                  </a:cubicBezTo>
                  <a:cubicBezTo>
                    <a:pt x="1493" y="1998"/>
                    <a:pt x="1817" y="1616"/>
                    <a:pt x="1817" y="1616"/>
                  </a:cubicBezTo>
                  <a:cubicBezTo>
                    <a:pt x="1929" y="1448"/>
                    <a:pt x="1994" y="1248"/>
                    <a:pt x="1994" y="1036"/>
                  </a:cubicBezTo>
                  <a:cubicBezTo>
                    <a:pt x="1994" y="464"/>
                    <a:pt x="1530" y="1"/>
                    <a:pt x="959" y="1"/>
                  </a:cubicBezTo>
                  <a:close/>
                </a:path>
              </a:pathLst>
            </a:cu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143" name="Google Shape;4143;p27"/>
            <p:cNvSpPr/>
            <p:nvPr/>
          </p:nvSpPr>
          <p:spPr>
            <a:xfrm>
              <a:off x="1567894" y="1613162"/>
              <a:ext cx="60808" cy="60808"/>
            </a:xfrm>
            <a:custGeom>
              <a:rect b="b" l="l" r="r" t="t"/>
              <a:pathLst>
                <a:path extrusionOk="0" h="1893" w="1893">
                  <a:moveTo>
                    <a:pt x="456" y="1"/>
                  </a:moveTo>
                  <a:lnTo>
                    <a:pt x="456" y="1"/>
                  </a:lnTo>
                  <a:cubicBezTo>
                    <a:pt x="181" y="188"/>
                    <a:pt x="0" y="502"/>
                    <a:pt x="0" y="858"/>
                  </a:cubicBezTo>
                  <a:cubicBezTo>
                    <a:pt x="0" y="1430"/>
                    <a:pt x="464" y="1893"/>
                    <a:pt x="1036" y="1893"/>
                  </a:cubicBezTo>
                  <a:cubicBezTo>
                    <a:pt x="1392" y="1893"/>
                    <a:pt x="1706" y="1712"/>
                    <a:pt x="1893" y="1437"/>
                  </a:cubicBezTo>
                  <a:lnTo>
                    <a:pt x="1893" y="1437"/>
                  </a:lnTo>
                  <a:cubicBezTo>
                    <a:pt x="1726" y="1550"/>
                    <a:pt x="1528" y="1615"/>
                    <a:pt x="1313" y="1615"/>
                  </a:cubicBezTo>
                  <a:cubicBezTo>
                    <a:pt x="742" y="1615"/>
                    <a:pt x="278" y="1152"/>
                    <a:pt x="278" y="580"/>
                  </a:cubicBezTo>
                  <a:cubicBezTo>
                    <a:pt x="278" y="366"/>
                    <a:pt x="344" y="167"/>
                    <a:pt x="456"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144" name="Google Shape;4144;p27"/>
            <p:cNvSpPr/>
            <p:nvPr/>
          </p:nvSpPr>
          <p:spPr>
            <a:xfrm>
              <a:off x="1688905" y="1561443"/>
              <a:ext cx="122322" cy="30645"/>
            </a:xfrm>
            <a:custGeom>
              <a:rect b="b" l="l" r="r" t="t"/>
              <a:pathLst>
                <a:path extrusionOk="0" h="954" w="3808">
                  <a:moveTo>
                    <a:pt x="1575" y="0"/>
                  </a:moveTo>
                  <a:cubicBezTo>
                    <a:pt x="1521" y="0"/>
                    <a:pt x="1467" y="15"/>
                    <a:pt x="1419" y="46"/>
                  </a:cubicBezTo>
                  <a:lnTo>
                    <a:pt x="972" y="324"/>
                  </a:lnTo>
                  <a:cubicBezTo>
                    <a:pt x="963" y="330"/>
                    <a:pt x="952" y="332"/>
                    <a:pt x="942" y="332"/>
                  </a:cubicBezTo>
                  <a:cubicBezTo>
                    <a:pt x="931" y="332"/>
                    <a:pt x="921" y="330"/>
                    <a:pt x="912" y="324"/>
                  </a:cubicBezTo>
                  <a:lnTo>
                    <a:pt x="465" y="46"/>
                  </a:lnTo>
                  <a:cubicBezTo>
                    <a:pt x="418" y="16"/>
                    <a:pt x="365" y="2"/>
                    <a:pt x="313" y="2"/>
                  </a:cubicBezTo>
                  <a:cubicBezTo>
                    <a:pt x="306" y="2"/>
                    <a:pt x="299" y="2"/>
                    <a:pt x="293" y="2"/>
                  </a:cubicBezTo>
                  <a:cubicBezTo>
                    <a:pt x="201" y="5"/>
                    <a:pt x="138" y="75"/>
                    <a:pt x="86" y="159"/>
                  </a:cubicBezTo>
                  <a:cubicBezTo>
                    <a:pt x="0" y="296"/>
                    <a:pt x="44" y="424"/>
                    <a:pt x="181" y="511"/>
                  </a:cubicBezTo>
                  <a:lnTo>
                    <a:pt x="734" y="872"/>
                  </a:lnTo>
                  <a:cubicBezTo>
                    <a:pt x="770" y="895"/>
                    <a:pt x="840" y="905"/>
                    <a:pt x="917" y="905"/>
                  </a:cubicBezTo>
                  <a:cubicBezTo>
                    <a:pt x="1040" y="905"/>
                    <a:pt x="1184" y="880"/>
                    <a:pt x="1244" y="844"/>
                  </a:cubicBezTo>
                  <a:lnTo>
                    <a:pt x="1332" y="793"/>
                  </a:lnTo>
                  <a:lnTo>
                    <a:pt x="1574" y="642"/>
                  </a:lnTo>
                  <a:lnTo>
                    <a:pt x="1607" y="641"/>
                  </a:lnTo>
                  <a:cubicBezTo>
                    <a:pt x="1694" y="695"/>
                    <a:pt x="2166" y="930"/>
                    <a:pt x="2326" y="930"/>
                  </a:cubicBezTo>
                  <a:cubicBezTo>
                    <a:pt x="2343" y="930"/>
                    <a:pt x="2357" y="927"/>
                    <a:pt x="2366" y="922"/>
                  </a:cubicBezTo>
                  <a:lnTo>
                    <a:pt x="2599" y="793"/>
                  </a:lnTo>
                  <a:lnTo>
                    <a:pt x="2839" y="642"/>
                  </a:lnTo>
                  <a:lnTo>
                    <a:pt x="2868" y="639"/>
                  </a:lnTo>
                  <a:cubicBezTo>
                    <a:pt x="2917" y="668"/>
                    <a:pt x="3365" y="954"/>
                    <a:pt x="3417" y="954"/>
                  </a:cubicBezTo>
                  <a:cubicBezTo>
                    <a:pt x="3517" y="954"/>
                    <a:pt x="3632" y="941"/>
                    <a:pt x="3690" y="852"/>
                  </a:cubicBezTo>
                  <a:cubicBezTo>
                    <a:pt x="3692" y="851"/>
                    <a:pt x="3728" y="836"/>
                    <a:pt x="3729" y="835"/>
                  </a:cubicBezTo>
                  <a:cubicBezTo>
                    <a:pt x="3808" y="697"/>
                    <a:pt x="3757" y="519"/>
                    <a:pt x="3621" y="434"/>
                  </a:cubicBezTo>
                  <a:lnTo>
                    <a:pt x="2995" y="46"/>
                  </a:lnTo>
                  <a:cubicBezTo>
                    <a:pt x="2947" y="15"/>
                    <a:pt x="2893" y="0"/>
                    <a:pt x="2839" y="0"/>
                  </a:cubicBezTo>
                  <a:cubicBezTo>
                    <a:pt x="2786" y="0"/>
                    <a:pt x="2732" y="15"/>
                    <a:pt x="2684" y="46"/>
                  </a:cubicBezTo>
                  <a:lnTo>
                    <a:pt x="2237" y="324"/>
                  </a:lnTo>
                  <a:cubicBezTo>
                    <a:pt x="2227" y="330"/>
                    <a:pt x="2217" y="332"/>
                    <a:pt x="2207" y="332"/>
                  </a:cubicBezTo>
                  <a:cubicBezTo>
                    <a:pt x="2196" y="332"/>
                    <a:pt x="2186" y="330"/>
                    <a:pt x="2177" y="324"/>
                  </a:cubicBezTo>
                  <a:lnTo>
                    <a:pt x="1730" y="46"/>
                  </a:lnTo>
                  <a:cubicBezTo>
                    <a:pt x="1682" y="15"/>
                    <a:pt x="1628" y="0"/>
                    <a:pt x="1575" y="0"/>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145" name="Google Shape;4145;p27"/>
            <p:cNvSpPr/>
            <p:nvPr/>
          </p:nvSpPr>
          <p:spPr>
            <a:xfrm>
              <a:off x="1780105" y="1577730"/>
              <a:ext cx="28557" cy="15290"/>
            </a:xfrm>
            <a:custGeom>
              <a:rect b="b" l="l" r="r" t="t"/>
              <a:pathLst>
                <a:path extrusionOk="0" h="476" w="889">
                  <a:moveTo>
                    <a:pt x="241" y="1"/>
                  </a:moveTo>
                  <a:cubicBezTo>
                    <a:pt x="224" y="1"/>
                    <a:pt x="207" y="5"/>
                    <a:pt x="193" y="14"/>
                  </a:cubicBezTo>
                  <a:lnTo>
                    <a:pt x="0" y="134"/>
                  </a:lnTo>
                  <a:lnTo>
                    <a:pt x="476" y="431"/>
                  </a:lnTo>
                  <a:cubicBezTo>
                    <a:pt x="526" y="461"/>
                    <a:pt x="579" y="475"/>
                    <a:pt x="633" y="475"/>
                  </a:cubicBezTo>
                  <a:cubicBezTo>
                    <a:pt x="730" y="475"/>
                    <a:pt x="828" y="426"/>
                    <a:pt x="883" y="337"/>
                  </a:cubicBezTo>
                  <a:lnTo>
                    <a:pt x="889" y="325"/>
                  </a:lnTo>
                  <a:lnTo>
                    <a:pt x="873" y="325"/>
                  </a:lnTo>
                  <a:cubicBezTo>
                    <a:pt x="821" y="325"/>
                    <a:pt x="766" y="310"/>
                    <a:pt x="717" y="280"/>
                  </a:cubicBezTo>
                  <a:lnTo>
                    <a:pt x="290" y="14"/>
                  </a:lnTo>
                  <a:cubicBezTo>
                    <a:pt x="274" y="5"/>
                    <a:pt x="257" y="1"/>
                    <a:pt x="241"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146" name="Google Shape;4146;p27"/>
            <p:cNvSpPr/>
            <p:nvPr/>
          </p:nvSpPr>
          <p:spPr>
            <a:xfrm>
              <a:off x="1687877" y="1561379"/>
              <a:ext cx="43751" cy="31641"/>
            </a:xfrm>
            <a:custGeom>
              <a:rect b="b" l="l" r="r" t="t"/>
              <a:pathLst>
                <a:path extrusionOk="0" h="985" w="1362">
                  <a:moveTo>
                    <a:pt x="322" y="0"/>
                  </a:moveTo>
                  <a:cubicBezTo>
                    <a:pt x="229" y="6"/>
                    <a:pt x="141" y="55"/>
                    <a:pt x="87" y="139"/>
                  </a:cubicBezTo>
                  <a:cubicBezTo>
                    <a:pt x="0" y="277"/>
                    <a:pt x="44" y="459"/>
                    <a:pt x="181" y="547"/>
                  </a:cubicBezTo>
                  <a:lnTo>
                    <a:pt x="814" y="940"/>
                  </a:lnTo>
                  <a:cubicBezTo>
                    <a:pt x="862" y="969"/>
                    <a:pt x="916" y="984"/>
                    <a:pt x="970" y="984"/>
                  </a:cubicBezTo>
                  <a:cubicBezTo>
                    <a:pt x="1024" y="984"/>
                    <a:pt x="1077" y="969"/>
                    <a:pt x="1125" y="940"/>
                  </a:cubicBezTo>
                  <a:lnTo>
                    <a:pt x="1361" y="792"/>
                  </a:lnTo>
                  <a:lnTo>
                    <a:pt x="1361" y="792"/>
                  </a:lnTo>
                  <a:cubicBezTo>
                    <a:pt x="1316" y="820"/>
                    <a:pt x="1264" y="834"/>
                    <a:pt x="1212" y="834"/>
                  </a:cubicBezTo>
                  <a:cubicBezTo>
                    <a:pt x="1159" y="834"/>
                    <a:pt x="1105" y="819"/>
                    <a:pt x="1057" y="789"/>
                  </a:cubicBezTo>
                  <a:lnTo>
                    <a:pt x="423" y="397"/>
                  </a:lnTo>
                  <a:cubicBezTo>
                    <a:pt x="287" y="313"/>
                    <a:pt x="244" y="138"/>
                    <a:pt x="322"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147" name="Google Shape;4147;p27"/>
            <p:cNvSpPr/>
            <p:nvPr/>
          </p:nvSpPr>
          <p:spPr>
            <a:xfrm>
              <a:off x="1739501" y="1577730"/>
              <a:ext cx="32861" cy="15290"/>
            </a:xfrm>
            <a:custGeom>
              <a:rect b="b" l="l" r="r" t="t"/>
              <a:pathLst>
                <a:path extrusionOk="0" h="476" w="1023">
                  <a:moveTo>
                    <a:pt x="239" y="1"/>
                  </a:moveTo>
                  <a:cubicBezTo>
                    <a:pt x="222" y="1"/>
                    <a:pt x="206" y="5"/>
                    <a:pt x="191" y="14"/>
                  </a:cubicBezTo>
                  <a:lnTo>
                    <a:pt x="0" y="134"/>
                  </a:lnTo>
                  <a:lnTo>
                    <a:pt x="475" y="431"/>
                  </a:lnTo>
                  <a:cubicBezTo>
                    <a:pt x="524" y="460"/>
                    <a:pt x="578" y="475"/>
                    <a:pt x="631" y="475"/>
                  </a:cubicBezTo>
                  <a:cubicBezTo>
                    <a:pt x="685" y="475"/>
                    <a:pt x="739" y="460"/>
                    <a:pt x="786" y="431"/>
                  </a:cubicBezTo>
                  <a:lnTo>
                    <a:pt x="1022" y="284"/>
                  </a:lnTo>
                  <a:lnTo>
                    <a:pt x="1022" y="284"/>
                  </a:lnTo>
                  <a:cubicBezTo>
                    <a:pt x="976" y="311"/>
                    <a:pt x="924" y="325"/>
                    <a:pt x="873" y="325"/>
                  </a:cubicBezTo>
                  <a:cubicBezTo>
                    <a:pt x="819" y="325"/>
                    <a:pt x="765" y="310"/>
                    <a:pt x="717" y="280"/>
                  </a:cubicBezTo>
                  <a:lnTo>
                    <a:pt x="290" y="14"/>
                  </a:lnTo>
                  <a:cubicBezTo>
                    <a:pt x="274" y="5"/>
                    <a:pt x="257" y="1"/>
                    <a:pt x="239"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148" name="Google Shape;4148;p27"/>
            <p:cNvSpPr/>
            <p:nvPr/>
          </p:nvSpPr>
          <p:spPr>
            <a:xfrm>
              <a:off x="1644381" y="1720167"/>
              <a:ext cx="33343" cy="120106"/>
            </a:xfrm>
            <a:custGeom>
              <a:rect b="b" l="l" r="r" t="t"/>
              <a:pathLst>
                <a:path extrusionOk="0" h="3739" w="1038">
                  <a:moveTo>
                    <a:pt x="700" y="1"/>
                  </a:moveTo>
                  <a:cubicBezTo>
                    <a:pt x="601" y="1"/>
                    <a:pt x="505" y="50"/>
                    <a:pt x="448" y="140"/>
                  </a:cubicBezTo>
                  <a:lnTo>
                    <a:pt x="243" y="473"/>
                  </a:lnTo>
                  <a:lnTo>
                    <a:pt x="135" y="657"/>
                  </a:lnTo>
                  <a:cubicBezTo>
                    <a:pt x="76" y="752"/>
                    <a:pt x="28" y="998"/>
                    <a:pt x="89" y="1094"/>
                  </a:cubicBezTo>
                  <a:lnTo>
                    <a:pt x="353" y="1563"/>
                  </a:lnTo>
                  <a:lnTo>
                    <a:pt x="243" y="1739"/>
                  </a:lnTo>
                  <a:lnTo>
                    <a:pt x="60" y="2051"/>
                  </a:lnTo>
                  <a:cubicBezTo>
                    <a:pt x="1" y="2145"/>
                    <a:pt x="43" y="2278"/>
                    <a:pt x="104" y="2373"/>
                  </a:cubicBezTo>
                  <a:lnTo>
                    <a:pt x="353" y="2828"/>
                  </a:lnTo>
                  <a:lnTo>
                    <a:pt x="243" y="3005"/>
                  </a:lnTo>
                  <a:lnTo>
                    <a:pt x="146" y="3168"/>
                  </a:lnTo>
                  <a:cubicBezTo>
                    <a:pt x="114" y="3216"/>
                    <a:pt x="24" y="3397"/>
                    <a:pt x="24" y="3450"/>
                  </a:cubicBezTo>
                  <a:cubicBezTo>
                    <a:pt x="24" y="3547"/>
                    <a:pt x="70" y="3647"/>
                    <a:pt x="163" y="3699"/>
                  </a:cubicBezTo>
                  <a:cubicBezTo>
                    <a:pt x="210" y="3726"/>
                    <a:pt x="254" y="3738"/>
                    <a:pt x="296" y="3738"/>
                  </a:cubicBezTo>
                  <a:cubicBezTo>
                    <a:pt x="480" y="3738"/>
                    <a:pt x="616" y="3513"/>
                    <a:pt x="687" y="3401"/>
                  </a:cubicBezTo>
                  <a:lnTo>
                    <a:pt x="741" y="3322"/>
                  </a:lnTo>
                  <a:lnTo>
                    <a:pt x="951" y="2983"/>
                  </a:lnTo>
                  <a:cubicBezTo>
                    <a:pt x="1010" y="2887"/>
                    <a:pt x="1010" y="2767"/>
                    <a:pt x="951" y="2672"/>
                  </a:cubicBezTo>
                  <a:lnTo>
                    <a:pt x="671" y="2224"/>
                  </a:lnTo>
                  <a:cubicBezTo>
                    <a:pt x="661" y="2207"/>
                    <a:pt x="661" y="2182"/>
                    <a:pt x="671" y="2165"/>
                  </a:cubicBezTo>
                  <a:lnTo>
                    <a:pt x="951" y="1718"/>
                  </a:lnTo>
                  <a:cubicBezTo>
                    <a:pt x="1010" y="1622"/>
                    <a:pt x="1010" y="1503"/>
                    <a:pt x="951" y="1406"/>
                  </a:cubicBezTo>
                  <a:lnTo>
                    <a:pt x="671" y="961"/>
                  </a:lnTo>
                  <a:cubicBezTo>
                    <a:pt x="661" y="942"/>
                    <a:pt x="661" y="919"/>
                    <a:pt x="671" y="900"/>
                  </a:cubicBezTo>
                  <a:lnTo>
                    <a:pt x="951" y="454"/>
                  </a:lnTo>
                  <a:cubicBezTo>
                    <a:pt x="1037" y="313"/>
                    <a:pt x="994" y="133"/>
                    <a:pt x="856" y="46"/>
                  </a:cubicBezTo>
                  <a:cubicBezTo>
                    <a:pt x="807" y="15"/>
                    <a:pt x="753" y="1"/>
                    <a:pt x="700" y="1"/>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149" name="Google Shape;4149;p27"/>
            <p:cNvSpPr/>
            <p:nvPr/>
          </p:nvSpPr>
          <p:spPr>
            <a:xfrm>
              <a:off x="1644702" y="1816668"/>
              <a:ext cx="23482" cy="24124"/>
            </a:xfrm>
            <a:custGeom>
              <a:rect b="b" l="l" r="r" t="t"/>
              <a:pathLst>
                <a:path extrusionOk="0" h="751" w="731">
                  <a:moveTo>
                    <a:pt x="233" y="1"/>
                  </a:moveTo>
                  <a:cubicBezTo>
                    <a:pt x="232" y="2"/>
                    <a:pt x="230" y="4"/>
                    <a:pt x="229" y="6"/>
                  </a:cubicBezTo>
                  <a:lnTo>
                    <a:pt x="229" y="6"/>
                  </a:lnTo>
                  <a:lnTo>
                    <a:pt x="233" y="1"/>
                  </a:lnTo>
                  <a:close/>
                  <a:moveTo>
                    <a:pt x="229" y="6"/>
                  </a:moveTo>
                  <a:lnTo>
                    <a:pt x="191" y="70"/>
                  </a:lnTo>
                  <a:lnTo>
                    <a:pt x="46" y="302"/>
                  </a:lnTo>
                  <a:cubicBezTo>
                    <a:pt x="15" y="349"/>
                    <a:pt x="1" y="405"/>
                    <a:pt x="1" y="457"/>
                  </a:cubicBezTo>
                  <a:cubicBezTo>
                    <a:pt x="1" y="557"/>
                    <a:pt x="52" y="653"/>
                    <a:pt x="143" y="709"/>
                  </a:cubicBezTo>
                  <a:cubicBezTo>
                    <a:pt x="190" y="737"/>
                    <a:pt x="241" y="751"/>
                    <a:pt x="292" y="751"/>
                  </a:cubicBezTo>
                  <a:cubicBezTo>
                    <a:pt x="394" y="751"/>
                    <a:pt x="493" y="698"/>
                    <a:pt x="551" y="606"/>
                  </a:cubicBezTo>
                  <a:lnTo>
                    <a:pt x="731" y="318"/>
                  </a:lnTo>
                  <a:lnTo>
                    <a:pt x="731" y="318"/>
                  </a:lnTo>
                  <a:cubicBezTo>
                    <a:pt x="674" y="404"/>
                    <a:pt x="579" y="452"/>
                    <a:pt x="482" y="452"/>
                  </a:cubicBezTo>
                  <a:cubicBezTo>
                    <a:pt x="429" y="452"/>
                    <a:pt x="375" y="438"/>
                    <a:pt x="327" y="407"/>
                  </a:cubicBezTo>
                  <a:cubicBezTo>
                    <a:pt x="237" y="352"/>
                    <a:pt x="188" y="255"/>
                    <a:pt x="188" y="157"/>
                  </a:cubicBezTo>
                  <a:cubicBezTo>
                    <a:pt x="188" y="105"/>
                    <a:pt x="201" y="54"/>
                    <a:pt x="229" y="6"/>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150" name="Google Shape;4150;p27"/>
            <p:cNvSpPr/>
            <p:nvPr/>
          </p:nvSpPr>
          <p:spPr>
            <a:xfrm>
              <a:off x="1644253" y="1776159"/>
              <a:ext cx="17057" cy="34917"/>
            </a:xfrm>
            <a:custGeom>
              <a:rect b="b" l="l" r="r" t="t"/>
              <a:pathLst>
                <a:path extrusionOk="0" h="1087" w="531">
                  <a:moveTo>
                    <a:pt x="247" y="1"/>
                  </a:moveTo>
                  <a:cubicBezTo>
                    <a:pt x="246" y="1"/>
                    <a:pt x="246" y="1"/>
                    <a:pt x="246" y="1"/>
                  </a:cubicBezTo>
                  <a:lnTo>
                    <a:pt x="246" y="1"/>
                  </a:lnTo>
                  <a:lnTo>
                    <a:pt x="247" y="1"/>
                  </a:lnTo>
                  <a:close/>
                  <a:moveTo>
                    <a:pt x="246" y="1"/>
                  </a:moveTo>
                  <a:lnTo>
                    <a:pt x="60" y="297"/>
                  </a:lnTo>
                  <a:cubicBezTo>
                    <a:pt x="1" y="393"/>
                    <a:pt x="1" y="513"/>
                    <a:pt x="60" y="609"/>
                  </a:cubicBezTo>
                  <a:lnTo>
                    <a:pt x="357" y="1086"/>
                  </a:lnTo>
                  <a:lnTo>
                    <a:pt x="513" y="836"/>
                  </a:lnTo>
                  <a:cubicBezTo>
                    <a:pt x="530" y="806"/>
                    <a:pt x="530" y="768"/>
                    <a:pt x="513" y="739"/>
                  </a:cubicBezTo>
                  <a:lnTo>
                    <a:pt x="247" y="312"/>
                  </a:lnTo>
                  <a:cubicBezTo>
                    <a:pt x="187" y="215"/>
                    <a:pt x="187" y="95"/>
                    <a:pt x="246"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151" name="Google Shape;4151;p27"/>
            <p:cNvSpPr/>
            <p:nvPr/>
          </p:nvSpPr>
          <p:spPr>
            <a:xfrm>
              <a:off x="1644253" y="1724600"/>
              <a:ext cx="17057" cy="45839"/>
            </a:xfrm>
            <a:custGeom>
              <a:rect b="b" l="l" r="r" t="t"/>
              <a:pathLst>
                <a:path extrusionOk="0" h="1427" w="531">
                  <a:moveTo>
                    <a:pt x="457" y="0"/>
                  </a:moveTo>
                  <a:cubicBezTo>
                    <a:pt x="456" y="1"/>
                    <a:pt x="456" y="1"/>
                    <a:pt x="455" y="2"/>
                  </a:cubicBezTo>
                  <a:lnTo>
                    <a:pt x="455" y="2"/>
                  </a:lnTo>
                  <a:lnTo>
                    <a:pt x="457" y="0"/>
                  </a:lnTo>
                  <a:close/>
                  <a:moveTo>
                    <a:pt x="455" y="2"/>
                  </a:moveTo>
                  <a:lnTo>
                    <a:pt x="454" y="5"/>
                  </a:lnTo>
                  <a:lnTo>
                    <a:pt x="454" y="5"/>
                  </a:lnTo>
                  <a:cubicBezTo>
                    <a:pt x="455" y="4"/>
                    <a:pt x="455" y="3"/>
                    <a:pt x="455" y="2"/>
                  </a:cubicBezTo>
                  <a:close/>
                  <a:moveTo>
                    <a:pt x="454" y="5"/>
                  </a:moveTo>
                  <a:cubicBezTo>
                    <a:pt x="454" y="5"/>
                    <a:pt x="454" y="5"/>
                    <a:pt x="454" y="5"/>
                  </a:cubicBezTo>
                  <a:lnTo>
                    <a:pt x="60" y="637"/>
                  </a:lnTo>
                  <a:cubicBezTo>
                    <a:pt x="1" y="733"/>
                    <a:pt x="1" y="853"/>
                    <a:pt x="60" y="948"/>
                  </a:cubicBezTo>
                  <a:lnTo>
                    <a:pt x="357" y="1426"/>
                  </a:lnTo>
                  <a:lnTo>
                    <a:pt x="513" y="1174"/>
                  </a:lnTo>
                  <a:cubicBezTo>
                    <a:pt x="530" y="1144"/>
                    <a:pt x="530" y="1106"/>
                    <a:pt x="513" y="1077"/>
                  </a:cubicBezTo>
                  <a:lnTo>
                    <a:pt x="247" y="650"/>
                  </a:lnTo>
                  <a:cubicBezTo>
                    <a:pt x="187" y="555"/>
                    <a:pt x="187" y="433"/>
                    <a:pt x="247" y="339"/>
                  </a:cubicBezTo>
                  <a:lnTo>
                    <a:pt x="454" y="5"/>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152" name="Google Shape;4152;p27"/>
            <p:cNvSpPr/>
            <p:nvPr/>
          </p:nvSpPr>
          <p:spPr>
            <a:xfrm>
              <a:off x="1747082" y="1732888"/>
              <a:ext cx="98455" cy="97588"/>
            </a:xfrm>
            <a:custGeom>
              <a:rect b="b" l="l" r="r" t="t"/>
              <a:pathLst>
                <a:path extrusionOk="0" h="3038" w="3065">
                  <a:moveTo>
                    <a:pt x="2911" y="0"/>
                  </a:moveTo>
                  <a:cubicBezTo>
                    <a:pt x="2876" y="0"/>
                    <a:pt x="2840" y="14"/>
                    <a:pt x="2813" y="41"/>
                  </a:cubicBezTo>
                  <a:lnTo>
                    <a:pt x="55" y="2798"/>
                  </a:lnTo>
                  <a:cubicBezTo>
                    <a:pt x="0" y="2853"/>
                    <a:pt x="0" y="2942"/>
                    <a:pt x="55" y="2997"/>
                  </a:cubicBezTo>
                  <a:cubicBezTo>
                    <a:pt x="83" y="3023"/>
                    <a:pt x="119" y="3037"/>
                    <a:pt x="155" y="3037"/>
                  </a:cubicBezTo>
                  <a:cubicBezTo>
                    <a:pt x="191" y="3037"/>
                    <a:pt x="228" y="3026"/>
                    <a:pt x="252" y="2997"/>
                  </a:cubicBezTo>
                  <a:lnTo>
                    <a:pt x="3010" y="239"/>
                  </a:lnTo>
                  <a:cubicBezTo>
                    <a:pt x="3065" y="184"/>
                    <a:pt x="3065" y="96"/>
                    <a:pt x="3010" y="41"/>
                  </a:cubicBezTo>
                  <a:cubicBezTo>
                    <a:pt x="2983" y="14"/>
                    <a:pt x="2947" y="0"/>
                    <a:pt x="2911" y="0"/>
                  </a:cubicBezTo>
                  <a:close/>
                </a:path>
              </a:pathLst>
            </a:cu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153" name="Google Shape;4153;p27"/>
            <p:cNvSpPr/>
            <p:nvPr/>
          </p:nvSpPr>
          <p:spPr>
            <a:xfrm>
              <a:off x="1777022" y="1750846"/>
              <a:ext cx="80467" cy="79632"/>
            </a:xfrm>
            <a:custGeom>
              <a:rect b="b" l="l" r="r" t="t"/>
              <a:pathLst>
                <a:path extrusionOk="0" h="2479" w="2505">
                  <a:moveTo>
                    <a:pt x="2352" y="0"/>
                  </a:moveTo>
                  <a:cubicBezTo>
                    <a:pt x="2316" y="0"/>
                    <a:pt x="2281" y="14"/>
                    <a:pt x="2253" y="42"/>
                  </a:cubicBezTo>
                  <a:lnTo>
                    <a:pt x="56" y="2239"/>
                  </a:lnTo>
                  <a:cubicBezTo>
                    <a:pt x="1" y="2294"/>
                    <a:pt x="1" y="2383"/>
                    <a:pt x="56" y="2438"/>
                  </a:cubicBezTo>
                  <a:cubicBezTo>
                    <a:pt x="82" y="2464"/>
                    <a:pt x="118" y="2478"/>
                    <a:pt x="154" y="2478"/>
                  </a:cubicBezTo>
                  <a:cubicBezTo>
                    <a:pt x="190" y="2478"/>
                    <a:pt x="226" y="2467"/>
                    <a:pt x="254" y="2438"/>
                  </a:cubicBezTo>
                  <a:lnTo>
                    <a:pt x="2451" y="239"/>
                  </a:lnTo>
                  <a:cubicBezTo>
                    <a:pt x="2505" y="184"/>
                    <a:pt x="2505" y="95"/>
                    <a:pt x="2451" y="42"/>
                  </a:cubicBezTo>
                  <a:cubicBezTo>
                    <a:pt x="2424" y="14"/>
                    <a:pt x="2388" y="0"/>
                    <a:pt x="2352" y="0"/>
                  </a:cubicBezTo>
                  <a:close/>
                </a:path>
              </a:pathLst>
            </a:cu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4154" name="Google Shape;4154;p27"/>
          <p:cNvGrpSpPr/>
          <p:nvPr/>
        </p:nvGrpSpPr>
        <p:grpSpPr>
          <a:xfrm>
            <a:off x="6023056" y="2835061"/>
            <a:ext cx="276073" cy="297658"/>
            <a:chOff x="6023056" y="2835061"/>
            <a:chExt cx="276073" cy="297658"/>
          </a:xfrm>
        </p:grpSpPr>
        <p:sp>
          <p:nvSpPr>
            <p:cNvPr id="4155" name="Google Shape;4155;p27"/>
            <p:cNvSpPr/>
            <p:nvPr/>
          </p:nvSpPr>
          <p:spPr>
            <a:xfrm>
              <a:off x="6078759" y="3050099"/>
              <a:ext cx="85735" cy="22711"/>
            </a:xfrm>
            <a:custGeom>
              <a:rect b="b" l="l" r="r" t="t"/>
              <a:pathLst>
                <a:path extrusionOk="0" h="707" w="2669">
                  <a:moveTo>
                    <a:pt x="0" y="0"/>
                  </a:moveTo>
                  <a:lnTo>
                    <a:pt x="267" y="610"/>
                  </a:lnTo>
                  <a:cubicBezTo>
                    <a:pt x="300" y="669"/>
                    <a:pt x="364" y="707"/>
                    <a:pt x="432" y="707"/>
                  </a:cubicBezTo>
                  <a:lnTo>
                    <a:pt x="2149" y="707"/>
                  </a:lnTo>
                  <a:cubicBezTo>
                    <a:pt x="2218" y="707"/>
                    <a:pt x="2282" y="669"/>
                    <a:pt x="2312" y="610"/>
                  </a:cubicBezTo>
                  <a:lnTo>
                    <a:pt x="2467" y="429"/>
                  </a:lnTo>
                  <a:lnTo>
                    <a:pt x="2668" y="55"/>
                  </a:lnTo>
                  <a:lnTo>
                    <a:pt x="2589" y="16"/>
                  </a:lnTo>
                  <a:lnTo>
                    <a:pt x="0" y="0"/>
                  </a:lnTo>
                  <a:close/>
                </a:path>
              </a:pathLst>
            </a:cu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156" name="Google Shape;4156;p27"/>
            <p:cNvSpPr/>
            <p:nvPr/>
          </p:nvSpPr>
          <p:spPr>
            <a:xfrm>
              <a:off x="6075868" y="3050002"/>
              <a:ext cx="82234" cy="23963"/>
            </a:xfrm>
            <a:custGeom>
              <a:rect b="b" l="l" r="r" t="t"/>
              <a:pathLst>
                <a:path extrusionOk="0" h="746" w="2560">
                  <a:moveTo>
                    <a:pt x="161" y="0"/>
                  </a:moveTo>
                  <a:lnTo>
                    <a:pt x="1" y="57"/>
                  </a:lnTo>
                  <a:lnTo>
                    <a:pt x="320" y="649"/>
                  </a:lnTo>
                  <a:cubicBezTo>
                    <a:pt x="354" y="708"/>
                    <a:pt x="417" y="746"/>
                    <a:pt x="485" y="746"/>
                  </a:cubicBezTo>
                  <a:lnTo>
                    <a:pt x="2278" y="746"/>
                  </a:lnTo>
                  <a:cubicBezTo>
                    <a:pt x="2346" y="746"/>
                    <a:pt x="2409" y="708"/>
                    <a:pt x="2441" y="649"/>
                  </a:cubicBezTo>
                  <a:lnTo>
                    <a:pt x="2560" y="430"/>
                  </a:lnTo>
                  <a:lnTo>
                    <a:pt x="1927" y="430"/>
                  </a:lnTo>
                  <a:cubicBezTo>
                    <a:pt x="1774" y="336"/>
                    <a:pt x="1593" y="281"/>
                    <a:pt x="1398" y="281"/>
                  </a:cubicBezTo>
                  <a:cubicBezTo>
                    <a:pt x="1204" y="281"/>
                    <a:pt x="1021" y="336"/>
                    <a:pt x="868" y="430"/>
                  </a:cubicBezTo>
                  <a:lnTo>
                    <a:pt x="652" y="430"/>
                  </a:lnTo>
                  <a:cubicBezTo>
                    <a:pt x="617" y="430"/>
                    <a:pt x="587" y="412"/>
                    <a:pt x="571" y="381"/>
                  </a:cubicBezTo>
                  <a:lnTo>
                    <a:pt x="396" y="57"/>
                  </a:lnTo>
                  <a:lnTo>
                    <a:pt x="161" y="0"/>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157" name="Google Shape;4157;p27"/>
            <p:cNvSpPr/>
            <p:nvPr/>
          </p:nvSpPr>
          <p:spPr>
            <a:xfrm>
              <a:off x="6190455" y="3050613"/>
              <a:ext cx="86056" cy="21040"/>
            </a:xfrm>
            <a:custGeom>
              <a:rect b="b" l="l" r="r" t="t"/>
              <a:pathLst>
                <a:path extrusionOk="0" h="655" w="2679">
                  <a:moveTo>
                    <a:pt x="2609" y="0"/>
                  </a:moveTo>
                  <a:lnTo>
                    <a:pt x="1" y="2"/>
                  </a:lnTo>
                  <a:lnTo>
                    <a:pt x="290" y="558"/>
                  </a:lnTo>
                  <a:cubicBezTo>
                    <a:pt x="322" y="617"/>
                    <a:pt x="386" y="655"/>
                    <a:pt x="455" y="655"/>
                  </a:cubicBezTo>
                  <a:lnTo>
                    <a:pt x="2102" y="655"/>
                  </a:lnTo>
                  <a:cubicBezTo>
                    <a:pt x="2172" y="655"/>
                    <a:pt x="2233" y="617"/>
                    <a:pt x="2266" y="556"/>
                  </a:cubicBezTo>
                  <a:lnTo>
                    <a:pt x="2477" y="411"/>
                  </a:lnTo>
                  <a:lnTo>
                    <a:pt x="2679" y="38"/>
                  </a:lnTo>
                  <a:lnTo>
                    <a:pt x="2609" y="0"/>
                  </a:lnTo>
                  <a:close/>
                </a:path>
              </a:pathLst>
            </a:cu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158" name="Google Shape;4158;p27"/>
            <p:cNvSpPr/>
            <p:nvPr/>
          </p:nvSpPr>
          <p:spPr>
            <a:xfrm>
              <a:off x="6187949" y="3050613"/>
              <a:ext cx="82234" cy="23353"/>
            </a:xfrm>
            <a:custGeom>
              <a:rect b="b" l="l" r="r" t="t"/>
              <a:pathLst>
                <a:path extrusionOk="0" h="727" w="2560">
                  <a:moveTo>
                    <a:pt x="165" y="0"/>
                  </a:moveTo>
                  <a:lnTo>
                    <a:pt x="0" y="38"/>
                  </a:lnTo>
                  <a:lnTo>
                    <a:pt x="320" y="630"/>
                  </a:lnTo>
                  <a:cubicBezTo>
                    <a:pt x="354" y="689"/>
                    <a:pt x="416" y="727"/>
                    <a:pt x="485" y="727"/>
                  </a:cubicBezTo>
                  <a:lnTo>
                    <a:pt x="2277" y="727"/>
                  </a:lnTo>
                  <a:cubicBezTo>
                    <a:pt x="2346" y="727"/>
                    <a:pt x="2409" y="689"/>
                    <a:pt x="2441" y="630"/>
                  </a:cubicBezTo>
                  <a:lnTo>
                    <a:pt x="2560" y="411"/>
                  </a:lnTo>
                  <a:lnTo>
                    <a:pt x="1908" y="411"/>
                  </a:lnTo>
                  <a:cubicBezTo>
                    <a:pt x="1753" y="317"/>
                    <a:pt x="1572" y="262"/>
                    <a:pt x="1380" y="262"/>
                  </a:cubicBezTo>
                  <a:cubicBezTo>
                    <a:pt x="1186" y="262"/>
                    <a:pt x="1004" y="317"/>
                    <a:pt x="849" y="411"/>
                  </a:cubicBezTo>
                  <a:lnTo>
                    <a:pt x="652" y="411"/>
                  </a:lnTo>
                  <a:cubicBezTo>
                    <a:pt x="617" y="411"/>
                    <a:pt x="587" y="393"/>
                    <a:pt x="571" y="362"/>
                  </a:cubicBezTo>
                  <a:lnTo>
                    <a:pt x="396" y="38"/>
                  </a:lnTo>
                  <a:lnTo>
                    <a:pt x="165" y="0"/>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159" name="Google Shape;4159;p27"/>
            <p:cNvSpPr/>
            <p:nvPr/>
          </p:nvSpPr>
          <p:spPr>
            <a:xfrm>
              <a:off x="6090709" y="3067381"/>
              <a:ext cx="62767" cy="64117"/>
            </a:xfrm>
            <a:custGeom>
              <a:rect b="b" l="l" r="r" t="t"/>
              <a:pathLst>
                <a:path extrusionOk="0" h="1996" w="1954">
                  <a:moveTo>
                    <a:pt x="937" y="1"/>
                  </a:moveTo>
                  <a:cubicBezTo>
                    <a:pt x="727" y="1"/>
                    <a:pt x="535" y="64"/>
                    <a:pt x="372" y="173"/>
                  </a:cubicBezTo>
                  <a:cubicBezTo>
                    <a:pt x="372" y="173"/>
                    <a:pt x="0" y="541"/>
                    <a:pt x="0" y="891"/>
                  </a:cubicBezTo>
                  <a:cubicBezTo>
                    <a:pt x="0" y="1453"/>
                    <a:pt x="416" y="1996"/>
                    <a:pt x="977" y="1996"/>
                  </a:cubicBezTo>
                  <a:cubicBezTo>
                    <a:pt x="1331" y="1996"/>
                    <a:pt x="1782" y="1580"/>
                    <a:pt x="1782" y="1580"/>
                  </a:cubicBezTo>
                  <a:cubicBezTo>
                    <a:pt x="1889" y="1419"/>
                    <a:pt x="1953" y="1225"/>
                    <a:pt x="1953" y="1016"/>
                  </a:cubicBezTo>
                  <a:cubicBezTo>
                    <a:pt x="1953" y="455"/>
                    <a:pt x="1499" y="1"/>
                    <a:pt x="937" y="1"/>
                  </a:cubicBez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160" name="Google Shape;4160;p27"/>
            <p:cNvSpPr/>
            <p:nvPr/>
          </p:nvSpPr>
          <p:spPr>
            <a:xfrm>
              <a:off x="6088204" y="3072939"/>
              <a:ext cx="59780" cy="59780"/>
            </a:xfrm>
            <a:custGeom>
              <a:rect b="b" l="l" r="r" t="t"/>
              <a:pathLst>
                <a:path extrusionOk="0" h="1861" w="1861">
                  <a:moveTo>
                    <a:pt x="450" y="0"/>
                  </a:moveTo>
                  <a:cubicBezTo>
                    <a:pt x="180" y="182"/>
                    <a:pt x="0" y="492"/>
                    <a:pt x="0" y="845"/>
                  </a:cubicBezTo>
                  <a:cubicBezTo>
                    <a:pt x="0" y="1406"/>
                    <a:pt x="455" y="1860"/>
                    <a:pt x="1015" y="1860"/>
                  </a:cubicBezTo>
                  <a:cubicBezTo>
                    <a:pt x="1368" y="1860"/>
                    <a:pt x="1678" y="1681"/>
                    <a:pt x="1860" y="1410"/>
                  </a:cubicBezTo>
                  <a:lnTo>
                    <a:pt x="1860" y="1410"/>
                  </a:lnTo>
                  <a:cubicBezTo>
                    <a:pt x="1698" y="1516"/>
                    <a:pt x="1504" y="1579"/>
                    <a:pt x="1294" y="1579"/>
                  </a:cubicBezTo>
                  <a:cubicBezTo>
                    <a:pt x="733" y="1579"/>
                    <a:pt x="278" y="1125"/>
                    <a:pt x="278" y="565"/>
                  </a:cubicBezTo>
                  <a:cubicBezTo>
                    <a:pt x="278" y="355"/>
                    <a:pt x="342" y="161"/>
                    <a:pt x="450" y="0"/>
                  </a:cubicBez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161" name="Google Shape;4161;p27"/>
            <p:cNvSpPr/>
            <p:nvPr/>
          </p:nvSpPr>
          <p:spPr>
            <a:xfrm>
              <a:off x="6112458" y="3090928"/>
              <a:ext cx="17443" cy="17507"/>
            </a:xfrm>
            <a:custGeom>
              <a:rect b="b" l="l" r="r" t="t"/>
              <a:pathLst>
                <a:path extrusionOk="0" h="545" w="543">
                  <a:moveTo>
                    <a:pt x="260" y="0"/>
                  </a:moveTo>
                  <a:cubicBezTo>
                    <a:pt x="231" y="0"/>
                    <a:pt x="205" y="5"/>
                    <a:pt x="177" y="13"/>
                  </a:cubicBezTo>
                  <a:cubicBezTo>
                    <a:pt x="177" y="13"/>
                    <a:pt x="1" y="161"/>
                    <a:pt x="1" y="288"/>
                  </a:cubicBezTo>
                  <a:cubicBezTo>
                    <a:pt x="1" y="445"/>
                    <a:pt x="107" y="545"/>
                    <a:pt x="261" y="545"/>
                  </a:cubicBezTo>
                  <a:cubicBezTo>
                    <a:pt x="389" y="545"/>
                    <a:pt x="529" y="364"/>
                    <a:pt x="529" y="364"/>
                  </a:cubicBezTo>
                  <a:cubicBezTo>
                    <a:pt x="538" y="340"/>
                    <a:pt x="542" y="314"/>
                    <a:pt x="542" y="283"/>
                  </a:cubicBezTo>
                  <a:cubicBezTo>
                    <a:pt x="542" y="128"/>
                    <a:pt x="416" y="0"/>
                    <a:pt x="260" y="0"/>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162" name="Google Shape;4162;p27"/>
            <p:cNvSpPr/>
            <p:nvPr/>
          </p:nvSpPr>
          <p:spPr>
            <a:xfrm>
              <a:off x="6111719" y="3091346"/>
              <a:ext cx="17796" cy="17732"/>
            </a:xfrm>
            <a:custGeom>
              <a:rect b="b" l="l" r="r" t="t"/>
              <a:pathLst>
                <a:path extrusionOk="0" h="552" w="554">
                  <a:moveTo>
                    <a:pt x="200" y="0"/>
                  </a:moveTo>
                  <a:lnTo>
                    <a:pt x="200" y="0"/>
                  </a:lnTo>
                  <a:cubicBezTo>
                    <a:pt x="85" y="37"/>
                    <a:pt x="1" y="144"/>
                    <a:pt x="1" y="270"/>
                  </a:cubicBezTo>
                  <a:cubicBezTo>
                    <a:pt x="1" y="426"/>
                    <a:pt x="128" y="552"/>
                    <a:pt x="283" y="552"/>
                  </a:cubicBezTo>
                  <a:cubicBezTo>
                    <a:pt x="410" y="552"/>
                    <a:pt x="517" y="469"/>
                    <a:pt x="554" y="354"/>
                  </a:cubicBezTo>
                  <a:lnTo>
                    <a:pt x="554" y="354"/>
                  </a:lnTo>
                  <a:cubicBezTo>
                    <a:pt x="526" y="362"/>
                    <a:pt x="499" y="367"/>
                    <a:pt x="470" y="367"/>
                  </a:cubicBezTo>
                  <a:cubicBezTo>
                    <a:pt x="313" y="367"/>
                    <a:pt x="187" y="239"/>
                    <a:pt x="187" y="84"/>
                  </a:cubicBezTo>
                  <a:cubicBezTo>
                    <a:pt x="187" y="55"/>
                    <a:pt x="192" y="28"/>
                    <a:pt x="200"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163" name="Google Shape;4163;p27"/>
            <p:cNvSpPr/>
            <p:nvPr/>
          </p:nvSpPr>
          <p:spPr>
            <a:xfrm>
              <a:off x="6202116" y="3067381"/>
              <a:ext cx="62767" cy="64117"/>
            </a:xfrm>
            <a:custGeom>
              <a:rect b="b" l="l" r="r" t="t"/>
              <a:pathLst>
                <a:path extrusionOk="0" h="1996" w="1954">
                  <a:moveTo>
                    <a:pt x="939" y="1"/>
                  </a:moveTo>
                  <a:cubicBezTo>
                    <a:pt x="728" y="1"/>
                    <a:pt x="535" y="64"/>
                    <a:pt x="373" y="173"/>
                  </a:cubicBezTo>
                  <a:cubicBezTo>
                    <a:pt x="373" y="173"/>
                    <a:pt x="1" y="541"/>
                    <a:pt x="1" y="891"/>
                  </a:cubicBezTo>
                  <a:cubicBezTo>
                    <a:pt x="1" y="1453"/>
                    <a:pt x="416" y="1996"/>
                    <a:pt x="978" y="1996"/>
                  </a:cubicBezTo>
                  <a:cubicBezTo>
                    <a:pt x="1331" y="1996"/>
                    <a:pt x="1783" y="1580"/>
                    <a:pt x="1783" y="1580"/>
                  </a:cubicBezTo>
                  <a:cubicBezTo>
                    <a:pt x="1890" y="1419"/>
                    <a:pt x="1954" y="1225"/>
                    <a:pt x="1954" y="1016"/>
                  </a:cubicBezTo>
                  <a:cubicBezTo>
                    <a:pt x="1954" y="455"/>
                    <a:pt x="1499" y="1"/>
                    <a:pt x="939" y="1"/>
                  </a:cubicBez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164" name="Google Shape;4164;p27"/>
            <p:cNvSpPr/>
            <p:nvPr/>
          </p:nvSpPr>
          <p:spPr>
            <a:xfrm>
              <a:off x="6199610" y="3072939"/>
              <a:ext cx="59780" cy="59780"/>
            </a:xfrm>
            <a:custGeom>
              <a:rect b="b" l="l" r="r" t="t"/>
              <a:pathLst>
                <a:path extrusionOk="0" h="1861" w="1861">
                  <a:moveTo>
                    <a:pt x="452" y="0"/>
                  </a:moveTo>
                  <a:lnTo>
                    <a:pt x="452" y="0"/>
                  </a:lnTo>
                  <a:cubicBezTo>
                    <a:pt x="180" y="182"/>
                    <a:pt x="1" y="492"/>
                    <a:pt x="1" y="845"/>
                  </a:cubicBezTo>
                  <a:cubicBezTo>
                    <a:pt x="1" y="1406"/>
                    <a:pt x="455" y="1860"/>
                    <a:pt x="1017" y="1860"/>
                  </a:cubicBezTo>
                  <a:cubicBezTo>
                    <a:pt x="1369" y="1860"/>
                    <a:pt x="1679" y="1681"/>
                    <a:pt x="1861" y="1410"/>
                  </a:cubicBezTo>
                  <a:lnTo>
                    <a:pt x="1861" y="1410"/>
                  </a:lnTo>
                  <a:cubicBezTo>
                    <a:pt x="1699" y="1516"/>
                    <a:pt x="1503" y="1579"/>
                    <a:pt x="1295" y="1579"/>
                  </a:cubicBezTo>
                  <a:cubicBezTo>
                    <a:pt x="735" y="1579"/>
                    <a:pt x="280" y="1125"/>
                    <a:pt x="280" y="565"/>
                  </a:cubicBezTo>
                  <a:cubicBezTo>
                    <a:pt x="280" y="355"/>
                    <a:pt x="344" y="161"/>
                    <a:pt x="452" y="0"/>
                  </a:cubicBez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165" name="Google Shape;4165;p27"/>
            <p:cNvSpPr/>
            <p:nvPr/>
          </p:nvSpPr>
          <p:spPr>
            <a:xfrm>
              <a:off x="6223896" y="3090928"/>
              <a:ext cx="17378" cy="17507"/>
            </a:xfrm>
            <a:custGeom>
              <a:rect b="b" l="l" r="r" t="t"/>
              <a:pathLst>
                <a:path extrusionOk="0" h="545" w="541">
                  <a:moveTo>
                    <a:pt x="258" y="0"/>
                  </a:moveTo>
                  <a:cubicBezTo>
                    <a:pt x="229" y="0"/>
                    <a:pt x="203" y="5"/>
                    <a:pt x="176" y="13"/>
                  </a:cubicBezTo>
                  <a:cubicBezTo>
                    <a:pt x="176" y="13"/>
                    <a:pt x="0" y="161"/>
                    <a:pt x="0" y="288"/>
                  </a:cubicBezTo>
                  <a:cubicBezTo>
                    <a:pt x="0" y="445"/>
                    <a:pt x="105" y="545"/>
                    <a:pt x="261" y="545"/>
                  </a:cubicBezTo>
                  <a:cubicBezTo>
                    <a:pt x="387" y="545"/>
                    <a:pt x="527" y="364"/>
                    <a:pt x="527" y="364"/>
                  </a:cubicBezTo>
                  <a:cubicBezTo>
                    <a:pt x="537" y="340"/>
                    <a:pt x="540" y="314"/>
                    <a:pt x="540" y="283"/>
                  </a:cubicBezTo>
                  <a:cubicBezTo>
                    <a:pt x="540" y="128"/>
                    <a:pt x="414" y="0"/>
                    <a:pt x="258" y="0"/>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166" name="Google Shape;4166;p27"/>
            <p:cNvSpPr/>
            <p:nvPr/>
          </p:nvSpPr>
          <p:spPr>
            <a:xfrm>
              <a:off x="6223093" y="3091346"/>
              <a:ext cx="17796" cy="17732"/>
            </a:xfrm>
            <a:custGeom>
              <a:rect b="b" l="l" r="r" t="t"/>
              <a:pathLst>
                <a:path extrusionOk="0" h="552" w="554">
                  <a:moveTo>
                    <a:pt x="201" y="0"/>
                  </a:moveTo>
                  <a:cubicBezTo>
                    <a:pt x="85" y="37"/>
                    <a:pt x="1" y="144"/>
                    <a:pt x="1" y="270"/>
                  </a:cubicBezTo>
                  <a:cubicBezTo>
                    <a:pt x="1" y="426"/>
                    <a:pt x="128" y="552"/>
                    <a:pt x="283" y="552"/>
                  </a:cubicBezTo>
                  <a:cubicBezTo>
                    <a:pt x="410" y="552"/>
                    <a:pt x="518" y="469"/>
                    <a:pt x="554" y="354"/>
                  </a:cubicBezTo>
                  <a:lnTo>
                    <a:pt x="554" y="354"/>
                  </a:lnTo>
                  <a:cubicBezTo>
                    <a:pt x="528" y="362"/>
                    <a:pt x="499" y="367"/>
                    <a:pt x="470" y="367"/>
                  </a:cubicBezTo>
                  <a:cubicBezTo>
                    <a:pt x="315" y="367"/>
                    <a:pt x="188" y="239"/>
                    <a:pt x="188" y="84"/>
                  </a:cubicBezTo>
                  <a:cubicBezTo>
                    <a:pt x="188" y="55"/>
                    <a:pt x="192" y="28"/>
                    <a:pt x="201"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167" name="Google Shape;4167;p27"/>
            <p:cNvSpPr/>
            <p:nvPr/>
          </p:nvSpPr>
          <p:spPr>
            <a:xfrm>
              <a:off x="6218596" y="2996163"/>
              <a:ext cx="73689" cy="36555"/>
            </a:xfrm>
            <a:custGeom>
              <a:rect b="b" l="l" r="r" t="t"/>
              <a:pathLst>
                <a:path extrusionOk="0" h="1138" w="2294">
                  <a:moveTo>
                    <a:pt x="2156" y="0"/>
                  </a:moveTo>
                  <a:cubicBezTo>
                    <a:pt x="2013" y="1"/>
                    <a:pt x="332" y="32"/>
                    <a:pt x="129" y="84"/>
                  </a:cubicBezTo>
                  <a:cubicBezTo>
                    <a:pt x="0" y="119"/>
                    <a:pt x="74" y="222"/>
                    <a:pt x="74" y="222"/>
                  </a:cubicBezTo>
                  <a:cubicBezTo>
                    <a:pt x="254" y="511"/>
                    <a:pt x="325" y="706"/>
                    <a:pt x="451" y="1138"/>
                  </a:cubicBezTo>
                  <a:lnTo>
                    <a:pt x="1953" y="1122"/>
                  </a:lnTo>
                  <a:lnTo>
                    <a:pt x="2078" y="877"/>
                  </a:lnTo>
                  <a:lnTo>
                    <a:pt x="2293" y="62"/>
                  </a:lnTo>
                  <a:lnTo>
                    <a:pt x="2156" y="0"/>
                  </a:ln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168" name="Google Shape;4168;p27"/>
            <p:cNvSpPr/>
            <p:nvPr/>
          </p:nvSpPr>
          <p:spPr>
            <a:xfrm>
              <a:off x="6218178" y="2999182"/>
              <a:ext cx="67232" cy="36523"/>
            </a:xfrm>
            <a:custGeom>
              <a:rect b="b" l="l" r="r" t="t"/>
              <a:pathLst>
                <a:path extrusionOk="0" h="1137" w="2093">
                  <a:moveTo>
                    <a:pt x="153" y="1"/>
                  </a:moveTo>
                  <a:cubicBezTo>
                    <a:pt x="137" y="1"/>
                    <a:pt x="122" y="3"/>
                    <a:pt x="109" y="7"/>
                  </a:cubicBezTo>
                  <a:cubicBezTo>
                    <a:pt x="92" y="15"/>
                    <a:pt x="0" y="139"/>
                    <a:pt x="0" y="139"/>
                  </a:cubicBezTo>
                  <a:cubicBezTo>
                    <a:pt x="178" y="429"/>
                    <a:pt x="274" y="652"/>
                    <a:pt x="403" y="1080"/>
                  </a:cubicBezTo>
                  <a:lnTo>
                    <a:pt x="424" y="1137"/>
                  </a:lnTo>
                  <a:lnTo>
                    <a:pt x="1988" y="1137"/>
                  </a:lnTo>
                  <a:lnTo>
                    <a:pt x="2013" y="1080"/>
                  </a:lnTo>
                  <a:lnTo>
                    <a:pt x="2092" y="782"/>
                  </a:lnTo>
                  <a:lnTo>
                    <a:pt x="678" y="782"/>
                  </a:lnTo>
                  <a:cubicBezTo>
                    <a:pt x="636" y="782"/>
                    <a:pt x="600" y="754"/>
                    <a:pt x="587" y="717"/>
                  </a:cubicBezTo>
                  <a:cubicBezTo>
                    <a:pt x="500" y="430"/>
                    <a:pt x="424" y="239"/>
                    <a:pt x="325" y="48"/>
                  </a:cubicBezTo>
                  <a:cubicBezTo>
                    <a:pt x="325" y="48"/>
                    <a:pt x="230" y="1"/>
                    <a:pt x="153" y="1"/>
                  </a:cubicBez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169" name="Google Shape;4169;p27"/>
            <p:cNvSpPr/>
            <p:nvPr/>
          </p:nvSpPr>
          <p:spPr>
            <a:xfrm>
              <a:off x="6042909" y="3041008"/>
              <a:ext cx="35078" cy="42980"/>
            </a:xfrm>
            <a:custGeom>
              <a:rect b="b" l="l" r="r" t="t"/>
              <a:pathLst>
                <a:path extrusionOk="0" h="1338" w="1092">
                  <a:moveTo>
                    <a:pt x="662" y="1"/>
                  </a:moveTo>
                  <a:lnTo>
                    <a:pt x="0" y="1145"/>
                  </a:lnTo>
                  <a:lnTo>
                    <a:pt x="372" y="1337"/>
                  </a:lnTo>
                  <a:lnTo>
                    <a:pt x="707" y="891"/>
                  </a:lnTo>
                  <a:lnTo>
                    <a:pt x="1092" y="225"/>
                  </a:lnTo>
                  <a:lnTo>
                    <a:pt x="662" y="1"/>
                  </a:lnTo>
                  <a:close/>
                </a:path>
              </a:pathLst>
            </a:cu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170" name="Google Shape;4170;p27"/>
            <p:cNvSpPr/>
            <p:nvPr/>
          </p:nvSpPr>
          <p:spPr>
            <a:xfrm>
              <a:off x="6041238" y="3039209"/>
              <a:ext cx="29135" cy="45775"/>
            </a:xfrm>
            <a:custGeom>
              <a:rect b="b" l="l" r="r" t="t"/>
              <a:pathLst>
                <a:path extrusionOk="0" h="1425" w="907">
                  <a:moveTo>
                    <a:pt x="660" y="1"/>
                  </a:moveTo>
                  <a:lnTo>
                    <a:pt x="0" y="1144"/>
                  </a:lnTo>
                  <a:lnTo>
                    <a:pt x="485" y="1425"/>
                  </a:lnTo>
                  <a:lnTo>
                    <a:pt x="760" y="947"/>
                  </a:lnTo>
                  <a:lnTo>
                    <a:pt x="602" y="856"/>
                  </a:lnTo>
                  <a:cubicBezTo>
                    <a:pt x="557" y="831"/>
                    <a:pt x="543" y="775"/>
                    <a:pt x="569" y="730"/>
                  </a:cubicBezTo>
                  <a:lnTo>
                    <a:pt x="906" y="144"/>
                  </a:lnTo>
                  <a:lnTo>
                    <a:pt x="660" y="1"/>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171" name="Google Shape;4171;p27"/>
            <p:cNvSpPr/>
            <p:nvPr/>
          </p:nvSpPr>
          <p:spPr>
            <a:xfrm>
              <a:off x="6024630" y="3066610"/>
              <a:ext cx="45742" cy="35817"/>
            </a:xfrm>
            <a:custGeom>
              <a:rect b="b" l="l" r="r" t="t"/>
              <a:pathLst>
                <a:path extrusionOk="0" h="1115" w="1424">
                  <a:moveTo>
                    <a:pt x="433" y="1"/>
                  </a:moveTo>
                  <a:cubicBezTo>
                    <a:pt x="336" y="1"/>
                    <a:pt x="241" y="51"/>
                    <a:pt x="190" y="141"/>
                  </a:cubicBezTo>
                  <a:lnTo>
                    <a:pt x="76" y="311"/>
                  </a:lnTo>
                  <a:cubicBezTo>
                    <a:pt x="0" y="445"/>
                    <a:pt x="45" y="615"/>
                    <a:pt x="178" y="692"/>
                  </a:cubicBezTo>
                  <a:lnTo>
                    <a:pt x="836" y="1079"/>
                  </a:lnTo>
                  <a:cubicBezTo>
                    <a:pt x="879" y="1103"/>
                    <a:pt x="927" y="1115"/>
                    <a:pt x="974" y="1115"/>
                  </a:cubicBezTo>
                  <a:cubicBezTo>
                    <a:pt x="1071" y="1115"/>
                    <a:pt x="1165" y="1065"/>
                    <a:pt x="1216" y="973"/>
                  </a:cubicBezTo>
                  <a:lnTo>
                    <a:pt x="1241" y="967"/>
                  </a:lnTo>
                  <a:lnTo>
                    <a:pt x="1348" y="783"/>
                  </a:lnTo>
                  <a:cubicBezTo>
                    <a:pt x="1423" y="649"/>
                    <a:pt x="1378" y="479"/>
                    <a:pt x="1245" y="401"/>
                  </a:cubicBezTo>
                  <a:lnTo>
                    <a:pt x="601" y="31"/>
                  </a:lnTo>
                  <a:lnTo>
                    <a:pt x="572" y="38"/>
                  </a:lnTo>
                  <a:cubicBezTo>
                    <a:pt x="528" y="13"/>
                    <a:pt x="480" y="1"/>
                    <a:pt x="433" y="1"/>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172" name="Google Shape;4172;p27"/>
            <p:cNvSpPr/>
            <p:nvPr/>
          </p:nvSpPr>
          <p:spPr>
            <a:xfrm>
              <a:off x="6023056" y="3065261"/>
              <a:ext cx="41438" cy="38354"/>
            </a:xfrm>
            <a:custGeom>
              <a:rect b="b" l="l" r="r" t="t"/>
              <a:pathLst>
                <a:path extrusionOk="0" h="1194" w="1290">
                  <a:moveTo>
                    <a:pt x="453" y="0"/>
                  </a:moveTo>
                  <a:cubicBezTo>
                    <a:pt x="356" y="0"/>
                    <a:pt x="262" y="51"/>
                    <a:pt x="210" y="141"/>
                  </a:cubicBezTo>
                  <a:lnTo>
                    <a:pt x="78" y="369"/>
                  </a:lnTo>
                  <a:cubicBezTo>
                    <a:pt x="0" y="503"/>
                    <a:pt x="46" y="673"/>
                    <a:pt x="181" y="752"/>
                  </a:cubicBezTo>
                  <a:lnTo>
                    <a:pt x="883" y="1157"/>
                  </a:lnTo>
                  <a:cubicBezTo>
                    <a:pt x="927" y="1182"/>
                    <a:pt x="974" y="1194"/>
                    <a:pt x="1021" y="1194"/>
                  </a:cubicBezTo>
                  <a:cubicBezTo>
                    <a:pt x="1118" y="1194"/>
                    <a:pt x="1213" y="1143"/>
                    <a:pt x="1265" y="1053"/>
                  </a:cubicBezTo>
                  <a:lnTo>
                    <a:pt x="1290" y="1009"/>
                  </a:lnTo>
                  <a:lnTo>
                    <a:pt x="485" y="545"/>
                  </a:lnTo>
                  <a:cubicBezTo>
                    <a:pt x="442" y="521"/>
                    <a:pt x="427" y="463"/>
                    <a:pt x="452" y="419"/>
                  </a:cubicBezTo>
                  <a:lnTo>
                    <a:pt x="651" y="73"/>
                  </a:lnTo>
                  <a:lnTo>
                    <a:pt x="592" y="38"/>
                  </a:lnTo>
                  <a:cubicBezTo>
                    <a:pt x="548" y="12"/>
                    <a:pt x="500" y="0"/>
                    <a:pt x="453"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173" name="Google Shape;4173;p27"/>
            <p:cNvSpPr/>
            <p:nvPr/>
          </p:nvSpPr>
          <p:spPr>
            <a:xfrm>
              <a:off x="6048370" y="2855620"/>
              <a:ext cx="248371" cy="175903"/>
            </a:xfrm>
            <a:custGeom>
              <a:rect b="b" l="l" r="r" t="t"/>
              <a:pathLst>
                <a:path extrusionOk="0" h="5476" w="7732">
                  <a:moveTo>
                    <a:pt x="5430" y="0"/>
                  </a:moveTo>
                  <a:lnTo>
                    <a:pt x="4509" y="89"/>
                  </a:lnTo>
                  <a:cubicBezTo>
                    <a:pt x="4509" y="89"/>
                    <a:pt x="4426" y="2173"/>
                    <a:pt x="3105" y="3159"/>
                  </a:cubicBezTo>
                  <a:cubicBezTo>
                    <a:pt x="3105" y="3159"/>
                    <a:pt x="2397" y="3557"/>
                    <a:pt x="2120" y="3557"/>
                  </a:cubicBezTo>
                  <a:lnTo>
                    <a:pt x="1679" y="3501"/>
                  </a:lnTo>
                  <a:lnTo>
                    <a:pt x="699" y="3676"/>
                  </a:lnTo>
                  <a:cubicBezTo>
                    <a:pt x="577" y="3700"/>
                    <a:pt x="466" y="3748"/>
                    <a:pt x="369" y="3812"/>
                  </a:cubicBezTo>
                  <a:cubicBezTo>
                    <a:pt x="105" y="3983"/>
                    <a:pt x="7" y="4557"/>
                    <a:pt x="7" y="4885"/>
                  </a:cubicBezTo>
                  <a:lnTo>
                    <a:pt x="1" y="5475"/>
                  </a:lnTo>
                  <a:lnTo>
                    <a:pt x="3319" y="5456"/>
                  </a:lnTo>
                  <a:lnTo>
                    <a:pt x="4890" y="4680"/>
                  </a:lnTo>
                  <a:cubicBezTo>
                    <a:pt x="5321" y="4458"/>
                    <a:pt x="5799" y="4382"/>
                    <a:pt x="6284" y="4382"/>
                  </a:cubicBezTo>
                  <a:lnTo>
                    <a:pt x="7037" y="4382"/>
                  </a:lnTo>
                  <a:lnTo>
                    <a:pt x="7469" y="4371"/>
                  </a:lnTo>
                  <a:cubicBezTo>
                    <a:pt x="7684" y="3686"/>
                    <a:pt x="7731" y="3147"/>
                    <a:pt x="7523" y="2460"/>
                  </a:cubicBezTo>
                  <a:cubicBezTo>
                    <a:pt x="7523" y="2460"/>
                    <a:pt x="7327" y="1590"/>
                    <a:pt x="7327" y="1144"/>
                  </a:cubicBezTo>
                  <a:lnTo>
                    <a:pt x="7325" y="765"/>
                  </a:lnTo>
                  <a:cubicBezTo>
                    <a:pt x="7320" y="634"/>
                    <a:pt x="7230" y="520"/>
                    <a:pt x="7103" y="491"/>
                  </a:cubicBezTo>
                  <a:lnTo>
                    <a:pt x="6848" y="323"/>
                  </a:lnTo>
                  <a:lnTo>
                    <a:pt x="5430" y="0"/>
                  </a:ln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174" name="Google Shape;4174;p27"/>
            <p:cNvSpPr/>
            <p:nvPr/>
          </p:nvSpPr>
          <p:spPr>
            <a:xfrm>
              <a:off x="6046282" y="2978013"/>
              <a:ext cx="231378" cy="57692"/>
            </a:xfrm>
            <a:custGeom>
              <a:rect b="b" l="l" r="r" t="t"/>
              <a:pathLst>
                <a:path extrusionOk="0" h="1796" w="7203">
                  <a:moveTo>
                    <a:pt x="432" y="0"/>
                  </a:moveTo>
                  <a:lnTo>
                    <a:pt x="432" y="0"/>
                  </a:lnTo>
                  <a:cubicBezTo>
                    <a:pt x="170" y="171"/>
                    <a:pt x="1" y="465"/>
                    <a:pt x="1" y="792"/>
                  </a:cubicBezTo>
                  <a:lnTo>
                    <a:pt x="1" y="1738"/>
                  </a:lnTo>
                  <a:lnTo>
                    <a:pt x="83" y="1793"/>
                  </a:lnTo>
                  <a:lnTo>
                    <a:pt x="3383" y="1796"/>
                  </a:lnTo>
                  <a:lnTo>
                    <a:pt x="3458" y="1738"/>
                  </a:lnTo>
                  <a:lnTo>
                    <a:pt x="3998" y="1457"/>
                  </a:lnTo>
                  <a:lnTo>
                    <a:pt x="4952" y="963"/>
                  </a:lnTo>
                  <a:cubicBezTo>
                    <a:pt x="5382" y="740"/>
                    <a:pt x="5859" y="624"/>
                    <a:pt x="6344" y="624"/>
                  </a:cubicBezTo>
                  <a:lnTo>
                    <a:pt x="7097" y="624"/>
                  </a:lnTo>
                  <a:lnTo>
                    <a:pt x="7203" y="472"/>
                  </a:lnTo>
                  <a:lnTo>
                    <a:pt x="7174" y="348"/>
                  </a:lnTo>
                  <a:lnTo>
                    <a:pt x="6272" y="348"/>
                  </a:lnTo>
                  <a:cubicBezTo>
                    <a:pt x="5787" y="348"/>
                    <a:pt x="5309" y="464"/>
                    <a:pt x="4879" y="685"/>
                  </a:cubicBezTo>
                  <a:lnTo>
                    <a:pt x="3446" y="1428"/>
                  </a:lnTo>
                  <a:cubicBezTo>
                    <a:pt x="3406" y="1448"/>
                    <a:pt x="3362" y="1458"/>
                    <a:pt x="3317" y="1458"/>
                  </a:cubicBezTo>
                  <a:lnTo>
                    <a:pt x="373" y="1458"/>
                  </a:lnTo>
                  <a:cubicBezTo>
                    <a:pt x="322" y="1458"/>
                    <a:pt x="279" y="1416"/>
                    <a:pt x="279" y="1364"/>
                  </a:cubicBezTo>
                  <a:lnTo>
                    <a:pt x="279" y="514"/>
                  </a:lnTo>
                  <a:cubicBezTo>
                    <a:pt x="279" y="326"/>
                    <a:pt x="335" y="150"/>
                    <a:pt x="432" y="0"/>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175" name="Google Shape;4175;p27"/>
            <p:cNvSpPr/>
            <p:nvPr/>
          </p:nvSpPr>
          <p:spPr>
            <a:xfrm>
              <a:off x="6107157" y="2835061"/>
              <a:ext cx="112011" cy="145900"/>
            </a:xfrm>
            <a:custGeom>
              <a:rect b="b" l="l" r="r" t="t"/>
              <a:pathLst>
                <a:path extrusionOk="0" h="4542" w="3487">
                  <a:moveTo>
                    <a:pt x="2693" y="0"/>
                  </a:moveTo>
                  <a:cubicBezTo>
                    <a:pt x="2544" y="0"/>
                    <a:pt x="2421" y="116"/>
                    <a:pt x="2414" y="264"/>
                  </a:cubicBezTo>
                  <a:cubicBezTo>
                    <a:pt x="2350" y="1374"/>
                    <a:pt x="1900" y="2707"/>
                    <a:pt x="1166" y="3483"/>
                  </a:cubicBezTo>
                  <a:cubicBezTo>
                    <a:pt x="885" y="3780"/>
                    <a:pt x="525" y="3989"/>
                    <a:pt x="131" y="4086"/>
                  </a:cubicBezTo>
                  <a:cubicBezTo>
                    <a:pt x="83" y="4097"/>
                    <a:pt x="1" y="4141"/>
                    <a:pt x="1" y="4141"/>
                  </a:cubicBezTo>
                  <a:cubicBezTo>
                    <a:pt x="94" y="4395"/>
                    <a:pt x="325" y="4541"/>
                    <a:pt x="580" y="4541"/>
                  </a:cubicBezTo>
                  <a:cubicBezTo>
                    <a:pt x="645" y="4541"/>
                    <a:pt x="713" y="4531"/>
                    <a:pt x="780" y="4511"/>
                  </a:cubicBezTo>
                  <a:cubicBezTo>
                    <a:pt x="1095" y="4417"/>
                    <a:pt x="1428" y="4265"/>
                    <a:pt x="1825" y="3970"/>
                  </a:cubicBezTo>
                  <a:cubicBezTo>
                    <a:pt x="2753" y="3281"/>
                    <a:pt x="3338" y="2163"/>
                    <a:pt x="3461" y="624"/>
                  </a:cubicBezTo>
                  <a:cubicBezTo>
                    <a:pt x="3487" y="288"/>
                    <a:pt x="3222" y="0"/>
                    <a:pt x="2884" y="0"/>
                  </a:cubicBezTo>
                  <a:close/>
                </a:path>
              </a:pathLst>
            </a:cu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176" name="Google Shape;4176;p27"/>
            <p:cNvSpPr/>
            <p:nvPr/>
          </p:nvSpPr>
          <p:spPr>
            <a:xfrm>
              <a:off x="6175389" y="2869851"/>
              <a:ext cx="46481" cy="14584"/>
            </a:xfrm>
            <a:custGeom>
              <a:rect b="b" l="l" r="r" t="t"/>
              <a:pathLst>
                <a:path extrusionOk="0" h="454" w="1447">
                  <a:moveTo>
                    <a:pt x="150" y="0"/>
                  </a:moveTo>
                  <a:cubicBezTo>
                    <a:pt x="82" y="0"/>
                    <a:pt x="21" y="49"/>
                    <a:pt x="12" y="119"/>
                  </a:cubicBezTo>
                  <a:cubicBezTo>
                    <a:pt x="0" y="194"/>
                    <a:pt x="53" y="267"/>
                    <a:pt x="129" y="278"/>
                  </a:cubicBezTo>
                  <a:lnTo>
                    <a:pt x="1276" y="452"/>
                  </a:lnTo>
                  <a:cubicBezTo>
                    <a:pt x="1283" y="453"/>
                    <a:pt x="1290" y="453"/>
                    <a:pt x="1298" y="453"/>
                  </a:cubicBezTo>
                  <a:cubicBezTo>
                    <a:pt x="1366" y="453"/>
                    <a:pt x="1425" y="404"/>
                    <a:pt x="1435" y="335"/>
                  </a:cubicBezTo>
                  <a:cubicBezTo>
                    <a:pt x="1447" y="258"/>
                    <a:pt x="1395" y="186"/>
                    <a:pt x="1318" y="175"/>
                  </a:cubicBezTo>
                  <a:lnTo>
                    <a:pt x="171" y="2"/>
                  </a:lnTo>
                  <a:cubicBezTo>
                    <a:pt x="164" y="1"/>
                    <a:pt x="157" y="0"/>
                    <a:pt x="150" y="0"/>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177" name="Google Shape;4177;p27"/>
            <p:cNvSpPr/>
            <p:nvPr/>
          </p:nvSpPr>
          <p:spPr>
            <a:xfrm>
              <a:off x="6167261" y="2895647"/>
              <a:ext cx="42723" cy="21554"/>
            </a:xfrm>
            <a:custGeom>
              <a:rect b="b" l="l" r="r" t="t"/>
              <a:pathLst>
                <a:path extrusionOk="0" h="671" w="1330">
                  <a:moveTo>
                    <a:pt x="159" y="1"/>
                  </a:moveTo>
                  <a:cubicBezTo>
                    <a:pt x="103" y="1"/>
                    <a:pt x="50" y="35"/>
                    <a:pt x="29" y="90"/>
                  </a:cubicBezTo>
                  <a:cubicBezTo>
                    <a:pt x="0" y="163"/>
                    <a:pt x="36" y="244"/>
                    <a:pt x="109" y="271"/>
                  </a:cubicBezTo>
                  <a:lnTo>
                    <a:pt x="1119" y="662"/>
                  </a:lnTo>
                  <a:cubicBezTo>
                    <a:pt x="1135" y="668"/>
                    <a:pt x="1152" y="671"/>
                    <a:pt x="1170" y="671"/>
                  </a:cubicBezTo>
                  <a:cubicBezTo>
                    <a:pt x="1225" y="671"/>
                    <a:pt x="1278" y="636"/>
                    <a:pt x="1300" y="583"/>
                  </a:cubicBezTo>
                  <a:cubicBezTo>
                    <a:pt x="1329" y="510"/>
                    <a:pt x="1293" y="429"/>
                    <a:pt x="1221" y="402"/>
                  </a:cubicBezTo>
                  <a:lnTo>
                    <a:pt x="210" y="11"/>
                  </a:lnTo>
                  <a:cubicBezTo>
                    <a:pt x="193" y="4"/>
                    <a:pt x="176" y="1"/>
                    <a:pt x="159" y="1"/>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178" name="Google Shape;4178;p27"/>
            <p:cNvSpPr/>
            <p:nvPr/>
          </p:nvSpPr>
          <p:spPr>
            <a:xfrm>
              <a:off x="6155986" y="2919836"/>
              <a:ext cx="35303" cy="26340"/>
            </a:xfrm>
            <a:custGeom>
              <a:rect b="b" l="l" r="r" t="t"/>
              <a:pathLst>
                <a:path extrusionOk="0" h="820" w="1099">
                  <a:moveTo>
                    <a:pt x="159" y="1"/>
                  </a:moveTo>
                  <a:cubicBezTo>
                    <a:pt x="115" y="1"/>
                    <a:pt x="71" y="22"/>
                    <a:pt x="44" y="61"/>
                  </a:cubicBezTo>
                  <a:cubicBezTo>
                    <a:pt x="1" y="125"/>
                    <a:pt x="17" y="212"/>
                    <a:pt x="80" y="255"/>
                  </a:cubicBezTo>
                  <a:lnTo>
                    <a:pt x="862" y="794"/>
                  </a:lnTo>
                  <a:cubicBezTo>
                    <a:pt x="887" y="813"/>
                    <a:pt x="914" y="820"/>
                    <a:pt x="942" y="820"/>
                  </a:cubicBezTo>
                  <a:cubicBezTo>
                    <a:pt x="985" y="820"/>
                    <a:pt x="1029" y="798"/>
                    <a:pt x="1055" y="758"/>
                  </a:cubicBezTo>
                  <a:cubicBezTo>
                    <a:pt x="1098" y="694"/>
                    <a:pt x="1082" y="607"/>
                    <a:pt x="1019" y="564"/>
                  </a:cubicBezTo>
                  <a:lnTo>
                    <a:pt x="237" y="25"/>
                  </a:lnTo>
                  <a:cubicBezTo>
                    <a:pt x="213" y="9"/>
                    <a:pt x="186" y="1"/>
                    <a:pt x="159" y="1"/>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179" name="Google Shape;4179;p27"/>
            <p:cNvSpPr/>
            <p:nvPr/>
          </p:nvSpPr>
          <p:spPr>
            <a:xfrm>
              <a:off x="6119396" y="2957036"/>
              <a:ext cx="23289" cy="25666"/>
            </a:xfrm>
            <a:custGeom>
              <a:rect b="b" l="l" r="r" t="t"/>
              <a:pathLst>
                <a:path extrusionOk="0" h="799" w="725">
                  <a:moveTo>
                    <a:pt x="159" y="0"/>
                  </a:moveTo>
                  <a:cubicBezTo>
                    <a:pt x="128" y="0"/>
                    <a:pt x="97" y="11"/>
                    <a:pt x="71" y="31"/>
                  </a:cubicBezTo>
                  <a:cubicBezTo>
                    <a:pt x="9" y="79"/>
                    <a:pt x="1" y="166"/>
                    <a:pt x="48" y="228"/>
                  </a:cubicBezTo>
                  <a:lnTo>
                    <a:pt x="457" y="745"/>
                  </a:lnTo>
                  <a:cubicBezTo>
                    <a:pt x="485" y="779"/>
                    <a:pt x="526" y="798"/>
                    <a:pt x="568" y="798"/>
                  </a:cubicBezTo>
                  <a:cubicBezTo>
                    <a:pt x="598" y="798"/>
                    <a:pt x="629" y="788"/>
                    <a:pt x="655" y="769"/>
                  </a:cubicBezTo>
                  <a:cubicBezTo>
                    <a:pt x="716" y="720"/>
                    <a:pt x="724" y="633"/>
                    <a:pt x="678" y="571"/>
                  </a:cubicBezTo>
                  <a:lnTo>
                    <a:pt x="268" y="54"/>
                  </a:lnTo>
                  <a:cubicBezTo>
                    <a:pt x="241" y="18"/>
                    <a:pt x="200" y="0"/>
                    <a:pt x="159" y="0"/>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180" name="Google Shape;4180;p27"/>
            <p:cNvSpPr/>
            <p:nvPr/>
          </p:nvSpPr>
          <p:spPr>
            <a:xfrm>
              <a:off x="6140919" y="2941166"/>
              <a:ext cx="28236" cy="27144"/>
            </a:xfrm>
            <a:custGeom>
              <a:rect b="b" l="l" r="r" t="t"/>
              <a:pathLst>
                <a:path extrusionOk="0" h="845" w="879">
                  <a:moveTo>
                    <a:pt x="154" y="0"/>
                  </a:moveTo>
                  <a:cubicBezTo>
                    <a:pt x="118" y="0"/>
                    <a:pt x="82" y="14"/>
                    <a:pt x="54" y="41"/>
                  </a:cubicBezTo>
                  <a:cubicBezTo>
                    <a:pt x="1" y="95"/>
                    <a:pt x="1" y="185"/>
                    <a:pt x="54" y="238"/>
                  </a:cubicBezTo>
                  <a:lnTo>
                    <a:pt x="626" y="804"/>
                  </a:lnTo>
                  <a:cubicBezTo>
                    <a:pt x="654" y="832"/>
                    <a:pt x="688" y="845"/>
                    <a:pt x="725" y="845"/>
                  </a:cubicBezTo>
                  <a:cubicBezTo>
                    <a:pt x="759" y="845"/>
                    <a:pt x="796" y="830"/>
                    <a:pt x="824" y="804"/>
                  </a:cubicBezTo>
                  <a:cubicBezTo>
                    <a:pt x="878" y="751"/>
                    <a:pt x="878" y="662"/>
                    <a:pt x="824" y="607"/>
                  </a:cubicBezTo>
                  <a:lnTo>
                    <a:pt x="253" y="41"/>
                  </a:lnTo>
                  <a:cubicBezTo>
                    <a:pt x="225" y="14"/>
                    <a:pt x="189" y="0"/>
                    <a:pt x="154" y="0"/>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181" name="Google Shape;4181;p27"/>
            <p:cNvSpPr/>
            <p:nvPr/>
          </p:nvSpPr>
          <p:spPr>
            <a:xfrm>
              <a:off x="6102274" y="2854271"/>
              <a:ext cx="120524" cy="131060"/>
            </a:xfrm>
            <a:custGeom>
              <a:rect b="b" l="l" r="r" t="t"/>
              <a:pathLst>
                <a:path extrusionOk="0" h="4080" w="3752">
                  <a:moveTo>
                    <a:pt x="3557" y="1"/>
                  </a:moveTo>
                  <a:cubicBezTo>
                    <a:pt x="3510" y="1"/>
                    <a:pt x="3470" y="35"/>
                    <a:pt x="3465" y="84"/>
                  </a:cubicBezTo>
                  <a:cubicBezTo>
                    <a:pt x="3333" y="1496"/>
                    <a:pt x="2802" y="2586"/>
                    <a:pt x="1893" y="3260"/>
                  </a:cubicBezTo>
                  <a:cubicBezTo>
                    <a:pt x="1554" y="3512"/>
                    <a:pt x="1236" y="3676"/>
                    <a:pt x="893" y="3780"/>
                  </a:cubicBezTo>
                  <a:cubicBezTo>
                    <a:pt x="841" y="3795"/>
                    <a:pt x="789" y="3803"/>
                    <a:pt x="739" y="3803"/>
                  </a:cubicBezTo>
                  <a:cubicBezTo>
                    <a:pt x="538" y="3803"/>
                    <a:pt x="354" y="3688"/>
                    <a:pt x="280" y="3488"/>
                  </a:cubicBezTo>
                  <a:lnTo>
                    <a:pt x="1" y="3543"/>
                  </a:lnTo>
                  <a:cubicBezTo>
                    <a:pt x="117" y="3857"/>
                    <a:pt x="428" y="4080"/>
                    <a:pt x="749" y="4080"/>
                  </a:cubicBezTo>
                  <a:cubicBezTo>
                    <a:pt x="823" y="4080"/>
                    <a:pt x="900" y="4070"/>
                    <a:pt x="974" y="4045"/>
                  </a:cubicBezTo>
                  <a:cubicBezTo>
                    <a:pt x="1350" y="3934"/>
                    <a:pt x="1696" y="3754"/>
                    <a:pt x="2061" y="3483"/>
                  </a:cubicBezTo>
                  <a:cubicBezTo>
                    <a:pt x="2547" y="3121"/>
                    <a:pt x="2938" y="2648"/>
                    <a:pt x="3223" y="2079"/>
                  </a:cubicBezTo>
                  <a:cubicBezTo>
                    <a:pt x="3513" y="1496"/>
                    <a:pt x="3689" y="814"/>
                    <a:pt x="3752" y="41"/>
                  </a:cubicBezTo>
                  <a:lnTo>
                    <a:pt x="3579" y="3"/>
                  </a:lnTo>
                  <a:cubicBezTo>
                    <a:pt x="3572" y="1"/>
                    <a:pt x="3564" y="1"/>
                    <a:pt x="3557"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182" name="Google Shape;4182;p27"/>
            <p:cNvSpPr/>
            <p:nvPr/>
          </p:nvSpPr>
          <p:spPr>
            <a:xfrm>
              <a:off x="6047535" y="3033876"/>
              <a:ext cx="235297" cy="16800"/>
            </a:xfrm>
            <a:custGeom>
              <a:rect b="b" l="l" r="r" t="t"/>
              <a:pathLst>
                <a:path extrusionOk="0" h="523" w="7325">
                  <a:moveTo>
                    <a:pt x="241" y="0"/>
                  </a:moveTo>
                  <a:lnTo>
                    <a:pt x="1" y="39"/>
                  </a:lnTo>
                  <a:lnTo>
                    <a:pt x="12" y="321"/>
                  </a:lnTo>
                  <a:cubicBezTo>
                    <a:pt x="12" y="426"/>
                    <a:pt x="99" y="508"/>
                    <a:pt x="205" y="508"/>
                  </a:cubicBezTo>
                  <a:lnTo>
                    <a:pt x="7094" y="523"/>
                  </a:lnTo>
                  <a:cubicBezTo>
                    <a:pt x="7200" y="523"/>
                    <a:pt x="7287" y="437"/>
                    <a:pt x="7287" y="336"/>
                  </a:cubicBezTo>
                  <a:lnTo>
                    <a:pt x="7325" y="281"/>
                  </a:lnTo>
                  <a:lnTo>
                    <a:pt x="7325" y="0"/>
                  </a:ln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183" name="Google Shape;4183;p27"/>
            <p:cNvSpPr/>
            <p:nvPr/>
          </p:nvSpPr>
          <p:spPr>
            <a:xfrm>
              <a:off x="6046282" y="3033876"/>
              <a:ext cx="236550" cy="17956"/>
            </a:xfrm>
            <a:custGeom>
              <a:rect b="b" l="l" r="r" t="t"/>
              <a:pathLst>
                <a:path extrusionOk="0" h="559" w="7364">
                  <a:moveTo>
                    <a:pt x="1" y="0"/>
                  </a:moveTo>
                  <a:lnTo>
                    <a:pt x="1" y="372"/>
                  </a:lnTo>
                  <a:cubicBezTo>
                    <a:pt x="1" y="476"/>
                    <a:pt x="88" y="559"/>
                    <a:pt x="195" y="559"/>
                  </a:cubicBezTo>
                  <a:lnTo>
                    <a:pt x="7170" y="559"/>
                  </a:lnTo>
                  <a:cubicBezTo>
                    <a:pt x="7277" y="559"/>
                    <a:pt x="7364" y="476"/>
                    <a:pt x="7364" y="372"/>
                  </a:cubicBezTo>
                  <a:lnTo>
                    <a:pt x="7364" y="278"/>
                  </a:lnTo>
                  <a:lnTo>
                    <a:pt x="376" y="278"/>
                  </a:lnTo>
                  <a:cubicBezTo>
                    <a:pt x="374" y="278"/>
                    <a:pt x="372" y="278"/>
                    <a:pt x="371" y="278"/>
                  </a:cubicBezTo>
                  <a:cubicBezTo>
                    <a:pt x="320" y="278"/>
                    <a:pt x="280" y="237"/>
                    <a:pt x="280" y="187"/>
                  </a:cubicBezTo>
                  <a:lnTo>
                    <a:pt x="280" y="0"/>
                  </a:lnTo>
                  <a:close/>
                </a:path>
              </a:pathLst>
            </a:custGeom>
            <a:solidFill>
              <a:srgbClr val="FFA44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184" name="Google Shape;4184;p27"/>
            <p:cNvSpPr/>
            <p:nvPr/>
          </p:nvSpPr>
          <p:spPr>
            <a:xfrm>
              <a:off x="6268291" y="2865900"/>
              <a:ext cx="30838" cy="131349"/>
            </a:xfrm>
            <a:custGeom>
              <a:rect b="b" l="l" r="r" t="t"/>
              <a:pathLst>
                <a:path extrusionOk="0" h="4089" w="960">
                  <a:moveTo>
                    <a:pt x="1" y="0"/>
                  </a:moveTo>
                  <a:lnTo>
                    <a:pt x="1" y="695"/>
                  </a:lnTo>
                  <a:cubicBezTo>
                    <a:pt x="1" y="1141"/>
                    <a:pt x="66" y="1584"/>
                    <a:pt x="196" y="2011"/>
                  </a:cubicBezTo>
                  <a:cubicBezTo>
                    <a:pt x="377" y="2604"/>
                    <a:pt x="399" y="3233"/>
                    <a:pt x="263" y="3835"/>
                  </a:cubicBezTo>
                  <a:lnTo>
                    <a:pt x="248" y="4088"/>
                  </a:lnTo>
                  <a:lnTo>
                    <a:pt x="667" y="4081"/>
                  </a:lnTo>
                  <a:lnTo>
                    <a:pt x="822" y="3835"/>
                  </a:lnTo>
                  <a:cubicBezTo>
                    <a:pt x="959" y="3234"/>
                    <a:pt x="937" y="2607"/>
                    <a:pt x="757" y="2014"/>
                  </a:cubicBezTo>
                  <a:cubicBezTo>
                    <a:pt x="626" y="1587"/>
                    <a:pt x="561" y="1142"/>
                    <a:pt x="561" y="698"/>
                  </a:cubicBezTo>
                  <a:lnTo>
                    <a:pt x="561" y="352"/>
                  </a:lnTo>
                  <a:cubicBezTo>
                    <a:pt x="561" y="222"/>
                    <a:pt x="471" y="107"/>
                    <a:pt x="343" y="78"/>
                  </a:cubicBezTo>
                  <a:lnTo>
                    <a:pt x="1" y="0"/>
                  </a:ln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185" name="Google Shape;4185;p27"/>
            <p:cNvSpPr/>
            <p:nvPr/>
          </p:nvSpPr>
          <p:spPr>
            <a:xfrm>
              <a:off x="6274299" y="2989160"/>
              <a:ext cx="20462" cy="9026"/>
            </a:xfrm>
            <a:custGeom>
              <a:rect b="b" l="l" r="r" t="t"/>
              <a:pathLst>
                <a:path extrusionOk="0" h="281" w="637">
                  <a:moveTo>
                    <a:pt x="77" y="1"/>
                  </a:moveTo>
                  <a:cubicBezTo>
                    <a:pt x="56" y="95"/>
                    <a:pt x="31" y="186"/>
                    <a:pt x="1" y="280"/>
                  </a:cubicBezTo>
                  <a:lnTo>
                    <a:pt x="561" y="280"/>
                  </a:lnTo>
                  <a:cubicBezTo>
                    <a:pt x="568" y="254"/>
                    <a:pt x="577" y="228"/>
                    <a:pt x="584" y="204"/>
                  </a:cubicBezTo>
                  <a:cubicBezTo>
                    <a:pt x="604" y="135"/>
                    <a:pt x="620" y="69"/>
                    <a:pt x="636" y="1"/>
                  </a:cubicBezTo>
                  <a:close/>
                </a:path>
              </a:pathLst>
            </a:custGeom>
            <a:solidFill>
              <a:srgbClr val="FFA44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186" name="Google Shape;4186;p27"/>
            <p:cNvSpPr/>
            <p:nvPr/>
          </p:nvSpPr>
          <p:spPr>
            <a:xfrm>
              <a:off x="6207898" y="2870943"/>
              <a:ext cx="15547" cy="15612"/>
            </a:xfrm>
            <a:custGeom>
              <a:rect b="b" l="l" r="r" t="t"/>
              <a:pathLst>
                <a:path extrusionOk="0" h="486" w="484">
                  <a:moveTo>
                    <a:pt x="223" y="1"/>
                  </a:moveTo>
                  <a:cubicBezTo>
                    <a:pt x="199" y="1"/>
                    <a:pt x="177" y="5"/>
                    <a:pt x="158" y="11"/>
                  </a:cubicBezTo>
                  <a:cubicBezTo>
                    <a:pt x="158" y="11"/>
                    <a:pt x="0" y="141"/>
                    <a:pt x="0" y="262"/>
                  </a:cubicBezTo>
                  <a:cubicBezTo>
                    <a:pt x="0" y="406"/>
                    <a:pt x="80" y="486"/>
                    <a:pt x="225" y="486"/>
                  </a:cubicBezTo>
                  <a:cubicBezTo>
                    <a:pt x="346" y="486"/>
                    <a:pt x="478" y="330"/>
                    <a:pt x="478" y="330"/>
                  </a:cubicBezTo>
                  <a:cubicBezTo>
                    <a:pt x="480" y="308"/>
                    <a:pt x="484" y="286"/>
                    <a:pt x="484" y="262"/>
                  </a:cubicBezTo>
                  <a:cubicBezTo>
                    <a:pt x="484" y="117"/>
                    <a:pt x="365" y="1"/>
                    <a:pt x="223" y="1"/>
                  </a:cubicBez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187" name="Google Shape;4187;p27"/>
            <p:cNvSpPr/>
            <p:nvPr/>
          </p:nvSpPr>
          <p:spPr>
            <a:xfrm>
              <a:off x="6206581" y="2871297"/>
              <a:ext cx="16543" cy="16447"/>
            </a:xfrm>
            <a:custGeom>
              <a:rect b="b" l="l" r="r" t="t"/>
              <a:pathLst>
                <a:path extrusionOk="0" h="512" w="515">
                  <a:moveTo>
                    <a:pt x="196" y="0"/>
                  </a:moveTo>
                  <a:lnTo>
                    <a:pt x="196" y="0"/>
                  </a:lnTo>
                  <a:cubicBezTo>
                    <a:pt x="85" y="29"/>
                    <a:pt x="1" y="130"/>
                    <a:pt x="1" y="251"/>
                  </a:cubicBezTo>
                  <a:cubicBezTo>
                    <a:pt x="1" y="395"/>
                    <a:pt x="120" y="511"/>
                    <a:pt x="261" y="511"/>
                  </a:cubicBezTo>
                  <a:cubicBezTo>
                    <a:pt x="383" y="511"/>
                    <a:pt x="484" y="429"/>
                    <a:pt x="515" y="316"/>
                  </a:cubicBezTo>
                  <a:lnTo>
                    <a:pt x="515" y="316"/>
                  </a:lnTo>
                  <a:cubicBezTo>
                    <a:pt x="493" y="323"/>
                    <a:pt x="471" y="326"/>
                    <a:pt x="448" y="326"/>
                  </a:cubicBezTo>
                  <a:cubicBezTo>
                    <a:pt x="303" y="326"/>
                    <a:pt x="188" y="207"/>
                    <a:pt x="188" y="65"/>
                  </a:cubicBezTo>
                  <a:cubicBezTo>
                    <a:pt x="188" y="41"/>
                    <a:pt x="192" y="19"/>
                    <a:pt x="196" y="0"/>
                  </a:cubicBez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188" name="Google Shape;4188;p27"/>
            <p:cNvSpPr/>
            <p:nvPr/>
          </p:nvSpPr>
          <p:spPr>
            <a:xfrm>
              <a:off x="6197715" y="2904352"/>
              <a:ext cx="15515" cy="15644"/>
            </a:xfrm>
            <a:custGeom>
              <a:rect b="b" l="l" r="r" t="t"/>
              <a:pathLst>
                <a:path extrusionOk="0" h="487" w="483">
                  <a:moveTo>
                    <a:pt x="222" y="0"/>
                  </a:moveTo>
                  <a:cubicBezTo>
                    <a:pt x="197" y="0"/>
                    <a:pt x="176" y="3"/>
                    <a:pt x="157" y="9"/>
                  </a:cubicBezTo>
                  <a:cubicBezTo>
                    <a:pt x="157" y="9"/>
                    <a:pt x="0" y="139"/>
                    <a:pt x="0" y="261"/>
                  </a:cubicBezTo>
                  <a:cubicBezTo>
                    <a:pt x="0" y="406"/>
                    <a:pt x="80" y="487"/>
                    <a:pt x="223" y="487"/>
                  </a:cubicBezTo>
                  <a:cubicBezTo>
                    <a:pt x="345" y="487"/>
                    <a:pt x="474" y="328"/>
                    <a:pt x="474" y="328"/>
                  </a:cubicBezTo>
                  <a:cubicBezTo>
                    <a:pt x="478" y="306"/>
                    <a:pt x="482" y="283"/>
                    <a:pt x="482" y="261"/>
                  </a:cubicBezTo>
                  <a:cubicBezTo>
                    <a:pt x="482" y="116"/>
                    <a:pt x="364" y="0"/>
                    <a:pt x="222" y="0"/>
                  </a:cubicBez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189" name="Google Shape;4189;p27"/>
            <p:cNvSpPr/>
            <p:nvPr/>
          </p:nvSpPr>
          <p:spPr>
            <a:xfrm>
              <a:off x="6196462" y="2904642"/>
              <a:ext cx="16543" cy="16479"/>
            </a:xfrm>
            <a:custGeom>
              <a:rect b="b" l="l" r="r" t="t"/>
              <a:pathLst>
                <a:path extrusionOk="0" h="513" w="515">
                  <a:moveTo>
                    <a:pt x="196" y="0"/>
                  </a:moveTo>
                  <a:lnTo>
                    <a:pt x="196" y="0"/>
                  </a:lnTo>
                  <a:cubicBezTo>
                    <a:pt x="83" y="29"/>
                    <a:pt x="0" y="130"/>
                    <a:pt x="0" y="252"/>
                  </a:cubicBezTo>
                  <a:cubicBezTo>
                    <a:pt x="0" y="397"/>
                    <a:pt x="118" y="513"/>
                    <a:pt x="261" y="513"/>
                  </a:cubicBezTo>
                  <a:cubicBezTo>
                    <a:pt x="381" y="513"/>
                    <a:pt x="482" y="429"/>
                    <a:pt x="514" y="317"/>
                  </a:cubicBezTo>
                  <a:lnTo>
                    <a:pt x="514" y="317"/>
                  </a:lnTo>
                  <a:cubicBezTo>
                    <a:pt x="490" y="323"/>
                    <a:pt x="468" y="326"/>
                    <a:pt x="446" y="326"/>
                  </a:cubicBezTo>
                  <a:cubicBezTo>
                    <a:pt x="301" y="326"/>
                    <a:pt x="186" y="209"/>
                    <a:pt x="186" y="65"/>
                  </a:cubicBezTo>
                  <a:cubicBezTo>
                    <a:pt x="186" y="42"/>
                    <a:pt x="190" y="20"/>
                    <a:pt x="196" y="0"/>
                  </a:cubicBez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190" name="Google Shape;4190;p27"/>
            <p:cNvSpPr/>
            <p:nvPr/>
          </p:nvSpPr>
          <p:spPr>
            <a:xfrm>
              <a:off x="6179757" y="2933682"/>
              <a:ext cx="15708" cy="15676"/>
            </a:xfrm>
            <a:custGeom>
              <a:rect b="b" l="l" r="r" t="t"/>
              <a:pathLst>
                <a:path extrusionOk="0" h="488" w="489">
                  <a:moveTo>
                    <a:pt x="228" y="1"/>
                  </a:moveTo>
                  <a:cubicBezTo>
                    <a:pt x="205" y="1"/>
                    <a:pt x="183" y="5"/>
                    <a:pt x="163" y="10"/>
                  </a:cubicBezTo>
                  <a:cubicBezTo>
                    <a:pt x="163" y="10"/>
                    <a:pt x="1" y="146"/>
                    <a:pt x="1" y="267"/>
                  </a:cubicBezTo>
                  <a:cubicBezTo>
                    <a:pt x="1" y="412"/>
                    <a:pt x="86" y="487"/>
                    <a:pt x="231" y="487"/>
                  </a:cubicBezTo>
                  <a:cubicBezTo>
                    <a:pt x="351" y="487"/>
                    <a:pt x="481" y="328"/>
                    <a:pt x="481" y="328"/>
                  </a:cubicBezTo>
                  <a:cubicBezTo>
                    <a:pt x="487" y="305"/>
                    <a:pt x="488" y="283"/>
                    <a:pt x="488" y="261"/>
                  </a:cubicBezTo>
                  <a:cubicBezTo>
                    <a:pt x="488" y="117"/>
                    <a:pt x="371" y="1"/>
                    <a:pt x="228" y="1"/>
                  </a:cubicBez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191" name="Google Shape;4191;p27"/>
            <p:cNvSpPr/>
            <p:nvPr/>
          </p:nvSpPr>
          <p:spPr>
            <a:xfrm>
              <a:off x="6178697" y="2933971"/>
              <a:ext cx="16479" cy="16479"/>
            </a:xfrm>
            <a:custGeom>
              <a:rect b="b" l="l" r="r" t="t"/>
              <a:pathLst>
                <a:path extrusionOk="0" h="513" w="513">
                  <a:moveTo>
                    <a:pt x="196" y="1"/>
                  </a:moveTo>
                  <a:lnTo>
                    <a:pt x="196" y="1"/>
                  </a:lnTo>
                  <a:cubicBezTo>
                    <a:pt x="84" y="29"/>
                    <a:pt x="0" y="131"/>
                    <a:pt x="0" y="252"/>
                  </a:cubicBezTo>
                  <a:cubicBezTo>
                    <a:pt x="0" y="397"/>
                    <a:pt x="119" y="513"/>
                    <a:pt x="261" y="513"/>
                  </a:cubicBezTo>
                  <a:cubicBezTo>
                    <a:pt x="382" y="513"/>
                    <a:pt x="484" y="429"/>
                    <a:pt x="513" y="318"/>
                  </a:cubicBezTo>
                  <a:lnTo>
                    <a:pt x="513" y="318"/>
                  </a:lnTo>
                  <a:cubicBezTo>
                    <a:pt x="492" y="323"/>
                    <a:pt x="471" y="326"/>
                    <a:pt x="448" y="326"/>
                  </a:cubicBezTo>
                  <a:cubicBezTo>
                    <a:pt x="303" y="326"/>
                    <a:pt x="187" y="209"/>
                    <a:pt x="187" y="66"/>
                  </a:cubicBezTo>
                  <a:cubicBezTo>
                    <a:pt x="187" y="43"/>
                    <a:pt x="191" y="21"/>
                    <a:pt x="196" y="1"/>
                  </a:cubicBez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192" name="Google Shape;4192;p27"/>
            <p:cNvSpPr/>
            <p:nvPr/>
          </p:nvSpPr>
          <p:spPr>
            <a:xfrm>
              <a:off x="6089141" y="3072589"/>
              <a:ext cx="59780" cy="59780"/>
            </a:xfrm>
            <a:custGeom>
              <a:rect b="b" l="l" r="r" t="t"/>
              <a:pathLst>
                <a:path extrusionOk="0" h="1861" w="1861">
                  <a:moveTo>
                    <a:pt x="450" y="0"/>
                  </a:moveTo>
                  <a:cubicBezTo>
                    <a:pt x="180" y="182"/>
                    <a:pt x="0" y="492"/>
                    <a:pt x="0" y="845"/>
                  </a:cubicBezTo>
                  <a:cubicBezTo>
                    <a:pt x="0" y="1406"/>
                    <a:pt x="455" y="1860"/>
                    <a:pt x="1015" y="1860"/>
                  </a:cubicBezTo>
                  <a:cubicBezTo>
                    <a:pt x="1368" y="1860"/>
                    <a:pt x="1678" y="1681"/>
                    <a:pt x="1860" y="1410"/>
                  </a:cubicBezTo>
                  <a:lnTo>
                    <a:pt x="1860" y="1410"/>
                  </a:lnTo>
                  <a:cubicBezTo>
                    <a:pt x="1698" y="1516"/>
                    <a:pt x="1504" y="1579"/>
                    <a:pt x="1294" y="1579"/>
                  </a:cubicBezTo>
                  <a:cubicBezTo>
                    <a:pt x="733" y="1579"/>
                    <a:pt x="278" y="1125"/>
                    <a:pt x="278" y="565"/>
                  </a:cubicBezTo>
                  <a:cubicBezTo>
                    <a:pt x="278" y="355"/>
                    <a:pt x="342" y="161"/>
                    <a:pt x="450"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193" name="Google Shape;4193;p27"/>
            <p:cNvSpPr/>
            <p:nvPr/>
          </p:nvSpPr>
          <p:spPr>
            <a:xfrm>
              <a:off x="6200548" y="3072589"/>
              <a:ext cx="59780" cy="59780"/>
            </a:xfrm>
            <a:custGeom>
              <a:rect b="b" l="l" r="r" t="t"/>
              <a:pathLst>
                <a:path extrusionOk="0" h="1861" w="1861">
                  <a:moveTo>
                    <a:pt x="452" y="0"/>
                  </a:moveTo>
                  <a:lnTo>
                    <a:pt x="452" y="0"/>
                  </a:lnTo>
                  <a:cubicBezTo>
                    <a:pt x="180" y="182"/>
                    <a:pt x="1" y="492"/>
                    <a:pt x="1" y="845"/>
                  </a:cubicBezTo>
                  <a:cubicBezTo>
                    <a:pt x="1" y="1406"/>
                    <a:pt x="455" y="1860"/>
                    <a:pt x="1017" y="1860"/>
                  </a:cubicBezTo>
                  <a:cubicBezTo>
                    <a:pt x="1369" y="1860"/>
                    <a:pt x="1679" y="1681"/>
                    <a:pt x="1861" y="1410"/>
                  </a:cubicBezTo>
                  <a:lnTo>
                    <a:pt x="1861" y="1410"/>
                  </a:lnTo>
                  <a:cubicBezTo>
                    <a:pt x="1699" y="1516"/>
                    <a:pt x="1503" y="1579"/>
                    <a:pt x="1295" y="1579"/>
                  </a:cubicBezTo>
                  <a:cubicBezTo>
                    <a:pt x="735" y="1579"/>
                    <a:pt x="280" y="1125"/>
                    <a:pt x="280" y="565"/>
                  </a:cubicBezTo>
                  <a:cubicBezTo>
                    <a:pt x="280" y="355"/>
                    <a:pt x="344" y="161"/>
                    <a:pt x="452"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194" name="Google Shape;4194;p27"/>
            <p:cNvSpPr/>
            <p:nvPr/>
          </p:nvSpPr>
          <p:spPr>
            <a:xfrm>
              <a:off x="6219115" y="2998832"/>
              <a:ext cx="67232" cy="36523"/>
            </a:xfrm>
            <a:custGeom>
              <a:rect b="b" l="l" r="r" t="t"/>
              <a:pathLst>
                <a:path extrusionOk="0" h="1137" w="2093">
                  <a:moveTo>
                    <a:pt x="153" y="1"/>
                  </a:moveTo>
                  <a:cubicBezTo>
                    <a:pt x="137" y="1"/>
                    <a:pt x="122" y="3"/>
                    <a:pt x="109" y="7"/>
                  </a:cubicBezTo>
                  <a:cubicBezTo>
                    <a:pt x="92" y="15"/>
                    <a:pt x="0" y="139"/>
                    <a:pt x="0" y="139"/>
                  </a:cubicBezTo>
                  <a:cubicBezTo>
                    <a:pt x="178" y="429"/>
                    <a:pt x="274" y="652"/>
                    <a:pt x="403" y="1080"/>
                  </a:cubicBezTo>
                  <a:lnTo>
                    <a:pt x="424" y="1137"/>
                  </a:lnTo>
                  <a:lnTo>
                    <a:pt x="1988" y="1137"/>
                  </a:lnTo>
                  <a:lnTo>
                    <a:pt x="2013" y="1080"/>
                  </a:lnTo>
                  <a:lnTo>
                    <a:pt x="2092" y="782"/>
                  </a:lnTo>
                  <a:lnTo>
                    <a:pt x="678" y="782"/>
                  </a:lnTo>
                  <a:cubicBezTo>
                    <a:pt x="636" y="782"/>
                    <a:pt x="600" y="754"/>
                    <a:pt x="587" y="717"/>
                  </a:cubicBezTo>
                  <a:cubicBezTo>
                    <a:pt x="500" y="430"/>
                    <a:pt x="424" y="239"/>
                    <a:pt x="325" y="48"/>
                  </a:cubicBezTo>
                  <a:cubicBezTo>
                    <a:pt x="325" y="48"/>
                    <a:pt x="230" y="1"/>
                    <a:pt x="153"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195" name="Google Shape;4195;p27"/>
            <p:cNvSpPr/>
            <p:nvPr/>
          </p:nvSpPr>
          <p:spPr>
            <a:xfrm>
              <a:off x="6047219" y="3033526"/>
              <a:ext cx="236550" cy="17956"/>
            </a:xfrm>
            <a:custGeom>
              <a:rect b="b" l="l" r="r" t="t"/>
              <a:pathLst>
                <a:path extrusionOk="0" h="559" w="7364">
                  <a:moveTo>
                    <a:pt x="1" y="0"/>
                  </a:moveTo>
                  <a:lnTo>
                    <a:pt x="1" y="372"/>
                  </a:lnTo>
                  <a:cubicBezTo>
                    <a:pt x="1" y="476"/>
                    <a:pt x="88" y="559"/>
                    <a:pt x="195" y="559"/>
                  </a:cubicBezTo>
                  <a:lnTo>
                    <a:pt x="7170" y="559"/>
                  </a:lnTo>
                  <a:cubicBezTo>
                    <a:pt x="7277" y="559"/>
                    <a:pt x="7364" y="476"/>
                    <a:pt x="7364" y="372"/>
                  </a:cubicBezTo>
                  <a:lnTo>
                    <a:pt x="7364" y="278"/>
                  </a:lnTo>
                  <a:lnTo>
                    <a:pt x="376" y="278"/>
                  </a:lnTo>
                  <a:cubicBezTo>
                    <a:pt x="374" y="278"/>
                    <a:pt x="372" y="278"/>
                    <a:pt x="371" y="278"/>
                  </a:cubicBezTo>
                  <a:cubicBezTo>
                    <a:pt x="320" y="278"/>
                    <a:pt x="280" y="237"/>
                    <a:pt x="280" y="187"/>
                  </a:cubicBezTo>
                  <a:lnTo>
                    <a:pt x="280" y="0"/>
                  </a:ln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196" name="Google Shape;4196;p27"/>
            <p:cNvSpPr/>
            <p:nvPr/>
          </p:nvSpPr>
          <p:spPr>
            <a:xfrm>
              <a:off x="6275236" y="2988810"/>
              <a:ext cx="20462" cy="9026"/>
            </a:xfrm>
            <a:custGeom>
              <a:rect b="b" l="l" r="r" t="t"/>
              <a:pathLst>
                <a:path extrusionOk="0" h="281" w="637">
                  <a:moveTo>
                    <a:pt x="77" y="1"/>
                  </a:moveTo>
                  <a:cubicBezTo>
                    <a:pt x="56" y="95"/>
                    <a:pt x="31" y="186"/>
                    <a:pt x="1" y="280"/>
                  </a:cubicBezTo>
                  <a:lnTo>
                    <a:pt x="561" y="280"/>
                  </a:lnTo>
                  <a:cubicBezTo>
                    <a:pt x="568" y="254"/>
                    <a:pt x="577" y="228"/>
                    <a:pt x="584" y="204"/>
                  </a:cubicBezTo>
                  <a:cubicBezTo>
                    <a:pt x="604" y="135"/>
                    <a:pt x="620" y="69"/>
                    <a:pt x="636" y="1"/>
                  </a:cubicBez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4197" name="Google Shape;4197;p27"/>
          <p:cNvGrpSpPr/>
          <p:nvPr/>
        </p:nvGrpSpPr>
        <p:grpSpPr>
          <a:xfrm>
            <a:off x="5436759" y="2834475"/>
            <a:ext cx="179514" cy="297896"/>
            <a:chOff x="5436759" y="2834475"/>
            <a:chExt cx="179514" cy="297896"/>
          </a:xfrm>
        </p:grpSpPr>
        <p:sp>
          <p:nvSpPr>
            <p:cNvPr id="4198" name="Google Shape;4198;p27"/>
            <p:cNvSpPr/>
            <p:nvPr/>
          </p:nvSpPr>
          <p:spPr>
            <a:xfrm>
              <a:off x="5518290" y="3094590"/>
              <a:ext cx="16768" cy="21008"/>
            </a:xfrm>
            <a:custGeom>
              <a:rect b="b" l="l" r="r" t="t"/>
              <a:pathLst>
                <a:path extrusionOk="0" h="654" w="522">
                  <a:moveTo>
                    <a:pt x="0" y="1"/>
                  </a:moveTo>
                  <a:lnTo>
                    <a:pt x="0" y="654"/>
                  </a:lnTo>
                  <a:lnTo>
                    <a:pt x="485" y="654"/>
                  </a:lnTo>
                  <a:lnTo>
                    <a:pt x="521" y="420"/>
                  </a:lnTo>
                  <a:lnTo>
                    <a:pt x="521" y="1"/>
                  </a:lnTo>
                  <a:close/>
                </a:path>
              </a:pathLst>
            </a:cu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199" name="Google Shape;4199;p27"/>
            <p:cNvSpPr/>
            <p:nvPr/>
          </p:nvSpPr>
          <p:spPr>
            <a:xfrm>
              <a:off x="5517070" y="3094366"/>
              <a:ext cx="17989" cy="21618"/>
            </a:xfrm>
            <a:custGeom>
              <a:rect b="b" l="l" r="r" t="t"/>
              <a:pathLst>
                <a:path extrusionOk="0" h="673" w="560">
                  <a:moveTo>
                    <a:pt x="1" y="0"/>
                  </a:moveTo>
                  <a:lnTo>
                    <a:pt x="1" y="672"/>
                  </a:lnTo>
                  <a:lnTo>
                    <a:pt x="559" y="672"/>
                  </a:lnTo>
                  <a:lnTo>
                    <a:pt x="559" y="429"/>
                  </a:lnTo>
                  <a:lnTo>
                    <a:pt x="242" y="429"/>
                  </a:lnTo>
                  <a:cubicBezTo>
                    <a:pt x="212" y="427"/>
                    <a:pt x="187" y="404"/>
                    <a:pt x="187" y="374"/>
                  </a:cubicBezTo>
                  <a:lnTo>
                    <a:pt x="187" y="0"/>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200" name="Google Shape;4200;p27"/>
            <p:cNvSpPr/>
            <p:nvPr/>
          </p:nvSpPr>
          <p:spPr>
            <a:xfrm>
              <a:off x="5518290" y="3048782"/>
              <a:ext cx="16768" cy="15612"/>
            </a:xfrm>
            <a:custGeom>
              <a:rect b="b" l="l" r="r" t="t"/>
              <a:pathLst>
                <a:path extrusionOk="0" h="486" w="522">
                  <a:moveTo>
                    <a:pt x="0" y="1"/>
                  </a:moveTo>
                  <a:lnTo>
                    <a:pt x="0" y="486"/>
                  </a:lnTo>
                  <a:lnTo>
                    <a:pt x="485" y="486"/>
                  </a:lnTo>
                  <a:lnTo>
                    <a:pt x="521" y="290"/>
                  </a:lnTo>
                  <a:lnTo>
                    <a:pt x="521" y="1"/>
                  </a:lnTo>
                  <a:close/>
                </a:path>
              </a:pathLst>
            </a:cu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201" name="Google Shape;4201;p27"/>
            <p:cNvSpPr/>
            <p:nvPr/>
          </p:nvSpPr>
          <p:spPr>
            <a:xfrm>
              <a:off x="5517070" y="3048525"/>
              <a:ext cx="17989" cy="16768"/>
            </a:xfrm>
            <a:custGeom>
              <a:rect b="b" l="l" r="r" t="t"/>
              <a:pathLst>
                <a:path extrusionOk="0" h="522" w="560">
                  <a:moveTo>
                    <a:pt x="1" y="0"/>
                  </a:moveTo>
                  <a:lnTo>
                    <a:pt x="1" y="521"/>
                  </a:lnTo>
                  <a:lnTo>
                    <a:pt x="559" y="521"/>
                  </a:lnTo>
                  <a:lnTo>
                    <a:pt x="559" y="297"/>
                  </a:lnTo>
                  <a:lnTo>
                    <a:pt x="242" y="297"/>
                  </a:lnTo>
                  <a:cubicBezTo>
                    <a:pt x="242" y="297"/>
                    <a:pt x="241" y="297"/>
                    <a:pt x="240" y="297"/>
                  </a:cubicBezTo>
                  <a:cubicBezTo>
                    <a:pt x="211" y="297"/>
                    <a:pt x="187" y="273"/>
                    <a:pt x="187" y="242"/>
                  </a:cubicBezTo>
                  <a:lnTo>
                    <a:pt x="187" y="0"/>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202" name="Google Shape;4202;p27"/>
            <p:cNvSpPr/>
            <p:nvPr/>
          </p:nvSpPr>
          <p:spPr>
            <a:xfrm>
              <a:off x="5442542" y="2952827"/>
              <a:ext cx="167101" cy="120299"/>
            </a:xfrm>
            <a:custGeom>
              <a:rect b="b" l="l" r="r" t="t"/>
              <a:pathLst>
                <a:path extrusionOk="0" h="3745" w="5202">
                  <a:moveTo>
                    <a:pt x="32" y="1"/>
                  </a:moveTo>
                  <a:cubicBezTo>
                    <a:pt x="12" y="1"/>
                    <a:pt x="0" y="10"/>
                    <a:pt x="0" y="43"/>
                  </a:cubicBezTo>
                  <a:lnTo>
                    <a:pt x="0" y="3046"/>
                  </a:lnTo>
                  <a:cubicBezTo>
                    <a:pt x="0" y="3431"/>
                    <a:pt x="314" y="3745"/>
                    <a:pt x="698" y="3745"/>
                  </a:cubicBezTo>
                  <a:lnTo>
                    <a:pt x="4505" y="3745"/>
                  </a:lnTo>
                  <a:cubicBezTo>
                    <a:pt x="4887" y="3745"/>
                    <a:pt x="5201" y="3431"/>
                    <a:pt x="5201" y="3046"/>
                  </a:cubicBezTo>
                  <a:lnTo>
                    <a:pt x="5201" y="43"/>
                  </a:lnTo>
                  <a:cubicBezTo>
                    <a:pt x="5201" y="11"/>
                    <a:pt x="5190" y="1"/>
                    <a:pt x="5170" y="1"/>
                  </a:cubicBezTo>
                  <a:cubicBezTo>
                    <a:pt x="5145" y="1"/>
                    <a:pt x="5106" y="17"/>
                    <a:pt x="5062" y="17"/>
                  </a:cubicBezTo>
                  <a:cubicBezTo>
                    <a:pt x="5019" y="17"/>
                    <a:pt x="4979" y="1"/>
                    <a:pt x="4954" y="1"/>
                  </a:cubicBezTo>
                  <a:cubicBezTo>
                    <a:pt x="4934" y="1"/>
                    <a:pt x="4922" y="10"/>
                    <a:pt x="4922" y="43"/>
                  </a:cubicBezTo>
                  <a:lnTo>
                    <a:pt x="4922" y="3046"/>
                  </a:lnTo>
                  <a:cubicBezTo>
                    <a:pt x="4922" y="3277"/>
                    <a:pt x="4734" y="3465"/>
                    <a:pt x="4505" y="3465"/>
                  </a:cubicBezTo>
                  <a:lnTo>
                    <a:pt x="3347" y="3465"/>
                  </a:lnTo>
                  <a:lnTo>
                    <a:pt x="2590" y="3539"/>
                  </a:lnTo>
                  <a:lnTo>
                    <a:pt x="1856" y="3465"/>
                  </a:lnTo>
                  <a:lnTo>
                    <a:pt x="698" y="3465"/>
                  </a:lnTo>
                  <a:cubicBezTo>
                    <a:pt x="466" y="3465"/>
                    <a:pt x="279" y="3277"/>
                    <a:pt x="279" y="3046"/>
                  </a:cubicBezTo>
                  <a:lnTo>
                    <a:pt x="279" y="43"/>
                  </a:lnTo>
                  <a:cubicBezTo>
                    <a:pt x="279" y="11"/>
                    <a:pt x="268" y="1"/>
                    <a:pt x="248" y="1"/>
                  </a:cubicBezTo>
                  <a:cubicBezTo>
                    <a:pt x="223" y="1"/>
                    <a:pt x="184" y="17"/>
                    <a:pt x="141" y="17"/>
                  </a:cubicBezTo>
                  <a:cubicBezTo>
                    <a:pt x="97" y="17"/>
                    <a:pt x="57" y="1"/>
                    <a:pt x="32" y="1"/>
                  </a:cubicBezTo>
                  <a:close/>
                </a:path>
              </a:pathLst>
            </a:cu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203" name="Google Shape;4203;p27"/>
            <p:cNvSpPr/>
            <p:nvPr/>
          </p:nvSpPr>
          <p:spPr>
            <a:xfrm>
              <a:off x="5437819" y="2939560"/>
              <a:ext cx="36234" cy="16768"/>
            </a:xfrm>
            <a:custGeom>
              <a:rect b="b" l="l" r="r" t="t"/>
              <a:pathLst>
                <a:path extrusionOk="0" h="522" w="1128">
                  <a:moveTo>
                    <a:pt x="251" y="0"/>
                  </a:moveTo>
                  <a:cubicBezTo>
                    <a:pt x="189" y="0"/>
                    <a:pt x="133" y="21"/>
                    <a:pt x="88" y="54"/>
                  </a:cubicBezTo>
                  <a:cubicBezTo>
                    <a:pt x="15" y="104"/>
                    <a:pt x="1" y="200"/>
                    <a:pt x="1" y="294"/>
                  </a:cubicBezTo>
                  <a:cubicBezTo>
                    <a:pt x="1" y="448"/>
                    <a:pt x="151" y="521"/>
                    <a:pt x="305" y="521"/>
                  </a:cubicBezTo>
                  <a:lnTo>
                    <a:pt x="1124" y="521"/>
                  </a:lnTo>
                  <a:lnTo>
                    <a:pt x="1127" y="0"/>
                  </a:lnTo>
                  <a:close/>
                </a:path>
              </a:pathLst>
            </a:cu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204" name="Google Shape;4204;p27"/>
            <p:cNvSpPr/>
            <p:nvPr/>
          </p:nvSpPr>
          <p:spPr>
            <a:xfrm>
              <a:off x="5578748" y="2939560"/>
              <a:ext cx="36588" cy="16768"/>
            </a:xfrm>
            <a:custGeom>
              <a:rect b="b" l="l" r="r" t="t"/>
              <a:pathLst>
                <a:path extrusionOk="0" h="522" w="1139">
                  <a:moveTo>
                    <a:pt x="0" y="0"/>
                  </a:moveTo>
                  <a:lnTo>
                    <a:pt x="0" y="521"/>
                  </a:lnTo>
                  <a:lnTo>
                    <a:pt x="822" y="521"/>
                  </a:lnTo>
                  <a:cubicBezTo>
                    <a:pt x="976" y="521"/>
                    <a:pt x="1138" y="437"/>
                    <a:pt x="1138" y="281"/>
                  </a:cubicBezTo>
                  <a:cubicBezTo>
                    <a:pt x="1138" y="126"/>
                    <a:pt x="1012" y="0"/>
                    <a:pt x="859" y="0"/>
                  </a:cubicBezTo>
                  <a:close/>
                </a:path>
              </a:pathLst>
            </a:cu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205" name="Google Shape;4205;p27"/>
            <p:cNvSpPr/>
            <p:nvPr/>
          </p:nvSpPr>
          <p:spPr>
            <a:xfrm>
              <a:off x="5436759" y="2941166"/>
              <a:ext cx="37198" cy="16415"/>
            </a:xfrm>
            <a:custGeom>
              <a:rect b="b" l="l" r="r" t="t"/>
              <a:pathLst>
                <a:path extrusionOk="0" h="511" w="1158">
                  <a:moveTo>
                    <a:pt x="119" y="1"/>
                  </a:moveTo>
                  <a:cubicBezTo>
                    <a:pt x="48" y="52"/>
                    <a:pt x="1" y="136"/>
                    <a:pt x="1" y="230"/>
                  </a:cubicBezTo>
                  <a:cubicBezTo>
                    <a:pt x="1" y="383"/>
                    <a:pt x="127" y="510"/>
                    <a:pt x="281" y="510"/>
                  </a:cubicBezTo>
                  <a:lnTo>
                    <a:pt x="1157" y="510"/>
                  </a:lnTo>
                  <a:lnTo>
                    <a:pt x="1157" y="230"/>
                  </a:lnTo>
                  <a:lnTo>
                    <a:pt x="394" y="230"/>
                  </a:lnTo>
                  <a:cubicBezTo>
                    <a:pt x="258" y="230"/>
                    <a:pt x="144" y="131"/>
                    <a:pt x="119"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206" name="Google Shape;4206;p27"/>
            <p:cNvSpPr/>
            <p:nvPr/>
          </p:nvSpPr>
          <p:spPr>
            <a:xfrm>
              <a:off x="5578748" y="2948523"/>
              <a:ext cx="36588" cy="9059"/>
            </a:xfrm>
            <a:custGeom>
              <a:rect b="b" l="l" r="r" t="t"/>
              <a:pathLst>
                <a:path extrusionOk="0" h="282" w="1139">
                  <a:moveTo>
                    <a:pt x="0" y="1"/>
                  </a:moveTo>
                  <a:lnTo>
                    <a:pt x="0" y="281"/>
                  </a:lnTo>
                  <a:lnTo>
                    <a:pt x="859" y="281"/>
                  </a:lnTo>
                  <a:cubicBezTo>
                    <a:pt x="1012" y="281"/>
                    <a:pt x="1138" y="156"/>
                    <a:pt x="1138"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207" name="Google Shape;4207;p27"/>
            <p:cNvSpPr/>
            <p:nvPr/>
          </p:nvSpPr>
          <p:spPr>
            <a:xfrm>
              <a:off x="5499626" y="3064041"/>
              <a:ext cx="53388" cy="31512"/>
            </a:xfrm>
            <a:custGeom>
              <a:rect b="b" l="l" r="r" t="t"/>
              <a:pathLst>
                <a:path extrusionOk="0" h="981" w="1662">
                  <a:moveTo>
                    <a:pt x="263" y="1"/>
                  </a:moveTo>
                  <a:lnTo>
                    <a:pt x="95" y="18"/>
                  </a:lnTo>
                  <a:cubicBezTo>
                    <a:pt x="41" y="18"/>
                    <a:pt x="1" y="61"/>
                    <a:pt x="1" y="112"/>
                  </a:cubicBezTo>
                  <a:lnTo>
                    <a:pt x="1" y="887"/>
                  </a:lnTo>
                  <a:cubicBezTo>
                    <a:pt x="1" y="939"/>
                    <a:pt x="44" y="981"/>
                    <a:pt x="95" y="981"/>
                  </a:cubicBezTo>
                  <a:lnTo>
                    <a:pt x="1550" y="981"/>
                  </a:lnTo>
                  <a:cubicBezTo>
                    <a:pt x="1602" y="981"/>
                    <a:pt x="1644" y="939"/>
                    <a:pt x="1644" y="887"/>
                  </a:cubicBezTo>
                  <a:lnTo>
                    <a:pt x="1661" y="719"/>
                  </a:lnTo>
                  <a:lnTo>
                    <a:pt x="1661" y="95"/>
                  </a:lnTo>
                  <a:cubicBezTo>
                    <a:pt x="1661" y="41"/>
                    <a:pt x="1618" y="1"/>
                    <a:pt x="1567" y="1"/>
                  </a:cubicBezTo>
                  <a:close/>
                </a:path>
              </a:pathLst>
            </a:cu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208" name="Google Shape;4208;p27"/>
            <p:cNvSpPr/>
            <p:nvPr/>
          </p:nvSpPr>
          <p:spPr>
            <a:xfrm>
              <a:off x="5499112" y="3064105"/>
              <a:ext cx="53998" cy="32090"/>
            </a:xfrm>
            <a:custGeom>
              <a:rect b="b" l="l" r="r" t="t"/>
              <a:pathLst>
                <a:path extrusionOk="0" h="999" w="1681">
                  <a:moveTo>
                    <a:pt x="95" y="0"/>
                  </a:moveTo>
                  <a:cubicBezTo>
                    <a:pt x="44" y="0"/>
                    <a:pt x="1" y="41"/>
                    <a:pt x="1" y="94"/>
                  </a:cubicBezTo>
                  <a:lnTo>
                    <a:pt x="1" y="905"/>
                  </a:lnTo>
                  <a:cubicBezTo>
                    <a:pt x="1" y="955"/>
                    <a:pt x="41" y="999"/>
                    <a:pt x="95" y="999"/>
                  </a:cubicBezTo>
                  <a:lnTo>
                    <a:pt x="1586" y="999"/>
                  </a:lnTo>
                  <a:cubicBezTo>
                    <a:pt x="1637" y="999"/>
                    <a:pt x="1680" y="957"/>
                    <a:pt x="1680" y="905"/>
                  </a:cubicBezTo>
                  <a:lnTo>
                    <a:pt x="1680" y="718"/>
                  </a:lnTo>
                  <a:lnTo>
                    <a:pt x="337" y="718"/>
                  </a:lnTo>
                  <a:cubicBezTo>
                    <a:pt x="306" y="718"/>
                    <a:pt x="280" y="693"/>
                    <a:pt x="280" y="662"/>
                  </a:cubicBezTo>
                  <a:lnTo>
                    <a:pt x="280" y="0"/>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209" name="Google Shape;4209;p27"/>
            <p:cNvSpPr/>
            <p:nvPr/>
          </p:nvSpPr>
          <p:spPr>
            <a:xfrm>
              <a:off x="5499626" y="3114090"/>
              <a:ext cx="53388" cy="18021"/>
            </a:xfrm>
            <a:custGeom>
              <a:rect b="b" l="l" r="r" t="t"/>
              <a:pathLst>
                <a:path extrusionOk="0" h="561" w="1662">
                  <a:moveTo>
                    <a:pt x="263" y="0"/>
                  </a:moveTo>
                  <a:lnTo>
                    <a:pt x="95" y="18"/>
                  </a:lnTo>
                  <a:cubicBezTo>
                    <a:pt x="41" y="18"/>
                    <a:pt x="1" y="61"/>
                    <a:pt x="1" y="112"/>
                  </a:cubicBezTo>
                  <a:lnTo>
                    <a:pt x="1" y="466"/>
                  </a:lnTo>
                  <a:cubicBezTo>
                    <a:pt x="1" y="520"/>
                    <a:pt x="44" y="560"/>
                    <a:pt x="95" y="560"/>
                  </a:cubicBezTo>
                  <a:lnTo>
                    <a:pt x="1550" y="560"/>
                  </a:lnTo>
                  <a:cubicBezTo>
                    <a:pt x="1602" y="560"/>
                    <a:pt x="1644" y="517"/>
                    <a:pt x="1644" y="466"/>
                  </a:cubicBezTo>
                  <a:lnTo>
                    <a:pt x="1661" y="298"/>
                  </a:lnTo>
                  <a:lnTo>
                    <a:pt x="1661" y="94"/>
                  </a:lnTo>
                  <a:cubicBezTo>
                    <a:pt x="1661" y="42"/>
                    <a:pt x="1618" y="0"/>
                    <a:pt x="1567" y="0"/>
                  </a:cubicBezTo>
                  <a:close/>
                </a:path>
              </a:pathLst>
            </a:cu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210" name="Google Shape;4210;p27"/>
            <p:cNvSpPr/>
            <p:nvPr/>
          </p:nvSpPr>
          <p:spPr>
            <a:xfrm>
              <a:off x="5472931" y="2835061"/>
              <a:ext cx="107032" cy="141724"/>
            </a:xfrm>
            <a:custGeom>
              <a:rect b="b" l="l" r="r" t="t"/>
              <a:pathLst>
                <a:path extrusionOk="0" h="4412" w="3332">
                  <a:moveTo>
                    <a:pt x="350" y="0"/>
                  </a:moveTo>
                  <a:cubicBezTo>
                    <a:pt x="318" y="0"/>
                    <a:pt x="285" y="3"/>
                    <a:pt x="256" y="11"/>
                  </a:cubicBezTo>
                  <a:cubicBezTo>
                    <a:pt x="95" y="53"/>
                    <a:pt x="1" y="271"/>
                    <a:pt x="1" y="445"/>
                  </a:cubicBezTo>
                  <a:lnTo>
                    <a:pt x="23" y="4390"/>
                  </a:lnTo>
                  <a:lnTo>
                    <a:pt x="3265" y="4411"/>
                  </a:lnTo>
                  <a:lnTo>
                    <a:pt x="3332" y="4177"/>
                  </a:lnTo>
                  <a:lnTo>
                    <a:pt x="3332" y="372"/>
                  </a:lnTo>
                  <a:cubicBezTo>
                    <a:pt x="3332" y="167"/>
                    <a:pt x="3165" y="0"/>
                    <a:pt x="2960" y="0"/>
                  </a:cubicBezTo>
                  <a:close/>
                </a:path>
              </a:pathLst>
            </a:cu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211" name="Google Shape;4211;p27"/>
            <p:cNvSpPr/>
            <p:nvPr/>
          </p:nvSpPr>
          <p:spPr>
            <a:xfrm>
              <a:off x="5485684" y="2848553"/>
              <a:ext cx="8962" cy="8962"/>
            </a:xfrm>
            <a:custGeom>
              <a:rect b="b" l="l" r="r" t="t"/>
              <a:pathLst>
                <a:path extrusionOk="0" h="279" w="279">
                  <a:moveTo>
                    <a:pt x="139" y="0"/>
                  </a:moveTo>
                  <a:cubicBezTo>
                    <a:pt x="63" y="0"/>
                    <a:pt x="1" y="62"/>
                    <a:pt x="1" y="139"/>
                  </a:cubicBezTo>
                  <a:cubicBezTo>
                    <a:pt x="1" y="216"/>
                    <a:pt x="63" y="278"/>
                    <a:pt x="139" y="278"/>
                  </a:cubicBezTo>
                  <a:cubicBezTo>
                    <a:pt x="216" y="278"/>
                    <a:pt x="278" y="216"/>
                    <a:pt x="278" y="139"/>
                  </a:cubicBezTo>
                  <a:cubicBezTo>
                    <a:pt x="278" y="62"/>
                    <a:pt x="216" y="0"/>
                    <a:pt x="139"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212" name="Google Shape;4212;p27"/>
            <p:cNvSpPr/>
            <p:nvPr/>
          </p:nvSpPr>
          <p:spPr>
            <a:xfrm>
              <a:off x="5503642" y="2848553"/>
              <a:ext cx="8962" cy="8962"/>
            </a:xfrm>
            <a:custGeom>
              <a:rect b="b" l="l" r="r" t="t"/>
              <a:pathLst>
                <a:path extrusionOk="0" h="279" w="279">
                  <a:moveTo>
                    <a:pt x="139" y="0"/>
                  </a:moveTo>
                  <a:cubicBezTo>
                    <a:pt x="63" y="0"/>
                    <a:pt x="0" y="62"/>
                    <a:pt x="0" y="139"/>
                  </a:cubicBezTo>
                  <a:cubicBezTo>
                    <a:pt x="0" y="216"/>
                    <a:pt x="63" y="278"/>
                    <a:pt x="139" y="278"/>
                  </a:cubicBezTo>
                  <a:cubicBezTo>
                    <a:pt x="216" y="278"/>
                    <a:pt x="278" y="216"/>
                    <a:pt x="278" y="139"/>
                  </a:cubicBezTo>
                  <a:cubicBezTo>
                    <a:pt x="278" y="62"/>
                    <a:pt x="216" y="0"/>
                    <a:pt x="139"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213" name="Google Shape;4213;p27"/>
            <p:cNvSpPr/>
            <p:nvPr/>
          </p:nvSpPr>
          <p:spPr>
            <a:xfrm>
              <a:off x="5521599" y="2848553"/>
              <a:ext cx="8994" cy="8962"/>
            </a:xfrm>
            <a:custGeom>
              <a:rect b="b" l="l" r="r" t="t"/>
              <a:pathLst>
                <a:path extrusionOk="0" h="279" w="280">
                  <a:moveTo>
                    <a:pt x="141" y="0"/>
                  </a:moveTo>
                  <a:cubicBezTo>
                    <a:pt x="62" y="0"/>
                    <a:pt x="0" y="62"/>
                    <a:pt x="0" y="139"/>
                  </a:cubicBezTo>
                  <a:cubicBezTo>
                    <a:pt x="0" y="216"/>
                    <a:pt x="62" y="278"/>
                    <a:pt x="141" y="278"/>
                  </a:cubicBezTo>
                  <a:cubicBezTo>
                    <a:pt x="217" y="278"/>
                    <a:pt x="279" y="216"/>
                    <a:pt x="279" y="139"/>
                  </a:cubicBezTo>
                  <a:cubicBezTo>
                    <a:pt x="279" y="62"/>
                    <a:pt x="217" y="0"/>
                    <a:pt x="141"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214" name="Google Shape;4214;p27"/>
            <p:cNvSpPr/>
            <p:nvPr/>
          </p:nvSpPr>
          <p:spPr>
            <a:xfrm>
              <a:off x="5539524" y="2848553"/>
              <a:ext cx="9026" cy="8962"/>
            </a:xfrm>
            <a:custGeom>
              <a:rect b="b" l="l" r="r" t="t"/>
              <a:pathLst>
                <a:path extrusionOk="0" h="279" w="281">
                  <a:moveTo>
                    <a:pt x="141" y="0"/>
                  </a:moveTo>
                  <a:cubicBezTo>
                    <a:pt x="65" y="0"/>
                    <a:pt x="1" y="62"/>
                    <a:pt x="1" y="139"/>
                  </a:cubicBezTo>
                  <a:cubicBezTo>
                    <a:pt x="1" y="216"/>
                    <a:pt x="65" y="278"/>
                    <a:pt x="141" y="278"/>
                  </a:cubicBezTo>
                  <a:cubicBezTo>
                    <a:pt x="218" y="278"/>
                    <a:pt x="280" y="216"/>
                    <a:pt x="280" y="139"/>
                  </a:cubicBezTo>
                  <a:cubicBezTo>
                    <a:pt x="280" y="62"/>
                    <a:pt x="218" y="0"/>
                    <a:pt x="141"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215" name="Google Shape;4215;p27"/>
            <p:cNvSpPr/>
            <p:nvPr/>
          </p:nvSpPr>
          <p:spPr>
            <a:xfrm>
              <a:off x="5557546" y="2848553"/>
              <a:ext cx="8962" cy="8962"/>
            </a:xfrm>
            <a:custGeom>
              <a:rect b="b" l="l" r="r" t="t"/>
              <a:pathLst>
                <a:path extrusionOk="0" h="279" w="279">
                  <a:moveTo>
                    <a:pt x="139" y="0"/>
                  </a:moveTo>
                  <a:cubicBezTo>
                    <a:pt x="62" y="0"/>
                    <a:pt x="0" y="62"/>
                    <a:pt x="0" y="139"/>
                  </a:cubicBezTo>
                  <a:cubicBezTo>
                    <a:pt x="0" y="216"/>
                    <a:pt x="62" y="278"/>
                    <a:pt x="139" y="278"/>
                  </a:cubicBezTo>
                  <a:cubicBezTo>
                    <a:pt x="216" y="278"/>
                    <a:pt x="278" y="216"/>
                    <a:pt x="278" y="139"/>
                  </a:cubicBezTo>
                  <a:cubicBezTo>
                    <a:pt x="278" y="62"/>
                    <a:pt x="216" y="0"/>
                    <a:pt x="139"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216" name="Google Shape;4216;p27"/>
            <p:cNvSpPr/>
            <p:nvPr/>
          </p:nvSpPr>
          <p:spPr>
            <a:xfrm>
              <a:off x="5485684" y="2884436"/>
              <a:ext cx="8962" cy="9026"/>
            </a:xfrm>
            <a:custGeom>
              <a:rect b="b" l="l" r="r" t="t"/>
              <a:pathLst>
                <a:path extrusionOk="0" h="281" w="279">
                  <a:moveTo>
                    <a:pt x="139" y="1"/>
                  </a:moveTo>
                  <a:cubicBezTo>
                    <a:pt x="63" y="1"/>
                    <a:pt x="1" y="63"/>
                    <a:pt x="1" y="140"/>
                  </a:cubicBezTo>
                  <a:cubicBezTo>
                    <a:pt x="1" y="218"/>
                    <a:pt x="63" y="280"/>
                    <a:pt x="139" y="280"/>
                  </a:cubicBezTo>
                  <a:cubicBezTo>
                    <a:pt x="216" y="280"/>
                    <a:pt x="278" y="218"/>
                    <a:pt x="278" y="140"/>
                  </a:cubicBezTo>
                  <a:cubicBezTo>
                    <a:pt x="278" y="63"/>
                    <a:pt x="216" y="1"/>
                    <a:pt x="139"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217" name="Google Shape;4217;p27"/>
            <p:cNvSpPr/>
            <p:nvPr/>
          </p:nvSpPr>
          <p:spPr>
            <a:xfrm>
              <a:off x="5503642" y="2884436"/>
              <a:ext cx="8962" cy="9026"/>
            </a:xfrm>
            <a:custGeom>
              <a:rect b="b" l="l" r="r" t="t"/>
              <a:pathLst>
                <a:path extrusionOk="0" h="281" w="279">
                  <a:moveTo>
                    <a:pt x="139" y="1"/>
                  </a:moveTo>
                  <a:cubicBezTo>
                    <a:pt x="63" y="1"/>
                    <a:pt x="0" y="63"/>
                    <a:pt x="0" y="140"/>
                  </a:cubicBezTo>
                  <a:cubicBezTo>
                    <a:pt x="0" y="218"/>
                    <a:pt x="63" y="280"/>
                    <a:pt x="139" y="280"/>
                  </a:cubicBezTo>
                  <a:cubicBezTo>
                    <a:pt x="216" y="280"/>
                    <a:pt x="278" y="218"/>
                    <a:pt x="278" y="140"/>
                  </a:cubicBezTo>
                  <a:cubicBezTo>
                    <a:pt x="278" y="63"/>
                    <a:pt x="216" y="1"/>
                    <a:pt x="139"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218" name="Google Shape;4218;p27"/>
            <p:cNvSpPr/>
            <p:nvPr/>
          </p:nvSpPr>
          <p:spPr>
            <a:xfrm>
              <a:off x="5521599" y="2884436"/>
              <a:ext cx="8994" cy="9026"/>
            </a:xfrm>
            <a:custGeom>
              <a:rect b="b" l="l" r="r" t="t"/>
              <a:pathLst>
                <a:path extrusionOk="0" h="281" w="280">
                  <a:moveTo>
                    <a:pt x="141" y="1"/>
                  </a:moveTo>
                  <a:cubicBezTo>
                    <a:pt x="62" y="1"/>
                    <a:pt x="0" y="63"/>
                    <a:pt x="0" y="140"/>
                  </a:cubicBezTo>
                  <a:cubicBezTo>
                    <a:pt x="0" y="218"/>
                    <a:pt x="62" y="280"/>
                    <a:pt x="141" y="280"/>
                  </a:cubicBezTo>
                  <a:cubicBezTo>
                    <a:pt x="217" y="280"/>
                    <a:pt x="279" y="218"/>
                    <a:pt x="279" y="140"/>
                  </a:cubicBezTo>
                  <a:cubicBezTo>
                    <a:pt x="279" y="63"/>
                    <a:pt x="217" y="1"/>
                    <a:pt x="141"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219" name="Google Shape;4219;p27"/>
            <p:cNvSpPr/>
            <p:nvPr/>
          </p:nvSpPr>
          <p:spPr>
            <a:xfrm>
              <a:off x="5539524" y="2884436"/>
              <a:ext cx="9026" cy="9026"/>
            </a:xfrm>
            <a:custGeom>
              <a:rect b="b" l="l" r="r" t="t"/>
              <a:pathLst>
                <a:path extrusionOk="0" h="281" w="281">
                  <a:moveTo>
                    <a:pt x="141" y="1"/>
                  </a:moveTo>
                  <a:cubicBezTo>
                    <a:pt x="65" y="1"/>
                    <a:pt x="1" y="63"/>
                    <a:pt x="1" y="140"/>
                  </a:cubicBezTo>
                  <a:cubicBezTo>
                    <a:pt x="1" y="218"/>
                    <a:pt x="65" y="280"/>
                    <a:pt x="141" y="280"/>
                  </a:cubicBezTo>
                  <a:cubicBezTo>
                    <a:pt x="218" y="280"/>
                    <a:pt x="280" y="218"/>
                    <a:pt x="280" y="140"/>
                  </a:cubicBezTo>
                  <a:cubicBezTo>
                    <a:pt x="280" y="63"/>
                    <a:pt x="218" y="1"/>
                    <a:pt x="141"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220" name="Google Shape;4220;p27"/>
            <p:cNvSpPr/>
            <p:nvPr/>
          </p:nvSpPr>
          <p:spPr>
            <a:xfrm>
              <a:off x="5557546" y="2884436"/>
              <a:ext cx="8962" cy="9026"/>
            </a:xfrm>
            <a:custGeom>
              <a:rect b="b" l="l" r="r" t="t"/>
              <a:pathLst>
                <a:path extrusionOk="0" h="281" w="279">
                  <a:moveTo>
                    <a:pt x="139" y="1"/>
                  </a:moveTo>
                  <a:cubicBezTo>
                    <a:pt x="62" y="1"/>
                    <a:pt x="0" y="63"/>
                    <a:pt x="0" y="140"/>
                  </a:cubicBezTo>
                  <a:cubicBezTo>
                    <a:pt x="0" y="218"/>
                    <a:pt x="62" y="280"/>
                    <a:pt x="139" y="280"/>
                  </a:cubicBezTo>
                  <a:cubicBezTo>
                    <a:pt x="216" y="280"/>
                    <a:pt x="278" y="218"/>
                    <a:pt x="278" y="140"/>
                  </a:cubicBezTo>
                  <a:cubicBezTo>
                    <a:pt x="278" y="63"/>
                    <a:pt x="216" y="1"/>
                    <a:pt x="139"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221" name="Google Shape;4221;p27"/>
            <p:cNvSpPr/>
            <p:nvPr/>
          </p:nvSpPr>
          <p:spPr>
            <a:xfrm>
              <a:off x="5485684" y="2920382"/>
              <a:ext cx="8962" cy="8962"/>
            </a:xfrm>
            <a:custGeom>
              <a:rect b="b" l="l" r="r" t="t"/>
              <a:pathLst>
                <a:path extrusionOk="0" h="279" w="279">
                  <a:moveTo>
                    <a:pt x="139" y="1"/>
                  </a:moveTo>
                  <a:cubicBezTo>
                    <a:pt x="63" y="1"/>
                    <a:pt x="1" y="63"/>
                    <a:pt x="1" y="140"/>
                  </a:cubicBezTo>
                  <a:cubicBezTo>
                    <a:pt x="1" y="217"/>
                    <a:pt x="63" y="279"/>
                    <a:pt x="139" y="279"/>
                  </a:cubicBezTo>
                  <a:cubicBezTo>
                    <a:pt x="216" y="279"/>
                    <a:pt x="278" y="217"/>
                    <a:pt x="278" y="140"/>
                  </a:cubicBezTo>
                  <a:cubicBezTo>
                    <a:pt x="278" y="63"/>
                    <a:pt x="216" y="1"/>
                    <a:pt x="139"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222" name="Google Shape;4222;p27"/>
            <p:cNvSpPr/>
            <p:nvPr/>
          </p:nvSpPr>
          <p:spPr>
            <a:xfrm>
              <a:off x="5503642" y="2920382"/>
              <a:ext cx="8962" cy="8962"/>
            </a:xfrm>
            <a:custGeom>
              <a:rect b="b" l="l" r="r" t="t"/>
              <a:pathLst>
                <a:path extrusionOk="0" h="279" w="279">
                  <a:moveTo>
                    <a:pt x="139" y="1"/>
                  </a:moveTo>
                  <a:cubicBezTo>
                    <a:pt x="63" y="1"/>
                    <a:pt x="0" y="63"/>
                    <a:pt x="0" y="140"/>
                  </a:cubicBezTo>
                  <a:cubicBezTo>
                    <a:pt x="0" y="217"/>
                    <a:pt x="63" y="279"/>
                    <a:pt x="139" y="279"/>
                  </a:cubicBezTo>
                  <a:cubicBezTo>
                    <a:pt x="216" y="279"/>
                    <a:pt x="278" y="217"/>
                    <a:pt x="278" y="140"/>
                  </a:cubicBezTo>
                  <a:cubicBezTo>
                    <a:pt x="278" y="63"/>
                    <a:pt x="216" y="1"/>
                    <a:pt x="139"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223" name="Google Shape;4223;p27"/>
            <p:cNvSpPr/>
            <p:nvPr/>
          </p:nvSpPr>
          <p:spPr>
            <a:xfrm>
              <a:off x="5521599" y="2920382"/>
              <a:ext cx="8994" cy="8962"/>
            </a:xfrm>
            <a:custGeom>
              <a:rect b="b" l="l" r="r" t="t"/>
              <a:pathLst>
                <a:path extrusionOk="0" h="279" w="280">
                  <a:moveTo>
                    <a:pt x="141" y="1"/>
                  </a:moveTo>
                  <a:cubicBezTo>
                    <a:pt x="62" y="1"/>
                    <a:pt x="0" y="63"/>
                    <a:pt x="0" y="140"/>
                  </a:cubicBezTo>
                  <a:cubicBezTo>
                    <a:pt x="0" y="217"/>
                    <a:pt x="62" y="279"/>
                    <a:pt x="141" y="279"/>
                  </a:cubicBezTo>
                  <a:cubicBezTo>
                    <a:pt x="217" y="279"/>
                    <a:pt x="279" y="217"/>
                    <a:pt x="279" y="140"/>
                  </a:cubicBezTo>
                  <a:cubicBezTo>
                    <a:pt x="279" y="63"/>
                    <a:pt x="217" y="1"/>
                    <a:pt x="141"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224" name="Google Shape;4224;p27"/>
            <p:cNvSpPr/>
            <p:nvPr/>
          </p:nvSpPr>
          <p:spPr>
            <a:xfrm>
              <a:off x="5539524" y="2920382"/>
              <a:ext cx="9026" cy="8962"/>
            </a:xfrm>
            <a:custGeom>
              <a:rect b="b" l="l" r="r" t="t"/>
              <a:pathLst>
                <a:path extrusionOk="0" h="279" w="281">
                  <a:moveTo>
                    <a:pt x="141" y="1"/>
                  </a:moveTo>
                  <a:cubicBezTo>
                    <a:pt x="65" y="1"/>
                    <a:pt x="1" y="63"/>
                    <a:pt x="1" y="140"/>
                  </a:cubicBezTo>
                  <a:cubicBezTo>
                    <a:pt x="1" y="217"/>
                    <a:pt x="65" y="279"/>
                    <a:pt x="141" y="279"/>
                  </a:cubicBezTo>
                  <a:cubicBezTo>
                    <a:pt x="218" y="279"/>
                    <a:pt x="280" y="217"/>
                    <a:pt x="280" y="140"/>
                  </a:cubicBezTo>
                  <a:cubicBezTo>
                    <a:pt x="280" y="63"/>
                    <a:pt x="218" y="1"/>
                    <a:pt x="141"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225" name="Google Shape;4225;p27"/>
            <p:cNvSpPr/>
            <p:nvPr/>
          </p:nvSpPr>
          <p:spPr>
            <a:xfrm>
              <a:off x="5557546" y="2920382"/>
              <a:ext cx="8962" cy="8962"/>
            </a:xfrm>
            <a:custGeom>
              <a:rect b="b" l="l" r="r" t="t"/>
              <a:pathLst>
                <a:path extrusionOk="0" h="279" w="279">
                  <a:moveTo>
                    <a:pt x="139" y="1"/>
                  </a:moveTo>
                  <a:cubicBezTo>
                    <a:pt x="62" y="1"/>
                    <a:pt x="0" y="63"/>
                    <a:pt x="0" y="140"/>
                  </a:cubicBezTo>
                  <a:cubicBezTo>
                    <a:pt x="0" y="217"/>
                    <a:pt x="62" y="279"/>
                    <a:pt x="139" y="279"/>
                  </a:cubicBezTo>
                  <a:cubicBezTo>
                    <a:pt x="216" y="279"/>
                    <a:pt x="278" y="217"/>
                    <a:pt x="278" y="140"/>
                  </a:cubicBezTo>
                  <a:cubicBezTo>
                    <a:pt x="278" y="63"/>
                    <a:pt x="216" y="1"/>
                    <a:pt x="139"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226" name="Google Shape;4226;p27"/>
            <p:cNvSpPr/>
            <p:nvPr/>
          </p:nvSpPr>
          <p:spPr>
            <a:xfrm>
              <a:off x="5485684" y="2956297"/>
              <a:ext cx="8962" cy="8994"/>
            </a:xfrm>
            <a:custGeom>
              <a:rect b="b" l="l" r="r" t="t"/>
              <a:pathLst>
                <a:path extrusionOk="0" h="280" w="279">
                  <a:moveTo>
                    <a:pt x="139" y="0"/>
                  </a:moveTo>
                  <a:cubicBezTo>
                    <a:pt x="63" y="0"/>
                    <a:pt x="1" y="63"/>
                    <a:pt x="1" y="141"/>
                  </a:cubicBezTo>
                  <a:cubicBezTo>
                    <a:pt x="1" y="218"/>
                    <a:pt x="63" y="280"/>
                    <a:pt x="139" y="280"/>
                  </a:cubicBezTo>
                  <a:cubicBezTo>
                    <a:pt x="216" y="280"/>
                    <a:pt x="278" y="218"/>
                    <a:pt x="278" y="141"/>
                  </a:cubicBezTo>
                  <a:cubicBezTo>
                    <a:pt x="278" y="63"/>
                    <a:pt x="216" y="0"/>
                    <a:pt x="139"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227" name="Google Shape;4227;p27"/>
            <p:cNvSpPr/>
            <p:nvPr/>
          </p:nvSpPr>
          <p:spPr>
            <a:xfrm>
              <a:off x="5503642" y="2956297"/>
              <a:ext cx="8962" cy="8994"/>
            </a:xfrm>
            <a:custGeom>
              <a:rect b="b" l="l" r="r" t="t"/>
              <a:pathLst>
                <a:path extrusionOk="0" h="280" w="279">
                  <a:moveTo>
                    <a:pt x="139" y="0"/>
                  </a:moveTo>
                  <a:cubicBezTo>
                    <a:pt x="63" y="0"/>
                    <a:pt x="0" y="63"/>
                    <a:pt x="0" y="141"/>
                  </a:cubicBezTo>
                  <a:cubicBezTo>
                    <a:pt x="0" y="218"/>
                    <a:pt x="63" y="280"/>
                    <a:pt x="139" y="280"/>
                  </a:cubicBezTo>
                  <a:cubicBezTo>
                    <a:pt x="216" y="280"/>
                    <a:pt x="278" y="218"/>
                    <a:pt x="278" y="141"/>
                  </a:cubicBezTo>
                  <a:cubicBezTo>
                    <a:pt x="278" y="63"/>
                    <a:pt x="216" y="0"/>
                    <a:pt x="139"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228" name="Google Shape;4228;p27"/>
            <p:cNvSpPr/>
            <p:nvPr/>
          </p:nvSpPr>
          <p:spPr>
            <a:xfrm>
              <a:off x="5521599" y="2956297"/>
              <a:ext cx="8994" cy="8994"/>
            </a:xfrm>
            <a:custGeom>
              <a:rect b="b" l="l" r="r" t="t"/>
              <a:pathLst>
                <a:path extrusionOk="0" h="280" w="280">
                  <a:moveTo>
                    <a:pt x="141" y="0"/>
                  </a:moveTo>
                  <a:cubicBezTo>
                    <a:pt x="62" y="0"/>
                    <a:pt x="0" y="63"/>
                    <a:pt x="0" y="141"/>
                  </a:cubicBezTo>
                  <a:cubicBezTo>
                    <a:pt x="0" y="218"/>
                    <a:pt x="62" y="280"/>
                    <a:pt x="141" y="280"/>
                  </a:cubicBezTo>
                  <a:cubicBezTo>
                    <a:pt x="217" y="280"/>
                    <a:pt x="279" y="218"/>
                    <a:pt x="279" y="141"/>
                  </a:cubicBezTo>
                  <a:cubicBezTo>
                    <a:pt x="279" y="63"/>
                    <a:pt x="217" y="0"/>
                    <a:pt x="141"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229" name="Google Shape;4229;p27"/>
            <p:cNvSpPr/>
            <p:nvPr/>
          </p:nvSpPr>
          <p:spPr>
            <a:xfrm>
              <a:off x="5539524" y="2956297"/>
              <a:ext cx="9026" cy="8994"/>
            </a:xfrm>
            <a:custGeom>
              <a:rect b="b" l="l" r="r" t="t"/>
              <a:pathLst>
                <a:path extrusionOk="0" h="280" w="281">
                  <a:moveTo>
                    <a:pt x="141" y="0"/>
                  </a:moveTo>
                  <a:cubicBezTo>
                    <a:pt x="65" y="0"/>
                    <a:pt x="1" y="63"/>
                    <a:pt x="1" y="141"/>
                  </a:cubicBezTo>
                  <a:cubicBezTo>
                    <a:pt x="1" y="218"/>
                    <a:pt x="65" y="280"/>
                    <a:pt x="141" y="280"/>
                  </a:cubicBezTo>
                  <a:cubicBezTo>
                    <a:pt x="218" y="280"/>
                    <a:pt x="280" y="218"/>
                    <a:pt x="280" y="141"/>
                  </a:cubicBezTo>
                  <a:cubicBezTo>
                    <a:pt x="280" y="63"/>
                    <a:pt x="218" y="0"/>
                    <a:pt x="141"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230" name="Google Shape;4230;p27"/>
            <p:cNvSpPr/>
            <p:nvPr/>
          </p:nvSpPr>
          <p:spPr>
            <a:xfrm>
              <a:off x="5557546" y="2956297"/>
              <a:ext cx="8962" cy="8994"/>
            </a:xfrm>
            <a:custGeom>
              <a:rect b="b" l="l" r="r" t="t"/>
              <a:pathLst>
                <a:path extrusionOk="0" h="280" w="279">
                  <a:moveTo>
                    <a:pt x="139" y="0"/>
                  </a:moveTo>
                  <a:cubicBezTo>
                    <a:pt x="62" y="0"/>
                    <a:pt x="0" y="63"/>
                    <a:pt x="0" y="141"/>
                  </a:cubicBezTo>
                  <a:cubicBezTo>
                    <a:pt x="0" y="218"/>
                    <a:pt x="62" y="280"/>
                    <a:pt x="139" y="280"/>
                  </a:cubicBezTo>
                  <a:cubicBezTo>
                    <a:pt x="216" y="280"/>
                    <a:pt x="278" y="218"/>
                    <a:pt x="278" y="141"/>
                  </a:cubicBezTo>
                  <a:cubicBezTo>
                    <a:pt x="278" y="63"/>
                    <a:pt x="216" y="0"/>
                    <a:pt x="139"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231" name="Google Shape;4231;p27"/>
            <p:cNvSpPr/>
            <p:nvPr/>
          </p:nvSpPr>
          <p:spPr>
            <a:xfrm>
              <a:off x="5494615" y="2938340"/>
              <a:ext cx="8994" cy="8994"/>
            </a:xfrm>
            <a:custGeom>
              <a:rect b="b" l="l" r="r" t="t"/>
              <a:pathLst>
                <a:path extrusionOk="0" h="280" w="280">
                  <a:moveTo>
                    <a:pt x="141" y="1"/>
                  </a:moveTo>
                  <a:cubicBezTo>
                    <a:pt x="63" y="1"/>
                    <a:pt x="0" y="63"/>
                    <a:pt x="0" y="140"/>
                  </a:cubicBezTo>
                  <a:cubicBezTo>
                    <a:pt x="0" y="216"/>
                    <a:pt x="63" y="280"/>
                    <a:pt x="141" y="280"/>
                  </a:cubicBezTo>
                  <a:cubicBezTo>
                    <a:pt x="218" y="280"/>
                    <a:pt x="280" y="216"/>
                    <a:pt x="280" y="140"/>
                  </a:cubicBezTo>
                  <a:cubicBezTo>
                    <a:pt x="280" y="63"/>
                    <a:pt x="218" y="1"/>
                    <a:pt x="141"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232" name="Google Shape;4232;p27"/>
            <p:cNvSpPr/>
            <p:nvPr/>
          </p:nvSpPr>
          <p:spPr>
            <a:xfrm>
              <a:off x="5512604" y="2938340"/>
              <a:ext cx="8962" cy="8994"/>
            </a:xfrm>
            <a:custGeom>
              <a:rect b="b" l="l" r="r" t="t"/>
              <a:pathLst>
                <a:path extrusionOk="0" h="280" w="279">
                  <a:moveTo>
                    <a:pt x="140" y="1"/>
                  </a:moveTo>
                  <a:cubicBezTo>
                    <a:pt x="63" y="1"/>
                    <a:pt x="1" y="63"/>
                    <a:pt x="1" y="140"/>
                  </a:cubicBezTo>
                  <a:cubicBezTo>
                    <a:pt x="1" y="216"/>
                    <a:pt x="63" y="280"/>
                    <a:pt x="140" y="280"/>
                  </a:cubicBezTo>
                  <a:cubicBezTo>
                    <a:pt x="216" y="280"/>
                    <a:pt x="279" y="216"/>
                    <a:pt x="279" y="140"/>
                  </a:cubicBezTo>
                  <a:cubicBezTo>
                    <a:pt x="279" y="63"/>
                    <a:pt x="216" y="1"/>
                    <a:pt x="140"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233" name="Google Shape;4233;p27"/>
            <p:cNvSpPr/>
            <p:nvPr/>
          </p:nvSpPr>
          <p:spPr>
            <a:xfrm>
              <a:off x="5530562" y="2938340"/>
              <a:ext cx="8962" cy="8994"/>
            </a:xfrm>
            <a:custGeom>
              <a:rect b="b" l="l" r="r" t="t"/>
              <a:pathLst>
                <a:path extrusionOk="0" h="280" w="279">
                  <a:moveTo>
                    <a:pt x="139" y="1"/>
                  </a:moveTo>
                  <a:cubicBezTo>
                    <a:pt x="63" y="1"/>
                    <a:pt x="0" y="63"/>
                    <a:pt x="0" y="140"/>
                  </a:cubicBezTo>
                  <a:cubicBezTo>
                    <a:pt x="0" y="216"/>
                    <a:pt x="63" y="280"/>
                    <a:pt x="139" y="280"/>
                  </a:cubicBezTo>
                  <a:cubicBezTo>
                    <a:pt x="216" y="280"/>
                    <a:pt x="278" y="216"/>
                    <a:pt x="278" y="140"/>
                  </a:cubicBezTo>
                  <a:cubicBezTo>
                    <a:pt x="278" y="63"/>
                    <a:pt x="216" y="1"/>
                    <a:pt x="139"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234" name="Google Shape;4234;p27"/>
            <p:cNvSpPr/>
            <p:nvPr/>
          </p:nvSpPr>
          <p:spPr>
            <a:xfrm>
              <a:off x="5548519" y="2938340"/>
              <a:ext cx="8994" cy="8994"/>
            </a:xfrm>
            <a:custGeom>
              <a:rect b="b" l="l" r="r" t="t"/>
              <a:pathLst>
                <a:path extrusionOk="0" h="280" w="280">
                  <a:moveTo>
                    <a:pt x="139" y="1"/>
                  </a:moveTo>
                  <a:cubicBezTo>
                    <a:pt x="63" y="1"/>
                    <a:pt x="0" y="63"/>
                    <a:pt x="0" y="140"/>
                  </a:cubicBezTo>
                  <a:cubicBezTo>
                    <a:pt x="0" y="216"/>
                    <a:pt x="63" y="280"/>
                    <a:pt x="139" y="280"/>
                  </a:cubicBezTo>
                  <a:cubicBezTo>
                    <a:pt x="216" y="280"/>
                    <a:pt x="280" y="216"/>
                    <a:pt x="280" y="140"/>
                  </a:cubicBezTo>
                  <a:cubicBezTo>
                    <a:pt x="280" y="63"/>
                    <a:pt x="216" y="1"/>
                    <a:pt x="139"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235" name="Google Shape;4235;p27"/>
            <p:cNvSpPr/>
            <p:nvPr/>
          </p:nvSpPr>
          <p:spPr>
            <a:xfrm>
              <a:off x="5494615" y="2902393"/>
              <a:ext cx="8994" cy="8994"/>
            </a:xfrm>
            <a:custGeom>
              <a:rect b="b" l="l" r="r" t="t"/>
              <a:pathLst>
                <a:path extrusionOk="0" h="280" w="280">
                  <a:moveTo>
                    <a:pt x="141" y="1"/>
                  </a:moveTo>
                  <a:cubicBezTo>
                    <a:pt x="63" y="1"/>
                    <a:pt x="0" y="64"/>
                    <a:pt x="0" y="141"/>
                  </a:cubicBezTo>
                  <a:cubicBezTo>
                    <a:pt x="0" y="218"/>
                    <a:pt x="63" y="280"/>
                    <a:pt x="141" y="280"/>
                  </a:cubicBezTo>
                  <a:cubicBezTo>
                    <a:pt x="218" y="280"/>
                    <a:pt x="280" y="218"/>
                    <a:pt x="280" y="141"/>
                  </a:cubicBezTo>
                  <a:cubicBezTo>
                    <a:pt x="280" y="64"/>
                    <a:pt x="218" y="1"/>
                    <a:pt x="141"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236" name="Google Shape;4236;p27"/>
            <p:cNvSpPr/>
            <p:nvPr/>
          </p:nvSpPr>
          <p:spPr>
            <a:xfrm>
              <a:off x="5512604" y="2902393"/>
              <a:ext cx="8962" cy="8994"/>
            </a:xfrm>
            <a:custGeom>
              <a:rect b="b" l="l" r="r" t="t"/>
              <a:pathLst>
                <a:path extrusionOk="0" h="280" w="279">
                  <a:moveTo>
                    <a:pt x="140" y="1"/>
                  </a:moveTo>
                  <a:cubicBezTo>
                    <a:pt x="63" y="1"/>
                    <a:pt x="1" y="64"/>
                    <a:pt x="1" y="141"/>
                  </a:cubicBezTo>
                  <a:cubicBezTo>
                    <a:pt x="1" y="218"/>
                    <a:pt x="63" y="280"/>
                    <a:pt x="140" y="280"/>
                  </a:cubicBezTo>
                  <a:cubicBezTo>
                    <a:pt x="216" y="280"/>
                    <a:pt x="279" y="218"/>
                    <a:pt x="279" y="141"/>
                  </a:cubicBezTo>
                  <a:cubicBezTo>
                    <a:pt x="279" y="64"/>
                    <a:pt x="216" y="1"/>
                    <a:pt x="140"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237" name="Google Shape;4237;p27"/>
            <p:cNvSpPr/>
            <p:nvPr/>
          </p:nvSpPr>
          <p:spPr>
            <a:xfrm>
              <a:off x="5530562" y="2902393"/>
              <a:ext cx="8962" cy="8994"/>
            </a:xfrm>
            <a:custGeom>
              <a:rect b="b" l="l" r="r" t="t"/>
              <a:pathLst>
                <a:path extrusionOk="0" h="280" w="279">
                  <a:moveTo>
                    <a:pt x="139" y="1"/>
                  </a:moveTo>
                  <a:cubicBezTo>
                    <a:pt x="63" y="1"/>
                    <a:pt x="0" y="64"/>
                    <a:pt x="0" y="141"/>
                  </a:cubicBezTo>
                  <a:cubicBezTo>
                    <a:pt x="0" y="218"/>
                    <a:pt x="63" y="280"/>
                    <a:pt x="139" y="280"/>
                  </a:cubicBezTo>
                  <a:cubicBezTo>
                    <a:pt x="216" y="280"/>
                    <a:pt x="278" y="218"/>
                    <a:pt x="278" y="141"/>
                  </a:cubicBezTo>
                  <a:cubicBezTo>
                    <a:pt x="278" y="64"/>
                    <a:pt x="216" y="1"/>
                    <a:pt x="139"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238" name="Google Shape;4238;p27"/>
            <p:cNvSpPr/>
            <p:nvPr/>
          </p:nvSpPr>
          <p:spPr>
            <a:xfrm>
              <a:off x="5548519" y="2902393"/>
              <a:ext cx="8994" cy="8994"/>
            </a:xfrm>
            <a:custGeom>
              <a:rect b="b" l="l" r="r" t="t"/>
              <a:pathLst>
                <a:path extrusionOk="0" h="280" w="280">
                  <a:moveTo>
                    <a:pt x="139" y="1"/>
                  </a:moveTo>
                  <a:cubicBezTo>
                    <a:pt x="63" y="1"/>
                    <a:pt x="0" y="64"/>
                    <a:pt x="0" y="141"/>
                  </a:cubicBezTo>
                  <a:cubicBezTo>
                    <a:pt x="0" y="218"/>
                    <a:pt x="63" y="280"/>
                    <a:pt x="139" y="280"/>
                  </a:cubicBezTo>
                  <a:cubicBezTo>
                    <a:pt x="216" y="280"/>
                    <a:pt x="280" y="218"/>
                    <a:pt x="280" y="141"/>
                  </a:cubicBezTo>
                  <a:cubicBezTo>
                    <a:pt x="280" y="64"/>
                    <a:pt x="216" y="1"/>
                    <a:pt x="139"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239" name="Google Shape;4239;p27"/>
            <p:cNvSpPr/>
            <p:nvPr/>
          </p:nvSpPr>
          <p:spPr>
            <a:xfrm>
              <a:off x="5494615" y="2866510"/>
              <a:ext cx="8994" cy="8930"/>
            </a:xfrm>
            <a:custGeom>
              <a:rect b="b" l="l" r="r" t="t"/>
              <a:pathLst>
                <a:path extrusionOk="0" h="278" w="280">
                  <a:moveTo>
                    <a:pt x="141" y="0"/>
                  </a:moveTo>
                  <a:cubicBezTo>
                    <a:pt x="63" y="0"/>
                    <a:pt x="0" y="62"/>
                    <a:pt x="0" y="139"/>
                  </a:cubicBezTo>
                  <a:cubicBezTo>
                    <a:pt x="0" y="216"/>
                    <a:pt x="63" y="278"/>
                    <a:pt x="141" y="278"/>
                  </a:cubicBezTo>
                  <a:cubicBezTo>
                    <a:pt x="218" y="278"/>
                    <a:pt x="280" y="216"/>
                    <a:pt x="280" y="139"/>
                  </a:cubicBezTo>
                  <a:cubicBezTo>
                    <a:pt x="280" y="62"/>
                    <a:pt x="218" y="0"/>
                    <a:pt x="141"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240" name="Google Shape;4240;p27"/>
            <p:cNvSpPr/>
            <p:nvPr/>
          </p:nvSpPr>
          <p:spPr>
            <a:xfrm>
              <a:off x="5512604" y="2866510"/>
              <a:ext cx="8962" cy="8930"/>
            </a:xfrm>
            <a:custGeom>
              <a:rect b="b" l="l" r="r" t="t"/>
              <a:pathLst>
                <a:path extrusionOk="0" h="278" w="279">
                  <a:moveTo>
                    <a:pt x="140" y="0"/>
                  </a:moveTo>
                  <a:cubicBezTo>
                    <a:pt x="63" y="0"/>
                    <a:pt x="1" y="62"/>
                    <a:pt x="1" y="139"/>
                  </a:cubicBezTo>
                  <a:cubicBezTo>
                    <a:pt x="1" y="216"/>
                    <a:pt x="63" y="278"/>
                    <a:pt x="140" y="278"/>
                  </a:cubicBezTo>
                  <a:cubicBezTo>
                    <a:pt x="216" y="278"/>
                    <a:pt x="279" y="216"/>
                    <a:pt x="279" y="139"/>
                  </a:cubicBezTo>
                  <a:cubicBezTo>
                    <a:pt x="279" y="62"/>
                    <a:pt x="216" y="0"/>
                    <a:pt x="140"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241" name="Google Shape;4241;p27"/>
            <p:cNvSpPr/>
            <p:nvPr/>
          </p:nvSpPr>
          <p:spPr>
            <a:xfrm>
              <a:off x="5530562" y="2866510"/>
              <a:ext cx="8962" cy="8930"/>
            </a:xfrm>
            <a:custGeom>
              <a:rect b="b" l="l" r="r" t="t"/>
              <a:pathLst>
                <a:path extrusionOk="0" h="278" w="279">
                  <a:moveTo>
                    <a:pt x="139" y="0"/>
                  </a:moveTo>
                  <a:cubicBezTo>
                    <a:pt x="63" y="0"/>
                    <a:pt x="0" y="62"/>
                    <a:pt x="0" y="139"/>
                  </a:cubicBezTo>
                  <a:cubicBezTo>
                    <a:pt x="0" y="216"/>
                    <a:pt x="63" y="278"/>
                    <a:pt x="139" y="278"/>
                  </a:cubicBezTo>
                  <a:cubicBezTo>
                    <a:pt x="216" y="278"/>
                    <a:pt x="278" y="216"/>
                    <a:pt x="278" y="139"/>
                  </a:cubicBezTo>
                  <a:cubicBezTo>
                    <a:pt x="278" y="62"/>
                    <a:pt x="216" y="0"/>
                    <a:pt x="139"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242" name="Google Shape;4242;p27"/>
            <p:cNvSpPr/>
            <p:nvPr/>
          </p:nvSpPr>
          <p:spPr>
            <a:xfrm>
              <a:off x="5548519" y="2866510"/>
              <a:ext cx="8994" cy="8930"/>
            </a:xfrm>
            <a:custGeom>
              <a:rect b="b" l="l" r="r" t="t"/>
              <a:pathLst>
                <a:path extrusionOk="0" h="278" w="280">
                  <a:moveTo>
                    <a:pt x="139" y="0"/>
                  </a:moveTo>
                  <a:cubicBezTo>
                    <a:pt x="63" y="0"/>
                    <a:pt x="0" y="62"/>
                    <a:pt x="0" y="139"/>
                  </a:cubicBezTo>
                  <a:cubicBezTo>
                    <a:pt x="0" y="216"/>
                    <a:pt x="63" y="278"/>
                    <a:pt x="139" y="278"/>
                  </a:cubicBezTo>
                  <a:cubicBezTo>
                    <a:pt x="216" y="278"/>
                    <a:pt x="280" y="216"/>
                    <a:pt x="280" y="139"/>
                  </a:cubicBezTo>
                  <a:cubicBezTo>
                    <a:pt x="280" y="62"/>
                    <a:pt x="216" y="0"/>
                    <a:pt x="139"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243" name="Google Shape;4243;p27"/>
            <p:cNvSpPr/>
            <p:nvPr/>
          </p:nvSpPr>
          <p:spPr>
            <a:xfrm>
              <a:off x="5465253" y="2978398"/>
              <a:ext cx="122290" cy="71344"/>
            </a:xfrm>
            <a:custGeom>
              <a:rect b="b" l="l" r="r" t="t"/>
              <a:pathLst>
                <a:path extrusionOk="0" h="2221" w="3807">
                  <a:moveTo>
                    <a:pt x="263" y="0"/>
                  </a:moveTo>
                  <a:lnTo>
                    <a:pt x="95" y="19"/>
                  </a:lnTo>
                  <a:cubicBezTo>
                    <a:pt x="43" y="19"/>
                    <a:pt x="1" y="62"/>
                    <a:pt x="1" y="113"/>
                  </a:cubicBezTo>
                  <a:lnTo>
                    <a:pt x="1" y="2127"/>
                  </a:lnTo>
                  <a:cubicBezTo>
                    <a:pt x="1" y="2179"/>
                    <a:pt x="44" y="2221"/>
                    <a:pt x="95" y="2221"/>
                  </a:cubicBezTo>
                  <a:lnTo>
                    <a:pt x="3692" y="2221"/>
                  </a:lnTo>
                  <a:cubicBezTo>
                    <a:pt x="3743" y="2221"/>
                    <a:pt x="3785" y="2179"/>
                    <a:pt x="3788" y="2128"/>
                  </a:cubicBezTo>
                  <a:lnTo>
                    <a:pt x="3807" y="1960"/>
                  </a:lnTo>
                  <a:lnTo>
                    <a:pt x="3807" y="1679"/>
                  </a:lnTo>
                  <a:lnTo>
                    <a:pt x="3769" y="1636"/>
                  </a:lnTo>
                  <a:lnTo>
                    <a:pt x="3769" y="612"/>
                  </a:lnTo>
                  <a:lnTo>
                    <a:pt x="3807" y="562"/>
                  </a:lnTo>
                  <a:lnTo>
                    <a:pt x="3807" y="94"/>
                  </a:lnTo>
                  <a:cubicBezTo>
                    <a:pt x="3807" y="42"/>
                    <a:pt x="3763" y="0"/>
                    <a:pt x="3713" y="0"/>
                  </a:cubicBezTo>
                  <a:close/>
                </a:path>
              </a:pathLst>
            </a:cu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244" name="Google Shape;4244;p27"/>
            <p:cNvSpPr/>
            <p:nvPr/>
          </p:nvSpPr>
          <p:spPr>
            <a:xfrm>
              <a:off x="5465318" y="2996420"/>
              <a:ext cx="122194" cy="35945"/>
            </a:xfrm>
            <a:custGeom>
              <a:rect b="b" l="l" r="r" t="t"/>
              <a:pathLst>
                <a:path extrusionOk="0" h="1119" w="3804">
                  <a:moveTo>
                    <a:pt x="261" y="1"/>
                  </a:moveTo>
                  <a:lnTo>
                    <a:pt x="0" y="18"/>
                  </a:lnTo>
                  <a:lnTo>
                    <a:pt x="0" y="1101"/>
                  </a:lnTo>
                  <a:lnTo>
                    <a:pt x="261" y="1118"/>
                  </a:lnTo>
                  <a:lnTo>
                    <a:pt x="3803" y="1118"/>
                  </a:lnTo>
                  <a:lnTo>
                    <a:pt x="3803" y="1"/>
                  </a:ln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245" name="Google Shape;4245;p27"/>
            <p:cNvSpPr/>
            <p:nvPr/>
          </p:nvSpPr>
          <p:spPr>
            <a:xfrm>
              <a:off x="5512283" y="3009944"/>
              <a:ext cx="27561" cy="9026"/>
            </a:xfrm>
            <a:custGeom>
              <a:rect b="b" l="l" r="r" t="t"/>
              <a:pathLst>
                <a:path extrusionOk="0" h="281" w="858">
                  <a:moveTo>
                    <a:pt x="141" y="1"/>
                  </a:moveTo>
                  <a:cubicBezTo>
                    <a:pt x="64" y="1"/>
                    <a:pt x="1" y="65"/>
                    <a:pt x="1" y="140"/>
                  </a:cubicBezTo>
                  <a:cubicBezTo>
                    <a:pt x="1" y="217"/>
                    <a:pt x="63" y="280"/>
                    <a:pt x="141" y="280"/>
                  </a:cubicBezTo>
                  <a:lnTo>
                    <a:pt x="717" y="280"/>
                  </a:lnTo>
                  <a:cubicBezTo>
                    <a:pt x="795" y="280"/>
                    <a:pt x="858" y="217"/>
                    <a:pt x="858" y="140"/>
                  </a:cubicBezTo>
                  <a:cubicBezTo>
                    <a:pt x="858" y="65"/>
                    <a:pt x="795" y="1"/>
                    <a:pt x="717" y="1"/>
                  </a:cubicBezTo>
                  <a:close/>
                </a:path>
              </a:pathLst>
            </a:cu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246" name="Google Shape;4246;p27"/>
            <p:cNvSpPr/>
            <p:nvPr/>
          </p:nvSpPr>
          <p:spPr>
            <a:xfrm>
              <a:off x="5437697" y="2940816"/>
              <a:ext cx="37198" cy="16415"/>
            </a:xfrm>
            <a:custGeom>
              <a:rect b="b" l="l" r="r" t="t"/>
              <a:pathLst>
                <a:path extrusionOk="0" h="511" w="1158">
                  <a:moveTo>
                    <a:pt x="119" y="1"/>
                  </a:moveTo>
                  <a:cubicBezTo>
                    <a:pt x="48" y="52"/>
                    <a:pt x="1" y="136"/>
                    <a:pt x="1" y="230"/>
                  </a:cubicBezTo>
                  <a:cubicBezTo>
                    <a:pt x="1" y="383"/>
                    <a:pt x="127" y="510"/>
                    <a:pt x="281" y="510"/>
                  </a:cubicBezTo>
                  <a:lnTo>
                    <a:pt x="1157" y="510"/>
                  </a:lnTo>
                  <a:lnTo>
                    <a:pt x="1157" y="230"/>
                  </a:lnTo>
                  <a:lnTo>
                    <a:pt x="394" y="230"/>
                  </a:lnTo>
                  <a:cubicBezTo>
                    <a:pt x="258" y="230"/>
                    <a:pt x="144" y="131"/>
                    <a:pt x="119"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247" name="Google Shape;4247;p27"/>
            <p:cNvSpPr/>
            <p:nvPr/>
          </p:nvSpPr>
          <p:spPr>
            <a:xfrm>
              <a:off x="5579685" y="2948173"/>
              <a:ext cx="36588" cy="9059"/>
            </a:xfrm>
            <a:custGeom>
              <a:rect b="b" l="l" r="r" t="t"/>
              <a:pathLst>
                <a:path extrusionOk="0" h="282" w="1139">
                  <a:moveTo>
                    <a:pt x="0" y="1"/>
                  </a:moveTo>
                  <a:lnTo>
                    <a:pt x="0" y="281"/>
                  </a:lnTo>
                  <a:lnTo>
                    <a:pt x="859" y="281"/>
                  </a:lnTo>
                  <a:cubicBezTo>
                    <a:pt x="1012" y="281"/>
                    <a:pt x="1138" y="156"/>
                    <a:pt x="1138"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248" name="Google Shape;4248;p27"/>
            <p:cNvSpPr/>
            <p:nvPr/>
          </p:nvSpPr>
          <p:spPr>
            <a:xfrm>
              <a:off x="5500050" y="3113740"/>
              <a:ext cx="53998" cy="18631"/>
            </a:xfrm>
            <a:custGeom>
              <a:rect b="b" l="l" r="r" t="t"/>
              <a:pathLst>
                <a:path extrusionOk="0" h="580" w="1681">
                  <a:moveTo>
                    <a:pt x="95" y="0"/>
                  </a:moveTo>
                  <a:cubicBezTo>
                    <a:pt x="44" y="0"/>
                    <a:pt x="1" y="42"/>
                    <a:pt x="1" y="94"/>
                  </a:cubicBezTo>
                  <a:lnTo>
                    <a:pt x="1" y="485"/>
                  </a:lnTo>
                  <a:cubicBezTo>
                    <a:pt x="1" y="536"/>
                    <a:pt x="41" y="579"/>
                    <a:pt x="95" y="579"/>
                  </a:cubicBezTo>
                  <a:lnTo>
                    <a:pt x="1586" y="579"/>
                  </a:lnTo>
                  <a:cubicBezTo>
                    <a:pt x="1637" y="579"/>
                    <a:pt x="1680" y="537"/>
                    <a:pt x="1680" y="485"/>
                  </a:cubicBezTo>
                  <a:lnTo>
                    <a:pt x="1680" y="298"/>
                  </a:lnTo>
                  <a:lnTo>
                    <a:pt x="337" y="298"/>
                  </a:lnTo>
                  <a:cubicBezTo>
                    <a:pt x="306" y="298"/>
                    <a:pt x="280" y="274"/>
                    <a:pt x="280" y="242"/>
                  </a:cubicBezTo>
                  <a:lnTo>
                    <a:pt x="280" y="0"/>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249" name="Google Shape;4249;p27"/>
            <p:cNvSpPr/>
            <p:nvPr/>
          </p:nvSpPr>
          <p:spPr>
            <a:xfrm>
              <a:off x="5475408" y="2834475"/>
              <a:ext cx="107835" cy="145804"/>
            </a:xfrm>
            <a:custGeom>
              <a:rect b="b" l="l" r="r" t="t"/>
              <a:pathLst>
                <a:path extrusionOk="0" h="4539" w="3357">
                  <a:moveTo>
                    <a:pt x="282" y="0"/>
                  </a:moveTo>
                  <a:cubicBezTo>
                    <a:pt x="128" y="36"/>
                    <a:pt x="1" y="185"/>
                    <a:pt x="1" y="362"/>
                  </a:cubicBezTo>
                  <a:lnTo>
                    <a:pt x="1" y="4538"/>
                  </a:lnTo>
                  <a:lnTo>
                    <a:pt x="3356" y="4538"/>
                  </a:lnTo>
                  <a:lnTo>
                    <a:pt x="3356" y="4166"/>
                  </a:lnTo>
                  <a:lnTo>
                    <a:pt x="376" y="4166"/>
                  </a:lnTo>
                  <a:cubicBezTo>
                    <a:pt x="325" y="4166"/>
                    <a:pt x="282" y="4124"/>
                    <a:pt x="282" y="4072"/>
                  </a:cubicBezTo>
                  <a:lnTo>
                    <a:pt x="282" y="0"/>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250" name="Google Shape;4250;p27"/>
            <p:cNvSpPr/>
            <p:nvPr/>
          </p:nvSpPr>
          <p:spPr>
            <a:xfrm>
              <a:off x="5463586" y="2978712"/>
              <a:ext cx="122933" cy="71987"/>
            </a:xfrm>
            <a:custGeom>
              <a:rect b="b" l="l" r="r" t="t"/>
              <a:pathLst>
                <a:path extrusionOk="0" h="2241" w="3827">
                  <a:moveTo>
                    <a:pt x="95" y="1"/>
                  </a:moveTo>
                  <a:cubicBezTo>
                    <a:pt x="44" y="1"/>
                    <a:pt x="1" y="41"/>
                    <a:pt x="1" y="95"/>
                  </a:cubicBezTo>
                  <a:lnTo>
                    <a:pt x="1" y="561"/>
                  </a:lnTo>
                  <a:lnTo>
                    <a:pt x="38" y="612"/>
                  </a:lnTo>
                  <a:lnTo>
                    <a:pt x="41" y="1644"/>
                  </a:lnTo>
                  <a:lnTo>
                    <a:pt x="2" y="1680"/>
                  </a:lnTo>
                  <a:lnTo>
                    <a:pt x="2" y="2146"/>
                  </a:lnTo>
                  <a:cubicBezTo>
                    <a:pt x="2" y="2197"/>
                    <a:pt x="44" y="2240"/>
                    <a:pt x="98" y="2240"/>
                  </a:cubicBezTo>
                  <a:lnTo>
                    <a:pt x="3733" y="2240"/>
                  </a:lnTo>
                  <a:cubicBezTo>
                    <a:pt x="3783" y="2240"/>
                    <a:pt x="3827" y="2198"/>
                    <a:pt x="3827" y="2146"/>
                  </a:cubicBezTo>
                  <a:lnTo>
                    <a:pt x="3827" y="1960"/>
                  </a:lnTo>
                  <a:lnTo>
                    <a:pt x="338" y="1960"/>
                  </a:lnTo>
                  <a:lnTo>
                    <a:pt x="338" y="1958"/>
                  </a:lnTo>
                  <a:cubicBezTo>
                    <a:pt x="306" y="1958"/>
                    <a:pt x="282" y="1934"/>
                    <a:pt x="282" y="1902"/>
                  </a:cubicBezTo>
                  <a:lnTo>
                    <a:pt x="282" y="1"/>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Tree>
  </p:cSld>
  <p:clrMapOvr>
    <a:masterClrMapping/>
  </p:clrMapOvr>
</p:sld>
</file>

<file path=ppt/slides/slide3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0">
  <p:cSld>
    <p:spTree>
      <p:nvGrpSpPr>
        <p:cNvPr id="4254" name="Shape 4254"/>
        <p:cNvGrpSpPr/>
        <p:nvPr/>
      </p:nvGrpSpPr>
      <p:grpSpPr>
        <a:xfrm>
          <a:off x="0" y="0"/>
          <a:ext cx="0" cy="0"/>
          <a:chOff x="0" y="0"/>
          <a:chExt cx="0" cy="0"/>
        </a:xfrm>
      </p:grpSpPr>
      <p:sp>
        <p:nvSpPr>
          <p:cNvPr id="4255" name="Google Shape;4255;p28"/>
          <p:cNvSpPr txBox="1"/>
          <p:nvPr>
            <p:ph type="title"/>
          </p:nvPr>
        </p:nvSpPr>
        <p:spPr>
          <a:xfrm>
            <a:off x="720000" y="540000"/>
            <a:ext cx="7704000" cy="564300"/>
          </a:xfrm>
          <a:prstGeom prst="rect">
            <a:avLst/>
          </a:prstGeom>
          <a:noFill/>
          <a:ln>
            <a:noFill/>
          </a:ln>
        </p:spPr>
        <p:txBody>
          <a:bodyPr anchorCtr="0" anchor="ctr" bIns="91425" lIns="91425" spcFirstLastPara="1" rIns="91425" wrap="square" tIns="91425">
            <a:noAutofit/>
          </a:bodyPr>
          <a:lstStyle/>
          <a:p>
            <a:pPr indent="0" lvl="0" marL="0" rtl="0" algn="l">
              <a:lnSpc>
                <a:spcPct val="100000"/>
              </a:lnSpc>
              <a:spcBef>
                <a:spcPts val="0"/>
              </a:spcBef>
              <a:spcAft>
                <a:spcPts val="0"/>
              </a:spcAft>
              <a:buSzPts val="2800"/>
              <a:buNone/>
            </a:pPr>
            <a:r>
              <a:rPr lang="en">
                <a:solidFill>
                  <a:schemeClr val="lt2"/>
                </a:solidFill>
              </a:rPr>
              <a:t>Computer</a:t>
            </a:r>
            <a:r>
              <a:rPr lang="en"/>
              <a:t> icon pack</a:t>
            </a:r>
            <a:endParaRPr/>
          </a:p>
        </p:txBody>
      </p:sp>
      <p:grpSp>
        <p:nvGrpSpPr>
          <p:cNvPr id="4256" name="Google Shape;4256;p28"/>
          <p:cNvGrpSpPr/>
          <p:nvPr/>
        </p:nvGrpSpPr>
        <p:grpSpPr>
          <a:xfrm>
            <a:off x="7320358" y="4151260"/>
            <a:ext cx="328266" cy="319894"/>
            <a:chOff x="7320358" y="4151260"/>
            <a:chExt cx="328266" cy="319894"/>
          </a:xfrm>
        </p:grpSpPr>
        <p:sp>
          <p:nvSpPr>
            <p:cNvPr id="4257" name="Google Shape;4257;p28"/>
            <p:cNvSpPr/>
            <p:nvPr/>
          </p:nvSpPr>
          <p:spPr>
            <a:xfrm>
              <a:off x="7320358" y="4151260"/>
              <a:ext cx="70756" cy="88123"/>
            </a:xfrm>
            <a:custGeom>
              <a:rect b="b" l="l" r="r" t="t"/>
              <a:pathLst>
                <a:path extrusionOk="0" h="2482" w="1993">
                  <a:moveTo>
                    <a:pt x="1004" y="1"/>
                  </a:moveTo>
                  <a:cubicBezTo>
                    <a:pt x="919" y="1"/>
                    <a:pt x="839" y="41"/>
                    <a:pt x="785" y="109"/>
                  </a:cubicBezTo>
                  <a:lnTo>
                    <a:pt x="94" y="995"/>
                  </a:lnTo>
                  <a:cubicBezTo>
                    <a:pt x="1" y="1116"/>
                    <a:pt x="22" y="1290"/>
                    <a:pt x="143" y="1385"/>
                  </a:cubicBezTo>
                  <a:cubicBezTo>
                    <a:pt x="194" y="1425"/>
                    <a:pt x="254" y="1443"/>
                    <a:pt x="314" y="1443"/>
                  </a:cubicBezTo>
                  <a:cubicBezTo>
                    <a:pt x="396" y="1443"/>
                    <a:pt x="478" y="1407"/>
                    <a:pt x="533" y="1338"/>
                  </a:cubicBezTo>
                  <a:lnTo>
                    <a:pt x="719" y="1100"/>
                  </a:lnTo>
                  <a:lnTo>
                    <a:pt x="719" y="2203"/>
                  </a:lnTo>
                  <a:cubicBezTo>
                    <a:pt x="719" y="2355"/>
                    <a:pt x="843" y="2482"/>
                    <a:pt x="998" y="2482"/>
                  </a:cubicBezTo>
                  <a:cubicBezTo>
                    <a:pt x="1152" y="2482"/>
                    <a:pt x="1277" y="2357"/>
                    <a:pt x="1277" y="2203"/>
                  </a:cubicBezTo>
                  <a:lnTo>
                    <a:pt x="1277" y="1103"/>
                  </a:lnTo>
                  <a:lnTo>
                    <a:pt x="1459" y="1346"/>
                  </a:lnTo>
                  <a:cubicBezTo>
                    <a:pt x="1512" y="1420"/>
                    <a:pt x="1597" y="1457"/>
                    <a:pt x="1682" y="1457"/>
                  </a:cubicBezTo>
                  <a:cubicBezTo>
                    <a:pt x="1739" y="1457"/>
                    <a:pt x="1798" y="1440"/>
                    <a:pt x="1847" y="1403"/>
                  </a:cubicBezTo>
                  <a:cubicBezTo>
                    <a:pt x="1968" y="1310"/>
                    <a:pt x="1992" y="1136"/>
                    <a:pt x="1900" y="1014"/>
                  </a:cubicBezTo>
                  <a:lnTo>
                    <a:pt x="1228" y="112"/>
                  </a:lnTo>
                  <a:cubicBezTo>
                    <a:pt x="1176" y="43"/>
                    <a:pt x="1094" y="1"/>
                    <a:pt x="1008" y="1"/>
                  </a:cubicBezTo>
                  <a:cubicBezTo>
                    <a:pt x="1007" y="1"/>
                    <a:pt x="1005" y="1"/>
                    <a:pt x="1004" y="1"/>
                  </a:cubicBezTo>
                  <a:close/>
                </a:path>
              </a:pathLst>
            </a:cu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258" name="Google Shape;4258;p28"/>
            <p:cNvSpPr/>
            <p:nvPr/>
          </p:nvSpPr>
          <p:spPr>
            <a:xfrm>
              <a:off x="7408975" y="4151260"/>
              <a:ext cx="70721" cy="88123"/>
            </a:xfrm>
            <a:custGeom>
              <a:rect b="b" l="l" r="r" t="t"/>
              <a:pathLst>
                <a:path extrusionOk="0" h="2482" w="1992">
                  <a:moveTo>
                    <a:pt x="1003" y="1"/>
                  </a:moveTo>
                  <a:cubicBezTo>
                    <a:pt x="918" y="1"/>
                    <a:pt x="838" y="41"/>
                    <a:pt x="784" y="109"/>
                  </a:cubicBezTo>
                  <a:lnTo>
                    <a:pt x="94" y="995"/>
                  </a:lnTo>
                  <a:cubicBezTo>
                    <a:pt x="0" y="1116"/>
                    <a:pt x="22" y="1290"/>
                    <a:pt x="143" y="1385"/>
                  </a:cubicBezTo>
                  <a:cubicBezTo>
                    <a:pt x="193" y="1425"/>
                    <a:pt x="253" y="1443"/>
                    <a:pt x="313" y="1443"/>
                  </a:cubicBezTo>
                  <a:cubicBezTo>
                    <a:pt x="396" y="1443"/>
                    <a:pt x="477" y="1407"/>
                    <a:pt x="533" y="1338"/>
                  </a:cubicBezTo>
                  <a:lnTo>
                    <a:pt x="718" y="1100"/>
                  </a:lnTo>
                  <a:lnTo>
                    <a:pt x="718" y="2203"/>
                  </a:lnTo>
                  <a:cubicBezTo>
                    <a:pt x="718" y="2355"/>
                    <a:pt x="842" y="2482"/>
                    <a:pt x="997" y="2482"/>
                  </a:cubicBezTo>
                  <a:cubicBezTo>
                    <a:pt x="1150" y="2482"/>
                    <a:pt x="1275" y="2357"/>
                    <a:pt x="1275" y="2203"/>
                  </a:cubicBezTo>
                  <a:lnTo>
                    <a:pt x="1275" y="1103"/>
                  </a:lnTo>
                  <a:lnTo>
                    <a:pt x="1458" y="1346"/>
                  </a:lnTo>
                  <a:cubicBezTo>
                    <a:pt x="1511" y="1420"/>
                    <a:pt x="1596" y="1457"/>
                    <a:pt x="1681" y="1457"/>
                  </a:cubicBezTo>
                  <a:cubicBezTo>
                    <a:pt x="1738" y="1457"/>
                    <a:pt x="1797" y="1440"/>
                    <a:pt x="1846" y="1403"/>
                  </a:cubicBezTo>
                  <a:cubicBezTo>
                    <a:pt x="1966" y="1310"/>
                    <a:pt x="1992" y="1136"/>
                    <a:pt x="1900" y="1014"/>
                  </a:cubicBezTo>
                  <a:lnTo>
                    <a:pt x="1228" y="112"/>
                  </a:lnTo>
                  <a:cubicBezTo>
                    <a:pt x="1174" y="43"/>
                    <a:pt x="1094" y="1"/>
                    <a:pt x="1007" y="1"/>
                  </a:cubicBezTo>
                  <a:cubicBezTo>
                    <a:pt x="1006" y="1"/>
                    <a:pt x="1004" y="1"/>
                    <a:pt x="1003" y="1"/>
                  </a:cubicBezTo>
                  <a:close/>
                </a:path>
              </a:pathLst>
            </a:cu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259" name="Google Shape;4259;p28"/>
            <p:cNvSpPr/>
            <p:nvPr/>
          </p:nvSpPr>
          <p:spPr>
            <a:xfrm>
              <a:off x="7497557" y="4151260"/>
              <a:ext cx="70721" cy="88123"/>
            </a:xfrm>
            <a:custGeom>
              <a:rect b="b" l="l" r="r" t="t"/>
              <a:pathLst>
                <a:path extrusionOk="0" h="2482" w="1992">
                  <a:moveTo>
                    <a:pt x="1003" y="1"/>
                  </a:moveTo>
                  <a:cubicBezTo>
                    <a:pt x="918" y="1"/>
                    <a:pt x="837" y="41"/>
                    <a:pt x="785" y="109"/>
                  </a:cubicBezTo>
                  <a:lnTo>
                    <a:pt x="94" y="995"/>
                  </a:lnTo>
                  <a:cubicBezTo>
                    <a:pt x="0" y="1116"/>
                    <a:pt x="22" y="1290"/>
                    <a:pt x="143" y="1385"/>
                  </a:cubicBezTo>
                  <a:cubicBezTo>
                    <a:pt x="193" y="1425"/>
                    <a:pt x="253" y="1443"/>
                    <a:pt x="313" y="1443"/>
                  </a:cubicBezTo>
                  <a:cubicBezTo>
                    <a:pt x="395" y="1443"/>
                    <a:pt x="478" y="1407"/>
                    <a:pt x="533" y="1338"/>
                  </a:cubicBezTo>
                  <a:lnTo>
                    <a:pt x="718" y="1100"/>
                  </a:lnTo>
                  <a:lnTo>
                    <a:pt x="718" y="2203"/>
                  </a:lnTo>
                  <a:cubicBezTo>
                    <a:pt x="718" y="2355"/>
                    <a:pt x="842" y="2482"/>
                    <a:pt x="996" y="2482"/>
                  </a:cubicBezTo>
                  <a:cubicBezTo>
                    <a:pt x="1150" y="2482"/>
                    <a:pt x="1275" y="2357"/>
                    <a:pt x="1275" y="2203"/>
                  </a:cubicBezTo>
                  <a:lnTo>
                    <a:pt x="1275" y="1103"/>
                  </a:lnTo>
                  <a:lnTo>
                    <a:pt x="1457" y="1346"/>
                  </a:lnTo>
                  <a:cubicBezTo>
                    <a:pt x="1511" y="1420"/>
                    <a:pt x="1596" y="1457"/>
                    <a:pt x="1680" y="1457"/>
                  </a:cubicBezTo>
                  <a:cubicBezTo>
                    <a:pt x="1737" y="1457"/>
                    <a:pt x="1798" y="1440"/>
                    <a:pt x="1845" y="1403"/>
                  </a:cubicBezTo>
                  <a:cubicBezTo>
                    <a:pt x="1965" y="1310"/>
                    <a:pt x="1992" y="1136"/>
                    <a:pt x="1900" y="1014"/>
                  </a:cubicBezTo>
                  <a:lnTo>
                    <a:pt x="1226" y="112"/>
                  </a:lnTo>
                  <a:cubicBezTo>
                    <a:pt x="1175" y="43"/>
                    <a:pt x="1094" y="1"/>
                    <a:pt x="1008" y="1"/>
                  </a:cubicBezTo>
                  <a:cubicBezTo>
                    <a:pt x="1006" y="1"/>
                    <a:pt x="1005" y="1"/>
                    <a:pt x="1003" y="1"/>
                  </a:cubicBezTo>
                  <a:close/>
                </a:path>
              </a:pathLst>
            </a:cu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260" name="Google Shape;4260;p28"/>
            <p:cNvSpPr/>
            <p:nvPr/>
          </p:nvSpPr>
          <p:spPr>
            <a:xfrm>
              <a:off x="7349577" y="4194113"/>
              <a:ext cx="15976" cy="45162"/>
            </a:xfrm>
            <a:custGeom>
              <a:rect b="b" l="l" r="r" t="t"/>
              <a:pathLst>
                <a:path extrusionOk="0" h="1272" w="450">
                  <a:moveTo>
                    <a:pt x="213" y="0"/>
                  </a:moveTo>
                  <a:cubicBezTo>
                    <a:pt x="158" y="0"/>
                    <a:pt x="106" y="44"/>
                    <a:pt x="106" y="106"/>
                  </a:cubicBezTo>
                  <a:lnTo>
                    <a:pt x="106" y="993"/>
                  </a:lnTo>
                  <a:cubicBezTo>
                    <a:pt x="106" y="1082"/>
                    <a:pt x="66" y="1161"/>
                    <a:pt x="1" y="1211"/>
                  </a:cubicBezTo>
                  <a:cubicBezTo>
                    <a:pt x="47" y="1249"/>
                    <a:pt x="106" y="1271"/>
                    <a:pt x="170" y="1271"/>
                  </a:cubicBezTo>
                  <a:cubicBezTo>
                    <a:pt x="177" y="1271"/>
                    <a:pt x="185" y="1271"/>
                    <a:pt x="192" y="1270"/>
                  </a:cubicBezTo>
                  <a:cubicBezTo>
                    <a:pt x="339" y="1260"/>
                    <a:pt x="450" y="1134"/>
                    <a:pt x="450" y="987"/>
                  </a:cubicBezTo>
                  <a:lnTo>
                    <a:pt x="450" y="138"/>
                  </a:lnTo>
                  <a:cubicBezTo>
                    <a:pt x="387" y="125"/>
                    <a:pt x="328" y="89"/>
                    <a:pt x="289" y="31"/>
                  </a:cubicBezTo>
                  <a:lnTo>
                    <a:pt x="276" y="21"/>
                  </a:lnTo>
                  <a:cubicBezTo>
                    <a:pt x="256" y="7"/>
                    <a:pt x="234" y="0"/>
                    <a:pt x="213"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261" name="Google Shape;4261;p28"/>
            <p:cNvSpPr/>
            <p:nvPr/>
          </p:nvSpPr>
          <p:spPr>
            <a:xfrm>
              <a:off x="7349897" y="4151331"/>
              <a:ext cx="41218" cy="51695"/>
            </a:xfrm>
            <a:custGeom>
              <a:rect b="b" l="l" r="r" t="t"/>
              <a:pathLst>
                <a:path extrusionOk="0" h="1456" w="1161">
                  <a:moveTo>
                    <a:pt x="170" y="0"/>
                  </a:moveTo>
                  <a:cubicBezTo>
                    <a:pt x="108" y="0"/>
                    <a:pt x="49" y="22"/>
                    <a:pt x="1" y="59"/>
                  </a:cubicBezTo>
                  <a:cubicBezTo>
                    <a:pt x="19" y="74"/>
                    <a:pt x="37" y="92"/>
                    <a:pt x="51" y="111"/>
                  </a:cubicBezTo>
                  <a:lnTo>
                    <a:pt x="723" y="1013"/>
                  </a:lnTo>
                  <a:cubicBezTo>
                    <a:pt x="814" y="1134"/>
                    <a:pt x="789" y="1303"/>
                    <a:pt x="673" y="1396"/>
                  </a:cubicBezTo>
                  <a:cubicBezTo>
                    <a:pt x="722" y="1437"/>
                    <a:pt x="782" y="1455"/>
                    <a:pt x="845" y="1455"/>
                  </a:cubicBezTo>
                  <a:cubicBezTo>
                    <a:pt x="903" y="1455"/>
                    <a:pt x="960" y="1438"/>
                    <a:pt x="1011" y="1401"/>
                  </a:cubicBezTo>
                  <a:cubicBezTo>
                    <a:pt x="1136" y="1308"/>
                    <a:pt x="1160" y="1134"/>
                    <a:pt x="1068" y="1013"/>
                  </a:cubicBezTo>
                  <a:lnTo>
                    <a:pt x="396" y="111"/>
                  </a:lnTo>
                  <a:cubicBezTo>
                    <a:pt x="343" y="42"/>
                    <a:pt x="262" y="2"/>
                    <a:pt x="176" y="0"/>
                  </a:cubicBezTo>
                  <a:cubicBezTo>
                    <a:pt x="174" y="0"/>
                    <a:pt x="172" y="0"/>
                    <a:pt x="170"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262" name="Google Shape;4262;p28"/>
            <p:cNvSpPr/>
            <p:nvPr/>
          </p:nvSpPr>
          <p:spPr>
            <a:xfrm>
              <a:off x="7438124" y="4194113"/>
              <a:ext cx="16047" cy="45162"/>
            </a:xfrm>
            <a:custGeom>
              <a:rect b="b" l="l" r="r" t="t"/>
              <a:pathLst>
                <a:path extrusionOk="0" h="1272" w="452">
                  <a:moveTo>
                    <a:pt x="212" y="0"/>
                  </a:moveTo>
                  <a:cubicBezTo>
                    <a:pt x="157" y="0"/>
                    <a:pt x="106" y="44"/>
                    <a:pt x="106" y="106"/>
                  </a:cubicBezTo>
                  <a:lnTo>
                    <a:pt x="106" y="993"/>
                  </a:lnTo>
                  <a:cubicBezTo>
                    <a:pt x="106" y="1082"/>
                    <a:pt x="66" y="1161"/>
                    <a:pt x="1" y="1211"/>
                  </a:cubicBezTo>
                  <a:cubicBezTo>
                    <a:pt x="49" y="1249"/>
                    <a:pt x="107" y="1271"/>
                    <a:pt x="171" y="1271"/>
                  </a:cubicBezTo>
                  <a:cubicBezTo>
                    <a:pt x="179" y="1271"/>
                    <a:pt x="186" y="1271"/>
                    <a:pt x="194" y="1270"/>
                  </a:cubicBezTo>
                  <a:cubicBezTo>
                    <a:pt x="339" y="1260"/>
                    <a:pt x="451" y="1134"/>
                    <a:pt x="451" y="987"/>
                  </a:cubicBezTo>
                  <a:lnTo>
                    <a:pt x="451" y="138"/>
                  </a:lnTo>
                  <a:cubicBezTo>
                    <a:pt x="388" y="125"/>
                    <a:pt x="329" y="89"/>
                    <a:pt x="287" y="31"/>
                  </a:cubicBezTo>
                  <a:lnTo>
                    <a:pt x="274" y="21"/>
                  </a:lnTo>
                  <a:cubicBezTo>
                    <a:pt x="255" y="7"/>
                    <a:pt x="233" y="0"/>
                    <a:pt x="212"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263" name="Google Shape;4263;p28"/>
            <p:cNvSpPr/>
            <p:nvPr/>
          </p:nvSpPr>
          <p:spPr>
            <a:xfrm>
              <a:off x="7438479" y="4151331"/>
              <a:ext cx="41218" cy="51695"/>
            </a:xfrm>
            <a:custGeom>
              <a:rect b="b" l="l" r="r" t="t"/>
              <a:pathLst>
                <a:path extrusionOk="0" h="1456" w="1161">
                  <a:moveTo>
                    <a:pt x="170" y="0"/>
                  </a:moveTo>
                  <a:cubicBezTo>
                    <a:pt x="108" y="0"/>
                    <a:pt x="48" y="22"/>
                    <a:pt x="1" y="59"/>
                  </a:cubicBezTo>
                  <a:cubicBezTo>
                    <a:pt x="20" y="74"/>
                    <a:pt x="37" y="92"/>
                    <a:pt x="50" y="111"/>
                  </a:cubicBezTo>
                  <a:lnTo>
                    <a:pt x="723" y="1013"/>
                  </a:lnTo>
                  <a:cubicBezTo>
                    <a:pt x="812" y="1134"/>
                    <a:pt x="789" y="1303"/>
                    <a:pt x="673" y="1396"/>
                  </a:cubicBezTo>
                  <a:cubicBezTo>
                    <a:pt x="722" y="1437"/>
                    <a:pt x="785" y="1455"/>
                    <a:pt x="846" y="1455"/>
                  </a:cubicBezTo>
                  <a:cubicBezTo>
                    <a:pt x="903" y="1455"/>
                    <a:pt x="961" y="1438"/>
                    <a:pt x="1011" y="1401"/>
                  </a:cubicBezTo>
                  <a:cubicBezTo>
                    <a:pt x="1135" y="1308"/>
                    <a:pt x="1161" y="1134"/>
                    <a:pt x="1069" y="1013"/>
                  </a:cubicBezTo>
                  <a:lnTo>
                    <a:pt x="397" y="111"/>
                  </a:lnTo>
                  <a:cubicBezTo>
                    <a:pt x="343" y="42"/>
                    <a:pt x="263" y="2"/>
                    <a:pt x="176" y="0"/>
                  </a:cubicBezTo>
                  <a:cubicBezTo>
                    <a:pt x="174" y="0"/>
                    <a:pt x="172" y="0"/>
                    <a:pt x="170"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264" name="Google Shape;4264;p28"/>
            <p:cNvSpPr/>
            <p:nvPr/>
          </p:nvSpPr>
          <p:spPr>
            <a:xfrm>
              <a:off x="7526670" y="4194113"/>
              <a:ext cx="16083" cy="45162"/>
            </a:xfrm>
            <a:custGeom>
              <a:rect b="b" l="l" r="r" t="t"/>
              <a:pathLst>
                <a:path extrusionOk="0" h="1272" w="453">
                  <a:moveTo>
                    <a:pt x="211" y="0"/>
                  </a:moveTo>
                  <a:cubicBezTo>
                    <a:pt x="156" y="0"/>
                    <a:pt x="104" y="44"/>
                    <a:pt x="104" y="106"/>
                  </a:cubicBezTo>
                  <a:lnTo>
                    <a:pt x="104" y="993"/>
                  </a:lnTo>
                  <a:cubicBezTo>
                    <a:pt x="104" y="1082"/>
                    <a:pt x="65" y="1161"/>
                    <a:pt x="1" y="1211"/>
                  </a:cubicBezTo>
                  <a:cubicBezTo>
                    <a:pt x="48" y="1250"/>
                    <a:pt x="108" y="1271"/>
                    <a:pt x="173" y="1271"/>
                  </a:cubicBezTo>
                  <a:cubicBezTo>
                    <a:pt x="178" y="1271"/>
                    <a:pt x="184" y="1271"/>
                    <a:pt x="191" y="1270"/>
                  </a:cubicBezTo>
                  <a:cubicBezTo>
                    <a:pt x="339" y="1262"/>
                    <a:pt x="452" y="1134"/>
                    <a:pt x="452" y="987"/>
                  </a:cubicBezTo>
                  <a:lnTo>
                    <a:pt x="452" y="138"/>
                  </a:lnTo>
                  <a:cubicBezTo>
                    <a:pt x="389" y="125"/>
                    <a:pt x="330" y="89"/>
                    <a:pt x="287" y="31"/>
                  </a:cubicBezTo>
                  <a:lnTo>
                    <a:pt x="274" y="21"/>
                  </a:lnTo>
                  <a:cubicBezTo>
                    <a:pt x="254" y="7"/>
                    <a:pt x="232" y="0"/>
                    <a:pt x="211"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265" name="Google Shape;4265;p28"/>
            <p:cNvSpPr/>
            <p:nvPr/>
          </p:nvSpPr>
          <p:spPr>
            <a:xfrm>
              <a:off x="7527025" y="4151331"/>
              <a:ext cx="41254" cy="51695"/>
            </a:xfrm>
            <a:custGeom>
              <a:rect b="b" l="l" r="r" t="t"/>
              <a:pathLst>
                <a:path extrusionOk="0" h="1456" w="1162">
                  <a:moveTo>
                    <a:pt x="172" y="0"/>
                  </a:moveTo>
                  <a:cubicBezTo>
                    <a:pt x="109" y="0"/>
                    <a:pt x="49" y="22"/>
                    <a:pt x="1" y="59"/>
                  </a:cubicBezTo>
                  <a:cubicBezTo>
                    <a:pt x="19" y="74"/>
                    <a:pt x="37" y="92"/>
                    <a:pt x="51" y="111"/>
                  </a:cubicBezTo>
                  <a:lnTo>
                    <a:pt x="725" y="1013"/>
                  </a:lnTo>
                  <a:cubicBezTo>
                    <a:pt x="814" y="1134"/>
                    <a:pt x="791" y="1303"/>
                    <a:pt x="674" y="1396"/>
                  </a:cubicBezTo>
                  <a:cubicBezTo>
                    <a:pt x="723" y="1437"/>
                    <a:pt x="785" y="1455"/>
                    <a:pt x="847" y="1455"/>
                  </a:cubicBezTo>
                  <a:cubicBezTo>
                    <a:pt x="904" y="1455"/>
                    <a:pt x="962" y="1438"/>
                    <a:pt x="1012" y="1401"/>
                  </a:cubicBezTo>
                  <a:cubicBezTo>
                    <a:pt x="1135" y="1308"/>
                    <a:pt x="1162" y="1134"/>
                    <a:pt x="1070" y="1013"/>
                  </a:cubicBezTo>
                  <a:lnTo>
                    <a:pt x="396" y="111"/>
                  </a:lnTo>
                  <a:cubicBezTo>
                    <a:pt x="345" y="42"/>
                    <a:pt x="264" y="2"/>
                    <a:pt x="178" y="0"/>
                  </a:cubicBezTo>
                  <a:cubicBezTo>
                    <a:pt x="176" y="0"/>
                    <a:pt x="174" y="0"/>
                    <a:pt x="172"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266" name="Google Shape;4266;p28"/>
            <p:cNvSpPr/>
            <p:nvPr/>
          </p:nvSpPr>
          <p:spPr>
            <a:xfrm>
              <a:off x="7388063" y="4225144"/>
              <a:ext cx="260553" cy="135842"/>
            </a:xfrm>
            <a:custGeom>
              <a:rect b="b" l="l" r="r" t="t"/>
              <a:pathLst>
                <a:path extrusionOk="0" h="3826" w="7339">
                  <a:moveTo>
                    <a:pt x="143" y="1"/>
                  </a:moveTo>
                  <a:cubicBezTo>
                    <a:pt x="64" y="1"/>
                    <a:pt x="1" y="64"/>
                    <a:pt x="1" y="143"/>
                  </a:cubicBezTo>
                  <a:lnTo>
                    <a:pt x="1" y="3683"/>
                  </a:lnTo>
                  <a:cubicBezTo>
                    <a:pt x="1" y="3762"/>
                    <a:pt x="64" y="3826"/>
                    <a:pt x="143" y="3826"/>
                  </a:cubicBezTo>
                  <a:lnTo>
                    <a:pt x="7196" y="3826"/>
                  </a:lnTo>
                  <a:cubicBezTo>
                    <a:pt x="7275" y="3826"/>
                    <a:pt x="7338" y="3762"/>
                    <a:pt x="7338" y="3683"/>
                  </a:cubicBezTo>
                  <a:lnTo>
                    <a:pt x="7338" y="143"/>
                  </a:lnTo>
                  <a:cubicBezTo>
                    <a:pt x="7338" y="64"/>
                    <a:pt x="7275" y="1"/>
                    <a:pt x="7196" y="1"/>
                  </a:cubicBezTo>
                  <a:close/>
                </a:path>
              </a:pathLst>
            </a:custGeom>
            <a:solidFill>
              <a:schemeClr val="l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267" name="Google Shape;4267;p28"/>
            <p:cNvSpPr/>
            <p:nvPr/>
          </p:nvSpPr>
          <p:spPr>
            <a:xfrm>
              <a:off x="7630092" y="4225144"/>
              <a:ext cx="18532" cy="135842"/>
            </a:xfrm>
            <a:custGeom>
              <a:rect b="b" l="l" r="r" t="t"/>
              <a:pathLst>
                <a:path extrusionOk="0" h="3826" w="522">
                  <a:moveTo>
                    <a:pt x="0" y="1"/>
                  </a:moveTo>
                  <a:cubicBezTo>
                    <a:pt x="79" y="1"/>
                    <a:pt x="141" y="64"/>
                    <a:pt x="141" y="143"/>
                  </a:cubicBezTo>
                  <a:lnTo>
                    <a:pt x="141" y="3683"/>
                  </a:lnTo>
                  <a:cubicBezTo>
                    <a:pt x="141" y="3762"/>
                    <a:pt x="79" y="3826"/>
                    <a:pt x="0" y="3826"/>
                  </a:cubicBezTo>
                  <a:lnTo>
                    <a:pt x="379" y="3826"/>
                  </a:lnTo>
                  <a:cubicBezTo>
                    <a:pt x="458" y="3826"/>
                    <a:pt x="521" y="3762"/>
                    <a:pt x="521" y="3683"/>
                  </a:cubicBezTo>
                  <a:lnTo>
                    <a:pt x="521" y="143"/>
                  </a:lnTo>
                  <a:cubicBezTo>
                    <a:pt x="521" y="64"/>
                    <a:pt x="458" y="1"/>
                    <a:pt x="379"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268" name="Google Shape;4268;p28"/>
            <p:cNvSpPr/>
            <p:nvPr/>
          </p:nvSpPr>
          <p:spPr>
            <a:xfrm>
              <a:off x="7410431" y="4245239"/>
              <a:ext cx="215749" cy="95615"/>
            </a:xfrm>
            <a:custGeom>
              <a:rect b="b" l="l" r="r" t="t"/>
              <a:pathLst>
                <a:path extrusionOk="0" h="2693" w="6077">
                  <a:moveTo>
                    <a:pt x="605" y="0"/>
                  </a:moveTo>
                  <a:cubicBezTo>
                    <a:pt x="569" y="0"/>
                    <a:pt x="536" y="22"/>
                    <a:pt x="526" y="55"/>
                  </a:cubicBezTo>
                  <a:cubicBezTo>
                    <a:pt x="454" y="269"/>
                    <a:pt x="280" y="435"/>
                    <a:pt x="61" y="492"/>
                  </a:cubicBezTo>
                  <a:cubicBezTo>
                    <a:pt x="25" y="504"/>
                    <a:pt x="1" y="536"/>
                    <a:pt x="1" y="573"/>
                  </a:cubicBezTo>
                  <a:lnTo>
                    <a:pt x="1" y="2119"/>
                  </a:lnTo>
                  <a:cubicBezTo>
                    <a:pt x="1" y="2156"/>
                    <a:pt x="25" y="2191"/>
                    <a:pt x="61" y="2199"/>
                  </a:cubicBezTo>
                  <a:cubicBezTo>
                    <a:pt x="281" y="2260"/>
                    <a:pt x="456" y="2425"/>
                    <a:pt x="526" y="2637"/>
                  </a:cubicBezTo>
                  <a:cubicBezTo>
                    <a:pt x="536" y="2671"/>
                    <a:pt x="569" y="2693"/>
                    <a:pt x="605" y="2693"/>
                  </a:cubicBezTo>
                  <a:lnTo>
                    <a:pt x="5472" y="2693"/>
                  </a:lnTo>
                  <a:cubicBezTo>
                    <a:pt x="5508" y="2693"/>
                    <a:pt x="5541" y="2671"/>
                    <a:pt x="5551" y="2637"/>
                  </a:cubicBezTo>
                  <a:cubicBezTo>
                    <a:pt x="5623" y="2422"/>
                    <a:pt x="5799" y="2257"/>
                    <a:pt x="6016" y="2199"/>
                  </a:cubicBezTo>
                  <a:cubicBezTo>
                    <a:pt x="6052" y="2189"/>
                    <a:pt x="6076" y="2156"/>
                    <a:pt x="6076" y="2119"/>
                  </a:cubicBezTo>
                  <a:lnTo>
                    <a:pt x="6076" y="573"/>
                  </a:lnTo>
                  <a:cubicBezTo>
                    <a:pt x="6076" y="537"/>
                    <a:pt x="6052" y="504"/>
                    <a:pt x="6016" y="492"/>
                  </a:cubicBezTo>
                  <a:cubicBezTo>
                    <a:pt x="5796" y="433"/>
                    <a:pt x="5622" y="268"/>
                    <a:pt x="5551" y="55"/>
                  </a:cubicBezTo>
                  <a:cubicBezTo>
                    <a:pt x="5541" y="20"/>
                    <a:pt x="5508" y="0"/>
                    <a:pt x="5472" y="0"/>
                  </a:cubicBezTo>
                  <a:close/>
                </a:path>
              </a:pathLst>
            </a:cu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269" name="Google Shape;4269;p28"/>
            <p:cNvSpPr/>
            <p:nvPr/>
          </p:nvSpPr>
          <p:spPr>
            <a:xfrm>
              <a:off x="7591393" y="4245274"/>
              <a:ext cx="34792" cy="95579"/>
            </a:xfrm>
            <a:custGeom>
              <a:rect b="b" l="l" r="r" t="t"/>
              <a:pathLst>
                <a:path extrusionOk="0" h="2692" w="980">
                  <a:moveTo>
                    <a:pt x="1" y="1"/>
                  </a:moveTo>
                  <a:cubicBezTo>
                    <a:pt x="37" y="1"/>
                    <a:pt x="70" y="22"/>
                    <a:pt x="80" y="57"/>
                  </a:cubicBezTo>
                  <a:cubicBezTo>
                    <a:pt x="152" y="268"/>
                    <a:pt x="328" y="605"/>
                    <a:pt x="545" y="663"/>
                  </a:cubicBezTo>
                  <a:cubicBezTo>
                    <a:pt x="581" y="673"/>
                    <a:pt x="605" y="706"/>
                    <a:pt x="605" y="743"/>
                  </a:cubicBezTo>
                  <a:lnTo>
                    <a:pt x="605" y="1949"/>
                  </a:lnTo>
                  <a:cubicBezTo>
                    <a:pt x="605" y="1987"/>
                    <a:pt x="581" y="2021"/>
                    <a:pt x="545" y="2030"/>
                  </a:cubicBezTo>
                  <a:cubicBezTo>
                    <a:pt x="325" y="2087"/>
                    <a:pt x="151" y="2424"/>
                    <a:pt x="80" y="2636"/>
                  </a:cubicBezTo>
                  <a:cubicBezTo>
                    <a:pt x="70" y="2670"/>
                    <a:pt x="37" y="2692"/>
                    <a:pt x="1" y="2692"/>
                  </a:cubicBezTo>
                  <a:lnTo>
                    <a:pt x="375" y="2692"/>
                  </a:lnTo>
                  <a:cubicBezTo>
                    <a:pt x="411" y="2692"/>
                    <a:pt x="444" y="2670"/>
                    <a:pt x="454" y="2636"/>
                  </a:cubicBezTo>
                  <a:cubicBezTo>
                    <a:pt x="526" y="2421"/>
                    <a:pt x="702" y="2256"/>
                    <a:pt x="919" y="2198"/>
                  </a:cubicBezTo>
                  <a:cubicBezTo>
                    <a:pt x="955" y="2188"/>
                    <a:pt x="979" y="2155"/>
                    <a:pt x="979" y="2118"/>
                  </a:cubicBezTo>
                  <a:lnTo>
                    <a:pt x="979" y="572"/>
                  </a:lnTo>
                  <a:cubicBezTo>
                    <a:pt x="979" y="535"/>
                    <a:pt x="955" y="503"/>
                    <a:pt x="919" y="493"/>
                  </a:cubicBezTo>
                  <a:cubicBezTo>
                    <a:pt x="699" y="434"/>
                    <a:pt x="525" y="268"/>
                    <a:pt x="454" y="57"/>
                  </a:cubicBezTo>
                  <a:cubicBezTo>
                    <a:pt x="444" y="22"/>
                    <a:pt x="411" y="1"/>
                    <a:pt x="375"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270" name="Google Shape;4270;p28"/>
            <p:cNvSpPr/>
            <p:nvPr/>
          </p:nvSpPr>
          <p:spPr>
            <a:xfrm>
              <a:off x="7400738" y="4239239"/>
              <a:ext cx="9834" cy="9906"/>
            </a:xfrm>
            <a:custGeom>
              <a:rect b="b" l="l" r="r" t="t"/>
              <a:pathLst>
                <a:path extrusionOk="0" h="279" w="277">
                  <a:moveTo>
                    <a:pt x="139" y="1"/>
                  </a:moveTo>
                  <a:cubicBezTo>
                    <a:pt x="62" y="1"/>
                    <a:pt x="0" y="63"/>
                    <a:pt x="0" y="141"/>
                  </a:cubicBezTo>
                  <a:cubicBezTo>
                    <a:pt x="0" y="217"/>
                    <a:pt x="62" y="279"/>
                    <a:pt x="139" y="279"/>
                  </a:cubicBezTo>
                  <a:cubicBezTo>
                    <a:pt x="215" y="279"/>
                    <a:pt x="277" y="217"/>
                    <a:pt x="277" y="141"/>
                  </a:cubicBezTo>
                  <a:cubicBezTo>
                    <a:pt x="277" y="63"/>
                    <a:pt x="215" y="1"/>
                    <a:pt x="139"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271" name="Google Shape;4271;p28"/>
            <p:cNvSpPr/>
            <p:nvPr/>
          </p:nvSpPr>
          <p:spPr>
            <a:xfrm>
              <a:off x="7626080" y="4239239"/>
              <a:ext cx="9870" cy="9906"/>
            </a:xfrm>
            <a:custGeom>
              <a:rect b="b" l="l" r="r" t="t"/>
              <a:pathLst>
                <a:path extrusionOk="0" h="279" w="278">
                  <a:moveTo>
                    <a:pt x="139" y="1"/>
                  </a:moveTo>
                  <a:cubicBezTo>
                    <a:pt x="63" y="1"/>
                    <a:pt x="1" y="63"/>
                    <a:pt x="1" y="141"/>
                  </a:cubicBezTo>
                  <a:cubicBezTo>
                    <a:pt x="1" y="217"/>
                    <a:pt x="63" y="279"/>
                    <a:pt x="139" y="279"/>
                  </a:cubicBezTo>
                  <a:cubicBezTo>
                    <a:pt x="215" y="279"/>
                    <a:pt x="277" y="217"/>
                    <a:pt x="277" y="141"/>
                  </a:cubicBezTo>
                  <a:cubicBezTo>
                    <a:pt x="277" y="63"/>
                    <a:pt x="215" y="1"/>
                    <a:pt x="139"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272" name="Google Shape;4272;p28"/>
            <p:cNvSpPr/>
            <p:nvPr/>
          </p:nvSpPr>
          <p:spPr>
            <a:xfrm>
              <a:off x="7626080" y="4336981"/>
              <a:ext cx="9870" cy="9870"/>
            </a:xfrm>
            <a:custGeom>
              <a:rect b="b" l="l" r="r" t="t"/>
              <a:pathLst>
                <a:path extrusionOk="0" h="278" w="278">
                  <a:moveTo>
                    <a:pt x="139" y="1"/>
                  </a:moveTo>
                  <a:cubicBezTo>
                    <a:pt x="63" y="1"/>
                    <a:pt x="1" y="63"/>
                    <a:pt x="1" y="139"/>
                  </a:cubicBezTo>
                  <a:cubicBezTo>
                    <a:pt x="1" y="215"/>
                    <a:pt x="63" y="277"/>
                    <a:pt x="139" y="277"/>
                  </a:cubicBezTo>
                  <a:cubicBezTo>
                    <a:pt x="215" y="277"/>
                    <a:pt x="277" y="215"/>
                    <a:pt x="277" y="139"/>
                  </a:cubicBezTo>
                  <a:cubicBezTo>
                    <a:pt x="277" y="63"/>
                    <a:pt x="215" y="1"/>
                    <a:pt x="139"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273" name="Google Shape;4273;p28"/>
            <p:cNvSpPr/>
            <p:nvPr/>
          </p:nvSpPr>
          <p:spPr>
            <a:xfrm>
              <a:off x="7321601" y="4335312"/>
              <a:ext cx="260517" cy="135842"/>
            </a:xfrm>
            <a:custGeom>
              <a:rect b="b" l="l" r="r" t="t"/>
              <a:pathLst>
                <a:path extrusionOk="0" h="3826" w="7338">
                  <a:moveTo>
                    <a:pt x="143" y="0"/>
                  </a:moveTo>
                  <a:cubicBezTo>
                    <a:pt x="64" y="0"/>
                    <a:pt x="0" y="64"/>
                    <a:pt x="0" y="143"/>
                  </a:cubicBezTo>
                  <a:lnTo>
                    <a:pt x="0" y="3683"/>
                  </a:lnTo>
                  <a:cubicBezTo>
                    <a:pt x="0" y="3762"/>
                    <a:pt x="64" y="3825"/>
                    <a:pt x="143" y="3825"/>
                  </a:cubicBezTo>
                  <a:lnTo>
                    <a:pt x="7195" y="3825"/>
                  </a:lnTo>
                  <a:cubicBezTo>
                    <a:pt x="7275" y="3825"/>
                    <a:pt x="7338" y="3762"/>
                    <a:pt x="7338" y="3683"/>
                  </a:cubicBezTo>
                  <a:lnTo>
                    <a:pt x="7338" y="143"/>
                  </a:lnTo>
                  <a:cubicBezTo>
                    <a:pt x="7338" y="64"/>
                    <a:pt x="7275" y="0"/>
                    <a:pt x="7195" y="0"/>
                  </a:cubicBezTo>
                  <a:close/>
                </a:path>
              </a:pathLst>
            </a:cu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274" name="Google Shape;4274;p28"/>
            <p:cNvSpPr/>
            <p:nvPr/>
          </p:nvSpPr>
          <p:spPr>
            <a:xfrm>
              <a:off x="7563558" y="4335312"/>
              <a:ext cx="18568" cy="135842"/>
            </a:xfrm>
            <a:custGeom>
              <a:rect b="b" l="l" r="r" t="t"/>
              <a:pathLst>
                <a:path extrusionOk="0" h="3826" w="523">
                  <a:moveTo>
                    <a:pt x="1" y="0"/>
                  </a:moveTo>
                  <a:cubicBezTo>
                    <a:pt x="80" y="0"/>
                    <a:pt x="143" y="64"/>
                    <a:pt x="143" y="143"/>
                  </a:cubicBezTo>
                  <a:lnTo>
                    <a:pt x="143" y="3683"/>
                  </a:lnTo>
                  <a:cubicBezTo>
                    <a:pt x="143" y="3762"/>
                    <a:pt x="80" y="3825"/>
                    <a:pt x="1" y="3825"/>
                  </a:cubicBezTo>
                  <a:lnTo>
                    <a:pt x="380" y="3825"/>
                  </a:lnTo>
                  <a:cubicBezTo>
                    <a:pt x="460" y="3825"/>
                    <a:pt x="523" y="3762"/>
                    <a:pt x="523" y="3683"/>
                  </a:cubicBezTo>
                  <a:lnTo>
                    <a:pt x="523" y="143"/>
                  </a:lnTo>
                  <a:cubicBezTo>
                    <a:pt x="523" y="64"/>
                    <a:pt x="460" y="0"/>
                    <a:pt x="380"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275" name="Google Shape;4275;p28"/>
            <p:cNvSpPr/>
            <p:nvPr/>
          </p:nvSpPr>
          <p:spPr>
            <a:xfrm>
              <a:off x="7343968" y="4355443"/>
              <a:ext cx="215749" cy="95615"/>
            </a:xfrm>
            <a:custGeom>
              <a:rect b="b" l="l" r="r" t="t"/>
              <a:pathLst>
                <a:path extrusionOk="0" h="2693" w="6077">
                  <a:moveTo>
                    <a:pt x="605" y="0"/>
                  </a:moveTo>
                  <a:cubicBezTo>
                    <a:pt x="569" y="0"/>
                    <a:pt x="536" y="22"/>
                    <a:pt x="526" y="56"/>
                  </a:cubicBezTo>
                  <a:cubicBezTo>
                    <a:pt x="454" y="271"/>
                    <a:pt x="278" y="436"/>
                    <a:pt x="61" y="494"/>
                  </a:cubicBezTo>
                  <a:cubicBezTo>
                    <a:pt x="25" y="504"/>
                    <a:pt x="1" y="537"/>
                    <a:pt x="1" y="574"/>
                  </a:cubicBezTo>
                  <a:lnTo>
                    <a:pt x="1" y="2120"/>
                  </a:lnTo>
                  <a:cubicBezTo>
                    <a:pt x="1" y="2157"/>
                    <a:pt x="25" y="2192"/>
                    <a:pt x="61" y="2201"/>
                  </a:cubicBezTo>
                  <a:cubicBezTo>
                    <a:pt x="281" y="2260"/>
                    <a:pt x="455" y="2425"/>
                    <a:pt x="526" y="2638"/>
                  </a:cubicBezTo>
                  <a:cubicBezTo>
                    <a:pt x="536" y="2671"/>
                    <a:pt x="569" y="2693"/>
                    <a:pt x="605" y="2693"/>
                  </a:cubicBezTo>
                  <a:lnTo>
                    <a:pt x="5472" y="2693"/>
                  </a:lnTo>
                  <a:cubicBezTo>
                    <a:pt x="5508" y="2693"/>
                    <a:pt x="5541" y="2671"/>
                    <a:pt x="5551" y="2638"/>
                  </a:cubicBezTo>
                  <a:cubicBezTo>
                    <a:pt x="5623" y="2424"/>
                    <a:pt x="5797" y="2258"/>
                    <a:pt x="6016" y="2201"/>
                  </a:cubicBezTo>
                  <a:cubicBezTo>
                    <a:pt x="6052" y="2189"/>
                    <a:pt x="6076" y="2157"/>
                    <a:pt x="6076" y="2120"/>
                  </a:cubicBezTo>
                  <a:lnTo>
                    <a:pt x="6076" y="574"/>
                  </a:lnTo>
                  <a:cubicBezTo>
                    <a:pt x="6076" y="537"/>
                    <a:pt x="6052" y="503"/>
                    <a:pt x="6016" y="494"/>
                  </a:cubicBezTo>
                  <a:cubicBezTo>
                    <a:pt x="5796" y="433"/>
                    <a:pt x="5621" y="268"/>
                    <a:pt x="5551" y="56"/>
                  </a:cubicBezTo>
                  <a:cubicBezTo>
                    <a:pt x="5541" y="22"/>
                    <a:pt x="5508" y="0"/>
                    <a:pt x="5472" y="0"/>
                  </a:cubicBez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276" name="Google Shape;4276;p28"/>
            <p:cNvSpPr/>
            <p:nvPr/>
          </p:nvSpPr>
          <p:spPr>
            <a:xfrm>
              <a:off x="7524930" y="4355443"/>
              <a:ext cx="34792" cy="95615"/>
            </a:xfrm>
            <a:custGeom>
              <a:rect b="b" l="l" r="r" t="t"/>
              <a:pathLst>
                <a:path extrusionOk="0" h="2693" w="980">
                  <a:moveTo>
                    <a:pt x="1" y="0"/>
                  </a:moveTo>
                  <a:cubicBezTo>
                    <a:pt x="37" y="0"/>
                    <a:pt x="70" y="22"/>
                    <a:pt x="80" y="56"/>
                  </a:cubicBezTo>
                  <a:cubicBezTo>
                    <a:pt x="152" y="268"/>
                    <a:pt x="326" y="605"/>
                    <a:pt x="545" y="662"/>
                  </a:cubicBezTo>
                  <a:cubicBezTo>
                    <a:pt x="581" y="674"/>
                    <a:pt x="605" y="705"/>
                    <a:pt x="605" y="743"/>
                  </a:cubicBezTo>
                  <a:lnTo>
                    <a:pt x="605" y="1950"/>
                  </a:lnTo>
                  <a:cubicBezTo>
                    <a:pt x="605" y="1988"/>
                    <a:pt x="581" y="2022"/>
                    <a:pt x="545" y="2031"/>
                  </a:cubicBezTo>
                  <a:cubicBezTo>
                    <a:pt x="324" y="2088"/>
                    <a:pt x="150" y="2425"/>
                    <a:pt x="80" y="2638"/>
                  </a:cubicBezTo>
                  <a:cubicBezTo>
                    <a:pt x="70" y="2671"/>
                    <a:pt x="37" y="2693"/>
                    <a:pt x="1" y="2693"/>
                  </a:cubicBezTo>
                  <a:lnTo>
                    <a:pt x="375" y="2693"/>
                  </a:lnTo>
                  <a:cubicBezTo>
                    <a:pt x="411" y="2693"/>
                    <a:pt x="444" y="2671"/>
                    <a:pt x="454" y="2638"/>
                  </a:cubicBezTo>
                  <a:cubicBezTo>
                    <a:pt x="526" y="2424"/>
                    <a:pt x="700" y="2258"/>
                    <a:pt x="919" y="2201"/>
                  </a:cubicBezTo>
                  <a:cubicBezTo>
                    <a:pt x="955" y="2189"/>
                    <a:pt x="979" y="2157"/>
                    <a:pt x="979" y="2120"/>
                  </a:cubicBezTo>
                  <a:lnTo>
                    <a:pt x="979" y="574"/>
                  </a:lnTo>
                  <a:cubicBezTo>
                    <a:pt x="979" y="537"/>
                    <a:pt x="955" y="503"/>
                    <a:pt x="919" y="494"/>
                  </a:cubicBezTo>
                  <a:cubicBezTo>
                    <a:pt x="699" y="433"/>
                    <a:pt x="524" y="268"/>
                    <a:pt x="454" y="56"/>
                  </a:cubicBezTo>
                  <a:cubicBezTo>
                    <a:pt x="444" y="22"/>
                    <a:pt x="411" y="0"/>
                    <a:pt x="375"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277" name="Google Shape;4277;p28"/>
            <p:cNvSpPr/>
            <p:nvPr/>
          </p:nvSpPr>
          <p:spPr>
            <a:xfrm>
              <a:off x="7493651" y="4260648"/>
              <a:ext cx="44236" cy="58193"/>
            </a:xfrm>
            <a:custGeom>
              <a:rect b="b" l="l" r="r" t="t"/>
              <a:pathLst>
                <a:path extrusionOk="0" h="1639" w="1246">
                  <a:moveTo>
                    <a:pt x="1037" y="1"/>
                  </a:moveTo>
                  <a:cubicBezTo>
                    <a:pt x="794" y="1"/>
                    <a:pt x="565" y="107"/>
                    <a:pt x="408" y="294"/>
                  </a:cubicBezTo>
                  <a:cubicBezTo>
                    <a:pt x="364" y="348"/>
                    <a:pt x="328" y="405"/>
                    <a:pt x="299" y="467"/>
                  </a:cubicBezTo>
                  <a:lnTo>
                    <a:pt x="135" y="467"/>
                  </a:lnTo>
                  <a:cubicBezTo>
                    <a:pt x="61" y="467"/>
                    <a:pt x="1" y="528"/>
                    <a:pt x="1" y="602"/>
                  </a:cubicBezTo>
                  <a:cubicBezTo>
                    <a:pt x="1" y="676"/>
                    <a:pt x="61" y="736"/>
                    <a:pt x="135" y="736"/>
                  </a:cubicBezTo>
                  <a:lnTo>
                    <a:pt x="223" y="736"/>
                  </a:lnTo>
                  <a:cubicBezTo>
                    <a:pt x="218" y="791"/>
                    <a:pt x="218" y="847"/>
                    <a:pt x="223" y="902"/>
                  </a:cubicBezTo>
                  <a:lnTo>
                    <a:pt x="135" y="902"/>
                  </a:lnTo>
                  <a:cubicBezTo>
                    <a:pt x="61" y="902"/>
                    <a:pt x="1" y="964"/>
                    <a:pt x="1" y="1037"/>
                  </a:cubicBezTo>
                  <a:cubicBezTo>
                    <a:pt x="1" y="1110"/>
                    <a:pt x="61" y="1172"/>
                    <a:pt x="135" y="1172"/>
                  </a:cubicBezTo>
                  <a:lnTo>
                    <a:pt x="299" y="1172"/>
                  </a:lnTo>
                  <a:cubicBezTo>
                    <a:pt x="433" y="1449"/>
                    <a:pt x="721" y="1639"/>
                    <a:pt x="1039" y="1639"/>
                  </a:cubicBezTo>
                  <a:lnTo>
                    <a:pt x="1051" y="1639"/>
                  </a:lnTo>
                  <a:cubicBezTo>
                    <a:pt x="1075" y="1639"/>
                    <a:pt x="1098" y="1636"/>
                    <a:pt x="1119" y="1634"/>
                  </a:cubicBezTo>
                  <a:cubicBezTo>
                    <a:pt x="1191" y="1627"/>
                    <a:pt x="1246" y="1561"/>
                    <a:pt x="1239" y="1487"/>
                  </a:cubicBezTo>
                  <a:cubicBezTo>
                    <a:pt x="1232" y="1417"/>
                    <a:pt x="1172" y="1366"/>
                    <a:pt x="1104" y="1366"/>
                  </a:cubicBezTo>
                  <a:cubicBezTo>
                    <a:pt x="1099" y="1366"/>
                    <a:pt x="1095" y="1366"/>
                    <a:pt x="1090" y="1367"/>
                  </a:cubicBezTo>
                  <a:cubicBezTo>
                    <a:pt x="1076" y="1368"/>
                    <a:pt x="1060" y="1368"/>
                    <a:pt x="1046" y="1368"/>
                  </a:cubicBezTo>
                  <a:cubicBezTo>
                    <a:pt x="1041" y="1368"/>
                    <a:pt x="1037" y="1368"/>
                    <a:pt x="1032" y="1368"/>
                  </a:cubicBezTo>
                  <a:cubicBezTo>
                    <a:pt x="868" y="1368"/>
                    <a:pt x="718" y="1291"/>
                    <a:pt x="615" y="1172"/>
                  </a:cubicBezTo>
                  <a:lnTo>
                    <a:pt x="936" y="1172"/>
                  </a:lnTo>
                  <a:cubicBezTo>
                    <a:pt x="1010" y="1172"/>
                    <a:pt x="1070" y="1110"/>
                    <a:pt x="1070" y="1037"/>
                  </a:cubicBezTo>
                  <a:cubicBezTo>
                    <a:pt x="1070" y="964"/>
                    <a:pt x="1010" y="902"/>
                    <a:pt x="936" y="902"/>
                  </a:cubicBezTo>
                  <a:lnTo>
                    <a:pt x="493" y="902"/>
                  </a:lnTo>
                  <a:cubicBezTo>
                    <a:pt x="484" y="847"/>
                    <a:pt x="484" y="791"/>
                    <a:pt x="493" y="736"/>
                  </a:cubicBezTo>
                  <a:lnTo>
                    <a:pt x="936" y="736"/>
                  </a:lnTo>
                  <a:cubicBezTo>
                    <a:pt x="1010" y="736"/>
                    <a:pt x="1070" y="676"/>
                    <a:pt x="1070" y="602"/>
                  </a:cubicBezTo>
                  <a:cubicBezTo>
                    <a:pt x="1070" y="528"/>
                    <a:pt x="1010" y="467"/>
                    <a:pt x="936" y="467"/>
                  </a:cubicBezTo>
                  <a:lnTo>
                    <a:pt x="615" y="467"/>
                  </a:lnTo>
                  <a:cubicBezTo>
                    <a:pt x="721" y="343"/>
                    <a:pt x="873" y="271"/>
                    <a:pt x="1037" y="271"/>
                  </a:cubicBezTo>
                  <a:cubicBezTo>
                    <a:pt x="1110" y="271"/>
                    <a:pt x="1171" y="210"/>
                    <a:pt x="1171" y="136"/>
                  </a:cubicBezTo>
                  <a:cubicBezTo>
                    <a:pt x="1171" y="63"/>
                    <a:pt x="1110" y="1"/>
                    <a:pt x="1037"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278" name="Google Shape;4278;p28"/>
            <p:cNvSpPr/>
            <p:nvPr/>
          </p:nvSpPr>
          <p:spPr>
            <a:xfrm>
              <a:off x="7432266" y="4364993"/>
              <a:ext cx="39727" cy="76620"/>
            </a:xfrm>
            <a:custGeom>
              <a:rect b="b" l="l" r="r" t="t"/>
              <a:pathLst>
                <a:path extrusionOk="0" h="2158" w="1119">
                  <a:moveTo>
                    <a:pt x="409" y="510"/>
                  </a:moveTo>
                  <a:lnTo>
                    <a:pt x="409" y="790"/>
                  </a:lnTo>
                  <a:cubicBezTo>
                    <a:pt x="395" y="783"/>
                    <a:pt x="382" y="775"/>
                    <a:pt x="372" y="766"/>
                  </a:cubicBezTo>
                  <a:cubicBezTo>
                    <a:pt x="338" y="740"/>
                    <a:pt x="327" y="688"/>
                    <a:pt x="337" y="631"/>
                  </a:cubicBezTo>
                  <a:cubicBezTo>
                    <a:pt x="344" y="589"/>
                    <a:pt x="367" y="543"/>
                    <a:pt x="409" y="510"/>
                  </a:cubicBezTo>
                  <a:close/>
                  <a:moveTo>
                    <a:pt x="679" y="1203"/>
                  </a:moveTo>
                  <a:cubicBezTo>
                    <a:pt x="823" y="1265"/>
                    <a:pt x="821" y="1390"/>
                    <a:pt x="812" y="1442"/>
                  </a:cubicBezTo>
                  <a:cubicBezTo>
                    <a:pt x="799" y="1516"/>
                    <a:pt x="754" y="1592"/>
                    <a:pt x="679" y="1635"/>
                  </a:cubicBezTo>
                  <a:lnTo>
                    <a:pt x="679" y="1203"/>
                  </a:lnTo>
                  <a:close/>
                  <a:moveTo>
                    <a:pt x="544" y="0"/>
                  </a:moveTo>
                  <a:cubicBezTo>
                    <a:pt x="471" y="0"/>
                    <a:pt x="409" y="62"/>
                    <a:pt x="409" y="136"/>
                  </a:cubicBezTo>
                  <a:lnTo>
                    <a:pt x="409" y="221"/>
                  </a:lnTo>
                  <a:cubicBezTo>
                    <a:pt x="400" y="222"/>
                    <a:pt x="393" y="223"/>
                    <a:pt x="384" y="228"/>
                  </a:cubicBezTo>
                  <a:cubicBezTo>
                    <a:pt x="223" y="277"/>
                    <a:pt x="105" y="413"/>
                    <a:pt x="72" y="583"/>
                  </a:cubicBezTo>
                  <a:cubicBezTo>
                    <a:pt x="43" y="740"/>
                    <a:pt x="94" y="893"/>
                    <a:pt x="206" y="982"/>
                  </a:cubicBezTo>
                  <a:cubicBezTo>
                    <a:pt x="258" y="1022"/>
                    <a:pt x="323" y="1061"/>
                    <a:pt x="409" y="1100"/>
                  </a:cubicBezTo>
                  <a:lnTo>
                    <a:pt x="409" y="1668"/>
                  </a:lnTo>
                  <a:cubicBezTo>
                    <a:pt x="349" y="1660"/>
                    <a:pt x="302" y="1639"/>
                    <a:pt x="229" y="1592"/>
                  </a:cubicBezTo>
                  <a:cubicBezTo>
                    <a:pt x="206" y="1577"/>
                    <a:pt x="180" y="1569"/>
                    <a:pt x="154" y="1569"/>
                  </a:cubicBezTo>
                  <a:cubicBezTo>
                    <a:pt x="111" y="1569"/>
                    <a:pt x="68" y="1591"/>
                    <a:pt x="42" y="1631"/>
                  </a:cubicBezTo>
                  <a:cubicBezTo>
                    <a:pt x="0" y="1694"/>
                    <a:pt x="19" y="1776"/>
                    <a:pt x="82" y="1818"/>
                  </a:cubicBezTo>
                  <a:cubicBezTo>
                    <a:pt x="209" y="1900"/>
                    <a:pt x="300" y="1932"/>
                    <a:pt x="409" y="1940"/>
                  </a:cubicBezTo>
                  <a:lnTo>
                    <a:pt x="409" y="2024"/>
                  </a:lnTo>
                  <a:cubicBezTo>
                    <a:pt x="409" y="2097"/>
                    <a:pt x="471" y="2157"/>
                    <a:pt x="544" y="2157"/>
                  </a:cubicBezTo>
                  <a:cubicBezTo>
                    <a:pt x="618" y="2157"/>
                    <a:pt x="679" y="2097"/>
                    <a:pt x="679" y="2024"/>
                  </a:cubicBezTo>
                  <a:lnTo>
                    <a:pt x="679" y="1926"/>
                  </a:lnTo>
                  <a:cubicBezTo>
                    <a:pt x="903" y="1868"/>
                    <a:pt x="1046" y="1678"/>
                    <a:pt x="1078" y="1488"/>
                  </a:cubicBezTo>
                  <a:cubicBezTo>
                    <a:pt x="1118" y="1244"/>
                    <a:pt x="986" y="1025"/>
                    <a:pt x="749" y="942"/>
                  </a:cubicBezTo>
                  <a:cubicBezTo>
                    <a:pt x="726" y="933"/>
                    <a:pt x="703" y="926"/>
                    <a:pt x="677" y="917"/>
                  </a:cubicBezTo>
                  <a:lnTo>
                    <a:pt x="677" y="488"/>
                  </a:lnTo>
                  <a:cubicBezTo>
                    <a:pt x="720" y="505"/>
                    <a:pt x="747" y="527"/>
                    <a:pt x="753" y="530"/>
                  </a:cubicBezTo>
                  <a:lnTo>
                    <a:pt x="756" y="534"/>
                  </a:lnTo>
                  <a:lnTo>
                    <a:pt x="787" y="559"/>
                  </a:lnTo>
                  <a:cubicBezTo>
                    <a:pt x="812" y="581"/>
                    <a:pt x="843" y="591"/>
                    <a:pt x="874" y="591"/>
                  </a:cubicBezTo>
                  <a:cubicBezTo>
                    <a:pt x="912" y="591"/>
                    <a:pt x="950" y="575"/>
                    <a:pt x="977" y="544"/>
                  </a:cubicBezTo>
                  <a:cubicBezTo>
                    <a:pt x="1026" y="488"/>
                    <a:pt x="1019" y="402"/>
                    <a:pt x="963" y="353"/>
                  </a:cubicBezTo>
                  <a:lnTo>
                    <a:pt x="933" y="328"/>
                  </a:lnTo>
                  <a:cubicBezTo>
                    <a:pt x="913" y="313"/>
                    <a:pt x="821" y="239"/>
                    <a:pt x="679" y="209"/>
                  </a:cubicBezTo>
                  <a:lnTo>
                    <a:pt x="679" y="136"/>
                  </a:lnTo>
                  <a:cubicBezTo>
                    <a:pt x="679" y="62"/>
                    <a:pt x="618" y="0"/>
                    <a:pt x="544"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279" name="Google Shape;4279;p28"/>
            <p:cNvSpPr/>
            <p:nvPr/>
          </p:nvSpPr>
          <p:spPr>
            <a:xfrm>
              <a:off x="7334204" y="4349443"/>
              <a:ext cx="9905" cy="9870"/>
            </a:xfrm>
            <a:custGeom>
              <a:rect b="b" l="l" r="r" t="t"/>
              <a:pathLst>
                <a:path extrusionOk="0" h="278" w="279">
                  <a:moveTo>
                    <a:pt x="140" y="1"/>
                  </a:moveTo>
                  <a:cubicBezTo>
                    <a:pt x="64" y="1"/>
                    <a:pt x="1" y="63"/>
                    <a:pt x="1" y="139"/>
                  </a:cubicBezTo>
                  <a:cubicBezTo>
                    <a:pt x="1" y="215"/>
                    <a:pt x="64" y="277"/>
                    <a:pt x="140" y="277"/>
                  </a:cubicBezTo>
                  <a:cubicBezTo>
                    <a:pt x="217" y="277"/>
                    <a:pt x="278" y="215"/>
                    <a:pt x="278" y="139"/>
                  </a:cubicBezTo>
                  <a:cubicBezTo>
                    <a:pt x="278" y="63"/>
                    <a:pt x="217" y="1"/>
                    <a:pt x="140"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280" name="Google Shape;4280;p28"/>
            <p:cNvSpPr/>
            <p:nvPr/>
          </p:nvSpPr>
          <p:spPr>
            <a:xfrm>
              <a:off x="7559617" y="4349443"/>
              <a:ext cx="9870" cy="9870"/>
            </a:xfrm>
            <a:custGeom>
              <a:rect b="b" l="l" r="r" t="t"/>
              <a:pathLst>
                <a:path extrusionOk="0" h="278" w="278">
                  <a:moveTo>
                    <a:pt x="139" y="1"/>
                  </a:moveTo>
                  <a:cubicBezTo>
                    <a:pt x="63" y="1"/>
                    <a:pt x="1" y="63"/>
                    <a:pt x="1" y="139"/>
                  </a:cubicBezTo>
                  <a:cubicBezTo>
                    <a:pt x="1" y="215"/>
                    <a:pt x="63" y="277"/>
                    <a:pt x="139" y="277"/>
                  </a:cubicBezTo>
                  <a:cubicBezTo>
                    <a:pt x="215" y="277"/>
                    <a:pt x="277" y="215"/>
                    <a:pt x="277" y="139"/>
                  </a:cubicBezTo>
                  <a:cubicBezTo>
                    <a:pt x="277" y="63"/>
                    <a:pt x="215" y="1"/>
                    <a:pt x="139"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281" name="Google Shape;4281;p28"/>
            <p:cNvSpPr/>
            <p:nvPr/>
          </p:nvSpPr>
          <p:spPr>
            <a:xfrm>
              <a:off x="7334204" y="4447149"/>
              <a:ext cx="9905" cy="9835"/>
            </a:xfrm>
            <a:custGeom>
              <a:rect b="b" l="l" r="r" t="t"/>
              <a:pathLst>
                <a:path extrusionOk="0" h="277" w="279">
                  <a:moveTo>
                    <a:pt x="140" y="0"/>
                  </a:moveTo>
                  <a:cubicBezTo>
                    <a:pt x="64" y="0"/>
                    <a:pt x="1" y="62"/>
                    <a:pt x="1" y="138"/>
                  </a:cubicBezTo>
                  <a:cubicBezTo>
                    <a:pt x="1" y="215"/>
                    <a:pt x="64" y="277"/>
                    <a:pt x="140" y="277"/>
                  </a:cubicBezTo>
                  <a:cubicBezTo>
                    <a:pt x="217" y="277"/>
                    <a:pt x="278" y="215"/>
                    <a:pt x="278" y="138"/>
                  </a:cubicBezTo>
                  <a:cubicBezTo>
                    <a:pt x="278" y="62"/>
                    <a:pt x="217" y="0"/>
                    <a:pt x="140"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282" name="Google Shape;4282;p28"/>
            <p:cNvSpPr/>
            <p:nvPr/>
          </p:nvSpPr>
          <p:spPr>
            <a:xfrm>
              <a:off x="7559617" y="4447149"/>
              <a:ext cx="9870" cy="9835"/>
            </a:xfrm>
            <a:custGeom>
              <a:rect b="b" l="l" r="r" t="t"/>
              <a:pathLst>
                <a:path extrusionOk="0" h="277" w="278">
                  <a:moveTo>
                    <a:pt x="139" y="0"/>
                  </a:moveTo>
                  <a:cubicBezTo>
                    <a:pt x="63" y="0"/>
                    <a:pt x="1" y="62"/>
                    <a:pt x="1" y="138"/>
                  </a:cubicBezTo>
                  <a:cubicBezTo>
                    <a:pt x="1" y="215"/>
                    <a:pt x="63" y="277"/>
                    <a:pt x="139" y="277"/>
                  </a:cubicBezTo>
                  <a:cubicBezTo>
                    <a:pt x="215" y="277"/>
                    <a:pt x="277" y="215"/>
                    <a:pt x="277" y="138"/>
                  </a:cubicBezTo>
                  <a:cubicBezTo>
                    <a:pt x="277" y="62"/>
                    <a:pt x="215" y="0"/>
                    <a:pt x="139"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4283" name="Google Shape;4283;p28"/>
          <p:cNvGrpSpPr/>
          <p:nvPr/>
        </p:nvGrpSpPr>
        <p:grpSpPr>
          <a:xfrm>
            <a:off x="6713920" y="4147710"/>
            <a:ext cx="247673" cy="327001"/>
            <a:chOff x="6713920" y="4147710"/>
            <a:chExt cx="247673" cy="327001"/>
          </a:xfrm>
        </p:grpSpPr>
        <p:sp>
          <p:nvSpPr>
            <p:cNvPr id="4284" name="Google Shape;4284;p28"/>
            <p:cNvSpPr/>
            <p:nvPr/>
          </p:nvSpPr>
          <p:spPr>
            <a:xfrm>
              <a:off x="6713920" y="4147710"/>
              <a:ext cx="247665" cy="327001"/>
            </a:xfrm>
            <a:custGeom>
              <a:rect b="b" l="l" r="r" t="t"/>
              <a:pathLst>
                <a:path extrusionOk="0" h="9210" w="6976">
                  <a:moveTo>
                    <a:pt x="360" y="0"/>
                  </a:moveTo>
                  <a:cubicBezTo>
                    <a:pt x="163" y="0"/>
                    <a:pt x="0" y="161"/>
                    <a:pt x="0" y="360"/>
                  </a:cubicBezTo>
                  <a:lnTo>
                    <a:pt x="0" y="8850"/>
                  </a:lnTo>
                  <a:cubicBezTo>
                    <a:pt x="0" y="9047"/>
                    <a:pt x="163" y="9210"/>
                    <a:pt x="360" y="9210"/>
                  </a:cubicBezTo>
                  <a:lnTo>
                    <a:pt x="6616" y="9210"/>
                  </a:lnTo>
                  <a:cubicBezTo>
                    <a:pt x="6813" y="9210"/>
                    <a:pt x="6975" y="9047"/>
                    <a:pt x="6975" y="8850"/>
                  </a:cubicBezTo>
                  <a:lnTo>
                    <a:pt x="6975" y="1419"/>
                  </a:lnTo>
                  <a:lnTo>
                    <a:pt x="5539" y="0"/>
                  </a:ln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285" name="Google Shape;4285;p28"/>
            <p:cNvSpPr/>
            <p:nvPr/>
          </p:nvSpPr>
          <p:spPr>
            <a:xfrm>
              <a:off x="6935605" y="4185060"/>
              <a:ext cx="25988" cy="289579"/>
            </a:xfrm>
            <a:custGeom>
              <a:rect b="b" l="l" r="r" t="t"/>
              <a:pathLst>
                <a:path extrusionOk="0" h="8156" w="732">
                  <a:moveTo>
                    <a:pt x="360" y="0"/>
                  </a:moveTo>
                  <a:lnTo>
                    <a:pt x="360" y="7795"/>
                  </a:lnTo>
                  <a:cubicBezTo>
                    <a:pt x="360" y="7994"/>
                    <a:pt x="200" y="8155"/>
                    <a:pt x="0" y="8155"/>
                  </a:cubicBezTo>
                  <a:lnTo>
                    <a:pt x="372" y="8155"/>
                  </a:lnTo>
                  <a:cubicBezTo>
                    <a:pt x="569" y="8155"/>
                    <a:pt x="731" y="7995"/>
                    <a:pt x="731" y="7797"/>
                  </a:cubicBezTo>
                  <a:lnTo>
                    <a:pt x="731" y="367"/>
                  </a:lnTo>
                  <a:lnTo>
                    <a:pt x="360" y="0"/>
                  </a:lnTo>
                  <a:close/>
                </a:path>
              </a:pathLst>
            </a:custGeom>
            <a:solidFill>
              <a:srgbClr val="E8EDF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286" name="Google Shape;4286;p28"/>
            <p:cNvSpPr/>
            <p:nvPr/>
          </p:nvSpPr>
          <p:spPr>
            <a:xfrm>
              <a:off x="6910610" y="4147710"/>
              <a:ext cx="50982" cy="50417"/>
            </a:xfrm>
            <a:custGeom>
              <a:rect b="b" l="l" r="r" t="t"/>
              <a:pathLst>
                <a:path extrusionOk="0" h="1420" w="1436">
                  <a:moveTo>
                    <a:pt x="1" y="0"/>
                  </a:moveTo>
                  <a:lnTo>
                    <a:pt x="1" y="1239"/>
                  </a:lnTo>
                  <a:cubicBezTo>
                    <a:pt x="1" y="1338"/>
                    <a:pt x="83" y="1419"/>
                    <a:pt x="181" y="1419"/>
                  </a:cubicBezTo>
                  <a:lnTo>
                    <a:pt x="1435" y="1419"/>
                  </a:lnTo>
                  <a:lnTo>
                    <a:pt x="1" y="0"/>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287" name="Google Shape;4287;p28"/>
            <p:cNvSpPr/>
            <p:nvPr/>
          </p:nvSpPr>
          <p:spPr>
            <a:xfrm>
              <a:off x="6910610" y="4179237"/>
              <a:ext cx="50982" cy="18889"/>
            </a:xfrm>
            <a:custGeom>
              <a:rect b="b" l="l" r="r" t="t"/>
              <a:pathLst>
                <a:path extrusionOk="0" h="532" w="1436">
                  <a:moveTo>
                    <a:pt x="1" y="0"/>
                  </a:moveTo>
                  <a:lnTo>
                    <a:pt x="1" y="350"/>
                  </a:lnTo>
                  <a:cubicBezTo>
                    <a:pt x="1" y="450"/>
                    <a:pt x="83" y="531"/>
                    <a:pt x="181" y="531"/>
                  </a:cubicBezTo>
                  <a:lnTo>
                    <a:pt x="1435" y="531"/>
                  </a:lnTo>
                  <a:lnTo>
                    <a:pt x="1015" y="114"/>
                  </a:lnTo>
                  <a:lnTo>
                    <a:pt x="168" y="114"/>
                  </a:lnTo>
                  <a:cubicBezTo>
                    <a:pt x="93" y="114"/>
                    <a:pt x="28" y="68"/>
                    <a:pt x="1"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288" name="Google Shape;4288;p28"/>
            <p:cNvSpPr/>
            <p:nvPr/>
          </p:nvSpPr>
          <p:spPr>
            <a:xfrm>
              <a:off x="6747541" y="4174231"/>
              <a:ext cx="57621" cy="57589"/>
            </a:xfrm>
            <a:custGeom>
              <a:rect b="b" l="l" r="r" t="t"/>
              <a:pathLst>
                <a:path extrusionOk="0" h="1622" w="1623">
                  <a:moveTo>
                    <a:pt x="812" y="0"/>
                  </a:moveTo>
                  <a:cubicBezTo>
                    <a:pt x="363" y="0"/>
                    <a:pt x="0" y="363"/>
                    <a:pt x="0" y="810"/>
                  </a:cubicBezTo>
                  <a:cubicBezTo>
                    <a:pt x="0" y="1259"/>
                    <a:pt x="363" y="1622"/>
                    <a:pt x="812" y="1622"/>
                  </a:cubicBezTo>
                  <a:cubicBezTo>
                    <a:pt x="1260" y="1622"/>
                    <a:pt x="1622" y="1259"/>
                    <a:pt x="1622" y="810"/>
                  </a:cubicBezTo>
                  <a:cubicBezTo>
                    <a:pt x="1622" y="363"/>
                    <a:pt x="1260" y="0"/>
                    <a:pt x="812" y="0"/>
                  </a:cubicBez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289" name="Google Shape;4289;p28"/>
            <p:cNvSpPr/>
            <p:nvPr/>
          </p:nvSpPr>
          <p:spPr>
            <a:xfrm>
              <a:off x="6755956" y="4175509"/>
              <a:ext cx="49206" cy="56275"/>
            </a:xfrm>
            <a:custGeom>
              <a:rect b="b" l="l" r="r" t="t"/>
              <a:pathLst>
                <a:path extrusionOk="0" h="1585" w="1386">
                  <a:moveTo>
                    <a:pt x="808" y="0"/>
                  </a:moveTo>
                  <a:lnTo>
                    <a:pt x="808" y="0"/>
                  </a:lnTo>
                  <a:cubicBezTo>
                    <a:pt x="952" y="145"/>
                    <a:pt x="1043" y="347"/>
                    <a:pt x="1043" y="570"/>
                  </a:cubicBezTo>
                  <a:cubicBezTo>
                    <a:pt x="1043" y="1016"/>
                    <a:pt x="680" y="1379"/>
                    <a:pt x="232" y="1379"/>
                  </a:cubicBezTo>
                  <a:cubicBezTo>
                    <a:pt x="152" y="1379"/>
                    <a:pt x="74" y="1367"/>
                    <a:pt x="1" y="1346"/>
                  </a:cubicBezTo>
                  <a:lnTo>
                    <a:pt x="1" y="1346"/>
                  </a:lnTo>
                  <a:cubicBezTo>
                    <a:pt x="148" y="1492"/>
                    <a:pt x="352" y="1584"/>
                    <a:pt x="576" y="1584"/>
                  </a:cubicBezTo>
                  <a:cubicBezTo>
                    <a:pt x="1023" y="1584"/>
                    <a:pt x="1385" y="1223"/>
                    <a:pt x="1385" y="774"/>
                  </a:cubicBezTo>
                  <a:cubicBezTo>
                    <a:pt x="1385" y="407"/>
                    <a:pt x="1141" y="96"/>
                    <a:pt x="808"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290" name="Google Shape;4290;p28"/>
            <p:cNvSpPr/>
            <p:nvPr/>
          </p:nvSpPr>
          <p:spPr>
            <a:xfrm>
              <a:off x="6866372" y="4387254"/>
              <a:ext cx="61597" cy="58867"/>
            </a:xfrm>
            <a:custGeom>
              <a:rect b="b" l="l" r="r" t="t"/>
              <a:pathLst>
                <a:path extrusionOk="0" h="1658" w="1735">
                  <a:moveTo>
                    <a:pt x="1107" y="1"/>
                  </a:moveTo>
                  <a:cubicBezTo>
                    <a:pt x="1033" y="1"/>
                    <a:pt x="946" y="74"/>
                    <a:pt x="868" y="74"/>
                  </a:cubicBezTo>
                  <a:cubicBezTo>
                    <a:pt x="789" y="74"/>
                    <a:pt x="701" y="1"/>
                    <a:pt x="627" y="1"/>
                  </a:cubicBezTo>
                  <a:cubicBezTo>
                    <a:pt x="618" y="1"/>
                    <a:pt x="608" y="2"/>
                    <a:pt x="599" y="5"/>
                  </a:cubicBezTo>
                  <a:cubicBezTo>
                    <a:pt x="517" y="31"/>
                    <a:pt x="491" y="168"/>
                    <a:pt x="424" y="218"/>
                  </a:cubicBezTo>
                  <a:cubicBezTo>
                    <a:pt x="355" y="268"/>
                    <a:pt x="216" y="253"/>
                    <a:pt x="166" y="320"/>
                  </a:cubicBezTo>
                  <a:cubicBezTo>
                    <a:pt x="116" y="389"/>
                    <a:pt x="175" y="515"/>
                    <a:pt x="149" y="595"/>
                  </a:cubicBezTo>
                  <a:cubicBezTo>
                    <a:pt x="123" y="674"/>
                    <a:pt x="1" y="742"/>
                    <a:pt x="1" y="830"/>
                  </a:cubicBezTo>
                  <a:cubicBezTo>
                    <a:pt x="1" y="917"/>
                    <a:pt x="123" y="984"/>
                    <a:pt x="149" y="1063"/>
                  </a:cubicBezTo>
                  <a:cubicBezTo>
                    <a:pt x="175" y="1145"/>
                    <a:pt x="116" y="1270"/>
                    <a:pt x="166" y="1339"/>
                  </a:cubicBezTo>
                  <a:cubicBezTo>
                    <a:pt x="216" y="1408"/>
                    <a:pt x="355" y="1391"/>
                    <a:pt x="424" y="1441"/>
                  </a:cubicBezTo>
                  <a:cubicBezTo>
                    <a:pt x="491" y="1490"/>
                    <a:pt x="519" y="1627"/>
                    <a:pt x="599" y="1653"/>
                  </a:cubicBezTo>
                  <a:cubicBezTo>
                    <a:pt x="609" y="1656"/>
                    <a:pt x="619" y="1658"/>
                    <a:pt x="630" y="1658"/>
                  </a:cubicBezTo>
                  <a:cubicBezTo>
                    <a:pt x="704" y="1658"/>
                    <a:pt x="790" y="1585"/>
                    <a:pt x="868" y="1585"/>
                  </a:cubicBezTo>
                  <a:cubicBezTo>
                    <a:pt x="945" y="1585"/>
                    <a:pt x="1032" y="1657"/>
                    <a:pt x="1106" y="1657"/>
                  </a:cubicBezTo>
                  <a:cubicBezTo>
                    <a:pt x="1116" y="1657"/>
                    <a:pt x="1126" y="1656"/>
                    <a:pt x="1136" y="1653"/>
                  </a:cubicBezTo>
                  <a:cubicBezTo>
                    <a:pt x="1218" y="1628"/>
                    <a:pt x="1244" y="1492"/>
                    <a:pt x="1312" y="1441"/>
                  </a:cubicBezTo>
                  <a:cubicBezTo>
                    <a:pt x="1381" y="1391"/>
                    <a:pt x="1519" y="1407"/>
                    <a:pt x="1569" y="1339"/>
                  </a:cubicBezTo>
                  <a:cubicBezTo>
                    <a:pt x="1619" y="1270"/>
                    <a:pt x="1560" y="1145"/>
                    <a:pt x="1588" y="1063"/>
                  </a:cubicBezTo>
                  <a:cubicBezTo>
                    <a:pt x="1612" y="984"/>
                    <a:pt x="1735" y="917"/>
                    <a:pt x="1735" y="830"/>
                  </a:cubicBezTo>
                  <a:cubicBezTo>
                    <a:pt x="1735" y="743"/>
                    <a:pt x="1612" y="677"/>
                    <a:pt x="1588" y="595"/>
                  </a:cubicBezTo>
                  <a:cubicBezTo>
                    <a:pt x="1560" y="515"/>
                    <a:pt x="1619" y="389"/>
                    <a:pt x="1569" y="320"/>
                  </a:cubicBezTo>
                  <a:cubicBezTo>
                    <a:pt x="1519" y="250"/>
                    <a:pt x="1381" y="268"/>
                    <a:pt x="1312" y="218"/>
                  </a:cubicBezTo>
                  <a:cubicBezTo>
                    <a:pt x="1244" y="169"/>
                    <a:pt x="1217" y="32"/>
                    <a:pt x="1136" y="5"/>
                  </a:cubicBezTo>
                  <a:cubicBezTo>
                    <a:pt x="1126" y="2"/>
                    <a:pt x="1117" y="1"/>
                    <a:pt x="1107" y="1"/>
                  </a:cubicBezTo>
                  <a:close/>
                </a:path>
              </a:pathLst>
            </a:custGeom>
            <a:solidFill>
              <a:schemeClr val="l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291" name="Google Shape;4291;p28"/>
            <p:cNvSpPr/>
            <p:nvPr/>
          </p:nvSpPr>
          <p:spPr>
            <a:xfrm>
              <a:off x="6874716" y="4389420"/>
              <a:ext cx="53254" cy="56808"/>
            </a:xfrm>
            <a:custGeom>
              <a:rect b="b" l="l" r="r" t="t"/>
              <a:pathLst>
                <a:path extrusionOk="0" h="1600" w="1500">
                  <a:moveTo>
                    <a:pt x="967" y="0"/>
                  </a:moveTo>
                  <a:cubicBezTo>
                    <a:pt x="960" y="56"/>
                    <a:pt x="953" y="112"/>
                    <a:pt x="967" y="157"/>
                  </a:cubicBezTo>
                  <a:cubicBezTo>
                    <a:pt x="996" y="245"/>
                    <a:pt x="1134" y="321"/>
                    <a:pt x="1134" y="419"/>
                  </a:cubicBezTo>
                  <a:cubicBezTo>
                    <a:pt x="1134" y="518"/>
                    <a:pt x="996" y="595"/>
                    <a:pt x="967" y="682"/>
                  </a:cubicBezTo>
                  <a:cubicBezTo>
                    <a:pt x="937" y="774"/>
                    <a:pt x="1003" y="915"/>
                    <a:pt x="947" y="993"/>
                  </a:cubicBezTo>
                  <a:cubicBezTo>
                    <a:pt x="892" y="1071"/>
                    <a:pt x="735" y="1052"/>
                    <a:pt x="658" y="1108"/>
                  </a:cubicBezTo>
                  <a:cubicBezTo>
                    <a:pt x="583" y="1164"/>
                    <a:pt x="551" y="1318"/>
                    <a:pt x="461" y="1350"/>
                  </a:cubicBezTo>
                  <a:cubicBezTo>
                    <a:pt x="450" y="1353"/>
                    <a:pt x="439" y="1355"/>
                    <a:pt x="427" y="1355"/>
                  </a:cubicBezTo>
                  <a:cubicBezTo>
                    <a:pt x="343" y="1355"/>
                    <a:pt x="245" y="1272"/>
                    <a:pt x="158" y="1272"/>
                  </a:cubicBezTo>
                  <a:cubicBezTo>
                    <a:pt x="108" y="1272"/>
                    <a:pt x="52" y="1300"/>
                    <a:pt x="0" y="1323"/>
                  </a:cubicBezTo>
                  <a:cubicBezTo>
                    <a:pt x="61" y="1343"/>
                    <a:pt x="141" y="1346"/>
                    <a:pt x="189" y="1380"/>
                  </a:cubicBezTo>
                  <a:cubicBezTo>
                    <a:pt x="256" y="1431"/>
                    <a:pt x="282" y="1567"/>
                    <a:pt x="364" y="1595"/>
                  </a:cubicBezTo>
                  <a:cubicBezTo>
                    <a:pt x="374" y="1598"/>
                    <a:pt x="383" y="1599"/>
                    <a:pt x="394" y="1599"/>
                  </a:cubicBezTo>
                  <a:cubicBezTo>
                    <a:pt x="467" y="1599"/>
                    <a:pt x="555" y="1526"/>
                    <a:pt x="633" y="1526"/>
                  </a:cubicBezTo>
                  <a:cubicBezTo>
                    <a:pt x="711" y="1526"/>
                    <a:pt x="799" y="1599"/>
                    <a:pt x="873" y="1599"/>
                  </a:cubicBezTo>
                  <a:cubicBezTo>
                    <a:pt x="882" y="1599"/>
                    <a:pt x="892" y="1598"/>
                    <a:pt x="901" y="1595"/>
                  </a:cubicBezTo>
                  <a:cubicBezTo>
                    <a:pt x="983" y="1567"/>
                    <a:pt x="1009" y="1431"/>
                    <a:pt x="1077" y="1380"/>
                  </a:cubicBezTo>
                  <a:cubicBezTo>
                    <a:pt x="1146" y="1331"/>
                    <a:pt x="1284" y="1347"/>
                    <a:pt x="1334" y="1280"/>
                  </a:cubicBezTo>
                  <a:cubicBezTo>
                    <a:pt x="1383" y="1210"/>
                    <a:pt x="1325" y="1085"/>
                    <a:pt x="1353" y="1005"/>
                  </a:cubicBezTo>
                  <a:cubicBezTo>
                    <a:pt x="1377" y="926"/>
                    <a:pt x="1500" y="858"/>
                    <a:pt x="1500" y="770"/>
                  </a:cubicBezTo>
                  <a:cubicBezTo>
                    <a:pt x="1500" y="682"/>
                    <a:pt x="1377" y="616"/>
                    <a:pt x="1353" y="537"/>
                  </a:cubicBezTo>
                  <a:cubicBezTo>
                    <a:pt x="1325" y="455"/>
                    <a:pt x="1384" y="330"/>
                    <a:pt x="1334" y="261"/>
                  </a:cubicBezTo>
                  <a:cubicBezTo>
                    <a:pt x="1284" y="192"/>
                    <a:pt x="1146" y="209"/>
                    <a:pt x="1077" y="159"/>
                  </a:cubicBezTo>
                  <a:cubicBezTo>
                    <a:pt x="1032" y="124"/>
                    <a:pt x="1005" y="52"/>
                    <a:pt x="967"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292" name="Google Shape;4292;p28"/>
            <p:cNvSpPr/>
            <p:nvPr/>
          </p:nvSpPr>
          <p:spPr>
            <a:xfrm>
              <a:off x="6822490" y="4226883"/>
              <a:ext cx="108460" cy="9835"/>
            </a:xfrm>
            <a:custGeom>
              <a:rect b="b" l="l" r="r" t="t"/>
              <a:pathLst>
                <a:path extrusionOk="0" h="277" w="3055">
                  <a:moveTo>
                    <a:pt x="140" y="1"/>
                  </a:moveTo>
                  <a:cubicBezTo>
                    <a:pt x="62" y="1"/>
                    <a:pt x="0" y="64"/>
                    <a:pt x="0" y="139"/>
                  </a:cubicBezTo>
                  <a:cubicBezTo>
                    <a:pt x="0" y="215"/>
                    <a:pt x="62" y="277"/>
                    <a:pt x="140" y="277"/>
                  </a:cubicBezTo>
                  <a:lnTo>
                    <a:pt x="2914" y="277"/>
                  </a:lnTo>
                  <a:cubicBezTo>
                    <a:pt x="2992" y="277"/>
                    <a:pt x="3054" y="215"/>
                    <a:pt x="3054" y="139"/>
                  </a:cubicBezTo>
                  <a:cubicBezTo>
                    <a:pt x="3054" y="61"/>
                    <a:pt x="2991" y="1"/>
                    <a:pt x="2914"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293" name="Google Shape;4293;p28"/>
            <p:cNvSpPr/>
            <p:nvPr/>
          </p:nvSpPr>
          <p:spPr>
            <a:xfrm>
              <a:off x="6822490" y="4204516"/>
              <a:ext cx="67419" cy="9906"/>
            </a:xfrm>
            <a:custGeom>
              <a:rect b="b" l="l" r="r" t="t"/>
              <a:pathLst>
                <a:path extrusionOk="0" h="279" w="1899">
                  <a:moveTo>
                    <a:pt x="140" y="0"/>
                  </a:moveTo>
                  <a:cubicBezTo>
                    <a:pt x="62" y="0"/>
                    <a:pt x="0" y="64"/>
                    <a:pt x="0" y="140"/>
                  </a:cubicBezTo>
                  <a:cubicBezTo>
                    <a:pt x="0" y="216"/>
                    <a:pt x="62" y="278"/>
                    <a:pt x="140" y="278"/>
                  </a:cubicBezTo>
                  <a:lnTo>
                    <a:pt x="1760" y="278"/>
                  </a:lnTo>
                  <a:cubicBezTo>
                    <a:pt x="1838" y="278"/>
                    <a:pt x="1899" y="215"/>
                    <a:pt x="1899" y="140"/>
                  </a:cubicBezTo>
                  <a:cubicBezTo>
                    <a:pt x="1899" y="62"/>
                    <a:pt x="1835" y="0"/>
                    <a:pt x="1760"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294" name="Google Shape;4294;p28"/>
            <p:cNvSpPr/>
            <p:nvPr/>
          </p:nvSpPr>
          <p:spPr>
            <a:xfrm>
              <a:off x="6782726" y="4278577"/>
              <a:ext cx="71928" cy="9906"/>
            </a:xfrm>
            <a:custGeom>
              <a:rect b="b" l="l" r="r" t="t"/>
              <a:pathLst>
                <a:path extrusionOk="0" h="279" w="2026">
                  <a:moveTo>
                    <a:pt x="139" y="1"/>
                  </a:moveTo>
                  <a:cubicBezTo>
                    <a:pt x="61" y="1"/>
                    <a:pt x="1" y="64"/>
                    <a:pt x="1" y="141"/>
                  </a:cubicBezTo>
                  <a:cubicBezTo>
                    <a:pt x="1" y="215"/>
                    <a:pt x="61" y="279"/>
                    <a:pt x="139" y="279"/>
                  </a:cubicBezTo>
                  <a:lnTo>
                    <a:pt x="1887" y="279"/>
                  </a:lnTo>
                  <a:cubicBezTo>
                    <a:pt x="1965" y="279"/>
                    <a:pt x="2026" y="215"/>
                    <a:pt x="2026" y="141"/>
                  </a:cubicBezTo>
                  <a:cubicBezTo>
                    <a:pt x="2026" y="64"/>
                    <a:pt x="1962" y="1"/>
                    <a:pt x="1887"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295" name="Google Shape;4295;p28"/>
            <p:cNvSpPr/>
            <p:nvPr/>
          </p:nvSpPr>
          <p:spPr>
            <a:xfrm>
              <a:off x="6742677" y="4278577"/>
              <a:ext cx="27124" cy="9906"/>
            </a:xfrm>
            <a:custGeom>
              <a:rect b="b" l="l" r="r" t="t"/>
              <a:pathLst>
                <a:path extrusionOk="0" h="279" w="764">
                  <a:moveTo>
                    <a:pt x="139" y="1"/>
                  </a:moveTo>
                  <a:cubicBezTo>
                    <a:pt x="61" y="1"/>
                    <a:pt x="1" y="64"/>
                    <a:pt x="1" y="141"/>
                  </a:cubicBezTo>
                  <a:cubicBezTo>
                    <a:pt x="1" y="215"/>
                    <a:pt x="61" y="279"/>
                    <a:pt x="139" y="279"/>
                  </a:cubicBezTo>
                  <a:lnTo>
                    <a:pt x="625" y="279"/>
                  </a:lnTo>
                  <a:cubicBezTo>
                    <a:pt x="701" y="279"/>
                    <a:pt x="763" y="215"/>
                    <a:pt x="763" y="141"/>
                  </a:cubicBezTo>
                  <a:cubicBezTo>
                    <a:pt x="763" y="64"/>
                    <a:pt x="700" y="1"/>
                    <a:pt x="625"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296" name="Google Shape;4296;p28"/>
            <p:cNvSpPr/>
            <p:nvPr/>
          </p:nvSpPr>
          <p:spPr>
            <a:xfrm>
              <a:off x="6816916" y="4304495"/>
              <a:ext cx="37739" cy="9835"/>
            </a:xfrm>
            <a:custGeom>
              <a:rect b="b" l="l" r="r" t="t"/>
              <a:pathLst>
                <a:path extrusionOk="0" h="277" w="1063">
                  <a:moveTo>
                    <a:pt x="140" y="1"/>
                  </a:moveTo>
                  <a:cubicBezTo>
                    <a:pt x="62" y="1"/>
                    <a:pt x="1" y="62"/>
                    <a:pt x="1" y="139"/>
                  </a:cubicBezTo>
                  <a:cubicBezTo>
                    <a:pt x="1" y="216"/>
                    <a:pt x="64" y="277"/>
                    <a:pt x="140" y="277"/>
                  </a:cubicBezTo>
                  <a:lnTo>
                    <a:pt x="924" y="277"/>
                  </a:lnTo>
                  <a:cubicBezTo>
                    <a:pt x="1002" y="277"/>
                    <a:pt x="1063" y="214"/>
                    <a:pt x="1063" y="139"/>
                  </a:cubicBezTo>
                  <a:cubicBezTo>
                    <a:pt x="1063" y="62"/>
                    <a:pt x="1002" y="1"/>
                    <a:pt x="924"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297" name="Google Shape;4297;p28"/>
            <p:cNvSpPr/>
            <p:nvPr/>
          </p:nvSpPr>
          <p:spPr>
            <a:xfrm>
              <a:off x="6742642" y="4304566"/>
              <a:ext cx="60958" cy="9835"/>
            </a:xfrm>
            <a:custGeom>
              <a:rect b="b" l="l" r="r" t="t"/>
              <a:pathLst>
                <a:path extrusionOk="0" h="277" w="1717">
                  <a:moveTo>
                    <a:pt x="140" y="0"/>
                  </a:moveTo>
                  <a:cubicBezTo>
                    <a:pt x="62" y="0"/>
                    <a:pt x="2" y="63"/>
                    <a:pt x="2" y="138"/>
                  </a:cubicBezTo>
                  <a:cubicBezTo>
                    <a:pt x="0" y="214"/>
                    <a:pt x="62" y="276"/>
                    <a:pt x="140" y="276"/>
                  </a:cubicBezTo>
                  <a:lnTo>
                    <a:pt x="1579" y="276"/>
                  </a:lnTo>
                  <a:cubicBezTo>
                    <a:pt x="1657" y="276"/>
                    <a:pt x="1717" y="214"/>
                    <a:pt x="1717" y="138"/>
                  </a:cubicBezTo>
                  <a:cubicBezTo>
                    <a:pt x="1717" y="60"/>
                    <a:pt x="1655" y="0"/>
                    <a:pt x="1579"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298" name="Google Shape;4298;p28"/>
            <p:cNvSpPr/>
            <p:nvPr/>
          </p:nvSpPr>
          <p:spPr>
            <a:xfrm>
              <a:off x="6742677" y="4330413"/>
              <a:ext cx="188270" cy="9870"/>
            </a:xfrm>
            <a:custGeom>
              <a:rect b="b" l="l" r="r" t="t"/>
              <a:pathLst>
                <a:path extrusionOk="0" h="278" w="5303">
                  <a:moveTo>
                    <a:pt x="139" y="0"/>
                  </a:moveTo>
                  <a:cubicBezTo>
                    <a:pt x="61" y="0"/>
                    <a:pt x="1" y="63"/>
                    <a:pt x="1" y="138"/>
                  </a:cubicBezTo>
                  <a:cubicBezTo>
                    <a:pt x="1" y="215"/>
                    <a:pt x="64" y="278"/>
                    <a:pt x="139" y="278"/>
                  </a:cubicBezTo>
                  <a:lnTo>
                    <a:pt x="5162" y="278"/>
                  </a:lnTo>
                  <a:cubicBezTo>
                    <a:pt x="5240" y="278"/>
                    <a:pt x="5302" y="215"/>
                    <a:pt x="5302" y="138"/>
                  </a:cubicBezTo>
                  <a:cubicBezTo>
                    <a:pt x="5302" y="63"/>
                    <a:pt x="5240" y="0"/>
                    <a:pt x="5162"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299" name="Google Shape;4299;p28"/>
            <p:cNvSpPr/>
            <p:nvPr/>
          </p:nvSpPr>
          <p:spPr>
            <a:xfrm>
              <a:off x="6863426" y="4356259"/>
              <a:ext cx="67526" cy="9906"/>
            </a:xfrm>
            <a:custGeom>
              <a:rect b="b" l="l" r="r" t="t"/>
              <a:pathLst>
                <a:path extrusionOk="0" h="279" w="1902">
                  <a:moveTo>
                    <a:pt x="140" y="0"/>
                  </a:moveTo>
                  <a:cubicBezTo>
                    <a:pt x="62" y="0"/>
                    <a:pt x="0" y="64"/>
                    <a:pt x="0" y="140"/>
                  </a:cubicBezTo>
                  <a:cubicBezTo>
                    <a:pt x="0" y="215"/>
                    <a:pt x="63" y="278"/>
                    <a:pt x="140" y="278"/>
                  </a:cubicBezTo>
                  <a:lnTo>
                    <a:pt x="1761" y="278"/>
                  </a:lnTo>
                  <a:cubicBezTo>
                    <a:pt x="1839" y="278"/>
                    <a:pt x="1901" y="215"/>
                    <a:pt x="1901" y="140"/>
                  </a:cubicBezTo>
                  <a:cubicBezTo>
                    <a:pt x="1901" y="64"/>
                    <a:pt x="1839" y="0"/>
                    <a:pt x="1761"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300" name="Google Shape;4300;p28"/>
            <p:cNvSpPr/>
            <p:nvPr/>
          </p:nvSpPr>
          <p:spPr>
            <a:xfrm>
              <a:off x="6742677" y="4356259"/>
              <a:ext cx="107786" cy="9906"/>
            </a:xfrm>
            <a:custGeom>
              <a:rect b="b" l="l" r="r" t="t"/>
              <a:pathLst>
                <a:path extrusionOk="0" h="279" w="3036">
                  <a:moveTo>
                    <a:pt x="139" y="0"/>
                  </a:moveTo>
                  <a:cubicBezTo>
                    <a:pt x="61" y="0"/>
                    <a:pt x="1" y="64"/>
                    <a:pt x="1" y="140"/>
                  </a:cubicBezTo>
                  <a:cubicBezTo>
                    <a:pt x="1" y="215"/>
                    <a:pt x="64" y="278"/>
                    <a:pt x="139" y="278"/>
                  </a:cubicBezTo>
                  <a:lnTo>
                    <a:pt x="2896" y="278"/>
                  </a:lnTo>
                  <a:cubicBezTo>
                    <a:pt x="2974" y="278"/>
                    <a:pt x="3036" y="215"/>
                    <a:pt x="3036" y="140"/>
                  </a:cubicBezTo>
                  <a:cubicBezTo>
                    <a:pt x="3036" y="64"/>
                    <a:pt x="2972" y="0"/>
                    <a:pt x="2896"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301" name="Google Shape;4301;p28"/>
            <p:cNvSpPr/>
            <p:nvPr/>
          </p:nvSpPr>
          <p:spPr>
            <a:xfrm>
              <a:off x="6742216" y="4380047"/>
              <a:ext cx="104271" cy="72963"/>
            </a:xfrm>
            <a:custGeom>
              <a:rect b="b" l="l" r="r" t="t"/>
              <a:pathLst>
                <a:path extrusionOk="0" h="2055" w="2937">
                  <a:moveTo>
                    <a:pt x="1080" y="279"/>
                  </a:moveTo>
                  <a:cubicBezTo>
                    <a:pt x="1103" y="279"/>
                    <a:pt x="1127" y="286"/>
                    <a:pt x="1149" y="305"/>
                  </a:cubicBezTo>
                  <a:cubicBezTo>
                    <a:pt x="1195" y="345"/>
                    <a:pt x="1221" y="438"/>
                    <a:pt x="1178" y="536"/>
                  </a:cubicBezTo>
                  <a:cubicBezTo>
                    <a:pt x="1093" y="722"/>
                    <a:pt x="933" y="854"/>
                    <a:pt x="746" y="952"/>
                  </a:cubicBezTo>
                  <a:cubicBezTo>
                    <a:pt x="771" y="687"/>
                    <a:pt x="850" y="392"/>
                    <a:pt x="979" y="313"/>
                  </a:cubicBezTo>
                  <a:cubicBezTo>
                    <a:pt x="1008" y="294"/>
                    <a:pt x="1044" y="279"/>
                    <a:pt x="1080" y="279"/>
                  </a:cubicBezTo>
                  <a:close/>
                  <a:moveTo>
                    <a:pt x="1085" y="1"/>
                  </a:moveTo>
                  <a:cubicBezTo>
                    <a:pt x="1003" y="1"/>
                    <a:pt x="917" y="26"/>
                    <a:pt x="835" y="76"/>
                  </a:cubicBezTo>
                  <a:cubicBezTo>
                    <a:pt x="706" y="155"/>
                    <a:pt x="607" y="309"/>
                    <a:pt x="542" y="533"/>
                  </a:cubicBezTo>
                  <a:cubicBezTo>
                    <a:pt x="487" y="725"/>
                    <a:pt x="470" y="915"/>
                    <a:pt x="466" y="1013"/>
                  </a:cubicBezTo>
                  <a:cubicBezTo>
                    <a:pt x="463" y="1033"/>
                    <a:pt x="463" y="1051"/>
                    <a:pt x="463" y="1072"/>
                  </a:cubicBezTo>
                  <a:cubicBezTo>
                    <a:pt x="376" y="1102"/>
                    <a:pt x="290" y="1126"/>
                    <a:pt x="208" y="1149"/>
                  </a:cubicBezTo>
                  <a:cubicBezTo>
                    <a:pt x="179" y="1156"/>
                    <a:pt x="150" y="1164"/>
                    <a:pt x="123" y="1169"/>
                  </a:cubicBezTo>
                  <a:cubicBezTo>
                    <a:pt x="48" y="1185"/>
                    <a:pt x="1" y="1259"/>
                    <a:pt x="17" y="1335"/>
                  </a:cubicBezTo>
                  <a:cubicBezTo>
                    <a:pt x="31" y="1399"/>
                    <a:pt x="89" y="1443"/>
                    <a:pt x="152" y="1443"/>
                  </a:cubicBezTo>
                  <a:cubicBezTo>
                    <a:pt x="162" y="1443"/>
                    <a:pt x="172" y="1442"/>
                    <a:pt x="182" y="1440"/>
                  </a:cubicBezTo>
                  <a:cubicBezTo>
                    <a:pt x="214" y="1434"/>
                    <a:pt x="245" y="1426"/>
                    <a:pt x="278" y="1417"/>
                  </a:cubicBezTo>
                  <a:cubicBezTo>
                    <a:pt x="340" y="1401"/>
                    <a:pt x="409" y="1381"/>
                    <a:pt x="480" y="1358"/>
                  </a:cubicBezTo>
                  <a:cubicBezTo>
                    <a:pt x="520" y="1617"/>
                    <a:pt x="621" y="1748"/>
                    <a:pt x="674" y="1800"/>
                  </a:cubicBezTo>
                  <a:cubicBezTo>
                    <a:pt x="763" y="1890"/>
                    <a:pt x="880" y="1936"/>
                    <a:pt x="1011" y="1936"/>
                  </a:cubicBezTo>
                  <a:cubicBezTo>
                    <a:pt x="1023" y="1936"/>
                    <a:pt x="1034" y="1936"/>
                    <a:pt x="1045" y="1935"/>
                  </a:cubicBezTo>
                  <a:cubicBezTo>
                    <a:pt x="1122" y="1932"/>
                    <a:pt x="1194" y="1902"/>
                    <a:pt x="1258" y="1857"/>
                  </a:cubicBezTo>
                  <a:cubicBezTo>
                    <a:pt x="1266" y="1870"/>
                    <a:pt x="1274" y="1882"/>
                    <a:pt x="1283" y="1893"/>
                  </a:cubicBezTo>
                  <a:cubicBezTo>
                    <a:pt x="1341" y="1959"/>
                    <a:pt x="1418" y="1996"/>
                    <a:pt x="1500" y="1996"/>
                  </a:cubicBezTo>
                  <a:cubicBezTo>
                    <a:pt x="1506" y="1996"/>
                    <a:pt x="1512" y="1996"/>
                    <a:pt x="1517" y="1995"/>
                  </a:cubicBezTo>
                  <a:cubicBezTo>
                    <a:pt x="1611" y="1990"/>
                    <a:pt x="1684" y="1946"/>
                    <a:pt x="1742" y="1893"/>
                  </a:cubicBezTo>
                  <a:cubicBezTo>
                    <a:pt x="1746" y="1899"/>
                    <a:pt x="1749" y="1905"/>
                    <a:pt x="1755" y="1908"/>
                  </a:cubicBezTo>
                  <a:cubicBezTo>
                    <a:pt x="1801" y="1961"/>
                    <a:pt x="1866" y="1990"/>
                    <a:pt x="1935" y="1990"/>
                  </a:cubicBezTo>
                  <a:lnTo>
                    <a:pt x="1936" y="1990"/>
                  </a:lnTo>
                  <a:cubicBezTo>
                    <a:pt x="2010" y="1990"/>
                    <a:pt x="2080" y="1959"/>
                    <a:pt x="2149" y="1902"/>
                  </a:cubicBezTo>
                  <a:cubicBezTo>
                    <a:pt x="2153" y="1908"/>
                    <a:pt x="2161" y="1918"/>
                    <a:pt x="2168" y="1925"/>
                  </a:cubicBezTo>
                  <a:cubicBezTo>
                    <a:pt x="2240" y="2007"/>
                    <a:pt x="2355" y="2054"/>
                    <a:pt x="2482" y="2054"/>
                  </a:cubicBezTo>
                  <a:lnTo>
                    <a:pt x="2483" y="2054"/>
                  </a:lnTo>
                  <a:cubicBezTo>
                    <a:pt x="2607" y="2054"/>
                    <a:pt x="2719" y="2007"/>
                    <a:pt x="2791" y="1928"/>
                  </a:cubicBezTo>
                  <a:cubicBezTo>
                    <a:pt x="2854" y="1856"/>
                    <a:pt x="2897" y="1767"/>
                    <a:pt x="2920" y="1659"/>
                  </a:cubicBezTo>
                  <a:cubicBezTo>
                    <a:pt x="2936" y="1587"/>
                    <a:pt x="2890" y="1513"/>
                    <a:pt x="2814" y="1496"/>
                  </a:cubicBezTo>
                  <a:cubicBezTo>
                    <a:pt x="2804" y="1494"/>
                    <a:pt x="2795" y="1493"/>
                    <a:pt x="2785" y="1493"/>
                  </a:cubicBezTo>
                  <a:cubicBezTo>
                    <a:pt x="2721" y="1493"/>
                    <a:pt x="2662" y="1537"/>
                    <a:pt x="2649" y="1603"/>
                  </a:cubicBezTo>
                  <a:cubicBezTo>
                    <a:pt x="2636" y="1662"/>
                    <a:pt x="2613" y="1712"/>
                    <a:pt x="2581" y="1748"/>
                  </a:cubicBezTo>
                  <a:cubicBezTo>
                    <a:pt x="2566" y="1764"/>
                    <a:pt x="2531" y="1781"/>
                    <a:pt x="2482" y="1781"/>
                  </a:cubicBezTo>
                  <a:cubicBezTo>
                    <a:pt x="2431" y="1781"/>
                    <a:pt x="2391" y="1762"/>
                    <a:pt x="2377" y="1745"/>
                  </a:cubicBezTo>
                  <a:cubicBezTo>
                    <a:pt x="2339" y="1702"/>
                    <a:pt x="2358" y="1628"/>
                    <a:pt x="2395" y="1529"/>
                  </a:cubicBezTo>
                  <a:cubicBezTo>
                    <a:pt x="2410" y="1496"/>
                    <a:pt x="2420" y="1464"/>
                    <a:pt x="2433" y="1434"/>
                  </a:cubicBezTo>
                  <a:lnTo>
                    <a:pt x="2433" y="1431"/>
                  </a:lnTo>
                  <a:cubicBezTo>
                    <a:pt x="2460" y="1359"/>
                    <a:pt x="2425" y="1279"/>
                    <a:pt x="2354" y="1251"/>
                  </a:cubicBezTo>
                  <a:cubicBezTo>
                    <a:pt x="2337" y="1245"/>
                    <a:pt x="2320" y="1242"/>
                    <a:pt x="2303" y="1242"/>
                  </a:cubicBezTo>
                  <a:cubicBezTo>
                    <a:pt x="2247" y="1242"/>
                    <a:pt x="2195" y="1275"/>
                    <a:pt x="2174" y="1331"/>
                  </a:cubicBezTo>
                  <a:cubicBezTo>
                    <a:pt x="2168" y="1345"/>
                    <a:pt x="2164" y="1358"/>
                    <a:pt x="2158" y="1372"/>
                  </a:cubicBezTo>
                  <a:cubicBezTo>
                    <a:pt x="2151" y="1388"/>
                    <a:pt x="2143" y="1407"/>
                    <a:pt x="2136" y="1426"/>
                  </a:cubicBezTo>
                  <a:cubicBezTo>
                    <a:pt x="2096" y="1523"/>
                    <a:pt x="2048" y="1618"/>
                    <a:pt x="1976" y="1685"/>
                  </a:cubicBezTo>
                  <a:cubicBezTo>
                    <a:pt x="1966" y="1692"/>
                    <a:pt x="1959" y="1699"/>
                    <a:pt x="1955" y="1703"/>
                  </a:cubicBezTo>
                  <a:cubicBezTo>
                    <a:pt x="1951" y="1689"/>
                    <a:pt x="1951" y="1670"/>
                    <a:pt x="1952" y="1654"/>
                  </a:cubicBezTo>
                  <a:cubicBezTo>
                    <a:pt x="1956" y="1624"/>
                    <a:pt x="1965" y="1591"/>
                    <a:pt x="1978" y="1559"/>
                  </a:cubicBezTo>
                  <a:cubicBezTo>
                    <a:pt x="1998" y="1515"/>
                    <a:pt x="2015" y="1466"/>
                    <a:pt x="2034" y="1411"/>
                  </a:cubicBezTo>
                  <a:cubicBezTo>
                    <a:pt x="2057" y="1339"/>
                    <a:pt x="2020" y="1260"/>
                    <a:pt x="1945" y="1236"/>
                  </a:cubicBezTo>
                  <a:cubicBezTo>
                    <a:pt x="1930" y="1230"/>
                    <a:pt x="1915" y="1228"/>
                    <a:pt x="1900" y="1228"/>
                  </a:cubicBezTo>
                  <a:cubicBezTo>
                    <a:pt x="1843" y="1228"/>
                    <a:pt x="1789" y="1265"/>
                    <a:pt x="1769" y="1323"/>
                  </a:cubicBezTo>
                  <a:cubicBezTo>
                    <a:pt x="1761" y="1349"/>
                    <a:pt x="1751" y="1374"/>
                    <a:pt x="1740" y="1401"/>
                  </a:cubicBezTo>
                  <a:cubicBezTo>
                    <a:pt x="1733" y="1418"/>
                    <a:pt x="1726" y="1436"/>
                    <a:pt x="1719" y="1454"/>
                  </a:cubicBezTo>
                  <a:cubicBezTo>
                    <a:pt x="1693" y="1512"/>
                    <a:pt x="1667" y="1559"/>
                    <a:pt x="1635" y="1598"/>
                  </a:cubicBezTo>
                  <a:cubicBezTo>
                    <a:pt x="1599" y="1647"/>
                    <a:pt x="1545" y="1719"/>
                    <a:pt x="1502" y="1721"/>
                  </a:cubicBezTo>
                  <a:lnTo>
                    <a:pt x="1496" y="1716"/>
                  </a:lnTo>
                  <a:cubicBezTo>
                    <a:pt x="1492" y="1706"/>
                    <a:pt x="1489" y="1677"/>
                    <a:pt x="1499" y="1640"/>
                  </a:cubicBezTo>
                  <a:cubicBezTo>
                    <a:pt x="1510" y="1598"/>
                    <a:pt x="1532" y="1555"/>
                    <a:pt x="1553" y="1515"/>
                  </a:cubicBezTo>
                  <a:cubicBezTo>
                    <a:pt x="1589" y="1446"/>
                    <a:pt x="1562" y="1361"/>
                    <a:pt x="1494" y="1328"/>
                  </a:cubicBezTo>
                  <a:cubicBezTo>
                    <a:pt x="1473" y="1317"/>
                    <a:pt x="1451" y="1311"/>
                    <a:pt x="1429" y="1311"/>
                  </a:cubicBezTo>
                  <a:cubicBezTo>
                    <a:pt x="1378" y="1311"/>
                    <a:pt x="1330" y="1339"/>
                    <a:pt x="1307" y="1387"/>
                  </a:cubicBezTo>
                  <a:cubicBezTo>
                    <a:pt x="1233" y="1531"/>
                    <a:pt x="1106" y="1656"/>
                    <a:pt x="1031" y="1660"/>
                  </a:cubicBezTo>
                  <a:cubicBezTo>
                    <a:pt x="1026" y="1660"/>
                    <a:pt x="1021" y="1660"/>
                    <a:pt x="1016" y="1660"/>
                  </a:cubicBezTo>
                  <a:cubicBezTo>
                    <a:pt x="956" y="1660"/>
                    <a:pt x="910" y="1644"/>
                    <a:pt x="871" y="1605"/>
                  </a:cubicBezTo>
                  <a:cubicBezTo>
                    <a:pt x="799" y="1533"/>
                    <a:pt x="762" y="1401"/>
                    <a:pt x="748" y="1259"/>
                  </a:cubicBezTo>
                  <a:cubicBezTo>
                    <a:pt x="1028" y="1135"/>
                    <a:pt x="1297" y="949"/>
                    <a:pt x="1433" y="651"/>
                  </a:cubicBezTo>
                  <a:cubicBezTo>
                    <a:pt x="1523" y="453"/>
                    <a:pt x="1481" y="224"/>
                    <a:pt x="1336" y="94"/>
                  </a:cubicBezTo>
                  <a:cubicBezTo>
                    <a:pt x="1265" y="32"/>
                    <a:pt x="1177" y="1"/>
                    <a:pt x="1085"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4302" name="Google Shape;4302;p28"/>
          <p:cNvGrpSpPr/>
          <p:nvPr/>
        </p:nvGrpSpPr>
        <p:grpSpPr>
          <a:xfrm>
            <a:off x="6062391" y="4147710"/>
            <a:ext cx="256052" cy="327001"/>
            <a:chOff x="6062391" y="4147710"/>
            <a:chExt cx="256052" cy="327001"/>
          </a:xfrm>
        </p:grpSpPr>
        <p:sp>
          <p:nvSpPr>
            <p:cNvPr id="4303" name="Google Shape;4303;p28"/>
            <p:cNvSpPr/>
            <p:nvPr/>
          </p:nvSpPr>
          <p:spPr>
            <a:xfrm>
              <a:off x="6062391" y="4147745"/>
              <a:ext cx="256044" cy="326966"/>
            </a:xfrm>
            <a:custGeom>
              <a:rect b="b" l="l" r="r" t="t"/>
              <a:pathLst>
                <a:path extrusionOk="0" h="9209" w="7212">
                  <a:moveTo>
                    <a:pt x="438" y="1"/>
                  </a:moveTo>
                  <a:cubicBezTo>
                    <a:pt x="197" y="1"/>
                    <a:pt x="1" y="196"/>
                    <a:pt x="1" y="438"/>
                  </a:cubicBezTo>
                  <a:lnTo>
                    <a:pt x="1" y="8772"/>
                  </a:lnTo>
                  <a:cubicBezTo>
                    <a:pt x="1" y="9013"/>
                    <a:pt x="197" y="9209"/>
                    <a:pt x="438" y="9209"/>
                  </a:cubicBezTo>
                  <a:lnTo>
                    <a:pt x="6774" y="9209"/>
                  </a:lnTo>
                  <a:cubicBezTo>
                    <a:pt x="7016" y="9209"/>
                    <a:pt x="7212" y="9013"/>
                    <a:pt x="7212" y="8772"/>
                  </a:cubicBezTo>
                  <a:lnTo>
                    <a:pt x="7212" y="438"/>
                  </a:lnTo>
                  <a:cubicBezTo>
                    <a:pt x="7212" y="196"/>
                    <a:pt x="7016" y="1"/>
                    <a:pt x="6774" y="1"/>
                  </a:cubicBezTo>
                  <a:close/>
                </a:path>
              </a:pathLst>
            </a:custGeom>
            <a:solidFill>
              <a:schemeClr val="accent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304" name="Google Shape;4304;p28"/>
            <p:cNvSpPr/>
            <p:nvPr/>
          </p:nvSpPr>
          <p:spPr>
            <a:xfrm>
              <a:off x="6289757" y="4147710"/>
              <a:ext cx="28686" cy="326930"/>
            </a:xfrm>
            <a:custGeom>
              <a:rect b="b" l="l" r="r" t="t"/>
              <a:pathLst>
                <a:path extrusionOk="0" h="9208" w="808">
                  <a:moveTo>
                    <a:pt x="1" y="0"/>
                  </a:moveTo>
                  <a:cubicBezTo>
                    <a:pt x="241" y="0"/>
                    <a:pt x="438" y="194"/>
                    <a:pt x="438" y="436"/>
                  </a:cubicBezTo>
                  <a:lnTo>
                    <a:pt x="438" y="8771"/>
                  </a:lnTo>
                  <a:cubicBezTo>
                    <a:pt x="438" y="9011"/>
                    <a:pt x="241" y="9207"/>
                    <a:pt x="1" y="9207"/>
                  </a:cubicBezTo>
                  <a:lnTo>
                    <a:pt x="370" y="9207"/>
                  </a:lnTo>
                  <a:cubicBezTo>
                    <a:pt x="612" y="9207"/>
                    <a:pt x="808" y="9014"/>
                    <a:pt x="808" y="8771"/>
                  </a:cubicBezTo>
                  <a:lnTo>
                    <a:pt x="808" y="438"/>
                  </a:lnTo>
                  <a:cubicBezTo>
                    <a:pt x="808" y="196"/>
                    <a:pt x="612" y="0"/>
                    <a:pt x="370"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305" name="Google Shape;4305;p28"/>
            <p:cNvSpPr/>
            <p:nvPr/>
          </p:nvSpPr>
          <p:spPr>
            <a:xfrm>
              <a:off x="6084972" y="4170397"/>
              <a:ext cx="210885" cy="266110"/>
            </a:xfrm>
            <a:custGeom>
              <a:rect b="b" l="l" r="r" t="t"/>
              <a:pathLst>
                <a:path extrusionOk="0" h="7495" w="5940">
                  <a:moveTo>
                    <a:pt x="223" y="0"/>
                  </a:moveTo>
                  <a:cubicBezTo>
                    <a:pt x="100" y="0"/>
                    <a:pt x="1" y="98"/>
                    <a:pt x="1" y="220"/>
                  </a:cubicBezTo>
                  <a:lnTo>
                    <a:pt x="1" y="7274"/>
                  </a:lnTo>
                  <a:cubicBezTo>
                    <a:pt x="1" y="7397"/>
                    <a:pt x="100" y="7495"/>
                    <a:pt x="223" y="7495"/>
                  </a:cubicBezTo>
                  <a:lnTo>
                    <a:pt x="5718" y="7495"/>
                  </a:lnTo>
                  <a:cubicBezTo>
                    <a:pt x="5841" y="7495"/>
                    <a:pt x="5940" y="7397"/>
                    <a:pt x="5938" y="7274"/>
                  </a:cubicBezTo>
                  <a:lnTo>
                    <a:pt x="5938" y="220"/>
                  </a:lnTo>
                  <a:cubicBezTo>
                    <a:pt x="5938" y="98"/>
                    <a:pt x="5841" y="0"/>
                    <a:pt x="5718" y="0"/>
                  </a:cubicBezTo>
                  <a:close/>
                </a:path>
              </a:pathLst>
            </a:cu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306" name="Google Shape;4306;p28"/>
            <p:cNvSpPr/>
            <p:nvPr/>
          </p:nvSpPr>
          <p:spPr>
            <a:xfrm>
              <a:off x="6275307" y="4170397"/>
              <a:ext cx="20556" cy="266110"/>
            </a:xfrm>
            <a:custGeom>
              <a:rect b="b" l="l" r="r" t="t"/>
              <a:pathLst>
                <a:path extrusionOk="0" h="7495" w="579">
                  <a:moveTo>
                    <a:pt x="0" y="0"/>
                  </a:moveTo>
                  <a:cubicBezTo>
                    <a:pt x="123" y="0"/>
                    <a:pt x="222" y="98"/>
                    <a:pt x="222" y="220"/>
                  </a:cubicBezTo>
                  <a:lnTo>
                    <a:pt x="222" y="7274"/>
                  </a:lnTo>
                  <a:cubicBezTo>
                    <a:pt x="222" y="7397"/>
                    <a:pt x="123" y="7495"/>
                    <a:pt x="0" y="7495"/>
                  </a:cubicBezTo>
                  <a:lnTo>
                    <a:pt x="357" y="7495"/>
                  </a:lnTo>
                  <a:cubicBezTo>
                    <a:pt x="480" y="7495"/>
                    <a:pt x="579" y="7397"/>
                    <a:pt x="579" y="7274"/>
                  </a:cubicBezTo>
                  <a:lnTo>
                    <a:pt x="579" y="220"/>
                  </a:lnTo>
                  <a:cubicBezTo>
                    <a:pt x="579" y="98"/>
                    <a:pt x="480" y="0"/>
                    <a:pt x="357"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307" name="Google Shape;4307;p28"/>
            <p:cNvSpPr/>
            <p:nvPr/>
          </p:nvSpPr>
          <p:spPr>
            <a:xfrm>
              <a:off x="6176181" y="4450664"/>
              <a:ext cx="28402" cy="9835"/>
            </a:xfrm>
            <a:custGeom>
              <a:rect b="b" l="l" r="r" t="t"/>
              <a:pathLst>
                <a:path extrusionOk="0" h="277" w="800">
                  <a:moveTo>
                    <a:pt x="140" y="1"/>
                  </a:moveTo>
                  <a:cubicBezTo>
                    <a:pt x="64" y="1"/>
                    <a:pt x="1" y="64"/>
                    <a:pt x="1" y="139"/>
                  </a:cubicBezTo>
                  <a:cubicBezTo>
                    <a:pt x="1" y="215"/>
                    <a:pt x="63" y="277"/>
                    <a:pt x="140" y="277"/>
                  </a:cubicBezTo>
                  <a:lnTo>
                    <a:pt x="661" y="277"/>
                  </a:lnTo>
                  <a:cubicBezTo>
                    <a:pt x="739" y="277"/>
                    <a:pt x="799" y="216"/>
                    <a:pt x="799" y="139"/>
                  </a:cubicBezTo>
                  <a:cubicBezTo>
                    <a:pt x="799" y="64"/>
                    <a:pt x="739" y="1"/>
                    <a:pt x="661"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308" name="Google Shape;4308;p28"/>
            <p:cNvSpPr/>
            <p:nvPr/>
          </p:nvSpPr>
          <p:spPr>
            <a:xfrm>
              <a:off x="6144476" y="4229688"/>
              <a:ext cx="91880" cy="94514"/>
            </a:xfrm>
            <a:custGeom>
              <a:rect b="b" l="l" r="r" t="t"/>
              <a:pathLst>
                <a:path extrusionOk="0" h="2662" w="2588">
                  <a:moveTo>
                    <a:pt x="1294" y="1"/>
                  </a:moveTo>
                  <a:cubicBezTo>
                    <a:pt x="579" y="1"/>
                    <a:pt x="0" y="579"/>
                    <a:pt x="0" y="1295"/>
                  </a:cubicBezTo>
                  <a:lnTo>
                    <a:pt x="0" y="2384"/>
                  </a:lnTo>
                  <a:cubicBezTo>
                    <a:pt x="0" y="2537"/>
                    <a:pt x="124" y="2662"/>
                    <a:pt x="278" y="2662"/>
                  </a:cubicBezTo>
                  <a:cubicBezTo>
                    <a:pt x="282" y="2662"/>
                    <a:pt x="286" y="2662"/>
                    <a:pt x="291" y="2662"/>
                  </a:cubicBezTo>
                  <a:cubicBezTo>
                    <a:pt x="440" y="2654"/>
                    <a:pt x="555" y="2525"/>
                    <a:pt x="555" y="2375"/>
                  </a:cubicBezTo>
                  <a:lnTo>
                    <a:pt x="555" y="1292"/>
                  </a:lnTo>
                  <a:cubicBezTo>
                    <a:pt x="555" y="886"/>
                    <a:pt x="886" y="555"/>
                    <a:pt x="1294" y="555"/>
                  </a:cubicBezTo>
                  <a:cubicBezTo>
                    <a:pt x="1700" y="555"/>
                    <a:pt x="2031" y="884"/>
                    <a:pt x="2031" y="1292"/>
                  </a:cubicBezTo>
                  <a:lnTo>
                    <a:pt x="2031" y="2375"/>
                  </a:lnTo>
                  <a:cubicBezTo>
                    <a:pt x="2031" y="2526"/>
                    <a:pt x="2146" y="2654"/>
                    <a:pt x="2295" y="2662"/>
                  </a:cubicBezTo>
                  <a:cubicBezTo>
                    <a:pt x="2300" y="2662"/>
                    <a:pt x="2304" y="2662"/>
                    <a:pt x="2308" y="2662"/>
                  </a:cubicBezTo>
                  <a:cubicBezTo>
                    <a:pt x="2462" y="2662"/>
                    <a:pt x="2587" y="2537"/>
                    <a:pt x="2586" y="2384"/>
                  </a:cubicBezTo>
                  <a:lnTo>
                    <a:pt x="2586" y="1295"/>
                  </a:lnTo>
                  <a:cubicBezTo>
                    <a:pt x="2586" y="579"/>
                    <a:pt x="2007" y="1"/>
                    <a:pt x="1294" y="1"/>
                  </a:cubicBez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309" name="Google Shape;4309;p28"/>
            <p:cNvSpPr/>
            <p:nvPr/>
          </p:nvSpPr>
          <p:spPr>
            <a:xfrm>
              <a:off x="6148843" y="4249357"/>
              <a:ext cx="36177" cy="74845"/>
            </a:xfrm>
            <a:custGeom>
              <a:rect b="b" l="l" r="r" t="t"/>
              <a:pathLst>
                <a:path extrusionOk="0" h="2108" w="1019">
                  <a:moveTo>
                    <a:pt x="864" y="1"/>
                  </a:moveTo>
                  <a:cubicBezTo>
                    <a:pt x="660" y="1"/>
                    <a:pt x="476" y="83"/>
                    <a:pt x="343" y="217"/>
                  </a:cubicBezTo>
                  <a:cubicBezTo>
                    <a:pt x="209" y="349"/>
                    <a:pt x="127" y="535"/>
                    <a:pt x="127" y="738"/>
                  </a:cubicBezTo>
                  <a:lnTo>
                    <a:pt x="127" y="1821"/>
                  </a:lnTo>
                  <a:cubicBezTo>
                    <a:pt x="127" y="1919"/>
                    <a:pt x="77" y="2008"/>
                    <a:pt x="1" y="2060"/>
                  </a:cubicBezTo>
                  <a:cubicBezTo>
                    <a:pt x="45" y="2091"/>
                    <a:pt x="98" y="2108"/>
                    <a:pt x="154" y="2108"/>
                  </a:cubicBezTo>
                  <a:cubicBezTo>
                    <a:pt x="159" y="2108"/>
                    <a:pt x="163" y="2108"/>
                    <a:pt x="168" y="2108"/>
                  </a:cubicBezTo>
                  <a:cubicBezTo>
                    <a:pt x="317" y="2100"/>
                    <a:pt x="432" y="1971"/>
                    <a:pt x="432" y="1821"/>
                  </a:cubicBezTo>
                  <a:lnTo>
                    <a:pt x="432" y="738"/>
                  </a:lnTo>
                  <a:cubicBezTo>
                    <a:pt x="432" y="535"/>
                    <a:pt x="516" y="349"/>
                    <a:pt x="648" y="217"/>
                  </a:cubicBezTo>
                  <a:cubicBezTo>
                    <a:pt x="748" y="117"/>
                    <a:pt x="876" y="47"/>
                    <a:pt x="1018" y="17"/>
                  </a:cubicBezTo>
                  <a:cubicBezTo>
                    <a:pt x="969" y="7"/>
                    <a:pt x="917" y="1"/>
                    <a:pt x="864"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310" name="Google Shape;4310;p28"/>
            <p:cNvSpPr/>
            <p:nvPr/>
          </p:nvSpPr>
          <p:spPr>
            <a:xfrm>
              <a:off x="6184915" y="4229546"/>
              <a:ext cx="51443" cy="94656"/>
            </a:xfrm>
            <a:custGeom>
              <a:rect b="b" l="l" r="r" t="t"/>
              <a:pathLst>
                <a:path extrusionOk="0" h="2666" w="1449">
                  <a:moveTo>
                    <a:pt x="155" y="1"/>
                  </a:moveTo>
                  <a:cubicBezTo>
                    <a:pt x="101" y="1"/>
                    <a:pt x="51" y="5"/>
                    <a:pt x="1" y="11"/>
                  </a:cubicBezTo>
                  <a:cubicBezTo>
                    <a:pt x="296" y="47"/>
                    <a:pt x="562" y="180"/>
                    <a:pt x="762" y="380"/>
                  </a:cubicBezTo>
                  <a:cubicBezTo>
                    <a:pt x="997" y="616"/>
                    <a:pt x="1142" y="939"/>
                    <a:pt x="1142" y="1296"/>
                  </a:cubicBezTo>
                  <a:lnTo>
                    <a:pt x="1142" y="2386"/>
                  </a:lnTo>
                  <a:cubicBezTo>
                    <a:pt x="1142" y="2483"/>
                    <a:pt x="1092" y="2568"/>
                    <a:pt x="1018" y="2618"/>
                  </a:cubicBezTo>
                  <a:cubicBezTo>
                    <a:pt x="1057" y="2645"/>
                    <a:pt x="1104" y="2663"/>
                    <a:pt x="1156" y="2666"/>
                  </a:cubicBezTo>
                  <a:cubicBezTo>
                    <a:pt x="1161" y="2666"/>
                    <a:pt x="1166" y="2666"/>
                    <a:pt x="1172" y="2666"/>
                  </a:cubicBezTo>
                  <a:cubicBezTo>
                    <a:pt x="1324" y="2666"/>
                    <a:pt x="1448" y="2541"/>
                    <a:pt x="1448" y="2388"/>
                  </a:cubicBezTo>
                  <a:lnTo>
                    <a:pt x="1448" y="1299"/>
                  </a:lnTo>
                  <a:cubicBezTo>
                    <a:pt x="1448" y="940"/>
                    <a:pt x="1305" y="616"/>
                    <a:pt x="1070" y="380"/>
                  </a:cubicBezTo>
                  <a:cubicBezTo>
                    <a:pt x="834" y="147"/>
                    <a:pt x="512" y="1"/>
                    <a:pt x="155"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311" name="Google Shape;4311;p28"/>
            <p:cNvSpPr/>
            <p:nvPr/>
          </p:nvSpPr>
          <p:spPr>
            <a:xfrm>
              <a:off x="6129280" y="4285784"/>
              <a:ext cx="122235" cy="122315"/>
            </a:xfrm>
            <a:custGeom>
              <a:rect b="b" l="l" r="r" t="t"/>
              <a:pathLst>
                <a:path extrusionOk="0" h="3445" w="3443">
                  <a:moveTo>
                    <a:pt x="1722" y="1"/>
                  </a:moveTo>
                  <a:cubicBezTo>
                    <a:pt x="771" y="1"/>
                    <a:pt x="1" y="772"/>
                    <a:pt x="1" y="1723"/>
                  </a:cubicBezTo>
                  <a:cubicBezTo>
                    <a:pt x="1" y="2673"/>
                    <a:pt x="771" y="3444"/>
                    <a:pt x="1722" y="3444"/>
                  </a:cubicBezTo>
                  <a:cubicBezTo>
                    <a:pt x="2671" y="3444"/>
                    <a:pt x="3443" y="2673"/>
                    <a:pt x="3443" y="1723"/>
                  </a:cubicBezTo>
                  <a:cubicBezTo>
                    <a:pt x="3443" y="772"/>
                    <a:pt x="2671" y="1"/>
                    <a:pt x="1722" y="1"/>
                  </a:cubicBez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312" name="Google Shape;4312;p28"/>
            <p:cNvSpPr/>
            <p:nvPr/>
          </p:nvSpPr>
          <p:spPr>
            <a:xfrm>
              <a:off x="6155127" y="4290435"/>
              <a:ext cx="96389" cy="117628"/>
            </a:xfrm>
            <a:custGeom>
              <a:rect b="b" l="l" r="r" t="t"/>
              <a:pathLst>
                <a:path extrusionOk="0" h="3313" w="2715">
                  <a:moveTo>
                    <a:pt x="1650" y="1"/>
                  </a:moveTo>
                  <a:lnTo>
                    <a:pt x="1650" y="1"/>
                  </a:lnTo>
                  <a:cubicBezTo>
                    <a:pt x="2090" y="312"/>
                    <a:pt x="2378" y="824"/>
                    <a:pt x="2378" y="1405"/>
                  </a:cubicBezTo>
                  <a:cubicBezTo>
                    <a:pt x="2378" y="2357"/>
                    <a:pt x="1607" y="3126"/>
                    <a:pt x="657" y="3126"/>
                  </a:cubicBezTo>
                  <a:cubicBezTo>
                    <a:pt x="425" y="3126"/>
                    <a:pt x="202" y="3080"/>
                    <a:pt x="1" y="2997"/>
                  </a:cubicBezTo>
                  <a:lnTo>
                    <a:pt x="1" y="2997"/>
                  </a:lnTo>
                  <a:cubicBezTo>
                    <a:pt x="281" y="3195"/>
                    <a:pt x="625" y="3312"/>
                    <a:pt x="994" y="3312"/>
                  </a:cubicBezTo>
                  <a:cubicBezTo>
                    <a:pt x="1945" y="3312"/>
                    <a:pt x="2715" y="2542"/>
                    <a:pt x="2715" y="1592"/>
                  </a:cubicBezTo>
                  <a:cubicBezTo>
                    <a:pt x="2715" y="874"/>
                    <a:pt x="2274" y="260"/>
                    <a:pt x="1650"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313" name="Google Shape;4313;p28"/>
            <p:cNvSpPr/>
            <p:nvPr/>
          </p:nvSpPr>
          <p:spPr>
            <a:xfrm>
              <a:off x="6175613" y="4323489"/>
              <a:ext cx="29574" cy="46938"/>
            </a:xfrm>
            <a:custGeom>
              <a:rect b="b" l="l" r="r" t="t"/>
              <a:pathLst>
                <a:path extrusionOk="0" h="1322" w="833">
                  <a:moveTo>
                    <a:pt x="417" y="1"/>
                  </a:moveTo>
                  <a:cubicBezTo>
                    <a:pt x="186" y="1"/>
                    <a:pt x="1" y="187"/>
                    <a:pt x="1" y="417"/>
                  </a:cubicBezTo>
                  <a:cubicBezTo>
                    <a:pt x="1" y="553"/>
                    <a:pt x="67" y="674"/>
                    <a:pt x="168" y="749"/>
                  </a:cubicBezTo>
                  <a:lnTo>
                    <a:pt x="168" y="1073"/>
                  </a:lnTo>
                  <a:cubicBezTo>
                    <a:pt x="168" y="1210"/>
                    <a:pt x="280" y="1322"/>
                    <a:pt x="417" y="1322"/>
                  </a:cubicBezTo>
                  <a:cubicBezTo>
                    <a:pt x="553" y="1322"/>
                    <a:pt x="664" y="1210"/>
                    <a:pt x="664" y="1073"/>
                  </a:cubicBezTo>
                  <a:lnTo>
                    <a:pt x="664" y="749"/>
                  </a:lnTo>
                  <a:cubicBezTo>
                    <a:pt x="768" y="674"/>
                    <a:pt x="833" y="553"/>
                    <a:pt x="833" y="417"/>
                  </a:cubicBezTo>
                  <a:cubicBezTo>
                    <a:pt x="833" y="187"/>
                    <a:pt x="647" y="1"/>
                    <a:pt x="417" y="1"/>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314" name="Google Shape;4314;p28"/>
            <p:cNvSpPr/>
            <p:nvPr/>
          </p:nvSpPr>
          <p:spPr>
            <a:xfrm>
              <a:off x="6185696" y="4323489"/>
              <a:ext cx="19917" cy="46973"/>
            </a:xfrm>
            <a:custGeom>
              <a:rect b="b" l="l" r="r" t="t"/>
              <a:pathLst>
                <a:path extrusionOk="0" h="1323" w="561">
                  <a:moveTo>
                    <a:pt x="136" y="1"/>
                  </a:moveTo>
                  <a:cubicBezTo>
                    <a:pt x="90" y="1"/>
                    <a:pt x="45" y="8"/>
                    <a:pt x="3" y="22"/>
                  </a:cubicBezTo>
                  <a:cubicBezTo>
                    <a:pt x="169" y="77"/>
                    <a:pt x="290" y="233"/>
                    <a:pt x="290" y="417"/>
                  </a:cubicBezTo>
                  <a:cubicBezTo>
                    <a:pt x="290" y="520"/>
                    <a:pt x="249" y="564"/>
                    <a:pt x="186" y="612"/>
                  </a:cubicBezTo>
                  <a:cubicBezTo>
                    <a:pt x="143" y="643"/>
                    <a:pt x="120" y="693"/>
                    <a:pt x="120" y="746"/>
                  </a:cubicBezTo>
                  <a:lnTo>
                    <a:pt x="120" y="1073"/>
                  </a:lnTo>
                  <a:cubicBezTo>
                    <a:pt x="120" y="1164"/>
                    <a:pt x="71" y="1243"/>
                    <a:pt x="0" y="1286"/>
                  </a:cubicBezTo>
                  <a:cubicBezTo>
                    <a:pt x="41" y="1308"/>
                    <a:pt x="87" y="1322"/>
                    <a:pt x="135" y="1322"/>
                  </a:cubicBezTo>
                  <a:cubicBezTo>
                    <a:pt x="140" y="1322"/>
                    <a:pt x="144" y="1322"/>
                    <a:pt x="149" y="1322"/>
                  </a:cubicBezTo>
                  <a:cubicBezTo>
                    <a:pt x="280" y="1315"/>
                    <a:pt x="380" y="1200"/>
                    <a:pt x="380" y="1067"/>
                  </a:cubicBezTo>
                  <a:lnTo>
                    <a:pt x="380" y="751"/>
                  </a:lnTo>
                  <a:cubicBezTo>
                    <a:pt x="492" y="669"/>
                    <a:pt x="560" y="532"/>
                    <a:pt x="546" y="379"/>
                  </a:cubicBezTo>
                  <a:cubicBezTo>
                    <a:pt x="528" y="166"/>
                    <a:pt x="349" y="2"/>
                    <a:pt x="136"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315" name="Google Shape;4315;p28"/>
            <p:cNvSpPr/>
            <p:nvPr/>
          </p:nvSpPr>
          <p:spPr>
            <a:xfrm>
              <a:off x="6214702" y="4193936"/>
              <a:ext cx="56591" cy="53542"/>
            </a:xfrm>
            <a:custGeom>
              <a:rect b="b" l="l" r="r" t="t"/>
              <a:pathLst>
                <a:path extrusionOk="0" h="1508" w="1594">
                  <a:moveTo>
                    <a:pt x="428" y="0"/>
                  </a:moveTo>
                  <a:cubicBezTo>
                    <a:pt x="323" y="0"/>
                    <a:pt x="218" y="15"/>
                    <a:pt x="114" y="47"/>
                  </a:cubicBezTo>
                  <a:cubicBezTo>
                    <a:pt x="42" y="68"/>
                    <a:pt x="1" y="146"/>
                    <a:pt x="22" y="219"/>
                  </a:cubicBezTo>
                  <a:cubicBezTo>
                    <a:pt x="40" y="278"/>
                    <a:pt x="96" y="317"/>
                    <a:pt x="156" y="317"/>
                  </a:cubicBezTo>
                  <a:cubicBezTo>
                    <a:pt x="169" y="317"/>
                    <a:pt x="182" y="315"/>
                    <a:pt x="195" y="311"/>
                  </a:cubicBezTo>
                  <a:cubicBezTo>
                    <a:pt x="272" y="288"/>
                    <a:pt x="351" y="277"/>
                    <a:pt x="429" y="277"/>
                  </a:cubicBezTo>
                  <a:cubicBezTo>
                    <a:pt x="642" y="277"/>
                    <a:pt x="851" y="361"/>
                    <a:pt x="1008" y="519"/>
                  </a:cubicBezTo>
                  <a:cubicBezTo>
                    <a:pt x="1220" y="730"/>
                    <a:pt x="1299" y="1042"/>
                    <a:pt x="1212" y="1330"/>
                  </a:cubicBezTo>
                  <a:cubicBezTo>
                    <a:pt x="1191" y="1404"/>
                    <a:pt x="1233" y="1481"/>
                    <a:pt x="1306" y="1503"/>
                  </a:cubicBezTo>
                  <a:cubicBezTo>
                    <a:pt x="1319" y="1506"/>
                    <a:pt x="1333" y="1507"/>
                    <a:pt x="1346" y="1507"/>
                  </a:cubicBezTo>
                  <a:cubicBezTo>
                    <a:pt x="1407" y="1507"/>
                    <a:pt x="1461" y="1470"/>
                    <a:pt x="1477" y="1411"/>
                  </a:cubicBezTo>
                  <a:cubicBezTo>
                    <a:pt x="1594" y="1024"/>
                    <a:pt x="1489" y="606"/>
                    <a:pt x="1204" y="321"/>
                  </a:cubicBezTo>
                  <a:cubicBezTo>
                    <a:pt x="993" y="113"/>
                    <a:pt x="713" y="0"/>
                    <a:pt x="428" y="0"/>
                  </a:cubicBezTo>
                  <a:close/>
                </a:path>
              </a:pathLst>
            </a:cu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316" name="Google Shape;4316;p28"/>
            <p:cNvSpPr/>
            <p:nvPr/>
          </p:nvSpPr>
          <p:spPr>
            <a:xfrm>
              <a:off x="6223401" y="4216552"/>
              <a:ext cx="23822" cy="22333"/>
            </a:xfrm>
            <a:custGeom>
              <a:rect b="b" l="l" r="r" t="t"/>
              <a:pathLst>
                <a:path extrusionOk="0" h="629" w="671">
                  <a:moveTo>
                    <a:pt x="233" y="0"/>
                  </a:moveTo>
                  <a:cubicBezTo>
                    <a:pt x="193" y="0"/>
                    <a:pt x="153" y="6"/>
                    <a:pt x="114" y="18"/>
                  </a:cubicBezTo>
                  <a:cubicBezTo>
                    <a:pt x="42" y="40"/>
                    <a:pt x="0" y="118"/>
                    <a:pt x="22" y="191"/>
                  </a:cubicBezTo>
                  <a:cubicBezTo>
                    <a:pt x="40" y="250"/>
                    <a:pt x="95" y="289"/>
                    <a:pt x="155" y="289"/>
                  </a:cubicBezTo>
                  <a:cubicBezTo>
                    <a:pt x="168" y="289"/>
                    <a:pt x="181" y="287"/>
                    <a:pt x="195" y="283"/>
                  </a:cubicBezTo>
                  <a:cubicBezTo>
                    <a:pt x="208" y="279"/>
                    <a:pt x="221" y="277"/>
                    <a:pt x="235" y="277"/>
                  </a:cubicBezTo>
                  <a:cubicBezTo>
                    <a:pt x="269" y="277"/>
                    <a:pt x="303" y="290"/>
                    <a:pt x="328" y="316"/>
                  </a:cubicBezTo>
                  <a:cubicBezTo>
                    <a:pt x="364" y="351"/>
                    <a:pt x="376" y="402"/>
                    <a:pt x="362" y="450"/>
                  </a:cubicBezTo>
                  <a:cubicBezTo>
                    <a:pt x="340" y="523"/>
                    <a:pt x="382" y="601"/>
                    <a:pt x="455" y="623"/>
                  </a:cubicBezTo>
                  <a:cubicBezTo>
                    <a:pt x="468" y="626"/>
                    <a:pt x="482" y="628"/>
                    <a:pt x="495" y="628"/>
                  </a:cubicBezTo>
                  <a:cubicBezTo>
                    <a:pt x="554" y="628"/>
                    <a:pt x="610" y="588"/>
                    <a:pt x="626" y="532"/>
                  </a:cubicBezTo>
                  <a:cubicBezTo>
                    <a:pt x="671" y="387"/>
                    <a:pt x="632" y="230"/>
                    <a:pt x="524" y="122"/>
                  </a:cubicBezTo>
                  <a:cubicBezTo>
                    <a:pt x="445" y="43"/>
                    <a:pt x="341" y="0"/>
                    <a:pt x="233" y="0"/>
                  </a:cubicBezTo>
                  <a:close/>
                </a:path>
              </a:pathLst>
            </a:cu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4317" name="Google Shape;4317;p28"/>
          <p:cNvGrpSpPr/>
          <p:nvPr/>
        </p:nvGrpSpPr>
        <p:grpSpPr>
          <a:xfrm>
            <a:off x="5403585" y="4147710"/>
            <a:ext cx="278952" cy="326996"/>
            <a:chOff x="5403585" y="4147710"/>
            <a:chExt cx="278952" cy="326996"/>
          </a:xfrm>
        </p:grpSpPr>
        <p:sp>
          <p:nvSpPr>
            <p:cNvPr id="4318" name="Google Shape;4318;p28"/>
            <p:cNvSpPr/>
            <p:nvPr/>
          </p:nvSpPr>
          <p:spPr>
            <a:xfrm>
              <a:off x="5530901" y="4338614"/>
              <a:ext cx="24319" cy="124800"/>
            </a:xfrm>
            <a:custGeom>
              <a:rect b="b" l="l" r="r" t="t"/>
              <a:pathLst>
                <a:path extrusionOk="0" h="3515" w="685">
                  <a:moveTo>
                    <a:pt x="1" y="1"/>
                  </a:moveTo>
                  <a:lnTo>
                    <a:pt x="1" y="3172"/>
                  </a:lnTo>
                  <a:cubicBezTo>
                    <a:pt x="1" y="3361"/>
                    <a:pt x="155" y="3515"/>
                    <a:pt x="343" y="3515"/>
                  </a:cubicBezTo>
                  <a:cubicBezTo>
                    <a:pt x="532" y="3515"/>
                    <a:pt x="684" y="3360"/>
                    <a:pt x="684" y="3172"/>
                  </a:cubicBezTo>
                  <a:lnTo>
                    <a:pt x="684" y="1"/>
                  </a:lnTo>
                  <a:close/>
                </a:path>
              </a:pathLst>
            </a:cu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319" name="Google Shape;4319;p28"/>
            <p:cNvSpPr/>
            <p:nvPr/>
          </p:nvSpPr>
          <p:spPr>
            <a:xfrm>
              <a:off x="5536972" y="4338614"/>
              <a:ext cx="18248" cy="124800"/>
            </a:xfrm>
            <a:custGeom>
              <a:rect b="b" l="l" r="r" t="t"/>
              <a:pathLst>
                <a:path extrusionOk="0" h="3515" w="514">
                  <a:moveTo>
                    <a:pt x="172" y="1"/>
                  </a:moveTo>
                  <a:lnTo>
                    <a:pt x="172" y="3172"/>
                  </a:lnTo>
                  <a:cubicBezTo>
                    <a:pt x="172" y="3301"/>
                    <a:pt x="103" y="3410"/>
                    <a:pt x="1" y="3469"/>
                  </a:cubicBezTo>
                  <a:cubicBezTo>
                    <a:pt x="51" y="3498"/>
                    <a:pt x="109" y="3515"/>
                    <a:pt x="172" y="3515"/>
                  </a:cubicBezTo>
                  <a:cubicBezTo>
                    <a:pt x="361" y="3515"/>
                    <a:pt x="513" y="3361"/>
                    <a:pt x="513" y="3172"/>
                  </a:cubicBezTo>
                  <a:lnTo>
                    <a:pt x="513" y="1"/>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320" name="Google Shape;4320;p28"/>
            <p:cNvSpPr/>
            <p:nvPr/>
          </p:nvSpPr>
          <p:spPr>
            <a:xfrm>
              <a:off x="5551848" y="4318341"/>
              <a:ext cx="105123" cy="156329"/>
            </a:xfrm>
            <a:custGeom>
              <a:rect b="b" l="l" r="r" t="t"/>
              <a:pathLst>
                <a:path extrusionOk="0" h="4403" w="2961">
                  <a:moveTo>
                    <a:pt x="594" y="1"/>
                  </a:moveTo>
                  <a:lnTo>
                    <a:pt x="1" y="342"/>
                  </a:lnTo>
                  <a:lnTo>
                    <a:pt x="2273" y="4231"/>
                  </a:lnTo>
                  <a:cubicBezTo>
                    <a:pt x="2337" y="4341"/>
                    <a:pt x="2451" y="4402"/>
                    <a:pt x="2569" y="4402"/>
                  </a:cubicBezTo>
                  <a:cubicBezTo>
                    <a:pt x="2628" y="4402"/>
                    <a:pt x="2687" y="4387"/>
                    <a:pt x="2741" y="4356"/>
                  </a:cubicBezTo>
                  <a:cubicBezTo>
                    <a:pt x="2905" y="4263"/>
                    <a:pt x="2961" y="4054"/>
                    <a:pt x="2864" y="3889"/>
                  </a:cubicBezTo>
                  <a:lnTo>
                    <a:pt x="594" y="1"/>
                  </a:lnTo>
                  <a:close/>
                </a:path>
              </a:pathLst>
            </a:cu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321" name="Google Shape;4321;p28"/>
            <p:cNvSpPr/>
            <p:nvPr/>
          </p:nvSpPr>
          <p:spPr>
            <a:xfrm>
              <a:off x="5562287" y="4318377"/>
              <a:ext cx="94685" cy="156329"/>
            </a:xfrm>
            <a:custGeom>
              <a:rect b="b" l="l" r="r" t="t"/>
              <a:pathLst>
                <a:path extrusionOk="0" h="4403" w="2667">
                  <a:moveTo>
                    <a:pt x="300" y="1"/>
                  </a:moveTo>
                  <a:lnTo>
                    <a:pt x="0" y="174"/>
                  </a:lnTo>
                  <a:lnTo>
                    <a:pt x="2245" y="4016"/>
                  </a:lnTo>
                  <a:cubicBezTo>
                    <a:pt x="2317" y="4140"/>
                    <a:pt x="2303" y="4291"/>
                    <a:pt x="2218" y="4397"/>
                  </a:cubicBezTo>
                  <a:cubicBezTo>
                    <a:pt x="2237" y="4400"/>
                    <a:pt x="2256" y="4402"/>
                    <a:pt x="2275" y="4402"/>
                  </a:cubicBezTo>
                  <a:cubicBezTo>
                    <a:pt x="2333" y="4402"/>
                    <a:pt x="2392" y="4387"/>
                    <a:pt x="2447" y="4355"/>
                  </a:cubicBezTo>
                  <a:cubicBezTo>
                    <a:pt x="2611" y="4262"/>
                    <a:pt x="2667" y="4053"/>
                    <a:pt x="2570" y="3889"/>
                  </a:cubicBezTo>
                  <a:lnTo>
                    <a:pt x="300" y="1"/>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322" name="Google Shape;4322;p28"/>
            <p:cNvSpPr/>
            <p:nvPr/>
          </p:nvSpPr>
          <p:spPr>
            <a:xfrm>
              <a:off x="5429148" y="4318341"/>
              <a:ext cx="105052" cy="156329"/>
            </a:xfrm>
            <a:custGeom>
              <a:rect b="b" l="l" r="r" t="t"/>
              <a:pathLst>
                <a:path extrusionOk="0" h="4403" w="2959">
                  <a:moveTo>
                    <a:pt x="2367" y="1"/>
                  </a:moveTo>
                  <a:lnTo>
                    <a:pt x="95" y="3889"/>
                  </a:lnTo>
                  <a:cubicBezTo>
                    <a:pt x="0" y="4054"/>
                    <a:pt x="56" y="4263"/>
                    <a:pt x="219" y="4356"/>
                  </a:cubicBezTo>
                  <a:cubicBezTo>
                    <a:pt x="273" y="4387"/>
                    <a:pt x="332" y="4402"/>
                    <a:pt x="390" y="4402"/>
                  </a:cubicBezTo>
                  <a:cubicBezTo>
                    <a:pt x="508" y="4402"/>
                    <a:pt x="623" y="4341"/>
                    <a:pt x="687" y="4231"/>
                  </a:cubicBezTo>
                  <a:lnTo>
                    <a:pt x="2959" y="342"/>
                  </a:lnTo>
                  <a:lnTo>
                    <a:pt x="2367" y="1"/>
                  </a:lnTo>
                  <a:close/>
                </a:path>
              </a:pathLst>
            </a:cu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323" name="Google Shape;4323;p28"/>
            <p:cNvSpPr/>
            <p:nvPr/>
          </p:nvSpPr>
          <p:spPr>
            <a:xfrm>
              <a:off x="5431775" y="4324235"/>
              <a:ext cx="102389" cy="150470"/>
            </a:xfrm>
            <a:custGeom>
              <a:rect b="b" l="l" r="r" t="t"/>
              <a:pathLst>
                <a:path extrusionOk="0" h="4238" w="2884">
                  <a:moveTo>
                    <a:pt x="2574" y="0"/>
                  </a:moveTo>
                  <a:lnTo>
                    <a:pt x="318" y="3861"/>
                  </a:lnTo>
                  <a:cubicBezTo>
                    <a:pt x="255" y="3973"/>
                    <a:pt x="139" y="4033"/>
                    <a:pt x="21" y="4033"/>
                  </a:cubicBezTo>
                  <a:cubicBezTo>
                    <a:pt x="14" y="4033"/>
                    <a:pt x="8" y="4033"/>
                    <a:pt x="1" y="4032"/>
                  </a:cubicBezTo>
                  <a:lnTo>
                    <a:pt x="1" y="4032"/>
                  </a:lnTo>
                  <a:cubicBezTo>
                    <a:pt x="30" y="4097"/>
                    <a:pt x="79" y="4153"/>
                    <a:pt x="143" y="4190"/>
                  </a:cubicBezTo>
                  <a:cubicBezTo>
                    <a:pt x="198" y="4223"/>
                    <a:pt x="257" y="4238"/>
                    <a:pt x="316" y="4238"/>
                  </a:cubicBezTo>
                  <a:cubicBezTo>
                    <a:pt x="434" y="4238"/>
                    <a:pt x="548" y="4176"/>
                    <a:pt x="611" y="4067"/>
                  </a:cubicBezTo>
                  <a:lnTo>
                    <a:pt x="2883" y="178"/>
                  </a:lnTo>
                  <a:lnTo>
                    <a:pt x="2574" y="0"/>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324" name="Google Shape;4324;p28"/>
            <p:cNvSpPr/>
            <p:nvPr/>
          </p:nvSpPr>
          <p:spPr>
            <a:xfrm>
              <a:off x="5508321" y="4309394"/>
              <a:ext cx="69514" cy="34795"/>
            </a:xfrm>
            <a:custGeom>
              <a:rect b="b" l="l" r="r" t="t"/>
              <a:pathLst>
                <a:path extrusionOk="0" h="980" w="1958">
                  <a:moveTo>
                    <a:pt x="1" y="1"/>
                  </a:moveTo>
                  <a:cubicBezTo>
                    <a:pt x="1" y="540"/>
                    <a:pt x="440" y="979"/>
                    <a:pt x="979" y="979"/>
                  </a:cubicBezTo>
                  <a:cubicBezTo>
                    <a:pt x="1519" y="979"/>
                    <a:pt x="1958" y="540"/>
                    <a:pt x="1958" y="1"/>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325" name="Google Shape;4325;p28"/>
            <p:cNvSpPr/>
            <p:nvPr/>
          </p:nvSpPr>
          <p:spPr>
            <a:xfrm>
              <a:off x="5524262" y="4309394"/>
              <a:ext cx="53573" cy="34795"/>
            </a:xfrm>
            <a:custGeom>
              <a:rect b="b" l="l" r="r" t="t"/>
              <a:pathLst>
                <a:path extrusionOk="0" h="980" w="1509">
                  <a:moveTo>
                    <a:pt x="1158" y="1"/>
                  </a:moveTo>
                  <a:cubicBezTo>
                    <a:pt x="1091" y="477"/>
                    <a:pt x="683" y="843"/>
                    <a:pt x="188" y="843"/>
                  </a:cubicBezTo>
                  <a:cubicBezTo>
                    <a:pt x="123" y="843"/>
                    <a:pt x="63" y="835"/>
                    <a:pt x="1" y="824"/>
                  </a:cubicBezTo>
                  <a:lnTo>
                    <a:pt x="1" y="824"/>
                  </a:lnTo>
                  <a:cubicBezTo>
                    <a:pt x="155" y="922"/>
                    <a:pt x="336" y="979"/>
                    <a:pt x="530" y="979"/>
                  </a:cubicBezTo>
                  <a:cubicBezTo>
                    <a:pt x="1070" y="979"/>
                    <a:pt x="1509" y="540"/>
                    <a:pt x="1509"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326" name="Google Shape;4326;p28"/>
            <p:cNvSpPr/>
            <p:nvPr/>
          </p:nvSpPr>
          <p:spPr>
            <a:xfrm>
              <a:off x="5491670" y="4279855"/>
              <a:ext cx="102815" cy="29576"/>
            </a:xfrm>
            <a:custGeom>
              <a:rect b="b" l="l" r="r" t="t"/>
              <a:pathLst>
                <a:path extrusionOk="0" h="833" w="2896">
                  <a:moveTo>
                    <a:pt x="1" y="1"/>
                  </a:moveTo>
                  <a:lnTo>
                    <a:pt x="1" y="594"/>
                  </a:lnTo>
                  <a:cubicBezTo>
                    <a:pt x="1" y="725"/>
                    <a:pt x="106" y="833"/>
                    <a:pt x="239" y="833"/>
                  </a:cubicBezTo>
                  <a:lnTo>
                    <a:pt x="2656" y="833"/>
                  </a:lnTo>
                  <a:cubicBezTo>
                    <a:pt x="2788" y="833"/>
                    <a:pt x="2896" y="725"/>
                    <a:pt x="2896" y="594"/>
                  </a:cubicBezTo>
                  <a:lnTo>
                    <a:pt x="2896" y="1"/>
                  </a:lnTo>
                  <a:close/>
                </a:path>
              </a:pathLst>
            </a:cu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327" name="Google Shape;4327;p28"/>
            <p:cNvSpPr/>
            <p:nvPr/>
          </p:nvSpPr>
          <p:spPr>
            <a:xfrm>
              <a:off x="5572796" y="4288767"/>
              <a:ext cx="21692" cy="20664"/>
            </a:xfrm>
            <a:custGeom>
              <a:rect b="b" l="l" r="r" t="t"/>
              <a:pathLst>
                <a:path extrusionOk="0" h="582" w="611">
                  <a:moveTo>
                    <a:pt x="240" y="0"/>
                  </a:moveTo>
                  <a:lnTo>
                    <a:pt x="240" y="343"/>
                  </a:lnTo>
                  <a:cubicBezTo>
                    <a:pt x="240" y="474"/>
                    <a:pt x="135" y="582"/>
                    <a:pt x="1" y="582"/>
                  </a:cubicBezTo>
                  <a:lnTo>
                    <a:pt x="372" y="582"/>
                  </a:lnTo>
                  <a:cubicBezTo>
                    <a:pt x="503" y="582"/>
                    <a:pt x="611" y="475"/>
                    <a:pt x="611" y="343"/>
                  </a:cubicBezTo>
                  <a:lnTo>
                    <a:pt x="611" y="0"/>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328" name="Google Shape;4328;p28"/>
            <p:cNvSpPr/>
            <p:nvPr/>
          </p:nvSpPr>
          <p:spPr>
            <a:xfrm>
              <a:off x="5403585" y="4147745"/>
              <a:ext cx="278943" cy="141061"/>
            </a:xfrm>
            <a:custGeom>
              <a:rect b="b" l="l" r="r" t="t"/>
              <a:pathLst>
                <a:path extrusionOk="0" h="3973" w="7857">
                  <a:moveTo>
                    <a:pt x="306" y="1"/>
                  </a:moveTo>
                  <a:cubicBezTo>
                    <a:pt x="137" y="1"/>
                    <a:pt x="1" y="137"/>
                    <a:pt x="1" y="307"/>
                  </a:cubicBezTo>
                  <a:lnTo>
                    <a:pt x="1" y="3667"/>
                  </a:lnTo>
                  <a:cubicBezTo>
                    <a:pt x="1" y="3836"/>
                    <a:pt x="137" y="3972"/>
                    <a:pt x="306" y="3972"/>
                  </a:cubicBezTo>
                  <a:lnTo>
                    <a:pt x="7550" y="3972"/>
                  </a:lnTo>
                  <a:cubicBezTo>
                    <a:pt x="7720" y="3972"/>
                    <a:pt x="7856" y="3834"/>
                    <a:pt x="7856" y="3669"/>
                  </a:cubicBezTo>
                  <a:lnTo>
                    <a:pt x="7856" y="3051"/>
                  </a:lnTo>
                  <a:lnTo>
                    <a:pt x="7671" y="1988"/>
                  </a:lnTo>
                  <a:lnTo>
                    <a:pt x="7856" y="923"/>
                  </a:lnTo>
                  <a:lnTo>
                    <a:pt x="7856" y="307"/>
                  </a:lnTo>
                  <a:cubicBezTo>
                    <a:pt x="7856" y="137"/>
                    <a:pt x="7720" y="1"/>
                    <a:pt x="7550" y="1"/>
                  </a:cubicBez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329" name="Google Shape;4329;p28"/>
            <p:cNvSpPr/>
            <p:nvPr/>
          </p:nvSpPr>
          <p:spPr>
            <a:xfrm>
              <a:off x="5658644" y="4147710"/>
              <a:ext cx="23893" cy="141026"/>
            </a:xfrm>
            <a:custGeom>
              <a:rect b="b" l="l" r="r" t="t"/>
              <a:pathLst>
                <a:path extrusionOk="0" h="3972" w="673">
                  <a:moveTo>
                    <a:pt x="0" y="0"/>
                  </a:moveTo>
                  <a:cubicBezTo>
                    <a:pt x="170" y="0"/>
                    <a:pt x="307" y="137"/>
                    <a:pt x="307" y="305"/>
                  </a:cubicBezTo>
                  <a:lnTo>
                    <a:pt x="307" y="3665"/>
                  </a:lnTo>
                  <a:cubicBezTo>
                    <a:pt x="307" y="3835"/>
                    <a:pt x="170" y="3972"/>
                    <a:pt x="0" y="3972"/>
                  </a:cubicBezTo>
                  <a:lnTo>
                    <a:pt x="366" y="3972"/>
                  </a:lnTo>
                  <a:cubicBezTo>
                    <a:pt x="536" y="3972"/>
                    <a:pt x="672" y="3835"/>
                    <a:pt x="672" y="3665"/>
                  </a:cubicBezTo>
                  <a:lnTo>
                    <a:pt x="672" y="305"/>
                  </a:lnTo>
                  <a:cubicBezTo>
                    <a:pt x="672" y="137"/>
                    <a:pt x="536" y="0"/>
                    <a:pt x="366"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330" name="Google Shape;4330;p28"/>
            <p:cNvSpPr/>
            <p:nvPr/>
          </p:nvSpPr>
          <p:spPr>
            <a:xfrm>
              <a:off x="5660525" y="4180444"/>
              <a:ext cx="22012" cy="75590"/>
            </a:xfrm>
            <a:custGeom>
              <a:rect b="b" l="l" r="r" t="t"/>
              <a:pathLst>
                <a:path extrusionOk="0" h="2129" w="620">
                  <a:moveTo>
                    <a:pt x="619" y="1"/>
                  </a:moveTo>
                  <a:lnTo>
                    <a:pt x="159" y="143"/>
                  </a:lnTo>
                  <a:cubicBezTo>
                    <a:pt x="65" y="172"/>
                    <a:pt x="1" y="260"/>
                    <a:pt x="1" y="356"/>
                  </a:cubicBezTo>
                  <a:lnTo>
                    <a:pt x="1" y="1772"/>
                  </a:lnTo>
                  <a:cubicBezTo>
                    <a:pt x="1" y="1871"/>
                    <a:pt x="65" y="1958"/>
                    <a:pt x="159" y="1986"/>
                  </a:cubicBezTo>
                  <a:lnTo>
                    <a:pt x="619" y="2129"/>
                  </a:lnTo>
                  <a:lnTo>
                    <a:pt x="619" y="1"/>
                  </a:lnTo>
                  <a:close/>
                </a:path>
              </a:pathLst>
            </a:custGeom>
            <a:solidFill>
              <a:schemeClr val="accent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331" name="Google Shape;4331;p28"/>
            <p:cNvSpPr/>
            <p:nvPr/>
          </p:nvSpPr>
          <p:spPr>
            <a:xfrm>
              <a:off x="5511126" y="4174302"/>
              <a:ext cx="63904" cy="63909"/>
            </a:xfrm>
            <a:custGeom>
              <a:rect b="b" l="l" r="r" t="t"/>
              <a:pathLst>
                <a:path extrusionOk="0" h="1800" w="1800">
                  <a:moveTo>
                    <a:pt x="900" y="1"/>
                  </a:moveTo>
                  <a:cubicBezTo>
                    <a:pt x="404" y="1"/>
                    <a:pt x="1" y="404"/>
                    <a:pt x="1" y="900"/>
                  </a:cubicBezTo>
                  <a:cubicBezTo>
                    <a:pt x="1" y="1397"/>
                    <a:pt x="404" y="1800"/>
                    <a:pt x="900" y="1800"/>
                  </a:cubicBezTo>
                  <a:cubicBezTo>
                    <a:pt x="1397" y="1800"/>
                    <a:pt x="1800" y="1397"/>
                    <a:pt x="1800" y="900"/>
                  </a:cubicBezTo>
                  <a:cubicBezTo>
                    <a:pt x="1800" y="404"/>
                    <a:pt x="1397" y="1"/>
                    <a:pt x="900" y="1"/>
                  </a:cubicBezTo>
                  <a:close/>
                </a:path>
              </a:pathLst>
            </a:custGeom>
            <a:solidFill>
              <a:schemeClr val="l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332" name="Google Shape;4332;p28"/>
            <p:cNvSpPr/>
            <p:nvPr/>
          </p:nvSpPr>
          <p:spPr>
            <a:xfrm>
              <a:off x="5522238" y="4175545"/>
              <a:ext cx="52792" cy="62666"/>
            </a:xfrm>
            <a:custGeom>
              <a:rect b="b" l="l" r="r" t="t"/>
              <a:pathLst>
                <a:path extrusionOk="0" h="1765" w="1487">
                  <a:moveTo>
                    <a:pt x="830" y="0"/>
                  </a:moveTo>
                  <a:cubicBezTo>
                    <a:pt x="1022" y="166"/>
                    <a:pt x="1144" y="411"/>
                    <a:pt x="1144" y="684"/>
                  </a:cubicBezTo>
                  <a:cubicBezTo>
                    <a:pt x="1144" y="1180"/>
                    <a:pt x="741" y="1583"/>
                    <a:pt x="245" y="1583"/>
                  </a:cubicBezTo>
                  <a:cubicBezTo>
                    <a:pt x="160" y="1583"/>
                    <a:pt x="78" y="1570"/>
                    <a:pt x="0" y="1549"/>
                  </a:cubicBezTo>
                  <a:lnTo>
                    <a:pt x="0" y="1549"/>
                  </a:lnTo>
                  <a:cubicBezTo>
                    <a:pt x="158" y="1684"/>
                    <a:pt x="364" y="1765"/>
                    <a:pt x="587" y="1765"/>
                  </a:cubicBezTo>
                  <a:cubicBezTo>
                    <a:pt x="1084" y="1765"/>
                    <a:pt x="1487" y="1362"/>
                    <a:pt x="1487" y="865"/>
                  </a:cubicBezTo>
                  <a:cubicBezTo>
                    <a:pt x="1487" y="454"/>
                    <a:pt x="1209" y="107"/>
                    <a:pt x="830"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333" name="Google Shape;4333;p28"/>
            <p:cNvSpPr/>
            <p:nvPr/>
          </p:nvSpPr>
          <p:spPr>
            <a:xfrm>
              <a:off x="5534736" y="4194291"/>
              <a:ext cx="22012" cy="24072"/>
            </a:xfrm>
            <a:custGeom>
              <a:rect b="b" l="l" r="r" t="t"/>
              <a:pathLst>
                <a:path extrusionOk="0" h="678" w="620">
                  <a:moveTo>
                    <a:pt x="133" y="1"/>
                  </a:moveTo>
                  <a:cubicBezTo>
                    <a:pt x="64" y="1"/>
                    <a:pt x="1" y="56"/>
                    <a:pt x="1" y="134"/>
                  </a:cubicBezTo>
                  <a:lnTo>
                    <a:pt x="1" y="545"/>
                  </a:lnTo>
                  <a:cubicBezTo>
                    <a:pt x="1" y="622"/>
                    <a:pt x="64" y="678"/>
                    <a:pt x="133" y="678"/>
                  </a:cubicBezTo>
                  <a:cubicBezTo>
                    <a:pt x="154" y="678"/>
                    <a:pt x="176" y="673"/>
                    <a:pt x="196" y="661"/>
                  </a:cubicBezTo>
                  <a:lnTo>
                    <a:pt x="527" y="480"/>
                  </a:lnTo>
                  <a:cubicBezTo>
                    <a:pt x="615" y="429"/>
                    <a:pt x="619" y="307"/>
                    <a:pt x="539" y="251"/>
                  </a:cubicBezTo>
                  <a:lnTo>
                    <a:pt x="208" y="25"/>
                  </a:lnTo>
                  <a:cubicBezTo>
                    <a:pt x="184" y="8"/>
                    <a:pt x="158" y="1"/>
                    <a:pt x="133" y="1"/>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334" name="Google Shape;4334;p28"/>
            <p:cNvSpPr/>
            <p:nvPr/>
          </p:nvSpPr>
          <p:spPr>
            <a:xfrm>
              <a:off x="5534700" y="4200930"/>
              <a:ext cx="22047" cy="17397"/>
            </a:xfrm>
            <a:custGeom>
              <a:rect b="b" l="l" r="r" t="t"/>
              <a:pathLst>
                <a:path extrusionOk="0" h="490" w="621">
                  <a:moveTo>
                    <a:pt x="445" y="1"/>
                  </a:moveTo>
                  <a:cubicBezTo>
                    <a:pt x="432" y="22"/>
                    <a:pt x="413" y="42"/>
                    <a:pt x="390" y="55"/>
                  </a:cubicBezTo>
                  <a:lnTo>
                    <a:pt x="59" y="237"/>
                  </a:lnTo>
                  <a:cubicBezTo>
                    <a:pt x="40" y="248"/>
                    <a:pt x="20" y="252"/>
                    <a:pt x="0" y="252"/>
                  </a:cubicBezTo>
                  <a:lnTo>
                    <a:pt x="0" y="356"/>
                  </a:lnTo>
                  <a:cubicBezTo>
                    <a:pt x="0" y="433"/>
                    <a:pt x="64" y="489"/>
                    <a:pt x="133" y="489"/>
                  </a:cubicBezTo>
                  <a:cubicBezTo>
                    <a:pt x="154" y="489"/>
                    <a:pt x="175" y="484"/>
                    <a:pt x="196" y="473"/>
                  </a:cubicBezTo>
                  <a:lnTo>
                    <a:pt x="527" y="291"/>
                  </a:lnTo>
                  <a:cubicBezTo>
                    <a:pt x="616" y="242"/>
                    <a:pt x="620" y="120"/>
                    <a:pt x="538" y="65"/>
                  </a:cubicBezTo>
                  <a:lnTo>
                    <a:pt x="445" y="1"/>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335" name="Google Shape;4335;p28"/>
            <p:cNvSpPr/>
            <p:nvPr/>
          </p:nvSpPr>
          <p:spPr>
            <a:xfrm>
              <a:off x="5430000" y="4254541"/>
              <a:ext cx="226044" cy="20628"/>
            </a:xfrm>
            <a:custGeom>
              <a:rect b="b" l="l" r="r" t="t"/>
              <a:pathLst>
                <a:path extrusionOk="0" h="581" w="6367">
                  <a:moveTo>
                    <a:pt x="1263" y="0"/>
                  </a:moveTo>
                  <a:cubicBezTo>
                    <a:pt x="1185" y="0"/>
                    <a:pt x="1123" y="64"/>
                    <a:pt x="1123" y="138"/>
                  </a:cubicBezTo>
                  <a:lnTo>
                    <a:pt x="1123" y="151"/>
                  </a:lnTo>
                  <a:lnTo>
                    <a:pt x="139" y="151"/>
                  </a:lnTo>
                  <a:cubicBezTo>
                    <a:pt x="62" y="151"/>
                    <a:pt x="1" y="215"/>
                    <a:pt x="1" y="289"/>
                  </a:cubicBezTo>
                  <a:cubicBezTo>
                    <a:pt x="1" y="367"/>
                    <a:pt x="64" y="429"/>
                    <a:pt x="139" y="429"/>
                  </a:cubicBezTo>
                  <a:lnTo>
                    <a:pt x="1123" y="429"/>
                  </a:lnTo>
                  <a:lnTo>
                    <a:pt x="1123" y="441"/>
                  </a:lnTo>
                  <a:cubicBezTo>
                    <a:pt x="1123" y="518"/>
                    <a:pt x="1186" y="580"/>
                    <a:pt x="1263" y="580"/>
                  </a:cubicBezTo>
                  <a:cubicBezTo>
                    <a:pt x="1339" y="580"/>
                    <a:pt x="1401" y="517"/>
                    <a:pt x="1401" y="441"/>
                  </a:cubicBezTo>
                  <a:lnTo>
                    <a:pt x="1401" y="429"/>
                  </a:lnTo>
                  <a:lnTo>
                    <a:pt x="6229" y="429"/>
                  </a:lnTo>
                  <a:cubicBezTo>
                    <a:pt x="6306" y="429"/>
                    <a:pt x="6367" y="366"/>
                    <a:pt x="6367" y="289"/>
                  </a:cubicBezTo>
                  <a:cubicBezTo>
                    <a:pt x="6367" y="215"/>
                    <a:pt x="6306" y="151"/>
                    <a:pt x="6229" y="151"/>
                  </a:cubicBezTo>
                  <a:lnTo>
                    <a:pt x="1401" y="151"/>
                  </a:lnTo>
                  <a:lnTo>
                    <a:pt x="1401" y="138"/>
                  </a:lnTo>
                  <a:cubicBezTo>
                    <a:pt x="1401" y="62"/>
                    <a:pt x="1337" y="0"/>
                    <a:pt x="1263"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4336" name="Google Shape;4336;p28"/>
          <p:cNvGrpSpPr/>
          <p:nvPr/>
        </p:nvGrpSpPr>
        <p:grpSpPr>
          <a:xfrm>
            <a:off x="4733275" y="4147674"/>
            <a:ext cx="326100" cy="327035"/>
            <a:chOff x="4733275" y="4147674"/>
            <a:chExt cx="326100" cy="327035"/>
          </a:xfrm>
        </p:grpSpPr>
        <p:sp>
          <p:nvSpPr>
            <p:cNvPr id="4337" name="Google Shape;4337;p28"/>
            <p:cNvSpPr/>
            <p:nvPr/>
          </p:nvSpPr>
          <p:spPr>
            <a:xfrm>
              <a:off x="4733489" y="4147674"/>
              <a:ext cx="72816" cy="87023"/>
            </a:xfrm>
            <a:custGeom>
              <a:rect b="b" l="l" r="r" t="t"/>
              <a:pathLst>
                <a:path extrusionOk="0" h="2451" w="2051">
                  <a:moveTo>
                    <a:pt x="727" y="1"/>
                  </a:moveTo>
                  <a:cubicBezTo>
                    <a:pt x="610" y="1"/>
                    <a:pt x="503" y="80"/>
                    <a:pt x="472" y="198"/>
                  </a:cubicBezTo>
                  <a:cubicBezTo>
                    <a:pt x="439" y="339"/>
                    <a:pt x="523" y="482"/>
                    <a:pt x="664" y="518"/>
                  </a:cubicBezTo>
                  <a:lnTo>
                    <a:pt x="1239" y="663"/>
                  </a:lnTo>
                  <a:lnTo>
                    <a:pt x="98" y="1719"/>
                  </a:lnTo>
                  <a:cubicBezTo>
                    <a:pt x="29" y="1784"/>
                    <a:pt x="0" y="1882"/>
                    <a:pt x="23" y="1976"/>
                  </a:cubicBezTo>
                  <a:cubicBezTo>
                    <a:pt x="48" y="2069"/>
                    <a:pt x="120" y="2141"/>
                    <a:pt x="213" y="2165"/>
                  </a:cubicBezTo>
                  <a:lnTo>
                    <a:pt x="1318" y="2443"/>
                  </a:lnTo>
                  <a:cubicBezTo>
                    <a:pt x="1340" y="2449"/>
                    <a:pt x="1362" y="2450"/>
                    <a:pt x="1383" y="2450"/>
                  </a:cubicBezTo>
                  <a:cubicBezTo>
                    <a:pt x="1500" y="2450"/>
                    <a:pt x="1608" y="2371"/>
                    <a:pt x="1636" y="2252"/>
                  </a:cubicBezTo>
                  <a:cubicBezTo>
                    <a:pt x="1671" y="2111"/>
                    <a:pt x="1586" y="1968"/>
                    <a:pt x="1447" y="1932"/>
                  </a:cubicBezTo>
                  <a:lnTo>
                    <a:pt x="810" y="1773"/>
                  </a:lnTo>
                  <a:lnTo>
                    <a:pt x="1952" y="716"/>
                  </a:lnTo>
                  <a:cubicBezTo>
                    <a:pt x="2022" y="652"/>
                    <a:pt x="2051" y="554"/>
                    <a:pt x="2026" y="460"/>
                  </a:cubicBezTo>
                  <a:cubicBezTo>
                    <a:pt x="2002" y="367"/>
                    <a:pt x="1930" y="295"/>
                    <a:pt x="1836" y="270"/>
                  </a:cubicBezTo>
                  <a:lnTo>
                    <a:pt x="790" y="8"/>
                  </a:lnTo>
                  <a:cubicBezTo>
                    <a:pt x="769" y="3"/>
                    <a:pt x="748" y="1"/>
                    <a:pt x="727" y="1"/>
                  </a:cubicBezTo>
                  <a:close/>
                </a:path>
              </a:pathLst>
            </a:cu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338" name="Google Shape;4338;p28"/>
            <p:cNvSpPr/>
            <p:nvPr/>
          </p:nvSpPr>
          <p:spPr>
            <a:xfrm>
              <a:off x="4748862" y="4155414"/>
              <a:ext cx="57514" cy="79283"/>
            </a:xfrm>
            <a:custGeom>
              <a:rect b="b" l="l" r="r" t="t"/>
              <a:pathLst>
                <a:path extrusionOk="0" h="2233" w="1620">
                  <a:moveTo>
                    <a:pt x="1193" y="0"/>
                  </a:moveTo>
                  <a:lnTo>
                    <a:pt x="1193" y="0"/>
                  </a:lnTo>
                  <a:cubicBezTo>
                    <a:pt x="1239" y="36"/>
                    <a:pt x="1274" y="88"/>
                    <a:pt x="1288" y="147"/>
                  </a:cubicBezTo>
                  <a:cubicBezTo>
                    <a:pt x="1313" y="248"/>
                    <a:pt x="1281" y="354"/>
                    <a:pt x="1205" y="425"/>
                  </a:cubicBezTo>
                  <a:lnTo>
                    <a:pt x="116" y="1425"/>
                  </a:lnTo>
                  <a:cubicBezTo>
                    <a:pt x="0" y="1532"/>
                    <a:pt x="49" y="1726"/>
                    <a:pt x="202" y="1763"/>
                  </a:cubicBezTo>
                  <a:lnTo>
                    <a:pt x="531" y="1847"/>
                  </a:lnTo>
                  <a:cubicBezTo>
                    <a:pt x="680" y="1884"/>
                    <a:pt x="772" y="2037"/>
                    <a:pt x="736" y="2186"/>
                  </a:cubicBezTo>
                  <a:lnTo>
                    <a:pt x="885" y="2224"/>
                  </a:lnTo>
                  <a:cubicBezTo>
                    <a:pt x="907" y="2231"/>
                    <a:pt x="929" y="2232"/>
                    <a:pt x="950" y="2232"/>
                  </a:cubicBezTo>
                  <a:cubicBezTo>
                    <a:pt x="1067" y="2232"/>
                    <a:pt x="1173" y="2153"/>
                    <a:pt x="1203" y="2035"/>
                  </a:cubicBezTo>
                  <a:cubicBezTo>
                    <a:pt x="1238" y="1894"/>
                    <a:pt x="1153" y="1753"/>
                    <a:pt x="1014" y="1717"/>
                  </a:cubicBezTo>
                  <a:lnTo>
                    <a:pt x="377" y="1556"/>
                  </a:lnTo>
                  <a:lnTo>
                    <a:pt x="1519" y="501"/>
                  </a:lnTo>
                  <a:cubicBezTo>
                    <a:pt x="1591" y="437"/>
                    <a:pt x="1619" y="337"/>
                    <a:pt x="1593" y="244"/>
                  </a:cubicBezTo>
                  <a:cubicBezTo>
                    <a:pt x="1569" y="150"/>
                    <a:pt x="1497" y="78"/>
                    <a:pt x="1403" y="54"/>
                  </a:cubicBezTo>
                  <a:lnTo>
                    <a:pt x="1193" y="0"/>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339" name="Google Shape;4339;p28"/>
            <p:cNvSpPr/>
            <p:nvPr/>
          </p:nvSpPr>
          <p:spPr>
            <a:xfrm>
              <a:off x="4999766" y="4411184"/>
              <a:ext cx="59609" cy="63270"/>
            </a:xfrm>
            <a:custGeom>
              <a:rect b="b" l="l" r="r" t="t"/>
              <a:pathLst>
                <a:path extrusionOk="0" h="1782" w="1679">
                  <a:moveTo>
                    <a:pt x="898" y="0"/>
                  </a:moveTo>
                  <a:cubicBezTo>
                    <a:pt x="860" y="0"/>
                    <a:pt x="822" y="9"/>
                    <a:pt x="786" y="26"/>
                  </a:cubicBezTo>
                  <a:lnTo>
                    <a:pt x="173" y="331"/>
                  </a:lnTo>
                  <a:cubicBezTo>
                    <a:pt x="51" y="393"/>
                    <a:pt x="1" y="540"/>
                    <a:pt x="62" y="662"/>
                  </a:cubicBezTo>
                  <a:cubicBezTo>
                    <a:pt x="105" y="749"/>
                    <a:pt x="193" y="800"/>
                    <a:pt x="284" y="800"/>
                  </a:cubicBezTo>
                  <a:cubicBezTo>
                    <a:pt x="321" y="800"/>
                    <a:pt x="358" y="792"/>
                    <a:pt x="393" y="774"/>
                  </a:cubicBezTo>
                  <a:lnTo>
                    <a:pt x="598" y="672"/>
                  </a:lnTo>
                  <a:lnTo>
                    <a:pt x="598" y="672"/>
                  </a:lnTo>
                  <a:lnTo>
                    <a:pt x="501" y="1507"/>
                  </a:lnTo>
                  <a:cubicBezTo>
                    <a:pt x="491" y="1596"/>
                    <a:pt x="532" y="1684"/>
                    <a:pt x="605" y="1737"/>
                  </a:cubicBezTo>
                  <a:cubicBezTo>
                    <a:pt x="647" y="1767"/>
                    <a:pt x="696" y="1782"/>
                    <a:pt x="746" y="1782"/>
                  </a:cubicBezTo>
                  <a:cubicBezTo>
                    <a:pt x="768" y="1782"/>
                    <a:pt x="790" y="1779"/>
                    <a:pt x="812" y="1773"/>
                  </a:cubicBezTo>
                  <a:cubicBezTo>
                    <a:pt x="828" y="1767"/>
                    <a:pt x="842" y="1762"/>
                    <a:pt x="858" y="1753"/>
                  </a:cubicBezTo>
                  <a:lnTo>
                    <a:pt x="1506" y="1431"/>
                  </a:lnTo>
                  <a:cubicBezTo>
                    <a:pt x="1628" y="1370"/>
                    <a:pt x="1678" y="1222"/>
                    <a:pt x="1618" y="1100"/>
                  </a:cubicBezTo>
                  <a:cubicBezTo>
                    <a:pt x="1574" y="1013"/>
                    <a:pt x="1488" y="962"/>
                    <a:pt x="1397" y="962"/>
                  </a:cubicBezTo>
                  <a:cubicBezTo>
                    <a:pt x="1360" y="962"/>
                    <a:pt x="1323" y="971"/>
                    <a:pt x="1287" y="989"/>
                  </a:cubicBezTo>
                  <a:lnTo>
                    <a:pt x="1045" y="1108"/>
                  </a:lnTo>
                  <a:lnTo>
                    <a:pt x="1143" y="274"/>
                  </a:lnTo>
                  <a:cubicBezTo>
                    <a:pt x="1152" y="184"/>
                    <a:pt x="1113" y="97"/>
                    <a:pt x="1038" y="43"/>
                  </a:cubicBezTo>
                  <a:cubicBezTo>
                    <a:pt x="996" y="15"/>
                    <a:pt x="947" y="0"/>
                    <a:pt x="898" y="0"/>
                  </a:cubicBezTo>
                  <a:close/>
                </a:path>
              </a:pathLst>
            </a:cu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340" name="Google Shape;4340;p28"/>
            <p:cNvSpPr/>
            <p:nvPr/>
          </p:nvSpPr>
          <p:spPr>
            <a:xfrm>
              <a:off x="5000228" y="4411148"/>
              <a:ext cx="59076" cy="53400"/>
            </a:xfrm>
            <a:custGeom>
              <a:rect b="b" l="l" r="r" t="t"/>
              <a:pathLst>
                <a:path extrusionOk="0" h="1504" w="1664">
                  <a:moveTo>
                    <a:pt x="887" y="0"/>
                  </a:moveTo>
                  <a:cubicBezTo>
                    <a:pt x="849" y="0"/>
                    <a:pt x="810" y="9"/>
                    <a:pt x="775" y="27"/>
                  </a:cubicBezTo>
                  <a:lnTo>
                    <a:pt x="162" y="332"/>
                  </a:lnTo>
                  <a:cubicBezTo>
                    <a:pt x="51" y="388"/>
                    <a:pt x="0" y="516"/>
                    <a:pt x="38" y="632"/>
                  </a:cubicBezTo>
                  <a:lnTo>
                    <a:pt x="507" y="397"/>
                  </a:lnTo>
                  <a:cubicBezTo>
                    <a:pt x="541" y="379"/>
                    <a:pt x="579" y="371"/>
                    <a:pt x="617" y="371"/>
                  </a:cubicBezTo>
                  <a:cubicBezTo>
                    <a:pt x="667" y="371"/>
                    <a:pt x="717" y="386"/>
                    <a:pt x="759" y="416"/>
                  </a:cubicBezTo>
                  <a:cubicBezTo>
                    <a:pt x="832" y="468"/>
                    <a:pt x="873" y="555"/>
                    <a:pt x="861" y="646"/>
                  </a:cubicBezTo>
                  <a:lnTo>
                    <a:pt x="793" y="1230"/>
                  </a:lnTo>
                  <a:cubicBezTo>
                    <a:pt x="783" y="1315"/>
                    <a:pt x="851" y="1382"/>
                    <a:pt x="928" y="1382"/>
                  </a:cubicBezTo>
                  <a:cubicBezTo>
                    <a:pt x="948" y="1382"/>
                    <a:pt x="969" y="1377"/>
                    <a:pt x="989" y="1367"/>
                  </a:cubicBezTo>
                  <a:lnTo>
                    <a:pt x="1005" y="1360"/>
                  </a:lnTo>
                  <a:cubicBezTo>
                    <a:pt x="1040" y="1343"/>
                    <a:pt x="1077" y="1335"/>
                    <a:pt x="1114" y="1335"/>
                  </a:cubicBezTo>
                  <a:cubicBezTo>
                    <a:pt x="1205" y="1335"/>
                    <a:pt x="1293" y="1385"/>
                    <a:pt x="1336" y="1472"/>
                  </a:cubicBezTo>
                  <a:cubicBezTo>
                    <a:pt x="1342" y="1482"/>
                    <a:pt x="1346" y="1494"/>
                    <a:pt x="1349" y="1504"/>
                  </a:cubicBezTo>
                  <a:lnTo>
                    <a:pt x="1491" y="1433"/>
                  </a:lnTo>
                  <a:cubicBezTo>
                    <a:pt x="1614" y="1373"/>
                    <a:pt x="1664" y="1223"/>
                    <a:pt x="1602" y="1099"/>
                  </a:cubicBezTo>
                  <a:cubicBezTo>
                    <a:pt x="1559" y="1013"/>
                    <a:pt x="1471" y="963"/>
                    <a:pt x="1380" y="963"/>
                  </a:cubicBezTo>
                  <a:cubicBezTo>
                    <a:pt x="1344" y="963"/>
                    <a:pt x="1306" y="971"/>
                    <a:pt x="1271" y="988"/>
                  </a:cubicBezTo>
                  <a:lnTo>
                    <a:pt x="1032" y="1109"/>
                  </a:lnTo>
                  <a:lnTo>
                    <a:pt x="1032" y="1109"/>
                  </a:lnTo>
                  <a:lnTo>
                    <a:pt x="1130" y="275"/>
                  </a:lnTo>
                  <a:cubicBezTo>
                    <a:pt x="1140" y="185"/>
                    <a:pt x="1101" y="96"/>
                    <a:pt x="1027" y="44"/>
                  </a:cubicBezTo>
                  <a:cubicBezTo>
                    <a:pt x="985" y="15"/>
                    <a:pt x="936" y="0"/>
                    <a:pt x="887"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341" name="Google Shape;4341;p28"/>
            <p:cNvSpPr/>
            <p:nvPr/>
          </p:nvSpPr>
          <p:spPr>
            <a:xfrm>
              <a:off x="4833680" y="4170752"/>
              <a:ext cx="135620" cy="71046"/>
            </a:xfrm>
            <a:custGeom>
              <a:rect b="b" l="l" r="r" t="t"/>
              <a:pathLst>
                <a:path extrusionOk="0" h="2001" w="3820">
                  <a:moveTo>
                    <a:pt x="1907" y="0"/>
                  </a:moveTo>
                  <a:cubicBezTo>
                    <a:pt x="1500" y="0"/>
                    <a:pt x="1150" y="243"/>
                    <a:pt x="995" y="592"/>
                  </a:cubicBezTo>
                  <a:cubicBezTo>
                    <a:pt x="913" y="560"/>
                    <a:pt x="822" y="541"/>
                    <a:pt x="728" y="541"/>
                  </a:cubicBezTo>
                  <a:cubicBezTo>
                    <a:pt x="325" y="541"/>
                    <a:pt x="0" y="869"/>
                    <a:pt x="0" y="1272"/>
                  </a:cubicBezTo>
                  <a:cubicBezTo>
                    <a:pt x="0" y="1675"/>
                    <a:pt x="327" y="2000"/>
                    <a:pt x="728" y="2000"/>
                  </a:cubicBezTo>
                  <a:cubicBezTo>
                    <a:pt x="941" y="2000"/>
                    <a:pt x="1131" y="1911"/>
                    <a:pt x="1265" y="1767"/>
                  </a:cubicBezTo>
                  <a:cubicBezTo>
                    <a:pt x="1439" y="1913"/>
                    <a:pt x="1662" y="2000"/>
                    <a:pt x="1908" y="2000"/>
                  </a:cubicBezTo>
                  <a:cubicBezTo>
                    <a:pt x="2153" y="2000"/>
                    <a:pt x="2378" y="1913"/>
                    <a:pt x="2553" y="1767"/>
                  </a:cubicBezTo>
                  <a:cubicBezTo>
                    <a:pt x="2685" y="1911"/>
                    <a:pt x="2877" y="2000"/>
                    <a:pt x="3088" y="2000"/>
                  </a:cubicBezTo>
                  <a:cubicBezTo>
                    <a:pt x="3491" y="2000"/>
                    <a:pt x="3819" y="1674"/>
                    <a:pt x="3819" y="1272"/>
                  </a:cubicBezTo>
                  <a:cubicBezTo>
                    <a:pt x="3815" y="869"/>
                    <a:pt x="3488" y="541"/>
                    <a:pt x="3086" y="541"/>
                  </a:cubicBezTo>
                  <a:cubicBezTo>
                    <a:pt x="2992" y="541"/>
                    <a:pt x="2901" y="560"/>
                    <a:pt x="2819" y="592"/>
                  </a:cubicBezTo>
                  <a:cubicBezTo>
                    <a:pt x="2662" y="243"/>
                    <a:pt x="2313" y="0"/>
                    <a:pt x="1907" y="0"/>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342" name="Google Shape;4342;p28"/>
            <p:cNvSpPr/>
            <p:nvPr/>
          </p:nvSpPr>
          <p:spPr>
            <a:xfrm>
              <a:off x="4874793" y="4170787"/>
              <a:ext cx="95111" cy="69519"/>
            </a:xfrm>
            <a:custGeom>
              <a:rect b="b" l="l" r="r" t="t"/>
              <a:pathLst>
                <a:path extrusionOk="0" h="1958" w="2679">
                  <a:moveTo>
                    <a:pt x="749" y="1"/>
                  </a:moveTo>
                  <a:cubicBezTo>
                    <a:pt x="450" y="1"/>
                    <a:pt x="183" y="130"/>
                    <a:pt x="1" y="337"/>
                  </a:cubicBezTo>
                  <a:cubicBezTo>
                    <a:pt x="126" y="280"/>
                    <a:pt x="265" y="250"/>
                    <a:pt x="411" y="250"/>
                  </a:cubicBezTo>
                  <a:cubicBezTo>
                    <a:pt x="762" y="250"/>
                    <a:pt x="1071" y="431"/>
                    <a:pt x="1248" y="704"/>
                  </a:cubicBezTo>
                  <a:cubicBezTo>
                    <a:pt x="1290" y="768"/>
                    <a:pt x="1360" y="805"/>
                    <a:pt x="1434" y="805"/>
                  </a:cubicBezTo>
                  <a:cubicBezTo>
                    <a:pt x="1446" y="805"/>
                    <a:pt x="1458" y="804"/>
                    <a:pt x="1470" y="802"/>
                  </a:cubicBezTo>
                  <a:cubicBezTo>
                    <a:pt x="1507" y="795"/>
                    <a:pt x="1546" y="792"/>
                    <a:pt x="1585" y="792"/>
                  </a:cubicBezTo>
                  <a:cubicBezTo>
                    <a:pt x="1608" y="792"/>
                    <a:pt x="1632" y="793"/>
                    <a:pt x="1656" y="795"/>
                  </a:cubicBezTo>
                  <a:cubicBezTo>
                    <a:pt x="2018" y="827"/>
                    <a:pt x="2305" y="1129"/>
                    <a:pt x="2319" y="1493"/>
                  </a:cubicBezTo>
                  <a:cubicBezTo>
                    <a:pt x="2326" y="1667"/>
                    <a:pt x="2270" y="1828"/>
                    <a:pt x="2174" y="1958"/>
                  </a:cubicBezTo>
                  <a:cubicBezTo>
                    <a:pt x="2470" y="1853"/>
                    <a:pt x="2679" y="1558"/>
                    <a:pt x="2656" y="1217"/>
                  </a:cubicBezTo>
                  <a:cubicBezTo>
                    <a:pt x="2628" y="861"/>
                    <a:pt x="2342" y="572"/>
                    <a:pt x="1987" y="545"/>
                  </a:cubicBezTo>
                  <a:cubicBezTo>
                    <a:pt x="1966" y="543"/>
                    <a:pt x="1945" y="542"/>
                    <a:pt x="1925" y="542"/>
                  </a:cubicBezTo>
                  <a:cubicBezTo>
                    <a:pt x="1831" y="542"/>
                    <a:pt x="1742" y="560"/>
                    <a:pt x="1661" y="592"/>
                  </a:cubicBezTo>
                  <a:cubicBezTo>
                    <a:pt x="1506" y="244"/>
                    <a:pt x="1155" y="1"/>
                    <a:pt x="749"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343" name="Google Shape;4343;p28"/>
            <p:cNvSpPr/>
            <p:nvPr/>
          </p:nvSpPr>
          <p:spPr>
            <a:xfrm>
              <a:off x="4919457" y="4206256"/>
              <a:ext cx="122732" cy="64371"/>
            </a:xfrm>
            <a:custGeom>
              <a:rect b="b" l="l" r="r" t="t"/>
              <a:pathLst>
                <a:path extrusionOk="0" h="1813" w="3457">
                  <a:moveTo>
                    <a:pt x="1729" y="0"/>
                  </a:moveTo>
                  <a:cubicBezTo>
                    <a:pt x="1360" y="0"/>
                    <a:pt x="1044" y="219"/>
                    <a:pt x="901" y="537"/>
                  </a:cubicBezTo>
                  <a:cubicBezTo>
                    <a:pt x="825" y="507"/>
                    <a:pt x="744" y="491"/>
                    <a:pt x="659" y="491"/>
                  </a:cubicBezTo>
                  <a:cubicBezTo>
                    <a:pt x="295" y="491"/>
                    <a:pt x="0" y="786"/>
                    <a:pt x="0" y="1152"/>
                  </a:cubicBezTo>
                  <a:cubicBezTo>
                    <a:pt x="0" y="1517"/>
                    <a:pt x="294" y="1812"/>
                    <a:pt x="659" y="1812"/>
                  </a:cubicBezTo>
                  <a:cubicBezTo>
                    <a:pt x="852" y="1812"/>
                    <a:pt x="1025" y="1729"/>
                    <a:pt x="1146" y="1599"/>
                  </a:cubicBezTo>
                  <a:cubicBezTo>
                    <a:pt x="1304" y="1733"/>
                    <a:pt x="1507" y="1812"/>
                    <a:pt x="1729" y="1812"/>
                  </a:cubicBezTo>
                  <a:cubicBezTo>
                    <a:pt x="1949" y="1812"/>
                    <a:pt x="2153" y="1733"/>
                    <a:pt x="2311" y="1599"/>
                  </a:cubicBezTo>
                  <a:cubicBezTo>
                    <a:pt x="2432" y="1730"/>
                    <a:pt x="2604" y="1812"/>
                    <a:pt x="2796" y="1812"/>
                  </a:cubicBezTo>
                  <a:cubicBezTo>
                    <a:pt x="3162" y="1812"/>
                    <a:pt x="3457" y="1517"/>
                    <a:pt x="3457" y="1152"/>
                  </a:cubicBezTo>
                  <a:cubicBezTo>
                    <a:pt x="3457" y="786"/>
                    <a:pt x="3162" y="491"/>
                    <a:pt x="2796" y="491"/>
                  </a:cubicBezTo>
                  <a:cubicBezTo>
                    <a:pt x="2711" y="491"/>
                    <a:pt x="2629" y="507"/>
                    <a:pt x="2556" y="537"/>
                  </a:cubicBezTo>
                  <a:cubicBezTo>
                    <a:pt x="2414" y="219"/>
                    <a:pt x="2097" y="0"/>
                    <a:pt x="1729" y="0"/>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344" name="Google Shape;4344;p28"/>
            <p:cNvSpPr/>
            <p:nvPr/>
          </p:nvSpPr>
          <p:spPr>
            <a:xfrm>
              <a:off x="4953469" y="4206256"/>
              <a:ext cx="88721" cy="59719"/>
            </a:xfrm>
            <a:custGeom>
              <a:rect b="b" l="l" r="r" t="t"/>
              <a:pathLst>
                <a:path extrusionOk="0" h="1682" w="2499">
                  <a:moveTo>
                    <a:pt x="772" y="0"/>
                  </a:moveTo>
                  <a:cubicBezTo>
                    <a:pt x="447" y="0"/>
                    <a:pt x="160" y="173"/>
                    <a:pt x="1" y="432"/>
                  </a:cubicBezTo>
                  <a:cubicBezTo>
                    <a:pt x="137" y="354"/>
                    <a:pt x="296" y="310"/>
                    <a:pt x="464" y="310"/>
                  </a:cubicBezTo>
                  <a:cubicBezTo>
                    <a:pt x="792" y="310"/>
                    <a:pt x="1080" y="477"/>
                    <a:pt x="1248" y="733"/>
                  </a:cubicBezTo>
                  <a:cubicBezTo>
                    <a:pt x="1289" y="793"/>
                    <a:pt x="1356" y="831"/>
                    <a:pt x="1427" y="831"/>
                  </a:cubicBezTo>
                  <a:cubicBezTo>
                    <a:pt x="1438" y="831"/>
                    <a:pt x="1450" y="830"/>
                    <a:pt x="1461" y="828"/>
                  </a:cubicBezTo>
                  <a:cubicBezTo>
                    <a:pt x="1497" y="822"/>
                    <a:pt x="1535" y="819"/>
                    <a:pt x="1572" y="819"/>
                  </a:cubicBezTo>
                  <a:cubicBezTo>
                    <a:pt x="1951" y="819"/>
                    <a:pt x="2257" y="1124"/>
                    <a:pt x="2257" y="1504"/>
                  </a:cubicBezTo>
                  <a:cubicBezTo>
                    <a:pt x="2257" y="1566"/>
                    <a:pt x="2249" y="1625"/>
                    <a:pt x="2234" y="1681"/>
                  </a:cubicBezTo>
                  <a:cubicBezTo>
                    <a:pt x="2395" y="1560"/>
                    <a:pt x="2499" y="1367"/>
                    <a:pt x="2499" y="1152"/>
                  </a:cubicBezTo>
                  <a:cubicBezTo>
                    <a:pt x="2499" y="786"/>
                    <a:pt x="2204" y="491"/>
                    <a:pt x="1840" y="491"/>
                  </a:cubicBezTo>
                  <a:cubicBezTo>
                    <a:pt x="1756" y="491"/>
                    <a:pt x="1674" y="507"/>
                    <a:pt x="1600" y="537"/>
                  </a:cubicBezTo>
                  <a:cubicBezTo>
                    <a:pt x="1457" y="219"/>
                    <a:pt x="1140" y="0"/>
                    <a:pt x="772"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345" name="Google Shape;4345;p28"/>
            <p:cNvSpPr/>
            <p:nvPr/>
          </p:nvSpPr>
          <p:spPr>
            <a:xfrm>
              <a:off x="4750885" y="4217546"/>
              <a:ext cx="257145" cy="257163"/>
            </a:xfrm>
            <a:custGeom>
              <a:rect b="b" l="l" r="r" t="t"/>
              <a:pathLst>
                <a:path extrusionOk="0" h="7243" w="7243">
                  <a:moveTo>
                    <a:pt x="3622" y="0"/>
                  </a:moveTo>
                  <a:cubicBezTo>
                    <a:pt x="1621" y="0"/>
                    <a:pt x="1" y="1622"/>
                    <a:pt x="1" y="3622"/>
                  </a:cubicBezTo>
                  <a:cubicBezTo>
                    <a:pt x="1" y="5621"/>
                    <a:pt x="1621" y="7243"/>
                    <a:pt x="3622" y="7243"/>
                  </a:cubicBezTo>
                  <a:cubicBezTo>
                    <a:pt x="5622" y="7243"/>
                    <a:pt x="7242" y="5621"/>
                    <a:pt x="7242" y="3622"/>
                  </a:cubicBezTo>
                  <a:cubicBezTo>
                    <a:pt x="7242" y="1622"/>
                    <a:pt x="5622" y="0"/>
                    <a:pt x="3622" y="0"/>
                  </a:cubicBez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346" name="Google Shape;4346;p28"/>
            <p:cNvSpPr/>
            <p:nvPr/>
          </p:nvSpPr>
          <p:spPr>
            <a:xfrm>
              <a:off x="4819194" y="4226741"/>
              <a:ext cx="188838" cy="247967"/>
            </a:xfrm>
            <a:custGeom>
              <a:rect b="b" l="l" r="r" t="t"/>
              <a:pathLst>
                <a:path extrusionOk="0" h="6984" w="5319">
                  <a:moveTo>
                    <a:pt x="3045" y="0"/>
                  </a:moveTo>
                  <a:lnTo>
                    <a:pt x="3045" y="0"/>
                  </a:lnTo>
                  <a:cubicBezTo>
                    <a:pt x="4191" y="609"/>
                    <a:pt x="4970" y="1814"/>
                    <a:pt x="4970" y="3201"/>
                  </a:cubicBezTo>
                  <a:cubicBezTo>
                    <a:pt x="4970" y="5201"/>
                    <a:pt x="3350" y="6821"/>
                    <a:pt x="1349" y="6821"/>
                  </a:cubicBezTo>
                  <a:cubicBezTo>
                    <a:pt x="872" y="6821"/>
                    <a:pt x="418" y="6731"/>
                    <a:pt x="1" y="6562"/>
                  </a:cubicBezTo>
                  <a:lnTo>
                    <a:pt x="1" y="6562"/>
                  </a:lnTo>
                  <a:cubicBezTo>
                    <a:pt x="508" y="6831"/>
                    <a:pt x="1085" y="6984"/>
                    <a:pt x="1698" y="6984"/>
                  </a:cubicBezTo>
                  <a:cubicBezTo>
                    <a:pt x="3698" y="6984"/>
                    <a:pt x="5318" y="5364"/>
                    <a:pt x="5318" y="3363"/>
                  </a:cubicBezTo>
                  <a:cubicBezTo>
                    <a:pt x="5318" y="1839"/>
                    <a:pt x="4380" y="536"/>
                    <a:pt x="3045"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347" name="Google Shape;4347;p28"/>
            <p:cNvSpPr/>
            <p:nvPr/>
          </p:nvSpPr>
          <p:spPr>
            <a:xfrm>
              <a:off x="4778046" y="4254647"/>
              <a:ext cx="175631" cy="195029"/>
            </a:xfrm>
            <a:custGeom>
              <a:rect b="b" l="l" r="r" t="t"/>
              <a:pathLst>
                <a:path extrusionOk="0" h="5493" w="4947">
                  <a:moveTo>
                    <a:pt x="1884" y="0"/>
                  </a:moveTo>
                  <a:cubicBezTo>
                    <a:pt x="1867" y="0"/>
                    <a:pt x="1850" y="3"/>
                    <a:pt x="1832" y="10"/>
                  </a:cubicBezTo>
                  <a:cubicBezTo>
                    <a:pt x="764" y="416"/>
                    <a:pt x="6" y="1445"/>
                    <a:pt x="4" y="2654"/>
                  </a:cubicBezTo>
                  <a:cubicBezTo>
                    <a:pt x="0" y="4208"/>
                    <a:pt x="1266" y="5484"/>
                    <a:pt x="2821" y="5493"/>
                  </a:cubicBezTo>
                  <a:cubicBezTo>
                    <a:pt x="2824" y="5493"/>
                    <a:pt x="2828" y="5493"/>
                    <a:pt x="2831" y="5493"/>
                  </a:cubicBezTo>
                  <a:cubicBezTo>
                    <a:pt x="3626" y="5493"/>
                    <a:pt x="4343" y="5168"/>
                    <a:pt x="4858" y="4644"/>
                  </a:cubicBezTo>
                  <a:cubicBezTo>
                    <a:pt x="4947" y="4553"/>
                    <a:pt x="4883" y="4401"/>
                    <a:pt x="4764" y="4401"/>
                  </a:cubicBezTo>
                  <a:cubicBezTo>
                    <a:pt x="4758" y="4401"/>
                    <a:pt x="4753" y="4401"/>
                    <a:pt x="4747" y="4402"/>
                  </a:cubicBezTo>
                  <a:cubicBezTo>
                    <a:pt x="4661" y="4409"/>
                    <a:pt x="4575" y="4414"/>
                    <a:pt x="4488" y="4414"/>
                  </a:cubicBezTo>
                  <a:cubicBezTo>
                    <a:pt x="2923" y="4414"/>
                    <a:pt x="1655" y="3146"/>
                    <a:pt x="1655" y="1580"/>
                  </a:cubicBezTo>
                  <a:cubicBezTo>
                    <a:pt x="1655" y="1084"/>
                    <a:pt x="1783" y="617"/>
                    <a:pt x="2006" y="213"/>
                  </a:cubicBezTo>
                  <a:cubicBezTo>
                    <a:pt x="2062" y="113"/>
                    <a:pt x="1985" y="0"/>
                    <a:pt x="1884" y="0"/>
                  </a:cubicBezTo>
                  <a:close/>
                </a:path>
              </a:pathLst>
            </a:cu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348" name="Google Shape;4348;p28"/>
            <p:cNvSpPr/>
            <p:nvPr/>
          </p:nvSpPr>
          <p:spPr>
            <a:xfrm>
              <a:off x="4822958" y="4254718"/>
              <a:ext cx="130685" cy="171454"/>
            </a:xfrm>
            <a:custGeom>
              <a:rect b="b" l="l" r="r" t="t"/>
              <a:pathLst>
                <a:path extrusionOk="0" h="4829" w="3681">
                  <a:moveTo>
                    <a:pt x="616" y="0"/>
                  </a:moveTo>
                  <a:cubicBezTo>
                    <a:pt x="599" y="0"/>
                    <a:pt x="582" y="3"/>
                    <a:pt x="564" y="10"/>
                  </a:cubicBezTo>
                  <a:cubicBezTo>
                    <a:pt x="512" y="30"/>
                    <a:pt x="461" y="50"/>
                    <a:pt x="410" y="73"/>
                  </a:cubicBezTo>
                  <a:cubicBezTo>
                    <a:pt x="409" y="90"/>
                    <a:pt x="402" y="107"/>
                    <a:pt x="391" y="125"/>
                  </a:cubicBezTo>
                  <a:cubicBezTo>
                    <a:pt x="142" y="578"/>
                    <a:pt x="0" y="1100"/>
                    <a:pt x="0" y="1656"/>
                  </a:cubicBezTo>
                  <a:cubicBezTo>
                    <a:pt x="0" y="3407"/>
                    <a:pt x="1420" y="4829"/>
                    <a:pt x="3173" y="4829"/>
                  </a:cubicBezTo>
                  <a:cubicBezTo>
                    <a:pt x="3251" y="4829"/>
                    <a:pt x="3327" y="4825"/>
                    <a:pt x="3403" y="4820"/>
                  </a:cubicBezTo>
                  <a:cubicBezTo>
                    <a:pt x="3470" y="4763"/>
                    <a:pt x="3533" y="4702"/>
                    <a:pt x="3593" y="4642"/>
                  </a:cubicBezTo>
                  <a:cubicBezTo>
                    <a:pt x="3681" y="4552"/>
                    <a:pt x="3619" y="4402"/>
                    <a:pt x="3500" y="4402"/>
                  </a:cubicBezTo>
                  <a:cubicBezTo>
                    <a:pt x="3494" y="4402"/>
                    <a:pt x="3488" y="4402"/>
                    <a:pt x="3481" y="4403"/>
                  </a:cubicBezTo>
                  <a:cubicBezTo>
                    <a:pt x="3395" y="4410"/>
                    <a:pt x="3310" y="4413"/>
                    <a:pt x="3222" y="4413"/>
                  </a:cubicBezTo>
                  <a:cubicBezTo>
                    <a:pt x="1656" y="4413"/>
                    <a:pt x="389" y="3145"/>
                    <a:pt x="389" y="1580"/>
                  </a:cubicBezTo>
                  <a:cubicBezTo>
                    <a:pt x="389" y="1083"/>
                    <a:pt x="517" y="618"/>
                    <a:pt x="740" y="212"/>
                  </a:cubicBezTo>
                  <a:cubicBezTo>
                    <a:pt x="795" y="112"/>
                    <a:pt x="718" y="0"/>
                    <a:pt x="616"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349" name="Google Shape;4349;p28"/>
            <p:cNvSpPr/>
            <p:nvPr/>
          </p:nvSpPr>
          <p:spPr>
            <a:xfrm>
              <a:off x="4733275" y="4361478"/>
              <a:ext cx="113288" cy="59400"/>
            </a:xfrm>
            <a:custGeom>
              <a:rect b="b" l="l" r="r" t="t"/>
              <a:pathLst>
                <a:path extrusionOk="0" h="1673" w="3191">
                  <a:moveTo>
                    <a:pt x="1596" y="0"/>
                  </a:moveTo>
                  <a:cubicBezTo>
                    <a:pt x="1255" y="0"/>
                    <a:pt x="965" y="203"/>
                    <a:pt x="834" y="494"/>
                  </a:cubicBezTo>
                  <a:cubicBezTo>
                    <a:pt x="765" y="468"/>
                    <a:pt x="690" y="453"/>
                    <a:pt x="611" y="453"/>
                  </a:cubicBezTo>
                  <a:cubicBezTo>
                    <a:pt x="274" y="453"/>
                    <a:pt x="1" y="727"/>
                    <a:pt x="1" y="1062"/>
                  </a:cubicBezTo>
                  <a:cubicBezTo>
                    <a:pt x="1" y="1399"/>
                    <a:pt x="274" y="1672"/>
                    <a:pt x="611" y="1672"/>
                  </a:cubicBezTo>
                  <a:cubicBezTo>
                    <a:pt x="786" y="1672"/>
                    <a:pt x="946" y="1597"/>
                    <a:pt x="1058" y="1477"/>
                  </a:cubicBezTo>
                  <a:cubicBezTo>
                    <a:pt x="1204" y="1599"/>
                    <a:pt x="1391" y="1672"/>
                    <a:pt x="1596" y="1672"/>
                  </a:cubicBezTo>
                  <a:cubicBezTo>
                    <a:pt x="1801" y="1672"/>
                    <a:pt x="1988" y="1599"/>
                    <a:pt x="2133" y="1477"/>
                  </a:cubicBezTo>
                  <a:cubicBezTo>
                    <a:pt x="2245" y="1597"/>
                    <a:pt x="2404" y="1672"/>
                    <a:pt x="2582" y="1672"/>
                  </a:cubicBezTo>
                  <a:cubicBezTo>
                    <a:pt x="2917" y="1672"/>
                    <a:pt x="3191" y="1399"/>
                    <a:pt x="3191" y="1062"/>
                  </a:cubicBezTo>
                  <a:cubicBezTo>
                    <a:pt x="3191" y="724"/>
                    <a:pt x="2917" y="453"/>
                    <a:pt x="2582" y="453"/>
                  </a:cubicBezTo>
                  <a:cubicBezTo>
                    <a:pt x="2503" y="453"/>
                    <a:pt x="2428" y="468"/>
                    <a:pt x="2359" y="494"/>
                  </a:cubicBezTo>
                  <a:cubicBezTo>
                    <a:pt x="2227" y="203"/>
                    <a:pt x="1936" y="0"/>
                    <a:pt x="1596" y="0"/>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350" name="Google Shape;4350;p28"/>
            <p:cNvSpPr/>
            <p:nvPr/>
          </p:nvSpPr>
          <p:spPr>
            <a:xfrm>
              <a:off x="4765016" y="4361372"/>
              <a:ext cx="82224" cy="58122"/>
            </a:xfrm>
            <a:custGeom>
              <a:rect b="b" l="l" r="r" t="t"/>
              <a:pathLst>
                <a:path extrusionOk="0" h="1637" w="2316">
                  <a:moveTo>
                    <a:pt x="702" y="0"/>
                  </a:moveTo>
                  <a:cubicBezTo>
                    <a:pt x="409" y="0"/>
                    <a:pt x="150" y="154"/>
                    <a:pt x="0" y="384"/>
                  </a:cubicBezTo>
                  <a:cubicBezTo>
                    <a:pt x="112" y="328"/>
                    <a:pt x="238" y="298"/>
                    <a:pt x="371" y="298"/>
                  </a:cubicBezTo>
                  <a:cubicBezTo>
                    <a:pt x="653" y="298"/>
                    <a:pt x="901" y="438"/>
                    <a:pt x="1052" y="651"/>
                  </a:cubicBezTo>
                  <a:cubicBezTo>
                    <a:pt x="1101" y="717"/>
                    <a:pt x="1179" y="756"/>
                    <a:pt x="1259" y="756"/>
                  </a:cubicBezTo>
                  <a:cubicBezTo>
                    <a:pt x="1269" y="756"/>
                    <a:pt x="1279" y="756"/>
                    <a:pt x="1290" y="754"/>
                  </a:cubicBezTo>
                  <a:cubicBezTo>
                    <a:pt x="1312" y="752"/>
                    <a:pt x="1335" y="750"/>
                    <a:pt x="1358" y="750"/>
                  </a:cubicBezTo>
                  <a:cubicBezTo>
                    <a:pt x="1384" y="750"/>
                    <a:pt x="1410" y="752"/>
                    <a:pt x="1436" y="756"/>
                  </a:cubicBezTo>
                  <a:cubicBezTo>
                    <a:pt x="1726" y="795"/>
                    <a:pt x="1950" y="1039"/>
                    <a:pt x="1964" y="1330"/>
                  </a:cubicBezTo>
                  <a:cubicBezTo>
                    <a:pt x="1970" y="1442"/>
                    <a:pt x="1947" y="1544"/>
                    <a:pt x="1900" y="1636"/>
                  </a:cubicBezTo>
                  <a:cubicBezTo>
                    <a:pt x="2144" y="1546"/>
                    <a:pt x="2316" y="1301"/>
                    <a:pt x="2295" y="1019"/>
                  </a:cubicBezTo>
                  <a:cubicBezTo>
                    <a:pt x="2274" y="731"/>
                    <a:pt x="2048" y="492"/>
                    <a:pt x="1757" y="458"/>
                  </a:cubicBezTo>
                  <a:cubicBezTo>
                    <a:pt x="1732" y="455"/>
                    <a:pt x="1707" y="453"/>
                    <a:pt x="1683" y="453"/>
                  </a:cubicBezTo>
                  <a:cubicBezTo>
                    <a:pt x="1606" y="453"/>
                    <a:pt x="1533" y="468"/>
                    <a:pt x="1465" y="495"/>
                  </a:cubicBezTo>
                  <a:cubicBezTo>
                    <a:pt x="1333" y="205"/>
                    <a:pt x="1042" y="0"/>
                    <a:pt x="702"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351" name="Google Shape;4351;p28"/>
            <p:cNvSpPr/>
            <p:nvPr/>
          </p:nvSpPr>
          <p:spPr>
            <a:xfrm>
              <a:off x="4874545" y="4239771"/>
              <a:ext cx="9834" cy="21658"/>
            </a:xfrm>
            <a:custGeom>
              <a:rect b="b" l="l" r="r" t="t"/>
              <a:pathLst>
                <a:path extrusionOk="0" h="610" w="277">
                  <a:moveTo>
                    <a:pt x="139" y="0"/>
                  </a:moveTo>
                  <a:cubicBezTo>
                    <a:pt x="61" y="0"/>
                    <a:pt x="0" y="64"/>
                    <a:pt x="0" y="140"/>
                  </a:cubicBezTo>
                  <a:lnTo>
                    <a:pt x="0" y="471"/>
                  </a:lnTo>
                  <a:cubicBezTo>
                    <a:pt x="0" y="547"/>
                    <a:pt x="64" y="609"/>
                    <a:pt x="139" y="609"/>
                  </a:cubicBezTo>
                  <a:cubicBezTo>
                    <a:pt x="216" y="609"/>
                    <a:pt x="277" y="546"/>
                    <a:pt x="277" y="471"/>
                  </a:cubicBezTo>
                  <a:lnTo>
                    <a:pt x="277" y="140"/>
                  </a:lnTo>
                  <a:cubicBezTo>
                    <a:pt x="277" y="62"/>
                    <a:pt x="215" y="0"/>
                    <a:pt x="139"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352" name="Google Shape;4352;p28"/>
            <p:cNvSpPr/>
            <p:nvPr/>
          </p:nvSpPr>
          <p:spPr>
            <a:xfrm>
              <a:off x="4951481" y="4385940"/>
              <a:ext cx="21444" cy="15729"/>
            </a:xfrm>
            <a:custGeom>
              <a:rect b="b" l="l" r="r" t="t"/>
              <a:pathLst>
                <a:path extrusionOk="0" h="443" w="604">
                  <a:moveTo>
                    <a:pt x="158" y="1"/>
                  </a:moveTo>
                  <a:cubicBezTo>
                    <a:pt x="110" y="1"/>
                    <a:pt x="64" y="25"/>
                    <a:pt x="38" y="69"/>
                  </a:cubicBezTo>
                  <a:cubicBezTo>
                    <a:pt x="1" y="136"/>
                    <a:pt x="22" y="221"/>
                    <a:pt x="88" y="258"/>
                  </a:cubicBezTo>
                  <a:lnTo>
                    <a:pt x="375" y="423"/>
                  </a:lnTo>
                  <a:cubicBezTo>
                    <a:pt x="396" y="436"/>
                    <a:pt x="419" y="442"/>
                    <a:pt x="442" y="442"/>
                  </a:cubicBezTo>
                  <a:cubicBezTo>
                    <a:pt x="491" y="442"/>
                    <a:pt x="539" y="416"/>
                    <a:pt x="563" y="372"/>
                  </a:cubicBezTo>
                  <a:cubicBezTo>
                    <a:pt x="604" y="308"/>
                    <a:pt x="579" y="225"/>
                    <a:pt x="513" y="185"/>
                  </a:cubicBezTo>
                  <a:lnTo>
                    <a:pt x="228" y="19"/>
                  </a:lnTo>
                  <a:cubicBezTo>
                    <a:pt x="206" y="7"/>
                    <a:pt x="182" y="1"/>
                    <a:pt x="158"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353" name="Google Shape;4353;p28"/>
            <p:cNvSpPr/>
            <p:nvPr/>
          </p:nvSpPr>
          <p:spPr>
            <a:xfrm>
              <a:off x="4964156" y="4341170"/>
              <a:ext cx="21586" cy="9906"/>
            </a:xfrm>
            <a:custGeom>
              <a:rect b="b" l="l" r="r" t="t"/>
              <a:pathLst>
                <a:path extrusionOk="0" h="279" w="608">
                  <a:moveTo>
                    <a:pt x="139" y="1"/>
                  </a:moveTo>
                  <a:cubicBezTo>
                    <a:pt x="61" y="1"/>
                    <a:pt x="1" y="64"/>
                    <a:pt x="1" y="140"/>
                  </a:cubicBezTo>
                  <a:cubicBezTo>
                    <a:pt x="1" y="217"/>
                    <a:pt x="62" y="279"/>
                    <a:pt x="139" y="279"/>
                  </a:cubicBezTo>
                  <a:lnTo>
                    <a:pt x="470" y="279"/>
                  </a:lnTo>
                  <a:cubicBezTo>
                    <a:pt x="546" y="279"/>
                    <a:pt x="608" y="215"/>
                    <a:pt x="608" y="140"/>
                  </a:cubicBezTo>
                  <a:cubicBezTo>
                    <a:pt x="608" y="63"/>
                    <a:pt x="546" y="1"/>
                    <a:pt x="470"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354" name="Google Shape;4354;p28"/>
            <p:cNvSpPr/>
            <p:nvPr/>
          </p:nvSpPr>
          <p:spPr>
            <a:xfrm>
              <a:off x="4951446" y="4290506"/>
              <a:ext cx="21479" cy="15729"/>
            </a:xfrm>
            <a:custGeom>
              <a:rect b="b" l="l" r="r" t="t"/>
              <a:pathLst>
                <a:path extrusionOk="0" h="443" w="605">
                  <a:moveTo>
                    <a:pt x="446" y="1"/>
                  </a:moveTo>
                  <a:cubicBezTo>
                    <a:pt x="422" y="1"/>
                    <a:pt x="398" y="7"/>
                    <a:pt x="376" y="20"/>
                  </a:cubicBezTo>
                  <a:lnTo>
                    <a:pt x="89" y="186"/>
                  </a:lnTo>
                  <a:cubicBezTo>
                    <a:pt x="23" y="223"/>
                    <a:pt x="0" y="308"/>
                    <a:pt x="39" y="374"/>
                  </a:cubicBezTo>
                  <a:cubicBezTo>
                    <a:pt x="65" y="418"/>
                    <a:pt x="111" y="442"/>
                    <a:pt x="160" y="442"/>
                  </a:cubicBezTo>
                  <a:cubicBezTo>
                    <a:pt x="183" y="442"/>
                    <a:pt x="207" y="438"/>
                    <a:pt x="228" y="425"/>
                  </a:cubicBezTo>
                  <a:lnTo>
                    <a:pt x="514" y="259"/>
                  </a:lnTo>
                  <a:cubicBezTo>
                    <a:pt x="580" y="222"/>
                    <a:pt x="605" y="137"/>
                    <a:pt x="564" y="71"/>
                  </a:cubicBezTo>
                  <a:cubicBezTo>
                    <a:pt x="538" y="26"/>
                    <a:pt x="493" y="1"/>
                    <a:pt x="446"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355" name="Google Shape;4355;p28"/>
            <p:cNvSpPr/>
            <p:nvPr/>
          </p:nvSpPr>
          <p:spPr>
            <a:xfrm>
              <a:off x="4918640" y="4253405"/>
              <a:ext cx="17183" cy="20025"/>
            </a:xfrm>
            <a:custGeom>
              <a:rect b="b" l="l" r="r" t="t"/>
              <a:pathLst>
                <a:path extrusionOk="0" h="564" w="484">
                  <a:moveTo>
                    <a:pt x="324" y="1"/>
                  </a:moveTo>
                  <a:cubicBezTo>
                    <a:pt x="276" y="1"/>
                    <a:pt x="230" y="25"/>
                    <a:pt x="205" y="70"/>
                  </a:cubicBezTo>
                  <a:lnTo>
                    <a:pt x="39" y="356"/>
                  </a:lnTo>
                  <a:cubicBezTo>
                    <a:pt x="0" y="422"/>
                    <a:pt x="23" y="507"/>
                    <a:pt x="90" y="544"/>
                  </a:cubicBezTo>
                  <a:cubicBezTo>
                    <a:pt x="111" y="557"/>
                    <a:pt x="134" y="563"/>
                    <a:pt x="157" y="563"/>
                  </a:cubicBezTo>
                  <a:cubicBezTo>
                    <a:pt x="206" y="563"/>
                    <a:pt x="252" y="537"/>
                    <a:pt x="278" y="493"/>
                  </a:cubicBezTo>
                  <a:lnTo>
                    <a:pt x="444" y="206"/>
                  </a:lnTo>
                  <a:cubicBezTo>
                    <a:pt x="484" y="142"/>
                    <a:pt x="459" y="58"/>
                    <a:pt x="393" y="19"/>
                  </a:cubicBezTo>
                  <a:cubicBezTo>
                    <a:pt x="371" y="7"/>
                    <a:pt x="347" y="1"/>
                    <a:pt x="324"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356" name="Google Shape;4356;p28"/>
            <p:cNvSpPr/>
            <p:nvPr/>
          </p:nvSpPr>
          <p:spPr>
            <a:xfrm>
              <a:off x="4874580" y="4280068"/>
              <a:ext cx="44485" cy="71010"/>
            </a:xfrm>
            <a:custGeom>
              <a:rect b="b" l="l" r="r" t="t"/>
              <a:pathLst>
                <a:path extrusionOk="0" h="2000" w="1253">
                  <a:moveTo>
                    <a:pt x="139" y="1"/>
                  </a:moveTo>
                  <a:cubicBezTo>
                    <a:pt x="63" y="1"/>
                    <a:pt x="1" y="64"/>
                    <a:pt x="1" y="139"/>
                  </a:cubicBezTo>
                  <a:lnTo>
                    <a:pt x="1" y="1861"/>
                  </a:lnTo>
                  <a:cubicBezTo>
                    <a:pt x="1" y="1938"/>
                    <a:pt x="64" y="2000"/>
                    <a:pt x="139" y="2000"/>
                  </a:cubicBezTo>
                  <a:lnTo>
                    <a:pt x="1115" y="2000"/>
                  </a:lnTo>
                  <a:cubicBezTo>
                    <a:pt x="1192" y="2000"/>
                    <a:pt x="1253" y="1936"/>
                    <a:pt x="1253" y="1861"/>
                  </a:cubicBezTo>
                  <a:cubicBezTo>
                    <a:pt x="1251" y="1784"/>
                    <a:pt x="1188" y="1722"/>
                    <a:pt x="1113" y="1722"/>
                  </a:cubicBezTo>
                  <a:lnTo>
                    <a:pt x="279" y="1722"/>
                  </a:lnTo>
                  <a:lnTo>
                    <a:pt x="279" y="139"/>
                  </a:lnTo>
                  <a:cubicBezTo>
                    <a:pt x="279" y="63"/>
                    <a:pt x="215" y="1"/>
                    <a:pt x="139"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4357" name="Google Shape;4357;p28"/>
          <p:cNvGrpSpPr/>
          <p:nvPr/>
        </p:nvGrpSpPr>
        <p:grpSpPr>
          <a:xfrm>
            <a:off x="4120304" y="4147710"/>
            <a:ext cx="256123" cy="327001"/>
            <a:chOff x="4120304" y="4147710"/>
            <a:chExt cx="256123" cy="327001"/>
          </a:xfrm>
        </p:grpSpPr>
        <p:sp>
          <p:nvSpPr>
            <p:cNvPr id="4358" name="Google Shape;4358;p28"/>
            <p:cNvSpPr/>
            <p:nvPr/>
          </p:nvSpPr>
          <p:spPr>
            <a:xfrm>
              <a:off x="4120304" y="4147745"/>
              <a:ext cx="256115" cy="326966"/>
            </a:xfrm>
            <a:custGeom>
              <a:rect b="b" l="l" r="r" t="t"/>
              <a:pathLst>
                <a:path extrusionOk="0" h="9209" w="7214">
                  <a:moveTo>
                    <a:pt x="437" y="1"/>
                  </a:moveTo>
                  <a:cubicBezTo>
                    <a:pt x="196" y="1"/>
                    <a:pt x="0" y="196"/>
                    <a:pt x="0" y="438"/>
                  </a:cubicBezTo>
                  <a:lnTo>
                    <a:pt x="0" y="8772"/>
                  </a:lnTo>
                  <a:cubicBezTo>
                    <a:pt x="0" y="9013"/>
                    <a:pt x="197" y="9209"/>
                    <a:pt x="437" y="9209"/>
                  </a:cubicBezTo>
                  <a:lnTo>
                    <a:pt x="6775" y="9209"/>
                  </a:lnTo>
                  <a:cubicBezTo>
                    <a:pt x="7018" y="9209"/>
                    <a:pt x="7214" y="9013"/>
                    <a:pt x="7212" y="8772"/>
                  </a:cubicBezTo>
                  <a:lnTo>
                    <a:pt x="7212" y="438"/>
                  </a:lnTo>
                  <a:cubicBezTo>
                    <a:pt x="7212" y="196"/>
                    <a:pt x="7015" y="1"/>
                    <a:pt x="6775" y="1"/>
                  </a:cubicBezTo>
                  <a:close/>
                </a:path>
              </a:pathLst>
            </a:cu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359" name="Google Shape;4359;p28"/>
            <p:cNvSpPr/>
            <p:nvPr/>
          </p:nvSpPr>
          <p:spPr>
            <a:xfrm>
              <a:off x="4347741" y="4147710"/>
              <a:ext cx="28686" cy="326930"/>
            </a:xfrm>
            <a:custGeom>
              <a:rect b="b" l="l" r="r" t="t"/>
              <a:pathLst>
                <a:path extrusionOk="0" h="9208" w="808">
                  <a:moveTo>
                    <a:pt x="1" y="0"/>
                  </a:moveTo>
                  <a:cubicBezTo>
                    <a:pt x="241" y="0"/>
                    <a:pt x="437" y="194"/>
                    <a:pt x="437" y="436"/>
                  </a:cubicBezTo>
                  <a:lnTo>
                    <a:pt x="437" y="8771"/>
                  </a:lnTo>
                  <a:cubicBezTo>
                    <a:pt x="437" y="9011"/>
                    <a:pt x="241" y="9207"/>
                    <a:pt x="1" y="9207"/>
                  </a:cubicBezTo>
                  <a:lnTo>
                    <a:pt x="370" y="9207"/>
                  </a:lnTo>
                  <a:cubicBezTo>
                    <a:pt x="612" y="9207"/>
                    <a:pt x="808" y="9014"/>
                    <a:pt x="808" y="8771"/>
                  </a:cubicBezTo>
                  <a:lnTo>
                    <a:pt x="808" y="438"/>
                  </a:lnTo>
                  <a:cubicBezTo>
                    <a:pt x="808" y="196"/>
                    <a:pt x="612" y="0"/>
                    <a:pt x="370"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360" name="Google Shape;4360;p28"/>
            <p:cNvSpPr/>
            <p:nvPr/>
          </p:nvSpPr>
          <p:spPr>
            <a:xfrm>
              <a:off x="4142885" y="4170397"/>
              <a:ext cx="210814" cy="266110"/>
            </a:xfrm>
            <a:custGeom>
              <a:rect b="b" l="l" r="r" t="t"/>
              <a:pathLst>
                <a:path extrusionOk="0" h="7495" w="5938">
                  <a:moveTo>
                    <a:pt x="220" y="0"/>
                  </a:moveTo>
                  <a:cubicBezTo>
                    <a:pt x="98" y="0"/>
                    <a:pt x="0" y="98"/>
                    <a:pt x="0" y="220"/>
                  </a:cubicBezTo>
                  <a:lnTo>
                    <a:pt x="0" y="3216"/>
                  </a:lnTo>
                  <a:lnTo>
                    <a:pt x="91" y="3429"/>
                  </a:lnTo>
                  <a:lnTo>
                    <a:pt x="89" y="7274"/>
                  </a:lnTo>
                  <a:cubicBezTo>
                    <a:pt x="89" y="7397"/>
                    <a:pt x="189" y="7495"/>
                    <a:pt x="311" y="7495"/>
                  </a:cubicBezTo>
                  <a:lnTo>
                    <a:pt x="5548" y="7495"/>
                  </a:lnTo>
                  <a:cubicBezTo>
                    <a:pt x="5670" y="7495"/>
                    <a:pt x="5768" y="7397"/>
                    <a:pt x="5766" y="7272"/>
                  </a:cubicBezTo>
                  <a:lnTo>
                    <a:pt x="5766" y="3447"/>
                  </a:lnTo>
                  <a:lnTo>
                    <a:pt x="5938" y="3216"/>
                  </a:lnTo>
                  <a:lnTo>
                    <a:pt x="5938" y="220"/>
                  </a:lnTo>
                  <a:cubicBezTo>
                    <a:pt x="5938" y="98"/>
                    <a:pt x="5838" y="0"/>
                    <a:pt x="5716" y="0"/>
                  </a:cubicBezTo>
                  <a:close/>
                </a:path>
              </a:pathLst>
            </a:cu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361" name="Google Shape;4361;p28"/>
            <p:cNvSpPr/>
            <p:nvPr/>
          </p:nvSpPr>
          <p:spPr>
            <a:xfrm>
              <a:off x="4333220" y="4170397"/>
              <a:ext cx="20520" cy="266110"/>
            </a:xfrm>
            <a:custGeom>
              <a:rect b="b" l="l" r="r" t="t"/>
              <a:pathLst>
                <a:path extrusionOk="0" h="7495" w="578">
                  <a:moveTo>
                    <a:pt x="1" y="0"/>
                  </a:moveTo>
                  <a:cubicBezTo>
                    <a:pt x="123" y="0"/>
                    <a:pt x="223" y="98"/>
                    <a:pt x="223" y="220"/>
                  </a:cubicBezTo>
                  <a:lnTo>
                    <a:pt x="223" y="7274"/>
                  </a:lnTo>
                  <a:cubicBezTo>
                    <a:pt x="223" y="7397"/>
                    <a:pt x="123" y="7495"/>
                    <a:pt x="1" y="7495"/>
                  </a:cubicBezTo>
                  <a:lnTo>
                    <a:pt x="356" y="7495"/>
                  </a:lnTo>
                  <a:cubicBezTo>
                    <a:pt x="479" y="7495"/>
                    <a:pt x="578" y="7397"/>
                    <a:pt x="578" y="7274"/>
                  </a:cubicBezTo>
                  <a:lnTo>
                    <a:pt x="578" y="220"/>
                  </a:lnTo>
                  <a:cubicBezTo>
                    <a:pt x="578" y="98"/>
                    <a:pt x="479" y="0"/>
                    <a:pt x="356"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362" name="Google Shape;4362;p28"/>
            <p:cNvSpPr/>
            <p:nvPr/>
          </p:nvSpPr>
          <p:spPr>
            <a:xfrm>
              <a:off x="4142920" y="4410864"/>
              <a:ext cx="210814" cy="25635"/>
            </a:xfrm>
            <a:custGeom>
              <a:rect b="b" l="l" r="r" t="t"/>
              <a:pathLst>
                <a:path extrusionOk="0" h="722" w="5938">
                  <a:moveTo>
                    <a:pt x="1" y="1"/>
                  </a:moveTo>
                  <a:lnTo>
                    <a:pt x="1" y="501"/>
                  </a:lnTo>
                  <a:cubicBezTo>
                    <a:pt x="1" y="624"/>
                    <a:pt x="100" y="722"/>
                    <a:pt x="222" y="722"/>
                  </a:cubicBezTo>
                  <a:lnTo>
                    <a:pt x="5716" y="722"/>
                  </a:lnTo>
                  <a:cubicBezTo>
                    <a:pt x="5839" y="722"/>
                    <a:pt x="5938" y="624"/>
                    <a:pt x="5938" y="501"/>
                  </a:cubicBezTo>
                  <a:lnTo>
                    <a:pt x="5938" y="1"/>
                  </a:lnTo>
                  <a:close/>
                </a:path>
              </a:pathLst>
            </a:custGeom>
            <a:solidFill>
              <a:schemeClr val="accent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363" name="Google Shape;4363;p28"/>
            <p:cNvSpPr/>
            <p:nvPr/>
          </p:nvSpPr>
          <p:spPr>
            <a:xfrm>
              <a:off x="4333220" y="4410864"/>
              <a:ext cx="20520" cy="25635"/>
            </a:xfrm>
            <a:custGeom>
              <a:rect b="b" l="l" r="r" t="t"/>
              <a:pathLst>
                <a:path extrusionOk="0" h="722" w="578">
                  <a:moveTo>
                    <a:pt x="223" y="1"/>
                  </a:moveTo>
                  <a:lnTo>
                    <a:pt x="223" y="501"/>
                  </a:lnTo>
                  <a:cubicBezTo>
                    <a:pt x="223" y="624"/>
                    <a:pt x="123" y="722"/>
                    <a:pt x="1" y="722"/>
                  </a:cubicBezTo>
                  <a:lnTo>
                    <a:pt x="356" y="722"/>
                  </a:lnTo>
                  <a:cubicBezTo>
                    <a:pt x="479" y="722"/>
                    <a:pt x="578" y="624"/>
                    <a:pt x="578" y="501"/>
                  </a:cubicBezTo>
                  <a:lnTo>
                    <a:pt x="578" y="1"/>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364" name="Google Shape;4364;p28"/>
            <p:cNvSpPr/>
            <p:nvPr/>
          </p:nvSpPr>
          <p:spPr>
            <a:xfrm>
              <a:off x="4234236" y="4450770"/>
              <a:ext cx="28118" cy="9657"/>
            </a:xfrm>
            <a:custGeom>
              <a:rect b="b" l="l" r="r" t="t"/>
              <a:pathLst>
                <a:path extrusionOk="0" h="272" w="792">
                  <a:moveTo>
                    <a:pt x="135" y="1"/>
                  </a:moveTo>
                  <a:cubicBezTo>
                    <a:pt x="62" y="1"/>
                    <a:pt x="0" y="62"/>
                    <a:pt x="0" y="136"/>
                  </a:cubicBezTo>
                  <a:cubicBezTo>
                    <a:pt x="0" y="209"/>
                    <a:pt x="62" y="271"/>
                    <a:pt x="135" y="271"/>
                  </a:cubicBezTo>
                  <a:lnTo>
                    <a:pt x="658" y="271"/>
                  </a:lnTo>
                  <a:cubicBezTo>
                    <a:pt x="733" y="271"/>
                    <a:pt x="792" y="209"/>
                    <a:pt x="792" y="136"/>
                  </a:cubicBezTo>
                  <a:cubicBezTo>
                    <a:pt x="792" y="62"/>
                    <a:pt x="731" y="1"/>
                    <a:pt x="658"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365" name="Google Shape;4365;p28"/>
            <p:cNvSpPr/>
            <p:nvPr/>
          </p:nvSpPr>
          <p:spPr>
            <a:xfrm>
              <a:off x="4142920" y="4284577"/>
              <a:ext cx="70295" cy="63163"/>
            </a:xfrm>
            <a:custGeom>
              <a:rect b="b" l="l" r="r" t="t"/>
              <a:pathLst>
                <a:path extrusionOk="0" h="1779" w="1980">
                  <a:moveTo>
                    <a:pt x="1" y="0"/>
                  </a:moveTo>
                  <a:lnTo>
                    <a:pt x="1" y="1779"/>
                  </a:lnTo>
                  <a:lnTo>
                    <a:pt x="1979" y="1779"/>
                  </a:lnTo>
                  <a:lnTo>
                    <a:pt x="1979" y="0"/>
                  </a:lnTo>
                  <a:close/>
                </a:path>
              </a:pathLst>
            </a:cu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366" name="Google Shape;4366;p28"/>
            <p:cNvSpPr/>
            <p:nvPr/>
          </p:nvSpPr>
          <p:spPr>
            <a:xfrm>
              <a:off x="4283479" y="4284577"/>
              <a:ext cx="70259" cy="63163"/>
            </a:xfrm>
            <a:custGeom>
              <a:rect b="b" l="l" r="r" t="t"/>
              <a:pathLst>
                <a:path extrusionOk="0" h="1779" w="1979">
                  <a:moveTo>
                    <a:pt x="0" y="0"/>
                  </a:moveTo>
                  <a:lnTo>
                    <a:pt x="0" y="1779"/>
                  </a:lnTo>
                  <a:lnTo>
                    <a:pt x="1979" y="1779"/>
                  </a:lnTo>
                  <a:lnTo>
                    <a:pt x="1979" y="0"/>
                  </a:lnTo>
                  <a:close/>
                </a:path>
              </a:pathLst>
            </a:cu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367" name="Google Shape;4367;p28"/>
            <p:cNvSpPr/>
            <p:nvPr/>
          </p:nvSpPr>
          <p:spPr>
            <a:xfrm>
              <a:off x="4213182" y="4347703"/>
              <a:ext cx="70259" cy="63199"/>
            </a:xfrm>
            <a:custGeom>
              <a:rect b="b" l="l" r="r" t="t"/>
              <a:pathLst>
                <a:path extrusionOk="0" h="1780" w="1979">
                  <a:moveTo>
                    <a:pt x="0" y="1"/>
                  </a:moveTo>
                  <a:lnTo>
                    <a:pt x="0" y="1780"/>
                  </a:lnTo>
                  <a:lnTo>
                    <a:pt x="1979" y="1780"/>
                  </a:lnTo>
                  <a:lnTo>
                    <a:pt x="1979" y="1"/>
                  </a:lnTo>
                  <a:close/>
                </a:path>
              </a:pathLst>
            </a:cu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368" name="Google Shape;4368;p28"/>
            <p:cNvSpPr/>
            <p:nvPr/>
          </p:nvSpPr>
          <p:spPr>
            <a:xfrm>
              <a:off x="4213182" y="4284577"/>
              <a:ext cx="70259" cy="63163"/>
            </a:xfrm>
            <a:custGeom>
              <a:rect b="b" l="l" r="r" t="t"/>
              <a:pathLst>
                <a:path extrusionOk="0" h="1779" w="1979">
                  <a:moveTo>
                    <a:pt x="0" y="0"/>
                  </a:moveTo>
                  <a:lnTo>
                    <a:pt x="0" y="1779"/>
                  </a:lnTo>
                  <a:lnTo>
                    <a:pt x="1979" y="1779"/>
                  </a:lnTo>
                  <a:lnTo>
                    <a:pt x="1979" y="0"/>
                  </a:ln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369" name="Google Shape;4369;p28"/>
            <p:cNvSpPr/>
            <p:nvPr/>
          </p:nvSpPr>
          <p:spPr>
            <a:xfrm>
              <a:off x="4142920" y="4347703"/>
              <a:ext cx="70295" cy="63199"/>
            </a:xfrm>
            <a:custGeom>
              <a:rect b="b" l="l" r="r" t="t"/>
              <a:pathLst>
                <a:path extrusionOk="0" h="1780" w="1980">
                  <a:moveTo>
                    <a:pt x="1" y="1"/>
                  </a:moveTo>
                  <a:lnTo>
                    <a:pt x="1" y="1780"/>
                  </a:lnTo>
                  <a:lnTo>
                    <a:pt x="1979" y="1780"/>
                  </a:lnTo>
                  <a:lnTo>
                    <a:pt x="1979" y="1"/>
                  </a:ln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370" name="Google Shape;4370;p28"/>
            <p:cNvSpPr/>
            <p:nvPr/>
          </p:nvSpPr>
          <p:spPr>
            <a:xfrm>
              <a:off x="4283479" y="4347703"/>
              <a:ext cx="70259" cy="63199"/>
            </a:xfrm>
            <a:custGeom>
              <a:rect b="b" l="l" r="r" t="t"/>
              <a:pathLst>
                <a:path extrusionOk="0" h="1780" w="1979">
                  <a:moveTo>
                    <a:pt x="0" y="1"/>
                  </a:moveTo>
                  <a:lnTo>
                    <a:pt x="0" y="1780"/>
                  </a:lnTo>
                  <a:lnTo>
                    <a:pt x="1979" y="1780"/>
                  </a:lnTo>
                  <a:lnTo>
                    <a:pt x="1979" y="1"/>
                  </a:ln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371" name="Google Shape;4371;p28"/>
            <p:cNvSpPr/>
            <p:nvPr/>
          </p:nvSpPr>
          <p:spPr>
            <a:xfrm>
              <a:off x="4341102" y="4284577"/>
              <a:ext cx="12639" cy="63163"/>
            </a:xfrm>
            <a:custGeom>
              <a:rect b="b" l="l" r="r" t="t"/>
              <a:pathLst>
                <a:path extrusionOk="0" h="1779" w="356">
                  <a:moveTo>
                    <a:pt x="1" y="0"/>
                  </a:moveTo>
                  <a:lnTo>
                    <a:pt x="1" y="1779"/>
                  </a:lnTo>
                  <a:lnTo>
                    <a:pt x="356" y="1779"/>
                  </a:lnTo>
                  <a:lnTo>
                    <a:pt x="356" y="0"/>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372" name="Google Shape;4372;p28"/>
            <p:cNvSpPr/>
            <p:nvPr/>
          </p:nvSpPr>
          <p:spPr>
            <a:xfrm>
              <a:off x="4341102" y="4347703"/>
              <a:ext cx="12639" cy="63199"/>
            </a:xfrm>
            <a:custGeom>
              <a:rect b="b" l="l" r="r" t="t"/>
              <a:pathLst>
                <a:path extrusionOk="0" h="1780" w="356">
                  <a:moveTo>
                    <a:pt x="1" y="1"/>
                  </a:moveTo>
                  <a:lnTo>
                    <a:pt x="1" y="1780"/>
                  </a:lnTo>
                  <a:lnTo>
                    <a:pt x="356" y="1780"/>
                  </a:lnTo>
                  <a:lnTo>
                    <a:pt x="356" y="1"/>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373" name="Google Shape;4373;p28"/>
            <p:cNvSpPr/>
            <p:nvPr/>
          </p:nvSpPr>
          <p:spPr>
            <a:xfrm>
              <a:off x="4173773" y="4194504"/>
              <a:ext cx="52153" cy="52157"/>
            </a:xfrm>
            <a:custGeom>
              <a:rect b="b" l="l" r="r" t="t"/>
              <a:pathLst>
                <a:path extrusionOk="0" h="1469" w="1469">
                  <a:moveTo>
                    <a:pt x="735" y="0"/>
                  </a:moveTo>
                  <a:cubicBezTo>
                    <a:pt x="329" y="0"/>
                    <a:pt x="1" y="328"/>
                    <a:pt x="1" y="734"/>
                  </a:cubicBezTo>
                  <a:cubicBezTo>
                    <a:pt x="1" y="1140"/>
                    <a:pt x="329" y="1468"/>
                    <a:pt x="735" y="1468"/>
                  </a:cubicBezTo>
                  <a:cubicBezTo>
                    <a:pt x="1139" y="1468"/>
                    <a:pt x="1469" y="1140"/>
                    <a:pt x="1469" y="734"/>
                  </a:cubicBezTo>
                  <a:cubicBezTo>
                    <a:pt x="1469" y="328"/>
                    <a:pt x="1139" y="0"/>
                    <a:pt x="735" y="0"/>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374" name="Google Shape;4374;p28"/>
            <p:cNvSpPr/>
            <p:nvPr/>
          </p:nvSpPr>
          <p:spPr>
            <a:xfrm>
              <a:off x="4179560" y="4196173"/>
              <a:ext cx="46260" cy="50488"/>
            </a:xfrm>
            <a:custGeom>
              <a:rect b="b" l="l" r="r" t="t"/>
              <a:pathLst>
                <a:path extrusionOk="0" h="1422" w="1303">
                  <a:moveTo>
                    <a:pt x="823" y="1"/>
                  </a:moveTo>
                  <a:lnTo>
                    <a:pt x="823" y="1"/>
                  </a:lnTo>
                  <a:cubicBezTo>
                    <a:pt x="926" y="126"/>
                    <a:pt x="986" y="289"/>
                    <a:pt x="986" y="463"/>
                  </a:cubicBezTo>
                  <a:cubicBezTo>
                    <a:pt x="986" y="867"/>
                    <a:pt x="658" y="1195"/>
                    <a:pt x="252" y="1195"/>
                  </a:cubicBezTo>
                  <a:cubicBezTo>
                    <a:pt x="164" y="1195"/>
                    <a:pt x="79" y="1178"/>
                    <a:pt x="0" y="1149"/>
                  </a:cubicBezTo>
                  <a:lnTo>
                    <a:pt x="0" y="1149"/>
                  </a:lnTo>
                  <a:cubicBezTo>
                    <a:pt x="136" y="1315"/>
                    <a:pt x="341" y="1421"/>
                    <a:pt x="572" y="1421"/>
                  </a:cubicBezTo>
                  <a:cubicBezTo>
                    <a:pt x="976" y="1421"/>
                    <a:pt x="1303" y="1092"/>
                    <a:pt x="1303" y="687"/>
                  </a:cubicBezTo>
                  <a:cubicBezTo>
                    <a:pt x="1303" y="371"/>
                    <a:pt x="1101" y="102"/>
                    <a:pt x="823"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375" name="Google Shape;4375;p28"/>
            <p:cNvSpPr/>
            <p:nvPr/>
          </p:nvSpPr>
          <p:spPr>
            <a:xfrm>
              <a:off x="4241336" y="4189604"/>
              <a:ext cx="80804" cy="9835"/>
            </a:xfrm>
            <a:custGeom>
              <a:rect b="b" l="l" r="r" t="t"/>
              <a:pathLst>
                <a:path extrusionOk="0" h="277" w="2276">
                  <a:moveTo>
                    <a:pt x="138" y="0"/>
                  </a:moveTo>
                  <a:cubicBezTo>
                    <a:pt x="63" y="0"/>
                    <a:pt x="0" y="64"/>
                    <a:pt x="0" y="138"/>
                  </a:cubicBezTo>
                  <a:cubicBezTo>
                    <a:pt x="0" y="215"/>
                    <a:pt x="61" y="276"/>
                    <a:pt x="138" y="276"/>
                  </a:cubicBezTo>
                  <a:lnTo>
                    <a:pt x="2137" y="276"/>
                  </a:lnTo>
                  <a:cubicBezTo>
                    <a:pt x="2215" y="276"/>
                    <a:pt x="2275" y="216"/>
                    <a:pt x="2275" y="138"/>
                  </a:cubicBezTo>
                  <a:cubicBezTo>
                    <a:pt x="2275" y="64"/>
                    <a:pt x="2215" y="0"/>
                    <a:pt x="2137"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376" name="Google Shape;4376;p28"/>
            <p:cNvSpPr/>
            <p:nvPr/>
          </p:nvSpPr>
          <p:spPr>
            <a:xfrm>
              <a:off x="4241372" y="4210019"/>
              <a:ext cx="45337" cy="9870"/>
            </a:xfrm>
            <a:custGeom>
              <a:rect b="b" l="l" r="r" t="t"/>
              <a:pathLst>
                <a:path extrusionOk="0" h="278" w="1277">
                  <a:moveTo>
                    <a:pt x="140" y="1"/>
                  </a:moveTo>
                  <a:cubicBezTo>
                    <a:pt x="64" y="1"/>
                    <a:pt x="1" y="61"/>
                    <a:pt x="1" y="139"/>
                  </a:cubicBezTo>
                  <a:cubicBezTo>
                    <a:pt x="1" y="215"/>
                    <a:pt x="62" y="277"/>
                    <a:pt x="140" y="277"/>
                  </a:cubicBezTo>
                  <a:lnTo>
                    <a:pt x="1137" y="277"/>
                  </a:lnTo>
                  <a:cubicBezTo>
                    <a:pt x="1215" y="277"/>
                    <a:pt x="1277" y="217"/>
                    <a:pt x="1277" y="139"/>
                  </a:cubicBezTo>
                  <a:cubicBezTo>
                    <a:pt x="1277" y="64"/>
                    <a:pt x="1215" y="1"/>
                    <a:pt x="1137"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377" name="Google Shape;4377;p28"/>
            <p:cNvSpPr/>
            <p:nvPr/>
          </p:nvSpPr>
          <p:spPr>
            <a:xfrm>
              <a:off x="4246626" y="4235866"/>
              <a:ext cx="76259" cy="24569"/>
            </a:xfrm>
            <a:custGeom>
              <a:rect b="b" l="l" r="r" t="t"/>
              <a:pathLst>
                <a:path extrusionOk="0" h="692" w="2148">
                  <a:moveTo>
                    <a:pt x="83" y="1"/>
                  </a:moveTo>
                  <a:cubicBezTo>
                    <a:pt x="38" y="1"/>
                    <a:pt x="1" y="37"/>
                    <a:pt x="1" y="84"/>
                  </a:cubicBezTo>
                  <a:lnTo>
                    <a:pt x="1" y="608"/>
                  </a:lnTo>
                  <a:cubicBezTo>
                    <a:pt x="1" y="654"/>
                    <a:pt x="37" y="692"/>
                    <a:pt x="83" y="692"/>
                  </a:cubicBezTo>
                  <a:lnTo>
                    <a:pt x="2066" y="692"/>
                  </a:lnTo>
                  <a:cubicBezTo>
                    <a:pt x="2110" y="692"/>
                    <a:pt x="2148" y="654"/>
                    <a:pt x="2148" y="608"/>
                  </a:cubicBezTo>
                  <a:lnTo>
                    <a:pt x="2148" y="84"/>
                  </a:lnTo>
                  <a:cubicBezTo>
                    <a:pt x="2148" y="38"/>
                    <a:pt x="2112" y="1"/>
                    <a:pt x="2066" y="1"/>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378" name="Google Shape;4378;p28"/>
            <p:cNvSpPr/>
            <p:nvPr/>
          </p:nvSpPr>
          <p:spPr>
            <a:xfrm>
              <a:off x="4306770" y="4235830"/>
              <a:ext cx="16118" cy="24569"/>
            </a:xfrm>
            <a:custGeom>
              <a:rect b="b" l="l" r="r" t="t"/>
              <a:pathLst>
                <a:path extrusionOk="0" h="692" w="454">
                  <a:moveTo>
                    <a:pt x="0" y="1"/>
                  </a:moveTo>
                  <a:cubicBezTo>
                    <a:pt x="47" y="1"/>
                    <a:pt x="84" y="36"/>
                    <a:pt x="84" y="83"/>
                  </a:cubicBezTo>
                  <a:lnTo>
                    <a:pt x="84" y="608"/>
                  </a:lnTo>
                  <a:cubicBezTo>
                    <a:pt x="84" y="654"/>
                    <a:pt x="48" y="691"/>
                    <a:pt x="0" y="691"/>
                  </a:cubicBezTo>
                  <a:lnTo>
                    <a:pt x="372" y="691"/>
                  </a:lnTo>
                  <a:cubicBezTo>
                    <a:pt x="416" y="691"/>
                    <a:pt x="454" y="655"/>
                    <a:pt x="454" y="608"/>
                  </a:cubicBezTo>
                  <a:lnTo>
                    <a:pt x="454" y="83"/>
                  </a:lnTo>
                  <a:cubicBezTo>
                    <a:pt x="454" y="38"/>
                    <a:pt x="416" y="1"/>
                    <a:pt x="372"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4379" name="Google Shape;4379;p28"/>
          <p:cNvGrpSpPr/>
          <p:nvPr/>
        </p:nvGrpSpPr>
        <p:grpSpPr>
          <a:xfrm>
            <a:off x="3437462" y="4148065"/>
            <a:ext cx="327024" cy="326249"/>
            <a:chOff x="3437462" y="4148065"/>
            <a:chExt cx="327024" cy="326249"/>
          </a:xfrm>
        </p:grpSpPr>
        <p:sp>
          <p:nvSpPr>
            <p:cNvPr id="4380" name="Google Shape;4380;p28"/>
            <p:cNvSpPr/>
            <p:nvPr/>
          </p:nvSpPr>
          <p:spPr>
            <a:xfrm>
              <a:off x="3490860" y="4355727"/>
              <a:ext cx="153939" cy="118587"/>
            </a:xfrm>
            <a:custGeom>
              <a:rect b="b" l="l" r="r" t="t"/>
              <a:pathLst>
                <a:path extrusionOk="0" h="3340" w="4336">
                  <a:moveTo>
                    <a:pt x="2169" y="1"/>
                  </a:moveTo>
                  <a:cubicBezTo>
                    <a:pt x="971" y="1"/>
                    <a:pt x="0" y="971"/>
                    <a:pt x="0" y="2168"/>
                  </a:cubicBezTo>
                  <a:lnTo>
                    <a:pt x="0" y="3339"/>
                  </a:lnTo>
                  <a:lnTo>
                    <a:pt x="4336" y="3339"/>
                  </a:lnTo>
                  <a:lnTo>
                    <a:pt x="4336" y="2168"/>
                  </a:lnTo>
                  <a:cubicBezTo>
                    <a:pt x="4336" y="972"/>
                    <a:pt x="3365" y="1"/>
                    <a:pt x="2169" y="1"/>
                  </a:cubicBezTo>
                  <a:close/>
                </a:path>
              </a:pathLst>
            </a:cu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381" name="Google Shape;4381;p28"/>
            <p:cNvSpPr/>
            <p:nvPr/>
          </p:nvSpPr>
          <p:spPr>
            <a:xfrm>
              <a:off x="3560518" y="4355727"/>
              <a:ext cx="84354" cy="118587"/>
            </a:xfrm>
            <a:custGeom>
              <a:rect b="b" l="l" r="r" t="t"/>
              <a:pathLst>
                <a:path extrusionOk="0" h="3340" w="2376">
                  <a:moveTo>
                    <a:pt x="208" y="1"/>
                  </a:moveTo>
                  <a:cubicBezTo>
                    <a:pt x="138" y="1"/>
                    <a:pt x="70" y="5"/>
                    <a:pt x="1" y="12"/>
                  </a:cubicBezTo>
                  <a:cubicBezTo>
                    <a:pt x="518" y="60"/>
                    <a:pt x="980" y="289"/>
                    <a:pt x="1326" y="636"/>
                  </a:cubicBezTo>
                  <a:cubicBezTo>
                    <a:pt x="1719" y="1028"/>
                    <a:pt x="1962" y="1569"/>
                    <a:pt x="1962" y="2168"/>
                  </a:cubicBezTo>
                  <a:lnTo>
                    <a:pt x="1962" y="3339"/>
                  </a:lnTo>
                  <a:lnTo>
                    <a:pt x="2375" y="3339"/>
                  </a:lnTo>
                  <a:lnTo>
                    <a:pt x="2375" y="2170"/>
                  </a:lnTo>
                  <a:cubicBezTo>
                    <a:pt x="2375" y="1569"/>
                    <a:pt x="2132" y="1027"/>
                    <a:pt x="1741" y="636"/>
                  </a:cubicBezTo>
                  <a:cubicBezTo>
                    <a:pt x="1348" y="244"/>
                    <a:pt x="807" y="1"/>
                    <a:pt x="208"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382" name="Google Shape;4382;p28"/>
            <p:cNvSpPr/>
            <p:nvPr/>
          </p:nvSpPr>
          <p:spPr>
            <a:xfrm>
              <a:off x="3437462" y="4369999"/>
              <a:ext cx="101608" cy="85922"/>
            </a:xfrm>
            <a:custGeom>
              <a:rect b="b" l="l" r="r" t="t"/>
              <a:pathLst>
                <a:path extrusionOk="0" h="2420" w="2862">
                  <a:moveTo>
                    <a:pt x="1562" y="0"/>
                  </a:moveTo>
                  <a:cubicBezTo>
                    <a:pt x="1558" y="0"/>
                    <a:pt x="1554" y="1"/>
                    <a:pt x="1550" y="2"/>
                  </a:cubicBezTo>
                  <a:cubicBezTo>
                    <a:pt x="1310" y="77"/>
                    <a:pt x="825" y="275"/>
                    <a:pt x="598" y="746"/>
                  </a:cubicBezTo>
                  <a:cubicBezTo>
                    <a:pt x="575" y="792"/>
                    <a:pt x="526" y="822"/>
                    <a:pt x="474" y="822"/>
                  </a:cubicBezTo>
                  <a:lnTo>
                    <a:pt x="298" y="822"/>
                  </a:lnTo>
                  <a:cubicBezTo>
                    <a:pt x="134" y="822"/>
                    <a:pt x="0" y="956"/>
                    <a:pt x="0" y="1120"/>
                  </a:cubicBezTo>
                  <a:lnTo>
                    <a:pt x="0" y="2123"/>
                  </a:lnTo>
                  <a:cubicBezTo>
                    <a:pt x="0" y="2287"/>
                    <a:pt x="134" y="2419"/>
                    <a:pt x="298" y="2419"/>
                  </a:cubicBezTo>
                  <a:lnTo>
                    <a:pt x="2565" y="2419"/>
                  </a:lnTo>
                  <a:cubicBezTo>
                    <a:pt x="2727" y="2419"/>
                    <a:pt x="2861" y="2287"/>
                    <a:pt x="2861" y="2123"/>
                  </a:cubicBezTo>
                  <a:lnTo>
                    <a:pt x="2861" y="1120"/>
                  </a:lnTo>
                  <a:cubicBezTo>
                    <a:pt x="2861" y="956"/>
                    <a:pt x="2727" y="822"/>
                    <a:pt x="2565" y="822"/>
                  </a:cubicBezTo>
                  <a:lnTo>
                    <a:pt x="1601" y="822"/>
                  </a:lnTo>
                  <a:cubicBezTo>
                    <a:pt x="1599" y="822"/>
                    <a:pt x="1597" y="822"/>
                    <a:pt x="1595" y="822"/>
                  </a:cubicBezTo>
                  <a:cubicBezTo>
                    <a:pt x="1523" y="822"/>
                    <a:pt x="1464" y="763"/>
                    <a:pt x="1461" y="691"/>
                  </a:cubicBezTo>
                  <a:cubicBezTo>
                    <a:pt x="1457" y="531"/>
                    <a:pt x="1468" y="258"/>
                    <a:pt x="1598" y="68"/>
                  </a:cubicBezTo>
                  <a:cubicBezTo>
                    <a:pt x="1620" y="38"/>
                    <a:pt x="1595" y="0"/>
                    <a:pt x="1562" y="0"/>
                  </a:cubicBezTo>
                  <a:close/>
                </a:path>
              </a:pathLst>
            </a:cu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383" name="Google Shape;4383;p28"/>
            <p:cNvSpPr/>
            <p:nvPr/>
          </p:nvSpPr>
          <p:spPr>
            <a:xfrm>
              <a:off x="3476019" y="4369999"/>
              <a:ext cx="18958" cy="29292"/>
            </a:xfrm>
            <a:custGeom>
              <a:rect b="b" l="l" r="r" t="t"/>
              <a:pathLst>
                <a:path extrusionOk="0" h="825" w="534">
                  <a:moveTo>
                    <a:pt x="474" y="0"/>
                  </a:moveTo>
                  <a:cubicBezTo>
                    <a:pt x="471" y="0"/>
                    <a:pt x="467" y="1"/>
                    <a:pt x="463" y="2"/>
                  </a:cubicBezTo>
                  <a:cubicBezTo>
                    <a:pt x="368" y="34"/>
                    <a:pt x="233" y="81"/>
                    <a:pt x="91" y="160"/>
                  </a:cubicBezTo>
                  <a:cubicBezTo>
                    <a:pt x="9" y="339"/>
                    <a:pt x="1" y="554"/>
                    <a:pt x="7" y="691"/>
                  </a:cubicBezTo>
                  <a:cubicBezTo>
                    <a:pt x="9" y="765"/>
                    <a:pt x="71" y="825"/>
                    <a:pt x="145" y="825"/>
                  </a:cubicBezTo>
                  <a:lnTo>
                    <a:pt x="513" y="825"/>
                  </a:lnTo>
                  <a:cubicBezTo>
                    <a:pt x="440" y="825"/>
                    <a:pt x="378" y="765"/>
                    <a:pt x="375" y="691"/>
                  </a:cubicBezTo>
                  <a:cubicBezTo>
                    <a:pt x="371" y="530"/>
                    <a:pt x="382" y="258"/>
                    <a:pt x="512" y="69"/>
                  </a:cubicBezTo>
                  <a:cubicBezTo>
                    <a:pt x="534" y="40"/>
                    <a:pt x="509" y="0"/>
                    <a:pt x="474"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384" name="Google Shape;4384;p28"/>
            <p:cNvSpPr/>
            <p:nvPr/>
          </p:nvSpPr>
          <p:spPr>
            <a:xfrm>
              <a:off x="3515322" y="4399254"/>
              <a:ext cx="23680" cy="56772"/>
            </a:xfrm>
            <a:custGeom>
              <a:rect b="b" l="l" r="r" t="t"/>
              <a:pathLst>
                <a:path extrusionOk="0" h="1599" w="667">
                  <a:moveTo>
                    <a:pt x="0" y="1"/>
                  </a:moveTo>
                  <a:cubicBezTo>
                    <a:pt x="164" y="1"/>
                    <a:pt x="297" y="133"/>
                    <a:pt x="297" y="297"/>
                  </a:cubicBezTo>
                  <a:lnTo>
                    <a:pt x="297" y="1300"/>
                  </a:lnTo>
                  <a:cubicBezTo>
                    <a:pt x="297" y="1464"/>
                    <a:pt x="164" y="1598"/>
                    <a:pt x="0" y="1598"/>
                  </a:cubicBezTo>
                  <a:lnTo>
                    <a:pt x="369" y="1598"/>
                  </a:lnTo>
                  <a:cubicBezTo>
                    <a:pt x="533" y="1598"/>
                    <a:pt x="667" y="1464"/>
                    <a:pt x="667" y="1300"/>
                  </a:cubicBezTo>
                  <a:lnTo>
                    <a:pt x="667" y="297"/>
                  </a:lnTo>
                  <a:cubicBezTo>
                    <a:pt x="667" y="133"/>
                    <a:pt x="533" y="1"/>
                    <a:pt x="369"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385" name="Google Shape;4385;p28"/>
            <p:cNvSpPr/>
            <p:nvPr/>
          </p:nvSpPr>
          <p:spPr>
            <a:xfrm>
              <a:off x="3550896" y="4317667"/>
              <a:ext cx="33976" cy="62027"/>
            </a:xfrm>
            <a:custGeom>
              <a:rect b="b" l="l" r="r" t="t"/>
              <a:pathLst>
                <a:path extrusionOk="0" h="1747" w="957">
                  <a:moveTo>
                    <a:pt x="0" y="1"/>
                  </a:moveTo>
                  <a:lnTo>
                    <a:pt x="0" y="1267"/>
                  </a:lnTo>
                  <a:cubicBezTo>
                    <a:pt x="0" y="1532"/>
                    <a:pt x="214" y="1746"/>
                    <a:pt x="479" y="1746"/>
                  </a:cubicBezTo>
                  <a:cubicBezTo>
                    <a:pt x="741" y="1746"/>
                    <a:pt x="957" y="1532"/>
                    <a:pt x="957" y="1267"/>
                  </a:cubicBezTo>
                  <a:lnTo>
                    <a:pt x="957" y="1"/>
                  </a:ln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386" name="Google Shape;4386;p28"/>
            <p:cNvSpPr/>
            <p:nvPr/>
          </p:nvSpPr>
          <p:spPr>
            <a:xfrm>
              <a:off x="3560944" y="4317773"/>
              <a:ext cx="23929" cy="61956"/>
            </a:xfrm>
            <a:custGeom>
              <a:rect b="b" l="l" r="r" t="t"/>
              <a:pathLst>
                <a:path extrusionOk="0" h="1745" w="674">
                  <a:moveTo>
                    <a:pt x="283" y="1"/>
                  </a:moveTo>
                  <a:lnTo>
                    <a:pt x="283" y="1267"/>
                  </a:lnTo>
                  <a:cubicBezTo>
                    <a:pt x="283" y="1461"/>
                    <a:pt x="167" y="1628"/>
                    <a:pt x="1" y="1703"/>
                  </a:cubicBezTo>
                  <a:cubicBezTo>
                    <a:pt x="60" y="1730"/>
                    <a:pt x="126" y="1745"/>
                    <a:pt x="196" y="1745"/>
                  </a:cubicBezTo>
                  <a:cubicBezTo>
                    <a:pt x="461" y="1745"/>
                    <a:pt x="674" y="1530"/>
                    <a:pt x="674" y="1267"/>
                  </a:cubicBezTo>
                  <a:lnTo>
                    <a:pt x="674" y="1"/>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387" name="Google Shape;4387;p28"/>
            <p:cNvSpPr/>
            <p:nvPr/>
          </p:nvSpPr>
          <p:spPr>
            <a:xfrm>
              <a:off x="3566908" y="4148065"/>
              <a:ext cx="197571" cy="197585"/>
            </a:xfrm>
            <a:custGeom>
              <a:rect b="b" l="l" r="r" t="t"/>
              <a:pathLst>
                <a:path extrusionOk="0" h="5565" w="5565">
                  <a:moveTo>
                    <a:pt x="2449" y="0"/>
                  </a:moveTo>
                  <a:cubicBezTo>
                    <a:pt x="2391" y="0"/>
                    <a:pt x="2342" y="48"/>
                    <a:pt x="2342" y="107"/>
                  </a:cubicBezTo>
                  <a:lnTo>
                    <a:pt x="2342" y="656"/>
                  </a:lnTo>
                  <a:cubicBezTo>
                    <a:pt x="2260" y="674"/>
                    <a:pt x="2180" y="697"/>
                    <a:pt x="2100" y="723"/>
                  </a:cubicBezTo>
                  <a:lnTo>
                    <a:pt x="1824" y="245"/>
                  </a:lnTo>
                  <a:cubicBezTo>
                    <a:pt x="1805" y="211"/>
                    <a:pt x="1769" y="192"/>
                    <a:pt x="1733" y="192"/>
                  </a:cubicBezTo>
                  <a:cubicBezTo>
                    <a:pt x="1715" y="192"/>
                    <a:pt x="1697" y="197"/>
                    <a:pt x="1680" y="206"/>
                  </a:cubicBezTo>
                  <a:lnTo>
                    <a:pt x="1103" y="538"/>
                  </a:lnTo>
                  <a:cubicBezTo>
                    <a:pt x="1053" y="567"/>
                    <a:pt x="1036" y="632"/>
                    <a:pt x="1064" y="682"/>
                  </a:cubicBezTo>
                  <a:lnTo>
                    <a:pt x="1339" y="1162"/>
                  </a:lnTo>
                  <a:cubicBezTo>
                    <a:pt x="1276" y="1216"/>
                    <a:pt x="1217" y="1277"/>
                    <a:pt x="1161" y="1339"/>
                  </a:cubicBezTo>
                  <a:lnTo>
                    <a:pt x="683" y="1064"/>
                  </a:lnTo>
                  <a:cubicBezTo>
                    <a:pt x="666" y="1054"/>
                    <a:pt x="648" y="1049"/>
                    <a:pt x="630" y="1049"/>
                  </a:cubicBezTo>
                  <a:cubicBezTo>
                    <a:pt x="593" y="1049"/>
                    <a:pt x="558" y="1068"/>
                    <a:pt x="539" y="1103"/>
                  </a:cubicBezTo>
                  <a:lnTo>
                    <a:pt x="205" y="1681"/>
                  </a:lnTo>
                  <a:cubicBezTo>
                    <a:pt x="176" y="1731"/>
                    <a:pt x="194" y="1796"/>
                    <a:pt x="246" y="1825"/>
                  </a:cubicBezTo>
                  <a:lnTo>
                    <a:pt x="722" y="2100"/>
                  </a:lnTo>
                  <a:cubicBezTo>
                    <a:pt x="694" y="2179"/>
                    <a:pt x="673" y="2260"/>
                    <a:pt x="657" y="2343"/>
                  </a:cubicBezTo>
                  <a:lnTo>
                    <a:pt x="107" y="2343"/>
                  </a:lnTo>
                  <a:cubicBezTo>
                    <a:pt x="50" y="2343"/>
                    <a:pt x="1" y="2389"/>
                    <a:pt x="1" y="2449"/>
                  </a:cubicBezTo>
                  <a:lnTo>
                    <a:pt x="1" y="3116"/>
                  </a:lnTo>
                  <a:cubicBezTo>
                    <a:pt x="1" y="3173"/>
                    <a:pt x="47" y="3222"/>
                    <a:pt x="107" y="3222"/>
                  </a:cubicBezTo>
                  <a:lnTo>
                    <a:pt x="657" y="3222"/>
                  </a:lnTo>
                  <a:cubicBezTo>
                    <a:pt x="673" y="3306"/>
                    <a:pt x="697" y="3386"/>
                    <a:pt x="722" y="3465"/>
                  </a:cubicBezTo>
                  <a:lnTo>
                    <a:pt x="246" y="3740"/>
                  </a:lnTo>
                  <a:cubicBezTo>
                    <a:pt x="195" y="3769"/>
                    <a:pt x="176" y="3834"/>
                    <a:pt x="205" y="3884"/>
                  </a:cubicBezTo>
                  <a:lnTo>
                    <a:pt x="539" y="4461"/>
                  </a:lnTo>
                  <a:cubicBezTo>
                    <a:pt x="559" y="4496"/>
                    <a:pt x="595" y="4515"/>
                    <a:pt x="632" y="4515"/>
                  </a:cubicBezTo>
                  <a:cubicBezTo>
                    <a:pt x="649" y="4515"/>
                    <a:pt x="667" y="4511"/>
                    <a:pt x="683" y="4502"/>
                  </a:cubicBezTo>
                  <a:lnTo>
                    <a:pt x="1161" y="4227"/>
                  </a:lnTo>
                  <a:cubicBezTo>
                    <a:pt x="1217" y="4289"/>
                    <a:pt x="1276" y="4349"/>
                    <a:pt x="1339" y="4404"/>
                  </a:cubicBezTo>
                  <a:lnTo>
                    <a:pt x="1064" y="4883"/>
                  </a:lnTo>
                  <a:cubicBezTo>
                    <a:pt x="1036" y="4933"/>
                    <a:pt x="1051" y="4998"/>
                    <a:pt x="1103" y="5027"/>
                  </a:cubicBezTo>
                  <a:lnTo>
                    <a:pt x="1680" y="5359"/>
                  </a:lnTo>
                  <a:cubicBezTo>
                    <a:pt x="1697" y="5369"/>
                    <a:pt x="1715" y="5373"/>
                    <a:pt x="1734" y="5373"/>
                  </a:cubicBezTo>
                  <a:cubicBezTo>
                    <a:pt x="1770" y="5373"/>
                    <a:pt x="1805" y="5355"/>
                    <a:pt x="1824" y="5320"/>
                  </a:cubicBezTo>
                  <a:lnTo>
                    <a:pt x="2100" y="4843"/>
                  </a:lnTo>
                  <a:cubicBezTo>
                    <a:pt x="2180" y="4870"/>
                    <a:pt x="2260" y="4892"/>
                    <a:pt x="2342" y="4907"/>
                  </a:cubicBezTo>
                  <a:lnTo>
                    <a:pt x="2342" y="5459"/>
                  </a:lnTo>
                  <a:cubicBezTo>
                    <a:pt x="2342" y="5516"/>
                    <a:pt x="2390" y="5565"/>
                    <a:pt x="2449" y="5565"/>
                  </a:cubicBezTo>
                  <a:lnTo>
                    <a:pt x="3116" y="5565"/>
                  </a:lnTo>
                  <a:cubicBezTo>
                    <a:pt x="3174" y="5565"/>
                    <a:pt x="3223" y="5518"/>
                    <a:pt x="3223" y="5459"/>
                  </a:cubicBezTo>
                  <a:lnTo>
                    <a:pt x="3223" y="4907"/>
                  </a:lnTo>
                  <a:cubicBezTo>
                    <a:pt x="3305" y="4892"/>
                    <a:pt x="3385" y="4869"/>
                    <a:pt x="3465" y="4843"/>
                  </a:cubicBezTo>
                  <a:lnTo>
                    <a:pt x="3741" y="5320"/>
                  </a:lnTo>
                  <a:cubicBezTo>
                    <a:pt x="3760" y="5354"/>
                    <a:pt x="3796" y="5373"/>
                    <a:pt x="3832" y="5373"/>
                  </a:cubicBezTo>
                  <a:cubicBezTo>
                    <a:pt x="3850" y="5373"/>
                    <a:pt x="3868" y="5369"/>
                    <a:pt x="3885" y="5359"/>
                  </a:cubicBezTo>
                  <a:lnTo>
                    <a:pt x="4462" y="5027"/>
                  </a:lnTo>
                  <a:cubicBezTo>
                    <a:pt x="4512" y="4998"/>
                    <a:pt x="4531" y="4933"/>
                    <a:pt x="4501" y="4883"/>
                  </a:cubicBezTo>
                  <a:lnTo>
                    <a:pt x="4226" y="4404"/>
                  </a:lnTo>
                  <a:cubicBezTo>
                    <a:pt x="4289" y="4348"/>
                    <a:pt x="4348" y="4289"/>
                    <a:pt x="4404" y="4227"/>
                  </a:cubicBezTo>
                  <a:lnTo>
                    <a:pt x="4882" y="4502"/>
                  </a:lnTo>
                  <a:cubicBezTo>
                    <a:pt x="4899" y="4511"/>
                    <a:pt x="4917" y="4516"/>
                    <a:pt x="4935" y="4516"/>
                  </a:cubicBezTo>
                  <a:cubicBezTo>
                    <a:pt x="4971" y="4516"/>
                    <a:pt x="5007" y="4497"/>
                    <a:pt x="5026" y="4461"/>
                  </a:cubicBezTo>
                  <a:lnTo>
                    <a:pt x="5360" y="3884"/>
                  </a:lnTo>
                  <a:cubicBezTo>
                    <a:pt x="5389" y="3834"/>
                    <a:pt x="5371" y="3769"/>
                    <a:pt x="5320" y="3740"/>
                  </a:cubicBezTo>
                  <a:lnTo>
                    <a:pt x="4843" y="3465"/>
                  </a:lnTo>
                  <a:cubicBezTo>
                    <a:pt x="4871" y="3386"/>
                    <a:pt x="4892" y="3306"/>
                    <a:pt x="4908" y="3222"/>
                  </a:cubicBezTo>
                  <a:lnTo>
                    <a:pt x="5459" y="3222"/>
                  </a:lnTo>
                  <a:cubicBezTo>
                    <a:pt x="5518" y="3222"/>
                    <a:pt x="5564" y="3176"/>
                    <a:pt x="5564" y="3116"/>
                  </a:cubicBezTo>
                  <a:lnTo>
                    <a:pt x="5564" y="2449"/>
                  </a:lnTo>
                  <a:cubicBezTo>
                    <a:pt x="5564" y="2392"/>
                    <a:pt x="5518" y="2343"/>
                    <a:pt x="5459" y="2343"/>
                  </a:cubicBezTo>
                  <a:lnTo>
                    <a:pt x="4908" y="2343"/>
                  </a:lnTo>
                  <a:cubicBezTo>
                    <a:pt x="4892" y="2260"/>
                    <a:pt x="4869" y="2179"/>
                    <a:pt x="4843" y="2100"/>
                  </a:cubicBezTo>
                  <a:lnTo>
                    <a:pt x="5320" y="1825"/>
                  </a:lnTo>
                  <a:cubicBezTo>
                    <a:pt x="5370" y="1796"/>
                    <a:pt x="5389" y="1731"/>
                    <a:pt x="5360" y="1681"/>
                  </a:cubicBezTo>
                  <a:lnTo>
                    <a:pt x="5026" y="1103"/>
                  </a:lnTo>
                  <a:cubicBezTo>
                    <a:pt x="5007" y="1069"/>
                    <a:pt x="4971" y="1050"/>
                    <a:pt x="4934" y="1050"/>
                  </a:cubicBezTo>
                  <a:cubicBezTo>
                    <a:pt x="4917" y="1050"/>
                    <a:pt x="4899" y="1054"/>
                    <a:pt x="4882" y="1064"/>
                  </a:cubicBezTo>
                  <a:lnTo>
                    <a:pt x="4404" y="1339"/>
                  </a:lnTo>
                  <a:cubicBezTo>
                    <a:pt x="4348" y="1277"/>
                    <a:pt x="4289" y="1216"/>
                    <a:pt x="4226" y="1162"/>
                  </a:cubicBezTo>
                  <a:lnTo>
                    <a:pt x="4501" y="682"/>
                  </a:lnTo>
                  <a:cubicBezTo>
                    <a:pt x="4531" y="632"/>
                    <a:pt x="4514" y="567"/>
                    <a:pt x="4462" y="538"/>
                  </a:cubicBezTo>
                  <a:lnTo>
                    <a:pt x="3885" y="206"/>
                  </a:lnTo>
                  <a:cubicBezTo>
                    <a:pt x="3868" y="196"/>
                    <a:pt x="3850" y="192"/>
                    <a:pt x="3832" y="192"/>
                  </a:cubicBezTo>
                  <a:cubicBezTo>
                    <a:pt x="3795" y="192"/>
                    <a:pt x="3760" y="210"/>
                    <a:pt x="3741" y="245"/>
                  </a:cubicBezTo>
                  <a:lnTo>
                    <a:pt x="3465" y="723"/>
                  </a:lnTo>
                  <a:cubicBezTo>
                    <a:pt x="3385" y="695"/>
                    <a:pt x="3305" y="674"/>
                    <a:pt x="3223" y="656"/>
                  </a:cubicBezTo>
                  <a:lnTo>
                    <a:pt x="3223" y="107"/>
                  </a:lnTo>
                  <a:cubicBezTo>
                    <a:pt x="3223" y="49"/>
                    <a:pt x="3175" y="0"/>
                    <a:pt x="3116" y="0"/>
                  </a:cubicBezTo>
                  <a:close/>
                </a:path>
              </a:pathLst>
            </a:custGeom>
            <a:solidFill>
              <a:schemeClr val="accent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388" name="Google Shape;4388;p28"/>
            <p:cNvSpPr/>
            <p:nvPr/>
          </p:nvSpPr>
          <p:spPr>
            <a:xfrm>
              <a:off x="3662910" y="4148065"/>
              <a:ext cx="18390" cy="26380"/>
            </a:xfrm>
            <a:custGeom>
              <a:rect b="b" l="l" r="r" t="t"/>
              <a:pathLst>
                <a:path extrusionOk="0" h="743" w="518">
                  <a:moveTo>
                    <a:pt x="1" y="0"/>
                  </a:moveTo>
                  <a:lnTo>
                    <a:pt x="9" y="7"/>
                  </a:lnTo>
                  <a:cubicBezTo>
                    <a:pt x="74" y="49"/>
                    <a:pt x="114" y="120"/>
                    <a:pt x="114" y="197"/>
                  </a:cubicBezTo>
                  <a:lnTo>
                    <a:pt x="114" y="573"/>
                  </a:lnTo>
                  <a:cubicBezTo>
                    <a:pt x="114" y="667"/>
                    <a:pt x="189" y="743"/>
                    <a:pt x="284" y="743"/>
                  </a:cubicBezTo>
                  <a:cubicBezTo>
                    <a:pt x="332" y="743"/>
                    <a:pt x="376" y="731"/>
                    <a:pt x="418" y="710"/>
                  </a:cubicBezTo>
                  <a:lnTo>
                    <a:pt x="517" y="658"/>
                  </a:lnTo>
                  <a:lnTo>
                    <a:pt x="517" y="107"/>
                  </a:lnTo>
                  <a:cubicBezTo>
                    <a:pt x="517" y="48"/>
                    <a:pt x="468" y="0"/>
                    <a:pt x="411"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389" name="Google Shape;4389;p28"/>
            <p:cNvSpPr/>
            <p:nvPr/>
          </p:nvSpPr>
          <p:spPr>
            <a:xfrm>
              <a:off x="3665467" y="4322389"/>
              <a:ext cx="15870" cy="23327"/>
            </a:xfrm>
            <a:custGeom>
              <a:rect b="b" l="l" r="r" t="t"/>
              <a:pathLst>
                <a:path extrusionOk="0" h="657" w="447">
                  <a:moveTo>
                    <a:pt x="261" y="0"/>
                  </a:moveTo>
                  <a:cubicBezTo>
                    <a:pt x="140" y="0"/>
                    <a:pt x="44" y="97"/>
                    <a:pt x="44" y="218"/>
                  </a:cubicBezTo>
                  <a:lnTo>
                    <a:pt x="44" y="572"/>
                  </a:lnTo>
                  <a:cubicBezTo>
                    <a:pt x="44" y="606"/>
                    <a:pt x="25" y="636"/>
                    <a:pt x="1" y="656"/>
                  </a:cubicBezTo>
                  <a:lnTo>
                    <a:pt x="340" y="656"/>
                  </a:lnTo>
                  <a:cubicBezTo>
                    <a:pt x="399" y="656"/>
                    <a:pt x="447" y="608"/>
                    <a:pt x="447" y="550"/>
                  </a:cubicBezTo>
                  <a:lnTo>
                    <a:pt x="447" y="233"/>
                  </a:lnTo>
                  <a:lnTo>
                    <a:pt x="447" y="0"/>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390" name="Google Shape;4390;p28"/>
            <p:cNvSpPr/>
            <p:nvPr/>
          </p:nvSpPr>
          <p:spPr>
            <a:xfrm>
              <a:off x="3696887" y="4304353"/>
              <a:ext cx="30816" cy="34475"/>
            </a:xfrm>
            <a:custGeom>
              <a:rect b="b" l="l" r="r" t="t"/>
              <a:pathLst>
                <a:path extrusionOk="0" h="971" w="868">
                  <a:moveTo>
                    <a:pt x="563" y="0"/>
                  </a:moveTo>
                  <a:lnTo>
                    <a:pt x="474" y="48"/>
                  </a:lnTo>
                  <a:cubicBezTo>
                    <a:pt x="348" y="115"/>
                    <a:pt x="303" y="274"/>
                    <a:pt x="375" y="397"/>
                  </a:cubicBezTo>
                  <a:lnTo>
                    <a:pt x="398" y="432"/>
                  </a:lnTo>
                  <a:cubicBezTo>
                    <a:pt x="428" y="482"/>
                    <a:pt x="411" y="547"/>
                    <a:pt x="361" y="576"/>
                  </a:cubicBezTo>
                  <a:lnTo>
                    <a:pt x="1" y="783"/>
                  </a:lnTo>
                  <a:lnTo>
                    <a:pt x="78" y="918"/>
                  </a:lnTo>
                  <a:cubicBezTo>
                    <a:pt x="98" y="952"/>
                    <a:pt x="133" y="970"/>
                    <a:pt x="169" y="970"/>
                  </a:cubicBezTo>
                  <a:cubicBezTo>
                    <a:pt x="187" y="970"/>
                    <a:pt x="205" y="965"/>
                    <a:pt x="222" y="956"/>
                  </a:cubicBezTo>
                  <a:lnTo>
                    <a:pt x="799" y="623"/>
                  </a:lnTo>
                  <a:cubicBezTo>
                    <a:pt x="851" y="595"/>
                    <a:pt x="867" y="530"/>
                    <a:pt x="838" y="479"/>
                  </a:cubicBezTo>
                  <a:lnTo>
                    <a:pt x="563" y="0"/>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391" name="Google Shape;4391;p28"/>
            <p:cNvSpPr/>
            <p:nvPr/>
          </p:nvSpPr>
          <p:spPr>
            <a:xfrm>
              <a:off x="3697669" y="4154917"/>
              <a:ext cx="30106" cy="34440"/>
            </a:xfrm>
            <a:custGeom>
              <a:rect b="b" l="l" r="r" t="t"/>
              <a:pathLst>
                <a:path extrusionOk="0" h="970" w="848">
                  <a:moveTo>
                    <a:pt x="151" y="1"/>
                  </a:moveTo>
                  <a:cubicBezTo>
                    <a:pt x="114" y="1"/>
                    <a:pt x="77" y="21"/>
                    <a:pt x="58" y="55"/>
                  </a:cubicBezTo>
                  <a:lnTo>
                    <a:pt x="0" y="153"/>
                  </a:lnTo>
                  <a:lnTo>
                    <a:pt x="376" y="368"/>
                  </a:lnTo>
                  <a:cubicBezTo>
                    <a:pt x="426" y="397"/>
                    <a:pt x="442" y="462"/>
                    <a:pt x="416" y="514"/>
                  </a:cubicBezTo>
                  <a:lnTo>
                    <a:pt x="351" y="625"/>
                  </a:lnTo>
                  <a:cubicBezTo>
                    <a:pt x="294" y="721"/>
                    <a:pt x="327" y="848"/>
                    <a:pt x="425" y="905"/>
                  </a:cubicBezTo>
                  <a:lnTo>
                    <a:pt x="459" y="925"/>
                  </a:lnTo>
                  <a:lnTo>
                    <a:pt x="543" y="970"/>
                  </a:lnTo>
                  <a:lnTo>
                    <a:pt x="819" y="491"/>
                  </a:lnTo>
                  <a:cubicBezTo>
                    <a:pt x="848" y="440"/>
                    <a:pt x="829" y="376"/>
                    <a:pt x="779" y="347"/>
                  </a:cubicBezTo>
                  <a:lnTo>
                    <a:pt x="202" y="14"/>
                  </a:lnTo>
                  <a:cubicBezTo>
                    <a:pt x="186" y="5"/>
                    <a:pt x="168" y="1"/>
                    <a:pt x="151"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392" name="Google Shape;4392;p28"/>
            <p:cNvSpPr/>
            <p:nvPr/>
          </p:nvSpPr>
          <p:spPr>
            <a:xfrm>
              <a:off x="3733030" y="4271086"/>
              <a:ext cx="25207" cy="37280"/>
            </a:xfrm>
            <a:custGeom>
              <a:rect b="b" l="l" r="r" t="t"/>
              <a:pathLst>
                <a:path extrusionOk="0" h="1050" w="710">
                  <a:moveTo>
                    <a:pt x="164" y="0"/>
                  </a:moveTo>
                  <a:lnTo>
                    <a:pt x="110" y="90"/>
                  </a:lnTo>
                  <a:cubicBezTo>
                    <a:pt x="74" y="152"/>
                    <a:pt x="99" y="231"/>
                    <a:pt x="164" y="261"/>
                  </a:cubicBezTo>
                  <a:lnTo>
                    <a:pt x="238" y="295"/>
                  </a:lnTo>
                  <a:cubicBezTo>
                    <a:pt x="288" y="324"/>
                    <a:pt x="305" y="389"/>
                    <a:pt x="276" y="439"/>
                  </a:cubicBezTo>
                  <a:lnTo>
                    <a:pt x="0" y="917"/>
                  </a:lnTo>
                  <a:lnTo>
                    <a:pt x="205" y="1035"/>
                  </a:lnTo>
                  <a:cubicBezTo>
                    <a:pt x="221" y="1045"/>
                    <a:pt x="239" y="1050"/>
                    <a:pt x="257" y="1050"/>
                  </a:cubicBezTo>
                  <a:cubicBezTo>
                    <a:pt x="293" y="1050"/>
                    <a:pt x="329" y="1030"/>
                    <a:pt x="348" y="996"/>
                  </a:cubicBezTo>
                  <a:lnTo>
                    <a:pt x="681" y="419"/>
                  </a:lnTo>
                  <a:cubicBezTo>
                    <a:pt x="710" y="369"/>
                    <a:pt x="691" y="304"/>
                    <a:pt x="641" y="275"/>
                  </a:cubicBezTo>
                  <a:lnTo>
                    <a:pt x="164" y="0"/>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393" name="Google Shape;4393;p28"/>
            <p:cNvSpPr/>
            <p:nvPr/>
          </p:nvSpPr>
          <p:spPr>
            <a:xfrm>
              <a:off x="3735160" y="4185308"/>
              <a:ext cx="23041" cy="37316"/>
            </a:xfrm>
            <a:custGeom>
              <a:rect b="b" l="l" r="r" t="t"/>
              <a:pathLst>
                <a:path extrusionOk="0" h="1051" w="649">
                  <a:moveTo>
                    <a:pt x="195" y="0"/>
                  </a:moveTo>
                  <a:cubicBezTo>
                    <a:pt x="177" y="0"/>
                    <a:pt x="158" y="5"/>
                    <a:pt x="142" y="15"/>
                  </a:cubicBezTo>
                  <a:lnTo>
                    <a:pt x="1" y="98"/>
                  </a:lnTo>
                  <a:lnTo>
                    <a:pt x="275" y="530"/>
                  </a:lnTo>
                  <a:cubicBezTo>
                    <a:pt x="306" y="580"/>
                    <a:pt x="288" y="645"/>
                    <a:pt x="238" y="674"/>
                  </a:cubicBezTo>
                  <a:lnTo>
                    <a:pt x="142" y="728"/>
                  </a:lnTo>
                  <a:cubicBezTo>
                    <a:pt x="48" y="783"/>
                    <a:pt x="18" y="900"/>
                    <a:pt x="70" y="993"/>
                  </a:cubicBezTo>
                  <a:lnTo>
                    <a:pt x="103" y="1051"/>
                  </a:lnTo>
                  <a:lnTo>
                    <a:pt x="579" y="776"/>
                  </a:lnTo>
                  <a:cubicBezTo>
                    <a:pt x="631" y="747"/>
                    <a:pt x="648" y="682"/>
                    <a:pt x="619" y="632"/>
                  </a:cubicBezTo>
                  <a:lnTo>
                    <a:pt x="286" y="54"/>
                  </a:lnTo>
                  <a:cubicBezTo>
                    <a:pt x="266" y="19"/>
                    <a:pt x="231" y="0"/>
                    <a:pt x="195"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394" name="Google Shape;4394;p28"/>
            <p:cNvSpPr/>
            <p:nvPr/>
          </p:nvSpPr>
          <p:spPr>
            <a:xfrm>
              <a:off x="3748616" y="4231286"/>
              <a:ext cx="15870" cy="31244"/>
            </a:xfrm>
            <a:custGeom>
              <a:rect b="b" l="l" r="r" t="t"/>
              <a:pathLst>
                <a:path extrusionOk="0" h="880" w="447">
                  <a:moveTo>
                    <a:pt x="17" y="0"/>
                  </a:moveTo>
                  <a:cubicBezTo>
                    <a:pt x="76" y="0"/>
                    <a:pt x="122" y="70"/>
                    <a:pt x="122" y="129"/>
                  </a:cubicBezTo>
                  <a:lnTo>
                    <a:pt x="122" y="757"/>
                  </a:lnTo>
                  <a:cubicBezTo>
                    <a:pt x="122" y="858"/>
                    <a:pt x="49" y="861"/>
                    <a:pt x="0" y="880"/>
                  </a:cubicBezTo>
                  <a:lnTo>
                    <a:pt x="341" y="880"/>
                  </a:lnTo>
                  <a:cubicBezTo>
                    <a:pt x="400" y="880"/>
                    <a:pt x="446" y="834"/>
                    <a:pt x="446" y="775"/>
                  </a:cubicBezTo>
                  <a:lnTo>
                    <a:pt x="446" y="107"/>
                  </a:lnTo>
                  <a:cubicBezTo>
                    <a:pt x="446" y="48"/>
                    <a:pt x="400" y="0"/>
                    <a:pt x="341"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395" name="Google Shape;4395;p28"/>
            <p:cNvSpPr/>
            <p:nvPr/>
          </p:nvSpPr>
          <p:spPr>
            <a:xfrm>
              <a:off x="3606069" y="4187297"/>
              <a:ext cx="119217" cy="119190"/>
            </a:xfrm>
            <a:custGeom>
              <a:rect b="b" l="l" r="r" t="t"/>
              <a:pathLst>
                <a:path extrusionOk="0" h="3357" w="3358">
                  <a:moveTo>
                    <a:pt x="1680" y="0"/>
                  </a:moveTo>
                  <a:cubicBezTo>
                    <a:pt x="751" y="0"/>
                    <a:pt x="0" y="752"/>
                    <a:pt x="0" y="1678"/>
                  </a:cubicBezTo>
                  <a:cubicBezTo>
                    <a:pt x="0" y="2605"/>
                    <a:pt x="751" y="3356"/>
                    <a:pt x="1680" y="3356"/>
                  </a:cubicBezTo>
                  <a:cubicBezTo>
                    <a:pt x="2606" y="3356"/>
                    <a:pt x="3357" y="2605"/>
                    <a:pt x="3357" y="1678"/>
                  </a:cubicBezTo>
                  <a:cubicBezTo>
                    <a:pt x="3357" y="752"/>
                    <a:pt x="2606" y="0"/>
                    <a:pt x="1680" y="0"/>
                  </a:cubicBez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396" name="Google Shape;4396;p28"/>
            <p:cNvSpPr/>
            <p:nvPr/>
          </p:nvSpPr>
          <p:spPr>
            <a:xfrm>
              <a:off x="3639371" y="4188823"/>
              <a:ext cx="85952" cy="117664"/>
            </a:xfrm>
            <a:custGeom>
              <a:rect b="b" l="l" r="r" t="t"/>
              <a:pathLst>
                <a:path extrusionOk="0" h="3314" w="2421">
                  <a:moveTo>
                    <a:pt x="1120" y="1"/>
                  </a:moveTo>
                  <a:cubicBezTo>
                    <a:pt x="1674" y="274"/>
                    <a:pt x="2055" y="845"/>
                    <a:pt x="2055" y="1506"/>
                  </a:cubicBezTo>
                  <a:cubicBezTo>
                    <a:pt x="2055" y="2433"/>
                    <a:pt x="1304" y="3184"/>
                    <a:pt x="377" y="3184"/>
                  </a:cubicBezTo>
                  <a:cubicBezTo>
                    <a:pt x="248" y="3184"/>
                    <a:pt x="120" y="3168"/>
                    <a:pt x="0" y="3141"/>
                  </a:cubicBezTo>
                  <a:lnTo>
                    <a:pt x="0" y="3141"/>
                  </a:lnTo>
                  <a:cubicBezTo>
                    <a:pt x="223" y="3251"/>
                    <a:pt x="477" y="3313"/>
                    <a:pt x="743" y="3313"/>
                  </a:cubicBezTo>
                  <a:cubicBezTo>
                    <a:pt x="1670" y="3313"/>
                    <a:pt x="2421" y="2562"/>
                    <a:pt x="2421" y="1635"/>
                  </a:cubicBezTo>
                  <a:cubicBezTo>
                    <a:pt x="2421" y="837"/>
                    <a:pt x="1864" y="169"/>
                    <a:pt x="1120"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397" name="Google Shape;4397;p28"/>
            <p:cNvSpPr/>
            <p:nvPr/>
          </p:nvSpPr>
          <p:spPr>
            <a:xfrm>
              <a:off x="3660816" y="4221877"/>
              <a:ext cx="42958" cy="9906"/>
            </a:xfrm>
            <a:custGeom>
              <a:rect b="b" l="l" r="r" t="t"/>
              <a:pathLst>
                <a:path extrusionOk="0" h="279" w="1210">
                  <a:moveTo>
                    <a:pt x="139" y="1"/>
                  </a:moveTo>
                  <a:cubicBezTo>
                    <a:pt x="63" y="1"/>
                    <a:pt x="1" y="63"/>
                    <a:pt x="1" y="140"/>
                  </a:cubicBezTo>
                  <a:cubicBezTo>
                    <a:pt x="1" y="215"/>
                    <a:pt x="61" y="278"/>
                    <a:pt x="139" y="278"/>
                  </a:cubicBezTo>
                  <a:lnTo>
                    <a:pt x="1070" y="278"/>
                  </a:lnTo>
                  <a:cubicBezTo>
                    <a:pt x="1146" y="278"/>
                    <a:pt x="1210" y="215"/>
                    <a:pt x="1210" y="140"/>
                  </a:cubicBezTo>
                  <a:cubicBezTo>
                    <a:pt x="1210" y="64"/>
                    <a:pt x="1148" y="1"/>
                    <a:pt x="1070"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398" name="Google Shape;4398;p28"/>
            <p:cNvSpPr/>
            <p:nvPr/>
          </p:nvSpPr>
          <p:spPr>
            <a:xfrm>
              <a:off x="3670828" y="4241973"/>
              <a:ext cx="32946" cy="9835"/>
            </a:xfrm>
            <a:custGeom>
              <a:rect b="b" l="l" r="r" t="t"/>
              <a:pathLst>
                <a:path extrusionOk="0" h="277" w="928">
                  <a:moveTo>
                    <a:pt x="139" y="0"/>
                  </a:moveTo>
                  <a:cubicBezTo>
                    <a:pt x="64" y="0"/>
                    <a:pt x="1" y="61"/>
                    <a:pt x="1" y="138"/>
                  </a:cubicBezTo>
                  <a:cubicBezTo>
                    <a:pt x="1" y="215"/>
                    <a:pt x="61" y="276"/>
                    <a:pt x="139" y="276"/>
                  </a:cubicBezTo>
                  <a:lnTo>
                    <a:pt x="788" y="276"/>
                  </a:lnTo>
                  <a:cubicBezTo>
                    <a:pt x="864" y="276"/>
                    <a:pt x="928" y="215"/>
                    <a:pt x="928" y="138"/>
                  </a:cubicBezTo>
                  <a:cubicBezTo>
                    <a:pt x="928" y="64"/>
                    <a:pt x="866" y="0"/>
                    <a:pt x="788"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399" name="Google Shape;4399;p28"/>
            <p:cNvSpPr/>
            <p:nvPr/>
          </p:nvSpPr>
          <p:spPr>
            <a:xfrm>
              <a:off x="3677751" y="4261997"/>
              <a:ext cx="26023" cy="9906"/>
            </a:xfrm>
            <a:custGeom>
              <a:rect b="b" l="l" r="r" t="t"/>
              <a:pathLst>
                <a:path extrusionOk="0" h="279" w="733">
                  <a:moveTo>
                    <a:pt x="138" y="0"/>
                  </a:moveTo>
                  <a:cubicBezTo>
                    <a:pt x="63" y="0"/>
                    <a:pt x="0" y="62"/>
                    <a:pt x="0" y="140"/>
                  </a:cubicBezTo>
                  <a:cubicBezTo>
                    <a:pt x="0" y="215"/>
                    <a:pt x="61" y="278"/>
                    <a:pt x="138" y="278"/>
                  </a:cubicBezTo>
                  <a:lnTo>
                    <a:pt x="593" y="278"/>
                  </a:lnTo>
                  <a:cubicBezTo>
                    <a:pt x="669" y="278"/>
                    <a:pt x="733" y="215"/>
                    <a:pt x="733" y="140"/>
                  </a:cubicBezTo>
                  <a:cubicBezTo>
                    <a:pt x="733" y="64"/>
                    <a:pt x="671" y="0"/>
                    <a:pt x="593"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400" name="Google Shape;4400;p28"/>
            <p:cNvSpPr/>
            <p:nvPr/>
          </p:nvSpPr>
          <p:spPr>
            <a:xfrm>
              <a:off x="3499238" y="4188362"/>
              <a:ext cx="137359" cy="147133"/>
            </a:xfrm>
            <a:custGeom>
              <a:rect b="b" l="l" r="r" t="t"/>
              <a:pathLst>
                <a:path extrusionOk="0" h="4144" w="3869">
                  <a:moveTo>
                    <a:pt x="1934" y="1"/>
                  </a:moveTo>
                  <a:lnTo>
                    <a:pt x="0" y="1027"/>
                  </a:lnTo>
                  <a:lnTo>
                    <a:pt x="0" y="2210"/>
                  </a:lnTo>
                  <a:cubicBezTo>
                    <a:pt x="0" y="3276"/>
                    <a:pt x="865" y="4144"/>
                    <a:pt x="1934" y="4144"/>
                  </a:cubicBezTo>
                  <a:cubicBezTo>
                    <a:pt x="3002" y="4144"/>
                    <a:pt x="3868" y="3276"/>
                    <a:pt x="3868" y="2210"/>
                  </a:cubicBezTo>
                  <a:lnTo>
                    <a:pt x="3868" y="1027"/>
                  </a:lnTo>
                  <a:lnTo>
                    <a:pt x="1934" y="1"/>
                  </a:ln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401" name="Google Shape;4401;p28"/>
            <p:cNvSpPr/>
            <p:nvPr/>
          </p:nvSpPr>
          <p:spPr>
            <a:xfrm>
              <a:off x="3499238" y="4152751"/>
              <a:ext cx="137359" cy="80632"/>
            </a:xfrm>
            <a:custGeom>
              <a:rect b="b" l="l" r="r" t="t"/>
              <a:pathLst>
                <a:path extrusionOk="0" h="2271" w="3869">
                  <a:moveTo>
                    <a:pt x="1934" y="1"/>
                  </a:moveTo>
                  <a:cubicBezTo>
                    <a:pt x="865" y="1"/>
                    <a:pt x="0" y="867"/>
                    <a:pt x="0" y="1933"/>
                  </a:cubicBezTo>
                  <a:lnTo>
                    <a:pt x="0" y="2270"/>
                  </a:lnTo>
                  <a:cubicBezTo>
                    <a:pt x="0" y="2270"/>
                    <a:pt x="1" y="2270"/>
                    <a:pt x="3" y="2270"/>
                  </a:cubicBezTo>
                  <a:cubicBezTo>
                    <a:pt x="66" y="2270"/>
                    <a:pt x="1272" y="2258"/>
                    <a:pt x="1934" y="1336"/>
                  </a:cubicBezTo>
                  <a:cubicBezTo>
                    <a:pt x="2597" y="2259"/>
                    <a:pt x="3809" y="2270"/>
                    <a:pt x="3866" y="2270"/>
                  </a:cubicBezTo>
                  <a:cubicBezTo>
                    <a:pt x="3868" y="2270"/>
                    <a:pt x="3868" y="2270"/>
                    <a:pt x="3868" y="2270"/>
                  </a:cubicBezTo>
                  <a:lnTo>
                    <a:pt x="3868" y="1933"/>
                  </a:lnTo>
                  <a:cubicBezTo>
                    <a:pt x="3868" y="866"/>
                    <a:pt x="3002" y="1"/>
                    <a:pt x="1934" y="1"/>
                  </a:cubicBezTo>
                  <a:close/>
                </a:path>
              </a:pathLst>
            </a:cu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402" name="Google Shape;4402;p28"/>
            <p:cNvSpPr/>
            <p:nvPr/>
          </p:nvSpPr>
          <p:spPr>
            <a:xfrm>
              <a:off x="3474634" y="4234659"/>
              <a:ext cx="30142" cy="34404"/>
            </a:xfrm>
            <a:custGeom>
              <a:rect b="b" l="l" r="r" t="t"/>
              <a:pathLst>
                <a:path extrusionOk="0" h="969" w="849">
                  <a:moveTo>
                    <a:pt x="484" y="0"/>
                  </a:moveTo>
                  <a:cubicBezTo>
                    <a:pt x="218" y="0"/>
                    <a:pt x="1" y="216"/>
                    <a:pt x="1" y="485"/>
                  </a:cubicBezTo>
                  <a:cubicBezTo>
                    <a:pt x="1" y="750"/>
                    <a:pt x="217" y="969"/>
                    <a:pt x="484" y="969"/>
                  </a:cubicBezTo>
                  <a:lnTo>
                    <a:pt x="849" y="969"/>
                  </a:lnTo>
                  <a:lnTo>
                    <a:pt x="849" y="0"/>
                  </a:ln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403" name="Google Shape;4403;p28"/>
            <p:cNvSpPr/>
            <p:nvPr/>
          </p:nvSpPr>
          <p:spPr>
            <a:xfrm>
              <a:off x="3632874" y="4234659"/>
              <a:ext cx="28189" cy="34404"/>
            </a:xfrm>
            <a:custGeom>
              <a:rect b="b" l="l" r="r" t="t"/>
              <a:pathLst>
                <a:path extrusionOk="0" h="969" w="794">
                  <a:moveTo>
                    <a:pt x="1" y="0"/>
                  </a:moveTo>
                  <a:lnTo>
                    <a:pt x="1" y="969"/>
                  </a:lnTo>
                  <a:lnTo>
                    <a:pt x="310" y="969"/>
                  </a:lnTo>
                  <a:cubicBezTo>
                    <a:pt x="578" y="969"/>
                    <a:pt x="794" y="750"/>
                    <a:pt x="794" y="485"/>
                  </a:cubicBezTo>
                  <a:cubicBezTo>
                    <a:pt x="794" y="216"/>
                    <a:pt x="576" y="0"/>
                    <a:pt x="310" y="0"/>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404" name="Google Shape;4404;p28"/>
            <p:cNvSpPr/>
            <p:nvPr/>
          </p:nvSpPr>
          <p:spPr>
            <a:xfrm>
              <a:off x="3636567" y="4235333"/>
              <a:ext cx="24532" cy="33730"/>
            </a:xfrm>
            <a:custGeom>
              <a:rect b="b" l="l" r="r" t="t"/>
              <a:pathLst>
                <a:path extrusionOk="0" h="950" w="691">
                  <a:moveTo>
                    <a:pt x="341" y="0"/>
                  </a:moveTo>
                  <a:lnTo>
                    <a:pt x="341" y="0"/>
                  </a:lnTo>
                  <a:cubicBezTo>
                    <a:pt x="390" y="75"/>
                    <a:pt x="419" y="166"/>
                    <a:pt x="419" y="262"/>
                  </a:cubicBezTo>
                  <a:cubicBezTo>
                    <a:pt x="419" y="510"/>
                    <a:pt x="238" y="711"/>
                    <a:pt x="0" y="743"/>
                  </a:cubicBezTo>
                  <a:lnTo>
                    <a:pt x="0" y="950"/>
                  </a:lnTo>
                  <a:lnTo>
                    <a:pt x="206" y="950"/>
                  </a:lnTo>
                  <a:cubicBezTo>
                    <a:pt x="472" y="950"/>
                    <a:pt x="691" y="734"/>
                    <a:pt x="691" y="466"/>
                  </a:cubicBezTo>
                  <a:cubicBezTo>
                    <a:pt x="691" y="333"/>
                    <a:pt x="636" y="210"/>
                    <a:pt x="549" y="122"/>
                  </a:cubicBezTo>
                  <a:cubicBezTo>
                    <a:pt x="492" y="66"/>
                    <a:pt x="420" y="23"/>
                    <a:pt x="341"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405" name="Google Shape;4405;p28"/>
            <p:cNvSpPr/>
            <p:nvPr/>
          </p:nvSpPr>
          <p:spPr>
            <a:xfrm>
              <a:off x="3532079" y="4247440"/>
              <a:ext cx="9834" cy="21481"/>
            </a:xfrm>
            <a:custGeom>
              <a:rect b="b" l="l" r="r" t="t"/>
              <a:pathLst>
                <a:path extrusionOk="0" h="605" w="277">
                  <a:moveTo>
                    <a:pt x="139" y="0"/>
                  </a:moveTo>
                  <a:cubicBezTo>
                    <a:pt x="62" y="0"/>
                    <a:pt x="0" y="62"/>
                    <a:pt x="0" y="140"/>
                  </a:cubicBezTo>
                  <a:lnTo>
                    <a:pt x="0" y="466"/>
                  </a:lnTo>
                  <a:cubicBezTo>
                    <a:pt x="0" y="543"/>
                    <a:pt x="61" y="605"/>
                    <a:pt x="139" y="605"/>
                  </a:cubicBezTo>
                  <a:cubicBezTo>
                    <a:pt x="213" y="605"/>
                    <a:pt x="277" y="543"/>
                    <a:pt x="277" y="466"/>
                  </a:cubicBezTo>
                  <a:lnTo>
                    <a:pt x="277" y="140"/>
                  </a:lnTo>
                  <a:cubicBezTo>
                    <a:pt x="277" y="63"/>
                    <a:pt x="216" y="0"/>
                    <a:pt x="139" y="0"/>
                  </a:cubicBezTo>
                  <a:close/>
                </a:path>
              </a:pathLst>
            </a:cu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406" name="Google Shape;4406;p28"/>
            <p:cNvSpPr/>
            <p:nvPr/>
          </p:nvSpPr>
          <p:spPr>
            <a:xfrm>
              <a:off x="3593891" y="4247440"/>
              <a:ext cx="9834" cy="21481"/>
            </a:xfrm>
            <a:custGeom>
              <a:rect b="b" l="l" r="r" t="t"/>
              <a:pathLst>
                <a:path extrusionOk="0" h="605" w="277">
                  <a:moveTo>
                    <a:pt x="139" y="0"/>
                  </a:moveTo>
                  <a:cubicBezTo>
                    <a:pt x="63" y="0"/>
                    <a:pt x="1" y="62"/>
                    <a:pt x="1" y="140"/>
                  </a:cubicBezTo>
                  <a:lnTo>
                    <a:pt x="1" y="466"/>
                  </a:lnTo>
                  <a:cubicBezTo>
                    <a:pt x="1" y="543"/>
                    <a:pt x="61" y="605"/>
                    <a:pt x="139" y="605"/>
                  </a:cubicBezTo>
                  <a:cubicBezTo>
                    <a:pt x="214" y="605"/>
                    <a:pt x="277" y="543"/>
                    <a:pt x="277" y="466"/>
                  </a:cubicBezTo>
                  <a:lnTo>
                    <a:pt x="277" y="140"/>
                  </a:lnTo>
                  <a:cubicBezTo>
                    <a:pt x="277" y="63"/>
                    <a:pt x="217" y="0"/>
                    <a:pt x="139" y="0"/>
                  </a:cubicBezTo>
                  <a:close/>
                </a:path>
              </a:pathLst>
            </a:cu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407" name="Google Shape;4407;p28"/>
            <p:cNvSpPr/>
            <p:nvPr/>
          </p:nvSpPr>
          <p:spPr>
            <a:xfrm>
              <a:off x="3552671" y="4283547"/>
              <a:ext cx="30319" cy="14593"/>
            </a:xfrm>
            <a:custGeom>
              <a:rect b="b" l="l" r="r" t="t"/>
              <a:pathLst>
                <a:path extrusionOk="0" h="411" w="854">
                  <a:moveTo>
                    <a:pt x="698" y="0"/>
                  </a:moveTo>
                  <a:cubicBezTo>
                    <a:pt x="658" y="0"/>
                    <a:pt x="617" y="18"/>
                    <a:pt x="589" y="52"/>
                  </a:cubicBezTo>
                  <a:cubicBezTo>
                    <a:pt x="550" y="103"/>
                    <a:pt x="490" y="132"/>
                    <a:pt x="428" y="132"/>
                  </a:cubicBezTo>
                  <a:cubicBezTo>
                    <a:pt x="364" y="132"/>
                    <a:pt x="305" y="103"/>
                    <a:pt x="265" y="54"/>
                  </a:cubicBezTo>
                  <a:cubicBezTo>
                    <a:pt x="237" y="20"/>
                    <a:pt x="197" y="3"/>
                    <a:pt x="157" y="3"/>
                  </a:cubicBezTo>
                  <a:cubicBezTo>
                    <a:pt x="126" y="3"/>
                    <a:pt x="95" y="13"/>
                    <a:pt x="69" y="34"/>
                  </a:cubicBezTo>
                  <a:cubicBezTo>
                    <a:pt x="10" y="83"/>
                    <a:pt x="0" y="170"/>
                    <a:pt x="49" y="231"/>
                  </a:cubicBezTo>
                  <a:cubicBezTo>
                    <a:pt x="143" y="344"/>
                    <a:pt x="280" y="411"/>
                    <a:pt x="428" y="411"/>
                  </a:cubicBezTo>
                  <a:cubicBezTo>
                    <a:pt x="576" y="411"/>
                    <a:pt x="716" y="343"/>
                    <a:pt x="805" y="225"/>
                  </a:cubicBezTo>
                  <a:cubicBezTo>
                    <a:pt x="854" y="166"/>
                    <a:pt x="842" y="80"/>
                    <a:pt x="783" y="31"/>
                  </a:cubicBezTo>
                  <a:cubicBezTo>
                    <a:pt x="758" y="10"/>
                    <a:pt x="728" y="0"/>
                    <a:pt x="698" y="0"/>
                  </a:cubicBezTo>
                  <a:close/>
                </a:path>
              </a:pathLst>
            </a:cu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408" name="Google Shape;4408;p28"/>
            <p:cNvSpPr/>
            <p:nvPr/>
          </p:nvSpPr>
          <p:spPr>
            <a:xfrm>
              <a:off x="3560482" y="4216942"/>
              <a:ext cx="76117" cy="118551"/>
            </a:xfrm>
            <a:custGeom>
              <a:rect b="b" l="l" r="r" t="t"/>
              <a:pathLst>
                <a:path extrusionOk="0" h="3339" w="2144">
                  <a:moveTo>
                    <a:pt x="1726" y="0"/>
                  </a:moveTo>
                  <a:lnTo>
                    <a:pt x="1726" y="1405"/>
                  </a:lnTo>
                  <a:cubicBezTo>
                    <a:pt x="1726" y="2403"/>
                    <a:pt x="970" y="3224"/>
                    <a:pt x="1" y="3327"/>
                  </a:cubicBezTo>
                  <a:cubicBezTo>
                    <a:pt x="68" y="3334"/>
                    <a:pt x="139" y="3339"/>
                    <a:pt x="209" y="3339"/>
                  </a:cubicBezTo>
                  <a:cubicBezTo>
                    <a:pt x="1277" y="3339"/>
                    <a:pt x="2143" y="2471"/>
                    <a:pt x="2143" y="1403"/>
                  </a:cubicBezTo>
                  <a:lnTo>
                    <a:pt x="2143" y="219"/>
                  </a:lnTo>
                  <a:lnTo>
                    <a:pt x="1726" y="0"/>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409" name="Google Shape;4409;p28"/>
            <p:cNvSpPr/>
            <p:nvPr/>
          </p:nvSpPr>
          <p:spPr>
            <a:xfrm>
              <a:off x="3560447" y="4152751"/>
              <a:ext cx="76153" cy="80596"/>
            </a:xfrm>
            <a:custGeom>
              <a:rect b="b" l="l" r="r" t="t"/>
              <a:pathLst>
                <a:path extrusionOk="0" h="2270" w="2145">
                  <a:moveTo>
                    <a:pt x="209" y="1"/>
                  </a:moveTo>
                  <a:cubicBezTo>
                    <a:pt x="138" y="1"/>
                    <a:pt x="68" y="4"/>
                    <a:pt x="0" y="11"/>
                  </a:cubicBezTo>
                  <a:cubicBezTo>
                    <a:pt x="971" y="113"/>
                    <a:pt x="1727" y="936"/>
                    <a:pt x="1727" y="1933"/>
                  </a:cubicBezTo>
                  <a:lnTo>
                    <a:pt x="1727" y="2227"/>
                  </a:lnTo>
                  <a:cubicBezTo>
                    <a:pt x="1959" y="2269"/>
                    <a:pt x="2123" y="2270"/>
                    <a:pt x="2142" y="2270"/>
                  </a:cubicBezTo>
                  <a:cubicBezTo>
                    <a:pt x="2144" y="2270"/>
                    <a:pt x="2144" y="2270"/>
                    <a:pt x="2144" y="2270"/>
                  </a:cubicBezTo>
                  <a:lnTo>
                    <a:pt x="2144" y="1933"/>
                  </a:lnTo>
                  <a:cubicBezTo>
                    <a:pt x="2144" y="866"/>
                    <a:pt x="1278" y="1"/>
                    <a:pt x="209"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4410" name="Google Shape;4410;p28"/>
          <p:cNvGrpSpPr/>
          <p:nvPr/>
        </p:nvGrpSpPr>
        <p:grpSpPr>
          <a:xfrm>
            <a:off x="2790833" y="4147710"/>
            <a:ext cx="325629" cy="326991"/>
            <a:chOff x="2790833" y="4147710"/>
            <a:chExt cx="325629" cy="326991"/>
          </a:xfrm>
        </p:grpSpPr>
        <p:sp>
          <p:nvSpPr>
            <p:cNvPr id="4411" name="Google Shape;4411;p28"/>
            <p:cNvSpPr/>
            <p:nvPr/>
          </p:nvSpPr>
          <p:spPr>
            <a:xfrm>
              <a:off x="2814053" y="4249464"/>
              <a:ext cx="279227" cy="191834"/>
            </a:xfrm>
            <a:custGeom>
              <a:rect b="b" l="l" r="r" t="t"/>
              <a:pathLst>
                <a:path extrusionOk="0" h="5403" w="7865">
                  <a:moveTo>
                    <a:pt x="305" y="1"/>
                  </a:moveTo>
                  <a:cubicBezTo>
                    <a:pt x="137" y="1"/>
                    <a:pt x="0" y="137"/>
                    <a:pt x="0" y="307"/>
                  </a:cubicBezTo>
                  <a:lnTo>
                    <a:pt x="0" y="5098"/>
                  </a:lnTo>
                  <a:cubicBezTo>
                    <a:pt x="0" y="5266"/>
                    <a:pt x="137" y="5403"/>
                    <a:pt x="305" y="5403"/>
                  </a:cubicBezTo>
                  <a:lnTo>
                    <a:pt x="7558" y="5403"/>
                  </a:lnTo>
                  <a:cubicBezTo>
                    <a:pt x="7728" y="5403"/>
                    <a:pt x="7865" y="5266"/>
                    <a:pt x="7865" y="5098"/>
                  </a:cubicBezTo>
                  <a:lnTo>
                    <a:pt x="7865" y="307"/>
                  </a:lnTo>
                  <a:cubicBezTo>
                    <a:pt x="7865" y="137"/>
                    <a:pt x="7728" y="1"/>
                    <a:pt x="7558" y="1"/>
                  </a:cubicBezTo>
                  <a:close/>
                </a:path>
              </a:pathLst>
            </a:custGeom>
            <a:solidFill>
              <a:schemeClr val="accent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412" name="Google Shape;4412;p28"/>
            <p:cNvSpPr/>
            <p:nvPr/>
          </p:nvSpPr>
          <p:spPr>
            <a:xfrm>
              <a:off x="3069289" y="4249464"/>
              <a:ext cx="24000" cy="191834"/>
            </a:xfrm>
            <a:custGeom>
              <a:rect b="b" l="l" r="r" t="t"/>
              <a:pathLst>
                <a:path extrusionOk="0" h="5403" w="676">
                  <a:moveTo>
                    <a:pt x="1" y="1"/>
                  </a:moveTo>
                  <a:cubicBezTo>
                    <a:pt x="169" y="1"/>
                    <a:pt x="307" y="137"/>
                    <a:pt x="307" y="307"/>
                  </a:cubicBezTo>
                  <a:lnTo>
                    <a:pt x="307" y="5098"/>
                  </a:lnTo>
                  <a:cubicBezTo>
                    <a:pt x="307" y="5266"/>
                    <a:pt x="169" y="5403"/>
                    <a:pt x="1" y="5403"/>
                  </a:cubicBezTo>
                  <a:lnTo>
                    <a:pt x="369" y="5403"/>
                  </a:lnTo>
                  <a:cubicBezTo>
                    <a:pt x="539" y="5403"/>
                    <a:pt x="676" y="5266"/>
                    <a:pt x="676" y="5098"/>
                  </a:cubicBezTo>
                  <a:lnTo>
                    <a:pt x="676" y="307"/>
                  </a:lnTo>
                  <a:cubicBezTo>
                    <a:pt x="676" y="137"/>
                    <a:pt x="539" y="1"/>
                    <a:pt x="369"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413" name="Google Shape;4413;p28"/>
            <p:cNvSpPr/>
            <p:nvPr/>
          </p:nvSpPr>
          <p:spPr>
            <a:xfrm>
              <a:off x="2835284" y="4267287"/>
              <a:ext cx="236731" cy="156186"/>
            </a:xfrm>
            <a:custGeom>
              <a:rect b="b" l="l" r="r" t="t"/>
              <a:pathLst>
                <a:path extrusionOk="0" h="4399" w="6668">
                  <a:moveTo>
                    <a:pt x="205" y="1"/>
                  </a:moveTo>
                  <a:cubicBezTo>
                    <a:pt x="93" y="1"/>
                    <a:pt x="1" y="93"/>
                    <a:pt x="1" y="207"/>
                  </a:cubicBezTo>
                  <a:lnTo>
                    <a:pt x="1" y="4194"/>
                  </a:lnTo>
                  <a:cubicBezTo>
                    <a:pt x="1" y="4308"/>
                    <a:pt x="93" y="4399"/>
                    <a:pt x="205" y="4399"/>
                  </a:cubicBezTo>
                  <a:lnTo>
                    <a:pt x="6462" y="4399"/>
                  </a:lnTo>
                  <a:cubicBezTo>
                    <a:pt x="6576" y="4399"/>
                    <a:pt x="6668" y="4305"/>
                    <a:pt x="6668" y="4194"/>
                  </a:cubicBezTo>
                  <a:lnTo>
                    <a:pt x="6668" y="207"/>
                  </a:lnTo>
                  <a:cubicBezTo>
                    <a:pt x="6668" y="93"/>
                    <a:pt x="6576" y="1"/>
                    <a:pt x="6462" y="1"/>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414" name="Google Shape;4414;p28"/>
            <p:cNvSpPr/>
            <p:nvPr/>
          </p:nvSpPr>
          <p:spPr>
            <a:xfrm>
              <a:off x="3051430" y="4267287"/>
              <a:ext cx="20591" cy="156186"/>
            </a:xfrm>
            <a:custGeom>
              <a:rect b="b" l="l" r="r" t="t"/>
              <a:pathLst>
                <a:path extrusionOk="0" h="4399" w="580">
                  <a:moveTo>
                    <a:pt x="0" y="1"/>
                  </a:moveTo>
                  <a:cubicBezTo>
                    <a:pt x="114" y="1"/>
                    <a:pt x="206" y="93"/>
                    <a:pt x="206" y="207"/>
                  </a:cubicBezTo>
                  <a:lnTo>
                    <a:pt x="206" y="4194"/>
                  </a:lnTo>
                  <a:cubicBezTo>
                    <a:pt x="206" y="4308"/>
                    <a:pt x="114" y="4399"/>
                    <a:pt x="0" y="4399"/>
                  </a:cubicBezTo>
                  <a:lnTo>
                    <a:pt x="374" y="4399"/>
                  </a:lnTo>
                  <a:cubicBezTo>
                    <a:pt x="488" y="4399"/>
                    <a:pt x="580" y="4308"/>
                    <a:pt x="580" y="4194"/>
                  </a:cubicBezTo>
                  <a:lnTo>
                    <a:pt x="580" y="207"/>
                  </a:lnTo>
                  <a:cubicBezTo>
                    <a:pt x="580" y="93"/>
                    <a:pt x="488" y="1"/>
                    <a:pt x="374"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415" name="Google Shape;4415;p28"/>
            <p:cNvSpPr/>
            <p:nvPr/>
          </p:nvSpPr>
          <p:spPr>
            <a:xfrm>
              <a:off x="2876539" y="4198125"/>
              <a:ext cx="154152" cy="186437"/>
            </a:xfrm>
            <a:custGeom>
              <a:rect b="b" l="l" r="r" t="t"/>
              <a:pathLst>
                <a:path extrusionOk="0" h="5251" w="4342">
                  <a:moveTo>
                    <a:pt x="2170" y="1"/>
                  </a:moveTo>
                  <a:cubicBezTo>
                    <a:pt x="972" y="1"/>
                    <a:pt x="0" y="972"/>
                    <a:pt x="0" y="2171"/>
                  </a:cubicBezTo>
                  <a:cubicBezTo>
                    <a:pt x="0" y="3480"/>
                    <a:pt x="1029" y="4541"/>
                    <a:pt x="2065" y="5220"/>
                  </a:cubicBezTo>
                  <a:cubicBezTo>
                    <a:pt x="2097" y="5240"/>
                    <a:pt x="2134" y="5250"/>
                    <a:pt x="2170" y="5250"/>
                  </a:cubicBezTo>
                  <a:cubicBezTo>
                    <a:pt x="2207" y="5250"/>
                    <a:pt x="2244" y="5240"/>
                    <a:pt x="2277" y="5220"/>
                  </a:cubicBezTo>
                  <a:cubicBezTo>
                    <a:pt x="3310" y="4541"/>
                    <a:pt x="4342" y="3480"/>
                    <a:pt x="4342" y="2171"/>
                  </a:cubicBezTo>
                  <a:cubicBezTo>
                    <a:pt x="4340" y="972"/>
                    <a:pt x="3370" y="1"/>
                    <a:pt x="2170" y="1"/>
                  </a:cubicBezTo>
                  <a:close/>
                </a:path>
              </a:pathLst>
            </a:custGeom>
            <a:solidFill>
              <a:schemeClr val="l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416" name="Google Shape;4416;p28"/>
            <p:cNvSpPr/>
            <p:nvPr/>
          </p:nvSpPr>
          <p:spPr>
            <a:xfrm>
              <a:off x="2942221" y="4204729"/>
              <a:ext cx="88437" cy="179833"/>
            </a:xfrm>
            <a:custGeom>
              <a:rect b="b" l="l" r="r" t="t"/>
              <a:pathLst>
                <a:path extrusionOk="0" h="5065" w="2491">
                  <a:moveTo>
                    <a:pt x="1197" y="0"/>
                  </a:moveTo>
                  <a:cubicBezTo>
                    <a:pt x="1781" y="389"/>
                    <a:pt x="2167" y="1052"/>
                    <a:pt x="2167" y="1808"/>
                  </a:cubicBezTo>
                  <a:cubicBezTo>
                    <a:pt x="2167" y="3117"/>
                    <a:pt x="1135" y="4179"/>
                    <a:pt x="102" y="4857"/>
                  </a:cubicBezTo>
                  <a:cubicBezTo>
                    <a:pt x="70" y="4877"/>
                    <a:pt x="37" y="4887"/>
                    <a:pt x="1" y="4887"/>
                  </a:cubicBezTo>
                  <a:cubicBezTo>
                    <a:pt x="73" y="4937"/>
                    <a:pt x="142" y="4986"/>
                    <a:pt x="214" y="5034"/>
                  </a:cubicBezTo>
                  <a:cubicBezTo>
                    <a:pt x="246" y="5054"/>
                    <a:pt x="283" y="5064"/>
                    <a:pt x="319" y="5064"/>
                  </a:cubicBezTo>
                  <a:cubicBezTo>
                    <a:pt x="356" y="5064"/>
                    <a:pt x="392" y="5054"/>
                    <a:pt x="425" y="5034"/>
                  </a:cubicBezTo>
                  <a:cubicBezTo>
                    <a:pt x="1461" y="4355"/>
                    <a:pt x="2490" y="3294"/>
                    <a:pt x="2490" y="1985"/>
                  </a:cubicBezTo>
                  <a:cubicBezTo>
                    <a:pt x="2490" y="1098"/>
                    <a:pt x="1959" y="335"/>
                    <a:pt x="1197"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417" name="Google Shape;4417;p28"/>
            <p:cNvSpPr/>
            <p:nvPr/>
          </p:nvSpPr>
          <p:spPr>
            <a:xfrm>
              <a:off x="2905617" y="4226173"/>
              <a:ext cx="95963" cy="95935"/>
            </a:xfrm>
            <a:custGeom>
              <a:rect b="b" l="l" r="r" t="t"/>
              <a:pathLst>
                <a:path extrusionOk="0" h="2702" w="2703">
                  <a:moveTo>
                    <a:pt x="1351" y="1"/>
                  </a:moveTo>
                  <a:cubicBezTo>
                    <a:pt x="606" y="1"/>
                    <a:pt x="0" y="605"/>
                    <a:pt x="0" y="1352"/>
                  </a:cubicBezTo>
                  <a:cubicBezTo>
                    <a:pt x="0" y="2097"/>
                    <a:pt x="606" y="2702"/>
                    <a:pt x="1351" y="2702"/>
                  </a:cubicBezTo>
                  <a:cubicBezTo>
                    <a:pt x="2097" y="2702"/>
                    <a:pt x="2703" y="2097"/>
                    <a:pt x="2703" y="1352"/>
                  </a:cubicBezTo>
                  <a:cubicBezTo>
                    <a:pt x="2703" y="605"/>
                    <a:pt x="2097" y="1"/>
                    <a:pt x="1351" y="1"/>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418" name="Google Shape;4418;p28"/>
            <p:cNvSpPr/>
            <p:nvPr/>
          </p:nvSpPr>
          <p:spPr>
            <a:xfrm>
              <a:off x="2920564" y="4231428"/>
              <a:ext cx="81017" cy="90786"/>
            </a:xfrm>
            <a:custGeom>
              <a:rect b="b" l="l" r="r" t="t"/>
              <a:pathLst>
                <a:path extrusionOk="0" h="2557" w="2282">
                  <a:moveTo>
                    <a:pt x="1540" y="1"/>
                  </a:moveTo>
                  <a:cubicBezTo>
                    <a:pt x="1799" y="247"/>
                    <a:pt x="1961" y="595"/>
                    <a:pt x="1961" y="981"/>
                  </a:cubicBezTo>
                  <a:cubicBezTo>
                    <a:pt x="1961" y="1728"/>
                    <a:pt x="1356" y="2332"/>
                    <a:pt x="609" y="2332"/>
                  </a:cubicBezTo>
                  <a:cubicBezTo>
                    <a:pt x="391" y="2332"/>
                    <a:pt x="183" y="2279"/>
                    <a:pt x="1" y="2185"/>
                  </a:cubicBezTo>
                  <a:lnTo>
                    <a:pt x="1" y="2185"/>
                  </a:lnTo>
                  <a:cubicBezTo>
                    <a:pt x="244" y="2415"/>
                    <a:pt x="571" y="2556"/>
                    <a:pt x="930" y="2556"/>
                  </a:cubicBezTo>
                  <a:cubicBezTo>
                    <a:pt x="1677" y="2556"/>
                    <a:pt x="2282" y="1952"/>
                    <a:pt x="2282" y="1205"/>
                  </a:cubicBezTo>
                  <a:cubicBezTo>
                    <a:pt x="2282" y="679"/>
                    <a:pt x="1981" y="221"/>
                    <a:pt x="1540"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419" name="Google Shape;4419;p28"/>
            <p:cNvSpPr/>
            <p:nvPr/>
          </p:nvSpPr>
          <p:spPr>
            <a:xfrm>
              <a:off x="2918221" y="4147710"/>
              <a:ext cx="70827" cy="27623"/>
            </a:xfrm>
            <a:custGeom>
              <a:rect b="b" l="l" r="r" t="t"/>
              <a:pathLst>
                <a:path extrusionOk="0" h="778" w="1995">
                  <a:moveTo>
                    <a:pt x="998" y="0"/>
                  </a:moveTo>
                  <a:cubicBezTo>
                    <a:pt x="593" y="0"/>
                    <a:pt x="225" y="219"/>
                    <a:pt x="36" y="574"/>
                  </a:cubicBezTo>
                  <a:cubicBezTo>
                    <a:pt x="0" y="641"/>
                    <a:pt x="25" y="725"/>
                    <a:pt x="94" y="761"/>
                  </a:cubicBezTo>
                  <a:cubicBezTo>
                    <a:pt x="113" y="772"/>
                    <a:pt x="137" y="777"/>
                    <a:pt x="159" y="777"/>
                  </a:cubicBezTo>
                  <a:cubicBezTo>
                    <a:pt x="206" y="777"/>
                    <a:pt x="255" y="750"/>
                    <a:pt x="283" y="705"/>
                  </a:cubicBezTo>
                  <a:cubicBezTo>
                    <a:pt x="422" y="441"/>
                    <a:pt x="697" y="276"/>
                    <a:pt x="999" y="276"/>
                  </a:cubicBezTo>
                  <a:cubicBezTo>
                    <a:pt x="1298" y="276"/>
                    <a:pt x="1573" y="441"/>
                    <a:pt x="1716" y="705"/>
                  </a:cubicBezTo>
                  <a:cubicBezTo>
                    <a:pt x="1741" y="751"/>
                    <a:pt x="1789" y="778"/>
                    <a:pt x="1839" y="778"/>
                  </a:cubicBezTo>
                  <a:cubicBezTo>
                    <a:pt x="1860" y="778"/>
                    <a:pt x="1883" y="772"/>
                    <a:pt x="1903" y="761"/>
                  </a:cubicBezTo>
                  <a:cubicBezTo>
                    <a:pt x="1969" y="725"/>
                    <a:pt x="1995" y="641"/>
                    <a:pt x="1959" y="574"/>
                  </a:cubicBezTo>
                  <a:cubicBezTo>
                    <a:pt x="1768" y="219"/>
                    <a:pt x="1399" y="0"/>
                    <a:pt x="998" y="0"/>
                  </a:cubicBezTo>
                  <a:close/>
                </a:path>
              </a:pathLst>
            </a:cu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420" name="Google Shape;4420;p28"/>
            <p:cNvSpPr/>
            <p:nvPr/>
          </p:nvSpPr>
          <p:spPr>
            <a:xfrm>
              <a:off x="2939487" y="4169509"/>
              <a:ext cx="28224" cy="14948"/>
            </a:xfrm>
            <a:custGeom>
              <a:rect b="b" l="l" r="r" t="t"/>
              <a:pathLst>
                <a:path extrusionOk="0" h="421" w="795">
                  <a:moveTo>
                    <a:pt x="397" y="1"/>
                  </a:moveTo>
                  <a:cubicBezTo>
                    <a:pt x="246" y="1"/>
                    <a:pt x="108" y="84"/>
                    <a:pt x="36" y="217"/>
                  </a:cubicBezTo>
                  <a:cubicBezTo>
                    <a:pt x="0" y="284"/>
                    <a:pt x="25" y="368"/>
                    <a:pt x="94" y="404"/>
                  </a:cubicBezTo>
                  <a:cubicBezTo>
                    <a:pt x="112" y="415"/>
                    <a:pt x="137" y="421"/>
                    <a:pt x="158" y="421"/>
                  </a:cubicBezTo>
                  <a:cubicBezTo>
                    <a:pt x="209" y="421"/>
                    <a:pt x="255" y="394"/>
                    <a:pt x="281" y="349"/>
                  </a:cubicBezTo>
                  <a:cubicBezTo>
                    <a:pt x="304" y="306"/>
                    <a:pt x="348" y="278"/>
                    <a:pt x="399" y="278"/>
                  </a:cubicBezTo>
                  <a:cubicBezTo>
                    <a:pt x="448" y="278"/>
                    <a:pt x="492" y="306"/>
                    <a:pt x="517" y="349"/>
                  </a:cubicBezTo>
                  <a:cubicBezTo>
                    <a:pt x="541" y="394"/>
                    <a:pt x="589" y="420"/>
                    <a:pt x="638" y="420"/>
                  </a:cubicBezTo>
                  <a:cubicBezTo>
                    <a:pt x="660" y="420"/>
                    <a:pt x="683" y="415"/>
                    <a:pt x="704" y="404"/>
                  </a:cubicBezTo>
                  <a:cubicBezTo>
                    <a:pt x="770" y="368"/>
                    <a:pt x="794" y="284"/>
                    <a:pt x="758" y="217"/>
                  </a:cubicBezTo>
                  <a:cubicBezTo>
                    <a:pt x="687" y="84"/>
                    <a:pt x="548" y="1"/>
                    <a:pt x="397" y="1"/>
                  </a:cubicBezTo>
                  <a:close/>
                </a:path>
              </a:pathLst>
            </a:cu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421" name="Google Shape;4421;p28"/>
            <p:cNvSpPr/>
            <p:nvPr/>
          </p:nvSpPr>
          <p:spPr>
            <a:xfrm>
              <a:off x="2790833" y="4439977"/>
              <a:ext cx="325629" cy="34724"/>
            </a:xfrm>
            <a:custGeom>
              <a:rect b="b" l="l" r="r" t="t"/>
              <a:pathLst>
                <a:path extrusionOk="0" h="978" w="9172">
                  <a:moveTo>
                    <a:pt x="250" y="1"/>
                  </a:moveTo>
                  <a:cubicBezTo>
                    <a:pt x="113" y="1"/>
                    <a:pt x="1" y="112"/>
                    <a:pt x="1" y="250"/>
                  </a:cubicBezTo>
                  <a:lnTo>
                    <a:pt x="1" y="582"/>
                  </a:lnTo>
                  <a:cubicBezTo>
                    <a:pt x="1" y="800"/>
                    <a:pt x="178" y="978"/>
                    <a:pt x="397" y="978"/>
                  </a:cubicBezTo>
                  <a:lnTo>
                    <a:pt x="8773" y="978"/>
                  </a:lnTo>
                  <a:cubicBezTo>
                    <a:pt x="8993" y="978"/>
                    <a:pt x="9169" y="800"/>
                    <a:pt x="9172" y="582"/>
                  </a:cubicBezTo>
                  <a:lnTo>
                    <a:pt x="9172" y="250"/>
                  </a:lnTo>
                  <a:cubicBezTo>
                    <a:pt x="9172" y="112"/>
                    <a:pt x="9060" y="1"/>
                    <a:pt x="8923" y="1"/>
                  </a:cubicBezTo>
                  <a:close/>
                </a:path>
              </a:pathLst>
            </a:cu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422" name="Google Shape;4422;p28"/>
            <p:cNvSpPr/>
            <p:nvPr/>
          </p:nvSpPr>
          <p:spPr>
            <a:xfrm>
              <a:off x="3089206" y="4439942"/>
              <a:ext cx="27195" cy="34688"/>
            </a:xfrm>
            <a:custGeom>
              <a:rect b="b" l="l" r="r" t="t"/>
              <a:pathLst>
                <a:path extrusionOk="0" h="977" w="766">
                  <a:moveTo>
                    <a:pt x="149" y="0"/>
                  </a:moveTo>
                  <a:cubicBezTo>
                    <a:pt x="286" y="0"/>
                    <a:pt x="397" y="111"/>
                    <a:pt x="397" y="248"/>
                  </a:cubicBezTo>
                  <a:lnTo>
                    <a:pt x="397" y="580"/>
                  </a:lnTo>
                  <a:cubicBezTo>
                    <a:pt x="397" y="799"/>
                    <a:pt x="221" y="976"/>
                    <a:pt x="1" y="976"/>
                  </a:cubicBezTo>
                  <a:lnTo>
                    <a:pt x="369" y="976"/>
                  </a:lnTo>
                  <a:cubicBezTo>
                    <a:pt x="588" y="976"/>
                    <a:pt x="765" y="801"/>
                    <a:pt x="765" y="582"/>
                  </a:cubicBezTo>
                  <a:lnTo>
                    <a:pt x="765" y="248"/>
                  </a:lnTo>
                  <a:cubicBezTo>
                    <a:pt x="765" y="111"/>
                    <a:pt x="656" y="0"/>
                    <a:pt x="518"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423" name="Google Shape;4423;p28"/>
            <p:cNvSpPr/>
            <p:nvPr/>
          </p:nvSpPr>
          <p:spPr>
            <a:xfrm>
              <a:off x="2920812" y="4439977"/>
              <a:ext cx="65644" cy="16900"/>
            </a:xfrm>
            <a:custGeom>
              <a:rect b="b" l="l" r="r" t="t"/>
              <a:pathLst>
                <a:path extrusionOk="0" h="476" w="1849">
                  <a:moveTo>
                    <a:pt x="1" y="1"/>
                  </a:moveTo>
                  <a:lnTo>
                    <a:pt x="1" y="142"/>
                  </a:lnTo>
                  <a:cubicBezTo>
                    <a:pt x="1" y="326"/>
                    <a:pt x="151" y="476"/>
                    <a:pt x="335" y="476"/>
                  </a:cubicBezTo>
                  <a:lnTo>
                    <a:pt x="1512" y="476"/>
                  </a:lnTo>
                  <a:cubicBezTo>
                    <a:pt x="1697" y="476"/>
                    <a:pt x="1849" y="325"/>
                    <a:pt x="1847" y="142"/>
                  </a:cubicBezTo>
                  <a:lnTo>
                    <a:pt x="1847" y="1"/>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424" name="Google Shape;4424;p28"/>
            <p:cNvSpPr/>
            <p:nvPr/>
          </p:nvSpPr>
          <p:spPr>
            <a:xfrm>
              <a:off x="2961429" y="4439942"/>
              <a:ext cx="25029" cy="16900"/>
            </a:xfrm>
            <a:custGeom>
              <a:rect b="b" l="l" r="r" t="t"/>
              <a:pathLst>
                <a:path extrusionOk="0" h="476" w="705">
                  <a:moveTo>
                    <a:pt x="335" y="0"/>
                  </a:moveTo>
                  <a:lnTo>
                    <a:pt x="335" y="140"/>
                  </a:lnTo>
                  <a:cubicBezTo>
                    <a:pt x="335" y="326"/>
                    <a:pt x="187" y="475"/>
                    <a:pt x="1" y="475"/>
                  </a:cubicBezTo>
                  <a:lnTo>
                    <a:pt x="369" y="475"/>
                  </a:lnTo>
                  <a:cubicBezTo>
                    <a:pt x="555" y="475"/>
                    <a:pt x="705" y="326"/>
                    <a:pt x="705" y="140"/>
                  </a:cubicBezTo>
                  <a:lnTo>
                    <a:pt x="705" y="0"/>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4425" name="Google Shape;4425;p28"/>
          <p:cNvGrpSpPr/>
          <p:nvPr/>
        </p:nvGrpSpPr>
        <p:grpSpPr>
          <a:xfrm>
            <a:off x="2133163" y="4147958"/>
            <a:ext cx="337888" cy="326501"/>
            <a:chOff x="2133163" y="4147958"/>
            <a:chExt cx="337888" cy="326501"/>
          </a:xfrm>
        </p:grpSpPr>
        <p:sp>
          <p:nvSpPr>
            <p:cNvPr id="4426" name="Google Shape;4426;p28"/>
            <p:cNvSpPr/>
            <p:nvPr/>
          </p:nvSpPr>
          <p:spPr>
            <a:xfrm>
              <a:off x="2216490" y="4230931"/>
              <a:ext cx="86023" cy="33659"/>
            </a:xfrm>
            <a:custGeom>
              <a:rect b="b" l="l" r="r" t="t"/>
              <a:pathLst>
                <a:path extrusionOk="0" h="948" w="2423">
                  <a:moveTo>
                    <a:pt x="0" y="0"/>
                  </a:moveTo>
                  <a:lnTo>
                    <a:pt x="0" y="947"/>
                  </a:lnTo>
                  <a:lnTo>
                    <a:pt x="2422" y="947"/>
                  </a:lnTo>
                  <a:lnTo>
                    <a:pt x="2422" y="0"/>
                  </a:lnTo>
                  <a:close/>
                </a:path>
              </a:pathLst>
            </a:cu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427" name="Google Shape;4427;p28"/>
            <p:cNvSpPr/>
            <p:nvPr/>
          </p:nvSpPr>
          <p:spPr>
            <a:xfrm>
              <a:off x="2289344" y="4230931"/>
              <a:ext cx="13171" cy="33659"/>
            </a:xfrm>
            <a:custGeom>
              <a:rect b="b" l="l" r="r" t="t"/>
              <a:pathLst>
                <a:path extrusionOk="0" h="948" w="371">
                  <a:moveTo>
                    <a:pt x="0" y="0"/>
                  </a:moveTo>
                  <a:lnTo>
                    <a:pt x="0" y="947"/>
                  </a:lnTo>
                  <a:lnTo>
                    <a:pt x="370" y="947"/>
                  </a:lnTo>
                  <a:lnTo>
                    <a:pt x="370" y="0"/>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428" name="Google Shape;4428;p28"/>
            <p:cNvSpPr/>
            <p:nvPr/>
          </p:nvSpPr>
          <p:spPr>
            <a:xfrm>
              <a:off x="2335392" y="4201179"/>
              <a:ext cx="70579" cy="87839"/>
            </a:xfrm>
            <a:custGeom>
              <a:rect b="b" l="l" r="r" t="t"/>
              <a:pathLst>
                <a:path extrusionOk="0" h="2474" w="1988">
                  <a:moveTo>
                    <a:pt x="1001" y="1"/>
                  </a:moveTo>
                  <a:cubicBezTo>
                    <a:pt x="917" y="1"/>
                    <a:pt x="835" y="41"/>
                    <a:pt x="784" y="107"/>
                  </a:cubicBezTo>
                  <a:lnTo>
                    <a:pt x="94" y="992"/>
                  </a:lnTo>
                  <a:cubicBezTo>
                    <a:pt x="0" y="1113"/>
                    <a:pt x="22" y="1287"/>
                    <a:pt x="142" y="1381"/>
                  </a:cubicBezTo>
                  <a:cubicBezTo>
                    <a:pt x="193" y="1420"/>
                    <a:pt x="253" y="1439"/>
                    <a:pt x="312" y="1439"/>
                  </a:cubicBezTo>
                  <a:cubicBezTo>
                    <a:pt x="395" y="1439"/>
                    <a:pt x="477" y="1402"/>
                    <a:pt x="531" y="1332"/>
                  </a:cubicBezTo>
                  <a:lnTo>
                    <a:pt x="717" y="1095"/>
                  </a:lnTo>
                  <a:lnTo>
                    <a:pt x="717" y="2195"/>
                  </a:lnTo>
                  <a:cubicBezTo>
                    <a:pt x="717" y="2349"/>
                    <a:pt x="840" y="2473"/>
                    <a:pt x="993" y="2473"/>
                  </a:cubicBezTo>
                  <a:cubicBezTo>
                    <a:pt x="1145" y="2473"/>
                    <a:pt x="1271" y="2349"/>
                    <a:pt x="1271" y="2195"/>
                  </a:cubicBezTo>
                  <a:lnTo>
                    <a:pt x="1271" y="1100"/>
                  </a:lnTo>
                  <a:lnTo>
                    <a:pt x="1452" y="1343"/>
                  </a:lnTo>
                  <a:cubicBezTo>
                    <a:pt x="1505" y="1417"/>
                    <a:pt x="1590" y="1454"/>
                    <a:pt x="1675" y="1454"/>
                  </a:cubicBezTo>
                  <a:cubicBezTo>
                    <a:pt x="1733" y="1454"/>
                    <a:pt x="1790" y="1437"/>
                    <a:pt x="1841" y="1400"/>
                  </a:cubicBezTo>
                  <a:cubicBezTo>
                    <a:pt x="1963" y="1309"/>
                    <a:pt x="1987" y="1135"/>
                    <a:pt x="1897" y="1012"/>
                  </a:cubicBezTo>
                  <a:lnTo>
                    <a:pt x="1225" y="113"/>
                  </a:lnTo>
                  <a:cubicBezTo>
                    <a:pt x="1173" y="43"/>
                    <a:pt x="1092" y="1"/>
                    <a:pt x="1006" y="1"/>
                  </a:cubicBezTo>
                  <a:cubicBezTo>
                    <a:pt x="1004" y="1"/>
                    <a:pt x="1003" y="1"/>
                    <a:pt x="1001" y="1"/>
                  </a:cubicBezTo>
                  <a:close/>
                </a:path>
              </a:pathLst>
            </a:cu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429" name="Google Shape;4429;p28"/>
            <p:cNvSpPr/>
            <p:nvPr/>
          </p:nvSpPr>
          <p:spPr>
            <a:xfrm>
              <a:off x="2400470" y="4147994"/>
              <a:ext cx="70579" cy="87839"/>
            </a:xfrm>
            <a:custGeom>
              <a:rect b="b" l="l" r="r" t="t"/>
              <a:pathLst>
                <a:path extrusionOk="0" h="2474" w="1988">
                  <a:moveTo>
                    <a:pt x="1002" y="1"/>
                  </a:moveTo>
                  <a:cubicBezTo>
                    <a:pt x="917" y="1"/>
                    <a:pt x="835" y="39"/>
                    <a:pt x="785" y="107"/>
                  </a:cubicBezTo>
                  <a:lnTo>
                    <a:pt x="94" y="992"/>
                  </a:lnTo>
                  <a:cubicBezTo>
                    <a:pt x="0" y="1113"/>
                    <a:pt x="22" y="1287"/>
                    <a:pt x="143" y="1381"/>
                  </a:cubicBezTo>
                  <a:cubicBezTo>
                    <a:pt x="193" y="1420"/>
                    <a:pt x="252" y="1439"/>
                    <a:pt x="312" y="1439"/>
                  </a:cubicBezTo>
                  <a:cubicBezTo>
                    <a:pt x="394" y="1439"/>
                    <a:pt x="476" y="1402"/>
                    <a:pt x="531" y="1332"/>
                  </a:cubicBezTo>
                  <a:lnTo>
                    <a:pt x="716" y="1094"/>
                  </a:lnTo>
                  <a:lnTo>
                    <a:pt x="716" y="2195"/>
                  </a:lnTo>
                  <a:cubicBezTo>
                    <a:pt x="716" y="2348"/>
                    <a:pt x="841" y="2473"/>
                    <a:pt x="993" y="2473"/>
                  </a:cubicBezTo>
                  <a:cubicBezTo>
                    <a:pt x="1146" y="2473"/>
                    <a:pt x="1270" y="2348"/>
                    <a:pt x="1270" y="2195"/>
                  </a:cubicBezTo>
                  <a:lnTo>
                    <a:pt x="1270" y="1100"/>
                  </a:lnTo>
                  <a:lnTo>
                    <a:pt x="1452" y="1343"/>
                  </a:lnTo>
                  <a:cubicBezTo>
                    <a:pt x="1506" y="1417"/>
                    <a:pt x="1590" y="1454"/>
                    <a:pt x="1675" y="1454"/>
                  </a:cubicBezTo>
                  <a:cubicBezTo>
                    <a:pt x="1731" y="1454"/>
                    <a:pt x="1789" y="1437"/>
                    <a:pt x="1839" y="1398"/>
                  </a:cubicBezTo>
                  <a:cubicBezTo>
                    <a:pt x="1963" y="1309"/>
                    <a:pt x="1988" y="1135"/>
                    <a:pt x="1896" y="1012"/>
                  </a:cubicBezTo>
                  <a:lnTo>
                    <a:pt x="1225" y="113"/>
                  </a:lnTo>
                  <a:cubicBezTo>
                    <a:pt x="1173" y="43"/>
                    <a:pt x="1093" y="1"/>
                    <a:pt x="1006" y="1"/>
                  </a:cubicBezTo>
                  <a:cubicBezTo>
                    <a:pt x="1005" y="1"/>
                    <a:pt x="1003" y="1"/>
                    <a:pt x="1002" y="1"/>
                  </a:cubicBezTo>
                  <a:close/>
                </a:path>
              </a:pathLst>
            </a:cu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430" name="Google Shape;4430;p28"/>
            <p:cNvSpPr/>
            <p:nvPr/>
          </p:nvSpPr>
          <p:spPr>
            <a:xfrm>
              <a:off x="2364789" y="4240126"/>
              <a:ext cx="15728" cy="48997"/>
            </a:xfrm>
            <a:custGeom>
              <a:rect b="b" l="l" r="r" t="t"/>
              <a:pathLst>
                <a:path extrusionOk="0" h="1380" w="443">
                  <a:moveTo>
                    <a:pt x="217" y="0"/>
                  </a:moveTo>
                  <a:cubicBezTo>
                    <a:pt x="166" y="0"/>
                    <a:pt x="116" y="39"/>
                    <a:pt x="116" y="101"/>
                  </a:cubicBezTo>
                  <a:lnTo>
                    <a:pt x="116" y="1103"/>
                  </a:lnTo>
                  <a:cubicBezTo>
                    <a:pt x="116" y="1195"/>
                    <a:pt x="71" y="1277"/>
                    <a:pt x="1" y="1327"/>
                  </a:cubicBezTo>
                  <a:cubicBezTo>
                    <a:pt x="45" y="1360"/>
                    <a:pt x="99" y="1379"/>
                    <a:pt x="157" y="1379"/>
                  </a:cubicBezTo>
                  <a:cubicBezTo>
                    <a:pt x="161" y="1379"/>
                    <a:pt x="165" y="1379"/>
                    <a:pt x="169" y="1379"/>
                  </a:cubicBezTo>
                  <a:cubicBezTo>
                    <a:pt x="322" y="1378"/>
                    <a:pt x="443" y="1247"/>
                    <a:pt x="443" y="1094"/>
                  </a:cubicBezTo>
                  <a:lnTo>
                    <a:pt x="443" y="140"/>
                  </a:lnTo>
                  <a:cubicBezTo>
                    <a:pt x="387" y="124"/>
                    <a:pt x="336" y="90"/>
                    <a:pt x="299" y="41"/>
                  </a:cubicBezTo>
                  <a:cubicBezTo>
                    <a:pt x="277" y="13"/>
                    <a:pt x="247" y="0"/>
                    <a:pt x="217"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431" name="Google Shape;4431;p28"/>
            <p:cNvSpPr/>
            <p:nvPr/>
          </p:nvSpPr>
          <p:spPr>
            <a:xfrm>
              <a:off x="2365144" y="4201143"/>
              <a:ext cx="40828" cy="51802"/>
            </a:xfrm>
            <a:custGeom>
              <a:rect b="b" l="l" r="r" t="t"/>
              <a:pathLst>
                <a:path extrusionOk="0" h="1459" w="1150">
                  <a:moveTo>
                    <a:pt x="160" y="0"/>
                  </a:moveTo>
                  <a:cubicBezTo>
                    <a:pt x="101" y="0"/>
                    <a:pt x="45" y="20"/>
                    <a:pt x="1" y="52"/>
                  </a:cubicBezTo>
                  <a:cubicBezTo>
                    <a:pt x="24" y="69"/>
                    <a:pt x="44" y="88"/>
                    <a:pt x="61" y="113"/>
                  </a:cubicBezTo>
                  <a:lnTo>
                    <a:pt x="732" y="1013"/>
                  </a:lnTo>
                  <a:cubicBezTo>
                    <a:pt x="824" y="1136"/>
                    <a:pt x="800" y="1310"/>
                    <a:pt x="676" y="1402"/>
                  </a:cubicBezTo>
                  <a:lnTo>
                    <a:pt x="673" y="1405"/>
                  </a:lnTo>
                  <a:cubicBezTo>
                    <a:pt x="720" y="1439"/>
                    <a:pt x="778" y="1458"/>
                    <a:pt x="836" y="1458"/>
                  </a:cubicBezTo>
                  <a:cubicBezTo>
                    <a:pt x="892" y="1458"/>
                    <a:pt x="949" y="1439"/>
                    <a:pt x="1000" y="1402"/>
                  </a:cubicBezTo>
                  <a:cubicBezTo>
                    <a:pt x="1125" y="1310"/>
                    <a:pt x="1149" y="1136"/>
                    <a:pt x="1056" y="1013"/>
                  </a:cubicBezTo>
                  <a:lnTo>
                    <a:pt x="385" y="113"/>
                  </a:lnTo>
                  <a:cubicBezTo>
                    <a:pt x="333" y="42"/>
                    <a:pt x="253" y="2"/>
                    <a:pt x="166" y="0"/>
                  </a:cubicBezTo>
                  <a:cubicBezTo>
                    <a:pt x="164" y="0"/>
                    <a:pt x="162" y="0"/>
                    <a:pt x="160"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432" name="Google Shape;4432;p28"/>
            <p:cNvSpPr/>
            <p:nvPr/>
          </p:nvSpPr>
          <p:spPr>
            <a:xfrm>
              <a:off x="2429903" y="4186871"/>
              <a:ext cx="15657" cy="48997"/>
            </a:xfrm>
            <a:custGeom>
              <a:rect b="b" l="l" r="r" t="t"/>
              <a:pathLst>
                <a:path extrusionOk="0" h="1380" w="441">
                  <a:moveTo>
                    <a:pt x="216" y="0"/>
                  </a:moveTo>
                  <a:cubicBezTo>
                    <a:pt x="165" y="0"/>
                    <a:pt x="115" y="39"/>
                    <a:pt x="115" y="100"/>
                  </a:cubicBezTo>
                  <a:lnTo>
                    <a:pt x="115" y="1102"/>
                  </a:lnTo>
                  <a:cubicBezTo>
                    <a:pt x="115" y="1194"/>
                    <a:pt x="71" y="1277"/>
                    <a:pt x="0" y="1328"/>
                  </a:cubicBezTo>
                  <a:cubicBezTo>
                    <a:pt x="47" y="1360"/>
                    <a:pt x="103" y="1380"/>
                    <a:pt x="162" y="1380"/>
                  </a:cubicBezTo>
                  <a:cubicBezTo>
                    <a:pt x="164" y="1380"/>
                    <a:pt x="167" y="1380"/>
                    <a:pt x="169" y="1380"/>
                  </a:cubicBezTo>
                  <a:cubicBezTo>
                    <a:pt x="323" y="1375"/>
                    <a:pt x="441" y="1246"/>
                    <a:pt x="441" y="1093"/>
                  </a:cubicBezTo>
                  <a:lnTo>
                    <a:pt x="441" y="141"/>
                  </a:lnTo>
                  <a:cubicBezTo>
                    <a:pt x="387" y="123"/>
                    <a:pt x="336" y="92"/>
                    <a:pt x="297" y="41"/>
                  </a:cubicBezTo>
                  <a:cubicBezTo>
                    <a:pt x="275" y="13"/>
                    <a:pt x="245" y="0"/>
                    <a:pt x="216"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433" name="Google Shape;4433;p28"/>
            <p:cNvSpPr/>
            <p:nvPr/>
          </p:nvSpPr>
          <p:spPr>
            <a:xfrm>
              <a:off x="2430294" y="4147958"/>
              <a:ext cx="40757" cy="51731"/>
            </a:xfrm>
            <a:custGeom>
              <a:rect b="b" l="l" r="r" t="t"/>
              <a:pathLst>
                <a:path extrusionOk="0" h="1457" w="1148">
                  <a:moveTo>
                    <a:pt x="160" y="0"/>
                  </a:moveTo>
                  <a:cubicBezTo>
                    <a:pt x="102" y="0"/>
                    <a:pt x="45" y="19"/>
                    <a:pt x="1" y="52"/>
                  </a:cubicBezTo>
                  <a:cubicBezTo>
                    <a:pt x="24" y="68"/>
                    <a:pt x="44" y="88"/>
                    <a:pt x="61" y="111"/>
                  </a:cubicBezTo>
                  <a:lnTo>
                    <a:pt x="732" y="1013"/>
                  </a:lnTo>
                  <a:cubicBezTo>
                    <a:pt x="824" y="1136"/>
                    <a:pt x="799" y="1310"/>
                    <a:pt x="676" y="1402"/>
                  </a:cubicBezTo>
                  <a:lnTo>
                    <a:pt x="673" y="1405"/>
                  </a:lnTo>
                  <a:cubicBezTo>
                    <a:pt x="720" y="1439"/>
                    <a:pt x="778" y="1457"/>
                    <a:pt x="835" y="1457"/>
                  </a:cubicBezTo>
                  <a:cubicBezTo>
                    <a:pt x="891" y="1457"/>
                    <a:pt x="949" y="1439"/>
                    <a:pt x="999" y="1402"/>
                  </a:cubicBezTo>
                  <a:cubicBezTo>
                    <a:pt x="1123" y="1310"/>
                    <a:pt x="1148" y="1136"/>
                    <a:pt x="1056" y="1013"/>
                  </a:cubicBezTo>
                  <a:lnTo>
                    <a:pt x="385" y="111"/>
                  </a:lnTo>
                  <a:cubicBezTo>
                    <a:pt x="333" y="42"/>
                    <a:pt x="253" y="2"/>
                    <a:pt x="166" y="0"/>
                  </a:cubicBezTo>
                  <a:cubicBezTo>
                    <a:pt x="164" y="0"/>
                    <a:pt x="162" y="0"/>
                    <a:pt x="160"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434" name="Google Shape;4434;p28"/>
            <p:cNvSpPr/>
            <p:nvPr/>
          </p:nvSpPr>
          <p:spPr>
            <a:xfrm>
              <a:off x="2133163" y="4260932"/>
              <a:ext cx="252565" cy="213527"/>
            </a:xfrm>
            <a:custGeom>
              <a:rect b="b" l="l" r="r" t="t"/>
              <a:pathLst>
                <a:path extrusionOk="0" h="6014" w="7114">
                  <a:moveTo>
                    <a:pt x="2346" y="0"/>
                  </a:moveTo>
                  <a:cubicBezTo>
                    <a:pt x="2346" y="0"/>
                    <a:pt x="1573" y="563"/>
                    <a:pt x="1100" y="1199"/>
                  </a:cubicBezTo>
                  <a:cubicBezTo>
                    <a:pt x="449" y="2074"/>
                    <a:pt x="0" y="3424"/>
                    <a:pt x="452" y="4506"/>
                  </a:cubicBezTo>
                  <a:cubicBezTo>
                    <a:pt x="994" y="5802"/>
                    <a:pt x="2366" y="6014"/>
                    <a:pt x="3604" y="6014"/>
                  </a:cubicBezTo>
                  <a:cubicBezTo>
                    <a:pt x="3662" y="6014"/>
                    <a:pt x="3719" y="6013"/>
                    <a:pt x="3776" y="6012"/>
                  </a:cubicBezTo>
                  <a:cubicBezTo>
                    <a:pt x="4907" y="5994"/>
                    <a:pt x="6185" y="5645"/>
                    <a:pt x="6660" y="4506"/>
                  </a:cubicBezTo>
                  <a:cubicBezTo>
                    <a:pt x="7113" y="3424"/>
                    <a:pt x="6666" y="2074"/>
                    <a:pt x="6014" y="1199"/>
                  </a:cubicBezTo>
                  <a:cubicBezTo>
                    <a:pt x="5541" y="561"/>
                    <a:pt x="4768" y="0"/>
                    <a:pt x="4768" y="0"/>
                  </a:cubicBez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435" name="Google Shape;4435;p28"/>
            <p:cNvSpPr/>
            <p:nvPr/>
          </p:nvSpPr>
          <p:spPr>
            <a:xfrm>
              <a:off x="2252917" y="4260825"/>
              <a:ext cx="132815" cy="213563"/>
            </a:xfrm>
            <a:custGeom>
              <a:rect b="b" l="l" r="r" t="t"/>
              <a:pathLst>
                <a:path extrusionOk="0" h="6015" w="3741">
                  <a:moveTo>
                    <a:pt x="927" y="0"/>
                  </a:moveTo>
                  <a:cubicBezTo>
                    <a:pt x="927" y="0"/>
                    <a:pt x="1700" y="561"/>
                    <a:pt x="2173" y="1197"/>
                  </a:cubicBezTo>
                  <a:cubicBezTo>
                    <a:pt x="2825" y="2075"/>
                    <a:pt x="3273" y="3425"/>
                    <a:pt x="2821" y="4506"/>
                  </a:cubicBezTo>
                  <a:cubicBezTo>
                    <a:pt x="2355" y="5624"/>
                    <a:pt x="1116" y="5982"/>
                    <a:pt x="0" y="6011"/>
                  </a:cubicBezTo>
                  <a:cubicBezTo>
                    <a:pt x="75" y="6013"/>
                    <a:pt x="150" y="6014"/>
                    <a:pt x="224" y="6014"/>
                  </a:cubicBezTo>
                  <a:cubicBezTo>
                    <a:pt x="285" y="6014"/>
                    <a:pt x="345" y="6014"/>
                    <a:pt x="405" y="6012"/>
                  </a:cubicBezTo>
                  <a:cubicBezTo>
                    <a:pt x="1537" y="5997"/>
                    <a:pt x="2812" y="5648"/>
                    <a:pt x="3289" y="4507"/>
                  </a:cubicBezTo>
                  <a:cubicBezTo>
                    <a:pt x="3740" y="3427"/>
                    <a:pt x="3293" y="2077"/>
                    <a:pt x="2641" y="1197"/>
                  </a:cubicBezTo>
                  <a:cubicBezTo>
                    <a:pt x="2168" y="563"/>
                    <a:pt x="1395" y="0"/>
                    <a:pt x="1395"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436" name="Google Shape;4436;p28"/>
            <p:cNvSpPr/>
            <p:nvPr/>
          </p:nvSpPr>
          <p:spPr>
            <a:xfrm>
              <a:off x="2188016" y="4173486"/>
              <a:ext cx="142791" cy="61956"/>
            </a:xfrm>
            <a:custGeom>
              <a:rect b="b" l="l" r="r" t="t"/>
              <a:pathLst>
                <a:path extrusionOk="0" h="1745" w="4022">
                  <a:moveTo>
                    <a:pt x="359" y="1"/>
                  </a:moveTo>
                  <a:cubicBezTo>
                    <a:pt x="159" y="1"/>
                    <a:pt x="1" y="169"/>
                    <a:pt x="15" y="368"/>
                  </a:cubicBezTo>
                  <a:cubicBezTo>
                    <a:pt x="76" y="1244"/>
                    <a:pt x="800" y="1745"/>
                    <a:pt x="800" y="1745"/>
                  </a:cubicBezTo>
                  <a:lnTo>
                    <a:pt x="3223" y="1745"/>
                  </a:lnTo>
                  <a:cubicBezTo>
                    <a:pt x="3223" y="1745"/>
                    <a:pt x="3950" y="1244"/>
                    <a:pt x="4007" y="368"/>
                  </a:cubicBezTo>
                  <a:cubicBezTo>
                    <a:pt x="4021" y="169"/>
                    <a:pt x="3863" y="1"/>
                    <a:pt x="3663" y="1"/>
                  </a:cubicBez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437" name="Google Shape;4437;p28"/>
            <p:cNvSpPr/>
            <p:nvPr/>
          </p:nvSpPr>
          <p:spPr>
            <a:xfrm>
              <a:off x="2286752" y="4173557"/>
              <a:ext cx="44059" cy="61992"/>
            </a:xfrm>
            <a:custGeom>
              <a:rect b="b" l="l" r="r" t="t"/>
              <a:pathLst>
                <a:path extrusionOk="0" h="1746" w="1241">
                  <a:moveTo>
                    <a:pt x="885" y="0"/>
                  </a:moveTo>
                  <a:cubicBezTo>
                    <a:pt x="884" y="0"/>
                    <a:pt x="883" y="0"/>
                    <a:pt x="882" y="0"/>
                  </a:cubicBezTo>
                  <a:lnTo>
                    <a:pt x="440" y="0"/>
                  </a:lnTo>
                  <a:cubicBezTo>
                    <a:pt x="640" y="0"/>
                    <a:pt x="796" y="167"/>
                    <a:pt x="784" y="367"/>
                  </a:cubicBezTo>
                  <a:cubicBezTo>
                    <a:pt x="725" y="1244"/>
                    <a:pt x="0" y="1746"/>
                    <a:pt x="0" y="1746"/>
                  </a:cubicBezTo>
                  <a:lnTo>
                    <a:pt x="443" y="1746"/>
                  </a:lnTo>
                  <a:cubicBezTo>
                    <a:pt x="443" y="1746"/>
                    <a:pt x="1169" y="1244"/>
                    <a:pt x="1228" y="367"/>
                  </a:cubicBezTo>
                  <a:cubicBezTo>
                    <a:pt x="1240" y="168"/>
                    <a:pt x="1084" y="0"/>
                    <a:pt x="885"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438" name="Google Shape;4438;p28"/>
            <p:cNvSpPr/>
            <p:nvPr/>
          </p:nvSpPr>
          <p:spPr>
            <a:xfrm>
              <a:off x="2225828" y="4322495"/>
              <a:ext cx="67490" cy="90467"/>
            </a:xfrm>
            <a:custGeom>
              <a:rect b="b" l="l" r="r" t="t"/>
              <a:pathLst>
                <a:path extrusionOk="0" h="2548" w="1901">
                  <a:moveTo>
                    <a:pt x="1641" y="0"/>
                  </a:moveTo>
                  <a:cubicBezTo>
                    <a:pt x="1086" y="0"/>
                    <a:pt x="611" y="358"/>
                    <a:pt x="437" y="856"/>
                  </a:cubicBezTo>
                  <a:lnTo>
                    <a:pt x="140" y="856"/>
                  </a:lnTo>
                  <a:cubicBezTo>
                    <a:pt x="63" y="856"/>
                    <a:pt x="1" y="920"/>
                    <a:pt x="1" y="994"/>
                  </a:cubicBezTo>
                  <a:cubicBezTo>
                    <a:pt x="1" y="1072"/>
                    <a:pt x="64" y="1134"/>
                    <a:pt x="140" y="1134"/>
                  </a:cubicBezTo>
                  <a:lnTo>
                    <a:pt x="373" y="1134"/>
                  </a:lnTo>
                  <a:cubicBezTo>
                    <a:pt x="368" y="1180"/>
                    <a:pt x="366" y="1228"/>
                    <a:pt x="366" y="1274"/>
                  </a:cubicBezTo>
                  <a:cubicBezTo>
                    <a:pt x="366" y="1323"/>
                    <a:pt x="371" y="1369"/>
                    <a:pt x="373" y="1415"/>
                  </a:cubicBezTo>
                  <a:lnTo>
                    <a:pt x="140" y="1415"/>
                  </a:lnTo>
                  <a:cubicBezTo>
                    <a:pt x="63" y="1415"/>
                    <a:pt x="1" y="1477"/>
                    <a:pt x="1" y="1553"/>
                  </a:cubicBezTo>
                  <a:cubicBezTo>
                    <a:pt x="1" y="1631"/>
                    <a:pt x="64" y="1691"/>
                    <a:pt x="140" y="1691"/>
                  </a:cubicBezTo>
                  <a:lnTo>
                    <a:pt x="437" y="1691"/>
                  </a:lnTo>
                  <a:cubicBezTo>
                    <a:pt x="611" y="2189"/>
                    <a:pt x="1084" y="2547"/>
                    <a:pt x="1641" y="2547"/>
                  </a:cubicBezTo>
                  <a:cubicBezTo>
                    <a:pt x="1684" y="2547"/>
                    <a:pt x="1728" y="2546"/>
                    <a:pt x="1769" y="2540"/>
                  </a:cubicBezTo>
                  <a:cubicBezTo>
                    <a:pt x="1846" y="2533"/>
                    <a:pt x="1900" y="2465"/>
                    <a:pt x="1893" y="2389"/>
                  </a:cubicBezTo>
                  <a:cubicBezTo>
                    <a:pt x="1886" y="2318"/>
                    <a:pt x="1826" y="2265"/>
                    <a:pt x="1754" y="2265"/>
                  </a:cubicBezTo>
                  <a:cubicBezTo>
                    <a:pt x="1749" y="2265"/>
                    <a:pt x="1745" y="2265"/>
                    <a:pt x="1741" y="2265"/>
                  </a:cubicBezTo>
                  <a:cubicBezTo>
                    <a:pt x="1707" y="2268"/>
                    <a:pt x="1676" y="2271"/>
                    <a:pt x="1641" y="2271"/>
                  </a:cubicBezTo>
                  <a:cubicBezTo>
                    <a:pt x="1240" y="2271"/>
                    <a:pt x="894" y="2033"/>
                    <a:pt x="736" y="1691"/>
                  </a:cubicBezTo>
                  <a:lnTo>
                    <a:pt x="1474" y="1691"/>
                  </a:lnTo>
                  <a:cubicBezTo>
                    <a:pt x="1552" y="1691"/>
                    <a:pt x="1612" y="1628"/>
                    <a:pt x="1612" y="1553"/>
                  </a:cubicBezTo>
                  <a:cubicBezTo>
                    <a:pt x="1612" y="1475"/>
                    <a:pt x="1549" y="1415"/>
                    <a:pt x="1474" y="1415"/>
                  </a:cubicBezTo>
                  <a:lnTo>
                    <a:pt x="654" y="1415"/>
                  </a:lnTo>
                  <a:cubicBezTo>
                    <a:pt x="647" y="1367"/>
                    <a:pt x="644" y="1321"/>
                    <a:pt x="644" y="1274"/>
                  </a:cubicBezTo>
                  <a:cubicBezTo>
                    <a:pt x="644" y="1228"/>
                    <a:pt x="647" y="1179"/>
                    <a:pt x="654" y="1134"/>
                  </a:cubicBezTo>
                  <a:lnTo>
                    <a:pt x="1474" y="1134"/>
                  </a:lnTo>
                  <a:cubicBezTo>
                    <a:pt x="1552" y="1134"/>
                    <a:pt x="1612" y="1071"/>
                    <a:pt x="1612" y="994"/>
                  </a:cubicBezTo>
                  <a:cubicBezTo>
                    <a:pt x="1612" y="918"/>
                    <a:pt x="1551" y="856"/>
                    <a:pt x="1474" y="856"/>
                  </a:cubicBezTo>
                  <a:lnTo>
                    <a:pt x="738" y="856"/>
                  </a:lnTo>
                  <a:cubicBezTo>
                    <a:pt x="896" y="515"/>
                    <a:pt x="1243" y="278"/>
                    <a:pt x="1641" y="278"/>
                  </a:cubicBezTo>
                  <a:cubicBezTo>
                    <a:pt x="1719" y="278"/>
                    <a:pt x="1781" y="215"/>
                    <a:pt x="1781" y="138"/>
                  </a:cubicBezTo>
                  <a:cubicBezTo>
                    <a:pt x="1781" y="62"/>
                    <a:pt x="1717" y="0"/>
                    <a:pt x="1641"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439" name="Google Shape;4439;p28"/>
            <p:cNvSpPr/>
            <p:nvPr/>
          </p:nvSpPr>
          <p:spPr>
            <a:xfrm>
              <a:off x="2346292" y="4436462"/>
              <a:ext cx="116732" cy="37990"/>
            </a:xfrm>
            <a:custGeom>
              <a:rect b="b" l="l" r="r" t="t"/>
              <a:pathLst>
                <a:path extrusionOk="0" h="1070" w="3288">
                  <a:moveTo>
                    <a:pt x="392" y="1"/>
                  </a:moveTo>
                  <a:cubicBezTo>
                    <a:pt x="177" y="1"/>
                    <a:pt x="1" y="178"/>
                    <a:pt x="1" y="393"/>
                  </a:cubicBezTo>
                  <a:lnTo>
                    <a:pt x="1" y="677"/>
                  </a:lnTo>
                  <a:cubicBezTo>
                    <a:pt x="1" y="893"/>
                    <a:pt x="177" y="1070"/>
                    <a:pt x="392" y="1070"/>
                  </a:cubicBezTo>
                  <a:lnTo>
                    <a:pt x="2895" y="1070"/>
                  </a:lnTo>
                  <a:cubicBezTo>
                    <a:pt x="3112" y="1070"/>
                    <a:pt x="3288" y="893"/>
                    <a:pt x="3288" y="677"/>
                  </a:cubicBezTo>
                  <a:lnTo>
                    <a:pt x="3288" y="393"/>
                  </a:lnTo>
                  <a:cubicBezTo>
                    <a:pt x="3288" y="178"/>
                    <a:pt x="3111" y="1"/>
                    <a:pt x="2895" y="1"/>
                  </a:cubicBezTo>
                  <a:close/>
                </a:path>
              </a:pathLst>
            </a:custGeom>
            <a:solidFill>
              <a:srgbClr val="ECE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440" name="Google Shape;4440;p28"/>
            <p:cNvSpPr/>
            <p:nvPr/>
          </p:nvSpPr>
          <p:spPr>
            <a:xfrm>
              <a:off x="2346292" y="4360591"/>
              <a:ext cx="116732" cy="37990"/>
            </a:xfrm>
            <a:custGeom>
              <a:rect b="b" l="l" r="r" t="t"/>
              <a:pathLst>
                <a:path extrusionOk="0" h="1070" w="3288">
                  <a:moveTo>
                    <a:pt x="392" y="1"/>
                  </a:moveTo>
                  <a:cubicBezTo>
                    <a:pt x="177" y="1"/>
                    <a:pt x="1" y="178"/>
                    <a:pt x="1" y="393"/>
                  </a:cubicBezTo>
                  <a:lnTo>
                    <a:pt x="1" y="677"/>
                  </a:lnTo>
                  <a:cubicBezTo>
                    <a:pt x="1" y="893"/>
                    <a:pt x="177" y="1070"/>
                    <a:pt x="392" y="1070"/>
                  </a:cubicBezTo>
                  <a:lnTo>
                    <a:pt x="2895" y="1070"/>
                  </a:lnTo>
                  <a:cubicBezTo>
                    <a:pt x="3112" y="1070"/>
                    <a:pt x="3288" y="893"/>
                    <a:pt x="3288" y="677"/>
                  </a:cubicBezTo>
                  <a:lnTo>
                    <a:pt x="3288" y="393"/>
                  </a:lnTo>
                  <a:cubicBezTo>
                    <a:pt x="3288" y="178"/>
                    <a:pt x="3111" y="1"/>
                    <a:pt x="2895" y="1"/>
                  </a:cubicBezTo>
                  <a:close/>
                </a:path>
              </a:pathLst>
            </a:custGeom>
            <a:solidFill>
              <a:srgbClr val="ECE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441" name="Google Shape;4441;p28"/>
            <p:cNvSpPr/>
            <p:nvPr/>
          </p:nvSpPr>
          <p:spPr>
            <a:xfrm>
              <a:off x="2346292" y="4398544"/>
              <a:ext cx="116732" cy="37955"/>
            </a:xfrm>
            <a:custGeom>
              <a:rect b="b" l="l" r="r" t="t"/>
              <a:pathLst>
                <a:path extrusionOk="0" h="1069" w="3288">
                  <a:moveTo>
                    <a:pt x="392" y="1"/>
                  </a:moveTo>
                  <a:cubicBezTo>
                    <a:pt x="177" y="1"/>
                    <a:pt x="1" y="176"/>
                    <a:pt x="1" y="392"/>
                  </a:cubicBezTo>
                  <a:lnTo>
                    <a:pt x="1" y="677"/>
                  </a:lnTo>
                  <a:cubicBezTo>
                    <a:pt x="1" y="893"/>
                    <a:pt x="177" y="1069"/>
                    <a:pt x="392" y="1069"/>
                  </a:cubicBezTo>
                  <a:lnTo>
                    <a:pt x="2895" y="1069"/>
                  </a:lnTo>
                  <a:cubicBezTo>
                    <a:pt x="3112" y="1069"/>
                    <a:pt x="3288" y="893"/>
                    <a:pt x="3288" y="677"/>
                  </a:cubicBezTo>
                  <a:lnTo>
                    <a:pt x="3288" y="392"/>
                  </a:lnTo>
                  <a:cubicBezTo>
                    <a:pt x="3288" y="176"/>
                    <a:pt x="3111" y="1"/>
                    <a:pt x="2895" y="1"/>
                  </a:cubicBezTo>
                  <a:close/>
                </a:path>
              </a:pathLst>
            </a:cu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442" name="Google Shape;4442;p28"/>
            <p:cNvSpPr/>
            <p:nvPr/>
          </p:nvSpPr>
          <p:spPr>
            <a:xfrm>
              <a:off x="2346292" y="4322673"/>
              <a:ext cx="116732" cy="37955"/>
            </a:xfrm>
            <a:custGeom>
              <a:rect b="b" l="l" r="r" t="t"/>
              <a:pathLst>
                <a:path extrusionOk="0" h="1069" w="3288">
                  <a:moveTo>
                    <a:pt x="392" y="1"/>
                  </a:moveTo>
                  <a:cubicBezTo>
                    <a:pt x="177" y="1"/>
                    <a:pt x="1" y="176"/>
                    <a:pt x="1" y="392"/>
                  </a:cubicBezTo>
                  <a:lnTo>
                    <a:pt x="1" y="677"/>
                  </a:lnTo>
                  <a:cubicBezTo>
                    <a:pt x="1" y="893"/>
                    <a:pt x="177" y="1069"/>
                    <a:pt x="392" y="1069"/>
                  </a:cubicBezTo>
                  <a:lnTo>
                    <a:pt x="2895" y="1069"/>
                  </a:lnTo>
                  <a:cubicBezTo>
                    <a:pt x="3112" y="1069"/>
                    <a:pt x="3288" y="893"/>
                    <a:pt x="3288" y="677"/>
                  </a:cubicBezTo>
                  <a:lnTo>
                    <a:pt x="3288" y="392"/>
                  </a:lnTo>
                  <a:cubicBezTo>
                    <a:pt x="3288" y="176"/>
                    <a:pt x="3111" y="1"/>
                    <a:pt x="2895" y="1"/>
                  </a:cubicBezTo>
                  <a:close/>
                </a:path>
              </a:pathLst>
            </a:cu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443" name="Google Shape;4443;p28"/>
            <p:cNvSpPr/>
            <p:nvPr/>
          </p:nvSpPr>
          <p:spPr>
            <a:xfrm>
              <a:off x="2435406" y="4436462"/>
              <a:ext cx="27621" cy="37990"/>
            </a:xfrm>
            <a:custGeom>
              <a:rect b="b" l="l" r="r" t="t"/>
              <a:pathLst>
                <a:path extrusionOk="0" h="1070" w="778">
                  <a:moveTo>
                    <a:pt x="1" y="1"/>
                  </a:moveTo>
                  <a:cubicBezTo>
                    <a:pt x="216" y="1"/>
                    <a:pt x="392" y="178"/>
                    <a:pt x="392" y="393"/>
                  </a:cubicBezTo>
                  <a:lnTo>
                    <a:pt x="392" y="677"/>
                  </a:lnTo>
                  <a:cubicBezTo>
                    <a:pt x="392" y="893"/>
                    <a:pt x="218" y="1070"/>
                    <a:pt x="1" y="1070"/>
                  </a:cubicBezTo>
                  <a:lnTo>
                    <a:pt x="385" y="1070"/>
                  </a:lnTo>
                  <a:cubicBezTo>
                    <a:pt x="601" y="1070"/>
                    <a:pt x="778" y="896"/>
                    <a:pt x="778" y="677"/>
                  </a:cubicBezTo>
                  <a:lnTo>
                    <a:pt x="778" y="393"/>
                  </a:lnTo>
                  <a:cubicBezTo>
                    <a:pt x="778" y="176"/>
                    <a:pt x="602" y="1"/>
                    <a:pt x="385"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444" name="Google Shape;4444;p28"/>
            <p:cNvSpPr/>
            <p:nvPr/>
          </p:nvSpPr>
          <p:spPr>
            <a:xfrm>
              <a:off x="2435406" y="4360591"/>
              <a:ext cx="27621" cy="37990"/>
            </a:xfrm>
            <a:custGeom>
              <a:rect b="b" l="l" r="r" t="t"/>
              <a:pathLst>
                <a:path extrusionOk="0" h="1070" w="778">
                  <a:moveTo>
                    <a:pt x="1" y="1"/>
                  </a:moveTo>
                  <a:cubicBezTo>
                    <a:pt x="216" y="1"/>
                    <a:pt x="392" y="176"/>
                    <a:pt x="392" y="393"/>
                  </a:cubicBezTo>
                  <a:lnTo>
                    <a:pt x="392" y="677"/>
                  </a:lnTo>
                  <a:cubicBezTo>
                    <a:pt x="392" y="893"/>
                    <a:pt x="218" y="1070"/>
                    <a:pt x="1" y="1070"/>
                  </a:cubicBezTo>
                  <a:lnTo>
                    <a:pt x="385" y="1070"/>
                  </a:lnTo>
                  <a:cubicBezTo>
                    <a:pt x="601" y="1070"/>
                    <a:pt x="778" y="893"/>
                    <a:pt x="778" y="677"/>
                  </a:cubicBezTo>
                  <a:lnTo>
                    <a:pt x="778" y="393"/>
                  </a:lnTo>
                  <a:cubicBezTo>
                    <a:pt x="778" y="176"/>
                    <a:pt x="602" y="1"/>
                    <a:pt x="385"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445" name="Google Shape;4445;p28"/>
            <p:cNvSpPr/>
            <p:nvPr/>
          </p:nvSpPr>
          <p:spPr>
            <a:xfrm>
              <a:off x="2435406" y="4398544"/>
              <a:ext cx="27621" cy="37955"/>
            </a:xfrm>
            <a:custGeom>
              <a:rect b="b" l="l" r="r" t="t"/>
              <a:pathLst>
                <a:path extrusionOk="0" h="1069" w="778">
                  <a:moveTo>
                    <a:pt x="1" y="1"/>
                  </a:moveTo>
                  <a:cubicBezTo>
                    <a:pt x="216" y="1"/>
                    <a:pt x="392" y="175"/>
                    <a:pt x="392" y="392"/>
                  </a:cubicBezTo>
                  <a:lnTo>
                    <a:pt x="392" y="677"/>
                  </a:lnTo>
                  <a:cubicBezTo>
                    <a:pt x="392" y="893"/>
                    <a:pt x="218" y="1069"/>
                    <a:pt x="1" y="1069"/>
                  </a:cubicBezTo>
                  <a:lnTo>
                    <a:pt x="385" y="1069"/>
                  </a:lnTo>
                  <a:cubicBezTo>
                    <a:pt x="601" y="1069"/>
                    <a:pt x="778" y="894"/>
                    <a:pt x="778" y="677"/>
                  </a:cubicBezTo>
                  <a:lnTo>
                    <a:pt x="778" y="392"/>
                  </a:lnTo>
                  <a:cubicBezTo>
                    <a:pt x="778" y="175"/>
                    <a:pt x="602" y="1"/>
                    <a:pt x="385"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446" name="Google Shape;4446;p28"/>
            <p:cNvSpPr/>
            <p:nvPr/>
          </p:nvSpPr>
          <p:spPr>
            <a:xfrm>
              <a:off x="2435406" y="4322673"/>
              <a:ext cx="27621" cy="37955"/>
            </a:xfrm>
            <a:custGeom>
              <a:rect b="b" l="l" r="r" t="t"/>
              <a:pathLst>
                <a:path extrusionOk="0" h="1069" w="778">
                  <a:moveTo>
                    <a:pt x="1" y="1"/>
                  </a:moveTo>
                  <a:cubicBezTo>
                    <a:pt x="216" y="1"/>
                    <a:pt x="392" y="176"/>
                    <a:pt x="392" y="392"/>
                  </a:cubicBezTo>
                  <a:lnTo>
                    <a:pt x="392" y="677"/>
                  </a:lnTo>
                  <a:cubicBezTo>
                    <a:pt x="392" y="893"/>
                    <a:pt x="218" y="1069"/>
                    <a:pt x="1" y="1069"/>
                  </a:cubicBezTo>
                  <a:lnTo>
                    <a:pt x="385" y="1069"/>
                  </a:lnTo>
                  <a:cubicBezTo>
                    <a:pt x="601" y="1069"/>
                    <a:pt x="778" y="895"/>
                    <a:pt x="778" y="677"/>
                  </a:cubicBezTo>
                  <a:lnTo>
                    <a:pt x="778" y="392"/>
                  </a:lnTo>
                  <a:cubicBezTo>
                    <a:pt x="778" y="175"/>
                    <a:pt x="602" y="1"/>
                    <a:pt x="385"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4447" name="Google Shape;4447;p28"/>
          <p:cNvGrpSpPr/>
          <p:nvPr/>
        </p:nvGrpSpPr>
        <p:grpSpPr>
          <a:xfrm>
            <a:off x="1495446" y="4147710"/>
            <a:ext cx="326951" cy="326962"/>
            <a:chOff x="1495446" y="4147710"/>
            <a:chExt cx="326951" cy="326962"/>
          </a:xfrm>
        </p:grpSpPr>
        <p:sp>
          <p:nvSpPr>
            <p:cNvPr id="4448" name="Google Shape;4448;p28"/>
            <p:cNvSpPr/>
            <p:nvPr/>
          </p:nvSpPr>
          <p:spPr>
            <a:xfrm>
              <a:off x="1495446" y="4267287"/>
              <a:ext cx="265168" cy="207349"/>
            </a:xfrm>
            <a:custGeom>
              <a:rect b="b" l="l" r="r" t="t"/>
              <a:pathLst>
                <a:path extrusionOk="0" h="5840" w="7469">
                  <a:moveTo>
                    <a:pt x="350" y="1"/>
                  </a:moveTo>
                  <a:cubicBezTo>
                    <a:pt x="157" y="1"/>
                    <a:pt x="0" y="158"/>
                    <a:pt x="0" y="351"/>
                  </a:cubicBezTo>
                  <a:lnTo>
                    <a:pt x="0" y="5491"/>
                  </a:lnTo>
                  <a:cubicBezTo>
                    <a:pt x="0" y="5684"/>
                    <a:pt x="157" y="5839"/>
                    <a:pt x="350" y="5839"/>
                  </a:cubicBezTo>
                  <a:lnTo>
                    <a:pt x="7121" y="5839"/>
                  </a:lnTo>
                  <a:cubicBezTo>
                    <a:pt x="7312" y="5839"/>
                    <a:pt x="7469" y="5684"/>
                    <a:pt x="7469" y="5491"/>
                  </a:cubicBezTo>
                  <a:lnTo>
                    <a:pt x="7469" y="351"/>
                  </a:lnTo>
                  <a:cubicBezTo>
                    <a:pt x="7469" y="158"/>
                    <a:pt x="7312" y="1"/>
                    <a:pt x="7121" y="1"/>
                  </a:cubicBezTo>
                  <a:lnTo>
                    <a:pt x="3648" y="844"/>
                  </a:lnTo>
                  <a:lnTo>
                    <a:pt x="350" y="1"/>
                  </a:ln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449" name="Google Shape;4449;p28"/>
            <p:cNvSpPr/>
            <p:nvPr/>
          </p:nvSpPr>
          <p:spPr>
            <a:xfrm>
              <a:off x="1563081" y="4207001"/>
              <a:ext cx="129904" cy="76904"/>
            </a:xfrm>
            <a:custGeom>
              <a:rect b="b" l="l" r="r" t="t"/>
              <a:pathLst>
                <a:path extrusionOk="0" h="2166" w="3659">
                  <a:moveTo>
                    <a:pt x="1830" y="1"/>
                  </a:moveTo>
                  <a:cubicBezTo>
                    <a:pt x="821" y="1"/>
                    <a:pt x="1" y="821"/>
                    <a:pt x="1" y="1830"/>
                  </a:cubicBezTo>
                  <a:lnTo>
                    <a:pt x="1" y="1841"/>
                  </a:lnTo>
                  <a:cubicBezTo>
                    <a:pt x="1" y="2021"/>
                    <a:pt x="145" y="2165"/>
                    <a:pt x="324" y="2165"/>
                  </a:cubicBezTo>
                  <a:cubicBezTo>
                    <a:pt x="504" y="2165"/>
                    <a:pt x="648" y="2020"/>
                    <a:pt x="648" y="1841"/>
                  </a:cubicBezTo>
                  <a:lnTo>
                    <a:pt x="648" y="1830"/>
                  </a:lnTo>
                  <a:cubicBezTo>
                    <a:pt x="648" y="1179"/>
                    <a:pt x="1179" y="648"/>
                    <a:pt x="1830" y="648"/>
                  </a:cubicBezTo>
                  <a:cubicBezTo>
                    <a:pt x="2481" y="648"/>
                    <a:pt x="3011" y="1178"/>
                    <a:pt x="3011" y="1830"/>
                  </a:cubicBezTo>
                  <a:lnTo>
                    <a:pt x="3011" y="1841"/>
                  </a:lnTo>
                  <a:cubicBezTo>
                    <a:pt x="3011" y="2021"/>
                    <a:pt x="3158" y="2165"/>
                    <a:pt x="3335" y="2165"/>
                  </a:cubicBezTo>
                  <a:cubicBezTo>
                    <a:pt x="3513" y="2165"/>
                    <a:pt x="3659" y="2021"/>
                    <a:pt x="3659" y="1841"/>
                  </a:cubicBezTo>
                  <a:lnTo>
                    <a:pt x="3659" y="1830"/>
                  </a:lnTo>
                  <a:cubicBezTo>
                    <a:pt x="3659" y="821"/>
                    <a:pt x="2838" y="1"/>
                    <a:pt x="1830" y="1"/>
                  </a:cubicBez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450" name="Google Shape;4450;p28"/>
            <p:cNvSpPr/>
            <p:nvPr/>
          </p:nvSpPr>
          <p:spPr>
            <a:xfrm>
              <a:off x="1567625" y="4230008"/>
              <a:ext cx="53467" cy="53932"/>
            </a:xfrm>
            <a:custGeom>
              <a:rect b="b" l="l" r="r" t="t"/>
              <a:pathLst>
                <a:path extrusionOk="0" h="1519" w="1506">
                  <a:moveTo>
                    <a:pt x="1312" y="0"/>
                  </a:moveTo>
                  <a:cubicBezTo>
                    <a:pt x="660" y="0"/>
                    <a:pt x="130" y="531"/>
                    <a:pt x="127" y="1186"/>
                  </a:cubicBezTo>
                  <a:lnTo>
                    <a:pt x="127" y="1196"/>
                  </a:lnTo>
                  <a:cubicBezTo>
                    <a:pt x="127" y="1301"/>
                    <a:pt x="77" y="1395"/>
                    <a:pt x="1" y="1454"/>
                  </a:cubicBezTo>
                  <a:cubicBezTo>
                    <a:pt x="54" y="1494"/>
                    <a:pt x="120" y="1519"/>
                    <a:pt x="195" y="1519"/>
                  </a:cubicBezTo>
                  <a:cubicBezTo>
                    <a:pt x="375" y="1519"/>
                    <a:pt x="519" y="1373"/>
                    <a:pt x="519" y="1195"/>
                  </a:cubicBezTo>
                  <a:lnTo>
                    <a:pt x="519" y="1185"/>
                  </a:lnTo>
                  <a:cubicBezTo>
                    <a:pt x="519" y="598"/>
                    <a:pt x="946" y="110"/>
                    <a:pt x="1506" y="16"/>
                  </a:cubicBezTo>
                  <a:cubicBezTo>
                    <a:pt x="1443" y="6"/>
                    <a:pt x="1378" y="0"/>
                    <a:pt x="1312"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451" name="Google Shape;4451;p28"/>
            <p:cNvSpPr/>
            <p:nvPr/>
          </p:nvSpPr>
          <p:spPr>
            <a:xfrm>
              <a:off x="1621058" y="4207072"/>
              <a:ext cx="71928" cy="76833"/>
            </a:xfrm>
            <a:custGeom>
              <a:rect b="b" l="l" r="r" t="t"/>
              <a:pathLst>
                <a:path extrusionOk="0" h="2164" w="2026">
                  <a:moveTo>
                    <a:pt x="198" y="0"/>
                  </a:moveTo>
                  <a:cubicBezTo>
                    <a:pt x="197" y="0"/>
                    <a:pt x="196" y="0"/>
                    <a:pt x="195" y="0"/>
                  </a:cubicBezTo>
                  <a:cubicBezTo>
                    <a:pt x="130" y="0"/>
                    <a:pt x="66" y="5"/>
                    <a:pt x="1" y="12"/>
                  </a:cubicBezTo>
                  <a:cubicBezTo>
                    <a:pt x="918" y="108"/>
                    <a:pt x="1636" y="888"/>
                    <a:pt x="1636" y="1831"/>
                  </a:cubicBezTo>
                  <a:lnTo>
                    <a:pt x="1636" y="1841"/>
                  </a:lnTo>
                  <a:cubicBezTo>
                    <a:pt x="1636" y="1946"/>
                    <a:pt x="1585" y="2039"/>
                    <a:pt x="1508" y="2098"/>
                  </a:cubicBezTo>
                  <a:cubicBezTo>
                    <a:pt x="1562" y="2137"/>
                    <a:pt x="1628" y="2163"/>
                    <a:pt x="1702" y="2163"/>
                  </a:cubicBezTo>
                  <a:cubicBezTo>
                    <a:pt x="1882" y="2163"/>
                    <a:pt x="2026" y="2018"/>
                    <a:pt x="2026" y="1839"/>
                  </a:cubicBezTo>
                  <a:lnTo>
                    <a:pt x="2026" y="1828"/>
                  </a:lnTo>
                  <a:cubicBezTo>
                    <a:pt x="2026" y="820"/>
                    <a:pt x="1205" y="0"/>
                    <a:pt x="198"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452" name="Google Shape;4452;p28"/>
            <p:cNvSpPr/>
            <p:nvPr/>
          </p:nvSpPr>
          <p:spPr>
            <a:xfrm>
              <a:off x="1735060" y="4267287"/>
              <a:ext cx="25562" cy="207385"/>
            </a:xfrm>
            <a:custGeom>
              <a:rect b="b" l="l" r="r" t="t"/>
              <a:pathLst>
                <a:path extrusionOk="0" h="5841" w="720">
                  <a:moveTo>
                    <a:pt x="0" y="1"/>
                  </a:moveTo>
                  <a:cubicBezTo>
                    <a:pt x="193" y="1"/>
                    <a:pt x="350" y="158"/>
                    <a:pt x="350" y="351"/>
                  </a:cubicBezTo>
                  <a:lnTo>
                    <a:pt x="350" y="5491"/>
                  </a:lnTo>
                  <a:cubicBezTo>
                    <a:pt x="350" y="5684"/>
                    <a:pt x="193" y="5841"/>
                    <a:pt x="0" y="5841"/>
                  </a:cubicBezTo>
                  <a:lnTo>
                    <a:pt x="372" y="5841"/>
                  </a:lnTo>
                  <a:cubicBezTo>
                    <a:pt x="563" y="5841"/>
                    <a:pt x="720" y="5684"/>
                    <a:pt x="720" y="5491"/>
                  </a:cubicBezTo>
                  <a:lnTo>
                    <a:pt x="720" y="351"/>
                  </a:lnTo>
                  <a:cubicBezTo>
                    <a:pt x="720" y="158"/>
                    <a:pt x="563" y="1"/>
                    <a:pt x="372"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453" name="Google Shape;4453;p28"/>
            <p:cNvSpPr/>
            <p:nvPr/>
          </p:nvSpPr>
          <p:spPr>
            <a:xfrm>
              <a:off x="1495446" y="4267287"/>
              <a:ext cx="265168" cy="100728"/>
            </a:xfrm>
            <a:custGeom>
              <a:rect b="b" l="l" r="r" t="t"/>
              <a:pathLst>
                <a:path extrusionOk="0" h="2837" w="7469">
                  <a:moveTo>
                    <a:pt x="350" y="1"/>
                  </a:moveTo>
                  <a:cubicBezTo>
                    <a:pt x="157" y="1"/>
                    <a:pt x="0" y="158"/>
                    <a:pt x="0" y="351"/>
                  </a:cubicBezTo>
                  <a:lnTo>
                    <a:pt x="0" y="2309"/>
                  </a:lnTo>
                  <a:cubicBezTo>
                    <a:pt x="0" y="2309"/>
                    <a:pt x="980" y="2526"/>
                    <a:pt x="2297" y="2728"/>
                  </a:cubicBezTo>
                  <a:cubicBezTo>
                    <a:pt x="2774" y="2801"/>
                    <a:pt x="3255" y="2837"/>
                    <a:pt x="3736" y="2837"/>
                  </a:cubicBezTo>
                  <a:cubicBezTo>
                    <a:pt x="4216" y="2837"/>
                    <a:pt x="4697" y="2801"/>
                    <a:pt x="5172" y="2728"/>
                  </a:cubicBezTo>
                  <a:cubicBezTo>
                    <a:pt x="6490" y="2526"/>
                    <a:pt x="7469" y="2309"/>
                    <a:pt x="7469" y="2309"/>
                  </a:cubicBezTo>
                  <a:lnTo>
                    <a:pt x="7469" y="351"/>
                  </a:lnTo>
                  <a:cubicBezTo>
                    <a:pt x="7469" y="158"/>
                    <a:pt x="7312" y="1"/>
                    <a:pt x="7121" y="1"/>
                  </a:cubicBezTo>
                  <a:close/>
                </a:path>
              </a:pathLst>
            </a:cu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454" name="Google Shape;4454;p28"/>
            <p:cNvSpPr/>
            <p:nvPr/>
          </p:nvSpPr>
          <p:spPr>
            <a:xfrm>
              <a:off x="1735060" y="4267287"/>
              <a:ext cx="25562" cy="84750"/>
            </a:xfrm>
            <a:custGeom>
              <a:rect b="b" l="l" r="r" t="t"/>
              <a:pathLst>
                <a:path extrusionOk="0" h="2387" w="720">
                  <a:moveTo>
                    <a:pt x="0" y="1"/>
                  </a:moveTo>
                  <a:cubicBezTo>
                    <a:pt x="193" y="1"/>
                    <a:pt x="350" y="158"/>
                    <a:pt x="350" y="351"/>
                  </a:cubicBezTo>
                  <a:lnTo>
                    <a:pt x="350" y="2387"/>
                  </a:lnTo>
                  <a:cubicBezTo>
                    <a:pt x="585" y="2339"/>
                    <a:pt x="720" y="2309"/>
                    <a:pt x="720" y="2309"/>
                  </a:cubicBezTo>
                  <a:lnTo>
                    <a:pt x="720" y="351"/>
                  </a:lnTo>
                  <a:cubicBezTo>
                    <a:pt x="720" y="158"/>
                    <a:pt x="563" y="1"/>
                    <a:pt x="372"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455" name="Google Shape;4455;p28"/>
            <p:cNvSpPr/>
            <p:nvPr/>
          </p:nvSpPr>
          <p:spPr>
            <a:xfrm>
              <a:off x="1541991" y="4338898"/>
              <a:ext cx="30319" cy="43210"/>
            </a:xfrm>
            <a:custGeom>
              <a:rect b="b" l="l" r="r" t="t"/>
              <a:pathLst>
                <a:path extrusionOk="0" h="1217" w="854">
                  <a:moveTo>
                    <a:pt x="308" y="0"/>
                  </a:moveTo>
                  <a:cubicBezTo>
                    <a:pt x="140" y="0"/>
                    <a:pt x="0" y="140"/>
                    <a:pt x="0" y="308"/>
                  </a:cubicBezTo>
                  <a:lnTo>
                    <a:pt x="0" y="908"/>
                  </a:lnTo>
                  <a:cubicBezTo>
                    <a:pt x="0" y="1078"/>
                    <a:pt x="140" y="1216"/>
                    <a:pt x="308" y="1216"/>
                  </a:cubicBezTo>
                  <a:lnTo>
                    <a:pt x="546" y="1216"/>
                  </a:lnTo>
                  <a:cubicBezTo>
                    <a:pt x="717" y="1216"/>
                    <a:pt x="854" y="1078"/>
                    <a:pt x="854" y="908"/>
                  </a:cubicBezTo>
                  <a:lnTo>
                    <a:pt x="854" y="308"/>
                  </a:lnTo>
                  <a:cubicBezTo>
                    <a:pt x="854" y="138"/>
                    <a:pt x="715" y="0"/>
                    <a:pt x="546" y="0"/>
                  </a:cubicBezTo>
                  <a:close/>
                </a:path>
              </a:pathLst>
            </a:cu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456" name="Google Shape;4456;p28"/>
            <p:cNvSpPr/>
            <p:nvPr/>
          </p:nvSpPr>
          <p:spPr>
            <a:xfrm>
              <a:off x="1683758" y="4338898"/>
              <a:ext cx="30319" cy="43210"/>
            </a:xfrm>
            <a:custGeom>
              <a:rect b="b" l="l" r="r" t="t"/>
              <a:pathLst>
                <a:path extrusionOk="0" h="1217" w="854">
                  <a:moveTo>
                    <a:pt x="309" y="0"/>
                  </a:moveTo>
                  <a:cubicBezTo>
                    <a:pt x="140" y="0"/>
                    <a:pt x="1" y="140"/>
                    <a:pt x="1" y="308"/>
                  </a:cubicBezTo>
                  <a:lnTo>
                    <a:pt x="1" y="908"/>
                  </a:lnTo>
                  <a:cubicBezTo>
                    <a:pt x="1" y="1078"/>
                    <a:pt x="140" y="1216"/>
                    <a:pt x="309" y="1216"/>
                  </a:cubicBezTo>
                  <a:lnTo>
                    <a:pt x="546" y="1216"/>
                  </a:lnTo>
                  <a:cubicBezTo>
                    <a:pt x="716" y="1216"/>
                    <a:pt x="854" y="1078"/>
                    <a:pt x="854" y="908"/>
                  </a:cubicBezTo>
                  <a:lnTo>
                    <a:pt x="854" y="308"/>
                  </a:lnTo>
                  <a:cubicBezTo>
                    <a:pt x="854" y="138"/>
                    <a:pt x="716" y="0"/>
                    <a:pt x="546" y="0"/>
                  </a:cubicBezTo>
                  <a:close/>
                </a:path>
              </a:pathLst>
            </a:cu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457" name="Google Shape;4457;p28"/>
            <p:cNvSpPr/>
            <p:nvPr/>
          </p:nvSpPr>
          <p:spPr>
            <a:xfrm>
              <a:off x="1550583" y="4338898"/>
              <a:ext cx="21728" cy="43210"/>
            </a:xfrm>
            <a:custGeom>
              <a:rect b="b" l="l" r="r" t="t"/>
              <a:pathLst>
                <a:path extrusionOk="0" h="1217" w="612">
                  <a:moveTo>
                    <a:pt x="66" y="0"/>
                  </a:moveTo>
                  <a:cubicBezTo>
                    <a:pt x="43" y="0"/>
                    <a:pt x="22" y="3"/>
                    <a:pt x="0" y="7"/>
                  </a:cubicBezTo>
                  <a:cubicBezTo>
                    <a:pt x="138" y="39"/>
                    <a:pt x="240" y="161"/>
                    <a:pt x="240" y="308"/>
                  </a:cubicBezTo>
                  <a:lnTo>
                    <a:pt x="240" y="910"/>
                  </a:lnTo>
                  <a:cubicBezTo>
                    <a:pt x="240" y="1056"/>
                    <a:pt x="138" y="1179"/>
                    <a:pt x="0" y="1209"/>
                  </a:cubicBezTo>
                  <a:cubicBezTo>
                    <a:pt x="22" y="1215"/>
                    <a:pt x="43" y="1216"/>
                    <a:pt x="66" y="1216"/>
                  </a:cubicBezTo>
                  <a:lnTo>
                    <a:pt x="304" y="1216"/>
                  </a:lnTo>
                  <a:cubicBezTo>
                    <a:pt x="475" y="1216"/>
                    <a:pt x="612" y="1078"/>
                    <a:pt x="612" y="908"/>
                  </a:cubicBezTo>
                  <a:lnTo>
                    <a:pt x="612" y="308"/>
                  </a:lnTo>
                  <a:cubicBezTo>
                    <a:pt x="612" y="137"/>
                    <a:pt x="475" y="0"/>
                    <a:pt x="305"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458" name="Google Shape;4458;p28"/>
            <p:cNvSpPr/>
            <p:nvPr/>
          </p:nvSpPr>
          <p:spPr>
            <a:xfrm>
              <a:off x="1692278" y="4338898"/>
              <a:ext cx="21799" cy="43210"/>
            </a:xfrm>
            <a:custGeom>
              <a:rect b="b" l="l" r="r" t="t"/>
              <a:pathLst>
                <a:path extrusionOk="0" h="1217" w="614">
                  <a:moveTo>
                    <a:pt x="67" y="0"/>
                  </a:moveTo>
                  <a:cubicBezTo>
                    <a:pt x="44" y="0"/>
                    <a:pt x="22" y="3"/>
                    <a:pt x="1" y="7"/>
                  </a:cubicBezTo>
                  <a:cubicBezTo>
                    <a:pt x="139" y="39"/>
                    <a:pt x="241" y="161"/>
                    <a:pt x="241" y="308"/>
                  </a:cubicBezTo>
                  <a:lnTo>
                    <a:pt x="241" y="910"/>
                  </a:lnTo>
                  <a:cubicBezTo>
                    <a:pt x="241" y="1056"/>
                    <a:pt x="139" y="1179"/>
                    <a:pt x="1" y="1209"/>
                  </a:cubicBezTo>
                  <a:cubicBezTo>
                    <a:pt x="22" y="1215"/>
                    <a:pt x="44" y="1216"/>
                    <a:pt x="67" y="1216"/>
                  </a:cubicBezTo>
                  <a:lnTo>
                    <a:pt x="306" y="1216"/>
                  </a:lnTo>
                  <a:cubicBezTo>
                    <a:pt x="477" y="1216"/>
                    <a:pt x="614" y="1078"/>
                    <a:pt x="614" y="908"/>
                  </a:cubicBezTo>
                  <a:lnTo>
                    <a:pt x="614" y="308"/>
                  </a:lnTo>
                  <a:cubicBezTo>
                    <a:pt x="614" y="137"/>
                    <a:pt x="476" y="0"/>
                    <a:pt x="306"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459" name="Google Shape;4459;p28"/>
            <p:cNvSpPr/>
            <p:nvPr/>
          </p:nvSpPr>
          <p:spPr>
            <a:xfrm>
              <a:off x="1707865" y="4147710"/>
              <a:ext cx="114531" cy="139819"/>
            </a:xfrm>
            <a:custGeom>
              <a:rect b="b" l="l" r="r" t="t"/>
              <a:pathLst>
                <a:path extrusionOk="0" h="3938" w="3226">
                  <a:moveTo>
                    <a:pt x="1619" y="0"/>
                  </a:moveTo>
                  <a:cubicBezTo>
                    <a:pt x="1598" y="0"/>
                    <a:pt x="1577" y="1"/>
                    <a:pt x="1556" y="2"/>
                  </a:cubicBezTo>
                  <a:cubicBezTo>
                    <a:pt x="689" y="35"/>
                    <a:pt x="1" y="761"/>
                    <a:pt x="12" y="1628"/>
                  </a:cubicBezTo>
                  <a:cubicBezTo>
                    <a:pt x="18" y="2093"/>
                    <a:pt x="221" y="2510"/>
                    <a:pt x="542" y="2799"/>
                  </a:cubicBezTo>
                  <a:cubicBezTo>
                    <a:pt x="799" y="3031"/>
                    <a:pt x="952" y="3359"/>
                    <a:pt x="952" y="3704"/>
                  </a:cubicBezTo>
                  <a:lnTo>
                    <a:pt x="952" y="3937"/>
                  </a:lnTo>
                  <a:lnTo>
                    <a:pt x="2289" y="3937"/>
                  </a:lnTo>
                  <a:lnTo>
                    <a:pt x="2289" y="3704"/>
                  </a:lnTo>
                  <a:cubicBezTo>
                    <a:pt x="2289" y="3359"/>
                    <a:pt x="2437" y="3032"/>
                    <a:pt x="2695" y="2801"/>
                  </a:cubicBezTo>
                  <a:cubicBezTo>
                    <a:pt x="3020" y="2510"/>
                    <a:pt x="3226" y="2082"/>
                    <a:pt x="3226" y="1608"/>
                  </a:cubicBezTo>
                  <a:cubicBezTo>
                    <a:pt x="3226" y="720"/>
                    <a:pt x="2505" y="0"/>
                    <a:pt x="1619" y="0"/>
                  </a:cubicBezTo>
                  <a:close/>
                </a:path>
              </a:pathLst>
            </a:cu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460" name="Google Shape;4460;p28"/>
            <p:cNvSpPr/>
            <p:nvPr/>
          </p:nvSpPr>
          <p:spPr>
            <a:xfrm>
              <a:off x="1759238" y="4147710"/>
              <a:ext cx="63159" cy="136801"/>
            </a:xfrm>
            <a:custGeom>
              <a:rect b="b" l="l" r="r" t="t"/>
              <a:pathLst>
                <a:path extrusionOk="0" h="3853" w="1779">
                  <a:moveTo>
                    <a:pt x="173" y="0"/>
                  </a:moveTo>
                  <a:cubicBezTo>
                    <a:pt x="152" y="0"/>
                    <a:pt x="132" y="1"/>
                    <a:pt x="111" y="2"/>
                  </a:cubicBezTo>
                  <a:cubicBezTo>
                    <a:pt x="73" y="3"/>
                    <a:pt x="36" y="7"/>
                    <a:pt x="0" y="10"/>
                  </a:cubicBezTo>
                  <a:cubicBezTo>
                    <a:pt x="806" y="97"/>
                    <a:pt x="1433" y="779"/>
                    <a:pt x="1433" y="1608"/>
                  </a:cubicBezTo>
                  <a:cubicBezTo>
                    <a:pt x="1433" y="2082"/>
                    <a:pt x="1228" y="2366"/>
                    <a:pt x="901" y="2658"/>
                  </a:cubicBezTo>
                  <a:cubicBezTo>
                    <a:pt x="643" y="2888"/>
                    <a:pt x="494" y="3360"/>
                    <a:pt x="494" y="3706"/>
                  </a:cubicBezTo>
                  <a:lnTo>
                    <a:pt x="494" y="3852"/>
                  </a:lnTo>
                  <a:lnTo>
                    <a:pt x="839" y="3852"/>
                  </a:lnTo>
                  <a:lnTo>
                    <a:pt x="839" y="3706"/>
                  </a:lnTo>
                  <a:cubicBezTo>
                    <a:pt x="839" y="3360"/>
                    <a:pt x="989" y="3032"/>
                    <a:pt x="1246" y="2802"/>
                  </a:cubicBezTo>
                  <a:cubicBezTo>
                    <a:pt x="1573" y="2510"/>
                    <a:pt x="1779" y="2082"/>
                    <a:pt x="1779" y="1608"/>
                  </a:cubicBezTo>
                  <a:cubicBezTo>
                    <a:pt x="1779" y="720"/>
                    <a:pt x="1058" y="0"/>
                    <a:pt x="173"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461" name="Google Shape;4461;p28"/>
            <p:cNvSpPr/>
            <p:nvPr/>
          </p:nvSpPr>
          <p:spPr>
            <a:xfrm>
              <a:off x="1744256" y="4309359"/>
              <a:ext cx="42177" cy="21587"/>
            </a:xfrm>
            <a:custGeom>
              <a:rect b="b" l="l" r="r" t="t"/>
              <a:pathLst>
                <a:path extrusionOk="0" h="608" w="1188">
                  <a:moveTo>
                    <a:pt x="0" y="0"/>
                  </a:moveTo>
                  <a:lnTo>
                    <a:pt x="0" y="15"/>
                  </a:lnTo>
                  <a:cubicBezTo>
                    <a:pt x="0" y="341"/>
                    <a:pt x="267" y="608"/>
                    <a:pt x="595" y="608"/>
                  </a:cubicBezTo>
                  <a:cubicBezTo>
                    <a:pt x="921" y="608"/>
                    <a:pt x="1188" y="341"/>
                    <a:pt x="1188" y="15"/>
                  </a:cubicBezTo>
                  <a:lnTo>
                    <a:pt x="1188" y="0"/>
                  </a:lnTo>
                  <a:close/>
                </a:path>
              </a:pathLst>
            </a:custGeom>
            <a:solidFill>
              <a:schemeClr val="accent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462" name="Google Shape;4462;p28"/>
            <p:cNvSpPr/>
            <p:nvPr/>
          </p:nvSpPr>
          <p:spPr>
            <a:xfrm>
              <a:off x="1751037" y="4309359"/>
              <a:ext cx="35396" cy="21587"/>
            </a:xfrm>
            <a:custGeom>
              <a:rect b="b" l="l" r="r" t="t"/>
              <a:pathLst>
                <a:path extrusionOk="0" h="608" w="997">
                  <a:moveTo>
                    <a:pt x="679" y="0"/>
                  </a:moveTo>
                  <a:cubicBezTo>
                    <a:pt x="620" y="262"/>
                    <a:pt x="381" y="458"/>
                    <a:pt x="102" y="458"/>
                  </a:cubicBezTo>
                  <a:cubicBezTo>
                    <a:pt x="67" y="458"/>
                    <a:pt x="32" y="455"/>
                    <a:pt x="1" y="449"/>
                  </a:cubicBezTo>
                  <a:lnTo>
                    <a:pt x="1" y="449"/>
                  </a:lnTo>
                  <a:cubicBezTo>
                    <a:pt x="106" y="549"/>
                    <a:pt x="248" y="608"/>
                    <a:pt x="404" y="608"/>
                  </a:cubicBezTo>
                  <a:cubicBezTo>
                    <a:pt x="730" y="608"/>
                    <a:pt x="997" y="341"/>
                    <a:pt x="997" y="15"/>
                  </a:cubicBezTo>
                  <a:lnTo>
                    <a:pt x="997" y="0"/>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463" name="Google Shape;4463;p28"/>
            <p:cNvSpPr/>
            <p:nvPr/>
          </p:nvSpPr>
          <p:spPr>
            <a:xfrm>
              <a:off x="1748126" y="4233310"/>
              <a:ext cx="34473" cy="56169"/>
            </a:xfrm>
            <a:custGeom>
              <a:rect b="b" l="l" r="r" t="t"/>
              <a:pathLst>
                <a:path extrusionOk="0" h="1582" w="971">
                  <a:moveTo>
                    <a:pt x="173" y="0"/>
                  </a:moveTo>
                  <a:cubicBezTo>
                    <a:pt x="156" y="0"/>
                    <a:pt x="139" y="3"/>
                    <a:pt x="122" y="8"/>
                  </a:cubicBezTo>
                  <a:cubicBezTo>
                    <a:pt x="50" y="31"/>
                    <a:pt x="1" y="99"/>
                    <a:pt x="1" y="174"/>
                  </a:cubicBezTo>
                  <a:lnTo>
                    <a:pt x="1" y="1441"/>
                  </a:lnTo>
                  <a:cubicBezTo>
                    <a:pt x="1" y="1518"/>
                    <a:pt x="64" y="1581"/>
                    <a:pt x="140" y="1581"/>
                  </a:cubicBezTo>
                  <a:cubicBezTo>
                    <a:pt x="215" y="1581"/>
                    <a:pt x="279" y="1519"/>
                    <a:pt x="279" y="1441"/>
                  </a:cubicBezTo>
                  <a:lnTo>
                    <a:pt x="279" y="512"/>
                  </a:lnTo>
                  <a:lnTo>
                    <a:pt x="343" y="605"/>
                  </a:lnTo>
                  <a:cubicBezTo>
                    <a:pt x="375" y="653"/>
                    <a:pt x="430" y="679"/>
                    <a:pt x="486" y="679"/>
                  </a:cubicBezTo>
                  <a:cubicBezTo>
                    <a:pt x="543" y="679"/>
                    <a:pt x="595" y="653"/>
                    <a:pt x="627" y="605"/>
                  </a:cubicBezTo>
                  <a:lnTo>
                    <a:pt x="692" y="512"/>
                  </a:lnTo>
                  <a:lnTo>
                    <a:pt x="692" y="1441"/>
                  </a:lnTo>
                  <a:cubicBezTo>
                    <a:pt x="692" y="1518"/>
                    <a:pt x="753" y="1581"/>
                    <a:pt x="831" y="1581"/>
                  </a:cubicBezTo>
                  <a:cubicBezTo>
                    <a:pt x="907" y="1581"/>
                    <a:pt x="971" y="1518"/>
                    <a:pt x="969" y="1441"/>
                  </a:cubicBezTo>
                  <a:lnTo>
                    <a:pt x="969" y="174"/>
                  </a:lnTo>
                  <a:cubicBezTo>
                    <a:pt x="969" y="96"/>
                    <a:pt x="920" y="31"/>
                    <a:pt x="848" y="8"/>
                  </a:cubicBezTo>
                  <a:cubicBezTo>
                    <a:pt x="831" y="3"/>
                    <a:pt x="814" y="0"/>
                    <a:pt x="797" y="0"/>
                  </a:cubicBezTo>
                  <a:cubicBezTo>
                    <a:pt x="741" y="0"/>
                    <a:pt x="688" y="27"/>
                    <a:pt x="656" y="74"/>
                  </a:cubicBezTo>
                  <a:lnTo>
                    <a:pt x="486" y="322"/>
                  </a:lnTo>
                  <a:lnTo>
                    <a:pt x="314" y="74"/>
                  </a:lnTo>
                  <a:cubicBezTo>
                    <a:pt x="282" y="27"/>
                    <a:pt x="229" y="0"/>
                    <a:pt x="173"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464" name="Google Shape;4464;p28"/>
            <p:cNvSpPr/>
            <p:nvPr/>
          </p:nvSpPr>
          <p:spPr>
            <a:xfrm>
              <a:off x="1733569" y="4284471"/>
              <a:ext cx="63585" cy="25528"/>
            </a:xfrm>
            <a:custGeom>
              <a:rect b="b" l="l" r="r" t="t"/>
              <a:pathLst>
                <a:path extrusionOk="0" h="719" w="1791">
                  <a:moveTo>
                    <a:pt x="159" y="0"/>
                  </a:moveTo>
                  <a:cubicBezTo>
                    <a:pt x="73" y="0"/>
                    <a:pt x="1" y="71"/>
                    <a:pt x="1" y="159"/>
                  </a:cubicBezTo>
                  <a:lnTo>
                    <a:pt x="1" y="560"/>
                  </a:lnTo>
                  <a:cubicBezTo>
                    <a:pt x="1" y="647"/>
                    <a:pt x="71" y="719"/>
                    <a:pt x="159" y="719"/>
                  </a:cubicBezTo>
                  <a:lnTo>
                    <a:pt x="1633" y="719"/>
                  </a:lnTo>
                  <a:cubicBezTo>
                    <a:pt x="1719" y="719"/>
                    <a:pt x="1791" y="648"/>
                    <a:pt x="1791" y="560"/>
                  </a:cubicBezTo>
                  <a:lnTo>
                    <a:pt x="1791" y="159"/>
                  </a:lnTo>
                  <a:cubicBezTo>
                    <a:pt x="1791" y="72"/>
                    <a:pt x="1720" y="0"/>
                    <a:pt x="1633" y="0"/>
                  </a:cubicBezTo>
                  <a:close/>
                </a:path>
              </a:pathLst>
            </a:custGeom>
            <a:solidFill>
              <a:schemeClr val="accent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465" name="Google Shape;4465;p28"/>
            <p:cNvSpPr/>
            <p:nvPr/>
          </p:nvSpPr>
          <p:spPr>
            <a:xfrm>
              <a:off x="1778623" y="4284471"/>
              <a:ext cx="18532" cy="25528"/>
            </a:xfrm>
            <a:custGeom>
              <a:rect b="b" l="l" r="r" t="t"/>
              <a:pathLst>
                <a:path extrusionOk="0" h="719" w="522">
                  <a:moveTo>
                    <a:pt x="1" y="0"/>
                  </a:moveTo>
                  <a:cubicBezTo>
                    <a:pt x="87" y="0"/>
                    <a:pt x="159" y="71"/>
                    <a:pt x="159" y="159"/>
                  </a:cubicBezTo>
                  <a:lnTo>
                    <a:pt x="159" y="560"/>
                  </a:lnTo>
                  <a:cubicBezTo>
                    <a:pt x="159" y="647"/>
                    <a:pt x="89" y="719"/>
                    <a:pt x="1" y="719"/>
                  </a:cubicBezTo>
                  <a:lnTo>
                    <a:pt x="364" y="719"/>
                  </a:lnTo>
                  <a:cubicBezTo>
                    <a:pt x="450" y="719"/>
                    <a:pt x="522" y="648"/>
                    <a:pt x="522" y="560"/>
                  </a:cubicBezTo>
                  <a:lnTo>
                    <a:pt x="522" y="159"/>
                  </a:lnTo>
                  <a:cubicBezTo>
                    <a:pt x="522" y="71"/>
                    <a:pt x="450" y="0"/>
                    <a:pt x="364"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4466" name="Google Shape;4466;p28"/>
          <p:cNvGrpSpPr/>
          <p:nvPr/>
        </p:nvGrpSpPr>
        <p:grpSpPr>
          <a:xfrm>
            <a:off x="7342228" y="3489327"/>
            <a:ext cx="285831" cy="327105"/>
            <a:chOff x="7342228" y="3489327"/>
            <a:chExt cx="285831" cy="327105"/>
          </a:xfrm>
        </p:grpSpPr>
        <p:sp>
          <p:nvSpPr>
            <p:cNvPr id="4467" name="Google Shape;4467;p28"/>
            <p:cNvSpPr/>
            <p:nvPr/>
          </p:nvSpPr>
          <p:spPr>
            <a:xfrm>
              <a:off x="7342228" y="3564808"/>
              <a:ext cx="285724" cy="251624"/>
            </a:xfrm>
            <a:custGeom>
              <a:rect b="b" l="l" r="r" t="t"/>
              <a:pathLst>
                <a:path extrusionOk="0" h="7087" w="8048">
                  <a:moveTo>
                    <a:pt x="1" y="0"/>
                  </a:moveTo>
                  <a:lnTo>
                    <a:pt x="1" y="6859"/>
                  </a:lnTo>
                  <a:cubicBezTo>
                    <a:pt x="1" y="6985"/>
                    <a:pt x="103" y="7086"/>
                    <a:pt x="227" y="7086"/>
                  </a:cubicBezTo>
                  <a:lnTo>
                    <a:pt x="7822" y="7086"/>
                  </a:lnTo>
                  <a:cubicBezTo>
                    <a:pt x="7947" y="7086"/>
                    <a:pt x="8048" y="6984"/>
                    <a:pt x="8046" y="6859"/>
                  </a:cubicBezTo>
                  <a:lnTo>
                    <a:pt x="8046" y="0"/>
                  </a:ln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468" name="Google Shape;4468;p28"/>
            <p:cNvSpPr/>
            <p:nvPr/>
          </p:nvSpPr>
          <p:spPr>
            <a:xfrm>
              <a:off x="7342299" y="3489327"/>
              <a:ext cx="285760" cy="86135"/>
            </a:xfrm>
            <a:custGeom>
              <a:rect b="b" l="l" r="r" t="t"/>
              <a:pathLst>
                <a:path extrusionOk="0" h="2426" w="8049">
                  <a:moveTo>
                    <a:pt x="228" y="1"/>
                  </a:moveTo>
                  <a:cubicBezTo>
                    <a:pt x="101" y="1"/>
                    <a:pt x="0" y="103"/>
                    <a:pt x="0" y="227"/>
                  </a:cubicBezTo>
                  <a:lnTo>
                    <a:pt x="0" y="2426"/>
                  </a:lnTo>
                  <a:lnTo>
                    <a:pt x="8049" y="2426"/>
                  </a:lnTo>
                  <a:lnTo>
                    <a:pt x="8049" y="227"/>
                  </a:lnTo>
                  <a:cubicBezTo>
                    <a:pt x="8049" y="102"/>
                    <a:pt x="7945" y="1"/>
                    <a:pt x="7821" y="1"/>
                  </a:cubicBezTo>
                  <a:close/>
                </a:path>
              </a:pathLst>
            </a:cu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469" name="Google Shape;4469;p28"/>
            <p:cNvSpPr/>
            <p:nvPr/>
          </p:nvSpPr>
          <p:spPr>
            <a:xfrm>
              <a:off x="7607405" y="3575424"/>
              <a:ext cx="20556" cy="241008"/>
            </a:xfrm>
            <a:custGeom>
              <a:rect b="b" l="l" r="r" t="t"/>
              <a:pathLst>
                <a:path extrusionOk="0" h="6788" w="579">
                  <a:moveTo>
                    <a:pt x="226" y="1"/>
                  </a:moveTo>
                  <a:lnTo>
                    <a:pt x="226" y="6560"/>
                  </a:lnTo>
                  <a:cubicBezTo>
                    <a:pt x="226" y="6686"/>
                    <a:pt x="124" y="6787"/>
                    <a:pt x="0" y="6787"/>
                  </a:cubicBezTo>
                  <a:lnTo>
                    <a:pt x="353" y="6787"/>
                  </a:lnTo>
                  <a:cubicBezTo>
                    <a:pt x="478" y="6787"/>
                    <a:pt x="579" y="6685"/>
                    <a:pt x="579" y="6560"/>
                  </a:cubicBezTo>
                  <a:lnTo>
                    <a:pt x="579" y="1"/>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470" name="Google Shape;4470;p28"/>
            <p:cNvSpPr/>
            <p:nvPr/>
          </p:nvSpPr>
          <p:spPr>
            <a:xfrm>
              <a:off x="7607405" y="3489327"/>
              <a:ext cx="20556" cy="86135"/>
            </a:xfrm>
            <a:custGeom>
              <a:rect b="b" l="l" r="r" t="t"/>
              <a:pathLst>
                <a:path extrusionOk="0" h="2426" w="579">
                  <a:moveTo>
                    <a:pt x="0" y="1"/>
                  </a:moveTo>
                  <a:cubicBezTo>
                    <a:pt x="125" y="1"/>
                    <a:pt x="226" y="103"/>
                    <a:pt x="226" y="227"/>
                  </a:cubicBezTo>
                  <a:lnTo>
                    <a:pt x="226" y="2426"/>
                  </a:lnTo>
                  <a:lnTo>
                    <a:pt x="579" y="2426"/>
                  </a:lnTo>
                  <a:lnTo>
                    <a:pt x="579" y="227"/>
                  </a:lnTo>
                  <a:cubicBezTo>
                    <a:pt x="579" y="103"/>
                    <a:pt x="478" y="2"/>
                    <a:pt x="353"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471" name="Google Shape;4471;p28"/>
            <p:cNvSpPr/>
            <p:nvPr/>
          </p:nvSpPr>
          <p:spPr>
            <a:xfrm>
              <a:off x="7395732" y="3606490"/>
              <a:ext cx="178755" cy="178768"/>
            </a:xfrm>
            <a:custGeom>
              <a:rect b="b" l="l" r="r" t="t"/>
              <a:pathLst>
                <a:path extrusionOk="0" h="5035" w="5035">
                  <a:moveTo>
                    <a:pt x="2517" y="1"/>
                  </a:moveTo>
                  <a:cubicBezTo>
                    <a:pt x="1127" y="1"/>
                    <a:pt x="0" y="1127"/>
                    <a:pt x="0" y="2517"/>
                  </a:cubicBezTo>
                  <a:cubicBezTo>
                    <a:pt x="0" y="3908"/>
                    <a:pt x="1127" y="5034"/>
                    <a:pt x="2517" y="5034"/>
                  </a:cubicBezTo>
                  <a:cubicBezTo>
                    <a:pt x="3907" y="5034"/>
                    <a:pt x="5034" y="3908"/>
                    <a:pt x="5034" y="2517"/>
                  </a:cubicBezTo>
                  <a:cubicBezTo>
                    <a:pt x="5034" y="1127"/>
                    <a:pt x="3907" y="1"/>
                    <a:pt x="2517"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472" name="Google Shape;4472;p28"/>
            <p:cNvSpPr/>
            <p:nvPr/>
          </p:nvSpPr>
          <p:spPr>
            <a:xfrm>
              <a:off x="7432905" y="3615827"/>
              <a:ext cx="141619" cy="169430"/>
            </a:xfrm>
            <a:custGeom>
              <a:rect b="b" l="l" r="r" t="t"/>
              <a:pathLst>
                <a:path extrusionOk="0" h="4772" w="3989">
                  <a:moveTo>
                    <a:pt x="2594" y="1"/>
                  </a:moveTo>
                  <a:lnTo>
                    <a:pt x="2594" y="1"/>
                  </a:lnTo>
                  <a:cubicBezTo>
                    <a:pt x="3227" y="457"/>
                    <a:pt x="3642" y="1203"/>
                    <a:pt x="3642" y="2044"/>
                  </a:cubicBezTo>
                  <a:cubicBezTo>
                    <a:pt x="3642" y="3433"/>
                    <a:pt x="2515" y="4561"/>
                    <a:pt x="1125" y="4561"/>
                  </a:cubicBezTo>
                  <a:cubicBezTo>
                    <a:pt x="722" y="4561"/>
                    <a:pt x="339" y="4465"/>
                    <a:pt x="1" y="4296"/>
                  </a:cubicBezTo>
                  <a:lnTo>
                    <a:pt x="1" y="4296"/>
                  </a:lnTo>
                  <a:cubicBezTo>
                    <a:pt x="414" y="4594"/>
                    <a:pt x="923" y="4771"/>
                    <a:pt x="1472" y="4771"/>
                  </a:cubicBezTo>
                  <a:cubicBezTo>
                    <a:pt x="2860" y="4771"/>
                    <a:pt x="3989" y="3645"/>
                    <a:pt x="3989" y="2254"/>
                  </a:cubicBezTo>
                  <a:cubicBezTo>
                    <a:pt x="3989" y="1269"/>
                    <a:pt x="3420" y="414"/>
                    <a:pt x="2594"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473" name="Google Shape;4473;p28"/>
            <p:cNvSpPr/>
            <p:nvPr/>
          </p:nvSpPr>
          <p:spPr>
            <a:xfrm>
              <a:off x="7418881" y="3629638"/>
              <a:ext cx="132460" cy="132469"/>
            </a:xfrm>
            <a:custGeom>
              <a:rect b="b" l="l" r="r" t="t"/>
              <a:pathLst>
                <a:path extrusionOk="0" h="3731" w="3731">
                  <a:moveTo>
                    <a:pt x="1865" y="0"/>
                  </a:moveTo>
                  <a:cubicBezTo>
                    <a:pt x="835" y="0"/>
                    <a:pt x="0" y="835"/>
                    <a:pt x="0" y="1865"/>
                  </a:cubicBezTo>
                  <a:cubicBezTo>
                    <a:pt x="0" y="2896"/>
                    <a:pt x="835" y="3730"/>
                    <a:pt x="1865" y="3730"/>
                  </a:cubicBezTo>
                  <a:cubicBezTo>
                    <a:pt x="2896" y="3730"/>
                    <a:pt x="3730" y="2896"/>
                    <a:pt x="3730" y="1865"/>
                  </a:cubicBezTo>
                  <a:cubicBezTo>
                    <a:pt x="3730" y="835"/>
                    <a:pt x="2896" y="0"/>
                    <a:pt x="1865" y="0"/>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474" name="Google Shape;4474;p28"/>
            <p:cNvSpPr/>
            <p:nvPr/>
          </p:nvSpPr>
          <p:spPr>
            <a:xfrm>
              <a:off x="7446751" y="3635106"/>
              <a:ext cx="104590" cy="127001"/>
            </a:xfrm>
            <a:custGeom>
              <a:rect b="b" l="l" r="r" t="t"/>
              <a:pathLst>
                <a:path extrusionOk="0" h="3577" w="2946">
                  <a:moveTo>
                    <a:pt x="1826" y="0"/>
                  </a:moveTo>
                  <a:lnTo>
                    <a:pt x="1826" y="0"/>
                  </a:lnTo>
                  <a:cubicBezTo>
                    <a:pt x="2302" y="339"/>
                    <a:pt x="2613" y="894"/>
                    <a:pt x="2613" y="1524"/>
                  </a:cubicBezTo>
                  <a:cubicBezTo>
                    <a:pt x="2613" y="2555"/>
                    <a:pt x="1778" y="3389"/>
                    <a:pt x="748" y="3389"/>
                  </a:cubicBezTo>
                  <a:cubicBezTo>
                    <a:pt x="483" y="3389"/>
                    <a:pt x="230" y="3335"/>
                    <a:pt x="1" y="3232"/>
                  </a:cubicBezTo>
                  <a:lnTo>
                    <a:pt x="1" y="3232"/>
                  </a:lnTo>
                  <a:cubicBezTo>
                    <a:pt x="307" y="3448"/>
                    <a:pt x="679" y="3576"/>
                    <a:pt x="1080" y="3576"/>
                  </a:cubicBezTo>
                  <a:cubicBezTo>
                    <a:pt x="2111" y="3576"/>
                    <a:pt x="2945" y="2742"/>
                    <a:pt x="2945" y="1711"/>
                  </a:cubicBezTo>
                  <a:cubicBezTo>
                    <a:pt x="2945" y="947"/>
                    <a:pt x="2488" y="288"/>
                    <a:pt x="1826"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475" name="Google Shape;4475;p28"/>
            <p:cNvSpPr/>
            <p:nvPr/>
          </p:nvSpPr>
          <p:spPr>
            <a:xfrm>
              <a:off x="7518504" y="3514677"/>
              <a:ext cx="76508" cy="35541"/>
            </a:xfrm>
            <a:custGeom>
              <a:rect b="b" l="l" r="r" t="t"/>
              <a:pathLst>
                <a:path extrusionOk="0" h="1001" w="2155">
                  <a:moveTo>
                    <a:pt x="500" y="1"/>
                  </a:moveTo>
                  <a:cubicBezTo>
                    <a:pt x="225" y="1"/>
                    <a:pt x="0" y="225"/>
                    <a:pt x="0" y="500"/>
                  </a:cubicBezTo>
                  <a:cubicBezTo>
                    <a:pt x="0" y="776"/>
                    <a:pt x="223" y="1001"/>
                    <a:pt x="500" y="1001"/>
                  </a:cubicBezTo>
                  <a:lnTo>
                    <a:pt x="1654" y="1001"/>
                  </a:lnTo>
                  <a:cubicBezTo>
                    <a:pt x="1930" y="1001"/>
                    <a:pt x="2155" y="776"/>
                    <a:pt x="2153" y="500"/>
                  </a:cubicBezTo>
                  <a:cubicBezTo>
                    <a:pt x="2153" y="225"/>
                    <a:pt x="1930" y="1"/>
                    <a:pt x="1654" y="1"/>
                  </a:cubicBezTo>
                  <a:close/>
                </a:path>
              </a:pathLst>
            </a:cu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476" name="Google Shape;4476;p28"/>
            <p:cNvSpPr/>
            <p:nvPr/>
          </p:nvSpPr>
          <p:spPr>
            <a:xfrm>
              <a:off x="7564020" y="3514641"/>
              <a:ext cx="30994" cy="35576"/>
            </a:xfrm>
            <a:custGeom>
              <a:rect b="b" l="l" r="r" t="t"/>
              <a:pathLst>
                <a:path extrusionOk="0" h="1002" w="873">
                  <a:moveTo>
                    <a:pt x="2" y="0"/>
                  </a:moveTo>
                  <a:cubicBezTo>
                    <a:pt x="278" y="0"/>
                    <a:pt x="503" y="223"/>
                    <a:pt x="503" y="500"/>
                  </a:cubicBezTo>
                  <a:cubicBezTo>
                    <a:pt x="503" y="638"/>
                    <a:pt x="445" y="764"/>
                    <a:pt x="355" y="854"/>
                  </a:cubicBezTo>
                  <a:cubicBezTo>
                    <a:pt x="265" y="946"/>
                    <a:pt x="139" y="1002"/>
                    <a:pt x="1" y="1002"/>
                  </a:cubicBezTo>
                  <a:lnTo>
                    <a:pt x="370" y="1002"/>
                  </a:lnTo>
                  <a:cubicBezTo>
                    <a:pt x="510" y="1002"/>
                    <a:pt x="635" y="944"/>
                    <a:pt x="726" y="854"/>
                  </a:cubicBezTo>
                  <a:cubicBezTo>
                    <a:pt x="818" y="764"/>
                    <a:pt x="873" y="638"/>
                    <a:pt x="873" y="500"/>
                  </a:cubicBezTo>
                  <a:cubicBezTo>
                    <a:pt x="873" y="223"/>
                    <a:pt x="648" y="0"/>
                    <a:pt x="373"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477" name="Google Shape;4477;p28"/>
            <p:cNvSpPr/>
            <p:nvPr/>
          </p:nvSpPr>
          <p:spPr>
            <a:xfrm>
              <a:off x="7375247" y="3515032"/>
              <a:ext cx="35112" cy="35185"/>
            </a:xfrm>
            <a:custGeom>
              <a:rect b="b" l="l" r="r" t="t"/>
              <a:pathLst>
                <a:path extrusionOk="0" h="991" w="989">
                  <a:moveTo>
                    <a:pt x="495" y="1"/>
                  </a:moveTo>
                  <a:cubicBezTo>
                    <a:pt x="222" y="1"/>
                    <a:pt x="0" y="222"/>
                    <a:pt x="0" y="496"/>
                  </a:cubicBezTo>
                  <a:cubicBezTo>
                    <a:pt x="0" y="769"/>
                    <a:pt x="222" y="991"/>
                    <a:pt x="495" y="991"/>
                  </a:cubicBezTo>
                  <a:cubicBezTo>
                    <a:pt x="769" y="991"/>
                    <a:pt x="989" y="769"/>
                    <a:pt x="989" y="496"/>
                  </a:cubicBezTo>
                  <a:cubicBezTo>
                    <a:pt x="989" y="222"/>
                    <a:pt x="769" y="1"/>
                    <a:pt x="495"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478" name="Google Shape;4478;p28"/>
            <p:cNvSpPr/>
            <p:nvPr/>
          </p:nvSpPr>
          <p:spPr>
            <a:xfrm>
              <a:off x="7431591" y="3522239"/>
              <a:ext cx="20733" cy="20735"/>
            </a:xfrm>
            <a:custGeom>
              <a:rect b="b" l="l" r="r" t="t"/>
              <a:pathLst>
                <a:path extrusionOk="0" h="584" w="584">
                  <a:moveTo>
                    <a:pt x="291" y="1"/>
                  </a:moveTo>
                  <a:cubicBezTo>
                    <a:pt x="130" y="1"/>
                    <a:pt x="1" y="132"/>
                    <a:pt x="1" y="293"/>
                  </a:cubicBezTo>
                  <a:cubicBezTo>
                    <a:pt x="1" y="454"/>
                    <a:pt x="130" y="583"/>
                    <a:pt x="291" y="583"/>
                  </a:cubicBezTo>
                  <a:cubicBezTo>
                    <a:pt x="452" y="583"/>
                    <a:pt x="583" y="454"/>
                    <a:pt x="583" y="293"/>
                  </a:cubicBezTo>
                  <a:cubicBezTo>
                    <a:pt x="583" y="132"/>
                    <a:pt x="452" y="1"/>
                    <a:pt x="291"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479" name="Google Shape;4479;p28"/>
            <p:cNvSpPr/>
            <p:nvPr/>
          </p:nvSpPr>
          <p:spPr>
            <a:xfrm>
              <a:off x="7476503" y="3522239"/>
              <a:ext cx="20733" cy="20735"/>
            </a:xfrm>
            <a:custGeom>
              <a:rect b="b" l="l" r="r" t="t"/>
              <a:pathLst>
                <a:path extrusionOk="0" h="584" w="584">
                  <a:moveTo>
                    <a:pt x="293" y="1"/>
                  </a:moveTo>
                  <a:cubicBezTo>
                    <a:pt x="131" y="1"/>
                    <a:pt x="0" y="132"/>
                    <a:pt x="0" y="293"/>
                  </a:cubicBezTo>
                  <a:cubicBezTo>
                    <a:pt x="0" y="454"/>
                    <a:pt x="131" y="583"/>
                    <a:pt x="293" y="583"/>
                  </a:cubicBezTo>
                  <a:cubicBezTo>
                    <a:pt x="454" y="583"/>
                    <a:pt x="583" y="454"/>
                    <a:pt x="583" y="293"/>
                  </a:cubicBezTo>
                  <a:cubicBezTo>
                    <a:pt x="583" y="132"/>
                    <a:pt x="454" y="1"/>
                    <a:pt x="293"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480" name="Google Shape;4480;p28"/>
            <p:cNvSpPr/>
            <p:nvPr/>
          </p:nvSpPr>
          <p:spPr>
            <a:xfrm>
              <a:off x="7379081" y="3515138"/>
              <a:ext cx="31349" cy="35079"/>
            </a:xfrm>
            <a:custGeom>
              <a:rect b="b" l="l" r="r" t="t"/>
              <a:pathLst>
                <a:path extrusionOk="0" h="988" w="883">
                  <a:moveTo>
                    <a:pt x="432" y="1"/>
                  </a:moveTo>
                  <a:lnTo>
                    <a:pt x="432" y="1"/>
                  </a:lnTo>
                  <a:cubicBezTo>
                    <a:pt x="500" y="84"/>
                    <a:pt x="540" y="191"/>
                    <a:pt x="540" y="307"/>
                  </a:cubicBezTo>
                  <a:cubicBezTo>
                    <a:pt x="540" y="581"/>
                    <a:pt x="318" y="802"/>
                    <a:pt x="45" y="802"/>
                  </a:cubicBezTo>
                  <a:cubicBezTo>
                    <a:pt x="29" y="802"/>
                    <a:pt x="15" y="802"/>
                    <a:pt x="0" y="801"/>
                  </a:cubicBezTo>
                  <a:lnTo>
                    <a:pt x="0" y="801"/>
                  </a:lnTo>
                  <a:cubicBezTo>
                    <a:pt x="91" y="914"/>
                    <a:pt x="230" y="988"/>
                    <a:pt x="387" y="988"/>
                  </a:cubicBezTo>
                  <a:cubicBezTo>
                    <a:pt x="661" y="988"/>
                    <a:pt x="882" y="766"/>
                    <a:pt x="882" y="493"/>
                  </a:cubicBezTo>
                  <a:cubicBezTo>
                    <a:pt x="882" y="234"/>
                    <a:pt x="684" y="24"/>
                    <a:pt x="432"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481" name="Google Shape;4481;p28"/>
            <p:cNvSpPr/>
            <p:nvPr/>
          </p:nvSpPr>
          <p:spPr>
            <a:xfrm>
              <a:off x="7432195" y="3522381"/>
              <a:ext cx="20130" cy="20628"/>
            </a:xfrm>
            <a:custGeom>
              <a:rect b="b" l="l" r="r" t="t"/>
              <a:pathLst>
                <a:path extrusionOk="0" h="581" w="567">
                  <a:moveTo>
                    <a:pt x="323" y="1"/>
                  </a:moveTo>
                  <a:lnTo>
                    <a:pt x="323" y="1"/>
                  </a:lnTo>
                  <a:cubicBezTo>
                    <a:pt x="333" y="34"/>
                    <a:pt x="340" y="67"/>
                    <a:pt x="340" y="103"/>
                  </a:cubicBezTo>
                  <a:cubicBezTo>
                    <a:pt x="340" y="264"/>
                    <a:pt x="211" y="395"/>
                    <a:pt x="50" y="395"/>
                  </a:cubicBezTo>
                  <a:cubicBezTo>
                    <a:pt x="32" y="395"/>
                    <a:pt x="17" y="394"/>
                    <a:pt x="1" y="391"/>
                  </a:cubicBezTo>
                  <a:lnTo>
                    <a:pt x="1" y="391"/>
                  </a:lnTo>
                  <a:cubicBezTo>
                    <a:pt x="43" y="502"/>
                    <a:pt x="149" y="581"/>
                    <a:pt x="274" y="581"/>
                  </a:cubicBezTo>
                  <a:cubicBezTo>
                    <a:pt x="434" y="581"/>
                    <a:pt x="566" y="451"/>
                    <a:pt x="566" y="289"/>
                  </a:cubicBezTo>
                  <a:cubicBezTo>
                    <a:pt x="566" y="145"/>
                    <a:pt x="460" y="24"/>
                    <a:pt x="323"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482" name="Google Shape;4482;p28"/>
            <p:cNvSpPr/>
            <p:nvPr/>
          </p:nvSpPr>
          <p:spPr>
            <a:xfrm>
              <a:off x="7477213" y="3522381"/>
              <a:ext cx="20130" cy="20628"/>
            </a:xfrm>
            <a:custGeom>
              <a:rect b="b" l="l" r="r" t="t"/>
              <a:pathLst>
                <a:path extrusionOk="0" h="581" w="567">
                  <a:moveTo>
                    <a:pt x="323" y="1"/>
                  </a:moveTo>
                  <a:lnTo>
                    <a:pt x="323" y="1"/>
                  </a:lnTo>
                  <a:cubicBezTo>
                    <a:pt x="334" y="34"/>
                    <a:pt x="342" y="67"/>
                    <a:pt x="342" y="103"/>
                  </a:cubicBezTo>
                  <a:cubicBezTo>
                    <a:pt x="342" y="264"/>
                    <a:pt x="212" y="395"/>
                    <a:pt x="50" y="395"/>
                  </a:cubicBezTo>
                  <a:cubicBezTo>
                    <a:pt x="34" y="395"/>
                    <a:pt x="16" y="394"/>
                    <a:pt x="1" y="391"/>
                  </a:cubicBezTo>
                  <a:lnTo>
                    <a:pt x="1" y="391"/>
                  </a:lnTo>
                  <a:cubicBezTo>
                    <a:pt x="42" y="502"/>
                    <a:pt x="149" y="581"/>
                    <a:pt x="274" y="581"/>
                  </a:cubicBezTo>
                  <a:cubicBezTo>
                    <a:pt x="435" y="581"/>
                    <a:pt x="566" y="451"/>
                    <a:pt x="566" y="289"/>
                  </a:cubicBezTo>
                  <a:cubicBezTo>
                    <a:pt x="566" y="145"/>
                    <a:pt x="460" y="24"/>
                    <a:pt x="323"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483" name="Google Shape;4483;p28"/>
            <p:cNvSpPr/>
            <p:nvPr/>
          </p:nvSpPr>
          <p:spPr>
            <a:xfrm>
              <a:off x="7418881" y="3672917"/>
              <a:ext cx="132460" cy="89189"/>
            </a:xfrm>
            <a:custGeom>
              <a:rect b="b" l="l" r="r" t="t"/>
              <a:pathLst>
                <a:path extrusionOk="0" h="2512" w="3731">
                  <a:moveTo>
                    <a:pt x="409" y="0"/>
                  </a:moveTo>
                  <a:cubicBezTo>
                    <a:pt x="307" y="0"/>
                    <a:pt x="204" y="9"/>
                    <a:pt x="104" y="29"/>
                  </a:cubicBezTo>
                  <a:cubicBezTo>
                    <a:pt x="36" y="222"/>
                    <a:pt x="0" y="431"/>
                    <a:pt x="0" y="646"/>
                  </a:cubicBezTo>
                  <a:cubicBezTo>
                    <a:pt x="0" y="1677"/>
                    <a:pt x="835" y="2511"/>
                    <a:pt x="1865" y="2511"/>
                  </a:cubicBezTo>
                  <a:cubicBezTo>
                    <a:pt x="2896" y="2511"/>
                    <a:pt x="3730" y="1677"/>
                    <a:pt x="3730" y="646"/>
                  </a:cubicBezTo>
                  <a:cubicBezTo>
                    <a:pt x="3730" y="435"/>
                    <a:pt x="3697" y="229"/>
                    <a:pt x="3629" y="36"/>
                  </a:cubicBezTo>
                  <a:cubicBezTo>
                    <a:pt x="3296" y="235"/>
                    <a:pt x="2928" y="350"/>
                    <a:pt x="2537" y="350"/>
                  </a:cubicBezTo>
                  <a:cubicBezTo>
                    <a:pt x="2494" y="350"/>
                    <a:pt x="2450" y="349"/>
                    <a:pt x="2406" y="346"/>
                  </a:cubicBezTo>
                  <a:cubicBezTo>
                    <a:pt x="1815" y="308"/>
                    <a:pt x="1246" y="102"/>
                    <a:pt x="662" y="19"/>
                  </a:cubicBezTo>
                  <a:cubicBezTo>
                    <a:pt x="579" y="7"/>
                    <a:pt x="494" y="0"/>
                    <a:pt x="409" y="0"/>
                  </a:cubicBez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484" name="Google Shape;4484;p28"/>
            <p:cNvSpPr/>
            <p:nvPr/>
          </p:nvSpPr>
          <p:spPr>
            <a:xfrm>
              <a:off x="7446751" y="3674302"/>
              <a:ext cx="104590" cy="87804"/>
            </a:xfrm>
            <a:custGeom>
              <a:rect b="b" l="l" r="r" t="t"/>
              <a:pathLst>
                <a:path extrusionOk="0" h="2473" w="2946">
                  <a:moveTo>
                    <a:pt x="2842" y="0"/>
                  </a:moveTo>
                  <a:cubicBezTo>
                    <a:pt x="2761" y="46"/>
                    <a:pt x="2676" y="91"/>
                    <a:pt x="2590" y="128"/>
                  </a:cubicBezTo>
                  <a:cubicBezTo>
                    <a:pt x="2606" y="225"/>
                    <a:pt x="2613" y="321"/>
                    <a:pt x="2613" y="420"/>
                  </a:cubicBezTo>
                  <a:cubicBezTo>
                    <a:pt x="2613" y="1451"/>
                    <a:pt x="1778" y="2285"/>
                    <a:pt x="748" y="2285"/>
                  </a:cubicBezTo>
                  <a:cubicBezTo>
                    <a:pt x="483" y="2285"/>
                    <a:pt x="230" y="2231"/>
                    <a:pt x="1" y="2128"/>
                  </a:cubicBezTo>
                  <a:lnTo>
                    <a:pt x="1" y="2128"/>
                  </a:lnTo>
                  <a:cubicBezTo>
                    <a:pt x="307" y="2344"/>
                    <a:pt x="679" y="2472"/>
                    <a:pt x="1080" y="2472"/>
                  </a:cubicBezTo>
                  <a:cubicBezTo>
                    <a:pt x="2111" y="2472"/>
                    <a:pt x="2945" y="1638"/>
                    <a:pt x="2945" y="607"/>
                  </a:cubicBezTo>
                  <a:cubicBezTo>
                    <a:pt x="2945" y="397"/>
                    <a:pt x="2912" y="194"/>
                    <a:pt x="2843" y="3"/>
                  </a:cubicBezTo>
                  <a:cubicBezTo>
                    <a:pt x="2843" y="3"/>
                    <a:pt x="2842" y="2"/>
                    <a:pt x="2842"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485" name="Google Shape;4485;p28"/>
            <p:cNvSpPr/>
            <p:nvPr/>
          </p:nvSpPr>
          <p:spPr>
            <a:xfrm>
              <a:off x="7370028" y="3774742"/>
              <a:ext cx="31349" cy="22510"/>
            </a:xfrm>
            <a:custGeom>
              <a:rect b="b" l="l" r="r" t="t"/>
              <a:pathLst>
                <a:path extrusionOk="0" h="634" w="883">
                  <a:moveTo>
                    <a:pt x="317" y="0"/>
                  </a:moveTo>
                  <a:cubicBezTo>
                    <a:pt x="142" y="0"/>
                    <a:pt x="1" y="143"/>
                    <a:pt x="1" y="317"/>
                  </a:cubicBezTo>
                  <a:cubicBezTo>
                    <a:pt x="1" y="491"/>
                    <a:pt x="142" y="633"/>
                    <a:pt x="317" y="633"/>
                  </a:cubicBezTo>
                  <a:lnTo>
                    <a:pt x="565" y="633"/>
                  </a:lnTo>
                  <a:cubicBezTo>
                    <a:pt x="742" y="633"/>
                    <a:pt x="883" y="491"/>
                    <a:pt x="881" y="317"/>
                  </a:cubicBezTo>
                  <a:cubicBezTo>
                    <a:pt x="881" y="141"/>
                    <a:pt x="739" y="0"/>
                    <a:pt x="565"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486" name="Google Shape;4486;p28"/>
            <p:cNvSpPr/>
            <p:nvPr/>
          </p:nvSpPr>
          <p:spPr>
            <a:xfrm>
              <a:off x="7378726" y="3774565"/>
              <a:ext cx="22651" cy="22688"/>
            </a:xfrm>
            <a:custGeom>
              <a:rect b="b" l="l" r="r" t="t"/>
              <a:pathLst>
                <a:path extrusionOk="0" h="639" w="638">
                  <a:moveTo>
                    <a:pt x="74" y="1"/>
                  </a:moveTo>
                  <a:cubicBezTo>
                    <a:pt x="48" y="1"/>
                    <a:pt x="25" y="5"/>
                    <a:pt x="2" y="11"/>
                  </a:cubicBezTo>
                  <a:cubicBezTo>
                    <a:pt x="141" y="43"/>
                    <a:pt x="246" y="169"/>
                    <a:pt x="246" y="320"/>
                  </a:cubicBezTo>
                  <a:cubicBezTo>
                    <a:pt x="246" y="408"/>
                    <a:pt x="210" y="487"/>
                    <a:pt x="153" y="545"/>
                  </a:cubicBezTo>
                  <a:cubicBezTo>
                    <a:pt x="111" y="587"/>
                    <a:pt x="59" y="614"/>
                    <a:pt x="0" y="630"/>
                  </a:cubicBezTo>
                  <a:cubicBezTo>
                    <a:pt x="23" y="634"/>
                    <a:pt x="46" y="638"/>
                    <a:pt x="72" y="638"/>
                  </a:cubicBezTo>
                  <a:lnTo>
                    <a:pt x="320" y="638"/>
                  </a:lnTo>
                  <a:cubicBezTo>
                    <a:pt x="407" y="638"/>
                    <a:pt x="487" y="602"/>
                    <a:pt x="544" y="545"/>
                  </a:cubicBezTo>
                  <a:cubicBezTo>
                    <a:pt x="602" y="487"/>
                    <a:pt x="638" y="408"/>
                    <a:pt x="638" y="320"/>
                  </a:cubicBezTo>
                  <a:cubicBezTo>
                    <a:pt x="638" y="145"/>
                    <a:pt x="497" y="4"/>
                    <a:pt x="321"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487" name="Google Shape;4487;p28"/>
            <p:cNvSpPr/>
            <p:nvPr/>
          </p:nvSpPr>
          <p:spPr>
            <a:xfrm>
              <a:off x="7447319" y="3695640"/>
              <a:ext cx="9905" cy="9906"/>
            </a:xfrm>
            <a:custGeom>
              <a:rect b="b" l="l" r="r" t="t"/>
              <a:pathLst>
                <a:path extrusionOk="0" h="279" w="279">
                  <a:moveTo>
                    <a:pt x="140" y="1"/>
                  </a:moveTo>
                  <a:cubicBezTo>
                    <a:pt x="63" y="1"/>
                    <a:pt x="1" y="63"/>
                    <a:pt x="1" y="139"/>
                  </a:cubicBezTo>
                  <a:cubicBezTo>
                    <a:pt x="1" y="217"/>
                    <a:pt x="63" y="278"/>
                    <a:pt x="140" y="278"/>
                  </a:cubicBezTo>
                  <a:cubicBezTo>
                    <a:pt x="217" y="278"/>
                    <a:pt x="279" y="217"/>
                    <a:pt x="279" y="139"/>
                  </a:cubicBezTo>
                  <a:cubicBezTo>
                    <a:pt x="279" y="63"/>
                    <a:pt x="217" y="1"/>
                    <a:pt x="140"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488" name="Google Shape;4488;p28"/>
            <p:cNvSpPr/>
            <p:nvPr/>
          </p:nvSpPr>
          <p:spPr>
            <a:xfrm>
              <a:off x="7460100" y="3717510"/>
              <a:ext cx="9905" cy="9835"/>
            </a:xfrm>
            <a:custGeom>
              <a:rect b="b" l="l" r="r" t="t"/>
              <a:pathLst>
                <a:path extrusionOk="0" h="277" w="279">
                  <a:moveTo>
                    <a:pt x="140" y="1"/>
                  </a:moveTo>
                  <a:cubicBezTo>
                    <a:pt x="62" y="1"/>
                    <a:pt x="1" y="62"/>
                    <a:pt x="1" y="139"/>
                  </a:cubicBezTo>
                  <a:cubicBezTo>
                    <a:pt x="1" y="215"/>
                    <a:pt x="62" y="277"/>
                    <a:pt x="140" y="277"/>
                  </a:cubicBezTo>
                  <a:cubicBezTo>
                    <a:pt x="216" y="277"/>
                    <a:pt x="278" y="215"/>
                    <a:pt x="278" y="139"/>
                  </a:cubicBezTo>
                  <a:cubicBezTo>
                    <a:pt x="278" y="62"/>
                    <a:pt x="216" y="1"/>
                    <a:pt x="140"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489" name="Google Shape;4489;p28"/>
            <p:cNvSpPr/>
            <p:nvPr/>
          </p:nvSpPr>
          <p:spPr>
            <a:xfrm>
              <a:off x="7518504" y="3707108"/>
              <a:ext cx="9834" cy="9870"/>
            </a:xfrm>
            <a:custGeom>
              <a:rect b="b" l="l" r="r" t="t"/>
              <a:pathLst>
                <a:path extrusionOk="0" h="278" w="277">
                  <a:moveTo>
                    <a:pt x="139" y="0"/>
                  </a:moveTo>
                  <a:cubicBezTo>
                    <a:pt x="62" y="0"/>
                    <a:pt x="0" y="62"/>
                    <a:pt x="0" y="138"/>
                  </a:cubicBezTo>
                  <a:cubicBezTo>
                    <a:pt x="0" y="214"/>
                    <a:pt x="62" y="278"/>
                    <a:pt x="139" y="278"/>
                  </a:cubicBezTo>
                  <a:cubicBezTo>
                    <a:pt x="215" y="278"/>
                    <a:pt x="277" y="214"/>
                    <a:pt x="277" y="138"/>
                  </a:cubicBezTo>
                  <a:cubicBezTo>
                    <a:pt x="277" y="62"/>
                    <a:pt x="215" y="0"/>
                    <a:pt x="139"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4490" name="Google Shape;4490;p28"/>
          <p:cNvGrpSpPr/>
          <p:nvPr/>
        </p:nvGrpSpPr>
        <p:grpSpPr>
          <a:xfrm>
            <a:off x="6682889" y="3489398"/>
            <a:ext cx="309767" cy="326966"/>
            <a:chOff x="6682889" y="3489398"/>
            <a:chExt cx="309767" cy="326966"/>
          </a:xfrm>
        </p:grpSpPr>
        <p:sp>
          <p:nvSpPr>
            <p:cNvPr id="4491" name="Google Shape;4491;p28"/>
            <p:cNvSpPr/>
            <p:nvPr/>
          </p:nvSpPr>
          <p:spPr>
            <a:xfrm>
              <a:off x="6705186" y="3489398"/>
              <a:ext cx="171371" cy="326966"/>
            </a:xfrm>
            <a:custGeom>
              <a:rect b="b" l="l" r="r" t="t"/>
              <a:pathLst>
                <a:path extrusionOk="0" h="9209" w="4827">
                  <a:moveTo>
                    <a:pt x="359" y="0"/>
                  </a:moveTo>
                  <a:cubicBezTo>
                    <a:pt x="160" y="0"/>
                    <a:pt x="0" y="160"/>
                    <a:pt x="0" y="359"/>
                  </a:cubicBezTo>
                  <a:lnTo>
                    <a:pt x="0" y="8850"/>
                  </a:lnTo>
                  <a:cubicBezTo>
                    <a:pt x="0" y="9047"/>
                    <a:pt x="160" y="9209"/>
                    <a:pt x="359" y="9209"/>
                  </a:cubicBezTo>
                  <a:lnTo>
                    <a:pt x="4469" y="9209"/>
                  </a:lnTo>
                  <a:cubicBezTo>
                    <a:pt x="4667" y="9209"/>
                    <a:pt x="4827" y="9047"/>
                    <a:pt x="4827" y="8850"/>
                  </a:cubicBezTo>
                  <a:lnTo>
                    <a:pt x="4827" y="359"/>
                  </a:lnTo>
                  <a:cubicBezTo>
                    <a:pt x="4827" y="160"/>
                    <a:pt x="4667" y="0"/>
                    <a:pt x="4470" y="0"/>
                  </a:cubicBezTo>
                  <a:lnTo>
                    <a:pt x="3663" y="0"/>
                  </a:lnTo>
                  <a:lnTo>
                    <a:pt x="2415" y="362"/>
                  </a:lnTo>
                  <a:lnTo>
                    <a:pt x="1166" y="0"/>
                  </a:ln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492" name="Google Shape;4492;p28"/>
            <p:cNvSpPr/>
            <p:nvPr/>
          </p:nvSpPr>
          <p:spPr>
            <a:xfrm>
              <a:off x="6849721" y="3489398"/>
              <a:ext cx="26840" cy="326966"/>
            </a:xfrm>
            <a:custGeom>
              <a:rect b="b" l="l" r="r" t="t"/>
              <a:pathLst>
                <a:path extrusionOk="0" h="9209" w="756">
                  <a:moveTo>
                    <a:pt x="0" y="0"/>
                  </a:moveTo>
                  <a:cubicBezTo>
                    <a:pt x="198" y="0"/>
                    <a:pt x="359" y="160"/>
                    <a:pt x="359" y="359"/>
                  </a:cubicBezTo>
                  <a:lnTo>
                    <a:pt x="359" y="8850"/>
                  </a:lnTo>
                  <a:cubicBezTo>
                    <a:pt x="359" y="9047"/>
                    <a:pt x="198" y="9209"/>
                    <a:pt x="0" y="9209"/>
                  </a:cubicBezTo>
                  <a:lnTo>
                    <a:pt x="398" y="9209"/>
                  </a:lnTo>
                  <a:cubicBezTo>
                    <a:pt x="596" y="9209"/>
                    <a:pt x="756" y="9047"/>
                    <a:pt x="756" y="8850"/>
                  </a:cubicBezTo>
                  <a:lnTo>
                    <a:pt x="756" y="359"/>
                  </a:lnTo>
                  <a:cubicBezTo>
                    <a:pt x="756" y="160"/>
                    <a:pt x="596" y="0"/>
                    <a:pt x="398"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493" name="Google Shape;4493;p28"/>
            <p:cNvSpPr/>
            <p:nvPr/>
          </p:nvSpPr>
          <p:spPr>
            <a:xfrm>
              <a:off x="6746512" y="3489398"/>
              <a:ext cx="88614" cy="25777"/>
            </a:xfrm>
            <a:custGeom>
              <a:rect b="b" l="l" r="r" t="t"/>
              <a:pathLst>
                <a:path extrusionOk="0" h="726" w="2496">
                  <a:moveTo>
                    <a:pt x="1" y="0"/>
                  </a:moveTo>
                  <a:lnTo>
                    <a:pt x="166" y="540"/>
                  </a:lnTo>
                  <a:cubicBezTo>
                    <a:pt x="201" y="649"/>
                    <a:pt x="303" y="726"/>
                    <a:pt x="418" y="726"/>
                  </a:cubicBezTo>
                  <a:lnTo>
                    <a:pt x="2079" y="726"/>
                  </a:lnTo>
                  <a:cubicBezTo>
                    <a:pt x="2194" y="726"/>
                    <a:pt x="2296" y="649"/>
                    <a:pt x="2330" y="540"/>
                  </a:cubicBezTo>
                  <a:lnTo>
                    <a:pt x="2496" y="0"/>
                  </a:lnTo>
                  <a:close/>
                </a:path>
              </a:pathLst>
            </a:custGeom>
            <a:solidFill>
              <a:schemeClr val="accent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494" name="Google Shape;4494;p28"/>
            <p:cNvSpPr/>
            <p:nvPr/>
          </p:nvSpPr>
          <p:spPr>
            <a:xfrm>
              <a:off x="6807010" y="3489398"/>
              <a:ext cx="28118" cy="25777"/>
            </a:xfrm>
            <a:custGeom>
              <a:rect b="b" l="l" r="r" t="t"/>
              <a:pathLst>
                <a:path extrusionOk="0" h="726" w="792">
                  <a:moveTo>
                    <a:pt x="418" y="0"/>
                  </a:moveTo>
                  <a:lnTo>
                    <a:pt x="252" y="540"/>
                  </a:lnTo>
                  <a:cubicBezTo>
                    <a:pt x="218" y="649"/>
                    <a:pt x="116" y="726"/>
                    <a:pt x="0" y="726"/>
                  </a:cubicBezTo>
                  <a:lnTo>
                    <a:pt x="375" y="726"/>
                  </a:lnTo>
                  <a:cubicBezTo>
                    <a:pt x="490" y="726"/>
                    <a:pt x="592" y="649"/>
                    <a:pt x="626" y="540"/>
                  </a:cubicBezTo>
                  <a:lnTo>
                    <a:pt x="792" y="0"/>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495" name="Google Shape;4495;p28"/>
            <p:cNvSpPr/>
            <p:nvPr/>
          </p:nvSpPr>
          <p:spPr>
            <a:xfrm>
              <a:off x="6782797" y="3570844"/>
              <a:ext cx="166684" cy="166696"/>
            </a:xfrm>
            <a:custGeom>
              <a:rect b="b" l="l" r="r" t="t"/>
              <a:pathLst>
                <a:path extrusionOk="0" h="4695" w="4695">
                  <a:moveTo>
                    <a:pt x="2347" y="0"/>
                  </a:moveTo>
                  <a:cubicBezTo>
                    <a:pt x="1051" y="0"/>
                    <a:pt x="0" y="1051"/>
                    <a:pt x="0" y="2347"/>
                  </a:cubicBezTo>
                  <a:cubicBezTo>
                    <a:pt x="0" y="3644"/>
                    <a:pt x="1051" y="4694"/>
                    <a:pt x="2347" y="4694"/>
                  </a:cubicBezTo>
                  <a:cubicBezTo>
                    <a:pt x="3644" y="4694"/>
                    <a:pt x="4694" y="3644"/>
                    <a:pt x="4694" y="2347"/>
                  </a:cubicBezTo>
                  <a:cubicBezTo>
                    <a:pt x="4694" y="1051"/>
                    <a:pt x="3644" y="0"/>
                    <a:pt x="2347" y="0"/>
                  </a:cubicBezTo>
                  <a:close/>
                </a:path>
              </a:pathLst>
            </a:cu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496" name="Google Shape;4496;p28"/>
            <p:cNvSpPr/>
            <p:nvPr/>
          </p:nvSpPr>
          <p:spPr>
            <a:xfrm>
              <a:off x="6822845" y="3576951"/>
              <a:ext cx="126637" cy="160589"/>
            </a:xfrm>
            <a:custGeom>
              <a:rect b="b" l="l" r="r" t="t"/>
              <a:pathLst>
                <a:path extrusionOk="0" h="4523" w="3567">
                  <a:moveTo>
                    <a:pt x="2104" y="1"/>
                  </a:moveTo>
                  <a:cubicBezTo>
                    <a:pt x="2781" y="412"/>
                    <a:pt x="3233" y="1156"/>
                    <a:pt x="3233" y="2005"/>
                  </a:cubicBezTo>
                  <a:cubicBezTo>
                    <a:pt x="3233" y="3303"/>
                    <a:pt x="2181" y="4354"/>
                    <a:pt x="886" y="4354"/>
                  </a:cubicBezTo>
                  <a:cubicBezTo>
                    <a:pt x="572" y="4354"/>
                    <a:pt x="274" y="4292"/>
                    <a:pt x="0" y="4181"/>
                  </a:cubicBezTo>
                  <a:lnTo>
                    <a:pt x="0" y="4181"/>
                  </a:lnTo>
                  <a:cubicBezTo>
                    <a:pt x="354" y="4398"/>
                    <a:pt x="773" y="4522"/>
                    <a:pt x="1219" y="4522"/>
                  </a:cubicBezTo>
                  <a:cubicBezTo>
                    <a:pt x="2516" y="4522"/>
                    <a:pt x="3566" y="3470"/>
                    <a:pt x="3566" y="2175"/>
                  </a:cubicBezTo>
                  <a:cubicBezTo>
                    <a:pt x="3566" y="1191"/>
                    <a:pt x="2962" y="349"/>
                    <a:pt x="2104"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497" name="Google Shape;4497;p28"/>
            <p:cNvSpPr/>
            <p:nvPr/>
          </p:nvSpPr>
          <p:spPr>
            <a:xfrm>
              <a:off x="6830762" y="3659284"/>
              <a:ext cx="26769" cy="50701"/>
            </a:xfrm>
            <a:custGeom>
              <a:rect b="b" l="l" r="r" t="t"/>
              <a:pathLst>
                <a:path extrusionOk="0" h="1428" w="754">
                  <a:moveTo>
                    <a:pt x="1" y="0"/>
                  </a:moveTo>
                  <a:lnTo>
                    <a:pt x="1" y="1052"/>
                  </a:lnTo>
                  <a:cubicBezTo>
                    <a:pt x="1" y="1261"/>
                    <a:pt x="169" y="1428"/>
                    <a:pt x="376" y="1428"/>
                  </a:cubicBezTo>
                  <a:cubicBezTo>
                    <a:pt x="585" y="1428"/>
                    <a:pt x="753" y="1259"/>
                    <a:pt x="753" y="1052"/>
                  </a:cubicBezTo>
                  <a:lnTo>
                    <a:pt x="753" y="0"/>
                  </a:ln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498" name="Google Shape;4498;p28"/>
            <p:cNvSpPr/>
            <p:nvPr/>
          </p:nvSpPr>
          <p:spPr>
            <a:xfrm>
              <a:off x="6837472" y="3659284"/>
              <a:ext cx="20059" cy="50701"/>
            </a:xfrm>
            <a:custGeom>
              <a:rect b="b" l="l" r="r" t="t"/>
              <a:pathLst>
                <a:path extrusionOk="0" h="1428" w="565">
                  <a:moveTo>
                    <a:pt x="187" y="0"/>
                  </a:moveTo>
                  <a:lnTo>
                    <a:pt x="187" y="1052"/>
                  </a:lnTo>
                  <a:cubicBezTo>
                    <a:pt x="187" y="1157"/>
                    <a:pt x="145" y="1251"/>
                    <a:pt x="78" y="1318"/>
                  </a:cubicBezTo>
                  <a:cubicBezTo>
                    <a:pt x="53" y="1341"/>
                    <a:pt x="29" y="1361"/>
                    <a:pt x="0" y="1377"/>
                  </a:cubicBezTo>
                  <a:cubicBezTo>
                    <a:pt x="56" y="1410"/>
                    <a:pt x="121" y="1428"/>
                    <a:pt x="189" y="1428"/>
                  </a:cubicBezTo>
                  <a:cubicBezTo>
                    <a:pt x="294" y="1428"/>
                    <a:pt x="387" y="1387"/>
                    <a:pt x="455" y="1318"/>
                  </a:cubicBezTo>
                  <a:cubicBezTo>
                    <a:pt x="524" y="1251"/>
                    <a:pt x="564" y="1157"/>
                    <a:pt x="564" y="1052"/>
                  </a:cubicBezTo>
                  <a:lnTo>
                    <a:pt x="564" y="0"/>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499" name="Google Shape;4499;p28"/>
            <p:cNvSpPr/>
            <p:nvPr/>
          </p:nvSpPr>
          <p:spPr>
            <a:xfrm>
              <a:off x="6809211" y="3627863"/>
              <a:ext cx="31597" cy="36286"/>
            </a:xfrm>
            <a:custGeom>
              <a:rect b="b" l="l" r="r" t="t"/>
              <a:pathLst>
                <a:path extrusionOk="0" h="1022" w="890">
                  <a:moveTo>
                    <a:pt x="511" y="0"/>
                  </a:moveTo>
                  <a:cubicBezTo>
                    <a:pt x="229" y="0"/>
                    <a:pt x="0" y="229"/>
                    <a:pt x="0" y="511"/>
                  </a:cubicBezTo>
                  <a:cubicBezTo>
                    <a:pt x="0" y="793"/>
                    <a:pt x="229" y="1022"/>
                    <a:pt x="511" y="1022"/>
                  </a:cubicBezTo>
                  <a:lnTo>
                    <a:pt x="890" y="1022"/>
                  </a:lnTo>
                  <a:lnTo>
                    <a:pt x="890" y="0"/>
                  </a:ln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500" name="Google Shape;4500;p28"/>
            <p:cNvSpPr/>
            <p:nvPr/>
          </p:nvSpPr>
          <p:spPr>
            <a:xfrm>
              <a:off x="6827709" y="3627863"/>
              <a:ext cx="13171" cy="36286"/>
            </a:xfrm>
            <a:custGeom>
              <a:rect b="b" l="l" r="r" t="t"/>
              <a:pathLst>
                <a:path extrusionOk="0" h="1022" w="371">
                  <a:moveTo>
                    <a:pt x="0" y="0"/>
                  </a:moveTo>
                  <a:lnTo>
                    <a:pt x="0" y="1022"/>
                  </a:lnTo>
                  <a:lnTo>
                    <a:pt x="370" y="1022"/>
                  </a:lnTo>
                  <a:lnTo>
                    <a:pt x="370" y="0"/>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501" name="Google Shape;4501;p28"/>
            <p:cNvSpPr/>
            <p:nvPr/>
          </p:nvSpPr>
          <p:spPr>
            <a:xfrm>
              <a:off x="6903119" y="3631129"/>
              <a:ext cx="19278" cy="29718"/>
            </a:xfrm>
            <a:custGeom>
              <a:rect b="b" l="l" r="r" t="t"/>
              <a:pathLst>
                <a:path extrusionOk="0" h="837" w="543">
                  <a:moveTo>
                    <a:pt x="0" y="0"/>
                  </a:moveTo>
                  <a:lnTo>
                    <a:pt x="0" y="836"/>
                  </a:lnTo>
                  <a:lnTo>
                    <a:pt x="124" y="836"/>
                  </a:lnTo>
                  <a:cubicBezTo>
                    <a:pt x="356" y="836"/>
                    <a:pt x="543" y="649"/>
                    <a:pt x="541" y="418"/>
                  </a:cubicBezTo>
                  <a:cubicBezTo>
                    <a:pt x="541" y="187"/>
                    <a:pt x="354" y="0"/>
                    <a:pt x="124" y="0"/>
                  </a:cubicBez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502" name="Google Shape;4502;p28"/>
            <p:cNvSpPr/>
            <p:nvPr/>
          </p:nvSpPr>
          <p:spPr>
            <a:xfrm>
              <a:off x="6903154" y="3631413"/>
              <a:ext cx="19242" cy="29434"/>
            </a:xfrm>
            <a:custGeom>
              <a:rect b="b" l="l" r="r" t="t"/>
              <a:pathLst>
                <a:path extrusionOk="0" h="829" w="542">
                  <a:moveTo>
                    <a:pt x="208" y="1"/>
                  </a:moveTo>
                  <a:lnTo>
                    <a:pt x="208" y="1"/>
                  </a:lnTo>
                  <a:cubicBezTo>
                    <a:pt x="250" y="66"/>
                    <a:pt x="273" y="143"/>
                    <a:pt x="273" y="224"/>
                  </a:cubicBezTo>
                  <a:cubicBezTo>
                    <a:pt x="273" y="339"/>
                    <a:pt x="225" y="443"/>
                    <a:pt x="150" y="519"/>
                  </a:cubicBezTo>
                  <a:cubicBezTo>
                    <a:pt x="107" y="561"/>
                    <a:pt x="57" y="592"/>
                    <a:pt x="1" y="614"/>
                  </a:cubicBezTo>
                  <a:lnTo>
                    <a:pt x="1" y="828"/>
                  </a:lnTo>
                  <a:lnTo>
                    <a:pt x="124" y="828"/>
                  </a:lnTo>
                  <a:cubicBezTo>
                    <a:pt x="240" y="828"/>
                    <a:pt x="345" y="781"/>
                    <a:pt x="419" y="706"/>
                  </a:cubicBezTo>
                  <a:cubicBezTo>
                    <a:pt x="496" y="630"/>
                    <a:pt x="542" y="526"/>
                    <a:pt x="542" y="411"/>
                  </a:cubicBezTo>
                  <a:cubicBezTo>
                    <a:pt x="542" y="208"/>
                    <a:pt x="398" y="40"/>
                    <a:pt x="208"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503" name="Google Shape;4503;p28"/>
            <p:cNvSpPr/>
            <p:nvPr/>
          </p:nvSpPr>
          <p:spPr>
            <a:xfrm>
              <a:off x="6724748" y="3559944"/>
              <a:ext cx="89502" cy="9906"/>
            </a:xfrm>
            <a:custGeom>
              <a:rect b="b" l="l" r="r" t="t"/>
              <a:pathLst>
                <a:path extrusionOk="0" h="279" w="2521">
                  <a:moveTo>
                    <a:pt x="139" y="1"/>
                  </a:moveTo>
                  <a:cubicBezTo>
                    <a:pt x="62" y="1"/>
                    <a:pt x="1" y="64"/>
                    <a:pt x="1" y="139"/>
                  </a:cubicBezTo>
                  <a:cubicBezTo>
                    <a:pt x="1" y="215"/>
                    <a:pt x="61" y="278"/>
                    <a:pt x="139" y="278"/>
                  </a:cubicBezTo>
                  <a:lnTo>
                    <a:pt x="2382" y="278"/>
                  </a:lnTo>
                  <a:cubicBezTo>
                    <a:pt x="2457" y="278"/>
                    <a:pt x="2520" y="215"/>
                    <a:pt x="2520" y="139"/>
                  </a:cubicBezTo>
                  <a:cubicBezTo>
                    <a:pt x="2520" y="64"/>
                    <a:pt x="2458" y="1"/>
                    <a:pt x="2382"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504" name="Google Shape;4504;p28"/>
            <p:cNvSpPr/>
            <p:nvPr/>
          </p:nvSpPr>
          <p:spPr>
            <a:xfrm>
              <a:off x="6724748" y="3581602"/>
              <a:ext cx="63017" cy="9870"/>
            </a:xfrm>
            <a:custGeom>
              <a:rect b="b" l="l" r="r" t="t"/>
              <a:pathLst>
                <a:path extrusionOk="0" h="278" w="1775">
                  <a:moveTo>
                    <a:pt x="139" y="1"/>
                  </a:moveTo>
                  <a:cubicBezTo>
                    <a:pt x="62" y="1"/>
                    <a:pt x="1" y="61"/>
                    <a:pt x="1" y="139"/>
                  </a:cubicBezTo>
                  <a:cubicBezTo>
                    <a:pt x="1" y="215"/>
                    <a:pt x="61" y="277"/>
                    <a:pt x="139" y="277"/>
                  </a:cubicBezTo>
                  <a:lnTo>
                    <a:pt x="1637" y="277"/>
                  </a:lnTo>
                  <a:cubicBezTo>
                    <a:pt x="1713" y="277"/>
                    <a:pt x="1775" y="215"/>
                    <a:pt x="1775" y="139"/>
                  </a:cubicBezTo>
                  <a:cubicBezTo>
                    <a:pt x="1775" y="64"/>
                    <a:pt x="1714" y="1"/>
                    <a:pt x="1637"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505" name="Google Shape;4505;p28"/>
            <p:cNvSpPr/>
            <p:nvPr/>
          </p:nvSpPr>
          <p:spPr>
            <a:xfrm>
              <a:off x="6724748" y="3603259"/>
              <a:ext cx="46615" cy="9870"/>
            </a:xfrm>
            <a:custGeom>
              <a:rect b="b" l="l" r="r" t="t"/>
              <a:pathLst>
                <a:path extrusionOk="0" h="278" w="1313">
                  <a:moveTo>
                    <a:pt x="139" y="1"/>
                  </a:moveTo>
                  <a:cubicBezTo>
                    <a:pt x="62" y="1"/>
                    <a:pt x="1" y="61"/>
                    <a:pt x="1" y="139"/>
                  </a:cubicBezTo>
                  <a:cubicBezTo>
                    <a:pt x="1" y="214"/>
                    <a:pt x="61" y="277"/>
                    <a:pt x="139" y="277"/>
                  </a:cubicBezTo>
                  <a:lnTo>
                    <a:pt x="1175" y="277"/>
                  </a:lnTo>
                  <a:cubicBezTo>
                    <a:pt x="1250" y="277"/>
                    <a:pt x="1313" y="214"/>
                    <a:pt x="1313" y="139"/>
                  </a:cubicBezTo>
                  <a:cubicBezTo>
                    <a:pt x="1313" y="63"/>
                    <a:pt x="1253" y="1"/>
                    <a:pt x="1175"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506" name="Google Shape;4506;p28"/>
            <p:cNvSpPr/>
            <p:nvPr/>
          </p:nvSpPr>
          <p:spPr>
            <a:xfrm>
              <a:off x="6724748" y="3625839"/>
              <a:ext cx="46615" cy="9906"/>
            </a:xfrm>
            <a:custGeom>
              <a:rect b="b" l="l" r="r" t="t"/>
              <a:pathLst>
                <a:path extrusionOk="0" h="279" w="1313">
                  <a:moveTo>
                    <a:pt x="139" y="1"/>
                  </a:moveTo>
                  <a:cubicBezTo>
                    <a:pt x="62" y="1"/>
                    <a:pt x="1" y="63"/>
                    <a:pt x="1" y="139"/>
                  </a:cubicBezTo>
                  <a:cubicBezTo>
                    <a:pt x="1" y="215"/>
                    <a:pt x="61" y="279"/>
                    <a:pt x="139" y="279"/>
                  </a:cubicBezTo>
                  <a:lnTo>
                    <a:pt x="1175" y="279"/>
                  </a:lnTo>
                  <a:cubicBezTo>
                    <a:pt x="1250" y="279"/>
                    <a:pt x="1313" y="215"/>
                    <a:pt x="1313" y="139"/>
                  </a:cubicBezTo>
                  <a:cubicBezTo>
                    <a:pt x="1313" y="64"/>
                    <a:pt x="1253" y="1"/>
                    <a:pt x="1175"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507" name="Google Shape;4507;p28"/>
            <p:cNvSpPr/>
            <p:nvPr/>
          </p:nvSpPr>
          <p:spPr>
            <a:xfrm>
              <a:off x="6896018" y="3749783"/>
              <a:ext cx="74307" cy="58086"/>
            </a:xfrm>
            <a:custGeom>
              <a:rect b="b" l="l" r="r" t="t"/>
              <a:pathLst>
                <a:path extrusionOk="0" h="1636" w="2093">
                  <a:moveTo>
                    <a:pt x="576" y="0"/>
                  </a:moveTo>
                  <a:cubicBezTo>
                    <a:pt x="566" y="0"/>
                    <a:pt x="556" y="0"/>
                    <a:pt x="546" y="1"/>
                  </a:cubicBezTo>
                  <a:cubicBezTo>
                    <a:pt x="374" y="13"/>
                    <a:pt x="220" y="116"/>
                    <a:pt x="143" y="267"/>
                  </a:cubicBezTo>
                  <a:cubicBezTo>
                    <a:pt x="0" y="551"/>
                    <a:pt x="99" y="857"/>
                    <a:pt x="331" y="1052"/>
                  </a:cubicBezTo>
                  <a:cubicBezTo>
                    <a:pt x="331" y="1052"/>
                    <a:pt x="862" y="1501"/>
                    <a:pt x="1009" y="1623"/>
                  </a:cubicBezTo>
                  <a:cubicBezTo>
                    <a:pt x="1020" y="1631"/>
                    <a:pt x="1033" y="1636"/>
                    <a:pt x="1046" y="1636"/>
                  </a:cubicBezTo>
                  <a:cubicBezTo>
                    <a:pt x="1060" y="1636"/>
                    <a:pt x="1073" y="1631"/>
                    <a:pt x="1084" y="1623"/>
                  </a:cubicBezTo>
                  <a:cubicBezTo>
                    <a:pt x="1229" y="1501"/>
                    <a:pt x="1762" y="1052"/>
                    <a:pt x="1762" y="1052"/>
                  </a:cubicBezTo>
                  <a:cubicBezTo>
                    <a:pt x="1993" y="857"/>
                    <a:pt x="2093" y="548"/>
                    <a:pt x="1949" y="267"/>
                  </a:cubicBezTo>
                  <a:cubicBezTo>
                    <a:pt x="1871" y="116"/>
                    <a:pt x="1717" y="13"/>
                    <a:pt x="1546" y="1"/>
                  </a:cubicBezTo>
                  <a:cubicBezTo>
                    <a:pt x="1536" y="0"/>
                    <a:pt x="1525" y="0"/>
                    <a:pt x="1515" y="0"/>
                  </a:cubicBezTo>
                  <a:cubicBezTo>
                    <a:pt x="1291" y="0"/>
                    <a:pt x="1103" y="151"/>
                    <a:pt x="1045" y="358"/>
                  </a:cubicBezTo>
                  <a:cubicBezTo>
                    <a:pt x="988" y="151"/>
                    <a:pt x="800" y="0"/>
                    <a:pt x="576" y="0"/>
                  </a:cubicBezTo>
                  <a:close/>
                </a:path>
              </a:pathLst>
            </a:custGeom>
            <a:solidFill>
              <a:schemeClr val="l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508" name="Google Shape;4508;p28"/>
            <p:cNvSpPr/>
            <p:nvPr/>
          </p:nvSpPr>
          <p:spPr>
            <a:xfrm>
              <a:off x="6922078" y="3749748"/>
              <a:ext cx="48248" cy="58122"/>
            </a:xfrm>
            <a:custGeom>
              <a:rect b="b" l="l" r="r" t="t"/>
              <a:pathLst>
                <a:path extrusionOk="0" h="1637" w="1359">
                  <a:moveTo>
                    <a:pt x="761" y="1"/>
                  </a:moveTo>
                  <a:cubicBezTo>
                    <a:pt x="781" y="27"/>
                    <a:pt x="799" y="52"/>
                    <a:pt x="813" y="81"/>
                  </a:cubicBezTo>
                  <a:cubicBezTo>
                    <a:pt x="956" y="362"/>
                    <a:pt x="856" y="671"/>
                    <a:pt x="625" y="865"/>
                  </a:cubicBezTo>
                  <a:cubicBezTo>
                    <a:pt x="625" y="865"/>
                    <a:pt x="193" y="1230"/>
                    <a:pt x="0" y="1391"/>
                  </a:cubicBezTo>
                  <a:cubicBezTo>
                    <a:pt x="114" y="1487"/>
                    <a:pt x="222" y="1578"/>
                    <a:pt x="275" y="1624"/>
                  </a:cubicBezTo>
                  <a:cubicBezTo>
                    <a:pt x="286" y="1632"/>
                    <a:pt x="299" y="1637"/>
                    <a:pt x="312" y="1637"/>
                  </a:cubicBezTo>
                  <a:cubicBezTo>
                    <a:pt x="325" y="1637"/>
                    <a:pt x="338" y="1632"/>
                    <a:pt x="348" y="1624"/>
                  </a:cubicBezTo>
                  <a:cubicBezTo>
                    <a:pt x="497" y="1502"/>
                    <a:pt x="1028" y="1053"/>
                    <a:pt x="1028" y="1053"/>
                  </a:cubicBezTo>
                  <a:cubicBezTo>
                    <a:pt x="1259" y="858"/>
                    <a:pt x="1359" y="549"/>
                    <a:pt x="1216" y="267"/>
                  </a:cubicBezTo>
                  <a:cubicBezTo>
                    <a:pt x="1138" y="116"/>
                    <a:pt x="984" y="12"/>
                    <a:pt x="813"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509" name="Google Shape;4509;p28"/>
            <p:cNvSpPr/>
            <p:nvPr/>
          </p:nvSpPr>
          <p:spPr>
            <a:xfrm>
              <a:off x="6682889" y="3690243"/>
              <a:ext cx="96957" cy="97000"/>
            </a:xfrm>
            <a:custGeom>
              <a:rect b="b" l="l" r="r" t="t"/>
              <a:pathLst>
                <a:path extrusionOk="0" h="2732" w="2731">
                  <a:moveTo>
                    <a:pt x="1365" y="0"/>
                  </a:moveTo>
                  <a:cubicBezTo>
                    <a:pt x="613" y="0"/>
                    <a:pt x="1" y="612"/>
                    <a:pt x="1" y="1366"/>
                  </a:cubicBezTo>
                  <a:cubicBezTo>
                    <a:pt x="1" y="2120"/>
                    <a:pt x="613" y="2731"/>
                    <a:pt x="1365" y="2731"/>
                  </a:cubicBezTo>
                  <a:cubicBezTo>
                    <a:pt x="2119" y="2731"/>
                    <a:pt x="2731" y="2120"/>
                    <a:pt x="2731" y="1366"/>
                  </a:cubicBezTo>
                  <a:cubicBezTo>
                    <a:pt x="2731" y="612"/>
                    <a:pt x="2119" y="0"/>
                    <a:pt x="1365" y="0"/>
                  </a:cubicBezTo>
                  <a:close/>
                </a:path>
              </a:pathLst>
            </a:cu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510" name="Google Shape;4510;p28"/>
            <p:cNvSpPr/>
            <p:nvPr/>
          </p:nvSpPr>
          <p:spPr>
            <a:xfrm>
              <a:off x="6697197" y="3695249"/>
              <a:ext cx="82650" cy="91993"/>
            </a:xfrm>
            <a:custGeom>
              <a:rect b="b" l="l" r="r" t="t"/>
              <a:pathLst>
                <a:path extrusionOk="0" h="2591" w="2328">
                  <a:moveTo>
                    <a:pt x="1568" y="0"/>
                  </a:moveTo>
                  <a:cubicBezTo>
                    <a:pt x="1816" y="248"/>
                    <a:pt x="1971" y="590"/>
                    <a:pt x="1971" y="969"/>
                  </a:cubicBezTo>
                  <a:cubicBezTo>
                    <a:pt x="1971" y="1723"/>
                    <a:pt x="1359" y="2334"/>
                    <a:pt x="605" y="2334"/>
                  </a:cubicBezTo>
                  <a:cubicBezTo>
                    <a:pt x="388" y="2334"/>
                    <a:pt x="182" y="2284"/>
                    <a:pt x="1" y="2195"/>
                  </a:cubicBezTo>
                  <a:lnTo>
                    <a:pt x="1" y="2195"/>
                  </a:lnTo>
                  <a:cubicBezTo>
                    <a:pt x="247" y="2439"/>
                    <a:pt x="587" y="2590"/>
                    <a:pt x="964" y="2590"/>
                  </a:cubicBezTo>
                  <a:cubicBezTo>
                    <a:pt x="1716" y="2590"/>
                    <a:pt x="2328" y="1979"/>
                    <a:pt x="2328" y="1225"/>
                  </a:cubicBezTo>
                  <a:cubicBezTo>
                    <a:pt x="2328" y="687"/>
                    <a:pt x="2017" y="223"/>
                    <a:pt x="1568"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511" name="Google Shape;4511;p28"/>
            <p:cNvSpPr/>
            <p:nvPr/>
          </p:nvSpPr>
          <p:spPr>
            <a:xfrm>
              <a:off x="6706606" y="3719037"/>
              <a:ext cx="9834" cy="17610"/>
            </a:xfrm>
            <a:custGeom>
              <a:rect b="b" l="l" r="r" t="t"/>
              <a:pathLst>
                <a:path extrusionOk="0" h="496" w="277">
                  <a:moveTo>
                    <a:pt x="139" y="1"/>
                  </a:moveTo>
                  <a:cubicBezTo>
                    <a:pt x="63" y="1"/>
                    <a:pt x="1" y="61"/>
                    <a:pt x="1" y="139"/>
                  </a:cubicBezTo>
                  <a:lnTo>
                    <a:pt x="1" y="356"/>
                  </a:lnTo>
                  <a:cubicBezTo>
                    <a:pt x="1" y="432"/>
                    <a:pt x="61" y="496"/>
                    <a:pt x="139" y="496"/>
                  </a:cubicBezTo>
                  <a:cubicBezTo>
                    <a:pt x="214" y="496"/>
                    <a:pt x="277" y="432"/>
                    <a:pt x="277" y="356"/>
                  </a:cubicBezTo>
                  <a:lnTo>
                    <a:pt x="277" y="139"/>
                  </a:lnTo>
                  <a:cubicBezTo>
                    <a:pt x="277" y="64"/>
                    <a:pt x="214" y="1"/>
                    <a:pt x="139"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512" name="Google Shape;4512;p28"/>
            <p:cNvSpPr/>
            <p:nvPr/>
          </p:nvSpPr>
          <p:spPr>
            <a:xfrm>
              <a:off x="6746263" y="3719037"/>
              <a:ext cx="9941" cy="17610"/>
            </a:xfrm>
            <a:custGeom>
              <a:rect b="b" l="l" r="r" t="t"/>
              <a:pathLst>
                <a:path extrusionOk="0" h="496" w="280">
                  <a:moveTo>
                    <a:pt x="139" y="1"/>
                  </a:moveTo>
                  <a:cubicBezTo>
                    <a:pt x="64" y="1"/>
                    <a:pt x="0" y="61"/>
                    <a:pt x="0" y="139"/>
                  </a:cubicBezTo>
                  <a:lnTo>
                    <a:pt x="0" y="356"/>
                  </a:lnTo>
                  <a:cubicBezTo>
                    <a:pt x="0" y="432"/>
                    <a:pt x="61" y="496"/>
                    <a:pt x="139" y="496"/>
                  </a:cubicBezTo>
                  <a:cubicBezTo>
                    <a:pt x="216" y="496"/>
                    <a:pt x="280" y="432"/>
                    <a:pt x="277" y="356"/>
                  </a:cubicBezTo>
                  <a:lnTo>
                    <a:pt x="277" y="139"/>
                  </a:lnTo>
                  <a:cubicBezTo>
                    <a:pt x="277" y="64"/>
                    <a:pt x="216" y="1"/>
                    <a:pt x="139"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513" name="Google Shape;4513;p28"/>
            <p:cNvSpPr/>
            <p:nvPr/>
          </p:nvSpPr>
          <p:spPr>
            <a:xfrm>
              <a:off x="6712535" y="3749748"/>
              <a:ext cx="37384" cy="16332"/>
            </a:xfrm>
            <a:custGeom>
              <a:rect b="b" l="l" r="r" t="t"/>
              <a:pathLst>
                <a:path extrusionOk="0" h="460" w="1053">
                  <a:moveTo>
                    <a:pt x="897" y="1"/>
                  </a:moveTo>
                  <a:cubicBezTo>
                    <a:pt x="856" y="1"/>
                    <a:pt x="816" y="19"/>
                    <a:pt x="788" y="52"/>
                  </a:cubicBezTo>
                  <a:cubicBezTo>
                    <a:pt x="726" y="134"/>
                    <a:pt x="628" y="180"/>
                    <a:pt x="526" y="180"/>
                  </a:cubicBezTo>
                  <a:cubicBezTo>
                    <a:pt x="425" y="180"/>
                    <a:pt x="330" y="136"/>
                    <a:pt x="265" y="57"/>
                  </a:cubicBezTo>
                  <a:cubicBezTo>
                    <a:pt x="238" y="23"/>
                    <a:pt x="197" y="5"/>
                    <a:pt x="156" y="5"/>
                  </a:cubicBezTo>
                  <a:cubicBezTo>
                    <a:pt x="125" y="5"/>
                    <a:pt x="94" y="16"/>
                    <a:pt x="68" y="37"/>
                  </a:cubicBezTo>
                  <a:cubicBezTo>
                    <a:pt x="9" y="86"/>
                    <a:pt x="1" y="173"/>
                    <a:pt x="50" y="232"/>
                  </a:cubicBezTo>
                  <a:cubicBezTo>
                    <a:pt x="166" y="376"/>
                    <a:pt x="340" y="460"/>
                    <a:pt x="526" y="460"/>
                  </a:cubicBezTo>
                  <a:cubicBezTo>
                    <a:pt x="714" y="460"/>
                    <a:pt x="889" y="375"/>
                    <a:pt x="1004" y="225"/>
                  </a:cubicBezTo>
                  <a:cubicBezTo>
                    <a:pt x="1053" y="166"/>
                    <a:pt x="1041" y="80"/>
                    <a:pt x="982" y="31"/>
                  </a:cubicBezTo>
                  <a:cubicBezTo>
                    <a:pt x="957" y="11"/>
                    <a:pt x="927" y="1"/>
                    <a:pt x="897"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514" name="Google Shape;4514;p28"/>
            <p:cNvSpPr/>
            <p:nvPr/>
          </p:nvSpPr>
          <p:spPr>
            <a:xfrm>
              <a:off x="6907699" y="3489398"/>
              <a:ext cx="84957" cy="84928"/>
            </a:xfrm>
            <a:custGeom>
              <a:rect b="b" l="l" r="r" t="t"/>
              <a:pathLst>
                <a:path extrusionOk="0" h="2392" w="2393">
                  <a:moveTo>
                    <a:pt x="1197" y="0"/>
                  </a:moveTo>
                  <a:cubicBezTo>
                    <a:pt x="536" y="0"/>
                    <a:pt x="1" y="536"/>
                    <a:pt x="1" y="1196"/>
                  </a:cubicBezTo>
                  <a:cubicBezTo>
                    <a:pt x="1" y="1857"/>
                    <a:pt x="536" y="2392"/>
                    <a:pt x="1197" y="2392"/>
                  </a:cubicBezTo>
                  <a:cubicBezTo>
                    <a:pt x="1857" y="2392"/>
                    <a:pt x="2392" y="1857"/>
                    <a:pt x="2392" y="1196"/>
                  </a:cubicBezTo>
                  <a:cubicBezTo>
                    <a:pt x="2392" y="536"/>
                    <a:pt x="1857" y="0"/>
                    <a:pt x="1197" y="0"/>
                  </a:cubicBezTo>
                  <a:close/>
                </a:path>
              </a:pathLst>
            </a:custGeom>
            <a:solidFill>
              <a:schemeClr val="l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515" name="Google Shape;4515;p28"/>
            <p:cNvSpPr/>
            <p:nvPr/>
          </p:nvSpPr>
          <p:spPr>
            <a:xfrm>
              <a:off x="6919521" y="3493339"/>
              <a:ext cx="73135" cy="80987"/>
            </a:xfrm>
            <a:custGeom>
              <a:rect b="b" l="l" r="r" t="t"/>
              <a:pathLst>
                <a:path extrusionOk="0" h="2281" w="2060">
                  <a:moveTo>
                    <a:pt x="1366" y="0"/>
                  </a:moveTo>
                  <a:lnTo>
                    <a:pt x="1366" y="0"/>
                  </a:lnTo>
                  <a:cubicBezTo>
                    <a:pt x="1573" y="215"/>
                    <a:pt x="1700" y="508"/>
                    <a:pt x="1700" y="830"/>
                  </a:cubicBezTo>
                  <a:cubicBezTo>
                    <a:pt x="1700" y="1490"/>
                    <a:pt x="1164" y="2026"/>
                    <a:pt x="504" y="2026"/>
                  </a:cubicBezTo>
                  <a:cubicBezTo>
                    <a:pt x="324" y="2026"/>
                    <a:pt x="153" y="1986"/>
                    <a:pt x="0" y="1914"/>
                  </a:cubicBezTo>
                  <a:lnTo>
                    <a:pt x="0" y="1914"/>
                  </a:lnTo>
                  <a:cubicBezTo>
                    <a:pt x="217" y="2141"/>
                    <a:pt x="525" y="2281"/>
                    <a:pt x="864" y="2281"/>
                  </a:cubicBezTo>
                  <a:cubicBezTo>
                    <a:pt x="1524" y="2281"/>
                    <a:pt x="2059" y="1746"/>
                    <a:pt x="2059" y="1085"/>
                  </a:cubicBezTo>
                  <a:cubicBezTo>
                    <a:pt x="2059" y="605"/>
                    <a:pt x="1776" y="190"/>
                    <a:pt x="1366"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516" name="Google Shape;4516;p28"/>
            <p:cNvSpPr/>
            <p:nvPr/>
          </p:nvSpPr>
          <p:spPr>
            <a:xfrm>
              <a:off x="6927829" y="3514002"/>
              <a:ext cx="9834" cy="16652"/>
            </a:xfrm>
            <a:custGeom>
              <a:rect b="b" l="l" r="r" t="t"/>
              <a:pathLst>
                <a:path extrusionOk="0" h="469" w="277">
                  <a:moveTo>
                    <a:pt x="139" y="1"/>
                  </a:moveTo>
                  <a:cubicBezTo>
                    <a:pt x="63" y="1"/>
                    <a:pt x="1" y="63"/>
                    <a:pt x="1" y="141"/>
                  </a:cubicBezTo>
                  <a:lnTo>
                    <a:pt x="1" y="330"/>
                  </a:lnTo>
                  <a:cubicBezTo>
                    <a:pt x="1" y="407"/>
                    <a:pt x="61" y="469"/>
                    <a:pt x="139" y="469"/>
                  </a:cubicBezTo>
                  <a:cubicBezTo>
                    <a:pt x="217" y="469"/>
                    <a:pt x="277" y="407"/>
                    <a:pt x="277" y="330"/>
                  </a:cubicBezTo>
                  <a:lnTo>
                    <a:pt x="277" y="141"/>
                  </a:lnTo>
                  <a:cubicBezTo>
                    <a:pt x="277" y="64"/>
                    <a:pt x="214" y="1"/>
                    <a:pt x="139"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517" name="Google Shape;4517;p28"/>
            <p:cNvSpPr/>
            <p:nvPr/>
          </p:nvSpPr>
          <p:spPr>
            <a:xfrm>
              <a:off x="6962623" y="3514002"/>
              <a:ext cx="9834" cy="16652"/>
            </a:xfrm>
            <a:custGeom>
              <a:rect b="b" l="l" r="r" t="t"/>
              <a:pathLst>
                <a:path extrusionOk="0" h="469" w="277">
                  <a:moveTo>
                    <a:pt x="139" y="1"/>
                  </a:moveTo>
                  <a:cubicBezTo>
                    <a:pt x="64" y="1"/>
                    <a:pt x="1" y="63"/>
                    <a:pt x="1" y="141"/>
                  </a:cubicBezTo>
                  <a:lnTo>
                    <a:pt x="1" y="330"/>
                  </a:lnTo>
                  <a:cubicBezTo>
                    <a:pt x="1" y="407"/>
                    <a:pt x="61" y="469"/>
                    <a:pt x="139" y="469"/>
                  </a:cubicBezTo>
                  <a:cubicBezTo>
                    <a:pt x="217" y="469"/>
                    <a:pt x="277" y="407"/>
                    <a:pt x="277" y="330"/>
                  </a:cubicBezTo>
                  <a:lnTo>
                    <a:pt x="277" y="141"/>
                  </a:lnTo>
                  <a:cubicBezTo>
                    <a:pt x="277" y="64"/>
                    <a:pt x="215" y="1"/>
                    <a:pt x="139"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518" name="Google Shape;4518;p28"/>
            <p:cNvSpPr/>
            <p:nvPr/>
          </p:nvSpPr>
          <p:spPr>
            <a:xfrm>
              <a:off x="6933013" y="3535482"/>
              <a:ext cx="34189" cy="15445"/>
            </a:xfrm>
            <a:custGeom>
              <a:rect b="b" l="l" r="r" t="t"/>
              <a:pathLst>
                <a:path extrusionOk="0" h="435" w="963">
                  <a:moveTo>
                    <a:pt x="482" y="0"/>
                  </a:moveTo>
                  <a:cubicBezTo>
                    <a:pt x="312" y="0"/>
                    <a:pt x="154" y="77"/>
                    <a:pt x="49" y="209"/>
                  </a:cubicBezTo>
                  <a:cubicBezTo>
                    <a:pt x="0" y="269"/>
                    <a:pt x="10" y="356"/>
                    <a:pt x="71" y="403"/>
                  </a:cubicBezTo>
                  <a:cubicBezTo>
                    <a:pt x="95" y="423"/>
                    <a:pt x="125" y="435"/>
                    <a:pt x="157" y="435"/>
                  </a:cubicBezTo>
                  <a:cubicBezTo>
                    <a:pt x="197" y="435"/>
                    <a:pt x="237" y="416"/>
                    <a:pt x="265" y="383"/>
                  </a:cubicBezTo>
                  <a:cubicBezTo>
                    <a:pt x="318" y="317"/>
                    <a:pt x="397" y="279"/>
                    <a:pt x="482" y="279"/>
                  </a:cubicBezTo>
                  <a:cubicBezTo>
                    <a:pt x="567" y="279"/>
                    <a:pt x="646" y="317"/>
                    <a:pt x="698" y="382"/>
                  </a:cubicBezTo>
                  <a:cubicBezTo>
                    <a:pt x="726" y="415"/>
                    <a:pt x="766" y="433"/>
                    <a:pt x="807" y="433"/>
                  </a:cubicBezTo>
                  <a:cubicBezTo>
                    <a:pt x="838" y="433"/>
                    <a:pt x="868" y="423"/>
                    <a:pt x="894" y="402"/>
                  </a:cubicBezTo>
                  <a:cubicBezTo>
                    <a:pt x="953" y="353"/>
                    <a:pt x="963" y="265"/>
                    <a:pt x="914" y="206"/>
                  </a:cubicBezTo>
                  <a:cubicBezTo>
                    <a:pt x="807" y="77"/>
                    <a:pt x="649" y="0"/>
                    <a:pt x="482"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519" name="Google Shape;4519;p28"/>
            <p:cNvSpPr/>
            <p:nvPr/>
          </p:nvSpPr>
          <p:spPr>
            <a:xfrm>
              <a:off x="6840774" y="3598395"/>
              <a:ext cx="62981" cy="95295"/>
            </a:xfrm>
            <a:custGeom>
              <a:rect b="b" l="l" r="r" t="t"/>
              <a:pathLst>
                <a:path extrusionOk="0" h="2684" w="1774">
                  <a:moveTo>
                    <a:pt x="1690" y="1"/>
                  </a:moveTo>
                  <a:cubicBezTo>
                    <a:pt x="1665" y="1"/>
                    <a:pt x="1639" y="12"/>
                    <a:pt x="1621" y="37"/>
                  </a:cubicBezTo>
                  <a:cubicBezTo>
                    <a:pt x="1070" y="800"/>
                    <a:pt x="161" y="830"/>
                    <a:pt x="19" y="830"/>
                  </a:cubicBezTo>
                  <a:cubicBezTo>
                    <a:pt x="7" y="830"/>
                    <a:pt x="1" y="830"/>
                    <a:pt x="1" y="830"/>
                  </a:cubicBezTo>
                  <a:lnTo>
                    <a:pt x="1" y="1341"/>
                  </a:lnTo>
                  <a:lnTo>
                    <a:pt x="1" y="1852"/>
                  </a:lnTo>
                  <a:cubicBezTo>
                    <a:pt x="1" y="1852"/>
                    <a:pt x="7" y="1852"/>
                    <a:pt x="18" y="1852"/>
                  </a:cubicBezTo>
                  <a:cubicBezTo>
                    <a:pt x="155" y="1852"/>
                    <a:pt x="1067" y="1881"/>
                    <a:pt x="1621" y="2648"/>
                  </a:cubicBezTo>
                  <a:cubicBezTo>
                    <a:pt x="1639" y="2672"/>
                    <a:pt x="1664" y="2684"/>
                    <a:pt x="1689" y="2684"/>
                  </a:cubicBezTo>
                  <a:cubicBezTo>
                    <a:pt x="1732" y="2684"/>
                    <a:pt x="1773" y="2651"/>
                    <a:pt x="1773" y="2600"/>
                  </a:cubicBezTo>
                  <a:lnTo>
                    <a:pt x="1773" y="1342"/>
                  </a:lnTo>
                  <a:lnTo>
                    <a:pt x="1773" y="85"/>
                  </a:lnTo>
                  <a:cubicBezTo>
                    <a:pt x="1773" y="33"/>
                    <a:pt x="1733" y="1"/>
                    <a:pt x="1690" y="1"/>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520" name="Google Shape;4520;p28"/>
            <p:cNvSpPr/>
            <p:nvPr/>
          </p:nvSpPr>
          <p:spPr>
            <a:xfrm>
              <a:off x="6840845" y="3598324"/>
              <a:ext cx="63017" cy="95366"/>
            </a:xfrm>
            <a:custGeom>
              <a:rect b="b" l="l" r="r" t="t"/>
              <a:pathLst>
                <a:path extrusionOk="0" h="2686" w="1775">
                  <a:moveTo>
                    <a:pt x="1688" y="0"/>
                  </a:moveTo>
                  <a:cubicBezTo>
                    <a:pt x="1663" y="0"/>
                    <a:pt x="1638" y="11"/>
                    <a:pt x="1620" y="35"/>
                  </a:cubicBezTo>
                  <a:cubicBezTo>
                    <a:pt x="1554" y="128"/>
                    <a:pt x="1481" y="210"/>
                    <a:pt x="1403" y="285"/>
                  </a:cubicBezTo>
                  <a:lnTo>
                    <a:pt x="1403" y="1562"/>
                  </a:lnTo>
                  <a:cubicBezTo>
                    <a:pt x="1403" y="1702"/>
                    <a:pt x="1289" y="1798"/>
                    <a:pt x="1166" y="1798"/>
                  </a:cubicBezTo>
                  <a:cubicBezTo>
                    <a:pt x="1120" y="1798"/>
                    <a:pt x="1072" y="1784"/>
                    <a:pt x="1029" y="1755"/>
                  </a:cubicBezTo>
                  <a:cubicBezTo>
                    <a:pt x="697" y="1523"/>
                    <a:pt x="289" y="1422"/>
                    <a:pt x="0" y="1376"/>
                  </a:cubicBezTo>
                  <a:lnTo>
                    <a:pt x="0" y="1854"/>
                  </a:lnTo>
                  <a:cubicBezTo>
                    <a:pt x="0" y="1854"/>
                    <a:pt x="6" y="1854"/>
                    <a:pt x="17" y="1854"/>
                  </a:cubicBezTo>
                  <a:cubicBezTo>
                    <a:pt x="154" y="1854"/>
                    <a:pt x="1066" y="1883"/>
                    <a:pt x="1620" y="2650"/>
                  </a:cubicBezTo>
                  <a:cubicBezTo>
                    <a:pt x="1639" y="2675"/>
                    <a:pt x="1664" y="2686"/>
                    <a:pt x="1690" y="2686"/>
                  </a:cubicBezTo>
                  <a:cubicBezTo>
                    <a:pt x="1733" y="2686"/>
                    <a:pt x="1774" y="2654"/>
                    <a:pt x="1774" y="2602"/>
                  </a:cubicBezTo>
                  <a:lnTo>
                    <a:pt x="1774" y="85"/>
                  </a:lnTo>
                  <a:cubicBezTo>
                    <a:pt x="1774" y="33"/>
                    <a:pt x="1731" y="0"/>
                    <a:pt x="1688"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4521" name="Google Shape;4521;p28"/>
          <p:cNvGrpSpPr/>
          <p:nvPr/>
        </p:nvGrpSpPr>
        <p:grpSpPr>
          <a:xfrm>
            <a:off x="6026888" y="3494298"/>
            <a:ext cx="327024" cy="317121"/>
            <a:chOff x="6026888" y="3494298"/>
            <a:chExt cx="327024" cy="317121"/>
          </a:xfrm>
        </p:grpSpPr>
        <p:sp>
          <p:nvSpPr>
            <p:cNvPr id="4522" name="Google Shape;4522;p28"/>
            <p:cNvSpPr/>
            <p:nvPr/>
          </p:nvSpPr>
          <p:spPr>
            <a:xfrm>
              <a:off x="6026888" y="3531754"/>
              <a:ext cx="327014" cy="213598"/>
            </a:xfrm>
            <a:custGeom>
              <a:rect b="b" l="l" r="r" t="t"/>
              <a:pathLst>
                <a:path extrusionOk="0" h="6016" w="9211">
                  <a:moveTo>
                    <a:pt x="339" y="0"/>
                  </a:moveTo>
                  <a:cubicBezTo>
                    <a:pt x="152" y="0"/>
                    <a:pt x="1" y="151"/>
                    <a:pt x="1" y="338"/>
                  </a:cubicBezTo>
                  <a:lnTo>
                    <a:pt x="1" y="5027"/>
                  </a:lnTo>
                  <a:lnTo>
                    <a:pt x="117" y="5189"/>
                  </a:lnTo>
                  <a:lnTo>
                    <a:pt x="117" y="5677"/>
                  </a:lnTo>
                  <a:cubicBezTo>
                    <a:pt x="117" y="5864"/>
                    <a:pt x="268" y="6015"/>
                    <a:pt x="456" y="6015"/>
                  </a:cubicBezTo>
                  <a:lnTo>
                    <a:pt x="8796" y="6015"/>
                  </a:lnTo>
                  <a:cubicBezTo>
                    <a:pt x="8983" y="6015"/>
                    <a:pt x="9134" y="5864"/>
                    <a:pt x="9134" y="5677"/>
                  </a:cubicBezTo>
                  <a:lnTo>
                    <a:pt x="9134" y="5235"/>
                  </a:lnTo>
                  <a:lnTo>
                    <a:pt x="9211" y="5030"/>
                  </a:lnTo>
                  <a:lnTo>
                    <a:pt x="9211" y="338"/>
                  </a:lnTo>
                  <a:cubicBezTo>
                    <a:pt x="9211" y="150"/>
                    <a:pt x="9060" y="0"/>
                    <a:pt x="8872" y="0"/>
                  </a:cubicBezTo>
                  <a:close/>
                </a:path>
              </a:pathLst>
            </a:cu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523" name="Google Shape;4523;p28"/>
            <p:cNvSpPr/>
            <p:nvPr/>
          </p:nvSpPr>
          <p:spPr>
            <a:xfrm>
              <a:off x="6328705" y="3531754"/>
              <a:ext cx="25207" cy="213598"/>
            </a:xfrm>
            <a:custGeom>
              <a:rect b="b" l="l" r="r" t="t"/>
              <a:pathLst>
                <a:path extrusionOk="0" h="6016" w="710">
                  <a:moveTo>
                    <a:pt x="0" y="0"/>
                  </a:moveTo>
                  <a:cubicBezTo>
                    <a:pt x="187" y="0"/>
                    <a:pt x="338" y="151"/>
                    <a:pt x="338" y="338"/>
                  </a:cubicBezTo>
                  <a:lnTo>
                    <a:pt x="338" y="5677"/>
                  </a:lnTo>
                  <a:cubicBezTo>
                    <a:pt x="338" y="5864"/>
                    <a:pt x="187" y="6015"/>
                    <a:pt x="0" y="6015"/>
                  </a:cubicBezTo>
                  <a:lnTo>
                    <a:pt x="371" y="6015"/>
                  </a:lnTo>
                  <a:cubicBezTo>
                    <a:pt x="559" y="6015"/>
                    <a:pt x="710" y="5864"/>
                    <a:pt x="710" y="5677"/>
                  </a:cubicBezTo>
                  <a:lnTo>
                    <a:pt x="710" y="338"/>
                  </a:lnTo>
                  <a:cubicBezTo>
                    <a:pt x="710" y="151"/>
                    <a:pt x="559" y="0"/>
                    <a:pt x="371"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524" name="Google Shape;4524;p28"/>
            <p:cNvSpPr/>
            <p:nvPr/>
          </p:nvSpPr>
          <p:spPr>
            <a:xfrm>
              <a:off x="6159068" y="3744032"/>
              <a:ext cx="62520" cy="40547"/>
            </a:xfrm>
            <a:custGeom>
              <a:rect b="b" l="l" r="r" t="t"/>
              <a:pathLst>
                <a:path extrusionOk="0" h="1142" w="1761">
                  <a:moveTo>
                    <a:pt x="150" y="0"/>
                  </a:moveTo>
                  <a:cubicBezTo>
                    <a:pt x="150" y="0"/>
                    <a:pt x="100" y="739"/>
                    <a:pt x="1" y="1142"/>
                  </a:cubicBezTo>
                  <a:lnTo>
                    <a:pt x="1761" y="1142"/>
                  </a:lnTo>
                  <a:cubicBezTo>
                    <a:pt x="1663" y="739"/>
                    <a:pt x="1612" y="0"/>
                    <a:pt x="1612" y="0"/>
                  </a:cubicBezTo>
                  <a:close/>
                </a:path>
              </a:pathLst>
            </a:custGeom>
            <a:solidFill>
              <a:schemeClr val="l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525" name="Google Shape;4525;p28"/>
            <p:cNvSpPr/>
            <p:nvPr/>
          </p:nvSpPr>
          <p:spPr>
            <a:xfrm>
              <a:off x="6202382" y="3743925"/>
              <a:ext cx="19242" cy="40618"/>
            </a:xfrm>
            <a:custGeom>
              <a:rect b="b" l="l" r="r" t="t"/>
              <a:pathLst>
                <a:path extrusionOk="0" h="1144" w="542">
                  <a:moveTo>
                    <a:pt x="1" y="1"/>
                  </a:moveTo>
                  <a:cubicBezTo>
                    <a:pt x="1" y="1"/>
                    <a:pt x="51" y="740"/>
                    <a:pt x="151" y="1143"/>
                  </a:cubicBezTo>
                  <a:lnTo>
                    <a:pt x="542" y="1143"/>
                  </a:lnTo>
                  <a:cubicBezTo>
                    <a:pt x="443" y="742"/>
                    <a:pt x="392" y="3"/>
                    <a:pt x="392"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526" name="Google Shape;4526;p28"/>
            <p:cNvSpPr/>
            <p:nvPr/>
          </p:nvSpPr>
          <p:spPr>
            <a:xfrm>
              <a:off x="6026888" y="3710303"/>
              <a:ext cx="327014" cy="35079"/>
            </a:xfrm>
            <a:custGeom>
              <a:rect b="b" l="l" r="r" t="t"/>
              <a:pathLst>
                <a:path extrusionOk="0" h="988" w="9211">
                  <a:moveTo>
                    <a:pt x="1" y="1"/>
                  </a:moveTo>
                  <a:lnTo>
                    <a:pt x="1" y="650"/>
                  </a:lnTo>
                  <a:cubicBezTo>
                    <a:pt x="1" y="837"/>
                    <a:pt x="152" y="988"/>
                    <a:pt x="339" y="988"/>
                  </a:cubicBezTo>
                  <a:lnTo>
                    <a:pt x="8872" y="988"/>
                  </a:lnTo>
                  <a:cubicBezTo>
                    <a:pt x="9060" y="988"/>
                    <a:pt x="9211" y="837"/>
                    <a:pt x="9211" y="650"/>
                  </a:cubicBezTo>
                  <a:lnTo>
                    <a:pt x="9211" y="1"/>
                  </a:lnTo>
                  <a:close/>
                </a:path>
              </a:pathLst>
            </a:cu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527" name="Google Shape;4527;p28"/>
            <p:cNvSpPr/>
            <p:nvPr/>
          </p:nvSpPr>
          <p:spPr>
            <a:xfrm>
              <a:off x="6328705" y="3710303"/>
              <a:ext cx="25207" cy="35079"/>
            </a:xfrm>
            <a:custGeom>
              <a:rect b="b" l="l" r="r" t="t"/>
              <a:pathLst>
                <a:path extrusionOk="0" h="988" w="710">
                  <a:moveTo>
                    <a:pt x="338" y="1"/>
                  </a:moveTo>
                  <a:lnTo>
                    <a:pt x="338" y="650"/>
                  </a:lnTo>
                  <a:cubicBezTo>
                    <a:pt x="338" y="837"/>
                    <a:pt x="187" y="988"/>
                    <a:pt x="0" y="988"/>
                  </a:cubicBezTo>
                  <a:lnTo>
                    <a:pt x="371" y="988"/>
                  </a:lnTo>
                  <a:cubicBezTo>
                    <a:pt x="559" y="988"/>
                    <a:pt x="710" y="837"/>
                    <a:pt x="710" y="650"/>
                  </a:cubicBezTo>
                  <a:lnTo>
                    <a:pt x="710" y="1"/>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528" name="Google Shape;4528;p28"/>
            <p:cNvSpPr/>
            <p:nvPr/>
          </p:nvSpPr>
          <p:spPr>
            <a:xfrm>
              <a:off x="6092357" y="3783867"/>
              <a:ext cx="196222" cy="27552"/>
            </a:xfrm>
            <a:custGeom>
              <a:rect b="b" l="l" r="r" t="t"/>
              <a:pathLst>
                <a:path extrusionOk="0" h="776" w="5527">
                  <a:moveTo>
                    <a:pt x="589" y="1"/>
                  </a:moveTo>
                  <a:cubicBezTo>
                    <a:pt x="264" y="1"/>
                    <a:pt x="0" y="264"/>
                    <a:pt x="0" y="588"/>
                  </a:cubicBezTo>
                  <a:lnTo>
                    <a:pt x="0" y="775"/>
                  </a:lnTo>
                  <a:lnTo>
                    <a:pt x="5526" y="775"/>
                  </a:lnTo>
                  <a:lnTo>
                    <a:pt x="5526" y="588"/>
                  </a:lnTo>
                  <a:cubicBezTo>
                    <a:pt x="5526" y="263"/>
                    <a:pt x="5261" y="1"/>
                    <a:pt x="4938" y="1"/>
                  </a:cubicBezTo>
                  <a:close/>
                </a:path>
              </a:pathLst>
            </a:cu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529" name="Google Shape;4529;p28"/>
            <p:cNvSpPr/>
            <p:nvPr/>
          </p:nvSpPr>
          <p:spPr>
            <a:xfrm>
              <a:off x="6253579" y="3783867"/>
              <a:ext cx="34934" cy="27552"/>
            </a:xfrm>
            <a:custGeom>
              <a:rect b="b" l="l" r="r" t="t"/>
              <a:pathLst>
                <a:path extrusionOk="0" h="776" w="984">
                  <a:moveTo>
                    <a:pt x="1" y="1"/>
                  </a:moveTo>
                  <a:cubicBezTo>
                    <a:pt x="327" y="1"/>
                    <a:pt x="589" y="264"/>
                    <a:pt x="589" y="588"/>
                  </a:cubicBezTo>
                  <a:lnTo>
                    <a:pt x="589" y="775"/>
                  </a:lnTo>
                  <a:lnTo>
                    <a:pt x="984" y="775"/>
                  </a:lnTo>
                  <a:lnTo>
                    <a:pt x="984" y="588"/>
                  </a:lnTo>
                  <a:cubicBezTo>
                    <a:pt x="984" y="264"/>
                    <a:pt x="719" y="1"/>
                    <a:pt x="395"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530" name="Google Shape;4530;p28"/>
            <p:cNvSpPr/>
            <p:nvPr/>
          </p:nvSpPr>
          <p:spPr>
            <a:xfrm>
              <a:off x="6049362" y="3637875"/>
              <a:ext cx="161856" cy="38132"/>
            </a:xfrm>
            <a:custGeom>
              <a:rect b="b" l="l" r="r" t="t"/>
              <a:pathLst>
                <a:path extrusionOk="0" h="1074" w="4559">
                  <a:moveTo>
                    <a:pt x="97" y="0"/>
                  </a:moveTo>
                  <a:cubicBezTo>
                    <a:pt x="44" y="0"/>
                    <a:pt x="1" y="43"/>
                    <a:pt x="1" y="98"/>
                  </a:cubicBezTo>
                  <a:lnTo>
                    <a:pt x="1" y="977"/>
                  </a:lnTo>
                  <a:cubicBezTo>
                    <a:pt x="1" y="1030"/>
                    <a:pt x="44" y="1074"/>
                    <a:pt x="97" y="1074"/>
                  </a:cubicBezTo>
                  <a:lnTo>
                    <a:pt x="4461" y="1074"/>
                  </a:lnTo>
                  <a:cubicBezTo>
                    <a:pt x="4514" y="1074"/>
                    <a:pt x="4558" y="1029"/>
                    <a:pt x="4557" y="977"/>
                  </a:cubicBezTo>
                  <a:lnTo>
                    <a:pt x="4557" y="98"/>
                  </a:lnTo>
                  <a:cubicBezTo>
                    <a:pt x="4557" y="43"/>
                    <a:pt x="4514" y="0"/>
                    <a:pt x="4461" y="0"/>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531" name="Google Shape;4531;p28"/>
            <p:cNvSpPr/>
            <p:nvPr/>
          </p:nvSpPr>
          <p:spPr>
            <a:xfrm>
              <a:off x="6194572" y="3637804"/>
              <a:ext cx="16651" cy="38203"/>
            </a:xfrm>
            <a:custGeom>
              <a:rect b="b" l="l" r="r" t="t"/>
              <a:pathLst>
                <a:path extrusionOk="0" h="1076" w="469">
                  <a:moveTo>
                    <a:pt x="374" y="1"/>
                  </a:moveTo>
                  <a:cubicBezTo>
                    <a:pt x="374" y="1"/>
                    <a:pt x="373" y="1"/>
                    <a:pt x="372" y="1"/>
                  </a:cubicBezTo>
                  <a:lnTo>
                    <a:pt x="1" y="1"/>
                  </a:lnTo>
                  <a:cubicBezTo>
                    <a:pt x="55" y="1"/>
                    <a:pt x="99" y="44"/>
                    <a:pt x="99" y="97"/>
                  </a:cubicBezTo>
                  <a:lnTo>
                    <a:pt x="99" y="979"/>
                  </a:lnTo>
                  <a:cubicBezTo>
                    <a:pt x="99" y="1032"/>
                    <a:pt x="55" y="1076"/>
                    <a:pt x="1" y="1076"/>
                  </a:cubicBezTo>
                  <a:lnTo>
                    <a:pt x="372" y="1076"/>
                  </a:lnTo>
                  <a:cubicBezTo>
                    <a:pt x="425" y="1076"/>
                    <a:pt x="468" y="1032"/>
                    <a:pt x="468" y="979"/>
                  </a:cubicBezTo>
                  <a:lnTo>
                    <a:pt x="468" y="97"/>
                  </a:lnTo>
                  <a:cubicBezTo>
                    <a:pt x="468" y="45"/>
                    <a:pt x="425" y="1"/>
                    <a:pt x="374" y="1"/>
                  </a:cubicBezTo>
                  <a:close/>
                </a:path>
              </a:pathLst>
            </a:custGeom>
            <a:solidFill>
              <a:srgbClr val="E8EDF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532" name="Google Shape;4532;p28"/>
            <p:cNvSpPr/>
            <p:nvPr/>
          </p:nvSpPr>
          <p:spPr>
            <a:xfrm>
              <a:off x="6042651" y="3577838"/>
              <a:ext cx="23964" cy="44985"/>
            </a:xfrm>
            <a:custGeom>
              <a:rect b="b" l="l" r="r" t="t"/>
              <a:pathLst>
                <a:path extrusionOk="0" h="1267" w="675">
                  <a:moveTo>
                    <a:pt x="537" y="0"/>
                  </a:moveTo>
                  <a:cubicBezTo>
                    <a:pt x="459" y="0"/>
                    <a:pt x="399" y="64"/>
                    <a:pt x="399" y="138"/>
                  </a:cubicBezTo>
                  <a:lnTo>
                    <a:pt x="399" y="928"/>
                  </a:lnTo>
                  <a:cubicBezTo>
                    <a:pt x="399" y="951"/>
                    <a:pt x="387" y="972"/>
                    <a:pt x="367" y="983"/>
                  </a:cubicBezTo>
                  <a:cubicBezTo>
                    <a:pt x="361" y="986"/>
                    <a:pt x="355" y="988"/>
                    <a:pt x="349" y="988"/>
                  </a:cubicBezTo>
                  <a:cubicBezTo>
                    <a:pt x="322" y="988"/>
                    <a:pt x="292" y="963"/>
                    <a:pt x="286" y="959"/>
                  </a:cubicBezTo>
                  <a:cubicBezTo>
                    <a:pt x="266" y="930"/>
                    <a:pt x="236" y="911"/>
                    <a:pt x="204" y="901"/>
                  </a:cubicBezTo>
                  <a:cubicBezTo>
                    <a:pt x="191" y="898"/>
                    <a:pt x="178" y="896"/>
                    <a:pt x="166" y="896"/>
                  </a:cubicBezTo>
                  <a:cubicBezTo>
                    <a:pt x="133" y="896"/>
                    <a:pt x="102" y="907"/>
                    <a:pt x="76" y="928"/>
                  </a:cubicBezTo>
                  <a:cubicBezTo>
                    <a:pt x="0" y="993"/>
                    <a:pt x="26" y="1124"/>
                    <a:pt x="107" y="1172"/>
                  </a:cubicBezTo>
                  <a:cubicBezTo>
                    <a:pt x="161" y="1218"/>
                    <a:pt x="248" y="1267"/>
                    <a:pt x="348" y="1267"/>
                  </a:cubicBezTo>
                  <a:cubicBezTo>
                    <a:pt x="396" y="1267"/>
                    <a:pt x="449" y="1257"/>
                    <a:pt x="501" y="1225"/>
                  </a:cubicBezTo>
                  <a:cubicBezTo>
                    <a:pt x="607" y="1166"/>
                    <a:pt x="674" y="1052"/>
                    <a:pt x="674" y="928"/>
                  </a:cubicBezTo>
                  <a:lnTo>
                    <a:pt x="674" y="138"/>
                  </a:lnTo>
                  <a:cubicBezTo>
                    <a:pt x="675" y="64"/>
                    <a:pt x="615" y="0"/>
                    <a:pt x="537"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533" name="Google Shape;4533;p28"/>
            <p:cNvSpPr/>
            <p:nvPr/>
          </p:nvSpPr>
          <p:spPr>
            <a:xfrm>
              <a:off x="6126511" y="3577838"/>
              <a:ext cx="31278" cy="44949"/>
            </a:xfrm>
            <a:custGeom>
              <a:rect b="b" l="l" r="r" t="t"/>
              <a:pathLst>
                <a:path extrusionOk="0" h="1266" w="881">
                  <a:moveTo>
                    <a:pt x="425" y="279"/>
                  </a:moveTo>
                  <a:cubicBezTo>
                    <a:pt x="474" y="279"/>
                    <a:pt x="513" y="318"/>
                    <a:pt x="513" y="367"/>
                  </a:cubicBezTo>
                  <a:cubicBezTo>
                    <a:pt x="513" y="416"/>
                    <a:pt x="473" y="455"/>
                    <a:pt x="425" y="455"/>
                  </a:cubicBezTo>
                  <a:lnTo>
                    <a:pt x="277" y="455"/>
                  </a:lnTo>
                  <a:lnTo>
                    <a:pt x="277" y="279"/>
                  </a:lnTo>
                  <a:close/>
                  <a:moveTo>
                    <a:pt x="476" y="734"/>
                  </a:moveTo>
                  <a:cubicBezTo>
                    <a:pt x="545" y="734"/>
                    <a:pt x="604" y="792"/>
                    <a:pt x="604" y="862"/>
                  </a:cubicBezTo>
                  <a:cubicBezTo>
                    <a:pt x="604" y="933"/>
                    <a:pt x="545" y="987"/>
                    <a:pt x="476" y="987"/>
                  </a:cubicBezTo>
                  <a:lnTo>
                    <a:pt x="277" y="987"/>
                  </a:lnTo>
                  <a:lnTo>
                    <a:pt x="277" y="734"/>
                  </a:lnTo>
                  <a:close/>
                  <a:moveTo>
                    <a:pt x="139" y="0"/>
                  </a:moveTo>
                  <a:cubicBezTo>
                    <a:pt x="61" y="0"/>
                    <a:pt x="1" y="64"/>
                    <a:pt x="1" y="138"/>
                  </a:cubicBezTo>
                  <a:lnTo>
                    <a:pt x="1" y="595"/>
                  </a:lnTo>
                  <a:lnTo>
                    <a:pt x="1" y="1127"/>
                  </a:lnTo>
                  <a:cubicBezTo>
                    <a:pt x="1" y="1164"/>
                    <a:pt x="15" y="1199"/>
                    <a:pt x="41" y="1225"/>
                  </a:cubicBezTo>
                  <a:cubicBezTo>
                    <a:pt x="67" y="1251"/>
                    <a:pt x="103" y="1265"/>
                    <a:pt x="139" y="1265"/>
                  </a:cubicBezTo>
                  <a:cubicBezTo>
                    <a:pt x="139" y="1265"/>
                    <a:pt x="404" y="1264"/>
                    <a:pt x="476" y="1264"/>
                  </a:cubicBezTo>
                  <a:cubicBezTo>
                    <a:pt x="699" y="1264"/>
                    <a:pt x="880" y="1081"/>
                    <a:pt x="880" y="858"/>
                  </a:cubicBezTo>
                  <a:cubicBezTo>
                    <a:pt x="880" y="739"/>
                    <a:pt x="824" y="628"/>
                    <a:pt x="741" y="554"/>
                  </a:cubicBezTo>
                  <a:cubicBezTo>
                    <a:pt x="772" y="501"/>
                    <a:pt x="792" y="435"/>
                    <a:pt x="792" y="367"/>
                  </a:cubicBezTo>
                  <a:cubicBezTo>
                    <a:pt x="792" y="166"/>
                    <a:pt x="628" y="0"/>
                    <a:pt x="425"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534" name="Google Shape;4534;p28"/>
            <p:cNvSpPr/>
            <p:nvPr/>
          </p:nvSpPr>
          <p:spPr>
            <a:xfrm>
              <a:off x="6073895" y="3577838"/>
              <a:ext cx="45017" cy="44985"/>
            </a:xfrm>
            <a:custGeom>
              <a:rect b="b" l="l" r="r" t="t"/>
              <a:pathLst>
                <a:path extrusionOk="0" h="1267" w="1268">
                  <a:moveTo>
                    <a:pt x="634" y="279"/>
                  </a:moveTo>
                  <a:cubicBezTo>
                    <a:pt x="828" y="279"/>
                    <a:pt x="988" y="439"/>
                    <a:pt x="988" y="633"/>
                  </a:cubicBezTo>
                  <a:cubicBezTo>
                    <a:pt x="988" y="828"/>
                    <a:pt x="830" y="987"/>
                    <a:pt x="634" y="987"/>
                  </a:cubicBezTo>
                  <a:cubicBezTo>
                    <a:pt x="438" y="987"/>
                    <a:pt x="278" y="828"/>
                    <a:pt x="278" y="633"/>
                  </a:cubicBezTo>
                  <a:cubicBezTo>
                    <a:pt x="278" y="439"/>
                    <a:pt x="440" y="279"/>
                    <a:pt x="634" y="279"/>
                  </a:cubicBezTo>
                  <a:close/>
                  <a:moveTo>
                    <a:pt x="634" y="0"/>
                  </a:moveTo>
                  <a:cubicBezTo>
                    <a:pt x="284" y="0"/>
                    <a:pt x="1" y="285"/>
                    <a:pt x="1" y="633"/>
                  </a:cubicBezTo>
                  <a:cubicBezTo>
                    <a:pt x="1" y="983"/>
                    <a:pt x="284" y="1267"/>
                    <a:pt x="634" y="1267"/>
                  </a:cubicBezTo>
                  <a:cubicBezTo>
                    <a:pt x="982" y="1267"/>
                    <a:pt x="1267" y="983"/>
                    <a:pt x="1267" y="633"/>
                  </a:cubicBezTo>
                  <a:cubicBezTo>
                    <a:pt x="1267" y="285"/>
                    <a:pt x="982" y="0"/>
                    <a:pt x="634"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535" name="Google Shape;4535;p28"/>
            <p:cNvSpPr/>
            <p:nvPr/>
          </p:nvSpPr>
          <p:spPr>
            <a:xfrm>
              <a:off x="6244206" y="3577306"/>
              <a:ext cx="45834" cy="45837"/>
            </a:xfrm>
            <a:custGeom>
              <a:rect b="b" l="l" r="r" t="t"/>
              <a:pathLst>
                <a:path extrusionOk="0" h="1291" w="1291">
                  <a:moveTo>
                    <a:pt x="482" y="1"/>
                  </a:moveTo>
                  <a:lnTo>
                    <a:pt x="0" y="483"/>
                  </a:lnTo>
                  <a:lnTo>
                    <a:pt x="809" y="1290"/>
                  </a:lnTo>
                  <a:lnTo>
                    <a:pt x="1291" y="808"/>
                  </a:lnTo>
                  <a:lnTo>
                    <a:pt x="482" y="1"/>
                  </a:ln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536" name="Google Shape;4536;p28"/>
            <p:cNvSpPr/>
            <p:nvPr/>
          </p:nvSpPr>
          <p:spPr>
            <a:xfrm>
              <a:off x="6252301" y="3577306"/>
              <a:ext cx="37739" cy="37706"/>
            </a:xfrm>
            <a:custGeom>
              <a:rect b="b" l="l" r="r" t="t"/>
              <a:pathLst>
                <a:path extrusionOk="0" h="1062" w="1063">
                  <a:moveTo>
                    <a:pt x="256" y="1"/>
                  </a:moveTo>
                  <a:lnTo>
                    <a:pt x="1" y="254"/>
                  </a:lnTo>
                  <a:lnTo>
                    <a:pt x="810" y="1061"/>
                  </a:lnTo>
                  <a:lnTo>
                    <a:pt x="1063" y="808"/>
                  </a:lnTo>
                  <a:lnTo>
                    <a:pt x="256" y="1"/>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537" name="Google Shape;4537;p28"/>
            <p:cNvSpPr/>
            <p:nvPr/>
          </p:nvSpPr>
          <p:spPr>
            <a:xfrm>
              <a:off x="6265224" y="3598785"/>
              <a:ext cx="68200" cy="65755"/>
            </a:xfrm>
            <a:custGeom>
              <a:rect b="b" l="l" r="r" t="t"/>
              <a:pathLst>
                <a:path extrusionOk="0" h="1852" w="1921">
                  <a:moveTo>
                    <a:pt x="730" y="1"/>
                  </a:moveTo>
                  <a:cubicBezTo>
                    <a:pt x="688" y="1"/>
                    <a:pt x="646" y="17"/>
                    <a:pt x="614" y="49"/>
                  </a:cubicBezTo>
                  <a:lnTo>
                    <a:pt x="66" y="597"/>
                  </a:lnTo>
                  <a:cubicBezTo>
                    <a:pt x="1" y="662"/>
                    <a:pt x="1" y="764"/>
                    <a:pt x="66" y="829"/>
                  </a:cubicBezTo>
                  <a:lnTo>
                    <a:pt x="925" y="1690"/>
                  </a:lnTo>
                  <a:cubicBezTo>
                    <a:pt x="1032" y="1798"/>
                    <a:pt x="1173" y="1852"/>
                    <a:pt x="1314" y="1852"/>
                  </a:cubicBezTo>
                  <a:cubicBezTo>
                    <a:pt x="1455" y="1852"/>
                    <a:pt x="1597" y="1798"/>
                    <a:pt x="1705" y="1690"/>
                  </a:cubicBezTo>
                  <a:cubicBezTo>
                    <a:pt x="1921" y="1474"/>
                    <a:pt x="1921" y="1124"/>
                    <a:pt x="1706" y="908"/>
                  </a:cubicBezTo>
                  <a:lnTo>
                    <a:pt x="846" y="49"/>
                  </a:lnTo>
                  <a:cubicBezTo>
                    <a:pt x="813" y="17"/>
                    <a:pt x="772" y="1"/>
                    <a:pt x="730" y="1"/>
                  </a:cubicBezTo>
                  <a:close/>
                </a:path>
              </a:pathLst>
            </a:cu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538" name="Google Shape;4538;p28"/>
            <p:cNvSpPr/>
            <p:nvPr/>
          </p:nvSpPr>
          <p:spPr>
            <a:xfrm>
              <a:off x="6280917" y="3598856"/>
              <a:ext cx="52508" cy="65045"/>
            </a:xfrm>
            <a:custGeom>
              <a:rect b="b" l="l" r="r" t="t"/>
              <a:pathLst>
                <a:path extrusionOk="0" h="1832" w="1479">
                  <a:moveTo>
                    <a:pt x="286" y="0"/>
                  </a:moveTo>
                  <a:cubicBezTo>
                    <a:pt x="245" y="0"/>
                    <a:pt x="203" y="16"/>
                    <a:pt x="170" y="49"/>
                  </a:cubicBezTo>
                  <a:lnTo>
                    <a:pt x="1" y="218"/>
                  </a:lnTo>
                  <a:cubicBezTo>
                    <a:pt x="35" y="223"/>
                    <a:pt x="68" y="240"/>
                    <a:pt x="93" y="265"/>
                  </a:cubicBezTo>
                  <a:lnTo>
                    <a:pt x="953" y="1125"/>
                  </a:lnTo>
                  <a:cubicBezTo>
                    <a:pt x="1145" y="1316"/>
                    <a:pt x="1165" y="1616"/>
                    <a:pt x="1014" y="1832"/>
                  </a:cubicBezTo>
                  <a:cubicBezTo>
                    <a:pt x="1104" y="1806"/>
                    <a:pt x="1191" y="1760"/>
                    <a:pt x="1263" y="1688"/>
                  </a:cubicBezTo>
                  <a:cubicBezTo>
                    <a:pt x="1479" y="1472"/>
                    <a:pt x="1479" y="1122"/>
                    <a:pt x="1263" y="909"/>
                  </a:cubicBezTo>
                  <a:lnTo>
                    <a:pt x="402" y="49"/>
                  </a:lnTo>
                  <a:cubicBezTo>
                    <a:pt x="370" y="16"/>
                    <a:pt x="328" y="0"/>
                    <a:pt x="286"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539" name="Google Shape;4539;p28"/>
            <p:cNvSpPr/>
            <p:nvPr/>
          </p:nvSpPr>
          <p:spPr>
            <a:xfrm>
              <a:off x="6161305" y="3494298"/>
              <a:ext cx="112188" cy="112196"/>
            </a:xfrm>
            <a:custGeom>
              <a:rect b="b" l="l" r="r" t="t"/>
              <a:pathLst>
                <a:path extrusionOk="0" h="3160" w="3160">
                  <a:moveTo>
                    <a:pt x="1580" y="0"/>
                  </a:moveTo>
                  <a:cubicBezTo>
                    <a:pt x="707" y="0"/>
                    <a:pt x="1" y="707"/>
                    <a:pt x="1" y="1581"/>
                  </a:cubicBezTo>
                  <a:cubicBezTo>
                    <a:pt x="1" y="2453"/>
                    <a:pt x="707" y="3159"/>
                    <a:pt x="1580" y="3159"/>
                  </a:cubicBezTo>
                  <a:cubicBezTo>
                    <a:pt x="2453" y="3159"/>
                    <a:pt x="3160" y="2453"/>
                    <a:pt x="3160" y="1581"/>
                  </a:cubicBezTo>
                  <a:cubicBezTo>
                    <a:pt x="3160" y="707"/>
                    <a:pt x="2453" y="0"/>
                    <a:pt x="1580" y="0"/>
                  </a:cubicBezTo>
                  <a:close/>
                </a:path>
              </a:pathLst>
            </a:custGeom>
            <a:solidFill>
              <a:schemeClr val="accent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540" name="Google Shape;4540;p28"/>
            <p:cNvSpPr/>
            <p:nvPr/>
          </p:nvSpPr>
          <p:spPr>
            <a:xfrm>
              <a:off x="6193542" y="3495611"/>
              <a:ext cx="85384" cy="110918"/>
            </a:xfrm>
            <a:custGeom>
              <a:rect b="b" l="l" r="r" t="t"/>
              <a:pathLst>
                <a:path extrusionOk="0" h="3124" w="2405">
                  <a:moveTo>
                    <a:pt x="1013" y="1"/>
                  </a:moveTo>
                  <a:cubicBezTo>
                    <a:pt x="1174" y="77"/>
                    <a:pt x="1325" y="181"/>
                    <a:pt x="1459" y="315"/>
                  </a:cubicBezTo>
                  <a:cubicBezTo>
                    <a:pt x="2075" y="932"/>
                    <a:pt x="2075" y="1932"/>
                    <a:pt x="1459" y="2548"/>
                  </a:cubicBezTo>
                  <a:cubicBezTo>
                    <a:pt x="1150" y="2857"/>
                    <a:pt x="745" y="3012"/>
                    <a:pt x="339" y="3012"/>
                  </a:cubicBezTo>
                  <a:cubicBezTo>
                    <a:pt x="226" y="3012"/>
                    <a:pt x="112" y="3000"/>
                    <a:pt x="1" y="2975"/>
                  </a:cubicBezTo>
                  <a:lnTo>
                    <a:pt x="1" y="2975"/>
                  </a:lnTo>
                  <a:cubicBezTo>
                    <a:pt x="212" y="3074"/>
                    <a:pt x="441" y="3123"/>
                    <a:pt x="669" y="3123"/>
                  </a:cubicBezTo>
                  <a:cubicBezTo>
                    <a:pt x="1074" y="3123"/>
                    <a:pt x="1479" y="2968"/>
                    <a:pt x="1787" y="2660"/>
                  </a:cubicBezTo>
                  <a:cubicBezTo>
                    <a:pt x="2404" y="2043"/>
                    <a:pt x="2404" y="1044"/>
                    <a:pt x="1788" y="428"/>
                  </a:cubicBezTo>
                  <a:cubicBezTo>
                    <a:pt x="1567" y="207"/>
                    <a:pt x="1296" y="64"/>
                    <a:pt x="1013"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541" name="Google Shape;4541;p28"/>
            <p:cNvSpPr/>
            <p:nvPr/>
          </p:nvSpPr>
          <p:spPr>
            <a:xfrm>
              <a:off x="6179980" y="3512937"/>
              <a:ext cx="74875" cy="74880"/>
            </a:xfrm>
            <a:custGeom>
              <a:rect b="b" l="l" r="r" t="t"/>
              <a:pathLst>
                <a:path extrusionOk="0" h="2109" w="2109">
                  <a:moveTo>
                    <a:pt x="1054" y="1"/>
                  </a:moveTo>
                  <a:cubicBezTo>
                    <a:pt x="472" y="1"/>
                    <a:pt x="0" y="473"/>
                    <a:pt x="0" y="1056"/>
                  </a:cubicBezTo>
                  <a:cubicBezTo>
                    <a:pt x="0" y="1637"/>
                    <a:pt x="472" y="2109"/>
                    <a:pt x="1054" y="2109"/>
                  </a:cubicBezTo>
                  <a:cubicBezTo>
                    <a:pt x="1636" y="2109"/>
                    <a:pt x="2108" y="1637"/>
                    <a:pt x="2108" y="1056"/>
                  </a:cubicBezTo>
                  <a:cubicBezTo>
                    <a:pt x="2108" y="473"/>
                    <a:pt x="1636" y="1"/>
                    <a:pt x="1054" y="1"/>
                  </a:cubicBez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542" name="Google Shape;4542;p28"/>
            <p:cNvSpPr/>
            <p:nvPr/>
          </p:nvSpPr>
          <p:spPr>
            <a:xfrm>
              <a:off x="6189353" y="3516310"/>
              <a:ext cx="69123" cy="71507"/>
            </a:xfrm>
            <a:custGeom>
              <a:rect b="b" l="l" r="r" t="t"/>
              <a:pathLst>
                <a:path extrusionOk="0" h="2014" w="1947">
                  <a:moveTo>
                    <a:pt x="1226" y="1"/>
                  </a:moveTo>
                  <a:lnTo>
                    <a:pt x="1226" y="1"/>
                  </a:lnTo>
                  <a:cubicBezTo>
                    <a:pt x="1591" y="415"/>
                    <a:pt x="1577" y="1048"/>
                    <a:pt x="1181" y="1444"/>
                  </a:cubicBezTo>
                  <a:cubicBezTo>
                    <a:pt x="976" y="1649"/>
                    <a:pt x="706" y="1752"/>
                    <a:pt x="436" y="1752"/>
                  </a:cubicBezTo>
                  <a:cubicBezTo>
                    <a:pt x="288" y="1752"/>
                    <a:pt x="139" y="1721"/>
                    <a:pt x="1" y="1658"/>
                  </a:cubicBezTo>
                  <a:lnTo>
                    <a:pt x="1" y="1658"/>
                  </a:lnTo>
                  <a:cubicBezTo>
                    <a:pt x="15" y="1674"/>
                    <a:pt x="30" y="1689"/>
                    <a:pt x="46" y="1704"/>
                  </a:cubicBezTo>
                  <a:cubicBezTo>
                    <a:pt x="251" y="1910"/>
                    <a:pt x="520" y="2013"/>
                    <a:pt x="790" y="2013"/>
                  </a:cubicBezTo>
                  <a:cubicBezTo>
                    <a:pt x="1059" y="2013"/>
                    <a:pt x="1329" y="1910"/>
                    <a:pt x="1535" y="1704"/>
                  </a:cubicBezTo>
                  <a:cubicBezTo>
                    <a:pt x="1947" y="1294"/>
                    <a:pt x="1947" y="627"/>
                    <a:pt x="1535" y="215"/>
                  </a:cubicBezTo>
                  <a:cubicBezTo>
                    <a:pt x="1443" y="123"/>
                    <a:pt x="1338" y="51"/>
                    <a:pt x="1226"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4543" name="Google Shape;4543;p28"/>
          <p:cNvGrpSpPr/>
          <p:nvPr/>
        </p:nvGrpSpPr>
        <p:grpSpPr>
          <a:xfrm>
            <a:off x="5379691" y="3489398"/>
            <a:ext cx="326736" cy="327030"/>
            <a:chOff x="5379691" y="3489398"/>
            <a:chExt cx="326736" cy="327030"/>
          </a:xfrm>
        </p:grpSpPr>
        <p:sp>
          <p:nvSpPr>
            <p:cNvPr id="4544" name="Google Shape;4544;p28"/>
            <p:cNvSpPr/>
            <p:nvPr/>
          </p:nvSpPr>
          <p:spPr>
            <a:xfrm>
              <a:off x="5454071" y="3644053"/>
              <a:ext cx="177939" cy="115391"/>
            </a:xfrm>
            <a:custGeom>
              <a:rect b="b" l="l" r="r" t="t"/>
              <a:pathLst>
                <a:path extrusionOk="0" h="3250" w="5012">
                  <a:moveTo>
                    <a:pt x="625" y="0"/>
                  </a:moveTo>
                  <a:cubicBezTo>
                    <a:pt x="343" y="629"/>
                    <a:pt x="0" y="1366"/>
                    <a:pt x="149" y="2071"/>
                  </a:cubicBezTo>
                  <a:cubicBezTo>
                    <a:pt x="308" y="2834"/>
                    <a:pt x="900" y="3195"/>
                    <a:pt x="1628" y="3250"/>
                  </a:cubicBezTo>
                  <a:lnTo>
                    <a:pt x="3382" y="3250"/>
                  </a:lnTo>
                  <a:cubicBezTo>
                    <a:pt x="4112" y="3195"/>
                    <a:pt x="4703" y="2834"/>
                    <a:pt x="4861" y="2071"/>
                  </a:cubicBezTo>
                  <a:cubicBezTo>
                    <a:pt x="5011" y="1366"/>
                    <a:pt x="4667" y="629"/>
                    <a:pt x="4385" y="0"/>
                  </a:cubicBezTo>
                  <a:close/>
                </a:path>
              </a:pathLst>
            </a:cu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545" name="Google Shape;4545;p28"/>
            <p:cNvSpPr/>
            <p:nvPr/>
          </p:nvSpPr>
          <p:spPr>
            <a:xfrm>
              <a:off x="5571269" y="3643982"/>
              <a:ext cx="60745" cy="115462"/>
            </a:xfrm>
            <a:custGeom>
              <a:rect b="b" l="l" r="r" t="t"/>
              <a:pathLst>
                <a:path extrusionOk="0" h="3252" w="1711">
                  <a:moveTo>
                    <a:pt x="714" y="1"/>
                  </a:moveTo>
                  <a:cubicBezTo>
                    <a:pt x="998" y="638"/>
                    <a:pt x="1339" y="1382"/>
                    <a:pt x="1192" y="2097"/>
                  </a:cubicBezTo>
                  <a:cubicBezTo>
                    <a:pt x="1055" y="2765"/>
                    <a:pt x="592" y="3129"/>
                    <a:pt x="1" y="3252"/>
                  </a:cubicBezTo>
                  <a:lnTo>
                    <a:pt x="84" y="3252"/>
                  </a:lnTo>
                  <a:cubicBezTo>
                    <a:pt x="811" y="3197"/>
                    <a:pt x="1402" y="2836"/>
                    <a:pt x="1562" y="2073"/>
                  </a:cubicBezTo>
                  <a:cubicBezTo>
                    <a:pt x="1710" y="1368"/>
                    <a:pt x="1366" y="631"/>
                    <a:pt x="1086"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546" name="Google Shape;4546;p28"/>
            <p:cNvSpPr/>
            <p:nvPr/>
          </p:nvSpPr>
          <p:spPr>
            <a:xfrm>
              <a:off x="5471859" y="3745168"/>
              <a:ext cx="142472" cy="71259"/>
            </a:xfrm>
            <a:custGeom>
              <a:rect b="b" l="l" r="r" t="t"/>
              <a:pathLst>
                <a:path extrusionOk="0" h="2007" w="4013">
                  <a:moveTo>
                    <a:pt x="2006" y="0"/>
                  </a:moveTo>
                  <a:cubicBezTo>
                    <a:pt x="898" y="0"/>
                    <a:pt x="0" y="898"/>
                    <a:pt x="0" y="2006"/>
                  </a:cubicBezTo>
                  <a:lnTo>
                    <a:pt x="4012" y="2006"/>
                  </a:lnTo>
                  <a:cubicBezTo>
                    <a:pt x="4012" y="898"/>
                    <a:pt x="3114" y="0"/>
                    <a:pt x="2006" y="0"/>
                  </a:cubicBez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547" name="Google Shape;4547;p28"/>
            <p:cNvSpPr/>
            <p:nvPr/>
          </p:nvSpPr>
          <p:spPr>
            <a:xfrm>
              <a:off x="5517836" y="3745203"/>
              <a:ext cx="96389" cy="71223"/>
            </a:xfrm>
            <a:custGeom>
              <a:rect b="b" l="l" r="r" t="t"/>
              <a:pathLst>
                <a:path extrusionOk="0" h="2006" w="2715">
                  <a:moveTo>
                    <a:pt x="711" y="1"/>
                  </a:moveTo>
                  <a:cubicBezTo>
                    <a:pt x="461" y="1"/>
                    <a:pt x="222" y="47"/>
                    <a:pt x="0" y="130"/>
                  </a:cubicBezTo>
                  <a:cubicBezTo>
                    <a:pt x="110" y="111"/>
                    <a:pt x="222" y="101"/>
                    <a:pt x="337" y="101"/>
                  </a:cubicBezTo>
                  <a:cubicBezTo>
                    <a:pt x="891" y="101"/>
                    <a:pt x="1390" y="324"/>
                    <a:pt x="1754" y="688"/>
                  </a:cubicBezTo>
                  <a:cubicBezTo>
                    <a:pt x="2094" y="1029"/>
                    <a:pt x="2314" y="1493"/>
                    <a:pt x="2339" y="2005"/>
                  </a:cubicBezTo>
                  <a:lnTo>
                    <a:pt x="2714" y="2005"/>
                  </a:lnTo>
                  <a:cubicBezTo>
                    <a:pt x="2714" y="1451"/>
                    <a:pt x="2490" y="949"/>
                    <a:pt x="2129" y="588"/>
                  </a:cubicBezTo>
                  <a:cubicBezTo>
                    <a:pt x="1765" y="226"/>
                    <a:pt x="1265" y="1"/>
                    <a:pt x="711"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548" name="Google Shape;4548;p28"/>
            <p:cNvSpPr/>
            <p:nvPr/>
          </p:nvSpPr>
          <p:spPr>
            <a:xfrm>
              <a:off x="5527315" y="3710054"/>
              <a:ext cx="31455" cy="57305"/>
            </a:xfrm>
            <a:custGeom>
              <a:rect b="b" l="l" r="r" t="t"/>
              <a:pathLst>
                <a:path extrusionOk="0" h="1614" w="886">
                  <a:moveTo>
                    <a:pt x="1" y="0"/>
                  </a:moveTo>
                  <a:lnTo>
                    <a:pt x="1" y="1170"/>
                  </a:lnTo>
                  <a:cubicBezTo>
                    <a:pt x="1" y="1415"/>
                    <a:pt x="200" y="1614"/>
                    <a:pt x="444" y="1614"/>
                  </a:cubicBezTo>
                  <a:cubicBezTo>
                    <a:pt x="687" y="1614"/>
                    <a:pt x="886" y="1415"/>
                    <a:pt x="886" y="1170"/>
                  </a:cubicBezTo>
                  <a:lnTo>
                    <a:pt x="886" y="0"/>
                  </a:ln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549" name="Google Shape;4549;p28"/>
            <p:cNvSpPr/>
            <p:nvPr/>
          </p:nvSpPr>
          <p:spPr>
            <a:xfrm>
              <a:off x="5535197" y="3710054"/>
              <a:ext cx="23574" cy="57305"/>
            </a:xfrm>
            <a:custGeom>
              <a:rect b="b" l="l" r="r" t="t"/>
              <a:pathLst>
                <a:path extrusionOk="0" h="1614" w="664">
                  <a:moveTo>
                    <a:pt x="222" y="0"/>
                  </a:moveTo>
                  <a:lnTo>
                    <a:pt x="222" y="1170"/>
                  </a:lnTo>
                  <a:cubicBezTo>
                    <a:pt x="222" y="1334"/>
                    <a:pt x="134" y="1477"/>
                    <a:pt x="1" y="1555"/>
                  </a:cubicBezTo>
                  <a:cubicBezTo>
                    <a:pt x="65" y="1592"/>
                    <a:pt x="142" y="1614"/>
                    <a:pt x="222" y="1614"/>
                  </a:cubicBezTo>
                  <a:cubicBezTo>
                    <a:pt x="467" y="1614"/>
                    <a:pt x="664" y="1415"/>
                    <a:pt x="664" y="1170"/>
                  </a:cubicBezTo>
                  <a:lnTo>
                    <a:pt x="664" y="0"/>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550" name="Google Shape;4550;p28"/>
            <p:cNvSpPr/>
            <p:nvPr/>
          </p:nvSpPr>
          <p:spPr>
            <a:xfrm>
              <a:off x="5475693" y="3590407"/>
              <a:ext cx="134803" cy="137298"/>
            </a:xfrm>
            <a:custGeom>
              <a:rect b="b" l="l" r="r" t="t"/>
              <a:pathLst>
                <a:path extrusionOk="0" h="3867" w="3797">
                  <a:moveTo>
                    <a:pt x="1898" y="0"/>
                  </a:moveTo>
                  <a:lnTo>
                    <a:pt x="0" y="1252"/>
                  </a:lnTo>
                  <a:lnTo>
                    <a:pt x="0" y="1969"/>
                  </a:lnTo>
                  <a:cubicBezTo>
                    <a:pt x="0" y="3018"/>
                    <a:pt x="849" y="3867"/>
                    <a:pt x="1898" y="3867"/>
                  </a:cubicBezTo>
                  <a:cubicBezTo>
                    <a:pt x="2944" y="3867"/>
                    <a:pt x="3796" y="3015"/>
                    <a:pt x="3796" y="1969"/>
                  </a:cubicBezTo>
                  <a:lnTo>
                    <a:pt x="3796" y="1252"/>
                  </a:lnTo>
                  <a:lnTo>
                    <a:pt x="1898" y="0"/>
                  </a:ln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551" name="Google Shape;4551;p28"/>
            <p:cNvSpPr/>
            <p:nvPr/>
          </p:nvSpPr>
          <p:spPr>
            <a:xfrm>
              <a:off x="5449775" y="3627544"/>
              <a:ext cx="29929" cy="36322"/>
            </a:xfrm>
            <a:custGeom>
              <a:rect b="b" l="l" r="r" t="t"/>
              <a:pathLst>
                <a:path extrusionOk="0" h="1023" w="843">
                  <a:moveTo>
                    <a:pt x="511" y="0"/>
                  </a:moveTo>
                  <a:cubicBezTo>
                    <a:pt x="228" y="0"/>
                    <a:pt x="1" y="228"/>
                    <a:pt x="1" y="511"/>
                  </a:cubicBezTo>
                  <a:cubicBezTo>
                    <a:pt x="1" y="793"/>
                    <a:pt x="228" y="1022"/>
                    <a:pt x="511" y="1022"/>
                  </a:cubicBezTo>
                  <a:lnTo>
                    <a:pt x="842" y="1022"/>
                  </a:lnTo>
                  <a:lnTo>
                    <a:pt x="842" y="0"/>
                  </a:ln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552" name="Google Shape;4552;p28"/>
            <p:cNvSpPr/>
            <p:nvPr/>
          </p:nvSpPr>
          <p:spPr>
            <a:xfrm>
              <a:off x="5475693" y="3548406"/>
              <a:ext cx="134803" cy="87910"/>
            </a:xfrm>
            <a:custGeom>
              <a:rect b="b" l="l" r="r" t="t"/>
              <a:pathLst>
                <a:path extrusionOk="0" h="2476" w="3797">
                  <a:moveTo>
                    <a:pt x="1898" y="0"/>
                  </a:moveTo>
                  <a:cubicBezTo>
                    <a:pt x="849" y="0"/>
                    <a:pt x="0" y="849"/>
                    <a:pt x="0" y="1898"/>
                  </a:cubicBezTo>
                  <a:lnTo>
                    <a:pt x="0" y="2476"/>
                  </a:lnTo>
                  <a:cubicBezTo>
                    <a:pt x="0" y="2476"/>
                    <a:pt x="1" y="2476"/>
                    <a:pt x="3" y="2476"/>
                  </a:cubicBezTo>
                  <a:cubicBezTo>
                    <a:pt x="66" y="2476"/>
                    <a:pt x="1249" y="2463"/>
                    <a:pt x="1898" y="1560"/>
                  </a:cubicBezTo>
                  <a:cubicBezTo>
                    <a:pt x="2548" y="2463"/>
                    <a:pt x="3730" y="2476"/>
                    <a:pt x="3794" y="2476"/>
                  </a:cubicBezTo>
                  <a:cubicBezTo>
                    <a:pt x="3795" y="2476"/>
                    <a:pt x="3796" y="2476"/>
                    <a:pt x="3796" y="2476"/>
                  </a:cubicBezTo>
                  <a:lnTo>
                    <a:pt x="3796" y="1898"/>
                  </a:lnTo>
                  <a:cubicBezTo>
                    <a:pt x="3796" y="849"/>
                    <a:pt x="2944" y="0"/>
                    <a:pt x="1898" y="0"/>
                  </a:cubicBezTo>
                  <a:close/>
                </a:path>
              </a:pathLst>
            </a:cu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553" name="Google Shape;4553;p28"/>
            <p:cNvSpPr/>
            <p:nvPr/>
          </p:nvSpPr>
          <p:spPr>
            <a:xfrm>
              <a:off x="5606276" y="3627544"/>
              <a:ext cx="30071" cy="36322"/>
            </a:xfrm>
            <a:custGeom>
              <a:rect b="b" l="l" r="r" t="t"/>
              <a:pathLst>
                <a:path extrusionOk="0" h="1023" w="847">
                  <a:moveTo>
                    <a:pt x="0" y="0"/>
                  </a:moveTo>
                  <a:lnTo>
                    <a:pt x="0" y="1022"/>
                  </a:lnTo>
                  <a:lnTo>
                    <a:pt x="336" y="1022"/>
                  </a:lnTo>
                  <a:cubicBezTo>
                    <a:pt x="618" y="1022"/>
                    <a:pt x="846" y="793"/>
                    <a:pt x="846" y="511"/>
                  </a:cubicBezTo>
                  <a:cubicBezTo>
                    <a:pt x="846" y="228"/>
                    <a:pt x="618" y="0"/>
                    <a:pt x="336" y="0"/>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554" name="Google Shape;4554;p28"/>
            <p:cNvSpPr/>
            <p:nvPr/>
          </p:nvSpPr>
          <p:spPr>
            <a:xfrm>
              <a:off x="5610465" y="3628041"/>
              <a:ext cx="25881" cy="35825"/>
            </a:xfrm>
            <a:custGeom>
              <a:rect b="b" l="l" r="r" t="t"/>
              <a:pathLst>
                <a:path extrusionOk="0" h="1009" w="729">
                  <a:moveTo>
                    <a:pt x="347" y="1"/>
                  </a:moveTo>
                  <a:cubicBezTo>
                    <a:pt x="383" y="70"/>
                    <a:pt x="402" y="149"/>
                    <a:pt x="402" y="233"/>
                  </a:cubicBezTo>
                  <a:cubicBezTo>
                    <a:pt x="402" y="477"/>
                    <a:pt x="229" y="682"/>
                    <a:pt x="0" y="732"/>
                  </a:cubicBezTo>
                  <a:lnTo>
                    <a:pt x="0" y="1008"/>
                  </a:lnTo>
                  <a:lnTo>
                    <a:pt x="218" y="1008"/>
                  </a:lnTo>
                  <a:cubicBezTo>
                    <a:pt x="500" y="1008"/>
                    <a:pt x="728" y="779"/>
                    <a:pt x="728" y="497"/>
                  </a:cubicBezTo>
                  <a:cubicBezTo>
                    <a:pt x="728" y="355"/>
                    <a:pt x="671" y="227"/>
                    <a:pt x="579" y="133"/>
                  </a:cubicBezTo>
                  <a:cubicBezTo>
                    <a:pt x="515" y="70"/>
                    <a:pt x="436" y="24"/>
                    <a:pt x="347"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555" name="Google Shape;4555;p28"/>
            <p:cNvSpPr/>
            <p:nvPr/>
          </p:nvSpPr>
          <p:spPr>
            <a:xfrm>
              <a:off x="5510203" y="3646503"/>
              <a:ext cx="9657" cy="17717"/>
            </a:xfrm>
            <a:custGeom>
              <a:rect b="b" l="l" r="r" t="t"/>
              <a:pathLst>
                <a:path extrusionOk="0" h="499" w="272">
                  <a:moveTo>
                    <a:pt x="136" y="0"/>
                  </a:moveTo>
                  <a:cubicBezTo>
                    <a:pt x="63" y="0"/>
                    <a:pt x="1" y="61"/>
                    <a:pt x="1" y="136"/>
                  </a:cubicBezTo>
                  <a:lnTo>
                    <a:pt x="1" y="363"/>
                  </a:lnTo>
                  <a:cubicBezTo>
                    <a:pt x="1" y="438"/>
                    <a:pt x="63" y="498"/>
                    <a:pt x="136" y="498"/>
                  </a:cubicBezTo>
                  <a:cubicBezTo>
                    <a:pt x="212" y="498"/>
                    <a:pt x="271" y="438"/>
                    <a:pt x="271" y="363"/>
                  </a:cubicBezTo>
                  <a:lnTo>
                    <a:pt x="271" y="136"/>
                  </a:lnTo>
                  <a:cubicBezTo>
                    <a:pt x="271" y="61"/>
                    <a:pt x="210" y="0"/>
                    <a:pt x="136" y="0"/>
                  </a:cubicBezTo>
                  <a:close/>
                </a:path>
              </a:pathLst>
            </a:cu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556" name="Google Shape;4556;p28"/>
            <p:cNvSpPr/>
            <p:nvPr/>
          </p:nvSpPr>
          <p:spPr>
            <a:xfrm>
              <a:off x="5568961" y="3646503"/>
              <a:ext cx="9657" cy="17717"/>
            </a:xfrm>
            <a:custGeom>
              <a:rect b="b" l="l" r="r" t="t"/>
              <a:pathLst>
                <a:path extrusionOk="0" h="499" w="272">
                  <a:moveTo>
                    <a:pt x="136" y="0"/>
                  </a:moveTo>
                  <a:cubicBezTo>
                    <a:pt x="63" y="0"/>
                    <a:pt x="1" y="61"/>
                    <a:pt x="1" y="136"/>
                  </a:cubicBezTo>
                  <a:lnTo>
                    <a:pt x="1" y="363"/>
                  </a:lnTo>
                  <a:cubicBezTo>
                    <a:pt x="1" y="438"/>
                    <a:pt x="63" y="498"/>
                    <a:pt x="136" y="498"/>
                  </a:cubicBezTo>
                  <a:cubicBezTo>
                    <a:pt x="209" y="498"/>
                    <a:pt x="271" y="438"/>
                    <a:pt x="271" y="363"/>
                  </a:cubicBezTo>
                  <a:lnTo>
                    <a:pt x="271" y="136"/>
                  </a:lnTo>
                  <a:cubicBezTo>
                    <a:pt x="271" y="61"/>
                    <a:pt x="209" y="0"/>
                    <a:pt x="136" y="0"/>
                  </a:cubicBezTo>
                  <a:close/>
                </a:path>
              </a:pathLst>
            </a:cu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557" name="Google Shape;4557;p28"/>
            <p:cNvSpPr/>
            <p:nvPr/>
          </p:nvSpPr>
          <p:spPr>
            <a:xfrm>
              <a:off x="5527280" y="3676468"/>
              <a:ext cx="31668" cy="14735"/>
            </a:xfrm>
            <a:custGeom>
              <a:rect b="b" l="l" r="r" t="t"/>
              <a:pathLst>
                <a:path extrusionOk="0" h="415" w="892">
                  <a:moveTo>
                    <a:pt x="740" y="1"/>
                  </a:moveTo>
                  <a:cubicBezTo>
                    <a:pt x="700" y="1"/>
                    <a:pt x="661" y="18"/>
                    <a:pt x="634" y="51"/>
                  </a:cubicBezTo>
                  <a:cubicBezTo>
                    <a:pt x="586" y="109"/>
                    <a:pt x="519" y="142"/>
                    <a:pt x="445" y="142"/>
                  </a:cubicBezTo>
                  <a:cubicBezTo>
                    <a:pt x="370" y="142"/>
                    <a:pt x="304" y="109"/>
                    <a:pt x="258" y="54"/>
                  </a:cubicBezTo>
                  <a:cubicBezTo>
                    <a:pt x="230" y="21"/>
                    <a:pt x="191" y="4"/>
                    <a:pt x="152" y="4"/>
                  </a:cubicBezTo>
                  <a:cubicBezTo>
                    <a:pt x="122" y="4"/>
                    <a:pt x="92" y="14"/>
                    <a:pt x="67" y="34"/>
                  </a:cubicBezTo>
                  <a:cubicBezTo>
                    <a:pt x="9" y="83"/>
                    <a:pt x="1" y="167"/>
                    <a:pt x="47" y="224"/>
                  </a:cubicBezTo>
                  <a:cubicBezTo>
                    <a:pt x="144" y="345"/>
                    <a:pt x="288" y="414"/>
                    <a:pt x="442" y="414"/>
                  </a:cubicBezTo>
                  <a:cubicBezTo>
                    <a:pt x="599" y="414"/>
                    <a:pt x="746" y="344"/>
                    <a:pt x="844" y="220"/>
                  </a:cubicBezTo>
                  <a:cubicBezTo>
                    <a:pt x="891" y="162"/>
                    <a:pt x="880" y="77"/>
                    <a:pt x="822" y="30"/>
                  </a:cubicBezTo>
                  <a:cubicBezTo>
                    <a:pt x="798" y="10"/>
                    <a:pt x="769" y="1"/>
                    <a:pt x="740" y="1"/>
                  </a:cubicBezTo>
                  <a:close/>
                </a:path>
              </a:pathLst>
            </a:cu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558" name="Google Shape;4558;p28"/>
            <p:cNvSpPr/>
            <p:nvPr/>
          </p:nvSpPr>
          <p:spPr>
            <a:xfrm>
              <a:off x="5379691" y="3695427"/>
              <a:ext cx="115135" cy="121001"/>
            </a:xfrm>
            <a:custGeom>
              <a:rect b="b" l="l" r="r" t="t"/>
              <a:pathLst>
                <a:path extrusionOk="0" h="3408" w="3243">
                  <a:moveTo>
                    <a:pt x="1478" y="0"/>
                  </a:moveTo>
                  <a:cubicBezTo>
                    <a:pt x="1474" y="0"/>
                    <a:pt x="1469" y="1"/>
                    <a:pt x="1465" y="2"/>
                  </a:cubicBezTo>
                  <a:cubicBezTo>
                    <a:pt x="1229" y="74"/>
                    <a:pt x="754" y="270"/>
                    <a:pt x="523" y="725"/>
                  </a:cubicBezTo>
                  <a:cubicBezTo>
                    <a:pt x="492" y="787"/>
                    <a:pt x="428" y="824"/>
                    <a:pt x="358" y="824"/>
                  </a:cubicBezTo>
                  <a:lnTo>
                    <a:pt x="265" y="824"/>
                  </a:lnTo>
                  <a:cubicBezTo>
                    <a:pt x="120" y="824"/>
                    <a:pt x="0" y="942"/>
                    <a:pt x="0" y="1089"/>
                  </a:cubicBezTo>
                  <a:lnTo>
                    <a:pt x="0" y="3142"/>
                  </a:lnTo>
                  <a:cubicBezTo>
                    <a:pt x="0" y="3288"/>
                    <a:pt x="120" y="3407"/>
                    <a:pt x="265" y="3407"/>
                  </a:cubicBezTo>
                  <a:lnTo>
                    <a:pt x="2978" y="3407"/>
                  </a:lnTo>
                  <a:cubicBezTo>
                    <a:pt x="3123" y="3407"/>
                    <a:pt x="3242" y="3288"/>
                    <a:pt x="3242" y="3142"/>
                  </a:cubicBezTo>
                  <a:lnTo>
                    <a:pt x="3242" y="1089"/>
                  </a:lnTo>
                  <a:cubicBezTo>
                    <a:pt x="3242" y="942"/>
                    <a:pt x="3123" y="824"/>
                    <a:pt x="2978" y="824"/>
                  </a:cubicBezTo>
                  <a:lnTo>
                    <a:pt x="1559" y="824"/>
                  </a:lnTo>
                  <a:cubicBezTo>
                    <a:pt x="1458" y="824"/>
                    <a:pt x="1374" y="743"/>
                    <a:pt x="1374" y="643"/>
                  </a:cubicBezTo>
                  <a:cubicBezTo>
                    <a:pt x="1373" y="479"/>
                    <a:pt x="1395" y="240"/>
                    <a:pt x="1514" y="69"/>
                  </a:cubicBezTo>
                  <a:cubicBezTo>
                    <a:pt x="1534" y="38"/>
                    <a:pt x="1511" y="0"/>
                    <a:pt x="1478" y="0"/>
                  </a:cubicBezTo>
                  <a:close/>
                </a:path>
              </a:pathLst>
            </a:cu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559" name="Google Shape;4559;p28"/>
            <p:cNvSpPr/>
            <p:nvPr/>
          </p:nvSpPr>
          <p:spPr>
            <a:xfrm>
              <a:off x="5415230" y="3695391"/>
              <a:ext cx="19810" cy="29327"/>
            </a:xfrm>
            <a:custGeom>
              <a:rect b="b" l="l" r="r" t="t"/>
              <a:pathLst>
                <a:path extrusionOk="0" h="826" w="558">
                  <a:moveTo>
                    <a:pt x="477" y="0"/>
                  </a:moveTo>
                  <a:cubicBezTo>
                    <a:pt x="473" y="0"/>
                    <a:pt x="468" y="1"/>
                    <a:pt x="464" y="2"/>
                  </a:cubicBezTo>
                  <a:cubicBezTo>
                    <a:pt x="368" y="32"/>
                    <a:pt x="231" y="83"/>
                    <a:pt x="90" y="162"/>
                  </a:cubicBezTo>
                  <a:cubicBezTo>
                    <a:pt x="18" y="320"/>
                    <a:pt x="1" y="508"/>
                    <a:pt x="4" y="644"/>
                  </a:cubicBezTo>
                  <a:cubicBezTo>
                    <a:pt x="4" y="744"/>
                    <a:pt x="86" y="825"/>
                    <a:pt x="186" y="825"/>
                  </a:cubicBezTo>
                  <a:lnTo>
                    <a:pt x="558" y="825"/>
                  </a:lnTo>
                  <a:cubicBezTo>
                    <a:pt x="457" y="825"/>
                    <a:pt x="376" y="744"/>
                    <a:pt x="373" y="642"/>
                  </a:cubicBezTo>
                  <a:cubicBezTo>
                    <a:pt x="373" y="481"/>
                    <a:pt x="395" y="239"/>
                    <a:pt x="512" y="70"/>
                  </a:cubicBezTo>
                  <a:cubicBezTo>
                    <a:pt x="533" y="39"/>
                    <a:pt x="510" y="0"/>
                    <a:pt x="477"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560" name="Google Shape;4560;p28"/>
            <p:cNvSpPr/>
            <p:nvPr/>
          </p:nvSpPr>
          <p:spPr>
            <a:xfrm>
              <a:off x="5472249" y="3724682"/>
              <a:ext cx="22580" cy="91745"/>
            </a:xfrm>
            <a:custGeom>
              <a:rect b="b" l="l" r="r" t="t"/>
              <a:pathLst>
                <a:path extrusionOk="0" h="2584" w="636">
                  <a:moveTo>
                    <a:pt x="1" y="0"/>
                  </a:moveTo>
                  <a:cubicBezTo>
                    <a:pt x="146" y="0"/>
                    <a:pt x="264" y="118"/>
                    <a:pt x="264" y="265"/>
                  </a:cubicBezTo>
                  <a:lnTo>
                    <a:pt x="264" y="2318"/>
                  </a:lnTo>
                  <a:cubicBezTo>
                    <a:pt x="264" y="2464"/>
                    <a:pt x="146" y="2583"/>
                    <a:pt x="1" y="2583"/>
                  </a:cubicBezTo>
                  <a:lnTo>
                    <a:pt x="371" y="2583"/>
                  </a:lnTo>
                  <a:cubicBezTo>
                    <a:pt x="516" y="2583"/>
                    <a:pt x="635" y="2464"/>
                    <a:pt x="635" y="2318"/>
                  </a:cubicBezTo>
                  <a:lnTo>
                    <a:pt x="635" y="265"/>
                  </a:lnTo>
                  <a:cubicBezTo>
                    <a:pt x="635" y="118"/>
                    <a:pt x="516" y="0"/>
                    <a:pt x="371"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561" name="Google Shape;4561;p28"/>
            <p:cNvSpPr/>
            <p:nvPr/>
          </p:nvSpPr>
          <p:spPr>
            <a:xfrm>
              <a:off x="5414627" y="3740694"/>
              <a:ext cx="45550" cy="59826"/>
            </a:xfrm>
            <a:custGeom>
              <a:rect b="b" l="l" r="r" t="t"/>
              <a:pathLst>
                <a:path extrusionOk="0" h="1685" w="1283">
                  <a:moveTo>
                    <a:pt x="1068" y="1"/>
                  </a:moveTo>
                  <a:cubicBezTo>
                    <a:pt x="731" y="1"/>
                    <a:pt x="439" y="199"/>
                    <a:pt x="304" y="487"/>
                  </a:cubicBezTo>
                  <a:lnTo>
                    <a:pt x="139" y="487"/>
                  </a:lnTo>
                  <a:cubicBezTo>
                    <a:pt x="61" y="487"/>
                    <a:pt x="0" y="551"/>
                    <a:pt x="0" y="627"/>
                  </a:cubicBezTo>
                  <a:cubicBezTo>
                    <a:pt x="0" y="703"/>
                    <a:pt x="64" y="765"/>
                    <a:pt x="139" y="765"/>
                  </a:cubicBezTo>
                  <a:lnTo>
                    <a:pt x="229" y="765"/>
                  </a:lnTo>
                  <a:cubicBezTo>
                    <a:pt x="226" y="789"/>
                    <a:pt x="225" y="817"/>
                    <a:pt x="225" y="843"/>
                  </a:cubicBezTo>
                  <a:cubicBezTo>
                    <a:pt x="225" y="869"/>
                    <a:pt x="226" y="895"/>
                    <a:pt x="229" y="919"/>
                  </a:cubicBezTo>
                  <a:lnTo>
                    <a:pt x="139" y="919"/>
                  </a:lnTo>
                  <a:cubicBezTo>
                    <a:pt x="61" y="919"/>
                    <a:pt x="0" y="982"/>
                    <a:pt x="0" y="1059"/>
                  </a:cubicBezTo>
                  <a:cubicBezTo>
                    <a:pt x="0" y="1133"/>
                    <a:pt x="64" y="1197"/>
                    <a:pt x="139" y="1197"/>
                  </a:cubicBezTo>
                  <a:lnTo>
                    <a:pt x="304" y="1197"/>
                  </a:lnTo>
                  <a:cubicBezTo>
                    <a:pt x="439" y="1485"/>
                    <a:pt x="731" y="1685"/>
                    <a:pt x="1068" y="1685"/>
                  </a:cubicBezTo>
                  <a:cubicBezTo>
                    <a:pt x="1097" y="1685"/>
                    <a:pt x="1127" y="1682"/>
                    <a:pt x="1153" y="1680"/>
                  </a:cubicBezTo>
                  <a:cubicBezTo>
                    <a:pt x="1229" y="1672"/>
                    <a:pt x="1283" y="1603"/>
                    <a:pt x="1275" y="1526"/>
                  </a:cubicBezTo>
                  <a:cubicBezTo>
                    <a:pt x="1269" y="1454"/>
                    <a:pt x="1208" y="1400"/>
                    <a:pt x="1136" y="1400"/>
                  </a:cubicBezTo>
                  <a:cubicBezTo>
                    <a:pt x="1132" y="1400"/>
                    <a:pt x="1127" y="1401"/>
                    <a:pt x="1123" y="1401"/>
                  </a:cubicBezTo>
                  <a:cubicBezTo>
                    <a:pt x="1106" y="1404"/>
                    <a:pt x="1085" y="1405"/>
                    <a:pt x="1067" y="1405"/>
                  </a:cubicBezTo>
                  <a:cubicBezTo>
                    <a:pt x="891" y="1405"/>
                    <a:pt x="733" y="1325"/>
                    <a:pt x="628" y="1197"/>
                  </a:cubicBezTo>
                  <a:lnTo>
                    <a:pt x="963" y="1197"/>
                  </a:lnTo>
                  <a:cubicBezTo>
                    <a:pt x="1041" y="1197"/>
                    <a:pt x="1101" y="1133"/>
                    <a:pt x="1101" y="1059"/>
                  </a:cubicBezTo>
                  <a:cubicBezTo>
                    <a:pt x="1101" y="982"/>
                    <a:pt x="1038" y="919"/>
                    <a:pt x="963" y="919"/>
                  </a:cubicBezTo>
                  <a:lnTo>
                    <a:pt x="508" y="919"/>
                  </a:lnTo>
                  <a:cubicBezTo>
                    <a:pt x="504" y="895"/>
                    <a:pt x="503" y="867"/>
                    <a:pt x="503" y="843"/>
                  </a:cubicBezTo>
                  <a:cubicBezTo>
                    <a:pt x="503" y="815"/>
                    <a:pt x="504" y="789"/>
                    <a:pt x="508" y="765"/>
                  </a:cubicBezTo>
                  <a:lnTo>
                    <a:pt x="965" y="765"/>
                  </a:lnTo>
                  <a:cubicBezTo>
                    <a:pt x="1042" y="765"/>
                    <a:pt x="1103" y="702"/>
                    <a:pt x="1103" y="627"/>
                  </a:cubicBezTo>
                  <a:cubicBezTo>
                    <a:pt x="1103" y="549"/>
                    <a:pt x="1041" y="487"/>
                    <a:pt x="965" y="487"/>
                  </a:cubicBezTo>
                  <a:lnTo>
                    <a:pt x="629" y="487"/>
                  </a:lnTo>
                  <a:cubicBezTo>
                    <a:pt x="734" y="361"/>
                    <a:pt x="893" y="277"/>
                    <a:pt x="1068" y="277"/>
                  </a:cubicBezTo>
                  <a:cubicBezTo>
                    <a:pt x="1146" y="277"/>
                    <a:pt x="1208" y="214"/>
                    <a:pt x="1208" y="139"/>
                  </a:cubicBezTo>
                  <a:cubicBezTo>
                    <a:pt x="1208" y="61"/>
                    <a:pt x="1144" y="1"/>
                    <a:pt x="1068"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562" name="Google Shape;4562;p28"/>
            <p:cNvSpPr/>
            <p:nvPr/>
          </p:nvSpPr>
          <p:spPr>
            <a:xfrm>
              <a:off x="5536511" y="3628680"/>
              <a:ext cx="73987" cy="98952"/>
            </a:xfrm>
            <a:custGeom>
              <a:rect b="b" l="l" r="r" t="t"/>
              <a:pathLst>
                <a:path extrusionOk="0" h="2787" w="2084">
                  <a:moveTo>
                    <a:pt x="1715" y="0"/>
                  </a:moveTo>
                  <a:lnTo>
                    <a:pt x="1715" y="889"/>
                  </a:lnTo>
                  <a:cubicBezTo>
                    <a:pt x="1715" y="1875"/>
                    <a:pt x="964" y="2685"/>
                    <a:pt x="1" y="2777"/>
                  </a:cubicBezTo>
                  <a:cubicBezTo>
                    <a:pt x="63" y="2783"/>
                    <a:pt x="123" y="2786"/>
                    <a:pt x="185" y="2786"/>
                  </a:cubicBezTo>
                  <a:cubicBezTo>
                    <a:pt x="1233" y="2786"/>
                    <a:pt x="2083" y="1937"/>
                    <a:pt x="2083" y="889"/>
                  </a:cubicBezTo>
                  <a:lnTo>
                    <a:pt x="2083" y="173"/>
                  </a:lnTo>
                  <a:lnTo>
                    <a:pt x="1715" y="0"/>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563" name="Google Shape;4563;p28"/>
            <p:cNvSpPr/>
            <p:nvPr/>
          </p:nvSpPr>
          <p:spPr>
            <a:xfrm>
              <a:off x="5539529" y="3548406"/>
              <a:ext cx="70969" cy="87910"/>
            </a:xfrm>
            <a:custGeom>
              <a:rect b="b" l="l" r="r" t="t"/>
              <a:pathLst>
                <a:path extrusionOk="0" h="2476" w="1999">
                  <a:moveTo>
                    <a:pt x="97" y="0"/>
                  </a:moveTo>
                  <a:cubicBezTo>
                    <a:pt x="66" y="0"/>
                    <a:pt x="33" y="0"/>
                    <a:pt x="1" y="2"/>
                  </a:cubicBezTo>
                  <a:cubicBezTo>
                    <a:pt x="53" y="15"/>
                    <a:pt x="103" y="31"/>
                    <a:pt x="153" y="46"/>
                  </a:cubicBezTo>
                  <a:cubicBezTo>
                    <a:pt x="997" y="241"/>
                    <a:pt x="1627" y="995"/>
                    <a:pt x="1627" y="1898"/>
                  </a:cubicBezTo>
                  <a:lnTo>
                    <a:pt x="1627" y="2440"/>
                  </a:lnTo>
                  <a:cubicBezTo>
                    <a:pt x="1833" y="2474"/>
                    <a:pt x="1977" y="2476"/>
                    <a:pt x="1996" y="2476"/>
                  </a:cubicBezTo>
                  <a:cubicBezTo>
                    <a:pt x="1998" y="2476"/>
                    <a:pt x="1998" y="2476"/>
                    <a:pt x="1998" y="2476"/>
                  </a:cubicBezTo>
                  <a:lnTo>
                    <a:pt x="1998" y="1898"/>
                  </a:lnTo>
                  <a:cubicBezTo>
                    <a:pt x="1998" y="849"/>
                    <a:pt x="1146" y="0"/>
                    <a:pt x="97"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564" name="Google Shape;4564;p28"/>
            <p:cNvSpPr/>
            <p:nvPr/>
          </p:nvSpPr>
          <p:spPr>
            <a:xfrm>
              <a:off x="5566050" y="3489398"/>
              <a:ext cx="140377" cy="122776"/>
            </a:xfrm>
            <a:custGeom>
              <a:rect b="b" l="l" r="r" t="t"/>
              <a:pathLst>
                <a:path extrusionOk="0" h="3458" w="3954">
                  <a:moveTo>
                    <a:pt x="254" y="0"/>
                  </a:moveTo>
                  <a:cubicBezTo>
                    <a:pt x="114" y="0"/>
                    <a:pt x="1" y="114"/>
                    <a:pt x="1" y="254"/>
                  </a:cubicBezTo>
                  <a:lnTo>
                    <a:pt x="1" y="2414"/>
                  </a:lnTo>
                  <a:cubicBezTo>
                    <a:pt x="1" y="2555"/>
                    <a:pt x="113" y="2668"/>
                    <a:pt x="254" y="2668"/>
                  </a:cubicBezTo>
                  <a:lnTo>
                    <a:pt x="1808" y="2668"/>
                  </a:lnTo>
                  <a:cubicBezTo>
                    <a:pt x="1920" y="2668"/>
                    <a:pt x="2008" y="2758"/>
                    <a:pt x="2008" y="2870"/>
                  </a:cubicBezTo>
                  <a:cubicBezTo>
                    <a:pt x="2007" y="3024"/>
                    <a:pt x="1982" y="3238"/>
                    <a:pt x="1874" y="3392"/>
                  </a:cubicBezTo>
                  <a:cubicBezTo>
                    <a:pt x="1855" y="3421"/>
                    <a:pt x="1878" y="3457"/>
                    <a:pt x="1909" y="3457"/>
                  </a:cubicBezTo>
                  <a:cubicBezTo>
                    <a:pt x="1913" y="3457"/>
                    <a:pt x="1918" y="3457"/>
                    <a:pt x="1922" y="3455"/>
                  </a:cubicBezTo>
                  <a:cubicBezTo>
                    <a:pt x="2146" y="3388"/>
                    <a:pt x="2594" y="3202"/>
                    <a:pt x="2820" y="2773"/>
                  </a:cubicBezTo>
                  <a:cubicBezTo>
                    <a:pt x="2853" y="2709"/>
                    <a:pt x="2922" y="2668"/>
                    <a:pt x="2995" y="2668"/>
                  </a:cubicBezTo>
                  <a:lnTo>
                    <a:pt x="3701" y="2668"/>
                  </a:lnTo>
                  <a:cubicBezTo>
                    <a:pt x="3842" y="2668"/>
                    <a:pt x="3954" y="2555"/>
                    <a:pt x="3954" y="2414"/>
                  </a:cubicBezTo>
                  <a:lnTo>
                    <a:pt x="3954" y="254"/>
                  </a:lnTo>
                  <a:cubicBezTo>
                    <a:pt x="3952" y="114"/>
                    <a:pt x="3839" y="0"/>
                    <a:pt x="3699" y="0"/>
                  </a:cubicBezTo>
                  <a:close/>
                </a:path>
              </a:pathLst>
            </a:cu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565" name="Google Shape;4565;p28"/>
            <p:cNvSpPr/>
            <p:nvPr/>
          </p:nvSpPr>
          <p:spPr>
            <a:xfrm>
              <a:off x="5631838" y="3584122"/>
              <a:ext cx="40508" cy="28013"/>
            </a:xfrm>
            <a:custGeom>
              <a:rect b="b" l="l" r="r" t="t"/>
              <a:pathLst>
                <a:path extrusionOk="0" h="789" w="1141">
                  <a:moveTo>
                    <a:pt x="762" y="0"/>
                  </a:moveTo>
                  <a:cubicBezTo>
                    <a:pt x="689" y="0"/>
                    <a:pt x="621" y="41"/>
                    <a:pt x="587" y="108"/>
                  </a:cubicBezTo>
                  <a:cubicBezTo>
                    <a:pt x="460" y="346"/>
                    <a:pt x="265" y="508"/>
                    <a:pt x="77" y="618"/>
                  </a:cubicBezTo>
                  <a:cubicBezTo>
                    <a:pt x="62" y="654"/>
                    <a:pt x="43" y="690"/>
                    <a:pt x="20" y="724"/>
                  </a:cubicBezTo>
                  <a:cubicBezTo>
                    <a:pt x="1" y="754"/>
                    <a:pt x="23" y="789"/>
                    <a:pt x="55" y="789"/>
                  </a:cubicBezTo>
                  <a:cubicBezTo>
                    <a:pt x="59" y="789"/>
                    <a:pt x="63" y="789"/>
                    <a:pt x="67" y="787"/>
                  </a:cubicBezTo>
                  <a:cubicBezTo>
                    <a:pt x="292" y="720"/>
                    <a:pt x="739" y="534"/>
                    <a:pt x="964" y="105"/>
                  </a:cubicBezTo>
                  <a:cubicBezTo>
                    <a:pt x="998" y="41"/>
                    <a:pt x="1066" y="0"/>
                    <a:pt x="1141"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566" name="Google Shape;4566;p28"/>
            <p:cNvSpPr/>
            <p:nvPr/>
          </p:nvSpPr>
          <p:spPr>
            <a:xfrm>
              <a:off x="5683922" y="3489398"/>
              <a:ext cx="22473" cy="94763"/>
            </a:xfrm>
            <a:custGeom>
              <a:rect b="b" l="l" r="r" t="t"/>
              <a:pathLst>
                <a:path extrusionOk="0" h="2669" w="633">
                  <a:moveTo>
                    <a:pt x="1" y="0"/>
                  </a:moveTo>
                  <a:cubicBezTo>
                    <a:pt x="142" y="0"/>
                    <a:pt x="255" y="114"/>
                    <a:pt x="255" y="254"/>
                  </a:cubicBezTo>
                  <a:lnTo>
                    <a:pt x="255" y="2414"/>
                  </a:lnTo>
                  <a:cubicBezTo>
                    <a:pt x="255" y="2555"/>
                    <a:pt x="142" y="2668"/>
                    <a:pt x="1" y="2668"/>
                  </a:cubicBezTo>
                  <a:lnTo>
                    <a:pt x="379" y="2668"/>
                  </a:lnTo>
                  <a:cubicBezTo>
                    <a:pt x="519" y="2668"/>
                    <a:pt x="632" y="2555"/>
                    <a:pt x="632" y="2414"/>
                  </a:cubicBezTo>
                  <a:lnTo>
                    <a:pt x="632" y="254"/>
                  </a:lnTo>
                  <a:cubicBezTo>
                    <a:pt x="632" y="114"/>
                    <a:pt x="519" y="0"/>
                    <a:pt x="379"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567" name="Google Shape;4567;p28"/>
            <p:cNvSpPr/>
            <p:nvPr/>
          </p:nvSpPr>
          <p:spPr>
            <a:xfrm>
              <a:off x="5583944" y="3511055"/>
              <a:ext cx="104519" cy="9586"/>
            </a:xfrm>
            <a:custGeom>
              <a:rect b="b" l="l" r="r" t="t"/>
              <a:pathLst>
                <a:path extrusionOk="0" h="270" w="2944">
                  <a:moveTo>
                    <a:pt x="136" y="0"/>
                  </a:moveTo>
                  <a:cubicBezTo>
                    <a:pt x="61" y="0"/>
                    <a:pt x="0" y="61"/>
                    <a:pt x="0" y="134"/>
                  </a:cubicBezTo>
                  <a:cubicBezTo>
                    <a:pt x="0" y="209"/>
                    <a:pt x="61" y="270"/>
                    <a:pt x="136" y="270"/>
                  </a:cubicBezTo>
                  <a:lnTo>
                    <a:pt x="2808" y="270"/>
                  </a:lnTo>
                  <a:cubicBezTo>
                    <a:pt x="2884" y="270"/>
                    <a:pt x="2943" y="209"/>
                    <a:pt x="2943" y="134"/>
                  </a:cubicBezTo>
                  <a:cubicBezTo>
                    <a:pt x="2943" y="61"/>
                    <a:pt x="2881" y="0"/>
                    <a:pt x="2808"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568" name="Google Shape;4568;p28"/>
            <p:cNvSpPr/>
            <p:nvPr/>
          </p:nvSpPr>
          <p:spPr>
            <a:xfrm>
              <a:off x="5585222" y="3531896"/>
              <a:ext cx="67561" cy="9657"/>
            </a:xfrm>
            <a:custGeom>
              <a:rect b="b" l="l" r="r" t="t"/>
              <a:pathLst>
                <a:path extrusionOk="0" h="272" w="1903">
                  <a:moveTo>
                    <a:pt x="136" y="1"/>
                  </a:moveTo>
                  <a:cubicBezTo>
                    <a:pt x="61" y="1"/>
                    <a:pt x="0" y="62"/>
                    <a:pt x="0" y="136"/>
                  </a:cubicBezTo>
                  <a:cubicBezTo>
                    <a:pt x="0" y="209"/>
                    <a:pt x="61" y="271"/>
                    <a:pt x="136" y="271"/>
                  </a:cubicBezTo>
                  <a:lnTo>
                    <a:pt x="1769" y="271"/>
                  </a:lnTo>
                  <a:cubicBezTo>
                    <a:pt x="1844" y="271"/>
                    <a:pt x="1903" y="212"/>
                    <a:pt x="1903" y="136"/>
                  </a:cubicBezTo>
                  <a:cubicBezTo>
                    <a:pt x="1903" y="62"/>
                    <a:pt x="1842" y="1"/>
                    <a:pt x="1769"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569" name="Google Shape;4569;p28"/>
            <p:cNvSpPr/>
            <p:nvPr/>
          </p:nvSpPr>
          <p:spPr>
            <a:xfrm>
              <a:off x="5586500" y="3552808"/>
              <a:ext cx="101963" cy="9622"/>
            </a:xfrm>
            <a:custGeom>
              <a:rect b="b" l="l" r="r" t="t"/>
              <a:pathLst>
                <a:path extrusionOk="0" h="271" w="2872">
                  <a:moveTo>
                    <a:pt x="136" y="0"/>
                  </a:moveTo>
                  <a:cubicBezTo>
                    <a:pt x="61" y="0"/>
                    <a:pt x="0" y="61"/>
                    <a:pt x="0" y="135"/>
                  </a:cubicBezTo>
                  <a:cubicBezTo>
                    <a:pt x="0" y="209"/>
                    <a:pt x="61" y="271"/>
                    <a:pt x="136" y="271"/>
                  </a:cubicBezTo>
                  <a:lnTo>
                    <a:pt x="2736" y="271"/>
                  </a:lnTo>
                  <a:cubicBezTo>
                    <a:pt x="2812" y="271"/>
                    <a:pt x="2871" y="209"/>
                    <a:pt x="2871" y="135"/>
                  </a:cubicBezTo>
                  <a:cubicBezTo>
                    <a:pt x="2871" y="61"/>
                    <a:pt x="2809" y="0"/>
                    <a:pt x="2736"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570" name="Google Shape;4570;p28"/>
            <p:cNvSpPr/>
            <p:nvPr/>
          </p:nvSpPr>
          <p:spPr>
            <a:xfrm>
              <a:off x="5665993" y="3531896"/>
              <a:ext cx="22473" cy="9657"/>
            </a:xfrm>
            <a:custGeom>
              <a:rect b="b" l="l" r="r" t="t"/>
              <a:pathLst>
                <a:path extrusionOk="0" h="272" w="633">
                  <a:moveTo>
                    <a:pt x="136" y="1"/>
                  </a:moveTo>
                  <a:cubicBezTo>
                    <a:pt x="61" y="1"/>
                    <a:pt x="0" y="62"/>
                    <a:pt x="0" y="136"/>
                  </a:cubicBezTo>
                  <a:cubicBezTo>
                    <a:pt x="0" y="209"/>
                    <a:pt x="61" y="271"/>
                    <a:pt x="136" y="271"/>
                  </a:cubicBezTo>
                  <a:lnTo>
                    <a:pt x="497" y="271"/>
                  </a:lnTo>
                  <a:cubicBezTo>
                    <a:pt x="573" y="271"/>
                    <a:pt x="632" y="212"/>
                    <a:pt x="632" y="136"/>
                  </a:cubicBezTo>
                  <a:cubicBezTo>
                    <a:pt x="632" y="62"/>
                    <a:pt x="570" y="1"/>
                    <a:pt x="497"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4571" name="Google Shape;4571;p28"/>
          <p:cNvGrpSpPr/>
          <p:nvPr/>
        </p:nvGrpSpPr>
        <p:grpSpPr>
          <a:xfrm>
            <a:off x="4732223" y="3539745"/>
            <a:ext cx="327049" cy="226231"/>
            <a:chOff x="4732223" y="3539745"/>
            <a:chExt cx="327049" cy="226231"/>
          </a:xfrm>
        </p:grpSpPr>
        <p:sp>
          <p:nvSpPr>
            <p:cNvPr id="4572" name="Google Shape;4572;p28"/>
            <p:cNvSpPr/>
            <p:nvPr/>
          </p:nvSpPr>
          <p:spPr>
            <a:xfrm>
              <a:off x="4755478" y="3539745"/>
              <a:ext cx="280505" cy="192721"/>
            </a:xfrm>
            <a:custGeom>
              <a:rect b="b" l="l" r="r" t="t"/>
              <a:pathLst>
                <a:path extrusionOk="0" h="5428" w="7901">
                  <a:moveTo>
                    <a:pt x="307" y="1"/>
                  </a:moveTo>
                  <a:cubicBezTo>
                    <a:pt x="137" y="1"/>
                    <a:pt x="0" y="139"/>
                    <a:pt x="0" y="309"/>
                  </a:cubicBezTo>
                  <a:lnTo>
                    <a:pt x="0" y="5119"/>
                  </a:lnTo>
                  <a:cubicBezTo>
                    <a:pt x="0" y="5291"/>
                    <a:pt x="138" y="5427"/>
                    <a:pt x="307" y="5427"/>
                  </a:cubicBezTo>
                  <a:lnTo>
                    <a:pt x="7592" y="5427"/>
                  </a:lnTo>
                  <a:cubicBezTo>
                    <a:pt x="7761" y="5427"/>
                    <a:pt x="7899" y="5289"/>
                    <a:pt x="7900" y="5119"/>
                  </a:cubicBezTo>
                  <a:lnTo>
                    <a:pt x="7900" y="309"/>
                  </a:lnTo>
                  <a:cubicBezTo>
                    <a:pt x="7900" y="137"/>
                    <a:pt x="7761" y="1"/>
                    <a:pt x="7592" y="1"/>
                  </a:cubicBezTo>
                  <a:close/>
                </a:path>
              </a:pathLst>
            </a:custGeom>
            <a:solidFill>
              <a:schemeClr val="accent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573" name="Google Shape;4573;p28"/>
            <p:cNvSpPr/>
            <p:nvPr/>
          </p:nvSpPr>
          <p:spPr>
            <a:xfrm>
              <a:off x="5011850" y="3539745"/>
              <a:ext cx="24071" cy="192721"/>
            </a:xfrm>
            <a:custGeom>
              <a:rect b="b" l="l" r="r" t="t"/>
              <a:pathLst>
                <a:path extrusionOk="0" h="5428" w="678">
                  <a:moveTo>
                    <a:pt x="0" y="1"/>
                  </a:moveTo>
                  <a:cubicBezTo>
                    <a:pt x="170" y="1"/>
                    <a:pt x="308" y="139"/>
                    <a:pt x="308" y="309"/>
                  </a:cubicBezTo>
                  <a:lnTo>
                    <a:pt x="308" y="5119"/>
                  </a:lnTo>
                  <a:cubicBezTo>
                    <a:pt x="308" y="5291"/>
                    <a:pt x="170" y="5427"/>
                    <a:pt x="0" y="5427"/>
                  </a:cubicBezTo>
                  <a:lnTo>
                    <a:pt x="371" y="5427"/>
                  </a:lnTo>
                  <a:cubicBezTo>
                    <a:pt x="540" y="5427"/>
                    <a:pt x="678" y="5289"/>
                    <a:pt x="678" y="5119"/>
                  </a:cubicBezTo>
                  <a:lnTo>
                    <a:pt x="678" y="309"/>
                  </a:lnTo>
                  <a:cubicBezTo>
                    <a:pt x="678" y="139"/>
                    <a:pt x="540" y="2"/>
                    <a:pt x="371"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574" name="Google Shape;4574;p28"/>
            <p:cNvSpPr/>
            <p:nvPr/>
          </p:nvSpPr>
          <p:spPr>
            <a:xfrm>
              <a:off x="4776816" y="3561473"/>
              <a:ext cx="237796" cy="153098"/>
            </a:xfrm>
            <a:custGeom>
              <a:rect b="b" l="l" r="r" t="t"/>
              <a:pathLst>
                <a:path extrusionOk="0" h="4312" w="6698">
                  <a:moveTo>
                    <a:pt x="288" y="0"/>
                  </a:moveTo>
                  <a:cubicBezTo>
                    <a:pt x="173" y="0"/>
                    <a:pt x="83" y="94"/>
                    <a:pt x="83" y="208"/>
                  </a:cubicBezTo>
                  <a:lnTo>
                    <a:pt x="83" y="3232"/>
                  </a:lnTo>
                  <a:lnTo>
                    <a:pt x="1" y="3360"/>
                  </a:lnTo>
                  <a:lnTo>
                    <a:pt x="1" y="4104"/>
                  </a:lnTo>
                  <a:cubicBezTo>
                    <a:pt x="1" y="4220"/>
                    <a:pt x="94" y="4312"/>
                    <a:pt x="208" y="4312"/>
                  </a:cubicBezTo>
                  <a:lnTo>
                    <a:pt x="6491" y="4312"/>
                  </a:lnTo>
                  <a:cubicBezTo>
                    <a:pt x="6604" y="4312"/>
                    <a:pt x="6696" y="4218"/>
                    <a:pt x="6698" y="4104"/>
                  </a:cubicBezTo>
                  <a:lnTo>
                    <a:pt x="6698" y="3360"/>
                  </a:lnTo>
                  <a:lnTo>
                    <a:pt x="6645" y="3189"/>
                  </a:lnTo>
                  <a:lnTo>
                    <a:pt x="6655" y="208"/>
                  </a:lnTo>
                  <a:cubicBezTo>
                    <a:pt x="6655" y="92"/>
                    <a:pt x="6561" y="0"/>
                    <a:pt x="6447" y="0"/>
                  </a:cubicBezTo>
                  <a:close/>
                </a:path>
              </a:pathLst>
            </a:cu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575" name="Google Shape;4575;p28"/>
            <p:cNvSpPr/>
            <p:nvPr/>
          </p:nvSpPr>
          <p:spPr>
            <a:xfrm>
              <a:off x="4993921" y="3557674"/>
              <a:ext cx="20662" cy="156897"/>
            </a:xfrm>
            <a:custGeom>
              <a:rect b="b" l="l" r="r" t="t"/>
              <a:pathLst>
                <a:path extrusionOk="0" h="4419" w="582">
                  <a:moveTo>
                    <a:pt x="0" y="1"/>
                  </a:moveTo>
                  <a:cubicBezTo>
                    <a:pt x="115" y="1"/>
                    <a:pt x="207" y="94"/>
                    <a:pt x="207" y="208"/>
                  </a:cubicBezTo>
                  <a:lnTo>
                    <a:pt x="207" y="4211"/>
                  </a:lnTo>
                  <a:cubicBezTo>
                    <a:pt x="207" y="4327"/>
                    <a:pt x="114" y="4419"/>
                    <a:pt x="0" y="4419"/>
                  </a:cubicBezTo>
                  <a:lnTo>
                    <a:pt x="374" y="4419"/>
                  </a:lnTo>
                  <a:cubicBezTo>
                    <a:pt x="489" y="4419"/>
                    <a:pt x="581" y="4325"/>
                    <a:pt x="581" y="4211"/>
                  </a:cubicBezTo>
                  <a:lnTo>
                    <a:pt x="581" y="208"/>
                  </a:lnTo>
                  <a:cubicBezTo>
                    <a:pt x="581" y="93"/>
                    <a:pt x="489" y="1"/>
                    <a:pt x="376"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576" name="Google Shape;4576;p28"/>
            <p:cNvSpPr/>
            <p:nvPr/>
          </p:nvSpPr>
          <p:spPr>
            <a:xfrm>
              <a:off x="4875338" y="3557674"/>
              <a:ext cx="139241" cy="89402"/>
            </a:xfrm>
            <a:custGeom>
              <a:rect b="b" l="l" r="r" t="t"/>
              <a:pathLst>
                <a:path extrusionOk="0" h="2518" w="3922">
                  <a:moveTo>
                    <a:pt x="115" y="1"/>
                  </a:moveTo>
                  <a:cubicBezTo>
                    <a:pt x="0" y="1"/>
                    <a:pt x="33" y="94"/>
                    <a:pt x="33" y="208"/>
                  </a:cubicBezTo>
                  <a:lnTo>
                    <a:pt x="33" y="2518"/>
                  </a:lnTo>
                  <a:lnTo>
                    <a:pt x="3921" y="2518"/>
                  </a:lnTo>
                  <a:lnTo>
                    <a:pt x="3921" y="208"/>
                  </a:lnTo>
                  <a:cubicBezTo>
                    <a:pt x="3921" y="93"/>
                    <a:pt x="3829" y="1"/>
                    <a:pt x="3716" y="1"/>
                  </a:cubicBez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577" name="Google Shape;4577;p28"/>
            <p:cNvSpPr/>
            <p:nvPr/>
          </p:nvSpPr>
          <p:spPr>
            <a:xfrm>
              <a:off x="4993850" y="3557674"/>
              <a:ext cx="20733" cy="89402"/>
            </a:xfrm>
            <a:custGeom>
              <a:rect b="b" l="l" r="r" t="t"/>
              <a:pathLst>
                <a:path extrusionOk="0" h="2518" w="584">
                  <a:moveTo>
                    <a:pt x="1" y="1"/>
                  </a:moveTo>
                  <a:cubicBezTo>
                    <a:pt x="116" y="1"/>
                    <a:pt x="208" y="94"/>
                    <a:pt x="208" y="208"/>
                  </a:cubicBezTo>
                  <a:lnTo>
                    <a:pt x="208" y="2518"/>
                  </a:lnTo>
                  <a:lnTo>
                    <a:pt x="583" y="2518"/>
                  </a:lnTo>
                  <a:lnTo>
                    <a:pt x="583" y="208"/>
                  </a:lnTo>
                  <a:cubicBezTo>
                    <a:pt x="583" y="93"/>
                    <a:pt x="491" y="1"/>
                    <a:pt x="376"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578" name="Google Shape;4578;p28"/>
            <p:cNvSpPr/>
            <p:nvPr/>
          </p:nvSpPr>
          <p:spPr>
            <a:xfrm>
              <a:off x="4898274" y="3575319"/>
              <a:ext cx="98200" cy="54145"/>
            </a:xfrm>
            <a:custGeom>
              <a:rect b="b" l="l" r="r" t="t"/>
              <a:pathLst>
                <a:path extrusionOk="0" h="1525" w="2766">
                  <a:moveTo>
                    <a:pt x="167" y="0"/>
                  </a:moveTo>
                  <a:cubicBezTo>
                    <a:pt x="75" y="0"/>
                    <a:pt x="0" y="75"/>
                    <a:pt x="0" y="167"/>
                  </a:cubicBezTo>
                  <a:lnTo>
                    <a:pt x="0" y="1357"/>
                  </a:lnTo>
                  <a:cubicBezTo>
                    <a:pt x="0" y="1448"/>
                    <a:pt x="75" y="1524"/>
                    <a:pt x="167" y="1524"/>
                  </a:cubicBezTo>
                  <a:lnTo>
                    <a:pt x="2599" y="1524"/>
                  </a:lnTo>
                  <a:cubicBezTo>
                    <a:pt x="2693" y="1524"/>
                    <a:pt x="2766" y="1448"/>
                    <a:pt x="2766" y="1357"/>
                  </a:cubicBezTo>
                  <a:lnTo>
                    <a:pt x="2766" y="167"/>
                  </a:lnTo>
                  <a:cubicBezTo>
                    <a:pt x="2766" y="75"/>
                    <a:pt x="2691" y="0"/>
                    <a:pt x="2599" y="0"/>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579" name="Google Shape;4579;p28"/>
            <p:cNvSpPr/>
            <p:nvPr/>
          </p:nvSpPr>
          <p:spPr>
            <a:xfrm>
              <a:off x="4977340" y="3575319"/>
              <a:ext cx="19136" cy="54145"/>
            </a:xfrm>
            <a:custGeom>
              <a:rect b="b" l="l" r="r" t="t"/>
              <a:pathLst>
                <a:path extrusionOk="0" h="1525" w="539">
                  <a:moveTo>
                    <a:pt x="1" y="0"/>
                  </a:moveTo>
                  <a:cubicBezTo>
                    <a:pt x="93" y="0"/>
                    <a:pt x="169" y="75"/>
                    <a:pt x="169" y="167"/>
                  </a:cubicBezTo>
                  <a:lnTo>
                    <a:pt x="169" y="1357"/>
                  </a:lnTo>
                  <a:cubicBezTo>
                    <a:pt x="169" y="1448"/>
                    <a:pt x="93" y="1524"/>
                    <a:pt x="1" y="1524"/>
                  </a:cubicBezTo>
                  <a:lnTo>
                    <a:pt x="372" y="1524"/>
                  </a:lnTo>
                  <a:cubicBezTo>
                    <a:pt x="463" y="1524"/>
                    <a:pt x="539" y="1448"/>
                    <a:pt x="539" y="1357"/>
                  </a:cubicBezTo>
                  <a:lnTo>
                    <a:pt x="539" y="167"/>
                  </a:lnTo>
                  <a:cubicBezTo>
                    <a:pt x="539" y="74"/>
                    <a:pt x="466" y="0"/>
                    <a:pt x="372"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580" name="Google Shape;4580;p28"/>
            <p:cNvSpPr/>
            <p:nvPr/>
          </p:nvSpPr>
          <p:spPr>
            <a:xfrm>
              <a:off x="4776816" y="3647002"/>
              <a:ext cx="237796" cy="33801"/>
            </a:xfrm>
            <a:custGeom>
              <a:rect b="b" l="l" r="r" t="t"/>
              <a:pathLst>
                <a:path extrusionOk="0" h="952" w="6698">
                  <a:moveTo>
                    <a:pt x="1" y="0"/>
                  </a:moveTo>
                  <a:lnTo>
                    <a:pt x="1" y="951"/>
                  </a:lnTo>
                  <a:lnTo>
                    <a:pt x="6698" y="951"/>
                  </a:lnTo>
                  <a:lnTo>
                    <a:pt x="6698" y="0"/>
                  </a:ln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581" name="Google Shape;4581;p28"/>
            <p:cNvSpPr/>
            <p:nvPr/>
          </p:nvSpPr>
          <p:spPr>
            <a:xfrm>
              <a:off x="5001199" y="3647002"/>
              <a:ext cx="13384" cy="33801"/>
            </a:xfrm>
            <a:custGeom>
              <a:rect b="b" l="l" r="r" t="t"/>
              <a:pathLst>
                <a:path extrusionOk="0" h="952" w="377">
                  <a:moveTo>
                    <a:pt x="1" y="0"/>
                  </a:moveTo>
                  <a:lnTo>
                    <a:pt x="1" y="951"/>
                  </a:lnTo>
                  <a:lnTo>
                    <a:pt x="376" y="951"/>
                  </a:lnTo>
                  <a:lnTo>
                    <a:pt x="376" y="0"/>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582" name="Google Shape;4582;p28"/>
            <p:cNvSpPr/>
            <p:nvPr/>
          </p:nvSpPr>
          <p:spPr>
            <a:xfrm>
              <a:off x="4836284" y="3663901"/>
              <a:ext cx="81017" cy="16900"/>
            </a:xfrm>
            <a:custGeom>
              <a:rect b="b" l="l" r="r" t="t"/>
              <a:pathLst>
                <a:path extrusionOk="0" h="476" w="2282">
                  <a:moveTo>
                    <a:pt x="242" y="1"/>
                  </a:moveTo>
                  <a:cubicBezTo>
                    <a:pt x="109" y="1"/>
                    <a:pt x="1" y="109"/>
                    <a:pt x="1" y="241"/>
                  </a:cubicBezTo>
                  <a:lnTo>
                    <a:pt x="1" y="475"/>
                  </a:lnTo>
                  <a:lnTo>
                    <a:pt x="2281" y="475"/>
                  </a:lnTo>
                  <a:lnTo>
                    <a:pt x="2281" y="241"/>
                  </a:lnTo>
                  <a:cubicBezTo>
                    <a:pt x="2281" y="109"/>
                    <a:pt x="2174" y="1"/>
                    <a:pt x="2041" y="1"/>
                  </a:cubicBezTo>
                  <a:close/>
                </a:path>
              </a:pathLst>
            </a:cu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583" name="Google Shape;4583;p28"/>
            <p:cNvSpPr/>
            <p:nvPr/>
          </p:nvSpPr>
          <p:spPr>
            <a:xfrm>
              <a:off x="4917268" y="3663901"/>
              <a:ext cx="81017" cy="16900"/>
            </a:xfrm>
            <a:custGeom>
              <a:rect b="b" l="l" r="r" t="t"/>
              <a:pathLst>
                <a:path extrusionOk="0" h="476" w="2282">
                  <a:moveTo>
                    <a:pt x="242" y="1"/>
                  </a:moveTo>
                  <a:cubicBezTo>
                    <a:pt x="108" y="1"/>
                    <a:pt x="0" y="109"/>
                    <a:pt x="0" y="241"/>
                  </a:cubicBezTo>
                  <a:lnTo>
                    <a:pt x="0" y="475"/>
                  </a:lnTo>
                  <a:lnTo>
                    <a:pt x="2281" y="475"/>
                  </a:lnTo>
                  <a:lnTo>
                    <a:pt x="2281" y="241"/>
                  </a:lnTo>
                  <a:cubicBezTo>
                    <a:pt x="2281" y="109"/>
                    <a:pt x="2173" y="1"/>
                    <a:pt x="2041" y="1"/>
                  </a:cubicBezTo>
                  <a:close/>
                </a:path>
              </a:pathLst>
            </a:cu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584" name="Google Shape;4584;p28"/>
            <p:cNvSpPr/>
            <p:nvPr/>
          </p:nvSpPr>
          <p:spPr>
            <a:xfrm>
              <a:off x="4895007" y="3663901"/>
              <a:ext cx="22296" cy="16900"/>
            </a:xfrm>
            <a:custGeom>
              <a:rect b="b" l="l" r="r" t="t"/>
              <a:pathLst>
                <a:path extrusionOk="0" h="476" w="628">
                  <a:moveTo>
                    <a:pt x="0" y="1"/>
                  </a:moveTo>
                  <a:cubicBezTo>
                    <a:pt x="132" y="1"/>
                    <a:pt x="240" y="109"/>
                    <a:pt x="240" y="241"/>
                  </a:cubicBezTo>
                  <a:lnTo>
                    <a:pt x="240" y="475"/>
                  </a:lnTo>
                  <a:lnTo>
                    <a:pt x="627" y="475"/>
                  </a:lnTo>
                  <a:lnTo>
                    <a:pt x="627" y="241"/>
                  </a:lnTo>
                  <a:cubicBezTo>
                    <a:pt x="627" y="109"/>
                    <a:pt x="520" y="1"/>
                    <a:pt x="387"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585" name="Google Shape;4585;p28"/>
            <p:cNvSpPr/>
            <p:nvPr/>
          </p:nvSpPr>
          <p:spPr>
            <a:xfrm>
              <a:off x="4975920" y="3663901"/>
              <a:ext cx="22296" cy="16900"/>
            </a:xfrm>
            <a:custGeom>
              <a:rect b="b" l="l" r="r" t="t"/>
              <a:pathLst>
                <a:path extrusionOk="0" h="476" w="628">
                  <a:moveTo>
                    <a:pt x="0" y="1"/>
                  </a:moveTo>
                  <a:cubicBezTo>
                    <a:pt x="133" y="1"/>
                    <a:pt x="241" y="109"/>
                    <a:pt x="241" y="241"/>
                  </a:cubicBezTo>
                  <a:lnTo>
                    <a:pt x="241" y="475"/>
                  </a:lnTo>
                  <a:lnTo>
                    <a:pt x="628" y="475"/>
                  </a:lnTo>
                  <a:lnTo>
                    <a:pt x="628" y="241"/>
                  </a:lnTo>
                  <a:cubicBezTo>
                    <a:pt x="628" y="109"/>
                    <a:pt x="520" y="1"/>
                    <a:pt x="386"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586" name="Google Shape;4586;p28"/>
            <p:cNvSpPr/>
            <p:nvPr/>
          </p:nvSpPr>
          <p:spPr>
            <a:xfrm>
              <a:off x="4776816" y="3557638"/>
              <a:ext cx="103454" cy="89402"/>
            </a:xfrm>
            <a:custGeom>
              <a:rect b="b" l="l" r="r" t="t"/>
              <a:pathLst>
                <a:path extrusionOk="0" h="2518" w="2914">
                  <a:moveTo>
                    <a:pt x="208" y="0"/>
                  </a:moveTo>
                  <a:cubicBezTo>
                    <a:pt x="93" y="0"/>
                    <a:pt x="1" y="94"/>
                    <a:pt x="1" y="208"/>
                  </a:cubicBezTo>
                  <a:lnTo>
                    <a:pt x="1" y="2517"/>
                  </a:lnTo>
                  <a:lnTo>
                    <a:pt x="2913" y="2517"/>
                  </a:lnTo>
                  <a:lnTo>
                    <a:pt x="2913" y="2"/>
                  </a:lnTo>
                  <a:lnTo>
                    <a:pt x="2913" y="0"/>
                  </a:lnTo>
                  <a:close/>
                </a:path>
              </a:pathLst>
            </a:cu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587" name="Google Shape;4587;p28"/>
            <p:cNvSpPr/>
            <p:nvPr/>
          </p:nvSpPr>
          <p:spPr>
            <a:xfrm>
              <a:off x="4789064" y="3576598"/>
              <a:ext cx="49597" cy="9622"/>
            </a:xfrm>
            <a:custGeom>
              <a:rect b="b" l="l" r="r" t="t"/>
              <a:pathLst>
                <a:path extrusionOk="0" h="271" w="1397">
                  <a:moveTo>
                    <a:pt x="136" y="0"/>
                  </a:moveTo>
                  <a:cubicBezTo>
                    <a:pt x="63" y="0"/>
                    <a:pt x="1" y="62"/>
                    <a:pt x="1" y="136"/>
                  </a:cubicBezTo>
                  <a:cubicBezTo>
                    <a:pt x="1" y="209"/>
                    <a:pt x="63" y="271"/>
                    <a:pt x="136" y="271"/>
                  </a:cubicBezTo>
                  <a:lnTo>
                    <a:pt x="1263" y="271"/>
                  </a:lnTo>
                  <a:cubicBezTo>
                    <a:pt x="1336" y="271"/>
                    <a:pt x="1397" y="209"/>
                    <a:pt x="1397" y="136"/>
                  </a:cubicBezTo>
                  <a:cubicBezTo>
                    <a:pt x="1397" y="62"/>
                    <a:pt x="1336" y="0"/>
                    <a:pt x="1263"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588" name="Google Shape;4588;p28"/>
            <p:cNvSpPr/>
            <p:nvPr/>
          </p:nvSpPr>
          <p:spPr>
            <a:xfrm>
              <a:off x="4848746" y="3576598"/>
              <a:ext cx="19207" cy="9622"/>
            </a:xfrm>
            <a:custGeom>
              <a:rect b="b" l="l" r="r" t="t"/>
              <a:pathLst>
                <a:path extrusionOk="0" h="271" w="541">
                  <a:moveTo>
                    <a:pt x="136" y="0"/>
                  </a:moveTo>
                  <a:cubicBezTo>
                    <a:pt x="61" y="0"/>
                    <a:pt x="1" y="62"/>
                    <a:pt x="1" y="136"/>
                  </a:cubicBezTo>
                  <a:cubicBezTo>
                    <a:pt x="1" y="209"/>
                    <a:pt x="61" y="271"/>
                    <a:pt x="136" y="271"/>
                  </a:cubicBezTo>
                  <a:lnTo>
                    <a:pt x="405" y="271"/>
                  </a:lnTo>
                  <a:cubicBezTo>
                    <a:pt x="481" y="271"/>
                    <a:pt x="540" y="209"/>
                    <a:pt x="540" y="136"/>
                  </a:cubicBezTo>
                  <a:cubicBezTo>
                    <a:pt x="540" y="62"/>
                    <a:pt x="479" y="0"/>
                    <a:pt x="405"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589" name="Google Shape;4589;p28"/>
            <p:cNvSpPr/>
            <p:nvPr/>
          </p:nvSpPr>
          <p:spPr>
            <a:xfrm>
              <a:off x="4789064" y="3597545"/>
              <a:ext cx="49597" cy="9622"/>
            </a:xfrm>
            <a:custGeom>
              <a:rect b="b" l="l" r="r" t="t"/>
              <a:pathLst>
                <a:path extrusionOk="0" h="271" w="1397">
                  <a:moveTo>
                    <a:pt x="136" y="0"/>
                  </a:moveTo>
                  <a:cubicBezTo>
                    <a:pt x="63" y="0"/>
                    <a:pt x="1" y="61"/>
                    <a:pt x="1" y="136"/>
                  </a:cubicBezTo>
                  <a:cubicBezTo>
                    <a:pt x="1" y="209"/>
                    <a:pt x="63" y="271"/>
                    <a:pt x="136" y="271"/>
                  </a:cubicBezTo>
                  <a:lnTo>
                    <a:pt x="1263" y="271"/>
                  </a:lnTo>
                  <a:cubicBezTo>
                    <a:pt x="1336" y="271"/>
                    <a:pt x="1397" y="210"/>
                    <a:pt x="1397" y="136"/>
                  </a:cubicBezTo>
                  <a:cubicBezTo>
                    <a:pt x="1397" y="61"/>
                    <a:pt x="1336" y="0"/>
                    <a:pt x="1263"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590" name="Google Shape;4590;p28"/>
            <p:cNvSpPr/>
            <p:nvPr/>
          </p:nvSpPr>
          <p:spPr>
            <a:xfrm>
              <a:off x="4848746" y="3597545"/>
              <a:ext cx="19207" cy="9622"/>
            </a:xfrm>
            <a:custGeom>
              <a:rect b="b" l="l" r="r" t="t"/>
              <a:pathLst>
                <a:path extrusionOk="0" h="271" w="541">
                  <a:moveTo>
                    <a:pt x="136" y="0"/>
                  </a:moveTo>
                  <a:cubicBezTo>
                    <a:pt x="61" y="0"/>
                    <a:pt x="1" y="61"/>
                    <a:pt x="1" y="136"/>
                  </a:cubicBezTo>
                  <a:cubicBezTo>
                    <a:pt x="1" y="209"/>
                    <a:pt x="61" y="271"/>
                    <a:pt x="136" y="271"/>
                  </a:cubicBezTo>
                  <a:lnTo>
                    <a:pt x="405" y="271"/>
                  </a:lnTo>
                  <a:cubicBezTo>
                    <a:pt x="481" y="271"/>
                    <a:pt x="540" y="210"/>
                    <a:pt x="540" y="136"/>
                  </a:cubicBezTo>
                  <a:cubicBezTo>
                    <a:pt x="540" y="61"/>
                    <a:pt x="479" y="0"/>
                    <a:pt x="405"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591" name="Google Shape;4591;p28"/>
            <p:cNvSpPr/>
            <p:nvPr/>
          </p:nvSpPr>
          <p:spPr>
            <a:xfrm>
              <a:off x="4789064" y="3618492"/>
              <a:ext cx="49597" cy="9622"/>
            </a:xfrm>
            <a:custGeom>
              <a:rect b="b" l="l" r="r" t="t"/>
              <a:pathLst>
                <a:path extrusionOk="0" h="271" w="1397">
                  <a:moveTo>
                    <a:pt x="136" y="0"/>
                  </a:moveTo>
                  <a:cubicBezTo>
                    <a:pt x="63" y="0"/>
                    <a:pt x="1" y="62"/>
                    <a:pt x="1" y="136"/>
                  </a:cubicBezTo>
                  <a:cubicBezTo>
                    <a:pt x="1" y="209"/>
                    <a:pt x="63" y="271"/>
                    <a:pt x="136" y="271"/>
                  </a:cubicBezTo>
                  <a:lnTo>
                    <a:pt x="1263" y="271"/>
                  </a:lnTo>
                  <a:cubicBezTo>
                    <a:pt x="1336" y="271"/>
                    <a:pt x="1397" y="209"/>
                    <a:pt x="1397" y="136"/>
                  </a:cubicBezTo>
                  <a:cubicBezTo>
                    <a:pt x="1397" y="62"/>
                    <a:pt x="1336" y="0"/>
                    <a:pt x="1263"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592" name="Google Shape;4592;p28"/>
            <p:cNvSpPr/>
            <p:nvPr/>
          </p:nvSpPr>
          <p:spPr>
            <a:xfrm>
              <a:off x="4848746" y="3618492"/>
              <a:ext cx="19207" cy="9622"/>
            </a:xfrm>
            <a:custGeom>
              <a:rect b="b" l="l" r="r" t="t"/>
              <a:pathLst>
                <a:path extrusionOk="0" h="271" w="541">
                  <a:moveTo>
                    <a:pt x="136" y="0"/>
                  </a:moveTo>
                  <a:cubicBezTo>
                    <a:pt x="61" y="0"/>
                    <a:pt x="1" y="62"/>
                    <a:pt x="1" y="136"/>
                  </a:cubicBezTo>
                  <a:cubicBezTo>
                    <a:pt x="1" y="209"/>
                    <a:pt x="61" y="271"/>
                    <a:pt x="136" y="271"/>
                  </a:cubicBezTo>
                  <a:lnTo>
                    <a:pt x="405" y="271"/>
                  </a:lnTo>
                  <a:cubicBezTo>
                    <a:pt x="481" y="271"/>
                    <a:pt x="540" y="209"/>
                    <a:pt x="540" y="136"/>
                  </a:cubicBezTo>
                  <a:cubicBezTo>
                    <a:pt x="540" y="62"/>
                    <a:pt x="479" y="0"/>
                    <a:pt x="405"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593" name="Google Shape;4593;p28"/>
            <p:cNvSpPr/>
            <p:nvPr/>
          </p:nvSpPr>
          <p:spPr>
            <a:xfrm>
              <a:off x="4732223" y="3731075"/>
              <a:ext cx="327049" cy="34901"/>
            </a:xfrm>
            <a:custGeom>
              <a:rect b="b" l="l" r="r" t="t"/>
              <a:pathLst>
                <a:path extrusionOk="0" h="983" w="9212">
                  <a:moveTo>
                    <a:pt x="249" y="1"/>
                  </a:moveTo>
                  <a:cubicBezTo>
                    <a:pt x="111" y="1"/>
                    <a:pt x="0" y="112"/>
                    <a:pt x="0" y="251"/>
                  </a:cubicBezTo>
                  <a:lnTo>
                    <a:pt x="0" y="585"/>
                  </a:lnTo>
                  <a:cubicBezTo>
                    <a:pt x="0" y="805"/>
                    <a:pt x="177" y="982"/>
                    <a:pt x="397" y="982"/>
                  </a:cubicBezTo>
                  <a:lnTo>
                    <a:pt x="8812" y="982"/>
                  </a:lnTo>
                  <a:cubicBezTo>
                    <a:pt x="9032" y="982"/>
                    <a:pt x="9210" y="805"/>
                    <a:pt x="9212" y="585"/>
                  </a:cubicBezTo>
                  <a:lnTo>
                    <a:pt x="9212" y="251"/>
                  </a:lnTo>
                  <a:cubicBezTo>
                    <a:pt x="9212" y="112"/>
                    <a:pt x="9099" y="1"/>
                    <a:pt x="8961" y="1"/>
                  </a:cubicBezTo>
                  <a:lnTo>
                    <a:pt x="5532" y="1"/>
                  </a:lnTo>
                  <a:lnTo>
                    <a:pt x="4669" y="80"/>
                  </a:lnTo>
                  <a:lnTo>
                    <a:pt x="3678" y="1"/>
                  </a:lnTo>
                  <a:close/>
                </a:path>
              </a:pathLst>
            </a:cu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594" name="Google Shape;4594;p28"/>
            <p:cNvSpPr/>
            <p:nvPr/>
          </p:nvSpPr>
          <p:spPr>
            <a:xfrm>
              <a:off x="5031909" y="3731075"/>
              <a:ext cx="27337" cy="34901"/>
            </a:xfrm>
            <a:custGeom>
              <a:rect b="b" l="l" r="r" t="t"/>
              <a:pathLst>
                <a:path extrusionOk="0" h="983" w="770">
                  <a:moveTo>
                    <a:pt x="150" y="1"/>
                  </a:moveTo>
                  <a:cubicBezTo>
                    <a:pt x="287" y="1"/>
                    <a:pt x="398" y="113"/>
                    <a:pt x="398" y="251"/>
                  </a:cubicBezTo>
                  <a:lnTo>
                    <a:pt x="398" y="585"/>
                  </a:lnTo>
                  <a:cubicBezTo>
                    <a:pt x="398" y="805"/>
                    <a:pt x="219" y="982"/>
                    <a:pt x="1" y="982"/>
                  </a:cubicBezTo>
                  <a:lnTo>
                    <a:pt x="371" y="982"/>
                  </a:lnTo>
                  <a:cubicBezTo>
                    <a:pt x="591" y="982"/>
                    <a:pt x="769" y="805"/>
                    <a:pt x="769" y="585"/>
                  </a:cubicBezTo>
                  <a:lnTo>
                    <a:pt x="769" y="251"/>
                  </a:lnTo>
                  <a:cubicBezTo>
                    <a:pt x="769" y="112"/>
                    <a:pt x="657" y="1"/>
                    <a:pt x="520"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595" name="Google Shape;4595;p28"/>
            <p:cNvSpPr/>
            <p:nvPr/>
          </p:nvSpPr>
          <p:spPr>
            <a:xfrm>
              <a:off x="4862805" y="3731146"/>
              <a:ext cx="65893" cy="16936"/>
            </a:xfrm>
            <a:custGeom>
              <a:rect b="b" l="l" r="r" t="t"/>
              <a:pathLst>
                <a:path extrusionOk="0" h="477" w="1856">
                  <a:moveTo>
                    <a:pt x="0" y="0"/>
                  </a:moveTo>
                  <a:lnTo>
                    <a:pt x="0" y="141"/>
                  </a:lnTo>
                  <a:cubicBezTo>
                    <a:pt x="0" y="326"/>
                    <a:pt x="152" y="477"/>
                    <a:pt x="337" y="477"/>
                  </a:cubicBezTo>
                  <a:lnTo>
                    <a:pt x="1519" y="477"/>
                  </a:lnTo>
                  <a:cubicBezTo>
                    <a:pt x="1704" y="477"/>
                    <a:pt x="1854" y="326"/>
                    <a:pt x="1855" y="141"/>
                  </a:cubicBezTo>
                  <a:lnTo>
                    <a:pt x="1855" y="0"/>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596" name="Google Shape;4596;p28"/>
            <p:cNvSpPr/>
            <p:nvPr/>
          </p:nvSpPr>
          <p:spPr>
            <a:xfrm>
              <a:off x="4903528" y="3731075"/>
              <a:ext cx="25100" cy="16971"/>
            </a:xfrm>
            <a:custGeom>
              <a:rect b="b" l="l" r="r" t="t"/>
              <a:pathLst>
                <a:path extrusionOk="0" h="478" w="707">
                  <a:moveTo>
                    <a:pt x="337" y="1"/>
                  </a:moveTo>
                  <a:lnTo>
                    <a:pt x="337" y="141"/>
                  </a:lnTo>
                  <a:cubicBezTo>
                    <a:pt x="337" y="326"/>
                    <a:pt x="186" y="477"/>
                    <a:pt x="0" y="477"/>
                  </a:cubicBezTo>
                  <a:lnTo>
                    <a:pt x="372" y="477"/>
                  </a:lnTo>
                  <a:cubicBezTo>
                    <a:pt x="557" y="477"/>
                    <a:pt x="707" y="326"/>
                    <a:pt x="707" y="141"/>
                  </a:cubicBezTo>
                  <a:lnTo>
                    <a:pt x="707" y="1"/>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4597" name="Google Shape;4597;p28"/>
          <p:cNvGrpSpPr/>
          <p:nvPr/>
        </p:nvGrpSpPr>
        <p:grpSpPr>
          <a:xfrm>
            <a:off x="4084872" y="3509564"/>
            <a:ext cx="327024" cy="286521"/>
            <a:chOff x="4084872" y="3509564"/>
            <a:chExt cx="327024" cy="286521"/>
          </a:xfrm>
        </p:grpSpPr>
        <p:sp>
          <p:nvSpPr>
            <p:cNvPr id="4598" name="Google Shape;4598;p28"/>
            <p:cNvSpPr/>
            <p:nvPr/>
          </p:nvSpPr>
          <p:spPr>
            <a:xfrm>
              <a:off x="4196140" y="3660385"/>
              <a:ext cx="215642" cy="135700"/>
            </a:xfrm>
            <a:custGeom>
              <a:rect b="b" l="l" r="r" t="t"/>
              <a:pathLst>
                <a:path extrusionOk="0" h="3822" w="6074">
                  <a:moveTo>
                    <a:pt x="195" y="1"/>
                  </a:moveTo>
                  <a:cubicBezTo>
                    <a:pt x="89" y="1"/>
                    <a:pt x="1" y="87"/>
                    <a:pt x="1" y="195"/>
                  </a:cubicBezTo>
                  <a:lnTo>
                    <a:pt x="1" y="797"/>
                  </a:lnTo>
                  <a:lnTo>
                    <a:pt x="191" y="1294"/>
                  </a:lnTo>
                  <a:lnTo>
                    <a:pt x="1" y="1912"/>
                  </a:lnTo>
                  <a:lnTo>
                    <a:pt x="1" y="3627"/>
                  </a:lnTo>
                  <a:cubicBezTo>
                    <a:pt x="1" y="3733"/>
                    <a:pt x="85" y="3821"/>
                    <a:pt x="190" y="3821"/>
                  </a:cubicBezTo>
                  <a:cubicBezTo>
                    <a:pt x="192" y="3821"/>
                    <a:pt x="194" y="3821"/>
                    <a:pt x="195" y="3821"/>
                  </a:cubicBezTo>
                  <a:lnTo>
                    <a:pt x="5879" y="3821"/>
                  </a:lnTo>
                  <a:cubicBezTo>
                    <a:pt x="5986" y="3821"/>
                    <a:pt x="6074" y="3735"/>
                    <a:pt x="6074" y="3627"/>
                  </a:cubicBezTo>
                  <a:lnTo>
                    <a:pt x="6074" y="1912"/>
                  </a:lnTo>
                  <a:lnTo>
                    <a:pt x="5786" y="1353"/>
                  </a:lnTo>
                  <a:lnTo>
                    <a:pt x="6074" y="797"/>
                  </a:lnTo>
                  <a:lnTo>
                    <a:pt x="6074" y="195"/>
                  </a:lnTo>
                  <a:cubicBezTo>
                    <a:pt x="6074" y="90"/>
                    <a:pt x="5987" y="1"/>
                    <a:pt x="5879" y="1"/>
                  </a:cubicBezTo>
                  <a:close/>
                </a:path>
              </a:pathLst>
            </a:cu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599" name="Google Shape;4599;p28"/>
            <p:cNvSpPr/>
            <p:nvPr/>
          </p:nvSpPr>
          <p:spPr>
            <a:xfrm>
              <a:off x="4391482" y="3660491"/>
              <a:ext cx="20414" cy="135594"/>
            </a:xfrm>
            <a:custGeom>
              <a:rect b="b" l="l" r="r" t="t"/>
              <a:pathLst>
                <a:path extrusionOk="0" h="3819" w="575">
                  <a:moveTo>
                    <a:pt x="0" y="1"/>
                  </a:moveTo>
                  <a:cubicBezTo>
                    <a:pt x="107" y="1"/>
                    <a:pt x="195" y="87"/>
                    <a:pt x="195" y="195"/>
                  </a:cubicBezTo>
                  <a:lnTo>
                    <a:pt x="195" y="3624"/>
                  </a:lnTo>
                  <a:cubicBezTo>
                    <a:pt x="195" y="3731"/>
                    <a:pt x="108" y="3818"/>
                    <a:pt x="0" y="3818"/>
                  </a:cubicBezTo>
                  <a:lnTo>
                    <a:pt x="380" y="3818"/>
                  </a:lnTo>
                  <a:cubicBezTo>
                    <a:pt x="485" y="3818"/>
                    <a:pt x="575" y="3732"/>
                    <a:pt x="575" y="3624"/>
                  </a:cubicBezTo>
                  <a:lnTo>
                    <a:pt x="575" y="195"/>
                  </a:lnTo>
                  <a:cubicBezTo>
                    <a:pt x="575" y="87"/>
                    <a:pt x="485" y="1"/>
                    <a:pt x="380"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600" name="Google Shape;4600;p28"/>
            <p:cNvSpPr/>
            <p:nvPr/>
          </p:nvSpPr>
          <p:spPr>
            <a:xfrm>
              <a:off x="4196140" y="3688681"/>
              <a:ext cx="215749" cy="39659"/>
            </a:xfrm>
            <a:custGeom>
              <a:rect b="b" l="l" r="r" t="t"/>
              <a:pathLst>
                <a:path extrusionOk="0" h="1117" w="6077">
                  <a:moveTo>
                    <a:pt x="1" y="1"/>
                  </a:moveTo>
                  <a:lnTo>
                    <a:pt x="1" y="1116"/>
                  </a:lnTo>
                  <a:lnTo>
                    <a:pt x="6077" y="1116"/>
                  </a:lnTo>
                  <a:lnTo>
                    <a:pt x="6077" y="1"/>
                  </a:lnTo>
                  <a:close/>
                </a:path>
              </a:pathLst>
            </a:cu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601" name="Google Shape;4601;p28"/>
            <p:cNvSpPr/>
            <p:nvPr/>
          </p:nvSpPr>
          <p:spPr>
            <a:xfrm>
              <a:off x="4398334" y="3688681"/>
              <a:ext cx="13455" cy="39659"/>
            </a:xfrm>
            <a:custGeom>
              <a:rect b="b" l="l" r="r" t="t"/>
              <a:pathLst>
                <a:path extrusionOk="0" h="1117" w="379">
                  <a:moveTo>
                    <a:pt x="0" y="1"/>
                  </a:moveTo>
                  <a:lnTo>
                    <a:pt x="0" y="1116"/>
                  </a:lnTo>
                  <a:lnTo>
                    <a:pt x="379" y="1116"/>
                  </a:lnTo>
                  <a:lnTo>
                    <a:pt x="379" y="1"/>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602" name="Google Shape;4602;p28"/>
            <p:cNvSpPr/>
            <p:nvPr/>
          </p:nvSpPr>
          <p:spPr>
            <a:xfrm>
              <a:off x="4084872" y="3574572"/>
              <a:ext cx="215642" cy="135629"/>
            </a:xfrm>
            <a:custGeom>
              <a:rect b="b" l="l" r="r" t="t"/>
              <a:pathLst>
                <a:path extrusionOk="0" h="3820" w="6074">
                  <a:moveTo>
                    <a:pt x="195" y="0"/>
                  </a:moveTo>
                  <a:cubicBezTo>
                    <a:pt x="89" y="0"/>
                    <a:pt x="1" y="87"/>
                    <a:pt x="1" y="194"/>
                  </a:cubicBezTo>
                  <a:lnTo>
                    <a:pt x="1" y="3625"/>
                  </a:lnTo>
                  <a:cubicBezTo>
                    <a:pt x="1" y="3732"/>
                    <a:pt x="87" y="3819"/>
                    <a:pt x="195" y="3819"/>
                  </a:cubicBezTo>
                  <a:lnTo>
                    <a:pt x="5879" y="3819"/>
                  </a:lnTo>
                  <a:cubicBezTo>
                    <a:pt x="5984" y="3819"/>
                    <a:pt x="6073" y="3733"/>
                    <a:pt x="6073" y="3625"/>
                  </a:cubicBezTo>
                  <a:lnTo>
                    <a:pt x="6073" y="194"/>
                  </a:lnTo>
                  <a:cubicBezTo>
                    <a:pt x="6073" y="89"/>
                    <a:pt x="5987" y="0"/>
                    <a:pt x="5879" y="0"/>
                  </a:cubicBez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603" name="Google Shape;4603;p28"/>
            <p:cNvSpPr/>
            <p:nvPr/>
          </p:nvSpPr>
          <p:spPr>
            <a:xfrm>
              <a:off x="4280390" y="3574572"/>
              <a:ext cx="20130" cy="135629"/>
            </a:xfrm>
            <a:custGeom>
              <a:rect b="b" l="l" r="r" t="t"/>
              <a:pathLst>
                <a:path extrusionOk="0" h="3820" w="567">
                  <a:moveTo>
                    <a:pt x="375" y="0"/>
                  </a:moveTo>
                  <a:cubicBezTo>
                    <a:pt x="374" y="0"/>
                    <a:pt x="373" y="0"/>
                    <a:pt x="372" y="0"/>
                  </a:cubicBezTo>
                  <a:lnTo>
                    <a:pt x="1" y="0"/>
                  </a:lnTo>
                  <a:cubicBezTo>
                    <a:pt x="107" y="0"/>
                    <a:pt x="195" y="87"/>
                    <a:pt x="195" y="194"/>
                  </a:cubicBezTo>
                  <a:lnTo>
                    <a:pt x="195" y="3625"/>
                  </a:lnTo>
                  <a:cubicBezTo>
                    <a:pt x="195" y="3732"/>
                    <a:pt x="109" y="3819"/>
                    <a:pt x="1" y="3819"/>
                  </a:cubicBezTo>
                  <a:lnTo>
                    <a:pt x="372" y="3819"/>
                  </a:lnTo>
                  <a:cubicBezTo>
                    <a:pt x="477" y="3819"/>
                    <a:pt x="566" y="3733"/>
                    <a:pt x="566" y="3625"/>
                  </a:cubicBezTo>
                  <a:lnTo>
                    <a:pt x="566" y="193"/>
                  </a:lnTo>
                  <a:cubicBezTo>
                    <a:pt x="566" y="87"/>
                    <a:pt x="482" y="0"/>
                    <a:pt x="375"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604" name="Google Shape;4604;p28"/>
            <p:cNvSpPr/>
            <p:nvPr/>
          </p:nvSpPr>
          <p:spPr>
            <a:xfrm>
              <a:off x="4259088" y="3509564"/>
              <a:ext cx="101679" cy="101722"/>
            </a:xfrm>
            <a:custGeom>
              <a:rect b="b" l="l" r="r" t="t"/>
              <a:pathLst>
                <a:path extrusionOk="0" h="2865" w="2864">
                  <a:moveTo>
                    <a:pt x="1433" y="1"/>
                  </a:moveTo>
                  <a:cubicBezTo>
                    <a:pt x="641" y="1"/>
                    <a:pt x="1" y="641"/>
                    <a:pt x="1" y="1433"/>
                  </a:cubicBezTo>
                  <a:cubicBezTo>
                    <a:pt x="1" y="2223"/>
                    <a:pt x="641" y="2864"/>
                    <a:pt x="1433" y="2864"/>
                  </a:cubicBezTo>
                  <a:cubicBezTo>
                    <a:pt x="2223" y="2864"/>
                    <a:pt x="2863" y="2223"/>
                    <a:pt x="2863" y="1433"/>
                  </a:cubicBezTo>
                  <a:cubicBezTo>
                    <a:pt x="2863" y="641"/>
                    <a:pt x="2223" y="1"/>
                    <a:pt x="1433" y="1"/>
                  </a:cubicBezTo>
                  <a:close/>
                </a:path>
              </a:pathLst>
            </a:cu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605" name="Google Shape;4605;p28"/>
            <p:cNvSpPr/>
            <p:nvPr/>
          </p:nvSpPr>
          <p:spPr>
            <a:xfrm>
              <a:off x="4276379" y="3513505"/>
              <a:ext cx="84425" cy="97781"/>
            </a:xfrm>
            <a:custGeom>
              <a:rect b="b" l="l" r="r" t="t"/>
              <a:pathLst>
                <a:path extrusionOk="0" h="2754" w="2378">
                  <a:moveTo>
                    <a:pt x="1494" y="1"/>
                  </a:moveTo>
                  <a:lnTo>
                    <a:pt x="1494" y="1"/>
                  </a:lnTo>
                  <a:cubicBezTo>
                    <a:pt x="1792" y="262"/>
                    <a:pt x="1982" y="647"/>
                    <a:pt x="1982" y="1077"/>
                  </a:cubicBezTo>
                  <a:cubicBezTo>
                    <a:pt x="1982" y="1868"/>
                    <a:pt x="1341" y="2509"/>
                    <a:pt x="550" y="2509"/>
                  </a:cubicBezTo>
                  <a:cubicBezTo>
                    <a:pt x="356" y="2509"/>
                    <a:pt x="170" y="2468"/>
                    <a:pt x="0" y="2399"/>
                  </a:cubicBezTo>
                  <a:lnTo>
                    <a:pt x="0" y="2399"/>
                  </a:lnTo>
                  <a:cubicBezTo>
                    <a:pt x="252" y="2618"/>
                    <a:pt x="583" y="2753"/>
                    <a:pt x="946" y="2753"/>
                  </a:cubicBezTo>
                  <a:cubicBezTo>
                    <a:pt x="1737" y="2753"/>
                    <a:pt x="2378" y="2113"/>
                    <a:pt x="2378" y="1322"/>
                  </a:cubicBezTo>
                  <a:cubicBezTo>
                    <a:pt x="2378" y="726"/>
                    <a:pt x="2013" y="215"/>
                    <a:pt x="1494"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606" name="Google Shape;4606;p28"/>
            <p:cNvSpPr/>
            <p:nvPr/>
          </p:nvSpPr>
          <p:spPr>
            <a:xfrm>
              <a:off x="4218117" y="3746694"/>
              <a:ext cx="81940" cy="9622"/>
            </a:xfrm>
            <a:custGeom>
              <a:rect b="b" l="l" r="r" t="t"/>
              <a:pathLst>
                <a:path extrusionOk="0" h="271" w="2308">
                  <a:moveTo>
                    <a:pt x="136" y="0"/>
                  </a:moveTo>
                  <a:cubicBezTo>
                    <a:pt x="63" y="0"/>
                    <a:pt x="1" y="62"/>
                    <a:pt x="1" y="136"/>
                  </a:cubicBezTo>
                  <a:cubicBezTo>
                    <a:pt x="1" y="209"/>
                    <a:pt x="63" y="271"/>
                    <a:pt x="136" y="271"/>
                  </a:cubicBezTo>
                  <a:lnTo>
                    <a:pt x="2172" y="271"/>
                  </a:lnTo>
                  <a:cubicBezTo>
                    <a:pt x="2246" y="271"/>
                    <a:pt x="2308" y="209"/>
                    <a:pt x="2308" y="136"/>
                  </a:cubicBezTo>
                  <a:cubicBezTo>
                    <a:pt x="2308" y="62"/>
                    <a:pt x="2249" y="0"/>
                    <a:pt x="2172"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607" name="Google Shape;4607;p28"/>
            <p:cNvSpPr/>
            <p:nvPr/>
          </p:nvSpPr>
          <p:spPr>
            <a:xfrm>
              <a:off x="4218117" y="3768103"/>
              <a:ext cx="49348" cy="9586"/>
            </a:xfrm>
            <a:custGeom>
              <a:rect b="b" l="l" r="r" t="t"/>
              <a:pathLst>
                <a:path extrusionOk="0" h="270" w="1390">
                  <a:moveTo>
                    <a:pt x="136" y="0"/>
                  </a:moveTo>
                  <a:cubicBezTo>
                    <a:pt x="63" y="0"/>
                    <a:pt x="1" y="61"/>
                    <a:pt x="1" y="135"/>
                  </a:cubicBezTo>
                  <a:cubicBezTo>
                    <a:pt x="1" y="209"/>
                    <a:pt x="63" y="269"/>
                    <a:pt x="136" y="269"/>
                  </a:cubicBezTo>
                  <a:lnTo>
                    <a:pt x="1256" y="269"/>
                  </a:lnTo>
                  <a:cubicBezTo>
                    <a:pt x="1329" y="269"/>
                    <a:pt x="1389" y="209"/>
                    <a:pt x="1389" y="135"/>
                  </a:cubicBezTo>
                  <a:cubicBezTo>
                    <a:pt x="1389" y="61"/>
                    <a:pt x="1330" y="0"/>
                    <a:pt x="1256"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608" name="Google Shape;4608;p28"/>
            <p:cNvSpPr/>
            <p:nvPr/>
          </p:nvSpPr>
          <p:spPr>
            <a:xfrm>
              <a:off x="4290332" y="3522204"/>
              <a:ext cx="39727" cy="76620"/>
            </a:xfrm>
            <a:custGeom>
              <a:rect b="b" l="l" r="r" t="t"/>
              <a:pathLst>
                <a:path extrusionOk="0" h="2158" w="1119">
                  <a:moveTo>
                    <a:pt x="410" y="510"/>
                  </a:moveTo>
                  <a:lnTo>
                    <a:pt x="410" y="790"/>
                  </a:lnTo>
                  <a:cubicBezTo>
                    <a:pt x="396" y="783"/>
                    <a:pt x="383" y="774"/>
                    <a:pt x="373" y="766"/>
                  </a:cubicBezTo>
                  <a:cubicBezTo>
                    <a:pt x="340" y="740"/>
                    <a:pt x="327" y="688"/>
                    <a:pt x="338" y="630"/>
                  </a:cubicBezTo>
                  <a:cubicBezTo>
                    <a:pt x="345" y="589"/>
                    <a:pt x="369" y="543"/>
                    <a:pt x="410" y="510"/>
                  </a:cubicBezTo>
                  <a:close/>
                  <a:moveTo>
                    <a:pt x="678" y="1202"/>
                  </a:moveTo>
                  <a:cubicBezTo>
                    <a:pt x="823" y="1265"/>
                    <a:pt x="820" y="1389"/>
                    <a:pt x="812" y="1442"/>
                  </a:cubicBezTo>
                  <a:cubicBezTo>
                    <a:pt x="799" y="1515"/>
                    <a:pt x="754" y="1590"/>
                    <a:pt x="678" y="1633"/>
                  </a:cubicBezTo>
                  <a:lnTo>
                    <a:pt x="678" y="1202"/>
                  </a:lnTo>
                  <a:close/>
                  <a:moveTo>
                    <a:pt x="543" y="0"/>
                  </a:moveTo>
                  <a:cubicBezTo>
                    <a:pt x="469" y="0"/>
                    <a:pt x="407" y="62"/>
                    <a:pt x="407" y="135"/>
                  </a:cubicBezTo>
                  <a:lnTo>
                    <a:pt x="407" y="220"/>
                  </a:lnTo>
                  <a:cubicBezTo>
                    <a:pt x="399" y="222"/>
                    <a:pt x="392" y="223"/>
                    <a:pt x="383" y="228"/>
                  </a:cubicBezTo>
                  <a:cubicBezTo>
                    <a:pt x="223" y="275"/>
                    <a:pt x="104" y="412"/>
                    <a:pt x="72" y="583"/>
                  </a:cubicBezTo>
                  <a:cubicBezTo>
                    <a:pt x="43" y="740"/>
                    <a:pt x="94" y="892"/>
                    <a:pt x="204" y="980"/>
                  </a:cubicBezTo>
                  <a:cubicBezTo>
                    <a:pt x="256" y="1022"/>
                    <a:pt x="321" y="1059"/>
                    <a:pt x="407" y="1100"/>
                  </a:cubicBezTo>
                  <a:lnTo>
                    <a:pt x="407" y="1668"/>
                  </a:lnTo>
                  <a:cubicBezTo>
                    <a:pt x="347" y="1659"/>
                    <a:pt x="302" y="1639"/>
                    <a:pt x="227" y="1590"/>
                  </a:cubicBezTo>
                  <a:cubicBezTo>
                    <a:pt x="205" y="1576"/>
                    <a:pt x="180" y="1569"/>
                    <a:pt x="155" y="1569"/>
                  </a:cubicBezTo>
                  <a:cubicBezTo>
                    <a:pt x="111" y="1569"/>
                    <a:pt x="68" y="1590"/>
                    <a:pt x="42" y="1631"/>
                  </a:cubicBezTo>
                  <a:cubicBezTo>
                    <a:pt x="0" y="1694"/>
                    <a:pt x="17" y="1776"/>
                    <a:pt x="81" y="1818"/>
                  </a:cubicBezTo>
                  <a:cubicBezTo>
                    <a:pt x="209" y="1900"/>
                    <a:pt x="298" y="1930"/>
                    <a:pt x="407" y="1940"/>
                  </a:cubicBezTo>
                  <a:lnTo>
                    <a:pt x="407" y="2022"/>
                  </a:lnTo>
                  <a:cubicBezTo>
                    <a:pt x="407" y="2097"/>
                    <a:pt x="469" y="2157"/>
                    <a:pt x="543" y="2157"/>
                  </a:cubicBezTo>
                  <a:cubicBezTo>
                    <a:pt x="617" y="2157"/>
                    <a:pt x="678" y="2097"/>
                    <a:pt x="678" y="2022"/>
                  </a:cubicBezTo>
                  <a:lnTo>
                    <a:pt x="678" y="1926"/>
                  </a:lnTo>
                  <a:cubicBezTo>
                    <a:pt x="901" y="1868"/>
                    <a:pt x="1045" y="1677"/>
                    <a:pt x="1077" y="1488"/>
                  </a:cubicBezTo>
                  <a:cubicBezTo>
                    <a:pt x="1118" y="1243"/>
                    <a:pt x="986" y="1025"/>
                    <a:pt x="748" y="941"/>
                  </a:cubicBezTo>
                  <a:cubicBezTo>
                    <a:pt x="725" y="933"/>
                    <a:pt x="701" y="925"/>
                    <a:pt x="676" y="917"/>
                  </a:cubicBezTo>
                  <a:lnTo>
                    <a:pt x="676" y="488"/>
                  </a:lnTo>
                  <a:cubicBezTo>
                    <a:pt x="720" y="504"/>
                    <a:pt x="746" y="525"/>
                    <a:pt x="751" y="530"/>
                  </a:cubicBezTo>
                  <a:lnTo>
                    <a:pt x="756" y="533"/>
                  </a:lnTo>
                  <a:lnTo>
                    <a:pt x="786" y="559"/>
                  </a:lnTo>
                  <a:cubicBezTo>
                    <a:pt x="811" y="580"/>
                    <a:pt x="842" y="591"/>
                    <a:pt x="874" y="591"/>
                  </a:cubicBezTo>
                  <a:cubicBezTo>
                    <a:pt x="912" y="591"/>
                    <a:pt x="950" y="575"/>
                    <a:pt x="977" y="544"/>
                  </a:cubicBezTo>
                  <a:cubicBezTo>
                    <a:pt x="1025" y="488"/>
                    <a:pt x="1018" y="402"/>
                    <a:pt x="961" y="353"/>
                  </a:cubicBezTo>
                  <a:lnTo>
                    <a:pt x="931" y="328"/>
                  </a:lnTo>
                  <a:cubicBezTo>
                    <a:pt x="911" y="310"/>
                    <a:pt x="820" y="238"/>
                    <a:pt x="678" y="209"/>
                  </a:cubicBezTo>
                  <a:lnTo>
                    <a:pt x="678" y="135"/>
                  </a:lnTo>
                  <a:cubicBezTo>
                    <a:pt x="678" y="62"/>
                    <a:pt x="617" y="0"/>
                    <a:pt x="543"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609" name="Google Shape;4609;p28"/>
            <p:cNvSpPr/>
            <p:nvPr/>
          </p:nvSpPr>
          <p:spPr>
            <a:xfrm>
              <a:off x="4104292" y="3643165"/>
              <a:ext cx="81869" cy="9586"/>
            </a:xfrm>
            <a:custGeom>
              <a:rect b="b" l="l" r="r" t="t"/>
              <a:pathLst>
                <a:path extrusionOk="0" h="270" w="2306">
                  <a:moveTo>
                    <a:pt x="134" y="1"/>
                  </a:moveTo>
                  <a:cubicBezTo>
                    <a:pt x="61" y="1"/>
                    <a:pt x="1" y="61"/>
                    <a:pt x="1" y="136"/>
                  </a:cubicBezTo>
                  <a:cubicBezTo>
                    <a:pt x="1" y="209"/>
                    <a:pt x="61" y="270"/>
                    <a:pt x="134" y="270"/>
                  </a:cubicBezTo>
                  <a:lnTo>
                    <a:pt x="2171" y="270"/>
                  </a:lnTo>
                  <a:cubicBezTo>
                    <a:pt x="2245" y="270"/>
                    <a:pt x="2306" y="209"/>
                    <a:pt x="2306" y="136"/>
                  </a:cubicBezTo>
                  <a:cubicBezTo>
                    <a:pt x="2306" y="60"/>
                    <a:pt x="2247" y="1"/>
                    <a:pt x="2171"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610" name="Google Shape;4610;p28"/>
            <p:cNvSpPr/>
            <p:nvPr/>
          </p:nvSpPr>
          <p:spPr>
            <a:xfrm>
              <a:off x="4104292" y="3664467"/>
              <a:ext cx="24568" cy="9657"/>
            </a:xfrm>
            <a:custGeom>
              <a:rect b="b" l="l" r="r" t="t"/>
              <a:pathLst>
                <a:path extrusionOk="0" h="272" w="692">
                  <a:moveTo>
                    <a:pt x="134" y="1"/>
                  </a:moveTo>
                  <a:cubicBezTo>
                    <a:pt x="61" y="1"/>
                    <a:pt x="1" y="63"/>
                    <a:pt x="1" y="136"/>
                  </a:cubicBezTo>
                  <a:cubicBezTo>
                    <a:pt x="1" y="210"/>
                    <a:pt x="61" y="271"/>
                    <a:pt x="134" y="271"/>
                  </a:cubicBezTo>
                  <a:lnTo>
                    <a:pt x="556" y="271"/>
                  </a:lnTo>
                  <a:cubicBezTo>
                    <a:pt x="629" y="271"/>
                    <a:pt x="691" y="210"/>
                    <a:pt x="691" y="136"/>
                  </a:cubicBezTo>
                  <a:cubicBezTo>
                    <a:pt x="691" y="63"/>
                    <a:pt x="631" y="1"/>
                    <a:pt x="556"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611" name="Google Shape;4611;p28"/>
            <p:cNvSpPr/>
            <p:nvPr/>
          </p:nvSpPr>
          <p:spPr>
            <a:xfrm>
              <a:off x="4145015" y="3664467"/>
              <a:ext cx="24568" cy="9657"/>
            </a:xfrm>
            <a:custGeom>
              <a:rect b="b" l="l" r="r" t="t"/>
              <a:pathLst>
                <a:path extrusionOk="0" h="272" w="692">
                  <a:moveTo>
                    <a:pt x="136" y="1"/>
                  </a:moveTo>
                  <a:cubicBezTo>
                    <a:pt x="62" y="1"/>
                    <a:pt x="1" y="63"/>
                    <a:pt x="1" y="136"/>
                  </a:cubicBezTo>
                  <a:cubicBezTo>
                    <a:pt x="1" y="210"/>
                    <a:pt x="62" y="271"/>
                    <a:pt x="136" y="271"/>
                  </a:cubicBezTo>
                  <a:lnTo>
                    <a:pt x="556" y="271"/>
                  </a:lnTo>
                  <a:cubicBezTo>
                    <a:pt x="631" y="271"/>
                    <a:pt x="691" y="210"/>
                    <a:pt x="691" y="136"/>
                  </a:cubicBezTo>
                  <a:cubicBezTo>
                    <a:pt x="691" y="63"/>
                    <a:pt x="631" y="1"/>
                    <a:pt x="556"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4612" name="Google Shape;4612;p28"/>
          <p:cNvGrpSpPr/>
          <p:nvPr/>
        </p:nvGrpSpPr>
        <p:grpSpPr>
          <a:xfrm>
            <a:off x="3451663" y="3489398"/>
            <a:ext cx="298657" cy="327037"/>
            <a:chOff x="3451663" y="3618198"/>
            <a:chExt cx="298657" cy="327037"/>
          </a:xfrm>
        </p:grpSpPr>
        <p:sp>
          <p:nvSpPr>
            <p:cNvPr id="4613" name="Google Shape;4613;p28"/>
            <p:cNvSpPr/>
            <p:nvPr/>
          </p:nvSpPr>
          <p:spPr>
            <a:xfrm>
              <a:off x="3451699" y="3624873"/>
              <a:ext cx="234707" cy="320362"/>
            </a:xfrm>
            <a:custGeom>
              <a:rect b="b" l="l" r="r" t="t"/>
              <a:pathLst>
                <a:path extrusionOk="0" h="9023" w="6611">
                  <a:moveTo>
                    <a:pt x="100" y="1"/>
                  </a:moveTo>
                  <a:cubicBezTo>
                    <a:pt x="45" y="1"/>
                    <a:pt x="1" y="45"/>
                    <a:pt x="1" y="100"/>
                  </a:cubicBezTo>
                  <a:lnTo>
                    <a:pt x="1" y="8923"/>
                  </a:lnTo>
                  <a:cubicBezTo>
                    <a:pt x="1" y="8977"/>
                    <a:pt x="45" y="9022"/>
                    <a:pt x="100" y="9022"/>
                  </a:cubicBezTo>
                  <a:lnTo>
                    <a:pt x="6511" y="9022"/>
                  </a:lnTo>
                  <a:cubicBezTo>
                    <a:pt x="6564" y="9022"/>
                    <a:pt x="6607" y="8977"/>
                    <a:pt x="6610" y="8923"/>
                  </a:cubicBezTo>
                  <a:lnTo>
                    <a:pt x="6610" y="100"/>
                  </a:lnTo>
                  <a:cubicBezTo>
                    <a:pt x="6610" y="45"/>
                    <a:pt x="6564" y="1"/>
                    <a:pt x="6511" y="1"/>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614" name="Google Shape;4614;p28"/>
            <p:cNvSpPr/>
            <p:nvPr/>
          </p:nvSpPr>
          <p:spPr>
            <a:xfrm>
              <a:off x="3669621" y="3656507"/>
              <a:ext cx="16686" cy="288727"/>
            </a:xfrm>
            <a:custGeom>
              <a:rect b="b" l="l" r="r" t="t"/>
              <a:pathLst>
                <a:path extrusionOk="0" h="8132" w="470">
                  <a:moveTo>
                    <a:pt x="0" y="1"/>
                  </a:moveTo>
                  <a:cubicBezTo>
                    <a:pt x="55" y="1"/>
                    <a:pt x="100" y="45"/>
                    <a:pt x="100" y="100"/>
                  </a:cubicBezTo>
                  <a:lnTo>
                    <a:pt x="100" y="8032"/>
                  </a:lnTo>
                  <a:cubicBezTo>
                    <a:pt x="100" y="8086"/>
                    <a:pt x="55" y="8131"/>
                    <a:pt x="0" y="8131"/>
                  </a:cubicBezTo>
                  <a:lnTo>
                    <a:pt x="372" y="8131"/>
                  </a:lnTo>
                  <a:cubicBezTo>
                    <a:pt x="425" y="8131"/>
                    <a:pt x="469" y="8086"/>
                    <a:pt x="469" y="8032"/>
                  </a:cubicBezTo>
                  <a:lnTo>
                    <a:pt x="469" y="100"/>
                  </a:lnTo>
                  <a:cubicBezTo>
                    <a:pt x="469" y="44"/>
                    <a:pt x="426" y="1"/>
                    <a:pt x="372"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615" name="Google Shape;4615;p28"/>
            <p:cNvSpPr/>
            <p:nvPr/>
          </p:nvSpPr>
          <p:spPr>
            <a:xfrm>
              <a:off x="3451663" y="3618198"/>
              <a:ext cx="234636" cy="42748"/>
            </a:xfrm>
            <a:custGeom>
              <a:rect b="b" l="l" r="r" t="t"/>
              <a:pathLst>
                <a:path extrusionOk="0" h="1204" w="6609">
                  <a:moveTo>
                    <a:pt x="100" y="0"/>
                  </a:moveTo>
                  <a:cubicBezTo>
                    <a:pt x="45" y="0"/>
                    <a:pt x="0" y="45"/>
                    <a:pt x="0" y="100"/>
                  </a:cubicBezTo>
                  <a:lnTo>
                    <a:pt x="0" y="1203"/>
                  </a:lnTo>
                  <a:lnTo>
                    <a:pt x="6608" y="1203"/>
                  </a:lnTo>
                  <a:lnTo>
                    <a:pt x="6608" y="100"/>
                  </a:lnTo>
                  <a:cubicBezTo>
                    <a:pt x="6608" y="43"/>
                    <a:pt x="6565" y="0"/>
                    <a:pt x="6511" y="0"/>
                  </a:cubicBez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616" name="Google Shape;4616;p28"/>
            <p:cNvSpPr/>
            <p:nvPr/>
          </p:nvSpPr>
          <p:spPr>
            <a:xfrm>
              <a:off x="3669656" y="3618198"/>
              <a:ext cx="16651" cy="42748"/>
            </a:xfrm>
            <a:custGeom>
              <a:rect b="b" l="l" r="r" t="t"/>
              <a:pathLst>
                <a:path extrusionOk="0" h="1204" w="469">
                  <a:moveTo>
                    <a:pt x="1" y="0"/>
                  </a:moveTo>
                  <a:cubicBezTo>
                    <a:pt x="55" y="0"/>
                    <a:pt x="100" y="45"/>
                    <a:pt x="100" y="100"/>
                  </a:cubicBezTo>
                  <a:lnTo>
                    <a:pt x="100" y="1203"/>
                  </a:lnTo>
                  <a:lnTo>
                    <a:pt x="468" y="1203"/>
                  </a:lnTo>
                  <a:lnTo>
                    <a:pt x="468" y="100"/>
                  </a:lnTo>
                  <a:cubicBezTo>
                    <a:pt x="468" y="43"/>
                    <a:pt x="425" y="0"/>
                    <a:pt x="372"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617" name="Google Shape;4617;p28"/>
            <p:cNvSpPr/>
            <p:nvPr/>
          </p:nvSpPr>
          <p:spPr>
            <a:xfrm>
              <a:off x="3532683" y="3688176"/>
              <a:ext cx="72603" cy="72608"/>
            </a:xfrm>
            <a:custGeom>
              <a:rect b="b" l="l" r="r" t="t"/>
              <a:pathLst>
                <a:path extrusionOk="0" h="2045" w="2045">
                  <a:moveTo>
                    <a:pt x="1022" y="1"/>
                  </a:moveTo>
                  <a:cubicBezTo>
                    <a:pt x="458" y="1"/>
                    <a:pt x="1" y="458"/>
                    <a:pt x="1" y="1023"/>
                  </a:cubicBezTo>
                  <a:cubicBezTo>
                    <a:pt x="1" y="1587"/>
                    <a:pt x="458" y="2044"/>
                    <a:pt x="1022" y="2044"/>
                  </a:cubicBezTo>
                  <a:cubicBezTo>
                    <a:pt x="1587" y="2044"/>
                    <a:pt x="2044" y="1587"/>
                    <a:pt x="2044" y="1023"/>
                  </a:cubicBezTo>
                  <a:cubicBezTo>
                    <a:pt x="2044" y="458"/>
                    <a:pt x="1587" y="1"/>
                    <a:pt x="1022" y="1"/>
                  </a:cubicBezTo>
                  <a:close/>
                </a:path>
              </a:pathLst>
            </a:cu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618" name="Google Shape;4618;p28"/>
            <p:cNvSpPr/>
            <p:nvPr/>
          </p:nvSpPr>
          <p:spPr>
            <a:xfrm>
              <a:off x="3541665" y="3690945"/>
              <a:ext cx="63656" cy="69838"/>
            </a:xfrm>
            <a:custGeom>
              <a:rect b="b" l="l" r="r" t="t"/>
              <a:pathLst>
                <a:path extrusionOk="0" h="1967" w="1793">
                  <a:moveTo>
                    <a:pt x="1165" y="0"/>
                  </a:moveTo>
                  <a:lnTo>
                    <a:pt x="1165" y="0"/>
                  </a:lnTo>
                  <a:cubicBezTo>
                    <a:pt x="1322" y="180"/>
                    <a:pt x="1417" y="415"/>
                    <a:pt x="1417" y="673"/>
                  </a:cubicBezTo>
                  <a:cubicBezTo>
                    <a:pt x="1417" y="1235"/>
                    <a:pt x="959" y="1694"/>
                    <a:pt x="395" y="1694"/>
                  </a:cubicBezTo>
                  <a:cubicBezTo>
                    <a:pt x="257" y="1694"/>
                    <a:pt x="122" y="1665"/>
                    <a:pt x="1" y="1615"/>
                  </a:cubicBezTo>
                  <a:lnTo>
                    <a:pt x="1" y="1615"/>
                  </a:lnTo>
                  <a:cubicBezTo>
                    <a:pt x="188" y="1831"/>
                    <a:pt x="463" y="1966"/>
                    <a:pt x="771" y="1966"/>
                  </a:cubicBezTo>
                  <a:cubicBezTo>
                    <a:pt x="1335" y="1966"/>
                    <a:pt x="1793" y="1509"/>
                    <a:pt x="1793" y="945"/>
                  </a:cubicBezTo>
                  <a:cubicBezTo>
                    <a:pt x="1793" y="520"/>
                    <a:pt x="1534" y="156"/>
                    <a:pt x="1165"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619" name="Google Shape;4619;p28"/>
            <p:cNvSpPr/>
            <p:nvPr/>
          </p:nvSpPr>
          <p:spPr>
            <a:xfrm>
              <a:off x="3482871" y="3782652"/>
              <a:ext cx="177122" cy="40405"/>
            </a:xfrm>
            <a:custGeom>
              <a:rect b="b" l="l" r="r" t="t"/>
              <a:pathLst>
                <a:path extrusionOk="0" h="1138" w="4989">
                  <a:moveTo>
                    <a:pt x="159" y="1"/>
                  </a:moveTo>
                  <a:cubicBezTo>
                    <a:pt x="71" y="1"/>
                    <a:pt x="1" y="70"/>
                    <a:pt x="1" y="159"/>
                  </a:cubicBezTo>
                  <a:lnTo>
                    <a:pt x="1" y="979"/>
                  </a:lnTo>
                  <a:cubicBezTo>
                    <a:pt x="1" y="1067"/>
                    <a:pt x="71" y="1137"/>
                    <a:pt x="159" y="1137"/>
                  </a:cubicBezTo>
                  <a:lnTo>
                    <a:pt x="4830" y="1137"/>
                  </a:lnTo>
                  <a:cubicBezTo>
                    <a:pt x="4919" y="1137"/>
                    <a:pt x="4988" y="1067"/>
                    <a:pt x="4988" y="979"/>
                  </a:cubicBezTo>
                  <a:lnTo>
                    <a:pt x="4988" y="159"/>
                  </a:lnTo>
                  <a:cubicBezTo>
                    <a:pt x="4988" y="70"/>
                    <a:pt x="4919" y="1"/>
                    <a:pt x="4830"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620" name="Google Shape;4620;p28"/>
            <p:cNvSpPr/>
            <p:nvPr/>
          </p:nvSpPr>
          <p:spPr>
            <a:xfrm>
              <a:off x="3641218" y="3782652"/>
              <a:ext cx="18781" cy="40405"/>
            </a:xfrm>
            <a:custGeom>
              <a:rect b="b" l="l" r="r" t="t"/>
              <a:pathLst>
                <a:path extrusionOk="0" h="1138" w="529">
                  <a:moveTo>
                    <a:pt x="0" y="1"/>
                  </a:moveTo>
                  <a:cubicBezTo>
                    <a:pt x="88" y="1"/>
                    <a:pt x="159" y="70"/>
                    <a:pt x="159" y="159"/>
                  </a:cubicBezTo>
                  <a:lnTo>
                    <a:pt x="159" y="979"/>
                  </a:lnTo>
                  <a:cubicBezTo>
                    <a:pt x="159" y="1067"/>
                    <a:pt x="88" y="1137"/>
                    <a:pt x="0" y="1137"/>
                  </a:cubicBezTo>
                  <a:lnTo>
                    <a:pt x="370" y="1137"/>
                  </a:lnTo>
                  <a:cubicBezTo>
                    <a:pt x="459" y="1137"/>
                    <a:pt x="528" y="1067"/>
                    <a:pt x="528" y="979"/>
                  </a:cubicBezTo>
                  <a:lnTo>
                    <a:pt x="528" y="159"/>
                  </a:lnTo>
                  <a:cubicBezTo>
                    <a:pt x="528" y="70"/>
                    <a:pt x="459" y="1"/>
                    <a:pt x="370" y="1"/>
                  </a:cubicBezTo>
                  <a:close/>
                </a:path>
              </a:pathLst>
            </a:custGeom>
            <a:solidFill>
              <a:srgbClr val="9FACB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621" name="Google Shape;4621;p28"/>
            <p:cNvSpPr/>
            <p:nvPr/>
          </p:nvSpPr>
          <p:spPr>
            <a:xfrm>
              <a:off x="3522280" y="3839919"/>
              <a:ext cx="90602" cy="9835"/>
            </a:xfrm>
            <a:custGeom>
              <a:rect b="b" l="l" r="r" t="t"/>
              <a:pathLst>
                <a:path extrusionOk="0" h="277" w="2552">
                  <a:moveTo>
                    <a:pt x="140" y="1"/>
                  </a:moveTo>
                  <a:cubicBezTo>
                    <a:pt x="63" y="1"/>
                    <a:pt x="0" y="64"/>
                    <a:pt x="0" y="139"/>
                  </a:cubicBezTo>
                  <a:cubicBezTo>
                    <a:pt x="0" y="215"/>
                    <a:pt x="62" y="277"/>
                    <a:pt x="140" y="277"/>
                  </a:cubicBezTo>
                  <a:lnTo>
                    <a:pt x="2413" y="277"/>
                  </a:lnTo>
                  <a:cubicBezTo>
                    <a:pt x="2488" y="277"/>
                    <a:pt x="2552" y="215"/>
                    <a:pt x="2552" y="139"/>
                  </a:cubicBezTo>
                  <a:cubicBezTo>
                    <a:pt x="2552" y="64"/>
                    <a:pt x="2490" y="1"/>
                    <a:pt x="2413"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622" name="Google Shape;4622;p28"/>
            <p:cNvSpPr/>
            <p:nvPr/>
          </p:nvSpPr>
          <p:spPr>
            <a:xfrm>
              <a:off x="3478007" y="3839919"/>
              <a:ext cx="31278" cy="9835"/>
            </a:xfrm>
            <a:custGeom>
              <a:rect b="b" l="l" r="r" t="t"/>
              <a:pathLst>
                <a:path extrusionOk="0" h="277" w="881">
                  <a:moveTo>
                    <a:pt x="139" y="1"/>
                  </a:moveTo>
                  <a:cubicBezTo>
                    <a:pt x="64" y="1"/>
                    <a:pt x="1" y="64"/>
                    <a:pt x="1" y="139"/>
                  </a:cubicBezTo>
                  <a:cubicBezTo>
                    <a:pt x="1" y="215"/>
                    <a:pt x="63" y="277"/>
                    <a:pt x="139" y="277"/>
                  </a:cubicBezTo>
                  <a:lnTo>
                    <a:pt x="742" y="277"/>
                  </a:lnTo>
                  <a:cubicBezTo>
                    <a:pt x="818" y="277"/>
                    <a:pt x="880" y="215"/>
                    <a:pt x="880" y="139"/>
                  </a:cubicBezTo>
                  <a:cubicBezTo>
                    <a:pt x="880" y="64"/>
                    <a:pt x="820" y="1"/>
                    <a:pt x="742"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623" name="Google Shape;4623;p28"/>
            <p:cNvSpPr/>
            <p:nvPr/>
          </p:nvSpPr>
          <p:spPr>
            <a:xfrm>
              <a:off x="3478007" y="3864240"/>
              <a:ext cx="134874" cy="9906"/>
            </a:xfrm>
            <a:custGeom>
              <a:rect b="b" l="l" r="r" t="t"/>
              <a:pathLst>
                <a:path extrusionOk="0" h="279" w="3799">
                  <a:moveTo>
                    <a:pt x="139" y="1"/>
                  </a:moveTo>
                  <a:cubicBezTo>
                    <a:pt x="64" y="1"/>
                    <a:pt x="1" y="64"/>
                    <a:pt x="1" y="139"/>
                  </a:cubicBezTo>
                  <a:cubicBezTo>
                    <a:pt x="1" y="215"/>
                    <a:pt x="63" y="278"/>
                    <a:pt x="139" y="278"/>
                  </a:cubicBezTo>
                  <a:lnTo>
                    <a:pt x="3660" y="278"/>
                  </a:lnTo>
                  <a:cubicBezTo>
                    <a:pt x="3735" y="278"/>
                    <a:pt x="3799" y="215"/>
                    <a:pt x="3799" y="139"/>
                  </a:cubicBezTo>
                  <a:cubicBezTo>
                    <a:pt x="3799" y="64"/>
                    <a:pt x="3737" y="1"/>
                    <a:pt x="3660"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624" name="Google Shape;4624;p28"/>
            <p:cNvSpPr/>
            <p:nvPr/>
          </p:nvSpPr>
          <p:spPr>
            <a:xfrm>
              <a:off x="3566553" y="3888560"/>
              <a:ext cx="46331" cy="9906"/>
            </a:xfrm>
            <a:custGeom>
              <a:rect b="b" l="l" r="r" t="t"/>
              <a:pathLst>
                <a:path extrusionOk="0" h="279" w="1305">
                  <a:moveTo>
                    <a:pt x="139" y="1"/>
                  </a:moveTo>
                  <a:cubicBezTo>
                    <a:pt x="63" y="1"/>
                    <a:pt x="1" y="63"/>
                    <a:pt x="1" y="140"/>
                  </a:cubicBezTo>
                  <a:cubicBezTo>
                    <a:pt x="1" y="215"/>
                    <a:pt x="61" y="278"/>
                    <a:pt x="139" y="278"/>
                  </a:cubicBezTo>
                  <a:lnTo>
                    <a:pt x="1166" y="278"/>
                  </a:lnTo>
                  <a:cubicBezTo>
                    <a:pt x="1241" y="278"/>
                    <a:pt x="1305" y="215"/>
                    <a:pt x="1305" y="140"/>
                  </a:cubicBezTo>
                  <a:cubicBezTo>
                    <a:pt x="1305" y="64"/>
                    <a:pt x="1243" y="1"/>
                    <a:pt x="1166"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625" name="Google Shape;4625;p28"/>
            <p:cNvSpPr/>
            <p:nvPr/>
          </p:nvSpPr>
          <p:spPr>
            <a:xfrm>
              <a:off x="3478007" y="3888560"/>
              <a:ext cx="75301" cy="9906"/>
            </a:xfrm>
            <a:custGeom>
              <a:rect b="b" l="l" r="r" t="t"/>
              <a:pathLst>
                <a:path extrusionOk="0" h="279" w="2121">
                  <a:moveTo>
                    <a:pt x="139" y="1"/>
                  </a:moveTo>
                  <a:cubicBezTo>
                    <a:pt x="64" y="1"/>
                    <a:pt x="1" y="63"/>
                    <a:pt x="1" y="140"/>
                  </a:cubicBezTo>
                  <a:cubicBezTo>
                    <a:pt x="1" y="215"/>
                    <a:pt x="63" y="278"/>
                    <a:pt x="139" y="278"/>
                  </a:cubicBezTo>
                  <a:lnTo>
                    <a:pt x="1981" y="278"/>
                  </a:lnTo>
                  <a:cubicBezTo>
                    <a:pt x="2057" y="278"/>
                    <a:pt x="2121" y="215"/>
                    <a:pt x="2121" y="140"/>
                  </a:cubicBezTo>
                  <a:cubicBezTo>
                    <a:pt x="2121" y="64"/>
                    <a:pt x="2059" y="1"/>
                    <a:pt x="1981"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626" name="Google Shape;4626;p28"/>
            <p:cNvSpPr/>
            <p:nvPr/>
          </p:nvSpPr>
          <p:spPr>
            <a:xfrm>
              <a:off x="3478007" y="3912951"/>
              <a:ext cx="134874" cy="9835"/>
            </a:xfrm>
            <a:custGeom>
              <a:rect b="b" l="l" r="r" t="t"/>
              <a:pathLst>
                <a:path extrusionOk="0" h="277" w="3799">
                  <a:moveTo>
                    <a:pt x="139" y="0"/>
                  </a:moveTo>
                  <a:cubicBezTo>
                    <a:pt x="64" y="0"/>
                    <a:pt x="1" y="62"/>
                    <a:pt x="1" y="138"/>
                  </a:cubicBezTo>
                  <a:cubicBezTo>
                    <a:pt x="1" y="213"/>
                    <a:pt x="63" y="276"/>
                    <a:pt x="139" y="276"/>
                  </a:cubicBezTo>
                  <a:lnTo>
                    <a:pt x="3660" y="276"/>
                  </a:lnTo>
                  <a:cubicBezTo>
                    <a:pt x="3735" y="276"/>
                    <a:pt x="3799" y="213"/>
                    <a:pt x="3799" y="138"/>
                  </a:cubicBezTo>
                  <a:cubicBezTo>
                    <a:pt x="3799" y="62"/>
                    <a:pt x="3737" y="0"/>
                    <a:pt x="3660"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627" name="Google Shape;4627;p28"/>
            <p:cNvSpPr/>
            <p:nvPr/>
          </p:nvSpPr>
          <p:spPr>
            <a:xfrm>
              <a:off x="3639158" y="3759042"/>
              <a:ext cx="111158" cy="186188"/>
            </a:xfrm>
            <a:custGeom>
              <a:rect b="b" l="l" r="r" t="t"/>
              <a:pathLst>
                <a:path extrusionOk="0" h="5244" w="3131">
                  <a:moveTo>
                    <a:pt x="159" y="1"/>
                  </a:moveTo>
                  <a:cubicBezTo>
                    <a:pt x="71" y="1"/>
                    <a:pt x="1" y="73"/>
                    <a:pt x="1" y="159"/>
                  </a:cubicBezTo>
                  <a:lnTo>
                    <a:pt x="1" y="5085"/>
                  </a:lnTo>
                  <a:cubicBezTo>
                    <a:pt x="1" y="5173"/>
                    <a:pt x="73" y="5243"/>
                    <a:pt x="159" y="5243"/>
                  </a:cubicBezTo>
                  <a:lnTo>
                    <a:pt x="2972" y="5243"/>
                  </a:lnTo>
                  <a:cubicBezTo>
                    <a:pt x="3059" y="5243"/>
                    <a:pt x="3131" y="5171"/>
                    <a:pt x="3131" y="5085"/>
                  </a:cubicBezTo>
                  <a:lnTo>
                    <a:pt x="3131" y="159"/>
                  </a:lnTo>
                  <a:cubicBezTo>
                    <a:pt x="3131" y="71"/>
                    <a:pt x="3059" y="1"/>
                    <a:pt x="2972" y="1"/>
                  </a:cubicBezTo>
                  <a:close/>
                </a:path>
              </a:pathLst>
            </a:cu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628" name="Google Shape;4628;p28"/>
            <p:cNvSpPr/>
            <p:nvPr/>
          </p:nvSpPr>
          <p:spPr>
            <a:xfrm>
              <a:off x="3731468" y="3759042"/>
              <a:ext cx="18852" cy="186188"/>
            </a:xfrm>
            <a:custGeom>
              <a:rect b="b" l="l" r="r" t="t"/>
              <a:pathLst>
                <a:path extrusionOk="0" h="5244" w="531">
                  <a:moveTo>
                    <a:pt x="1" y="1"/>
                  </a:moveTo>
                  <a:cubicBezTo>
                    <a:pt x="90" y="1"/>
                    <a:pt x="159" y="71"/>
                    <a:pt x="159" y="159"/>
                  </a:cubicBezTo>
                  <a:lnTo>
                    <a:pt x="159" y="5085"/>
                  </a:lnTo>
                  <a:cubicBezTo>
                    <a:pt x="159" y="5173"/>
                    <a:pt x="89" y="5243"/>
                    <a:pt x="1" y="5243"/>
                  </a:cubicBezTo>
                  <a:lnTo>
                    <a:pt x="372" y="5243"/>
                  </a:lnTo>
                  <a:cubicBezTo>
                    <a:pt x="460" y="5243"/>
                    <a:pt x="531" y="5171"/>
                    <a:pt x="531" y="5085"/>
                  </a:cubicBezTo>
                  <a:lnTo>
                    <a:pt x="531" y="159"/>
                  </a:lnTo>
                  <a:cubicBezTo>
                    <a:pt x="531" y="73"/>
                    <a:pt x="459" y="1"/>
                    <a:pt x="372"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629" name="Google Shape;4629;p28"/>
            <p:cNvSpPr/>
            <p:nvPr/>
          </p:nvSpPr>
          <p:spPr>
            <a:xfrm>
              <a:off x="3658543" y="3864240"/>
              <a:ext cx="72354" cy="9906"/>
            </a:xfrm>
            <a:custGeom>
              <a:rect b="b" l="l" r="r" t="t"/>
              <a:pathLst>
                <a:path extrusionOk="0" h="279" w="2038">
                  <a:moveTo>
                    <a:pt x="138" y="1"/>
                  </a:moveTo>
                  <a:cubicBezTo>
                    <a:pt x="62" y="1"/>
                    <a:pt x="0" y="64"/>
                    <a:pt x="0" y="139"/>
                  </a:cubicBezTo>
                  <a:cubicBezTo>
                    <a:pt x="0" y="215"/>
                    <a:pt x="60" y="278"/>
                    <a:pt x="138" y="278"/>
                  </a:cubicBezTo>
                  <a:lnTo>
                    <a:pt x="1900" y="278"/>
                  </a:lnTo>
                  <a:cubicBezTo>
                    <a:pt x="1976" y="278"/>
                    <a:pt x="2038" y="215"/>
                    <a:pt x="2038" y="139"/>
                  </a:cubicBezTo>
                  <a:cubicBezTo>
                    <a:pt x="2038" y="64"/>
                    <a:pt x="1976" y="1"/>
                    <a:pt x="1900"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630" name="Google Shape;4630;p28"/>
            <p:cNvSpPr/>
            <p:nvPr/>
          </p:nvSpPr>
          <p:spPr>
            <a:xfrm>
              <a:off x="3658579" y="3888560"/>
              <a:ext cx="55526" cy="9906"/>
            </a:xfrm>
            <a:custGeom>
              <a:rect b="b" l="l" r="r" t="t"/>
              <a:pathLst>
                <a:path extrusionOk="0" h="279" w="1564">
                  <a:moveTo>
                    <a:pt x="139" y="1"/>
                  </a:moveTo>
                  <a:cubicBezTo>
                    <a:pt x="64" y="1"/>
                    <a:pt x="0" y="63"/>
                    <a:pt x="0" y="140"/>
                  </a:cubicBezTo>
                  <a:cubicBezTo>
                    <a:pt x="0" y="215"/>
                    <a:pt x="61" y="278"/>
                    <a:pt x="139" y="278"/>
                  </a:cubicBezTo>
                  <a:lnTo>
                    <a:pt x="1425" y="278"/>
                  </a:lnTo>
                  <a:cubicBezTo>
                    <a:pt x="1503" y="278"/>
                    <a:pt x="1563" y="215"/>
                    <a:pt x="1563" y="140"/>
                  </a:cubicBezTo>
                  <a:cubicBezTo>
                    <a:pt x="1563" y="64"/>
                    <a:pt x="1503" y="1"/>
                    <a:pt x="1425"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631" name="Google Shape;4631;p28"/>
            <p:cNvSpPr/>
            <p:nvPr/>
          </p:nvSpPr>
          <p:spPr>
            <a:xfrm>
              <a:off x="3658579" y="3912951"/>
              <a:ext cx="55526" cy="9835"/>
            </a:xfrm>
            <a:custGeom>
              <a:rect b="b" l="l" r="r" t="t"/>
              <a:pathLst>
                <a:path extrusionOk="0" h="277" w="1564">
                  <a:moveTo>
                    <a:pt x="139" y="0"/>
                  </a:moveTo>
                  <a:cubicBezTo>
                    <a:pt x="64" y="0"/>
                    <a:pt x="0" y="62"/>
                    <a:pt x="0" y="138"/>
                  </a:cubicBezTo>
                  <a:cubicBezTo>
                    <a:pt x="0" y="213"/>
                    <a:pt x="61" y="276"/>
                    <a:pt x="139" y="276"/>
                  </a:cubicBezTo>
                  <a:lnTo>
                    <a:pt x="1425" y="276"/>
                  </a:lnTo>
                  <a:cubicBezTo>
                    <a:pt x="1503" y="276"/>
                    <a:pt x="1563" y="213"/>
                    <a:pt x="1563" y="138"/>
                  </a:cubicBezTo>
                  <a:cubicBezTo>
                    <a:pt x="1563" y="62"/>
                    <a:pt x="1503" y="0"/>
                    <a:pt x="1425"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4632" name="Google Shape;4632;p28"/>
          <p:cNvSpPr/>
          <p:nvPr/>
        </p:nvSpPr>
        <p:spPr>
          <a:xfrm>
            <a:off x="2790123" y="3489327"/>
            <a:ext cx="326978" cy="327037"/>
          </a:xfrm>
          <a:custGeom>
            <a:rect b="b" l="l" r="r" t="t"/>
            <a:pathLst>
              <a:path extrusionOk="0" h="9211" w="9210">
                <a:moveTo>
                  <a:pt x="4052" y="1"/>
                </a:moveTo>
                <a:cubicBezTo>
                  <a:pt x="3955" y="1"/>
                  <a:pt x="3878" y="80"/>
                  <a:pt x="3878" y="175"/>
                </a:cubicBezTo>
                <a:lnTo>
                  <a:pt x="3878" y="1087"/>
                </a:lnTo>
                <a:cubicBezTo>
                  <a:pt x="3741" y="1116"/>
                  <a:pt x="3606" y="1152"/>
                  <a:pt x="3475" y="1195"/>
                </a:cubicBezTo>
                <a:lnTo>
                  <a:pt x="3018" y="405"/>
                </a:lnTo>
                <a:cubicBezTo>
                  <a:pt x="2986" y="348"/>
                  <a:pt x="2927" y="317"/>
                  <a:pt x="2866" y="317"/>
                </a:cubicBezTo>
                <a:cubicBezTo>
                  <a:pt x="2837" y="317"/>
                  <a:pt x="2806" y="324"/>
                  <a:pt x="2778" y="340"/>
                </a:cubicBezTo>
                <a:lnTo>
                  <a:pt x="1824" y="893"/>
                </a:lnTo>
                <a:cubicBezTo>
                  <a:pt x="1739" y="941"/>
                  <a:pt x="1710" y="1047"/>
                  <a:pt x="1759" y="1132"/>
                </a:cubicBezTo>
                <a:lnTo>
                  <a:pt x="2215" y="1923"/>
                </a:lnTo>
                <a:cubicBezTo>
                  <a:pt x="2110" y="2016"/>
                  <a:pt x="2014" y="2113"/>
                  <a:pt x="1922" y="2217"/>
                </a:cubicBezTo>
                <a:lnTo>
                  <a:pt x="1130" y="1759"/>
                </a:lnTo>
                <a:cubicBezTo>
                  <a:pt x="1102" y="1743"/>
                  <a:pt x="1072" y="1736"/>
                  <a:pt x="1043" y="1736"/>
                </a:cubicBezTo>
                <a:cubicBezTo>
                  <a:pt x="982" y="1736"/>
                  <a:pt x="924" y="1767"/>
                  <a:pt x="892" y="1824"/>
                </a:cubicBezTo>
                <a:lnTo>
                  <a:pt x="339" y="2780"/>
                </a:lnTo>
                <a:cubicBezTo>
                  <a:pt x="290" y="2865"/>
                  <a:pt x="319" y="2970"/>
                  <a:pt x="404" y="3019"/>
                </a:cubicBezTo>
                <a:lnTo>
                  <a:pt x="1194" y="3476"/>
                </a:lnTo>
                <a:cubicBezTo>
                  <a:pt x="1151" y="3607"/>
                  <a:pt x="1115" y="3739"/>
                  <a:pt x="1086" y="3879"/>
                </a:cubicBezTo>
                <a:lnTo>
                  <a:pt x="176" y="3879"/>
                </a:lnTo>
                <a:cubicBezTo>
                  <a:pt x="79" y="3879"/>
                  <a:pt x="1" y="3958"/>
                  <a:pt x="1" y="4053"/>
                </a:cubicBezTo>
                <a:lnTo>
                  <a:pt x="1" y="5157"/>
                </a:lnTo>
                <a:cubicBezTo>
                  <a:pt x="1" y="5255"/>
                  <a:pt x="80" y="5332"/>
                  <a:pt x="176" y="5332"/>
                </a:cubicBezTo>
                <a:lnTo>
                  <a:pt x="1087" y="5332"/>
                </a:lnTo>
                <a:cubicBezTo>
                  <a:pt x="1116" y="5469"/>
                  <a:pt x="1152" y="5603"/>
                  <a:pt x="1195" y="5734"/>
                </a:cubicBezTo>
                <a:lnTo>
                  <a:pt x="407" y="6192"/>
                </a:lnTo>
                <a:cubicBezTo>
                  <a:pt x="322" y="6241"/>
                  <a:pt x="293" y="6346"/>
                  <a:pt x="342" y="6430"/>
                </a:cubicBezTo>
                <a:lnTo>
                  <a:pt x="893" y="7386"/>
                </a:lnTo>
                <a:cubicBezTo>
                  <a:pt x="926" y="7443"/>
                  <a:pt x="984" y="7475"/>
                  <a:pt x="1045" y="7475"/>
                </a:cubicBezTo>
                <a:cubicBezTo>
                  <a:pt x="1075" y="7475"/>
                  <a:pt x="1105" y="7467"/>
                  <a:pt x="1133" y="7451"/>
                </a:cubicBezTo>
                <a:lnTo>
                  <a:pt x="1925" y="6995"/>
                </a:lnTo>
                <a:cubicBezTo>
                  <a:pt x="2015" y="7098"/>
                  <a:pt x="2115" y="7196"/>
                  <a:pt x="2217" y="7287"/>
                </a:cubicBezTo>
                <a:lnTo>
                  <a:pt x="1761" y="8078"/>
                </a:lnTo>
                <a:cubicBezTo>
                  <a:pt x="1712" y="8163"/>
                  <a:pt x="1741" y="8270"/>
                  <a:pt x="1826" y="8318"/>
                </a:cubicBezTo>
                <a:lnTo>
                  <a:pt x="2781" y="8870"/>
                </a:lnTo>
                <a:cubicBezTo>
                  <a:pt x="2809" y="8886"/>
                  <a:pt x="2839" y="8893"/>
                  <a:pt x="2868" y="8893"/>
                </a:cubicBezTo>
                <a:cubicBezTo>
                  <a:pt x="2929" y="8893"/>
                  <a:pt x="2987" y="8862"/>
                  <a:pt x="3020" y="8805"/>
                </a:cubicBezTo>
                <a:lnTo>
                  <a:pt x="3476" y="8016"/>
                </a:lnTo>
                <a:cubicBezTo>
                  <a:pt x="3608" y="8059"/>
                  <a:pt x="3741" y="8095"/>
                  <a:pt x="3879" y="8124"/>
                </a:cubicBezTo>
                <a:lnTo>
                  <a:pt x="3879" y="9035"/>
                </a:lnTo>
                <a:cubicBezTo>
                  <a:pt x="3879" y="9133"/>
                  <a:pt x="3958" y="9211"/>
                  <a:pt x="4055" y="9211"/>
                </a:cubicBezTo>
                <a:lnTo>
                  <a:pt x="5158" y="9211"/>
                </a:lnTo>
                <a:cubicBezTo>
                  <a:pt x="5255" y="9211"/>
                  <a:pt x="5332" y="9132"/>
                  <a:pt x="5332" y="9035"/>
                </a:cubicBezTo>
                <a:lnTo>
                  <a:pt x="5332" y="8124"/>
                </a:lnTo>
                <a:cubicBezTo>
                  <a:pt x="5469" y="8095"/>
                  <a:pt x="5604" y="8059"/>
                  <a:pt x="5735" y="8016"/>
                </a:cubicBezTo>
                <a:lnTo>
                  <a:pt x="6193" y="8805"/>
                </a:lnTo>
                <a:cubicBezTo>
                  <a:pt x="6225" y="8862"/>
                  <a:pt x="6283" y="8893"/>
                  <a:pt x="6344" y="8893"/>
                </a:cubicBezTo>
                <a:cubicBezTo>
                  <a:pt x="6373" y="8893"/>
                  <a:pt x="6404" y="8886"/>
                  <a:pt x="6432" y="8870"/>
                </a:cubicBezTo>
                <a:lnTo>
                  <a:pt x="7387" y="8318"/>
                </a:lnTo>
                <a:cubicBezTo>
                  <a:pt x="7472" y="8270"/>
                  <a:pt x="7501" y="8163"/>
                  <a:pt x="7452" y="8078"/>
                </a:cubicBezTo>
                <a:lnTo>
                  <a:pt x="6995" y="7287"/>
                </a:lnTo>
                <a:cubicBezTo>
                  <a:pt x="7100" y="7196"/>
                  <a:pt x="7196" y="7097"/>
                  <a:pt x="7288" y="6995"/>
                </a:cubicBezTo>
                <a:lnTo>
                  <a:pt x="8080" y="7451"/>
                </a:lnTo>
                <a:cubicBezTo>
                  <a:pt x="8108" y="7467"/>
                  <a:pt x="8138" y="7475"/>
                  <a:pt x="8168" y="7475"/>
                </a:cubicBezTo>
                <a:cubicBezTo>
                  <a:pt x="8228" y="7475"/>
                  <a:pt x="8287" y="7443"/>
                  <a:pt x="8318" y="7386"/>
                </a:cubicBezTo>
                <a:lnTo>
                  <a:pt x="8871" y="6430"/>
                </a:lnTo>
                <a:cubicBezTo>
                  <a:pt x="8920" y="6346"/>
                  <a:pt x="8891" y="6241"/>
                  <a:pt x="8806" y="6192"/>
                </a:cubicBezTo>
                <a:lnTo>
                  <a:pt x="8016" y="5734"/>
                </a:lnTo>
                <a:cubicBezTo>
                  <a:pt x="8059" y="5603"/>
                  <a:pt x="8095" y="5471"/>
                  <a:pt x="8124" y="5332"/>
                </a:cubicBezTo>
                <a:lnTo>
                  <a:pt x="9037" y="5332"/>
                </a:lnTo>
                <a:cubicBezTo>
                  <a:pt x="9037" y="5332"/>
                  <a:pt x="9038" y="5333"/>
                  <a:pt x="9039" y="5333"/>
                </a:cubicBezTo>
                <a:cubicBezTo>
                  <a:pt x="9133" y="5333"/>
                  <a:pt x="9209" y="5254"/>
                  <a:pt x="9209" y="5157"/>
                </a:cubicBezTo>
                <a:lnTo>
                  <a:pt x="9209" y="4053"/>
                </a:lnTo>
                <a:cubicBezTo>
                  <a:pt x="9209" y="3955"/>
                  <a:pt x="9130" y="3879"/>
                  <a:pt x="9035" y="3879"/>
                </a:cubicBezTo>
                <a:lnTo>
                  <a:pt x="8123" y="3879"/>
                </a:lnTo>
                <a:cubicBezTo>
                  <a:pt x="8094" y="3742"/>
                  <a:pt x="8058" y="3607"/>
                  <a:pt x="8015" y="3476"/>
                </a:cubicBezTo>
                <a:lnTo>
                  <a:pt x="8805" y="3019"/>
                </a:lnTo>
                <a:cubicBezTo>
                  <a:pt x="8890" y="2970"/>
                  <a:pt x="8919" y="2865"/>
                  <a:pt x="8870" y="2780"/>
                </a:cubicBezTo>
                <a:lnTo>
                  <a:pt x="8317" y="1824"/>
                </a:lnTo>
                <a:cubicBezTo>
                  <a:pt x="8284" y="1767"/>
                  <a:pt x="8226" y="1736"/>
                  <a:pt x="8166" y="1736"/>
                </a:cubicBezTo>
                <a:cubicBezTo>
                  <a:pt x="8136" y="1736"/>
                  <a:pt x="8106" y="1743"/>
                  <a:pt x="8078" y="1759"/>
                </a:cubicBezTo>
                <a:lnTo>
                  <a:pt x="7287" y="2217"/>
                </a:lnTo>
                <a:cubicBezTo>
                  <a:pt x="7195" y="2112"/>
                  <a:pt x="7095" y="2016"/>
                  <a:pt x="6993" y="1923"/>
                </a:cubicBezTo>
                <a:lnTo>
                  <a:pt x="7451" y="1132"/>
                </a:lnTo>
                <a:cubicBezTo>
                  <a:pt x="7498" y="1047"/>
                  <a:pt x="7469" y="941"/>
                  <a:pt x="7385" y="893"/>
                </a:cubicBezTo>
                <a:lnTo>
                  <a:pt x="6430" y="340"/>
                </a:lnTo>
                <a:cubicBezTo>
                  <a:pt x="6402" y="324"/>
                  <a:pt x="6372" y="317"/>
                  <a:pt x="6342" y="317"/>
                </a:cubicBezTo>
                <a:cubicBezTo>
                  <a:pt x="6282" y="317"/>
                  <a:pt x="6223" y="348"/>
                  <a:pt x="6190" y="405"/>
                </a:cubicBezTo>
                <a:lnTo>
                  <a:pt x="5734" y="1195"/>
                </a:lnTo>
                <a:cubicBezTo>
                  <a:pt x="5603" y="1152"/>
                  <a:pt x="5469" y="1116"/>
                  <a:pt x="5331" y="1087"/>
                </a:cubicBezTo>
                <a:lnTo>
                  <a:pt x="5331" y="175"/>
                </a:lnTo>
                <a:cubicBezTo>
                  <a:pt x="5331" y="77"/>
                  <a:pt x="5252" y="1"/>
                  <a:pt x="5157" y="1"/>
                </a:cubicBezTo>
                <a:close/>
              </a:path>
            </a:pathLst>
          </a:cu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633" name="Google Shape;4633;p28"/>
          <p:cNvSpPr/>
          <p:nvPr/>
        </p:nvSpPr>
        <p:spPr>
          <a:xfrm>
            <a:off x="2960008" y="3489434"/>
            <a:ext cx="22402" cy="41967"/>
          </a:xfrm>
          <a:custGeom>
            <a:rect b="b" l="l" r="r" t="t"/>
            <a:pathLst>
              <a:path extrusionOk="0" h="1182" w="631">
                <a:moveTo>
                  <a:pt x="1" y="1"/>
                </a:moveTo>
                <a:cubicBezTo>
                  <a:pt x="97" y="1"/>
                  <a:pt x="176" y="78"/>
                  <a:pt x="176" y="175"/>
                </a:cubicBezTo>
                <a:lnTo>
                  <a:pt x="176" y="879"/>
                </a:lnTo>
                <a:cubicBezTo>
                  <a:pt x="176" y="998"/>
                  <a:pt x="257" y="1103"/>
                  <a:pt x="372" y="1132"/>
                </a:cubicBezTo>
                <a:cubicBezTo>
                  <a:pt x="399" y="1139"/>
                  <a:pt x="425" y="1152"/>
                  <a:pt x="452" y="1166"/>
                </a:cubicBezTo>
                <a:cubicBezTo>
                  <a:pt x="472" y="1177"/>
                  <a:pt x="493" y="1182"/>
                  <a:pt x="513" y="1182"/>
                </a:cubicBezTo>
                <a:cubicBezTo>
                  <a:pt x="563" y="1182"/>
                  <a:pt x="611" y="1153"/>
                  <a:pt x="631" y="1103"/>
                </a:cubicBezTo>
                <a:cubicBezTo>
                  <a:pt x="604" y="1099"/>
                  <a:pt x="576" y="1092"/>
                  <a:pt x="547" y="1086"/>
                </a:cubicBezTo>
                <a:lnTo>
                  <a:pt x="546" y="1086"/>
                </a:lnTo>
                <a:lnTo>
                  <a:pt x="546" y="175"/>
                </a:lnTo>
                <a:cubicBezTo>
                  <a:pt x="546" y="80"/>
                  <a:pt x="468" y="1"/>
                  <a:pt x="372"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634" name="Google Shape;4634;p28"/>
          <p:cNvSpPr/>
          <p:nvPr/>
        </p:nvSpPr>
        <p:spPr>
          <a:xfrm>
            <a:off x="2960079" y="3774778"/>
            <a:ext cx="22331" cy="41576"/>
          </a:xfrm>
          <a:custGeom>
            <a:rect b="b" l="l" r="r" t="t"/>
            <a:pathLst>
              <a:path extrusionOk="0" h="1171" w="629">
                <a:moveTo>
                  <a:pt x="518" y="0"/>
                </a:moveTo>
                <a:cubicBezTo>
                  <a:pt x="506" y="0"/>
                  <a:pt x="493" y="2"/>
                  <a:pt x="481" y="6"/>
                </a:cubicBezTo>
                <a:cubicBezTo>
                  <a:pt x="445" y="17"/>
                  <a:pt x="409" y="28"/>
                  <a:pt x="373" y="37"/>
                </a:cubicBezTo>
                <a:cubicBezTo>
                  <a:pt x="256" y="67"/>
                  <a:pt x="176" y="172"/>
                  <a:pt x="176" y="293"/>
                </a:cubicBezTo>
                <a:lnTo>
                  <a:pt x="176" y="995"/>
                </a:lnTo>
                <a:cubicBezTo>
                  <a:pt x="176" y="1092"/>
                  <a:pt x="98" y="1171"/>
                  <a:pt x="0" y="1171"/>
                </a:cubicBezTo>
                <a:lnTo>
                  <a:pt x="371" y="1171"/>
                </a:lnTo>
                <a:cubicBezTo>
                  <a:pt x="466" y="1171"/>
                  <a:pt x="545" y="1093"/>
                  <a:pt x="545" y="995"/>
                </a:cubicBezTo>
                <a:lnTo>
                  <a:pt x="545" y="84"/>
                </a:lnTo>
                <a:cubicBezTo>
                  <a:pt x="573" y="78"/>
                  <a:pt x="602" y="73"/>
                  <a:pt x="629" y="65"/>
                </a:cubicBezTo>
                <a:cubicBezTo>
                  <a:pt x="605" y="25"/>
                  <a:pt x="562" y="0"/>
                  <a:pt x="518"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635" name="Google Shape;4635;p28"/>
          <p:cNvSpPr/>
          <p:nvPr/>
        </p:nvSpPr>
        <p:spPr>
          <a:xfrm>
            <a:off x="3007228" y="3739949"/>
            <a:ext cx="49135" cy="65152"/>
          </a:xfrm>
          <a:custGeom>
            <a:rect b="b" l="l" r="r" t="t"/>
            <a:pathLst>
              <a:path extrusionOk="0" h="1835" w="1384">
                <a:moveTo>
                  <a:pt x="851" y="0"/>
                </a:moveTo>
                <a:cubicBezTo>
                  <a:pt x="782" y="0"/>
                  <a:pt x="714" y="28"/>
                  <a:pt x="662" y="79"/>
                </a:cubicBezTo>
                <a:lnTo>
                  <a:pt x="655" y="87"/>
                </a:lnTo>
                <a:cubicBezTo>
                  <a:pt x="570" y="170"/>
                  <a:pt x="553" y="303"/>
                  <a:pt x="612" y="406"/>
                </a:cubicBezTo>
                <a:lnTo>
                  <a:pt x="892" y="874"/>
                </a:lnTo>
                <a:cubicBezTo>
                  <a:pt x="941" y="959"/>
                  <a:pt x="913" y="1065"/>
                  <a:pt x="828" y="1113"/>
                </a:cubicBezTo>
                <a:lnTo>
                  <a:pt x="0" y="1615"/>
                </a:lnTo>
                <a:lnTo>
                  <a:pt x="75" y="1746"/>
                </a:lnTo>
                <a:cubicBezTo>
                  <a:pt x="108" y="1803"/>
                  <a:pt x="167" y="1834"/>
                  <a:pt x="227" y="1834"/>
                </a:cubicBezTo>
                <a:cubicBezTo>
                  <a:pt x="257" y="1834"/>
                  <a:pt x="287" y="1827"/>
                  <a:pt x="315" y="1811"/>
                </a:cubicBezTo>
                <a:lnTo>
                  <a:pt x="1270" y="1259"/>
                </a:lnTo>
                <a:cubicBezTo>
                  <a:pt x="1354" y="1211"/>
                  <a:pt x="1383" y="1104"/>
                  <a:pt x="1336" y="1019"/>
                </a:cubicBezTo>
                <a:lnTo>
                  <a:pt x="878" y="225"/>
                </a:lnTo>
                <a:cubicBezTo>
                  <a:pt x="934" y="176"/>
                  <a:pt x="989" y="124"/>
                  <a:pt x="1042" y="69"/>
                </a:cubicBezTo>
                <a:lnTo>
                  <a:pt x="982" y="36"/>
                </a:lnTo>
                <a:cubicBezTo>
                  <a:pt x="941" y="12"/>
                  <a:pt x="896" y="0"/>
                  <a:pt x="851"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636" name="Google Shape;4636;p28"/>
          <p:cNvSpPr/>
          <p:nvPr/>
        </p:nvSpPr>
        <p:spPr>
          <a:xfrm>
            <a:off x="3006696" y="3500617"/>
            <a:ext cx="49668" cy="65010"/>
          </a:xfrm>
          <a:custGeom>
            <a:rect b="b" l="l" r="r" t="t"/>
            <a:pathLst>
              <a:path extrusionOk="0" h="1831" w="1399">
                <a:moveTo>
                  <a:pt x="242" y="0"/>
                </a:moveTo>
                <a:cubicBezTo>
                  <a:pt x="182" y="0"/>
                  <a:pt x="123" y="32"/>
                  <a:pt x="90" y="89"/>
                </a:cubicBezTo>
                <a:lnTo>
                  <a:pt x="1" y="244"/>
                </a:lnTo>
                <a:lnTo>
                  <a:pt x="830" y="722"/>
                </a:lnTo>
                <a:cubicBezTo>
                  <a:pt x="915" y="771"/>
                  <a:pt x="943" y="877"/>
                  <a:pt x="895" y="961"/>
                </a:cubicBezTo>
                <a:lnTo>
                  <a:pt x="627" y="1426"/>
                </a:lnTo>
                <a:cubicBezTo>
                  <a:pt x="566" y="1529"/>
                  <a:pt x="585" y="1662"/>
                  <a:pt x="670" y="1745"/>
                </a:cubicBezTo>
                <a:lnTo>
                  <a:pt x="677" y="1752"/>
                </a:lnTo>
                <a:cubicBezTo>
                  <a:pt x="729" y="1804"/>
                  <a:pt x="797" y="1831"/>
                  <a:pt x="866" y="1831"/>
                </a:cubicBezTo>
                <a:cubicBezTo>
                  <a:pt x="911" y="1831"/>
                  <a:pt x="957" y="1819"/>
                  <a:pt x="998" y="1795"/>
                </a:cubicBezTo>
                <a:lnTo>
                  <a:pt x="1057" y="1762"/>
                </a:lnTo>
                <a:cubicBezTo>
                  <a:pt x="1005" y="1709"/>
                  <a:pt x="949" y="1657"/>
                  <a:pt x="893" y="1607"/>
                </a:cubicBezTo>
                <a:lnTo>
                  <a:pt x="1351" y="815"/>
                </a:lnTo>
                <a:cubicBezTo>
                  <a:pt x="1398" y="730"/>
                  <a:pt x="1369" y="625"/>
                  <a:pt x="1286" y="577"/>
                </a:cubicBezTo>
                <a:lnTo>
                  <a:pt x="330" y="24"/>
                </a:lnTo>
                <a:cubicBezTo>
                  <a:pt x="302" y="8"/>
                  <a:pt x="272" y="0"/>
                  <a:pt x="242"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637" name="Google Shape;4637;p28"/>
          <p:cNvSpPr/>
          <p:nvPr/>
        </p:nvSpPr>
        <p:spPr>
          <a:xfrm>
            <a:off x="3061514" y="3678669"/>
            <a:ext cx="45266" cy="76052"/>
          </a:xfrm>
          <a:custGeom>
            <a:rect b="b" l="l" r="r" t="t"/>
            <a:pathLst>
              <a:path extrusionOk="0" h="2142" w="1275">
                <a:moveTo>
                  <a:pt x="318" y="1"/>
                </a:moveTo>
                <a:cubicBezTo>
                  <a:pt x="197" y="1"/>
                  <a:pt x="92" y="82"/>
                  <a:pt x="61" y="198"/>
                </a:cubicBezTo>
                <a:cubicBezTo>
                  <a:pt x="61" y="201"/>
                  <a:pt x="60" y="202"/>
                  <a:pt x="60" y="205"/>
                </a:cubicBezTo>
                <a:cubicBezTo>
                  <a:pt x="1" y="405"/>
                  <a:pt x="92" y="618"/>
                  <a:pt x="274" y="719"/>
                </a:cubicBezTo>
                <a:lnTo>
                  <a:pt x="699" y="952"/>
                </a:lnTo>
                <a:cubicBezTo>
                  <a:pt x="781" y="1001"/>
                  <a:pt x="752" y="1105"/>
                  <a:pt x="703" y="1190"/>
                </a:cubicBezTo>
                <a:lnTo>
                  <a:pt x="254" y="2014"/>
                </a:lnTo>
                <a:lnTo>
                  <a:pt x="434" y="2118"/>
                </a:lnTo>
                <a:cubicBezTo>
                  <a:pt x="462" y="2134"/>
                  <a:pt x="492" y="2142"/>
                  <a:pt x="522" y="2142"/>
                </a:cubicBezTo>
                <a:cubicBezTo>
                  <a:pt x="582" y="2142"/>
                  <a:pt x="640" y="2110"/>
                  <a:pt x="673" y="2053"/>
                </a:cubicBezTo>
                <a:lnTo>
                  <a:pt x="1226" y="1097"/>
                </a:lnTo>
                <a:cubicBezTo>
                  <a:pt x="1275" y="1014"/>
                  <a:pt x="1246" y="908"/>
                  <a:pt x="1161" y="860"/>
                </a:cubicBezTo>
                <a:lnTo>
                  <a:pt x="371" y="404"/>
                </a:lnTo>
                <a:cubicBezTo>
                  <a:pt x="414" y="273"/>
                  <a:pt x="450" y="138"/>
                  <a:pt x="479"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638" name="Google Shape;4638;p28"/>
          <p:cNvSpPr/>
          <p:nvPr/>
        </p:nvSpPr>
        <p:spPr>
          <a:xfrm>
            <a:off x="3061691" y="3550997"/>
            <a:ext cx="45053" cy="76158"/>
          </a:xfrm>
          <a:custGeom>
            <a:rect b="b" l="l" r="r" t="t"/>
            <a:pathLst>
              <a:path extrusionOk="0" h="2145" w="1269">
                <a:moveTo>
                  <a:pt x="516" y="1"/>
                </a:moveTo>
                <a:cubicBezTo>
                  <a:pt x="487" y="1"/>
                  <a:pt x="457" y="8"/>
                  <a:pt x="429" y="24"/>
                </a:cubicBezTo>
                <a:lnTo>
                  <a:pt x="231" y="137"/>
                </a:lnTo>
                <a:lnTo>
                  <a:pt x="754" y="1015"/>
                </a:lnTo>
                <a:cubicBezTo>
                  <a:pt x="803" y="1100"/>
                  <a:pt x="774" y="1207"/>
                  <a:pt x="690" y="1257"/>
                </a:cubicBezTo>
                <a:lnTo>
                  <a:pt x="141" y="1582"/>
                </a:lnTo>
                <a:cubicBezTo>
                  <a:pt x="59" y="1628"/>
                  <a:pt x="22" y="1732"/>
                  <a:pt x="15" y="1821"/>
                </a:cubicBezTo>
                <a:cubicBezTo>
                  <a:pt x="0" y="2005"/>
                  <a:pt x="136" y="2136"/>
                  <a:pt x="314" y="2144"/>
                </a:cubicBezTo>
                <a:cubicBezTo>
                  <a:pt x="332" y="2144"/>
                  <a:pt x="349" y="2144"/>
                  <a:pt x="367" y="2144"/>
                </a:cubicBezTo>
                <a:cubicBezTo>
                  <a:pt x="402" y="2144"/>
                  <a:pt x="437" y="2144"/>
                  <a:pt x="474" y="2144"/>
                </a:cubicBezTo>
                <a:cubicBezTo>
                  <a:pt x="445" y="2005"/>
                  <a:pt x="409" y="1872"/>
                  <a:pt x="366" y="1741"/>
                </a:cubicBezTo>
                <a:lnTo>
                  <a:pt x="1156" y="1283"/>
                </a:lnTo>
                <a:cubicBezTo>
                  <a:pt x="1241" y="1235"/>
                  <a:pt x="1268" y="1129"/>
                  <a:pt x="1221" y="1044"/>
                </a:cubicBezTo>
                <a:lnTo>
                  <a:pt x="668" y="89"/>
                </a:lnTo>
                <a:cubicBezTo>
                  <a:pt x="635" y="32"/>
                  <a:pt x="577" y="1"/>
                  <a:pt x="516"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639" name="Google Shape;4639;p28"/>
          <p:cNvSpPr/>
          <p:nvPr/>
        </p:nvSpPr>
        <p:spPr>
          <a:xfrm>
            <a:off x="3097692" y="3627082"/>
            <a:ext cx="19420" cy="51624"/>
          </a:xfrm>
          <a:custGeom>
            <a:rect b="b" l="l" r="r" t="t"/>
            <a:pathLst>
              <a:path extrusionOk="0" h="1454" w="547">
                <a:moveTo>
                  <a:pt x="375" y="0"/>
                </a:moveTo>
                <a:cubicBezTo>
                  <a:pt x="374" y="0"/>
                  <a:pt x="373" y="0"/>
                  <a:pt x="372" y="1"/>
                </a:cubicBezTo>
                <a:lnTo>
                  <a:pt x="1" y="1"/>
                </a:lnTo>
                <a:cubicBezTo>
                  <a:pt x="97" y="1"/>
                  <a:pt x="176" y="78"/>
                  <a:pt x="176" y="175"/>
                </a:cubicBezTo>
                <a:lnTo>
                  <a:pt x="176" y="1278"/>
                </a:lnTo>
                <a:cubicBezTo>
                  <a:pt x="176" y="1375"/>
                  <a:pt x="99" y="1454"/>
                  <a:pt x="1" y="1454"/>
                </a:cubicBezTo>
                <a:lnTo>
                  <a:pt x="372" y="1454"/>
                </a:lnTo>
                <a:cubicBezTo>
                  <a:pt x="467" y="1454"/>
                  <a:pt x="546" y="1376"/>
                  <a:pt x="546" y="1278"/>
                </a:cubicBezTo>
                <a:lnTo>
                  <a:pt x="546" y="175"/>
                </a:lnTo>
                <a:cubicBezTo>
                  <a:pt x="546" y="79"/>
                  <a:pt x="470" y="0"/>
                  <a:pt x="375"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640" name="Google Shape;4640;p28"/>
          <p:cNvSpPr/>
          <p:nvPr/>
        </p:nvSpPr>
        <p:spPr>
          <a:xfrm>
            <a:off x="2854918" y="3554228"/>
            <a:ext cx="197358" cy="197337"/>
          </a:xfrm>
          <a:custGeom>
            <a:rect b="b" l="l" r="r" t="t"/>
            <a:pathLst>
              <a:path extrusionOk="0" h="5558" w="5559">
                <a:moveTo>
                  <a:pt x="2779" y="0"/>
                </a:moveTo>
                <a:cubicBezTo>
                  <a:pt x="1244" y="0"/>
                  <a:pt x="1" y="1244"/>
                  <a:pt x="1" y="2779"/>
                </a:cubicBezTo>
                <a:cubicBezTo>
                  <a:pt x="1" y="4313"/>
                  <a:pt x="1244" y="5558"/>
                  <a:pt x="2779" y="5558"/>
                </a:cubicBezTo>
                <a:cubicBezTo>
                  <a:pt x="4315" y="5558"/>
                  <a:pt x="5558" y="4313"/>
                  <a:pt x="5558" y="2779"/>
                </a:cubicBezTo>
                <a:cubicBezTo>
                  <a:pt x="5558" y="1244"/>
                  <a:pt x="4315" y="0"/>
                  <a:pt x="2779" y="0"/>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641" name="Google Shape;4641;p28"/>
          <p:cNvSpPr/>
          <p:nvPr/>
        </p:nvSpPr>
        <p:spPr>
          <a:xfrm>
            <a:off x="2913570" y="3557850"/>
            <a:ext cx="138708" cy="193715"/>
          </a:xfrm>
          <a:custGeom>
            <a:rect b="b" l="l" r="r" t="t"/>
            <a:pathLst>
              <a:path extrusionOk="0" h="5456" w="3907">
                <a:moveTo>
                  <a:pt x="1880" y="1"/>
                </a:moveTo>
                <a:lnTo>
                  <a:pt x="1880" y="1"/>
                </a:lnTo>
                <a:cubicBezTo>
                  <a:pt x="2853" y="432"/>
                  <a:pt x="3532" y="1409"/>
                  <a:pt x="3532" y="2542"/>
                </a:cubicBezTo>
                <a:cubicBezTo>
                  <a:pt x="3532" y="4076"/>
                  <a:pt x="2287" y="5321"/>
                  <a:pt x="753" y="5321"/>
                </a:cubicBezTo>
                <a:cubicBezTo>
                  <a:pt x="493" y="5321"/>
                  <a:pt x="241" y="5285"/>
                  <a:pt x="1" y="5219"/>
                </a:cubicBezTo>
                <a:lnTo>
                  <a:pt x="1" y="5219"/>
                </a:lnTo>
                <a:cubicBezTo>
                  <a:pt x="347" y="5371"/>
                  <a:pt x="726" y="5456"/>
                  <a:pt x="1127" y="5456"/>
                </a:cubicBezTo>
                <a:cubicBezTo>
                  <a:pt x="2661" y="5456"/>
                  <a:pt x="3906" y="4211"/>
                  <a:pt x="3906" y="2677"/>
                </a:cubicBezTo>
                <a:cubicBezTo>
                  <a:pt x="3906" y="1402"/>
                  <a:pt x="3050" y="327"/>
                  <a:pt x="1880"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642" name="Google Shape;4642;p28"/>
          <p:cNvSpPr/>
          <p:nvPr/>
        </p:nvSpPr>
        <p:spPr>
          <a:xfrm>
            <a:off x="2948683" y="3721451"/>
            <a:ext cx="9941" cy="15196"/>
          </a:xfrm>
          <a:custGeom>
            <a:rect b="b" l="l" r="r" t="t"/>
            <a:pathLst>
              <a:path extrusionOk="0" h="428" w="280">
                <a:moveTo>
                  <a:pt x="138" y="0"/>
                </a:moveTo>
                <a:cubicBezTo>
                  <a:pt x="63" y="0"/>
                  <a:pt x="0" y="62"/>
                  <a:pt x="0" y="140"/>
                </a:cubicBezTo>
                <a:lnTo>
                  <a:pt x="0" y="288"/>
                </a:lnTo>
                <a:cubicBezTo>
                  <a:pt x="0" y="364"/>
                  <a:pt x="61" y="428"/>
                  <a:pt x="138" y="428"/>
                </a:cubicBezTo>
                <a:cubicBezTo>
                  <a:pt x="216" y="428"/>
                  <a:pt x="279" y="366"/>
                  <a:pt x="276" y="288"/>
                </a:cubicBezTo>
                <a:lnTo>
                  <a:pt x="276" y="140"/>
                </a:lnTo>
                <a:cubicBezTo>
                  <a:pt x="276" y="64"/>
                  <a:pt x="216" y="0"/>
                  <a:pt x="138" y="0"/>
                </a:cubicBez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643" name="Google Shape;4643;p28"/>
          <p:cNvSpPr/>
          <p:nvPr/>
        </p:nvSpPr>
        <p:spPr>
          <a:xfrm>
            <a:off x="2984755" y="3711617"/>
            <a:ext cx="13881" cy="14451"/>
          </a:xfrm>
          <a:custGeom>
            <a:rect b="b" l="l" r="r" t="t"/>
            <a:pathLst>
              <a:path extrusionOk="0" h="407" w="391">
                <a:moveTo>
                  <a:pt x="158" y="0"/>
                </a:moveTo>
                <a:cubicBezTo>
                  <a:pt x="134" y="0"/>
                  <a:pt x="110" y="6"/>
                  <a:pt x="88" y="18"/>
                </a:cubicBezTo>
                <a:cubicBezTo>
                  <a:pt x="22" y="57"/>
                  <a:pt x="0" y="141"/>
                  <a:pt x="38" y="208"/>
                </a:cubicBezTo>
                <a:lnTo>
                  <a:pt x="114" y="338"/>
                </a:lnTo>
                <a:cubicBezTo>
                  <a:pt x="138" y="382"/>
                  <a:pt x="186" y="407"/>
                  <a:pt x="235" y="407"/>
                </a:cubicBezTo>
                <a:cubicBezTo>
                  <a:pt x="258" y="407"/>
                  <a:pt x="281" y="403"/>
                  <a:pt x="302" y="388"/>
                </a:cubicBezTo>
                <a:cubicBezTo>
                  <a:pt x="368" y="349"/>
                  <a:pt x="390" y="266"/>
                  <a:pt x="353" y="198"/>
                </a:cubicBezTo>
                <a:lnTo>
                  <a:pt x="278" y="69"/>
                </a:lnTo>
                <a:cubicBezTo>
                  <a:pt x="252" y="24"/>
                  <a:pt x="206" y="0"/>
                  <a:pt x="158" y="0"/>
                </a:cubicBez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644" name="Google Shape;4644;p28"/>
          <p:cNvSpPr/>
          <p:nvPr/>
        </p:nvSpPr>
        <p:spPr>
          <a:xfrm>
            <a:off x="2869829" y="3647994"/>
            <a:ext cx="15231" cy="9835"/>
          </a:xfrm>
          <a:custGeom>
            <a:rect b="b" l="l" r="r" t="t"/>
            <a:pathLst>
              <a:path extrusionOk="0" h="277" w="429">
                <a:moveTo>
                  <a:pt x="140" y="0"/>
                </a:moveTo>
                <a:cubicBezTo>
                  <a:pt x="64" y="0"/>
                  <a:pt x="1" y="61"/>
                  <a:pt x="1" y="138"/>
                </a:cubicBezTo>
                <a:cubicBezTo>
                  <a:pt x="1" y="213"/>
                  <a:pt x="63" y="276"/>
                  <a:pt x="140" y="276"/>
                </a:cubicBezTo>
                <a:lnTo>
                  <a:pt x="289" y="276"/>
                </a:lnTo>
                <a:cubicBezTo>
                  <a:pt x="366" y="276"/>
                  <a:pt x="428" y="213"/>
                  <a:pt x="428" y="138"/>
                </a:cubicBezTo>
                <a:cubicBezTo>
                  <a:pt x="428" y="62"/>
                  <a:pt x="366" y="0"/>
                  <a:pt x="289" y="0"/>
                </a:cubicBez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645" name="Google Shape;4645;p28"/>
          <p:cNvSpPr/>
          <p:nvPr/>
        </p:nvSpPr>
        <p:spPr>
          <a:xfrm>
            <a:off x="2879699" y="3684669"/>
            <a:ext cx="15834" cy="12533"/>
          </a:xfrm>
          <a:custGeom>
            <a:rect b="b" l="l" r="r" t="t"/>
            <a:pathLst>
              <a:path extrusionOk="0" h="353" w="446">
                <a:moveTo>
                  <a:pt x="287" y="1"/>
                </a:moveTo>
                <a:cubicBezTo>
                  <a:pt x="264" y="1"/>
                  <a:pt x="240" y="7"/>
                  <a:pt x="218" y="19"/>
                </a:cubicBezTo>
                <a:lnTo>
                  <a:pt x="88" y="94"/>
                </a:lnTo>
                <a:cubicBezTo>
                  <a:pt x="22" y="133"/>
                  <a:pt x="0" y="216"/>
                  <a:pt x="38" y="284"/>
                </a:cubicBezTo>
                <a:cubicBezTo>
                  <a:pt x="64" y="328"/>
                  <a:pt x="110" y="353"/>
                  <a:pt x="159" y="353"/>
                </a:cubicBezTo>
                <a:cubicBezTo>
                  <a:pt x="182" y="353"/>
                  <a:pt x="208" y="349"/>
                  <a:pt x="226" y="334"/>
                </a:cubicBezTo>
                <a:lnTo>
                  <a:pt x="356" y="258"/>
                </a:lnTo>
                <a:cubicBezTo>
                  <a:pt x="424" y="220"/>
                  <a:pt x="445" y="136"/>
                  <a:pt x="406" y="69"/>
                </a:cubicBezTo>
                <a:cubicBezTo>
                  <a:pt x="381" y="25"/>
                  <a:pt x="335" y="1"/>
                  <a:pt x="287" y="1"/>
                </a:cubicBez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646" name="Google Shape;4646;p28"/>
          <p:cNvSpPr/>
          <p:nvPr/>
        </p:nvSpPr>
        <p:spPr>
          <a:xfrm>
            <a:off x="2908528" y="3711652"/>
            <a:ext cx="13952" cy="14415"/>
          </a:xfrm>
          <a:custGeom>
            <a:rect b="b" l="l" r="r" t="t"/>
            <a:pathLst>
              <a:path extrusionOk="0" h="406" w="393">
                <a:moveTo>
                  <a:pt x="234" y="0"/>
                </a:moveTo>
                <a:cubicBezTo>
                  <a:pt x="187" y="0"/>
                  <a:pt x="140" y="26"/>
                  <a:pt x="115" y="71"/>
                </a:cubicBezTo>
                <a:lnTo>
                  <a:pt x="39" y="200"/>
                </a:lnTo>
                <a:cubicBezTo>
                  <a:pt x="0" y="265"/>
                  <a:pt x="23" y="351"/>
                  <a:pt x="89" y="389"/>
                </a:cubicBezTo>
                <a:cubicBezTo>
                  <a:pt x="112" y="402"/>
                  <a:pt x="137" y="406"/>
                  <a:pt x="160" y="406"/>
                </a:cubicBezTo>
                <a:cubicBezTo>
                  <a:pt x="209" y="406"/>
                  <a:pt x="255" y="381"/>
                  <a:pt x="278" y="338"/>
                </a:cubicBezTo>
                <a:lnTo>
                  <a:pt x="354" y="209"/>
                </a:lnTo>
                <a:cubicBezTo>
                  <a:pt x="393" y="144"/>
                  <a:pt x="370" y="58"/>
                  <a:pt x="304" y="20"/>
                </a:cubicBezTo>
                <a:cubicBezTo>
                  <a:pt x="282" y="7"/>
                  <a:pt x="258" y="0"/>
                  <a:pt x="234" y="0"/>
                </a:cubicBez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647" name="Google Shape;4647;p28"/>
          <p:cNvSpPr/>
          <p:nvPr/>
        </p:nvSpPr>
        <p:spPr>
          <a:xfrm>
            <a:off x="2948683" y="3604040"/>
            <a:ext cx="9941" cy="45517"/>
          </a:xfrm>
          <a:custGeom>
            <a:rect b="b" l="l" r="r" t="t"/>
            <a:pathLst>
              <a:path extrusionOk="0" h="1282" w="280">
                <a:moveTo>
                  <a:pt x="138" y="1"/>
                </a:moveTo>
                <a:cubicBezTo>
                  <a:pt x="63" y="1"/>
                  <a:pt x="0" y="61"/>
                  <a:pt x="0" y="139"/>
                </a:cubicBezTo>
                <a:lnTo>
                  <a:pt x="0" y="1142"/>
                </a:lnTo>
                <a:cubicBezTo>
                  <a:pt x="0" y="1218"/>
                  <a:pt x="61" y="1281"/>
                  <a:pt x="138" y="1281"/>
                </a:cubicBezTo>
                <a:cubicBezTo>
                  <a:pt x="216" y="1281"/>
                  <a:pt x="279" y="1218"/>
                  <a:pt x="276" y="1142"/>
                </a:cubicBezTo>
                <a:lnTo>
                  <a:pt x="276" y="139"/>
                </a:lnTo>
                <a:cubicBezTo>
                  <a:pt x="276" y="62"/>
                  <a:pt x="216" y="1"/>
                  <a:pt x="138" y="1"/>
                </a:cubicBezTo>
                <a:close/>
              </a:path>
            </a:pathLst>
          </a:cu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648" name="Google Shape;4648;p28"/>
          <p:cNvSpPr/>
          <p:nvPr/>
        </p:nvSpPr>
        <p:spPr>
          <a:xfrm>
            <a:off x="2879025" y="3575424"/>
            <a:ext cx="154542" cy="124871"/>
          </a:xfrm>
          <a:custGeom>
            <a:rect b="b" l="l" r="r" t="t"/>
            <a:pathLst>
              <a:path extrusionOk="0" h="3517" w="4353">
                <a:moveTo>
                  <a:pt x="2102" y="1"/>
                </a:moveTo>
                <a:cubicBezTo>
                  <a:pt x="1631" y="1"/>
                  <a:pt x="1181" y="147"/>
                  <a:pt x="804" y="428"/>
                </a:cubicBezTo>
                <a:cubicBezTo>
                  <a:pt x="432" y="703"/>
                  <a:pt x="165" y="1080"/>
                  <a:pt x="24" y="1516"/>
                </a:cubicBezTo>
                <a:cubicBezTo>
                  <a:pt x="1" y="1591"/>
                  <a:pt x="41" y="1667"/>
                  <a:pt x="114" y="1692"/>
                </a:cubicBezTo>
                <a:cubicBezTo>
                  <a:pt x="128" y="1696"/>
                  <a:pt x="143" y="1698"/>
                  <a:pt x="156" y="1698"/>
                </a:cubicBezTo>
                <a:cubicBezTo>
                  <a:pt x="215" y="1698"/>
                  <a:pt x="270" y="1660"/>
                  <a:pt x="289" y="1601"/>
                </a:cubicBezTo>
                <a:cubicBezTo>
                  <a:pt x="540" y="809"/>
                  <a:pt x="1269" y="277"/>
                  <a:pt x="2100" y="277"/>
                </a:cubicBezTo>
                <a:cubicBezTo>
                  <a:pt x="3149" y="277"/>
                  <a:pt x="4001" y="1130"/>
                  <a:pt x="4001" y="2178"/>
                </a:cubicBezTo>
                <a:cubicBezTo>
                  <a:pt x="4001" y="2450"/>
                  <a:pt x="3945" y="2710"/>
                  <a:pt x="3836" y="2954"/>
                </a:cubicBezTo>
                <a:lnTo>
                  <a:pt x="3827" y="2886"/>
                </a:lnTo>
                <a:cubicBezTo>
                  <a:pt x="3817" y="2816"/>
                  <a:pt x="3757" y="2765"/>
                  <a:pt x="3689" y="2765"/>
                </a:cubicBezTo>
                <a:cubicBezTo>
                  <a:pt x="3683" y="2765"/>
                  <a:pt x="3677" y="2766"/>
                  <a:pt x="3670" y="2766"/>
                </a:cubicBezTo>
                <a:cubicBezTo>
                  <a:pt x="3595" y="2778"/>
                  <a:pt x="3541" y="2847"/>
                  <a:pt x="3552" y="2923"/>
                </a:cubicBezTo>
                <a:lnTo>
                  <a:pt x="3614" y="3397"/>
                </a:lnTo>
                <a:cubicBezTo>
                  <a:pt x="3620" y="3438"/>
                  <a:pt x="3646" y="3477"/>
                  <a:pt x="3683" y="3499"/>
                </a:cubicBezTo>
                <a:cubicBezTo>
                  <a:pt x="3705" y="3510"/>
                  <a:pt x="3728" y="3516"/>
                  <a:pt x="3751" y="3516"/>
                </a:cubicBezTo>
                <a:cubicBezTo>
                  <a:pt x="3770" y="3516"/>
                  <a:pt x="3790" y="3513"/>
                  <a:pt x="3806" y="3506"/>
                </a:cubicBezTo>
                <a:lnTo>
                  <a:pt x="4244" y="3319"/>
                </a:lnTo>
                <a:cubicBezTo>
                  <a:pt x="4318" y="3290"/>
                  <a:pt x="4352" y="3210"/>
                  <a:pt x="4322" y="3138"/>
                </a:cubicBezTo>
                <a:cubicBezTo>
                  <a:pt x="4299" y="3085"/>
                  <a:pt x="4247" y="3052"/>
                  <a:pt x="4193" y="3052"/>
                </a:cubicBezTo>
                <a:cubicBezTo>
                  <a:pt x="4176" y="3052"/>
                  <a:pt x="4158" y="3055"/>
                  <a:pt x="4141" y="3063"/>
                </a:cubicBezTo>
                <a:lnTo>
                  <a:pt x="4085" y="3087"/>
                </a:lnTo>
                <a:cubicBezTo>
                  <a:pt x="4214" y="2804"/>
                  <a:pt x="4282" y="2497"/>
                  <a:pt x="4282" y="2181"/>
                </a:cubicBezTo>
                <a:cubicBezTo>
                  <a:pt x="4282" y="979"/>
                  <a:pt x="3303" y="1"/>
                  <a:pt x="2102" y="1"/>
                </a:cubicBezTo>
                <a:close/>
              </a:path>
            </a:pathLst>
          </a:cu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649" name="Google Shape;4649;p28"/>
          <p:cNvSpPr/>
          <p:nvPr/>
        </p:nvSpPr>
        <p:spPr>
          <a:xfrm>
            <a:off x="2936860" y="3636135"/>
            <a:ext cx="33514" cy="33481"/>
          </a:xfrm>
          <a:custGeom>
            <a:rect b="b" l="l" r="r" t="t"/>
            <a:pathLst>
              <a:path extrusionOk="0" h="943" w="944">
                <a:moveTo>
                  <a:pt x="471" y="0"/>
                </a:moveTo>
                <a:cubicBezTo>
                  <a:pt x="211" y="0"/>
                  <a:pt x="1" y="212"/>
                  <a:pt x="1" y="472"/>
                </a:cubicBezTo>
                <a:cubicBezTo>
                  <a:pt x="1" y="733"/>
                  <a:pt x="211" y="943"/>
                  <a:pt x="471" y="943"/>
                </a:cubicBezTo>
                <a:cubicBezTo>
                  <a:pt x="732" y="943"/>
                  <a:pt x="943" y="733"/>
                  <a:pt x="943" y="472"/>
                </a:cubicBezTo>
                <a:cubicBezTo>
                  <a:pt x="943" y="212"/>
                  <a:pt x="732" y="0"/>
                  <a:pt x="471" y="0"/>
                </a:cubicBez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650" name="Google Shape;4650;p28"/>
          <p:cNvSpPr/>
          <p:nvPr/>
        </p:nvSpPr>
        <p:spPr>
          <a:xfrm>
            <a:off x="2940091" y="3636490"/>
            <a:ext cx="30213" cy="33126"/>
          </a:xfrm>
          <a:custGeom>
            <a:rect b="b" l="l" r="r" t="t"/>
            <a:pathLst>
              <a:path extrusionOk="0" h="933" w="851">
                <a:moveTo>
                  <a:pt x="462" y="0"/>
                </a:moveTo>
                <a:lnTo>
                  <a:pt x="462" y="0"/>
                </a:lnTo>
                <a:cubicBezTo>
                  <a:pt x="518" y="77"/>
                  <a:pt x="553" y="173"/>
                  <a:pt x="553" y="277"/>
                </a:cubicBezTo>
                <a:cubicBezTo>
                  <a:pt x="553" y="537"/>
                  <a:pt x="340" y="749"/>
                  <a:pt x="81" y="749"/>
                </a:cubicBezTo>
                <a:cubicBezTo>
                  <a:pt x="55" y="749"/>
                  <a:pt x="28" y="746"/>
                  <a:pt x="0" y="741"/>
                </a:cubicBezTo>
                <a:lnTo>
                  <a:pt x="0" y="741"/>
                </a:lnTo>
                <a:cubicBezTo>
                  <a:pt x="85" y="858"/>
                  <a:pt x="223" y="933"/>
                  <a:pt x="380" y="933"/>
                </a:cubicBezTo>
                <a:cubicBezTo>
                  <a:pt x="641" y="933"/>
                  <a:pt x="851" y="721"/>
                  <a:pt x="851" y="462"/>
                </a:cubicBezTo>
                <a:cubicBezTo>
                  <a:pt x="851" y="231"/>
                  <a:pt x="684" y="38"/>
                  <a:pt x="462"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651" name="Google Shape;4651;p28"/>
          <p:cNvSpPr/>
          <p:nvPr/>
        </p:nvSpPr>
        <p:spPr>
          <a:xfrm>
            <a:off x="2261971" y="3489398"/>
            <a:ext cx="88543" cy="25777"/>
          </a:xfrm>
          <a:custGeom>
            <a:rect b="b" l="l" r="r" t="t"/>
            <a:pathLst>
              <a:path extrusionOk="0" h="726" w="2494">
                <a:moveTo>
                  <a:pt x="0" y="0"/>
                </a:moveTo>
                <a:lnTo>
                  <a:pt x="164" y="540"/>
                </a:lnTo>
                <a:cubicBezTo>
                  <a:pt x="199" y="649"/>
                  <a:pt x="301" y="726"/>
                  <a:pt x="416" y="726"/>
                </a:cubicBezTo>
                <a:lnTo>
                  <a:pt x="2077" y="726"/>
                </a:lnTo>
                <a:cubicBezTo>
                  <a:pt x="2192" y="726"/>
                  <a:pt x="2295" y="649"/>
                  <a:pt x="2328" y="540"/>
                </a:cubicBezTo>
                <a:lnTo>
                  <a:pt x="2494" y="0"/>
                </a:lnTo>
                <a:close/>
              </a:path>
            </a:pathLst>
          </a:custGeom>
          <a:solidFill>
            <a:schemeClr val="accent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652" name="Google Shape;4652;p28"/>
          <p:cNvSpPr/>
          <p:nvPr/>
        </p:nvSpPr>
        <p:spPr>
          <a:xfrm>
            <a:off x="2322504" y="3489398"/>
            <a:ext cx="28118" cy="25777"/>
          </a:xfrm>
          <a:custGeom>
            <a:rect b="b" l="l" r="r" t="t"/>
            <a:pathLst>
              <a:path extrusionOk="0" h="726" w="792">
                <a:moveTo>
                  <a:pt x="418" y="0"/>
                </a:moveTo>
                <a:lnTo>
                  <a:pt x="252" y="540"/>
                </a:lnTo>
                <a:cubicBezTo>
                  <a:pt x="218" y="649"/>
                  <a:pt x="114" y="726"/>
                  <a:pt x="0" y="726"/>
                </a:cubicBezTo>
                <a:lnTo>
                  <a:pt x="375" y="726"/>
                </a:lnTo>
                <a:cubicBezTo>
                  <a:pt x="490" y="726"/>
                  <a:pt x="592" y="649"/>
                  <a:pt x="626" y="540"/>
                </a:cubicBezTo>
                <a:lnTo>
                  <a:pt x="792" y="0"/>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nvGrpSpPr>
          <p:cNvPr id="4653" name="Google Shape;4653;p28"/>
          <p:cNvGrpSpPr/>
          <p:nvPr/>
        </p:nvGrpSpPr>
        <p:grpSpPr>
          <a:xfrm>
            <a:off x="2200301" y="3489398"/>
            <a:ext cx="211956" cy="326966"/>
            <a:chOff x="2200301" y="3489398"/>
            <a:chExt cx="211956" cy="326966"/>
          </a:xfrm>
        </p:grpSpPr>
        <p:sp>
          <p:nvSpPr>
            <p:cNvPr id="4654" name="Google Shape;4654;p28"/>
            <p:cNvSpPr/>
            <p:nvPr/>
          </p:nvSpPr>
          <p:spPr>
            <a:xfrm>
              <a:off x="2220609" y="3489398"/>
              <a:ext cx="171406" cy="326966"/>
            </a:xfrm>
            <a:custGeom>
              <a:rect b="b" l="l" r="r" t="t"/>
              <a:pathLst>
                <a:path extrusionOk="0" h="9209" w="4828">
                  <a:moveTo>
                    <a:pt x="359" y="0"/>
                  </a:moveTo>
                  <a:cubicBezTo>
                    <a:pt x="161" y="0"/>
                    <a:pt x="1" y="160"/>
                    <a:pt x="1" y="359"/>
                  </a:cubicBezTo>
                  <a:lnTo>
                    <a:pt x="1" y="8850"/>
                  </a:lnTo>
                  <a:cubicBezTo>
                    <a:pt x="1" y="9047"/>
                    <a:pt x="161" y="9209"/>
                    <a:pt x="359" y="9209"/>
                  </a:cubicBezTo>
                  <a:lnTo>
                    <a:pt x="4469" y="9209"/>
                  </a:lnTo>
                  <a:cubicBezTo>
                    <a:pt x="4666" y="9209"/>
                    <a:pt x="4827" y="9047"/>
                    <a:pt x="4827" y="8850"/>
                  </a:cubicBezTo>
                  <a:lnTo>
                    <a:pt x="4827" y="359"/>
                  </a:lnTo>
                  <a:cubicBezTo>
                    <a:pt x="4827" y="160"/>
                    <a:pt x="4666" y="0"/>
                    <a:pt x="4471" y="0"/>
                  </a:cubicBezTo>
                  <a:lnTo>
                    <a:pt x="3663" y="0"/>
                  </a:lnTo>
                  <a:lnTo>
                    <a:pt x="2414" y="208"/>
                  </a:lnTo>
                  <a:lnTo>
                    <a:pt x="1167" y="0"/>
                  </a:lnTo>
                  <a:close/>
                </a:path>
              </a:pathLst>
            </a:cu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655" name="Google Shape;4655;p28"/>
            <p:cNvSpPr/>
            <p:nvPr/>
          </p:nvSpPr>
          <p:spPr>
            <a:xfrm>
              <a:off x="2365144" y="3489398"/>
              <a:ext cx="26875" cy="326966"/>
            </a:xfrm>
            <a:custGeom>
              <a:rect b="b" l="l" r="r" t="t"/>
              <a:pathLst>
                <a:path extrusionOk="0" h="9209" w="757">
                  <a:moveTo>
                    <a:pt x="1" y="0"/>
                  </a:moveTo>
                  <a:cubicBezTo>
                    <a:pt x="198" y="0"/>
                    <a:pt x="358" y="160"/>
                    <a:pt x="358" y="359"/>
                  </a:cubicBezTo>
                  <a:lnTo>
                    <a:pt x="358" y="8850"/>
                  </a:lnTo>
                  <a:cubicBezTo>
                    <a:pt x="358" y="9047"/>
                    <a:pt x="198" y="9209"/>
                    <a:pt x="1" y="9209"/>
                  </a:cubicBezTo>
                  <a:lnTo>
                    <a:pt x="398" y="9209"/>
                  </a:lnTo>
                  <a:cubicBezTo>
                    <a:pt x="595" y="9209"/>
                    <a:pt x="756" y="9047"/>
                    <a:pt x="756" y="8850"/>
                  </a:cubicBezTo>
                  <a:lnTo>
                    <a:pt x="756" y="359"/>
                  </a:lnTo>
                  <a:cubicBezTo>
                    <a:pt x="756" y="160"/>
                    <a:pt x="595" y="0"/>
                    <a:pt x="398"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656" name="Google Shape;4656;p28"/>
            <p:cNvSpPr/>
            <p:nvPr/>
          </p:nvSpPr>
          <p:spPr>
            <a:xfrm>
              <a:off x="2200301" y="3561116"/>
              <a:ext cx="211950" cy="28653"/>
            </a:xfrm>
            <a:custGeom>
              <a:rect b="b" l="l" r="r" t="t"/>
              <a:pathLst>
                <a:path extrusionOk="0" h="807" w="5970">
                  <a:moveTo>
                    <a:pt x="305" y="1"/>
                  </a:moveTo>
                  <a:lnTo>
                    <a:pt x="0" y="807"/>
                  </a:lnTo>
                  <a:lnTo>
                    <a:pt x="5969" y="807"/>
                  </a:lnTo>
                  <a:lnTo>
                    <a:pt x="5666" y="1"/>
                  </a:lnTo>
                  <a:close/>
                </a:path>
              </a:pathLst>
            </a:custGeom>
            <a:solidFill>
              <a:srgbClr val="D9E7E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657" name="Google Shape;4657;p28"/>
            <p:cNvSpPr/>
            <p:nvPr/>
          </p:nvSpPr>
          <p:spPr>
            <a:xfrm>
              <a:off x="2388257" y="3561116"/>
              <a:ext cx="24000" cy="28653"/>
            </a:xfrm>
            <a:custGeom>
              <a:rect b="b" l="l" r="r" t="t"/>
              <a:pathLst>
                <a:path extrusionOk="0" h="807" w="676">
                  <a:moveTo>
                    <a:pt x="0" y="1"/>
                  </a:moveTo>
                  <a:lnTo>
                    <a:pt x="304" y="807"/>
                  </a:lnTo>
                  <a:lnTo>
                    <a:pt x="675" y="807"/>
                  </a:lnTo>
                  <a:lnTo>
                    <a:pt x="372" y="1"/>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658" name="Google Shape;4658;p28"/>
            <p:cNvSpPr/>
            <p:nvPr/>
          </p:nvSpPr>
          <p:spPr>
            <a:xfrm>
              <a:off x="2200301" y="3589732"/>
              <a:ext cx="42425" cy="57057"/>
            </a:xfrm>
            <a:custGeom>
              <a:rect b="b" l="l" r="r" t="t"/>
              <a:pathLst>
                <a:path extrusionOk="0" h="1607" w="1195">
                  <a:moveTo>
                    <a:pt x="0" y="1"/>
                  </a:moveTo>
                  <a:lnTo>
                    <a:pt x="0" y="1009"/>
                  </a:lnTo>
                  <a:cubicBezTo>
                    <a:pt x="0" y="1339"/>
                    <a:pt x="269" y="1607"/>
                    <a:pt x="597" y="1607"/>
                  </a:cubicBezTo>
                  <a:cubicBezTo>
                    <a:pt x="927" y="1607"/>
                    <a:pt x="1193" y="1339"/>
                    <a:pt x="1195" y="1009"/>
                  </a:cubicBezTo>
                  <a:lnTo>
                    <a:pt x="1195" y="1"/>
                  </a:lnTo>
                  <a:close/>
                </a:path>
              </a:pathLst>
            </a:cu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659" name="Google Shape;4659;p28"/>
            <p:cNvSpPr/>
            <p:nvPr/>
          </p:nvSpPr>
          <p:spPr>
            <a:xfrm>
              <a:off x="2214715" y="3589732"/>
              <a:ext cx="27976" cy="57057"/>
            </a:xfrm>
            <a:custGeom>
              <a:rect b="b" l="l" r="r" t="t"/>
              <a:pathLst>
                <a:path extrusionOk="0" h="1607" w="788">
                  <a:moveTo>
                    <a:pt x="406" y="1"/>
                  </a:moveTo>
                  <a:lnTo>
                    <a:pt x="406" y="1009"/>
                  </a:lnTo>
                  <a:cubicBezTo>
                    <a:pt x="406" y="1274"/>
                    <a:pt x="237" y="1497"/>
                    <a:pt x="0" y="1576"/>
                  </a:cubicBezTo>
                  <a:cubicBezTo>
                    <a:pt x="60" y="1595"/>
                    <a:pt x="124" y="1607"/>
                    <a:pt x="190" y="1607"/>
                  </a:cubicBezTo>
                  <a:cubicBezTo>
                    <a:pt x="520" y="1607"/>
                    <a:pt x="787" y="1339"/>
                    <a:pt x="787" y="1009"/>
                  </a:cubicBezTo>
                  <a:lnTo>
                    <a:pt x="787" y="1"/>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660" name="Google Shape;4660;p28"/>
            <p:cNvSpPr/>
            <p:nvPr/>
          </p:nvSpPr>
          <p:spPr>
            <a:xfrm>
              <a:off x="2285048" y="3589732"/>
              <a:ext cx="42425" cy="57057"/>
            </a:xfrm>
            <a:custGeom>
              <a:rect b="b" l="l" r="r" t="t"/>
              <a:pathLst>
                <a:path extrusionOk="0" h="1607" w="1195">
                  <a:moveTo>
                    <a:pt x="1" y="1"/>
                  </a:moveTo>
                  <a:lnTo>
                    <a:pt x="1" y="1009"/>
                  </a:lnTo>
                  <a:cubicBezTo>
                    <a:pt x="1" y="1339"/>
                    <a:pt x="268" y="1607"/>
                    <a:pt x="598" y="1607"/>
                  </a:cubicBezTo>
                  <a:cubicBezTo>
                    <a:pt x="927" y="1607"/>
                    <a:pt x="1195" y="1339"/>
                    <a:pt x="1195" y="1009"/>
                  </a:cubicBezTo>
                  <a:lnTo>
                    <a:pt x="1195" y="1"/>
                  </a:lnTo>
                  <a:close/>
                </a:path>
              </a:pathLst>
            </a:cu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661" name="Google Shape;4661;p28"/>
            <p:cNvSpPr/>
            <p:nvPr/>
          </p:nvSpPr>
          <p:spPr>
            <a:xfrm>
              <a:off x="2369795" y="3589732"/>
              <a:ext cx="42461" cy="57057"/>
            </a:xfrm>
            <a:custGeom>
              <a:rect b="b" l="l" r="r" t="t"/>
              <a:pathLst>
                <a:path extrusionOk="0" h="1607" w="1196">
                  <a:moveTo>
                    <a:pt x="1" y="1"/>
                  </a:moveTo>
                  <a:lnTo>
                    <a:pt x="1" y="1009"/>
                  </a:lnTo>
                  <a:cubicBezTo>
                    <a:pt x="1" y="1339"/>
                    <a:pt x="269" y="1607"/>
                    <a:pt x="598" y="1607"/>
                  </a:cubicBezTo>
                  <a:cubicBezTo>
                    <a:pt x="929" y="1607"/>
                    <a:pt x="1195" y="1339"/>
                    <a:pt x="1195" y="1009"/>
                  </a:cubicBezTo>
                  <a:lnTo>
                    <a:pt x="1195" y="1"/>
                  </a:lnTo>
                  <a:close/>
                </a:path>
              </a:pathLst>
            </a:cu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662" name="Google Shape;4662;p28"/>
            <p:cNvSpPr/>
            <p:nvPr/>
          </p:nvSpPr>
          <p:spPr>
            <a:xfrm>
              <a:off x="2242657" y="3589732"/>
              <a:ext cx="42425" cy="57057"/>
            </a:xfrm>
            <a:custGeom>
              <a:rect b="b" l="l" r="r" t="t"/>
              <a:pathLst>
                <a:path extrusionOk="0" h="1607" w="1195">
                  <a:moveTo>
                    <a:pt x="0" y="1"/>
                  </a:moveTo>
                  <a:lnTo>
                    <a:pt x="0" y="1009"/>
                  </a:lnTo>
                  <a:cubicBezTo>
                    <a:pt x="0" y="1339"/>
                    <a:pt x="268" y="1607"/>
                    <a:pt x="597" y="1607"/>
                  </a:cubicBezTo>
                  <a:cubicBezTo>
                    <a:pt x="928" y="1607"/>
                    <a:pt x="1195" y="1339"/>
                    <a:pt x="1195" y="1009"/>
                  </a:cubicBezTo>
                  <a:lnTo>
                    <a:pt x="1195" y="1"/>
                  </a:ln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663" name="Google Shape;4663;p28"/>
            <p:cNvSpPr/>
            <p:nvPr/>
          </p:nvSpPr>
          <p:spPr>
            <a:xfrm>
              <a:off x="2327439" y="3589732"/>
              <a:ext cx="42461" cy="57057"/>
            </a:xfrm>
            <a:custGeom>
              <a:rect b="b" l="l" r="r" t="t"/>
              <a:pathLst>
                <a:path extrusionOk="0" h="1607" w="1196">
                  <a:moveTo>
                    <a:pt x="1" y="1"/>
                  </a:moveTo>
                  <a:lnTo>
                    <a:pt x="1" y="1009"/>
                  </a:lnTo>
                  <a:cubicBezTo>
                    <a:pt x="1" y="1339"/>
                    <a:pt x="269" y="1607"/>
                    <a:pt x="598" y="1607"/>
                  </a:cubicBezTo>
                  <a:cubicBezTo>
                    <a:pt x="928" y="1607"/>
                    <a:pt x="1194" y="1339"/>
                    <a:pt x="1195" y="1009"/>
                  </a:cubicBezTo>
                  <a:lnTo>
                    <a:pt x="1195" y="1"/>
                  </a:ln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664" name="Google Shape;4664;p28"/>
            <p:cNvSpPr/>
            <p:nvPr/>
          </p:nvSpPr>
          <p:spPr>
            <a:xfrm>
              <a:off x="2299498" y="3589732"/>
              <a:ext cx="27976" cy="57057"/>
            </a:xfrm>
            <a:custGeom>
              <a:rect b="b" l="l" r="r" t="t"/>
              <a:pathLst>
                <a:path extrusionOk="0" h="1607" w="788">
                  <a:moveTo>
                    <a:pt x="407" y="1"/>
                  </a:moveTo>
                  <a:lnTo>
                    <a:pt x="407" y="1009"/>
                  </a:lnTo>
                  <a:cubicBezTo>
                    <a:pt x="407" y="1274"/>
                    <a:pt x="235" y="1497"/>
                    <a:pt x="1" y="1576"/>
                  </a:cubicBezTo>
                  <a:cubicBezTo>
                    <a:pt x="61" y="1595"/>
                    <a:pt x="125" y="1607"/>
                    <a:pt x="191" y="1607"/>
                  </a:cubicBezTo>
                  <a:cubicBezTo>
                    <a:pt x="520" y="1607"/>
                    <a:pt x="788" y="1339"/>
                    <a:pt x="788" y="1009"/>
                  </a:cubicBezTo>
                  <a:lnTo>
                    <a:pt x="788" y="1"/>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665" name="Google Shape;4665;p28"/>
            <p:cNvSpPr/>
            <p:nvPr/>
          </p:nvSpPr>
          <p:spPr>
            <a:xfrm>
              <a:off x="2384210" y="3589732"/>
              <a:ext cx="28047" cy="57057"/>
            </a:xfrm>
            <a:custGeom>
              <a:rect b="b" l="l" r="r" t="t"/>
              <a:pathLst>
                <a:path extrusionOk="0" h="1607" w="790">
                  <a:moveTo>
                    <a:pt x="408" y="1"/>
                  </a:moveTo>
                  <a:lnTo>
                    <a:pt x="408" y="1009"/>
                  </a:lnTo>
                  <a:cubicBezTo>
                    <a:pt x="408" y="1274"/>
                    <a:pt x="237" y="1497"/>
                    <a:pt x="1" y="1576"/>
                  </a:cubicBezTo>
                  <a:cubicBezTo>
                    <a:pt x="63" y="1595"/>
                    <a:pt x="126" y="1607"/>
                    <a:pt x="192" y="1607"/>
                  </a:cubicBezTo>
                  <a:cubicBezTo>
                    <a:pt x="522" y="1607"/>
                    <a:pt x="789" y="1339"/>
                    <a:pt x="789" y="1009"/>
                  </a:cubicBezTo>
                  <a:lnTo>
                    <a:pt x="789" y="1"/>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666" name="Google Shape;4666;p28"/>
            <p:cNvSpPr/>
            <p:nvPr/>
          </p:nvSpPr>
          <p:spPr>
            <a:xfrm>
              <a:off x="2257107" y="3589732"/>
              <a:ext cx="27976" cy="57057"/>
            </a:xfrm>
            <a:custGeom>
              <a:rect b="b" l="l" r="r" t="t"/>
              <a:pathLst>
                <a:path extrusionOk="0" h="1607" w="788">
                  <a:moveTo>
                    <a:pt x="406" y="1"/>
                  </a:moveTo>
                  <a:lnTo>
                    <a:pt x="406" y="1009"/>
                  </a:lnTo>
                  <a:cubicBezTo>
                    <a:pt x="406" y="1274"/>
                    <a:pt x="238" y="1497"/>
                    <a:pt x="0" y="1576"/>
                  </a:cubicBezTo>
                  <a:cubicBezTo>
                    <a:pt x="61" y="1595"/>
                    <a:pt x="124" y="1607"/>
                    <a:pt x="190" y="1607"/>
                  </a:cubicBezTo>
                  <a:cubicBezTo>
                    <a:pt x="520" y="1607"/>
                    <a:pt x="788" y="1339"/>
                    <a:pt x="788" y="1009"/>
                  </a:cubicBezTo>
                  <a:lnTo>
                    <a:pt x="788" y="1"/>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667" name="Google Shape;4667;p28"/>
            <p:cNvSpPr/>
            <p:nvPr/>
          </p:nvSpPr>
          <p:spPr>
            <a:xfrm>
              <a:off x="2341925" y="3589732"/>
              <a:ext cx="27905" cy="57057"/>
            </a:xfrm>
            <a:custGeom>
              <a:rect b="b" l="l" r="r" t="t"/>
              <a:pathLst>
                <a:path extrusionOk="0" h="1607" w="786">
                  <a:moveTo>
                    <a:pt x="406" y="1"/>
                  </a:moveTo>
                  <a:lnTo>
                    <a:pt x="406" y="1009"/>
                  </a:lnTo>
                  <a:cubicBezTo>
                    <a:pt x="406" y="1274"/>
                    <a:pt x="235" y="1497"/>
                    <a:pt x="0" y="1576"/>
                  </a:cubicBezTo>
                  <a:cubicBezTo>
                    <a:pt x="59" y="1595"/>
                    <a:pt x="123" y="1607"/>
                    <a:pt x="189" y="1607"/>
                  </a:cubicBezTo>
                  <a:cubicBezTo>
                    <a:pt x="518" y="1607"/>
                    <a:pt x="786" y="1339"/>
                    <a:pt x="786" y="1009"/>
                  </a:cubicBezTo>
                  <a:lnTo>
                    <a:pt x="786" y="1"/>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668" name="Google Shape;4668;p28"/>
            <p:cNvSpPr/>
            <p:nvPr/>
          </p:nvSpPr>
          <p:spPr>
            <a:xfrm>
              <a:off x="2249580" y="3726812"/>
              <a:ext cx="113324" cy="39801"/>
            </a:xfrm>
            <a:custGeom>
              <a:rect b="b" l="l" r="r" t="t"/>
              <a:pathLst>
                <a:path extrusionOk="0" h="1121" w="3192">
                  <a:moveTo>
                    <a:pt x="561" y="0"/>
                  </a:moveTo>
                  <a:cubicBezTo>
                    <a:pt x="251" y="0"/>
                    <a:pt x="1" y="251"/>
                    <a:pt x="1" y="560"/>
                  </a:cubicBezTo>
                  <a:cubicBezTo>
                    <a:pt x="1" y="870"/>
                    <a:pt x="251" y="1120"/>
                    <a:pt x="561" y="1120"/>
                  </a:cubicBezTo>
                  <a:lnTo>
                    <a:pt x="2631" y="1120"/>
                  </a:lnTo>
                  <a:cubicBezTo>
                    <a:pt x="2941" y="1120"/>
                    <a:pt x="3191" y="870"/>
                    <a:pt x="3191" y="560"/>
                  </a:cubicBezTo>
                  <a:cubicBezTo>
                    <a:pt x="3191" y="251"/>
                    <a:pt x="2941" y="0"/>
                    <a:pt x="2631" y="0"/>
                  </a:cubicBezTo>
                  <a:close/>
                </a:path>
              </a:pathLst>
            </a:custGeom>
            <a:solidFill>
              <a:schemeClr val="l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669" name="Google Shape;4669;p28"/>
            <p:cNvSpPr/>
            <p:nvPr/>
          </p:nvSpPr>
          <p:spPr>
            <a:xfrm>
              <a:off x="2329463" y="3726812"/>
              <a:ext cx="33479" cy="39801"/>
            </a:xfrm>
            <a:custGeom>
              <a:rect b="b" l="l" r="r" t="t"/>
              <a:pathLst>
                <a:path extrusionOk="0" h="1121" w="943">
                  <a:moveTo>
                    <a:pt x="0" y="0"/>
                  </a:moveTo>
                  <a:cubicBezTo>
                    <a:pt x="309" y="0"/>
                    <a:pt x="560" y="251"/>
                    <a:pt x="560" y="560"/>
                  </a:cubicBezTo>
                  <a:cubicBezTo>
                    <a:pt x="560" y="716"/>
                    <a:pt x="497" y="855"/>
                    <a:pt x="396" y="956"/>
                  </a:cubicBezTo>
                  <a:cubicBezTo>
                    <a:pt x="295" y="1057"/>
                    <a:pt x="154" y="1120"/>
                    <a:pt x="0" y="1120"/>
                  </a:cubicBezTo>
                  <a:lnTo>
                    <a:pt x="383" y="1120"/>
                  </a:lnTo>
                  <a:cubicBezTo>
                    <a:pt x="538" y="1120"/>
                    <a:pt x="678" y="1057"/>
                    <a:pt x="779" y="956"/>
                  </a:cubicBezTo>
                  <a:cubicBezTo>
                    <a:pt x="879" y="855"/>
                    <a:pt x="943" y="716"/>
                    <a:pt x="943" y="560"/>
                  </a:cubicBezTo>
                  <a:cubicBezTo>
                    <a:pt x="943" y="251"/>
                    <a:pt x="691" y="0"/>
                    <a:pt x="383"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670" name="Google Shape;4670;p28"/>
            <p:cNvSpPr/>
            <p:nvPr/>
          </p:nvSpPr>
          <p:spPr>
            <a:xfrm>
              <a:off x="2247947" y="3670361"/>
              <a:ext cx="19775" cy="9906"/>
            </a:xfrm>
            <a:custGeom>
              <a:rect b="b" l="l" r="r" t="t"/>
              <a:pathLst>
                <a:path extrusionOk="0" h="279" w="557">
                  <a:moveTo>
                    <a:pt x="139" y="0"/>
                  </a:moveTo>
                  <a:cubicBezTo>
                    <a:pt x="64" y="0"/>
                    <a:pt x="1" y="64"/>
                    <a:pt x="1" y="140"/>
                  </a:cubicBezTo>
                  <a:cubicBezTo>
                    <a:pt x="1" y="215"/>
                    <a:pt x="61" y="278"/>
                    <a:pt x="139" y="278"/>
                  </a:cubicBezTo>
                  <a:lnTo>
                    <a:pt x="418" y="278"/>
                  </a:lnTo>
                  <a:cubicBezTo>
                    <a:pt x="496" y="278"/>
                    <a:pt x="556" y="215"/>
                    <a:pt x="556" y="140"/>
                  </a:cubicBezTo>
                  <a:cubicBezTo>
                    <a:pt x="556" y="64"/>
                    <a:pt x="496" y="0"/>
                    <a:pt x="418"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671" name="Google Shape;4671;p28"/>
            <p:cNvSpPr/>
            <p:nvPr/>
          </p:nvSpPr>
          <p:spPr>
            <a:xfrm>
              <a:off x="2282279" y="3670361"/>
              <a:ext cx="82295" cy="9906"/>
            </a:xfrm>
            <a:custGeom>
              <a:rect b="b" l="l" r="r" t="t"/>
              <a:pathLst>
                <a:path extrusionOk="0" h="279" w="2318">
                  <a:moveTo>
                    <a:pt x="140" y="0"/>
                  </a:moveTo>
                  <a:cubicBezTo>
                    <a:pt x="64" y="0"/>
                    <a:pt x="1" y="64"/>
                    <a:pt x="1" y="140"/>
                  </a:cubicBezTo>
                  <a:cubicBezTo>
                    <a:pt x="1" y="215"/>
                    <a:pt x="63" y="278"/>
                    <a:pt x="140" y="278"/>
                  </a:cubicBezTo>
                  <a:lnTo>
                    <a:pt x="2180" y="278"/>
                  </a:lnTo>
                  <a:cubicBezTo>
                    <a:pt x="2257" y="278"/>
                    <a:pt x="2318" y="215"/>
                    <a:pt x="2318" y="140"/>
                  </a:cubicBezTo>
                  <a:cubicBezTo>
                    <a:pt x="2318" y="64"/>
                    <a:pt x="2257" y="0"/>
                    <a:pt x="2180"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672" name="Google Shape;4672;p28"/>
            <p:cNvSpPr/>
            <p:nvPr/>
          </p:nvSpPr>
          <p:spPr>
            <a:xfrm>
              <a:off x="2247947" y="3693332"/>
              <a:ext cx="19775" cy="9906"/>
            </a:xfrm>
            <a:custGeom>
              <a:rect b="b" l="l" r="r" t="t"/>
              <a:pathLst>
                <a:path extrusionOk="0" h="279" w="557">
                  <a:moveTo>
                    <a:pt x="139" y="1"/>
                  </a:moveTo>
                  <a:cubicBezTo>
                    <a:pt x="64" y="1"/>
                    <a:pt x="1" y="63"/>
                    <a:pt x="1" y="141"/>
                  </a:cubicBezTo>
                  <a:cubicBezTo>
                    <a:pt x="1" y="215"/>
                    <a:pt x="61" y="279"/>
                    <a:pt x="139" y="279"/>
                  </a:cubicBezTo>
                  <a:lnTo>
                    <a:pt x="418" y="279"/>
                  </a:lnTo>
                  <a:cubicBezTo>
                    <a:pt x="496" y="279"/>
                    <a:pt x="556" y="217"/>
                    <a:pt x="556" y="141"/>
                  </a:cubicBezTo>
                  <a:cubicBezTo>
                    <a:pt x="556" y="64"/>
                    <a:pt x="496" y="1"/>
                    <a:pt x="418"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673" name="Google Shape;4673;p28"/>
            <p:cNvSpPr/>
            <p:nvPr/>
          </p:nvSpPr>
          <p:spPr>
            <a:xfrm>
              <a:off x="2282279" y="3693332"/>
              <a:ext cx="82295" cy="9906"/>
            </a:xfrm>
            <a:custGeom>
              <a:rect b="b" l="l" r="r" t="t"/>
              <a:pathLst>
                <a:path extrusionOk="0" h="279" w="2318">
                  <a:moveTo>
                    <a:pt x="140" y="1"/>
                  </a:moveTo>
                  <a:cubicBezTo>
                    <a:pt x="64" y="1"/>
                    <a:pt x="1" y="63"/>
                    <a:pt x="1" y="141"/>
                  </a:cubicBezTo>
                  <a:cubicBezTo>
                    <a:pt x="1" y="215"/>
                    <a:pt x="63" y="279"/>
                    <a:pt x="140" y="279"/>
                  </a:cubicBezTo>
                  <a:lnTo>
                    <a:pt x="2180" y="279"/>
                  </a:lnTo>
                  <a:cubicBezTo>
                    <a:pt x="2257" y="279"/>
                    <a:pt x="2318" y="217"/>
                    <a:pt x="2318" y="141"/>
                  </a:cubicBezTo>
                  <a:cubicBezTo>
                    <a:pt x="2318" y="64"/>
                    <a:pt x="2257" y="1"/>
                    <a:pt x="2180"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674" name="Google Shape;4674;p28"/>
            <p:cNvSpPr/>
            <p:nvPr/>
          </p:nvSpPr>
          <p:spPr>
            <a:xfrm>
              <a:off x="2201756" y="3537328"/>
              <a:ext cx="209003" cy="25102"/>
            </a:xfrm>
            <a:custGeom>
              <a:rect b="b" l="l" r="r" t="t"/>
              <a:pathLst>
                <a:path extrusionOk="0" h="707" w="5887">
                  <a:moveTo>
                    <a:pt x="353" y="0"/>
                  </a:moveTo>
                  <a:cubicBezTo>
                    <a:pt x="159" y="0"/>
                    <a:pt x="1" y="158"/>
                    <a:pt x="1" y="353"/>
                  </a:cubicBezTo>
                  <a:cubicBezTo>
                    <a:pt x="1" y="548"/>
                    <a:pt x="159" y="707"/>
                    <a:pt x="353" y="707"/>
                  </a:cubicBezTo>
                  <a:lnTo>
                    <a:pt x="5534" y="707"/>
                  </a:lnTo>
                  <a:cubicBezTo>
                    <a:pt x="5728" y="707"/>
                    <a:pt x="5887" y="548"/>
                    <a:pt x="5887" y="353"/>
                  </a:cubicBezTo>
                  <a:cubicBezTo>
                    <a:pt x="5887" y="158"/>
                    <a:pt x="5728" y="0"/>
                    <a:pt x="5534" y="0"/>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675" name="Google Shape;4675;p28"/>
            <p:cNvSpPr/>
            <p:nvPr/>
          </p:nvSpPr>
          <p:spPr>
            <a:xfrm>
              <a:off x="2384423" y="3537364"/>
              <a:ext cx="26343" cy="25067"/>
            </a:xfrm>
            <a:custGeom>
              <a:rect b="b" l="l" r="r" t="t"/>
              <a:pathLst>
                <a:path extrusionOk="0" h="706" w="742">
                  <a:moveTo>
                    <a:pt x="0" y="1"/>
                  </a:moveTo>
                  <a:cubicBezTo>
                    <a:pt x="195" y="1"/>
                    <a:pt x="353" y="159"/>
                    <a:pt x="353" y="353"/>
                  </a:cubicBezTo>
                  <a:cubicBezTo>
                    <a:pt x="353" y="450"/>
                    <a:pt x="316" y="537"/>
                    <a:pt x="251" y="602"/>
                  </a:cubicBezTo>
                  <a:cubicBezTo>
                    <a:pt x="186" y="665"/>
                    <a:pt x="97" y="706"/>
                    <a:pt x="0" y="706"/>
                  </a:cubicBezTo>
                  <a:lnTo>
                    <a:pt x="389" y="706"/>
                  </a:lnTo>
                  <a:cubicBezTo>
                    <a:pt x="487" y="706"/>
                    <a:pt x="575" y="667"/>
                    <a:pt x="639" y="602"/>
                  </a:cubicBezTo>
                  <a:cubicBezTo>
                    <a:pt x="703" y="537"/>
                    <a:pt x="742" y="450"/>
                    <a:pt x="742" y="353"/>
                  </a:cubicBezTo>
                  <a:cubicBezTo>
                    <a:pt x="742" y="159"/>
                    <a:pt x="583" y="1"/>
                    <a:pt x="389"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4676" name="Google Shape;4676;p28"/>
          <p:cNvGrpSpPr/>
          <p:nvPr/>
        </p:nvGrpSpPr>
        <p:grpSpPr>
          <a:xfrm>
            <a:off x="1495763" y="3489361"/>
            <a:ext cx="326668" cy="327037"/>
            <a:chOff x="1495588" y="3489398"/>
            <a:chExt cx="326668" cy="327037"/>
          </a:xfrm>
        </p:grpSpPr>
        <p:sp>
          <p:nvSpPr>
            <p:cNvPr id="4677" name="Google Shape;4677;p28"/>
            <p:cNvSpPr/>
            <p:nvPr/>
          </p:nvSpPr>
          <p:spPr>
            <a:xfrm>
              <a:off x="1559495" y="3489398"/>
              <a:ext cx="247630" cy="327037"/>
            </a:xfrm>
            <a:custGeom>
              <a:rect b="b" l="l" r="r" t="t"/>
              <a:pathLst>
                <a:path extrusionOk="0" h="9211" w="6975">
                  <a:moveTo>
                    <a:pt x="100" y="0"/>
                  </a:moveTo>
                  <a:cubicBezTo>
                    <a:pt x="45" y="0"/>
                    <a:pt x="1" y="45"/>
                    <a:pt x="1" y="100"/>
                  </a:cubicBezTo>
                  <a:lnTo>
                    <a:pt x="1" y="9111"/>
                  </a:lnTo>
                  <a:cubicBezTo>
                    <a:pt x="1" y="9165"/>
                    <a:pt x="45" y="9210"/>
                    <a:pt x="100" y="9210"/>
                  </a:cubicBezTo>
                  <a:lnTo>
                    <a:pt x="6875" y="9210"/>
                  </a:lnTo>
                  <a:cubicBezTo>
                    <a:pt x="6930" y="9210"/>
                    <a:pt x="6974" y="9165"/>
                    <a:pt x="6974" y="9111"/>
                  </a:cubicBezTo>
                  <a:lnTo>
                    <a:pt x="6974" y="100"/>
                  </a:lnTo>
                  <a:cubicBezTo>
                    <a:pt x="6974" y="45"/>
                    <a:pt x="6930" y="0"/>
                    <a:pt x="6875" y="0"/>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678" name="Google Shape;4678;p28"/>
            <p:cNvSpPr/>
            <p:nvPr/>
          </p:nvSpPr>
          <p:spPr>
            <a:xfrm>
              <a:off x="1790446" y="3489398"/>
              <a:ext cx="16686" cy="327037"/>
            </a:xfrm>
            <a:custGeom>
              <a:rect b="b" l="l" r="r" t="t"/>
              <a:pathLst>
                <a:path extrusionOk="0" h="9211" w="470">
                  <a:moveTo>
                    <a:pt x="0" y="0"/>
                  </a:moveTo>
                  <a:cubicBezTo>
                    <a:pt x="54" y="0"/>
                    <a:pt x="100" y="45"/>
                    <a:pt x="100" y="100"/>
                  </a:cubicBezTo>
                  <a:lnTo>
                    <a:pt x="100" y="9111"/>
                  </a:lnTo>
                  <a:cubicBezTo>
                    <a:pt x="100" y="9165"/>
                    <a:pt x="54" y="9210"/>
                    <a:pt x="0" y="9210"/>
                  </a:cubicBezTo>
                  <a:lnTo>
                    <a:pt x="370" y="9210"/>
                  </a:lnTo>
                  <a:cubicBezTo>
                    <a:pt x="425" y="9210"/>
                    <a:pt x="469" y="9165"/>
                    <a:pt x="469" y="9111"/>
                  </a:cubicBezTo>
                  <a:lnTo>
                    <a:pt x="469" y="100"/>
                  </a:lnTo>
                  <a:cubicBezTo>
                    <a:pt x="469" y="43"/>
                    <a:pt x="425" y="0"/>
                    <a:pt x="370"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679" name="Google Shape;4679;p28"/>
            <p:cNvSpPr/>
            <p:nvPr/>
          </p:nvSpPr>
          <p:spPr>
            <a:xfrm>
              <a:off x="1589744" y="3509067"/>
              <a:ext cx="49597" cy="99521"/>
            </a:xfrm>
            <a:custGeom>
              <a:rect b="b" l="l" r="r" t="t"/>
              <a:pathLst>
                <a:path extrusionOk="0" h="2803" w="1397">
                  <a:moveTo>
                    <a:pt x="536" y="575"/>
                  </a:moveTo>
                  <a:lnTo>
                    <a:pt x="536" y="1093"/>
                  </a:lnTo>
                  <a:cubicBezTo>
                    <a:pt x="490" y="1068"/>
                    <a:pt x="451" y="1044"/>
                    <a:pt x="418" y="1018"/>
                  </a:cubicBezTo>
                  <a:cubicBezTo>
                    <a:pt x="363" y="975"/>
                    <a:pt x="339" y="891"/>
                    <a:pt x="358" y="798"/>
                  </a:cubicBezTo>
                  <a:cubicBezTo>
                    <a:pt x="373" y="714"/>
                    <a:pt x="428" y="613"/>
                    <a:pt x="536" y="575"/>
                  </a:cubicBezTo>
                  <a:close/>
                  <a:moveTo>
                    <a:pt x="811" y="1511"/>
                  </a:moveTo>
                  <a:cubicBezTo>
                    <a:pt x="821" y="1514"/>
                    <a:pt x="831" y="1519"/>
                    <a:pt x="841" y="1521"/>
                  </a:cubicBezTo>
                  <a:cubicBezTo>
                    <a:pt x="1099" y="1612"/>
                    <a:pt x="1083" y="1831"/>
                    <a:pt x="1071" y="1896"/>
                  </a:cubicBezTo>
                  <a:cubicBezTo>
                    <a:pt x="1050" y="2024"/>
                    <a:pt x="962" y="2159"/>
                    <a:pt x="811" y="2212"/>
                  </a:cubicBezTo>
                  <a:lnTo>
                    <a:pt x="811" y="1511"/>
                  </a:lnTo>
                  <a:close/>
                  <a:moveTo>
                    <a:pt x="676" y="0"/>
                  </a:moveTo>
                  <a:cubicBezTo>
                    <a:pt x="598" y="0"/>
                    <a:pt x="538" y="64"/>
                    <a:pt x="538" y="138"/>
                  </a:cubicBezTo>
                  <a:lnTo>
                    <a:pt x="538" y="284"/>
                  </a:lnTo>
                  <a:cubicBezTo>
                    <a:pt x="517" y="290"/>
                    <a:pt x="496" y="294"/>
                    <a:pt x="474" y="301"/>
                  </a:cubicBezTo>
                  <a:cubicBezTo>
                    <a:pt x="274" y="360"/>
                    <a:pt x="127" y="531"/>
                    <a:pt x="87" y="744"/>
                  </a:cubicBezTo>
                  <a:cubicBezTo>
                    <a:pt x="51" y="939"/>
                    <a:pt x="113" y="1129"/>
                    <a:pt x="251" y="1236"/>
                  </a:cubicBezTo>
                  <a:cubicBezTo>
                    <a:pt x="323" y="1294"/>
                    <a:pt x="415" y="1346"/>
                    <a:pt x="539" y="1402"/>
                  </a:cubicBezTo>
                  <a:lnTo>
                    <a:pt x="539" y="2234"/>
                  </a:lnTo>
                  <a:cubicBezTo>
                    <a:pt x="431" y="2227"/>
                    <a:pt x="358" y="2201"/>
                    <a:pt x="235" y="2121"/>
                  </a:cubicBezTo>
                  <a:cubicBezTo>
                    <a:pt x="211" y="2106"/>
                    <a:pt x="185" y="2099"/>
                    <a:pt x="158" y="2099"/>
                  </a:cubicBezTo>
                  <a:cubicBezTo>
                    <a:pt x="113" y="2099"/>
                    <a:pt x="69" y="2120"/>
                    <a:pt x="43" y="2160"/>
                  </a:cubicBezTo>
                  <a:cubicBezTo>
                    <a:pt x="1" y="2225"/>
                    <a:pt x="19" y="2311"/>
                    <a:pt x="83" y="2353"/>
                  </a:cubicBezTo>
                  <a:cubicBezTo>
                    <a:pt x="260" y="2470"/>
                    <a:pt x="381" y="2504"/>
                    <a:pt x="538" y="2513"/>
                  </a:cubicBezTo>
                  <a:lnTo>
                    <a:pt x="538" y="2664"/>
                  </a:lnTo>
                  <a:cubicBezTo>
                    <a:pt x="538" y="2742"/>
                    <a:pt x="601" y="2802"/>
                    <a:pt x="676" y="2802"/>
                  </a:cubicBezTo>
                  <a:cubicBezTo>
                    <a:pt x="753" y="2802"/>
                    <a:pt x="814" y="2739"/>
                    <a:pt x="814" y="2664"/>
                  </a:cubicBezTo>
                  <a:lnTo>
                    <a:pt x="814" y="2501"/>
                  </a:lnTo>
                  <a:cubicBezTo>
                    <a:pt x="1126" y="2441"/>
                    <a:pt x="1309" y="2183"/>
                    <a:pt x="1348" y="1944"/>
                  </a:cubicBezTo>
                  <a:cubicBezTo>
                    <a:pt x="1397" y="1634"/>
                    <a:pt x="1237" y="1366"/>
                    <a:pt x="935" y="1259"/>
                  </a:cubicBezTo>
                  <a:cubicBezTo>
                    <a:pt x="896" y="1245"/>
                    <a:pt x="854" y="1231"/>
                    <a:pt x="812" y="1215"/>
                  </a:cubicBezTo>
                  <a:lnTo>
                    <a:pt x="812" y="557"/>
                  </a:lnTo>
                  <a:cubicBezTo>
                    <a:pt x="917" y="583"/>
                    <a:pt x="978" y="635"/>
                    <a:pt x="984" y="639"/>
                  </a:cubicBezTo>
                  <a:cubicBezTo>
                    <a:pt x="1009" y="663"/>
                    <a:pt x="1042" y="674"/>
                    <a:pt x="1075" y="674"/>
                  </a:cubicBezTo>
                  <a:cubicBezTo>
                    <a:pt x="1113" y="674"/>
                    <a:pt x="1152" y="659"/>
                    <a:pt x="1179" y="629"/>
                  </a:cubicBezTo>
                  <a:cubicBezTo>
                    <a:pt x="1231" y="573"/>
                    <a:pt x="1228" y="485"/>
                    <a:pt x="1172" y="433"/>
                  </a:cubicBezTo>
                  <a:cubicBezTo>
                    <a:pt x="1165" y="426"/>
                    <a:pt x="1031" y="305"/>
                    <a:pt x="814" y="274"/>
                  </a:cubicBezTo>
                  <a:lnTo>
                    <a:pt x="814" y="138"/>
                  </a:lnTo>
                  <a:cubicBezTo>
                    <a:pt x="814" y="61"/>
                    <a:pt x="751" y="0"/>
                    <a:pt x="676"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680" name="Google Shape;4680;p28"/>
            <p:cNvSpPr/>
            <p:nvPr/>
          </p:nvSpPr>
          <p:spPr>
            <a:xfrm>
              <a:off x="1659580" y="3558737"/>
              <a:ext cx="49668" cy="9870"/>
            </a:xfrm>
            <a:custGeom>
              <a:rect b="b" l="l" r="r" t="t"/>
              <a:pathLst>
                <a:path extrusionOk="0" h="278" w="1399">
                  <a:moveTo>
                    <a:pt x="141" y="0"/>
                  </a:moveTo>
                  <a:cubicBezTo>
                    <a:pt x="63" y="0"/>
                    <a:pt x="2" y="63"/>
                    <a:pt x="2" y="140"/>
                  </a:cubicBezTo>
                  <a:cubicBezTo>
                    <a:pt x="1" y="216"/>
                    <a:pt x="63" y="278"/>
                    <a:pt x="141" y="278"/>
                  </a:cubicBezTo>
                  <a:lnTo>
                    <a:pt x="1260" y="278"/>
                  </a:lnTo>
                  <a:cubicBezTo>
                    <a:pt x="1336" y="278"/>
                    <a:pt x="1398" y="214"/>
                    <a:pt x="1398" y="140"/>
                  </a:cubicBezTo>
                  <a:cubicBezTo>
                    <a:pt x="1398" y="63"/>
                    <a:pt x="1335" y="0"/>
                    <a:pt x="1260"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681" name="Google Shape;4681;p28"/>
            <p:cNvSpPr/>
            <p:nvPr/>
          </p:nvSpPr>
          <p:spPr>
            <a:xfrm>
              <a:off x="1726682" y="3558737"/>
              <a:ext cx="49597" cy="9870"/>
            </a:xfrm>
            <a:custGeom>
              <a:rect b="b" l="l" r="r" t="t"/>
              <a:pathLst>
                <a:path extrusionOk="0" h="278" w="1397">
                  <a:moveTo>
                    <a:pt x="140" y="0"/>
                  </a:moveTo>
                  <a:cubicBezTo>
                    <a:pt x="62" y="0"/>
                    <a:pt x="0" y="63"/>
                    <a:pt x="0" y="140"/>
                  </a:cubicBezTo>
                  <a:cubicBezTo>
                    <a:pt x="0" y="216"/>
                    <a:pt x="64" y="278"/>
                    <a:pt x="140" y="278"/>
                  </a:cubicBezTo>
                  <a:lnTo>
                    <a:pt x="1258" y="278"/>
                  </a:lnTo>
                  <a:cubicBezTo>
                    <a:pt x="1336" y="278"/>
                    <a:pt x="1396" y="214"/>
                    <a:pt x="1396" y="140"/>
                  </a:cubicBezTo>
                  <a:cubicBezTo>
                    <a:pt x="1396" y="63"/>
                    <a:pt x="1334" y="0"/>
                    <a:pt x="1258"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682" name="Google Shape;4682;p28"/>
            <p:cNvSpPr/>
            <p:nvPr/>
          </p:nvSpPr>
          <p:spPr>
            <a:xfrm>
              <a:off x="1659651" y="3584974"/>
              <a:ext cx="49597" cy="9906"/>
            </a:xfrm>
            <a:custGeom>
              <a:rect b="b" l="l" r="r" t="t"/>
              <a:pathLst>
                <a:path extrusionOk="0" h="279" w="1397">
                  <a:moveTo>
                    <a:pt x="139" y="1"/>
                  </a:moveTo>
                  <a:cubicBezTo>
                    <a:pt x="61" y="1"/>
                    <a:pt x="0" y="64"/>
                    <a:pt x="0" y="139"/>
                  </a:cubicBezTo>
                  <a:cubicBezTo>
                    <a:pt x="0" y="215"/>
                    <a:pt x="61" y="278"/>
                    <a:pt x="139" y="278"/>
                  </a:cubicBezTo>
                  <a:lnTo>
                    <a:pt x="1258" y="278"/>
                  </a:lnTo>
                  <a:cubicBezTo>
                    <a:pt x="1334" y="278"/>
                    <a:pt x="1396" y="215"/>
                    <a:pt x="1396" y="139"/>
                  </a:cubicBezTo>
                  <a:cubicBezTo>
                    <a:pt x="1396" y="64"/>
                    <a:pt x="1333" y="1"/>
                    <a:pt x="1258"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683" name="Google Shape;4683;p28"/>
            <p:cNvSpPr/>
            <p:nvPr/>
          </p:nvSpPr>
          <p:spPr>
            <a:xfrm>
              <a:off x="1726788" y="3584939"/>
              <a:ext cx="49597" cy="9835"/>
            </a:xfrm>
            <a:custGeom>
              <a:rect b="b" l="l" r="r" t="t"/>
              <a:pathLst>
                <a:path extrusionOk="0" h="277" w="1397">
                  <a:moveTo>
                    <a:pt x="138" y="0"/>
                  </a:moveTo>
                  <a:cubicBezTo>
                    <a:pt x="61" y="0"/>
                    <a:pt x="0" y="64"/>
                    <a:pt x="0" y="138"/>
                  </a:cubicBezTo>
                  <a:cubicBezTo>
                    <a:pt x="0" y="215"/>
                    <a:pt x="62" y="277"/>
                    <a:pt x="138" y="277"/>
                  </a:cubicBezTo>
                  <a:lnTo>
                    <a:pt x="1257" y="277"/>
                  </a:lnTo>
                  <a:cubicBezTo>
                    <a:pt x="1334" y="277"/>
                    <a:pt x="1396" y="215"/>
                    <a:pt x="1396" y="138"/>
                  </a:cubicBezTo>
                  <a:cubicBezTo>
                    <a:pt x="1396" y="64"/>
                    <a:pt x="1333" y="0"/>
                    <a:pt x="1257"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684" name="Google Shape;4684;p28"/>
            <p:cNvSpPr/>
            <p:nvPr/>
          </p:nvSpPr>
          <p:spPr>
            <a:xfrm>
              <a:off x="1659580" y="3611176"/>
              <a:ext cx="49668" cy="9870"/>
            </a:xfrm>
            <a:custGeom>
              <a:rect b="b" l="l" r="r" t="t"/>
              <a:pathLst>
                <a:path extrusionOk="0" h="278" w="1399">
                  <a:moveTo>
                    <a:pt x="141" y="1"/>
                  </a:moveTo>
                  <a:cubicBezTo>
                    <a:pt x="63" y="1"/>
                    <a:pt x="2" y="63"/>
                    <a:pt x="2" y="139"/>
                  </a:cubicBezTo>
                  <a:cubicBezTo>
                    <a:pt x="1" y="217"/>
                    <a:pt x="63" y="277"/>
                    <a:pt x="141" y="277"/>
                  </a:cubicBezTo>
                  <a:lnTo>
                    <a:pt x="1260" y="277"/>
                  </a:lnTo>
                  <a:cubicBezTo>
                    <a:pt x="1336" y="277"/>
                    <a:pt x="1398" y="214"/>
                    <a:pt x="1398" y="139"/>
                  </a:cubicBezTo>
                  <a:cubicBezTo>
                    <a:pt x="1398" y="61"/>
                    <a:pt x="1335" y="1"/>
                    <a:pt x="1260"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685" name="Google Shape;4685;p28"/>
            <p:cNvSpPr/>
            <p:nvPr/>
          </p:nvSpPr>
          <p:spPr>
            <a:xfrm>
              <a:off x="1726788" y="3611176"/>
              <a:ext cx="49597" cy="9870"/>
            </a:xfrm>
            <a:custGeom>
              <a:rect b="b" l="l" r="r" t="t"/>
              <a:pathLst>
                <a:path extrusionOk="0" h="278" w="1397">
                  <a:moveTo>
                    <a:pt x="138" y="1"/>
                  </a:moveTo>
                  <a:cubicBezTo>
                    <a:pt x="61" y="1"/>
                    <a:pt x="0" y="63"/>
                    <a:pt x="0" y="139"/>
                  </a:cubicBezTo>
                  <a:cubicBezTo>
                    <a:pt x="0" y="217"/>
                    <a:pt x="62" y="277"/>
                    <a:pt x="138" y="277"/>
                  </a:cubicBezTo>
                  <a:lnTo>
                    <a:pt x="1257" y="277"/>
                  </a:lnTo>
                  <a:cubicBezTo>
                    <a:pt x="1334" y="277"/>
                    <a:pt x="1396" y="214"/>
                    <a:pt x="1396" y="139"/>
                  </a:cubicBezTo>
                  <a:cubicBezTo>
                    <a:pt x="1396" y="61"/>
                    <a:pt x="1333" y="1"/>
                    <a:pt x="1257"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686" name="Google Shape;4686;p28"/>
            <p:cNvSpPr/>
            <p:nvPr/>
          </p:nvSpPr>
          <p:spPr>
            <a:xfrm>
              <a:off x="1659580" y="3637414"/>
              <a:ext cx="49668" cy="9870"/>
            </a:xfrm>
            <a:custGeom>
              <a:rect b="b" l="l" r="r" t="t"/>
              <a:pathLst>
                <a:path extrusionOk="0" h="278" w="1399">
                  <a:moveTo>
                    <a:pt x="141" y="0"/>
                  </a:moveTo>
                  <a:cubicBezTo>
                    <a:pt x="63" y="0"/>
                    <a:pt x="2" y="64"/>
                    <a:pt x="2" y="140"/>
                  </a:cubicBezTo>
                  <a:cubicBezTo>
                    <a:pt x="1" y="215"/>
                    <a:pt x="63" y="278"/>
                    <a:pt x="141" y="278"/>
                  </a:cubicBezTo>
                  <a:lnTo>
                    <a:pt x="1260" y="278"/>
                  </a:lnTo>
                  <a:cubicBezTo>
                    <a:pt x="1336" y="278"/>
                    <a:pt x="1398" y="215"/>
                    <a:pt x="1398" y="140"/>
                  </a:cubicBezTo>
                  <a:cubicBezTo>
                    <a:pt x="1398" y="62"/>
                    <a:pt x="1335" y="0"/>
                    <a:pt x="1260"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687" name="Google Shape;4687;p28"/>
            <p:cNvSpPr/>
            <p:nvPr/>
          </p:nvSpPr>
          <p:spPr>
            <a:xfrm>
              <a:off x="1726788" y="3637343"/>
              <a:ext cx="49597" cy="9906"/>
            </a:xfrm>
            <a:custGeom>
              <a:rect b="b" l="l" r="r" t="t"/>
              <a:pathLst>
                <a:path extrusionOk="0" h="279" w="1397">
                  <a:moveTo>
                    <a:pt x="138" y="1"/>
                  </a:moveTo>
                  <a:cubicBezTo>
                    <a:pt x="61" y="1"/>
                    <a:pt x="0" y="64"/>
                    <a:pt x="0" y="139"/>
                  </a:cubicBezTo>
                  <a:cubicBezTo>
                    <a:pt x="0" y="217"/>
                    <a:pt x="62" y="278"/>
                    <a:pt x="138" y="278"/>
                  </a:cubicBezTo>
                  <a:lnTo>
                    <a:pt x="1257" y="278"/>
                  </a:lnTo>
                  <a:cubicBezTo>
                    <a:pt x="1334" y="278"/>
                    <a:pt x="1396" y="215"/>
                    <a:pt x="1396" y="139"/>
                  </a:cubicBezTo>
                  <a:cubicBezTo>
                    <a:pt x="1396" y="64"/>
                    <a:pt x="1333" y="1"/>
                    <a:pt x="1257"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688" name="Google Shape;4688;p28"/>
            <p:cNvSpPr/>
            <p:nvPr/>
          </p:nvSpPr>
          <p:spPr>
            <a:xfrm>
              <a:off x="1659651" y="3663615"/>
              <a:ext cx="116732" cy="9835"/>
            </a:xfrm>
            <a:custGeom>
              <a:rect b="b" l="l" r="r" t="t"/>
              <a:pathLst>
                <a:path extrusionOk="0" h="277" w="3288">
                  <a:moveTo>
                    <a:pt x="139" y="0"/>
                  </a:moveTo>
                  <a:cubicBezTo>
                    <a:pt x="61" y="0"/>
                    <a:pt x="0" y="64"/>
                    <a:pt x="0" y="139"/>
                  </a:cubicBezTo>
                  <a:cubicBezTo>
                    <a:pt x="0" y="213"/>
                    <a:pt x="64" y="277"/>
                    <a:pt x="139" y="277"/>
                  </a:cubicBezTo>
                  <a:lnTo>
                    <a:pt x="3148" y="277"/>
                  </a:lnTo>
                  <a:cubicBezTo>
                    <a:pt x="3225" y="277"/>
                    <a:pt x="3287" y="213"/>
                    <a:pt x="3287" y="139"/>
                  </a:cubicBezTo>
                  <a:cubicBezTo>
                    <a:pt x="3287" y="64"/>
                    <a:pt x="3224" y="0"/>
                    <a:pt x="3148"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689" name="Google Shape;4689;p28"/>
            <p:cNvSpPr/>
            <p:nvPr/>
          </p:nvSpPr>
          <p:spPr>
            <a:xfrm>
              <a:off x="1717877" y="3779287"/>
              <a:ext cx="104377" cy="37138"/>
            </a:xfrm>
            <a:custGeom>
              <a:rect b="b" l="l" r="r" t="t"/>
              <a:pathLst>
                <a:path extrusionOk="0" h="1046" w="2940">
                  <a:moveTo>
                    <a:pt x="446" y="0"/>
                  </a:moveTo>
                  <a:cubicBezTo>
                    <a:pt x="198" y="0"/>
                    <a:pt x="1" y="199"/>
                    <a:pt x="1" y="444"/>
                  </a:cubicBezTo>
                  <a:lnTo>
                    <a:pt x="1" y="600"/>
                  </a:lnTo>
                  <a:cubicBezTo>
                    <a:pt x="1" y="847"/>
                    <a:pt x="201" y="1045"/>
                    <a:pt x="446" y="1045"/>
                  </a:cubicBezTo>
                  <a:lnTo>
                    <a:pt x="2496" y="1045"/>
                  </a:lnTo>
                  <a:cubicBezTo>
                    <a:pt x="2742" y="1045"/>
                    <a:pt x="2939" y="845"/>
                    <a:pt x="2939" y="600"/>
                  </a:cubicBezTo>
                  <a:lnTo>
                    <a:pt x="2939" y="444"/>
                  </a:lnTo>
                  <a:cubicBezTo>
                    <a:pt x="2939" y="198"/>
                    <a:pt x="2741" y="0"/>
                    <a:pt x="2496" y="0"/>
                  </a:cubicBezTo>
                  <a:close/>
                </a:path>
              </a:pathLst>
            </a:custGeom>
            <a:solidFill>
              <a:srgbClr val="ECE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690" name="Google Shape;4690;p28"/>
            <p:cNvSpPr/>
            <p:nvPr/>
          </p:nvSpPr>
          <p:spPr>
            <a:xfrm>
              <a:off x="1717877" y="3742256"/>
              <a:ext cx="104377" cy="37103"/>
            </a:xfrm>
            <a:custGeom>
              <a:rect b="b" l="l" r="r" t="t"/>
              <a:pathLst>
                <a:path extrusionOk="0" h="1045" w="2940">
                  <a:moveTo>
                    <a:pt x="446" y="0"/>
                  </a:moveTo>
                  <a:cubicBezTo>
                    <a:pt x="198" y="0"/>
                    <a:pt x="1" y="199"/>
                    <a:pt x="1" y="443"/>
                  </a:cubicBezTo>
                  <a:lnTo>
                    <a:pt x="1" y="600"/>
                  </a:lnTo>
                  <a:cubicBezTo>
                    <a:pt x="1" y="846"/>
                    <a:pt x="201" y="1045"/>
                    <a:pt x="446" y="1045"/>
                  </a:cubicBezTo>
                  <a:lnTo>
                    <a:pt x="2496" y="1045"/>
                  </a:lnTo>
                  <a:cubicBezTo>
                    <a:pt x="2742" y="1045"/>
                    <a:pt x="2939" y="845"/>
                    <a:pt x="2939" y="600"/>
                  </a:cubicBezTo>
                  <a:lnTo>
                    <a:pt x="2939" y="443"/>
                  </a:lnTo>
                  <a:cubicBezTo>
                    <a:pt x="2939" y="197"/>
                    <a:pt x="2741" y="0"/>
                    <a:pt x="2496" y="0"/>
                  </a:cubicBezTo>
                  <a:close/>
                </a:path>
              </a:pathLst>
            </a:cu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691" name="Google Shape;4691;p28"/>
            <p:cNvSpPr/>
            <p:nvPr/>
          </p:nvSpPr>
          <p:spPr>
            <a:xfrm>
              <a:off x="1717877" y="3705084"/>
              <a:ext cx="104377" cy="37209"/>
            </a:xfrm>
            <a:custGeom>
              <a:rect b="b" l="l" r="r" t="t"/>
              <a:pathLst>
                <a:path extrusionOk="0" h="1048" w="2940">
                  <a:moveTo>
                    <a:pt x="446" y="1"/>
                  </a:moveTo>
                  <a:cubicBezTo>
                    <a:pt x="198" y="1"/>
                    <a:pt x="1" y="201"/>
                    <a:pt x="1" y="446"/>
                  </a:cubicBezTo>
                  <a:lnTo>
                    <a:pt x="1" y="602"/>
                  </a:lnTo>
                  <a:cubicBezTo>
                    <a:pt x="1" y="848"/>
                    <a:pt x="201" y="1047"/>
                    <a:pt x="446" y="1047"/>
                  </a:cubicBezTo>
                  <a:lnTo>
                    <a:pt x="2496" y="1047"/>
                  </a:lnTo>
                  <a:cubicBezTo>
                    <a:pt x="2742" y="1047"/>
                    <a:pt x="2939" y="848"/>
                    <a:pt x="2939" y="602"/>
                  </a:cubicBezTo>
                  <a:lnTo>
                    <a:pt x="2939" y="446"/>
                  </a:lnTo>
                  <a:cubicBezTo>
                    <a:pt x="2939" y="199"/>
                    <a:pt x="2741" y="1"/>
                    <a:pt x="2496" y="1"/>
                  </a:cubicBezTo>
                  <a:close/>
                </a:path>
              </a:pathLst>
            </a:custGeom>
            <a:solidFill>
              <a:srgbClr val="ECE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692" name="Google Shape;4692;p28"/>
            <p:cNvSpPr/>
            <p:nvPr/>
          </p:nvSpPr>
          <p:spPr>
            <a:xfrm>
              <a:off x="1792789" y="3779287"/>
              <a:ext cx="29467" cy="37138"/>
            </a:xfrm>
            <a:custGeom>
              <a:rect b="b" l="l" r="r" t="t"/>
              <a:pathLst>
                <a:path extrusionOk="0" h="1046" w="830">
                  <a:moveTo>
                    <a:pt x="0" y="0"/>
                  </a:moveTo>
                  <a:cubicBezTo>
                    <a:pt x="247" y="0"/>
                    <a:pt x="445" y="199"/>
                    <a:pt x="445" y="444"/>
                  </a:cubicBezTo>
                  <a:lnTo>
                    <a:pt x="445" y="600"/>
                  </a:lnTo>
                  <a:cubicBezTo>
                    <a:pt x="445" y="847"/>
                    <a:pt x="245" y="1045"/>
                    <a:pt x="0" y="1045"/>
                  </a:cubicBezTo>
                  <a:lnTo>
                    <a:pt x="386" y="1045"/>
                  </a:lnTo>
                  <a:cubicBezTo>
                    <a:pt x="631" y="1045"/>
                    <a:pt x="829" y="845"/>
                    <a:pt x="829" y="600"/>
                  </a:cubicBezTo>
                  <a:lnTo>
                    <a:pt x="829" y="444"/>
                  </a:lnTo>
                  <a:cubicBezTo>
                    <a:pt x="829" y="199"/>
                    <a:pt x="632" y="0"/>
                    <a:pt x="386"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693" name="Google Shape;4693;p28"/>
            <p:cNvSpPr/>
            <p:nvPr/>
          </p:nvSpPr>
          <p:spPr>
            <a:xfrm>
              <a:off x="1792789" y="3742256"/>
              <a:ext cx="29467" cy="37103"/>
            </a:xfrm>
            <a:custGeom>
              <a:rect b="b" l="l" r="r" t="t"/>
              <a:pathLst>
                <a:path extrusionOk="0" h="1045" w="830">
                  <a:moveTo>
                    <a:pt x="0" y="0"/>
                  </a:moveTo>
                  <a:cubicBezTo>
                    <a:pt x="247" y="0"/>
                    <a:pt x="445" y="199"/>
                    <a:pt x="445" y="443"/>
                  </a:cubicBezTo>
                  <a:lnTo>
                    <a:pt x="445" y="600"/>
                  </a:lnTo>
                  <a:cubicBezTo>
                    <a:pt x="445" y="846"/>
                    <a:pt x="245" y="1045"/>
                    <a:pt x="0" y="1045"/>
                  </a:cubicBezTo>
                  <a:lnTo>
                    <a:pt x="386" y="1045"/>
                  </a:lnTo>
                  <a:cubicBezTo>
                    <a:pt x="631" y="1045"/>
                    <a:pt x="829" y="845"/>
                    <a:pt x="829" y="600"/>
                  </a:cubicBezTo>
                  <a:lnTo>
                    <a:pt x="829" y="443"/>
                  </a:lnTo>
                  <a:cubicBezTo>
                    <a:pt x="829" y="199"/>
                    <a:pt x="632" y="2"/>
                    <a:pt x="386"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694" name="Google Shape;4694;p28"/>
            <p:cNvSpPr/>
            <p:nvPr/>
          </p:nvSpPr>
          <p:spPr>
            <a:xfrm>
              <a:off x="1792789" y="3705190"/>
              <a:ext cx="29467" cy="37138"/>
            </a:xfrm>
            <a:custGeom>
              <a:rect b="b" l="l" r="r" t="t"/>
              <a:pathLst>
                <a:path extrusionOk="0" h="1046" w="830">
                  <a:moveTo>
                    <a:pt x="0" y="1"/>
                  </a:moveTo>
                  <a:cubicBezTo>
                    <a:pt x="247" y="1"/>
                    <a:pt x="445" y="199"/>
                    <a:pt x="445" y="444"/>
                  </a:cubicBezTo>
                  <a:lnTo>
                    <a:pt x="445" y="601"/>
                  </a:lnTo>
                  <a:cubicBezTo>
                    <a:pt x="445" y="847"/>
                    <a:pt x="245" y="1046"/>
                    <a:pt x="0" y="1046"/>
                  </a:cubicBezTo>
                  <a:lnTo>
                    <a:pt x="386" y="1046"/>
                  </a:lnTo>
                  <a:cubicBezTo>
                    <a:pt x="631" y="1046"/>
                    <a:pt x="829" y="845"/>
                    <a:pt x="829" y="601"/>
                  </a:cubicBezTo>
                  <a:lnTo>
                    <a:pt x="829" y="444"/>
                  </a:lnTo>
                  <a:cubicBezTo>
                    <a:pt x="829" y="199"/>
                    <a:pt x="632" y="1"/>
                    <a:pt x="386"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695" name="Google Shape;4695;p28"/>
            <p:cNvSpPr/>
            <p:nvPr/>
          </p:nvSpPr>
          <p:spPr>
            <a:xfrm>
              <a:off x="1495588" y="3628396"/>
              <a:ext cx="137111" cy="188034"/>
            </a:xfrm>
            <a:custGeom>
              <a:rect b="b" l="l" r="r" t="t"/>
              <a:pathLst>
                <a:path extrusionOk="0" h="5296" w="3862">
                  <a:moveTo>
                    <a:pt x="296" y="1"/>
                  </a:moveTo>
                  <a:cubicBezTo>
                    <a:pt x="133" y="1"/>
                    <a:pt x="1" y="132"/>
                    <a:pt x="1" y="296"/>
                  </a:cubicBezTo>
                  <a:lnTo>
                    <a:pt x="1" y="5000"/>
                  </a:lnTo>
                  <a:cubicBezTo>
                    <a:pt x="1" y="5161"/>
                    <a:pt x="132" y="5295"/>
                    <a:pt x="296" y="5295"/>
                  </a:cubicBezTo>
                  <a:lnTo>
                    <a:pt x="3567" y="5295"/>
                  </a:lnTo>
                  <a:cubicBezTo>
                    <a:pt x="3731" y="5295"/>
                    <a:pt x="3862" y="5161"/>
                    <a:pt x="3862" y="5000"/>
                  </a:cubicBezTo>
                  <a:lnTo>
                    <a:pt x="3862" y="296"/>
                  </a:lnTo>
                  <a:cubicBezTo>
                    <a:pt x="3862" y="135"/>
                    <a:pt x="3731" y="1"/>
                    <a:pt x="3567" y="1"/>
                  </a:cubicBez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696" name="Google Shape;4696;p28"/>
            <p:cNvSpPr/>
            <p:nvPr/>
          </p:nvSpPr>
          <p:spPr>
            <a:xfrm>
              <a:off x="1609058" y="3628360"/>
              <a:ext cx="23645" cy="187999"/>
            </a:xfrm>
            <a:custGeom>
              <a:rect b="b" l="l" r="r" t="t"/>
              <a:pathLst>
                <a:path extrusionOk="0" h="5295" w="666">
                  <a:moveTo>
                    <a:pt x="373" y="0"/>
                  </a:moveTo>
                  <a:cubicBezTo>
                    <a:pt x="372" y="0"/>
                    <a:pt x="371" y="0"/>
                    <a:pt x="371" y="0"/>
                  </a:cubicBezTo>
                  <a:lnTo>
                    <a:pt x="1" y="0"/>
                  </a:lnTo>
                  <a:cubicBezTo>
                    <a:pt x="162" y="0"/>
                    <a:pt x="296" y="131"/>
                    <a:pt x="296" y="295"/>
                  </a:cubicBezTo>
                  <a:lnTo>
                    <a:pt x="296" y="5000"/>
                  </a:lnTo>
                  <a:cubicBezTo>
                    <a:pt x="296" y="5161"/>
                    <a:pt x="165" y="5295"/>
                    <a:pt x="1" y="5295"/>
                  </a:cubicBezTo>
                  <a:lnTo>
                    <a:pt x="371" y="5295"/>
                  </a:lnTo>
                  <a:cubicBezTo>
                    <a:pt x="533" y="5295"/>
                    <a:pt x="666" y="5162"/>
                    <a:pt x="666" y="5000"/>
                  </a:cubicBezTo>
                  <a:lnTo>
                    <a:pt x="666" y="295"/>
                  </a:lnTo>
                  <a:cubicBezTo>
                    <a:pt x="666" y="132"/>
                    <a:pt x="536" y="0"/>
                    <a:pt x="373"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697" name="Google Shape;4697;p28"/>
            <p:cNvSpPr/>
            <p:nvPr/>
          </p:nvSpPr>
          <p:spPr>
            <a:xfrm>
              <a:off x="1516606" y="3647248"/>
              <a:ext cx="95147" cy="39588"/>
            </a:xfrm>
            <a:custGeom>
              <a:rect b="b" l="l" r="r" t="t"/>
              <a:pathLst>
                <a:path extrusionOk="0" h="1115" w="2680">
                  <a:moveTo>
                    <a:pt x="135" y="1"/>
                  </a:moveTo>
                  <a:cubicBezTo>
                    <a:pt x="59" y="1"/>
                    <a:pt x="0" y="61"/>
                    <a:pt x="0" y="136"/>
                  </a:cubicBezTo>
                  <a:lnTo>
                    <a:pt x="0" y="979"/>
                  </a:lnTo>
                  <a:cubicBezTo>
                    <a:pt x="0" y="1054"/>
                    <a:pt x="61" y="1115"/>
                    <a:pt x="135" y="1115"/>
                  </a:cubicBezTo>
                  <a:lnTo>
                    <a:pt x="2546" y="1115"/>
                  </a:lnTo>
                  <a:cubicBezTo>
                    <a:pt x="2619" y="1115"/>
                    <a:pt x="2678" y="1054"/>
                    <a:pt x="2680" y="979"/>
                  </a:cubicBezTo>
                  <a:lnTo>
                    <a:pt x="2680" y="136"/>
                  </a:lnTo>
                  <a:cubicBezTo>
                    <a:pt x="2680" y="61"/>
                    <a:pt x="2619" y="1"/>
                    <a:pt x="2546" y="1"/>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698" name="Google Shape;4698;p28"/>
            <p:cNvSpPr/>
            <p:nvPr/>
          </p:nvSpPr>
          <p:spPr>
            <a:xfrm>
              <a:off x="1593791" y="3647248"/>
              <a:ext cx="17929" cy="39588"/>
            </a:xfrm>
            <a:custGeom>
              <a:rect b="b" l="l" r="r" t="t"/>
              <a:pathLst>
                <a:path extrusionOk="0" h="1115" w="505">
                  <a:moveTo>
                    <a:pt x="0" y="1"/>
                  </a:moveTo>
                  <a:cubicBezTo>
                    <a:pt x="77" y="1"/>
                    <a:pt x="136" y="61"/>
                    <a:pt x="136" y="136"/>
                  </a:cubicBezTo>
                  <a:lnTo>
                    <a:pt x="136" y="979"/>
                  </a:lnTo>
                  <a:cubicBezTo>
                    <a:pt x="136" y="1054"/>
                    <a:pt x="74" y="1115"/>
                    <a:pt x="0" y="1115"/>
                  </a:cubicBezTo>
                  <a:lnTo>
                    <a:pt x="369" y="1115"/>
                  </a:lnTo>
                  <a:cubicBezTo>
                    <a:pt x="445" y="1115"/>
                    <a:pt x="504" y="1053"/>
                    <a:pt x="504" y="979"/>
                  </a:cubicBezTo>
                  <a:lnTo>
                    <a:pt x="504" y="136"/>
                  </a:lnTo>
                  <a:cubicBezTo>
                    <a:pt x="504" y="61"/>
                    <a:pt x="445" y="1"/>
                    <a:pt x="372"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699" name="Google Shape;4699;p28"/>
            <p:cNvSpPr/>
            <p:nvPr/>
          </p:nvSpPr>
          <p:spPr>
            <a:xfrm>
              <a:off x="1516606" y="3703770"/>
              <a:ext cx="38698" cy="38771"/>
            </a:xfrm>
            <a:custGeom>
              <a:rect b="b" l="l" r="r" t="t"/>
              <a:pathLst>
                <a:path extrusionOk="0" h="1092" w="1090">
                  <a:moveTo>
                    <a:pt x="135" y="0"/>
                  </a:moveTo>
                  <a:cubicBezTo>
                    <a:pt x="59" y="0"/>
                    <a:pt x="0" y="61"/>
                    <a:pt x="0" y="136"/>
                  </a:cubicBezTo>
                  <a:lnTo>
                    <a:pt x="0" y="956"/>
                  </a:lnTo>
                  <a:cubicBezTo>
                    <a:pt x="0" y="1029"/>
                    <a:pt x="61" y="1091"/>
                    <a:pt x="135" y="1091"/>
                  </a:cubicBezTo>
                  <a:lnTo>
                    <a:pt x="956" y="1091"/>
                  </a:lnTo>
                  <a:cubicBezTo>
                    <a:pt x="1029" y="1091"/>
                    <a:pt x="1089" y="1031"/>
                    <a:pt x="1089" y="956"/>
                  </a:cubicBezTo>
                  <a:lnTo>
                    <a:pt x="1089" y="136"/>
                  </a:lnTo>
                  <a:cubicBezTo>
                    <a:pt x="1089" y="61"/>
                    <a:pt x="1029" y="0"/>
                    <a:pt x="956" y="0"/>
                  </a:cubicBezTo>
                  <a:close/>
                </a:path>
              </a:pathLst>
            </a:cu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700" name="Google Shape;4700;p28"/>
            <p:cNvSpPr/>
            <p:nvPr/>
          </p:nvSpPr>
          <p:spPr>
            <a:xfrm>
              <a:off x="1573057" y="3703770"/>
              <a:ext cx="38698" cy="38771"/>
            </a:xfrm>
            <a:custGeom>
              <a:rect b="b" l="l" r="r" t="t"/>
              <a:pathLst>
                <a:path extrusionOk="0" h="1092" w="1090">
                  <a:moveTo>
                    <a:pt x="135" y="0"/>
                  </a:moveTo>
                  <a:cubicBezTo>
                    <a:pt x="61" y="0"/>
                    <a:pt x="0" y="61"/>
                    <a:pt x="0" y="136"/>
                  </a:cubicBezTo>
                  <a:lnTo>
                    <a:pt x="0" y="956"/>
                  </a:lnTo>
                  <a:cubicBezTo>
                    <a:pt x="0" y="1029"/>
                    <a:pt x="61" y="1091"/>
                    <a:pt x="135" y="1091"/>
                  </a:cubicBezTo>
                  <a:lnTo>
                    <a:pt x="956" y="1091"/>
                  </a:lnTo>
                  <a:cubicBezTo>
                    <a:pt x="1029" y="1091"/>
                    <a:pt x="1088" y="1031"/>
                    <a:pt x="1090" y="956"/>
                  </a:cubicBezTo>
                  <a:lnTo>
                    <a:pt x="1090" y="136"/>
                  </a:lnTo>
                  <a:cubicBezTo>
                    <a:pt x="1090" y="61"/>
                    <a:pt x="1029" y="0"/>
                    <a:pt x="956" y="0"/>
                  </a:cubicBezTo>
                  <a:close/>
                </a:path>
              </a:pathLst>
            </a:cu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701" name="Google Shape;4701;p28"/>
            <p:cNvSpPr/>
            <p:nvPr/>
          </p:nvSpPr>
          <p:spPr>
            <a:xfrm>
              <a:off x="1516606" y="3758695"/>
              <a:ext cx="38698" cy="38771"/>
            </a:xfrm>
            <a:custGeom>
              <a:rect b="b" l="l" r="r" t="t"/>
              <a:pathLst>
                <a:path extrusionOk="0" h="1092" w="1090">
                  <a:moveTo>
                    <a:pt x="135" y="0"/>
                  </a:moveTo>
                  <a:cubicBezTo>
                    <a:pt x="59" y="0"/>
                    <a:pt x="0" y="61"/>
                    <a:pt x="0" y="136"/>
                  </a:cubicBezTo>
                  <a:lnTo>
                    <a:pt x="0" y="956"/>
                  </a:lnTo>
                  <a:cubicBezTo>
                    <a:pt x="0" y="1029"/>
                    <a:pt x="61" y="1091"/>
                    <a:pt x="135" y="1091"/>
                  </a:cubicBezTo>
                  <a:lnTo>
                    <a:pt x="956" y="1091"/>
                  </a:lnTo>
                  <a:cubicBezTo>
                    <a:pt x="1029" y="1091"/>
                    <a:pt x="1089" y="1029"/>
                    <a:pt x="1089" y="956"/>
                  </a:cubicBezTo>
                  <a:lnTo>
                    <a:pt x="1089" y="136"/>
                  </a:lnTo>
                  <a:cubicBezTo>
                    <a:pt x="1089" y="61"/>
                    <a:pt x="1029" y="0"/>
                    <a:pt x="956" y="0"/>
                  </a:cubicBezTo>
                  <a:close/>
                </a:path>
              </a:pathLst>
            </a:cu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702" name="Google Shape;4702;p28"/>
            <p:cNvSpPr/>
            <p:nvPr/>
          </p:nvSpPr>
          <p:spPr>
            <a:xfrm>
              <a:off x="1573057" y="3758695"/>
              <a:ext cx="38698" cy="38771"/>
            </a:xfrm>
            <a:custGeom>
              <a:rect b="b" l="l" r="r" t="t"/>
              <a:pathLst>
                <a:path extrusionOk="0" h="1092" w="1090">
                  <a:moveTo>
                    <a:pt x="135" y="0"/>
                  </a:moveTo>
                  <a:cubicBezTo>
                    <a:pt x="61" y="0"/>
                    <a:pt x="0" y="61"/>
                    <a:pt x="0" y="136"/>
                  </a:cubicBezTo>
                  <a:lnTo>
                    <a:pt x="0" y="956"/>
                  </a:lnTo>
                  <a:cubicBezTo>
                    <a:pt x="0" y="1029"/>
                    <a:pt x="61" y="1091"/>
                    <a:pt x="135" y="1091"/>
                  </a:cubicBezTo>
                  <a:lnTo>
                    <a:pt x="956" y="1091"/>
                  </a:lnTo>
                  <a:cubicBezTo>
                    <a:pt x="1029" y="1091"/>
                    <a:pt x="1088" y="1029"/>
                    <a:pt x="1090" y="956"/>
                  </a:cubicBezTo>
                  <a:lnTo>
                    <a:pt x="1090" y="136"/>
                  </a:lnTo>
                  <a:cubicBezTo>
                    <a:pt x="1090" y="61"/>
                    <a:pt x="1029" y="0"/>
                    <a:pt x="956" y="0"/>
                  </a:cubicBezTo>
                  <a:close/>
                </a:path>
              </a:pathLst>
            </a:cu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703" name="Google Shape;4703;p28"/>
            <p:cNvSpPr/>
            <p:nvPr/>
          </p:nvSpPr>
          <p:spPr>
            <a:xfrm>
              <a:off x="1537340" y="3703770"/>
              <a:ext cx="17964" cy="38771"/>
            </a:xfrm>
            <a:custGeom>
              <a:rect b="b" l="l" r="r" t="t"/>
              <a:pathLst>
                <a:path extrusionOk="0" h="1092" w="506">
                  <a:moveTo>
                    <a:pt x="0" y="0"/>
                  </a:moveTo>
                  <a:cubicBezTo>
                    <a:pt x="77" y="0"/>
                    <a:pt x="136" y="62"/>
                    <a:pt x="136" y="136"/>
                  </a:cubicBezTo>
                  <a:lnTo>
                    <a:pt x="136" y="956"/>
                  </a:lnTo>
                  <a:cubicBezTo>
                    <a:pt x="136" y="1029"/>
                    <a:pt x="74" y="1091"/>
                    <a:pt x="0" y="1091"/>
                  </a:cubicBezTo>
                  <a:lnTo>
                    <a:pt x="372" y="1091"/>
                  </a:lnTo>
                  <a:cubicBezTo>
                    <a:pt x="446" y="1091"/>
                    <a:pt x="505" y="1029"/>
                    <a:pt x="505" y="956"/>
                  </a:cubicBezTo>
                  <a:lnTo>
                    <a:pt x="505" y="136"/>
                  </a:lnTo>
                  <a:cubicBezTo>
                    <a:pt x="505" y="62"/>
                    <a:pt x="445" y="0"/>
                    <a:pt x="372"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704" name="Google Shape;4704;p28"/>
            <p:cNvSpPr/>
            <p:nvPr/>
          </p:nvSpPr>
          <p:spPr>
            <a:xfrm>
              <a:off x="1593791" y="3703770"/>
              <a:ext cx="17929" cy="38771"/>
            </a:xfrm>
            <a:custGeom>
              <a:rect b="b" l="l" r="r" t="t"/>
              <a:pathLst>
                <a:path extrusionOk="0" h="1092" w="505">
                  <a:moveTo>
                    <a:pt x="0" y="0"/>
                  </a:moveTo>
                  <a:cubicBezTo>
                    <a:pt x="77" y="0"/>
                    <a:pt x="136" y="62"/>
                    <a:pt x="136" y="136"/>
                  </a:cubicBezTo>
                  <a:lnTo>
                    <a:pt x="136" y="956"/>
                  </a:lnTo>
                  <a:cubicBezTo>
                    <a:pt x="136" y="1029"/>
                    <a:pt x="74" y="1091"/>
                    <a:pt x="0" y="1091"/>
                  </a:cubicBezTo>
                  <a:lnTo>
                    <a:pt x="369" y="1091"/>
                  </a:lnTo>
                  <a:cubicBezTo>
                    <a:pt x="445" y="1091"/>
                    <a:pt x="504" y="1029"/>
                    <a:pt x="504" y="956"/>
                  </a:cubicBezTo>
                  <a:lnTo>
                    <a:pt x="504" y="136"/>
                  </a:lnTo>
                  <a:cubicBezTo>
                    <a:pt x="504" y="62"/>
                    <a:pt x="445" y="0"/>
                    <a:pt x="372"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705" name="Google Shape;4705;p28"/>
            <p:cNvSpPr/>
            <p:nvPr/>
          </p:nvSpPr>
          <p:spPr>
            <a:xfrm>
              <a:off x="1537340" y="3758624"/>
              <a:ext cx="17964" cy="38736"/>
            </a:xfrm>
            <a:custGeom>
              <a:rect b="b" l="l" r="r" t="t"/>
              <a:pathLst>
                <a:path extrusionOk="0" h="1091" w="506">
                  <a:moveTo>
                    <a:pt x="0" y="1"/>
                  </a:moveTo>
                  <a:cubicBezTo>
                    <a:pt x="77" y="1"/>
                    <a:pt x="136" y="61"/>
                    <a:pt x="136" y="136"/>
                  </a:cubicBezTo>
                  <a:lnTo>
                    <a:pt x="136" y="957"/>
                  </a:lnTo>
                  <a:cubicBezTo>
                    <a:pt x="136" y="1031"/>
                    <a:pt x="74" y="1090"/>
                    <a:pt x="0" y="1090"/>
                  </a:cubicBezTo>
                  <a:lnTo>
                    <a:pt x="372" y="1090"/>
                  </a:lnTo>
                  <a:cubicBezTo>
                    <a:pt x="446" y="1090"/>
                    <a:pt x="505" y="1030"/>
                    <a:pt x="505" y="957"/>
                  </a:cubicBezTo>
                  <a:lnTo>
                    <a:pt x="505" y="136"/>
                  </a:lnTo>
                  <a:cubicBezTo>
                    <a:pt x="505" y="61"/>
                    <a:pt x="445" y="2"/>
                    <a:pt x="372"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706" name="Google Shape;4706;p28"/>
            <p:cNvSpPr/>
            <p:nvPr/>
          </p:nvSpPr>
          <p:spPr>
            <a:xfrm>
              <a:off x="1593791" y="3758624"/>
              <a:ext cx="17929" cy="38736"/>
            </a:xfrm>
            <a:custGeom>
              <a:rect b="b" l="l" r="r" t="t"/>
              <a:pathLst>
                <a:path extrusionOk="0" h="1091" w="505">
                  <a:moveTo>
                    <a:pt x="0" y="1"/>
                  </a:moveTo>
                  <a:cubicBezTo>
                    <a:pt x="77" y="1"/>
                    <a:pt x="136" y="61"/>
                    <a:pt x="136" y="136"/>
                  </a:cubicBezTo>
                  <a:lnTo>
                    <a:pt x="136" y="957"/>
                  </a:lnTo>
                  <a:cubicBezTo>
                    <a:pt x="136" y="1031"/>
                    <a:pt x="74" y="1090"/>
                    <a:pt x="0" y="1090"/>
                  </a:cubicBezTo>
                  <a:lnTo>
                    <a:pt x="369" y="1090"/>
                  </a:lnTo>
                  <a:cubicBezTo>
                    <a:pt x="445" y="1090"/>
                    <a:pt x="504" y="1030"/>
                    <a:pt x="504" y="957"/>
                  </a:cubicBezTo>
                  <a:lnTo>
                    <a:pt x="504" y="136"/>
                  </a:lnTo>
                  <a:cubicBezTo>
                    <a:pt x="504" y="61"/>
                    <a:pt x="445" y="2"/>
                    <a:pt x="372"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4707" name="Google Shape;4707;p28"/>
          <p:cNvGrpSpPr/>
          <p:nvPr/>
        </p:nvGrpSpPr>
        <p:grpSpPr>
          <a:xfrm>
            <a:off x="7338642" y="2830944"/>
            <a:ext cx="292896" cy="327099"/>
            <a:chOff x="7338642" y="2830944"/>
            <a:chExt cx="292896" cy="327099"/>
          </a:xfrm>
        </p:grpSpPr>
        <p:sp>
          <p:nvSpPr>
            <p:cNvPr id="4708" name="Google Shape;4708;p28"/>
            <p:cNvSpPr/>
            <p:nvPr/>
          </p:nvSpPr>
          <p:spPr>
            <a:xfrm>
              <a:off x="7338642" y="3088631"/>
              <a:ext cx="292896" cy="69412"/>
            </a:xfrm>
            <a:custGeom>
              <a:rect b="b" l="l" r="r" t="t"/>
              <a:pathLst>
                <a:path extrusionOk="0" h="1955" w="8250">
                  <a:moveTo>
                    <a:pt x="3088" y="1"/>
                  </a:moveTo>
                  <a:cubicBezTo>
                    <a:pt x="3088" y="1"/>
                    <a:pt x="2856" y="300"/>
                    <a:pt x="2820" y="614"/>
                  </a:cubicBezTo>
                  <a:cubicBezTo>
                    <a:pt x="2820" y="614"/>
                    <a:pt x="2650" y="497"/>
                    <a:pt x="2456" y="497"/>
                  </a:cubicBezTo>
                  <a:cubicBezTo>
                    <a:pt x="2213" y="497"/>
                    <a:pt x="2004" y="645"/>
                    <a:pt x="1915" y="857"/>
                  </a:cubicBezTo>
                  <a:cubicBezTo>
                    <a:pt x="1900" y="733"/>
                    <a:pt x="1830" y="619"/>
                    <a:pt x="1713" y="552"/>
                  </a:cubicBezTo>
                  <a:cubicBezTo>
                    <a:pt x="1649" y="514"/>
                    <a:pt x="1579" y="496"/>
                    <a:pt x="1510" y="496"/>
                  </a:cubicBezTo>
                  <a:cubicBezTo>
                    <a:pt x="1369" y="496"/>
                    <a:pt x="1231" y="570"/>
                    <a:pt x="1155" y="700"/>
                  </a:cubicBezTo>
                  <a:lnTo>
                    <a:pt x="1131" y="733"/>
                  </a:lnTo>
                  <a:cubicBezTo>
                    <a:pt x="1025" y="653"/>
                    <a:pt x="901" y="615"/>
                    <a:pt x="778" y="615"/>
                  </a:cubicBezTo>
                  <a:cubicBezTo>
                    <a:pt x="601" y="615"/>
                    <a:pt x="426" y="695"/>
                    <a:pt x="310" y="847"/>
                  </a:cubicBezTo>
                  <a:cubicBezTo>
                    <a:pt x="1" y="1254"/>
                    <a:pt x="289" y="1851"/>
                    <a:pt x="765" y="1955"/>
                  </a:cubicBezTo>
                  <a:lnTo>
                    <a:pt x="7481" y="1955"/>
                  </a:lnTo>
                  <a:cubicBezTo>
                    <a:pt x="7960" y="1851"/>
                    <a:pt x="8249" y="1257"/>
                    <a:pt x="7939" y="847"/>
                  </a:cubicBezTo>
                  <a:cubicBezTo>
                    <a:pt x="7823" y="695"/>
                    <a:pt x="7648" y="615"/>
                    <a:pt x="7471" y="615"/>
                  </a:cubicBezTo>
                  <a:cubicBezTo>
                    <a:pt x="7348" y="615"/>
                    <a:pt x="7224" y="653"/>
                    <a:pt x="7118" y="733"/>
                  </a:cubicBezTo>
                  <a:lnTo>
                    <a:pt x="7095" y="700"/>
                  </a:lnTo>
                  <a:cubicBezTo>
                    <a:pt x="7019" y="570"/>
                    <a:pt x="6883" y="496"/>
                    <a:pt x="6742" y="496"/>
                  </a:cubicBezTo>
                  <a:cubicBezTo>
                    <a:pt x="6673" y="496"/>
                    <a:pt x="6602" y="514"/>
                    <a:pt x="6537" y="552"/>
                  </a:cubicBezTo>
                  <a:cubicBezTo>
                    <a:pt x="6422" y="618"/>
                    <a:pt x="6350" y="733"/>
                    <a:pt x="6336" y="857"/>
                  </a:cubicBezTo>
                  <a:cubicBezTo>
                    <a:pt x="6248" y="647"/>
                    <a:pt x="6039" y="497"/>
                    <a:pt x="5795" y="497"/>
                  </a:cubicBezTo>
                  <a:cubicBezTo>
                    <a:pt x="5600" y="497"/>
                    <a:pt x="5430" y="614"/>
                    <a:pt x="5430" y="614"/>
                  </a:cubicBezTo>
                  <a:cubicBezTo>
                    <a:pt x="5393" y="297"/>
                    <a:pt x="5163" y="1"/>
                    <a:pt x="5163" y="1"/>
                  </a:cubicBezTo>
                  <a:close/>
                </a:path>
              </a:pathLst>
            </a:cu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709" name="Google Shape;4709;p28"/>
            <p:cNvSpPr/>
            <p:nvPr/>
          </p:nvSpPr>
          <p:spPr>
            <a:xfrm>
              <a:off x="7455449" y="3070950"/>
              <a:ext cx="59289" cy="54997"/>
            </a:xfrm>
            <a:custGeom>
              <a:rect b="b" l="l" r="r" t="t"/>
              <a:pathLst>
                <a:path extrusionOk="0" h="1549" w="1670">
                  <a:moveTo>
                    <a:pt x="532" y="1"/>
                  </a:moveTo>
                  <a:cubicBezTo>
                    <a:pt x="1" y="424"/>
                    <a:pt x="228" y="1204"/>
                    <a:pt x="755" y="1526"/>
                  </a:cubicBezTo>
                  <a:cubicBezTo>
                    <a:pt x="779" y="1541"/>
                    <a:pt x="807" y="1549"/>
                    <a:pt x="835" y="1549"/>
                  </a:cubicBezTo>
                  <a:cubicBezTo>
                    <a:pt x="862" y="1549"/>
                    <a:pt x="890" y="1541"/>
                    <a:pt x="914" y="1526"/>
                  </a:cubicBezTo>
                  <a:cubicBezTo>
                    <a:pt x="1444" y="1204"/>
                    <a:pt x="1670" y="424"/>
                    <a:pt x="1139" y="1"/>
                  </a:cubicBezTo>
                  <a:close/>
                </a:path>
              </a:pathLst>
            </a:custGeom>
            <a:solidFill>
              <a:schemeClr val="l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710" name="Google Shape;4710;p28"/>
            <p:cNvSpPr/>
            <p:nvPr/>
          </p:nvSpPr>
          <p:spPr>
            <a:xfrm>
              <a:off x="7476645" y="3071021"/>
              <a:ext cx="38059" cy="54926"/>
            </a:xfrm>
            <a:custGeom>
              <a:rect b="b" l="l" r="r" t="t"/>
              <a:pathLst>
                <a:path extrusionOk="0" h="1547" w="1072">
                  <a:moveTo>
                    <a:pt x="274" y="0"/>
                  </a:moveTo>
                  <a:cubicBezTo>
                    <a:pt x="668" y="423"/>
                    <a:pt x="463" y="1094"/>
                    <a:pt x="1" y="1409"/>
                  </a:cubicBezTo>
                  <a:cubicBezTo>
                    <a:pt x="50" y="1452"/>
                    <a:pt x="102" y="1490"/>
                    <a:pt x="158" y="1524"/>
                  </a:cubicBezTo>
                  <a:cubicBezTo>
                    <a:pt x="183" y="1539"/>
                    <a:pt x="212" y="1547"/>
                    <a:pt x="240" y="1547"/>
                  </a:cubicBezTo>
                  <a:cubicBezTo>
                    <a:pt x="268" y="1547"/>
                    <a:pt x="295" y="1540"/>
                    <a:pt x="317" y="1525"/>
                  </a:cubicBezTo>
                  <a:cubicBezTo>
                    <a:pt x="844" y="1203"/>
                    <a:pt x="1071" y="423"/>
                    <a:pt x="540"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711" name="Google Shape;4711;p28"/>
            <p:cNvSpPr/>
            <p:nvPr/>
          </p:nvSpPr>
          <p:spPr>
            <a:xfrm>
              <a:off x="7386892" y="2923929"/>
              <a:ext cx="56733" cy="93769"/>
            </a:xfrm>
            <a:custGeom>
              <a:rect b="b" l="l" r="r" t="t"/>
              <a:pathLst>
                <a:path extrusionOk="0" h="2641" w="1598">
                  <a:moveTo>
                    <a:pt x="1275" y="0"/>
                  </a:moveTo>
                  <a:lnTo>
                    <a:pt x="736" y="474"/>
                  </a:lnTo>
                  <a:cubicBezTo>
                    <a:pt x="399" y="769"/>
                    <a:pt x="160" y="1159"/>
                    <a:pt x="58" y="1593"/>
                  </a:cubicBezTo>
                  <a:cubicBezTo>
                    <a:pt x="38" y="1675"/>
                    <a:pt x="19" y="1762"/>
                    <a:pt x="5" y="1854"/>
                  </a:cubicBezTo>
                  <a:cubicBezTo>
                    <a:pt x="0" y="1884"/>
                    <a:pt x="55" y="1928"/>
                    <a:pt x="52" y="1960"/>
                  </a:cubicBezTo>
                  <a:cubicBezTo>
                    <a:pt x="32" y="2105"/>
                    <a:pt x="34" y="2244"/>
                    <a:pt x="36" y="2403"/>
                  </a:cubicBezTo>
                  <a:cubicBezTo>
                    <a:pt x="38" y="2536"/>
                    <a:pt x="146" y="2641"/>
                    <a:pt x="277" y="2641"/>
                  </a:cubicBezTo>
                  <a:lnTo>
                    <a:pt x="1598" y="2641"/>
                  </a:lnTo>
                  <a:lnTo>
                    <a:pt x="1275" y="0"/>
                  </a:ln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712" name="Google Shape;4712;p28"/>
            <p:cNvSpPr/>
            <p:nvPr/>
          </p:nvSpPr>
          <p:spPr>
            <a:xfrm>
              <a:off x="7410786" y="2923929"/>
              <a:ext cx="32733" cy="93769"/>
            </a:xfrm>
            <a:custGeom>
              <a:rect b="b" l="l" r="r" t="t"/>
              <a:pathLst>
                <a:path extrusionOk="0" h="2641" w="922">
                  <a:moveTo>
                    <a:pt x="601" y="0"/>
                  </a:moveTo>
                  <a:lnTo>
                    <a:pt x="61" y="474"/>
                  </a:lnTo>
                  <a:cubicBezTo>
                    <a:pt x="47" y="488"/>
                    <a:pt x="30" y="501"/>
                    <a:pt x="15" y="515"/>
                  </a:cubicBezTo>
                  <a:cubicBezTo>
                    <a:pt x="1" y="803"/>
                    <a:pt x="15" y="1094"/>
                    <a:pt x="57" y="1382"/>
                  </a:cubicBezTo>
                  <a:cubicBezTo>
                    <a:pt x="100" y="1690"/>
                    <a:pt x="178" y="2147"/>
                    <a:pt x="302" y="2641"/>
                  </a:cubicBezTo>
                  <a:lnTo>
                    <a:pt x="922" y="2641"/>
                  </a:lnTo>
                  <a:lnTo>
                    <a:pt x="601" y="0"/>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713" name="Google Shape;4713;p28"/>
            <p:cNvSpPr/>
            <p:nvPr/>
          </p:nvSpPr>
          <p:spPr>
            <a:xfrm>
              <a:off x="7526670" y="2923929"/>
              <a:ext cx="56733" cy="93769"/>
            </a:xfrm>
            <a:custGeom>
              <a:rect b="b" l="l" r="r" t="t"/>
              <a:pathLst>
                <a:path extrusionOk="0" h="2641" w="1598">
                  <a:moveTo>
                    <a:pt x="323" y="0"/>
                  </a:moveTo>
                  <a:lnTo>
                    <a:pt x="1" y="2641"/>
                  </a:lnTo>
                  <a:lnTo>
                    <a:pt x="1316" y="2641"/>
                  </a:lnTo>
                  <a:cubicBezTo>
                    <a:pt x="1447" y="2641"/>
                    <a:pt x="1555" y="2536"/>
                    <a:pt x="1556" y="2403"/>
                  </a:cubicBezTo>
                  <a:cubicBezTo>
                    <a:pt x="1558" y="2249"/>
                    <a:pt x="1555" y="2105"/>
                    <a:pt x="1536" y="1964"/>
                  </a:cubicBezTo>
                  <a:cubicBezTo>
                    <a:pt x="1532" y="1928"/>
                    <a:pt x="1598" y="1888"/>
                    <a:pt x="1592" y="1854"/>
                  </a:cubicBezTo>
                  <a:cubicBezTo>
                    <a:pt x="1578" y="1762"/>
                    <a:pt x="1561" y="1675"/>
                    <a:pt x="1540" y="1593"/>
                  </a:cubicBezTo>
                  <a:cubicBezTo>
                    <a:pt x="1438" y="1159"/>
                    <a:pt x="1198" y="769"/>
                    <a:pt x="863" y="474"/>
                  </a:cubicBezTo>
                  <a:lnTo>
                    <a:pt x="323" y="0"/>
                  </a:ln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714" name="Google Shape;4714;p28"/>
            <p:cNvSpPr/>
            <p:nvPr/>
          </p:nvSpPr>
          <p:spPr>
            <a:xfrm>
              <a:off x="7536646" y="2924035"/>
              <a:ext cx="48141" cy="93662"/>
            </a:xfrm>
            <a:custGeom>
              <a:rect b="b" l="l" r="r" t="t"/>
              <a:pathLst>
                <a:path extrusionOk="0" h="2638" w="1356">
                  <a:moveTo>
                    <a:pt x="39" y="0"/>
                  </a:moveTo>
                  <a:lnTo>
                    <a:pt x="0" y="331"/>
                  </a:lnTo>
                  <a:lnTo>
                    <a:pt x="203" y="508"/>
                  </a:lnTo>
                  <a:cubicBezTo>
                    <a:pt x="540" y="802"/>
                    <a:pt x="779" y="1192"/>
                    <a:pt x="881" y="1628"/>
                  </a:cubicBezTo>
                  <a:cubicBezTo>
                    <a:pt x="938" y="1865"/>
                    <a:pt x="980" y="2141"/>
                    <a:pt x="977" y="2439"/>
                  </a:cubicBezTo>
                  <a:cubicBezTo>
                    <a:pt x="974" y="2523"/>
                    <a:pt x="930" y="2597"/>
                    <a:pt x="864" y="2638"/>
                  </a:cubicBezTo>
                  <a:lnTo>
                    <a:pt x="1111" y="2638"/>
                  </a:lnTo>
                  <a:cubicBezTo>
                    <a:pt x="1244" y="2638"/>
                    <a:pt x="1351" y="2533"/>
                    <a:pt x="1353" y="2400"/>
                  </a:cubicBezTo>
                  <a:cubicBezTo>
                    <a:pt x="1356" y="2104"/>
                    <a:pt x="1315" y="1828"/>
                    <a:pt x="1258" y="1592"/>
                  </a:cubicBezTo>
                  <a:cubicBezTo>
                    <a:pt x="1154" y="1158"/>
                    <a:pt x="915" y="767"/>
                    <a:pt x="579" y="472"/>
                  </a:cubicBezTo>
                  <a:lnTo>
                    <a:pt x="39" y="0"/>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715" name="Google Shape;4715;p28"/>
            <p:cNvSpPr/>
            <p:nvPr/>
          </p:nvSpPr>
          <p:spPr>
            <a:xfrm>
              <a:off x="7385472" y="2989717"/>
              <a:ext cx="58047" cy="27978"/>
            </a:xfrm>
            <a:custGeom>
              <a:rect b="b" l="l" r="r" t="t"/>
              <a:pathLst>
                <a:path extrusionOk="0" h="788" w="1635">
                  <a:moveTo>
                    <a:pt x="45" y="1"/>
                  </a:moveTo>
                  <a:cubicBezTo>
                    <a:pt x="16" y="172"/>
                    <a:pt x="0" y="356"/>
                    <a:pt x="2" y="550"/>
                  </a:cubicBezTo>
                  <a:cubicBezTo>
                    <a:pt x="4" y="683"/>
                    <a:pt x="112" y="788"/>
                    <a:pt x="243" y="788"/>
                  </a:cubicBezTo>
                  <a:lnTo>
                    <a:pt x="1635" y="788"/>
                  </a:lnTo>
                  <a:lnTo>
                    <a:pt x="1540" y="1"/>
                  </a:lnTo>
                  <a:close/>
                </a:path>
              </a:pathLst>
            </a:custGeom>
            <a:solidFill>
              <a:schemeClr val="accent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716" name="Google Shape;4716;p28"/>
            <p:cNvSpPr/>
            <p:nvPr/>
          </p:nvSpPr>
          <p:spPr>
            <a:xfrm>
              <a:off x="7415508" y="2989717"/>
              <a:ext cx="28011" cy="27978"/>
            </a:xfrm>
            <a:custGeom>
              <a:rect b="b" l="l" r="r" t="t"/>
              <a:pathLst>
                <a:path extrusionOk="0" h="788" w="789">
                  <a:moveTo>
                    <a:pt x="0" y="1"/>
                  </a:moveTo>
                  <a:cubicBezTo>
                    <a:pt x="43" y="238"/>
                    <a:pt x="98" y="506"/>
                    <a:pt x="169" y="788"/>
                  </a:cubicBezTo>
                  <a:lnTo>
                    <a:pt x="789" y="788"/>
                  </a:lnTo>
                  <a:lnTo>
                    <a:pt x="692" y="1"/>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717" name="Google Shape;4717;p28"/>
            <p:cNvSpPr/>
            <p:nvPr/>
          </p:nvSpPr>
          <p:spPr>
            <a:xfrm>
              <a:off x="7526670" y="2989717"/>
              <a:ext cx="58082" cy="27978"/>
            </a:xfrm>
            <a:custGeom>
              <a:rect b="b" l="l" r="r" t="t"/>
              <a:pathLst>
                <a:path extrusionOk="0" h="788" w="1636">
                  <a:moveTo>
                    <a:pt x="96" y="1"/>
                  </a:moveTo>
                  <a:lnTo>
                    <a:pt x="1" y="788"/>
                  </a:lnTo>
                  <a:lnTo>
                    <a:pt x="1392" y="788"/>
                  </a:lnTo>
                  <a:cubicBezTo>
                    <a:pt x="1523" y="788"/>
                    <a:pt x="1631" y="683"/>
                    <a:pt x="1634" y="550"/>
                  </a:cubicBezTo>
                  <a:cubicBezTo>
                    <a:pt x="1635" y="356"/>
                    <a:pt x="1620" y="172"/>
                    <a:pt x="1591" y="1"/>
                  </a:cubicBezTo>
                  <a:close/>
                </a:path>
              </a:pathLst>
            </a:custGeom>
            <a:solidFill>
              <a:schemeClr val="accent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718" name="Google Shape;4718;p28"/>
            <p:cNvSpPr/>
            <p:nvPr/>
          </p:nvSpPr>
          <p:spPr>
            <a:xfrm>
              <a:off x="7567286" y="2989788"/>
              <a:ext cx="17503" cy="27907"/>
            </a:xfrm>
            <a:custGeom>
              <a:rect b="b" l="l" r="r" t="t"/>
              <a:pathLst>
                <a:path extrusionOk="0" h="786" w="493">
                  <a:moveTo>
                    <a:pt x="65" y="0"/>
                  </a:moveTo>
                  <a:cubicBezTo>
                    <a:pt x="96" y="181"/>
                    <a:pt x="116" y="380"/>
                    <a:pt x="114" y="587"/>
                  </a:cubicBezTo>
                  <a:cubicBezTo>
                    <a:pt x="111" y="671"/>
                    <a:pt x="67" y="745"/>
                    <a:pt x="1" y="786"/>
                  </a:cubicBezTo>
                  <a:lnTo>
                    <a:pt x="248" y="786"/>
                  </a:lnTo>
                  <a:cubicBezTo>
                    <a:pt x="382" y="786"/>
                    <a:pt x="488" y="681"/>
                    <a:pt x="490" y="548"/>
                  </a:cubicBezTo>
                  <a:cubicBezTo>
                    <a:pt x="493" y="357"/>
                    <a:pt x="476" y="171"/>
                    <a:pt x="448"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719" name="Google Shape;4719;p28"/>
            <p:cNvSpPr/>
            <p:nvPr/>
          </p:nvSpPr>
          <p:spPr>
            <a:xfrm>
              <a:off x="7590576" y="3110466"/>
              <a:ext cx="40047" cy="46299"/>
            </a:xfrm>
            <a:custGeom>
              <a:rect b="b" l="l" r="r" t="t"/>
              <a:pathLst>
                <a:path extrusionOk="0" h="1304" w="1128">
                  <a:moveTo>
                    <a:pt x="375" y="0"/>
                  </a:moveTo>
                  <a:cubicBezTo>
                    <a:pt x="251" y="0"/>
                    <a:pt x="127" y="39"/>
                    <a:pt x="21" y="119"/>
                  </a:cubicBezTo>
                  <a:cubicBezTo>
                    <a:pt x="14" y="125"/>
                    <a:pt x="8" y="130"/>
                    <a:pt x="1" y="135"/>
                  </a:cubicBezTo>
                  <a:cubicBezTo>
                    <a:pt x="195" y="141"/>
                    <a:pt x="384" y="232"/>
                    <a:pt x="510" y="399"/>
                  </a:cubicBezTo>
                  <a:cubicBezTo>
                    <a:pt x="725" y="679"/>
                    <a:pt x="686" y="1039"/>
                    <a:pt x="504" y="1304"/>
                  </a:cubicBezTo>
                  <a:cubicBezTo>
                    <a:pt x="909" y="1135"/>
                    <a:pt x="1128" y="606"/>
                    <a:pt x="843" y="233"/>
                  </a:cubicBezTo>
                  <a:cubicBezTo>
                    <a:pt x="727" y="80"/>
                    <a:pt x="552" y="0"/>
                    <a:pt x="375"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720" name="Google Shape;4720;p28"/>
            <p:cNvSpPr/>
            <p:nvPr/>
          </p:nvSpPr>
          <p:spPr>
            <a:xfrm>
              <a:off x="7563239" y="3106241"/>
              <a:ext cx="28402" cy="17824"/>
            </a:xfrm>
            <a:custGeom>
              <a:rect b="b" l="l" r="r" t="t"/>
              <a:pathLst>
                <a:path extrusionOk="0" h="502" w="800">
                  <a:moveTo>
                    <a:pt x="415" y="0"/>
                  </a:moveTo>
                  <a:cubicBezTo>
                    <a:pt x="345" y="0"/>
                    <a:pt x="275" y="18"/>
                    <a:pt x="211" y="56"/>
                  </a:cubicBezTo>
                  <a:cubicBezTo>
                    <a:pt x="94" y="123"/>
                    <a:pt x="23" y="240"/>
                    <a:pt x="10" y="367"/>
                  </a:cubicBezTo>
                  <a:cubicBezTo>
                    <a:pt x="1" y="424"/>
                    <a:pt x="30" y="474"/>
                    <a:pt x="74" y="502"/>
                  </a:cubicBezTo>
                  <a:cubicBezTo>
                    <a:pt x="106" y="407"/>
                    <a:pt x="168" y="326"/>
                    <a:pt x="259" y="274"/>
                  </a:cubicBezTo>
                  <a:cubicBezTo>
                    <a:pt x="322" y="238"/>
                    <a:pt x="392" y="221"/>
                    <a:pt x="461" y="221"/>
                  </a:cubicBezTo>
                  <a:cubicBezTo>
                    <a:pt x="573" y="221"/>
                    <a:pt x="684" y="267"/>
                    <a:pt x="762" y="352"/>
                  </a:cubicBezTo>
                  <a:cubicBezTo>
                    <a:pt x="794" y="312"/>
                    <a:pt x="800" y="253"/>
                    <a:pt x="769" y="204"/>
                  </a:cubicBezTo>
                  <a:cubicBezTo>
                    <a:pt x="693" y="74"/>
                    <a:pt x="556" y="0"/>
                    <a:pt x="415"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721" name="Google Shape;4721;p28"/>
            <p:cNvSpPr/>
            <p:nvPr/>
          </p:nvSpPr>
          <p:spPr>
            <a:xfrm>
              <a:off x="7535155" y="3106277"/>
              <a:ext cx="30142" cy="38381"/>
            </a:xfrm>
            <a:custGeom>
              <a:rect b="b" l="l" r="r" t="t"/>
              <a:pathLst>
                <a:path extrusionOk="0" h="1081" w="849">
                  <a:moveTo>
                    <a:pt x="260" y="0"/>
                  </a:moveTo>
                  <a:cubicBezTo>
                    <a:pt x="166" y="0"/>
                    <a:pt x="78" y="22"/>
                    <a:pt x="0" y="59"/>
                  </a:cubicBezTo>
                  <a:cubicBezTo>
                    <a:pt x="272" y="109"/>
                    <a:pt x="478" y="350"/>
                    <a:pt x="478" y="635"/>
                  </a:cubicBezTo>
                  <a:cubicBezTo>
                    <a:pt x="478" y="681"/>
                    <a:pt x="475" y="725"/>
                    <a:pt x="464" y="768"/>
                  </a:cubicBezTo>
                  <a:cubicBezTo>
                    <a:pt x="441" y="868"/>
                    <a:pt x="470" y="970"/>
                    <a:pt x="539" y="1043"/>
                  </a:cubicBezTo>
                  <a:lnTo>
                    <a:pt x="575" y="1081"/>
                  </a:lnTo>
                  <a:cubicBezTo>
                    <a:pt x="740" y="979"/>
                    <a:pt x="848" y="796"/>
                    <a:pt x="848" y="587"/>
                  </a:cubicBezTo>
                  <a:cubicBezTo>
                    <a:pt x="848" y="263"/>
                    <a:pt x="585" y="0"/>
                    <a:pt x="260"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722" name="Google Shape;4722;p28"/>
            <p:cNvSpPr/>
            <p:nvPr/>
          </p:nvSpPr>
          <p:spPr>
            <a:xfrm>
              <a:off x="7339672" y="3110466"/>
              <a:ext cx="39940" cy="46299"/>
            </a:xfrm>
            <a:custGeom>
              <a:rect b="b" l="l" r="r" t="t"/>
              <a:pathLst>
                <a:path extrusionOk="0" h="1304" w="1125">
                  <a:moveTo>
                    <a:pt x="752" y="0"/>
                  </a:moveTo>
                  <a:cubicBezTo>
                    <a:pt x="574" y="0"/>
                    <a:pt x="398" y="80"/>
                    <a:pt x="283" y="233"/>
                  </a:cubicBezTo>
                  <a:cubicBezTo>
                    <a:pt x="1" y="606"/>
                    <a:pt x="218" y="1135"/>
                    <a:pt x="621" y="1304"/>
                  </a:cubicBezTo>
                  <a:cubicBezTo>
                    <a:pt x="440" y="1039"/>
                    <a:pt x="402" y="679"/>
                    <a:pt x="615" y="399"/>
                  </a:cubicBezTo>
                  <a:cubicBezTo>
                    <a:pt x="742" y="232"/>
                    <a:pt x="932" y="141"/>
                    <a:pt x="1125" y="135"/>
                  </a:cubicBezTo>
                  <a:cubicBezTo>
                    <a:pt x="1117" y="130"/>
                    <a:pt x="1112" y="125"/>
                    <a:pt x="1104" y="119"/>
                  </a:cubicBezTo>
                  <a:cubicBezTo>
                    <a:pt x="999" y="39"/>
                    <a:pt x="875" y="0"/>
                    <a:pt x="752"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723" name="Google Shape;4723;p28"/>
            <p:cNvSpPr/>
            <p:nvPr/>
          </p:nvSpPr>
          <p:spPr>
            <a:xfrm>
              <a:off x="7378548" y="3106241"/>
              <a:ext cx="28402" cy="17824"/>
            </a:xfrm>
            <a:custGeom>
              <a:rect b="b" l="l" r="r" t="t"/>
              <a:pathLst>
                <a:path extrusionOk="0" h="502" w="800">
                  <a:moveTo>
                    <a:pt x="386" y="0"/>
                  </a:moveTo>
                  <a:cubicBezTo>
                    <a:pt x="245" y="0"/>
                    <a:pt x="107" y="74"/>
                    <a:pt x="31" y="204"/>
                  </a:cubicBezTo>
                  <a:cubicBezTo>
                    <a:pt x="1" y="253"/>
                    <a:pt x="8" y="312"/>
                    <a:pt x="38" y="352"/>
                  </a:cubicBezTo>
                  <a:cubicBezTo>
                    <a:pt x="117" y="267"/>
                    <a:pt x="227" y="221"/>
                    <a:pt x="340" y="221"/>
                  </a:cubicBezTo>
                  <a:cubicBezTo>
                    <a:pt x="409" y="221"/>
                    <a:pt x="478" y="238"/>
                    <a:pt x="542" y="274"/>
                  </a:cubicBezTo>
                  <a:cubicBezTo>
                    <a:pt x="633" y="326"/>
                    <a:pt x="696" y="407"/>
                    <a:pt x="726" y="502"/>
                  </a:cubicBezTo>
                  <a:cubicBezTo>
                    <a:pt x="771" y="474"/>
                    <a:pt x="800" y="424"/>
                    <a:pt x="791" y="367"/>
                  </a:cubicBezTo>
                  <a:cubicBezTo>
                    <a:pt x="778" y="240"/>
                    <a:pt x="706" y="123"/>
                    <a:pt x="589" y="56"/>
                  </a:cubicBezTo>
                  <a:cubicBezTo>
                    <a:pt x="525" y="18"/>
                    <a:pt x="455" y="0"/>
                    <a:pt x="386"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724" name="Google Shape;4724;p28"/>
            <p:cNvSpPr/>
            <p:nvPr/>
          </p:nvSpPr>
          <p:spPr>
            <a:xfrm>
              <a:off x="7405034" y="3106277"/>
              <a:ext cx="30000" cy="38381"/>
            </a:xfrm>
            <a:custGeom>
              <a:rect b="b" l="l" r="r" t="t"/>
              <a:pathLst>
                <a:path extrusionOk="0" h="1081" w="845">
                  <a:moveTo>
                    <a:pt x="586" y="0"/>
                  </a:moveTo>
                  <a:cubicBezTo>
                    <a:pt x="262" y="0"/>
                    <a:pt x="0" y="263"/>
                    <a:pt x="0" y="587"/>
                  </a:cubicBezTo>
                  <a:cubicBezTo>
                    <a:pt x="0" y="796"/>
                    <a:pt x="108" y="979"/>
                    <a:pt x="271" y="1081"/>
                  </a:cubicBezTo>
                  <a:lnTo>
                    <a:pt x="307" y="1043"/>
                  </a:lnTo>
                  <a:cubicBezTo>
                    <a:pt x="376" y="970"/>
                    <a:pt x="405" y="868"/>
                    <a:pt x="382" y="768"/>
                  </a:cubicBezTo>
                  <a:cubicBezTo>
                    <a:pt x="370" y="725"/>
                    <a:pt x="367" y="681"/>
                    <a:pt x="367" y="635"/>
                  </a:cubicBezTo>
                  <a:cubicBezTo>
                    <a:pt x="367" y="350"/>
                    <a:pt x="573" y="109"/>
                    <a:pt x="845" y="59"/>
                  </a:cubicBezTo>
                  <a:cubicBezTo>
                    <a:pt x="767" y="22"/>
                    <a:pt x="679" y="0"/>
                    <a:pt x="586"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725" name="Google Shape;4725;p28"/>
            <p:cNvSpPr/>
            <p:nvPr/>
          </p:nvSpPr>
          <p:spPr>
            <a:xfrm>
              <a:off x="7423993" y="2833536"/>
              <a:ext cx="122342" cy="236144"/>
            </a:xfrm>
            <a:custGeom>
              <a:rect b="b" l="l" r="r" t="t"/>
              <a:pathLst>
                <a:path extrusionOk="0" h="6651" w="3446">
                  <a:moveTo>
                    <a:pt x="1723" y="0"/>
                  </a:moveTo>
                  <a:cubicBezTo>
                    <a:pt x="1632" y="0"/>
                    <a:pt x="1540" y="33"/>
                    <a:pt x="1468" y="100"/>
                  </a:cubicBezTo>
                  <a:cubicBezTo>
                    <a:pt x="1272" y="283"/>
                    <a:pt x="1029" y="517"/>
                    <a:pt x="766" y="932"/>
                  </a:cubicBezTo>
                  <a:cubicBezTo>
                    <a:pt x="751" y="953"/>
                    <a:pt x="698" y="969"/>
                    <a:pt x="685" y="991"/>
                  </a:cubicBezTo>
                  <a:cubicBezTo>
                    <a:pt x="471" y="1342"/>
                    <a:pt x="274" y="1769"/>
                    <a:pt x="151" y="2276"/>
                  </a:cubicBezTo>
                  <a:cubicBezTo>
                    <a:pt x="22" y="2817"/>
                    <a:pt x="0" y="3378"/>
                    <a:pt x="79" y="3928"/>
                  </a:cubicBezTo>
                  <a:cubicBezTo>
                    <a:pt x="145" y="4390"/>
                    <a:pt x="287" y="5184"/>
                    <a:pt x="546" y="5941"/>
                  </a:cubicBezTo>
                  <a:cubicBezTo>
                    <a:pt x="561" y="5985"/>
                    <a:pt x="658" y="6030"/>
                    <a:pt x="675" y="6076"/>
                  </a:cubicBezTo>
                  <a:cubicBezTo>
                    <a:pt x="737" y="6249"/>
                    <a:pt x="807" y="6419"/>
                    <a:pt x="884" y="6581"/>
                  </a:cubicBezTo>
                  <a:cubicBezTo>
                    <a:pt x="912" y="6640"/>
                    <a:pt x="961" y="6650"/>
                    <a:pt x="1019" y="6650"/>
                  </a:cubicBezTo>
                  <a:cubicBezTo>
                    <a:pt x="1049" y="6650"/>
                    <a:pt x="1082" y="6647"/>
                    <a:pt x="1115" y="6647"/>
                  </a:cubicBezTo>
                  <a:lnTo>
                    <a:pt x="2344" y="6647"/>
                  </a:lnTo>
                  <a:cubicBezTo>
                    <a:pt x="2378" y="6647"/>
                    <a:pt x="2410" y="6650"/>
                    <a:pt x="2441" y="6650"/>
                  </a:cubicBezTo>
                  <a:cubicBezTo>
                    <a:pt x="2499" y="6650"/>
                    <a:pt x="2548" y="6640"/>
                    <a:pt x="2576" y="6581"/>
                  </a:cubicBezTo>
                  <a:cubicBezTo>
                    <a:pt x="2651" y="6419"/>
                    <a:pt x="2697" y="6239"/>
                    <a:pt x="2759" y="6069"/>
                  </a:cubicBezTo>
                  <a:cubicBezTo>
                    <a:pt x="2776" y="6023"/>
                    <a:pt x="2884" y="5987"/>
                    <a:pt x="2900" y="5941"/>
                  </a:cubicBezTo>
                  <a:cubicBezTo>
                    <a:pt x="3159" y="5184"/>
                    <a:pt x="3298" y="4388"/>
                    <a:pt x="3366" y="3928"/>
                  </a:cubicBezTo>
                  <a:cubicBezTo>
                    <a:pt x="3445" y="3378"/>
                    <a:pt x="3424" y="2817"/>
                    <a:pt x="3294" y="2276"/>
                  </a:cubicBezTo>
                  <a:cubicBezTo>
                    <a:pt x="3172" y="1769"/>
                    <a:pt x="2973" y="1342"/>
                    <a:pt x="2759" y="991"/>
                  </a:cubicBezTo>
                  <a:cubicBezTo>
                    <a:pt x="2733" y="947"/>
                    <a:pt x="2678" y="949"/>
                    <a:pt x="2651" y="909"/>
                  </a:cubicBezTo>
                  <a:cubicBezTo>
                    <a:pt x="2399" y="524"/>
                    <a:pt x="2162" y="271"/>
                    <a:pt x="1974" y="98"/>
                  </a:cubicBezTo>
                  <a:cubicBezTo>
                    <a:pt x="1904" y="33"/>
                    <a:pt x="1814" y="0"/>
                    <a:pt x="1723" y="0"/>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726" name="Google Shape;4726;p28"/>
            <p:cNvSpPr/>
            <p:nvPr/>
          </p:nvSpPr>
          <p:spPr>
            <a:xfrm>
              <a:off x="7478172" y="2830944"/>
              <a:ext cx="68165" cy="241541"/>
            </a:xfrm>
            <a:custGeom>
              <a:rect b="b" l="l" r="r" t="t"/>
              <a:pathLst>
                <a:path extrusionOk="0" h="6803" w="1920">
                  <a:moveTo>
                    <a:pt x="197" y="1"/>
                  </a:moveTo>
                  <a:cubicBezTo>
                    <a:pt x="129" y="1"/>
                    <a:pt x="61" y="19"/>
                    <a:pt x="1" y="56"/>
                  </a:cubicBezTo>
                  <a:cubicBezTo>
                    <a:pt x="21" y="69"/>
                    <a:pt x="41" y="85"/>
                    <a:pt x="59" y="101"/>
                  </a:cubicBezTo>
                  <a:cubicBezTo>
                    <a:pt x="430" y="443"/>
                    <a:pt x="1100" y="1197"/>
                    <a:pt x="1377" y="2349"/>
                  </a:cubicBezTo>
                  <a:cubicBezTo>
                    <a:pt x="1506" y="2890"/>
                    <a:pt x="1528" y="3451"/>
                    <a:pt x="1449" y="4001"/>
                  </a:cubicBezTo>
                  <a:cubicBezTo>
                    <a:pt x="1362" y="4596"/>
                    <a:pt x="1154" y="5745"/>
                    <a:pt x="726" y="6654"/>
                  </a:cubicBezTo>
                  <a:cubicBezTo>
                    <a:pt x="684" y="6745"/>
                    <a:pt x="592" y="6802"/>
                    <a:pt x="495" y="6802"/>
                  </a:cubicBezTo>
                  <a:lnTo>
                    <a:pt x="885" y="6802"/>
                  </a:lnTo>
                  <a:cubicBezTo>
                    <a:pt x="984" y="6802"/>
                    <a:pt x="1074" y="6745"/>
                    <a:pt x="1116" y="6654"/>
                  </a:cubicBezTo>
                  <a:cubicBezTo>
                    <a:pt x="1546" y="5745"/>
                    <a:pt x="1755" y="4596"/>
                    <a:pt x="1840" y="4001"/>
                  </a:cubicBezTo>
                  <a:cubicBezTo>
                    <a:pt x="1919" y="3451"/>
                    <a:pt x="1898" y="2890"/>
                    <a:pt x="1770" y="2349"/>
                  </a:cubicBezTo>
                  <a:cubicBezTo>
                    <a:pt x="1492" y="1197"/>
                    <a:pt x="820" y="443"/>
                    <a:pt x="451" y="101"/>
                  </a:cubicBezTo>
                  <a:cubicBezTo>
                    <a:pt x="379" y="34"/>
                    <a:pt x="288" y="1"/>
                    <a:pt x="197"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727" name="Google Shape;4727;p28"/>
            <p:cNvSpPr/>
            <p:nvPr/>
          </p:nvSpPr>
          <p:spPr>
            <a:xfrm>
              <a:off x="7443236" y="3044500"/>
              <a:ext cx="83715" cy="28013"/>
            </a:xfrm>
            <a:custGeom>
              <a:rect b="b" l="l" r="r" t="t"/>
              <a:pathLst>
                <a:path extrusionOk="0" h="789" w="2358">
                  <a:moveTo>
                    <a:pt x="1" y="0"/>
                  </a:moveTo>
                  <a:cubicBezTo>
                    <a:pt x="77" y="220"/>
                    <a:pt x="162" y="436"/>
                    <a:pt x="258" y="641"/>
                  </a:cubicBezTo>
                  <a:cubicBezTo>
                    <a:pt x="300" y="731"/>
                    <a:pt x="392" y="789"/>
                    <a:pt x="490" y="789"/>
                  </a:cubicBezTo>
                  <a:lnTo>
                    <a:pt x="1869" y="789"/>
                  </a:lnTo>
                  <a:cubicBezTo>
                    <a:pt x="1968" y="789"/>
                    <a:pt x="2057" y="731"/>
                    <a:pt x="2100" y="641"/>
                  </a:cubicBezTo>
                  <a:cubicBezTo>
                    <a:pt x="2198" y="436"/>
                    <a:pt x="2282" y="220"/>
                    <a:pt x="2358" y="0"/>
                  </a:cubicBezTo>
                  <a:close/>
                </a:path>
              </a:pathLst>
            </a:custGeom>
            <a:solidFill>
              <a:schemeClr val="accent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728" name="Google Shape;4728;p28"/>
            <p:cNvSpPr/>
            <p:nvPr/>
          </p:nvSpPr>
          <p:spPr>
            <a:xfrm>
              <a:off x="7495711" y="3044500"/>
              <a:ext cx="31242" cy="28013"/>
            </a:xfrm>
            <a:custGeom>
              <a:rect b="b" l="l" r="r" t="t"/>
              <a:pathLst>
                <a:path extrusionOk="0" h="789" w="880">
                  <a:moveTo>
                    <a:pt x="488" y="0"/>
                  </a:moveTo>
                  <a:cubicBezTo>
                    <a:pt x="414" y="220"/>
                    <a:pt x="329" y="436"/>
                    <a:pt x="232" y="641"/>
                  </a:cubicBezTo>
                  <a:cubicBezTo>
                    <a:pt x="190" y="731"/>
                    <a:pt x="98" y="789"/>
                    <a:pt x="1" y="789"/>
                  </a:cubicBezTo>
                  <a:lnTo>
                    <a:pt x="391" y="789"/>
                  </a:lnTo>
                  <a:cubicBezTo>
                    <a:pt x="490" y="789"/>
                    <a:pt x="580" y="731"/>
                    <a:pt x="622" y="641"/>
                  </a:cubicBezTo>
                  <a:cubicBezTo>
                    <a:pt x="720" y="436"/>
                    <a:pt x="804" y="220"/>
                    <a:pt x="880"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729" name="Google Shape;4729;p28"/>
            <p:cNvSpPr/>
            <p:nvPr/>
          </p:nvSpPr>
          <p:spPr>
            <a:xfrm>
              <a:off x="7455556" y="2900212"/>
              <a:ext cx="59041" cy="59045"/>
            </a:xfrm>
            <a:custGeom>
              <a:rect b="b" l="l" r="r" t="t"/>
              <a:pathLst>
                <a:path extrusionOk="0" h="1663" w="1663">
                  <a:moveTo>
                    <a:pt x="832" y="0"/>
                  </a:moveTo>
                  <a:cubicBezTo>
                    <a:pt x="373" y="0"/>
                    <a:pt x="0" y="373"/>
                    <a:pt x="0" y="832"/>
                  </a:cubicBezTo>
                  <a:cubicBezTo>
                    <a:pt x="0" y="1291"/>
                    <a:pt x="373" y="1663"/>
                    <a:pt x="832" y="1663"/>
                  </a:cubicBezTo>
                  <a:cubicBezTo>
                    <a:pt x="1291" y="1663"/>
                    <a:pt x="1663" y="1291"/>
                    <a:pt x="1663" y="832"/>
                  </a:cubicBezTo>
                  <a:cubicBezTo>
                    <a:pt x="1663" y="373"/>
                    <a:pt x="1291" y="0"/>
                    <a:pt x="832" y="0"/>
                  </a:cubicBez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730" name="Google Shape;4730;p28"/>
            <p:cNvSpPr/>
            <p:nvPr/>
          </p:nvSpPr>
          <p:spPr>
            <a:xfrm>
              <a:off x="7461521" y="2902449"/>
              <a:ext cx="53112" cy="56844"/>
            </a:xfrm>
            <a:custGeom>
              <a:rect b="b" l="l" r="r" t="t"/>
              <a:pathLst>
                <a:path extrusionOk="0" h="1601" w="1496">
                  <a:moveTo>
                    <a:pt x="979" y="1"/>
                  </a:moveTo>
                  <a:cubicBezTo>
                    <a:pt x="1086" y="142"/>
                    <a:pt x="1148" y="314"/>
                    <a:pt x="1148" y="503"/>
                  </a:cubicBezTo>
                  <a:cubicBezTo>
                    <a:pt x="1148" y="962"/>
                    <a:pt x="776" y="1335"/>
                    <a:pt x="317" y="1335"/>
                  </a:cubicBezTo>
                  <a:cubicBezTo>
                    <a:pt x="205" y="1335"/>
                    <a:pt x="97" y="1310"/>
                    <a:pt x="1" y="1271"/>
                  </a:cubicBezTo>
                  <a:lnTo>
                    <a:pt x="1" y="1271"/>
                  </a:lnTo>
                  <a:cubicBezTo>
                    <a:pt x="153" y="1471"/>
                    <a:pt x="395" y="1601"/>
                    <a:pt x="664" y="1601"/>
                  </a:cubicBezTo>
                  <a:cubicBezTo>
                    <a:pt x="1123" y="1601"/>
                    <a:pt x="1496" y="1228"/>
                    <a:pt x="1496" y="769"/>
                  </a:cubicBezTo>
                  <a:cubicBezTo>
                    <a:pt x="1496" y="422"/>
                    <a:pt x="1283" y="126"/>
                    <a:pt x="979"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731" name="Google Shape;4731;p28"/>
            <p:cNvSpPr/>
            <p:nvPr/>
          </p:nvSpPr>
          <p:spPr>
            <a:xfrm>
              <a:off x="7448242" y="2831051"/>
              <a:ext cx="73703" cy="37671"/>
            </a:xfrm>
            <a:custGeom>
              <a:rect b="b" l="l" r="r" t="t"/>
              <a:pathLst>
                <a:path extrusionOk="0" h="1061" w="2076">
                  <a:moveTo>
                    <a:pt x="1038" y="0"/>
                  </a:moveTo>
                  <a:cubicBezTo>
                    <a:pt x="946" y="0"/>
                    <a:pt x="855" y="34"/>
                    <a:pt x="784" y="101"/>
                  </a:cubicBezTo>
                  <a:cubicBezTo>
                    <a:pt x="576" y="291"/>
                    <a:pt x="274" y="613"/>
                    <a:pt x="1" y="1061"/>
                  </a:cubicBezTo>
                  <a:lnTo>
                    <a:pt x="2076" y="1061"/>
                  </a:lnTo>
                  <a:cubicBezTo>
                    <a:pt x="1802" y="613"/>
                    <a:pt x="1500" y="292"/>
                    <a:pt x="1291" y="101"/>
                  </a:cubicBezTo>
                  <a:cubicBezTo>
                    <a:pt x="1220" y="34"/>
                    <a:pt x="1129" y="0"/>
                    <a:pt x="1038" y="0"/>
                  </a:cubicBezTo>
                  <a:close/>
                </a:path>
              </a:pathLst>
            </a:custGeom>
            <a:solidFill>
              <a:schemeClr val="accent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732" name="Google Shape;4732;p28"/>
            <p:cNvSpPr/>
            <p:nvPr/>
          </p:nvSpPr>
          <p:spPr>
            <a:xfrm>
              <a:off x="7478172" y="2830944"/>
              <a:ext cx="43846" cy="37777"/>
            </a:xfrm>
            <a:custGeom>
              <a:rect b="b" l="l" r="r" t="t"/>
              <a:pathLst>
                <a:path extrusionOk="0" h="1064" w="1235">
                  <a:moveTo>
                    <a:pt x="196" y="1"/>
                  </a:moveTo>
                  <a:cubicBezTo>
                    <a:pt x="128" y="1"/>
                    <a:pt x="61" y="19"/>
                    <a:pt x="1" y="56"/>
                  </a:cubicBezTo>
                  <a:cubicBezTo>
                    <a:pt x="21" y="69"/>
                    <a:pt x="41" y="85"/>
                    <a:pt x="59" y="101"/>
                  </a:cubicBezTo>
                  <a:cubicBezTo>
                    <a:pt x="266" y="294"/>
                    <a:pt x="568" y="616"/>
                    <a:pt x="843" y="1064"/>
                  </a:cubicBezTo>
                  <a:lnTo>
                    <a:pt x="1234" y="1064"/>
                  </a:lnTo>
                  <a:cubicBezTo>
                    <a:pt x="959" y="615"/>
                    <a:pt x="657" y="294"/>
                    <a:pt x="450" y="101"/>
                  </a:cubicBezTo>
                  <a:cubicBezTo>
                    <a:pt x="378" y="34"/>
                    <a:pt x="287" y="1"/>
                    <a:pt x="196"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4733" name="Google Shape;4733;p28"/>
          <p:cNvGrpSpPr/>
          <p:nvPr/>
        </p:nvGrpSpPr>
        <p:grpSpPr>
          <a:xfrm>
            <a:off x="6674262" y="2854696"/>
            <a:ext cx="327023" cy="279700"/>
            <a:chOff x="6674262" y="2854696"/>
            <a:chExt cx="327023" cy="279700"/>
          </a:xfrm>
        </p:grpSpPr>
        <p:sp>
          <p:nvSpPr>
            <p:cNvPr id="4734" name="Google Shape;4734;p28"/>
            <p:cNvSpPr/>
            <p:nvPr/>
          </p:nvSpPr>
          <p:spPr>
            <a:xfrm>
              <a:off x="6806513" y="3066903"/>
              <a:ext cx="62449" cy="40618"/>
            </a:xfrm>
            <a:custGeom>
              <a:rect b="b" l="l" r="r" t="t"/>
              <a:pathLst>
                <a:path extrusionOk="0" h="1144" w="1759">
                  <a:moveTo>
                    <a:pt x="148" y="1"/>
                  </a:moveTo>
                  <a:cubicBezTo>
                    <a:pt x="148" y="1"/>
                    <a:pt x="98" y="741"/>
                    <a:pt x="0" y="1144"/>
                  </a:cubicBezTo>
                  <a:lnTo>
                    <a:pt x="1759" y="1144"/>
                  </a:lnTo>
                  <a:cubicBezTo>
                    <a:pt x="1662" y="742"/>
                    <a:pt x="1612" y="1"/>
                    <a:pt x="1612" y="1"/>
                  </a:cubicBezTo>
                  <a:close/>
                </a:path>
              </a:pathLst>
            </a:custGeom>
            <a:solidFill>
              <a:schemeClr val="l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735" name="Google Shape;4735;p28"/>
            <p:cNvSpPr/>
            <p:nvPr/>
          </p:nvSpPr>
          <p:spPr>
            <a:xfrm>
              <a:off x="6849757" y="3066903"/>
              <a:ext cx="19242" cy="40618"/>
            </a:xfrm>
            <a:custGeom>
              <a:rect b="b" l="l" r="r" t="t"/>
              <a:pathLst>
                <a:path extrusionOk="0" h="1144" w="542">
                  <a:moveTo>
                    <a:pt x="1" y="1"/>
                  </a:moveTo>
                  <a:cubicBezTo>
                    <a:pt x="1" y="1"/>
                    <a:pt x="51" y="741"/>
                    <a:pt x="151" y="1144"/>
                  </a:cubicBezTo>
                  <a:lnTo>
                    <a:pt x="542" y="1144"/>
                  </a:lnTo>
                  <a:cubicBezTo>
                    <a:pt x="444" y="741"/>
                    <a:pt x="394" y="1"/>
                    <a:pt x="394"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736" name="Google Shape;4736;p28"/>
            <p:cNvSpPr/>
            <p:nvPr/>
          </p:nvSpPr>
          <p:spPr>
            <a:xfrm>
              <a:off x="6674262" y="2854696"/>
              <a:ext cx="327014" cy="213598"/>
            </a:xfrm>
            <a:custGeom>
              <a:rect b="b" l="l" r="r" t="t"/>
              <a:pathLst>
                <a:path extrusionOk="0" h="6016" w="9211">
                  <a:moveTo>
                    <a:pt x="339" y="0"/>
                  </a:moveTo>
                  <a:cubicBezTo>
                    <a:pt x="152" y="0"/>
                    <a:pt x="1" y="151"/>
                    <a:pt x="1" y="338"/>
                  </a:cubicBezTo>
                  <a:lnTo>
                    <a:pt x="1" y="5677"/>
                  </a:lnTo>
                  <a:cubicBezTo>
                    <a:pt x="1" y="5864"/>
                    <a:pt x="152" y="6015"/>
                    <a:pt x="339" y="6015"/>
                  </a:cubicBezTo>
                  <a:lnTo>
                    <a:pt x="8872" y="6015"/>
                  </a:lnTo>
                  <a:cubicBezTo>
                    <a:pt x="9059" y="6015"/>
                    <a:pt x="9211" y="5864"/>
                    <a:pt x="9211" y="5677"/>
                  </a:cubicBezTo>
                  <a:lnTo>
                    <a:pt x="9211" y="338"/>
                  </a:lnTo>
                  <a:cubicBezTo>
                    <a:pt x="9211" y="151"/>
                    <a:pt x="9059" y="0"/>
                    <a:pt x="8872" y="0"/>
                  </a:cubicBezTo>
                  <a:close/>
                </a:path>
              </a:pathLst>
            </a:cu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737" name="Google Shape;4737;p28"/>
            <p:cNvSpPr/>
            <p:nvPr/>
          </p:nvSpPr>
          <p:spPr>
            <a:xfrm>
              <a:off x="6976114" y="2854696"/>
              <a:ext cx="25171" cy="213598"/>
            </a:xfrm>
            <a:custGeom>
              <a:rect b="b" l="l" r="r" t="t"/>
              <a:pathLst>
                <a:path extrusionOk="0" h="6016" w="709">
                  <a:moveTo>
                    <a:pt x="1" y="0"/>
                  </a:moveTo>
                  <a:cubicBezTo>
                    <a:pt x="188" y="0"/>
                    <a:pt x="339" y="151"/>
                    <a:pt x="339" y="338"/>
                  </a:cubicBezTo>
                  <a:lnTo>
                    <a:pt x="339" y="5677"/>
                  </a:lnTo>
                  <a:cubicBezTo>
                    <a:pt x="339" y="5864"/>
                    <a:pt x="188" y="6015"/>
                    <a:pt x="1" y="6015"/>
                  </a:cubicBezTo>
                  <a:lnTo>
                    <a:pt x="370" y="6015"/>
                  </a:lnTo>
                  <a:cubicBezTo>
                    <a:pt x="557" y="6015"/>
                    <a:pt x="709" y="5864"/>
                    <a:pt x="709" y="5677"/>
                  </a:cubicBezTo>
                  <a:lnTo>
                    <a:pt x="709" y="338"/>
                  </a:lnTo>
                  <a:cubicBezTo>
                    <a:pt x="709" y="151"/>
                    <a:pt x="557" y="0"/>
                    <a:pt x="370"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738" name="Google Shape;4738;p28"/>
            <p:cNvSpPr/>
            <p:nvPr/>
          </p:nvSpPr>
          <p:spPr>
            <a:xfrm>
              <a:off x="6674262" y="3033210"/>
              <a:ext cx="327014" cy="35079"/>
            </a:xfrm>
            <a:custGeom>
              <a:rect b="b" l="l" r="r" t="t"/>
              <a:pathLst>
                <a:path extrusionOk="0" h="988" w="9211">
                  <a:moveTo>
                    <a:pt x="1" y="0"/>
                  </a:moveTo>
                  <a:lnTo>
                    <a:pt x="1" y="649"/>
                  </a:lnTo>
                  <a:cubicBezTo>
                    <a:pt x="1" y="836"/>
                    <a:pt x="152" y="987"/>
                    <a:pt x="339" y="987"/>
                  </a:cubicBezTo>
                  <a:lnTo>
                    <a:pt x="8872" y="987"/>
                  </a:lnTo>
                  <a:cubicBezTo>
                    <a:pt x="9059" y="987"/>
                    <a:pt x="9211" y="836"/>
                    <a:pt x="9211" y="649"/>
                  </a:cubicBezTo>
                  <a:lnTo>
                    <a:pt x="9211" y="0"/>
                  </a:lnTo>
                  <a:close/>
                </a:path>
              </a:pathLst>
            </a:cu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739" name="Google Shape;4739;p28"/>
            <p:cNvSpPr/>
            <p:nvPr/>
          </p:nvSpPr>
          <p:spPr>
            <a:xfrm>
              <a:off x="6976114" y="3033210"/>
              <a:ext cx="25171" cy="35008"/>
            </a:xfrm>
            <a:custGeom>
              <a:rect b="b" l="l" r="r" t="t"/>
              <a:pathLst>
                <a:path extrusionOk="0" h="986" w="709">
                  <a:moveTo>
                    <a:pt x="339" y="0"/>
                  </a:moveTo>
                  <a:lnTo>
                    <a:pt x="339" y="648"/>
                  </a:lnTo>
                  <a:cubicBezTo>
                    <a:pt x="339" y="835"/>
                    <a:pt x="188" y="986"/>
                    <a:pt x="1" y="986"/>
                  </a:cubicBezTo>
                  <a:lnTo>
                    <a:pt x="370" y="986"/>
                  </a:lnTo>
                  <a:cubicBezTo>
                    <a:pt x="557" y="986"/>
                    <a:pt x="709" y="835"/>
                    <a:pt x="709" y="648"/>
                  </a:cubicBezTo>
                  <a:lnTo>
                    <a:pt x="709" y="0"/>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740" name="Google Shape;4740;p28"/>
            <p:cNvSpPr/>
            <p:nvPr/>
          </p:nvSpPr>
          <p:spPr>
            <a:xfrm>
              <a:off x="6674262" y="2854696"/>
              <a:ext cx="100224" cy="178555"/>
            </a:xfrm>
            <a:custGeom>
              <a:rect b="b" l="l" r="r" t="t"/>
              <a:pathLst>
                <a:path extrusionOk="0" h="5029" w="2823">
                  <a:moveTo>
                    <a:pt x="339" y="0"/>
                  </a:moveTo>
                  <a:cubicBezTo>
                    <a:pt x="152" y="0"/>
                    <a:pt x="1" y="151"/>
                    <a:pt x="1" y="338"/>
                  </a:cubicBezTo>
                  <a:lnTo>
                    <a:pt x="1" y="5028"/>
                  </a:lnTo>
                  <a:lnTo>
                    <a:pt x="2823" y="5028"/>
                  </a:lnTo>
                  <a:lnTo>
                    <a:pt x="2823" y="0"/>
                  </a:ln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741" name="Google Shape;4741;p28"/>
            <p:cNvSpPr/>
            <p:nvPr/>
          </p:nvSpPr>
          <p:spPr>
            <a:xfrm>
              <a:off x="6761068" y="2854696"/>
              <a:ext cx="13420" cy="178555"/>
            </a:xfrm>
            <a:custGeom>
              <a:rect b="b" l="l" r="r" t="t"/>
              <a:pathLst>
                <a:path extrusionOk="0" h="5029" w="378">
                  <a:moveTo>
                    <a:pt x="1" y="0"/>
                  </a:moveTo>
                  <a:lnTo>
                    <a:pt x="1" y="5028"/>
                  </a:lnTo>
                  <a:lnTo>
                    <a:pt x="378" y="5028"/>
                  </a:lnTo>
                  <a:lnTo>
                    <a:pt x="378" y="0"/>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742" name="Google Shape;4742;p28"/>
            <p:cNvSpPr/>
            <p:nvPr/>
          </p:nvSpPr>
          <p:spPr>
            <a:xfrm>
              <a:off x="6690310" y="2872981"/>
              <a:ext cx="17148" cy="9835"/>
            </a:xfrm>
            <a:custGeom>
              <a:rect b="b" l="l" r="r" t="t"/>
              <a:pathLst>
                <a:path extrusionOk="0" h="277" w="483">
                  <a:moveTo>
                    <a:pt x="139" y="0"/>
                  </a:moveTo>
                  <a:cubicBezTo>
                    <a:pt x="64" y="0"/>
                    <a:pt x="1" y="61"/>
                    <a:pt x="1" y="139"/>
                  </a:cubicBezTo>
                  <a:cubicBezTo>
                    <a:pt x="1" y="215"/>
                    <a:pt x="61" y="277"/>
                    <a:pt x="139" y="277"/>
                  </a:cubicBezTo>
                  <a:lnTo>
                    <a:pt x="345" y="277"/>
                  </a:lnTo>
                  <a:cubicBezTo>
                    <a:pt x="419" y="277"/>
                    <a:pt x="483" y="216"/>
                    <a:pt x="483" y="139"/>
                  </a:cubicBezTo>
                  <a:cubicBezTo>
                    <a:pt x="483" y="64"/>
                    <a:pt x="421" y="0"/>
                    <a:pt x="345"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743" name="Google Shape;4743;p28"/>
            <p:cNvSpPr/>
            <p:nvPr/>
          </p:nvSpPr>
          <p:spPr>
            <a:xfrm>
              <a:off x="6713955" y="2872981"/>
              <a:ext cx="44556" cy="9835"/>
            </a:xfrm>
            <a:custGeom>
              <a:rect b="b" l="l" r="r" t="t"/>
              <a:pathLst>
                <a:path extrusionOk="0" h="277" w="1255">
                  <a:moveTo>
                    <a:pt x="141" y="0"/>
                  </a:moveTo>
                  <a:cubicBezTo>
                    <a:pt x="64" y="0"/>
                    <a:pt x="1" y="61"/>
                    <a:pt x="1" y="139"/>
                  </a:cubicBezTo>
                  <a:cubicBezTo>
                    <a:pt x="1" y="215"/>
                    <a:pt x="63" y="277"/>
                    <a:pt x="141" y="277"/>
                  </a:cubicBezTo>
                  <a:lnTo>
                    <a:pt x="1115" y="277"/>
                  </a:lnTo>
                  <a:cubicBezTo>
                    <a:pt x="1191" y="277"/>
                    <a:pt x="1254" y="216"/>
                    <a:pt x="1254" y="139"/>
                  </a:cubicBezTo>
                  <a:cubicBezTo>
                    <a:pt x="1254" y="64"/>
                    <a:pt x="1192" y="0"/>
                    <a:pt x="1115"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744" name="Google Shape;4744;p28"/>
            <p:cNvSpPr/>
            <p:nvPr/>
          </p:nvSpPr>
          <p:spPr>
            <a:xfrm>
              <a:off x="6699363" y="2899396"/>
              <a:ext cx="17148" cy="9906"/>
            </a:xfrm>
            <a:custGeom>
              <a:rect b="b" l="l" r="r" t="t"/>
              <a:pathLst>
                <a:path extrusionOk="0" h="279" w="483">
                  <a:moveTo>
                    <a:pt x="140" y="0"/>
                  </a:moveTo>
                  <a:cubicBezTo>
                    <a:pt x="64" y="0"/>
                    <a:pt x="0" y="64"/>
                    <a:pt x="0" y="140"/>
                  </a:cubicBezTo>
                  <a:cubicBezTo>
                    <a:pt x="0" y="215"/>
                    <a:pt x="62" y="278"/>
                    <a:pt x="140" y="278"/>
                  </a:cubicBezTo>
                  <a:lnTo>
                    <a:pt x="344" y="278"/>
                  </a:lnTo>
                  <a:cubicBezTo>
                    <a:pt x="422" y="278"/>
                    <a:pt x="482" y="215"/>
                    <a:pt x="482" y="140"/>
                  </a:cubicBezTo>
                  <a:cubicBezTo>
                    <a:pt x="482" y="64"/>
                    <a:pt x="422" y="0"/>
                    <a:pt x="344"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745" name="Google Shape;4745;p28"/>
            <p:cNvSpPr/>
            <p:nvPr/>
          </p:nvSpPr>
          <p:spPr>
            <a:xfrm>
              <a:off x="6723079" y="2899396"/>
              <a:ext cx="35431" cy="9906"/>
            </a:xfrm>
            <a:custGeom>
              <a:rect b="b" l="l" r="r" t="t"/>
              <a:pathLst>
                <a:path extrusionOk="0" h="279" w="998">
                  <a:moveTo>
                    <a:pt x="138" y="0"/>
                  </a:moveTo>
                  <a:cubicBezTo>
                    <a:pt x="63" y="0"/>
                    <a:pt x="0" y="64"/>
                    <a:pt x="0" y="140"/>
                  </a:cubicBezTo>
                  <a:cubicBezTo>
                    <a:pt x="0" y="215"/>
                    <a:pt x="62" y="278"/>
                    <a:pt x="138" y="278"/>
                  </a:cubicBezTo>
                  <a:lnTo>
                    <a:pt x="858" y="278"/>
                  </a:lnTo>
                  <a:cubicBezTo>
                    <a:pt x="934" y="278"/>
                    <a:pt x="997" y="215"/>
                    <a:pt x="997" y="140"/>
                  </a:cubicBezTo>
                  <a:cubicBezTo>
                    <a:pt x="997" y="64"/>
                    <a:pt x="935" y="0"/>
                    <a:pt x="858"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746" name="Google Shape;4746;p28"/>
            <p:cNvSpPr/>
            <p:nvPr/>
          </p:nvSpPr>
          <p:spPr>
            <a:xfrm>
              <a:off x="6690310" y="2925846"/>
              <a:ext cx="17148" cy="9870"/>
            </a:xfrm>
            <a:custGeom>
              <a:rect b="b" l="l" r="r" t="t"/>
              <a:pathLst>
                <a:path extrusionOk="0" h="278" w="483">
                  <a:moveTo>
                    <a:pt x="139" y="1"/>
                  </a:moveTo>
                  <a:cubicBezTo>
                    <a:pt x="64" y="1"/>
                    <a:pt x="1" y="64"/>
                    <a:pt x="1" y="139"/>
                  </a:cubicBezTo>
                  <a:cubicBezTo>
                    <a:pt x="1" y="215"/>
                    <a:pt x="61" y="277"/>
                    <a:pt x="139" y="277"/>
                  </a:cubicBezTo>
                  <a:lnTo>
                    <a:pt x="345" y="277"/>
                  </a:lnTo>
                  <a:cubicBezTo>
                    <a:pt x="419" y="277"/>
                    <a:pt x="483" y="215"/>
                    <a:pt x="483" y="139"/>
                  </a:cubicBezTo>
                  <a:cubicBezTo>
                    <a:pt x="483" y="64"/>
                    <a:pt x="421" y="1"/>
                    <a:pt x="345"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747" name="Google Shape;4747;p28"/>
            <p:cNvSpPr/>
            <p:nvPr/>
          </p:nvSpPr>
          <p:spPr>
            <a:xfrm>
              <a:off x="6713955" y="2925846"/>
              <a:ext cx="44556" cy="9870"/>
            </a:xfrm>
            <a:custGeom>
              <a:rect b="b" l="l" r="r" t="t"/>
              <a:pathLst>
                <a:path extrusionOk="0" h="278" w="1255">
                  <a:moveTo>
                    <a:pt x="141" y="1"/>
                  </a:moveTo>
                  <a:cubicBezTo>
                    <a:pt x="64" y="1"/>
                    <a:pt x="1" y="64"/>
                    <a:pt x="1" y="139"/>
                  </a:cubicBezTo>
                  <a:cubicBezTo>
                    <a:pt x="1" y="215"/>
                    <a:pt x="63" y="277"/>
                    <a:pt x="141" y="277"/>
                  </a:cubicBezTo>
                  <a:lnTo>
                    <a:pt x="1115" y="277"/>
                  </a:lnTo>
                  <a:cubicBezTo>
                    <a:pt x="1191" y="277"/>
                    <a:pt x="1254" y="215"/>
                    <a:pt x="1254" y="139"/>
                  </a:cubicBezTo>
                  <a:cubicBezTo>
                    <a:pt x="1254" y="64"/>
                    <a:pt x="1192" y="1"/>
                    <a:pt x="1115"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748" name="Google Shape;4748;p28"/>
            <p:cNvSpPr/>
            <p:nvPr/>
          </p:nvSpPr>
          <p:spPr>
            <a:xfrm>
              <a:off x="6699363" y="2952261"/>
              <a:ext cx="17148" cy="9906"/>
            </a:xfrm>
            <a:custGeom>
              <a:rect b="b" l="l" r="r" t="t"/>
              <a:pathLst>
                <a:path extrusionOk="0" h="279" w="483">
                  <a:moveTo>
                    <a:pt x="140" y="1"/>
                  </a:moveTo>
                  <a:cubicBezTo>
                    <a:pt x="64" y="1"/>
                    <a:pt x="0" y="64"/>
                    <a:pt x="0" y="140"/>
                  </a:cubicBezTo>
                  <a:cubicBezTo>
                    <a:pt x="0" y="215"/>
                    <a:pt x="62" y="279"/>
                    <a:pt x="140" y="279"/>
                  </a:cubicBezTo>
                  <a:lnTo>
                    <a:pt x="344" y="279"/>
                  </a:lnTo>
                  <a:cubicBezTo>
                    <a:pt x="422" y="279"/>
                    <a:pt x="482" y="215"/>
                    <a:pt x="482" y="140"/>
                  </a:cubicBezTo>
                  <a:cubicBezTo>
                    <a:pt x="482" y="64"/>
                    <a:pt x="422" y="1"/>
                    <a:pt x="344"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749" name="Google Shape;4749;p28"/>
            <p:cNvSpPr/>
            <p:nvPr/>
          </p:nvSpPr>
          <p:spPr>
            <a:xfrm>
              <a:off x="6723079" y="2952261"/>
              <a:ext cx="35431" cy="9906"/>
            </a:xfrm>
            <a:custGeom>
              <a:rect b="b" l="l" r="r" t="t"/>
              <a:pathLst>
                <a:path extrusionOk="0" h="279" w="998">
                  <a:moveTo>
                    <a:pt x="138" y="1"/>
                  </a:moveTo>
                  <a:cubicBezTo>
                    <a:pt x="63" y="1"/>
                    <a:pt x="0" y="64"/>
                    <a:pt x="0" y="140"/>
                  </a:cubicBezTo>
                  <a:cubicBezTo>
                    <a:pt x="0" y="215"/>
                    <a:pt x="62" y="279"/>
                    <a:pt x="138" y="279"/>
                  </a:cubicBezTo>
                  <a:lnTo>
                    <a:pt x="858" y="279"/>
                  </a:lnTo>
                  <a:cubicBezTo>
                    <a:pt x="934" y="279"/>
                    <a:pt x="997" y="215"/>
                    <a:pt x="997" y="140"/>
                  </a:cubicBezTo>
                  <a:cubicBezTo>
                    <a:pt x="997" y="64"/>
                    <a:pt x="935" y="1"/>
                    <a:pt x="858"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750" name="Google Shape;4750;p28"/>
            <p:cNvSpPr/>
            <p:nvPr/>
          </p:nvSpPr>
          <p:spPr>
            <a:xfrm>
              <a:off x="6690310" y="2978747"/>
              <a:ext cx="17148" cy="9835"/>
            </a:xfrm>
            <a:custGeom>
              <a:rect b="b" l="l" r="r" t="t"/>
              <a:pathLst>
                <a:path extrusionOk="0" h="277" w="483">
                  <a:moveTo>
                    <a:pt x="139" y="0"/>
                  </a:moveTo>
                  <a:cubicBezTo>
                    <a:pt x="64" y="0"/>
                    <a:pt x="1" y="61"/>
                    <a:pt x="1" y="138"/>
                  </a:cubicBezTo>
                  <a:cubicBezTo>
                    <a:pt x="1" y="215"/>
                    <a:pt x="61" y="277"/>
                    <a:pt x="139" y="277"/>
                  </a:cubicBezTo>
                  <a:lnTo>
                    <a:pt x="345" y="277"/>
                  </a:lnTo>
                  <a:cubicBezTo>
                    <a:pt x="419" y="277"/>
                    <a:pt x="483" y="215"/>
                    <a:pt x="483" y="138"/>
                  </a:cubicBezTo>
                  <a:cubicBezTo>
                    <a:pt x="483" y="64"/>
                    <a:pt x="421" y="0"/>
                    <a:pt x="345"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751" name="Google Shape;4751;p28"/>
            <p:cNvSpPr/>
            <p:nvPr/>
          </p:nvSpPr>
          <p:spPr>
            <a:xfrm>
              <a:off x="6713955" y="2978747"/>
              <a:ext cx="44556" cy="9835"/>
            </a:xfrm>
            <a:custGeom>
              <a:rect b="b" l="l" r="r" t="t"/>
              <a:pathLst>
                <a:path extrusionOk="0" h="277" w="1255">
                  <a:moveTo>
                    <a:pt x="141" y="0"/>
                  </a:moveTo>
                  <a:cubicBezTo>
                    <a:pt x="64" y="0"/>
                    <a:pt x="1" y="61"/>
                    <a:pt x="1" y="138"/>
                  </a:cubicBezTo>
                  <a:cubicBezTo>
                    <a:pt x="1" y="215"/>
                    <a:pt x="63" y="277"/>
                    <a:pt x="141" y="277"/>
                  </a:cubicBezTo>
                  <a:lnTo>
                    <a:pt x="1115" y="277"/>
                  </a:lnTo>
                  <a:cubicBezTo>
                    <a:pt x="1191" y="277"/>
                    <a:pt x="1254" y="215"/>
                    <a:pt x="1254" y="138"/>
                  </a:cubicBezTo>
                  <a:cubicBezTo>
                    <a:pt x="1254" y="64"/>
                    <a:pt x="1192" y="0"/>
                    <a:pt x="1115"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752" name="Google Shape;4752;p28"/>
            <p:cNvSpPr/>
            <p:nvPr/>
          </p:nvSpPr>
          <p:spPr>
            <a:xfrm>
              <a:off x="6699363" y="3005091"/>
              <a:ext cx="17254" cy="9906"/>
            </a:xfrm>
            <a:custGeom>
              <a:rect b="b" l="l" r="r" t="t"/>
              <a:pathLst>
                <a:path extrusionOk="0" h="279" w="486">
                  <a:moveTo>
                    <a:pt x="140" y="1"/>
                  </a:moveTo>
                  <a:cubicBezTo>
                    <a:pt x="64" y="1"/>
                    <a:pt x="0" y="63"/>
                    <a:pt x="0" y="139"/>
                  </a:cubicBezTo>
                  <a:cubicBezTo>
                    <a:pt x="0" y="215"/>
                    <a:pt x="62" y="279"/>
                    <a:pt x="140" y="279"/>
                  </a:cubicBezTo>
                  <a:lnTo>
                    <a:pt x="344" y="279"/>
                  </a:lnTo>
                  <a:cubicBezTo>
                    <a:pt x="422" y="279"/>
                    <a:pt x="485" y="217"/>
                    <a:pt x="482" y="139"/>
                  </a:cubicBezTo>
                  <a:cubicBezTo>
                    <a:pt x="482" y="64"/>
                    <a:pt x="422" y="1"/>
                    <a:pt x="344"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753" name="Google Shape;4753;p28"/>
            <p:cNvSpPr/>
            <p:nvPr/>
          </p:nvSpPr>
          <p:spPr>
            <a:xfrm>
              <a:off x="6723079" y="3005091"/>
              <a:ext cx="35431" cy="9906"/>
            </a:xfrm>
            <a:custGeom>
              <a:rect b="b" l="l" r="r" t="t"/>
              <a:pathLst>
                <a:path extrusionOk="0" h="279" w="998">
                  <a:moveTo>
                    <a:pt x="138" y="1"/>
                  </a:moveTo>
                  <a:cubicBezTo>
                    <a:pt x="63" y="1"/>
                    <a:pt x="0" y="63"/>
                    <a:pt x="0" y="139"/>
                  </a:cubicBezTo>
                  <a:cubicBezTo>
                    <a:pt x="0" y="215"/>
                    <a:pt x="62" y="279"/>
                    <a:pt x="138" y="279"/>
                  </a:cubicBezTo>
                  <a:lnTo>
                    <a:pt x="858" y="279"/>
                  </a:lnTo>
                  <a:cubicBezTo>
                    <a:pt x="934" y="279"/>
                    <a:pt x="997" y="217"/>
                    <a:pt x="997" y="139"/>
                  </a:cubicBezTo>
                  <a:cubicBezTo>
                    <a:pt x="997" y="64"/>
                    <a:pt x="935" y="1"/>
                    <a:pt x="858"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754" name="Google Shape;4754;p28"/>
            <p:cNvSpPr/>
            <p:nvPr/>
          </p:nvSpPr>
          <p:spPr>
            <a:xfrm>
              <a:off x="6821709" y="2874721"/>
              <a:ext cx="27798" cy="30996"/>
            </a:xfrm>
            <a:custGeom>
              <a:rect b="b" l="l" r="r" t="t"/>
              <a:pathLst>
                <a:path extrusionOk="0" h="873" w="783">
                  <a:moveTo>
                    <a:pt x="438" y="0"/>
                  </a:moveTo>
                  <a:cubicBezTo>
                    <a:pt x="198" y="0"/>
                    <a:pt x="1" y="196"/>
                    <a:pt x="1" y="436"/>
                  </a:cubicBezTo>
                  <a:cubicBezTo>
                    <a:pt x="1" y="678"/>
                    <a:pt x="199" y="872"/>
                    <a:pt x="440" y="872"/>
                  </a:cubicBezTo>
                  <a:cubicBezTo>
                    <a:pt x="538" y="872"/>
                    <a:pt x="627" y="839"/>
                    <a:pt x="696" y="779"/>
                  </a:cubicBezTo>
                  <a:cubicBezTo>
                    <a:pt x="709" y="766"/>
                    <a:pt x="723" y="753"/>
                    <a:pt x="733" y="739"/>
                  </a:cubicBezTo>
                  <a:cubicBezTo>
                    <a:pt x="782" y="680"/>
                    <a:pt x="775" y="593"/>
                    <a:pt x="717" y="543"/>
                  </a:cubicBezTo>
                  <a:cubicBezTo>
                    <a:pt x="691" y="521"/>
                    <a:pt x="659" y="510"/>
                    <a:pt x="628" y="510"/>
                  </a:cubicBezTo>
                  <a:cubicBezTo>
                    <a:pt x="589" y="510"/>
                    <a:pt x="550" y="527"/>
                    <a:pt x="522" y="559"/>
                  </a:cubicBezTo>
                  <a:lnTo>
                    <a:pt x="510" y="570"/>
                  </a:lnTo>
                  <a:cubicBezTo>
                    <a:pt x="493" y="586"/>
                    <a:pt x="469" y="593"/>
                    <a:pt x="440" y="593"/>
                  </a:cubicBezTo>
                  <a:cubicBezTo>
                    <a:pt x="352" y="593"/>
                    <a:pt x="281" y="521"/>
                    <a:pt x="281" y="435"/>
                  </a:cubicBezTo>
                  <a:cubicBezTo>
                    <a:pt x="281" y="347"/>
                    <a:pt x="353" y="277"/>
                    <a:pt x="440" y="277"/>
                  </a:cubicBezTo>
                  <a:cubicBezTo>
                    <a:pt x="473" y="277"/>
                    <a:pt x="503" y="285"/>
                    <a:pt x="529" y="304"/>
                  </a:cubicBezTo>
                  <a:cubicBezTo>
                    <a:pt x="552" y="320"/>
                    <a:pt x="579" y="328"/>
                    <a:pt x="606" y="328"/>
                  </a:cubicBezTo>
                  <a:cubicBezTo>
                    <a:pt x="650" y="328"/>
                    <a:pt x="694" y="307"/>
                    <a:pt x="720" y="267"/>
                  </a:cubicBezTo>
                  <a:cubicBezTo>
                    <a:pt x="764" y="203"/>
                    <a:pt x="748" y="117"/>
                    <a:pt x="683" y="74"/>
                  </a:cubicBezTo>
                  <a:cubicBezTo>
                    <a:pt x="611" y="25"/>
                    <a:pt x="526" y="0"/>
                    <a:pt x="438"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755" name="Google Shape;4755;p28"/>
            <p:cNvSpPr/>
            <p:nvPr/>
          </p:nvSpPr>
          <p:spPr>
            <a:xfrm>
              <a:off x="6854763" y="2874614"/>
              <a:ext cx="31065" cy="31102"/>
            </a:xfrm>
            <a:custGeom>
              <a:rect b="b" l="l" r="r" t="t"/>
              <a:pathLst>
                <a:path extrusionOk="0" h="876" w="875">
                  <a:moveTo>
                    <a:pt x="437" y="280"/>
                  </a:moveTo>
                  <a:cubicBezTo>
                    <a:pt x="526" y="280"/>
                    <a:pt x="595" y="352"/>
                    <a:pt x="595" y="438"/>
                  </a:cubicBezTo>
                  <a:cubicBezTo>
                    <a:pt x="595" y="526"/>
                    <a:pt x="523" y="596"/>
                    <a:pt x="437" y="596"/>
                  </a:cubicBezTo>
                  <a:cubicBezTo>
                    <a:pt x="349" y="596"/>
                    <a:pt x="279" y="524"/>
                    <a:pt x="279" y="438"/>
                  </a:cubicBezTo>
                  <a:cubicBezTo>
                    <a:pt x="277" y="350"/>
                    <a:pt x="349" y="280"/>
                    <a:pt x="437" y="280"/>
                  </a:cubicBezTo>
                  <a:close/>
                  <a:moveTo>
                    <a:pt x="437" y="0"/>
                  </a:moveTo>
                  <a:cubicBezTo>
                    <a:pt x="197" y="0"/>
                    <a:pt x="1" y="198"/>
                    <a:pt x="1" y="438"/>
                  </a:cubicBezTo>
                  <a:cubicBezTo>
                    <a:pt x="1" y="680"/>
                    <a:pt x="197" y="875"/>
                    <a:pt x="437" y="875"/>
                  </a:cubicBezTo>
                  <a:cubicBezTo>
                    <a:pt x="679" y="875"/>
                    <a:pt x="874" y="680"/>
                    <a:pt x="874" y="438"/>
                  </a:cubicBezTo>
                  <a:cubicBezTo>
                    <a:pt x="874" y="198"/>
                    <a:pt x="679" y="0"/>
                    <a:pt x="437"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756" name="Google Shape;4756;p28"/>
            <p:cNvSpPr/>
            <p:nvPr/>
          </p:nvSpPr>
          <p:spPr>
            <a:xfrm>
              <a:off x="6891473" y="2873691"/>
              <a:ext cx="37917" cy="31244"/>
            </a:xfrm>
            <a:custGeom>
              <a:rect b="b" l="l" r="r" t="t"/>
              <a:pathLst>
                <a:path extrusionOk="0" h="880" w="1068">
                  <a:moveTo>
                    <a:pt x="140" y="1"/>
                  </a:moveTo>
                  <a:cubicBezTo>
                    <a:pt x="62" y="1"/>
                    <a:pt x="0" y="62"/>
                    <a:pt x="0" y="139"/>
                  </a:cubicBezTo>
                  <a:lnTo>
                    <a:pt x="0" y="737"/>
                  </a:lnTo>
                  <a:cubicBezTo>
                    <a:pt x="4" y="817"/>
                    <a:pt x="68" y="878"/>
                    <a:pt x="143" y="878"/>
                  </a:cubicBezTo>
                  <a:cubicBezTo>
                    <a:pt x="220" y="878"/>
                    <a:pt x="281" y="815"/>
                    <a:pt x="281" y="739"/>
                  </a:cubicBezTo>
                  <a:lnTo>
                    <a:pt x="281" y="432"/>
                  </a:lnTo>
                  <a:cubicBezTo>
                    <a:pt x="281" y="418"/>
                    <a:pt x="284" y="291"/>
                    <a:pt x="357" y="291"/>
                  </a:cubicBezTo>
                  <a:cubicBezTo>
                    <a:pt x="370" y="291"/>
                    <a:pt x="377" y="293"/>
                    <a:pt x="377" y="293"/>
                  </a:cubicBezTo>
                  <a:cubicBezTo>
                    <a:pt x="377" y="293"/>
                    <a:pt x="396" y="314"/>
                    <a:pt x="399" y="405"/>
                  </a:cubicBezTo>
                  <a:lnTo>
                    <a:pt x="399" y="442"/>
                  </a:lnTo>
                  <a:lnTo>
                    <a:pt x="399" y="444"/>
                  </a:lnTo>
                  <a:lnTo>
                    <a:pt x="399" y="742"/>
                  </a:lnTo>
                  <a:cubicBezTo>
                    <a:pt x="399" y="818"/>
                    <a:pt x="461" y="880"/>
                    <a:pt x="537" y="880"/>
                  </a:cubicBezTo>
                  <a:cubicBezTo>
                    <a:pt x="615" y="880"/>
                    <a:pt x="675" y="817"/>
                    <a:pt x="675" y="742"/>
                  </a:cubicBezTo>
                  <a:lnTo>
                    <a:pt x="675" y="473"/>
                  </a:lnTo>
                  <a:lnTo>
                    <a:pt x="675" y="429"/>
                  </a:lnTo>
                  <a:lnTo>
                    <a:pt x="675" y="418"/>
                  </a:lnTo>
                  <a:lnTo>
                    <a:pt x="675" y="391"/>
                  </a:lnTo>
                  <a:cubicBezTo>
                    <a:pt x="675" y="293"/>
                    <a:pt x="715" y="293"/>
                    <a:pt x="740" y="293"/>
                  </a:cubicBezTo>
                  <a:cubicBezTo>
                    <a:pt x="763" y="293"/>
                    <a:pt x="773" y="297"/>
                    <a:pt x="773" y="297"/>
                  </a:cubicBezTo>
                  <a:cubicBezTo>
                    <a:pt x="774" y="298"/>
                    <a:pt x="792" y="324"/>
                    <a:pt x="787" y="429"/>
                  </a:cubicBezTo>
                  <a:lnTo>
                    <a:pt x="787" y="435"/>
                  </a:lnTo>
                  <a:lnTo>
                    <a:pt x="787" y="739"/>
                  </a:lnTo>
                  <a:cubicBezTo>
                    <a:pt x="787" y="817"/>
                    <a:pt x="849" y="878"/>
                    <a:pt x="925" y="878"/>
                  </a:cubicBezTo>
                  <a:cubicBezTo>
                    <a:pt x="1003" y="878"/>
                    <a:pt x="1064" y="815"/>
                    <a:pt x="1064" y="739"/>
                  </a:cubicBezTo>
                  <a:lnTo>
                    <a:pt x="1064" y="437"/>
                  </a:lnTo>
                  <a:cubicBezTo>
                    <a:pt x="1068" y="339"/>
                    <a:pt x="1062" y="198"/>
                    <a:pt x="971" y="103"/>
                  </a:cubicBezTo>
                  <a:cubicBezTo>
                    <a:pt x="914" y="44"/>
                    <a:pt x="838" y="12"/>
                    <a:pt x="738" y="12"/>
                  </a:cubicBezTo>
                  <a:cubicBezTo>
                    <a:pt x="665" y="12"/>
                    <a:pt x="597" y="32"/>
                    <a:pt x="544" y="68"/>
                  </a:cubicBezTo>
                  <a:cubicBezTo>
                    <a:pt x="481" y="19"/>
                    <a:pt x="409" y="9"/>
                    <a:pt x="353" y="9"/>
                  </a:cubicBezTo>
                  <a:cubicBezTo>
                    <a:pt x="308" y="9"/>
                    <a:pt x="266" y="18"/>
                    <a:pt x="229" y="32"/>
                  </a:cubicBezTo>
                  <a:cubicBezTo>
                    <a:pt x="206" y="12"/>
                    <a:pt x="173" y="1"/>
                    <a:pt x="140"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757" name="Google Shape;4757;p28"/>
            <p:cNvSpPr/>
            <p:nvPr/>
          </p:nvSpPr>
          <p:spPr>
            <a:xfrm>
              <a:off x="6794016" y="2872945"/>
              <a:ext cx="17680" cy="32771"/>
            </a:xfrm>
            <a:custGeom>
              <a:rect b="b" l="l" r="r" t="t"/>
              <a:pathLst>
                <a:path extrusionOk="0" h="923" w="498">
                  <a:moveTo>
                    <a:pt x="338" y="1"/>
                  </a:moveTo>
                  <a:cubicBezTo>
                    <a:pt x="290" y="1"/>
                    <a:pt x="245" y="25"/>
                    <a:pt x="218" y="68"/>
                  </a:cubicBezTo>
                  <a:lnTo>
                    <a:pt x="28" y="383"/>
                  </a:lnTo>
                  <a:cubicBezTo>
                    <a:pt x="1" y="426"/>
                    <a:pt x="1" y="479"/>
                    <a:pt x="25" y="524"/>
                  </a:cubicBezTo>
                  <a:lnTo>
                    <a:pt x="217" y="852"/>
                  </a:lnTo>
                  <a:cubicBezTo>
                    <a:pt x="241" y="897"/>
                    <a:pt x="289" y="922"/>
                    <a:pt x="338" y="922"/>
                  </a:cubicBezTo>
                  <a:cubicBezTo>
                    <a:pt x="361" y="922"/>
                    <a:pt x="384" y="917"/>
                    <a:pt x="407" y="904"/>
                  </a:cubicBezTo>
                  <a:cubicBezTo>
                    <a:pt x="474" y="866"/>
                    <a:pt x="497" y="780"/>
                    <a:pt x="457" y="714"/>
                  </a:cubicBezTo>
                  <a:lnTo>
                    <a:pt x="309" y="456"/>
                  </a:lnTo>
                  <a:lnTo>
                    <a:pt x="456" y="212"/>
                  </a:lnTo>
                  <a:cubicBezTo>
                    <a:pt x="496" y="145"/>
                    <a:pt x="474" y="60"/>
                    <a:pt x="410" y="20"/>
                  </a:cubicBezTo>
                  <a:cubicBezTo>
                    <a:pt x="387" y="7"/>
                    <a:pt x="362" y="1"/>
                    <a:pt x="338"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758" name="Google Shape;4758;p28"/>
            <p:cNvSpPr/>
            <p:nvPr/>
          </p:nvSpPr>
          <p:spPr>
            <a:xfrm>
              <a:off x="6794300" y="2925846"/>
              <a:ext cx="187098" cy="9870"/>
            </a:xfrm>
            <a:custGeom>
              <a:rect b="b" l="l" r="r" t="t"/>
              <a:pathLst>
                <a:path extrusionOk="0" h="278" w="5270">
                  <a:moveTo>
                    <a:pt x="138" y="1"/>
                  </a:moveTo>
                  <a:cubicBezTo>
                    <a:pt x="61" y="1"/>
                    <a:pt x="0" y="64"/>
                    <a:pt x="0" y="139"/>
                  </a:cubicBezTo>
                  <a:cubicBezTo>
                    <a:pt x="0" y="215"/>
                    <a:pt x="63" y="277"/>
                    <a:pt x="138" y="277"/>
                  </a:cubicBezTo>
                  <a:lnTo>
                    <a:pt x="5132" y="277"/>
                  </a:lnTo>
                  <a:cubicBezTo>
                    <a:pt x="5209" y="277"/>
                    <a:pt x="5270" y="215"/>
                    <a:pt x="5270" y="139"/>
                  </a:cubicBezTo>
                  <a:cubicBezTo>
                    <a:pt x="5270" y="64"/>
                    <a:pt x="5208" y="1"/>
                    <a:pt x="5132"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759" name="Google Shape;4759;p28"/>
            <p:cNvSpPr/>
            <p:nvPr/>
          </p:nvSpPr>
          <p:spPr>
            <a:xfrm>
              <a:off x="6851745" y="2952225"/>
              <a:ext cx="129655" cy="9906"/>
            </a:xfrm>
            <a:custGeom>
              <a:rect b="b" l="l" r="r" t="t"/>
              <a:pathLst>
                <a:path extrusionOk="0" h="279" w="3652">
                  <a:moveTo>
                    <a:pt x="139" y="0"/>
                  </a:moveTo>
                  <a:cubicBezTo>
                    <a:pt x="61" y="0"/>
                    <a:pt x="1" y="64"/>
                    <a:pt x="1" y="139"/>
                  </a:cubicBezTo>
                  <a:cubicBezTo>
                    <a:pt x="1" y="216"/>
                    <a:pt x="63" y="278"/>
                    <a:pt x="139" y="278"/>
                  </a:cubicBezTo>
                  <a:lnTo>
                    <a:pt x="3514" y="278"/>
                  </a:lnTo>
                  <a:cubicBezTo>
                    <a:pt x="3591" y="278"/>
                    <a:pt x="3652" y="215"/>
                    <a:pt x="3652" y="139"/>
                  </a:cubicBezTo>
                  <a:cubicBezTo>
                    <a:pt x="3652" y="64"/>
                    <a:pt x="3591" y="0"/>
                    <a:pt x="3514"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760" name="Google Shape;4760;p28"/>
            <p:cNvSpPr/>
            <p:nvPr/>
          </p:nvSpPr>
          <p:spPr>
            <a:xfrm>
              <a:off x="6794300" y="2952261"/>
              <a:ext cx="44520" cy="9906"/>
            </a:xfrm>
            <a:custGeom>
              <a:rect b="b" l="l" r="r" t="t"/>
              <a:pathLst>
                <a:path extrusionOk="0" h="279" w="1254">
                  <a:moveTo>
                    <a:pt x="138" y="1"/>
                  </a:moveTo>
                  <a:cubicBezTo>
                    <a:pt x="61" y="1"/>
                    <a:pt x="0" y="64"/>
                    <a:pt x="0" y="140"/>
                  </a:cubicBezTo>
                  <a:cubicBezTo>
                    <a:pt x="0" y="215"/>
                    <a:pt x="63" y="279"/>
                    <a:pt x="138" y="279"/>
                  </a:cubicBezTo>
                  <a:lnTo>
                    <a:pt x="1115" y="279"/>
                  </a:lnTo>
                  <a:cubicBezTo>
                    <a:pt x="1192" y="279"/>
                    <a:pt x="1253" y="215"/>
                    <a:pt x="1253" y="140"/>
                  </a:cubicBezTo>
                  <a:cubicBezTo>
                    <a:pt x="1253" y="64"/>
                    <a:pt x="1190" y="1"/>
                    <a:pt x="1115"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761" name="Google Shape;4761;p28"/>
            <p:cNvSpPr/>
            <p:nvPr/>
          </p:nvSpPr>
          <p:spPr>
            <a:xfrm>
              <a:off x="6947747" y="2978676"/>
              <a:ext cx="33656" cy="9870"/>
            </a:xfrm>
            <a:custGeom>
              <a:rect b="b" l="l" r="r" t="t"/>
              <a:pathLst>
                <a:path extrusionOk="0" h="278" w="948">
                  <a:moveTo>
                    <a:pt x="139" y="1"/>
                  </a:moveTo>
                  <a:cubicBezTo>
                    <a:pt x="61" y="1"/>
                    <a:pt x="1" y="63"/>
                    <a:pt x="1" y="139"/>
                  </a:cubicBezTo>
                  <a:cubicBezTo>
                    <a:pt x="1" y="217"/>
                    <a:pt x="63" y="277"/>
                    <a:pt x="139" y="277"/>
                  </a:cubicBezTo>
                  <a:lnTo>
                    <a:pt x="810" y="277"/>
                  </a:lnTo>
                  <a:cubicBezTo>
                    <a:pt x="887" y="277"/>
                    <a:pt x="948" y="214"/>
                    <a:pt x="948" y="139"/>
                  </a:cubicBezTo>
                  <a:cubicBezTo>
                    <a:pt x="948" y="63"/>
                    <a:pt x="887" y="1"/>
                    <a:pt x="810"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762" name="Google Shape;4762;p28"/>
            <p:cNvSpPr/>
            <p:nvPr/>
          </p:nvSpPr>
          <p:spPr>
            <a:xfrm>
              <a:off x="6794300" y="2978747"/>
              <a:ext cx="140554" cy="9835"/>
            </a:xfrm>
            <a:custGeom>
              <a:rect b="b" l="l" r="r" t="t"/>
              <a:pathLst>
                <a:path extrusionOk="0" h="277" w="3959">
                  <a:moveTo>
                    <a:pt x="138" y="0"/>
                  </a:moveTo>
                  <a:cubicBezTo>
                    <a:pt x="61" y="0"/>
                    <a:pt x="0" y="64"/>
                    <a:pt x="0" y="138"/>
                  </a:cubicBezTo>
                  <a:cubicBezTo>
                    <a:pt x="0" y="215"/>
                    <a:pt x="63" y="277"/>
                    <a:pt x="138" y="277"/>
                  </a:cubicBezTo>
                  <a:lnTo>
                    <a:pt x="3821" y="277"/>
                  </a:lnTo>
                  <a:cubicBezTo>
                    <a:pt x="3898" y="277"/>
                    <a:pt x="3959" y="215"/>
                    <a:pt x="3959" y="138"/>
                  </a:cubicBezTo>
                  <a:cubicBezTo>
                    <a:pt x="3959" y="61"/>
                    <a:pt x="3896" y="0"/>
                    <a:pt x="3821"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763" name="Google Shape;4763;p28"/>
            <p:cNvSpPr/>
            <p:nvPr/>
          </p:nvSpPr>
          <p:spPr>
            <a:xfrm>
              <a:off x="6899497" y="3005091"/>
              <a:ext cx="81904" cy="9906"/>
            </a:xfrm>
            <a:custGeom>
              <a:rect b="b" l="l" r="r" t="t"/>
              <a:pathLst>
                <a:path extrusionOk="0" h="279" w="2307">
                  <a:moveTo>
                    <a:pt x="138" y="1"/>
                  </a:moveTo>
                  <a:cubicBezTo>
                    <a:pt x="60" y="1"/>
                    <a:pt x="0" y="64"/>
                    <a:pt x="0" y="139"/>
                  </a:cubicBezTo>
                  <a:cubicBezTo>
                    <a:pt x="0" y="217"/>
                    <a:pt x="62" y="279"/>
                    <a:pt x="138" y="279"/>
                  </a:cubicBezTo>
                  <a:lnTo>
                    <a:pt x="2169" y="279"/>
                  </a:lnTo>
                  <a:cubicBezTo>
                    <a:pt x="2246" y="279"/>
                    <a:pt x="2307" y="215"/>
                    <a:pt x="2307" y="139"/>
                  </a:cubicBezTo>
                  <a:cubicBezTo>
                    <a:pt x="2307" y="64"/>
                    <a:pt x="2246" y="1"/>
                    <a:pt x="2169"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764" name="Google Shape;4764;p28"/>
            <p:cNvSpPr/>
            <p:nvPr/>
          </p:nvSpPr>
          <p:spPr>
            <a:xfrm>
              <a:off x="6794335" y="3005091"/>
              <a:ext cx="92307" cy="9906"/>
            </a:xfrm>
            <a:custGeom>
              <a:rect b="b" l="l" r="r" t="t"/>
              <a:pathLst>
                <a:path extrusionOk="0" h="279" w="2600">
                  <a:moveTo>
                    <a:pt x="139" y="1"/>
                  </a:moveTo>
                  <a:cubicBezTo>
                    <a:pt x="62" y="1"/>
                    <a:pt x="1" y="64"/>
                    <a:pt x="1" y="139"/>
                  </a:cubicBezTo>
                  <a:cubicBezTo>
                    <a:pt x="1" y="217"/>
                    <a:pt x="64" y="279"/>
                    <a:pt x="139" y="279"/>
                  </a:cubicBezTo>
                  <a:lnTo>
                    <a:pt x="2461" y="279"/>
                  </a:lnTo>
                  <a:cubicBezTo>
                    <a:pt x="2539" y="279"/>
                    <a:pt x="2599" y="215"/>
                    <a:pt x="2599" y="139"/>
                  </a:cubicBezTo>
                  <a:cubicBezTo>
                    <a:pt x="2599" y="64"/>
                    <a:pt x="2538" y="1"/>
                    <a:pt x="2461"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765" name="Google Shape;4765;p28"/>
            <p:cNvSpPr/>
            <p:nvPr/>
          </p:nvSpPr>
          <p:spPr>
            <a:xfrm>
              <a:off x="6739660" y="3106774"/>
              <a:ext cx="196222" cy="27587"/>
            </a:xfrm>
            <a:custGeom>
              <a:rect b="b" l="l" r="r" t="t"/>
              <a:pathLst>
                <a:path extrusionOk="0" h="777" w="5527">
                  <a:moveTo>
                    <a:pt x="589" y="0"/>
                  </a:moveTo>
                  <a:cubicBezTo>
                    <a:pt x="264" y="0"/>
                    <a:pt x="1" y="265"/>
                    <a:pt x="1" y="589"/>
                  </a:cubicBezTo>
                  <a:lnTo>
                    <a:pt x="1" y="776"/>
                  </a:lnTo>
                  <a:lnTo>
                    <a:pt x="5527" y="776"/>
                  </a:lnTo>
                  <a:lnTo>
                    <a:pt x="5527" y="589"/>
                  </a:lnTo>
                  <a:cubicBezTo>
                    <a:pt x="5527" y="264"/>
                    <a:pt x="5262" y="0"/>
                    <a:pt x="4938" y="0"/>
                  </a:cubicBezTo>
                  <a:close/>
                </a:path>
              </a:pathLst>
            </a:cu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766" name="Google Shape;4766;p28"/>
            <p:cNvSpPr/>
            <p:nvPr/>
          </p:nvSpPr>
          <p:spPr>
            <a:xfrm>
              <a:off x="6900917" y="3106809"/>
              <a:ext cx="34934" cy="27587"/>
            </a:xfrm>
            <a:custGeom>
              <a:rect b="b" l="l" r="r" t="t"/>
              <a:pathLst>
                <a:path extrusionOk="0" h="777" w="984">
                  <a:moveTo>
                    <a:pt x="0" y="1"/>
                  </a:moveTo>
                  <a:cubicBezTo>
                    <a:pt x="327" y="1"/>
                    <a:pt x="589" y="266"/>
                    <a:pt x="589" y="589"/>
                  </a:cubicBezTo>
                  <a:lnTo>
                    <a:pt x="589" y="777"/>
                  </a:lnTo>
                  <a:lnTo>
                    <a:pt x="983" y="777"/>
                  </a:lnTo>
                  <a:lnTo>
                    <a:pt x="983" y="589"/>
                  </a:lnTo>
                  <a:cubicBezTo>
                    <a:pt x="983" y="264"/>
                    <a:pt x="720" y="1"/>
                    <a:pt x="395"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4767" name="Google Shape;4767;p28"/>
          <p:cNvGrpSpPr/>
          <p:nvPr/>
        </p:nvGrpSpPr>
        <p:grpSpPr>
          <a:xfrm>
            <a:off x="6026746" y="2831051"/>
            <a:ext cx="326665" cy="326992"/>
            <a:chOff x="6026746" y="2831051"/>
            <a:chExt cx="326665" cy="326992"/>
          </a:xfrm>
        </p:grpSpPr>
        <p:sp>
          <p:nvSpPr>
            <p:cNvPr id="4768" name="Google Shape;4768;p28"/>
            <p:cNvSpPr/>
            <p:nvPr/>
          </p:nvSpPr>
          <p:spPr>
            <a:xfrm>
              <a:off x="6175932" y="2831051"/>
              <a:ext cx="177477" cy="177418"/>
            </a:xfrm>
            <a:custGeom>
              <a:rect b="b" l="l" r="r" t="t"/>
              <a:pathLst>
                <a:path extrusionOk="0" h="4997" w="4999">
                  <a:moveTo>
                    <a:pt x="2499" y="0"/>
                  </a:moveTo>
                  <a:cubicBezTo>
                    <a:pt x="1120" y="0"/>
                    <a:pt x="0" y="1118"/>
                    <a:pt x="0" y="2498"/>
                  </a:cubicBezTo>
                  <a:cubicBezTo>
                    <a:pt x="0" y="3878"/>
                    <a:pt x="1120" y="4996"/>
                    <a:pt x="2499" y="4996"/>
                  </a:cubicBezTo>
                  <a:cubicBezTo>
                    <a:pt x="3879" y="4996"/>
                    <a:pt x="4998" y="3878"/>
                    <a:pt x="4998" y="2498"/>
                  </a:cubicBezTo>
                  <a:cubicBezTo>
                    <a:pt x="4998" y="1118"/>
                    <a:pt x="3879" y="0"/>
                    <a:pt x="2499" y="0"/>
                  </a:cubicBezTo>
                  <a:close/>
                </a:path>
              </a:pathLst>
            </a:cu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769" name="Google Shape;4769;p28"/>
            <p:cNvSpPr/>
            <p:nvPr/>
          </p:nvSpPr>
          <p:spPr>
            <a:xfrm>
              <a:off x="6224217" y="2836128"/>
              <a:ext cx="129194" cy="172341"/>
            </a:xfrm>
            <a:custGeom>
              <a:rect b="b" l="l" r="r" t="t"/>
              <a:pathLst>
                <a:path extrusionOk="0" h="4854" w="3639">
                  <a:moveTo>
                    <a:pt x="1975" y="1"/>
                  </a:moveTo>
                  <a:lnTo>
                    <a:pt x="1975" y="1"/>
                  </a:lnTo>
                  <a:cubicBezTo>
                    <a:pt x="2783" y="414"/>
                    <a:pt x="3336" y="1256"/>
                    <a:pt x="3336" y="2226"/>
                  </a:cubicBezTo>
                  <a:cubicBezTo>
                    <a:pt x="3336" y="3606"/>
                    <a:pt x="2216" y="4724"/>
                    <a:pt x="838" y="4724"/>
                  </a:cubicBezTo>
                  <a:cubicBezTo>
                    <a:pt x="544" y="4724"/>
                    <a:pt x="262" y="4673"/>
                    <a:pt x="0" y="4580"/>
                  </a:cubicBezTo>
                  <a:lnTo>
                    <a:pt x="0" y="4580"/>
                  </a:lnTo>
                  <a:cubicBezTo>
                    <a:pt x="343" y="4754"/>
                    <a:pt x="730" y="4853"/>
                    <a:pt x="1140" y="4853"/>
                  </a:cubicBezTo>
                  <a:cubicBezTo>
                    <a:pt x="2519" y="4853"/>
                    <a:pt x="3638" y="3735"/>
                    <a:pt x="3638" y="2355"/>
                  </a:cubicBezTo>
                  <a:cubicBezTo>
                    <a:pt x="3638" y="1269"/>
                    <a:pt x="2943" y="342"/>
                    <a:pt x="1975"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770" name="Google Shape;4770;p28"/>
            <p:cNvSpPr/>
            <p:nvPr/>
          </p:nvSpPr>
          <p:spPr>
            <a:xfrm>
              <a:off x="6026746" y="2965965"/>
              <a:ext cx="191252" cy="177028"/>
            </a:xfrm>
            <a:custGeom>
              <a:rect b="b" l="l" r="r" t="t"/>
              <a:pathLst>
                <a:path extrusionOk="0" h="4986" w="5387">
                  <a:moveTo>
                    <a:pt x="749" y="0"/>
                  </a:moveTo>
                  <a:cubicBezTo>
                    <a:pt x="474" y="481"/>
                    <a:pt x="232" y="1008"/>
                    <a:pt x="209" y="1575"/>
                  </a:cubicBezTo>
                  <a:cubicBezTo>
                    <a:pt x="195" y="1899"/>
                    <a:pt x="365" y="2195"/>
                    <a:pt x="293" y="2522"/>
                  </a:cubicBezTo>
                  <a:cubicBezTo>
                    <a:pt x="209" y="2894"/>
                    <a:pt x="29" y="3241"/>
                    <a:pt x="19" y="3630"/>
                  </a:cubicBezTo>
                  <a:cubicBezTo>
                    <a:pt x="1" y="4319"/>
                    <a:pt x="608" y="4961"/>
                    <a:pt x="1296" y="4985"/>
                  </a:cubicBezTo>
                  <a:lnTo>
                    <a:pt x="4092" y="4985"/>
                  </a:lnTo>
                  <a:cubicBezTo>
                    <a:pt x="4778" y="4961"/>
                    <a:pt x="5387" y="4319"/>
                    <a:pt x="5368" y="3630"/>
                  </a:cubicBezTo>
                  <a:cubicBezTo>
                    <a:pt x="5357" y="3241"/>
                    <a:pt x="5177" y="2894"/>
                    <a:pt x="5093" y="2522"/>
                  </a:cubicBezTo>
                  <a:cubicBezTo>
                    <a:pt x="5021" y="2194"/>
                    <a:pt x="5190" y="1899"/>
                    <a:pt x="5177" y="1575"/>
                  </a:cubicBezTo>
                  <a:cubicBezTo>
                    <a:pt x="5152" y="1008"/>
                    <a:pt x="4912" y="481"/>
                    <a:pt x="4637" y="0"/>
                  </a:cubicBezTo>
                  <a:close/>
                </a:path>
              </a:pathLst>
            </a:custGeom>
            <a:solidFill>
              <a:schemeClr val="l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771" name="Google Shape;4771;p28"/>
            <p:cNvSpPr/>
            <p:nvPr/>
          </p:nvSpPr>
          <p:spPr>
            <a:xfrm>
              <a:off x="6157186" y="2965930"/>
              <a:ext cx="60780" cy="176957"/>
            </a:xfrm>
            <a:custGeom>
              <a:rect b="b" l="l" r="r" t="t"/>
              <a:pathLst>
                <a:path extrusionOk="0" h="4984" w="1712">
                  <a:moveTo>
                    <a:pt x="547" y="0"/>
                  </a:moveTo>
                  <a:cubicBezTo>
                    <a:pt x="822" y="479"/>
                    <a:pt x="1064" y="1007"/>
                    <a:pt x="1087" y="1573"/>
                  </a:cubicBezTo>
                  <a:cubicBezTo>
                    <a:pt x="1101" y="1897"/>
                    <a:pt x="931" y="2192"/>
                    <a:pt x="1003" y="2521"/>
                  </a:cubicBezTo>
                  <a:cubicBezTo>
                    <a:pt x="1087" y="2895"/>
                    <a:pt x="1267" y="3241"/>
                    <a:pt x="1277" y="3629"/>
                  </a:cubicBezTo>
                  <a:cubicBezTo>
                    <a:pt x="1295" y="4319"/>
                    <a:pt x="687" y="4960"/>
                    <a:pt x="0" y="4983"/>
                  </a:cubicBezTo>
                  <a:lnTo>
                    <a:pt x="416" y="4983"/>
                  </a:lnTo>
                  <a:cubicBezTo>
                    <a:pt x="1104" y="4960"/>
                    <a:pt x="1711" y="4319"/>
                    <a:pt x="1693" y="3629"/>
                  </a:cubicBezTo>
                  <a:cubicBezTo>
                    <a:pt x="1683" y="3242"/>
                    <a:pt x="1503" y="2895"/>
                    <a:pt x="1419" y="2521"/>
                  </a:cubicBezTo>
                  <a:cubicBezTo>
                    <a:pt x="1347" y="2195"/>
                    <a:pt x="1516" y="1897"/>
                    <a:pt x="1503" y="1573"/>
                  </a:cubicBezTo>
                  <a:cubicBezTo>
                    <a:pt x="1478" y="1007"/>
                    <a:pt x="1238" y="479"/>
                    <a:pt x="963"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772" name="Google Shape;4772;p28"/>
            <p:cNvSpPr/>
            <p:nvPr/>
          </p:nvSpPr>
          <p:spPr>
            <a:xfrm>
              <a:off x="6048154" y="3083767"/>
              <a:ext cx="148436" cy="74276"/>
            </a:xfrm>
            <a:custGeom>
              <a:rect b="b" l="l" r="r" t="t"/>
              <a:pathLst>
                <a:path extrusionOk="0" h="2092" w="4181">
                  <a:moveTo>
                    <a:pt x="2091" y="1"/>
                  </a:moveTo>
                  <a:cubicBezTo>
                    <a:pt x="936" y="1"/>
                    <a:pt x="0" y="936"/>
                    <a:pt x="0" y="2092"/>
                  </a:cubicBezTo>
                  <a:lnTo>
                    <a:pt x="4181" y="2092"/>
                  </a:lnTo>
                  <a:cubicBezTo>
                    <a:pt x="4181" y="936"/>
                    <a:pt x="3245" y="1"/>
                    <a:pt x="2091" y="1"/>
                  </a:cubicBezTo>
                  <a:close/>
                </a:path>
              </a:pathLst>
            </a:cu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773" name="Google Shape;4773;p28"/>
            <p:cNvSpPr/>
            <p:nvPr/>
          </p:nvSpPr>
          <p:spPr>
            <a:xfrm>
              <a:off x="6114866" y="3083767"/>
              <a:ext cx="81691" cy="74276"/>
            </a:xfrm>
            <a:custGeom>
              <a:rect b="b" l="l" r="r" t="t"/>
              <a:pathLst>
                <a:path extrusionOk="0" h="2092" w="2301">
                  <a:moveTo>
                    <a:pt x="209" y="1"/>
                  </a:moveTo>
                  <a:cubicBezTo>
                    <a:pt x="140" y="1"/>
                    <a:pt x="70" y="5"/>
                    <a:pt x="1" y="12"/>
                  </a:cubicBezTo>
                  <a:cubicBezTo>
                    <a:pt x="1057" y="116"/>
                    <a:pt x="1882" y="1008"/>
                    <a:pt x="1882" y="2092"/>
                  </a:cubicBezTo>
                  <a:lnTo>
                    <a:pt x="2300" y="2092"/>
                  </a:lnTo>
                  <a:cubicBezTo>
                    <a:pt x="2300" y="1513"/>
                    <a:pt x="2066" y="992"/>
                    <a:pt x="1687" y="612"/>
                  </a:cubicBezTo>
                  <a:cubicBezTo>
                    <a:pt x="1309" y="234"/>
                    <a:pt x="788" y="1"/>
                    <a:pt x="209"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774" name="Google Shape;4774;p28"/>
            <p:cNvSpPr/>
            <p:nvPr/>
          </p:nvSpPr>
          <p:spPr>
            <a:xfrm>
              <a:off x="6106025" y="3047234"/>
              <a:ext cx="32804" cy="59719"/>
            </a:xfrm>
            <a:custGeom>
              <a:rect b="b" l="l" r="r" t="t"/>
              <a:pathLst>
                <a:path extrusionOk="0" h="1682" w="924">
                  <a:moveTo>
                    <a:pt x="1" y="1"/>
                  </a:moveTo>
                  <a:lnTo>
                    <a:pt x="1" y="1221"/>
                  </a:lnTo>
                  <a:cubicBezTo>
                    <a:pt x="1" y="1475"/>
                    <a:pt x="205" y="1682"/>
                    <a:pt x="461" y="1682"/>
                  </a:cubicBezTo>
                  <a:cubicBezTo>
                    <a:pt x="715" y="1682"/>
                    <a:pt x="922" y="1475"/>
                    <a:pt x="923" y="1221"/>
                  </a:cubicBezTo>
                  <a:lnTo>
                    <a:pt x="923" y="1"/>
                  </a:ln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775" name="Google Shape;4775;p28"/>
            <p:cNvSpPr/>
            <p:nvPr/>
          </p:nvSpPr>
          <p:spPr>
            <a:xfrm>
              <a:off x="6115647" y="3047198"/>
              <a:ext cx="23112" cy="59648"/>
            </a:xfrm>
            <a:custGeom>
              <a:rect b="b" l="l" r="r" t="t"/>
              <a:pathLst>
                <a:path extrusionOk="0" h="1680" w="651">
                  <a:moveTo>
                    <a:pt x="272" y="1"/>
                  </a:moveTo>
                  <a:lnTo>
                    <a:pt x="272" y="1219"/>
                  </a:lnTo>
                  <a:cubicBezTo>
                    <a:pt x="272" y="1406"/>
                    <a:pt x="162" y="1569"/>
                    <a:pt x="0" y="1641"/>
                  </a:cubicBezTo>
                  <a:cubicBezTo>
                    <a:pt x="58" y="1665"/>
                    <a:pt x="123" y="1680"/>
                    <a:pt x="190" y="1680"/>
                  </a:cubicBezTo>
                  <a:cubicBezTo>
                    <a:pt x="444" y="1680"/>
                    <a:pt x="651" y="1476"/>
                    <a:pt x="651" y="1219"/>
                  </a:cubicBezTo>
                  <a:lnTo>
                    <a:pt x="651" y="1"/>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776" name="Google Shape;4776;p28"/>
            <p:cNvSpPr/>
            <p:nvPr/>
          </p:nvSpPr>
          <p:spPr>
            <a:xfrm>
              <a:off x="6257875" y="2851324"/>
              <a:ext cx="39372" cy="56630"/>
            </a:xfrm>
            <a:custGeom>
              <a:rect b="b" l="l" r="r" t="t"/>
              <a:pathLst>
                <a:path extrusionOk="0" h="1595" w="1109">
                  <a:moveTo>
                    <a:pt x="671" y="408"/>
                  </a:moveTo>
                  <a:lnTo>
                    <a:pt x="671" y="934"/>
                  </a:lnTo>
                  <a:lnTo>
                    <a:pt x="371" y="934"/>
                  </a:lnTo>
                  <a:cubicBezTo>
                    <a:pt x="484" y="731"/>
                    <a:pt x="596" y="534"/>
                    <a:pt x="671" y="408"/>
                  </a:cubicBezTo>
                  <a:close/>
                  <a:moveTo>
                    <a:pt x="732" y="1"/>
                  </a:moveTo>
                  <a:cubicBezTo>
                    <a:pt x="667" y="1"/>
                    <a:pt x="602" y="34"/>
                    <a:pt x="549" y="98"/>
                  </a:cubicBezTo>
                  <a:cubicBezTo>
                    <a:pt x="474" y="192"/>
                    <a:pt x="97" y="869"/>
                    <a:pt x="24" y="1003"/>
                  </a:cubicBezTo>
                  <a:cubicBezTo>
                    <a:pt x="1" y="1045"/>
                    <a:pt x="1" y="1095"/>
                    <a:pt x="27" y="1137"/>
                  </a:cubicBezTo>
                  <a:cubicBezTo>
                    <a:pt x="50" y="1179"/>
                    <a:pt x="94" y="1203"/>
                    <a:pt x="143" y="1203"/>
                  </a:cubicBezTo>
                  <a:lnTo>
                    <a:pt x="671" y="1203"/>
                  </a:lnTo>
                  <a:cubicBezTo>
                    <a:pt x="671" y="1294"/>
                    <a:pt x="671" y="1380"/>
                    <a:pt x="670" y="1459"/>
                  </a:cubicBezTo>
                  <a:cubicBezTo>
                    <a:pt x="670" y="1533"/>
                    <a:pt x="729" y="1595"/>
                    <a:pt x="805" y="1595"/>
                  </a:cubicBezTo>
                  <a:cubicBezTo>
                    <a:pt x="878" y="1595"/>
                    <a:pt x="940" y="1534"/>
                    <a:pt x="940" y="1459"/>
                  </a:cubicBezTo>
                  <a:cubicBezTo>
                    <a:pt x="940" y="1412"/>
                    <a:pt x="940" y="1318"/>
                    <a:pt x="942" y="1203"/>
                  </a:cubicBezTo>
                  <a:lnTo>
                    <a:pt x="973" y="1203"/>
                  </a:lnTo>
                  <a:cubicBezTo>
                    <a:pt x="1048" y="1203"/>
                    <a:pt x="1109" y="1143"/>
                    <a:pt x="1109" y="1069"/>
                  </a:cubicBezTo>
                  <a:cubicBezTo>
                    <a:pt x="1109" y="995"/>
                    <a:pt x="1048" y="934"/>
                    <a:pt x="973" y="934"/>
                  </a:cubicBezTo>
                  <a:lnTo>
                    <a:pt x="942" y="934"/>
                  </a:lnTo>
                  <a:cubicBezTo>
                    <a:pt x="943" y="613"/>
                    <a:pt x="943" y="265"/>
                    <a:pt x="937" y="216"/>
                  </a:cubicBezTo>
                  <a:cubicBezTo>
                    <a:pt x="929" y="117"/>
                    <a:pt x="870" y="35"/>
                    <a:pt x="786" y="9"/>
                  </a:cubicBezTo>
                  <a:cubicBezTo>
                    <a:pt x="768" y="4"/>
                    <a:pt x="750" y="1"/>
                    <a:pt x="732"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777" name="Google Shape;4777;p28"/>
            <p:cNvSpPr/>
            <p:nvPr/>
          </p:nvSpPr>
          <p:spPr>
            <a:xfrm>
              <a:off x="6224821" y="2851004"/>
              <a:ext cx="35751" cy="57518"/>
            </a:xfrm>
            <a:custGeom>
              <a:rect b="b" l="l" r="r" t="t"/>
              <a:pathLst>
                <a:path extrusionOk="0" h="1620" w="1007">
                  <a:moveTo>
                    <a:pt x="478" y="1"/>
                  </a:moveTo>
                  <a:cubicBezTo>
                    <a:pt x="254" y="1"/>
                    <a:pt x="57" y="160"/>
                    <a:pt x="14" y="382"/>
                  </a:cubicBezTo>
                  <a:cubicBezTo>
                    <a:pt x="1" y="453"/>
                    <a:pt x="48" y="524"/>
                    <a:pt x="120" y="539"/>
                  </a:cubicBezTo>
                  <a:cubicBezTo>
                    <a:pt x="129" y="541"/>
                    <a:pt x="138" y="541"/>
                    <a:pt x="146" y="541"/>
                  </a:cubicBezTo>
                  <a:cubicBezTo>
                    <a:pt x="210" y="541"/>
                    <a:pt x="266" y="496"/>
                    <a:pt x="278" y="432"/>
                  </a:cubicBezTo>
                  <a:cubicBezTo>
                    <a:pt x="297" y="337"/>
                    <a:pt x="382" y="268"/>
                    <a:pt x="478" y="268"/>
                  </a:cubicBezTo>
                  <a:cubicBezTo>
                    <a:pt x="588" y="268"/>
                    <a:pt x="678" y="356"/>
                    <a:pt x="681" y="464"/>
                  </a:cubicBezTo>
                  <a:lnTo>
                    <a:pt x="678" y="499"/>
                  </a:lnTo>
                  <a:cubicBezTo>
                    <a:pt x="661" y="565"/>
                    <a:pt x="622" y="644"/>
                    <a:pt x="559" y="732"/>
                  </a:cubicBezTo>
                  <a:cubicBezTo>
                    <a:pt x="349" y="1032"/>
                    <a:pt x="225" y="1196"/>
                    <a:pt x="156" y="1284"/>
                  </a:cubicBezTo>
                  <a:cubicBezTo>
                    <a:pt x="74" y="1392"/>
                    <a:pt x="39" y="1435"/>
                    <a:pt x="63" y="1513"/>
                  </a:cubicBezTo>
                  <a:cubicBezTo>
                    <a:pt x="77" y="1558"/>
                    <a:pt x="110" y="1591"/>
                    <a:pt x="155" y="1607"/>
                  </a:cubicBezTo>
                  <a:cubicBezTo>
                    <a:pt x="172" y="1612"/>
                    <a:pt x="192" y="1620"/>
                    <a:pt x="444" y="1620"/>
                  </a:cubicBezTo>
                  <a:cubicBezTo>
                    <a:pt x="545" y="1620"/>
                    <a:pt x="683" y="1617"/>
                    <a:pt x="873" y="1615"/>
                  </a:cubicBezTo>
                  <a:cubicBezTo>
                    <a:pt x="946" y="1614"/>
                    <a:pt x="1007" y="1552"/>
                    <a:pt x="1005" y="1479"/>
                  </a:cubicBezTo>
                  <a:cubicBezTo>
                    <a:pt x="1004" y="1407"/>
                    <a:pt x="947" y="1346"/>
                    <a:pt x="873" y="1346"/>
                  </a:cubicBezTo>
                  <a:cubicBezTo>
                    <a:pt x="872" y="1346"/>
                    <a:pt x="870" y="1346"/>
                    <a:pt x="868" y="1346"/>
                  </a:cubicBezTo>
                  <a:cubicBezTo>
                    <a:pt x="723" y="1348"/>
                    <a:pt x="568" y="1349"/>
                    <a:pt x="445" y="1349"/>
                  </a:cubicBezTo>
                  <a:cubicBezTo>
                    <a:pt x="520" y="1250"/>
                    <a:pt x="628" y="1104"/>
                    <a:pt x="779" y="889"/>
                  </a:cubicBezTo>
                  <a:cubicBezTo>
                    <a:pt x="861" y="771"/>
                    <a:pt x="917" y="657"/>
                    <a:pt x="940" y="555"/>
                  </a:cubicBezTo>
                  <a:cubicBezTo>
                    <a:pt x="942" y="550"/>
                    <a:pt x="942" y="545"/>
                    <a:pt x="942" y="542"/>
                  </a:cubicBezTo>
                  <a:lnTo>
                    <a:pt x="949" y="491"/>
                  </a:lnTo>
                  <a:cubicBezTo>
                    <a:pt x="949" y="486"/>
                    <a:pt x="952" y="480"/>
                    <a:pt x="952" y="473"/>
                  </a:cubicBezTo>
                  <a:cubicBezTo>
                    <a:pt x="952" y="212"/>
                    <a:pt x="739" y="1"/>
                    <a:pt x="478"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778" name="Google Shape;4778;p28"/>
            <p:cNvSpPr/>
            <p:nvPr/>
          </p:nvSpPr>
          <p:spPr>
            <a:xfrm>
              <a:off x="6214454" y="2915195"/>
              <a:ext cx="100366" cy="9622"/>
            </a:xfrm>
            <a:custGeom>
              <a:rect b="b" l="l" r="r" t="t"/>
              <a:pathLst>
                <a:path extrusionOk="0" h="271" w="2827">
                  <a:moveTo>
                    <a:pt x="136" y="0"/>
                  </a:moveTo>
                  <a:cubicBezTo>
                    <a:pt x="61" y="0"/>
                    <a:pt x="1" y="62"/>
                    <a:pt x="1" y="135"/>
                  </a:cubicBezTo>
                  <a:cubicBezTo>
                    <a:pt x="1" y="209"/>
                    <a:pt x="61" y="271"/>
                    <a:pt x="136" y="271"/>
                  </a:cubicBezTo>
                  <a:lnTo>
                    <a:pt x="2691" y="271"/>
                  </a:lnTo>
                  <a:cubicBezTo>
                    <a:pt x="2765" y="271"/>
                    <a:pt x="2827" y="209"/>
                    <a:pt x="2827" y="135"/>
                  </a:cubicBezTo>
                  <a:cubicBezTo>
                    <a:pt x="2827" y="62"/>
                    <a:pt x="2768" y="0"/>
                    <a:pt x="2691"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779" name="Google Shape;4779;p28"/>
            <p:cNvSpPr/>
            <p:nvPr/>
          </p:nvSpPr>
          <p:spPr>
            <a:xfrm>
              <a:off x="6243318" y="2931598"/>
              <a:ext cx="35893" cy="56986"/>
            </a:xfrm>
            <a:custGeom>
              <a:rect b="b" l="l" r="r" t="t"/>
              <a:pathLst>
                <a:path extrusionOk="0" h="1605" w="1011">
                  <a:moveTo>
                    <a:pt x="136" y="0"/>
                  </a:moveTo>
                  <a:cubicBezTo>
                    <a:pt x="61" y="0"/>
                    <a:pt x="1" y="62"/>
                    <a:pt x="1" y="135"/>
                  </a:cubicBezTo>
                  <a:cubicBezTo>
                    <a:pt x="1" y="209"/>
                    <a:pt x="61" y="271"/>
                    <a:pt x="136" y="271"/>
                  </a:cubicBezTo>
                  <a:lnTo>
                    <a:pt x="664" y="271"/>
                  </a:lnTo>
                  <a:lnTo>
                    <a:pt x="160" y="1416"/>
                  </a:lnTo>
                  <a:cubicBezTo>
                    <a:pt x="130" y="1485"/>
                    <a:pt x="163" y="1564"/>
                    <a:pt x="229" y="1594"/>
                  </a:cubicBezTo>
                  <a:cubicBezTo>
                    <a:pt x="247" y="1602"/>
                    <a:pt x="265" y="1605"/>
                    <a:pt x="283" y="1605"/>
                  </a:cubicBezTo>
                  <a:cubicBezTo>
                    <a:pt x="334" y="1605"/>
                    <a:pt x="383" y="1574"/>
                    <a:pt x="406" y="1524"/>
                  </a:cubicBezTo>
                  <a:lnTo>
                    <a:pt x="993" y="187"/>
                  </a:lnTo>
                  <a:cubicBezTo>
                    <a:pt x="1011" y="145"/>
                    <a:pt x="1008" y="98"/>
                    <a:pt x="982" y="59"/>
                  </a:cubicBezTo>
                  <a:cubicBezTo>
                    <a:pt x="959" y="22"/>
                    <a:pt x="919" y="0"/>
                    <a:pt x="871"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780" name="Google Shape;4780;p28"/>
            <p:cNvSpPr/>
            <p:nvPr/>
          </p:nvSpPr>
          <p:spPr>
            <a:xfrm>
              <a:off x="6035906" y="2868223"/>
              <a:ext cx="172897" cy="107687"/>
            </a:xfrm>
            <a:custGeom>
              <a:rect b="b" l="l" r="r" t="t"/>
              <a:pathLst>
                <a:path extrusionOk="0" h="3033" w="4870">
                  <a:moveTo>
                    <a:pt x="1681" y="1"/>
                  </a:moveTo>
                  <a:cubicBezTo>
                    <a:pt x="754" y="1"/>
                    <a:pt x="0" y="755"/>
                    <a:pt x="0" y="1681"/>
                  </a:cubicBezTo>
                  <a:lnTo>
                    <a:pt x="0" y="2897"/>
                  </a:lnTo>
                  <a:cubicBezTo>
                    <a:pt x="0" y="2971"/>
                    <a:pt x="62" y="3033"/>
                    <a:pt x="135" y="3033"/>
                  </a:cubicBezTo>
                  <a:cubicBezTo>
                    <a:pt x="209" y="3033"/>
                    <a:pt x="271" y="2971"/>
                    <a:pt x="271" y="2897"/>
                  </a:cubicBezTo>
                  <a:lnTo>
                    <a:pt x="271" y="1681"/>
                  </a:lnTo>
                  <a:cubicBezTo>
                    <a:pt x="271" y="904"/>
                    <a:pt x="902" y="271"/>
                    <a:pt x="1681" y="271"/>
                  </a:cubicBezTo>
                  <a:lnTo>
                    <a:pt x="3189" y="271"/>
                  </a:lnTo>
                  <a:cubicBezTo>
                    <a:pt x="3966" y="271"/>
                    <a:pt x="4599" y="904"/>
                    <a:pt x="4599" y="1681"/>
                  </a:cubicBezTo>
                  <a:lnTo>
                    <a:pt x="4599" y="2897"/>
                  </a:lnTo>
                  <a:cubicBezTo>
                    <a:pt x="4599" y="2971"/>
                    <a:pt x="4661" y="3033"/>
                    <a:pt x="4735" y="3033"/>
                  </a:cubicBezTo>
                  <a:cubicBezTo>
                    <a:pt x="4811" y="3033"/>
                    <a:pt x="4870" y="2971"/>
                    <a:pt x="4870" y="2897"/>
                  </a:cubicBezTo>
                  <a:lnTo>
                    <a:pt x="4870" y="1681"/>
                  </a:lnTo>
                  <a:cubicBezTo>
                    <a:pt x="4870" y="755"/>
                    <a:pt x="4116" y="1"/>
                    <a:pt x="3189" y="1"/>
                  </a:cubicBezTo>
                  <a:close/>
                </a:path>
              </a:pathLst>
            </a:cu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781" name="Google Shape;4781;p28"/>
            <p:cNvSpPr/>
            <p:nvPr/>
          </p:nvSpPr>
          <p:spPr>
            <a:xfrm>
              <a:off x="6187258" y="2963516"/>
              <a:ext cx="30106" cy="40405"/>
            </a:xfrm>
            <a:custGeom>
              <a:rect b="b" l="l" r="r" t="t"/>
              <a:pathLst>
                <a:path extrusionOk="0" h="1138" w="848">
                  <a:moveTo>
                    <a:pt x="1" y="0"/>
                  </a:moveTo>
                  <a:lnTo>
                    <a:pt x="1" y="1137"/>
                  </a:lnTo>
                  <a:lnTo>
                    <a:pt x="279" y="1137"/>
                  </a:lnTo>
                  <a:cubicBezTo>
                    <a:pt x="592" y="1137"/>
                    <a:pt x="847" y="884"/>
                    <a:pt x="847" y="569"/>
                  </a:cubicBezTo>
                  <a:cubicBezTo>
                    <a:pt x="847" y="257"/>
                    <a:pt x="594" y="0"/>
                    <a:pt x="279" y="0"/>
                  </a:cubicBez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782" name="Google Shape;4782;p28"/>
            <p:cNvSpPr/>
            <p:nvPr/>
          </p:nvSpPr>
          <p:spPr>
            <a:xfrm>
              <a:off x="6027420" y="2963516"/>
              <a:ext cx="31917" cy="40405"/>
            </a:xfrm>
            <a:custGeom>
              <a:rect b="b" l="l" r="r" t="t"/>
              <a:pathLst>
                <a:path extrusionOk="0" h="1138" w="899">
                  <a:moveTo>
                    <a:pt x="569" y="0"/>
                  </a:moveTo>
                  <a:cubicBezTo>
                    <a:pt x="253" y="0"/>
                    <a:pt x="0" y="257"/>
                    <a:pt x="0" y="569"/>
                  </a:cubicBezTo>
                  <a:cubicBezTo>
                    <a:pt x="0" y="884"/>
                    <a:pt x="255" y="1137"/>
                    <a:pt x="569" y="1137"/>
                  </a:cubicBezTo>
                  <a:lnTo>
                    <a:pt x="898" y="1137"/>
                  </a:lnTo>
                  <a:lnTo>
                    <a:pt x="898" y="0"/>
                  </a:ln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783" name="Google Shape;4783;p28"/>
            <p:cNvSpPr/>
            <p:nvPr/>
          </p:nvSpPr>
          <p:spPr>
            <a:xfrm>
              <a:off x="6056214" y="2922580"/>
              <a:ext cx="132353" cy="141771"/>
            </a:xfrm>
            <a:custGeom>
              <a:rect b="b" l="l" r="r" t="t"/>
              <a:pathLst>
                <a:path extrusionOk="0" h="3993" w="3728">
                  <a:moveTo>
                    <a:pt x="1864" y="1"/>
                  </a:moveTo>
                  <a:lnTo>
                    <a:pt x="1" y="988"/>
                  </a:lnTo>
                  <a:lnTo>
                    <a:pt x="1" y="2129"/>
                  </a:lnTo>
                  <a:cubicBezTo>
                    <a:pt x="1" y="3158"/>
                    <a:pt x="834" y="3993"/>
                    <a:pt x="1864" y="3993"/>
                  </a:cubicBezTo>
                  <a:cubicBezTo>
                    <a:pt x="2893" y="3993"/>
                    <a:pt x="3728" y="3158"/>
                    <a:pt x="3728" y="2129"/>
                  </a:cubicBezTo>
                  <a:lnTo>
                    <a:pt x="3728" y="988"/>
                  </a:lnTo>
                  <a:lnTo>
                    <a:pt x="1864" y="1"/>
                  </a:ln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784" name="Google Shape;4784;p28"/>
            <p:cNvSpPr/>
            <p:nvPr/>
          </p:nvSpPr>
          <p:spPr>
            <a:xfrm>
              <a:off x="6115540" y="2950344"/>
              <a:ext cx="73029" cy="113971"/>
            </a:xfrm>
            <a:custGeom>
              <a:rect b="b" l="l" r="r" t="t"/>
              <a:pathLst>
                <a:path extrusionOk="0" h="3210" w="2057">
                  <a:moveTo>
                    <a:pt x="1671" y="0"/>
                  </a:moveTo>
                  <a:lnTo>
                    <a:pt x="1671" y="1344"/>
                  </a:lnTo>
                  <a:cubicBezTo>
                    <a:pt x="1671" y="2310"/>
                    <a:pt x="939" y="3103"/>
                    <a:pt x="1" y="3199"/>
                  </a:cubicBezTo>
                  <a:cubicBezTo>
                    <a:pt x="62" y="3205"/>
                    <a:pt x="129" y="3209"/>
                    <a:pt x="193" y="3209"/>
                  </a:cubicBezTo>
                  <a:cubicBezTo>
                    <a:pt x="1222" y="3209"/>
                    <a:pt x="2057" y="2373"/>
                    <a:pt x="2057" y="1344"/>
                  </a:cubicBezTo>
                  <a:lnTo>
                    <a:pt x="2057" y="204"/>
                  </a:lnTo>
                  <a:lnTo>
                    <a:pt x="1671" y="0"/>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785" name="Google Shape;4785;p28"/>
            <p:cNvSpPr/>
            <p:nvPr/>
          </p:nvSpPr>
          <p:spPr>
            <a:xfrm>
              <a:off x="6087741" y="2978995"/>
              <a:ext cx="9586" cy="19031"/>
            </a:xfrm>
            <a:custGeom>
              <a:rect b="b" l="l" r="r" t="t"/>
              <a:pathLst>
                <a:path extrusionOk="0" h="536" w="270">
                  <a:moveTo>
                    <a:pt x="136" y="0"/>
                  </a:moveTo>
                  <a:cubicBezTo>
                    <a:pt x="61" y="0"/>
                    <a:pt x="1" y="61"/>
                    <a:pt x="1" y="136"/>
                  </a:cubicBezTo>
                  <a:lnTo>
                    <a:pt x="1" y="402"/>
                  </a:lnTo>
                  <a:cubicBezTo>
                    <a:pt x="1" y="475"/>
                    <a:pt x="61" y="536"/>
                    <a:pt x="136" y="536"/>
                  </a:cubicBezTo>
                  <a:cubicBezTo>
                    <a:pt x="211" y="536"/>
                    <a:pt x="270" y="475"/>
                    <a:pt x="270" y="402"/>
                  </a:cubicBezTo>
                  <a:lnTo>
                    <a:pt x="270" y="136"/>
                  </a:lnTo>
                  <a:cubicBezTo>
                    <a:pt x="270" y="61"/>
                    <a:pt x="209" y="0"/>
                    <a:pt x="136" y="0"/>
                  </a:cubicBezTo>
                  <a:close/>
                </a:path>
              </a:pathLst>
            </a:custGeom>
            <a:solidFill>
              <a:srgbClr val="91829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786" name="Google Shape;4786;p28"/>
            <p:cNvSpPr/>
            <p:nvPr/>
          </p:nvSpPr>
          <p:spPr>
            <a:xfrm>
              <a:off x="6147316" y="2978995"/>
              <a:ext cx="9657" cy="19031"/>
            </a:xfrm>
            <a:custGeom>
              <a:rect b="b" l="l" r="r" t="t"/>
              <a:pathLst>
                <a:path extrusionOk="0" h="536" w="272">
                  <a:moveTo>
                    <a:pt x="136" y="0"/>
                  </a:moveTo>
                  <a:cubicBezTo>
                    <a:pt x="62" y="0"/>
                    <a:pt x="1" y="61"/>
                    <a:pt x="1" y="136"/>
                  </a:cubicBezTo>
                  <a:lnTo>
                    <a:pt x="1" y="402"/>
                  </a:lnTo>
                  <a:cubicBezTo>
                    <a:pt x="1" y="475"/>
                    <a:pt x="62" y="536"/>
                    <a:pt x="136" y="536"/>
                  </a:cubicBezTo>
                  <a:cubicBezTo>
                    <a:pt x="209" y="536"/>
                    <a:pt x="271" y="475"/>
                    <a:pt x="271" y="402"/>
                  </a:cubicBezTo>
                  <a:lnTo>
                    <a:pt x="271" y="136"/>
                  </a:lnTo>
                  <a:cubicBezTo>
                    <a:pt x="271" y="61"/>
                    <a:pt x="209" y="0"/>
                    <a:pt x="136" y="0"/>
                  </a:cubicBezTo>
                  <a:close/>
                </a:path>
              </a:pathLst>
            </a:custGeom>
            <a:solidFill>
              <a:srgbClr val="91829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787" name="Google Shape;4787;p28"/>
            <p:cNvSpPr/>
            <p:nvPr/>
          </p:nvSpPr>
          <p:spPr>
            <a:xfrm>
              <a:off x="6141565" y="2999126"/>
              <a:ext cx="61135" cy="40511"/>
            </a:xfrm>
            <a:custGeom>
              <a:rect b="b" l="l" r="r" t="t"/>
              <a:pathLst>
                <a:path extrusionOk="0" h="1141" w="1722">
                  <a:moveTo>
                    <a:pt x="1586" y="0"/>
                  </a:moveTo>
                  <a:cubicBezTo>
                    <a:pt x="1512" y="0"/>
                    <a:pt x="1451" y="61"/>
                    <a:pt x="1451" y="134"/>
                  </a:cubicBezTo>
                  <a:lnTo>
                    <a:pt x="1451" y="642"/>
                  </a:lnTo>
                  <a:cubicBezTo>
                    <a:pt x="1451" y="757"/>
                    <a:pt x="1364" y="857"/>
                    <a:pt x="1249" y="871"/>
                  </a:cubicBezTo>
                  <a:lnTo>
                    <a:pt x="134" y="871"/>
                  </a:lnTo>
                  <a:cubicBezTo>
                    <a:pt x="60" y="871"/>
                    <a:pt x="0" y="931"/>
                    <a:pt x="0" y="1005"/>
                  </a:cubicBezTo>
                  <a:cubicBezTo>
                    <a:pt x="0" y="1080"/>
                    <a:pt x="60" y="1140"/>
                    <a:pt x="134" y="1140"/>
                  </a:cubicBezTo>
                  <a:lnTo>
                    <a:pt x="1271" y="1140"/>
                  </a:lnTo>
                  <a:cubicBezTo>
                    <a:pt x="1528" y="1113"/>
                    <a:pt x="1721" y="900"/>
                    <a:pt x="1721" y="642"/>
                  </a:cubicBezTo>
                  <a:lnTo>
                    <a:pt x="1721" y="134"/>
                  </a:lnTo>
                  <a:cubicBezTo>
                    <a:pt x="1721" y="61"/>
                    <a:pt x="1659" y="0"/>
                    <a:pt x="1586" y="0"/>
                  </a:cubicBezTo>
                  <a:close/>
                </a:path>
              </a:pathLst>
            </a:cu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788" name="Google Shape;4788;p28"/>
            <p:cNvSpPr/>
            <p:nvPr/>
          </p:nvSpPr>
          <p:spPr>
            <a:xfrm>
              <a:off x="6056214" y="2888248"/>
              <a:ext cx="132353" cy="77720"/>
            </a:xfrm>
            <a:custGeom>
              <a:rect b="b" l="l" r="r" t="t"/>
              <a:pathLst>
                <a:path extrusionOk="0" h="2189" w="3728">
                  <a:moveTo>
                    <a:pt x="1864" y="1"/>
                  </a:moveTo>
                  <a:cubicBezTo>
                    <a:pt x="834" y="1"/>
                    <a:pt x="1" y="835"/>
                    <a:pt x="1" y="1864"/>
                  </a:cubicBezTo>
                  <a:lnTo>
                    <a:pt x="1" y="2188"/>
                  </a:lnTo>
                  <a:cubicBezTo>
                    <a:pt x="1" y="2188"/>
                    <a:pt x="1" y="2188"/>
                    <a:pt x="3" y="2188"/>
                  </a:cubicBezTo>
                  <a:cubicBezTo>
                    <a:pt x="53" y="2188"/>
                    <a:pt x="1224" y="2178"/>
                    <a:pt x="1864" y="1289"/>
                  </a:cubicBezTo>
                  <a:cubicBezTo>
                    <a:pt x="2506" y="2178"/>
                    <a:pt x="3676" y="2188"/>
                    <a:pt x="3726" y="2188"/>
                  </a:cubicBezTo>
                  <a:cubicBezTo>
                    <a:pt x="3727" y="2188"/>
                    <a:pt x="3728" y="2188"/>
                    <a:pt x="3728" y="2188"/>
                  </a:cubicBezTo>
                  <a:lnTo>
                    <a:pt x="3728" y="1864"/>
                  </a:lnTo>
                  <a:cubicBezTo>
                    <a:pt x="3728" y="835"/>
                    <a:pt x="2893" y="1"/>
                    <a:pt x="1864" y="1"/>
                  </a:cubicBezTo>
                  <a:close/>
                </a:path>
              </a:pathLst>
            </a:custGeom>
            <a:solidFill>
              <a:schemeClr val="l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789" name="Google Shape;4789;p28"/>
            <p:cNvSpPr/>
            <p:nvPr/>
          </p:nvSpPr>
          <p:spPr>
            <a:xfrm>
              <a:off x="6107623" y="2888212"/>
              <a:ext cx="80946" cy="77756"/>
            </a:xfrm>
            <a:custGeom>
              <a:rect b="b" l="l" r="r" t="t"/>
              <a:pathLst>
                <a:path extrusionOk="0" h="2190" w="2280">
                  <a:moveTo>
                    <a:pt x="416" y="0"/>
                  </a:moveTo>
                  <a:cubicBezTo>
                    <a:pt x="274" y="0"/>
                    <a:pt x="133" y="18"/>
                    <a:pt x="0" y="48"/>
                  </a:cubicBezTo>
                  <a:lnTo>
                    <a:pt x="29" y="48"/>
                  </a:lnTo>
                  <a:cubicBezTo>
                    <a:pt x="1058" y="48"/>
                    <a:pt x="1893" y="882"/>
                    <a:pt x="1893" y="1911"/>
                  </a:cubicBezTo>
                  <a:lnTo>
                    <a:pt x="1893" y="2150"/>
                  </a:lnTo>
                  <a:cubicBezTo>
                    <a:pt x="2108" y="2188"/>
                    <a:pt x="2259" y="2189"/>
                    <a:pt x="2278" y="2189"/>
                  </a:cubicBezTo>
                  <a:cubicBezTo>
                    <a:pt x="2279" y="2189"/>
                    <a:pt x="2280" y="2189"/>
                    <a:pt x="2280" y="2189"/>
                  </a:cubicBezTo>
                  <a:lnTo>
                    <a:pt x="2280" y="1865"/>
                  </a:lnTo>
                  <a:cubicBezTo>
                    <a:pt x="2280" y="836"/>
                    <a:pt x="1445" y="2"/>
                    <a:pt x="416"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790" name="Google Shape;4790;p28"/>
            <p:cNvSpPr/>
            <p:nvPr/>
          </p:nvSpPr>
          <p:spPr>
            <a:xfrm>
              <a:off x="6121576" y="3024724"/>
              <a:ext cx="24745" cy="20309"/>
            </a:xfrm>
            <a:custGeom>
              <a:rect b="b" l="l" r="r" t="t"/>
              <a:pathLst>
                <a:path extrusionOk="0" h="572" w="697">
                  <a:moveTo>
                    <a:pt x="265" y="0"/>
                  </a:moveTo>
                  <a:cubicBezTo>
                    <a:pt x="120" y="0"/>
                    <a:pt x="0" y="118"/>
                    <a:pt x="0" y="265"/>
                  </a:cubicBezTo>
                  <a:lnTo>
                    <a:pt x="0" y="308"/>
                  </a:lnTo>
                  <a:cubicBezTo>
                    <a:pt x="0" y="454"/>
                    <a:pt x="120" y="572"/>
                    <a:pt x="265" y="572"/>
                  </a:cubicBezTo>
                  <a:lnTo>
                    <a:pt x="432" y="572"/>
                  </a:lnTo>
                  <a:cubicBezTo>
                    <a:pt x="579" y="572"/>
                    <a:pt x="697" y="454"/>
                    <a:pt x="697" y="308"/>
                  </a:cubicBezTo>
                  <a:lnTo>
                    <a:pt x="697" y="265"/>
                  </a:lnTo>
                  <a:cubicBezTo>
                    <a:pt x="697" y="118"/>
                    <a:pt x="579" y="0"/>
                    <a:pt x="432" y="0"/>
                  </a:cubicBezTo>
                  <a:close/>
                </a:path>
              </a:pathLst>
            </a:cu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791" name="Google Shape;4791;p28"/>
            <p:cNvSpPr/>
            <p:nvPr/>
          </p:nvSpPr>
          <p:spPr>
            <a:xfrm>
              <a:off x="6128819" y="3024653"/>
              <a:ext cx="17503" cy="20344"/>
            </a:xfrm>
            <a:custGeom>
              <a:rect b="b" l="l" r="r" t="t"/>
              <a:pathLst>
                <a:path extrusionOk="0" h="573" w="493">
                  <a:moveTo>
                    <a:pt x="61" y="1"/>
                  </a:moveTo>
                  <a:cubicBezTo>
                    <a:pt x="42" y="1"/>
                    <a:pt x="21" y="2"/>
                    <a:pt x="1" y="8"/>
                  </a:cubicBezTo>
                  <a:cubicBezTo>
                    <a:pt x="117" y="34"/>
                    <a:pt x="204" y="141"/>
                    <a:pt x="204" y="264"/>
                  </a:cubicBezTo>
                  <a:lnTo>
                    <a:pt x="204" y="307"/>
                  </a:lnTo>
                  <a:cubicBezTo>
                    <a:pt x="204" y="433"/>
                    <a:pt x="117" y="538"/>
                    <a:pt x="1" y="565"/>
                  </a:cubicBezTo>
                  <a:cubicBezTo>
                    <a:pt x="21" y="571"/>
                    <a:pt x="40" y="572"/>
                    <a:pt x="61" y="572"/>
                  </a:cubicBezTo>
                  <a:lnTo>
                    <a:pt x="228" y="572"/>
                  </a:lnTo>
                  <a:cubicBezTo>
                    <a:pt x="375" y="572"/>
                    <a:pt x="493" y="454"/>
                    <a:pt x="493" y="307"/>
                  </a:cubicBezTo>
                  <a:lnTo>
                    <a:pt x="493" y="264"/>
                  </a:lnTo>
                  <a:cubicBezTo>
                    <a:pt x="493" y="119"/>
                    <a:pt x="375" y="1"/>
                    <a:pt x="228"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792" name="Google Shape;4792;p28"/>
            <p:cNvSpPr/>
            <p:nvPr/>
          </p:nvSpPr>
          <p:spPr>
            <a:xfrm>
              <a:off x="6188465" y="2963906"/>
              <a:ext cx="28828" cy="40014"/>
            </a:xfrm>
            <a:custGeom>
              <a:rect b="b" l="l" r="r" t="t"/>
              <a:pathLst>
                <a:path extrusionOk="0" h="1127" w="812">
                  <a:moveTo>
                    <a:pt x="345" y="1"/>
                  </a:moveTo>
                  <a:lnTo>
                    <a:pt x="345" y="1"/>
                  </a:lnTo>
                  <a:cubicBezTo>
                    <a:pt x="413" y="94"/>
                    <a:pt x="452" y="208"/>
                    <a:pt x="452" y="332"/>
                  </a:cubicBezTo>
                  <a:cubicBezTo>
                    <a:pt x="452" y="605"/>
                    <a:pt x="258" y="834"/>
                    <a:pt x="0" y="887"/>
                  </a:cubicBezTo>
                  <a:lnTo>
                    <a:pt x="0" y="1126"/>
                  </a:lnTo>
                  <a:lnTo>
                    <a:pt x="243" y="1126"/>
                  </a:lnTo>
                  <a:cubicBezTo>
                    <a:pt x="558" y="1126"/>
                    <a:pt x="812" y="872"/>
                    <a:pt x="812" y="558"/>
                  </a:cubicBezTo>
                  <a:cubicBezTo>
                    <a:pt x="812" y="402"/>
                    <a:pt x="748" y="260"/>
                    <a:pt x="645" y="158"/>
                  </a:cubicBezTo>
                  <a:cubicBezTo>
                    <a:pt x="566" y="79"/>
                    <a:pt x="461" y="23"/>
                    <a:pt x="345"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4793" name="Google Shape;4793;p28"/>
          <p:cNvGrpSpPr/>
          <p:nvPr/>
        </p:nvGrpSpPr>
        <p:grpSpPr>
          <a:xfrm>
            <a:off x="5425775" y="2831051"/>
            <a:ext cx="234643" cy="327001"/>
            <a:chOff x="5425775" y="2831051"/>
            <a:chExt cx="234643" cy="327001"/>
          </a:xfrm>
        </p:grpSpPr>
        <p:sp>
          <p:nvSpPr>
            <p:cNvPr id="4794" name="Google Shape;4794;p28"/>
            <p:cNvSpPr/>
            <p:nvPr/>
          </p:nvSpPr>
          <p:spPr>
            <a:xfrm>
              <a:off x="5425775" y="2837335"/>
              <a:ext cx="234636" cy="320717"/>
            </a:xfrm>
            <a:custGeom>
              <a:rect b="b" l="l" r="r" t="t"/>
              <a:pathLst>
                <a:path extrusionOk="0" h="9033" w="6609">
                  <a:moveTo>
                    <a:pt x="154" y="0"/>
                  </a:moveTo>
                  <a:cubicBezTo>
                    <a:pt x="69" y="0"/>
                    <a:pt x="0" y="69"/>
                    <a:pt x="0" y="155"/>
                  </a:cubicBezTo>
                  <a:lnTo>
                    <a:pt x="0" y="8877"/>
                  </a:lnTo>
                  <a:cubicBezTo>
                    <a:pt x="0" y="8962"/>
                    <a:pt x="68" y="9033"/>
                    <a:pt x="154" y="9033"/>
                  </a:cubicBezTo>
                  <a:lnTo>
                    <a:pt x="5054" y="9033"/>
                  </a:lnTo>
                  <a:lnTo>
                    <a:pt x="6608" y="7591"/>
                  </a:lnTo>
                  <a:lnTo>
                    <a:pt x="6608" y="155"/>
                  </a:lnTo>
                  <a:cubicBezTo>
                    <a:pt x="6608" y="71"/>
                    <a:pt x="6541" y="0"/>
                    <a:pt x="6454" y="0"/>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795" name="Google Shape;4795;p28"/>
            <p:cNvSpPr/>
            <p:nvPr/>
          </p:nvSpPr>
          <p:spPr>
            <a:xfrm>
              <a:off x="5641708" y="2831051"/>
              <a:ext cx="18710" cy="287981"/>
            </a:xfrm>
            <a:custGeom>
              <a:rect b="b" l="l" r="r" t="t"/>
              <a:pathLst>
                <a:path extrusionOk="0" h="8111" w="527">
                  <a:moveTo>
                    <a:pt x="1" y="0"/>
                  </a:moveTo>
                  <a:cubicBezTo>
                    <a:pt x="86" y="0"/>
                    <a:pt x="156" y="68"/>
                    <a:pt x="156" y="154"/>
                  </a:cubicBezTo>
                  <a:lnTo>
                    <a:pt x="156" y="8110"/>
                  </a:lnTo>
                  <a:lnTo>
                    <a:pt x="526" y="7766"/>
                  </a:lnTo>
                  <a:lnTo>
                    <a:pt x="526" y="154"/>
                  </a:lnTo>
                  <a:cubicBezTo>
                    <a:pt x="526" y="69"/>
                    <a:pt x="456" y="0"/>
                    <a:pt x="372"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796" name="Google Shape;4796;p28"/>
            <p:cNvSpPr/>
            <p:nvPr/>
          </p:nvSpPr>
          <p:spPr>
            <a:xfrm>
              <a:off x="5453645" y="2895100"/>
              <a:ext cx="80378" cy="80419"/>
            </a:xfrm>
            <a:custGeom>
              <a:rect b="b" l="l" r="r" t="t"/>
              <a:pathLst>
                <a:path extrusionOk="0" h="2265" w="2264">
                  <a:moveTo>
                    <a:pt x="1132" y="1"/>
                  </a:moveTo>
                  <a:cubicBezTo>
                    <a:pt x="507" y="1"/>
                    <a:pt x="1" y="509"/>
                    <a:pt x="1" y="1133"/>
                  </a:cubicBezTo>
                  <a:cubicBezTo>
                    <a:pt x="1" y="1758"/>
                    <a:pt x="507" y="2264"/>
                    <a:pt x="1132" y="2264"/>
                  </a:cubicBezTo>
                  <a:cubicBezTo>
                    <a:pt x="1756" y="2264"/>
                    <a:pt x="2263" y="1758"/>
                    <a:pt x="2263" y="1133"/>
                  </a:cubicBezTo>
                  <a:cubicBezTo>
                    <a:pt x="2263" y="509"/>
                    <a:pt x="1756" y="1"/>
                    <a:pt x="1132" y="1"/>
                  </a:cubicBezTo>
                  <a:close/>
                </a:path>
              </a:pathLst>
            </a:cu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797" name="Google Shape;4797;p28"/>
            <p:cNvSpPr/>
            <p:nvPr/>
          </p:nvSpPr>
          <p:spPr>
            <a:xfrm>
              <a:off x="5453645" y="3005091"/>
              <a:ext cx="80378" cy="80419"/>
            </a:xfrm>
            <a:custGeom>
              <a:rect b="b" l="l" r="r" t="t"/>
              <a:pathLst>
                <a:path extrusionOk="0" h="2265" w="2264">
                  <a:moveTo>
                    <a:pt x="1132" y="1"/>
                  </a:moveTo>
                  <a:cubicBezTo>
                    <a:pt x="507" y="1"/>
                    <a:pt x="1" y="507"/>
                    <a:pt x="1" y="1132"/>
                  </a:cubicBezTo>
                  <a:cubicBezTo>
                    <a:pt x="1" y="1756"/>
                    <a:pt x="507" y="2264"/>
                    <a:pt x="1132" y="2264"/>
                  </a:cubicBezTo>
                  <a:cubicBezTo>
                    <a:pt x="1756" y="2264"/>
                    <a:pt x="2263" y="1756"/>
                    <a:pt x="2263" y="1132"/>
                  </a:cubicBezTo>
                  <a:cubicBezTo>
                    <a:pt x="2263" y="507"/>
                    <a:pt x="1756" y="1"/>
                    <a:pt x="1132" y="1"/>
                  </a:cubicBezTo>
                  <a:close/>
                </a:path>
              </a:pathLst>
            </a:cu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798" name="Google Shape;4798;p28"/>
            <p:cNvSpPr/>
            <p:nvPr/>
          </p:nvSpPr>
          <p:spPr>
            <a:xfrm>
              <a:off x="5468734" y="2897195"/>
              <a:ext cx="65289" cy="78324"/>
            </a:xfrm>
            <a:custGeom>
              <a:rect b="b" l="l" r="r" t="t"/>
              <a:pathLst>
                <a:path extrusionOk="0" h="2206" w="1839">
                  <a:moveTo>
                    <a:pt x="1061" y="1"/>
                  </a:moveTo>
                  <a:lnTo>
                    <a:pt x="1061" y="1"/>
                  </a:lnTo>
                  <a:cubicBezTo>
                    <a:pt x="1319" y="206"/>
                    <a:pt x="1484" y="526"/>
                    <a:pt x="1484" y="881"/>
                  </a:cubicBezTo>
                  <a:cubicBezTo>
                    <a:pt x="1484" y="1507"/>
                    <a:pt x="977" y="2012"/>
                    <a:pt x="353" y="2012"/>
                  </a:cubicBezTo>
                  <a:cubicBezTo>
                    <a:pt x="231" y="2012"/>
                    <a:pt x="111" y="1994"/>
                    <a:pt x="0" y="1958"/>
                  </a:cubicBezTo>
                  <a:lnTo>
                    <a:pt x="0" y="1958"/>
                  </a:lnTo>
                  <a:cubicBezTo>
                    <a:pt x="193" y="2112"/>
                    <a:pt x="439" y="2205"/>
                    <a:pt x="707" y="2205"/>
                  </a:cubicBezTo>
                  <a:cubicBezTo>
                    <a:pt x="1333" y="2205"/>
                    <a:pt x="1838" y="1699"/>
                    <a:pt x="1838" y="1074"/>
                  </a:cubicBezTo>
                  <a:cubicBezTo>
                    <a:pt x="1838" y="572"/>
                    <a:pt x="1511" y="147"/>
                    <a:pt x="1061"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799" name="Google Shape;4799;p28"/>
            <p:cNvSpPr/>
            <p:nvPr/>
          </p:nvSpPr>
          <p:spPr>
            <a:xfrm>
              <a:off x="5468663" y="3007079"/>
              <a:ext cx="65360" cy="78431"/>
            </a:xfrm>
            <a:custGeom>
              <a:rect b="b" l="l" r="r" t="t"/>
              <a:pathLst>
                <a:path extrusionOk="0" h="2209" w="1841">
                  <a:moveTo>
                    <a:pt x="1062" y="1"/>
                  </a:moveTo>
                  <a:cubicBezTo>
                    <a:pt x="1319" y="208"/>
                    <a:pt x="1485" y="526"/>
                    <a:pt x="1485" y="882"/>
                  </a:cubicBezTo>
                  <a:cubicBezTo>
                    <a:pt x="1485" y="1506"/>
                    <a:pt x="977" y="2014"/>
                    <a:pt x="354" y="2014"/>
                  </a:cubicBezTo>
                  <a:cubicBezTo>
                    <a:pt x="231" y="2014"/>
                    <a:pt x="112" y="1994"/>
                    <a:pt x="1" y="1958"/>
                  </a:cubicBezTo>
                  <a:lnTo>
                    <a:pt x="1" y="1958"/>
                  </a:lnTo>
                  <a:cubicBezTo>
                    <a:pt x="195" y="2115"/>
                    <a:pt x="441" y="2208"/>
                    <a:pt x="709" y="2208"/>
                  </a:cubicBezTo>
                  <a:cubicBezTo>
                    <a:pt x="1335" y="2208"/>
                    <a:pt x="1840" y="1700"/>
                    <a:pt x="1840" y="1076"/>
                  </a:cubicBezTo>
                  <a:cubicBezTo>
                    <a:pt x="1840" y="575"/>
                    <a:pt x="1513" y="151"/>
                    <a:pt x="1062"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800" name="Google Shape;4800;p28"/>
            <p:cNvSpPr/>
            <p:nvPr/>
          </p:nvSpPr>
          <p:spPr>
            <a:xfrm>
              <a:off x="5425775" y="2831051"/>
              <a:ext cx="234636" cy="42677"/>
            </a:xfrm>
            <a:custGeom>
              <a:rect b="b" l="l" r="r" t="t"/>
              <a:pathLst>
                <a:path extrusionOk="0" h="1202" w="6609">
                  <a:moveTo>
                    <a:pt x="154" y="0"/>
                  </a:moveTo>
                  <a:cubicBezTo>
                    <a:pt x="69" y="0"/>
                    <a:pt x="0" y="68"/>
                    <a:pt x="0" y="154"/>
                  </a:cubicBezTo>
                  <a:lnTo>
                    <a:pt x="0" y="1202"/>
                  </a:lnTo>
                  <a:lnTo>
                    <a:pt x="6608" y="1202"/>
                  </a:lnTo>
                  <a:lnTo>
                    <a:pt x="6608" y="154"/>
                  </a:lnTo>
                  <a:cubicBezTo>
                    <a:pt x="6608" y="69"/>
                    <a:pt x="6538" y="0"/>
                    <a:pt x="6454" y="0"/>
                  </a:cubicBez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801" name="Google Shape;4801;p28"/>
            <p:cNvSpPr/>
            <p:nvPr/>
          </p:nvSpPr>
          <p:spPr>
            <a:xfrm>
              <a:off x="5641708" y="2831051"/>
              <a:ext cx="18710" cy="42677"/>
            </a:xfrm>
            <a:custGeom>
              <a:rect b="b" l="l" r="r" t="t"/>
              <a:pathLst>
                <a:path extrusionOk="0" h="1202" w="527">
                  <a:moveTo>
                    <a:pt x="1" y="0"/>
                  </a:moveTo>
                  <a:cubicBezTo>
                    <a:pt x="86" y="0"/>
                    <a:pt x="156" y="68"/>
                    <a:pt x="156" y="154"/>
                  </a:cubicBezTo>
                  <a:lnTo>
                    <a:pt x="156" y="1202"/>
                  </a:lnTo>
                  <a:lnTo>
                    <a:pt x="526" y="1202"/>
                  </a:lnTo>
                  <a:lnTo>
                    <a:pt x="526" y="154"/>
                  </a:lnTo>
                  <a:cubicBezTo>
                    <a:pt x="526" y="69"/>
                    <a:pt x="456" y="0"/>
                    <a:pt x="372"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802" name="Google Shape;4802;p28"/>
            <p:cNvSpPr/>
            <p:nvPr/>
          </p:nvSpPr>
          <p:spPr>
            <a:xfrm>
              <a:off x="5605210" y="3106774"/>
              <a:ext cx="55206" cy="51269"/>
            </a:xfrm>
            <a:custGeom>
              <a:rect b="b" l="l" r="r" t="t"/>
              <a:pathLst>
                <a:path extrusionOk="0" h="1444" w="1555">
                  <a:moveTo>
                    <a:pt x="223" y="0"/>
                  </a:moveTo>
                  <a:cubicBezTo>
                    <a:pt x="99" y="0"/>
                    <a:pt x="0" y="101"/>
                    <a:pt x="0" y="223"/>
                  </a:cubicBezTo>
                  <a:lnTo>
                    <a:pt x="0" y="1444"/>
                  </a:lnTo>
                  <a:lnTo>
                    <a:pt x="1554" y="0"/>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803" name="Google Shape;4803;p28"/>
            <p:cNvSpPr/>
            <p:nvPr/>
          </p:nvSpPr>
          <p:spPr>
            <a:xfrm>
              <a:off x="5605139" y="3106809"/>
              <a:ext cx="55277" cy="12498"/>
            </a:xfrm>
            <a:custGeom>
              <a:rect b="b" l="l" r="r" t="t"/>
              <a:pathLst>
                <a:path extrusionOk="0" h="352" w="1557">
                  <a:moveTo>
                    <a:pt x="222" y="1"/>
                  </a:moveTo>
                  <a:cubicBezTo>
                    <a:pt x="100" y="1"/>
                    <a:pt x="1" y="100"/>
                    <a:pt x="1" y="222"/>
                  </a:cubicBezTo>
                  <a:lnTo>
                    <a:pt x="1" y="352"/>
                  </a:lnTo>
                  <a:cubicBezTo>
                    <a:pt x="18" y="349"/>
                    <a:pt x="35" y="346"/>
                    <a:pt x="52" y="346"/>
                  </a:cubicBezTo>
                  <a:lnTo>
                    <a:pt x="1183" y="346"/>
                  </a:lnTo>
                  <a:lnTo>
                    <a:pt x="1556" y="1"/>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804" name="Google Shape;4804;p28"/>
            <p:cNvSpPr/>
            <p:nvPr/>
          </p:nvSpPr>
          <p:spPr>
            <a:xfrm>
              <a:off x="5473598" y="2911893"/>
              <a:ext cx="40366" cy="46902"/>
            </a:xfrm>
            <a:custGeom>
              <a:rect b="b" l="l" r="r" t="t"/>
              <a:pathLst>
                <a:path extrusionOk="0" h="1321" w="1137">
                  <a:moveTo>
                    <a:pt x="571" y="489"/>
                  </a:moveTo>
                  <a:lnTo>
                    <a:pt x="684" y="785"/>
                  </a:lnTo>
                  <a:lnTo>
                    <a:pt x="459" y="785"/>
                  </a:lnTo>
                  <a:lnTo>
                    <a:pt x="571" y="489"/>
                  </a:lnTo>
                  <a:close/>
                  <a:moveTo>
                    <a:pt x="570" y="1"/>
                  </a:moveTo>
                  <a:cubicBezTo>
                    <a:pt x="504" y="1"/>
                    <a:pt x="443" y="41"/>
                    <a:pt x="419" y="102"/>
                  </a:cubicBezTo>
                  <a:cubicBezTo>
                    <a:pt x="419" y="105"/>
                    <a:pt x="419" y="105"/>
                    <a:pt x="417" y="106"/>
                  </a:cubicBezTo>
                  <a:lnTo>
                    <a:pt x="26" y="1131"/>
                  </a:lnTo>
                  <a:cubicBezTo>
                    <a:pt x="0" y="1203"/>
                    <a:pt x="36" y="1285"/>
                    <a:pt x="108" y="1311"/>
                  </a:cubicBezTo>
                  <a:cubicBezTo>
                    <a:pt x="124" y="1317"/>
                    <a:pt x="141" y="1320"/>
                    <a:pt x="157" y="1320"/>
                  </a:cubicBezTo>
                  <a:cubicBezTo>
                    <a:pt x="213" y="1320"/>
                    <a:pt x="266" y="1286"/>
                    <a:pt x="288" y="1230"/>
                  </a:cubicBezTo>
                  <a:lnTo>
                    <a:pt x="350" y="1064"/>
                  </a:lnTo>
                  <a:lnTo>
                    <a:pt x="786" y="1064"/>
                  </a:lnTo>
                  <a:lnTo>
                    <a:pt x="849" y="1230"/>
                  </a:lnTo>
                  <a:cubicBezTo>
                    <a:pt x="871" y="1286"/>
                    <a:pt x="923" y="1321"/>
                    <a:pt x="979" y="1321"/>
                  </a:cubicBezTo>
                  <a:cubicBezTo>
                    <a:pt x="994" y="1321"/>
                    <a:pt x="1010" y="1316"/>
                    <a:pt x="1028" y="1311"/>
                  </a:cubicBezTo>
                  <a:cubicBezTo>
                    <a:pt x="1101" y="1282"/>
                    <a:pt x="1137" y="1201"/>
                    <a:pt x="1110" y="1131"/>
                  </a:cubicBezTo>
                  <a:lnTo>
                    <a:pt x="722" y="106"/>
                  </a:lnTo>
                  <a:cubicBezTo>
                    <a:pt x="722" y="105"/>
                    <a:pt x="721" y="105"/>
                    <a:pt x="721" y="102"/>
                  </a:cubicBezTo>
                  <a:cubicBezTo>
                    <a:pt x="695" y="41"/>
                    <a:pt x="636" y="1"/>
                    <a:pt x="570"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805" name="Google Shape;4805;p28"/>
            <p:cNvSpPr/>
            <p:nvPr/>
          </p:nvSpPr>
          <p:spPr>
            <a:xfrm>
              <a:off x="5477681" y="3021919"/>
              <a:ext cx="32449" cy="46760"/>
            </a:xfrm>
            <a:custGeom>
              <a:rect b="b" l="l" r="r" t="t"/>
              <a:pathLst>
                <a:path extrusionOk="0" h="1317" w="914">
                  <a:moveTo>
                    <a:pt x="439" y="277"/>
                  </a:moveTo>
                  <a:cubicBezTo>
                    <a:pt x="495" y="277"/>
                    <a:pt x="540" y="323"/>
                    <a:pt x="540" y="377"/>
                  </a:cubicBezTo>
                  <a:cubicBezTo>
                    <a:pt x="540" y="433"/>
                    <a:pt x="495" y="478"/>
                    <a:pt x="439" y="478"/>
                  </a:cubicBezTo>
                  <a:lnTo>
                    <a:pt x="275" y="478"/>
                  </a:lnTo>
                  <a:lnTo>
                    <a:pt x="275" y="277"/>
                  </a:lnTo>
                  <a:close/>
                  <a:moveTo>
                    <a:pt x="492" y="756"/>
                  </a:moveTo>
                  <a:cubicBezTo>
                    <a:pt x="570" y="756"/>
                    <a:pt x="633" y="819"/>
                    <a:pt x="633" y="895"/>
                  </a:cubicBezTo>
                  <a:cubicBezTo>
                    <a:pt x="633" y="973"/>
                    <a:pt x="570" y="1038"/>
                    <a:pt x="492" y="1038"/>
                  </a:cubicBezTo>
                  <a:lnTo>
                    <a:pt x="277" y="1038"/>
                  </a:lnTo>
                  <a:lnTo>
                    <a:pt x="277" y="756"/>
                  </a:lnTo>
                  <a:close/>
                  <a:moveTo>
                    <a:pt x="138" y="0"/>
                  </a:moveTo>
                  <a:cubicBezTo>
                    <a:pt x="61" y="0"/>
                    <a:pt x="0" y="64"/>
                    <a:pt x="0" y="138"/>
                  </a:cubicBezTo>
                  <a:lnTo>
                    <a:pt x="0" y="618"/>
                  </a:lnTo>
                  <a:lnTo>
                    <a:pt x="0" y="1179"/>
                  </a:lnTo>
                  <a:cubicBezTo>
                    <a:pt x="0" y="1216"/>
                    <a:pt x="15" y="1251"/>
                    <a:pt x="41" y="1277"/>
                  </a:cubicBezTo>
                  <a:cubicBezTo>
                    <a:pt x="66" y="1303"/>
                    <a:pt x="102" y="1317"/>
                    <a:pt x="140" y="1317"/>
                  </a:cubicBezTo>
                  <a:cubicBezTo>
                    <a:pt x="140" y="1317"/>
                    <a:pt x="418" y="1315"/>
                    <a:pt x="495" y="1315"/>
                  </a:cubicBezTo>
                  <a:cubicBezTo>
                    <a:pt x="724" y="1315"/>
                    <a:pt x="914" y="1126"/>
                    <a:pt x="914" y="895"/>
                  </a:cubicBezTo>
                  <a:cubicBezTo>
                    <a:pt x="913" y="769"/>
                    <a:pt x="852" y="654"/>
                    <a:pt x="760" y="576"/>
                  </a:cubicBezTo>
                  <a:cubicBezTo>
                    <a:pt x="796" y="518"/>
                    <a:pt x="819" y="449"/>
                    <a:pt x="819" y="377"/>
                  </a:cubicBezTo>
                  <a:cubicBezTo>
                    <a:pt x="819" y="169"/>
                    <a:pt x="649" y="0"/>
                    <a:pt x="441"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806" name="Google Shape;4806;p28"/>
            <p:cNvSpPr/>
            <p:nvPr/>
          </p:nvSpPr>
          <p:spPr>
            <a:xfrm>
              <a:off x="5549363" y="2912284"/>
              <a:ext cx="54745" cy="9835"/>
            </a:xfrm>
            <a:custGeom>
              <a:rect b="b" l="l" r="r" t="t"/>
              <a:pathLst>
                <a:path extrusionOk="0" h="277" w="1542">
                  <a:moveTo>
                    <a:pt x="140" y="0"/>
                  </a:moveTo>
                  <a:cubicBezTo>
                    <a:pt x="64" y="0"/>
                    <a:pt x="0" y="60"/>
                    <a:pt x="0" y="138"/>
                  </a:cubicBezTo>
                  <a:cubicBezTo>
                    <a:pt x="0" y="213"/>
                    <a:pt x="62" y="276"/>
                    <a:pt x="140" y="276"/>
                  </a:cubicBezTo>
                  <a:lnTo>
                    <a:pt x="1402" y="276"/>
                  </a:lnTo>
                  <a:cubicBezTo>
                    <a:pt x="1478" y="276"/>
                    <a:pt x="1541" y="216"/>
                    <a:pt x="1541" y="138"/>
                  </a:cubicBezTo>
                  <a:cubicBezTo>
                    <a:pt x="1541" y="62"/>
                    <a:pt x="1480" y="0"/>
                    <a:pt x="1402"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807" name="Google Shape;4807;p28"/>
            <p:cNvSpPr/>
            <p:nvPr/>
          </p:nvSpPr>
          <p:spPr>
            <a:xfrm>
              <a:off x="5549363" y="2931669"/>
              <a:ext cx="88011" cy="9870"/>
            </a:xfrm>
            <a:custGeom>
              <a:rect b="b" l="l" r="r" t="t"/>
              <a:pathLst>
                <a:path extrusionOk="0" h="278" w="2479">
                  <a:moveTo>
                    <a:pt x="140" y="1"/>
                  </a:moveTo>
                  <a:cubicBezTo>
                    <a:pt x="64" y="1"/>
                    <a:pt x="0" y="61"/>
                    <a:pt x="0" y="139"/>
                  </a:cubicBezTo>
                  <a:cubicBezTo>
                    <a:pt x="0" y="214"/>
                    <a:pt x="62" y="277"/>
                    <a:pt x="140" y="277"/>
                  </a:cubicBezTo>
                  <a:lnTo>
                    <a:pt x="2339" y="277"/>
                  </a:lnTo>
                  <a:cubicBezTo>
                    <a:pt x="2416" y="277"/>
                    <a:pt x="2478" y="217"/>
                    <a:pt x="2478" y="139"/>
                  </a:cubicBezTo>
                  <a:cubicBezTo>
                    <a:pt x="2478" y="63"/>
                    <a:pt x="2416" y="1"/>
                    <a:pt x="2339"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808" name="Google Shape;4808;p28"/>
            <p:cNvSpPr/>
            <p:nvPr/>
          </p:nvSpPr>
          <p:spPr>
            <a:xfrm>
              <a:off x="5549363" y="2951089"/>
              <a:ext cx="88011" cy="9870"/>
            </a:xfrm>
            <a:custGeom>
              <a:rect b="b" l="l" r="r" t="t"/>
              <a:pathLst>
                <a:path extrusionOk="0" h="278" w="2479">
                  <a:moveTo>
                    <a:pt x="140" y="1"/>
                  </a:moveTo>
                  <a:cubicBezTo>
                    <a:pt x="64" y="1"/>
                    <a:pt x="0" y="61"/>
                    <a:pt x="0" y="139"/>
                  </a:cubicBezTo>
                  <a:cubicBezTo>
                    <a:pt x="0" y="214"/>
                    <a:pt x="62" y="277"/>
                    <a:pt x="140" y="277"/>
                  </a:cubicBezTo>
                  <a:lnTo>
                    <a:pt x="2339" y="277"/>
                  </a:lnTo>
                  <a:cubicBezTo>
                    <a:pt x="2416" y="277"/>
                    <a:pt x="2478" y="217"/>
                    <a:pt x="2478" y="139"/>
                  </a:cubicBezTo>
                  <a:cubicBezTo>
                    <a:pt x="2478" y="63"/>
                    <a:pt x="2416" y="1"/>
                    <a:pt x="2339"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809" name="Google Shape;4809;p28"/>
            <p:cNvSpPr/>
            <p:nvPr/>
          </p:nvSpPr>
          <p:spPr>
            <a:xfrm>
              <a:off x="5549363" y="2970545"/>
              <a:ext cx="88011" cy="9870"/>
            </a:xfrm>
            <a:custGeom>
              <a:rect b="b" l="l" r="r" t="t"/>
              <a:pathLst>
                <a:path extrusionOk="0" h="278" w="2479">
                  <a:moveTo>
                    <a:pt x="140" y="1"/>
                  </a:moveTo>
                  <a:cubicBezTo>
                    <a:pt x="64" y="1"/>
                    <a:pt x="0" y="61"/>
                    <a:pt x="0" y="139"/>
                  </a:cubicBezTo>
                  <a:cubicBezTo>
                    <a:pt x="0" y="215"/>
                    <a:pt x="62" y="277"/>
                    <a:pt x="140" y="277"/>
                  </a:cubicBezTo>
                  <a:lnTo>
                    <a:pt x="2339" y="277"/>
                  </a:lnTo>
                  <a:cubicBezTo>
                    <a:pt x="2416" y="277"/>
                    <a:pt x="2478" y="215"/>
                    <a:pt x="2478" y="139"/>
                  </a:cubicBezTo>
                  <a:cubicBezTo>
                    <a:pt x="2478" y="64"/>
                    <a:pt x="2416" y="1"/>
                    <a:pt x="2339"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810" name="Google Shape;4810;p28"/>
            <p:cNvSpPr/>
            <p:nvPr/>
          </p:nvSpPr>
          <p:spPr>
            <a:xfrm>
              <a:off x="5549363" y="3022274"/>
              <a:ext cx="54745" cy="9906"/>
            </a:xfrm>
            <a:custGeom>
              <a:rect b="b" l="l" r="r" t="t"/>
              <a:pathLst>
                <a:path extrusionOk="0" h="279" w="1542">
                  <a:moveTo>
                    <a:pt x="140" y="0"/>
                  </a:moveTo>
                  <a:cubicBezTo>
                    <a:pt x="64" y="0"/>
                    <a:pt x="0" y="64"/>
                    <a:pt x="0" y="140"/>
                  </a:cubicBezTo>
                  <a:cubicBezTo>
                    <a:pt x="0" y="215"/>
                    <a:pt x="62" y="278"/>
                    <a:pt x="140" y="278"/>
                  </a:cubicBezTo>
                  <a:lnTo>
                    <a:pt x="1402" y="278"/>
                  </a:lnTo>
                  <a:cubicBezTo>
                    <a:pt x="1478" y="278"/>
                    <a:pt x="1541" y="215"/>
                    <a:pt x="1541" y="140"/>
                  </a:cubicBezTo>
                  <a:cubicBezTo>
                    <a:pt x="1541" y="64"/>
                    <a:pt x="1480" y="0"/>
                    <a:pt x="1402"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811" name="Google Shape;4811;p28"/>
            <p:cNvSpPr/>
            <p:nvPr/>
          </p:nvSpPr>
          <p:spPr>
            <a:xfrm>
              <a:off x="5549363" y="3041695"/>
              <a:ext cx="88011" cy="9870"/>
            </a:xfrm>
            <a:custGeom>
              <a:rect b="b" l="l" r="r" t="t"/>
              <a:pathLst>
                <a:path extrusionOk="0" h="278" w="2479">
                  <a:moveTo>
                    <a:pt x="140" y="0"/>
                  </a:moveTo>
                  <a:cubicBezTo>
                    <a:pt x="64" y="0"/>
                    <a:pt x="0" y="62"/>
                    <a:pt x="0" y="140"/>
                  </a:cubicBezTo>
                  <a:cubicBezTo>
                    <a:pt x="0" y="215"/>
                    <a:pt x="62" y="278"/>
                    <a:pt x="140" y="278"/>
                  </a:cubicBezTo>
                  <a:lnTo>
                    <a:pt x="2339" y="278"/>
                  </a:lnTo>
                  <a:cubicBezTo>
                    <a:pt x="2416" y="278"/>
                    <a:pt x="2478" y="215"/>
                    <a:pt x="2478" y="140"/>
                  </a:cubicBezTo>
                  <a:cubicBezTo>
                    <a:pt x="2478" y="63"/>
                    <a:pt x="2416" y="0"/>
                    <a:pt x="2339"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812" name="Google Shape;4812;p28"/>
            <p:cNvSpPr/>
            <p:nvPr/>
          </p:nvSpPr>
          <p:spPr>
            <a:xfrm>
              <a:off x="5549363" y="3061080"/>
              <a:ext cx="88011" cy="9906"/>
            </a:xfrm>
            <a:custGeom>
              <a:rect b="b" l="l" r="r" t="t"/>
              <a:pathLst>
                <a:path extrusionOk="0" h="279" w="2479">
                  <a:moveTo>
                    <a:pt x="140" y="1"/>
                  </a:moveTo>
                  <a:cubicBezTo>
                    <a:pt x="64" y="1"/>
                    <a:pt x="0" y="63"/>
                    <a:pt x="0" y="141"/>
                  </a:cubicBezTo>
                  <a:cubicBezTo>
                    <a:pt x="0" y="215"/>
                    <a:pt x="62" y="279"/>
                    <a:pt x="140" y="279"/>
                  </a:cubicBezTo>
                  <a:lnTo>
                    <a:pt x="2339" y="279"/>
                  </a:lnTo>
                  <a:cubicBezTo>
                    <a:pt x="2416" y="279"/>
                    <a:pt x="2478" y="215"/>
                    <a:pt x="2478" y="141"/>
                  </a:cubicBezTo>
                  <a:cubicBezTo>
                    <a:pt x="2478" y="64"/>
                    <a:pt x="2416" y="1"/>
                    <a:pt x="2339"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813" name="Google Shape;4813;p28"/>
            <p:cNvSpPr/>
            <p:nvPr/>
          </p:nvSpPr>
          <p:spPr>
            <a:xfrm>
              <a:off x="5549363" y="3080501"/>
              <a:ext cx="88011" cy="9906"/>
            </a:xfrm>
            <a:custGeom>
              <a:rect b="b" l="l" r="r" t="t"/>
              <a:pathLst>
                <a:path extrusionOk="0" h="279" w="2479">
                  <a:moveTo>
                    <a:pt x="140" y="1"/>
                  </a:moveTo>
                  <a:cubicBezTo>
                    <a:pt x="64" y="1"/>
                    <a:pt x="0" y="64"/>
                    <a:pt x="0" y="140"/>
                  </a:cubicBezTo>
                  <a:cubicBezTo>
                    <a:pt x="0" y="215"/>
                    <a:pt x="62" y="279"/>
                    <a:pt x="140" y="279"/>
                  </a:cubicBezTo>
                  <a:lnTo>
                    <a:pt x="2339" y="279"/>
                  </a:lnTo>
                  <a:cubicBezTo>
                    <a:pt x="2416" y="279"/>
                    <a:pt x="2478" y="215"/>
                    <a:pt x="2478" y="140"/>
                  </a:cubicBezTo>
                  <a:cubicBezTo>
                    <a:pt x="2478" y="64"/>
                    <a:pt x="2416" y="1"/>
                    <a:pt x="2339"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4814" name="Google Shape;4814;p28"/>
          <p:cNvGrpSpPr/>
          <p:nvPr/>
        </p:nvGrpSpPr>
        <p:grpSpPr>
          <a:xfrm>
            <a:off x="4741548" y="2831051"/>
            <a:ext cx="308314" cy="327001"/>
            <a:chOff x="4741548" y="2831051"/>
            <a:chExt cx="308314" cy="327001"/>
          </a:xfrm>
        </p:grpSpPr>
        <p:sp>
          <p:nvSpPr>
            <p:cNvPr id="4815" name="Google Shape;4815;p28"/>
            <p:cNvSpPr/>
            <p:nvPr/>
          </p:nvSpPr>
          <p:spPr>
            <a:xfrm>
              <a:off x="4741548" y="2835524"/>
              <a:ext cx="308304" cy="322527"/>
            </a:xfrm>
            <a:custGeom>
              <a:rect b="b" l="l" r="r" t="t"/>
              <a:pathLst>
                <a:path extrusionOk="0" h="9084" w="8684">
                  <a:moveTo>
                    <a:pt x="100" y="1"/>
                  </a:moveTo>
                  <a:cubicBezTo>
                    <a:pt x="47" y="1"/>
                    <a:pt x="1" y="47"/>
                    <a:pt x="1" y="100"/>
                  </a:cubicBezTo>
                  <a:lnTo>
                    <a:pt x="1" y="8984"/>
                  </a:lnTo>
                  <a:cubicBezTo>
                    <a:pt x="1" y="9038"/>
                    <a:pt x="47" y="9084"/>
                    <a:pt x="100" y="9084"/>
                  </a:cubicBezTo>
                  <a:lnTo>
                    <a:pt x="8584" y="9084"/>
                  </a:lnTo>
                  <a:cubicBezTo>
                    <a:pt x="8639" y="9084"/>
                    <a:pt x="8684" y="9041"/>
                    <a:pt x="8684" y="8984"/>
                  </a:cubicBezTo>
                  <a:lnTo>
                    <a:pt x="8684" y="100"/>
                  </a:lnTo>
                  <a:cubicBezTo>
                    <a:pt x="8684" y="47"/>
                    <a:pt x="8639" y="1"/>
                    <a:pt x="8584" y="1"/>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816" name="Google Shape;4816;p28"/>
            <p:cNvSpPr/>
            <p:nvPr/>
          </p:nvSpPr>
          <p:spPr>
            <a:xfrm>
              <a:off x="5032785" y="2831051"/>
              <a:ext cx="17077" cy="327001"/>
            </a:xfrm>
            <a:custGeom>
              <a:rect b="b" l="l" r="r" t="t"/>
              <a:pathLst>
                <a:path extrusionOk="0" h="9210" w="481">
                  <a:moveTo>
                    <a:pt x="0" y="0"/>
                  </a:moveTo>
                  <a:cubicBezTo>
                    <a:pt x="27" y="0"/>
                    <a:pt x="52" y="10"/>
                    <a:pt x="71" y="29"/>
                  </a:cubicBezTo>
                  <a:cubicBezTo>
                    <a:pt x="88" y="46"/>
                    <a:pt x="99" y="72"/>
                    <a:pt x="99" y="98"/>
                  </a:cubicBezTo>
                  <a:lnTo>
                    <a:pt x="99" y="9110"/>
                  </a:lnTo>
                  <a:cubicBezTo>
                    <a:pt x="99" y="9164"/>
                    <a:pt x="55" y="9210"/>
                    <a:pt x="0" y="9210"/>
                  </a:cubicBezTo>
                  <a:lnTo>
                    <a:pt x="381" y="9210"/>
                  </a:lnTo>
                  <a:cubicBezTo>
                    <a:pt x="436" y="9210"/>
                    <a:pt x="481" y="9164"/>
                    <a:pt x="481" y="9110"/>
                  </a:cubicBezTo>
                  <a:lnTo>
                    <a:pt x="481" y="98"/>
                  </a:lnTo>
                  <a:cubicBezTo>
                    <a:pt x="481" y="75"/>
                    <a:pt x="472" y="53"/>
                    <a:pt x="459" y="36"/>
                  </a:cubicBezTo>
                  <a:cubicBezTo>
                    <a:pt x="456" y="33"/>
                    <a:pt x="453" y="30"/>
                    <a:pt x="452" y="29"/>
                  </a:cubicBezTo>
                  <a:cubicBezTo>
                    <a:pt x="435" y="10"/>
                    <a:pt x="409" y="0"/>
                    <a:pt x="381"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817" name="Google Shape;4817;p28"/>
            <p:cNvSpPr/>
            <p:nvPr/>
          </p:nvSpPr>
          <p:spPr>
            <a:xfrm>
              <a:off x="4741548" y="2831051"/>
              <a:ext cx="308304" cy="42748"/>
            </a:xfrm>
            <a:custGeom>
              <a:rect b="b" l="l" r="r" t="t"/>
              <a:pathLst>
                <a:path extrusionOk="0" h="1204" w="8684">
                  <a:moveTo>
                    <a:pt x="100" y="0"/>
                  </a:moveTo>
                  <a:cubicBezTo>
                    <a:pt x="47" y="0"/>
                    <a:pt x="1" y="45"/>
                    <a:pt x="1" y="98"/>
                  </a:cubicBezTo>
                  <a:lnTo>
                    <a:pt x="1" y="1203"/>
                  </a:lnTo>
                  <a:lnTo>
                    <a:pt x="8684" y="1203"/>
                  </a:lnTo>
                  <a:lnTo>
                    <a:pt x="8684" y="98"/>
                  </a:lnTo>
                  <a:cubicBezTo>
                    <a:pt x="8684" y="45"/>
                    <a:pt x="8639" y="0"/>
                    <a:pt x="8584" y="0"/>
                  </a:cubicBezTo>
                  <a:close/>
                </a:path>
              </a:pathLst>
            </a:cu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818" name="Google Shape;4818;p28"/>
            <p:cNvSpPr/>
            <p:nvPr/>
          </p:nvSpPr>
          <p:spPr>
            <a:xfrm>
              <a:off x="5032785" y="2831051"/>
              <a:ext cx="17077" cy="42748"/>
            </a:xfrm>
            <a:custGeom>
              <a:rect b="b" l="l" r="r" t="t"/>
              <a:pathLst>
                <a:path extrusionOk="0" h="1204" w="481">
                  <a:moveTo>
                    <a:pt x="0" y="0"/>
                  </a:moveTo>
                  <a:cubicBezTo>
                    <a:pt x="27" y="0"/>
                    <a:pt x="52" y="10"/>
                    <a:pt x="71" y="29"/>
                  </a:cubicBezTo>
                  <a:cubicBezTo>
                    <a:pt x="88" y="46"/>
                    <a:pt x="99" y="72"/>
                    <a:pt x="99" y="98"/>
                  </a:cubicBezTo>
                  <a:lnTo>
                    <a:pt x="99" y="1203"/>
                  </a:lnTo>
                  <a:lnTo>
                    <a:pt x="481" y="1203"/>
                  </a:lnTo>
                  <a:lnTo>
                    <a:pt x="481" y="98"/>
                  </a:lnTo>
                  <a:cubicBezTo>
                    <a:pt x="481" y="75"/>
                    <a:pt x="472" y="53"/>
                    <a:pt x="459" y="36"/>
                  </a:cubicBezTo>
                  <a:cubicBezTo>
                    <a:pt x="456" y="33"/>
                    <a:pt x="453" y="30"/>
                    <a:pt x="452" y="29"/>
                  </a:cubicBezTo>
                  <a:cubicBezTo>
                    <a:pt x="435" y="10"/>
                    <a:pt x="409" y="0"/>
                    <a:pt x="381"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819" name="Google Shape;4819;p28"/>
            <p:cNvSpPr/>
            <p:nvPr/>
          </p:nvSpPr>
          <p:spPr>
            <a:xfrm>
              <a:off x="4803786" y="2900496"/>
              <a:ext cx="183903" cy="230996"/>
            </a:xfrm>
            <a:custGeom>
              <a:rect b="b" l="l" r="r" t="t"/>
              <a:pathLst>
                <a:path extrusionOk="0" h="6506" w="5180">
                  <a:moveTo>
                    <a:pt x="2590" y="0"/>
                  </a:moveTo>
                  <a:cubicBezTo>
                    <a:pt x="2552" y="0"/>
                    <a:pt x="2513" y="11"/>
                    <a:pt x="2478" y="33"/>
                  </a:cubicBezTo>
                  <a:cubicBezTo>
                    <a:pt x="2168" y="228"/>
                    <a:pt x="1238" y="775"/>
                    <a:pt x="264" y="972"/>
                  </a:cubicBezTo>
                  <a:cubicBezTo>
                    <a:pt x="167" y="991"/>
                    <a:pt x="98" y="1076"/>
                    <a:pt x="98" y="1175"/>
                  </a:cubicBezTo>
                  <a:lnTo>
                    <a:pt x="98" y="3997"/>
                  </a:lnTo>
                  <a:cubicBezTo>
                    <a:pt x="98" y="3997"/>
                    <a:pt x="0" y="5845"/>
                    <a:pt x="2591" y="6505"/>
                  </a:cubicBezTo>
                  <a:cubicBezTo>
                    <a:pt x="5179" y="5846"/>
                    <a:pt x="5080" y="3997"/>
                    <a:pt x="5080" y="3997"/>
                  </a:cubicBezTo>
                  <a:lnTo>
                    <a:pt x="5080" y="1175"/>
                  </a:lnTo>
                  <a:cubicBezTo>
                    <a:pt x="5080" y="1076"/>
                    <a:pt x="5010" y="991"/>
                    <a:pt x="4915" y="972"/>
                  </a:cubicBezTo>
                  <a:cubicBezTo>
                    <a:pt x="3942" y="775"/>
                    <a:pt x="3011" y="228"/>
                    <a:pt x="2700" y="33"/>
                  </a:cubicBezTo>
                  <a:cubicBezTo>
                    <a:pt x="2667" y="11"/>
                    <a:pt x="2629" y="0"/>
                    <a:pt x="2590" y="0"/>
                  </a:cubicBezTo>
                  <a:close/>
                </a:path>
              </a:pathLst>
            </a:cu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820" name="Google Shape;4820;p28"/>
            <p:cNvSpPr/>
            <p:nvPr/>
          </p:nvSpPr>
          <p:spPr>
            <a:xfrm>
              <a:off x="4888995" y="2900425"/>
              <a:ext cx="96141" cy="231067"/>
            </a:xfrm>
            <a:custGeom>
              <a:rect b="b" l="l" r="r" t="t"/>
              <a:pathLst>
                <a:path extrusionOk="0" h="6508" w="2708">
                  <a:moveTo>
                    <a:pt x="188" y="1"/>
                  </a:moveTo>
                  <a:cubicBezTo>
                    <a:pt x="150" y="1"/>
                    <a:pt x="112" y="12"/>
                    <a:pt x="78" y="33"/>
                  </a:cubicBezTo>
                  <a:cubicBezTo>
                    <a:pt x="55" y="48"/>
                    <a:pt x="31" y="64"/>
                    <a:pt x="1" y="81"/>
                  </a:cubicBezTo>
                  <a:cubicBezTo>
                    <a:pt x="368" y="330"/>
                    <a:pt x="1237" y="983"/>
                    <a:pt x="2143" y="1164"/>
                  </a:cubicBezTo>
                  <a:cubicBezTo>
                    <a:pt x="2240" y="1185"/>
                    <a:pt x="2309" y="1268"/>
                    <a:pt x="2309" y="1367"/>
                  </a:cubicBezTo>
                  <a:lnTo>
                    <a:pt x="2309" y="3999"/>
                  </a:lnTo>
                  <a:cubicBezTo>
                    <a:pt x="2309" y="3999"/>
                    <a:pt x="2338" y="4530"/>
                    <a:pt x="1966" y="5123"/>
                  </a:cubicBezTo>
                  <a:cubicBezTo>
                    <a:pt x="1660" y="5611"/>
                    <a:pt x="1086" y="6142"/>
                    <a:pt x="4" y="6456"/>
                  </a:cubicBezTo>
                  <a:cubicBezTo>
                    <a:pt x="63" y="6474"/>
                    <a:pt x="126" y="6490"/>
                    <a:pt x="189" y="6507"/>
                  </a:cubicBezTo>
                  <a:cubicBezTo>
                    <a:pt x="1392" y="6201"/>
                    <a:pt x="2014" y="5638"/>
                    <a:pt x="2336" y="5123"/>
                  </a:cubicBezTo>
                  <a:cubicBezTo>
                    <a:pt x="2708" y="4530"/>
                    <a:pt x="2680" y="3999"/>
                    <a:pt x="2680" y="3998"/>
                  </a:cubicBezTo>
                  <a:lnTo>
                    <a:pt x="2680" y="1173"/>
                  </a:lnTo>
                  <a:cubicBezTo>
                    <a:pt x="2680" y="1077"/>
                    <a:pt x="2611" y="992"/>
                    <a:pt x="2515" y="972"/>
                  </a:cubicBezTo>
                  <a:cubicBezTo>
                    <a:pt x="1542" y="776"/>
                    <a:pt x="611" y="229"/>
                    <a:pt x="300" y="33"/>
                  </a:cubicBezTo>
                  <a:cubicBezTo>
                    <a:pt x="265" y="12"/>
                    <a:pt x="227" y="1"/>
                    <a:pt x="188"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821" name="Google Shape;4821;p28"/>
            <p:cNvSpPr/>
            <p:nvPr/>
          </p:nvSpPr>
          <p:spPr>
            <a:xfrm>
              <a:off x="4825479" y="2925101"/>
              <a:ext cx="140377" cy="182389"/>
            </a:xfrm>
            <a:custGeom>
              <a:rect b="b" l="l" r="r" t="t"/>
              <a:pathLst>
                <a:path extrusionOk="0" h="5137" w="3954">
                  <a:moveTo>
                    <a:pt x="1977" y="1"/>
                  </a:moveTo>
                  <a:cubicBezTo>
                    <a:pt x="1948" y="1"/>
                    <a:pt x="1919" y="9"/>
                    <a:pt x="1893" y="25"/>
                  </a:cubicBezTo>
                  <a:cubicBezTo>
                    <a:pt x="1656" y="174"/>
                    <a:pt x="945" y="592"/>
                    <a:pt x="202" y="743"/>
                  </a:cubicBezTo>
                  <a:cubicBezTo>
                    <a:pt x="129" y="757"/>
                    <a:pt x="76" y="822"/>
                    <a:pt x="76" y="898"/>
                  </a:cubicBezTo>
                  <a:lnTo>
                    <a:pt x="76" y="3052"/>
                  </a:lnTo>
                  <a:cubicBezTo>
                    <a:pt x="76" y="3052"/>
                    <a:pt x="1" y="4632"/>
                    <a:pt x="1978" y="5136"/>
                  </a:cubicBezTo>
                  <a:cubicBezTo>
                    <a:pt x="3954" y="4632"/>
                    <a:pt x="3879" y="3052"/>
                    <a:pt x="3879" y="3052"/>
                  </a:cubicBezTo>
                  <a:lnTo>
                    <a:pt x="3879" y="898"/>
                  </a:lnTo>
                  <a:cubicBezTo>
                    <a:pt x="3879" y="822"/>
                    <a:pt x="3827" y="757"/>
                    <a:pt x="3753" y="743"/>
                  </a:cubicBezTo>
                  <a:cubicBezTo>
                    <a:pt x="3010" y="593"/>
                    <a:pt x="2301" y="176"/>
                    <a:pt x="2062" y="25"/>
                  </a:cubicBezTo>
                  <a:cubicBezTo>
                    <a:pt x="2036" y="9"/>
                    <a:pt x="2007" y="1"/>
                    <a:pt x="1977" y="1"/>
                  </a:cubicBez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822" name="Google Shape;4822;p28"/>
            <p:cNvSpPr/>
            <p:nvPr/>
          </p:nvSpPr>
          <p:spPr>
            <a:xfrm>
              <a:off x="4884876" y="2925030"/>
              <a:ext cx="79100" cy="182354"/>
            </a:xfrm>
            <a:custGeom>
              <a:rect b="b" l="l" r="r" t="t"/>
              <a:pathLst>
                <a:path extrusionOk="0" h="5136" w="2228">
                  <a:moveTo>
                    <a:pt x="306" y="0"/>
                  </a:moveTo>
                  <a:cubicBezTo>
                    <a:pt x="277" y="0"/>
                    <a:pt x="248" y="9"/>
                    <a:pt x="222" y="25"/>
                  </a:cubicBezTo>
                  <a:cubicBezTo>
                    <a:pt x="170" y="57"/>
                    <a:pt x="94" y="103"/>
                    <a:pt x="0" y="156"/>
                  </a:cubicBezTo>
                  <a:cubicBezTo>
                    <a:pt x="291" y="335"/>
                    <a:pt x="1026" y="866"/>
                    <a:pt x="1718" y="1004"/>
                  </a:cubicBezTo>
                  <a:cubicBezTo>
                    <a:pt x="1792" y="1018"/>
                    <a:pt x="1844" y="1083"/>
                    <a:pt x="1844" y="1158"/>
                  </a:cubicBezTo>
                  <a:lnTo>
                    <a:pt x="1844" y="3053"/>
                  </a:lnTo>
                  <a:cubicBezTo>
                    <a:pt x="1844" y="3053"/>
                    <a:pt x="1865" y="3506"/>
                    <a:pt x="1582" y="4004"/>
                  </a:cubicBezTo>
                  <a:cubicBezTo>
                    <a:pt x="1351" y="4407"/>
                    <a:pt x="923" y="4839"/>
                    <a:pt x="122" y="5085"/>
                  </a:cubicBezTo>
                  <a:cubicBezTo>
                    <a:pt x="181" y="5104"/>
                    <a:pt x="242" y="5119"/>
                    <a:pt x="304" y="5135"/>
                  </a:cubicBezTo>
                  <a:cubicBezTo>
                    <a:pt x="1222" y="4902"/>
                    <a:pt x="1697" y="4436"/>
                    <a:pt x="1943" y="4004"/>
                  </a:cubicBezTo>
                  <a:cubicBezTo>
                    <a:pt x="2228" y="3508"/>
                    <a:pt x="2206" y="3054"/>
                    <a:pt x="2208" y="3053"/>
                  </a:cubicBezTo>
                  <a:lnTo>
                    <a:pt x="2208" y="897"/>
                  </a:lnTo>
                  <a:cubicBezTo>
                    <a:pt x="2208" y="823"/>
                    <a:pt x="2156" y="758"/>
                    <a:pt x="2082" y="743"/>
                  </a:cubicBezTo>
                  <a:cubicBezTo>
                    <a:pt x="1338" y="592"/>
                    <a:pt x="629" y="175"/>
                    <a:pt x="392" y="25"/>
                  </a:cubicBezTo>
                  <a:cubicBezTo>
                    <a:pt x="365" y="9"/>
                    <a:pt x="335" y="0"/>
                    <a:pt x="306"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823" name="Google Shape;4823;p28"/>
            <p:cNvSpPr/>
            <p:nvPr/>
          </p:nvSpPr>
          <p:spPr>
            <a:xfrm>
              <a:off x="4848520" y="2969125"/>
              <a:ext cx="94366" cy="94301"/>
            </a:xfrm>
            <a:custGeom>
              <a:rect b="b" l="l" r="r" t="t"/>
              <a:pathLst>
                <a:path extrusionOk="0" h="2656" w="2658">
                  <a:moveTo>
                    <a:pt x="1073" y="1"/>
                  </a:moveTo>
                  <a:cubicBezTo>
                    <a:pt x="981" y="1"/>
                    <a:pt x="906" y="77"/>
                    <a:pt x="906" y="169"/>
                  </a:cubicBezTo>
                  <a:lnTo>
                    <a:pt x="906" y="739"/>
                  </a:lnTo>
                  <a:cubicBezTo>
                    <a:pt x="906" y="831"/>
                    <a:pt x="830" y="906"/>
                    <a:pt x="739" y="906"/>
                  </a:cubicBezTo>
                  <a:lnTo>
                    <a:pt x="168" y="906"/>
                  </a:lnTo>
                  <a:cubicBezTo>
                    <a:pt x="77" y="906"/>
                    <a:pt x="1" y="982"/>
                    <a:pt x="1" y="1073"/>
                  </a:cubicBezTo>
                  <a:lnTo>
                    <a:pt x="1" y="1584"/>
                  </a:lnTo>
                  <a:cubicBezTo>
                    <a:pt x="1" y="1676"/>
                    <a:pt x="77" y="1752"/>
                    <a:pt x="168" y="1752"/>
                  </a:cubicBezTo>
                  <a:lnTo>
                    <a:pt x="739" y="1752"/>
                  </a:lnTo>
                  <a:cubicBezTo>
                    <a:pt x="830" y="1752"/>
                    <a:pt x="906" y="1827"/>
                    <a:pt x="906" y="1919"/>
                  </a:cubicBezTo>
                  <a:lnTo>
                    <a:pt x="906" y="2489"/>
                  </a:lnTo>
                  <a:cubicBezTo>
                    <a:pt x="906" y="2581"/>
                    <a:pt x="981" y="2656"/>
                    <a:pt x="1073" y="2656"/>
                  </a:cubicBezTo>
                  <a:lnTo>
                    <a:pt x="1584" y="2656"/>
                  </a:lnTo>
                  <a:cubicBezTo>
                    <a:pt x="1676" y="2656"/>
                    <a:pt x="1751" y="2581"/>
                    <a:pt x="1751" y="2489"/>
                  </a:cubicBezTo>
                  <a:lnTo>
                    <a:pt x="1751" y="1919"/>
                  </a:lnTo>
                  <a:cubicBezTo>
                    <a:pt x="1751" y="1827"/>
                    <a:pt x="1827" y="1752"/>
                    <a:pt x="1918" y="1752"/>
                  </a:cubicBezTo>
                  <a:lnTo>
                    <a:pt x="2489" y="1752"/>
                  </a:lnTo>
                  <a:cubicBezTo>
                    <a:pt x="2580" y="1752"/>
                    <a:pt x="2656" y="1676"/>
                    <a:pt x="2656" y="1584"/>
                  </a:cubicBezTo>
                  <a:lnTo>
                    <a:pt x="2656" y="1073"/>
                  </a:lnTo>
                  <a:cubicBezTo>
                    <a:pt x="2657" y="979"/>
                    <a:pt x="2583" y="906"/>
                    <a:pt x="2491" y="906"/>
                  </a:cubicBezTo>
                  <a:lnTo>
                    <a:pt x="1919" y="906"/>
                  </a:lnTo>
                  <a:cubicBezTo>
                    <a:pt x="1827" y="906"/>
                    <a:pt x="1751" y="831"/>
                    <a:pt x="1751" y="739"/>
                  </a:cubicBezTo>
                  <a:lnTo>
                    <a:pt x="1751" y="169"/>
                  </a:lnTo>
                  <a:cubicBezTo>
                    <a:pt x="1751" y="77"/>
                    <a:pt x="1676" y="1"/>
                    <a:pt x="1584" y="1"/>
                  </a:cubicBezTo>
                  <a:close/>
                </a:path>
              </a:pathLst>
            </a:custGeom>
            <a:solidFill>
              <a:schemeClr val="l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824" name="Google Shape;4824;p28"/>
            <p:cNvSpPr/>
            <p:nvPr/>
          </p:nvSpPr>
          <p:spPr>
            <a:xfrm>
              <a:off x="4891622" y="3031292"/>
              <a:ext cx="25065" cy="32132"/>
            </a:xfrm>
            <a:custGeom>
              <a:rect b="b" l="l" r="r" t="t"/>
              <a:pathLst>
                <a:path extrusionOk="0" h="905" w="706">
                  <a:moveTo>
                    <a:pt x="334" y="1"/>
                  </a:moveTo>
                  <a:cubicBezTo>
                    <a:pt x="242" y="1"/>
                    <a:pt x="167" y="74"/>
                    <a:pt x="167" y="168"/>
                  </a:cubicBezTo>
                  <a:lnTo>
                    <a:pt x="167" y="738"/>
                  </a:lnTo>
                  <a:cubicBezTo>
                    <a:pt x="167" y="830"/>
                    <a:pt x="91" y="905"/>
                    <a:pt x="0" y="905"/>
                  </a:cubicBezTo>
                  <a:lnTo>
                    <a:pt x="370" y="905"/>
                  </a:lnTo>
                  <a:cubicBezTo>
                    <a:pt x="462" y="905"/>
                    <a:pt x="537" y="830"/>
                    <a:pt x="537" y="738"/>
                  </a:cubicBezTo>
                  <a:lnTo>
                    <a:pt x="537" y="168"/>
                  </a:lnTo>
                  <a:cubicBezTo>
                    <a:pt x="537" y="76"/>
                    <a:pt x="610" y="1"/>
                    <a:pt x="705"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825" name="Google Shape;4825;p28"/>
            <p:cNvSpPr/>
            <p:nvPr/>
          </p:nvSpPr>
          <p:spPr>
            <a:xfrm>
              <a:off x="4891622" y="2969125"/>
              <a:ext cx="25065" cy="32168"/>
            </a:xfrm>
            <a:custGeom>
              <a:rect b="b" l="l" r="r" t="t"/>
              <a:pathLst>
                <a:path extrusionOk="0" h="906" w="706">
                  <a:moveTo>
                    <a:pt x="0" y="1"/>
                  </a:moveTo>
                  <a:cubicBezTo>
                    <a:pt x="91" y="1"/>
                    <a:pt x="167" y="77"/>
                    <a:pt x="167" y="169"/>
                  </a:cubicBezTo>
                  <a:lnTo>
                    <a:pt x="167" y="739"/>
                  </a:lnTo>
                  <a:cubicBezTo>
                    <a:pt x="167" y="831"/>
                    <a:pt x="240" y="906"/>
                    <a:pt x="334" y="906"/>
                  </a:cubicBezTo>
                  <a:lnTo>
                    <a:pt x="705" y="906"/>
                  </a:lnTo>
                  <a:cubicBezTo>
                    <a:pt x="613" y="906"/>
                    <a:pt x="537" y="831"/>
                    <a:pt x="537" y="739"/>
                  </a:cubicBezTo>
                  <a:lnTo>
                    <a:pt x="537" y="169"/>
                  </a:lnTo>
                  <a:cubicBezTo>
                    <a:pt x="537" y="77"/>
                    <a:pt x="463" y="1"/>
                    <a:pt x="370"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826" name="Google Shape;4826;p28"/>
            <p:cNvSpPr/>
            <p:nvPr/>
          </p:nvSpPr>
          <p:spPr>
            <a:xfrm>
              <a:off x="4923788" y="3001256"/>
              <a:ext cx="19100" cy="30073"/>
            </a:xfrm>
            <a:custGeom>
              <a:rect b="b" l="l" r="r" t="t"/>
              <a:pathLst>
                <a:path extrusionOk="0" h="847" w="538">
                  <a:moveTo>
                    <a:pt x="1" y="1"/>
                  </a:moveTo>
                  <a:cubicBezTo>
                    <a:pt x="91" y="1"/>
                    <a:pt x="168" y="77"/>
                    <a:pt x="168" y="168"/>
                  </a:cubicBezTo>
                  <a:lnTo>
                    <a:pt x="168" y="679"/>
                  </a:lnTo>
                  <a:cubicBezTo>
                    <a:pt x="168" y="771"/>
                    <a:pt x="94" y="847"/>
                    <a:pt x="1" y="847"/>
                  </a:cubicBezTo>
                  <a:lnTo>
                    <a:pt x="371" y="847"/>
                  </a:lnTo>
                  <a:cubicBezTo>
                    <a:pt x="463" y="847"/>
                    <a:pt x="537" y="771"/>
                    <a:pt x="537" y="679"/>
                  </a:cubicBezTo>
                  <a:lnTo>
                    <a:pt x="537" y="168"/>
                  </a:lnTo>
                  <a:cubicBezTo>
                    <a:pt x="537" y="74"/>
                    <a:pt x="463" y="1"/>
                    <a:pt x="371"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4827" name="Google Shape;4827;p28"/>
          <p:cNvGrpSpPr/>
          <p:nvPr/>
        </p:nvGrpSpPr>
        <p:grpSpPr>
          <a:xfrm>
            <a:off x="4084872" y="2830944"/>
            <a:ext cx="327022" cy="327108"/>
            <a:chOff x="4084872" y="2830944"/>
            <a:chExt cx="327022" cy="327108"/>
          </a:xfrm>
        </p:grpSpPr>
        <p:sp>
          <p:nvSpPr>
            <p:cNvPr id="4828" name="Google Shape;4828;p28"/>
            <p:cNvSpPr/>
            <p:nvPr/>
          </p:nvSpPr>
          <p:spPr>
            <a:xfrm>
              <a:off x="4084872" y="2830944"/>
              <a:ext cx="322221" cy="327108"/>
            </a:xfrm>
            <a:custGeom>
              <a:rect b="b" l="l" r="r" t="t"/>
              <a:pathLst>
                <a:path extrusionOk="0" h="9213" w="9076">
                  <a:moveTo>
                    <a:pt x="4606" y="0"/>
                  </a:moveTo>
                  <a:cubicBezTo>
                    <a:pt x="3357" y="0"/>
                    <a:pt x="2226" y="497"/>
                    <a:pt x="1397" y="1302"/>
                  </a:cubicBezTo>
                  <a:cubicBezTo>
                    <a:pt x="1341" y="1357"/>
                    <a:pt x="1269" y="1553"/>
                    <a:pt x="1217" y="1610"/>
                  </a:cubicBezTo>
                  <a:cubicBezTo>
                    <a:pt x="679" y="2187"/>
                    <a:pt x="486" y="2701"/>
                    <a:pt x="300" y="3496"/>
                  </a:cubicBezTo>
                  <a:cubicBezTo>
                    <a:pt x="281" y="3582"/>
                    <a:pt x="81" y="3732"/>
                    <a:pt x="67" y="3819"/>
                  </a:cubicBezTo>
                  <a:cubicBezTo>
                    <a:pt x="24" y="4077"/>
                    <a:pt x="1" y="4339"/>
                    <a:pt x="1" y="4608"/>
                  </a:cubicBezTo>
                  <a:cubicBezTo>
                    <a:pt x="1" y="7151"/>
                    <a:pt x="2061" y="9213"/>
                    <a:pt x="4606" y="9213"/>
                  </a:cubicBezTo>
                  <a:cubicBezTo>
                    <a:pt x="5764" y="9213"/>
                    <a:pt x="6823" y="8784"/>
                    <a:pt x="7632" y="8077"/>
                  </a:cubicBezTo>
                  <a:cubicBezTo>
                    <a:pt x="7681" y="8034"/>
                    <a:pt x="7690" y="7803"/>
                    <a:pt x="7737" y="7756"/>
                  </a:cubicBezTo>
                  <a:cubicBezTo>
                    <a:pt x="8621" y="6919"/>
                    <a:pt x="9075" y="5922"/>
                    <a:pt x="9075" y="4608"/>
                  </a:cubicBezTo>
                  <a:cubicBezTo>
                    <a:pt x="9075" y="2963"/>
                    <a:pt x="8297" y="1639"/>
                    <a:pt x="7000" y="823"/>
                  </a:cubicBezTo>
                  <a:cubicBezTo>
                    <a:pt x="6938" y="784"/>
                    <a:pt x="6927" y="626"/>
                    <a:pt x="6862" y="590"/>
                  </a:cubicBezTo>
                  <a:cubicBezTo>
                    <a:pt x="6194" y="215"/>
                    <a:pt x="5426" y="0"/>
                    <a:pt x="4606" y="0"/>
                  </a:cubicBezTo>
                  <a:close/>
                </a:path>
              </a:pathLst>
            </a:cu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829" name="Google Shape;4829;p28"/>
            <p:cNvSpPr/>
            <p:nvPr/>
          </p:nvSpPr>
          <p:spPr>
            <a:xfrm>
              <a:off x="4186696" y="2837584"/>
              <a:ext cx="225192" cy="320468"/>
            </a:xfrm>
            <a:custGeom>
              <a:rect b="b" l="l" r="r" t="t"/>
              <a:pathLst>
                <a:path extrusionOk="0" h="9026" w="6343">
                  <a:moveTo>
                    <a:pt x="3034" y="0"/>
                  </a:moveTo>
                  <a:lnTo>
                    <a:pt x="3034" y="0"/>
                  </a:lnTo>
                  <a:cubicBezTo>
                    <a:pt x="4716" y="688"/>
                    <a:pt x="5901" y="2339"/>
                    <a:pt x="5901" y="4267"/>
                  </a:cubicBezTo>
                  <a:cubicBezTo>
                    <a:pt x="5901" y="6811"/>
                    <a:pt x="3840" y="8872"/>
                    <a:pt x="1296" y="8872"/>
                  </a:cubicBezTo>
                  <a:cubicBezTo>
                    <a:pt x="847" y="8872"/>
                    <a:pt x="411" y="8807"/>
                    <a:pt x="1" y="8688"/>
                  </a:cubicBezTo>
                  <a:lnTo>
                    <a:pt x="1" y="8688"/>
                  </a:lnTo>
                  <a:cubicBezTo>
                    <a:pt x="538" y="8905"/>
                    <a:pt x="1123" y="9026"/>
                    <a:pt x="1738" y="9026"/>
                  </a:cubicBezTo>
                  <a:cubicBezTo>
                    <a:pt x="4280" y="9026"/>
                    <a:pt x="6343" y="6964"/>
                    <a:pt x="6343" y="4421"/>
                  </a:cubicBezTo>
                  <a:cubicBezTo>
                    <a:pt x="6343" y="2329"/>
                    <a:pt x="4944" y="561"/>
                    <a:pt x="3034"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830" name="Google Shape;4830;p28"/>
            <p:cNvSpPr/>
            <p:nvPr/>
          </p:nvSpPr>
          <p:spPr>
            <a:xfrm>
              <a:off x="4237751" y="2851998"/>
              <a:ext cx="174140" cy="265755"/>
            </a:xfrm>
            <a:custGeom>
              <a:rect b="b" l="l" r="r" t="t"/>
              <a:pathLst>
                <a:path extrusionOk="0" h="7485" w="4905">
                  <a:moveTo>
                    <a:pt x="2556" y="0"/>
                  </a:moveTo>
                  <a:cubicBezTo>
                    <a:pt x="2168" y="419"/>
                    <a:pt x="1756" y="814"/>
                    <a:pt x="1326" y="1190"/>
                  </a:cubicBezTo>
                  <a:cubicBezTo>
                    <a:pt x="1252" y="1253"/>
                    <a:pt x="1175" y="1320"/>
                    <a:pt x="1081" y="1350"/>
                  </a:cubicBezTo>
                  <a:cubicBezTo>
                    <a:pt x="1054" y="1359"/>
                    <a:pt x="1020" y="1363"/>
                    <a:pt x="983" y="1363"/>
                  </a:cubicBezTo>
                  <a:cubicBezTo>
                    <a:pt x="820" y="1363"/>
                    <a:pt x="577" y="1291"/>
                    <a:pt x="379" y="1291"/>
                  </a:cubicBezTo>
                  <a:cubicBezTo>
                    <a:pt x="216" y="1291"/>
                    <a:pt x="83" y="1339"/>
                    <a:pt x="48" y="1514"/>
                  </a:cubicBezTo>
                  <a:cubicBezTo>
                    <a:pt x="0" y="1744"/>
                    <a:pt x="375" y="1872"/>
                    <a:pt x="367" y="2110"/>
                  </a:cubicBezTo>
                  <a:cubicBezTo>
                    <a:pt x="366" y="2170"/>
                    <a:pt x="336" y="2228"/>
                    <a:pt x="317" y="2290"/>
                  </a:cubicBezTo>
                  <a:cubicBezTo>
                    <a:pt x="225" y="2602"/>
                    <a:pt x="498" y="2900"/>
                    <a:pt x="769" y="3084"/>
                  </a:cubicBezTo>
                  <a:cubicBezTo>
                    <a:pt x="1038" y="3269"/>
                    <a:pt x="1359" y="3458"/>
                    <a:pt x="1424" y="3779"/>
                  </a:cubicBezTo>
                  <a:cubicBezTo>
                    <a:pt x="1455" y="3940"/>
                    <a:pt x="1416" y="4119"/>
                    <a:pt x="1483" y="4271"/>
                  </a:cubicBezTo>
                  <a:cubicBezTo>
                    <a:pt x="1624" y="4592"/>
                    <a:pt x="2107" y="4576"/>
                    <a:pt x="2340" y="4835"/>
                  </a:cubicBezTo>
                  <a:cubicBezTo>
                    <a:pt x="2499" y="5009"/>
                    <a:pt x="2510" y="5274"/>
                    <a:pt x="2467" y="5507"/>
                  </a:cubicBezTo>
                  <a:cubicBezTo>
                    <a:pt x="2424" y="5742"/>
                    <a:pt x="2339" y="5968"/>
                    <a:pt x="2339" y="6205"/>
                  </a:cubicBezTo>
                  <a:cubicBezTo>
                    <a:pt x="2340" y="6576"/>
                    <a:pt x="2556" y="6922"/>
                    <a:pt x="2840" y="7162"/>
                  </a:cubicBezTo>
                  <a:cubicBezTo>
                    <a:pt x="2988" y="7290"/>
                    <a:pt x="3153" y="7392"/>
                    <a:pt x="3326" y="7484"/>
                  </a:cubicBezTo>
                  <a:cubicBezTo>
                    <a:pt x="4293" y="6641"/>
                    <a:pt x="4905" y="5399"/>
                    <a:pt x="4905" y="4015"/>
                  </a:cubicBezTo>
                  <a:cubicBezTo>
                    <a:pt x="4905" y="2291"/>
                    <a:pt x="3956" y="789"/>
                    <a:pt x="2556" y="0"/>
                  </a:cubicBez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831" name="Google Shape;4831;p28"/>
            <p:cNvSpPr/>
            <p:nvPr/>
          </p:nvSpPr>
          <p:spPr>
            <a:xfrm>
              <a:off x="4325871" y="2852034"/>
              <a:ext cx="86023" cy="265719"/>
            </a:xfrm>
            <a:custGeom>
              <a:rect b="b" l="l" r="r" t="t"/>
              <a:pathLst>
                <a:path extrusionOk="0" h="7484" w="2423">
                  <a:moveTo>
                    <a:pt x="74" y="0"/>
                  </a:moveTo>
                  <a:cubicBezTo>
                    <a:pt x="50" y="25"/>
                    <a:pt x="27" y="51"/>
                    <a:pt x="1" y="75"/>
                  </a:cubicBezTo>
                  <a:cubicBezTo>
                    <a:pt x="1199" y="907"/>
                    <a:pt x="1984" y="2291"/>
                    <a:pt x="1984" y="3860"/>
                  </a:cubicBezTo>
                  <a:cubicBezTo>
                    <a:pt x="1984" y="5205"/>
                    <a:pt x="1404" y="6419"/>
                    <a:pt x="483" y="7260"/>
                  </a:cubicBezTo>
                  <a:cubicBezTo>
                    <a:pt x="596" y="7345"/>
                    <a:pt x="719" y="7417"/>
                    <a:pt x="844" y="7483"/>
                  </a:cubicBezTo>
                  <a:cubicBezTo>
                    <a:pt x="1811" y="6640"/>
                    <a:pt x="2423" y="5398"/>
                    <a:pt x="2423" y="4014"/>
                  </a:cubicBezTo>
                  <a:cubicBezTo>
                    <a:pt x="2423" y="2290"/>
                    <a:pt x="1474" y="788"/>
                    <a:pt x="74"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832" name="Google Shape;4832;p28"/>
            <p:cNvSpPr/>
            <p:nvPr/>
          </p:nvSpPr>
          <p:spPr>
            <a:xfrm>
              <a:off x="4087215" y="2877277"/>
              <a:ext cx="111371" cy="111876"/>
            </a:xfrm>
            <a:custGeom>
              <a:rect b="b" l="l" r="r" t="t"/>
              <a:pathLst>
                <a:path extrusionOk="0" h="3151" w="3137">
                  <a:moveTo>
                    <a:pt x="1331" y="0"/>
                  </a:moveTo>
                  <a:cubicBezTo>
                    <a:pt x="647" y="664"/>
                    <a:pt x="169" y="1537"/>
                    <a:pt x="1" y="2516"/>
                  </a:cubicBezTo>
                  <a:cubicBezTo>
                    <a:pt x="57" y="2507"/>
                    <a:pt x="112" y="2504"/>
                    <a:pt x="169" y="2501"/>
                  </a:cubicBezTo>
                  <a:cubicBezTo>
                    <a:pt x="174" y="2501"/>
                    <a:pt x="179" y="2501"/>
                    <a:pt x="183" y="2501"/>
                  </a:cubicBezTo>
                  <a:cubicBezTo>
                    <a:pt x="587" y="2501"/>
                    <a:pt x="964" y="2687"/>
                    <a:pt x="1342" y="2829"/>
                  </a:cubicBezTo>
                  <a:cubicBezTo>
                    <a:pt x="1749" y="2983"/>
                    <a:pt x="2174" y="3088"/>
                    <a:pt x="2606" y="3145"/>
                  </a:cubicBezTo>
                  <a:cubicBezTo>
                    <a:pt x="2631" y="3147"/>
                    <a:pt x="2656" y="3150"/>
                    <a:pt x="2682" y="3150"/>
                  </a:cubicBezTo>
                  <a:cubicBezTo>
                    <a:pt x="2707" y="3150"/>
                    <a:pt x="2732" y="3147"/>
                    <a:pt x="2757" y="3139"/>
                  </a:cubicBezTo>
                  <a:cubicBezTo>
                    <a:pt x="2878" y="3094"/>
                    <a:pt x="2952" y="2955"/>
                    <a:pt x="2964" y="2838"/>
                  </a:cubicBezTo>
                  <a:cubicBezTo>
                    <a:pt x="2996" y="2477"/>
                    <a:pt x="3043" y="2119"/>
                    <a:pt x="3095" y="1767"/>
                  </a:cubicBezTo>
                  <a:cubicBezTo>
                    <a:pt x="3137" y="1497"/>
                    <a:pt x="3129" y="1235"/>
                    <a:pt x="2886" y="1051"/>
                  </a:cubicBezTo>
                  <a:cubicBezTo>
                    <a:pt x="2565" y="802"/>
                    <a:pt x="2211" y="526"/>
                    <a:pt x="1867" y="305"/>
                  </a:cubicBezTo>
                  <a:cubicBezTo>
                    <a:pt x="1693" y="195"/>
                    <a:pt x="1513" y="91"/>
                    <a:pt x="1331" y="0"/>
                  </a:cubicBez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833" name="Google Shape;4833;p28"/>
            <p:cNvSpPr/>
            <p:nvPr/>
          </p:nvSpPr>
          <p:spPr>
            <a:xfrm>
              <a:off x="4173879" y="2907065"/>
              <a:ext cx="24710" cy="82088"/>
            </a:xfrm>
            <a:custGeom>
              <a:rect b="b" l="l" r="r" t="t"/>
              <a:pathLst>
                <a:path extrusionOk="0" h="2312" w="696">
                  <a:moveTo>
                    <a:pt x="170" y="0"/>
                  </a:moveTo>
                  <a:cubicBezTo>
                    <a:pt x="347" y="206"/>
                    <a:pt x="350" y="468"/>
                    <a:pt x="309" y="740"/>
                  </a:cubicBezTo>
                  <a:cubicBezTo>
                    <a:pt x="247" y="1149"/>
                    <a:pt x="193" y="1563"/>
                    <a:pt x="156" y="1983"/>
                  </a:cubicBezTo>
                  <a:cubicBezTo>
                    <a:pt x="144" y="2087"/>
                    <a:pt x="91" y="2209"/>
                    <a:pt x="1" y="2281"/>
                  </a:cubicBezTo>
                  <a:cubicBezTo>
                    <a:pt x="55" y="2291"/>
                    <a:pt x="110" y="2298"/>
                    <a:pt x="165" y="2306"/>
                  </a:cubicBezTo>
                  <a:cubicBezTo>
                    <a:pt x="190" y="2308"/>
                    <a:pt x="216" y="2311"/>
                    <a:pt x="241" y="2311"/>
                  </a:cubicBezTo>
                  <a:cubicBezTo>
                    <a:pt x="267" y="2311"/>
                    <a:pt x="292" y="2308"/>
                    <a:pt x="316" y="2300"/>
                  </a:cubicBezTo>
                  <a:cubicBezTo>
                    <a:pt x="437" y="2255"/>
                    <a:pt x="511" y="2116"/>
                    <a:pt x="523" y="1999"/>
                  </a:cubicBezTo>
                  <a:cubicBezTo>
                    <a:pt x="555" y="1638"/>
                    <a:pt x="602" y="1280"/>
                    <a:pt x="654" y="928"/>
                  </a:cubicBezTo>
                  <a:cubicBezTo>
                    <a:pt x="696" y="658"/>
                    <a:pt x="688" y="396"/>
                    <a:pt x="445" y="213"/>
                  </a:cubicBezTo>
                  <a:cubicBezTo>
                    <a:pt x="355" y="144"/>
                    <a:pt x="264" y="72"/>
                    <a:pt x="170"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834" name="Google Shape;4834;p28"/>
            <p:cNvSpPr/>
            <p:nvPr/>
          </p:nvSpPr>
          <p:spPr>
            <a:xfrm>
              <a:off x="4214460" y="2933160"/>
              <a:ext cx="9976" cy="10048"/>
            </a:xfrm>
            <a:custGeom>
              <a:rect b="b" l="l" r="r" t="t"/>
              <a:pathLst>
                <a:path extrusionOk="0" h="283" w="281">
                  <a:moveTo>
                    <a:pt x="140" y="1"/>
                  </a:moveTo>
                  <a:cubicBezTo>
                    <a:pt x="62" y="1"/>
                    <a:pt x="0" y="64"/>
                    <a:pt x="0" y="142"/>
                  </a:cubicBezTo>
                  <a:cubicBezTo>
                    <a:pt x="0" y="219"/>
                    <a:pt x="62" y="283"/>
                    <a:pt x="140" y="283"/>
                  </a:cubicBezTo>
                  <a:cubicBezTo>
                    <a:pt x="217" y="283"/>
                    <a:pt x="281" y="219"/>
                    <a:pt x="281" y="142"/>
                  </a:cubicBezTo>
                  <a:cubicBezTo>
                    <a:pt x="281" y="64"/>
                    <a:pt x="217" y="1"/>
                    <a:pt x="140"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835" name="Google Shape;4835;p28"/>
            <p:cNvSpPr/>
            <p:nvPr/>
          </p:nvSpPr>
          <p:spPr>
            <a:xfrm>
              <a:off x="4279396" y="3050784"/>
              <a:ext cx="9976" cy="9977"/>
            </a:xfrm>
            <a:custGeom>
              <a:rect b="b" l="l" r="r" t="t"/>
              <a:pathLst>
                <a:path extrusionOk="0" h="281" w="281">
                  <a:moveTo>
                    <a:pt x="141" y="0"/>
                  </a:moveTo>
                  <a:cubicBezTo>
                    <a:pt x="63" y="0"/>
                    <a:pt x="0" y="62"/>
                    <a:pt x="0" y="140"/>
                  </a:cubicBezTo>
                  <a:cubicBezTo>
                    <a:pt x="0" y="218"/>
                    <a:pt x="63" y="281"/>
                    <a:pt x="141" y="281"/>
                  </a:cubicBezTo>
                  <a:cubicBezTo>
                    <a:pt x="217" y="281"/>
                    <a:pt x="281" y="218"/>
                    <a:pt x="281" y="140"/>
                  </a:cubicBezTo>
                  <a:cubicBezTo>
                    <a:pt x="281" y="62"/>
                    <a:pt x="217" y="0"/>
                    <a:pt x="141"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836" name="Google Shape;4836;p28"/>
            <p:cNvSpPr/>
            <p:nvPr/>
          </p:nvSpPr>
          <p:spPr>
            <a:xfrm>
              <a:off x="4243112" y="2855229"/>
              <a:ext cx="10757" cy="9977"/>
            </a:xfrm>
            <a:custGeom>
              <a:rect b="b" l="l" r="r" t="t"/>
              <a:pathLst>
                <a:path extrusionOk="0" h="281" w="303">
                  <a:moveTo>
                    <a:pt x="151" y="1"/>
                  </a:moveTo>
                  <a:cubicBezTo>
                    <a:pt x="84" y="1"/>
                    <a:pt x="24" y="49"/>
                    <a:pt x="13" y="118"/>
                  </a:cubicBezTo>
                  <a:cubicBezTo>
                    <a:pt x="0" y="195"/>
                    <a:pt x="52" y="267"/>
                    <a:pt x="129" y="279"/>
                  </a:cubicBezTo>
                  <a:cubicBezTo>
                    <a:pt x="137" y="280"/>
                    <a:pt x="145" y="281"/>
                    <a:pt x="152" y="281"/>
                  </a:cubicBezTo>
                  <a:cubicBezTo>
                    <a:pt x="220" y="281"/>
                    <a:pt x="279" y="232"/>
                    <a:pt x="290" y="164"/>
                  </a:cubicBezTo>
                  <a:cubicBezTo>
                    <a:pt x="303" y="87"/>
                    <a:pt x="251" y="14"/>
                    <a:pt x="175" y="3"/>
                  </a:cubicBezTo>
                  <a:cubicBezTo>
                    <a:pt x="167" y="1"/>
                    <a:pt x="159" y="1"/>
                    <a:pt x="151"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837" name="Google Shape;4837;p28"/>
            <p:cNvSpPr/>
            <p:nvPr/>
          </p:nvSpPr>
          <p:spPr>
            <a:xfrm>
              <a:off x="4217407" y="2878129"/>
              <a:ext cx="10047" cy="10012"/>
            </a:xfrm>
            <a:custGeom>
              <a:rect b="b" l="l" r="r" t="t"/>
              <a:pathLst>
                <a:path extrusionOk="0" h="282" w="283">
                  <a:moveTo>
                    <a:pt x="142" y="1"/>
                  </a:moveTo>
                  <a:cubicBezTo>
                    <a:pt x="64" y="1"/>
                    <a:pt x="1" y="64"/>
                    <a:pt x="1" y="140"/>
                  </a:cubicBezTo>
                  <a:cubicBezTo>
                    <a:pt x="1" y="218"/>
                    <a:pt x="64" y="281"/>
                    <a:pt x="142" y="281"/>
                  </a:cubicBezTo>
                  <a:cubicBezTo>
                    <a:pt x="219" y="281"/>
                    <a:pt x="283" y="218"/>
                    <a:pt x="283" y="140"/>
                  </a:cubicBezTo>
                  <a:cubicBezTo>
                    <a:pt x="283" y="64"/>
                    <a:pt x="219" y="1"/>
                    <a:pt x="142"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838" name="Google Shape;4838;p28"/>
            <p:cNvSpPr/>
            <p:nvPr/>
          </p:nvSpPr>
          <p:spPr>
            <a:xfrm>
              <a:off x="4252307" y="3077909"/>
              <a:ext cx="10012" cy="9977"/>
            </a:xfrm>
            <a:custGeom>
              <a:rect b="b" l="l" r="r" t="t"/>
              <a:pathLst>
                <a:path extrusionOk="0" h="281" w="282">
                  <a:moveTo>
                    <a:pt x="142" y="0"/>
                  </a:moveTo>
                  <a:cubicBezTo>
                    <a:pt x="64" y="0"/>
                    <a:pt x="0" y="64"/>
                    <a:pt x="0" y="141"/>
                  </a:cubicBezTo>
                  <a:cubicBezTo>
                    <a:pt x="0" y="218"/>
                    <a:pt x="64" y="281"/>
                    <a:pt x="142" y="281"/>
                  </a:cubicBezTo>
                  <a:cubicBezTo>
                    <a:pt x="218" y="281"/>
                    <a:pt x="281" y="218"/>
                    <a:pt x="281" y="141"/>
                  </a:cubicBezTo>
                  <a:cubicBezTo>
                    <a:pt x="281" y="64"/>
                    <a:pt x="218" y="0"/>
                    <a:pt x="142"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839" name="Google Shape;4839;p28"/>
            <p:cNvSpPr/>
            <p:nvPr/>
          </p:nvSpPr>
          <p:spPr>
            <a:xfrm>
              <a:off x="4275775" y="3101341"/>
              <a:ext cx="9976" cy="10012"/>
            </a:xfrm>
            <a:custGeom>
              <a:rect b="b" l="l" r="r" t="t"/>
              <a:pathLst>
                <a:path extrusionOk="0" h="282" w="281">
                  <a:moveTo>
                    <a:pt x="140" y="1"/>
                  </a:moveTo>
                  <a:cubicBezTo>
                    <a:pt x="62" y="1"/>
                    <a:pt x="0" y="63"/>
                    <a:pt x="0" y="140"/>
                  </a:cubicBezTo>
                  <a:cubicBezTo>
                    <a:pt x="0" y="218"/>
                    <a:pt x="62" y="282"/>
                    <a:pt x="140" y="282"/>
                  </a:cubicBezTo>
                  <a:cubicBezTo>
                    <a:pt x="217" y="282"/>
                    <a:pt x="281" y="218"/>
                    <a:pt x="281" y="140"/>
                  </a:cubicBezTo>
                  <a:cubicBezTo>
                    <a:pt x="281" y="63"/>
                    <a:pt x="217" y="1"/>
                    <a:pt x="140"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840" name="Google Shape;4840;p28"/>
            <p:cNvSpPr/>
            <p:nvPr/>
          </p:nvSpPr>
          <p:spPr>
            <a:xfrm>
              <a:off x="4150802" y="2928260"/>
              <a:ext cx="20556" cy="9906"/>
            </a:xfrm>
            <a:custGeom>
              <a:rect b="b" l="l" r="r" t="t"/>
              <a:pathLst>
                <a:path extrusionOk="0" h="279" w="579">
                  <a:moveTo>
                    <a:pt x="138" y="0"/>
                  </a:moveTo>
                  <a:cubicBezTo>
                    <a:pt x="62" y="0"/>
                    <a:pt x="0" y="62"/>
                    <a:pt x="0" y="140"/>
                  </a:cubicBezTo>
                  <a:cubicBezTo>
                    <a:pt x="0" y="215"/>
                    <a:pt x="61" y="278"/>
                    <a:pt x="138" y="278"/>
                  </a:cubicBezTo>
                  <a:lnTo>
                    <a:pt x="440" y="278"/>
                  </a:lnTo>
                  <a:cubicBezTo>
                    <a:pt x="518" y="278"/>
                    <a:pt x="579" y="215"/>
                    <a:pt x="579" y="140"/>
                  </a:cubicBezTo>
                  <a:cubicBezTo>
                    <a:pt x="579" y="64"/>
                    <a:pt x="518" y="0"/>
                    <a:pt x="440"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841" name="Google Shape;4841;p28"/>
            <p:cNvSpPr/>
            <p:nvPr/>
          </p:nvSpPr>
          <p:spPr>
            <a:xfrm>
              <a:off x="4335528" y="2989575"/>
              <a:ext cx="20591" cy="9906"/>
            </a:xfrm>
            <a:custGeom>
              <a:rect b="b" l="l" r="r" t="t"/>
              <a:pathLst>
                <a:path extrusionOk="0" h="279" w="580">
                  <a:moveTo>
                    <a:pt x="139" y="0"/>
                  </a:moveTo>
                  <a:cubicBezTo>
                    <a:pt x="64" y="0"/>
                    <a:pt x="1" y="62"/>
                    <a:pt x="1" y="140"/>
                  </a:cubicBezTo>
                  <a:cubicBezTo>
                    <a:pt x="1" y="215"/>
                    <a:pt x="61" y="278"/>
                    <a:pt x="139" y="278"/>
                  </a:cubicBezTo>
                  <a:lnTo>
                    <a:pt x="441" y="278"/>
                  </a:lnTo>
                  <a:cubicBezTo>
                    <a:pt x="519" y="278"/>
                    <a:pt x="579" y="215"/>
                    <a:pt x="579" y="140"/>
                  </a:cubicBezTo>
                  <a:cubicBezTo>
                    <a:pt x="579" y="64"/>
                    <a:pt x="519" y="0"/>
                    <a:pt x="441"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842" name="Google Shape;4842;p28"/>
            <p:cNvSpPr/>
            <p:nvPr/>
          </p:nvSpPr>
          <p:spPr>
            <a:xfrm>
              <a:off x="4354629" y="3008712"/>
              <a:ext cx="20591" cy="9906"/>
            </a:xfrm>
            <a:custGeom>
              <a:rect b="b" l="l" r="r" t="t"/>
              <a:pathLst>
                <a:path extrusionOk="0" h="279" w="580">
                  <a:moveTo>
                    <a:pt x="139" y="1"/>
                  </a:moveTo>
                  <a:cubicBezTo>
                    <a:pt x="63" y="1"/>
                    <a:pt x="1" y="63"/>
                    <a:pt x="1" y="141"/>
                  </a:cubicBezTo>
                  <a:cubicBezTo>
                    <a:pt x="1" y="215"/>
                    <a:pt x="61" y="279"/>
                    <a:pt x="139" y="279"/>
                  </a:cubicBezTo>
                  <a:lnTo>
                    <a:pt x="441" y="279"/>
                  </a:lnTo>
                  <a:cubicBezTo>
                    <a:pt x="519" y="279"/>
                    <a:pt x="579" y="215"/>
                    <a:pt x="579" y="141"/>
                  </a:cubicBezTo>
                  <a:cubicBezTo>
                    <a:pt x="579" y="64"/>
                    <a:pt x="519" y="1"/>
                    <a:pt x="441"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843" name="Google Shape;4843;p28"/>
            <p:cNvSpPr/>
            <p:nvPr/>
          </p:nvSpPr>
          <p:spPr>
            <a:xfrm>
              <a:off x="4349268" y="3054405"/>
              <a:ext cx="20591" cy="9906"/>
            </a:xfrm>
            <a:custGeom>
              <a:rect b="b" l="l" r="r" t="t"/>
              <a:pathLst>
                <a:path extrusionOk="0" h="279" w="580">
                  <a:moveTo>
                    <a:pt x="139" y="0"/>
                  </a:moveTo>
                  <a:cubicBezTo>
                    <a:pt x="63" y="0"/>
                    <a:pt x="1" y="62"/>
                    <a:pt x="1" y="139"/>
                  </a:cubicBezTo>
                  <a:cubicBezTo>
                    <a:pt x="1" y="215"/>
                    <a:pt x="61" y="278"/>
                    <a:pt x="139" y="278"/>
                  </a:cubicBezTo>
                  <a:lnTo>
                    <a:pt x="441" y="278"/>
                  </a:lnTo>
                  <a:cubicBezTo>
                    <a:pt x="519" y="278"/>
                    <a:pt x="579" y="216"/>
                    <a:pt x="579" y="139"/>
                  </a:cubicBezTo>
                  <a:cubicBezTo>
                    <a:pt x="579" y="64"/>
                    <a:pt x="519" y="0"/>
                    <a:pt x="441"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844" name="Google Shape;4844;p28"/>
            <p:cNvSpPr/>
            <p:nvPr/>
          </p:nvSpPr>
          <p:spPr>
            <a:xfrm>
              <a:off x="4127192" y="2942959"/>
              <a:ext cx="20627" cy="9870"/>
            </a:xfrm>
            <a:custGeom>
              <a:rect b="b" l="l" r="r" t="t"/>
              <a:pathLst>
                <a:path extrusionOk="0" h="278" w="581">
                  <a:moveTo>
                    <a:pt x="140" y="1"/>
                  </a:moveTo>
                  <a:cubicBezTo>
                    <a:pt x="64" y="1"/>
                    <a:pt x="0" y="61"/>
                    <a:pt x="0" y="139"/>
                  </a:cubicBezTo>
                  <a:cubicBezTo>
                    <a:pt x="0" y="215"/>
                    <a:pt x="62" y="277"/>
                    <a:pt x="140" y="277"/>
                  </a:cubicBezTo>
                  <a:lnTo>
                    <a:pt x="442" y="277"/>
                  </a:lnTo>
                  <a:cubicBezTo>
                    <a:pt x="518" y="277"/>
                    <a:pt x="580" y="217"/>
                    <a:pt x="580" y="139"/>
                  </a:cubicBezTo>
                  <a:cubicBezTo>
                    <a:pt x="580" y="64"/>
                    <a:pt x="518" y="1"/>
                    <a:pt x="442"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845" name="Google Shape;4845;p28"/>
            <p:cNvSpPr/>
            <p:nvPr/>
          </p:nvSpPr>
          <p:spPr>
            <a:xfrm>
              <a:off x="4352747" y="2866697"/>
              <a:ext cx="32875" cy="32878"/>
            </a:xfrm>
            <a:custGeom>
              <a:rect b="b" l="l" r="r" t="t"/>
              <a:pathLst>
                <a:path extrusionOk="0" h="926" w="926">
                  <a:moveTo>
                    <a:pt x="463" y="0"/>
                  </a:moveTo>
                  <a:cubicBezTo>
                    <a:pt x="208" y="0"/>
                    <a:pt x="1" y="208"/>
                    <a:pt x="1" y="462"/>
                  </a:cubicBezTo>
                  <a:cubicBezTo>
                    <a:pt x="1" y="719"/>
                    <a:pt x="208" y="926"/>
                    <a:pt x="463" y="926"/>
                  </a:cubicBezTo>
                  <a:cubicBezTo>
                    <a:pt x="719" y="926"/>
                    <a:pt x="926" y="719"/>
                    <a:pt x="926" y="462"/>
                  </a:cubicBezTo>
                  <a:cubicBezTo>
                    <a:pt x="926" y="208"/>
                    <a:pt x="719" y="0"/>
                    <a:pt x="463" y="0"/>
                  </a:cubicBezTo>
                  <a:close/>
                </a:path>
              </a:pathLst>
            </a:custGeom>
            <a:solidFill>
              <a:schemeClr val="l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846" name="Google Shape;4846;p28"/>
            <p:cNvSpPr/>
            <p:nvPr/>
          </p:nvSpPr>
          <p:spPr>
            <a:xfrm>
              <a:off x="4355410" y="2866945"/>
              <a:ext cx="30284" cy="32700"/>
            </a:xfrm>
            <a:custGeom>
              <a:rect b="b" l="l" r="r" t="t"/>
              <a:pathLst>
                <a:path extrusionOk="0" h="921" w="853">
                  <a:moveTo>
                    <a:pt x="458" y="1"/>
                  </a:moveTo>
                  <a:lnTo>
                    <a:pt x="458" y="1"/>
                  </a:lnTo>
                  <a:cubicBezTo>
                    <a:pt x="504" y="73"/>
                    <a:pt x="530" y="157"/>
                    <a:pt x="530" y="250"/>
                  </a:cubicBezTo>
                  <a:cubicBezTo>
                    <a:pt x="530" y="504"/>
                    <a:pt x="324" y="712"/>
                    <a:pt x="68" y="712"/>
                  </a:cubicBezTo>
                  <a:cubicBezTo>
                    <a:pt x="45" y="712"/>
                    <a:pt x="23" y="710"/>
                    <a:pt x="0" y="706"/>
                  </a:cubicBezTo>
                  <a:lnTo>
                    <a:pt x="0" y="706"/>
                  </a:lnTo>
                  <a:cubicBezTo>
                    <a:pt x="82" y="835"/>
                    <a:pt x="226" y="920"/>
                    <a:pt x="390" y="920"/>
                  </a:cubicBezTo>
                  <a:cubicBezTo>
                    <a:pt x="645" y="920"/>
                    <a:pt x="852" y="713"/>
                    <a:pt x="852" y="458"/>
                  </a:cubicBezTo>
                  <a:cubicBezTo>
                    <a:pt x="852" y="227"/>
                    <a:pt x="681" y="34"/>
                    <a:pt x="458"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847" name="Google Shape;4847;p28"/>
            <p:cNvSpPr/>
            <p:nvPr/>
          </p:nvSpPr>
          <p:spPr>
            <a:xfrm>
              <a:off x="4252769" y="2982155"/>
              <a:ext cx="14485" cy="13279"/>
            </a:xfrm>
            <a:custGeom>
              <a:rect b="b" l="l" r="r" t="t"/>
              <a:pathLst>
                <a:path extrusionOk="0" h="374" w="408">
                  <a:moveTo>
                    <a:pt x="254" y="0"/>
                  </a:moveTo>
                  <a:cubicBezTo>
                    <a:pt x="220" y="0"/>
                    <a:pt x="187" y="12"/>
                    <a:pt x="160" y="37"/>
                  </a:cubicBezTo>
                  <a:lnTo>
                    <a:pt x="59" y="133"/>
                  </a:lnTo>
                  <a:cubicBezTo>
                    <a:pt x="3" y="185"/>
                    <a:pt x="0" y="273"/>
                    <a:pt x="52" y="329"/>
                  </a:cubicBezTo>
                  <a:cubicBezTo>
                    <a:pt x="80" y="359"/>
                    <a:pt x="116" y="373"/>
                    <a:pt x="153" y="373"/>
                  </a:cubicBezTo>
                  <a:cubicBezTo>
                    <a:pt x="186" y="373"/>
                    <a:pt x="219" y="360"/>
                    <a:pt x="248" y="336"/>
                  </a:cubicBezTo>
                  <a:lnTo>
                    <a:pt x="349" y="241"/>
                  </a:lnTo>
                  <a:cubicBezTo>
                    <a:pt x="405" y="188"/>
                    <a:pt x="408" y="100"/>
                    <a:pt x="356" y="44"/>
                  </a:cubicBezTo>
                  <a:cubicBezTo>
                    <a:pt x="329" y="15"/>
                    <a:pt x="291" y="0"/>
                    <a:pt x="254" y="0"/>
                  </a:cubicBezTo>
                  <a:close/>
                </a:path>
              </a:pathLst>
            </a:cu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848" name="Google Shape;4848;p28"/>
            <p:cNvSpPr/>
            <p:nvPr/>
          </p:nvSpPr>
          <p:spPr>
            <a:xfrm>
              <a:off x="4269988" y="2924994"/>
              <a:ext cx="58721" cy="54358"/>
            </a:xfrm>
            <a:custGeom>
              <a:rect b="b" l="l" r="r" t="t"/>
              <a:pathLst>
                <a:path extrusionOk="0" h="1531" w="1654">
                  <a:moveTo>
                    <a:pt x="1500" y="0"/>
                  </a:moveTo>
                  <a:cubicBezTo>
                    <a:pt x="1466" y="0"/>
                    <a:pt x="1432" y="13"/>
                    <a:pt x="1406" y="38"/>
                  </a:cubicBezTo>
                  <a:lnTo>
                    <a:pt x="1213" y="215"/>
                  </a:lnTo>
                  <a:cubicBezTo>
                    <a:pt x="1157" y="268"/>
                    <a:pt x="1154" y="356"/>
                    <a:pt x="1206" y="412"/>
                  </a:cubicBezTo>
                  <a:cubicBezTo>
                    <a:pt x="1234" y="442"/>
                    <a:pt x="1270" y="457"/>
                    <a:pt x="1307" y="457"/>
                  </a:cubicBezTo>
                  <a:cubicBezTo>
                    <a:pt x="1342" y="457"/>
                    <a:pt x="1373" y="445"/>
                    <a:pt x="1402" y="419"/>
                  </a:cubicBezTo>
                  <a:lnTo>
                    <a:pt x="1595" y="241"/>
                  </a:lnTo>
                  <a:cubicBezTo>
                    <a:pt x="1650" y="189"/>
                    <a:pt x="1654" y="100"/>
                    <a:pt x="1602" y="45"/>
                  </a:cubicBezTo>
                  <a:cubicBezTo>
                    <a:pt x="1575" y="15"/>
                    <a:pt x="1537" y="0"/>
                    <a:pt x="1500" y="0"/>
                  </a:cubicBezTo>
                  <a:close/>
                  <a:moveTo>
                    <a:pt x="922" y="538"/>
                  </a:moveTo>
                  <a:cubicBezTo>
                    <a:pt x="888" y="538"/>
                    <a:pt x="854" y="550"/>
                    <a:pt x="828" y="575"/>
                  </a:cubicBezTo>
                  <a:lnTo>
                    <a:pt x="635" y="753"/>
                  </a:lnTo>
                  <a:cubicBezTo>
                    <a:pt x="580" y="805"/>
                    <a:pt x="576" y="894"/>
                    <a:pt x="629" y="949"/>
                  </a:cubicBezTo>
                  <a:cubicBezTo>
                    <a:pt x="655" y="980"/>
                    <a:pt x="691" y="995"/>
                    <a:pt x="730" y="995"/>
                  </a:cubicBezTo>
                  <a:cubicBezTo>
                    <a:pt x="763" y="995"/>
                    <a:pt x="798" y="982"/>
                    <a:pt x="825" y="956"/>
                  </a:cubicBezTo>
                  <a:lnTo>
                    <a:pt x="1016" y="779"/>
                  </a:lnTo>
                  <a:cubicBezTo>
                    <a:pt x="1072" y="726"/>
                    <a:pt x="1077" y="638"/>
                    <a:pt x="1024" y="582"/>
                  </a:cubicBezTo>
                  <a:cubicBezTo>
                    <a:pt x="996" y="553"/>
                    <a:pt x="959" y="538"/>
                    <a:pt x="922" y="538"/>
                  </a:cubicBezTo>
                  <a:close/>
                  <a:moveTo>
                    <a:pt x="347" y="1074"/>
                  </a:moveTo>
                  <a:cubicBezTo>
                    <a:pt x="313" y="1074"/>
                    <a:pt x="279" y="1087"/>
                    <a:pt x="252" y="1111"/>
                  </a:cubicBezTo>
                  <a:lnTo>
                    <a:pt x="59" y="1290"/>
                  </a:lnTo>
                  <a:cubicBezTo>
                    <a:pt x="5" y="1342"/>
                    <a:pt x="0" y="1429"/>
                    <a:pt x="54" y="1485"/>
                  </a:cubicBezTo>
                  <a:cubicBezTo>
                    <a:pt x="80" y="1516"/>
                    <a:pt x="116" y="1530"/>
                    <a:pt x="154" y="1530"/>
                  </a:cubicBezTo>
                  <a:cubicBezTo>
                    <a:pt x="186" y="1530"/>
                    <a:pt x="221" y="1517"/>
                    <a:pt x="249" y="1493"/>
                  </a:cubicBezTo>
                  <a:lnTo>
                    <a:pt x="441" y="1314"/>
                  </a:lnTo>
                  <a:cubicBezTo>
                    <a:pt x="497" y="1262"/>
                    <a:pt x="501" y="1175"/>
                    <a:pt x="448" y="1119"/>
                  </a:cubicBezTo>
                  <a:cubicBezTo>
                    <a:pt x="421" y="1089"/>
                    <a:pt x="384" y="1074"/>
                    <a:pt x="347" y="1074"/>
                  </a:cubicBezTo>
                  <a:close/>
                </a:path>
              </a:pathLst>
            </a:cu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849" name="Google Shape;4849;p28"/>
            <p:cNvSpPr/>
            <p:nvPr/>
          </p:nvSpPr>
          <p:spPr>
            <a:xfrm>
              <a:off x="4331409" y="2908875"/>
              <a:ext cx="14485" cy="13279"/>
            </a:xfrm>
            <a:custGeom>
              <a:rect b="b" l="l" r="r" t="t"/>
              <a:pathLst>
                <a:path extrusionOk="0" h="374" w="408">
                  <a:moveTo>
                    <a:pt x="254" y="1"/>
                  </a:moveTo>
                  <a:cubicBezTo>
                    <a:pt x="220" y="1"/>
                    <a:pt x="186" y="13"/>
                    <a:pt x="160" y="38"/>
                  </a:cubicBezTo>
                  <a:lnTo>
                    <a:pt x="59" y="133"/>
                  </a:lnTo>
                  <a:cubicBezTo>
                    <a:pt x="3" y="185"/>
                    <a:pt x="0" y="273"/>
                    <a:pt x="52" y="329"/>
                  </a:cubicBezTo>
                  <a:cubicBezTo>
                    <a:pt x="79" y="359"/>
                    <a:pt x="115" y="374"/>
                    <a:pt x="153" y="374"/>
                  </a:cubicBezTo>
                  <a:cubicBezTo>
                    <a:pt x="187" y="374"/>
                    <a:pt x="220" y="362"/>
                    <a:pt x="248" y="336"/>
                  </a:cubicBezTo>
                  <a:lnTo>
                    <a:pt x="348" y="241"/>
                  </a:lnTo>
                  <a:cubicBezTo>
                    <a:pt x="404" y="190"/>
                    <a:pt x="407" y="100"/>
                    <a:pt x="356" y="46"/>
                  </a:cubicBezTo>
                  <a:cubicBezTo>
                    <a:pt x="328" y="16"/>
                    <a:pt x="291" y="1"/>
                    <a:pt x="254" y="1"/>
                  </a:cubicBezTo>
                  <a:close/>
                </a:path>
              </a:pathLst>
            </a:cu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850" name="Google Shape;4850;p28"/>
            <p:cNvSpPr/>
            <p:nvPr/>
          </p:nvSpPr>
          <p:spPr>
            <a:xfrm>
              <a:off x="4133263" y="3021351"/>
              <a:ext cx="57408" cy="38665"/>
            </a:xfrm>
            <a:custGeom>
              <a:rect b="b" l="l" r="r" t="t"/>
              <a:pathLst>
                <a:path extrusionOk="0" h="1089" w="1617">
                  <a:moveTo>
                    <a:pt x="522" y="0"/>
                  </a:moveTo>
                  <a:cubicBezTo>
                    <a:pt x="468" y="0"/>
                    <a:pt x="414" y="16"/>
                    <a:pt x="369" y="46"/>
                  </a:cubicBezTo>
                  <a:lnTo>
                    <a:pt x="166" y="182"/>
                  </a:lnTo>
                  <a:cubicBezTo>
                    <a:pt x="1" y="293"/>
                    <a:pt x="5" y="536"/>
                    <a:pt x="173" y="642"/>
                  </a:cubicBezTo>
                  <a:lnTo>
                    <a:pt x="891" y="1088"/>
                  </a:lnTo>
                  <a:lnTo>
                    <a:pt x="1617" y="274"/>
                  </a:lnTo>
                  <a:lnTo>
                    <a:pt x="591" y="9"/>
                  </a:lnTo>
                  <a:cubicBezTo>
                    <a:pt x="568" y="3"/>
                    <a:pt x="545" y="0"/>
                    <a:pt x="522" y="0"/>
                  </a:cubicBezTo>
                  <a:close/>
                </a:path>
              </a:pathLst>
            </a:custGeom>
            <a:solidFill>
              <a:schemeClr val="accent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851" name="Google Shape;4851;p28"/>
            <p:cNvSpPr/>
            <p:nvPr/>
          </p:nvSpPr>
          <p:spPr>
            <a:xfrm>
              <a:off x="4148494" y="3025647"/>
              <a:ext cx="42177" cy="34404"/>
            </a:xfrm>
            <a:custGeom>
              <a:rect b="b" l="l" r="r" t="t"/>
              <a:pathLst>
                <a:path extrusionOk="0" h="969" w="1188">
                  <a:moveTo>
                    <a:pt x="600" y="0"/>
                  </a:moveTo>
                  <a:lnTo>
                    <a:pt x="0" y="679"/>
                  </a:lnTo>
                  <a:lnTo>
                    <a:pt x="464" y="969"/>
                  </a:lnTo>
                  <a:lnTo>
                    <a:pt x="1188" y="153"/>
                  </a:lnTo>
                  <a:lnTo>
                    <a:pt x="600" y="0"/>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852" name="Google Shape;4852;p28"/>
            <p:cNvSpPr/>
            <p:nvPr/>
          </p:nvSpPr>
          <p:spPr>
            <a:xfrm>
              <a:off x="4190531" y="3059909"/>
              <a:ext cx="39088" cy="55849"/>
            </a:xfrm>
            <a:custGeom>
              <a:rect b="b" l="l" r="r" t="t"/>
              <a:pathLst>
                <a:path extrusionOk="0" h="1573" w="1101">
                  <a:moveTo>
                    <a:pt x="817" y="1"/>
                  </a:moveTo>
                  <a:lnTo>
                    <a:pt x="1" y="725"/>
                  </a:lnTo>
                  <a:lnTo>
                    <a:pt x="447" y="1443"/>
                  </a:lnTo>
                  <a:cubicBezTo>
                    <a:pt x="501" y="1529"/>
                    <a:pt x="590" y="1572"/>
                    <a:pt x="679" y="1572"/>
                  </a:cubicBezTo>
                  <a:cubicBezTo>
                    <a:pt x="766" y="1572"/>
                    <a:pt x="853" y="1531"/>
                    <a:pt x="907" y="1450"/>
                  </a:cubicBezTo>
                  <a:lnTo>
                    <a:pt x="1043" y="1247"/>
                  </a:lnTo>
                  <a:cubicBezTo>
                    <a:pt x="1086" y="1182"/>
                    <a:pt x="1100" y="1102"/>
                    <a:pt x="1080" y="1025"/>
                  </a:cubicBezTo>
                  <a:lnTo>
                    <a:pt x="817" y="1"/>
                  </a:lnTo>
                  <a:close/>
                </a:path>
              </a:pathLst>
            </a:custGeom>
            <a:solidFill>
              <a:schemeClr val="accent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853" name="Google Shape;4853;p28"/>
            <p:cNvSpPr/>
            <p:nvPr/>
          </p:nvSpPr>
          <p:spPr>
            <a:xfrm>
              <a:off x="4197134" y="3077838"/>
              <a:ext cx="32414" cy="37848"/>
            </a:xfrm>
            <a:custGeom>
              <a:rect b="b" l="l" r="r" t="t"/>
              <a:pathLst>
                <a:path extrusionOk="0" h="1066" w="913">
                  <a:moveTo>
                    <a:pt x="760" y="1"/>
                  </a:moveTo>
                  <a:cubicBezTo>
                    <a:pt x="750" y="40"/>
                    <a:pt x="733" y="80"/>
                    <a:pt x="710" y="115"/>
                  </a:cubicBezTo>
                  <a:lnTo>
                    <a:pt x="518" y="400"/>
                  </a:lnTo>
                  <a:cubicBezTo>
                    <a:pt x="443" y="514"/>
                    <a:pt x="320" y="570"/>
                    <a:pt x="197" y="570"/>
                  </a:cubicBezTo>
                  <a:cubicBezTo>
                    <a:pt x="129" y="570"/>
                    <a:pt x="60" y="553"/>
                    <a:pt x="0" y="518"/>
                  </a:cubicBezTo>
                  <a:lnTo>
                    <a:pt x="0" y="518"/>
                  </a:lnTo>
                  <a:lnTo>
                    <a:pt x="261" y="936"/>
                  </a:lnTo>
                  <a:cubicBezTo>
                    <a:pt x="315" y="1022"/>
                    <a:pt x="404" y="1065"/>
                    <a:pt x="494" y="1065"/>
                  </a:cubicBezTo>
                  <a:cubicBezTo>
                    <a:pt x="580" y="1065"/>
                    <a:pt x="667" y="1025"/>
                    <a:pt x="721" y="944"/>
                  </a:cubicBezTo>
                  <a:lnTo>
                    <a:pt x="857" y="741"/>
                  </a:lnTo>
                  <a:cubicBezTo>
                    <a:pt x="900" y="676"/>
                    <a:pt x="913" y="594"/>
                    <a:pt x="893" y="519"/>
                  </a:cubicBezTo>
                  <a:lnTo>
                    <a:pt x="760" y="1"/>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854" name="Google Shape;4854;p28"/>
            <p:cNvSpPr/>
            <p:nvPr/>
          </p:nvSpPr>
          <p:spPr>
            <a:xfrm>
              <a:off x="4099286" y="3095377"/>
              <a:ext cx="56555" cy="54252"/>
            </a:xfrm>
            <a:custGeom>
              <a:rect b="b" l="l" r="r" t="t"/>
              <a:pathLst>
                <a:path extrusionOk="0" h="1528" w="1593">
                  <a:moveTo>
                    <a:pt x="580" y="1"/>
                  </a:moveTo>
                  <a:cubicBezTo>
                    <a:pt x="501" y="1"/>
                    <a:pt x="423" y="26"/>
                    <a:pt x="356" y="74"/>
                  </a:cubicBezTo>
                  <a:lnTo>
                    <a:pt x="152" y="226"/>
                  </a:lnTo>
                  <a:cubicBezTo>
                    <a:pt x="1" y="340"/>
                    <a:pt x="19" y="572"/>
                    <a:pt x="186" y="660"/>
                  </a:cubicBezTo>
                  <a:lnTo>
                    <a:pt x="664" y="911"/>
                  </a:lnTo>
                  <a:lnTo>
                    <a:pt x="916" y="1391"/>
                  </a:lnTo>
                  <a:cubicBezTo>
                    <a:pt x="963" y="1481"/>
                    <a:pt x="1053" y="1527"/>
                    <a:pt x="1143" y="1527"/>
                  </a:cubicBezTo>
                  <a:cubicBezTo>
                    <a:pt x="1220" y="1527"/>
                    <a:pt x="1298" y="1493"/>
                    <a:pt x="1350" y="1424"/>
                  </a:cubicBezTo>
                  <a:lnTo>
                    <a:pt x="1503" y="1219"/>
                  </a:lnTo>
                  <a:cubicBezTo>
                    <a:pt x="1571" y="1122"/>
                    <a:pt x="1592" y="998"/>
                    <a:pt x="1556" y="883"/>
                  </a:cubicBezTo>
                  <a:lnTo>
                    <a:pt x="1350" y="225"/>
                  </a:lnTo>
                  <a:lnTo>
                    <a:pt x="691" y="18"/>
                  </a:lnTo>
                  <a:cubicBezTo>
                    <a:pt x="655" y="6"/>
                    <a:pt x="617" y="1"/>
                    <a:pt x="580" y="1"/>
                  </a:cubicBezTo>
                  <a:close/>
                </a:path>
              </a:pathLst>
            </a:custGeom>
            <a:solidFill>
              <a:schemeClr val="accent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855" name="Google Shape;4855;p28"/>
            <p:cNvSpPr/>
            <p:nvPr/>
          </p:nvSpPr>
          <p:spPr>
            <a:xfrm>
              <a:off x="4126589" y="3111105"/>
              <a:ext cx="29254" cy="38487"/>
            </a:xfrm>
            <a:custGeom>
              <a:rect b="b" l="l" r="r" t="t"/>
              <a:pathLst>
                <a:path extrusionOk="0" h="1084" w="824">
                  <a:moveTo>
                    <a:pt x="649" y="1"/>
                  </a:moveTo>
                  <a:cubicBezTo>
                    <a:pt x="640" y="93"/>
                    <a:pt x="602" y="186"/>
                    <a:pt x="541" y="266"/>
                  </a:cubicBezTo>
                  <a:lnTo>
                    <a:pt x="337" y="532"/>
                  </a:lnTo>
                  <a:cubicBezTo>
                    <a:pt x="261" y="628"/>
                    <a:pt x="154" y="676"/>
                    <a:pt x="53" y="676"/>
                  </a:cubicBezTo>
                  <a:cubicBezTo>
                    <a:pt x="35" y="676"/>
                    <a:pt x="18" y="674"/>
                    <a:pt x="0" y="671"/>
                  </a:cubicBezTo>
                  <a:lnTo>
                    <a:pt x="0" y="671"/>
                  </a:lnTo>
                  <a:lnTo>
                    <a:pt x="144" y="945"/>
                  </a:lnTo>
                  <a:cubicBezTo>
                    <a:pt x="191" y="1036"/>
                    <a:pt x="281" y="1083"/>
                    <a:pt x="371" y="1083"/>
                  </a:cubicBezTo>
                  <a:cubicBezTo>
                    <a:pt x="448" y="1083"/>
                    <a:pt x="525" y="1049"/>
                    <a:pt x="577" y="979"/>
                  </a:cubicBezTo>
                  <a:lnTo>
                    <a:pt x="730" y="775"/>
                  </a:lnTo>
                  <a:cubicBezTo>
                    <a:pt x="802" y="679"/>
                    <a:pt x="823" y="555"/>
                    <a:pt x="787" y="441"/>
                  </a:cubicBezTo>
                  <a:lnTo>
                    <a:pt x="649" y="1"/>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856" name="Google Shape;4856;p28"/>
            <p:cNvSpPr/>
            <p:nvPr/>
          </p:nvSpPr>
          <p:spPr>
            <a:xfrm>
              <a:off x="4131524" y="2998380"/>
              <a:ext cx="130152" cy="118906"/>
            </a:xfrm>
            <a:custGeom>
              <a:rect b="b" l="l" r="r" t="t"/>
              <a:pathLst>
                <a:path extrusionOk="0" h="3349" w="3666">
                  <a:moveTo>
                    <a:pt x="2702" y="0"/>
                  </a:moveTo>
                  <a:cubicBezTo>
                    <a:pt x="2550" y="0"/>
                    <a:pt x="2393" y="57"/>
                    <a:pt x="2250" y="191"/>
                  </a:cubicBezTo>
                  <a:cubicBezTo>
                    <a:pt x="2224" y="216"/>
                    <a:pt x="2199" y="240"/>
                    <a:pt x="2174" y="267"/>
                  </a:cubicBezTo>
                  <a:lnTo>
                    <a:pt x="176" y="2522"/>
                  </a:lnTo>
                  <a:cubicBezTo>
                    <a:pt x="1" y="2720"/>
                    <a:pt x="11" y="3017"/>
                    <a:pt x="195" y="3203"/>
                  </a:cubicBezTo>
                  <a:cubicBezTo>
                    <a:pt x="291" y="3300"/>
                    <a:pt x="419" y="3348"/>
                    <a:pt x="546" y="3348"/>
                  </a:cubicBezTo>
                  <a:cubicBezTo>
                    <a:pt x="664" y="3348"/>
                    <a:pt x="782" y="3307"/>
                    <a:pt x="876" y="3223"/>
                  </a:cubicBezTo>
                  <a:lnTo>
                    <a:pt x="3131" y="1224"/>
                  </a:lnTo>
                  <a:cubicBezTo>
                    <a:pt x="3158" y="1199"/>
                    <a:pt x="3184" y="1174"/>
                    <a:pt x="3207" y="1148"/>
                  </a:cubicBezTo>
                  <a:cubicBezTo>
                    <a:pt x="3665" y="661"/>
                    <a:pt x="3219" y="0"/>
                    <a:pt x="2702" y="0"/>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857" name="Google Shape;4857;p28"/>
            <p:cNvSpPr/>
            <p:nvPr/>
          </p:nvSpPr>
          <p:spPr>
            <a:xfrm>
              <a:off x="4133973" y="3000262"/>
              <a:ext cx="124969" cy="116953"/>
            </a:xfrm>
            <a:custGeom>
              <a:rect b="b" l="l" r="r" t="t"/>
              <a:pathLst>
                <a:path extrusionOk="0" h="3294" w="3520">
                  <a:moveTo>
                    <a:pt x="2886" y="0"/>
                  </a:moveTo>
                  <a:cubicBezTo>
                    <a:pt x="3001" y="225"/>
                    <a:pt x="2995" y="509"/>
                    <a:pt x="2769" y="750"/>
                  </a:cubicBezTo>
                  <a:cubicBezTo>
                    <a:pt x="2745" y="776"/>
                    <a:pt x="2720" y="800"/>
                    <a:pt x="2693" y="826"/>
                  </a:cubicBezTo>
                  <a:lnTo>
                    <a:pt x="438" y="2825"/>
                  </a:lnTo>
                  <a:cubicBezTo>
                    <a:pt x="345" y="2908"/>
                    <a:pt x="225" y="2950"/>
                    <a:pt x="109" y="2950"/>
                  </a:cubicBezTo>
                  <a:cubicBezTo>
                    <a:pt x="73" y="2950"/>
                    <a:pt x="37" y="2944"/>
                    <a:pt x="1" y="2937"/>
                  </a:cubicBezTo>
                  <a:lnTo>
                    <a:pt x="1" y="2937"/>
                  </a:lnTo>
                  <a:cubicBezTo>
                    <a:pt x="24" y="3015"/>
                    <a:pt x="65" y="3087"/>
                    <a:pt x="126" y="3149"/>
                  </a:cubicBezTo>
                  <a:cubicBezTo>
                    <a:pt x="224" y="3245"/>
                    <a:pt x="349" y="3294"/>
                    <a:pt x="477" y="3294"/>
                  </a:cubicBezTo>
                  <a:cubicBezTo>
                    <a:pt x="594" y="3294"/>
                    <a:pt x="713" y="3252"/>
                    <a:pt x="807" y="3170"/>
                  </a:cubicBezTo>
                  <a:lnTo>
                    <a:pt x="3062" y="1171"/>
                  </a:lnTo>
                  <a:cubicBezTo>
                    <a:pt x="3089" y="1146"/>
                    <a:pt x="3115" y="1121"/>
                    <a:pt x="3138" y="1095"/>
                  </a:cubicBezTo>
                  <a:cubicBezTo>
                    <a:pt x="3519" y="689"/>
                    <a:pt x="3276" y="166"/>
                    <a:pt x="2886"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4858" name="Google Shape;4858;p28"/>
          <p:cNvGrpSpPr/>
          <p:nvPr/>
        </p:nvGrpSpPr>
        <p:grpSpPr>
          <a:xfrm>
            <a:off x="3437462" y="2859987"/>
            <a:ext cx="327024" cy="269048"/>
            <a:chOff x="3437462" y="2859987"/>
            <a:chExt cx="327024" cy="269048"/>
          </a:xfrm>
        </p:grpSpPr>
        <p:sp>
          <p:nvSpPr>
            <p:cNvPr id="4859" name="Google Shape;4859;p28"/>
            <p:cNvSpPr/>
            <p:nvPr/>
          </p:nvSpPr>
          <p:spPr>
            <a:xfrm>
              <a:off x="3461569" y="2903372"/>
              <a:ext cx="279760" cy="192153"/>
            </a:xfrm>
            <a:custGeom>
              <a:rect b="b" l="l" r="r" t="t"/>
              <a:pathLst>
                <a:path extrusionOk="0" h="5412" w="7880">
                  <a:moveTo>
                    <a:pt x="306" y="1"/>
                  </a:moveTo>
                  <a:cubicBezTo>
                    <a:pt x="137" y="1"/>
                    <a:pt x="1" y="137"/>
                    <a:pt x="1" y="306"/>
                  </a:cubicBezTo>
                  <a:lnTo>
                    <a:pt x="1" y="5105"/>
                  </a:lnTo>
                  <a:cubicBezTo>
                    <a:pt x="1" y="5275"/>
                    <a:pt x="137" y="5411"/>
                    <a:pt x="306" y="5411"/>
                  </a:cubicBezTo>
                  <a:lnTo>
                    <a:pt x="7571" y="5411"/>
                  </a:lnTo>
                  <a:cubicBezTo>
                    <a:pt x="7740" y="5411"/>
                    <a:pt x="7879" y="5275"/>
                    <a:pt x="7876" y="5105"/>
                  </a:cubicBezTo>
                  <a:lnTo>
                    <a:pt x="7876" y="306"/>
                  </a:lnTo>
                  <a:cubicBezTo>
                    <a:pt x="7876" y="137"/>
                    <a:pt x="7740" y="1"/>
                    <a:pt x="7571" y="1"/>
                  </a:cubicBezTo>
                  <a:close/>
                </a:path>
              </a:pathLst>
            </a:custGeom>
            <a:solidFill>
              <a:schemeClr val="accent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860" name="Google Shape;4860;p28"/>
            <p:cNvSpPr/>
            <p:nvPr/>
          </p:nvSpPr>
          <p:spPr>
            <a:xfrm>
              <a:off x="3717267" y="2903372"/>
              <a:ext cx="24071" cy="192153"/>
            </a:xfrm>
            <a:custGeom>
              <a:rect b="b" l="l" r="r" t="t"/>
              <a:pathLst>
                <a:path extrusionOk="0" h="5412" w="678">
                  <a:moveTo>
                    <a:pt x="1" y="1"/>
                  </a:moveTo>
                  <a:cubicBezTo>
                    <a:pt x="169" y="1"/>
                    <a:pt x="306" y="137"/>
                    <a:pt x="306" y="306"/>
                  </a:cubicBezTo>
                  <a:lnTo>
                    <a:pt x="306" y="5105"/>
                  </a:lnTo>
                  <a:cubicBezTo>
                    <a:pt x="306" y="5275"/>
                    <a:pt x="169" y="5411"/>
                    <a:pt x="1" y="5411"/>
                  </a:cubicBezTo>
                  <a:lnTo>
                    <a:pt x="371" y="5411"/>
                  </a:lnTo>
                  <a:cubicBezTo>
                    <a:pt x="541" y="5411"/>
                    <a:pt x="677" y="5275"/>
                    <a:pt x="677" y="5105"/>
                  </a:cubicBezTo>
                  <a:lnTo>
                    <a:pt x="677" y="306"/>
                  </a:lnTo>
                  <a:cubicBezTo>
                    <a:pt x="677" y="137"/>
                    <a:pt x="538" y="1"/>
                    <a:pt x="371"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861" name="Google Shape;4861;p28"/>
            <p:cNvSpPr/>
            <p:nvPr/>
          </p:nvSpPr>
          <p:spPr>
            <a:xfrm>
              <a:off x="3482871" y="2921266"/>
              <a:ext cx="237086" cy="156364"/>
            </a:xfrm>
            <a:custGeom>
              <a:rect b="b" l="l" r="r" t="t"/>
              <a:pathLst>
                <a:path extrusionOk="0" h="4404" w="6678">
                  <a:moveTo>
                    <a:pt x="206" y="0"/>
                  </a:moveTo>
                  <a:cubicBezTo>
                    <a:pt x="93" y="0"/>
                    <a:pt x="1" y="92"/>
                    <a:pt x="1" y="205"/>
                  </a:cubicBezTo>
                  <a:lnTo>
                    <a:pt x="1" y="4198"/>
                  </a:lnTo>
                  <a:cubicBezTo>
                    <a:pt x="1" y="4312"/>
                    <a:pt x="93" y="4404"/>
                    <a:pt x="206" y="4404"/>
                  </a:cubicBezTo>
                  <a:lnTo>
                    <a:pt x="6473" y="4404"/>
                  </a:lnTo>
                  <a:cubicBezTo>
                    <a:pt x="6586" y="4404"/>
                    <a:pt x="6678" y="4312"/>
                    <a:pt x="6678" y="4198"/>
                  </a:cubicBezTo>
                  <a:lnTo>
                    <a:pt x="6678" y="205"/>
                  </a:lnTo>
                  <a:cubicBezTo>
                    <a:pt x="6678" y="92"/>
                    <a:pt x="6586" y="0"/>
                    <a:pt x="6473" y="0"/>
                  </a:cubicBez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862" name="Google Shape;4862;p28"/>
            <p:cNvSpPr/>
            <p:nvPr/>
          </p:nvSpPr>
          <p:spPr>
            <a:xfrm>
              <a:off x="3699302" y="2921266"/>
              <a:ext cx="20662" cy="156364"/>
            </a:xfrm>
            <a:custGeom>
              <a:rect b="b" l="l" r="r" t="t"/>
              <a:pathLst>
                <a:path extrusionOk="0" h="4404" w="582">
                  <a:moveTo>
                    <a:pt x="380" y="0"/>
                  </a:moveTo>
                  <a:cubicBezTo>
                    <a:pt x="379" y="0"/>
                    <a:pt x="378" y="0"/>
                    <a:pt x="377" y="0"/>
                  </a:cubicBezTo>
                  <a:lnTo>
                    <a:pt x="0" y="0"/>
                  </a:lnTo>
                  <a:cubicBezTo>
                    <a:pt x="114" y="0"/>
                    <a:pt x="206" y="92"/>
                    <a:pt x="206" y="205"/>
                  </a:cubicBezTo>
                  <a:lnTo>
                    <a:pt x="206" y="4198"/>
                  </a:lnTo>
                  <a:cubicBezTo>
                    <a:pt x="206" y="4312"/>
                    <a:pt x="114" y="4404"/>
                    <a:pt x="0" y="4404"/>
                  </a:cubicBezTo>
                  <a:lnTo>
                    <a:pt x="377" y="4404"/>
                  </a:lnTo>
                  <a:cubicBezTo>
                    <a:pt x="490" y="4404"/>
                    <a:pt x="582" y="4312"/>
                    <a:pt x="582" y="4198"/>
                  </a:cubicBezTo>
                  <a:lnTo>
                    <a:pt x="582" y="205"/>
                  </a:lnTo>
                  <a:cubicBezTo>
                    <a:pt x="582" y="93"/>
                    <a:pt x="491" y="0"/>
                    <a:pt x="380"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863" name="Google Shape;4863;p28"/>
            <p:cNvSpPr/>
            <p:nvPr/>
          </p:nvSpPr>
          <p:spPr>
            <a:xfrm>
              <a:off x="3538825" y="3014712"/>
              <a:ext cx="96744" cy="62915"/>
            </a:xfrm>
            <a:custGeom>
              <a:rect b="b" l="l" r="r" t="t"/>
              <a:pathLst>
                <a:path extrusionOk="0" h="1772" w="2725">
                  <a:moveTo>
                    <a:pt x="1362" y="0"/>
                  </a:moveTo>
                  <a:cubicBezTo>
                    <a:pt x="611" y="0"/>
                    <a:pt x="0" y="609"/>
                    <a:pt x="0" y="1362"/>
                  </a:cubicBezTo>
                  <a:lnTo>
                    <a:pt x="0" y="1772"/>
                  </a:lnTo>
                  <a:lnTo>
                    <a:pt x="2724" y="1772"/>
                  </a:lnTo>
                  <a:lnTo>
                    <a:pt x="2724" y="1362"/>
                  </a:lnTo>
                  <a:cubicBezTo>
                    <a:pt x="2724" y="609"/>
                    <a:pt x="2114" y="0"/>
                    <a:pt x="1362" y="0"/>
                  </a:cubicBezTo>
                  <a:close/>
                </a:path>
              </a:pathLst>
            </a:cu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864" name="Google Shape;4864;p28"/>
            <p:cNvSpPr/>
            <p:nvPr/>
          </p:nvSpPr>
          <p:spPr>
            <a:xfrm>
              <a:off x="3580222" y="3014712"/>
              <a:ext cx="55348" cy="62915"/>
            </a:xfrm>
            <a:custGeom>
              <a:rect b="b" l="l" r="r" t="t"/>
              <a:pathLst>
                <a:path extrusionOk="0" h="1772" w="1559">
                  <a:moveTo>
                    <a:pt x="196" y="0"/>
                  </a:moveTo>
                  <a:cubicBezTo>
                    <a:pt x="130" y="0"/>
                    <a:pt x="65" y="5"/>
                    <a:pt x="0" y="15"/>
                  </a:cubicBezTo>
                  <a:cubicBezTo>
                    <a:pt x="296" y="58"/>
                    <a:pt x="563" y="196"/>
                    <a:pt x="767" y="399"/>
                  </a:cubicBezTo>
                  <a:cubicBezTo>
                    <a:pt x="1013" y="645"/>
                    <a:pt x="1166" y="986"/>
                    <a:pt x="1166" y="1362"/>
                  </a:cubicBezTo>
                  <a:lnTo>
                    <a:pt x="1166" y="1772"/>
                  </a:lnTo>
                  <a:lnTo>
                    <a:pt x="1558" y="1772"/>
                  </a:lnTo>
                  <a:lnTo>
                    <a:pt x="1558" y="1362"/>
                  </a:lnTo>
                  <a:cubicBezTo>
                    <a:pt x="1558" y="986"/>
                    <a:pt x="1405" y="645"/>
                    <a:pt x="1158" y="399"/>
                  </a:cubicBezTo>
                  <a:cubicBezTo>
                    <a:pt x="912" y="153"/>
                    <a:pt x="571" y="0"/>
                    <a:pt x="196"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865" name="Google Shape;4865;p28"/>
            <p:cNvSpPr/>
            <p:nvPr/>
          </p:nvSpPr>
          <p:spPr>
            <a:xfrm>
              <a:off x="3576530" y="2990854"/>
              <a:ext cx="21337" cy="38949"/>
            </a:xfrm>
            <a:custGeom>
              <a:rect b="b" l="l" r="r" t="t"/>
              <a:pathLst>
                <a:path extrusionOk="0" h="1097" w="601">
                  <a:moveTo>
                    <a:pt x="0" y="0"/>
                  </a:moveTo>
                  <a:lnTo>
                    <a:pt x="0" y="796"/>
                  </a:lnTo>
                  <a:cubicBezTo>
                    <a:pt x="0" y="962"/>
                    <a:pt x="134" y="1097"/>
                    <a:pt x="300" y="1097"/>
                  </a:cubicBezTo>
                  <a:cubicBezTo>
                    <a:pt x="465" y="1097"/>
                    <a:pt x="600" y="962"/>
                    <a:pt x="600" y="796"/>
                  </a:cubicBezTo>
                  <a:lnTo>
                    <a:pt x="600" y="0"/>
                  </a:ln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866" name="Google Shape;4866;p28"/>
            <p:cNvSpPr/>
            <p:nvPr/>
          </p:nvSpPr>
          <p:spPr>
            <a:xfrm>
              <a:off x="3581785" y="2990783"/>
              <a:ext cx="16083" cy="38913"/>
            </a:xfrm>
            <a:custGeom>
              <a:rect b="b" l="l" r="r" t="t"/>
              <a:pathLst>
                <a:path extrusionOk="0" h="1096" w="453">
                  <a:moveTo>
                    <a:pt x="152" y="1"/>
                  </a:moveTo>
                  <a:lnTo>
                    <a:pt x="152" y="797"/>
                  </a:lnTo>
                  <a:cubicBezTo>
                    <a:pt x="152" y="907"/>
                    <a:pt x="91" y="1005"/>
                    <a:pt x="1" y="1057"/>
                  </a:cubicBezTo>
                  <a:cubicBezTo>
                    <a:pt x="47" y="1082"/>
                    <a:pt x="98" y="1096"/>
                    <a:pt x="152" y="1096"/>
                  </a:cubicBezTo>
                  <a:cubicBezTo>
                    <a:pt x="317" y="1096"/>
                    <a:pt x="452" y="961"/>
                    <a:pt x="452" y="797"/>
                  </a:cubicBezTo>
                  <a:lnTo>
                    <a:pt x="452" y="1"/>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867" name="Google Shape;4867;p28"/>
            <p:cNvSpPr/>
            <p:nvPr/>
          </p:nvSpPr>
          <p:spPr>
            <a:xfrm>
              <a:off x="3543973" y="2909550"/>
              <a:ext cx="86378" cy="92455"/>
            </a:xfrm>
            <a:custGeom>
              <a:rect b="b" l="l" r="r" t="t"/>
              <a:pathLst>
                <a:path extrusionOk="0" h="2604" w="2433">
                  <a:moveTo>
                    <a:pt x="1217" y="1"/>
                  </a:moveTo>
                  <a:lnTo>
                    <a:pt x="1" y="645"/>
                  </a:lnTo>
                  <a:lnTo>
                    <a:pt x="1" y="1388"/>
                  </a:lnTo>
                  <a:cubicBezTo>
                    <a:pt x="1" y="2060"/>
                    <a:pt x="546" y="2604"/>
                    <a:pt x="1217" y="2604"/>
                  </a:cubicBezTo>
                  <a:cubicBezTo>
                    <a:pt x="1889" y="2604"/>
                    <a:pt x="2433" y="2059"/>
                    <a:pt x="2433" y="1388"/>
                  </a:cubicBezTo>
                  <a:lnTo>
                    <a:pt x="2433" y="645"/>
                  </a:lnTo>
                  <a:lnTo>
                    <a:pt x="1217" y="1"/>
                  </a:ln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868" name="Google Shape;4868;p28"/>
            <p:cNvSpPr/>
            <p:nvPr/>
          </p:nvSpPr>
          <p:spPr>
            <a:xfrm>
              <a:off x="3580577" y="2925385"/>
              <a:ext cx="49775" cy="76584"/>
            </a:xfrm>
            <a:custGeom>
              <a:rect b="b" l="l" r="r" t="t"/>
              <a:pathLst>
                <a:path extrusionOk="0" h="2157" w="1402">
                  <a:moveTo>
                    <a:pt x="1032" y="1"/>
                  </a:moveTo>
                  <a:lnTo>
                    <a:pt x="1032" y="941"/>
                  </a:lnTo>
                  <a:cubicBezTo>
                    <a:pt x="1032" y="1548"/>
                    <a:pt x="583" y="2053"/>
                    <a:pt x="0" y="2142"/>
                  </a:cubicBezTo>
                  <a:cubicBezTo>
                    <a:pt x="62" y="2151"/>
                    <a:pt x="122" y="2157"/>
                    <a:pt x="186" y="2157"/>
                  </a:cubicBezTo>
                  <a:cubicBezTo>
                    <a:pt x="858" y="2157"/>
                    <a:pt x="1402" y="1613"/>
                    <a:pt x="1402" y="942"/>
                  </a:cubicBezTo>
                  <a:lnTo>
                    <a:pt x="1402" y="199"/>
                  </a:lnTo>
                  <a:lnTo>
                    <a:pt x="1032" y="1"/>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869" name="Google Shape;4869;p28"/>
            <p:cNvSpPr/>
            <p:nvPr/>
          </p:nvSpPr>
          <p:spPr>
            <a:xfrm>
              <a:off x="3543973" y="2887218"/>
              <a:ext cx="86378" cy="50737"/>
            </a:xfrm>
            <a:custGeom>
              <a:rect b="b" l="l" r="r" t="t"/>
              <a:pathLst>
                <a:path extrusionOk="0" h="1429" w="2433">
                  <a:moveTo>
                    <a:pt x="1217" y="1"/>
                  </a:moveTo>
                  <a:cubicBezTo>
                    <a:pt x="546" y="1"/>
                    <a:pt x="1" y="543"/>
                    <a:pt x="1" y="1217"/>
                  </a:cubicBezTo>
                  <a:lnTo>
                    <a:pt x="1" y="1428"/>
                  </a:lnTo>
                  <a:cubicBezTo>
                    <a:pt x="1" y="1428"/>
                    <a:pt x="1" y="1428"/>
                    <a:pt x="2" y="1428"/>
                  </a:cubicBezTo>
                  <a:cubicBezTo>
                    <a:pt x="38" y="1428"/>
                    <a:pt x="799" y="1422"/>
                    <a:pt x="1217" y="843"/>
                  </a:cubicBezTo>
                  <a:cubicBezTo>
                    <a:pt x="1635" y="1422"/>
                    <a:pt x="2396" y="1428"/>
                    <a:pt x="2431" y="1428"/>
                  </a:cubicBezTo>
                  <a:cubicBezTo>
                    <a:pt x="2432" y="1428"/>
                    <a:pt x="2433" y="1428"/>
                    <a:pt x="2433" y="1428"/>
                  </a:cubicBezTo>
                  <a:lnTo>
                    <a:pt x="2433" y="1217"/>
                  </a:lnTo>
                  <a:cubicBezTo>
                    <a:pt x="2433" y="543"/>
                    <a:pt x="1889" y="1"/>
                    <a:pt x="1217" y="1"/>
                  </a:cubicBez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870" name="Google Shape;4870;p28"/>
            <p:cNvSpPr/>
            <p:nvPr/>
          </p:nvSpPr>
          <p:spPr>
            <a:xfrm>
              <a:off x="3580577" y="2887147"/>
              <a:ext cx="49775" cy="50772"/>
            </a:xfrm>
            <a:custGeom>
              <a:rect b="b" l="l" r="r" t="t"/>
              <a:pathLst>
                <a:path extrusionOk="0" h="1430" w="1402">
                  <a:moveTo>
                    <a:pt x="186" y="0"/>
                  </a:moveTo>
                  <a:cubicBezTo>
                    <a:pt x="122" y="0"/>
                    <a:pt x="62" y="6"/>
                    <a:pt x="0" y="14"/>
                  </a:cubicBezTo>
                  <a:cubicBezTo>
                    <a:pt x="586" y="105"/>
                    <a:pt x="1032" y="609"/>
                    <a:pt x="1032" y="1216"/>
                  </a:cubicBezTo>
                  <a:lnTo>
                    <a:pt x="1032" y="1379"/>
                  </a:lnTo>
                  <a:cubicBezTo>
                    <a:pt x="1232" y="1428"/>
                    <a:pt x="1385" y="1429"/>
                    <a:pt x="1400" y="1429"/>
                  </a:cubicBezTo>
                  <a:cubicBezTo>
                    <a:pt x="1401" y="1429"/>
                    <a:pt x="1402" y="1429"/>
                    <a:pt x="1402" y="1429"/>
                  </a:cubicBezTo>
                  <a:lnTo>
                    <a:pt x="1402" y="1216"/>
                  </a:lnTo>
                  <a:cubicBezTo>
                    <a:pt x="1402" y="545"/>
                    <a:pt x="858" y="3"/>
                    <a:pt x="186"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871" name="Google Shape;4871;p28"/>
            <p:cNvSpPr/>
            <p:nvPr/>
          </p:nvSpPr>
          <p:spPr>
            <a:xfrm>
              <a:off x="3527535" y="2937811"/>
              <a:ext cx="16580" cy="23291"/>
            </a:xfrm>
            <a:custGeom>
              <a:rect b="b" l="l" r="r" t="t"/>
              <a:pathLst>
                <a:path extrusionOk="0" h="656" w="467">
                  <a:moveTo>
                    <a:pt x="327" y="1"/>
                  </a:moveTo>
                  <a:cubicBezTo>
                    <a:pt x="146" y="1"/>
                    <a:pt x="0" y="146"/>
                    <a:pt x="0" y="327"/>
                  </a:cubicBezTo>
                  <a:cubicBezTo>
                    <a:pt x="0" y="509"/>
                    <a:pt x="147" y="655"/>
                    <a:pt x="327" y="655"/>
                  </a:cubicBezTo>
                  <a:lnTo>
                    <a:pt x="467" y="655"/>
                  </a:lnTo>
                  <a:lnTo>
                    <a:pt x="467" y="1"/>
                  </a:ln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872" name="Google Shape;4872;p28"/>
            <p:cNvSpPr/>
            <p:nvPr/>
          </p:nvSpPr>
          <p:spPr>
            <a:xfrm>
              <a:off x="3630318" y="2937811"/>
              <a:ext cx="16580" cy="23291"/>
            </a:xfrm>
            <a:custGeom>
              <a:rect b="b" l="l" r="r" t="t"/>
              <a:pathLst>
                <a:path extrusionOk="0" h="656" w="467">
                  <a:moveTo>
                    <a:pt x="1" y="1"/>
                  </a:moveTo>
                  <a:lnTo>
                    <a:pt x="1" y="655"/>
                  </a:lnTo>
                  <a:lnTo>
                    <a:pt x="140" y="655"/>
                  </a:lnTo>
                  <a:cubicBezTo>
                    <a:pt x="320" y="655"/>
                    <a:pt x="467" y="509"/>
                    <a:pt x="467" y="327"/>
                  </a:cubicBezTo>
                  <a:cubicBezTo>
                    <a:pt x="467" y="146"/>
                    <a:pt x="322" y="1"/>
                    <a:pt x="140" y="1"/>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873" name="Google Shape;4873;p28"/>
            <p:cNvSpPr/>
            <p:nvPr/>
          </p:nvSpPr>
          <p:spPr>
            <a:xfrm>
              <a:off x="3630318" y="2939125"/>
              <a:ext cx="16580" cy="21978"/>
            </a:xfrm>
            <a:custGeom>
              <a:rect b="b" l="l" r="r" t="t"/>
              <a:pathLst>
                <a:path extrusionOk="0" h="619" w="467">
                  <a:moveTo>
                    <a:pt x="291" y="1"/>
                  </a:moveTo>
                  <a:lnTo>
                    <a:pt x="291" y="1"/>
                  </a:lnTo>
                  <a:cubicBezTo>
                    <a:pt x="303" y="36"/>
                    <a:pt x="310" y="74"/>
                    <a:pt x="310" y="115"/>
                  </a:cubicBezTo>
                  <a:cubicBezTo>
                    <a:pt x="310" y="290"/>
                    <a:pt x="173" y="433"/>
                    <a:pt x="1" y="441"/>
                  </a:cubicBezTo>
                  <a:lnTo>
                    <a:pt x="1" y="618"/>
                  </a:lnTo>
                  <a:lnTo>
                    <a:pt x="140" y="618"/>
                  </a:lnTo>
                  <a:cubicBezTo>
                    <a:pt x="322" y="618"/>
                    <a:pt x="467" y="470"/>
                    <a:pt x="467" y="290"/>
                  </a:cubicBezTo>
                  <a:cubicBezTo>
                    <a:pt x="467" y="201"/>
                    <a:pt x="430" y="119"/>
                    <a:pt x="372" y="60"/>
                  </a:cubicBezTo>
                  <a:cubicBezTo>
                    <a:pt x="349" y="37"/>
                    <a:pt x="322" y="17"/>
                    <a:pt x="291"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874" name="Google Shape;4874;p28"/>
            <p:cNvSpPr/>
            <p:nvPr/>
          </p:nvSpPr>
          <p:spPr>
            <a:xfrm>
              <a:off x="3563003" y="2944592"/>
              <a:ext cx="9586" cy="15019"/>
            </a:xfrm>
            <a:custGeom>
              <a:rect b="b" l="l" r="r" t="t"/>
              <a:pathLst>
                <a:path extrusionOk="0" h="423" w="270">
                  <a:moveTo>
                    <a:pt x="134" y="1"/>
                  </a:moveTo>
                  <a:cubicBezTo>
                    <a:pt x="61" y="1"/>
                    <a:pt x="0" y="63"/>
                    <a:pt x="0" y="136"/>
                  </a:cubicBezTo>
                  <a:lnTo>
                    <a:pt x="0" y="287"/>
                  </a:lnTo>
                  <a:cubicBezTo>
                    <a:pt x="0" y="361"/>
                    <a:pt x="61" y="423"/>
                    <a:pt x="134" y="423"/>
                  </a:cubicBezTo>
                  <a:cubicBezTo>
                    <a:pt x="210" y="423"/>
                    <a:pt x="269" y="364"/>
                    <a:pt x="269" y="287"/>
                  </a:cubicBezTo>
                  <a:lnTo>
                    <a:pt x="269" y="136"/>
                  </a:lnTo>
                  <a:cubicBezTo>
                    <a:pt x="269" y="63"/>
                    <a:pt x="209" y="1"/>
                    <a:pt x="134" y="1"/>
                  </a:cubicBez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875" name="Google Shape;4875;p28"/>
            <p:cNvSpPr/>
            <p:nvPr/>
          </p:nvSpPr>
          <p:spPr>
            <a:xfrm>
              <a:off x="3601809" y="2944592"/>
              <a:ext cx="9586" cy="15019"/>
            </a:xfrm>
            <a:custGeom>
              <a:rect b="b" l="l" r="r" t="t"/>
              <a:pathLst>
                <a:path extrusionOk="0" h="423" w="270">
                  <a:moveTo>
                    <a:pt x="135" y="1"/>
                  </a:moveTo>
                  <a:cubicBezTo>
                    <a:pt x="61" y="1"/>
                    <a:pt x="1" y="63"/>
                    <a:pt x="1" y="136"/>
                  </a:cubicBezTo>
                  <a:lnTo>
                    <a:pt x="1" y="287"/>
                  </a:lnTo>
                  <a:cubicBezTo>
                    <a:pt x="1" y="361"/>
                    <a:pt x="61" y="423"/>
                    <a:pt x="135" y="423"/>
                  </a:cubicBezTo>
                  <a:cubicBezTo>
                    <a:pt x="209" y="423"/>
                    <a:pt x="270" y="364"/>
                    <a:pt x="270" y="287"/>
                  </a:cubicBezTo>
                  <a:lnTo>
                    <a:pt x="270" y="136"/>
                  </a:lnTo>
                  <a:cubicBezTo>
                    <a:pt x="270" y="63"/>
                    <a:pt x="209" y="1"/>
                    <a:pt x="135" y="1"/>
                  </a:cubicBez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876" name="Google Shape;4876;p28"/>
            <p:cNvSpPr/>
            <p:nvPr/>
          </p:nvSpPr>
          <p:spPr>
            <a:xfrm>
              <a:off x="3636105" y="2972356"/>
              <a:ext cx="127951" cy="84786"/>
            </a:xfrm>
            <a:custGeom>
              <a:rect b="b" l="l" r="r" t="t"/>
              <a:pathLst>
                <a:path extrusionOk="0" h="2388" w="3604">
                  <a:moveTo>
                    <a:pt x="727" y="0"/>
                  </a:moveTo>
                  <a:cubicBezTo>
                    <a:pt x="633" y="0"/>
                    <a:pt x="557" y="75"/>
                    <a:pt x="557" y="169"/>
                  </a:cubicBezTo>
                  <a:lnTo>
                    <a:pt x="557" y="652"/>
                  </a:lnTo>
                  <a:cubicBezTo>
                    <a:pt x="557" y="750"/>
                    <a:pt x="507" y="838"/>
                    <a:pt x="425" y="888"/>
                  </a:cubicBezTo>
                  <a:lnTo>
                    <a:pt x="74" y="1097"/>
                  </a:lnTo>
                  <a:cubicBezTo>
                    <a:pt x="0" y="1140"/>
                    <a:pt x="0" y="1247"/>
                    <a:pt x="74" y="1290"/>
                  </a:cubicBezTo>
                  <a:lnTo>
                    <a:pt x="425" y="1498"/>
                  </a:lnTo>
                  <a:cubicBezTo>
                    <a:pt x="507" y="1547"/>
                    <a:pt x="557" y="1637"/>
                    <a:pt x="557" y="1734"/>
                  </a:cubicBezTo>
                  <a:lnTo>
                    <a:pt x="557" y="2218"/>
                  </a:lnTo>
                  <a:cubicBezTo>
                    <a:pt x="557" y="2311"/>
                    <a:pt x="633" y="2388"/>
                    <a:pt x="727" y="2388"/>
                  </a:cubicBezTo>
                  <a:lnTo>
                    <a:pt x="3434" y="2388"/>
                  </a:lnTo>
                  <a:cubicBezTo>
                    <a:pt x="3527" y="2388"/>
                    <a:pt x="3604" y="2311"/>
                    <a:pt x="3604" y="2218"/>
                  </a:cubicBezTo>
                  <a:lnTo>
                    <a:pt x="3604" y="169"/>
                  </a:lnTo>
                  <a:cubicBezTo>
                    <a:pt x="3604" y="75"/>
                    <a:pt x="3527" y="0"/>
                    <a:pt x="3434" y="0"/>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877" name="Google Shape;4877;p28"/>
            <p:cNvSpPr/>
            <p:nvPr/>
          </p:nvSpPr>
          <p:spPr>
            <a:xfrm>
              <a:off x="3745385" y="2972356"/>
              <a:ext cx="18674" cy="84750"/>
            </a:xfrm>
            <a:custGeom>
              <a:rect b="b" l="l" r="r" t="t"/>
              <a:pathLst>
                <a:path extrusionOk="0" h="2387" w="526">
                  <a:moveTo>
                    <a:pt x="0" y="0"/>
                  </a:moveTo>
                  <a:cubicBezTo>
                    <a:pt x="91" y="0"/>
                    <a:pt x="167" y="75"/>
                    <a:pt x="167" y="169"/>
                  </a:cubicBezTo>
                  <a:lnTo>
                    <a:pt x="167" y="2218"/>
                  </a:lnTo>
                  <a:cubicBezTo>
                    <a:pt x="167" y="2311"/>
                    <a:pt x="94" y="2386"/>
                    <a:pt x="0" y="2386"/>
                  </a:cubicBezTo>
                  <a:lnTo>
                    <a:pt x="357" y="2386"/>
                  </a:lnTo>
                  <a:cubicBezTo>
                    <a:pt x="449" y="2386"/>
                    <a:pt x="526" y="2311"/>
                    <a:pt x="526" y="2218"/>
                  </a:cubicBezTo>
                  <a:lnTo>
                    <a:pt x="526" y="169"/>
                  </a:lnTo>
                  <a:cubicBezTo>
                    <a:pt x="526" y="75"/>
                    <a:pt x="449" y="0"/>
                    <a:pt x="356"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878" name="Google Shape;4878;p28"/>
            <p:cNvSpPr/>
            <p:nvPr/>
          </p:nvSpPr>
          <p:spPr>
            <a:xfrm>
              <a:off x="3675940" y="2988120"/>
              <a:ext cx="68058" cy="53186"/>
            </a:xfrm>
            <a:custGeom>
              <a:rect b="b" l="l" r="r" t="t"/>
              <a:pathLst>
                <a:path extrusionOk="0" h="1498" w="1917">
                  <a:moveTo>
                    <a:pt x="1388" y="0"/>
                  </a:moveTo>
                  <a:cubicBezTo>
                    <a:pt x="1184" y="0"/>
                    <a:pt x="1011" y="140"/>
                    <a:pt x="959" y="328"/>
                  </a:cubicBezTo>
                  <a:cubicBezTo>
                    <a:pt x="908" y="139"/>
                    <a:pt x="734" y="0"/>
                    <a:pt x="528" y="0"/>
                  </a:cubicBezTo>
                  <a:cubicBezTo>
                    <a:pt x="519" y="0"/>
                    <a:pt x="509" y="0"/>
                    <a:pt x="500" y="1"/>
                  </a:cubicBezTo>
                  <a:cubicBezTo>
                    <a:pt x="345" y="10"/>
                    <a:pt x="202" y="106"/>
                    <a:pt x="132" y="246"/>
                  </a:cubicBezTo>
                  <a:cubicBezTo>
                    <a:pt x="1" y="502"/>
                    <a:pt x="93" y="787"/>
                    <a:pt x="304" y="965"/>
                  </a:cubicBezTo>
                  <a:cubicBezTo>
                    <a:pt x="304" y="965"/>
                    <a:pt x="792" y="1375"/>
                    <a:pt x="925" y="1486"/>
                  </a:cubicBezTo>
                  <a:cubicBezTo>
                    <a:pt x="935" y="1494"/>
                    <a:pt x="947" y="1498"/>
                    <a:pt x="959" y="1498"/>
                  </a:cubicBezTo>
                  <a:cubicBezTo>
                    <a:pt x="971" y="1498"/>
                    <a:pt x="983" y="1494"/>
                    <a:pt x="992" y="1486"/>
                  </a:cubicBezTo>
                  <a:cubicBezTo>
                    <a:pt x="1125" y="1372"/>
                    <a:pt x="1612" y="965"/>
                    <a:pt x="1612" y="965"/>
                  </a:cubicBezTo>
                  <a:cubicBezTo>
                    <a:pt x="1827" y="785"/>
                    <a:pt x="1916" y="502"/>
                    <a:pt x="1787" y="246"/>
                  </a:cubicBezTo>
                  <a:cubicBezTo>
                    <a:pt x="1716" y="106"/>
                    <a:pt x="1575" y="10"/>
                    <a:pt x="1418" y="1"/>
                  </a:cubicBezTo>
                  <a:cubicBezTo>
                    <a:pt x="1408" y="0"/>
                    <a:pt x="1398" y="0"/>
                    <a:pt x="1388" y="0"/>
                  </a:cubicBezTo>
                  <a:close/>
                </a:path>
              </a:pathLst>
            </a:custGeom>
            <a:solidFill>
              <a:schemeClr val="l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879" name="Google Shape;4879;p28"/>
            <p:cNvSpPr/>
            <p:nvPr/>
          </p:nvSpPr>
          <p:spPr>
            <a:xfrm>
              <a:off x="3698947" y="2988049"/>
              <a:ext cx="45053" cy="53258"/>
            </a:xfrm>
            <a:custGeom>
              <a:rect b="b" l="l" r="r" t="t"/>
              <a:pathLst>
                <a:path extrusionOk="0" h="1500" w="1269">
                  <a:moveTo>
                    <a:pt x="723" y="0"/>
                  </a:moveTo>
                  <a:cubicBezTo>
                    <a:pt x="733" y="15"/>
                    <a:pt x="741" y="32"/>
                    <a:pt x="750" y="48"/>
                  </a:cubicBezTo>
                  <a:cubicBezTo>
                    <a:pt x="881" y="305"/>
                    <a:pt x="790" y="589"/>
                    <a:pt x="577" y="767"/>
                  </a:cubicBezTo>
                  <a:cubicBezTo>
                    <a:pt x="577" y="767"/>
                    <a:pt x="173" y="1107"/>
                    <a:pt x="0" y="1252"/>
                  </a:cubicBezTo>
                  <a:cubicBezTo>
                    <a:pt x="114" y="1350"/>
                    <a:pt x="225" y="1443"/>
                    <a:pt x="279" y="1488"/>
                  </a:cubicBezTo>
                  <a:cubicBezTo>
                    <a:pt x="288" y="1496"/>
                    <a:pt x="300" y="1500"/>
                    <a:pt x="312" y="1500"/>
                  </a:cubicBezTo>
                  <a:cubicBezTo>
                    <a:pt x="323" y="1500"/>
                    <a:pt x="336" y="1496"/>
                    <a:pt x="346" y="1488"/>
                  </a:cubicBezTo>
                  <a:cubicBezTo>
                    <a:pt x="478" y="1377"/>
                    <a:pt x="966" y="967"/>
                    <a:pt x="966" y="967"/>
                  </a:cubicBezTo>
                  <a:cubicBezTo>
                    <a:pt x="1179" y="787"/>
                    <a:pt x="1268" y="504"/>
                    <a:pt x="1140" y="245"/>
                  </a:cubicBezTo>
                  <a:cubicBezTo>
                    <a:pt x="1071" y="107"/>
                    <a:pt x="929" y="10"/>
                    <a:pt x="772"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880" name="Google Shape;4880;p28"/>
            <p:cNvSpPr/>
            <p:nvPr/>
          </p:nvSpPr>
          <p:spPr>
            <a:xfrm>
              <a:off x="3437462" y="2859987"/>
              <a:ext cx="84993" cy="85034"/>
            </a:xfrm>
            <a:custGeom>
              <a:rect b="b" l="l" r="r" t="t"/>
              <a:pathLst>
                <a:path extrusionOk="0" h="2395" w="2394">
                  <a:moveTo>
                    <a:pt x="1196" y="1"/>
                  </a:moveTo>
                  <a:cubicBezTo>
                    <a:pt x="536" y="1"/>
                    <a:pt x="0" y="536"/>
                    <a:pt x="0" y="1197"/>
                  </a:cubicBezTo>
                  <a:cubicBezTo>
                    <a:pt x="0" y="1857"/>
                    <a:pt x="536" y="2394"/>
                    <a:pt x="1196" y="2394"/>
                  </a:cubicBezTo>
                  <a:cubicBezTo>
                    <a:pt x="1858" y="2394"/>
                    <a:pt x="2393" y="1857"/>
                    <a:pt x="2393" y="1197"/>
                  </a:cubicBezTo>
                  <a:cubicBezTo>
                    <a:pt x="2393" y="536"/>
                    <a:pt x="1858" y="1"/>
                    <a:pt x="1196" y="1"/>
                  </a:cubicBezTo>
                  <a:close/>
                </a:path>
              </a:pathLst>
            </a:cu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881" name="Google Shape;4881;p28"/>
            <p:cNvSpPr/>
            <p:nvPr/>
          </p:nvSpPr>
          <p:spPr>
            <a:xfrm>
              <a:off x="3450385" y="2863785"/>
              <a:ext cx="72035" cy="81235"/>
            </a:xfrm>
            <a:custGeom>
              <a:rect b="b" l="l" r="r" t="t"/>
              <a:pathLst>
                <a:path extrusionOk="0" h="2288" w="2029">
                  <a:moveTo>
                    <a:pt x="1320" y="0"/>
                  </a:moveTo>
                  <a:lnTo>
                    <a:pt x="1320" y="0"/>
                  </a:lnTo>
                  <a:cubicBezTo>
                    <a:pt x="1546" y="218"/>
                    <a:pt x="1686" y="521"/>
                    <a:pt x="1686" y="860"/>
                  </a:cubicBezTo>
                  <a:cubicBezTo>
                    <a:pt x="1686" y="1520"/>
                    <a:pt x="1150" y="2057"/>
                    <a:pt x="490" y="2057"/>
                  </a:cubicBezTo>
                  <a:cubicBezTo>
                    <a:pt x="316" y="2057"/>
                    <a:pt x="150" y="2018"/>
                    <a:pt x="0" y="1952"/>
                  </a:cubicBezTo>
                  <a:lnTo>
                    <a:pt x="0" y="1952"/>
                  </a:lnTo>
                  <a:cubicBezTo>
                    <a:pt x="216" y="2159"/>
                    <a:pt x="510" y="2287"/>
                    <a:pt x="831" y="2287"/>
                  </a:cubicBezTo>
                  <a:cubicBezTo>
                    <a:pt x="1493" y="2287"/>
                    <a:pt x="2028" y="1750"/>
                    <a:pt x="2028" y="1090"/>
                  </a:cubicBezTo>
                  <a:cubicBezTo>
                    <a:pt x="2028" y="605"/>
                    <a:pt x="1737" y="186"/>
                    <a:pt x="1320"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882" name="Google Shape;4882;p28"/>
            <p:cNvSpPr/>
            <p:nvPr/>
          </p:nvSpPr>
          <p:spPr>
            <a:xfrm>
              <a:off x="3457735" y="2884768"/>
              <a:ext cx="9586" cy="16403"/>
            </a:xfrm>
            <a:custGeom>
              <a:rect b="b" l="l" r="r" t="t"/>
              <a:pathLst>
                <a:path extrusionOk="0" h="462" w="270">
                  <a:moveTo>
                    <a:pt x="134" y="1"/>
                  </a:moveTo>
                  <a:cubicBezTo>
                    <a:pt x="61" y="1"/>
                    <a:pt x="1" y="61"/>
                    <a:pt x="1" y="136"/>
                  </a:cubicBezTo>
                  <a:lnTo>
                    <a:pt x="1" y="326"/>
                  </a:lnTo>
                  <a:cubicBezTo>
                    <a:pt x="1" y="401"/>
                    <a:pt x="61" y="461"/>
                    <a:pt x="134" y="461"/>
                  </a:cubicBezTo>
                  <a:cubicBezTo>
                    <a:pt x="211" y="461"/>
                    <a:pt x="270" y="401"/>
                    <a:pt x="270" y="326"/>
                  </a:cubicBezTo>
                  <a:lnTo>
                    <a:pt x="270" y="136"/>
                  </a:lnTo>
                  <a:cubicBezTo>
                    <a:pt x="270" y="61"/>
                    <a:pt x="209" y="1"/>
                    <a:pt x="134"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883" name="Google Shape;4883;p28"/>
            <p:cNvSpPr/>
            <p:nvPr/>
          </p:nvSpPr>
          <p:spPr>
            <a:xfrm>
              <a:off x="3492528" y="2884768"/>
              <a:ext cx="9586" cy="16403"/>
            </a:xfrm>
            <a:custGeom>
              <a:rect b="b" l="l" r="r" t="t"/>
              <a:pathLst>
                <a:path extrusionOk="0" h="462" w="270">
                  <a:moveTo>
                    <a:pt x="136" y="1"/>
                  </a:moveTo>
                  <a:cubicBezTo>
                    <a:pt x="61" y="1"/>
                    <a:pt x="1" y="61"/>
                    <a:pt x="1" y="136"/>
                  </a:cubicBezTo>
                  <a:lnTo>
                    <a:pt x="1" y="326"/>
                  </a:lnTo>
                  <a:cubicBezTo>
                    <a:pt x="1" y="401"/>
                    <a:pt x="61" y="461"/>
                    <a:pt x="136" y="461"/>
                  </a:cubicBezTo>
                  <a:cubicBezTo>
                    <a:pt x="209" y="461"/>
                    <a:pt x="270" y="401"/>
                    <a:pt x="270" y="326"/>
                  </a:cubicBezTo>
                  <a:lnTo>
                    <a:pt x="270" y="136"/>
                  </a:lnTo>
                  <a:cubicBezTo>
                    <a:pt x="270" y="61"/>
                    <a:pt x="209" y="1"/>
                    <a:pt x="136"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884" name="Google Shape;4884;p28"/>
            <p:cNvSpPr/>
            <p:nvPr/>
          </p:nvSpPr>
          <p:spPr>
            <a:xfrm>
              <a:off x="3462954" y="2911787"/>
              <a:ext cx="33763" cy="15196"/>
            </a:xfrm>
            <a:custGeom>
              <a:rect b="b" l="l" r="r" t="t"/>
              <a:pathLst>
                <a:path extrusionOk="0" h="428" w="951">
                  <a:moveTo>
                    <a:pt x="800" y="0"/>
                  </a:moveTo>
                  <a:cubicBezTo>
                    <a:pt x="760" y="0"/>
                    <a:pt x="720" y="18"/>
                    <a:pt x="693" y="51"/>
                  </a:cubicBezTo>
                  <a:cubicBezTo>
                    <a:pt x="639" y="119"/>
                    <a:pt x="560" y="158"/>
                    <a:pt x="474" y="158"/>
                  </a:cubicBezTo>
                  <a:cubicBezTo>
                    <a:pt x="389" y="158"/>
                    <a:pt x="310" y="119"/>
                    <a:pt x="257" y="53"/>
                  </a:cubicBezTo>
                  <a:cubicBezTo>
                    <a:pt x="230" y="20"/>
                    <a:pt x="190" y="3"/>
                    <a:pt x="151" y="3"/>
                  </a:cubicBezTo>
                  <a:cubicBezTo>
                    <a:pt x="121" y="3"/>
                    <a:pt x="91" y="13"/>
                    <a:pt x="67" y="33"/>
                  </a:cubicBezTo>
                  <a:cubicBezTo>
                    <a:pt x="9" y="82"/>
                    <a:pt x="0" y="167"/>
                    <a:pt x="48" y="224"/>
                  </a:cubicBezTo>
                  <a:cubicBezTo>
                    <a:pt x="153" y="354"/>
                    <a:pt x="308" y="427"/>
                    <a:pt x="475" y="427"/>
                  </a:cubicBezTo>
                  <a:cubicBezTo>
                    <a:pt x="645" y="427"/>
                    <a:pt x="801" y="352"/>
                    <a:pt x="904" y="218"/>
                  </a:cubicBezTo>
                  <a:cubicBezTo>
                    <a:pt x="950" y="161"/>
                    <a:pt x="940" y="76"/>
                    <a:pt x="883" y="30"/>
                  </a:cubicBezTo>
                  <a:cubicBezTo>
                    <a:pt x="858" y="10"/>
                    <a:pt x="829" y="0"/>
                    <a:pt x="800"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885" name="Google Shape;4885;p28"/>
            <p:cNvSpPr/>
            <p:nvPr/>
          </p:nvSpPr>
          <p:spPr>
            <a:xfrm>
              <a:off x="3575252" y="2965894"/>
              <a:ext cx="23929" cy="12888"/>
            </a:xfrm>
            <a:custGeom>
              <a:rect b="b" l="l" r="r" t="t"/>
              <a:pathLst>
                <a:path extrusionOk="0" h="363" w="674">
                  <a:moveTo>
                    <a:pt x="524" y="0"/>
                  </a:moveTo>
                  <a:cubicBezTo>
                    <a:pt x="484" y="0"/>
                    <a:pt x="444" y="18"/>
                    <a:pt x="418" y="51"/>
                  </a:cubicBezTo>
                  <a:cubicBezTo>
                    <a:pt x="398" y="76"/>
                    <a:pt x="367" y="90"/>
                    <a:pt x="336" y="90"/>
                  </a:cubicBezTo>
                  <a:cubicBezTo>
                    <a:pt x="306" y="90"/>
                    <a:pt x="277" y="76"/>
                    <a:pt x="257" y="53"/>
                  </a:cubicBezTo>
                  <a:cubicBezTo>
                    <a:pt x="230" y="20"/>
                    <a:pt x="190" y="3"/>
                    <a:pt x="151" y="3"/>
                  </a:cubicBezTo>
                  <a:cubicBezTo>
                    <a:pt x="121" y="3"/>
                    <a:pt x="91" y="13"/>
                    <a:pt x="67" y="33"/>
                  </a:cubicBezTo>
                  <a:cubicBezTo>
                    <a:pt x="9" y="82"/>
                    <a:pt x="0" y="167"/>
                    <a:pt x="46" y="224"/>
                  </a:cubicBezTo>
                  <a:cubicBezTo>
                    <a:pt x="118" y="312"/>
                    <a:pt x="223" y="362"/>
                    <a:pt x="336" y="362"/>
                  </a:cubicBezTo>
                  <a:cubicBezTo>
                    <a:pt x="449" y="362"/>
                    <a:pt x="556" y="312"/>
                    <a:pt x="628" y="218"/>
                  </a:cubicBezTo>
                  <a:cubicBezTo>
                    <a:pt x="674" y="161"/>
                    <a:pt x="664" y="76"/>
                    <a:pt x="606" y="30"/>
                  </a:cubicBezTo>
                  <a:cubicBezTo>
                    <a:pt x="582" y="10"/>
                    <a:pt x="553" y="0"/>
                    <a:pt x="524" y="0"/>
                  </a:cubicBez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886" name="Google Shape;4886;p28"/>
            <p:cNvSpPr/>
            <p:nvPr/>
          </p:nvSpPr>
          <p:spPr>
            <a:xfrm>
              <a:off x="3438314" y="3094205"/>
              <a:ext cx="326161" cy="34830"/>
            </a:xfrm>
            <a:custGeom>
              <a:rect b="b" l="l" r="r" t="t"/>
              <a:pathLst>
                <a:path extrusionOk="0" h="981" w="9187">
                  <a:moveTo>
                    <a:pt x="248" y="0"/>
                  </a:moveTo>
                  <a:cubicBezTo>
                    <a:pt x="112" y="0"/>
                    <a:pt x="1" y="111"/>
                    <a:pt x="1" y="248"/>
                  </a:cubicBezTo>
                  <a:lnTo>
                    <a:pt x="1" y="583"/>
                  </a:lnTo>
                  <a:cubicBezTo>
                    <a:pt x="1" y="802"/>
                    <a:pt x="178" y="980"/>
                    <a:pt x="398" y="980"/>
                  </a:cubicBezTo>
                  <a:lnTo>
                    <a:pt x="8789" y="980"/>
                  </a:lnTo>
                  <a:cubicBezTo>
                    <a:pt x="9009" y="980"/>
                    <a:pt x="9186" y="802"/>
                    <a:pt x="9185" y="583"/>
                  </a:cubicBezTo>
                  <a:lnTo>
                    <a:pt x="9185" y="248"/>
                  </a:lnTo>
                  <a:cubicBezTo>
                    <a:pt x="9185" y="111"/>
                    <a:pt x="9074" y="0"/>
                    <a:pt x="8937" y="0"/>
                  </a:cubicBezTo>
                  <a:close/>
                </a:path>
              </a:pathLst>
            </a:cu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887" name="Google Shape;4887;p28"/>
            <p:cNvSpPr/>
            <p:nvPr/>
          </p:nvSpPr>
          <p:spPr>
            <a:xfrm>
              <a:off x="3737149" y="3094205"/>
              <a:ext cx="27337" cy="34830"/>
            </a:xfrm>
            <a:custGeom>
              <a:rect b="b" l="l" r="r" t="t"/>
              <a:pathLst>
                <a:path extrusionOk="0" h="981" w="770">
                  <a:moveTo>
                    <a:pt x="150" y="0"/>
                  </a:moveTo>
                  <a:cubicBezTo>
                    <a:pt x="287" y="0"/>
                    <a:pt x="399" y="111"/>
                    <a:pt x="399" y="248"/>
                  </a:cubicBezTo>
                  <a:lnTo>
                    <a:pt x="399" y="583"/>
                  </a:lnTo>
                  <a:cubicBezTo>
                    <a:pt x="399" y="802"/>
                    <a:pt x="221" y="980"/>
                    <a:pt x="1" y="980"/>
                  </a:cubicBezTo>
                  <a:lnTo>
                    <a:pt x="372" y="980"/>
                  </a:lnTo>
                  <a:cubicBezTo>
                    <a:pt x="592" y="980"/>
                    <a:pt x="769" y="802"/>
                    <a:pt x="769" y="583"/>
                  </a:cubicBezTo>
                  <a:lnTo>
                    <a:pt x="769" y="248"/>
                  </a:lnTo>
                  <a:cubicBezTo>
                    <a:pt x="769" y="111"/>
                    <a:pt x="658" y="0"/>
                    <a:pt x="522"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888" name="Google Shape;4888;p28"/>
            <p:cNvSpPr/>
            <p:nvPr/>
          </p:nvSpPr>
          <p:spPr>
            <a:xfrm>
              <a:off x="3568506" y="3094205"/>
              <a:ext cx="65786" cy="16936"/>
            </a:xfrm>
            <a:custGeom>
              <a:rect b="b" l="l" r="r" t="t"/>
              <a:pathLst>
                <a:path extrusionOk="0" h="477" w="1853">
                  <a:moveTo>
                    <a:pt x="0" y="0"/>
                  </a:moveTo>
                  <a:lnTo>
                    <a:pt x="0" y="140"/>
                  </a:lnTo>
                  <a:cubicBezTo>
                    <a:pt x="0" y="326"/>
                    <a:pt x="152" y="477"/>
                    <a:pt x="337" y="477"/>
                  </a:cubicBezTo>
                  <a:lnTo>
                    <a:pt x="1516" y="477"/>
                  </a:lnTo>
                  <a:cubicBezTo>
                    <a:pt x="1701" y="477"/>
                    <a:pt x="1853" y="326"/>
                    <a:pt x="1853" y="140"/>
                  </a:cubicBezTo>
                  <a:lnTo>
                    <a:pt x="1853" y="0"/>
                  </a:ln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889" name="Google Shape;4889;p28"/>
            <p:cNvSpPr/>
            <p:nvPr/>
          </p:nvSpPr>
          <p:spPr>
            <a:xfrm>
              <a:off x="3609122" y="3094205"/>
              <a:ext cx="25171" cy="16936"/>
            </a:xfrm>
            <a:custGeom>
              <a:rect b="b" l="l" r="r" t="t"/>
              <a:pathLst>
                <a:path extrusionOk="0" h="477" w="709">
                  <a:moveTo>
                    <a:pt x="337" y="0"/>
                  </a:moveTo>
                  <a:lnTo>
                    <a:pt x="337" y="140"/>
                  </a:lnTo>
                  <a:cubicBezTo>
                    <a:pt x="337" y="326"/>
                    <a:pt x="186" y="477"/>
                    <a:pt x="1" y="477"/>
                  </a:cubicBezTo>
                  <a:lnTo>
                    <a:pt x="372" y="477"/>
                  </a:lnTo>
                  <a:cubicBezTo>
                    <a:pt x="557" y="477"/>
                    <a:pt x="709" y="326"/>
                    <a:pt x="709" y="140"/>
                  </a:cubicBezTo>
                  <a:lnTo>
                    <a:pt x="709" y="0"/>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4890" name="Google Shape;4890;p28"/>
          <p:cNvGrpSpPr/>
          <p:nvPr/>
        </p:nvGrpSpPr>
        <p:grpSpPr>
          <a:xfrm>
            <a:off x="2794064" y="2831051"/>
            <a:ext cx="319142" cy="326999"/>
            <a:chOff x="2794064" y="2831051"/>
            <a:chExt cx="319142" cy="326999"/>
          </a:xfrm>
        </p:grpSpPr>
        <p:sp>
          <p:nvSpPr>
            <p:cNvPr id="4891" name="Google Shape;4891;p28"/>
            <p:cNvSpPr/>
            <p:nvPr/>
          </p:nvSpPr>
          <p:spPr>
            <a:xfrm>
              <a:off x="2974671" y="2916083"/>
              <a:ext cx="138531" cy="241967"/>
            </a:xfrm>
            <a:custGeom>
              <a:rect b="b" l="l" r="r" t="t"/>
              <a:pathLst>
                <a:path extrusionOk="0" h="6815" w="3902">
                  <a:moveTo>
                    <a:pt x="350" y="1"/>
                  </a:moveTo>
                  <a:cubicBezTo>
                    <a:pt x="156" y="1"/>
                    <a:pt x="1" y="156"/>
                    <a:pt x="1" y="351"/>
                  </a:cubicBezTo>
                  <a:lnTo>
                    <a:pt x="1" y="6464"/>
                  </a:lnTo>
                  <a:cubicBezTo>
                    <a:pt x="1" y="6658"/>
                    <a:pt x="156" y="6815"/>
                    <a:pt x="350" y="6815"/>
                  </a:cubicBezTo>
                  <a:lnTo>
                    <a:pt x="3551" y="6815"/>
                  </a:lnTo>
                  <a:cubicBezTo>
                    <a:pt x="3745" y="6815"/>
                    <a:pt x="3902" y="6658"/>
                    <a:pt x="3900" y="6464"/>
                  </a:cubicBezTo>
                  <a:lnTo>
                    <a:pt x="3900" y="351"/>
                  </a:lnTo>
                  <a:cubicBezTo>
                    <a:pt x="3900" y="156"/>
                    <a:pt x="3744" y="1"/>
                    <a:pt x="3549" y="1"/>
                  </a:cubicBezTo>
                  <a:lnTo>
                    <a:pt x="3139" y="1"/>
                  </a:lnTo>
                  <a:lnTo>
                    <a:pt x="1950" y="227"/>
                  </a:lnTo>
                  <a:lnTo>
                    <a:pt x="760" y="1"/>
                  </a:ln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892" name="Google Shape;4892;p28"/>
            <p:cNvSpPr/>
            <p:nvPr/>
          </p:nvSpPr>
          <p:spPr>
            <a:xfrm>
              <a:off x="3001654" y="2916083"/>
              <a:ext cx="84496" cy="24569"/>
            </a:xfrm>
            <a:custGeom>
              <a:rect b="b" l="l" r="r" t="t"/>
              <a:pathLst>
                <a:path extrusionOk="0" h="692" w="2380">
                  <a:moveTo>
                    <a:pt x="0" y="1"/>
                  </a:moveTo>
                  <a:lnTo>
                    <a:pt x="159" y="515"/>
                  </a:lnTo>
                  <a:cubicBezTo>
                    <a:pt x="192" y="621"/>
                    <a:pt x="288" y="692"/>
                    <a:pt x="399" y="692"/>
                  </a:cubicBezTo>
                  <a:lnTo>
                    <a:pt x="1982" y="692"/>
                  </a:lnTo>
                  <a:cubicBezTo>
                    <a:pt x="2091" y="692"/>
                    <a:pt x="2188" y="620"/>
                    <a:pt x="2221" y="515"/>
                  </a:cubicBezTo>
                  <a:lnTo>
                    <a:pt x="2379" y="1"/>
                  </a:lnTo>
                  <a:close/>
                </a:path>
              </a:pathLst>
            </a:custGeom>
            <a:solidFill>
              <a:schemeClr val="accent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893" name="Google Shape;4893;p28"/>
            <p:cNvSpPr/>
            <p:nvPr/>
          </p:nvSpPr>
          <p:spPr>
            <a:xfrm>
              <a:off x="2794064" y="2831051"/>
              <a:ext cx="138531" cy="241931"/>
            </a:xfrm>
            <a:custGeom>
              <a:rect b="b" l="l" r="r" t="t"/>
              <a:pathLst>
                <a:path extrusionOk="0" h="6814" w="3902">
                  <a:moveTo>
                    <a:pt x="350" y="0"/>
                  </a:moveTo>
                  <a:cubicBezTo>
                    <a:pt x="156" y="0"/>
                    <a:pt x="1" y="155"/>
                    <a:pt x="1" y="350"/>
                  </a:cubicBezTo>
                  <a:lnTo>
                    <a:pt x="1" y="6463"/>
                  </a:lnTo>
                  <a:cubicBezTo>
                    <a:pt x="1" y="6657"/>
                    <a:pt x="156" y="6814"/>
                    <a:pt x="350" y="6814"/>
                  </a:cubicBezTo>
                  <a:lnTo>
                    <a:pt x="3551" y="6814"/>
                  </a:lnTo>
                  <a:cubicBezTo>
                    <a:pt x="3745" y="6814"/>
                    <a:pt x="3902" y="6657"/>
                    <a:pt x="3902" y="6463"/>
                  </a:cubicBezTo>
                  <a:lnTo>
                    <a:pt x="3902" y="350"/>
                  </a:lnTo>
                  <a:cubicBezTo>
                    <a:pt x="3902" y="155"/>
                    <a:pt x="3745" y="0"/>
                    <a:pt x="3551" y="0"/>
                  </a:cubicBezTo>
                  <a:lnTo>
                    <a:pt x="3141" y="0"/>
                  </a:lnTo>
                  <a:lnTo>
                    <a:pt x="1925" y="345"/>
                  </a:lnTo>
                  <a:lnTo>
                    <a:pt x="760" y="0"/>
                  </a:ln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894" name="Google Shape;4894;p28"/>
            <p:cNvSpPr/>
            <p:nvPr/>
          </p:nvSpPr>
          <p:spPr>
            <a:xfrm>
              <a:off x="2821047" y="2831051"/>
              <a:ext cx="84496" cy="24534"/>
            </a:xfrm>
            <a:custGeom>
              <a:rect b="b" l="l" r="r" t="t"/>
              <a:pathLst>
                <a:path extrusionOk="0" h="691" w="2380">
                  <a:moveTo>
                    <a:pt x="0" y="0"/>
                  </a:moveTo>
                  <a:lnTo>
                    <a:pt x="159" y="514"/>
                  </a:lnTo>
                  <a:cubicBezTo>
                    <a:pt x="192" y="620"/>
                    <a:pt x="288" y="691"/>
                    <a:pt x="399" y="691"/>
                  </a:cubicBezTo>
                  <a:lnTo>
                    <a:pt x="1982" y="691"/>
                  </a:lnTo>
                  <a:cubicBezTo>
                    <a:pt x="2091" y="691"/>
                    <a:pt x="2188" y="619"/>
                    <a:pt x="2221" y="514"/>
                  </a:cubicBezTo>
                  <a:lnTo>
                    <a:pt x="2379" y="0"/>
                  </a:lnTo>
                  <a:close/>
                </a:path>
              </a:pathLst>
            </a:custGeom>
            <a:solidFill>
              <a:schemeClr val="accent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895" name="Google Shape;4895;p28"/>
            <p:cNvSpPr/>
            <p:nvPr/>
          </p:nvSpPr>
          <p:spPr>
            <a:xfrm>
              <a:off x="2906966" y="2831051"/>
              <a:ext cx="25633" cy="241931"/>
            </a:xfrm>
            <a:custGeom>
              <a:rect b="b" l="l" r="r" t="t"/>
              <a:pathLst>
                <a:path extrusionOk="0" h="6814" w="722">
                  <a:moveTo>
                    <a:pt x="1" y="0"/>
                  </a:moveTo>
                  <a:cubicBezTo>
                    <a:pt x="195" y="0"/>
                    <a:pt x="351" y="155"/>
                    <a:pt x="351" y="350"/>
                  </a:cubicBezTo>
                  <a:lnTo>
                    <a:pt x="351" y="6463"/>
                  </a:lnTo>
                  <a:cubicBezTo>
                    <a:pt x="351" y="6657"/>
                    <a:pt x="192" y="6814"/>
                    <a:pt x="1" y="6814"/>
                  </a:cubicBezTo>
                  <a:lnTo>
                    <a:pt x="371" y="6814"/>
                  </a:lnTo>
                  <a:cubicBezTo>
                    <a:pt x="565" y="6814"/>
                    <a:pt x="722" y="6656"/>
                    <a:pt x="722" y="6463"/>
                  </a:cubicBezTo>
                  <a:lnTo>
                    <a:pt x="722" y="350"/>
                  </a:lnTo>
                  <a:cubicBezTo>
                    <a:pt x="722" y="155"/>
                    <a:pt x="565" y="0"/>
                    <a:pt x="371"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896" name="Google Shape;4896;p28"/>
            <p:cNvSpPr/>
            <p:nvPr/>
          </p:nvSpPr>
          <p:spPr>
            <a:xfrm>
              <a:off x="2875545" y="2831051"/>
              <a:ext cx="30035" cy="24605"/>
            </a:xfrm>
            <a:custGeom>
              <a:rect b="b" l="l" r="r" t="t"/>
              <a:pathLst>
                <a:path extrusionOk="0" h="693" w="846">
                  <a:moveTo>
                    <a:pt x="400" y="0"/>
                  </a:moveTo>
                  <a:lnTo>
                    <a:pt x="241" y="514"/>
                  </a:lnTo>
                  <a:cubicBezTo>
                    <a:pt x="207" y="620"/>
                    <a:pt x="110" y="692"/>
                    <a:pt x="1" y="692"/>
                  </a:cubicBezTo>
                  <a:lnTo>
                    <a:pt x="448" y="692"/>
                  </a:lnTo>
                  <a:cubicBezTo>
                    <a:pt x="558" y="692"/>
                    <a:pt x="654" y="620"/>
                    <a:pt x="687" y="514"/>
                  </a:cubicBezTo>
                  <a:lnTo>
                    <a:pt x="846" y="0"/>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897" name="Google Shape;4897;p28"/>
            <p:cNvSpPr/>
            <p:nvPr/>
          </p:nvSpPr>
          <p:spPr>
            <a:xfrm>
              <a:off x="3087573" y="2916083"/>
              <a:ext cx="25633" cy="241967"/>
            </a:xfrm>
            <a:custGeom>
              <a:rect b="b" l="l" r="r" t="t"/>
              <a:pathLst>
                <a:path extrusionOk="0" h="6815" w="722">
                  <a:moveTo>
                    <a:pt x="1" y="1"/>
                  </a:moveTo>
                  <a:cubicBezTo>
                    <a:pt x="195" y="1"/>
                    <a:pt x="351" y="156"/>
                    <a:pt x="351" y="351"/>
                  </a:cubicBezTo>
                  <a:lnTo>
                    <a:pt x="351" y="6464"/>
                  </a:lnTo>
                  <a:cubicBezTo>
                    <a:pt x="351" y="6658"/>
                    <a:pt x="192" y="6815"/>
                    <a:pt x="1" y="6815"/>
                  </a:cubicBezTo>
                  <a:lnTo>
                    <a:pt x="371" y="6815"/>
                  </a:lnTo>
                  <a:cubicBezTo>
                    <a:pt x="565" y="6815"/>
                    <a:pt x="722" y="6656"/>
                    <a:pt x="722" y="6464"/>
                  </a:cubicBezTo>
                  <a:lnTo>
                    <a:pt x="722" y="351"/>
                  </a:lnTo>
                  <a:cubicBezTo>
                    <a:pt x="722" y="159"/>
                    <a:pt x="565" y="1"/>
                    <a:pt x="371"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898" name="Google Shape;4898;p28"/>
            <p:cNvSpPr/>
            <p:nvPr/>
          </p:nvSpPr>
          <p:spPr>
            <a:xfrm>
              <a:off x="3056152" y="2916083"/>
              <a:ext cx="30035" cy="24640"/>
            </a:xfrm>
            <a:custGeom>
              <a:rect b="b" l="l" r="r" t="t"/>
              <a:pathLst>
                <a:path extrusionOk="0" h="694" w="846">
                  <a:moveTo>
                    <a:pt x="399" y="1"/>
                  </a:moveTo>
                  <a:lnTo>
                    <a:pt x="241" y="515"/>
                  </a:lnTo>
                  <a:cubicBezTo>
                    <a:pt x="207" y="621"/>
                    <a:pt x="110" y="693"/>
                    <a:pt x="1" y="693"/>
                  </a:cubicBezTo>
                  <a:lnTo>
                    <a:pt x="448" y="693"/>
                  </a:lnTo>
                  <a:cubicBezTo>
                    <a:pt x="558" y="693"/>
                    <a:pt x="656" y="621"/>
                    <a:pt x="687" y="515"/>
                  </a:cubicBezTo>
                  <a:lnTo>
                    <a:pt x="846" y="1"/>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899" name="Google Shape;4899;p28"/>
            <p:cNvSpPr/>
            <p:nvPr/>
          </p:nvSpPr>
          <p:spPr>
            <a:xfrm>
              <a:off x="2848136" y="3055897"/>
              <a:ext cx="102460" cy="101899"/>
            </a:xfrm>
            <a:custGeom>
              <a:rect b="b" l="l" r="r" t="t"/>
              <a:pathLst>
                <a:path extrusionOk="0" h="2870" w="2886">
                  <a:moveTo>
                    <a:pt x="325" y="0"/>
                  </a:moveTo>
                  <a:cubicBezTo>
                    <a:pt x="145" y="0"/>
                    <a:pt x="0" y="146"/>
                    <a:pt x="0" y="325"/>
                  </a:cubicBezTo>
                  <a:lnTo>
                    <a:pt x="0" y="1275"/>
                  </a:lnTo>
                  <a:cubicBezTo>
                    <a:pt x="0" y="1812"/>
                    <a:pt x="436" y="2246"/>
                    <a:pt x="971" y="2246"/>
                  </a:cubicBezTo>
                  <a:lnTo>
                    <a:pt x="1595" y="2246"/>
                  </a:lnTo>
                  <a:lnTo>
                    <a:pt x="1540" y="2288"/>
                  </a:lnTo>
                  <a:cubicBezTo>
                    <a:pt x="1455" y="2353"/>
                    <a:pt x="1412" y="2448"/>
                    <a:pt x="1412" y="2547"/>
                  </a:cubicBezTo>
                  <a:cubicBezTo>
                    <a:pt x="1412" y="2615"/>
                    <a:pt x="1433" y="2684"/>
                    <a:pt x="1479" y="2743"/>
                  </a:cubicBezTo>
                  <a:cubicBezTo>
                    <a:pt x="1544" y="2826"/>
                    <a:pt x="1640" y="2870"/>
                    <a:pt x="1738" y="2870"/>
                  </a:cubicBezTo>
                  <a:cubicBezTo>
                    <a:pt x="1806" y="2870"/>
                    <a:pt x="1876" y="2848"/>
                    <a:pt x="1936" y="2802"/>
                  </a:cubicBezTo>
                  <a:lnTo>
                    <a:pt x="2757" y="2179"/>
                  </a:lnTo>
                  <a:cubicBezTo>
                    <a:pt x="2839" y="2117"/>
                    <a:pt x="2885" y="2022"/>
                    <a:pt x="2885" y="1921"/>
                  </a:cubicBezTo>
                  <a:cubicBezTo>
                    <a:pt x="2885" y="1821"/>
                    <a:pt x="2839" y="1726"/>
                    <a:pt x="2757" y="1664"/>
                  </a:cubicBezTo>
                  <a:lnTo>
                    <a:pt x="1940" y="1036"/>
                  </a:lnTo>
                  <a:cubicBezTo>
                    <a:pt x="1881" y="991"/>
                    <a:pt x="1811" y="969"/>
                    <a:pt x="1742" y="969"/>
                  </a:cubicBezTo>
                  <a:cubicBezTo>
                    <a:pt x="1645" y="969"/>
                    <a:pt x="1549" y="1013"/>
                    <a:pt x="1484" y="1097"/>
                  </a:cubicBezTo>
                  <a:cubicBezTo>
                    <a:pt x="1374" y="1239"/>
                    <a:pt x="1402" y="1442"/>
                    <a:pt x="1546" y="1553"/>
                  </a:cubicBezTo>
                  <a:lnTo>
                    <a:pt x="1603" y="1597"/>
                  </a:lnTo>
                  <a:lnTo>
                    <a:pt x="973" y="1597"/>
                  </a:lnTo>
                  <a:cubicBezTo>
                    <a:pt x="796" y="1597"/>
                    <a:pt x="652" y="1454"/>
                    <a:pt x="652" y="1275"/>
                  </a:cubicBezTo>
                  <a:lnTo>
                    <a:pt x="652" y="325"/>
                  </a:lnTo>
                  <a:cubicBezTo>
                    <a:pt x="652" y="146"/>
                    <a:pt x="505" y="0"/>
                    <a:pt x="325" y="0"/>
                  </a:cubicBezTo>
                  <a:close/>
                </a:path>
              </a:pathLst>
            </a:custGeom>
            <a:solidFill>
              <a:srgbClr val="8AC9F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900" name="Google Shape;4900;p28"/>
            <p:cNvSpPr/>
            <p:nvPr/>
          </p:nvSpPr>
          <p:spPr>
            <a:xfrm>
              <a:off x="2849486" y="3110075"/>
              <a:ext cx="54106" cy="25493"/>
            </a:xfrm>
            <a:custGeom>
              <a:rect b="b" l="l" r="r" t="t"/>
              <a:pathLst>
                <a:path extrusionOk="0" h="718" w="1524">
                  <a:moveTo>
                    <a:pt x="1" y="1"/>
                  </a:moveTo>
                  <a:lnTo>
                    <a:pt x="1" y="1"/>
                  </a:lnTo>
                  <a:cubicBezTo>
                    <a:pt x="113" y="413"/>
                    <a:pt x="490" y="718"/>
                    <a:pt x="938" y="718"/>
                  </a:cubicBezTo>
                  <a:lnTo>
                    <a:pt x="1413" y="718"/>
                  </a:lnTo>
                  <a:cubicBezTo>
                    <a:pt x="1408" y="699"/>
                    <a:pt x="1407" y="679"/>
                    <a:pt x="1407" y="661"/>
                  </a:cubicBezTo>
                  <a:cubicBezTo>
                    <a:pt x="1407" y="617"/>
                    <a:pt x="1444" y="549"/>
                    <a:pt x="1486" y="490"/>
                  </a:cubicBezTo>
                  <a:cubicBezTo>
                    <a:pt x="1523" y="437"/>
                    <a:pt x="1486" y="362"/>
                    <a:pt x="1420" y="362"/>
                  </a:cubicBezTo>
                  <a:lnTo>
                    <a:pt x="752" y="362"/>
                  </a:lnTo>
                  <a:cubicBezTo>
                    <a:pt x="449" y="362"/>
                    <a:pt x="177" y="223"/>
                    <a:pt x="1"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901" name="Google Shape;4901;p28"/>
            <p:cNvSpPr/>
            <p:nvPr/>
          </p:nvSpPr>
          <p:spPr>
            <a:xfrm>
              <a:off x="2898339" y="3113306"/>
              <a:ext cx="52260" cy="44523"/>
            </a:xfrm>
            <a:custGeom>
              <a:rect b="b" l="l" r="r" t="t"/>
              <a:pathLst>
                <a:path extrusionOk="0" h="1254" w="1472">
                  <a:moveTo>
                    <a:pt x="1284" y="1"/>
                  </a:moveTo>
                  <a:cubicBezTo>
                    <a:pt x="1271" y="81"/>
                    <a:pt x="1227" y="156"/>
                    <a:pt x="1161" y="206"/>
                  </a:cubicBezTo>
                  <a:lnTo>
                    <a:pt x="339" y="831"/>
                  </a:lnTo>
                  <a:cubicBezTo>
                    <a:pt x="280" y="875"/>
                    <a:pt x="210" y="897"/>
                    <a:pt x="141" y="897"/>
                  </a:cubicBezTo>
                  <a:cubicBezTo>
                    <a:pt x="95" y="897"/>
                    <a:pt x="49" y="887"/>
                    <a:pt x="6" y="867"/>
                  </a:cubicBezTo>
                  <a:cubicBezTo>
                    <a:pt x="2" y="887"/>
                    <a:pt x="1" y="909"/>
                    <a:pt x="1" y="929"/>
                  </a:cubicBezTo>
                  <a:cubicBezTo>
                    <a:pt x="1" y="996"/>
                    <a:pt x="22" y="1066"/>
                    <a:pt x="67" y="1125"/>
                  </a:cubicBezTo>
                  <a:cubicBezTo>
                    <a:pt x="131" y="1209"/>
                    <a:pt x="228" y="1254"/>
                    <a:pt x="326" y="1254"/>
                  </a:cubicBezTo>
                  <a:cubicBezTo>
                    <a:pt x="395" y="1254"/>
                    <a:pt x="464" y="1232"/>
                    <a:pt x="522" y="1188"/>
                  </a:cubicBezTo>
                  <a:lnTo>
                    <a:pt x="1343" y="563"/>
                  </a:lnTo>
                  <a:cubicBezTo>
                    <a:pt x="1424" y="501"/>
                    <a:pt x="1471" y="406"/>
                    <a:pt x="1471" y="304"/>
                  </a:cubicBezTo>
                  <a:cubicBezTo>
                    <a:pt x="1471" y="202"/>
                    <a:pt x="1425" y="106"/>
                    <a:pt x="1343" y="47"/>
                  </a:cubicBezTo>
                  <a:lnTo>
                    <a:pt x="1284" y="1"/>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902" name="Google Shape;4902;p28"/>
            <p:cNvSpPr/>
            <p:nvPr/>
          </p:nvSpPr>
          <p:spPr>
            <a:xfrm>
              <a:off x="2813520" y="2891940"/>
              <a:ext cx="99691" cy="94159"/>
            </a:xfrm>
            <a:custGeom>
              <a:rect b="b" l="l" r="r" t="t"/>
              <a:pathLst>
                <a:path extrusionOk="0" h="2652" w="2808">
                  <a:moveTo>
                    <a:pt x="181" y="0"/>
                  </a:moveTo>
                  <a:cubicBezTo>
                    <a:pt x="81" y="0"/>
                    <a:pt x="1" y="81"/>
                    <a:pt x="1" y="180"/>
                  </a:cubicBezTo>
                  <a:lnTo>
                    <a:pt x="1" y="1911"/>
                  </a:lnTo>
                  <a:cubicBezTo>
                    <a:pt x="1" y="2009"/>
                    <a:pt x="81" y="2091"/>
                    <a:pt x="181" y="2091"/>
                  </a:cubicBezTo>
                  <a:lnTo>
                    <a:pt x="638" y="2091"/>
                  </a:lnTo>
                  <a:cubicBezTo>
                    <a:pt x="716" y="2091"/>
                    <a:pt x="785" y="2132"/>
                    <a:pt x="824" y="2199"/>
                  </a:cubicBezTo>
                  <a:cubicBezTo>
                    <a:pt x="990" y="2480"/>
                    <a:pt x="1290" y="2604"/>
                    <a:pt x="1446" y="2650"/>
                  </a:cubicBezTo>
                  <a:cubicBezTo>
                    <a:pt x="1449" y="2651"/>
                    <a:pt x="1452" y="2652"/>
                    <a:pt x="1456" y="2652"/>
                  </a:cubicBezTo>
                  <a:cubicBezTo>
                    <a:pt x="1477" y="2652"/>
                    <a:pt x="1491" y="2625"/>
                    <a:pt x="1477" y="2605"/>
                  </a:cubicBezTo>
                  <a:cubicBezTo>
                    <a:pt x="1421" y="2524"/>
                    <a:pt x="1397" y="2418"/>
                    <a:pt x="1388" y="2324"/>
                  </a:cubicBezTo>
                  <a:cubicBezTo>
                    <a:pt x="1375" y="2199"/>
                    <a:pt x="1474" y="2088"/>
                    <a:pt x="1600" y="2088"/>
                  </a:cubicBezTo>
                  <a:lnTo>
                    <a:pt x="2627" y="2088"/>
                  </a:lnTo>
                  <a:cubicBezTo>
                    <a:pt x="2726" y="2088"/>
                    <a:pt x="2807" y="2008"/>
                    <a:pt x="2807" y="1908"/>
                  </a:cubicBezTo>
                  <a:lnTo>
                    <a:pt x="2807" y="179"/>
                  </a:lnTo>
                  <a:cubicBezTo>
                    <a:pt x="2807" y="81"/>
                    <a:pt x="2725" y="0"/>
                    <a:pt x="2627" y="0"/>
                  </a:cubicBezTo>
                  <a:close/>
                </a:path>
              </a:pathLst>
            </a:cu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903" name="Google Shape;4903;p28"/>
            <p:cNvSpPr/>
            <p:nvPr/>
          </p:nvSpPr>
          <p:spPr>
            <a:xfrm>
              <a:off x="2849557" y="2966214"/>
              <a:ext cx="20733" cy="19954"/>
            </a:xfrm>
            <a:custGeom>
              <a:rect b="b" l="l" r="r" t="t"/>
              <a:pathLst>
                <a:path extrusionOk="0" h="562" w="584">
                  <a:moveTo>
                    <a:pt x="225" y="1"/>
                  </a:moveTo>
                  <a:cubicBezTo>
                    <a:pt x="100" y="1"/>
                    <a:pt x="0" y="110"/>
                    <a:pt x="13" y="237"/>
                  </a:cubicBezTo>
                  <a:cubicBezTo>
                    <a:pt x="16" y="277"/>
                    <a:pt x="23" y="320"/>
                    <a:pt x="35" y="362"/>
                  </a:cubicBezTo>
                  <a:cubicBezTo>
                    <a:pt x="179" y="471"/>
                    <a:pt x="331" y="532"/>
                    <a:pt x="428" y="560"/>
                  </a:cubicBezTo>
                  <a:cubicBezTo>
                    <a:pt x="431" y="561"/>
                    <a:pt x="434" y="562"/>
                    <a:pt x="436" y="562"/>
                  </a:cubicBezTo>
                  <a:cubicBezTo>
                    <a:pt x="459" y="562"/>
                    <a:pt x="475" y="536"/>
                    <a:pt x="461" y="514"/>
                  </a:cubicBezTo>
                  <a:cubicBezTo>
                    <a:pt x="403" y="432"/>
                    <a:pt x="379" y="327"/>
                    <a:pt x="370" y="234"/>
                  </a:cubicBezTo>
                  <a:cubicBezTo>
                    <a:pt x="359" y="109"/>
                    <a:pt x="457" y="1"/>
                    <a:pt x="583"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904" name="Google Shape;4904;p28"/>
            <p:cNvSpPr/>
            <p:nvPr/>
          </p:nvSpPr>
          <p:spPr>
            <a:xfrm>
              <a:off x="2894043" y="2891940"/>
              <a:ext cx="19171" cy="74276"/>
            </a:xfrm>
            <a:custGeom>
              <a:rect b="b" l="l" r="r" t="t"/>
              <a:pathLst>
                <a:path extrusionOk="0" h="2092" w="540">
                  <a:moveTo>
                    <a:pt x="1" y="0"/>
                  </a:moveTo>
                  <a:cubicBezTo>
                    <a:pt x="100" y="0"/>
                    <a:pt x="181" y="81"/>
                    <a:pt x="181" y="180"/>
                  </a:cubicBezTo>
                  <a:lnTo>
                    <a:pt x="181" y="1911"/>
                  </a:lnTo>
                  <a:cubicBezTo>
                    <a:pt x="181" y="2009"/>
                    <a:pt x="100" y="2091"/>
                    <a:pt x="1" y="2091"/>
                  </a:cubicBezTo>
                  <a:lnTo>
                    <a:pt x="359" y="2091"/>
                  </a:lnTo>
                  <a:cubicBezTo>
                    <a:pt x="457" y="2091"/>
                    <a:pt x="539" y="2009"/>
                    <a:pt x="539" y="1911"/>
                  </a:cubicBezTo>
                  <a:lnTo>
                    <a:pt x="539" y="180"/>
                  </a:lnTo>
                  <a:cubicBezTo>
                    <a:pt x="539" y="81"/>
                    <a:pt x="457" y="0"/>
                    <a:pt x="359"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905" name="Google Shape;4905;p28"/>
            <p:cNvSpPr/>
            <p:nvPr/>
          </p:nvSpPr>
          <p:spPr>
            <a:xfrm>
              <a:off x="2824739" y="2906177"/>
              <a:ext cx="77218" cy="9870"/>
            </a:xfrm>
            <a:custGeom>
              <a:rect b="b" l="l" r="r" t="t"/>
              <a:pathLst>
                <a:path extrusionOk="0" h="278" w="2175">
                  <a:moveTo>
                    <a:pt x="138" y="1"/>
                  </a:moveTo>
                  <a:cubicBezTo>
                    <a:pt x="62" y="1"/>
                    <a:pt x="0" y="61"/>
                    <a:pt x="0" y="139"/>
                  </a:cubicBezTo>
                  <a:cubicBezTo>
                    <a:pt x="0" y="215"/>
                    <a:pt x="60" y="277"/>
                    <a:pt x="138" y="277"/>
                  </a:cubicBezTo>
                  <a:lnTo>
                    <a:pt x="2036" y="277"/>
                  </a:lnTo>
                  <a:cubicBezTo>
                    <a:pt x="2113" y="277"/>
                    <a:pt x="2174" y="215"/>
                    <a:pt x="2174" y="139"/>
                  </a:cubicBezTo>
                  <a:cubicBezTo>
                    <a:pt x="2174" y="64"/>
                    <a:pt x="2113" y="1"/>
                    <a:pt x="2036"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906" name="Google Shape;4906;p28"/>
            <p:cNvSpPr/>
            <p:nvPr/>
          </p:nvSpPr>
          <p:spPr>
            <a:xfrm>
              <a:off x="2824633" y="2924177"/>
              <a:ext cx="44378" cy="9906"/>
            </a:xfrm>
            <a:custGeom>
              <a:rect b="b" l="l" r="r" t="t"/>
              <a:pathLst>
                <a:path extrusionOk="0" h="279" w="1250">
                  <a:moveTo>
                    <a:pt x="140" y="0"/>
                  </a:moveTo>
                  <a:cubicBezTo>
                    <a:pt x="63" y="0"/>
                    <a:pt x="0" y="62"/>
                    <a:pt x="0" y="140"/>
                  </a:cubicBezTo>
                  <a:cubicBezTo>
                    <a:pt x="0" y="215"/>
                    <a:pt x="62" y="278"/>
                    <a:pt x="140" y="278"/>
                  </a:cubicBezTo>
                  <a:lnTo>
                    <a:pt x="1111" y="278"/>
                  </a:lnTo>
                  <a:cubicBezTo>
                    <a:pt x="1187" y="278"/>
                    <a:pt x="1249" y="215"/>
                    <a:pt x="1249" y="140"/>
                  </a:cubicBezTo>
                  <a:cubicBezTo>
                    <a:pt x="1249" y="64"/>
                    <a:pt x="1187" y="0"/>
                    <a:pt x="1111"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907" name="Google Shape;4907;p28"/>
            <p:cNvSpPr/>
            <p:nvPr/>
          </p:nvSpPr>
          <p:spPr>
            <a:xfrm>
              <a:off x="2881439" y="2924177"/>
              <a:ext cx="19597" cy="9906"/>
            </a:xfrm>
            <a:custGeom>
              <a:rect b="b" l="l" r="r" t="t"/>
              <a:pathLst>
                <a:path extrusionOk="0" h="279" w="552">
                  <a:moveTo>
                    <a:pt x="139" y="0"/>
                  </a:moveTo>
                  <a:cubicBezTo>
                    <a:pt x="62" y="0"/>
                    <a:pt x="0" y="62"/>
                    <a:pt x="0" y="140"/>
                  </a:cubicBezTo>
                  <a:cubicBezTo>
                    <a:pt x="0" y="215"/>
                    <a:pt x="61" y="278"/>
                    <a:pt x="139" y="278"/>
                  </a:cubicBezTo>
                  <a:lnTo>
                    <a:pt x="413" y="278"/>
                  </a:lnTo>
                  <a:cubicBezTo>
                    <a:pt x="488" y="278"/>
                    <a:pt x="552" y="215"/>
                    <a:pt x="552" y="140"/>
                  </a:cubicBezTo>
                  <a:cubicBezTo>
                    <a:pt x="552" y="64"/>
                    <a:pt x="491" y="0"/>
                    <a:pt x="413"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908" name="Google Shape;4908;p28"/>
            <p:cNvSpPr/>
            <p:nvPr/>
          </p:nvSpPr>
          <p:spPr>
            <a:xfrm>
              <a:off x="2824633" y="2942142"/>
              <a:ext cx="75549" cy="9870"/>
            </a:xfrm>
            <a:custGeom>
              <a:rect b="b" l="l" r="r" t="t"/>
              <a:pathLst>
                <a:path extrusionOk="0" h="278" w="2128">
                  <a:moveTo>
                    <a:pt x="140" y="1"/>
                  </a:moveTo>
                  <a:cubicBezTo>
                    <a:pt x="63" y="1"/>
                    <a:pt x="0" y="61"/>
                    <a:pt x="0" y="139"/>
                  </a:cubicBezTo>
                  <a:cubicBezTo>
                    <a:pt x="0" y="214"/>
                    <a:pt x="62" y="277"/>
                    <a:pt x="140" y="277"/>
                  </a:cubicBezTo>
                  <a:lnTo>
                    <a:pt x="1986" y="277"/>
                  </a:lnTo>
                  <a:cubicBezTo>
                    <a:pt x="2064" y="277"/>
                    <a:pt x="2127" y="217"/>
                    <a:pt x="2124" y="139"/>
                  </a:cubicBezTo>
                  <a:cubicBezTo>
                    <a:pt x="2124" y="63"/>
                    <a:pt x="2064" y="1"/>
                    <a:pt x="1986"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909" name="Google Shape;4909;p28"/>
            <p:cNvSpPr/>
            <p:nvPr/>
          </p:nvSpPr>
          <p:spPr>
            <a:xfrm>
              <a:off x="2813449" y="3011623"/>
              <a:ext cx="99762" cy="24925"/>
            </a:xfrm>
            <a:custGeom>
              <a:rect b="b" l="l" r="r" t="t"/>
              <a:pathLst>
                <a:path extrusionOk="0" h="702" w="2810">
                  <a:moveTo>
                    <a:pt x="351" y="1"/>
                  </a:moveTo>
                  <a:cubicBezTo>
                    <a:pt x="157" y="1"/>
                    <a:pt x="0" y="156"/>
                    <a:pt x="0" y="351"/>
                  </a:cubicBezTo>
                  <a:cubicBezTo>
                    <a:pt x="0" y="545"/>
                    <a:pt x="157" y="702"/>
                    <a:pt x="351" y="702"/>
                  </a:cubicBezTo>
                  <a:lnTo>
                    <a:pt x="2458" y="702"/>
                  </a:lnTo>
                  <a:cubicBezTo>
                    <a:pt x="2652" y="702"/>
                    <a:pt x="2809" y="545"/>
                    <a:pt x="2809" y="351"/>
                  </a:cubicBezTo>
                  <a:cubicBezTo>
                    <a:pt x="2809" y="156"/>
                    <a:pt x="2652" y="1"/>
                    <a:pt x="2458" y="1"/>
                  </a:cubicBezTo>
                  <a:close/>
                </a:path>
              </a:pathLst>
            </a:cu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910" name="Google Shape;4910;p28"/>
            <p:cNvSpPr/>
            <p:nvPr/>
          </p:nvSpPr>
          <p:spPr>
            <a:xfrm>
              <a:off x="2887368" y="3011623"/>
              <a:ext cx="25846" cy="24925"/>
            </a:xfrm>
            <a:custGeom>
              <a:rect b="b" l="l" r="r" t="t"/>
              <a:pathLst>
                <a:path extrusionOk="0" h="702" w="728">
                  <a:moveTo>
                    <a:pt x="0" y="1"/>
                  </a:moveTo>
                  <a:cubicBezTo>
                    <a:pt x="195" y="1"/>
                    <a:pt x="351" y="156"/>
                    <a:pt x="351" y="351"/>
                  </a:cubicBezTo>
                  <a:cubicBezTo>
                    <a:pt x="351" y="449"/>
                    <a:pt x="311" y="536"/>
                    <a:pt x="248" y="600"/>
                  </a:cubicBezTo>
                  <a:cubicBezTo>
                    <a:pt x="186" y="663"/>
                    <a:pt x="97" y="702"/>
                    <a:pt x="0" y="702"/>
                  </a:cubicBezTo>
                  <a:lnTo>
                    <a:pt x="376" y="702"/>
                  </a:lnTo>
                  <a:cubicBezTo>
                    <a:pt x="474" y="702"/>
                    <a:pt x="562" y="663"/>
                    <a:pt x="625" y="600"/>
                  </a:cubicBezTo>
                  <a:cubicBezTo>
                    <a:pt x="687" y="536"/>
                    <a:pt x="727" y="449"/>
                    <a:pt x="727" y="351"/>
                  </a:cubicBezTo>
                  <a:cubicBezTo>
                    <a:pt x="727" y="159"/>
                    <a:pt x="570" y="1"/>
                    <a:pt x="376"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911" name="Google Shape;4911;p28"/>
            <p:cNvSpPr/>
            <p:nvPr/>
          </p:nvSpPr>
          <p:spPr>
            <a:xfrm>
              <a:off x="2996187" y="2995292"/>
              <a:ext cx="95679" cy="108113"/>
            </a:xfrm>
            <a:custGeom>
              <a:rect b="b" l="l" r="r" t="t"/>
              <a:pathLst>
                <a:path extrusionOk="0" h="3045" w="2695">
                  <a:moveTo>
                    <a:pt x="1347" y="0"/>
                  </a:moveTo>
                  <a:cubicBezTo>
                    <a:pt x="1331" y="0"/>
                    <a:pt x="1315" y="6"/>
                    <a:pt x="1303" y="16"/>
                  </a:cubicBezTo>
                  <a:lnTo>
                    <a:pt x="0" y="1091"/>
                  </a:lnTo>
                  <a:lnTo>
                    <a:pt x="0" y="2965"/>
                  </a:lnTo>
                  <a:cubicBezTo>
                    <a:pt x="0" y="3008"/>
                    <a:pt x="36" y="3044"/>
                    <a:pt x="80" y="3044"/>
                  </a:cubicBezTo>
                  <a:lnTo>
                    <a:pt x="2615" y="3044"/>
                  </a:lnTo>
                  <a:cubicBezTo>
                    <a:pt x="2658" y="3044"/>
                    <a:pt x="2694" y="3008"/>
                    <a:pt x="2694" y="2965"/>
                  </a:cubicBezTo>
                  <a:lnTo>
                    <a:pt x="2693" y="1091"/>
                  </a:lnTo>
                  <a:lnTo>
                    <a:pt x="1391" y="16"/>
                  </a:lnTo>
                  <a:cubicBezTo>
                    <a:pt x="1378" y="6"/>
                    <a:pt x="1362" y="0"/>
                    <a:pt x="1347" y="0"/>
                  </a:cubicBezTo>
                  <a:close/>
                </a:path>
              </a:pathLst>
            </a:cu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912" name="Google Shape;4912;p28"/>
            <p:cNvSpPr/>
            <p:nvPr/>
          </p:nvSpPr>
          <p:spPr>
            <a:xfrm>
              <a:off x="2996045" y="3034026"/>
              <a:ext cx="95715" cy="69377"/>
            </a:xfrm>
            <a:custGeom>
              <a:rect b="b" l="l" r="r" t="t"/>
              <a:pathLst>
                <a:path extrusionOk="0" h="1954" w="2696">
                  <a:moveTo>
                    <a:pt x="0" y="0"/>
                  </a:moveTo>
                  <a:lnTo>
                    <a:pt x="0" y="1874"/>
                  </a:lnTo>
                  <a:cubicBezTo>
                    <a:pt x="0" y="1917"/>
                    <a:pt x="36" y="1953"/>
                    <a:pt x="79" y="1953"/>
                  </a:cubicBezTo>
                  <a:lnTo>
                    <a:pt x="2616" y="1953"/>
                  </a:lnTo>
                  <a:cubicBezTo>
                    <a:pt x="2659" y="1953"/>
                    <a:pt x="2695" y="1917"/>
                    <a:pt x="2695" y="1874"/>
                  </a:cubicBezTo>
                  <a:lnTo>
                    <a:pt x="2695" y="0"/>
                  </a:lnTo>
                  <a:lnTo>
                    <a:pt x="1397" y="856"/>
                  </a:lnTo>
                  <a:cubicBezTo>
                    <a:pt x="1384" y="867"/>
                    <a:pt x="1366" y="873"/>
                    <a:pt x="1349" y="873"/>
                  </a:cubicBezTo>
                  <a:cubicBezTo>
                    <a:pt x="1331" y="873"/>
                    <a:pt x="1313" y="867"/>
                    <a:pt x="1298" y="856"/>
                  </a:cubicBezTo>
                  <a:lnTo>
                    <a:pt x="0" y="0"/>
                  </a:lnTo>
                  <a:close/>
                </a:path>
              </a:pathLst>
            </a:cu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913" name="Google Shape;4913;p28"/>
            <p:cNvSpPr/>
            <p:nvPr/>
          </p:nvSpPr>
          <p:spPr>
            <a:xfrm>
              <a:off x="3034034" y="2995292"/>
              <a:ext cx="57763" cy="108113"/>
            </a:xfrm>
            <a:custGeom>
              <a:rect b="b" l="l" r="r" t="t"/>
              <a:pathLst>
                <a:path extrusionOk="0" h="3045" w="1627">
                  <a:moveTo>
                    <a:pt x="279" y="0"/>
                  </a:moveTo>
                  <a:cubicBezTo>
                    <a:pt x="263" y="0"/>
                    <a:pt x="248" y="6"/>
                    <a:pt x="235" y="16"/>
                  </a:cubicBezTo>
                  <a:lnTo>
                    <a:pt x="1" y="209"/>
                  </a:lnTo>
                  <a:lnTo>
                    <a:pt x="1152" y="1159"/>
                  </a:lnTo>
                  <a:cubicBezTo>
                    <a:pt x="1218" y="1212"/>
                    <a:pt x="1257" y="1293"/>
                    <a:pt x="1257" y="1378"/>
                  </a:cubicBezTo>
                  <a:lnTo>
                    <a:pt x="1257" y="3044"/>
                  </a:lnTo>
                  <a:lnTo>
                    <a:pt x="1548" y="3044"/>
                  </a:lnTo>
                  <a:cubicBezTo>
                    <a:pt x="1591" y="3044"/>
                    <a:pt x="1627" y="3008"/>
                    <a:pt x="1627" y="2965"/>
                  </a:cubicBezTo>
                  <a:lnTo>
                    <a:pt x="1627" y="1091"/>
                  </a:lnTo>
                  <a:lnTo>
                    <a:pt x="323" y="16"/>
                  </a:lnTo>
                  <a:cubicBezTo>
                    <a:pt x="310" y="6"/>
                    <a:pt x="294" y="0"/>
                    <a:pt x="279"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914" name="Google Shape;4914;p28"/>
            <p:cNvSpPr/>
            <p:nvPr/>
          </p:nvSpPr>
          <p:spPr>
            <a:xfrm>
              <a:off x="3075821" y="3034026"/>
              <a:ext cx="15976" cy="69377"/>
            </a:xfrm>
            <a:custGeom>
              <a:rect b="b" l="l" r="r" t="t"/>
              <a:pathLst>
                <a:path extrusionOk="0" h="1954" w="450">
                  <a:moveTo>
                    <a:pt x="450" y="0"/>
                  </a:moveTo>
                  <a:lnTo>
                    <a:pt x="80" y="245"/>
                  </a:lnTo>
                  <a:lnTo>
                    <a:pt x="80" y="1874"/>
                  </a:lnTo>
                  <a:cubicBezTo>
                    <a:pt x="80" y="1917"/>
                    <a:pt x="44" y="1953"/>
                    <a:pt x="1" y="1953"/>
                  </a:cubicBezTo>
                  <a:lnTo>
                    <a:pt x="371" y="1953"/>
                  </a:lnTo>
                  <a:cubicBezTo>
                    <a:pt x="414" y="1953"/>
                    <a:pt x="450" y="1917"/>
                    <a:pt x="450" y="1874"/>
                  </a:cubicBezTo>
                  <a:lnTo>
                    <a:pt x="450" y="0"/>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4915" name="Google Shape;4915;p28"/>
          <p:cNvGrpSpPr/>
          <p:nvPr/>
        </p:nvGrpSpPr>
        <p:grpSpPr>
          <a:xfrm>
            <a:off x="2163412" y="2831051"/>
            <a:ext cx="285663" cy="327001"/>
            <a:chOff x="2163412" y="2831051"/>
            <a:chExt cx="285663" cy="327001"/>
          </a:xfrm>
        </p:grpSpPr>
        <p:sp>
          <p:nvSpPr>
            <p:cNvPr id="4916" name="Google Shape;4916;p28"/>
            <p:cNvSpPr/>
            <p:nvPr/>
          </p:nvSpPr>
          <p:spPr>
            <a:xfrm>
              <a:off x="2163412" y="2831051"/>
              <a:ext cx="179643" cy="326895"/>
            </a:xfrm>
            <a:custGeom>
              <a:rect b="b" l="l" r="r" t="t"/>
              <a:pathLst>
                <a:path extrusionOk="0" h="9207" w="5060">
                  <a:moveTo>
                    <a:pt x="425" y="0"/>
                  </a:moveTo>
                  <a:cubicBezTo>
                    <a:pt x="190" y="0"/>
                    <a:pt x="0" y="190"/>
                    <a:pt x="0" y="425"/>
                  </a:cubicBezTo>
                  <a:lnTo>
                    <a:pt x="0" y="8782"/>
                  </a:lnTo>
                  <a:cubicBezTo>
                    <a:pt x="0" y="9017"/>
                    <a:pt x="190" y="9207"/>
                    <a:pt x="425" y="9207"/>
                  </a:cubicBezTo>
                  <a:lnTo>
                    <a:pt x="4635" y="9207"/>
                  </a:lnTo>
                  <a:cubicBezTo>
                    <a:pt x="4870" y="9207"/>
                    <a:pt x="5060" y="9017"/>
                    <a:pt x="5060" y="8782"/>
                  </a:cubicBezTo>
                  <a:lnTo>
                    <a:pt x="5060" y="3209"/>
                  </a:lnTo>
                  <a:lnTo>
                    <a:pt x="4880" y="1766"/>
                  </a:lnTo>
                  <a:lnTo>
                    <a:pt x="5060" y="425"/>
                  </a:lnTo>
                  <a:cubicBezTo>
                    <a:pt x="5060" y="190"/>
                    <a:pt x="4870" y="0"/>
                    <a:pt x="4635" y="0"/>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917" name="Google Shape;4917;p28"/>
            <p:cNvSpPr/>
            <p:nvPr/>
          </p:nvSpPr>
          <p:spPr>
            <a:xfrm>
              <a:off x="2314871" y="2831086"/>
              <a:ext cx="28260" cy="326966"/>
            </a:xfrm>
            <a:custGeom>
              <a:rect b="b" l="l" r="r" t="t"/>
              <a:pathLst>
                <a:path extrusionOk="0" h="9209" w="796">
                  <a:moveTo>
                    <a:pt x="373" y="0"/>
                  </a:moveTo>
                  <a:cubicBezTo>
                    <a:pt x="373" y="0"/>
                    <a:pt x="372" y="0"/>
                    <a:pt x="371" y="0"/>
                  </a:cubicBezTo>
                  <a:lnTo>
                    <a:pt x="1" y="0"/>
                  </a:lnTo>
                  <a:cubicBezTo>
                    <a:pt x="234" y="0"/>
                    <a:pt x="425" y="189"/>
                    <a:pt x="425" y="425"/>
                  </a:cubicBezTo>
                  <a:lnTo>
                    <a:pt x="425" y="8784"/>
                  </a:lnTo>
                  <a:cubicBezTo>
                    <a:pt x="425" y="9017"/>
                    <a:pt x="234" y="9209"/>
                    <a:pt x="1" y="9209"/>
                  </a:cubicBezTo>
                  <a:lnTo>
                    <a:pt x="371" y="9209"/>
                  </a:lnTo>
                  <a:cubicBezTo>
                    <a:pt x="605" y="9209"/>
                    <a:pt x="795" y="9019"/>
                    <a:pt x="795" y="8784"/>
                  </a:cubicBezTo>
                  <a:lnTo>
                    <a:pt x="795" y="3504"/>
                  </a:lnTo>
                  <a:lnTo>
                    <a:pt x="597" y="2054"/>
                  </a:lnTo>
                  <a:lnTo>
                    <a:pt x="795" y="424"/>
                  </a:lnTo>
                  <a:cubicBezTo>
                    <a:pt x="795" y="190"/>
                    <a:pt x="607" y="0"/>
                    <a:pt x="373"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918" name="Google Shape;4918;p28"/>
            <p:cNvSpPr/>
            <p:nvPr/>
          </p:nvSpPr>
          <p:spPr>
            <a:xfrm>
              <a:off x="2341747" y="2921870"/>
              <a:ext cx="107324" cy="155121"/>
            </a:xfrm>
            <a:custGeom>
              <a:rect b="b" l="l" r="r" t="t"/>
              <a:pathLst>
                <a:path extrusionOk="0" h="4369" w="3023">
                  <a:moveTo>
                    <a:pt x="1" y="1"/>
                  </a:moveTo>
                  <a:lnTo>
                    <a:pt x="1" y="4368"/>
                  </a:lnTo>
                  <a:lnTo>
                    <a:pt x="2922" y="4368"/>
                  </a:lnTo>
                  <a:cubicBezTo>
                    <a:pt x="2978" y="4368"/>
                    <a:pt x="3023" y="4323"/>
                    <a:pt x="3023" y="4267"/>
                  </a:cubicBezTo>
                  <a:lnTo>
                    <a:pt x="3023" y="101"/>
                  </a:lnTo>
                  <a:cubicBezTo>
                    <a:pt x="3023" y="47"/>
                    <a:pt x="2978" y="1"/>
                    <a:pt x="2922" y="1"/>
                  </a:cubicBezTo>
                  <a:close/>
                </a:path>
              </a:pathLst>
            </a:cu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919" name="Google Shape;4919;p28"/>
            <p:cNvSpPr/>
            <p:nvPr/>
          </p:nvSpPr>
          <p:spPr>
            <a:xfrm>
              <a:off x="2432353" y="2921870"/>
              <a:ext cx="16722" cy="155121"/>
            </a:xfrm>
            <a:custGeom>
              <a:rect b="b" l="l" r="r" t="t"/>
              <a:pathLst>
                <a:path extrusionOk="0" h="4369" w="471">
                  <a:moveTo>
                    <a:pt x="0" y="1"/>
                  </a:moveTo>
                  <a:cubicBezTo>
                    <a:pt x="55" y="1"/>
                    <a:pt x="101" y="47"/>
                    <a:pt x="101" y="101"/>
                  </a:cubicBezTo>
                  <a:lnTo>
                    <a:pt x="101" y="4267"/>
                  </a:lnTo>
                  <a:cubicBezTo>
                    <a:pt x="101" y="4323"/>
                    <a:pt x="55" y="4368"/>
                    <a:pt x="0" y="4368"/>
                  </a:cubicBezTo>
                  <a:lnTo>
                    <a:pt x="370" y="4368"/>
                  </a:lnTo>
                  <a:cubicBezTo>
                    <a:pt x="426" y="4368"/>
                    <a:pt x="471" y="4323"/>
                    <a:pt x="471" y="4267"/>
                  </a:cubicBezTo>
                  <a:lnTo>
                    <a:pt x="471" y="101"/>
                  </a:lnTo>
                  <a:cubicBezTo>
                    <a:pt x="471" y="47"/>
                    <a:pt x="426" y="1"/>
                    <a:pt x="370"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920" name="Google Shape;4920;p28"/>
            <p:cNvSpPr/>
            <p:nvPr/>
          </p:nvSpPr>
          <p:spPr>
            <a:xfrm>
              <a:off x="2341818" y="2870425"/>
              <a:ext cx="24497" cy="248180"/>
            </a:xfrm>
            <a:custGeom>
              <a:rect b="b" l="l" r="r" t="t"/>
              <a:pathLst>
                <a:path extrusionOk="0" h="6990" w="690">
                  <a:moveTo>
                    <a:pt x="0" y="0"/>
                  </a:moveTo>
                  <a:lnTo>
                    <a:pt x="0" y="6990"/>
                  </a:lnTo>
                  <a:lnTo>
                    <a:pt x="583" y="6744"/>
                  </a:lnTo>
                  <a:cubicBezTo>
                    <a:pt x="648" y="6716"/>
                    <a:pt x="690" y="6655"/>
                    <a:pt x="690" y="6584"/>
                  </a:cubicBezTo>
                  <a:lnTo>
                    <a:pt x="690" y="405"/>
                  </a:lnTo>
                  <a:cubicBezTo>
                    <a:pt x="690" y="334"/>
                    <a:pt x="648" y="272"/>
                    <a:pt x="583" y="245"/>
                  </a:cubicBezTo>
                  <a:lnTo>
                    <a:pt x="0" y="0"/>
                  </a:lnTo>
                  <a:close/>
                </a:path>
              </a:pathLst>
            </a:custGeom>
            <a:solidFill>
              <a:schemeClr val="accent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921" name="Google Shape;4921;p28"/>
            <p:cNvSpPr/>
            <p:nvPr/>
          </p:nvSpPr>
          <p:spPr>
            <a:xfrm>
              <a:off x="2352753" y="2875076"/>
              <a:ext cx="13526" cy="238949"/>
            </a:xfrm>
            <a:custGeom>
              <a:rect b="b" l="l" r="r" t="t"/>
              <a:pathLst>
                <a:path extrusionOk="0" h="6730" w="381">
                  <a:moveTo>
                    <a:pt x="0" y="0"/>
                  </a:moveTo>
                  <a:cubicBezTo>
                    <a:pt x="6" y="16"/>
                    <a:pt x="7" y="34"/>
                    <a:pt x="7" y="51"/>
                  </a:cubicBezTo>
                  <a:lnTo>
                    <a:pt x="7" y="6679"/>
                  </a:lnTo>
                  <a:cubicBezTo>
                    <a:pt x="7" y="6698"/>
                    <a:pt x="6" y="6714"/>
                    <a:pt x="0" y="6729"/>
                  </a:cubicBezTo>
                  <a:lnTo>
                    <a:pt x="274" y="6614"/>
                  </a:lnTo>
                  <a:cubicBezTo>
                    <a:pt x="338" y="6588"/>
                    <a:pt x="380" y="6525"/>
                    <a:pt x="380" y="6454"/>
                  </a:cubicBezTo>
                  <a:lnTo>
                    <a:pt x="380" y="275"/>
                  </a:lnTo>
                  <a:cubicBezTo>
                    <a:pt x="380" y="206"/>
                    <a:pt x="338" y="143"/>
                    <a:pt x="274" y="116"/>
                  </a:cubicBezTo>
                  <a:lnTo>
                    <a:pt x="0" y="0"/>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922" name="Google Shape;4922;p28"/>
            <p:cNvSpPr/>
            <p:nvPr/>
          </p:nvSpPr>
          <p:spPr>
            <a:xfrm>
              <a:off x="2163412" y="2831051"/>
              <a:ext cx="179714" cy="327001"/>
            </a:xfrm>
            <a:custGeom>
              <a:rect b="b" l="l" r="r" t="t"/>
              <a:pathLst>
                <a:path extrusionOk="0" h="9210" w="5062">
                  <a:moveTo>
                    <a:pt x="425" y="0"/>
                  </a:moveTo>
                  <a:cubicBezTo>
                    <a:pt x="190" y="0"/>
                    <a:pt x="0" y="190"/>
                    <a:pt x="0" y="425"/>
                  </a:cubicBezTo>
                  <a:lnTo>
                    <a:pt x="0" y="3231"/>
                  </a:lnTo>
                  <a:lnTo>
                    <a:pt x="557" y="3946"/>
                  </a:lnTo>
                  <a:cubicBezTo>
                    <a:pt x="633" y="4044"/>
                    <a:pt x="675" y="4162"/>
                    <a:pt x="675" y="4284"/>
                  </a:cubicBezTo>
                  <a:lnTo>
                    <a:pt x="675" y="9210"/>
                  </a:lnTo>
                  <a:lnTo>
                    <a:pt x="4388" y="9210"/>
                  </a:lnTo>
                  <a:lnTo>
                    <a:pt x="4388" y="4284"/>
                  </a:lnTo>
                  <a:cubicBezTo>
                    <a:pt x="4388" y="4162"/>
                    <a:pt x="4428" y="4041"/>
                    <a:pt x="4504" y="3946"/>
                  </a:cubicBezTo>
                  <a:lnTo>
                    <a:pt x="5061" y="3231"/>
                  </a:lnTo>
                  <a:lnTo>
                    <a:pt x="5061" y="425"/>
                  </a:lnTo>
                  <a:cubicBezTo>
                    <a:pt x="5061" y="190"/>
                    <a:pt x="4871" y="0"/>
                    <a:pt x="4637" y="0"/>
                  </a:cubicBezTo>
                  <a:close/>
                </a:path>
              </a:pathLst>
            </a:cu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923" name="Google Shape;4923;p28"/>
            <p:cNvSpPr/>
            <p:nvPr/>
          </p:nvSpPr>
          <p:spPr>
            <a:xfrm>
              <a:off x="2305782" y="2831051"/>
              <a:ext cx="37349" cy="326895"/>
            </a:xfrm>
            <a:custGeom>
              <a:rect b="b" l="l" r="r" t="t"/>
              <a:pathLst>
                <a:path extrusionOk="0" h="9207" w="1052">
                  <a:moveTo>
                    <a:pt x="251" y="0"/>
                  </a:moveTo>
                  <a:cubicBezTo>
                    <a:pt x="486" y="0"/>
                    <a:pt x="676" y="189"/>
                    <a:pt x="676" y="425"/>
                  </a:cubicBezTo>
                  <a:lnTo>
                    <a:pt x="676" y="3051"/>
                  </a:lnTo>
                  <a:cubicBezTo>
                    <a:pt x="676" y="3120"/>
                    <a:pt x="653" y="3189"/>
                    <a:pt x="610" y="3245"/>
                  </a:cubicBezTo>
                  <a:lnTo>
                    <a:pt x="119" y="3874"/>
                  </a:lnTo>
                  <a:cubicBezTo>
                    <a:pt x="43" y="3972"/>
                    <a:pt x="1" y="4090"/>
                    <a:pt x="1" y="4212"/>
                  </a:cubicBezTo>
                  <a:lnTo>
                    <a:pt x="1" y="9207"/>
                  </a:lnTo>
                  <a:lnTo>
                    <a:pt x="378" y="9207"/>
                  </a:lnTo>
                  <a:lnTo>
                    <a:pt x="378" y="4283"/>
                  </a:lnTo>
                  <a:cubicBezTo>
                    <a:pt x="378" y="4160"/>
                    <a:pt x="418" y="4041"/>
                    <a:pt x="494" y="3944"/>
                  </a:cubicBezTo>
                  <a:lnTo>
                    <a:pt x="1051" y="3228"/>
                  </a:lnTo>
                  <a:lnTo>
                    <a:pt x="1051" y="425"/>
                  </a:lnTo>
                  <a:cubicBezTo>
                    <a:pt x="1051" y="190"/>
                    <a:pt x="861" y="0"/>
                    <a:pt x="627"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924" name="Google Shape;4924;p28"/>
            <p:cNvSpPr/>
            <p:nvPr/>
          </p:nvSpPr>
          <p:spPr>
            <a:xfrm>
              <a:off x="2187981" y="2879407"/>
              <a:ext cx="130578" cy="61850"/>
            </a:xfrm>
            <a:custGeom>
              <a:rect b="b" l="l" r="r" t="t"/>
              <a:pathLst>
                <a:path extrusionOk="0" h="1742" w="3678">
                  <a:moveTo>
                    <a:pt x="200" y="1"/>
                  </a:moveTo>
                  <a:cubicBezTo>
                    <a:pt x="88" y="1"/>
                    <a:pt x="0" y="90"/>
                    <a:pt x="0" y="201"/>
                  </a:cubicBezTo>
                  <a:lnTo>
                    <a:pt x="0" y="1542"/>
                  </a:lnTo>
                  <a:cubicBezTo>
                    <a:pt x="0" y="1653"/>
                    <a:pt x="91" y="1742"/>
                    <a:pt x="200" y="1742"/>
                  </a:cubicBezTo>
                  <a:lnTo>
                    <a:pt x="3477" y="1742"/>
                  </a:lnTo>
                  <a:cubicBezTo>
                    <a:pt x="3588" y="1742"/>
                    <a:pt x="3677" y="1653"/>
                    <a:pt x="3677" y="1542"/>
                  </a:cubicBezTo>
                  <a:lnTo>
                    <a:pt x="3677" y="201"/>
                  </a:lnTo>
                  <a:cubicBezTo>
                    <a:pt x="3677" y="90"/>
                    <a:pt x="3588" y="1"/>
                    <a:pt x="3477" y="1"/>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925" name="Google Shape;4925;p28"/>
            <p:cNvSpPr/>
            <p:nvPr/>
          </p:nvSpPr>
          <p:spPr>
            <a:xfrm>
              <a:off x="2298291" y="2879478"/>
              <a:ext cx="20272" cy="61850"/>
            </a:xfrm>
            <a:custGeom>
              <a:rect b="b" l="l" r="r" t="t"/>
              <a:pathLst>
                <a:path extrusionOk="0" h="1742" w="571">
                  <a:moveTo>
                    <a:pt x="0" y="0"/>
                  </a:moveTo>
                  <a:cubicBezTo>
                    <a:pt x="110" y="0"/>
                    <a:pt x="200" y="91"/>
                    <a:pt x="200" y="200"/>
                  </a:cubicBezTo>
                  <a:lnTo>
                    <a:pt x="200" y="1543"/>
                  </a:lnTo>
                  <a:cubicBezTo>
                    <a:pt x="200" y="1652"/>
                    <a:pt x="110" y="1741"/>
                    <a:pt x="0" y="1741"/>
                  </a:cubicBezTo>
                  <a:lnTo>
                    <a:pt x="370" y="1741"/>
                  </a:lnTo>
                  <a:cubicBezTo>
                    <a:pt x="481" y="1741"/>
                    <a:pt x="570" y="1652"/>
                    <a:pt x="570" y="1543"/>
                  </a:cubicBezTo>
                  <a:lnTo>
                    <a:pt x="570" y="200"/>
                  </a:lnTo>
                  <a:cubicBezTo>
                    <a:pt x="570" y="89"/>
                    <a:pt x="481" y="0"/>
                    <a:pt x="370"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926" name="Google Shape;4926;p28"/>
            <p:cNvSpPr/>
            <p:nvPr/>
          </p:nvSpPr>
          <p:spPr>
            <a:xfrm>
              <a:off x="2209603" y="2979705"/>
              <a:ext cx="34650" cy="22013"/>
            </a:xfrm>
            <a:custGeom>
              <a:rect b="b" l="l" r="r" t="t"/>
              <a:pathLst>
                <a:path extrusionOk="0" h="620" w="976">
                  <a:moveTo>
                    <a:pt x="308" y="1"/>
                  </a:moveTo>
                  <a:cubicBezTo>
                    <a:pt x="138" y="1"/>
                    <a:pt x="0" y="139"/>
                    <a:pt x="0" y="310"/>
                  </a:cubicBezTo>
                  <a:cubicBezTo>
                    <a:pt x="0" y="480"/>
                    <a:pt x="138" y="619"/>
                    <a:pt x="308" y="619"/>
                  </a:cubicBezTo>
                  <a:lnTo>
                    <a:pt x="665" y="619"/>
                  </a:lnTo>
                  <a:cubicBezTo>
                    <a:pt x="838" y="619"/>
                    <a:pt x="976" y="480"/>
                    <a:pt x="974" y="310"/>
                  </a:cubicBezTo>
                  <a:cubicBezTo>
                    <a:pt x="974" y="139"/>
                    <a:pt x="836" y="1"/>
                    <a:pt x="665" y="1"/>
                  </a:cubicBezTo>
                  <a:close/>
                </a:path>
              </a:pathLst>
            </a:cu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927" name="Google Shape;4927;p28"/>
            <p:cNvSpPr/>
            <p:nvPr/>
          </p:nvSpPr>
          <p:spPr>
            <a:xfrm>
              <a:off x="2262326" y="2979705"/>
              <a:ext cx="34650" cy="22013"/>
            </a:xfrm>
            <a:custGeom>
              <a:rect b="b" l="l" r="r" t="t"/>
              <a:pathLst>
                <a:path extrusionOk="0" h="620" w="976">
                  <a:moveTo>
                    <a:pt x="310" y="1"/>
                  </a:moveTo>
                  <a:cubicBezTo>
                    <a:pt x="138" y="1"/>
                    <a:pt x="0" y="139"/>
                    <a:pt x="0" y="310"/>
                  </a:cubicBezTo>
                  <a:cubicBezTo>
                    <a:pt x="0" y="480"/>
                    <a:pt x="138" y="619"/>
                    <a:pt x="310" y="619"/>
                  </a:cubicBezTo>
                  <a:lnTo>
                    <a:pt x="666" y="619"/>
                  </a:lnTo>
                  <a:cubicBezTo>
                    <a:pt x="836" y="619"/>
                    <a:pt x="976" y="480"/>
                    <a:pt x="976" y="310"/>
                  </a:cubicBezTo>
                  <a:cubicBezTo>
                    <a:pt x="976" y="139"/>
                    <a:pt x="836" y="1"/>
                    <a:pt x="666" y="1"/>
                  </a:cubicBezTo>
                  <a:close/>
                </a:path>
              </a:pathLst>
            </a:cu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928" name="Google Shape;4928;p28"/>
            <p:cNvSpPr/>
            <p:nvPr/>
          </p:nvSpPr>
          <p:spPr>
            <a:xfrm>
              <a:off x="2220467" y="2979705"/>
              <a:ext cx="23787" cy="22013"/>
            </a:xfrm>
            <a:custGeom>
              <a:rect b="b" l="l" r="r" t="t"/>
              <a:pathLst>
                <a:path extrusionOk="0" h="620" w="670">
                  <a:moveTo>
                    <a:pt x="1" y="1"/>
                  </a:moveTo>
                  <a:cubicBezTo>
                    <a:pt x="172" y="2"/>
                    <a:pt x="309" y="139"/>
                    <a:pt x="309" y="310"/>
                  </a:cubicBezTo>
                  <a:cubicBezTo>
                    <a:pt x="309" y="396"/>
                    <a:pt x="274" y="473"/>
                    <a:pt x="219" y="529"/>
                  </a:cubicBezTo>
                  <a:cubicBezTo>
                    <a:pt x="165" y="583"/>
                    <a:pt x="87" y="619"/>
                    <a:pt x="4" y="619"/>
                  </a:cubicBezTo>
                  <a:lnTo>
                    <a:pt x="360" y="619"/>
                  </a:lnTo>
                  <a:cubicBezTo>
                    <a:pt x="447" y="619"/>
                    <a:pt x="524" y="585"/>
                    <a:pt x="581" y="529"/>
                  </a:cubicBezTo>
                  <a:cubicBezTo>
                    <a:pt x="637" y="473"/>
                    <a:pt x="670" y="396"/>
                    <a:pt x="670" y="310"/>
                  </a:cubicBezTo>
                  <a:cubicBezTo>
                    <a:pt x="670" y="139"/>
                    <a:pt x="532" y="1"/>
                    <a:pt x="359"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929" name="Google Shape;4929;p28"/>
            <p:cNvSpPr/>
            <p:nvPr/>
          </p:nvSpPr>
          <p:spPr>
            <a:xfrm>
              <a:off x="2273261" y="2979705"/>
              <a:ext cx="23716" cy="22013"/>
            </a:xfrm>
            <a:custGeom>
              <a:rect b="b" l="l" r="r" t="t"/>
              <a:pathLst>
                <a:path extrusionOk="0" h="620" w="668">
                  <a:moveTo>
                    <a:pt x="0" y="1"/>
                  </a:moveTo>
                  <a:cubicBezTo>
                    <a:pt x="171" y="2"/>
                    <a:pt x="308" y="139"/>
                    <a:pt x="308" y="310"/>
                  </a:cubicBezTo>
                  <a:cubicBezTo>
                    <a:pt x="308" y="396"/>
                    <a:pt x="274" y="473"/>
                    <a:pt x="217" y="529"/>
                  </a:cubicBezTo>
                  <a:cubicBezTo>
                    <a:pt x="161" y="583"/>
                    <a:pt x="85" y="619"/>
                    <a:pt x="0" y="619"/>
                  </a:cubicBezTo>
                  <a:lnTo>
                    <a:pt x="358" y="619"/>
                  </a:lnTo>
                  <a:cubicBezTo>
                    <a:pt x="445" y="619"/>
                    <a:pt x="521" y="585"/>
                    <a:pt x="577" y="529"/>
                  </a:cubicBezTo>
                  <a:cubicBezTo>
                    <a:pt x="633" y="473"/>
                    <a:pt x="668" y="396"/>
                    <a:pt x="668" y="310"/>
                  </a:cubicBezTo>
                  <a:cubicBezTo>
                    <a:pt x="668" y="139"/>
                    <a:pt x="528" y="1"/>
                    <a:pt x="358"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930" name="Google Shape;4930;p28"/>
            <p:cNvSpPr/>
            <p:nvPr/>
          </p:nvSpPr>
          <p:spPr>
            <a:xfrm>
              <a:off x="2207543" y="3024831"/>
              <a:ext cx="16651" cy="9870"/>
            </a:xfrm>
            <a:custGeom>
              <a:rect b="b" l="l" r="r" t="t"/>
              <a:pathLst>
                <a:path extrusionOk="0" h="278" w="469">
                  <a:moveTo>
                    <a:pt x="139" y="0"/>
                  </a:moveTo>
                  <a:cubicBezTo>
                    <a:pt x="62" y="0"/>
                    <a:pt x="1" y="64"/>
                    <a:pt x="1" y="140"/>
                  </a:cubicBezTo>
                  <a:cubicBezTo>
                    <a:pt x="1" y="215"/>
                    <a:pt x="61" y="278"/>
                    <a:pt x="139" y="278"/>
                  </a:cubicBezTo>
                  <a:lnTo>
                    <a:pt x="329" y="278"/>
                  </a:lnTo>
                  <a:cubicBezTo>
                    <a:pt x="405" y="278"/>
                    <a:pt x="468" y="215"/>
                    <a:pt x="468" y="140"/>
                  </a:cubicBezTo>
                  <a:cubicBezTo>
                    <a:pt x="468" y="64"/>
                    <a:pt x="406" y="0"/>
                    <a:pt x="329"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931" name="Google Shape;4931;p28"/>
            <p:cNvSpPr/>
            <p:nvPr/>
          </p:nvSpPr>
          <p:spPr>
            <a:xfrm>
              <a:off x="2244929" y="3024831"/>
              <a:ext cx="16651" cy="9870"/>
            </a:xfrm>
            <a:custGeom>
              <a:rect b="b" l="l" r="r" t="t"/>
              <a:pathLst>
                <a:path extrusionOk="0" h="278" w="469">
                  <a:moveTo>
                    <a:pt x="139" y="0"/>
                  </a:moveTo>
                  <a:cubicBezTo>
                    <a:pt x="64" y="0"/>
                    <a:pt x="1" y="64"/>
                    <a:pt x="1" y="140"/>
                  </a:cubicBezTo>
                  <a:cubicBezTo>
                    <a:pt x="1" y="215"/>
                    <a:pt x="63" y="278"/>
                    <a:pt x="139" y="278"/>
                  </a:cubicBezTo>
                  <a:lnTo>
                    <a:pt x="330" y="278"/>
                  </a:lnTo>
                  <a:cubicBezTo>
                    <a:pt x="408" y="278"/>
                    <a:pt x="469" y="215"/>
                    <a:pt x="469" y="140"/>
                  </a:cubicBezTo>
                  <a:cubicBezTo>
                    <a:pt x="469" y="64"/>
                    <a:pt x="408" y="0"/>
                    <a:pt x="330"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932" name="Google Shape;4932;p28"/>
            <p:cNvSpPr/>
            <p:nvPr/>
          </p:nvSpPr>
          <p:spPr>
            <a:xfrm>
              <a:off x="2282456" y="3024831"/>
              <a:ext cx="16615" cy="9870"/>
            </a:xfrm>
            <a:custGeom>
              <a:rect b="b" l="l" r="r" t="t"/>
              <a:pathLst>
                <a:path extrusionOk="0" h="278" w="468">
                  <a:moveTo>
                    <a:pt x="138" y="0"/>
                  </a:moveTo>
                  <a:cubicBezTo>
                    <a:pt x="63" y="0"/>
                    <a:pt x="0" y="64"/>
                    <a:pt x="0" y="140"/>
                  </a:cubicBezTo>
                  <a:cubicBezTo>
                    <a:pt x="0" y="215"/>
                    <a:pt x="61" y="278"/>
                    <a:pt x="138" y="278"/>
                  </a:cubicBezTo>
                  <a:lnTo>
                    <a:pt x="330" y="278"/>
                  </a:lnTo>
                  <a:cubicBezTo>
                    <a:pt x="405" y="278"/>
                    <a:pt x="468" y="215"/>
                    <a:pt x="468" y="140"/>
                  </a:cubicBezTo>
                  <a:cubicBezTo>
                    <a:pt x="468" y="64"/>
                    <a:pt x="406" y="0"/>
                    <a:pt x="330"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933" name="Google Shape;4933;p28"/>
            <p:cNvSpPr/>
            <p:nvPr/>
          </p:nvSpPr>
          <p:spPr>
            <a:xfrm>
              <a:off x="2207543" y="3048441"/>
              <a:ext cx="16651" cy="9835"/>
            </a:xfrm>
            <a:custGeom>
              <a:rect b="b" l="l" r="r" t="t"/>
              <a:pathLst>
                <a:path extrusionOk="0" h="277" w="469">
                  <a:moveTo>
                    <a:pt x="139" y="0"/>
                  </a:moveTo>
                  <a:cubicBezTo>
                    <a:pt x="62" y="0"/>
                    <a:pt x="1" y="61"/>
                    <a:pt x="1" y="138"/>
                  </a:cubicBezTo>
                  <a:cubicBezTo>
                    <a:pt x="1" y="213"/>
                    <a:pt x="61" y="276"/>
                    <a:pt x="139" y="276"/>
                  </a:cubicBezTo>
                  <a:lnTo>
                    <a:pt x="329" y="276"/>
                  </a:lnTo>
                  <a:cubicBezTo>
                    <a:pt x="405" y="276"/>
                    <a:pt x="468" y="216"/>
                    <a:pt x="468" y="138"/>
                  </a:cubicBezTo>
                  <a:cubicBezTo>
                    <a:pt x="468" y="62"/>
                    <a:pt x="406" y="0"/>
                    <a:pt x="329"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934" name="Google Shape;4934;p28"/>
            <p:cNvSpPr/>
            <p:nvPr/>
          </p:nvSpPr>
          <p:spPr>
            <a:xfrm>
              <a:off x="2244929" y="3048441"/>
              <a:ext cx="16651" cy="9835"/>
            </a:xfrm>
            <a:custGeom>
              <a:rect b="b" l="l" r="r" t="t"/>
              <a:pathLst>
                <a:path extrusionOk="0" h="277" w="469">
                  <a:moveTo>
                    <a:pt x="139" y="0"/>
                  </a:moveTo>
                  <a:cubicBezTo>
                    <a:pt x="64" y="0"/>
                    <a:pt x="1" y="61"/>
                    <a:pt x="1" y="138"/>
                  </a:cubicBezTo>
                  <a:cubicBezTo>
                    <a:pt x="1" y="213"/>
                    <a:pt x="63" y="276"/>
                    <a:pt x="139" y="276"/>
                  </a:cubicBezTo>
                  <a:lnTo>
                    <a:pt x="330" y="276"/>
                  </a:lnTo>
                  <a:cubicBezTo>
                    <a:pt x="408" y="276"/>
                    <a:pt x="469" y="216"/>
                    <a:pt x="469" y="138"/>
                  </a:cubicBezTo>
                  <a:cubicBezTo>
                    <a:pt x="469" y="62"/>
                    <a:pt x="408" y="0"/>
                    <a:pt x="330"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935" name="Google Shape;4935;p28"/>
            <p:cNvSpPr/>
            <p:nvPr/>
          </p:nvSpPr>
          <p:spPr>
            <a:xfrm>
              <a:off x="2282456" y="3048441"/>
              <a:ext cx="16615" cy="9835"/>
            </a:xfrm>
            <a:custGeom>
              <a:rect b="b" l="l" r="r" t="t"/>
              <a:pathLst>
                <a:path extrusionOk="0" h="277" w="468">
                  <a:moveTo>
                    <a:pt x="138" y="0"/>
                  </a:moveTo>
                  <a:cubicBezTo>
                    <a:pt x="63" y="0"/>
                    <a:pt x="0" y="61"/>
                    <a:pt x="0" y="138"/>
                  </a:cubicBezTo>
                  <a:cubicBezTo>
                    <a:pt x="0" y="213"/>
                    <a:pt x="61" y="276"/>
                    <a:pt x="138" y="276"/>
                  </a:cubicBezTo>
                  <a:lnTo>
                    <a:pt x="330" y="276"/>
                  </a:lnTo>
                  <a:cubicBezTo>
                    <a:pt x="405" y="276"/>
                    <a:pt x="468" y="216"/>
                    <a:pt x="468" y="138"/>
                  </a:cubicBezTo>
                  <a:cubicBezTo>
                    <a:pt x="468" y="62"/>
                    <a:pt x="406" y="0"/>
                    <a:pt x="330"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936" name="Google Shape;4936;p28"/>
            <p:cNvSpPr/>
            <p:nvPr/>
          </p:nvSpPr>
          <p:spPr>
            <a:xfrm>
              <a:off x="2207543" y="3072015"/>
              <a:ext cx="16651" cy="9906"/>
            </a:xfrm>
            <a:custGeom>
              <a:rect b="b" l="l" r="r" t="t"/>
              <a:pathLst>
                <a:path extrusionOk="0" h="279" w="469">
                  <a:moveTo>
                    <a:pt x="139" y="1"/>
                  </a:moveTo>
                  <a:cubicBezTo>
                    <a:pt x="62" y="1"/>
                    <a:pt x="1" y="64"/>
                    <a:pt x="1" y="139"/>
                  </a:cubicBezTo>
                  <a:cubicBezTo>
                    <a:pt x="1" y="215"/>
                    <a:pt x="61" y="279"/>
                    <a:pt x="139" y="279"/>
                  </a:cubicBezTo>
                  <a:lnTo>
                    <a:pt x="329" y="279"/>
                  </a:lnTo>
                  <a:cubicBezTo>
                    <a:pt x="405" y="279"/>
                    <a:pt x="468" y="215"/>
                    <a:pt x="468" y="139"/>
                  </a:cubicBezTo>
                  <a:cubicBezTo>
                    <a:pt x="468" y="64"/>
                    <a:pt x="406" y="1"/>
                    <a:pt x="329"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937" name="Google Shape;4937;p28"/>
            <p:cNvSpPr/>
            <p:nvPr/>
          </p:nvSpPr>
          <p:spPr>
            <a:xfrm>
              <a:off x="2244929" y="3072015"/>
              <a:ext cx="16651" cy="9906"/>
            </a:xfrm>
            <a:custGeom>
              <a:rect b="b" l="l" r="r" t="t"/>
              <a:pathLst>
                <a:path extrusionOk="0" h="279" w="469">
                  <a:moveTo>
                    <a:pt x="139" y="1"/>
                  </a:moveTo>
                  <a:cubicBezTo>
                    <a:pt x="64" y="1"/>
                    <a:pt x="1" y="64"/>
                    <a:pt x="1" y="139"/>
                  </a:cubicBezTo>
                  <a:cubicBezTo>
                    <a:pt x="1" y="215"/>
                    <a:pt x="63" y="279"/>
                    <a:pt x="139" y="279"/>
                  </a:cubicBezTo>
                  <a:lnTo>
                    <a:pt x="330" y="279"/>
                  </a:lnTo>
                  <a:cubicBezTo>
                    <a:pt x="408" y="279"/>
                    <a:pt x="469" y="215"/>
                    <a:pt x="469" y="139"/>
                  </a:cubicBezTo>
                  <a:cubicBezTo>
                    <a:pt x="469" y="64"/>
                    <a:pt x="408" y="1"/>
                    <a:pt x="330"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938" name="Google Shape;4938;p28"/>
            <p:cNvSpPr/>
            <p:nvPr/>
          </p:nvSpPr>
          <p:spPr>
            <a:xfrm>
              <a:off x="2282456" y="3072015"/>
              <a:ext cx="16615" cy="9906"/>
            </a:xfrm>
            <a:custGeom>
              <a:rect b="b" l="l" r="r" t="t"/>
              <a:pathLst>
                <a:path extrusionOk="0" h="279" w="468">
                  <a:moveTo>
                    <a:pt x="138" y="1"/>
                  </a:moveTo>
                  <a:cubicBezTo>
                    <a:pt x="63" y="1"/>
                    <a:pt x="0" y="64"/>
                    <a:pt x="0" y="139"/>
                  </a:cubicBezTo>
                  <a:cubicBezTo>
                    <a:pt x="0" y="215"/>
                    <a:pt x="61" y="279"/>
                    <a:pt x="138" y="279"/>
                  </a:cubicBezTo>
                  <a:lnTo>
                    <a:pt x="330" y="279"/>
                  </a:lnTo>
                  <a:cubicBezTo>
                    <a:pt x="405" y="279"/>
                    <a:pt x="468" y="215"/>
                    <a:pt x="468" y="139"/>
                  </a:cubicBezTo>
                  <a:cubicBezTo>
                    <a:pt x="468" y="64"/>
                    <a:pt x="406" y="1"/>
                    <a:pt x="330"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939" name="Google Shape;4939;p28"/>
            <p:cNvSpPr/>
            <p:nvPr/>
          </p:nvSpPr>
          <p:spPr>
            <a:xfrm>
              <a:off x="2207543" y="3095696"/>
              <a:ext cx="16651" cy="9835"/>
            </a:xfrm>
            <a:custGeom>
              <a:rect b="b" l="l" r="r" t="t"/>
              <a:pathLst>
                <a:path extrusionOk="0" h="277" w="469">
                  <a:moveTo>
                    <a:pt x="139" y="0"/>
                  </a:moveTo>
                  <a:cubicBezTo>
                    <a:pt x="62" y="0"/>
                    <a:pt x="1" y="61"/>
                    <a:pt x="1" y="138"/>
                  </a:cubicBezTo>
                  <a:cubicBezTo>
                    <a:pt x="1" y="213"/>
                    <a:pt x="61" y="276"/>
                    <a:pt x="139" y="276"/>
                  </a:cubicBezTo>
                  <a:lnTo>
                    <a:pt x="329" y="276"/>
                  </a:lnTo>
                  <a:cubicBezTo>
                    <a:pt x="405" y="276"/>
                    <a:pt x="468" y="213"/>
                    <a:pt x="468" y="138"/>
                  </a:cubicBezTo>
                  <a:cubicBezTo>
                    <a:pt x="468" y="62"/>
                    <a:pt x="406" y="0"/>
                    <a:pt x="329"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940" name="Google Shape;4940;p28"/>
            <p:cNvSpPr/>
            <p:nvPr/>
          </p:nvSpPr>
          <p:spPr>
            <a:xfrm>
              <a:off x="2244929" y="3095696"/>
              <a:ext cx="16651" cy="9835"/>
            </a:xfrm>
            <a:custGeom>
              <a:rect b="b" l="l" r="r" t="t"/>
              <a:pathLst>
                <a:path extrusionOk="0" h="277" w="469">
                  <a:moveTo>
                    <a:pt x="139" y="0"/>
                  </a:moveTo>
                  <a:cubicBezTo>
                    <a:pt x="64" y="0"/>
                    <a:pt x="1" y="61"/>
                    <a:pt x="1" y="138"/>
                  </a:cubicBezTo>
                  <a:cubicBezTo>
                    <a:pt x="1" y="213"/>
                    <a:pt x="63" y="276"/>
                    <a:pt x="139" y="276"/>
                  </a:cubicBezTo>
                  <a:lnTo>
                    <a:pt x="330" y="276"/>
                  </a:lnTo>
                  <a:cubicBezTo>
                    <a:pt x="408" y="276"/>
                    <a:pt x="469" y="213"/>
                    <a:pt x="469" y="138"/>
                  </a:cubicBezTo>
                  <a:cubicBezTo>
                    <a:pt x="469" y="62"/>
                    <a:pt x="408" y="0"/>
                    <a:pt x="330"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941" name="Google Shape;4941;p28"/>
            <p:cNvSpPr/>
            <p:nvPr/>
          </p:nvSpPr>
          <p:spPr>
            <a:xfrm>
              <a:off x="2282456" y="3095696"/>
              <a:ext cx="16615" cy="9835"/>
            </a:xfrm>
            <a:custGeom>
              <a:rect b="b" l="l" r="r" t="t"/>
              <a:pathLst>
                <a:path extrusionOk="0" h="277" w="468">
                  <a:moveTo>
                    <a:pt x="138" y="0"/>
                  </a:moveTo>
                  <a:cubicBezTo>
                    <a:pt x="63" y="0"/>
                    <a:pt x="0" y="61"/>
                    <a:pt x="0" y="138"/>
                  </a:cubicBezTo>
                  <a:cubicBezTo>
                    <a:pt x="0" y="213"/>
                    <a:pt x="61" y="276"/>
                    <a:pt x="138" y="276"/>
                  </a:cubicBezTo>
                  <a:lnTo>
                    <a:pt x="330" y="276"/>
                  </a:lnTo>
                  <a:cubicBezTo>
                    <a:pt x="405" y="276"/>
                    <a:pt x="468" y="213"/>
                    <a:pt x="468" y="138"/>
                  </a:cubicBezTo>
                  <a:cubicBezTo>
                    <a:pt x="468" y="62"/>
                    <a:pt x="406" y="0"/>
                    <a:pt x="330"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942" name="Google Shape;4942;p28"/>
            <p:cNvSpPr/>
            <p:nvPr/>
          </p:nvSpPr>
          <p:spPr>
            <a:xfrm>
              <a:off x="2183117" y="2850330"/>
              <a:ext cx="140341" cy="9906"/>
            </a:xfrm>
            <a:custGeom>
              <a:rect b="b" l="l" r="r" t="t"/>
              <a:pathLst>
                <a:path extrusionOk="0" h="279" w="3953">
                  <a:moveTo>
                    <a:pt x="139" y="1"/>
                  </a:moveTo>
                  <a:cubicBezTo>
                    <a:pt x="64" y="1"/>
                    <a:pt x="1" y="64"/>
                    <a:pt x="1" y="141"/>
                  </a:cubicBezTo>
                  <a:cubicBezTo>
                    <a:pt x="1" y="215"/>
                    <a:pt x="63" y="279"/>
                    <a:pt x="139" y="279"/>
                  </a:cubicBezTo>
                  <a:lnTo>
                    <a:pt x="3814" y="279"/>
                  </a:lnTo>
                  <a:cubicBezTo>
                    <a:pt x="3890" y="279"/>
                    <a:pt x="3952" y="215"/>
                    <a:pt x="3952" y="141"/>
                  </a:cubicBezTo>
                  <a:cubicBezTo>
                    <a:pt x="3952" y="64"/>
                    <a:pt x="3892" y="1"/>
                    <a:pt x="3814"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943" name="Google Shape;4943;p28"/>
            <p:cNvSpPr/>
            <p:nvPr/>
          </p:nvSpPr>
          <p:spPr>
            <a:xfrm>
              <a:off x="2209603" y="3128537"/>
              <a:ext cx="87443" cy="29505"/>
            </a:xfrm>
            <a:custGeom>
              <a:rect b="b" l="l" r="r" t="t"/>
              <a:pathLst>
                <a:path extrusionOk="0" h="831" w="2463">
                  <a:moveTo>
                    <a:pt x="328" y="0"/>
                  </a:moveTo>
                  <a:cubicBezTo>
                    <a:pt x="147" y="0"/>
                    <a:pt x="0" y="149"/>
                    <a:pt x="0" y="330"/>
                  </a:cubicBezTo>
                  <a:lnTo>
                    <a:pt x="0" y="831"/>
                  </a:lnTo>
                  <a:lnTo>
                    <a:pt x="2461" y="831"/>
                  </a:lnTo>
                  <a:lnTo>
                    <a:pt x="2462" y="330"/>
                  </a:lnTo>
                  <a:cubicBezTo>
                    <a:pt x="2462" y="149"/>
                    <a:pt x="2314" y="0"/>
                    <a:pt x="2133" y="0"/>
                  </a:cubicBezTo>
                  <a:close/>
                </a:path>
              </a:pathLst>
            </a:cu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944" name="Google Shape;4944;p28"/>
            <p:cNvSpPr/>
            <p:nvPr/>
          </p:nvSpPr>
          <p:spPr>
            <a:xfrm>
              <a:off x="2272089" y="3128537"/>
              <a:ext cx="24887" cy="29505"/>
            </a:xfrm>
            <a:custGeom>
              <a:rect b="b" l="l" r="r" t="t"/>
              <a:pathLst>
                <a:path extrusionOk="0" h="831" w="701">
                  <a:moveTo>
                    <a:pt x="0" y="0"/>
                  </a:moveTo>
                  <a:cubicBezTo>
                    <a:pt x="183" y="0"/>
                    <a:pt x="330" y="149"/>
                    <a:pt x="330" y="330"/>
                  </a:cubicBezTo>
                  <a:lnTo>
                    <a:pt x="330" y="831"/>
                  </a:lnTo>
                  <a:lnTo>
                    <a:pt x="701" y="831"/>
                  </a:lnTo>
                  <a:lnTo>
                    <a:pt x="701" y="330"/>
                  </a:lnTo>
                  <a:cubicBezTo>
                    <a:pt x="701" y="150"/>
                    <a:pt x="554" y="3"/>
                    <a:pt x="371"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4945" name="Google Shape;4945;p28"/>
          <p:cNvGrpSpPr/>
          <p:nvPr/>
        </p:nvGrpSpPr>
        <p:grpSpPr>
          <a:xfrm>
            <a:off x="1508121" y="2831086"/>
            <a:ext cx="301603" cy="326966"/>
            <a:chOff x="1508121" y="2831086"/>
            <a:chExt cx="301603" cy="326966"/>
          </a:xfrm>
        </p:grpSpPr>
        <p:sp>
          <p:nvSpPr>
            <p:cNvPr id="4946" name="Google Shape;4946;p28"/>
            <p:cNvSpPr/>
            <p:nvPr/>
          </p:nvSpPr>
          <p:spPr>
            <a:xfrm>
              <a:off x="1508121" y="2831086"/>
              <a:ext cx="256080" cy="326966"/>
            </a:xfrm>
            <a:custGeom>
              <a:rect b="b" l="l" r="r" t="t"/>
              <a:pathLst>
                <a:path extrusionOk="0" h="9209" w="7213">
                  <a:moveTo>
                    <a:pt x="436" y="0"/>
                  </a:moveTo>
                  <a:cubicBezTo>
                    <a:pt x="196" y="0"/>
                    <a:pt x="0" y="196"/>
                    <a:pt x="0" y="438"/>
                  </a:cubicBezTo>
                  <a:lnTo>
                    <a:pt x="0" y="8771"/>
                  </a:lnTo>
                  <a:cubicBezTo>
                    <a:pt x="0" y="9012"/>
                    <a:pt x="196" y="9209"/>
                    <a:pt x="436" y="9209"/>
                  </a:cubicBezTo>
                  <a:lnTo>
                    <a:pt x="6774" y="9209"/>
                  </a:lnTo>
                  <a:cubicBezTo>
                    <a:pt x="7017" y="9209"/>
                    <a:pt x="7213" y="9012"/>
                    <a:pt x="7211" y="8771"/>
                  </a:cubicBezTo>
                  <a:lnTo>
                    <a:pt x="7211" y="438"/>
                  </a:lnTo>
                  <a:cubicBezTo>
                    <a:pt x="7211" y="196"/>
                    <a:pt x="7015" y="0"/>
                    <a:pt x="6774" y="0"/>
                  </a:cubicBezTo>
                  <a:close/>
                </a:path>
              </a:pathLst>
            </a:custGeom>
            <a:solidFill>
              <a:schemeClr val="accent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947" name="Google Shape;4947;p28"/>
            <p:cNvSpPr/>
            <p:nvPr/>
          </p:nvSpPr>
          <p:spPr>
            <a:xfrm>
              <a:off x="1735522" y="2831086"/>
              <a:ext cx="28686" cy="326966"/>
            </a:xfrm>
            <a:custGeom>
              <a:rect b="b" l="l" r="r" t="t"/>
              <a:pathLst>
                <a:path extrusionOk="0" h="9209" w="808">
                  <a:moveTo>
                    <a:pt x="373" y="0"/>
                  </a:moveTo>
                  <a:cubicBezTo>
                    <a:pt x="372" y="0"/>
                    <a:pt x="371" y="0"/>
                    <a:pt x="370" y="0"/>
                  </a:cubicBezTo>
                  <a:lnTo>
                    <a:pt x="0" y="0"/>
                  </a:lnTo>
                  <a:cubicBezTo>
                    <a:pt x="241" y="0"/>
                    <a:pt x="438" y="195"/>
                    <a:pt x="438" y="438"/>
                  </a:cubicBezTo>
                  <a:lnTo>
                    <a:pt x="438" y="8771"/>
                  </a:lnTo>
                  <a:cubicBezTo>
                    <a:pt x="438" y="9012"/>
                    <a:pt x="241" y="9209"/>
                    <a:pt x="0" y="9209"/>
                  </a:cubicBezTo>
                  <a:lnTo>
                    <a:pt x="370" y="9209"/>
                  </a:lnTo>
                  <a:cubicBezTo>
                    <a:pt x="612" y="9209"/>
                    <a:pt x="808" y="9015"/>
                    <a:pt x="808" y="8771"/>
                  </a:cubicBezTo>
                  <a:lnTo>
                    <a:pt x="808" y="438"/>
                  </a:lnTo>
                  <a:cubicBezTo>
                    <a:pt x="808" y="196"/>
                    <a:pt x="613" y="0"/>
                    <a:pt x="373"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948" name="Google Shape;4948;p28"/>
            <p:cNvSpPr/>
            <p:nvPr/>
          </p:nvSpPr>
          <p:spPr>
            <a:xfrm>
              <a:off x="1530701" y="2853667"/>
              <a:ext cx="210814" cy="266181"/>
            </a:xfrm>
            <a:custGeom>
              <a:rect b="b" l="l" r="r" t="t"/>
              <a:pathLst>
                <a:path extrusionOk="0" h="7497" w="5938">
                  <a:moveTo>
                    <a:pt x="222" y="0"/>
                  </a:moveTo>
                  <a:cubicBezTo>
                    <a:pt x="100" y="0"/>
                    <a:pt x="0" y="100"/>
                    <a:pt x="0" y="222"/>
                  </a:cubicBezTo>
                  <a:lnTo>
                    <a:pt x="0" y="7275"/>
                  </a:lnTo>
                  <a:cubicBezTo>
                    <a:pt x="0" y="7397"/>
                    <a:pt x="100" y="7496"/>
                    <a:pt x="222" y="7496"/>
                  </a:cubicBezTo>
                  <a:lnTo>
                    <a:pt x="5718" y="7496"/>
                  </a:lnTo>
                  <a:cubicBezTo>
                    <a:pt x="5840" y="7496"/>
                    <a:pt x="5938" y="7397"/>
                    <a:pt x="5938" y="7275"/>
                  </a:cubicBezTo>
                  <a:lnTo>
                    <a:pt x="5938" y="222"/>
                  </a:lnTo>
                  <a:cubicBezTo>
                    <a:pt x="5938" y="100"/>
                    <a:pt x="5840" y="0"/>
                    <a:pt x="5718" y="0"/>
                  </a:cubicBez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949" name="Google Shape;4949;p28"/>
            <p:cNvSpPr/>
            <p:nvPr/>
          </p:nvSpPr>
          <p:spPr>
            <a:xfrm>
              <a:off x="1721001" y="2853667"/>
              <a:ext cx="20520" cy="266181"/>
            </a:xfrm>
            <a:custGeom>
              <a:rect b="b" l="l" r="r" t="t"/>
              <a:pathLst>
                <a:path extrusionOk="0" h="7497" w="578">
                  <a:moveTo>
                    <a:pt x="1" y="0"/>
                  </a:moveTo>
                  <a:cubicBezTo>
                    <a:pt x="123" y="0"/>
                    <a:pt x="222" y="100"/>
                    <a:pt x="222" y="222"/>
                  </a:cubicBezTo>
                  <a:lnTo>
                    <a:pt x="222" y="7275"/>
                  </a:lnTo>
                  <a:cubicBezTo>
                    <a:pt x="222" y="7397"/>
                    <a:pt x="123" y="7496"/>
                    <a:pt x="1" y="7496"/>
                  </a:cubicBezTo>
                  <a:lnTo>
                    <a:pt x="358" y="7496"/>
                  </a:lnTo>
                  <a:cubicBezTo>
                    <a:pt x="480" y="7496"/>
                    <a:pt x="578" y="7397"/>
                    <a:pt x="578" y="7275"/>
                  </a:cubicBezTo>
                  <a:lnTo>
                    <a:pt x="578" y="222"/>
                  </a:lnTo>
                  <a:cubicBezTo>
                    <a:pt x="578" y="100"/>
                    <a:pt x="480" y="0"/>
                    <a:pt x="358"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950" name="Google Shape;4950;p28"/>
            <p:cNvSpPr/>
            <p:nvPr/>
          </p:nvSpPr>
          <p:spPr>
            <a:xfrm>
              <a:off x="1621875" y="3134005"/>
              <a:ext cx="28473" cy="9835"/>
            </a:xfrm>
            <a:custGeom>
              <a:rect b="b" l="l" r="r" t="t"/>
              <a:pathLst>
                <a:path extrusionOk="0" h="277" w="802">
                  <a:moveTo>
                    <a:pt x="139" y="0"/>
                  </a:moveTo>
                  <a:cubicBezTo>
                    <a:pt x="64" y="0"/>
                    <a:pt x="1" y="61"/>
                    <a:pt x="1" y="139"/>
                  </a:cubicBezTo>
                  <a:cubicBezTo>
                    <a:pt x="1" y="213"/>
                    <a:pt x="61" y="277"/>
                    <a:pt x="139" y="277"/>
                  </a:cubicBezTo>
                  <a:lnTo>
                    <a:pt x="661" y="277"/>
                  </a:lnTo>
                  <a:cubicBezTo>
                    <a:pt x="739" y="277"/>
                    <a:pt x="801" y="216"/>
                    <a:pt x="800" y="139"/>
                  </a:cubicBezTo>
                  <a:cubicBezTo>
                    <a:pt x="800" y="62"/>
                    <a:pt x="739" y="0"/>
                    <a:pt x="661"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951" name="Google Shape;4951;p28"/>
            <p:cNvSpPr/>
            <p:nvPr/>
          </p:nvSpPr>
          <p:spPr>
            <a:xfrm>
              <a:off x="1784162" y="2920485"/>
              <a:ext cx="25562" cy="219989"/>
            </a:xfrm>
            <a:custGeom>
              <a:rect b="b" l="l" r="r" t="t"/>
              <a:pathLst>
                <a:path extrusionOk="0" h="6196" w="720">
                  <a:moveTo>
                    <a:pt x="360" y="1"/>
                  </a:moveTo>
                  <a:lnTo>
                    <a:pt x="0" y="148"/>
                  </a:lnTo>
                  <a:lnTo>
                    <a:pt x="0" y="6022"/>
                  </a:lnTo>
                  <a:lnTo>
                    <a:pt x="360" y="6196"/>
                  </a:lnTo>
                  <a:lnTo>
                    <a:pt x="720" y="6022"/>
                  </a:lnTo>
                  <a:lnTo>
                    <a:pt x="720" y="148"/>
                  </a:lnTo>
                  <a:lnTo>
                    <a:pt x="360" y="1"/>
                  </a:lnTo>
                  <a:close/>
                </a:path>
              </a:pathLst>
            </a:cu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952" name="Google Shape;4952;p28"/>
            <p:cNvSpPr/>
            <p:nvPr/>
          </p:nvSpPr>
          <p:spPr>
            <a:xfrm>
              <a:off x="1796943" y="2925704"/>
              <a:ext cx="12781" cy="208592"/>
            </a:xfrm>
            <a:custGeom>
              <a:rect b="b" l="l" r="r" t="t"/>
              <a:pathLst>
                <a:path extrusionOk="0" h="5875" w="360">
                  <a:moveTo>
                    <a:pt x="0" y="1"/>
                  </a:moveTo>
                  <a:lnTo>
                    <a:pt x="0" y="5875"/>
                  </a:lnTo>
                  <a:lnTo>
                    <a:pt x="360" y="5875"/>
                  </a:lnTo>
                  <a:lnTo>
                    <a:pt x="360" y="1"/>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953" name="Google Shape;4953;p28"/>
            <p:cNvSpPr/>
            <p:nvPr/>
          </p:nvSpPr>
          <p:spPr>
            <a:xfrm>
              <a:off x="1549909" y="2877845"/>
              <a:ext cx="59715" cy="54997"/>
            </a:xfrm>
            <a:custGeom>
              <a:rect b="b" l="l" r="r" t="t"/>
              <a:pathLst>
                <a:path extrusionOk="0" h="1549" w="1682">
                  <a:moveTo>
                    <a:pt x="152" y="1"/>
                  </a:moveTo>
                  <a:cubicBezTo>
                    <a:pt x="143" y="1"/>
                    <a:pt x="134" y="1"/>
                    <a:pt x="126" y="3"/>
                  </a:cubicBezTo>
                  <a:cubicBezTo>
                    <a:pt x="49" y="17"/>
                    <a:pt x="0" y="91"/>
                    <a:pt x="15" y="167"/>
                  </a:cubicBezTo>
                  <a:cubicBezTo>
                    <a:pt x="15" y="167"/>
                    <a:pt x="15" y="167"/>
                    <a:pt x="15" y="167"/>
                  </a:cubicBezTo>
                  <a:lnTo>
                    <a:pt x="15" y="167"/>
                  </a:lnTo>
                  <a:cubicBezTo>
                    <a:pt x="12" y="167"/>
                    <a:pt x="264" y="1431"/>
                    <a:pt x="265" y="1438"/>
                  </a:cubicBezTo>
                  <a:cubicBezTo>
                    <a:pt x="288" y="1504"/>
                    <a:pt x="351" y="1549"/>
                    <a:pt x="423" y="1549"/>
                  </a:cubicBezTo>
                  <a:lnTo>
                    <a:pt x="425" y="1549"/>
                  </a:lnTo>
                  <a:cubicBezTo>
                    <a:pt x="497" y="1549"/>
                    <a:pt x="560" y="1501"/>
                    <a:pt x="583" y="1435"/>
                  </a:cubicBezTo>
                  <a:cubicBezTo>
                    <a:pt x="583" y="1433"/>
                    <a:pt x="583" y="1433"/>
                    <a:pt x="586" y="1432"/>
                  </a:cubicBezTo>
                  <a:lnTo>
                    <a:pt x="839" y="612"/>
                  </a:lnTo>
                  <a:lnTo>
                    <a:pt x="1093" y="1432"/>
                  </a:lnTo>
                  <a:cubicBezTo>
                    <a:pt x="1093" y="1433"/>
                    <a:pt x="1094" y="1435"/>
                    <a:pt x="1094" y="1438"/>
                  </a:cubicBezTo>
                  <a:cubicBezTo>
                    <a:pt x="1118" y="1504"/>
                    <a:pt x="1180" y="1549"/>
                    <a:pt x="1252" y="1549"/>
                  </a:cubicBezTo>
                  <a:lnTo>
                    <a:pt x="1255" y="1549"/>
                  </a:lnTo>
                  <a:cubicBezTo>
                    <a:pt x="1327" y="1549"/>
                    <a:pt x="1389" y="1501"/>
                    <a:pt x="1413" y="1435"/>
                  </a:cubicBezTo>
                  <a:cubicBezTo>
                    <a:pt x="1415" y="1429"/>
                    <a:pt x="1667" y="169"/>
                    <a:pt x="1667" y="169"/>
                  </a:cubicBezTo>
                  <a:cubicBezTo>
                    <a:pt x="1681" y="94"/>
                    <a:pt x="1632" y="20"/>
                    <a:pt x="1557" y="4"/>
                  </a:cubicBezTo>
                  <a:cubicBezTo>
                    <a:pt x="1548" y="3"/>
                    <a:pt x="1539" y="2"/>
                    <a:pt x="1531" y="2"/>
                  </a:cubicBezTo>
                  <a:cubicBezTo>
                    <a:pt x="1465" y="2"/>
                    <a:pt x="1406" y="48"/>
                    <a:pt x="1393" y="115"/>
                  </a:cubicBezTo>
                  <a:lnTo>
                    <a:pt x="1231" y="931"/>
                  </a:lnTo>
                  <a:lnTo>
                    <a:pt x="975" y="98"/>
                  </a:lnTo>
                  <a:cubicBezTo>
                    <a:pt x="955" y="39"/>
                    <a:pt x="901" y="1"/>
                    <a:pt x="842" y="1"/>
                  </a:cubicBezTo>
                  <a:cubicBezTo>
                    <a:pt x="828" y="1"/>
                    <a:pt x="813" y="3"/>
                    <a:pt x="799" y="7"/>
                  </a:cubicBezTo>
                  <a:cubicBezTo>
                    <a:pt x="749" y="23"/>
                    <a:pt x="713" y="65"/>
                    <a:pt x="704" y="112"/>
                  </a:cubicBezTo>
                  <a:lnTo>
                    <a:pt x="451" y="933"/>
                  </a:lnTo>
                  <a:lnTo>
                    <a:pt x="288" y="112"/>
                  </a:lnTo>
                  <a:cubicBezTo>
                    <a:pt x="275" y="46"/>
                    <a:pt x="217" y="1"/>
                    <a:pt x="152"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954" name="Google Shape;4954;p28"/>
            <p:cNvSpPr/>
            <p:nvPr/>
          </p:nvSpPr>
          <p:spPr>
            <a:xfrm>
              <a:off x="1611863" y="2923006"/>
              <a:ext cx="110129" cy="9835"/>
            </a:xfrm>
            <a:custGeom>
              <a:rect b="b" l="l" r="r" t="t"/>
              <a:pathLst>
                <a:path extrusionOk="0" h="277" w="3102">
                  <a:moveTo>
                    <a:pt x="139" y="0"/>
                  </a:moveTo>
                  <a:cubicBezTo>
                    <a:pt x="61" y="0"/>
                    <a:pt x="1" y="62"/>
                    <a:pt x="1" y="138"/>
                  </a:cubicBezTo>
                  <a:cubicBezTo>
                    <a:pt x="1" y="213"/>
                    <a:pt x="64" y="277"/>
                    <a:pt x="139" y="277"/>
                  </a:cubicBezTo>
                  <a:lnTo>
                    <a:pt x="2964" y="277"/>
                  </a:lnTo>
                  <a:cubicBezTo>
                    <a:pt x="3040" y="277"/>
                    <a:pt x="3102" y="213"/>
                    <a:pt x="3102" y="138"/>
                  </a:cubicBezTo>
                  <a:cubicBezTo>
                    <a:pt x="3102" y="62"/>
                    <a:pt x="3039" y="0"/>
                    <a:pt x="2964"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955" name="Google Shape;4955;p28"/>
            <p:cNvSpPr/>
            <p:nvPr/>
          </p:nvSpPr>
          <p:spPr>
            <a:xfrm>
              <a:off x="1611863" y="2946261"/>
              <a:ext cx="110129" cy="9835"/>
            </a:xfrm>
            <a:custGeom>
              <a:rect b="b" l="l" r="r" t="t"/>
              <a:pathLst>
                <a:path extrusionOk="0" h="277" w="3102">
                  <a:moveTo>
                    <a:pt x="139" y="0"/>
                  </a:moveTo>
                  <a:cubicBezTo>
                    <a:pt x="61" y="0"/>
                    <a:pt x="1" y="62"/>
                    <a:pt x="1" y="138"/>
                  </a:cubicBezTo>
                  <a:cubicBezTo>
                    <a:pt x="1" y="216"/>
                    <a:pt x="64" y="276"/>
                    <a:pt x="139" y="276"/>
                  </a:cubicBezTo>
                  <a:lnTo>
                    <a:pt x="2964" y="276"/>
                  </a:lnTo>
                  <a:cubicBezTo>
                    <a:pt x="3040" y="276"/>
                    <a:pt x="3102" y="213"/>
                    <a:pt x="3102" y="138"/>
                  </a:cubicBezTo>
                  <a:cubicBezTo>
                    <a:pt x="3102" y="60"/>
                    <a:pt x="3040" y="0"/>
                    <a:pt x="2964"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956" name="Google Shape;4956;p28"/>
            <p:cNvSpPr/>
            <p:nvPr/>
          </p:nvSpPr>
          <p:spPr>
            <a:xfrm>
              <a:off x="1550264" y="2946261"/>
              <a:ext cx="48567" cy="9835"/>
            </a:xfrm>
            <a:custGeom>
              <a:rect b="b" l="l" r="r" t="t"/>
              <a:pathLst>
                <a:path extrusionOk="0" h="277" w="1368">
                  <a:moveTo>
                    <a:pt x="139" y="0"/>
                  </a:moveTo>
                  <a:cubicBezTo>
                    <a:pt x="61" y="0"/>
                    <a:pt x="0" y="62"/>
                    <a:pt x="0" y="138"/>
                  </a:cubicBezTo>
                  <a:cubicBezTo>
                    <a:pt x="0" y="216"/>
                    <a:pt x="61" y="276"/>
                    <a:pt x="139" y="276"/>
                  </a:cubicBezTo>
                  <a:lnTo>
                    <a:pt x="1228" y="276"/>
                  </a:lnTo>
                  <a:cubicBezTo>
                    <a:pt x="1306" y="276"/>
                    <a:pt x="1367" y="213"/>
                    <a:pt x="1367" y="138"/>
                  </a:cubicBezTo>
                  <a:cubicBezTo>
                    <a:pt x="1367" y="60"/>
                    <a:pt x="1304" y="0"/>
                    <a:pt x="1228"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957" name="Google Shape;4957;p28"/>
            <p:cNvSpPr/>
            <p:nvPr/>
          </p:nvSpPr>
          <p:spPr>
            <a:xfrm>
              <a:off x="1678396" y="2969480"/>
              <a:ext cx="43597" cy="9870"/>
            </a:xfrm>
            <a:custGeom>
              <a:rect b="b" l="l" r="r" t="t"/>
              <a:pathLst>
                <a:path extrusionOk="0" h="278" w="1228">
                  <a:moveTo>
                    <a:pt x="140" y="1"/>
                  </a:moveTo>
                  <a:cubicBezTo>
                    <a:pt x="62" y="1"/>
                    <a:pt x="0" y="63"/>
                    <a:pt x="0" y="139"/>
                  </a:cubicBezTo>
                  <a:cubicBezTo>
                    <a:pt x="0" y="214"/>
                    <a:pt x="64" y="277"/>
                    <a:pt x="140" y="277"/>
                  </a:cubicBezTo>
                  <a:lnTo>
                    <a:pt x="1090" y="277"/>
                  </a:lnTo>
                  <a:cubicBezTo>
                    <a:pt x="1166" y="277"/>
                    <a:pt x="1228" y="214"/>
                    <a:pt x="1228" y="139"/>
                  </a:cubicBezTo>
                  <a:cubicBezTo>
                    <a:pt x="1228" y="63"/>
                    <a:pt x="1166" y="1"/>
                    <a:pt x="1090"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958" name="Google Shape;4958;p28"/>
            <p:cNvSpPr/>
            <p:nvPr/>
          </p:nvSpPr>
          <p:spPr>
            <a:xfrm>
              <a:off x="1550264" y="2969551"/>
              <a:ext cx="114815" cy="9835"/>
            </a:xfrm>
            <a:custGeom>
              <a:rect b="b" l="l" r="r" t="t"/>
              <a:pathLst>
                <a:path extrusionOk="0" h="277" w="3234">
                  <a:moveTo>
                    <a:pt x="139" y="0"/>
                  </a:moveTo>
                  <a:cubicBezTo>
                    <a:pt x="61" y="0"/>
                    <a:pt x="0" y="64"/>
                    <a:pt x="0" y="138"/>
                  </a:cubicBezTo>
                  <a:cubicBezTo>
                    <a:pt x="0" y="215"/>
                    <a:pt x="61" y="277"/>
                    <a:pt x="139" y="277"/>
                  </a:cubicBezTo>
                  <a:lnTo>
                    <a:pt x="3096" y="277"/>
                  </a:lnTo>
                  <a:cubicBezTo>
                    <a:pt x="3173" y="277"/>
                    <a:pt x="3234" y="215"/>
                    <a:pt x="3234" y="138"/>
                  </a:cubicBezTo>
                  <a:cubicBezTo>
                    <a:pt x="3234" y="64"/>
                    <a:pt x="3171" y="0"/>
                    <a:pt x="3096"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959" name="Google Shape;4959;p28"/>
            <p:cNvSpPr/>
            <p:nvPr/>
          </p:nvSpPr>
          <p:spPr>
            <a:xfrm>
              <a:off x="1550264" y="2992771"/>
              <a:ext cx="171726" cy="9870"/>
            </a:xfrm>
            <a:custGeom>
              <a:rect b="b" l="l" r="r" t="t"/>
              <a:pathLst>
                <a:path extrusionOk="0" h="278" w="4837">
                  <a:moveTo>
                    <a:pt x="139" y="1"/>
                  </a:moveTo>
                  <a:cubicBezTo>
                    <a:pt x="61" y="1"/>
                    <a:pt x="0" y="64"/>
                    <a:pt x="0" y="139"/>
                  </a:cubicBezTo>
                  <a:cubicBezTo>
                    <a:pt x="0" y="217"/>
                    <a:pt x="62" y="277"/>
                    <a:pt x="139" y="277"/>
                  </a:cubicBezTo>
                  <a:lnTo>
                    <a:pt x="4699" y="277"/>
                  </a:lnTo>
                  <a:cubicBezTo>
                    <a:pt x="4775" y="277"/>
                    <a:pt x="4837" y="215"/>
                    <a:pt x="4837" y="139"/>
                  </a:cubicBezTo>
                  <a:cubicBezTo>
                    <a:pt x="4837" y="61"/>
                    <a:pt x="4775" y="1"/>
                    <a:pt x="4699"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960" name="Google Shape;4960;p28"/>
            <p:cNvSpPr/>
            <p:nvPr/>
          </p:nvSpPr>
          <p:spPr>
            <a:xfrm>
              <a:off x="1659402" y="3016026"/>
              <a:ext cx="62591" cy="9870"/>
            </a:xfrm>
            <a:custGeom>
              <a:rect b="b" l="l" r="r" t="t"/>
              <a:pathLst>
                <a:path extrusionOk="0" h="278" w="1763">
                  <a:moveTo>
                    <a:pt x="138" y="1"/>
                  </a:moveTo>
                  <a:cubicBezTo>
                    <a:pt x="61" y="1"/>
                    <a:pt x="0" y="64"/>
                    <a:pt x="0" y="139"/>
                  </a:cubicBezTo>
                  <a:cubicBezTo>
                    <a:pt x="0" y="214"/>
                    <a:pt x="63" y="277"/>
                    <a:pt x="138" y="277"/>
                  </a:cubicBezTo>
                  <a:lnTo>
                    <a:pt x="1625" y="277"/>
                  </a:lnTo>
                  <a:cubicBezTo>
                    <a:pt x="1701" y="277"/>
                    <a:pt x="1763" y="214"/>
                    <a:pt x="1763" y="139"/>
                  </a:cubicBezTo>
                  <a:cubicBezTo>
                    <a:pt x="1763" y="64"/>
                    <a:pt x="1701" y="1"/>
                    <a:pt x="1625"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961" name="Google Shape;4961;p28"/>
            <p:cNvSpPr/>
            <p:nvPr/>
          </p:nvSpPr>
          <p:spPr>
            <a:xfrm>
              <a:off x="1550299" y="3016026"/>
              <a:ext cx="96283" cy="9870"/>
            </a:xfrm>
            <a:custGeom>
              <a:rect b="b" l="l" r="r" t="t"/>
              <a:pathLst>
                <a:path extrusionOk="0" h="278" w="2712">
                  <a:moveTo>
                    <a:pt x="139" y="1"/>
                  </a:moveTo>
                  <a:cubicBezTo>
                    <a:pt x="61" y="1"/>
                    <a:pt x="1" y="64"/>
                    <a:pt x="1" y="139"/>
                  </a:cubicBezTo>
                  <a:cubicBezTo>
                    <a:pt x="1" y="215"/>
                    <a:pt x="64" y="277"/>
                    <a:pt x="139" y="277"/>
                  </a:cubicBezTo>
                  <a:lnTo>
                    <a:pt x="2572" y="277"/>
                  </a:lnTo>
                  <a:cubicBezTo>
                    <a:pt x="2574" y="277"/>
                    <a:pt x="2576" y="277"/>
                    <a:pt x="2577" y="277"/>
                  </a:cubicBezTo>
                  <a:cubicBezTo>
                    <a:pt x="2651" y="277"/>
                    <a:pt x="2712" y="215"/>
                    <a:pt x="2712" y="139"/>
                  </a:cubicBezTo>
                  <a:cubicBezTo>
                    <a:pt x="2712" y="61"/>
                    <a:pt x="2649" y="1"/>
                    <a:pt x="2572"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962" name="Google Shape;4962;p28"/>
            <p:cNvSpPr/>
            <p:nvPr/>
          </p:nvSpPr>
          <p:spPr>
            <a:xfrm>
              <a:off x="1585767" y="3039316"/>
              <a:ext cx="136223" cy="9870"/>
            </a:xfrm>
            <a:custGeom>
              <a:rect b="b" l="l" r="r" t="t"/>
              <a:pathLst>
                <a:path extrusionOk="0" h="278" w="3837">
                  <a:moveTo>
                    <a:pt x="139" y="1"/>
                  </a:moveTo>
                  <a:cubicBezTo>
                    <a:pt x="61" y="1"/>
                    <a:pt x="1" y="64"/>
                    <a:pt x="1" y="139"/>
                  </a:cubicBezTo>
                  <a:cubicBezTo>
                    <a:pt x="1" y="217"/>
                    <a:pt x="62" y="277"/>
                    <a:pt x="139" y="277"/>
                  </a:cubicBezTo>
                  <a:lnTo>
                    <a:pt x="3699" y="277"/>
                  </a:lnTo>
                  <a:cubicBezTo>
                    <a:pt x="3775" y="277"/>
                    <a:pt x="3837" y="215"/>
                    <a:pt x="3837" y="139"/>
                  </a:cubicBezTo>
                  <a:cubicBezTo>
                    <a:pt x="3837" y="63"/>
                    <a:pt x="3775" y="1"/>
                    <a:pt x="3699"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963" name="Google Shape;4963;p28"/>
            <p:cNvSpPr/>
            <p:nvPr/>
          </p:nvSpPr>
          <p:spPr>
            <a:xfrm>
              <a:off x="1550264" y="3039316"/>
              <a:ext cx="22864" cy="9870"/>
            </a:xfrm>
            <a:custGeom>
              <a:rect b="b" l="l" r="r" t="t"/>
              <a:pathLst>
                <a:path extrusionOk="0" h="278" w="644">
                  <a:moveTo>
                    <a:pt x="139" y="1"/>
                  </a:moveTo>
                  <a:cubicBezTo>
                    <a:pt x="61" y="1"/>
                    <a:pt x="0" y="64"/>
                    <a:pt x="0" y="139"/>
                  </a:cubicBezTo>
                  <a:cubicBezTo>
                    <a:pt x="0" y="217"/>
                    <a:pt x="62" y="277"/>
                    <a:pt x="139" y="277"/>
                  </a:cubicBezTo>
                  <a:lnTo>
                    <a:pt x="506" y="277"/>
                  </a:lnTo>
                  <a:cubicBezTo>
                    <a:pt x="583" y="277"/>
                    <a:pt x="644" y="215"/>
                    <a:pt x="644" y="139"/>
                  </a:cubicBezTo>
                  <a:cubicBezTo>
                    <a:pt x="644" y="63"/>
                    <a:pt x="583" y="1"/>
                    <a:pt x="506"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964" name="Google Shape;4964;p28"/>
            <p:cNvSpPr/>
            <p:nvPr/>
          </p:nvSpPr>
          <p:spPr>
            <a:xfrm>
              <a:off x="1637425" y="3062571"/>
              <a:ext cx="84567" cy="9906"/>
            </a:xfrm>
            <a:custGeom>
              <a:rect b="b" l="l" r="r" t="t"/>
              <a:pathLst>
                <a:path extrusionOk="0" h="279" w="2382">
                  <a:moveTo>
                    <a:pt x="139" y="1"/>
                  </a:moveTo>
                  <a:cubicBezTo>
                    <a:pt x="61" y="1"/>
                    <a:pt x="0" y="64"/>
                    <a:pt x="0" y="139"/>
                  </a:cubicBezTo>
                  <a:cubicBezTo>
                    <a:pt x="0" y="217"/>
                    <a:pt x="64" y="278"/>
                    <a:pt x="139" y="278"/>
                  </a:cubicBezTo>
                  <a:lnTo>
                    <a:pt x="2244" y="278"/>
                  </a:lnTo>
                  <a:cubicBezTo>
                    <a:pt x="2320" y="278"/>
                    <a:pt x="2382" y="215"/>
                    <a:pt x="2382" y="139"/>
                  </a:cubicBezTo>
                  <a:cubicBezTo>
                    <a:pt x="2382" y="64"/>
                    <a:pt x="2320" y="1"/>
                    <a:pt x="2244"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965" name="Google Shape;4965;p28"/>
            <p:cNvSpPr/>
            <p:nvPr/>
          </p:nvSpPr>
          <p:spPr>
            <a:xfrm>
              <a:off x="1550264" y="3062571"/>
              <a:ext cx="74378" cy="9906"/>
            </a:xfrm>
            <a:custGeom>
              <a:rect b="b" l="l" r="r" t="t"/>
              <a:pathLst>
                <a:path extrusionOk="0" h="279" w="2095">
                  <a:moveTo>
                    <a:pt x="139" y="1"/>
                  </a:moveTo>
                  <a:cubicBezTo>
                    <a:pt x="61" y="1"/>
                    <a:pt x="0" y="64"/>
                    <a:pt x="0" y="139"/>
                  </a:cubicBezTo>
                  <a:cubicBezTo>
                    <a:pt x="0" y="217"/>
                    <a:pt x="62" y="278"/>
                    <a:pt x="139" y="278"/>
                  </a:cubicBezTo>
                  <a:lnTo>
                    <a:pt x="1955" y="278"/>
                  </a:lnTo>
                  <a:cubicBezTo>
                    <a:pt x="2032" y="278"/>
                    <a:pt x="2094" y="215"/>
                    <a:pt x="2094" y="139"/>
                  </a:cubicBezTo>
                  <a:cubicBezTo>
                    <a:pt x="2094" y="64"/>
                    <a:pt x="2031" y="1"/>
                    <a:pt x="1955"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966" name="Google Shape;4966;p28"/>
            <p:cNvSpPr/>
            <p:nvPr/>
          </p:nvSpPr>
          <p:spPr>
            <a:xfrm>
              <a:off x="1670692" y="3085826"/>
              <a:ext cx="51301" cy="9906"/>
            </a:xfrm>
            <a:custGeom>
              <a:rect b="b" l="l" r="r" t="t"/>
              <a:pathLst>
                <a:path extrusionOk="0" h="279" w="1445">
                  <a:moveTo>
                    <a:pt x="138" y="0"/>
                  </a:moveTo>
                  <a:cubicBezTo>
                    <a:pt x="62" y="0"/>
                    <a:pt x="0" y="64"/>
                    <a:pt x="0" y="139"/>
                  </a:cubicBezTo>
                  <a:cubicBezTo>
                    <a:pt x="0" y="215"/>
                    <a:pt x="64" y="278"/>
                    <a:pt x="138" y="278"/>
                  </a:cubicBezTo>
                  <a:lnTo>
                    <a:pt x="1307" y="278"/>
                  </a:lnTo>
                  <a:cubicBezTo>
                    <a:pt x="1383" y="278"/>
                    <a:pt x="1445" y="215"/>
                    <a:pt x="1445" y="139"/>
                  </a:cubicBezTo>
                  <a:cubicBezTo>
                    <a:pt x="1445" y="64"/>
                    <a:pt x="1383" y="0"/>
                    <a:pt x="1307"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967" name="Google Shape;4967;p28"/>
            <p:cNvSpPr/>
            <p:nvPr/>
          </p:nvSpPr>
          <p:spPr>
            <a:xfrm>
              <a:off x="1550264" y="3085826"/>
              <a:ext cx="107715" cy="9906"/>
            </a:xfrm>
            <a:custGeom>
              <a:rect b="b" l="l" r="r" t="t"/>
              <a:pathLst>
                <a:path extrusionOk="0" h="279" w="3034">
                  <a:moveTo>
                    <a:pt x="139" y="0"/>
                  </a:moveTo>
                  <a:cubicBezTo>
                    <a:pt x="61" y="0"/>
                    <a:pt x="0" y="64"/>
                    <a:pt x="0" y="139"/>
                  </a:cubicBezTo>
                  <a:cubicBezTo>
                    <a:pt x="0" y="215"/>
                    <a:pt x="62" y="278"/>
                    <a:pt x="139" y="278"/>
                  </a:cubicBezTo>
                  <a:lnTo>
                    <a:pt x="2896" y="278"/>
                  </a:lnTo>
                  <a:cubicBezTo>
                    <a:pt x="2973" y="278"/>
                    <a:pt x="3034" y="215"/>
                    <a:pt x="3034" y="139"/>
                  </a:cubicBezTo>
                  <a:cubicBezTo>
                    <a:pt x="3034" y="64"/>
                    <a:pt x="2973" y="0"/>
                    <a:pt x="2896"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968" name="Google Shape;4968;p28"/>
            <p:cNvSpPr/>
            <p:nvPr/>
          </p:nvSpPr>
          <p:spPr>
            <a:xfrm>
              <a:off x="1784162" y="3134254"/>
              <a:ext cx="25562" cy="23788"/>
            </a:xfrm>
            <a:custGeom>
              <a:rect b="b" l="l" r="r" t="t"/>
              <a:pathLst>
                <a:path extrusionOk="0" h="670" w="720">
                  <a:moveTo>
                    <a:pt x="0" y="1"/>
                  </a:moveTo>
                  <a:lnTo>
                    <a:pt x="256" y="601"/>
                  </a:lnTo>
                  <a:cubicBezTo>
                    <a:pt x="276" y="647"/>
                    <a:pt x="318" y="670"/>
                    <a:pt x="360" y="670"/>
                  </a:cubicBezTo>
                  <a:cubicBezTo>
                    <a:pt x="402" y="670"/>
                    <a:pt x="445" y="647"/>
                    <a:pt x="465" y="601"/>
                  </a:cubicBezTo>
                  <a:lnTo>
                    <a:pt x="720" y="1"/>
                  </a:ln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969" name="Google Shape;4969;p28"/>
            <p:cNvSpPr/>
            <p:nvPr/>
          </p:nvSpPr>
          <p:spPr>
            <a:xfrm>
              <a:off x="1790553" y="3134254"/>
              <a:ext cx="19171" cy="23788"/>
            </a:xfrm>
            <a:custGeom>
              <a:rect b="b" l="l" r="r" t="t"/>
              <a:pathLst>
                <a:path extrusionOk="0" h="670" w="540">
                  <a:moveTo>
                    <a:pt x="180" y="1"/>
                  </a:moveTo>
                  <a:lnTo>
                    <a:pt x="0" y="422"/>
                  </a:lnTo>
                  <a:lnTo>
                    <a:pt x="76" y="601"/>
                  </a:lnTo>
                  <a:cubicBezTo>
                    <a:pt x="96" y="647"/>
                    <a:pt x="138" y="670"/>
                    <a:pt x="180" y="670"/>
                  </a:cubicBezTo>
                  <a:cubicBezTo>
                    <a:pt x="222" y="670"/>
                    <a:pt x="265" y="647"/>
                    <a:pt x="285" y="601"/>
                  </a:cubicBezTo>
                  <a:lnTo>
                    <a:pt x="540" y="1"/>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970" name="Google Shape;4970;p28"/>
            <p:cNvSpPr/>
            <p:nvPr/>
          </p:nvSpPr>
          <p:spPr>
            <a:xfrm>
              <a:off x="1784162" y="2893005"/>
              <a:ext cx="25562" cy="32736"/>
            </a:xfrm>
            <a:custGeom>
              <a:rect b="b" l="l" r="r" t="t"/>
              <a:pathLst>
                <a:path extrusionOk="0" h="922" w="720">
                  <a:moveTo>
                    <a:pt x="360" y="1"/>
                  </a:moveTo>
                  <a:cubicBezTo>
                    <a:pt x="163" y="1"/>
                    <a:pt x="0" y="162"/>
                    <a:pt x="0" y="360"/>
                  </a:cubicBezTo>
                  <a:lnTo>
                    <a:pt x="0" y="922"/>
                  </a:lnTo>
                  <a:lnTo>
                    <a:pt x="720" y="922"/>
                  </a:lnTo>
                  <a:lnTo>
                    <a:pt x="720" y="360"/>
                  </a:lnTo>
                  <a:cubicBezTo>
                    <a:pt x="720" y="163"/>
                    <a:pt x="559" y="1"/>
                    <a:pt x="360" y="1"/>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971" name="Google Shape;4971;p28"/>
            <p:cNvSpPr/>
            <p:nvPr/>
          </p:nvSpPr>
          <p:spPr>
            <a:xfrm>
              <a:off x="1790553" y="2892970"/>
              <a:ext cx="19171" cy="32771"/>
            </a:xfrm>
            <a:custGeom>
              <a:rect b="b" l="l" r="r" t="t"/>
              <a:pathLst>
                <a:path extrusionOk="0" h="923" w="540">
                  <a:moveTo>
                    <a:pt x="180" y="0"/>
                  </a:moveTo>
                  <a:cubicBezTo>
                    <a:pt x="115" y="0"/>
                    <a:pt x="53" y="19"/>
                    <a:pt x="0" y="49"/>
                  </a:cubicBezTo>
                  <a:cubicBezTo>
                    <a:pt x="28" y="65"/>
                    <a:pt x="53" y="85"/>
                    <a:pt x="75" y="107"/>
                  </a:cubicBezTo>
                  <a:cubicBezTo>
                    <a:pt x="141" y="173"/>
                    <a:pt x="180" y="263"/>
                    <a:pt x="180" y="361"/>
                  </a:cubicBezTo>
                  <a:lnTo>
                    <a:pt x="180" y="923"/>
                  </a:lnTo>
                  <a:lnTo>
                    <a:pt x="540" y="923"/>
                  </a:lnTo>
                  <a:lnTo>
                    <a:pt x="540" y="361"/>
                  </a:lnTo>
                  <a:cubicBezTo>
                    <a:pt x="540" y="263"/>
                    <a:pt x="502" y="173"/>
                    <a:pt x="436" y="107"/>
                  </a:cubicBezTo>
                  <a:cubicBezTo>
                    <a:pt x="370" y="40"/>
                    <a:pt x="279" y="0"/>
                    <a:pt x="180"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4972" name="Google Shape;4972;p28"/>
          <p:cNvGrpSpPr/>
          <p:nvPr/>
        </p:nvGrpSpPr>
        <p:grpSpPr>
          <a:xfrm>
            <a:off x="7324973" y="2172668"/>
            <a:ext cx="320385" cy="327001"/>
            <a:chOff x="7324973" y="2172668"/>
            <a:chExt cx="320385" cy="327001"/>
          </a:xfrm>
        </p:grpSpPr>
        <p:sp>
          <p:nvSpPr>
            <p:cNvPr id="4973" name="Google Shape;4973;p28"/>
            <p:cNvSpPr/>
            <p:nvPr/>
          </p:nvSpPr>
          <p:spPr>
            <a:xfrm>
              <a:off x="7324973" y="2172739"/>
              <a:ext cx="171371" cy="326930"/>
            </a:xfrm>
            <a:custGeom>
              <a:rect b="b" l="l" r="r" t="t"/>
              <a:pathLst>
                <a:path extrusionOk="0" h="9208" w="4827">
                  <a:moveTo>
                    <a:pt x="4473" y="0"/>
                  </a:moveTo>
                  <a:cubicBezTo>
                    <a:pt x="4472" y="0"/>
                    <a:pt x="4471" y="0"/>
                    <a:pt x="4470" y="0"/>
                  </a:cubicBezTo>
                  <a:lnTo>
                    <a:pt x="3663" y="0"/>
                  </a:lnTo>
                  <a:lnTo>
                    <a:pt x="2415" y="361"/>
                  </a:lnTo>
                  <a:lnTo>
                    <a:pt x="1166" y="0"/>
                  </a:lnTo>
                  <a:lnTo>
                    <a:pt x="359" y="0"/>
                  </a:lnTo>
                  <a:cubicBezTo>
                    <a:pt x="161" y="0"/>
                    <a:pt x="0" y="160"/>
                    <a:pt x="0" y="357"/>
                  </a:cubicBezTo>
                  <a:lnTo>
                    <a:pt x="0" y="8850"/>
                  </a:lnTo>
                  <a:cubicBezTo>
                    <a:pt x="0" y="9047"/>
                    <a:pt x="161" y="9207"/>
                    <a:pt x="359" y="9207"/>
                  </a:cubicBezTo>
                  <a:lnTo>
                    <a:pt x="4468" y="9207"/>
                  </a:lnTo>
                  <a:cubicBezTo>
                    <a:pt x="4667" y="9207"/>
                    <a:pt x="4827" y="9047"/>
                    <a:pt x="4827" y="8850"/>
                  </a:cubicBezTo>
                  <a:lnTo>
                    <a:pt x="4827" y="357"/>
                  </a:lnTo>
                  <a:cubicBezTo>
                    <a:pt x="4827" y="161"/>
                    <a:pt x="4668" y="0"/>
                    <a:pt x="4473" y="0"/>
                  </a:cubicBezTo>
                  <a:close/>
                </a:path>
              </a:pathLst>
            </a:cu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974" name="Google Shape;4974;p28"/>
            <p:cNvSpPr/>
            <p:nvPr/>
          </p:nvSpPr>
          <p:spPr>
            <a:xfrm>
              <a:off x="7469509" y="2172739"/>
              <a:ext cx="26840" cy="326930"/>
            </a:xfrm>
            <a:custGeom>
              <a:rect b="b" l="l" r="r" t="t"/>
              <a:pathLst>
                <a:path extrusionOk="0" h="9208" w="756">
                  <a:moveTo>
                    <a:pt x="400" y="0"/>
                  </a:moveTo>
                  <a:cubicBezTo>
                    <a:pt x="399" y="0"/>
                    <a:pt x="398" y="0"/>
                    <a:pt x="397" y="0"/>
                  </a:cubicBezTo>
                  <a:lnTo>
                    <a:pt x="0" y="0"/>
                  </a:lnTo>
                  <a:cubicBezTo>
                    <a:pt x="199" y="0"/>
                    <a:pt x="359" y="160"/>
                    <a:pt x="359" y="357"/>
                  </a:cubicBezTo>
                  <a:lnTo>
                    <a:pt x="359" y="8850"/>
                  </a:lnTo>
                  <a:cubicBezTo>
                    <a:pt x="359" y="9047"/>
                    <a:pt x="199" y="9207"/>
                    <a:pt x="0" y="9207"/>
                  </a:cubicBezTo>
                  <a:lnTo>
                    <a:pt x="397" y="9207"/>
                  </a:lnTo>
                  <a:cubicBezTo>
                    <a:pt x="596" y="9207"/>
                    <a:pt x="756" y="9047"/>
                    <a:pt x="756" y="8850"/>
                  </a:cubicBezTo>
                  <a:lnTo>
                    <a:pt x="756" y="357"/>
                  </a:lnTo>
                  <a:cubicBezTo>
                    <a:pt x="756" y="161"/>
                    <a:pt x="597" y="0"/>
                    <a:pt x="400"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975" name="Google Shape;4975;p28"/>
            <p:cNvSpPr/>
            <p:nvPr/>
          </p:nvSpPr>
          <p:spPr>
            <a:xfrm>
              <a:off x="7366335" y="2172668"/>
              <a:ext cx="88650" cy="25777"/>
            </a:xfrm>
            <a:custGeom>
              <a:rect b="b" l="l" r="r" t="t"/>
              <a:pathLst>
                <a:path extrusionOk="0" h="726" w="2497">
                  <a:moveTo>
                    <a:pt x="1" y="1"/>
                  </a:moveTo>
                  <a:lnTo>
                    <a:pt x="166" y="540"/>
                  </a:lnTo>
                  <a:cubicBezTo>
                    <a:pt x="201" y="651"/>
                    <a:pt x="303" y="726"/>
                    <a:pt x="418" y="726"/>
                  </a:cubicBezTo>
                  <a:lnTo>
                    <a:pt x="2079" y="726"/>
                  </a:lnTo>
                  <a:cubicBezTo>
                    <a:pt x="2194" y="726"/>
                    <a:pt x="2296" y="651"/>
                    <a:pt x="2331" y="540"/>
                  </a:cubicBezTo>
                  <a:lnTo>
                    <a:pt x="2496" y="1"/>
                  </a:lnTo>
                  <a:close/>
                </a:path>
              </a:pathLst>
            </a:custGeom>
            <a:solidFill>
              <a:schemeClr val="accent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976" name="Google Shape;4976;p28"/>
            <p:cNvSpPr/>
            <p:nvPr/>
          </p:nvSpPr>
          <p:spPr>
            <a:xfrm>
              <a:off x="7426833" y="2172668"/>
              <a:ext cx="28153" cy="25777"/>
            </a:xfrm>
            <a:custGeom>
              <a:rect b="b" l="l" r="r" t="t"/>
              <a:pathLst>
                <a:path extrusionOk="0" h="726" w="793">
                  <a:moveTo>
                    <a:pt x="418" y="1"/>
                  </a:moveTo>
                  <a:lnTo>
                    <a:pt x="253" y="540"/>
                  </a:lnTo>
                  <a:cubicBezTo>
                    <a:pt x="218" y="651"/>
                    <a:pt x="116" y="726"/>
                    <a:pt x="1" y="726"/>
                  </a:cubicBezTo>
                  <a:lnTo>
                    <a:pt x="375" y="726"/>
                  </a:lnTo>
                  <a:cubicBezTo>
                    <a:pt x="490" y="726"/>
                    <a:pt x="592" y="651"/>
                    <a:pt x="627" y="540"/>
                  </a:cubicBezTo>
                  <a:lnTo>
                    <a:pt x="792" y="1"/>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977" name="Google Shape;4977;p28"/>
            <p:cNvSpPr/>
            <p:nvPr/>
          </p:nvSpPr>
          <p:spPr>
            <a:xfrm>
              <a:off x="7375282" y="2225214"/>
              <a:ext cx="70685" cy="87946"/>
            </a:xfrm>
            <a:custGeom>
              <a:rect b="b" l="l" r="r" t="t"/>
              <a:pathLst>
                <a:path extrusionOk="0" h="2477" w="1991">
                  <a:moveTo>
                    <a:pt x="997" y="0"/>
                  </a:moveTo>
                  <a:cubicBezTo>
                    <a:pt x="843" y="0"/>
                    <a:pt x="719" y="124"/>
                    <a:pt x="719" y="278"/>
                  </a:cubicBezTo>
                  <a:lnTo>
                    <a:pt x="719" y="1374"/>
                  </a:lnTo>
                  <a:lnTo>
                    <a:pt x="538" y="1131"/>
                  </a:lnTo>
                  <a:cubicBezTo>
                    <a:pt x="483" y="1058"/>
                    <a:pt x="398" y="1020"/>
                    <a:pt x="314" y="1020"/>
                  </a:cubicBezTo>
                  <a:cubicBezTo>
                    <a:pt x="257" y="1020"/>
                    <a:pt x="199" y="1038"/>
                    <a:pt x="149" y="1076"/>
                  </a:cubicBezTo>
                  <a:cubicBezTo>
                    <a:pt x="27" y="1167"/>
                    <a:pt x="1" y="1343"/>
                    <a:pt x="93" y="1465"/>
                  </a:cubicBezTo>
                  <a:lnTo>
                    <a:pt x="766" y="2366"/>
                  </a:lnTo>
                  <a:cubicBezTo>
                    <a:pt x="818" y="2436"/>
                    <a:pt x="899" y="2477"/>
                    <a:pt x="985" y="2477"/>
                  </a:cubicBezTo>
                  <a:cubicBezTo>
                    <a:pt x="988" y="2477"/>
                    <a:pt x="991" y="2477"/>
                    <a:pt x="994" y="2477"/>
                  </a:cubicBezTo>
                  <a:cubicBezTo>
                    <a:pt x="1077" y="2477"/>
                    <a:pt x="1157" y="2437"/>
                    <a:pt x="1207" y="2372"/>
                  </a:cubicBezTo>
                  <a:lnTo>
                    <a:pt x="1897" y="1484"/>
                  </a:lnTo>
                  <a:cubicBezTo>
                    <a:pt x="1991" y="1364"/>
                    <a:pt x="1969" y="1189"/>
                    <a:pt x="1848" y="1094"/>
                  </a:cubicBezTo>
                  <a:cubicBezTo>
                    <a:pt x="1798" y="1055"/>
                    <a:pt x="1738" y="1036"/>
                    <a:pt x="1679" y="1036"/>
                  </a:cubicBezTo>
                  <a:cubicBezTo>
                    <a:pt x="1596" y="1036"/>
                    <a:pt x="1514" y="1072"/>
                    <a:pt x="1458" y="1143"/>
                  </a:cubicBezTo>
                  <a:lnTo>
                    <a:pt x="1273" y="1380"/>
                  </a:lnTo>
                  <a:lnTo>
                    <a:pt x="1273" y="278"/>
                  </a:lnTo>
                  <a:cubicBezTo>
                    <a:pt x="1273" y="124"/>
                    <a:pt x="1149" y="0"/>
                    <a:pt x="997" y="0"/>
                  </a:cubicBezTo>
                  <a:close/>
                </a:path>
              </a:pathLst>
            </a:cu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978" name="Google Shape;4978;p28"/>
            <p:cNvSpPr/>
            <p:nvPr/>
          </p:nvSpPr>
          <p:spPr>
            <a:xfrm>
              <a:off x="7404821" y="2225178"/>
              <a:ext cx="15657" cy="49743"/>
            </a:xfrm>
            <a:custGeom>
              <a:rect b="b" l="l" r="r" t="t"/>
              <a:pathLst>
                <a:path extrusionOk="0" h="1401" w="441">
                  <a:moveTo>
                    <a:pt x="161" y="1"/>
                  </a:moveTo>
                  <a:cubicBezTo>
                    <a:pt x="100" y="1"/>
                    <a:pt x="45" y="21"/>
                    <a:pt x="1" y="53"/>
                  </a:cubicBezTo>
                  <a:cubicBezTo>
                    <a:pt x="71" y="105"/>
                    <a:pt x="116" y="187"/>
                    <a:pt x="114" y="279"/>
                  </a:cubicBezTo>
                  <a:lnTo>
                    <a:pt x="114" y="1336"/>
                  </a:lnTo>
                  <a:cubicBezTo>
                    <a:pt x="114" y="1375"/>
                    <a:pt x="145" y="1401"/>
                    <a:pt x="178" y="1401"/>
                  </a:cubicBezTo>
                  <a:cubicBezTo>
                    <a:pt x="194" y="1401"/>
                    <a:pt x="210" y="1395"/>
                    <a:pt x="224" y="1381"/>
                  </a:cubicBezTo>
                  <a:lnTo>
                    <a:pt x="441" y="1159"/>
                  </a:lnTo>
                  <a:lnTo>
                    <a:pt x="441" y="287"/>
                  </a:lnTo>
                  <a:cubicBezTo>
                    <a:pt x="441" y="135"/>
                    <a:pt x="320" y="2"/>
                    <a:pt x="167" y="1"/>
                  </a:cubicBezTo>
                  <a:cubicBezTo>
                    <a:pt x="165" y="1"/>
                    <a:pt x="163" y="1"/>
                    <a:pt x="161"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979" name="Google Shape;4979;p28"/>
            <p:cNvSpPr/>
            <p:nvPr/>
          </p:nvSpPr>
          <p:spPr>
            <a:xfrm>
              <a:off x="7404573" y="2261925"/>
              <a:ext cx="41396" cy="51234"/>
            </a:xfrm>
            <a:custGeom>
              <a:rect b="b" l="l" r="r" t="t"/>
              <a:pathLst>
                <a:path extrusionOk="0" h="1443" w="1166">
                  <a:moveTo>
                    <a:pt x="853" y="1"/>
                  </a:moveTo>
                  <a:cubicBezTo>
                    <a:pt x="795" y="1"/>
                    <a:pt x="738" y="19"/>
                    <a:pt x="691" y="54"/>
                  </a:cubicBezTo>
                  <a:cubicBezTo>
                    <a:pt x="692" y="57"/>
                    <a:pt x="697" y="58"/>
                    <a:pt x="698" y="60"/>
                  </a:cubicBezTo>
                  <a:cubicBezTo>
                    <a:pt x="819" y="155"/>
                    <a:pt x="841" y="330"/>
                    <a:pt x="747" y="450"/>
                  </a:cubicBezTo>
                  <a:lnTo>
                    <a:pt x="56" y="1338"/>
                  </a:lnTo>
                  <a:cubicBezTo>
                    <a:pt x="39" y="1356"/>
                    <a:pt x="22" y="1376"/>
                    <a:pt x="0" y="1391"/>
                  </a:cubicBezTo>
                  <a:cubicBezTo>
                    <a:pt x="46" y="1424"/>
                    <a:pt x="102" y="1443"/>
                    <a:pt x="160" y="1443"/>
                  </a:cubicBezTo>
                  <a:cubicBezTo>
                    <a:pt x="163" y="1443"/>
                    <a:pt x="166" y="1443"/>
                    <a:pt x="169" y="1443"/>
                  </a:cubicBezTo>
                  <a:cubicBezTo>
                    <a:pt x="252" y="1443"/>
                    <a:pt x="329" y="1403"/>
                    <a:pt x="382" y="1338"/>
                  </a:cubicBezTo>
                  <a:lnTo>
                    <a:pt x="1072" y="450"/>
                  </a:lnTo>
                  <a:cubicBezTo>
                    <a:pt x="1166" y="327"/>
                    <a:pt x="1144" y="153"/>
                    <a:pt x="1025" y="60"/>
                  </a:cubicBezTo>
                  <a:cubicBezTo>
                    <a:pt x="974" y="20"/>
                    <a:pt x="913" y="1"/>
                    <a:pt x="853"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980" name="Google Shape;4980;p28"/>
            <p:cNvSpPr/>
            <p:nvPr/>
          </p:nvSpPr>
          <p:spPr>
            <a:xfrm>
              <a:off x="7376525" y="2332755"/>
              <a:ext cx="268825" cy="140103"/>
            </a:xfrm>
            <a:custGeom>
              <a:rect b="b" l="l" r="r" t="t"/>
              <a:pathLst>
                <a:path extrusionOk="0" h="3946" w="7572">
                  <a:moveTo>
                    <a:pt x="149" y="0"/>
                  </a:moveTo>
                  <a:cubicBezTo>
                    <a:pt x="66" y="0"/>
                    <a:pt x="0" y="66"/>
                    <a:pt x="0" y="148"/>
                  </a:cubicBezTo>
                  <a:lnTo>
                    <a:pt x="0" y="3799"/>
                  </a:lnTo>
                  <a:cubicBezTo>
                    <a:pt x="0" y="3880"/>
                    <a:pt x="66" y="3946"/>
                    <a:pt x="149" y="3946"/>
                  </a:cubicBezTo>
                  <a:lnTo>
                    <a:pt x="7424" y="3946"/>
                  </a:lnTo>
                  <a:cubicBezTo>
                    <a:pt x="7505" y="3946"/>
                    <a:pt x="7571" y="3883"/>
                    <a:pt x="7571" y="3799"/>
                  </a:cubicBezTo>
                  <a:lnTo>
                    <a:pt x="7571" y="148"/>
                  </a:lnTo>
                  <a:cubicBezTo>
                    <a:pt x="7571" y="66"/>
                    <a:pt x="7505" y="0"/>
                    <a:pt x="7424" y="0"/>
                  </a:cubicBezTo>
                  <a:close/>
                </a:path>
              </a:pathLst>
            </a:cu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981" name="Google Shape;4981;p28"/>
            <p:cNvSpPr/>
            <p:nvPr/>
          </p:nvSpPr>
          <p:spPr>
            <a:xfrm>
              <a:off x="7626151" y="2332755"/>
              <a:ext cx="19207" cy="140103"/>
            </a:xfrm>
            <a:custGeom>
              <a:rect b="b" l="l" r="r" t="t"/>
              <a:pathLst>
                <a:path extrusionOk="0" h="3946" w="541">
                  <a:moveTo>
                    <a:pt x="0" y="0"/>
                  </a:moveTo>
                  <a:cubicBezTo>
                    <a:pt x="84" y="0"/>
                    <a:pt x="149" y="66"/>
                    <a:pt x="149" y="148"/>
                  </a:cubicBezTo>
                  <a:lnTo>
                    <a:pt x="149" y="3799"/>
                  </a:lnTo>
                  <a:cubicBezTo>
                    <a:pt x="149" y="3880"/>
                    <a:pt x="82" y="3946"/>
                    <a:pt x="0" y="3946"/>
                  </a:cubicBezTo>
                  <a:lnTo>
                    <a:pt x="393" y="3946"/>
                  </a:lnTo>
                  <a:cubicBezTo>
                    <a:pt x="475" y="3946"/>
                    <a:pt x="540" y="3880"/>
                    <a:pt x="540" y="3799"/>
                  </a:cubicBezTo>
                  <a:lnTo>
                    <a:pt x="540" y="148"/>
                  </a:lnTo>
                  <a:cubicBezTo>
                    <a:pt x="540" y="66"/>
                    <a:pt x="474" y="2"/>
                    <a:pt x="393"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982" name="Google Shape;4982;p28"/>
            <p:cNvSpPr/>
            <p:nvPr/>
          </p:nvSpPr>
          <p:spPr>
            <a:xfrm>
              <a:off x="7399709" y="2353631"/>
              <a:ext cx="222494" cy="98491"/>
            </a:xfrm>
            <a:custGeom>
              <a:rect b="b" l="l" r="r" t="t"/>
              <a:pathLst>
                <a:path extrusionOk="0" h="2774" w="6267">
                  <a:moveTo>
                    <a:pt x="622" y="1"/>
                  </a:moveTo>
                  <a:cubicBezTo>
                    <a:pt x="586" y="1"/>
                    <a:pt x="553" y="24"/>
                    <a:pt x="542" y="58"/>
                  </a:cubicBezTo>
                  <a:cubicBezTo>
                    <a:pt x="468" y="277"/>
                    <a:pt x="288" y="448"/>
                    <a:pt x="62" y="507"/>
                  </a:cubicBezTo>
                  <a:cubicBezTo>
                    <a:pt x="25" y="516"/>
                    <a:pt x="1" y="550"/>
                    <a:pt x="1" y="591"/>
                  </a:cubicBezTo>
                  <a:lnTo>
                    <a:pt x="1" y="2184"/>
                  </a:lnTo>
                  <a:cubicBezTo>
                    <a:pt x="1" y="2223"/>
                    <a:pt x="25" y="2256"/>
                    <a:pt x="62" y="2267"/>
                  </a:cubicBezTo>
                  <a:cubicBezTo>
                    <a:pt x="290" y="2326"/>
                    <a:pt x="470" y="2497"/>
                    <a:pt x="542" y="2716"/>
                  </a:cubicBezTo>
                  <a:cubicBezTo>
                    <a:pt x="553" y="2751"/>
                    <a:pt x="586" y="2774"/>
                    <a:pt x="622" y="2774"/>
                  </a:cubicBezTo>
                  <a:lnTo>
                    <a:pt x="5643" y="2774"/>
                  </a:lnTo>
                  <a:cubicBezTo>
                    <a:pt x="5679" y="2774"/>
                    <a:pt x="5714" y="2751"/>
                    <a:pt x="5724" y="2716"/>
                  </a:cubicBezTo>
                  <a:cubicBezTo>
                    <a:pt x="5798" y="2497"/>
                    <a:pt x="5978" y="2326"/>
                    <a:pt x="6203" y="2267"/>
                  </a:cubicBezTo>
                  <a:cubicBezTo>
                    <a:pt x="6240" y="2259"/>
                    <a:pt x="6266" y="2224"/>
                    <a:pt x="6266" y="2184"/>
                  </a:cubicBezTo>
                  <a:lnTo>
                    <a:pt x="6266" y="591"/>
                  </a:lnTo>
                  <a:cubicBezTo>
                    <a:pt x="6266" y="550"/>
                    <a:pt x="6240" y="516"/>
                    <a:pt x="6203" y="507"/>
                  </a:cubicBezTo>
                  <a:cubicBezTo>
                    <a:pt x="5975" y="448"/>
                    <a:pt x="5796" y="277"/>
                    <a:pt x="5724" y="58"/>
                  </a:cubicBezTo>
                  <a:cubicBezTo>
                    <a:pt x="5714" y="24"/>
                    <a:pt x="5679" y="1"/>
                    <a:pt x="5643" y="1"/>
                  </a:cubicBez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983" name="Google Shape;4983;p28"/>
            <p:cNvSpPr/>
            <p:nvPr/>
          </p:nvSpPr>
          <p:spPr>
            <a:xfrm>
              <a:off x="7586281" y="2353489"/>
              <a:ext cx="35929" cy="98633"/>
            </a:xfrm>
            <a:custGeom>
              <a:rect b="b" l="l" r="r" t="t"/>
              <a:pathLst>
                <a:path extrusionOk="0" h="2778" w="1012">
                  <a:moveTo>
                    <a:pt x="1" y="0"/>
                  </a:moveTo>
                  <a:cubicBezTo>
                    <a:pt x="37" y="0"/>
                    <a:pt x="71" y="25"/>
                    <a:pt x="83" y="58"/>
                  </a:cubicBezTo>
                  <a:cubicBezTo>
                    <a:pt x="156" y="280"/>
                    <a:pt x="336" y="625"/>
                    <a:pt x="561" y="684"/>
                  </a:cubicBezTo>
                  <a:cubicBezTo>
                    <a:pt x="598" y="694"/>
                    <a:pt x="624" y="727"/>
                    <a:pt x="624" y="767"/>
                  </a:cubicBezTo>
                  <a:lnTo>
                    <a:pt x="624" y="2012"/>
                  </a:lnTo>
                  <a:cubicBezTo>
                    <a:pt x="624" y="2050"/>
                    <a:pt x="598" y="2084"/>
                    <a:pt x="561" y="2094"/>
                  </a:cubicBezTo>
                  <a:cubicBezTo>
                    <a:pt x="335" y="2156"/>
                    <a:pt x="155" y="2501"/>
                    <a:pt x="83" y="2720"/>
                  </a:cubicBezTo>
                  <a:cubicBezTo>
                    <a:pt x="71" y="2755"/>
                    <a:pt x="37" y="2778"/>
                    <a:pt x="1" y="2778"/>
                  </a:cubicBezTo>
                  <a:lnTo>
                    <a:pt x="388" y="2778"/>
                  </a:lnTo>
                  <a:cubicBezTo>
                    <a:pt x="424" y="2778"/>
                    <a:pt x="459" y="2755"/>
                    <a:pt x="469" y="2720"/>
                  </a:cubicBezTo>
                  <a:cubicBezTo>
                    <a:pt x="543" y="2501"/>
                    <a:pt x="723" y="2330"/>
                    <a:pt x="948" y="2271"/>
                  </a:cubicBezTo>
                  <a:cubicBezTo>
                    <a:pt x="985" y="2263"/>
                    <a:pt x="1011" y="2228"/>
                    <a:pt x="1011" y="2188"/>
                  </a:cubicBezTo>
                  <a:lnTo>
                    <a:pt x="1011" y="595"/>
                  </a:lnTo>
                  <a:cubicBezTo>
                    <a:pt x="1011" y="554"/>
                    <a:pt x="985" y="520"/>
                    <a:pt x="948" y="508"/>
                  </a:cubicBezTo>
                  <a:cubicBezTo>
                    <a:pt x="720" y="448"/>
                    <a:pt x="541" y="278"/>
                    <a:pt x="469" y="58"/>
                  </a:cubicBezTo>
                  <a:cubicBezTo>
                    <a:pt x="459" y="25"/>
                    <a:pt x="424" y="0"/>
                    <a:pt x="388"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984" name="Google Shape;4984;p28"/>
            <p:cNvSpPr/>
            <p:nvPr/>
          </p:nvSpPr>
          <p:spPr>
            <a:xfrm>
              <a:off x="7389590" y="2347347"/>
              <a:ext cx="10260" cy="10261"/>
            </a:xfrm>
            <a:custGeom>
              <a:rect b="b" l="l" r="r" t="t"/>
              <a:pathLst>
                <a:path extrusionOk="0" h="289" w="289">
                  <a:moveTo>
                    <a:pt x="145" y="1"/>
                  </a:moveTo>
                  <a:cubicBezTo>
                    <a:pt x="65" y="1"/>
                    <a:pt x="1" y="65"/>
                    <a:pt x="1" y="145"/>
                  </a:cubicBezTo>
                  <a:cubicBezTo>
                    <a:pt x="1" y="224"/>
                    <a:pt x="65" y="289"/>
                    <a:pt x="145" y="289"/>
                  </a:cubicBezTo>
                  <a:cubicBezTo>
                    <a:pt x="224" y="289"/>
                    <a:pt x="288" y="224"/>
                    <a:pt x="288" y="145"/>
                  </a:cubicBezTo>
                  <a:cubicBezTo>
                    <a:pt x="288" y="65"/>
                    <a:pt x="224" y="1"/>
                    <a:pt x="145"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985" name="Google Shape;4985;p28"/>
            <p:cNvSpPr/>
            <p:nvPr/>
          </p:nvSpPr>
          <p:spPr>
            <a:xfrm>
              <a:off x="7622068" y="2347311"/>
              <a:ext cx="10260" cy="10261"/>
            </a:xfrm>
            <a:custGeom>
              <a:rect b="b" l="l" r="r" t="t"/>
              <a:pathLst>
                <a:path extrusionOk="0" h="289" w="289">
                  <a:moveTo>
                    <a:pt x="144" y="0"/>
                  </a:moveTo>
                  <a:cubicBezTo>
                    <a:pt x="65" y="0"/>
                    <a:pt x="0" y="65"/>
                    <a:pt x="0" y="144"/>
                  </a:cubicBezTo>
                  <a:cubicBezTo>
                    <a:pt x="0" y="223"/>
                    <a:pt x="65" y="288"/>
                    <a:pt x="144" y="288"/>
                  </a:cubicBezTo>
                  <a:cubicBezTo>
                    <a:pt x="223" y="288"/>
                    <a:pt x="288" y="223"/>
                    <a:pt x="288" y="144"/>
                  </a:cubicBezTo>
                  <a:cubicBezTo>
                    <a:pt x="288" y="65"/>
                    <a:pt x="223" y="0"/>
                    <a:pt x="144"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986" name="Google Shape;4986;p28"/>
            <p:cNvSpPr/>
            <p:nvPr/>
          </p:nvSpPr>
          <p:spPr>
            <a:xfrm>
              <a:off x="7388987" y="2448249"/>
              <a:ext cx="11006" cy="10225"/>
            </a:xfrm>
            <a:custGeom>
              <a:rect b="b" l="l" r="r" t="t"/>
              <a:pathLst>
                <a:path extrusionOk="0" h="288" w="310">
                  <a:moveTo>
                    <a:pt x="156" y="0"/>
                  </a:moveTo>
                  <a:cubicBezTo>
                    <a:pt x="148" y="0"/>
                    <a:pt x="141" y="1"/>
                    <a:pt x="133" y="2"/>
                  </a:cubicBezTo>
                  <a:cubicBezTo>
                    <a:pt x="54" y="15"/>
                    <a:pt x="0" y="89"/>
                    <a:pt x="13" y="168"/>
                  </a:cubicBezTo>
                  <a:cubicBezTo>
                    <a:pt x="25" y="238"/>
                    <a:pt x="85" y="288"/>
                    <a:pt x="155" y="288"/>
                  </a:cubicBezTo>
                  <a:cubicBezTo>
                    <a:pt x="163" y="288"/>
                    <a:pt x="171" y="287"/>
                    <a:pt x="179" y="286"/>
                  </a:cubicBezTo>
                  <a:cubicBezTo>
                    <a:pt x="257" y="273"/>
                    <a:pt x="310" y="199"/>
                    <a:pt x="297" y="122"/>
                  </a:cubicBezTo>
                  <a:cubicBezTo>
                    <a:pt x="286" y="51"/>
                    <a:pt x="225" y="0"/>
                    <a:pt x="156"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987" name="Google Shape;4987;p28"/>
            <p:cNvSpPr/>
            <p:nvPr/>
          </p:nvSpPr>
          <p:spPr>
            <a:xfrm>
              <a:off x="7621997" y="2448142"/>
              <a:ext cx="10260" cy="10261"/>
            </a:xfrm>
            <a:custGeom>
              <a:rect b="b" l="l" r="r" t="t"/>
              <a:pathLst>
                <a:path extrusionOk="0" h="289" w="289">
                  <a:moveTo>
                    <a:pt x="145" y="1"/>
                  </a:moveTo>
                  <a:cubicBezTo>
                    <a:pt x="66" y="1"/>
                    <a:pt x="1" y="66"/>
                    <a:pt x="1" y="145"/>
                  </a:cubicBezTo>
                  <a:cubicBezTo>
                    <a:pt x="1" y="224"/>
                    <a:pt x="66" y="289"/>
                    <a:pt x="145" y="289"/>
                  </a:cubicBezTo>
                  <a:cubicBezTo>
                    <a:pt x="224" y="289"/>
                    <a:pt x="289" y="224"/>
                    <a:pt x="289" y="145"/>
                  </a:cubicBezTo>
                  <a:cubicBezTo>
                    <a:pt x="289" y="66"/>
                    <a:pt x="224" y="1"/>
                    <a:pt x="145"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988" name="Google Shape;4988;p28"/>
            <p:cNvSpPr/>
            <p:nvPr/>
          </p:nvSpPr>
          <p:spPr>
            <a:xfrm>
              <a:off x="7491273" y="2364424"/>
              <a:ext cx="39869" cy="76833"/>
            </a:xfrm>
            <a:custGeom>
              <a:rect b="b" l="l" r="r" t="t"/>
              <a:pathLst>
                <a:path extrusionOk="0" h="2164" w="1123">
                  <a:moveTo>
                    <a:pt x="408" y="526"/>
                  </a:moveTo>
                  <a:lnTo>
                    <a:pt x="408" y="790"/>
                  </a:lnTo>
                  <a:cubicBezTo>
                    <a:pt x="395" y="783"/>
                    <a:pt x="386" y="776"/>
                    <a:pt x="377" y="769"/>
                  </a:cubicBezTo>
                  <a:cubicBezTo>
                    <a:pt x="346" y="746"/>
                    <a:pt x="334" y="693"/>
                    <a:pt x="344" y="638"/>
                  </a:cubicBezTo>
                  <a:cubicBezTo>
                    <a:pt x="351" y="599"/>
                    <a:pt x="372" y="556"/>
                    <a:pt x="408" y="526"/>
                  </a:cubicBezTo>
                  <a:close/>
                  <a:moveTo>
                    <a:pt x="684" y="1215"/>
                  </a:moveTo>
                  <a:cubicBezTo>
                    <a:pt x="821" y="1275"/>
                    <a:pt x="818" y="1396"/>
                    <a:pt x="809" y="1447"/>
                  </a:cubicBezTo>
                  <a:cubicBezTo>
                    <a:pt x="796" y="1517"/>
                    <a:pt x="754" y="1590"/>
                    <a:pt x="684" y="1634"/>
                  </a:cubicBezTo>
                  <a:lnTo>
                    <a:pt x="684" y="1215"/>
                  </a:lnTo>
                  <a:close/>
                  <a:moveTo>
                    <a:pt x="546" y="0"/>
                  </a:moveTo>
                  <a:cubicBezTo>
                    <a:pt x="468" y="0"/>
                    <a:pt x="408" y="64"/>
                    <a:pt x="408" y="139"/>
                  </a:cubicBezTo>
                  <a:lnTo>
                    <a:pt x="408" y="221"/>
                  </a:lnTo>
                  <a:lnTo>
                    <a:pt x="386" y="225"/>
                  </a:lnTo>
                  <a:cubicBezTo>
                    <a:pt x="223" y="274"/>
                    <a:pt x="105" y="410"/>
                    <a:pt x="71" y="583"/>
                  </a:cubicBezTo>
                  <a:cubicBezTo>
                    <a:pt x="41" y="741"/>
                    <a:pt x="92" y="897"/>
                    <a:pt x="206" y="985"/>
                  </a:cubicBezTo>
                  <a:cubicBezTo>
                    <a:pt x="258" y="1026"/>
                    <a:pt x="323" y="1064"/>
                    <a:pt x="408" y="1103"/>
                  </a:cubicBezTo>
                  <a:lnTo>
                    <a:pt x="408" y="1664"/>
                  </a:lnTo>
                  <a:cubicBezTo>
                    <a:pt x="350" y="1655"/>
                    <a:pt x="304" y="1635"/>
                    <a:pt x="235" y="1589"/>
                  </a:cubicBezTo>
                  <a:cubicBezTo>
                    <a:pt x="211" y="1574"/>
                    <a:pt x="185" y="1567"/>
                    <a:pt x="159" y="1567"/>
                  </a:cubicBezTo>
                  <a:cubicBezTo>
                    <a:pt x="113" y="1567"/>
                    <a:pt x="69" y="1589"/>
                    <a:pt x="42" y="1628"/>
                  </a:cubicBezTo>
                  <a:cubicBezTo>
                    <a:pt x="0" y="1693"/>
                    <a:pt x="19" y="1779"/>
                    <a:pt x="81" y="1821"/>
                  </a:cubicBezTo>
                  <a:cubicBezTo>
                    <a:pt x="203" y="1901"/>
                    <a:pt x="294" y="1933"/>
                    <a:pt x="408" y="1943"/>
                  </a:cubicBezTo>
                  <a:lnTo>
                    <a:pt x="408" y="2024"/>
                  </a:lnTo>
                  <a:cubicBezTo>
                    <a:pt x="408" y="2101"/>
                    <a:pt x="469" y="2163"/>
                    <a:pt x="546" y="2163"/>
                  </a:cubicBezTo>
                  <a:cubicBezTo>
                    <a:pt x="623" y="2163"/>
                    <a:pt x="684" y="2100"/>
                    <a:pt x="684" y="2024"/>
                  </a:cubicBezTo>
                  <a:lnTo>
                    <a:pt x="684" y="1930"/>
                  </a:lnTo>
                  <a:cubicBezTo>
                    <a:pt x="907" y="1873"/>
                    <a:pt x="1051" y="1681"/>
                    <a:pt x="1084" y="1491"/>
                  </a:cubicBezTo>
                  <a:cubicBezTo>
                    <a:pt x="1123" y="1249"/>
                    <a:pt x="990" y="1028"/>
                    <a:pt x="753" y="943"/>
                  </a:cubicBezTo>
                  <a:cubicBezTo>
                    <a:pt x="730" y="936"/>
                    <a:pt x="708" y="927"/>
                    <a:pt x="684" y="918"/>
                  </a:cubicBezTo>
                  <a:lnTo>
                    <a:pt x="684" y="498"/>
                  </a:lnTo>
                  <a:cubicBezTo>
                    <a:pt x="724" y="516"/>
                    <a:pt x="747" y="533"/>
                    <a:pt x="753" y="539"/>
                  </a:cubicBezTo>
                  <a:lnTo>
                    <a:pt x="754" y="540"/>
                  </a:lnTo>
                  <a:lnTo>
                    <a:pt x="789" y="570"/>
                  </a:lnTo>
                  <a:cubicBezTo>
                    <a:pt x="816" y="594"/>
                    <a:pt x="849" y="605"/>
                    <a:pt x="882" y="605"/>
                  </a:cubicBezTo>
                  <a:cubicBezTo>
                    <a:pt x="920" y="605"/>
                    <a:pt x="958" y="590"/>
                    <a:pt x="985" y="559"/>
                  </a:cubicBezTo>
                  <a:cubicBezTo>
                    <a:pt x="1035" y="501"/>
                    <a:pt x="1029" y="412"/>
                    <a:pt x="972" y="362"/>
                  </a:cubicBezTo>
                  <a:lnTo>
                    <a:pt x="937" y="331"/>
                  </a:lnTo>
                  <a:cubicBezTo>
                    <a:pt x="921" y="317"/>
                    <a:pt x="829" y="242"/>
                    <a:pt x="684" y="210"/>
                  </a:cubicBezTo>
                  <a:lnTo>
                    <a:pt x="684" y="139"/>
                  </a:lnTo>
                  <a:cubicBezTo>
                    <a:pt x="684" y="62"/>
                    <a:pt x="621" y="0"/>
                    <a:pt x="546" y="0"/>
                  </a:cubicBezTo>
                  <a:close/>
                </a:path>
              </a:pathLst>
            </a:custGeom>
            <a:solidFill>
              <a:schemeClr val="accent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4989" name="Google Shape;4989;p28"/>
          <p:cNvGrpSpPr/>
          <p:nvPr/>
        </p:nvGrpSpPr>
        <p:grpSpPr>
          <a:xfrm>
            <a:off x="6674333" y="2172739"/>
            <a:ext cx="326846" cy="326956"/>
            <a:chOff x="6674333" y="2172739"/>
            <a:chExt cx="326846" cy="326956"/>
          </a:xfrm>
        </p:grpSpPr>
        <p:sp>
          <p:nvSpPr>
            <p:cNvPr id="4990" name="Google Shape;4990;p28"/>
            <p:cNvSpPr/>
            <p:nvPr/>
          </p:nvSpPr>
          <p:spPr>
            <a:xfrm>
              <a:off x="6698227" y="2472924"/>
              <a:ext cx="279050" cy="26771"/>
            </a:xfrm>
            <a:custGeom>
              <a:rect b="b" l="l" r="r" t="t"/>
              <a:pathLst>
                <a:path extrusionOk="0" h="754" w="7860">
                  <a:moveTo>
                    <a:pt x="1" y="1"/>
                  </a:moveTo>
                  <a:lnTo>
                    <a:pt x="1" y="407"/>
                  </a:lnTo>
                  <a:cubicBezTo>
                    <a:pt x="1" y="599"/>
                    <a:pt x="155" y="753"/>
                    <a:pt x="348" y="753"/>
                  </a:cubicBezTo>
                  <a:lnTo>
                    <a:pt x="7512" y="753"/>
                  </a:lnTo>
                  <a:cubicBezTo>
                    <a:pt x="7705" y="753"/>
                    <a:pt x="7859" y="598"/>
                    <a:pt x="7859" y="407"/>
                  </a:cubicBezTo>
                  <a:lnTo>
                    <a:pt x="7859" y="1"/>
                  </a:lnTo>
                  <a:close/>
                </a:path>
              </a:pathLst>
            </a:cu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991" name="Google Shape;4991;p28"/>
            <p:cNvSpPr/>
            <p:nvPr/>
          </p:nvSpPr>
          <p:spPr>
            <a:xfrm>
              <a:off x="6951404" y="2479208"/>
              <a:ext cx="25881" cy="20486"/>
            </a:xfrm>
            <a:custGeom>
              <a:rect b="b" l="l" r="r" t="t"/>
              <a:pathLst>
                <a:path extrusionOk="0" h="577" w="729">
                  <a:moveTo>
                    <a:pt x="347" y="1"/>
                  </a:moveTo>
                  <a:lnTo>
                    <a:pt x="347" y="230"/>
                  </a:lnTo>
                  <a:cubicBezTo>
                    <a:pt x="347" y="422"/>
                    <a:pt x="193" y="576"/>
                    <a:pt x="0" y="576"/>
                  </a:cubicBezTo>
                  <a:lnTo>
                    <a:pt x="381" y="576"/>
                  </a:lnTo>
                  <a:cubicBezTo>
                    <a:pt x="574" y="576"/>
                    <a:pt x="728" y="422"/>
                    <a:pt x="728" y="230"/>
                  </a:cubicBezTo>
                  <a:lnTo>
                    <a:pt x="728" y="1"/>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992" name="Google Shape;4992;p28"/>
            <p:cNvSpPr/>
            <p:nvPr/>
          </p:nvSpPr>
          <p:spPr>
            <a:xfrm>
              <a:off x="6724606" y="2286671"/>
              <a:ext cx="71076" cy="110279"/>
            </a:xfrm>
            <a:custGeom>
              <a:rect b="b" l="l" r="r" t="t"/>
              <a:pathLst>
                <a:path extrusionOk="0" h="3106" w="2002">
                  <a:moveTo>
                    <a:pt x="329" y="1"/>
                  </a:moveTo>
                  <a:cubicBezTo>
                    <a:pt x="282" y="1"/>
                    <a:pt x="234" y="12"/>
                    <a:pt x="190" y="38"/>
                  </a:cubicBezTo>
                  <a:cubicBezTo>
                    <a:pt x="51" y="117"/>
                    <a:pt x="0" y="297"/>
                    <a:pt x="78" y="441"/>
                  </a:cubicBezTo>
                  <a:lnTo>
                    <a:pt x="1422" y="2953"/>
                  </a:lnTo>
                  <a:cubicBezTo>
                    <a:pt x="1474" y="3049"/>
                    <a:pt x="1573" y="3106"/>
                    <a:pt x="1674" y="3106"/>
                  </a:cubicBezTo>
                  <a:cubicBezTo>
                    <a:pt x="1720" y="3106"/>
                    <a:pt x="1769" y="3096"/>
                    <a:pt x="1812" y="3070"/>
                  </a:cubicBezTo>
                  <a:cubicBezTo>
                    <a:pt x="1952" y="2990"/>
                    <a:pt x="2002" y="2811"/>
                    <a:pt x="1926" y="2667"/>
                  </a:cubicBezTo>
                  <a:lnTo>
                    <a:pt x="582" y="154"/>
                  </a:lnTo>
                  <a:cubicBezTo>
                    <a:pt x="529" y="56"/>
                    <a:pt x="431" y="1"/>
                    <a:pt x="329" y="1"/>
                  </a:cubicBez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993" name="Google Shape;4993;p28"/>
            <p:cNvSpPr/>
            <p:nvPr/>
          </p:nvSpPr>
          <p:spPr>
            <a:xfrm>
              <a:off x="6730074" y="2286671"/>
              <a:ext cx="65573" cy="110385"/>
            </a:xfrm>
            <a:custGeom>
              <a:rect b="b" l="l" r="r" t="t"/>
              <a:pathLst>
                <a:path extrusionOk="0" h="3109" w="1847">
                  <a:moveTo>
                    <a:pt x="174" y="1"/>
                  </a:moveTo>
                  <a:cubicBezTo>
                    <a:pt x="127" y="1"/>
                    <a:pt x="79" y="12"/>
                    <a:pt x="35" y="38"/>
                  </a:cubicBezTo>
                  <a:cubicBezTo>
                    <a:pt x="23" y="45"/>
                    <a:pt x="12" y="52"/>
                    <a:pt x="0" y="61"/>
                  </a:cubicBezTo>
                  <a:cubicBezTo>
                    <a:pt x="32" y="87"/>
                    <a:pt x="58" y="117"/>
                    <a:pt x="78" y="154"/>
                  </a:cubicBezTo>
                  <a:lnTo>
                    <a:pt x="1422" y="2667"/>
                  </a:lnTo>
                  <a:cubicBezTo>
                    <a:pt x="1492" y="2799"/>
                    <a:pt x="1457" y="2959"/>
                    <a:pt x="1344" y="3047"/>
                  </a:cubicBezTo>
                  <a:cubicBezTo>
                    <a:pt x="1395" y="3087"/>
                    <a:pt x="1457" y="3108"/>
                    <a:pt x="1520" y="3108"/>
                  </a:cubicBezTo>
                  <a:cubicBezTo>
                    <a:pt x="1566" y="3108"/>
                    <a:pt x="1615" y="3096"/>
                    <a:pt x="1658" y="3070"/>
                  </a:cubicBezTo>
                  <a:cubicBezTo>
                    <a:pt x="1798" y="2990"/>
                    <a:pt x="1846" y="2811"/>
                    <a:pt x="1769" y="2667"/>
                  </a:cubicBezTo>
                  <a:lnTo>
                    <a:pt x="426" y="154"/>
                  </a:lnTo>
                  <a:cubicBezTo>
                    <a:pt x="373" y="56"/>
                    <a:pt x="275" y="1"/>
                    <a:pt x="174"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994" name="Google Shape;4994;p28"/>
            <p:cNvSpPr/>
            <p:nvPr/>
          </p:nvSpPr>
          <p:spPr>
            <a:xfrm>
              <a:off x="6844147" y="2172739"/>
              <a:ext cx="109880" cy="35363"/>
            </a:xfrm>
            <a:custGeom>
              <a:rect b="b" l="l" r="r" t="t"/>
              <a:pathLst>
                <a:path extrusionOk="0" h="996" w="3095">
                  <a:moveTo>
                    <a:pt x="80" y="0"/>
                  </a:moveTo>
                  <a:cubicBezTo>
                    <a:pt x="37" y="0"/>
                    <a:pt x="1" y="36"/>
                    <a:pt x="1" y="79"/>
                  </a:cubicBezTo>
                  <a:lnTo>
                    <a:pt x="1" y="757"/>
                  </a:lnTo>
                  <a:lnTo>
                    <a:pt x="1548" y="996"/>
                  </a:lnTo>
                  <a:lnTo>
                    <a:pt x="3094" y="757"/>
                  </a:lnTo>
                  <a:lnTo>
                    <a:pt x="3094" y="79"/>
                  </a:lnTo>
                  <a:cubicBezTo>
                    <a:pt x="3094" y="36"/>
                    <a:pt x="3059" y="0"/>
                    <a:pt x="3015" y="0"/>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995" name="Google Shape;4995;p28"/>
            <p:cNvSpPr/>
            <p:nvPr/>
          </p:nvSpPr>
          <p:spPr>
            <a:xfrm>
              <a:off x="6938090" y="2172739"/>
              <a:ext cx="15941" cy="26913"/>
            </a:xfrm>
            <a:custGeom>
              <a:rect b="b" l="l" r="r" t="t"/>
              <a:pathLst>
                <a:path extrusionOk="0" h="758" w="449">
                  <a:moveTo>
                    <a:pt x="372" y="0"/>
                  </a:moveTo>
                  <a:cubicBezTo>
                    <a:pt x="371" y="0"/>
                    <a:pt x="370" y="0"/>
                    <a:pt x="369" y="0"/>
                  </a:cubicBezTo>
                  <a:lnTo>
                    <a:pt x="1" y="0"/>
                  </a:lnTo>
                  <a:cubicBezTo>
                    <a:pt x="44" y="0"/>
                    <a:pt x="80" y="36"/>
                    <a:pt x="80" y="79"/>
                  </a:cubicBezTo>
                  <a:lnTo>
                    <a:pt x="80" y="757"/>
                  </a:lnTo>
                  <a:lnTo>
                    <a:pt x="448" y="757"/>
                  </a:lnTo>
                  <a:lnTo>
                    <a:pt x="448" y="79"/>
                  </a:lnTo>
                  <a:cubicBezTo>
                    <a:pt x="448" y="36"/>
                    <a:pt x="415" y="0"/>
                    <a:pt x="372"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996" name="Google Shape;4996;p28"/>
            <p:cNvSpPr/>
            <p:nvPr/>
          </p:nvSpPr>
          <p:spPr>
            <a:xfrm>
              <a:off x="6828064" y="2223616"/>
              <a:ext cx="142046" cy="227196"/>
            </a:xfrm>
            <a:custGeom>
              <a:rect b="b" l="l" r="r" t="t"/>
              <a:pathLst>
                <a:path extrusionOk="0" h="6399" w="4001">
                  <a:moveTo>
                    <a:pt x="2001" y="0"/>
                  </a:moveTo>
                  <a:lnTo>
                    <a:pt x="0" y="291"/>
                  </a:lnTo>
                  <a:lnTo>
                    <a:pt x="0" y="6398"/>
                  </a:lnTo>
                  <a:lnTo>
                    <a:pt x="4001" y="6398"/>
                  </a:lnTo>
                  <a:lnTo>
                    <a:pt x="4001" y="291"/>
                  </a:lnTo>
                  <a:lnTo>
                    <a:pt x="2001" y="0"/>
                  </a:ln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997" name="Google Shape;4997;p28"/>
            <p:cNvSpPr/>
            <p:nvPr/>
          </p:nvSpPr>
          <p:spPr>
            <a:xfrm>
              <a:off x="6957013" y="2233948"/>
              <a:ext cx="13171" cy="212923"/>
            </a:xfrm>
            <a:custGeom>
              <a:rect b="b" l="l" r="r" t="t"/>
              <a:pathLst>
                <a:path extrusionOk="0" h="5997" w="371">
                  <a:moveTo>
                    <a:pt x="0" y="0"/>
                  </a:moveTo>
                  <a:lnTo>
                    <a:pt x="0" y="5997"/>
                  </a:lnTo>
                  <a:lnTo>
                    <a:pt x="370" y="5997"/>
                  </a:lnTo>
                  <a:lnTo>
                    <a:pt x="370" y="0"/>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998" name="Google Shape;4998;p28"/>
            <p:cNvSpPr/>
            <p:nvPr/>
          </p:nvSpPr>
          <p:spPr>
            <a:xfrm>
              <a:off x="6828064" y="2280564"/>
              <a:ext cx="142117" cy="119723"/>
            </a:xfrm>
            <a:custGeom>
              <a:rect b="b" l="l" r="r" t="t"/>
              <a:pathLst>
                <a:path extrusionOk="0" h="3372" w="4003">
                  <a:moveTo>
                    <a:pt x="0" y="1"/>
                  </a:moveTo>
                  <a:lnTo>
                    <a:pt x="0" y="3371"/>
                  </a:lnTo>
                  <a:lnTo>
                    <a:pt x="4002" y="3371"/>
                  </a:lnTo>
                  <a:lnTo>
                    <a:pt x="4002" y="1"/>
                  </a:lnTo>
                  <a:close/>
                </a:path>
              </a:pathLst>
            </a:cu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999" name="Google Shape;4999;p28"/>
            <p:cNvSpPr/>
            <p:nvPr/>
          </p:nvSpPr>
          <p:spPr>
            <a:xfrm>
              <a:off x="6957013" y="2280564"/>
              <a:ext cx="13171" cy="119723"/>
            </a:xfrm>
            <a:custGeom>
              <a:rect b="b" l="l" r="r" t="t"/>
              <a:pathLst>
                <a:path extrusionOk="0" h="3372" w="371">
                  <a:moveTo>
                    <a:pt x="0" y="1"/>
                  </a:moveTo>
                  <a:lnTo>
                    <a:pt x="0" y="3371"/>
                  </a:lnTo>
                  <a:lnTo>
                    <a:pt x="370" y="3371"/>
                  </a:lnTo>
                  <a:lnTo>
                    <a:pt x="370" y="1"/>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000" name="Google Shape;5000;p28"/>
            <p:cNvSpPr/>
            <p:nvPr/>
          </p:nvSpPr>
          <p:spPr>
            <a:xfrm>
              <a:off x="6704973" y="2348377"/>
              <a:ext cx="191785" cy="99876"/>
            </a:xfrm>
            <a:custGeom>
              <a:rect b="b" l="l" r="r" t="t"/>
              <a:pathLst>
                <a:path extrusionOk="0" h="2813" w="5402">
                  <a:moveTo>
                    <a:pt x="197" y="0"/>
                  </a:moveTo>
                  <a:cubicBezTo>
                    <a:pt x="86" y="0"/>
                    <a:pt x="1" y="99"/>
                    <a:pt x="12" y="209"/>
                  </a:cubicBezTo>
                  <a:cubicBezTo>
                    <a:pt x="70" y="723"/>
                    <a:pt x="349" y="2058"/>
                    <a:pt x="1717" y="2812"/>
                  </a:cubicBezTo>
                  <a:lnTo>
                    <a:pt x="3683" y="2812"/>
                  </a:lnTo>
                  <a:cubicBezTo>
                    <a:pt x="5052" y="2058"/>
                    <a:pt x="5331" y="724"/>
                    <a:pt x="5388" y="209"/>
                  </a:cubicBezTo>
                  <a:cubicBezTo>
                    <a:pt x="5401" y="98"/>
                    <a:pt x="5312" y="1"/>
                    <a:pt x="5201" y="1"/>
                  </a:cubicBezTo>
                  <a:lnTo>
                    <a:pt x="199" y="1"/>
                  </a:lnTo>
                  <a:cubicBezTo>
                    <a:pt x="198" y="0"/>
                    <a:pt x="198" y="0"/>
                    <a:pt x="197" y="0"/>
                  </a:cubicBez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001" name="Google Shape;5001;p28"/>
            <p:cNvSpPr/>
            <p:nvPr/>
          </p:nvSpPr>
          <p:spPr>
            <a:xfrm>
              <a:off x="6821105" y="2348341"/>
              <a:ext cx="75656" cy="99840"/>
            </a:xfrm>
            <a:custGeom>
              <a:rect b="b" l="l" r="r" t="t"/>
              <a:pathLst>
                <a:path extrusionOk="0" h="2812" w="2131">
                  <a:moveTo>
                    <a:pt x="1683" y="0"/>
                  </a:moveTo>
                  <a:cubicBezTo>
                    <a:pt x="1722" y="39"/>
                    <a:pt x="1745" y="98"/>
                    <a:pt x="1737" y="158"/>
                  </a:cubicBezTo>
                  <a:cubicBezTo>
                    <a:pt x="1680" y="682"/>
                    <a:pt x="1396" y="2043"/>
                    <a:pt x="1" y="2812"/>
                  </a:cubicBezTo>
                  <a:lnTo>
                    <a:pt x="412" y="2812"/>
                  </a:lnTo>
                  <a:cubicBezTo>
                    <a:pt x="1781" y="2058"/>
                    <a:pt x="2060" y="724"/>
                    <a:pt x="2117" y="209"/>
                  </a:cubicBezTo>
                  <a:cubicBezTo>
                    <a:pt x="2130" y="99"/>
                    <a:pt x="2043" y="0"/>
                    <a:pt x="1930"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002" name="Google Shape;5002;p28"/>
            <p:cNvSpPr/>
            <p:nvPr/>
          </p:nvSpPr>
          <p:spPr>
            <a:xfrm>
              <a:off x="6828064" y="2199616"/>
              <a:ext cx="142046" cy="34404"/>
            </a:xfrm>
            <a:custGeom>
              <a:rect b="b" l="l" r="r" t="t"/>
              <a:pathLst>
                <a:path extrusionOk="0" h="969" w="4001">
                  <a:moveTo>
                    <a:pt x="452" y="0"/>
                  </a:moveTo>
                  <a:lnTo>
                    <a:pt x="0" y="969"/>
                  </a:lnTo>
                  <a:lnTo>
                    <a:pt x="4001" y="969"/>
                  </a:lnTo>
                  <a:lnTo>
                    <a:pt x="3549" y="0"/>
                  </a:ln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003" name="Google Shape;5003;p28"/>
            <p:cNvSpPr/>
            <p:nvPr/>
          </p:nvSpPr>
          <p:spPr>
            <a:xfrm>
              <a:off x="6940966" y="2199545"/>
              <a:ext cx="29219" cy="34440"/>
            </a:xfrm>
            <a:custGeom>
              <a:rect b="b" l="l" r="r" t="t"/>
              <a:pathLst>
                <a:path extrusionOk="0" h="970" w="823">
                  <a:moveTo>
                    <a:pt x="1" y="1"/>
                  </a:moveTo>
                  <a:lnTo>
                    <a:pt x="452" y="969"/>
                  </a:lnTo>
                  <a:lnTo>
                    <a:pt x="822" y="969"/>
                  </a:lnTo>
                  <a:lnTo>
                    <a:pt x="372" y="1"/>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004" name="Google Shape;5004;p28"/>
            <p:cNvSpPr/>
            <p:nvPr/>
          </p:nvSpPr>
          <p:spPr>
            <a:xfrm>
              <a:off x="6674333" y="2446864"/>
              <a:ext cx="326836" cy="32381"/>
            </a:xfrm>
            <a:custGeom>
              <a:rect b="b" l="l" r="r" t="t"/>
              <a:pathLst>
                <a:path extrusionOk="0" h="912" w="9206">
                  <a:moveTo>
                    <a:pt x="114" y="1"/>
                  </a:moveTo>
                  <a:cubicBezTo>
                    <a:pt x="51" y="1"/>
                    <a:pt x="0" y="51"/>
                    <a:pt x="0" y="115"/>
                  </a:cubicBezTo>
                  <a:lnTo>
                    <a:pt x="0" y="800"/>
                  </a:lnTo>
                  <a:cubicBezTo>
                    <a:pt x="0" y="861"/>
                    <a:pt x="51" y="912"/>
                    <a:pt x="114" y="912"/>
                  </a:cubicBezTo>
                  <a:lnTo>
                    <a:pt x="9092" y="912"/>
                  </a:lnTo>
                  <a:cubicBezTo>
                    <a:pt x="9155" y="912"/>
                    <a:pt x="9206" y="863"/>
                    <a:pt x="9206" y="801"/>
                  </a:cubicBezTo>
                  <a:lnTo>
                    <a:pt x="9206" y="115"/>
                  </a:lnTo>
                  <a:cubicBezTo>
                    <a:pt x="9206" y="51"/>
                    <a:pt x="9155" y="1"/>
                    <a:pt x="9092" y="1"/>
                  </a:cubicBezTo>
                  <a:close/>
                </a:path>
              </a:pathLst>
            </a:custGeom>
            <a:solidFill>
              <a:schemeClr val="l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005" name="Google Shape;5005;p28"/>
            <p:cNvSpPr/>
            <p:nvPr/>
          </p:nvSpPr>
          <p:spPr>
            <a:xfrm>
              <a:off x="6982824" y="2446864"/>
              <a:ext cx="18355" cy="32487"/>
            </a:xfrm>
            <a:custGeom>
              <a:rect b="b" l="l" r="r" t="t"/>
              <a:pathLst>
                <a:path extrusionOk="0" h="915" w="517">
                  <a:moveTo>
                    <a:pt x="0" y="1"/>
                  </a:moveTo>
                  <a:cubicBezTo>
                    <a:pt x="63" y="1"/>
                    <a:pt x="114" y="51"/>
                    <a:pt x="114" y="115"/>
                  </a:cubicBezTo>
                  <a:lnTo>
                    <a:pt x="114" y="801"/>
                  </a:lnTo>
                  <a:cubicBezTo>
                    <a:pt x="114" y="864"/>
                    <a:pt x="63" y="915"/>
                    <a:pt x="0" y="915"/>
                  </a:cubicBezTo>
                  <a:lnTo>
                    <a:pt x="403" y="915"/>
                  </a:lnTo>
                  <a:cubicBezTo>
                    <a:pt x="466" y="915"/>
                    <a:pt x="517" y="864"/>
                    <a:pt x="517" y="801"/>
                  </a:cubicBezTo>
                  <a:lnTo>
                    <a:pt x="517" y="115"/>
                  </a:lnTo>
                  <a:cubicBezTo>
                    <a:pt x="517" y="51"/>
                    <a:pt x="466" y="1"/>
                    <a:pt x="403"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5006" name="Google Shape;5006;p28"/>
          <p:cNvGrpSpPr/>
          <p:nvPr/>
        </p:nvGrpSpPr>
        <p:grpSpPr>
          <a:xfrm>
            <a:off x="6036261" y="2172668"/>
            <a:ext cx="308313" cy="327037"/>
            <a:chOff x="6036261" y="2172668"/>
            <a:chExt cx="308313" cy="327037"/>
          </a:xfrm>
        </p:grpSpPr>
        <p:sp>
          <p:nvSpPr>
            <p:cNvPr id="5007" name="Google Shape;5007;p28"/>
            <p:cNvSpPr/>
            <p:nvPr/>
          </p:nvSpPr>
          <p:spPr>
            <a:xfrm>
              <a:off x="6036261" y="2181225"/>
              <a:ext cx="308304" cy="318480"/>
            </a:xfrm>
            <a:custGeom>
              <a:rect b="b" l="l" r="r" t="t"/>
              <a:pathLst>
                <a:path extrusionOk="0" h="8970" w="8684">
                  <a:moveTo>
                    <a:pt x="99" y="0"/>
                  </a:moveTo>
                  <a:cubicBezTo>
                    <a:pt x="46" y="0"/>
                    <a:pt x="0" y="45"/>
                    <a:pt x="0" y="99"/>
                  </a:cubicBezTo>
                  <a:lnTo>
                    <a:pt x="0" y="8872"/>
                  </a:lnTo>
                  <a:cubicBezTo>
                    <a:pt x="0" y="8925"/>
                    <a:pt x="46" y="8969"/>
                    <a:pt x="99" y="8969"/>
                  </a:cubicBezTo>
                  <a:lnTo>
                    <a:pt x="8585" y="8969"/>
                  </a:lnTo>
                  <a:cubicBezTo>
                    <a:pt x="8639" y="8969"/>
                    <a:pt x="8683" y="8925"/>
                    <a:pt x="8683" y="8872"/>
                  </a:cubicBezTo>
                  <a:lnTo>
                    <a:pt x="8683" y="99"/>
                  </a:lnTo>
                  <a:cubicBezTo>
                    <a:pt x="8683" y="45"/>
                    <a:pt x="8639" y="0"/>
                    <a:pt x="8585" y="0"/>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008" name="Google Shape;5008;p28"/>
            <p:cNvSpPr/>
            <p:nvPr/>
          </p:nvSpPr>
          <p:spPr>
            <a:xfrm>
              <a:off x="6327675" y="2172668"/>
              <a:ext cx="16899" cy="327037"/>
            </a:xfrm>
            <a:custGeom>
              <a:rect b="b" l="l" r="r" t="t"/>
              <a:pathLst>
                <a:path extrusionOk="0" h="9211" w="476">
                  <a:moveTo>
                    <a:pt x="0" y="1"/>
                  </a:moveTo>
                  <a:cubicBezTo>
                    <a:pt x="28" y="1"/>
                    <a:pt x="54" y="12"/>
                    <a:pt x="71" y="31"/>
                  </a:cubicBezTo>
                  <a:cubicBezTo>
                    <a:pt x="74" y="32"/>
                    <a:pt x="77" y="35"/>
                    <a:pt x="78" y="37"/>
                  </a:cubicBezTo>
                  <a:cubicBezTo>
                    <a:pt x="91" y="54"/>
                    <a:pt x="100" y="77"/>
                    <a:pt x="100" y="100"/>
                  </a:cubicBezTo>
                  <a:lnTo>
                    <a:pt x="100" y="1205"/>
                  </a:lnTo>
                  <a:lnTo>
                    <a:pt x="100" y="9113"/>
                  </a:lnTo>
                  <a:cubicBezTo>
                    <a:pt x="100" y="9166"/>
                    <a:pt x="55" y="9210"/>
                    <a:pt x="0" y="9210"/>
                  </a:cubicBezTo>
                  <a:lnTo>
                    <a:pt x="377" y="9210"/>
                  </a:lnTo>
                  <a:cubicBezTo>
                    <a:pt x="431" y="9210"/>
                    <a:pt x="475" y="9166"/>
                    <a:pt x="475" y="9113"/>
                  </a:cubicBezTo>
                  <a:lnTo>
                    <a:pt x="475" y="100"/>
                  </a:lnTo>
                  <a:cubicBezTo>
                    <a:pt x="475" y="76"/>
                    <a:pt x="467" y="54"/>
                    <a:pt x="454" y="37"/>
                  </a:cubicBezTo>
                  <a:cubicBezTo>
                    <a:pt x="451" y="35"/>
                    <a:pt x="449" y="32"/>
                    <a:pt x="446" y="31"/>
                  </a:cubicBezTo>
                  <a:cubicBezTo>
                    <a:pt x="429" y="12"/>
                    <a:pt x="403" y="1"/>
                    <a:pt x="377"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009" name="Google Shape;5009;p28"/>
            <p:cNvSpPr/>
            <p:nvPr/>
          </p:nvSpPr>
          <p:spPr>
            <a:xfrm>
              <a:off x="6036261" y="2172668"/>
              <a:ext cx="308304" cy="42819"/>
            </a:xfrm>
            <a:custGeom>
              <a:rect b="b" l="l" r="r" t="t"/>
              <a:pathLst>
                <a:path extrusionOk="0" h="1206" w="8684">
                  <a:moveTo>
                    <a:pt x="99" y="1"/>
                  </a:moveTo>
                  <a:cubicBezTo>
                    <a:pt x="46" y="1"/>
                    <a:pt x="0" y="47"/>
                    <a:pt x="0" y="100"/>
                  </a:cubicBezTo>
                  <a:lnTo>
                    <a:pt x="0" y="1205"/>
                  </a:lnTo>
                  <a:lnTo>
                    <a:pt x="8683" y="1205"/>
                  </a:lnTo>
                  <a:lnTo>
                    <a:pt x="8683" y="100"/>
                  </a:lnTo>
                  <a:cubicBezTo>
                    <a:pt x="8683" y="45"/>
                    <a:pt x="8639" y="1"/>
                    <a:pt x="8585" y="1"/>
                  </a:cubicBez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010" name="Google Shape;5010;p28"/>
            <p:cNvSpPr/>
            <p:nvPr/>
          </p:nvSpPr>
          <p:spPr>
            <a:xfrm>
              <a:off x="6327675" y="2172668"/>
              <a:ext cx="16899" cy="42819"/>
            </a:xfrm>
            <a:custGeom>
              <a:rect b="b" l="l" r="r" t="t"/>
              <a:pathLst>
                <a:path extrusionOk="0" h="1206" w="476">
                  <a:moveTo>
                    <a:pt x="0" y="1"/>
                  </a:moveTo>
                  <a:cubicBezTo>
                    <a:pt x="28" y="1"/>
                    <a:pt x="54" y="12"/>
                    <a:pt x="71" y="31"/>
                  </a:cubicBezTo>
                  <a:cubicBezTo>
                    <a:pt x="74" y="32"/>
                    <a:pt x="77" y="35"/>
                    <a:pt x="78" y="37"/>
                  </a:cubicBezTo>
                  <a:cubicBezTo>
                    <a:pt x="91" y="54"/>
                    <a:pt x="100" y="77"/>
                    <a:pt x="100" y="100"/>
                  </a:cubicBezTo>
                  <a:lnTo>
                    <a:pt x="100" y="1205"/>
                  </a:lnTo>
                  <a:lnTo>
                    <a:pt x="475" y="1205"/>
                  </a:lnTo>
                  <a:lnTo>
                    <a:pt x="475" y="100"/>
                  </a:lnTo>
                  <a:cubicBezTo>
                    <a:pt x="475" y="76"/>
                    <a:pt x="467" y="54"/>
                    <a:pt x="454" y="37"/>
                  </a:cubicBezTo>
                  <a:cubicBezTo>
                    <a:pt x="451" y="35"/>
                    <a:pt x="449" y="32"/>
                    <a:pt x="446" y="31"/>
                  </a:cubicBezTo>
                  <a:cubicBezTo>
                    <a:pt x="429" y="12"/>
                    <a:pt x="403" y="1"/>
                    <a:pt x="377"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011" name="Google Shape;5011;p28"/>
            <p:cNvSpPr/>
            <p:nvPr/>
          </p:nvSpPr>
          <p:spPr>
            <a:xfrm>
              <a:off x="6330373" y="2173946"/>
              <a:ext cx="852" cy="2272"/>
            </a:xfrm>
            <a:custGeom>
              <a:rect b="b" l="l" r="r" t="t"/>
              <a:pathLst>
                <a:path extrusionOk="0" h="64" w="24">
                  <a:moveTo>
                    <a:pt x="1" y="1"/>
                  </a:moveTo>
                  <a:cubicBezTo>
                    <a:pt x="15" y="18"/>
                    <a:pt x="24" y="41"/>
                    <a:pt x="24" y="64"/>
                  </a:cubicBezTo>
                  <a:cubicBezTo>
                    <a:pt x="24" y="40"/>
                    <a:pt x="15" y="18"/>
                    <a:pt x="1" y="1"/>
                  </a:cubicBezTo>
                  <a:close/>
                </a:path>
              </a:pathLst>
            </a:custGeom>
            <a:solidFill>
              <a:srgbClr val="ADE19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012" name="Google Shape;5012;p28"/>
            <p:cNvSpPr/>
            <p:nvPr/>
          </p:nvSpPr>
          <p:spPr>
            <a:xfrm>
              <a:off x="6059019" y="2189142"/>
              <a:ext cx="9870" cy="9835"/>
            </a:xfrm>
            <a:custGeom>
              <a:rect b="b" l="l" r="r" t="t"/>
              <a:pathLst>
                <a:path extrusionOk="0" h="277" w="278">
                  <a:moveTo>
                    <a:pt x="139" y="0"/>
                  </a:moveTo>
                  <a:cubicBezTo>
                    <a:pt x="63" y="0"/>
                    <a:pt x="1" y="62"/>
                    <a:pt x="1" y="138"/>
                  </a:cubicBezTo>
                  <a:cubicBezTo>
                    <a:pt x="1" y="214"/>
                    <a:pt x="63" y="276"/>
                    <a:pt x="139" y="276"/>
                  </a:cubicBezTo>
                  <a:cubicBezTo>
                    <a:pt x="215" y="276"/>
                    <a:pt x="277" y="214"/>
                    <a:pt x="277" y="138"/>
                  </a:cubicBezTo>
                  <a:cubicBezTo>
                    <a:pt x="277" y="62"/>
                    <a:pt x="215" y="0"/>
                    <a:pt x="139" y="0"/>
                  </a:cubicBezTo>
                  <a:close/>
                </a:path>
              </a:pathLst>
            </a:cu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013" name="Google Shape;5013;p28"/>
            <p:cNvSpPr/>
            <p:nvPr/>
          </p:nvSpPr>
          <p:spPr>
            <a:xfrm>
              <a:off x="6082842" y="2189142"/>
              <a:ext cx="9834" cy="9835"/>
            </a:xfrm>
            <a:custGeom>
              <a:rect b="b" l="l" r="r" t="t"/>
              <a:pathLst>
                <a:path extrusionOk="0" h="277" w="277">
                  <a:moveTo>
                    <a:pt x="139" y="0"/>
                  </a:moveTo>
                  <a:cubicBezTo>
                    <a:pt x="62" y="0"/>
                    <a:pt x="1" y="62"/>
                    <a:pt x="1" y="138"/>
                  </a:cubicBezTo>
                  <a:cubicBezTo>
                    <a:pt x="1" y="214"/>
                    <a:pt x="62" y="276"/>
                    <a:pt x="139" y="276"/>
                  </a:cubicBezTo>
                  <a:cubicBezTo>
                    <a:pt x="215" y="276"/>
                    <a:pt x="277" y="214"/>
                    <a:pt x="277" y="138"/>
                  </a:cubicBezTo>
                  <a:cubicBezTo>
                    <a:pt x="277" y="62"/>
                    <a:pt x="215" y="0"/>
                    <a:pt x="139" y="0"/>
                  </a:cubicBezTo>
                  <a:close/>
                </a:path>
              </a:pathLst>
            </a:cu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014" name="Google Shape;5014;p28"/>
            <p:cNvSpPr/>
            <p:nvPr/>
          </p:nvSpPr>
          <p:spPr>
            <a:xfrm>
              <a:off x="6106664" y="2189142"/>
              <a:ext cx="9834" cy="9835"/>
            </a:xfrm>
            <a:custGeom>
              <a:rect b="b" l="l" r="r" t="t"/>
              <a:pathLst>
                <a:path extrusionOk="0" h="277" w="277">
                  <a:moveTo>
                    <a:pt x="138" y="0"/>
                  </a:moveTo>
                  <a:cubicBezTo>
                    <a:pt x="62" y="0"/>
                    <a:pt x="0" y="62"/>
                    <a:pt x="0" y="138"/>
                  </a:cubicBezTo>
                  <a:cubicBezTo>
                    <a:pt x="0" y="214"/>
                    <a:pt x="62" y="276"/>
                    <a:pt x="138" y="276"/>
                  </a:cubicBezTo>
                  <a:cubicBezTo>
                    <a:pt x="215" y="276"/>
                    <a:pt x="276" y="214"/>
                    <a:pt x="276" y="138"/>
                  </a:cubicBezTo>
                  <a:cubicBezTo>
                    <a:pt x="276" y="62"/>
                    <a:pt x="215" y="0"/>
                    <a:pt x="138" y="0"/>
                  </a:cubicBezTo>
                  <a:close/>
                </a:path>
              </a:pathLst>
            </a:cu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015" name="Google Shape;5015;p28"/>
            <p:cNvSpPr/>
            <p:nvPr/>
          </p:nvSpPr>
          <p:spPr>
            <a:xfrm>
              <a:off x="6060474" y="2244457"/>
              <a:ext cx="259807" cy="63945"/>
            </a:xfrm>
            <a:custGeom>
              <a:rect b="b" l="l" r="r" t="t"/>
              <a:pathLst>
                <a:path extrusionOk="0" h="1801" w="7318">
                  <a:moveTo>
                    <a:pt x="146" y="1"/>
                  </a:moveTo>
                  <a:cubicBezTo>
                    <a:pt x="65" y="1"/>
                    <a:pt x="0" y="65"/>
                    <a:pt x="0" y="147"/>
                  </a:cubicBezTo>
                  <a:lnTo>
                    <a:pt x="0" y="1654"/>
                  </a:lnTo>
                  <a:cubicBezTo>
                    <a:pt x="0" y="1736"/>
                    <a:pt x="65" y="1801"/>
                    <a:pt x="146" y="1801"/>
                  </a:cubicBezTo>
                  <a:lnTo>
                    <a:pt x="7172" y="1801"/>
                  </a:lnTo>
                  <a:cubicBezTo>
                    <a:pt x="7253" y="1801"/>
                    <a:pt x="7318" y="1733"/>
                    <a:pt x="7318" y="1654"/>
                  </a:cubicBezTo>
                  <a:lnTo>
                    <a:pt x="7318" y="147"/>
                  </a:lnTo>
                  <a:cubicBezTo>
                    <a:pt x="7318" y="65"/>
                    <a:pt x="7253" y="1"/>
                    <a:pt x="7172" y="1"/>
                  </a:cubicBezTo>
                  <a:close/>
                </a:path>
              </a:pathLst>
            </a:cu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016" name="Google Shape;5016;p28"/>
            <p:cNvSpPr/>
            <p:nvPr/>
          </p:nvSpPr>
          <p:spPr>
            <a:xfrm>
              <a:off x="6301935" y="2244457"/>
              <a:ext cx="18355" cy="63945"/>
            </a:xfrm>
            <a:custGeom>
              <a:rect b="b" l="l" r="r" t="t"/>
              <a:pathLst>
                <a:path extrusionOk="0" h="1801" w="517">
                  <a:moveTo>
                    <a:pt x="0" y="1"/>
                  </a:moveTo>
                  <a:cubicBezTo>
                    <a:pt x="82" y="1"/>
                    <a:pt x="147" y="65"/>
                    <a:pt x="147" y="147"/>
                  </a:cubicBezTo>
                  <a:lnTo>
                    <a:pt x="147" y="1654"/>
                  </a:lnTo>
                  <a:cubicBezTo>
                    <a:pt x="147" y="1736"/>
                    <a:pt x="82" y="1801"/>
                    <a:pt x="0" y="1801"/>
                  </a:cubicBezTo>
                  <a:lnTo>
                    <a:pt x="371" y="1801"/>
                  </a:lnTo>
                  <a:cubicBezTo>
                    <a:pt x="452" y="1801"/>
                    <a:pt x="517" y="1736"/>
                    <a:pt x="517" y="1654"/>
                  </a:cubicBezTo>
                  <a:lnTo>
                    <a:pt x="517" y="147"/>
                  </a:lnTo>
                  <a:cubicBezTo>
                    <a:pt x="517" y="65"/>
                    <a:pt x="452" y="2"/>
                    <a:pt x="371"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017" name="Google Shape;5017;p28"/>
            <p:cNvSpPr/>
            <p:nvPr/>
          </p:nvSpPr>
          <p:spPr>
            <a:xfrm>
              <a:off x="6234584" y="2327642"/>
              <a:ext cx="90709" cy="9835"/>
            </a:xfrm>
            <a:custGeom>
              <a:rect b="b" l="l" r="r" t="t"/>
              <a:pathLst>
                <a:path extrusionOk="0" h="277" w="2555">
                  <a:moveTo>
                    <a:pt x="139" y="0"/>
                  </a:moveTo>
                  <a:cubicBezTo>
                    <a:pt x="62" y="0"/>
                    <a:pt x="0" y="61"/>
                    <a:pt x="0" y="138"/>
                  </a:cubicBezTo>
                  <a:cubicBezTo>
                    <a:pt x="0" y="215"/>
                    <a:pt x="61" y="277"/>
                    <a:pt x="139" y="277"/>
                  </a:cubicBezTo>
                  <a:lnTo>
                    <a:pt x="2414" y="277"/>
                  </a:lnTo>
                  <a:cubicBezTo>
                    <a:pt x="2491" y="277"/>
                    <a:pt x="2555" y="215"/>
                    <a:pt x="2553" y="138"/>
                  </a:cubicBezTo>
                  <a:cubicBezTo>
                    <a:pt x="2553" y="64"/>
                    <a:pt x="2491" y="0"/>
                    <a:pt x="2414"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018" name="Google Shape;5018;p28"/>
            <p:cNvSpPr/>
            <p:nvPr/>
          </p:nvSpPr>
          <p:spPr>
            <a:xfrm>
              <a:off x="6055575" y="2327642"/>
              <a:ext cx="32201" cy="9835"/>
            </a:xfrm>
            <a:custGeom>
              <a:rect b="b" l="l" r="r" t="t"/>
              <a:pathLst>
                <a:path extrusionOk="0" h="277" w="907">
                  <a:moveTo>
                    <a:pt x="138" y="0"/>
                  </a:moveTo>
                  <a:cubicBezTo>
                    <a:pt x="63" y="0"/>
                    <a:pt x="0" y="61"/>
                    <a:pt x="0" y="138"/>
                  </a:cubicBezTo>
                  <a:cubicBezTo>
                    <a:pt x="0" y="215"/>
                    <a:pt x="62" y="277"/>
                    <a:pt x="138" y="277"/>
                  </a:cubicBezTo>
                  <a:lnTo>
                    <a:pt x="769" y="277"/>
                  </a:lnTo>
                  <a:cubicBezTo>
                    <a:pt x="843" y="277"/>
                    <a:pt x="907" y="215"/>
                    <a:pt x="907" y="138"/>
                  </a:cubicBezTo>
                  <a:cubicBezTo>
                    <a:pt x="907" y="64"/>
                    <a:pt x="846" y="0"/>
                    <a:pt x="769"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019" name="Google Shape;5019;p28"/>
            <p:cNvSpPr/>
            <p:nvPr/>
          </p:nvSpPr>
          <p:spPr>
            <a:xfrm>
              <a:off x="6243318" y="2355158"/>
              <a:ext cx="81940" cy="9870"/>
            </a:xfrm>
            <a:custGeom>
              <a:rect b="b" l="l" r="r" t="t"/>
              <a:pathLst>
                <a:path extrusionOk="0" h="278" w="2308">
                  <a:moveTo>
                    <a:pt x="139" y="1"/>
                  </a:moveTo>
                  <a:cubicBezTo>
                    <a:pt x="64" y="1"/>
                    <a:pt x="1" y="64"/>
                    <a:pt x="1" y="139"/>
                  </a:cubicBezTo>
                  <a:cubicBezTo>
                    <a:pt x="1" y="215"/>
                    <a:pt x="62" y="277"/>
                    <a:pt x="139" y="277"/>
                  </a:cubicBezTo>
                  <a:lnTo>
                    <a:pt x="2168" y="277"/>
                  </a:lnTo>
                  <a:cubicBezTo>
                    <a:pt x="2245" y="277"/>
                    <a:pt x="2307" y="215"/>
                    <a:pt x="2307" y="139"/>
                  </a:cubicBezTo>
                  <a:cubicBezTo>
                    <a:pt x="2307" y="64"/>
                    <a:pt x="2245" y="1"/>
                    <a:pt x="2168"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020" name="Google Shape;5020;p28"/>
            <p:cNvSpPr/>
            <p:nvPr/>
          </p:nvSpPr>
          <p:spPr>
            <a:xfrm>
              <a:off x="6055575" y="2355158"/>
              <a:ext cx="32201" cy="9870"/>
            </a:xfrm>
            <a:custGeom>
              <a:rect b="b" l="l" r="r" t="t"/>
              <a:pathLst>
                <a:path extrusionOk="0" h="278" w="907">
                  <a:moveTo>
                    <a:pt x="138" y="1"/>
                  </a:moveTo>
                  <a:cubicBezTo>
                    <a:pt x="63" y="1"/>
                    <a:pt x="0" y="64"/>
                    <a:pt x="0" y="139"/>
                  </a:cubicBezTo>
                  <a:cubicBezTo>
                    <a:pt x="0" y="215"/>
                    <a:pt x="62" y="277"/>
                    <a:pt x="138" y="277"/>
                  </a:cubicBezTo>
                  <a:lnTo>
                    <a:pt x="769" y="277"/>
                  </a:lnTo>
                  <a:cubicBezTo>
                    <a:pt x="843" y="277"/>
                    <a:pt x="907" y="215"/>
                    <a:pt x="907" y="139"/>
                  </a:cubicBezTo>
                  <a:cubicBezTo>
                    <a:pt x="907" y="64"/>
                    <a:pt x="846" y="1"/>
                    <a:pt x="769"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021" name="Google Shape;5021;p28"/>
            <p:cNvSpPr/>
            <p:nvPr/>
          </p:nvSpPr>
          <p:spPr>
            <a:xfrm>
              <a:off x="6251342" y="2382744"/>
              <a:ext cx="73952" cy="9870"/>
            </a:xfrm>
            <a:custGeom>
              <a:rect b="b" l="l" r="r" t="t"/>
              <a:pathLst>
                <a:path extrusionOk="0" h="278" w="2083">
                  <a:moveTo>
                    <a:pt x="140" y="1"/>
                  </a:moveTo>
                  <a:cubicBezTo>
                    <a:pt x="64" y="1"/>
                    <a:pt x="0" y="61"/>
                    <a:pt x="0" y="139"/>
                  </a:cubicBezTo>
                  <a:cubicBezTo>
                    <a:pt x="0" y="215"/>
                    <a:pt x="62" y="277"/>
                    <a:pt x="140" y="277"/>
                  </a:cubicBezTo>
                  <a:lnTo>
                    <a:pt x="1942" y="277"/>
                  </a:lnTo>
                  <a:cubicBezTo>
                    <a:pt x="2019" y="277"/>
                    <a:pt x="2083" y="215"/>
                    <a:pt x="2081" y="139"/>
                  </a:cubicBezTo>
                  <a:cubicBezTo>
                    <a:pt x="2081" y="64"/>
                    <a:pt x="2019" y="1"/>
                    <a:pt x="1942"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022" name="Google Shape;5022;p28"/>
            <p:cNvSpPr/>
            <p:nvPr/>
          </p:nvSpPr>
          <p:spPr>
            <a:xfrm>
              <a:off x="6055575" y="2382744"/>
              <a:ext cx="37100" cy="9870"/>
            </a:xfrm>
            <a:custGeom>
              <a:rect b="b" l="l" r="r" t="t"/>
              <a:pathLst>
                <a:path extrusionOk="0" h="278" w="1045">
                  <a:moveTo>
                    <a:pt x="138" y="1"/>
                  </a:moveTo>
                  <a:cubicBezTo>
                    <a:pt x="63" y="1"/>
                    <a:pt x="0" y="61"/>
                    <a:pt x="0" y="139"/>
                  </a:cubicBezTo>
                  <a:cubicBezTo>
                    <a:pt x="0" y="215"/>
                    <a:pt x="61" y="277"/>
                    <a:pt x="138" y="277"/>
                  </a:cubicBezTo>
                  <a:lnTo>
                    <a:pt x="907" y="277"/>
                  </a:lnTo>
                  <a:cubicBezTo>
                    <a:pt x="984" y="277"/>
                    <a:pt x="1045" y="215"/>
                    <a:pt x="1045" y="139"/>
                  </a:cubicBezTo>
                  <a:cubicBezTo>
                    <a:pt x="1045" y="64"/>
                    <a:pt x="984" y="1"/>
                    <a:pt x="907"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023" name="Google Shape;5023;p28"/>
            <p:cNvSpPr/>
            <p:nvPr/>
          </p:nvSpPr>
          <p:spPr>
            <a:xfrm>
              <a:off x="6283366" y="2410366"/>
              <a:ext cx="41928" cy="9835"/>
            </a:xfrm>
            <a:custGeom>
              <a:rect b="b" l="l" r="r" t="t"/>
              <a:pathLst>
                <a:path extrusionOk="0" h="277" w="1181">
                  <a:moveTo>
                    <a:pt x="139" y="0"/>
                  </a:moveTo>
                  <a:cubicBezTo>
                    <a:pt x="63" y="0"/>
                    <a:pt x="1" y="60"/>
                    <a:pt x="1" y="138"/>
                  </a:cubicBezTo>
                  <a:cubicBezTo>
                    <a:pt x="1" y="213"/>
                    <a:pt x="61" y="276"/>
                    <a:pt x="139" y="276"/>
                  </a:cubicBezTo>
                  <a:lnTo>
                    <a:pt x="1040" y="276"/>
                  </a:lnTo>
                  <a:cubicBezTo>
                    <a:pt x="1117" y="276"/>
                    <a:pt x="1181" y="213"/>
                    <a:pt x="1179" y="138"/>
                  </a:cubicBezTo>
                  <a:cubicBezTo>
                    <a:pt x="1179" y="63"/>
                    <a:pt x="1117" y="0"/>
                    <a:pt x="1040"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024" name="Google Shape;5024;p28"/>
            <p:cNvSpPr/>
            <p:nvPr/>
          </p:nvSpPr>
          <p:spPr>
            <a:xfrm>
              <a:off x="6055575" y="2410366"/>
              <a:ext cx="56023" cy="9835"/>
            </a:xfrm>
            <a:custGeom>
              <a:rect b="b" l="l" r="r" t="t"/>
              <a:pathLst>
                <a:path extrusionOk="0" h="277" w="1578">
                  <a:moveTo>
                    <a:pt x="138" y="0"/>
                  </a:moveTo>
                  <a:cubicBezTo>
                    <a:pt x="63" y="0"/>
                    <a:pt x="0" y="60"/>
                    <a:pt x="0" y="138"/>
                  </a:cubicBezTo>
                  <a:cubicBezTo>
                    <a:pt x="0" y="213"/>
                    <a:pt x="61" y="276"/>
                    <a:pt x="138" y="276"/>
                  </a:cubicBezTo>
                  <a:lnTo>
                    <a:pt x="1438" y="276"/>
                  </a:lnTo>
                  <a:cubicBezTo>
                    <a:pt x="1515" y="276"/>
                    <a:pt x="1577" y="213"/>
                    <a:pt x="1576" y="138"/>
                  </a:cubicBezTo>
                  <a:cubicBezTo>
                    <a:pt x="1576" y="63"/>
                    <a:pt x="1514" y="0"/>
                    <a:pt x="1438"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025" name="Google Shape;5025;p28"/>
            <p:cNvSpPr/>
            <p:nvPr/>
          </p:nvSpPr>
          <p:spPr>
            <a:xfrm>
              <a:off x="6295757" y="2437882"/>
              <a:ext cx="29503" cy="9835"/>
            </a:xfrm>
            <a:custGeom>
              <a:rect b="b" l="l" r="r" t="t"/>
              <a:pathLst>
                <a:path extrusionOk="0" h="277" w="831">
                  <a:moveTo>
                    <a:pt x="138" y="1"/>
                  </a:moveTo>
                  <a:cubicBezTo>
                    <a:pt x="63" y="1"/>
                    <a:pt x="0" y="63"/>
                    <a:pt x="0" y="139"/>
                  </a:cubicBezTo>
                  <a:cubicBezTo>
                    <a:pt x="0" y="214"/>
                    <a:pt x="62" y="277"/>
                    <a:pt x="138" y="277"/>
                  </a:cubicBezTo>
                  <a:lnTo>
                    <a:pt x="691" y="277"/>
                  </a:lnTo>
                  <a:cubicBezTo>
                    <a:pt x="768" y="277"/>
                    <a:pt x="830" y="214"/>
                    <a:pt x="830" y="139"/>
                  </a:cubicBezTo>
                  <a:cubicBezTo>
                    <a:pt x="830" y="63"/>
                    <a:pt x="768" y="1"/>
                    <a:pt x="691"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026" name="Google Shape;5026;p28"/>
            <p:cNvSpPr/>
            <p:nvPr/>
          </p:nvSpPr>
          <p:spPr>
            <a:xfrm>
              <a:off x="6055575" y="2437882"/>
              <a:ext cx="139738" cy="9835"/>
            </a:xfrm>
            <a:custGeom>
              <a:rect b="b" l="l" r="r" t="t"/>
              <a:pathLst>
                <a:path extrusionOk="0" h="277" w="3936">
                  <a:moveTo>
                    <a:pt x="138" y="1"/>
                  </a:moveTo>
                  <a:cubicBezTo>
                    <a:pt x="63" y="1"/>
                    <a:pt x="0" y="63"/>
                    <a:pt x="0" y="139"/>
                  </a:cubicBezTo>
                  <a:cubicBezTo>
                    <a:pt x="0" y="214"/>
                    <a:pt x="62" y="277"/>
                    <a:pt x="138" y="277"/>
                  </a:cubicBezTo>
                  <a:lnTo>
                    <a:pt x="3798" y="277"/>
                  </a:lnTo>
                  <a:cubicBezTo>
                    <a:pt x="3874" y="277"/>
                    <a:pt x="3936" y="214"/>
                    <a:pt x="3936" y="139"/>
                  </a:cubicBezTo>
                  <a:cubicBezTo>
                    <a:pt x="3936" y="63"/>
                    <a:pt x="3874" y="1"/>
                    <a:pt x="3798"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027" name="Google Shape;5027;p28"/>
            <p:cNvSpPr/>
            <p:nvPr/>
          </p:nvSpPr>
          <p:spPr>
            <a:xfrm>
              <a:off x="6288337" y="2465468"/>
              <a:ext cx="36958" cy="9870"/>
            </a:xfrm>
            <a:custGeom>
              <a:rect b="b" l="l" r="r" t="t"/>
              <a:pathLst>
                <a:path extrusionOk="0" h="278" w="1041">
                  <a:moveTo>
                    <a:pt x="140" y="1"/>
                  </a:moveTo>
                  <a:cubicBezTo>
                    <a:pt x="64" y="1"/>
                    <a:pt x="0" y="61"/>
                    <a:pt x="0" y="139"/>
                  </a:cubicBezTo>
                  <a:cubicBezTo>
                    <a:pt x="0" y="214"/>
                    <a:pt x="62" y="277"/>
                    <a:pt x="140" y="277"/>
                  </a:cubicBezTo>
                  <a:lnTo>
                    <a:pt x="900" y="277"/>
                  </a:lnTo>
                  <a:cubicBezTo>
                    <a:pt x="977" y="277"/>
                    <a:pt x="1041" y="214"/>
                    <a:pt x="1039" y="139"/>
                  </a:cubicBezTo>
                  <a:cubicBezTo>
                    <a:pt x="1039" y="63"/>
                    <a:pt x="977" y="1"/>
                    <a:pt x="900"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028" name="Google Shape;5028;p28"/>
            <p:cNvSpPr/>
            <p:nvPr/>
          </p:nvSpPr>
          <p:spPr>
            <a:xfrm>
              <a:off x="6055575" y="2465468"/>
              <a:ext cx="153300" cy="9870"/>
            </a:xfrm>
            <a:custGeom>
              <a:rect b="b" l="l" r="r" t="t"/>
              <a:pathLst>
                <a:path extrusionOk="0" h="278" w="4318">
                  <a:moveTo>
                    <a:pt x="138" y="1"/>
                  </a:moveTo>
                  <a:cubicBezTo>
                    <a:pt x="63" y="1"/>
                    <a:pt x="0" y="61"/>
                    <a:pt x="0" y="139"/>
                  </a:cubicBezTo>
                  <a:cubicBezTo>
                    <a:pt x="0" y="214"/>
                    <a:pt x="62" y="277"/>
                    <a:pt x="138" y="277"/>
                  </a:cubicBezTo>
                  <a:lnTo>
                    <a:pt x="4179" y="277"/>
                  </a:lnTo>
                  <a:cubicBezTo>
                    <a:pt x="4254" y="277"/>
                    <a:pt x="4317" y="214"/>
                    <a:pt x="4317" y="139"/>
                  </a:cubicBezTo>
                  <a:cubicBezTo>
                    <a:pt x="4317" y="63"/>
                    <a:pt x="4257" y="1"/>
                    <a:pt x="4179"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029" name="Google Shape;5029;p28"/>
            <p:cNvSpPr/>
            <p:nvPr/>
          </p:nvSpPr>
          <p:spPr>
            <a:xfrm>
              <a:off x="6188145" y="2379904"/>
              <a:ext cx="49810" cy="49743"/>
            </a:xfrm>
            <a:custGeom>
              <a:rect b="b" l="l" r="r" t="t"/>
              <a:pathLst>
                <a:path extrusionOk="0" h="1401" w="1403">
                  <a:moveTo>
                    <a:pt x="500" y="0"/>
                  </a:moveTo>
                  <a:lnTo>
                    <a:pt x="0" y="500"/>
                  </a:lnTo>
                  <a:lnTo>
                    <a:pt x="901" y="1401"/>
                  </a:lnTo>
                  <a:lnTo>
                    <a:pt x="1402" y="901"/>
                  </a:lnTo>
                  <a:lnTo>
                    <a:pt x="500" y="0"/>
                  </a:lnTo>
                  <a:close/>
                </a:path>
              </a:pathLst>
            </a:custGeom>
            <a:solidFill>
              <a:schemeClr val="accent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030" name="Google Shape;5030;p28"/>
            <p:cNvSpPr/>
            <p:nvPr/>
          </p:nvSpPr>
          <p:spPr>
            <a:xfrm>
              <a:off x="6196560" y="2379797"/>
              <a:ext cx="41431" cy="41434"/>
            </a:xfrm>
            <a:custGeom>
              <a:rect b="b" l="l" r="r" t="t"/>
              <a:pathLst>
                <a:path extrusionOk="0" h="1167" w="1167">
                  <a:moveTo>
                    <a:pt x="266" y="1"/>
                  </a:moveTo>
                  <a:lnTo>
                    <a:pt x="1" y="265"/>
                  </a:lnTo>
                  <a:lnTo>
                    <a:pt x="902" y="1166"/>
                  </a:lnTo>
                  <a:lnTo>
                    <a:pt x="1166" y="903"/>
                  </a:lnTo>
                  <a:lnTo>
                    <a:pt x="266" y="1"/>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031" name="Google Shape;5031;p28"/>
            <p:cNvSpPr/>
            <p:nvPr/>
          </p:nvSpPr>
          <p:spPr>
            <a:xfrm>
              <a:off x="6209909" y="2402129"/>
              <a:ext cx="70792" cy="68205"/>
            </a:xfrm>
            <a:custGeom>
              <a:rect b="b" l="l" r="r" t="t"/>
              <a:pathLst>
                <a:path extrusionOk="0" h="1921" w="1994">
                  <a:moveTo>
                    <a:pt x="757" y="0"/>
                  </a:moveTo>
                  <a:cubicBezTo>
                    <a:pt x="713" y="0"/>
                    <a:pt x="670" y="17"/>
                    <a:pt x="636" y="51"/>
                  </a:cubicBezTo>
                  <a:lnTo>
                    <a:pt x="67" y="619"/>
                  </a:lnTo>
                  <a:cubicBezTo>
                    <a:pt x="0" y="685"/>
                    <a:pt x="0" y="793"/>
                    <a:pt x="67" y="859"/>
                  </a:cubicBezTo>
                  <a:lnTo>
                    <a:pt x="962" y="1753"/>
                  </a:lnTo>
                  <a:cubicBezTo>
                    <a:pt x="1073" y="1865"/>
                    <a:pt x="1220" y="1920"/>
                    <a:pt x="1366" y="1920"/>
                  </a:cubicBezTo>
                  <a:cubicBezTo>
                    <a:pt x="1512" y="1920"/>
                    <a:pt x="1659" y="1865"/>
                    <a:pt x="1770" y="1753"/>
                  </a:cubicBezTo>
                  <a:cubicBezTo>
                    <a:pt x="1993" y="1530"/>
                    <a:pt x="1993" y="1169"/>
                    <a:pt x="1770" y="944"/>
                  </a:cubicBezTo>
                  <a:lnTo>
                    <a:pt x="877" y="51"/>
                  </a:lnTo>
                  <a:cubicBezTo>
                    <a:pt x="844" y="17"/>
                    <a:pt x="800" y="0"/>
                    <a:pt x="757" y="0"/>
                  </a:cubicBezTo>
                  <a:close/>
                </a:path>
              </a:pathLst>
            </a:cu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032" name="Google Shape;5032;p28"/>
            <p:cNvSpPr/>
            <p:nvPr/>
          </p:nvSpPr>
          <p:spPr>
            <a:xfrm>
              <a:off x="6226205" y="2402129"/>
              <a:ext cx="54496" cy="67566"/>
            </a:xfrm>
            <a:custGeom>
              <a:rect b="b" l="l" r="r" t="t"/>
              <a:pathLst>
                <a:path extrusionOk="0" h="1903" w="1535">
                  <a:moveTo>
                    <a:pt x="298" y="0"/>
                  </a:moveTo>
                  <a:cubicBezTo>
                    <a:pt x="254" y="0"/>
                    <a:pt x="211" y="17"/>
                    <a:pt x="177" y="51"/>
                  </a:cubicBezTo>
                  <a:lnTo>
                    <a:pt x="0" y="226"/>
                  </a:lnTo>
                  <a:cubicBezTo>
                    <a:pt x="35" y="232"/>
                    <a:pt x="70" y="248"/>
                    <a:pt x="95" y="275"/>
                  </a:cubicBezTo>
                  <a:lnTo>
                    <a:pt x="991" y="1169"/>
                  </a:lnTo>
                  <a:cubicBezTo>
                    <a:pt x="1189" y="1369"/>
                    <a:pt x="1211" y="1680"/>
                    <a:pt x="1052" y="1903"/>
                  </a:cubicBezTo>
                  <a:cubicBezTo>
                    <a:pt x="1149" y="1878"/>
                    <a:pt x="1238" y="1828"/>
                    <a:pt x="1311" y="1753"/>
                  </a:cubicBezTo>
                  <a:cubicBezTo>
                    <a:pt x="1534" y="1530"/>
                    <a:pt x="1534" y="1169"/>
                    <a:pt x="1311" y="944"/>
                  </a:cubicBezTo>
                  <a:lnTo>
                    <a:pt x="418" y="51"/>
                  </a:lnTo>
                  <a:cubicBezTo>
                    <a:pt x="385" y="17"/>
                    <a:pt x="341" y="0"/>
                    <a:pt x="298"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033" name="Google Shape;5033;p28"/>
            <p:cNvSpPr/>
            <p:nvPr/>
          </p:nvSpPr>
          <p:spPr>
            <a:xfrm>
              <a:off x="6102049" y="2293665"/>
              <a:ext cx="116519" cy="116527"/>
            </a:xfrm>
            <a:custGeom>
              <a:rect b="b" l="l" r="r" t="t"/>
              <a:pathLst>
                <a:path extrusionOk="0" h="3282" w="3282">
                  <a:moveTo>
                    <a:pt x="1641" y="0"/>
                  </a:moveTo>
                  <a:cubicBezTo>
                    <a:pt x="735" y="0"/>
                    <a:pt x="1" y="734"/>
                    <a:pt x="1" y="1641"/>
                  </a:cubicBezTo>
                  <a:cubicBezTo>
                    <a:pt x="1" y="2547"/>
                    <a:pt x="735" y="3281"/>
                    <a:pt x="1641" y="3281"/>
                  </a:cubicBezTo>
                  <a:cubicBezTo>
                    <a:pt x="2548" y="3281"/>
                    <a:pt x="3282" y="2547"/>
                    <a:pt x="3282" y="1641"/>
                  </a:cubicBezTo>
                  <a:cubicBezTo>
                    <a:pt x="3282" y="734"/>
                    <a:pt x="2548" y="0"/>
                    <a:pt x="1641" y="0"/>
                  </a:cubicBezTo>
                  <a:close/>
                </a:path>
              </a:pathLst>
            </a:custGeom>
            <a:solidFill>
              <a:schemeClr val="accent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034" name="Google Shape;5034;p28"/>
            <p:cNvSpPr/>
            <p:nvPr/>
          </p:nvSpPr>
          <p:spPr>
            <a:xfrm>
              <a:off x="6135564" y="2295085"/>
              <a:ext cx="88614" cy="115107"/>
            </a:xfrm>
            <a:custGeom>
              <a:rect b="b" l="l" r="r" t="t"/>
              <a:pathLst>
                <a:path extrusionOk="0" h="3242" w="2496">
                  <a:moveTo>
                    <a:pt x="1050" y="1"/>
                  </a:moveTo>
                  <a:lnTo>
                    <a:pt x="1050" y="1"/>
                  </a:lnTo>
                  <a:cubicBezTo>
                    <a:pt x="1217" y="77"/>
                    <a:pt x="1375" y="188"/>
                    <a:pt x="1513" y="326"/>
                  </a:cubicBezTo>
                  <a:cubicBezTo>
                    <a:pt x="2155" y="966"/>
                    <a:pt x="2155" y="2004"/>
                    <a:pt x="1513" y="2644"/>
                  </a:cubicBezTo>
                  <a:cubicBezTo>
                    <a:pt x="1193" y="2965"/>
                    <a:pt x="774" y="3125"/>
                    <a:pt x="353" y="3125"/>
                  </a:cubicBezTo>
                  <a:cubicBezTo>
                    <a:pt x="235" y="3125"/>
                    <a:pt x="117" y="3113"/>
                    <a:pt x="1" y="3087"/>
                  </a:cubicBezTo>
                  <a:lnTo>
                    <a:pt x="1" y="3087"/>
                  </a:lnTo>
                  <a:cubicBezTo>
                    <a:pt x="221" y="3190"/>
                    <a:pt x="459" y="3241"/>
                    <a:pt x="696" y="3241"/>
                  </a:cubicBezTo>
                  <a:cubicBezTo>
                    <a:pt x="1116" y="3241"/>
                    <a:pt x="1535" y="3081"/>
                    <a:pt x="1856" y="2761"/>
                  </a:cubicBezTo>
                  <a:cubicBezTo>
                    <a:pt x="2496" y="2120"/>
                    <a:pt x="2496" y="1081"/>
                    <a:pt x="1854" y="442"/>
                  </a:cubicBezTo>
                  <a:cubicBezTo>
                    <a:pt x="1625" y="212"/>
                    <a:pt x="1345" y="65"/>
                    <a:pt x="1050"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035" name="Google Shape;5035;p28"/>
            <p:cNvSpPr/>
            <p:nvPr/>
          </p:nvSpPr>
          <p:spPr>
            <a:xfrm>
              <a:off x="6121470" y="2313086"/>
              <a:ext cx="77679" cy="77685"/>
            </a:xfrm>
            <a:custGeom>
              <a:rect b="b" l="l" r="r" t="t"/>
              <a:pathLst>
                <a:path extrusionOk="0" h="2188" w="2188">
                  <a:moveTo>
                    <a:pt x="1094" y="0"/>
                  </a:moveTo>
                  <a:cubicBezTo>
                    <a:pt x="490" y="0"/>
                    <a:pt x="0" y="489"/>
                    <a:pt x="0" y="1094"/>
                  </a:cubicBezTo>
                  <a:cubicBezTo>
                    <a:pt x="0" y="1698"/>
                    <a:pt x="490" y="2187"/>
                    <a:pt x="1094" y="2187"/>
                  </a:cubicBezTo>
                  <a:cubicBezTo>
                    <a:pt x="1699" y="2187"/>
                    <a:pt x="2188" y="1698"/>
                    <a:pt x="2188" y="1094"/>
                  </a:cubicBezTo>
                  <a:cubicBezTo>
                    <a:pt x="2188" y="489"/>
                    <a:pt x="1699" y="0"/>
                    <a:pt x="1094" y="0"/>
                  </a:cubicBez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036" name="Google Shape;5036;p28"/>
            <p:cNvSpPr/>
            <p:nvPr/>
          </p:nvSpPr>
          <p:spPr>
            <a:xfrm>
              <a:off x="6131162" y="2316530"/>
              <a:ext cx="71786" cy="74241"/>
            </a:xfrm>
            <a:custGeom>
              <a:rect b="b" l="l" r="r" t="t"/>
              <a:pathLst>
                <a:path extrusionOk="0" h="2091" w="2022">
                  <a:moveTo>
                    <a:pt x="1273" y="1"/>
                  </a:moveTo>
                  <a:cubicBezTo>
                    <a:pt x="1653" y="430"/>
                    <a:pt x="1637" y="1089"/>
                    <a:pt x="1225" y="1499"/>
                  </a:cubicBezTo>
                  <a:cubicBezTo>
                    <a:pt x="1012" y="1712"/>
                    <a:pt x="732" y="1819"/>
                    <a:pt x="452" y="1819"/>
                  </a:cubicBezTo>
                  <a:cubicBezTo>
                    <a:pt x="298" y="1819"/>
                    <a:pt x="144" y="1786"/>
                    <a:pt x="1" y="1722"/>
                  </a:cubicBezTo>
                  <a:lnTo>
                    <a:pt x="1" y="1722"/>
                  </a:lnTo>
                  <a:cubicBezTo>
                    <a:pt x="15" y="1738"/>
                    <a:pt x="31" y="1754"/>
                    <a:pt x="48" y="1771"/>
                  </a:cubicBezTo>
                  <a:cubicBezTo>
                    <a:pt x="261" y="1984"/>
                    <a:pt x="541" y="2090"/>
                    <a:pt x="821" y="2090"/>
                  </a:cubicBezTo>
                  <a:cubicBezTo>
                    <a:pt x="1101" y="2090"/>
                    <a:pt x="1382" y="1984"/>
                    <a:pt x="1595" y="1771"/>
                  </a:cubicBezTo>
                  <a:cubicBezTo>
                    <a:pt x="2021" y="1344"/>
                    <a:pt x="2021" y="651"/>
                    <a:pt x="1595" y="224"/>
                  </a:cubicBezTo>
                  <a:cubicBezTo>
                    <a:pt x="1499" y="128"/>
                    <a:pt x="1390" y="53"/>
                    <a:pt x="1273"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5037" name="Google Shape;5037;p28"/>
          <p:cNvGrpSpPr/>
          <p:nvPr/>
        </p:nvGrpSpPr>
        <p:grpSpPr>
          <a:xfrm>
            <a:off x="5379478" y="2182787"/>
            <a:ext cx="327131" cy="306829"/>
            <a:chOff x="5379478" y="2182787"/>
            <a:chExt cx="327131" cy="306829"/>
          </a:xfrm>
        </p:grpSpPr>
        <p:sp>
          <p:nvSpPr>
            <p:cNvPr id="5038" name="Google Shape;5038;p28"/>
            <p:cNvSpPr/>
            <p:nvPr/>
          </p:nvSpPr>
          <p:spPr>
            <a:xfrm>
              <a:off x="5571056" y="2182787"/>
              <a:ext cx="92662" cy="56950"/>
            </a:xfrm>
            <a:custGeom>
              <a:rect b="b" l="l" r="r" t="t"/>
              <a:pathLst>
                <a:path extrusionOk="0" h="1604" w="2610">
                  <a:moveTo>
                    <a:pt x="1306" y="1"/>
                  </a:moveTo>
                  <a:cubicBezTo>
                    <a:pt x="586" y="1"/>
                    <a:pt x="1" y="585"/>
                    <a:pt x="1" y="1304"/>
                  </a:cubicBezTo>
                  <a:lnTo>
                    <a:pt x="1" y="1312"/>
                  </a:lnTo>
                  <a:cubicBezTo>
                    <a:pt x="1" y="1471"/>
                    <a:pt x="133" y="1604"/>
                    <a:pt x="293" y="1604"/>
                  </a:cubicBezTo>
                  <a:cubicBezTo>
                    <a:pt x="453" y="1604"/>
                    <a:pt x="585" y="1471"/>
                    <a:pt x="585" y="1312"/>
                  </a:cubicBezTo>
                  <a:lnTo>
                    <a:pt x="585" y="1304"/>
                  </a:lnTo>
                  <a:cubicBezTo>
                    <a:pt x="585" y="907"/>
                    <a:pt x="909" y="583"/>
                    <a:pt x="1306" y="583"/>
                  </a:cubicBezTo>
                  <a:cubicBezTo>
                    <a:pt x="1703" y="583"/>
                    <a:pt x="2027" y="907"/>
                    <a:pt x="2027" y="1304"/>
                  </a:cubicBezTo>
                  <a:lnTo>
                    <a:pt x="2027" y="1312"/>
                  </a:lnTo>
                  <a:cubicBezTo>
                    <a:pt x="2027" y="1471"/>
                    <a:pt x="2158" y="1604"/>
                    <a:pt x="2319" y="1604"/>
                  </a:cubicBezTo>
                  <a:cubicBezTo>
                    <a:pt x="2479" y="1604"/>
                    <a:pt x="2610" y="1471"/>
                    <a:pt x="2610" y="1312"/>
                  </a:cubicBezTo>
                  <a:lnTo>
                    <a:pt x="2610" y="1304"/>
                  </a:lnTo>
                  <a:cubicBezTo>
                    <a:pt x="2608" y="585"/>
                    <a:pt x="2024" y="1"/>
                    <a:pt x="1306" y="1"/>
                  </a:cubicBezTo>
                  <a:close/>
                </a:path>
              </a:pathLst>
            </a:cu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039" name="Google Shape;5039;p28"/>
            <p:cNvSpPr/>
            <p:nvPr/>
          </p:nvSpPr>
          <p:spPr>
            <a:xfrm>
              <a:off x="5588275" y="2182787"/>
              <a:ext cx="75407" cy="56950"/>
            </a:xfrm>
            <a:custGeom>
              <a:rect b="b" l="l" r="r" t="t"/>
              <a:pathLst>
                <a:path extrusionOk="0" h="1604" w="2124">
                  <a:moveTo>
                    <a:pt x="821" y="1"/>
                  </a:moveTo>
                  <a:cubicBezTo>
                    <a:pt x="509" y="1"/>
                    <a:pt x="225" y="110"/>
                    <a:pt x="1" y="291"/>
                  </a:cubicBezTo>
                  <a:cubicBezTo>
                    <a:pt x="163" y="216"/>
                    <a:pt x="348" y="175"/>
                    <a:pt x="540" y="175"/>
                  </a:cubicBezTo>
                  <a:cubicBezTo>
                    <a:pt x="1260" y="175"/>
                    <a:pt x="1844" y="759"/>
                    <a:pt x="1844" y="1479"/>
                  </a:cubicBezTo>
                  <a:lnTo>
                    <a:pt x="1844" y="1486"/>
                  </a:lnTo>
                  <a:cubicBezTo>
                    <a:pt x="1844" y="1527"/>
                    <a:pt x="1835" y="1568"/>
                    <a:pt x="1818" y="1604"/>
                  </a:cubicBezTo>
                  <a:lnTo>
                    <a:pt x="1831" y="1604"/>
                  </a:lnTo>
                  <a:cubicBezTo>
                    <a:pt x="1992" y="1604"/>
                    <a:pt x="2123" y="1471"/>
                    <a:pt x="2123" y="1312"/>
                  </a:cubicBezTo>
                  <a:lnTo>
                    <a:pt x="2123" y="1304"/>
                  </a:lnTo>
                  <a:cubicBezTo>
                    <a:pt x="2123" y="585"/>
                    <a:pt x="1539" y="1"/>
                    <a:pt x="821"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040" name="Google Shape;5040;p28"/>
            <p:cNvSpPr/>
            <p:nvPr/>
          </p:nvSpPr>
          <p:spPr>
            <a:xfrm>
              <a:off x="5528238" y="2225817"/>
              <a:ext cx="178365" cy="139464"/>
            </a:xfrm>
            <a:custGeom>
              <a:rect b="b" l="l" r="r" t="t"/>
              <a:pathLst>
                <a:path extrusionOk="0" h="3928" w="5024">
                  <a:moveTo>
                    <a:pt x="235" y="0"/>
                  </a:moveTo>
                  <a:cubicBezTo>
                    <a:pt x="106" y="0"/>
                    <a:pt x="1" y="107"/>
                    <a:pt x="1" y="236"/>
                  </a:cubicBezTo>
                  <a:lnTo>
                    <a:pt x="1" y="3691"/>
                  </a:lnTo>
                  <a:cubicBezTo>
                    <a:pt x="1" y="3822"/>
                    <a:pt x="106" y="3927"/>
                    <a:pt x="235" y="3927"/>
                  </a:cubicBezTo>
                  <a:lnTo>
                    <a:pt x="4787" y="3927"/>
                  </a:lnTo>
                  <a:cubicBezTo>
                    <a:pt x="4917" y="3927"/>
                    <a:pt x="5023" y="3824"/>
                    <a:pt x="5023" y="3691"/>
                  </a:cubicBezTo>
                  <a:lnTo>
                    <a:pt x="5023" y="236"/>
                  </a:lnTo>
                  <a:cubicBezTo>
                    <a:pt x="5023" y="107"/>
                    <a:pt x="4917" y="0"/>
                    <a:pt x="4787" y="0"/>
                  </a:cubicBezTo>
                  <a:close/>
                </a:path>
              </a:pathLst>
            </a:cu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041" name="Google Shape;5041;p28"/>
            <p:cNvSpPr/>
            <p:nvPr/>
          </p:nvSpPr>
          <p:spPr>
            <a:xfrm>
              <a:off x="5528238" y="2225924"/>
              <a:ext cx="178365" cy="67815"/>
            </a:xfrm>
            <a:custGeom>
              <a:rect b="b" l="l" r="r" t="t"/>
              <a:pathLst>
                <a:path extrusionOk="0" h="1910" w="5024">
                  <a:moveTo>
                    <a:pt x="235" y="0"/>
                  </a:moveTo>
                  <a:cubicBezTo>
                    <a:pt x="106" y="0"/>
                    <a:pt x="1" y="105"/>
                    <a:pt x="1" y="236"/>
                  </a:cubicBezTo>
                  <a:lnTo>
                    <a:pt x="1" y="1553"/>
                  </a:lnTo>
                  <a:cubicBezTo>
                    <a:pt x="1" y="1553"/>
                    <a:pt x="659" y="1698"/>
                    <a:pt x="1545" y="1835"/>
                  </a:cubicBezTo>
                  <a:cubicBezTo>
                    <a:pt x="1865" y="1885"/>
                    <a:pt x="2188" y="1909"/>
                    <a:pt x="2511" y="1909"/>
                  </a:cubicBezTo>
                  <a:cubicBezTo>
                    <a:pt x="2834" y="1909"/>
                    <a:pt x="3157" y="1885"/>
                    <a:pt x="3478" y="1835"/>
                  </a:cubicBezTo>
                  <a:cubicBezTo>
                    <a:pt x="4363" y="1698"/>
                    <a:pt x="5023" y="1553"/>
                    <a:pt x="5023" y="1553"/>
                  </a:cubicBezTo>
                  <a:lnTo>
                    <a:pt x="5023" y="236"/>
                  </a:lnTo>
                  <a:cubicBezTo>
                    <a:pt x="5023" y="107"/>
                    <a:pt x="4917" y="0"/>
                    <a:pt x="4787" y="0"/>
                  </a:cubicBezTo>
                  <a:close/>
                </a:path>
              </a:pathLst>
            </a:custGeom>
            <a:solidFill>
              <a:schemeClr val="l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042" name="Google Shape;5042;p28"/>
            <p:cNvSpPr/>
            <p:nvPr/>
          </p:nvSpPr>
          <p:spPr>
            <a:xfrm>
              <a:off x="5684384" y="2225924"/>
              <a:ext cx="22225" cy="139464"/>
            </a:xfrm>
            <a:custGeom>
              <a:rect b="b" l="l" r="r" t="t"/>
              <a:pathLst>
                <a:path extrusionOk="0" h="3928" w="626">
                  <a:moveTo>
                    <a:pt x="1" y="0"/>
                  </a:moveTo>
                  <a:cubicBezTo>
                    <a:pt x="130" y="0"/>
                    <a:pt x="237" y="107"/>
                    <a:pt x="237" y="236"/>
                  </a:cubicBezTo>
                  <a:lnTo>
                    <a:pt x="237" y="3691"/>
                  </a:lnTo>
                  <a:cubicBezTo>
                    <a:pt x="237" y="3821"/>
                    <a:pt x="130" y="3927"/>
                    <a:pt x="1" y="3927"/>
                  </a:cubicBezTo>
                  <a:lnTo>
                    <a:pt x="389" y="3927"/>
                  </a:lnTo>
                  <a:cubicBezTo>
                    <a:pt x="519" y="3927"/>
                    <a:pt x="625" y="3821"/>
                    <a:pt x="625" y="3691"/>
                  </a:cubicBezTo>
                  <a:lnTo>
                    <a:pt x="625" y="236"/>
                  </a:lnTo>
                  <a:cubicBezTo>
                    <a:pt x="625" y="107"/>
                    <a:pt x="519" y="0"/>
                    <a:pt x="389"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043" name="Google Shape;5043;p28"/>
            <p:cNvSpPr/>
            <p:nvPr/>
          </p:nvSpPr>
          <p:spPr>
            <a:xfrm>
              <a:off x="5684384" y="2225959"/>
              <a:ext cx="22225" cy="57980"/>
            </a:xfrm>
            <a:custGeom>
              <a:rect b="b" l="l" r="r" t="t"/>
              <a:pathLst>
                <a:path extrusionOk="0" h="1633" w="626">
                  <a:moveTo>
                    <a:pt x="392" y="1"/>
                  </a:moveTo>
                  <a:cubicBezTo>
                    <a:pt x="391" y="1"/>
                    <a:pt x="390" y="1"/>
                    <a:pt x="389" y="1"/>
                  </a:cubicBezTo>
                  <a:lnTo>
                    <a:pt x="1" y="1"/>
                  </a:lnTo>
                  <a:cubicBezTo>
                    <a:pt x="130" y="1"/>
                    <a:pt x="237" y="107"/>
                    <a:pt x="237" y="237"/>
                  </a:cubicBezTo>
                  <a:lnTo>
                    <a:pt x="237" y="1632"/>
                  </a:lnTo>
                  <a:cubicBezTo>
                    <a:pt x="481" y="1584"/>
                    <a:pt x="625" y="1552"/>
                    <a:pt x="625" y="1552"/>
                  </a:cubicBezTo>
                  <a:lnTo>
                    <a:pt x="625" y="235"/>
                  </a:lnTo>
                  <a:cubicBezTo>
                    <a:pt x="625" y="107"/>
                    <a:pt x="520" y="1"/>
                    <a:pt x="392"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044" name="Google Shape;5044;p28"/>
            <p:cNvSpPr/>
            <p:nvPr/>
          </p:nvSpPr>
          <p:spPr>
            <a:xfrm>
              <a:off x="5559517" y="2273996"/>
              <a:ext cx="20414" cy="29114"/>
            </a:xfrm>
            <a:custGeom>
              <a:rect b="b" l="l" r="r" t="t"/>
              <a:pathLst>
                <a:path extrusionOk="0" h="820" w="575">
                  <a:moveTo>
                    <a:pt x="208" y="0"/>
                  </a:moveTo>
                  <a:cubicBezTo>
                    <a:pt x="93" y="0"/>
                    <a:pt x="1" y="94"/>
                    <a:pt x="1" y="208"/>
                  </a:cubicBezTo>
                  <a:lnTo>
                    <a:pt x="1" y="612"/>
                  </a:lnTo>
                  <a:cubicBezTo>
                    <a:pt x="1" y="727"/>
                    <a:pt x="94" y="819"/>
                    <a:pt x="208" y="819"/>
                  </a:cubicBezTo>
                  <a:lnTo>
                    <a:pt x="368" y="819"/>
                  </a:lnTo>
                  <a:cubicBezTo>
                    <a:pt x="483" y="819"/>
                    <a:pt x="575" y="727"/>
                    <a:pt x="575" y="612"/>
                  </a:cubicBezTo>
                  <a:lnTo>
                    <a:pt x="575" y="208"/>
                  </a:lnTo>
                  <a:cubicBezTo>
                    <a:pt x="575" y="92"/>
                    <a:pt x="481" y="0"/>
                    <a:pt x="368" y="0"/>
                  </a:cubicBezTo>
                  <a:close/>
                </a:path>
              </a:pathLst>
            </a:cu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045" name="Google Shape;5045;p28"/>
            <p:cNvSpPr/>
            <p:nvPr/>
          </p:nvSpPr>
          <p:spPr>
            <a:xfrm>
              <a:off x="5654809" y="2273996"/>
              <a:ext cx="20414" cy="29114"/>
            </a:xfrm>
            <a:custGeom>
              <a:rect b="b" l="l" r="r" t="t"/>
              <a:pathLst>
                <a:path extrusionOk="0" h="820" w="575">
                  <a:moveTo>
                    <a:pt x="208" y="0"/>
                  </a:moveTo>
                  <a:cubicBezTo>
                    <a:pt x="92" y="0"/>
                    <a:pt x="0" y="94"/>
                    <a:pt x="0" y="208"/>
                  </a:cubicBezTo>
                  <a:lnTo>
                    <a:pt x="0" y="612"/>
                  </a:lnTo>
                  <a:cubicBezTo>
                    <a:pt x="0" y="727"/>
                    <a:pt x="94" y="819"/>
                    <a:pt x="208" y="819"/>
                  </a:cubicBezTo>
                  <a:lnTo>
                    <a:pt x="367" y="819"/>
                  </a:lnTo>
                  <a:cubicBezTo>
                    <a:pt x="482" y="819"/>
                    <a:pt x="575" y="727"/>
                    <a:pt x="575" y="612"/>
                  </a:cubicBezTo>
                  <a:lnTo>
                    <a:pt x="575" y="208"/>
                  </a:lnTo>
                  <a:cubicBezTo>
                    <a:pt x="575" y="92"/>
                    <a:pt x="481" y="0"/>
                    <a:pt x="367" y="0"/>
                  </a:cubicBezTo>
                  <a:close/>
                </a:path>
              </a:pathLst>
            </a:cu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046" name="Google Shape;5046;p28"/>
            <p:cNvSpPr/>
            <p:nvPr/>
          </p:nvSpPr>
          <p:spPr>
            <a:xfrm>
              <a:off x="5564630" y="2274138"/>
              <a:ext cx="15302" cy="29008"/>
            </a:xfrm>
            <a:custGeom>
              <a:rect b="b" l="l" r="r" t="t"/>
              <a:pathLst>
                <a:path extrusionOk="0" h="817" w="431">
                  <a:moveTo>
                    <a:pt x="229" y="1"/>
                  </a:moveTo>
                  <a:cubicBezTo>
                    <a:pt x="227" y="1"/>
                    <a:pt x="225" y="1"/>
                    <a:pt x="224" y="1"/>
                  </a:cubicBezTo>
                  <a:lnTo>
                    <a:pt x="64" y="1"/>
                  </a:lnTo>
                  <a:cubicBezTo>
                    <a:pt x="42" y="1"/>
                    <a:pt x="21" y="3"/>
                    <a:pt x="0" y="11"/>
                  </a:cubicBezTo>
                  <a:cubicBezTo>
                    <a:pt x="85" y="38"/>
                    <a:pt x="144" y="116"/>
                    <a:pt x="144" y="206"/>
                  </a:cubicBezTo>
                  <a:lnTo>
                    <a:pt x="144" y="612"/>
                  </a:lnTo>
                  <a:cubicBezTo>
                    <a:pt x="144" y="703"/>
                    <a:pt x="84" y="781"/>
                    <a:pt x="0" y="808"/>
                  </a:cubicBezTo>
                  <a:cubicBezTo>
                    <a:pt x="21" y="814"/>
                    <a:pt x="42" y="817"/>
                    <a:pt x="64" y="817"/>
                  </a:cubicBezTo>
                  <a:lnTo>
                    <a:pt x="224" y="817"/>
                  </a:lnTo>
                  <a:cubicBezTo>
                    <a:pt x="339" y="817"/>
                    <a:pt x="431" y="724"/>
                    <a:pt x="431" y="609"/>
                  </a:cubicBezTo>
                  <a:lnTo>
                    <a:pt x="431" y="205"/>
                  </a:lnTo>
                  <a:cubicBezTo>
                    <a:pt x="431" y="92"/>
                    <a:pt x="341" y="1"/>
                    <a:pt x="229"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047" name="Google Shape;5047;p28"/>
            <p:cNvSpPr/>
            <p:nvPr/>
          </p:nvSpPr>
          <p:spPr>
            <a:xfrm>
              <a:off x="5659922" y="2274138"/>
              <a:ext cx="15302" cy="29008"/>
            </a:xfrm>
            <a:custGeom>
              <a:rect b="b" l="l" r="r" t="t"/>
              <a:pathLst>
                <a:path extrusionOk="0" h="817" w="431">
                  <a:moveTo>
                    <a:pt x="229" y="1"/>
                  </a:moveTo>
                  <a:cubicBezTo>
                    <a:pt x="227" y="1"/>
                    <a:pt x="225" y="1"/>
                    <a:pt x="223" y="1"/>
                  </a:cubicBezTo>
                  <a:lnTo>
                    <a:pt x="64" y="1"/>
                  </a:lnTo>
                  <a:cubicBezTo>
                    <a:pt x="42" y="1"/>
                    <a:pt x="20" y="3"/>
                    <a:pt x="0" y="11"/>
                  </a:cubicBezTo>
                  <a:cubicBezTo>
                    <a:pt x="85" y="37"/>
                    <a:pt x="144" y="116"/>
                    <a:pt x="144" y="206"/>
                  </a:cubicBezTo>
                  <a:lnTo>
                    <a:pt x="144" y="612"/>
                  </a:lnTo>
                  <a:cubicBezTo>
                    <a:pt x="144" y="703"/>
                    <a:pt x="84" y="781"/>
                    <a:pt x="0" y="808"/>
                  </a:cubicBezTo>
                  <a:cubicBezTo>
                    <a:pt x="20" y="814"/>
                    <a:pt x="42" y="817"/>
                    <a:pt x="64" y="817"/>
                  </a:cubicBezTo>
                  <a:lnTo>
                    <a:pt x="223" y="817"/>
                  </a:lnTo>
                  <a:cubicBezTo>
                    <a:pt x="338" y="817"/>
                    <a:pt x="431" y="724"/>
                    <a:pt x="431" y="609"/>
                  </a:cubicBezTo>
                  <a:lnTo>
                    <a:pt x="431" y="205"/>
                  </a:lnTo>
                  <a:cubicBezTo>
                    <a:pt x="431" y="92"/>
                    <a:pt x="341" y="1"/>
                    <a:pt x="229"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048" name="Google Shape;5048;p28"/>
            <p:cNvSpPr/>
            <p:nvPr/>
          </p:nvSpPr>
          <p:spPr>
            <a:xfrm>
              <a:off x="5422331" y="2307086"/>
              <a:ext cx="92662" cy="56915"/>
            </a:xfrm>
            <a:custGeom>
              <a:rect b="b" l="l" r="r" t="t"/>
              <a:pathLst>
                <a:path extrusionOk="0" h="1603" w="2610">
                  <a:moveTo>
                    <a:pt x="1306" y="1"/>
                  </a:moveTo>
                  <a:cubicBezTo>
                    <a:pt x="586" y="1"/>
                    <a:pt x="1" y="585"/>
                    <a:pt x="1" y="1305"/>
                  </a:cubicBezTo>
                  <a:lnTo>
                    <a:pt x="1" y="1312"/>
                  </a:lnTo>
                  <a:cubicBezTo>
                    <a:pt x="1" y="1471"/>
                    <a:pt x="132" y="1602"/>
                    <a:pt x="293" y="1602"/>
                  </a:cubicBezTo>
                  <a:cubicBezTo>
                    <a:pt x="453" y="1602"/>
                    <a:pt x="584" y="1471"/>
                    <a:pt x="584" y="1312"/>
                  </a:cubicBezTo>
                  <a:lnTo>
                    <a:pt x="584" y="1305"/>
                  </a:lnTo>
                  <a:cubicBezTo>
                    <a:pt x="584" y="907"/>
                    <a:pt x="907" y="584"/>
                    <a:pt x="1306" y="584"/>
                  </a:cubicBezTo>
                  <a:cubicBezTo>
                    <a:pt x="1703" y="584"/>
                    <a:pt x="2027" y="907"/>
                    <a:pt x="2027" y="1305"/>
                  </a:cubicBezTo>
                  <a:lnTo>
                    <a:pt x="2027" y="1312"/>
                  </a:lnTo>
                  <a:cubicBezTo>
                    <a:pt x="2027" y="1471"/>
                    <a:pt x="2158" y="1602"/>
                    <a:pt x="2318" y="1602"/>
                  </a:cubicBezTo>
                  <a:cubicBezTo>
                    <a:pt x="2479" y="1602"/>
                    <a:pt x="2610" y="1471"/>
                    <a:pt x="2610" y="1312"/>
                  </a:cubicBezTo>
                  <a:lnTo>
                    <a:pt x="2610" y="1305"/>
                  </a:lnTo>
                  <a:cubicBezTo>
                    <a:pt x="2610" y="585"/>
                    <a:pt x="2025" y="1"/>
                    <a:pt x="1306" y="1"/>
                  </a:cubicBezTo>
                  <a:close/>
                </a:path>
              </a:pathLst>
            </a:cu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049" name="Google Shape;5049;p28"/>
            <p:cNvSpPr/>
            <p:nvPr/>
          </p:nvSpPr>
          <p:spPr>
            <a:xfrm>
              <a:off x="5439621" y="2307086"/>
              <a:ext cx="75372" cy="56915"/>
            </a:xfrm>
            <a:custGeom>
              <a:rect b="b" l="l" r="r" t="t"/>
              <a:pathLst>
                <a:path extrusionOk="0" h="1603" w="2123">
                  <a:moveTo>
                    <a:pt x="820" y="1"/>
                  </a:moveTo>
                  <a:cubicBezTo>
                    <a:pt x="508" y="1"/>
                    <a:pt x="225" y="110"/>
                    <a:pt x="0" y="291"/>
                  </a:cubicBezTo>
                  <a:cubicBezTo>
                    <a:pt x="163" y="217"/>
                    <a:pt x="347" y="175"/>
                    <a:pt x="540" y="175"/>
                  </a:cubicBezTo>
                  <a:cubicBezTo>
                    <a:pt x="1259" y="175"/>
                    <a:pt x="1844" y="759"/>
                    <a:pt x="1844" y="1479"/>
                  </a:cubicBezTo>
                  <a:lnTo>
                    <a:pt x="1844" y="1486"/>
                  </a:lnTo>
                  <a:cubicBezTo>
                    <a:pt x="1844" y="1528"/>
                    <a:pt x="1835" y="1566"/>
                    <a:pt x="1818" y="1602"/>
                  </a:cubicBezTo>
                  <a:lnTo>
                    <a:pt x="1831" y="1602"/>
                  </a:lnTo>
                  <a:cubicBezTo>
                    <a:pt x="1992" y="1602"/>
                    <a:pt x="2123" y="1471"/>
                    <a:pt x="2123" y="1312"/>
                  </a:cubicBezTo>
                  <a:lnTo>
                    <a:pt x="2123" y="1305"/>
                  </a:lnTo>
                  <a:cubicBezTo>
                    <a:pt x="2123" y="585"/>
                    <a:pt x="1538" y="1"/>
                    <a:pt x="820"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050" name="Google Shape;5050;p28"/>
            <p:cNvSpPr/>
            <p:nvPr/>
          </p:nvSpPr>
          <p:spPr>
            <a:xfrm>
              <a:off x="5379478" y="2350116"/>
              <a:ext cx="178400" cy="139464"/>
            </a:xfrm>
            <a:custGeom>
              <a:rect b="b" l="l" r="r" t="t"/>
              <a:pathLst>
                <a:path extrusionOk="0" h="3928" w="5025">
                  <a:moveTo>
                    <a:pt x="236" y="0"/>
                  </a:moveTo>
                  <a:cubicBezTo>
                    <a:pt x="107" y="0"/>
                    <a:pt x="0" y="107"/>
                    <a:pt x="0" y="236"/>
                  </a:cubicBezTo>
                  <a:lnTo>
                    <a:pt x="0" y="3692"/>
                  </a:lnTo>
                  <a:cubicBezTo>
                    <a:pt x="0" y="3821"/>
                    <a:pt x="107" y="3928"/>
                    <a:pt x="236" y="3928"/>
                  </a:cubicBezTo>
                  <a:lnTo>
                    <a:pt x="4788" y="3928"/>
                  </a:lnTo>
                  <a:cubicBezTo>
                    <a:pt x="4919" y="3928"/>
                    <a:pt x="5024" y="3822"/>
                    <a:pt x="5024" y="3692"/>
                  </a:cubicBezTo>
                  <a:lnTo>
                    <a:pt x="5024" y="236"/>
                  </a:lnTo>
                  <a:cubicBezTo>
                    <a:pt x="5024" y="107"/>
                    <a:pt x="4918" y="0"/>
                    <a:pt x="4788" y="0"/>
                  </a:cubicBezTo>
                  <a:close/>
                </a:path>
              </a:pathLst>
            </a:cu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051" name="Google Shape;5051;p28"/>
            <p:cNvSpPr/>
            <p:nvPr/>
          </p:nvSpPr>
          <p:spPr>
            <a:xfrm>
              <a:off x="5379478" y="2350152"/>
              <a:ext cx="178329" cy="67850"/>
            </a:xfrm>
            <a:custGeom>
              <a:rect b="b" l="l" r="r" t="t"/>
              <a:pathLst>
                <a:path extrusionOk="0" h="1911" w="5023">
                  <a:moveTo>
                    <a:pt x="236" y="1"/>
                  </a:moveTo>
                  <a:cubicBezTo>
                    <a:pt x="107" y="1"/>
                    <a:pt x="0" y="107"/>
                    <a:pt x="0" y="237"/>
                  </a:cubicBezTo>
                  <a:lnTo>
                    <a:pt x="0" y="1554"/>
                  </a:lnTo>
                  <a:cubicBezTo>
                    <a:pt x="0" y="1554"/>
                    <a:pt x="659" y="1699"/>
                    <a:pt x="1546" y="1836"/>
                  </a:cubicBezTo>
                  <a:cubicBezTo>
                    <a:pt x="1866" y="1885"/>
                    <a:pt x="2189" y="1910"/>
                    <a:pt x="2512" y="1910"/>
                  </a:cubicBezTo>
                  <a:cubicBezTo>
                    <a:pt x="2835" y="1910"/>
                    <a:pt x="3158" y="1885"/>
                    <a:pt x="3479" y="1836"/>
                  </a:cubicBezTo>
                  <a:cubicBezTo>
                    <a:pt x="4364" y="1699"/>
                    <a:pt x="5023" y="1554"/>
                    <a:pt x="5023" y="1554"/>
                  </a:cubicBezTo>
                  <a:lnTo>
                    <a:pt x="5023" y="237"/>
                  </a:lnTo>
                  <a:cubicBezTo>
                    <a:pt x="5023" y="107"/>
                    <a:pt x="4918" y="1"/>
                    <a:pt x="4788" y="1"/>
                  </a:cubicBezTo>
                  <a:close/>
                </a:path>
              </a:pathLst>
            </a:custGeom>
            <a:solidFill>
              <a:schemeClr val="l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052" name="Google Shape;5052;p28"/>
            <p:cNvSpPr/>
            <p:nvPr/>
          </p:nvSpPr>
          <p:spPr>
            <a:xfrm>
              <a:off x="5535659" y="2350152"/>
              <a:ext cx="22225" cy="139464"/>
            </a:xfrm>
            <a:custGeom>
              <a:rect b="b" l="l" r="r" t="t"/>
              <a:pathLst>
                <a:path extrusionOk="0" h="3928" w="626">
                  <a:moveTo>
                    <a:pt x="1" y="1"/>
                  </a:moveTo>
                  <a:cubicBezTo>
                    <a:pt x="130" y="1"/>
                    <a:pt x="237" y="107"/>
                    <a:pt x="237" y="237"/>
                  </a:cubicBezTo>
                  <a:lnTo>
                    <a:pt x="237" y="3692"/>
                  </a:lnTo>
                  <a:cubicBezTo>
                    <a:pt x="237" y="3821"/>
                    <a:pt x="130" y="3928"/>
                    <a:pt x="1" y="3928"/>
                  </a:cubicBezTo>
                  <a:lnTo>
                    <a:pt x="389" y="3928"/>
                  </a:lnTo>
                  <a:cubicBezTo>
                    <a:pt x="519" y="3928"/>
                    <a:pt x="625" y="3821"/>
                    <a:pt x="625" y="3692"/>
                  </a:cubicBezTo>
                  <a:lnTo>
                    <a:pt x="625" y="237"/>
                  </a:lnTo>
                  <a:cubicBezTo>
                    <a:pt x="625" y="107"/>
                    <a:pt x="520" y="1"/>
                    <a:pt x="389"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053" name="Google Shape;5053;p28"/>
            <p:cNvSpPr/>
            <p:nvPr/>
          </p:nvSpPr>
          <p:spPr>
            <a:xfrm>
              <a:off x="5535659" y="2350223"/>
              <a:ext cx="22225" cy="57980"/>
            </a:xfrm>
            <a:custGeom>
              <a:rect b="b" l="l" r="r" t="t"/>
              <a:pathLst>
                <a:path extrusionOk="0" h="1633" w="626">
                  <a:moveTo>
                    <a:pt x="392" y="0"/>
                  </a:moveTo>
                  <a:cubicBezTo>
                    <a:pt x="391" y="0"/>
                    <a:pt x="390" y="0"/>
                    <a:pt x="389" y="0"/>
                  </a:cubicBezTo>
                  <a:lnTo>
                    <a:pt x="1" y="0"/>
                  </a:lnTo>
                  <a:cubicBezTo>
                    <a:pt x="130" y="0"/>
                    <a:pt x="237" y="107"/>
                    <a:pt x="237" y="236"/>
                  </a:cubicBezTo>
                  <a:lnTo>
                    <a:pt x="237" y="1632"/>
                  </a:lnTo>
                  <a:cubicBezTo>
                    <a:pt x="481" y="1583"/>
                    <a:pt x="625" y="1552"/>
                    <a:pt x="625" y="1552"/>
                  </a:cubicBezTo>
                  <a:lnTo>
                    <a:pt x="625" y="235"/>
                  </a:lnTo>
                  <a:cubicBezTo>
                    <a:pt x="625" y="106"/>
                    <a:pt x="521" y="0"/>
                    <a:pt x="392"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054" name="Google Shape;5054;p28"/>
            <p:cNvSpPr/>
            <p:nvPr/>
          </p:nvSpPr>
          <p:spPr>
            <a:xfrm>
              <a:off x="5410828" y="2398295"/>
              <a:ext cx="20449" cy="29043"/>
            </a:xfrm>
            <a:custGeom>
              <a:rect b="b" l="l" r="r" t="t"/>
              <a:pathLst>
                <a:path extrusionOk="0" h="818" w="576">
                  <a:moveTo>
                    <a:pt x="208" y="0"/>
                  </a:moveTo>
                  <a:cubicBezTo>
                    <a:pt x="93" y="0"/>
                    <a:pt x="1" y="94"/>
                    <a:pt x="1" y="206"/>
                  </a:cubicBezTo>
                  <a:lnTo>
                    <a:pt x="1" y="612"/>
                  </a:lnTo>
                  <a:cubicBezTo>
                    <a:pt x="1" y="727"/>
                    <a:pt x="95" y="818"/>
                    <a:pt x="208" y="818"/>
                  </a:cubicBezTo>
                  <a:lnTo>
                    <a:pt x="368" y="818"/>
                  </a:lnTo>
                  <a:cubicBezTo>
                    <a:pt x="482" y="818"/>
                    <a:pt x="575" y="727"/>
                    <a:pt x="575" y="612"/>
                  </a:cubicBezTo>
                  <a:lnTo>
                    <a:pt x="575" y="206"/>
                  </a:lnTo>
                  <a:cubicBezTo>
                    <a:pt x="575" y="91"/>
                    <a:pt x="482" y="0"/>
                    <a:pt x="368" y="0"/>
                  </a:cubicBezTo>
                  <a:close/>
                </a:path>
              </a:pathLst>
            </a:cu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055" name="Google Shape;5055;p28"/>
            <p:cNvSpPr/>
            <p:nvPr/>
          </p:nvSpPr>
          <p:spPr>
            <a:xfrm>
              <a:off x="5506120" y="2398295"/>
              <a:ext cx="20414" cy="29043"/>
            </a:xfrm>
            <a:custGeom>
              <a:rect b="b" l="l" r="r" t="t"/>
              <a:pathLst>
                <a:path extrusionOk="0" h="818" w="575">
                  <a:moveTo>
                    <a:pt x="208" y="0"/>
                  </a:moveTo>
                  <a:cubicBezTo>
                    <a:pt x="93" y="0"/>
                    <a:pt x="1" y="94"/>
                    <a:pt x="1" y="206"/>
                  </a:cubicBezTo>
                  <a:lnTo>
                    <a:pt x="1" y="612"/>
                  </a:lnTo>
                  <a:cubicBezTo>
                    <a:pt x="1" y="727"/>
                    <a:pt x="94" y="818"/>
                    <a:pt x="208" y="818"/>
                  </a:cubicBezTo>
                  <a:lnTo>
                    <a:pt x="368" y="818"/>
                  </a:lnTo>
                  <a:cubicBezTo>
                    <a:pt x="481" y="818"/>
                    <a:pt x="575" y="727"/>
                    <a:pt x="575" y="612"/>
                  </a:cubicBezTo>
                  <a:lnTo>
                    <a:pt x="575" y="206"/>
                  </a:lnTo>
                  <a:cubicBezTo>
                    <a:pt x="575" y="91"/>
                    <a:pt x="481" y="0"/>
                    <a:pt x="368" y="0"/>
                  </a:cubicBezTo>
                  <a:close/>
                </a:path>
              </a:pathLst>
            </a:cu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056" name="Google Shape;5056;p28"/>
            <p:cNvSpPr/>
            <p:nvPr/>
          </p:nvSpPr>
          <p:spPr>
            <a:xfrm>
              <a:off x="5415940" y="2398401"/>
              <a:ext cx="15337" cy="29043"/>
            </a:xfrm>
            <a:custGeom>
              <a:rect b="b" l="l" r="r" t="t"/>
              <a:pathLst>
                <a:path extrusionOk="0" h="818" w="432">
                  <a:moveTo>
                    <a:pt x="227" y="0"/>
                  </a:moveTo>
                  <a:cubicBezTo>
                    <a:pt x="226" y="0"/>
                    <a:pt x="225" y="0"/>
                    <a:pt x="224" y="0"/>
                  </a:cubicBezTo>
                  <a:lnTo>
                    <a:pt x="64" y="0"/>
                  </a:lnTo>
                  <a:cubicBezTo>
                    <a:pt x="43" y="0"/>
                    <a:pt x="21" y="5"/>
                    <a:pt x="1" y="12"/>
                  </a:cubicBezTo>
                  <a:cubicBezTo>
                    <a:pt x="86" y="38"/>
                    <a:pt x="145" y="115"/>
                    <a:pt x="145" y="208"/>
                  </a:cubicBezTo>
                  <a:lnTo>
                    <a:pt x="145" y="612"/>
                  </a:lnTo>
                  <a:cubicBezTo>
                    <a:pt x="145" y="704"/>
                    <a:pt x="84" y="782"/>
                    <a:pt x="1" y="808"/>
                  </a:cubicBezTo>
                  <a:cubicBezTo>
                    <a:pt x="21" y="813"/>
                    <a:pt x="43" y="818"/>
                    <a:pt x="64" y="818"/>
                  </a:cubicBezTo>
                  <a:lnTo>
                    <a:pt x="224" y="818"/>
                  </a:lnTo>
                  <a:cubicBezTo>
                    <a:pt x="339" y="818"/>
                    <a:pt x="431" y="726"/>
                    <a:pt x="431" y="610"/>
                  </a:cubicBezTo>
                  <a:lnTo>
                    <a:pt x="431" y="206"/>
                  </a:lnTo>
                  <a:cubicBezTo>
                    <a:pt x="431" y="92"/>
                    <a:pt x="339" y="0"/>
                    <a:pt x="227"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057" name="Google Shape;5057;p28"/>
            <p:cNvSpPr/>
            <p:nvPr/>
          </p:nvSpPr>
          <p:spPr>
            <a:xfrm>
              <a:off x="5511232" y="2398401"/>
              <a:ext cx="15302" cy="29043"/>
            </a:xfrm>
            <a:custGeom>
              <a:rect b="b" l="l" r="r" t="t"/>
              <a:pathLst>
                <a:path extrusionOk="0" h="818" w="431">
                  <a:moveTo>
                    <a:pt x="226" y="0"/>
                  </a:moveTo>
                  <a:cubicBezTo>
                    <a:pt x="225" y="0"/>
                    <a:pt x="225" y="0"/>
                    <a:pt x="224" y="0"/>
                  </a:cubicBezTo>
                  <a:lnTo>
                    <a:pt x="64" y="0"/>
                  </a:lnTo>
                  <a:cubicBezTo>
                    <a:pt x="42" y="0"/>
                    <a:pt x="21" y="5"/>
                    <a:pt x="1" y="12"/>
                  </a:cubicBezTo>
                  <a:cubicBezTo>
                    <a:pt x="86" y="36"/>
                    <a:pt x="145" y="115"/>
                    <a:pt x="145" y="208"/>
                  </a:cubicBezTo>
                  <a:lnTo>
                    <a:pt x="145" y="612"/>
                  </a:lnTo>
                  <a:cubicBezTo>
                    <a:pt x="145" y="704"/>
                    <a:pt x="84" y="782"/>
                    <a:pt x="1" y="808"/>
                  </a:cubicBezTo>
                  <a:cubicBezTo>
                    <a:pt x="21" y="813"/>
                    <a:pt x="42" y="818"/>
                    <a:pt x="64" y="818"/>
                  </a:cubicBezTo>
                  <a:lnTo>
                    <a:pt x="224" y="818"/>
                  </a:lnTo>
                  <a:cubicBezTo>
                    <a:pt x="339" y="818"/>
                    <a:pt x="431" y="726"/>
                    <a:pt x="431" y="610"/>
                  </a:cubicBezTo>
                  <a:lnTo>
                    <a:pt x="431" y="206"/>
                  </a:lnTo>
                  <a:cubicBezTo>
                    <a:pt x="431" y="92"/>
                    <a:pt x="339" y="0"/>
                    <a:pt x="226"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058" name="Google Shape;5058;p28"/>
            <p:cNvSpPr/>
            <p:nvPr/>
          </p:nvSpPr>
          <p:spPr>
            <a:xfrm>
              <a:off x="5591044" y="2390413"/>
              <a:ext cx="94330" cy="99165"/>
            </a:xfrm>
            <a:custGeom>
              <a:rect b="b" l="l" r="r" t="t"/>
              <a:pathLst>
                <a:path extrusionOk="0" h="2793" w="2657">
                  <a:moveTo>
                    <a:pt x="1698" y="1"/>
                  </a:moveTo>
                  <a:cubicBezTo>
                    <a:pt x="1601" y="1"/>
                    <a:pt x="1507" y="45"/>
                    <a:pt x="1448" y="125"/>
                  </a:cubicBezTo>
                  <a:lnTo>
                    <a:pt x="839" y="917"/>
                  </a:lnTo>
                  <a:cubicBezTo>
                    <a:pt x="734" y="1057"/>
                    <a:pt x="760" y="1253"/>
                    <a:pt x="900" y="1359"/>
                  </a:cubicBezTo>
                  <a:cubicBezTo>
                    <a:pt x="957" y="1403"/>
                    <a:pt x="1024" y="1424"/>
                    <a:pt x="1090" y="1424"/>
                  </a:cubicBezTo>
                  <a:cubicBezTo>
                    <a:pt x="1184" y="1424"/>
                    <a:pt x="1278" y="1381"/>
                    <a:pt x="1340" y="1299"/>
                  </a:cubicBezTo>
                  <a:lnTo>
                    <a:pt x="1383" y="1243"/>
                  </a:lnTo>
                  <a:lnTo>
                    <a:pt x="1383" y="1851"/>
                  </a:lnTo>
                  <a:cubicBezTo>
                    <a:pt x="1383" y="2023"/>
                    <a:pt x="1242" y="2162"/>
                    <a:pt x="1073" y="2162"/>
                  </a:cubicBezTo>
                  <a:lnTo>
                    <a:pt x="314" y="2162"/>
                  </a:lnTo>
                  <a:cubicBezTo>
                    <a:pt x="140" y="2162"/>
                    <a:pt x="0" y="2303"/>
                    <a:pt x="0" y="2477"/>
                  </a:cubicBezTo>
                  <a:cubicBezTo>
                    <a:pt x="0" y="2652"/>
                    <a:pt x="140" y="2793"/>
                    <a:pt x="314" y="2793"/>
                  </a:cubicBezTo>
                  <a:lnTo>
                    <a:pt x="1073" y="2793"/>
                  </a:lnTo>
                  <a:cubicBezTo>
                    <a:pt x="1591" y="2793"/>
                    <a:pt x="2012" y="2369"/>
                    <a:pt x="2012" y="1851"/>
                  </a:cubicBezTo>
                  <a:lnTo>
                    <a:pt x="2012" y="1248"/>
                  </a:lnTo>
                  <a:lnTo>
                    <a:pt x="2052" y="1300"/>
                  </a:lnTo>
                  <a:cubicBezTo>
                    <a:pt x="2113" y="1382"/>
                    <a:pt x="2209" y="1425"/>
                    <a:pt x="2303" y="1425"/>
                  </a:cubicBezTo>
                  <a:cubicBezTo>
                    <a:pt x="2369" y="1425"/>
                    <a:pt x="2435" y="1404"/>
                    <a:pt x="2493" y="1361"/>
                  </a:cubicBezTo>
                  <a:cubicBezTo>
                    <a:pt x="2630" y="1256"/>
                    <a:pt x="2657" y="1059"/>
                    <a:pt x="2552" y="919"/>
                  </a:cubicBezTo>
                  <a:lnTo>
                    <a:pt x="1947" y="125"/>
                  </a:lnTo>
                  <a:cubicBezTo>
                    <a:pt x="1888" y="47"/>
                    <a:pt x="1796" y="1"/>
                    <a:pt x="1698" y="1"/>
                  </a:cubicBez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059" name="Google Shape;5059;p28"/>
            <p:cNvSpPr/>
            <p:nvPr/>
          </p:nvSpPr>
          <p:spPr>
            <a:xfrm>
              <a:off x="5616075" y="2434686"/>
              <a:ext cx="46437" cy="54891"/>
            </a:xfrm>
            <a:custGeom>
              <a:rect b="b" l="l" r="r" t="t"/>
              <a:pathLst>
                <a:path extrusionOk="0" h="1546" w="1308">
                  <a:moveTo>
                    <a:pt x="1247" y="0"/>
                  </a:moveTo>
                  <a:cubicBezTo>
                    <a:pt x="1077" y="0"/>
                    <a:pt x="940" y="137"/>
                    <a:pt x="940" y="305"/>
                  </a:cubicBezTo>
                  <a:lnTo>
                    <a:pt x="940" y="604"/>
                  </a:lnTo>
                  <a:cubicBezTo>
                    <a:pt x="940" y="1124"/>
                    <a:pt x="519" y="1546"/>
                    <a:pt x="1" y="1546"/>
                  </a:cubicBezTo>
                  <a:lnTo>
                    <a:pt x="368" y="1546"/>
                  </a:lnTo>
                  <a:cubicBezTo>
                    <a:pt x="887" y="1546"/>
                    <a:pt x="1307" y="1124"/>
                    <a:pt x="1307" y="604"/>
                  </a:cubicBezTo>
                  <a:lnTo>
                    <a:pt x="1307" y="1"/>
                  </a:lnTo>
                  <a:lnTo>
                    <a:pt x="1307" y="0"/>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060" name="Google Shape;5060;p28"/>
            <p:cNvSpPr/>
            <p:nvPr/>
          </p:nvSpPr>
          <p:spPr>
            <a:xfrm>
              <a:off x="5644797" y="2390413"/>
              <a:ext cx="40579" cy="50630"/>
            </a:xfrm>
            <a:custGeom>
              <a:rect b="b" l="l" r="r" t="t"/>
              <a:pathLst>
                <a:path extrusionOk="0" h="1426" w="1143">
                  <a:moveTo>
                    <a:pt x="183" y="1"/>
                  </a:moveTo>
                  <a:cubicBezTo>
                    <a:pt x="117" y="1"/>
                    <a:pt x="52" y="22"/>
                    <a:pt x="0" y="60"/>
                  </a:cubicBezTo>
                  <a:cubicBezTo>
                    <a:pt x="25" y="77"/>
                    <a:pt x="46" y="100"/>
                    <a:pt x="66" y="125"/>
                  </a:cubicBezTo>
                  <a:lnTo>
                    <a:pt x="671" y="919"/>
                  </a:lnTo>
                  <a:cubicBezTo>
                    <a:pt x="776" y="1059"/>
                    <a:pt x="749" y="1256"/>
                    <a:pt x="610" y="1361"/>
                  </a:cubicBezTo>
                  <a:cubicBezTo>
                    <a:pt x="608" y="1362"/>
                    <a:pt x="605" y="1364"/>
                    <a:pt x="603" y="1366"/>
                  </a:cubicBezTo>
                  <a:cubicBezTo>
                    <a:pt x="656" y="1405"/>
                    <a:pt x="721" y="1425"/>
                    <a:pt x="786" y="1425"/>
                  </a:cubicBezTo>
                  <a:cubicBezTo>
                    <a:pt x="854" y="1425"/>
                    <a:pt x="920" y="1404"/>
                    <a:pt x="977" y="1361"/>
                  </a:cubicBezTo>
                  <a:cubicBezTo>
                    <a:pt x="1116" y="1256"/>
                    <a:pt x="1143" y="1059"/>
                    <a:pt x="1038" y="919"/>
                  </a:cubicBezTo>
                  <a:lnTo>
                    <a:pt x="433" y="125"/>
                  </a:lnTo>
                  <a:cubicBezTo>
                    <a:pt x="374" y="47"/>
                    <a:pt x="282" y="1"/>
                    <a:pt x="183"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061" name="Google Shape;5061;p28"/>
            <p:cNvSpPr/>
            <p:nvPr/>
          </p:nvSpPr>
          <p:spPr>
            <a:xfrm>
              <a:off x="5417218" y="2182787"/>
              <a:ext cx="94401" cy="99165"/>
            </a:xfrm>
            <a:custGeom>
              <a:rect b="b" l="l" r="r" t="t"/>
              <a:pathLst>
                <a:path extrusionOk="0" h="2793" w="2659">
                  <a:moveTo>
                    <a:pt x="1587" y="1"/>
                  </a:moveTo>
                  <a:cubicBezTo>
                    <a:pt x="1069" y="1"/>
                    <a:pt x="646" y="424"/>
                    <a:pt x="646" y="942"/>
                  </a:cubicBezTo>
                  <a:lnTo>
                    <a:pt x="646" y="1545"/>
                  </a:lnTo>
                  <a:lnTo>
                    <a:pt x="605" y="1491"/>
                  </a:lnTo>
                  <a:cubicBezTo>
                    <a:pt x="545" y="1411"/>
                    <a:pt x="448" y="1368"/>
                    <a:pt x="356" y="1368"/>
                  </a:cubicBezTo>
                  <a:cubicBezTo>
                    <a:pt x="289" y="1368"/>
                    <a:pt x="222" y="1389"/>
                    <a:pt x="165" y="1432"/>
                  </a:cubicBezTo>
                  <a:cubicBezTo>
                    <a:pt x="28" y="1538"/>
                    <a:pt x="1" y="1735"/>
                    <a:pt x="106" y="1873"/>
                  </a:cubicBezTo>
                  <a:lnTo>
                    <a:pt x="710" y="2669"/>
                  </a:lnTo>
                  <a:cubicBezTo>
                    <a:pt x="769" y="2746"/>
                    <a:pt x="861" y="2792"/>
                    <a:pt x="961" y="2792"/>
                  </a:cubicBezTo>
                  <a:cubicBezTo>
                    <a:pt x="1057" y="2792"/>
                    <a:pt x="1151" y="2748"/>
                    <a:pt x="1210" y="2669"/>
                  </a:cubicBezTo>
                  <a:lnTo>
                    <a:pt x="1818" y="1874"/>
                  </a:lnTo>
                  <a:cubicBezTo>
                    <a:pt x="1923" y="1736"/>
                    <a:pt x="1897" y="1540"/>
                    <a:pt x="1759" y="1434"/>
                  </a:cubicBezTo>
                  <a:cubicBezTo>
                    <a:pt x="1702" y="1391"/>
                    <a:pt x="1635" y="1370"/>
                    <a:pt x="1568" y="1370"/>
                  </a:cubicBezTo>
                  <a:cubicBezTo>
                    <a:pt x="1474" y="1370"/>
                    <a:pt x="1380" y="1412"/>
                    <a:pt x="1318" y="1494"/>
                  </a:cubicBezTo>
                  <a:lnTo>
                    <a:pt x="1274" y="1549"/>
                  </a:lnTo>
                  <a:lnTo>
                    <a:pt x="1274" y="942"/>
                  </a:lnTo>
                  <a:cubicBezTo>
                    <a:pt x="1274" y="770"/>
                    <a:pt x="1415" y="631"/>
                    <a:pt x="1587" y="631"/>
                  </a:cubicBezTo>
                  <a:lnTo>
                    <a:pt x="2344" y="631"/>
                  </a:lnTo>
                  <a:cubicBezTo>
                    <a:pt x="2518" y="631"/>
                    <a:pt x="2659" y="490"/>
                    <a:pt x="2659" y="316"/>
                  </a:cubicBezTo>
                  <a:cubicBezTo>
                    <a:pt x="2659" y="142"/>
                    <a:pt x="2518" y="1"/>
                    <a:pt x="2344" y="1"/>
                  </a:cubicBez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062" name="Google Shape;5062;p28"/>
            <p:cNvSpPr/>
            <p:nvPr/>
          </p:nvSpPr>
          <p:spPr>
            <a:xfrm>
              <a:off x="5442249" y="2231534"/>
              <a:ext cx="43278" cy="50453"/>
            </a:xfrm>
            <a:custGeom>
              <a:rect b="b" l="l" r="r" t="t"/>
              <a:pathLst>
                <a:path extrusionOk="0" h="1421" w="1219">
                  <a:moveTo>
                    <a:pt x="863" y="0"/>
                  </a:moveTo>
                  <a:cubicBezTo>
                    <a:pt x="847" y="0"/>
                    <a:pt x="832" y="1"/>
                    <a:pt x="817" y="3"/>
                  </a:cubicBezTo>
                  <a:cubicBezTo>
                    <a:pt x="897" y="113"/>
                    <a:pt x="899" y="267"/>
                    <a:pt x="813" y="379"/>
                  </a:cubicBezTo>
                  <a:lnTo>
                    <a:pt x="205" y="1173"/>
                  </a:lnTo>
                  <a:cubicBezTo>
                    <a:pt x="155" y="1238"/>
                    <a:pt x="83" y="1280"/>
                    <a:pt x="1" y="1291"/>
                  </a:cubicBezTo>
                  <a:lnTo>
                    <a:pt x="5" y="1297"/>
                  </a:lnTo>
                  <a:cubicBezTo>
                    <a:pt x="64" y="1375"/>
                    <a:pt x="156" y="1421"/>
                    <a:pt x="256" y="1421"/>
                  </a:cubicBezTo>
                  <a:cubicBezTo>
                    <a:pt x="354" y="1421"/>
                    <a:pt x="446" y="1375"/>
                    <a:pt x="505" y="1297"/>
                  </a:cubicBezTo>
                  <a:lnTo>
                    <a:pt x="1113" y="504"/>
                  </a:lnTo>
                  <a:cubicBezTo>
                    <a:pt x="1218" y="366"/>
                    <a:pt x="1192" y="167"/>
                    <a:pt x="1054" y="65"/>
                  </a:cubicBezTo>
                  <a:cubicBezTo>
                    <a:pt x="997" y="21"/>
                    <a:pt x="929" y="0"/>
                    <a:pt x="863"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5063" name="Google Shape;5063;p28"/>
          <p:cNvGrpSpPr/>
          <p:nvPr/>
        </p:nvGrpSpPr>
        <p:grpSpPr>
          <a:xfrm>
            <a:off x="4731997" y="2187580"/>
            <a:ext cx="327483" cy="297239"/>
            <a:chOff x="4731997" y="2187580"/>
            <a:chExt cx="327483" cy="297239"/>
          </a:xfrm>
        </p:grpSpPr>
        <p:sp>
          <p:nvSpPr>
            <p:cNvPr id="5064" name="Google Shape;5064;p28"/>
            <p:cNvSpPr/>
            <p:nvPr/>
          </p:nvSpPr>
          <p:spPr>
            <a:xfrm>
              <a:off x="4747796" y="2295866"/>
              <a:ext cx="295878" cy="170708"/>
            </a:xfrm>
            <a:custGeom>
              <a:rect b="b" l="l" r="r" t="t"/>
              <a:pathLst>
                <a:path extrusionOk="0" h="4808" w="8334">
                  <a:moveTo>
                    <a:pt x="0" y="0"/>
                  </a:moveTo>
                  <a:lnTo>
                    <a:pt x="0" y="4808"/>
                  </a:lnTo>
                  <a:lnTo>
                    <a:pt x="8334" y="4808"/>
                  </a:lnTo>
                  <a:lnTo>
                    <a:pt x="8334" y="0"/>
                  </a:ln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065" name="Google Shape;5065;p28"/>
            <p:cNvSpPr/>
            <p:nvPr/>
          </p:nvSpPr>
          <p:spPr>
            <a:xfrm>
              <a:off x="4818094" y="2303109"/>
              <a:ext cx="13171" cy="158565"/>
            </a:xfrm>
            <a:custGeom>
              <a:rect b="b" l="l" r="r" t="t"/>
              <a:pathLst>
                <a:path extrusionOk="0" h="4466" w="371">
                  <a:moveTo>
                    <a:pt x="0" y="1"/>
                  </a:moveTo>
                  <a:lnTo>
                    <a:pt x="0" y="4466"/>
                  </a:lnTo>
                  <a:lnTo>
                    <a:pt x="370" y="4466"/>
                  </a:lnTo>
                  <a:lnTo>
                    <a:pt x="370" y="1"/>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066" name="Google Shape;5066;p28"/>
            <p:cNvSpPr/>
            <p:nvPr/>
          </p:nvSpPr>
          <p:spPr>
            <a:xfrm>
              <a:off x="5030477" y="2303109"/>
              <a:ext cx="13207" cy="158565"/>
            </a:xfrm>
            <a:custGeom>
              <a:rect b="b" l="l" r="r" t="t"/>
              <a:pathLst>
                <a:path extrusionOk="0" h="4466" w="372">
                  <a:moveTo>
                    <a:pt x="0" y="1"/>
                  </a:moveTo>
                  <a:lnTo>
                    <a:pt x="0" y="4466"/>
                  </a:lnTo>
                  <a:lnTo>
                    <a:pt x="372" y="4466"/>
                  </a:lnTo>
                  <a:lnTo>
                    <a:pt x="372" y="1"/>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067" name="Google Shape;5067;p28"/>
            <p:cNvSpPr/>
            <p:nvPr/>
          </p:nvSpPr>
          <p:spPr>
            <a:xfrm>
              <a:off x="4731997" y="2200148"/>
              <a:ext cx="327475" cy="106053"/>
            </a:xfrm>
            <a:custGeom>
              <a:rect b="b" l="l" r="r" t="t"/>
              <a:pathLst>
                <a:path extrusionOk="0" h="2987" w="9224">
                  <a:moveTo>
                    <a:pt x="1827" y="1"/>
                  </a:moveTo>
                  <a:cubicBezTo>
                    <a:pt x="1795" y="1"/>
                    <a:pt x="1769" y="17"/>
                    <a:pt x="1752" y="43"/>
                  </a:cubicBezTo>
                  <a:lnTo>
                    <a:pt x="34" y="2856"/>
                  </a:lnTo>
                  <a:cubicBezTo>
                    <a:pt x="1" y="2913"/>
                    <a:pt x="39" y="2987"/>
                    <a:pt x="108" y="2987"/>
                  </a:cubicBezTo>
                  <a:lnTo>
                    <a:pt x="9115" y="2987"/>
                  </a:lnTo>
                  <a:cubicBezTo>
                    <a:pt x="9182" y="2987"/>
                    <a:pt x="9223" y="2913"/>
                    <a:pt x="9189" y="2856"/>
                  </a:cubicBezTo>
                  <a:lnTo>
                    <a:pt x="7471" y="43"/>
                  </a:lnTo>
                  <a:cubicBezTo>
                    <a:pt x="7453" y="15"/>
                    <a:pt x="7426" y="1"/>
                    <a:pt x="7396" y="1"/>
                  </a:cubicBezTo>
                  <a:close/>
                </a:path>
              </a:pathLst>
            </a:custGeom>
            <a:solidFill>
              <a:schemeClr val="l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068" name="Google Shape;5068;p28"/>
            <p:cNvSpPr/>
            <p:nvPr/>
          </p:nvSpPr>
          <p:spPr>
            <a:xfrm>
              <a:off x="4978854" y="2200113"/>
              <a:ext cx="80626" cy="106053"/>
            </a:xfrm>
            <a:custGeom>
              <a:rect b="b" l="l" r="r" t="t"/>
              <a:pathLst>
                <a:path extrusionOk="0" h="2987" w="2271">
                  <a:moveTo>
                    <a:pt x="1" y="0"/>
                  </a:moveTo>
                  <a:cubicBezTo>
                    <a:pt x="33" y="0"/>
                    <a:pt x="59" y="16"/>
                    <a:pt x="76" y="42"/>
                  </a:cubicBezTo>
                  <a:lnTo>
                    <a:pt x="1793" y="2855"/>
                  </a:lnTo>
                  <a:cubicBezTo>
                    <a:pt x="1827" y="2913"/>
                    <a:pt x="1785" y="2986"/>
                    <a:pt x="1719" y="2986"/>
                  </a:cubicBezTo>
                  <a:lnTo>
                    <a:pt x="2160" y="2986"/>
                  </a:lnTo>
                  <a:cubicBezTo>
                    <a:pt x="2229" y="2986"/>
                    <a:pt x="2270" y="2913"/>
                    <a:pt x="2234" y="2855"/>
                  </a:cubicBezTo>
                  <a:lnTo>
                    <a:pt x="516" y="42"/>
                  </a:lnTo>
                  <a:cubicBezTo>
                    <a:pt x="500" y="16"/>
                    <a:pt x="473" y="0"/>
                    <a:pt x="443"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069" name="Google Shape;5069;p28"/>
            <p:cNvSpPr/>
            <p:nvPr/>
          </p:nvSpPr>
          <p:spPr>
            <a:xfrm>
              <a:off x="4779324" y="2216196"/>
              <a:ext cx="232719" cy="9870"/>
            </a:xfrm>
            <a:custGeom>
              <a:rect b="b" l="l" r="r" t="t"/>
              <a:pathLst>
                <a:path extrusionOk="0" h="278" w="6555">
                  <a:moveTo>
                    <a:pt x="170" y="1"/>
                  </a:moveTo>
                  <a:lnTo>
                    <a:pt x="0" y="277"/>
                  </a:lnTo>
                  <a:lnTo>
                    <a:pt x="6555" y="277"/>
                  </a:lnTo>
                  <a:lnTo>
                    <a:pt x="6387" y="1"/>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070" name="Google Shape;5070;p28"/>
            <p:cNvSpPr/>
            <p:nvPr/>
          </p:nvSpPr>
          <p:spPr>
            <a:xfrm>
              <a:off x="4766294" y="2237498"/>
              <a:ext cx="258849" cy="9906"/>
            </a:xfrm>
            <a:custGeom>
              <a:rect b="b" l="l" r="r" t="t"/>
              <a:pathLst>
                <a:path extrusionOk="0" h="279" w="7291">
                  <a:moveTo>
                    <a:pt x="169" y="1"/>
                  </a:moveTo>
                  <a:lnTo>
                    <a:pt x="0" y="279"/>
                  </a:lnTo>
                  <a:lnTo>
                    <a:pt x="7290" y="279"/>
                  </a:lnTo>
                  <a:lnTo>
                    <a:pt x="7122" y="1"/>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071" name="Google Shape;5071;p28"/>
            <p:cNvSpPr/>
            <p:nvPr/>
          </p:nvSpPr>
          <p:spPr>
            <a:xfrm>
              <a:off x="4753193" y="2258907"/>
              <a:ext cx="284979" cy="9906"/>
            </a:xfrm>
            <a:custGeom>
              <a:rect b="b" l="l" r="r" t="t"/>
              <a:pathLst>
                <a:path extrusionOk="0" h="279" w="8027">
                  <a:moveTo>
                    <a:pt x="169" y="1"/>
                  </a:moveTo>
                  <a:lnTo>
                    <a:pt x="1" y="279"/>
                  </a:lnTo>
                  <a:lnTo>
                    <a:pt x="8026" y="279"/>
                  </a:lnTo>
                  <a:lnTo>
                    <a:pt x="7858" y="1"/>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072" name="Google Shape;5072;p28"/>
            <p:cNvSpPr/>
            <p:nvPr/>
          </p:nvSpPr>
          <p:spPr>
            <a:xfrm>
              <a:off x="4740163" y="2280280"/>
              <a:ext cx="311073" cy="9835"/>
            </a:xfrm>
            <a:custGeom>
              <a:rect b="b" l="l" r="r" t="t"/>
              <a:pathLst>
                <a:path extrusionOk="0" h="277" w="8762">
                  <a:moveTo>
                    <a:pt x="169" y="0"/>
                  </a:moveTo>
                  <a:lnTo>
                    <a:pt x="1" y="277"/>
                  </a:lnTo>
                  <a:lnTo>
                    <a:pt x="8762" y="277"/>
                  </a:lnTo>
                  <a:lnTo>
                    <a:pt x="8592" y="0"/>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073" name="Google Shape;5073;p28"/>
            <p:cNvSpPr/>
            <p:nvPr/>
          </p:nvSpPr>
          <p:spPr>
            <a:xfrm>
              <a:off x="4984429" y="2332116"/>
              <a:ext cx="34473" cy="103568"/>
            </a:xfrm>
            <a:custGeom>
              <a:rect b="b" l="l" r="r" t="t"/>
              <a:pathLst>
                <a:path extrusionOk="0" h="2917" w="971">
                  <a:moveTo>
                    <a:pt x="484" y="1"/>
                  </a:moveTo>
                  <a:cubicBezTo>
                    <a:pt x="218" y="1"/>
                    <a:pt x="1" y="217"/>
                    <a:pt x="1" y="484"/>
                  </a:cubicBezTo>
                  <a:lnTo>
                    <a:pt x="1" y="2882"/>
                  </a:lnTo>
                  <a:cubicBezTo>
                    <a:pt x="1" y="2901"/>
                    <a:pt x="15" y="2916"/>
                    <a:pt x="35" y="2916"/>
                  </a:cubicBezTo>
                  <a:lnTo>
                    <a:pt x="935" y="2916"/>
                  </a:lnTo>
                  <a:cubicBezTo>
                    <a:pt x="955" y="2916"/>
                    <a:pt x="971" y="2901"/>
                    <a:pt x="969" y="2882"/>
                  </a:cubicBezTo>
                  <a:lnTo>
                    <a:pt x="969" y="484"/>
                  </a:lnTo>
                  <a:cubicBezTo>
                    <a:pt x="969" y="218"/>
                    <a:pt x="751" y="1"/>
                    <a:pt x="484" y="1"/>
                  </a:cubicBez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074" name="Google Shape;5074;p28"/>
            <p:cNvSpPr/>
            <p:nvPr/>
          </p:nvSpPr>
          <p:spPr>
            <a:xfrm>
              <a:off x="4995115" y="2332187"/>
              <a:ext cx="23787" cy="103533"/>
            </a:xfrm>
            <a:custGeom>
              <a:rect b="b" l="l" r="r" t="t"/>
              <a:pathLst>
                <a:path extrusionOk="0" h="2916" w="670">
                  <a:moveTo>
                    <a:pt x="185" y="0"/>
                  </a:moveTo>
                  <a:cubicBezTo>
                    <a:pt x="119" y="0"/>
                    <a:pt x="58" y="12"/>
                    <a:pt x="1" y="36"/>
                  </a:cubicBezTo>
                  <a:cubicBezTo>
                    <a:pt x="60" y="59"/>
                    <a:pt x="111" y="95"/>
                    <a:pt x="157" y="140"/>
                  </a:cubicBezTo>
                  <a:cubicBezTo>
                    <a:pt x="245" y="226"/>
                    <a:pt x="298" y="349"/>
                    <a:pt x="298" y="482"/>
                  </a:cubicBezTo>
                  <a:lnTo>
                    <a:pt x="298" y="2880"/>
                  </a:lnTo>
                  <a:cubicBezTo>
                    <a:pt x="298" y="2900"/>
                    <a:pt x="283" y="2916"/>
                    <a:pt x="262" y="2916"/>
                  </a:cubicBezTo>
                  <a:lnTo>
                    <a:pt x="634" y="2916"/>
                  </a:lnTo>
                  <a:cubicBezTo>
                    <a:pt x="654" y="2916"/>
                    <a:pt x="670" y="2900"/>
                    <a:pt x="670" y="2880"/>
                  </a:cubicBezTo>
                  <a:lnTo>
                    <a:pt x="670" y="482"/>
                  </a:lnTo>
                  <a:cubicBezTo>
                    <a:pt x="670" y="347"/>
                    <a:pt x="615" y="226"/>
                    <a:pt x="527" y="141"/>
                  </a:cubicBezTo>
                  <a:cubicBezTo>
                    <a:pt x="441" y="54"/>
                    <a:pt x="319" y="0"/>
                    <a:pt x="185"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075" name="Google Shape;5075;p28"/>
            <p:cNvSpPr/>
            <p:nvPr/>
          </p:nvSpPr>
          <p:spPr>
            <a:xfrm>
              <a:off x="4772294" y="2332116"/>
              <a:ext cx="34437" cy="103568"/>
            </a:xfrm>
            <a:custGeom>
              <a:rect b="b" l="l" r="r" t="t"/>
              <a:pathLst>
                <a:path extrusionOk="0" h="2917" w="970">
                  <a:moveTo>
                    <a:pt x="484" y="1"/>
                  </a:moveTo>
                  <a:cubicBezTo>
                    <a:pt x="218" y="1"/>
                    <a:pt x="1" y="217"/>
                    <a:pt x="1" y="484"/>
                  </a:cubicBezTo>
                  <a:lnTo>
                    <a:pt x="1" y="2882"/>
                  </a:lnTo>
                  <a:cubicBezTo>
                    <a:pt x="1" y="2901"/>
                    <a:pt x="14" y="2916"/>
                    <a:pt x="34" y="2916"/>
                  </a:cubicBezTo>
                  <a:lnTo>
                    <a:pt x="933" y="2916"/>
                  </a:lnTo>
                  <a:cubicBezTo>
                    <a:pt x="954" y="2916"/>
                    <a:pt x="969" y="2901"/>
                    <a:pt x="968" y="2882"/>
                  </a:cubicBezTo>
                  <a:lnTo>
                    <a:pt x="968" y="484"/>
                  </a:lnTo>
                  <a:cubicBezTo>
                    <a:pt x="968" y="218"/>
                    <a:pt x="751" y="1"/>
                    <a:pt x="484" y="1"/>
                  </a:cubicBez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076" name="Google Shape;5076;p28"/>
            <p:cNvSpPr/>
            <p:nvPr/>
          </p:nvSpPr>
          <p:spPr>
            <a:xfrm>
              <a:off x="4782945" y="2332116"/>
              <a:ext cx="23787" cy="103604"/>
            </a:xfrm>
            <a:custGeom>
              <a:rect b="b" l="l" r="r" t="t"/>
              <a:pathLst>
                <a:path extrusionOk="0" h="2918" w="670">
                  <a:moveTo>
                    <a:pt x="186" y="1"/>
                  </a:moveTo>
                  <a:cubicBezTo>
                    <a:pt x="120" y="1"/>
                    <a:pt x="58" y="12"/>
                    <a:pt x="0" y="37"/>
                  </a:cubicBezTo>
                  <a:cubicBezTo>
                    <a:pt x="58" y="61"/>
                    <a:pt x="113" y="97"/>
                    <a:pt x="157" y="142"/>
                  </a:cubicBezTo>
                  <a:cubicBezTo>
                    <a:pt x="245" y="228"/>
                    <a:pt x="300" y="351"/>
                    <a:pt x="300" y="484"/>
                  </a:cubicBezTo>
                  <a:lnTo>
                    <a:pt x="300" y="2882"/>
                  </a:lnTo>
                  <a:cubicBezTo>
                    <a:pt x="300" y="2902"/>
                    <a:pt x="284" y="2918"/>
                    <a:pt x="264" y="2918"/>
                  </a:cubicBezTo>
                  <a:lnTo>
                    <a:pt x="633" y="2918"/>
                  </a:lnTo>
                  <a:cubicBezTo>
                    <a:pt x="654" y="2918"/>
                    <a:pt x="669" y="2902"/>
                    <a:pt x="669" y="2882"/>
                  </a:cubicBezTo>
                  <a:lnTo>
                    <a:pt x="669" y="484"/>
                  </a:lnTo>
                  <a:cubicBezTo>
                    <a:pt x="669" y="349"/>
                    <a:pt x="616" y="228"/>
                    <a:pt x="528" y="142"/>
                  </a:cubicBezTo>
                  <a:cubicBezTo>
                    <a:pt x="442" y="54"/>
                    <a:pt x="320" y="1"/>
                    <a:pt x="186"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077" name="Google Shape;5077;p28"/>
            <p:cNvSpPr/>
            <p:nvPr/>
          </p:nvSpPr>
          <p:spPr>
            <a:xfrm>
              <a:off x="4831230" y="2212077"/>
              <a:ext cx="128910" cy="254571"/>
            </a:xfrm>
            <a:custGeom>
              <a:rect b="b" l="l" r="r" t="t"/>
              <a:pathLst>
                <a:path extrusionOk="0" h="7170" w="3631">
                  <a:moveTo>
                    <a:pt x="1816" y="0"/>
                  </a:moveTo>
                  <a:lnTo>
                    <a:pt x="0" y="1310"/>
                  </a:lnTo>
                  <a:lnTo>
                    <a:pt x="0" y="7169"/>
                  </a:lnTo>
                  <a:lnTo>
                    <a:pt x="3631" y="7169"/>
                  </a:lnTo>
                  <a:lnTo>
                    <a:pt x="3631" y="1310"/>
                  </a:lnTo>
                  <a:lnTo>
                    <a:pt x="1816" y="0"/>
                  </a:ln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078" name="Google Shape;5078;p28"/>
            <p:cNvSpPr/>
            <p:nvPr/>
          </p:nvSpPr>
          <p:spPr>
            <a:xfrm>
              <a:off x="4883776" y="2212077"/>
              <a:ext cx="76366" cy="249600"/>
            </a:xfrm>
            <a:custGeom>
              <a:rect b="b" l="l" r="r" t="t"/>
              <a:pathLst>
                <a:path extrusionOk="0" h="7030" w="2151">
                  <a:moveTo>
                    <a:pt x="336" y="0"/>
                  </a:moveTo>
                  <a:lnTo>
                    <a:pt x="1" y="241"/>
                  </a:lnTo>
                  <a:lnTo>
                    <a:pt x="1734" y="1508"/>
                  </a:lnTo>
                  <a:cubicBezTo>
                    <a:pt x="1762" y="1530"/>
                    <a:pt x="1780" y="1564"/>
                    <a:pt x="1780" y="1600"/>
                  </a:cubicBezTo>
                  <a:lnTo>
                    <a:pt x="1780" y="7030"/>
                  </a:lnTo>
                  <a:lnTo>
                    <a:pt x="2151" y="7030"/>
                  </a:lnTo>
                  <a:lnTo>
                    <a:pt x="2151" y="1310"/>
                  </a:lnTo>
                  <a:lnTo>
                    <a:pt x="336" y="0"/>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079" name="Google Shape;5079;p28"/>
            <p:cNvSpPr/>
            <p:nvPr/>
          </p:nvSpPr>
          <p:spPr>
            <a:xfrm>
              <a:off x="4797395" y="2187580"/>
              <a:ext cx="196542" cy="84040"/>
            </a:xfrm>
            <a:custGeom>
              <a:rect b="b" l="l" r="r" t="t"/>
              <a:pathLst>
                <a:path extrusionOk="0" h="2367" w="5536">
                  <a:moveTo>
                    <a:pt x="2768" y="0"/>
                  </a:moveTo>
                  <a:cubicBezTo>
                    <a:pt x="2727" y="0"/>
                    <a:pt x="2686" y="12"/>
                    <a:pt x="2651" y="37"/>
                  </a:cubicBezTo>
                  <a:lnTo>
                    <a:pt x="165" y="1808"/>
                  </a:lnTo>
                  <a:cubicBezTo>
                    <a:pt x="36" y="1902"/>
                    <a:pt x="1" y="2076"/>
                    <a:pt x="81" y="2213"/>
                  </a:cubicBezTo>
                  <a:cubicBezTo>
                    <a:pt x="139" y="2312"/>
                    <a:pt x="242" y="2365"/>
                    <a:pt x="348" y="2365"/>
                  </a:cubicBezTo>
                  <a:cubicBezTo>
                    <a:pt x="409" y="2365"/>
                    <a:pt x="471" y="2347"/>
                    <a:pt x="526" y="2309"/>
                  </a:cubicBezTo>
                  <a:lnTo>
                    <a:pt x="2766" y="706"/>
                  </a:lnTo>
                  <a:lnTo>
                    <a:pt x="5008" y="2309"/>
                  </a:lnTo>
                  <a:cubicBezTo>
                    <a:pt x="5062" y="2348"/>
                    <a:pt x="5124" y="2366"/>
                    <a:pt x="5186" y="2366"/>
                  </a:cubicBezTo>
                  <a:cubicBezTo>
                    <a:pt x="5291" y="2366"/>
                    <a:pt x="5395" y="2312"/>
                    <a:pt x="5453" y="2213"/>
                  </a:cubicBezTo>
                  <a:cubicBezTo>
                    <a:pt x="5535" y="2076"/>
                    <a:pt x="5499" y="1902"/>
                    <a:pt x="5371" y="1808"/>
                  </a:cubicBezTo>
                  <a:lnTo>
                    <a:pt x="2884" y="37"/>
                  </a:lnTo>
                  <a:cubicBezTo>
                    <a:pt x="2849" y="12"/>
                    <a:pt x="2808" y="0"/>
                    <a:pt x="2768" y="0"/>
                  </a:cubicBezTo>
                  <a:close/>
                </a:path>
              </a:pathLst>
            </a:custGeom>
            <a:solidFill>
              <a:schemeClr val="l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080" name="Google Shape;5080;p28"/>
            <p:cNvSpPr/>
            <p:nvPr/>
          </p:nvSpPr>
          <p:spPr>
            <a:xfrm>
              <a:off x="4884699" y="2187580"/>
              <a:ext cx="107963" cy="83969"/>
            </a:xfrm>
            <a:custGeom>
              <a:rect b="b" l="l" r="r" t="t"/>
              <a:pathLst>
                <a:path extrusionOk="0" h="2365" w="3041">
                  <a:moveTo>
                    <a:pt x="309" y="0"/>
                  </a:moveTo>
                  <a:cubicBezTo>
                    <a:pt x="268" y="0"/>
                    <a:pt x="227" y="12"/>
                    <a:pt x="192" y="37"/>
                  </a:cubicBezTo>
                  <a:lnTo>
                    <a:pt x="1" y="174"/>
                  </a:lnTo>
                  <a:cubicBezTo>
                    <a:pt x="32" y="176"/>
                    <a:pt x="63" y="189"/>
                    <a:pt x="90" y="210"/>
                  </a:cubicBezTo>
                  <a:lnTo>
                    <a:pt x="2578" y="1981"/>
                  </a:lnTo>
                  <a:cubicBezTo>
                    <a:pt x="2659" y="2040"/>
                    <a:pt x="2703" y="2134"/>
                    <a:pt x="2703" y="2230"/>
                  </a:cubicBezTo>
                  <a:cubicBezTo>
                    <a:pt x="2703" y="2275"/>
                    <a:pt x="2695" y="2318"/>
                    <a:pt x="2675" y="2359"/>
                  </a:cubicBezTo>
                  <a:cubicBezTo>
                    <a:pt x="2693" y="2363"/>
                    <a:pt x="2712" y="2365"/>
                    <a:pt x="2730" y="2365"/>
                  </a:cubicBezTo>
                  <a:cubicBezTo>
                    <a:pt x="2835" y="2365"/>
                    <a:pt x="2939" y="2310"/>
                    <a:pt x="2997" y="2211"/>
                  </a:cubicBezTo>
                  <a:cubicBezTo>
                    <a:pt x="3026" y="2162"/>
                    <a:pt x="3040" y="2109"/>
                    <a:pt x="3040" y="2054"/>
                  </a:cubicBezTo>
                  <a:cubicBezTo>
                    <a:pt x="3039" y="1961"/>
                    <a:pt x="2994" y="1867"/>
                    <a:pt x="2912" y="1808"/>
                  </a:cubicBezTo>
                  <a:lnTo>
                    <a:pt x="425" y="37"/>
                  </a:lnTo>
                  <a:cubicBezTo>
                    <a:pt x="390" y="12"/>
                    <a:pt x="349" y="0"/>
                    <a:pt x="309"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081" name="Google Shape;5081;p28"/>
            <p:cNvSpPr/>
            <p:nvPr/>
          </p:nvSpPr>
          <p:spPr>
            <a:xfrm>
              <a:off x="4859527" y="2277617"/>
              <a:ext cx="72319" cy="183951"/>
            </a:xfrm>
            <a:custGeom>
              <a:rect b="b" l="l" r="r" t="t"/>
              <a:pathLst>
                <a:path extrusionOk="0" h="5181" w="2037">
                  <a:moveTo>
                    <a:pt x="1019" y="0"/>
                  </a:moveTo>
                  <a:cubicBezTo>
                    <a:pt x="455" y="0"/>
                    <a:pt x="0" y="457"/>
                    <a:pt x="0" y="1019"/>
                  </a:cubicBezTo>
                  <a:lnTo>
                    <a:pt x="0" y="5181"/>
                  </a:lnTo>
                  <a:lnTo>
                    <a:pt x="2037" y="5181"/>
                  </a:lnTo>
                  <a:lnTo>
                    <a:pt x="2037" y="1019"/>
                  </a:lnTo>
                  <a:cubicBezTo>
                    <a:pt x="2037" y="457"/>
                    <a:pt x="1582" y="0"/>
                    <a:pt x="1019" y="0"/>
                  </a:cubicBezTo>
                  <a:close/>
                </a:path>
              </a:pathLst>
            </a:cu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082" name="Google Shape;5082;p28"/>
            <p:cNvSpPr/>
            <p:nvPr/>
          </p:nvSpPr>
          <p:spPr>
            <a:xfrm>
              <a:off x="4889101" y="2277724"/>
              <a:ext cx="42745" cy="183845"/>
            </a:xfrm>
            <a:custGeom>
              <a:rect b="b" l="l" r="r" t="t"/>
              <a:pathLst>
                <a:path extrusionOk="0" h="5178" w="1204">
                  <a:moveTo>
                    <a:pt x="185" y="0"/>
                  </a:moveTo>
                  <a:cubicBezTo>
                    <a:pt x="123" y="0"/>
                    <a:pt x="60" y="5"/>
                    <a:pt x="1" y="16"/>
                  </a:cubicBezTo>
                  <a:cubicBezTo>
                    <a:pt x="206" y="54"/>
                    <a:pt x="392" y="154"/>
                    <a:pt x="534" y="297"/>
                  </a:cubicBezTo>
                  <a:cubicBezTo>
                    <a:pt x="720" y="480"/>
                    <a:pt x="832" y="736"/>
                    <a:pt x="832" y="1016"/>
                  </a:cubicBezTo>
                  <a:lnTo>
                    <a:pt x="832" y="5178"/>
                  </a:lnTo>
                  <a:lnTo>
                    <a:pt x="1204" y="5178"/>
                  </a:lnTo>
                  <a:lnTo>
                    <a:pt x="1204" y="1016"/>
                  </a:lnTo>
                  <a:cubicBezTo>
                    <a:pt x="1204" y="736"/>
                    <a:pt x="1090" y="480"/>
                    <a:pt x="904" y="298"/>
                  </a:cubicBezTo>
                  <a:cubicBezTo>
                    <a:pt x="722" y="113"/>
                    <a:pt x="465" y="0"/>
                    <a:pt x="185"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083" name="Google Shape;5083;p28"/>
            <p:cNvSpPr/>
            <p:nvPr/>
          </p:nvSpPr>
          <p:spPr>
            <a:xfrm>
              <a:off x="4875042" y="2384022"/>
              <a:ext cx="9976" cy="23362"/>
            </a:xfrm>
            <a:custGeom>
              <a:rect b="b" l="l" r="r" t="t"/>
              <a:pathLst>
                <a:path extrusionOk="0" h="658" w="281">
                  <a:moveTo>
                    <a:pt x="140" y="1"/>
                  </a:moveTo>
                  <a:cubicBezTo>
                    <a:pt x="66" y="1"/>
                    <a:pt x="2" y="64"/>
                    <a:pt x="2" y="139"/>
                  </a:cubicBezTo>
                  <a:lnTo>
                    <a:pt x="1" y="518"/>
                  </a:lnTo>
                  <a:cubicBezTo>
                    <a:pt x="1" y="594"/>
                    <a:pt x="61" y="657"/>
                    <a:pt x="139" y="657"/>
                  </a:cubicBezTo>
                  <a:cubicBezTo>
                    <a:pt x="215" y="657"/>
                    <a:pt x="277" y="595"/>
                    <a:pt x="277" y="519"/>
                  </a:cubicBezTo>
                  <a:lnTo>
                    <a:pt x="280" y="141"/>
                  </a:lnTo>
                  <a:cubicBezTo>
                    <a:pt x="280" y="64"/>
                    <a:pt x="218" y="1"/>
                    <a:pt x="140"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084" name="Google Shape;5084;p28"/>
            <p:cNvSpPr/>
            <p:nvPr/>
          </p:nvSpPr>
          <p:spPr>
            <a:xfrm>
              <a:off x="4732210" y="2461634"/>
              <a:ext cx="327014" cy="23185"/>
            </a:xfrm>
            <a:custGeom>
              <a:rect b="b" l="l" r="r" t="t"/>
              <a:pathLst>
                <a:path extrusionOk="0" h="653" w="9211">
                  <a:moveTo>
                    <a:pt x="68" y="1"/>
                  </a:moveTo>
                  <a:cubicBezTo>
                    <a:pt x="31" y="1"/>
                    <a:pt x="0" y="31"/>
                    <a:pt x="0" y="68"/>
                  </a:cubicBezTo>
                  <a:lnTo>
                    <a:pt x="0" y="585"/>
                  </a:lnTo>
                  <a:cubicBezTo>
                    <a:pt x="0" y="622"/>
                    <a:pt x="31" y="653"/>
                    <a:pt x="68" y="653"/>
                  </a:cubicBezTo>
                  <a:lnTo>
                    <a:pt x="9141" y="653"/>
                  </a:lnTo>
                  <a:cubicBezTo>
                    <a:pt x="9178" y="653"/>
                    <a:pt x="9210" y="622"/>
                    <a:pt x="9209" y="585"/>
                  </a:cubicBezTo>
                  <a:lnTo>
                    <a:pt x="9209" y="68"/>
                  </a:lnTo>
                  <a:cubicBezTo>
                    <a:pt x="9209" y="31"/>
                    <a:pt x="9178" y="1"/>
                    <a:pt x="9141" y="1"/>
                  </a:cubicBezTo>
                  <a:close/>
                </a:path>
              </a:pathLst>
            </a:cu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085" name="Google Shape;5085;p28"/>
            <p:cNvSpPr/>
            <p:nvPr/>
          </p:nvSpPr>
          <p:spPr>
            <a:xfrm>
              <a:off x="5043613" y="2461527"/>
              <a:ext cx="15621" cy="23256"/>
            </a:xfrm>
            <a:custGeom>
              <a:rect b="b" l="l" r="r" t="t"/>
              <a:pathLst>
                <a:path extrusionOk="0" h="655" w="440">
                  <a:moveTo>
                    <a:pt x="0" y="1"/>
                  </a:moveTo>
                  <a:cubicBezTo>
                    <a:pt x="38" y="1"/>
                    <a:pt x="68" y="31"/>
                    <a:pt x="68" y="70"/>
                  </a:cubicBezTo>
                  <a:lnTo>
                    <a:pt x="68" y="587"/>
                  </a:lnTo>
                  <a:cubicBezTo>
                    <a:pt x="68" y="624"/>
                    <a:pt x="38" y="654"/>
                    <a:pt x="0" y="654"/>
                  </a:cubicBezTo>
                  <a:lnTo>
                    <a:pt x="370" y="654"/>
                  </a:lnTo>
                  <a:cubicBezTo>
                    <a:pt x="407" y="654"/>
                    <a:pt x="439" y="624"/>
                    <a:pt x="439" y="587"/>
                  </a:cubicBezTo>
                  <a:lnTo>
                    <a:pt x="439" y="70"/>
                  </a:lnTo>
                  <a:cubicBezTo>
                    <a:pt x="439" y="31"/>
                    <a:pt x="407" y="1"/>
                    <a:pt x="370"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5086" name="Google Shape;5086;p28"/>
          <p:cNvGrpSpPr/>
          <p:nvPr/>
        </p:nvGrpSpPr>
        <p:grpSpPr>
          <a:xfrm>
            <a:off x="4096162" y="2172668"/>
            <a:ext cx="304406" cy="327037"/>
            <a:chOff x="4096162" y="2172668"/>
            <a:chExt cx="304406" cy="327037"/>
          </a:xfrm>
        </p:grpSpPr>
        <p:sp>
          <p:nvSpPr>
            <p:cNvPr id="5087" name="Google Shape;5087;p28"/>
            <p:cNvSpPr/>
            <p:nvPr/>
          </p:nvSpPr>
          <p:spPr>
            <a:xfrm>
              <a:off x="4096162" y="2172668"/>
              <a:ext cx="247630" cy="327037"/>
            </a:xfrm>
            <a:custGeom>
              <a:rect b="b" l="l" r="r" t="t"/>
              <a:pathLst>
                <a:path extrusionOk="0" h="9211" w="6975">
                  <a:moveTo>
                    <a:pt x="100" y="1"/>
                  </a:moveTo>
                  <a:cubicBezTo>
                    <a:pt x="45" y="1"/>
                    <a:pt x="1" y="47"/>
                    <a:pt x="1" y="100"/>
                  </a:cubicBezTo>
                  <a:lnTo>
                    <a:pt x="1" y="9113"/>
                  </a:lnTo>
                  <a:cubicBezTo>
                    <a:pt x="1" y="9166"/>
                    <a:pt x="45" y="9210"/>
                    <a:pt x="100" y="9210"/>
                  </a:cubicBezTo>
                  <a:lnTo>
                    <a:pt x="6875" y="9210"/>
                  </a:lnTo>
                  <a:cubicBezTo>
                    <a:pt x="6930" y="9210"/>
                    <a:pt x="6974" y="9166"/>
                    <a:pt x="6974" y="9113"/>
                  </a:cubicBezTo>
                  <a:lnTo>
                    <a:pt x="6974" y="100"/>
                  </a:lnTo>
                  <a:cubicBezTo>
                    <a:pt x="6974" y="47"/>
                    <a:pt x="6930" y="1"/>
                    <a:pt x="6875" y="1"/>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088" name="Google Shape;5088;p28"/>
            <p:cNvSpPr/>
            <p:nvPr/>
          </p:nvSpPr>
          <p:spPr>
            <a:xfrm>
              <a:off x="4327007" y="2172668"/>
              <a:ext cx="16722" cy="327037"/>
            </a:xfrm>
            <a:custGeom>
              <a:rect b="b" l="l" r="r" t="t"/>
              <a:pathLst>
                <a:path extrusionOk="0" h="9211" w="471">
                  <a:moveTo>
                    <a:pt x="0" y="1"/>
                  </a:moveTo>
                  <a:cubicBezTo>
                    <a:pt x="55" y="1"/>
                    <a:pt x="100" y="47"/>
                    <a:pt x="100" y="100"/>
                  </a:cubicBezTo>
                  <a:lnTo>
                    <a:pt x="100" y="9113"/>
                  </a:lnTo>
                  <a:cubicBezTo>
                    <a:pt x="100" y="9166"/>
                    <a:pt x="55" y="9210"/>
                    <a:pt x="0" y="9210"/>
                  </a:cubicBezTo>
                  <a:lnTo>
                    <a:pt x="372" y="9210"/>
                  </a:lnTo>
                  <a:cubicBezTo>
                    <a:pt x="426" y="9210"/>
                    <a:pt x="471" y="9166"/>
                    <a:pt x="471" y="9113"/>
                  </a:cubicBezTo>
                  <a:lnTo>
                    <a:pt x="471" y="100"/>
                  </a:lnTo>
                  <a:cubicBezTo>
                    <a:pt x="471" y="45"/>
                    <a:pt x="428" y="1"/>
                    <a:pt x="372" y="1"/>
                  </a:cubicBezTo>
                  <a:close/>
                </a:path>
              </a:pathLst>
            </a:custGeom>
            <a:solidFill>
              <a:srgbClr val="E8EDF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089" name="Google Shape;5089;p28"/>
            <p:cNvSpPr/>
            <p:nvPr/>
          </p:nvSpPr>
          <p:spPr>
            <a:xfrm>
              <a:off x="4129748" y="2203415"/>
              <a:ext cx="31029" cy="40050"/>
            </a:xfrm>
            <a:custGeom>
              <a:rect b="b" l="l" r="r" t="t"/>
              <a:pathLst>
                <a:path extrusionOk="0" h="1128" w="874">
                  <a:moveTo>
                    <a:pt x="734" y="1"/>
                  </a:moveTo>
                  <a:cubicBezTo>
                    <a:pt x="658" y="1"/>
                    <a:pt x="596" y="64"/>
                    <a:pt x="596" y="139"/>
                  </a:cubicBezTo>
                  <a:lnTo>
                    <a:pt x="596" y="556"/>
                  </a:lnTo>
                  <a:lnTo>
                    <a:pt x="255" y="61"/>
                  </a:lnTo>
                  <a:cubicBezTo>
                    <a:pt x="229" y="23"/>
                    <a:pt x="186" y="2"/>
                    <a:pt x="141" y="2"/>
                  </a:cubicBezTo>
                  <a:cubicBezTo>
                    <a:pt x="127" y="2"/>
                    <a:pt x="112" y="4"/>
                    <a:pt x="98" y="8"/>
                  </a:cubicBezTo>
                  <a:cubicBezTo>
                    <a:pt x="41" y="25"/>
                    <a:pt x="0" y="80"/>
                    <a:pt x="0" y="141"/>
                  </a:cubicBezTo>
                  <a:lnTo>
                    <a:pt x="0" y="990"/>
                  </a:lnTo>
                  <a:cubicBezTo>
                    <a:pt x="0" y="1067"/>
                    <a:pt x="64" y="1128"/>
                    <a:pt x="140" y="1128"/>
                  </a:cubicBezTo>
                  <a:cubicBezTo>
                    <a:pt x="215" y="1128"/>
                    <a:pt x="278" y="1066"/>
                    <a:pt x="278" y="990"/>
                  </a:cubicBezTo>
                  <a:lnTo>
                    <a:pt x="278" y="587"/>
                  </a:lnTo>
                  <a:lnTo>
                    <a:pt x="597" y="1051"/>
                  </a:lnTo>
                  <a:cubicBezTo>
                    <a:pt x="628" y="1095"/>
                    <a:pt x="674" y="1119"/>
                    <a:pt x="722" y="1119"/>
                  </a:cubicBezTo>
                  <a:cubicBezTo>
                    <a:pt x="737" y="1119"/>
                    <a:pt x="752" y="1117"/>
                    <a:pt x="767" y="1112"/>
                  </a:cubicBezTo>
                  <a:cubicBezTo>
                    <a:pt x="832" y="1092"/>
                    <a:pt x="874" y="1033"/>
                    <a:pt x="874" y="961"/>
                  </a:cubicBezTo>
                  <a:lnTo>
                    <a:pt x="874" y="139"/>
                  </a:lnTo>
                  <a:cubicBezTo>
                    <a:pt x="874" y="61"/>
                    <a:pt x="810" y="1"/>
                    <a:pt x="734"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090" name="Google Shape;5090;p28"/>
            <p:cNvSpPr/>
            <p:nvPr/>
          </p:nvSpPr>
          <p:spPr>
            <a:xfrm>
              <a:off x="4112352" y="2203415"/>
              <a:ext cx="9905" cy="40014"/>
            </a:xfrm>
            <a:custGeom>
              <a:rect b="b" l="l" r="r" t="t"/>
              <a:pathLst>
                <a:path extrusionOk="0" h="1127" w="279">
                  <a:moveTo>
                    <a:pt x="141" y="1"/>
                  </a:moveTo>
                  <a:cubicBezTo>
                    <a:pt x="63" y="1"/>
                    <a:pt x="1" y="64"/>
                    <a:pt x="1" y="139"/>
                  </a:cubicBezTo>
                  <a:lnTo>
                    <a:pt x="1" y="988"/>
                  </a:lnTo>
                  <a:cubicBezTo>
                    <a:pt x="1" y="1066"/>
                    <a:pt x="64" y="1126"/>
                    <a:pt x="141" y="1126"/>
                  </a:cubicBezTo>
                  <a:cubicBezTo>
                    <a:pt x="215" y="1126"/>
                    <a:pt x="279" y="1063"/>
                    <a:pt x="279" y="988"/>
                  </a:cubicBezTo>
                  <a:lnTo>
                    <a:pt x="279" y="139"/>
                  </a:lnTo>
                  <a:cubicBezTo>
                    <a:pt x="279" y="61"/>
                    <a:pt x="215" y="1"/>
                    <a:pt x="141"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091" name="Google Shape;5091;p28"/>
            <p:cNvSpPr/>
            <p:nvPr/>
          </p:nvSpPr>
          <p:spPr>
            <a:xfrm>
              <a:off x="4248473" y="2203415"/>
              <a:ext cx="9905" cy="40014"/>
            </a:xfrm>
            <a:custGeom>
              <a:rect b="b" l="l" r="r" t="t"/>
              <a:pathLst>
                <a:path extrusionOk="0" h="1127" w="279">
                  <a:moveTo>
                    <a:pt x="139" y="1"/>
                  </a:moveTo>
                  <a:cubicBezTo>
                    <a:pt x="62" y="1"/>
                    <a:pt x="1" y="64"/>
                    <a:pt x="1" y="139"/>
                  </a:cubicBezTo>
                  <a:lnTo>
                    <a:pt x="1" y="988"/>
                  </a:lnTo>
                  <a:cubicBezTo>
                    <a:pt x="1" y="1066"/>
                    <a:pt x="64" y="1126"/>
                    <a:pt x="139" y="1126"/>
                  </a:cubicBezTo>
                  <a:cubicBezTo>
                    <a:pt x="216" y="1126"/>
                    <a:pt x="278" y="1063"/>
                    <a:pt x="278" y="988"/>
                  </a:cubicBezTo>
                  <a:lnTo>
                    <a:pt x="278" y="139"/>
                  </a:lnTo>
                  <a:cubicBezTo>
                    <a:pt x="278" y="61"/>
                    <a:pt x="216" y="1"/>
                    <a:pt x="139"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092" name="Google Shape;5092;p28"/>
            <p:cNvSpPr/>
            <p:nvPr/>
          </p:nvSpPr>
          <p:spPr>
            <a:xfrm>
              <a:off x="4305101" y="2203699"/>
              <a:ext cx="22402" cy="39730"/>
            </a:xfrm>
            <a:custGeom>
              <a:rect b="b" l="l" r="r" t="t"/>
              <a:pathLst>
                <a:path extrusionOk="0" h="1119" w="631">
                  <a:moveTo>
                    <a:pt x="138" y="0"/>
                  </a:moveTo>
                  <a:cubicBezTo>
                    <a:pt x="60" y="0"/>
                    <a:pt x="0" y="63"/>
                    <a:pt x="0" y="138"/>
                  </a:cubicBezTo>
                  <a:lnTo>
                    <a:pt x="0" y="980"/>
                  </a:lnTo>
                  <a:cubicBezTo>
                    <a:pt x="0" y="1058"/>
                    <a:pt x="62" y="1118"/>
                    <a:pt x="138" y="1118"/>
                  </a:cubicBezTo>
                  <a:lnTo>
                    <a:pt x="492" y="1118"/>
                  </a:lnTo>
                  <a:cubicBezTo>
                    <a:pt x="570" y="1118"/>
                    <a:pt x="630" y="1056"/>
                    <a:pt x="630" y="980"/>
                  </a:cubicBezTo>
                  <a:cubicBezTo>
                    <a:pt x="630" y="905"/>
                    <a:pt x="570" y="842"/>
                    <a:pt x="492" y="842"/>
                  </a:cubicBezTo>
                  <a:lnTo>
                    <a:pt x="276" y="842"/>
                  </a:lnTo>
                  <a:lnTo>
                    <a:pt x="276" y="698"/>
                  </a:lnTo>
                  <a:lnTo>
                    <a:pt x="465" y="698"/>
                  </a:lnTo>
                  <a:cubicBezTo>
                    <a:pt x="543" y="698"/>
                    <a:pt x="604" y="635"/>
                    <a:pt x="604" y="560"/>
                  </a:cubicBezTo>
                  <a:cubicBezTo>
                    <a:pt x="604" y="482"/>
                    <a:pt x="541" y="420"/>
                    <a:pt x="465" y="420"/>
                  </a:cubicBezTo>
                  <a:lnTo>
                    <a:pt x="276" y="420"/>
                  </a:lnTo>
                  <a:lnTo>
                    <a:pt x="276" y="276"/>
                  </a:lnTo>
                  <a:lnTo>
                    <a:pt x="492" y="276"/>
                  </a:lnTo>
                  <a:cubicBezTo>
                    <a:pt x="570" y="276"/>
                    <a:pt x="630" y="215"/>
                    <a:pt x="630" y="138"/>
                  </a:cubicBezTo>
                  <a:cubicBezTo>
                    <a:pt x="630" y="63"/>
                    <a:pt x="568" y="0"/>
                    <a:pt x="492"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093" name="Google Shape;5093;p28"/>
            <p:cNvSpPr/>
            <p:nvPr/>
          </p:nvSpPr>
          <p:spPr>
            <a:xfrm>
              <a:off x="4264520" y="2203379"/>
              <a:ext cx="35041" cy="39979"/>
            </a:xfrm>
            <a:custGeom>
              <a:rect b="b" l="l" r="r" t="t"/>
              <a:pathLst>
                <a:path extrusionOk="0" h="1126" w="987">
                  <a:moveTo>
                    <a:pt x="563" y="1"/>
                  </a:moveTo>
                  <a:cubicBezTo>
                    <a:pt x="252" y="1"/>
                    <a:pt x="0" y="254"/>
                    <a:pt x="0" y="563"/>
                  </a:cubicBezTo>
                  <a:cubicBezTo>
                    <a:pt x="0" y="874"/>
                    <a:pt x="254" y="1126"/>
                    <a:pt x="563" y="1126"/>
                  </a:cubicBezTo>
                  <a:cubicBezTo>
                    <a:pt x="688" y="1126"/>
                    <a:pt x="801" y="1084"/>
                    <a:pt x="888" y="1008"/>
                  </a:cubicBezTo>
                  <a:cubicBezTo>
                    <a:pt x="907" y="991"/>
                    <a:pt x="923" y="975"/>
                    <a:pt x="937" y="958"/>
                  </a:cubicBezTo>
                  <a:cubicBezTo>
                    <a:pt x="986" y="901"/>
                    <a:pt x="979" y="814"/>
                    <a:pt x="920" y="763"/>
                  </a:cubicBezTo>
                  <a:cubicBezTo>
                    <a:pt x="893" y="742"/>
                    <a:pt x="861" y="731"/>
                    <a:pt x="830" y="731"/>
                  </a:cubicBezTo>
                  <a:cubicBezTo>
                    <a:pt x="790" y="731"/>
                    <a:pt x="751" y="748"/>
                    <a:pt x="723" y="781"/>
                  </a:cubicBezTo>
                  <a:cubicBezTo>
                    <a:pt x="716" y="788"/>
                    <a:pt x="711" y="795"/>
                    <a:pt x="704" y="802"/>
                  </a:cubicBezTo>
                  <a:cubicBezTo>
                    <a:pt x="668" y="835"/>
                    <a:pt x="619" y="851"/>
                    <a:pt x="563" y="851"/>
                  </a:cubicBezTo>
                  <a:cubicBezTo>
                    <a:pt x="405" y="851"/>
                    <a:pt x="277" y="723"/>
                    <a:pt x="277" y="565"/>
                  </a:cubicBezTo>
                  <a:cubicBezTo>
                    <a:pt x="277" y="406"/>
                    <a:pt x="405" y="278"/>
                    <a:pt x="563" y="278"/>
                  </a:cubicBezTo>
                  <a:cubicBezTo>
                    <a:pt x="621" y="278"/>
                    <a:pt x="677" y="296"/>
                    <a:pt x="723" y="327"/>
                  </a:cubicBezTo>
                  <a:cubicBezTo>
                    <a:pt x="747" y="344"/>
                    <a:pt x="774" y="351"/>
                    <a:pt x="801" y="351"/>
                  </a:cubicBezTo>
                  <a:cubicBezTo>
                    <a:pt x="845" y="351"/>
                    <a:pt x="889" y="330"/>
                    <a:pt x="916" y="290"/>
                  </a:cubicBezTo>
                  <a:cubicBezTo>
                    <a:pt x="959" y="226"/>
                    <a:pt x="943" y="140"/>
                    <a:pt x="878" y="97"/>
                  </a:cubicBezTo>
                  <a:cubicBezTo>
                    <a:pt x="785" y="34"/>
                    <a:pt x="674" y="1"/>
                    <a:pt x="563"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094" name="Google Shape;5094;p28"/>
            <p:cNvSpPr/>
            <p:nvPr/>
          </p:nvSpPr>
          <p:spPr>
            <a:xfrm>
              <a:off x="4167666" y="2203308"/>
              <a:ext cx="32556" cy="40050"/>
            </a:xfrm>
            <a:custGeom>
              <a:rect b="b" l="l" r="r" t="t"/>
              <a:pathLst>
                <a:path extrusionOk="0" h="1128" w="917">
                  <a:moveTo>
                    <a:pt x="155" y="1"/>
                  </a:moveTo>
                  <a:cubicBezTo>
                    <a:pt x="140" y="1"/>
                    <a:pt x="125" y="3"/>
                    <a:pt x="111" y="8"/>
                  </a:cubicBezTo>
                  <a:cubicBezTo>
                    <a:pt x="39" y="34"/>
                    <a:pt x="0" y="113"/>
                    <a:pt x="24" y="185"/>
                  </a:cubicBezTo>
                  <a:lnTo>
                    <a:pt x="315" y="1024"/>
                  </a:lnTo>
                  <a:cubicBezTo>
                    <a:pt x="337" y="1086"/>
                    <a:pt x="399" y="1128"/>
                    <a:pt x="465" y="1128"/>
                  </a:cubicBezTo>
                  <a:lnTo>
                    <a:pt x="468" y="1128"/>
                  </a:lnTo>
                  <a:cubicBezTo>
                    <a:pt x="534" y="1128"/>
                    <a:pt x="594" y="1085"/>
                    <a:pt x="616" y="1020"/>
                  </a:cubicBezTo>
                  <a:lnTo>
                    <a:pt x="894" y="185"/>
                  </a:lnTo>
                  <a:cubicBezTo>
                    <a:pt x="917" y="115"/>
                    <a:pt x="878" y="36"/>
                    <a:pt x="803" y="11"/>
                  </a:cubicBezTo>
                  <a:cubicBezTo>
                    <a:pt x="788" y="6"/>
                    <a:pt x="774" y="4"/>
                    <a:pt x="759" y="4"/>
                  </a:cubicBezTo>
                  <a:cubicBezTo>
                    <a:pt x="701" y="4"/>
                    <a:pt x="647" y="40"/>
                    <a:pt x="627" y="99"/>
                  </a:cubicBezTo>
                  <a:lnTo>
                    <a:pt x="462" y="598"/>
                  </a:lnTo>
                  <a:lnTo>
                    <a:pt x="288" y="95"/>
                  </a:lnTo>
                  <a:cubicBezTo>
                    <a:pt x="267" y="37"/>
                    <a:pt x="213" y="1"/>
                    <a:pt x="155"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095" name="Google Shape;5095;p28"/>
            <p:cNvSpPr/>
            <p:nvPr/>
          </p:nvSpPr>
          <p:spPr>
            <a:xfrm>
              <a:off x="4202282" y="2203415"/>
              <a:ext cx="40082" cy="40014"/>
            </a:xfrm>
            <a:custGeom>
              <a:rect b="b" l="l" r="r" t="t"/>
              <a:pathLst>
                <a:path extrusionOk="0" h="1127" w="1129">
                  <a:moveTo>
                    <a:pt x="565" y="277"/>
                  </a:moveTo>
                  <a:cubicBezTo>
                    <a:pt x="723" y="277"/>
                    <a:pt x="850" y="405"/>
                    <a:pt x="850" y="564"/>
                  </a:cubicBezTo>
                  <a:cubicBezTo>
                    <a:pt x="850" y="722"/>
                    <a:pt x="723" y="850"/>
                    <a:pt x="565" y="850"/>
                  </a:cubicBezTo>
                  <a:cubicBezTo>
                    <a:pt x="406" y="850"/>
                    <a:pt x="278" y="722"/>
                    <a:pt x="278" y="564"/>
                  </a:cubicBezTo>
                  <a:cubicBezTo>
                    <a:pt x="278" y="405"/>
                    <a:pt x="406" y="277"/>
                    <a:pt x="565" y="277"/>
                  </a:cubicBezTo>
                  <a:close/>
                  <a:moveTo>
                    <a:pt x="565" y="1"/>
                  </a:moveTo>
                  <a:cubicBezTo>
                    <a:pt x="253" y="1"/>
                    <a:pt x="1" y="254"/>
                    <a:pt x="1" y="564"/>
                  </a:cubicBezTo>
                  <a:cubicBezTo>
                    <a:pt x="1" y="874"/>
                    <a:pt x="255" y="1126"/>
                    <a:pt x="565" y="1126"/>
                  </a:cubicBezTo>
                  <a:cubicBezTo>
                    <a:pt x="874" y="1126"/>
                    <a:pt x="1127" y="873"/>
                    <a:pt x="1127" y="564"/>
                  </a:cubicBezTo>
                  <a:cubicBezTo>
                    <a:pt x="1129" y="253"/>
                    <a:pt x="876" y="1"/>
                    <a:pt x="565"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096" name="Google Shape;5096;p28"/>
            <p:cNvSpPr/>
            <p:nvPr/>
          </p:nvSpPr>
          <p:spPr>
            <a:xfrm>
              <a:off x="4117074" y="2264907"/>
              <a:ext cx="205772" cy="30996"/>
            </a:xfrm>
            <a:custGeom>
              <a:rect b="b" l="l" r="r" t="t"/>
              <a:pathLst>
                <a:path extrusionOk="0" h="873" w="5796">
                  <a:moveTo>
                    <a:pt x="159" y="0"/>
                  </a:moveTo>
                  <a:cubicBezTo>
                    <a:pt x="69" y="0"/>
                    <a:pt x="0" y="71"/>
                    <a:pt x="0" y="158"/>
                  </a:cubicBezTo>
                  <a:lnTo>
                    <a:pt x="0" y="872"/>
                  </a:lnTo>
                  <a:lnTo>
                    <a:pt x="5795" y="872"/>
                  </a:lnTo>
                  <a:lnTo>
                    <a:pt x="5795" y="158"/>
                  </a:lnTo>
                  <a:cubicBezTo>
                    <a:pt x="5795" y="71"/>
                    <a:pt x="5725" y="0"/>
                    <a:pt x="5637" y="0"/>
                  </a:cubicBez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097" name="Google Shape;5097;p28"/>
            <p:cNvSpPr/>
            <p:nvPr/>
          </p:nvSpPr>
          <p:spPr>
            <a:xfrm>
              <a:off x="4303645" y="2264836"/>
              <a:ext cx="19207" cy="30960"/>
            </a:xfrm>
            <a:custGeom>
              <a:rect b="b" l="l" r="r" t="t"/>
              <a:pathLst>
                <a:path extrusionOk="0" h="872" w="541">
                  <a:moveTo>
                    <a:pt x="1" y="1"/>
                  </a:moveTo>
                  <a:cubicBezTo>
                    <a:pt x="88" y="1"/>
                    <a:pt x="159" y="71"/>
                    <a:pt x="159" y="159"/>
                  </a:cubicBezTo>
                  <a:lnTo>
                    <a:pt x="159" y="871"/>
                  </a:lnTo>
                  <a:lnTo>
                    <a:pt x="540" y="871"/>
                  </a:lnTo>
                  <a:lnTo>
                    <a:pt x="540" y="159"/>
                  </a:lnTo>
                  <a:cubicBezTo>
                    <a:pt x="540" y="73"/>
                    <a:pt x="468" y="1"/>
                    <a:pt x="382"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098" name="Google Shape;5098;p28"/>
            <p:cNvSpPr/>
            <p:nvPr/>
          </p:nvSpPr>
          <p:spPr>
            <a:xfrm>
              <a:off x="4117074" y="2295866"/>
              <a:ext cx="205772" cy="144399"/>
            </a:xfrm>
            <a:custGeom>
              <a:rect b="b" l="l" r="r" t="t"/>
              <a:pathLst>
                <a:path extrusionOk="0" h="4067" w="5796">
                  <a:moveTo>
                    <a:pt x="0" y="0"/>
                  </a:moveTo>
                  <a:lnTo>
                    <a:pt x="0" y="3909"/>
                  </a:lnTo>
                  <a:cubicBezTo>
                    <a:pt x="0" y="3996"/>
                    <a:pt x="69" y="4067"/>
                    <a:pt x="159" y="4067"/>
                  </a:cubicBezTo>
                  <a:lnTo>
                    <a:pt x="5637" y="4067"/>
                  </a:lnTo>
                  <a:cubicBezTo>
                    <a:pt x="5725" y="4067"/>
                    <a:pt x="5795" y="3996"/>
                    <a:pt x="5795" y="3909"/>
                  </a:cubicBezTo>
                  <a:lnTo>
                    <a:pt x="5795" y="0"/>
                  </a:lnTo>
                  <a:close/>
                </a:path>
              </a:pathLst>
            </a:cu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099" name="Google Shape;5099;p28"/>
            <p:cNvSpPr/>
            <p:nvPr/>
          </p:nvSpPr>
          <p:spPr>
            <a:xfrm>
              <a:off x="4303645" y="2295866"/>
              <a:ext cx="19207" cy="144399"/>
            </a:xfrm>
            <a:custGeom>
              <a:rect b="b" l="l" r="r" t="t"/>
              <a:pathLst>
                <a:path extrusionOk="0" h="4067" w="541">
                  <a:moveTo>
                    <a:pt x="159" y="0"/>
                  </a:moveTo>
                  <a:lnTo>
                    <a:pt x="159" y="3909"/>
                  </a:lnTo>
                  <a:cubicBezTo>
                    <a:pt x="159" y="3996"/>
                    <a:pt x="88" y="4067"/>
                    <a:pt x="1" y="4067"/>
                  </a:cubicBezTo>
                  <a:lnTo>
                    <a:pt x="382" y="4067"/>
                  </a:lnTo>
                  <a:cubicBezTo>
                    <a:pt x="470" y="4067"/>
                    <a:pt x="540" y="3996"/>
                    <a:pt x="540" y="3909"/>
                  </a:cubicBezTo>
                  <a:lnTo>
                    <a:pt x="540" y="0"/>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100" name="Google Shape;5100;p28"/>
            <p:cNvSpPr/>
            <p:nvPr/>
          </p:nvSpPr>
          <p:spPr>
            <a:xfrm>
              <a:off x="4153181" y="2264836"/>
              <a:ext cx="9905" cy="175395"/>
            </a:xfrm>
            <a:custGeom>
              <a:rect b="b" l="l" r="r" t="t"/>
              <a:pathLst>
                <a:path extrusionOk="0" h="4940" w="279">
                  <a:moveTo>
                    <a:pt x="1" y="1"/>
                  </a:moveTo>
                  <a:lnTo>
                    <a:pt x="1" y="4939"/>
                  </a:lnTo>
                  <a:lnTo>
                    <a:pt x="278" y="4939"/>
                  </a:lnTo>
                  <a:lnTo>
                    <a:pt x="278" y="1"/>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101" name="Google Shape;5101;p28"/>
            <p:cNvSpPr/>
            <p:nvPr/>
          </p:nvSpPr>
          <p:spPr>
            <a:xfrm>
              <a:off x="4286994" y="2386082"/>
              <a:ext cx="113572" cy="113580"/>
            </a:xfrm>
            <a:custGeom>
              <a:rect b="b" l="l" r="r" t="t"/>
              <a:pathLst>
                <a:path extrusionOk="0" h="3199" w="3199">
                  <a:moveTo>
                    <a:pt x="1599" y="1"/>
                  </a:moveTo>
                  <a:cubicBezTo>
                    <a:pt x="716" y="1"/>
                    <a:pt x="1" y="716"/>
                    <a:pt x="1" y="1599"/>
                  </a:cubicBezTo>
                  <a:cubicBezTo>
                    <a:pt x="1" y="2483"/>
                    <a:pt x="716" y="3198"/>
                    <a:pt x="1599" y="3198"/>
                  </a:cubicBezTo>
                  <a:cubicBezTo>
                    <a:pt x="2483" y="3198"/>
                    <a:pt x="3198" y="2483"/>
                    <a:pt x="3198" y="1599"/>
                  </a:cubicBezTo>
                  <a:cubicBezTo>
                    <a:pt x="3198" y="716"/>
                    <a:pt x="2483" y="1"/>
                    <a:pt x="1599" y="1"/>
                  </a:cubicBezTo>
                  <a:close/>
                </a:path>
              </a:pathLst>
            </a:cu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102" name="Google Shape;5102;p28"/>
            <p:cNvSpPr/>
            <p:nvPr/>
          </p:nvSpPr>
          <p:spPr>
            <a:xfrm>
              <a:off x="4309433" y="2400070"/>
              <a:ext cx="68626" cy="85532"/>
            </a:xfrm>
            <a:custGeom>
              <a:rect b="b" l="l" r="r" t="t"/>
              <a:pathLst>
                <a:path extrusionOk="0" h="2409" w="1933">
                  <a:moveTo>
                    <a:pt x="966" y="1"/>
                  </a:moveTo>
                  <a:cubicBezTo>
                    <a:pt x="816" y="1"/>
                    <a:pt x="695" y="120"/>
                    <a:pt x="695" y="270"/>
                  </a:cubicBezTo>
                  <a:lnTo>
                    <a:pt x="695" y="1336"/>
                  </a:lnTo>
                  <a:lnTo>
                    <a:pt x="520" y="1102"/>
                  </a:lnTo>
                  <a:cubicBezTo>
                    <a:pt x="468" y="1030"/>
                    <a:pt x="385" y="994"/>
                    <a:pt x="304" y="994"/>
                  </a:cubicBezTo>
                  <a:cubicBezTo>
                    <a:pt x="248" y="994"/>
                    <a:pt x="190" y="1011"/>
                    <a:pt x="141" y="1047"/>
                  </a:cubicBezTo>
                  <a:cubicBezTo>
                    <a:pt x="23" y="1138"/>
                    <a:pt x="0" y="1306"/>
                    <a:pt x="88" y="1425"/>
                  </a:cubicBezTo>
                  <a:lnTo>
                    <a:pt x="741" y="2300"/>
                  </a:lnTo>
                  <a:cubicBezTo>
                    <a:pt x="792" y="2369"/>
                    <a:pt x="871" y="2408"/>
                    <a:pt x="954" y="2408"/>
                  </a:cubicBezTo>
                  <a:cubicBezTo>
                    <a:pt x="957" y="2408"/>
                    <a:pt x="960" y="2408"/>
                    <a:pt x="963" y="2408"/>
                  </a:cubicBezTo>
                  <a:cubicBezTo>
                    <a:pt x="1045" y="2408"/>
                    <a:pt x="1120" y="2369"/>
                    <a:pt x="1170" y="2305"/>
                  </a:cubicBezTo>
                  <a:lnTo>
                    <a:pt x="1842" y="1443"/>
                  </a:lnTo>
                  <a:cubicBezTo>
                    <a:pt x="1933" y="1326"/>
                    <a:pt x="1911" y="1155"/>
                    <a:pt x="1795" y="1063"/>
                  </a:cubicBezTo>
                  <a:cubicBezTo>
                    <a:pt x="1746" y="1024"/>
                    <a:pt x="1688" y="1006"/>
                    <a:pt x="1630" y="1006"/>
                  </a:cubicBezTo>
                  <a:cubicBezTo>
                    <a:pt x="1549" y="1006"/>
                    <a:pt x="1469" y="1042"/>
                    <a:pt x="1415" y="1110"/>
                  </a:cubicBezTo>
                  <a:lnTo>
                    <a:pt x="1235" y="1341"/>
                  </a:lnTo>
                  <a:lnTo>
                    <a:pt x="1235" y="270"/>
                  </a:lnTo>
                  <a:cubicBezTo>
                    <a:pt x="1235" y="120"/>
                    <a:pt x="1116" y="1"/>
                    <a:pt x="966" y="1"/>
                  </a:cubicBez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103" name="Google Shape;5103;p28"/>
            <p:cNvSpPr/>
            <p:nvPr/>
          </p:nvSpPr>
          <p:spPr>
            <a:xfrm>
              <a:off x="4338084" y="2400141"/>
              <a:ext cx="15195" cy="48287"/>
            </a:xfrm>
            <a:custGeom>
              <a:rect b="b" l="l" r="r" t="t"/>
              <a:pathLst>
                <a:path extrusionOk="0" h="1360" w="428">
                  <a:moveTo>
                    <a:pt x="162" y="0"/>
                  </a:moveTo>
                  <a:cubicBezTo>
                    <a:pt x="103" y="0"/>
                    <a:pt x="45" y="19"/>
                    <a:pt x="1" y="52"/>
                  </a:cubicBezTo>
                  <a:cubicBezTo>
                    <a:pt x="68" y="101"/>
                    <a:pt x="111" y="180"/>
                    <a:pt x="111" y="269"/>
                  </a:cubicBezTo>
                  <a:lnTo>
                    <a:pt x="111" y="1297"/>
                  </a:lnTo>
                  <a:cubicBezTo>
                    <a:pt x="111" y="1334"/>
                    <a:pt x="142" y="1359"/>
                    <a:pt x="174" y="1359"/>
                  </a:cubicBezTo>
                  <a:cubicBezTo>
                    <a:pt x="189" y="1359"/>
                    <a:pt x="205" y="1353"/>
                    <a:pt x="218" y="1340"/>
                  </a:cubicBezTo>
                  <a:lnTo>
                    <a:pt x="428" y="1124"/>
                  </a:lnTo>
                  <a:lnTo>
                    <a:pt x="428" y="277"/>
                  </a:lnTo>
                  <a:cubicBezTo>
                    <a:pt x="428" y="130"/>
                    <a:pt x="311" y="2"/>
                    <a:pt x="162"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104" name="Google Shape;5104;p28"/>
            <p:cNvSpPr/>
            <p:nvPr/>
          </p:nvSpPr>
          <p:spPr>
            <a:xfrm>
              <a:off x="4337835" y="2435929"/>
              <a:ext cx="40224" cy="49707"/>
            </a:xfrm>
            <a:custGeom>
              <a:rect b="b" l="l" r="r" t="t"/>
              <a:pathLst>
                <a:path extrusionOk="0" h="1400" w="1133">
                  <a:moveTo>
                    <a:pt x="831" y="0"/>
                  </a:moveTo>
                  <a:cubicBezTo>
                    <a:pt x="774" y="0"/>
                    <a:pt x="718" y="18"/>
                    <a:pt x="671" y="51"/>
                  </a:cubicBezTo>
                  <a:cubicBezTo>
                    <a:pt x="672" y="53"/>
                    <a:pt x="677" y="56"/>
                    <a:pt x="678" y="57"/>
                  </a:cubicBezTo>
                  <a:cubicBezTo>
                    <a:pt x="795" y="146"/>
                    <a:pt x="816" y="318"/>
                    <a:pt x="726" y="434"/>
                  </a:cubicBezTo>
                  <a:lnTo>
                    <a:pt x="54" y="1296"/>
                  </a:lnTo>
                  <a:cubicBezTo>
                    <a:pt x="38" y="1316"/>
                    <a:pt x="21" y="1334"/>
                    <a:pt x="0" y="1348"/>
                  </a:cubicBezTo>
                  <a:cubicBezTo>
                    <a:pt x="44" y="1382"/>
                    <a:pt x="100" y="1400"/>
                    <a:pt x="154" y="1400"/>
                  </a:cubicBezTo>
                  <a:cubicBezTo>
                    <a:pt x="239" y="1400"/>
                    <a:pt x="318" y="1362"/>
                    <a:pt x="370" y="1296"/>
                  </a:cubicBezTo>
                  <a:lnTo>
                    <a:pt x="1042" y="434"/>
                  </a:lnTo>
                  <a:cubicBezTo>
                    <a:pt x="1133" y="316"/>
                    <a:pt x="1111" y="146"/>
                    <a:pt x="995" y="57"/>
                  </a:cubicBezTo>
                  <a:cubicBezTo>
                    <a:pt x="946" y="19"/>
                    <a:pt x="888" y="0"/>
                    <a:pt x="831"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105" name="Google Shape;5105;p28"/>
            <p:cNvSpPr/>
            <p:nvPr/>
          </p:nvSpPr>
          <p:spPr>
            <a:xfrm>
              <a:off x="4311066" y="2390023"/>
              <a:ext cx="89502" cy="109639"/>
            </a:xfrm>
            <a:custGeom>
              <a:rect b="b" l="l" r="r" t="t"/>
              <a:pathLst>
                <a:path extrusionOk="0" h="3088" w="2521">
                  <a:moveTo>
                    <a:pt x="1510" y="0"/>
                  </a:moveTo>
                  <a:cubicBezTo>
                    <a:pt x="1920" y="290"/>
                    <a:pt x="2188" y="767"/>
                    <a:pt x="2188" y="1308"/>
                  </a:cubicBezTo>
                  <a:cubicBezTo>
                    <a:pt x="2188" y="2192"/>
                    <a:pt x="1473" y="2907"/>
                    <a:pt x="589" y="2907"/>
                  </a:cubicBezTo>
                  <a:cubicBezTo>
                    <a:pt x="380" y="2907"/>
                    <a:pt x="182" y="2868"/>
                    <a:pt x="0" y="2796"/>
                  </a:cubicBezTo>
                  <a:lnTo>
                    <a:pt x="0" y="2796"/>
                  </a:lnTo>
                  <a:cubicBezTo>
                    <a:pt x="261" y="2979"/>
                    <a:pt x="577" y="3087"/>
                    <a:pt x="921" y="3087"/>
                  </a:cubicBezTo>
                  <a:cubicBezTo>
                    <a:pt x="1805" y="3087"/>
                    <a:pt x="2520" y="2372"/>
                    <a:pt x="2520" y="1488"/>
                  </a:cubicBezTo>
                  <a:cubicBezTo>
                    <a:pt x="2520" y="813"/>
                    <a:pt x="2101" y="235"/>
                    <a:pt x="1510"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5106" name="Google Shape;5106;p28"/>
          <p:cNvGrpSpPr/>
          <p:nvPr/>
        </p:nvGrpSpPr>
        <p:grpSpPr>
          <a:xfrm>
            <a:off x="3437569" y="2173804"/>
            <a:ext cx="326917" cy="324826"/>
            <a:chOff x="3437569" y="2173804"/>
            <a:chExt cx="326917" cy="324826"/>
          </a:xfrm>
        </p:grpSpPr>
        <p:sp>
          <p:nvSpPr>
            <p:cNvPr id="5107" name="Google Shape;5107;p28"/>
            <p:cNvSpPr/>
            <p:nvPr/>
          </p:nvSpPr>
          <p:spPr>
            <a:xfrm>
              <a:off x="3491570" y="2251309"/>
              <a:ext cx="144247" cy="93520"/>
            </a:xfrm>
            <a:custGeom>
              <a:rect b="b" l="l" r="r" t="t"/>
              <a:pathLst>
                <a:path extrusionOk="0" h="2634" w="4063">
                  <a:moveTo>
                    <a:pt x="508" y="0"/>
                  </a:moveTo>
                  <a:cubicBezTo>
                    <a:pt x="279" y="510"/>
                    <a:pt x="0" y="1107"/>
                    <a:pt x="121" y="1680"/>
                  </a:cubicBezTo>
                  <a:cubicBezTo>
                    <a:pt x="251" y="2298"/>
                    <a:pt x="728" y="2589"/>
                    <a:pt x="1318" y="2634"/>
                  </a:cubicBezTo>
                  <a:lnTo>
                    <a:pt x="2740" y="2634"/>
                  </a:lnTo>
                  <a:cubicBezTo>
                    <a:pt x="3330" y="2591"/>
                    <a:pt x="3811" y="2298"/>
                    <a:pt x="3937" y="1680"/>
                  </a:cubicBezTo>
                  <a:cubicBezTo>
                    <a:pt x="4063" y="1107"/>
                    <a:pt x="3785" y="510"/>
                    <a:pt x="3555" y="0"/>
                  </a:cubicBezTo>
                  <a:close/>
                </a:path>
              </a:pathLst>
            </a:cu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108" name="Google Shape;5108;p28"/>
            <p:cNvSpPr/>
            <p:nvPr/>
          </p:nvSpPr>
          <p:spPr>
            <a:xfrm>
              <a:off x="3581785" y="2251309"/>
              <a:ext cx="54035" cy="93520"/>
            </a:xfrm>
            <a:custGeom>
              <a:rect b="b" l="l" r="r" t="t"/>
              <a:pathLst>
                <a:path extrusionOk="0" h="2634" w="1522">
                  <a:moveTo>
                    <a:pt x="546" y="0"/>
                  </a:moveTo>
                  <a:cubicBezTo>
                    <a:pt x="771" y="507"/>
                    <a:pt x="1055" y="1206"/>
                    <a:pt x="949" y="1716"/>
                  </a:cubicBezTo>
                  <a:cubicBezTo>
                    <a:pt x="838" y="2244"/>
                    <a:pt x="473" y="2533"/>
                    <a:pt x="1" y="2634"/>
                  </a:cubicBezTo>
                  <a:lnTo>
                    <a:pt x="202" y="2634"/>
                  </a:lnTo>
                  <a:cubicBezTo>
                    <a:pt x="792" y="2589"/>
                    <a:pt x="1271" y="2298"/>
                    <a:pt x="1401" y="1680"/>
                  </a:cubicBezTo>
                  <a:cubicBezTo>
                    <a:pt x="1522" y="1107"/>
                    <a:pt x="1244" y="510"/>
                    <a:pt x="1015"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109" name="Google Shape;5109;p28"/>
            <p:cNvSpPr/>
            <p:nvPr/>
          </p:nvSpPr>
          <p:spPr>
            <a:xfrm>
              <a:off x="3509144" y="2207817"/>
              <a:ext cx="109206" cy="111308"/>
            </a:xfrm>
            <a:custGeom>
              <a:rect b="b" l="l" r="r" t="t"/>
              <a:pathLst>
                <a:path extrusionOk="0" h="3135" w="3076">
                  <a:moveTo>
                    <a:pt x="1539" y="1"/>
                  </a:moveTo>
                  <a:lnTo>
                    <a:pt x="0" y="1015"/>
                  </a:lnTo>
                  <a:lnTo>
                    <a:pt x="0" y="1597"/>
                  </a:lnTo>
                  <a:cubicBezTo>
                    <a:pt x="0" y="2446"/>
                    <a:pt x="690" y="3135"/>
                    <a:pt x="1539" y="3135"/>
                  </a:cubicBezTo>
                  <a:cubicBezTo>
                    <a:pt x="2388" y="3135"/>
                    <a:pt x="3076" y="2446"/>
                    <a:pt x="3076" y="1597"/>
                  </a:cubicBezTo>
                  <a:lnTo>
                    <a:pt x="3076" y="1015"/>
                  </a:lnTo>
                  <a:lnTo>
                    <a:pt x="1539" y="1"/>
                  </a:ln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110" name="Google Shape;5110;p28"/>
            <p:cNvSpPr/>
            <p:nvPr/>
          </p:nvSpPr>
          <p:spPr>
            <a:xfrm>
              <a:off x="3489475" y="2237924"/>
              <a:ext cx="20982" cy="29398"/>
            </a:xfrm>
            <a:custGeom>
              <a:rect b="b" l="l" r="r" t="t"/>
              <a:pathLst>
                <a:path extrusionOk="0" h="828" w="591">
                  <a:moveTo>
                    <a:pt x="413" y="0"/>
                  </a:moveTo>
                  <a:cubicBezTo>
                    <a:pt x="186" y="0"/>
                    <a:pt x="0" y="186"/>
                    <a:pt x="0" y="413"/>
                  </a:cubicBezTo>
                  <a:cubicBezTo>
                    <a:pt x="0" y="642"/>
                    <a:pt x="186" y="828"/>
                    <a:pt x="413" y="828"/>
                  </a:cubicBezTo>
                  <a:lnTo>
                    <a:pt x="590" y="828"/>
                  </a:lnTo>
                  <a:lnTo>
                    <a:pt x="590" y="0"/>
                  </a:ln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111" name="Google Shape;5111;p28"/>
            <p:cNvSpPr/>
            <p:nvPr/>
          </p:nvSpPr>
          <p:spPr>
            <a:xfrm>
              <a:off x="3617004" y="2237924"/>
              <a:ext cx="20982" cy="29398"/>
            </a:xfrm>
            <a:custGeom>
              <a:rect b="b" l="l" r="r" t="t"/>
              <a:pathLst>
                <a:path extrusionOk="0" h="828" w="591">
                  <a:moveTo>
                    <a:pt x="0" y="0"/>
                  </a:moveTo>
                  <a:lnTo>
                    <a:pt x="0" y="828"/>
                  </a:lnTo>
                  <a:lnTo>
                    <a:pt x="177" y="828"/>
                  </a:lnTo>
                  <a:cubicBezTo>
                    <a:pt x="404" y="828"/>
                    <a:pt x="590" y="642"/>
                    <a:pt x="590" y="413"/>
                  </a:cubicBezTo>
                  <a:cubicBezTo>
                    <a:pt x="590" y="186"/>
                    <a:pt x="404" y="0"/>
                    <a:pt x="177" y="0"/>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112" name="Google Shape;5112;p28"/>
            <p:cNvSpPr/>
            <p:nvPr/>
          </p:nvSpPr>
          <p:spPr>
            <a:xfrm>
              <a:off x="3617040" y="2238386"/>
              <a:ext cx="20982" cy="28937"/>
            </a:xfrm>
            <a:custGeom>
              <a:rect b="b" l="l" r="r" t="t"/>
              <a:pathLst>
                <a:path extrusionOk="0" h="815" w="591">
                  <a:moveTo>
                    <a:pt x="281" y="0"/>
                  </a:moveTo>
                  <a:lnTo>
                    <a:pt x="281" y="0"/>
                  </a:lnTo>
                  <a:cubicBezTo>
                    <a:pt x="310" y="55"/>
                    <a:pt x="327" y="118"/>
                    <a:pt x="327" y="187"/>
                  </a:cubicBezTo>
                  <a:cubicBezTo>
                    <a:pt x="327" y="385"/>
                    <a:pt x="188" y="551"/>
                    <a:pt x="1" y="592"/>
                  </a:cubicBezTo>
                  <a:lnTo>
                    <a:pt x="1" y="815"/>
                  </a:lnTo>
                  <a:lnTo>
                    <a:pt x="178" y="815"/>
                  </a:lnTo>
                  <a:cubicBezTo>
                    <a:pt x="406" y="815"/>
                    <a:pt x="591" y="629"/>
                    <a:pt x="591" y="400"/>
                  </a:cubicBezTo>
                  <a:cubicBezTo>
                    <a:pt x="591" y="288"/>
                    <a:pt x="545" y="183"/>
                    <a:pt x="471" y="108"/>
                  </a:cubicBezTo>
                  <a:cubicBezTo>
                    <a:pt x="418" y="58"/>
                    <a:pt x="353" y="19"/>
                    <a:pt x="281"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113" name="Google Shape;5113;p28"/>
            <p:cNvSpPr/>
            <p:nvPr/>
          </p:nvSpPr>
          <p:spPr>
            <a:xfrm>
              <a:off x="3536056" y="2252268"/>
              <a:ext cx="9941" cy="16439"/>
            </a:xfrm>
            <a:custGeom>
              <a:rect b="b" l="l" r="r" t="t"/>
              <a:pathLst>
                <a:path extrusionOk="0" h="463" w="280">
                  <a:moveTo>
                    <a:pt x="140" y="1"/>
                  </a:moveTo>
                  <a:cubicBezTo>
                    <a:pt x="64" y="1"/>
                    <a:pt x="1" y="61"/>
                    <a:pt x="1" y="139"/>
                  </a:cubicBezTo>
                  <a:lnTo>
                    <a:pt x="1" y="324"/>
                  </a:lnTo>
                  <a:cubicBezTo>
                    <a:pt x="1" y="401"/>
                    <a:pt x="63" y="463"/>
                    <a:pt x="140" y="463"/>
                  </a:cubicBezTo>
                  <a:cubicBezTo>
                    <a:pt x="217" y="463"/>
                    <a:pt x="280" y="401"/>
                    <a:pt x="278" y="324"/>
                  </a:cubicBezTo>
                  <a:lnTo>
                    <a:pt x="278" y="139"/>
                  </a:lnTo>
                  <a:cubicBezTo>
                    <a:pt x="278" y="64"/>
                    <a:pt x="215" y="1"/>
                    <a:pt x="140" y="1"/>
                  </a:cubicBez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114" name="Google Shape;5114;p28"/>
            <p:cNvSpPr/>
            <p:nvPr/>
          </p:nvSpPr>
          <p:spPr>
            <a:xfrm>
              <a:off x="3583737" y="2252268"/>
              <a:ext cx="9834" cy="16439"/>
            </a:xfrm>
            <a:custGeom>
              <a:rect b="b" l="l" r="r" t="t"/>
              <a:pathLst>
                <a:path extrusionOk="0" h="463" w="277">
                  <a:moveTo>
                    <a:pt x="138" y="1"/>
                  </a:moveTo>
                  <a:cubicBezTo>
                    <a:pt x="64" y="1"/>
                    <a:pt x="0" y="61"/>
                    <a:pt x="0" y="139"/>
                  </a:cubicBezTo>
                  <a:lnTo>
                    <a:pt x="0" y="324"/>
                  </a:lnTo>
                  <a:cubicBezTo>
                    <a:pt x="0" y="401"/>
                    <a:pt x="61" y="463"/>
                    <a:pt x="138" y="463"/>
                  </a:cubicBezTo>
                  <a:cubicBezTo>
                    <a:pt x="215" y="463"/>
                    <a:pt x="277" y="401"/>
                    <a:pt x="277" y="324"/>
                  </a:cubicBezTo>
                  <a:lnTo>
                    <a:pt x="277" y="139"/>
                  </a:lnTo>
                  <a:cubicBezTo>
                    <a:pt x="277" y="64"/>
                    <a:pt x="215" y="1"/>
                    <a:pt x="138" y="1"/>
                  </a:cubicBez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115" name="Google Shape;5115;p28"/>
            <p:cNvSpPr/>
            <p:nvPr/>
          </p:nvSpPr>
          <p:spPr>
            <a:xfrm>
              <a:off x="3555689" y="2236398"/>
              <a:ext cx="62662" cy="82727"/>
            </a:xfrm>
            <a:custGeom>
              <a:rect b="b" l="l" r="r" t="t"/>
              <a:pathLst>
                <a:path extrusionOk="0" h="2330" w="1765">
                  <a:moveTo>
                    <a:pt x="1311" y="0"/>
                  </a:moveTo>
                  <a:lnTo>
                    <a:pt x="1311" y="792"/>
                  </a:lnTo>
                  <a:cubicBezTo>
                    <a:pt x="1311" y="1563"/>
                    <a:pt x="743" y="2203"/>
                    <a:pt x="0" y="2313"/>
                  </a:cubicBezTo>
                  <a:cubicBezTo>
                    <a:pt x="74" y="2324"/>
                    <a:pt x="150" y="2330"/>
                    <a:pt x="228" y="2330"/>
                  </a:cubicBezTo>
                  <a:cubicBezTo>
                    <a:pt x="1077" y="2330"/>
                    <a:pt x="1765" y="1641"/>
                    <a:pt x="1765" y="792"/>
                  </a:cubicBezTo>
                  <a:lnTo>
                    <a:pt x="1765" y="210"/>
                  </a:lnTo>
                  <a:lnTo>
                    <a:pt x="1311" y="0"/>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116" name="Google Shape;5116;p28"/>
            <p:cNvSpPr/>
            <p:nvPr/>
          </p:nvSpPr>
          <p:spPr>
            <a:xfrm>
              <a:off x="3509144" y="2173804"/>
              <a:ext cx="109206" cy="71259"/>
            </a:xfrm>
            <a:custGeom>
              <a:rect b="b" l="l" r="r" t="t"/>
              <a:pathLst>
                <a:path extrusionOk="0" h="2007" w="3076">
                  <a:moveTo>
                    <a:pt x="1539" y="0"/>
                  </a:moveTo>
                  <a:cubicBezTo>
                    <a:pt x="690" y="0"/>
                    <a:pt x="0" y="690"/>
                    <a:pt x="0" y="1539"/>
                  </a:cubicBezTo>
                  <a:lnTo>
                    <a:pt x="0" y="2006"/>
                  </a:lnTo>
                  <a:cubicBezTo>
                    <a:pt x="0" y="2006"/>
                    <a:pt x="1" y="2006"/>
                    <a:pt x="2" y="2006"/>
                  </a:cubicBezTo>
                  <a:cubicBezTo>
                    <a:pt x="45" y="2006"/>
                    <a:pt x="1008" y="1998"/>
                    <a:pt x="1539" y="1262"/>
                  </a:cubicBezTo>
                  <a:cubicBezTo>
                    <a:pt x="2068" y="1998"/>
                    <a:pt x="3031" y="2006"/>
                    <a:pt x="3074" y="2006"/>
                  </a:cubicBezTo>
                  <a:cubicBezTo>
                    <a:pt x="3075" y="2006"/>
                    <a:pt x="3076" y="2006"/>
                    <a:pt x="3076" y="2006"/>
                  </a:cubicBezTo>
                  <a:lnTo>
                    <a:pt x="3076" y="1539"/>
                  </a:lnTo>
                  <a:cubicBezTo>
                    <a:pt x="3076" y="688"/>
                    <a:pt x="2388" y="0"/>
                    <a:pt x="1539" y="0"/>
                  </a:cubicBezTo>
                  <a:close/>
                </a:path>
              </a:pathLst>
            </a:cu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117" name="Google Shape;5117;p28"/>
            <p:cNvSpPr/>
            <p:nvPr/>
          </p:nvSpPr>
          <p:spPr>
            <a:xfrm>
              <a:off x="3560944" y="2173804"/>
              <a:ext cx="57408" cy="71259"/>
            </a:xfrm>
            <a:custGeom>
              <a:rect b="b" l="l" r="r" t="t"/>
              <a:pathLst>
                <a:path extrusionOk="0" h="2007" w="1617">
                  <a:moveTo>
                    <a:pt x="80" y="0"/>
                  </a:moveTo>
                  <a:cubicBezTo>
                    <a:pt x="52" y="0"/>
                    <a:pt x="26" y="0"/>
                    <a:pt x="1" y="2"/>
                  </a:cubicBezTo>
                  <a:cubicBezTo>
                    <a:pt x="670" y="169"/>
                    <a:pt x="1163" y="776"/>
                    <a:pt x="1163" y="1496"/>
                  </a:cubicBezTo>
                  <a:lnTo>
                    <a:pt x="1163" y="1946"/>
                  </a:lnTo>
                  <a:cubicBezTo>
                    <a:pt x="1414" y="2005"/>
                    <a:pt x="1599" y="2006"/>
                    <a:pt x="1615" y="2006"/>
                  </a:cubicBezTo>
                  <a:cubicBezTo>
                    <a:pt x="1616" y="2006"/>
                    <a:pt x="1617" y="2006"/>
                    <a:pt x="1617" y="2006"/>
                  </a:cubicBezTo>
                  <a:lnTo>
                    <a:pt x="1617" y="1539"/>
                  </a:lnTo>
                  <a:cubicBezTo>
                    <a:pt x="1617" y="688"/>
                    <a:pt x="929" y="0"/>
                    <a:pt x="80"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118" name="Google Shape;5118;p28"/>
            <p:cNvSpPr/>
            <p:nvPr/>
          </p:nvSpPr>
          <p:spPr>
            <a:xfrm>
              <a:off x="3691384" y="2398046"/>
              <a:ext cx="61526" cy="70832"/>
            </a:xfrm>
            <a:custGeom>
              <a:rect b="b" l="l" r="r" t="t"/>
              <a:pathLst>
                <a:path extrusionOk="0" h="1995" w="1733">
                  <a:moveTo>
                    <a:pt x="100" y="0"/>
                  </a:moveTo>
                  <a:cubicBezTo>
                    <a:pt x="46" y="0"/>
                    <a:pt x="0" y="46"/>
                    <a:pt x="6" y="104"/>
                  </a:cubicBezTo>
                  <a:lnTo>
                    <a:pt x="176" y="1995"/>
                  </a:lnTo>
                  <a:lnTo>
                    <a:pt x="1559" y="1995"/>
                  </a:lnTo>
                  <a:lnTo>
                    <a:pt x="1727" y="104"/>
                  </a:lnTo>
                  <a:cubicBezTo>
                    <a:pt x="1733" y="48"/>
                    <a:pt x="1688" y="0"/>
                    <a:pt x="1632" y="0"/>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119" name="Google Shape;5119;p28"/>
            <p:cNvSpPr/>
            <p:nvPr/>
          </p:nvSpPr>
          <p:spPr>
            <a:xfrm>
              <a:off x="3732391" y="2398046"/>
              <a:ext cx="20591" cy="70832"/>
            </a:xfrm>
            <a:custGeom>
              <a:rect b="b" l="l" r="r" t="t"/>
              <a:pathLst>
                <a:path extrusionOk="0" h="1995" w="580">
                  <a:moveTo>
                    <a:pt x="74" y="0"/>
                  </a:moveTo>
                  <a:cubicBezTo>
                    <a:pt x="130" y="0"/>
                    <a:pt x="175" y="48"/>
                    <a:pt x="169" y="104"/>
                  </a:cubicBezTo>
                  <a:lnTo>
                    <a:pt x="1" y="1995"/>
                  </a:lnTo>
                  <a:lnTo>
                    <a:pt x="405" y="1995"/>
                  </a:lnTo>
                  <a:lnTo>
                    <a:pt x="575" y="104"/>
                  </a:lnTo>
                  <a:cubicBezTo>
                    <a:pt x="579" y="46"/>
                    <a:pt x="535" y="0"/>
                    <a:pt x="479"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120" name="Google Shape;5120;p28"/>
            <p:cNvSpPr/>
            <p:nvPr/>
          </p:nvSpPr>
          <p:spPr>
            <a:xfrm>
              <a:off x="3693266" y="2420094"/>
              <a:ext cx="57869" cy="26345"/>
            </a:xfrm>
            <a:custGeom>
              <a:rect b="b" l="l" r="r" t="t"/>
              <a:pathLst>
                <a:path extrusionOk="0" h="742" w="1630">
                  <a:moveTo>
                    <a:pt x="1" y="1"/>
                  </a:moveTo>
                  <a:lnTo>
                    <a:pt x="67" y="742"/>
                  </a:lnTo>
                  <a:lnTo>
                    <a:pt x="1563" y="742"/>
                  </a:lnTo>
                  <a:lnTo>
                    <a:pt x="1630" y="1"/>
                  </a:lnTo>
                  <a:close/>
                </a:path>
              </a:pathLst>
            </a:custGeom>
            <a:solidFill>
              <a:schemeClr val="l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121" name="Google Shape;5121;p28"/>
            <p:cNvSpPr/>
            <p:nvPr/>
          </p:nvSpPr>
          <p:spPr>
            <a:xfrm>
              <a:off x="3734415" y="2420094"/>
              <a:ext cx="16722" cy="26345"/>
            </a:xfrm>
            <a:custGeom>
              <a:rect b="b" l="l" r="r" t="t"/>
              <a:pathLst>
                <a:path extrusionOk="0" h="742" w="471">
                  <a:moveTo>
                    <a:pt x="66" y="1"/>
                  </a:moveTo>
                  <a:lnTo>
                    <a:pt x="0" y="742"/>
                  </a:lnTo>
                  <a:lnTo>
                    <a:pt x="404" y="742"/>
                  </a:lnTo>
                  <a:lnTo>
                    <a:pt x="471" y="1"/>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122" name="Google Shape;5122;p28"/>
            <p:cNvSpPr/>
            <p:nvPr/>
          </p:nvSpPr>
          <p:spPr>
            <a:xfrm>
              <a:off x="3549760" y="2277369"/>
              <a:ext cx="27976" cy="14024"/>
            </a:xfrm>
            <a:custGeom>
              <a:rect b="b" l="l" r="r" t="t"/>
              <a:pathLst>
                <a:path extrusionOk="0" h="395" w="788">
                  <a:moveTo>
                    <a:pt x="630" y="1"/>
                  </a:moveTo>
                  <a:cubicBezTo>
                    <a:pt x="589" y="1"/>
                    <a:pt x="549" y="19"/>
                    <a:pt x="521" y="54"/>
                  </a:cubicBezTo>
                  <a:cubicBezTo>
                    <a:pt x="490" y="92"/>
                    <a:pt x="442" y="115"/>
                    <a:pt x="392" y="115"/>
                  </a:cubicBezTo>
                  <a:cubicBezTo>
                    <a:pt x="343" y="115"/>
                    <a:pt x="297" y="94"/>
                    <a:pt x="265" y="55"/>
                  </a:cubicBezTo>
                  <a:cubicBezTo>
                    <a:pt x="237" y="21"/>
                    <a:pt x="197" y="4"/>
                    <a:pt x="156" y="4"/>
                  </a:cubicBezTo>
                  <a:cubicBezTo>
                    <a:pt x="125" y="4"/>
                    <a:pt x="94" y="14"/>
                    <a:pt x="68" y="35"/>
                  </a:cubicBezTo>
                  <a:cubicBezTo>
                    <a:pt x="9" y="84"/>
                    <a:pt x="0" y="172"/>
                    <a:pt x="49" y="231"/>
                  </a:cubicBezTo>
                  <a:cubicBezTo>
                    <a:pt x="133" y="336"/>
                    <a:pt x="258" y="395"/>
                    <a:pt x="392" y="395"/>
                  </a:cubicBezTo>
                  <a:cubicBezTo>
                    <a:pt x="528" y="395"/>
                    <a:pt x="655" y="334"/>
                    <a:pt x="739" y="228"/>
                  </a:cubicBezTo>
                  <a:cubicBezTo>
                    <a:pt x="788" y="166"/>
                    <a:pt x="777" y="79"/>
                    <a:pt x="718" y="32"/>
                  </a:cubicBezTo>
                  <a:cubicBezTo>
                    <a:pt x="692" y="11"/>
                    <a:pt x="661" y="1"/>
                    <a:pt x="630" y="1"/>
                  </a:cubicBez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123" name="Google Shape;5123;p28"/>
            <p:cNvSpPr/>
            <p:nvPr/>
          </p:nvSpPr>
          <p:spPr>
            <a:xfrm>
              <a:off x="3468563" y="2309819"/>
              <a:ext cx="190293" cy="130729"/>
            </a:xfrm>
            <a:custGeom>
              <a:rect b="b" l="l" r="r" t="t"/>
              <a:pathLst>
                <a:path extrusionOk="0" h="3682" w="5360">
                  <a:moveTo>
                    <a:pt x="209" y="0"/>
                  </a:moveTo>
                  <a:cubicBezTo>
                    <a:pt x="94" y="0"/>
                    <a:pt x="1" y="94"/>
                    <a:pt x="1" y="209"/>
                  </a:cubicBezTo>
                  <a:lnTo>
                    <a:pt x="1" y="3472"/>
                  </a:lnTo>
                  <a:cubicBezTo>
                    <a:pt x="1" y="3588"/>
                    <a:pt x="94" y="3681"/>
                    <a:pt x="209" y="3681"/>
                  </a:cubicBezTo>
                  <a:lnTo>
                    <a:pt x="5151" y="3681"/>
                  </a:lnTo>
                  <a:cubicBezTo>
                    <a:pt x="5266" y="3681"/>
                    <a:pt x="5360" y="3588"/>
                    <a:pt x="5360" y="3472"/>
                  </a:cubicBezTo>
                  <a:lnTo>
                    <a:pt x="5360" y="209"/>
                  </a:lnTo>
                  <a:cubicBezTo>
                    <a:pt x="5360" y="94"/>
                    <a:pt x="5266" y="0"/>
                    <a:pt x="5151" y="0"/>
                  </a:cubicBez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124" name="Google Shape;5124;p28"/>
            <p:cNvSpPr/>
            <p:nvPr/>
          </p:nvSpPr>
          <p:spPr>
            <a:xfrm>
              <a:off x="3637667" y="2309819"/>
              <a:ext cx="21195" cy="130729"/>
            </a:xfrm>
            <a:custGeom>
              <a:rect b="b" l="l" r="r" t="t"/>
              <a:pathLst>
                <a:path extrusionOk="0" h="3682" w="597">
                  <a:moveTo>
                    <a:pt x="1" y="0"/>
                  </a:moveTo>
                  <a:cubicBezTo>
                    <a:pt x="116" y="0"/>
                    <a:pt x="210" y="94"/>
                    <a:pt x="210" y="209"/>
                  </a:cubicBezTo>
                  <a:lnTo>
                    <a:pt x="210" y="3472"/>
                  </a:lnTo>
                  <a:cubicBezTo>
                    <a:pt x="210" y="3588"/>
                    <a:pt x="116" y="3681"/>
                    <a:pt x="1" y="3681"/>
                  </a:cubicBezTo>
                  <a:lnTo>
                    <a:pt x="388" y="3681"/>
                  </a:lnTo>
                  <a:cubicBezTo>
                    <a:pt x="503" y="3681"/>
                    <a:pt x="597" y="3588"/>
                    <a:pt x="597" y="3472"/>
                  </a:cubicBezTo>
                  <a:lnTo>
                    <a:pt x="597" y="209"/>
                  </a:lnTo>
                  <a:cubicBezTo>
                    <a:pt x="597" y="94"/>
                    <a:pt x="503" y="0"/>
                    <a:pt x="388"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125" name="Google Shape;5125;p28"/>
            <p:cNvSpPr/>
            <p:nvPr/>
          </p:nvSpPr>
          <p:spPr>
            <a:xfrm>
              <a:off x="3540849" y="2352247"/>
              <a:ext cx="45763" cy="45766"/>
            </a:xfrm>
            <a:custGeom>
              <a:rect b="b" l="l" r="r" t="t"/>
              <a:pathLst>
                <a:path extrusionOk="0" h="1289" w="1289">
                  <a:moveTo>
                    <a:pt x="646" y="1"/>
                  </a:moveTo>
                  <a:cubicBezTo>
                    <a:pt x="289" y="1"/>
                    <a:pt x="1" y="290"/>
                    <a:pt x="1" y="646"/>
                  </a:cubicBezTo>
                  <a:cubicBezTo>
                    <a:pt x="1" y="1001"/>
                    <a:pt x="289" y="1289"/>
                    <a:pt x="646" y="1289"/>
                  </a:cubicBezTo>
                  <a:cubicBezTo>
                    <a:pt x="1001" y="1289"/>
                    <a:pt x="1289" y="1001"/>
                    <a:pt x="1289" y="646"/>
                  </a:cubicBezTo>
                  <a:cubicBezTo>
                    <a:pt x="1289" y="290"/>
                    <a:pt x="1001" y="1"/>
                    <a:pt x="646" y="1"/>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126" name="Google Shape;5126;p28"/>
            <p:cNvSpPr/>
            <p:nvPr/>
          </p:nvSpPr>
          <p:spPr>
            <a:xfrm>
              <a:off x="3544186" y="2353347"/>
              <a:ext cx="42390" cy="44736"/>
            </a:xfrm>
            <a:custGeom>
              <a:rect b="b" l="l" r="r" t="t"/>
              <a:pathLst>
                <a:path extrusionOk="0" h="1260" w="1194">
                  <a:moveTo>
                    <a:pt x="740" y="0"/>
                  </a:moveTo>
                  <a:cubicBezTo>
                    <a:pt x="801" y="98"/>
                    <a:pt x="835" y="213"/>
                    <a:pt x="835" y="335"/>
                  </a:cubicBezTo>
                  <a:cubicBezTo>
                    <a:pt x="835" y="692"/>
                    <a:pt x="547" y="980"/>
                    <a:pt x="192" y="980"/>
                  </a:cubicBezTo>
                  <a:cubicBezTo>
                    <a:pt x="124" y="980"/>
                    <a:pt x="59" y="969"/>
                    <a:pt x="0" y="951"/>
                  </a:cubicBezTo>
                  <a:lnTo>
                    <a:pt x="0" y="951"/>
                  </a:lnTo>
                  <a:cubicBezTo>
                    <a:pt x="114" y="1135"/>
                    <a:pt x="317" y="1259"/>
                    <a:pt x="549" y="1259"/>
                  </a:cubicBezTo>
                  <a:cubicBezTo>
                    <a:pt x="906" y="1259"/>
                    <a:pt x="1193" y="971"/>
                    <a:pt x="1193" y="615"/>
                  </a:cubicBezTo>
                  <a:cubicBezTo>
                    <a:pt x="1193" y="325"/>
                    <a:pt x="1002" y="81"/>
                    <a:pt x="740"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127" name="Google Shape;5127;p28"/>
            <p:cNvSpPr/>
            <p:nvPr/>
          </p:nvSpPr>
          <p:spPr>
            <a:xfrm>
              <a:off x="3452161" y="2439231"/>
              <a:ext cx="223169" cy="28333"/>
            </a:xfrm>
            <a:custGeom>
              <a:rect b="b" l="l" r="r" t="t"/>
              <a:pathLst>
                <a:path extrusionOk="0" h="798" w="6286">
                  <a:moveTo>
                    <a:pt x="181" y="0"/>
                  </a:moveTo>
                  <a:cubicBezTo>
                    <a:pt x="81" y="0"/>
                    <a:pt x="1" y="81"/>
                    <a:pt x="1" y="180"/>
                  </a:cubicBezTo>
                  <a:lnTo>
                    <a:pt x="1" y="511"/>
                  </a:lnTo>
                  <a:cubicBezTo>
                    <a:pt x="1" y="669"/>
                    <a:pt x="129" y="797"/>
                    <a:pt x="287" y="797"/>
                  </a:cubicBezTo>
                  <a:lnTo>
                    <a:pt x="5997" y="797"/>
                  </a:lnTo>
                  <a:cubicBezTo>
                    <a:pt x="6156" y="797"/>
                    <a:pt x="6285" y="668"/>
                    <a:pt x="6285" y="511"/>
                  </a:cubicBezTo>
                  <a:lnTo>
                    <a:pt x="6285" y="180"/>
                  </a:lnTo>
                  <a:cubicBezTo>
                    <a:pt x="6285" y="81"/>
                    <a:pt x="6204" y="0"/>
                    <a:pt x="6105" y="0"/>
                  </a:cubicBezTo>
                  <a:close/>
                </a:path>
              </a:pathLst>
            </a:cu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128" name="Google Shape;5128;p28"/>
            <p:cNvSpPr/>
            <p:nvPr/>
          </p:nvSpPr>
          <p:spPr>
            <a:xfrm>
              <a:off x="3651372" y="2439160"/>
              <a:ext cx="23893" cy="28297"/>
            </a:xfrm>
            <a:custGeom>
              <a:rect b="b" l="l" r="r" t="t"/>
              <a:pathLst>
                <a:path extrusionOk="0" h="797" w="673">
                  <a:moveTo>
                    <a:pt x="109" y="1"/>
                  </a:moveTo>
                  <a:cubicBezTo>
                    <a:pt x="206" y="1"/>
                    <a:pt x="288" y="81"/>
                    <a:pt x="288" y="181"/>
                  </a:cubicBezTo>
                  <a:lnTo>
                    <a:pt x="288" y="512"/>
                  </a:lnTo>
                  <a:cubicBezTo>
                    <a:pt x="288" y="668"/>
                    <a:pt x="159" y="796"/>
                    <a:pt x="1" y="796"/>
                  </a:cubicBezTo>
                  <a:lnTo>
                    <a:pt x="386" y="796"/>
                  </a:lnTo>
                  <a:cubicBezTo>
                    <a:pt x="545" y="796"/>
                    <a:pt x="673" y="670"/>
                    <a:pt x="673" y="512"/>
                  </a:cubicBezTo>
                  <a:lnTo>
                    <a:pt x="673" y="181"/>
                  </a:lnTo>
                  <a:cubicBezTo>
                    <a:pt x="673" y="81"/>
                    <a:pt x="593" y="1"/>
                    <a:pt x="494"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129" name="Google Shape;5129;p28"/>
            <p:cNvSpPr/>
            <p:nvPr/>
          </p:nvSpPr>
          <p:spPr>
            <a:xfrm>
              <a:off x="3437569" y="2466249"/>
              <a:ext cx="326907" cy="32381"/>
            </a:xfrm>
            <a:custGeom>
              <a:rect b="b" l="l" r="r" t="t"/>
              <a:pathLst>
                <a:path extrusionOk="0" h="912" w="9208">
                  <a:moveTo>
                    <a:pt x="124" y="0"/>
                  </a:moveTo>
                  <a:cubicBezTo>
                    <a:pt x="55" y="0"/>
                    <a:pt x="0" y="55"/>
                    <a:pt x="0" y="124"/>
                  </a:cubicBezTo>
                  <a:lnTo>
                    <a:pt x="0" y="787"/>
                  </a:lnTo>
                  <a:cubicBezTo>
                    <a:pt x="0" y="855"/>
                    <a:pt x="55" y="911"/>
                    <a:pt x="124" y="911"/>
                  </a:cubicBezTo>
                  <a:lnTo>
                    <a:pt x="9083" y="911"/>
                  </a:lnTo>
                  <a:cubicBezTo>
                    <a:pt x="9152" y="911"/>
                    <a:pt x="9207" y="857"/>
                    <a:pt x="9207" y="787"/>
                  </a:cubicBezTo>
                  <a:lnTo>
                    <a:pt x="9207" y="124"/>
                  </a:lnTo>
                  <a:cubicBezTo>
                    <a:pt x="9207" y="55"/>
                    <a:pt x="9152" y="0"/>
                    <a:pt x="9083" y="0"/>
                  </a:cubicBezTo>
                  <a:close/>
                </a:path>
              </a:pathLst>
            </a:custGeom>
            <a:solidFill>
              <a:schemeClr val="accent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130" name="Google Shape;5130;p28"/>
            <p:cNvSpPr/>
            <p:nvPr/>
          </p:nvSpPr>
          <p:spPr>
            <a:xfrm>
              <a:off x="3746806" y="2466107"/>
              <a:ext cx="17680" cy="32523"/>
            </a:xfrm>
            <a:custGeom>
              <a:rect b="b" l="l" r="r" t="t"/>
              <a:pathLst>
                <a:path extrusionOk="0" h="916" w="498">
                  <a:moveTo>
                    <a:pt x="1" y="0"/>
                  </a:moveTo>
                  <a:cubicBezTo>
                    <a:pt x="71" y="0"/>
                    <a:pt x="127" y="58"/>
                    <a:pt x="127" y="127"/>
                  </a:cubicBezTo>
                  <a:lnTo>
                    <a:pt x="127" y="790"/>
                  </a:lnTo>
                  <a:cubicBezTo>
                    <a:pt x="127" y="859"/>
                    <a:pt x="70" y="915"/>
                    <a:pt x="1" y="915"/>
                  </a:cubicBezTo>
                  <a:lnTo>
                    <a:pt x="372" y="915"/>
                  </a:lnTo>
                  <a:cubicBezTo>
                    <a:pt x="441" y="915"/>
                    <a:pt x="497" y="858"/>
                    <a:pt x="497" y="790"/>
                  </a:cubicBezTo>
                  <a:lnTo>
                    <a:pt x="497" y="127"/>
                  </a:lnTo>
                  <a:cubicBezTo>
                    <a:pt x="497" y="58"/>
                    <a:pt x="442" y="1"/>
                    <a:pt x="372"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5131" name="Google Shape;5131;p28"/>
          <p:cNvSpPr/>
          <p:nvPr/>
        </p:nvSpPr>
        <p:spPr>
          <a:xfrm>
            <a:off x="3007974" y="2242043"/>
            <a:ext cx="109135" cy="111486"/>
          </a:xfrm>
          <a:custGeom>
            <a:rect b="b" l="l" r="r" t="t"/>
            <a:pathLst>
              <a:path extrusionOk="0" h="3140" w="3074">
                <a:moveTo>
                  <a:pt x="1" y="1"/>
                </a:moveTo>
                <a:lnTo>
                  <a:pt x="1" y="3139"/>
                </a:lnTo>
                <a:lnTo>
                  <a:pt x="2852" y="3139"/>
                </a:lnTo>
                <a:cubicBezTo>
                  <a:pt x="2974" y="3139"/>
                  <a:pt x="3073" y="3042"/>
                  <a:pt x="3073" y="2916"/>
                </a:cubicBezTo>
                <a:lnTo>
                  <a:pt x="3073" y="223"/>
                </a:lnTo>
                <a:cubicBezTo>
                  <a:pt x="3073" y="100"/>
                  <a:pt x="2974" y="1"/>
                  <a:pt x="2852" y="1"/>
                </a:cubicBezTo>
                <a:close/>
              </a:path>
            </a:pathLst>
          </a:cu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132" name="Google Shape;5132;p28"/>
          <p:cNvSpPr/>
          <p:nvPr/>
        </p:nvSpPr>
        <p:spPr>
          <a:xfrm>
            <a:off x="3096059" y="2242043"/>
            <a:ext cx="21053" cy="111415"/>
          </a:xfrm>
          <a:custGeom>
            <a:rect b="b" l="l" r="r" t="t"/>
            <a:pathLst>
              <a:path extrusionOk="0" h="3138" w="593">
                <a:moveTo>
                  <a:pt x="1" y="1"/>
                </a:moveTo>
                <a:cubicBezTo>
                  <a:pt x="123" y="1"/>
                  <a:pt x="222" y="100"/>
                  <a:pt x="222" y="223"/>
                </a:cubicBezTo>
                <a:lnTo>
                  <a:pt x="222" y="2916"/>
                </a:lnTo>
                <a:cubicBezTo>
                  <a:pt x="222" y="3039"/>
                  <a:pt x="123" y="3138"/>
                  <a:pt x="1" y="3138"/>
                </a:cubicBezTo>
                <a:lnTo>
                  <a:pt x="371" y="3138"/>
                </a:lnTo>
                <a:cubicBezTo>
                  <a:pt x="493" y="3138"/>
                  <a:pt x="592" y="3039"/>
                  <a:pt x="592" y="2916"/>
                </a:cubicBezTo>
                <a:lnTo>
                  <a:pt x="592" y="223"/>
                </a:lnTo>
                <a:cubicBezTo>
                  <a:pt x="592" y="100"/>
                  <a:pt x="493" y="1"/>
                  <a:pt x="371"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133" name="Google Shape;5133;p28"/>
          <p:cNvSpPr/>
          <p:nvPr/>
        </p:nvSpPr>
        <p:spPr>
          <a:xfrm>
            <a:off x="3008045" y="2343122"/>
            <a:ext cx="86768" cy="87200"/>
          </a:xfrm>
          <a:custGeom>
            <a:rect b="b" l="l" r="r" t="t"/>
            <a:pathLst>
              <a:path extrusionOk="0" h="2456" w="2444">
                <a:moveTo>
                  <a:pt x="0" y="0"/>
                </a:moveTo>
                <a:lnTo>
                  <a:pt x="0" y="2455"/>
                </a:lnTo>
                <a:lnTo>
                  <a:pt x="2271" y="2455"/>
                </a:lnTo>
                <a:cubicBezTo>
                  <a:pt x="2366" y="2455"/>
                  <a:pt x="2444" y="2378"/>
                  <a:pt x="2444" y="2281"/>
                </a:cubicBezTo>
                <a:lnTo>
                  <a:pt x="2444" y="173"/>
                </a:lnTo>
                <a:cubicBezTo>
                  <a:pt x="2444" y="77"/>
                  <a:pt x="2366" y="0"/>
                  <a:pt x="2271" y="0"/>
                </a:cubicBezTo>
                <a:close/>
              </a:path>
            </a:pathLst>
          </a:custGeom>
          <a:solidFill>
            <a:srgbClr val="B6C4C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134" name="Google Shape;5134;p28"/>
          <p:cNvSpPr/>
          <p:nvPr/>
        </p:nvSpPr>
        <p:spPr>
          <a:xfrm>
            <a:off x="3075466" y="2343158"/>
            <a:ext cx="19349" cy="87200"/>
          </a:xfrm>
          <a:custGeom>
            <a:rect b="b" l="l" r="r" t="t"/>
            <a:pathLst>
              <a:path extrusionOk="0" h="2456" w="545">
                <a:moveTo>
                  <a:pt x="1" y="1"/>
                </a:moveTo>
                <a:cubicBezTo>
                  <a:pt x="97" y="1"/>
                  <a:pt x="174" y="77"/>
                  <a:pt x="174" y="173"/>
                </a:cubicBezTo>
                <a:lnTo>
                  <a:pt x="174" y="2282"/>
                </a:lnTo>
                <a:cubicBezTo>
                  <a:pt x="174" y="2378"/>
                  <a:pt x="97" y="2456"/>
                  <a:pt x="1" y="2456"/>
                </a:cubicBezTo>
                <a:lnTo>
                  <a:pt x="372" y="2456"/>
                </a:lnTo>
                <a:cubicBezTo>
                  <a:pt x="467" y="2456"/>
                  <a:pt x="545" y="2377"/>
                  <a:pt x="545" y="2282"/>
                </a:cubicBezTo>
                <a:lnTo>
                  <a:pt x="545" y="173"/>
                </a:lnTo>
                <a:cubicBezTo>
                  <a:pt x="545" y="78"/>
                  <a:pt x="467" y="1"/>
                  <a:pt x="372"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135" name="Google Shape;5135;p28"/>
          <p:cNvSpPr/>
          <p:nvPr/>
        </p:nvSpPr>
        <p:spPr>
          <a:xfrm>
            <a:off x="3014684" y="2264268"/>
            <a:ext cx="81407" cy="32700"/>
          </a:xfrm>
          <a:custGeom>
            <a:rect b="b" l="l" r="r" t="t"/>
            <a:pathLst>
              <a:path extrusionOk="0" h="921" w="2293">
                <a:moveTo>
                  <a:pt x="0" y="1"/>
                </a:moveTo>
                <a:lnTo>
                  <a:pt x="0" y="920"/>
                </a:lnTo>
                <a:lnTo>
                  <a:pt x="2202" y="920"/>
                </a:lnTo>
                <a:cubicBezTo>
                  <a:pt x="2251" y="920"/>
                  <a:pt x="2293" y="880"/>
                  <a:pt x="2293" y="830"/>
                </a:cubicBezTo>
                <a:lnTo>
                  <a:pt x="2293" y="90"/>
                </a:lnTo>
                <a:cubicBezTo>
                  <a:pt x="2293" y="40"/>
                  <a:pt x="2252" y="1"/>
                  <a:pt x="2202" y="1"/>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136" name="Google Shape;5136;p28"/>
          <p:cNvSpPr/>
          <p:nvPr/>
        </p:nvSpPr>
        <p:spPr>
          <a:xfrm>
            <a:off x="3079727" y="2264268"/>
            <a:ext cx="16367" cy="32700"/>
          </a:xfrm>
          <a:custGeom>
            <a:rect b="b" l="l" r="r" t="t"/>
            <a:pathLst>
              <a:path extrusionOk="0" h="921" w="461">
                <a:moveTo>
                  <a:pt x="0" y="1"/>
                </a:moveTo>
                <a:cubicBezTo>
                  <a:pt x="51" y="1"/>
                  <a:pt x="89" y="41"/>
                  <a:pt x="89" y="92"/>
                </a:cubicBezTo>
                <a:lnTo>
                  <a:pt x="89" y="830"/>
                </a:lnTo>
                <a:cubicBezTo>
                  <a:pt x="89" y="880"/>
                  <a:pt x="51" y="920"/>
                  <a:pt x="0" y="920"/>
                </a:cubicBezTo>
                <a:lnTo>
                  <a:pt x="370" y="920"/>
                </a:lnTo>
                <a:cubicBezTo>
                  <a:pt x="420" y="920"/>
                  <a:pt x="461" y="880"/>
                  <a:pt x="461" y="830"/>
                </a:cubicBezTo>
                <a:lnTo>
                  <a:pt x="461" y="92"/>
                </a:lnTo>
                <a:cubicBezTo>
                  <a:pt x="461" y="41"/>
                  <a:pt x="419" y="1"/>
                  <a:pt x="370"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137" name="Google Shape;5137;p28"/>
          <p:cNvSpPr/>
          <p:nvPr/>
        </p:nvSpPr>
        <p:spPr>
          <a:xfrm>
            <a:off x="3031548" y="2362365"/>
            <a:ext cx="46402" cy="9906"/>
          </a:xfrm>
          <a:custGeom>
            <a:rect b="b" l="l" r="r" t="t"/>
            <a:pathLst>
              <a:path extrusionOk="0" h="279" w="1307">
                <a:moveTo>
                  <a:pt x="140" y="1"/>
                </a:moveTo>
                <a:cubicBezTo>
                  <a:pt x="64" y="1"/>
                  <a:pt x="0" y="64"/>
                  <a:pt x="0" y="139"/>
                </a:cubicBezTo>
                <a:cubicBezTo>
                  <a:pt x="0" y="215"/>
                  <a:pt x="62" y="279"/>
                  <a:pt x="140" y="279"/>
                </a:cubicBezTo>
                <a:lnTo>
                  <a:pt x="1169" y="279"/>
                </a:lnTo>
                <a:cubicBezTo>
                  <a:pt x="1245" y="279"/>
                  <a:pt x="1307" y="217"/>
                  <a:pt x="1305" y="139"/>
                </a:cubicBezTo>
                <a:cubicBezTo>
                  <a:pt x="1305" y="64"/>
                  <a:pt x="1244" y="1"/>
                  <a:pt x="1166"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138" name="Google Shape;5138;p28"/>
          <p:cNvSpPr/>
          <p:nvPr/>
        </p:nvSpPr>
        <p:spPr>
          <a:xfrm>
            <a:off x="3031548" y="2381786"/>
            <a:ext cx="46402" cy="9906"/>
          </a:xfrm>
          <a:custGeom>
            <a:rect b="b" l="l" r="r" t="t"/>
            <a:pathLst>
              <a:path extrusionOk="0" h="279" w="1307">
                <a:moveTo>
                  <a:pt x="140" y="1"/>
                </a:moveTo>
                <a:cubicBezTo>
                  <a:pt x="64" y="1"/>
                  <a:pt x="0" y="64"/>
                  <a:pt x="0" y="139"/>
                </a:cubicBezTo>
                <a:cubicBezTo>
                  <a:pt x="0" y="215"/>
                  <a:pt x="62" y="278"/>
                  <a:pt x="140" y="278"/>
                </a:cubicBezTo>
                <a:lnTo>
                  <a:pt x="1169" y="278"/>
                </a:lnTo>
                <a:cubicBezTo>
                  <a:pt x="1245" y="278"/>
                  <a:pt x="1307" y="216"/>
                  <a:pt x="1305" y="139"/>
                </a:cubicBezTo>
                <a:cubicBezTo>
                  <a:pt x="1305" y="64"/>
                  <a:pt x="1244" y="1"/>
                  <a:pt x="1166"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139" name="Google Shape;5139;p28"/>
          <p:cNvSpPr/>
          <p:nvPr/>
        </p:nvSpPr>
        <p:spPr>
          <a:xfrm>
            <a:off x="3031548" y="2401206"/>
            <a:ext cx="28118" cy="9906"/>
          </a:xfrm>
          <a:custGeom>
            <a:rect b="b" l="l" r="r" t="t"/>
            <a:pathLst>
              <a:path extrusionOk="0" h="279" w="792">
                <a:moveTo>
                  <a:pt x="140" y="0"/>
                </a:moveTo>
                <a:cubicBezTo>
                  <a:pt x="64" y="0"/>
                  <a:pt x="0" y="64"/>
                  <a:pt x="0" y="139"/>
                </a:cubicBezTo>
                <a:cubicBezTo>
                  <a:pt x="0" y="215"/>
                  <a:pt x="62" y="278"/>
                  <a:pt x="140" y="278"/>
                </a:cubicBezTo>
                <a:lnTo>
                  <a:pt x="654" y="278"/>
                </a:lnTo>
                <a:cubicBezTo>
                  <a:pt x="731" y="278"/>
                  <a:pt x="792" y="215"/>
                  <a:pt x="792" y="139"/>
                </a:cubicBezTo>
                <a:cubicBezTo>
                  <a:pt x="792" y="64"/>
                  <a:pt x="731" y="0"/>
                  <a:pt x="654"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140" name="Google Shape;5140;p28"/>
          <p:cNvSpPr/>
          <p:nvPr/>
        </p:nvSpPr>
        <p:spPr>
          <a:xfrm>
            <a:off x="2794987" y="2185343"/>
            <a:ext cx="219725" cy="301686"/>
          </a:xfrm>
          <a:custGeom>
            <a:rect b="b" l="l" r="r" t="t"/>
            <a:pathLst>
              <a:path extrusionOk="0" h="8497" w="6189">
                <a:moveTo>
                  <a:pt x="709" y="1"/>
                </a:moveTo>
                <a:cubicBezTo>
                  <a:pt x="317" y="1"/>
                  <a:pt x="1" y="317"/>
                  <a:pt x="1" y="707"/>
                </a:cubicBezTo>
                <a:lnTo>
                  <a:pt x="1" y="7790"/>
                </a:lnTo>
                <a:cubicBezTo>
                  <a:pt x="1" y="8180"/>
                  <a:pt x="317" y="8497"/>
                  <a:pt x="709" y="8497"/>
                </a:cubicBezTo>
                <a:lnTo>
                  <a:pt x="5921" y="8497"/>
                </a:lnTo>
                <a:cubicBezTo>
                  <a:pt x="6069" y="8497"/>
                  <a:pt x="6188" y="8377"/>
                  <a:pt x="6188" y="8227"/>
                </a:cubicBezTo>
                <a:lnTo>
                  <a:pt x="6188" y="268"/>
                </a:lnTo>
                <a:cubicBezTo>
                  <a:pt x="6188" y="121"/>
                  <a:pt x="6069" y="1"/>
                  <a:pt x="5921" y="1"/>
                </a:cubicBez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141" name="Google Shape;5141;p28"/>
          <p:cNvSpPr/>
          <p:nvPr/>
        </p:nvSpPr>
        <p:spPr>
          <a:xfrm>
            <a:off x="2991571" y="2185343"/>
            <a:ext cx="23148" cy="301686"/>
          </a:xfrm>
          <a:custGeom>
            <a:rect b="b" l="l" r="r" t="t"/>
            <a:pathLst>
              <a:path extrusionOk="0" h="8497" w="652">
                <a:moveTo>
                  <a:pt x="1" y="1"/>
                </a:moveTo>
                <a:cubicBezTo>
                  <a:pt x="148" y="1"/>
                  <a:pt x="269" y="121"/>
                  <a:pt x="269" y="268"/>
                </a:cubicBezTo>
                <a:lnTo>
                  <a:pt x="269" y="8229"/>
                </a:lnTo>
                <a:cubicBezTo>
                  <a:pt x="269" y="8376"/>
                  <a:pt x="148" y="8497"/>
                  <a:pt x="1" y="8497"/>
                </a:cubicBezTo>
                <a:lnTo>
                  <a:pt x="384" y="8497"/>
                </a:lnTo>
                <a:cubicBezTo>
                  <a:pt x="532" y="8497"/>
                  <a:pt x="651" y="8376"/>
                  <a:pt x="651" y="8229"/>
                </a:cubicBezTo>
                <a:lnTo>
                  <a:pt x="651" y="268"/>
                </a:lnTo>
                <a:cubicBezTo>
                  <a:pt x="651" y="121"/>
                  <a:pt x="532" y="1"/>
                  <a:pt x="384"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142" name="Google Shape;5142;p28"/>
          <p:cNvSpPr/>
          <p:nvPr/>
        </p:nvSpPr>
        <p:spPr>
          <a:xfrm>
            <a:off x="2790088" y="2185343"/>
            <a:ext cx="43668" cy="301686"/>
          </a:xfrm>
          <a:custGeom>
            <a:rect b="b" l="l" r="r" t="t"/>
            <a:pathLst>
              <a:path extrusionOk="0" h="8497" w="1230">
                <a:moveTo>
                  <a:pt x="707" y="1"/>
                </a:moveTo>
                <a:cubicBezTo>
                  <a:pt x="317" y="1"/>
                  <a:pt x="0" y="317"/>
                  <a:pt x="0" y="707"/>
                </a:cubicBezTo>
                <a:lnTo>
                  <a:pt x="0" y="7790"/>
                </a:lnTo>
                <a:cubicBezTo>
                  <a:pt x="0" y="8180"/>
                  <a:pt x="317" y="8497"/>
                  <a:pt x="707" y="8497"/>
                </a:cubicBezTo>
                <a:lnTo>
                  <a:pt x="1229" y="8497"/>
                </a:lnTo>
                <a:lnTo>
                  <a:pt x="1229" y="1"/>
                </a:lnTo>
                <a:close/>
              </a:path>
            </a:pathLst>
          </a:custGeom>
          <a:solidFill>
            <a:schemeClr val="accent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143" name="Google Shape;5143;p28"/>
          <p:cNvSpPr/>
          <p:nvPr/>
        </p:nvSpPr>
        <p:spPr>
          <a:xfrm>
            <a:off x="2820124" y="2185343"/>
            <a:ext cx="13633" cy="301686"/>
          </a:xfrm>
          <a:custGeom>
            <a:rect b="b" l="l" r="r" t="t"/>
            <a:pathLst>
              <a:path extrusionOk="0" h="8497" w="384">
                <a:moveTo>
                  <a:pt x="1" y="1"/>
                </a:moveTo>
                <a:lnTo>
                  <a:pt x="1" y="8497"/>
                </a:lnTo>
                <a:lnTo>
                  <a:pt x="383" y="8497"/>
                </a:lnTo>
                <a:lnTo>
                  <a:pt x="383" y="1"/>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144" name="Google Shape;5144;p28"/>
          <p:cNvSpPr/>
          <p:nvPr/>
        </p:nvSpPr>
        <p:spPr>
          <a:xfrm>
            <a:off x="2894966" y="2258161"/>
            <a:ext cx="37633" cy="25457"/>
          </a:xfrm>
          <a:custGeom>
            <a:rect b="b" l="l" r="r" t="t"/>
            <a:pathLst>
              <a:path extrusionOk="0" h="717" w="1060">
                <a:moveTo>
                  <a:pt x="340" y="0"/>
                </a:moveTo>
                <a:cubicBezTo>
                  <a:pt x="305" y="0"/>
                  <a:pt x="271" y="10"/>
                  <a:pt x="241" y="30"/>
                </a:cubicBezTo>
                <a:lnTo>
                  <a:pt x="109" y="121"/>
                </a:lnTo>
                <a:cubicBezTo>
                  <a:pt x="1" y="193"/>
                  <a:pt x="2" y="353"/>
                  <a:pt x="113" y="423"/>
                </a:cubicBezTo>
                <a:lnTo>
                  <a:pt x="585" y="717"/>
                </a:lnTo>
                <a:lnTo>
                  <a:pt x="1060" y="179"/>
                </a:lnTo>
                <a:lnTo>
                  <a:pt x="386" y="6"/>
                </a:lnTo>
                <a:cubicBezTo>
                  <a:pt x="371" y="2"/>
                  <a:pt x="356" y="0"/>
                  <a:pt x="340" y="0"/>
                </a:cubicBezTo>
                <a:close/>
              </a:path>
            </a:pathLst>
          </a:cu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145" name="Google Shape;5145;p28"/>
          <p:cNvSpPr/>
          <p:nvPr/>
        </p:nvSpPr>
        <p:spPr>
          <a:xfrm>
            <a:off x="2904942" y="2260966"/>
            <a:ext cx="27656" cy="22510"/>
          </a:xfrm>
          <a:custGeom>
            <a:rect b="b" l="l" r="r" t="t"/>
            <a:pathLst>
              <a:path extrusionOk="0" h="634" w="779">
                <a:moveTo>
                  <a:pt x="393" y="0"/>
                </a:moveTo>
                <a:lnTo>
                  <a:pt x="0" y="445"/>
                </a:lnTo>
                <a:lnTo>
                  <a:pt x="304" y="634"/>
                </a:lnTo>
                <a:lnTo>
                  <a:pt x="779" y="100"/>
                </a:lnTo>
                <a:lnTo>
                  <a:pt x="393" y="0"/>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146" name="Google Shape;5146;p28"/>
          <p:cNvSpPr/>
          <p:nvPr/>
        </p:nvSpPr>
        <p:spPr>
          <a:xfrm>
            <a:off x="2934162" y="2285073"/>
            <a:ext cx="25739" cy="36677"/>
          </a:xfrm>
          <a:custGeom>
            <a:rect b="b" l="l" r="r" t="t"/>
            <a:pathLst>
              <a:path extrusionOk="0" h="1033" w="725">
                <a:moveTo>
                  <a:pt x="539" y="1"/>
                </a:moveTo>
                <a:lnTo>
                  <a:pt x="0" y="475"/>
                </a:lnTo>
                <a:lnTo>
                  <a:pt x="294" y="947"/>
                </a:lnTo>
                <a:cubicBezTo>
                  <a:pt x="330" y="1004"/>
                  <a:pt x="389" y="1032"/>
                  <a:pt x="448" y="1032"/>
                </a:cubicBezTo>
                <a:cubicBezTo>
                  <a:pt x="505" y="1032"/>
                  <a:pt x="561" y="1006"/>
                  <a:pt x="596" y="953"/>
                </a:cubicBezTo>
                <a:lnTo>
                  <a:pt x="685" y="819"/>
                </a:lnTo>
                <a:cubicBezTo>
                  <a:pt x="714" y="776"/>
                  <a:pt x="724" y="724"/>
                  <a:pt x="711" y="674"/>
                </a:cubicBezTo>
                <a:lnTo>
                  <a:pt x="539" y="1"/>
                </a:lnTo>
                <a:close/>
              </a:path>
            </a:pathLst>
          </a:cu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147" name="Google Shape;5147;p28"/>
          <p:cNvSpPr/>
          <p:nvPr/>
        </p:nvSpPr>
        <p:spPr>
          <a:xfrm>
            <a:off x="2938564" y="2296825"/>
            <a:ext cx="21337" cy="24853"/>
          </a:xfrm>
          <a:custGeom>
            <a:rect b="b" l="l" r="r" t="t"/>
            <a:pathLst>
              <a:path extrusionOk="0" h="700" w="601">
                <a:moveTo>
                  <a:pt x="501" y="1"/>
                </a:moveTo>
                <a:cubicBezTo>
                  <a:pt x="494" y="26"/>
                  <a:pt x="482" y="51"/>
                  <a:pt x="466" y="75"/>
                </a:cubicBezTo>
                <a:lnTo>
                  <a:pt x="340" y="262"/>
                </a:lnTo>
                <a:cubicBezTo>
                  <a:pt x="290" y="337"/>
                  <a:pt x="210" y="374"/>
                  <a:pt x="130" y="374"/>
                </a:cubicBezTo>
                <a:cubicBezTo>
                  <a:pt x="85" y="374"/>
                  <a:pt x="40" y="363"/>
                  <a:pt x="0" y="339"/>
                </a:cubicBezTo>
                <a:lnTo>
                  <a:pt x="0" y="339"/>
                </a:lnTo>
                <a:lnTo>
                  <a:pt x="171" y="615"/>
                </a:lnTo>
                <a:cubicBezTo>
                  <a:pt x="207" y="671"/>
                  <a:pt x="267" y="700"/>
                  <a:pt x="325" y="700"/>
                </a:cubicBezTo>
                <a:cubicBezTo>
                  <a:pt x="382" y="700"/>
                  <a:pt x="438" y="674"/>
                  <a:pt x="474" y="621"/>
                </a:cubicBezTo>
                <a:lnTo>
                  <a:pt x="561" y="487"/>
                </a:lnTo>
                <a:cubicBezTo>
                  <a:pt x="590" y="445"/>
                  <a:pt x="600" y="393"/>
                  <a:pt x="589" y="342"/>
                </a:cubicBezTo>
                <a:lnTo>
                  <a:pt x="501" y="1"/>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148" name="Google Shape;5148;p28"/>
          <p:cNvSpPr/>
          <p:nvPr/>
        </p:nvSpPr>
        <p:spPr>
          <a:xfrm>
            <a:off x="2873522" y="2307512"/>
            <a:ext cx="37136" cy="35612"/>
          </a:xfrm>
          <a:custGeom>
            <a:rect b="b" l="l" r="r" t="t"/>
            <a:pathLst>
              <a:path extrusionOk="0" h="1003" w="1046">
                <a:moveTo>
                  <a:pt x="379" y="0"/>
                </a:moveTo>
                <a:cubicBezTo>
                  <a:pt x="327" y="0"/>
                  <a:pt x="276" y="17"/>
                  <a:pt x="233" y="49"/>
                </a:cubicBezTo>
                <a:lnTo>
                  <a:pt x="98" y="150"/>
                </a:lnTo>
                <a:cubicBezTo>
                  <a:pt x="0" y="223"/>
                  <a:pt x="10" y="377"/>
                  <a:pt x="120" y="435"/>
                </a:cubicBezTo>
                <a:lnTo>
                  <a:pt x="433" y="600"/>
                </a:lnTo>
                <a:lnTo>
                  <a:pt x="599" y="913"/>
                </a:lnTo>
                <a:cubicBezTo>
                  <a:pt x="630" y="972"/>
                  <a:pt x="689" y="1003"/>
                  <a:pt x="748" y="1003"/>
                </a:cubicBezTo>
                <a:cubicBezTo>
                  <a:pt x="798" y="1003"/>
                  <a:pt x="849" y="980"/>
                  <a:pt x="882" y="934"/>
                </a:cubicBezTo>
                <a:lnTo>
                  <a:pt x="983" y="799"/>
                </a:lnTo>
                <a:cubicBezTo>
                  <a:pt x="1031" y="736"/>
                  <a:pt x="1045" y="655"/>
                  <a:pt x="1022" y="580"/>
                </a:cubicBezTo>
                <a:lnTo>
                  <a:pt x="885" y="149"/>
                </a:lnTo>
                <a:lnTo>
                  <a:pt x="454" y="12"/>
                </a:lnTo>
                <a:cubicBezTo>
                  <a:pt x="429" y="4"/>
                  <a:pt x="404" y="0"/>
                  <a:pt x="379" y="0"/>
                </a:cubicBezTo>
                <a:close/>
              </a:path>
            </a:pathLst>
          </a:cu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149" name="Google Shape;5149;p28"/>
          <p:cNvSpPr/>
          <p:nvPr/>
        </p:nvSpPr>
        <p:spPr>
          <a:xfrm>
            <a:off x="2891451" y="2317914"/>
            <a:ext cx="19207" cy="25209"/>
          </a:xfrm>
          <a:custGeom>
            <a:rect b="b" l="l" r="r" t="t"/>
            <a:pathLst>
              <a:path extrusionOk="0" h="710" w="541">
                <a:moveTo>
                  <a:pt x="425" y="1"/>
                </a:moveTo>
                <a:cubicBezTo>
                  <a:pt x="419" y="60"/>
                  <a:pt x="393" y="122"/>
                  <a:pt x="354" y="174"/>
                </a:cubicBezTo>
                <a:lnTo>
                  <a:pt x="219" y="348"/>
                </a:lnTo>
                <a:cubicBezTo>
                  <a:pt x="170" y="411"/>
                  <a:pt x="100" y="443"/>
                  <a:pt x="35" y="443"/>
                </a:cubicBezTo>
                <a:cubicBezTo>
                  <a:pt x="23" y="443"/>
                  <a:pt x="12" y="442"/>
                  <a:pt x="0" y="440"/>
                </a:cubicBezTo>
                <a:lnTo>
                  <a:pt x="0" y="440"/>
                </a:lnTo>
                <a:lnTo>
                  <a:pt x="94" y="620"/>
                </a:lnTo>
                <a:cubicBezTo>
                  <a:pt x="125" y="679"/>
                  <a:pt x="184" y="709"/>
                  <a:pt x="243" y="709"/>
                </a:cubicBezTo>
                <a:cubicBezTo>
                  <a:pt x="293" y="709"/>
                  <a:pt x="344" y="687"/>
                  <a:pt x="377" y="641"/>
                </a:cubicBezTo>
                <a:lnTo>
                  <a:pt x="478" y="506"/>
                </a:lnTo>
                <a:cubicBezTo>
                  <a:pt x="526" y="443"/>
                  <a:pt x="540" y="362"/>
                  <a:pt x="514" y="289"/>
                </a:cubicBezTo>
                <a:lnTo>
                  <a:pt x="425" y="1"/>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150" name="Google Shape;5150;p28"/>
          <p:cNvSpPr/>
          <p:nvPr/>
        </p:nvSpPr>
        <p:spPr>
          <a:xfrm>
            <a:off x="2894717" y="2243960"/>
            <a:ext cx="85348" cy="77969"/>
          </a:xfrm>
          <a:custGeom>
            <a:rect b="b" l="l" r="r" t="t"/>
            <a:pathLst>
              <a:path extrusionOk="0" h="2196" w="2404">
                <a:moveTo>
                  <a:pt x="1772" y="0"/>
                </a:moveTo>
                <a:cubicBezTo>
                  <a:pt x="1672" y="0"/>
                  <a:pt x="1569" y="37"/>
                  <a:pt x="1476" y="125"/>
                </a:cubicBezTo>
                <a:cubicBezTo>
                  <a:pt x="1458" y="141"/>
                  <a:pt x="1442" y="157"/>
                  <a:pt x="1425" y="174"/>
                </a:cubicBezTo>
                <a:lnTo>
                  <a:pt x="113" y="1654"/>
                </a:lnTo>
                <a:cubicBezTo>
                  <a:pt x="1" y="1783"/>
                  <a:pt x="5" y="1977"/>
                  <a:pt x="126" y="2100"/>
                </a:cubicBezTo>
                <a:cubicBezTo>
                  <a:pt x="189" y="2163"/>
                  <a:pt x="272" y="2195"/>
                  <a:pt x="356" y="2195"/>
                </a:cubicBezTo>
                <a:cubicBezTo>
                  <a:pt x="432" y="2195"/>
                  <a:pt x="510" y="2168"/>
                  <a:pt x="572" y="2113"/>
                </a:cubicBezTo>
                <a:lnTo>
                  <a:pt x="2053" y="802"/>
                </a:lnTo>
                <a:cubicBezTo>
                  <a:pt x="2070" y="786"/>
                  <a:pt x="2087" y="769"/>
                  <a:pt x="2103" y="753"/>
                </a:cubicBezTo>
                <a:cubicBezTo>
                  <a:pt x="2403" y="433"/>
                  <a:pt x="2111" y="0"/>
                  <a:pt x="1772" y="0"/>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151" name="Google Shape;5151;p28"/>
          <p:cNvSpPr/>
          <p:nvPr/>
        </p:nvSpPr>
        <p:spPr>
          <a:xfrm>
            <a:off x="2896315" y="2245132"/>
            <a:ext cx="81975" cy="76868"/>
          </a:xfrm>
          <a:custGeom>
            <a:rect b="b" l="l" r="r" t="t"/>
            <a:pathLst>
              <a:path extrusionOk="0" h="2165" w="2309">
                <a:moveTo>
                  <a:pt x="1892" y="0"/>
                </a:moveTo>
                <a:lnTo>
                  <a:pt x="1892" y="0"/>
                </a:lnTo>
                <a:cubicBezTo>
                  <a:pt x="1967" y="148"/>
                  <a:pt x="1964" y="334"/>
                  <a:pt x="1815" y="494"/>
                </a:cubicBezTo>
                <a:cubicBezTo>
                  <a:pt x="1800" y="511"/>
                  <a:pt x="1785" y="527"/>
                  <a:pt x="1766" y="544"/>
                </a:cubicBezTo>
                <a:lnTo>
                  <a:pt x="285" y="1855"/>
                </a:lnTo>
                <a:cubicBezTo>
                  <a:pt x="225" y="1911"/>
                  <a:pt x="147" y="1937"/>
                  <a:pt x="69" y="1937"/>
                </a:cubicBezTo>
                <a:cubicBezTo>
                  <a:pt x="46" y="1937"/>
                  <a:pt x="23" y="1936"/>
                  <a:pt x="0" y="1930"/>
                </a:cubicBezTo>
                <a:lnTo>
                  <a:pt x="0" y="1930"/>
                </a:lnTo>
                <a:cubicBezTo>
                  <a:pt x="16" y="1980"/>
                  <a:pt x="43" y="2029"/>
                  <a:pt x="82" y="2070"/>
                </a:cubicBezTo>
                <a:cubicBezTo>
                  <a:pt x="145" y="2131"/>
                  <a:pt x="230" y="2165"/>
                  <a:pt x="312" y="2165"/>
                </a:cubicBezTo>
                <a:cubicBezTo>
                  <a:pt x="390" y="2165"/>
                  <a:pt x="468" y="2137"/>
                  <a:pt x="528" y="2081"/>
                </a:cubicBezTo>
                <a:lnTo>
                  <a:pt x="2009" y="770"/>
                </a:lnTo>
                <a:cubicBezTo>
                  <a:pt x="2025" y="753"/>
                  <a:pt x="2042" y="736"/>
                  <a:pt x="2058" y="720"/>
                </a:cubicBezTo>
                <a:cubicBezTo>
                  <a:pt x="2308" y="454"/>
                  <a:pt x="2147" y="110"/>
                  <a:pt x="1892"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152" name="Google Shape;5152;p28"/>
          <p:cNvSpPr/>
          <p:nvPr/>
        </p:nvSpPr>
        <p:spPr>
          <a:xfrm>
            <a:off x="2860137" y="2390236"/>
            <a:ext cx="128200" cy="38274"/>
          </a:xfrm>
          <a:custGeom>
            <a:rect b="b" l="l" r="r" t="t"/>
            <a:pathLst>
              <a:path extrusionOk="0" h="1078" w="3611">
                <a:moveTo>
                  <a:pt x="228" y="0"/>
                </a:moveTo>
                <a:cubicBezTo>
                  <a:pt x="102" y="0"/>
                  <a:pt x="0" y="101"/>
                  <a:pt x="0" y="226"/>
                </a:cubicBezTo>
                <a:lnTo>
                  <a:pt x="0" y="851"/>
                </a:lnTo>
                <a:cubicBezTo>
                  <a:pt x="0" y="976"/>
                  <a:pt x="101" y="1078"/>
                  <a:pt x="228" y="1078"/>
                </a:cubicBezTo>
                <a:lnTo>
                  <a:pt x="3385" y="1078"/>
                </a:lnTo>
                <a:cubicBezTo>
                  <a:pt x="3510" y="1078"/>
                  <a:pt x="3611" y="976"/>
                  <a:pt x="3611" y="851"/>
                </a:cubicBezTo>
                <a:lnTo>
                  <a:pt x="3611" y="226"/>
                </a:lnTo>
                <a:cubicBezTo>
                  <a:pt x="3611" y="102"/>
                  <a:pt x="3510" y="0"/>
                  <a:pt x="3385" y="0"/>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153" name="Google Shape;5153;p28"/>
          <p:cNvSpPr/>
          <p:nvPr/>
        </p:nvSpPr>
        <p:spPr>
          <a:xfrm>
            <a:off x="2966257" y="2390236"/>
            <a:ext cx="22083" cy="38274"/>
          </a:xfrm>
          <a:custGeom>
            <a:rect b="b" l="l" r="r" t="t"/>
            <a:pathLst>
              <a:path extrusionOk="0" h="1078" w="622">
                <a:moveTo>
                  <a:pt x="399" y="0"/>
                </a:moveTo>
                <a:cubicBezTo>
                  <a:pt x="398" y="0"/>
                  <a:pt x="397" y="0"/>
                  <a:pt x="396" y="0"/>
                </a:cubicBezTo>
                <a:lnTo>
                  <a:pt x="0" y="0"/>
                </a:lnTo>
                <a:cubicBezTo>
                  <a:pt x="124" y="0"/>
                  <a:pt x="226" y="101"/>
                  <a:pt x="226" y="227"/>
                </a:cubicBezTo>
                <a:lnTo>
                  <a:pt x="226" y="851"/>
                </a:lnTo>
                <a:cubicBezTo>
                  <a:pt x="226" y="976"/>
                  <a:pt x="125" y="1078"/>
                  <a:pt x="0" y="1078"/>
                </a:cubicBezTo>
                <a:lnTo>
                  <a:pt x="396" y="1078"/>
                </a:lnTo>
                <a:cubicBezTo>
                  <a:pt x="520" y="1078"/>
                  <a:pt x="622" y="977"/>
                  <a:pt x="622" y="851"/>
                </a:cubicBezTo>
                <a:lnTo>
                  <a:pt x="622" y="227"/>
                </a:lnTo>
                <a:cubicBezTo>
                  <a:pt x="622" y="102"/>
                  <a:pt x="522" y="0"/>
                  <a:pt x="399"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nvGrpSpPr>
          <p:cNvPr id="5154" name="Google Shape;5154;p28"/>
          <p:cNvGrpSpPr/>
          <p:nvPr/>
        </p:nvGrpSpPr>
        <p:grpSpPr>
          <a:xfrm>
            <a:off x="2142749" y="2188716"/>
            <a:ext cx="327024" cy="295002"/>
            <a:chOff x="2142749" y="2188716"/>
            <a:chExt cx="327024" cy="295002"/>
          </a:xfrm>
        </p:grpSpPr>
        <p:sp>
          <p:nvSpPr>
            <p:cNvPr id="5155" name="Google Shape;5155;p28"/>
            <p:cNvSpPr/>
            <p:nvPr/>
          </p:nvSpPr>
          <p:spPr>
            <a:xfrm>
              <a:off x="2275036" y="2416260"/>
              <a:ext cx="62449" cy="40618"/>
            </a:xfrm>
            <a:custGeom>
              <a:rect b="b" l="l" r="r" t="t"/>
              <a:pathLst>
                <a:path extrusionOk="0" h="1144" w="1759">
                  <a:moveTo>
                    <a:pt x="150" y="1"/>
                  </a:moveTo>
                  <a:cubicBezTo>
                    <a:pt x="150" y="1"/>
                    <a:pt x="100" y="741"/>
                    <a:pt x="1" y="1144"/>
                  </a:cubicBezTo>
                  <a:lnTo>
                    <a:pt x="1759" y="1144"/>
                  </a:lnTo>
                  <a:cubicBezTo>
                    <a:pt x="1661" y="741"/>
                    <a:pt x="1611" y="1"/>
                    <a:pt x="1611" y="1"/>
                  </a:cubicBezTo>
                  <a:close/>
                </a:path>
              </a:pathLst>
            </a:cu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156" name="Google Shape;5156;p28"/>
            <p:cNvSpPr/>
            <p:nvPr/>
          </p:nvSpPr>
          <p:spPr>
            <a:xfrm>
              <a:off x="2318244" y="2416260"/>
              <a:ext cx="19242" cy="40618"/>
            </a:xfrm>
            <a:custGeom>
              <a:rect b="b" l="l" r="r" t="t"/>
              <a:pathLst>
                <a:path extrusionOk="0" h="1144" w="542">
                  <a:moveTo>
                    <a:pt x="1" y="1"/>
                  </a:moveTo>
                  <a:cubicBezTo>
                    <a:pt x="1" y="1"/>
                    <a:pt x="51" y="741"/>
                    <a:pt x="151" y="1144"/>
                  </a:cubicBezTo>
                  <a:lnTo>
                    <a:pt x="542" y="1144"/>
                  </a:lnTo>
                  <a:cubicBezTo>
                    <a:pt x="444" y="741"/>
                    <a:pt x="394" y="1"/>
                    <a:pt x="394"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157" name="Google Shape;5157;p28"/>
            <p:cNvSpPr/>
            <p:nvPr/>
          </p:nvSpPr>
          <p:spPr>
            <a:xfrm>
              <a:off x="2208147" y="2456131"/>
              <a:ext cx="196222" cy="27587"/>
            </a:xfrm>
            <a:custGeom>
              <a:rect b="b" l="l" r="r" t="t"/>
              <a:pathLst>
                <a:path extrusionOk="0" h="777" w="5527">
                  <a:moveTo>
                    <a:pt x="589" y="0"/>
                  </a:moveTo>
                  <a:cubicBezTo>
                    <a:pt x="264" y="0"/>
                    <a:pt x="1" y="265"/>
                    <a:pt x="1" y="589"/>
                  </a:cubicBezTo>
                  <a:lnTo>
                    <a:pt x="1" y="776"/>
                  </a:lnTo>
                  <a:lnTo>
                    <a:pt x="5527" y="776"/>
                  </a:lnTo>
                  <a:lnTo>
                    <a:pt x="5527" y="589"/>
                  </a:lnTo>
                  <a:cubicBezTo>
                    <a:pt x="5527" y="264"/>
                    <a:pt x="5262" y="0"/>
                    <a:pt x="4938" y="0"/>
                  </a:cubicBezTo>
                  <a:close/>
                </a:path>
              </a:pathLst>
            </a:cu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158" name="Google Shape;5158;p28"/>
            <p:cNvSpPr/>
            <p:nvPr/>
          </p:nvSpPr>
          <p:spPr>
            <a:xfrm>
              <a:off x="2369405" y="2456131"/>
              <a:ext cx="34934" cy="27587"/>
            </a:xfrm>
            <a:custGeom>
              <a:rect b="b" l="l" r="r" t="t"/>
              <a:pathLst>
                <a:path extrusionOk="0" h="777" w="984">
                  <a:moveTo>
                    <a:pt x="0" y="0"/>
                  </a:moveTo>
                  <a:cubicBezTo>
                    <a:pt x="327" y="0"/>
                    <a:pt x="589" y="265"/>
                    <a:pt x="589" y="589"/>
                  </a:cubicBezTo>
                  <a:lnTo>
                    <a:pt x="589" y="776"/>
                  </a:lnTo>
                  <a:lnTo>
                    <a:pt x="983" y="776"/>
                  </a:lnTo>
                  <a:lnTo>
                    <a:pt x="983" y="589"/>
                  </a:lnTo>
                  <a:cubicBezTo>
                    <a:pt x="983" y="265"/>
                    <a:pt x="720" y="0"/>
                    <a:pt x="395"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159" name="Google Shape;5159;p28"/>
            <p:cNvSpPr/>
            <p:nvPr/>
          </p:nvSpPr>
          <p:spPr>
            <a:xfrm>
              <a:off x="2142749" y="2208456"/>
              <a:ext cx="327014" cy="203657"/>
            </a:xfrm>
            <a:custGeom>
              <a:rect b="b" l="l" r="r" t="t"/>
              <a:pathLst>
                <a:path extrusionOk="0" h="5736" w="9211">
                  <a:moveTo>
                    <a:pt x="339" y="0"/>
                  </a:moveTo>
                  <a:cubicBezTo>
                    <a:pt x="152" y="0"/>
                    <a:pt x="1" y="153"/>
                    <a:pt x="1" y="340"/>
                  </a:cubicBezTo>
                  <a:lnTo>
                    <a:pt x="1" y="5396"/>
                  </a:lnTo>
                  <a:cubicBezTo>
                    <a:pt x="1" y="5585"/>
                    <a:pt x="152" y="5736"/>
                    <a:pt x="339" y="5736"/>
                  </a:cubicBezTo>
                  <a:lnTo>
                    <a:pt x="8872" y="5736"/>
                  </a:lnTo>
                  <a:cubicBezTo>
                    <a:pt x="9060" y="5736"/>
                    <a:pt x="9211" y="5585"/>
                    <a:pt x="9211" y="5396"/>
                  </a:cubicBezTo>
                  <a:lnTo>
                    <a:pt x="9211" y="340"/>
                  </a:lnTo>
                  <a:cubicBezTo>
                    <a:pt x="9211" y="151"/>
                    <a:pt x="9060" y="0"/>
                    <a:pt x="8872" y="0"/>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160" name="Google Shape;5160;p28"/>
            <p:cNvSpPr/>
            <p:nvPr/>
          </p:nvSpPr>
          <p:spPr>
            <a:xfrm>
              <a:off x="2444601" y="2203983"/>
              <a:ext cx="25171" cy="213598"/>
            </a:xfrm>
            <a:custGeom>
              <a:rect b="b" l="l" r="r" t="t"/>
              <a:pathLst>
                <a:path extrusionOk="0" h="6016" w="709">
                  <a:moveTo>
                    <a:pt x="1" y="1"/>
                  </a:moveTo>
                  <a:cubicBezTo>
                    <a:pt x="188" y="1"/>
                    <a:pt x="339" y="152"/>
                    <a:pt x="339" y="339"/>
                  </a:cubicBezTo>
                  <a:lnTo>
                    <a:pt x="339" y="5678"/>
                  </a:lnTo>
                  <a:cubicBezTo>
                    <a:pt x="339" y="5865"/>
                    <a:pt x="186" y="6016"/>
                    <a:pt x="1" y="6016"/>
                  </a:cubicBezTo>
                  <a:lnTo>
                    <a:pt x="370" y="6016"/>
                  </a:lnTo>
                  <a:cubicBezTo>
                    <a:pt x="558" y="6016"/>
                    <a:pt x="709" y="5865"/>
                    <a:pt x="709" y="5678"/>
                  </a:cubicBezTo>
                  <a:lnTo>
                    <a:pt x="709" y="339"/>
                  </a:lnTo>
                  <a:cubicBezTo>
                    <a:pt x="709" y="153"/>
                    <a:pt x="558" y="1"/>
                    <a:pt x="370" y="1"/>
                  </a:cubicBezTo>
                  <a:close/>
                </a:path>
              </a:pathLst>
            </a:custGeom>
            <a:solidFill>
              <a:srgbClr val="D9E7E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161" name="Google Shape;5161;p28"/>
            <p:cNvSpPr/>
            <p:nvPr/>
          </p:nvSpPr>
          <p:spPr>
            <a:xfrm>
              <a:off x="2142749" y="2382567"/>
              <a:ext cx="327014" cy="35079"/>
            </a:xfrm>
            <a:custGeom>
              <a:rect b="b" l="l" r="r" t="t"/>
              <a:pathLst>
                <a:path extrusionOk="0" h="988" w="9211">
                  <a:moveTo>
                    <a:pt x="1" y="0"/>
                  </a:moveTo>
                  <a:lnTo>
                    <a:pt x="1" y="649"/>
                  </a:lnTo>
                  <a:cubicBezTo>
                    <a:pt x="1" y="836"/>
                    <a:pt x="152" y="987"/>
                    <a:pt x="339" y="987"/>
                  </a:cubicBezTo>
                  <a:lnTo>
                    <a:pt x="8872" y="987"/>
                  </a:lnTo>
                  <a:cubicBezTo>
                    <a:pt x="9060" y="987"/>
                    <a:pt x="9211" y="836"/>
                    <a:pt x="9211" y="649"/>
                  </a:cubicBezTo>
                  <a:lnTo>
                    <a:pt x="9211" y="0"/>
                  </a:lnTo>
                  <a:close/>
                </a:path>
              </a:pathLst>
            </a:cu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162" name="Google Shape;5162;p28"/>
            <p:cNvSpPr/>
            <p:nvPr/>
          </p:nvSpPr>
          <p:spPr>
            <a:xfrm>
              <a:off x="2444601" y="2382567"/>
              <a:ext cx="25171" cy="35008"/>
            </a:xfrm>
            <a:custGeom>
              <a:rect b="b" l="l" r="r" t="t"/>
              <a:pathLst>
                <a:path extrusionOk="0" h="986" w="709">
                  <a:moveTo>
                    <a:pt x="339" y="0"/>
                  </a:moveTo>
                  <a:lnTo>
                    <a:pt x="339" y="648"/>
                  </a:lnTo>
                  <a:cubicBezTo>
                    <a:pt x="339" y="835"/>
                    <a:pt x="186" y="986"/>
                    <a:pt x="1" y="986"/>
                  </a:cubicBezTo>
                  <a:lnTo>
                    <a:pt x="370" y="986"/>
                  </a:lnTo>
                  <a:cubicBezTo>
                    <a:pt x="558" y="986"/>
                    <a:pt x="709" y="835"/>
                    <a:pt x="709" y="648"/>
                  </a:cubicBezTo>
                  <a:lnTo>
                    <a:pt x="709" y="0"/>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163" name="Google Shape;5163;p28"/>
            <p:cNvSpPr/>
            <p:nvPr/>
          </p:nvSpPr>
          <p:spPr>
            <a:xfrm>
              <a:off x="2251852" y="2252516"/>
              <a:ext cx="108780" cy="108823"/>
            </a:xfrm>
            <a:custGeom>
              <a:rect b="b" l="l" r="r" t="t"/>
              <a:pathLst>
                <a:path extrusionOk="0" h="3065" w="3064">
                  <a:moveTo>
                    <a:pt x="156" y="1"/>
                  </a:moveTo>
                  <a:cubicBezTo>
                    <a:pt x="71" y="1"/>
                    <a:pt x="0" y="70"/>
                    <a:pt x="0" y="156"/>
                  </a:cubicBezTo>
                  <a:lnTo>
                    <a:pt x="0" y="2909"/>
                  </a:lnTo>
                  <a:cubicBezTo>
                    <a:pt x="0" y="2994"/>
                    <a:pt x="69" y="3065"/>
                    <a:pt x="156" y="3065"/>
                  </a:cubicBezTo>
                  <a:lnTo>
                    <a:pt x="2908" y="3065"/>
                  </a:lnTo>
                  <a:cubicBezTo>
                    <a:pt x="2993" y="3065"/>
                    <a:pt x="3064" y="2996"/>
                    <a:pt x="3064" y="2909"/>
                  </a:cubicBezTo>
                  <a:lnTo>
                    <a:pt x="3064" y="156"/>
                  </a:lnTo>
                  <a:cubicBezTo>
                    <a:pt x="3064" y="71"/>
                    <a:pt x="2995" y="1"/>
                    <a:pt x="2908" y="1"/>
                  </a:cubicBezTo>
                  <a:close/>
                </a:path>
              </a:pathLst>
            </a:custGeom>
            <a:solidFill>
              <a:srgbClr val="F5F8F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164" name="Google Shape;5164;p28"/>
            <p:cNvSpPr/>
            <p:nvPr/>
          </p:nvSpPr>
          <p:spPr>
            <a:xfrm>
              <a:off x="2251852" y="2252516"/>
              <a:ext cx="108780" cy="108823"/>
            </a:xfrm>
            <a:custGeom>
              <a:rect b="b" l="l" r="r" t="t"/>
              <a:pathLst>
                <a:path extrusionOk="0" h="3065" w="3064">
                  <a:moveTo>
                    <a:pt x="156" y="1"/>
                  </a:moveTo>
                  <a:cubicBezTo>
                    <a:pt x="71" y="1"/>
                    <a:pt x="0" y="70"/>
                    <a:pt x="0" y="156"/>
                  </a:cubicBezTo>
                  <a:lnTo>
                    <a:pt x="0" y="2909"/>
                  </a:lnTo>
                  <a:cubicBezTo>
                    <a:pt x="0" y="2994"/>
                    <a:pt x="69" y="3065"/>
                    <a:pt x="156" y="3065"/>
                  </a:cubicBezTo>
                  <a:lnTo>
                    <a:pt x="2908" y="3065"/>
                  </a:lnTo>
                  <a:cubicBezTo>
                    <a:pt x="2993" y="3065"/>
                    <a:pt x="3064" y="2996"/>
                    <a:pt x="3064" y="2909"/>
                  </a:cubicBezTo>
                  <a:lnTo>
                    <a:pt x="3064" y="156"/>
                  </a:lnTo>
                  <a:cubicBezTo>
                    <a:pt x="3064" y="71"/>
                    <a:pt x="2995" y="1"/>
                    <a:pt x="2908"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165" name="Google Shape;5165;p28"/>
            <p:cNvSpPr/>
            <p:nvPr/>
          </p:nvSpPr>
          <p:spPr>
            <a:xfrm>
              <a:off x="2341960" y="2252516"/>
              <a:ext cx="18674" cy="108823"/>
            </a:xfrm>
            <a:custGeom>
              <a:rect b="b" l="l" r="r" t="t"/>
              <a:pathLst>
                <a:path extrusionOk="0" h="3065" w="526">
                  <a:moveTo>
                    <a:pt x="1" y="1"/>
                  </a:moveTo>
                  <a:cubicBezTo>
                    <a:pt x="86" y="1"/>
                    <a:pt x="155" y="70"/>
                    <a:pt x="155" y="156"/>
                  </a:cubicBezTo>
                  <a:lnTo>
                    <a:pt x="155" y="2909"/>
                  </a:lnTo>
                  <a:cubicBezTo>
                    <a:pt x="155" y="2994"/>
                    <a:pt x="87" y="3065"/>
                    <a:pt x="1" y="3065"/>
                  </a:cubicBezTo>
                  <a:lnTo>
                    <a:pt x="370" y="3065"/>
                  </a:lnTo>
                  <a:cubicBezTo>
                    <a:pt x="455" y="3065"/>
                    <a:pt x="526" y="2996"/>
                    <a:pt x="526" y="2909"/>
                  </a:cubicBezTo>
                  <a:lnTo>
                    <a:pt x="526" y="156"/>
                  </a:lnTo>
                  <a:cubicBezTo>
                    <a:pt x="526" y="71"/>
                    <a:pt x="455" y="1"/>
                    <a:pt x="370"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166" name="Google Shape;5166;p28"/>
            <p:cNvSpPr/>
            <p:nvPr/>
          </p:nvSpPr>
          <p:spPr>
            <a:xfrm>
              <a:off x="2142749" y="2203983"/>
              <a:ext cx="327014" cy="27339"/>
            </a:xfrm>
            <a:custGeom>
              <a:rect b="b" l="l" r="r" t="t"/>
              <a:pathLst>
                <a:path extrusionOk="0" h="770" w="9211">
                  <a:moveTo>
                    <a:pt x="339" y="1"/>
                  </a:moveTo>
                  <a:cubicBezTo>
                    <a:pt x="152" y="1"/>
                    <a:pt x="1" y="152"/>
                    <a:pt x="1" y="339"/>
                  </a:cubicBezTo>
                  <a:lnTo>
                    <a:pt x="1" y="769"/>
                  </a:lnTo>
                  <a:lnTo>
                    <a:pt x="9211" y="769"/>
                  </a:lnTo>
                  <a:lnTo>
                    <a:pt x="9211" y="339"/>
                  </a:lnTo>
                  <a:cubicBezTo>
                    <a:pt x="9211" y="153"/>
                    <a:pt x="9060" y="1"/>
                    <a:pt x="8872" y="1"/>
                  </a:cubicBezTo>
                  <a:close/>
                </a:path>
              </a:pathLst>
            </a:cu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167" name="Google Shape;5167;p28"/>
            <p:cNvSpPr/>
            <p:nvPr/>
          </p:nvSpPr>
          <p:spPr>
            <a:xfrm>
              <a:off x="2444601" y="2203983"/>
              <a:ext cx="25171" cy="27339"/>
            </a:xfrm>
            <a:custGeom>
              <a:rect b="b" l="l" r="r" t="t"/>
              <a:pathLst>
                <a:path extrusionOk="0" h="770" w="709">
                  <a:moveTo>
                    <a:pt x="1" y="1"/>
                  </a:moveTo>
                  <a:cubicBezTo>
                    <a:pt x="188" y="1"/>
                    <a:pt x="339" y="152"/>
                    <a:pt x="339" y="339"/>
                  </a:cubicBezTo>
                  <a:lnTo>
                    <a:pt x="339" y="769"/>
                  </a:lnTo>
                  <a:lnTo>
                    <a:pt x="709" y="769"/>
                  </a:lnTo>
                  <a:lnTo>
                    <a:pt x="709" y="339"/>
                  </a:lnTo>
                  <a:cubicBezTo>
                    <a:pt x="709" y="153"/>
                    <a:pt x="558" y="1"/>
                    <a:pt x="370"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168" name="Google Shape;5168;p28"/>
            <p:cNvSpPr/>
            <p:nvPr/>
          </p:nvSpPr>
          <p:spPr>
            <a:xfrm>
              <a:off x="2385949" y="2231321"/>
              <a:ext cx="83821" cy="86916"/>
            </a:xfrm>
            <a:custGeom>
              <a:rect b="b" l="l" r="r" t="t"/>
              <a:pathLst>
                <a:path extrusionOk="0" h="2448" w="2361">
                  <a:moveTo>
                    <a:pt x="1" y="1"/>
                  </a:moveTo>
                  <a:lnTo>
                    <a:pt x="1" y="2447"/>
                  </a:lnTo>
                  <a:lnTo>
                    <a:pt x="2361" y="2447"/>
                  </a:lnTo>
                  <a:lnTo>
                    <a:pt x="2361" y="1"/>
                  </a:lnTo>
                  <a:close/>
                </a:path>
              </a:pathLst>
            </a:cu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169" name="Google Shape;5169;p28"/>
            <p:cNvSpPr/>
            <p:nvPr/>
          </p:nvSpPr>
          <p:spPr>
            <a:xfrm>
              <a:off x="2456602" y="2231321"/>
              <a:ext cx="13171" cy="86916"/>
            </a:xfrm>
            <a:custGeom>
              <a:rect b="b" l="l" r="r" t="t"/>
              <a:pathLst>
                <a:path extrusionOk="0" h="2448" w="371">
                  <a:moveTo>
                    <a:pt x="1" y="1"/>
                  </a:moveTo>
                  <a:lnTo>
                    <a:pt x="1" y="2447"/>
                  </a:lnTo>
                  <a:lnTo>
                    <a:pt x="371" y="2447"/>
                  </a:lnTo>
                  <a:lnTo>
                    <a:pt x="371" y="1"/>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170" name="Google Shape;5170;p28"/>
            <p:cNvSpPr/>
            <p:nvPr/>
          </p:nvSpPr>
          <p:spPr>
            <a:xfrm>
              <a:off x="2385949" y="2318198"/>
              <a:ext cx="83821" cy="64406"/>
            </a:xfrm>
            <a:custGeom>
              <a:rect b="b" l="l" r="r" t="t"/>
              <a:pathLst>
                <a:path extrusionOk="0" h="1814" w="2361">
                  <a:moveTo>
                    <a:pt x="1" y="0"/>
                  </a:moveTo>
                  <a:lnTo>
                    <a:pt x="1" y="1813"/>
                  </a:lnTo>
                  <a:lnTo>
                    <a:pt x="2361" y="1813"/>
                  </a:lnTo>
                  <a:lnTo>
                    <a:pt x="2361" y="0"/>
                  </a:ln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171" name="Google Shape;5171;p28"/>
            <p:cNvSpPr/>
            <p:nvPr/>
          </p:nvSpPr>
          <p:spPr>
            <a:xfrm>
              <a:off x="2456602" y="2318198"/>
              <a:ext cx="13171" cy="64406"/>
            </a:xfrm>
            <a:custGeom>
              <a:rect b="b" l="l" r="r" t="t"/>
              <a:pathLst>
                <a:path extrusionOk="0" h="1814" w="371">
                  <a:moveTo>
                    <a:pt x="1" y="0"/>
                  </a:moveTo>
                  <a:lnTo>
                    <a:pt x="1" y="1813"/>
                  </a:lnTo>
                  <a:lnTo>
                    <a:pt x="371" y="1813"/>
                  </a:lnTo>
                  <a:lnTo>
                    <a:pt x="371" y="0"/>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172" name="Google Shape;5172;p28"/>
            <p:cNvSpPr/>
            <p:nvPr/>
          </p:nvSpPr>
          <p:spPr>
            <a:xfrm>
              <a:off x="2396991" y="2336483"/>
              <a:ext cx="17148" cy="9835"/>
            </a:xfrm>
            <a:custGeom>
              <a:rect b="b" l="l" r="r" t="t"/>
              <a:pathLst>
                <a:path extrusionOk="0" h="277" w="483">
                  <a:moveTo>
                    <a:pt x="140" y="0"/>
                  </a:moveTo>
                  <a:cubicBezTo>
                    <a:pt x="64" y="0"/>
                    <a:pt x="0" y="61"/>
                    <a:pt x="0" y="138"/>
                  </a:cubicBezTo>
                  <a:cubicBezTo>
                    <a:pt x="0" y="213"/>
                    <a:pt x="62" y="277"/>
                    <a:pt x="140" y="277"/>
                  </a:cubicBezTo>
                  <a:lnTo>
                    <a:pt x="344" y="277"/>
                  </a:lnTo>
                  <a:cubicBezTo>
                    <a:pt x="421" y="277"/>
                    <a:pt x="483" y="213"/>
                    <a:pt x="483" y="138"/>
                  </a:cubicBezTo>
                  <a:cubicBezTo>
                    <a:pt x="483" y="62"/>
                    <a:pt x="422" y="0"/>
                    <a:pt x="344"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173" name="Google Shape;5173;p28"/>
            <p:cNvSpPr/>
            <p:nvPr/>
          </p:nvSpPr>
          <p:spPr>
            <a:xfrm>
              <a:off x="2420708" y="2336483"/>
              <a:ext cx="38094" cy="9835"/>
            </a:xfrm>
            <a:custGeom>
              <a:rect b="b" l="l" r="r" t="t"/>
              <a:pathLst>
                <a:path extrusionOk="0" h="277" w="1073">
                  <a:moveTo>
                    <a:pt x="138" y="0"/>
                  </a:moveTo>
                  <a:cubicBezTo>
                    <a:pt x="64" y="0"/>
                    <a:pt x="0" y="61"/>
                    <a:pt x="0" y="138"/>
                  </a:cubicBezTo>
                  <a:cubicBezTo>
                    <a:pt x="0" y="213"/>
                    <a:pt x="62" y="277"/>
                    <a:pt x="138" y="277"/>
                  </a:cubicBezTo>
                  <a:lnTo>
                    <a:pt x="934" y="277"/>
                  </a:lnTo>
                  <a:cubicBezTo>
                    <a:pt x="1009" y="277"/>
                    <a:pt x="1072" y="213"/>
                    <a:pt x="1072" y="138"/>
                  </a:cubicBezTo>
                  <a:cubicBezTo>
                    <a:pt x="1072" y="62"/>
                    <a:pt x="1012" y="0"/>
                    <a:pt x="934"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174" name="Google Shape;5174;p28"/>
            <p:cNvSpPr/>
            <p:nvPr/>
          </p:nvSpPr>
          <p:spPr>
            <a:xfrm>
              <a:off x="2396991" y="2354448"/>
              <a:ext cx="17148" cy="9870"/>
            </a:xfrm>
            <a:custGeom>
              <a:rect b="b" l="l" r="r" t="t"/>
              <a:pathLst>
                <a:path extrusionOk="0" h="278" w="483">
                  <a:moveTo>
                    <a:pt x="140" y="1"/>
                  </a:moveTo>
                  <a:cubicBezTo>
                    <a:pt x="64" y="1"/>
                    <a:pt x="0" y="61"/>
                    <a:pt x="0" y="139"/>
                  </a:cubicBezTo>
                  <a:cubicBezTo>
                    <a:pt x="0" y="215"/>
                    <a:pt x="62" y="277"/>
                    <a:pt x="140" y="277"/>
                  </a:cubicBezTo>
                  <a:lnTo>
                    <a:pt x="344" y="277"/>
                  </a:lnTo>
                  <a:cubicBezTo>
                    <a:pt x="421" y="277"/>
                    <a:pt x="483" y="217"/>
                    <a:pt x="483" y="139"/>
                  </a:cubicBezTo>
                  <a:cubicBezTo>
                    <a:pt x="483" y="64"/>
                    <a:pt x="422" y="1"/>
                    <a:pt x="344"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175" name="Google Shape;5175;p28"/>
            <p:cNvSpPr/>
            <p:nvPr/>
          </p:nvSpPr>
          <p:spPr>
            <a:xfrm>
              <a:off x="2420708" y="2354448"/>
              <a:ext cx="38094" cy="9870"/>
            </a:xfrm>
            <a:custGeom>
              <a:rect b="b" l="l" r="r" t="t"/>
              <a:pathLst>
                <a:path extrusionOk="0" h="278" w="1073">
                  <a:moveTo>
                    <a:pt x="138" y="1"/>
                  </a:moveTo>
                  <a:cubicBezTo>
                    <a:pt x="64" y="1"/>
                    <a:pt x="0" y="61"/>
                    <a:pt x="0" y="139"/>
                  </a:cubicBezTo>
                  <a:cubicBezTo>
                    <a:pt x="0" y="215"/>
                    <a:pt x="62" y="277"/>
                    <a:pt x="138" y="277"/>
                  </a:cubicBezTo>
                  <a:lnTo>
                    <a:pt x="934" y="277"/>
                  </a:lnTo>
                  <a:cubicBezTo>
                    <a:pt x="1009" y="277"/>
                    <a:pt x="1072" y="217"/>
                    <a:pt x="1072" y="139"/>
                  </a:cubicBezTo>
                  <a:cubicBezTo>
                    <a:pt x="1072" y="64"/>
                    <a:pt x="1012" y="1"/>
                    <a:pt x="934"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176" name="Google Shape;5176;p28"/>
            <p:cNvSpPr/>
            <p:nvPr/>
          </p:nvSpPr>
          <p:spPr>
            <a:xfrm>
              <a:off x="2396991" y="2244244"/>
              <a:ext cx="61810" cy="9870"/>
            </a:xfrm>
            <a:custGeom>
              <a:rect b="b" l="l" r="r" t="t"/>
              <a:pathLst>
                <a:path extrusionOk="0" h="278" w="1741">
                  <a:moveTo>
                    <a:pt x="139" y="1"/>
                  </a:moveTo>
                  <a:cubicBezTo>
                    <a:pt x="64" y="1"/>
                    <a:pt x="0" y="63"/>
                    <a:pt x="0" y="139"/>
                  </a:cubicBezTo>
                  <a:cubicBezTo>
                    <a:pt x="0" y="214"/>
                    <a:pt x="62" y="277"/>
                    <a:pt x="139" y="277"/>
                  </a:cubicBezTo>
                  <a:lnTo>
                    <a:pt x="1602" y="277"/>
                  </a:lnTo>
                  <a:cubicBezTo>
                    <a:pt x="1677" y="277"/>
                    <a:pt x="1740" y="214"/>
                    <a:pt x="1740" y="139"/>
                  </a:cubicBezTo>
                  <a:cubicBezTo>
                    <a:pt x="1740" y="63"/>
                    <a:pt x="1680" y="1"/>
                    <a:pt x="1602"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177" name="Google Shape;5177;p28"/>
            <p:cNvSpPr/>
            <p:nvPr/>
          </p:nvSpPr>
          <p:spPr>
            <a:xfrm>
              <a:off x="2396991" y="2261250"/>
              <a:ext cx="61810" cy="9906"/>
            </a:xfrm>
            <a:custGeom>
              <a:rect b="b" l="l" r="r" t="t"/>
              <a:pathLst>
                <a:path extrusionOk="0" h="279" w="1741">
                  <a:moveTo>
                    <a:pt x="139" y="1"/>
                  </a:moveTo>
                  <a:cubicBezTo>
                    <a:pt x="64" y="1"/>
                    <a:pt x="0" y="63"/>
                    <a:pt x="0" y="141"/>
                  </a:cubicBezTo>
                  <a:cubicBezTo>
                    <a:pt x="0" y="215"/>
                    <a:pt x="62" y="279"/>
                    <a:pt x="139" y="279"/>
                  </a:cubicBezTo>
                  <a:lnTo>
                    <a:pt x="1602" y="279"/>
                  </a:lnTo>
                  <a:cubicBezTo>
                    <a:pt x="1677" y="279"/>
                    <a:pt x="1740" y="217"/>
                    <a:pt x="1740" y="141"/>
                  </a:cubicBezTo>
                  <a:cubicBezTo>
                    <a:pt x="1740" y="64"/>
                    <a:pt x="1680" y="1"/>
                    <a:pt x="1602"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178" name="Google Shape;5178;p28"/>
            <p:cNvSpPr/>
            <p:nvPr/>
          </p:nvSpPr>
          <p:spPr>
            <a:xfrm>
              <a:off x="2430897" y="2278399"/>
              <a:ext cx="27905" cy="9870"/>
            </a:xfrm>
            <a:custGeom>
              <a:rect b="b" l="l" r="r" t="t"/>
              <a:pathLst>
                <a:path extrusionOk="0" h="278" w="786">
                  <a:moveTo>
                    <a:pt x="139" y="0"/>
                  </a:moveTo>
                  <a:cubicBezTo>
                    <a:pt x="64" y="0"/>
                    <a:pt x="1" y="63"/>
                    <a:pt x="1" y="140"/>
                  </a:cubicBezTo>
                  <a:cubicBezTo>
                    <a:pt x="1" y="214"/>
                    <a:pt x="63" y="278"/>
                    <a:pt x="139" y="278"/>
                  </a:cubicBezTo>
                  <a:lnTo>
                    <a:pt x="647" y="278"/>
                  </a:lnTo>
                  <a:cubicBezTo>
                    <a:pt x="722" y="278"/>
                    <a:pt x="785" y="214"/>
                    <a:pt x="785" y="140"/>
                  </a:cubicBezTo>
                  <a:cubicBezTo>
                    <a:pt x="785" y="63"/>
                    <a:pt x="725" y="0"/>
                    <a:pt x="647"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179" name="Google Shape;5179;p28"/>
            <p:cNvSpPr/>
            <p:nvPr/>
          </p:nvSpPr>
          <p:spPr>
            <a:xfrm>
              <a:off x="2396956" y="2278399"/>
              <a:ext cx="21017" cy="9870"/>
            </a:xfrm>
            <a:custGeom>
              <a:rect b="b" l="l" r="r" t="t"/>
              <a:pathLst>
                <a:path extrusionOk="0" h="278" w="592">
                  <a:moveTo>
                    <a:pt x="138" y="0"/>
                  </a:moveTo>
                  <a:cubicBezTo>
                    <a:pt x="63" y="0"/>
                    <a:pt x="0" y="63"/>
                    <a:pt x="0" y="140"/>
                  </a:cubicBezTo>
                  <a:cubicBezTo>
                    <a:pt x="0" y="214"/>
                    <a:pt x="62" y="278"/>
                    <a:pt x="138" y="278"/>
                  </a:cubicBezTo>
                  <a:lnTo>
                    <a:pt x="453" y="278"/>
                  </a:lnTo>
                  <a:cubicBezTo>
                    <a:pt x="531" y="278"/>
                    <a:pt x="591" y="214"/>
                    <a:pt x="591" y="140"/>
                  </a:cubicBezTo>
                  <a:cubicBezTo>
                    <a:pt x="591" y="63"/>
                    <a:pt x="531" y="0"/>
                    <a:pt x="453"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180" name="Google Shape;5180;p28"/>
            <p:cNvSpPr/>
            <p:nvPr/>
          </p:nvSpPr>
          <p:spPr>
            <a:xfrm>
              <a:off x="2396991" y="2295440"/>
              <a:ext cx="61810" cy="9906"/>
            </a:xfrm>
            <a:custGeom>
              <a:rect b="b" l="l" r="r" t="t"/>
              <a:pathLst>
                <a:path extrusionOk="0" h="279" w="1741">
                  <a:moveTo>
                    <a:pt x="139" y="1"/>
                  </a:moveTo>
                  <a:cubicBezTo>
                    <a:pt x="64" y="1"/>
                    <a:pt x="0" y="63"/>
                    <a:pt x="0" y="139"/>
                  </a:cubicBezTo>
                  <a:cubicBezTo>
                    <a:pt x="0" y="215"/>
                    <a:pt x="62" y="278"/>
                    <a:pt x="139" y="278"/>
                  </a:cubicBezTo>
                  <a:lnTo>
                    <a:pt x="1602" y="278"/>
                  </a:lnTo>
                  <a:cubicBezTo>
                    <a:pt x="1677" y="278"/>
                    <a:pt x="1740" y="217"/>
                    <a:pt x="1740" y="139"/>
                  </a:cubicBezTo>
                  <a:cubicBezTo>
                    <a:pt x="1740" y="64"/>
                    <a:pt x="1680" y="1"/>
                    <a:pt x="1602"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181" name="Google Shape;5181;p28"/>
            <p:cNvSpPr/>
            <p:nvPr/>
          </p:nvSpPr>
          <p:spPr>
            <a:xfrm>
              <a:off x="2167744" y="2188716"/>
              <a:ext cx="58721" cy="172625"/>
            </a:xfrm>
            <a:custGeom>
              <a:rect b="b" l="l" r="r" t="t"/>
              <a:pathLst>
                <a:path extrusionOk="0" h="4862" w="1654">
                  <a:moveTo>
                    <a:pt x="74" y="1"/>
                  </a:moveTo>
                  <a:cubicBezTo>
                    <a:pt x="35" y="1"/>
                    <a:pt x="1" y="34"/>
                    <a:pt x="1" y="74"/>
                  </a:cubicBezTo>
                  <a:lnTo>
                    <a:pt x="1" y="4787"/>
                  </a:lnTo>
                  <a:cubicBezTo>
                    <a:pt x="1" y="4827"/>
                    <a:pt x="32" y="4862"/>
                    <a:pt x="74" y="4862"/>
                  </a:cubicBezTo>
                  <a:lnTo>
                    <a:pt x="1579" y="4862"/>
                  </a:lnTo>
                  <a:cubicBezTo>
                    <a:pt x="1621" y="4862"/>
                    <a:pt x="1654" y="4828"/>
                    <a:pt x="1654" y="4787"/>
                  </a:cubicBezTo>
                  <a:lnTo>
                    <a:pt x="1654" y="74"/>
                  </a:lnTo>
                  <a:cubicBezTo>
                    <a:pt x="1654" y="35"/>
                    <a:pt x="1621" y="1"/>
                    <a:pt x="1579" y="1"/>
                  </a:cubicBezTo>
                  <a:close/>
                </a:path>
              </a:pathLst>
            </a:cu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182" name="Google Shape;5182;p28"/>
            <p:cNvSpPr/>
            <p:nvPr/>
          </p:nvSpPr>
          <p:spPr>
            <a:xfrm>
              <a:off x="2210668" y="2188716"/>
              <a:ext cx="15799" cy="172625"/>
            </a:xfrm>
            <a:custGeom>
              <a:rect b="b" l="l" r="r" t="t"/>
              <a:pathLst>
                <a:path extrusionOk="0" h="4862" w="445">
                  <a:moveTo>
                    <a:pt x="0" y="1"/>
                  </a:moveTo>
                  <a:cubicBezTo>
                    <a:pt x="42" y="1"/>
                    <a:pt x="74" y="34"/>
                    <a:pt x="74" y="75"/>
                  </a:cubicBezTo>
                  <a:lnTo>
                    <a:pt x="74" y="4788"/>
                  </a:lnTo>
                  <a:cubicBezTo>
                    <a:pt x="74" y="4827"/>
                    <a:pt x="42" y="4862"/>
                    <a:pt x="0" y="4862"/>
                  </a:cubicBezTo>
                  <a:lnTo>
                    <a:pt x="370" y="4862"/>
                  </a:lnTo>
                  <a:cubicBezTo>
                    <a:pt x="410" y="4862"/>
                    <a:pt x="445" y="4828"/>
                    <a:pt x="445" y="4788"/>
                  </a:cubicBezTo>
                  <a:lnTo>
                    <a:pt x="445" y="75"/>
                  </a:lnTo>
                  <a:cubicBezTo>
                    <a:pt x="445" y="35"/>
                    <a:pt x="412" y="1"/>
                    <a:pt x="370"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183" name="Google Shape;5183;p28"/>
            <p:cNvSpPr/>
            <p:nvPr/>
          </p:nvSpPr>
          <p:spPr>
            <a:xfrm>
              <a:off x="2167779" y="2188858"/>
              <a:ext cx="58757" cy="172448"/>
            </a:xfrm>
            <a:custGeom>
              <a:rect b="b" l="l" r="r" t="t"/>
              <a:pathLst>
                <a:path extrusionOk="0" h="4857" w="1655">
                  <a:moveTo>
                    <a:pt x="689" y="1"/>
                  </a:moveTo>
                  <a:lnTo>
                    <a:pt x="689" y="671"/>
                  </a:lnTo>
                  <a:lnTo>
                    <a:pt x="1" y="671"/>
                  </a:lnTo>
                  <a:lnTo>
                    <a:pt x="1" y="948"/>
                  </a:lnTo>
                  <a:lnTo>
                    <a:pt x="689" y="948"/>
                  </a:lnTo>
                  <a:lnTo>
                    <a:pt x="689" y="1482"/>
                  </a:lnTo>
                  <a:lnTo>
                    <a:pt x="1" y="1482"/>
                  </a:lnTo>
                  <a:lnTo>
                    <a:pt x="1" y="1758"/>
                  </a:lnTo>
                  <a:lnTo>
                    <a:pt x="689" y="1758"/>
                  </a:lnTo>
                  <a:lnTo>
                    <a:pt x="689" y="2290"/>
                  </a:lnTo>
                  <a:lnTo>
                    <a:pt x="1" y="2290"/>
                  </a:lnTo>
                  <a:lnTo>
                    <a:pt x="1" y="2567"/>
                  </a:lnTo>
                  <a:lnTo>
                    <a:pt x="689" y="2567"/>
                  </a:lnTo>
                  <a:lnTo>
                    <a:pt x="689" y="3101"/>
                  </a:lnTo>
                  <a:lnTo>
                    <a:pt x="1" y="3101"/>
                  </a:lnTo>
                  <a:lnTo>
                    <a:pt x="1" y="3377"/>
                  </a:lnTo>
                  <a:lnTo>
                    <a:pt x="689" y="3377"/>
                  </a:lnTo>
                  <a:lnTo>
                    <a:pt x="689" y="3909"/>
                  </a:lnTo>
                  <a:lnTo>
                    <a:pt x="1" y="3909"/>
                  </a:lnTo>
                  <a:lnTo>
                    <a:pt x="1" y="4184"/>
                  </a:lnTo>
                  <a:lnTo>
                    <a:pt x="689" y="4184"/>
                  </a:lnTo>
                  <a:lnTo>
                    <a:pt x="689" y="4856"/>
                  </a:lnTo>
                  <a:lnTo>
                    <a:pt x="965" y="4856"/>
                  </a:lnTo>
                  <a:lnTo>
                    <a:pt x="965" y="4184"/>
                  </a:lnTo>
                  <a:lnTo>
                    <a:pt x="1654" y="4184"/>
                  </a:lnTo>
                  <a:lnTo>
                    <a:pt x="1654" y="3908"/>
                  </a:lnTo>
                  <a:lnTo>
                    <a:pt x="965" y="3908"/>
                  </a:lnTo>
                  <a:lnTo>
                    <a:pt x="965" y="3375"/>
                  </a:lnTo>
                  <a:lnTo>
                    <a:pt x="1654" y="3375"/>
                  </a:lnTo>
                  <a:lnTo>
                    <a:pt x="1654" y="3098"/>
                  </a:lnTo>
                  <a:lnTo>
                    <a:pt x="965" y="3098"/>
                  </a:lnTo>
                  <a:lnTo>
                    <a:pt x="965" y="2565"/>
                  </a:lnTo>
                  <a:lnTo>
                    <a:pt x="1654" y="2565"/>
                  </a:lnTo>
                  <a:lnTo>
                    <a:pt x="1654" y="2289"/>
                  </a:lnTo>
                  <a:lnTo>
                    <a:pt x="965" y="2289"/>
                  </a:lnTo>
                  <a:lnTo>
                    <a:pt x="965" y="1756"/>
                  </a:lnTo>
                  <a:lnTo>
                    <a:pt x="1654" y="1756"/>
                  </a:lnTo>
                  <a:lnTo>
                    <a:pt x="1654" y="1479"/>
                  </a:lnTo>
                  <a:lnTo>
                    <a:pt x="965" y="1479"/>
                  </a:lnTo>
                  <a:lnTo>
                    <a:pt x="965" y="948"/>
                  </a:lnTo>
                  <a:lnTo>
                    <a:pt x="1654" y="948"/>
                  </a:lnTo>
                  <a:lnTo>
                    <a:pt x="1654" y="671"/>
                  </a:lnTo>
                  <a:lnTo>
                    <a:pt x="965" y="671"/>
                  </a:lnTo>
                  <a:lnTo>
                    <a:pt x="965" y="1"/>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5184" name="Google Shape;5184;p28"/>
          <p:cNvGrpSpPr/>
          <p:nvPr/>
        </p:nvGrpSpPr>
        <p:grpSpPr>
          <a:xfrm>
            <a:off x="1496192" y="2172668"/>
            <a:ext cx="325390" cy="327037"/>
            <a:chOff x="1496192" y="2172668"/>
            <a:chExt cx="325390" cy="327037"/>
          </a:xfrm>
        </p:grpSpPr>
        <p:sp>
          <p:nvSpPr>
            <p:cNvPr id="5185" name="Google Shape;5185;p28"/>
            <p:cNvSpPr/>
            <p:nvPr/>
          </p:nvSpPr>
          <p:spPr>
            <a:xfrm>
              <a:off x="1565495" y="2172775"/>
              <a:ext cx="256080" cy="326930"/>
            </a:xfrm>
            <a:custGeom>
              <a:rect b="b" l="l" r="r" t="t"/>
              <a:pathLst>
                <a:path extrusionOk="0" h="9208" w="7213">
                  <a:moveTo>
                    <a:pt x="438" y="1"/>
                  </a:moveTo>
                  <a:cubicBezTo>
                    <a:pt x="197" y="1"/>
                    <a:pt x="0" y="196"/>
                    <a:pt x="0" y="437"/>
                  </a:cubicBezTo>
                  <a:lnTo>
                    <a:pt x="0" y="8771"/>
                  </a:lnTo>
                  <a:cubicBezTo>
                    <a:pt x="0" y="9012"/>
                    <a:pt x="197" y="9207"/>
                    <a:pt x="438" y="9207"/>
                  </a:cubicBezTo>
                  <a:lnTo>
                    <a:pt x="6775" y="9207"/>
                  </a:lnTo>
                  <a:cubicBezTo>
                    <a:pt x="7016" y="9207"/>
                    <a:pt x="7213" y="9012"/>
                    <a:pt x="7213" y="8770"/>
                  </a:cubicBezTo>
                  <a:lnTo>
                    <a:pt x="7213" y="437"/>
                  </a:lnTo>
                  <a:cubicBezTo>
                    <a:pt x="7213" y="196"/>
                    <a:pt x="7016" y="1"/>
                    <a:pt x="6775" y="1"/>
                  </a:cubicBezTo>
                  <a:close/>
                </a:path>
              </a:pathLst>
            </a:custGeom>
            <a:solidFill>
              <a:srgbClr val="B6C4C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186" name="Google Shape;5186;p28"/>
            <p:cNvSpPr/>
            <p:nvPr/>
          </p:nvSpPr>
          <p:spPr>
            <a:xfrm>
              <a:off x="1792825" y="2172668"/>
              <a:ext cx="28757" cy="327001"/>
            </a:xfrm>
            <a:custGeom>
              <a:rect b="b" l="l" r="r" t="t"/>
              <a:pathLst>
                <a:path extrusionOk="0" h="9210" w="810">
                  <a:moveTo>
                    <a:pt x="1" y="1"/>
                  </a:moveTo>
                  <a:cubicBezTo>
                    <a:pt x="243" y="1"/>
                    <a:pt x="438" y="196"/>
                    <a:pt x="438" y="438"/>
                  </a:cubicBezTo>
                  <a:lnTo>
                    <a:pt x="438" y="8773"/>
                  </a:lnTo>
                  <a:cubicBezTo>
                    <a:pt x="438" y="9013"/>
                    <a:pt x="243" y="9209"/>
                    <a:pt x="1" y="9209"/>
                  </a:cubicBezTo>
                  <a:lnTo>
                    <a:pt x="372" y="9209"/>
                  </a:lnTo>
                  <a:cubicBezTo>
                    <a:pt x="613" y="9209"/>
                    <a:pt x="810" y="9015"/>
                    <a:pt x="810" y="8773"/>
                  </a:cubicBezTo>
                  <a:lnTo>
                    <a:pt x="810" y="438"/>
                  </a:lnTo>
                  <a:cubicBezTo>
                    <a:pt x="810" y="198"/>
                    <a:pt x="613" y="1"/>
                    <a:pt x="372"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187" name="Google Shape;5187;p28"/>
            <p:cNvSpPr/>
            <p:nvPr/>
          </p:nvSpPr>
          <p:spPr>
            <a:xfrm>
              <a:off x="1588111" y="2195355"/>
              <a:ext cx="210849" cy="266181"/>
            </a:xfrm>
            <a:custGeom>
              <a:rect b="b" l="l" r="r" t="t"/>
              <a:pathLst>
                <a:path extrusionOk="0" h="7497" w="5939">
                  <a:moveTo>
                    <a:pt x="222" y="1"/>
                  </a:moveTo>
                  <a:cubicBezTo>
                    <a:pt x="100" y="1"/>
                    <a:pt x="1" y="100"/>
                    <a:pt x="1" y="222"/>
                  </a:cubicBezTo>
                  <a:lnTo>
                    <a:pt x="1" y="7275"/>
                  </a:lnTo>
                  <a:cubicBezTo>
                    <a:pt x="1" y="7397"/>
                    <a:pt x="100" y="7497"/>
                    <a:pt x="222" y="7497"/>
                  </a:cubicBezTo>
                  <a:lnTo>
                    <a:pt x="5717" y="7497"/>
                  </a:lnTo>
                  <a:cubicBezTo>
                    <a:pt x="5839" y="7497"/>
                    <a:pt x="5938" y="7397"/>
                    <a:pt x="5938" y="7275"/>
                  </a:cubicBezTo>
                  <a:lnTo>
                    <a:pt x="5938" y="222"/>
                  </a:lnTo>
                  <a:cubicBezTo>
                    <a:pt x="5938" y="100"/>
                    <a:pt x="5839" y="1"/>
                    <a:pt x="5717" y="1"/>
                  </a:cubicBezTo>
                  <a:close/>
                </a:path>
              </a:pathLst>
            </a:cu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188" name="Google Shape;5188;p28"/>
            <p:cNvSpPr/>
            <p:nvPr/>
          </p:nvSpPr>
          <p:spPr>
            <a:xfrm>
              <a:off x="1778446" y="2195355"/>
              <a:ext cx="20520" cy="266181"/>
            </a:xfrm>
            <a:custGeom>
              <a:rect b="b" l="l" r="r" t="t"/>
              <a:pathLst>
                <a:path extrusionOk="0" h="7497" w="578">
                  <a:moveTo>
                    <a:pt x="0" y="1"/>
                  </a:moveTo>
                  <a:cubicBezTo>
                    <a:pt x="122" y="1"/>
                    <a:pt x="220" y="100"/>
                    <a:pt x="220" y="222"/>
                  </a:cubicBezTo>
                  <a:lnTo>
                    <a:pt x="220" y="7275"/>
                  </a:lnTo>
                  <a:cubicBezTo>
                    <a:pt x="220" y="7397"/>
                    <a:pt x="122" y="7497"/>
                    <a:pt x="0" y="7497"/>
                  </a:cubicBezTo>
                  <a:lnTo>
                    <a:pt x="356" y="7497"/>
                  </a:lnTo>
                  <a:cubicBezTo>
                    <a:pt x="478" y="7497"/>
                    <a:pt x="577" y="7397"/>
                    <a:pt x="577" y="7275"/>
                  </a:cubicBezTo>
                  <a:lnTo>
                    <a:pt x="577" y="222"/>
                  </a:lnTo>
                  <a:cubicBezTo>
                    <a:pt x="577" y="100"/>
                    <a:pt x="478" y="1"/>
                    <a:pt x="356"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189" name="Google Shape;5189;p28"/>
            <p:cNvSpPr/>
            <p:nvPr/>
          </p:nvSpPr>
          <p:spPr>
            <a:xfrm>
              <a:off x="1679320" y="2475693"/>
              <a:ext cx="28402" cy="9835"/>
            </a:xfrm>
            <a:custGeom>
              <a:rect b="b" l="l" r="r" t="t"/>
              <a:pathLst>
                <a:path extrusionOk="0" h="277" w="800">
                  <a:moveTo>
                    <a:pt x="139" y="1"/>
                  </a:moveTo>
                  <a:cubicBezTo>
                    <a:pt x="64" y="1"/>
                    <a:pt x="0" y="62"/>
                    <a:pt x="0" y="139"/>
                  </a:cubicBezTo>
                  <a:cubicBezTo>
                    <a:pt x="0" y="214"/>
                    <a:pt x="61" y="277"/>
                    <a:pt x="139" y="277"/>
                  </a:cubicBezTo>
                  <a:lnTo>
                    <a:pt x="661" y="277"/>
                  </a:lnTo>
                  <a:cubicBezTo>
                    <a:pt x="737" y="277"/>
                    <a:pt x="799" y="214"/>
                    <a:pt x="799" y="139"/>
                  </a:cubicBezTo>
                  <a:cubicBezTo>
                    <a:pt x="799" y="62"/>
                    <a:pt x="737" y="1"/>
                    <a:pt x="661"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190" name="Google Shape;5190;p28"/>
            <p:cNvSpPr/>
            <p:nvPr/>
          </p:nvSpPr>
          <p:spPr>
            <a:xfrm>
              <a:off x="1611579" y="2218149"/>
              <a:ext cx="163880" cy="67886"/>
            </a:xfrm>
            <a:custGeom>
              <a:rect b="b" l="l" r="r" t="t"/>
              <a:pathLst>
                <a:path extrusionOk="0" h="1912" w="4616">
                  <a:moveTo>
                    <a:pt x="184" y="0"/>
                  </a:moveTo>
                  <a:cubicBezTo>
                    <a:pt x="82" y="0"/>
                    <a:pt x="0" y="84"/>
                    <a:pt x="0" y="186"/>
                  </a:cubicBezTo>
                  <a:lnTo>
                    <a:pt x="0" y="1726"/>
                  </a:lnTo>
                  <a:cubicBezTo>
                    <a:pt x="0" y="1829"/>
                    <a:pt x="82" y="1911"/>
                    <a:pt x="184" y="1911"/>
                  </a:cubicBezTo>
                  <a:lnTo>
                    <a:pt x="4430" y="1911"/>
                  </a:lnTo>
                  <a:cubicBezTo>
                    <a:pt x="4533" y="1911"/>
                    <a:pt x="4615" y="1829"/>
                    <a:pt x="4615" y="1726"/>
                  </a:cubicBezTo>
                  <a:lnTo>
                    <a:pt x="4615" y="186"/>
                  </a:lnTo>
                  <a:cubicBezTo>
                    <a:pt x="4615" y="84"/>
                    <a:pt x="4533" y="0"/>
                    <a:pt x="4430" y="0"/>
                  </a:cubicBezTo>
                  <a:close/>
                </a:path>
              </a:pathLst>
            </a:cu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191" name="Google Shape;5191;p28"/>
            <p:cNvSpPr/>
            <p:nvPr/>
          </p:nvSpPr>
          <p:spPr>
            <a:xfrm>
              <a:off x="1755688" y="2218149"/>
              <a:ext cx="19775" cy="67886"/>
            </a:xfrm>
            <a:custGeom>
              <a:rect b="b" l="l" r="r" t="t"/>
              <a:pathLst>
                <a:path extrusionOk="0" h="1912" w="557">
                  <a:moveTo>
                    <a:pt x="1" y="0"/>
                  </a:moveTo>
                  <a:cubicBezTo>
                    <a:pt x="103" y="0"/>
                    <a:pt x="186" y="84"/>
                    <a:pt x="186" y="186"/>
                  </a:cubicBezTo>
                  <a:lnTo>
                    <a:pt x="186" y="1726"/>
                  </a:lnTo>
                  <a:cubicBezTo>
                    <a:pt x="186" y="1829"/>
                    <a:pt x="103" y="1911"/>
                    <a:pt x="1" y="1911"/>
                  </a:cubicBezTo>
                  <a:lnTo>
                    <a:pt x="371" y="1911"/>
                  </a:lnTo>
                  <a:cubicBezTo>
                    <a:pt x="474" y="1911"/>
                    <a:pt x="556" y="1829"/>
                    <a:pt x="556" y="1726"/>
                  </a:cubicBezTo>
                  <a:lnTo>
                    <a:pt x="556" y="186"/>
                  </a:lnTo>
                  <a:cubicBezTo>
                    <a:pt x="556" y="84"/>
                    <a:pt x="474" y="2"/>
                    <a:pt x="371"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192" name="Google Shape;5192;p28"/>
            <p:cNvSpPr/>
            <p:nvPr/>
          </p:nvSpPr>
          <p:spPr>
            <a:xfrm>
              <a:off x="1697817" y="2306589"/>
              <a:ext cx="82543" cy="9835"/>
            </a:xfrm>
            <a:custGeom>
              <a:rect b="b" l="l" r="r" t="t"/>
              <a:pathLst>
                <a:path extrusionOk="0" h="277" w="2325">
                  <a:moveTo>
                    <a:pt x="140" y="0"/>
                  </a:moveTo>
                  <a:cubicBezTo>
                    <a:pt x="64" y="0"/>
                    <a:pt x="0" y="61"/>
                    <a:pt x="0" y="139"/>
                  </a:cubicBezTo>
                  <a:cubicBezTo>
                    <a:pt x="0" y="213"/>
                    <a:pt x="62" y="277"/>
                    <a:pt x="140" y="277"/>
                  </a:cubicBezTo>
                  <a:lnTo>
                    <a:pt x="2186" y="277"/>
                  </a:lnTo>
                  <a:cubicBezTo>
                    <a:pt x="2262" y="277"/>
                    <a:pt x="2324" y="213"/>
                    <a:pt x="2324" y="139"/>
                  </a:cubicBezTo>
                  <a:cubicBezTo>
                    <a:pt x="2324" y="62"/>
                    <a:pt x="2264" y="0"/>
                    <a:pt x="2186"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193" name="Google Shape;5193;p28"/>
            <p:cNvSpPr/>
            <p:nvPr/>
          </p:nvSpPr>
          <p:spPr>
            <a:xfrm>
              <a:off x="1697817" y="2331654"/>
              <a:ext cx="82543" cy="9870"/>
            </a:xfrm>
            <a:custGeom>
              <a:rect b="b" l="l" r="r" t="t"/>
              <a:pathLst>
                <a:path extrusionOk="0" h="278" w="2325">
                  <a:moveTo>
                    <a:pt x="140" y="1"/>
                  </a:moveTo>
                  <a:cubicBezTo>
                    <a:pt x="64" y="1"/>
                    <a:pt x="0" y="64"/>
                    <a:pt x="0" y="139"/>
                  </a:cubicBezTo>
                  <a:cubicBezTo>
                    <a:pt x="0" y="215"/>
                    <a:pt x="62" y="277"/>
                    <a:pt x="140" y="277"/>
                  </a:cubicBezTo>
                  <a:lnTo>
                    <a:pt x="2186" y="277"/>
                  </a:lnTo>
                  <a:cubicBezTo>
                    <a:pt x="2262" y="277"/>
                    <a:pt x="2324" y="215"/>
                    <a:pt x="2324" y="139"/>
                  </a:cubicBezTo>
                  <a:cubicBezTo>
                    <a:pt x="2324" y="64"/>
                    <a:pt x="2264" y="1"/>
                    <a:pt x="2186"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194" name="Google Shape;5194;p28"/>
            <p:cNvSpPr/>
            <p:nvPr/>
          </p:nvSpPr>
          <p:spPr>
            <a:xfrm>
              <a:off x="1750433" y="2356755"/>
              <a:ext cx="29929" cy="9906"/>
            </a:xfrm>
            <a:custGeom>
              <a:rect b="b" l="l" r="r" t="t"/>
              <a:pathLst>
                <a:path extrusionOk="0" h="279" w="843">
                  <a:moveTo>
                    <a:pt x="140" y="1"/>
                  </a:moveTo>
                  <a:cubicBezTo>
                    <a:pt x="64" y="1"/>
                    <a:pt x="1" y="64"/>
                    <a:pt x="1" y="139"/>
                  </a:cubicBezTo>
                  <a:cubicBezTo>
                    <a:pt x="1" y="215"/>
                    <a:pt x="62" y="278"/>
                    <a:pt x="140" y="278"/>
                  </a:cubicBezTo>
                  <a:lnTo>
                    <a:pt x="704" y="278"/>
                  </a:lnTo>
                  <a:cubicBezTo>
                    <a:pt x="780" y="278"/>
                    <a:pt x="842" y="215"/>
                    <a:pt x="841" y="139"/>
                  </a:cubicBezTo>
                  <a:cubicBezTo>
                    <a:pt x="841" y="64"/>
                    <a:pt x="780" y="1"/>
                    <a:pt x="703"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195" name="Google Shape;5195;p28"/>
            <p:cNvSpPr/>
            <p:nvPr/>
          </p:nvSpPr>
          <p:spPr>
            <a:xfrm>
              <a:off x="1695474" y="2356755"/>
              <a:ext cx="41928" cy="9906"/>
            </a:xfrm>
            <a:custGeom>
              <a:rect b="b" l="l" r="r" t="t"/>
              <a:pathLst>
                <a:path extrusionOk="0" h="279" w="1181">
                  <a:moveTo>
                    <a:pt x="138" y="1"/>
                  </a:moveTo>
                  <a:cubicBezTo>
                    <a:pt x="63" y="1"/>
                    <a:pt x="0" y="64"/>
                    <a:pt x="0" y="139"/>
                  </a:cubicBezTo>
                  <a:cubicBezTo>
                    <a:pt x="0" y="215"/>
                    <a:pt x="62" y="278"/>
                    <a:pt x="138" y="278"/>
                  </a:cubicBezTo>
                  <a:lnTo>
                    <a:pt x="1042" y="278"/>
                  </a:lnTo>
                  <a:cubicBezTo>
                    <a:pt x="1120" y="278"/>
                    <a:pt x="1180" y="215"/>
                    <a:pt x="1180" y="139"/>
                  </a:cubicBezTo>
                  <a:cubicBezTo>
                    <a:pt x="1180" y="64"/>
                    <a:pt x="1120" y="1"/>
                    <a:pt x="1042"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196" name="Google Shape;5196;p28"/>
            <p:cNvSpPr/>
            <p:nvPr/>
          </p:nvSpPr>
          <p:spPr>
            <a:xfrm>
              <a:off x="1691320" y="2381750"/>
              <a:ext cx="89040" cy="9835"/>
            </a:xfrm>
            <a:custGeom>
              <a:rect b="b" l="l" r="r" t="t"/>
              <a:pathLst>
                <a:path extrusionOk="0" h="277" w="2508">
                  <a:moveTo>
                    <a:pt x="139" y="0"/>
                  </a:moveTo>
                  <a:cubicBezTo>
                    <a:pt x="64" y="0"/>
                    <a:pt x="1" y="64"/>
                    <a:pt x="1" y="138"/>
                  </a:cubicBezTo>
                  <a:cubicBezTo>
                    <a:pt x="1" y="215"/>
                    <a:pt x="61" y="276"/>
                    <a:pt x="139" y="276"/>
                  </a:cubicBezTo>
                  <a:lnTo>
                    <a:pt x="2369" y="276"/>
                  </a:lnTo>
                  <a:cubicBezTo>
                    <a:pt x="2445" y="276"/>
                    <a:pt x="2507" y="215"/>
                    <a:pt x="2507" y="138"/>
                  </a:cubicBezTo>
                  <a:cubicBezTo>
                    <a:pt x="2507" y="64"/>
                    <a:pt x="2447" y="0"/>
                    <a:pt x="2369"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197" name="Google Shape;5197;p28"/>
            <p:cNvSpPr/>
            <p:nvPr/>
          </p:nvSpPr>
          <p:spPr>
            <a:xfrm>
              <a:off x="1719794" y="2406816"/>
              <a:ext cx="60567" cy="9870"/>
            </a:xfrm>
            <a:custGeom>
              <a:rect b="b" l="l" r="r" t="t"/>
              <a:pathLst>
                <a:path extrusionOk="0" h="278" w="1706">
                  <a:moveTo>
                    <a:pt x="140" y="1"/>
                  </a:moveTo>
                  <a:cubicBezTo>
                    <a:pt x="63" y="1"/>
                    <a:pt x="0" y="64"/>
                    <a:pt x="0" y="139"/>
                  </a:cubicBezTo>
                  <a:cubicBezTo>
                    <a:pt x="0" y="215"/>
                    <a:pt x="62" y="277"/>
                    <a:pt x="140" y="277"/>
                  </a:cubicBezTo>
                  <a:lnTo>
                    <a:pt x="1567" y="277"/>
                  </a:lnTo>
                  <a:cubicBezTo>
                    <a:pt x="1643" y="277"/>
                    <a:pt x="1705" y="215"/>
                    <a:pt x="1705" y="139"/>
                  </a:cubicBezTo>
                  <a:cubicBezTo>
                    <a:pt x="1705" y="64"/>
                    <a:pt x="1645" y="1"/>
                    <a:pt x="1567"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198" name="Google Shape;5198;p28"/>
            <p:cNvSpPr/>
            <p:nvPr/>
          </p:nvSpPr>
          <p:spPr>
            <a:xfrm>
              <a:off x="1684645" y="2406816"/>
              <a:ext cx="22154" cy="9870"/>
            </a:xfrm>
            <a:custGeom>
              <a:rect b="b" l="l" r="r" t="t"/>
              <a:pathLst>
                <a:path extrusionOk="0" h="278" w="624">
                  <a:moveTo>
                    <a:pt x="138" y="1"/>
                  </a:moveTo>
                  <a:cubicBezTo>
                    <a:pt x="62" y="1"/>
                    <a:pt x="0" y="64"/>
                    <a:pt x="0" y="139"/>
                  </a:cubicBezTo>
                  <a:cubicBezTo>
                    <a:pt x="0" y="215"/>
                    <a:pt x="60" y="277"/>
                    <a:pt x="138" y="277"/>
                  </a:cubicBezTo>
                  <a:lnTo>
                    <a:pt x="485" y="277"/>
                  </a:lnTo>
                  <a:cubicBezTo>
                    <a:pt x="561" y="277"/>
                    <a:pt x="623" y="215"/>
                    <a:pt x="623" y="139"/>
                  </a:cubicBezTo>
                  <a:cubicBezTo>
                    <a:pt x="623" y="64"/>
                    <a:pt x="563" y="1"/>
                    <a:pt x="485"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199" name="Google Shape;5199;p28"/>
            <p:cNvSpPr/>
            <p:nvPr/>
          </p:nvSpPr>
          <p:spPr>
            <a:xfrm>
              <a:off x="1671651" y="2431917"/>
              <a:ext cx="108709" cy="9906"/>
            </a:xfrm>
            <a:custGeom>
              <a:rect b="b" l="l" r="r" t="t"/>
              <a:pathLst>
                <a:path extrusionOk="0" h="279" w="3062">
                  <a:moveTo>
                    <a:pt x="139" y="0"/>
                  </a:moveTo>
                  <a:cubicBezTo>
                    <a:pt x="64" y="0"/>
                    <a:pt x="1" y="62"/>
                    <a:pt x="1" y="140"/>
                  </a:cubicBezTo>
                  <a:cubicBezTo>
                    <a:pt x="1" y="215"/>
                    <a:pt x="61" y="278"/>
                    <a:pt x="139" y="278"/>
                  </a:cubicBezTo>
                  <a:lnTo>
                    <a:pt x="2923" y="278"/>
                  </a:lnTo>
                  <a:cubicBezTo>
                    <a:pt x="2999" y="278"/>
                    <a:pt x="3061" y="215"/>
                    <a:pt x="3061" y="140"/>
                  </a:cubicBezTo>
                  <a:cubicBezTo>
                    <a:pt x="3061" y="64"/>
                    <a:pt x="3001" y="0"/>
                    <a:pt x="2923"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200" name="Google Shape;5200;p28"/>
            <p:cNvSpPr/>
            <p:nvPr/>
          </p:nvSpPr>
          <p:spPr>
            <a:xfrm>
              <a:off x="1499422" y="2324838"/>
              <a:ext cx="180424" cy="117167"/>
            </a:xfrm>
            <a:custGeom>
              <a:rect b="b" l="l" r="r" t="t"/>
              <a:pathLst>
                <a:path extrusionOk="0" h="3300" w="5082">
                  <a:moveTo>
                    <a:pt x="635" y="0"/>
                  </a:moveTo>
                  <a:cubicBezTo>
                    <a:pt x="347" y="639"/>
                    <a:pt x="1" y="1386"/>
                    <a:pt x="152" y="2103"/>
                  </a:cubicBezTo>
                  <a:cubicBezTo>
                    <a:pt x="313" y="2878"/>
                    <a:pt x="914" y="3244"/>
                    <a:pt x="1653" y="3300"/>
                  </a:cubicBezTo>
                  <a:lnTo>
                    <a:pt x="3434" y="3300"/>
                  </a:lnTo>
                  <a:cubicBezTo>
                    <a:pt x="4174" y="3244"/>
                    <a:pt x="4774" y="2878"/>
                    <a:pt x="4936" y="2103"/>
                  </a:cubicBezTo>
                  <a:cubicBezTo>
                    <a:pt x="5082" y="1386"/>
                    <a:pt x="4735" y="638"/>
                    <a:pt x="4449" y="0"/>
                  </a:cubicBezTo>
                  <a:close/>
                </a:path>
              </a:pathLst>
            </a:cu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201" name="Google Shape;5201;p28"/>
            <p:cNvSpPr/>
            <p:nvPr/>
          </p:nvSpPr>
          <p:spPr>
            <a:xfrm>
              <a:off x="1619034" y="2324838"/>
              <a:ext cx="60816" cy="117167"/>
            </a:xfrm>
            <a:custGeom>
              <a:rect b="b" l="l" r="r" t="t"/>
              <a:pathLst>
                <a:path extrusionOk="0" h="3300" w="1713">
                  <a:moveTo>
                    <a:pt x="693" y="0"/>
                  </a:moveTo>
                  <a:cubicBezTo>
                    <a:pt x="985" y="648"/>
                    <a:pt x="1318" y="1397"/>
                    <a:pt x="1167" y="2118"/>
                  </a:cubicBezTo>
                  <a:cubicBezTo>
                    <a:pt x="1029" y="2782"/>
                    <a:pt x="583" y="3156"/>
                    <a:pt x="0" y="3300"/>
                  </a:cubicBezTo>
                  <a:lnTo>
                    <a:pt x="61" y="3300"/>
                  </a:lnTo>
                  <a:cubicBezTo>
                    <a:pt x="800" y="3244"/>
                    <a:pt x="1402" y="2878"/>
                    <a:pt x="1563" y="2103"/>
                  </a:cubicBezTo>
                  <a:cubicBezTo>
                    <a:pt x="1713" y="1386"/>
                    <a:pt x="1366" y="638"/>
                    <a:pt x="1078"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202" name="Google Shape;5202;p28"/>
            <p:cNvSpPr/>
            <p:nvPr/>
          </p:nvSpPr>
          <p:spPr>
            <a:xfrm>
              <a:off x="1517352" y="2427479"/>
              <a:ext cx="144460" cy="72217"/>
            </a:xfrm>
            <a:custGeom>
              <a:rect b="b" l="l" r="r" t="t"/>
              <a:pathLst>
                <a:path extrusionOk="0" h="2034" w="4069">
                  <a:moveTo>
                    <a:pt x="2035" y="0"/>
                  </a:moveTo>
                  <a:cubicBezTo>
                    <a:pt x="913" y="0"/>
                    <a:pt x="1" y="910"/>
                    <a:pt x="1" y="2033"/>
                  </a:cubicBezTo>
                  <a:lnTo>
                    <a:pt x="4069" y="2033"/>
                  </a:lnTo>
                  <a:cubicBezTo>
                    <a:pt x="4069" y="911"/>
                    <a:pt x="3158" y="0"/>
                    <a:pt x="2035" y="0"/>
                  </a:cubicBez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203" name="Google Shape;5203;p28"/>
            <p:cNvSpPr/>
            <p:nvPr/>
          </p:nvSpPr>
          <p:spPr>
            <a:xfrm>
              <a:off x="1563968" y="2427479"/>
              <a:ext cx="97951" cy="72217"/>
            </a:xfrm>
            <a:custGeom>
              <a:rect b="b" l="l" r="r" t="t"/>
              <a:pathLst>
                <a:path extrusionOk="0" h="2034" w="2759">
                  <a:moveTo>
                    <a:pt x="721" y="0"/>
                  </a:moveTo>
                  <a:cubicBezTo>
                    <a:pt x="468" y="0"/>
                    <a:pt x="226" y="46"/>
                    <a:pt x="0" y="131"/>
                  </a:cubicBezTo>
                  <a:cubicBezTo>
                    <a:pt x="112" y="111"/>
                    <a:pt x="226" y="102"/>
                    <a:pt x="343" y="102"/>
                  </a:cubicBezTo>
                  <a:cubicBezTo>
                    <a:pt x="904" y="102"/>
                    <a:pt x="1413" y="328"/>
                    <a:pt x="1782" y="698"/>
                  </a:cubicBezTo>
                  <a:cubicBezTo>
                    <a:pt x="2127" y="1043"/>
                    <a:pt x="2350" y="1513"/>
                    <a:pt x="2374" y="2033"/>
                  </a:cubicBezTo>
                  <a:lnTo>
                    <a:pt x="2759" y="2033"/>
                  </a:lnTo>
                  <a:cubicBezTo>
                    <a:pt x="2759" y="1471"/>
                    <a:pt x="2530" y="964"/>
                    <a:pt x="2160" y="594"/>
                  </a:cubicBezTo>
                  <a:cubicBezTo>
                    <a:pt x="1792" y="227"/>
                    <a:pt x="1282" y="0"/>
                    <a:pt x="721"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204" name="Google Shape;5204;p28"/>
            <p:cNvSpPr/>
            <p:nvPr/>
          </p:nvSpPr>
          <p:spPr>
            <a:xfrm>
              <a:off x="1573625" y="2391691"/>
              <a:ext cx="31952" cy="58193"/>
            </a:xfrm>
            <a:custGeom>
              <a:rect b="b" l="l" r="r" t="t"/>
              <a:pathLst>
                <a:path extrusionOk="0" h="1639" w="900">
                  <a:moveTo>
                    <a:pt x="0" y="1"/>
                  </a:moveTo>
                  <a:lnTo>
                    <a:pt x="0" y="1189"/>
                  </a:lnTo>
                  <a:cubicBezTo>
                    <a:pt x="0" y="1438"/>
                    <a:pt x="202" y="1638"/>
                    <a:pt x="450" y="1638"/>
                  </a:cubicBezTo>
                  <a:cubicBezTo>
                    <a:pt x="698" y="1638"/>
                    <a:pt x="899" y="1440"/>
                    <a:pt x="898" y="1189"/>
                  </a:cubicBezTo>
                  <a:lnTo>
                    <a:pt x="898" y="1"/>
                  </a:ln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205" name="Google Shape;5205;p28"/>
            <p:cNvSpPr/>
            <p:nvPr/>
          </p:nvSpPr>
          <p:spPr>
            <a:xfrm>
              <a:off x="1581578" y="2391798"/>
              <a:ext cx="24000" cy="58193"/>
            </a:xfrm>
            <a:custGeom>
              <a:rect b="b" l="l" r="r" t="t"/>
              <a:pathLst>
                <a:path extrusionOk="0" h="1639" w="676">
                  <a:moveTo>
                    <a:pt x="226" y="1"/>
                  </a:moveTo>
                  <a:lnTo>
                    <a:pt x="226" y="1189"/>
                  </a:lnTo>
                  <a:cubicBezTo>
                    <a:pt x="226" y="1356"/>
                    <a:pt x="136" y="1502"/>
                    <a:pt x="1" y="1579"/>
                  </a:cubicBezTo>
                  <a:cubicBezTo>
                    <a:pt x="68" y="1617"/>
                    <a:pt x="144" y="1638"/>
                    <a:pt x="226" y="1638"/>
                  </a:cubicBezTo>
                  <a:cubicBezTo>
                    <a:pt x="474" y="1638"/>
                    <a:pt x="675" y="1437"/>
                    <a:pt x="675" y="1188"/>
                  </a:cubicBezTo>
                  <a:lnTo>
                    <a:pt x="675" y="1"/>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206" name="Google Shape;5206;p28"/>
            <p:cNvSpPr/>
            <p:nvPr/>
          </p:nvSpPr>
          <p:spPr>
            <a:xfrm>
              <a:off x="1521186" y="2270375"/>
              <a:ext cx="136791" cy="139286"/>
            </a:xfrm>
            <a:custGeom>
              <a:rect b="b" l="l" r="r" t="t"/>
              <a:pathLst>
                <a:path extrusionOk="0" h="3923" w="3853">
                  <a:moveTo>
                    <a:pt x="1927" y="0"/>
                  </a:moveTo>
                  <a:lnTo>
                    <a:pt x="1" y="1269"/>
                  </a:lnTo>
                  <a:lnTo>
                    <a:pt x="1" y="1996"/>
                  </a:lnTo>
                  <a:cubicBezTo>
                    <a:pt x="1" y="3059"/>
                    <a:pt x="863" y="3923"/>
                    <a:pt x="1927" y="3923"/>
                  </a:cubicBezTo>
                  <a:cubicBezTo>
                    <a:pt x="2992" y="3923"/>
                    <a:pt x="3853" y="3061"/>
                    <a:pt x="3853" y="1996"/>
                  </a:cubicBezTo>
                  <a:lnTo>
                    <a:pt x="3853" y="1269"/>
                  </a:lnTo>
                  <a:lnTo>
                    <a:pt x="1927" y="0"/>
                  </a:ln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207" name="Google Shape;5207;p28"/>
            <p:cNvSpPr/>
            <p:nvPr/>
          </p:nvSpPr>
          <p:spPr>
            <a:xfrm>
              <a:off x="1496192" y="2308009"/>
              <a:ext cx="26307" cy="36819"/>
            </a:xfrm>
            <a:custGeom>
              <a:rect b="b" l="l" r="r" t="t"/>
              <a:pathLst>
                <a:path extrusionOk="0" h="1037" w="741">
                  <a:moveTo>
                    <a:pt x="519" y="1"/>
                  </a:moveTo>
                  <a:cubicBezTo>
                    <a:pt x="233" y="1"/>
                    <a:pt x="1" y="234"/>
                    <a:pt x="1" y="519"/>
                  </a:cubicBezTo>
                  <a:cubicBezTo>
                    <a:pt x="1" y="805"/>
                    <a:pt x="233" y="1037"/>
                    <a:pt x="519" y="1037"/>
                  </a:cubicBezTo>
                  <a:lnTo>
                    <a:pt x="741" y="1037"/>
                  </a:lnTo>
                  <a:lnTo>
                    <a:pt x="741" y="1"/>
                  </a:ln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208" name="Google Shape;5208;p28"/>
            <p:cNvSpPr/>
            <p:nvPr/>
          </p:nvSpPr>
          <p:spPr>
            <a:xfrm>
              <a:off x="1656668" y="2308009"/>
              <a:ext cx="26307" cy="36819"/>
            </a:xfrm>
            <a:custGeom>
              <a:rect b="b" l="l" r="r" t="t"/>
              <a:pathLst>
                <a:path extrusionOk="0" h="1037" w="741">
                  <a:moveTo>
                    <a:pt x="1" y="1"/>
                  </a:moveTo>
                  <a:lnTo>
                    <a:pt x="1" y="1037"/>
                  </a:lnTo>
                  <a:lnTo>
                    <a:pt x="223" y="1037"/>
                  </a:lnTo>
                  <a:cubicBezTo>
                    <a:pt x="509" y="1037"/>
                    <a:pt x="741" y="805"/>
                    <a:pt x="741" y="519"/>
                  </a:cubicBezTo>
                  <a:cubicBezTo>
                    <a:pt x="741" y="234"/>
                    <a:pt x="509" y="1"/>
                    <a:pt x="223" y="1"/>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209" name="Google Shape;5209;p28"/>
            <p:cNvSpPr/>
            <p:nvPr/>
          </p:nvSpPr>
          <p:spPr>
            <a:xfrm>
              <a:off x="1656668" y="2308541"/>
              <a:ext cx="26307" cy="36286"/>
            </a:xfrm>
            <a:custGeom>
              <a:rect b="b" l="l" r="r" t="t"/>
              <a:pathLst>
                <a:path extrusionOk="0" h="1022" w="741">
                  <a:moveTo>
                    <a:pt x="353" y="0"/>
                  </a:moveTo>
                  <a:cubicBezTo>
                    <a:pt x="389" y="72"/>
                    <a:pt x="410" y="151"/>
                    <a:pt x="410" y="236"/>
                  </a:cubicBezTo>
                  <a:cubicBezTo>
                    <a:pt x="410" y="485"/>
                    <a:pt x="235" y="694"/>
                    <a:pt x="1" y="744"/>
                  </a:cubicBezTo>
                  <a:lnTo>
                    <a:pt x="1" y="1022"/>
                  </a:lnTo>
                  <a:lnTo>
                    <a:pt x="223" y="1022"/>
                  </a:lnTo>
                  <a:cubicBezTo>
                    <a:pt x="509" y="1022"/>
                    <a:pt x="741" y="790"/>
                    <a:pt x="741" y="504"/>
                  </a:cubicBezTo>
                  <a:cubicBezTo>
                    <a:pt x="741" y="360"/>
                    <a:pt x="683" y="230"/>
                    <a:pt x="589" y="135"/>
                  </a:cubicBezTo>
                  <a:cubicBezTo>
                    <a:pt x="525" y="72"/>
                    <a:pt x="444" y="25"/>
                    <a:pt x="353"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210" name="Google Shape;5210;p28"/>
            <p:cNvSpPr/>
            <p:nvPr/>
          </p:nvSpPr>
          <p:spPr>
            <a:xfrm>
              <a:off x="1556228" y="2327287"/>
              <a:ext cx="9905" cy="18001"/>
            </a:xfrm>
            <a:custGeom>
              <a:rect b="b" l="l" r="r" t="t"/>
              <a:pathLst>
                <a:path extrusionOk="0" h="507" w="279">
                  <a:moveTo>
                    <a:pt x="139" y="0"/>
                  </a:moveTo>
                  <a:cubicBezTo>
                    <a:pt x="64" y="0"/>
                    <a:pt x="1" y="61"/>
                    <a:pt x="1" y="138"/>
                  </a:cubicBezTo>
                  <a:lnTo>
                    <a:pt x="1" y="369"/>
                  </a:lnTo>
                  <a:cubicBezTo>
                    <a:pt x="1" y="443"/>
                    <a:pt x="63" y="507"/>
                    <a:pt x="139" y="507"/>
                  </a:cubicBezTo>
                  <a:cubicBezTo>
                    <a:pt x="217" y="507"/>
                    <a:pt x="279" y="446"/>
                    <a:pt x="279" y="369"/>
                  </a:cubicBezTo>
                  <a:lnTo>
                    <a:pt x="279" y="138"/>
                  </a:lnTo>
                  <a:cubicBezTo>
                    <a:pt x="279" y="62"/>
                    <a:pt x="217" y="0"/>
                    <a:pt x="139" y="0"/>
                  </a:cubicBezTo>
                  <a:close/>
                </a:path>
              </a:pathLst>
            </a:cu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211" name="Google Shape;5211;p28"/>
            <p:cNvSpPr/>
            <p:nvPr/>
          </p:nvSpPr>
          <p:spPr>
            <a:xfrm>
              <a:off x="1615910" y="2327287"/>
              <a:ext cx="9834" cy="18001"/>
            </a:xfrm>
            <a:custGeom>
              <a:rect b="b" l="l" r="r" t="t"/>
              <a:pathLst>
                <a:path extrusionOk="0" h="507" w="277">
                  <a:moveTo>
                    <a:pt x="139" y="0"/>
                  </a:moveTo>
                  <a:cubicBezTo>
                    <a:pt x="62" y="0"/>
                    <a:pt x="1" y="61"/>
                    <a:pt x="1" y="138"/>
                  </a:cubicBezTo>
                  <a:lnTo>
                    <a:pt x="1" y="369"/>
                  </a:lnTo>
                  <a:cubicBezTo>
                    <a:pt x="1" y="443"/>
                    <a:pt x="61" y="507"/>
                    <a:pt x="139" y="507"/>
                  </a:cubicBezTo>
                  <a:cubicBezTo>
                    <a:pt x="214" y="507"/>
                    <a:pt x="277" y="446"/>
                    <a:pt x="277" y="369"/>
                  </a:cubicBezTo>
                  <a:lnTo>
                    <a:pt x="277" y="138"/>
                  </a:lnTo>
                  <a:cubicBezTo>
                    <a:pt x="277" y="62"/>
                    <a:pt x="216" y="0"/>
                    <a:pt x="139" y="0"/>
                  </a:cubicBezTo>
                  <a:close/>
                </a:path>
              </a:pathLst>
            </a:cu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212" name="Google Shape;5212;p28"/>
            <p:cNvSpPr/>
            <p:nvPr/>
          </p:nvSpPr>
          <p:spPr>
            <a:xfrm>
              <a:off x="1573554" y="2357679"/>
              <a:ext cx="32236" cy="15019"/>
            </a:xfrm>
            <a:custGeom>
              <a:rect b="b" l="l" r="r" t="t"/>
              <a:pathLst>
                <a:path extrusionOk="0" h="423" w="908">
                  <a:moveTo>
                    <a:pt x="751" y="0"/>
                  </a:moveTo>
                  <a:cubicBezTo>
                    <a:pt x="710" y="0"/>
                    <a:pt x="669" y="18"/>
                    <a:pt x="641" y="52"/>
                  </a:cubicBezTo>
                  <a:cubicBezTo>
                    <a:pt x="596" y="110"/>
                    <a:pt x="526" y="144"/>
                    <a:pt x="452" y="144"/>
                  </a:cubicBezTo>
                  <a:cubicBezTo>
                    <a:pt x="381" y="144"/>
                    <a:pt x="311" y="111"/>
                    <a:pt x="265" y="54"/>
                  </a:cubicBezTo>
                  <a:cubicBezTo>
                    <a:pt x="238" y="20"/>
                    <a:pt x="197" y="3"/>
                    <a:pt x="157" y="3"/>
                  </a:cubicBezTo>
                  <a:cubicBezTo>
                    <a:pt x="126" y="3"/>
                    <a:pt x="94" y="13"/>
                    <a:pt x="68" y="34"/>
                  </a:cubicBezTo>
                  <a:cubicBezTo>
                    <a:pt x="9" y="82"/>
                    <a:pt x="1" y="170"/>
                    <a:pt x="50" y="231"/>
                  </a:cubicBezTo>
                  <a:cubicBezTo>
                    <a:pt x="147" y="353"/>
                    <a:pt x="296" y="422"/>
                    <a:pt x="452" y="422"/>
                  </a:cubicBezTo>
                  <a:cubicBezTo>
                    <a:pt x="611" y="422"/>
                    <a:pt x="758" y="350"/>
                    <a:pt x="858" y="226"/>
                  </a:cubicBezTo>
                  <a:cubicBezTo>
                    <a:pt x="907" y="166"/>
                    <a:pt x="896" y="80"/>
                    <a:pt x="837" y="31"/>
                  </a:cubicBezTo>
                  <a:cubicBezTo>
                    <a:pt x="811" y="10"/>
                    <a:pt x="781" y="0"/>
                    <a:pt x="751" y="0"/>
                  </a:cubicBezTo>
                  <a:close/>
                </a:path>
              </a:pathLst>
            </a:cu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213" name="Google Shape;5213;p28"/>
            <p:cNvSpPr/>
            <p:nvPr/>
          </p:nvSpPr>
          <p:spPr>
            <a:xfrm>
              <a:off x="1582998" y="2309287"/>
              <a:ext cx="74981" cy="100373"/>
            </a:xfrm>
            <a:custGeom>
              <a:rect b="b" l="l" r="r" t="t"/>
              <a:pathLst>
                <a:path extrusionOk="0" h="2827" w="2112">
                  <a:moveTo>
                    <a:pt x="1743" y="1"/>
                  </a:moveTo>
                  <a:lnTo>
                    <a:pt x="1743" y="900"/>
                  </a:lnTo>
                  <a:cubicBezTo>
                    <a:pt x="1743" y="1903"/>
                    <a:pt x="978" y="2726"/>
                    <a:pt x="1" y="2818"/>
                  </a:cubicBezTo>
                  <a:cubicBezTo>
                    <a:pt x="61" y="2824"/>
                    <a:pt x="123" y="2827"/>
                    <a:pt x="186" y="2827"/>
                  </a:cubicBezTo>
                  <a:cubicBezTo>
                    <a:pt x="1248" y="2827"/>
                    <a:pt x="2112" y="1965"/>
                    <a:pt x="2112" y="900"/>
                  </a:cubicBezTo>
                  <a:lnTo>
                    <a:pt x="2112" y="173"/>
                  </a:lnTo>
                  <a:lnTo>
                    <a:pt x="1743" y="1"/>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214" name="Google Shape;5214;p28"/>
            <p:cNvSpPr/>
            <p:nvPr/>
          </p:nvSpPr>
          <p:spPr>
            <a:xfrm>
              <a:off x="1521186" y="2227699"/>
              <a:ext cx="136791" cy="89260"/>
            </a:xfrm>
            <a:custGeom>
              <a:rect b="b" l="l" r="r" t="t"/>
              <a:pathLst>
                <a:path extrusionOk="0" h="2514" w="3853">
                  <a:moveTo>
                    <a:pt x="1927" y="1"/>
                  </a:moveTo>
                  <a:cubicBezTo>
                    <a:pt x="863" y="1"/>
                    <a:pt x="1" y="864"/>
                    <a:pt x="1" y="1927"/>
                  </a:cubicBezTo>
                  <a:lnTo>
                    <a:pt x="1" y="2513"/>
                  </a:lnTo>
                  <a:cubicBezTo>
                    <a:pt x="1" y="2513"/>
                    <a:pt x="1" y="2513"/>
                    <a:pt x="3" y="2513"/>
                  </a:cubicBezTo>
                  <a:cubicBezTo>
                    <a:pt x="67" y="2513"/>
                    <a:pt x="1266" y="2501"/>
                    <a:pt x="1927" y="1583"/>
                  </a:cubicBezTo>
                  <a:cubicBezTo>
                    <a:pt x="2589" y="2502"/>
                    <a:pt x="3794" y="2513"/>
                    <a:pt x="3851" y="2513"/>
                  </a:cubicBezTo>
                  <a:cubicBezTo>
                    <a:pt x="3852" y="2513"/>
                    <a:pt x="3853" y="2513"/>
                    <a:pt x="3853" y="2513"/>
                  </a:cubicBezTo>
                  <a:lnTo>
                    <a:pt x="3853" y="1927"/>
                  </a:lnTo>
                  <a:cubicBezTo>
                    <a:pt x="3853" y="861"/>
                    <a:pt x="2992" y="1"/>
                    <a:pt x="1927" y="1"/>
                  </a:cubicBezTo>
                  <a:close/>
                </a:path>
              </a:pathLst>
            </a:cu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215" name="Google Shape;5215;p28"/>
            <p:cNvSpPr/>
            <p:nvPr/>
          </p:nvSpPr>
          <p:spPr>
            <a:xfrm>
              <a:off x="1586087" y="2227699"/>
              <a:ext cx="71893" cy="89260"/>
            </a:xfrm>
            <a:custGeom>
              <a:rect b="b" l="l" r="r" t="t"/>
              <a:pathLst>
                <a:path extrusionOk="0" h="2514" w="2025">
                  <a:moveTo>
                    <a:pt x="99" y="1"/>
                  </a:moveTo>
                  <a:cubicBezTo>
                    <a:pt x="66" y="1"/>
                    <a:pt x="32" y="1"/>
                    <a:pt x="0" y="2"/>
                  </a:cubicBezTo>
                  <a:cubicBezTo>
                    <a:pt x="49" y="15"/>
                    <a:pt x="97" y="29"/>
                    <a:pt x="146" y="45"/>
                  </a:cubicBezTo>
                  <a:cubicBezTo>
                    <a:pt x="1009" y="237"/>
                    <a:pt x="1655" y="1006"/>
                    <a:pt x="1655" y="1927"/>
                  </a:cubicBezTo>
                  <a:lnTo>
                    <a:pt x="1655" y="2477"/>
                  </a:lnTo>
                  <a:cubicBezTo>
                    <a:pt x="1862" y="2512"/>
                    <a:pt x="2004" y="2513"/>
                    <a:pt x="2023" y="2513"/>
                  </a:cubicBezTo>
                  <a:cubicBezTo>
                    <a:pt x="2024" y="2513"/>
                    <a:pt x="2025" y="2513"/>
                    <a:pt x="2025" y="2513"/>
                  </a:cubicBezTo>
                  <a:lnTo>
                    <a:pt x="2025" y="1927"/>
                  </a:lnTo>
                  <a:cubicBezTo>
                    <a:pt x="2025" y="861"/>
                    <a:pt x="1164" y="1"/>
                    <a:pt x="99"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5216" name="Google Shape;5216;p28"/>
          <p:cNvGrpSpPr/>
          <p:nvPr/>
        </p:nvGrpSpPr>
        <p:grpSpPr>
          <a:xfrm>
            <a:off x="7321601" y="1514996"/>
            <a:ext cx="327024" cy="325794"/>
            <a:chOff x="7321601" y="1514996"/>
            <a:chExt cx="327024" cy="325794"/>
          </a:xfrm>
        </p:grpSpPr>
        <p:sp>
          <p:nvSpPr>
            <p:cNvPr id="5217" name="Google Shape;5217;p28"/>
            <p:cNvSpPr/>
            <p:nvPr/>
          </p:nvSpPr>
          <p:spPr>
            <a:xfrm>
              <a:off x="7321601" y="1524191"/>
              <a:ext cx="293996" cy="316598"/>
            </a:xfrm>
            <a:custGeom>
              <a:rect b="b" l="l" r="r" t="t"/>
              <a:pathLst>
                <a:path extrusionOk="0" h="8917" w="8281">
                  <a:moveTo>
                    <a:pt x="100" y="0"/>
                  </a:moveTo>
                  <a:cubicBezTo>
                    <a:pt x="45" y="0"/>
                    <a:pt x="0" y="45"/>
                    <a:pt x="0" y="99"/>
                  </a:cubicBezTo>
                  <a:lnTo>
                    <a:pt x="0" y="8817"/>
                  </a:lnTo>
                  <a:cubicBezTo>
                    <a:pt x="0" y="8872"/>
                    <a:pt x="45" y="8916"/>
                    <a:pt x="100" y="8916"/>
                  </a:cubicBezTo>
                  <a:lnTo>
                    <a:pt x="8181" y="8916"/>
                  </a:lnTo>
                  <a:cubicBezTo>
                    <a:pt x="8236" y="8916"/>
                    <a:pt x="8279" y="8872"/>
                    <a:pt x="8281" y="8817"/>
                  </a:cubicBezTo>
                  <a:lnTo>
                    <a:pt x="8281" y="99"/>
                  </a:lnTo>
                  <a:cubicBezTo>
                    <a:pt x="8281" y="45"/>
                    <a:pt x="8236" y="0"/>
                    <a:pt x="8181" y="0"/>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218" name="Google Shape;5218;p28"/>
            <p:cNvSpPr/>
            <p:nvPr/>
          </p:nvSpPr>
          <p:spPr>
            <a:xfrm>
              <a:off x="7321601" y="1514996"/>
              <a:ext cx="293961" cy="42535"/>
            </a:xfrm>
            <a:custGeom>
              <a:rect b="b" l="l" r="r" t="t"/>
              <a:pathLst>
                <a:path extrusionOk="0" h="1198" w="8280">
                  <a:moveTo>
                    <a:pt x="100" y="0"/>
                  </a:moveTo>
                  <a:cubicBezTo>
                    <a:pt x="45" y="0"/>
                    <a:pt x="0" y="45"/>
                    <a:pt x="0" y="99"/>
                  </a:cubicBezTo>
                  <a:lnTo>
                    <a:pt x="0" y="1197"/>
                  </a:lnTo>
                  <a:lnTo>
                    <a:pt x="8279" y="1197"/>
                  </a:lnTo>
                  <a:lnTo>
                    <a:pt x="8279" y="99"/>
                  </a:lnTo>
                  <a:cubicBezTo>
                    <a:pt x="8279" y="45"/>
                    <a:pt x="8236" y="0"/>
                    <a:pt x="8181" y="0"/>
                  </a:cubicBez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219" name="Google Shape;5219;p28"/>
            <p:cNvSpPr/>
            <p:nvPr/>
          </p:nvSpPr>
          <p:spPr>
            <a:xfrm>
              <a:off x="7598920" y="1514996"/>
              <a:ext cx="16651" cy="325794"/>
            </a:xfrm>
            <a:custGeom>
              <a:rect b="b" l="l" r="r" t="t"/>
              <a:pathLst>
                <a:path extrusionOk="0" h="9176" w="469">
                  <a:moveTo>
                    <a:pt x="0" y="0"/>
                  </a:moveTo>
                  <a:cubicBezTo>
                    <a:pt x="26" y="0"/>
                    <a:pt x="52" y="10"/>
                    <a:pt x="69" y="29"/>
                  </a:cubicBezTo>
                  <a:cubicBezTo>
                    <a:pt x="75" y="32"/>
                    <a:pt x="80" y="38"/>
                    <a:pt x="82" y="43"/>
                  </a:cubicBezTo>
                  <a:cubicBezTo>
                    <a:pt x="94" y="59"/>
                    <a:pt x="98" y="79"/>
                    <a:pt x="98" y="99"/>
                  </a:cubicBezTo>
                  <a:lnTo>
                    <a:pt x="98" y="9076"/>
                  </a:lnTo>
                  <a:cubicBezTo>
                    <a:pt x="98" y="9131"/>
                    <a:pt x="54" y="9175"/>
                    <a:pt x="0" y="9175"/>
                  </a:cubicBezTo>
                  <a:lnTo>
                    <a:pt x="369" y="9175"/>
                  </a:lnTo>
                  <a:cubicBezTo>
                    <a:pt x="422" y="9175"/>
                    <a:pt x="468" y="9131"/>
                    <a:pt x="468" y="9076"/>
                  </a:cubicBezTo>
                  <a:lnTo>
                    <a:pt x="468" y="99"/>
                  </a:lnTo>
                  <a:cubicBezTo>
                    <a:pt x="468" y="78"/>
                    <a:pt x="462" y="59"/>
                    <a:pt x="451" y="43"/>
                  </a:cubicBezTo>
                  <a:cubicBezTo>
                    <a:pt x="448" y="38"/>
                    <a:pt x="442" y="32"/>
                    <a:pt x="439" y="29"/>
                  </a:cubicBezTo>
                  <a:cubicBezTo>
                    <a:pt x="421" y="10"/>
                    <a:pt x="396" y="0"/>
                    <a:pt x="369"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220" name="Google Shape;5220;p28"/>
            <p:cNvSpPr/>
            <p:nvPr/>
          </p:nvSpPr>
          <p:spPr>
            <a:xfrm>
              <a:off x="7598920" y="1514996"/>
              <a:ext cx="16651" cy="42535"/>
            </a:xfrm>
            <a:custGeom>
              <a:rect b="b" l="l" r="r" t="t"/>
              <a:pathLst>
                <a:path extrusionOk="0" h="1198" w="469">
                  <a:moveTo>
                    <a:pt x="0" y="0"/>
                  </a:moveTo>
                  <a:cubicBezTo>
                    <a:pt x="26" y="0"/>
                    <a:pt x="52" y="10"/>
                    <a:pt x="69" y="29"/>
                  </a:cubicBezTo>
                  <a:cubicBezTo>
                    <a:pt x="75" y="32"/>
                    <a:pt x="80" y="38"/>
                    <a:pt x="82" y="43"/>
                  </a:cubicBezTo>
                  <a:cubicBezTo>
                    <a:pt x="94" y="59"/>
                    <a:pt x="98" y="79"/>
                    <a:pt x="98" y="99"/>
                  </a:cubicBezTo>
                  <a:lnTo>
                    <a:pt x="98" y="1197"/>
                  </a:lnTo>
                  <a:lnTo>
                    <a:pt x="468" y="1197"/>
                  </a:lnTo>
                  <a:lnTo>
                    <a:pt x="468" y="99"/>
                  </a:lnTo>
                  <a:cubicBezTo>
                    <a:pt x="468" y="78"/>
                    <a:pt x="462" y="59"/>
                    <a:pt x="451" y="43"/>
                  </a:cubicBezTo>
                  <a:cubicBezTo>
                    <a:pt x="448" y="38"/>
                    <a:pt x="442" y="32"/>
                    <a:pt x="439" y="29"/>
                  </a:cubicBezTo>
                  <a:cubicBezTo>
                    <a:pt x="421" y="10"/>
                    <a:pt x="396" y="0"/>
                    <a:pt x="369"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221" name="Google Shape;5221;p28"/>
            <p:cNvSpPr/>
            <p:nvPr/>
          </p:nvSpPr>
          <p:spPr>
            <a:xfrm>
              <a:off x="7377093" y="1694680"/>
              <a:ext cx="42639" cy="86632"/>
            </a:xfrm>
            <a:custGeom>
              <a:rect b="b" l="l" r="r" t="t"/>
              <a:pathLst>
                <a:path extrusionOk="0" h="2440" w="1201">
                  <a:moveTo>
                    <a:pt x="108" y="0"/>
                  </a:moveTo>
                  <a:cubicBezTo>
                    <a:pt x="49" y="0"/>
                    <a:pt x="0" y="49"/>
                    <a:pt x="0" y="108"/>
                  </a:cubicBezTo>
                  <a:lnTo>
                    <a:pt x="0" y="2439"/>
                  </a:lnTo>
                  <a:lnTo>
                    <a:pt x="1200" y="2439"/>
                  </a:lnTo>
                  <a:lnTo>
                    <a:pt x="1200" y="108"/>
                  </a:lnTo>
                  <a:cubicBezTo>
                    <a:pt x="1200" y="49"/>
                    <a:pt x="1151" y="0"/>
                    <a:pt x="1092" y="0"/>
                  </a:cubicBezTo>
                  <a:close/>
                </a:path>
              </a:pathLst>
            </a:custGeom>
            <a:solidFill>
              <a:schemeClr val="l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222" name="Google Shape;5222;p28"/>
            <p:cNvSpPr/>
            <p:nvPr/>
          </p:nvSpPr>
          <p:spPr>
            <a:xfrm>
              <a:off x="7448029" y="1676680"/>
              <a:ext cx="42674" cy="104633"/>
            </a:xfrm>
            <a:custGeom>
              <a:rect b="b" l="l" r="r" t="t"/>
              <a:pathLst>
                <a:path extrusionOk="0" h="2947" w="1202">
                  <a:moveTo>
                    <a:pt x="109" y="1"/>
                  </a:moveTo>
                  <a:cubicBezTo>
                    <a:pt x="50" y="1"/>
                    <a:pt x="1" y="48"/>
                    <a:pt x="1" y="109"/>
                  </a:cubicBezTo>
                  <a:lnTo>
                    <a:pt x="1" y="2946"/>
                  </a:lnTo>
                  <a:lnTo>
                    <a:pt x="1201" y="2946"/>
                  </a:lnTo>
                  <a:lnTo>
                    <a:pt x="1201" y="109"/>
                  </a:lnTo>
                  <a:cubicBezTo>
                    <a:pt x="1201" y="48"/>
                    <a:pt x="1152" y="1"/>
                    <a:pt x="1093" y="1"/>
                  </a:cubicBez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223" name="Google Shape;5223;p28"/>
            <p:cNvSpPr/>
            <p:nvPr/>
          </p:nvSpPr>
          <p:spPr>
            <a:xfrm>
              <a:off x="7518966" y="1719356"/>
              <a:ext cx="42603" cy="61956"/>
            </a:xfrm>
            <a:custGeom>
              <a:rect b="b" l="l" r="r" t="t"/>
              <a:pathLst>
                <a:path extrusionOk="0" h="1745" w="1200">
                  <a:moveTo>
                    <a:pt x="108" y="0"/>
                  </a:moveTo>
                  <a:cubicBezTo>
                    <a:pt x="48" y="0"/>
                    <a:pt x="0" y="49"/>
                    <a:pt x="0" y="108"/>
                  </a:cubicBezTo>
                  <a:lnTo>
                    <a:pt x="0" y="1744"/>
                  </a:lnTo>
                  <a:lnTo>
                    <a:pt x="1199" y="1744"/>
                  </a:lnTo>
                  <a:lnTo>
                    <a:pt x="1199" y="108"/>
                  </a:lnTo>
                  <a:cubicBezTo>
                    <a:pt x="1199" y="49"/>
                    <a:pt x="1152" y="0"/>
                    <a:pt x="1091" y="0"/>
                  </a:cubicBezTo>
                  <a:close/>
                </a:path>
              </a:pathLst>
            </a:cu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224" name="Google Shape;5224;p28"/>
            <p:cNvSpPr/>
            <p:nvPr/>
          </p:nvSpPr>
          <p:spPr>
            <a:xfrm>
              <a:off x="7589831" y="1655058"/>
              <a:ext cx="42639" cy="126256"/>
            </a:xfrm>
            <a:custGeom>
              <a:rect b="b" l="l" r="r" t="t"/>
              <a:pathLst>
                <a:path extrusionOk="0" h="3556" w="1201">
                  <a:moveTo>
                    <a:pt x="108" y="1"/>
                  </a:moveTo>
                  <a:cubicBezTo>
                    <a:pt x="49" y="1"/>
                    <a:pt x="0" y="50"/>
                    <a:pt x="0" y="109"/>
                  </a:cubicBezTo>
                  <a:lnTo>
                    <a:pt x="0" y="3555"/>
                  </a:lnTo>
                  <a:lnTo>
                    <a:pt x="1200" y="3555"/>
                  </a:lnTo>
                  <a:lnTo>
                    <a:pt x="1200" y="109"/>
                  </a:lnTo>
                  <a:cubicBezTo>
                    <a:pt x="1200" y="50"/>
                    <a:pt x="1151" y="1"/>
                    <a:pt x="1092" y="1"/>
                  </a:cubicBezTo>
                  <a:close/>
                </a:path>
              </a:pathLst>
            </a:custGeom>
            <a:solidFill>
              <a:schemeClr val="l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225" name="Google Shape;5225;p28"/>
            <p:cNvSpPr/>
            <p:nvPr/>
          </p:nvSpPr>
          <p:spPr>
            <a:xfrm>
              <a:off x="7401803" y="1694680"/>
              <a:ext cx="17964" cy="86632"/>
            </a:xfrm>
            <a:custGeom>
              <a:rect b="b" l="l" r="r" t="t"/>
              <a:pathLst>
                <a:path extrusionOk="0" h="2440" w="506">
                  <a:moveTo>
                    <a:pt x="1" y="0"/>
                  </a:moveTo>
                  <a:cubicBezTo>
                    <a:pt x="60" y="0"/>
                    <a:pt x="109" y="49"/>
                    <a:pt x="109" y="108"/>
                  </a:cubicBezTo>
                  <a:lnTo>
                    <a:pt x="109" y="2439"/>
                  </a:lnTo>
                  <a:lnTo>
                    <a:pt x="506" y="2439"/>
                  </a:lnTo>
                  <a:lnTo>
                    <a:pt x="506" y="108"/>
                  </a:lnTo>
                  <a:cubicBezTo>
                    <a:pt x="506" y="49"/>
                    <a:pt x="455" y="0"/>
                    <a:pt x="398"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226" name="Google Shape;5226;p28"/>
            <p:cNvSpPr/>
            <p:nvPr/>
          </p:nvSpPr>
          <p:spPr>
            <a:xfrm>
              <a:off x="7472704" y="1676680"/>
              <a:ext cx="18000" cy="104633"/>
            </a:xfrm>
            <a:custGeom>
              <a:rect b="b" l="l" r="r" t="t"/>
              <a:pathLst>
                <a:path extrusionOk="0" h="2947" w="507">
                  <a:moveTo>
                    <a:pt x="1" y="1"/>
                  </a:moveTo>
                  <a:cubicBezTo>
                    <a:pt x="60" y="1"/>
                    <a:pt x="109" y="48"/>
                    <a:pt x="109" y="109"/>
                  </a:cubicBezTo>
                  <a:lnTo>
                    <a:pt x="109" y="2946"/>
                  </a:lnTo>
                  <a:lnTo>
                    <a:pt x="506" y="2946"/>
                  </a:lnTo>
                  <a:lnTo>
                    <a:pt x="506" y="109"/>
                  </a:lnTo>
                  <a:cubicBezTo>
                    <a:pt x="506" y="50"/>
                    <a:pt x="457" y="1"/>
                    <a:pt x="398"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227" name="Google Shape;5227;p28"/>
            <p:cNvSpPr/>
            <p:nvPr/>
          </p:nvSpPr>
          <p:spPr>
            <a:xfrm>
              <a:off x="7543570" y="1719356"/>
              <a:ext cx="18000" cy="61956"/>
            </a:xfrm>
            <a:custGeom>
              <a:rect b="b" l="l" r="r" t="t"/>
              <a:pathLst>
                <a:path extrusionOk="0" h="1745" w="507">
                  <a:moveTo>
                    <a:pt x="1" y="0"/>
                  </a:moveTo>
                  <a:cubicBezTo>
                    <a:pt x="60" y="0"/>
                    <a:pt x="109" y="49"/>
                    <a:pt x="109" y="108"/>
                  </a:cubicBezTo>
                  <a:lnTo>
                    <a:pt x="109" y="1744"/>
                  </a:lnTo>
                  <a:lnTo>
                    <a:pt x="506" y="1744"/>
                  </a:lnTo>
                  <a:lnTo>
                    <a:pt x="506" y="108"/>
                  </a:lnTo>
                  <a:cubicBezTo>
                    <a:pt x="506" y="49"/>
                    <a:pt x="459" y="0"/>
                    <a:pt x="398"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228" name="Google Shape;5228;p28"/>
            <p:cNvSpPr/>
            <p:nvPr/>
          </p:nvSpPr>
          <p:spPr>
            <a:xfrm>
              <a:off x="7614506" y="1655058"/>
              <a:ext cx="17964" cy="126256"/>
            </a:xfrm>
            <a:custGeom>
              <a:rect b="b" l="l" r="r" t="t"/>
              <a:pathLst>
                <a:path extrusionOk="0" h="3556" w="506">
                  <a:moveTo>
                    <a:pt x="400" y="1"/>
                  </a:moveTo>
                  <a:cubicBezTo>
                    <a:pt x="399" y="1"/>
                    <a:pt x="398" y="1"/>
                    <a:pt x="397" y="1"/>
                  </a:cubicBezTo>
                  <a:lnTo>
                    <a:pt x="0" y="1"/>
                  </a:lnTo>
                  <a:cubicBezTo>
                    <a:pt x="59" y="1"/>
                    <a:pt x="108" y="50"/>
                    <a:pt x="108" y="109"/>
                  </a:cubicBezTo>
                  <a:lnTo>
                    <a:pt x="108" y="3555"/>
                  </a:lnTo>
                  <a:lnTo>
                    <a:pt x="505" y="3555"/>
                  </a:lnTo>
                  <a:lnTo>
                    <a:pt x="505" y="109"/>
                  </a:lnTo>
                  <a:cubicBezTo>
                    <a:pt x="505" y="51"/>
                    <a:pt x="458" y="1"/>
                    <a:pt x="400"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229" name="Google Shape;5229;p28"/>
            <p:cNvSpPr/>
            <p:nvPr/>
          </p:nvSpPr>
          <p:spPr>
            <a:xfrm>
              <a:off x="7412952" y="1595696"/>
              <a:ext cx="183193" cy="73815"/>
            </a:xfrm>
            <a:custGeom>
              <a:rect b="b" l="l" r="r" t="t"/>
              <a:pathLst>
                <a:path extrusionOk="0" h="2079" w="5160">
                  <a:moveTo>
                    <a:pt x="5004" y="0"/>
                  </a:moveTo>
                  <a:cubicBezTo>
                    <a:pt x="4999" y="0"/>
                    <a:pt x="4994" y="0"/>
                    <a:pt x="4989" y="1"/>
                  </a:cubicBezTo>
                  <a:lnTo>
                    <a:pt x="4132" y="87"/>
                  </a:lnTo>
                  <a:cubicBezTo>
                    <a:pt x="4051" y="96"/>
                    <a:pt x="3989" y="168"/>
                    <a:pt x="3998" y="251"/>
                  </a:cubicBezTo>
                  <a:cubicBezTo>
                    <a:pt x="4007" y="327"/>
                    <a:pt x="4071" y="384"/>
                    <a:pt x="4146" y="384"/>
                  </a:cubicBezTo>
                  <a:cubicBezTo>
                    <a:pt x="4152" y="384"/>
                    <a:pt x="4157" y="384"/>
                    <a:pt x="4162" y="384"/>
                  </a:cubicBezTo>
                  <a:lnTo>
                    <a:pt x="4599" y="339"/>
                  </a:lnTo>
                  <a:lnTo>
                    <a:pt x="3040" y="1749"/>
                  </a:lnTo>
                  <a:lnTo>
                    <a:pt x="1628" y="1044"/>
                  </a:lnTo>
                  <a:cubicBezTo>
                    <a:pt x="1607" y="1034"/>
                    <a:pt x="1584" y="1028"/>
                    <a:pt x="1561" y="1028"/>
                  </a:cubicBezTo>
                  <a:cubicBezTo>
                    <a:pt x="1539" y="1028"/>
                    <a:pt x="1517" y="1033"/>
                    <a:pt x="1497" y="1044"/>
                  </a:cubicBezTo>
                  <a:lnTo>
                    <a:pt x="104" y="1723"/>
                  </a:lnTo>
                  <a:cubicBezTo>
                    <a:pt x="31" y="1759"/>
                    <a:pt x="0" y="1850"/>
                    <a:pt x="36" y="1923"/>
                  </a:cubicBezTo>
                  <a:cubicBezTo>
                    <a:pt x="62" y="1976"/>
                    <a:pt x="116" y="2007"/>
                    <a:pt x="171" y="2007"/>
                  </a:cubicBezTo>
                  <a:cubicBezTo>
                    <a:pt x="192" y="2007"/>
                    <a:pt x="214" y="2002"/>
                    <a:pt x="235" y="1992"/>
                  </a:cubicBezTo>
                  <a:lnTo>
                    <a:pt x="1562" y="1345"/>
                  </a:lnTo>
                  <a:lnTo>
                    <a:pt x="2998" y="2061"/>
                  </a:lnTo>
                  <a:cubicBezTo>
                    <a:pt x="3019" y="2073"/>
                    <a:pt x="3041" y="2079"/>
                    <a:pt x="3065" y="2079"/>
                  </a:cubicBezTo>
                  <a:cubicBezTo>
                    <a:pt x="3101" y="2079"/>
                    <a:pt x="3137" y="2066"/>
                    <a:pt x="3166" y="2040"/>
                  </a:cubicBezTo>
                  <a:lnTo>
                    <a:pt x="4785" y="576"/>
                  </a:lnTo>
                  <a:lnTo>
                    <a:pt x="4785" y="576"/>
                  </a:lnTo>
                  <a:lnTo>
                    <a:pt x="4717" y="975"/>
                  </a:lnTo>
                  <a:cubicBezTo>
                    <a:pt x="4703" y="1057"/>
                    <a:pt x="4759" y="1133"/>
                    <a:pt x="4840" y="1146"/>
                  </a:cubicBezTo>
                  <a:cubicBezTo>
                    <a:pt x="4850" y="1148"/>
                    <a:pt x="4857" y="1148"/>
                    <a:pt x="4866" y="1148"/>
                  </a:cubicBezTo>
                  <a:cubicBezTo>
                    <a:pt x="4938" y="1148"/>
                    <a:pt x="5001" y="1096"/>
                    <a:pt x="5012" y="1024"/>
                  </a:cubicBezTo>
                  <a:lnTo>
                    <a:pt x="5156" y="173"/>
                  </a:lnTo>
                  <a:cubicBezTo>
                    <a:pt x="5159" y="129"/>
                    <a:pt x="5145" y="81"/>
                    <a:pt x="5113" y="47"/>
                  </a:cubicBezTo>
                  <a:cubicBezTo>
                    <a:pt x="5085" y="17"/>
                    <a:pt x="5046" y="0"/>
                    <a:pt x="5004" y="0"/>
                  </a:cubicBezTo>
                  <a:close/>
                </a:path>
              </a:pathLst>
            </a:custGeom>
            <a:solidFill>
              <a:schemeClr val="accent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230" name="Google Shape;5230;p28"/>
            <p:cNvSpPr/>
            <p:nvPr/>
          </p:nvSpPr>
          <p:spPr>
            <a:xfrm>
              <a:off x="7360939" y="1779925"/>
              <a:ext cx="287677" cy="22723"/>
            </a:xfrm>
            <a:custGeom>
              <a:rect b="b" l="l" r="r" t="t"/>
              <a:pathLst>
                <a:path extrusionOk="0" h="640" w="8103">
                  <a:moveTo>
                    <a:pt x="81" y="1"/>
                  </a:moveTo>
                  <a:cubicBezTo>
                    <a:pt x="36" y="1"/>
                    <a:pt x="0" y="37"/>
                    <a:pt x="0" y="81"/>
                  </a:cubicBezTo>
                  <a:lnTo>
                    <a:pt x="0" y="559"/>
                  </a:lnTo>
                  <a:cubicBezTo>
                    <a:pt x="0" y="604"/>
                    <a:pt x="36" y="640"/>
                    <a:pt x="81" y="640"/>
                  </a:cubicBezTo>
                  <a:lnTo>
                    <a:pt x="8022" y="640"/>
                  </a:lnTo>
                  <a:cubicBezTo>
                    <a:pt x="8066" y="640"/>
                    <a:pt x="8102" y="602"/>
                    <a:pt x="8102" y="559"/>
                  </a:cubicBezTo>
                  <a:lnTo>
                    <a:pt x="8102" y="81"/>
                  </a:lnTo>
                  <a:cubicBezTo>
                    <a:pt x="8102" y="37"/>
                    <a:pt x="8066" y="1"/>
                    <a:pt x="8022" y="1"/>
                  </a:cubicBezTo>
                  <a:close/>
                </a:path>
              </a:pathLst>
            </a:custGeom>
            <a:solidFill>
              <a:schemeClr val="accent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231" name="Google Shape;5231;p28"/>
            <p:cNvSpPr/>
            <p:nvPr/>
          </p:nvSpPr>
          <p:spPr>
            <a:xfrm>
              <a:off x="7631619" y="1779890"/>
              <a:ext cx="17006" cy="22723"/>
            </a:xfrm>
            <a:custGeom>
              <a:rect b="b" l="l" r="r" t="t"/>
              <a:pathLst>
                <a:path extrusionOk="0" h="640" w="479">
                  <a:moveTo>
                    <a:pt x="0" y="0"/>
                  </a:moveTo>
                  <a:cubicBezTo>
                    <a:pt x="45" y="0"/>
                    <a:pt x="81" y="36"/>
                    <a:pt x="81" y="81"/>
                  </a:cubicBezTo>
                  <a:lnTo>
                    <a:pt x="81" y="557"/>
                  </a:lnTo>
                  <a:cubicBezTo>
                    <a:pt x="81" y="603"/>
                    <a:pt x="45" y="639"/>
                    <a:pt x="0" y="639"/>
                  </a:cubicBezTo>
                  <a:lnTo>
                    <a:pt x="398" y="639"/>
                  </a:lnTo>
                  <a:cubicBezTo>
                    <a:pt x="442" y="639"/>
                    <a:pt x="478" y="603"/>
                    <a:pt x="478" y="557"/>
                  </a:cubicBezTo>
                  <a:lnTo>
                    <a:pt x="478" y="81"/>
                  </a:lnTo>
                  <a:cubicBezTo>
                    <a:pt x="478" y="36"/>
                    <a:pt x="442" y="0"/>
                    <a:pt x="398"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5232" name="Google Shape;5232;p28"/>
          <p:cNvGrpSpPr/>
          <p:nvPr/>
        </p:nvGrpSpPr>
        <p:grpSpPr>
          <a:xfrm>
            <a:off x="6715198" y="1514321"/>
            <a:ext cx="245152" cy="327037"/>
            <a:chOff x="6715198" y="1514321"/>
            <a:chExt cx="245152" cy="327037"/>
          </a:xfrm>
        </p:grpSpPr>
        <p:sp>
          <p:nvSpPr>
            <p:cNvPr id="5233" name="Google Shape;5233;p28"/>
            <p:cNvSpPr/>
            <p:nvPr/>
          </p:nvSpPr>
          <p:spPr>
            <a:xfrm>
              <a:off x="6715198" y="1514428"/>
              <a:ext cx="171371" cy="326930"/>
            </a:xfrm>
            <a:custGeom>
              <a:rect b="b" l="l" r="r" t="t"/>
              <a:pathLst>
                <a:path extrusionOk="0" h="9208" w="4827">
                  <a:moveTo>
                    <a:pt x="4477" y="0"/>
                  </a:moveTo>
                  <a:cubicBezTo>
                    <a:pt x="4475" y="0"/>
                    <a:pt x="4473" y="0"/>
                    <a:pt x="4472" y="0"/>
                  </a:cubicBezTo>
                  <a:lnTo>
                    <a:pt x="3663" y="0"/>
                  </a:lnTo>
                  <a:lnTo>
                    <a:pt x="2415" y="357"/>
                  </a:lnTo>
                  <a:lnTo>
                    <a:pt x="1166" y="0"/>
                  </a:lnTo>
                  <a:lnTo>
                    <a:pt x="359" y="0"/>
                  </a:lnTo>
                  <a:cubicBezTo>
                    <a:pt x="162" y="0"/>
                    <a:pt x="0" y="160"/>
                    <a:pt x="0" y="357"/>
                  </a:cubicBezTo>
                  <a:lnTo>
                    <a:pt x="0" y="8850"/>
                  </a:lnTo>
                  <a:cubicBezTo>
                    <a:pt x="0" y="9047"/>
                    <a:pt x="162" y="9207"/>
                    <a:pt x="359" y="9207"/>
                  </a:cubicBezTo>
                  <a:lnTo>
                    <a:pt x="4469" y="9207"/>
                  </a:lnTo>
                  <a:cubicBezTo>
                    <a:pt x="4667" y="9207"/>
                    <a:pt x="4827" y="9047"/>
                    <a:pt x="4827" y="8850"/>
                  </a:cubicBezTo>
                  <a:lnTo>
                    <a:pt x="4827" y="357"/>
                  </a:lnTo>
                  <a:cubicBezTo>
                    <a:pt x="4827" y="162"/>
                    <a:pt x="4670" y="0"/>
                    <a:pt x="4477" y="0"/>
                  </a:cubicBez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234" name="Google Shape;5234;p28"/>
            <p:cNvSpPr/>
            <p:nvPr/>
          </p:nvSpPr>
          <p:spPr>
            <a:xfrm>
              <a:off x="6859733" y="1514428"/>
              <a:ext cx="26840" cy="326930"/>
            </a:xfrm>
            <a:custGeom>
              <a:rect b="b" l="l" r="r" t="t"/>
              <a:pathLst>
                <a:path extrusionOk="0" h="9208" w="756">
                  <a:moveTo>
                    <a:pt x="403" y="0"/>
                  </a:moveTo>
                  <a:cubicBezTo>
                    <a:pt x="401" y="0"/>
                    <a:pt x="399" y="0"/>
                    <a:pt x="398" y="0"/>
                  </a:cubicBezTo>
                  <a:lnTo>
                    <a:pt x="0" y="0"/>
                  </a:lnTo>
                  <a:cubicBezTo>
                    <a:pt x="199" y="0"/>
                    <a:pt x="359" y="160"/>
                    <a:pt x="359" y="357"/>
                  </a:cubicBezTo>
                  <a:lnTo>
                    <a:pt x="359" y="8850"/>
                  </a:lnTo>
                  <a:cubicBezTo>
                    <a:pt x="359" y="9047"/>
                    <a:pt x="199" y="9207"/>
                    <a:pt x="0" y="9207"/>
                  </a:cubicBezTo>
                  <a:lnTo>
                    <a:pt x="398" y="9207"/>
                  </a:lnTo>
                  <a:cubicBezTo>
                    <a:pt x="596" y="9207"/>
                    <a:pt x="756" y="9047"/>
                    <a:pt x="756" y="8850"/>
                  </a:cubicBezTo>
                  <a:lnTo>
                    <a:pt x="756" y="357"/>
                  </a:lnTo>
                  <a:cubicBezTo>
                    <a:pt x="756" y="162"/>
                    <a:pt x="599" y="0"/>
                    <a:pt x="403"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235" name="Google Shape;5235;p28"/>
            <p:cNvSpPr/>
            <p:nvPr/>
          </p:nvSpPr>
          <p:spPr>
            <a:xfrm>
              <a:off x="6756595" y="1514321"/>
              <a:ext cx="88614" cy="25777"/>
            </a:xfrm>
            <a:custGeom>
              <a:rect b="b" l="l" r="r" t="t"/>
              <a:pathLst>
                <a:path extrusionOk="0" h="726" w="2496">
                  <a:moveTo>
                    <a:pt x="0" y="0"/>
                  </a:moveTo>
                  <a:lnTo>
                    <a:pt x="166" y="540"/>
                  </a:lnTo>
                  <a:cubicBezTo>
                    <a:pt x="200" y="651"/>
                    <a:pt x="302" y="726"/>
                    <a:pt x="417" y="726"/>
                  </a:cubicBezTo>
                  <a:lnTo>
                    <a:pt x="2078" y="726"/>
                  </a:lnTo>
                  <a:cubicBezTo>
                    <a:pt x="2193" y="726"/>
                    <a:pt x="2295" y="651"/>
                    <a:pt x="2330" y="540"/>
                  </a:cubicBezTo>
                  <a:lnTo>
                    <a:pt x="2495" y="0"/>
                  </a:lnTo>
                  <a:close/>
                </a:path>
              </a:pathLst>
            </a:custGeom>
            <a:solidFill>
              <a:schemeClr val="accent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236" name="Google Shape;5236;p28"/>
            <p:cNvSpPr/>
            <p:nvPr/>
          </p:nvSpPr>
          <p:spPr>
            <a:xfrm>
              <a:off x="6817058" y="1514321"/>
              <a:ext cx="28153" cy="25777"/>
            </a:xfrm>
            <a:custGeom>
              <a:rect b="b" l="l" r="r" t="t"/>
              <a:pathLst>
                <a:path extrusionOk="0" h="726" w="793">
                  <a:moveTo>
                    <a:pt x="418" y="0"/>
                  </a:moveTo>
                  <a:lnTo>
                    <a:pt x="253" y="540"/>
                  </a:lnTo>
                  <a:cubicBezTo>
                    <a:pt x="218" y="651"/>
                    <a:pt x="116" y="726"/>
                    <a:pt x="1" y="726"/>
                  </a:cubicBezTo>
                  <a:lnTo>
                    <a:pt x="375" y="726"/>
                  </a:lnTo>
                  <a:cubicBezTo>
                    <a:pt x="490" y="726"/>
                    <a:pt x="592" y="651"/>
                    <a:pt x="627" y="540"/>
                  </a:cubicBezTo>
                  <a:lnTo>
                    <a:pt x="792" y="0"/>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237" name="Google Shape;5237;p28"/>
            <p:cNvSpPr/>
            <p:nvPr/>
          </p:nvSpPr>
          <p:spPr>
            <a:xfrm>
              <a:off x="6736606" y="1583944"/>
              <a:ext cx="128519" cy="84857"/>
            </a:xfrm>
            <a:custGeom>
              <a:rect b="b" l="l" r="r" t="t"/>
              <a:pathLst>
                <a:path extrusionOk="0" h="2390" w="3620">
                  <a:moveTo>
                    <a:pt x="252" y="1"/>
                  </a:moveTo>
                  <a:cubicBezTo>
                    <a:pt x="114" y="1"/>
                    <a:pt x="0" y="114"/>
                    <a:pt x="0" y="253"/>
                  </a:cubicBezTo>
                  <a:lnTo>
                    <a:pt x="0" y="2138"/>
                  </a:lnTo>
                  <a:cubicBezTo>
                    <a:pt x="0" y="2276"/>
                    <a:pt x="114" y="2390"/>
                    <a:pt x="252" y="2390"/>
                  </a:cubicBezTo>
                  <a:lnTo>
                    <a:pt x="3368" y="2390"/>
                  </a:lnTo>
                  <a:cubicBezTo>
                    <a:pt x="3506" y="2390"/>
                    <a:pt x="3620" y="2276"/>
                    <a:pt x="3620" y="2138"/>
                  </a:cubicBezTo>
                  <a:lnTo>
                    <a:pt x="3620" y="253"/>
                  </a:lnTo>
                  <a:cubicBezTo>
                    <a:pt x="3620" y="114"/>
                    <a:pt x="3506" y="1"/>
                    <a:pt x="3368" y="1"/>
                  </a:cubicBezTo>
                  <a:close/>
                </a:path>
              </a:pathLst>
            </a:custGeom>
            <a:solidFill>
              <a:schemeClr val="l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238" name="Google Shape;5238;p28"/>
            <p:cNvSpPr/>
            <p:nvPr/>
          </p:nvSpPr>
          <p:spPr>
            <a:xfrm>
              <a:off x="6843011" y="1583944"/>
              <a:ext cx="22118" cy="84857"/>
            </a:xfrm>
            <a:custGeom>
              <a:rect b="b" l="l" r="r" t="t"/>
              <a:pathLst>
                <a:path extrusionOk="0" h="2390" w="623">
                  <a:moveTo>
                    <a:pt x="1" y="1"/>
                  </a:moveTo>
                  <a:cubicBezTo>
                    <a:pt x="141" y="1"/>
                    <a:pt x="253" y="114"/>
                    <a:pt x="253" y="253"/>
                  </a:cubicBezTo>
                  <a:lnTo>
                    <a:pt x="253" y="2138"/>
                  </a:lnTo>
                  <a:cubicBezTo>
                    <a:pt x="253" y="2276"/>
                    <a:pt x="139" y="2390"/>
                    <a:pt x="1" y="2390"/>
                  </a:cubicBezTo>
                  <a:lnTo>
                    <a:pt x="371" y="2390"/>
                  </a:lnTo>
                  <a:cubicBezTo>
                    <a:pt x="512" y="2390"/>
                    <a:pt x="623" y="2276"/>
                    <a:pt x="623" y="2138"/>
                  </a:cubicBezTo>
                  <a:lnTo>
                    <a:pt x="623" y="253"/>
                  </a:lnTo>
                  <a:cubicBezTo>
                    <a:pt x="623" y="114"/>
                    <a:pt x="509" y="1"/>
                    <a:pt x="371"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239" name="Google Shape;5239;p28"/>
            <p:cNvSpPr/>
            <p:nvPr/>
          </p:nvSpPr>
          <p:spPr>
            <a:xfrm>
              <a:off x="6731920" y="1689710"/>
              <a:ext cx="137998" cy="9586"/>
            </a:xfrm>
            <a:custGeom>
              <a:rect b="b" l="l" r="r" t="t"/>
              <a:pathLst>
                <a:path extrusionOk="0" h="270" w="3887">
                  <a:moveTo>
                    <a:pt x="134" y="1"/>
                  </a:moveTo>
                  <a:cubicBezTo>
                    <a:pt x="60" y="1"/>
                    <a:pt x="0" y="61"/>
                    <a:pt x="0" y="136"/>
                  </a:cubicBezTo>
                  <a:cubicBezTo>
                    <a:pt x="0" y="209"/>
                    <a:pt x="60" y="270"/>
                    <a:pt x="134" y="270"/>
                  </a:cubicBezTo>
                  <a:lnTo>
                    <a:pt x="3752" y="270"/>
                  </a:lnTo>
                  <a:cubicBezTo>
                    <a:pt x="3825" y="270"/>
                    <a:pt x="3887" y="209"/>
                    <a:pt x="3887" y="136"/>
                  </a:cubicBezTo>
                  <a:cubicBezTo>
                    <a:pt x="3887" y="61"/>
                    <a:pt x="3825" y="1"/>
                    <a:pt x="3752"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240" name="Google Shape;5240;p28"/>
            <p:cNvSpPr/>
            <p:nvPr/>
          </p:nvSpPr>
          <p:spPr>
            <a:xfrm>
              <a:off x="6761672" y="1715450"/>
              <a:ext cx="36319" cy="9586"/>
            </a:xfrm>
            <a:custGeom>
              <a:rect b="b" l="l" r="r" t="t"/>
              <a:pathLst>
                <a:path extrusionOk="0" h="270" w="1023">
                  <a:moveTo>
                    <a:pt x="136" y="1"/>
                  </a:moveTo>
                  <a:cubicBezTo>
                    <a:pt x="63" y="1"/>
                    <a:pt x="1" y="61"/>
                    <a:pt x="1" y="135"/>
                  </a:cubicBezTo>
                  <a:cubicBezTo>
                    <a:pt x="1" y="209"/>
                    <a:pt x="63" y="270"/>
                    <a:pt x="136" y="270"/>
                  </a:cubicBezTo>
                  <a:lnTo>
                    <a:pt x="889" y="270"/>
                  </a:lnTo>
                  <a:cubicBezTo>
                    <a:pt x="964" y="270"/>
                    <a:pt x="1023" y="209"/>
                    <a:pt x="1023" y="135"/>
                  </a:cubicBezTo>
                  <a:cubicBezTo>
                    <a:pt x="1023" y="61"/>
                    <a:pt x="962" y="1"/>
                    <a:pt x="889"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241" name="Google Shape;5241;p28"/>
            <p:cNvSpPr/>
            <p:nvPr/>
          </p:nvSpPr>
          <p:spPr>
            <a:xfrm>
              <a:off x="6731920" y="1715450"/>
              <a:ext cx="16615" cy="9586"/>
            </a:xfrm>
            <a:custGeom>
              <a:rect b="b" l="l" r="r" t="t"/>
              <a:pathLst>
                <a:path extrusionOk="0" h="270" w="468">
                  <a:moveTo>
                    <a:pt x="134" y="1"/>
                  </a:moveTo>
                  <a:cubicBezTo>
                    <a:pt x="60" y="1"/>
                    <a:pt x="0" y="61"/>
                    <a:pt x="0" y="135"/>
                  </a:cubicBezTo>
                  <a:cubicBezTo>
                    <a:pt x="0" y="209"/>
                    <a:pt x="60" y="270"/>
                    <a:pt x="134" y="270"/>
                  </a:cubicBezTo>
                  <a:lnTo>
                    <a:pt x="332" y="270"/>
                  </a:lnTo>
                  <a:cubicBezTo>
                    <a:pt x="406" y="270"/>
                    <a:pt x="468" y="209"/>
                    <a:pt x="468" y="135"/>
                  </a:cubicBezTo>
                  <a:cubicBezTo>
                    <a:pt x="468" y="61"/>
                    <a:pt x="406" y="1"/>
                    <a:pt x="332"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242" name="Google Shape;5242;p28"/>
            <p:cNvSpPr/>
            <p:nvPr/>
          </p:nvSpPr>
          <p:spPr>
            <a:xfrm>
              <a:off x="6731920" y="1741155"/>
              <a:ext cx="66070" cy="9657"/>
            </a:xfrm>
            <a:custGeom>
              <a:rect b="b" l="l" r="r" t="t"/>
              <a:pathLst>
                <a:path extrusionOk="0" h="272" w="1861">
                  <a:moveTo>
                    <a:pt x="134" y="1"/>
                  </a:moveTo>
                  <a:cubicBezTo>
                    <a:pt x="60" y="1"/>
                    <a:pt x="0" y="63"/>
                    <a:pt x="0" y="136"/>
                  </a:cubicBezTo>
                  <a:cubicBezTo>
                    <a:pt x="0" y="209"/>
                    <a:pt x="60" y="271"/>
                    <a:pt x="134" y="271"/>
                  </a:cubicBezTo>
                  <a:lnTo>
                    <a:pt x="1727" y="271"/>
                  </a:lnTo>
                  <a:cubicBezTo>
                    <a:pt x="1802" y="271"/>
                    <a:pt x="1861" y="209"/>
                    <a:pt x="1861" y="136"/>
                  </a:cubicBezTo>
                  <a:cubicBezTo>
                    <a:pt x="1861" y="63"/>
                    <a:pt x="1800" y="1"/>
                    <a:pt x="1727"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243" name="Google Shape;5243;p28"/>
            <p:cNvSpPr/>
            <p:nvPr/>
          </p:nvSpPr>
          <p:spPr>
            <a:xfrm>
              <a:off x="6778394" y="1766966"/>
              <a:ext cx="19597" cy="9622"/>
            </a:xfrm>
            <a:custGeom>
              <a:rect b="b" l="l" r="r" t="t"/>
              <a:pathLst>
                <a:path extrusionOk="0" h="271" w="552">
                  <a:moveTo>
                    <a:pt x="134" y="0"/>
                  </a:moveTo>
                  <a:cubicBezTo>
                    <a:pt x="61" y="0"/>
                    <a:pt x="1" y="62"/>
                    <a:pt x="1" y="136"/>
                  </a:cubicBezTo>
                  <a:cubicBezTo>
                    <a:pt x="1" y="209"/>
                    <a:pt x="61" y="271"/>
                    <a:pt x="134" y="271"/>
                  </a:cubicBezTo>
                  <a:lnTo>
                    <a:pt x="418" y="271"/>
                  </a:lnTo>
                  <a:cubicBezTo>
                    <a:pt x="493" y="271"/>
                    <a:pt x="552" y="209"/>
                    <a:pt x="552" y="136"/>
                  </a:cubicBezTo>
                  <a:cubicBezTo>
                    <a:pt x="552" y="62"/>
                    <a:pt x="491" y="0"/>
                    <a:pt x="418"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244" name="Google Shape;5244;p28"/>
            <p:cNvSpPr/>
            <p:nvPr/>
          </p:nvSpPr>
          <p:spPr>
            <a:xfrm>
              <a:off x="6731920" y="1766966"/>
              <a:ext cx="33124" cy="9622"/>
            </a:xfrm>
            <a:custGeom>
              <a:rect b="b" l="l" r="r" t="t"/>
              <a:pathLst>
                <a:path extrusionOk="0" h="271" w="933">
                  <a:moveTo>
                    <a:pt x="134" y="0"/>
                  </a:moveTo>
                  <a:cubicBezTo>
                    <a:pt x="60" y="0"/>
                    <a:pt x="0" y="62"/>
                    <a:pt x="0" y="136"/>
                  </a:cubicBezTo>
                  <a:cubicBezTo>
                    <a:pt x="0" y="209"/>
                    <a:pt x="60" y="271"/>
                    <a:pt x="134" y="271"/>
                  </a:cubicBezTo>
                  <a:lnTo>
                    <a:pt x="799" y="271"/>
                  </a:lnTo>
                  <a:cubicBezTo>
                    <a:pt x="872" y="271"/>
                    <a:pt x="933" y="209"/>
                    <a:pt x="933" y="136"/>
                  </a:cubicBezTo>
                  <a:cubicBezTo>
                    <a:pt x="933" y="62"/>
                    <a:pt x="872" y="0"/>
                    <a:pt x="799"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245" name="Google Shape;5245;p28"/>
            <p:cNvSpPr/>
            <p:nvPr/>
          </p:nvSpPr>
          <p:spPr>
            <a:xfrm>
              <a:off x="6731920" y="1792706"/>
              <a:ext cx="66070" cy="9657"/>
            </a:xfrm>
            <a:custGeom>
              <a:rect b="b" l="l" r="r" t="t"/>
              <a:pathLst>
                <a:path extrusionOk="0" h="272" w="1861">
                  <a:moveTo>
                    <a:pt x="134" y="1"/>
                  </a:moveTo>
                  <a:cubicBezTo>
                    <a:pt x="60" y="1"/>
                    <a:pt x="0" y="63"/>
                    <a:pt x="0" y="136"/>
                  </a:cubicBezTo>
                  <a:cubicBezTo>
                    <a:pt x="0" y="209"/>
                    <a:pt x="60" y="271"/>
                    <a:pt x="134" y="271"/>
                  </a:cubicBezTo>
                  <a:lnTo>
                    <a:pt x="1727" y="271"/>
                  </a:lnTo>
                  <a:cubicBezTo>
                    <a:pt x="1802" y="271"/>
                    <a:pt x="1861" y="209"/>
                    <a:pt x="1861" y="136"/>
                  </a:cubicBezTo>
                  <a:cubicBezTo>
                    <a:pt x="1861" y="63"/>
                    <a:pt x="1800" y="1"/>
                    <a:pt x="1727"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246" name="Google Shape;5246;p28"/>
            <p:cNvSpPr/>
            <p:nvPr/>
          </p:nvSpPr>
          <p:spPr>
            <a:xfrm>
              <a:off x="6785708" y="1609187"/>
              <a:ext cx="31562" cy="34262"/>
            </a:xfrm>
            <a:custGeom>
              <a:rect b="b" l="l" r="r" t="t"/>
              <a:pathLst>
                <a:path extrusionOk="0" h="965" w="889">
                  <a:moveTo>
                    <a:pt x="191" y="0"/>
                  </a:moveTo>
                  <a:cubicBezTo>
                    <a:pt x="92" y="0"/>
                    <a:pt x="0" y="79"/>
                    <a:pt x="0" y="191"/>
                  </a:cubicBezTo>
                  <a:lnTo>
                    <a:pt x="0" y="775"/>
                  </a:lnTo>
                  <a:cubicBezTo>
                    <a:pt x="0" y="885"/>
                    <a:pt x="91" y="965"/>
                    <a:pt x="190" y="965"/>
                  </a:cubicBezTo>
                  <a:cubicBezTo>
                    <a:pt x="220" y="965"/>
                    <a:pt x="251" y="957"/>
                    <a:pt x="281" y="940"/>
                  </a:cubicBezTo>
                  <a:lnTo>
                    <a:pt x="756" y="680"/>
                  </a:lnTo>
                  <a:cubicBezTo>
                    <a:pt x="881" y="615"/>
                    <a:pt x="888" y="440"/>
                    <a:pt x="773" y="360"/>
                  </a:cubicBezTo>
                  <a:lnTo>
                    <a:pt x="298" y="34"/>
                  </a:lnTo>
                  <a:cubicBezTo>
                    <a:pt x="264" y="11"/>
                    <a:pt x="227" y="0"/>
                    <a:pt x="191" y="0"/>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247" name="Google Shape;5247;p28"/>
            <p:cNvSpPr/>
            <p:nvPr/>
          </p:nvSpPr>
          <p:spPr>
            <a:xfrm>
              <a:off x="6785708" y="1618383"/>
              <a:ext cx="31562" cy="25138"/>
            </a:xfrm>
            <a:custGeom>
              <a:rect b="b" l="l" r="r" t="t"/>
              <a:pathLst>
                <a:path extrusionOk="0" h="708" w="889">
                  <a:moveTo>
                    <a:pt x="625" y="1"/>
                  </a:moveTo>
                  <a:cubicBezTo>
                    <a:pt x="610" y="40"/>
                    <a:pt x="582" y="74"/>
                    <a:pt x="540" y="97"/>
                  </a:cubicBezTo>
                  <a:lnTo>
                    <a:pt x="65" y="358"/>
                  </a:lnTo>
                  <a:cubicBezTo>
                    <a:pt x="43" y="369"/>
                    <a:pt x="22" y="376"/>
                    <a:pt x="0" y="379"/>
                  </a:cubicBezTo>
                  <a:lnTo>
                    <a:pt x="0" y="519"/>
                  </a:lnTo>
                  <a:cubicBezTo>
                    <a:pt x="0" y="629"/>
                    <a:pt x="92" y="707"/>
                    <a:pt x="191" y="707"/>
                  </a:cubicBezTo>
                  <a:cubicBezTo>
                    <a:pt x="221" y="707"/>
                    <a:pt x="252" y="700"/>
                    <a:pt x="281" y="684"/>
                  </a:cubicBezTo>
                  <a:lnTo>
                    <a:pt x="756" y="422"/>
                  </a:lnTo>
                  <a:cubicBezTo>
                    <a:pt x="881" y="355"/>
                    <a:pt x="888" y="181"/>
                    <a:pt x="770" y="101"/>
                  </a:cubicBezTo>
                  <a:lnTo>
                    <a:pt x="625" y="1"/>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248" name="Google Shape;5248;p28"/>
            <p:cNvSpPr/>
            <p:nvPr/>
          </p:nvSpPr>
          <p:spPr>
            <a:xfrm>
              <a:off x="6822738" y="1715344"/>
              <a:ext cx="137608" cy="82194"/>
            </a:xfrm>
            <a:custGeom>
              <a:rect b="b" l="l" r="r" t="t"/>
              <a:pathLst>
                <a:path extrusionOk="0" h="2315" w="3876">
                  <a:moveTo>
                    <a:pt x="215" y="1"/>
                  </a:moveTo>
                  <a:cubicBezTo>
                    <a:pt x="97" y="1"/>
                    <a:pt x="1" y="97"/>
                    <a:pt x="1" y="215"/>
                  </a:cubicBezTo>
                  <a:lnTo>
                    <a:pt x="1" y="2100"/>
                  </a:lnTo>
                  <a:cubicBezTo>
                    <a:pt x="1" y="2220"/>
                    <a:pt x="97" y="2315"/>
                    <a:pt x="215" y="2315"/>
                  </a:cubicBezTo>
                  <a:lnTo>
                    <a:pt x="3662" y="2315"/>
                  </a:lnTo>
                  <a:cubicBezTo>
                    <a:pt x="3781" y="2315"/>
                    <a:pt x="3876" y="2217"/>
                    <a:pt x="3876" y="2100"/>
                  </a:cubicBezTo>
                  <a:lnTo>
                    <a:pt x="3876" y="215"/>
                  </a:lnTo>
                  <a:cubicBezTo>
                    <a:pt x="3876" y="97"/>
                    <a:pt x="3781" y="1"/>
                    <a:pt x="3662" y="1"/>
                  </a:cubicBezTo>
                  <a:close/>
                </a:path>
              </a:pathLst>
            </a:cu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249" name="Google Shape;5249;p28"/>
            <p:cNvSpPr/>
            <p:nvPr/>
          </p:nvSpPr>
          <p:spPr>
            <a:xfrm>
              <a:off x="6939581" y="1715308"/>
              <a:ext cx="20769" cy="82230"/>
            </a:xfrm>
            <a:custGeom>
              <a:rect b="b" l="l" r="r" t="t"/>
              <a:pathLst>
                <a:path extrusionOk="0" h="2316" w="585">
                  <a:moveTo>
                    <a:pt x="373" y="0"/>
                  </a:moveTo>
                  <a:cubicBezTo>
                    <a:pt x="372" y="0"/>
                    <a:pt x="371" y="1"/>
                    <a:pt x="371" y="1"/>
                  </a:cubicBezTo>
                  <a:lnTo>
                    <a:pt x="1" y="1"/>
                  </a:lnTo>
                  <a:cubicBezTo>
                    <a:pt x="119" y="1"/>
                    <a:pt x="214" y="95"/>
                    <a:pt x="214" y="215"/>
                  </a:cubicBezTo>
                  <a:lnTo>
                    <a:pt x="214" y="2101"/>
                  </a:lnTo>
                  <a:cubicBezTo>
                    <a:pt x="214" y="2221"/>
                    <a:pt x="119" y="2316"/>
                    <a:pt x="1" y="2316"/>
                  </a:cubicBezTo>
                  <a:lnTo>
                    <a:pt x="371" y="2316"/>
                  </a:lnTo>
                  <a:cubicBezTo>
                    <a:pt x="490" y="2316"/>
                    <a:pt x="585" y="2221"/>
                    <a:pt x="585" y="2101"/>
                  </a:cubicBezTo>
                  <a:lnTo>
                    <a:pt x="585" y="215"/>
                  </a:lnTo>
                  <a:cubicBezTo>
                    <a:pt x="585" y="96"/>
                    <a:pt x="491" y="0"/>
                    <a:pt x="373"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250" name="Google Shape;5250;p28"/>
            <p:cNvSpPr/>
            <p:nvPr/>
          </p:nvSpPr>
          <p:spPr>
            <a:xfrm>
              <a:off x="6837969" y="1737178"/>
              <a:ext cx="33585" cy="38487"/>
            </a:xfrm>
            <a:custGeom>
              <a:rect b="b" l="l" r="r" t="t"/>
              <a:pathLst>
                <a:path extrusionOk="0" h="1084" w="946">
                  <a:moveTo>
                    <a:pt x="477" y="482"/>
                  </a:moveTo>
                  <a:lnTo>
                    <a:pt x="526" y="613"/>
                  </a:lnTo>
                  <a:lnTo>
                    <a:pt x="426" y="613"/>
                  </a:lnTo>
                  <a:lnTo>
                    <a:pt x="477" y="482"/>
                  </a:lnTo>
                  <a:close/>
                  <a:moveTo>
                    <a:pt x="477" y="0"/>
                  </a:moveTo>
                  <a:cubicBezTo>
                    <a:pt x="413" y="0"/>
                    <a:pt x="359" y="38"/>
                    <a:pt x="334" y="95"/>
                  </a:cubicBezTo>
                  <a:cubicBezTo>
                    <a:pt x="334" y="97"/>
                    <a:pt x="334" y="97"/>
                    <a:pt x="333" y="98"/>
                  </a:cubicBezTo>
                  <a:lnTo>
                    <a:pt x="28" y="900"/>
                  </a:lnTo>
                  <a:cubicBezTo>
                    <a:pt x="0" y="969"/>
                    <a:pt x="36" y="1047"/>
                    <a:pt x="104" y="1074"/>
                  </a:cubicBezTo>
                  <a:cubicBezTo>
                    <a:pt x="120" y="1080"/>
                    <a:pt x="137" y="1083"/>
                    <a:pt x="153" y="1083"/>
                  </a:cubicBezTo>
                  <a:cubicBezTo>
                    <a:pt x="207" y="1083"/>
                    <a:pt x="259" y="1050"/>
                    <a:pt x="280" y="996"/>
                  </a:cubicBezTo>
                  <a:lnTo>
                    <a:pt x="323" y="883"/>
                  </a:lnTo>
                  <a:lnTo>
                    <a:pt x="626" y="883"/>
                  </a:lnTo>
                  <a:lnTo>
                    <a:pt x="670" y="995"/>
                  </a:lnTo>
                  <a:cubicBezTo>
                    <a:pt x="690" y="1048"/>
                    <a:pt x="742" y="1083"/>
                    <a:pt x="795" y="1083"/>
                  </a:cubicBezTo>
                  <a:cubicBezTo>
                    <a:pt x="811" y="1083"/>
                    <a:pt x="828" y="1078"/>
                    <a:pt x="842" y="1074"/>
                  </a:cubicBezTo>
                  <a:cubicBezTo>
                    <a:pt x="913" y="1047"/>
                    <a:pt x="946" y="969"/>
                    <a:pt x="921" y="898"/>
                  </a:cubicBezTo>
                  <a:lnTo>
                    <a:pt x="621" y="98"/>
                  </a:lnTo>
                  <a:cubicBezTo>
                    <a:pt x="621" y="97"/>
                    <a:pt x="619" y="97"/>
                    <a:pt x="619" y="95"/>
                  </a:cubicBezTo>
                  <a:cubicBezTo>
                    <a:pt x="596" y="38"/>
                    <a:pt x="540" y="0"/>
                    <a:pt x="477"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251" name="Google Shape;5251;p28"/>
            <p:cNvSpPr/>
            <p:nvPr/>
          </p:nvSpPr>
          <p:spPr>
            <a:xfrm>
              <a:off x="6879864" y="1737569"/>
              <a:ext cx="28864" cy="37600"/>
            </a:xfrm>
            <a:custGeom>
              <a:rect b="b" l="l" r="r" t="t"/>
              <a:pathLst>
                <a:path extrusionOk="0" h="1059" w="813">
                  <a:moveTo>
                    <a:pt x="359" y="271"/>
                  </a:moveTo>
                  <a:cubicBezTo>
                    <a:pt x="529" y="271"/>
                    <a:pt x="542" y="469"/>
                    <a:pt x="542" y="530"/>
                  </a:cubicBezTo>
                  <a:cubicBezTo>
                    <a:pt x="542" y="656"/>
                    <a:pt x="485" y="785"/>
                    <a:pt x="362" y="788"/>
                  </a:cubicBezTo>
                  <a:cubicBezTo>
                    <a:pt x="340" y="788"/>
                    <a:pt x="306" y="788"/>
                    <a:pt x="270" y="790"/>
                  </a:cubicBezTo>
                  <a:lnTo>
                    <a:pt x="270" y="530"/>
                  </a:lnTo>
                  <a:lnTo>
                    <a:pt x="270" y="271"/>
                  </a:lnTo>
                  <a:close/>
                  <a:moveTo>
                    <a:pt x="136" y="1"/>
                  </a:moveTo>
                  <a:cubicBezTo>
                    <a:pt x="100" y="1"/>
                    <a:pt x="65" y="15"/>
                    <a:pt x="39" y="41"/>
                  </a:cubicBezTo>
                  <a:cubicBezTo>
                    <a:pt x="15" y="66"/>
                    <a:pt x="0" y="100"/>
                    <a:pt x="0" y="136"/>
                  </a:cubicBezTo>
                  <a:lnTo>
                    <a:pt x="0" y="912"/>
                  </a:lnTo>
                  <a:cubicBezTo>
                    <a:pt x="0" y="919"/>
                    <a:pt x="0" y="928"/>
                    <a:pt x="2" y="935"/>
                  </a:cubicBezTo>
                  <a:cubicBezTo>
                    <a:pt x="3" y="968"/>
                    <a:pt x="18" y="998"/>
                    <a:pt x="42" y="1020"/>
                  </a:cubicBezTo>
                  <a:cubicBezTo>
                    <a:pt x="67" y="1044"/>
                    <a:pt x="101" y="1059"/>
                    <a:pt x="137" y="1059"/>
                  </a:cubicBezTo>
                  <a:cubicBezTo>
                    <a:pt x="144" y="1059"/>
                    <a:pt x="303" y="1059"/>
                    <a:pt x="367" y="1057"/>
                  </a:cubicBezTo>
                  <a:cubicBezTo>
                    <a:pt x="625" y="1054"/>
                    <a:pt x="812" y="831"/>
                    <a:pt x="812" y="530"/>
                  </a:cubicBezTo>
                  <a:cubicBezTo>
                    <a:pt x="812" y="214"/>
                    <a:pt x="629" y="1"/>
                    <a:pt x="359"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252" name="Google Shape;5252;p28"/>
            <p:cNvSpPr/>
            <p:nvPr/>
          </p:nvSpPr>
          <p:spPr>
            <a:xfrm>
              <a:off x="6915474" y="1737107"/>
              <a:ext cx="29609" cy="38487"/>
            </a:xfrm>
            <a:custGeom>
              <a:rect b="b" l="l" r="r" t="t"/>
              <a:pathLst>
                <a:path extrusionOk="0" h="1084" w="834">
                  <a:moveTo>
                    <a:pt x="422" y="0"/>
                  </a:moveTo>
                  <a:cubicBezTo>
                    <a:pt x="382" y="0"/>
                    <a:pt x="340" y="5"/>
                    <a:pt x="298" y="18"/>
                  </a:cubicBezTo>
                  <a:cubicBezTo>
                    <a:pt x="173" y="56"/>
                    <a:pt x="85" y="155"/>
                    <a:pt x="68" y="276"/>
                  </a:cubicBezTo>
                  <a:cubicBezTo>
                    <a:pt x="51" y="391"/>
                    <a:pt x="101" y="500"/>
                    <a:pt x="198" y="564"/>
                  </a:cubicBezTo>
                  <a:cubicBezTo>
                    <a:pt x="202" y="567"/>
                    <a:pt x="209" y="571"/>
                    <a:pt x="215" y="574"/>
                  </a:cubicBezTo>
                  <a:cubicBezTo>
                    <a:pt x="221" y="575"/>
                    <a:pt x="331" y="626"/>
                    <a:pt x="460" y="673"/>
                  </a:cubicBezTo>
                  <a:cubicBezTo>
                    <a:pt x="503" y="689"/>
                    <a:pt x="550" y="718"/>
                    <a:pt x="544" y="746"/>
                  </a:cubicBezTo>
                  <a:cubicBezTo>
                    <a:pt x="539" y="774"/>
                    <a:pt x="500" y="811"/>
                    <a:pt x="435" y="811"/>
                  </a:cubicBezTo>
                  <a:cubicBezTo>
                    <a:pt x="363" y="811"/>
                    <a:pt x="294" y="782"/>
                    <a:pt x="251" y="736"/>
                  </a:cubicBezTo>
                  <a:cubicBezTo>
                    <a:pt x="224" y="706"/>
                    <a:pt x="187" y="691"/>
                    <a:pt x="151" y="691"/>
                  </a:cubicBezTo>
                  <a:cubicBezTo>
                    <a:pt x="118" y="691"/>
                    <a:pt x="86" y="703"/>
                    <a:pt x="61" y="726"/>
                  </a:cubicBezTo>
                  <a:cubicBezTo>
                    <a:pt x="5" y="777"/>
                    <a:pt x="0" y="862"/>
                    <a:pt x="51" y="918"/>
                  </a:cubicBezTo>
                  <a:cubicBezTo>
                    <a:pt x="147" y="1021"/>
                    <a:pt x="285" y="1083"/>
                    <a:pt x="435" y="1083"/>
                  </a:cubicBezTo>
                  <a:cubicBezTo>
                    <a:pt x="622" y="1083"/>
                    <a:pt x="780" y="962"/>
                    <a:pt x="809" y="795"/>
                  </a:cubicBezTo>
                  <a:cubicBezTo>
                    <a:pt x="834" y="672"/>
                    <a:pt x="778" y="506"/>
                    <a:pt x="553" y="423"/>
                  </a:cubicBezTo>
                  <a:cubicBezTo>
                    <a:pt x="460" y="388"/>
                    <a:pt x="372" y="351"/>
                    <a:pt x="339" y="336"/>
                  </a:cubicBezTo>
                  <a:cubicBezTo>
                    <a:pt x="334" y="331"/>
                    <a:pt x="331" y="326"/>
                    <a:pt x="334" y="316"/>
                  </a:cubicBezTo>
                  <a:cubicBezTo>
                    <a:pt x="336" y="300"/>
                    <a:pt x="352" y="286"/>
                    <a:pt x="375" y="279"/>
                  </a:cubicBezTo>
                  <a:cubicBezTo>
                    <a:pt x="391" y="274"/>
                    <a:pt x="407" y="272"/>
                    <a:pt x="423" y="272"/>
                  </a:cubicBezTo>
                  <a:cubicBezTo>
                    <a:pt x="501" y="272"/>
                    <a:pt x="565" y="322"/>
                    <a:pt x="567" y="323"/>
                  </a:cubicBezTo>
                  <a:cubicBezTo>
                    <a:pt x="593" y="344"/>
                    <a:pt x="624" y="355"/>
                    <a:pt x="654" y="355"/>
                  </a:cubicBezTo>
                  <a:cubicBezTo>
                    <a:pt x="692" y="355"/>
                    <a:pt x="730" y="338"/>
                    <a:pt x="756" y="306"/>
                  </a:cubicBezTo>
                  <a:cubicBezTo>
                    <a:pt x="805" y="248"/>
                    <a:pt x="798" y="164"/>
                    <a:pt x="740" y="115"/>
                  </a:cubicBezTo>
                  <a:cubicBezTo>
                    <a:pt x="682" y="67"/>
                    <a:pt x="562" y="0"/>
                    <a:pt x="422"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5253" name="Google Shape;5253;p28"/>
          <p:cNvGrpSpPr/>
          <p:nvPr/>
        </p:nvGrpSpPr>
        <p:grpSpPr>
          <a:xfrm>
            <a:off x="6032781" y="1514321"/>
            <a:ext cx="315308" cy="327027"/>
            <a:chOff x="6032781" y="1514321"/>
            <a:chExt cx="315308" cy="327027"/>
          </a:xfrm>
        </p:grpSpPr>
        <p:sp>
          <p:nvSpPr>
            <p:cNvPr id="5254" name="Google Shape;5254;p28"/>
            <p:cNvSpPr/>
            <p:nvPr/>
          </p:nvSpPr>
          <p:spPr>
            <a:xfrm>
              <a:off x="6075705" y="1816210"/>
              <a:ext cx="145986" cy="25138"/>
            </a:xfrm>
            <a:custGeom>
              <a:rect b="b" l="l" r="r" t="t"/>
              <a:pathLst>
                <a:path extrusionOk="0" h="708" w="4112">
                  <a:moveTo>
                    <a:pt x="0" y="1"/>
                  </a:moveTo>
                  <a:lnTo>
                    <a:pt x="225" y="552"/>
                  </a:lnTo>
                  <a:cubicBezTo>
                    <a:pt x="262" y="647"/>
                    <a:pt x="354" y="707"/>
                    <a:pt x="456" y="707"/>
                  </a:cubicBezTo>
                  <a:lnTo>
                    <a:pt x="3655" y="707"/>
                  </a:lnTo>
                  <a:cubicBezTo>
                    <a:pt x="3757" y="707"/>
                    <a:pt x="3850" y="647"/>
                    <a:pt x="3887" y="552"/>
                  </a:cubicBezTo>
                  <a:lnTo>
                    <a:pt x="4111" y="1"/>
                  </a:ln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255" name="Google Shape;5255;p28"/>
            <p:cNvSpPr/>
            <p:nvPr/>
          </p:nvSpPr>
          <p:spPr>
            <a:xfrm>
              <a:off x="6192122" y="1816210"/>
              <a:ext cx="29574" cy="25138"/>
            </a:xfrm>
            <a:custGeom>
              <a:rect b="b" l="l" r="r" t="t"/>
              <a:pathLst>
                <a:path extrusionOk="0" h="708" w="833">
                  <a:moveTo>
                    <a:pt x="455" y="1"/>
                  </a:moveTo>
                  <a:lnTo>
                    <a:pt x="232" y="552"/>
                  </a:lnTo>
                  <a:cubicBezTo>
                    <a:pt x="195" y="647"/>
                    <a:pt x="103" y="707"/>
                    <a:pt x="1" y="707"/>
                  </a:cubicBezTo>
                  <a:lnTo>
                    <a:pt x="376" y="707"/>
                  </a:lnTo>
                  <a:cubicBezTo>
                    <a:pt x="478" y="707"/>
                    <a:pt x="571" y="647"/>
                    <a:pt x="608" y="552"/>
                  </a:cubicBezTo>
                  <a:lnTo>
                    <a:pt x="832" y="1"/>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256" name="Google Shape;5256;p28"/>
            <p:cNvSpPr/>
            <p:nvPr/>
          </p:nvSpPr>
          <p:spPr>
            <a:xfrm>
              <a:off x="6204477" y="1514321"/>
              <a:ext cx="143608" cy="125652"/>
            </a:xfrm>
            <a:custGeom>
              <a:rect b="b" l="l" r="r" t="t"/>
              <a:pathLst>
                <a:path extrusionOk="0" h="3539" w="4045">
                  <a:moveTo>
                    <a:pt x="260" y="0"/>
                  </a:moveTo>
                  <a:cubicBezTo>
                    <a:pt x="116" y="0"/>
                    <a:pt x="1" y="118"/>
                    <a:pt x="1" y="259"/>
                  </a:cubicBezTo>
                  <a:lnTo>
                    <a:pt x="1" y="2471"/>
                  </a:lnTo>
                  <a:cubicBezTo>
                    <a:pt x="1" y="2615"/>
                    <a:pt x="117" y="2730"/>
                    <a:pt x="260" y="2730"/>
                  </a:cubicBezTo>
                  <a:lnTo>
                    <a:pt x="1936" y="2730"/>
                  </a:lnTo>
                  <a:cubicBezTo>
                    <a:pt x="1998" y="2730"/>
                    <a:pt x="2049" y="2778"/>
                    <a:pt x="2052" y="2840"/>
                  </a:cubicBezTo>
                  <a:cubicBezTo>
                    <a:pt x="2059" y="2994"/>
                    <a:pt x="2052" y="3277"/>
                    <a:pt x="1919" y="3473"/>
                  </a:cubicBezTo>
                  <a:cubicBezTo>
                    <a:pt x="1897" y="3501"/>
                    <a:pt x="1922" y="3539"/>
                    <a:pt x="1954" y="3539"/>
                  </a:cubicBezTo>
                  <a:cubicBezTo>
                    <a:pt x="1958" y="3539"/>
                    <a:pt x="1961" y="3539"/>
                    <a:pt x="1965" y="3538"/>
                  </a:cubicBezTo>
                  <a:cubicBezTo>
                    <a:pt x="2203" y="3466"/>
                    <a:pt x="2685" y="3266"/>
                    <a:pt x="2906" y="2796"/>
                  </a:cubicBezTo>
                  <a:cubicBezTo>
                    <a:pt x="2924" y="2756"/>
                    <a:pt x="2965" y="2732"/>
                    <a:pt x="3008" y="2732"/>
                  </a:cubicBezTo>
                  <a:lnTo>
                    <a:pt x="3784" y="2732"/>
                  </a:lnTo>
                  <a:cubicBezTo>
                    <a:pt x="3928" y="2732"/>
                    <a:pt x="4043" y="2615"/>
                    <a:pt x="4043" y="2473"/>
                  </a:cubicBezTo>
                  <a:lnTo>
                    <a:pt x="4043" y="262"/>
                  </a:lnTo>
                  <a:cubicBezTo>
                    <a:pt x="4045" y="118"/>
                    <a:pt x="3928" y="0"/>
                    <a:pt x="3786" y="0"/>
                  </a:cubicBezTo>
                  <a:close/>
                </a:path>
              </a:pathLst>
            </a:cu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257" name="Google Shape;5257;p28"/>
            <p:cNvSpPr/>
            <p:nvPr/>
          </p:nvSpPr>
          <p:spPr>
            <a:xfrm>
              <a:off x="6271934" y="1611282"/>
              <a:ext cx="39408" cy="28724"/>
            </a:xfrm>
            <a:custGeom>
              <a:rect b="b" l="l" r="r" t="t"/>
              <a:pathLst>
                <a:path extrusionOk="0" h="809" w="1110">
                  <a:moveTo>
                    <a:pt x="739" y="1"/>
                  </a:moveTo>
                  <a:cubicBezTo>
                    <a:pt x="693" y="1"/>
                    <a:pt x="654" y="24"/>
                    <a:pt x="635" y="65"/>
                  </a:cubicBezTo>
                  <a:cubicBezTo>
                    <a:pt x="506" y="342"/>
                    <a:pt x="282" y="526"/>
                    <a:pt x="74" y="644"/>
                  </a:cubicBezTo>
                  <a:cubicBezTo>
                    <a:pt x="59" y="678"/>
                    <a:pt x="42" y="712"/>
                    <a:pt x="21" y="742"/>
                  </a:cubicBezTo>
                  <a:cubicBezTo>
                    <a:pt x="0" y="772"/>
                    <a:pt x="22" y="809"/>
                    <a:pt x="53" y="809"/>
                  </a:cubicBezTo>
                  <a:cubicBezTo>
                    <a:pt x="57" y="809"/>
                    <a:pt x="62" y="808"/>
                    <a:pt x="67" y="807"/>
                  </a:cubicBezTo>
                  <a:cubicBezTo>
                    <a:pt x="304" y="735"/>
                    <a:pt x="786" y="535"/>
                    <a:pt x="1008" y="65"/>
                  </a:cubicBezTo>
                  <a:cubicBezTo>
                    <a:pt x="1026" y="25"/>
                    <a:pt x="1067" y="1"/>
                    <a:pt x="1110"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258" name="Google Shape;5258;p28"/>
            <p:cNvSpPr/>
            <p:nvPr/>
          </p:nvSpPr>
          <p:spPr>
            <a:xfrm>
              <a:off x="6325616" y="1514428"/>
              <a:ext cx="22473" cy="96893"/>
            </a:xfrm>
            <a:custGeom>
              <a:rect b="b" l="l" r="r" t="t"/>
              <a:pathLst>
                <a:path extrusionOk="0" h="2729" w="633">
                  <a:moveTo>
                    <a:pt x="379" y="0"/>
                  </a:moveTo>
                  <a:cubicBezTo>
                    <a:pt x="377" y="0"/>
                    <a:pt x="375" y="0"/>
                    <a:pt x="374" y="0"/>
                  </a:cubicBezTo>
                  <a:lnTo>
                    <a:pt x="1" y="0"/>
                  </a:lnTo>
                  <a:cubicBezTo>
                    <a:pt x="143" y="0"/>
                    <a:pt x="260" y="115"/>
                    <a:pt x="260" y="259"/>
                  </a:cubicBezTo>
                  <a:lnTo>
                    <a:pt x="260" y="2470"/>
                  </a:lnTo>
                  <a:cubicBezTo>
                    <a:pt x="260" y="2612"/>
                    <a:pt x="145" y="2729"/>
                    <a:pt x="1" y="2729"/>
                  </a:cubicBezTo>
                  <a:lnTo>
                    <a:pt x="374" y="2729"/>
                  </a:lnTo>
                  <a:cubicBezTo>
                    <a:pt x="516" y="2729"/>
                    <a:pt x="633" y="2614"/>
                    <a:pt x="633" y="2470"/>
                  </a:cubicBezTo>
                  <a:lnTo>
                    <a:pt x="633" y="259"/>
                  </a:lnTo>
                  <a:cubicBezTo>
                    <a:pt x="633" y="117"/>
                    <a:pt x="519" y="0"/>
                    <a:pt x="379"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259" name="Google Shape;5259;p28"/>
            <p:cNvSpPr/>
            <p:nvPr/>
          </p:nvSpPr>
          <p:spPr>
            <a:xfrm>
              <a:off x="6209022" y="1656762"/>
              <a:ext cx="105655" cy="105627"/>
            </a:xfrm>
            <a:custGeom>
              <a:rect b="b" l="l" r="r" t="t"/>
              <a:pathLst>
                <a:path extrusionOk="0" h="2975" w="2976">
                  <a:moveTo>
                    <a:pt x="1489" y="639"/>
                  </a:moveTo>
                  <a:cubicBezTo>
                    <a:pt x="1958" y="639"/>
                    <a:pt x="2339" y="1021"/>
                    <a:pt x="2339" y="1490"/>
                  </a:cubicBezTo>
                  <a:cubicBezTo>
                    <a:pt x="2339" y="1959"/>
                    <a:pt x="1958" y="2340"/>
                    <a:pt x="1489" y="2340"/>
                  </a:cubicBezTo>
                  <a:cubicBezTo>
                    <a:pt x="1018" y="2340"/>
                    <a:pt x="637" y="1959"/>
                    <a:pt x="637" y="1490"/>
                  </a:cubicBezTo>
                  <a:cubicBezTo>
                    <a:pt x="637" y="1021"/>
                    <a:pt x="1018" y="639"/>
                    <a:pt x="1489" y="639"/>
                  </a:cubicBezTo>
                  <a:close/>
                  <a:moveTo>
                    <a:pt x="1489" y="0"/>
                  </a:moveTo>
                  <a:cubicBezTo>
                    <a:pt x="667" y="0"/>
                    <a:pt x="1" y="668"/>
                    <a:pt x="1" y="1488"/>
                  </a:cubicBezTo>
                  <a:cubicBezTo>
                    <a:pt x="1" y="2309"/>
                    <a:pt x="667" y="2975"/>
                    <a:pt x="1489" y="2975"/>
                  </a:cubicBezTo>
                  <a:cubicBezTo>
                    <a:pt x="2309" y="2975"/>
                    <a:pt x="2975" y="2309"/>
                    <a:pt x="2975" y="1488"/>
                  </a:cubicBezTo>
                  <a:cubicBezTo>
                    <a:pt x="2975" y="668"/>
                    <a:pt x="2309" y="0"/>
                    <a:pt x="1489" y="0"/>
                  </a:cubicBez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260" name="Google Shape;5260;p28"/>
            <p:cNvSpPr/>
            <p:nvPr/>
          </p:nvSpPr>
          <p:spPr>
            <a:xfrm>
              <a:off x="6240868" y="1657366"/>
              <a:ext cx="73810" cy="105024"/>
            </a:xfrm>
            <a:custGeom>
              <a:rect b="b" l="l" r="r" t="t"/>
              <a:pathLst>
                <a:path extrusionOk="0" h="2958" w="2079">
                  <a:moveTo>
                    <a:pt x="814" y="1"/>
                  </a:moveTo>
                  <a:cubicBezTo>
                    <a:pt x="1342" y="229"/>
                    <a:pt x="1710" y="755"/>
                    <a:pt x="1710" y="1365"/>
                  </a:cubicBezTo>
                  <a:cubicBezTo>
                    <a:pt x="1710" y="2185"/>
                    <a:pt x="1042" y="2853"/>
                    <a:pt x="224" y="2853"/>
                  </a:cubicBezTo>
                  <a:cubicBezTo>
                    <a:pt x="149" y="2853"/>
                    <a:pt x="75" y="2847"/>
                    <a:pt x="0" y="2836"/>
                  </a:cubicBezTo>
                  <a:lnTo>
                    <a:pt x="0" y="2836"/>
                  </a:lnTo>
                  <a:cubicBezTo>
                    <a:pt x="183" y="2915"/>
                    <a:pt x="382" y="2958"/>
                    <a:pt x="590" y="2958"/>
                  </a:cubicBezTo>
                  <a:cubicBezTo>
                    <a:pt x="1411" y="2958"/>
                    <a:pt x="2077" y="2292"/>
                    <a:pt x="2077" y="1471"/>
                  </a:cubicBezTo>
                  <a:cubicBezTo>
                    <a:pt x="2078" y="727"/>
                    <a:pt x="1529" y="109"/>
                    <a:pt x="814"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261" name="Google Shape;5261;p28"/>
            <p:cNvSpPr/>
            <p:nvPr/>
          </p:nvSpPr>
          <p:spPr>
            <a:xfrm>
              <a:off x="6053480" y="1637590"/>
              <a:ext cx="194944" cy="157358"/>
            </a:xfrm>
            <a:custGeom>
              <a:rect b="b" l="l" r="r" t="t"/>
              <a:pathLst>
                <a:path extrusionOk="0" h="4432" w="5491">
                  <a:moveTo>
                    <a:pt x="197" y="1"/>
                  </a:moveTo>
                  <a:cubicBezTo>
                    <a:pt x="88" y="1"/>
                    <a:pt x="0" y="89"/>
                    <a:pt x="0" y="198"/>
                  </a:cubicBezTo>
                  <a:lnTo>
                    <a:pt x="0" y="801"/>
                  </a:lnTo>
                  <a:lnTo>
                    <a:pt x="190" y="1263"/>
                  </a:lnTo>
                  <a:lnTo>
                    <a:pt x="0" y="1771"/>
                  </a:lnTo>
                  <a:cubicBezTo>
                    <a:pt x="40" y="3545"/>
                    <a:pt x="1419" y="4432"/>
                    <a:pt x="2781" y="4432"/>
                  </a:cubicBezTo>
                  <a:cubicBezTo>
                    <a:pt x="4144" y="4432"/>
                    <a:pt x="5491" y="3545"/>
                    <a:pt x="5467" y="1771"/>
                  </a:cubicBezTo>
                  <a:lnTo>
                    <a:pt x="5320" y="1319"/>
                  </a:lnTo>
                  <a:lnTo>
                    <a:pt x="5467" y="801"/>
                  </a:lnTo>
                  <a:lnTo>
                    <a:pt x="5467" y="198"/>
                  </a:lnTo>
                  <a:lnTo>
                    <a:pt x="5468" y="198"/>
                  </a:lnTo>
                  <a:cubicBezTo>
                    <a:pt x="5468" y="89"/>
                    <a:pt x="5381" y="1"/>
                    <a:pt x="5270" y="1"/>
                  </a:cubicBez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262" name="Google Shape;5262;p28"/>
            <p:cNvSpPr/>
            <p:nvPr/>
          </p:nvSpPr>
          <p:spPr>
            <a:xfrm>
              <a:off x="6145683" y="1637590"/>
              <a:ext cx="102780" cy="157358"/>
            </a:xfrm>
            <a:custGeom>
              <a:rect b="b" l="l" r="r" t="t"/>
              <a:pathLst>
                <a:path extrusionOk="0" h="4432" w="2895">
                  <a:moveTo>
                    <a:pt x="2304" y="1"/>
                  </a:moveTo>
                  <a:cubicBezTo>
                    <a:pt x="2414" y="1"/>
                    <a:pt x="2503" y="89"/>
                    <a:pt x="2503" y="198"/>
                  </a:cubicBezTo>
                  <a:lnTo>
                    <a:pt x="2503" y="1771"/>
                  </a:lnTo>
                  <a:cubicBezTo>
                    <a:pt x="2526" y="3464"/>
                    <a:pt x="1297" y="4349"/>
                    <a:pt x="1" y="4426"/>
                  </a:cubicBezTo>
                  <a:cubicBezTo>
                    <a:pt x="63" y="4429"/>
                    <a:pt x="125" y="4431"/>
                    <a:pt x="188" y="4431"/>
                  </a:cubicBezTo>
                  <a:cubicBezTo>
                    <a:pt x="1550" y="4431"/>
                    <a:pt x="2895" y="3544"/>
                    <a:pt x="2871" y="1771"/>
                  </a:cubicBezTo>
                  <a:lnTo>
                    <a:pt x="2871" y="198"/>
                  </a:lnTo>
                  <a:cubicBezTo>
                    <a:pt x="2871" y="89"/>
                    <a:pt x="2784" y="1"/>
                    <a:pt x="2673"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263" name="Google Shape;5263;p28"/>
            <p:cNvSpPr/>
            <p:nvPr/>
          </p:nvSpPr>
          <p:spPr>
            <a:xfrm>
              <a:off x="6032781" y="1785606"/>
              <a:ext cx="231973" cy="31990"/>
            </a:xfrm>
            <a:custGeom>
              <a:rect b="b" l="l" r="r" t="t"/>
              <a:pathLst>
                <a:path extrusionOk="0" h="901" w="6534">
                  <a:moveTo>
                    <a:pt x="101" y="1"/>
                  </a:moveTo>
                  <a:cubicBezTo>
                    <a:pt x="45" y="1"/>
                    <a:pt x="0" y="47"/>
                    <a:pt x="0" y="101"/>
                  </a:cubicBezTo>
                  <a:lnTo>
                    <a:pt x="0" y="411"/>
                  </a:lnTo>
                  <a:cubicBezTo>
                    <a:pt x="0" y="681"/>
                    <a:pt x="219" y="900"/>
                    <a:pt x="490" y="900"/>
                  </a:cubicBezTo>
                  <a:lnTo>
                    <a:pt x="6044" y="900"/>
                  </a:lnTo>
                  <a:cubicBezTo>
                    <a:pt x="6313" y="900"/>
                    <a:pt x="6534" y="681"/>
                    <a:pt x="6534" y="411"/>
                  </a:cubicBezTo>
                  <a:lnTo>
                    <a:pt x="6534" y="101"/>
                  </a:lnTo>
                  <a:cubicBezTo>
                    <a:pt x="6531" y="47"/>
                    <a:pt x="6486" y="1"/>
                    <a:pt x="6431" y="1"/>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264" name="Google Shape;5264;p28"/>
            <p:cNvSpPr/>
            <p:nvPr/>
          </p:nvSpPr>
          <p:spPr>
            <a:xfrm>
              <a:off x="6233910" y="1785606"/>
              <a:ext cx="30745" cy="31990"/>
            </a:xfrm>
            <a:custGeom>
              <a:rect b="b" l="l" r="r" t="t"/>
              <a:pathLst>
                <a:path extrusionOk="0" h="901" w="866">
                  <a:moveTo>
                    <a:pt x="389" y="1"/>
                  </a:moveTo>
                  <a:cubicBezTo>
                    <a:pt x="445" y="1"/>
                    <a:pt x="490" y="47"/>
                    <a:pt x="490" y="101"/>
                  </a:cubicBezTo>
                  <a:lnTo>
                    <a:pt x="490" y="411"/>
                  </a:lnTo>
                  <a:cubicBezTo>
                    <a:pt x="490" y="681"/>
                    <a:pt x="271" y="900"/>
                    <a:pt x="1" y="900"/>
                  </a:cubicBezTo>
                  <a:lnTo>
                    <a:pt x="376" y="900"/>
                  </a:lnTo>
                  <a:cubicBezTo>
                    <a:pt x="647" y="900"/>
                    <a:pt x="866" y="681"/>
                    <a:pt x="866" y="411"/>
                  </a:cubicBezTo>
                  <a:lnTo>
                    <a:pt x="866" y="101"/>
                  </a:lnTo>
                  <a:cubicBezTo>
                    <a:pt x="866" y="47"/>
                    <a:pt x="821" y="1"/>
                    <a:pt x="765"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265" name="Google Shape;5265;p28"/>
            <p:cNvSpPr/>
            <p:nvPr/>
          </p:nvSpPr>
          <p:spPr>
            <a:xfrm>
              <a:off x="6053515" y="1665993"/>
              <a:ext cx="194128" cy="34546"/>
            </a:xfrm>
            <a:custGeom>
              <a:rect b="b" l="l" r="r" t="t"/>
              <a:pathLst>
                <a:path extrusionOk="0" h="973" w="5468">
                  <a:moveTo>
                    <a:pt x="1" y="1"/>
                  </a:moveTo>
                  <a:lnTo>
                    <a:pt x="1" y="972"/>
                  </a:lnTo>
                  <a:lnTo>
                    <a:pt x="5467" y="972"/>
                  </a:lnTo>
                  <a:lnTo>
                    <a:pt x="5467" y="1"/>
                  </a:lnTo>
                  <a:close/>
                </a:path>
              </a:pathLst>
            </a:custGeom>
            <a:solidFill>
              <a:schemeClr val="accent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266" name="Google Shape;5266;p28"/>
            <p:cNvSpPr/>
            <p:nvPr/>
          </p:nvSpPr>
          <p:spPr>
            <a:xfrm>
              <a:off x="6234549" y="1665993"/>
              <a:ext cx="13100" cy="34546"/>
            </a:xfrm>
            <a:custGeom>
              <a:rect b="b" l="l" r="r" t="t"/>
              <a:pathLst>
                <a:path extrusionOk="0" h="973" w="369">
                  <a:moveTo>
                    <a:pt x="0" y="1"/>
                  </a:moveTo>
                  <a:lnTo>
                    <a:pt x="0" y="972"/>
                  </a:lnTo>
                  <a:lnTo>
                    <a:pt x="368" y="972"/>
                  </a:lnTo>
                  <a:lnTo>
                    <a:pt x="368" y="1"/>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267" name="Google Shape;5267;p28"/>
            <p:cNvSpPr/>
            <p:nvPr/>
          </p:nvSpPr>
          <p:spPr>
            <a:xfrm>
              <a:off x="6280526" y="1536440"/>
              <a:ext cx="49277" cy="10012"/>
            </a:xfrm>
            <a:custGeom>
              <a:rect b="b" l="l" r="r" t="t"/>
              <a:pathLst>
                <a:path extrusionOk="0" h="282" w="1388">
                  <a:moveTo>
                    <a:pt x="140" y="0"/>
                  </a:moveTo>
                  <a:cubicBezTo>
                    <a:pt x="62" y="0"/>
                    <a:pt x="0" y="62"/>
                    <a:pt x="0" y="140"/>
                  </a:cubicBezTo>
                  <a:cubicBezTo>
                    <a:pt x="0" y="218"/>
                    <a:pt x="62" y="281"/>
                    <a:pt x="140" y="281"/>
                  </a:cubicBezTo>
                  <a:lnTo>
                    <a:pt x="1248" y="281"/>
                  </a:lnTo>
                  <a:cubicBezTo>
                    <a:pt x="1326" y="281"/>
                    <a:pt x="1386" y="219"/>
                    <a:pt x="1387" y="140"/>
                  </a:cubicBezTo>
                  <a:cubicBezTo>
                    <a:pt x="1387" y="62"/>
                    <a:pt x="1326" y="0"/>
                    <a:pt x="1248"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268" name="Google Shape;5268;p28"/>
            <p:cNvSpPr/>
            <p:nvPr/>
          </p:nvSpPr>
          <p:spPr>
            <a:xfrm>
              <a:off x="6222797" y="1536440"/>
              <a:ext cx="45088" cy="10012"/>
            </a:xfrm>
            <a:custGeom>
              <a:rect b="b" l="l" r="r" t="t"/>
              <a:pathLst>
                <a:path extrusionOk="0" h="282" w="1270">
                  <a:moveTo>
                    <a:pt x="140" y="0"/>
                  </a:moveTo>
                  <a:cubicBezTo>
                    <a:pt x="62" y="0"/>
                    <a:pt x="0" y="62"/>
                    <a:pt x="0" y="140"/>
                  </a:cubicBezTo>
                  <a:cubicBezTo>
                    <a:pt x="0" y="218"/>
                    <a:pt x="62" y="281"/>
                    <a:pt x="140" y="281"/>
                  </a:cubicBezTo>
                  <a:lnTo>
                    <a:pt x="1130" y="281"/>
                  </a:lnTo>
                  <a:cubicBezTo>
                    <a:pt x="1206" y="281"/>
                    <a:pt x="1269" y="219"/>
                    <a:pt x="1269" y="140"/>
                  </a:cubicBezTo>
                  <a:cubicBezTo>
                    <a:pt x="1269" y="62"/>
                    <a:pt x="1206" y="0"/>
                    <a:pt x="1130"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269" name="Google Shape;5269;p28"/>
            <p:cNvSpPr/>
            <p:nvPr/>
          </p:nvSpPr>
          <p:spPr>
            <a:xfrm>
              <a:off x="6224075" y="1557778"/>
              <a:ext cx="105726" cy="10083"/>
            </a:xfrm>
            <a:custGeom>
              <a:rect b="b" l="l" r="r" t="t"/>
              <a:pathLst>
                <a:path extrusionOk="0" h="284" w="2978">
                  <a:moveTo>
                    <a:pt x="140" y="1"/>
                  </a:moveTo>
                  <a:cubicBezTo>
                    <a:pt x="62" y="1"/>
                    <a:pt x="0" y="64"/>
                    <a:pt x="0" y="142"/>
                  </a:cubicBezTo>
                  <a:cubicBezTo>
                    <a:pt x="0" y="220"/>
                    <a:pt x="62" y="283"/>
                    <a:pt x="140" y="283"/>
                  </a:cubicBezTo>
                  <a:lnTo>
                    <a:pt x="2838" y="283"/>
                  </a:lnTo>
                  <a:cubicBezTo>
                    <a:pt x="2916" y="283"/>
                    <a:pt x="2977" y="220"/>
                    <a:pt x="2977" y="142"/>
                  </a:cubicBezTo>
                  <a:cubicBezTo>
                    <a:pt x="2977" y="64"/>
                    <a:pt x="2916" y="1"/>
                    <a:pt x="2838"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270" name="Google Shape;5270;p28"/>
            <p:cNvSpPr/>
            <p:nvPr/>
          </p:nvSpPr>
          <p:spPr>
            <a:xfrm>
              <a:off x="6225389" y="1579151"/>
              <a:ext cx="104413" cy="10012"/>
            </a:xfrm>
            <a:custGeom>
              <a:rect b="b" l="l" r="r" t="t"/>
              <a:pathLst>
                <a:path extrusionOk="0" h="282" w="2941">
                  <a:moveTo>
                    <a:pt x="140" y="1"/>
                  </a:moveTo>
                  <a:cubicBezTo>
                    <a:pt x="64" y="1"/>
                    <a:pt x="0" y="64"/>
                    <a:pt x="0" y="142"/>
                  </a:cubicBezTo>
                  <a:cubicBezTo>
                    <a:pt x="0" y="218"/>
                    <a:pt x="64" y="281"/>
                    <a:pt x="140" y="281"/>
                  </a:cubicBezTo>
                  <a:lnTo>
                    <a:pt x="2801" y="281"/>
                  </a:lnTo>
                  <a:cubicBezTo>
                    <a:pt x="2879" y="281"/>
                    <a:pt x="2940" y="218"/>
                    <a:pt x="2940" y="142"/>
                  </a:cubicBezTo>
                  <a:cubicBezTo>
                    <a:pt x="2940" y="64"/>
                    <a:pt x="2879" y="1"/>
                    <a:pt x="2801"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5271" name="Google Shape;5271;p28"/>
          <p:cNvGrpSpPr/>
          <p:nvPr/>
        </p:nvGrpSpPr>
        <p:grpSpPr>
          <a:xfrm>
            <a:off x="5388887" y="1514321"/>
            <a:ext cx="308313" cy="327037"/>
            <a:chOff x="5388887" y="1514321"/>
            <a:chExt cx="308313" cy="327037"/>
          </a:xfrm>
        </p:grpSpPr>
        <p:sp>
          <p:nvSpPr>
            <p:cNvPr id="5272" name="Google Shape;5272;p28"/>
            <p:cNvSpPr/>
            <p:nvPr/>
          </p:nvSpPr>
          <p:spPr>
            <a:xfrm>
              <a:off x="5388887" y="1514321"/>
              <a:ext cx="308304" cy="327037"/>
            </a:xfrm>
            <a:custGeom>
              <a:rect b="b" l="l" r="r" t="t"/>
              <a:pathLst>
                <a:path extrusionOk="0" h="9211" w="8684">
                  <a:moveTo>
                    <a:pt x="99" y="0"/>
                  </a:moveTo>
                  <a:cubicBezTo>
                    <a:pt x="46" y="0"/>
                    <a:pt x="0" y="46"/>
                    <a:pt x="0" y="100"/>
                  </a:cubicBezTo>
                  <a:lnTo>
                    <a:pt x="0" y="9112"/>
                  </a:lnTo>
                  <a:cubicBezTo>
                    <a:pt x="0" y="9166"/>
                    <a:pt x="46" y="9210"/>
                    <a:pt x="99" y="9210"/>
                  </a:cubicBezTo>
                  <a:lnTo>
                    <a:pt x="8584" y="9210"/>
                  </a:lnTo>
                  <a:cubicBezTo>
                    <a:pt x="8640" y="9210"/>
                    <a:pt x="8683" y="9167"/>
                    <a:pt x="8683" y="9112"/>
                  </a:cubicBezTo>
                  <a:lnTo>
                    <a:pt x="8683" y="100"/>
                  </a:lnTo>
                  <a:cubicBezTo>
                    <a:pt x="8683" y="46"/>
                    <a:pt x="8639" y="0"/>
                    <a:pt x="8584" y="0"/>
                  </a:cubicBezTo>
                  <a:close/>
                </a:path>
              </a:pathLst>
            </a:custGeom>
            <a:solidFill>
              <a:srgbClr val="F5F8F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273" name="Google Shape;5273;p28"/>
            <p:cNvSpPr/>
            <p:nvPr/>
          </p:nvSpPr>
          <p:spPr>
            <a:xfrm>
              <a:off x="5679413" y="1514321"/>
              <a:ext cx="17787" cy="327037"/>
            </a:xfrm>
            <a:custGeom>
              <a:rect b="b" l="l" r="r" t="t"/>
              <a:pathLst>
                <a:path extrusionOk="0" h="9211" w="501">
                  <a:moveTo>
                    <a:pt x="1" y="0"/>
                  </a:moveTo>
                  <a:cubicBezTo>
                    <a:pt x="27" y="0"/>
                    <a:pt x="53" y="12"/>
                    <a:pt x="70" y="29"/>
                  </a:cubicBezTo>
                  <a:cubicBezTo>
                    <a:pt x="76" y="33"/>
                    <a:pt x="80" y="39"/>
                    <a:pt x="83" y="44"/>
                  </a:cubicBezTo>
                  <a:cubicBezTo>
                    <a:pt x="95" y="61"/>
                    <a:pt x="99" y="80"/>
                    <a:pt x="99" y="100"/>
                  </a:cubicBezTo>
                  <a:lnTo>
                    <a:pt x="99" y="9112"/>
                  </a:lnTo>
                  <a:cubicBezTo>
                    <a:pt x="99" y="9166"/>
                    <a:pt x="54" y="9210"/>
                    <a:pt x="1" y="9210"/>
                  </a:cubicBezTo>
                  <a:lnTo>
                    <a:pt x="401" y="9210"/>
                  </a:lnTo>
                  <a:cubicBezTo>
                    <a:pt x="456" y="9210"/>
                    <a:pt x="500" y="9166"/>
                    <a:pt x="500" y="9112"/>
                  </a:cubicBezTo>
                  <a:lnTo>
                    <a:pt x="500" y="100"/>
                  </a:lnTo>
                  <a:cubicBezTo>
                    <a:pt x="500" y="77"/>
                    <a:pt x="492" y="55"/>
                    <a:pt x="479" y="36"/>
                  </a:cubicBezTo>
                  <a:cubicBezTo>
                    <a:pt x="476" y="35"/>
                    <a:pt x="473" y="32"/>
                    <a:pt x="472" y="29"/>
                  </a:cubicBezTo>
                  <a:cubicBezTo>
                    <a:pt x="454" y="12"/>
                    <a:pt x="428" y="0"/>
                    <a:pt x="401"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274" name="Google Shape;5274;p28"/>
            <p:cNvSpPr/>
            <p:nvPr/>
          </p:nvSpPr>
          <p:spPr>
            <a:xfrm>
              <a:off x="5409550" y="1613909"/>
              <a:ext cx="267085" cy="155050"/>
            </a:xfrm>
            <a:custGeom>
              <a:rect b="b" l="l" r="r" t="t"/>
              <a:pathLst>
                <a:path extrusionOk="0" h="4367" w="7523">
                  <a:moveTo>
                    <a:pt x="138" y="0"/>
                  </a:moveTo>
                  <a:cubicBezTo>
                    <a:pt x="63" y="0"/>
                    <a:pt x="1" y="62"/>
                    <a:pt x="1" y="137"/>
                  </a:cubicBezTo>
                  <a:lnTo>
                    <a:pt x="1" y="4366"/>
                  </a:lnTo>
                  <a:lnTo>
                    <a:pt x="7523" y="4366"/>
                  </a:lnTo>
                  <a:lnTo>
                    <a:pt x="7523" y="137"/>
                  </a:lnTo>
                  <a:cubicBezTo>
                    <a:pt x="7523" y="62"/>
                    <a:pt x="7461" y="0"/>
                    <a:pt x="7386" y="0"/>
                  </a:cubicBez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275" name="Google Shape;5275;p28"/>
            <p:cNvSpPr/>
            <p:nvPr/>
          </p:nvSpPr>
          <p:spPr>
            <a:xfrm>
              <a:off x="5658537" y="1613909"/>
              <a:ext cx="18000" cy="148659"/>
            </a:xfrm>
            <a:custGeom>
              <a:rect b="b" l="l" r="r" t="t"/>
              <a:pathLst>
                <a:path extrusionOk="0" h="4187" w="507">
                  <a:moveTo>
                    <a:pt x="0" y="0"/>
                  </a:moveTo>
                  <a:cubicBezTo>
                    <a:pt x="75" y="0"/>
                    <a:pt x="137" y="62"/>
                    <a:pt x="137" y="137"/>
                  </a:cubicBezTo>
                  <a:lnTo>
                    <a:pt x="137" y="4186"/>
                  </a:lnTo>
                  <a:lnTo>
                    <a:pt x="507" y="4186"/>
                  </a:lnTo>
                  <a:lnTo>
                    <a:pt x="507" y="137"/>
                  </a:lnTo>
                  <a:cubicBezTo>
                    <a:pt x="507" y="62"/>
                    <a:pt x="446" y="0"/>
                    <a:pt x="370"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276" name="Google Shape;5276;p28"/>
            <p:cNvSpPr/>
            <p:nvPr/>
          </p:nvSpPr>
          <p:spPr>
            <a:xfrm>
              <a:off x="5429751" y="1634395"/>
              <a:ext cx="123549" cy="114468"/>
            </a:xfrm>
            <a:custGeom>
              <a:rect b="b" l="l" r="r" t="t"/>
              <a:pathLst>
                <a:path extrusionOk="0" h="3224" w="3480">
                  <a:moveTo>
                    <a:pt x="482" y="0"/>
                  </a:moveTo>
                  <a:cubicBezTo>
                    <a:pt x="305" y="312"/>
                    <a:pt x="150" y="652"/>
                    <a:pt x="134" y="1019"/>
                  </a:cubicBezTo>
                  <a:cubicBezTo>
                    <a:pt x="126" y="1228"/>
                    <a:pt x="235" y="1420"/>
                    <a:pt x="187" y="1632"/>
                  </a:cubicBezTo>
                  <a:cubicBezTo>
                    <a:pt x="136" y="1874"/>
                    <a:pt x="18" y="2098"/>
                    <a:pt x="12" y="2349"/>
                  </a:cubicBezTo>
                  <a:cubicBezTo>
                    <a:pt x="0" y="2792"/>
                    <a:pt x="393" y="3209"/>
                    <a:pt x="838" y="3224"/>
                  </a:cubicBezTo>
                  <a:lnTo>
                    <a:pt x="2644" y="3224"/>
                  </a:lnTo>
                  <a:cubicBezTo>
                    <a:pt x="3087" y="3209"/>
                    <a:pt x="3480" y="2795"/>
                    <a:pt x="3468" y="2349"/>
                  </a:cubicBezTo>
                  <a:cubicBezTo>
                    <a:pt x="3464" y="2098"/>
                    <a:pt x="3346" y="1874"/>
                    <a:pt x="3293" y="1632"/>
                  </a:cubicBezTo>
                  <a:cubicBezTo>
                    <a:pt x="3245" y="1419"/>
                    <a:pt x="3356" y="1228"/>
                    <a:pt x="3346" y="1019"/>
                  </a:cubicBezTo>
                  <a:cubicBezTo>
                    <a:pt x="3330" y="652"/>
                    <a:pt x="3176" y="312"/>
                    <a:pt x="2998" y="0"/>
                  </a:cubicBez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277" name="Google Shape;5277;p28"/>
            <p:cNvSpPr/>
            <p:nvPr/>
          </p:nvSpPr>
          <p:spPr>
            <a:xfrm>
              <a:off x="5510380" y="1634395"/>
              <a:ext cx="42923" cy="114468"/>
            </a:xfrm>
            <a:custGeom>
              <a:rect b="b" l="l" r="r" t="t"/>
              <a:pathLst>
                <a:path extrusionOk="0" h="3224" w="1209">
                  <a:moveTo>
                    <a:pt x="354" y="0"/>
                  </a:moveTo>
                  <a:cubicBezTo>
                    <a:pt x="533" y="312"/>
                    <a:pt x="687" y="652"/>
                    <a:pt x="702" y="1019"/>
                  </a:cubicBezTo>
                  <a:cubicBezTo>
                    <a:pt x="713" y="1228"/>
                    <a:pt x="602" y="1419"/>
                    <a:pt x="649" y="1632"/>
                  </a:cubicBezTo>
                  <a:cubicBezTo>
                    <a:pt x="701" y="1874"/>
                    <a:pt x="818" y="2098"/>
                    <a:pt x="825" y="2349"/>
                  </a:cubicBezTo>
                  <a:cubicBezTo>
                    <a:pt x="836" y="2795"/>
                    <a:pt x="445" y="3209"/>
                    <a:pt x="0" y="3224"/>
                  </a:cubicBezTo>
                  <a:lnTo>
                    <a:pt x="373" y="3224"/>
                  </a:lnTo>
                  <a:cubicBezTo>
                    <a:pt x="816" y="3209"/>
                    <a:pt x="1209" y="2792"/>
                    <a:pt x="1197" y="2349"/>
                  </a:cubicBezTo>
                  <a:cubicBezTo>
                    <a:pt x="1193" y="2098"/>
                    <a:pt x="1075" y="1874"/>
                    <a:pt x="1022" y="1632"/>
                  </a:cubicBezTo>
                  <a:cubicBezTo>
                    <a:pt x="974" y="1420"/>
                    <a:pt x="1085" y="1228"/>
                    <a:pt x="1075" y="1019"/>
                  </a:cubicBezTo>
                  <a:cubicBezTo>
                    <a:pt x="1059" y="652"/>
                    <a:pt x="905" y="312"/>
                    <a:pt x="727"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278" name="Google Shape;5278;p28"/>
            <p:cNvSpPr/>
            <p:nvPr/>
          </p:nvSpPr>
          <p:spPr>
            <a:xfrm>
              <a:off x="5409514" y="1762528"/>
              <a:ext cx="267014" cy="53506"/>
            </a:xfrm>
            <a:custGeom>
              <a:rect b="b" l="l" r="r" t="t"/>
              <a:pathLst>
                <a:path extrusionOk="0" h="1507" w="7521">
                  <a:moveTo>
                    <a:pt x="1" y="0"/>
                  </a:moveTo>
                  <a:lnTo>
                    <a:pt x="1" y="1370"/>
                  </a:lnTo>
                  <a:cubicBezTo>
                    <a:pt x="1" y="1446"/>
                    <a:pt x="61" y="1507"/>
                    <a:pt x="137" y="1507"/>
                  </a:cubicBezTo>
                  <a:lnTo>
                    <a:pt x="7384" y="1507"/>
                  </a:lnTo>
                  <a:cubicBezTo>
                    <a:pt x="7460" y="1507"/>
                    <a:pt x="7521" y="1448"/>
                    <a:pt x="7519" y="1370"/>
                  </a:cubicBezTo>
                  <a:lnTo>
                    <a:pt x="7519" y="0"/>
                  </a:lnTo>
                  <a:close/>
                </a:path>
              </a:pathLst>
            </a:cu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279" name="Google Shape;5279;p28"/>
            <p:cNvSpPr/>
            <p:nvPr/>
          </p:nvSpPr>
          <p:spPr>
            <a:xfrm>
              <a:off x="5658537" y="1762528"/>
              <a:ext cx="18000" cy="53506"/>
            </a:xfrm>
            <a:custGeom>
              <a:rect b="b" l="l" r="r" t="t"/>
              <a:pathLst>
                <a:path extrusionOk="0" h="1507" w="507">
                  <a:moveTo>
                    <a:pt x="137" y="0"/>
                  </a:moveTo>
                  <a:lnTo>
                    <a:pt x="137" y="1370"/>
                  </a:lnTo>
                  <a:cubicBezTo>
                    <a:pt x="137" y="1446"/>
                    <a:pt x="75" y="1507"/>
                    <a:pt x="0" y="1507"/>
                  </a:cubicBezTo>
                  <a:lnTo>
                    <a:pt x="370" y="1507"/>
                  </a:lnTo>
                  <a:cubicBezTo>
                    <a:pt x="446" y="1507"/>
                    <a:pt x="507" y="1446"/>
                    <a:pt x="507" y="1370"/>
                  </a:cubicBezTo>
                  <a:lnTo>
                    <a:pt x="507" y="0"/>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280" name="Google Shape;5280;p28"/>
            <p:cNvSpPr/>
            <p:nvPr/>
          </p:nvSpPr>
          <p:spPr>
            <a:xfrm>
              <a:off x="5430000" y="1778966"/>
              <a:ext cx="226115" cy="20628"/>
            </a:xfrm>
            <a:custGeom>
              <a:rect b="b" l="l" r="r" t="t"/>
              <a:pathLst>
                <a:path extrusionOk="0" h="581" w="6369">
                  <a:moveTo>
                    <a:pt x="1263" y="1"/>
                  </a:moveTo>
                  <a:cubicBezTo>
                    <a:pt x="1186" y="1"/>
                    <a:pt x="1123" y="64"/>
                    <a:pt x="1123" y="140"/>
                  </a:cubicBezTo>
                  <a:lnTo>
                    <a:pt x="1123" y="152"/>
                  </a:lnTo>
                  <a:lnTo>
                    <a:pt x="139" y="152"/>
                  </a:lnTo>
                  <a:cubicBezTo>
                    <a:pt x="62" y="152"/>
                    <a:pt x="1" y="215"/>
                    <a:pt x="1" y="291"/>
                  </a:cubicBezTo>
                  <a:cubicBezTo>
                    <a:pt x="1" y="366"/>
                    <a:pt x="64" y="429"/>
                    <a:pt x="139" y="429"/>
                  </a:cubicBezTo>
                  <a:lnTo>
                    <a:pt x="1123" y="429"/>
                  </a:lnTo>
                  <a:lnTo>
                    <a:pt x="1123" y="441"/>
                  </a:lnTo>
                  <a:cubicBezTo>
                    <a:pt x="1123" y="519"/>
                    <a:pt x="1186" y="580"/>
                    <a:pt x="1263" y="580"/>
                  </a:cubicBezTo>
                  <a:cubicBezTo>
                    <a:pt x="1337" y="580"/>
                    <a:pt x="1401" y="517"/>
                    <a:pt x="1401" y="441"/>
                  </a:cubicBezTo>
                  <a:lnTo>
                    <a:pt x="1401" y="429"/>
                  </a:lnTo>
                  <a:lnTo>
                    <a:pt x="6230" y="429"/>
                  </a:lnTo>
                  <a:cubicBezTo>
                    <a:pt x="6308" y="429"/>
                    <a:pt x="6368" y="366"/>
                    <a:pt x="6368" y="291"/>
                  </a:cubicBezTo>
                  <a:cubicBezTo>
                    <a:pt x="6368" y="215"/>
                    <a:pt x="6308" y="152"/>
                    <a:pt x="6230" y="152"/>
                  </a:cubicBezTo>
                  <a:lnTo>
                    <a:pt x="1401" y="152"/>
                  </a:lnTo>
                  <a:lnTo>
                    <a:pt x="1401" y="140"/>
                  </a:lnTo>
                  <a:cubicBezTo>
                    <a:pt x="1401" y="62"/>
                    <a:pt x="1337" y="1"/>
                    <a:pt x="1263"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281" name="Google Shape;5281;p28"/>
            <p:cNvSpPr/>
            <p:nvPr/>
          </p:nvSpPr>
          <p:spPr>
            <a:xfrm>
              <a:off x="5442071" y="1712752"/>
              <a:ext cx="99052" cy="49529"/>
            </a:xfrm>
            <a:custGeom>
              <a:rect b="b" l="l" r="r" t="t"/>
              <a:pathLst>
                <a:path extrusionOk="0" h="1395" w="2790">
                  <a:moveTo>
                    <a:pt x="1395" y="1"/>
                  </a:moveTo>
                  <a:cubicBezTo>
                    <a:pt x="625" y="1"/>
                    <a:pt x="0" y="625"/>
                    <a:pt x="0" y="1395"/>
                  </a:cubicBezTo>
                  <a:lnTo>
                    <a:pt x="2789" y="1395"/>
                  </a:lnTo>
                  <a:cubicBezTo>
                    <a:pt x="2789" y="625"/>
                    <a:pt x="2165" y="1"/>
                    <a:pt x="1395" y="1"/>
                  </a:cubicBezTo>
                  <a:close/>
                </a:path>
              </a:pathLst>
            </a:cu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282" name="Google Shape;5282;p28"/>
            <p:cNvSpPr/>
            <p:nvPr/>
          </p:nvSpPr>
          <p:spPr>
            <a:xfrm>
              <a:off x="5470119" y="1712752"/>
              <a:ext cx="70934" cy="49529"/>
            </a:xfrm>
            <a:custGeom>
              <a:rect b="b" l="l" r="r" t="t"/>
              <a:pathLst>
                <a:path extrusionOk="0" h="1395" w="1998">
                  <a:moveTo>
                    <a:pt x="602" y="1"/>
                  </a:moveTo>
                  <a:cubicBezTo>
                    <a:pt x="386" y="1"/>
                    <a:pt x="183" y="49"/>
                    <a:pt x="0" y="137"/>
                  </a:cubicBezTo>
                  <a:cubicBezTo>
                    <a:pt x="68" y="129"/>
                    <a:pt x="134" y="123"/>
                    <a:pt x="202" y="123"/>
                  </a:cubicBezTo>
                  <a:cubicBezTo>
                    <a:pt x="587" y="123"/>
                    <a:pt x="936" y="280"/>
                    <a:pt x="1187" y="532"/>
                  </a:cubicBezTo>
                  <a:cubicBezTo>
                    <a:pt x="1413" y="756"/>
                    <a:pt x="1562" y="1058"/>
                    <a:pt x="1590" y="1395"/>
                  </a:cubicBezTo>
                  <a:lnTo>
                    <a:pt x="1998" y="1395"/>
                  </a:lnTo>
                  <a:cubicBezTo>
                    <a:pt x="1998" y="1009"/>
                    <a:pt x="1841" y="663"/>
                    <a:pt x="1588" y="409"/>
                  </a:cubicBezTo>
                  <a:cubicBezTo>
                    <a:pt x="1336" y="157"/>
                    <a:pt x="986" y="1"/>
                    <a:pt x="602"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283" name="Google Shape;5283;p28"/>
            <p:cNvSpPr/>
            <p:nvPr/>
          </p:nvSpPr>
          <p:spPr>
            <a:xfrm>
              <a:off x="5480593" y="1688396"/>
              <a:ext cx="21905" cy="39872"/>
            </a:xfrm>
            <a:custGeom>
              <a:rect b="b" l="l" r="r" t="t"/>
              <a:pathLst>
                <a:path extrusionOk="0" h="1123" w="617">
                  <a:moveTo>
                    <a:pt x="0" y="0"/>
                  </a:moveTo>
                  <a:lnTo>
                    <a:pt x="0" y="815"/>
                  </a:lnTo>
                  <a:cubicBezTo>
                    <a:pt x="0" y="983"/>
                    <a:pt x="140" y="1123"/>
                    <a:pt x="308" y="1123"/>
                  </a:cubicBezTo>
                  <a:cubicBezTo>
                    <a:pt x="479" y="1123"/>
                    <a:pt x="616" y="983"/>
                    <a:pt x="616" y="813"/>
                  </a:cubicBezTo>
                  <a:lnTo>
                    <a:pt x="616" y="0"/>
                  </a:ln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284" name="Google Shape;5284;p28"/>
            <p:cNvSpPr/>
            <p:nvPr/>
          </p:nvSpPr>
          <p:spPr>
            <a:xfrm>
              <a:off x="5486096" y="1688396"/>
              <a:ext cx="16402" cy="39766"/>
            </a:xfrm>
            <a:custGeom>
              <a:rect b="b" l="l" r="r" t="t"/>
              <a:pathLst>
                <a:path extrusionOk="0" h="1120" w="462">
                  <a:moveTo>
                    <a:pt x="153" y="0"/>
                  </a:moveTo>
                  <a:lnTo>
                    <a:pt x="153" y="812"/>
                  </a:lnTo>
                  <a:cubicBezTo>
                    <a:pt x="153" y="925"/>
                    <a:pt x="91" y="1025"/>
                    <a:pt x="1" y="1078"/>
                  </a:cubicBezTo>
                  <a:cubicBezTo>
                    <a:pt x="45" y="1105"/>
                    <a:pt x="97" y="1120"/>
                    <a:pt x="153" y="1120"/>
                  </a:cubicBezTo>
                  <a:cubicBezTo>
                    <a:pt x="322" y="1120"/>
                    <a:pt x="461" y="982"/>
                    <a:pt x="461" y="813"/>
                  </a:cubicBezTo>
                  <a:lnTo>
                    <a:pt x="461" y="0"/>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285" name="Google Shape;5285;p28"/>
            <p:cNvSpPr/>
            <p:nvPr/>
          </p:nvSpPr>
          <p:spPr>
            <a:xfrm>
              <a:off x="5388887" y="1514321"/>
              <a:ext cx="308304" cy="42784"/>
            </a:xfrm>
            <a:custGeom>
              <a:rect b="b" l="l" r="r" t="t"/>
              <a:pathLst>
                <a:path extrusionOk="0" h="1205" w="8684">
                  <a:moveTo>
                    <a:pt x="99" y="0"/>
                  </a:moveTo>
                  <a:cubicBezTo>
                    <a:pt x="46" y="0"/>
                    <a:pt x="0" y="46"/>
                    <a:pt x="0" y="100"/>
                  </a:cubicBezTo>
                  <a:lnTo>
                    <a:pt x="0" y="1205"/>
                  </a:lnTo>
                  <a:lnTo>
                    <a:pt x="8683" y="1205"/>
                  </a:lnTo>
                  <a:lnTo>
                    <a:pt x="8683" y="100"/>
                  </a:lnTo>
                  <a:cubicBezTo>
                    <a:pt x="8683" y="46"/>
                    <a:pt x="8640" y="0"/>
                    <a:pt x="8584" y="0"/>
                  </a:cubicBezTo>
                  <a:close/>
                </a:path>
              </a:pathLst>
            </a:cu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286" name="Google Shape;5286;p28"/>
            <p:cNvSpPr/>
            <p:nvPr/>
          </p:nvSpPr>
          <p:spPr>
            <a:xfrm>
              <a:off x="5679413" y="1514321"/>
              <a:ext cx="17787" cy="42784"/>
            </a:xfrm>
            <a:custGeom>
              <a:rect b="b" l="l" r="r" t="t"/>
              <a:pathLst>
                <a:path extrusionOk="0" h="1205" w="501">
                  <a:moveTo>
                    <a:pt x="1" y="0"/>
                  </a:moveTo>
                  <a:cubicBezTo>
                    <a:pt x="27" y="0"/>
                    <a:pt x="53" y="12"/>
                    <a:pt x="70" y="29"/>
                  </a:cubicBezTo>
                  <a:cubicBezTo>
                    <a:pt x="76" y="33"/>
                    <a:pt x="80" y="39"/>
                    <a:pt x="83" y="44"/>
                  </a:cubicBezTo>
                  <a:cubicBezTo>
                    <a:pt x="95" y="61"/>
                    <a:pt x="99" y="80"/>
                    <a:pt x="99" y="100"/>
                  </a:cubicBezTo>
                  <a:lnTo>
                    <a:pt x="99" y="1205"/>
                  </a:lnTo>
                  <a:lnTo>
                    <a:pt x="500" y="1205"/>
                  </a:lnTo>
                  <a:lnTo>
                    <a:pt x="500" y="100"/>
                  </a:lnTo>
                  <a:cubicBezTo>
                    <a:pt x="500" y="77"/>
                    <a:pt x="492" y="55"/>
                    <a:pt x="479" y="36"/>
                  </a:cubicBezTo>
                  <a:cubicBezTo>
                    <a:pt x="476" y="35"/>
                    <a:pt x="473" y="32"/>
                    <a:pt x="472" y="29"/>
                  </a:cubicBezTo>
                  <a:cubicBezTo>
                    <a:pt x="454" y="12"/>
                    <a:pt x="428" y="0"/>
                    <a:pt x="401"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287" name="Google Shape;5287;p28"/>
            <p:cNvSpPr/>
            <p:nvPr/>
          </p:nvSpPr>
          <p:spPr>
            <a:xfrm>
              <a:off x="5447361" y="1605246"/>
              <a:ext cx="88330" cy="94585"/>
            </a:xfrm>
            <a:custGeom>
              <a:rect b="b" l="l" r="r" t="t"/>
              <a:pathLst>
                <a:path extrusionOk="0" h="2664" w="2488">
                  <a:moveTo>
                    <a:pt x="1244" y="1"/>
                  </a:moveTo>
                  <a:lnTo>
                    <a:pt x="1" y="660"/>
                  </a:lnTo>
                  <a:lnTo>
                    <a:pt x="1" y="1421"/>
                  </a:lnTo>
                  <a:cubicBezTo>
                    <a:pt x="1" y="2108"/>
                    <a:pt x="558" y="2663"/>
                    <a:pt x="1244" y="2663"/>
                  </a:cubicBezTo>
                  <a:cubicBezTo>
                    <a:pt x="1932" y="2663"/>
                    <a:pt x="2488" y="2106"/>
                    <a:pt x="2488" y="1421"/>
                  </a:cubicBezTo>
                  <a:lnTo>
                    <a:pt x="2488" y="660"/>
                  </a:lnTo>
                  <a:lnTo>
                    <a:pt x="1244" y="1"/>
                  </a:ln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288" name="Google Shape;5288;p28"/>
            <p:cNvSpPr/>
            <p:nvPr/>
          </p:nvSpPr>
          <p:spPr>
            <a:xfrm>
              <a:off x="5447361" y="1582382"/>
              <a:ext cx="88330" cy="51766"/>
            </a:xfrm>
            <a:custGeom>
              <a:rect b="b" l="l" r="r" t="t"/>
              <a:pathLst>
                <a:path extrusionOk="0" h="1458" w="2488">
                  <a:moveTo>
                    <a:pt x="1244" y="0"/>
                  </a:moveTo>
                  <a:cubicBezTo>
                    <a:pt x="558" y="0"/>
                    <a:pt x="1" y="556"/>
                    <a:pt x="1" y="1242"/>
                  </a:cubicBezTo>
                  <a:lnTo>
                    <a:pt x="1" y="1458"/>
                  </a:lnTo>
                  <a:cubicBezTo>
                    <a:pt x="1" y="1458"/>
                    <a:pt x="1" y="1458"/>
                    <a:pt x="2" y="1458"/>
                  </a:cubicBezTo>
                  <a:cubicBezTo>
                    <a:pt x="38" y="1458"/>
                    <a:pt x="817" y="1451"/>
                    <a:pt x="1244" y="859"/>
                  </a:cubicBezTo>
                  <a:cubicBezTo>
                    <a:pt x="1668" y="1448"/>
                    <a:pt x="2436" y="1458"/>
                    <a:pt x="2485" y="1458"/>
                  </a:cubicBezTo>
                  <a:cubicBezTo>
                    <a:pt x="2487" y="1458"/>
                    <a:pt x="2488" y="1458"/>
                    <a:pt x="2488" y="1458"/>
                  </a:cubicBezTo>
                  <a:lnTo>
                    <a:pt x="2488" y="1242"/>
                  </a:lnTo>
                  <a:cubicBezTo>
                    <a:pt x="2488" y="557"/>
                    <a:pt x="1932" y="0"/>
                    <a:pt x="1244" y="0"/>
                  </a:cubicBez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289" name="Google Shape;5289;p28"/>
            <p:cNvSpPr/>
            <p:nvPr/>
          </p:nvSpPr>
          <p:spPr>
            <a:xfrm>
              <a:off x="5466746" y="1641176"/>
              <a:ext cx="9941" cy="15374"/>
            </a:xfrm>
            <a:custGeom>
              <a:rect b="b" l="l" r="r" t="t"/>
              <a:pathLst>
                <a:path extrusionOk="0" h="433" w="280">
                  <a:moveTo>
                    <a:pt x="138" y="0"/>
                  </a:moveTo>
                  <a:cubicBezTo>
                    <a:pt x="64" y="0"/>
                    <a:pt x="0" y="61"/>
                    <a:pt x="0" y="139"/>
                  </a:cubicBezTo>
                  <a:lnTo>
                    <a:pt x="0" y="294"/>
                  </a:lnTo>
                  <a:cubicBezTo>
                    <a:pt x="0" y="369"/>
                    <a:pt x="62" y="432"/>
                    <a:pt x="138" y="432"/>
                  </a:cubicBezTo>
                  <a:cubicBezTo>
                    <a:pt x="216" y="432"/>
                    <a:pt x="279" y="369"/>
                    <a:pt x="278" y="294"/>
                  </a:cubicBezTo>
                  <a:lnTo>
                    <a:pt x="278" y="139"/>
                  </a:lnTo>
                  <a:cubicBezTo>
                    <a:pt x="278" y="64"/>
                    <a:pt x="215" y="0"/>
                    <a:pt x="138" y="0"/>
                  </a:cubicBez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290" name="Google Shape;5290;p28"/>
            <p:cNvSpPr/>
            <p:nvPr/>
          </p:nvSpPr>
          <p:spPr>
            <a:xfrm>
              <a:off x="5506439" y="1641176"/>
              <a:ext cx="9905" cy="15374"/>
            </a:xfrm>
            <a:custGeom>
              <a:rect b="b" l="l" r="r" t="t"/>
              <a:pathLst>
                <a:path extrusionOk="0" h="433" w="279">
                  <a:moveTo>
                    <a:pt x="140" y="0"/>
                  </a:moveTo>
                  <a:cubicBezTo>
                    <a:pt x="64" y="0"/>
                    <a:pt x="0" y="61"/>
                    <a:pt x="0" y="139"/>
                  </a:cubicBezTo>
                  <a:lnTo>
                    <a:pt x="0" y="294"/>
                  </a:lnTo>
                  <a:cubicBezTo>
                    <a:pt x="0" y="369"/>
                    <a:pt x="62" y="432"/>
                    <a:pt x="140" y="432"/>
                  </a:cubicBezTo>
                  <a:cubicBezTo>
                    <a:pt x="218" y="432"/>
                    <a:pt x="278" y="369"/>
                    <a:pt x="278" y="294"/>
                  </a:cubicBezTo>
                  <a:lnTo>
                    <a:pt x="278" y="139"/>
                  </a:lnTo>
                  <a:cubicBezTo>
                    <a:pt x="278" y="64"/>
                    <a:pt x="215" y="0"/>
                    <a:pt x="140" y="0"/>
                  </a:cubicBez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291" name="Google Shape;5291;p28"/>
            <p:cNvSpPr/>
            <p:nvPr/>
          </p:nvSpPr>
          <p:spPr>
            <a:xfrm>
              <a:off x="5570133" y="1600418"/>
              <a:ext cx="85810" cy="72572"/>
            </a:xfrm>
            <a:custGeom>
              <a:rect b="b" l="l" r="r" t="t"/>
              <a:pathLst>
                <a:path extrusionOk="0" h="2044" w="2417">
                  <a:moveTo>
                    <a:pt x="175" y="0"/>
                  </a:moveTo>
                  <a:cubicBezTo>
                    <a:pt x="79" y="0"/>
                    <a:pt x="1" y="79"/>
                    <a:pt x="1" y="176"/>
                  </a:cubicBezTo>
                  <a:lnTo>
                    <a:pt x="1" y="1173"/>
                  </a:lnTo>
                  <a:cubicBezTo>
                    <a:pt x="1" y="1271"/>
                    <a:pt x="80" y="1349"/>
                    <a:pt x="175" y="1349"/>
                  </a:cubicBezTo>
                  <a:lnTo>
                    <a:pt x="342" y="1349"/>
                  </a:lnTo>
                  <a:cubicBezTo>
                    <a:pt x="399" y="1349"/>
                    <a:pt x="447" y="1393"/>
                    <a:pt x="448" y="1451"/>
                  </a:cubicBezTo>
                  <a:cubicBezTo>
                    <a:pt x="454" y="1585"/>
                    <a:pt x="444" y="1822"/>
                    <a:pt x="333" y="1986"/>
                  </a:cubicBezTo>
                  <a:cubicBezTo>
                    <a:pt x="315" y="2012"/>
                    <a:pt x="335" y="2043"/>
                    <a:pt x="364" y="2043"/>
                  </a:cubicBezTo>
                  <a:cubicBezTo>
                    <a:pt x="367" y="2043"/>
                    <a:pt x="370" y="2043"/>
                    <a:pt x="374" y="2042"/>
                  </a:cubicBezTo>
                  <a:cubicBezTo>
                    <a:pt x="576" y="1980"/>
                    <a:pt x="988" y="1810"/>
                    <a:pt x="1178" y="1410"/>
                  </a:cubicBezTo>
                  <a:cubicBezTo>
                    <a:pt x="1197" y="1373"/>
                    <a:pt x="1234" y="1350"/>
                    <a:pt x="1276" y="1350"/>
                  </a:cubicBezTo>
                  <a:lnTo>
                    <a:pt x="2240" y="1350"/>
                  </a:lnTo>
                  <a:cubicBezTo>
                    <a:pt x="2336" y="1350"/>
                    <a:pt x="2414" y="1271"/>
                    <a:pt x="2414" y="1176"/>
                  </a:cubicBezTo>
                  <a:lnTo>
                    <a:pt x="2414" y="176"/>
                  </a:lnTo>
                  <a:cubicBezTo>
                    <a:pt x="2417" y="79"/>
                    <a:pt x="2339" y="0"/>
                    <a:pt x="2241" y="0"/>
                  </a:cubicBezTo>
                  <a:close/>
                </a:path>
              </a:pathLst>
            </a:cu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292" name="Google Shape;5292;p28"/>
            <p:cNvSpPr/>
            <p:nvPr/>
          </p:nvSpPr>
          <p:spPr>
            <a:xfrm>
              <a:off x="5581316" y="1648312"/>
              <a:ext cx="34189" cy="24711"/>
            </a:xfrm>
            <a:custGeom>
              <a:rect b="b" l="l" r="r" t="t"/>
              <a:pathLst>
                <a:path extrusionOk="0" h="696" w="963">
                  <a:moveTo>
                    <a:pt x="592" y="1"/>
                  </a:moveTo>
                  <a:cubicBezTo>
                    <a:pt x="551" y="1"/>
                    <a:pt x="515" y="24"/>
                    <a:pt x="495" y="61"/>
                  </a:cubicBezTo>
                  <a:cubicBezTo>
                    <a:pt x="397" y="267"/>
                    <a:pt x="238" y="413"/>
                    <a:pt x="82" y="513"/>
                  </a:cubicBezTo>
                  <a:cubicBezTo>
                    <a:pt x="66" y="556"/>
                    <a:pt x="46" y="600"/>
                    <a:pt x="18" y="637"/>
                  </a:cubicBezTo>
                  <a:cubicBezTo>
                    <a:pt x="1" y="662"/>
                    <a:pt x="19" y="695"/>
                    <a:pt x="47" y="695"/>
                  </a:cubicBezTo>
                  <a:cubicBezTo>
                    <a:pt x="51" y="695"/>
                    <a:pt x="54" y="695"/>
                    <a:pt x="59" y="693"/>
                  </a:cubicBezTo>
                  <a:cubicBezTo>
                    <a:pt x="261" y="633"/>
                    <a:pt x="673" y="461"/>
                    <a:pt x="866" y="61"/>
                  </a:cubicBezTo>
                  <a:cubicBezTo>
                    <a:pt x="883" y="25"/>
                    <a:pt x="922" y="1"/>
                    <a:pt x="962"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293" name="Google Shape;5293;p28"/>
            <p:cNvSpPr/>
            <p:nvPr/>
          </p:nvSpPr>
          <p:spPr>
            <a:xfrm>
              <a:off x="5636560" y="1600418"/>
              <a:ext cx="19384" cy="47896"/>
            </a:xfrm>
            <a:custGeom>
              <a:rect b="b" l="l" r="r" t="t"/>
              <a:pathLst>
                <a:path extrusionOk="0" h="1349" w="546">
                  <a:moveTo>
                    <a:pt x="1" y="0"/>
                  </a:moveTo>
                  <a:cubicBezTo>
                    <a:pt x="96" y="0"/>
                    <a:pt x="175" y="78"/>
                    <a:pt x="175" y="176"/>
                  </a:cubicBezTo>
                  <a:lnTo>
                    <a:pt x="175" y="1173"/>
                  </a:lnTo>
                  <a:cubicBezTo>
                    <a:pt x="175" y="1271"/>
                    <a:pt x="97" y="1349"/>
                    <a:pt x="1" y="1349"/>
                  </a:cubicBezTo>
                  <a:lnTo>
                    <a:pt x="370" y="1349"/>
                  </a:lnTo>
                  <a:cubicBezTo>
                    <a:pt x="467" y="1349"/>
                    <a:pt x="546" y="1271"/>
                    <a:pt x="546" y="1173"/>
                  </a:cubicBezTo>
                  <a:lnTo>
                    <a:pt x="546" y="176"/>
                  </a:lnTo>
                  <a:cubicBezTo>
                    <a:pt x="546" y="79"/>
                    <a:pt x="468" y="0"/>
                    <a:pt x="370"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294" name="Google Shape;5294;p28"/>
            <p:cNvSpPr/>
            <p:nvPr/>
          </p:nvSpPr>
          <p:spPr>
            <a:xfrm>
              <a:off x="5431775" y="1634217"/>
              <a:ext cx="17006" cy="23788"/>
            </a:xfrm>
            <a:custGeom>
              <a:rect b="b" l="l" r="r" t="t"/>
              <a:pathLst>
                <a:path extrusionOk="0" h="670" w="479">
                  <a:moveTo>
                    <a:pt x="336" y="1"/>
                  </a:moveTo>
                  <a:cubicBezTo>
                    <a:pt x="151" y="1"/>
                    <a:pt x="1" y="149"/>
                    <a:pt x="1" y="335"/>
                  </a:cubicBezTo>
                  <a:cubicBezTo>
                    <a:pt x="1" y="520"/>
                    <a:pt x="151" y="670"/>
                    <a:pt x="336" y="670"/>
                  </a:cubicBezTo>
                  <a:lnTo>
                    <a:pt x="479" y="670"/>
                  </a:lnTo>
                  <a:lnTo>
                    <a:pt x="479" y="1"/>
                  </a:ln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295" name="Google Shape;5295;p28"/>
            <p:cNvSpPr/>
            <p:nvPr/>
          </p:nvSpPr>
          <p:spPr>
            <a:xfrm>
              <a:off x="5534984" y="1634217"/>
              <a:ext cx="16970" cy="23788"/>
            </a:xfrm>
            <a:custGeom>
              <a:rect b="b" l="l" r="r" t="t"/>
              <a:pathLst>
                <a:path extrusionOk="0" h="670" w="478">
                  <a:moveTo>
                    <a:pt x="1" y="1"/>
                  </a:moveTo>
                  <a:lnTo>
                    <a:pt x="1" y="670"/>
                  </a:lnTo>
                  <a:lnTo>
                    <a:pt x="143" y="670"/>
                  </a:lnTo>
                  <a:cubicBezTo>
                    <a:pt x="329" y="670"/>
                    <a:pt x="477" y="520"/>
                    <a:pt x="477" y="335"/>
                  </a:cubicBezTo>
                  <a:cubicBezTo>
                    <a:pt x="477" y="149"/>
                    <a:pt x="329" y="1"/>
                    <a:pt x="143" y="1"/>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296" name="Google Shape;5296;p28"/>
            <p:cNvSpPr/>
            <p:nvPr/>
          </p:nvSpPr>
          <p:spPr>
            <a:xfrm>
              <a:off x="5534984" y="1634785"/>
              <a:ext cx="16970" cy="23220"/>
            </a:xfrm>
            <a:custGeom>
              <a:rect b="b" l="l" r="r" t="t"/>
              <a:pathLst>
                <a:path extrusionOk="0" h="654" w="478">
                  <a:moveTo>
                    <a:pt x="250" y="1"/>
                  </a:moveTo>
                  <a:lnTo>
                    <a:pt x="250" y="1"/>
                  </a:lnTo>
                  <a:cubicBezTo>
                    <a:pt x="277" y="50"/>
                    <a:pt x="293" y="104"/>
                    <a:pt x="293" y="165"/>
                  </a:cubicBezTo>
                  <a:cubicBezTo>
                    <a:pt x="293" y="334"/>
                    <a:pt x="166" y="475"/>
                    <a:pt x="1" y="497"/>
                  </a:cubicBezTo>
                  <a:lnTo>
                    <a:pt x="1" y="654"/>
                  </a:lnTo>
                  <a:lnTo>
                    <a:pt x="143" y="654"/>
                  </a:lnTo>
                  <a:cubicBezTo>
                    <a:pt x="329" y="654"/>
                    <a:pt x="477" y="504"/>
                    <a:pt x="477" y="319"/>
                  </a:cubicBezTo>
                  <a:cubicBezTo>
                    <a:pt x="477" y="225"/>
                    <a:pt x="440" y="143"/>
                    <a:pt x="381" y="81"/>
                  </a:cubicBezTo>
                  <a:cubicBezTo>
                    <a:pt x="343" y="45"/>
                    <a:pt x="300" y="16"/>
                    <a:pt x="250"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297" name="Google Shape;5297;p28"/>
            <p:cNvSpPr/>
            <p:nvPr/>
          </p:nvSpPr>
          <p:spPr>
            <a:xfrm>
              <a:off x="5479421" y="1663402"/>
              <a:ext cx="24355" cy="13101"/>
            </a:xfrm>
            <a:custGeom>
              <a:rect b="b" l="l" r="r" t="t"/>
              <a:pathLst>
                <a:path extrusionOk="0" h="369" w="686">
                  <a:moveTo>
                    <a:pt x="529" y="0"/>
                  </a:moveTo>
                  <a:cubicBezTo>
                    <a:pt x="488" y="0"/>
                    <a:pt x="447" y="18"/>
                    <a:pt x="419" y="52"/>
                  </a:cubicBezTo>
                  <a:cubicBezTo>
                    <a:pt x="399" y="75"/>
                    <a:pt x="371" y="90"/>
                    <a:pt x="341" y="90"/>
                  </a:cubicBezTo>
                  <a:cubicBezTo>
                    <a:pt x="311" y="90"/>
                    <a:pt x="284" y="78"/>
                    <a:pt x="263" y="54"/>
                  </a:cubicBezTo>
                  <a:cubicBezTo>
                    <a:pt x="237" y="20"/>
                    <a:pt x="197" y="3"/>
                    <a:pt x="156" y="3"/>
                  </a:cubicBezTo>
                  <a:cubicBezTo>
                    <a:pt x="125" y="3"/>
                    <a:pt x="94" y="14"/>
                    <a:pt x="68" y="35"/>
                  </a:cubicBezTo>
                  <a:cubicBezTo>
                    <a:pt x="9" y="82"/>
                    <a:pt x="0" y="172"/>
                    <a:pt x="48" y="231"/>
                  </a:cubicBezTo>
                  <a:cubicBezTo>
                    <a:pt x="120" y="318"/>
                    <a:pt x="228" y="369"/>
                    <a:pt x="341" y="369"/>
                  </a:cubicBezTo>
                  <a:cubicBezTo>
                    <a:pt x="456" y="369"/>
                    <a:pt x="564" y="317"/>
                    <a:pt x="636" y="226"/>
                  </a:cubicBezTo>
                  <a:cubicBezTo>
                    <a:pt x="685" y="166"/>
                    <a:pt x="674" y="80"/>
                    <a:pt x="615" y="31"/>
                  </a:cubicBezTo>
                  <a:cubicBezTo>
                    <a:pt x="589" y="10"/>
                    <a:pt x="559" y="0"/>
                    <a:pt x="529" y="0"/>
                  </a:cubicBez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298" name="Google Shape;5298;p28"/>
            <p:cNvSpPr/>
            <p:nvPr/>
          </p:nvSpPr>
          <p:spPr>
            <a:xfrm>
              <a:off x="5484924" y="1621614"/>
              <a:ext cx="50769" cy="78147"/>
            </a:xfrm>
            <a:custGeom>
              <a:rect b="b" l="l" r="r" t="t"/>
              <a:pathLst>
                <a:path extrusionOk="0" h="2201" w="1430">
                  <a:moveTo>
                    <a:pt x="1058" y="0"/>
                  </a:moveTo>
                  <a:lnTo>
                    <a:pt x="1058" y="957"/>
                  </a:lnTo>
                  <a:cubicBezTo>
                    <a:pt x="1058" y="1580"/>
                    <a:pt x="599" y="2097"/>
                    <a:pt x="1" y="2186"/>
                  </a:cubicBezTo>
                  <a:cubicBezTo>
                    <a:pt x="62" y="2195"/>
                    <a:pt x="123" y="2201"/>
                    <a:pt x="186" y="2201"/>
                  </a:cubicBezTo>
                  <a:cubicBezTo>
                    <a:pt x="874" y="2201"/>
                    <a:pt x="1430" y="1645"/>
                    <a:pt x="1430" y="957"/>
                  </a:cubicBezTo>
                  <a:lnTo>
                    <a:pt x="1430" y="197"/>
                  </a:lnTo>
                  <a:lnTo>
                    <a:pt x="1058" y="0"/>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299" name="Google Shape;5299;p28"/>
            <p:cNvSpPr/>
            <p:nvPr/>
          </p:nvSpPr>
          <p:spPr>
            <a:xfrm>
              <a:off x="5484924" y="1582311"/>
              <a:ext cx="50769" cy="51837"/>
            </a:xfrm>
            <a:custGeom>
              <a:rect b="b" l="l" r="r" t="t"/>
              <a:pathLst>
                <a:path extrusionOk="0" h="1460" w="1430">
                  <a:moveTo>
                    <a:pt x="186" y="1"/>
                  </a:moveTo>
                  <a:cubicBezTo>
                    <a:pt x="123" y="1"/>
                    <a:pt x="62" y="6"/>
                    <a:pt x="1" y="17"/>
                  </a:cubicBezTo>
                  <a:cubicBezTo>
                    <a:pt x="599" y="104"/>
                    <a:pt x="1058" y="621"/>
                    <a:pt x="1058" y="1244"/>
                  </a:cubicBezTo>
                  <a:lnTo>
                    <a:pt x="1058" y="1412"/>
                  </a:lnTo>
                  <a:cubicBezTo>
                    <a:pt x="1251" y="1458"/>
                    <a:pt x="1397" y="1460"/>
                    <a:pt x="1425" y="1460"/>
                  </a:cubicBezTo>
                  <a:cubicBezTo>
                    <a:pt x="1428" y="1460"/>
                    <a:pt x="1430" y="1460"/>
                    <a:pt x="1430" y="1460"/>
                  </a:cubicBezTo>
                  <a:lnTo>
                    <a:pt x="1430" y="1244"/>
                  </a:lnTo>
                  <a:cubicBezTo>
                    <a:pt x="1430" y="559"/>
                    <a:pt x="874" y="2"/>
                    <a:pt x="186"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5300" name="Google Shape;5300;p28"/>
          <p:cNvGrpSpPr/>
          <p:nvPr/>
        </p:nvGrpSpPr>
        <p:grpSpPr>
          <a:xfrm>
            <a:off x="4771903" y="1514250"/>
            <a:ext cx="247602" cy="327108"/>
            <a:chOff x="4771903" y="1514250"/>
            <a:chExt cx="247602" cy="327108"/>
          </a:xfrm>
        </p:grpSpPr>
        <p:sp>
          <p:nvSpPr>
            <p:cNvPr id="5301" name="Google Shape;5301;p28"/>
            <p:cNvSpPr/>
            <p:nvPr/>
          </p:nvSpPr>
          <p:spPr>
            <a:xfrm>
              <a:off x="4771903" y="1514321"/>
              <a:ext cx="247594" cy="327037"/>
            </a:xfrm>
            <a:custGeom>
              <a:rect b="b" l="l" r="r" t="t"/>
              <a:pathLst>
                <a:path extrusionOk="0" h="9211" w="6974">
                  <a:moveTo>
                    <a:pt x="360" y="0"/>
                  </a:moveTo>
                  <a:cubicBezTo>
                    <a:pt x="163" y="0"/>
                    <a:pt x="0" y="162"/>
                    <a:pt x="0" y="360"/>
                  </a:cubicBezTo>
                  <a:lnTo>
                    <a:pt x="0" y="8850"/>
                  </a:lnTo>
                  <a:cubicBezTo>
                    <a:pt x="0" y="9049"/>
                    <a:pt x="160" y="9210"/>
                    <a:pt x="360" y="9210"/>
                  </a:cubicBezTo>
                  <a:lnTo>
                    <a:pt x="6614" y="9210"/>
                  </a:lnTo>
                  <a:cubicBezTo>
                    <a:pt x="6813" y="9210"/>
                    <a:pt x="6974" y="9050"/>
                    <a:pt x="6974" y="8850"/>
                  </a:cubicBezTo>
                  <a:lnTo>
                    <a:pt x="6974" y="1422"/>
                  </a:lnTo>
                  <a:lnTo>
                    <a:pt x="5539" y="0"/>
                  </a:ln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302" name="Google Shape;5302;p28"/>
            <p:cNvSpPr/>
            <p:nvPr/>
          </p:nvSpPr>
          <p:spPr>
            <a:xfrm>
              <a:off x="4993588" y="1551778"/>
              <a:ext cx="25917" cy="289579"/>
            </a:xfrm>
            <a:custGeom>
              <a:rect b="b" l="l" r="r" t="t"/>
              <a:pathLst>
                <a:path extrusionOk="0" h="8156" w="730">
                  <a:moveTo>
                    <a:pt x="360" y="0"/>
                  </a:moveTo>
                  <a:lnTo>
                    <a:pt x="360" y="7795"/>
                  </a:lnTo>
                  <a:cubicBezTo>
                    <a:pt x="360" y="7994"/>
                    <a:pt x="200" y="8155"/>
                    <a:pt x="0" y="8155"/>
                  </a:cubicBezTo>
                  <a:lnTo>
                    <a:pt x="370" y="8155"/>
                  </a:lnTo>
                  <a:cubicBezTo>
                    <a:pt x="569" y="8155"/>
                    <a:pt x="730" y="7995"/>
                    <a:pt x="730" y="7795"/>
                  </a:cubicBezTo>
                  <a:lnTo>
                    <a:pt x="730" y="367"/>
                  </a:lnTo>
                  <a:lnTo>
                    <a:pt x="360" y="0"/>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303" name="Google Shape;5303;p28"/>
            <p:cNvSpPr/>
            <p:nvPr/>
          </p:nvSpPr>
          <p:spPr>
            <a:xfrm>
              <a:off x="4968558" y="1514321"/>
              <a:ext cx="50911" cy="50453"/>
            </a:xfrm>
            <a:custGeom>
              <a:rect b="b" l="l" r="r" t="t"/>
              <a:pathLst>
                <a:path extrusionOk="0" h="1421" w="1434">
                  <a:moveTo>
                    <a:pt x="0" y="0"/>
                  </a:moveTo>
                  <a:lnTo>
                    <a:pt x="0" y="1241"/>
                  </a:lnTo>
                  <a:cubicBezTo>
                    <a:pt x="0" y="1339"/>
                    <a:pt x="81" y="1421"/>
                    <a:pt x="180" y="1421"/>
                  </a:cubicBezTo>
                  <a:lnTo>
                    <a:pt x="1434" y="1421"/>
                  </a:lnTo>
                  <a:lnTo>
                    <a:pt x="0" y="0"/>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304" name="Google Shape;5304;p28"/>
            <p:cNvSpPr/>
            <p:nvPr/>
          </p:nvSpPr>
          <p:spPr>
            <a:xfrm>
              <a:off x="4968594" y="1545955"/>
              <a:ext cx="50911" cy="18889"/>
            </a:xfrm>
            <a:custGeom>
              <a:rect b="b" l="l" r="r" t="t"/>
              <a:pathLst>
                <a:path extrusionOk="0" h="532" w="1434">
                  <a:moveTo>
                    <a:pt x="1" y="0"/>
                  </a:moveTo>
                  <a:lnTo>
                    <a:pt x="1" y="350"/>
                  </a:lnTo>
                  <a:cubicBezTo>
                    <a:pt x="1" y="451"/>
                    <a:pt x="81" y="531"/>
                    <a:pt x="181" y="531"/>
                  </a:cubicBezTo>
                  <a:lnTo>
                    <a:pt x="1434" y="531"/>
                  </a:lnTo>
                  <a:lnTo>
                    <a:pt x="1015" y="114"/>
                  </a:lnTo>
                  <a:lnTo>
                    <a:pt x="168" y="114"/>
                  </a:lnTo>
                  <a:cubicBezTo>
                    <a:pt x="93" y="114"/>
                    <a:pt x="28" y="66"/>
                    <a:pt x="1"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305" name="Google Shape;5305;p28"/>
            <p:cNvSpPr/>
            <p:nvPr/>
          </p:nvSpPr>
          <p:spPr>
            <a:xfrm>
              <a:off x="4801691" y="1514321"/>
              <a:ext cx="45408" cy="62063"/>
            </a:xfrm>
            <a:custGeom>
              <a:rect b="b" l="l" r="r" t="t"/>
              <a:pathLst>
                <a:path extrusionOk="0" h="1748" w="1279">
                  <a:moveTo>
                    <a:pt x="0" y="0"/>
                  </a:moveTo>
                  <a:lnTo>
                    <a:pt x="0" y="1654"/>
                  </a:lnTo>
                  <a:cubicBezTo>
                    <a:pt x="0" y="1708"/>
                    <a:pt x="45" y="1748"/>
                    <a:pt x="93" y="1748"/>
                  </a:cubicBezTo>
                  <a:cubicBezTo>
                    <a:pt x="109" y="1748"/>
                    <a:pt x="126" y="1743"/>
                    <a:pt x="141" y="1733"/>
                  </a:cubicBezTo>
                  <a:lnTo>
                    <a:pt x="589" y="1454"/>
                  </a:lnTo>
                  <a:cubicBezTo>
                    <a:pt x="605" y="1445"/>
                    <a:pt x="622" y="1441"/>
                    <a:pt x="639" y="1441"/>
                  </a:cubicBezTo>
                  <a:cubicBezTo>
                    <a:pt x="656" y="1441"/>
                    <a:pt x="673" y="1445"/>
                    <a:pt x="688" y="1454"/>
                  </a:cubicBezTo>
                  <a:lnTo>
                    <a:pt x="1136" y="1733"/>
                  </a:lnTo>
                  <a:cubicBezTo>
                    <a:pt x="1152" y="1743"/>
                    <a:pt x="1169" y="1748"/>
                    <a:pt x="1186" y="1748"/>
                  </a:cubicBezTo>
                  <a:cubicBezTo>
                    <a:pt x="1234" y="1748"/>
                    <a:pt x="1278" y="1708"/>
                    <a:pt x="1278" y="1654"/>
                  </a:cubicBezTo>
                  <a:lnTo>
                    <a:pt x="1278" y="0"/>
                  </a:lnTo>
                  <a:close/>
                </a:path>
              </a:pathLst>
            </a:custGeom>
            <a:solidFill>
              <a:schemeClr val="l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306" name="Google Shape;5306;p28"/>
            <p:cNvSpPr/>
            <p:nvPr/>
          </p:nvSpPr>
          <p:spPr>
            <a:xfrm>
              <a:off x="4833112" y="1514250"/>
              <a:ext cx="13917" cy="62098"/>
            </a:xfrm>
            <a:custGeom>
              <a:rect b="b" l="l" r="r" t="t"/>
              <a:pathLst>
                <a:path extrusionOk="0" h="1749" w="392">
                  <a:moveTo>
                    <a:pt x="22" y="1"/>
                  </a:moveTo>
                  <a:lnTo>
                    <a:pt x="22" y="1518"/>
                  </a:lnTo>
                  <a:cubicBezTo>
                    <a:pt x="22" y="1542"/>
                    <a:pt x="15" y="1562"/>
                    <a:pt x="0" y="1578"/>
                  </a:cubicBezTo>
                  <a:lnTo>
                    <a:pt x="249" y="1735"/>
                  </a:lnTo>
                  <a:cubicBezTo>
                    <a:pt x="265" y="1744"/>
                    <a:pt x="282" y="1749"/>
                    <a:pt x="298" y="1749"/>
                  </a:cubicBezTo>
                  <a:cubicBezTo>
                    <a:pt x="347" y="1749"/>
                    <a:pt x="392" y="1711"/>
                    <a:pt x="392" y="1656"/>
                  </a:cubicBezTo>
                  <a:lnTo>
                    <a:pt x="392" y="2"/>
                  </a:lnTo>
                  <a:lnTo>
                    <a:pt x="392" y="1"/>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307" name="Google Shape;5307;p28"/>
            <p:cNvSpPr/>
            <p:nvPr/>
          </p:nvSpPr>
          <p:spPr>
            <a:xfrm>
              <a:off x="4918321" y="1623140"/>
              <a:ext cx="30177" cy="39375"/>
            </a:xfrm>
            <a:custGeom>
              <a:rect b="b" l="l" r="r" t="t"/>
              <a:pathLst>
                <a:path extrusionOk="0" h="1109" w="850">
                  <a:moveTo>
                    <a:pt x="373" y="280"/>
                  </a:moveTo>
                  <a:cubicBezTo>
                    <a:pt x="555" y="280"/>
                    <a:pt x="569" y="490"/>
                    <a:pt x="569" y="555"/>
                  </a:cubicBezTo>
                  <a:cubicBezTo>
                    <a:pt x="569" y="690"/>
                    <a:pt x="510" y="827"/>
                    <a:pt x="378" y="828"/>
                  </a:cubicBezTo>
                  <a:cubicBezTo>
                    <a:pt x="353" y="831"/>
                    <a:pt x="316" y="831"/>
                    <a:pt x="278" y="831"/>
                  </a:cubicBezTo>
                  <a:lnTo>
                    <a:pt x="278" y="555"/>
                  </a:lnTo>
                  <a:lnTo>
                    <a:pt x="278" y="280"/>
                  </a:lnTo>
                  <a:close/>
                  <a:moveTo>
                    <a:pt x="142" y="1"/>
                  </a:moveTo>
                  <a:cubicBezTo>
                    <a:pt x="104" y="1"/>
                    <a:pt x="68" y="15"/>
                    <a:pt x="42" y="42"/>
                  </a:cubicBezTo>
                  <a:cubicBezTo>
                    <a:pt x="15" y="70"/>
                    <a:pt x="1" y="104"/>
                    <a:pt x="1" y="142"/>
                  </a:cubicBezTo>
                  <a:lnTo>
                    <a:pt x="1" y="555"/>
                  </a:lnTo>
                  <a:cubicBezTo>
                    <a:pt x="1" y="670"/>
                    <a:pt x="4" y="970"/>
                    <a:pt x="4" y="970"/>
                  </a:cubicBezTo>
                  <a:cubicBezTo>
                    <a:pt x="4" y="1008"/>
                    <a:pt x="18" y="1044"/>
                    <a:pt x="44" y="1070"/>
                  </a:cubicBezTo>
                  <a:cubicBezTo>
                    <a:pt x="70" y="1094"/>
                    <a:pt x="106" y="1109"/>
                    <a:pt x="142" y="1109"/>
                  </a:cubicBezTo>
                  <a:cubicBezTo>
                    <a:pt x="149" y="1109"/>
                    <a:pt x="316" y="1107"/>
                    <a:pt x="386" y="1107"/>
                  </a:cubicBezTo>
                  <a:cubicBezTo>
                    <a:pt x="654" y="1101"/>
                    <a:pt x="850" y="870"/>
                    <a:pt x="850" y="555"/>
                  </a:cubicBezTo>
                  <a:cubicBezTo>
                    <a:pt x="850" y="224"/>
                    <a:pt x="661" y="1"/>
                    <a:pt x="378"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308" name="Google Shape;5308;p28"/>
            <p:cNvSpPr/>
            <p:nvPr/>
          </p:nvSpPr>
          <p:spPr>
            <a:xfrm>
              <a:off x="4796721" y="1622714"/>
              <a:ext cx="26627" cy="40227"/>
            </a:xfrm>
            <a:custGeom>
              <a:rect b="b" l="l" r="r" t="t"/>
              <a:pathLst>
                <a:path extrusionOk="0" h="1133" w="750">
                  <a:moveTo>
                    <a:pt x="140" y="1"/>
                  </a:moveTo>
                  <a:cubicBezTo>
                    <a:pt x="63" y="1"/>
                    <a:pt x="1" y="63"/>
                    <a:pt x="1" y="139"/>
                  </a:cubicBezTo>
                  <a:cubicBezTo>
                    <a:pt x="1" y="217"/>
                    <a:pt x="64" y="277"/>
                    <a:pt x="140" y="277"/>
                  </a:cubicBezTo>
                  <a:lnTo>
                    <a:pt x="235" y="277"/>
                  </a:lnTo>
                  <a:lnTo>
                    <a:pt x="235" y="992"/>
                  </a:lnTo>
                  <a:cubicBezTo>
                    <a:pt x="235" y="1070"/>
                    <a:pt x="299" y="1132"/>
                    <a:pt x="374" y="1132"/>
                  </a:cubicBezTo>
                  <a:cubicBezTo>
                    <a:pt x="450" y="1132"/>
                    <a:pt x="512" y="1069"/>
                    <a:pt x="512" y="992"/>
                  </a:cubicBezTo>
                  <a:lnTo>
                    <a:pt x="512" y="277"/>
                  </a:lnTo>
                  <a:lnTo>
                    <a:pt x="611" y="277"/>
                  </a:lnTo>
                  <a:cubicBezTo>
                    <a:pt x="689" y="277"/>
                    <a:pt x="749" y="214"/>
                    <a:pt x="749" y="139"/>
                  </a:cubicBezTo>
                  <a:cubicBezTo>
                    <a:pt x="749" y="63"/>
                    <a:pt x="687" y="1"/>
                    <a:pt x="611"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309" name="Google Shape;5309;p28"/>
            <p:cNvSpPr/>
            <p:nvPr/>
          </p:nvSpPr>
          <p:spPr>
            <a:xfrm>
              <a:off x="4878734" y="1637910"/>
              <a:ext cx="28295" cy="9835"/>
            </a:xfrm>
            <a:custGeom>
              <a:rect b="b" l="l" r="r" t="t"/>
              <a:pathLst>
                <a:path extrusionOk="0" h="277" w="797">
                  <a:moveTo>
                    <a:pt x="140" y="0"/>
                  </a:moveTo>
                  <a:cubicBezTo>
                    <a:pt x="62" y="0"/>
                    <a:pt x="0" y="64"/>
                    <a:pt x="0" y="139"/>
                  </a:cubicBezTo>
                  <a:cubicBezTo>
                    <a:pt x="0" y="215"/>
                    <a:pt x="64" y="277"/>
                    <a:pt x="140" y="277"/>
                  </a:cubicBezTo>
                  <a:lnTo>
                    <a:pt x="658" y="277"/>
                  </a:lnTo>
                  <a:cubicBezTo>
                    <a:pt x="734" y="277"/>
                    <a:pt x="796" y="215"/>
                    <a:pt x="796" y="139"/>
                  </a:cubicBezTo>
                  <a:cubicBezTo>
                    <a:pt x="796" y="64"/>
                    <a:pt x="734" y="0"/>
                    <a:pt x="658"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310" name="Google Shape;5310;p28"/>
            <p:cNvSpPr/>
            <p:nvPr/>
          </p:nvSpPr>
          <p:spPr>
            <a:xfrm>
              <a:off x="4954499" y="1622572"/>
              <a:ext cx="40260" cy="40298"/>
            </a:xfrm>
            <a:custGeom>
              <a:rect b="b" l="l" r="r" t="t"/>
              <a:pathLst>
                <a:path extrusionOk="0" h="1135" w="1134">
                  <a:moveTo>
                    <a:pt x="566" y="281"/>
                  </a:moveTo>
                  <a:cubicBezTo>
                    <a:pt x="724" y="281"/>
                    <a:pt x="854" y="411"/>
                    <a:pt x="854" y="569"/>
                  </a:cubicBezTo>
                  <a:cubicBezTo>
                    <a:pt x="854" y="727"/>
                    <a:pt x="726" y="857"/>
                    <a:pt x="566" y="857"/>
                  </a:cubicBezTo>
                  <a:cubicBezTo>
                    <a:pt x="409" y="857"/>
                    <a:pt x="278" y="727"/>
                    <a:pt x="278" y="569"/>
                  </a:cubicBezTo>
                  <a:cubicBezTo>
                    <a:pt x="278" y="411"/>
                    <a:pt x="409" y="281"/>
                    <a:pt x="566" y="281"/>
                  </a:cubicBezTo>
                  <a:close/>
                  <a:moveTo>
                    <a:pt x="566" y="1"/>
                  </a:moveTo>
                  <a:cubicBezTo>
                    <a:pt x="254" y="1"/>
                    <a:pt x="1" y="254"/>
                    <a:pt x="1" y="568"/>
                  </a:cubicBezTo>
                  <a:cubicBezTo>
                    <a:pt x="1" y="880"/>
                    <a:pt x="254" y="1135"/>
                    <a:pt x="566" y="1135"/>
                  </a:cubicBezTo>
                  <a:cubicBezTo>
                    <a:pt x="880" y="1135"/>
                    <a:pt x="1133" y="880"/>
                    <a:pt x="1133" y="568"/>
                  </a:cubicBezTo>
                  <a:cubicBezTo>
                    <a:pt x="1133" y="254"/>
                    <a:pt x="878" y="1"/>
                    <a:pt x="566"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311" name="Google Shape;5311;p28"/>
            <p:cNvSpPr/>
            <p:nvPr/>
          </p:nvSpPr>
          <p:spPr>
            <a:xfrm>
              <a:off x="4826863" y="1622714"/>
              <a:ext cx="40295" cy="40263"/>
            </a:xfrm>
            <a:custGeom>
              <a:rect b="b" l="l" r="r" t="t"/>
              <a:pathLst>
                <a:path extrusionOk="0" h="1134" w="1135">
                  <a:moveTo>
                    <a:pt x="568" y="279"/>
                  </a:moveTo>
                  <a:cubicBezTo>
                    <a:pt x="726" y="279"/>
                    <a:pt x="856" y="408"/>
                    <a:pt x="856" y="567"/>
                  </a:cubicBezTo>
                  <a:cubicBezTo>
                    <a:pt x="856" y="725"/>
                    <a:pt x="726" y="854"/>
                    <a:pt x="568" y="854"/>
                  </a:cubicBezTo>
                  <a:cubicBezTo>
                    <a:pt x="410" y="854"/>
                    <a:pt x="280" y="725"/>
                    <a:pt x="280" y="567"/>
                  </a:cubicBezTo>
                  <a:cubicBezTo>
                    <a:pt x="280" y="408"/>
                    <a:pt x="410" y="279"/>
                    <a:pt x="568" y="279"/>
                  </a:cubicBezTo>
                  <a:close/>
                  <a:moveTo>
                    <a:pt x="568" y="1"/>
                  </a:moveTo>
                  <a:cubicBezTo>
                    <a:pt x="256" y="1"/>
                    <a:pt x="1" y="254"/>
                    <a:pt x="1" y="567"/>
                  </a:cubicBezTo>
                  <a:cubicBezTo>
                    <a:pt x="1" y="880"/>
                    <a:pt x="256" y="1134"/>
                    <a:pt x="568" y="1134"/>
                  </a:cubicBezTo>
                  <a:cubicBezTo>
                    <a:pt x="882" y="1134"/>
                    <a:pt x="1135" y="880"/>
                    <a:pt x="1135" y="567"/>
                  </a:cubicBezTo>
                  <a:cubicBezTo>
                    <a:pt x="1135" y="254"/>
                    <a:pt x="882" y="1"/>
                    <a:pt x="568"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312" name="Google Shape;5312;p28"/>
            <p:cNvSpPr/>
            <p:nvPr/>
          </p:nvSpPr>
          <p:spPr>
            <a:xfrm>
              <a:off x="4801727" y="1689497"/>
              <a:ext cx="34082" cy="34085"/>
            </a:xfrm>
            <a:custGeom>
              <a:rect b="b" l="l" r="r" t="t"/>
              <a:pathLst>
                <a:path extrusionOk="0" h="960" w="960">
                  <a:moveTo>
                    <a:pt x="90" y="1"/>
                  </a:moveTo>
                  <a:cubicBezTo>
                    <a:pt x="40" y="1"/>
                    <a:pt x="1" y="43"/>
                    <a:pt x="1" y="91"/>
                  </a:cubicBezTo>
                  <a:lnTo>
                    <a:pt x="1" y="870"/>
                  </a:lnTo>
                  <a:cubicBezTo>
                    <a:pt x="1" y="920"/>
                    <a:pt x="43" y="959"/>
                    <a:pt x="90" y="959"/>
                  </a:cubicBezTo>
                  <a:lnTo>
                    <a:pt x="870" y="959"/>
                  </a:lnTo>
                  <a:cubicBezTo>
                    <a:pt x="917" y="959"/>
                    <a:pt x="959" y="919"/>
                    <a:pt x="959" y="870"/>
                  </a:cubicBezTo>
                  <a:lnTo>
                    <a:pt x="959" y="91"/>
                  </a:lnTo>
                  <a:cubicBezTo>
                    <a:pt x="959" y="40"/>
                    <a:pt x="917" y="1"/>
                    <a:pt x="870" y="1"/>
                  </a:cubicBezTo>
                  <a:close/>
                </a:path>
              </a:pathLst>
            </a:cu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313" name="Google Shape;5313;p28"/>
            <p:cNvSpPr/>
            <p:nvPr/>
          </p:nvSpPr>
          <p:spPr>
            <a:xfrm>
              <a:off x="4801727" y="1758836"/>
              <a:ext cx="34082" cy="34120"/>
            </a:xfrm>
            <a:custGeom>
              <a:rect b="b" l="l" r="r" t="t"/>
              <a:pathLst>
                <a:path extrusionOk="0" h="961" w="960">
                  <a:moveTo>
                    <a:pt x="90" y="1"/>
                  </a:moveTo>
                  <a:cubicBezTo>
                    <a:pt x="40" y="1"/>
                    <a:pt x="1" y="42"/>
                    <a:pt x="1" y="91"/>
                  </a:cubicBezTo>
                  <a:lnTo>
                    <a:pt x="1" y="870"/>
                  </a:lnTo>
                  <a:cubicBezTo>
                    <a:pt x="1" y="920"/>
                    <a:pt x="43" y="960"/>
                    <a:pt x="90" y="960"/>
                  </a:cubicBezTo>
                  <a:lnTo>
                    <a:pt x="870" y="960"/>
                  </a:lnTo>
                  <a:cubicBezTo>
                    <a:pt x="917" y="960"/>
                    <a:pt x="959" y="920"/>
                    <a:pt x="959" y="870"/>
                  </a:cubicBezTo>
                  <a:lnTo>
                    <a:pt x="959" y="91"/>
                  </a:lnTo>
                  <a:cubicBezTo>
                    <a:pt x="959" y="41"/>
                    <a:pt x="917" y="1"/>
                    <a:pt x="870" y="1"/>
                  </a:cubicBezTo>
                  <a:close/>
                </a:path>
              </a:pathLst>
            </a:cu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314" name="Google Shape;5314;p28"/>
            <p:cNvSpPr/>
            <p:nvPr/>
          </p:nvSpPr>
          <p:spPr>
            <a:xfrm>
              <a:off x="4819407" y="1689568"/>
              <a:ext cx="16402" cy="34120"/>
            </a:xfrm>
            <a:custGeom>
              <a:rect b="b" l="l" r="r" t="t"/>
              <a:pathLst>
                <a:path extrusionOk="0" h="961" w="462">
                  <a:moveTo>
                    <a:pt x="1" y="0"/>
                  </a:moveTo>
                  <a:cubicBezTo>
                    <a:pt x="51" y="0"/>
                    <a:pt x="90" y="42"/>
                    <a:pt x="90" y="91"/>
                  </a:cubicBezTo>
                  <a:lnTo>
                    <a:pt x="90" y="869"/>
                  </a:lnTo>
                  <a:cubicBezTo>
                    <a:pt x="90" y="920"/>
                    <a:pt x="50" y="960"/>
                    <a:pt x="1" y="960"/>
                  </a:cubicBezTo>
                  <a:lnTo>
                    <a:pt x="372" y="960"/>
                  </a:lnTo>
                  <a:cubicBezTo>
                    <a:pt x="422" y="960"/>
                    <a:pt x="461" y="918"/>
                    <a:pt x="461" y="869"/>
                  </a:cubicBezTo>
                  <a:lnTo>
                    <a:pt x="461" y="91"/>
                  </a:lnTo>
                  <a:cubicBezTo>
                    <a:pt x="461" y="41"/>
                    <a:pt x="419" y="0"/>
                    <a:pt x="372"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315" name="Google Shape;5315;p28"/>
            <p:cNvSpPr/>
            <p:nvPr/>
          </p:nvSpPr>
          <p:spPr>
            <a:xfrm>
              <a:off x="4819407" y="1758942"/>
              <a:ext cx="16402" cy="34014"/>
            </a:xfrm>
            <a:custGeom>
              <a:rect b="b" l="l" r="r" t="t"/>
              <a:pathLst>
                <a:path extrusionOk="0" h="958" w="462">
                  <a:moveTo>
                    <a:pt x="1" y="0"/>
                  </a:moveTo>
                  <a:cubicBezTo>
                    <a:pt x="51" y="0"/>
                    <a:pt x="90" y="39"/>
                    <a:pt x="90" y="90"/>
                  </a:cubicBezTo>
                  <a:lnTo>
                    <a:pt x="90" y="867"/>
                  </a:lnTo>
                  <a:cubicBezTo>
                    <a:pt x="90" y="917"/>
                    <a:pt x="50" y="957"/>
                    <a:pt x="1" y="957"/>
                  </a:cubicBezTo>
                  <a:lnTo>
                    <a:pt x="372" y="957"/>
                  </a:lnTo>
                  <a:cubicBezTo>
                    <a:pt x="422" y="957"/>
                    <a:pt x="461" y="917"/>
                    <a:pt x="461" y="867"/>
                  </a:cubicBezTo>
                  <a:lnTo>
                    <a:pt x="461" y="90"/>
                  </a:lnTo>
                  <a:cubicBezTo>
                    <a:pt x="461" y="42"/>
                    <a:pt x="419" y="2"/>
                    <a:pt x="372"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316" name="Google Shape;5316;p28"/>
            <p:cNvSpPr/>
            <p:nvPr/>
          </p:nvSpPr>
          <p:spPr>
            <a:xfrm>
              <a:off x="4864888" y="1689958"/>
              <a:ext cx="129584" cy="9870"/>
            </a:xfrm>
            <a:custGeom>
              <a:rect b="b" l="l" r="r" t="t"/>
              <a:pathLst>
                <a:path extrusionOk="0" h="278" w="3650">
                  <a:moveTo>
                    <a:pt x="139" y="1"/>
                  </a:moveTo>
                  <a:cubicBezTo>
                    <a:pt x="62" y="1"/>
                    <a:pt x="0" y="64"/>
                    <a:pt x="0" y="139"/>
                  </a:cubicBezTo>
                  <a:cubicBezTo>
                    <a:pt x="0" y="215"/>
                    <a:pt x="62" y="277"/>
                    <a:pt x="139" y="277"/>
                  </a:cubicBezTo>
                  <a:lnTo>
                    <a:pt x="3512" y="277"/>
                  </a:lnTo>
                  <a:cubicBezTo>
                    <a:pt x="3589" y="277"/>
                    <a:pt x="3650" y="215"/>
                    <a:pt x="3650" y="139"/>
                  </a:cubicBezTo>
                  <a:cubicBezTo>
                    <a:pt x="3650" y="61"/>
                    <a:pt x="3588" y="1"/>
                    <a:pt x="3512"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317" name="Google Shape;5317;p28"/>
            <p:cNvSpPr/>
            <p:nvPr/>
          </p:nvSpPr>
          <p:spPr>
            <a:xfrm>
              <a:off x="4864888" y="1713320"/>
              <a:ext cx="92449" cy="9906"/>
            </a:xfrm>
            <a:custGeom>
              <a:rect b="b" l="l" r="r" t="t"/>
              <a:pathLst>
                <a:path extrusionOk="0" h="279" w="2604">
                  <a:moveTo>
                    <a:pt x="139" y="0"/>
                  </a:moveTo>
                  <a:cubicBezTo>
                    <a:pt x="62" y="0"/>
                    <a:pt x="0" y="64"/>
                    <a:pt x="0" y="140"/>
                  </a:cubicBezTo>
                  <a:cubicBezTo>
                    <a:pt x="0" y="216"/>
                    <a:pt x="62" y="278"/>
                    <a:pt x="139" y="278"/>
                  </a:cubicBezTo>
                  <a:lnTo>
                    <a:pt x="2466" y="278"/>
                  </a:lnTo>
                  <a:cubicBezTo>
                    <a:pt x="2542" y="278"/>
                    <a:pt x="2604" y="215"/>
                    <a:pt x="2604" y="140"/>
                  </a:cubicBezTo>
                  <a:cubicBezTo>
                    <a:pt x="2604" y="62"/>
                    <a:pt x="2540" y="0"/>
                    <a:pt x="2466"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318" name="Google Shape;5318;p28"/>
            <p:cNvSpPr/>
            <p:nvPr/>
          </p:nvSpPr>
          <p:spPr>
            <a:xfrm>
              <a:off x="4864888" y="1759297"/>
              <a:ext cx="129691" cy="9906"/>
            </a:xfrm>
            <a:custGeom>
              <a:rect b="b" l="l" r="r" t="t"/>
              <a:pathLst>
                <a:path extrusionOk="0" h="279" w="3653">
                  <a:moveTo>
                    <a:pt x="139" y="1"/>
                  </a:moveTo>
                  <a:cubicBezTo>
                    <a:pt x="62" y="1"/>
                    <a:pt x="0" y="64"/>
                    <a:pt x="0" y="140"/>
                  </a:cubicBezTo>
                  <a:cubicBezTo>
                    <a:pt x="0" y="216"/>
                    <a:pt x="64" y="278"/>
                    <a:pt x="139" y="278"/>
                  </a:cubicBezTo>
                  <a:lnTo>
                    <a:pt x="3512" y="278"/>
                  </a:lnTo>
                  <a:cubicBezTo>
                    <a:pt x="3589" y="278"/>
                    <a:pt x="3650" y="215"/>
                    <a:pt x="3650" y="140"/>
                  </a:cubicBezTo>
                  <a:cubicBezTo>
                    <a:pt x="3653" y="64"/>
                    <a:pt x="3589" y="1"/>
                    <a:pt x="3512"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319" name="Google Shape;5319;p28"/>
            <p:cNvSpPr/>
            <p:nvPr/>
          </p:nvSpPr>
          <p:spPr>
            <a:xfrm>
              <a:off x="4864888" y="1782694"/>
              <a:ext cx="92449" cy="9835"/>
            </a:xfrm>
            <a:custGeom>
              <a:rect b="b" l="l" r="r" t="t"/>
              <a:pathLst>
                <a:path extrusionOk="0" h="277" w="2604">
                  <a:moveTo>
                    <a:pt x="139" y="1"/>
                  </a:moveTo>
                  <a:cubicBezTo>
                    <a:pt x="62" y="1"/>
                    <a:pt x="0" y="64"/>
                    <a:pt x="0" y="139"/>
                  </a:cubicBezTo>
                  <a:cubicBezTo>
                    <a:pt x="0" y="216"/>
                    <a:pt x="64" y="277"/>
                    <a:pt x="139" y="277"/>
                  </a:cubicBezTo>
                  <a:lnTo>
                    <a:pt x="2466" y="277"/>
                  </a:lnTo>
                  <a:cubicBezTo>
                    <a:pt x="2542" y="277"/>
                    <a:pt x="2604" y="214"/>
                    <a:pt x="2604" y="139"/>
                  </a:cubicBezTo>
                  <a:cubicBezTo>
                    <a:pt x="2604" y="64"/>
                    <a:pt x="2540" y="1"/>
                    <a:pt x="2466"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5320" name="Google Shape;5320;p28"/>
          <p:cNvGrpSpPr/>
          <p:nvPr/>
        </p:nvGrpSpPr>
        <p:grpSpPr>
          <a:xfrm>
            <a:off x="4085049" y="1514392"/>
            <a:ext cx="331176" cy="327064"/>
            <a:chOff x="4085049" y="1514392"/>
            <a:chExt cx="331176" cy="327064"/>
          </a:xfrm>
        </p:grpSpPr>
        <p:sp>
          <p:nvSpPr>
            <p:cNvPr id="5321" name="Google Shape;5321;p28"/>
            <p:cNvSpPr/>
            <p:nvPr/>
          </p:nvSpPr>
          <p:spPr>
            <a:xfrm>
              <a:off x="4291397" y="1514392"/>
              <a:ext cx="124827" cy="97745"/>
            </a:xfrm>
            <a:custGeom>
              <a:rect b="b" l="l" r="r" t="t"/>
              <a:pathLst>
                <a:path extrusionOk="0" h="2753" w="3516">
                  <a:moveTo>
                    <a:pt x="972" y="1"/>
                  </a:moveTo>
                  <a:cubicBezTo>
                    <a:pt x="955" y="1"/>
                    <a:pt x="937" y="2"/>
                    <a:pt x="918" y="3"/>
                  </a:cubicBezTo>
                  <a:cubicBezTo>
                    <a:pt x="632" y="20"/>
                    <a:pt x="372" y="194"/>
                    <a:pt x="242" y="450"/>
                  </a:cubicBezTo>
                  <a:cubicBezTo>
                    <a:pt x="0" y="924"/>
                    <a:pt x="167" y="1442"/>
                    <a:pt x="559" y="1771"/>
                  </a:cubicBezTo>
                  <a:cubicBezTo>
                    <a:pt x="559" y="1771"/>
                    <a:pt x="1452" y="2522"/>
                    <a:pt x="1697" y="2730"/>
                  </a:cubicBezTo>
                  <a:cubicBezTo>
                    <a:pt x="1715" y="2745"/>
                    <a:pt x="1737" y="2752"/>
                    <a:pt x="1759" y="2752"/>
                  </a:cubicBezTo>
                  <a:cubicBezTo>
                    <a:pt x="1781" y="2752"/>
                    <a:pt x="1803" y="2745"/>
                    <a:pt x="1821" y="2730"/>
                  </a:cubicBezTo>
                  <a:cubicBezTo>
                    <a:pt x="2065" y="2522"/>
                    <a:pt x="2959" y="1771"/>
                    <a:pt x="2959" y="1771"/>
                  </a:cubicBezTo>
                  <a:cubicBezTo>
                    <a:pt x="3348" y="1442"/>
                    <a:pt x="3516" y="924"/>
                    <a:pt x="3274" y="450"/>
                  </a:cubicBezTo>
                  <a:cubicBezTo>
                    <a:pt x="3145" y="196"/>
                    <a:pt x="2884" y="20"/>
                    <a:pt x="2598" y="3"/>
                  </a:cubicBezTo>
                  <a:cubicBezTo>
                    <a:pt x="2580" y="2"/>
                    <a:pt x="2562" y="1"/>
                    <a:pt x="2544" y="1"/>
                  </a:cubicBezTo>
                  <a:cubicBezTo>
                    <a:pt x="2169" y="1"/>
                    <a:pt x="1852" y="257"/>
                    <a:pt x="1757" y="601"/>
                  </a:cubicBezTo>
                  <a:cubicBezTo>
                    <a:pt x="1664" y="257"/>
                    <a:pt x="1348" y="1"/>
                    <a:pt x="972" y="1"/>
                  </a:cubicBezTo>
                  <a:close/>
                </a:path>
              </a:pathLst>
            </a:custGeom>
            <a:solidFill>
              <a:schemeClr val="l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322" name="Google Shape;5322;p28"/>
            <p:cNvSpPr/>
            <p:nvPr/>
          </p:nvSpPr>
          <p:spPr>
            <a:xfrm>
              <a:off x="4342167" y="1516309"/>
              <a:ext cx="74058" cy="95757"/>
            </a:xfrm>
            <a:custGeom>
              <a:rect b="b" l="l" r="r" t="t"/>
              <a:pathLst>
                <a:path extrusionOk="0" h="2697" w="2086">
                  <a:moveTo>
                    <a:pt x="1411" y="1"/>
                  </a:moveTo>
                  <a:cubicBezTo>
                    <a:pt x="1448" y="45"/>
                    <a:pt x="1482" y="95"/>
                    <a:pt x="1507" y="150"/>
                  </a:cubicBezTo>
                  <a:cubicBezTo>
                    <a:pt x="1749" y="624"/>
                    <a:pt x="1582" y="1143"/>
                    <a:pt x="1191" y="1470"/>
                  </a:cubicBezTo>
                  <a:cubicBezTo>
                    <a:pt x="1191" y="1470"/>
                    <a:pt x="297" y="2222"/>
                    <a:pt x="53" y="2430"/>
                  </a:cubicBezTo>
                  <a:cubicBezTo>
                    <a:pt x="37" y="2441"/>
                    <a:pt x="18" y="2448"/>
                    <a:pt x="1" y="2451"/>
                  </a:cubicBezTo>
                  <a:cubicBezTo>
                    <a:pt x="112" y="2545"/>
                    <a:pt x="205" y="2625"/>
                    <a:pt x="266" y="2674"/>
                  </a:cubicBezTo>
                  <a:cubicBezTo>
                    <a:pt x="284" y="2689"/>
                    <a:pt x="305" y="2697"/>
                    <a:pt x="327" y="2697"/>
                  </a:cubicBezTo>
                  <a:cubicBezTo>
                    <a:pt x="349" y="2697"/>
                    <a:pt x="371" y="2689"/>
                    <a:pt x="389" y="2674"/>
                  </a:cubicBezTo>
                  <a:cubicBezTo>
                    <a:pt x="634" y="2467"/>
                    <a:pt x="1528" y="1714"/>
                    <a:pt x="1528" y="1714"/>
                  </a:cubicBezTo>
                  <a:cubicBezTo>
                    <a:pt x="1918" y="1388"/>
                    <a:pt x="2086" y="870"/>
                    <a:pt x="1844" y="395"/>
                  </a:cubicBezTo>
                  <a:cubicBezTo>
                    <a:pt x="1752" y="215"/>
                    <a:pt x="1597" y="74"/>
                    <a:pt x="1411"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323" name="Google Shape;5323;p28"/>
            <p:cNvSpPr/>
            <p:nvPr/>
          </p:nvSpPr>
          <p:spPr>
            <a:xfrm>
              <a:off x="4152684" y="1573790"/>
              <a:ext cx="129939" cy="76868"/>
            </a:xfrm>
            <a:custGeom>
              <a:rect b="b" l="l" r="r" t="t"/>
              <a:pathLst>
                <a:path extrusionOk="0" h="2165" w="3660">
                  <a:moveTo>
                    <a:pt x="1829" y="0"/>
                  </a:moveTo>
                  <a:cubicBezTo>
                    <a:pt x="821" y="0"/>
                    <a:pt x="0" y="821"/>
                    <a:pt x="0" y="1829"/>
                  </a:cubicBezTo>
                  <a:lnTo>
                    <a:pt x="0" y="1841"/>
                  </a:lnTo>
                  <a:cubicBezTo>
                    <a:pt x="0" y="2021"/>
                    <a:pt x="146" y="2165"/>
                    <a:pt x="324" y="2165"/>
                  </a:cubicBezTo>
                  <a:cubicBezTo>
                    <a:pt x="504" y="2165"/>
                    <a:pt x="648" y="2019"/>
                    <a:pt x="648" y="1841"/>
                  </a:cubicBezTo>
                  <a:lnTo>
                    <a:pt x="648" y="1829"/>
                  </a:lnTo>
                  <a:cubicBezTo>
                    <a:pt x="648" y="1179"/>
                    <a:pt x="1179" y="648"/>
                    <a:pt x="1829" y="648"/>
                  </a:cubicBezTo>
                  <a:cubicBezTo>
                    <a:pt x="2481" y="648"/>
                    <a:pt x="3012" y="1179"/>
                    <a:pt x="3012" y="1829"/>
                  </a:cubicBezTo>
                  <a:lnTo>
                    <a:pt x="3012" y="1841"/>
                  </a:lnTo>
                  <a:cubicBezTo>
                    <a:pt x="3012" y="2021"/>
                    <a:pt x="3158" y="2165"/>
                    <a:pt x="3336" y="2165"/>
                  </a:cubicBezTo>
                  <a:cubicBezTo>
                    <a:pt x="3513" y="2165"/>
                    <a:pt x="3657" y="2021"/>
                    <a:pt x="3660" y="1841"/>
                  </a:cubicBezTo>
                  <a:lnTo>
                    <a:pt x="3660" y="1829"/>
                  </a:lnTo>
                  <a:cubicBezTo>
                    <a:pt x="3660" y="821"/>
                    <a:pt x="2840" y="0"/>
                    <a:pt x="1829" y="0"/>
                  </a:cubicBezTo>
                  <a:close/>
                </a:path>
              </a:pathLst>
            </a:cu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324" name="Google Shape;5324;p28"/>
            <p:cNvSpPr/>
            <p:nvPr/>
          </p:nvSpPr>
          <p:spPr>
            <a:xfrm>
              <a:off x="4157228" y="1596761"/>
              <a:ext cx="53467" cy="53897"/>
            </a:xfrm>
            <a:custGeom>
              <a:rect b="b" l="l" r="r" t="t"/>
              <a:pathLst>
                <a:path extrusionOk="0" h="1518" w="1506">
                  <a:moveTo>
                    <a:pt x="1311" y="1"/>
                  </a:moveTo>
                  <a:cubicBezTo>
                    <a:pt x="661" y="1"/>
                    <a:pt x="130" y="532"/>
                    <a:pt x="129" y="1185"/>
                  </a:cubicBezTo>
                  <a:lnTo>
                    <a:pt x="129" y="1195"/>
                  </a:lnTo>
                  <a:cubicBezTo>
                    <a:pt x="129" y="1300"/>
                    <a:pt x="78" y="1394"/>
                    <a:pt x="0" y="1453"/>
                  </a:cubicBezTo>
                  <a:cubicBezTo>
                    <a:pt x="54" y="1492"/>
                    <a:pt x="121" y="1518"/>
                    <a:pt x="195" y="1518"/>
                  </a:cubicBezTo>
                  <a:cubicBezTo>
                    <a:pt x="375" y="1518"/>
                    <a:pt x="518" y="1372"/>
                    <a:pt x="518" y="1194"/>
                  </a:cubicBezTo>
                  <a:lnTo>
                    <a:pt x="518" y="1182"/>
                  </a:lnTo>
                  <a:cubicBezTo>
                    <a:pt x="518" y="598"/>
                    <a:pt x="946" y="110"/>
                    <a:pt x="1506" y="17"/>
                  </a:cubicBezTo>
                  <a:cubicBezTo>
                    <a:pt x="1442" y="7"/>
                    <a:pt x="1378" y="1"/>
                    <a:pt x="1311"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325" name="Google Shape;5325;p28"/>
            <p:cNvSpPr/>
            <p:nvPr/>
          </p:nvSpPr>
          <p:spPr>
            <a:xfrm>
              <a:off x="4210661" y="1573825"/>
              <a:ext cx="71857" cy="76833"/>
            </a:xfrm>
            <a:custGeom>
              <a:rect b="b" l="l" r="r" t="t"/>
              <a:pathLst>
                <a:path extrusionOk="0" h="2164" w="2024">
                  <a:moveTo>
                    <a:pt x="195" y="1"/>
                  </a:moveTo>
                  <a:cubicBezTo>
                    <a:pt x="130" y="1"/>
                    <a:pt x="65" y="5"/>
                    <a:pt x="1" y="12"/>
                  </a:cubicBezTo>
                  <a:cubicBezTo>
                    <a:pt x="919" y="109"/>
                    <a:pt x="1634" y="889"/>
                    <a:pt x="1634" y="1831"/>
                  </a:cubicBezTo>
                  <a:lnTo>
                    <a:pt x="1634" y="1841"/>
                  </a:lnTo>
                  <a:cubicBezTo>
                    <a:pt x="1634" y="1946"/>
                    <a:pt x="1584" y="2040"/>
                    <a:pt x="1506" y="2099"/>
                  </a:cubicBezTo>
                  <a:cubicBezTo>
                    <a:pt x="1561" y="2138"/>
                    <a:pt x="1627" y="2164"/>
                    <a:pt x="1700" y="2164"/>
                  </a:cubicBezTo>
                  <a:cubicBezTo>
                    <a:pt x="1880" y="2164"/>
                    <a:pt x="2024" y="2018"/>
                    <a:pt x="2024" y="1840"/>
                  </a:cubicBezTo>
                  <a:lnTo>
                    <a:pt x="2024" y="1828"/>
                  </a:lnTo>
                  <a:cubicBezTo>
                    <a:pt x="2024" y="821"/>
                    <a:pt x="1204" y="1"/>
                    <a:pt x="195"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326" name="Google Shape;5326;p28"/>
            <p:cNvSpPr/>
            <p:nvPr/>
          </p:nvSpPr>
          <p:spPr>
            <a:xfrm>
              <a:off x="4085049" y="1634075"/>
              <a:ext cx="265133" cy="207278"/>
            </a:xfrm>
            <a:custGeom>
              <a:rect b="b" l="l" r="r" t="t"/>
              <a:pathLst>
                <a:path extrusionOk="0" h="5838" w="7468">
                  <a:moveTo>
                    <a:pt x="350" y="0"/>
                  </a:moveTo>
                  <a:cubicBezTo>
                    <a:pt x="157" y="0"/>
                    <a:pt x="0" y="157"/>
                    <a:pt x="0" y="350"/>
                  </a:cubicBezTo>
                  <a:lnTo>
                    <a:pt x="0" y="5489"/>
                  </a:lnTo>
                  <a:cubicBezTo>
                    <a:pt x="0" y="5682"/>
                    <a:pt x="157" y="5837"/>
                    <a:pt x="350" y="5837"/>
                  </a:cubicBezTo>
                  <a:lnTo>
                    <a:pt x="7119" y="5837"/>
                  </a:lnTo>
                  <a:cubicBezTo>
                    <a:pt x="7310" y="5837"/>
                    <a:pt x="7467" y="5682"/>
                    <a:pt x="7467" y="5489"/>
                  </a:cubicBezTo>
                  <a:lnTo>
                    <a:pt x="7467" y="350"/>
                  </a:lnTo>
                  <a:cubicBezTo>
                    <a:pt x="7467" y="157"/>
                    <a:pt x="7310" y="0"/>
                    <a:pt x="7119" y="0"/>
                  </a:cubicBezTo>
                  <a:close/>
                </a:path>
              </a:pathLst>
            </a:cu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327" name="Google Shape;5327;p28"/>
            <p:cNvSpPr/>
            <p:nvPr/>
          </p:nvSpPr>
          <p:spPr>
            <a:xfrm>
              <a:off x="4324593" y="1634075"/>
              <a:ext cx="25597" cy="207278"/>
            </a:xfrm>
            <a:custGeom>
              <a:rect b="b" l="l" r="r" t="t"/>
              <a:pathLst>
                <a:path extrusionOk="0" h="5838" w="721">
                  <a:moveTo>
                    <a:pt x="1" y="0"/>
                  </a:moveTo>
                  <a:cubicBezTo>
                    <a:pt x="194" y="0"/>
                    <a:pt x="350" y="157"/>
                    <a:pt x="350" y="350"/>
                  </a:cubicBezTo>
                  <a:lnTo>
                    <a:pt x="350" y="5489"/>
                  </a:lnTo>
                  <a:cubicBezTo>
                    <a:pt x="350" y="5682"/>
                    <a:pt x="194" y="5837"/>
                    <a:pt x="1" y="5837"/>
                  </a:cubicBezTo>
                  <a:lnTo>
                    <a:pt x="372" y="5837"/>
                  </a:lnTo>
                  <a:cubicBezTo>
                    <a:pt x="563" y="5837"/>
                    <a:pt x="720" y="5682"/>
                    <a:pt x="720" y="5489"/>
                  </a:cubicBezTo>
                  <a:lnTo>
                    <a:pt x="720" y="350"/>
                  </a:lnTo>
                  <a:cubicBezTo>
                    <a:pt x="720" y="157"/>
                    <a:pt x="563" y="0"/>
                    <a:pt x="372"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328" name="Google Shape;5328;p28"/>
            <p:cNvSpPr/>
            <p:nvPr/>
          </p:nvSpPr>
          <p:spPr>
            <a:xfrm>
              <a:off x="4085120" y="1634075"/>
              <a:ext cx="265204" cy="100657"/>
            </a:xfrm>
            <a:custGeom>
              <a:rect b="b" l="l" r="r" t="t"/>
              <a:pathLst>
                <a:path extrusionOk="0" h="2835" w="7470">
                  <a:moveTo>
                    <a:pt x="349" y="0"/>
                  </a:moveTo>
                  <a:cubicBezTo>
                    <a:pt x="156" y="0"/>
                    <a:pt x="1" y="157"/>
                    <a:pt x="1" y="350"/>
                  </a:cubicBezTo>
                  <a:lnTo>
                    <a:pt x="1" y="2307"/>
                  </a:lnTo>
                  <a:cubicBezTo>
                    <a:pt x="1" y="2307"/>
                    <a:pt x="981" y="2525"/>
                    <a:pt x="2298" y="2726"/>
                  </a:cubicBezTo>
                  <a:cubicBezTo>
                    <a:pt x="2773" y="2799"/>
                    <a:pt x="3254" y="2835"/>
                    <a:pt x="3734" y="2835"/>
                  </a:cubicBezTo>
                  <a:cubicBezTo>
                    <a:pt x="4214" y="2835"/>
                    <a:pt x="4695" y="2799"/>
                    <a:pt x="5171" y="2726"/>
                  </a:cubicBezTo>
                  <a:cubicBezTo>
                    <a:pt x="6488" y="2525"/>
                    <a:pt x="7470" y="2307"/>
                    <a:pt x="7470" y="2307"/>
                  </a:cubicBezTo>
                  <a:lnTo>
                    <a:pt x="7470" y="350"/>
                  </a:lnTo>
                  <a:cubicBezTo>
                    <a:pt x="7470" y="157"/>
                    <a:pt x="7313" y="0"/>
                    <a:pt x="7120" y="0"/>
                  </a:cubicBezTo>
                  <a:close/>
                </a:path>
              </a:pathLst>
            </a:cu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329" name="Google Shape;5329;p28"/>
            <p:cNvSpPr/>
            <p:nvPr/>
          </p:nvSpPr>
          <p:spPr>
            <a:xfrm>
              <a:off x="4324593" y="1634040"/>
              <a:ext cx="25597" cy="84679"/>
            </a:xfrm>
            <a:custGeom>
              <a:rect b="b" l="l" r="r" t="t"/>
              <a:pathLst>
                <a:path extrusionOk="0" h="2385" w="721">
                  <a:moveTo>
                    <a:pt x="1" y="0"/>
                  </a:moveTo>
                  <a:cubicBezTo>
                    <a:pt x="194" y="0"/>
                    <a:pt x="350" y="157"/>
                    <a:pt x="350" y="348"/>
                  </a:cubicBezTo>
                  <a:lnTo>
                    <a:pt x="350" y="2384"/>
                  </a:lnTo>
                  <a:cubicBezTo>
                    <a:pt x="585" y="2338"/>
                    <a:pt x="720" y="2308"/>
                    <a:pt x="720" y="2308"/>
                  </a:cubicBezTo>
                  <a:lnTo>
                    <a:pt x="720" y="351"/>
                  </a:lnTo>
                  <a:cubicBezTo>
                    <a:pt x="720" y="158"/>
                    <a:pt x="563" y="1"/>
                    <a:pt x="372"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330" name="Google Shape;5330;p28"/>
            <p:cNvSpPr/>
            <p:nvPr/>
          </p:nvSpPr>
          <p:spPr>
            <a:xfrm>
              <a:off x="4131630" y="1705651"/>
              <a:ext cx="30284" cy="43210"/>
            </a:xfrm>
            <a:custGeom>
              <a:rect b="b" l="l" r="r" t="t"/>
              <a:pathLst>
                <a:path extrusionOk="0" h="1217" w="853">
                  <a:moveTo>
                    <a:pt x="307" y="1"/>
                  </a:moveTo>
                  <a:cubicBezTo>
                    <a:pt x="137" y="1"/>
                    <a:pt x="0" y="140"/>
                    <a:pt x="0" y="308"/>
                  </a:cubicBezTo>
                  <a:lnTo>
                    <a:pt x="0" y="910"/>
                  </a:lnTo>
                  <a:cubicBezTo>
                    <a:pt x="0" y="1080"/>
                    <a:pt x="139" y="1217"/>
                    <a:pt x="307" y="1217"/>
                  </a:cubicBezTo>
                  <a:lnTo>
                    <a:pt x="544" y="1217"/>
                  </a:lnTo>
                  <a:cubicBezTo>
                    <a:pt x="716" y="1217"/>
                    <a:pt x="852" y="1078"/>
                    <a:pt x="852" y="910"/>
                  </a:cubicBezTo>
                  <a:lnTo>
                    <a:pt x="852" y="308"/>
                  </a:lnTo>
                  <a:cubicBezTo>
                    <a:pt x="852" y="137"/>
                    <a:pt x="714" y="1"/>
                    <a:pt x="544" y="1"/>
                  </a:cubicBezTo>
                  <a:close/>
                </a:path>
              </a:pathLst>
            </a:cu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331" name="Google Shape;5331;p28"/>
            <p:cNvSpPr/>
            <p:nvPr/>
          </p:nvSpPr>
          <p:spPr>
            <a:xfrm>
              <a:off x="4273290" y="1705651"/>
              <a:ext cx="30355" cy="43210"/>
            </a:xfrm>
            <a:custGeom>
              <a:rect b="b" l="l" r="r" t="t"/>
              <a:pathLst>
                <a:path extrusionOk="0" h="1217" w="855">
                  <a:moveTo>
                    <a:pt x="309" y="1"/>
                  </a:moveTo>
                  <a:cubicBezTo>
                    <a:pt x="138" y="1"/>
                    <a:pt x="1" y="140"/>
                    <a:pt x="1" y="308"/>
                  </a:cubicBezTo>
                  <a:lnTo>
                    <a:pt x="1" y="910"/>
                  </a:lnTo>
                  <a:cubicBezTo>
                    <a:pt x="1" y="1080"/>
                    <a:pt x="141" y="1217"/>
                    <a:pt x="309" y="1217"/>
                  </a:cubicBezTo>
                  <a:lnTo>
                    <a:pt x="546" y="1217"/>
                  </a:lnTo>
                  <a:cubicBezTo>
                    <a:pt x="718" y="1217"/>
                    <a:pt x="854" y="1078"/>
                    <a:pt x="854" y="910"/>
                  </a:cubicBezTo>
                  <a:lnTo>
                    <a:pt x="854" y="308"/>
                  </a:lnTo>
                  <a:cubicBezTo>
                    <a:pt x="854" y="137"/>
                    <a:pt x="716" y="1"/>
                    <a:pt x="546" y="1"/>
                  </a:cubicBezTo>
                  <a:close/>
                </a:path>
              </a:pathLst>
            </a:cu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332" name="Google Shape;5332;p28"/>
            <p:cNvSpPr/>
            <p:nvPr/>
          </p:nvSpPr>
          <p:spPr>
            <a:xfrm>
              <a:off x="4140151" y="1705651"/>
              <a:ext cx="21763" cy="43210"/>
            </a:xfrm>
            <a:custGeom>
              <a:rect b="b" l="l" r="r" t="t"/>
              <a:pathLst>
                <a:path extrusionOk="0" h="1217" w="613">
                  <a:moveTo>
                    <a:pt x="67" y="1"/>
                  </a:moveTo>
                  <a:cubicBezTo>
                    <a:pt x="44" y="1"/>
                    <a:pt x="22" y="3"/>
                    <a:pt x="1" y="8"/>
                  </a:cubicBezTo>
                  <a:cubicBezTo>
                    <a:pt x="139" y="39"/>
                    <a:pt x="243" y="162"/>
                    <a:pt x="243" y="308"/>
                  </a:cubicBezTo>
                  <a:lnTo>
                    <a:pt x="243" y="910"/>
                  </a:lnTo>
                  <a:cubicBezTo>
                    <a:pt x="243" y="1057"/>
                    <a:pt x="139" y="1179"/>
                    <a:pt x="1" y="1209"/>
                  </a:cubicBezTo>
                  <a:cubicBezTo>
                    <a:pt x="22" y="1215"/>
                    <a:pt x="44" y="1217"/>
                    <a:pt x="67" y="1217"/>
                  </a:cubicBezTo>
                  <a:lnTo>
                    <a:pt x="304" y="1217"/>
                  </a:lnTo>
                  <a:cubicBezTo>
                    <a:pt x="476" y="1217"/>
                    <a:pt x="612" y="1078"/>
                    <a:pt x="612" y="910"/>
                  </a:cubicBezTo>
                  <a:lnTo>
                    <a:pt x="612" y="308"/>
                  </a:lnTo>
                  <a:cubicBezTo>
                    <a:pt x="612" y="137"/>
                    <a:pt x="476" y="1"/>
                    <a:pt x="304"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333" name="Google Shape;5333;p28"/>
            <p:cNvSpPr/>
            <p:nvPr/>
          </p:nvSpPr>
          <p:spPr>
            <a:xfrm>
              <a:off x="4281882" y="1705651"/>
              <a:ext cx="21763" cy="43210"/>
            </a:xfrm>
            <a:custGeom>
              <a:rect b="b" l="l" r="r" t="t"/>
              <a:pathLst>
                <a:path extrusionOk="0" h="1217" w="613">
                  <a:moveTo>
                    <a:pt x="67" y="1"/>
                  </a:moveTo>
                  <a:cubicBezTo>
                    <a:pt x="44" y="1"/>
                    <a:pt x="22" y="3"/>
                    <a:pt x="1" y="8"/>
                  </a:cubicBezTo>
                  <a:cubicBezTo>
                    <a:pt x="139" y="39"/>
                    <a:pt x="241" y="162"/>
                    <a:pt x="241" y="308"/>
                  </a:cubicBezTo>
                  <a:lnTo>
                    <a:pt x="241" y="910"/>
                  </a:lnTo>
                  <a:cubicBezTo>
                    <a:pt x="241" y="1057"/>
                    <a:pt x="139" y="1179"/>
                    <a:pt x="1" y="1209"/>
                  </a:cubicBezTo>
                  <a:cubicBezTo>
                    <a:pt x="22" y="1215"/>
                    <a:pt x="44" y="1217"/>
                    <a:pt x="67" y="1217"/>
                  </a:cubicBezTo>
                  <a:lnTo>
                    <a:pt x="304" y="1217"/>
                  </a:lnTo>
                  <a:cubicBezTo>
                    <a:pt x="476" y="1217"/>
                    <a:pt x="612" y="1078"/>
                    <a:pt x="612" y="910"/>
                  </a:cubicBezTo>
                  <a:lnTo>
                    <a:pt x="612" y="308"/>
                  </a:lnTo>
                  <a:cubicBezTo>
                    <a:pt x="612" y="137"/>
                    <a:pt x="476" y="1"/>
                    <a:pt x="304"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334" name="Google Shape;5334;p28"/>
            <p:cNvSpPr/>
            <p:nvPr/>
          </p:nvSpPr>
          <p:spPr>
            <a:xfrm>
              <a:off x="4093357" y="1539067"/>
              <a:ext cx="61597" cy="48216"/>
            </a:xfrm>
            <a:custGeom>
              <a:rect b="b" l="l" r="r" t="t"/>
              <a:pathLst>
                <a:path extrusionOk="0" h="1358" w="1735">
                  <a:moveTo>
                    <a:pt x="478" y="1"/>
                  </a:moveTo>
                  <a:cubicBezTo>
                    <a:pt x="470" y="1"/>
                    <a:pt x="462" y="1"/>
                    <a:pt x="454" y="1"/>
                  </a:cubicBezTo>
                  <a:cubicBezTo>
                    <a:pt x="311" y="11"/>
                    <a:pt x="183" y="98"/>
                    <a:pt x="119" y="223"/>
                  </a:cubicBezTo>
                  <a:cubicBezTo>
                    <a:pt x="1" y="457"/>
                    <a:pt x="83" y="712"/>
                    <a:pt x="276" y="875"/>
                  </a:cubicBezTo>
                  <a:cubicBezTo>
                    <a:pt x="276" y="875"/>
                    <a:pt x="716" y="1245"/>
                    <a:pt x="837" y="1347"/>
                  </a:cubicBezTo>
                  <a:cubicBezTo>
                    <a:pt x="845" y="1354"/>
                    <a:pt x="856" y="1358"/>
                    <a:pt x="867" y="1358"/>
                  </a:cubicBezTo>
                  <a:cubicBezTo>
                    <a:pt x="878" y="1358"/>
                    <a:pt x="889" y="1354"/>
                    <a:pt x="897" y="1347"/>
                  </a:cubicBezTo>
                  <a:cubicBezTo>
                    <a:pt x="1018" y="1245"/>
                    <a:pt x="1458" y="875"/>
                    <a:pt x="1458" y="875"/>
                  </a:cubicBezTo>
                  <a:cubicBezTo>
                    <a:pt x="1651" y="712"/>
                    <a:pt x="1735" y="457"/>
                    <a:pt x="1615" y="223"/>
                  </a:cubicBezTo>
                  <a:cubicBezTo>
                    <a:pt x="1550" y="98"/>
                    <a:pt x="1424" y="11"/>
                    <a:pt x="1281" y="1"/>
                  </a:cubicBezTo>
                  <a:cubicBezTo>
                    <a:pt x="1273" y="1"/>
                    <a:pt x="1265" y="1"/>
                    <a:pt x="1257" y="1"/>
                  </a:cubicBezTo>
                  <a:cubicBezTo>
                    <a:pt x="1072" y="1"/>
                    <a:pt x="914" y="127"/>
                    <a:pt x="867" y="296"/>
                  </a:cubicBezTo>
                  <a:cubicBezTo>
                    <a:pt x="821" y="127"/>
                    <a:pt x="664" y="1"/>
                    <a:pt x="478" y="1"/>
                  </a:cubicBezTo>
                  <a:close/>
                </a:path>
              </a:pathLst>
            </a:cu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335" name="Google Shape;5335;p28"/>
            <p:cNvSpPr/>
            <p:nvPr/>
          </p:nvSpPr>
          <p:spPr>
            <a:xfrm>
              <a:off x="4115192" y="1539103"/>
              <a:ext cx="39763" cy="48180"/>
            </a:xfrm>
            <a:custGeom>
              <a:rect b="b" l="l" r="r" t="t"/>
              <a:pathLst>
                <a:path extrusionOk="0" h="1357" w="1120">
                  <a:moveTo>
                    <a:pt x="675" y="0"/>
                  </a:moveTo>
                  <a:lnTo>
                    <a:pt x="675" y="0"/>
                  </a:lnTo>
                  <a:cubicBezTo>
                    <a:pt x="687" y="15"/>
                    <a:pt x="695" y="32"/>
                    <a:pt x="704" y="48"/>
                  </a:cubicBezTo>
                  <a:cubicBezTo>
                    <a:pt x="823" y="281"/>
                    <a:pt x="740" y="537"/>
                    <a:pt x="547" y="698"/>
                  </a:cubicBezTo>
                  <a:cubicBezTo>
                    <a:pt x="547" y="698"/>
                    <a:pt x="140" y="1042"/>
                    <a:pt x="0" y="1159"/>
                  </a:cubicBezTo>
                  <a:cubicBezTo>
                    <a:pt x="92" y="1236"/>
                    <a:pt x="179" y="1308"/>
                    <a:pt x="222" y="1346"/>
                  </a:cubicBezTo>
                  <a:cubicBezTo>
                    <a:pt x="231" y="1353"/>
                    <a:pt x="242" y="1357"/>
                    <a:pt x="253" y="1357"/>
                  </a:cubicBezTo>
                  <a:cubicBezTo>
                    <a:pt x="263" y="1357"/>
                    <a:pt x="274" y="1353"/>
                    <a:pt x="284" y="1346"/>
                  </a:cubicBezTo>
                  <a:cubicBezTo>
                    <a:pt x="403" y="1244"/>
                    <a:pt x="845" y="874"/>
                    <a:pt x="845" y="874"/>
                  </a:cubicBezTo>
                  <a:cubicBezTo>
                    <a:pt x="1036" y="711"/>
                    <a:pt x="1120" y="456"/>
                    <a:pt x="1002" y="222"/>
                  </a:cubicBezTo>
                  <a:cubicBezTo>
                    <a:pt x="940" y="98"/>
                    <a:pt x="813" y="12"/>
                    <a:pt x="675"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336" name="Google Shape;5336;p28"/>
            <p:cNvSpPr/>
            <p:nvPr/>
          </p:nvSpPr>
          <p:spPr>
            <a:xfrm>
              <a:off x="4311066" y="1652892"/>
              <a:ext cx="55100" cy="43139"/>
            </a:xfrm>
            <a:custGeom>
              <a:rect b="b" l="l" r="r" t="t"/>
              <a:pathLst>
                <a:path extrusionOk="0" h="1215" w="1552">
                  <a:moveTo>
                    <a:pt x="429" y="1"/>
                  </a:moveTo>
                  <a:cubicBezTo>
                    <a:pt x="421" y="1"/>
                    <a:pt x="413" y="1"/>
                    <a:pt x="405" y="1"/>
                  </a:cubicBezTo>
                  <a:cubicBezTo>
                    <a:pt x="280" y="9"/>
                    <a:pt x="164" y="86"/>
                    <a:pt x="107" y="199"/>
                  </a:cubicBezTo>
                  <a:cubicBezTo>
                    <a:pt x="0" y="407"/>
                    <a:pt x="74" y="636"/>
                    <a:pt x="246" y="781"/>
                  </a:cubicBezTo>
                  <a:cubicBezTo>
                    <a:pt x="246" y="781"/>
                    <a:pt x="641" y="1115"/>
                    <a:pt x="749" y="1204"/>
                  </a:cubicBezTo>
                  <a:cubicBezTo>
                    <a:pt x="757" y="1211"/>
                    <a:pt x="766" y="1214"/>
                    <a:pt x="776" y="1214"/>
                  </a:cubicBezTo>
                  <a:cubicBezTo>
                    <a:pt x="785" y="1214"/>
                    <a:pt x="795" y="1211"/>
                    <a:pt x="802" y="1204"/>
                  </a:cubicBezTo>
                  <a:cubicBezTo>
                    <a:pt x="910" y="1112"/>
                    <a:pt x="1304" y="781"/>
                    <a:pt x="1304" y="781"/>
                  </a:cubicBezTo>
                  <a:cubicBezTo>
                    <a:pt x="1477" y="638"/>
                    <a:pt x="1552" y="410"/>
                    <a:pt x="1445" y="199"/>
                  </a:cubicBezTo>
                  <a:cubicBezTo>
                    <a:pt x="1388" y="86"/>
                    <a:pt x="1272" y="9"/>
                    <a:pt x="1146" y="1"/>
                  </a:cubicBezTo>
                  <a:cubicBezTo>
                    <a:pt x="1138" y="1"/>
                    <a:pt x="1130" y="1"/>
                    <a:pt x="1122" y="1"/>
                  </a:cubicBezTo>
                  <a:cubicBezTo>
                    <a:pt x="957" y="1"/>
                    <a:pt x="817" y="113"/>
                    <a:pt x="776" y="266"/>
                  </a:cubicBezTo>
                  <a:cubicBezTo>
                    <a:pt x="735" y="113"/>
                    <a:pt x="595" y="1"/>
                    <a:pt x="429" y="1"/>
                  </a:cubicBez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337" name="Google Shape;5337;p28"/>
            <p:cNvSpPr/>
            <p:nvPr/>
          </p:nvSpPr>
          <p:spPr>
            <a:xfrm>
              <a:off x="4328676" y="1652928"/>
              <a:ext cx="37491" cy="43103"/>
            </a:xfrm>
            <a:custGeom>
              <a:rect b="b" l="l" r="r" t="t"/>
              <a:pathLst>
                <a:path extrusionOk="0" h="1214" w="1056">
                  <a:moveTo>
                    <a:pt x="628" y="1"/>
                  </a:moveTo>
                  <a:cubicBezTo>
                    <a:pt x="620" y="1"/>
                    <a:pt x="612" y="1"/>
                    <a:pt x="605" y="2"/>
                  </a:cubicBezTo>
                  <a:cubicBezTo>
                    <a:pt x="607" y="6"/>
                    <a:pt x="611" y="11"/>
                    <a:pt x="612" y="15"/>
                  </a:cubicBezTo>
                  <a:cubicBezTo>
                    <a:pt x="719" y="224"/>
                    <a:pt x="646" y="454"/>
                    <a:pt x="473" y="598"/>
                  </a:cubicBezTo>
                  <a:cubicBezTo>
                    <a:pt x="473" y="598"/>
                    <a:pt x="139" y="878"/>
                    <a:pt x="1" y="993"/>
                  </a:cubicBezTo>
                  <a:cubicBezTo>
                    <a:pt x="102" y="1078"/>
                    <a:pt x="204" y="1165"/>
                    <a:pt x="253" y="1203"/>
                  </a:cubicBezTo>
                  <a:cubicBezTo>
                    <a:pt x="260" y="1210"/>
                    <a:pt x="269" y="1213"/>
                    <a:pt x="279" y="1213"/>
                  </a:cubicBezTo>
                  <a:cubicBezTo>
                    <a:pt x="289" y="1213"/>
                    <a:pt x="299" y="1210"/>
                    <a:pt x="307" y="1203"/>
                  </a:cubicBezTo>
                  <a:cubicBezTo>
                    <a:pt x="415" y="1114"/>
                    <a:pt x="808" y="780"/>
                    <a:pt x="808" y="780"/>
                  </a:cubicBezTo>
                  <a:cubicBezTo>
                    <a:pt x="981" y="637"/>
                    <a:pt x="1056" y="409"/>
                    <a:pt x="949" y="200"/>
                  </a:cubicBezTo>
                  <a:cubicBezTo>
                    <a:pt x="892" y="87"/>
                    <a:pt x="776" y="9"/>
                    <a:pt x="650" y="2"/>
                  </a:cubicBezTo>
                  <a:cubicBezTo>
                    <a:pt x="643" y="1"/>
                    <a:pt x="635" y="1"/>
                    <a:pt x="628"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338" name="Google Shape;5338;p28"/>
            <p:cNvSpPr/>
            <p:nvPr/>
          </p:nvSpPr>
          <p:spPr>
            <a:xfrm>
              <a:off x="4309433" y="1739202"/>
              <a:ext cx="102212" cy="102254"/>
            </a:xfrm>
            <a:custGeom>
              <a:rect b="b" l="l" r="r" t="t"/>
              <a:pathLst>
                <a:path extrusionOk="0" h="2880" w="2879">
                  <a:moveTo>
                    <a:pt x="1439" y="1"/>
                  </a:moveTo>
                  <a:cubicBezTo>
                    <a:pt x="644" y="1"/>
                    <a:pt x="0" y="644"/>
                    <a:pt x="0" y="1440"/>
                  </a:cubicBezTo>
                  <a:cubicBezTo>
                    <a:pt x="0" y="2234"/>
                    <a:pt x="644" y="2879"/>
                    <a:pt x="1439" y="2879"/>
                  </a:cubicBezTo>
                  <a:cubicBezTo>
                    <a:pt x="2234" y="2879"/>
                    <a:pt x="2878" y="2234"/>
                    <a:pt x="2878" y="1440"/>
                  </a:cubicBezTo>
                  <a:cubicBezTo>
                    <a:pt x="2878" y="644"/>
                    <a:pt x="2234" y="1"/>
                    <a:pt x="1439" y="1"/>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339" name="Google Shape;5339;p28"/>
            <p:cNvSpPr/>
            <p:nvPr/>
          </p:nvSpPr>
          <p:spPr>
            <a:xfrm>
              <a:off x="4331125" y="1741687"/>
              <a:ext cx="80520" cy="99769"/>
            </a:xfrm>
            <a:custGeom>
              <a:rect b="b" l="l" r="r" t="t"/>
              <a:pathLst>
                <a:path extrusionOk="0" h="2810" w="2268">
                  <a:moveTo>
                    <a:pt x="1272" y="0"/>
                  </a:moveTo>
                  <a:lnTo>
                    <a:pt x="1272" y="0"/>
                  </a:lnTo>
                  <a:cubicBezTo>
                    <a:pt x="1641" y="262"/>
                    <a:pt x="1883" y="691"/>
                    <a:pt x="1883" y="1179"/>
                  </a:cubicBezTo>
                  <a:cubicBezTo>
                    <a:pt x="1883" y="1974"/>
                    <a:pt x="1240" y="2618"/>
                    <a:pt x="444" y="2618"/>
                  </a:cubicBezTo>
                  <a:cubicBezTo>
                    <a:pt x="290" y="2618"/>
                    <a:pt x="140" y="2593"/>
                    <a:pt x="1" y="2547"/>
                  </a:cubicBezTo>
                  <a:lnTo>
                    <a:pt x="1" y="2547"/>
                  </a:lnTo>
                  <a:cubicBezTo>
                    <a:pt x="234" y="2711"/>
                    <a:pt x="520" y="2809"/>
                    <a:pt x="828" y="2809"/>
                  </a:cubicBezTo>
                  <a:cubicBezTo>
                    <a:pt x="1623" y="2809"/>
                    <a:pt x="2267" y="2164"/>
                    <a:pt x="2267" y="1370"/>
                  </a:cubicBezTo>
                  <a:cubicBezTo>
                    <a:pt x="2267" y="730"/>
                    <a:pt x="1850" y="187"/>
                    <a:pt x="1272"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340" name="Google Shape;5340;p28"/>
            <p:cNvSpPr/>
            <p:nvPr/>
          </p:nvSpPr>
          <p:spPr>
            <a:xfrm>
              <a:off x="4374830" y="1617424"/>
              <a:ext cx="9834" cy="20664"/>
            </a:xfrm>
            <a:custGeom>
              <a:rect b="b" l="l" r="r" t="t"/>
              <a:pathLst>
                <a:path extrusionOk="0" h="582" w="277">
                  <a:moveTo>
                    <a:pt x="138" y="0"/>
                  </a:moveTo>
                  <a:cubicBezTo>
                    <a:pt x="62" y="0"/>
                    <a:pt x="0" y="61"/>
                    <a:pt x="0" y="138"/>
                  </a:cubicBezTo>
                  <a:lnTo>
                    <a:pt x="0" y="442"/>
                  </a:lnTo>
                  <a:cubicBezTo>
                    <a:pt x="0" y="518"/>
                    <a:pt x="61" y="582"/>
                    <a:pt x="138" y="582"/>
                  </a:cubicBezTo>
                  <a:cubicBezTo>
                    <a:pt x="216" y="582"/>
                    <a:pt x="277" y="518"/>
                    <a:pt x="277" y="442"/>
                  </a:cubicBezTo>
                  <a:lnTo>
                    <a:pt x="277" y="138"/>
                  </a:lnTo>
                  <a:cubicBezTo>
                    <a:pt x="277" y="64"/>
                    <a:pt x="216" y="0"/>
                    <a:pt x="138" y="0"/>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341" name="Google Shape;5341;p28"/>
            <p:cNvSpPr/>
            <p:nvPr/>
          </p:nvSpPr>
          <p:spPr>
            <a:xfrm>
              <a:off x="4289089" y="1582382"/>
              <a:ext cx="9905" cy="29185"/>
            </a:xfrm>
            <a:custGeom>
              <a:rect b="b" l="l" r="r" t="t"/>
              <a:pathLst>
                <a:path extrusionOk="0" h="822" w="279">
                  <a:moveTo>
                    <a:pt x="139" y="0"/>
                  </a:moveTo>
                  <a:cubicBezTo>
                    <a:pt x="64" y="0"/>
                    <a:pt x="1" y="61"/>
                    <a:pt x="1" y="138"/>
                  </a:cubicBezTo>
                  <a:lnTo>
                    <a:pt x="1" y="684"/>
                  </a:lnTo>
                  <a:cubicBezTo>
                    <a:pt x="1" y="759"/>
                    <a:pt x="62" y="822"/>
                    <a:pt x="139" y="822"/>
                  </a:cubicBezTo>
                  <a:cubicBezTo>
                    <a:pt x="216" y="822"/>
                    <a:pt x="278" y="760"/>
                    <a:pt x="278" y="684"/>
                  </a:cubicBezTo>
                  <a:lnTo>
                    <a:pt x="278" y="138"/>
                  </a:lnTo>
                  <a:cubicBezTo>
                    <a:pt x="278" y="62"/>
                    <a:pt x="216" y="0"/>
                    <a:pt x="139" y="0"/>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342" name="Google Shape;5342;p28"/>
            <p:cNvSpPr/>
            <p:nvPr/>
          </p:nvSpPr>
          <p:spPr>
            <a:xfrm>
              <a:off x="4393257" y="1600524"/>
              <a:ext cx="9870" cy="47648"/>
            </a:xfrm>
            <a:custGeom>
              <a:rect b="b" l="l" r="r" t="t"/>
              <a:pathLst>
                <a:path extrusionOk="0" h="1342" w="278">
                  <a:moveTo>
                    <a:pt x="139" y="0"/>
                  </a:moveTo>
                  <a:cubicBezTo>
                    <a:pt x="64" y="0"/>
                    <a:pt x="1" y="60"/>
                    <a:pt x="1" y="138"/>
                  </a:cubicBezTo>
                  <a:lnTo>
                    <a:pt x="1" y="1203"/>
                  </a:lnTo>
                  <a:cubicBezTo>
                    <a:pt x="1" y="1278"/>
                    <a:pt x="61" y="1341"/>
                    <a:pt x="139" y="1341"/>
                  </a:cubicBezTo>
                  <a:cubicBezTo>
                    <a:pt x="217" y="1341"/>
                    <a:pt x="277" y="1278"/>
                    <a:pt x="277" y="1203"/>
                  </a:cubicBezTo>
                  <a:lnTo>
                    <a:pt x="277" y="138"/>
                  </a:lnTo>
                  <a:cubicBezTo>
                    <a:pt x="277" y="62"/>
                    <a:pt x="217" y="0"/>
                    <a:pt x="139" y="0"/>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343" name="Google Shape;5343;p28"/>
            <p:cNvSpPr/>
            <p:nvPr/>
          </p:nvSpPr>
          <p:spPr>
            <a:xfrm>
              <a:off x="4329776" y="1766185"/>
              <a:ext cx="61597" cy="48216"/>
            </a:xfrm>
            <a:custGeom>
              <a:rect b="b" l="l" r="r" t="t"/>
              <a:pathLst>
                <a:path extrusionOk="0" h="1358" w="1735">
                  <a:moveTo>
                    <a:pt x="478" y="0"/>
                  </a:moveTo>
                  <a:cubicBezTo>
                    <a:pt x="470" y="0"/>
                    <a:pt x="462" y="0"/>
                    <a:pt x="453" y="1"/>
                  </a:cubicBezTo>
                  <a:cubicBezTo>
                    <a:pt x="312" y="9"/>
                    <a:pt x="184" y="97"/>
                    <a:pt x="119" y="222"/>
                  </a:cubicBezTo>
                  <a:cubicBezTo>
                    <a:pt x="0" y="457"/>
                    <a:pt x="84" y="712"/>
                    <a:pt x="275" y="873"/>
                  </a:cubicBezTo>
                  <a:cubicBezTo>
                    <a:pt x="275" y="873"/>
                    <a:pt x="717" y="1244"/>
                    <a:pt x="836" y="1346"/>
                  </a:cubicBezTo>
                  <a:cubicBezTo>
                    <a:pt x="845" y="1353"/>
                    <a:pt x="856" y="1357"/>
                    <a:pt x="867" y="1357"/>
                  </a:cubicBezTo>
                  <a:cubicBezTo>
                    <a:pt x="878" y="1357"/>
                    <a:pt x="889" y="1353"/>
                    <a:pt x="898" y="1346"/>
                  </a:cubicBezTo>
                  <a:cubicBezTo>
                    <a:pt x="1019" y="1244"/>
                    <a:pt x="1459" y="873"/>
                    <a:pt x="1459" y="873"/>
                  </a:cubicBezTo>
                  <a:cubicBezTo>
                    <a:pt x="1652" y="712"/>
                    <a:pt x="1734" y="457"/>
                    <a:pt x="1616" y="222"/>
                  </a:cubicBezTo>
                  <a:cubicBezTo>
                    <a:pt x="1551" y="97"/>
                    <a:pt x="1423" y="9"/>
                    <a:pt x="1281" y="1"/>
                  </a:cubicBezTo>
                  <a:cubicBezTo>
                    <a:pt x="1273" y="0"/>
                    <a:pt x="1264" y="0"/>
                    <a:pt x="1256" y="0"/>
                  </a:cubicBezTo>
                  <a:cubicBezTo>
                    <a:pt x="1071" y="0"/>
                    <a:pt x="913" y="125"/>
                    <a:pt x="868" y="296"/>
                  </a:cubicBezTo>
                  <a:cubicBezTo>
                    <a:pt x="821" y="125"/>
                    <a:pt x="663" y="0"/>
                    <a:pt x="478" y="0"/>
                  </a:cubicBezTo>
                  <a:close/>
                </a:path>
              </a:pathLst>
            </a:custGeom>
            <a:solidFill>
              <a:schemeClr val="l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344" name="Google Shape;5344;p28"/>
            <p:cNvSpPr/>
            <p:nvPr/>
          </p:nvSpPr>
          <p:spPr>
            <a:xfrm>
              <a:off x="4349942" y="1766185"/>
              <a:ext cx="41431" cy="48216"/>
            </a:xfrm>
            <a:custGeom>
              <a:rect b="b" l="l" r="r" t="t"/>
              <a:pathLst>
                <a:path extrusionOk="0" h="1358" w="1167">
                  <a:moveTo>
                    <a:pt x="691" y="1"/>
                  </a:moveTo>
                  <a:cubicBezTo>
                    <a:pt x="696" y="5"/>
                    <a:pt x="697" y="11"/>
                    <a:pt x="698" y="14"/>
                  </a:cubicBezTo>
                  <a:cubicBezTo>
                    <a:pt x="818" y="248"/>
                    <a:pt x="734" y="503"/>
                    <a:pt x="543" y="666"/>
                  </a:cubicBezTo>
                  <a:cubicBezTo>
                    <a:pt x="543" y="666"/>
                    <a:pt x="143" y="1001"/>
                    <a:pt x="0" y="1122"/>
                  </a:cubicBezTo>
                  <a:cubicBezTo>
                    <a:pt x="108" y="1212"/>
                    <a:pt x="216" y="1303"/>
                    <a:pt x="270" y="1346"/>
                  </a:cubicBezTo>
                  <a:cubicBezTo>
                    <a:pt x="278" y="1353"/>
                    <a:pt x="289" y="1357"/>
                    <a:pt x="300" y="1357"/>
                  </a:cubicBezTo>
                  <a:cubicBezTo>
                    <a:pt x="311" y="1357"/>
                    <a:pt x="321" y="1353"/>
                    <a:pt x="330" y="1346"/>
                  </a:cubicBezTo>
                  <a:cubicBezTo>
                    <a:pt x="451" y="1244"/>
                    <a:pt x="891" y="874"/>
                    <a:pt x="891" y="874"/>
                  </a:cubicBezTo>
                  <a:cubicBezTo>
                    <a:pt x="1084" y="712"/>
                    <a:pt x="1166" y="457"/>
                    <a:pt x="1048" y="222"/>
                  </a:cubicBezTo>
                  <a:cubicBezTo>
                    <a:pt x="983" y="97"/>
                    <a:pt x="855" y="11"/>
                    <a:pt x="713"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5345" name="Google Shape;5345;p28"/>
          <p:cNvGrpSpPr/>
          <p:nvPr/>
        </p:nvGrpSpPr>
        <p:grpSpPr>
          <a:xfrm>
            <a:off x="3435580" y="1514712"/>
            <a:ext cx="331461" cy="326319"/>
            <a:chOff x="3435580" y="1514712"/>
            <a:chExt cx="331461" cy="326319"/>
          </a:xfrm>
        </p:grpSpPr>
        <p:sp>
          <p:nvSpPr>
            <p:cNvPr id="5346" name="Google Shape;5346;p28"/>
            <p:cNvSpPr/>
            <p:nvPr/>
          </p:nvSpPr>
          <p:spPr>
            <a:xfrm>
              <a:off x="3435580" y="1594986"/>
              <a:ext cx="180566" cy="241470"/>
            </a:xfrm>
            <a:custGeom>
              <a:rect b="b" l="l" r="r" t="t"/>
              <a:pathLst>
                <a:path extrusionOk="0" h="6801" w="5086">
                  <a:moveTo>
                    <a:pt x="2944" y="0"/>
                  </a:moveTo>
                  <a:cubicBezTo>
                    <a:pt x="2920" y="0"/>
                    <a:pt x="2895" y="9"/>
                    <a:pt x="2874" y="29"/>
                  </a:cubicBezTo>
                  <a:cubicBezTo>
                    <a:pt x="2418" y="464"/>
                    <a:pt x="2051" y="998"/>
                    <a:pt x="1806" y="1578"/>
                  </a:cubicBezTo>
                  <a:cubicBezTo>
                    <a:pt x="1768" y="1670"/>
                    <a:pt x="1681" y="1719"/>
                    <a:pt x="1593" y="1719"/>
                  </a:cubicBezTo>
                  <a:cubicBezTo>
                    <a:pt x="1532" y="1719"/>
                    <a:pt x="1470" y="1696"/>
                    <a:pt x="1423" y="1647"/>
                  </a:cubicBezTo>
                  <a:cubicBezTo>
                    <a:pt x="1373" y="1594"/>
                    <a:pt x="1323" y="1540"/>
                    <a:pt x="1272" y="1489"/>
                  </a:cubicBezTo>
                  <a:cubicBezTo>
                    <a:pt x="1251" y="1466"/>
                    <a:pt x="1224" y="1456"/>
                    <a:pt x="1198" y="1456"/>
                  </a:cubicBezTo>
                  <a:cubicBezTo>
                    <a:pt x="1144" y="1456"/>
                    <a:pt x="1093" y="1498"/>
                    <a:pt x="1094" y="1562"/>
                  </a:cubicBezTo>
                  <a:cubicBezTo>
                    <a:pt x="1100" y="1886"/>
                    <a:pt x="1085" y="2208"/>
                    <a:pt x="1003" y="2520"/>
                  </a:cubicBezTo>
                  <a:cubicBezTo>
                    <a:pt x="812" y="3261"/>
                    <a:pt x="130" y="3815"/>
                    <a:pt x="59" y="4597"/>
                  </a:cubicBezTo>
                  <a:cubicBezTo>
                    <a:pt x="0" y="5262"/>
                    <a:pt x="310" y="5879"/>
                    <a:pt x="838" y="6276"/>
                  </a:cubicBezTo>
                  <a:cubicBezTo>
                    <a:pt x="1335" y="6649"/>
                    <a:pt x="1995" y="6801"/>
                    <a:pt x="2611" y="6801"/>
                  </a:cubicBezTo>
                  <a:cubicBezTo>
                    <a:pt x="2653" y="6801"/>
                    <a:pt x="2694" y="6800"/>
                    <a:pt x="2736" y="6799"/>
                  </a:cubicBezTo>
                  <a:cubicBezTo>
                    <a:pt x="3074" y="6787"/>
                    <a:pt x="3414" y="6729"/>
                    <a:pt x="3729" y="6606"/>
                  </a:cubicBezTo>
                  <a:cubicBezTo>
                    <a:pt x="3877" y="6548"/>
                    <a:pt x="4021" y="6475"/>
                    <a:pt x="4152" y="6383"/>
                  </a:cubicBezTo>
                  <a:cubicBezTo>
                    <a:pt x="4798" y="5934"/>
                    <a:pt x="5086" y="5057"/>
                    <a:pt x="4959" y="4296"/>
                  </a:cubicBezTo>
                  <a:cubicBezTo>
                    <a:pt x="4901" y="3952"/>
                    <a:pt x="4752" y="3614"/>
                    <a:pt x="4594" y="3290"/>
                  </a:cubicBezTo>
                  <a:cubicBezTo>
                    <a:pt x="4395" y="2883"/>
                    <a:pt x="4101" y="2526"/>
                    <a:pt x="3829" y="2166"/>
                  </a:cubicBezTo>
                  <a:cubicBezTo>
                    <a:pt x="3557" y="1808"/>
                    <a:pt x="3277" y="1440"/>
                    <a:pt x="3114" y="1018"/>
                  </a:cubicBezTo>
                  <a:cubicBezTo>
                    <a:pt x="3032" y="812"/>
                    <a:pt x="2995" y="458"/>
                    <a:pt x="3047" y="121"/>
                  </a:cubicBezTo>
                  <a:cubicBezTo>
                    <a:pt x="3059" y="52"/>
                    <a:pt x="3003" y="0"/>
                    <a:pt x="2944" y="0"/>
                  </a:cubicBezTo>
                  <a:close/>
                </a:path>
              </a:pathLst>
            </a:custGeom>
            <a:solidFill>
              <a:schemeClr val="l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347" name="Google Shape;5347;p28"/>
            <p:cNvSpPr/>
            <p:nvPr/>
          </p:nvSpPr>
          <p:spPr>
            <a:xfrm>
              <a:off x="3530198" y="1595057"/>
              <a:ext cx="85952" cy="235753"/>
            </a:xfrm>
            <a:custGeom>
              <a:rect b="b" l="l" r="r" t="t"/>
              <a:pathLst>
                <a:path extrusionOk="0" h="6640" w="2421">
                  <a:moveTo>
                    <a:pt x="279" y="0"/>
                  </a:moveTo>
                  <a:cubicBezTo>
                    <a:pt x="255" y="0"/>
                    <a:pt x="230" y="9"/>
                    <a:pt x="209" y="29"/>
                  </a:cubicBezTo>
                  <a:cubicBezTo>
                    <a:pt x="151" y="84"/>
                    <a:pt x="97" y="140"/>
                    <a:pt x="42" y="197"/>
                  </a:cubicBezTo>
                  <a:cubicBezTo>
                    <a:pt x="53" y="214"/>
                    <a:pt x="56" y="236"/>
                    <a:pt x="53" y="261"/>
                  </a:cubicBezTo>
                  <a:cubicBezTo>
                    <a:pt x="0" y="597"/>
                    <a:pt x="39" y="953"/>
                    <a:pt x="120" y="1158"/>
                  </a:cubicBezTo>
                  <a:cubicBezTo>
                    <a:pt x="284" y="1580"/>
                    <a:pt x="564" y="1948"/>
                    <a:pt x="835" y="2307"/>
                  </a:cubicBezTo>
                  <a:cubicBezTo>
                    <a:pt x="1107" y="2667"/>
                    <a:pt x="1400" y="3022"/>
                    <a:pt x="1600" y="3431"/>
                  </a:cubicBezTo>
                  <a:cubicBezTo>
                    <a:pt x="1756" y="3754"/>
                    <a:pt x="1905" y="4093"/>
                    <a:pt x="1963" y="4437"/>
                  </a:cubicBezTo>
                  <a:cubicBezTo>
                    <a:pt x="2091" y="5198"/>
                    <a:pt x="1802" y="6073"/>
                    <a:pt x="1157" y="6522"/>
                  </a:cubicBezTo>
                  <a:cubicBezTo>
                    <a:pt x="1094" y="6565"/>
                    <a:pt x="1028" y="6604"/>
                    <a:pt x="960" y="6640"/>
                  </a:cubicBezTo>
                  <a:cubicBezTo>
                    <a:pt x="996" y="6630"/>
                    <a:pt x="1029" y="6617"/>
                    <a:pt x="1064" y="6602"/>
                  </a:cubicBezTo>
                  <a:cubicBezTo>
                    <a:pt x="1213" y="6543"/>
                    <a:pt x="1356" y="6468"/>
                    <a:pt x="1487" y="6379"/>
                  </a:cubicBezTo>
                  <a:cubicBezTo>
                    <a:pt x="2133" y="5932"/>
                    <a:pt x="2421" y="5055"/>
                    <a:pt x="2294" y="4296"/>
                  </a:cubicBezTo>
                  <a:cubicBezTo>
                    <a:pt x="2236" y="3953"/>
                    <a:pt x="2087" y="3615"/>
                    <a:pt x="1929" y="3291"/>
                  </a:cubicBezTo>
                  <a:cubicBezTo>
                    <a:pt x="1731" y="2882"/>
                    <a:pt x="1438" y="2526"/>
                    <a:pt x="1164" y="2166"/>
                  </a:cubicBezTo>
                  <a:cubicBezTo>
                    <a:pt x="895" y="1807"/>
                    <a:pt x="612" y="1439"/>
                    <a:pt x="449" y="1019"/>
                  </a:cubicBezTo>
                  <a:cubicBezTo>
                    <a:pt x="367" y="812"/>
                    <a:pt x="328" y="455"/>
                    <a:pt x="382" y="121"/>
                  </a:cubicBezTo>
                  <a:cubicBezTo>
                    <a:pt x="394" y="52"/>
                    <a:pt x="338" y="0"/>
                    <a:pt x="279"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348" name="Google Shape;5348;p28"/>
            <p:cNvSpPr/>
            <p:nvPr/>
          </p:nvSpPr>
          <p:spPr>
            <a:xfrm>
              <a:off x="3456208" y="1707533"/>
              <a:ext cx="138779" cy="128777"/>
            </a:xfrm>
            <a:custGeom>
              <a:rect b="b" l="l" r="r" t="t"/>
              <a:pathLst>
                <a:path extrusionOk="0" h="3627" w="3909">
                  <a:moveTo>
                    <a:pt x="2222" y="1"/>
                  </a:moveTo>
                  <a:cubicBezTo>
                    <a:pt x="2208" y="1"/>
                    <a:pt x="2193" y="8"/>
                    <a:pt x="2185" y="22"/>
                  </a:cubicBezTo>
                  <a:cubicBezTo>
                    <a:pt x="1981" y="382"/>
                    <a:pt x="1775" y="743"/>
                    <a:pt x="1570" y="1103"/>
                  </a:cubicBezTo>
                  <a:cubicBezTo>
                    <a:pt x="1514" y="1202"/>
                    <a:pt x="1457" y="1310"/>
                    <a:pt x="1435" y="1420"/>
                  </a:cubicBezTo>
                  <a:cubicBezTo>
                    <a:pt x="1428" y="1462"/>
                    <a:pt x="1392" y="1485"/>
                    <a:pt x="1356" y="1485"/>
                  </a:cubicBezTo>
                  <a:cubicBezTo>
                    <a:pt x="1330" y="1485"/>
                    <a:pt x="1305" y="1474"/>
                    <a:pt x="1288" y="1450"/>
                  </a:cubicBezTo>
                  <a:cubicBezTo>
                    <a:pt x="1212" y="1343"/>
                    <a:pt x="1149" y="1214"/>
                    <a:pt x="1096" y="1090"/>
                  </a:cubicBezTo>
                  <a:cubicBezTo>
                    <a:pt x="1089" y="1074"/>
                    <a:pt x="1073" y="1065"/>
                    <a:pt x="1058" y="1065"/>
                  </a:cubicBezTo>
                  <a:cubicBezTo>
                    <a:pt x="1043" y="1065"/>
                    <a:pt x="1028" y="1072"/>
                    <a:pt x="1019" y="1087"/>
                  </a:cubicBezTo>
                  <a:cubicBezTo>
                    <a:pt x="962" y="1191"/>
                    <a:pt x="831" y="1404"/>
                    <a:pt x="566" y="1746"/>
                  </a:cubicBezTo>
                  <a:cubicBezTo>
                    <a:pt x="405" y="1958"/>
                    <a:pt x="232" y="2119"/>
                    <a:pt x="124" y="2365"/>
                  </a:cubicBezTo>
                  <a:cubicBezTo>
                    <a:pt x="52" y="2525"/>
                    <a:pt x="12" y="2699"/>
                    <a:pt x="0" y="2873"/>
                  </a:cubicBezTo>
                  <a:cubicBezTo>
                    <a:pt x="80" y="2955"/>
                    <a:pt x="166" y="3033"/>
                    <a:pt x="260" y="3103"/>
                  </a:cubicBezTo>
                  <a:cubicBezTo>
                    <a:pt x="708" y="3440"/>
                    <a:pt x="1382" y="3627"/>
                    <a:pt x="2048" y="3627"/>
                  </a:cubicBezTo>
                  <a:cubicBezTo>
                    <a:pt x="2738" y="3627"/>
                    <a:pt x="3421" y="3426"/>
                    <a:pt x="3838" y="2982"/>
                  </a:cubicBezTo>
                  <a:cubicBezTo>
                    <a:pt x="3861" y="2958"/>
                    <a:pt x="3886" y="2931"/>
                    <a:pt x="3909" y="2903"/>
                  </a:cubicBezTo>
                  <a:cubicBezTo>
                    <a:pt x="3873" y="2449"/>
                    <a:pt x="3666" y="1994"/>
                    <a:pt x="3371" y="1673"/>
                  </a:cubicBezTo>
                  <a:cubicBezTo>
                    <a:pt x="3224" y="1515"/>
                    <a:pt x="3070" y="1372"/>
                    <a:pt x="2939" y="1202"/>
                  </a:cubicBezTo>
                  <a:cubicBezTo>
                    <a:pt x="2663" y="844"/>
                    <a:pt x="2392" y="463"/>
                    <a:pt x="2263" y="31"/>
                  </a:cubicBezTo>
                  <a:cubicBezTo>
                    <a:pt x="2257" y="11"/>
                    <a:pt x="2240" y="1"/>
                    <a:pt x="2222" y="1"/>
                  </a:cubicBezTo>
                  <a:close/>
                </a:path>
              </a:pathLst>
            </a:cu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349" name="Google Shape;5349;p28"/>
            <p:cNvSpPr/>
            <p:nvPr/>
          </p:nvSpPr>
          <p:spPr>
            <a:xfrm>
              <a:off x="3527393" y="1707568"/>
              <a:ext cx="67561" cy="112160"/>
            </a:xfrm>
            <a:custGeom>
              <a:rect b="b" l="l" r="r" t="t"/>
              <a:pathLst>
                <a:path extrusionOk="0" h="3159" w="1903">
                  <a:moveTo>
                    <a:pt x="217" y="1"/>
                  </a:moveTo>
                  <a:cubicBezTo>
                    <a:pt x="203" y="1"/>
                    <a:pt x="188" y="8"/>
                    <a:pt x="180" y="23"/>
                  </a:cubicBezTo>
                  <a:cubicBezTo>
                    <a:pt x="119" y="126"/>
                    <a:pt x="60" y="233"/>
                    <a:pt x="0" y="338"/>
                  </a:cubicBezTo>
                  <a:cubicBezTo>
                    <a:pt x="132" y="760"/>
                    <a:pt x="396" y="1134"/>
                    <a:pt x="669" y="1486"/>
                  </a:cubicBezTo>
                  <a:cubicBezTo>
                    <a:pt x="803" y="1658"/>
                    <a:pt x="956" y="1800"/>
                    <a:pt x="1101" y="1958"/>
                  </a:cubicBezTo>
                  <a:cubicBezTo>
                    <a:pt x="1389" y="2269"/>
                    <a:pt x="1595" y="2712"/>
                    <a:pt x="1636" y="3158"/>
                  </a:cubicBezTo>
                  <a:cubicBezTo>
                    <a:pt x="1705" y="3104"/>
                    <a:pt x="1773" y="3046"/>
                    <a:pt x="1832" y="2981"/>
                  </a:cubicBezTo>
                  <a:cubicBezTo>
                    <a:pt x="1855" y="2957"/>
                    <a:pt x="1878" y="2930"/>
                    <a:pt x="1902" y="2902"/>
                  </a:cubicBezTo>
                  <a:cubicBezTo>
                    <a:pt x="1868" y="2448"/>
                    <a:pt x="1661" y="1993"/>
                    <a:pt x="1366" y="1673"/>
                  </a:cubicBezTo>
                  <a:cubicBezTo>
                    <a:pt x="1219" y="1515"/>
                    <a:pt x="1065" y="1374"/>
                    <a:pt x="934" y="1203"/>
                  </a:cubicBezTo>
                  <a:cubicBezTo>
                    <a:pt x="658" y="844"/>
                    <a:pt x="387" y="463"/>
                    <a:pt x="258" y="31"/>
                  </a:cubicBezTo>
                  <a:cubicBezTo>
                    <a:pt x="252" y="12"/>
                    <a:pt x="235" y="1"/>
                    <a:pt x="217"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350" name="Google Shape;5350;p28"/>
            <p:cNvSpPr/>
            <p:nvPr/>
          </p:nvSpPr>
          <p:spPr>
            <a:xfrm>
              <a:off x="3565346" y="1597897"/>
              <a:ext cx="24852" cy="34937"/>
            </a:xfrm>
            <a:custGeom>
              <a:rect b="b" l="l" r="r" t="t"/>
              <a:pathLst>
                <a:path extrusionOk="0" h="984" w="700">
                  <a:moveTo>
                    <a:pt x="491" y="1"/>
                  </a:moveTo>
                  <a:cubicBezTo>
                    <a:pt x="219" y="1"/>
                    <a:pt x="0" y="221"/>
                    <a:pt x="0" y="493"/>
                  </a:cubicBezTo>
                  <a:cubicBezTo>
                    <a:pt x="0" y="765"/>
                    <a:pt x="219" y="983"/>
                    <a:pt x="491" y="983"/>
                  </a:cubicBezTo>
                  <a:lnTo>
                    <a:pt x="700" y="983"/>
                  </a:lnTo>
                  <a:lnTo>
                    <a:pt x="700" y="1"/>
                  </a:ln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351" name="Google Shape;5351;p28"/>
            <p:cNvSpPr/>
            <p:nvPr/>
          </p:nvSpPr>
          <p:spPr>
            <a:xfrm>
              <a:off x="3580506" y="1720669"/>
              <a:ext cx="156104" cy="120362"/>
            </a:xfrm>
            <a:custGeom>
              <a:rect b="b" l="l" r="r" t="t"/>
              <a:pathLst>
                <a:path extrusionOk="0" h="3390" w="4397">
                  <a:moveTo>
                    <a:pt x="2199" y="1"/>
                  </a:moveTo>
                  <a:cubicBezTo>
                    <a:pt x="985" y="1"/>
                    <a:pt x="1" y="985"/>
                    <a:pt x="1" y="2199"/>
                  </a:cubicBezTo>
                  <a:lnTo>
                    <a:pt x="1" y="3390"/>
                  </a:lnTo>
                  <a:lnTo>
                    <a:pt x="4395" y="3390"/>
                  </a:lnTo>
                  <a:lnTo>
                    <a:pt x="4397" y="2199"/>
                  </a:lnTo>
                  <a:cubicBezTo>
                    <a:pt x="4397" y="985"/>
                    <a:pt x="3414" y="1"/>
                    <a:pt x="2199" y="1"/>
                  </a:cubicBez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352" name="Google Shape;5352;p28"/>
            <p:cNvSpPr/>
            <p:nvPr/>
          </p:nvSpPr>
          <p:spPr>
            <a:xfrm>
              <a:off x="3651017" y="1720634"/>
              <a:ext cx="85561" cy="120362"/>
            </a:xfrm>
            <a:custGeom>
              <a:rect b="b" l="l" r="r" t="t"/>
              <a:pathLst>
                <a:path extrusionOk="0" h="3390" w="2410">
                  <a:moveTo>
                    <a:pt x="212" y="0"/>
                  </a:moveTo>
                  <a:cubicBezTo>
                    <a:pt x="140" y="0"/>
                    <a:pt x="70" y="3"/>
                    <a:pt x="1" y="10"/>
                  </a:cubicBezTo>
                  <a:cubicBezTo>
                    <a:pt x="524" y="61"/>
                    <a:pt x="993" y="295"/>
                    <a:pt x="1345" y="646"/>
                  </a:cubicBezTo>
                  <a:cubicBezTo>
                    <a:pt x="1742" y="1043"/>
                    <a:pt x="1989" y="1593"/>
                    <a:pt x="1989" y="2202"/>
                  </a:cubicBezTo>
                  <a:lnTo>
                    <a:pt x="1989" y="3389"/>
                  </a:lnTo>
                  <a:lnTo>
                    <a:pt x="2409" y="3389"/>
                  </a:lnTo>
                  <a:lnTo>
                    <a:pt x="2409" y="2202"/>
                  </a:lnTo>
                  <a:cubicBezTo>
                    <a:pt x="2409" y="1596"/>
                    <a:pt x="2163" y="1045"/>
                    <a:pt x="1766" y="643"/>
                  </a:cubicBezTo>
                  <a:cubicBezTo>
                    <a:pt x="1368" y="246"/>
                    <a:pt x="818" y="0"/>
                    <a:pt x="212"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353" name="Google Shape;5353;p28"/>
            <p:cNvSpPr/>
            <p:nvPr/>
          </p:nvSpPr>
          <p:spPr>
            <a:xfrm>
              <a:off x="3641253" y="1682112"/>
              <a:ext cx="34508" cy="62915"/>
            </a:xfrm>
            <a:custGeom>
              <a:rect b="b" l="l" r="r" t="t"/>
              <a:pathLst>
                <a:path extrusionOk="0" h="1772" w="972">
                  <a:moveTo>
                    <a:pt x="1" y="0"/>
                  </a:moveTo>
                  <a:lnTo>
                    <a:pt x="1" y="1287"/>
                  </a:lnTo>
                  <a:cubicBezTo>
                    <a:pt x="1" y="1554"/>
                    <a:pt x="218" y="1772"/>
                    <a:pt x="487" y="1772"/>
                  </a:cubicBezTo>
                  <a:cubicBezTo>
                    <a:pt x="755" y="1772"/>
                    <a:pt x="972" y="1554"/>
                    <a:pt x="971" y="1287"/>
                  </a:cubicBezTo>
                  <a:lnTo>
                    <a:pt x="971" y="0"/>
                  </a:ln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354" name="Google Shape;5354;p28"/>
            <p:cNvSpPr/>
            <p:nvPr/>
          </p:nvSpPr>
          <p:spPr>
            <a:xfrm>
              <a:off x="3651478" y="1682148"/>
              <a:ext cx="24284" cy="62879"/>
            </a:xfrm>
            <a:custGeom>
              <a:rect b="b" l="l" r="r" t="t"/>
              <a:pathLst>
                <a:path extrusionOk="0" h="1771" w="684">
                  <a:moveTo>
                    <a:pt x="287" y="1"/>
                  </a:moveTo>
                  <a:lnTo>
                    <a:pt x="287" y="1286"/>
                  </a:lnTo>
                  <a:cubicBezTo>
                    <a:pt x="287" y="1481"/>
                    <a:pt x="170" y="1653"/>
                    <a:pt x="0" y="1727"/>
                  </a:cubicBezTo>
                  <a:cubicBezTo>
                    <a:pt x="59" y="1756"/>
                    <a:pt x="129" y="1771"/>
                    <a:pt x="199" y="1771"/>
                  </a:cubicBezTo>
                  <a:cubicBezTo>
                    <a:pt x="467" y="1771"/>
                    <a:pt x="684" y="1553"/>
                    <a:pt x="684" y="1286"/>
                  </a:cubicBezTo>
                  <a:lnTo>
                    <a:pt x="684" y="1"/>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355" name="Google Shape;5355;p28"/>
            <p:cNvSpPr/>
            <p:nvPr/>
          </p:nvSpPr>
          <p:spPr>
            <a:xfrm>
              <a:off x="3588885" y="1550854"/>
              <a:ext cx="139276" cy="149334"/>
            </a:xfrm>
            <a:custGeom>
              <a:rect b="b" l="l" r="r" t="t"/>
              <a:pathLst>
                <a:path extrusionOk="0" h="4206" w="3923">
                  <a:moveTo>
                    <a:pt x="1962" y="0"/>
                  </a:moveTo>
                  <a:lnTo>
                    <a:pt x="1" y="1041"/>
                  </a:lnTo>
                  <a:lnTo>
                    <a:pt x="1" y="2242"/>
                  </a:lnTo>
                  <a:cubicBezTo>
                    <a:pt x="1" y="3324"/>
                    <a:pt x="878" y="4205"/>
                    <a:pt x="1962" y="4205"/>
                  </a:cubicBezTo>
                  <a:cubicBezTo>
                    <a:pt x="3044" y="4205"/>
                    <a:pt x="3922" y="3327"/>
                    <a:pt x="3922" y="2242"/>
                  </a:cubicBezTo>
                  <a:lnTo>
                    <a:pt x="3922" y="1041"/>
                  </a:lnTo>
                  <a:lnTo>
                    <a:pt x="1962" y="0"/>
                  </a:ln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356" name="Google Shape;5356;p28"/>
            <p:cNvSpPr/>
            <p:nvPr/>
          </p:nvSpPr>
          <p:spPr>
            <a:xfrm>
              <a:off x="3588885" y="1514712"/>
              <a:ext cx="139276" cy="81839"/>
            </a:xfrm>
            <a:custGeom>
              <a:rect b="b" l="l" r="r" t="t"/>
              <a:pathLst>
                <a:path extrusionOk="0" h="2305" w="3923">
                  <a:moveTo>
                    <a:pt x="1962" y="1"/>
                  </a:moveTo>
                  <a:cubicBezTo>
                    <a:pt x="878" y="1"/>
                    <a:pt x="1" y="880"/>
                    <a:pt x="1" y="1964"/>
                  </a:cubicBezTo>
                  <a:lnTo>
                    <a:pt x="1" y="2305"/>
                  </a:lnTo>
                  <a:cubicBezTo>
                    <a:pt x="1" y="2305"/>
                    <a:pt x="2" y="2305"/>
                    <a:pt x="3" y="2305"/>
                  </a:cubicBezTo>
                  <a:cubicBezTo>
                    <a:pt x="67" y="2305"/>
                    <a:pt x="1291" y="2293"/>
                    <a:pt x="1962" y="1359"/>
                  </a:cubicBezTo>
                  <a:cubicBezTo>
                    <a:pt x="2632" y="2293"/>
                    <a:pt x="3855" y="2305"/>
                    <a:pt x="3919" y="2305"/>
                  </a:cubicBezTo>
                  <a:cubicBezTo>
                    <a:pt x="3921" y="2305"/>
                    <a:pt x="3922" y="2305"/>
                    <a:pt x="3922" y="2305"/>
                  </a:cubicBezTo>
                  <a:lnTo>
                    <a:pt x="3922" y="1964"/>
                  </a:lnTo>
                  <a:cubicBezTo>
                    <a:pt x="3922" y="880"/>
                    <a:pt x="3044" y="1"/>
                    <a:pt x="1962" y="1"/>
                  </a:cubicBez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357" name="Google Shape;5357;p28"/>
            <p:cNvSpPr/>
            <p:nvPr/>
          </p:nvSpPr>
          <p:spPr>
            <a:xfrm>
              <a:off x="3726782" y="1597897"/>
              <a:ext cx="24852" cy="34937"/>
            </a:xfrm>
            <a:custGeom>
              <a:rect b="b" l="l" r="r" t="t"/>
              <a:pathLst>
                <a:path extrusionOk="0" h="984" w="700">
                  <a:moveTo>
                    <a:pt x="1" y="1"/>
                  </a:moveTo>
                  <a:lnTo>
                    <a:pt x="1" y="983"/>
                  </a:lnTo>
                  <a:lnTo>
                    <a:pt x="209" y="983"/>
                  </a:lnTo>
                  <a:cubicBezTo>
                    <a:pt x="481" y="983"/>
                    <a:pt x="700" y="765"/>
                    <a:pt x="700" y="493"/>
                  </a:cubicBezTo>
                  <a:cubicBezTo>
                    <a:pt x="700" y="221"/>
                    <a:pt x="481" y="1"/>
                    <a:pt x="209" y="1"/>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358" name="Google Shape;5358;p28"/>
            <p:cNvSpPr/>
            <p:nvPr/>
          </p:nvSpPr>
          <p:spPr>
            <a:xfrm>
              <a:off x="3726853" y="1598501"/>
              <a:ext cx="24852" cy="34298"/>
            </a:xfrm>
            <a:custGeom>
              <a:rect b="b" l="l" r="r" t="t"/>
              <a:pathLst>
                <a:path extrusionOk="0" h="966" w="700">
                  <a:moveTo>
                    <a:pt x="345" y="1"/>
                  </a:moveTo>
                  <a:lnTo>
                    <a:pt x="345" y="1"/>
                  </a:lnTo>
                  <a:cubicBezTo>
                    <a:pt x="396" y="79"/>
                    <a:pt x="425" y="169"/>
                    <a:pt x="425" y="269"/>
                  </a:cubicBezTo>
                  <a:cubicBezTo>
                    <a:pt x="425" y="519"/>
                    <a:pt x="240" y="723"/>
                    <a:pt x="0" y="756"/>
                  </a:cubicBezTo>
                  <a:lnTo>
                    <a:pt x="0" y="965"/>
                  </a:lnTo>
                  <a:lnTo>
                    <a:pt x="209" y="965"/>
                  </a:lnTo>
                  <a:cubicBezTo>
                    <a:pt x="481" y="965"/>
                    <a:pt x="699" y="745"/>
                    <a:pt x="699" y="474"/>
                  </a:cubicBezTo>
                  <a:cubicBezTo>
                    <a:pt x="699" y="339"/>
                    <a:pt x="645" y="215"/>
                    <a:pt x="556" y="125"/>
                  </a:cubicBezTo>
                  <a:cubicBezTo>
                    <a:pt x="498" y="67"/>
                    <a:pt x="426" y="24"/>
                    <a:pt x="345"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359" name="Google Shape;5359;p28"/>
            <p:cNvSpPr/>
            <p:nvPr/>
          </p:nvSpPr>
          <p:spPr>
            <a:xfrm>
              <a:off x="3622294" y="1610891"/>
              <a:ext cx="9870" cy="21694"/>
            </a:xfrm>
            <a:custGeom>
              <a:rect b="b" l="l" r="r" t="t"/>
              <a:pathLst>
                <a:path extrusionOk="0" h="611" w="278">
                  <a:moveTo>
                    <a:pt x="139" y="0"/>
                  </a:moveTo>
                  <a:cubicBezTo>
                    <a:pt x="61" y="0"/>
                    <a:pt x="1" y="62"/>
                    <a:pt x="1" y="140"/>
                  </a:cubicBezTo>
                  <a:lnTo>
                    <a:pt x="1" y="472"/>
                  </a:lnTo>
                  <a:cubicBezTo>
                    <a:pt x="1" y="550"/>
                    <a:pt x="61" y="610"/>
                    <a:pt x="139" y="610"/>
                  </a:cubicBezTo>
                  <a:cubicBezTo>
                    <a:pt x="215" y="610"/>
                    <a:pt x="277" y="547"/>
                    <a:pt x="277" y="472"/>
                  </a:cubicBezTo>
                  <a:lnTo>
                    <a:pt x="277" y="140"/>
                  </a:lnTo>
                  <a:cubicBezTo>
                    <a:pt x="277" y="62"/>
                    <a:pt x="217" y="0"/>
                    <a:pt x="139" y="0"/>
                  </a:cubicBez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360" name="Google Shape;5360;p28"/>
            <p:cNvSpPr/>
            <p:nvPr/>
          </p:nvSpPr>
          <p:spPr>
            <a:xfrm>
              <a:off x="3684887" y="1610891"/>
              <a:ext cx="9941" cy="21694"/>
            </a:xfrm>
            <a:custGeom>
              <a:rect b="b" l="l" r="r" t="t"/>
              <a:pathLst>
                <a:path extrusionOk="0" h="611" w="280">
                  <a:moveTo>
                    <a:pt x="139" y="0"/>
                  </a:moveTo>
                  <a:cubicBezTo>
                    <a:pt x="64" y="0"/>
                    <a:pt x="1" y="62"/>
                    <a:pt x="1" y="140"/>
                  </a:cubicBezTo>
                  <a:lnTo>
                    <a:pt x="1" y="472"/>
                  </a:lnTo>
                  <a:cubicBezTo>
                    <a:pt x="1" y="550"/>
                    <a:pt x="61" y="610"/>
                    <a:pt x="139" y="610"/>
                  </a:cubicBezTo>
                  <a:cubicBezTo>
                    <a:pt x="216" y="610"/>
                    <a:pt x="280" y="547"/>
                    <a:pt x="277" y="472"/>
                  </a:cubicBezTo>
                  <a:lnTo>
                    <a:pt x="277" y="140"/>
                  </a:lnTo>
                  <a:cubicBezTo>
                    <a:pt x="277" y="62"/>
                    <a:pt x="216" y="0"/>
                    <a:pt x="139" y="0"/>
                  </a:cubicBez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361" name="Google Shape;5361;p28"/>
            <p:cNvSpPr/>
            <p:nvPr/>
          </p:nvSpPr>
          <p:spPr>
            <a:xfrm>
              <a:off x="3643206" y="1647638"/>
              <a:ext cx="30532" cy="14557"/>
            </a:xfrm>
            <a:custGeom>
              <a:rect b="b" l="l" r="r" t="t"/>
              <a:pathLst>
                <a:path extrusionOk="0" h="410" w="860">
                  <a:moveTo>
                    <a:pt x="703" y="0"/>
                  </a:moveTo>
                  <a:cubicBezTo>
                    <a:pt x="662" y="0"/>
                    <a:pt x="622" y="18"/>
                    <a:pt x="595" y="52"/>
                  </a:cubicBezTo>
                  <a:cubicBezTo>
                    <a:pt x="554" y="105"/>
                    <a:pt x="492" y="134"/>
                    <a:pt x="428" y="134"/>
                  </a:cubicBezTo>
                  <a:cubicBezTo>
                    <a:pt x="363" y="134"/>
                    <a:pt x="304" y="105"/>
                    <a:pt x="262" y="54"/>
                  </a:cubicBezTo>
                  <a:cubicBezTo>
                    <a:pt x="236" y="20"/>
                    <a:pt x="196" y="3"/>
                    <a:pt x="156" y="3"/>
                  </a:cubicBezTo>
                  <a:cubicBezTo>
                    <a:pt x="125" y="3"/>
                    <a:pt x="94" y="13"/>
                    <a:pt x="68" y="34"/>
                  </a:cubicBezTo>
                  <a:cubicBezTo>
                    <a:pt x="9" y="80"/>
                    <a:pt x="0" y="170"/>
                    <a:pt x="48" y="229"/>
                  </a:cubicBezTo>
                  <a:cubicBezTo>
                    <a:pt x="141" y="344"/>
                    <a:pt x="282" y="410"/>
                    <a:pt x="429" y="410"/>
                  </a:cubicBezTo>
                  <a:cubicBezTo>
                    <a:pt x="580" y="410"/>
                    <a:pt x="721" y="342"/>
                    <a:pt x="811" y="224"/>
                  </a:cubicBezTo>
                  <a:cubicBezTo>
                    <a:pt x="859" y="165"/>
                    <a:pt x="849" y="79"/>
                    <a:pt x="789" y="30"/>
                  </a:cubicBezTo>
                  <a:cubicBezTo>
                    <a:pt x="764" y="10"/>
                    <a:pt x="733" y="0"/>
                    <a:pt x="703" y="0"/>
                  </a:cubicBez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362" name="Google Shape;5362;p28"/>
            <p:cNvSpPr/>
            <p:nvPr/>
          </p:nvSpPr>
          <p:spPr>
            <a:xfrm>
              <a:off x="3650981" y="1579826"/>
              <a:ext cx="77182" cy="120362"/>
            </a:xfrm>
            <a:custGeom>
              <a:rect b="b" l="l" r="r" t="t"/>
              <a:pathLst>
                <a:path extrusionOk="0" h="3390" w="2174">
                  <a:moveTo>
                    <a:pt x="1748" y="0"/>
                  </a:moveTo>
                  <a:lnTo>
                    <a:pt x="1748" y="1426"/>
                  </a:lnTo>
                  <a:cubicBezTo>
                    <a:pt x="1748" y="2439"/>
                    <a:pt x="984" y="3271"/>
                    <a:pt x="0" y="3378"/>
                  </a:cubicBezTo>
                  <a:cubicBezTo>
                    <a:pt x="71" y="3385"/>
                    <a:pt x="141" y="3389"/>
                    <a:pt x="213" y="3389"/>
                  </a:cubicBezTo>
                  <a:cubicBezTo>
                    <a:pt x="1295" y="3389"/>
                    <a:pt x="2173" y="2511"/>
                    <a:pt x="2173" y="1426"/>
                  </a:cubicBezTo>
                  <a:lnTo>
                    <a:pt x="2173" y="225"/>
                  </a:lnTo>
                  <a:lnTo>
                    <a:pt x="1748" y="0"/>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363" name="Google Shape;5363;p28"/>
            <p:cNvSpPr/>
            <p:nvPr/>
          </p:nvSpPr>
          <p:spPr>
            <a:xfrm>
              <a:off x="3650981" y="1514783"/>
              <a:ext cx="77182" cy="81839"/>
            </a:xfrm>
            <a:custGeom>
              <a:rect b="b" l="l" r="r" t="t"/>
              <a:pathLst>
                <a:path extrusionOk="0" h="2305" w="2174">
                  <a:moveTo>
                    <a:pt x="216" y="0"/>
                  </a:moveTo>
                  <a:cubicBezTo>
                    <a:pt x="215" y="0"/>
                    <a:pt x="214" y="0"/>
                    <a:pt x="213" y="0"/>
                  </a:cubicBezTo>
                  <a:cubicBezTo>
                    <a:pt x="141" y="0"/>
                    <a:pt x="71" y="5"/>
                    <a:pt x="0" y="12"/>
                  </a:cubicBezTo>
                  <a:cubicBezTo>
                    <a:pt x="984" y="117"/>
                    <a:pt x="1750" y="950"/>
                    <a:pt x="1750" y="1963"/>
                  </a:cubicBezTo>
                  <a:lnTo>
                    <a:pt x="1750" y="2261"/>
                  </a:lnTo>
                  <a:cubicBezTo>
                    <a:pt x="1974" y="2302"/>
                    <a:pt x="2134" y="2304"/>
                    <a:pt x="2167" y="2304"/>
                  </a:cubicBezTo>
                  <a:cubicBezTo>
                    <a:pt x="2171" y="2304"/>
                    <a:pt x="2173" y="2304"/>
                    <a:pt x="2173" y="2304"/>
                  </a:cubicBezTo>
                  <a:lnTo>
                    <a:pt x="2173" y="1963"/>
                  </a:lnTo>
                  <a:cubicBezTo>
                    <a:pt x="2173" y="879"/>
                    <a:pt x="1297" y="0"/>
                    <a:pt x="216"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364" name="Google Shape;5364;p28"/>
            <p:cNvSpPr/>
            <p:nvPr/>
          </p:nvSpPr>
          <p:spPr>
            <a:xfrm>
              <a:off x="3696426" y="1733983"/>
              <a:ext cx="70614" cy="55246"/>
            </a:xfrm>
            <a:custGeom>
              <a:rect b="b" l="l" r="r" t="t"/>
              <a:pathLst>
                <a:path extrusionOk="0" h="1556" w="1989">
                  <a:moveTo>
                    <a:pt x="551" y="0"/>
                  </a:moveTo>
                  <a:cubicBezTo>
                    <a:pt x="541" y="0"/>
                    <a:pt x="530" y="1"/>
                    <a:pt x="520" y="1"/>
                  </a:cubicBezTo>
                  <a:cubicBezTo>
                    <a:pt x="359" y="13"/>
                    <a:pt x="211" y="112"/>
                    <a:pt x="138" y="256"/>
                  </a:cubicBezTo>
                  <a:cubicBezTo>
                    <a:pt x="1" y="524"/>
                    <a:pt x="96" y="817"/>
                    <a:pt x="316" y="1001"/>
                  </a:cubicBezTo>
                  <a:cubicBezTo>
                    <a:pt x="316" y="1001"/>
                    <a:pt x="821" y="1426"/>
                    <a:pt x="959" y="1544"/>
                  </a:cubicBezTo>
                  <a:cubicBezTo>
                    <a:pt x="969" y="1552"/>
                    <a:pt x="982" y="1556"/>
                    <a:pt x="994" y="1556"/>
                  </a:cubicBezTo>
                  <a:cubicBezTo>
                    <a:pt x="1007" y="1556"/>
                    <a:pt x="1020" y="1552"/>
                    <a:pt x="1030" y="1544"/>
                  </a:cubicBezTo>
                  <a:cubicBezTo>
                    <a:pt x="1168" y="1426"/>
                    <a:pt x="1674" y="1001"/>
                    <a:pt x="1674" y="1001"/>
                  </a:cubicBezTo>
                  <a:cubicBezTo>
                    <a:pt x="1895" y="817"/>
                    <a:pt x="1988" y="524"/>
                    <a:pt x="1854" y="256"/>
                  </a:cubicBezTo>
                  <a:cubicBezTo>
                    <a:pt x="1779" y="112"/>
                    <a:pt x="1633" y="13"/>
                    <a:pt x="1470" y="1"/>
                  </a:cubicBezTo>
                  <a:cubicBezTo>
                    <a:pt x="1460" y="1"/>
                    <a:pt x="1450" y="0"/>
                    <a:pt x="1440" y="0"/>
                  </a:cubicBezTo>
                  <a:cubicBezTo>
                    <a:pt x="1228" y="0"/>
                    <a:pt x="1049" y="144"/>
                    <a:pt x="995" y="339"/>
                  </a:cubicBezTo>
                  <a:cubicBezTo>
                    <a:pt x="943" y="144"/>
                    <a:pt x="763" y="0"/>
                    <a:pt x="551" y="0"/>
                  </a:cubicBezTo>
                  <a:close/>
                </a:path>
              </a:pathLst>
            </a:custGeom>
            <a:solidFill>
              <a:schemeClr val="l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365" name="Google Shape;5365;p28"/>
            <p:cNvSpPr/>
            <p:nvPr/>
          </p:nvSpPr>
          <p:spPr>
            <a:xfrm>
              <a:off x="3720923" y="1734196"/>
              <a:ext cx="46118" cy="55033"/>
            </a:xfrm>
            <a:custGeom>
              <a:rect b="b" l="l" r="r" t="t"/>
              <a:pathLst>
                <a:path extrusionOk="0" h="1550" w="1299">
                  <a:moveTo>
                    <a:pt x="829" y="1"/>
                  </a:moveTo>
                  <a:lnTo>
                    <a:pt x="829" y="1"/>
                  </a:lnTo>
                  <a:cubicBezTo>
                    <a:pt x="833" y="5"/>
                    <a:pt x="835" y="10"/>
                    <a:pt x="836" y="14"/>
                  </a:cubicBezTo>
                  <a:cubicBezTo>
                    <a:pt x="971" y="282"/>
                    <a:pt x="876" y="575"/>
                    <a:pt x="656" y="761"/>
                  </a:cubicBezTo>
                  <a:cubicBezTo>
                    <a:pt x="656" y="761"/>
                    <a:pt x="151" y="1185"/>
                    <a:pt x="13" y="1302"/>
                  </a:cubicBezTo>
                  <a:cubicBezTo>
                    <a:pt x="9" y="1305"/>
                    <a:pt x="6" y="1309"/>
                    <a:pt x="0" y="1310"/>
                  </a:cubicBezTo>
                  <a:cubicBezTo>
                    <a:pt x="111" y="1404"/>
                    <a:pt x="217" y="1492"/>
                    <a:pt x="269" y="1538"/>
                  </a:cubicBezTo>
                  <a:cubicBezTo>
                    <a:pt x="279" y="1546"/>
                    <a:pt x="292" y="1550"/>
                    <a:pt x="304" y="1550"/>
                  </a:cubicBezTo>
                  <a:cubicBezTo>
                    <a:pt x="317" y="1550"/>
                    <a:pt x="330" y="1546"/>
                    <a:pt x="340" y="1538"/>
                  </a:cubicBezTo>
                  <a:cubicBezTo>
                    <a:pt x="478" y="1420"/>
                    <a:pt x="984" y="995"/>
                    <a:pt x="984" y="995"/>
                  </a:cubicBezTo>
                  <a:cubicBezTo>
                    <a:pt x="1205" y="811"/>
                    <a:pt x="1298" y="518"/>
                    <a:pt x="1161" y="250"/>
                  </a:cubicBezTo>
                  <a:cubicBezTo>
                    <a:pt x="1097" y="120"/>
                    <a:pt x="971" y="27"/>
                    <a:pt x="829"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366" name="Google Shape;5366;p28"/>
            <p:cNvSpPr/>
            <p:nvPr/>
          </p:nvSpPr>
          <p:spPr>
            <a:xfrm>
              <a:off x="3736332" y="1685059"/>
              <a:ext cx="9657" cy="34440"/>
            </a:xfrm>
            <a:custGeom>
              <a:rect b="b" l="l" r="r" t="t"/>
              <a:pathLst>
                <a:path extrusionOk="0" h="970" w="272">
                  <a:moveTo>
                    <a:pt x="136" y="1"/>
                  </a:moveTo>
                  <a:cubicBezTo>
                    <a:pt x="63" y="1"/>
                    <a:pt x="1" y="61"/>
                    <a:pt x="1" y="134"/>
                  </a:cubicBezTo>
                  <a:lnTo>
                    <a:pt x="1" y="835"/>
                  </a:lnTo>
                  <a:cubicBezTo>
                    <a:pt x="1" y="909"/>
                    <a:pt x="63" y="969"/>
                    <a:pt x="136" y="969"/>
                  </a:cubicBezTo>
                  <a:cubicBezTo>
                    <a:pt x="212" y="969"/>
                    <a:pt x="271" y="910"/>
                    <a:pt x="271" y="835"/>
                  </a:cubicBezTo>
                  <a:lnTo>
                    <a:pt x="271" y="134"/>
                  </a:lnTo>
                  <a:cubicBezTo>
                    <a:pt x="271" y="61"/>
                    <a:pt x="209" y="1"/>
                    <a:pt x="136" y="1"/>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367" name="Google Shape;5367;p28"/>
            <p:cNvSpPr/>
            <p:nvPr/>
          </p:nvSpPr>
          <p:spPr>
            <a:xfrm>
              <a:off x="3754581" y="1679733"/>
              <a:ext cx="9586" cy="20167"/>
            </a:xfrm>
            <a:custGeom>
              <a:rect b="b" l="l" r="r" t="t"/>
              <a:pathLst>
                <a:path extrusionOk="0" h="568" w="270">
                  <a:moveTo>
                    <a:pt x="134" y="1"/>
                  </a:moveTo>
                  <a:cubicBezTo>
                    <a:pt x="61" y="1"/>
                    <a:pt x="0" y="61"/>
                    <a:pt x="0" y="136"/>
                  </a:cubicBezTo>
                  <a:lnTo>
                    <a:pt x="0" y="433"/>
                  </a:lnTo>
                  <a:cubicBezTo>
                    <a:pt x="0" y="506"/>
                    <a:pt x="61" y="568"/>
                    <a:pt x="134" y="568"/>
                  </a:cubicBezTo>
                  <a:cubicBezTo>
                    <a:pt x="209" y="568"/>
                    <a:pt x="270" y="507"/>
                    <a:pt x="270" y="433"/>
                  </a:cubicBezTo>
                  <a:lnTo>
                    <a:pt x="270" y="136"/>
                  </a:lnTo>
                  <a:cubicBezTo>
                    <a:pt x="270" y="61"/>
                    <a:pt x="209" y="1"/>
                    <a:pt x="134" y="1"/>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5368" name="Google Shape;5368;p28"/>
          <p:cNvGrpSpPr/>
          <p:nvPr/>
        </p:nvGrpSpPr>
        <p:grpSpPr>
          <a:xfrm>
            <a:off x="2790088" y="1516238"/>
            <a:ext cx="327049" cy="323263"/>
            <a:chOff x="2790088" y="1516238"/>
            <a:chExt cx="327049" cy="323263"/>
          </a:xfrm>
        </p:grpSpPr>
        <p:sp>
          <p:nvSpPr>
            <p:cNvPr id="5369" name="Google Shape;5369;p28"/>
            <p:cNvSpPr/>
            <p:nvPr/>
          </p:nvSpPr>
          <p:spPr>
            <a:xfrm>
              <a:off x="3030199" y="1516238"/>
              <a:ext cx="30497" cy="32807"/>
            </a:xfrm>
            <a:custGeom>
              <a:rect b="b" l="l" r="r" t="t"/>
              <a:pathLst>
                <a:path extrusionOk="0" h="924" w="859">
                  <a:moveTo>
                    <a:pt x="707" y="0"/>
                  </a:moveTo>
                  <a:cubicBezTo>
                    <a:pt x="669" y="0"/>
                    <a:pt x="632" y="16"/>
                    <a:pt x="605" y="47"/>
                  </a:cubicBezTo>
                  <a:lnTo>
                    <a:pt x="50" y="700"/>
                  </a:lnTo>
                  <a:cubicBezTo>
                    <a:pt x="1" y="758"/>
                    <a:pt x="7" y="843"/>
                    <a:pt x="64" y="892"/>
                  </a:cubicBezTo>
                  <a:cubicBezTo>
                    <a:pt x="91" y="913"/>
                    <a:pt x="122" y="923"/>
                    <a:pt x="152" y="923"/>
                  </a:cubicBezTo>
                  <a:cubicBezTo>
                    <a:pt x="189" y="923"/>
                    <a:pt x="228" y="908"/>
                    <a:pt x="254" y="877"/>
                  </a:cubicBezTo>
                  <a:lnTo>
                    <a:pt x="811" y="224"/>
                  </a:lnTo>
                  <a:cubicBezTo>
                    <a:pt x="859" y="167"/>
                    <a:pt x="854" y="82"/>
                    <a:pt x="797" y="33"/>
                  </a:cubicBezTo>
                  <a:cubicBezTo>
                    <a:pt x="770" y="11"/>
                    <a:pt x="739" y="0"/>
                    <a:pt x="707" y="0"/>
                  </a:cubicBezTo>
                  <a:close/>
                </a:path>
              </a:pathLst>
            </a:cu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370" name="Google Shape;5370;p28"/>
            <p:cNvSpPr/>
            <p:nvPr/>
          </p:nvSpPr>
          <p:spPr>
            <a:xfrm>
              <a:off x="2813343" y="1613270"/>
              <a:ext cx="280505" cy="192721"/>
            </a:xfrm>
            <a:custGeom>
              <a:rect b="b" l="l" r="r" t="t"/>
              <a:pathLst>
                <a:path extrusionOk="0" h="5428" w="7901">
                  <a:moveTo>
                    <a:pt x="308" y="1"/>
                  </a:moveTo>
                  <a:cubicBezTo>
                    <a:pt x="137" y="1"/>
                    <a:pt x="0" y="139"/>
                    <a:pt x="0" y="307"/>
                  </a:cubicBezTo>
                  <a:lnTo>
                    <a:pt x="0" y="5119"/>
                  </a:lnTo>
                  <a:cubicBezTo>
                    <a:pt x="0" y="5291"/>
                    <a:pt x="138" y="5427"/>
                    <a:pt x="308" y="5427"/>
                  </a:cubicBezTo>
                  <a:lnTo>
                    <a:pt x="7592" y="5427"/>
                  </a:lnTo>
                  <a:cubicBezTo>
                    <a:pt x="7764" y="5427"/>
                    <a:pt x="7900" y="5289"/>
                    <a:pt x="7900" y="5119"/>
                  </a:cubicBezTo>
                  <a:lnTo>
                    <a:pt x="7900" y="307"/>
                  </a:lnTo>
                  <a:cubicBezTo>
                    <a:pt x="7900" y="137"/>
                    <a:pt x="7762" y="1"/>
                    <a:pt x="7592" y="1"/>
                  </a:cubicBez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371" name="Google Shape;5371;p28"/>
            <p:cNvSpPr/>
            <p:nvPr/>
          </p:nvSpPr>
          <p:spPr>
            <a:xfrm>
              <a:off x="3069750" y="1613270"/>
              <a:ext cx="24106" cy="192721"/>
            </a:xfrm>
            <a:custGeom>
              <a:rect b="b" l="l" r="r" t="t"/>
              <a:pathLst>
                <a:path extrusionOk="0" h="5428" w="679">
                  <a:moveTo>
                    <a:pt x="1" y="1"/>
                  </a:moveTo>
                  <a:cubicBezTo>
                    <a:pt x="172" y="1"/>
                    <a:pt x="309" y="139"/>
                    <a:pt x="309" y="307"/>
                  </a:cubicBezTo>
                  <a:lnTo>
                    <a:pt x="309" y="5119"/>
                  </a:lnTo>
                  <a:cubicBezTo>
                    <a:pt x="309" y="5291"/>
                    <a:pt x="169" y="5427"/>
                    <a:pt x="1" y="5427"/>
                  </a:cubicBezTo>
                  <a:lnTo>
                    <a:pt x="370" y="5427"/>
                  </a:lnTo>
                  <a:cubicBezTo>
                    <a:pt x="542" y="5427"/>
                    <a:pt x="678" y="5289"/>
                    <a:pt x="678" y="5119"/>
                  </a:cubicBezTo>
                  <a:lnTo>
                    <a:pt x="678" y="307"/>
                  </a:lnTo>
                  <a:cubicBezTo>
                    <a:pt x="678" y="139"/>
                    <a:pt x="542" y="2"/>
                    <a:pt x="370"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372" name="Google Shape;5372;p28"/>
            <p:cNvSpPr/>
            <p:nvPr/>
          </p:nvSpPr>
          <p:spPr>
            <a:xfrm>
              <a:off x="2834751" y="1631200"/>
              <a:ext cx="237796" cy="156861"/>
            </a:xfrm>
            <a:custGeom>
              <a:rect b="b" l="l" r="r" t="t"/>
              <a:pathLst>
                <a:path extrusionOk="0" h="4418" w="6698">
                  <a:moveTo>
                    <a:pt x="206" y="1"/>
                  </a:moveTo>
                  <a:cubicBezTo>
                    <a:pt x="92" y="1"/>
                    <a:pt x="0" y="94"/>
                    <a:pt x="0" y="208"/>
                  </a:cubicBezTo>
                  <a:lnTo>
                    <a:pt x="0" y="4210"/>
                  </a:lnTo>
                  <a:cubicBezTo>
                    <a:pt x="0" y="4325"/>
                    <a:pt x="94" y="4417"/>
                    <a:pt x="206" y="4417"/>
                  </a:cubicBezTo>
                  <a:lnTo>
                    <a:pt x="6490" y="4417"/>
                  </a:lnTo>
                  <a:cubicBezTo>
                    <a:pt x="6604" y="4417"/>
                    <a:pt x="6697" y="4325"/>
                    <a:pt x="6697" y="4211"/>
                  </a:cubicBezTo>
                  <a:lnTo>
                    <a:pt x="6697" y="208"/>
                  </a:lnTo>
                  <a:cubicBezTo>
                    <a:pt x="6697" y="93"/>
                    <a:pt x="6604" y="1"/>
                    <a:pt x="6490" y="1"/>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373" name="Google Shape;5373;p28"/>
            <p:cNvSpPr/>
            <p:nvPr/>
          </p:nvSpPr>
          <p:spPr>
            <a:xfrm>
              <a:off x="3051821" y="1631164"/>
              <a:ext cx="20733" cy="156897"/>
            </a:xfrm>
            <a:custGeom>
              <a:rect b="b" l="l" r="r" t="t"/>
              <a:pathLst>
                <a:path extrusionOk="0" h="4419" w="584">
                  <a:moveTo>
                    <a:pt x="1" y="0"/>
                  </a:moveTo>
                  <a:cubicBezTo>
                    <a:pt x="116" y="0"/>
                    <a:pt x="206" y="94"/>
                    <a:pt x="206" y="206"/>
                  </a:cubicBezTo>
                  <a:lnTo>
                    <a:pt x="206" y="4211"/>
                  </a:lnTo>
                  <a:cubicBezTo>
                    <a:pt x="206" y="4326"/>
                    <a:pt x="113" y="4418"/>
                    <a:pt x="1" y="4418"/>
                  </a:cubicBezTo>
                  <a:lnTo>
                    <a:pt x="376" y="4418"/>
                  </a:lnTo>
                  <a:cubicBezTo>
                    <a:pt x="491" y="4418"/>
                    <a:pt x="583" y="4325"/>
                    <a:pt x="583" y="4211"/>
                  </a:cubicBezTo>
                  <a:lnTo>
                    <a:pt x="583" y="206"/>
                  </a:lnTo>
                  <a:cubicBezTo>
                    <a:pt x="583" y="94"/>
                    <a:pt x="490" y="2"/>
                    <a:pt x="376"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374" name="Google Shape;5374;p28"/>
            <p:cNvSpPr/>
            <p:nvPr/>
          </p:nvSpPr>
          <p:spPr>
            <a:xfrm>
              <a:off x="2853959" y="1541091"/>
              <a:ext cx="199276" cy="199290"/>
            </a:xfrm>
            <a:custGeom>
              <a:rect b="b" l="l" r="r" t="t"/>
              <a:pathLst>
                <a:path extrusionOk="0" h="5613" w="5613">
                  <a:moveTo>
                    <a:pt x="2806" y="0"/>
                  </a:moveTo>
                  <a:cubicBezTo>
                    <a:pt x="1256" y="0"/>
                    <a:pt x="0" y="1257"/>
                    <a:pt x="0" y="2807"/>
                  </a:cubicBezTo>
                  <a:cubicBezTo>
                    <a:pt x="0" y="4356"/>
                    <a:pt x="1256" y="5613"/>
                    <a:pt x="2806" y="5613"/>
                  </a:cubicBezTo>
                  <a:cubicBezTo>
                    <a:pt x="4356" y="5613"/>
                    <a:pt x="5612" y="4356"/>
                    <a:pt x="5612" y="2807"/>
                  </a:cubicBezTo>
                  <a:cubicBezTo>
                    <a:pt x="5612" y="1257"/>
                    <a:pt x="4356" y="0"/>
                    <a:pt x="2806" y="0"/>
                  </a:cubicBezTo>
                  <a:close/>
                </a:path>
              </a:pathLst>
            </a:cu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375" name="Google Shape;5375;p28"/>
            <p:cNvSpPr/>
            <p:nvPr/>
          </p:nvSpPr>
          <p:spPr>
            <a:xfrm>
              <a:off x="2904055" y="1548050"/>
              <a:ext cx="149217" cy="192331"/>
            </a:xfrm>
            <a:custGeom>
              <a:rect b="b" l="l" r="r" t="t"/>
              <a:pathLst>
                <a:path extrusionOk="0" h="5417" w="4203">
                  <a:moveTo>
                    <a:pt x="2430" y="0"/>
                  </a:moveTo>
                  <a:cubicBezTo>
                    <a:pt x="3273" y="487"/>
                    <a:pt x="3840" y="1395"/>
                    <a:pt x="3840" y="2436"/>
                  </a:cubicBezTo>
                  <a:cubicBezTo>
                    <a:pt x="3840" y="3986"/>
                    <a:pt x="2584" y="5243"/>
                    <a:pt x="1034" y="5243"/>
                  </a:cubicBezTo>
                  <a:cubicBezTo>
                    <a:pt x="669" y="5243"/>
                    <a:pt x="322" y="5172"/>
                    <a:pt x="1" y="5047"/>
                  </a:cubicBezTo>
                  <a:lnTo>
                    <a:pt x="1" y="5047"/>
                  </a:lnTo>
                  <a:cubicBezTo>
                    <a:pt x="411" y="5281"/>
                    <a:pt x="889" y="5417"/>
                    <a:pt x="1397" y="5417"/>
                  </a:cubicBezTo>
                  <a:cubicBezTo>
                    <a:pt x="2947" y="5417"/>
                    <a:pt x="4203" y="4162"/>
                    <a:pt x="4203" y="2611"/>
                  </a:cubicBezTo>
                  <a:cubicBezTo>
                    <a:pt x="4203" y="1425"/>
                    <a:pt x="3467" y="410"/>
                    <a:pt x="2430"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376" name="Google Shape;5376;p28"/>
            <p:cNvSpPr/>
            <p:nvPr/>
          </p:nvSpPr>
          <p:spPr>
            <a:xfrm>
              <a:off x="3000234" y="1612241"/>
              <a:ext cx="23822" cy="36748"/>
            </a:xfrm>
            <a:custGeom>
              <a:rect b="b" l="l" r="r" t="t"/>
              <a:pathLst>
                <a:path extrusionOk="0" h="1035" w="671">
                  <a:moveTo>
                    <a:pt x="0" y="1"/>
                  </a:moveTo>
                  <a:lnTo>
                    <a:pt x="0" y="1034"/>
                  </a:lnTo>
                  <a:lnTo>
                    <a:pt x="153" y="1034"/>
                  </a:lnTo>
                  <a:cubicBezTo>
                    <a:pt x="439" y="1034"/>
                    <a:pt x="671" y="803"/>
                    <a:pt x="669" y="516"/>
                  </a:cubicBezTo>
                  <a:cubicBezTo>
                    <a:pt x="669" y="233"/>
                    <a:pt x="439" y="1"/>
                    <a:pt x="153" y="1"/>
                  </a:cubicBez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377" name="Google Shape;5377;p28"/>
            <p:cNvSpPr/>
            <p:nvPr/>
          </p:nvSpPr>
          <p:spPr>
            <a:xfrm>
              <a:off x="3000234" y="1613377"/>
              <a:ext cx="23787" cy="35541"/>
            </a:xfrm>
            <a:custGeom>
              <a:rect b="b" l="l" r="r" t="t"/>
              <a:pathLst>
                <a:path extrusionOk="0" h="1001" w="670">
                  <a:moveTo>
                    <a:pt x="335" y="1"/>
                  </a:moveTo>
                  <a:lnTo>
                    <a:pt x="335" y="1"/>
                  </a:lnTo>
                  <a:cubicBezTo>
                    <a:pt x="377" y="74"/>
                    <a:pt x="400" y="160"/>
                    <a:pt x="400" y="252"/>
                  </a:cubicBezTo>
                  <a:cubicBezTo>
                    <a:pt x="400" y="395"/>
                    <a:pt x="343" y="524"/>
                    <a:pt x="249" y="618"/>
                  </a:cubicBezTo>
                  <a:cubicBezTo>
                    <a:pt x="183" y="686"/>
                    <a:pt x="97" y="735"/>
                    <a:pt x="0" y="756"/>
                  </a:cubicBezTo>
                  <a:lnTo>
                    <a:pt x="0" y="1001"/>
                  </a:lnTo>
                  <a:lnTo>
                    <a:pt x="153" y="1001"/>
                  </a:lnTo>
                  <a:cubicBezTo>
                    <a:pt x="295" y="1001"/>
                    <a:pt x="425" y="943"/>
                    <a:pt x="518" y="850"/>
                  </a:cubicBezTo>
                  <a:cubicBezTo>
                    <a:pt x="612" y="756"/>
                    <a:pt x="669" y="627"/>
                    <a:pt x="669" y="484"/>
                  </a:cubicBezTo>
                  <a:cubicBezTo>
                    <a:pt x="669" y="265"/>
                    <a:pt x="530" y="77"/>
                    <a:pt x="335"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378" name="Google Shape;5378;p28"/>
            <p:cNvSpPr/>
            <p:nvPr/>
          </p:nvSpPr>
          <p:spPr>
            <a:xfrm>
              <a:off x="2909806" y="1647034"/>
              <a:ext cx="33088" cy="62844"/>
            </a:xfrm>
            <a:custGeom>
              <a:rect b="b" l="l" r="r" t="t"/>
              <a:pathLst>
                <a:path extrusionOk="0" h="1770" w="932">
                  <a:moveTo>
                    <a:pt x="0" y="1"/>
                  </a:moveTo>
                  <a:lnTo>
                    <a:pt x="0" y="1303"/>
                  </a:lnTo>
                  <a:cubicBezTo>
                    <a:pt x="0" y="1561"/>
                    <a:pt x="209" y="1770"/>
                    <a:pt x="465" y="1770"/>
                  </a:cubicBezTo>
                  <a:cubicBezTo>
                    <a:pt x="722" y="1770"/>
                    <a:pt x="931" y="1561"/>
                    <a:pt x="931" y="1303"/>
                  </a:cubicBezTo>
                  <a:lnTo>
                    <a:pt x="931" y="1"/>
                  </a:ln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379" name="Google Shape;5379;p28"/>
            <p:cNvSpPr/>
            <p:nvPr/>
          </p:nvSpPr>
          <p:spPr>
            <a:xfrm>
              <a:off x="2919641" y="1647034"/>
              <a:ext cx="23290" cy="62844"/>
            </a:xfrm>
            <a:custGeom>
              <a:rect b="b" l="l" r="r" t="t"/>
              <a:pathLst>
                <a:path extrusionOk="0" h="1770" w="656">
                  <a:moveTo>
                    <a:pt x="280" y="1"/>
                  </a:moveTo>
                  <a:lnTo>
                    <a:pt x="280" y="1303"/>
                  </a:lnTo>
                  <a:cubicBezTo>
                    <a:pt x="280" y="1431"/>
                    <a:pt x="228" y="1548"/>
                    <a:pt x="143" y="1633"/>
                  </a:cubicBezTo>
                  <a:cubicBezTo>
                    <a:pt x="102" y="1673"/>
                    <a:pt x="55" y="1706"/>
                    <a:pt x="1" y="1729"/>
                  </a:cubicBezTo>
                  <a:cubicBezTo>
                    <a:pt x="58" y="1755"/>
                    <a:pt x="123" y="1770"/>
                    <a:pt x="189" y="1770"/>
                  </a:cubicBezTo>
                  <a:cubicBezTo>
                    <a:pt x="317" y="1770"/>
                    <a:pt x="435" y="1716"/>
                    <a:pt x="519" y="1633"/>
                  </a:cubicBezTo>
                  <a:cubicBezTo>
                    <a:pt x="604" y="1548"/>
                    <a:pt x="656" y="1433"/>
                    <a:pt x="656" y="1303"/>
                  </a:cubicBezTo>
                  <a:lnTo>
                    <a:pt x="656" y="1"/>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380" name="Google Shape;5380;p28"/>
            <p:cNvSpPr/>
            <p:nvPr/>
          </p:nvSpPr>
          <p:spPr>
            <a:xfrm>
              <a:off x="3042626" y="1522203"/>
              <a:ext cx="56626" cy="44097"/>
            </a:xfrm>
            <a:custGeom>
              <a:rect b="b" l="l" r="r" t="t"/>
              <a:pathLst>
                <a:path extrusionOk="0" h="1242" w="1595">
                  <a:moveTo>
                    <a:pt x="1443" y="0"/>
                  </a:moveTo>
                  <a:cubicBezTo>
                    <a:pt x="1414" y="0"/>
                    <a:pt x="1386" y="9"/>
                    <a:pt x="1362" y="27"/>
                  </a:cubicBezTo>
                  <a:lnTo>
                    <a:pt x="72" y="999"/>
                  </a:lnTo>
                  <a:cubicBezTo>
                    <a:pt x="12" y="1043"/>
                    <a:pt x="1" y="1128"/>
                    <a:pt x="45" y="1187"/>
                  </a:cubicBezTo>
                  <a:cubicBezTo>
                    <a:pt x="72" y="1223"/>
                    <a:pt x="111" y="1242"/>
                    <a:pt x="153" y="1242"/>
                  </a:cubicBezTo>
                  <a:cubicBezTo>
                    <a:pt x="182" y="1242"/>
                    <a:pt x="211" y="1232"/>
                    <a:pt x="234" y="1215"/>
                  </a:cubicBezTo>
                  <a:lnTo>
                    <a:pt x="1523" y="243"/>
                  </a:lnTo>
                  <a:cubicBezTo>
                    <a:pt x="1583" y="199"/>
                    <a:pt x="1595" y="114"/>
                    <a:pt x="1550" y="55"/>
                  </a:cubicBezTo>
                  <a:cubicBezTo>
                    <a:pt x="1524" y="19"/>
                    <a:pt x="1483" y="0"/>
                    <a:pt x="1443" y="0"/>
                  </a:cubicBezTo>
                  <a:close/>
                </a:path>
              </a:pathLst>
            </a:cu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381" name="Google Shape;5381;p28"/>
            <p:cNvSpPr/>
            <p:nvPr/>
          </p:nvSpPr>
          <p:spPr>
            <a:xfrm>
              <a:off x="3053135" y="1570950"/>
              <a:ext cx="41396" cy="15693"/>
            </a:xfrm>
            <a:custGeom>
              <a:rect b="b" l="l" r="r" t="t"/>
              <a:pathLst>
                <a:path extrusionOk="0" h="442" w="1166">
                  <a:moveTo>
                    <a:pt x="1018" y="0"/>
                  </a:moveTo>
                  <a:cubicBezTo>
                    <a:pt x="1010" y="0"/>
                    <a:pt x="1001" y="1"/>
                    <a:pt x="992" y="3"/>
                  </a:cubicBezTo>
                  <a:lnTo>
                    <a:pt x="122" y="174"/>
                  </a:lnTo>
                  <a:cubicBezTo>
                    <a:pt x="50" y="188"/>
                    <a:pt x="1" y="259"/>
                    <a:pt x="15" y="332"/>
                  </a:cubicBezTo>
                  <a:cubicBezTo>
                    <a:pt x="28" y="397"/>
                    <a:pt x="86" y="442"/>
                    <a:pt x="148" y="442"/>
                  </a:cubicBezTo>
                  <a:cubicBezTo>
                    <a:pt x="158" y="442"/>
                    <a:pt x="166" y="442"/>
                    <a:pt x="174" y="439"/>
                  </a:cubicBezTo>
                  <a:lnTo>
                    <a:pt x="1044" y="267"/>
                  </a:lnTo>
                  <a:cubicBezTo>
                    <a:pt x="1116" y="253"/>
                    <a:pt x="1165" y="183"/>
                    <a:pt x="1151" y="109"/>
                  </a:cubicBezTo>
                  <a:cubicBezTo>
                    <a:pt x="1138" y="46"/>
                    <a:pt x="1082" y="0"/>
                    <a:pt x="1018" y="0"/>
                  </a:cubicBezTo>
                  <a:close/>
                </a:path>
              </a:pathLst>
            </a:cu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382" name="Google Shape;5382;p28"/>
            <p:cNvSpPr/>
            <p:nvPr/>
          </p:nvSpPr>
          <p:spPr>
            <a:xfrm>
              <a:off x="2883214" y="1608229"/>
              <a:ext cx="39017" cy="44843"/>
            </a:xfrm>
            <a:custGeom>
              <a:rect b="b" l="l" r="r" t="t"/>
              <a:pathLst>
                <a:path extrusionOk="0" h="1263" w="1099">
                  <a:moveTo>
                    <a:pt x="631" y="0"/>
                  </a:moveTo>
                  <a:cubicBezTo>
                    <a:pt x="283" y="0"/>
                    <a:pt x="1" y="282"/>
                    <a:pt x="1" y="632"/>
                  </a:cubicBezTo>
                  <a:cubicBezTo>
                    <a:pt x="1" y="980"/>
                    <a:pt x="283" y="1262"/>
                    <a:pt x="631" y="1262"/>
                  </a:cubicBezTo>
                  <a:lnTo>
                    <a:pt x="1099" y="1262"/>
                  </a:lnTo>
                  <a:lnTo>
                    <a:pt x="1099" y="0"/>
                  </a:ln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383" name="Google Shape;5383;p28"/>
            <p:cNvSpPr/>
            <p:nvPr/>
          </p:nvSpPr>
          <p:spPr>
            <a:xfrm>
              <a:off x="2909061" y="1608158"/>
              <a:ext cx="13171" cy="44843"/>
            </a:xfrm>
            <a:custGeom>
              <a:rect b="b" l="l" r="r" t="t"/>
              <a:pathLst>
                <a:path extrusionOk="0" h="1263" w="371">
                  <a:moveTo>
                    <a:pt x="1" y="1"/>
                  </a:moveTo>
                  <a:lnTo>
                    <a:pt x="1" y="1263"/>
                  </a:lnTo>
                  <a:lnTo>
                    <a:pt x="371" y="1263"/>
                  </a:lnTo>
                  <a:lnTo>
                    <a:pt x="371" y="1"/>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384" name="Google Shape;5384;p28"/>
            <p:cNvSpPr/>
            <p:nvPr/>
          </p:nvSpPr>
          <p:spPr>
            <a:xfrm>
              <a:off x="2922197" y="1571589"/>
              <a:ext cx="77963" cy="118019"/>
            </a:xfrm>
            <a:custGeom>
              <a:rect b="b" l="l" r="r" t="t"/>
              <a:pathLst>
                <a:path extrusionOk="0" h="3324" w="2196">
                  <a:moveTo>
                    <a:pt x="2091" y="1"/>
                  </a:moveTo>
                  <a:cubicBezTo>
                    <a:pt x="2060" y="1"/>
                    <a:pt x="2028" y="14"/>
                    <a:pt x="2007" y="45"/>
                  </a:cubicBezTo>
                  <a:cubicBezTo>
                    <a:pt x="1322" y="994"/>
                    <a:pt x="193" y="1031"/>
                    <a:pt x="23" y="1031"/>
                  </a:cubicBezTo>
                  <a:cubicBezTo>
                    <a:pt x="8" y="1031"/>
                    <a:pt x="1" y="1031"/>
                    <a:pt x="1" y="1031"/>
                  </a:cubicBezTo>
                  <a:lnTo>
                    <a:pt x="1" y="1661"/>
                  </a:lnTo>
                  <a:lnTo>
                    <a:pt x="1" y="2293"/>
                  </a:lnTo>
                  <a:cubicBezTo>
                    <a:pt x="1" y="2293"/>
                    <a:pt x="8" y="2293"/>
                    <a:pt x="23" y="2293"/>
                  </a:cubicBezTo>
                  <a:cubicBezTo>
                    <a:pt x="193" y="2293"/>
                    <a:pt x="1322" y="2329"/>
                    <a:pt x="2007" y="3279"/>
                  </a:cubicBezTo>
                  <a:cubicBezTo>
                    <a:pt x="2028" y="3309"/>
                    <a:pt x="2060" y="3323"/>
                    <a:pt x="2091" y="3323"/>
                  </a:cubicBezTo>
                  <a:cubicBezTo>
                    <a:pt x="2144" y="3323"/>
                    <a:pt x="2195" y="3283"/>
                    <a:pt x="2195" y="3218"/>
                  </a:cubicBezTo>
                  <a:lnTo>
                    <a:pt x="2195" y="1661"/>
                  </a:lnTo>
                  <a:lnTo>
                    <a:pt x="2195" y="106"/>
                  </a:lnTo>
                  <a:cubicBezTo>
                    <a:pt x="2195" y="41"/>
                    <a:pt x="2144" y="1"/>
                    <a:pt x="2091" y="1"/>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385" name="Google Shape;5385;p28"/>
            <p:cNvSpPr/>
            <p:nvPr/>
          </p:nvSpPr>
          <p:spPr>
            <a:xfrm>
              <a:off x="2922304" y="1571624"/>
              <a:ext cx="77963" cy="117983"/>
            </a:xfrm>
            <a:custGeom>
              <a:rect b="b" l="l" r="r" t="t"/>
              <a:pathLst>
                <a:path extrusionOk="0" h="3323" w="2196">
                  <a:moveTo>
                    <a:pt x="2090" y="1"/>
                  </a:moveTo>
                  <a:cubicBezTo>
                    <a:pt x="2059" y="1"/>
                    <a:pt x="2028" y="15"/>
                    <a:pt x="2005" y="46"/>
                  </a:cubicBezTo>
                  <a:cubicBezTo>
                    <a:pt x="1948" y="125"/>
                    <a:pt x="1887" y="198"/>
                    <a:pt x="1824" y="264"/>
                  </a:cubicBezTo>
                  <a:lnTo>
                    <a:pt x="1824" y="2456"/>
                  </a:lnTo>
                  <a:cubicBezTo>
                    <a:pt x="1824" y="2497"/>
                    <a:pt x="1791" y="2527"/>
                    <a:pt x="1754" y="2527"/>
                  </a:cubicBezTo>
                  <a:cubicBezTo>
                    <a:pt x="1744" y="2527"/>
                    <a:pt x="1733" y="2524"/>
                    <a:pt x="1723" y="2519"/>
                  </a:cubicBezTo>
                  <a:lnTo>
                    <a:pt x="1097" y="2180"/>
                  </a:lnTo>
                  <a:cubicBezTo>
                    <a:pt x="766" y="1990"/>
                    <a:pt x="401" y="1943"/>
                    <a:pt x="115" y="1943"/>
                  </a:cubicBezTo>
                  <a:cubicBezTo>
                    <a:pt x="75" y="1943"/>
                    <a:pt x="37" y="1944"/>
                    <a:pt x="1" y="1945"/>
                  </a:cubicBezTo>
                  <a:lnTo>
                    <a:pt x="1" y="2293"/>
                  </a:lnTo>
                  <a:cubicBezTo>
                    <a:pt x="1" y="2293"/>
                    <a:pt x="8" y="2293"/>
                    <a:pt x="22" y="2293"/>
                  </a:cubicBezTo>
                  <a:cubicBezTo>
                    <a:pt x="193" y="2293"/>
                    <a:pt x="1320" y="2330"/>
                    <a:pt x="2005" y="3279"/>
                  </a:cubicBezTo>
                  <a:cubicBezTo>
                    <a:pt x="2027" y="3309"/>
                    <a:pt x="2059" y="3323"/>
                    <a:pt x="2090" y="3323"/>
                  </a:cubicBezTo>
                  <a:cubicBezTo>
                    <a:pt x="2143" y="3323"/>
                    <a:pt x="2195" y="3282"/>
                    <a:pt x="2195" y="3219"/>
                  </a:cubicBezTo>
                  <a:lnTo>
                    <a:pt x="2195" y="105"/>
                  </a:lnTo>
                  <a:cubicBezTo>
                    <a:pt x="2195" y="41"/>
                    <a:pt x="2144" y="1"/>
                    <a:pt x="2090"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386" name="Google Shape;5386;p28"/>
            <p:cNvSpPr/>
            <p:nvPr/>
          </p:nvSpPr>
          <p:spPr>
            <a:xfrm>
              <a:off x="2790088" y="1804600"/>
              <a:ext cx="327049" cy="34901"/>
            </a:xfrm>
            <a:custGeom>
              <a:rect b="b" l="l" r="r" t="t"/>
              <a:pathLst>
                <a:path extrusionOk="0" h="983" w="9212">
                  <a:moveTo>
                    <a:pt x="251" y="1"/>
                  </a:moveTo>
                  <a:cubicBezTo>
                    <a:pt x="111" y="1"/>
                    <a:pt x="0" y="112"/>
                    <a:pt x="0" y="250"/>
                  </a:cubicBezTo>
                  <a:lnTo>
                    <a:pt x="0" y="585"/>
                  </a:lnTo>
                  <a:cubicBezTo>
                    <a:pt x="0" y="804"/>
                    <a:pt x="179" y="982"/>
                    <a:pt x="398" y="982"/>
                  </a:cubicBezTo>
                  <a:lnTo>
                    <a:pt x="8813" y="982"/>
                  </a:lnTo>
                  <a:cubicBezTo>
                    <a:pt x="9032" y="982"/>
                    <a:pt x="9210" y="804"/>
                    <a:pt x="9212" y="585"/>
                  </a:cubicBezTo>
                  <a:lnTo>
                    <a:pt x="9212" y="250"/>
                  </a:lnTo>
                  <a:cubicBezTo>
                    <a:pt x="9212" y="112"/>
                    <a:pt x="9101" y="1"/>
                    <a:pt x="8963" y="1"/>
                  </a:cubicBez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387" name="Google Shape;5387;p28"/>
            <p:cNvSpPr/>
            <p:nvPr/>
          </p:nvSpPr>
          <p:spPr>
            <a:xfrm>
              <a:off x="3089774" y="1804600"/>
              <a:ext cx="27337" cy="34901"/>
            </a:xfrm>
            <a:custGeom>
              <a:rect b="b" l="l" r="r" t="t"/>
              <a:pathLst>
                <a:path extrusionOk="0" h="983" w="770">
                  <a:moveTo>
                    <a:pt x="150" y="1"/>
                  </a:moveTo>
                  <a:cubicBezTo>
                    <a:pt x="287" y="1"/>
                    <a:pt x="399" y="112"/>
                    <a:pt x="399" y="250"/>
                  </a:cubicBezTo>
                  <a:lnTo>
                    <a:pt x="399" y="585"/>
                  </a:lnTo>
                  <a:cubicBezTo>
                    <a:pt x="399" y="804"/>
                    <a:pt x="221" y="982"/>
                    <a:pt x="1" y="982"/>
                  </a:cubicBezTo>
                  <a:lnTo>
                    <a:pt x="372" y="982"/>
                  </a:lnTo>
                  <a:cubicBezTo>
                    <a:pt x="591" y="982"/>
                    <a:pt x="769" y="804"/>
                    <a:pt x="769" y="585"/>
                  </a:cubicBezTo>
                  <a:lnTo>
                    <a:pt x="769" y="250"/>
                  </a:lnTo>
                  <a:cubicBezTo>
                    <a:pt x="769" y="112"/>
                    <a:pt x="658" y="1"/>
                    <a:pt x="522"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388" name="Google Shape;5388;p28"/>
            <p:cNvSpPr/>
            <p:nvPr/>
          </p:nvSpPr>
          <p:spPr>
            <a:xfrm>
              <a:off x="2920670" y="1804671"/>
              <a:ext cx="65893" cy="16936"/>
            </a:xfrm>
            <a:custGeom>
              <a:rect b="b" l="l" r="r" t="t"/>
              <a:pathLst>
                <a:path extrusionOk="0" h="477" w="1856">
                  <a:moveTo>
                    <a:pt x="1" y="0"/>
                  </a:moveTo>
                  <a:lnTo>
                    <a:pt x="1" y="140"/>
                  </a:lnTo>
                  <a:cubicBezTo>
                    <a:pt x="1" y="326"/>
                    <a:pt x="152" y="477"/>
                    <a:pt x="337" y="477"/>
                  </a:cubicBezTo>
                  <a:lnTo>
                    <a:pt x="1519" y="477"/>
                  </a:lnTo>
                  <a:cubicBezTo>
                    <a:pt x="1704" y="477"/>
                    <a:pt x="1855" y="326"/>
                    <a:pt x="1855" y="140"/>
                  </a:cubicBezTo>
                  <a:lnTo>
                    <a:pt x="1855" y="0"/>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389" name="Google Shape;5389;p28"/>
            <p:cNvSpPr/>
            <p:nvPr/>
          </p:nvSpPr>
          <p:spPr>
            <a:xfrm>
              <a:off x="2961429" y="1804600"/>
              <a:ext cx="25136" cy="16971"/>
            </a:xfrm>
            <a:custGeom>
              <a:rect b="b" l="l" r="r" t="t"/>
              <a:pathLst>
                <a:path extrusionOk="0" h="478" w="708">
                  <a:moveTo>
                    <a:pt x="338" y="1"/>
                  </a:moveTo>
                  <a:lnTo>
                    <a:pt x="338" y="141"/>
                  </a:lnTo>
                  <a:cubicBezTo>
                    <a:pt x="338" y="326"/>
                    <a:pt x="187" y="477"/>
                    <a:pt x="1" y="477"/>
                  </a:cubicBezTo>
                  <a:lnTo>
                    <a:pt x="371" y="477"/>
                  </a:lnTo>
                  <a:cubicBezTo>
                    <a:pt x="556" y="477"/>
                    <a:pt x="707" y="326"/>
                    <a:pt x="707" y="141"/>
                  </a:cubicBezTo>
                  <a:lnTo>
                    <a:pt x="707" y="1"/>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5390" name="Google Shape;5390;p28"/>
          <p:cNvGrpSpPr/>
          <p:nvPr/>
        </p:nvGrpSpPr>
        <p:grpSpPr>
          <a:xfrm>
            <a:off x="2153791" y="1514357"/>
            <a:ext cx="304904" cy="327001"/>
            <a:chOff x="2153791" y="1514357"/>
            <a:chExt cx="304904" cy="327001"/>
          </a:xfrm>
        </p:grpSpPr>
        <p:sp>
          <p:nvSpPr>
            <p:cNvPr id="5391" name="Google Shape;5391;p28"/>
            <p:cNvSpPr/>
            <p:nvPr/>
          </p:nvSpPr>
          <p:spPr>
            <a:xfrm>
              <a:off x="2202573" y="1514357"/>
              <a:ext cx="256115" cy="327001"/>
            </a:xfrm>
            <a:custGeom>
              <a:rect b="b" l="l" r="r" t="t"/>
              <a:pathLst>
                <a:path extrusionOk="0" h="9210" w="7214">
                  <a:moveTo>
                    <a:pt x="438" y="1"/>
                  </a:moveTo>
                  <a:cubicBezTo>
                    <a:pt x="197" y="1"/>
                    <a:pt x="1" y="198"/>
                    <a:pt x="1" y="438"/>
                  </a:cubicBezTo>
                  <a:lnTo>
                    <a:pt x="1" y="8773"/>
                  </a:lnTo>
                  <a:cubicBezTo>
                    <a:pt x="1" y="9013"/>
                    <a:pt x="197" y="9209"/>
                    <a:pt x="438" y="9209"/>
                  </a:cubicBezTo>
                  <a:lnTo>
                    <a:pt x="6776" y="9209"/>
                  </a:lnTo>
                  <a:cubicBezTo>
                    <a:pt x="7016" y="9209"/>
                    <a:pt x="7213" y="9013"/>
                    <a:pt x="7213" y="8773"/>
                  </a:cubicBezTo>
                  <a:lnTo>
                    <a:pt x="7213" y="438"/>
                  </a:lnTo>
                  <a:cubicBezTo>
                    <a:pt x="7213" y="198"/>
                    <a:pt x="7016" y="1"/>
                    <a:pt x="6776" y="1"/>
                  </a:cubicBezTo>
                  <a:close/>
                </a:path>
              </a:pathLst>
            </a:cu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392" name="Google Shape;5392;p28"/>
            <p:cNvSpPr/>
            <p:nvPr/>
          </p:nvSpPr>
          <p:spPr>
            <a:xfrm>
              <a:off x="2429938" y="1514428"/>
              <a:ext cx="28757" cy="326930"/>
            </a:xfrm>
            <a:custGeom>
              <a:rect b="b" l="l" r="r" t="t"/>
              <a:pathLst>
                <a:path extrusionOk="0" h="9208" w="810">
                  <a:moveTo>
                    <a:pt x="377" y="0"/>
                  </a:moveTo>
                  <a:cubicBezTo>
                    <a:pt x="375" y="0"/>
                    <a:pt x="374" y="0"/>
                    <a:pt x="372" y="0"/>
                  </a:cubicBezTo>
                  <a:lnTo>
                    <a:pt x="1" y="0"/>
                  </a:lnTo>
                  <a:cubicBezTo>
                    <a:pt x="242" y="0"/>
                    <a:pt x="438" y="195"/>
                    <a:pt x="438" y="436"/>
                  </a:cubicBezTo>
                  <a:lnTo>
                    <a:pt x="438" y="8771"/>
                  </a:lnTo>
                  <a:cubicBezTo>
                    <a:pt x="438" y="9011"/>
                    <a:pt x="242" y="9207"/>
                    <a:pt x="1" y="9207"/>
                  </a:cubicBezTo>
                  <a:lnTo>
                    <a:pt x="372" y="9207"/>
                  </a:lnTo>
                  <a:cubicBezTo>
                    <a:pt x="612" y="9207"/>
                    <a:pt x="809" y="9013"/>
                    <a:pt x="809" y="8771"/>
                  </a:cubicBezTo>
                  <a:lnTo>
                    <a:pt x="809" y="436"/>
                  </a:lnTo>
                  <a:cubicBezTo>
                    <a:pt x="809" y="196"/>
                    <a:pt x="615" y="0"/>
                    <a:pt x="377"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393" name="Google Shape;5393;p28"/>
            <p:cNvSpPr/>
            <p:nvPr/>
          </p:nvSpPr>
          <p:spPr>
            <a:xfrm>
              <a:off x="2225224" y="1537043"/>
              <a:ext cx="210814" cy="266181"/>
            </a:xfrm>
            <a:custGeom>
              <a:rect b="b" l="l" r="r" t="t"/>
              <a:pathLst>
                <a:path extrusionOk="0" h="7497" w="5938">
                  <a:moveTo>
                    <a:pt x="222" y="1"/>
                  </a:moveTo>
                  <a:cubicBezTo>
                    <a:pt x="100" y="1"/>
                    <a:pt x="0" y="100"/>
                    <a:pt x="0" y="222"/>
                  </a:cubicBezTo>
                  <a:lnTo>
                    <a:pt x="0" y="7275"/>
                  </a:lnTo>
                  <a:cubicBezTo>
                    <a:pt x="0" y="7397"/>
                    <a:pt x="100" y="7497"/>
                    <a:pt x="222" y="7497"/>
                  </a:cubicBezTo>
                  <a:lnTo>
                    <a:pt x="5716" y="7497"/>
                  </a:lnTo>
                  <a:cubicBezTo>
                    <a:pt x="5839" y="7497"/>
                    <a:pt x="5938" y="7397"/>
                    <a:pt x="5938" y="7275"/>
                  </a:cubicBezTo>
                  <a:lnTo>
                    <a:pt x="5938" y="222"/>
                  </a:lnTo>
                  <a:cubicBezTo>
                    <a:pt x="5938" y="100"/>
                    <a:pt x="5839" y="1"/>
                    <a:pt x="5716" y="1"/>
                  </a:cubicBez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394" name="Google Shape;5394;p28"/>
            <p:cNvSpPr/>
            <p:nvPr/>
          </p:nvSpPr>
          <p:spPr>
            <a:xfrm>
              <a:off x="2415524" y="1537008"/>
              <a:ext cx="20520" cy="266181"/>
            </a:xfrm>
            <a:custGeom>
              <a:rect b="b" l="l" r="r" t="t"/>
              <a:pathLst>
                <a:path extrusionOk="0" h="7497" w="578">
                  <a:moveTo>
                    <a:pt x="1" y="0"/>
                  </a:moveTo>
                  <a:cubicBezTo>
                    <a:pt x="123" y="0"/>
                    <a:pt x="222" y="100"/>
                    <a:pt x="222" y="222"/>
                  </a:cubicBezTo>
                  <a:lnTo>
                    <a:pt x="222" y="7275"/>
                  </a:lnTo>
                  <a:cubicBezTo>
                    <a:pt x="222" y="7397"/>
                    <a:pt x="123" y="7496"/>
                    <a:pt x="1" y="7496"/>
                  </a:cubicBezTo>
                  <a:lnTo>
                    <a:pt x="356" y="7496"/>
                  </a:lnTo>
                  <a:cubicBezTo>
                    <a:pt x="479" y="7496"/>
                    <a:pt x="578" y="7397"/>
                    <a:pt x="578" y="7275"/>
                  </a:cubicBezTo>
                  <a:lnTo>
                    <a:pt x="578" y="222"/>
                  </a:lnTo>
                  <a:cubicBezTo>
                    <a:pt x="578" y="100"/>
                    <a:pt x="479" y="0"/>
                    <a:pt x="356"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395" name="Google Shape;5395;p28"/>
            <p:cNvSpPr/>
            <p:nvPr/>
          </p:nvSpPr>
          <p:spPr>
            <a:xfrm>
              <a:off x="2316540" y="1817488"/>
              <a:ext cx="28118" cy="9657"/>
            </a:xfrm>
            <a:custGeom>
              <a:rect b="b" l="l" r="r" t="t"/>
              <a:pathLst>
                <a:path extrusionOk="0" h="272" w="792">
                  <a:moveTo>
                    <a:pt x="135" y="1"/>
                  </a:moveTo>
                  <a:cubicBezTo>
                    <a:pt x="62" y="1"/>
                    <a:pt x="0" y="62"/>
                    <a:pt x="0" y="136"/>
                  </a:cubicBezTo>
                  <a:cubicBezTo>
                    <a:pt x="0" y="209"/>
                    <a:pt x="62" y="271"/>
                    <a:pt x="135" y="271"/>
                  </a:cubicBezTo>
                  <a:lnTo>
                    <a:pt x="658" y="271"/>
                  </a:lnTo>
                  <a:cubicBezTo>
                    <a:pt x="731" y="271"/>
                    <a:pt x="791" y="209"/>
                    <a:pt x="791" y="136"/>
                  </a:cubicBezTo>
                  <a:cubicBezTo>
                    <a:pt x="791" y="62"/>
                    <a:pt x="731" y="1"/>
                    <a:pt x="658"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396" name="Google Shape;5396;p28"/>
            <p:cNvSpPr/>
            <p:nvPr/>
          </p:nvSpPr>
          <p:spPr>
            <a:xfrm>
              <a:off x="2153897" y="1575991"/>
              <a:ext cx="181311" cy="132434"/>
            </a:xfrm>
            <a:custGeom>
              <a:rect b="b" l="l" r="r" t="t"/>
              <a:pathLst>
                <a:path extrusionOk="0" h="3730" w="5107">
                  <a:moveTo>
                    <a:pt x="2553" y="0"/>
                  </a:moveTo>
                  <a:cubicBezTo>
                    <a:pt x="2524" y="0"/>
                    <a:pt x="2494" y="10"/>
                    <a:pt x="2470" y="31"/>
                  </a:cubicBezTo>
                  <a:lnTo>
                    <a:pt x="1" y="2067"/>
                  </a:lnTo>
                  <a:lnTo>
                    <a:pt x="2470" y="3700"/>
                  </a:lnTo>
                  <a:cubicBezTo>
                    <a:pt x="2494" y="3719"/>
                    <a:pt x="2524" y="3729"/>
                    <a:pt x="2553" y="3729"/>
                  </a:cubicBezTo>
                  <a:cubicBezTo>
                    <a:pt x="2583" y="3729"/>
                    <a:pt x="2612" y="3719"/>
                    <a:pt x="2637" y="3700"/>
                  </a:cubicBezTo>
                  <a:lnTo>
                    <a:pt x="5106" y="2067"/>
                  </a:lnTo>
                  <a:lnTo>
                    <a:pt x="2637" y="31"/>
                  </a:lnTo>
                  <a:cubicBezTo>
                    <a:pt x="2612" y="10"/>
                    <a:pt x="2583" y="0"/>
                    <a:pt x="2553" y="0"/>
                  </a:cubicBezTo>
                  <a:close/>
                </a:path>
              </a:pathLst>
            </a:cu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397" name="Google Shape;5397;p28"/>
            <p:cNvSpPr/>
            <p:nvPr/>
          </p:nvSpPr>
          <p:spPr>
            <a:xfrm>
              <a:off x="2233497" y="1575920"/>
              <a:ext cx="101644" cy="80880"/>
            </a:xfrm>
            <a:custGeom>
              <a:rect b="b" l="l" r="r" t="t"/>
              <a:pathLst>
                <a:path extrusionOk="0" h="2278" w="2863">
                  <a:moveTo>
                    <a:pt x="309" y="1"/>
                  </a:moveTo>
                  <a:cubicBezTo>
                    <a:pt x="280" y="1"/>
                    <a:pt x="250" y="11"/>
                    <a:pt x="227" y="31"/>
                  </a:cubicBezTo>
                  <a:lnTo>
                    <a:pt x="1" y="218"/>
                  </a:lnTo>
                  <a:cubicBezTo>
                    <a:pt x="32" y="218"/>
                    <a:pt x="64" y="227"/>
                    <a:pt x="90" y="248"/>
                  </a:cubicBezTo>
                  <a:lnTo>
                    <a:pt x="2548" y="2277"/>
                  </a:lnTo>
                  <a:lnTo>
                    <a:pt x="2863" y="2069"/>
                  </a:lnTo>
                  <a:lnTo>
                    <a:pt x="393" y="31"/>
                  </a:lnTo>
                  <a:cubicBezTo>
                    <a:pt x="369" y="11"/>
                    <a:pt x="339" y="1"/>
                    <a:pt x="309"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398" name="Google Shape;5398;p28"/>
            <p:cNvSpPr/>
            <p:nvPr/>
          </p:nvSpPr>
          <p:spPr>
            <a:xfrm>
              <a:off x="2182300" y="1601163"/>
              <a:ext cx="124436" cy="116243"/>
            </a:xfrm>
            <a:custGeom>
              <a:rect b="b" l="l" r="r" t="t"/>
              <a:pathLst>
                <a:path extrusionOk="0" h="3274" w="3505">
                  <a:moveTo>
                    <a:pt x="96" y="1"/>
                  </a:moveTo>
                  <a:cubicBezTo>
                    <a:pt x="44" y="1"/>
                    <a:pt x="1" y="44"/>
                    <a:pt x="1" y="97"/>
                  </a:cubicBezTo>
                  <a:lnTo>
                    <a:pt x="1" y="2141"/>
                  </a:lnTo>
                  <a:lnTo>
                    <a:pt x="1684" y="3253"/>
                  </a:lnTo>
                  <a:cubicBezTo>
                    <a:pt x="1705" y="3267"/>
                    <a:pt x="1729" y="3273"/>
                    <a:pt x="1753" y="3273"/>
                  </a:cubicBezTo>
                  <a:cubicBezTo>
                    <a:pt x="1776" y="3273"/>
                    <a:pt x="1800" y="3267"/>
                    <a:pt x="1821" y="3253"/>
                  </a:cubicBezTo>
                  <a:lnTo>
                    <a:pt x="3505" y="2141"/>
                  </a:lnTo>
                  <a:lnTo>
                    <a:pt x="3505" y="97"/>
                  </a:lnTo>
                  <a:cubicBezTo>
                    <a:pt x="3505" y="44"/>
                    <a:pt x="3462" y="1"/>
                    <a:pt x="3410" y="1"/>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399" name="Google Shape;5399;p28"/>
            <p:cNvSpPr/>
            <p:nvPr/>
          </p:nvSpPr>
          <p:spPr>
            <a:xfrm>
              <a:off x="2289699" y="1601163"/>
              <a:ext cx="17041" cy="76016"/>
            </a:xfrm>
            <a:custGeom>
              <a:rect b="b" l="l" r="r" t="t"/>
              <a:pathLst>
                <a:path extrusionOk="0" h="2141" w="480">
                  <a:moveTo>
                    <a:pt x="1" y="1"/>
                  </a:moveTo>
                  <a:cubicBezTo>
                    <a:pt x="54" y="1"/>
                    <a:pt x="97" y="44"/>
                    <a:pt x="97" y="97"/>
                  </a:cubicBezTo>
                  <a:lnTo>
                    <a:pt x="97" y="2141"/>
                  </a:lnTo>
                  <a:lnTo>
                    <a:pt x="480" y="1886"/>
                  </a:lnTo>
                  <a:lnTo>
                    <a:pt x="480" y="97"/>
                  </a:lnTo>
                  <a:cubicBezTo>
                    <a:pt x="480" y="44"/>
                    <a:pt x="437" y="1"/>
                    <a:pt x="385"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400" name="Google Shape;5400;p28"/>
            <p:cNvSpPr/>
            <p:nvPr/>
          </p:nvSpPr>
          <p:spPr>
            <a:xfrm>
              <a:off x="2205413" y="1624170"/>
              <a:ext cx="78177" cy="9622"/>
            </a:xfrm>
            <a:custGeom>
              <a:rect b="b" l="l" r="r" t="t"/>
              <a:pathLst>
                <a:path extrusionOk="0" h="271" w="2202">
                  <a:moveTo>
                    <a:pt x="135" y="0"/>
                  </a:moveTo>
                  <a:cubicBezTo>
                    <a:pt x="62" y="0"/>
                    <a:pt x="0" y="62"/>
                    <a:pt x="0" y="136"/>
                  </a:cubicBezTo>
                  <a:cubicBezTo>
                    <a:pt x="0" y="209"/>
                    <a:pt x="62" y="271"/>
                    <a:pt x="135" y="271"/>
                  </a:cubicBezTo>
                  <a:lnTo>
                    <a:pt x="2068" y="271"/>
                  </a:lnTo>
                  <a:cubicBezTo>
                    <a:pt x="2141" y="271"/>
                    <a:pt x="2202" y="212"/>
                    <a:pt x="2202" y="136"/>
                  </a:cubicBezTo>
                  <a:cubicBezTo>
                    <a:pt x="2202" y="62"/>
                    <a:pt x="2141" y="0"/>
                    <a:pt x="2068"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401" name="Google Shape;5401;p28"/>
            <p:cNvSpPr/>
            <p:nvPr/>
          </p:nvSpPr>
          <p:spPr>
            <a:xfrm>
              <a:off x="2205413" y="1644549"/>
              <a:ext cx="78177" cy="9622"/>
            </a:xfrm>
            <a:custGeom>
              <a:rect b="b" l="l" r="r" t="t"/>
              <a:pathLst>
                <a:path extrusionOk="0" h="271" w="2202">
                  <a:moveTo>
                    <a:pt x="135" y="0"/>
                  </a:moveTo>
                  <a:cubicBezTo>
                    <a:pt x="62" y="0"/>
                    <a:pt x="0" y="62"/>
                    <a:pt x="0" y="136"/>
                  </a:cubicBezTo>
                  <a:cubicBezTo>
                    <a:pt x="0" y="209"/>
                    <a:pt x="62" y="271"/>
                    <a:pt x="135" y="271"/>
                  </a:cubicBezTo>
                  <a:lnTo>
                    <a:pt x="2068" y="271"/>
                  </a:lnTo>
                  <a:cubicBezTo>
                    <a:pt x="2141" y="271"/>
                    <a:pt x="2202" y="211"/>
                    <a:pt x="2202" y="136"/>
                  </a:cubicBezTo>
                  <a:cubicBezTo>
                    <a:pt x="2202" y="62"/>
                    <a:pt x="2141" y="0"/>
                    <a:pt x="2068"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402" name="Google Shape;5402;p28"/>
            <p:cNvSpPr/>
            <p:nvPr/>
          </p:nvSpPr>
          <p:spPr>
            <a:xfrm>
              <a:off x="2221070" y="1664928"/>
              <a:ext cx="46863" cy="9586"/>
            </a:xfrm>
            <a:custGeom>
              <a:rect b="b" l="l" r="r" t="t"/>
              <a:pathLst>
                <a:path extrusionOk="0" h="270" w="1320">
                  <a:moveTo>
                    <a:pt x="135" y="1"/>
                  </a:moveTo>
                  <a:cubicBezTo>
                    <a:pt x="61" y="1"/>
                    <a:pt x="1" y="61"/>
                    <a:pt x="1" y="136"/>
                  </a:cubicBezTo>
                  <a:cubicBezTo>
                    <a:pt x="1" y="209"/>
                    <a:pt x="61" y="270"/>
                    <a:pt x="135" y="270"/>
                  </a:cubicBezTo>
                  <a:lnTo>
                    <a:pt x="1184" y="270"/>
                  </a:lnTo>
                  <a:cubicBezTo>
                    <a:pt x="1260" y="270"/>
                    <a:pt x="1319" y="211"/>
                    <a:pt x="1319" y="136"/>
                  </a:cubicBezTo>
                  <a:cubicBezTo>
                    <a:pt x="1319" y="61"/>
                    <a:pt x="1257" y="1"/>
                    <a:pt x="1184"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403" name="Google Shape;5403;p28"/>
            <p:cNvSpPr/>
            <p:nvPr/>
          </p:nvSpPr>
          <p:spPr>
            <a:xfrm>
              <a:off x="2330209" y="1610891"/>
              <a:ext cx="9834" cy="9870"/>
            </a:xfrm>
            <a:custGeom>
              <a:rect b="b" l="l" r="r" t="t"/>
              <a:pathLst>
                <a:path extrusionOk="0" h="278" w="277">
                  <a:moveTo>
                    <a:pt x="139" y="0"/>
                  </a:moveTo>
                  <a:cubicBezTo>
                    <a:pt x="63" y="0"/>
                    <a:pt x="1" y="62"/>
                    <a:pt x="1" y="138"/>
                  </a:cubicBezTo>
                  <a:cubicBezTo>
                    <a:pt x="1" y="216"/>
                    <a:pt x="63" y="278"/>
                    <a:pt x="139" y="278"/>
                  </a:cubicBezTo>
                  <a:cubicBezTo>
                    <a:pt x="215" y="278"/>
                    <a:pt x="277" y="216"/>
                    <a:pt x="277" y="138"/>
                  </a:cubicBezTo>
                  <a:cubicBezTo>
                    <a:pt x="277" y="62"/>
                    <a:pt x="215" y="0"/>
                    <a:pt x="139" y="0"/>
                  </a:cubicBezTo>
                  <a:close/>
                </a:path>
              </a:pathLst>
            </a:custGeom>
            <a:solidFill>
              <a:schemeClr val="accent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404" name="Google Shape;5404;p28"/>
            <p:cNvSpPr/>
            <p:nvPr/>
          </p:nvSpPr>
          <p:spPr>
            <a:xfrm>
              <a:off x="2327865" y="1570275"/>
              <a:ext cx="56342" cy="53329"/>
            </a:xfrm>
            <a:custGeom>
              <a:rect b="b" l="l" r="r" t="t"/>
              <a:pathLst>
                <a:path extrusionOk="0" h="1502" w="1587">
                  <a:moveTo>
                    <a:pt x="426" y="0"/>
                  </a:moveTo>
                  <a:cubicBezTo>
                    <a:pt x="321" y="0"/>
                    <a:pt x="215" y="16"/>
                    <a:pt x="111" y="48"/>
                  </a:cubicBezTo>
                  <a:cubicBezTo>
                    <a:pt x="39" y="69"/>
                    <a:pt x="0" y="144"/>
                    <a:pt x="22" y="216"/>
                  </a:cubicBezTo>
                  <a:cubicBezTo>
                    <a:pt x="40" y="275"/>
                    <a:pt x="93" y="312"/>
                    <a:pt x="151" y="312"/>
                  </a:cubicBezTo>
                  <a:cubicBezTo>
                    <a:pt x="164" y="312"/>
                    <a:pt x="177" y="311"/>
                    <a:pt x="190" y="307"/>
                  </a:cubicBezTo>
                  <a:cubicBezTo>
                    <a:pt x="269" y="282"/>
                    <a:pt x="349" y="271"/>
                    <a:pt x="428" y="271"/>
                  </a:cubicBezTo>
                  <a:cubicBezTo>
                    <a:pt x="642" y="271"/>
                    <a:pt x="851" y="355"/>
                    <a:pt x="1008" y="512"/>
                  </a:cubicBezTo>
                  <a:cubicBezTo>
                    <a:pt x="1219" y="725"/>
                    <a:pt x="1298" y="1039"/>
                    <a:pt x="1212" y="1328"/>
                  </a:cubicBezTo>
                  <a:cubicBezTo>
                    <a:pt x="1191" y="1399"/>
                    <a:pt x="1231" y="1474"/>
                    <a:pt x="1303" y="1495"/>
                  </a:cubicBezTo>
                  <a:cubicBezTo>
                    <a:pt x="1317" y="1500"/>
                    <a:pt x="1329" y="1501"/>
                    <a:pt x="1342" y="1501"/>
                  </a:cubicBezTo>
                  <a:cubicBezTo>
                    <a:pt x="1401" y="1501"/>
                    <a:pt x="1455" y="1464"/>
                    <a:pt x="1471" y="1407"/>
                  </a:cubicBezTo>
                  <a:cubicBezTo>
                    <a:pt x="1586" y="1022"/>
                    <a:pt x="1483" y="607"/>
                    <a:pt x="1198" y="322"/>
                  </a:cubicBezTo>
                  <a:cubicBezTo>
                    <a:pt x="989" y="113"/>
                    <a:pt x="710" y="0"/>
                    <a:pt x="426" y="0"/>
                  </a:cubicBezTo>
                  <a:close/>
                </a:path>
              </a:pathLst>
            </a:custGeom>
            <a:solidFill>
              <a:schemeClr val="accent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405" name="Google Shape;5405;p28"/>
            <p:cNvSpPr/>
            <p:nvPr/>
          </p:nvSpPr>
          <p:spPr>
            <a:xfrm>
              <a:off x="2336564" y="1592855"/>
              <a:ext cx="23574" cy="22084"/>
            </a:xfrm>
            <a:custGeom>
              <a:rect b="b" l="l" r="r" t="t"/>
              <a:pathLst>
                <a:path extrusionOk="0" h="622" w="664">
                  <a:moveTo>
                    <a:pt x="228" y="0"/>
                  </a:moveTo>
                  <a:cubicBezTo>
                    <a:pt x="189" y="0"/>
                    <a:pt x="149" y="6"/>
                    <a:pt x="111" y="17"/>
                  </a:cubicBezTo>
                  <a:cubicBezTo>
                    <a:pt x="39" y="39"/>
                    <a:pt x="0" y="115"/>
                    <a:pt x="22" y="187"/>
                  </a:cubicBezTo>
                  <a:cubicBezTo>
                    <a:pt x="39" y="246"/>
                    <a:pt x="92" y="282"/>
                    <a:pt x="150" y="282"/>
                  </a:cubicBezTo>
                  <a:cubicBezTo>
                    <a:pt x="163" y="282"/>
                    <a:pt x="177" y="280"/>
                    <a:pt x="190" y="276"/>
                  </a:cubicBezTo>
                  <a:cubicBezTo>
                    <a:pt x="203" y="273"/>
                    <a:pt x="216" y="271"/>
                    <a:pt x="228" y="271"/>
                  </a:cubicBezTo>
                  <a:cubicBezTo>
                    <a:pt x="265" y="271"/>
                    <a:pt x="300" y="286"/>
                    <a:pt x="327" y="312"/>
                  </a:cubicBezTo>
                  <a:cubicBezTo>
                    <a:pt x="363" y="348"/>
                    <a:pt x="376" y="400"/>
                    <a:pt x="361" y="449"/>
                  </a:cubicBezTo>
                  <a:cubicBezTo>
                    <a:pt x="340" y="520"/>
                    <a:pt x="379" y="594"/>
                    <a:pt x="451" y="616"/>
                  </a:cubicBezTo>
                  <a:cubicBezTo>
                    <a:pt x="465" y="620"/>
                    <a:pt x="478" y="622"/>
                    <a:pt x="491" y="622"/>
                  </a:cubicBezTo>
                  <a:cubicBezTo>
                    <a:pt x="548" y="622"/>
                    <a:pt x="602" y="584"/>
                    <a:pt x="620" y="524"/>
                  </a:cubicBezTo>
                  <a:cubicBezTo>
                    <a:pt x="663" y="380"/>
                    <a:pt x="623" y="226"/>
                    <a:pt x="518" y="120"/>
                  </a:cubicBezTo>
                  <a:cubicBezTo>
                    <a:pt x="440" y="43"/>
                    <a:pt x="335" y="0"/>
                    <a:pt x="228" y="0"/>
                  </a:cubicBezTo>
                  <a:close/>
                </a:path>
              </a:pathLst>
            </a:custGeom>
            <a:solidFill>
              <a:schemeClr val="accent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406" name="Google Shape;5406;p28"/>
            <p:cNvSpPr/>
            <p:nvPr/>
          </p:nvSpPr>
          <p:spPr>
            <a:xfrm>
              <a:off x="2153791" y="1649413"/>
              <a:ext cx="181311" cy="131333"/>
            </a:xfrm>
            <a:custGeom>
              <a:rect b="b" l="l" r="r" t="t"/>
              <a:pathLst>
                <a:path extrusionOk="0" h="3699" w="5107">
                  <a:moveTo>
                    <a:pt x="1" y="0"/>
                  </a:moveTo>
                  <a:lnTo>
                    <a:pt x="1" y="3547"/>
                  </a:lnTo>
                  <a:cubicBezTo>
                    <a:pt x="1" y="3631"/>
                    <a:pt x="70" y="3698"/>
                    <a:pt x="152" y="3698"/>
                  </a:cubicBezTo>
                  <a:lnTo>
                    <a:pt x="4955" y="3698"/>
                  </a:lnTo>
                  <a:cubicBezTo>
                    <a:pt x="5037" y="3698"/>
                    <a:pt x="5106" y="3631"/>
                    <a:pt x="5106" y="3547"/>
                  </a:cubicBezTo>
                  <a:lnTo>
                    <a:pt x="5106" y="0"/>
                  </a:lnTo>
                  <a:lnTo>
                    <a:pt x="2620" y="1642"/>
                  </a:lnTo>
                  <a:cubicBezTo>
                    <a:pt x="2601" y="1656"/>
                    <a:pt x="2578" y="1663"/>
                    <a:pt x="2555" y="1663"/>
                  </a:cubicBezTo>
                  <a:cubicBezTo>
                    <a:pt x="2532" y="1663"/>
                    <a:pt x="2508" y="1656"/>
                    <a:pt x="2487" y="1642"/>
                  </a:cubicBezTo>
                  <a:lnTo>
                    <a:pt x="1" y="0"/>
                  </a:lnTo>
                  <a:close/>
                </a:path>
              </a:pathLst>
            </a:cu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407" name="Google Shape;5407;p28"/>
            <p:cNvSpPr/>
            <p:nvPr/>
          </p:nvSpPr>
          <p:spPr>
            <a:xfrm>
              <a:off x="2316611" y="1649342"/>
              <a:ext cx="18532" cy="131369"/>
            </a:xfrm>
            <a:custGeom>
              <a:rect b="b" l="l" r="r" t="t"/>
              <a:pathLst>
                <a:path extrusionOk="0" h="3700" w="522">
                  <a:moveTo>
                    <a:pt x="522" y="1"/>
                  </a:moveTo>
                  <a:lnTo>
                    <a:pt x="152" y="245"/>
                  </a:lnTo>
                  <a:lnTo>
                    <a:pt x="152" y="3548"/>
                  </a:lnTo>
                  <a:cubicBezTo>
                    <a:pt x="152" y="3630"/>
                    <a:pt x="83" y="3699"/>
                    <a:pt x="1" y="3699"/>
                  </a:cubicBezTo>
                  <a:lnTo>
                    <a:pt x="371" y="3699"/>
                  </a:lnTo>
                  <a:cubicBezTo>
                    <a:pt x="454" y="3699"/>
                    <a:pt x="522" y="3630"/>
                    <a:pt x="522" y="3548"/>
                  </a:cubicBezTo>
                  <a:lnTo>
                    <a:pt x="522" y="1"/>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5408" name="Google Shape;5408;p28"/>
          <p:cNvGrpSpPr/>
          <p:nvPr/>
        </p:nvGrpSpPr>
        <p:grpSpPr>
          <a:xfrm>
            <a:off x="1495375" y="1515173"/>
            <a:ext cx="327024" cy="325393"/>
            <a:chOff x="1495375" y="1515173"/>
            <a:chExt cx="327024" cy="325393"/>
          </a:xfrm>
        </p:grpSpPr>
        <p:sp>
          <p:nvSpPr>
            <p:cNvPr id="5409" name="Google Shape;5409;p28"/>
            <p:cNvSpPr/>
            <p:nvPr/>
          </p:nvSpPr>
          <p:spPr>
            <a:xfrm>
              <a:off x="1495375" y="1561541"/>
              <a:ext cx="327014" cy="208130"/>
            </a:xfrm>
            <a:custGeom>
              <a:rect b="b" l="l" r="r" t="t"/>
              <a:pathLst>
                <a:path extrusionOk="0" h="5862" w="9211">
                  <a:moveTo>
                    <a:pt x="339" y="0"/>
                  </a:moveTo>
                  <a:cubicBezTo>
                    <a:pt x="152" y="0"/>
                    <a:pt x="1" y="151"/>
                    <a:pt x="1" y="338"/>
                  </a:cubicBezTo>
                  <a:lnTo>
                    <a:pt x="1" y="5522"/>
                  </a:lnTo>
                  <a:cubicBezTo>
                    <a:pt x="1" y="5710"/>
                    <a:pt x="152" y="5861"/>
                    <a:pt x="339" y="5861"/>
                  </a:cubicBezTo>
                  <a:lnTo>
                    <a:pt x="8873" y="5861"/>
                  </a:lnTo>
                  <a:cubicBezTo>
                    <a:pt x="9060" y="5861"/>
                    <a:pt x="9211" y="5710"/>
                    <a:pt x="9211" y="5522"/>
                  </a:cubicBezTo>
                  <a:lnTo>
                    <a:pt x="9211" y="338"/>
                  </a:lnTo>
                  <a:cubicBezTo>
                    <a:pt x="9211" y="151"/>
                    <a:pt x="9060" y="0"/>
                    <a:pt x="8873" y="0"/>
                  </a:cubicBez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410" name="Google Shape;5410;p28"/>
            <p:cNvSpPr/>
            <p:nvPr/>
          </p:nvSpPr>
          <p:spPr>
            <a:xfrm>
              <a:off x="1797192" y="1561541"/>
              <a:ext cx="25207" cy="213598"/>
            </a:xfrm>
            <a:custGeom>
              <a:rect b="b" l="l" r="r" t="t"/>
              <a:pathLst>
                <a:path extrusionOk="0" h="6016" w="710">
                  <a:moveTo>
                    <a:pt x="0" y="0"/>
                  </a:moveTo>
                  <a:cubicBezTo>
                    <a:pt x="187" y="0"/>
                    <a:pt x="338" y="151"/>
                    <a:pt x="338" y="338"/>
                  </a:cubicBezTo>
                  <a:lnTo>
                    <a:pt x="338" y="5677"/>
                  </a:lnTo>
                  <a:cubicBezTo>
                    <a:pt x="338" y="5864"/>
                    <a:pt x="187" y="6015"/>
                    <a:pt x="0" y="6015"/>
                  </a:cubicBezTo>
                  <a:lnTo>
                    <a:pt x="372" y="6015"/>
                  </a:lnTo>
                  <a:cubicBezTo>
                    <a:pt x="559" y="6015"/>
                    <a:pt x="710" y="5864"/>
                    <a:pt x="710" y="5677"/>
                  </a:cubicBezTo>
                  <a:lnTo>
                    <a:pt x="710" y="340"/>
                  </a:lnTo>
                  <a:cubicBezTo>
                    <a:pt x="710" y="153"/>
                    <a:pt x="559" y="1"/>
                    <a:pt x="372"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411" name="Google Shape;5411;p28"/>
            <p:cNvSpPr/>
            <p:nvPr/>
          </p:nvSpPr>
          <p:spPr>
            <a:xfrm>
              <a:off x="1627626" y="1773818"/>
              <a:ext cx="62520" cy="40582"/>
            </a:xfrm>
            <a:custGeom>
              <a:rect b="b" l="l" r="r" t="t"/>
              <a:pathLst>
                <a:path extrusionOk="0" h="1143" w="1761">
                  <a:moveTo>
                    <a:pt x="150" y="0"/>
                  </a:moveTo>
                  <a:cubicBezTo>
                    <a:pt x="150" y="0"/>
                    <a:pt x="99" y="740"/>
                    <a:pt x="0" y="1143"/>
                  </a:cubicBezTo>
                  <a:lnTo>
                    <a:pt x="1760" y="1143"/>
                  </a:lnTo>
                  <a:cubicBezTo>
                    <a:pt x="1661" y="740"/>
                    <a:pt x="1613" y="0"/>
                    <a:pt x="1613" y="0"/>
                  </a:cubicBez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412" name="Google Shape;5412;p28"/>
            <p:cNvSpPr/>
            <p:nvPr/>
          </p:nvSpPr>
          <p:spPr>
            <a:xfrm>
              <a:off x="1670870" y="1773818"/>
              <a:ext cx="19278" cy="40582"/>
            </a:xfrm>
            <a:custGeom>
              <a:rect b="b" l="l" r="r" t="t"/>
              <a:pathLst>
                <a:path extrusionOk="0" h="1143" w="543">
                  <a:moveTo>
                    <a:pt x="1" y="0"/>
                  </a:moveTo>
                  <a:cubicBezTo>
                    <a:pt x="1" y="0"/>
                    <a:pt x="51" y="740"/>
                    <a:pt x="151" y="1143"/>
                  </a:cubicBezTo>
                  <a:lnTo>
                    <a:pt x="542" y="1143"/>
                  </a:lnTo>
                  <a:cubicBezTo>
                    <a:pt x="443" y="740"/>
                    <a:pt x="395" y="0"/>
                    <a:pt x="392"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413" name="Google Shape;5413;p28"/>
            <p:cNvSpPr/>
            <p:nvPr/>
          </p:nvSpPr>
          <p:spPr>
            <a:xfrm>
              <a:off x="1495375" y="1740090"/>
              <a:ext cx="327014" cy="35079"/>
            </a:xfrm>
            <a:custGeom>
              <a:rect b="b" l="l" r="r" t="t"/>
              <a:pathLst>
                <a:path extrusionOk="0" h="988" w="9211">
                  <a:moveTo>
                    <a:pt x="1" y="0"/>
                  </a:moveTo>
                  <a:lnTo>
                    <a:pt x="1" y="649"/>
                  </a:lnTo>
                  <a:cubicBezTo>
                    <a:pt x="1" y="837"/>
                    <a:pt x="152" y="988"/>
                    <a:pt x="339" y="988"/>
                  </a:cubicBezTo>
                  <a:lnTo>
                    <a:pt x="8873" y="988"/>
                  </a:lnTo>
                  <a:cubicBezTo>
                    <a:pt x="9060" y="988"/>
                    <a:pt x="9211" y="837"/>
                    <a:pt x="9211" y="649"/>
                  </a:cubicBezTo>
                  <a:lnTo>
                    <a:pt x="9211" y="0"/>
                  </a:lnTo>
                  <a:close/>
                </a:path>
              </a:pathLst>
            </a:cu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414" name="Google Shape;5414;p28"/>
            <p:cNvSpPr/>
            <p:nvPr/>
          </p:nvSpPr>
          <p:spPr>
            <a:xfrm>
              <a:off x="1797192" y="1740090"/>
              <a:ext cx="25207" cy="35079"/>
            </a:xfrm>
            <a:custGeom>
              <a:rect b="b" l="l" r="r" t="t"/>
              <a:pathLst>
                <a:path extrusionOk="0" h="988" w="710">
                  <a:moveTo>
                    <a:pt x="338" y="0"/>
                  </a:moveTo>
                  <a:lnTo>
                    <a:pt x="338" y="649"/>
                  </a:lnTo>
                  <a:cubicBezTo>
                    <a:pt x="338" y="837"/>
                    <a:pt x="187" y="988"/>
                    <a:pt x="0" y="988"/>
                  </a:cubicBezTo>
                  <a:lnTo>
                    <a:pt x="372" y="988"/>
                  </a:lnTo>
                  <a:cubicBezTo>
                    <a:pt x="559" y="988"/>
                    <a:pt x="710" y="837"/>
                    <a:pt x="710" y="649"/>
                  </a:cubicBezTo>
                  <a:lnTo>
                    <a:pt x="710" y="0"/>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415" name="Google Shape;5415;p28"/>
            <p:cNvSpPr/>
            <p:nvPr/>
          </p:nvSpPr>
          <p:spPr>
            <a:xfrm>
              <a:off x="1560844" y="1813050"/>
              <a:ext cx="196222" cy="27516"/>
            </a:xfrm>
            <a:custGeom>
              <a:rect b="b" l="l" r="r" t="t"/>
              <a:pathLst>
                <a:path extrusionOk="0" h="775" w="5527">
                  <a:moveTo>
                    <a:pt x="589" y="0"/>
                  </a:moveTo>
                  <a:cubicBezTo>
                    <a:pt x="264" y="0"/>
                    <a:pt x="0" y="264"/>
                    <a:pt x="0" y="587"/>
                  </a:cubicBezTo>
                  <a:lnTo>
                    <a:pt x="0" y="775"/>
                  </a:lnTo>
                  <a:lnTo>
                    <a:pt x="5526" y="775"/>
                  </a:lnTo>
                  <a:lnTo>
                    <a:pt x="5526" y="587"/>
                  </a:lnTo>
                  <a:cubicBezTo>
                    <a:pt x="5526" y="262"/>
                    <a:pt x="5261" y="0"/>
                    <a:pt x="4938" y="0"/>
                  </a:cubicBezTo>
                  <a:close/>
                </a:path>
              </a:pathLst>
            </a:cu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416" name="Google Shape;5416;p28"/>
            <p:cNvSpPr/>
            <p:nvPr/>
          </p:nvSpPr>
          <p:spPr>
            <a:xfrm>
              <a:off x="1722066" y="1813050"/>
              <a:ext cx="34934" cy="27516"/>
            </a:xfrm>
            <a:custGeom>
              <a:rect b="b" l="l" r="r" t="t"/>
              <a:pathLst>
                <a:path extrusionOk="0" h="775" w="984">
                  <a:moveTo>
                    <a:pt x="1" y="0"/>
                  </a:moveTo>
                  <a:cubicBezTo>
                    <a:pt x="328" y="0"/>
                    <a:pt x="589" y="264"/>
                    <a:pt x="589" y="587"/>
                  </a:cubicBezTo>
                  <a:lnTo>
                    <a:pt x="589" y="775"/>
                  </a:lnTo>
                  <a:lnTo>
                    <a:pt x="984" y="775"/>
                  </a:lnTo>
                  <a:lnTo>
                    <a:pt x="984" y="587"/>
                  </a:lnTo>
                  <a:cubicBezTo>
                    <a:pt x="984" y="264"/>
                    <a:pt x="720" y="0"/>
                    <a:pt x="395"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417" name="Google Shape;5417;p28"/>
            <p:cNvSpPr/>
            <p:nvPr/>
          </p:nvSpPr>
          <p:spPr>
            <a:xfrm>
              <a:off x="1517423" y="1643732"/>
              <a:ext cx="117726" cy="76407"/>
            </a:xfrm>
            <a:custGeom>
              <a:rect b="b" l="l" r="r" t="t"/>
              <a:pathLst>
                <a:path extrusionOk="0" h="2152" w="3316">
                  <a:moveTo>
                    <a:pt x="415" y="0"/>
                  </a:moveTo>
                  <a:cubicBezTo>
                    <a:pt x="227" y="416"/>
                    <a:pt x="0" y="903"/>
                    <a:pt x="98" y="1370"/>
                  </a:cubicBezTo>
                  <a:cubicBezTo>
                    <a:pt x="203" y="1875"/>
                    <a:pt x="594" y="2116"/>
                    <a:pt x="1076" y="2152"/>
                  </a:cubicBezTo>
                  <a:lnTo>
                    <a:pt x="2238" y="2152"/>
                  </a:lnTo>
                  <a:cubicBezTo>
                    <a:pt x="2720" y="2116"/>
                    <a:pt x="3113" y="1875"/>
                    <a:pt x="3216" y="1370"/>
                  </a:cubicBezTo>
                  <a:cubicBezTo>
                    <a:pt x="3316" y="903"/>
                    <a:pt x="3088" y="416"/>
                    <a:pt x="2901" y="0"/>
                  </a:cubicBezTo>
                  <a:close/>
                </a:path>
              </a:pathLst>
            </a:cu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418" name="Google Shape;5418;p28"/>
            <p:cNvSpPr/>
            <p:nvPr/>
          </p:nvSpPr>
          <p:spPr>
            <a:xfrm>
              <a:off x="1591022" y="1643768"/>
              <a:ext cx="44130" cy="76371"/>
            </a:xfrm>
            <a:custGeom>
              <a:rect b="b" l="l" r="r" t="t"/>
              <a:pathLst>
                <a:path extrusionOk="0" h="2151" w="1243">
                  <a:moveTo>
                    <a:pt x="445" y="1"/>
                  </a:moveTo>
                  <a:cubicBezTo>
                    <a:pt x="630" y="412"/>
                    <a:pt x="861" y="985"/>
                    <a:pt x="775" y="1401"/>
                  </a:cubicBezTo>
                  <a:cubicBezTo>
                    <a:pt x="684" y="1830"/>
                    <a:pt x="386" y="2067"/>
                    <a:pt x="1" y="2151"/>
                  </a:cubicBezTo>
                  <a:lnTo>
                    <a:pt x="166" y="2151"/>
                  </a:lnTo>
                  <a:cubicBezTo>
                    <a:pt x="648" y="2115"/>
                    <a:pt x="1040" y="1876"/>
                    <a:pt x="1145" y="1369"/>
                  </a:cubicBezTo>
                  <a:cubicBezTo>
                    <a:pt x="1243" y="902"/>
                    <a:pt x="1015" y="415"/>
                    <a:pt x="828"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419" name="Google Shape;5419;p28"/>
            <p:cNvSpPr/>
            <p:nvPr/>
          </p:nvSpPr>
          <p:spPr>
            <a:xfrm>
              <a:off x="1531624" y="1608229"/>
              <a:ext cx="89289" cy="90928"/>
            </a:xfrm>
            <a:custGeom>
              <a:rect b="b" l="l" r="r" t="t"/>
              <a:pathLst>
                <a:path extrusionOk="0" h="2561" w="2515">
                  <a:moveTo>
                    <a:pt x="1256" y="0"/>
                  </a:moveTo>
                  <a:lnTo>
                    <a:pt x="0" y="828"/>
                  </a:lnTo>
                  <a:lnTo>
                    <a:pt x="0" y="1303"/>
                  </a:lnTo>
                  <a:cubicBezTo>
                    <a:pt x="0" y="1996"/>
                    <a:pt x="563" y="2560"/>
                    <a:pt x="1256" y="2560"/>
                  </a:cubicBezTo>
                  <a:cubicBezTo>
                    <a:pt x="1951" y="2560"/>
                    <a:pt x="2514" y="1996"/>
                    <a:pt x="2514" y="1303"/>
                  </a:cubicBezTo>
                  <a:lnTo>
                    <a:pt x="2514" y="828"/>
                  </a:lnTo>
                  <a:lnTo>
                    <a:pt x="1256" y="0"/>
                  </a:ln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420" name="Google Shape;5420;p28"/>
            <p:cNvSpPr/>
            <p:nvPr/>
          </p:nvSpPr>
          <p:spPr>
            <a:xfrm>
              <a:off x="1514511" y="1632762"/>
              <a:ext cx="20698" cy="24037"/>
            </a:xfrm>
            <a:custGeom>
              <a:rect b="b" l="l" r="r" t="t"/>
              <a:pathLst>
                <a:path extrusionOk="0" h="677" w="583">
                  <a:moveTo>
                    <a:pt x="338" y="0"/>
                  </a:moveTo>
                  <a:cubicBezTo>
                    <a:pt x="151" y="0"/>
                    <a:pt x="0" y="151"/>
                    <a:pt x="0" y="338"/>
                  </a:cubicBezTo>
                  <a:cubicBezTo>
                    <a:pt x="0" y="525"/>
                    <a:pt x="151" y="676"/>
                    <a:pt x="338" y="676"/>
                  </a:cubicBezTo>
                  <a:lnTo>
                    <a:pt x="583" y="676"/>
                  </a:lnTo>
                  <a:lnTo>
                    <a:pt x="583" y="0"/>
                  </a:ln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421" name="Google Shape;5421;p28"/>
            <p:cNvSpPr/>
            <p:nvPr/>
          </p:nvSpPr>
          <p:spPr>
            <a:xfrm>
              <a:off x="1617046" y="1632762"/>
              <a:ext cx="20982" cy="24037"/>
            </a:xfrm>
            <a:custGeom>
              <a:rect b="b" l="l" r="r" t="t"/>
              <a:pathLst>
                <a:path extrusionOk="0" h="677" w="591">
                  <a:moveTo>
                    <a:pt x="0" y="0"/>
                  </a:moveTo>
                  <a:lnTo>
                    <a:pt x="0" y="676"/>
                  </a:lnTo>
                  <a:lnTo>
                    <a:pt x="252" y="676"/>
                  </a:lnTo>
                  <a:cubicBezTo>
                    <a:pt x="439" y="676"/>
                    <a:pt x="590" y="525"/>
                    <a:pt x="590" y="338"/>
                  </a:cubicBezTo>
                  <a:cubicBezTo>
                    <a:pt x="590" y="151"/>
                    <a:pt x="439" y="0"/>
                    <a:pt x="252" y="0"/>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422" name="Google Shape;5422;p28"/>
            <p:cNvSpPr/>
            <p:nvPr/>
          </p:nvSpPr>
          <p:spPr>
            <a:xfrm>
              <a:off x="1620881" y="1633117"/>
              <a:ext cx="17148" cy="23682"/>
            </a:xfrm>
            <a:custGeom>
              <a:rect b="b" l="l" r="r" t="t"/>
              <a:pathLst>
                <a:path extrusionOk="0" h="667" w="483">
                  <a:moveTo>
                    <a:pt x="230" y="0"/>
                  </a:moveTo>
                  <a:cubicBezTo>
                    <a:pt x="253" y="46"/>
                    <a:pt x="266" y="98"/>
                    <a:pt x="266" y="154"/>
                  </a:cubicBezTo>
                  <a:cubicBezTo>
                    <a:pt x="266" y="315"/>
                    <a:pt x="153" y="452"/>
                    <a:pt x="0" y="485"/>
                  </a:cubicBezTo>
                  <a:lnTo>
                    <a:pt x="0" y="666"/>
                  </a:lnTo>
                  <a:lnTo>
                    <a:pt x="144" y="666"/>
                  </a:lnTo>
                  <a:cubicBezTo>
                    <a:pt x="331" y="666"/>
                    <a:pt x="482" y="515"/>
                    <a:pt x="482" y="328"/>
                  </a:cubicBezTo>
                  <a:cubicBezTo>
                    <a:pt x="482" y="235"/>
                    <a:pt x="445" y="150"/>
                    <a:pt x="383" y="89"/>
                  </a:cubicBezTo>
                  <a:cubicBezTo>
                    <a:pt x="341" y="48"/>
                    <a:pt x="289" y="17"/>
                    <a:pt x="230"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423" name="Google Shape;5423;p28"/>
            <p:cNvSpPr/>
            <p:nvPr/>
          </p:nvSpPr>
          <p:spPr>
            <a:xfrm>
              <a:off x="1552820" y="1643590"/>
              <a:ext cx="9834" cy="15232"/>
            </a:xfrm>
            <a:custGeom>
              <a:rect b="b" l="l" r="r" t="t"/>
              <a:pathLst>
                <a:path extrusionOk="0" h="429" w="277">
                  <a:moveTo>
                    <a:pt x="138" y="0"/>
                  </a:moveTo>
                  <a:cubicBezTo>
                    <a:pt x="62" y="0"/>
                    <a:pt x="0" y="62"/>
                    <a:pt x="0" y="140"/>
                  </a:cubicBezTo>
                  <a:lnTo>
                    <a:pt x="0" y="291"/>
                  </a:lnTo>
                  <a:cubicBezTo>
                    <a:pt x="0" y="366"/>
                    <a:pt x="61" y="429"/>
                    <a:pt x="138" y="429"/>
                  </a:cubicBezTo>
                  <a:cubicBezTo>
                    <a:pt x="216" y="429"/>
                    <a:pt x="277" y="367"/>
                    <a:pt x="277" y="291"/>
                  </a:cubicBezTo>
                  <a:lnTo>
                    <a:pt x="277" y="140"/>
                  </a:lnTo>
                  <a:cubicBezTo>
                    <a:pt x="277" y="63"/>
                    <a:pt x="216" y="0"/>
                    <a:pt x="138" y="0"/>
                  </a:cubicBezTo>
                  <a:close/>
                </a:path>
              </a:pathLst>
            </a:cu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424" name="Google Shape;5424;p28"/>
            <p:cNvSpPr/>
            <p:nvPr/>
          </p:nvSpPr>
          <p:spPr>
            <a:xfrm>
              <a:off x="1591696" y="1643590"/>
              <a:ext cx="9834" cy="15232"/>
            </a:xfrm>
            <a:custGeom>
              <a:rect b="b" l="l" r="r" t="t"/>
              <a:pathLst>
                <a:path extrusionOk="0" h="429" w="277">
                  <a:moveTo>
                    <a:pt x="139" y="0"/>
                  </a:moveTo>
                  <a:cubicBezTo>
                    <a:pt x="64" y="0"/>
                    <a:pt x="0" y="62"/>
                    <a:pt x="0" y="140"/>
                  </a:cubicBezTo>
                  <a:lnTo>
                    <a:pt x="0" y="291"/>
                  </a:lnTo>
                  <a:cubicBezTo>
                    <a:pt x="0" y="366"/>
                    <a:pt x="61" y="429"/>
                    <a:pt x="139" y="429"/>
                  </a:cubicBezTo>
                  <a:cubicBezTo>
                    <a:pt x="216" y="429"/>
                    <a:pt x="277" y="367"/>
                    <a:pt x="277" y="291"/>
                  </a:cubicBezTo>
                  <a:lnTo>
                    <a:pt x="277" y="140"/>
                  </a:lnTo>
                  <a:cubicBezTo>
                    <a:pt x="277" y="63"/>
                    <a:pt x="216" y="0"/>
                    <a:pt x="139" y="0"/>
                  </a:cubicBezTo>
                  <a:close/>
                </a:path>
              </a:pathLst>
            </a:cu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425" name="Google Shape;5425;p28"/>
            <p:cNvSpPr/>
            <p:nvPr/>
          </p:nvSpPr>
          <p:spPr>
            <a:xfrm>
              <a:off x="1702681" y="1663437"/>
              <a:ext cx="105513" cy="9906"/>
            </a:xfrm>
            <a:custGeom>
              <a:rect b="b" l="l" r="r" t="t"/>
              <a:pathLst>
                <a:path extrusionOk="0" h="279" w="2972">
                  <a:moveTo>
                    <a:pt x="140" y="1"/>
                  </a:moveTo>
                  <a:cubicBezTo>
                    <a:pt x="63" y="1"/>
                    <a:pt x="0" y="63"/>
                    <a:pt x="0" y="139"/>
                  </a:cubicBezTo>
                  <a:cubicBezTo>
                    <a:pt x="0" y="215"/>
                    <a:pt x="62" y="279"/>
                    <a:pt x="140" y="279"/>
                  </a:cubicBezTo>
                  <a:lnTo>
                    <a:pt x="2833" y="279"/>
                  </a:lnTo>
                  <a:cubicBezTo>
                    <a:pt x="2911" y="279"/>
                    <a:pt x="2972" y="215"/>
                    <a:pt x="2972" y="139"/>
                  </a:cubicBezTo>
                  <a:cubicBezTo>
                    <a:pt x="2972" y="64"/>
                    <a:pt x="2911" y="1"/>
                    <a:pt x="2833"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426" name="Google Shape;5426;p28"/>
            <p:cNvSpPr/>
            <p:nvPr/>
          </p:nvSpPr>
          <p:spPr>
            <a:xfrm>
              <a:off x="1646372" y="1663437"/>
              <a:ext cx="43242" cy="9906"/>
            </a:xfrm>
            <a:custGeom>
              <a:rect b="b" l="l" r="r" t="t"/>
              <a:pathLst>
                <a:path extrusionOk="0" h="279" w="1218">
                  <a:moveTo>
                    <a:pt x="138" y="1"/>
                  </a:moveTo>
                  <a:cubicBezTo>
                    <a:pt x="64" y="1"/>
                    <a:pt x="0" y="63"/>
                    <a:pt x="0" y="139"/>
                  </a:cubicBezTo>
                  <a:cubicBezTo>
                    <a:pt x="0" y="215"/>
                    <a:pt x="61" y="279"/>
                    <a:pt x="138" y="279"/>
                  </a:cubicBezTo>
                  <a:lnTo>
                    <a:pt x="1079" y="279"/>
                  </a:lnTo>
                  <a:cubicBezTo>
                    <a:pt x="1157" y="279"/>
                    <a:pt x="1218" y="215"/>
                    <a:pt x="1218" y="139"/>
                  </a:cubicBezTo>
                  <a:cubicBezTo>
                    <a:pt x="1218" y="64"/>
                    <a:pt x="1157" y="1"/>
                    <a:pt x="1079"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427" name="Google Shape;5427;p28"/>
            <p:cNvSpPr/>
            <p:nvPr/>
          </p:nvSpPr>
          <p:spPr>
            <a:xfrm>
              <a:off x="1778801" y="1685414"/>
              <a:ext cx="29396" cy="9906"/>
            </a:xfrm>
            <a:custGeom>
              <a:rect b="b" l="l" r="r" t="t"/>
              <a:pathLst>
                <a:path extrusionOk="0" h="279" w="828">
                  <a:moveTo>
                    <a:pt x="140" y="1"/>
                  </a:moveTo>
                  <a:cubicBezTo>
                    <a:pt x="64" y="1"/>
                    <a:pt x="0" y="63"/>
                    <a:pt x="0" y="139"/>
                  </a:cubicBezTo>
                  <a:cubicBezTo>
                    <a:pt x="0" y="215"/>
                    <a:pt x="62" y="278"/>
                    <a:pt x="140" y="278"/>
                  </a:cubicBezTo>
                  <a:lnTo>
                    <a:pt x="689" y="278"/>
                  </a:lnTo>
                  <a:cubicBezTo>
                    <a:pt x="767" y="278"/>
                    <a:pt x="828" y="217"/>
                    <a:pt x="828" y="139"/>
                  </a:cubicBezTo>
                  <a:cubicBezTo>
                    <a:pt x="828" y="64"/>
                    <a:pt x="767" y="1"/>
                    <a:pt x="689"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428" name="Google Shape;5428;p28"/>
            <p:cNvSpPr/>
            <p:nvPr/>
          </p:nvSpPr>
          <p:spPr>
            <a:xfrm>
              <a:off x="1646372" y="1685414"/>
              <a:ext cx="119253" cy="9906"/>
            </a:xfrm>
            <a:custGeom>
              <a:rect b="b" l="l" r="r" t="t"/>
              <a:pathLst>
                <a:path extrusionOk="0" h="279" w="3359">
                  <a:moveTo>
                    <a:pt x="138" y="1"/>
                  </a:moveTo>
                  <a:cubicBezTo>
                    <a:pt x="64" y="1"/>
                    <a:pt x="0" y="63"/>
                    <a:pt x="0" y="139"/>
                  </a:cubicBezTo>
                  <a:cubicBezTo>
                    <a:pt x="0" y="215"/>
                    <a:pt x="61" y="278"/>
                    <a:pt x="138" y="278"/>
                  </a:cubicBezTo>
                  <a:lnTo>
                    <a:pt x="3219" y="278"/>
                  </a:lnTo>
                  <a:cubicBezTo>
                    <a:pt x="3297" y="278"/>
                    <a:pt x="3359" y="217"/>
                    <a:pt x="3359" y="139"/>
                  </a:cubicBezTo>
                  <a:cubicBezTo>
                    <a:pt x="3359" y="64"/>
                    <a:pt x="3297" y="1"/>
                    <a:pt x="3219"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429" name="Google Shape;5429;p28"/>
            <p:cNvSpPr/>
            <p:nvPr/>
          </p:nvSpPr>
          <p:spPr>
            <a:xfrm>
              <a:off x="1646372" y="1707426"/>
              <a:ext cx="161820" cy="9906"/>
            </a:xfrm>
            <a:custGeom>
              <a:rect b="b" l="l" r="r" t="t"/>
              <a:pathLst>
                <a:path extrusionOk="0" h="279" w="4558">
                  <a:moveTo>
                    <a:pt x="138" y="1"/>
                  </a:moveTo>
                  <a:cubicBezTo>
                    <a:pt x="64" y="1"/>
                    <a:pt x="0" y="63"/>
                    <a:pt x="0" y="140"/>
                  </a:cubicBezTo>
                  <a:cubicBezTo>
                    <a:pt x="0" y="215"/>
                    <a:pt x="61" y="279"/>
                    <a:pt x="138" y="279"/>
                  </a:cubicBezTo>
                  <a:lnTo>
                    <a:pt x="4419" y="279"/>
                  </a:lnTo>
                  <a:cubicBezTo>
                    <a:pt x="4497" y="279"/>
                    <a:pt x="4558" y="215"/>
                    <a:pt x="4558" y="140"/>
                  </a:cubicBezTo>
                  <a:cubicBezTo>
                    <a:pt x="4558" y="64"/>
                    <a:pt x="4497" y="1"/>
                    <a:pt x="4419"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430" name="Google Shape;5430;p28"/>
            <p:cNvSpPr/>
            <p:nvPr/>
          </p:nvSpPr>
          <p:spPr>
            <a:xfrm>
              <a:off x="1719119" y="1550783"/>
              <a:ext cx="84176" cy="93485"/>
            </a:xfrm>
            <a:custGeom>
              <a:rect b="b" l="l" r="r" t="t"/>
              <a:pathLst>
                <a:path extrusionOk="0" h="2633" w="2371">
                  <a:moveTo>
                    <a:pt x="124" y="1"/>
                  </a:moveTo>
                  <a:cubicBezTo>
                    <a:pt x="55" y="1"/>
                    <a:pt x="0" y="57"/>
                    <a:pt x="0" y="125"/>
                  </a:cubicBezTo>
                  <a:lnTo>
                    <a:pt x="0" y="2509"/>
                  </a:lnTo>
                  <a:cubicBezTo>
                    <a:pt x="0" y="2577"/>
                    <a:pt x="55" y="2633"/>
                    <a:pt x="124" y="2633"/>
                  </a:cubicBezTo>
                  <a:lnTo>
                    <a:pt x="2247" y="2633"/>
                  </a:lnTo>
                  <a:cubicBezTo>
                    <a:pt x="2314" y="2633"/>
                    <a:pt x="2370" y="2577"/>
                    <a:pt x="2370" y="2509"/>
                  </a:cubicBezTo>
                  <a:lnTo>
                    <a:pt x="2370" y="125"/>
                  </a:lnTo>
                  <a:cubicBezTo>
                    <a:pt x="2370" y="57"/>
                    <a:pt x="2314" y="1"/>
                    <a:pt x="2247" y="1"/>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431" name="Google Shape;5431;p28"/>
            <p:cNvSpPr/>
            <p:nvPr/>
          </p:nvSpPr>
          <p:spPr>
            <a:xfrm>
              <a:off x="1785582" y="1550783"/>
              <a:ext cx="17716" cy="93485"/>
            </a:xfrm>
            <a:custGeom>
              <a:rect b="b" l="l" r="r" t="t"/>
              <a:pathLst>
                <a:path extrusionOk="0" h="2633" w="499">
                  <a:moveTo>
                    <a:pt x="1" y="1"/>
                  </a:moveTo>
                  <a:cubicBezTo>
                    <a:pt x="68" y="1"/>
                    <a:pt x="124" y="57"/>
                    <a:pt x="124" y="125"/>
                  </a:cubicBezTo>
                  <a:lnTo>
                    <a:pt x="124" y="2509"/>
                  </a:lnTo>
                  <a:cubicBezTo>
                    <a:pt x="124" y="2577"/>
                    <a:pt x="68" y="2633"/>
                    <a:pt x="1" y="2633"/>
                  </a:cubicBezTo>
                  <a:lnTo>
                    <a:pt x="375" y="2633"/>
                  </a:lnTo>
                  <a:cubicBezTo>
                    <a:pt x="442" y="2633"/>
                    <a:pt x="498" y="2577"/>
                    <a:pt x="498" y="2509"/>
                  </a:cubicBezTo>
                  <a:lnTo>
                    <a:pt x="498" y="125"/>
                  </a:lnTo>
                  <a:cubicBezTo>
                    <a:pt x="498" y="57"/>
                    <a:pt x="442" y="1"/>
                    <a:pt x="375" y="1"/>
                  </a:cubicBezTo>
                  <a:close/>
                </a:path>
              </a:pathLst>
            </a:custGeom>
            <a:solidFill>
              <a:srgbClr val="E8EDF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432" name="Google Shape;5432;p28"/>
            <p:cNvSpPr/>
            <p:nvPr/>
          </p:nvSpPr>
          <p:spPr>
            <a:xfrm>
              <a:off x="1642751" y="1515173"/>
              <a:ext cx="84212" cy="110776"/>
            </a:xfrm>
            <a:custGeom>
              <a:rect b="b" l="l" r="r" t="t"/>
              <a:pathLst>
                <a:path extrusionOk="0" h="3120" w="2372">
                  <a:moveTo>
                    <a:pt x="124" y="1"/>
                  </a:moveTo>
                  <a:cubicBezTo>
                    <a:pt x="55" y="1"/>
                    <a:pt x="0" y="56"/>
                    <a:pt x="0" y="125"/>
                  </a:cubicBezTo>
                  <a:lnTo>
                    <a:pt x="0" y="2299"/>
                  </a:lnTo>
                  <a:cubicBezTo>
                    <a:pt x="0" y="2368"/>
                    <a:pt x="55" y="2423"/>
                    <a:pt x="124" y="2423"/>
                  </a:cubicBezTo>
                  <a:lnTo>
                    <a:pt x="317" y="2423"/>
                  </a:lnTo>
                  <a:cubicBezTo>
                    <a:pt x="376" y="2423"/>
                    <a:pt x="425" y="2470"/>
                    <a:pt x="427" y="2529"/>
                  </a:cubicBezTo>
                  <a:cubicBezTo>
                    <a:pt x="433" y="2664"/>
                    <a:pt x="425" y="2898"/>
                    <a:pt x="312" y="3062"/>
                  </a:cubicBezTo>
                  <a:cubicBezTo>
                    <a:pt x="294" y="3087"/>
                    <a:pt x="314" y="3119"/>
                    <a:pt x="342" y="3119"/>
                  </a:cubicBezTo>
                  <a:cubicBezTo>
                    <a:pt x="345" y="3119"/>
                    <a:pt x="348" y="3119"/>
                    <a:pt x="351" y="3118"/>
                  </a:cubicBezTo>
                  <a:cubicBezTo>
                    <a:pt x="556" y="3056"/>
                    <a:pt x="966" y="2886"/>
                    <a:pt x="1157" y="2487"/>
                  </a:cubicBezTo>
                  <a:cubicBezTo>
                    <a:pt x="1176" y="2449"/>
                    <a:pt x="1215" y="2423"/>
                    <a:pt x="1258" y="2423"/>
                  </a:cubicBezTo>
                  <a:lnTo>
                    <a:pt x="2248" y="2423"/>
                  </a:lnTo>
                  <a:cubicBezTo>
                    <a:pt x="2315" y="2423"/>
                    <a:pt x="2372" y="2368"/>
                    <a:pt x="2372" y="2299"/>
                  </a:cubicBezTo>
                  <a:lnTo>
                    <a:pt x="2372" y="125"/>
                  </a:lnTo>
                  <a:cubicBezTo>
                    <a:pt x="2370" y="56"/>
                    <a:pt x="2314" y="1"/>
                    <a:pt x="2246" y="1"/>
                  </a:cubicBezTo>
                  <a:close/>
                </a:path>
              </a:pathLst>
            </a:cu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433" name="Google Shape;5433;p28"/>
            <p:cNvSpPr/>
            <p:nvPr/>
          </p:nvSpPr>
          <p:spPr>
            <a:xfrm>
              <a:off x="1653153" y="1601163"/>
              <a:ext cx="34224" cy="24782"/>
            </a:xfrm>
            <a:custGeom>
              <a:rect b="b" l="l" r="r" t="t"/>
              <a:pathLst>
                <a:path extrusionOk="0" h="698" w="964">
                  <a:moveTo>
                    <a:pt x="593" y="1"/>
                  </a:moveTo>
                  <a:cubicBezTo>
                    <a:pt x="550" y="1"/>
                    <a:pt x="510" y="27"/>
                    <a:pt x="493" y="65"/>
                  </a:cubicBezTo>
                  <a:cubicBezTo>
                    <a:pt x="393" y="271"/>
                    <a:pt x="237" y="415"/>
                    <a:pt x="81" y="516"/>
                  </a:cubicBezTo>
                  <a:cubicBezTo>
                    <a:pt x="64" y="559"/>
                    <a:pt x="45" y="602"/>
                    <a:pt x="18" y="640"/>
                  </a:cubicBezTo>
                  <a:cubicBezTo>
                    <a:pt x="0" y="665"/>
                    <a:pt x="19" y="697"/>
                    <a:pt x="46" y="697"/>
                  </a:cubicBezTo>
                  <a:cubicBezTo>
                    <a:pt x="50" y="697"/>
                    <a:pt x="53" y="697"/>
                    <a:pt x="57" y="696"/>
                  </a:cubicBezTo>
                  <a:cubicBezTo>
                    <a:pt x="261" y="632"/>
                    <a:pt x="671" y="464"/>
                    <a:pt x="863" y="65"/>
                  </a:cubicBezTo>
                  <a:cubicBezTo>
                    <a:pt x="883" y="27"/>
                    <a:pt x="920" y="1"/>
                    <a:pt x="963"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434" name="Google Shape;5434;p28"/>
            <p:cNvSpPr/>
            <p:nvPr/>
          </p:nvSpPr>
          <p:spPr>
            <a:xfrm>
              <a:off x="1709249" y="1515173"/>
              <a:ext cx="17609" cy="86029"/>
            </a:xfrm>
            <a:custGeom>
              <a:rect b="b" l="l" r="r" t="t"/>
              <a:pathLst>
                <a:path extrusionOk="0" h="2423" w="496">
                  <a:moveTo>
                    <a:pt x="1" y="1"/>
                  </a:moveTo>
                  <a:cubicBezTo>
                    <a:pt x="70" y="1"/>
                    <a:pt x="124" y="56"/>
                    <a:pt x="124" y="125"/>
                  </a:cubicBezTo>
                  <a:lnTo>
                    <a:pt x="124" y="2299"/>
                  </a:lnTo>
                  <a:cubicBezTo>
                    <a:pt x="124" y="2368"/>
                    <a:pt x="70" y="2423"/>
                    <a:pt x="1" y="2423"/>
                  </a:cubicBezTo>
                  <a:lnTo>
                    <a:pt x="372" y="2423"/>
                  </a:lnTo>
                  <a:cubicBezTo>
                    <a:pt x="440" y="2423"/>
                    <a:pt x="496" y="2368"/>
                    <a:pt x="496" y="2299"/>
                  </a:cubicBezTo>
                  <a:lnTo>
                    <a:pt x="496" y="125"/>
                  </a:lnTo>
                  <a:cubicBezTo>
                    <a:pt x="496" y="56"/>
                    <a:pt x="441" y="1"/>
                    <a:pt x="372"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435" name="Google Shape;5435;p28"/>
            <p:cNvSpPr/>
            <p:nvPr/>
          </p:nvSpPr>
          <p:spPr>
            <a:xfrm>
              <a:off x="1735096" y="1567364"/>
              <a:ext cx="52295" cy="60323"/>
            </a:xfrm>
            <a:custGeom>
              <a:rect b="b" l="l" r="r" t="t"/>
              <a:pathLst>
                <a:path extrusionOk="0" h="1699" w="1473">
                  <a:moveTo>
                    <a:pt x="735" y="0"/>
                  </a:moveTo>
                  <a:cubicBezTo>
                    <a:pt x="658" y="0"/>
                    <a:pt x="597" y="63"/>
                    <a:pt x="597" y="138"/>
                  </a:cubicBezTo>
                  <a:lnTo>
                    <a:pt x="597" y="380"/>
                  </a:lnTo>
                  <a:lnTo>
                    <a:pt x="140" y="380"/>
                  </a:lnTo>
                  <a:cubicBezTo>
                    <a:pt x="63" y="380"/>
                    <a:pt x="1" y="442"/>
                    <a:pt x="1" y="518"/>
                  </a:cubicBezTo>
                  <a:cubicBezTo>
                    <a:pt x="1" y="596"/>
                    <a:pt x="64" y="656"/>
                    <a:pt x="140" y="656"/>
                  </a:cubicBezTo>
                  <a:lnTo>
                    <a:pt x="946" y="656"/>
                  </a:lnTo>
                  <a:cubicBezTo>
                    <a:pt x="913" y="757"/>
                    <a:pt x="854" y="899"/>
                    <a:pt x="738" y="1051"/>
                  </a:cubicBezTo>
                  <a:cubicBezTo>
                    <a:pt x="670" y="964"/>
                    <a:pt x="622" y="882"/>
                    <a:pt x="589" y="813"/>
                  </a:cubicBezTo>
                  <a:cubicBezTo>
                    <a:pt x="567" y="764"/>
                    <a:pt x="517" y="734"/>
                    <a:pt x="465" y="734"/>
                  </a:cubicBezTo>
                  <a:cubicBezTo>
                    <a:pt x="444" y="734"/>
                    <a:pt x="423" y="739"/>
                    <a:pt x="404" y="748"/>
                  </a:cubicBezTo>
                  <a:cubicBezTo>
                    <a:pt x="336" y="780"/>
                    <a:pt x="306" y="865"/>
                    <a:pt x="339" y="934"/>
                  </a:cubicBezTo>
                  <a:cubicBezTo>
                    <a:pt x="385" y="1028"/>
                    <a:pt x="450" y="1138"/>
                    <a:pt x="545" y="1253"/>
                  </a:cubicBezTo>
                  <a:cubicBezTo>
                    <a:pt x="471" y="1317"/>
                    <a:pt x="386" y="1380"/>
                    <a:pt x="286" y="1439"/>
                  </a:cubicBezTo>
                  <a:cubicBezTo>
                    <a:pt x="220" y="1478"/>
                    <a:pt x="198" y="1563"/>
                    <a:pt x="235" y="1629"/>
                  </a:cubicBezTo>
                  <a:cubicBezTo>
                    <a:pt x="260" y="1675"/>
                    <a:pt x="307" y="1698"/>
                    <a:pt x="356" y="1698"/>
                  </a:cubicBezTo>
                  <a:cubicBezTo>
                    <a:pt x="379" y="1698"/>
                    <a:pt x="404" y="1692"/>
                    <a:pt x="425" y="1678"/>
                  </a:cubicBezTo>
                  <a:cubicBezTo>
                    <a:pt x="546" y="1607"/>
                    <a:pt x="648" y="1533"/>
                    <a:pt x="738" y="1454"/>
                  </a:cubicBezTo>
                  <a:cubicBezTo>
                    <a:pt x="825" y="1531"/>
                    <a:pt x="928" y="1606"/>
                    <a:pt x="1048" y="1678"/>
                  </a:cubicBezTo>
                  <a:cubicBezTo>
                    <a:pt x="1070" y="1691"/>
                    <a:pt x="1094" y="1698"/>
                    <a:pt x="1119" y="1698"/>
                  </a:cubicBezTo>
                  <a:cubicBezTo>
                    <a:pt x="1166" y="1698"/>
                    <a:pt x="1212" y="1672"/>
                    <a:pt x="1238" y="1629"/>
                  </a:cubicBezTo>
                  <a:cubicBezTo>
                    <a:pt x="1279" y="1563"/>
                    <a:pt x="1256" y="1478"/>
                    <a:pt x="1188" y="1439"/>
                  </a:cubicBezTo>
                  <a:cubicBezTo>
                    <a:pt x="1087" y="1382"/>
                    <a:pt x="1004" y="1318"/>
                    <a:pt x="932" y="1253"/>
                  </a:cubicBezTo>
                  <a:cubicBezTo>
                    <a:pt x="1122" y="1020"/>
                    <a:pt x="1202" y="793"/>
                    <a:pt x="1236" y="656"/>
                  </a:cubicBezTo>
                  <a:lnTo>
                    <a:pt x="1335" y="656"/>
                  </a:lnTo>
                  <a:cubicBezTo>
                    <a:pt x="1411" y="656"/>
                    <a:pt x="1473" y="593"/>
                    <a:pt x="1473" y="518"/>
                  </a:cubicBezTo>
                  <a:cubicBezTo>
                    <a:pt x="1469" y="442"/>
                    <a:pt x="1408" y="380"/>
                    <a:pt x="1330" y="380"/>
                  </a:cubicBezTo>
                  <a:lnTo>
                    <a:pt x="874" y="380"/>
                  </a:lnTo>
                  <a:lnTo>
                    <a:pt x="874" y="138"/>
                  </a:lnTo>
                  <a:cubicBezTo>
                    <a:pt x="874" y="61"/>
                    <a:pt x="811" y="0"/>
                    <a:pt x="735" y="0"/>
                  </a:cubicBezTo>
                  <a:close/>
                </a:path>
              </a:pathLst>
            </a:custGeom>
            <a:solidFill>
              <a:schemeClr val="accent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436" name="Google Shape;5436;p28"/>
            <p:cNvSpPr/>
            <p:nvPr/>
          </p:nvSpPr>
          <p:spPr>
            <a:xfrm>
              <a:off x="1659225" y="1528061"/>
              <a:ext cx="51053" cy="60358"/>
            </a:xfrm>
            <a:custGeom>
              <a:rect b="b" l="l" r="r" t="t"/>
              <a:pathLst>
                <a:path extrusionOk="0" h="1700" w="1438">
                  <a:moveTo>
                    <a:pt x="723" y="472"/>
                  </a:moveTo>
                  <a:lnTo>
                    <a:pt x="949" y="1071"/>
                  </a:lnTo>
                  <a:lnTo>
                    <a:pt x="494" y="1071"/>
                  </a:lnTo>
                  <a:lnTo>
                    <a:pt x="723" y="472"/>
                  </a:lnTo>
                  <a:close/>
                  <a:moveTo>
                    <a:pt x="720" y="0"/>
                  </a:moveTo>
                  <a:cubicBezTo>
                    <a:pt x="651" y="0"/>
                    <a:pt x="589" y="42"/>
                    <a:pt x="562" y="107"/>
                  </a:cubicBezTo>
                  <a:cubicBezTo>
                    <a:pt x="562" y="108"/>
                    <a:pt x="562" y="108"/>
                    <a:pt x="561" y="110"/>
                  </a:cubicBezTo>
                  <a:lnTo>
                    <a:pt x="28" y="1510"/>
                  </a:lnTo>
                  <a:cubicBezTo>
                    <a:pt x="1" y="1582"/>
                    <a:pt x="37" y="1661"/>
                    <a:pt x="109" y="1690"/>
                  </a:cubicBezTo>
                  <a:cubicBezTo>
                    <a:pt x="125" y="1696"/>
                    <a:pt x="142" y="1699"/>
                    <a:pt x="158" y="1699"/>
                  </a:cubicBezTo>
                  <a:cubicBezTo>
                    <a:pt x="214" y="1699"/>
                    <a:pt x="266" y="1665"/>
                    <a:pt x="289" y="1609"/>
                  </a:cubicBezTo>
                  <a:lnTo>
                    <a:pt x="388" y="1350"/>
                  </a:lnTo>
                  <a:lnTo>
                    <a:pt x="1054" y="1350"/>
                  </a:lnTo>
                  <a:lnTo>
                    <a:pt x="1151" y="1609"/>
                  </a:lnTo>
                  <a:cubicBezTo>
                    <a:pt x="1172" y="1664"/>
                    <a:pt x="1224" y="1699"/>
                    <a:pt x="1280" y="1699"/>
                  </a:cubicBezTo>
                  <a:cubicBezTo>
                    <a:pt x="1296" y="1699"/>
                    <a:pt x="1313" y="1696"/>
                    <a:pt x="1329" y="1690"/>
                  </a:cubicBezTo>
                  <a:cubicBezTo>
                    <a:pt x="1401" y="1663"/>
                    <a:pt x="1437" y="1582"/>
                    <a:pt x="1410" y="1510"/>
                  </a:cubicBezTo>
                  <a:lnTo>
                    <a:pt x="882" y="110"/>
                  </a:lnTo>
                  <a:cubicBezTo>
                    <a:pt x="882" y="108"/>
                    <a:pt x="879" y="108"/>
                    <a:pt x="879" y="107"/>
                  </a:cubicBezTo>
                  <a:cubicBezTo>
                    <a:pt x="853" y="42"/>
                    <a:pt x="791" y="0"/>
                    <a:pt x="720"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437" name="Google Shape;5437;p28"/>
            <p:cNvSpPr/>
            <p:nvPr/>
          </p:nvSpPr>
          <p:spPr>
            <a:xfrm>
              <a:off x="1564110" y="1663402"/>
              <a:ext cx="24355" cy="13101"/>
            </a:xfrm>
            <a:custGeom>
              <a:rect b="b" l="l" r="r" t="t"/>
              <a:pathLst>
                <a:path extrusionOk="0" h="369" w="686">
                  <a:moveTo>
                    <a:pt x="529" y="0"/>
                  </a:moveTo>
                  <a:cubicBezTo>
                    <a:pt x="488" y="0"/>
                    <a:pt x="447" y="18"/>
                    <a:pt x="419" y="52"/>
                  </a:cubicBezTo>
                  <a:cubicBezTo>
                    <a:pt x="399" y="75"/>
                    <a:pt x="373" y="90"/>
                    <a:pt x="341" y="90"/>
                  </a:cubicBezTo>
                  <a:cubicBezTo>
                    <a:pt x="311" y="90"/>
                    <a:pt x="282" y="78"/>
                    <a:pt x="265" y="54"/>
                  </a:cubicBezTo>
                  <a:cubicBezTo>
                    <a:pt x="238" y="20"/>
                    <a:pt x="198" y="3"/>
                    <a:pt x="157" y="3"/>
                  </a:cubicBezTo>
                  <a:cubicBezTo>
                    <a:pt x="126" y="3"/>
                    <a:pt x="94" y="14"/>
                    <a:pt x="68" y="35"/>
                  </a:cubicBezTo>
                  <a:cubicBezTo>
                    <a:pt x="9" y="82"/>
                    <a:pt x="0" y="172"/>
                    <a:pt x="49" y="231"/>
                  </a:cubicBezTo>
                  <a:cubicBezTo>
                    <a:pt x="121" y="318"/>
                    <a:pt x="229" y="369"/>
                    <a:pt x="341" y="369"/>
                  </a:cubicBezTo>
                  <a:cubicBezTo>
                    <a:pt x="457" y="369"/>
                    <a:pt x="564" y="317"/>
                    <a:pt x="636" y="226"/>
                  </a:cubicBezTo>
                  <a:cubicBezTo>
                    <a:pt x="685" y="166"/>
                    <a:pt x="675" y="80"/>
                    <a:pt x="615" y="31"/>
                  </a:cubicBezTo>
                  <a:cubicBezTo>
                    <a:pt x="589" y="10"/>
                    <a:pt x="559" y="0"/>
                    <a:pt x="529" y="0"/>
                  </a:cubicBezTo>
                  <a:close/>
                </a:path>
              </a:pathLst>
            </a:cu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438" name="Google Shape;5438;p28"/>
            <p:cNvSpPr/>
            <p:nvPr/>
          </p:nvSpPr>
          <p:spPr>
            <a:xfrm>
              <a:off x="1569684" y="1631484"/>
              <a:ext cx="51230" cy="67673"/>
            </a:xfrm>
            <a:custGeom>
              <a:rect b="b" l="l" r="r" t="t"/>
              <a:pathLst>
                <a:path extrusionOk="0" h="1906" w="1443">
                  <a:moveTo>
                    <a:pt x="1072" y="0"/>
                  </a:moveTo>
                  <a:lnTo>
                    <a:pt x="1072" y="648"/>
                  </a:lnTo>
                  <a:cubicBezTo>
                    <a:pt x="1072" y="1279"/>
                    <a:pt x="606" y="1800"/>
                    <a:pt x="0" y="1891"/>
                  </a:cubicBezTo>
                  <a:cubicBezTo>
                    <a:pt x="61" y="1900"/>
                    <a:pt x="123" y="1905"/>
                    <a:pt x="184" y="1905"/>
                  </a:cubicBezTo>
                  <a:cubicBezTo>
                    <a:pt x="879" y="1905"/>
                    <a:pt x="1442" y="1341"/>
                    <a:pt x="1442" y="648"/>
                  </a:cubicBezTo>
                  <a:lnTo>
                    <a:pt x="1442" y="173"/>
                  </a:lnTo>
                  <a:lnTo>
                    <a:pt x="1072" y="0"/>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439" name="Google Shape;5439;p28"/>
            <p:cNvSpPr/>
            <p:nvPr/>
          </p:nvSpPr>
          <p:spPr>
            <a:xfrm>
              <a:off x="1531624" y="1580394"/>
              <a:ext cx="89289" cy="58264"/>
            </a:xfrm>
            <a:custGeom>
              <a:rect b="b" l="l" r="r" t="t"/>
              <a:pathLst>
                <a:path extrusionOk="0" h="1641" w="2515">
                  <a:moveTo>
                    <a:pt x="1256" y="0"/>
                  </a:moveTo>
                  <a:cubicBezTo>
                    <a:pt x="563" y="0"/>
                    <a:pt x="0" y="563"/>
                    <a:pt x="0" y="1258"/>
                  </a:cubicBezTo>
                  <a:lnTo>
                    <a:pt x="0" y="1641"/>
                  </a:lnTo>
                  <a:cubicBezTo>
                    <a:pt x="0" y="1641"/>
                    <a:pt x="1" y="1641"/>
                    <a:pt x="1" y="1641"/>
                  </a:cubicBezTo>
                  <a:cubicBezTo>
                    <a:pt x="37" y="1641"/>
                    <a:pt x="825" y="1634"/>
                    <a:pt x="1256" y="1035"/>
                  </a:cubicBezTo>
                  <a:cubicBezTo>
                    <a:pt x="1689" y="1634"/>
                    <a:pt x="2477" y="1641"/>
                    <a:pt x="2513" y="1641"/>
                  </a:cubicBezTo>
                  <a:cubicBezTo>
                    <a:pt x="2514" y="1641"/>
                    <a:pt x="2514" y="1641"/>
                    <a:pt x="2514" y="1641"/>
                  </a:cubicBezTo>
                  <a:lnTo>
                    <a:pt x="2514" y="1258"/>
                  </a:lnTo>
                  <a:cubicBezTo>
                    <a:pt x="2514" y="563"/>
                    <a:pt x="1951" y="0"/>
                    <a:pt x="1256" y="0"/>
                  </a:cubicBezTo>
                  <a:close/>
                </a:path>
              </a:pathLst>
            </a:cu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440" name="Google Shape;5440;p28"/>
            <p:cNvSpPr/>
            <p:nvPr/>
          </p:nvSpPr>
          <p:spPr>
            <a:xfrm>
              <a:off x="1573909" y="1580429"/>
              <a:ext cx="47005" cy="58228"/>
            </a:xfrm>
            <a:custGeom>
              <a:rect b="b" l="l" r="r" t="t"/>
              <a:pathLst>
                <a:path extrusionOk="0" h="1640" w="1324">
                  <a:moveTo>
                    <a:pt x="68" y="0"/>
                  </a:moveTo>
                  <a:cubicBezTo>
                    <a:pt x="67" y="0"/>
                    <a:pt x="66" y="0"/>
                    <a:pt x="65" y="0"/>
                  </a:cubicBezTo>
                  <a:cubicBezTo>
                    <a:pt x="44" y="0"/>
                    <a:pt x="22" y="0"/>
                    <a:pt x="1" y="2"/>
                  </a:cubicBezTo>
                  <a:cubicBezTo>
                    <a:pt x="548" y="139"/>
                    <a:pt x="953" y="634"/>
                    <a:pt x="953" y="1222"/>
                  </a:cubicBezTo>
                  <a:lnTo>
                    <a:pt x="953" y="1591"/>
                  </a:lnTo>
                  <a:cubicBezTo>
                    <a:pt x="1155" y="1638"/>
                    <a:pt x="1306" y="1640"/>
                    <a:pt x="1322" y="1640"/>
                  </a:cubicBezTo>
                  <a:cubicBezTo>
                    <a:pt x="1323" y="1640"/>
                    <a:pt x="1323" y="1640"/>
                    <a:pt x="1323" y="1640"/>
                  </a:cubicBezTo>
                  <a:lnTo>
                    <a:pt x="1323" y="1257"/>
                  </a:lnTo>
                  <a:cubicBezTo>
                    <a:pt x="1323" y="563"/>
                    <a:pt x="762" y="0"/>
                    <a:pt x="68"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Tree>
  </p:cSld>
  <p:clrMapOvr>
    <a:masterClrMapping/>
  </p:clrMapOvr>
</p:sld>
</file>

<file path=ppt/slides/slide3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0">
  <p:cSld>
    <p:spTree>
      <p:nvGrpSpPr>
        <p:cNvPr id="5444" name="Shape 5444"/>
        <p:cNvGrpSpPr/>
        <p:nvPr/>
      </p:nvGrpSpPr>
      <p:grpSpPr>
        <a:xfrm>
          <a:off x="0" y="0"/>
          <a:ext cx="0" cy="0"/>
          <a:chOff x="0" y="0"/>
          <a:chExt cx="0" cy="0"/>
        </a:xfrm>
      </p:grpSpPr>
      <p:sp>
        <p:nvSpPr>
          <p:cNvPr id="5445" name="Google Shape;5445;p29"/>
          <p:cNvSpPr txBox="1"/>
          <p:nvPr>
            <p:ph type="title"/>
          </p:nvPr>
        </p:nvSpPr>
        <p:spPr>
          <a:xfrm>
            <a:off x="720000" y="540000"/>
            <a:ext cx="7704000" cy="564300"/>
          </a:xfrm>
          <a:prstGeom prst="rect">
            <a:avLst/>
          </a:prstGeom>
          <a:noFill/>
          <a:ln>
            <a:noFill/>
          </a:ln>
        </p:spPr>
        <p:txBody>
          <a:bodyPr anchorCtr="0" anchor="ctr" bIns="91425" lIns="91425" spcFirstLastPara="1" rIns="91425" wrap="square" tIns="91425">
            <a:noAutofit/>
          </a:bodyPr>
          <a:lstStyle/>
          <a:p>
            <a:pPr indent="0" lvl="0" marL="0" rtl="0" algn="l">
              <a:lnSpc>
                <a:spcPct val="100000"/>
              </a:lnSpc>
              <a:spcBef>
                <a:spcPts val="0"/>
              </a:spcBef>
              <a:spcAft>
                <a:spcPts val="0"/>
              </a:spcAft>
              <a:buSzPts val="2800"/>
              <a:buNone/>
            </a:pPr>
            <a:r>
              <a:rPr lang="en">
                <a:solidFill>
                  <a:schemeClr val="lt2"/>
                </a:solidFill>
              </a:rPr>
              <a:t>Alternative</a:t>
            </a:r>
            <a:r>
              <a:rPr lang="en"/>
              <a:t> resources</a:t>
            </a:r>
            <a:endParaRPr/>
          </a:p>
        </p:txBody>
      </p:sp>
      <p:sp>
        <p:nvSpPr>
          <p:cNvPr id="5446" name="Google Shape;5446;p29"/>
          <p:cNvSpPr txBox="1"/>
          <p:nvPr>
            <p:ph idx="1" type="body"/>
          </p:nvPr>
        </p:nvSpPr>
        <p:spPr>
          <a:xfrm>
            <a:off x="720000" y="1237083"/>
            <a:ext cx="7704000" cy="33663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0"/>
              </a:spcBef>
              <a:spcAft>
                <a:spcPts val="0"/>
              </a:spcAft>
              <a:buSzPts val="1400"/>
              <a:buNone/>
            </a:pPr>
            <a:r>
              <a:rPr lang="en" sz="1200"/>
              <a:t>Here’s an assortment of alternative resources whose style fits that of this template</a:t>
            </a:r>
            <a:endParaRPr sz="1200"/>
          </a:p>
          <a:p>
            <a:pPr indent="0" lvl="0" marL="0" rtl="0" algn="l">
              <a:lnSpc>
                <a:spcPct val="115000"/>
              </a:lnSpc>
              <a:spcBef>
                <a:spcPts val="0"/>
              </a:spcBef>
              <a:spcAft>
                <a:spcPts val="0"/>
              </a:spcAft>
              <a:buSzPts val="1400"/>
              <a:buNone/>
            </a:pPr>
            <a:r>
              <a:t/>
            </a:r>
            <a:endParaRPr sz="1200"/>
          </a:p>
          <a:p>
            <a:pPr indent="0" lvl="0" marL="0" rtl="0" algn="l">
              <a:lnSpc>
                <a:spcPct val="115000"/>
              </a:lnSpc>
              <a:spcBef>
                <a:spcPts val="0"/>
              </a:spcBef>
              <a:spcAft>
                <a:spcPts val="0"/>
              </a:spcAft>
              <a:buSzPts val="1400"/>
              <a:buNone/>
            </a:pPr>
            <a:r>
              <a:rPr b="1" lang="en" sz="1200">
                <a:solidFill>
                  <a:schemeClr val="accent6"/>
                </a:solidFill>
                <a:highlight>
                  <a:schemeClr val="accent3"/>
                </a:highlight>
              </a:rPr>
              <a:t>Photos:</a:t>
            </a:r>
            <a:endParaRPr b="1" sz="1200">
              <a:solidFill>
                <a:schemeClr val="accent6"/>
              </a:solidFill>
              <a:highlight>
                <a:schemeClr val="accent3"/>
              </a:highlight>
            </a:endParaRPr>
          </a:p>
          <a:p>
            <a:pPr indent="-304800" lvl="0" marL="457200" rtl="0" algn="l">
              <a:lnSpc>
                <a:spcPct val="115000"/>
              </a:lnSpc>
              <a:spcBef>
                <a:spcPts val="0"/>
              </a:spcBef>
              <a:spcAft>
                <a:spcPts val="0"/>
              </a:spcAft>
              <a:buClr>
                <a:schemeClr val="accent2"/>
              </a:buClr>
              <a:buSzPts val="1200"/>
              <a:buChar char="●"/>
            </a:pPr>
            <a:r>
              <a:rPr lang="en" sz="1200">
                <a:solidFill>
                  <a:schemeClr val="hlink"/>
                </a:solidFill>
                <a:uFill>
                  <a:noFill/>
                </a:uFill>
                <a:hlinkClick r:id="rId3"/>
              </a:rPr>
              <a:t>Metallic texture background with noise in violet shades</a:t>
            </a:r>
            <a:endParaRPr sz="1200"/>
          </a:p>
          <a:p>
            <a:pPr indent="-304800" lvl="0" marL="457200" rtl="0" algn="l">
              <a:lnSpc>
                <a:spcPct val="115000"/>
              </a:lnSpc>
              <a:spcBef>
                <a:spcPts val="0"/>
              </a:spcBef>
              <a:spcAft>
                <a:spcPts val="0"/>
              </a:spcAft>
              <a:buClr>
                <a:schemeClr val="accent2"/>
              </a:buClr>
              <a:buSzPts val="1200"/>
              <a:buChar char="●"/>
            </a:pPr>
            <a:r>
              <a:rPr lang="en" sz="1200">
                <a:solidFill>
                  <a:schemeClr val="hlink"/>
                </a:solidFill>
                <a:uFill>
                  <a:noFill/>
                </a:uFill>
                <a:hlinkClick r:id="rId4"/>
              </a:rPr>
              <a:t>Aesthetic retro vaporwave landscape</a:t>
            </a:r>
            <a:endParaRPr sz="1200"/>
          </a:p>
          <a:p>
            <a:pPr indent="-304800" lvl="0" marL="457200" rtl="0" algn="l">
              <a:lnSpc>
                <a:spcPct val="115000"/>
              </a:lnSpc>
              <a:spcBef>
                <a:spcPts val="0"/>
              </a:spcBef>
              <a:spcAft>
                <a:spcPts val="0"/>
              </a:spcAft>
              <a:buClr>
                <a:schemeClr val="accent2"/>
              </a:buClr>
              <a:buSzPts val="1200"/>
              <a:buChar char="●"/>
            </a:pPr>
            <a:r>
              <a:rPr lang="en" sz="1200">
                <a:solidFill>
                  <a:schemeClr val="hlink"/>
                </a:solidFill>
                <a:uFill>
                  <a:noFill/>
                </a:uFill>
                <a:hlinkClick r:id="rId5"/>
              </a:rPr>
              <a:t>3d aesthetics with shapes in vaporwave style</a:t>
            </a:r>
            <a:endParaRPr sz="1200"/>
          </a:p>
          <a:p>
            <a:pPr indent="-304800" lvl="0" marL="457200" rtl="0" algn="l">
              <a:lnSpc>
                <a:spcPct val="115000"/>
              </a:lnSpc>
              <a:spcBef>
                <a:spcPts val="0"/>
              </a:spcBef>
              <a:spcAft>
                <a:spcPts val="0"/>
              </a:spcAft>
              <a:buClr>
                <a:schemeClr val="accent2"/>
              </a:buClr>
              <a:buSzPts val="1200"/>
              <a:buChar char="●"/>
            </a:pPr>
            <a:r>
              <a:rPr lang="en" sz="1200">
                <a:solidFill>
                  <a:schemeClr val="hlink"/>
                </a:solidFill>
                <a:uFill>
                  <a:noFill/>
                </a:uFill>
                <a:hlinkClick r:id="rId6"/>
              </a:rPr>
              <a:t>3d aesthetics with shapes in vaporwave style</a:t>
            </a:r>
            <a:endParaRPr sz="1200"/>
          </a:p>
          <a:p>
            <a:pPr indent="-304800" lvl="0" marL="457200" rtl="0" algn="l">
              <a:lnSpc>
                <a:spcPct val="115000"/>
              </a:lnSpc>
              <a:spcBef>
                <a:spcPts val="0"/>
              </a:spcBef>
              <a:spcAft>
                <a:spcPts val="0"/>
              </a:spcAft>
              <a:buClr>
                <a:schemeClr val="accent2"/>
              </a:buClr>
              <a:buSzPts val="1200"/>
              <a:buChar char="●"/>
            </a:pPr>
            <a:r>
              <a:rPr lang="en" sz="1200">
                <a:solidFill>
                  <a:schemeClr val="hlink"/>
                </a:solidFill>
                <a:uFill>
                  <a:noFill/>
                </a:uFill>
                <a:hlinkClick r:id="rId7"/>
              </a:rPr>
              <a:t>Retro 3d shapes in vaporwave style</a:t>
            </a:r>
            <a:endParaRPr sz="1200"/>
          </a:p>
          <a:p>
            <a:pPr indent="0" lvl="0" marL="0" rtl="0" algn="l">
              <a:lnSpc>
                <a:spcPct val="115000"/>
              </a:lnSpc>
              <a:spcBef>
                <a:spcPts val="0"/>
              </a:spcBef>
              <a:spcAft>
                <a:spcPts val="0"/>
              </a:spcAft>
              <a:buSzPts val="1400"/>
              <a:buNone/>
            </a:pPr>
            <a:r>
              <a:t/>
            </a:r>
            <a:endParaRPr sz="1200"/>
          </a:p>
          <a:p>
            <a:pPr indent="0" lvl="0" marL="0" rtl="0" algn="l">
              <a:lnSpc>
                <a:spcPct val="115000"/>
              </a:lnSpc>
              <a:spcBef>
                <a:spcPts val="0"/>
              </a:spcBef>
              <a:spcAft>
                <a:spcPts val="0"/>
              </a:spcAft>
              <a:buSzPts val="1400"/>
              <a:buNone/>
            </a:pPr>
            <a:r>
              <a:rPr b="1" lang="en" sz="1200">
                <a:solidFill>
                  <a:schemeClr val="accent6"/>
                </a:solidFill>
                <a:highlight>
                  <a:schemeClr val="accent3"/>
                </a:highlight>
              </a:rPr>
              <a:t>Vectors:</a:t>
            </a:r>
            <a:endParaRPr b="1" sz="1200">
              <a:solidFill>
                <a:schemeClr val="accent6"/>
              </a:solidFill>
              <a:highlight>
                <a:schemeClr val="accent3"/>
              </a:highlight>
            </a:endParaRPr>
          </a:p>
          <a:p>
            <a:pPr indent="-304800" lvl="0" marL="457200" rtl="0" algn="l">
              <a:lnSpc>
                <a:spcPct val="115000"/>
              </a:lnSpc>
              <a:spcBef>
                <a:spcPts val="0"/>
              </a:spcBef>
              <a:spcAft>
                <a:spcPts val="0"/>
              </a:spcAft>
              <a:buClr>
                <a:schemeClr val="accent2"/>
              </a:buClr>
              <a:buSzPts val="1200"/>
              <a:buChar char="●"/>
            </a:pPr>
            <a:r>
              <a:rPr lang="en" sz="1200">
                <a:solidFill>
                  <a:schemeClr val="hlink"/>
                </a:solidFill>
                <a:uFill>
                  <a:noFill/>
                </a:uFill>
                <a:hlinkClick r:id="rId8"/>
              </a:rPr>
              <a:t>Retro futuristic music poster template</a:t>
            </a:r>
            <a:endParaRPr sz="1200"/>
          </a:p>
          <a:p>
            <a:pPr indent="-304800" lvl="0" marL="457200" rtl="0" algn="l">
              <a:lnSpc>
                <a:spcPct val="115000"/>
              </a:lnSpc>
              <a:spcBef>
                <a:spcPts val="0"/>
              </a:spcBef>
              <a:spcAft>
                <a:spcPts val="0"/>
              </a:spcAft>
              <a:buClr>
                <a:schemeClr val="accent2"/>
              </a:buClr>
              <a:buSzPts val="1200"/>
              <a:buChar char="●"/>
            </a:pPr>
            <a:r>
              <a:rPr lang="en" sz="1200">
                <a:solidFill>
                  <a:schemeClr val="hlink"/>
                </a:solidFill>
                <a:uFill>
                  <a:noFill/>
                </a:uFill>
                <a:hlinkClick r:id="rId9"/>
              </a:rPr>
              <a:t>Realistic vintage vaporwave background</a:t>
            </a:r>
            <a:endParaRPr sz="1200"/>
          </a:p>
          <a:p>
            <a:pPr indent="0" lvl="0" marL="0" rtl="0" algn="l">
              <a:lnSpc>
                <a:spcPct val="115000"/>
              </a:lnSpc>
              <a:spcBef>
                <a:spcPts val="0"/>
              </a:spcBef>
              <a:spcAft>
                <a:spcPts val="0"/>
              </a:spcAft>
              <a:buSzPts val="1400"/>
              <a:buNone/>
            </a:pPr>
            <a:r>
              <a:t/>
            </a:r>
            <a:endParaRPr sz="1200"/>
          </a:p>
          <a:p>
            <a:pPr indent="0" lvl="0" marL="0" rtl="0" algn="l">
              <a:lnSpc>
                <a:spcPct val="115000"/>
              </a:lnSpc>
              <a:spcBef>
                <a:spcPts val="0"/>
              </a:spcBef>
              <a:spcAft>
                <a:spcPts val="0"/>
              </a:spcAft>
              <a:buSzPts val="1400"/>
              <a:buNone/>
            </a:pPr>
            <a:r>
              <a:rPr b="1" lang="en" sz="1200">
                <a:solidFill>
                  <a:schemeClr val="accent6"/>
                </a:solidFill>
                <a:highlight>
                  <a:schemeClr val="accent3"/>
                </a:highlight>
              </a:rPr>
              <a:t>Icons:</a:t>
            </a:r>
            <a:endParaRPr b="1" sz="1200">
              <a:solidFill>
                <a:schemeClr val="accent6"/>
              </a:solidFill>
              <a:highlight>
                <a:schemeClr val="accent3"/>
              </a:highlight>
            </a:endParaRPr>
          </a:p>
          <a:p>
            <a:pPr indent="-304800" lvl="0" marL="457200" rtl="0" algn="l">
              <a:lnSpc>
                <a:spcPct val="115000"/>
              </a:lnSpc>
              <a:spcBef>
                <a:spcPts val="0"/>
              </a:spcBef>
              <a:spcAft>
                <a:spcPts val="0"/>
              </a:spcAft>
              <a:buClr>
                <a:schemeClr val="accent2"/>
              </a:buClr>
              <a:buSzPts val="1200"/>
              <a:buChar char="●"/>
            </a:pPr>
            <a:r>
              <a:rPr lang="en" sz="1200">
                <a:solidFill>
                  <a:schemeClr val="hlink"/>
                </a:solidFill>
                <a:uFill>
                  <a:noFill/>
                </a:uFill>
                <a:hlinkClick r:id="rId10"/>
              </a:rPr>
              <a:t>Retro Wave</a:t>
            </a:r>
            <a:endParaRPr b="1" sz="1200"/>
          </a:p>
        </p:txBody>
      </p:sp>
    </p:spTree>
  </p:cSld>
  <p:clrMapOvr>
    <a:masterClrMapping/>
  </p:clrMapOvr>
</p:sld>
</file>

<file path=ppt/slides/slide4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0">
  <p:cSld>
    <p:spTree>
      <p:nvGrpSpPr>
        <p:cNvPr id="5450" name="Shape 5450"/>
        <p:cNvGrpSpPr/>
        <p:nvPr/>
      </p:nvGrpSpPr>
      <p:grpSpPr>
        <a:xfrm>
          <a:off x="0" y="0"/>
          <a:ext cx="0" cy="0"/>
          <a:chOff x="0" y="0"/>
          <a:chExt cx="0" cy="0"/>
        </a:xfrm>
      </p:grpSpPr>
      <p:sp>
        <p:nvSpPr>
          <p:cNvPr id="5451" name="Google Shape;5451;p30"/>
          <p:cNvSpPr txBox="1"/>
          <p:nvPr>
            <p:ph type="title"/>
          </p:nvPr>
        </p:nvSpPr>
        <p:spPr>
          <a:xfrm>
            <a:off x="720000" y="540000"/>
            <a:ext cx="7704000" cy="564300"/>
          </a:xfrm>
          <a:prstGeom prst="rect">
            <a:avLst/>
          </a:prstGeom>
          <a:noFill/>
          <a:ln>
            <a:noFill/>
          </a:ln>
        </p:spPr>
        <p:txBody>
          <a:bodyPr anchorCtr="0" anchor="ctr" bIns="91425" lIns="91425" spcFirstLastPara="1" rIns="91425" wrap="square" tIns="91425">
            <a:noAutofit/>
          </a:bodyPr>
          <a:lstStyle/>
          <a:p>
            <a:pPr indent="0" lvl="0" marL="0" rtl="0" algn="l">
              <a:lnSpc>
                <a:spcPct val="100000"/>
              </a:lnSpc>
              <a:spcBef>
                <a:spcPts val="0"/>
              </a:spcBef>
              <a:spcAft>
                <a:spcPts val="0"/>
              </a:spcAft>
              <a:buSzPts val="2800"/>
              <a:buNone/>
            </a:pPr>
            <a:r>
              <a:rPr lang="en"/>
              <a:t>SETUP</a:t>
            </a:r>
            <a:endParaRPr/>
          </a:p>
        </p:txBody>
      </p:sp>
      <p:sp>
        <p:nvSpPr>
          <p:cNvPr id="5452" name="Google Shape;5452;p30"/>
          <p:cNvSpPr txBox="1"/>
          <p:nvPr>
            <p:ph idx="1" type="body"/>
          </p:nvPr>
        </p:nvSpPr>
        <p:spPr>
          <a:xfrm>
            <a:off x="720000" y="1237083"/>
            <a:ext cx="7704000" cy="33663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0"/>
              </a:spcBef>
              <a:spcAft>
                <a:spcPts val="0"/>
              </a:spcAft>
              <a:buSzPts val="1400"/>
              <a:buNone/>
            </a:pPr>
            <a:r>
              <a:rPr lang="en" sz="1200"/>
              <a:t>Did you like the resources of this template? Get them for free at our other websites!</a:t>
            </a:r>
            <a:br>
              <a:rPr lang="en" sz="1200"/>
            </a:br>
            <a:br>
              <a:rPr lang="en" sz="1200"/>
            </a:br>
            <a:r>
              <a:rPr b="1" lang="en" sz="1200">
                <a:solidFill>
                  <a:schemeClr val="accent6"/>
                </a:solidFill>
                <a:highlight>
                  <a:schemeClr val="lt2"/>
                </a:highlight>
              </a:rPr>
              <a:t>Photos:</a:t>
            </a:r>
            <a:endParaRPr b="1" sz="1200">
              <a:solidFill>
                <a:schemeClr val="accent6"/>
              </a:solidFill>
              <a:highlight>
                <a:schemeClr val="lt2"/>
              </a:highlight>
            </a:endParaRPr>
          </a:p>
          <a:p>
            <a:pPr indent="-304800" lvl="0" marL="457200" rtl="0" algn="l">
              <a:lnSpc>
                <a:spcPct val="115000"/>
              </a:lnSpc>
              <a:spcBef>
                <a:spcPts val="0"/>
              </a:spcBef>
              <a:spcAft>
                <a:spcPts val="0"/>
              </a:spcAft>
              <a:buClr>
                <a:schemeClr val="accent3"/>
              </a:buClr>
              <a:buSzPts val="1200"/>
              <a:buChar char="●"/>
            </a:pPr>
            <a:r>
              <a:rPr lang="en" sz="1200">
                <a:solidFill>
                  <a:schemeClr val="hlink"/>
                </a:solidFill>
                <a:uFill>
                  <a:noFill/>
                </a:uFill>
                <a:hlinkClick r:id="rId3"/>
              </a:rPr>
              <a:t>Colorful retro vaporwave landscape</a:t>
            </a:r>
            <a:endParaRPr sz="1200"/>
          </a:p>
          <a:p>
            <a:pPr indent="-304800" lvl="0" marL="457200" rtl="0" algn="l">
              <a:lnSpc>
                <a:spcPct val="115000"/>
              </a:lnSpc>
              <a:spcBef>
                <a:spcPts val="0"/>
              </a:spcBef>
              <a:spcAft>
                <a:spcPts val="0"/>
              </a:spcAft>
              <a:buClr>
                <a:schemeClr val="accent3"/>
              </a:buClr>
              <a:buSzPts val="1200"/>
              <a:buChar char="●"/>
            </a:pPr>
            <a:r>
              <a:rPr lang="en" sz="1200">
                <a:solidFill>
                  <a:schemeClr val="hlink"/>
                </a:solidFill>
                <a:uFill>
                  <a:noFill/>
                </a:uFill>
                <a:hlinkClick r:id="rId4"/>
              </a:rPr>
              <a:t>3d aesthetics with shapes in vaporwave style</a:t>
            </a:r>
            <a:endParaRPr sz="1200"/>
          </a:p>
          <a:p>
            <a:pPr indent="-304800" lvl="0" marL="457200" rtl="0" algn="l">
              <a:lnSpc>
                <a:spcPct val="115000"/>
              </a:lnSpc>
              <a:spcBef>
                <a:spcPts val="0"/>
              </a:spcBef>
              <a:spcAft>
                <a:spcPts val="0"/>
              </a:spcAft>
              <a:buClr>
                <a:schemeClr val="accent3"/>
              </a:buClr>
              <a:buSzPts val="1200"/>
              <a:buChar char="●"/>
            </a:pPr>
            <a:r>
              <a:rPr lang="en" sz="1200">
                <a:solidFill>
                  <a:schemeClr val="hlink"/>
                </a:solidFill>
                <a:uFill>
                  <a:noFill/>
                </a:uFill>
                <a:hlinkClick r:id="rId5"/>
              </a:rPr>
              <a:t>Colorful 3d shapes in vaporwave style</a:t>
            </a:r>
            <a:endParaRPr sz="1200"/>
          </a:p>
          <a:p>
            <a:pPr indent="-304800" lvl="0" marL="457200" rtl="0" algn="l">
              <a:lnSpc>
                <a:spcPct val="115000"/>
              </a:lnSpc>
              <a:spcBef>
                <a:spcPts val="0"/>
              </a:spcBef>
              <a:spcAft>
                <a:spcPts val="0"/>
              </a:spcAft>
              <a:buClr>
                <a:schemeClr val="accent3"/>
              </a:buClr>
              <a:buSzPts val="1200"/>
              <a:buChar char="●"/>
            </a:pPr>
            <a:r>
              <a:rPr lang="en" sz="1200">
                <a:solidFill>
                  <a:schemeClr val="hlink"/>
                </a:solidFill>
                <a:uFill>
                  <a:noFill/>
                </a:uFill>
                <a:hlinkClick r:id="rId6"/>
              </a:rPr>
              <a:t>Retro 3d shapes in vaporwave style</a:t>
            </a:r>
            <a:endParaRPr sz="1200"/>
          </a:p>
          <a:p>
            <a:pPr indent="-304800" lvl="0" marL="457200" rtl="0" algn="l">
              <a:lnSpc>
                <a:spcPct val="115000"/>
              </a:lnSpc>
              <a:spcBef>
                <a:spcPts val="0"/>
              </a:spcBef>
              <a:spcAft>
                <a:spcPts val="0"/>
              </a:spcAft>
              <a:buClr>
                <a:schemeClr val="accent3"/>
              </a:buClr>
              <a:buSzPts val="1200"/>
              <a:buChar char="●"/>
            </a:pPr>
            <a:r>
              <a:rPr lang="en" sz="1200">
                <a:solidFill>
                  <a:schemeClr val="hlink"/>
                </a:solidFill>
                <a:uFill>
                  <a:noFill/>
                </a:uFill>
                <a:hlinkClick r:id="rId7"/>
              </a:rPr>
              <a:t>Colorful 3d shapes in vaporwave style 1</a:t>
            </a:r>
            <a:endParaRPr sz="1200"/>
          </a:p>
          <a:p>
            <a:pPr indent="0" lvl="0" marL="0" rtl="0" algn="l">
              <a:lnSpc>
                <a:spcPct val="115000"/>
              </a:lnSpc>
              <a:spcBef>
                <a:spcPts val="0"/>
              </a:spcBef>
              <a:spcAft>
                <a:spcPts val="0"/>
              </a:spcAft>
              <a:buSzPts val="1400"/>
              <a:buNone/>
            </a:pPr>
            <a:r>
              <a:t/>
            </a:r>
            <a:endParaRPr sz="1200"/>
          </a:p>
          <a:p>
            <a:pPr indent="0" lvl="0" marL="0" rtl="0" algn="l">
              <a:lnSpc>
                <a:spcPct val="115000"/>
              </a:lnSpc>
              <a:spcBef>
                <a:spcPts val="0"/>
              </a:spcBef>
              <a:spcAft>
                <a:spcPts val="0"/>
              </a:spcAft>
              <a:buSzPts val="1400"/>
              <a:buNone/>
            </a:pPr>
            <a:r>
              <a:rPr b="1" lang="en" sz="1200">
                <a:solidFill>
                  <a:schemeClr val="accent6"/>
                </a:solidFill>
                <a:highlight>
                  <a:schemeClr val="lt2"/>
                </a:highlight>
              </a:rPr>
              <a:t>Vectors:</a:t>
            </a:r>
            <a:endParaRPr b="1" sz="1200">
              <a:solidFill>
                <a:schemeClr val="accent6"/>
              </a:solidFill>
              <a:highlight>
                <a:schemeClr val="lt2"/>
              </a:highlight>
            </a:endParaRPr>
          </a:p>
          <a:p>
            <a:pPr indent="-304800" lvl="0" marL="457200" rtl="0" algn="l">
              <a:lnSpc>
                <a:spcPct val="115000"/>
              </a:lnSpc>
              <a:spcBef>
                <a:spcPts val="0"/>
              </a:spcBef>
              <a:spcAft>
                <a:spcPts val="0"/>
              </a:spcAft>
              <a:buClr>
                <a:schemeClr val="accent3"/>
              </a:buClr>
              <a:buSzPts val="1200"/>
              <a:buChar char="●"/>
            </a:pPr>
            <a:r>
              <a:rPr lang="en" sz="1200">
                <a:solidFill>
                  <a:schemeClr val="hlink"/>
                </a:solidFill>
                <a:uFill>
                  <a:noFill/>
                </a:uFill>
                <a:hlinkClick r:id="rId8"/>
              </a:rPr>
              <a:t>Flat artificial intelligence background</a:t>
            </a:r>
            <a:endParaRPr sz="1200"/>
          </a:p>
          <a:p>
            <a:pPr indent="-304800" lvl="0" marL="457200" rtl="0" algn="l">
              <a:lnSpc>
                <a:spcPct val="115000"/>
              </a:lnSpc>
              <a:spcBef>
                <a:spcPts val="0"/>
              </a:spcBef>
              <a:spcAft>
                <a:spcPts val="0"/>
              </a:spcAft>
              <a:buClr>
                <a:schemeClr val="accent3"/>
              </a:buClr>
              <a:buSzPts val="1200"/>
              <a:buChar char="●"/>
            </a:pPr>
            <a:r>
              <a:rPr lang="en" sz="1200">
                <a:solidFill>
                  <a:schemeClr val="hlink"/>
                </a:solidFill>
                <a:uFill>
                  <a:noFill/>
                </a:uFill>
                <a:hlinkClick r:id="rId9"/>
              </a:rPr>
              <a:t>Artificial intelligence elements collection</a:t>
            </a:r>
            <a:endParaRPr sz="1200"/>
          </a:p>
          <a:p>
            <a:pPr indent="0" lvl="0" marL="0" rtl="0" algn="l">
              <a:lnSpc>
                <a:spcPct val="115000"/>
              </a:lnSpc>
              <a:spcBef>
                <a:spcPts val="0"/>
              </a:spcBef>
              <a:spcAft>
                <a:spcPts val="0"/>
              </a:spcAft>
              <a:buSzPts val="1400"/>
              <a:buNone/>
            </a:pPr>
            <a:r>
              <a:t/>
            </a:r>
            <a:endParaRPr sz="1200"/>
          </a:p>
          <a:p>
            <a:pPr indent="0" lvl="0" marL="0" rtl="0" algn="l">
              <a:lnSpc>
                <a:spcPct val="115000"/>
              </a:lnSpc>
              <a:spcBef>
                <a:spcPts val="0"/>
              </a:spcBef>
              <a:spcAft>
                <a:spcPts val="0"/>
              </a:spcAft>
              <a:buSzPts val="1400"/>
              <a:buNone/>
            </a:pPr>
            <a:r>
              <a:rPr b="1" lang="en" sz="1200">
                <a:solidFill>
                  <a:schemeClr val="accent6"/>
                </a:solidFill>
                <a:highlight>
                  <a:schemeClr val="lt2"/>
                </a:highlight>
              </a:rPr>
              <a:t>Icons:</a:t>
            </a:r>
            <a:endParaRPr b="1" sz="1200">
              <a:solidFill>
                <a:schemeClr val="accent6"/>
              </a:solidFill>
              <a:highlight>
                <a:schemeClr val="lt2"/>
              </a:highlight>
            </a:endParaRPr>
          </a:p>
          <a:p>
            <a:pPr indent="-304800" lvl="0" marL="457200" rtl="0" algn="l">
              <a:lnSpc>
                <a:spcPct val="115000"/>
              </a:lnSpc>
              <a:spcBef>
                <a:spcPts val="0"/>
              </a:spcBef>
              <a:spcAft>
                <a:spcPts val="0"/>
              </a:spcAft>
              <a:buClr>
                <a:schemeClr val="accent3"/>
              </a:buClr>
              <a:buSzPts val="1200"/>
              <a:buChar char="●"/>
            </a:pPr>
            <a:r>
              <a:rPr lang="en" sz="1200">
                <a:solidFill>
                  <a:schemeClr val="hlink"/>
                </a:solidFill>
                <a:uFill>
                  <a:noFill/>
                </a:uFill>
                <a:hlinkClick r:id="rId10"/>
              </a:rPr>
              <a:t>Digital Nomad</a:t>
            </a:r>
            <a:endParaRPr sz="1200"/>
          </a:p>
          <a:p>
            <a:pPr indent="0" lvl="0" marL="0" rtl="0" algn="l">
              <a:lnSpc>
                <a:spcPct val="115000"/>
              </a:lnSpc>
              <a:spcBef>
                <a:spcPts val="0"/>
              </a:spcBef>
              <a:spcAft>
                <a:spcPts val="0"/>
              </a:spcAft>
              <a:buSzPts val="1400"/>
              <a:buNone/>
            </a:pPr>
            <a:r>
              <a:t/>
            </a:r>
            <a:endParaRPr sz="1200"/>
          </a:p>
          <a:p>
            <a:pPr indent="0" lvl="0" marL="0" rtl="0" algn="l">
              <a:lnSpc>
                <a:spcPct val="115000"/>
              </a:lnSpc>
              <a:spcBef>
                <a:spcPts val="0"/>
              </a:spcBef>
              <a:spcAft>
                <a:spcPts val="0"/>
              </a:spcAft>
              <a:buSzPts val="1400"/>
              <a:buNone/>
            </a:pPr>
            <a:r>
              <a:t/>
            </a:r>
            <a:endParaRPr/>
          </a:p>
        </p:txBody>
      </p:sp>
    </p:spTree>
  </p:cSld>
  <p:clrMapOvr>
    <a:masterClrMapping/>
  </p:clrMapOvr>
</p:sld>
</file>

<file path=ppt/slides/slide4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0">
  <p:cSld>
    <p:bg>
      <p:bgPr>
        <a:solidFill>
          <a:srgbClr val="0E2A47"/>
        </a:solidFill>
      </p:bgPr>
    </p:bg>
    <p:spTree>
      <p:nvGrpSpPr>
        <p:cNvPr id="5456" name="Shape 5456"/>
        <p:cNvGrpSpPr/>
        <p:nvPr/>
      </p:nvGrpSpPr>
      <p:grpSpPr>
        <a:xfrm>
          <a:off x="0" y="0"/>
          <a:ext cx="0" cy="0"/>
          <a:chOff x="0" y="0"/>
          <a:chExt cx="0" cy="0"/>
        </a:xfrm>
      </p:grpSpPr>
      <p:sp>
        <p:nvSpPr>
          <p:cNvPr id="5457" name="Google Shape;5457;p31"/>
          <p:cNvSpPr txBox="1"/>
          <p:nvPr/>
        </p:nvSpPr>
        <p:spPr>
          <a:xfrm>
            <a:off x="1048350" y="902900"/>
            <a:ext cx="7047300" cy="2686500"/>
          </a:xfrm>
          <a:prstGeom prst="rect">
            <a:avLst/>
          </a:prstGeom>
          <a:noFill/>
          <a:ln>
            <a:noFill/>
          </a:ln>
        </p:spPr>
        <p:txBody>
          <a:bodyPr anchorCtr="0" anchor="t" bIns="91425" lIns="91425" spcFirstLastPara="1" rIns="91425" wrap="square" tIns="91425">
            <a:noAutofit/>
          </a:bodyPr>
          <a:lstStyle/>
          <a:p>
            <a:pPr indent="0" lvl="0" marL="0" marR="0" rtl="0" algn="l">
              <a:lnSpc>
                <a:spcPct val="115000"/>
              </a:lnSpc>
              <a:spcBef>
                <a:spcPts val="1400"/>
              </a:spcBef>
              <a:spcAft>
                <a:spcPts val="0"/>
              </a:spcAft>
              <a:buClr>
                <a:srgbClr val="000000"/>
              </a:buClr>
              <a:buSzPts val="1100"/>
              <a:buFont typeface="Arial"/>
              <a:buNone/>
            </a:pPr>
            <a:r>
              <a:rPr b="0" i="0" lang="en" sz="1100" u="none" cap="none" strike="noStrike">
                <a:solidFill>
                  <a:srgbClr val="FFFFFF"/>
                </a:solidFill>
                <a:latin typeface="Arial"/>
                <a:ea typeface="Arial"/>
                <a:cs typeface="Arial"/>
                <a:sym typeface="Arial"/>
              </a:rPr>
              <a:t>In order to use this template, you must credit </a:t>
            </a:r>
            <a:r>
              <a:rPr b="1" i="0" lang="en" sz="1100" u="sng" cap="none" strike="noStrike">
                <a:solidFill>
                  <a:srgbClr val="869FB2"/>
                </a:solidFill>
                <a:latin typeface="Arial"/>
                <a:ea typeface="Arial"/>
                <a:cs typeface="Arial"/>
                <a:sym typeface="Arial"/>
                <a:hlinkClick r:id="rId3">
                  <a:extLst>
                    <a:ext uri="{A12FA001-AC4F-418D-AE19-62706E023703}">
                      <ahyp:hlinkClr val="tx"/>
                    </a:ext>
                  </a:extLst>
                </a:hlinkClick>
              </a:rPr>
              <a:t>Slidesgo</a:t>
            </a:r>
            <a:r>
              <a:rPr b="0" i="0" lang="en" sz="1100" u="none" cap="none" strike="noStrike">
                <a:solidFill>
                  <a:srgbClr val="435D74"/>
                </a:solidFill>
                <a:latin typeface="Arial"/>
                <a:ea typeface="Arial"/>
                <a:cs typeface="Arial"/>
                <a:sym typeface="Arial"/>
              </a:rPr>
              <a:t> </a:t>
            </a:r>
            <a:r>
              <a:rPr b="0" i="0" lang="en" sz="1100" u="none" cap="none" strike="noStrike">
                <a:solidFill>
                  <a:srgbClr val="FFFFFF"/>
                </a:solidFill>
                <a:latin typeface="Arial"/>
                <a:ea typeface="Arial"/>
                <a:cs typeface="Arial"/>
                <a:sym typeface="Arial"/>
              </a:rPr>
              <a:t>by keeping the </a:t>
            </a:r>
            <a:r>
              <a:rPr b="1" i="0" lang="en" sz="1100" u="sng" cap="none" strike="noStrike">
                <a:solidFill>
                  <a:srgbClr val="869FB2"/>
                </a:solidFill>
                <a:latin typeface="Arial"/>
                <a:ea typeface="Arial"/>
                <a:cs typeface="Arial"/>
                <a:sym typeface="Arial"/>
                <a:hlinkClick action="ppaction://hlinksldjump" r:id="rId4">
                  <a:extLst>
                    <a:ext uri="{A12FA001-AC4F-418D-AE19-62706E023703}">
                      <ahyp:hlinkClr val="tx"/>
                    </a:ext>
                  </a:extLst>
                </a:hlinkClick>
              </a:rPr>
              <a:t>Thanks</a:t>
            </a:r>
            <a:r>
              <a:rPr b="0" i="0" lang="en" sz="1100" u="sng" cap="none" strike="noStrike">
                <a:solidFill>
                  <a:srgbClr val="869FB2"/>
                </a:solidFill>
                <a:latin typeface="Arial"/>
                <a:ea typeface="Arial"/>
                <a:cs typeface="Arial"/>
                <a:sym typeface="Arial"/>
                <a:hlinkClick action="ppaction://hlinksldjump" r:id="rId5">
                  <a:extLst>
                    <a:ext uri="{A12FA001-AC4F-418D-AE19-62706E023703}">
                      <ahyp:hlinkClr val="tx"/>
                    </a:ext>
                  </a:extLst>
                </a:hlinkClick>
              </a:rPr>
              <a:t> </a:t>
            </a:r>
            <a:r>
              <a:rPr b="0" i="0" lang="en" sz="1100" u="none" cap="none" strike="noStrike">
                <a:solidFill>
                  <a:srgbClr val="FFFFFF"/>
                </a:solidFill>
                <a:latin typeface="Arial"/>
                <a:ea typeface="Arial"/>
                <a:cs typeface="Arial"/>
                <a:sym typeface="Arial"/>
              </a:rPr>
              <a:t>slide.</a:t>
            </a:r>
            <a:endParaRPr b="0" i="0" sz="1100" u="none" cap="none" strike="noStrike">
              <a:solidFill>
                <a:srgbClr val="FFFFFF"/>
              </a:solidFill>
              <a:latin typeface="Arial"/>
              <a:ea typeface="Arial"/>
              <a:cs typeface="Arial"/>
              <a:sym typeface="Arial"/>
            </a:endParaRPr>
          </a:p>
          <a:p>
            <a:pPr indent="0" lvl="0" marL="0" marR="0" rtl="0" algn="l">
              <a:lnSpc>
                <a:spcPct val="115000"/>
              </a:lnSpc>
              <a:spcBef>
                <a:spcPts val="1400"/>
              </a:spcBef>
              <a:spcAft>
                <a:spcPts val="0"/>
              </a:spcAft>
              <a:buClr>
                <a:srgbClr val="000000"/>
              </a:buClr>
              <a:buSzPts val="1000"/>
              <a:buFont typeface="Arial"/>
              <a:buNone/>
            </a:pPr>
            <a:r>
              <a:rPr b="1" i="0" lang="en" sz="1000" u="none" cap="none" strike="noStrike">
                <a:solidFill>
                  <a:srgbClr val="869FB2"/>
                </a:solidFill>
                <a:latin typeface="Arial"/>
                <a:ea typeface="Arial"/>
                <a:cs typeface="Arial"/>
                <a:sym typeface="Arial"/>
              </a:rPr>
              <a:t>You are allowed to:</a:t>
            </a:r>
            <a:endParaRPr b="1" i="0" sz="1000" u="none" cap="none" strike="noStrike">
              <a:solidFill>
                <a:srgbClr val="869FB2"/>
              </a:solidFill>
              <a:latin typeface="Arial"/>
              <a:ea typeface="Arial"/>
              <a:cs typeface="Arial"/>
              <a:sym typeface="Arial"/>
            </a:endParaRPr>
          </a:p>
          <a:p>
            <a:pPr indent="0" lvl="0" marL="0" marR="0" rtl="0" algn="l">
              <a:lnSpc>
                <a:spcPct val="115000"/>
              </a:lnSpc>
              <a:spcBef>
                <a:spcPts val="400"/>
              </a:spcBef>
              <a:spcAft>
                <a:spcPts val="0"/>
              </a:spcAft>
              <a:buClr>
                <a:srgbClr val="000000"/>
              </a:buClr>
              <a:buSzPts val="1000"/>
              <a:buFont typeface="Arial"/>
              <a:buNone/>
            </a:pPr>
            <a:r>
              <a:rPr b="0" i="0" lang="en" sz="1000" u="none" cap="none" strike="noStrike">
                <a:solidFill>
                  <a:srgbClr val="FFFFFF"/>
                </a:solidFill>
                <a:latin typeface="Arial"/>
                <a:ea typeface="Arial"/>
                <a:cs typeface="Arial"/>
                <a:sym typeface="Arial"/>
              </a:rPr>
              <a:t>- Modify this template.</a:t>
            </a:r>
            <a:endParaRPr b="0" i="0" sz="1000" u="none" cap="none" strike="noStrike">
              <a:solidFill>
                <a:srgbClr val="FFFFFF"/>
              </a:solidFill>
              <a:latin typeface="Arial"/>
              <a:ea typeface="Arial"/>
              <a:cs typeface="Arial"/>
              <a:sym typeface="Arial"/>
            </a:endParaRPr>
          </a:p>
          <a:p>
            <a:pPr indent="0" lvl="0" marL="0" marR="0" rtl="0" algn="l">
              <a:lnSpc>
                <a:spcPct val="115000"/>
              </a:lnSpc>
              <a:spcBef>
                <a:spcPts val="0"/>
              </a:spcBef>
              <a:spcAft>
                <a:spcPts val="0"/>
              </a:spcAft>
              <a:buClr>
                <a:srgbClr val="000000"/>
              </a:buClr>
              <a:buSzPts val="1000"/>
              <a:buFont typeface="Arial"/>
              <a:buNone/>
            </a:pPr>
            <a:r>
              <a:rPr b="0" i="0" lang="en" sz="1000" u="none" cap="none" strike="noStrike">
                <a:solidFill>
                  <a:srgbClr val="FFFFFF"/>
                </a:solidFill>
                <a:latin typeface="Arial"/>
                <a:ea typeface="Arial"/>
                <a:cs typeface="Arial"/>
                <a:sym typeface="Arial"/>
              </a:rPr>
              <a:t>- Use it for both personal and commercial projects.</a:t>
            </a:r>
            <a:endParaRPr b="0" i="0" sz="1000" u="none" cap="none" strike="noStrike">
              <a:solidFill>
                <a:srgbClr val="FFFFFF"/>
              </a:solidFill>
              <a:latin typeface="Arial"/>
              <a:ea typeface="Arial"/>
              <a:cs typeface="Arial"/>
              <a:sym typeface="Arial"/>
            </a:endParaRPr>
          </a:p>
          <a:p>
            <a:pPr indent="0" lvl="0" marL="0" marR="0" rtl="0" algn="l">
              <a:lnSpc>
                <a:spcPct val="115000"/>
              </a:lnSpc>
              <a:spcBef>
                <a:spcPts val="1400"/>
              </a:spcBef>
              <a:spcAft>
                <a:spcPts val="0"/>
              </a:spcAft>
              <a:buClr>
                <a:srgbClr val="000000"/>
              </a:buClr>
              <a:buSzPts val="1000"/>
              <a:buFont typeface="Arial"/>
              <a:buNone/>
            </a:pPr>
            <a:r>
              <a:rPr b="1" i="0" lang="en" sz="1000" u="none" cap="none" strike="noStrike">
                <a:solidFill>
                  <a:srgbClr val="869FB2"/>
                </a:solidFill>
                <a:latin typeface="Arial"/>
                <a:ea typeface="Arial"/>
                <a:cs typeface="Arial"/>
                <a:sym typeface="Arial"/>
              </a:rPr>
              <a:t>You are not allowed to:</a:t>
            </a:r>
            <a:endParaRPr b="1" i="0" sz="1000" u="none" cap="none" strike="noStrike">
              <a:solidFill>
                <a:srgbClr val="869FB2"/>
              </a:solidFill>
              <a:latin typeface="Arial"/>
              <a:ea typeface="Arial"/>
              <a:cs typeface="Arial"/>
              <a:sym typeface="Arial"/>
            </a:endParaRPr>
          </a:p>
          <a:p>
            <a:pPr indent="0" lvl="0" marL="0" marR="0" rtl="0" algn="l">
              <a:lnSpc>
                <a:spcPct val="115000"/>
              </a:lnSpc>
              <a:spcBef>
                <a:spcPts val="400"/>
              </a:spcBef>
              <a:spcAft>
                <a:spcPts val="0"/>
              </a:spcAft>
              <a:buClr>
                <a:srgbClr val="000000"/>
              </a:buClr>
              <a:buSzPts val="1000"/>
              <a:buFont typeface="Arial"/>
              <a:buNone/>
            </a:pPr>
            <a:r>
              <a:rPr b="0" i="0" lang="en" sz="1000" u="none" cap="none" strike="noStrike">
                <a:solidFill>
                  <a:srgbClr val="FFFFFF"/>
                </a:solidFill>
                <a:latin typeface="Arial"/>
                <a:ea typeface="Arial"/>
                <a:cs typeface="Arial"/>
                <a:sym typeface="Arial"/>
              </a:rPr>
              <a:t>- Sublicense, sell or rent any of Slidesgo Content (or a modified version of Slidesgo Content).</a:t>
            </a:r>
            <a:endParaRPr b="0" i="0" sz="1000" u="none" cap="none" strike="noStrike">
              <a:solidFill>
                <a:srgbClr val="FFFFFF"/>
              </a:solidFill>
              <a:latin typeface="Arial"/>
              <a:ea typeface="Arial"/>
              <a:cs typeface="Arial"/>
              <a:sym typeface="Arial"/>
            </a:endParaRPr>
          </a:p>
          <a:p>
            <a:pPr indent="0" lvl="0" marL="0" marR="0" rtl="0" algn="l">
              <a:lnSpc>
                <a:spcPct val="115000"/>
              </a:lnSpc>
              <a:spcBef>
                <a:spcPts val="0"/>
              </a:spcBef>
              <a:spcAft>
                <a:spcPts val="0"/>
              </a:spcAft>
              <a:buClr>
                <a:srgbClr val="000000"/>
              </a:buClr>
              <a:buSzPts val="1000"/>
              <a:buFont typeface="Arial"/>
              <a:buNone/>
            </a:pPr>
            <a:r>
              <a:rPr b="0" i="0" lang="en" sz="1000" u="none" cap="none" strike="noStrike">
                <a:solidFill>
                  <a:srgbClr val="FFFFFF"/>
                </a:solidFill>
                <a:latin typeface="Arial"/>
                <a:ea typeface="Arial"/>
                <a:cs typeface="Arial"/>
                <a:sym typeface="Arial"/>
              </a:rPr>
              <a:t>- Distribute Slidesgo Content unless it has been expressly authorized by Slidesgo.</a:t>
            </a:r>
            <a:endParaRPr b="0" i="0" sz="1000" u="none" cap="none" strike="noStrike">
              <a:solidFill>
                <a:srgbClr val="FFFFFF"/>
              </a:solidFill>
              <a:latin typeface="Arial"/>
              <a:ea typeface="Arial"/>
              <a:cs typeface="Arial"/>
              <a:sym typeface="Arial"/>
            </a:endParaRPr>
          </a:p>
          <a:p>
            <a:pPr indent="0" lvl="0" marL="0" marR="0" rtl="0" algn="l">
              <a:lnSpc>
                <a:spcPct val="115000"/>
              </a:lnSpc>
              <a:spcBef>
                <a:spcPts val="0"/>
              </a:spcBef>
              <a:spcAft>
                <a:spcPts val="0"/>
              </a:spcAft>
              <a:buClr>
                <a:srgbClr val="000000"/>
              </a:buClr>
              <a:buSzPts val="1000"/>
              <a:buFont typeface="Arial"/>
              <a:buNone/>
            </a:pPr>
            <a:r>
              <a:rPr b="0" i="0" lang="en" sz="1000" u="none" cap="none" strike="noStrike">
                <a:solidFill>
                  <a:srgbClr val="FFFFFF"/>
                </a:solidFill>
                <a:latin typeface="Arial"/>
                <a:ea typeface="Arial"/>
                <a:cs typeface="Arial"/>
                <a:sym typeface="Arial"/>
              </a:rPr>
              <a:t>- Include Slidesgo Content in an online or offline database or file.</a:t>
            </a:r>
            <a:endParaRPr b="0" i="0" sz="1000" u="none" cap="none" strike="noStrike">
              <a:solidFill>
                <a:srgbClr val="FFFFFF"/>
              </a:solidFill>
              <a:latin typeface="Arial"/>
              <a:ea typeface="Arial"/>
              <a:cs typeface="Arial"/>
              <a:sym typeface="Arial"/>
            </a:endParaRPr>
          </a:p>
          <a:p>
            <a:pPr indent="0" lvl="0" marL="0" marR="0" rtl="0" algn="l">
              <a:lnSpc>
                <a:spcPct val="115000"/>
              </a:lnSpc>
              <a:spcBef>
                <a:spcPts val="0"/>
              </a:spcBef>
              <a:spcAft>
                <a:spcPts val="0"/>
              </a:spcAft>
              <a:buClr>
                <a:srgbClr val="000000"/>
              </a:buClr>
              <a:buSzPts val="1000"/>
              <a:buFont typeface="Arial"/>
              <a:buNone/>
            </a:pPr>
            <a:r>
              <a:rPr b="0" i="0" lang="en" sz="1000" u="none" cap="none" strike="noStrike">
                <a:solidFill>
                  <a:srgbClr val="FFFFFF"/>
                </a:solidFill>
                <a:latin typeface="Arial"/>
                <a:ea typeface="Arial"/>
                <a:cs typeface="Arial"/>
                <a:sym typeface="Arial"/>
              </a:rPr>
              <a:t>- Offer Slidesgo templates (or modified versions of Slidesgo templates) for download.</a:t>
            </a:r>
            <a:endParaRPr b="0" i="0" sz="1000" u="none" cap="none" strike="noStrike">
              <a:solidFill>
                <a:srgbClr val="FFFFFF"/>
              </a:solidFill>
              <a:latin typeface="Arial"/>
              <a:ea typeface="Arial"/>
              <a:cs typeface="Arial"/>
              <a:sym typeface="Arial"/>
            </a:endParaRPr>
          </a:p>
          <a:p>
            <a:pPr indent="0" lvl="0" marL="0" marR="0" rtl="0" algn="l">
              <a:lnSpc>
                <a:spcPct val="115000"/>
              </a:lnSpc>
              <a:spcBef>
                <a:spcPts val="0"/>
              </a:spcBef>
              <a:spcAft>
                <a:spcPts val="0"/>
              </a:spcAft>
              <a:buClr>
                <a:srgbClr val="000000"/>
              </a:buClr>
              <a:buSzPts val="1000"/>
              <a:buFont typeface="Arial"/>
              <a:buNone/>
            </a:pPr>
            <a:r>
              <a:rPr b="0" i="0" lang="en" sz="1000" u="none" cap="none" strike="noStrike">
                <a:solidFill>
                  <a:srgbClr val="FFFFFF"/>
                </a:solidFill>
                <a:latin typeface="Arial"/>
                <a:ea typeface="Arial"/>
                <a:cs typeface="Arial"/>
                <a:sym typeface="Arial"/>
              </a:rPr>
              <a:t>- Acquire the copyright of Slidesgo Content.</a:t>
            </a:r>
            <a:endParaRPr b="0" i="0" sz="1000" u="none" cap="none" strike="noStrike">
              <a:solidFill>
                <a:srgbClr val="FFFFFF"/>
              </a:solidFill>
              <a:latin typeface="Arial"/>
              <a:ea typeface="Arial"/>
              <a:cs typeface="Arial"/>
              <a:sym typeface="Arial"/>
            </a:endParaRPr>
          </a:p>
        </p:txBody>
      </p:sp>
      <p:sp>
        <p:nvSpPr>
          <p:cNvPr id="5458" name="Google Shape;5458;p31"/>
          <p:cNvSpPr txBox="1"/>
          <p:nvPr/>
        </p:nvSpPr>
        <p:spPr>
          <a:xfrm>
            <a:off x="1048350" y="323850"/>
            <a:ext cx="7047300" cy="482400"/>
          </a:xfrm>
          <a:prstGeom prst="rect">
            <a:avLst/>
          </a:prstGeom>
          <a:noFill/>
          <a:ln>
            <a:noFill/>
          </a:ln>
        </p:spPr>
        <p:txBody>
          <a:bodyPr anchorCtr="0" anchor="t"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2400"/>
              <a:buFont typeface="Arial"/>
              <a:buNone/>
            </a:pPr>
            <a:r>
              <a:rPr b="0" i="0" lang="en" sz="2400" u="none" cap="none" strike="noStrike">
                <a:solidFill>
                  <a:srgbClr val="FFFFFF"/>
                </a:solidFill>
                <a:latin typeface="Arial"/>
                <a:ea typeface="Arial"/>
                <a:cs typeface="Arial"/>
                <a:sym typeface="Arial"/>
              </a:rPr>
              <a:t>Instructions for use</a:t>
            </a:r>
            <a:endParaRPr b="0" i="0" sz="2400" u="none" cap="none" strike="noStrike">
              <a:solidFill>
                <a:srgbClr val="FFFFFF"/>
              </a:solidFill>
              <a:latin typeface="Arial"/>
              <a:ea typeface="Arial"/>
              <a:cs typeface="Arial"/>
              <a:sym typeface="Arial"/>
            </a:endParaRPr>
          </a:p>
        </p:txBody>
      </p:sp>
      <p:sp>
        <p:nvSpPr>
          <p:cNvPr id="5459" name="Google Shape;5459;p31"/>
          <p:cNvSpPr txBox="1"/>
          <p:nvPr/>
        </p:nvSpPr>
        <p:spPr>
          <a:xfrm>
            <a:off x="1048350" y="4314290"/>
            <a:ext cx="7047300" cy="440100"/>
          </a:xfrm>
          <a:prstGeom prst="rect">
            <a:avLst/>
          </a:prstGeom>
          <a:noFill/>
          <a:ln>
            <a:noFill/>
          </a:ln>
        </p:spPr>
        <p:txBody>
          <a:bodyPr anchorCtr="0" anchor="t" bIns="91425" lIns="91425" spcFirstLastPara="1" rIns="91425" wrap="square" tIns="91425">
            <a:noAutofit/>
          </a:bodyPr>
          <a:lstStyle/>
          <a:p>
            <a:pPr indent="0" lvl="0" marL="0" marR="0" rtl="0" algn="ctr">
              <a:lnSpc>
                <a:spcPct val="115000"/>
              </a:lnSpc>
              <a:spcBef>
                <a:spcPts val="0"/>
              </a:spcBef>
              <a:spcAft>
                <a:spcPts val="0"/>
              </a:spcAft>
              <a:buClr>
                <a:srgbClr val="000000"/>
              </a:buClr>
              <a:buSzPts val="1000"/>
              <a:buFont typeface="Arial"/>
              <a:buNone/>
            </a:pPr>
            <a:r>
              <a:rPr b="0" i="0" lang="en" sz="1000" u="none" cap="none" strike="noStrike">
                <a:solidFill>
                  <a:srgbClr val="FFFFFF"/>
                </a:solidFill>
                <a:latin typeface="Arial"/>
                <a:ea typeface="Arial"/>
                <a:cs typeface="Arial"/>
                <a:sym typeface="Arial"/>
              </a:rPr>
              <a:t>For more information about editing slides, please </a:t>
            </a:r>
            <a:r>
              <a:rPr b="0" i="0" lang="en" sz="900" u="none" cap="none" strike="noStrike">
                <a:solidFill>
                  <a:srgbClr val="FFFFFF"/>
                </a:solidFill>
                <a:latin typeface="Arial"/>
                <a:ea typeface="Arial"/>
                <a:cs typeface="Arial"/>
                <a:sym typeface="Arial"/>
              </a:rPr>
              <a:t>read </a:t>
            </a:r>
            <a:r>
              <a:rPr b="0" i="0" lang="en" sz="1000" u="none" cap="none" strike="noStrike">
                <a:solidFill>
                  <a:srgbClr val="FFFFFF"/>
                </a:solidFill>
                <a:latin typeface="Arial"/>
                <a:ea typeface="Arial"/>
                <a:cs typeface="Arial"/>
                <a:sym typeface="Arial"/>
              </a:rPr>
              <a:t>our FAQs or visit Slidesgo School:</a:t>
            </a:r>
            <a:endParaRPr b="0" i="0" sz="1000" u="none" cap="none" strike="noStrike">
              <a:solidFill>
                <a:srgbClr val="FFFFFF"/>
              </a:solidFill>
              <a:latin typeface="Arial"/>
              <a:ea typeface="Arial"/>
              <a:cs typeface="Arial"/>
              <a:sym typeface="Arial"/>
            </a:endParaRPr>
          </a:p>
          <a:p>
            <a:pPr indent="0" lvl="0" marL="0" marR="0" rtl="0" algn="ctr">
              <a:lnSpc>
                <a:spcPct val="115000"/>
              </a:lnSpc>
              <a:spcBef>
                <a:spcPts val="0"/>
              </a:spcBef>
              <a:spcAft>
                <a:spcPts val="0"/>
              </a:spcAft>
              <a:buClr>
                <a:srgbClr val="000000"/>
              </a:buClr>
              <a:buSzPts val="1000"/>
              <a:buFont typeface="Arial"/>
              <a:buNone/>
            </a:pPr>
            <a:r>
              <a:rPr b="0" i="0" lang="en" sz="1000" u="sng" cap="none" strike="noStrike">
                <a:solidFill>
                  <a:srgbClr val="869FB2"/>
                </a:solidFill>
                <a:latin typeface="Arial"/>
                <a:ea typeface="Arial"/>
                <a:cs typeface="Arial"/>
                <a:sym typeface="Arial"/>
                <a:hlinkClick r:id="rId6">
                  <a:extLst>
                    <a:ext uri="{A12FA001-AC4F-418D-AE19-62706E023703}">
                      <ahyp:hlinkClr val="tx"/>
                    </a:ext>
                  </a:extLst>
                </a:hlinkClick>
              </a:rPr>
              <a:t>https://slidesgo.com/faqs</a:t>
            </a:r>
            <a:r>
              <a:rPr b="0" i="0" lang="en" sz="1200" u="none" cap="none" strike="noStrike">
                <a:solidFill>
                  <a:srgbClr val="FFFFFF"/>
                </a:solidFill>
                <a:latin typeface="Arial"/>
                <a:ea typeface="Arial"/>
                <a:cs typeface="Arial"/>
                <a:sym typeface="Arial"/>
              </a:rPr>
              <a:t> </a:t>
            </a:r>
            <a:r>
              <a:rPr b="0" i="0" lang="en" sz="1000" u="none" cap="none" strike="noStrike">
                <a:solidFill>
                  <a:srgbClr val="FFFFFF"/>
                </a:solidFill>
                <a:latin typeface="Arial"/>
                <a:ea typeface="Arial"/>
                <a:cs typeface="Arial"/>
                <a:sym typeface="Arial"/>
              </a:rPr>
              <a:t>and</a:t>
            </a:r>
            <a:r>
              <a:rPr b="0" i="0" lang="en" sz="1200" u="none" cap="none" strike="noStrike">
                <a:solidFill>
                  <a:srgbClr val="FFFFFF"/>
                </a:solidFill>
                <a:latin typeface="Arial"/>
                <a:ea typeface="Arial"/>
                <a:cs typeface="Arial"/>
                <a:sym typeface="Arial"/>
              </a:rPr>
              <a:t> </a:t>
            </a:r>
            <a:r>
              <a:rPr b="0" i="0" lang="en" sz="1000" u="sng" cap="none" strike="noStrike">
                <a:solidFill>
                  <a:srgbClr val="869FB2"/>
                </a:solidFill>
                <a:latin typeface="Arial"/>
                <a:ea typeface="Arial"/>
                <a:cs typeface="Arial"/>
                <a:sym typeface="Arial"/>
                <a:hlinkClick r:id="rId7">
                  <a:extLst>
                    <a:ext uri="{A12FA001-AC4F-418D-AE19-62706E023703}">
                      <ahyp:hlinkClr val="tx"/>
                    </a:ext>
                  </a:extLst>
                </a:hlinkClick>
              </a:rPr>
              <a:t>https://slidesgo.com/slidesgo-school</a:t>
            </a:r>
            <a:endParaRPr b="0" i="0" sz="1000" u="sng" cap="none" strike="noStrike">
              <a:solidFill>
                <a:srgbClr val="869FB2"/>
              </a:solidFill>
              <a:latin typeface="Arial"/>
              <a:ea typeface="Arial"/>
              <a:cs typeface="Arial"/>
              <a:sym typeface="Arial"/>
            </a:endParaRPr>
          </a:p>
        </p:txBody>
      </p:sp>
    </p:spTree>
  </p:cSld>
  <p:clrMapOvr>
    <a:masterClrMapping/>
  </p:clrMapOvr>
</p:sld>
</file>

<file path=ppt/slides/slide4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0">
  <p:cSld>
    <p:bg>
      <p:bgPr>
        <a:solidFill>
          <a:srgbClr val="0E2A47"/>
        </a:solidFill>
      </p:bgPr>
    </p:bg>
    <p:spTree>
      <p:nvGrpSpPr>
        <p:cNvPr id="5463" name="Shape 5463"/>
        <p:cNvGrpSpPr/>
        <p:nvPr/>
      </p:nvGrpSpPr>
      <p:grpSpPr>
        <a:xfrm>
          <a:off x="0" y="0"/>
          <a:ext cx="0" cy="0"/>
          <a:chOff x="0" y="0"/>
          <a:chExt cx="0" cy="0"/>
        </a:xfrm>
      </p:grpSpPr>
      <p:sp>
        <p:nvSpPr>
          <p:cNvPr id="5464" name="Google Shape;5464;p32"/>
          <p:cNvSpPr txBox="1"/>
          <p:nvPr/>
        </p:nvSpPr>
        <p:spPr>
          <a:xfrm>
            <a:off x="1048350" y="323850"/>
            <a:ext cx="7047300" cy="482400"/>
          </a:xfrm>
          <a:prstGeom prst="rect">
            <a:avLst/>
          </a:prstGeom>
          <a:noFill/>
          <a:ln>
            <a:noFill/>
          </a:ln>
        </p:spPr>
        <p:txBody>
          <a:bodyPr anchorCtr="0" anchor="t"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2400"/>
              <a:buFont typeface="Arial"/>
              <a:buNone/>
            </a:pPr>
            <a:r>
              <a:rPr b="0" i="0" lang="en" sz="2400" u="none" cap="none" strike="noStrike">
                <a:solidFill>
                  <a:srgbClr val="FFFFFF"/>
                </a:solidFill>
                <a:latin typeface="Arial"/>
                <a:ea typeface="Arial"/>
                <a:cs typeface="Arial"/>
                <a:sym typeface="Arial"/>
              </a:rPr>
              <a:t>Instructions for use (premium users)</a:t>
            </a:r>
            <a:endParaRPr b="0" i="0" sz="2400" u="none" cap="none" strike="noStrike">
              <a:solidFill>
                <a:srgbClr val="FFFFFF"/>
              </a:solidFill>
              <a:latin typeface="Arial"/>
              <a:ea typeface="Arial"/>
              <a:cs typeface="Arial"/>
              <a:sym typeface="Arial"/>
            </a:endParaRPr>
          </a:p>
        </p:txBody>
      </p:sp>
      <p:sp>
        <p:nvSpPr>
          <p:cNvPr id="5465" name="Google Shape;5465;p32"/>
          <p:cNvSpPr txBox="1"/>
          <p:nvPr/>
        </p:nvSpPr>
        <p:spPr>
          <a:xfrm>
            <a:off x="1048350" y="902900"/>
            <a:ext cx="7047300" cy="3929700"/>
          </a:xfrm>
          <a:prstGeom prst="rect">
            <a:avLst/>
          </a:prstGeom>
          <a:noFill/>
          <a:ln>
            <a:noFill/>
          </a:ln>
        </p:spPr>
        <p:txBody>
          <a:bodyPr anchorCtr="0" anchor="t" bIns="91425" lIns="91425" spcFirstLastPara="1" rIns="91425" wrap="square" tIns="91425">
            <a:noAutofit/>
          </a:bodyPr>
          <a:lstStyle/>
          <a:p>
            <a:pPr indent="0" lvl="0" marL="0" marR="0" rtl="0" algn="l">
              <a:lnSpc>
                <a:spcPct val="115000"/>
              </a:lnSpc>
              <a:spcBef>
                <a:spcPts val="1400"/>
              </a:spcBef>
              <a:spcAft>
                <a:spcPts val="0"/>
              </a:spcAft>
              <a:buClr>
                <a:srgbClr val="000000"/>
              </a:buClr>
              <a:buSzPts val="1100"/>
              <a:buFont typeface="Arial"/>
              <a:buNone/>
            </a:pPr>
            <a:r>
              <a:rPr b="0" i="0" lang="en" sz="1100" u="none" cap="none" strike="noStrike">
                <a:solidFill>
                  <a:srgbClr val="FFFFFF"/>
                </a:solidFill>
                <a:latin typeface="Arial"/>
                <a:ea typeface="Arial"/>
                <a:cs typeface="Arial"/>
                <a:sym typeface="Arial"/>
              </a:rPr>
              <a:t>In order to use this template, you must be a Premium user on </a:t>
            </a:r>
            <a:r>
              <a:rPr b="1" i="0" lang="en" sz="1000" u="sng" cap="none" strike="noStrike">
                <a:solidFill>
                  <a:srgbClr val="869FB2"/>
                </a:solidFill>
                <a:latin typeface="Arial"/>
                <a:ea typeface="Arial"/>
                <a:cs typeface="Arial"/>
                <a:sym typeface="Arial"/>
              </a:rPr>
              <a:t>S</a:t>
            </a:r>
            <a:r>
              <a:rPr b="1" i="0" lang="en" sz="1100" u="sng" cap="none" strike="noStrike">
                <a:solidFill>
                  <a:srgbClr val="869FB2"/>
                </a:solidFill>
                <a:latin typeface="Arial"/>
                <a:ea typeface="Arial"/>
                <a:cs typeface="Arial"/>
                <a:sym typeface="Arial"/>
                <a:hlinkClick r:id="rId3">
                  <a:extLst>
                    <a:ext uri="{A12FA001-AC4F-418D-AE19-62706E023703}">
                      <ahyp:hlinkClr val="tx"/>
                    </a:ext>
                  </a:extLst>
                </a:hlinkClick>
              </a:rPr>
              <a:t>lidesgo</a:t>
            </a:r>
            <a:r>
              <a:rPr b="0" i="0" lang="en" sz="1100" u="none" cap="none" strike="noStrike">
                <a:solidFill>
                  <a:srgbClr val="FFFFFF"/>
                </a:solidFill>
                <a:latin typeface="Arial"/>
                <a:ea typeface="Arial"/>
                <a:cs typeface="Arial"/>
                <a:sym typeface="Arial"/>
              </a:rPr>
              <a:t>.</a:t>
            </a:r>
            <a:endParaRPr b="0" i="0" sz="1100" u="none" cap="none" strike="noStrike">
              <a:solidFill>
                <a:srgbClr val="FFFFFF"/>
              </a:solidFill>
              <a:latin typeface="Arial"/>
              <a:ea typeface="Arial"/>
              <a:cs typeface="Arial"/>
              <a:sym typeface="Arial"/>
            </a:endParaRPr>
          </a:p>
          <a:p>
            <a:pPr indent="0" lvl="0" marL="0" marR="0" rtl="0" algn="l">
              <a:lnSpc>
                <a:spcPct val="115000"/>
              </a:lnSpc>
              <a:spcBef>
                <a:spcPts val="1400"/>
              </a:spcBef>
              <a:spcAft>
                <a:spcPts val="0"/>
              </a:spcAft>
              <a:buClr>
                <a:srgbClr val="000000"/>
              </a:buClr>
              <a:buSzPts val="1000"/>
              <a:buFont typeface="Arial"/>
              <a:buNone/>
            </a:pPr>
            <a:r>
              <a:rPr b="1" i="0" lang="en" sz="1000" u="none" cap="none" strike="noStrike">
                <a:solidFill>
                  <a:srgbClr val="869FB2"/>
                </a:solidFill>
                <a:latin typeface="Arial"/>
                <a:ea typeface="Arial"/>
                <a:cs typeface="Arial"/>
                <a:sym typeface="Arial"/>
              </a:rPr>
              <a:t>You are allowed to:</a:t>
            </a:r>
            <a:endParaRPr b="1" i="0" sz="1000" u="none" cap="none" strike="noStrike">
              <a:solidFill>
                <a:srgbClr val="869FB2"/>
              </a:solidFill>
              <a:latin typeface="Arial"/>
              <a:ea typeface="Arial"/>
              <a:cs typeface="Arial"/>
              <a:sym typeface="Arial"/>
            </a:endParaRPr>
          </a:p>
          <a:p>
            <a:pPr indent="-292100" lvl="0" marL="457200" marR="0" rtl="0" algn="l">
              <a:lnSpc>
                <a:spcPct val="115000"/>
              </a:lnSpc>
              <a:spcBef>
                <a:spcPts val="400"/>
              </a:spcBef>
              <a:spcAft>
                <a:spcPts val="0"/>
              </a:spcAft>
              <a:buClr>
                <a:srgbClr val="FFFFFF"/>
              </a:buClr>
              <a:buSzPts val="1000"/>
              <a:buFont typeface="Arial"/>
              <a:buChar char="●"/>
            </a:pPr>
            <a:r>
              <a:rPr b="0" i="0" lang="en" sz="1000" u="none" cap="none" strike="noStrike">
                <a:solidFill>
                  <a:srgbClr val="FFFFFF"/>
                </a:solidFill>
                <a:latin typeface="Arial"/>
                <a:ea typeface="Arial"/>
                <a:cs typeface="Arial"/>
                <a:sym typeface="Arial"/>
              </a:rPr>
              <a:t>Modify this template.</a:t>
            </a:r>
            <a:endParaRPr b="0" i="0" sz="1000" u="none" cap="none" strike="noStrike">
              <a:solidFill>
                <a:srgbClr val="FFFFFF"/>
              </a:solidFill>
              <a:latin typeface="Arial"/>
              <a:ea typeface="Arial"/>
              <a:cs typeface="Arial"/>
              <a:sym typeface="Arial"/>
            </a:endParaRPr>
          </a:p>
          <a:p>
            <a:pPr indent="-292100" lvl="0" marL="457200" marR="0" rtl="0" algn="l">
              <a:lnSpc>
                <a:spcPct val="115000"/>
              </a:lnSpc>
              <a:spcBef>
                <a:spcPts val="0"/>
              </a:spcBef>
              <a:spcAft>
                <a:spcPts val="0"/>
              </a:spcAft>
              <a:buClr>
                <a:srgbClr val="FFFFFF"/>
              </a:buClr>
              <a:buSzPts val="1000"/>
              <a:buFont typeface="Arial"/>
              <a:buChar char="●"/>
            </a:pPr>
            <a:r>
              <a:rPr b="0" i="0" lang="en" sz="1000" u="none" cap="none" strike="noStrike">
                <a:solidFill>
                  <a:srgbClr val="FFFFFF"/>
                </a:solidFill>
                <a:latin typeface="Arial"/>
                <a:ea typeface="Arial"/>
                <a:cs typeface="Arial"/>
                <a:sym typeface="Arial"/>
              </a:rPr>
              <a:t>Use it for both personal and commercial purposes.</a:t>
            </a:r>
            <a:endParaRPr b="0" i="0" sz="1000" u="none" cap="none" strike="noStrike">
              <a:solidFill>
                <a:srgbClr val="FFFFFF"/>
              </a:solidFill>
              <a:latin typeface="Arial"/>
              <a:ea typeface="Arial"/>
              <a:cs typeface="Arial"/>
              <a:sym typeface="Arial"/>
            </a:endParaRPr>
          </a:p>
          <a:p>
            <a:pPr indent="-292100" lvl="0" marL="457200" marR="0" rtl="0" algn="l">
              <a:lnSpc>
                <a:spcPct val="115000"/>
              </a:lnSpc>
              <a:spcBef>
                <a:spcPts val="0"/>
              </a:spcBef>
              <a:spcAft>
                <a:spcPts val="0"/>
              </a:spcAft>
              <a:buClr>
                <a:srgbClr val="FFFFFF"/>
              </a:buClr>
              <a:buSzPts val="1000"/>
              <a:buFont typeface="Arial"/>
              <a:buChar char="●"/>
            </a:pPr>
            <a:r>
              <a:rPr b="0" i="0" lang="en" sz="1000" u="none" cap="none" strike="noStrike">
                <a:solidFill>
                  <a:srgbClr val="FFFFFF"/>
                </a:solidFill>
                <a:latin typeface="Arial"/>
                <a:ea typeface="Arial"/>
                <a:cs typeface="Arial"/>
                <a:sym typeface="Arial"/>
              </a:rPr>
              <a:t>Hide or delete the “Thanks” slide and the mention to Slidesgo in the credits.</a:t>
            </a:r>
            <a:endParaRPr b="0" i="0" sz="1000" u="none" cap="none" strike="noStrike">
              <a:solidFill>
                <a:srgbClr val="FFFFFF"/>
              </a:solidFill>
              <a:latin typeface="Arial"/>
              <a:ea typeface="Arial"/>
              <a:cs typeface="Arial"/>
              <a:sym typeface="Arial"/>
            </a:endParaRPr>
          </a:p>
          <a:p>
            <a:pPr indent="-292100" lvl="0" marL="457200" marR="0" rtl="0" algn="l">
              <a:lnSpc>
                <a:spcPct val="115000"/>
              </a:lnSpc>
              <a:spcBef>
                <a:spcPts val="0"/>
              </a:spcBef>
              <a:spcAft>
                <a:spcPts val="0"/>
              </a:spcAft>
              <a:buClr>
                <a:srgbClr val="FFFFFF"/>
              </a:buClr>
              <a:buSzPts val="1000"/>
              <a:buFont typeface="Arial"/>
              <a:buChar char="●"/>
            </a:pPr>
            <a:r>
              <a:rPr b="0" i="0" lang="en" sz="1000" u="none" cap="none" strike="noStrike">
                <a:solidFill>
                  <a:srgbClr val="FFFFFF"/>
                </a:solidFill>
                <a:latin typeface="Arial"/>
                <a:ea typeface="Arial"/>
                <a:cs typeface="Arial"/>
                <a:sym typeface="Arial"/>
              </a:rPr>
              <a:t>Share this template in an editable format with people who are not part of your team.</a:t>
            </a:r>
            <a:endParaRPr b="0" i="0" sz="1000" u="none" cap="none" strike="noStrike">
              <a:solidFill>
                <a:srgbClr val="FFFFFF"/>
              </a:solidFill>
              <a:latin typeface="Arial"/>
              <a:ea typeface="Arial"/>
              <a:cs typeface="Arial"/>
              <a:sym typeface="Arial"/>
            </a:endParaRPr>
          </a:p>
          <a:p>
            <a:pPr indent="0" lvl="0" marL="0" marR="0" rtl="0" algn="l">
              <a:lnSpc>
                <a:spcPct val="115000"/>
              </a:lnSpc>
              <a:spcBef>
                <a:spcPts val="1400"/>
              </a:spcBef>
              <a:spcAft>
                <a:spcPts val="0"/>
              </a:spcAft>
              <a:buClr>
                <a:srgbClr val="000000"/>
              </a:buClr>
              <a:buSzPts val="1000"/>
              <a:buFont typeface="Arial"/>
              <a:buNone/>
            </a:pPr>
            <a:r>
              <a:rPr b="1" i="0" lang="en" sz="1000" u="none" cap="none" strike="noStrike">
                <a:solidFill>
                  <a:srgbClr val="869FB2"/>
                </a:solidFill>
                <a:latin typeface="Arial"/>
                <a:ea typeface="Arial"/>
                <a:cs typeface="Arial"/>
                <a:sym typeface="Arial"/>
              </a:rPr>
              <a:t>You are not allowed to:</a:t>
            </a:r>
            <a:endParaRPr b="1" i="0" sz="1000" u="none" cap="none" strike="noStrike">
              <a:solidFill>
                <a:srgbClr val="869FB2"/>
              </a:solidFill>
              <a:latin typeface="Arial"/>
              <a:ea typeface="Arial"/>
              <a:cs typeface="Arial"/>
              <a:sym typeface="Arial"/>
            </a:endParaRPr>
          </a:p>
          <a:p>
            <a:pPr indent="-292100" lvl="0" marL="457200" marR="0" rtl="0" algn="l">
              <a:lnSpc>
                <a:spcPct val="115000"/>
              </a:lnSpc>
              <a:spcBef>
                <a:spcPts val="400"/>
              </a:spcBef>
              <a:spcAft>
                <a:spcPts val="0"/>
              </a:spcAft>
              <a:buClr>
                <a:srgbClr val="FFFFFF"/>
              </a:buClr>
              <a:buSzPts val="1000"/>
              <a:buFont typeface="Arial"/>
              <a:buChar char="●"/>
            </a:pPr>
            <a:r>
              <a:rPr b="0" i="0" lang="en" sz="1000" u="none" cap="none" strike="noStrike">
                <a:solidFill>
                  <a:srgbClr val="FFFFFF"/>
                </a:solidFill>
                <a:latin typeface="Arial"/>
                <a:ea typeface="Arial"/>
                <a:cs typeface="Arial"/>
                <a:sym typeface="Arial"/>
              </a:rPr>
              <a:t>Sublicense, sell or rent this Slidesgo Template (or a modified version of this Slidesgo Template).</a:t>
            </a:r>
            <a:endParaRPr b="0" i="0" sz="1000" u="none" cap="none" strike="noStrike">
              <a:solidFill>
                <a:srgbClr val="FFFFFF"/>
              </a:solidFill>
              <a:latin typeface="Arial"/>
              <a:ea typeface="Arial"/>
              <a:cs typeface="Arial"/>
              <a:sym typeface="Arial"/>
            </a:endParaRPr>
          </a:p>
          <a:p>
            <a:pPr indent="-292100" lvl="0" marL="457200" marR="0" rtl="0" algn="l">
              <a:lnSpc>
                <a:spcPct val="115000"/>
              </a:lnSpc>
              <a:spcBef>
                <a:spcPts val="0"/>
              </a:spcBef>
              <a:spcAft>
                <a:spcPts val="0"/>
              </a:spcAft>
              <a:buClr>
                <a:srgbClr val="FFFFFF"/>
              </a:buClr>
              <a:buSzPts val="1000"/>
              <a:buFont typeface="Arial"/>
              <a:buChar char="●"/>
            </a:pPr>
            <a:r>
              <a:rPr b="0" i="0" lang="en" sz="1000" u="none" cap="none" strike="noStrike">
                <a:solidFill>
                  <a:srgbClr val="FFFFFF"/>
                </a:solidFill>
                <a:latin typeface="Arial"/>
                <a:ea typeface="Arial"/>
                <a:cs typeface="Arial"/>
                <a:sym typeface="Arial"/>
              </a:rPr>
              <a:t>Distribute this Slidesgo Template (or a modified version of this Slidesgo Template) or include it in a database or in any other product or service that offers downloadable images, icons or presentations that may be subject to distribution or resale.</a:t>
            </a:r>
            <a:endParaRPr b="0" i="0" sz="1000" u="none" cap="none" strike="noStrike">
              <a:solidFill>
                <a:srgbClr val="FFFFFF"/>
              </a:solidFill>
              <a:latin typeface="Arial"/>
              <a:ea typeface="Arial"/>
              <a:cs typeface="Arial"/>
              <a:sym typeface="Arial"/>
            </a:endParaRPr>
          </a:p>
          <a:p>
            <a:pPr indent="-292100" lvl="0" marL="457200" marR="0" rtl="0" algn="l">
              <a:lnSpc>
                <a:spcPct val="115000"/>
              </a:lnSpc>
              <a:spcBef>
                <a:spcPts val="0"/>
              </a:spcBef>
              <a:spcAft>
                <a:spcPts val="0"/>
              </a:spcAft>
              <a:buClr>
                <a:srgbClr val="FFFFFF"/>
              </a:buClr>
              <a:buSzPts val="1000"/>
              <a:buFont typeface="Arial"/>
              <a:buChar char="●"/>
            </a:pPr>
            <a:r>
              <a:rPr b="0" i="0" lang="en" sz="1000" u="none" cap="none" strike="noStrike">
                <a:solidFill>
                  <a:srgbClr val="FFFFFF"/>
                </a:solidFill>
                <a:latin typeface="Arial"/>
                <a:ea typeface="Arial"/>
                <a:cs typeface="Arial"/>
                <a:sym typeface="Arial"/>
              </a:rPr>
              <a:t>Use any of the elements that are part of this Slidesgo Template in an isolated and separated way from this Template.</a:t>
            </a:r>
            <a:endParaRPr b="0" i="0" sz="1000" u="none" cap="none" strike="noStrike">
              <a:solidFill>
                <a:srgbClr val="FFFFFF"/>
              </a:solidFill>
              <a:latin typeface="Arial"/>
              <a:ea typeface="Arial"/>
              <a:cs typeface="Arial"/>
              <a:sym typeface="Arial"/>
            </a:endParaRPr>
          </a:p>
          <a:p>
            <a:pPr indent="-292100" lvl="0" marL="457200" marR="0" rtl="0" algn="l">
              <a:lnSpc>
                <a:spcPct val="115000"/>
              </a:lnSpc>
              <a:spcBef>
                <a:spcPts val="0"/>
              </a:spcBef>
              <a:spcAft>
                <a:spcPts val="0"/>
              </a:spcAft>
              <a:buClr>
                <a:srgbClr val="FFFFFF"/>
              </a:buClr>
              <a:buSzPts val="1000"/>
              <a:buFont typeface="Arial"/>
              <a:buChar char="●"/>
            </a:pPr>
            <a:r>
              <a:rPr b="0" i="0" lang="en" sz="1000" u="none" cap="none" strike="noStrike">
                <a:solidFill>
                  <a:srgbClr val="FFFFFF"/>
                </a:solidFill>
                <a:latin typeface="Arial"/>
                <a:ea typeface="Arial"/>
                <a:cs typeface="Arial"/>
                <a:sym typeface="Arial"/>
              </a:rPr>
              <a:t>Register any of the elements that are part of this template as a trademark or logo, or register it as a work in an intellectual property registry or similar.</a:t>
            </a:r>
            <a:endParaRPr b="0" i="0" sz="1000" u="none" cap="none" strike="noStrike">
              <a:solidFill>
                <a:srgbClr val="FFFFFF"/>
              </a:solidFill>
              <a:latin typeface="Arial"/>
              <a:ea typeface="Arial"/>
              <a:cs typeface="Arial"/>
              <a:sym typeface="Arial"/>
            </a:endParaRPr>
          </a:p>
          <a:p>
            <a:pPr indent="0" lvl="0" marL="0" marR="0" rtl="0" algn="l">
              <a:lnSpc>
                <a:spcPct val="115000"/>
              </a:lnSpc>
              <a:spcBef>
                <a:spcPts val="0"/>
              </a:spcBef>
              <a:spcAft>
                <a:spcPts val="0"/>
              </a:spcAft>
              <a:buClr>
                <a:srgbClr val="000000"/>
              </a:buClr>
              <a:buSzPts val="1000"/>
              <a:buFont typeface="Arial"/>
              <a:buNone/>
            </a:pPr>
            <a:r>
              <a:t/>
            </a:r>
            <a:endParaRPr b="0" i="0" sz="1000" u="none" cap="none" strike="noStrike">
              <a:solidFill>
                <a:srgbClr val="FFFFFF"/>
              </a:solidFill>
              <a:latin typeface="Arial"/>
              <a:ea typeface="Arial"/>
              <a:cs typeface="Arial"/>
              <a:sym typeface="Arial"/>
            </a:endParaRPr>
          </a:p>
          <a:p>
            <a:pPr indent="0" lvl="0" marL="0" marR="0" rtl="0" algn="l">
              <a:lnSpc>
                <a:spcPct val="115000"/>
              </a:lnSpc>
              <a:spcBef>
                <a:spcPts val="0"/>
              </a:spcBef>
              <a:spcAft>
                <a:spcPts val="0"/>
              </a:spcAft>
              <a:buClr>
                <a:srgbClr val="000000"/>
              </a:buClr>
              <a:buSzPts val="1000"/>
              <a:buFont typeface="Arial"/>
              <a:buNone/>
            </a:pPr>
            <a:r>
              <a:t/>
            </a:r>
            <a:endParaRPr b="0" i="0" sz="1000" u="none" cap="none" strike="noStrike">
              <a:solidFill>
                <a:srgbClr val="FFFFFF"/>
              </a:solidFill>
              <a:latin typeface="Arial"/>
              <a:ea typeface="Arial"/>
              <a:cs typeface="Arial"/>
              <a:sym typeface="Arial"/>
            </a:endParaRPr>
          </a:p>
        </p:txBody>
      </p:sp>
      <p:sp>
        <p:nvSpPr>
          <p:cNvPr id="5466" name="Google Shape;5466;p32"/>
          <p:cNvSpPr txBox="1"/>
          <p:nvPr/>
        </p:nvSpPr>
        <p:spPr>
          <a:xfrm>
            <a:off x="1048350" y="4314290"/>
            <a:ext cx="7047300" cy="440100"/>
          </a:xfrm>
          <a:prstGeom prst="rect">
            <a:avLst/>
          </a:prstGeom>
          <a:noFill/>
          <a:ln>
            <a:noFill/>
          </a:ln>
        </p:spPr>
        <p:txBody>
          <a:bodyPr anchorCtr="0" anchor="t" bIns="91425" lIns="91425" spcFirstLastPara="1" rIns="91425" wrap="square" tIns="91425">
            <a:noAutofit/>
          </a:bodyPr>
          <a:lstStyle/>
          <a:p>
            <a:pPr indent="0" lvl="0" marL="0" marR="0" rtl="0" algn="ctr">
              <a:lnSpc>
                <a:spcPct val="115000"/>
              </a:lnSpc>
              <a:spcBef>
                <a:spcPts val="0"/>
              </a:spcBef>
              <a:spcAft>
                <a:spcPts val="0"/>
              </a:spcAft>
              <a:buClr>
                <a:srgbClr val="000000"/>
              </a:buClr>
              <a:buSzPts val="1000"/>
              <a:buFont typeface="Arial"/>
              <a:buNone/>
            </a:pPr>
            <a:r>
              <a:rPr b="0" i="0" lang="en" sz="1000" u="none" cap="none" strike="noStrike">
                <a:solidFill>
                  <a:srgbClr val="FFFFFF"/>
                </a:solidFill>
                <a:latin typeface="Arial"/>
                <a:ea typeface="Arial"/>
                <a:cs typeface="Arial"/>
                <a:sym typeface="Arial"/>
              </a:rPr>
              <a:t>For more information about editing slides, please </a:t>
            </a:r>
            <a:r>
              <a:rPr b="0" i="0" lang="en" sz="900" u="none" cap="none" strike="noStrike">
                <a:solidFill>
                  <a:srgbClr val="FFFFFF"/>
                </a:solidFill>
                <a:latin typeface="Arial"/>
                <a:ea typeface="Arial"/>
                <a:cs typeface="Arial"/>
                <a:sym typeface="Arial"/>
              </a:rPr>
              <a:t>read </a:t>
            </a:r>
            <a:r>
              <a:rPr b="0" i="0" lang="en" sz="1000" u="none" cap="none" strike="noStrike">
                <a:solidFill>
                  <a:srgbClr val="FFFFFF"/>
                </a:solidFill>
                <a:latin typeface="Arial"/>
                <a:ea typeface="Arial"/>
                <a:cs typeface="Arial"/>
                <a:sym typeface="Arial"/>
              </a:rPr>
              <a:t>our FAQs or visit Slidesgo School:</a:t>
            </a:r>
            <a:endParaRPr b="0" i="0" sz="1000" u="none" cap="none" strike="noStrike">
              <a:solidFill>
                <a:srgbClr val="FFFFFF"/>
              </a:solidFill>
              <a:latin typeface="Arial"/>
              <a:ea typeface="Arial"/>
              <a:cs typeface="Arial"/>
              <a:sym typeface="Arial"/>
            </a:endParaRPr>
          </a:p>
          <a:p>
            <a:pPr indent="0" lvl="0" marL="0" marR="0" rtl="0" algn="ctr">
              <a:lnSpc>
                <a:spcPct val="115000"/>
              </a:lnSpc>
              <a:spcBef>
                <a:spcPts val="0"/>
              </a:spcBef>
              <a:spcAft>
                <a:spcPts val="0"/>
              </a:spcAft>
              <a:buClr>
                <a:srgbClr val="000000"/>
              </a:buClr>
              <a:buSzPts val="1000"/>
              <a:buFont typeface="Arial"/>
              <a:buNone/>
            </a:pPr>
            <a:r>
              <a:rPr b="0" i="0" lang="en" sz="1000" u="sng" cap="none" strike="noStrike">
                <a:solidFill>
                  <a:srgbClr val="869FB2"/>
                </a:solidFill>
                <a:latin typeface="Arial"/>
                <a:ea typeface="Arial"/>
                <a:cs typeface="Arial"/>
                <a:sym typeface="Arial"/>
                <a:hlinkClick r:id="rId4">
                  <a:extLst>
                    <a:ext uri="{A12FA001-AC4F-418D-AE19-62706E023703}">
                      <ahyp:hlinkClr val="tx"/>
                    </a:ext>
                  </a:extLst>
                </a:hlinkClick>
              </a:rPr>
              <a:t>https://slidesgo.com/faqs</a:t>
            </a:r>
            <a:r>
              <a:rPr b="0" i="0" lang="en" sz="1200" u="none" cap="none" strike="noStrike">
                <a:solidFill>
                  <a:srgbClr val="FFFFFF"/>
                </a:solidFill>
                <a:latin typeface="Arial"/>
                <a:ea typeface="Arial"/>
                <a:cs typeface="Arial"/>
                <a:sym typeface="Arial"/>
              </a:rPr>
              <a:t> </a:t>
            </a:r>
            <a:r>
              <a:rPr b="0" i="0" lang="en" sz="1000" u="none" cap="none" strike="noStrike">
                <a:solidFill>
                  <a:srgbClr val="FFFFFF"/>
                </a:solidFill>
                <a:latin typeface="Arial"/>
                <a:ea typeface="Arial"/>
                <a:cs typeface="Arial"/>
                <a:sym typeface="Arial"/>
              </a:rPr>
              <a:t>and</a:t>
            </a:r>
            <a:r>
              <a:rPr b="0" i="0" lang="en" sz="1200" u="none" cap="none" strike="noStrike">
                <a:solidFill>
                  <a:srgbClr val="FFFFFF"/>
                </a:solidFill>
                <a:latin typeface="Arial"/>
                <a:ea typeface="Arial"/>
                <a:cs typeface="Arial"/>
                <a:sym typeface="Arial"/>
              </a:rPr>
              <a:t> </a:t>
            </a:r>
            <a:r>
              <a:rPr b="0" i="0" lang="en" sz="1000" u="sng" cap="none" strike="noStrike">
                <a:solidFill>
                  <a:srgbClr val="869FB2"/>
                </a:solidFill>
                <a:latin typeface="Arial"/>
                <a:ea typeface="Arial"/>
                <a:cs typeface="Arial"/>
                <a:sym typeface="Arial"/>
                <a:hlinkClick r:id="rId5">
                  <a:extLst>
                    <a:ext uri="{A12FA001-AC4F-418D-AE19-62706E023703}">
                      <ahyp:hlinkClr val="tx"/>
                    </a:ext>
                  </a:extLst>
                </a:hlinkClick>
              </a:rPr>
              <a:t>https://slidesgo.com/slidesgo-school</a:t>
            </a:r>
            <a:endParaRPr b="0" i="0" sz="1000" u="sng" cap="none" strike="noStrike">
              <a:solidFill>
                <a:srgbClr val="869FB2"/>
              </a:solidFill>
              <a:latin typeface="Arial"/>
              <a:ea typeface="Arial"/>
              <a:cs typeface="Arial"/>
              <a:sym typeface="Arial"/>
            </a:endParaRPr>
          </a:p>
        </p:txBody>
      </p:sp>
    </p:spTree>
  </p:cSld>
  <p:clrMapOvr>
    <a:masterClrMapping/>
  </p:clrMapOvr>
</p:sld>
</file>

<file path=ppt/slides/slide4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0">
  <p:cSld>
    <p:bg>
      <p:bgPr>
        <a:solidFill>
          <a:srgbClr val="0E2A47"/>
        </a:solidFill>
      </p:bgPr>
    </p:bg>
    <p:spTree>
      <p:nvGrpSpPr>
        <p:cNvPr id="5470" name="Shape 5470"/>
        <p:cNvGrpSpPr/>
        <p:nvPr/>
      </p:nvGrpSpPr>
      <p:grpSpPr>
        <a:xfrm>
          <a:off x="0" y="0"/>
          <a:ext cx="0" cy="0"/>
          <a:chOff x="0" y="0"/>
          <a:chExt cx="0" cy="0"/>
        </a:xfrm>
      </p:grpSpPr>
      <p:sp>
        <p:nvSpPr>
          <p:cNvPr id="5471" name="Google Shape;5471;p33"/>
          <p:cNvSpPr txBox="1"/>
          <p:nvPr/>
        </p:nvSpPr>
        <p:spPr>
          <a:xfrm>
            <a:off x="1068100" y="1087849"/>
            <a:ext cx="7047300" cy="440100"/>
          </a:xfrm>
          <a:prstGeom prst="rect">
            <a:avLst/>
          </a:prstGeom>
          <a:noFill/>
          <a:ln>
            <a:noFill/>
          </a:ln>
        </p:spPr>
        <p:txBody>
          <a:bodyPr anchorCtr="0" anchor="t" bIns="91425" lIns="91425" spcFirstLastPara="1" rIns="91425" wrap="square" tIns="91425">
            <a:noAutofit/>
          </a:bodyPr>
          <a:lstStyle/>
          <a:p>
            <a:pPr indent="0" lvl="0" marL="0" marR="0" rtl="0" algn="ctr">
              <a:lnSpc>
                <a:spcPct val="115000"/>
              </a:lnSpc>
              <a:spcBef>
                <a:spcPts val="0"/>
              </a:spcBef>
              <a:spcAft>
                <a:spcPts val="0"/>
              </a:spcAft>
              <a:buClr>
                <a:srgbClr val="000000"/>
              </a:buClr>
              <a:buSzPts val="1100"/>
              <a:buFont typeface="Arial"/>
              <a:buNone/>
            </a:pPr>
            <a:r>
              <a:rPr b="0" i="0" lang="en" sz="1100" u="none" cap="none" strike="noStrike">
                <a:solidFill>
                  <a:srgbClr val="FFFFFF"/>
                </a:solidFill>
                <a:latin typeface="Arial"/>
                <a:ea typeface="Arial"/>
                <a:cs typeface="Arial"/>
                <a:sym typeface="Arial"/>
              </a:rPr>
              <a:t>This presentation has been made using the following fonts:</a:t>
            </a:r>
            <a:endParaRPr b="0" i="0" sz="1100" u="none" cap="none" strike="noStrike">
              <a:solidFill>
                <a:srgbClr val="FFFFFF"/>
              </a:solidFill>
              <a:latin typeface="Arial"/>
              <a:ea typeface="Arial"/>
              <a:cs typeface="Arial"/>
              <a:sym typeface="Arial"/>
            </a:endParaRPr>
          </a:p>
          <a:p>
            <a:pPr indent="0" lvl="0" marL="0" marR="0" rtl="0" algn="l">
              <a:lnSpc>
                <a:spcPct val="115000"/>
              </a:lnSpc>
              <a:spcBef>
                <a:spcPts val="0"/>
              </a:spcBef>
              <a:spcAft>
                <a:spcPts val="0"/>
              </a:spcAft>
              <a:buClr>
                <a:srgbClr val="000000"/>
              </a:buClr>
              <a:buSzPts val="1300"/>
              <a:buFont typeface="Arial"/>
              <a:buNone/>
            </a:pPr>
            <a:r>
              <a:t/>
            </a:r>
            <a:endParaRPr b="0" i="0" sz="1300" u="none" cap="none" strike="noStrike">
              <a:solidFill>
                <a:srgbClr val="435D74"/>
              </a:solidFill>
              <a:latin typeface="Arial"/>
              <a:ea typeface="Arial"/>
              <a:cs typeface="Arial"/>
              <a:sym typeface="Arial"/>
            </a:endParaRPr>
          </a:p>
        </p:txBody>
      </p:sp>
      <p:sp>
        <p:nvSpPr>
          <p:cNvPr id="5472" name="Google Shape;5472;p33"/>
          <p:cNvSpPr txBox="1"/>
          <p:nvPr/>
        </p:nvSpPr>
        <p:spPr>
          <a:xfrm>
            <a:off x="1068100" y="1610422"/>
            <a:ext cx="7047300" cy="1254900"/>
          </a:xfrm>
          <a:prstGeom prst="rect">
            <a:avLst/>
          </a:prstGeom>
          <a:noFill/>
          <a:ln>
            <a:noFill/>
          </a:ln>
        </p:spPr>
        <p:txBody>
          <a:bodyPr anchorCtr="0" anchor="ctr" bIns="91425" lIns="91425" spcFirstLastPara="1" rIns="91425" wrap="square" tIns="91425">
            <a:noAutofit/>
          </a:bodyPr>
          <a:lstStyle/>
          <a:p>
            <a:pPr indent="0" lvl="0" marL="0" marR="0" rtl="0" algn="ctr">
              <a:lnSpc>
                <a:spcPct val="115000"/>
              </a:lnSpc>
              <a:spcBef>
                <a:spcPts val="0"/>
              </a:spcBef>
              <a:spcAft>
                <a:spcPts val="0"/>
              </a:spcAft>
              <a:buClr>
                <a:schemeClr val="dk1"/>
              </a:buClr>
              <a:buSzPts val="1100"/>
              <a:buFont typeface="Arial"/>
              <a:buNone/>
            </a:pPr>
            <a:r>
              <a:rPr b="1" i="0" lang="en" sz="1100" u="none" cap="none" strike="noStrike">
                <a:solidFill>
                  <a:schemeClr val="lt2"/>
                </a:solidFill>
                <a:latin typeface="Arial"/>
                <a:ea typeface="Arial"/>
                <a:cs typeface="Arial"/>
                <a:sym typeface="Arial"/>
              </a:rPr>
              <a:t>Zen Dots</a:t>
            </a:r>
            <a:endParaRPr b="1" i="0" sz="1100" u="none" cap="none" strike="noStrike">
              <a:solidFill>
                <a:schemeClr val="lt2"/>
              </a:solidFill>
              <a:latin typeface="Arial"/>
              <a:ea typeface="Arial"/>
              <a:cs typeface="Arial"/>
              <a:sym typeface="Arial"/>
            </a:endParaRPr>
          </a:p>
          <a:p>
            <a:pPr indent="0" lvl="0" marL="0" marR="0" rtl="0" algn="ctr">
              <a:lnSpc>
                <a:spcPct val="115000"/>
              </a:lnSpc>
              <a:spcBef>
                <a:spcPts val="0"/>
              </a:spcBef>
              <a:spcAft>
                <a:spcPts val="0"/>
              </a:spcAft>
              <a:buClr>
                <a:schemeClr val="dk1"/>
              </a:buClr>
              <a:buSzPts val="1100"/>
              <a:buFont typeface="Arial"/>
              <a:buNone/>
            </a:pPr>
            <a:r>
              <a:rPr b="0" i="0" lang="en" sz="1100" u="none" cap="none" strike="noStrike">
                <a:solidFill>
                  <a:schemeClr val="lt2"/>
                </a:solidFill>
                <a:latin typeface="Arial"/>
                <a:ea typeface="Arial"/>
                <a:cs typeface="Arial"/>
                <a:sym typeface="Arial"/>
              </a:rPr>
              <a:t>(</a:t>
            </a:r>
            <a:r>
              <a:rPr b="0" i="0" lang="en" sz="1100" u="none" cap="none" strike="noStrike">
                <a:solidFill>
                  <a:schemeClr val="lt2"/>
                </a:solidFill>
                <a:uFill>
                  <a:noFill/>
                </a:uFill>
                <a:latin typeface="Arial"/>
                <a:ea typeface="Arial"/>
                <a:cs typeface="Arial"/>
                <a:sym typeface="Arial"/>
                <a:hlinkClick r:id="rId3">
                  <a:extLst>
                    <a:ext uri="{A12FA001-AC4F-418D-AE19-62706E023703}">
                      <ahyp:hlinkClr val="tx"/>
                    </a:ext>
                  </a:extLst>
                </a:hlinkClick>
              </a:rPr>
              <a:t>https://fonts.google.com/specimen/Zen+Dots</a:t>
            </a:r>
            <a:r>
              <a:rPr b="0" i="0" lang="en" sz="1100" u="none" cap="none" strike="noStrike">
                <a:solidFill>
                  <a:schemeClr val="lt2"/>
                </a:solidFill>
                <a:latin typeface="Arial"/>
                <a:ea typeface="Arial"/>
                <a:cs typeface="Arial"/>
                <a:sym typeface="Arial"/>
              </a:rPr>
              <a:t>)</a:t>
            </a:r>
            <a:endParaRPr b="0" i="0" sz="1100" u="none" cap="none" strike="noStrike">
              <a:solidFill>
                <a:schemeClr val="lt2"/>
              </a:solidFill>
              <a:latin typeface="Arial"/>
              <a:ea typeface="Arial"/>
              <a:cs typeface="Arial"/>
              <a:sym typeface="Arial"/>
            </a:endParaRPr>
          </a:p>
          <a:p>
            <a:pPr indent="0" lvl="0" marL="0" marR="0" rtl="0" algn="ctr">
              <a:lnSpc>
                <a:spcPct val="115000"/>
              </a:lnSpc>
              <a:spcBef>
                <a:spcPts val="0"/>
              </a:spcBef>
              <a:spcAft>
                <a:spcPts val="0"/>
              </a:spcAft>
              <a:buClr>
                <a:schemeClr val="dk1"/>
              </a:buClr>
              <a:buSzPts val="1100"/>
              <a:buFont typeface="Arial"/>
              <a:buNone/>
            </a:pPr>
            <a:r>
              <a:t/>
            </a:r>
            <a:endParaRPr b="0" i="0" sz="800" u="none" cap="none" strike="noStrike">
              <a:solidFill>
                <a:schemeClr val="lt2"/>
              </a:solidFill>
              <a:latin typeface="Arial"/>
              <a:ea typeface="Arial"/>
              <a:cs typeface="Arial"/>
              <a:sym typeface="Arial"/>
            </a:endParaRPr>
          </a:p>
          <a:p>
            <a:pPr indent="0" lvl="0" marL="0" marR="0" rtl="0" algn="ctr">
              <a:lnSpc>
                <a:spcPct val="115000"/>
              </a:lnSpc>
              <a:spcBef>
                <a:spcPts val="0"/>
              </a:spcBef>
              <a:spcAft>
                <a:spcPts val="0"/>
              </a:spcAft>
              <a:buClr>
                <a:schemeClr val="dk1"/>
              </a:buClr>
              <a:buSzPts val="1100"/>
              <a:buFont typeface="Arial"/>
              <a:buNone/>
            </a:pPr>
            <a:r>
              <a:rPr b="1" i="0" lang="en" sz="1100" u="none" cap="none" strike="noStrike">
                <a:solidFill>
                  <a:schemeClr val="lt2"/>
                </a:solidFill>
                <a:latin typeface="Arial"/>
                <a:ea typeface="Arial"/>
                <a:cs typeface="Arial"/>
                <a:sym typeface="Arial"/>
              </a:rPr>
              <a:t>Anaheim</a:t>
            </a:r>
            <a:endParaRPr b="1" i="0" sz="1100" u="none" cap="none" strike="noStrike">
              <a:solidFill>
                <a:schemeClr val="lt2"/>
              </a:solidFill>
              <a:latin typeface="Arial"/>
              <a:ea typeface="Arial"/>
              <a:cs typeface="Arial"/>
              <a:sym typeface="Arial"/>
            </a:endParaRPr>
          </a:p>
          <a:p>
            <a:pPr indent="0" lvl="0" marL="0" marR="0" rtl="0" algn="ctr">
              <a:lnSpc>
                <a:spcPct val="115000"/>
              </a:lnSpc>
              <a:spcBef>
                <a:spcPts val="0"/>
              </a:spcBef>
              <a:spcAft>
                <a:spcPts val="0"/>
              </a:spcAft>
              <a:buClr>
                <a:schemeClr val="dk1"/>
              </a:buClr>
              <a:buSzPts val="1100"/>
              <a:buFont typeface="Arial"/>
              <a:buNone/>
            </a:pPr>
            <a:r>
              <a:rPr b="0" i="0" lang="en" sz="1100" u="none" cap="none" strike="noStrike">
                <a:solidFill>
                  <a:schemeClr val="lt2"/>
                </a:solidFill>
                <a:latin typeface="Arial"/>
                <a:ea typeface="Arial"/>
                <a:cs typeface="Arial"/>
                <a:sym typeface="Arial"/>
              </a:rPr>
              <a:t>(</a:t>
            </a:r>
            <a:r>
              <a:rPr b="0" i="0" lang="en" sz="1100" u="none" cap="none" strike="noStrike">
                <a:solidFill>
                  <a:schemeClr val="lt2"/>
                </a:solidFill>
                <a:uFill>
                  <a:noFill/>
                </a:uFill>
                <a:latin typeface="Arial"/>
                <a:ea typeface="Arial"/>
                <a:cs typeface="Arial"/>
                <a:sym typeface="Arial"/>
                <a:hlinkClick r:id="rId4">
                  <a:extLst>
                    <a:ext uri="{A12FA001-AC4F-418D-AE19-62706E023703}">
                      <ahyp:hlinkClr val="tx"/>
                    </a:ext>
                  </a:extLst>
                </a:hlinkClick>
              </a:rPr>
              <a:t>https://fonts.google.com/specimen/Anaheim</a:t>
            </a:r>
            <a:r>
              <a:rPr b="0" i="0" lang="en" sz="1100" u="none" cap="none" strike="noStrike">
                <a:solidFill>
                  <a:schemeClr val="lt2"/>
                </a:solidFill>
                <a:latin typeface="Arial"/>
                <a:ea typeface="Arial"/>
                <a:cs typeface="Arial"/>
                <a:sym typeface="Arial"/>
              </a:rPr>
              <a:t>)</a:t>
            </a:r>
            <a:endParaRPr b="1" i="0" sz="1100" u="none" cap="none" strike="noStrike">
              <a:solidFill>
                <a:srgbClr val="EFEFEF"/>
              </a:solidFill>
              <a:latin typeface="Arial"/>
              <a:ea typeface="Arial"/>
              <a:cs typeface="Arial"/>
              <a:sym typeface="Arial"/>
            </a:endParaRPr>
          </a:p>
        </p:txBody>
      </p:sp>
      <p:sp>
        <p:nvSpPr>
          <p:cNvPr id="5473" name="Google Shape;5473;p33"/>
          <p:cNvSpPr txBox="1"/>
          <p:nvPr/>
        </p:nvSpPr>
        <p:spPr>
          <a:xfrm>
            <a:off x="1048350" y="323850"/>
            <a:ext cx="7047300" cy="482400"/>
          </a:xfrm>
          <a:prstGeom prst="rect">
            <a:avLst/>
          </a:prstGeom>
          <a:noFill/>
          <a:ln>
            <a:noFill/>
          </a:ln>
        </p:spPr>
        <p:txBody>
          <a:bodyPr anchorCtr="0" anchor="t"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2400"/>
              <a:buFont typeface="Arial"/>
              <a:buNone/>
            </a:pPr>
            <a:r>
              <a:rPr b="0" i="0" lang="en" sz="2400" u="none" cap="none" strike="noStrike">
                <a:solidFill>
                  <a:srgbClr val="FFFFFF"/>
                </a:solidFill>
                <a:latin typeface="Arial"/>
                <a:ea typeface="Arial"/>
                <a:cs typeface="Arial"/>
                <a:sym typeface="Arial"/>
              </a:rPr>
              <a:t>Fonts &amp; colors used</a:t>
            </a:r>
            <a:endParaRPr b="0" i="0" sz="2400" u="none" cap="none" strike="noStrike">
              <a:solidFill>
                <a:srgbClr val="FFFFFF"/>
              </a:solidFill>
              <a:latin typeface="Arial"/>
              <a:ea typeface="Arial"/>
              <a:cs typeface="Arial"/>
              <a:sym typeface="Arial"/>
            </a:endParaRPr>
          </a:p>
        </p:txBody>
      </p:sp>
      <p:sp>
        <p:nvSpPr>
          <p:cNvPr id="5474" name="Google Shape;5474;p33"/>
          <p:cNvSpPr/>
          <p:nvPr/>
        </p:nvSpPr>
        <p:spPr>
          <a:xfrm>
            <a:off x="3645388" y="2972300"/>
            <a:ext cx="791400" cy="754200"/>
          </a:xfrm>
          <a:prstGeom prst="roundRect">
            <a:avLst>
              <a:gd fmla="val 16667" name="adj"/>
            </a:avLst>
          </a:prstGeom>
          <a:solidFill>
            <a:srgbClr val="F673A9"/>
          </a:solidFill>
          <a:ln cap="flat" cmpd="sng" w="9525">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475" name="Google Shape;5475;p33"/>
          <p:cNvSpPr/>
          <p:nvPr/>
        </p:nvSpPr>
        <p:spPr>
          <a:xfrm>
            <a:off x="4707207" y="2972300"/>
            <a:ext cx="791400" cy="754200"/>
          </a:xfrm>
          <a:prstGeom prst="roundRect">
            <a:avLst>
              <a:gd fmla="val 16667" name="adj"/>
            </a:avLst>
          </a:prstGeom>
          <a:solidFill>
            <a:srgbClr val="D899B3"/>
          </a:solidFill>
          <a:ln cap="flat" cmpd="sng" w="9525">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476" name="Google Shape;5476;p33"/>
          <p:cNvSpPr/>
          <p:nvPr/>
        </p:nvSpPr>
        <p:spPr>
          <a:xfrm>
            <a:off x="5769027" y="2972300"/>
            <a:ext cx="791400" cy="754200"/>
          </a:xfrm>
          <a:prstGeom prst="roundRect">
            <a:avLst>
              <a:gd fmla="val 16667" name="adj"/>
            </a:avLst>
          </a:prstGeom>
          <a:solidFill>
            <a:srgbClr val="9A4496"/>
          </a:solidFill>
          <a:ln cap="flat" cmpd="sng" w="9525">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477" name="Google Shape;5477;p33"/>
          <p:cNvSpPr/>
          <p:nvPr/>
        </p:nvSpPr>
        <p:spPr>
          <a:xfrm>
            <a:off x="2583563" y="2972300"/>
            <a:ext cx="791400" cy="754200"/>
          </a:xfrm>
          <a:prstGeom prst="roundRect">
            <a:avLst>
              <a:gd fmla="val 16667" name="adj"/>
            </a:avLst>
          </a:prstGeom>
          <a:solidFill>
            <a:srgbClr val="ECE5B4"/>
          </a:solidFill>
          <a:ln cap="flat" cmpd="sng" w="9525">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478" name="Google Shape;5478;p33"/>
          <p:cNvSpPr txBox="1"/>
          <p:nvPr/>
        </p:nvSpPr>
        <p:spPr>
          <a:xfrm>
            <a:off x="3645388" y="3129350"/>
            <a:ext cx="791400" cy="440100"/>
          </a:xfrm>
          <a:prstGeom prst="rect">
            <a:avLst/>
          </a:prstGeom>
          <a:noFill/>
          <a:ln>
            <a:noFill/>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000"/>
              <a:buFont typeface="Arial"/>
              <a:buNone/>
            </a:pPr>
            <a:r>
              <a:rPr b="0" i="0" lang="en" sz="1000" u="none" cap="none" strike="noStrike">
                <a:solidFill>
                  <a:srgbClr val="FFFFFF"/>
                </a:solidFill>
                <a:latin typeface="Arial"/>
                <a:ea typeface="Arial"/>
                <a:cs typeface="Arial"/>
                <a:sym typeface="Arial"/>
              </a:rPr>
              <a:t>#f673a9</a:t>
            </a:r>
            <a:endParaRPr b="0" i="0" sz="1000" u="none" cap="none" strike="noStrike">
              <a:solidFill>
                <a:srgbClr val="FFFFFF"/>
              </a:solidFill>
              <a:latin typeface="Arial"/>
              <a:ea typeface="Arial"/>
              <a:cs typeface="Arial"/>
              <a:sym typeface="Arial"/>
            </a:endParaRPr>
          </a:p>
        </p:txBody>
      </p:sp>
      <p:sp>
        <p:nvSpPr>
          <p:cNvPr id="5479" name="Google Shape;5479;p33"/>
          <p:cNvSpPr txBox="1"/>
          <p:nvPr/>
        </p:nvSpPr>
        <p:spPr>
          <a:xfrm>
            <a:off x="4707213" y="3129350"/>
            <a:ext cx="791400" cy="440100"/>
          </a:xfrm>
          <a:prstGeom prst="rect">
            <a:avLst/>
          </a:prstGeom>
          <a:noFill/>
          <a:ln>
            <a:noFill/>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000"/>
              <a:buFont typeface="Arial"/>
              <a:buNone/>
            </a:pPr>
            <a:r>
              <a:rPr b="0" i="0" lang="en" sz="1000" u="none" cap="none" strike="noStrike">
                <a:solidFill>
                  <a:srgbClr val="FFFFFF"/>
                </a:solidFill>
                <a:latin typeface="Arial"/>
                <a:ea typeface="Arial"/>
                <a:cs typeface="Arial"/>
                <a:sym typeface="Arial"/>
              </a:rPr>
              <a:t>#d899b3</a:t>
            </a:r>
            <a:endParaRPr b="0" i="0" sz="1000" u="none" cap="none" strike="noStrike">
              <a:solidFill>
                <a:srgbClr val="FFFFFF"/>
              </a:solidFill>
              <a:latin typeface="Arial"/>
              <a:ea typeface="Arial"/>
              <a:cs typeface="Arial"/>
              <a:sym typeface="Arial"/>
            </a:endParaRPr>
          </a:p>
        </p:txBody>
      </p:sp>
      <p:sp>
        <p:nvSpPr>
          <p:cNvPr id="5480" name="Google Shape;5480;p33"/>
          <p:cNvSpPr txBox="1"/>
          <p:nvPr/>
        </p:nvSpPr>
        <p:spPr>
          <a:xfrm>
            <a:off x="5769038" y="3129350"/>
            <a:ext cx="791400" cy="440100"/>
          </a:xfrm>
          <a:prstGeom prst="rect">
            <a:avLst/>
          </a:prstGeom>
          <a:noFill/>
          <a:ln>
            <a:noFill/>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000"/>
              <a:buFont typeface="Arial"/>
              <a:buNone/>
            </a:pPr>
            <a:r>
              <a:rPr b="0" i="0" lang="en" sz="1000" u="none" cap="none" strike="noStrike">
                <a:solidFill>
                  <a:srgbClr val="FFFFFF"/>
                </a:solidFill>
                <a:latin typeface="Arial"/>
                <a:ea typeface="Arial"/>
                <a:cs typeface="Arial"/>
                <a:sym typeface="Arial"/>
              </a:rPr>
              <a:t>#9a4496</a:t>
            </a:r>
            <a:endParaRPr b="0" i="0" sz="1000" u="none" cap="none" strike="noStrike">
              <a:solidFill>
                <a:srgbClr val="FFFFFF"/>
              </a:solidFill>
              <a:latin typeface="Arial"/>
              <a:ea typeface="Arial"/>
              <a:cs typeface="Arial"/>
              <a:sym typeface="Arial"/>
            </a:endParaRPr>
          </a:p>
        </p:txBody>
      </p:sp>
      <p:sp>
        <p:nvSpPr>
          <p:cNvPr id="5481" name="Google Shape;5481;p33"/>
          <p:cNvSpPr txBox="1"/>
          <p:nvPr/>
        </p:nvSpPr>
        <p:spPr>
          <a:xfrm>
            <a:off x="2583563" y="3129350"/>
            <a:ext cx="791400" cy="440100"/>
          </a:xfrm>
          <a:prstGeom prst="rect">
            <a:avLst/>
          </a:prstGeom>
          <a:noFill/>
          <a:ln>
            <a:noFill/>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000"/>
              <a:buFont typeface="Arial"/>
              <a:buNone/>
            </a:pPr>
            <a:r>
              <a:rPr b="0" i="0" lang="en" sz="1000" u="none" cap="none" strike="noStrike">
                <a:solidFill>
                  <a:schemeClr val="dk1"/>
                </a:solidFill>
                <a:latin typeface="Arial"/>
                <a:ea typeface="Arial"/>
                <a:cs typeface="Arial"/>
                <a:sym typeface="Arial"/>
              </a:rPr>
              <a:t>#ece5b4</a:t>
            </a:r>
            <a:endParaRPr b="0" i="0" sz="1000" u="none" cap="none" strike="noStrike">
              <a:solidFill>
                <a:schemeClr val="dk1"/>
              </a:solidFill>
              <a:latin typeface="Arial"/>
              <a:ea typeface="Arial"/>
              <a:cs typeface="Arial"/>
              <a:sym typeface="Arial"/>
            </a:endParaRPr>
          </a:p>
        </p:txBody>
      </p:sp>
      <p:sp>
        <p:nvSpPr>
          <p:cNvPr id="5482" name="Google Shape;5482;p33"/>
          <p:cNvSpPr/>
          <p:nvPr/>
        </p:nvSpPr>
        <p:spPr>
          <a:xfrm>
            <a:off x="3645388" y="3919325"/>
            <a:ext cx="791400" cy="754200"/>
          </a:xfrm>
          <a:prstGeom prst="roundRect">
            <a:avLst>
              <a:gd fmla="val 16667" name="adj"/>
            </a:avLst>
          </a:prstGeom>
          <a:solidFill>
            <a:srgbClr val="6AA4D6"/>
          </a:solidFill>
          <a:ln cap="flat" cmpd="sng" w="9525">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483" name="Google Shape;5483;p33"/>
          <p:cNvSpPr/>
          <p:nvPr/>
        </p:nvSpPr>
        <p:spPr>
          <a:xfrm>
            <a:off x="4707207" y="3919325"/>
            <a:ext cx="791400" cy="754200"/>
          </a:xfrm>
          <a:prstGeom prst="roundRect">
            <a:avLst>
              <a:gd fmla="val 16667" name="adj"/>
            </a:avLst>
          </a:prstGeom>
          <a:solidFill>
            <a:srgbClr val="06467E"/>
          </a:solidFill>
          <a:ln cap="flat" cmpd="sng" w="9525">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484" name="Google Shape;5484;p33"/>
          <p:cNvSpPr/>
          <p:nvPr/>
        </p:nvSpPr>
        <p:spPr>
          <a:xfrm>
            <a:off x="5769027" y="3919325"/>
            <a:ext cx="791400" cy="754200"/>
          </a:xfrm>
          <a:prstGeom prst="roundRect">
            <a:avLst>
              <a:gd fmla="val 16667" name="adj"/>
            </a:avLst>
          </a:prstGeom>
          <a:solidFill>
            <a:srgbClr val="2F2B19"/>
          </a:solidFill>
          <a:ln cap="flat" cmpd="sng" w="9525">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485" name="Google Shape;5485;p33"/>
          <p:cNvSpPr/>
          <p:nvPr/>
        </p:nvSpPr>
        <p:spPr>
          <a:xfrm>
            <a:off x="2583563" y="3919325"/>
            <a:ext cx="791400" cy="754200"/>
          </a:xfrm>
          <a:prstGeom prst="roundRect">
            <a:avLst>
              <a:gd fmla="val 16667" name="adj"/>
            </a:avLst>
          </a:prstGeom>
          <a:solidFill>
            <a:srgbClr val="7EC8D4"/>
          </a:solidFill>
          <a:ln cap="flat" cmpd="sng" w="9525">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486" name="Google Shape;5486;p33"/>
          <p:cNvSpPr txBox="1"/>
          <p:nvPr/>
        </p:nvSpPr>
        <p:spPr>
          <a:xfrm>
            <a:off x="3645388" y="4076375"/>
            <a:ext cx="791400" cy="440100"/>
          </a:xfrm>
          <a:prstGeom prst="rect">
            <a:avLst/>
          </a:prstGeom>
          <a:noFill/>
          <a:ln>
            <a:noFill/>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000"/>
              <a:buFont typeface="Arial"/>
              <a:buNone/>
            </a:pPr>
            <a:r>
              <a:rPr b="0" i="0" lang="en" sz="1000" u="none" cap="none" strike="noStrike">
                <a:solidFill>
                  <a:srgbClr val="FFFFFF"/>
                </a:solidFill>
                <a:latin typeface="Arial"/>
                <a:ea typeface="Arial"/>
                <a:cs typeface="Arial"/>
                <a:sym typeface="Arial"/>
              </a:rPr>
              <a:t>#6aa4d6</a:t>
            </a:r>
            <a:endParaRPr b="0" i="0" sz="1000" u="none" cap="none" strike="noStrike">
              <a:solidFill>
                <a:srgbClr val="FFFFFF"/>
              </a:solidFill>
              <a:latin typeface="Arial"/>
              <a:ea typeface="Arial"/>
              <a:cs typeface="Arial"/>
              <a:sym typeface="Arial"/>
            </a:endParaRPr>
          </a:p>
        </p:txBody>
      </p:sp>
      <p:sp>
        <p:nvSpPr>
          <p:cNvPr id="5487" name="Google Shape;5487;p33"/>
          <p:cNvSpPr txBox="1"/>
          <p:nvPr/>
        </p:nvSpPr>
        <p:spPr>
          <a:xfrm>
            <a:off x="4707213" y="4076375"/>
            <a:ext cx="791400" cy="440100"/>
          </a:xfrm>
          <a:prstGeom prst="rect">
            <a:avLst/>
          </a:prstGeom>
          <a:noFill/>
          <a:ln>
            <a:noFill/>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000"/>
              <a:buFont typeface="Arial"/>
              <a:buNone/>
            </a:pPr>
            <a:r>
              <a:rPr b="0" i="0" lang="en" sz="1000" u="none" cap="none" strike="noStrike">
                <a:solidFill>
                  <a:srgbClr val="FFFFFF"/>
                </a:solidFill>
                <a:latin typeface="Arial"/>
                <a:ea typeface="Arial"/>
                <a:cs typeface="Arial"/>
                <a:sym typeface="Arial"/>
              </a:rPr>
              <a:t>#06467e</a:t>
            </a:r>
            <a:endParaRPr b="0" i="0" sz="1000" u="none" cap="none" strike="noStrike">
              <a:solidFill>
                <a:srgbClr val="FFFFFF"/>
              </a:solidFill>
              <a:latin typeface="Arial"/>
              <a:ea typeface="Arial"/>
              <a:cs typeface="Arial"/>
              <a:sym typeface="Arial"/>
            </a:endParaRPr>
          </a:p>
        </p:txBody>
      </p:sp>
      <p:sp>
        <p:nvSpPr>
          <p:cNvPr id="5488" name="Google Shape;5488;p33"/>
          <p:cNvSpPr txBox="1"/>
          <p:nvPr/>
        </p:nvSpPr>
        <p:spPr>
          <a:xfrm>
            <a:off x="5769038" y="4076375"/>
            <a:ext cx="791400" cy="440100"/>
          </a:xfrm>
          <a:prstGeom prst="rect">
            <a:avLst/>
          </a:prstGeom>
          <a:noFill/>
          <a:ln>
            <a:noFill/>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000"/>
              <a:buFont typeface="Arial"/>
              <a:buNone/>
            </a:pPr>
            <a:r>
              <a:rPr b="0" i="0" lang="en" sz="1000" u="none" cap="none" strike="noStrike">
                <a:solidFill>
                  <a:srgbClr val="FFFFFF"/>
                </a:solidFill>
                <a:latin typeface="Arial"/>
                <a:ea typeface="Arial"/>
                <a:cs typeface="Arial"/>
                <a:sym typeface="Arial"/>
              </a:rPr>
              <a:t>#2f2b19</a:t>
            </a:r>
            <a:endParaRPr b="0" i="0" sz="1000" u="none" cap="none" strike="noStrike">
              <a:solidFill>
                <a:srgbClr val="FFFFFF"/>
              </a:solidFill>
              <a:latin typeface="Arial"/>
              <a:ea typeface="Arial"/>
              <a:cs typeface="Arial"/>
              <a:sym typeface="Arial"/>
            </a:endParaRPr>
          </a:p>
        </p:txBody>
      </p:sp>
      <p:sp>
        <p:nvSpPr>
          <p:cNvPr id="5489" name="Google Shape;5489;p33"/>
          <p:cNvSpPr txBox="1"/>
          <p:nvPr/>
        </p:nvSpPr>
        <p:spPr>
          <a:xfrm>
            <a:off x="2583563" y="4076375"/>
            <a:ext cx="791400" cy="440100"/>
          </a:xfrm>
          <a:prstGeom prst="rect">
            <a:avLst/>
          </a:prstGeom>
          <a:noFill/>
          <a:ln>
            <a:noFill/>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000"/>
              <a:buFont typeface="Arial"/>
              <a:buNone/>
            </a:pPr>
            <a:r>
              <a:rPr b="0" i="0" lang="en" sz="1000" u="none" cap="none" strike="noStrike">
                <a:solidFill>
                  <a:srgbClr val="FFFFFF"/>
                </a:solidFill>
                <a:latin typeface="Arial"/>
                <a:ea typeface="Arial"/>
                <a:cs typeface="Arial"/>
                <a:sym typeface="Arial"/>
              </a:rPr>
              <a:t>#7ec8d4</a:t>
            </a:r>
            <a:endParaRPr b="0" i="0" sz="1000" u="none" cap="none" strike="noStrike">
              <a:solidFill>
                <a:srgbClr val="FFFFFF"/>
              </a:solidFill>
              <a:latin typeface="Arial"/>
              <a:ea typeface="Arial"/>
              <a:cs typeface="Arial"/>
              <a:sym typeface="Arial"/>
            </a:endParaRPr>
          </a:p>
        </p:txBody>
      </p:sp>
    </p:spTree>
  </p:cSld>
  <p:clrMapOvr>
    <a:masterClrMapping/>
  </p:clrMapOvr>
</p:sld>
</file>

<file path=ppt/slides/slide4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0">
  <p:cSld>
    <p:bg>
      <p:bgPr>
        <a:solidFill>
          <a:srgbClr val="0E2A47"/>
        </a:solidFill>
      </p:bgPr>
    </p:bg>
    <p:spTree>
      <p:nvGrpSpPr>
        <p:cNvPr id="5493" name="Shape 5493"/>
        <p:cNvGrpSpPr/>
        <p:nvPr/>
      </p:nvGrpSpPr>
      <p:grpSpPr>
        <a:xfrm>
          <a:off x="0" y="0"/>
          <a:ext cx="0" cy="0"/>
          <a:chOff x="0" y="0"/>
          <a:chExt cx="0" cy="0"/>
        </a:xfrm>
      </p:grpSpPr>
      <p:sp>
        <p:nvSpPr>
          <p:cNvPr id="5494" name="Google Shape;5494;p34"/>
          <p:cNvSpPr txBox="1"/>
          <p:nvPr/>
        </p:nvSpPr>
        <p:spPr>
          <a:xfrm>
            <a:off x="1252425" y="1086401"/>
            <a:ext cx="6630900" cy="852600"/>
          </a:xfrm>
          <a:prstGeom prst="rect">
            <a:avLst/>
          </a:prstGeom>
          <a:noFill/>
          <a:ln>
            <a:noFill/>
          </a:ln>
        </p:spPr>
        <p:txBody>
          <a:bodyPr anchorCtr="0" anchor="t" bIns="91425" lIns="91425" spcFirstLastPara="1" rIns="91425" wrap="square" tIns="91425">
            <a:noAutofit/>
          </a:bodyPr>
          <a:lstStyle/>
          <a:p>
            <a:pPr indent="0" lvl="0" marL="0" marR="0" rtl="0" algn="ctr">
              <a:lnSpc>
                <a:spcPct val="115000"/>
              </a:lnSpc>
              <a:spcBef>
                <a:spcPts val="0"/>
              </a:spcBef>
              <a:spcAft>
                <a:spcPts val="0"/>
              </a:spcAft>
              <a:buClr>
                <a:srgbClr val="000000"/>
              </a:buClr>
              <a:buSzPts val="1100"/>
              <a:buFont typeface="Arial"/>
              <a:buNone/>
            </a:pPr>
            <a:r>
              <a:rPr b="0" i="0" lang="en" sz="1100" u="none" cap="none" strike="noStrike">
                <a:solidFill>
                  <a:srgbClr val="FFFFFF"/>
                </a:solidFill>
                <a:latin typeface="Arial"/>
                <a:ea typeface="Arial"/>
                <a:cs typeface="Arial"/>
                <a:sym typeface="Arial"/>
              </a:rPr>
              <a:t>Create your Story with our illustrated concepts. Choose the style you like the most, edit its colors, pick the background and layers you want to show and bring them to life with the animator panel! It will boost your presentation. Check out</a:t>
            </a:r>
            <a:r>
              <a:rPr b="0" i="0" lang="en" sz="1100" u="none" cap="none" strike="noStrike">
                <a:solidFill>
                  <a:srgbClr val="869FB2"/>
                </a:solidFill>
                <a:latin typeface="Arial"/>
                <a:ea typeface="Arial"/>
                <a:cs typeface="Arial"/>
                <a:sym typeface="Arial"/>
              </a:rPr>
              <a:t> </a:t>
            </a:r>
            <a:r>
              <a:rPr b="0" i="0" lang="en" sz="1100" u="none" cap="none" strike="noStrike">
                <a:solidFill>
                  <a:srgbClr val="869FB2"/>
                </a:solidFill>
                <a:uFill>
                  <a:noFill/>
                </a:uFill>
                <a:latin typeface="Arial"/>
                <a:ea typeface="Arial"/>
                <a:cs typeface="Arial"/>
                <a:sym typeface="Arial"/>
                <a:hlinkClick r:id="rId3">
                  <a:extLst>
                    <a:ext uri="{A12FA001-AC4F-418D-AE19-62706E023703}">
                      <ahyp:hlinkClr val="tx"/>
                    </a:ext>
                  </a:extLst>
                </a:hlinkClick>
              </a:rPr>
              <a:t>How it Works.</a:t>
            </a:r>
            <a:endParaRPr b="0" i="0" sz="1100" u="none" cap="none" strike="noStrike">
              <a:solidFill>
                <a:srgbClr val="869FB2"/>
              </a:solidFill>
              <a:latin typeface="Arial"/>
              <a:ea typeface="Arial"/>
              <a:cs typeface="Arial"/>
              <a:sym typeface="Arial"/>
            </a:endParaRPr>
          </a:p>
        </p:txBody>
      </p:sp>
      <p:pic>
        <p:nvPicPr>
          <p:cNvPr id="5495" name="Google Shape;5495;p34"/>
          <p:cNvPicPr preferRelativeResize="0"/>
          <p:nvPr/>
        </p:nvPicPr>
        <p:blipFill rotWithShape="1">
          <a:blip r:embed="rId4">
            <a:alphaModFix/>
          </a:blip>
          <a:srcRect b="16547" l="0" r="0" t="16540"/>
          <a:stretch/>
        </p:blipFill>
        <p:spPr>
          <a:xfrm>
            <a:off x="510820" y="2688639"/>
            <a:ext cx="1606719" cy="1075073"/>
          </a:xfrm>
          <a:prstGeom prst="rect">
            <a:avLst/>
          </a:prstGeom>
          <a:noFill/>
          <a:ln>
            <a:noFill/>
          </a:ln>
        </p:spPr>
      </p:pic>
      <p:sp>
        <p:nvSpPr>
          <p:cNvPr id="5496" name="Google Shape;5496;p34">
            <a:hlinkClick r:id="rId5"/>
          </p:cNvPr>
          <p:cNvSpPr txBox="1"/>
          <p:nvPr/>
        </p:nvSpPr>
        <p:spPr>
          <a:xfrm>
            <a:off x="678041" y="3976375"/>
            <a:ext cx="1272300" cy="318300"/>
          </a:xfrm>
          <a:prstGeom prst="rect">
            <a:avLst/>
          </a:prstGeom>
          <a:noFill/>
          <a:ln>
            <a:noFill/>
          </a:ln>
        </p:spPr>
        <p:txBody>
          <a:bodyPr anchorCtr="0" anchor="ctr" bIns="91425" lIns="91425" spcFirstLastPara="1" rIns="91425" wrap="square" tIns="91425">
            <a:noAutofit/>
          </a:bodyPr>
          <a:lstStyle/>
          <a:p>
            <a:pPr indent="0" lvl="0" marL="0" marR="0" rtl="0" algn="ctr">
              <a:lnSpc>
                <a:spcPct val="115000"/>
              </a:lnSpc>
              <a:spcBef>
                <a:spcPts val="0"/>
              </a:spcBef>
              <a:spcAft>
                <a:spcPts val="0"/>
              </a:spcAft>
              <a:buClr>
                <a:srgbClr val="000000"/>
              </a:buClr>
              <a:buSzPts val="1400"/>
              <a:buFont typeface="Arial"/>
              <a:buNone/>
            </a:pPr>
            <a:r>
              <a:rPr b="0" i="0" lang="en" sz="1400" u="none" cap="none" strike="noStrike">
                <a:solidFill>
                  <a:srgbClr val="869FB2"/>
                </a:solidFill>
                <a:uFill>
                  <a:noFill/>
                </a:uFill>
                <a:latin typeface="Arial"/>
                <a:ea typeface="Arial"/>
                <a:cs typeface="Arial"/>
                <a:sym typeface="Arial"/>
                <a:hlinkClick r:id="rId6">
                  <a:extLst>
                    <a:ext uri="{A12FA001-AC4F-418D-AE19-62706E023703}">
                      <ahyp:hlinkClr val="tx"/>
                    </a:ext>
                  </a:extLst>
                </a:hlinkClick>
              </a:rPr>
              <a:t>Pana</a:t>
            </a:r>
            <a:endParaRPr b="0" i="0" sz="1400" u="none" cap="none" strike="noStrike">
              <a:solidFill>
                <a:srgbClr val="869FB2"/>
              </a:solidFill>
              <a:latin typeface="Arial"/>
              <a:ea typeface="Arial"/>
              <a:cs typeface="Arial"/>
              <a:sym typeface="Arial"/>
            </a:endParaRPr>
          </a:p>
        </p:txBody>
      </p:sp>
      <p:sp>
        <p:nvSpPr>
          <p:cNvPr id="5497" name="Google Shape;5497;p34">
            <a:hlinkClick r:id="rId7"/>
          </p:cNvPr>
          <p:cNvSpPr txBox="1"/>
          <p:nvPr/>
        </p:nvSpPr>
        <p:spPr>
          <a:xfrm>
            <a:off x="2289219" y="3976375"/>
            <a:ext cx="1272300" cy="318300"/>
          </a:xfrm>
          <a:prstGeom prst="rect">
            <a:avLst/>
          </a:prstGeom>
          <a:noFill/>
          <a:ln>
            <a:noFill/>
          </a:ln>
        </p:spPr>
        <p:txBody>
          <a:bodyPr anchorCtr="0" anchor="ctr" bIns="91425" lIns="91425" spcFirstLastPara="1" rIns="91425" wrap="square" tIns="91425">
            <a:noAutofit/>
          </a:bodyPr>
          <a:lstStyle/>
          <a:p>
            <a:pPr indent="0" lvl="0" marL="0" marR="0" rtl="0" algn="ctr">
              <a:lnSpc>
                <a:spcPct val="115000"/>
              </a:lnSpc>
              <a:spcBef>
                <a:spcPts val="0"/>
              </a:spcBef>
              <a:spcAft>
                <a:spcPts val="0"/>
              </a:spcAft>
              <a:buClr>
                <a:srgbClr val="000000"/>
              </a:buClr>
              <a:buSzPts val="1400"/>
              <a:buFont typeface="Arial"/>
              <a:buNone/>
            </a:pPr>
            <a:r>
              <a:rPr b="0" i="0" lang="en" sz="1400" u="none" cap="none" strike="noStrike">
                <a:solidFill>
                  <a:srgbClr val="869FB2"/>
                </a:solidFill>
                <a:uFill>
                  <a:noFill/>
                </a:uFill>
                <a:latin typeface="Arial"/>
                <a:ea typeface="Arial"/>
                <a:cs typeface="Arial"/>
                <a:sym typeface="Arial"/>
                <a:hlinkClick r:id="rId8">
                  <a:extLst>
                    <a:ext uri="{A12FA001-AC4F-418D-AE19-62706E023703}">
                      <ahyp:hlinkClr val="tx"/>
                    </a:ext>
                  </a:extLst>
                </a:hlinkClick>
              </a:rPr>
              <a:t>Amico</a:t>
            </a:r>
            <a:endParaRPr b="0" i="0" sz="1400" u="none" cap="none" strike="noStrike">
              <a:solidFill>
                <a:srgbClr val="869FB2"/>
              </a:solidFill>
              <a:latin typeface="Arial"/>
              <a:ea typeface="Arial"/>
              <a:cs typeface="Arial"/>
              <a:sym typeface="Arial"/>
            </a:endParaRPr>
          </a:p>
        </p:txBody>
      </p:sp>
      <p:sp>
        <p:nvSpPr>
          <p:cNvPr id="5498" name="Google Shape;5498;p34">
            <a:hlinkClick r:id="rId9"/>
          </p:cNvPr>
          <p:cNvSpPr txBox="1"/>
          <p:nvPr/>
        </p:nvSpPr>
        <p:spPr>
          <a:xfrm>
            <a:off x="3900404" y="3976375"/>
            <a:ext cx="1272300" cy="318300"/>
          </a:xfrm>
          <a:prstGeom prst="rect">
            <a:avLst/>
          </a:prstGeom>
          <a:noFill/>
          <a:ln>
            <a:noFill/>
          </a:ln>
        </p:spPr>
        <p:txBody>
          <a:bodyPr anchorCtr="0" anchor="ctr" bIns="91425" lIns="91425" spcFirstLastPara="1" rIns="91425" wrap="square" tIns="91425">
            <a:noAutofit/>
          </a:bodyPr>
          <a:lstStyle/>
          <a:p>
            <a:pPr indent="0" lvl="0" marL="0" marR="0" rtl="0" algn="ctr">
              <a:lnSpc>
                <a:spcPct val="115000"/>
              </a:lnSpc>
              <a:spcBef>
                <a:spcPts val="0"/>
              </a:spcBef>
              <a:spcAft>
                <a:spcPts val="0"/>
              </a:spcAft>
              <a:buClr>
                <a:srgbClr val="000000"/>
              </a:buClr>
              <a:buSzPts val="1400"/>
              <a:buFont typeface="Arial"/>
              <a:buNone/>
            </a:pPr>
            <a:r>
              <a:rPr b="0" i="0" lang="en" sz="1400" u="none" cap="none" strike="noStrike">
                <a:solidFill>
                  <a:srgbClr val="869FB2"/>
                </a:solidFill>
                <a:uFill>
                  <a:noFill/>
                </a:uFill>
                <a:latin typeface="Arial"/>
                <a:ea typeface="Arial"/>
                <a:cs typeface="Arial"/>
                <a:sym typeface="Arial"/>
                <a:hlinkClick r:id="rId10">
                  <a:extLst>
                    <a:ext uri="{A12FA001-AC4F-418D-AE19-62706E023703}">
                      <ahyp:hlinkClr val="tx"/>
                    </a:ext>
                  </a:extLst>
                </a:hlinkClick>
              </a:rPr>
              <a:t>Bro</a:t>
            </a:r>
            <a:endParaRPr b="0" i="0" sz="1400" u="none" cap="none" strike="noStrike">
              <a:solidFill>
                <a:srgbClr val="869FB2"/>
              </a:solidFill>
              <a:latin typeface="Arial"/>
              <a:ea typeface="Arial"/>
              <a:cs typeface="Arial"/>
              <a:sym typeface="Arial"/>
            </a:endParaRPr>
          </a:p>
        </p:txBody>
      </p:sp>
      <p:sp>
        <p:nvSpPr>
          <p:cNvPr id="5499" name="Google Shape;5499;p34">
            <a:hlinkClick r:id="rId11"/>
          </p:cNvPr>
          <p:cNvSpPr txBox="1"/>
          <p:nvPr/>
        </p:nvSpPr>
        <p:spPr>
          <a:xfrm>
            <a:off x="5511563" y="3976375"/>
            <a:ext cx="1272300" cy="318300"/>
          </a:xfrm>
          <a:prstGeom prst="rect">
            <a:avLst/>
          </a:prstGeom>
          <a:noFill/>
          <a:ln>
            <a:noFill/>
          </a:ln>
        </p:spPr>
        <p:txBody>
          <a:bodyPr anchorCtr="0" anchor="ctr" bIns="91425" lIns="91425" spcFirstLastPara="1" rIns="91425" wrap="square" tIns="91425">
            <a:noAutofit/>
          </a:bodyPr>
          <a:lstStyle/>
          <a:p>
            <a:pPr indent="0" lvl="0" marL="0" marR="0" rtl="0" algn="ctr">
              <a:lnSpc>
                <a:spcPct val="115000"/>
              </a:lnSpc>
              <a:spcBef>
                <a:spcPts val="0"/>
              </a:spcBef>
              <a:spcAft>
                <a:spcPts val="0"/>
              </a:spcAft>
              <a:buClr>
                <a:srgbClr val="000000"/>
              </a:buClr>
              <a:buSzPts val="1400"/>
              <a:buFont typeface="Arial"/>
              <a:buNone/>
            </a:pPr>
            <a:r>
              <a:rPr b="0" i="0" lang="en" sz="1400" u="none" cap="none" strike="noStrike">
                <a:solidFill>
                  <a:srgbClr val="869FB2"/>
                </a:solidFill>
                <a:uFill>
                  <a:noFill/>
                </a:uFill>
                <a:latin typeface="Arial"/>
                <a:ea typeface="Arial"/>
                <a:cs typeface="Arial"/>
                <a:sym typeface="Arial"/>
                <a:hlinkClick r:id="rId12">
                  <a:extLst>
                    <a:ext uri="{A12FA001-AC4F-418D-AE19-62706E023703}">
                      <ahyp:hlinkClr val="tx"/>
                    </a:ext>
                  </a:extLst>
                </a:hlinkClick>
              </a:rPr>
              <a:t>Rafiki</a:t>
            </a:r>
            <a:endParaRPr b="0" i="0" sz="1400" u="none" cap="none" strike="noStrike">
              <a:solidFill>
                <a:srgbClr val="869FB2"/>
              </a:solidFill>
              <a:latin typeface="Arial"/>
              <a:ea typeface="Arial"/>
              <a:cs typeface="Arial"/>
              <a:sym typeface="Arial"/>
            </a:endParaRPr>
          </a:p>
        </p:txBody>
      </p:sp>
      <p:pic>
        <p:nvPicPr>
          <p:cNvPr id="5500" name="Google Shape;5500;p34"/>
          <p:cNvPicPr preferRelativeResize="0"/>
          <p:nvPr/>
        </p:nvPicPr>
        <p:blipFill rotWithShape="1">
          <a:blip r:embed="rId13">
            <a:alphaModFix/>
          </a:blip>
          <a:srcRect b="0" l="0" r="0" t="0"/>
          <a:stretch/>
        </p:blipFill>
        <p:spPr>
          <a:xfrm>
            <a:off x="2255077" y="2410850"/>
            <a:ext cx="1340595" cy="1340603"/>
          </a:xfrm>
          <a:prstGeom prst="rect">
            <a:avLst/>
          </a:prstGeom>
          <a:noFill/>
          <a:ln>
            <a:noFill/>
          </a:ln>
        </p:spPr>
      </p:pic>
      <p:pic>
        <p:nvPicPr>
          <p:cNvPr id="5501" name="Google Shape;5501;p34"/>
          <p:cNvPicPr preferRelativeResize="0"/>
          <p:nvPr/>
        </p:nvPicPr>
        <p:blipFill rotWithShape="1">
          <a:blip r:embed="rId14">
            <a:alphaModFix/>
          </a:blip>
          <a:srcRect b="8854" l="4194" r="4213" t="11228"/>
          <a:stretch/>
        </p:blipFill>
        <p:spPr>
          <a:xfrm>
            <a:off x="3774275" y="2532512"/>
            <a:ext cx="1448304" cy="1263588"/>
          </a:xfrm>
          <a:prstGeom prst="rect">
            <a:avLst/>
          </a:prstGeom>
          <a:noFill/>
          <a:ln>
            <a:noFill/>
          </a:ln>
        </p:spPr>
      </p:pic>
      <p:pic>
        <p:nvPicPr>
          <p:cNvPr id="5502" name="Google Shape;5502;p34"/>
          <p:cNvPicPr preferRelativeResize="0"/>
          <p:nvPr/>
        </p:nvPicPr>
        <p:blipFill rotWithShape="1">
          <a:blip r:embed="rId15">
            <a:alphaModFix/>
          </a:blip>
          <a:srcRect b="11944" l="0" r="0" t="6567"/>
          <a:stretch/>
        </p:blipFill>
        <p:spPr>
          <a:xfrm>
            <a:off x="5347337" y="2581527"/>
            <a:ext cx="1448284" cy="1180164"/>
          </a:xfrm>
          <a:prstGeom prst="rect">
            <a:avLst/>
          </a:prstGeom>
          <a:noFill/>
          <a:ln>
            <a:noFill/>
          </a:ln>
        </p:spPr>
      </p:pic>
      <p:pic>
        <p:nvPicPr>
          <p:cNvPr id="5503" name="Google Shape;5503;p34"/>
          <p:cNvPicPr preferRelativeResize="0"/>
          <p:nvPr/>
        </p:nvPicPr>
        <p:blipFill rotWithShape="1">
          <a:blip r:embed="rId16">
            <a:alphaModFix/>
          </a:blip>
          <a:srcRect b="17966" l="0" r="0" t="11708"/>
          <a:stretch/>
        </p:blipFill>
        <p:spPr>
          <a:xfrm>
            <a:off x="6836257" y="2523903"/>
            <a:ext cx="1796923" cy="1263600"/>
          </a:xfrm>
          <a:prstGeom prst="rect">
            <a:avLst/>
          </a:prstGeom>
          <a:noFill/>
          <a:ln>
            <a:noFill/>
          </a:ln>
        </p:spPr>
      </p:pic>
      <p:sp>
        <p:nvSpPr>
          <p:cNvPr id="5504" name="Google Shape;5504;p34">
            <a:hlinkClick r:id="rId17"/>
          </p:cNvPr>
          <p:cNvSpPr txBox="1"/>
          <p:nvPr/>
        </p:nvSpPr>
        <p:spPr>
          <a:xfrm>
            <a:off x="7122738" y="3976375"/>
            <a:ext cx="1272300" cy="318300"/>
          </a:xfrm>
          <a:prstGeom prst="rect">
            <a:avLst/>
          </a:prstGeom>
          <a:noFill/>
          <a:ln>
            <a:noFill/>
          </a:ln>
        </p:spPr>
        <p:txBody>
          <a:bodyPr anchorCtr="0" anchor="ctr" bIns="91425" lIns="91425" spcFirstLastPara="1" rIns="91425" wrap="square" tIns="91425">
            <a:noAutofit/>
          </a:bodyPr>
          <a:lstStyle/>
          <a:p>
            <a:pPr indent="0" lvl="0" marL="0" marR="0" rtl="0" algn="ctr">
              <a:lnSpc>
                <a:spcPct val="115000"/>
              </a:lnSpc>
              <a:spcBef>
                <a:spcPts val="0"/>
              </a:spcBef>
              <a:spcAft>
                <a:spcPts val="0"/>
              </a:spcAft>
              <a:buClr>
                <a:srgbClr val="000000"/>
              </a:buClr>
              <a:buSzPts val="1400"/>
              <a:buFont typeface="Arial"/>
              <a:buNone/>
            </a:pPr>
            <a:r>
              <a:rPr b="0" i="0" lang="en" sz="1400" u="none" cap="none" strike="noStrike">
                <a:solidFill>
                  <a:srgbClr val="869FB2"/>
                </a:solidFill>
                <a:uFill>
                  <a:noFill/>
                </a:uFill>
                <a:latin typeface="Arial"/>
                <a:ea typeface="Arial"/>
                <a:cs typeface="Arial"/>
                <a:sym typeface="Arial"/>
                <a:hlinkClick r:id="rId18">
                  <a:extLst>
                    <a:ext uri="{A12FA001-AC4F-418D-AE19-62706E023703}">
                      <ahyp:hlinkClr val="tx"/>
                    </a:ext>
                  </a:extLst>
                </a:hlinkClick>
              </a:rPr>
              <a:t>Cuate</a:t>
            </a:r>
            <a:endParaRPr b="0" i="0" sz="1400" u="none" cap="none" strike="noStrike">
              <a:solidFill>
                <a:srgbClr val="869FB2"/>
              </a:solidFill>
              <a:latin typeface="Arial"/>
              <a:ea typeface="Arial"/>
              <a:cs typeface="Arial"/>
              <a:sym typeface="Arial"/>
            </a:endParaRPr>
          </a:p>
        </p:txBody>
      </p:sp>
      <p:sp>
        <p:nvSpPr>
          <p:cNvPr id="5505" name="Google Shape;5505;p34"/>
          <p:cNvSpPr txBox="1"/>
          <p:nvPr/>
        </p:nvSpPr>
        <p:spPr>
          <a:xfrm>
            <a:off x="1048350" y="323850"/>
            <a:ext cx="7047300" cy="482400"/>
          </a:xfrm>
          <a:prstGeom prst="rect">
            <a:avLst/>
          </a:prstGeom>
          <a:noFill/>
          <a:ln>
            <a:noFill/>
          </a:ln>
        </p:spPr>
        <p:txBody>
          <a:bodyPr anchorCtr="0" anchor="t"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2400"/>
              <a:buFont typeface="Arial"/>
              <a:buNone/>
            </a:pPr>
            <a:r>
              <a:rPr b="0" i="0" lang="en" sz="2400" u="none" cap="none" strike="noStrike">
                <a:solidFill>
                  <a:srgbClr val="FFFFFF"/>
                </a:solidFill>
                <a:latin typeface="Arial"/>
                <a:ea typeface="Arial"/>
                <a:cs typeface="Arial"/>
                <a:sym typeface="Arial"/>
              </a:rPr>
              <a:t>Storyset</a:t>
            </a:r>
            <a:endParaRPr b="0" i="0" sz="2400" u="none" cap="none" strike="noStrike">
              <a:solidFill>
                <a:srgbClr val="FFFFFF"/>
              </a:solidFill>
              <a:latin typeface="Arial"/>
              <a:ea typeface="Arial"/>
              <a:cs typeface="Arial"/>
              <a:sym typeface="Arial"/>
            </a:endParaRPr>
          </a:p>
        </p:txBody>
      </p:sp>
    </p:spTree>
  </p:cSld>
  <p:clrMapOvr>
    <a:masterClrMapping/>
  </p:clrMapOvr>
</p:sld>
</file>

<file path=ppt/slides/slide4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0">
  <p:cSld>
    <p:bg>
      <p:bgPr>
        <a:solidFill>
          <a:srgbClr val="0E2A47"/>
        </a:solidFill>
      </p:bgPr>
    </p:bg>
    <p:spTree>
      <p:nvGrpSpPr>
        <p:cNvPr id="5509" name="Shape 5509"/>
        <p:cNvGrpSpPr/>
        <p:nvPr/>
      </p:nvGrpSpPr>
      <p:grpSpPr>
        <a:xfrm>
          <a:off x="0" y="0"/>
          <a:ext cx="0" cy="0"/>
          <a:chOff x="0" y="0"/>
          <a:chExt cx="0" cy="0"/>
        </a:xfrm>
      </p:grpSpPr>
      <p:sp>
        <p:nvSpPr>
          <p:cNvPr id="5510" name="Google Shape;5510;p35"/>
          <p:cNvSpPr txBox="1"/>
          <p:nvPr/>
        </p:nvSpPr>
        <p:spPr>
          <a:xfrm>
            <a:off x="1068100" y="1221875"/>
            <a:ext cx="7047300" cy="482400"/>
          </a:xfrm>
          <a:prstGeom prst="rect">
            <a:avLst/>
          </a:prstGeom>
          <a:noFill/>
          <a:ln>
            <a:noFill/>
          </a:ln>
        </p:spPr>
        <p:txBody>
          <a:bodyPr anchorCtr="0" anchor="ctr" bIns="91425" lIns="91425" spcFirstLastPara="1" rIns="91425" wrap="square" tIns="91425">
            <a:noAutofit/>
          </a:bodyPr>
          <a:lstStyle/>
          <a:p>
            <a:pPr indent="0" lvl="0" marL="0" marR="0" rtl="0" algn="ctr">
              <a:lnSpc>
                <a:spcPct val="115000"/>
              </a:lnSpc>
              <a:spcBef>
                <a:spcPts val="0"/>
              </a:spcBef>
              <a:spcAft>
                <a:spcPts val="0"/>
              </a:spcAft>
              <a:buClr>
                <a:srgbClr val="000000"/>
              </a:buClr>
              <a:buSzPts val="1100"/>
              <a:buFont typeface="Arial"/>
              <a:buNone/>
            </a:pPr>
            <a:r>
              <a:rPr b="0" i="0" lang="en" sz="1100" u="none" cap="none" strike="noStrike">
                <a:solidFill>
                  <a:srgbClr val="FFFFFF"/>
                </a:solidFill>
                <a:latin typeface="Arial"/>
                <a:ea typeface="Arial"/>
                <a:cs typeface="Arial"/>
                <a:sym typeface="Arial"/>
              </a:rPr>
              <a:t>You can easily</a:t>
            </a:r>
            <a:r>
              <a:rPr b="0" i="0" lang="en" sz="1100" u="none" cap="none" strike="noStrike">
                <a:solidFill>
                  <a:srgbClr val="435D74"/>
                </a:solidFill>
                <a:latin typeface="Arial"/>
                <a:ea typeface="Arial"/>
                <a:cs typeface="Arial"/>
                <a:sym typeface="Arial"/>
              </a:rPr>
              <a:t> </a:t>
            </a:r>
            <a:r>
              <a:rPr b="0" i="0" lang="en" sz="1100" u="none" cap="none" strike="noStrike">
                <a:solidFill>
                  <a:srgbClr val="869FB2"/>
                </a:solidFill>
                <a:latin typeface="Arial"/>
                <a:ea typeface="Arial"/>
                <a:cs typeface="Arial"/>
                <a:sym typeface="Arial"/>
              </a:rPr>
              <a:t>resize</a:t>
            </a:r>
            <a:r>
              <a:rPr b="0" i="0" lang="en" sz="1100" u="none" cap="none" strike="noStrike">
                <a:solidFill>
                  <a:srgbClr val="435D74"/>
                </a:solidFill>
                <a:latin typeface="Arial"/>
                <a:ea typeface="Arial"/>
                <a:cs typeface="Arial"/>
                <a:sym typeface="Arial"/>
              </a:rPr>
              <a:t> </a:t>
            </a:r>
            <a:r>
              <a:rPr b="0" i="0" lang="en" sz="1100" u="none" cap="none" strike="noStrike">
                <a:solidFill>
                  <a:srgbClr val="FFFFFF"/>
                </a:solidFill>
                <a:latin typeface="Arial"/>
                <a:ea typeface="Arial"/>
                <a:cs typeface="Arial"/>
                <a:sym typeface="Arial"/>
              </a:rPr>
              <a:t>these resources without losing quality. To</a:t>
            </a:r>
            <a:r>
              <a:rPr b="0" i="0" lang="en" sz="1100" u="none" cap="none" strike="noStrike">
                <a:solidFill>
                  <a:srgbClr val="435D74"/>
                </a:solidFill>
                <a:latin typeface="Arial"/>
                <a:ea typeface="Arial"/>
                <a:cs typeface="Arial"/>
                <a:sym typeface="Arial"/>
              </a:rPr>
              <a:t> </a:t>
            </a:r>
            <a:r>
              <a:rPr b="0" i="0" lang="en" sz="1100" u="none" cap="none" strike="noStrike">
                <a:solidFill>
                  <a:srgbClr val="869FB2"/>
                </a:solidFill>
                <a:latin typeface="Arial"/>
                <a:ea typeface="Arial"/>
                <a:cs typeface="Arial"/>
                <a:sym typeface="Arial"/>
              </a:rPr>
              <a:t>change the color</a:t>
            </a:r>
            <a:r>
              <a:rPr b="0" i="0" lang="en" sz="1100" u="none" cap="none" strike="noStrike">
                <a:solidFill>
                  <a:srgbClr val="FFFFFF"/>
                </a:solidFill>
                <a:latin typeface="Arial"/>
                <a:ea typeface="Arial"/>
                <a:cs typeface="Arial"/>
                <a:sym typeface="Arial"/>
              </a:rPr>
              <a:t>, just ungroup the resource and click on the object you want to change. Then, click on the paint bucket and select the color you want. Group the resource again when you’re done. You can also look for more </a:t>
            </a:r>
            <a:r>
              <a:rPr b="0" i="0" lang="en" sz="1100" u="none" cap="none" strike="noStrike">
                <a:solidFill>
                  <a:srgbClr val="869FB2"/>
                </a:solidFill>
                <a:uFill>
                  <a:noFill/>
                </a:uFill>
                <a:latin typeface="Arial"/>
                <a:ea typeface="Arial"/>
                <a:cs typeface="Arial"/>
                <a:sym typeface="Arial"/>
                <a:hlinkClick r:id="rId3">
                  <a:extLst>
                    <a:ext uri="{A12FA001-AC4F-418D-AE19-62706E023703}">
                      <ahyp:hlinkClr val="tx"/>
                    </a:ext>
                  </a:extLst>
                </a:hlinkClick>
              </a:rPr>
              <a:t>infographics</a:t>
            </a:r>
            <a:r>
              <a:rPr b="0" i="0" lang="en" sz="1100" u="none" cap="none" strike="noStrike">
                <a:solidFill>
                  <a:srgbClr val="FFFFFF"/>
                </a:solidFill>
                <a:latin typeface="Arial"/>
                <a:ea typeface="Arial"/>
                <a:cs typeface="Arial"/>
                <a:sym typeface="Arial"/>
              </a:rPr>
              <a:t> on Slidesgo.</a:t>
            </a:r>
            <a:endParaRPr b="0" i="0" sz="1100" u="none" cap="none" strike="noStrike">
              <a:solidFill>
                <a:srgbClr val="FFFFFF"/>
              </a:solidFill>
              <a:latin typeface="Arial"/>
              <a:ea typeface="Arial"/>
              <a:cs typeface="Arial"/>
              <a:sym typeface="Arial"/>
            </a:endParaRPr>
          </a:p>
        </p:txBody>
      </p:sp>
      <p:grpSp>
        <p:nvGrpSpPr>
          <p:cNvPr id="5511" name="Google Shape;5511;p35"/>
          <p:cNvGrpSpPr/>
          <p:nvPr/>
        </p:nvGrpSpPr>
        <p:grpSpPr>
          <a:xfrm>
            <a:off x="5156078" y="3085736"/>
            <a:ext cx="474294" cy="551291"/>
            <a:chOff x="4727025" y="1332775"/>
            <a:chExt cx="59900" cy="69625"/>
          </a:xfrm>
        </p:grpSpPr>
        <p:sp>
          <p:nvSpPr>
            <p:cNvPr id="5512" name="Google Shape;5512;p35"/>
            <p:cNvSpPr/>
            <p:nvPr/>
          </p:nvSpPr>
          <p:spPr>
            <a:xfrm>
              <a:off x="4727025" y="1332775"/>
              <a:ext cx="36450" cy="33200"/>
            </a:xfrm>
            <a:custGeom>
              <a:rect b="b" l="l" r="r" t="t"/>
              <a:pathLst>
                <a:path extrusionOk="0" h="1328" w="1458">
                  <a:moveTo>
                    <a:pt x="1047" y="1"/>
                  </a:moveTo>
                  <a:lnTo>
                    <a:pt x="1047" y="188"/>
                  </a:lnTo>
                  <a:cubicBezTo>
                    <a:pt x="484" y="289"/>
                    <a:pt x="51" y="758"/>
                    <a:pt x="1" y="1328"/>
                  </a:cubicBezTo>
                  <a:lnTo>
                    <a:pt x="477" y="1328"/>
                  </a:lnTo>
                  <a:cubicBezTo>
                    <a:pt x="527" y="1018"/>
                    <a:pt x="751" y="765"/>
                    <a:pt x="1047" y="679"/>
                  </a:cubicBezTo>
                  <a:lnTo>
                    <a:pt x="1047" y="845"/>
                  </a:lnTo>
                  <a:lnTo>
                    <a:pt x="1458" y="433"/>
                  </a:lnTo>
                  <a:lnTo>
                    <a:pt x="1047" y="1"/>
                  </a:lnTo>
                  <a:close/>
                </a:path>
              </a:pathLst>
            </a:custGeom>
            <a:noFill/>
            <a:ln cap="flat" cmpd="sng" w="9525">
              <a:solidFill>
                <a:srgbClr val="A5B7C6"/>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13" name="Google Shape;5513;p35"/>
            <p:cNvSpPr/>
            <p:nvPr/>
          </p:nvSpPr>
          <p:spPr>
            <a:xfrm>
              <a:off x="4750475" y="1369025"/>
              <a:ext cx="36450" cy="33375"/>
            </a:xfrm>
            <a:custGeom>
              <a:rect b="b" l="l" r="r" t="t"/>
              <a:pathLst>
                <a:path extrusionOk="0" h="1335" w="1458">
                  <a:moveTo>
                    <a:pt x="974" y="0"/>
                  </a:moveTo>
                  <a:cubicBezTo>
                    <a:pt x="931" y="311"/>
                    <a:pt x="707" y="570"/>
                    <a:pt x="404" y="657"/>
                  </a:cubicBezTo>
                  <a:lnTo>
                    <a:pt x="404" y="491"/>
                  </a:lnTo>
                  <a:lnTo>
                    <a:pt x="0" y="902"/>
                  </a:lnTo>
                  <a:lnTo>
                    <a:pt x="404" y="1335"/>
                  </a:lnTo>
                  <a:lnTo>
                    <a:pt x="404" y="1140"/>
                  </a:lnTo>
                  <a:cubicBezTo>
                    <a:pt x="967" y="1039"/>
                    <a:pt x="1400" y="577"/>
                    <a:pt x="1457" y="0"/>
                  </a:cubicBezTo>
                  <a:close/>
                </a:path>
              </a:pathLst>
            </a:custGeom>
            <a:noFill/>
            <a:ln cap="flat" cmpd="sng" w="9525">
              <a:solidFill>
                <a:srgbClr val="869FB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5514" name="Google Shape;5514;p35"/>
          <p:cNvGrpSpPr/>
          <p:nvPr/>
        </p:nvGrpSpPr>
        <p:grpSpPr>
          <a:xfrm>
            <a:off x="5769734" y="2314340"/>
            <a:ext cx="555653" cy="557031"/>
            <a:chOff x="4820425" y="1329900"/>
            <a:chExt cx="70175" cy="70350"/>
          </a:xfrm>
        </p:grpSpPr>
        <p:sp>
          <p:nvSpPr>
            <p:cNvPr id="5515" name="Google Shape;5515;p35"/>
            <p:cNvSpPr/>
            <p:nvPr/>
          </p:nvSpPr>
          <p:spPr>
            <a:xfrm>
              <a:off x="4862975" y="1335475"/>
              <a:ext cx="27625" cy="34650"/>
            </a:xfrm>
            <a:custGeom>
              <a:rect b="b" l="l" r="r" t="t"/>
              <a:pathLst>
                <a:path extrusionOk="0" h="1386" w="1105">
                  <a:moveTo>
                    <a:pt x="1" y="1"/>
                  </a:moveTo>
                  <a:lnTo>
                    <a:pt x="1" y="491"/>
                  </a:lnTo>
                  <a:cubicBezTo>
                    <a:pt x="217" y="585"/>
                    <a:pt x="376" y="765"/>
                    <a:pt x="441" y="989"/>
                  </a:cubicBezTo>
                  <a:lnTo>
                    <a:pt x="275" y="989"/>
                  </a:lnTo>
                  <a:lnTo>
                    <a:pt x="679" y="1386"/>
                  </a:lnTo>
                  <a:lnTo>
                    <a:pt x="1104" y="989"/>
                  </a:lnTo>
                  <a:lnTo>
                    <a:pt x="917" y="989"/>
                  </a:lnTo>
                  <a:cubicBezTo>
                    <a:pt x="830" y="513"/>
                    <a:pt x="470" y="123"/>
                    <a:pt x="1"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16" name="Google Shape;5516;p35"/>
            <p:cNvSpPr/>
            <p:nvPr/>
          </p:nvSpPr>
          <p:spPr>
            <a:xfrm>
              <a:off x="4820425" y="1360000"/>
              <a:ext cx="27625" cy="34650"/>
            </a:xfrm>
            <a:custGeom>
              <a:rect b="b" l="l" r="r" t="t"/>
              <a:pathLst>
                <a:path extrusionOk="0" h="1386" w="1105">
                  <a:moveTo>
                    <a:pt x="426" y="1"/>
                  </a:moveTo>
                  <a:lnTo>
                    <a:pt x="1" y="397"/>
                  </a:lnTo>
                  <a:lnTo>
                    <a:pt x="188" y="397"/>
                  </a:lnTo>
                  <a:cubicBezTo>
                    <a:pt x="275" y="873"/>
                    <a:pt x="628" y="1263"/>
                    <a:pt x="1097" y="1386"/>
                  </a:cubicBezTo>
                  <a:lnTo>
                    <a:pt x="1104" y="895"/>
                  </a:lnTo>
                  <a:cubicBezTo>
                    <a:pt x="888" y="801"/>
                    <a:pt x="729" y="621"/>
                    <a:pt x="664" y="397"/>
                  </a:cubicBezTo>
                  <a:lnTo>
                    <a:pt x="830" y="397"/>
                  </a:lnTo>
                  <a:lnTo>
                    <a:pt x="426" y="1"/>
                  </a:lnTo>
                  <a:close/>
                </a:path>
              </a:pathLst>
            </a:custGeom>
            <a:noFill/>
            <a:ln cap="flat" cmpd="sng" w="9525">
              <a:solidFill>
                <a:srgbClr val="A5B7C6"/>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17" name="Google Shape;5517;p35"/>
            <p:cNvSpPr/>
            <p:nvPr/>
          </p:nvSpPr>
          <p:spPr>
            <a:xfrm>
              <a:off x="4850375" y="1372800"/>
              <a:ext cx="34625" cy="27450"/>
            </a:xfrm>
            <a:custGeom>
              <a:rect b="b" l="l" r="r" t="t"/>
              <a:pathLst>
                <a:path extrusionOk="0" h="1098" w="1385">
                  <a:moveTo>
                    <a:pt x="894" y="1"/>
                  </a:moveTo>
                  <a:cubicBezTo>
                    <a:pt x="801" y="210"/>
                    <a:pt x="620" y="369"/>
                    <a:pt x="397" y="434"/>
                  </a:cubicBezTo>
                  <a:lnTo>
                    <a:pt x="397" y="275"/>
                  </a:lnTo>
                  <a:lnTo>
                    <a:pt x="0" y="672"/>
                  </a:lnTo>
                  <a:lnTo>
                    <a:pt x="397" y="1097"/>
                  </a:lnTo>
                  <a:lnTo>
                    <a:pt x="397" y="910"/>
                  </a:lnTo>
                  <a:cubicBezTo>
                    <a:pt x="873" y="823"/>
                    <a:pt x="1262" y="470"/>
                    <a:pt x="1385" y="1"/>
                  </a:cubicBezTo>
                  <a:close/>
                </a:path>
              </a:pathLst>
            </a:custGeom>
            <a:noFill/>
            <a:ln cap="flat" cmpd="sng" w="9525">
              <a:solidFill>
                <a:srgbClr val="37495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18" name="Google Shape;5518;p35"/>
            <p:cNvSpPr/>
            <p:nvPr/>
          </p:nvSpPr>
          <p:spPr>
            <a:xfrm>
              <a:off x="4825850" y="1329900"/>
              <a:ext cx="34625" cy="27975"/>
            </a:xfrm>
            <a:custGeom>
              <a:rect b="b" l="l" r="r" t="t"/>
              <a:pathLst>
                <a:path extrusionOk="0" h="1119" w="1385">
                  <a:moveTo>
                    <a:pt x="988" y="0"/>
                  </a:moveTo>
                  <a:lnTo>
                    <a:pt x="988" y="188"/>
                  </a:lnTo>
                  <a:cubicBezTo>
                    <a:pt x="505" y="274"/>
                    <a:pt x="123" y="635"/>
                    <a:pt x="0" y="1118"/>
                  </a:cubicBezTo>
                  <a:lnTo>
                    <a:pt x="491" y="1118"/>
                  </a:lnTo>
                  <a:cubicBezTo>
                    <a:pt x="584" y="895"/>
                    <a:pt x="765" y="729"/>
                    <a:pt x="995" y="664"/>
                  </a:cubicBezTo>
                  <a:lnTo>
                    <a:pt x="995" y="830"/>
                  </a:lnTo>
                  <a:lnTo>
                    <a:pt x="1385" y="426"/>
                  </a:lnTo>
                  <a:lnTo>
                    <a:pt x="988" y="0"/>
                  </a:lnTo>
                  <a:close/>
                </a:path>
              </a:pathLst>
            </a:custGeom>
            <a:noFill/>
            <a:ln cap="flat" cmpd="sng" w="9525">
              <a:solidFill>
                <a:srgbClr val="869FB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5519" name="Google Shape;5519;p35"/>
          <p:cNvGrpSpPr/>
          <p:nvPr/>
        </p:nvGrpSpPr>
        <p:grpSpPr>
          <a:xfrm>
            <a:off x="6396103" y="2318845"/>
            <a:ext cx="582574" cy="533871"/>
            <a:chOff x="4903200" y="1331525"/>
            <a:chExt cx="73575" cy="67425"/>
          </a:xfrm>
        </p:grpSpPr>
        <p:sp>
          <p:nvSpPr>
            <p:cNvPr id="5520" name="Google Shape;5520;p35"/>
            <p:cNvSpPr/>
            <p:nvPr/>
          </p:nvSpPr>
          <p:spPr>
            <a:xfrm>
              <a:off x="4903200" y="1331525"/>
              <a:ext cx="73575" cy="67425"/>
            </a:xfrm>
            <a:custGeom>
              <a:rect b="b" l="l" r="r" t="t"/>
              <a:pathLst>
                <a:path extrusionOk="0" h="2697" w="2943">
                  <a:moveTo>
                    <a:pt x="1652" y="0"/>
                  </a:moveTo>
                  <a:lnTo>
                    <a:pt x="1652" y="173"/>
                  </a:lnTo>
                  <a:cubicBezTo>
                    <a:pt x="534" y="195"/>
                    <a:pt x="0" y="1551"/>
                    <a:pt x="794" y="2330"/>
                  </a:cubicBezTo>
                  <a:cubicBezTo>
                    <a:pt x="1051" y="2583"/>
                    <a:pt x="1366" y="2696"/>
                    <a:pt x="1674" y="2696"/>
                  </a:cubicBezTo>
                  <a:cubicBezTo>
                    <a:pt x="2323" y="2696"/>
                    <a:pt x="2943" y="2194"/>
                    <a:pt x="2943" y="1435"/>
                  </a:cubicBezTo>
                  <a:lnTo>
                    <a:pt x="2503" y="1435"/>
                  </a:lnTo>
                  <a:cubicBezTo>
                    <a:pt x="2503" y="1928"/>
                    <a:pt x="2093" y="2259"/>
                    <a:pt x="1668" y="2259"/>
                  </a:cubicBezTo>
                  <a:cubicBezTo>
                    <a:pt x="1470" y="2259"/>
                    <a:pt x="1269" y="2187"/>
                    <a:pt x="1104" y="2027"/>
                  </a:cubicBezTo>
                  <a:cubicBezTo>
                    <a:pt x="577" y="1515"/>
                    <a:pt x="923" y="628"/>
                    <a:pt x="1652" y="613"/>
                  </a:cubicBezTo>
                  <a:lnTo>
                    <a:pt x="1652" y="765"/>
                  </a:lnTo>
                  <a:lnTo>
                    <a:pt x="2020" y="390"/>
                  </a:lnTo>
                  <a:lnTo>
                    <a:pt x="1652" y="0"/>
                  </a:lnTo>
                  <a:close/>
                </a:path>
              </a:pathLst>
            </a:custGeom>
            <a:noFill/>
            <a:ln cap="flat" cmpd="sng" w="9525">
              <a:solidFill>
                <a:srgbClr val="A5B7C6"/>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21" name="Google Shape;5521;p35"/>
            <p:cNvSpPr/>
            <p:nvPr/>
          </p:nvSpPr>
          <p:spPr>
            <a:xfrm>
              <a:off x="4930250" y="1353150"/>
              <a:ext cx="29775" cy="32475"/>
            </a:xfrm>
            <a:custGeom>
              <a:rect b="b" l="l" r="r" t="t"/>
              <a:pathLst>
                <a:path extrusionOk="0" h="1299" w="1191">
                  <a:moveTo>
                    <a:pt x="592" y="1"/>
                  </a:moveTo>
                  <a:cubicBezTo>
                    <a:pt x="274" y="1"/>
                    <a:pt x="15" y="246"/>
                    <a:pt x="0" y="570"/>
                  </a:cubicBezTo>
                  <a:lnTo>
                    <a:pt x="447" y="570"/>
                  </a:lnTo>
                  <a:cubicBezTo>
                    <a:pt x="447" y="479"/>
                    <a:pt x="519" y="416"/>
                    <a:pt x="597" y="416"/>
                  </a:cubicBezTo>
                  <a:cubicBezTo>
                    <a:pt x="624" y="416"/>
                    <a:pt x="652" y="424"/>
                    <a:pt x="678" y="441"/>
                  </a:cubicBezTo>
                  <a:cubicBezTo>
                    <a:pt x="779" y="506"/>
                    <a:pt x="765" y="657"/>
                    <a:pt x="656" y="707"/>
                  </a:cubicBezTo>
                  <a:lnTo>
                    <a:pt x="656" y="534"/>
                  </a:lnTo>
                  <a:lnTo>
                    <a:pt x="289" y="902"/>
                  </a:lnTo>
                  <a:lnTo>
                    <a:pt x="656" y="1299"/>
                  </a:lnTo>
                  <a:lnTo>
                    <a:pt x="656" y="1155"/>
                  </a:lnTo>
                  <a:cubicBezTo>
                    <a:pt x="959" y="1126"/>
                    <a:pt x="1190" y="873"/>
                    <a:pt x="1190" y="570"/>
                  </a:cubicBezTo>
                  <a:cubicBezTo>
                    <a:pt x="1176" y="246"/>
                    <a:pt x="916" y="1"/>
                    <a:pt x="592" y="1"/>
                  </a:cubicBezTo>
                  <a:close/>
                </a:path>
              </a:pathLst>
            </a:custGeom>
            <a:noFill/>
            <a:ln cap="flat" cmpd="sng" w="9525">
              <a:solidFill>
                <a:srgbClr val="869FB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5522" name="Google Shape;5522;p35"/>
          <p:cNvGrpSpPr/>
          <p:nvPr/>
        </p:nvGrpSpPr>
        <p:grpSpPr>
          <a:xfrm>
            <a:off x="5755581" y="3078709"/>
            <a:ext cx="583960" cy="565345"/>
            <a:chOff x="4815575" y="1416800"/>
            <a:chExt cx="73750" cy="71400"/>
          </a:xfrm>
        </p:grpSpPr>
        <p:sp>
          <p:nvSpPr>
            <p:cNvPr id="5523" name="Google Shape;5523;p35"/>
            <p:cNvSpPr/>
            <p:nvPr/>
          </p:nvSpPr>
          <p:spPr>
            <a:xfrm>
              <a:off x="4815575" y="1416800"/>
              <a:ext cx="43100" cy="52150"/>
            </a:xfrm>
            <a:custGeom>
              <a:rect b="b" l="l" r="r" t="t"/>
              <a:pathLst>
                <a:path extrusionOk="0" h="2086" w="1724">
                  <a:moveTo>
                    <a:pt x="1327" y="1"/>
                  </a:moveTo>
                  <a:lnTo>
                    <a:pt x="1327" y="181"/>
                  </a:lnTo>
                  <a:cubicBezTo>
                    <a:pt x="469" y="361"/>
                    <a:pt x="0" y="1299"/>
                    <a:pt x="375" y="2085"/>
                  </a:cubicBezTo>
                  <a:lnTo>
                    <a:pt x="772" y="1818"/>
                  </a:lnTo>
                  <a:cubicBezTo>
                    <a:pt x="729" y="1717"/>
                    <a:pt x="707" y="1609"/>
                    <a:pt x="707" y="1501"/>
                  </a:cubicBezTo>
                  <a:cubicBezTo>
                    <a:pt x="714" y="1111"/>
                    <a:pt x="959" y="772"/>
                    <a:pt x="1327" y="657"/>
                  </a:cubicBezTo>
                  <a:lnTo>
                    <a:pt x="1327" y="823"/>
                  </a:lnTo>
                  <a:lnTo>
                    <a:pt x="1724" y="426"/>
                  </a:lnTo>
                  <a:lnTo>
                    <a:pt x="1327" y="1"/>
                  </a:lnTo>
                  <a:close/>
                </a:path>
              </a:pathLst>
            </a:custGeom>
            <a:noFill/>
            <a:ln cap="flat" cmpd="sng" w="9525">
              <a:solidFill>
                <a:srgbClr val="A5B7C6"/>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24" name="Google Shape;5524;p35"/>
            <p:cNvSpPr/>
            <p:nvPr/>
          </p:nvSpPr>
          <p:spPr>
            <a:xfrm>
              <a:off x="4861725" y="1421125"/>
              <a:ext cx="27600" cy="51250"/>
            </a:xfrm>
            <a:custGeom>
              <a:rect b="b" l="l" r="r" t="t"/>
              <a:pathLst>
                <a:path extrusionOk="0" h="2050" w="1104">
                  <a:moveTo>
                    <a:pt x="0" y="1"/>
                  </a:moveTo>
                  <a:lnTo>
                    <a:pt x="0" y="477"/>
                  </a:lnTo>
                  <a:cubicBezTo>
                    <a:pt x="375" y="592"/>
                    <a:pt x="635" y="938"/>
                    <a:pt x="635" y="1328"/>
                  </a:cubicBezTo>
                  <a:cubicBezTo>
                    <a:pt x="635" y="1429"/>
                    <a:pt x="621" y="1530"/>
                    <a:pt x="585" y="1624"/>
                  </a:cubicBezTo>
                  <a:lnTo>
                    <a:pt x="404" y="1494"/>
                  </a:lnTo>
                  <a:lnTo>
                    <a:pt x="513" y="2049"/>
                  </a:lnTo>
                  <a:lnTo>
                    <a:pt x="1089" y="1963"/>
                  </a:lnTo>
                  <a:lnTo>
                    <a:pt x="981" y="1883"/>
                  </a:lnTo>
                  <a:cubicBezTo>
                    <a:pt x="1061" y="1710"/>
                    <a:pt x="1104" y="1523"/>
                    <a:pt x="1104" y="1328"/>
                  </a:cubicBezTo>
                  <a:cubicBezTo>
                    <a:pt x="1104" y="679"/>
                    <a:pt x="635" y="123"/>
                    <a:pt x="0" y="1"/>
                  </a:cubicBezTo>
                  <a:close/>
                </a:path>
              </a:pathLst>
            </a:custGeom>
            <a:noFill/>
            <a:ln cap="flat" cmpd="sng" w="9525">
              <a:solidFill>
                <a:srgbClr val="869FB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25" name="Google Shape;5525;p35"/>
            <p:cNvSpPr/>
            <p:nvPr/>
          </p:nvSpPr>
          <p:spPr>
            <a:xfrm>
              <a:off x="4829450" y="1467825"/>
              <a:ext cx="49250" cy="20375"/>
            </a:xfrm>
            <a:custGeom>
              <a:rect b="b" l="l" r="r" t="t"/>
              <a:pathLst>
                <a:path extrusionOk="0" h="815" w="1970">
                  <a:moveTo>
                    <a:pt x="109" y="1"/>
                  </a:moveTo>
                  <a:lnTo>
                    <a:pt x="0" y="556"/>
                  </a:lnTo>
                  <a:lnTo>
                    <a:pt x="137" y="462"/>
                  </a:lnTo>
                  <a:cubicBezTo>
                    <a:pt x="394" y="698"/>
                    <a:pt x="720" y="815"/>
                    <a:pt x="1045" y="815"/>
                  </a:cubicBezTo>
                  <a:cubicBezTo>
                    <a:pt x="1378" y="815"/>
                    <a:pt x="1710" y="692"/>
                    <a:pt x="1969" y="448"/>
                  </a:cubicBezTo>
                  <a:lnTo>
                    <a:pt x="1969" y="441"/>
                  </a:lnTo>
                  <a:lnTo>
                    <a:pt x="1573" y="174"/>
                  </a:lnTo>
                  <a:cubicBezTo>
                    <a:pt x="1418" y="292"/>
                    <a:pt x="1232" y="352"/>
                    <a:pt x="1046" y="352"/>
                  </a:cubicBezTo>
                  <a:cubicBezTo>
                    <a:pt x="868" y="352"/>
                    <a:pt x="689" y="297"/>
                    <a:pt x="534" y="188"/>
                  </a:cubicBezTo>
                  <a:lnTo>
                    <a:pt x="678" y="95"/>
                  </a:lnTo>
                  <a:lnTo>
                    <a:pt x="109"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5526" name="Google Shape;5526;p35"/>
          <p:cNvGrpSpPr/>
          <p:nvPr/>
        </p:nvGrpSpPr>
        <p:grpSpPr>
          <a:xfrm>
            <a:off x="6390362" y="3108896"/>
            <a:ext cx="589898" cy="504970"/>
            <a:chOff x="4902475" y="1418875"/>
            <a:chExt cx="74500" cy="63775"/>
          </a:xfrm>
        </p:grpSpPr>
        <p:sp>
          <p:nvSpPr>
            <p:cNvPr id="5527" name="Google Shape;5527;p35"/>
            <p:cNvSpPr/>
            <p:nvPr/>
          </p:nvSpPr>
          <p:spPr>
            <a:xfrm>
              <a:off x="4902475" y="1418875"/>
              <a:ext cx="74500" cy="63775"/>
            </a:xfrm>
            <a:custGeom>
              <a:rect b="b" l="l" r="r" t="t"/>
              <a:pathLst>
                <a:path extrusionOk="0" h="2551" w="2980">
                  <a:moveTo>
                    <a:pt x="1703" y="444"/>
                  </a:moveTo>
                  <a:cubicBezTo>
                    <a:pt x="2164" y="444"/>
                    <a:pt x="2539" y="819"/>
                    <a:pt x="2539" y="1281"/>
                  </a:cubicBezTo>
                  <a:cubicBezTo>
                    <a:pt x="2539" y="1784"/>
                    <a:pt x="2126" y="2118"/>
                    <a:pt x="1695" y="2118"/>
                  </a:cubicBezTo>
                  <a:cubicBezTo>
                    <a:pt x="1490" y="2118"/>
                    <a:pt x="1281" y="2042"/>
                    <a:pt x="1111" y="1872"/>
                  </a:cubicBezTo>
                  <a:cubicBezTo>
                    <a:pt x="585" y="1346"/>
                    <a:pt x="960" y="444"/>
                    <a:pt x="1703" y="444"/>
                  </a:cubicBezTo>
                  <a:close/>
                  <a:moveTo>
                    <a:pt x="1697" y="0"/>
                  </a:moveTo>
                  <a:cubicBezTo>
                    <a:pt x="1383" y="0"/>
                    <a:pt x="1063" y="118"/>
                    <a:pt x="801" y="379"/>
                  </a:cubicBezTo>
                  <a:cubicBezTo>
                    <a:pt x="0" y="1180"/>
                    <a:pt x="570" y="2550"/>
                    <a:pt x="1703" y="2550"/>
                  </a:cubicBezTo>
                  <a:cubicBezTo>
                    <a:pt x="2409" y="2550"/>
                    <a:pt x="2979" y="1980"/>
                    <a:pt x="2979" y="1281"/>
                  </a:cubicBezTo>
                  <a:cubicBezTo>
                    <a:pt x="2979" y="510"/>
                    <a:pt x="2353" y="0"/>
                    <a:pt x="1697" y="0"/>
                  </a:cubicBezTo>
                  <a:close/>
                </a:path>
              </a:pathLst>
            </a:custGeom>
            <a:noFill/>
            <a:ln cap="flat" cmpd="sng" w="9525">
              <a:solidFill>
                <a:srgbClr val="37495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28" name="Google Shape;5528;p35"/>
            <p:cNvSpPr/>
            <p:nvPr/>
          </p:nvSpPr>
          <p:spPr>
            <a:xfrm>
              <a:off x="4916350" y="1418975"/>
              <a:ext cx="59725" cy="63675"/>
            </a:xfrm>
            <a:custGeom>
              <a:rect b="b" l="l" r="r" t="t"/>
              <a:pathLst>
                <a:path extrusionOk="0" h="2547" w="2389">
                  <a:moveTo>
                    <a:pt x="1148" y="0"/>
                  </a:moveTo>
                  <a:cubicBezTo>
                    <a:pt x="765" y="0"/>
                    <a:pt x="397" y="173"/>
                    <a:pt x="159" y="476"/>
                  </a:cubicBezTo>
                  <a:lnTo>
                    <a:pt x="1" y="354"/>
                  </a:lnTo>
                  <a:lnTo>
                    <a:pt x="116" y="967"/>
                  </a:lnTo>
                  <a:lnTo>
                    <a:pt x="700" y="909"/>
                  </a:lnTo>
                  <a:lnTo>
                    <a:pt x="498" y="750"/>
                  </a:lnTo>
                  <a:cubicBezTo>
                    <a:pt x="669" y="541"/>
                    <a:pt x="910" y="441"/>
                    <a:pt x="1149" y="441"/>
                  </a:cubicBezTo>
                  <a:cubicBezTo>
                    <a:pt x="1454" y="441"/>
                    <a:pt x="1755" y="605"/>
                    <a:pt x="1905" y="916"/>
                  </a:cubicBezTo>
                  <a:cubicBezTo>
                    <a:pt x="2165" y="1472"/>
                    <a:pt x="1768" y="2106"/>
                    <a:pt x="1148" y="2106"/>
                  </a:cubicBezTo>
                  <a:lnTo>
                    <a:pt x="1148" y="2546"/>
                  </a:lnTo>
                  <a:cubicBezTo>
                    <a:pt x="1840" y="2532"/>
                    <a:pt x="2388" y="1962"/>
                    <a:pt x="2388" y="1277"/>
                  </a:cubicBezTo>
                  <a:cubicBezTo>
                    <a:pt x="2388" y="584"/>
                    <a:pt x="1840" y="22"/>
                    <a:pt x="1148" y="0"/>
                  </a:cubicBezTo>
                  <a:close/>
                </a:path>
              </a:pathLst>
            </a:custGeom>
            <a:noFill/>
            <a:ln cap="flat" cmpd="sng" w="9525">
              <a:solidFill>
                <a:srgbClr val="A5B7C6"/>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5529" name="Google Shape;5529;p35"/>
          <p:cNvGrpSpPr/>
          <p:nvPr/>
        </p:nvGrpSpPr>
        <p:grpSpPr>
          <a:xfrm>
            <a:off x="5765577" y="3826000"/>
            <a:ext cx="563967" cy="567127"/>
            <a:chOff x="4818100" y="1507675"/>
            <a:chExt cx="71225" cy="71625"/>
          </a:xfrm>
        </p:grpSpPr>
        <p:sp>
          <p:nvSpPr>
            <p:cNvPr id="5530" name="Google Shape;5530;p35"/>
            <p:cNvSpPr/>
            <p:nvPr/>
          </p:nvSpPr>
          <p:spPr>
            <a:xfrm>
              <a:off x="4818100" y="1507675"/>
              <a:ext cx="46000" cy="56300"/>
            </a:xfrm>
            <a:custGeom>
              <a:rect b="b" l="l" r="r" t="t"/>
              <a:pathLst>
                <a:path extrusionOk="0" h="2252" w="1840">
                  <a:moveTo>
                    <a:pt x="1457" y="1"/>
                  </a:moveTo>
                  <a:lnTo>
                    <a:pt x="1457" y="159"/>
                  </a:lnTo>
                  <a:cubicBezTo>
                    <a:pt x="606" y="188"/>
                    <a:pt x="0" y="989"/>
                    <a:pt x="195" y="1818"/>
                  </a:cubicBezTo>
                  <a:cubicBezTo>
                    <a:pt x="188" y="1818"/>
                    <a:pt x="188" y="1825"/>
                    <a:pt x="188" y="1833"/>
                  </a:cubicBezTo>
                  <a:lnTo>
                    <a:pt x="195" y="1869"/>
                  </a:lnTo>
                  <a:cubicBezTo>
                    <a:pt x="195" y="1876"/>
                    <a:pt x="202" y="1883"/>
                    <a:pt x="202" y="1898"/>
                  </a:cubicBezTo>
                  <a:cubicBezTo>
                    <a:pt x="202" y="1905"/>
                    <a:pt x="209" y="1912"/>
                    <a:pt x="209" y="1919"/>
                  </a:cubicBezTo>
                  <a:cubicBezTo>
                    <a:pt x="209" y="1934"/>
                    <a:pt x="216" y="1948"/>
                    <a:pt x="224" y="1955"/>
                  </a:cubicBezTo>
                  <a:lnTo>
                    <a:pt x="231" y="1977"/>
                  </a:lnTo>
                  <a:cubicBezTo>
                    <a:pt x="245" y="2013"/>
                    <a:pt x="260" y="2056"/>
                    <a:pt x="274" y="2092"/>
                  </a:cubicBezTo>
                  <a:lnTo>
                    <a:pt x="281" y="2100"/>
                  </a:lnTo>
                  <a:cubicBezTo>
                    <a:pt x="289" y="2114"/>
                    <a:pt x="296" y="2128"/>
                    <a:pt x="303" y="2143"/>
                  </a:cubicBezTo>
                  <a:lnTo>
                    <a:pt x="317" y="2157"/>
                  </a:lnTo>
                  <a:cubicBezTo>
                    <a:pt x="317" y="2172"/>
                    <a:pt x="325" y="2186"/>
                    <a:pt x="332" y="2201"/>
                  </a:cubicBezTo>
                  <a:lnTo>
                    <a:pt x="346" y="2215"/>
                  </a:lnTo>
                  <a:cubicBezTo>
                    <a:pt x="353" y="2229"/>
                    <a:pt x="361" y="2237"/>
                    <a:pt x="368" y="2251"/>
                  </a:cubicBezTo>
                  <a:lnTo>
                    <a:pt x="743" y="1970"/>
                  </a:lnTo>
                  <a:lnTo>
                    <a:pt x="721" y="1934"/>
                  </a:lnTo>
                  <a:lnTo>
                    <a:pt x="700" y="1898"/>
                  </a:lnTo>
                  <a:lnTo>
                    <a:pt x="692" y="1883"/>
                  </a:lnTo>
                  <a:cubicBezTo>
                    <a:pt x="685" y="1862"/>
                    <a:pt x="678" y="1847"/>
                    <a:pt x="671" y="1825"/>
                  </a:cubicBezTo>
                  <a:cubicBezTo>
                    <a:pt x="671" y="1818"/>
                    <a:pt x="664" y="1811"/>
                    <a:pt x="664" y="1804"/>
                  </a:cubicBezTo>
                  <a:cubicBezTo>
                    <a:pt x="664" y="1797"/>
                    <a:pt x="656" y="1782"/>
                    <a:pt x="649" y="1775"/>
                  </a:cubicBezTo>
                  <a:lnTo>
                    <a:pt x="642" y="1732"/>
                  </a:lnTo>
                  <a:lnTo>
                    <a:pt x="635" y="1703"/>
                  </a:lnTo>
                  <a:lnTo>
                    <a:pt x="628" y="1667"/>
                  </a:lnTo>
                  <a:lnTo>
                    <a:pt x="628" y="1645"/>
                  </a:lnTo>
                  <a:cubicBezTo>
                    <a:pt x="628" y="1638"/>
                    <a:pt x="620" y="1609"/>
                    <a:pt x="620" y="1587"/>
                  </a:cubicBezTo>
                  <a:lnTo>
                    <a:pt x="620" y="1573"/>
                  </a:lnTo>
                  <a:lnTo>
                    <a:pt x="620" y="1508"/>
                  </a:lnTo>
                  <a:cubicBezTo>
                    <a:pt x="620" y="1039"/>
                    <a:pt x="988" y="650"/>
                    <a:pt x="1457" y="628"/>
                  </a:cubicBezTo>
                  <a:lnTo>
                    <a:pt x="1457" y="809"/>
                  </a:lnTo>
                  <a:lnTo>
                    <a:pt x="1839" y="419"/>
                  </a:lnTo>
                  <a:lnTo>
                    <a:pt x="1457" y="1"/>
                  </a:lnTo>
                  <a:close/>
                </a:path>
              </a:pathLst>
            </a:custGeom>
            <a:noFill/>
            <a:ln cap="flat" cmpd="sng" w="9525">
              <a:solidFill>
                <a:srgbClr val="A5B7C6"/>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31" name="Google Shape;5531;p35"/>
            <p:cNvSpPr/>
            <p:nvPr/>
          </p:nvSpPr>
          <p:spPr>
            <a:xfrm>
              <a:off x="4869825" y="1519575"/>
              <a:ext cx="19500" cy="23825"/>
            </a:xfrm>
            <a:custGeom>
              <a:rect b="b" l="l" r="r" t="t"/>
              <a:pathLst>
                <a:path extrusionOk="0" h="953" w="780">
                  <a:moveTo>
                    <a:pt x="304" y="1"/>
                  </a:moveTo>
                  <a:lnTo>
                    <a:pt x="1" y="354"/>
                  </a:lnTo>
                  <a:cubicBezTo>
                    <a:pt x="181" y="506"/>
                    <a:pt x="289" y="722"/>
                    <a:pt x="311" y="953"/>
                  </a:cubicBezTo>
                  <a:lnTo>
                    <a:pt x="780" y="953"/>
                  </a:lnTo>
                  <a:cubicBezTo>
                    <a:pt x="751" y="585"/>
                    <a:pt x="585" y="239"/>
                    <a:pt x="304" y="1"/>
                  </a:cubicBezTo>
                  <a:close/>
                </a:path>
              </a:pathLst>
            </a:custGeom>
            <a:noFill/>
            <a:ln cap="flat" cmpd="sng" w="9525">
              <a:solidFill>
                <a:srgbClr val="A5B7C6"/>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32" name="Google Shape;5532;p35"/>
            <p:cNvSpPr/>
            <p:nvPr/>
          </p:nvSpPr>
          <p:spPr>
            <a:xfrm>
              <a:off x="4857575" y="1547700"/>
              <a:ext cx="31575" cy="31600"/>
            </a:xfrm>
            <a:custGeom>
              <a:rect b="b" l="l" r="r" t="t"/>
              <a:pathLst>
                <a:path extrusionOk="0" h="1264" w="1263">
                  <a:moveTo>
                    <a:pt x="801" y="1"/>
                  </a:moveTo>
                  <a:cubicBezTo>
                    <a:pt x="758" y="419"/>
                    <a:pt x="426" y="751"/>
                    <a:pt x="1" y="794"/>
                  </a:cubicBezTo>
                  <a:lnTo>
                    <a:pt x="1" y="1263"/>
                  </a:lnTo>
                  <a:cubicBezTo>
                    <a:pt x="679" y="1213"/>
                    <a:pt x="1219" y="679"/>
                    <a:pt x="1263"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33" name="Google Shape;5533;p35"/>
            <p:cNvSpPr/>
            <p:nvPr/>
          </p:nvSpPr>
          <p:spPr>
            <a:xfrm>
              <a:off x="4829800" y="1560150"/>
              <a:ext cx="23650" cy="18950"/>
            </a:xfrm>
            <a:custGeom>
              <a:rect b="b" l="l" r="r" t="t"/>
              <a:pathLst>
                <a:path extrusionOk="0" h="758" w="946">
                  <a:moveTo>
                    <a:pt x="376" y="1"/>
                  </a:moveTo>
                  <a:lnTo>
                    <a:pt x="1" y="282"/>
                  </a:lnTo>
                  <a:cubicBezTo>
                    <a:pt x="239" y="563"/>
                    <a:pt x="578" y="736"/>
                    <a:pt x="946" y="758"/>
                  </a:cubicBezTo>
                  <a:lnTo>
                    <a:pt x="946" y="289"/>
                  </a:lnTo>
                  <a:cubicBezTo>
                    <a:pt x="722" y="267"/>
                    <a:pt x="520" y="166"/>
                    <a:pt x="376" y="1"/>
                  </a:cubicBezTo>
                  <a:close/>
                </a:path>
              </a:pathLst>
            </a:custGeom>
            <a:noFill/>
            <a:ln cap="flat" cmpd="sng" w="9525">
              <a:solidFill>
                <a:srgbClr val="869FB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5534" name="Google Shape;5534;p35"/>
          <p:cNvGrpSpPr/>
          <p:nvPr/>
        </p:nvGrpSpPr>
        <p:grpSpPr>
          <a:xfrm>
            <a:off x="5079075" y="3829461"/>
            <a:ext cx="628301" cy="588505"/>
            <a:chOff x="4721450" y="1509475"/>
            <a:chExt cx="79350" cy="74325"/>
          </a:xfrm>
        </p:grpSpPr>
        <p:sp>
          <p:nvSpPr>
            <p:cNvPr id="5535" name="Google Shape;5535;p35"/>
            <p:cNvSpPr/>
            <p:nvPr/>
          </p:nvSpPr>
          <p:spPr>
            <a:xfrm>
              <a:off x="4729025" y="1509475"/>
              <a:ext cx="27050" cy="26725"/>
            </a:xfrm>
            <a:custGeom>
              <a:rect b="b" l="l" r="r" t="t"/>
              <a:pathLst>
                <a:path extrusionOk="0" h="1069" w="1082">
                  <a:moveTo>
                    <a:pt x="440" y="1"/>
                  </a:moveTo>
                  <a:lnTo>
                    <a:pt x="570" y="224"/>
                  </a:lnTo>
                  <a:cubicBezTo>
                    <a:pt x="296" y="405"/>
                    <a:pt x="94" y="672"/>
                    <a:pt x="0" y="989"/>
                  </a:cubicBezTo>
                  <a:lnTo>
                    <a:pt x="188" y="809"/>
                  </a:lnTo>
                  <a:lnTo>
                    <a:pt x="462" y="1068"/>
                  </a:lnTo>
                  <a:cubicBezTo>
                    <a:pt x="527" y="888"/>
                    <a:pt x="649" y="737"/>
                    <a:pt x="808" y="628"/>
                  </a:cubicBezTo>
                  <a:lnTo>
                    <a:pt x="923" y="823"/>
                  </a:lnTo>
                  <a:lnTo>
                    <a:pt x="1082" y="188"/>
                  </a:lnTo>
                  <a:lnTo>
                    <a:pt x="440" y="1"/>
                  </a:lnTo>
                  <a:close/>
                </a:path>
              </a:pathLst>
            </a:custGeom>
            <a:noFill/>
            <a:ln cap="flat" cmpd="sng" w="9525">
              <a:solidFill>
                <a:srgbClr val="37495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36" name="Google Shape;5536;p35"/>
            <p:cNvSpPr/>
            <p:nvPr/>
          </p:nvSpPr>
          <p:spPr>
            <a:xfrm>
              <a:off x="4721450" y="1533275"/>
              <a:ext cx="32300" cy="42600"/>
            </a:xfrm>
            <a:custGeom>
              <a:rect b="b" l="l" r="r" t="t"/>
              <a:pathLst>
                <a:path extrusionOk="0" h="1704" w="1292">
                  <a:moveTo>
                    <a:pt x="491" y="1"/>
                  </a:moveTo>
                  <a:lnTo>
                    <a:pt x="0" y="455"/>
                  </a:lnTo>
                  <a:lnTo>
                    <a:pt x="238" y="455"/>
                  </a:lnTo>
                  <a:cubicBezTo>
                    <a:pt x="253" y="1025"/>
                    <a:pt x="635" y="1530"/>
                    <a:pt x="1183" y="1703"/>
                  </a:cubicBezTo>
                  <a:lnTo>
                    <a:pt x="1024" y="1530"/>
                  </a:lnTo>
                  <a:lnTo>
                    <a:pt x="1291" y="1256"/>
                  </a:lnTo>
                  <a:cubicBezTo>
                    <a:pt x="952" y="1133"/>
                    <a:pt x="721" y="816"/>
                    <a:pt x="707" y="455"/>
                  </a:cubicBezTo>
                  <a:lnTo>
                    <a:pt x="945" y="455"/>
                  </a:lnTo>
                  <a:lnTo>
                    <a:pt x="491"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37" name="Google Shape;5537;p35"/>
            <p:cNvSpPr/>
            <p:nvPr/>
          </p:nvSpPr>
          <p:spPr>
            <a:xfrm>
              <a:off x="4750650" y="1551675"/>
              <a:ext cx="42950" cy="32125"/>
            </a:xfrm>
            <a:custGeom>
              <a:rect b="b" l="l" r="r" t="t"/>
              <a:pathLst>
                <a:path extrusionOk="0" h="1285" w="1718">
                  <a:moveTo>
                    <a:pt x="1256" y="1"/>
                  </a:moveTo>
                  <a:cubicBezTo>
                    <a:pt x="1126" y="332"/>
                    <a:pt x="808" y="556"/>
                    <a:pt x="448" y="570"/>
                  </a:cubicBezTo>
                  <a:lnTo>
                    <a:pt x="448" y="340"/>
                  </a:lnTo>
                  <a:lnTo>
                    <a:pt x="1" y="794"/>
                  </a:lnTo>
                  <a:lnTo>
                    <a:pt x="448" y="1284"/>
                  </a:lnTo>
                  <a:lnTo>
                    <a:pt x="448" y="1032"/>
                  </a:lnTo>
                  <a:cubicBezTo>
                    <a:pt x="1039" y="1025"/>
                    <a:pt x="1551" y="635"/>
                    <a:pt x="1717" y="73"/>
                  </a:cubicBezTo>
                  <a:lnTo>
                    <a:pt x="1717" y="73"/>
                  </a:lnTo>
                  <a:lnTo>
                    <a:pt x="1515" y="260"/>
                  </a:lnTo>
                  <a:lnTo>
                    <a:pt x="1256" y="1"/>
                  </a:lnTo>
                  <a:close/>
                </a:path>
              </a:pathLst>
            </a:custGeom>
            <a:noFill/>
            <a:ln cap="flat" cmpd="sng" w="9525">
              <a:solidFill>
                <a:srgbClr val="869FB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38" name="Google Shape;5538;p35"/>
            <p:cNvSpPr/>
            <p:nvPr/>
          </p:nvSpPr>
          <p:spPr>
            <a:xfrm>
              <a:off x="4761300" y="1510025"/>
              <a:ext cx="39500" cy="44375"/>
            </a:xfrm>
            <a:custGeom>
              <a:rect b="b" l="l" r="r" t="t"/>
              <a:pathLst>
                <a:path extrusionOk="0" h="1775" w="1580">
                  <a:moveTo>
                    <a:pt x="13" y="0"/>
                  </a:moveTo>
                  <a:cubicBezTo>
                    <a:pt x="9" y="0"/>
                    <a:pt x="5" y="0"/>
                    <a:pt x="0" y="0"/>
                  </a:cubicBezTo>
                  <a:lnTo>
                    <a:pt x="0" y="462"/>
                  </a:lnTo>
                  <a:cubicBezTo>
                    <a:pt x="476" y="462"/>
                    <a:pt x="873" y="844"/>
                    <a:pt x="880" y="1328"/>
                  </a:cubicBezTo>
                  <a:lnTo>
                    <a:pt x="635" y="1328"/>
                  </a:lnTo>
                  <a:lnTo>
                    <a:pt x="1089" y="1775"/>
                  </a:lnTo>
                  <a:lnTo>
                    <a:pt x="1580" y="1328"/>
                  </a:lnTo>
                  <a:lnTo>
                    <a:pt x="1349" y="1328"/>
                  </a:lnTo>
                  <a:cubicBezTo>
                    <a:pt x="1335" y="589"/>
                    <a:pt x="743" y="0"/>
                    <a:pt x="13" y="0"/>
                  </a:cubicBezTo>
                  <a:close/>
                </a:path>
              </a:pathLst>
            </a:custGeom>
            <a:noFill/>
            <a:ln cap="flat" cmpd="sng" w="9525">
              <a:solidFill>
                <a:srgbClr val="A5B7C6"/>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5539" name="Google Shape;5539;p35"/>
          <p:cNvGrpSpPr/>
          <p:nvPr/>
        </p:nvGrpSpPr>
        <p:grpSpPr>
          <a:xfrm>
            <a:off x="6424608" y="3814027"/>
            <a:ext cx="557038" cy="562772"/>
            <a:chOff x="4906800" y="1507500"/>
            <a:chExt cx="70350" cy="71075"/>
          </a:xfrm>
        </p:grpSpPr>
        <p:sp>
          <p:nvSpPr>
            <p:cNvPr id="5540" name="Google Shape;5540;p35"/>
            <p:cNvSpPr/>
            <p:nvPr/>
          </p:nvSpPr>
          <p:spPr>
            <a:xfrm>
              <a:off x="4916000" y="1507500"/>
              <a:ext cx="30850" cy="24000"/>
            </a:xfrm>
            <a:custGeom>
              <a:rect b="b" l="l" r="r" t="t"/>
              <a:pathLst>
                <a:path extrusionOk="0" h="960" w="1234">
                  <a:moveTo>
                    <a:pt x="837" y="1"/>
                  </a:moveTo>
                  <a:lnTo>
                    <a:pt x="837" y="202"/>
                  </a:lnTo>
                  <a:cubicBezTo>
                    <a:pt x="484" y="282"/>
                    <a:pt x="181" y="498"/>
                    <a:pt x="0" y="808"/>
                  </a:cubicBezTo>
                  <a:lnTo>
                    <a:pt x="455" y="960"/>
                  </a:lnTo>
                  <a:cubicBezTo>
                    <a:pt x="556" y="837"/>
                    <a:pt x="686" y="736"/>
                    <a:pt x="837" y="686"/>
                  </a:cubicBezTo>
                  <a:lnTo>
                    <a:pt x="837" y="823"/>
                  </a:lnTo>
                  <a:lnTo>
                    <a:pt x="1234" y="426"/>
                  </a:lnTo>
                  <a:lnTo>
                    <a:pt x="837" y="1"/>
                  </a:lnTo>
                  <a:close/>
                </a:path>
              </a:pathLst>
            </a:custGeom>
            <a:noFill/>
            <a:ln cap="flat" cmpd="sng" w="9525">
              <a:solidFill>
                <a:srgbClr val="BAC8D3"/>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41" name="Google Shape;5541;p35"/>
            <p:cNvSpPr/>
            <p:nvPr/>
          </p:nvSpPr>
          <p:spPr>
            <a:xfrm>
              <a:off x="4906800" y="1533825"/>
              <a:ext cx="19675" cy="32475"/>
            </a:xfrm>
            <a:custGeom>
              <a:rect b="b" l="l" r="r" t="t"/>
              <a:pathLst>
                <a:path extrusionOk="0" h="1299" w="787">
                  <a:moveTo>
                    <a:pt x="527" y="1"/>
                  </a:moveTo>
                  <a:lnTo>
                    <a:pt x="1" y="246"/>
                  </a:lnTo>
                  <a:lnTo>
                    <a:pt x="181" y="303"/>
                  </a:lnTo>
                  <a:cubicBezTo>
                    <a:pt x="181" y="347"/>
                    <a:pt x="174" y="390"/>
                    <a:pt x="174" y="433"/>
                  </a:cubicBezTo>
                  <a:cubicBezTo>
                    <a:pt x="174" y="751"/>
                    <a:pt x="289" y="1061"/>
                    <a:pt x="498" y="1299"/>
                  </a:cubicBezTo>
                  <a:lnTo>
                    <a:pt x="787" y="909"/>
                  </a:lnTo>
                  <a:cubicBezTo>
                    <a:pt x="693" y="772"/>
                    <a:pt x="650" y="614"/>
                    <a:pt x="642" y="455"/>
                  </a:cubicBezTo>
                  <a:lnTo>
                    <a:pt x="642" y="455"/>
                  </a:lnTo>
                  <a:lnTo>
                    <a:pt x="787" y="498"/>
                  </a:lnTo>
                  <a:lnTo>
                    <a:pt x="527" y="1"/>
                  </a:lnTo>
                  <a:close/>
                </a:path>
              </a:pathLst>
            </a:custGeom>
            <a:noFill/>
            <a:ln cap="flat" cmpd="sng" w="9525">
              <a:solidFill>
                <a:srgbClr val="A5B7C6"/>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42" name="Google Shape;5542;p35"/>
            <p:cNvSpPr/>
            <p:nvPr/>
          </p:nvSpPr>
          <p:spPr>
            <a:xfrm>
              <a:off x="4926625" y="1561950"/>
              <a:ext cx="30675" cy="16625"/>
            </a:xfrm>
            <a:custGeom>
              <a:rect b="b" l="l" r="r" t="t"/>
              <a:pathLst>
                <a:path extrusionOk="0" h="665" w="1227">
                  <a:moveTo>
                    <a:pt x="556" y="1"/>
                  </a:moveTo>
                  <a:lnTo>
                    <a:pt x="1" y="87"/>
                  </a:lnTo>
                  <a:lnTo>
                    <a:pt x="66" y="664"/>
                  </a:lnTo>
                  <a:lnTo>
                    <a:pt x="181" y="513"/>
                  </a:lnTo>
                  <a:cubicBezTo>
                    <a:pt x="347" y="585"/>
                    <a:pt x="526" y="621"/>
                    <a:pt x="704" y="621"/>
                  </a:cubicBezTo>
                  <a:cubicBezTo>
                    <a:pt x="883" y="621"/>
                    <a:pt x="1061" y="585"/>
                    <a:pt x="1227" y="513"/>
                  </a:cubicBezTo>
                  <a:lnTo>
                    <a:pt x="946" y="123"/>
                  </a:lnTo>
                  <a:cubicBezTo>
                    <a:pt x="866" y="149"/>
                    <a:pt x="785" y="161"/>
                    <a:pt x="704" y="161"/>
                  </a:cubicBezTo>
                  <a:cubicBezTo>
                    <a:pt x="623" y="161"/>
                    <a:pt x="542" y="149"/>
                    <a:pt x="462" y="123"/>
                  </a:cubicBezTo>
                  <a:lnTo>
                    <a:pt x="556" y="1"/>
                  </a:lnTo>
                  <a:close/>
                </a:path>
              </a:pathLst>
            </a:custGeom>
            <a:noFill/>
            <a:ln cap="flat" cmpd="sng" w="9525">
              <a:solidFill>
                <a:srgbClr val="869FB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43" name="Google Shape;5543;p35"/>
            <p:cNvSpPr/>
            <p:nvPr/>
          </p:nvSpPr>
          <p:spPr>
            <a:xfrm>
              <a:off x="4957475" y="1541400"/>
              <a:ext cx="19675" cy="27800"/>
            </a:xfrm>
            <a:custGeom>
              <a:rect b="b" l="l" r="r" t="t"/>
              <a:pathLst>
                <a:path extrusionOk="0" h="1112" w="787">
                  <a:moveTo>
                    <a:pt x="779" y="0"/>
                  </a:moveTo>
                  <a:lnTo>
                    <a:pt x="318" y="145"/>
                  </a:lnTo>
                  <a:cubicBezTo>
                    <a:pt x="318" y="303"/>
                    <a:pt x="274" y="455"/>
                    <a:pt x="188" y="592"/>
                  </a:cubicBezTo>
                  <a:lnTo>
                    <a:pt x="80" y="448"/>
                  </a:lnTo>
                  <a:lnTo>
                    <a:pt x="0" y="1003"/>
                  </a:lnTo>
                  <a:lnTo>
                    <a:pt x="570" y="1111"/>
                  </a:lnTo>
                  <a:lnTo>
                    <a:pt x="469" y="981"/>
                  </a:lnTo>
                  <a:cubicBezTo>
                    <a:pt x="671" y="743"/>
                    <a:pt x="786" y="440"/>
                    <a:pt x="786" y="130"/>
                  </a:cubicBezTo>
                  <a:cubicBezTo>
                    <a:pt x="786" y="87"/>
                    <a:pt x="786" y="44"/>
                    <a:pt x="779"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44" name="Google Shape;5544;p35"/>
            <p:cNvSpPr/>
            <p:nvPr/>
          </p:nvSpPr>
          <p:spPr>
            <a:xfrm>
              <a:off x="4951325" y="1512550"/>
              <a:ext cx="24925" cy="26350"/>
            </a:xfrm>
            <a:custGeom>
              <a:rect b="b" l="l" r="r" t="t"/>
              <a:pathLst>
                <a:path extrusionOk="0" h="1054" w="997">
                  <a:moveTo>
                    <a:pt x="1" y="0"/>
                  </a:moveTo>
                  <a:lnTo>
                    <a:pt x="1" y="476"/>
                  </a:lnTo>
                  <a:cubicBezTo>
                    <a:pt x="145" y="534"/>
                    <a:pt x="282" y="628"/>
                    <a:pt x="376" y="751"/>
                  </a:cubicBezTo>
                  <a:lnTo>
                    <a:pt x="210" y="801"/>
                  </a:lnTo>
                  <a:lnTo>
                    <a:pt x="715" y="1053"/>
                  </a:lnTo>
                  <a:lnTo>
                    <a:pt x="996" y="549"/>
                  </a:lnTo>
                  <a:lnTo>
                    <a:pt x="996" y="549"/>
                  </a:lnTo>
                  <a:lnTo>
                    <a:pt x="838" y="599"/>
                  </a:lnTo>
                  <a:cubicBezTo>
                    <a:pt x="650" y="296"/>
                    <a:pt x="347" y="73"/>
                    <a:pt x="1" y="0"/>
                  </a:cubicBezTo>
                  <a:close/>
                </a:path>
              </a:pathLst>
            </a:custGeom>
            <a:noFill/>
            <a:ln cap="flat" cmpd="sng" w="9525">
              <a:solidFill>
                <a:srgbClr val="37495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5545" name="Google Shape;5545;p35"/>
          <p:cNvGrpSpPr/>
          <p:nvPr/>
        </p:nvGrpSpPr>
        <p:grpSpPr>
          <a:xfrm>
            <a:off x="4462216" y="2340963"/>
            <a:ext cx="517934" cy="517934"/>
            <a:chOff x="3736598" y="2170606"/>
            <a:chExt cx="404889" cy="404889"/>
          </a:xfrm>
        </p:grpSpPr>
        <p:sp>
          <p:nvSpPr>
            <p:cNvPr id="5546" name="Google Shape;5546;p35"/>
            <p:cNvSpPr/>
            <p:nvPr/>
          </p:nvSpPr>
          <p:spPr>
            <a:xfrm>
              <a:off x="3950281" y="2170846"/>
              <a:ext cx="191206" cy="231947"/>
            </a:xfrm>
            <a:custGeom>
              <a:rect b="b" l="l" r="r" t="t"/>
              <a:pathLst>
                <a:path extrusionOk="0" h="10652" w="8781">
                  <a:moveTo>
                    <a:pt x="23" y="1"/>
                  </a:moveTo>
                  <a:lnTo>
                    <a:pt x="1435" y="2583"/>
                  </a:lnTo>
                  <a:lnTo>
                    <a:pt x="0" y="5246"/>
                  </a:lnTo>
                  <a:cubicBezTo>
                    <a:pt x="1997" y="5498"/>
                    <a:pt x="3512" y="7186"/>
                    <a:pt x="3547" y="9217"/>
                  </a:cubicBezTo>
                  <a:lnTo>
                    <a:pt x="6187" y="10652"/>
                  </a:lnTo>
                  <a:lnTo>
                    <a:pt x="8780" y="9217"/>
                  </a:lnTo>
                  <a:cubicBezTo>
                    <a:pt x="8746" y="4305"/>
                    <a:pt x="4913" y="276"/>
                    <a:pt x="23" y="1"/>
                  </a:cubicBezTo>
                  <a:close/>
                </a:path>
              </a:pathLst>
            </a:custGeom>
            <a:noFill/>
            <a:ln cap="flat" cmpd="sng" w="9525">
              <a:solidFill>
                <a:srgbClr val="F8FAFB"/>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47" name="Google Shape;5547;p35"/>
            <p:cNvSpPr/>
            <p:nvPr/>
          </p:nvSpPr>
          <p:spPr>
            <a:xfrm>
              <a:off x="3737099" y="2170606"/>
              <a:ext cx="231947" cy="191446"/>
            </a:xfrm>
            <a:custGeom>
              <a:rect b="b" l="l" r="r" t="t"/>
              <a:pathLst>
                <a:path extrusionOk="0" h="8792" w="10652">
                  <a:moveTo>
                    <a:pt x="9216" y="0"/>
                  </a:moveTo>
                  <a:cubicBezTo>
                    <a:pt x="4304" y="35"/>
                    <a:pt x="276" y="3868"/>
                    <a:pt x="0" y="8769"/>
                  </a:cubicBezTo>
                  <a:lnTo>
                    <a:pt x="2583" y="7346"/>
                  </a:lnTo>
                  <a:lnTo>
                    <a:pt x="5245" y="8792"/>
                  </a:lnTo>
                  <a:cubicBezTo>
                    <a:pt x="5498" y="6783"/>
                    <a:pt x="7185" y="5268"/>
                    <a:pt x="9216" y="5234"/>
                  </a:cubicBezTo>
                  <a:lnTo>
                    <a:pt x="10651" y="2594"/>
                  </a:lnTo>
                  <a:lnTo>
                    <a:pt x="9216" y="0"/>
                  </a:lnTo>
                  <a:close/>
                </a:path>
              </a:pathLst>
            </a:custGeom>
            <a:noFill/>
            <a:ln cap="flat" cmpd="sng" w="9525">
              <a:solidFill>
                <a:srgbClr val="37495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48" name="Google Shape;5548;p35"/>
            <p:cNvSpPr/>
            <p:nvPr/>
          </p:nvSpPr>
          <p:spPr>
            <a:xfrm>
              <a:off x="3909539" y="2384027"/>
              <a:ext cx="231686" cy="191468"/>
            </a:xfrm>
            <a:custGeom>
              <a:rect b="b" l="l" r="r" t="t"/>
              <a:pathLst>
                <a:path extrusionOk="0" h="8793" w="10640">
                  <a:moveTo>
                    <a:pt x="5395" y="1"/>
                  </a:moveTo>
                  <a:cubicBezTo>
                    <a:pt x="5142" y="1998"/>
                    <a:pt x="3455" y="3513"/>
                    <a:pt x="1435" y="3559"/>
                  </a:cubicBezTo>
                  <a:lnTo>
                    <a:pt x="0" y="6187"/>
                  </a:lnTo>
                  <a:lnTo>
                    <a:pt x="1424" y="8792"/>
                  </a:lnTo>
                  <a:cubicBezTo>
                    <a:pt x="6324" y="8758"/>
                    <a:pt x="10364" y="4913"/>
                    <a:pt x="10640" y="24"/>
                  </a:cubicBezTo>
                  <a:lnTo>
                    <a:pt x="10640" y="24"/>
                  </a:lnTo>
                  <a:lnTo>
                    <a:pt x="8058" y="1436"/>
                  </a:lnTo>
                  <a:lnTo>
                    <a:pt x="5395" y="1"/>
                  </a:lnTo>
                  <a:close/>
                </a:path>
              </a:pathLst>
            </a:custGeom>
            <a:noFill/>
            <a:ln cap="flat" cmpd="sng" w="9525">
              <a:solidFill>
                <a:srgbClr val="BAC8D3"/>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49" name="Google Shape;5549;p35"/>
            <p:cNvSpPr/>
            <p:nvPr/>
          </p:nvSpPr>
          <p:spPr>
            <a:xfrm>
              <a:off x="3736598" y="2343307"/>
              <a:ext cx="191707" cy="231686"/>
            </a:xfrm>
            <a:custGeom>
              <a:rect b="b" l="l" r="r" t="t"/>
              <a:pathLst>
                <a:path extrusionOk="0" h="10640" w="8804">
                  <a:moveTo>
                    <a:pt x="2606" y="0"/>
                  </a:moveTo>
                  <a:lnTo>
                    <a:pt x="0" y="1435"/>
                  </a:lnTo>
                  <a:cubicBezTo>
                    <a:pt x="46" y="6335"/>
                    <a:pt x="3880" y="10364"/>
                    <a:pt x="8769" y="10639"/>
                  </a:cubicBezTo>
                  <a:lnTo>
                    <a:pt x="7357" y="8057"/>
                  </a:lnTo>
                  <a:lnTo>
                    <a:pt x="8803" y="5394"/>
                  </a:lnTo>
                  <a:cubicBezTo>
                    <a:pt x="6795" y="5142"/>
                    <a:pt x="5280" y="3455"/>
                    <a:pt x="5245" y="1435"/>
                  </a:cubicBezTo>
                  <a:lnTo>
                    <a:pt x="2606"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5550" name="Google Shape;5550;p35"/>
          <p:cNvGrpSpPr/>
          <p:nvPr/>
        </p:nvGrpSpPr>
        <p:grpSpPr>
          <a:xfrm>
            <a:off x="3729277" y="2341061"/>
            <a:ext cx="586986" cy="517740"/>
            <a:chOff x="3161917" y="2170682"/>
            <a:chExt cx="458870" cy="404737"/>
          </a:xfrm>
        </p:grpSpPr>
        <p:sp>
          <p:nvSpPr>
            <p:cNvPr id="5551" name="Google Shape;5551;p35"/>
            <p:cNvSpPr/>
            <p:nvPr/>
          </p:nvSpPr>
          <p:spPr>
            <a:xfrm>
              <a:off x="3161917" y="2170682"/>
              <a:ext cx="277174" cy="291676"/>
            </a:xfrm>
            <a:custGeom>
              <a:rect b="b" l="l" r="r" t="t"/>
              <a:pathLst>
                <a:path extrusionOk="0" h="13395" w="12729">
                  <a:moveTo>
                    <a:pt x="11294" y="0"/>
                  </a:moveTo>
                  <a:cubicBezTo>
                    <a:pt x="4442" y="46"/>
                    <a:pt x="0" y="7242"/>
                    <a:pt x="3019" y="13394"/>
                  </a:cubicBezTo>
                  <a:lnTo>
                    <a:pt x="4522" y="10915"/>
                  </a:lnTo>
                  <a:lnTo>
                    <a:pt x="7598" y="10835"/>
                  </a:lnTo>
                  <a:cubicBezTo>
                    <a:pt x="6531" y="8195"/>
                    <a:pt x="8436" y="5291"/>
                    <a:pt x="11294" y="5234"/>
                  </a:cubicBezTo>
                  <a:lnTo>
                    <a:pt x="12729" y="2606"/>
                  </a:lnTo>
                  <a:lnTo>
                    <a:pt x="11294" y="0"/>
                  </a:lnTo>
                  <a:close/>
                </a:path>
              </a:pathLst>
            </a:custGeom>
            <a:noFill/>
            <a:ln cap="flat" cmpd="sng" w="9525">
              <a:solidFill>
                <a:srgbClr val="37495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52" name="Google Shape;5552;p35"/>
            <p:cNvSpPr/>
            <p:nvPr/>
          </p:nvSpPr>
          <p:spPr>
            <a:xfrm>
              <a:off x="3420326" y="2170922"/>
              <a:ext cx="200461" cy="302934"/>
            </a:xfrm>
            <a:custGeom>
              <a:rect b="b" l="l" r="r" t="t"/>
              <a:pathLst>
                <a:path extrusionOk="0" h="13912" w="9206">
                  <a:moveTo>
                    <a:pt x="24" y="1"/>
                  </a:moveTo>
                  <a:lnTo>
                    <a:pt x="1447" y="2583"/>
                  </a:lnTo>
                  <a:lnTo>
                    <a:pt x="1" y="5246"/>
                  </a:lnTo>
                  <a:cubicBezTo>
                    <a:pt x="2893" y="5602"/>
                    <a:pt x="4488" y="8815"/>
                    <a:pt x="3008" y="11329"/>
                  </a:cubicBezTo>
                  <a:lnTo>
                    <a:pt x="4557" y="13854"/>
                  </a:lnTo>
                  <a:lnTo>
                    <a:pt x="7564" y="13911"/>
                  </a:lnTo>
                  <a:cubicBezTo>
                    <a:pt x="9171" y="11122"/>
                    <a:pt x="9206" y="7691"/>
                    <a:pt x="7679" y="4856"/>
                  </a:cubicBezTo>
                  <a:cubicBezTo>
                    <a:pt x="6141" y="2021"/>
                    <a:pt x="3237" y="184"/>
                    <a:pt x="24" y="1"/>
                  </a:cubicBezTo>
                  <a:close/>
                </a:path>
              </a:pathLst>
            </a:custGeom>
            <a:noFill/>
            <a:ln cap="flat" cmpd="sng" w="9525">
              <a:solidFill>
                <a:srgbClr val="F8FAFB"/>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53" name="Google Shape;5553;p35"/>
            <p:cNvSpPr/>
            <p:nvPr/>
          </p:nvSpPr>
          <p:spPr>
            <a:xfrm>
              <a:off x="3233645" y="2417594"/>
              <a:ext cx="344393" cy="157825"/>
            </a:xfrm>
            <a:custGeom>
              <a:rect b="b" l="l" r="r" t="t"/>
              <a:pathLst>
                <a:path extrusionOk="0" h="7248" w="15816">
                  <a:moveTo>
                    <a:pt x="4557" y="1"/>
                  </a:moveTo>
                  <a:lnTo>
                    <a:pt x="1515" y="81"/>
                  </a:lnTo>
                  <a:lnTo>
                    <a:pt x="0" y="2583"/>
                  </a:lnTo>
                  <a:cubicBezTo>
                    <a:pt x="1607" y="5372"/>
                    <a:pt x="4545" y="7140"/>
                    <a:pt x="7770" y="7243"/>
                  </a:cubicBezTo>
                  <a:cubicBezTo>
                    <a:pt x="7870" y="7246"/>
                    <a:pt x="7970" y="7248"/>
                    <a:pt x="8070" y="7248"/>
                  </a:cubicBezTo>
                  <a:cubicBezTo>
                    <a:pt x="11183" y="7248"/>
                    <a:pt x="14092" y="5691"/>
                    <a:pt x="15816" y="3088"/>
                  </a:cubicBezTo>
                  <a:lnTo>
                    <a:pt x="12832" y="3019"/>
                  </a:lnTo>
                  <a:lnTo>
                    <a:pt x="11260" y="471"/>
                  </a:lnTo>
                  <a:cubicBezTo>
                    <a:pt x="10437" y="1506"/>
                    <a:pt x="9252" y="2011"/>
                    <a:pt x="8072" y="2011"/>
                  </a:cubicBezTo>
                  <a:cubicBezTo>
                    <a:pt x="6699" y="2011"/>
                    <a:pt x="5334" y="1328"/>
                    <a:pt x="4557" y="1"/>
                  </a:cubicBezTo>
                  <a:close/>
                </a:path>
              </a:pathLst>
            </a:custGeom>
            <a:noFill/>
            <a:ln cap="flat" cmpd="sng" w="9525">
              <a:solidFill>
                <a:srgbClr val="869FB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5554" name="Google Shape;5554;p35"/>
          <p:cNvGrpSpPr/>
          <p:nvPr/>
        </p:nvGrpSpPr>
        <p:grpSpPr>
          <a:xfrm>
            <a:off x="3752299" y="3102400"/>
            <a:ext cx="540943" cy="517963"/>
            <a:chOff x="3179914" y="2889488"/>
            <a:chExt cx="422876" cy="404911"/>
          </a:xfrm>
        </p:grpSpPr>
        <p:sp>
          <p:nvSpPr>
            <p:cNvPr id="5555" name="Google Shape;5555;p35"/>
            <p:cNvSpPr/>
            <p:nvPr/>
          </p:nvSpPr>
          <p:spPr>
            <a:xfrm>
              <a:off x="3402328" y="2889749"/>
              <a:ext cx="163726" cy="157477"/>
            </a:xfrm>
            <a:custGeom>
              <a:rect b="b" l="l" r="r" t="t"/>
              <a:pathLst>
                <a:path extrusionOk="0" h="7232" w="7519">
                  <a:moveTo>
                    <a:pt x="24" y="0"/>
                  </a:moveTo>
                  <a:lnTo>
                    <a:pt x="1447" y="2583"/>
                  </a:lnTo>
                  <a:lnTo>
                    <a:pt x="1" y="5257"/>
                  </a:lnTo>
                  <a:cubicBezTo>
                    <a:pt x="1252" y="5418"/>
                    <a:pt x="2365" y="6141"/>
                    <a:pt x="2996" y="7231"/>
                  </a:cubicBezTo>
                  <a:lnTo>
                    <a:pt x="5958" y="7151"/>
                  </a:lnTo>
                  <a:lnTo>
                    <a:pt x="7518" y="4580"/>
                  </a:lnTo>
                  <a:cubicBezTo>
                    <a:pt x="5946" y="1894"/>
                    <a:pt x="3134" y="184"/>
                    <a:pt x="24" y="0"/>
                  </a:cubicBezTo>
                  <a:close/>
                </a:path>
              </a:pathLst>
            </a:custGeom>
            <a:noFill/>
            <a:ln cap="flat" cmpd="sng" w="9525">
              <a:solidFill>
                <a:srgbClr val="CFD9E0"/>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56" name="Google Shape;5556;p35"/>
            <p:cNvSpPr/>
            <p:nvPr/>
          </p:nvSpPr>
          <p:spPr>
            <a:xfrm>
              <a:off x="3467807" y="3000956"/>
              <a:ext cx="134983" cy="191707"/>
            </a:xfrm>
            <a:custGeom>
              <a:rect b="b" l="l" r="r" t="t"/>
              <a:pathLst>
                <a:path extrusionOk="0" h="8804" w="6199">
                  <a:moveTo>
                    <a:pt x="4798" y="1"/>
                  </a:moveTo>
                  <a:lnTo>
                    <a:pt x="3249" y="2549"/>
                  </a:lnTo>
                  <a:lnTo>
                    <a:pt x="242" y="2629"/>
                  </a:lnTo>
                  <a:cubicBezTo>
                    <a:pt x="724" y="3800"/>
                    <a:pt x="644" y="5131"/>
                    <a:pt x="1" y="6221"/>
                  </a:cubicBezTo>
                  <a:lnTo>
                    <a:pt x="1550" y="8746"/>
                  </a:lnTo>
                  <a:lnTo>
                    <a:pt x="4557" y="8804"/>
                  </a:lnTo>
                  <a:cubicBezTo>
                    <a:pt x="6107" y="6095"/>
                    <a:pt x="6199" y="2790"/>
                    <a:pt x="4798" y="1"/>
                  </a:cubicBezTo>
                  <a:close/>
                </a:path>
              </a:pathLst>
            </a:custGeom>
            <a:noFill/>
            <a:ln cap="flat" cmpd="sng" w="9525">
              <a:solidFill>
                <a:srgbClr val="A5B7C6"/>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57" name="Google Shape;5557;p35"/>
            <p:cNvSpPr/>
            <p:nvPr/>
          </p:nvSpPr>
          <p:spPr>
            <a:xfrm>
              <a:off x="3222637" y="2889488"/>
              <a:ext cx="198457" cy="149224"/>
            </a:xfrm>
            <a:custGeom>
              <a:rect b="b" l="l" r="r" t="t"/>
              <a:pathLst>
                <a:path extrusionOk="0" h="6853" w="9114">
                  <a:moveTo>
                    <a:pt x="7690" y="1"/>
                  </a:moveTo>
                  <a:cubicBezTo>
                    <a:pt x="4592" y="24"/>
                    <a:pt x="1711" y="1585"/>
                    <a:pt x="1" y="4156"/>
                  </a:cubicBezTo>
                  <a:lnTo>
                    <a:pt x="2904" y="4225"/>
                  </a:lnTo>
                  <a:lnTo>
                    <a:pt x="4511" y="6853"/>
                  </a:lnTo>
                  <a:cubicBezTo>
                    <a:pt x="5257" y="5854"/>
                    <a:pt x="6428" y="5258"/>
                    <a:pt x="7679" y="5235"/>
                  </a:cubicBezTo>
                  <a:lnTo>
                    <a:pt x="9114" y="2606"/>
                  </a:lnTo>
                  <a:lnTo>
                    <a:pt x="7690" y="1"/>
                  </a:lnTo>
                  <a:close/>
                </a:path>
              </a:pathLst>
            </a:custGeom>
            <a:noFill/>
            <a:ln cap="flat" cmpd="sng" w="9525">
              <a:solidFill>
                <a:srgbClr val="F8FAFB"/>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58" name="Google Shape;5558;p35"/>
            <p:cNvSpPr/>
            <p:nvPr/>
          </p:nvSpPr>
          <p:spPr>
            <a:xfrm>
              <a:off x="3179914" y="2991462"/>
              <a:ext cx="133960" cy="190205"/>
            </a:xfrm>
            <a:custGeom>
              <a:rect b="b" l="l" r="r" t="t"/>
              <a:pathLst>
                <a:path extrusionOk="0" h="8735" w="6152">
                  <a:moveTo>
                    <a:pt x="1641" y="1"/>
                  </a:moveTo>
                  <a:cubicBezTo>
                    <a:pt x="103" y="2686"/>
                    <a:pt x="0" y="5957"/>
                    <a:pt x="1366" y="8735"/>
                  </a:cubicBezTo>
                  <a:lnTo>
                    <a:pt x="2869" y="6244"/>
                  </a:lnTo>
                  <a:lnTo>
                    <a:pt x="5957" y="6164"/>
                  </a:lnTo>
                  <a:cubicBezTo>
                    <a:pt x="5486" y="5016"/>
                    <a:pt x="5555" y="3731"/>
                    <a:pt x="6152" y="2640"/>
                  </a:cubicBezTo>
                  <a:lnTo>
                    <a:pt x="4568" y="58"/>
                  </a:lnTo>
                  <a:lnTo>
                    <a:pt x="1641" y="1"/>
                  </a:lnTo>
                  <a:close/>
                </a:path>
              </a:pathLst>
            </a:custGeom>
            <a:noFill/>
            <a:ln cap="flat" cmpd="sng" w="9525">
              <a:solidFill>
                <a:srgbClr val="37495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59" name="Google Shape;5559;p35"/>
            <p:cNvSpPr/>
            <p:nvPr/>
          </p:nvSpPr>
          <p:spPr>
            <a:xfrm>
              <a:off x="3215887" y="3136661"/>
              <a:ext cx="162725" cy="157477"/>
            </a:xfrm>
            <a:custGeom>
              <a:rect b="b" l="l" r="r" t="t"/>
              <a:pathLst>
                <a:path extrusionOk="0" h="7232" w="7473">
                  <a:moveTo>
                    <a:pt x="4546" y="1"/>
                  </a:moveTo>
                  <a:lnTo>
                    <a:pt x="1516" y="81"/>
                  </a:lnTo>
                  <a:lnTo>
                    <a:pt x="1" y="2583"/>
                  </a:lnTo>
                  <a:cubicBezTo>
                    <a:pt x="1550" y="5280"/>
                    <a:pt x="4339" y="7025"/>
                    <a:pt x="7438" y="7232"/>
                  </a:cubicBezTo>
                  <a:lnTo>
                    <a:pt x="6026" y="4649"/>
                  </a:lnTo>
                  <a:lnTo>
                    <a:pt x="7472" y="1964"/>
                  </a:lnTo>
                  <a:cubicBezTo>
                    <a:pt x="6256" y="1791"/>
                    <a:pt x="5177" y="1068"/>
                    <a:pt x="4546"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60" name="Google Shape;5560;p35"/>
            <p:cNvSpPr/>
            <p:nvPr/>
          </p:nvSpPr>
          <p:spPr>
            <a:xfrm>
              <a:off x="3359605" y="3146677"/>
              <a:ext cx="200439" cy="147722"/>
            </a:xfrm>
            <a:custGeom>
              <a:rect b="b" l="l" r="r" t="t"/>
              <a:pathLst>
                <a:path extrusionOk="0" h="6784" w="9205">
                  <a:moveTo>
                    <a:pt x="4649" y="0"/>
                  </a:moveTo>
                  <a:cubicBezTo>
                    <a:pt x="3880" y="976"/>
                    <a:pt x="2697" y="1549"/>
                    <a:pt x="1446" y="1549"/>
                  </a:cubicBezTo>
                  <a:lnTo>
                    <a:pt x="1435" y="1549"/>
                  </a:lnTo>
                  <a:lnTo>
                    <a:pt x="0" y="4189"/>
                  </a:lnTo>
                  <a:lnTo>
                    <a:pt x="1435" y="6783"/>
                  </a:lnTo>
                  <a:lnTo>
                    <a:pt x="1446" y="6783"/>
                  </a:lnTo>
                  <a:cubicBezTo>
                    <a:pt x="1458" y="6783"/>
                    <a:pt x="1469" y="6783"/>
                    <a:pt x="1481" y="6783"/>
                  </a:cubicBezTo>
                  <a:cubicBezTo>
                    <a:pt x="4589" y="6783"/>
                    <a:pt x="7490" y="5224"/>
                    <a:pt x="9205" y="2628"/>
                  </a:cubicBezTo>
                  <a:lnTo>
                    <a:pt x="6221" y="2559"/>
                  </a:lnTo>
                  <a:lnTo>
                    <a:pt x="4649" y="0"/>
                  </a:lnTo>
                  <a:close/>
                </a:path>
              </a:pathLst>
            </a:custGeom>
            <a:noFill/>
            <a:ln cap="flat" cmpd="sng" w="9525">
              <a:solidFill>
                <a:srgbClr val="869FB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5561" name="Google Shape;5561;p35"/>
          <p:cNvGrpSpPr/>
          <p:nvPr/>
        </p:nvGrpSpPr>
        <p:grpSpPr>
          <a:xfrm>
            <a:off x="4453093" y="3102358"/>
            <a:ext cx="536179" cy="518047"/>
            <a:chOff x="3729467" y="2889422"/>
            <a:chExt cx="419152" cy="404977"/>
          </a:xfrm>
        </p:grpSpPr>
        <p:sp>
          <p:nvSpPr>
            <p:cNvPr id="5562" name="Google Shape;5562;p35"/>
            <p:cNvSpPr/>
            <p:nvPr/>
          </p:nvSpPr>
          <p:spPr>
            <a:xfrm>
              <a:off x="4014137" y="2974913"/>
              <a:ext cx="134482" cy="178707"/>
            </a:xfrm>
            <a:custGeom>
              <a:rect b="b" l="l" r="r" t="t"/>
              <a:pathLst>
                <a:path extrusionOk="0" h="8207" w="6176">
                  <a:moveTo>
                    <a:pt x="4121" y="0"/>
                  </a:moveTo>
                  <a:lnTo>
                    <a:pt x="2973" y="2732"/>
                  </a:lnTo>
                  <a:lnTo>
                    <a:pt x="0" y="3260"/>
                  </a:lnTo>
                  <a:cubicBezTo>
                    <a:pt x="391" y="3891"/>
                    <a:pt x="586" y="4625"/>
                    <a:pt x="586" y="5372"/>
                  </a:cubicBezTo>
                  <a:cubicBezTo>
                    <a:pt x="586" y="5658"/>
                    <a:pt x="563" y="5945"/>
                    <a:pt x="494" y="6232"/>
                  </a:cubicBezTo>
                  <a:lnTo>
                    <a:pt x="2743" y="8206"/>
                  </a:lnTo>
                  <a:lnTo>
                    <a:pt x="5613" y="7392"/>
                  </a:lnTo>
                  <a:cubicBezTo>
                    <a:pt x="6175" y="4832"/>
                    <a:pt x="5636" y="2146"/>
                    <a:pt x="4121"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63" name="Google Shape;5563;p35"/>
            <p:cNvSpPr/>
            <p:nvPr/>
          </p:nvSpPr>
          <p:spPr>
            <a:xfrm>
              <a:off x="3741225" y="3095375"/>
              <a:ext cx="148963" cy="173460"/>
            </a:xfrm>
            <a:custGeom>
              <a:rect b="b" l="l" r="r" t="t"/>
              <a:pathLst>
                <a:path extrusionOk="0" h="7966" w="6841">
                  <a:moveTo>
                    <a:pt x="2215" y="0"/>
                  </a:moveTo>
                  <a:lnTo>
                    <a:pt x="0" y="1963"/>
                  </a:lnTo>
                  <a:cubicBezTo>
                    <a:pt x="597" y="4511"/>
                    <a:pt x="2250" y="6691"/>
                    <a:pt x="4534" y="7965"/>
                  </a:cubicBezTo>
                  <a:lnTo>
                    <a:pt x="4373" y="5027"/>
                  </a:lnTo>
                  <a:lnTo>
                    <a:pt x="6841" y="3248"/>
                  </a:lnTo>
                  <a:cubicBezTo>
                    <a:pt x="5980" y="2686"/>
                    <a:pt x="5360" y="1814"/>
                    <a:pt x="5108" y="804"/>
                  </a:cubicBezTo>
                  <a:lnTo>
                    <a:pt x="2215" y="0"/>
                  </a:lnTo>
                  <a:close/>
                </a:path>
              </a:pathLst>
            </a:custGeom>
            <a:noFill/>
            <a:ln cap="flat" cmpd="sng" w="9525">
              <a:solidFill>
                <a:srgbClr val="E3E9ED"/>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64" name="Google Shape;5564;p35"/>
            <p:cNvSpPr/>
            <p:nvPr/>
          </p:nvSpPr>
          <p:spPr>
            <a:xfrm>
              <a:off x="3949660" y="2889684"/>
              <a:ext cx="146219" cy="145980"/>
            </a:xfrm>
            <a:custGeom>
              <a:rect b="b" l="l" r="r" t="t"/>
              <a:pathLst>
                <a:path extrusionOk="0" h="6704" w="6715">
                  <a:moveTo>
                    <a:pt x="12" y="0"/>
                  </a:moveTo>
                  <a:lnTo>
                    <a:pt x="1435" y="2583"/>
                  </a:lnTo>
                  <a:lnTo>
                    <a:pt x="0" y="5257"/>
                  </a:lnTo>
                  <a:cubicBezTo>
                    <a:pt x="1022" y="5383"/>
                    <a:pt x="1963" y="5900"/>
                    <a:pt x="2629" y="6703"/>
                  </a:cubicBezTo>
                  <a:lnTo>
                    <a:pt x="5567" y="6187"/>
                  </a:lnTo>
                  <a:lnTo>
                    <a:pt x="6714" y="3432"/>
                  </a:lnTo>
                  <a:cubicBezTo>
                    <a:pt x="5062" y="1401"/>
                    <a:pt x="2629" y="150"/>
                    <a:pt x="12" y="0"/>
                  </a:cubicBezTo>
                  <a:close/>
                </a:path>
              </a:pathLst>
            </a:custGeom>
            <a:noFill/>
            <a:ln cap="flat" cmpd="sng" w="9525">
              <a:solidFill>
                <a:srgbClr val="869FB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65" name="Google Shape;5565;p35"/>
            <p:cNvSpPr/>
            <p:nvPr/>
          </p:nvSpPr>
          <p:spPr>
            <a:xfrm>
              <a:off x="3847947" y="3172089"/>
              <a:ext cx="167210" cy="122310"/>
            </a:xfrm>
            <a:custGeom>
              <a:rect b="b" l="l" r="r" t="t"/>
              <a:pathLst>
                <a:path extrusionOk="0" h="5617" w="7679">
                  <a:moveTo>
                    <a:pt x="2433" y="1"/>
                  </a:moveTo>
                  <a:lnTo>
                    <a:pt x="0" y="1757"/>
                  </a:lnTo>
                  <a:lnTo>
                    <a:pt x="149" y="4718"/>
                  </a:lnTo>
                  <a:cubicBezTo>
                    <a:pt x="1415" y="5317"/>
                    <a:pt x="2781" y="5616"/>
                    <a:pt x="4148" y="5616"/>
                  </a:cubicBezTo>
                  <a:cubicBezTo>
                    <a:pt x="5347" y="5616"/>
                    <a:pt x="6546" y="5386"/>
                    <a:pt x="7678" y="4924"/>
                  </a:cubicBezTo>
                  <a:lnTo>
                    <a:pt x="5280" y="3203"/>
                  </a:lnTo>
                  <a:lnTo>
                    <a:pt x="5417" y="173"/>
                  </a:lnTo>
                  <a:lnTo>
                    <a:pt x="5417" y="173"/>
                  </a:lnTo>
                  <a:cubicBezTo>
                    <a:pt x="5016" y="311"/>
                    <a:pt x="4591" y="379"/>
                    <a:pt x="4155" y="379"/>
                  </a:cubicBezTo>
                  <a:cubicBezTo>
                    <a:pt x="3558" y="379"/>
                    <a:pt x="2973" y="253"/>
                    <a:pt x="2433" y="1"/>
                  </a:cubicBezTo>
                  <a:close/>
                </a:path>
              </a:pathLst>
            </a:custGeom>
            <a:noFill/>
            <a:ln cap="flat" cmpd="sng" w="9525">
              <a:solidFill>
                <a:srgbClr val="F8FAFB"/>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66" name="Google Shape;5566;p35"/>
            <p:cNvSpPr/>
            <p:nvPr/>
          </p:nvSpPr>
          <p:spPr>
            <a:xfrm>
              <a:off x="3974658" y="3122616"/>
              <a:ext cx="158457" cy="151206"/>
            </a:xfrm>
            <a:custGeom>
              <a:rect b="b" l="l" r="r" t="t"/>
              <a:pathLst>
                <a:path extrusionOk="0" h="6944" w="7277">
                  <a:moveTo>
                    <a:pt x="2158" y="0"/>
                  </a:moveTo>
                  <a:cubicBezTo>
                    <a:pt x="1790" y="964"/>
                    <a:pt x="1079" y="1768"/>
                    <a:pt x="149" y="2227"/>
                  </a:cubicBezTo>
                  <a:lnTo>
                    <a:pt x="0" y="5222"/>
                  </a:lnTo>
                  <a:lnTo>
                    <a:pt x="2422" y="6944"/>
                  </a:lnTo>
                  <a:cubicBezTo>
                    <a:pt x="4775" y="5785"/>
                    <a:pt x="6542" y="3696"/>
                    <a:pt x="7277" y="1171"/>
                  </a:cubicBezTo>
                  <a:lnTo>
                    <a:pt x="7277" y="1171"/>
                  </a:lnTo>
                  <a:lnTo>
                    <a:pt x="4430" y="1986"/>
                  </a:lnTo>
                  <a:lnTo>
                    <a:pt x="2158" y="0"/>
                  </a:lnTo>
                  <a:close/>
                </a:path>
              </a:pathLst>
            </a:custGeom>
            <a:noFill/>
            <a:ln cap="flat" cmpd="sng" w="9525">
              <a:solidFill>
                <a:srgbClr val="37495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67" name="Google Shape;5567;p35"/>
            <p:cNvSpPr/>
            <p:nvPr/>
          </p:nvSpPr>
          <p:spPr>
            <a:xfrm>
              <a:off x="3729467" y="2966660"/>
              <a:ext cx="138990" cy="158718"/>
            </a:xfrm>
            <a:custGeom>
              <a:rect b="b" l="l" r="r" t="t"/>
              <a:pathLst>
                <a:path extrusionOk="0" h="7289" w="6383">
                  <a:moveTo>
                    <a:pt x="2296" y="0"/>
                  </a:moveTo>
                  <a:cubicBezTo>
                    <a:pt x="678" y="2055"/>
                    <a:pt x="1" y="4706"/>
                    <a:pt x="425" y="7288"/>
                  </a:cubicBezTo>
                  <a:lnTo>
                    <a:pt x="2618" y="5337"/>
                  </a:lnTo>
                  <a:lnTo>
                    <a:pt x="5556" y="6152"/>
                  </a:lnTo>
                  <a:cubicBezTo>
                    <a:pt x="5544" y="6026"/>
                    <a:pt x="5533" y="5888"/>
                    <a:pt x="5533" y="5751"/>
                  </a:cubicBezTo>
                  <a:cubicBezTo>
                    <a:pt x="5533" y="4855"/>
                    <a:pt x="5831" y="3983"/>
                    <a:pt x="6382" y="3271"/>
                  </a:cubicBezTo>
                  <a:lnTo>
                    <a:pt x="5211" y="505"/>
                  </a:lnTo>
                  <a:lnTo>
                    <a:pt x="2296" y="0"/>
                  </a:lnTo>
                  <a:close/>
                </a:path>
              </a:pathLst>
            </a:custGeom>
            <a:noFill/>
            <a:ln cap="flat" cmpd="sng" w="9525">
              <a:solidFill>
                <a:srgbClr val="CFD9E0"/>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68" name="Google Shape;5568;p35"/>
            <p:cNvSpPr/>
            <p:nvPr/>
          </p:nvSpPr>
          <p:spPr>
            <a:xfrm>
              <a:off x="3787716" y="2889422"/>
              <a:ext cx="180449" cy="139229"/>
            </a:xfrm>
            <a:custGeom>
              <a:rect b="b" l="l" r="r" t="t"/>
              <a:pathLst>
                <a:path extrusionOk="0" h="6394" w="8287">
                  <a:moveTo>
                    <a:pt x="6863" y="1"/>
                  </a:moveTo>
                  <a:cubicBezTo>
                    <a:pt x="4235" y="12"/>
                    <a:pt x="1756" y="1137"/>
                    <a:pt x="0" y="3088"/>
                  </a:cubicBezTo>
                  <a:lnTo>
                    <a:pt x="2904" y="3593"/>
                  </a:lnTo>
                  <a:lnTo>
                    <a:pt x="4086" y="6394"/>
                  </a:lnTo>
                  <a:cubicBezTo>
                    <a:pt x="4820" y="5671"/>
                    <a:pt x="5819" y="5258"/>
                    <a:pt x="6852" y="5235"/>
                  </a:cubicBezTo>
                  <a:lnTo>
                    <a:pt x="8287" y="2606"/>
                  </a:lnTo>
                  <a:lnTo>
                    <a:pt x="6863" y="1"/>
                  </a:lnTo>
                  <a:close/>
                </a:path>
              </a:pathLst>
            </a:custGeom>
            <a:noFill/>
            <a:ln cap="flat" cmpd="sng" w="9525">
              <a:solidFill>
                <a:srgbClr val="A5B7C6"/>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5569" name="Google Shape;5569;p35"/>
          <p:cNvGrpSpPr/>
          <p:nvPr/>
        </p:nvGrpSpPr>
        <p:grpSpPr>
          <a:xfrm>
            <a:off x="1990126" y="3445787"/>
            <a:ext cx="965352" cy="134612"/>
            <a:chOff x="4411970" y="2962952"/>
            <a:chExt cx="706545" cy="104213"/>
          </a:xfrm>
        </p:grpSpPr>
        <p:sp>
          <p:nvSpPr>
            <p:cNvPr id="5570" name="Google Shape;5570;p35"/>
            <p:cNvSpPr/>
            <p:nvPr/>
          </p:nvSpPr>
          <p:spPr>
            <a:xfrm>
              <a:off x="4583864" y="2962952"/>
              <a:ext cx="534651" cy="104077"/>
            </a:xfrm>
            <a:custGeom>
              <a:rect b="b" l="l" r="r" t="t"/>
              <a:pathLst>
                <a:path extrusionOk="0" h="2305" w="11841">
                  <a:moveTo>
                    <a:pt x="1155" y="0"/>
                  </a:moveTo>
                  <a:lnTo>
                    <a:pt x="0" y="2304"/>
                  </a:lnTo>
                  <a:lnTo>
                    <a:pt x="11410" y="2304"/>
                  </a:lnTo>
                  <a:lnTo>
                    <a:pt x="11840" y="1153"/>
                  </a:lnTo>
                  <a:lnTo>
                    <a:pt x="11410" y="0"/>
                  </a:lnTo>
                  <a:close/>
                </a:path>
              </a:pathLst>
            </a:custGeom>
            <a:noFill/>
            <a:ln cap="flat" cmpd="sng" w="9525">
              <a:solidFill>
                <a:srgbClr val="E3E9ED"/>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71" name="Google Shape;5571;p35"/>
            <p:cNvSpPr/>
            <p:nvPr/>
          </p:nvSpPr>
          <p:spPr>
            <a:xfrm>
              <a:off x="4411970" y="2963088"/>
              <a:ext cx="124124" cy="104077"/>
            </a:xfrm>
            <a:custGeom>
              <a:rect b="b" l="l" r="r" t="t"/>
              <a:pathLst>
                <a:path extrusionOk="0" h="2305" w="2749">
                  <a:moveTo>
                    <a:pt x="2749" y="0"/>
                  </a:moveTo>
                  <a:lnTo>
                    <a:pt x="177" y="2"/>
                  </a:lnTo>
                  <a:cubicBezTo>
                    <a:pt x="79" y="2"/>
                    <a:pt x="1" y="79"/>
                    <a:pt x="1" y="176"/>
                  </a:cubicBezTo>
                  <a:lnTo>
                    <a:pt x="1" y="2130"/>
                  </a:lnTo>
                  <a:cubicBezTo>
                    <a:pt x="1" y="2226"/>
                    <a:pt x="79" y="2305"/>
                    <a:pt x="177" y="2305"/>
                  </a:cubicBezTo>
                  <a:lnTo>
                    <a:pt x="1522" y="2305"/>
                  </a:lnTo>
                  <a:lnTo>
                    <a:pt x="2749" y="0"/>
                  </a:lnTo>
                  <a:close/>
                </a:path>
              </a:pathLst>
            </a:custGeom>
            <a:noFill/>
            <a:ln cap="flat" cmpd="sng" w="9525">
              <a:solidFill>
                <a:srgbClr val="E3E9ED"/>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72" name="Google Shape;5572;p35"/>
            <p:cNvSpPr/>
            <p:nvPr/>
          </p:nvSpPr>
          <p:spPr>
            <a:xfrm>
              <a:off x="4496946" y="2963133"/>
              <a:ext cx="79920" cy="104031"/>
            </a:xfrm>
            <a:custGeom>
              <a:rect b="b" l="l" r="r" t="t"/>
              <a:pathLst>
                <a:path extrusionOk="0" h="2304" w="1770">
                  <a:moveTo>
                    <a:pt x="1227" y="1"/>
                  </a:moveTo>
                  <a:lnTo>
                    <a:pt x="0" y="2304"/>
                  </a:lnTo>
                  <a:lnTo>
                    <a:pt x="542" y="2304"/>
                  </a:lnTo>
                  <a:lnTo>
                    <a:pt x="1770" y="1"/>
                  </a:lnTo>
                  <a:close/>
                </a:path>
              </a:pathLst>
            </a:custGeom>
            <a:noFill/>
            <a:ln cap="flat" cmpd="sng" w="9525">
              <a:solidFill>
                <a:srgbClr val="E3E9ED"/>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73" name="Google Shape;5573;p35"/>
            <p:cNvSpPr/>
            <p:nvPr/>
          </p:nvSpPr>
          <p:spPr>
            <a:xfrm>
              <a:off x="4537628" y="2963133"/>
              <a:ext cx="79965" cy="104031"/>
            </a:xfrm>
            <a:custGeom>
              <a:rect b="b" l="l" r="r" t="t"/>
              <a:pathLst>
                <a:path extrusionOk="0" h="2304" w="1771">
                  <a:moveTo>
                    <a:pt x="1229" y="1"/>
                  </a:moveTo>
                  <a:lnTo>
                    <a:pt x="1" y="2304"/>
                  </a:lnTo>
                  <a:lnTo>
                    <a:pt x="544" y="2304"/>
                  </a:lnTo>
                  <a:lnTo>
                    <a:pt x="1770" y="1"/>
                  </a:lnTo>
                  <a:close/>
                </a:path>
              </a:pathLst>
            </a:custGeom>
            <a:noFill/>
            <a:ln cap="flat" cmpd="sng" w="9525">
              <a:solidFill>
                <a:srgbClr val="E3E9ED"/>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5574" name="Google Shape;5574;p35"/>
          <p:cNvGrpSpPr/>
          <p:nvPr/>
        </p:nvGrpSpPr>
        <p:grpSpPr>
          <a:xfrm>
            <a:off x="1990126" y="3041077"/>
            <a:ext cx="960158" cy="289172"/>
            <a:chOff x="4411970" y="2726085"/>
            <a:chExt cx="643107" cy="193659"/>
          </a:xfrm>
        </p:grpSpPr>
        <p:sp>
          <p:nvSpPr>
            <p:cNvPr id="5575" name="Google Shape;5575;p35"/>
            <p:cNvSpPr/>
            <p:nvPr/>
          </p:nvSpPr>
          <p:spPr>
            <a:xfrm>
              <a:off x="4411970" y="2726085"/>
              <a:ext cx="118796" cy="193659"/>
            </a:xfrm>
            <a:custGeom>
              <a:rect b="b" l="l" r="r" t="t"/>
              <a:pathLst>
                <a:path extrusionOk="0" h="4289" w="2631">
                  <a:moveTo>
                    <a:pt x="450" y="0"/>
                  </a:moveTo>
                  <a:cubicBezTo>
                    <a:pt x="357" y="0"/>
                    <a:pt x="264" y="35"/>
                    <a:pt x="193" y="106"/>
                  </a:cubicBezTo>
                  <a:lnTo>
                    <a:pt x="1" y="298"/>
                  </a:lnTo>
                  <a:lnTo>
                    <a:pt x="1591" y="1886"/>
                  </a:lnTo>
                  <a:cubicBezTo>
                    <a:pt x="1732" y="2029"/>
                    <a:pt x="1732" y="2258"/>
                    <a:pt x="1591" y="2401"/>
                  </a:cubicBezTo>
                  <a:lnTo>
                    <a:pt x="1" y="3991"/>
                  </a:lnTo>
                  <a:lnTo>
                    <a:pt x="193" y="4183"/>
                  </a:lnTo>
                  <a:cubicBezTo>
                    <a:pt x="264" y="4253"/>
                    <a:pt x="357" y="4288"/>
                    <a:pt x="450" y="4288"/>
                  </a:cubicBezTo>
                  <a:cubicBezTo>
                    <a:pt x="543" y="4288"/>
                    <a:pt x="636" y="4253"/>
                    <a:pt x="707" y="4183"/>
                  </a:cubicBezTo>
                  <a:lnTo>
                    <a:pt x="2488" y="2401"/>
                  </a:lnTo>
                  <a:cubicBezTo>
                    <a:pt x="2630" y="2260"/>
                    <a:pt x="2630" y="2029"/>
                    <a:pt x="2488" y="1888"/>
                  </a:cubicBezTo>
                  <a:lnTo>
                    <a:pt x="707" y="106"/>
                  </a:lnTo>
                  <a:cubicBezTo>
                    <a:pt x="636" y="35"/>
                    <a:pt x="543" y="0"/>
                    <a:pt x="450" y="0"/>
                  </a:cubicBezTo>
                  <a:close/>
                </a:path>
              </a:pathLst>
            </a:custGeom>
            <a:noFill/>
            <a:ln cap="flat" cmpd="sng" w="9525">
              <a:solidFill>
                <a:srgbClr val="CFD9E0"/>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76" name="Google Shape;5576;p35"/>
            <p:cNvSpPr/>
            <p:nvPr/>
          </p:nvSpPr>
          <p:spPr>
            <a:xfrm>
              <a:off x="4426058" y="2791601"/>
              <a:ext cx="36167" cy="62627"/>
            </a:xfrm>
            <a:custGeom>
              <a:rect b="b" l="l" r="r" t="t"/>
              <a:pathLst>
                <a:path extrusionOk="0" h="1387" w="801">
                  <a:moveTo>
                    <a:pt x="176" y="0"/>
                  </a:moveTo>
                  <a:cubicBezTo>
                    <a:pt x="87" y="0"/>
                    <a:pt x="1" y="69"/>
                    <a:pt x="1" y="173"/>
                  </a:cubicBezTo>
                  <a:lnTo>
                    <a:pt x="1" y="1214"/>
                  </a:lnTo>
                  <a:cubicBezTo>
                    <a:pt x="1" y="1318"/>
                    <a:pt x="87" y="1386"/>
                    <a:pt x="176" y="1386"/>
                  </a:cubicBezTo>
                  <a:cubicBezTo>
                    <a:pt x="218" y="1386"/>
                    <a:pt x="262" y="1371"/>
                    <a:pt x="297" y="1335"/>
                  </a:cubicBezTo>
                  <a:lnTo>
                    <a:pt x="627" y="1006"/>
                  </a:lnTo>
                  <a:cubicBezTo>
                    <a:pt x="800" y="834"/>
                    <a:pt x="800" y="554"/>
                    <a:pt x="627" y="381"/>
                  </a:cubicBezTo>
                  <a:lnTo>
                    <a:pt x="297" y="51"/>
                  </a:lnTo>
                  <a:cubicBezTo>
                    <a:pt x="262" y="16"/>
                    <a:pt x="218" y="0"/>
                    <a:pt x="176" y="0"/>
                  </a:cubicBezTo>
                  <a:close/>
                </a:path>
              </a:pathLst>
            </a:custGeom>
            <a:noFill/>
            <a:ln cap="flat" cmpd="sng" w="9525">
              <a:solidFill>
                <a:srgbClr val="CFD9E0"/>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77" name="Google Shape;5577;p35"/>
            <p:cNvSpPr/>
            <p:nvPr/>
          </p:nvSpPr>
          <p:spPr>
            <a:xfrm>
              <a:off x="4456806" y="2743875"/>
              <a:ext cx="598271" cy="157989"/>
            </a:xfrm>
            <a:custGeom>
              <a:rect b="b" l="l" r="r" t="t"/>
              <a:pathLst>
                <a:path extrusionOk="0" h="3499" w="13250">
                  <a:moveTo>
                    <a:pt x="1" y="0"/>
                  </a:moveTo>
                  <a:lnTo>
                    <a:pt x="1495" y="1494"/>
                  </a:lnTo>
                  <a:cubicBezTo>
                    <a:pt x="1635" y="1635"/>
                    <a:pt x="1635" y="1866"/>
                    <a:pt x="1495" y="2007"/>
                  </a:cubicBezTo>
                  <a:lnTo>
                    <a:pt x="2" y="3499"/>
                  </a:lnTo>
                  <a:lnTo>
                    <a:pt x="11527" y="3499"/>
                  </a:lnTo>
                  <a:lnTo>
                    <a:pt x="13250" y="1750"/>
                  </a:lnTo>
                  <a:lnTo>
                    <a:pt x="11527" y="0"/>
                  </a:lnTo>
                  <a:close/>
                </a:path>
              </a:pathLst>
            </a:custGeom>
            <a:noFill/>
            <a:ln cap="flat" cmpd="sng" w="9525">
              <a:solidFill>
                <a:srgbClr val="A5B7C5"/>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5578" name="Google Shape;5578;p35"/>
          <p:cNvGrpSpPr/>
          <p:nvPr/>
        </p:nvGrpSpPr>
        <p:grpSpPr>
          <a:xfrm>
            <a:off x="998624" y="3295400"/>
            <a:ext cx="811504" cy="252583"/>
            <a:chOff x="4411970" y="4340222"/>
            <a:chExt cx="779468" cy="242682"/>
          </a:xfrm>
        </p:grpSpPr>
        <p:sp>
          <p:nvSpPr>
            <p:cNvPr id="5579" name="Google Shape;5579;p35"/>
            <p:cNvSpPr/>
            <p:nvPr/>
          </p:nvSpPr>
          <p:spPr>
            <a:xfrm>
              <a:off x="4411970" y="4340222"/>
              <a:ext cx="121370" cy="121370"/>
            </a:xfrm>
            <a:custGeom>
              <a:rect b="b" l="l" r="r" t="t"/>
              <a:pathLst>
                <a:path extrusionOk="0" h="2688" w="2688">
                  <a:moveTo>
                    <a:pt x="2688" y="1"/>
                  </a:moveTo>
                  <a:cubicBezTo>
                    <a:pt x="1205" y="1"/>
                    <a:pt x="1" y="1203"/>
                    <a:pt x="1" y="2688"/>
                  </a:cubicBezTo>
                  <a:lnTo>
                    <a:pt x="379" y="2688"/>
                  </a:lnTo>
                  <a:cubicBezTo>
                    <a:pt x="379" y="1411"/>
                    <a:pt x="1413" y="379"/>
                    <a:pt x="2688" y="379"/>
                  </a:cubicBezTo>
                  <a:lnTo>
                    <a:pt x="2688" y="1"/>
                  </a:lnTo>
                  <a:close/>
                </a:path>
              </a:pathLst>
            </a:custGeom>
            <a:noFill/>
            <a:ln cap="flat" cmpd="sng" w="9525">
              <a:solidFill>
                <a:srgbClr val="7994A9"/>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80" name="Google Shape;5580;p35"/>
            <p:cNvSpPr/>
            <p:nvPr/>
          </p:nvSpPr>
          <p:spPr>
            <a:xfrm>
              <a:off x="4457032" y="4385284"/>
              <a:ext cx="152661" cy="152615"/>
            </a:xfrm>
            <a:custGeom>
              <a:rect b="b" l="l" r="r" t="t"/>
              <a:pathLst>
                <a:path extrusionOk="0" h="3380" w="3381">
                  <a:moveTo>
                    <a:pt x="1690" y="0"/>
                  </a:moveTo>
                  <a:cubicBezTo>
                    <a:pt x="756" y="0"/>
                    <a:pt x="0" y="756"/>
                    <a:pt x="0" y="1690"/>
                  </a:cubicBezTo>
                  <a:cubicBezTo>
                    <a:pt x="0" y="2623"/>
                    <a:pt x="756" y="3379"/>
                    <a:pt x="1690" y="3379"/>
                  </a:cubicBezTo>
                  <a:cubicBezTo>
                    <a:pt x="2623" y="3379"/>
                    <a:pt x="3381" y="2623"/>
                    <a:pt x="3381" y="1690"/>
                  </a:cubicBezTo>
                  <a:cubicBezTo>
                    <a:pt x="3381" y="756"/>
                    <a:pt x="2623" y="0"/>
                    <a:pt x="1690" y="0"/>
                  </a:cubicBezTo>
                  <a:close/>
                </a:path>
              </a:pathLst>
            </a:custGeom>
            <a:noFill/>
            <a:ln cap="flat" cmpd="sng" w="9525">
              <a:solidFill>
                <a:srgbClr val="A5B7C5"/>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81" name="Google Shape;5581;p35"/>
            <p:cNvSpPr/>
            <p:nvPr/>
          </p:nvSpPr>
          <p:spPr>
            <a:xfrm>
              <a:off x="4533392" y="4383749"/>
              <a:ext cx="658046" cy="199155"/>
            </a:xfrm>
            <a:custGeom>
              <a:rect b="b" l="l" r="r" t="t"/>
              <a:pathLst>
                <a:path extrusionOk="0" h="4997" w="16511">
                  <a:moveTo>
                    <a:pt x="4619" y="1"/>
                  </a:moveTo>
                  <a:cubicBezTo>
                    <a:pt x="3342" y="1"/>
                    <a:pt x="2309" y="1035"/>
                    <a:pt x="2309" y="2310"/>
                  </a:cubicBezTo>
                  <a:cubicBezTo>
                    <a:pt x="2309" y="3586"/>
                    <a:pt x="1275" y="4619"/>
                    <a:pt x="0" y="4619"/>
                  </a:cubicBezTo>
                  <a:lnTo>
                    <a:pt x="0" y="4997"/>
                  </a:lnTo>
                  <a:cubicBezTo>
                    <a:pt x="482" y="4997"/>
                    <a:pt x="958" y="4867"/>
                    <a:pt x="1373" y="4619"/>
                  </a:cubicBezTo>
                  <a:lnTo>
                    <a:pt x="14185" y="4619"/>
                  </a:lnTo>
                  <a:cubicBezTo>
                    <a:pt x="15472" y="4619"/>
                    <a:pt x="16510" y="3567"/>
                    <a:pt x="16494" y="2279"/>
                  </a:cubicBezTo>
                  <a:cubicBezTo>
                    <a:pt x="16478" y="1006"/>
                    <a:pt x="15399" y="1"/>
                    <a:pt x="14126" y="1"/>
                  </a:cubicBezTo>
                  <a:close/>
                </a:path>
              </a:pathLst>
            </a:custGeom>
            <a:noFill/>
            <a:ln cap="flat" cmpd="sng" w="9525">
              <a:solidFill>
                <a:srgbClr val="7994A9"/>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5582" name="Google Shape;5582;p35"/>
          <p:cNvGrpSpPr/>
          <p:nvPr/>
        </p:nvGrpSpPr>
        <p:grpSpPr>
          <a:xfrm>
            <a:off x="1990126" y="2709308"/>
            <a:ext cx="965160" cy="216230"/>
            <a:chOff x="4411970" y="2468674"/>
            <a:chExt cx="747317" cy="167425"/>
          </a:xfrm>
        </p:grpSpPr>
        <p:sp>
          <p:nvSpPr>
            <p:cNvPr id="5583" name="Google Shape;5583;p35"/>
            <p:cNvSpPr/>
            <p:nvPr/>
          </p:nvSpPr>
          <p:spPr>
            <a:xfrm>
              <a:off x="4411970" y="2468674"/>
              <a:ext cx="216235" cy="167425"/>
            </a:xfrm>
            <a:custGeom>
              <a:rect b="b" l="l" r="r" t="t"/>
              <a:pathLst>
                <a:path extrusionOk="0" h="3708" w="4789">
                  <a:moveTo>
                    <a:pt x="1" y="0"/>
                  </a:moveTo>
                  <a:lnTo>
                    <a:pt x="1" y="3707"/>
                  </a:lnTo>
                  <a:lnTo>
                    <a:pt x="3381" y="3707"/>
                  </a:lnTo>
                  <a:lnTo>
                    <a:pt x="4789" y="1853"/>
                  </a:lnTo>
                  <a:lnTo>
                    <a:pt x="3381" y="0"/>
                  </a:lnTo>
                  <a:close/>
                </a:path>
              </a:pathLst>
            </a:custGeom>
            <a:noFill/>
            <a:ln cap="flat" cmpd="sng" w="9525">
              <a:solidFill>
                <a:srgbClr val="A5B7C5"/>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84" name="Google Shape;5584;p35"/>
            <p:cNvSpPr/>
            <p:nvPr/>
          </p:nvSpPr>
          <p:spPr>
            <a:xfrm>
              <a:off x="4564629" y="2468674"/>
              <a:ext cx="594658" cy="167425"/>
            </a:xfrm>
            <a:custGeom>
              <a:rect b="b" l="l" r="r" t="t"/>
              <a:pathLst>
                <a:path extrusionOk="0" h="3708" w="13170">
                  <a:moveTo>
                    <a:pt x="0" y="0"/>
                  </a:moveTo>
                  <a:lnTo>
                    <a:pt x="1408" y="1853"/>
                  </a:lnTo>
                  <a:lnTo>
                    <a:pt x="0" y="3707"/>
                  </a:lnTo>
                  <a:lnTo>
                    <a:pt x="13169" y="3707"/>
                  </a:lnTo>
                  <a:lnTo>
                    <a:pt x="13169" y="0"/>
                  </a:lnTo>
                  <a:close/>
                </a:path>
              </a:pathLst>
            </a:custGeom>
            <a:noFill/>
            <a:ln cap="flat" cmpd="sng" w="9525">
              <a:solidFill>
                <a:srgbClr val="667E9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5585" name="Google Shape;5585;p35"/>
          <p:cNvSpPr/>
          <p:nvPr/>
        </p:nvSpPr>
        <p:spPr>
          <a:xfrm>
            <a:off x="996874" y="3014089"/>
            <a:ext cx="810618" cy="192983"/>
          </a:xfrm>
          <a:custGeom>
            <a:rect b="b" l="l" r="r" t="t"/>
            <a:pathLst>
              <a:path extrusionOk="0" h="4270" w="17936">
                <a:moveTo>
                  <a:pt x="2303" y="1110"/>
                </a:moveTo>
                <a:cubicBezTo>
                  <a:pt x="2883" y="1110"/>
                  <a:pt x="3355" y="1569"/>
                  <a:pt x="3355" y="2135"/>
                </a:cubicBezTo>
                <a:cubicBezTo>
                  <a:pt x="3353" y="2716"/>
                  <a:pt x="2883" y="3187"/>
                  <a:pt x="2303" y="3187"/>
                </a:cubicBezTo>
                <a:cubicBezTo>
                  <a:pt x="1722" y="3187"/>
                  <a:pt x="1251" y="2716"/>
                  <a:pt x="1251" y="2135"/>
                </a:cubicBezTo>
                <a:cubicBezTo>
                  <a:pt x="1251" y="1569"/>
                  <a:pt x="1722" y="1110"/>
                  <a:pt x="2303" y="1110"/>
                </a:cubicBezTo>
                <a:close/>
                <a:moveTo>
                  <a:pt x="2304" y="0"/>
                </a:moveTo>
                <a:cubicBezTo>
                  <a:pt x="1748" y="0"/>
                  <a:pt x="1201" y="218"/>
                  <a:pt x="793" y="626"/>
                </a:cubicBezTo>
                <a:cubicBezTo>
                  <a:pt x="183" y="1236"/>
                  <a:pt x="0" y="2154"/>
                  <a:pt x="330" y="2951"/>
                </a:cubicBezTo>
                <a:cubicBezTo>
                  <a:pt x="662" y="3749"/>
                  <a:pt x="1438" y="4269"/>
                  <a:pt x="2303" y="4269"/>
                </a:cubicBezTo>
                <a:cubicBezTo>
                  <a:pt x="3481" y="4269"/>
                  <a:pt x="4436" y="3313"/>
                  <a:pt x="4436" y="2135"/>
                </a:cubicBezTo>
                <a:lnTo>
                  <a:pt x="4436" y="3254"/>
                </a:lnTo>
                <a:cubicBezTo>
                  <a:pt x="4436" y="3814"/>
                  <a:pt x="4891" y="4269"/>
                  <a:pt x="5451" y="4269"/>
                </a:cubicBezTo>
                <a:lnTo>
                  <a:pt x="17600" y="4269"/>
                </a:lnTo>
                <a:cubicBezTo>
                  <a:pt x="17785" y="4269"/>
                  <a:pt x="17935" y="4119"/>
                  <a:pt x="17935" y="3936"/>
                </a:cubicBezTo>
                <a:lnTo>
                  <a:pt x="17935" y="333"/>
                </a:lnTo>
                <a:cubicBezTo>
                  <a:pt x="17934" y="149"/>
                  <a:pt x="17785" y="0"/>
                  <a:pt x="17602" y="0"/>
                </a:cubicBezTo>
                <a:lnTo>
                  <a:pt x="5451" y="0"/>
                </a:lnTo>
                <a:cubicBezTo>
                  <a:pt x="4891" y="0"/>
                  <a:pt x="4437" y="453"/>
                  <a:pt x="4437" y="1014"/>
                </a:cubicBezTo>
                <a:lnTo>
                  <a:pt x="4437" y="2133"/>
                </a:lnTo>
                <a:cubicBezTo>
                  <a:pt x="4436" y="1270"/>
                  <a:pt x="3915" y="492"/>
                  <a:pt x="3118" y="162"/>
                </a:cubicBezTo>
                <a:cubicBezTo>
                  <a:pt x="2855" y="53"/>
                  <a:pt x="2578" y="0"/>
                  <a:pt x="2304" y="0"/>
                </a:cubicBezTo>
                <a:close/>
              </a:path>
            </a:pathLst>
          </a:custGeom>
          <a:noFill/>
          <a:ln cap="flat" cmpd="sng" w="9525">
            <a:solidFill>
              <a:srgbClr val="445D73"/>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nvGrpSpPr>
          <p:cNvPr id="5586" name="Google Shape;5586;p35"/>
          <p:cNvGrpSpPr/>
          <p:nvPr/>
        </p:nvGrpSpPr>
        <p:grpSpPr>
          <a:xfrm>
            <a:off x="997692" y="2334687"/>
            <a:ext cx="1959041" cy="208784"/>
            <a:chOff x="6336019" y="3733725"/>
            <a:chExt cx="2566206" cy="351310"/>
          </a:xfrm>
        </p:grpSpPr>
        <p:sp>
          <p:nvSpPr>
            <p:cNvPr id="5587" name="Google Shape;5587;p35"/>
            <p:cNvSpPr/>
            <p:nvPr/>
          </p:nvSpPr>
          <p:spPr>
            <a:xfrm>
              <a:off x="6336019" y="3733735"/>
              <a:ext cx="1881300" cy="351300"/>
            </a:xfrm>
            <a:prstGeom prst="homePlate">
              <a:avLst>
                <a:gd fmla="val 50000" name="adj"/>
              </a:avLst>
            </a:prstGeom>
            <a:noFill/>
            <a:ln cap="flat" cmpd="sng" w="9525">
              <a:solidFill>
                <a:srgbClr val="869FB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88" name="Google Shape;5588;p35"/>
            <p:cNvSpPr/>
            <p:nvPr/>
          </p:nvSpPr>
          <p:spPr>
            <a:xfrm>
              <a:off x="8098525" y="3733725"/>
              <a:ext cx="346500" cy="351300"/>
            </a:xfrm>
            <a:prstGeom prst="chevron">
              <a:avLst>
                <a:gd fmla="val 50000" name="adj"/>
              </a:avLst>
            </a:prstGeom>
            <a:noFill/>
            <a:ln cap="flat" cmpd="sng" w="9525">
              <a:solidFill>
                <a:srgbClr val="869FB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89" name="Google Shape;5589;p35"/>
            <p:cNvSpPr/>
            <p:nvPr/>
          </p:nvSpPr>
          <p:spPr>
            <a:xfrm>
              <a:off x="8327125" y="3733725"/>
              <a:ext cx="346500" cy="351300"/>
            </a:xfrm>
            <a:prstGeom prst="chevron">
              <a:avLst>
                <a:gd fmla="val 50000" name="adj"/>
              </a:avLst>
            </a:prstGeom>
            <a:noFill/>
            <a:ln cap="flat" cmpd="sng" w="9525">
              <a:solidFill>
                <a:srgbClr val="869FB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90" name="Google Shape;5590;p35"/>
            <p:cNvSpPr/>
            <p:nvPr/>
          </p:nvSpPr>
          <p:spPr>
            <a:xfrm>
              <a:off x="8555725" y="3733725"/>
              <a:ext cx="346500" cy="351300"/>
            </a:xfrm>
            <a:prstGeom prst="chevron">
              <a:avLst>
                <a:gd fmla="val 50000" name="adj"/>
              </a:avLst>
            </a:prstGeom>
            <a:noFill/>
            <a:ln cap="flat" cmpd="sng" w="9525">
              <a:solidFill>
                <a:srgbClr val="869FB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5591" name="Google Shape;5591;p35"/>
          <p:cNvGrpSpPr/>
          <p:nvPr/>
        </p:nvGrpSpPr>
        <p:grpSpPr>
          <a:xfrm>
            <a:off x="1990126" y="3950602"/>
            <a:ext cx="946551" cy="153200"/>
            <a:chOff x="4404545" y="3301592"/>
            <a:chExt cx="782403" cy="129272"/>
          </a:xfrm>
        </p:grpSpPr>
        <p:sp>
          <p:nvSpPr>
            <p:cNvPr id="5592" name="Google Shape;5592;p35"/>
            <p:cNvSpPr/>
            <p:nvPr/>
          </p:nvSpPr>
          <p:spPr>
            <a:xfrm>
              <a:off x="4404545" y="3301592"/>
              <a:ext cx="782403" cy="129272"/>
            </a:xfrm>
            <a:custGeom>
              <a:rect b="b" l="l" r="r" t="t"/>
              <a:pathLst>
                <a:path extrusionOk="0" h="2863" w="17328">
                  <a:moveTo>
                    <a:pt x="1432" y="1"/>
                  </a:moveTo>
                  <a:cubicBezTo>
                    <a:pt x="641" y="1"/>
                    <a:pt x="1" y="641"/>
                    <a:pt x="2" y="1431"/>
                  </a:cubicBezTo>
                  <a:cubicBezTo>
                    <a:pt x="1" y="2222"/>
                    <a:pt x="641" y="2861"/>
                    <a:pt x="1432" y="2862"/>
                  </a:cubicBezTo>
                  <a:lnTo>
                    <a:pt x="15897" y="2862"/>
                  </a:lnTo>
                  <a:cubicBezTo>
                    <a:pt x="16687" y="2861"/>
                    <a:pt x="17327" y="2222"/>
                    <a:pt x="17327" y="1431"/>
                  </a:cubicBezTo>
                  <a:cubicBezTo>
                    <a:pt x="17327" y="641"/>
                    <a:pt x="16687" y="1"/>
                    <a:pt x="15897" y="1"/>
                  </a:cubicBezTo>
                  <a:close/>
                </a:path>
              </a:pathLst>
            </a:custGeom>
            <a:noFill/>
            <a:ln cap="flat" cmpd="sng" w="9525">
              <a:solidFill>
                <a:srgbClr val="E3E9ED"/>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93" name="Google Shape;5593;p35"/>
            <p:cNvSpPr/>
            <p:nvPr/>
          </p:nvSpPr>
          <p:spPr>
            <a:xfrm>
              <a:off x="4420869" y="3318308"/>
              <a:ext cx="92621" cy="95856"/>
            </a:xfrm>
            <a:custGeom>
              <a:rect b="b" l="l" r="r" t="t"/>
              <a:pathLst>
                <a:path extrusionOk="0" h="2563" w="2664">
                  <a:moveTo>
                    <a:pt x="1382" y="1"/>
                  </a:moveTo>
                  <a:cubicBezTo>
                    <a:pt x="864" y="1"/>
                    <a:pt x="398" y="313"/>
                    <a:pt x="199" y="792"/>
                  </a:cubicBezTo>
                  <a:cubicBezTo>
                    <a:pt x="0" y="1270"/>
                    <a:pt x="109" y="1821"/>
                    <a:pt x="476" y="2188"/>
                  </a:cubicBezTo>
                  <a:cubicBezTo>
                    <a:pt x="721" y="2433"/>
                    <a:pt x="1048" y="2563"/>
                    <a:pt x="1381" y="2563"/>
                  </a:cubicBezTo>
                  <a:cubicBezTo>
                    <a:pt x="1547" y="2563"/>
                    <a:pt x="1713" y="2531"/>
                    <a:pt x="1872" y="2465"/>
                  </a:cubicBezTo>
                  <a:cubicBezTo>
                    <a:pt x="2351" y="2268"/>
                    <a:pt x="2663" y="1800"/>
                    <a:pt x="2663" y="1282"/>
                  </a:cubicBezTo>
                  <a:cubicBezTo>
                    <a:pt x="2663" y="574"/>
                    <a:pt x="2090" y="1"/>
                    <a:pt x="1382" y="1"/>
                  </a:cubicBezTo>
                  <a:close/>
                </a:path>
              </a:pathLst>
            </a:custGeom>
            <a:noFill/>
            <a:ln cap="flat" cmpd="sng" w="9525">
              <a:solidFill>
                <a:srgbClr val="869FB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5594" name="Google Shape;5594;p35"/>
          <p:cNvGrpSpPr/>
          <p:nvPr/>
        </p:nvGrpSpPr>
        <p:grpSpPr>
          <a:xfrm>
            <a:off x="1990126" y="3695937"/>
            <a:ext cx="962257" cy="139127"/>
            <a:chOff x="4411970" y="3131459"/>
            <a:chExt cx="710520" cy="117397"/>
          </a:xfrm>
        </p:grpSpPr>
        <p:sp>
          <p:nvSpPr>
            <p:cNvPr id="5595" name="Google Shape;5595;p35"/>
            <p:cNvSpPr/>
            <p:nvPr/>
          </p:nvSpPr>
          <p:spPr>
            <a:xfrm>
              <a:off x="4411970" y="3131459"/>
              <a:ext cx="710520" cy="117397"/>
            </a:xfrm>
            <a:custGeom>
              <a:rect b="b" l="l" r="r" t="t"/>
              <a:pathLst>
                <a:path extrusionOk="0" h="2600" w="15736">
                  <a:moveTo>
                    <a:pt x="201" y="1"/>
                  </a:moveTo>
                  <a:cubicBezTo>
                    <a:pt x="90" y="1"/>
                    <a:pt x="1" y="90"/>
                    <a:pt x="1" y="201"/>
                  </a:cubicBezTo>
                  <a:lnTo>
                    <a:pt x="1" y="2400"/>
                  </a:lnTo>
                  <a:cubicBezTo>
                    <a:pt x="1" y="2510"/>
                    <a:pt x="90" y="2600"/>
                    <a:pt x="201" y="2600"/>
                  </a:cubicBezTo>
                  <a:lnTo>
                    <a:pt x="15537" y="2600"/>
                  </a:lnTo>
                  <a:cubicBezTo>
                    <a:pt x="15646" y="2600"/>
                    <a:pt x="15735" y="2510"/>
                    <a:pt x="15735" y="2400"/>
                  </a:cubicBezTo>
                  <a:lnTo>
                    <a:pt x="15735" y="201"/>
                  </a:lnTo>
                  <a:cubicBezTo>
                    <a:pt x="15735" y="90"/>
                    <a:pt x="15646" y="1"/>
                    <a:pt x="15537" y="1"/>
                  </a:cubicBezTo>
                  <a:close/>
                </a:path>
              </a:pathLst>
            </a:custGeom>
            <a:noFill/>
            <a:ln cap="flat" cmpd="sng" w="9525">
              <a:solidFill>
                <a:srgbClr val="667E9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96" name="Google Shape;5596;p35"/>
            <p:cNvSpPr/>
            <p:nvPr/>
          </p:nvSpPr>
          <p:spPr>
            <a:xfrm>
              <a:off x="4411970" y="3131459"/>
              <a:ext cx="168012" cy="117397"/>
            </a:xfrm>
            <a:custGeom>
              <a:rect b="b" l="l" r="r" t="t"/>
              <a:pathLst>
                <a:path extrusionOk="0" h="2600" w="3721">
                  <a:moveTo>
                    <a:pt x="201" y="1"/>
                  </a:moveTo>
                  <a:cubicBezTo>
                    <a:pt x="90" y="1"/>
                    <a:pt x="1" y="90"/>
                    <a:pt x="1" y="201"/>
                  </a:cubicBezTo>
                  <a:lnTo>
                    <a:pt x="1" y="2400"/>
                  </a:lnTo>
                  <a:cubicBezTo>
                    <a:pt x="1" y="2510"/>
                    <a:pt x="90" y="2600"/>
                    <a:pt x="201" y="2600"/>
                  </a:cubicBezTo>
                  <a:lnTo>
                    <a:pt x="3721" y="2600"/>
                  </a:lnTo>
                  <a:lnTo>
                    <a:pt x="2925" y="1693"/>
                  </a:lnTo>
                  <a:lnTo>
                    <a:pt x="2925" y="1"/>
                  </a:lnTo>
                  <a:close/>
                </a:path>
              </a:pathLst>
            </a:custGeom>
            <a:noFill/>
            <a:ln cap="flat" cmpd="sng" w="9525">
              <a:solidFill>
                <a:srgbClr val="A5B7C5"/>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descr="Timeline background shape" id="5597" name="Google Shape;5597;p35"/>
          <p:cNvSpPr/>
          <p:nvPr/>
        </p:nvSpPr>
        <p:spPr>
          <a:xfrm>
            <a:off x="1990126" y="4219341"/>
            <a:ext cx="960300" cy="153000"/>
          </a:xfrm>
          <a:prstGeom prst="homePlate">
            <a:avLst>
              <a:gd fmla="val 50000" name="adj"/>
            </a:avLst>
          </a:prstGeom>
          <a:noFill/>
          <a:ln cap="flat" cmpd="sng" w="9525">
            <a:solidFill>
              <a:srgbClr val="667E9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nvGrpSpPr>
          <p:cNvPr id="5598" name="Google Shape;5598;p35"/>
          <p:cNvGrpSpPr/>
          <p:nvPr/>
        </p:nvGrpSpPr>
        <p:grpSpPr>
          <a:xfrm>
            <a:off x="990271" y="3621603"/>
            <a:ext cx="823838" cy="458988"/>
            <a:chOff x="4411970" y="1801825"/>
            <a:chExt cx="734586" cy="409262"/>
          </a:xfrm>
        </p:grpSpPr>
        <p:sp>
          <p:nvSpPr>
            <p:cNvPr id="5599" name="Google Shape;5599;p35"/>
            <p:cNvSpPr/>
            <p:nvPr/>
          </p:nvSpPr>
          <p:spPr>
            <a:xfrm>
              <a:off x="4411970" y="1801825"/>
              <a:ext cx="734586" cy="409262"/>
            </a:xfrm>
            <a:custGeom>
              <a:rect b="b" l="l" r="r" t="t"/>
              <a:pathLst>
                <a:path extrusionOk="0" h="9064" w="16269">
                  <a:moveTo>
                    <a:pt x="428" y="0"/>
                  </a:moveTo>
                  <a:cubicBezTo>
                    <a:pt x="193" y="0"/>
                    <a:pt x="2" y="191"/>
                    <a:pt x="2" y="428"/>
                  </a:cubicBezTo>
                  <a:lnTo>
                    <a:pt x="2" y="6900"/>
                  </a:lnTo>
                  <a:cubicBezTo>
                    <a:pt x="1" y="7136"/>
                    <a:pt x="193" y="7328"/>
                    <a:pt x="428" y="7328"/>
                  </a:cubicBezTo>
                  <a:lnTo>
                    <a:pt x="12834" y="7328"/>
                  </a:lnTo>
                  <a:lnTo>
                    <a:pt x="13836" y="9064"/>
                  </a:lnTo>
                  <a:lnTo>
                    <a:pt x="14839" y="7328"/>
                  </a:lnTo>
                  <a:lnTo>
                    <a:pt x="15839" y="7328"/>
                  </a:lnTo>
                  <a:cubicBezTo>
                    <a:pt x="16076" y="7328"/>
                    <a:pt x="16269" y="7137"/>
                    <a:pt x="16269" y="6900"/>
                  </a:cubicBezTo>
                  <a:lnTo>
                    <a:pt x="16269" y="428"/>
                  </a:lnTo>
                  <a:cubicBezTo>
                    <a:pt x="16267" y="191"/>
                    <a:pt x="16076" y="0"/>
                    <a:pt x="15839" y="0"/>
                  </a:cubicBezTo>
                  <a:close/>
                </a:path>
              </a:pathLst>
            </a:custGeom>
            <a:noFill/>
            <a:ln cap="flat" cmpd="sng" w="9525">
              <a:solidFill>
                <a:srgbClr val="B3C3CE"/>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600" name="Google Shape;5600;p35"/>
            <p:cNvSpPr/>
            <p:nvPr/>
          </p:nvSpPr>
          <p:spPr>
            <a:xfrm>
              <a:off x="4411970" y="1801825"/>
              <a:ext cx="184087" cy="330923"/>
            </a:xfrm>
            <a:custGeom>
              <a:rect b="b" l="l" r="r" t="t"/>
              <a:pathLst>
                <a:path extrusionOk="0" h="7329" w="4077">
                  <a:moveTo>
                    <a:pt x="428" y="0"/>
                  </a:moveTo>
                  <a:cubicBezTo>
                    <a:pt x="193" y="0"/>
                    <a:pt x="2" y="191"/>
                    <a:pt x="2" y="428"/>
                  </a:cubicBezTo>
                  <a:lnTo>
                    <a:pt x="2" y="6900"/>
                  </a:lnTo>
                  <a:cubicBezTo>
                    <a:pt x="1" y="7136"/>
                    <a:pt x="193" y="7328"/>
                    <a:pt x="428" y="7328"/>
                  </a:cubicBezTo>
                  <a:lnTo>
                    <a:pt x="4076" y="7328"/>
                  </a:lnTo>
                  <a:lnTo>
                    <a:pt x="4076" y="0"/>
                  </a:lnTo>
                  <a:close/>
                </a:path>
              </a:pathLst>
            </a:custGeom>
            <a:noFill/>
            <a:ln cap="flat" cmpd="sng" w="9525">
              <a:solidFill>
                <a:srgbClr val="667E9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5601" name="Google Shape;5601;p35"/>
          <p:cNvGrpSpPr/>
          <p:nvPr/>
        </p:nvGrpSpPr>
        <p:grpSpPr>
          <a:xfrm>
            <a:off x="3095243" y="2339173"/>
            <a:ext cx="521514" cy="521514"/>
            <a:chOff x="5681300" y="2527788"/>
            <a:chExt cx="805800" cy="805800"/>
          </a:xfrm>
        </p:grpSpPr>
        <p:sp>
          <p:nvSpPr>
            <p:cNvPr id="5602" name="Google Shape;5602;p35"/>
            <p:cNvSpPr/>
            <p:nvPr/>
          </p:nvSpPr>
          <p:spPr>
            <a:xfrm>
              <a:off x="5681300" y="2527788"/>
              <a:ext cx="805800" cy="805800"/>
            </a:xfrm>
            <a:prstGeom prst="ellipse">
              <a:avLst/>
            </a:prstGeom>
            <a:noFill/>
            <a:ln cap="flat" cmpd="sng" w="9525">
              <a:solidFill>
                <a:srgbClr val="37495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603" name="Google Shape;5603;p35"/>
            <p:cNvSpPr/>
            <p:nvPr/>
          </p:nvSpPr>
          <p:spPr>
            <a:xfrm>
              <a:off x="5681300" y="2527788"/>
              <a:ext cx="805800" cy="805800"/>
            </a:xfrm>
            <a:prstGeom prst="pie">
              <a:avLst>
                <a:gd fmla="val 0" name="adj1"/>
                <a:gd fmla="val 16200000" name="adj2"/>
              </a:avLst>
            </a:prstGeom>
            <a:solidFill>
              <a:srgbClr val="667E9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5604" name="Google Shape;5604;p35"/>
          <p:cNvGrpSpPr/>
          <p:nvPr/>
        </p:nvGrpSpPr>
        <p:grpSpPr>
          <a:xfrm>
            <a:off x="3089483" y="3094865"/>
            <a:ext cx="533033" cy="533033"/>
            <a:chOff x="4049800" y="640400"/>
            <a:chExt cx="858900" cy="858900"/>
          </a:xfrm>
        </p:grpSpPr>
        <p:sp>
          <p:nvSpPr>
            <p:cNvPr id="5605" name="Google Shape;5605;p35"/>
            <p:cNvSpPr/>
            <p:nvPr/>
          </p:nvSpPr>
          <p:spPr>
            <a:xfrm>
              <a:off x="4049800" y="640400"/>
              <a:ext cx="858900" cy="858900"/>
            </a:xfrm>
            <a:prstGeom prst="donut">
              <a:avLst>
                <a:gd fmla="val 25000" name="adj"/>
              </a:avLst>
            </a:prstGeom>
            <a:noFill/>
            <a:ln cap="flat" cmpd="sng" w="9525">
              <a:solidFill>
                <a:srgbClr val="667E9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606" name="Google Shape;5606;p35"/>
            <p:cNvSpPr/>
            <p:nvPr/>
          </p:nvSpPr>
          <p:spPr>
            <a:xfrm>
              <a:off x="4049800" y="640400"/>
              <a:ext cx="858900" cy="858900"/>
            </a:xfrm>
            <a:prstGeom prst="blockArc">
              <a:avLst>
                <a:gd fmla="val 7914150" name="adj1"/>
                <a:gd fmla="val 0" name="adj2"/>
                <a:gd fmla="val 25000" name="adj3"/>
              </a:avLst>
            </a:prstGeom>
            <a:solidFill>
              <a:srgbClr val="667E92"/>
            </a:solidFill>
            <a:ln cap="flat" cmpd="sng" w="9525">
              <a:solidFill>
                <a:srgbClr val="667E9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5607" name="Google Shape;5607;p35"/>
          <p:cNvGrpSpPr/>
          <p:nvPr/>
        </p:nvGrpSpPr>
        <p:grpSpPr>
          <a:xfrm>
            <a:off x="3014966" y="3772543"/>
            <a:ext cx="682068" cy="682068"/>
            <a:chOff x="5080187" y="927900"/>
            <a:chExt cx="961200" cy="961200"/>
          </a:xfrm>
        </p:grpSpPr>
        <p:sp>
          <p:nvSpPr>
            <p:cNvPr id="5608" name="Google Shape;5608;p35"/>
            <p:cNvSpPr/>
            <p:nvPr/>
          </p:nvSpPr>
          <p:spPr>
            <a:xfrm>
              <a:off x="5201900" y="1050116"/>
              <a:ext cx="716700" cy="716700"/>
            </a:xfrm>
            <a:prstGeom prst="donut">
              <a:avLst>
                <a:gd fmla="val 4716" name="adj"/>
              </a:avLst>
            </a:prstGeom>
            <a:noFill/>
            <a:ln cap="flat" cmpd="sng" w="9525">
              <a:solidFill>
                <a:srgbClr val="667E9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609" name="Google Shape;5609;p35"/>
            <p:cNvSpPr/>
            <p:nvPr/>
          </p:nvSpPr>
          <p:spPr>
            <a:xfrm>
              <a:off x="5269594" y="1117818"/>
              <a:ext cx="581100" cy="581100"/>
            </a:xfrm>
            <a:prstGeom prst="donut">
              <a:avLst>
                <a:gd fmla="val 5814" name="adj"/>
              </a:avLst>
            </a:prstGeom>
            <a:noFill/>
            <a:ln cap="flat" cmpd="sng" w="9525">
              <a:solidFill>
                <a:srgbClr val="667E9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610" name="Google Shape;5610;p35"/>
            <p:cNvSpPr/>
            <p:nvPr/>
          </p:nvSpPr>
          <p:spPr>
            <a:xfrm>
              <a:off x="5339279" y="1187526"/>
              <a:ext cx="441900" cy="441600"/>
            </a:xfrm>
            <a:prstGeom prst="donut">
              <a:avLst>
                <a:gd fmla="val 7648" name="adj"/>
              </a:avLst>
            </a:prstGeom>
            <a:noFill/>
            <a:ln cap="flat" cmpd="sng" w="9525">
              <a:solidFill>
                <a:srgbClr val="667E9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611" name="Google Shape;5611;p35"/>
            <p:cNvSpPr/>
            <p:nvPr/>
          </p:nvSpPr>
          <p:spPr>
            <a:xfrm>
              <a:off x="5414892" y="1263155"/>
              <a:ext cx="290700" cy="290700"/>
            </a:xfrm>
            <a:prstGeom prst="donut">
              <a:avLst>
                <a:gd fmla="val 10182" name="adj"/>
              </a:avLst>
            </a:prstGeom>
            <a:noFill/>
            <a:ln cap="flat" cmpd="sng" w="9525">
              <a:solidFill>
                <a:srgbClr val="667E9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612" name="Google Shape;5612;p35"/>
            <p:cNvSpPr/>
            <p:nvPr/>
          </p:nvSpPr>
          <p:spPr>
            <a:xfrm rot="-3809958">
              <a:off x="5202435" y="1050148"/>
              <a:ext cx="716705" cy="716705"/>
            </a:xfrm>
            <a:prstGeom prst="blockArc">
              <a:avLst>
                <a:gd fmla="val 5266439" name="adj1"/>
                <a:gd fmla="val 19995741" name="adj2"/>
                <a:gd fmla="val 4692" name="adj3"/>
              </a:avLst>
            </a:pr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613" name="Google Shape;5613;p35"/>
            <p:cNvSpPr/>
            <p:nvPr/>
          </p:nvSpPr>
          <p:spPr>
            <a:xfrm rot="-3906059">
              <a:off x="5269616" y="1117617"/>
              <a:ext cx="581445" cy="581445"/>
            </a:xfrm>
            <a:prstGeom prst="blockArc">
              <a:avLst>
                <a:gd fmla="val 3085776" name="adj1"/>
                <a:gd fmla="val 20100839" name="adj2"/>
                <a:gd fmla="val 5564" name="adj3"/>
              </a:avLst>
            </a:pr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614" name="Google Shape;5614;p35"/>
            <p:cNvSpPr/>
            <p:nvPr/>
          </p:nvSpPr>
          <p:spPr>
            <a:xfrm rot="-4222340">
              <a:off x="5339825" y="1187386"/>
              <a:ext cx="442087" cy="442087"/>
            </a:xfrm>
            <a:prstGeom prst="blockArc">
              <a:avLst>
                <a:gd fmla="val 8884448" name="adj1"/>
                <a:gd fmla="val 20414899" name="adj2"/>
                <a:gd fmla="val 7688" name="adj3"/>
              </a:avLst>
            </a:pr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615" name="Google Shape;5615;p35"/>
            <p:cNvSpPr/>
            <p:nvPr/>
          </p:nvSpPr>
          <p:spPr>
            <a:xfrm rot="-4538880">
              <a:off x="5414922" y="1262925"/>
              <a:ext cx="290465" cy="290465"/>
            </a:xfrm>
            <a:prstGeom prst="blockArc">
              <a:avLst>
                <a:gd fmla="val 6490304" name="adj1"/>
                <a:gd fmla="val 20700625" name="adj2"/>
                <a:gd fmla="val 10156" name="adj3"/>
              </a:avLst>
            </a:pr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5616" name="Google Shape;5616;p35"/>
          <p:cNvGrpSpPr/>
          <p:nvPr/>
        </p:nvGrpSpPr>
        <p:grpSpPr>
          <a:xfrm>
            <a:off x="4478465" y="3869234"/>
            <a:ext cx="505651" cy="504006"/>
            <a:chOff x="6039282" y="1042577"/>
            <a:chExt cx="734316" cy="731929"/>
          </a:xfrm>
        </p:grpSpPr>
        <p:sp>
          <p:nvSpPr>
            <p:cNvPr id="5617" name="Google Shape;5617;p35"/>
            <p:cNvSpPr/>
            <p:nvPr/>
          </p:nvSpPr>
          <p:spPr>
            <a:xfrm>
              <a:off x="6045348" y="1300071"/>
              <a:ext cx="131951" cy="65352"/>
            </a:xfrm>
            <a:custGeom>
              <a:rect b="b" l="l" r="r" t="t"/>
              <a:pathLst>
                <a:path extrusionOk="0" h="701" w="1414">
                  <a:moveTo>
                    <a:pt x="108" y="0"/>
                  </a:moveTo>
                  <a:lnTo>
                    <a:pt x="51" y="224"/>
                  </a:lnTo>
                  <a:cubicBezTo>
                    <a:pt x="29" y="303"/>
                    <a:pt x="7" y="375"/>
                    <a:pt x="0" y="455"/>
                  </a:cubicBezTo>
                  <a:lnTo>
                    <a:pt x="1342" y="700"/>
                  </a:lnTo>
                  <a:cubicBezTo>
                    <a:pt x="1349" y="650"/>
                    <a:pt x="1363" y="599"/>
                    <a:pt x="1378" y="549"/>
                  </a:cubicBezTo>
                  <a:lnTo>
                    <a:pt x="1414" y="397"/>
                  </a:lnTo>
                  <a:lnTo>
                    <a:pt x="108" y="0"/>
                  </a:lnTo>
                  <a:close/>
                </a:path>
              </a:pathLst>
            </a:custGeom>
            <a:solidFill>
              <a:srgbClr val="5F7D95"/>
            </a:solid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618" name="Google Shape;5618;p35"/>
            <p:cNvSpPr/>
            <p:nvPr/>
          </p:nvSpPr>
          <p:spPr>
            <a:xfrm>
              <a:off x="6080342" y="1201250"/>
              <a:ext cx="127938" cy="96863"/>
            </a:xfrm>
            <a:custGeom>
              <a:rect b="b" l="l" r="r" t="t"/>
              <a:pathLst>
                <a:path extrusionOk="0" h="1039" w="1371">
                  <a:moveTo>
                    <a:pt x="245" y="0"/>
                  </a:moveTo>
                  <a:cubicBezTo>
                    <a:pt x="159" y="137"/>
                    <a:pt x="72" y="267"/>
                    <a:pt x="0" y="404"/>
                  </a:cubicBezTo>
                  <a:lnTo>
                    <a:pt x="1219" y="1039"/>
                  </a:lnTo>
                  <a:cubicBezTo>
                    <a:pt x="1262" y="945"/>
                    <a:pt x="1320" y="866"/>
                    <a:pt x="1371" y="772"/>
                  </a:cubicBezTo>
                  <a:lnTo>
                    <a:pt x="245" y="0"/>
                  </a:lnTo>
                  <a:close/>
                </a:path>
              </a:pathLst>
            </a:custGeom>
            <a:solidFill>
              <a:srgbClr val="5F7D95"/>
            </a:solid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619" name="Google Shape;5619;p35"/>
            <p:cNvSpPr/>
            <p:nvPr/>
          </p:nvSpPr>
          <p:spPr>
            <a:xfrm>
              <a:off x="6144918" y="1121167"/>
              <a:ext cx="112541" cy="119145"/>
            </a:xfrm>
            <a:custGeom>
              <a:rect b="b" l="l" r="r" t="t"/>
              <a:pathLst>
                <a:path extrusionOk="0" h="1278" w="1206">
                  <a:moveTo>
                    <a:pt x="347" y="1"/>
                  </a:moveTo>
                  <a:cubicBezTo>
                    <a:pt x="224" y="95"/>
                    <a:pt x="116" y="210"/>
                    <a:pt x="1" y="318"/>
                  </a:cubicBezTo>
                  <a:lnTo>
                    <a:pt x="974" y="1278"/>
                  </a:lnTo>
                  <a:cubicBezTo>
                    <a:pt x="1046" y="1205"/>
                    <a:pt x="1126" y="1133"/>
                    <a:pt x="1205" y="1068"/>
                  </a:cubicBezTo>
                  <a:lnTo>
                    <a:pt x="347" y="1"/>
                  </a:lnTo>
                  <a:close/>
                </a:path>
              </a:pathLst>
            </a:custGeom>
            <a:solidFill>
              <a:srgbClr val="5F7D95"/>
            </a:solid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620" name="Google Shape;5620;p35"/>
            <p:cNvSpPr/>
            <p:nvPr/>
          </p:nvSpPr>
          <p:spPr>
            <a:xfrm>
              <a:off x="6232449" y="1066723"/>
              <a:ext cx="86879" cy="130518"/>
            </a:xfrm>
            <a:custGeom>
              <a:rect b="b" l="l" r="r" t="t"/>
              <a:pathLst>
                <a:path extrusionOk="0" h="1400" w="931">
                  <a:moveTo>
                    <a:pt x="426" y="1"/>
                  </a:moveTo>
                  <a:cubicBezTo>
                    <a:pt x="354" y="22"/>
                    <a:pt x="282" y="58"/>
                    <a:pt x="209" y="94"/>
                  </a:cubicBezTo>
                  <a:lnTo>
                    <a:pt x="0" y="195"/>
                  </a:lnTo>
                  <a:lnTo>
                    <a:pt x="649" y="1400"/>
                  </a:lnTo>
                  <a:lnTo>
                    <a:pt x="786" y="1335"/>
                  </a:lnTo>
                  <a:cubicBezTo>
                    <a:pt x="830" y="1306"/>
                    <a:pt x="880" y="1285"/>
                    <a:pt x="931" y="1270"/>
                  </a:cubicBezTo>
                  <a:lnTo>
                    <a:pt x="426" y="1"/>
                  </a:lnTo>
                  <a:close/>
                </a:path>
              </a:pathLst>
            </a:custGeom>
            <a:solidFill>
              <a:srgbClr val="5F7D95"/>
            </a:solid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621" name="Google Shape;5621;p35"/>
            <p:cNvSpPr/>
            <p:nvPr/>
          </p:nvSpPr>
          <p:spPr>
            <a:xfrm>
              <a:off x="6335379" y="1042577"/>
              <a:ext cx="53284" cy="130518"/>
            </a:xfrm>
            <a:custGeom>
              <a:rect b="b" l="l" r="r" t="t"/>
              <a:pathLst>
                <a:path extrusionOk="0" h="1400" w="571">
                  <a:moveTo>
                    <a:pt x="470" y="0"/>
                  </a:moveTo>
                  <a:cubicBezTo>
                    <a:pt x="390" y="0"/>
                    <a:pt x="311" y="7"/>
                    <a:pt x="239" y="22"/>
                  </a:cubicBezTo>
                  <a:lnTo>
                    <a:pt x="1" y="58"/>
                  </a:lnTo>
                  <a:lnTo>
                    <a:pt x="268" y="1399"/>
                  </a:lnTo>
                  <a:lnTo>
                    <a:pt x="419" y="1378"/>
                  </a:lnTo>
                  <a:cubicBezTo>
                    <a:pt x="470" y="1370"/>
                    <a:pt x="520" y="1363"/>
                    <a:pt x="571" y="1363"/>
                  </a:cubicBezTo>
                  <a:lnTo>
                    <a:pt x="470" y="0"/>
                  </a:lnTo>
                  <a:close/>
                </a:path>
              </a:pathLst>
            </a:custGeom>
            <a:noFill/>
            <a:ln cap="flat" cmpd="sng" w="9525">
              <a:solidFill>
                <a:srgbClr val="CFD9E0"/>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622" name="Google Shape;5622;p35"/>
            <p:cNvSpPr/>
            <p:nvPr/>
          </p:nvSpPr>
          <p:spPr>
            <a:xfrm>
              <a:off x="6431682" y="1043229"/>
              <a:ext cx="56550" cy="131824"/>
            </a:xfrm>
            <a:custGeom>
              <a:rect b="b" l="l" r="r" t="t"/>
              <a:pathLst>
                <a:path extrusionOk="0" h="1414" w="606">
                  <a:moveTo>
                    <a:pt x="144" y="0"/>
                  </a:moveTo>
                  <a:lnTo>
                    <a:pt x="0" y="1356"/>
                  </a:lnTo>
                  <a:cubicBezTo>
                    <a:pt x="101" y="1378"/>
                    <a:pt x="202" y="1385"/>
                    <a:pt x="303" y="1414"/>
                  </a:cubicBezTo>
                  <a:lnTo>
                    <a:pt x="606" y="80"/>
                  </a:lnTo>
                  <a:cubicBezTo>
                    <a:pt x="454" y="36"/>
                    <a:pt x="296" y="22"/>
                    <a:pt x="144" y="0"/>
                  </a:cubicBezTo>
                  <a:close/>
                </a:path>
              </a:pathLst>
            </a:custGeom>
            <a:noFill/>
            <a:ln cap="flat" cmpd="sng" w="9525">
              <a:solidFill>
                <a:srgbClr val="CFD9E0"/>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623" name="Google Shape;5623;p35"/>
            <p:cNvSpPr/>
            <p:nvPr/>
          </p:nvSpPr>
          <p:spPr>
            <a:xfrm>
              <a:off x="6500924" y="1070731"/>
              <a:ext cx="89678" cy="130612"/>
            </a:xfrm>
            <a:custGeom>
              <a:rect b="b" l="l" r="r" t="t"/>
              <a:pathLst>
                <a:path extrusionOk="0" h="1401" w="961">
                  <a:moveTo>
                    <a:pt x="542" y="1"/>
                  </a:moveTo>
                  <a:lnTo>
                    <a:pt x="1" y="1256"/>
                  </a:lnTo>
                  <a:lnTo>
                    <a:pt x="138" y="1321"/>
                  </a:lnTo>
                  <a:cubicBezTo>
                    <a:pt x="181" y="1343"/>
                    <a:pt x="232" y="1371"/>
                    <a:pt x="275" y="1400"/>
                  </a:cubicBezTo>
                  <a:lnTo>
                    <a:pt x="960" y="210"/>
                  </a:lnTo>
                  <a:cubicBezTo>
                    <a:pt x="895" y="174"/>
                    <a:pt x="823" y="131"/>
                    <a:pt x="751" y="102"/>
                  </a:cubicBezTo>
                  <a:lnTo>
                    <a:pt x="542" y="1"/>
                  </a:lnTo>
                  <a:close/>
                </a:path>
              </a:pathLst>
            </a:custGeom>
            <a:noFill/>
            <a:ln cap="flat" cmpd="sng" w="9525">
              <a:solidFill>
                <a:srgbClr val="CFD9E0"/>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624" name="Google Shape;5624;p35"/>
            <p:cNvSpPr/>
            <p:nvPr/>
          </p:nvSpPr>
          <p:spPr>
            <a:xfrm>
              <a:off x="6561580" y="1127973"/>
              <a:ext cx="114501" cy="117746"/>
            </a:xfrm>
            <a:custGeom>
              <a:rect b="b" l="l" r="r" t="t"/>
              <a:pathLst>
                <a:path extrusionOk="0" h="1263" w="1227">
                  <a:moveTo>
                    <a:pt x="887" y="0"/>
                  </a:moveTo>
                  <a:lnTo>
                    <a:pt x="0" y="1046"/>
                  </a:lnTo>
                  <a:cubicBezTo>
                    <a:pt x="79" y="1111"/>
                    <a:pt x="152" y="1183"/>
                    <a:pt x="224" y="1262"/>
                  </a:cubicBezTo>
                  <a:lnTo>
                    <a:pt x="1226" y="332"/>
                  </a:lnTo>
                  <a:cubicBezTo>
                    <a:pt x="1118" y="209"/>
                    <a:pt x="1003" y="101"/>
                    <a:pt x="887" y="0"/>
                  </a:cubicBezTo>
                  <a:close/>
                </a:path>
              </a:pathLst>
            </a:custGeom>
            <a:noFill/>
            <a:ln cap="flat" cmpd="sng" w="9525">
              <a:solidFill>
                <a:srgbClr val="CFD9E0"/>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625" name="Google Shape;5625;p35"/>
            <p:cNvSpPr/>
            <p:nvPr/>
          </p:nvSpPr>
          <p:spPr>
            <a:xfrm>
              <a:off x="6636887" y="1310792"/>
              <a:ext cx="132697" cy="61996"/>
            </a:xfrm>
            <a:custGeom>
              <a:rect b="b" l="l" r="r" t="t"/>
              <a:pathLst>
                <a:path extrusionOk="0" h="665" w="1422">
                  <a:moveTo>
                    <a:pt x="1321" y="1"/>
                  </a:moveTo>
                  <a:lnTo>
                    <a:pt x="1" y="361"/>
                  </a:lnTo>
                  <a:lnTo>
                    <a:pt x="44" y="506"/>
                  </a:lnTo>
                  <a:cubicBezTo>
                    <a:pt x="51" y="556"/>
                    <a:pt x="59" y="614"/>
                    <a:pt x="66" y="664"/>
                  </a:cubicBezTo>
                  <a:lnTo>
                    <a:pt x="1422" y="462"/>
                  </a:lnTo>
                  <a:cubicBezTo>
                    <a:pt x="1407" y="383"/>
                    <a:pt x="1400" y="304"/>
                    <a:pt x="1378" y="232"/>
                  </a:cubicBezTo>
                  <a:lnTo>
                    <a:pt x="1321" y="1"/>
                  </a:lnTo>
                  <a:close/>
                </a:path>
              </a:pathLst>
            </a:custGeom>
            <a:noFill/>
            <a:ln cap="flat" cmpd="sng" w="9525">
              <a:solidFill>
                <a:srgbClr val="CFD9E0"/>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626" name="Google Shape;5626;p35"/>
            <p:cNvSpPr/>
            <p:nvPr/>
          </p:nvSpPr>
          <p:spPr>
            <a:xfrm>
              <a:off x="6642953" y="1415020"/>
              <a:ext cx="130645" cy="47826"/>
            </a:xfrm>
            <a:custGeom>
              <a:rect b="b" l="l" r="r" t="t"/>
              <a:pathLst>
                <a:path extrusionOk="0" h="513" w="1400">
                  <a:moveTo>
                    <a:pt x="30" y="1"/>
                  </a:moveTo>
                  <a:cubicBezTo>
                    <a:pt x="30" y="109"/>
                    <a:pt x="15" y="210"/>
                    <a:pt x="1" y="311"/>
                  </a:cubicBezTo>
                  <a:lnTo>
                    <a:pt x="1357" y="513"/>
                  </a:lnTo>
                  <a:cubicBezTo>
                    <a:pt x="1378" y="354"/>
                    <a:pt x="1393" y="203"/>
                    <a:pt x="1400" y="44"/>
                  </a:cubicBezTo>
                  <a:lnTo>
                    <a:pt x="30" y="1"/>
                  </a:lnTo>
                  <a:close/>
                </a:path>
              </a:pathLst>
            </a:custGeom>
            <a:noFill/>
            <a:ln cap="flat" cmpd="sng" w="9525">
              <a:solidFill>
                <a:srgbClr val="CFD9E0"/>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627" name="Google Shape;5627;p35"/>
            <p:cNvSpPr/>
            <p:nvPr/>
          </p:nvSpPr>
          <p:spPr>
            <a:xfrm>
              <a:off x="6622143" y="1485687"/>
              <a:ext cx="131951" cy="81388"/>
            </a:xfrm>
            <a:custGeom>
              <a:rect b="b" l="l" r="r" t="t"/>
              <a:pathLst>
                <a:path extrusionOk="0" h="873" w="1414">
                  <a:moveTo>
                    <a:pt x="123" y="0"/>
                  </a:moveTo>
                  <a:lnTo>
                    <a:pt x="65" y="144"/>
                  </a:lnTo>
                  <a:cubicBezTo>
                    <a:pt x="51" y="195"/>
                    <a:pt x="22" y="238"/>
                    <a:pt x="0" y="281"/>
                  </a:cubicBezTo>
                  <a:lnTo>
                    <a:pt x="1234" y="873"/>
                  </a:lnTo>
                  <a:cubicBezTo>
                    <a:pt x="1270" y="801"/>
                    <a:pt x="1306" y="736"/>
                    <a:pt x="1335" y="664"/>
                  </a:cubicBezTo>
                  <a:lnTo>
                    <a:pt x="1414" y="440"/>
                  </a:lnTo>
                  <a:lnTo>
                    <a:pt x="123" y="0"/>
                  </a:lnTo>
                  <a:close/>
                </a:path>
              </a:pathLst>
            </a:custGeom>
            <a:noFill/>
            <a:ln cap="flat" cmpd="sng" w="9525">
              <a:solidFill>
                <a:srgbClr val="CFD9E0"/>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628" name="Google Shape;5628;p35"/>
            <p:cNvSpPr/>
            <p:nvPr/>
          </p:nvSpPr>
          <p:spPr>
            <a:xfrm>
              <a:off x="6582390" y="1548895"/>
              <a:ext cx="121219" cy="108983"/>
            </a:xfrm>
            <a:custGeom>
              <a:rect b="b" l="l" r="r" t="t"/>
              <a:pathLst>
                <a:path extrusionOk="0" h="1169" w="1299">
                  <a:moveTo>
                    <a:pt x="195" y="0"/>
                  </a:moveTo>
                  <a:lnTo>
                    <a:pt x="102" y="123"/>
                  </a:lnTo>
                  <a:lnTo>
                    <a:pt x="1" y="238"/>
                  </a:lnTo>
                  <a:lnTo>
                    <a:pt x="1003" y="1168"/>
                  </a:lnTo>
                  <a:lnTo>
                    <a:pt x="1155" y="988"/>
                  </a:lnTo>
                  <a:lnTo>
                    <a:pt x="1299" y="801"/>
                  </a:lnTo>
                  <a:lnTo>
                    <a:pt x="195" y="0"/>
                  </a:lnTo>
                  <a:close/>
                </a:path>
              </a:pathLst>
            </a:custGeom>
            <a:noFill/>
            <a:ln cap="flat" cmpd="sng" w="9525">
              <a:solidFill>
                <a:srgbClr val="CFD9E0"/>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629" name="Google Shape;5629;p35"/>
            <p:cNvSpPr/>
            <p:nvPr/>
          </p:nvSpPr>
          <p:spPr>
            <a:xfrm>
              <a:off x="6526586" y="1599238"/>
              <a:ext cx="100316" cy="126510"/>
            </a:xfrm>
            <a:custGeom>
              <a:rect b="b" l="l" r="r" t="t"/>
              <a:pathLst>
                <a:path extrusionOk="0" h="1357" w="1075">
                  <a:moveTo>
                    <a:pt x="252" y="1"/>
                  </a:moveTo>
                  <a:cubicBezTo>
                    <a:pt x="209" y="37"/>
                    <a:pt x="173" y="66"/>
                    <a:pt x="130" y="95"/>
                  </a:cubicBezTo>
                  <a:lnTo>
                    <a:pt x="0" y="174"/>
                  </a:lnTo>
                  <a:lnTo>
                    <a:pt x="685" y="1357"/>
                  </a:lnTo>
                  <a:lnTo>
                    <a:pt x="880" y="1234"/>
                  </a:lnTo>
                  <a:cubicBezTo>
                    <a:pt x="952" y="1191"/>
                    <a:pt x="1010" y="1141"/>
                    <a:pt x="1075" y="1097"/>
                  </a:cubicBezTo>
                  <a:lnTo>
                    <a:pt x="252" y="1"/>
                  </a:lnTo>
                  <a:close/>
                </a:path>
              </a:pathLst>
            </a:custGeom>
            <a:noFill/>
            <a:ln cap="flat" cmpd="sng" w="9525">
              <a:solidFill>
                <a:srgbClr val="CFD9E0"/>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630" name="Google Shape;5630;p35"/>
            <p:cNvSpPr/>
            <p:nvPr/>
          </p:nvSpPr>
          <p:spPr>
            <a:xfrm>
              <a:off x="6459957" y="1632893"/>
              <a:ext cx="70735" cy="132570"/>
            </a:xfrm>
            <a:custGeom>
              <a:rect b="b" l="l" r="r" t="t"/>
              <a:pathLst>
                <a:path extrusionOk="0" h="1422" w="758">
                  <a:moveTo>
                    <a:pt x="296" y="1"/>
                  </a:moveTo>
                  <a:cubicBezTo>
                    <a:pt x="195" y="37"/>
                    <a:pt x="101" y="73"/>
                    <a:pt x="0" y="94"/>
                  </a:cubicBezTo>
                  <a:lnTo>
                    <a:pt x="303" y="1421"/>
                  </a:lnTo>
                  <a:cubicBezTo>
                    <a:pt x="454" y="1393"/>
                    <a:pt x="606" y="1342"/>
                    <a:pt x="757" y="1292"/>
                  </a:cubicBezTo>
                  <a:lnTo>
                    <a:pt x="296" y="1"/>
                  </a:lnTo>
                  <a:close/>
                </a:path>
              </a:pathLst>
            </a:custGeom>
            <a:noFill/>
            <a:ln cap="flat" cmpd="sng" w="9525">
              <a:solidFill>
                <a:srgbClr val="CFD9E0"/>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631" name="Google Shape;5631;p35"/>
            <p:cNvSpPr/>
            <p:nvPr/>
          </p:nvSpPr>
          <p:spPr>
            <a:xfrm>
              <a:off x="6379145" y="1646318"/>
              <a:ext cx="43859" cy="128188"/>
            </a:xfrm>
            <a:custGeom>
              <a:rect b="b" l="l" r="r" t="t"/>
              <a:pathLst>
                <a:path extrusionOk="0" h="1375" w="470">
                  <a:moveTo>
                    <a:pt x="102" y="1"/>
                  </a:moveTo>
                  <a:lnTo>
                    <a:pt x="1" y="1364"/>
                  </a:lnTo>
                  <a:cubicBezTo>
                    <a:pt x="113" y="1369"/>
                    <a:pt x="221" y="1374"/>
                    <a:pt x="331" y="1374"/>
                  </a:cubicBezTo>
                  <a:cubicBezTo>
                    <a:pt x="377" y="1374"/>
                    <a:pt x="423" y="1373"/>
                    <a:pt x="469" y="1371"/>
                  </a:cubicBezTo>
                  <a:lnTo>
                    <a:pt x="412" y="1"/>
                  </a:lnTo>
                  <a:cubicBezTo>
                    <a:pt x="361" y="4"/>
                    <a:pt x="309" y="6"/>
                    <a:pt x="257" y="6"/>
                  </a:cubicBezTo>
                  <a:cubicBezTo>
                    <a:pt x="204" y="6"/>
                    <a:pt x="152" y="4"/>
                    <a:pt x="102" y="1"/>
                  </a:cubicBezTo>
                  <a:close/>
                </a:path>
              </a:pathLst>
            </a:custGeom>
            <a:solidFill>
              <a:srgbClr val="5F7D95"/>
            </a:solid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632" name="Google Shape;5632;p35"/>
            <p:cNvSpPr/>
            <p:nvPr/>
          </p:nvSpPr>
          <p:spPr>
            <a:xfrm>
              <a:off x="6272109" y="1630842"/>
              <a:ext cx="74187" cy="131917"/>
            </a:xfrm>
            <a:custGeom>
              <a:rect b="b" l="l" r="r" t="t"/>
              <a:pathLst>
                <a:path extrusionOk="0" h="1415" w="795">
                  <a:moveTo>
                    <a:pt x="506" y="1"/>
                  </a:moveTo>
                  <a:lnTo>
                    <a:pt x="1" y="1270"/>
                  </a:lnTo>
                  <a:cubicBezTo>
                    <a:pt x="145" y="1328"/>
                    <a:pt x="296" y="1379"/>
                    <a:pt x="448" y="1415"/>
                  </a:cubicBezTo>
                  <a:lnTo>
                    <a:pt x="794" y="95"/>
                  </a:lnTo>
                  <a:cubicBezTo>
                    <a:pt x="693" y="66"/>
                    <a:pt x="599" y="37"/>
                    <a:pt x="506" y="1"/>
                  </a:cubicBezTo>
                  <a:close/>
                </a:path>
              </a:pathLst>
            </a:custGeom>
            <a:solidFill>
              <a:srgbClr val="5F7D95"/>
            </a:solid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633" name="Google Shape;5633;p35"/>
            <p:cNvSpPr/>
            <p:nvPr/>
          </p:nvSpPr>
          <p:spPr>
            <a:xfrm>
              <a:off x="6177205" y="1595229"/>
              <a:ext cx="103769" cy="125205"/>
            </a:xfrm>
            <a:custGeom>
              <a:rect b="b" l="l" r="r" t="t"/>
              <a:pathLst>
                <a:path extrusionOk="0" h="1343" w="1112">
                  <a:moveTo>
                    <a:pt x="859" y="1"/>
                  </a:moveTo>
                  <a:lnTo>
                    <a:pt x="1" y="1068"/>
                  </a:lnTo>
                  <a:cubicBezTo>
                    <a:pt x="123" y="1169"/>
                    <a:pt x="253" y="1256"/>
                    <a:pt x="390" y="1342"/>
                  </a:cubicBezTo>
                  <a:lnTo>
                    <a:pt x="1112" y="174"/>
                  </a:lnTo>
                  <a:cubicBezTo>
                    <a:pt x="1018" y="123"/>
                    <a:pt x="938" y="66"/>
                    <a:pt x="859" y="1"/>
                  </a:cubicBezTo>
                  <a:close/>
                </a:path>
              </a:pathLst>
            </a:custGeom>
            <a:solidFill>
              <a:srgbClr val="5F7D95"/>
            </a:solid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634" name="Google Shape;5634;p35"/>
            <p:cNvSpPr/>
            <p:nvPr/>
          </p:nvSpPr>
          <p:spPr>
            <a:xfrm>
              <a:off x="6103205" y="1542835"/>
              <a:ext cx="123272" cy="106932"/>
            </a:xfrm>
            <a:custGeom>
              <a:rect b="b" l="l" r="r" t="t"/>
              <a:pathLst>
                <a:path extrusionOk="0" h="1147" w="1321">
                  <a:moveTo>
                    <a:pt x="1126" y="0"/>
                  </a:moveTo>
                  <a:lnTo>
                    <a:pt x="0" y="772"/>
                  </a:lnTo>
                  <a:lnTo>
                    <a:pt x="137" y="959"/>
                  </a:lnTo>
                  <a:lnTo>
                    <a:pt x="210" y="1053"/>
                  </a:lnTo>
                  <a:lnTo>
                    <a:pt x="289" y="1147"/>
                  </a:lnTo>
                  <a:lnTo>
                    <a:pt x="1320" y="245"/>
                  </a:lnTo>
                  <a:lnTo>
                    <a:pt x="1263" y="188"/>
                  </a:lnTo>
                  <a:lnTo>
                    <a:pt x="1219" y="123"/>
                  </a:lnTo>
                  <a:lnTo>
                    <a:pt x="1126" y="0"/>
                  </a:lnTo>
                  <a:close/>
                </a:path>
              </a:pathLst>
            </a:custGeom>
            <a:solidFill>
              <a:srgbClr val="5F7D95"/>
            </a:solid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635" name="Google Shape;5635;p35"/>
            <p:cNvSpPr/>
            <p:nvPr/>
          </p:nvSpPr>
          <p:spPr>
            <a:xfrm>
              <a:off x="6055426" y="1478881"/>
              <a:ext cx="131951" cy="78777"/>
            </a:xfrm>
            <a:custGeom>
              <a:rect b="b" l="l" r="r" t="t"/>
              <a:pathLst>
                <a:path extrusionOk="0" h="845" w="1414">
                  <a:moveTo>
                    <a:pt x="1306" y="1"/>
                  </a:moveTo>
                  <a:lnTo>
                    <a:pt x="0" y="405"/>
                  </a:lnTo>
                  <a:cubicBezTo>
                    <a:pt x="51" y="549"/>
                    <a:pt x="101" y="701"/>
                    <a:pt x="166" y="845"/>
                  </a:cubicBezTo>
                  <a:lnTo>
                    <a:pt x="1414" y="282"/>
                  </a:lnTo>
                  <a:cubicBezTo>
                    <a:pt x="1371" y="196"/>
                    <a:pt x="1342" y="95"/>
                    <a:pt x="1306" y="1"/>
                  </a:cubicBezTo>
                  <a:close/>
                </a:path>
              </a:pathLst>
            </a:custGeom>
            <a:solidFill>
              <a:srgbClr val="5F7D95"/>
            </a:solid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636" name="Google Shape;5636;p35"/>
            <p:cNvSpPr/>
            <p:nvPr/>
          </p:nvSpPr>
          <p:spPr>
            <a:xfrm>
              <a:off x="6039282" y="1408308"/>
              <a:ext cx="129338" cy="43817"/>
            </a:xfrm>
            <a:custGeom>
              <a:rect b="b" l="l" r="r" t="t"/>
              <a:pathLst>
                <a:path extrusionOk="0" h="470" w="1386">
                  <a:moveTo>
                    <a:pt x="0" y="1"/>
                  </a:moveTo>
                  <a:cubicBezTo>
                    <a:pt x="7" y="152"/>
                    <a:pt x="7" y="311"/>
                    <a:pt x="29" y="469"/>
                  </a:cubicBezTo>
                  <a:lnTo>
                    <a:pt x="1385" y="304"/>
                  </a:lnTo>
                  <a:cubicBezTo>
                    <a:pt x="1371" y="203"/>
                    <a:pt x="1378" y="102"/>
                    <a:pt x="1363" y="1"/>
                  </a:cubicBezTo>
                  <a:close/>
                </a:path>
              </a:pathLst>
            </a:custGeom>
            <a:solidFill>
              <a:srgbClr val="5F7D95"/>
            </a:solid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637" name="Google Shape;5637;p35"/>
            <p:cNvSpPr/>
            <p:nvPr/>
          </p:nvSpPr>
          <p:spPr>
            <a:xfrm>
              <a:off x="6608612" y="1210666"/>
              <a:ext cx="128685" cy="93507"/>
            </a:xfrm>
            <a:custGeom>
              <a:rect b="b" l="l" r="r" t="t"/>
              <a:pathLst>
                <a:path extrusionOk="0" h="1003" w="1379">
                  <a:moveTo>
                    <a:pt x="1155" y="0"/>
                  </a:moveTo>
                  <a:lnTo>
                    <a:pt x="1" y="736"/>
                  </a:lnTo>
                  <a:lnTo>
                    <a:pt x="80" y="866"/>
                  </a:lnTo>
                  <a:cubicBezTo>
                    <a:pt x="102" y="909"/>
                    <a:pt x="131" y="959"/>
                    <a:pt x="145" y="1003"/>
                  </a:cubicBezTo>
                  <a:lnTo>
                    <a:pt x="1379" y="411"/>
                  </a:lnTo>
                  <a:cubicBezTo>
                    <a:pt x="1342" y="339"/>
                    <a:pt x="1314" y="267"/>
                    <a:pt x="1278" y="202"/>
                  </a:cubicBezTo>
                  <a:lnTo>
                    <a:pt x="1155" y="0"/>
                  </a:lnTo>
                  <a:close/>
                </a:path>
              </a:pathLst>
            </a:custGeom>
            <a:noFill/>
            <a:ln cap="flat" cmpd="sng" w="9525">
              <a:solidFill>
                <a:srgbClr val="CFD9E0"/>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5638" name="Google Shape;5638;p35"/>
          <p:cNvGrpSpPr/>
          <p:nvPr/>
        </p:nvGrpSpPr>
        <p:grpSpPr>
          <a:xfrm>
            <a:off x="5091067" y="2298862"/>
            <a:ext cx="567744" cy="602136"/>
            <a:chOff x="1825800" y="1651625"/>
            <a:chExt cx="539989" cy="571775"/>
          </a:xfrm>
        </p:grpSpPr>
        <p:sp>
          <p:nvSpPr>
            <p:cNvPr id="5639" name="Google Shape;5639;p35"/>
            <p:cNvSpPr/>
            <p:nvPr/>
          </p:nvSpPr>
          <p:spPr>
            <a:xfrm>
              <a:off x="2093189" y="1651625"/>
              <a:ext cx="272600" cy="287950"/>
            </a:xfrm>
            <a:custGeom>
              <a:rect b="b" l="l" r="r" t="t"/>
              <a:pathLst>
                <a:path extrusionOk="0" h="11518" w="10904">
                  <a:moveTo>
                    <a:pt x="2" y="1"/>
                  </a:moveTo>
                  <a:lnTo>
                    <a:pt x="0" y="11518"/>
                  </a:lnTo>
                  <a:lnTo>
                    <a:pt x="10904" y="11518"/>
                  </a:lnTo>
                  <a:cubicBezTo>
                    <a:pt x="10391" y="5596"/>
                    <a:pt x="5836" y="826"/>
                    <a:pt x="2" y="1"/>
                  </a:cubicBezTo>
                  <a:close/>
                </a:path>
              </a:pathLst>
            </a:custGeom>
            <a:noFill/>
            <a:ln cap="flat" cmpd="sng" w="9525">
              <a:solidFill>
                <a:srgbClr val="667E9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640" name="Google Shape;5640;p35"/>
            <p:cNvSpPr/>
            <p:nvPr/>
          </p:nvSpPr>
          <p:spPr>
            <a:xfrm>
              <a:off x="1825800" y="1967150"/>
              <a:ext cx="231900" cy="233575"/>
            </a:xfrm>
            <a:custGeom>
              <a:rect b="b" l="l" r="r" t="t"/>
              <a:pathLst>
                <a:path extrusionOk="0" h="9343" w="9276">
                  <a:moveTo>
                    <a:pt x="0" y="1"/>
                  </a:moveTo>
                  <a:cubicBezTo>
                    <a:pt x="465" y="4930"/>
                    <a:pt x="4350" y="8842"/>
                    <a:pt x="9275" y="9343"/>
                  </a:cubicBezTo>
                  <a:lnTo>
                    <a:pt x="9275" y="1"/>
                  </a:lnTo>
                  <a:close/>
                </a:path>
              </a:pathLst>
            </a:custGeom>
            <a:noFill/>
            <a:ln cap="flat" cmpd="sng" w="9525">
              <a:solidFill>
                <a:srgbClr val="445D73"/>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641" name="Google Shape;5641;p35"/>
            <p:cNvSpPr/>
            <p:nvPr/>
          </p:nvSpPr>
          <p:spPr>
            <a:xfrm>
              <a:off x="2093189" y="1967150"/>
              <a:ext cx="244350" cy="256250"/>
            </a:xfrm>
            <a:custGeom>
              <a:rect b="b" l="l" r="r" t="t"/>
              <a:pathLst>
                <a:path extrusionOk="0" h="10250" w="9774">
                  <a:moveTo>
                    <a:pt x="0" y="1"/>
                  </a:moveTo>
                  <a:lnTo>
                    <a:pt x="0" y="10249"/>
                  </a:lnTo>
                  <a:cubicBezTo>
                    <a:pt x="5200" y="9514"/>
                    <a:pt x="9280" y="5280"/>
                    <a:pt x="9773" y="1"/>
                  </a:cubicBezTo>
                  <a:close/>
                </a:path>
              </a:pathLst>
            </a:custGeom>
            <a:noFill/>
            <a:ln cap="flat" cmpd="sng" w="9525">
              <a:solidFill>
                <a:srgbClr val="CFD9E0"/>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642" name="Google Shape;5642;p35"/>
            <p:cNvSpPr/>
            <p:nvPr/>
          </p:nvSpPr>
          <p:spPr>
            <a:xfrm>
              <a:off x="1851375" y="1730300"/>
              <a:ext cx="206325" cy="209275"/>
            </a:xfrm>
            <a:custGeom>
              <a:rect b="b" l="l" r="r" t="t"/>
              <a:pathLst>
                <a:path extrusionOk="0" h="8371" w="8253">
                  <a:moveTo>
                    <a:pt x="8252" y="1"/>
                  </a:moveTo>
                  <a:cubicBezTo>
                    <a:pt x="3865" y="441"/>
                    <a:pt x="383" y="3959"/>
                    <a:pt x="1" y="8371"/>
                  </a:cubicBezTo>
                  <a:lnTo>
                    <a:pt x="8252" y="8371"/>
                  </a:lnTo>
                  <a:lnTo>
                    <a:pt x="8252" y="1"/>
                  </a:lnTo>
                  <a:close/>
                </a:path>
              </a:pathLst>
            </a:custGeom>
            <a:noFill/>
            <a:ln cap="flat" cmpd="sng" w="9525">
              <a:solidFill>
                <a:srgbClr val="869FB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5643" name="Google Shape;5643;p35"/>
          <p:cNvGrpSpPr/>
          <p:nvPr/>
        </p:nvGrpSpPr>
        <p:grpSpPr>
          <a:xfrm>
            <a:off x="3765995" y="3855579"/>
            <a:ext cx="508123" cy="507955"/>
            <a:chOff x="1897577" y="2802432"/>
            <a:chExt cx="492176" cy="492014"/>
          </a:xfrm>
        </p:grpSpPr>
        <p:sp>
          <p:nvSpPr>
            <p:cNvPr id="5644" name="Google Shape;5644;p35"/>
            <p:cNvSpPr/>
            <p:nvPr/>
          </p:nvSpPr>
          <p:spPr>
            <a:xfrm>
              <a:off x="2067309" y="2802432"/>
              <a:ext cx="152163" cy="136326"/>
            </a:xfrm>
            <a:custGeom>
              <a:rect b="b" l="l" r="r" t="t"/>
              <a:pathLst>
                <a:path extrusionOk="0" h="8453" w="9435">
                  <a:moveTo>
                    <a:pt x="4727" y="1"/>
                  </a:moveTo>
                  <a:cubicBezTo>
                    <a:pt x="3131" y="1"/>
                    <a:pt x="1537" y="250"/>
                    <a:pt x="0" y="751"/>
                  </a:cubicBezTo>
                  <a:lnTo>
                    <a:pt x="2502" y="8452"/>
                  </a:lnTo>
                  <a:cubicBezTo>
                    <a:pt x="3225" y="8211"/>
                    <a:pt x="3983" y="8097"/>
                    <a:pt x="4740" y="8097"/>
                  </a:cubicBezTo>
                  <a:cubicBezTo>
                    <a:pt x="5486" y="8097"/>
                    <a:pt x="6221" y="8211"/>
                    <a:pt x="6932" y="8441"/>
                  </a:cubicBezTo>
                  <a:lnTo>
                    <a:pt x="9434" y="740"/>
                  </a:lnTo>
                  <a:cubicBezTo>
                    <a:pt x="7901" y="248"/>
                    <a:pt x="6313" y="1"/>
                    <a:pt x="4727" y="1"/>
                  </a:cubicBezTo>
                  <a:close/>
                </a:path>
              </a:pathLst>
            </a:custGeom>
            <a:noFill/>
            <a:ln cap="flat" cmpd="sng" w="9525">
              <a:solidFill>
                <a:srgbClr val="E3E9ED"/>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645" name="Google Shape;5645;p35"/>
            <p:cNvSpPr/>
            <p:nvPr/>
          </p:nvSpPr>
          <p:spPr>
            <a:xfrm>
              <a:off x="2179099" y="2814350"/>
              <a:ext cx="163452" cy="166049"/>
            </a:xfrm>
            <a:custGeom>
              <a:rect b="b" l="l" r="r" t="t"/>
              <a:pathLst>
                <a:path extrusionOk="0" h="10296" w="10135">
                  <a:moveTo>
                    <a:pt x="2491" y="1"/>
                  </a:moveTo>
                  <a:lnTo>
                    <a:pt x="0" y="7702"/>
                  </a:lnTo>
                  <a:cubicBezTo>
                    <a:pt x="1435" y="8161"/>
                    <a:pt x="2686" y="9079"/>
                    <a:pt x="3581" y="10296"/>
                  </a:cubicBezTo>
                  <a:lnTo>
                    <a:pt x="10135" y="5533"/>
                  </a:lnTo>
                  <a:cubicBezTo>
                    <a:pt x="8230" y="2927"/>
                    <a:pt x="5555" y="988"/>
                    <a:pt x="2491" y="1"/>
                  </a:cubicBezTo>
                  <a:close/>
                </a:path>
              </a:pathLst>
            </a:custGeom>
            <a:noFill/>
            <a:ln cap="flat" cmpd="sng" w="9525">
              <a:solidFill>
                <a:srgbClr val="869FB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646" name="Google Shape;5646;p35"/>
            <p:cNvSpPr/>
            <p:nvPr/>
          </p:nvSpPr>
          <p:spPr>
            <a:xfrm>
              <a:off x="2236848" y="3048492"/>
              <a:ext cx="152905" cy="144760"/>
            </a:xfrm>
            <a:custGeom>
              <a:rect b="b" l="l" r="r" t="t"/>
              <a:pathLst>
                <a:path extrusionOk="0" h="8976" w="9481">
                  <a:moveTo>
                    <a:pt x="1377" y="0"/>
                  </a:moveTo>
                  <a:cubicBezTo>
                    <a:pt x="1377" y="1515"/>
                    <a:pt x="895" y="2996"/>
                    <a:pt x="0" y="4212"/>
                  </a:cubicBezTo>
                  <a:lnTo>
                    <a:pt x="6554" y="8976"/>
                  </a:lnTo>
                  <a:cubicBezTo>
                    <a:pt x="8459" y="6370"/>
                    <a:pt x="9480" y="3225"/>
                    <a:pt x="9480" y="0"/>
                  </a:cubicBezTo>
                  <a:close/>
                </a:path>
              </a:pathLst>
            </a:custGeom>
            <a:noFill/>
            <a:ln cap="flat" cmpd="sng" w="9525">
              <a:solidFill>
                <a:srgbClr val="869FB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647" name="Google Shape;5647;p35"/>
            <p:cNvSpPr/>
            <p:nvPr/>
          </p:nvSpPr>
          <p:spPr>
            <a:xfrm>
              <a:off x="1944586" y="2814543"/>
              <a:ext cx="163097" cy="166226"/>
            </a:xfrm>
            <a:custGeom>
              <a:rect b="b" l="l" r="r" t="t"/>
              <a:pathLst>
                <a:path extrusionOk="0" h="10307" w="10113">
                  <a:moveTo>
                    <a:pt x="7610" y="0"/>
                  </a:moveTo>
                  <a:cubicBezTo>
                    <a:pt x="4557" y="999"/>
                    <a:pt x="1883" y="2938"/>
                    <a:pt x="1" y="5544"/>
                  </a:cubicBezTo>
                  <a:lnTo>
                    <a:pt x="6554" y="10307"/>
                  </a:lnTo>
                  <a:cubicBezTo>
                    <a:pt x="7438" y="9090"/>
                    <a:pt x="8677" y="8172"/>
                    <a:pt x="10112" y="7701"/>
                  </a:cubicBezTo>
                  <a:lnTo>
                    <a:pt x="7610" y="0"/>
                  </a:lnTo>
                  <a:close/>
                </a:path>
              </a:pathLst>
            </a:custGeom>
            <a:noFill/>
            <a:ln cap="flat" cmpd="sng" w="9525">
              <a:solidFill>
                <a:srgbClr val="869FB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648" name="Google Shape;5648;p35"/>
            <p:cNvSpPr/>
            <p:nvPr/>
          </p:nvSpPr>
          <p:spPr>
            <a:xfrm>
              <a:off x="2236848" y="2903562"/>
              <a:ext cx="152905" cy="144954"/>
            </a:xfrm>
            <a:custGeom>
              <a:rect b="b" l="l" r="r" t="t"/>
              <a:pathLst>
                <a:path extrusionOk="0" h="8988" w="9481">
                  <a:moveTo>
                    <a:pt x="6554" y="1"/>
                  </a:moveTo>
                  <a:lnTo>
                    <a:pt x="0" y="4764"/>
                  </a:lnTo>
                  <a:cubicBezTo>
                    <a:pt x="895" y="5992"/>
                    <a:pt x="1377" y="7472"/>
                    <a:pt x="1377" y="8987"/>
                  </a:cubicBezTo>
                  <a:lnTo>
                    <a:pt x="9469" y="8987"/>
                  </a:lnTo>
                  <a:cubicBezTo>
                    <a:pt x="9480" y="5751"/>
                    <a:pt x="8459" y="2606"/>
                    <a:pt x="6554" y="1"/>
                  </a:cubicBezTo>
                  <a:close/>
                </a:path>
              </a:pathLst>
            </a:custGeom>
            <a:noFill/>
            <a:ln cap="flat" cmpd="sng" w="9525">
              <a:solidFill>
                <a:srgbClr val="E3E9ED"/>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649" name="Google Shape;5649;p35"/>
            <p:cNvSpPr/>
            <p:nvPr/>
          </p:nvSpPr>
          <p:spPr>
            <a:xfrm>
              <a:off x="2179099" y="3116417"/>
              <a:ext cx="163452" cy="166242"/>
            </a:xfrm>
            <a:custGeom>
              <a:rect b="b" l="l" r="r" t="t"/>
              <a:pathLst>
                <a:path extrusionOk="0" h="10308" w="10135">
                  <a:moveTo>
                    <a:pt x="3581" y="0"/>
                  </a:moveTo>
                  <a:cubicBezTo>
                    <a:pt x="2686" y="1229"/>
                    <a:pt x="1435" y="2135"/>
                    <a:pt x="0" y="2594"/>
                  </a:cubicBezTo>
                  <a:lnTo>
                    <a:pt x="2502" y="10307"/>
                  </a:lnTo>
                  <a:cubicBezTo>
                    <a:pt x="5567" y="9309"/>
                    <a:pt x="8241" y="7369"/>
                    <a:pt x="10135" y="4764"/>
                  </a:cubicBezTo>
                  <a:lnTo>
                    <a:pt x="3581" y="0"/>
                  </a:lnTo>
                  <a:close/>
                </a:path>
              </a:pathLst>
            </a:custGeom>
            <a:noFill/>
            <a:ln cap="flat" cmpd="sng" w="9525">
              <a:solidFill>
                <a:srgbClr val="E3E9ED"/>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650" name="Google Shape;5650;p35"/>
            <p:cNvSpPr/>
            <p:nvPr/>
          </p:nvSpPr>
          <p:spPr>
            <a:xfrm>
              <a:off x="1897577" y="2903933"/>
              <a:ext cx="152727" cy="144583"/>
            </a:xfrm>
            <a:custGeom>
              <a:rect b="b" l="l" r="r" t="t"/>
              <a:pathLst>
                <a:path extrusionOk="0" h="8965" w="9470">
                  <a:moveTo>
                    <a:pt x="2916" y="1"/>
                  </a:moveTo>
                  <a:cubicBezTo>
                    <a:pt x="1022" y="2606"/>
                    <a:pt x="0" y="5739"/>
                    <a:pt x="12" y="8964"/>
                  </a:cubicBezTo>
                  <a:lnTo>
                    <a:pt x="8103" y="8964"/>
                  </a:lnTo>
                  <a:cubicBezTo>
                    <a:pt x="8103" y="7449"/>
                    <a:pt x="8574" y="5980"/>
                    <a:pt x="9469" y="4764"/>
                  </a:cubicBezTo>
                  <a:lnTo>
                    <a:pt x="2916" y="1"/>
                  </a:lnTo>
                  <a:close/>
                </a:path>
              </a:pathLst>
            </a:custGeom>
            <a:noFill/>
            <a:ln cap="flat" cmpd="sng" w="9525">
              <a:solidFill>
                <a:srgbClr val="E3E9ED"/>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651" name="Google Shape;5651;p35"/>
            <p:cNvSpPr/>
            <p:nvPr/>
          </p:nvSpPr>
          <p:spPr>
            <a:xfrm>
              <a:off x="2067309" y="3158056"/>
              <a:ext cx="152163" cy="136390"/>
            </a:xfrm>
            <a:custGeom>
              <a:rect b="b" l="l" r="r" t="t"/>
              <a:pathLst>
                <a:path extrusionOk="0" h="8457" w="9435">
                  <a:moveTo>
                    <a:pt x="2502" y="1"/>
                  </a:moveTo>
                  <a:lnTo>
                    <a:pt x="0" y="7702"/>
                  </a:lnTo>
                  <a:cubicBezTo>
                    <a:pt x="1541" y="8204"/>
                    <a:pt x="3140" y="8457"/>
                    <a:pt x="4740" y="8457"/>
                  </a:cubicBezTo>
                  <a:cubicBezTo>
                    <a:pt x="6322" y="8457"/>
                    <a:pt x="7905" y="8210"/>
                    <a:pt x="9434" y="7714"/>
                  </a:cubicBezTo>
                  <a:lnTo>
                    <a:pt x="6932" y="12"/>
                  </a:lnTo>
                  <a:cubicBezTo>
                    <a:pt x="6221" y="242"/>
                    <a:pt x="5475" y="357"/>
                    <a:pt x="4740" y="357"/>
                  </a:cubicBezTo>
                  <a:cubicBezTo>
                    <a:pt x="3983" y="357"/>
                    <a:pt x="3225" y="242"/>
                    <a:pt x="2502" y="1"/>
                  </a:cubicBezTo>
                  <a:close/>
                </a:path>
              </a:pathLst>
            </a:custGeom>
            <a:noFill/>
            <a:ln cap="flat" cmpd="sng" w="9525">
              <a:solidFill>
                <a:srgbClr val="869FB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652" name="Google Shape;5652;p35"/>
            <p:cNvSpPr/>
            <p:nvPr/>
          </p:nvSpPr>
          <p:spPr>
            <a:xfrm>
              <a:off x="1944586" y="3116046"/>
              <a:ext cx="163097" cy="166242"/>
            </a:xfrm>
            <a:custGeom>
              <a:rect b="b" l="l" r="r" t="t"/>
              <a:pathLst>
                <a:path extrusionOk="0" h="10308" w="10113">
                  <a:moveTo>
                    <a:pt x="6554" y="1"/>
                  </a:moveTo>
                  <a:lnTo>
                    <a:pt x="1" y="4764"/>
                  </a:lnTo>
                  <a:cubicBezTo>
                    <a:pt x="1883" y="7369"/>
                    <a:pt x="4557" y="9309"/>
                    <a:pt x="7610" y="10307"/>
                  </a:cubicBezTo>
                  <a:lnTo>
                    <a:pt x="10112" y="2606"/>
                  </a:lnTo>
                  <a:cubicBezTo>
                    <a:pt x="8677" y="2135"/>
                    <a:pt x="7438" y="1229"/>
                    <a:pt x="6554" y="1"/>
                  </a:cubicBezTo>
                  <a:close/>
                </a:path>
              </a:pathLst>
            </a:custGeom>
            <a:noFill/>
            <a:ln cap="flat" cmpd="sng" w="9525">
              <a:solidFill>
                <a:srgbClr val="E3E9ED"/>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653" name="Google Shape;5653;p35"/>
            <p:cNvSpPr/>
            <p:nvPr/>
          </p:nvSpPr>
          <p:spPr>
            <a:xfrm>
              <a:off x="1897577" y="3048492"/>
              <a:ext cx="152727" cy="144390"/>
            </a:xfrm>
            <a:custGeom>
              <a:rect b="b" l="l" r="r" t="t"/>
              <a:pathLst>
                <a:path extrusionOk="0" h="8953" w="9470">
                  <a:moveTo>
                    <a:pt x="12" y="0"/>
                  </a:moveTo>
                  <a:cubicBezTo>
                    <a:pt x="0" y="3214"/>
                    <a:pt x="1022" y="6347"/>
                    <a:pt x="2916" y="8953"/>
                  </a:cubicBezTo>
                  <a:lnTo>
                    <a:pt x="9469" y="4190"/>
                  </a:lnTo>
                  <a:cubicBezTo>
                    <a:pt x="8574" y="2973"/>
                    <a:pt x="8103" y="1504"/>
                    <a:pt x="8103" y="0"/>
                  </a:cubicBezTo>
                  <a:close/>
                </a:path>
              </a:pathLst>
            </a:custGeom>
            <a:noFill/>
            <a:ln cap="flat" cmpd="sng" w="9525">
              <a:solidFill>
                <a:srgbClr val="869FB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654" name="Google Shape;5654;p35"/>
            <p:cNvSpPr/>
            <p:nvPr/>
          </p:nvSpPr>
          <p:spPr>
            <a:xfrm>
              <a:off x="2143379" y="3048492"/>
              <a:ext cx="16" cy="16"/>
            </a:xfrm>
            <a:custGeom>
              <a:rect b="b" l="l" r="r" t="t"/>
              <a:pathLst>
                <a:path extrusionOk="0" fill="none" h="1" w="1">
                  <a:moveTo>
                    <a:pt x="0" y="0"/>
                  </a:moveTo>
                  <a:lnTo>
                    <a:pt x="0" y="0"/>
                  </a:lnTo>
                  <a:close/>
                </a:path>
              </a:pathLst>
            </a:custGeom>
            <a:noFill/>
            <a:ln cap="rnd" cmpd="sng" w="9525">
              <a:solidFill>
                <a:srgbClr val="000000"/>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655" name="Google Shape;5655;p35"/>
            <p:cNvSpPr/>
            <p:nvPr/>
          </p:nvSpPr>
          <p:spPr>
            <a:xfrm>
              <a:off x="2143379" y="3048492"/>
              <a:ext cx="16" cy="16"/>
            </a:xfrm>
            <a:custGeom>
              <a:rect b="b" l="l" r="r" t="t"/>
              <a:pathLst>
                <a:path extrusionOk="0" fill="none" h="1" w="1">
                  <a:moveTo>
                    <a:pt x="0" y="0"/>
                  </a:moveTo>
                  <a:lnTo>
                    <a:pt x="0" y="0"/>
                  </a:lnTo>
                  <a:close/>
                </a:path>
              </a:pathLst>
            </a:custGeom>
            <a:noFill/>
            <a:ln cap="flat" cmpd="sng" w="9525">
              <a:solidFill>
                <a:srgbClr val="000000"/>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5656" name="Google Shape;5656;p35"/>
          <p:cNvGrpSpPr/>
          <p:nvPr/>
        </p:nvGrpSpPr>
        <p:grpSpPr>
          <a:xfrm>
            <a:off x="997525" y="4169123"/>
            <a:ext cx="809227" cy="200843"/>
            <a:chOff x="2013045" y="4813233"/>
            <a:chExt cx="921986" cy="228855"/>
          </a:xfrm>
        </p:grpSpPr>
        <p:sp>
          <p:nvSpPr>
            <p:cNvPr id="5657" name="Google Shape;5657;p35"/>
            <p:cNvSpPr/>
            <p:nvPr/>
          </p:nvSpPr>
          <p:spPr>
            <a:xfrm>
              <a:off x="2013045" y="4867370"/>
              <a:ext cx="921986" cy="174718"/>
            </a:xfrm>
            <a:custGeom>
              <a:rect b="b" l="l" r="r" t="t"/>
              <a:pathLst>
                <a:path extrusionOk="0" fill="none" h="26303" w="138801">
                  <a:moveTo>
                    <a:pt x="0" y="18153"/>
                  </a:moveTo>
                  <a:lnTo>
                    <a:pt x="0" y="26303"/>
                  </a:lnTo>
                  <a:lnTo>
                    <a:pt x="138800" y="26303"/>
                  </a:lnTo>
                  <a:lnTo>
                    <a:pt x="138800" y="0"/>
                  </a:lnTo>
                  <a:lnTo>
                    <a:pt x="38405" y="0"/>
                  </a:lnTo>
                </a:path>
              </a:pathLst>
            </a:custGeom>
            <a:noFill/>
            <a:ln cap="flat" cmpd="sng" w="9525">
              <a:solidFill>
                <a:srgbClr val="CFD9E0"/>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658" name="Google Shape;5658;p35"/>
            <p:cNvSpPr/>
            <p:nvPr/>
          </p:nvSpPr>
          <p:spPr>
            <a:xfrm>
              <a:off x="2013045" y="4813233"/>
              <a:ext cx="316628" cy="174718"/>
            </a:xfrm>
            <a:custGeom>
              <a:rect b="b" l="l" r="r" t="t"/>
              <a:pathLst>
                <a:path extrusionOk="0" fill="none" h="26303" w="47667">
                  <a:moveTo>
                    <a:pt x="0" y="0"/>
                  </a:moveTo>
                  <a:lnTo>
                    <a:pt x="0" y="26303"/>
                  </a:lnTo>
                  <a:lnTo>
                    <a:pt x="47666" y="26303"/>
                  </a:lnTo>
                  <a:lnTo>
                    <a:pt x="34453" y="0"/>
                  </a:lnTo>
                  <a:close/>
                </a:path>
              </a:pathLst>
            </a:custGeom>
            <a:noFill/>
            <a:ln cap="flat" cmpd="sng" w="9525">
              <a:solidFill>
                <a:srgbClr val="E3E9ED"/>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5659" name="Google Shape;5659;p35"/>
          <p:cNvGrpSpPr/>
          <p:nvPr/>
        </p:nvGrpSpPr>
        <p:grpSpPr>
          <a:xfrm>
            <a:off x="1005985" y="2656004"/>
            <a:ext cx="792421" cy="269941"/>
            <a:chOff x="1046767" y="4756633"/>
            <a:chExt cx="859646" cy="292841"/>
          </a:xfrm>
        </p:grpSpPr>
        <p:sp>
          <p:nvSpPr>
            <p:cNvPr id="5660" name="Google Shape;5660;p35"/>
            <p:cNvSpPr/>
            <p:nvPr/>
          </p:nvSpPr>
          <p:spPr>
            <a:xfrm>
              <a:off x="1046767" y="4811593"/>
              <a:ext cx="859646" cy="237881"/>
            </a:xfrm>
            <a:custGeom>
              <a:rect b="b" l="l" r="r" t="t"/>
              <a:pathLst>
                <a:path extrusionOk="0" fill="none" h="35812" w="129416">
                  <a:moveTo>
                    <a:pt x="31737" y="0"/>
                  </a:moveTo>
                  <a:cubicBezTo>
                    <a:pt x="33960" y="8644"/>
                    <a:pt x="27539" y="17041"/>
                    <a:pt x="18524" y="17041"/>
                  </a:cubicBezTo>
                  <a:cubicBezTo>
                    <a:pt x="9633" y="17041"/>
                    <a:pt x="3088" y="8644"/>
                    <a:pt x="5434" y="0"/>
                  </a:cubicBezTo>
                  <a:lnTo>
                    <a:pt x="2594" y="0"/>
                  </a:lnTo>
                  <a:cubicBezTo>
                    <a:pt x="1236" y="0"/>
                    <a:pt x="1" y="1112"/>
                    <a:pt x="1" y="2594"/>
                  </a:cubicBezTo>
                  <a:lnTo>
                    <a:pt x="1" y="35811"/>
                  </a:lnTo>
                  <a:lnTo>
                    <a:pt x="126823" y="35811"/>
                  </a:lnTo>
                  <a:cubicBezTo>
                    <a:pt x="128304" y="35811"/>
                    <a:pt x="129416" y="34576"/>
                    <a:pt x="129416" y="33218"/>
                  </a:cubicBezTo>
                  <a:lnTo>
                    <a:pt x="129416" y="0"/>
                  </a:lnTo>
                  <a:close/>
                </a:path>
              </a:pathLst>
            </a:custGeom>
            <a:noFill/>
            <a:ln cap="flat" cmpd="sng" w="9525">
              <a:solidFill>
                <a:srgbClr val="667E9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661" name="Google Shape;5661;p35"/>
            <p:cNvSpPr/>
            <p:nvPr/>
          </p:nvSpPr>
          <p:spPr>
            <a:xfrm>
              <a:off x="1046767" y="4983846"/>
              <a:ext cx="65628" cy="65628"/>
            </a:xfrm>
            <a:custGeom>
              <a:rect b="b" l="l" r="r" t="t"/>
              <a:pathLst>
                <a:path extrusionOk="0" fill="none" h="9880" w="9880">
                  <a:moveTo>
                    <a:pt x="1" y="0"/>
                  </a:moveTo>
                  <a:lnTo>
                    <a:pt x="1" y="9879"/>
                  </a:lnTo>
                  <a:lnTo>
                    <a:pt x="9880" y="9879"/>
                  </a:lnTo>
                  <a:close/>
                </a:path>
              </a:pathLst>
            </a:custGeom>
            <a:noFill/>
            <a:ln cap="flat" cmpd="sng" w="9525">
              <a:solidFill>
                <a:srgbClr val="E3E9ED"/>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662" name="Google Shape;5662;p35"/>
            <p:cNvSpPr/>
            <p:nvPr/>
          </p:nvSpPr>
          <p:spPr>
            <a:xfrm>
              <a:off x="1067279" y="4756633"/>
              <a:ext cx="179640" cy="179646"/>
            </a:xfrm>
            <a:custGeom>
              <a:rect b="b" l="l" r="r" t="t"/>
              <a:pathLst>
                <a:path extrusionOk="0" fill="none" h="27045" w="27044">
                  <a:moveTo>
                    <a:pt x="15560" y="1"/>
                  </a:moveTo>
                  <a:cubicBezTo>
                    <a:pt x="5187" y="1"/>
                    <a:pt x="0" y="12473"/>
                    <a:pt x="7286" y="19759"/>
                  </a:cubicBezTo>
                  <a:cubicBezTo>
                    <a:pt x="14572" y="27044"/>
                    <a:pt x="27044" y="21858"/>
                    <a:pt x="27044" y="11609"/>
                  </a:cubicBezTo>
                  <a:cubicBezTo>
                    <a:pt x="27044" y="5187"/>
                    <a:pt x="21857" y="1"/>
                    <a:pt x="15560" y="1"/>
                  </a:cubicBezTo>
                  <a:close/>
                </a:path>
              </a:pathLst>
            </a:custGeom>
            <a:noFill/>
            <a:ln cap="flat" cmpd="sng" w="9525">
              <a:solidFill>
                <a:srgbClr val="A5B7C5"/>
              </a:solidFill>
              <a:prstDash val="solid"/>
              <a:miter lim="123487"/>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5663" name="Google Shape;5663;p35"/>
          <p:cNvSpPr/>
          <p:nvPr/>
        </p:nvSpPr>
        <p:spPr>
          <a:xfrm>
            <a:off x="7439738" y="2350672"/>
            <a:ext cx="185410" cy="94006"/>
          </a:xfrm>
          <a:custGeom>
            <a:rect b="b" l="l" r="r" t="t"/>
            <a:pathLst>
              <a:path extrusionOk="0" h="1544" w="3045">
                <a:moveTo>
                  <a:pt x="1645" y="0"/>
                </a:moveTo>
                <a:lnTo>
                  <a:pt x="2143" y="505"/>
                </a:lnTo>
                <a:lnTo>
                  <a:pt x="0" y="505"/>
                </a:lnTo>
                <a:lnTo>
                  <a:pt x="0" y="1046"/>
                </a:lnTo>
                <a:lnTo>
                  <a:pt x="2143" y="1046"/>
                </a:lnTo>
                <a:lnTo>
                  <a:pt x="1645" y="1544"/>
                </a:lnTo>
                <a:lnTo>
                  <a:pt x="2272" y="1544"/>
                </a:lnTo>
                <a:lnTo>
                  <a:pt x="3044" y="772"/>
                </a:lnTo>
                <a:lnTo>
                  <a:pt x="2272" y="0"/>
                </a:lnTo>
                <a:close/>
              </a:path>
            </a:pathLst>
          </a:custGeom>
          <a:noFill/>
          <a:ln cap="flat" cmpd="sng" w="9525">
            <a:solidFill>
              <a:srgbClr val="869FB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664" name="Google Shape;5664;p35"/>
          <p:cNvSpPr/>
          <p:nvPr/>
        </p:nvSpPr>
        <p:spPr>
          <a:xfrm>
            <a:off x="7139193" y="2333075"/>
            <a:ext cx="171771" cy="129198"/>
          </a:xfrm>
          <a:custGeom>
            <a:rect b="b" l="l" r="r" t="t"/>
            <a:pathLst>
              <a:path extrusionOk="0" h="2122" w="2821">
                <a:moveTo>
                  <a:pt x="1761" y="1"/>
                </a:moveTo>
                <a:lnTo>
                  <a:pt x="1400" y="361"/>
                </a:lnTo>
                <a:lnTo>
                  <a:pt x="1847" y="808"/>
                </a:lnTo>
                <a:lnTo>
                  <a:pt x="1" y="808"/>
                </a:lnTo>
                <a:lnTo>
                  <a:pt x="1" y="1321"/>
                </a:lnTo>
                <a:lnTo>
                  <a:pt x="1847" y="1321"/>
                </a:lnTo>
                <a:lnTo>
                  <a:pt x="1400" y="1768"/>
                </a:lnTo>
                <a:lnTo>
                  <a:pt x="1761" y="2121"/>
                </a:lnTo>
                <a:lnTo>
                  <a:pt x="2821" y="1061"/>
                </a:lnTo>
                <a:lnTo>
                  <a:pt x="1761" y="1"/>
                </a:lnTo>
                <a:close/>
              </a:path>
            </a:pathLst>
          </a:custGeom>
          <a:noFill/>
          <a:ln cap="flat" cmpd="sng" w="9525">
            <a:solidFill>
              <a:srgbClr val="869FB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665" name="Google Shape;5665;p35"/>
          <p:cNvSpPr/>
          <p:nvPr/>
        </p:nvSpPr>
        <p:spPr>
          <a:xfrm>
            <a:off x="7761482" y="2339529"/>
            <a:ext cx="167813" cy="116777"/>
          </a:xfrm>
          <a:custGeom>
            <a:rect b="b" l="l" r="r" t="t"/>
            <a:pathLst>
              <a:path extrusionOk="0" h="1918" w="2756">
                <a:moveTo>
                  <a:pt x="1757" y="0"/>
                </a:moveTo>
                <a:cubicBezTo>
                  <a:pt x="1693" y="0"/>
                  <a:pt x="1630" y="25"/>
                  <a:pt x="1580" y="75"/>
                </a:cubicBezTo>
                <a:cubicBezTo>
                  <a:pt x="1479" y="176"/>
                  <a:pt x="1479" y="335"/>
                  <a:pt x="1580" y="436"/>
                </a:cubicBezTo>
                <a:lnTo>
                  <a:pt x="1768" y="623"/>
                </a:lnTo>
                <a:cubicBezTo>
                  <a:pt x="1797" y="652"/>
                  <a:pt x="1775" y="702"/>
                  <a:pt x="1739" y="702"/>
                </a:cubicBezTo>
                <a:lnTo>
                  <a:pt x="253" y="702"/>
                </a:lnTo>
                <a:cubicBezTo>
                  <a:pt x="116" y="702"/>
                  <a:pt x="1" y="818"/>
                  <a:pt x="1" y="962"/>
                </a:cubicBezTo>
                <a:cubicBezTo>
                  <a:pt x="1" y="1099"/>
                  <a:pt x="116" y="1215"/>
                  <a:pt x="253" y="1215"/>
                </a:cubicBezTo>
                <a:lnTo>
                  <a:pt x="1739" y="1215"/>
                </a:lnTo>
                <a:cubicBezTo>
                  <a:pt x="1775" y="1215"/>
                  <a:pt x="1797" y="1265"/>
                  <a:pt x="1768" y="1294"/>
                </a:cubicBezTo>
                <a:lnTo>
                  <a:pt x="1580" y="1481"/>
                </a:lnTo>
                <a:cubicBezTo>
                  <a:pt x="1479" y="1582"/>
                  <a:pt x="1479" y="1741"/>
                  <a:pt x="1580" y="1842"/>
                </a:cubicBezTo>
                <a:cubicBezTo>
                  <a:pt x="1631" y="1892"/>
                  <a:pt x="1696" y="1918"/>
                  <a:pt x="1760" y="1918"/>
                </a:cubicBezTo>
                <a:cubicBezTo>
                  <a:pt x="1825" y="1918"/>
                  <a:pt x="1890" y="1892"/>
                  <a:pt x="1941" y="1842"/>
                </a:cubicBezTo>
                <a:lnTo>
                  <a:pt x="2676" y="1106"/>
                </a:lnTo>
                <a:cubicBezTo>
                  <a:pt x="2756" y="1027"/>
                  <a:pt x="2756" y="897"/>
                  <a:pt x="2676" y="811"/>
                </a:cubicBezTo>
                <a:lnTo>
                  <a:pt x="1941" y="82"/>
                </a:lnTo>
                <a:cubicBezTo>
                  <a:pt x="1889" y="27"/>
                  <a:pt x="1823" y="0"/>
                  <a:pt x="1757" y="0"/>
                </a:cubicBezTo>
                <a:close/>
              </a:path>
            </a:pathLst>
          </a:custGeom>
          <a:noFill/>
          <a:ln cap="flat" cmpd="sng" w="9525">
            <a:solidFill>
              <a:srgbClr val="869FB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666" name="Google Shape;5666;p35"/>
          <p:cNvSpPr/>
          <p:nvPr/>
        </p:nvSpPr>
        <p:spPr>
          <a:xfrm>
            <a:off x="8056187" y="2333075"/>
            <a:ext cx="163855" cy="129198"/>
          </a:xfrm>
          <a:custGeom>
            <a:rect b="b" l="l" r="r" t="t"/>
            <a:pathLst>
              <a:path extrusionOk="0" h="2122" w="2691">
                <a:moveTo>
                  <a:pt x="1630" y="1"/>
                </a:moveTo>
                <a:lnTo>
                  <a:pt x="1630" y="722"/>
                </a:lnTo>
                <a:lnTo>
                  <a:pt x="1630" y="808"/>
                </a:lnTo>
                <a:lnTo>
                  <a:pt x="0" y="808"/>
                </a:lnTo>
                <a:lnTo>
                  <a:pt x="0" y="1321"/>
                </a:lnTo>
                <a:lnTo>
                  <a:pt x="1630" y="1321"/>
                </a:lnTo>
                <a:lnTo>
                  <a:pt x="1630" y="1407"/>
                </a:lnTo>
                <a:lnTo>
                  <a:pt x="1630" y="2121"/>
                </a:lnTo>
                <a:lnTo>
                  <a:pt x="2691" y="1061"/>
                </a:lnTo>
                <a:lnTo>
                  <a:pt x="1630" y="1"/>
                </a:lnTo>
                <a:close/>
              </a:path>
            </a:pathLst>
          </a:custGeom>
          <a:noFill/>
          <a:ln cap="flat" cmpd="sng" w="9525">
            <a:solidFill>
              <a:srgbClr val="869FB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nvGrpSpPr>
          <p:cNvPr id="5667" name="Google Shape;5667;p35"/>
          <p:cNvGrpSpPr/>
          <p:nvPr/>
        </p:nvGrpSpPr>
        <p:grpSpPr>
          <a:xfrm>
            <a:off x="7141841" y="2550562"/>
            <a:ext cx="166473" cy="141497"/>
            <a:chOff x="4660325" y="1866850"/>
            <a:chExt cx="68350" cy="58100"/>
          </a:xfrm>
        </p:grpSpPr>
        <p:sp>
          <p:nvSpPr>
            <p:cNvPr id="5668" name="Google Shape;5668;p35"/>
            <p:cNvSpPr/>
            <p:nvPr/>
          </p:nvSpPr>
          <p:spPr>
            <a:xfrm>
              <a:off x="4660325" y="1866850"/>
              <a:ext cx="37700" cy="58100"/>
            </a:xfrm>
            <a:custGeom>
              <a:rect b="b" l="l" r="r" t="t"/>
              <a:pathLst>
                <a:path extrusionOk="0" h="2324" w="1508">
                  <a:moveTo>
                    <a:pt x="346" y="1"/>
                  </a:moveTo>
                  <a:lnTo>
                    <a:pt x="0" y="354"/>
                  </a:lnTo>
                  <a:lnTo>
                    <a:pt x="815" y="1162"/>
                  </a:lnTo>
                  <a:lnTo>
                    <a:pt x="0" y="1977"/>
                  </a:lnTo>
                  <a:lnTo>
                    <a:pt x="346" y="2323"/>
                  </a:lnTo>
                  <a:lnTo>
                    <a:pt x="1508" y="1162"/>
                  </a:lnTo>
                  <a:lnTo>
                    <a:pt x="346" y="1"/>
                  </a:lnTo>
                  <a:close/>
                </a:path>
              </a:pathLst>
            </a:custGeom>
            <a:noFill/>
            <a:ln cap="flat" cmpd="sng" w="9525">
              <a:solidFill>
                <a:srgbClr val="869FB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669" name="Google Shape;5669;p35"/>
            <p:cNvSpPr/>
            <p:nvPr/>
          </p:nvSpPr>
          <p:spPr>
            <a:xfrm>
              <a:off x="4690975" y="1866850"/>
              <a:ext cx="37700" cy="58100"/>
            </a:xfrm>
            <a:custGeom>
              <a:rect b="b" l="l" r="r" t="t"/>
              <a:pathLst>
                <a:path extrusionOk="0" h="2324" w="1508">
                  <a:moveTo>
                    <a:pt x="346" y="1"/>
                  </a:moveTo>
                  <a:lnTo>
                    <a:pt x="0" y="354"/>
                  </a:lnTo>
                  <a:lnTo>
                    <a:pt x="808" y="1162"/>
                  </a:lnTo>
                  <a:lnTo>
                    <a:pt x="0" y="1977"/>
                  </a:lnTo>
                  <a:lnTo>
                    <a:pt x="346" y="2323"/>
                  </a:lnTo>
                  <a:lnTo>
                    <a:pt x="1508" y="1162"/>
                  </a:lnTo>
                  <a:lnTo>
                    <a:pt x="346" y="1"/>
                  </a:lnTo>
                  <a:close/>
                </a:path>
              </a:pathLst>
            </a:custGeom>
            <a:noFill/>
            <a:ln cap="flat" cmpd="sng" w="9525">
              <a:solidFill>
                <a:srgbClr val="869FB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5670" name="Google Shape;5670;p35"/>
          <p:cNvGrpSpPr/>
          <p:nvPr/>
        </p:nvGrpSpPr>
        <p:grpSpPr>
          <a:xfrm>
            <a:off x="7451186" y="2576286"/>
            <a:ext cx="162515" cy="90049"/>
            <a:chOff x="4791775" y="1877500"/>
            <a:chExt cx="66725" cy="36975"/>
          </a:xfrm>
        </p:grpSpPr>
        <p:sp>
          <p:nvSpPr>
            <p:cNvPr id="5671" name="Google Shape;5671;p35"/>
            <p:cNvSpPr/>
            <p:nvPr/>
          </p:nvSpPr>
          <p:spPr>
            <a:xfrm>
              <a:off x="4791775" y="1877500"/>
              <a:ext cx="36075" cy="36975"/>
            </a:xfrm>
            <a:custGeom>
              <a:rect b="b" l="l" r="r" t="t"/>
              <a:pathLst>
                <a:path extrusionOk="0" h="1479" w="1443">
                  <a:moveTo>
                    <a:pt x="0" y="0"/>
                  </a:moveTo>
                  <a:lnTo>
                    <a:pt x="743" y="736"/>
                  </a:lnTo>
                  <a:lnTo>
                    <a:pt x="0" y="1479"/>
                  </a:lnTo>
                  <a:lnTo>
                    <a:pt x="700" y="1479"/>
                  </a:lnTo>
                  <a:lnTo>
                    <a:pt x="1442" y="736"/>
                  </a:lnTo>
                  <a:lnTo>
                    <a:pt x="700" y="0"/>
                  </a:lnTo>
                  <a:close/>
                </a:path>
              </a:pathLst>
            </a:custGeom>
            <a:noFill/>
            <a:ln cap="flat" cmpd="sng" w="9525">
              <a:solidFill>
                <a:srgbClr val="869FB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672" name="Google Shape;5672;p35"/>
            <p:cNvSpPr/>
            <p:nvPr/>
          </p:nvSpPr>
          <p:spPr>
            <a:xfrm>
              <a:off x="4822425" y="1877500"/>
              <a:ext cx="36075" cy="36975"/>
            </a:xfrm>
            <a:custGeom>
              <a:rect b="b" l="l" r="r" t="t"/>
              <a:pathLst>
                <a:path extrusionOk="0" h="1479" w="1443">
                  <a:moveTo>
                    <a:pt x="0" y="0"/>
                  </a:moveTo>
                  <a:lnTo>
                    <a:pt x="743" y="736"/>
                  </a:lnTo>
                  <a:lnTo>
                    <a:pt x="0" y="1479"/>
                  </a:lnTo>
                  <a:lnTo>
                    <a:pt x="700" y="1479"/>
                  </a:lnTo>
                  <a:lnTo>
                    <a:pt x="1443" y="736"/>
                  </a:lnTo>
                  <a:lnTo>
                    <a:pt x="700" y="0"/>
                  </a:lnTo>
                  <a:close/>
                </a:path>
              </a:pathLst>
            </a:custGeom>
            <a:noFill/>
            <a:ln cap="flat" cmpd="sng" w="9525">
              <a:solidFill>
                <a:srgbClr val="869FB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5673" name="Google Shape;5673;p35"/>
          <p:cNvGrpSpPr/>
          <p:nvPr/>
        </p:nvGrpSpPr>
        <p:grpSpPr>
          <a:xfrm>
            <a:off x="7772899" y="2576286"/>
            <a:ext cx="144979" cy="90049"/>
            <a:chOff x="4923925" y="1877500"/>
            <a:chExt cx="59525" cy="36975"/>
          </a:xfrm>
        </p:grpSpPr>
        <p:sp>
          <p:nvSpPr>
            <p:cNvPr id="5674" name="Google Shape;5674;p35"/>
            <p:cNvSpPr/>
            <p:nvPr/>
          </p:nvSpPr>
          <p:spPr>
            <a:xfrm>
              <a:off x="4923925" y="1877500"/>
              <a:ext cx="28875" cy="36975"/>
            </a:xfrm>
            <a:custGeom>
              <a:rect b="b" l="l" r="r" t="t"/>
              <a:pathLst>
                <a:path extrusionOk="0" h="1479" w="1155">
                  <a:moveTo>
                    <a:pt x="332" y="0"/>
                  </a:moveTo>
                  <a:cubicBezTo>
                    <a:pt x="116" y="0"/>
                    <a:pt x="1" y="260"/>
                    <a:pt x="159" y="419"/>
                  </a:cubicBezTo>
                  <a:lnTo>
                    <a:pt x="433" y="700"/>
                  </a:lnTo>
                  <a:cubicBezTo>
                    <a:pt x="455" y="722"/>
                    <a:pt x="455" y="758"/>
                    <a:pt x="433" y="779"/>
                  </a:cubicBezTo>
                  <a:lnTo>
                    <a:pt x="159" y="1053"/>
                  </a:lnTo>
                  <a:cubicBezTo>
                    <a:pt x="1" y="1212"/>
                    <a:pt x="116" y="1479"/>
                    <a:pt x="332" y="1479"/>
                  </a:cubicBezTo>
                  <a:cubicBezTo>
                    <a:pt x="397" y="1479"/>
                    <a:pt x="462" y="1450"/>
                    <a:pt x="506" y="1407"/>
                  </a:cubicBezTo>
                  <a:lnTo>
                    <a:pt x="1133" y="779"/>
                  </a:lnTo>
                  <a:cubicBezTo>
                    <a:pt x="1155" y="758"/>
                    <a:pt x="1155" y="722"/>
                    <a:pt x="1133" y="700"/>
                  </a:cubicBezTo>
                  <a:lnTo>
                    <a:pt x="506" y="73"/>
                  </a:lnTo>
                  <a:cubicBezTo>
                    <a:pt x="462" y="22"/>
                    <a:pt x="397" y="0"/>
                    <a:pt x="332" y="0"/>
                  </a:cubicBezTo>
                  <a:close/>
                </a:path>
              </a:pathLst>
            </a:custGeom>
            <a:noFill/>
            <a:ln cap="flat" cmpd="sng" w="9525">
              <a:solidFill>
                <a:srgbClr val="869FB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675" name="Google Shape;5675;p35"/>
            <p:cNvSpPr/>
            <p:nvPr/>
          </p:nvSpPr>
          <p:spPr>
            <a:xfrm>
              <a:off x="4954575" y="1877500"/>
              <a:ext cx="28875" cy="36975"/>
            </a:xfrm>
            <a:custGeom>
              <a:rect b="b" l="l" r="r" t="t"/>
              <a:pathLst>
                <a:path extrusionOk="0" h="1479" w="1155">
                  <a:moveTo>
                    <a:pt x="333" y="0"/>
                  </a:moveTo>
                  <a:cubicBezTo>
                    <a:pt x="116" y="0"/>
                    <a:pt x="1" y="260"/>
                    <a:pt x="159" y="419"/>
                  </a:cubicBezTo>
                  <a:lnTo>
                    <a:pt x="434" y="700"/>
                  </a:lnTo>
                  <a:cubicBezTo>
                    <a:pt x="455" y="722"/>
                    <a:pt x="455" y="758"/>
                    <a:pt x="434" y="779"/>
                  </a:cubicBezTo>
                  <a:lnTo>
                    <a:pt x="159" y="1053"/>
                  </a:lnTo>
                  <a:cubicBezTo>
                    <a:pt x="1" y="1212"/>
                    <a:pt x="116" y="1479"/>
                    <a:pt x="333" y="1479"/>
                  </a:cubicBezTo>
                  <a:cubicBezTo>
                    <a:pt x="397" y="1479"/>
                    <a:pt x="462" y="1450"/>
                    <a:pt x="506" y="1407"/>
                  </a:cubicBezTo>
                  <a:lnTo>
                    <a:pt x="1133" y="779"/>
                  </a:lnTo>
                  <a:cubicBezTo>
                    <a:pt x="1155" y="758"/>
                    <a:pt x="1155" y="722"/>
                    <a:pt x="1133" y="700"/>
                  </a:cubicBezTo>
                  <a:lnTo>
                    <a:pt x="506" y="73"/>
                  </a:lnTo>
                  <a:cubicBezTo>
                    <a:pt x="462" y="22"/>
                    <a:pt x="397" y="0"/>
                    <a:pt x="333" y="0"/>
                  </a:cubicBezTo>
                  <a:close/>
                </a:path>
              </a:pathLst>
            </a:custGeom>
            <a:noFill/>
            <a:ln cap="flat" cmpd="sng" w="9525">
              <a:solidFill>
                <a:srgbClr val="869FB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5676" name="Google Shape;5676;p35"/>
          <p:cNvGrpSpPr/>
          <p:nvPr/>
        </p:nvGrpSpPr>
        <p:grpSpPr>
          <a:xfrm>
            <a:off x="8067390" y="2558477"/>
            <a:ext cx="141447" cy="125667"/>
            <a:chOff x="5058450" y="1870100"/>
            <a:chExt cx="58075" cy="51600"/>
          </a:xfrm>
        </p:grpSpPr>
        <p:sp>
          <p:nvSpPr>
            <p:cNvPr id="5677" name="Google Shape;5677;p35"/>
            <p:cNvSpPr/>
            <p:nvPr/>
          </p:nvSpPr>
          <p:spPr>
            <a:xfrm>
              <a:off x="5058450" y="1870100"/>
              <a:ext cx="25800" cy="51600"/>
            </a:xfrm>
            <a:custGeom>
              <a:rect b="b" l="l" r="r" t="t"/>
              <a:pathLst>
                <a:path extrusionOk="0" h="2064" w="1032">
                  <a:moveTo>
                    <a:pt x="0" y="1"/>
                  </a:moveTo>
                  <a:lnTo>
                    <a:pt x="0" y="621"/>
                  </a:lnTo>
                  <a:lnTo>
                    <a:pt x="0" y="1443"/>
                  </a:lnTo>
                  <a:lnTo>
                    <a:pt x="0" y="2063"/>
                  </a:lnTo>
                  <a:lnTo>
                    <a:pt x="1032" y="1032"/>
                  </a:lnTo>
                  <a:lnTo>
                    <a:pt x="0" y="1"/>
                  </a:lnTo>
                  <a:close/>
                </a:path>
              </a:pathLst>
            </a:custGeom>
            <a:noFill/>
            <a:ln cap="flat" cmpd="sng" w="9525">
              <a:solidFill>
                <a:srgbClr val="869FB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678" name="Google Shape;5678;p35"/>
            <p:cNvSpPr/>
            <p:nvPr/>
          </p:nvSpPr>
          <p:spPr>
            <a:xfrm>
              <a:off x="5090725" y="1870100"/>
              <a:ext cx="25800" cy="51600"/>
            </a:xfrm>
            <a:custGeom>
              <a:rect b="b" l="l" r="r" t="t"/>
              <a:pathLst>
                <a:path extrusionOk="0" h="2064" w="1032">
                  <a:moveTo>
                    <a:pt x="0" y="1"/>
                  </a:moveTo>
                  <a:lnTo>
                    <a:pt x="0" y="621"/>
                  </a:lnTo>
                  <a:lnTo>
                    <a:pt x="0" y="1443"/>
                  </a:lnTo>
                  <a:lnTo>
                    <a:pt x="0" y="2063"/>
                  </a:lnTo>
                  <a:lnTo>
                    <a:pt x="1032" y="1032"/>
                  </a:lnTo>
                  <a:lnTo>
                    <a:pt x="0" y="1"/>
                  </a:lnTo>
                  <a:close/>
                </a:path>
              </a:pathLst>
            </a:custGeom>
            <a:noFill/>
            <a:ln cap="flat" cmpd="sng" w="9525">
              <a:solidFill>
                <a:srgbClr val="869FB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5679" name="Google Shape;5679;p35"/>
          <p:cNvGrpSpPr/>
          <p:nvPr/>
        </p:nvGrpSpPr>
        <p:grpSpPr>
          <a:xfrm>
            <a:off x="7481905" y="2980885"/>
            <a:ext cx="101077" cy="107645"/>
            <a:chOff x="4811425" y="2065025"/>
            <a:chExt cx="41500" cy="44200"/>
          </a:xfrm>
        </p:grpSpPr>
        <p:sp>
          <p:nvSpPr>
            <p:cNvPr id="5680" name="Google Shape;5680;p35"/>
            <p:cNvSpPr/>
            <p:nvPr/>
          </p:nvSpPr>
          <p:spPr>
            <a:xfrm>
              <a:off x="4825300" y="2065025"/>
              <a:ext cx="27625" cy="44200"/>
            </a:xfrm>
            <a:custGeom>
              <a:rect b="b" l="l" r="r" t="t"/>
              <a:pathLst>
                <a:path extrusionOk="0" h="1768" w="1105">
                  <a:moveTo>
                    <a:pt x="217" y="0"/>
                  </a:moveTo>
                  <a:lnTo>
                    <a:pt x="1" y="224"/>
                  </a:lnTo>
                  <a:lnTo>
                    <a:pt x="657" y="880"/>
                  </a:lnTo>
                  <a:lnTo>
                    <a:pt x="1" y="1544"/>
                  </a:lnTo>
                  <a:lnTo>
                    <a:pt x="217" y="1767"/>
                  </a:lnTo>
                  <a:lnTo>
                    <a:pt x="1104" y="880"/>
                  </a:lnTo>
                  <a:lnTo>
                    <a:pt x="217" y="0"/>
                  </a:lnTo>
                  <a:close/>
                </a:path>
              </a:pathLst>
            </a:custGeom>
            <a:solidFill>
              <a:srgbClr val="869FB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681" name="Google Shape;5681;p35"/>
            <p:cNvSpPr/>
            <p:nvPr/>
          </p:nvSpPr>
          <p:spPr>
            <a:xfrm>
              <a:off x="4811425" y="2072950"/>
              <a:ext cx="19850" cy="28350"/>
            </a:xfrm>
            <a:custGeom>
              <a:rect b="b" l="l" r="r" t="t"/>
              <a:pathLst>
                <a:path extrusionOk="0" h="1134" w="794">
                  <a:moveTo>
                    <a:pt x="224" y="1"/>
                  </a:moveTo>
                  <a:lnTo>
                    <a:pt x="0" y="224"/>
                  </a:lnTo>
                  <a:lnTo>
                    <a:pt x="346" y="563"/>
                  </a:lnTo>
                  <a:lnTo>
                    <a:pt x="0" y="909"/>
                  </a:lnTo>
                  <a:lnTo>
                    <a:pt x="224" y="1133"/>
                  </a:lnTo>
                  <a:lnTo>
                    <a:pt x="794" y="563"/>
                  </a:lnTo>
                  <a:lnTo>
                    <a:pt x="224" y="1"/>
                  </a:lnTo>
                  <a:close/>
                </a:path>
              </a:pathLst>
            </a:custGeom>
            <a:solidFill>
              <a:srgbClr val="869FB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5682" name="Google Shape;5682;p35"/>
          <p:cNvGrpSpPr/>
          <p:nvPr/>
        </p:nvGrpSpPr>
        <p:grpSpPr>
          <a:xfrm>
            <a:off x="7774342" y="2981098"/>
            <a:ext cx="120867" cy="107218"/>
            <a:chOff x="4929875" y="2065025"/>
            <a:chExt cx="49625" cy="44025"/>
          </a:xfrm>
        </p:grpSpPr>
        <p:sp>
          <p:nvSpPr>
            <p:cNvPr id="5683" name="Google Shape;5683;p35"/>
            <p:cNvSpPr/>
            <p:nvPr/>
          </p:nvSpPr>
          <p:spPr>
            <a:xfrm>
              <a:off x="4950075" y="2065025"/>
              <a:ext cx="29425" cy="44025"/>
            </a:xfrm>
            <a:custGeom>
              <a:rect b="b" l="l" r="r" t="t"/>
              <a:pathLst>
                <a:path extrusionOk="0" h="1761" w="1177">
                  <a:moveTo>
                    <a:pt x="1" y="0"/>
                  </a:moveTo>
                  <a:lnTo>
                    <a:pt x="729" y="880"/>
                  </a:lnTo>
                  <a:lnTo>
                    <a:pt x="1" y="1760"/>
                  </a:lnTo>
                  <a:lnTo>
                    <a:pt x="1176" y="880"/>
                  </a:lnTo>
                  <a:lnTo>
                    <a:pt x="1" y="0"/>
                  </a:lnTo>
                  <a:close/>
                </a:path>
              </a:pathLst>
            </a:custGeom>
            <a:solidFill>
              <a:srgbClr val="869FB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684" name="Google Shape;5684;p35"/>
            <p:cNvSpPr/>
            <p:nvPr/>
          </p:nvSpPr>
          <p:spPr>
            <a:xfrm>
              <a:off x="4929875" y="2065025"/>
              <a:ext cx="29425" cy="44025"/>
            </a:xfrm>
            <a:custGeom>
              <a:rect b="b" l="l" r="r" t="t"/>
              <a:pathLst>
                <a:path extrusionOk="0" h="1761" w="1177">
                  <a:moveTo>
                    <a:pt x="1" y="0"/>
                  </a:moveTo>
                  <a:lnTo>
                    <a:pt x="736" y="880"/>
                  </a:lnTo>
                  <a:lnTo>
                    <a:pt x="1" y="1760"/>
                  </a:lnTo>
                  <a:lnTo>
                    <a:pt x="1" y="1760"/>
                  </a:lnTo>
                  <a:lnTo>
                    <a:pt x="1176" y="880"/>
                  </a:lnTo>
                  <a:lnTo>
                    <a:pt x="1" y="0"/>
                  </a:lnTo>
                  <a:close/>
                </a:path>
              </a:pathLst>
            </a:custGeom>
            <a:solidFill>
              <a:srgbClr val="869FB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5685" name="Google Shape;5685;p35"/>
          <p:cNvGrpSpPr/>
          <p:nvPr/>
        </p:nvGrpSpPr>
        <p:grpSpPr>
          <a:xfrm>
            <a:off x="8103011" y="2984112"/>
            <a:ext cx="70206" cy="101191"/>
            <a:chOff x="5083925" y="2066350"/>
            <a:chExt cx="28825" cy="41550"/>
          </a:xfrm>
        </p:grpSpPr>
        <p:sp>
          <p:nvSpPr>
            <p:cNvPr id="5686" name="Google Shape;5686;p35"/>
            <p:cNvSpPr/>
            <p:nvPr/>
          </p:nvSpPr>
          <p:spPr>
            <a:xfrm>
              <a:off x="5084050" y="2066350"/>
              <a:ext cx="28700" cy="41550"/>
            </a:xfrm>
            <a:custGeom>
              <a:rect b="b" l="l" r="r" t="t"/>
              <a:pathLst>
                <a:path extrusionOk="0" h="1662" w="1148">
                  <a:moveTo>
                    <a:pt x="52" y="1"/>
                  </a:moveTo>
                  <a:cubicBezTo>
                    <a:pt x="27" y="1"/>
                    <a:pt x="0" y="24"/>
                    <a:pt x="0" y="56"/>
                  </a:cubicBezTo>
                  <a:lnTo>
                    <a:pt x="0" y="200"/>
                  </a:lnTo>
                  <a:cubicBezTo>
                    <a:pt x="0" y="243"/>
                    <a:pt x="22" y="279"/>
                    <a:pt x="51" y="308"/>
                  </a:cubicBezTo>
                  <a:lnTo>
                    <a:pt x="700" y="791"/>
                  </a:lnTo>
                  <a:cubicBezTo>
                    <a:pt x="729" y="813"/>
                    <a:pt x="729" y="849"/>
                    <a:pt x="700" y="871"/>
                  </a:cubicBezTo>
                  <a:lnTo>
                    <a:pt x="51" y="1354"/>
                  </a:lnTo>
                  <a:cubicBezTo>
                    <a:pt x="22" y="1383"/>
                    <a:pt x="0" y="1419"/>
                    <a:pt x="0" y="1462"/>
                  </a:cubicBezTo>
                  <a:lnTo>
                    <a:pt x="0" y="1613"/>
                  </a:lnTo>
                  <a:cubicBezTo>
                    <a:pt x="0" y="1639"/>
                    <a:pt x="26" y="1661"/>
                    <a:pt x="51" y="1661"/>
                  </a:cubicBezTo>
                  <a:cubicBezTo>
                    <a:pt x="61" y="1661"/>
                    <a:pt x="71" y="1658"/>
                    <a:pt x="80" y="1649"/>
                  </a:cubicBezTo>
                  <a:lnTo>
                    <a:pt x="1111" y="878"/>
                  </a:lnTo>
                  <a:cubicBezTo>
                    <a:pt x="1147" y="856"/>
                    <a:pt x="1147" y="806"/>
                    <a:pt x="1111" y="784"/>
                  </a:cubicBezTo>
                  <a:lnTo>
                    <a:pt x="80" y="12"/>
                  </a:lnTo>
                  <a:cubicBezTo>
                    <a:pt x="72" y="4"/>
                    <a:pt x="62" y="1"/>
                    <a:pt x="52" y="1"/>
                  </a:cubicBezTo>
                  <a:close/>
                </a:path>
              </a:pathLst>
            </a:custGeom>
            <a:solidFill>
              <a:srgbClr val="869FB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687" name="Google Shape;5687;p35"/>
            <p:cNvSpPr/>
            <p:nvPr/>
          </p:nvSpPr>
          <p:spPr>
            <a:xfrm>
              <a:off x="5083925" y="2081325"/>
              <a:ext cx="8800" cy="11600"/>
            </a:xfrm>
            <a:custGeom>
              <a:rect b="b" l="l" r="r" t="t"/>
              <a:pathLst>
                <a:path extrusionOk="0" h="464" w="352">
                  <a:moveTo>
                    <a:pt x="53" y="0"/>
                  </a:moveTo>
                  <a:cubicBezTo>
                    <a:pt x="25" y="0"/>
                    <a:pt x="0" y="24"/>
                    <a:pt x="5" y="55"/>
                  </a:cubicBezTo>
                  <a:lnTo>
                    <a:pt x="5" y="416"/>
                  </a:lnTo>
                  <a:cubicBezTo>
                    <a:pt x="5" y="442"/>
                    <a:pt x="31" y="464"/>
                    <a:pt x="56" y="464"/>
                  </a:cubicBezTo>
                  <a:cubicBezTo>
                    <a:pt x="66" y="464"/>
                    <a:pt x="76" y="460"/>
                    <a:pt x="85" y="452"/>
                  </a:cubicBezTo>
                  <a:lnTo>
                    <a:pt x="323" y="279"/>
                  </a:lnTo>
                  <a:cubicBezTo>
                    <a:pt x="352" y="257"/>
                    <a:pt x="352" y="207"/>
                    <a:pt x="323" y="185"/>
                  </a:cubicBezTo>
                  <a:lnTo>
                    <a:pt x="85" y="12"/>
                  </a:lnTo>
                  <a:cubicBezTo>
                    <a:pt x="75" y="4"/>
                    <a:pt x="63" y="0"/>
                    <a:pt x="53" y="0"/>
                  </a:cubicBezTo>
                  <a:close/>
                </a:path>
              </a:pathLst>
            </a:custGeom>
            <a:solidFill>
              <a:srgbClr val="869FB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5688" name="Google Shape;5688;p35"/>
          <p:cNvGrpSpPr/>
          <p:nvPr/>
        </p:nvGrpSpPr>
        <p:grpSpPr>
          <a:xfrm>
            <a:off x="7134565" y="2999759"/>
            <a:ext cx="181026" cy="69896"/>
            <a:chOff x="4659775" y="2072775"/>
            <a:chExt cx="74325" cy="28700"/>
          </a:xfrm>
        </p:grpSpPr>
        <p:sp>
          <p:nvSpPr>
            <p:cNvPr id="5689" name="Google Shape;5689;p35"/>
            <p:cNvSpPr/>
            <p:nvPr/>
          </p:nvSpPr>
          <p:spPr>
            <a:xfrm>
              <a:off x="4659775" y="2072775"/>
              <a:ext cx="38075" cy="28700"/>
            </a:xfrm>
            <a:custGeom>
              <a:rect b="b" l="l" r="r" t="t"/>
              <a:pathLst>
                <a:path extrusionOk="0" h="1148" w="1523">
                  <a:moveTo>
                    <a:pt x="1" y="0"/>
                  </a:moveTo>
                  <a:lnTo>
                    <a:pt x="578" y="570"/>
                  </a:lnTo>
                  <a:lnTo>
                    <a:pt x="1" y="1147"/>
                  </a:lnTo>
                  <a:lnTo>
                    <a:pt x="945" y="1147"/>
                  </a:lnTo>
                  <a:lnTo>
                    <a:pt x="1522" y="570"/>
                  </a:lnTo>
                  <a:lnTo>
                    <a:pt x="945" y="0"/>
                  </a:lnTo>
                  <a:close/>
                </a:path>
              </a:pathLst>
            </a:custGeom>
            <a:noFill/>
            <a:ln cap="flat" cmpd="sng" w="9525">
              <a:solidFill>
                <a:srgbClr val="869FB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690" name="Google Shape;5690;p35"/>
            <p:cNvSpPr/>
            <p:nvPr/>
          </p:nvSpPr>
          <p:spPr>
            <a:xfrm>
              <a:off x="4691875" y="2072775"/>
              <a:ext cx="24550" cy="28700"/>
            </a:xfrm>
            <a:custGeom>
              <a:rect b="b" l="l" r="r" t="t"/>
              <a:pathLst>
                <a:path extrusionOk="0" h="1148" w="982">
                  <a:moveTo>
                    <a:pt x="0" y="0"/>
                  </a:moveTo>
                  <a:lnTo>
                    <a:pt x="570" y="570"/>
                  </a:lnTo>
                  <a:lnTo>
                    <a:pt x="0" y="1147"/>
                  </a:lnTo>
                  <a:lnTo>
                    <a:pt x="411" y="1147"/>
                  </a:lnTo>
                  <a:lnTo>
                    <a:pt x="981" y="570"/>
                  </a:lnTo>
                  <a:lnTo>
                    <a:pt x="411" y="0"/>
                  </a:lnTo>
                  <a:close/>
                </a:path>
              </a:pathLst>
            </a:custGeom>
            <a:noFill/>
            <a:ln cap="flat" cmpd="sng" w="9525">
              <a:solidFill>
                <a:srgbClr val="869FB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691" name="Google Shape;5691;p35"/>
            <p:cNvSpPr/>
            <p:nvPr/>
          </p:nvSpPr>
          <p:spPr>
            <a:xfrm>
              <a:off x="4709350" y="2072775"/>
              <a:ext cx="24750" cy="28700"/>
            </a:xfrm>
            <a:custGeom>
              <a:rect b="b" l="l" r="r" t="t"/>
              <a:pathLst>
                <a:path extrusionOk="0" h="1148" w="990">
                  <a:moveTo>
                    <a:pt x="1" y="0"/>
                  </a:moveTo>
                  <a:lnTo>
                    <a:pt x="578" y="570"/>
                  </a:lnTo>
                  <a:lnTo>
                    <a:pt x="1" y="1147"/>
                  </a:lnTo>
                  <a:lnTo>
                    <a:pt x="412" y="1147"/>
                  </a:lnTo>
                  <a:lnTo>
                    <a:pt x="989" y="570"/>
                  </a:lnTo>
                  <a:lnTo>
                    <a:pt x="412" y="0"/>
                  </a:lnTo>
                  <a:close/>
                </a:path>
              </a:pathLst>
            </a:custGeom>
            <a:noFill/>
            <a:ln cap="flat" cmpd="sng" w="9525">
              <a:solidFill>
                <a:srgbClr val="869FB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5692" name="Google Shape;5692;p35"/>
          <p:cNvGrpSpPr/>
          <p:nvPr/>
        </p:nvGrpSpPr>
        <p:grpSpPr>
          <a:xfrm>
            <a:off x="8054421" y="2790324"/>
            <a:ext cx="167387" cy="89197"/>
            <a:chOff x="4662475" y="1976500"/>
            <a:chExt cx="68725" cy="36625"/>
          </a:xfrm>
        </p:grpSpPr>
        <p:sp>
          <p:nvSpPr>
            <p:cNvPr id="5693" name="Google Shape;5693;p35"/>
            <p:cNvSpPr/>
            <p:nvPr/>
          </p:nvSpPr>
          <p:spPr>
            <a:xfrm>
              <a:off x="4690800" y="1976500"/>
              <a:ext cx="40400" cy="36625"/>
            </a:xfrm>
            <a:custGeom>
              <a:rect b="b" l="l" r="r" t="t"/>
              <a:pathLst>
                <a:path extrusionOk="0" h="1465" w="1616">
                  <a:moveTo>
                    <a:pt x="887" y="0"/>
                  </a:moveTo>
                  <a:lnTo>
                    <a:pt x="692" y="188"/>
                  </a:lnTo>
                  <a:lnTo>
                    <a:pt x="1104" y="599"/>
                  </a:lnTo>
                  <a:lnTo>
                    <a:pt x="0" y="599"/>
                  </a:lnTo>
                  <a:lnTo>
                    <a:pt x="0" y="866"/>
                  </a:lnTo>
                  <a:lnTo>
                    <a:pt x="1104" y="866"/>
                  </a:lnTo>
                  <a:lnTo>
                    <a:pt x="692" y="1269"/>
                  </a:lnTo>
                  <a:lnTo>
                    <a:pt x="887" y="1464"/>
                  </a:lnTo>
                  <a:lnTo>
                    <a:pt x="1616" y="729"/>
                  </a:lnTo>
                  <a:lnTo>
                    <a:pt x="887" y="0"/>
                  </a:lnTo>
                  <a:close/>
                </a:path>
              </a:pathLst>
            </a:custGeom>
            <a:solidFill>
              <a:srgbClr val="869FB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694" name="Google Shape;5694;p35"/>
            <p:cNvSpPr/>
            <p:nvPr/>
          </p:nvSpPr>
          <p:spPr>
            <a:xfrm>
              <a:off x="4674375" y="1991450"/>
              <a:ext cx="10675" cy="6700"/>
            </a:xfrm>
            <a:custGeom>
              <a:rect b="b" l="l" r="r" t="t"/>
              <a:pathLst>
                <a:path extrusionOk="0" h="268" w="427">
                  <a:moveTo>
                    <a:pt x="1" y="1"/>
                  </a:moveTo>
                  <a:lnTo>
                    <a:pt x="1" y="268"/>
                  </a:lnTo>
                  <a:lnTo>
                    <a:pt x="426" y="268"/>
                  </a:lnTo>
                  <a:lnTo>
                    <a:pt x="426" y="1"/>
                  </a:lnTo>
                  <a:close/>
                </a:path>
              </a:pathLst>
            </a:custGeom>
            <a:solidFill>
              <a:srgbClr val="869FB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695" name="Google Shape;5695;p35"/>
            <p:cNvSpPr/>
            <p:nvPr/>
          </p:nvSpPr>
          <p:spPr>
            <a:xfrm>
              <a:off x="4662475" y="1991450"/>
              <a:ext cx="5625" cy="6700"/>
            </a:xfrm>
            <a:custGeom>
              <a:rect b="b" l="l" r="r" t="t"/>
              <a:pathLst>
                <a:path extrusionOk="0" h="268" w="225">
                  <a:moveTo>
                    <a:pt x="1" y="1"/>
                  </a:moveTo>
                  <a:lnTo>
                    <a:pt x="1" y="268"/>
                  </a:lnTo>
                  <a:lnTo>
                    <a:pt x="224" y="268"/>
                  </a:lnTo>
                  <a:lnTo>
                    <a:pt x="224" y="1"/>
                  </a:lnTo>
                  <a:close/>
                </a:path>
              </a:pathLst>
            </a:custGeom>
            <a:solidFill>
              <a:srgbClr val="869FB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5696" name="Google Shape;5696;p35"/>
          <p:cNvGrpSpPr/>
          <p:nvPr/>
        </p:nvGrpSpPr>
        <p:grpSpPr>
          <a:xfrm>
            <a:off x="7751326" y="2793764"/>
            <a:ext cx="166899" cy="82317"/>
            <a:chOff x="4920150" y="1977875"/>
            <a:chExt cx="68525" cy="33800"/>
          </a:xfrm>
        </p:grpSpPr>
        <p:sp>
          <p:nvSpPr>
            <p:cNvPr id="5697" name="Google Shape;5697;p35"/>
            <p:cNvSpPr/>
            <p:nvPr/>
          </p:nvSpPr>
          <p:spPr>
            <a:xfrm>
              <a:off x="4949175" y="1977875"/>
              <a:ext cx="39500" cy="33800"/>
            </a:xfrm>
            <a:custGeom>
              <a:rect b="b" l="l" r="r" t="t"/>
              <a:pathLst>
                <a:path extrusionOk="0" h="1352" w="1580">
                  <a:moveTo>
                    <a:pt x="891" y="1"/>
                  </a:moveTo>
                  <a:cubicBezTo>
                    <a:pt x="859" y="1"/>
                    <a:pt x="828" y="12"/>
                    <a:pt x="801" y="32"/>
                  </a:cubicBezTo>
                  <a:cubicBezTo>
                    <a:pt x="743" y="89"/>
                    <a:pt x="743" y="176"/>
                    <a:pt x="801" y="226"/>
                  </a:cubicBezTo>
                  <a:lnTo>
                    <a:pt x="1039" y="472"/>
                  </a:lnTo>
                  <a:cubicBezTo>
                    <a:pt x="1068" y="493"/>
                    <a:pt x="1046" y="544"/>
                    <a:pt x="1010" y="544"/>
                  </a:cubicBezTo>
                  <a:lnTo>
                    <a:pt x="152" y="544"/>
                  </a:lnTo>
                  <a:cubicBezTo>
                    <a:pt x="147" y="543"/>
                    <a:pt x="143" y="543"/>
                    <a:pt x="139" y="543"/>
                  </a:cubicBezTo>
                  <a:cubicBezTo>
                    <a:pt x="66" y="543"/>
                    <a:pt x="14" y="598"/>
                    <a:pt x="8" y="666"/>
                  </a:cubicBezTo>
                  <a:cubicBezTo>
                    <a:pt x="0" y="746"/>
                    <a:pt x="65" y="811"/>
                    <a:pt x="145" y="811"/>
                  </a:cubicBezTo>
                  <a:lnTo>
                    <a:pt x="1010" y="811"/>
                  </a:lnTo>
                  <a:cubicBezTo>
                    <a:pt x="1046" y="811"/>
                    <a:pt x="1068" y="854"/>
                    <a:pt x="1039" y="883"/>
                  </a:cubicBezTo>
                  <a:lnTo>
                    <a:pt x="808" y="1113"/>
                  </a:lnTo>
                  <a:cubicBezTo>
                    <a:pt x="758" y="1164"/>
                    <a:pt x="751" y="1251"/>
                    <a:pt x="794" y="1308"/>
                  </a:cubicBezTo>
                  <a:cubicBezTo>
                    <a:pt x="823" y="1337"/>
                    <a:pt x="859" y="1351"/>
                    <a:pt x="895" y="1351"/>
                  </a:cubicBezTo>
                  <a:cubicBezTo>
                    <a:pt x="931" y="1351"/>
                    <a:pt x="967" y="1337"/>
                    <a:pt x="996" y="1308"/>
                  </a:cubicBezTo>
                  <a:lnTo>
                    <a:pt x="1522" y="774"/>
                  </a:lnTo>
                  <a:cubicBezTo>
                    <a:pt x="1580" y="717"/>
                    <a:pt x="1573" y="630"/>
                    <a:pt x="1522" y="573"/>
                  </a:cubicBezTo>
                  <a:lnTo>
                    <a:pt x="996" y="46"/>
                  </a:lnTo>
                  <a:cubicBezTo>
                    <a:pt x="965" y="15"/>
                    <a:pt x="928" y="1"/>
                    <a:pt x="891" y="1"/>
                  </a:cubicBezTo>
                  <a:close/>
                </a:path>
              </a:pathLst>
            </a:custGeom>
            <a:solidFill>
              <a:srgbClr val="869FB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698" name="Google Shape;5698;p35"/>
            <p:cNvSpPr/>
            <p:nvPr/>
          </p:nvSpPr>
          <p:spPr>
            <a:xfrm>
              <a:off x="4931875" y="1991450"/>
              <a:ext cx="12825" cy="6700"/>
            </a:xfrm>
            <a:custGeom>
              <a:rect b="b" l="l" r="r" t="t"/>
              <a:pathLst>
                <a:path extrusionOk="0" h="268" w="513">
                  <a:moveTo>
                    <a:pt x="180" y="1"/>
                  </a:moveTo>
                  <a:cubicBezTo>
                    <a:pt x="0" y="1"/>
                    <a:pt x="0" y="268"/>
                    <a:pt x="180" y="268"/>
                  </a:cubicBezTo>
                  <a:lnTo>
                    <a:pt x="332" y="268"/>
                  </a:lnTo>
                  <a:cubicBezTo>
                    <a:pt x="512" y="268"/>
                    <a:pt x="512" y="1"/>
                    <a:pt x="332" y="1"/>
                  </a:cubicBezTo>
                  <a:close/>
                </a:path>
              </a:pathLst>
            </a:custGeom>
            <a:solidFill>
              <a:srgbClr val="869FB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699" name="Google Shape;5699;p35"/>
            <p:cNvSpPr/>
            <p:nvPr/>
          </p:nvSpPr>
          <p:spPr>
            <a:xfrm>
              <a:off x="4920150" y="1991450"/>
              <a:ext cx="9225" cy="6700"/>
            </a:xfrm>
            <a:custGeom>
              <a:rect b="b" l="l" r="r" t="t"/>
              <a:pathLst>
                <a:path extrusionOk="0" h="268" w="369">
                  <a:moveTo>
                    <a:pt x="181" y="1"/>
                  </a:moveTo>
                  <a:cubicBezTo>
                    <a:pt x="0" y="1"/>
                    <a:pt x="0" y="268"/>
                    <a:pt x="181" y="268"/>
                  </a:cubicBezTo>
                  <a:lnTo>
                    <a:pt x="195" y="268"/>
                  </a:lnTo>
                  <a:cubicBezTo>
                    <a:pt x="368" y="268"/>
                    <a:pt x="368" y="1"/>
                    <a:pt x="195" y="1"/>
                  </a:cubicBezTo>
                  <a:close/>
                </a:path>
              </a:pathLst>
            </a:custGeom>
            <a:solidFill>
              <a:srgbClr val="869FB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5700" name="Google Shape;5700;p35"/>
          <p:cNvGrpSpPr/>
          <p:nvPr/>
        </p:nvGrpSpPr>
        <p:grpSpPr>
          <a:xfrm>
            <a:off x="7162483" y="3197682"/>
            <a:ext cx="125190" cy="127859"/>
            <a:chOff x="4676550" y="2160575"/>
            <a:chExt cx="51400" cy="52500"/>
          </a:xfrm>
        </p:grpSpPr>
        <p:sp>
          <p:nvSpPr>
            <p:cNvPr id="5701" name="Google Shape;5701;p35"/>
            <p:cNvSpPr/>
            <p:nvPr/>
          </p:nvSpPr>
          <p:spPr>
            <a:xfrm>
              <a:off x="4676550" y="2160575"/>
              <a:ext cx="27775" cy="52500"/>
            </a:xfrm>
            <a:custGeom>
              <a:rect b="b" l="l" r="r" t="t"/>
              <a:pathLst>
                <a:path extrusionOk="0" h="2100" w="1111">
                  <a:moveTo>
                    <a:pt x="0" y="1"/>
                  </a:moveTo>
                  <a:lnTo>
                    <a:pt x="823" y="1047"/>
                  </a:lnTo>
                  <a:lnTo>
                    <a:pt x="0" y="2100"/>
                  </a:lnTo>
                  <a:lnTo>
                    <a:pt x="289" y="2100"/>
                  </a:lnTo>
                  <a:lnTo>
                    <a:pt x="1111" y="1047"/>
                  </a:lnTo>
                  <a:lnTo>
                    <a:pt x="289" y="1"/>
                  </a:lnTo>
                  <a:close/>
                </a:path>
              </a:pathLst>
            </a:custGeom>
            <a:solidFill>
              <a:srgbClr val="869FB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702" name="Google Shape;5702;p35"/>
            <p:cNvSpPr/>
            <p:nvPr/>
          </p:nvSpPr>
          <p:spPr>
            <a:xfrm>
              <a:off x="4688275" y="2160575"/>
              <a:ext cx="27975" cy="52500"/>
            </a:xfrm>
            <a:custGeom>
              <a:rect b="b" l="l" r="r" t="t"/>
              <a:pathLst>
                <a:path extrusionOk="0" h="2100" w="1119">
                  <a:moveTo>
                    <a:pt x="0" y="1"/>
                  </a:moveTo>
                  <a:lnTo>
                    <a:pt x="822" y="1047"/>
                  </a:lnTo>
                  <a:lnTo>
                    <a:pt x="0" y="2100"/>
                  </a:lnTo>
                  <a:lnTo>
                    <a:pt x="296" y="2100"/>
                  </a:lnTo>
                  <a:lnTo>
                    <a:pt x="1118" y="1047"/>
                  </a:lnTo>
                  <a:lnTo>
                    <a:pt x="296" y="1"/>
                  </a:lnTo>
                  <a:close/>
                </a:path>
              </a:pathLst>
            </a:custGeom>
            <a:solidFill>
              <a:srgbClr val="869FB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703" name="Google Shape;5703;p35"/>
            <p:cNvSpPr/>
            <p:nvPr/>
          </p:nvSpPr>
          <p:spPr>
            <a:xfrm>
              <a:off x="4700175" y="2160575"/>
              <a:ext cx="27775" cy="52500"/>
            </a:xfrm>
            <a:custGeom>
              <a:rect b="b" l="l" r="r" t="t"/>
              <a:pathLst>
                <a:path extrusionOk="0" h="2100" w="1111">
                  <a:moveTo>
                    <a:pt x="0" y="1"/>
                  </a:moveTo>
                  <a:lnTo>
                    <a:pt x="822" y="1047"/>
                  </a:lnTo>
                  <a:lnTo>
                    <a:pt x="0" y="2100"/>
                  </a:lnTo>
                  <a:lnTo>
                    <a:pt x="289" y="2100"/>
                  </a:lnTo>
                  <a:lnTo>
                    <a:pt x="1111" y="1047"/>
                  </a:lnTo>
                  <a:lnTo>
                    <a:pt x="289" y="1"/>
                  </a:lnTo>
                  <a:close/>
                </a:path>
              </a:pathLst>
            </a:custGeom>
            <a:solidFill>
              <a:srgbClr val="869FB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5704" name="Google Shape;5704;p35"/>
          <p:cNvGrpSpPr/>
          <p:nvPr/>
        </p:nvGrpSpPr>
        <p:grpSpPr>
          <a:xfrm>
            <a:off x="7459741" y="3204714"/>
            <a:ext cx="145405" cy="113794"/>
            <a:chOff x="4768325" y="2163475"/>
            <a:chExt cx="59700" cy="46725"/>
          </a:xfrm>
        </p:grpSpPr>
        <p:sp>
          <p:nvSpPr>
            <p:cNvPr id="5705" name="Google Shape;5705;p35"/>
            <p:cNvSpPr/>
            <p:nvPr/>
          </p:nvSpPr>
          <p:spPr>
            <a:xfrm>
              <a:off x="4768325" y="2163475"/>
              <a:ext cx="35375" cy="46725"/>
            </a:xfrm>
            <a:custGeom>
              <a:rect b="b" l="l" r="r" t="t"/>
              <a:pathLst>
                <a:path extrusionOk="0" h="1869" w="1415">
                  <a:moveTo>
                    <a:pt x="0" y="0"/>
                  </a:moveTo>
                  <a:lnTo>
                    <a:pt x="895" y="931"/>
                  </a:lnTo>
                  <a:lnTo>
                    <a:pt x="0" y="1868"/>
                  </a:lnTo>
                  <a:lnTo>
                    <a:pt x="520" y="1868"/>
                  </a:lnTo>
                  <a:lnTo>
                    <a:pt x="1414" y="931"/>
                  </a:lnTo>
                  <a:lnTo>
                    <a:pt x="520" y="0"/>
                  </a:lnTo>
                  <a:close/>
                </a:path>
              </a:pathLst>
            </a:custGeom>
            <a:noFill/>
            <a:ln cap="flat" cmpd="sng" w="9525">
              <a:solidFill>
                <a:srgbClr val="869FB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706" name="Google Shape;5706;p35"/>
            <p:cNvSpPr/>
            <p:nvPr/>
          </p:nvSpPr>
          <p:spPr>
            <a:xfrm>
              <a:off x="4792475" y="2163475"/>
              <a:ext cx="35550" cy="46725"/>
            </a:xfrm>
            <a:custGeom>
              <a:rect b="b" l="l" r="r" t="t"/>
              <a:pathLst>
                <a:path extrusionOk="0" h="1869" w="1422">
                  <a:moveTo>
                    <a:pt x="1" y="0"/>
                  </a:moveTo>
                  <a:lnTo>
                    <a:pt x="895" y="931"/>
                  </a:lnTo>
                  <a:lnTo>
                    <a:pt x="1" y="1868"/>
                  </a:lnTo>
                  <a:lnTo>
                    <a:pt x="527" y="1868"/>
                  </a:lnTo>
                  <a:lnTo>
                    <a:pt x="1422" y="931"/>
                  </a:lnTo>
                  <a:lnTo>
                    <a:pt x="527" y="0"/>
                  </a:lnTo>
                  <a:close/>
                </a:path>
              </a:pathLst>
            </a:custGeom>
            <a:noFill/>
            <a:ln cap="flat" cmpd="sng" w="9525">
              <a:solidFill>
                <a:srgbClr val="869FB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5707" name="Google Shape;5707;p35"/>
          <p:cNvSpPr/>
          <p:nvPr/>
        </p:nvSpPr>
        <p:spPr>
          <a:xfrm>
            <a:off x="7791696" y="3196221"/>
            <a:ext cx="86159" cy="130781"/>
          </a:xfrm>
          <a:custGeom>
            <a:rect b="b" l="l" r="r" t="t"/>
            <a:pathLst>
              <a:path extrusionOk="0" h="2148" w="1415">
                <a:moveTo>
                  <a:pt x="308" y="0"/>
                </a:moveTo>
                <a:cubicBezTo>
                  <a:pt x="152" y="0"/>
                  <a:pt x="1" y="123"/>
                  <a:pt x="1" y="308"/>
                </a:cubicBezTo>
                <a:lnTo>
                  <a:pt x="8" y="1844"/>
                </a:lnTo>
                <a:cubicBezTo>
                  <a:pt x="8" y="2026"/>
                  <a:pt x="158" y="2148"/>
                  <a:pt x="316" y="2148"/>
                </a:cubicBezTo>
                <a:cubicBezTo>
                  <a:pt x="390" y="2148"/>
                  <a:pt x="465" y="2121"/>
                  <a:pt x="527" y="2061"/>
                </a:cubicBezTo>
                <a:lnTo>
                  <a:pt x="1292" y="1296"/>
                </a:lnTo>
                <a:cubicBezTo>
                  <a:pt x="1414" y="1181"/>
                  <a:pt x="1414" y="986"/>
                  <a:pt x="1292" y="864"/>
                </a:cubicBezTo>
                <a:lnTo>
                  <a:pt x="520" y="92"/>
                </a:lnTo>
                <a:cubicBezTo>
                  <a:pt x="459" y="29"/>
                  <a:pt x="383" y="0"/>
                  <a:pt x="308" y="0"/>
                </a:cubicBezTo>
                <a:close/>
              </a:path>
            </a:pathLst>
          </a:custGeom>
          <a:noFill/>
          <a:ln cap="flat" cmpd="sng" w="9525">
            <a:solidFill>
              <a:srgbClr val="869FB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708" name="Google Shape;5708;p35"/>
          <p:cNvSpPr/>
          <p:nvPr/>
        </p:nvSpPr>
        <p:spPr>
          <a:xfrm>
            <a:off x="8064072" y="4203306"/>
            <a:ext cx="148084" cy="162989"/>
          </a:xfrm>
          <a:custGeom>
            <a:rect b="b" l="l" r="r" t="t"/>
            <a:pathLst>
              <a:path extrusionOk="0" h="2677" w="2432">
                <a:moveTo>
                  <a:pt x="801" y="1"/>
                </a:moveTo>
                <a:lnTo>
                  <a:pt x="1205" y="751"/>
                </a:lnTo>
                <a:lnTo>
                  <a:pt x="1" y="751"/>
                </a:lnTo>
                <a:lnTo>
                  <a:pt x="1" y="1927"/>
                </a:lnTo>
                <a:lnTo>
                  <a:pt x="1205" y="1927"/>
                </a:lnTo>
                <a:lnTo>
                  <a:pt x="801" y="2677"/>
                </a:lnTo>
                <a:lnTo>
                  <a:pt x="2431" y="1335"/>
                </a:lnTo>
                <a:lnTo>
                  <a:pt x="801" y="1"/>
                </a:lnTo>
                <a:close/>
              </a:path>
            </a:pathLst>
          </a:custGeom>
          <a:noFill/>
          <a:ln cap="flat" cmpd="sng" w="9525">
            <a:solidFill>
              <a:srgbClr val="869FB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709" name="Google Shape;5709;p35"/>
          <p:cNvSpPr/>
          <p:nvPr/>
        </p:nvSpPr>
        <p:spPr>
          <a:xfrm>
            <a:off x="7165528" y="3431527"/>
            <a:ext cx="119101" cy="163415"/>
          </a:xfrm>
          <a:custGeom>
            <a:rect b="b" l="l" r="r" t="t"/>
            <a:pathLst>
              <a:path extrusionOk="0" h="2684" w="1956">
                <a:moveTo>
                  <a:pt x="1" y="0"/>
                </a:moveTo>
                <a:lnTo>
                  <a:pt x="787" y="1342"/>
                </a:lnTo>
                <a:lnTo>
                  <a:pt x="1" y="2683"/>
                </a:lnTo>
                <a:lnTo>
                  <a:pt x="1955" y="1342"/>
                </a:lnTo>
                <a:lnTo>
                  <a:pt x="1" y="0"/>
                </a:lnTo>
                <a:close/>
              </a:path>
            </a:pathLst>
          </a:custGeom>
          <a:noFill/>
          <a:ln cap="flat" cmpd="sng" w="9525">
            <a:solidFill>
              <a:srgbClr val="869FB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710" name="Google Shape;5710;p35"/>
          <p:cNvSpPr/>
          <p:nvPr/>
        </p:nvSpPr>
        <p:spPr>
          <a:xfrm>
            <a:off x="7133499" y="4219136"/>
            <a:ext cx="183157" cy="131329"/>
          </a:xfrm>
          <a:custGeom>
            <a:rect b="b" l="l" r="r" t="t"/>
            <a:pathLst>
              <a:path extrusionOk="0" h="2157" w="3008">
                <a:moveTo>
                  <a:pt x="0" y="0"/>
                </a:moveTo>
                <a:lnTo>
                  <a:pt x="729" y="1075"/>
                </a:lnTo>
                <a:lnTo>
                  <a:pt x="0" y="2157"/>
                </a:lnTo>
                <a:lnTo>
                  <a:pt x="0" y="2157"/>
                </a:lnTo>
                <a:lnTo>
                  <a:pt x="3008" y="1075"/>
                </a:lnTo>
                <a:lnTo>
                  <a:pt x="0" y="0"/>
                </a:lnTo>
                <a:close/>
              </a:path>
            </a:pathLst>
          </a:custGeom>
          <a:noFill/>
          <a:ln cap="flat" cmpd="sng" w="9525">
            <a:solidFill>
              <a:srgbClr val="869FB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711" name="Google Shape;5711;p35"/>
          <p:cNvSpPr/>
          <p:nvPr/>
        </p:nvSpPr>
        <p:spPr>
          <a:xfrm>
            <a:off x="7150823" y="3700780"/>
            <a:ext cx="148511" cy="112515"/>
          </a:xfrm>
          <a:custGeom>
            <a:rect b="b" l="l" r="r" t="t"/>
            <a:pathLst>
              <a:path extrusionOk="0" h="1848" w="2439">
                <a:moveTo>
                  <a:pt x="1580" y="1"/>
                </a:moveTo>
                <a:lnTo>
                  <a:pt x="1371" y="203"/>
                </a:lnTo>
                <a:lnTo>
                  <a:pt x="1919" y="780"/>
                </a:lnTo>
                <a:lnTo>
                  <a:pt x="1" y="780"/>
                </a:lnTo>
                <a:lnTo>
                  <a:pt x="1" y="1068"/>
                </a:lnTo>
                <a:lnTo>
                  <a:pt x="1919" y="1068"/>
                </a:lnTo>
                <a:lnTo>
                  <a:pt x="1371" y="1645"/>
                </a:lnTo>
                <a:lnTo>
                  <a:pt x="1580" y="1847"/>
                </a:lnTo>
                <a:lnTo>
                  <a:pt x="2439" y="924"/>
                </a:lnTo>
                <a:lnTo>
                  <a:pt x="1580" y="1"/>
                </a:lnTo>
                <a:close/>
              </a:path>
            </a:pathLst>
          </a:custGeom>
          <a:solidFill>
            <a:srgbClr val="869FB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712" name="Google Shape;5712;p35"/>
          <p:cNvSpPr/>
          <p:nvPr/>
        </p:nvSpPr>
        <p:spPr>
          <a:xfrm>
            <a:off x="7784572" y="3682697"/>
            <a:ext cx="100408" cy="148681"/>
          </a:xfrm>
          <a:custGeom>
            <a:rect b="b" l="l" r="r" t="t"/>
            <a:pathLst>
              <a:path extrusionOk="0" h="2442" w="1649">
                <a:moveTo>
                  <a:pt x="501" y="1"/>
                </a:moveTo>
                <a:cubicBezTo>
                  <a:pt x="238" y="1"/>
                  <a:pt x="1" y="336"/>
                  <a:pt x="250" y="590"/>
                </a:cubicBezTo>
                <a:lnTo>
                  <a:pt x="841" y="1232"/>
                </a:lnTo>
                <a:lnTo>
                  <a:pt x="250" y="1874"/>
                </a:lnTo>
                <a:cubicBezTo>
                  <a:pt x="36" y="2126"/>
                  <a:pt x="260" y="2441"/>
                  <a:pt x="516" y="2441"/>
                </a:cubicBezTo>
                <a:cubicBezTo>
                  <a:pt x="596" y="2441"/>
                  <a:pt x="680" y="2410"/>
                  <a:pt x="754" y="2336"/>
                </a:cubicBezTo>
                <a:lnTo>
                  <a:pt x="1555" y="1463"/>
                </a:lnTo>
                <a:cubicBezTo>
                  <a:pt x="1613" y="1405"/>
                  <a:pt x="1641" y="1326"/>
                  <a:pt x="1649" y="1246"/>
                </a:cubicBezTo>
                <a:cubicBezTo>
                  <a:pt x="1649" y="1239"/>
                  <a:pt x="1649" y="1239"/>
                  <a:pt x="1649" y="1232"/>
                </a:cubicBezTo>
                <a:cubicBezTo>
                  <a:pt x="1649" y="1225"/>
                  <a:pt x="1649" y="1225"/>
                  <a:pt x="1649" y="1218"/>
                </a:cubicBezTo>
                <a:cubicBezTo>
                  <a:pt x="1641" y="1138"/>
                  <a:pt x="1613" y="1059"/>
                  <a:pt x="1555" y="1001"/>
                </a:cubicBezTo>
                <a:lnTo>
                  <a:pt x="754" y="129"/>
                </a:lnTo>
                <a:cubicBezTo>
                  <a:pt x="679" y="38"/>
                  <a:pt x="588" y="1"/>
                  <a:pt x="501" y="1"/>
                </a:cubicBezTo>
                <a:close/>
              </a:path>
            </a:pathLst>
          </a:custGeom>
          <a:noFill/>
          <a:ln cap="flat" cmpd="sng" w="9525">
            <a:solidFill>
              <a:srgbClr val="869FB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nvGrpSpPr>
          <p:cNvPr id="5713" name="Google Shape;5713;p35"/>
          <p:cNvGrpSpPr/>
          <p:nvPr/>
        </p:nvGrpSpPr>
        <p:grpSpPr>
          <a:xfrm>
            <a:off x="7476059" y="3459808"/>
            <a:ext cx="112768" cy="106853"/>
            <a:chOff x="4768575" y="2253950"/>
            <a:chExt cx="46300" cy="43875"/>
          </a:xfrm>
        </p:grpSpPr>
        <p:sp>
          <p:nvSpPr>
            <p:cNvPr id="5714" name="Google Shape;5714;p35"/>
            <p:cNvSpPr/>
            <p:nvPr/>
          </p:nvSpPr>
          <p:spPr>
            <a:xfrm>
              <a:off x="4785700" y="2253950"/>
              <a:ext cx="29175" cy="43875"/>
            </a:xfrm>
            <a:custGeom>
              <a:rect b="b" l="l" r="r" t="t"/>
              <a:pathLst>
                <a:path extrusionOk="0" h="1755" w="1167">
                  <a:moveTo>
                    <a:pt x="262" y="1"/>
                  </a:moveTo>
                  <a:cubicBezTo>
                    <a:pt x="150" y="1"/>
                    <a:pt x="49" y="149"/>
                    <a:pt x="164" y="247"/>
                  </a:cubicBezTo>
                  <a:lnTo>
                    <a:pt x="770" y="853"/>
                  </a:lnTo>
                  <a:lnTo>
                    <a:pt x="106" y="1517"/>
                  </a:lnTo>
                  <a:cubicBezTo>
                    <a:pt x="1" y="1616"/>
                    <a:pt x="95" y="1754"/>
                    <a:pt x="204" y="1754"/>
                  </a:cubicBezTo>
                  <a:cubicBezTo>
                    <a:pt x="236" y="1754"/>
                    <a:pt x="271" y="1742"/>
                    <a:pt x="301" y="1711"/>
                  </a:cubicBezTo>
                  <a:lnTo>
                    <a:pt x="1166" y="853"/>
                  </a:lnTo>
                  <a:lnTo>
                    <a:pt x="366" y="52"/>
                  </a:lnTo>
                  <a:cubicBezTo>
                    <a:pt x="334" y="16"/>
                    <a:pt x="297" y="1"/>
                    <a:pt x="262" y="1"/>
                  </a:cubicBezTo>
                  <a:close/>
                </a:path>
              </a:pathLst>
            </a:custGeom>
            <a:solidFill>
              <a:srgbClr val="869FB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715" name="Google Shape;5715;p35"/>
            <p:cNvSpPr/>
            <p:nvPr/>
          </p:nvSpPr>
          <p:spPr>
            <a:xfrm>
              <a:off x="4768575" y="2253950"/>
              <a:ext cx="29175" cy="43875"/>
            </a:xfrm>
            <a:custGeom>
              <a:rect b="b" l="l" r="r" t="t"/>
              <a:pathLst>
                <a:path extrusionOk="0" h="1755" w="1167">
                  <a:moveTo>
                    <a:pt x="261" y="1"/>
                  </a:moveTo>
                  <a:cubicBezTo>
                    <a:pt x="150" y="1"/>
                    <a:pt x="50" y="149"/>
                    <a:pt x="171" y="247"/>
                  </a:cubicBezTo>
                  <a:lnTo>
                    <a:pt x="769" y="853"/>
                  </a:lnTo>
                  <a:lnTo>
                    <a:pt x="106" y="1517"/>
                  </a:lnTo>
                  <a:cubicBezTo>
                    <a:pt x="1" y="1616"/>
                    <a:pt x="95" y="1754"/>
                    <a:pt x="203" y="1754"/>
                  </a:cubicBezTo>
                  <a:cubicBezTo>
                    <a:pt x="236" y="1754"/>
                    <a:pt x="270" y="1742"/>
                    <a:pt x="301" y="1711"/>
                  </a:cubicBezTo>
                  <a:lnTo>
                    <a:pt x="1166" y="853"/>
                  </a:lnTo>
                  <a:lnTo>
                    <a:pt x="365" y="52"/>
                  </a:lnTo>
                  <a:cubicBezTo>
                    <a:pt x="334" y="16"/>
                    <a:pt x="297" y="1"/>
                    <a:pt x="261" y="1"/>
                  </a:cubicBezTo>
                  <a:close/>
                </a:path>
              </a:pathLst>
            </a:custGeom>
            <a:solidFill>
              <a:srgbClr val="869FB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5716" name="Google Shape;5716;p35"/>
          <p:cNvGrpSpPr/>
          <p:nvPr/>
        </p:nvGrpSpPr>
        <p:grpSpPr>
          <a:xfrm>
            <a:off x="7775682" y="3948834"/>
            <a:ext cx="118187" cy="146246"/>
            <a:chOff x="4960900" y="2433225"/>
            <a:chExt cx="48525" cy="60050"/>
          </a:xfrm>
        </p:grpSpPr>
        <p:sp>
          <p:nvSpPr>
            <p:cNvPr id="5717" name="Google Shape;5717;p35"/>
            <p:cNvSpPr/>
            <p:nvPr/>
          </p:nvSpPr>
          <p:spPr>
            <a:xfrm>
              <a:off x="4974225" y="2433225"/>
              <a:ext cx="35200" cy="60050"/>
            </a:xfrm>
            <a:custGeom>
              <a:rect b="b" l="l" r="r" t="t"/>
              <a:pathLst>
                <a:path extrusionOk="0" h="2402" w="1408">
                  <a:moveTo>
                    <a:pt x="102" y="0"/>
                  </a:moveTo>
                  <a:lnTo>
                    <a:pt x="95" y="7"/>
                  </a:lnTo>
                  <a:lnTo>
                    <a:pt x="1112" y="1154"/>
                  </a:lnTo>
                  <a:lnTo>
                    <a:pt x="1" y="2402"/>
                  </a:lnTo>
                  <a:lnTo>
                    <a:pt x="297" y="2402"/>
                  </a:lnTo>
                  <a:lnTo>
                    <a:pt x="1407" y="1154"/>
                  </a:lnTo>
                  <a:lnTo>
                    <a:pt x="383" y="0"/>
                  </a:lnTo>
                  <a:close/>
                </a:path>
              </a:pathLst>
            </a:custGeom>
            <a:solidFill>
              <a:srgbClr val="869FB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718" name="Google Shape;5718;p35"/>
            <p:cNvSpPr/>
            <p:nvPr/>
          </p:nvSpPr>
          <p:spPr>
            <a:xfrm>
              <a:off x="4960900" y="2433225"/>
              <a:ext cx="35175" cy="60050"/>
            </a:xfrm>
            <a:custGeom>
              <a:rect b="b" l="l" r="r" t="t"/>
              <a:pathLst>
                <a:path extrusionOk="0" h="2402" w="1407">
                  <a:moveTo>
                    <a:pt x="108" y="0"/>
                  </a:moveTo>
                  <a:lnTo>
                    <a:pt x="94" y="7"/>
                  </a:lnTo>
                  <a:lnTo>
                    <a:pt x="1111" y="1154"/>
                  </a:lnTo>
                  <a:lnTo>
                    <a:pt x="0" y="2402"/>
                  </a:lnTo>
                  <a:lnTo>
                    <a:pt x="296" y="2402"/>
                  </a:lnTo>
                  <a:lnTo>
                    <a:pt x="1407" y="1154"/>
                  </a:lnTo>
                  <a:lnTo>
                    <a:pt x="390" y="0"/>
                  </a:lnTo>
                  <a:close/>
                </a:path>
              </a:pathLst>
            </a:custGeom>
            <a:solidFill>
              <a:srgbClr val="869FB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5719" name="Google Shape;5719;p35"/>
          <p:cNvGrpSpPr/>
          <p:nvPr/>
        </p:nvGrpSpPr>
        <p:grpSpPr>
          <a:xfrm>
            <a:off x="7464247" y="4212895"/>
            <a:ext cx="136394" cy="143810"/>
            <a:chOff x="4854075" y="2527625"/>
            <a:chExt cx="56000" cy="59050"/>
          </a:xfrm>
        </p:grpSpPr>
        <p:sp>
          <p:nvSpPr>
            <p:cNvPr id="5720" name="Google Shape;5720;p35"/>
            <p:cNvSpPr/>
            <p:nvPr/>
          </p:nvSpPr>
          <p:spPr>
            <a:xfrm>
              <a:off x="4872325" y="2527625"/>
              <a:ext cx="37750" cy="59050"/>
            </a:xfrm>
            <a:custGeom>
              <a:rect b="b" l="l" r="r" t="t"/>
              <a:pathLst>
                <a:path extrusionOk="0" h="2362" w="1510">
                  <a:moveTo>
                    <a:pt x="305" y="1"/>
                  </a:moveTo>
                  <a:cubicBezTo>
                    <a:pt x="141" y="1"/>
                    <a:pt x="1" y="210"/>
                    <a:pt x="146" y="371"/>
                  </a:cubicBezTo>
                  <a:lnTo>
                    <a:pt x="961" y="1179"/>
                  </a:lnTo>
                  <a:lnTo>
                    <a:pt x="146" y="1994"/>
                  </a:lnTo>
                  <a:cubicBezTo>
                    <a:pt x="0" y="2151"/>
                    <a:pt x="143" y="2361"/>
                    <a:pt x="308" y="2361"/>
                  </a:cubicBezTo>
                  <a:cubicBezTo>
                    <a:pt x="355" y="2361"/>
                    <a:pt x="404" y="2344"/>
                    <a:pt x="449" y="2304"/>
                  </a:cubicBezTo>
                  <a:lnTo>
                    <a:pt x="1423" y="1338"/>
                  </a:lnTo>
                  <a:cubicBezTo>
                    <a:pt x="1509" y="1244"/>
                    <a:pt x="1509" y="1107"/>
                    <a:pt x="1423" y="1013"/>
                  </a:cubicBezTo>
                  <a:lnTo>
                    <a:pt x="1423" y="1020"/>
                  </a:lnTo>
                  <a:lnTo>
                    <a:pt x="449" y="61"/>
                  </a:lnTo>
                  <a:cubicBezTo>
                    <a:pt x="403" y="19"/>
                    <a:pt x="353" y="1"/>
                    <a:pt x="305" y="1"/>
                  </a:cubicBezTo>
                  <a:close/>
                </a:path>
              </a:pathLst>
            </a:custGeom>
            <a:noFill/>
            <a:ln cap="flat" cmpd="sng" w="9525">
              <a:solidFill>
                <a:srgbClr val="869FB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721" name="Google Shape;5721;p35"/>
            <p:cNvSpPr/>
            <p:nvPr/>
          </p:nvSpPr>
          <p:spPr>
            <a:xfrm>
              <a:off x="4854075" y="2539100"/>
              <a:ext cx="26075" cy="35875"/>
            </a:xfrm>
            <a:custGeom>
              <a:rect b="b" l="l" r="r" t="t"/>
              <a:pathLst>
                <a:path extrusionOk="0" h="1435" w="1043">
                  <a:moveTo>
                    <a:pt x="326" y="1"/>
                  </a:moveTo>
                  <a:cubicBezTo>
                    <a:pt x="152" y="1"/>
                    <a:pt x="1" y="234"/>
                    <a:pt x="177" y="388"/>
                  </a:cubicBezTo>
                  <a:lnTo>
                    <a:pt x="516" y="720"/>
                  </a:lnTo>
                  <a:lnTo>
                    <a:pt x="177" y="1059"/>
                  </a:lnTo>
                  <a:cubicBezTo>
                    <a:pt x="21" y="1215"/>
                    <a:pt x="165" y="1435"/>
                    <a:pt x="336" y="1435"/>
                  </a:cubicBezTo>
                  <a:cubicBezTo>
                    <a:pt x="386" y="1435"/>
                    <a:pt x="439" y="1415"/>
                    <a:pt x="487" y="1369"/>
                  </a:cubicBezTo>
                  <a:lnTo>
                    <a:pt x="977" y="886"/>
                  </a:lnTo>
                  <a:cubicBezTo>
                    <a:pt x="1020" y="843"/>
                    <a:pt x="1042" y="785"/>
                    <a:pt x="1042" y="720"/>
                  </a:cubicBezTo>
                  <a:cubicBezTo>
                    <a:pt x="1042" y="662"/>
                    <a:pt x="1013" y="605"/>
                    <a:pt x="977" y="561"/>
                  </a:cubicBezTo>
                  <a:lnTo>
                    <a:pt x="487" y="78"/>
                  </a:lnTo>
                  <a:cubicBezTo>
                    <a:pt x="437" y="23"/>
                    <a:pt x="380" y="1"/>
                    <a:pt x="326" y="1"/>
                  </a:cubicBezTo>
                  <a:close/>
                </a:path>
              </a:pathLst>
            </a:custGeom>
            <a:noFill/>
            <a:ln cap="flat" cmpd="sng" w="9525">
              <a:solidFill>
                <a:srgbClr val="869FB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5722" name="Google Shape;5722;p35"/>
          <p:cNvSpPr/>
          <p:nvPr/>
        </p:nvSpPr>
        <p:spPr>
          <a:xfrm>
            <a:off x="7479500" y="3955623"/>
            <a:ext cx="105888" cy="132668"/>
          </a:xfrm>
          <a:custGeom>
            <a:rect b="b" l="l" r="r" t="t"/>
            <a:pathLst>
              <a:path extrusionOk="0" h="2179" w="1739">
                <a:moveTo>
                  <a:pt x="1" y="1"/>
                </a:moveTo>
                <a:lnTo>
                  <a:pt x="1" y="2179"/>
                </a:lnTo>
                <a:lnTo>
                  <a:pt x="758" y="2179"/>
                </a:lnTo>
                <a:lnTo>
                  <a:pt x="1739" y="1090"/>
                </a:lnTo>
                <a:lnTo>
                  <a:pt x="758" y="1"/>
                </a:lnTo>
                <a:close/>
              </a:path>
            </a:pathLst>
          </a:custGeom>
          <a:noFill/>
          <a:ln cap="flat" cmpd="sng" w="9525">
            <a:solidFill>
              <a:srgbClr val="869FB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723" name="Google Shape;5723;p35"/>
          <p:cNvSpPr/>
          <p:nvPr/>
        </p:nvSpPr>
        <p:spPr>
          <a:xfrm>
            <a:off x="8058166" y="3195277"/>
            <a:ext cx="159897" cy="132668"/>
          </a:xfrm>
          <a:custGeom>
            <a:rect b="b" l="l" r="r" t="t"/>
            <a:pathLst>
              <a:path extrusionOk="0" h="2179" w="2626">
                <a:moveTo>
                  <a:pt x="0" y="1"/>
                </a:moveTo>
                <a:lnTo>
                  <a:pt x="887" y="1090"/>
                </a:lnTo>
                <a:lnTo>
                  <a:pt x="0" y="2179"/>
                </a:lnTo>
                <a:lnTo>
                  <a:pt x="1644" y="2179"/>
                </a:lnTo>
                <a:lnTo>
                  <a:pt x="2625" y="1090"/>
                </a:lnTo>
                <a:lnTo>
                  <a:pt x="1644" y="1"/>
                </a:lnTo>
                <a:close/>
              </a:path>
            </a:pathLst>
          </a:custGeom>
          <a:noFill/>
          <a:ln cap="flat" cmpd="sng" w="9525">
            <a:solidFill>
              <a:srgbClr val="869FB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724" name="Google Shape;5724;p35"/>
          <p:cNvSpPr/>
          <p:nvPr/>
        </p:nvSpPr>
        <p:spPr>
          <a:xfrm>
            <a:off x="7157429" y="3955623"/>
            <a:ext cx="135298" cy="132668"/>
          </a:xfrm>
          <a:custGeom>
            <a:rect b="b" l="l" r="r" t="t"/>
            <a:pathLst>
              <a:path extrusionOk="0" h="2179" w="2222">
                <a:moveTo>
                  <a:pt x="477" y="1"/>
                </a:moveTo>
                <a:lnTo>
                  <a:pt x="895" y="513"/>
                </a:lnTo>
                <a:lnTo>
                  <a:pt x="1" y="513"/>
                </a:lnTo>
                <a:lnTo>
                  <a:pt x="1" y="1659"/>
                </a:lnTo>
                <a:lnTo>
                  <a:pt x="895" y="1659"/>
                </a:lnTo>
                <a:lnTo>
                  <a:pt x="477" y="2179"/>
                </a:lnTo>
                <a:lnTo>
                  <a:pt x="1234" y="2179"/>
                </a:lnTo>
                <a:lnTo>
                  <a:pt x="2222" y="1090"/>
                </a:lnTo>
                <a:lnTo>
                  <a:pt x="1234" y="1"/>
                </a:lnTo>
                <a:close/>
              </a:path>
            </a:pathLst>
          </a:custGeom>
          <a:noFill/>
          <a:ln cap="flat" cmpd="sng" w="9525">
            <a:solidFill>
              <a:srgbClr val="869FB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nvGrpSpPr>
          <p:cNvPr id="5725" name="Google Shape;5725;p35"/>
          <p:cNvGrpSpPr/>
          <p:nvPr/>
        </p:nvGrpSpPr>
        <p:grpSpPr>
          <a:xfrm>
            <a:off x="8088458" y="3676639"/>
            <a:ext cx="99312" cy="160797"/>
            <a:chOff x="5059700" y="2334775"/>
            <a:chExt cx="40775" cy="66025"/>
          </a:xfrm>
        </p:grpSpPr>
        <p:sp>
          <p:nvSpPr>
            <p:cNvPr id="5726" name="Google Shape;5726;p35"/>
            <p:cNvSpPr/>
            <p:nvPr/>
          </p:nvSpPr>
          <p:spPr>
            <a:xfrm>
              <a:off x="5059700" y="2334775"/>
              <a:ext cx="12475" cy="10525"/>
            </a:xfrm>
            <a:custGeom>
              <a:rect b="b" l="l" r="r" t="t"/>
              <a:pathLst>
                <a:path extrusionOk="0" h="421" w="499">
                  <a:moveTo>
                    <a:pt x="282" y="0"/>
                  </a:moveTo>
                  <a:cubicBezTo>
                    <a:pt x="94" y="0"/>
                    <a:pt x="1" y="224"/>
                    <a:pt x="138" y="361"/>
                  </a:cubicBezTo>
                  <a:cubicBezTo>
                    <a:pt x="179" y="402"/>
                    <a:pt x="230" y="421"/>
                    <a:pt x="281" y="421"/>
                  </a:cubicBezTo>
                  <a:cubicBezTo>
                    <a:pt x="388" y="421"/>
                    <a:pt x="491" y="337"/>
                    <a:pt x="491" y="209"/>
                  </a:cubicBezTo>
                  <a:cubicBezTo>
                    <a:pt x="498" y="94"/>
                    <a:pt x="397" y="0"/>
                    <a:pt x="282" y="0"/>
                  </a:cubicBezTo>
                  <a:close/>
                </a:path>
              </a:pathLst>
            </a:custGeom>
            <a:solidFill>
              <a:srgbClr val="869FB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727" name="Google Shape;5727;p35"/>
            <p:cNvSpPr/>
            <p:nvPr/>
          </p:nvSpPr>
          <p:spPr>
            <a:xfrm>
              <a:off x="5059700" y="2348650"/>
              <a:ext cx="12475" cy="10550"/>
            </a:xfrm>
            <a:custGeom>
              <a:rect b="b" l="l" r="r" t="t"/>
              <a:pathLst>
                <a:path extrusionOk="0" h="422" w="499">
                  <a:moveTo>
                    <a:pt x="282" y="1"/>
                  </a:moveTo>
                  <a:cubicBezTo>
                    <a:pt x="94" y="1"/>
                    <a:pt x="1" y="224"/>
                    <a:pt x="138" y="361"/>
                  </a:cubicBezTo>
                  <a:cubicBezTo>
                    <a:pt x="179" y="403"/>
                    <a:pt x="230" y="421"/>
                    <a:pt x="281" y="421"/>
                  </a:cubicBezTo>
                  <a:cubicBezTo>
                    <a:pt x="388" y="421"/>
                    <a:pt x="491" y="337"/>
                    <a:pt x="491" y="210"/>
                  </a:cubicBezTo>
                  <a:cubicBezTo>
                    <a:pt x="498" y="94"/>
                    <a:pt x="397" y="1"/>
                    <a:pt x="282" y="1"/>
                  </a:cubicBezTo>
                  <a:close/>
                </a:path>
              </a:pathLst>
            </a:custGeom>
            <a:solidFill>
              <a:srgbClr val="869FB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728" name="Google Shape;5728;p35"/>
            <p:cNvSpPr/>
            <p:nvPr/>
          </p:nvSpPr>
          <p:spPr>
            <a:xfrm>
              <a:off x="5059700" y="2362525"/>
              <a:ext cx="12475" cy="10550"/>
            </a:xfrm>
            <a:custGeom>
              <a:rect b="b" l="l" r="r" t="t"/>
              <a:pathLst>
                <a:path extrusionOk="0" h="422" w="499">
                  <a:moveTo>
                    <a:pt x="282" y="1"/>
                  </a:moveTo>
                  <a:cubicBezTo>
                    <a:pt x="94" y="1"/>
                    <a:pt x="1" y="224"/>
                    <a:pt x="138" y="361"/>
                  </a:cubicBezTo>
                  <a:cubicBezTo>
                    <a:pt x="179" y="403"/>
                    <a:pt x="230" y="422"/>
                    <a:pt x="281" y="422"/>
                  </a:cubicBezTo>
                  <a:cubicBezTo>
                    <a:pt x="388" y="422"/>
                    <a:pt x="491" y="338"/>
                    <a:pt x="491" y="210"/>
                  </a:cubicBezTo>
                  <a:cubicBezTo>
                    <a:pt x="498" y="95"/>
                    <a:pt x="397" y="1"/>
                    <a:pt x="282" y="1"/>
                  </a:cubicBezTo>
                  <a:close/>
                </a:path>
              </a:pathLst>
            </a:custGeom>
            <a:solidFill>
              <a:srgbClr val="869FB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729" name="Google Shape;5729;p35"/>
            <p:cNvSpPr/>
            <p:nvPr/>
          </p:nvSpPr>
          <p:spPr>
            <a:xfrm>
              <a:off x="5059700" y="2376400"/>
              <a:ext cx="12475" cy="10500"/>
            </a:xfrm>
            <a:custGeom>
              <a:rect b="b" l="l" r="r" t="t"/>
              <a:pathLst>
                <a:path extrusionOk="0" h="420" w="499">
                  <a:moveTo>
                    <a:pt x="294" y="1"/>
                  </a:moveTo>
                  <a:cubicBezTo>
                    <a:pt x="290" y="1"/>
                    <a:pt x="286" y="1"/>
                    <a:pt x="282" y="1"/>
                  </a:cubicBezTo>
                  <a:cubicBezTo>
                    <a:pt x="94" y="1"/>
                    <a:pt x="1" y="225"/>
                    <a:pt x="138" y="355"/>
                  </a:cubicBezTo>
                  <a:cubicBezTo>
                    <a:pt x="180" y="400"/>
                    <a:pt x="233" y="420"/>
                    <a:pt x="285" y="420"/>
                  </a:cubicBezTo>
                  <a:cubicBezTo>
                    <a:pt x="390" y="420"/>
                    <a:pt x="491" y="336"/>
                    <a:pt x="491" y="210"/>
                  </a:cubicBezTo>
                  <a:cubicBezTo>
                    <a:pt x="498" y="99"/>
                    <a:pt x="404" y="1"/>
                    <a:pt x="294" y="1"/>
                  </a:cubicBezTo>
                  <a:close/>
                </a:path>
              </a:pathLst>
            </a:custGeom>
            <a:solidFill>
              <a:srgbClr val="869FB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730" name="Google Shape;5730;p35"/>
            <p:cNvSpPr/>
            <p:nvPr/>
          </p:nvSpPr>
          <p:spPr>
            <a:xfrm>
              <a:off x="5059700" y="2390125"/>
              <a:ext cx="12475" cy="10675"/>
            </a:xfrm>
            <a:custGeom>
              <a:rect b="b" l="l" r="r" t="t"/>
              <a:pathLst>
                <a:path extrusionOk="0" h="427" w="499">
                  <a:moveTo>
                    <a:pt x="282" y="0"/>
                  </a:moveTo>
                  <a:cubicBezTo>
                    <a:pt x="94" y="0"/>
                    <a:pt x="1" y="231"/>
                    <a:pt x="138" y="361"/>
                  </a:cubicBezTo>
                  <a:cubicBezTo>
                    <a:pt x="180" y="406"/>
                    <a:pt x="233" y="426"/>
                    <a:pt x="285" y="426"/>
                  </a:cubicBezTo>
                  <a:cubicBezTo>
                    <a:pt x="390" y="426"/>
                    <a:pt x="491" y="343"/>
                    <a:pt x="491" y="217"/>
                  </a:cubicBezTo>
                  <a:cubicBezTo>
                    <a:pt x="498" y="94"/>
                    <a:pt x="397" y="0"/>
                    <a:pt x="282" y="0"/>
                  </a:cubicBezTo>
                  <a:close/>
                </a:path>
              </a:pathLst>
            </a:custGeom>
            <a:solidFill>
              <a:srgbClr val="869FB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731" name="Google Shape;5731;p35"/>
            <p:cNvSpPr/>
            <p:nvPr/>
          </p:nvSpPr>
          <p:spPr>
            <a:xfrm>
              <a:off x="5073950" y="2348650"/>
              <a:ext cx="12275" cy="10550"/>
            </a:xfrm>
            <a:custGeom>
              <a:rect b="b" l="l" r="r" t="t"/>
              <a:pathLst>
                <a:path extrusionOk="0" h="422" w="491">
                  <a:moveTo>
                    <a:pt x="282" y="1"/>
                  </a:moveTo>
                  <a:cubicBezTo>
                    <a:pt x="94" y="1"/>
                    <a:pt x="0" y="224"/>
                    <a:pt x="130" y="361"/>
                  </a:cubicBezTo>
                  <a:cubicBezTo>
                    <a:pt x="174" y="403"/>
                    <a:pt x="227" y="421"/>
                    <a:pt x="278" y="421"/>
                  </a:cubicBezTo>
                  <a:cubicBezTo>
                    <a:pt x="387" y="421"/>
                    <a:pt x="491" y="337"/>
                    <a:pt x="491" y="210"/>
                  </a:cubicBezTo>
                  <a:cubicBezTo>
                    <a:pt x="491" y="94"/>
                    <a:pt x="397" y="1"/>
                    <a:pt x="282" y="1"/>
                  </a:cubicBezTo>
                  <a:close/>
                </a:path>
              </a:pathLst>
            </a:custGeom>
            <a:solidFill>
              <a:srgbClr val="869FB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732" name="Google Shape;5732;p35"/>
            <p:cNvSpPr/>
            <p:nvPr/>
          </p:nvSpPr>
          <p:spPr>
            <a:xfrm>
              <a:off x="5073950" y="2362525"/>
              <a:ext cx="12275" cy="10550"/>
            </a:xfrm>
            <a:custGeom>
              <a:rect b="b" l="l" r="r" t="t"/>
              <a:pathLst>
                <a:path extrusionOk="0" h="422" w="491">
                  <a:moveTo>
                    <a:pt x="282" y="1"/>
                  </a:moveTo>
                  <a:cubicBezTo>
                    <a:pt x="94" y="1"/>
                    <a:pt x="0" y="224"/>
                    <a:pt x="130" y="361"/>
                  </a:cubicBezTo>
                  <a:cubicBezTo>
                    <a:pt x="174" y="403"/>
                    <a:pt x="227" y="422"/>
                    <a:pt x="278" y="422"/>
                  </a:cubicBezTo>
                  <a:cubicBezTo>
                    <a:pt x="387" y="422"/>
                    <a:pt x="491" y="338"/>
                    <a:pt x="491" y="210"/>
                  </a:cubicBezTo>
                  <a:cubicBezTo>
                    <a:pt x="491" y="95"/>
                    <a:pt x="397" y="1"/>
                    <a:pt x="282" y="1"/>
                  </a:cubicBezTo>
                  <a:close/>
                </a:path>
              </a:pathLst>
            </a:custGeom>
            <a:solidFill>
              <a:srgbClr val="869FB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733" name="Google Shape;5733;p35"/>
            <p:cNvSpPr/>
            <p:nvPr/>
          </p:nvSpPr>
          <p:spPr>
            <a:xfrm>
              <a:off x="5074000" y="2376400"/>
              <a:ext cx="12225" cy="10500"/>
            </a:xfrm>
            <a:custGeom>
              <a:rect b="b" l="l" r="r" t="t"/>
              <a:pathLst>
                <a:path extrusionOk="0" h="420" w="489">
                  <a:moveTo>
                    <a:pt x="291" y="1"/>
                  </a:moveTo>
                  <a:cubicBezTo>
                    <a:pt x="287" y="1"/>
                    <a:pt x="284" y="1"/>
                    <a:pt x="280" y="1"/>
                  </a:cubicBezTo>
                  <a:cubicBezTo>
                    <a:pt x="277" y="1"/>
                    <a:pt x="274" y="1"/>
                    <a:pt x="271" y="1"/>
                  </a:cubicBezTo>
                  <a:cubicBezTo>
                    <a:pt x="89" y="1"/>
                    <a:pt x="0" y="227"/>
                    <a:pt x="128" y="355"/>
                  </a:cubicBezTo>
                  <a:cubicBezTo>
                    <a:pt x="173" y="400"/>
                    <a:pt x="228" y="420"/>
                    <a:pt x="281" y="420"/>
                  </a:cubicBezTo>
                  <a:cubicBezTo>
                    <a:pt x="388" y="420"/>
                    <a:pt x="489" y="336"/>
                    <a:pt x="489" y="210"/>
                  </a:cubicBezTo>
                  <a:cubicBezTo>
                    <a:pt x="489" y="99"/>
                    <a:pt x="401" y="1"/>
                    <a:pt x="291" y="1"/>
                  </a:cubicBezTo>
                  <a:close/>
                </a:path>
              </a:pathLst>
            </a:custGeom>
            <a:solidFill>
              <a:srgbClr val="869FB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734" name="Google Shape;5734;p35"/>
            <p:cNvSpPr/>
            <p:nvPr/>
          </p:nvSpPr>
          <p:spPr>
            <a:xfrm>
              <a:off x="5088000" y="2362525"/>
              <a:ext cx="12475" cy="10550"/>
            </a:xfrm>
            <a:custGeom>
              <a:rect b="b" l="l" r="r" t="t"/>
              <a:pathLst>
                <a:path extrusionOk="0" h="422" w="499">
                  <a:moveTo>
                    <a:pt x="289" y="1"/>
                  </a:moveTo>
                  <a:cubicBezTo>
                    <a:pt x="102" y="1"/>
                    <a:pt x="1" y="224"/>
                    <a:pt x="138" y="361"/>
                  </a:cubicBezTo>
                  <a:cubicBezTo>
                    <a:pt x="180" y="403"/>
                    <a:pt x="231" y="422"/>
                    <a:pt x="283" y="422"/>
                  </a:cubicBezTo>
                  <a:cubicBezTo>
                    <a:pt x="392" y="422"/>
                    <a:pt x="499" y="338"/>
                    <a:pt x="499" y="210"/>
                  </a:cubicBezTo>
                  <a:cubicBezTo>
                    <a:pt x="499" y="95"/>
                    <a:pt x="405" y="1"/>
                    <a:pt x="289" y="1"/>
                  </a:cubicBezTo>
                  <a:close/>
                </a:path>
              </a:pathLst>
            </a:custGeom>
            <a:solidFill>
              <a:srgbClr val="869FB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5735" name="Google Shape;5735;p35"/>
          <p:cNvGrpSpPr/>
          <p:nvPr/>
        </p:nvGrpSpPr>
        <p:grpSpPr>
          <a:xfrm>
            <a:off x="8045622" y="3941771"/>
            <a:ext cx="184984" cy="160371"/>
            <a:chOff x="5037700" y="2430325"/>
            <a:chExt cx="75950" cy="65850"/>
          </a:xfrm>
        </p:grpSpPr>
        <p:sp>
          <p:nvSpPr>
            <p:cNvPr id="5736" name="Google Shape;5736;p35"/>
            <p:cNvSpPr/>
            <p:nvPr/>
          </p:nvSpPr>
          <p:spPr>
            <a:xfrm>
              <a:off x="5059700" y="2430325"/>
              <a:ext cx="53950" cy="65850"/>
            </a:xfrm>
            <a:custGeom>
              <a:rect b="b" l="l" r="r" t="t"/>
              <a:pathLst>
                <a:path extrusionOk="0" h="2634" w="2158">
                  <a:moveTo>
                    <a:pt x="1" y="1"/>
                  </a:moveTo>
                  <a:lnTo>
                    <a:pt x="866" y="1321"/>
                  </a:lnTo>
                  <a:lnTo>
                    <a:pt x="1" y="2633"/>
                  </a:lnTo>
                  <a:lnTo>
                    <a:pt x="1292" y="2633"/>
                  </a:lnTo>
                  <a:lnTo>
                    <a:pt x="2157" y="1321"/>
                  </a:lnTo>
                  <a:lnTo>
                    <a:pt x="1292" y="1"/>
                  </a:lnTo>
                  <a:close/>
                </a:path>
              </a:pathLst>
            </a:custGeom>
            <a:noFill/>
            <a:ln cap="flat" cmpd="sng" w="9525">
              <a:solidFill>
                <a:srgbClr val="869FB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737" name="Google Shape;5737;p35"/>
            <p:cNvSpPr/>
            <p:nvPr/>
          </p:nvSpPr>
          <p:spPr>
            <a:xfrm>
              <a:off x="5037700" y="2430325"/>
              <a:ext cx="34100" cy="65850"/>
            </a:xfrm>
            <a:custGeom>
              <a:rect b="b" l="l" r="r" t="t"/>
              <a:pathLst>
                <a:path extrusionOk="0" h="2634" w="1364">
                  <a:moveTo>
                    <a:pt x="1" y="1"/>
                  </a:moveTo>
                  <a:lnTo>
                    <a:pt x="866" y="1321"/>
                  </a:lnTo>
                  <a:lnTo>
                    <a:pt x="1" y="2633"/>
                  </a:lnTo>
                  <a:lnTo>
                    <a:pt x="498" y="2633"/>
                  </a:lnTo>
                  <a:lnTo>
                    <a:pt x="1364" y="1321"/>
                  </a:lnTo>
                  <a:lnTo>
                    <a:pt x="498" y="1"/>
                  </a:lnTo>
                  <a:close/>
                </a:path>
              </a:pathLst>
            </a:custGeom>
            <a:noFill/>
            <a:ln cap="flat" cmpd="sng" w="9525">
              <a:solidFill>
                <a:srgbClr val="869FB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5738" name="Google Shape;5738;p35"/>
          <p:cNvGrpSpPr/>
          <p:nvPr/>
        </p:nvGrpSpPr>
        <p:grpSpPr>
          <a:xfrm>
            <a:off x="7465128" y="3708223"/>
            <a:ext cx="173014" cy="97629"/>
            <a:chOff x="4756975" y="2341800"/>
            <a:chExt cx="91975" cy="51925"/>
          </a:xfrm>
        </p:grpSpPr>
        <p:sp>
          <p:nvSpPr>
            <p:cNvPr id="5739" name="Google Shape;5739;p35"/>
            <p:cNvSpPr/>
            <p:nvPr/>
          </p:nvSpPr>
          <p:spPr>
            <a:xfrm>
              <a:off x="4756975" y="2341800"/>
              <a:ext cx="10650" cy="9150"/>
            </a:xfrm>
            <a:custGeom>
              <a:rect b="b" l="l" r="r" t="t"/>
              <a:pathLst>
                <a:path extrusionOk="0" h="366" w="426">
                  <a:moveTo>
                    <a:pt x="245" y="0"/>
                  </a:moveTo>
                  <a:cubicBezTo>
                    <a:pt x="79" y="0"/>
                    <a:pt x="0" y="195"/>
                    <a:pt x="115" y="311"/>
                  </a:cubicBezTo>
                  <a:cubicBezTo>
                    <a:pt x="153" y="348"/>
                    <a:pt x="199" y="365"/>
                    <a:pt x="244" y="365"/>
                  </a:cubicBezTo>
                  <a:cubicBezTo>
                    <a:pt x="337" y="365"/>
                    <a:pt x="426" y="293"/>
                    <a:pt x="426" y="181"/>
                  </a:cubicBezTo>
                  <a:cubicBezTo>
                    <a:pt x="426" y="80"/>
                    <a:pt x="346" y="0"/>
                    <a:pt x="245" y="0"/>
                  </a:cubicBezTo>
                  <a:close/>
                </a:path>
              </a:pathLst>
            </a:custGeom>
            <a:solidFill>
              <a:srgbClr val="869FB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740" name="Google Shape;5740;p35"/>
            <p:cNvSpPr/>
            <p:nvPr/>
          </p:nvSpPr>
          <p:spPr>
            <a:xfrm>
              <a:off x="4777350" y="2341800"/>
              <a:ext cx="10650" cy="9150"/>
            </a:xfrm>
            <a:custGeom>
              <a:rect b="b" l="l" r="r" t="t"/>
              <a:pathLst>
                <a:path extrusionOk="0" h="366" w="426">
                  <a:moveTo>
                    <a:pt x="245" y="0"/>
                  </a:moveTo>
                  <a:cubicBezTo>
                    <a:pt x="79" y="0"/>
                    <a:pt x="0" y="195"/>
                    <a:pt x="115" y="311"/>
                  </a:cubicBezTo>
                  <a:cubicBezTo>
                    <a:pt x="153" y="348"/>
                    <a:pt x="199" y="365"/>
                    <a:pt x="244" y="365"/>
                  </a:cubicBezTo>
                  <a:cubicBezTo>
                    <a:pt x="337" y="365"/>
                    <a:pt x="426" y="293"/>
                    <a:pt x="426" y="181"/>
                  </a:cubicBezTo>
                  <a:cubicBezTo>
                    <a:pt x="426" y="80"/>
                    <a:pt x="339" y="0"/>
                    <a:pt x="245" y="0"/>
                  </a:cubicBezTo>
                  <a:close/>
                </a:path>
              </a:pathLst>
            </a:custGeom>
            <a:solidFill>
              <a:srgbClr val="869FB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741" name="Google Shape;5741;p35"/>
            <p:cNvSpPr/>
            <p:nvPr/>
          </p:nvSpPr>
          <p:spPr>
            <a:xfrm>
              <a:off x="4797725" y="2341800"/>
              <a:ext cx="10475" cy="9150"/>
            </a:xfrm>
            <a:custGeom>
              <a:rect b="b" l="l" r="r" t="t"/>
              <a:pathLst>
                <a:path extrusionOk="0" h="366" w="419">
                  <a:moveTo>
                    <a:pt x="238" y="0"/>
                  </a:moveTo>
                  <a:cubicBezTo>
                    <a:pt x="79" y="0"/>
                    <a:pt x="0" y="195"/>
                    <a:pt x="115" y="311"/>
                  </a:cubicBezTo>
                  <a:cubicBezTo>
                    <a:pt x="151" y="348"/>
                    <a:pt x="195" y="365"/>
                    <a:pt x="239" y="365"/>
                  </a:cubicBezTo>
                  <a:cubicBezTo>
                    <a:pt x="330" y="365"/>
                    <a:pt x="418" y="293"/>
                    <a:pt x="418" y="181"/>
                  </a:cubicBezTo>
                  <a:cubicBezTo>
                    <a:pt x="418" y="80"/>
                    <a:pt x="339" y="0"/>
                    <a:pt x="238" y="0"/>
                  </a:cubicBezTo>
                  <a:close/>
                </a:path>
              </a:pathLst>
            </a:custGeom>
            <a:solidFill>
              <a:srgbClr val="869FB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742" name="Google Shape;5742;p35"/>
            <p:cNvSpPr/>
            <p:nvPr/>
          </p:nvSpPr>
          <p:spPr>
            <a:xfrm>
              <a:off x="4818100" y="2341800"/>
              <a:ext cx="10475" cy="9150"/>
            </a:xfrm>
            <a:custGeom>
              <a:rect b="b" l="l" r="r" t="t"/>
              <a:pathLst>
                <a:path extrusionOk="0" h="366" w="419">
                  <a:moveTo>
                    <a:pt x="238" y="0"/>
                  </a:moveTo>
                  <a:cubicBezTo>
                    <a:pt x="79" y="0"/>
                    <a:pt x="0" y="195"/>
                    <a:pt x="115" y="311"/>
                  </a:cubicBezTo>
                  <a:cubicBezTo>
                    <a:pt x="151" y="348"/>
                    <a:pt x="195" y="365"/>
                    <a:pt x="239" y="365"/>
                  </a:cubicBezTo>
                  <a:cubicBezTo>
                    <a:pt x="330" y="365"/>
                    <a:pt x="418" y="293"/>
                    <a:pt x="418" y="181"/>
                  </a:cubicBezTo>
                  <a:cubicBezTo>
                    <a:pt x="418" y="80"/>
                    <a:pt x="339" y="0"/>
                    <a:pt x="238" y="0"/>
                  </a:cubicBezTo>
                  <a:close/>
                </a:path>
              </a:pathLst>
            </a:custGeom>
            <a:solidFill>
              <a:srgbClr val="869FB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743" name="Google Shape;5743;p35"/>
            <p:cNvSpPr/>
            <p:nvPr/>
          </p:nvSpPr>
          <p:spPr>
            <a:xfrm>
              <a:off x="4768675" y="2352625"/>
              <a:ext cx="8875" cy="9025"/>
            </a:xfrm>
            <a:custGeom>
              <a:rect b="b" l="l" r="r" t="t"/>
              <a:pathLst>
                <a:path extrusionOk="0" h="361" w="355">
                  <a:moveTo>
                    <a:pt x="174" y="0"/>
                  </a:moveTo>
                  <a:cubicBezTo>
                    <a:pt x="80" y="0"/>
                    <a:pt x="1" y="87"/>
                    <a:pt x="1" y="181"/>
                  </a:cubicBezTo>
                  <a:cubicBezTo>
                    <a:pt x="1" y="281"/>
                    <a:pt x="80" y="361"/>
                    <a:pt x="174" y="361"/>
                  </a:cubicBezTo>
                  <a:cubicBezTo>
                    <a:pt x="275" y="361"/>
                    <a:pt x="354" y="281"/>
                    <a:pt x="354" y="181"/>
                  </a:cubicBezTo>
                  <a:cubicBezTo>
                    <a:pt x="354" y="87"/>
                    <a:pt x="275" y="0"/>
                    <a:pt x="174" y="0"/>
                  </a:cubicBezTo>
                  <a:close/>
                </a:path>
              </a:pathLst>
            </a:custGeom>
            <a:solidFill>
              <a:srgbClr val="869FB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744" name="Google Shape;5744;p35"/>
            <p:cNvSpPr/>
            <p:nvPr/>
          </p:nvSpPr>
          <p:spPr>
            <a:xfrm>
              <a:off x="4787425" y="2352625"/>
              <a:ext cx="10500" cy="9125"/>
            </a:xfrm>
            <a:custGeom>
              <a:rect b="b" l="l" r="r" t="t"/>
              <a:pathLst>
                <a:path extrusionOk="0" h="365" w="420">
                  <a:moveTo>
                    <a:pt x="239" y="0"/>
                  </a:moveTo>
                  <a:cubicBezTo>
                    <a:pt x="80" y="0"/>
                    <a:pt x="1" y="195"/>
                    <a:pt x="116" y="310"/>
                  </a:cubicBezTo>
                  <a:cubicBezTo>
                    <a:pt x="152" y="348"/>
                    <a:pt x="196" y="365"/>
                    <a:pt x="240" y="365"/>
                  </a:cubicBezTo>
                  <a:cubicBezTo>
                    <a:pt x="331" y="365"/>
                    <a:pt x="419" y="292"/>
                    <a:pt x="419" y="181"/>
                  </a:cubicBezTo>
                  <a:cubicBezTo>
                    <a:pt x="419" y="87"/>
                    <a:pt x="340" y="0"/>
                    <a:pt x="239" y="0"/>
                  </a:cubicBezTo>
                  <a:close/>
                </a:path>
              </a:pathLst>
            </a:custGeom>
            <a:solidFill>
              <a:srgbClr val="869FB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745" name="Google Shape;5745;p35"/>
            <p:cNvSpPr/>
            <p:nvPr/>
          </p:nvSpPr>
          <p:spPr>
            <a:xfrm>
              <a:off x="4809250" y="2352625"/>
              <a:ext cx="9050" cy="9025"/>
            </a:xfrm>
            <a:custGeom>
              <a:rect b="b" l="l" r="r" t="t"/>
              <a:pathLst>
                <a:path extrusionOk="0" h="361" w="362">
                  <a:moveTo>
                    <a:pt x="181" y="0"/>
                  </a:moveTo>
                  <a:cubicBezTo>
                    <a:pt x="80" y="0"/>
                    <a:pt x="1" y="87"/>
                    <a:pt x="1" y="181"/>
                  </a:cubicBezTo>
                  <a:cubicBezTo>
                    <a:pt x="1" y="281"/>
                    <a:pt x="80" y="361"/>
                    <a:pt x="181" y="361"/>
                  </a:cubicBezTo>
                  <a:cubicBezTo>
                    <a:pt x="282" y="361"/>
                    <a:pt x="361" y="281"/>
                    <a:pt x="361" y="181"/>
                  </a:cubicBezTo>
                  <a:cubicBezTo>
                    <a:pt x="361" y="87"/>
                    <a:pt x="282" y="0"/>
                    <a:pt x="181" y="0"/>
                  </a:cubicBezTo>
                  <a:close/>
                </a:path>
              </a:pathLst>
            </a:custGeom>
            <a:solidFill>
              <a:srgbClr val="869FB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746" name="Google Shape;5746;p35"/>
            <p:cNvSpPr/>
            <p:nvPr/>
          </p:nvSpPr>
          <p:spPr>
            <a:xfrm>
              <a:off x="4829625" y="2352625"/>
              <a:ext cx="9050" cy="9025"/>
            </a:xfrm>
            <a:custGeom>
              <a:rect b="b" l="l" r="r" t="t"/>
              <a:pathLst>
                <a:path extrusionOk="0" h="361" w="362">
                  <a:moveTo>
                    <a:pt x="181" y="0"/>
                  </a:moveTo>
                  <a:cubicBezTo>
                    <a:pt x="80" y="0"/>
                    <a:pt x="1" y="87"/>
                    <a:pt x="1" y="181"/>
                  </a:cubicBezTo>
                  <a:cubicBezTo>
                    <a:pt x="1" y="281"/>
                    <a:pt x="80" y="361"/>
                    <a:pt x="181" y="361"/>
                  </a:cubicBezTo>
                  <a:cubicBezTo>
                    <a:pt x="282" y="361"/>
                    <a:pt x="361" y="281"/>
                    <a:pt x="361" y="181"/>
                  </a:cubicBezTo>
                  <a:cubicBezTo>
                    <a:pt x="361" y="87"/>
                    <a:pt x="282" y="0"/>
                    <a:pt x="181" y="0"/>
                  </a:cubicBezTo>
                  <a:close/>
                </a:path>
              </a:pathLst>
            </a:custGeom>
            <a:solidFill>
              <a:srgbClr val="869FB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747" name="Google Shape;5747;p35"/>
            <p:cNvSpPr/>
            <p:nvPr/>
          </p:nvSpPr>
          <p:spPr>
            <a:xfrm>
              <a:off x="4777350" y="2363250"/>
              <a:ext cx="10650" cy="9025"/>
            </a:xfrm>
            <a:custGeom>
              <a:rect b="b" l="l" r="r" t="t"/>
              <a:pathLst>
                <a:path extrusionOk="0" h="361" w="426">
                  <a:moveTo>
                    <a:pt x="245" y="1"/>
                  </a:moveTo>
                  <a:cubicBezTo>
                    <a:pt x="79" y="1"/>
                    <a:pt x="0" y="195"/>
                    <a:pt x="115" y="311"/>
                  </a:cubicBezTo>
                  <a:cubicBezTo>
                    <a:pt x="152" y="345"/>
                    <a:pt x="197" y="361"/>
                    <a:pt x="241" y="361"/>
                  </a:cubicBezTo>
                  <a:cubicBezTo>
                    <a:pt x="335" y="361"/>
                    <a:pt x="426" y="289"/>
                    <a:pt x="426" y="181"/>
                  </a:cubicBezTo>
                  <a:cubicBezTo>
                    <a:pt x="426" y="80"/>
                    <a:pt x="339" y="1"/>
                    <a:pt x="245" y="1"/>
                  </a:cubicBezTo>
                  <a:close/>
                </a:path>
              </a:pathLst>
            </a:custGeom>
            <a:solidFill>
              <a:srgbClr val="869FB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748" name="Google Shape;5748;p35"/>
            <p:cNvSpPr/>
            <p:nvPr/>
          </p:nvSpPr>
          <p:spPr>
            <a:xfrm>
              <a:off x="4797725" y="2363250"/>
              <a:ext cx="10475" cy="9025"/>
            </a:xfrm>
            <a:custGeom>
              <a:rect b="b" l="l" r="r" t="t"/>
              <a:pathLst>
                <a:path extrusionOk="0" h="361" w="419">
                  <a:moveTo>
                    <a:pt x="238" y="1"/>
                  </a:moveTo>
                  <a:cubicBezTo>
                    <a:pt x="79" y="1"/>
                    <a:pt x="0" y="195"/>
                    <a:pt x="115" y="311"/>
                  </a:cubicBezTo>
                  <a:cubicBezTo>
                    <a:pt x="150" y="345"/>
                    <a:pt x="193" y="361"/>
                    <a:pt x="236" y="361"/>
                  </a:cubicBezTo>
                  <a:cubicBezTo>
                    <a:pt x="328" y="361"/>
                    <a:pt x="418" y="289"/>
                    <a:pt x="418" y="181"/>
                  </a:cubicBezTo>
                  <a:cubicBezTo>
                    <a:pt x="418" y="80"/>
                    <a:pt x="339" y="1"/>
                    <a:pt x="238" y="1"/>
                  </a:cubicBezTo>
                  <a:close/>
                </a:path>
              </a:pathLst>
            </a:custGeom>
            <a:solidFill>
              <a:srgbClr val="869FB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749" name="Google Shape;5749;p35"/>
            <p:cNvSpPr/>
            <p:nvPr/>
          </p:nvSpPr>
          <p:spPr>
            <a:xfrm>
              <a:off x="4818100" y="2363250"/>
              <a:ext cx="10475" cy="9025"/>
            </a:xfrm>
            <a:custGeom>
              <a:rect b="b" l="l" r="r" t="t"/>
              <a:pathLst>
                <a:path extrusionOk="0" h="361" w="419">
                  <a:moveTo>
                    <a:pt x="238" y="1"/>
                  </a:moveTo>
                  <a:cubicBezTo>
                    <a:pt x="79" y="1"/>
                    <a:pt x="0" y="195"/>
                    <a:pt x="115" y="311"/>
                  </a:cubicBezTo>
                  <a:cubicBezTo>
                    <a:pt x="150" y="345"/>
                    <a:pt x="193" y="361"/>
                    <a:pt x="236" y="361"/>
                  </a:cubicBezTo>
                  <a:cubicBezTo>
                    <a:pt x="328" y="361"/>
                    <a:pt x="418" y="289"/>
                    <a:pt x="418" y="181"/>
                  </a:cubicBezTo>
                  <a:cubicBezTo>
                    <a:pt x="418" y="80"/>
                    <a:pt x="339" y="1"/>
                    <a:pt x="238" y="1"/>
                  </a:cubicBezTo>
                  <a:close/>
                </a:path>
              </a:pathLst>
            </a:custGeom>
            <a:solidFill>
              <a:srgbClr val="869FB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750" name="Google Shape;5750;p35"/>
            <p:cNvSpPr/>
            <p:nvPr/>
          </p:nvSpPr>
          <p:spPr>
            <a:xfrm>
              <a:off x="4838475" y="2363250"/>
              <a:ext cx="10475" cy="9025"/>
            </a:xfrm>
            <a:custGeom>
              <a:rect b="b" l="l" r="r" t="t"/>
              <a:pathLst>
                <a:path extrusionOk="0" h="361" w="419">
                  <a:moveTo>
                    <a:pt x="238" y="1"/>
                  </a:moveTo>
                  <a:cubicBezTo>
                    <a:pt x="79" y="1"/>
                    <a:pt x="0" y="195"/>
                    <a:pt x="108" y="311"/>
                  </a:cubicBezTo>
                  <a:cubicBezTo>
                    <a:pt x="145" y="345"/>
                    <a:pt x="190" y="361"/>
                    <a:pt x="233" y="361"/>
                  </a:cubicBezTo>
                  <a:cubicBezTo>
                    <a:pt x="328" y="361"/>
                    <a:pt x="418" y="289"/>
                    <a:pt x="418" y="181"/>
                  </a:cubicBezTo>
                  <a:cubicBezTo>
                    <a:pt x="418" y="80"/>
                    <a:pt x="339" y="1"/>
                    <a:pt x="238" y="1"/>
                  </a:cubicBezTo>
                  <a:close/>
                </a:path>
              </a:pathLst>
            </a:custGeom>
            <a:solidFill>
              <a:srgbClr val="869FB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751" name="Google Shape;5751;p35"/>
            <p:cNvSpPr/>
            <p:nvPr/>
          </p:nvSpPr>
          <p:spPr>
            <a:xfrm>
              <a:off x="4768675" y="2374075"/>
              <a:ext cx="8875" cy="9050"/>
            </a:xfrm>
            <a:custGeom>
              <a:rect b="b" l="l" r="r" t="t"/>
              <a:pathLst>
                <a:path extrusionOk="0" h="362" w="355">
                  <a:moveTo>
                    <a:pt x="174" y="0"/>
                  </a:moveTo>
                  <a:cubicBezTo>
                    <a:pt x="80" y="0"/>
                    <a:pt x="1" y="80"/>
                    <a:pt x="1" y="181"/>
                  </a:cubicBezTo>
                  <a:cubicBezTo>
                    <a:pt x="1" y="282"/>
                    <a:pt x="80" y="361"/>
                    <a:pt x="174" y="361"/>
                  </a:cubicBezTo>
                  <a:cubicBezTo>
                    <a:pt x="275" y="361"/>
                    <a:pt x="354" y="282"/>
                    <a:pt x="354" y="181"/>
                  </a:cubicBezTo>
                  <a:cubicBezTo>
                    <a:pt x="354" y="80"/>
                    <a:pt x="275" y="0"/>
                    <a:pt x="174" y="0"/>
                  </a:cubicBezTo>
                  <a:close/>
                </a:path>
              </a:pathLst>
            </a:custGeom>
            <a:solidFill>
              <a:srgbClr val="869FB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752" name="Google Shape;5752;p35"/>
            <p:cNvSpPr/>
            <p:nvPr/>
          </p:nvSpPr>
          <p:spPr>
            <a:xfrm>
              <a:off x="4787425" y="2374075"/>
              <a:ext cx="10500" cy="9150"/>
            </a:xfrm>
            <a:custGeom>
              <a:rect b="b" l="l" r="r" t="t"/>
              <a:pathLst>
                <a:path extrusionOk="0" h="366" w="420">
                  <a:moveTo>
                    <a:pt x="239" y="0"/>
                  </a:moveTo>
                  <a:cubicBezTo>
                    <a:pt x="80" y="0"/>
                    <a:pt x="1" y="195"/>
                    <a:pt x="116" y="311"/>
                  </a:cubicBezTo>
                  <a:cubicBezTo>
                    <a:pt x="152" y="348"/>
                    <a:pt x="196" y="365"/>
                    <a:pt x="240" y="365"/>
                  </a:cubicBezTo>
                  <a:cubicBezTo>
                    <a:pt x="331" y="365"/>
                    <a:pt x="419" y="293"/>
                    <a:pt x="419" y="181"/>
                  </a:cubicBezTo>
                  <a:cubicBezTo>
                    <a:pt x="419" y="80"/>
                    <a:pt x="340" y="0"/>
                    <a:pt x="239" y="0"/>
                  </a:cubicBezTo>
                  <a:close/>
                </a:path>
              </a:pathLst>
            </a:custGeom>
            <a:solidFill>
              <a:srgbClr val="869FB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753" name="Google Shape;5753;p35"/>
            <p:cNvSpPr/>
            <p:nvPr/>
          </p:nvSpPr>
          <p:spPr>
            <a:xfrm>
              <a:off x="4809250" y="2374075"/>
              <a:ext cx="9050" cy="9050"/>
            </a:xfrm>
            <a:custGeom>
              <a:rect b="b" l="l" r="r" t="t"/>
              <a:pathLst>
                <a:path extrusionOk="0" h="362" w="362">
                  <a:moveTo>
                    <a:pt x="181" y="0"/>
                  </a:moveTo>
                  <a:cubicBezTo>
                    <a:pt x="80" y="0"/>
                    <a:pt x="1" y="80"/>
                    <a:pt x="1" y="181"/>
                  </a:cubicBezTo>
                  <a:cubicBezTo>
                    <a:pt x="1" y="282"/>
                    <a:pt x="80" y="361"/>
                    <a:pt x="181" y="361"/>
                  </a:cubicBezTo>
                  <a:cubicBezTo>
                    <a:pt x="282" y="361"/>
                    <a:pt x="361" y="282"/>
                    <a:pt x="361" y="181"/>
                  </a:cubicBezTo>
                  <a:cubicBezTo>
                    <a:pt x="361" y="80"/>
                    <a:pt x="282" y="0"/>
                    <a:pt x="181" y="0"/>
                  </a:cubicBezTo>
                  <a:close/>
                </a:path>
              </a:pathLst>
            </a:custGeom>
            <a:solidFill>
              <a:srgbClr val="869FB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754" name="Google Shape;5754;p35"/>
            <p:cNvSpPr/>
            <p:nvPr/>
          </p:nvSpPr>
          <p:spPr>
            <a:xfrm>
              <a:off x="4829625" y="2374075"/>
              <a:ext cx="9050" cy="9050"/>
            </a:xfrm>
            <a:custGeom>
              <a:rect b="b" l="l" r="r" t="t"/>
              <a:pathLst>
                <a:path extrusionOk="0" h="362" w="362">
                  <a:moveTo>
                    <a:pt x="181" y="0"/>
                  </a:moveTo>
                  <a:cubicBezTo>
                    <a:pt x="80" y="0"/>
                    <a:pt x="1" y="80"/>
                    <a:pt x="1" y="181"/>
                  </a:cubicBezTo>
                  <a:cubicBezTo>
                    <a:pt x="1" y="282"/>
                    <a:pt x="80" y="361"/>
                    <a:pt x="181" y="361"/>
                  </a:cubicBezTo>
                  <a:cubicBezTo>
                    <a:pt x="282" y="361"/>
                    <a:pt x="361" y="282"/>
                    <a:pt x="361" y="181"/>
                  </a:cubicBezTo>
                  <a:cubicBezTo>
                    <a:pt x="361" y="80"/>
                    <a:pt x="282" y="0"/>
                    <a:pt x="181" y="0"/>
                  </a:cubicBezTo>
                  <a:close/>
                </a:path>
              </a:pathLst>
            </a:custGeom>
            <a:solidFill>
              <a:srgbClr val="869FB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755" name="Google Shape;5755;p35"/>
            <p:cNvSpPr/>
            <p:nvPr/>
          </p:nvSpPr>
          <p:spPr>
            <a:xfrm>
              <a:off x="4756975" y="2384725"/>
              <a:ext cx="10650" cy="9000"/>
            </a:xfrm>
            <a:custGeom>
              <a:rect b="b" l="l" r="r" t="t"/>
              <a:pathLst>
                <a:path extrusionOk="0" h="360" w="426">
                  <a:moveTo>
                    <a:pt x="245" y="0"/>
                  </a:moveTo>
                  <a:cubicBezTo>
                    <a:pt x="79" y="0"/>
                    <a:pt x="0" y="195"/>
                    <a:pt x="115" y="310"/>
                  </a:cubicBezTo>
                  <a:cubicBezTo>
                    <a:pt x="152" y="344"/>
                    <a:pt x="197" y="360"/>
                    <a:pt x="241" y="360"/>
                  </a:cubicBezTo>
                  <a:cubicBezTo>
                    <a:pt x="335" y="360"/>
                    <a:pt x="426" y="289"/>
                    <a:pt x="426" y="180"/>
                  </a:cubicBezTo>
                  <a:cubicBezTo>
                    <a:pt x="426" y="79"/>
                    <a:pt x="346" y="0"/>
                    <a:pt x="245" y="0"/>
                  </a:cubicBezTo>
                  <a:close/>
                </a:path>
              </a:pathLst>
            </a:custGeom>
            <a:solidFill>
              <a:srgbClr val="869FB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756" name="Google Shape;5756;p35"/>
            <p:cNvSpPr/>
            <p:nvPr/>
          </p:nvSpPr>
          <p:spPr>
            <a:xfrm>
              <a:off x="4777350" y="2384725"/>
              <a:ext cx="10650" cy="9000"/>
            </a:xfrm>
            <a:custGeom>
              <a:rect b="b" l="l" r="r" t="t"/>
              <a:pathLst>
                <a:path extrusionOk="0" h="360" w="426">
                  <a:moveTo>
                    <a:pt x="245" y="0"/>
                  </a:moveTo>
                  <a:cubicBezTo>
                    <a:pt x="79" y="0"/>
                    <a:pt x="0" y="195"/>
                    <a:pt x="115" y="310"/>
                  </a:cubicBezTo>
                  <a:cubicBezTo>
                    <a:pt x="152" y="344"/>
                    <a:pt x="197" y="360"/>
                    <a:pt x="241" y="360"/>
                  </a:cubicBezTo>
                  <a:cubicBezTo>
                    <a:pt x="335" y="360"/>
                    <a:pt x="426" y="289"/>
                    <a:pt x="426" y="180"/>
                  </a:cubicBezTo>
                  <a:cubicBezTo>
                    <a:pt x="426" y="79"/>
                    <a:pt x="339" y="0"/>
                    <a:pt x="245" y="0"/>
                  </a:cubicBezTo>
                  <a:close/>
                </a:path>
              </a:pathLst>
            </a:custGeom>
            <a:solidFill>
              <a:srgbClr val="869FB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757" name="Google Shape;5757;p35"/>
            <p:cNvSpPr/>
            <p:nvPr/>
          </p:nvSpPr>
          <p:spPr>
            <a:xfrm>
              <a:off x="4797725" y="2384725"/>
              <a:ext cx="10475" cy="9000"/>
            </a:xfrm>
            <a:custGeom>
              <a:rect b="b" l="l" r="r" t="t"/>
              <a:pathLst>
                <a:path extrusionOk="0" h="360" w="419">
                  <a:moveTo>
                    <a:pt x="238" y="0"/>
                  </a:moveTo>
                  <a:cubicBezTo>
                    <a:pt x="79" y="0"/>
                    <a:pt x="0" y="195"/>
                    <a:pt x="115" y="310"/>
                  </a:cubicBezTo>
                  <a:cubicBezTo>
                    <a:pt x="150" y="344"/>
                    <a:pt x="193" y="360"/>
                    <a:pt x="236" y="360"/>
                  </a:cubicBezTo>
                  <a:cubicBezTo>
                    <a:pt x="328" y="360"/>
                    <a:pt x="418" y="289"/>
                    <a:pt x="418" y="180"/>
                  </a:cubicBezTo>
                  <a:cubicBezTo>
                    <a:pt x="418" y="79"/>
                    <a:pt x="339" y="0"/>
                    <a:pt x="238" y="0"/>
                  </a:cubicBezTo>
                  <a:close/>
                </a:path>
              </a:pathLst>
            </a:custGeom>
            <a:solidFill>
              <a:srgbClr val="869FB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758" name="Google Shape;5758;p35"/>
            <p:cNvSpPr/>
            <p:nvPr/>
          </p:nvSpPr>
          <p:spPr>
            <a:xfrm>
              <a:off x="4818100" y="2384725"/>
              <a:ext cx="10475" cy="9000"/>
            </a:xfrm>
            <a:custGeom>
              <a:rect b="b" l="l" r="r" t="t"/>
              <a:pathLst>
                <a:path extrusionOk="0" h="360" w="419">
                  <a:moveTo>
                    <a:pt x="238" y="0"/>
                  </a:moveTo>
                  <a:cubicBezTo>
                    <a:pt x="79" y="0"/>
                    <a:pt x="0" y="195"/>
                    <a:pt x="115" y="310"/>
                  </a:cubicBezTo>
                  <a:cubicBezTo>
                    <a:pt x="150" y="344"/>
                    <a:pt x="193" y="360"/>
                    <a:pt x="236" y="360"/>
                  </a:cubicBezTo>
                  <a:cubicBezTo>
                    <a:pt x="328" y="360"/>
                    <a:pt x="418" y="289"/>
                    <a:pt x="418" y="180"/>
                  </a:cubicBezTo>
                  <a:cubicBezTo>
                    <a:pt x="418" y="79"/>
                    <a:pt x="339" y="0"/>
                    <a:pt x="238" y="0"/>
                  </a:cubicBezTo>
                  <a:close/>
                </a:path>
              </a:pathLst>
            </a:custGeom>
            <a:solidFill>
              <a:srgbClr val="869FB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5759" name="Google Shape;5759;p35"/>
          <p:cNvGrpSpPr/>
          <p:nvPr/>
        </p:nvGrpSpPr>
        <p:grpSpPr>
          <a:xfrm>
            <a:off x="7732065" y="4196920"/>
            <a:ext cx="212497" cy="175761"/>
            <a:chOff x="4943575" y="2516350"/>
            <a:chExt cx="98675" cy="81700"/>
          </a:xfrm>
        </p:grpSpPr>
        <p:sp>
          <p:nvSpPr>
            <p:cNvPr id="5760" name="Google Shape;5760;p35"/>
            <p:cNvSpPr/>
            <p:nvPr/>
          </p:nvSpPr>
          <p:spPr>
            <a:xfrm>
              <a:off x="5036450" y="2554750"/>
              <a:ext cx="5800" cy="4825"/>
            </a:xfrm>
            <a:custGeom>
              <a:rect b="b" l="l" r="r" t="t"/>
              <a:pathLst>
                <a:path extrusionOk="0" h="193" w="232">
                  <a:moveTo>
                    <a:pt x="130" y="0"/>
                  </a:moveTo>
                  <a:cubicBezTo>
                    <a:pt x="51" y="0"/>
                    <a:pt x="0" y="101"/>
                    <a:pt x="65" y="166"/>
                  </a:cubicBezTo>
                  <a:cubicBezTo>
                    <a:pt x="83" y="184"/>
                    <a:pt x="106" y="192"/>
                    <a:pt x="129" y="192"/>
                  </a:cubicBezTo>
                  <a:cubicBezTo>
                    <a:pt x="179" y="192"/>
                    <a:pt x="229" y="153"/>
                    <a:pt x="224" y="94"/>
                  </a:cubicBezTo>
                  <a:cubicBezTo>
                    <a:pt x="231" y="44"/>
                    <a:pt x="188" y="0"/>
                    <a:pt x="130" y="0"/>
                  </a:cubicBezTo>
                  <a:close/>
                </a:path>
              </a:pathLst>
            </a:custGeom>
            <a:solidFill>
              <a:srgbClr val="869FB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761" name="Google Shape;5761;p35"/>
            <p:cNvSpPr/>
            <p:nvPr/>
          </p:nvSpPr>
          <p:spPr>
            <a:xfrm>
              <a:off x="5028150" y="2547175"/>
              <a:ext cx="5625" cy="4725"/>
            </a:xfrm>
            <a:custGeom>
              <a:rect b="b" l="l" r="r" t="t"/>
              <a:pathLst>
                <a:path extrusionOk="0" h="189" w="225">
                  <a:moveTo>
                    <a:pt x="123" y="0"/>
                  </a:moveTo>
                  <a:cubicBezTo>
                    <a:pt x="37" y="0"/>
                    <a:pt x="0" y="101"/>
                    <a:pt x="58" y="159"/>
                  </a:cubicBezTo>
                  <a:cubicBezTo>
                    <a:pt x="79" y="180"/>
                    <a:pt x="103" y="189"/>
                    <a:pt x="126" y="189"/>
                  </a:cubicBezTo>
                  <a:cubicBezTo>
                    <a:pt x="177" y="189"/>
                    <a:pt x="224" y="146"/>
                    <a:pt x="224" y="87"/>
                  </a:cubicBezTo>
                  <a:cubicBezTo>
                    <a:pt x="217" y="36"/>
                    <a:pt x="181" y="0"/>
                    <a:pt x="123" y="0"/>
                  </a:cubicBezTo>
                  <a:close/>
                </a:path>
              </a:pathLst>
            </a:custGeom>
            <a:solidFill>
              <a:srgbClr val="869FB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762" name="Google Shape;5762;p35"/>
            <p:cNvSpPr/>
            <p:nvPr/>
          </p:nvSpPr>
          <p:spPr>
            <a:xfrm>
              <a:off x="5028150" y="2554750"/>
              <a:ext cx="5625" cy="4825"/>
            </a:xfrm>
            <a:custGeom>
              <a:rect b="b" l="l" r="r" t="t"/>
              <a:pathLst>
                <a:path extrusionOk="0" h="193" w="225">
                  <a:moveTo>
                    <a:pt x="123" y="0"/>
                  </a:moveTo>
                  <a:cubicBezTo>
                    <a:pt x="44" y="0"/>
                    <a:pt x="0" y="101"/>
                    <a:pt x="58" y="166"/>
                  </a:cubicBezTo>
                  <a:cubicBezTo>
                    <a:pt x="76" y="184"/>
                    <a:pt x="99" y="192"/>
                    <a:pt x="123" y="192"/>
                  </a:cubicBezTo>
                  <a:cubicBezTo>
                    <a:pt x="173" y="192"/>
                    <a:pt x="224" y="153"/>
                    <a:pt x="224" y="94"/>
                  </a:cubicBezTo>
                  <a:cubicBezTo>
                    <a:pt x="224" y="44"/>
                    <a:pt x="181" y="0"/>
                    <a:pt x="123" y="0"/>
                  </a:cubicBezTo>
                  <a:close/>
                </a:path>
              </a:pathLst>
            </a:custGeom>
            <a:solidFill>
              <a:srgbClr val="869FB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763" name="Google Shape;5763;p35"/>
            <p:cNvSpPr/>
            <p:nvPr/>
          </p:nvSpPr>
          <p:spPr>
            <a:xfrm>
              <a:off x="5028150" y="2562500"/>
              <a:ext cx="5625" cy="4800"/>
            </a:xfrm>
            <a:custGeom>
              <a:rect b="b" l="l" r="r" t="t"/>
              <a:pathLst>
                <a:path extrusionOk="0" h="192" w="225">
                  <a:moveTo>
                    <a:pt x="123" y="0"/>
                  </a:moveTo>
                  <a:cubicBezTo>
                    <a:pt x="37" y="0"/>
                    <a:pt x="0" y="101"/>
                    <a:pt x="58" y="166"/>
                  </a:cubicBezTo>
                  <a:cubicBezTo>
                    <a:pt x="77" y="183"/>
                    <a:pt x="100" y="191"/>
                    <a:pt x="122" y="191"/>
                  </a:cubicBezTo>
                  <a:cubicBezTo>
                    <a:pt x="174" y="191"/>
                    <a:pt x="224" y="148"/>
                    <a:pt x="224" y="87"/>
                  </a:cubicBezTo>
                  <a:cubicBezTo>
                    <a:pt x="217" y="37"/>
                    <a:pt x="181" y="0"/>
                    <a:pt x="123" y="0"/>
                  </a:cubicBezTo>
                  <a:close/>
                </a:path>
              </a:pathLst>
            </a:custGeom>
            <a:solidFill>
              <a:srgbClr val="869FB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764" name="Google Shape;5764;p35"/>
            <p:cNvSpPr/>
            <p:nvPr/>
          </p:nvSpPr>
          <p:spPr>
            <a:xfrm>
              <a:off x="5019725" y="2539400"/>
              <a:ext cx="5575" cy="4750"/>
            </a:xfrm>
            <a:custGeom>
              <a:rect b="b" l="l" r="r" t="t"/>
              <a:pathLst>
                <a:path extrusionOk="0" h="190" w="223">
                  <a:moveTo>
                    <a:pt x="120" y="1"/>
                  </a:moveTo>
                  <a:cubicBezTo>
                    <a:pt x="39" y="1"/>
                    <a:pt x="0" y="104"/>
                    <a:pt x="56" y="160"/>
                  </a:cubicBezTo>
                  <a:cubicBezTo>
                    <a:pt x="77" y="181"/>
                    <a:pt x="101" y="190"/>
                    <a:pt x="125" y="190"/>
                  </a:cubicBezTo>
                  <a:cubicBezTo>
                    <a:pt x="175" y="190"/>
                    <a:pt x="222" y="149"/>
                    <a:pt x="222" y="95"/>
                  </a:cubicBezTo>
                  <a:cubicBezTo>
                    <a:pt x="222" y="37"/>
                    <a:pt x="179" y="1"/>
                    <a:pt x="128" y="1"/>
                  </a:cubicBezTo>
                  <a:cubicBezTo>
                    <a:pt x="126" y="1"/>
                    <a:pt x="123" y="1"/>
                    <a:pt x="120" y="1"/>
                  </a:cubicBezTo>
                  <a:close/>
                </a:path>
              </a:pathLst>
            </a:custGeom>
            <a:solidFill>
              <a:srgbClr val="869FB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765" name="Google Shape;5765;p35"/>
            <p:cNvSpPr/>
            <p:nvPr/>
          </p:nvSpPr>
          <p:spPr>
            <a:xfrm>
              <a:off x="5019675" y="2547175"/>
              <a:ext cx="5625" cy="4725"/>
            </a:xfrm>
            <a:custGeom>
              <a:rect b="b" l="l" r="r" t="t"/>
              <a:pathLst>
                <a:path extrusionOk="0" h="189" w="225">
                  <a:moveTo>
                    <a:pt x="130" y="0"/>
                  </a:moveTo>
                  <a:cubicBezTo>
                    <a:pt x="44" y="0"/>
                    <a:pt x="0" y="101"/>
                    <a:pt x="58" y="159"/>
                  </a:cubicBezTo>
                  <a:cubicBezTo>
                    <a:pt x="79" y="180"/>
                    <a:pt x="103" y="189"/>
                    <a:pt x="126" y="189"/>
                  </a:cubicBezTo>
                  <a:cubicBezTo>
                    <a:pt x="177" y="189"/>
                    <a:pt x="224" y="146"/>
                    <a:pt x="224" y="87"/>
                  </a:cubicBezTo>
                  <a:cubicBezTo>
                    <a:pt x="217" y="36"/>
                    <a:pt x="181" y="0"/>
                    <a:pt x="130" y="0"/>
                  </a:cubicBezTo>
                  <a:close/>
                </a:path>
              </a:pathLst>
            </a:custGeom>
            <a:solidFill>
              <a:srgbClr val="869FB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766" name="Google Shape;5766;p35"/>
            <p:cNvSpPr/>
            <p:nvPr/>
          </p:nvSpPr>
          <p:spPr>
            <a:xfrm>
              <a:off x="5019675" y="2554750"/>
              <a:ext cx="5625" cy="4825"/>
            </a:xfrm>
            <a:custGeom>
              <a:rect b="b" l="l" r="r" t="t"/>
              <a:pathLst>
                <a:path extrusionOk="0" h="193" w="225">
                  <a:moveTo>
                    <a:pt x="130" y="0"/>
                  </a:moveTo>
                  <a:cubicBezTo>
                    <a:pt x="44" y="0"/>
                    <a:pt x="0" y="101"/>
                    <a:pt x="58" y="166"/>
                  </a:cubicBezTo>
                  <a:cubicBezTo>
                    <a:pt x="79" y="184"/>
                    <a:pt x="102" y="192"/>
                    <a:pt x="126" y="192"/>
                  </a:cubicBezTo>
                  <a:cubicBezTo>
                    <a:pt x="177" y="192"/>
                    <a:pt x="224" y="153"/>
                    <a:pt x="224" y="94"/>
                  </a:cubicBezTo>
                  <a:cubicBezTo>
                    <a:pt x="224" y="44"/>
                    <a:pt x="181" y="0"/>
                    <a:pt x="130" y="0"/>
                  </a:cubicBezTo>
                  <a:close/>
                </a:path>
              </a:pathLst>
            </a:custGeom>
            <a:solidFill>
              <a:srgbClr val="869FB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767" name="Google Shape;5767;p35"/>
            <p:cNvSpPr/>
            <p:nvPr/>
          </p:nvSpPr>
          <p:spPr>
            <a:xfrm>
              <a:off x="5019675" y="2562500"/>
              <a:ext cx="5625" cy="4800"/>
            </a:xfrm>
            <a:custGeom>
              <a:rect b="b" l="l" r="r" t="t"/>
              <a:pathLst>
                <a:path extrusionOk="0" h="192" w="225">
                  <a:moveTo>
                    <a:pt x="130" y="0"/>
                  </a:moveTo>
                  <a:cubicBezTo>
                    <a:pt x="44" y="0"/>
                    <a:pt x="0" y="101"/>
                    <a:pt x="58" y="166"/>
                  </a:cubicBezTo>
                  <a:cubicBezTo>
                    <a:pt x="77" y="183"/>
                    <a:pt x="100" y="191"/>
                    <a:pt x="122" y="191"/>
                  </a:cubicBezTo>
                  <a:cubicBezTo>
                    <a:pt x="174" y="191"/>
                    <a:pt x="224" y="148"/>
                    <a:pt x="224" y="87"/>
                  </a:cubicBezTo>
                  <a:cubicBezTo>
                    <a:pt x="217" y="37"/>
                    <a:pt x="181" y="0"/>
                    <a:pt x="130" y="0"/>
                  </a:cubicBezTo>
                  <a:close/>
                </a:path>
              </a:pathLst>
            </a:custGeom>
            <a:solidFill>
              <a:srgbClr val="869FB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768" name="Google Shape;5768;p35"/>
            <p:cNvSpPr/>
            <p:nvPr/>
          </p:nvSpPr>
          <p:spPr>
            <a:xfrm>
              <a:off x="5019725" y="2570225"/>
              <a:ext cx="5575" cy="4750"/>
            </a:xfrm>
            <a:custGeom>
              <a:rect b="b" l="l" r="r" t="t"/>
              <a:pathLst>
                <a:path extrusionOk="0" h="190" w="223">
                  <a:moveTo>
                    <a:pt x="139" y="1"/>
                  </a:moveTo>
                  <a:cubicBezTo>
                    <a:pt x="136" y="1"/>
                    <a:pt x="132" y="1"/>
                    <a:pt x="128" y="2"/>
                  </a:cubicBezTo>
                  <a:cubicBezTo>
                    <a:pt x="126" y="1"/>
                    <a:pt x="123" y="1"/>
                    <a:pt x="120" y="1"/>
                  </a:cubicBezTo>
                  <a:cubicBezTo>
                    <a:pt x="39" y="1"/>
                    <a:pt x="0" y="104"/>
                    <a:pt x="56" y="160"/>
                  </a:cubicBezTo>
                  <a:cubicBezTo>
                    <a:pt x="77" y="181"/>
                    <a:pt x="101" y="190"/>
                    <a:pt x="124" y="190"/>
                  </a:cubicBezTo>
                  <a:cubicBezTo>
                    <a:pt x="175" y="190"/>
                    <a:pt x="222" y="147"/>
                    <a:pt x="222" y="88"/>
                  </a:cubicBezTo>
                  <a:cubicBezTo>
                    <a:pt x="215" y="41"/>
                    <a:pt x="184" y="1"/>
                    <a:pt x="139" y="1"/>
                  </a:cubicBezTo>
                  <a:close/>
                </a:path>
              </a:pathLst>
            </a:custGeom>
            <a:solidFill>
              <a:srgbClr val="869FB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769" name="Google Shape;5769;p35"/>
            <p:cNvSpPr/>
            <p:nvPr/>
          </p:nvSpPr>
          <p:spPr>
            <a:xfrm>
              <a:off x="5011200" y="2531675"/>
              <a:ext cx="5750" cy="4900"/>
            </a:xfrm>
            <a:custGeom>
              <a:rect b="b" l="l" r="r" t="t"/>
              <a:pathLst>
                <a:path extrusionOk="0" h="196" w="230">
                  <a:moveTo>
                    <a:pt x="130" y="0"/>
                  </a:moveTo>
                  <a:cubicBezTo>
                    <a:pt x="44" y="0"/>
                    <a:pt x="1" y="108"/>
                    <a:pt x="65" y="166"/>
                  </a:cubicBezTo>
                  <a:cubicBezTo>
                    <a:pt x="84" y="187"/>
                    <a:pt x="107" y="195"/>
                    <a:pt x="130" y="195"/>
                  </a:cubicBezTo>
                  <a:cubicBezTo>
                    <a:pt x="180" y="195"/>
                    <a:pt x="229" y="153"/>
                    <a:pt x="224" y="94"/>
                  </a:cubicBezTo>
                  <a:cubicBezTo>
                    <a:pt x="224" y="43"/>
                    <a:pt x="181" y="0"/>
                    <a:pt x="130" y="0"/>
                  </a:cubicBezTo>
                  <a:close/>
                </a:path>
              </a:pathLst>
            </a:custGeom>
            <a:solidFill>
              <a:srgbClr val="869FB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770" name="Google Shape;5770;p35"/>
            <p:cNvSpPr/>
            <p:nvPr/>
          </p:nvSpPr>
          <p:spPr>
            <a:xfrm>
              <a:off x="5011250" y="2539400"/>
              <a:ext cx="5575" cy="4750"/>
            </a:xfrm>
            <a:custGeom>
              <a:rect b="b" l="l" r="r" t="t"/>
              <a:pathLst>
                <a:path extrusionOk="0" h="190" w="223">
                  <a:moveTo>
                    <a:pt x="120" y="1"/>
                  </a:moveTo>
                  <a:cubicBezTo>
                    <a:pt x="39" y="1"/>
                    <a:pt x="0" y="104"/>
                    <a:pt x="56" y="160"/>
                  </a:cubicBezTo>
                  <a:cubicBezTo>
                    <a:pt x="77" y="181"/>
                    <a:pt x="101" y="190"/>
                    <a:pt x="125" y="190"/>
                  </a:cubicBezTo>
                  <a:cubicBezTo>
                    <a:pt x="175" y="190"/>
                    <a:pt x="222" y="149"/>
                    <a:pt x="222" y="95"/>
                  </a:cubicBezTo>
                  <a:cubicBezTo>
                    <a:pt x="222" y="37"/>
                    <a:pt x="179" y="1"/>
                    <a:pt x="128" y="1"/>
                  </a:cubicBezTo>
                  <a:cubicBezTo>
                    <a:pt x="126" y="1"/>
                    <a:pt x="123" y="1"/>
                    <a:pt x="120" y="1"/>
                  </a:cubicBezTo>
                  <a:close/>
                </a:path>
              </a:pathLst>
            </a:custGeom>
            <a:solidFill>
              <a:srgbClr val="869FB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771" name="Google Shape;5771;p35"/>
            <p:cNvSpPr/>
            <p:nvPr/>
          </p:nvSpPr>
          <p:spPr>
            <a:xfrm>
              <a:off x="5011200" y="2547175"/>
              <a:ext cx="5750" cy="4725"/>
            </a:xfrm>
            <a:custGeom>
              <a:rect b="b" l="l" r="r" t="t"/>
              <a:pathLst>
                <a:path extrusionOk="0" h="189" w="230">
                  <a:moveTo>
                    <a:pt x="130" y="0"/>
                  </a:moveTo>
                  <a:cubicBezTo>
                    <a:pt x="44" y="0"/>
                    <a:pt x="1" y="101"/>
                    <a:pt x="65" y="159"/>
                  </a:cubicBezTo>
                  <a:cubicBezTo>
                    <a:pt x="84" y="180"/>
                    <a:pt x="107" y="189"/>
                    <a:pt x="130" y="189"/>
                  </a:cubicBezTo>
                  <a:cubicBezTo>
                    <a:pt x="180" y="189"/>
                    <a:pt x="229" y="146"/>
                    <a:pt x="224" y="87"/>
                  </a:cubicBezTo>
                  <a:cubicBezTo>
                    <a:pt x="224" y="36"/>
                    <a:pt x="181" y="0"/>
                    <a:pt x="130" y="0"/>
                  </a:cubicBezTo>
                  <a:close/>
                </a:path>
              </a:pathLst>
            </a:custGeom>
            <a:solidFill>
              <a:srgbClr val="869FB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772" name="Google Shape;5772;p35"/>
            <p:cNvSpPr/>
            <p:nvPr/>
          </p:nvSpPr>
          <p:spPr>
            <a:xfrm>
              <a:off x="5011200" y="2554750"/>
              <a:ext cx="5625" cy="4825"/>
            </a:xfrm>
            <a:custGeom>
              <a:rect b="b" l="l" r="r" t="t"/>
              <a:pathLst>
                <a:path extrusionOk="0" h="193" w="225">
                  <a:moveTo>
                    <a:pt x="130" y="0"/>
                  </a:moveTo>
                  <a:cubicBezTo>
                    <a:pt x="44" y="0"/>
                    <a:pt x="1" y="101"/>
                    <a:pt x="58" y="166"/>
                  </a:cubicBezTo>
                  <a:cubicBezTo>
                    <a:pt x="79" y="184"/>
                    <a:pt x="103" y="192"/>
                    <a:pt x="126" y="192"/>
                  </a:cubicBezTo>
                  <a:cubicBezTo>
                    <a:pt x="177" y="192"/>
                    <a:pt x="224" y="153"/>
                    <a:pt x="224" y="94"/>
                  </a:cubicBezTo>
                  <a:cubicBezTo>
                    <a:pt x="224" y="44"/>
                    <a:pt x="181" y="0"/>
                    <a:pt x="130" y="0"/>
                  </a:cubicBezTo>
                  <a:close/>
                </a:path>
              </a:pathLst>
            </a:custGeom>
            <a:solidFill>
              <a:srgbClr val="869FB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773" name="Google Shape;5773;p35"/>
            <p:cNvSpPr/>
            <p:nvPr/>
          </p:nvSpPr>
          <p:spPr>
            <a:xfrm>
              <a:off x="5011200" y="2562500"/>
              <a:ext cx="5750" cy="4800"/>
            </a:xfrm>
            <a:custGeom>
              <a:rect b="b" l="l" r="r" t="t"/>
              <a:pathLst>
                <a:path extrusionOk="0" h="192" w="230">
                  <a:moveTo>
                    <a:pt x="130" y="0"/>
                  </a:moveTo>
                  <a:cubicBezTo>
                    <a:pt x="44" y="0"/>
                    <a:pt x="1" y="101"/>
                    <a:pt x="65" y="166"/>
                  </a:cubicBezTo>
                  <a:cubicBezTo>
                    <a:pt x="82" y="183"/>
                    <a:pt x="104" y="191"/>
                    <a:pt x="126" y="191"/>
                  </a:cubicBezTo>
                  <a:cubicBezTo>
                    <a:pt x="177" y="191"/>
                    <a:pt x="229" y="148"/>
                    <a:pt x="224" y="87"/>
                  </a:cubicBezTo>
                  <a:cubicBezTo>
                    <a:pt x="224" y="37"/>
                    <a:pt x="181" y="0"/>
                    <a:pt x="130" y="0"/>
                  </a:cubicBezTo>
                  <a:close/>
                </a:path>
              </a:pathLst>
            </a:custGeom>
            <a:solidFill>
              <a:srgbClr val="869FB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774" name="Google Shape;5774;p35"/>
            <p:cNvSpPr/>
            <p:nvPr/>
          </p:nvSpPr>
          <p:spPr>
            <a:xfrm>
              <a:off x="5011250" y="2570225"/>
              <a:ext cx="5700" cy="4750"/>
            </a:xfrm>
            <a:custGeom>
              <a:rect b="b" l="l" r="r" t="t"/>
              <a:pathLst>
                <a:path extrusionOk="0" h="190" w="228">
                  <a:moveTo>
                    <a:pt x="139" y="1"/>
                  </a:moveTo>
                  <a:cubicBezTo>
                    <a:pt x="136" y="1"/>
                    <a:pt x="132" y="1"/>
                    <a:pt x="128" y="2"/>
                  </a:cubicBezTo>
                  <a:cubicBezTo>
                    <a:pt x="126" y="1"/>
                    <a:pt x="123" y="1"/>
                    <a:pt x="120" y="1"/>
                  </a:cubicBezTo>
                  <a:cubicBezTo>
                    <a:pt x="39" y="1"/>
                    <a:pt x="1" y="104"/>
                    <a:pt x="63" y="160"/>
                  </a:cubicBezTo>
                  <a:cubicBezTo>
                    <a:pt x="82" y="181"/>
                    <a:pt x="105" y="190"/>
                    <a:pt x="128" y="190"/>
                  </a:cubicBezTo>
                  <a:cubicBezTo>
                    <a:pt x="178" y="190"/>
                    <a:pt x="227" y="147"/>
                    <a:pt x="222" y="88"/>
                  </a:cubicBezTo>
                  <a:cubicBezTo>
                    <a:pt x="222" y="41"/>
                    <a:pt x="185" y="1"/>
                    <a:pt x="139" y="1"/>
                  </a:cubicBezTo>
                  <a:close/>
                </a:path>
              </a:pathLst>
            </a:custGeom>
            <a:solidFill>
              <a:srgbClr val="869FB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775" name="Google Shape;5775;p35"/>
            <p:cNvSpPr/>
            <p:nvPr/>
          </p:nvSpPr>
          <p:spPr>
            <a:xfrm>
              <a:off x="5011200" y="2577825"/>
              <a:ext cx="5625" cy="4825"/>
            </a:xfrm>
            <a:custGeom>
              <a:rect b="b" l="l" r="r" t="t"/>
              <a:pathLst>
                <a:path extrusionOk="0" h="193" w="225">
                  <a:moveTo>
                    <a:pt x="130" y="1"/>
                  </a:moveTo>
                  <a:cubicBezTo>
                    <a:pt x="44" y="1"/>
                    <a:pt x="1" y="101"/>
                    <a:pt x="58" y="166"/>
                  </a:cubicBezTo>
                  <a:cubicBezTo>
                    <a:pt x="79" y="185"/>
                    <a:pt x="103" y="193"/>
                    <a:pt x="126" y="193"/>
                  </a:cubicBezTo>
                  <a:cubicBezTo>
                    <a:pt x="177" y="193"/>
                    <a:pt x="224" y="154"/>
                    <a:pt x="224" y="94"/>
                  </a:cubicBezTo>
                  <a:cubicBezTo>
                    <a:pt x="224" y="44"/>
                    <a:pt x="181" y="1"/>
                    <a:pt x="130" y="1"/>
                  </a:cubicBezTo>
                  <a:close/>
                </a:path>
              </a:pathLst>
            </a:custGeom>
            <a:solidFill>
              <a:srgbClr val="869FB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776" name="Google Shape;5776;p35"/>
            <p:cNvSpPr/>
            <p:nvPr/>
          </p:nvSpPr>
          <p:spPr>
            <a:xfrm>
              <a:off x="5002725" y="2524100"/>
              <a:ext cx="5750" cy="4775"/>
            </a:xfrm>
            <a:custGeom>
              <a:rect b="b" l="l" r="r" t="t"/>
              <a:pathLst>
                <a:path extrusionOk="0" h="191" w="230">
                  <a:moveTo>
                    <a:pt x="130" y="0"/>
                  </a:moveTo>
                  <a:cubicBezTo>
                    <a:pt x="44" y="0"/>
                    <a:pt x="1" y="101"/>
                    <a:pt x="65" y="166"/>
                  </a:cubicBezTo>
                  <a:cubicBezTo>
                    <a:pt x="83" y="183"/>
                    <a:pt x="104" y="191"/>
                    <a:pt x="126" y="191"/>
                  </a:cubicBezTo>
                  <a:cubicBezTo>
                    <a:pt x="177" y="191"/>
                    <a:pt x="229" y="148"/>
                    <a:pt x="224" y="87"/>
                  </a:cubicBezTo>
                  <a:cubicBezTo>
                    <a:pt x="224" y="36"/>
                    <a:pt x="181" y="0"/>
                    <a:pt x="130" y="0"/>
                  </a:cubicBezTo>
                  <a:close/>
                </a:path>
              </a:pathLst>
            </a:custGeom>
            <a:solidFill>
              <a:srgbClr val="869FB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777" name="Google Shape;5777;p35"/>
            <p:cNvSpPr/>
            <p:nvPr/>
          </p:nvSpPr>
          <p:spPr>
            <a:xfrm>
              <a:off x="5002725" y="2531675"/>
              <a:ext cx="5750" cy="4900"/>
            </a:xfrm>
            <a:custGeom>
              <a:rect b="b" l="l" r="r" t="t"/>
              <a:pathLst>
                <a:path extrusionOk="0" h="196" w="230">
                  <a:moveTo>
                    <a:pt x="130" y="0"/>
                  </a:moveTo>
                  <a:cubicBezTo>
                    <a:pt x="44" y="0"/>
                    <a:pt x="1" y="108"/>
                    <a:pt x="65" y="166"/>
                  </a:cubicBezTo>
                  <a:cubicBezTo>
                    <a:pt x="84" y="187"/>
                    <a:pt x="107" y="195"/>
                    <a:pt x="130" y="195"/>
                  </a:cubicBezTo>
                  <a:cubicBezTo>
                    <a:pt x="180" y="195"/>
                    <a:pt x="229" y="153"/>
                    <a:pt x="224" y="94"/>
                  </a:cubicBezTo>
                  <a:cubicBezTo>
                    <a:pt x="224" y="43"/>
                    <a:pt x="181" y="0"/>
                    <a:pt x="130" y="0"/>
                  </a:cubicBezTo>
                  <a:close/>
                </a:path>
              </a:pathLst>
            </a:custGeom>
            <a:solidFill>
              <a:srgbClr val="869FB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778" name="Google Shape;5778;p35"/>
            <p:cNvSpPr/>
            <p:nvPr/>
          </p:nvSpPr>
          <p:spPr>
            <a:xfrm>
              <a:off x="5002775" y="2539400"/>
              <a:ext cx="5575" cy="4750"/>
            </a:xfrm>
            <a:custGeom>
              <a:rect b="b" l="l" r="r" t="t"/>
              <a:pathLst>
                <a:path extrusionOk="0" h="190" w="223">
                  <a:moveTo>
                    <a:pt x="120" y="1"/>
                  </a:moveTo>
                  <a:cubicBezTo>
                    <a:pt x="39" y="1"/>
                    <a:pt x="0" y="104"/>
                    <a:pt x="56" y="160"/>
                  </a:cubicBezTo>
                  <a:cubicBezTo>
                    <a:pt x="77" y="181"/>
                    <a:pt x="101" y="190"/>
                    <a:pt x="125" y="190"/>
                  </a:cubicBezTo>
                  <a:cubicBezTo>
                    <a:pt x="175" y="190"/>
                    <a:pt x="222" y="149"/>
                    <a:pt x="222" y="95"/>
                  </a:cubicBezTo>
                  <a:cubicBezTo>
                    <a:pt x="222" y="37"/>
                    <a:pt x="179" y="1"/>
                    <a:pt x="128" y="1"/>
                  </a:cubicBezTo>
                  <a:cubicBezTo>
                    <a:pt x="126" y="1"/>
                    <a:pt x="123" y="1"/>
                    <a:pt x="120" y="1"/>
                  </a:cubicBezTo>
                  <a:close/>
                </a:path>
              </a:pathLst>
            </a:custGeom>
            <a:solidFill>
              <a:srgbClr val="869FB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779" name="Google Shape;5779;p35"/>
            <p:cNvSpPr/>
            <p:nvPr/>
          </p:nvSpPr>
          <p:spPr>
            <a:xfrm>
              <a:off x="5002725" y="2547175"/>
              <a:ext cx="5750" cy="4725"/>
            </a:xfrm>
            <a:custGeom>
              <a:rect b="b" l="l" r="r" t="t"/>
              <a:pathLst>
                <a:path extrusionOk="0" h="189" w="230">
                  <a:moveTo>
                    <a:pt x="130" y="0"/>
                  </a:moveTo>
                  <a:cubicBezTo>
                    <a:pt x="44" y="0"/>
                    <a:pt x="1" y="101"/>
                    <a:pt x="65" y="159"/>
                  </a:cubicBezTo>
                  <a:cubicBezTo>
                    <a:pt x="84" y="180"/>
                    <a:pt x="107" y="189"/>
                    <a:pt x="130" y="189"/>
                  </a:cubicBezTo>
                  <a:cubicBezTo>
                    <a:pt x="180" y="189"/>
                    <a:pt x="229" y="146"/>
                    <a:pt x="224" y="87"/>
                  </a:cubicBezTo>
                  <a:cubicBezTo>
                    <a:pt x="224" y="36"/>
                    <a:pt x="181" y="0"/>
                    <a:pt x="130" y="0"/>
                  </a:cubicBezTo>
                  <a:close/>
                </a:path>
              </a:pathLst>
            </a:custGeom>
            <a:solidFill>
              <a:srgbClr val="869FB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780" name="Google Shape;5780;p35"/>
            <p:cNvSpPr/>
            <p:nvPr/>
          </p:nvSpPr>
          <p:spPr>
            <a:xfrm>
              <a:off x="5002725" y="2554750"/>
              <a:ext cx="5625" cy="4825"/>
            </a:xfrm>
            <a:custGeom>
              <a:rect b="b" l="l" r="r" t="t"/>
              <a:pathLst>
                <a:path extrusionOk="0" h="193" w="225">
                  <a:moveTo>
                    <a:pt x="130" y="0"/>
                  </a:moveTo>
                  <a:cubicBezTo>
                    <a:pt x="44" y="0"/>
                    <a:pt x="1" y="101"/>
                    <a:pt x="58" y="166"/>
                  </a:cubicBezTo>
                  <a:cubicBezTo>
                    <a:pt x="79" y="184"/>
                    <a:pt x="103" y="192"/>
                    <a:pt x="126" y="192"/>
                  </a:cubicBezTo>
                  <a:cubicBezTo>
                    <a:pt x="177" y="192"/>
                    <a:pt x="224" y="153"/>
                    <a:pt x="224" y="94"/>
                  </a:cubicBezTo>
                  <a:cubicBezTo>
                    <a:pt x="224" y="44"/>
                    <a:pt x="181" y="0"/>
                    <a:pt x="130" y="0"/>
                  </a:cubicBezTo>
                  <a:close/>
                </a:path>
              </a:pathLst>
            </a:custGeom>
            <a:solidFill>
              <a:srgbClr val="869FB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781" name="Google Shape;5781;p35"/>
            <p:cNvSpPr/>
            <p:nvPr/>
          </p:nvSpPr>
          <p:spPr>
            <a:xfrm>
              <a:off x="5002725" y="2562500"/>
              <a:ext cx="5750" cy="4800"/>
            </a:xfrm>
            <a:custGeom>
              <a:rect b="b" l="l" r="r" t="t"/>
              <a:pathLst>
                <a:path extrusionOk="0" h="192" w="230">
                  <a:moveTo>
                    <a:pt x="130" y="0"/>
                  </a:moveTo>
                  <a:cubicBezTo>
                    <a:pt x="44" y="0"/>
                    <a:pt x="1" y="101"/>
                    <a:pt x="65" y="166"/>
                  </a:cubicBezTo>
                  <a:cubicBezTo>
                    <a:pt x="83" y="183"/>
                    <a:pt x="104" y="191"/>
                    <a:pt x="126" y="191"/>
                  </a:cubicBezTo>
                  <a:cubicBezTo>
                    <a:pt x="177" y="191"/>
                    <a:pt x="229" y="148"/>
                    <a:pt x="224" y="87"/>
                  </a:cubicBezTo>
                  <a:cubicBezTo>
                    <a:pt x="224" y="37"/>
                    <a:pt x="181" y="0"/>
                    <a:pt x="130" y="0"/>
                  </a:cubicBezTo>
                  <a:close/>
                </a:path>
              </a:pathLst>
            </a:custGeom>
            <a:solidFill>
              <a:srgbClr val="869FB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782" name="Google Shape;5782;p35"/>
            <p:cNvSpPr/>
            <p:nvPr/>
          </p:nvSpPr>
          <p:spPr>
            <a:xfrm>
              <a:off x="5002775" y="2570225"/>
              <a:ext cx="5700" cy="4750"/>
            </a:xfrm>
            <a:custGeom>
              <a:rect b="b" l="l" r="r" t="t"/>
              <a:pathLst>
                <a:path extrusionOk="0" h="190" w="228">
                  <a:moveTo>
                    <a:pt x="139" y="1"/>
                  </a:moveTo>
                  <a:cubicBezTo>
                    <a:pt x="136" y="1"/>
                    <a:pt x="132" y="1"/>
                    <a:pt x="128" y="2"/>
                  </a:cubicBezTo>
                  <a:cubicBezTo>
                    <a:pt x="126" y="1"/>
                    <a:pt x="123" y="1"/>
                    <a:pt x="120" y="1"/>
                  </a:cubicBezTo>
                  <a:cubicBezTo>
                    <a:pt x="39" y="1"/>
                    <a:pt x="1" y="104"/>
                    <a:pt x="63" y="160"/>
                  </a:cubicBezTo>
                  <a:cubicBezTo>
                    <a:pt x="82" y="181"/>
                    <a:pt x="105" y="190"/>
                    <a:pt x="128" y="190"/>
                  </a:cubicBezTo>
                  <a:cubicBezTo>
                    <a:pt x="178" y="190"/>
                    <a:pt x="227" y="147"/>
                    <a:pt x="222" y="88"/>
                  </a:cubicBezTo>
                  <a:cubicBezTo>
                    <a:pt x="222" y="41"/>
                    <a:pt x="185" y="1"/>
                    <a:pt x="139" y="1"/>
                  </a:cubicBezTo>
                  <a:close/>
                </a:path>
              </a:pathLst>
            </a:custGeom>
            <a:solidFill>
              <a:srgbClr val="869FB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783" name="Google Shape;5783;p35"/>
            <p:cNvSpPr/>
            <p:nvPr/>
          </p:nvSpPr>
          <p:spPr>
            <a:xfrm>
              <a:off x="5002725" y="2577825"/>
              <a:ext cx="5625" cy="4825"/>
            </a:xfrm>
            <a:custGeom>
              <a:rect b="b" l="l" r="r" t="t"/>
              <a:pathLst>
                <a:path extrusionOk="0" h="193" w="225">
                  <a:moveTo>
                    <a:pt x="130" y="1"/>
                  </a:moveTo>
                  <a:cubicBezTo>
                    <a:pt x="44" y="1"/>
                    <a:pt x="1" y="101"/>
                    <a:pt x="58" y="166"/>
                  </a:cubicBezTo>
                  <a:cubicBezTo>
                    <a:pt x="79" y="185"/>
                    <a:pt x="103" y="193"/>
                    <a:pt x="126" y="193"/>
                  </a:cubicBezTo>
                  <a:cubicBezTo>
                    <a:pt x="177" y="193"/>
                    <a:pt x="224" y="154"/>
                    <a:pt x="224" y="94"/>
                  </a:cubicBezTo>
                  <a:cubicBezTo>
                    <a:pt x="224" y="44"/>
                    <a:pt x="181" y="1"/>
                    <a:pt x="130" y="1"/>
                  </a:cubicBezTo>
                  <a:close/>
                </a:path>
              </a:pathLst>
            </a:custGeom>
            <a:solidFill>
              <a:srgbClr val="869FB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784" name="Google Shape;5784;p35"/>
            <p:cNvSpPr/>
            <p:nvPr/>
          </p:nvSpPr>
          <p:spPr>
            <a:xfrm>
              <a:off x="5002725" y="2585575"/>
              <a:ext cx="5750" cy="4800"/>
            </a:xfrm>
            <a:custGeom>
              <a:rect b="b" l="l" r="r" t="t"/>
              <a:pathLst>
                <a:path extrusionOk="0" h="192" w="230">
                  <a:moveTo>
                    <a:pt x="130" y="1"/>
                  </a:moveTo>
                  <a:cubicBezTo>
                    <a:pt x="44" y="1"/>
                    <a:pt x="1" y="102"/>
                    <a:pt x="65" y="167"/>
                  </a:cubicBezTo>
                  <a:cubicBezTo>
                    <a:pt x="83" y="184"/>
                    <a:pt x="104" y="191"/>
                    <a:pt x="126" y="191"/>
                  </a:cubicBezTo>
                  <a:cubicBezTo>
                    <a:pt x="177" y="191"/>
                    <a:pt x="229" y="148"/>
                    <a:pt x="224" y="87"/>
                  </a:cubicBezTo>
                  <a:cubicBezTo>
                    <a:pt x="224" y="37"/>
                    <a:pt x="181" y="1"/>
                    <a:pt x="130" y="1"/>
                  </a:cubicBezTo>
                  <a:close/>
                </a:path>
              </a:pathLst>
            </a:custGeom>
            <a:solidFill>
              <a:srgbClr val="869FB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785" name="Google Shape;5785;p35"/>
            <p:cNvSpPr/>
            <p:nvPr/>
          </p:nvSpPr>
          <p:spPr>
            <a:xfrm>
              <a:off x="4994250" y="2516350"/>
              <a:ext cx="5625" cy="4825"/>
            </a:xfrm>
            <a:custGeom>
              <a:rect b="b" l="l" r="r" t="t"/>
              <a:pathLst>
                <a:path extrusionOk="0" h="193" w="225">
                  <a:moveTo>
                    <a:pt x="130" y="0"/>
                  </a:moveTo>
                  <a:cubicBezTo>
                    <a:pt x="44" y="0"/>
                    <a:pt x="1" y="101"/>
                    <a:pt x="65" y="166"/>
                  </a:cubicBezTo>
                  <a:cubicBezTo>
                    <a:pt x="84" y="184"/>
                    <a:pt x="106" y="192"/>
                    <a:pt x="128" y="192"/>
                  </a:cubicBezTo>
                  <a:cubicBezTo>
                    <a:pt x="177" y="192"/>
                    <a:pt x="224" y="153"/>
                    <a:pt x="224" y="94"/>
                  </a:cubicBezTo>
                  <a:cubicBezTo>
                    <a:pt x="224" y="43"/>
                    <a:pt x="181" y="0"/>
                    <a:pt x="130" y="0"/>
                  </a:cubicBezTo>
                  <a:close/>
                </a:path>
              </a:pathLst>
            </a:custGeom>
            <a:solidFill>
              <a:srgbClr val="869FB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786" name="Google Shape;5786;p35"/>
            <p:cNvSpPr/>
            <p:nvPr/>
          </p:nvSpPr>
          <p:spPr>
            <a:xfrm>
              <a:off x="4994250" y="2524100"/>
              <a:ext cx="5750" cy="4775"/>
            </a:xfrm>
            <a:custGeom>
              <a:rect b="b" l="l" r="r" t="t"/>
              <a:pathLst>
                <a:path extrusionOk="0" h="191" w="230">
                  <a:moveTo>
                    <a:pt x="130" y="0"/>
                  </a:moveTo>
                  <a:cubicBezTo>
                    <a:pt x="44" y="0"/>
                    <a:pt x="1" y="101"/>
                    <a:pt x="65" y="166"/>
                  </a:cubicBezTo>
                  <a:cubicBezTo>
                    <a:pt x="83" y="183"/>
                    <a:pt x="104" y="191"/>
                    <a:pt x="126" y="191"/>
                  </a:cubicBezTo>
                  <a:cubicBezTo>
                    <a:pt x="177" y="191"/>
                    <a:pt x="229" y="148"/>
                    <a:pt x="224" y="87"/>
                  </a:cubicBezTo>
                  <a:cubicBezTo>
                    <a:pt x="224" y="36"/>
                    <a:pt x="181" y="0"/>
                    <a:pt x="130" y="0"/>
                  </a:cubicBezTo>
                  <a:close/>
                </a:path>
              </a:pathLst>
            </a:custGeom>
            <a:solidFill>
              <a:srgbClr val="869FB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787" name="Google Shape;5787;p35"/>
            <p:cNvSpPr/>
            <p:nvPr/>
          </p:nvSpPr>
          <p:spPr>
            <a:xfrm>
              <a:off x="4994250" y="2531675"/>
              <a:ext cx="5750" cy="4900"/>
            </a:xfrm>
            <a:custGeom>
              <a:rect b="b" l="l" r="r" t="t"/>
              <a:pathLst>
                <a:path extrusionOk="0" h="196" w="230">
                  <a:moveTo>
                    <a:pt x="130" y="0"/>
                  </a:moveTo>
                  <a:cubicBezTo>
                    <a:pt x="44" y="0"/>
                    <a:pt x="1" y="108"/>
                    <a:pt x="65" y="166"/>
                  </a:cubicBezTo>
                  <a:cubicBezTo>
                    <a:pt x="84" y="187"/>
                    <a:pt x="107" y="195"/>
                    <a:pt x="130" y="195"/>
                  </a:cubicBezTo>
                  <a:cubicBezTo>
                    <a:pt x="180" y="195"/>
                    <a:pt x="229" y="153"/>
                    <a:pt x="224" y="94"/>
                  </a:cubicBezTo>
                  <a:cubicBezTo>
                    <a:pt x="224" y="43"/>
                    <a:pt x="181" y="0"/>
                    <a:pt x="130" y="0"/>
                  </a:cubicBezTo>
                  <a:close/>
                </a:path>
              </a:pathLst>
            </a:custGeom>
            <a:solidFill>
              <a:srgbClr val="869FB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788" name="Google Shape;5788;p35"/>
            <p:cNvSpPr/>
            <p:nvPr/>
          </p:nvSpPr>
          <p:spPr>
            <a:xfrm>
              <a:off x="4994300" y="2539400"/>
              <a:ext cx="5575" cy="4750"/>
            </a:xfrm>
            <a:custGeom>
              <a:rect b="b" l="l" r="r" t="t"/>
              <a:pathLst>
                <a:path extrusionOk="0" h="190" w="223">
                  <a:moveTo>
                    <a:pt x="120" y="1"/>
                  </a:moveTo>
                  <a:cubicBezTo>
                    <a:pt x="39" y="1"/>
                    <a:pt x="1" y="104"/>
                    <a:pt x="63" y="160"/>
                  </a:cubicBezTo>
                  <a:cubicBezTo>
                    <a:pt x="82" y="181"/>
                    <a:pt x="105" y="190"/>
                    <a:pt x="127" y="190"/>
                  </a:cubicBezTo>
                  <a:cubicBezTo>
                    <a:pt x="175" y="190"/>
                    <a:pt x="222" y="149"/>
                    <a:pt x="222" y="95"/>
                  </a:cubicBezTo>
                  <a:cubicBezTo>
                    <a:pt x="222" y="37"/>
                    <a:pt x="179" y="1"/>
                    <a:pt x="128" y="1"/>
                  </a:cubicBezTo>
                  <a:cubicBezTo>
                    <a:pt x="126" y="1"/>
                    <a:pt x="123" y="1"/>
                    <a:pt x="120" y="1"/>
                  </a:cubicBezTo>
                  <a:close/>
                </a:path>
              </a:pathLst>
            </a:custGeom>
            <a:solidFill>
              <a:srgbClr val="869FB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789" name="Google Shape;5789;p35"/>
            <p:cNvSpPr/>
            <p:nvPr/>
          </p:nvSpPr>
          <p:spPr>
            <a:xfrm>
              <a:off x="4994250" y="2547175"/>
              <a:ext cx="5750" cy="4725"/>
            </a:xfrm>
            <a:custGeom>
              <a:rect b="b" l="l" r="r" t="t"/>
              <a:pathLst>
                <a:path extrusionOk="0" h="189" w="230">
                  <a:moveTo>
                    <a:pt x="130" y="0"/>
                  </a:moveTo>
                  <a:cubicBezTo>
                    <a:pt x="44" y="0"/>
                    <a:pt x="1" y="101"/>
                    <a:pt x="65" y="159"/>
                  </a:cubicBezTo>
                  <a:cubicBezTo>
                    <a:pt x="84" y="180"/>
                    <a:pt x="107" y="189"/>
                    <a:pt x="130" y="189"/>
                  </a:cubicBezTo>
                  <a:cubicBezTo>
                    <a:pt x="180" y="189"/>
                    <a:pt x="229" y="146"/>
                    <a:pt x="224" y="87"/>
                  </a:cubicBezTo>
                  <a:cubicBezTo>
                    <a:pt x="224" y="36"/>
                    <a:pt x="181" y="0"/>
                    <a:pt x="130" y="0"/>
                  </a:cubicBezTo>
                  <a:close/>
                </a:path>
              </a:pathLst>
            </a:custGeom>
            <a:solidFill>
              <a:srgbClr val="869FB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790" name="Google Shape;5790;p35"/>
            <p:cNvSpPr/>
            <p:nvPr/>
          </p:nvSpPr>
          <p:spPr>
            <a:xfrm>
              <a:off x="4994250" y="2554750"/>
              <a:ext cx="5625" cy="4825"/>
            </a:xfrm>
            <a:custGeom>
              <a:rect b="b" l="l" r="r" t="t"/>
              <a:pathLst>
                <a:path extrusionOk="0" h="193" w="225">
                  <a:moveTo>
                    <a:pt x="130" y="0"/>
                  </a:moveTo>
                  <a:cubicBezTo>
                    <a:pt x="44" y="0"/>
                    <a:pt x="1" y="101"/>
                    <a:pt x="65" y="166"/>
                  </a:cubicBezTo>
                  <a:cubicBezTo>
                    <a:pt x="84" y="184"/>
                    <a:pt x="106" y="192"/>
                    <a:pt x="128" y="192"/>
                  </a:cubicBezTo>
                  <a:cubicBezTo>
                    <a:pt x="177" y="192"/>
                    <a:pt x="224" y="153"/>
                    <a:pt x="224" y="94"/>
                  </a:cubicBezTo>
                  <a:cubicBezTo>
                    <a:pt x="224" y="44"/>
                    <a:pt x="181" y="0"/>
                    <a:pt x="130" y="0"/>
                  </a:cubicBezTo>
                  <a:close/>
                </a:path>
              </a:pathLst>
            </a:custGeom>
            <a:solidFill>
              <a:srgbClr val="869FB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791" name="Google Shape;5791;p35"/>
            <p:cNvSpPr/>
            <p:nvPr/>
          </p:nvSpPr>
          <p:spPr>
            <a:xfrm>
              <a:off x="4994250" y="2562500"/>
              <a:ext cx="5750" cy="4800"/>
            </a:xfrm>
            <a:custGeom>
              <a:rect b="b" l="l" r="r" t="t"/>
              <a:pathLst>
                <a:path extrusionOk="0" h="192" w="230">
                  <a:moveTo>
                    <a:pt x="130" y="0"/>
                  </a:moveTo>
                  <a:cubicBezTo>
                    <a:pt x="44" y="0"/>
                    <a:pt x="1" y="101"/>
                    <a:pt x="65" y="166"/>
                  </a:cubicBezTo>
                  <a:cubicBezTo>
                    <a:pt x="83" y="183"/>
                    <a:pt x="104" y="191"/>
                    <a:pt x="126" y="191"/>
                  </a:cubicBezTo>
                  <a:cubicBezTo>
                    <a:pt x="177" y="191"/>
                    <a:pt x="229" y="148"/>
                    <a:pt x="224" y="87"/>
                  </a:cubicBezTo>
                  <a:cubicBezTo>
                    <a:pt x="224" y="37"/>
                    <a:pt x="181" y="0"/>
                    <a:pt x="130" y="0"/>
                  </a:cubicBezTo>
                  <a:close/>
                </a:path>
              </a:pathLst>
            </a:custGeom>
            <a:solidFill>
              <a:srgbClr val="869FB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792" name="Google Shape;5792;p35"/>
            <p:cNvSpPr/>
            <p:nvPr/>
          </p:nvSpPr>
          <p:spPr>
            <a:xfrm>
              <a:off x="4994300" y="2570225"/>
              <a:ext cx="5700" cy="4750"/>
            </a:xfrm>
            <a:custGeom>
              <a:rect b="b" l="l" r="r" t="t"/>
              <a:pathLst>
                <a:path extrusionOk="0" h="190" w="228">
                  <a:moveTo>
                    <a:pt x="139" y="1"/>
                  </a:moveTo>
                  <a:cubicBezTo>
                    <a:pt x="136" y="1"/>
                    <a:pt x="132" y="1"/>
                    <a:pt x="128" y="2"/>
                  </a:cubicBezTo>
                  <a:cubicBezTo>
                    <a:pt x="126" y="1"/>
                    <a:pt x="123" y="1"/>
                    <a:pt x="120" y="1"/>
                  </a:cubicBezTo>
                  <a:cubicBezTo>
                    <a:pt x="39" y="1"/>
                    <a:pt x="1" y="104"/>
                    <a:pt x="63" y="160"/>
                  </a:cubicBezTo>
                  <a:cubicBezTo>
                    <a:pt x="82" y="181"/>
                    <a:pt x="105" y="190"/>
                    <a:pt x="128" y="190"/>
                  </a:cubicBezTo>
                  <a:cubicBezTo>
                    <a:pt x="178" y="190"/>
                    <a:pt x="227" y="147"/>
                    <a:pt x="222" y="88"/>
                  </a:cubicBezTo>
                  <a:cubicBezTo>
                    <a:pt x="222" y="41"/>
                    <a:pt x="185" y="1"/>
                    <a:pt x="139" y="1"/>
                  </a:cubicBezTo>
                  <a:close/>
                </a:path>
              </a:pathLst>
            </a:custGeom>
            <a:solidFill>
              <a:srgbClr val="869FB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793" name="Google Shape;5793;p35"/>
            <p:cNvSpPr/>
            <p:nvPr/>
          </p:nvSpPr>
          <p:spPr>
            <a:xfrm>
              <a:off x="4994250" y="2577825"/>
              <a:ext cx="5625" cy="4825"/>
            </a:xfrm>
            <a:custGeom>
              <a:rect b="b" l="l" r="r" t="t"/>
              <a:pathLst>
                <a:path extrusionOk="0" h="193" w="225">
                  <a:moveTo>
                    <a:pt x="130" y="1"/>
                  </a:moveTo>
                  <a:cubicBezTo>
                    <a:pt x="44" y="1"/>
                    <a:pt x="1" y="101"/>
                    <a:pt x="65" y="166"/>
                  </a:cubicBezTo>
                  <a:cubicBezTo>
                    <a:pt x="84" y="185"/>
                    <a:pt x="106" y="193"/>
                    <a:pt x="128" y="193"/>
                  </a:cubicBezTo>
                  <a:cubicBezTo>
                    <a:pt x="177" y="193"/>
                    <a:pt x="224" y="154"/>
                    <a:pt x="224" y="94"/>
                  </a:cubicBezTo>
                  <a:cubicBezTo>
                    <a:pt x="224" y="44"/>
                    <a:pt x="181" y="1"/>
                    <a:pt x="130" y="1"/>
                  </a:cubicBezTo>
                  <a:close/>
                </a:path>
              </a:pathLst>
            </a:custGeom>
            <a:solidFill>
              <a:srgbClr val="869FB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794" name="Google Shape;5794;p35"/>
            <p:cNvSpPr/>
            <p:nvPr/>
          </p:nvSpPr>
          <p:spPr>
            <a:xfrm>
              <a:off x="4994250" y="2585575"/>
              <a:ext cx="5750" cy="4800"/>
            </a:xfrm>
            <a:custGeom>
              <a:rect b="b" l="l" r="r" t="t"/>
              <a:pathLst>
                <a:path extrusionOk="0" h="192" w="230">
                  <a:moveTo>
                    <a:pt x="130" y="1"/>
                  </a:moveTo>
                  <a:cubicBezTo>
                    <a:pt x="44" y="1"/>
                    <a:pt x="1" y="102"/>
                    <a:pt x="65" y="167"/>
                  </a:cubicBezTo>
                  <a:cubicBezTo>
                    <a:pt x="83" y="184"/>
                    <a:pt x="104" y="191"/>
                    <a:pt x="126" y="191"/>
                  </a:cubicBezTo>
                  <a:cubicBezTo>
                    <a:pt x="177" y="191"/>
                    <a:pt x="229" y="148"/>
                    <a:pt x="224" y="87"/>
                  </a:cubicBezTo>
                  <a:cubicBezTo>
                    <a:pt x="224" y="37"/>
                    <a:pt x="181" y="1"/>
                    <a:pt x="130" y="1"/>
                  </a:cubicBezTo>
                  <a:close/>
                </a:path>
              </a:pathLst>
            </a:custGeom>
            <a:solidFill>
              <a:srgbClr val="869FB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795" name="Google Shape;5795;p35"/>
            <p:cNvSpPr/>
            <p:nvPr/>
          </p:nvSpPr>
          <p:spPr>
            <a:xfrm>
              <a:off x="4994250" y="2593150"/>
              <a:ext cx="5750" cy="4900"/>
            </a:xfrm>
            <a:custGeom>
              <a:rect b="b" l="l" r="r" t="t"/>
              <a:pathLst>
                <a:path extrusionOk="0" h="196" w="230">
                  <a:moveTo>
                    <a:pt x="130" y="1"/>
                  </a:moveTo>
                  <a:cubicBezTo>
                    <a:pt x="44" y="1"/>
                    <a:pt x="1" y="109"/>
                    <a:pt x="65" y="166"/>
                  </a:cubicBezTo>
                  <a:cubicBezTo>
                    <a:pt x="84" y="187"/>
                    <a:pt x="107" y="196"/>
                    <a:pt x="130" y="196"/>
                  </a:cubicBezTo>
                  <a:cubicBezTo>
                    <a:pt x="180" y="196"/>
                    <a:pt x="229" y="154"/>
                    <a:pt x="224" y="94"/>
                  </a:cubicBezTo>
                  <a:cubicBezTo>
                    <a:pt x="224" y="44"/>
                    <a:pt x="181" y="1"/>
                    <a:pt x="130" y="1"/>
                  </a:cubicBezTo>
                  <a:close/>
                </a:path>
              </a:pathLst>
            </a:custGeom>
            <a:solidFill>
              <a:srgbClr val="869FB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796" name="Google Shape;5796;p35"/>
            <p:cNvSpPr/>
            <p:nvPr/>
          </p:nvSpPr>
          <p:spPr>
            <a:xfrm>
              <a:off x="4985775" y="2531675"/>
              <a:ext cx="5750" cy="4900"/>
            </a:xfrm>
            <a:custGeom>
              <a:rect b="b" l="l" r="r" t="t"/>
              <a:pathLst>
                <a:path extrusionOk="0" h="196" w="230">
                  <a:moveTo>
                    <a:pt x="130" y="0"/>
                  </a:moveTo>
                  <a:cubicBezTo>
                    <a:pt x="44" y="0"/>
                    <a:pt x="1" y="108"/>
                    <a:pt x="65" y="166"/>
                  </a:cubicBezTo>
                  <a:cubicBezTo>
                    <a:pt x="86" y="187"/>
                    <a:pt x="110" y="195"/>
                    <a:pt x="133" y="195"/>
                  </a:cubicBezTo>
                  <a:cubicBezTo>
                    <a:pt x="183" y="195"/>
                    <a:pt x="229" y="153"/>
                    <a:pt x="224" y="94"/>
                  </a:cubicBezTo>
                  <a:cubicBezTo>
                    <a:pt x="224" y="43"/>
                    <a:pt x="181" y="0"/>
                    <a:pt x="130" y="0"/>
                  </a:cubicBezTo>
                  <a:close/>
                </a:path>
              </a:pathLst>
            </a:custGeom>
            <a:solidFill>
              <a:srgbClr val="869FB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797" name="Google Shape;5797;p35"/>
            <p:cNvSpPr/>
            <p:nvPr/>
          </p:nvSpPr>
          <p:spPr>
            <a:xfrm>
              <a:off x="4985825" y="2539400"/>
              <a:ext cx="5575" cy="4750"/>
            </a:xfrm>
            <a:custGeom>
              <a:rect b="b" l="l" r="r" t="t"/>
              <a:pathLst>
                <a:path extrusionOk="0" h="190" w="223">
                  <a:moveTo>
                    <a:pt x="120" y="1"/>
                  </a:moveTo>
                  <a:cubicBezTo>
                    <a:pt x="39" y="1"/>
                    <a:pt x="1" y="104"/>
                    <a:pt x="63" y="160"/>
                  </a:cubicBezTo>
                  <a:cubicBezTo>
                    <a:pt x="82" y="181"/>
                    <a:pt x="105" y="190"/>
                    <a:pt x="127" y="190"/>
                  </a:cubicBezTo>
                  <a:cubicBezTo>
                    <a:pt x="175" y="190"/>
                    <a:pt x="222" y="149"/>
                    <a:pt x="222" y="95"/>
                  </a:cubicBezTo>
                  <a:cubicBezTo>
                    <a:pt x="222" y="37"/>
                    <a:pt x="179" y="1"/>
                    <a:pt x="128" y="1"/>
                  </a:cubicBezTo>
                  <a:cubicBezTo>
                    <a:pt x="126" y="1"/>
                    <a:pt x="123" y="1"/>
                    <a:pt x="120" y="1"/>
                  </a:cubicBezTo>
                  <a:close/>
                </a:path>
              </a:pathLst>
            </a:custGeom>
            <a:solidFill>
              <a:srgbClr val="869FB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798" name="Google Shape;5798;p35"/>
            <p:cNvSpPr/>
            <p:nvPr/>
          </p:nvSpPr>
          <p:spPr>
            <a:xfrm>
              <a:off x="4985775" y="2547175"/>
              <a:ext cx="5750" cy="4725"/>
            </a:xfrm>
            <a:custGeom>
              <a:rect b="b" l="l" r="r" t="t"/>
              <a:pathLst>
                <a:path extrusionOk="0" h="189" w="230">
                  <a:moveTo>
                    <a:pt x="130" y="0"/>
                  </a:moveTo>
                  <a:cubicBezTo>
                    <a:pt x="44" y="0"/>
                    <a:pt x="1" y="101"/>
                    <a:pt x="65" y="159"/>
                  </a:cubicBezTo>
                  <a:cubicBezTo>
                    <a:pt x="86" y="180"/>
                    <a:pt x="110" y="189"/>
                    <a:pt x="133" y="189"/>
                  </a:cubicBezTo>
                  <a:cubicBezTo>
                    <a:pt x="183" y="189"/>
                    <a:pt x="229" y="146"/>
                    <a:pt x="224" y="87"/>
                  </a:cubicBezTo>
                  <a:cubicBezTo>
                    <a:pt x="224" y="36"/>
                    <a:pt x="181" y="0"/>
                    <a:pt x="130" y="0"/>
                  </a:cubicBezTo>
                  <a:close/>
                </a:path>
              </a:pathLst>
            </a:custGeom>
            <a:solidFill>
              <a:srgbClr val="869FB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799" name="Google Shape;5799;p35"/>
            <p:cNvSpPr/>
            <p:nvPr/>
          </p:nvSpPr>
          <p:spPr>
            <a:xfrm>
              <a:off x="4985775" y="2554750"/>
              <a:ext cx="5625" cy="4825"/>
            </a:xfrm>
            <a:custGeom>
              <a:rect b="b" l="l" r="r" t="t"/>
              <a:pathLst>
                <a:path extrusionOk="0" h="193" w="225">
                  <a:moveTo>
                    <a:pt x="130" y="0"/>
                  </a:moveTo>
                  <a:cubicBezTo>
                    <a:pt x="44" y="0"/>
                    <a:pt x="1" y="101"/>
                    <a:pt x="65" y="166"/>
                  </a:cubicBezTo>
                  <a:cubicBezTo>
                    <a:pt x="84" y="184"/>
                    <a:pt x="106" y="192"/>
                    <a:pt x="128" y="192"/>
                  </a:cubicBezTo>
                  <a:cubicBezTo>
                    <a:pt x="177" y="192"/>
                    <a:pt x="224" y="153"/>
                    <a:pt x="224" y="94"/>
                  </a:cubicBezTo>
                  <a:cubicBezTo>
                    <a:pt x="224" y="44"/>
                    <a:pt x="181" y="0"/>
                    <a:pt x="130" y="0"/>
                  </a:cubicBezTo>
                  <a:close/>
                </a:path>
              </a:pathLst>
            </a:custGeom>
            <a:solidFill>
              <a:srgbClr val="869FB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800" name="Google Shape;5800;p35"/>
            <p:cNvSpPr/>
            <p:nvPr/>
          </p:nvSpPr>
          <p:spPr>
            <a:xfrm>
              <a:off x="4985775" y="2562500"/>
              <a:ext cx="5750" cy="4800"/>
            </a:xfrm>
            <a:custGeom>
              <a:rect b="b" l="l" r="r" t="t"/>
              <a:pathLst>
                <a:path extrusionOk="0" h="192" w="230">
                  <a:moveTo>
                    <a:pt x="130" y="0"/>
                  </a:moveTo>
                  <a:cubicBezTo>
                    <a:pt x="44" y="0"/>
                    <a:pt x="1" y="101"/>
                    <a:pt x="65" y="166"/>
                  </a:cubicBezTo>
                  <a:cubicBezTo>
                    <a:pt x="85" y="183"/>
                    <a:pt x="107" y="191"/>
                    <a:pt x="129" y="191"/>
                  </a:cubicBezTo>
                  <a:cubicBezTo>
                    <a:pt x="181" y="191"/>
                    <a:pt x="229" y="148"/>
                    <a:pt x="224" y="87"/>
                  </a:cubicBezTo>
                  <a:cubicBezTo>
                    <a:pt x="224" y="37"/>
                    <a:pt x="181" y="0"/>
                    <a:pt x="130" y="0"/>
                  </a:cubicBezTo>
                  <a:close/>
                </a:path>
              </a:pathLst>
            </a:custGeom>
            <a:solidFill>
              <a:srgbClr val="869FB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801" name="Google Shape;5801;p35"/>
            <p:cNvSpPr/>
            <p:nvPr/>
          </p:nvSpPr>
          <p:spPr>
            <a:xfrm>
              <a:off x="4985825" y="2570225"/>
              <a:ext cx="5700" cy="4750"/>
            </a:xfrm>
            <a:custGeom>
              <a:rect b="b" l="l" r="r" t="t"/>
              <a:pathLst>
                <a:path extrusionOk="0" h="190" w="228">
                  <a:moveTo>
                    <a:pt x="139" y="1"/>
                  </a:moveTo>
                  <a:cubicBezTo>
                    <a:pt x="136" y="1"/>
                    <a:pt x="132" y="1"/>
                    <a:pt x="128" y="2"/>
                  </a:cubicBezTo>
                  <a:cubicBezTo>
                    <a:pt x="126" y="1"/>
                    <a:pt x="123" y="1"/>
                    <a:pt x="120" y="1"/>
                  </a:cubicBezTo>
                  <a:cubicBezTo>
                    <a:pt x="39" y="1"/>
                    <a:pt x="1" y="104"/>
                    <a:pt x="63" y="160"/>
                  </a:cubicBezTo>
                  <a:cubicBezTo>
                    <a:pt x="84" y="181"/>
                    <a:pt x="108" y="190"/>
                    <a:pt x="131" y="190"/>
                  </a:cubicBezTo>
                  <a:cubicBezTo>
                    <a:pt x="181" y="190"/>
                    <a:pt x="227" y="147"/>
                    <a:pt x="222" y="88"/>
                  </a:cubicBezTo>
                  <a:cubicBezTo>
                    <a:pt x="222" y="41"/>
                    <a:pt x="185" y="1"/>
                    <a:pt x="139" y="1"/>
                  </a:cubicBezTo>
                  <a:close/>
                </a:path>
              </a:pathLst>
            </a:custGeom>
            <a:solidFill>
              <a:srgbClr val="869FB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802" name="Google Shape;5802;p35"/>
            <p:cNvSpPr/>
            <p:nvPr/>
          </p:nvSpPr>
          <p:spPr>
            <a:xfrm>
              <a:off x="4985775" y="2577825"/>
              <a:ext cx="5625" cy="4825"/>
            </a:xfrm>
            <a:custGeom>
              <a:rect b="b" l="l" r="r" t="t"/>
              <a:pathLst>
                <a:path extrusionOk="0" h="193" w="225">
                  <a:moveTo>
                    <a:pt x="130" y="1"/>
                  </a:moveTo>
                  <a:cubicBezTo>
                    <a:pt x="44" y="1"/>
                    <a:pt x="1" y="101"/>
                    <a:pt x="65" y="166"/>
                  </a:cubicBezTo>
                  <a:cubicBezTo>
                    <a:pt x="84" y="185"/>
                    <a:pt x="106" y="193"/>
                    <a:pt x="128" y="193"/>
                  </a:cubicBezTo>
                  <a:cubicBezTo>
                    <a:pt x="177" y="193"/>
                    <a:pt x="224" y="154"/>
                    <a:pt x="224" y="94"/>
                  </a:cubicBezTo>
                  <a:cubicBezTo>
                    <a:pt x="224" y="44"/>
                    <a:pt x="181" y="1"/>
                    <a:pt x="130" y="1"/>
                  </a:cubicBezTo>
                  <a:close/>
                </a:path>
              </a:pathLst>
            </a:custGeom>
            <a:solidFill>
              <a:srgbClr val="869FB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803" name="Google Shape;5803;p35"/>
            <p:cNvSpPr/>
            <p:nvPr/>
          </p:nvSpPr>
          <p:spPr>
            <a:xfrm>
              <a:off x="4977300" y="2531675"/>
              <a:ext cx="5750" cy="4900"/>
            </a:xfrm>
            <a:custGeom>
              <a:rect b="b" l="l" r="r" t="t"/>
              <a:pathLst>
                <a:path extrusionOk="0" h="196" w="230">
                  <a:moveTo>
                    <a:pt x="130" y="0"/>
                  </a:moveTo>
                  <a:cubicBezTo>
                    <a:pt x="44" y="0"/>
                    <a:pt x="1" y="108"/>
                    <a:pt x="65" y="166"/>
                  </a:cubicBezTo>
                  <a:cubicBezTo>
                    <a:pt x="86" y="187"/>
                    <a:pt x="110" y="195"/>
                    <a:pt x="133" y="195"/>
                  </a:cubicBezTo>
                  <a:cubicBezTo>
                    <a:pt x="183" y="195"/>
                    <a:pt x="229" y="153"/>
                    <a:pt x="224" y="94"/>
                  </a:cubicBezTo>
                  <a:cubicBezTo>
                    <a:pt x="224" y="43"/>
                    <a:pt x="181" y="0"/>
                    <a:pt x="130" y="0"/>
                  </a:cubicBezTo>
                  <a:close/>
                </a:path>
              </a:pathLst>
            </a:custGeom>
            <a:solidFill>
              <a:srgbClr val="869FB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804" name="Google Shape;5804;p35"/>
            <p:cNvSpPr/>
            <p:nvPr/>
          </p:nvSpPr>
          <p:spPr>
            <a:xfrm>
              <a:off x="4977350" y="2539400"/>
              <a:ext cx="5575" cy="4750"/>
            </a:xfrm>
            <a:custGeom>
              <a:rect b="b" l="l" r="r" t="t"/>
              <a:pathLst>
                <a:path extrusionOk="0" h="190" w="223">
                  <a:moveTo>
                    <a:pt x="120" y="1"/>
                  </a:moveTo>
                  <a:cubicBezTo>
                    <a:pt x="39" y="1"/>
                    <a:pt x="1" y="104"/>
                    <a:pt x="63" y="160"/>
                  </a:cubicBezTo>
                  <a:cubicBezTo>
                    <a:pt x="82" y="181"/>
                    <a:pt x="105" y="190"/>
                    <a:pt x="127" y="190"/>
                  </a:cubicBezTo>
                  <a:cubicBezTo>
                    <a:pt x="175" y="190"/>
                    <a:pt x="222" y="149"/>
                    <a:pt x="222" y="95"/>
                  </a:cubicBezTo>
                  <a:cubicBezTo>
                    <a:pt x="222" y="37"/>
                    <a:pt x="179" y="1"/>
                    <a:pt x="128" y="1"/>
                  </a:cubicBezTo>
                  <a:cubicBezTo>
                    <a:pt x="126" y="1"/>
                    <a:pt x="123" y="1"/>
                    <a:pt x="120" y="1"/>
                  </a:cubicBezTo>
                  <a:close/>
                </a:path>
              </a:pathLst>
            </a:custGeom>
            <a:solidFill>
              <a:srgbClr val="869FB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805" name="Google Shape;5805;p35"/>
            <p:cNvSpPr/>
            <p:nvPr/>
          </p:nvSpPr>
          <p:spPr>
            <a:xfrm>
              <a:off x="4977300" y="2547175"/>
              <a:ext cx="5750" cy="4725"/>
            </a:xfrm>
            <a:custGeom>
              <a:rect b="b" l="l" r="r" t="t"/>
              <a:pathLst>
                <a:path extrusionOk="0" h="189" w="230">
                  <a:moveTo>
                    <a:pt x="130" y="0"/>
                  </a:moveTo>
                  <a:cubicBezTo>
                    <a:pt x="44" y="0"/>
                    <a:pt x="1" y="101"/>
                    <a:pt x="65" y="159"/>
                  </a:cubicBezTo>
                  <a:cubicBezTo>
                    <a:pt x="86" y="180"/>
                    <a:pt x="110" y="189"/>
                    <a:pt x="133" y="189"/>
                  </a:cubicBezTo>
                  <a:cubicBezTo>
                    <a:pt x="183" y="189"/>
                    <a:pt x="229" y="146"/>
                    <a:pt x="224" y="87"/>
                  </a:cubicBezTo>
                  <a:cubicBezTo>
                    <a:pt x="224" y="36"/>
                    <a:pt x="181" y="0"/>
                    <a:pt x="130" y="0"/>
                  </a:cubicBezTo>
                  <a:close/>
                </a:path>
              </a:pathLst>
            </a:custGeom>
            <a:solidFill>
              <a:srgbClr val="869FB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806" name="Google Shape;5806;p35"/>
            <p:cNvSpPr/>
            <p:nvPr/>
          </p:nvSpPr>
          <p:spPr>
            <a:xfrm>
              <a:off x="4977300" y="2554750"/>
              <a:ext cx="5625" cy="4825"/>
            </a:xfrm>
            <a:custGeom>
              <a:rect b="b" l="l" r="r" t="t"/>
              <a:pathLst>
                <a:path extrusionOk="0" h="193" w="225">
                  <a:moveTo>
                    <a:pt x="130" y="0"/>
                  </a:moveTo>
                  <a:cubicBezTo>
                    <a:pt x="44" y="0"/>
                    <a:pt x="1" y="101"/>
                    <a:pt x="65" y="166"/>
                  </a:cubicBezTo>
                  <a:cubicBezTo>
                    <a:pt x="84" y="184"/>
                    <a:pt x="106" y="192"/>
                    <a:pt x="128" y="192"/>
                  </a:cubicBezTo>
                  <a:cubicBezTo>
                    <a:pt x="177" y="192"/>
                    <a:pt x="224" y="153"/>
                    <a:pt x="224" y="94"/>
                  </a:cubicBezTo>
                  <a:cubicBezTo>
                    <a:pt x="224" y="44"/>
                    <a:pt x="181" y="0"/>
                    <a:pt x="130" y="0"/>
                  </a:cubicBezTo>
                  <a:close/>
                </a:path>
              </a:pathLst>
            </a:custGeom>
            <a:solidFill>
              <a:srgbClr val="869FB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807" name="Google Shape;5807;p35"/>
            <p:cNvSpPr/>
            <p:nvPr/>
          </p:nvSpPr>
          <p:spPr>
            <a:xfrm>
              <a:off x="4977300" y="2562500"/>
              <a:ext cx="5750" cy="4800"/>
            </a:xfrm>
            <a:custGeom>
              <a:rect b="b" l="l" r="r" t="t"/>
              <a:pathLst>
                <a:path extrusionOk="0" h="192" w="230">
                  <a:moveTo>
                    <a:pt x="130" y="0"/>
                  </a:moveTo>
                  <a:cubicBezTo>
                    <a:pt x="44" y="0"/>
                    <a:pt x="1" y="101"/>
                    <a:pt x="65" y="166"/>
                  </a:cubicBezTo>
                  <a:cubicBezTo>
                    <a:pt x="85" y="183"/>
                    <a:pt x="107" y="191"/>
                    <a:pt x="129" y="191"/>
                  </a:cubicBezTo>
                  <a:cubicBezTo>
                    <a:pt x="181" y="191"/>
                    <a:pt x="229" y="148"/>
                    <a:pt x="224" y="87"/>
                  </a:cubicBezTo>
                  <a:cubicBezTo>
                    <a:pt x="224" y="37"/>
                    <a:pt x="181" y="0"/>
                    <a:pt x="130" y="0"/>
                  </a:cubicBezTo>
                  <a:close/>
                </a:path>
              </a:pathLst>
            </a:custGeom>
            <a:solidFill>
              <a:srgbClr val="869FB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808" name="Google Shape;5808;p35"/>
            <p:cNvSpPr/>
            <p:nvPr/>
          </p:nvSpPr>
          <p:spPr>
            <a:xfrm>
              <a:off x="4977350" y="2570225"/>
              <a:ext cx="5700" cy="4750"/>
            </a:xfrm>
            <a:custGeom>
              <a:rect b="b" l="l" r="r" t="t"/>
              <a:pathLst>
                <a:path extrusionOk="0" h="190" w="228">
                  <a:moveTo>
                    <a:pt x="139" y="1"/>
                  </a:moveTo>
                  <a:cubicBezTo>
                    <a:pt x="136" y="1"/>
                    <a:pt x="132" y="1"/>
                    <a:pt x="128" y="2"/>
                  </a:cubicBezTo>
                  <a:cubicBezTo>
                    <a:pt x="126" y="1"/>
                    <a:pt x="123" y="1"/>
                    <a:pt x="120" y="1"/>
                  </a:cubicBezTo>
                  <a:cubicBezTo>
                    <a:pt x="39" y="1"/>
                    <a:pt x="1" y="104"/>
                    <a:pt x="63" y="160"/>
                  </a:cubicBezTo>
                  <a:cubicBezTo>
                    <a:pt x="84" y="181"/>
                    <a:pt x="108" y="190"/>
                    <a:pt x="131" y="190"/>
                  </a:cubicBezTo>
                  <a:cubicBezTo>
                    <a:pt x="181" y="190"/>
                    <a:pt x="227" y="147"/>
                    <a:pt x="222" y="88"/>
                  </a:cubicBezTo>
                  <a:cubicBezTo>
                    <a:pt x="222" y="41"/>
                    <a:pt x="185" y="1"/>
                    <a:pt x="139" y="1"/>
                  </a:cubicBezTo>
                  <a:close/>
                </a:path>
              </a:pathLst>
            </a:custGeom>
            <a:solidFill>
              <a:srgbClr val="869FB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809" name="Google Shape;5809;p35"/>
            <p:cNvSpPr/>
            <p:nvPr/>
          </p:nvSpPr>
          <p:spPr>
            <a:xfrm>
              <a:off x="4977300" y="2577825"/>
              <a:ext cx="5625" cy="4825"/>
            </a:xfrm>
            <a:custGeom>
              <a:rect b="b" l="l" r="r" t="t"/>
              <a:pathLst>
                <a:path extrusionOk="0" h="193" w="225">
                  <a:moveTo>
                    <a:pt x="130" y="1"/>
                  </a:moveTo>
                  <a:cubicBezTo>
                    <a:pt x="44" y="1"/>
                    <a:pt x="1" y="101"/>
                    <a:pt x="65" y="166"/>
                  </a:cubicBezTo>
                  <a:cubicBezTo>
                    <a:pt x="84" y="185"/>
                    <a:pt x="106" y="193"/>
                    <a:pt x="128" y="193"/>
                  </a:cubicBezTo>
                  <a:cubicBezTo>
                    <a:pt x="177" y="193"/>
                    <a:pt x="224" y="154"/>
                    <a:pt x="224" y="94"/>
                  </a:cubicBezTo>
                  <a:cubicBezTo>
                    <a:pt x="224" y="44"/>
                    <a:pt x="181" y="1"/>
                    <a:pt x="130" y="1"/>
                  </a:cubicBezTo>
                  <a:close/>
                </a:path>
              </a:pathLst>
            </a:custGeom>
            <a:solidFill>
              <a:srgbClr val="869FB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810" name="Google Shape;5810;p35"/>
            <p:cNvSpPr/>
            <p:nvPr/>
          </p:nvSpPr>
          <p:spPr>
            <a:xfrm>
              <a:off x="4968825" y="2531675"/>
              <a:ext cx="5750" cy="4900"/>
            </a:xfrm>
            <a:custGeom>
              <a:rect b="b" l="l" r="r" t="t"/>
              <a:pathLst>
                <a:path extrusionOk="0" h="196" w="230">
                  <a:moveTo>
                    <a:pt x="130" y="0"/>
                  </a:moveTo>
                  <a:cubicBezTo>
                    <a:pt x="44" y="0"/>
                    <a:pt x="1" y="108"/>
                    <a:pt x="66" y="166"/>
                  </a:cubicBezTo>
                  <a:cubicBezTo>
                    <a:pt x="86" y="187"/>
                    <a:pt x="110" y="195"/>
                    <a:pt x="133" y="195"/>
                  </a:cubicBezTo>
                  <a:cubicBezTo>
                    <a:pt x="183" y="195"/>
                    <a:pt x="229" y="153"/>
                    <a:pt x="224" y="94"/>
                  </a:cubicBezTo>
                  <a:cubicBezTo>
                    <a:pt x="224" y="43"/>
                    <a:pt x="181" y="0"/>
                    <a:pt x="130" y="0"/>
                  </a:cubicBezTo>
                  <a:close/>
                </a:path>
              </a:pathLst>
            </a:custGeom>
            <a:solidFill>
              <a:srgbClr val="869FB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811" name="Google Shape;5811;p35"/>
            <p:cNvSpPr/>
            <p:nvPr/>
          </p:nvSpPr>
          <p:spPr>
            <a:xfrm>
              <a:off x="4968875" y="2539400"/>
              <a:ext cx="5700" cy="4750"/>
            </a:xfrm>
            <a:custGeom>
              <a:rect b="b" l="l" r="r" t="t"/>
              <a:pathLst>
                <a:path extrusionOk="0" h="190" w="228">
                  <a:moveTo>
                    <a:pt x="121" y="1"/>
                  </a:moveTo>
                  <a:cubicBezTo>
                    <a:pt x="46" y="1"/>
                    <a:pt x="1" y="104"/>
                    <a:pt x="64" y="160"/>
                  </a:cubicBezTo>
                  <a:cubicBezTo>
                    <a:pt x="82" y="181"/>
                    <a:pt x="106" y="190"/>
                    <a:pt x="129" y="190"/>
                  </a:cubicBezTo>
                  <a:cubicBezTo>
                    <a:pt x="179" y="190"/>
                    <a:pt x="227" y="149"/>
                    <a:pt x="222" y="95"/>
                  </a:cubicBezTo>
                  <a:cubicBezTo>
                    <a:pt x="222" y="37"/>
                    <a:pt x="186" y="1"/>
                    <a:pt x="128" y="1"/>
                  </a:cubicBezTo>
                  <a:cubicBezTo>
                    <a:pt x="126" y="1"/>
                    <a:pt x="123" y="1"/>
                    <a:pt x="121" y="1"/>
                  </a:cubicBezTo>
                  <a:close/>
                </a:path>
              </a:pathLst>
            </a:custGeom>
            <a:solidFill>
              <a:srgbClr val="869FB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812" name="Google Shape;5812;p35"/>
            <p:cNvSpPr/>
            <p:nvPr/>
          </p:nvSpPr>
          <p:spPr>
            <a:xfrm>
              <a:off x="4968825" y="2547175"/>
              <a:ext cx="5750" cy="4725"/>
            </a:xfrm>
            <a:custGeom>
              <a:rect b="b" l="l" r="r" t="t"/>
              <a:pathLst>
                <a:path extrusionOk="0" h="189" w="230">
                  <a:moveTo>
                    <a:pt x="130" y="0"/>
                  </a:moveTo>
                  <a:cubicBezTo>
                    <a:pt x="44" y="0"/>
                    <a:pt x="1" y="101"/>
                    <a:pt x="66" y="159"/>
                  </a:cubicBezTo>
                  <a:cubicBezTo>
                    <a:pt x="86" y="180"/>
                    <a:pt x="110" y="189"/>
                    <a:pt x="133" y="189"/>
                  </a:cubicBezTo>
                  <a:cubicBezTo>
                    <a:pt x="183" y="189"/>
                    <a:pt x="229" y="146"/>
                    <a:pt x="224" y="87"/>
                  </a:cubicBezTo>
                  <a:cubicBezTo>
                    <a:pt x="224" y="36"/>
                    <a:pt x="181" y="0"/>
                    <a:pt x="130" y="0"/>
                  </a:cubicBezTo>
                  <a:close/>
                </a:path>
              </a:pathLst>
            </a:custGeom>
            <a:solidFill>
              <a:srgbClr val="869FB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813" name="Google Shape;5813;p35"/>
            <p:cNvSpPr/>
            <p:nvPr/>
          </p:nvSpPr>
          <p:spPr>
            <a:xfrm>
              <a:off x="4968825" y="2554750"/>
              <a:ext cx="5800" cy="4825"/>
            </a:xfrm>
            <a:custGeom>
              <a:rect b="b" l="l" r="r" t="t"/>
              <a:pathLst>
                <a:path extrusionOk="0" h="193" w="232">
                  <a:moveTo>
                    <a:pt x="130" y="0"/>
                  </a:moveTo>
                  <a:cubicBezTo>
                    <a:pt x="51" y="0"/>
                    <a:pt x="1" y="101"/>
                    <a:pt x="66" y="166"/>
                  </a:cubicBezTo>
                  <a:cubicBezTo>
                    <a:pt x="84" y="184"/>
                    <a:pt x="107" y="192"/>
                    <a:pt x="130" y="192"/>
                  </a:cubicBezTo>
                  <a:cubicBezTo>
                    <a:pt x="180" y="192"/>
                    <a:pt x="229" y="153"/>
                    <a:pt x="224" y="94"/>
                  </a:cubicBezTo>
                  <a:cubicBezTo>
                    <a:pt x="231" y="44"/>
                    <a:pt x="188" y="0"/>
                    <a:pt x="130" y="0"/>
                  </a:cubicBezTo>
                  <a:close/>
                </a:path>
              </a:pathLst>
            </a:custGeom>
            <a:solidFill>
              <a:srgbClr val="869FB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814" name="Google Shape;5814;p35"/>
            <p:cNvSpPr/>
            <p:nvPr/>
          </p:nvSpPr>
          <p:spPr>
            <a:xfrm>
              <a:off x="4968825" y="2562500"/>
              <a:ext cx="5750" cy="4800"/>
            </a:xfrm>
            <a:custGeom>
              <a:rect b="b" l="l" r="r" t="t"/>
              <a:pathLst>
                <a:path extrusionOk="0" h="192" w="230">
                  <a:moveTo>
                    <a:pt x="130" y="0"/>
                  </a:moveTo>
                  <a:cubicBezTo>
                    <a:pt x="44" y="0"/>
                    <a:pt x="1" y="101"/>
                    <a:pt x="66" y="166"/>
                  </a:cubicBezTo>
                  <a:cubicBezTo>
                    <a:pt x="85" y="183"/>
                    <a:pt x="107" y="191"/>
                    <a:pt x="129" y="191"/>
                  </a:cubicBezTo>
                  <a:cubicBezTo>
                    <a:pt x="181" y="191"/>
                    <a:pt x="229" y="148"/>
                    <a:pt x="224" y="87"/>
                  </a:cubicBezTo>
                  <a:cubicBezTo>
                    <a:pt x="224" y="37"/>
                    <a:pt x="181" y="0"/>
                    <a:pt x="130" y="0"/>
                  </a:cubicBezTo>
                  <a:close/>
                </a:path>
              </a:pathLst>
            </a:custGeom>
            <a:solidFill>
              <a:srgbClr val="869FB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815" name="Google Shape;5815;p35"/>
            <p:cNvSpPr/>
            <p:nvPr/>
          </p:nvSpPr>
          <p:spPr>
            <a:xfrm>
              <a:off x="4968875" y="2570225"/>
              <a:ext cx="5700" cy="4750"/>
            </a:xfrm>
            <a:custGeom>
              <a:rect b="b" l="l" r="r" t="t"/>
              <a:pathLst>
                <a:path extrusionOk="0" h="190" w="228">
                  <a:moveTo>
                    <a:pt x="139" y="1"/>
                  </a:moveTo>
                  <a:cubicBezTo>
                    <a:pt x="136" y="1"/>
                    <a:pt x="132" y="1"/>
                    <a:pt x="128" y="2"/>
                  </a:cubicBezTo>
                  <a:cubicBezTo>
                    <a:pt x="126" y="1"/>
                    <a:pt x="123" y="1"/>
                    <a:pt x="120" y="1"/>
                  </a:cubicBezTo>
                  <a:cubicBezTo>
                    <a:pt x="39" y="1"/>
                    <a:pt x="1" y="104"/>
                    <a:pt x="64" y="160"/>
                  </a:cubicBezTo>
                  <a:cubicBezTo>
                    <a:pt x="84" y="181"/>
                    <a:pt x="108" y="190"/>
                    <a:pt x="131" y="190"/>
                  </a:cubicBezTo>
                  <a:cubicBezTo>
                    <a:pt x="181" y="190"/>
                    <a:pt x="227" y="147"/>
                    <a:pt x="222" y="88"/>
                  </a:cubicBezTo>
                  <a:cubicBezTo>
                    <a:pt x="222" y="41"/>
                    <a:pt x="185" y="1"/>
                    <a:pt x="139" y="1"/>
                  </a:cubicBezTo>
                  <a:close/>
                </a:path>
              </a:pathLst>
            </a:custGeom>
            <a:solidFill>
              <a:srgbClr val="869FB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816" name="Google Shape;5816;p35"/>
            <p:cNvSpPr/>
            <p:nvPr/>
          </p:nvSpPr>
          <p:spPr>
            <a:xfrm>
              <a:off x="4968825" y="2577825"/>
              <a:ext cx="5800" cy="4825"/>
            </a:xfrm>
            <a:custGeom>
              <a:rect b="b" l="l" r="r" t="t"/>
              <a:pathLst>
                <a:path extrusionOk="0" h="193" w="232">
                  <a:moveTo>
                    <a:pt x="130" y="1"/>
                  </a:moveTo>
                  <a:cubicBezTo>
                    <a:pt x="51" y="1"/>
                    <a:pt x="1" y="101"/>
                    <a:pt x="66" y="166"/>
                  </a:cubicBezTo>
                  <a:cubicBezTo>
                    <a:pt x="84" y="185"/>
                    <a:pt x="107" y="193"/>
                    <a:pt x="130" y="193"/>
                  </a:cubicBezTo>
                  <a:cubicBezTo>
                    <a:pt x="180" y="193"/>
                    <a:pt x="229" y="154"/>
                    <a:pt x="224" y="94"/>
                  </a:cubicBezTo>
                  <a:cubicBezTo>
                    <a:pt x="231" y="44"/>
                    <a:pt x="188" y="1"/>
                    <a:pt x="130" y="1"/>
                  </a:cubicBezTo>
                  <a:close/>
                </a:path>
              </a:pathLst>
            </a:custGeom>
            <a:solidFill>
              <a:srgbClr val="869FB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817" name="Google Shape;5817;p35"/>
            <p:cNvSpPr/>
            <p:nvPr/>
          </p:nvSpPr>
          <p:spPr>
            <a:xfrm>
              <a:off x="4960525" y="2531675"/>
              <a:ext cx="5625" cy="4900"/>
            </a:xfrm>
            <a:custGeom>
              <a:rect b="b" l="l" r="r" t="t"/>
              <a:pathLst>
                <a:path extrusionOk="0" h="196" w="225">
                  <a:moveTo>
                    <a:pt x="123" y="0"/>
                  </a:moveTo>
                  <a:cubicBezTo>
                    <a:pt x="37" y="0"/>
                    <a:pt x="1" y="108"/>
                    <a:pt x="59" y="166"/>
                  </a:cubicBezTo>
                  <a:cubicBezTo>
                    <a:pt x="79" y="187"/>
                    <a:pt x="103" y="195"/>
                    <a:pt x="126" y="195"/>
                  </a:cubicBezTo>
                  <a:cubicBezTo>
                    <a:pt x="177" y="195"/>
                    <a:pt x="224" y="153"/>
                    <a:pt x="224" y="94"/>
                  </a:cubicBezTo>
                  <a:cubicBezTo>
                    <a:pt x="217" y="43"/>
                    <a:pt x="181" y="0"/>
                    <a:pt x="123" y="0"/>
                  </a:cubicBezTo>
                  <a:close/>
                </a:path>
              </a:pathLst>
            </a:custGeom>
            <a:solidFill>
              <a:srgbClr val="869FB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818" name="Google Shape;5818;p35"/>
            <p:cNvSpPr/>
            <p:nvPr/>
          </p:nvSpPr>
          <p:spPr>
            <a:xfrm>
              <a:off x="4960575" y="2539400"/>
              <a:ext cx="5575" cy="4750"/>
            </a:xfrm>
            <a:custGeom>
              <a:rect b="b" l="l" r="r" t="t"/>
              <a:pathLst>
                <a:path extrusionOk="0" h="190" w="223">
                  <a:moveTo>
                    <a:pt x="114" y="1"/>
                  </a:moveTo>
                  <a:cubicBezTo>
                    <a:pt x="39" y="1"/>
                    <a:pt x="1" y="104"/>
                    <a:pt x="57" y="160"/>
                  </a:cubicBezTo>
                  <a:cubicBezTo>
                    <a:pt x="75" y="181"/>
                    <a:pt x="99" y="190"/>
                    <a:pt x="122" y="190"/>
                  </a:cubicBezTo>
                  <a:cubicBezTo>
                    <a:pt x="172" y="190"/>
                    <a:pt x="222" y="149"/>
                    <a:pt x="222" y="95"/>
                  </a:cubicBezTo>
                  <a:cubicBezTo>
                    <a:pt x="222" y="37"/>
                    <a:pt x="179" y="1"/>
                    <a:pt x="121" y="1"/>
                  </a:cubicBezTo>
                  <a:cubicBezTo>
                    <a:pt x="119" y="1"/>
                    <a:pt x="116" y="1"/>
                    <a:pt x="114" y="1"/>
                  </a:cubicBezTo>
                  <a:close/>
                </a:path>
              </a:pathLst>
            </a:custGeom>
            <a:solidFill>
              <a:srgbClr val="869FB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819" name="Google Shape;5819;p35"/>
            <p:cNvSpPr/>
            <p:nvPr/>
          </p:nvSpPr>
          <p:spPr>
            <a:xfrm>
              <a:off x="4960525" y="2547175"/>
              <a:ext cx="5625" cy="4725"/>
            </a:xfrm>
            <a:custGeom>
              <a:rect b="b" l="l" r="r" t="t"/>
              <a:pathLst>
                <a:path extrusionOk="0" h="189" w="225">
                  <a:moveTo>
                    <a:pt x="123" y="0"/>
                  </a:moveTo>
                  <a:cubicBezTo>
                    <a:pt x="37" y="0"/>
                    <a:pt x="1" y="101"/>
                    <a:pt x="59" y="159"/>
                  </a:cubicBezTo>
                  <a:cubicBezTo>
                    <a:pt x="79" y="180"/>
                    <a:pt x="103" y="189"/>
                    <a:pt x="126" y="189"/>
                  </a:cubicBezTo>
                  <a:cubicBezTo>
                    <a:pt x="177" y="189"/>
                    <a:pt x="224" y="146"/>
                    <a:pt x="224" y="87"/>
                  </a:cubicBezTo>
                  <a:cubicBezTo>
                    <a:pt x="217" y="36"/>
                    <a:pt x="181" y="0"/>
                    <a:pt x="123" y="0"/>
                  </a:cubicBezTo>
                  <a:close/>
                </a:path>
              </a:pathLst>
            </a:custGeom>
            <a:solidFill>
              <a:srgbClr val="869FB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820" name="Google Shape;5820;p35"/>
            <p:cNvSpPr/>
            <p:nvPr/>
          </p:nvSpPr>
          <p:spPr>
            <a:xfrm>
              <a:off x="4960525" y="2554750"/>
              <a:ext cx="5625" cy="4825"/>
            </a:xfrm>
            <a:custGeom>
              <a:rect b="b" l="l" r="r" t="t"/>
              <a:pathLst>
                <a:path extrusionOk="0" h="193" w="225">
                  <a:moveTo>
                    <a:pt x="123" y="0"/>
                  </a:moveTo>
                  <a:cubicBezTo>
                    <a:pt x="44" y="0"/>
                    <a:pt x="1" y="101"/>
                    <a:pt x="59" y="166"/>
                  </a:cubicBezTo>
                  <a:cubicBezTo>
                    <a:pt x="77" y="184"/>
                    <a:pt x="100" y="192"/>
                    <a:pt x="123" y="192"/>
                  </a:cubicBezTo>
                  <a:cubicBezTo>
                    <a:pt x="173" y="192"/>
                    <a:pt x="224" y="153"/>
                    <a:pt x="224" y="94"/>
                  </a:cubicBezTo>
                  <a:cubicBezTo>
                    <a:pt x="224" y="44"/>
                    <a:pt x="181" y="0"/>
                    <a:pt x="123" y="0"/>
                  </a:cubicBezTo>
                  <a:close/>
                </a:path>
              </a:pathLst>
            </a:custGeom>
            <a:solidFill>
              <a:srgbClr val="869FB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821" name="Google Shape;5821;p35"/>
            <p:cNvSpPr/>
            <p:nvPr/>
          </p:nvSpPr>
          <p:spPr>
            <a:xfrm>
              <a:off x="4960525" y="2562500"/>
              <a:ext cx="5625" cy="4800"/>
            </a:xfrm>
            <a:custGeom>
              <a:rect b="b" l="l" r="r" t="t"/>
              <a:pathLst>
                <a:path extrusionOk="0" h="192" w="225">
                  <a:moveTo>
                    <a:pt x="123" y="0"/>
                  </a:moveTo>
                  <a:cubicBezTo>
                    <a:pt x="37" y="0"/>
                    <a:pt x="1" y="101"/>
                    <a:pt x="59" y="166"/>
                  </a:cubicBezTo>
                  <a:cubicBezTo>
                    <a:pt x="78" y="183"/>
                    <a:pt x="100" y="191"/>
                    <a:pt x="122" y="191"/>
                  </a:cubicBezTo>
                  <a:cubicBezTo>
                    <a:pt x="174" y="191"/>
                    <a:pt x="224" y="148"/>
                    <a:pt x="224" y="87"/>
                  </a:cubicBezTo>
                  <a:cubicBezTo>
                    <a:pt x="217" y="37"/>
                    <a:pt x="181" y="0"/>
                    <a:pt x="123" y="0"/>
                  </a:cubicBezTo>
                  <a:close/>
                </a:path>
              </a:pathLst>
            </a:custGeom>
            <a:solidFill>
              <a:srgbClr val="869FB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822" name="Google Shape;5822;p35"/>
            <p:cNvSpPr/>
            <p:nvPr/>
          </p:nvSpPr>
          <p:spPr>
            <a:xfrm>
              <a:off x="4960575" y="2570225"/>
              <a:ext cx="5575" cy="4750"/>
            </a:xfrm>
            <a:custGeom>
              <a:rect b="b" l="l" r="r" t="t"/>
              <a:pathLst>
                <a:path extrusionOk="0" h="190" w="223">
                  <a:moveTo>
                    <a:pt x="134" y="1"/>
                  </a:moveTo>
                  <a:cubicBezTo>
                    <a:pt x="130" y="1"/>
                    <a:pt x="126" y="1"/>
                    <a:pt x="121" y="2"/>
                  </a:cubicBezTo>
                  <a:cubicBezTo>
                    <a:pt x="119" y="1"/>
                    <a:pt x="116" y="1"/>
                    <a:pt x="113" y="1"/>
                  </a:cubicBezTo>
                  <a:cubicBezTo>
                    <a:pt x="33" y="1"/>
                    <a:pt x="1" y="104"/>
                    <a:pt x="57" y="160"/>
                  </a:cubicBezTo>
                  <a:cubicBezTo>
                    <a:pt x="77" y="181"/>
                    <a:pt x="101" y="190"/>
                    <a:pt x="124" y="190"/>
                  </a:cubicBezTo>
                  <a:cubicBezTo>
                    <a:pt x="175" y="190"/>
                    <a:pt x="222" y="147"/>
                    <a:pt x="222" y="88"/>
                  </a:cubicBezTo>
                  <a:cubicBezTo>
                    <a:pt x="216" y="41"/>
                    <a:pt x="184" y="1"/>
                    <a:pt x="134" y="1"/>
                  </a:cubicBezTo>
                  <a:close/>
                </a:path>
              </a:pathLst>
            </a:custGeom>
            <a:solidFill>
              <a:srgbClr val="869FB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823" name="Google Shape;5823;p35"/>
            <p:cNvSpPr/>
            <p:nvPr/>
          </p:nvSpPr>
          <p:spPr>
            <a:xfrm>
              <a:off x="4960525" y="2577825"/>
              <a:ext cx="5625" cy="4825"/>
            </a:xfrm>
            <a:custGeom>
              <a:rect b="b" l="l" r="r" t="t"/>
              <a:pathLst>
                <a:path extrusionOk="0" h="193" w="225">
                  <a:moveTo>
                    <a:pt x="123" y="1"/>
                  </a:moveTo>
                  <a:cubicBezTo>
                    <a:pt x="44" y="1"/>
                    <a:pt x="1" y="101"/>
                    <a:pt x="59" y="166"/>
                  </a:cubicBezTo>
                  <a:cubicBezTo>
                    <a:pt x="77" y="185"/>
                    <a:pt x="100" y="193"/>
                    <a:pt x="123" y="193"/>
                  </a:cubicBezTo>
                  <a:cubicBezTo>
                    <a:pt x="173" y="193"/>
                    <a:pt x="224" y="154"/>
                    <a:pt x="224" y="94"/>
                  </a:cubicBezTo>
                  <a:cubicBezTo>
                    <a:pt x="224" y="44"/>
                    <a:pt x="181" y="1"/>
                    <a:pt x="123" y="1"/>
                  </a:cubicBezTo>
                  <a:close/>
                </a:path>
              </a:pathLst>
            </a:custGeom>
            <a:solidFill>
              <a:srgbClr val="869FB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824" name="Google Shape;5824;p35"/>
            <p:cNvSpPr/>
            <p:nvPr/>
          </p:nvSpPr>
          <p:spPr>
            <a:xfrm>
              <a:off x="4952050" y="2531675"/>
              <a:ext cx="5625" cy="4900"/>
            </a:xfrm>
            <a:custGeom>
              <a:rect b="b" l="l" r="r" t="t"/>
              <a:pathLst>
                <a:path extrusionOk="0" h="196" w="225">
                  <a:moveTo>
                    <a:pt x="131" y="0"/>
                  </a:moveTo>
                  <a:cubicBezTo>
                    <a:pt x="44" y="0"/>
                    <a:pt x="1" y="108"/>
                    <a:pt x="59" y="166"/>
                  </a:cubicBezTo>
                  <a:cubicBezTo>
                    <a:pt x="79" y="187"/>
                    <a:pt x="103" y="195"/>
                    <a:pt x="126" y="195"/>
                  </a:cubicBezTo>
                  <a:cubicBezTo>
                    <a:pt x="177" y="195"/>
                    <a:pt x="224" y="153"/>
                    <a:pt x="224" y="94"/>
                  </a:cubicBezTo>
                  <a:cubicBezTo>
                    <a:pt x="217" y="43"/>
                    <a:pt x="181" y="0"/>
                    <a:pt x="131" y="0"/>
                  </a:cubicBezTo>
                  <a:close/>
                </a:path>
              </a:pathLst>
            </a:custGeom>
            <a:solidFill>
              <a:srgbClr val="869FB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825" name="Google Shape;5825;p35"/>
            <p:cNvSpPr/>
            <p:nvPr/>
          </p:nvSpPr>
          <p:spPr>
            <a:xfrm>
              <a:off x="4952100" y="2539400"/>
              <a:ext cx="5575" cy="4750"/>
            </a:xfrm>
            <a:custGeom>
              <a:rect b="b" l="l" r="r" t="t"/>
              <a:pathLst>
                <a:path extrusionOk="0" h="190" w="223">
                  <a:moveTo>
                    <a:pt x="120" y="1"/>
                  </a:moveTo>
                  <a:cubicBezTo>
                    <a:pt x="39" y="1"/>
                    <a:pt x="1" y="104"/>
                    <a:pt x="57" y="160"/>
                  </a:cubicBezTo>
                  <a:cubicBezTo>
                    <a:pt x="77" y="181"/>
                    <a:pt x="102" y="190"/>
                    <a:pt x="125" y="190"/>
                  </a:cubicBezTo>
                  <a:cubicBezTo>
                    <a:pt x="176" y="190"/>
                    <a:pt x="222" y="149"/>
                    <a:pt x="222" y="95"/>
                  </a:cubicBezTo>
                  <a:cubicBezTo>
                    <a:pt x="222" y="37"/>
                    <a:pt x="179" y="1"/>
                    <a:pt x="129" y="1"/>
                  </a:cubicBezTo>
                  <a:cubicBezTo>
                    <a:pt x="126" y="1"/>
                    <a:pt x="123" y="1"/>
                    <a:pt x="120" y="1"/>
                  </a:cubicBezTo>
                  <a:close/>
                </a:path>
              </a:pathLst>
            </a:custGeom>
            <a:solidFill>
              <a:srgbClr val="869FB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826" name="Google Shape;5826;p35"/>
            <p:cNvSpPr/>
            <p:nvPr/>
          </p:nvSpPr>
          <p:spPr>
            <a:xfrm>
              <a:off x="4952050" y="2547175"/>
              <a:ext cx="5625" cy="4725"/>
            </a:xfrm>
            <a:custGeom>
              <a:rect b="b" l="l" r="r" t="t"/>
              <a:pathLst>
                <a:path extrusionOk="0" h="189" w="225">
                  <a:moveTo>
                    <a:pt x="131" y="0"/>
                  </a:moveTo>
                  <a:cubicBezTo>
                    <a:pt x="44" y="0"/>
                    <a:pt x="1" y="101"/>
                    <a:pt x="59" y="159"/>
                  </a:cubicBezTo>
                  <a:cubicBezTo>
                    <a:pt x="79" y="180"/>
                    <a:pt x="103" y="189"/>
                    <a:pt x="126" y="189"/>
                  </a:cubicBezTo>
                  <a:cubicBezTo>
                    <a:pt x="177" y="189"/>
                    <a:pt x="224" y="146"/>
                    <a:pt x="224" y="87"/>
                  </a:cubicBezTo>
                  <a:cubicBezTo>
                    <a:pt x="217" y="36"/>
                    <a:pt x="181" y="0"/>
                    <a:pt x="131" y="0"/>
                  </a:cubicBezTo>
                  <a:close/>
                </a:path>
              </a:pathLst>
            </a:custGeom>
            <a:solidFill>
              <a:srgbClr val="869FB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827" name="Google Shape;5827;p35"/>
            <p:cNvSpPr/>
            <p:nvPr/>
          </p:nvSpPr>
          <p:spPr>
            <a:xfrm>
              <a:off x="4952050" y="2554750"/>
              <a:ext cx="5625" cy="4825"/>
            </a:xfrm>
            <a:custGeom>
              <a:rect b="b" l="l" r="r" t="t"/>
              <a:pathLst>
                <a:path extrusionOk="0" h="193" w="225">
                  <a:moveTo>
                    <a:pt x="131" y="0"/>
                  </a:moveTo>
                  <a:cubicBezTo>
                    <a:pt x="44" y="0"/>
                    <a:pt x="1" y="101"/>
                    <a:pt x="59" y="166"/>
                  </a:cubicBezTo>
                  <a:cubicBezTo>
                    <a:pt x="79" y="184"/>
                    <a:pt x="103" y="192"/>
                    <a:pt x="126" y="192"/>
                  </a:cubicBezTo>
                  <a:cubicBezTo>
                    <a:pt x="177" y="192"/>
                    <a:pt x="224" y="153"/>
                    <a:pt x="224" y="94"/>
                  </a:cubicBezTo>
                  <a:cubicBezTo>
                    <a:pt x="224" y="44"/>
                    <a:pt x="181" y="0"/>
                    <a:pt x="131" y="0"/>
                  </a:cubicBezTo>
                  <a:close/>
                </a:path>
              </a:pathLst>
            </a:custGeom>
            <a:solidFill>
              <a:srgbClr val="869FB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828" name="Google Shape;5828;p35"/>
            <p:cNvSpPr/>
            <p:nvPr/>
          </p:nvSpPr>
          <p:spPr>
            <a:xfrm>
              <a:off x="4952050" y="2562500"/>
              <a:ext cx="5625" cy="4800"/>
            </a:xfrm>
            <a:custGeom>
              <a:rect b="b" l="l" r="r" t="t"/>
              <a:pathLst>
                <a:path extrusionOk="0" h="192" w="225">
                  <a:moveTo>
                    <a:pt x="131" y="0"/>
                  </a:moveTo>
                  <a:cubicBezTo>
                    <a:pt x="44" y="0"/>
                    <a:pt x="1" y="101"/>
                    <a:pt x="59" y="166"/>
                  </a:cubicBezTo>
                  <a:cubicBezTo>
                    <a:pt x="78" y="183"/>
                    <a:pt x="100" y="191"/>
                    <a:pt x="122" y="191"/>
                  </a:cubicBezTo>
                  <a:cubicBezTo>
                    <a:pt x="174" y="191"/>
                    <a:pt x="224" y="148"/>
                    <a:pt x="224" y="87"/>
                  </a:cubicBezTo>
                  <a:cubicBezTo>
                    <a:pt x="217" y="37"/>
                    <a:pt x="181" y="0"/>
                    <a:pt x="131" y="0"/>
                  </a:cubicBezTo>
                  <a:close/>
                </a:path>
              </a:pathLst>
            </a:custGeom>
            <a:solidFill>
              <a:srgbClr val="869FB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829" name="Google Shape;5829;p35"/>
            <p:cNvSpPr/>
            <p:nvPr/>
          </p:nvSpPr>
          <p:spPr>
            <a:xfrm>
              <a:off x="4952100" y="2570225"/>
              <a:ext cx="5575" cy="4750"/>
            </a:xfrm>
            <a:custGeom>
              <a:rect b="b" l="l" r="r" t="t"/>
              <a:pathLst>
                <a:path extrusionOk="0" h="190" w="223">
                  <a:moveTo>
                    <a:pt x="140" y="1"/>
                  </a:moveTo>
                  <a:cubicBezTo>
                    <a:pt x="136" y="1"/>
                    <a:pt x="132" y="1"/>
                    <a:pt x="129" y="2"/>
                  </a:cubicBezTo>
                  <a:cubicBezTo>
                    <a:pt x="126" y="1"/>
                    <a:pt x="123" y="1"/>
                    <a:pt x="120" y="1"/>
                  </a:cubicBezTo>
                  <a:cubicBezTo>
                    <a:pt x="39" y="1"/>
                    <a:pt x="1" y="104"/>
                    <a:pt x="57" y="160"/>
                  </a:cubicBezTo>
                  <a:cubicBezTo>
                    <a:pt x="77" y="181"/>
                    <a:pt x="101" y="190"/>
                    <a:pt x="124" y="190"/>
                  </a:cubicBezTo>
                  <a:cubicBezTo>
                    <a:pt x="175" y="190"/>
                    <a:pt x="222" y="147"/>
                    <a:pt x="222" y="88"/>
                  </a:cubicBezTo>
                  <a:cubicBezTo>
                    <a:pt x="216" y="41"/>
                    <a:pt x="184" y="1"/>
                    <a:pt x="140" y="1"/>
                  </a:cubicBezTo>
                  <a:close/>
                </a:path>
              </a:pathLst>
            </a:custGeom>
            <a:solidFill>
              <a:srgbClr val="869FB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830" name="Google Shape;5830;p35"/>
            <p:cNvSpPr/>
            <p:nvPr/>
          </p:nvSpPr>
          <p:spPr>
            <a:xfrm>
              <a:off x="4952050" y="2577825"/>
              <a:ext cx="5625" cy="4825"/>
            </a:xfrm>
            <a:custGeom>
              <a:rect b="b" l="l" r="r" t="t"/>
              <a:pathLst>
                <a:path extrusionOk="0" h="193" w="225">
                  <a:moveTo>
                    <a:pt x="131" y="1"/>
                  </a:moveTo>
                  <a:cubicBezTo>
                    <a:pt x="44" y="1"/>
                    <a:pt x="1" y="101"/>
                    <a:pt x="59" y="166"/>
                  </a:cubicBezTo>
                  <a:cubicBezTo>
                    <a:pt x="79" y="185"/>
                    <a:pt x="103" y="193"/>
                    <a:pt x="126" y="193"/>
                  </a:cubicBezTo>
                  <a:cubicBezTo>
                    <a:pt x="177" y="193"/>
                    <a:pt x="224" y="154"/>
                    <a:pt x="224" y="94"/>
                  </a:cubicBezTo>
                  <a:cubicBezTo>
                    <a:pt x="224" y="44"/>
                    <a:pt x="181" y="1"/>
                    <a:pt x="131" y="1"/>
                  </a:cubicBezTo>
                  <a:close/>
                </a:path>
              </a:pathLst>
            </a:custGeom>
            <a:solidFill>
              <a:srgbClr val="869FB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831" name="Google Shape;5831;p35"/>
            <p:cNvSpPr/>
            <p:nvPr/>
          </p:nvSpPr>
          <p:spPr>
            <a:xfrm>
              <a:off x="4943575" y="2531675"/>
              <a:ext cx="5750" cy="4900"/>
            </a:xfrm>
            <a:custGeom>
              <a:rect b="b" l="l" r="r" t="t"/>
              <a:pathLst>
                <a:path extrusionOk="0" h="196" w="230">
                  <a:moveTo>
                    <a:pt x="131" y="0"/>
                  </a:moveTo>
                  <a:cubicBezTo>
                    <a:pt x="44" y="0"/>
                    <a:pt x="1" y="108"/>
                    <a:pt x="66" y="166"/>
                  </a:cubicBezTo>
                  <a:cubicBezTo>
                    <a:pt x="84" y="187"/>
                    <a:pt x="107" y="195"/>
                    <a:pt x="130" y="195"/>
                  </a:cubicBezTo>
                  <a:cubicBezTo>
                    <a:pt x="180" y="195"/>
                    <a:pt x="229" y="153"/>
                    <a:pt x="224" y="94"/>
                  </a:cubicBezTo>
                  <a:cubicBezTo>
                    <a:pt x="224" y="43"/>
                    <a:pt x="181" y="0"/>
                    <a:pt x="131" y="0"/>
                  </a:cubicBezTo>
                  <a:close/>
                </a:path>
              </a:pathLst>
            </a:custGeom>
            <a:solidFill>
              <a:srgbClr val="869FB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832" name="Google Shape;5832;p35"/>
            <p:cNvSpPr/>
            <p:nvPr/>
          </p:nvSpPr>
          <p:spPr>
            <a:xfrm>
              <a:off x="4943625" y="2539400"/>
              <a:ext cx="5575" cy="4750"/>
            </a:xfrm>
            <a:custGeom>
              <a:rect b="b" l="l" r="r" t="t"/>
              <a:pathLst>
                <a:path extrusionOk="0" h="190" w="223">
                  <a:moveTo>
                    <a:pt x="121" y="1"/>
                  </a:moveTo>
                  <a:cubicBezTo>
                    <a:pt x="39" y="1"/>
                    <a:pt x="1" y="104"/>
                    <a:pt x="57" y="160"/>
                  </a:cubicBezTo>
                  <a:cubicBezTo>
                    <a:pt x="77" y="181"/>
                    <a:pt x="102" y="190"/>
                    <a:pt x="125" y="190"/>
                  </a:cubicBezTo>
                  <a:cubicBezTo>
                    <a:pt x="176" y="190"/>
                    <a:pt x="222" y="149"/>
                    <a:pt x="222" y="95"/>
                  </a:cubicBezTo>
                  <a:cubicBezTo>
                    <a:pt x="222" y="37"/>
                    <a:pt x="179" y="1"/>
                    <a:pt x="129" y="1"/>
                  </a:cubicBezTo>
                  <a:cubicBezTo>
                    <a:pt x="126" y="1"/>
                    <a:pt x="123" y="1"/>
                    <a:pt x="121" y="1"/>
                  </a:cubicBezTo>
                  <a:close/>
                </a:path>
              </a:pathLst>
            </a:custGeom>
            <a:solidFill>
              <a:srgbClr val="869FB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833" name="Google Shape;5833;p35"/>
            <p:cNvSpPr/>
            <p:nvPr/>
          </p:nvSpPr>
          <p:spPr>
            <a:xfrm>
              <a:off x="4943575" y="2547175"/>
              <a:ext cx="5750" cy="4725"/>
            </a:xfrm>
            <a:custGeom>
              <a:rect b="b" l="l" r="r" t="t"/>
              <a:pathLst>
                <a:path extrusionOk="0" h="189" w="230">
                  <a:moveTo>
                    <a:pt x="131" y="0"/>
                  </a:moveTo>
                  <a:cubicBezTo>
                    <a:pt x="44" y="0"/>
                    <a:pt x="1" y="101"/>
                    <a:pt x="66" y="159"/>
                  </a:cubicBezTo>
                  <a:cubicBezTo>
                    <a:pt x="84" y="180"/>
                    <a:pt x="107" y="189"/>
                    <a:pt x="130" y="189"/>
                  </a:cubicBezTo>
                  <a:cubicBezTo>
                    <a:pt x="180" y="189"/>
                    <a:pt x="229" y="146"/>
                    <a:pt x="224" y="87"/>
                  </a:cubicBezTo>
                  <a:cubicBezTo>
                    <a:pt x="224" y="36"/>
                    <a:pt x="181" y="0"/>
                    <a:pt x="131" y="0"/>
                  </a:cubicBezTo>
                  <a:close/>
                </a:path>
              </a:pathLst>
            </a:custGeom>
            <a:solidFill>
              <a:srgbClr val="869FB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834" name="Google Shape;5834;p35"/>
            <p:cNvSpPr/>
            <p:nvPr/>
          </p:nvSpPr>
          <p:spPr>
            <a:xfrm>
              <a:off x="4943575" y="2554750"/>
              <a:ext cx="5625" cy="4825"/>
            </a:xfrm>
            <a:custGeom>
              <a:rect b="b" l="l" r="r" t="t"/>
              <a:pathLst>
                <a:path extrusionOk="0" h="193" w="225">
                  <a:moveTo>
                    <a:pt x="131" y="0"/>
                  </a:moveTo>
                  <a:cubicBezTo>
                    <a:pt x="44" y="0"/>
                    <a:pt x="1" y="101"/>
                    <a:pt x="59" y="166"/>
                  </a:cubicBezTo>
                  <a:cubicBezTo>
                    <a:pt x="79" y="184"/>
                    <a:pt x="103" y="192"/>
                    <a:pt x="126" y="192"/>
                  </a:cubicBezTo>
                  <a:cubicBezTo>
                    <a:pt x="177" y="192"/>
                    <a:pt x="224" y="153"/>
                    <a:pt x="224" y="94"/>
                  </a:cubicBezTo>
                  <a:cubicBezTo>
                    <a:pt x="224" y="44"/>
                    <a:pt x="181" y="0"/>
                    <a:pt x="131" y="0"/>
                  </a:cubicBezTo>
                  <a:close/>
                </a:path>
              </a:pathLst>
            </a:custGeom>
            <a:solidFill>
              <a:srgbClr val="869FB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835" name="Google Shape;5835;p35"/>
            <p:cNvSpPr/>
            <p:nvPr/>
          </p:nvSpPr>
          <p:spPr>
            <a:xfrm>
              <a:off x="4943575" y="2562500"/>
              <a:ext cx="5750" cy="4800"/>
            </a:xfrm>
            <a:custGeom>
              <a:rect b="b" l="l" r="r" t="t"/>
              <a:pathLst>
                <a:path extrusionOk="0" h="192" w="230">
                  <a:moveTo>
                    <a:pt x="131" y="0"/>
                  </a:moveTo>
                  <a:cubicBezTo>
                    <a:pt x="44" y="0"/>
                    <a:pt x="1" y="101"/>
                    <a:pt x="66" y="166"/>
                  </a:cubicBezTo>
                  <a:cubicBezTo>
                    <a:pt x="83" y="183"/>
                    <a:pt x="104" y="191"/>
                    <a:pt x="126" y="191"/>
                  </a:cubicBezTo>
                  <a:cubicBezTo>
                    <a:pt x="177" y="191"/>
                    <a:pt x="230" y="148"/>
                    <a:pt x="224" y="87"/>
                  </a:cubicBezTo>
                  <a:cubicBezTo>
                    <a:pt x="224" y="37"/>
                    <a:pt x="181" y="0"/>
                    <a:pt x="131" y="0"/>
                  </a:cubicBezTo>
                  <a:close/>
                </a:path>
              </a:pathLst>
            </a:custGeom>
            <a:solidFill>
              <a:srgbClr val="869FB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836" name="Google Shape;5836;p35"/>
            <p:cNvSpPr/>
            <p:nvPr/>
          </p:nvSpPr>
          <p:spPr>
            <a:xfrm>
              <a:off x="4943625" y="2570225"/>
              <a:ext cx="5700" cy="4750"/>
            </a:xfrm>
            <a:custGeom>
              <a:rect b="b" l="l" r="r" t="t"/>
              <a:pathLst>
                <a:path extrusionOk="0" h="190" w="228">
                  <a:moveTo>
                    <a:pt x="140" y="1"/>
                  </a:moveTo>
                  <a:cubicBezTo>
                    <a:pt x="136" y="1"/>
                    <a:pt x="132" y="1"/>
                    <a:pt x="129" y="2"/>
                  </a:cubicBezTo>
                  <a:cubicBezTo>
                    <a:pt x="126" y="1"/>
                    <a:pt x="123" y="1"/>
                    <a:pt x="121" y="1"/>
                  </a:cubicBezTo>
                  <a:cubicBezTo>
                    <a:pt x="39" y="1"/>
                    <a:pt x="1" y="104"/>
                    <a:pt x="64" y="160"/>
                  </a:cubicBezTo>
                  <a:cubicBezTo>
                    <a:pt x="82" y="181"/>
                    <a:pt x="105" y="190"/>
                    <a:pt x="128" y="190"/>
                  </a:cubicBezTo>
                  <a:cubicBezTo>
                    <a:pt x="178" y="190"/>
                    <a:pt x="227" y="147"/>
                    <a:pt x="222" y="88"/>
                  </a:cubicBezTo>
                  <a:cubicBezTo>
                    <a:pt x="222" y="41"/>
                    <a:pt x="185" y="1"/>
                    <a:pt x="140" y="1"/>
                  </a:cubicBezTo>
                  <a:close/>
                </a:path>
              </a:pathLst>
            </a:custGeom>
            <a:solidFill>
              <a:srgbClr val="869FB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837" name="Google Shape;5837;p35"/>
            <p:cNvSpPr/>
            <p:nvPr/>
          </p:nvSpPr>
          <p:spPr>
            <a:xfrm>
              <a:off x="4943575" y="2577825"/>
              <a:ext cx="5625" cy="4825"/>
            </a:xfrm>
            <a:custGeom>
              <a:rect b="b" l="l" r="r" t="t"/>
              <a:pathLst>
                <a:path extrusionOk="0" h="193" w="225">
                  <a:moveTo>
                    <a:pt x="131" y="1"/>
                  </a:moveTo>
                  <a:cubicBezTo>
                    <a:pt x="44" y="1"/>
                    <a:pt x="1" y="101"/>
                    <a:pt x="59" y="166"/>
                  </a:cubicBezTo>
                  <a:cubicBezTo>
                    <a:pt x="79" y="185"/>
                    <a:pt x="103" y="193"/>
                    <a:pt x="126" y="193"/>
                  </a:cubicBezTo>
                  <a:cubicBezTo>
                    <a:pt x="177" y="193"/>
                    <a:pt x="224" y="154"/>
                    <a:pt x="224" y="94"/>
                  </a:cubicBezTo>
                  <a:cubicBezTo>
                    <a:pt x="224" y="44"/>
                    <a:pt x="181" y="1"/>
                    <a:pt x="131" y="1"/>
                  </a:cubicBezTo>
                  <a:close/>
                </a:path>
              </a:pathLst>
            </a:custGeom>
            <a:solidFill>
              <a:srgbClr val="869FB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5838" name="Google Shape;5838;p35"/>
          <p:cNvSpPr/>
          <p:nvPr/>
        </p:nvSpPr>
        <p:spPr>
          <a:xfrm>
            <a:off x="7747607" y="3426066"/>
            <a:ext cx="174337" cy="174337"/>
          </a:xfrm>
          <a:custGeom>
            <a:rect b="b" l="l" r="r" t="t"/>
            <a:pathLst>
              <a:path extrusionOk="0" h="208163" w="208163">
                <a:moveTo>
                  <a:pt x="79632" y="48546"/>
                </a:moveTo>
                <a:cubicBezTo>
                  <a:pt x="80399" y="48546"/>
                  <a:pt x="81191" y="48783"/>
                  <a:pt x="81877" y="49126"/>
                </a:cubicBezTo>
                <a:lnTo>
                  <a:pt x="158203" y="101306"/>
                </a:lnTo>
                <a:cubicBezTo>
                  <a:pt x="159036" y="101861"/>
                  <a:pt x="159591" y="102971"/>
                  <a:pt x="159591" y="104081"/>
                </a:cubicBezTo>
                <a:cubicBezTo>
                  <a:pt x="159591" y="105191"/>
                  <a:pt x="159036" y="106302"/>
                  <a:pt x="158203" y="106857"/>
                </a:cubicBezTo>
                <a:lnTo>
                  <a:pt x="81877" y="159036"/>
                </a:lnTo>
                <a:cubicBezTo>
                  <a:pt x="81045" y="159314"/>
                  <a:pt x="80489" y="159591"/>
                  <a:pt x="79934" y="159591"/>
                </a:cubicBezTo>
                <a:cubicBezTo>
                  <a:pt x="79379" y="159591"/>
                  <a:pt x="78547" y="159591"/>
                  <a:pt x="78269" y="159314"/>
                </a:cubicBezTo>
                <a:cubicBezTo>
                  <a:pt x="77159" y="158481"/>
                  <a:pt x="76326" y="157371"/>
                  <a:pt x="76326" y="156260"/>
                </a:cubicBezTo>
                <a:lnTo>
                  <a:pt x="76326" y="52179"/>
                </a:lnTo>
                <a:cubicBezTo>
                  <a:pt x="76326" y="50792"/>
                  <a:pt x="77159" y="49681"/>
                  <a:pt x="78269" y="48849"/>
                </a:cubicBezTo>
                <a:cubicBezTo>
                  <a:pt x="78693" y="48637"/>
                  <a:pt x="79158" y="48546"/>
                  <a:pt x="79632" y="48546"/>
                </a:cubicBezTo>
                <a:close/>
                <a:moveTo>
                  <a:pt x="104081" y="0"/>
                </a:moveTo>
                <a:cubicBezTo>
                  <a:pt x="46628" y="0"/>
                  <a:pt x="0" y="46628"/>
                  <a:pt x="0" y="104081"/>
                </a:cubicBezTo>
                <a:cubicBezTo>
                  <a:pt x="0" y="161534"/>
                  <a:pt x="46628" y="208162"/>
                  <a:pt x="104081" y="208162"/>
                </a:cubicBezTo>
                <a:cubicBezTo>
                  <a:pt x="161534" y="208162"/>
                  <a:pt x="208162" y="161534"/>
                  <a:pt x="208162" y="104081"/>
                </a:cubicBezTo>
                <a:cubicBezTo>
                  <a:pt x="208162" y="46628"/>
                  <a:pt x="161534" y="0"/>
                  <a:pt x="104081" y="0"/>
                </a:cubicBezTo>
                <a:close/>
              </a:path>
            </a:pathLst>
          </a:custGeom>
          <a:noFill/>
          <a:ln cap="flat" cmpd="sng" w="9525">
            <a:solidFill>
              <a:srgbClr val="869FB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839" name="Google Shape;5839;p35"/>
          <p:cNvSpPr/>
          <p:nvPr/>
        </p:nvSpPr>
        <p:spPr>
          <a:xfrm>
            <a:off x="8063864" y="3454885"/>
            <a:ext cx="148500" cy="116700"/>
          </a:xfrm>
          <a:prstGeom prst="stripedRightArrow">
            <a:avLst>
              <a:gd fmla="val 50000" name="adj1"/>
              <a:gd fmla="val 50000" name="adj2"/>
            </a:avLst>
          </a:prstGeom>
          <a:solidFill>
            <a:srgbClr val="869FB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840" name="Google Shape;5840;p35"/>
          <p:cNvSpPr/>
          <p:nvPr/>
        </p:nvSpPr>
        <p:spPr>
          <a:xfrm>
            <a:off x="7165978" y="2775822"/>
            <a:ext cx="118200" cy="118200"/>
          </a:xfrm>
          <a:prstGeom prst="curvedRightArrow">
            <a:avLst>
              <a:gd fmla="val 25000" name="adj1"/>
              <a:gd fmla="val 50000" name="adj2"/>
              <a:gd fmla="val 25000" name="adj3"/>
            </a:avLst>
          </a:prstGeom>
          <a:noFill/>
          <a:ln cap="flat" cmpd="sng" w="9525">
            <a:solidFill>
              <a:srgbClr val="869FB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841" name="Google Shape;5841;p35"/>
          <p:cNvSpPr/>
          <p:nvPr/>
        </p:nvSpPr>
        <p:spPr>
          <a:xfrm flipH="1">
            <a:off x="7473344" y="2775822"/>
            <a:ext cx="118200" cy="118200"/>
          </a:xfrm>
          <a:prstGeom prst="curvedRightArrow">
            <a:avLst>
              <a:gd fmla="val 25000" name="adj1"/>
              <a:gd fmla="val 50000" name="adj2"/>
              <a:gd fmla="val 25000" name="adj3"/>
            </a:avLst>
          </a:prstGeom>
          <a:noFill/>
          <a:ln cap="flat" cmpd="sng" w="9525">
            <a:solidFill>
              <a:srgbClr val="869FB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842" name="Google Shape;5842;p35"/>
          <p:cNvSpPr txBox="1"/>
          <p:nvPr/>
        </p:nvSpPr>
        <p:spPr>
          <a:xfrm>
            <a:off x="1048350" y="323850"/>
            <a:ext cx="7047300" cy="482400"/>
          </a:xfrm>
          <a:prstGeom prst="rect">
            <a:avLst/>
          </a:prstGeom>
          <a:noFill/>
          <a:ln>
            <a:noFill/>
          </a:ln>
        </p:spPr>
        <p:txBody>
          <a:bodyPr anchorCtr="0" anchor="t"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2400"/>
              <a:buFont typeface="Arial"/>
              <a:buNone/>
            </a:pPr>
            <a:r>
              <a:rPr b="0" i="0" lang="en" sz="2400" u="none" cap="none" strike="noStrike">
                <a:solidFill>
                  <a:srgbClr val="FFFFFF"/>
                </a:solidFill>
                <a:latin typeface="Arial"/>
                <a:ea typeface="Arial"/>
                <a:cs typeface="Arial"/>
                <a:sym typeface="Arial"/>
              </a:rPr>
              <a:t>Use our editable graphic resources...</a:t>
            </a:r>
            <a:endParaRPr b="0" i="0" sz="2400" u="none" cap="none" strike="noStrike">
              <a:solidFill>
                <a:srgbClr val="FFFFFF"/>
              </a:solidFill>
              <a:latin typeface="Arial"/>
              <a:ea typeface="Arial"/>
              <a:cs typeface="Arial"/>
              <a:sym typeface="Arial"/>
            </a:endParaRPr>
          </a:p>
        </p:txBody>
      </p:sp>
    </p:spTree>
  </p:cSld>
  <p:clrMapOvr>
    <a:masterClrMapping/>
  </p:clrMapOvr>
</p:sld>
</file>

<file path=ppt/slides/slide4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0">
  <p:cSld>
    <p:spTree>
      <p:nvGrpSpPr>
        <p:cNvPr id="5846" name="Shape 5846"/>
        <p:cNvGrpSpPr/>
        <p:nvPr/>
      </p:nvGrpSpPr>
      <p:grpSpPr>
        <a:xfrm>
          <a:off x="0" y="0"/>
          <a:ext cx="0" cy="0"/>
          <a:chOff x="0" y="0"/>
          <a:chExt cx="0" cy="0"/>
        </a:xfrm>
      </p:grpSpPr>
      <p:grpSp>
        <p:nvGrpSpPr>
          <p:cNvPr id="5847" name="Google Shape;5847;p36"/>
          <p:cNvGrpSpPr/>
          <p:nvPr/>
        </p:nvGrpSpPr>
        <p:grpSpPr>
          <a:xfrm>
            <a:off x="722058" y="957091"/>
            <a:ext cx="2492867" cy="1379876"/>
            <a:chOff x="2654821" y="2311071"/>
            <a:chExt cx="2279714" cy="1262120"/>
          </a:xfrm>
        </p:grpSpPr>
        <p:grpSp>
          <p:nvGrpSpPr>
            <p:cNvPr id="5848" name="Google Shape;5848;p36"/>
            <p:cNvGrpSpPr/>
            <p:nvPr/>
          </p:nvGrpSpPr>
          <p:grpSpPr>
            <a:xfrm>
              <a:off x="4034269" y="2840745"/>
              <a:ext cx="40212" cy="36437"/>
              <a:chOff x="4293400" y="2574725"/>
              <a:chExt cx="84425" cy="80100"/>
            </a:xfrm>
          </p:grpSpPr>
          <p:sp>
            <p:nvSpPr>
              <p:cNvPr id="5849" name="Google Shape;5849;p36"/>
              <p:cNvSpPr/>
              <p:nvPr/>
            </p:nvSpPr>
            <p:spPr>
              <a:xfrm>
                <a:off x="4293400" y="2574725"/>
                <a:ext cx="57150" cy="45250"/>
              </a:xfrm>
              <a:custGeom>
                <a:rect b="b" l="l" r="r" t="t"/>
                <a:pathLst>
                  <a:path extrusionOk="0" h="1810" w="2286">
                    <a:moveTo>
                      <a:pt x="2286" y="905"/>
                    </a:moveTo>
                    <a:lnTo>
                      <a:pt x="1857" y="476"/>
                    </a:lnTo>
                    <a:lnTo>
                      <a:pt x="0" y="0"/>
                    </a:lnTo>
                    <a:lnTo>
                      <a:pt x="95" y="834"/>
                    </a:lnTo>
                    <a:lnTo>
                      <a:pt x="952" y="1476"/>
                    </a:lnTo>
                    <a:lnTo>
                      <a:pt x="1952" y="1810"/>
                    </a:lnTo>
                    <a:close/>
                  </a:path>
                </a:pathLst>
              </a:custGeom>
              <a:solidFill>
                <a:srgbClr val="5F7D95"/>
              </a:solidFill>
              <a:ln>
                <a:noFill/>
              </a:ln>
            </p:spPr>
          </p:sp>
          <p:sp>
            <p:nvSpPr>
              <p:cNvPr id="5850" name="Google Shape;5850;p36"/>
              <p:cNvSpPr/>
              <p:nvPr/>
            </p:nvSpPr>
            <p:spPr>
              <a:xfrm>
                <a:off x="4299350" y="2589925"/>
                <a:ext cx="78475" cy="64900"/>
              </a:xfrm>
              <a:custGeom>
                <a:rect b="b" l="l" r="r" t="t"/>
                <a:pathLst>
                  <a:path extrusionOk="0" h="2596" w="3139">
                    <a:moveTo>
                      <a:pt x="2009" y="1"/>
                    </a:moveTo>
                    <a:lnTo>
                      <a:pt x="1820" y="252"/>
                    </a:lnTo>
                    <a:lnTo>
                      <a:pt x="1632" y="314"/>
                    </a:lnTo>
                    <a:lnTo>
                      <a:pt x="1590" y="419"/>
                    </a:lnTo>
                    <a:lnTo>
                      <a:pt x="1318" y="398"/>
                    </a:lnTo>
                    <a:lnTo>
                      <a:pt x="1255" y="273"/>
                    </a:lnTo>
                    <a:lnTo>
                      <a:pt x="983" y="63"/>
                    </a:lnTo>
                    <a:lnTo>
                      <a:pt x="837" y="42"/>
                    </a:lnTo>
                    <a:lnTo>
                      <a:pt x="795" y="63"/>
                    </a:lnTo>
                    <a:lnTo>
                      <a:pt x="753" y="252"/>
                    </a:lnTo>
                    <a:lnTo>
                      <a:pt x="900" y="314"/>
                    </a:lnTo>
                    <a:lnTo>
                      <a:pt x="983" y="461"/>
                    </a:lnTo>
                    <a:lnTo>
                      <a:pt x="963" y="670"/>
                    </a:lnTo>
                    <a:lnTo>
                      <a:pt x="753" y="566"/>
                    </a:lnTo>
                    <a:lnTo>
                      <a:pt x="544" y="524"/>
                    </a:lnTo>
                    <a:lnTo>
                      <a:pt x="209" y="356"/>
                    </a:lnTo>
                    <a:lnTo>
                      <a:pt x="0" y="419"/>
                    </a:lnTo>
                    <a:lnTo>
                      <a:pt x="0" y="524"/>
                    </a:lnTo>
                    <a:lnTo>
                      <a:pt x="105" y="628"/>
                    </a:lnTo>
                    <a:lnTo>
                      <a:pt x="314" y="670"/>
                    </a:lnTo>
                    <a:lnTo>
                      <a:pt x="419" y="796"/>
                    </a:lnTo>
                    <a:lnTo>
                      <a:pt x="377" y="921"/>
                    </a:lnTo>
                    <a:lnTo>
                      <a:pt x="377" y="1026"/>
                    </a:lnTo>
                    <a:lnTo>
                      <a:pt x="628" y="1214"/>
                    </a:lnTo>
                    <a:lnTo>
                      <a:pt x="628" y="1340"/>
                    </a:lnTo>
                    <a:lnTo>
                      <a:pt x="544" y="1423"/>
                    </a:lnTo>
                    <a:lnTo>
                      <a:pt x="628" y="1612"/>
                    </a:lnTo>
                    <a:lnTo>
                      <a:pt x="879" y="1737"/>
                    </a:lnTo>
                    <a:lnTo>
                      <a:pt x="1067" y="1737"/>
                    </a:lnTo>
                    <a:lnTo>
                      <a:pt x="1193" y="1863"/>
                    </a:lnTo>
                    <a:lnTo>
                      <a:pt x="1046" y="1884"/>
                    </a:lnTo>
                    <a:lnTo>
                      <a:pt x="1109" y="2051"/>
                    </a:lnTo>
                    <a:lnTo>
                      <a:pt x="1088" y="2093"/>
                    </a:lnTo>
                    <a:lnTo>
                      <a:pt x="1088" y="2239"/>
                    </a:lnTo>
                    <a:lnTo>
                      <a:pt x="1172" y="2260"/>
                    </a:lnTo>
                    <a:lnTo>
                      <a:pt x="1276" y="2198"/>
                    </a:lnTo>
                    <a:lnTo>
                      <a:pt x="1276" y="2156"/>
                    </a:lnTo>
                    <a:lnTo>
                      <a:pt x="1318" y="2093"/>
                    </a:lnTo>
                    <a:lnTo>
                      <a:pt x="1381" y="2072"/>
                    </a:lnTo>
                    <a:lnTo>
                      <a:pt x="1486" y="1946"/>
                    </a:lnTo>
                    <a:lnTo>
                      <a:pt x="1569" y="1926"/>
                    </a:lnTo>
                    <a:lnTo>
                      <a:pt x="1611" y="1821"/>
                    </a:lnTo>
                    <a:lnTo>
                      <a:pt x="1695" y="1821"/>
                    </a:lnTo>
                    <a:lnTo>
                      <a:pt x="1820" y="1737"/>
                    </a:lnTo>
                    <a:lnTo>
                      <a:pt x="1883" y="1737"/>
                    </a:lnTo>
                    <a:lnTo>
                      <a:pt x="1883" y="1758"/>
                    </a:lnTo>
                    <a:lnTo>
                      <a:pt x="1925" y="1758"/>
                    </a:lnTo>
                    <a:lnTo>
                      <a:pt x="1988" y="1863"/>
                    </a:lnTo>
                    <a:lnTo>
                      <a:pt x="2051" y="1946"/>
                    </a:lnTo>
                    <a:lnTo>
                      <a:pt x="2009" y="1988"/>
                    </a:lnTo>
                    <a:lnTo>
                      <a:pt x="2030" y="2051"/>
                    </a:lnTo>
                    <a:lnTo>
                      <a:pt x="2155" y="2135"/>
                    </a:lnTo>
                    <a:lnTo>
                      <a:pt x="1988" y="2260"/>
                    </a:lnTo>
                    <a:lnTo>
                      <a:pt x="2155" y="2470"/>
                    </a:lnTo>
                    <a:lnTo>
                      <a:pt x="2260" y="2511"/>
                    </a:lnTo>
                    <a:lnTo>
                      <a:pt x="2302" y="2574"/>
                    </a:lnTo>
                    <a:lnTo>
                      <a:pt x="2406" y="2595"/>
                    </a:lnTo>
                    <a:lnTo>
                      <a:pt x="2448" y="2574"/>
                    </a:lnTo>
                    <a:lnTo>
                      <a:pt x="2448" y="2365"/>
                    </a:lnTo>
                    <a:lnTo>
                      <a:pt x="2427" y="2302"/>
                    </a:lnTo>
                    <a:lnTo>
                      <a:pt x="2427" y="2198"/>
                    </a:lnTo>
                    <a:lnTo>
                      <a:pt x="2406" y="2072"/>
                    </a:lnTo>
                    <a:lnTo>
                      <a:pt x="2427" y="1967"/>
                    </a:lnTo>
                    <a:lnTo>
                      <a:pt x="2469" y="1946"/>
                    </a:lnTo>
                    <a:lnTo>
                      <a:pt x="2553" y="2030"/>
                    </a:lnTo>
                    <a:lnTo>
                      <a:pt x="2511" y="2135"/>
                    </a:lnTo>
                    <a:lnTo>
                      <a:pt x="2553" y="2198"/>
                    </a:lnTo>
                    <a:lnTo>
                      <a:pt x="2574" y="2135"/>
                    </a:lnTo>
                    <a:lnTo>
                      <a:pt x="2574" y="1946"/>
                    </a:lnTo>
                    <a:lnTo>
                      <a:pt x="2636" y="1884"/>
                    </a:lnTo>
                    <a:lnTo>
                      <a:pt x="2636" y="1779"/>
                    </a:lnTo>
                    <a:lnTo>
                      <a:pt x="2574" y="1737"/>
                    </a:lnTo>
                    <a:lnTo>
                      <a:pt x="2616" y="1633"/>
                    </a:lnTo>
                    <a:lnTo>
                      <a:pt x="2657" y="1549"/>
                    </a:lnTo>
                    <a:lnTo>
                      <a:pt x="2636" y="1444"/>
                    </a:lnTo>
                    <a:lnTo>
                      <a:pt x="2636" y="1298"/>
                    </a:lnTo>
                    <a:lnTo>
                      <a:pt x="2783" y="1151"/>
                    </a:lnTo>
                    <a:lnTo>
                      <a:pt x="2950" y="1130"/>
                    </a:lnTo>
                    <a:lnTo>
                      <a:pt x="3034" y="1089"/>
                    </a:lnTo>
                    <a:lnTo>
                      <a:pt x="3139" y="1089"/>
                    </a:lnTo>
                    <a:lnTo>
                      <a:pt x="3034" y="984"/>
                    </a:lnTo>
                    <a:lnTo>
                      <a:pt x="2888" y="900"/>
                    </a:lnTo>
                    <a:lnTo>
                      <a:pt x="2741" y="921"/>
                    </a:lnTo>
                    <a:lnTo>
                      <a:pt x="2616" y="817"/>
                    </a:lnTo>
                    <a:lnTo>
                      <a:pt x="2574" y="712"/>
                    </a:lnTo>
                    <a:lnTo>
                      <a:pt x="2406" y="586"/>
                    </a:lnTo>
                    <a:lnTo>
                      <a:pt x="2323" y="419"/>
                    </a:lnTo>
                    <a:lnTo>
                      <a:pt x="2323" y="314"/>
                    </a:lnTo>
                    <a:lnTo>
                      <a:pt x="2134" y="84"/>
                    </a:lnTo>
                    <a:lnTo>
                      <a:pt x="2009" y="1"/>
                    </a:lnTo>
                    <a:close/>
                  </a:path>
                </a:pathLst>
              </a:custGeom>
              <a:solidFill>
                <a:srgbClr val="5F7D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5851" name="Google Shape;5851;p36"/>
            <p:cNvGrpSpPr/>
            <p:nvPr/>
          </p:nvGrpSpPr>
          <p:grpSpPr>
            <a:xfrm>
              <a:off x="3894606" y="2334874"/>
              <a:ext cx="913198" cy="518984"/>
              <a:chOff x="4000175" y="1462675"/>
              <a:chExt cx="1917275" cy="1140875"/>
            </a:xfrm>
          </p:grpSpPr>
          <p:sp>
            <p:nvSpPr>
              <p:cNvPr id="5852" name="Google Shape;5852;p36"/>
              <p:cNvSpPr/>
              <p:nvPr/>
            </p:nvSpPr>
            <p:spPr>
              <a:xfrm>
                <a:off x="4178050" y="2433300"/>
                <a:ext cx="60250" cy="65175"/>
              </a:xfrm>
              <a:custGeom>
                <a:rect b="b" l="l" r="r" t="t"/>
                <a:pathLst>
                  <a:path extrusionOk="0" h="2607" w="2410">
                    <a:moveTo>
                      <a:pt x="639" y="2410"/>
                    </a:moveTo>
                    <a:lnTo>
                      <a:pt x="1180" y="2607"/>
                    </a:lnTo>
                    <a:lnTo>
                      <a:pt x="2410" y="2017"/>
                    </a:lnTo>
                    <a:lnTo>
                      <a:pt x="2262" y="0"/>
                    </a:lnTo>
                    <a:lnTo>
                      <a:pt x="541" y="0"/>
                    </a:lnTo>
                    <a:lnTo>
                      <a:pt x="0" y="1771"/>
                    </a:lnTo>
                    <a:close/>
                  </a:path>
                </a:pathLst>
              </a:custGeom>
              <a:solidFill>
                <a:srgbClr val="5F7D95"/>
              </a:solidFill>
              <a:ln>
                <a:noFill/>
              </a:ln>
            </p:spPr>
          </p:sp>
          <p:grpSp>
            <p:nvGrpSpPr>
              <p:cNvPr id="5853" name="Google Shape;5853;p36"/>
              <p:cNvGrpSpPr/>
              <p:nvPr/>
            </p:nvGrpSpPr>
            <p:grpSpPr>
              <a:xfrm>
                <a:off x="4000175" y="1462675"/>
                <a:ext cx="1917275" cy="1140875"/>
                <a:chOff x="4000175" y="1462675"/>
                <a:chExt cx="1917275" cy="1140875"/>
              </a:xfrm>
            </p:grpSpPr>
            <p:sp>
              <p:nvSpPr>
                <p:cNvPr id="5854" name="Google Shape;5854;p36"/>
                <p:cNvSpPr/>
                <p:nvPr/>
              </p:nvSpPr>
              <p:spPr>
                <a:xfrm>
                  <a:off x="4000175" y="2000075"/>
                  <a:ext cx="1545875" cy="510000"/>
                </a:xfrm>
                <a:custGeom>
                  <a:rect b="b" l="l" r="r" t="t"/>
                  <a:pathLst>
                    <a:path extrusionOk="0" h="20400" w="61835">
                      <a:moveTo>
                        <a:pt x="1594" y="319"/>
                      </a:moveTo>
                      <a:lnTo>
                        <a:pt x="106" y="0"/>
                      </a:lnTo>
                      <a:lnTo>
                        <a:pt x="0" y="2444"/>
                      </a:lnTo>
                      <a:lnTo>
                        <a:pt x="1062" y="9031"/>
                      </a:lnTo>
                      <a:lnTo>
                        <a:pt x="3931" y="9775"/>
                      </a:lnTo>
                      <a:lnTo>
                        <a:pt x="2125" y="10200"/>
                      </a:lnTo>
                      <a:lnTo>
                        <a:pt x="531" y="10413"/>
                      </a:lnTo>
                      <a:lnTo>
                        <a:pt x="1487" y="13600"/>
                      </a:lnTo>
                      <a:lnTo>
                        <a:pt x="3931" y="17212"/>
                      </a:lnTo>
                      <a:lnTo>
                        <a:pt x="8393" y="18594"/>
                      </a:lnTo>
                      <a:lnTo>
                        <a:pt x="9987" y="18169"/>
                      </a:lnTo>
                      <a:lnTo>
                        <a:pt x="13281" y="20400"/>
                      </a:lnTo>
                      <a:lnTo>
                        <a:pt x="14343" y="18912"/>
                      </a:lnTo>
                      <a:lnTo>
                        <a:pt x="28793" y="17319"/>
                      </a:lnTo>
                      <a:lnTo>
                        <a:pt x="35699" y="16894"/>
                      </a:lnTo>
                      <a:lnTo>
                        <a:pt x="48342" y="16894"/>
                      </a:lnTo>
                      <a:lnTo>
                        <a:pt x="49617" y="15194"/>
                      </a:lnTo>
                      <a:lnTo>
                        <a:pt x="59285" y="20294"/>
                      </a:lnTo>
                      <a:lnTo>
                        <a:pt x="60135" y="19231"/>
                      </a:lnTo>
                      <a:lnTo>
                        <a:pt x="61835" y="18487"/>
                      </a:lnTo>
                      <a:lnTo>
                        <a:pt x="61092" y="13494"/>
                      </a:lnTo>
                      <a:lnTo>
                        <a:pt x="46323" y="3188"/>
                      </a:lnTo>
                      <a:lnTo>
                        <a:pt x="12962" y="10413"/>
                      </a:lnTo>
                      <a:lnTo>
                        <a:pt x="4569" y="7013"/>
                      </a:lnTo>
                      <a:lnTo>
                        <a:pt x="2444" y="3507"/>
                      </a:lnTo>
                      <a:lnTo>
                        <a:pt x="2019" y="1807"/>
                      </a:lnTo>
                      <a:close/>
                    </a:path>
                  </a:pathLst>
                </a:custGeom>
                <a:solidFill>
                  <a:srgbClr val="5F7D95"/>
                </a:solidFill>
                <a:ln>
                  <a:noFill/>
                </a:ln>
              </p:spPr>
            </p:sp>
            <p:sp>
              <p:nvSpPr>
                <p:cNvPr id="5855" name="Google Shape;5855;p36"/>
                <p:cNvSpPr/>
                <p:nvPr/>
              </p:nvSpPr>
              <p:spPr>
                <a:xfrm>
                  <a:off x="4624175" y="1521775"/>
                  <a:ext cx="58100" cy="73775"/>
                </a:xfrm>
                <a:custGeom>
                  <a:rect b="b" l="l" r="r" t="t"/>
                  <a:pathLst>
                    <a:path extrusionOk="0" h="2951" w="2324">
                      <a:moveTo>
                        <a:pt x="210" y="1"/>
                      </a:moveTo>
                      <a:lnTo>
                        <a:pt x="126" y="84"/>
                      </a:lnTo>
                      <a:lnTo>
                        <a:pt x="147" y="189"/>
                      </a:lnTo>
                      <a:lnTo>
                        <a:pt x="252" y="252"/>
                      </a:lnTo>
                      <a:lnTo>
                        <a:pt x="335" y="356"/>
                      </a:lnTo>
                      <a:lnTo>
                        <a:pt x="273" y="419"/>
                      </a:lnTo>
                      <a:lnTo>
                        <a:pt x="210" y="419"/>
                      </a:lnTo>
                      <a:lnTo>
                        <a:pt x="147" y="335"/>
                      </a:lnTo>
                      <a:lnTo>
                        <a:pt x="63" y="293"/>
                      </a:lnTo>
                      <a:lnTo>
                        <a:pt x="22" y="293"/>
                      </a:lnTo>
                      <a:lnTo>
                        <a:pt x="42" y="356"/>
                      </a:lnTo>
                      <a:lnTo>
                        <a:pt x="22" y="545"/>
                      </a:lnTo>
                      <a:lnTo>
                        <a:pt x="1" y="565"/>
                      </a:lnTo>
                      <a:lnTo>
                        <a:pt x="1" y="712"/>
                      </a:lnTo>
                      <a:lnTo>
                        <a:pt x="42" y="754"/>
                      </a:lnTo>
                      <a:lnTo>
                        <a:pt x="126" y="775"/>
                      </a:lnTo>
                      <a:lnTo>
                        <a:pt x="189" y="858"/>
                      </a:lnTo>
                      <a:lnTo>
                        <a:pt x="147" y="963"/>
                      </a:lnTo>
                      <a:lnTo>
                        <a:pt x="294" y="1256"/>
                      </a:lnTo>
                      <a:lnTo>
                        <a:pt x="356" y="1340"/>
                      </a:lnTo>
                      <a:lnTo>
                        <a:pt x="461" y="1340"/>
                      </a:lnTo>
                      <a:lnTo>
                        <a:pt x="398" y="1402"/>
                      </a:lnTo>
                      <a:lnTo>
                        <a:pt x="294" y="1444"/>
                      </a:lnTo>
                      <a:lnTo>
                        <a:pt x="231" y="1612"/>
                      </a:lnTo>
                      <a:lnTo>
                        <a:pt x="335" y="1821"/>
                      </a:lnTo>
                      <a:lnTo>
                        <a:pt x="398" y="1988"/>
                      </a:lnTo>
                      <a:lnTo>
                        <a:pt x="398" y="2114"/>
                      </a:lnTo>
                      <a:lnTo>
                        <a:pt x="440" y="2177"/>
                      </a:lnTo>
                      <a:lnTo>
                        <a:pt x="461" y="2281"/>
                      </a:lnTo>
                      <a:lnTo>
                        <a:pt x="419" y="2323"/>
                      </a:lnTo>
                      <a:lnTo>
                        <a:pt x="503" y="2511"/>
                      </a:lnTo>
                      <a:lnTo>
                        <a:pt x="545" y="2679"/>
                      </a:lnTo>
                      <a:lnTo>
                        <a:pt x="649" y="2762"/>
                      </a:lnTo>
                      <a:lnTo>
                        <a:pt x="649" y="2867"/>
                      </a:lnTo>
                      <a:lnTo>
                        <a:pt x="733" y="2951"/>
                      </a:lnTo>
                      <a:lnTo>
                        <a:pt x="879" y="2909"/>
                      </a:lnTo>
                      <a:lnTo>
                        <a:pt x="963" y="2742"/>
                      </a:lnTo>
                      <a:lnTo>
                        <a:pt x="1089" y="2553"/>
                      </a:lnTo>
                      <a:lnTo>
                        <a:pt x="1172" y="2511"/>
                      </a:lnTo>
                      <a:lnTo>
                        <a:pt x="1151" y="2428"/>
                      </a:lnTo>
                      <a:lnTo>
                        <a:pt x="1172" y="2323"/>
                      </a:lnTo>
                      <a:lnTo>
                        <a:pt x="1423" y="2135"/>
                      </a:lnTo>
                      <a:lnTo>
                        <a:pt x="1528" y="2114"/>
                      </a:lnTo>
                      <a:lnTo>
                        <a:pt x="1612" y="2177"/>
                      </a:lnTo>
                      <a:lnTo>
                        <a:pt x="1695" y="2177"/>
                      </a:lnTo>
                      <a:lnTo>
                        <a:pt x="1737" y="2072"/>
                      </a:lnTo>
                      <a:lnTo>
                        <a:pt x="1800" y="1988"/>
                      </a:lnTo>
                      <a:lnTo>
                        <a:pt x="1926" y="1926"/>
                      </a:lnTo>
                      <a:lnTo>
                        <a:pt x="2114" y="1779"/>
                      </a:lnTo>
                      <a:lnTo>
                        <a:pt x="2135" y="1674"/>
                      </a:lnTo>
                      <a:lnTo>
                        <a:pt x="2219" y="1612"/>
                      </a:lnTo>
                      <a:lnTo>
                        <a:pt x="2323" y="1382"/>
                      </a:lnTo>
                      <a:lnTo>
                        <a:pt x="2302" y="1256"/>
                      </a:lnTo>
                      <a:lnTo>
                        <a:pt x="2135" y="1068"/>
                      </a:lnTo>
                      <a:lnTo>
                        <a:pt x="2051" y="942"/>
                      </a:lnTo>
                      <a:lnTo>
                        <a:pt x="2051" y="837"/>
                      </a:lnTo>
                      <a:lnTo>
                        <a:pt x="1884" y="712"/>
                      </a:lnTo>
                      <a:lnTo>
                        <a:pt x="1779" y="712"/>
                      </a:lnTo>
                      <a:lnTo>
                        <a:pt x="1716" y="733"/>
                      </a:lnTo>
                      <a:lnTo>
                        <a:pt x="1633" y="670"/>
                      </a:lnTo>
                      <a:lnTo>
                        <a:pt x="1507" y="628"/>
                      </a:lnTo>
                      <a:lnTo>
                        <a:pt x="1382" y="503"/>
                      </a:lnTo>
                      <a:lnTo>
                        <a:pt x="1319" y="461"/>
                      </a:lnTo>
                      <a:lnTo>
                        <a:pt x="1298" y="524"/>
                      </a:lnTo>
                      <a:lnTo>
                        <a:pt x="1214" y="503"/>
                      </a:lnTo>
                      <a:lnTo>
                        <a:pt x="1193" y="419"/>
                      </a:lnTo>
                      <a:lnTo>
                        <a:pt x="1110" y="314"/>
                      </a:lnTo>
                      <a:lnTo>
                        <a:pt x="1047" y="314"/>
                      </a:lnTo>
                      <a:lnTo>
                        <a:pt x="1005" y="419"/>
                      </a:lnTo>
                      <a:lnTo>
                        <a:pt x="963" y="419"/>
                      </a:lnTo>
                      <a:lnTo>
                        <a:pt x="858" y="252"/>
                      </a:lnTo>
                      <a:lnTo>
                        <a:pt x="775" y="210"/>
                      </a:lnTo>
                      <a:lnTo>
                        <a:pt x="775" y="252"/>
                      </a:lnTo>
                      <a:lnTo>
                        <a:pt x="858" y="356"/>
                      </a:lnTo>
                      <a:lnTo>
                        <a:pt x="858" y="440"/>
                      </a:lnTo>
                      <a:lnTo>
                        <a:pt x="775" y="503"/>
                      </a:lnTo>
                      <a:lnTo>
                        <a:pt x="775" y="607"/>
                      </a:lnTo>
                      <a:lnTo>
                        <a:pt x="733" y="607"/>
                      </a:lnTo>
                      <a:lnTo>
                        <a:pt x="670" y="524"/>
                      </a:lnTo>
                      <a:lnTo>
                        <a:pt x="649" y="147"/>
                      </a:lnTo>
                      <a:lnTo>
                        <a:pt x="545" y="105"/>
                      </a:lnTo>
                      <a:lnTo>
                        <a:pt x="440" y="84"/>
                      </a:lnTo>
                      <a:lnTo>
                        <a:pt x="273" y="1"/>
                      </a:lnTo>
                      <a:close/>
                    </a:path>
                  </a:pathLst>
                </a:custGeom>
                <a:solidFill>
                  <a:srgbClr val="5F7D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856" name="Google Shape;5856;p36"/>
                <p:cNvSpPr/>
                <p:nvPr/>
              </p:nvSpPr>
              <p:spPr>
                <a:xfrm>
                  <a:off x="4499150" y="1462675"/>
                  <a:ext cx="117200" cy="104100"/>
                </a:xfrm>
                <a:custGeom>
                  <a:rect b="b" l="l" r="r" t="t"/>
                  <a:pathLst>
                    <a:path extrusionOk="0" h="4164" w="4688">
                      <a:moveTo>
                        <a:pt x="398" y="0"/>
                      </a:moveTo>
                      <a:lnTo>
                        <a:pt x="357" y="63"/>
                      </a:lnTo>
                      <a:lnTo>
                        <a:pt x="336" y="168"/>
                      </a:lnTo>
                      <a:lnTo>
                        <a:pt x="357" y="251"/>
                      </a:lnTo>
                      <a:lnTo>
                        <a:pt x="357" y="398"/>
                      </a:lnTo>
                      <a:lnTo>
                        <a:pt x="252" y="523"/>
                      </a:lnTo>
                      <a:lnTo>
                        <a:pt x="147" y="712"/>
                      </a:lnTo>
                      <a:lnTo>
                        <a:pt x="22" y="879"/>
                      </a:lnTo>
                      <a:lnTo>
                        <a:pt x="1" y="984"/>
                      </a:lnTo>
                      <a:lnTo>
                        <a:pt x="22" y="1423"/>
                      </a:lnTo>
                      <a:lnTo>
                        <a:pt x="105" y="1507"/>
                      </a:lnTo>
                      <a:lnTo>
                        <a:pt x="210" y="1549"/>
                      </a:lnTo>
                      <a:lnTo>
                        <a:pt x="231" y="1653"/>
                      </a:lnTo>
                      <a:lnTo>
                        <a:pt x="189" y="1967"/>
                      </a:lnTo>
                      <a:lnTo>
                        <a:pt x="126" y="2093"/>
                      </a:lnTo>
                      <a:lnTo>
                        <a:pt x="105" y="2197"/>
                      </a:lnTo>
                      <a:lnTo>
                        <a:pt x="126" y="2281"/>
                      </a:lnTo>
                      <a:lnTo>
                        <a:pt x="189" y="2260"/>
                      </a:lnTo>
                      <a:lnTo>
                        <a:pt x="273" y="2155"/>
                      </a:lnTo>
                      <a:lnTo>
                        <a:pt x="419" y="2093"/>
                      </a:lnTo>
                      <a:lnTo>
                        <a:pt x="482" y="2155"/>
                      </a:lnTo>
                      <a:lnTo>
                        <a:pt x="503" y="2260"/>
                      </a:lnTo>
                      <a:lnTo>
                        <a:pt x="650" y="2385"/>
                      </a:lnTo>
                      <a:lnTo>
                        <a:pt x="754" y="2385"/>
                      </a:lnTo>
                      <a:lnTo>
                        <a:pt x="817" y="2344"/>
                      </a:lnTo>
                      <a:lnTo>
                        <a:pt x="901" y="2365"/>
                      </a:lnTo>
                      <a:cubicBezTo>
                        <a:pt x="859" y="2448"/>
                        <a:pt x="859" y="2511"/>
                        <a:pt x="859" y="2595"/>
                      </a:cubicBezTo>
                      <a:lnTo>
                        <a:pt x="838" y="2595"/>
                      </a:lnTo>
                      <a:lnTo>
                        <a:pt x="733" y="2657"/>
                      </a:lnTo>
                      <a:lnTo>
                        <a:pt x="629" y="2595"/>
                      </a:lnTo>
                      <a:lnTo>
                        <a:pt x="545" y="2595"/>
                      </a:lnTo>
                      <a:lnTo>
                        <a:pt x="440" y="2678"/>
                      </a:lnTo>
                      <a:lnTo>
                        <a:pt x="315" y="2678"/>
                      </a:lnTo>
                      <a:lnTo>
                        <a:pt x="294" y="2699"/>
                      </a:lnTo>
                      <a:lnTo>
                        <a:pt x="336" y="2783"/>
                      </a:lnTo>
                      <a:lnTo>
                        <a:pt x="482" y="2804"/>
                      </a:lnTo>
                      <a:lnTo>
                        <a:pt x="524" y="2909"/>
                      </a:lnTo>
                      <a:lnTo>
                        <a:pt x="650" y="2971"/>
                      </a:lnTo>
                      <a:lnTo>
                        <a:pt x="733" y="3076"/>
                      </a:lnTo>
                      <a:lnTo>
                        <a:pt x="901" y="3118"/>
                      </a:lnTo>
                      <a:lnTo>
                        <a:pt x="1110" y="3118"/>
                      </a:lnTo>
                      <a:lnTo>
                        <a:pt x="1173" y="3139"/>
                      </a:lnTo>
                      <a:lnTo>
                        <a:pt x="1131" y="3181"/>
                      </a:lnTo>
                      <a:lnTo>
                        <a:pt x="963" y="3222"/>
                      </a:lnTo>
                      <a:lnTo>
                        <a:pt x="838" y="3222"/>
                      </a:lnTo>
                      <a:lnTo>
                        <a:pt x="838" y="3285"/>
                      </a:lnTo>
                      <a:lnTo>
                        <a:pt x="942" y="3327"/>
                      </a:lnTo>
                      <a:lnTo>
                        <a:pt x="1068" y="3327"/>
                      </a:lnTo>
                      <a:lnTo>
                        <a:pt x="1173" y="3243"/>
                      </a:lnTo>
                      <a:lnTo>
                        <a:pt x="1319" y="3139"/>
                      </a:lnTo>
                      <a:lnTo>
                        <a:pt x="1382" y="3097"/>
                      </a:lnTo>
                      <a:lnTo>
                        <a:pt x="1445" y="2929"/>
                      </a:lnTo>
                      <a:lnTo>
                        <a:pt x="1528" y="2762"/>
                      </a:lnTo>
                      <a:lnTo>
                        <a:pt x="1486" y="2678"/>
                      </a:lnTo>
                      <a:lnTo>
                        <a:pt x="1256" y="2532"/>
                      </a:lnTo>
                      <a:lnTo>
                        <a:pt x="1152" y="2511"/>
                      </a:lnTo>
                      <a:lnTo>
                        <a:pt x="1152" y="2385"/>
                      </a:lnTo>
                      <a:lnTo>
                        <a:pt x="1256" y="2406"/>
                      </a:lnTo>
                      <a:lnTo>
                        <a:pt x="1382" y="2385"/>
                      </a:lnTo>
                      <a:lnTo>
                        <a:pt x="1570" y="2281"/>
                      </a:lnTo>
                      <a:lnTo>
                        <a:pt x="1654" y="2176"/>
                      </a:lnTo>
                      <a:lnTo>
                        <a:pt x="1654" y="2072"/>
                      </a:lnTo>
                      <a:lnTo>
                        <a:pt x="1779" y="1946"/>
                      </a:lnTo>
                      <a:lnTo>
                        <a:pt x="1968" y="1800"/>
                      </a:lnTo>
                      <a:lnTo>
                        <a:pt x="2114" y="1967"/>
                      </a:lnTo>
                      <a:lnTo>
                        <a:pt x="2010" y="2009"/>
                      </a:lnTo>
                      <a:lnTo>
                        <a:pt x="1968" y="2093"/>
                      </a:lnTo>
                      <a:lnTo>
                        <a:pt x="1968" y="2176"/>
                      </a:lnTo>
                      <a:lnTo>
                        <a:pt x="1800" y="2197"/>
                      </a:lnTo>
                      <a:lnTo>
                        <a:pt x="1696" y="2281"/>
                      </a:lnTo>
                      <a:lnTo>
                        <a:pt x="1654" y="2469"/>
                      </a:lnTo>
                      <a:lnTo>
                        <a:pt x="1654" y="2574"/>
                      </a:lnTo>
                      <a:lnTo>
                        <a:pt x="1758" y="2637"/>
                      </a:lnTo>
                      <a:lnTo>
                        <a:pt x="1821" y="2637"/>
                      </a:lnTo>
                      <a:lnTo>
                        <a:pt x="1884" y="2720"/>
                      </a:lnTo>
                      <a:lnTo>
                        <a:pt x="1758" y="2867"/>
                      </a:lnTo>
                      <a:lnTo>
                        <a:pt x="1717" y="2971"/>
                      </a:lnTo>
                      <a:lnTo>
                        <a:pt x="1779" y="3139"/>
                      </a:lnTo>
                      <a:lnTo>
                        <a:pt x="1758" y="3222"/>
                      </a:lnTo>
                      <a:lnTo>
                        <a:pt x="1570" y="3327"/>
                      </a:lnTo>
                      <a:lnTo>
                        <a:pt x="1549" y="3390"/>
                      </a:lnTo>
                      <a:lnTo>
                        <a:pt x="1675" y="3453"/>
                      </a:lnTo>
                      <a:lnTo>
                        <a:pt x="1738" y="3515"/>
                      </a:lnTo>
                      <a:lnTo>
                        <a:pt x="1779" y="3494"/>
                      </a:lnTo>
                      <a:lnTo>
                        <a:pt x="1758" y="3411"/>
                      </a:lnTo>
                      <a:lnTo>
                        <a:pt x="1779" y="3348"/>
                      </a:lnTo>
                      <a:lnTo>
                        <a:pt x="1884" y="3411"/>
                      </a:lnTo>
                      <a:lnTo>
                        <a:pt x="1989" y="3494"/>
                      </a:lnTo>
                      <a:lnTo>
                        <a:pt x="2093" y="3432"/>
                      </a:lnTo>
                      <a:lnTo>
                        <a:pt x="2177" y="3432"/>
                      </a:lnTo>
                      <a:lnTo>
                        <a:pt x="2240" y="3536"/>
                      </a:lnTo>
                      <a:lnTo>
                        <a:pt x="2323" y="3746"/>
                      </a:lnTo>
                      <a:lnTo>
                        <a:pt x="2407" y="3829"/>
                      </a:lnTo>
                      <a:lnTo>
                        <a:pt x="2533" y="3850"/>
                      </a:lnTo>
                      <a:lnTo>
                        <a:pt x="2658" y="3934"/>
                      </a:lnTo>
                      <a:lnTo>
                        <a:pt x="2763" y="3955"/>
                      </a:lnTo>
                      <a:lnTo>
                        <a:pt x="2909" y="3871"/>
                      </a:lnTo>
                      <a:lnTo>
                        <a:pt x="3056" y="3829"/>
                      </a:lnTo>
                      <a:lnTo>
                        <a:pt x="3139" y="3871"/>
                      </a:lnTo>
                      <a:lnTo>
                        <a:pt x="3286" y="3955"/>
                      </a:lnTo>
                      <a:lnTo>
                        <a:pt x="3579" y="3976"/>
                      </a:lnTo>
                      <a:lnTo>
                        <a:pt x="3683" y="3955"/>
                      </a:lnTo>
                      <a:lnTo>
                        <a:pt x="3767" y="3976"/>
                      </a:lnTo>
                      <a:lnTo>
                        <a:pt x="3872" y="3976"/>
                      </a:lnTo>
                      <a:lnTo>
                        <a:pt x="3955" y="4059"/>
                      </a:lnTo>
                      <a:lnTo>
                        <a:pt x="4060" y="4164"/>
                      </a:lnTo>
                      <a:lnTo>
                        <a:pt x="4165" y="4164"/>
                      </a:lnTo>
                      <a:lnTo>
                        <a:pt x="4269" y="4080"/>
                      </a:lnTo>
                      <a:lnTo>
                        <a:pt x="4395" y="3955"/>
                      </a:lnTo>
                      <a:lnTo>
                        <a:pt x="4541" y="3913"/>
                      </a:lnTo>
                      <a:lnTo>
                        <a:pt x="4688" y="3725"/>
                      </a:lnTo>
                      <a:lnTo>
                        <a:pt x="4688" y="3620"/>
                      </a:lnTo>
                      <a:lnTo>
                        <a:pt x="4541" y="3453"/>
                      </a:lnTo>
                      <a:lnTo>
                        <a:pt x="4479" y="3432"/>
                      </a:lnTo>
                      <a:lnTo>
                        <a:pt x="4332" y="3285"/>
                      </a:lnTo>
                      <a:lnTo>
                        <a:pt x="4186" y="3243"/>
                      </a:lnTo>
                      <a:lnTo>
                        <a:pt x="4060" y="3181"/>
                      </a:lnTo>
                      <a:lnTo>
                        <a:pt x="4018" y="3034"/>
                      </a:lnTo>
                      <a:lnTo>
                        <a:pt x="4102" y="3034"/>
                      </a:lnTo>
                      <a:lnTo>
                        <a:pt x="4186" y="3097"/>
                      </a:lnTo>
                      <a:lnTo>
                        <a:pt x="4290" y="3097"/>
                      </a:lnTo>
                      <a:lnTo>
                        <a:pt x="4290" y="3013"/>
                      </a:lnTo>
                      <a:lnTo>
                        <a:pt x="4165" y="2825"/>
                      </a:lnTo>
                      <a:lnTo>
                        <a:pt x="3976" y="2657"/>
                      </a:lnTo>
                      <a:lnTo>
                        <a:pt x="3976" y="2490"/>
                      </a:lnTo>
                      <a:lnTo>
                        <a:pt x="3955" y="2344"/>
                      </a:lnTo>
                      <a:lnTo>
                        <a:pt x="3851" y="2281"/>
                      </a:lnTo>
                      <a:lnTo>
                        <a:pt x="3851" y="2155"/>
                      </a:lnTo>
                      <a:lnTo>
                        <a:pt x="3788" y="2093"/>
                      </a:lnTo>
                      <a:lnTo>
                        <a:pt x="3746" y="2093"/>
                      </a:lnTo>
                      <a:lnTo>
                        <a:pt x="3370" y="1821"/>
                      </a:lnTo>
                      <a:lnTo>
                        <a:pt x="3160" y="1779"/>
                      </a:lnTo>
                      <a:lnTo>
                        <a:pt x="2972" y="1821"/>
                      </a:lnTo>
                      <a:lnTo>
                        <a:pt x="2951" y="1883"/>
                      </a:lnTo>
                      <a:lnTo>
                        <a:pt x="2972" y="1967"/>
                      </a:lnTo>
                      <a:lnTo>
                        <a:pt x="3139" y="2155"/>
                      </a:lnTo>
                      <a:lnTo>
                        <a:pt x="3139" y="2239"/>
                      </a:lnTo>
                      <a:lnTo>
                        <a:pt x="3077" y="2344"/>
                      </a:lnTo>
                      <a:lnTo>
                        <a:pt x="3077" y="2448"/>
                      </a:lnTo>
                      <a:lnTo>
                        <a:pt x="3056" y="2574"/>
                      </a:lnTo>
                      <a:lnTo>
                        <a:pt x="2972" y="2720"/>
                      </a:lnTo>
                      <a:lnTo>
                        <a:pt x="2930" y="2783"/>
                      </a:lnTo>
                      <a:lnTo>
                        <a:pt x="2909" y="2699"/>
                      </a:lnTo>
                      <a:lnTo>
                        <a:pt x="2951" y="2595"/>
                      </a:lnTo>
                      <a:lnTo>
                        <a:pt x="2972" y="2490"/>
                      </a:lnTo>
                      <a:lnTo>
                        <a:pt x="2930" y="2448"/>
                      </a:lnTo>
                      <a:lnTo>
                        <a:pt x="2972" y="2260"/>
                      </a:lnTo>
                      <a:lnTo>
                        <a:pt x="2930" y="2155"/>
                      </a:lnTo>
                      <a:lnTo>
                        <a:pt x="2742" y="1883"/>
                      </a:lnTo>
                      <a:lnTo>
                        <a:pt x="2595" y="1779"/>
                      </a:lnTo>
                      <a:lnTo>
                        <a:pt x="2386" y="1758"/>
                      </a:lnTo>
                      <a:lnTo>
                        <a:pt x="2323" y="1779"/>
                      </a:lnTo>
                      <a:lnTo>
                        <a:pt x="2282" y="1925"/>
                      </a:lnTo>
                      <a:lnTo>
                        <a:pt x="2240" y="1946"/>
                      </a:lnTo>
                      <a:cubicBezTo>
                        <a:pt x="2198" y="1883"/>
                        <a:pt x="2114" y="1841"/>
                        <a:pt x="2072" y="1821"/>
                      </a:cubicBezTo>
                      <a:lnTo>
                        <a:pt x="2114" y="1779"/>
                      </a:lnTo>
                      <a:lnTo>
                        <a:pt x="2177" y="1674"/>
                      </a:lnTo>
                      <a:lnTo>
                        <a:pt x="2177" y="1549"/>
                      </a:lnTo>
                      <a:lnTo>
                        <a:pt x="1989" y="1444"/>
                      </a:lnTo>
                      <a:lnTo>
                        <a:pt x="1800" y="1297"/>
                      </a:lnTo>
                      <a:lnTo>
                        <a:pt x="1696" y="1109"/>
                      </a:lnTo>
                      <a:lnTo>
                        <a:pt x="1696" y="984"/>
                      </a:lnTo>
                      <a:lnTo>
                        <a:pt x="1758" y="837"/>
                      </a:lnTo>
                      <a:lnTo>
                        <a:pt x="1758" y="733"/>
                      </a:lnTo>
                      <a:lnTo>
                        <a:pt x="1696" y="712"/>
                      </a:lnTo>
                      <a:lnTo>
                        <a:pt x="1403" y="712"/>
                      </a:lnTo>
                      <a:lnTo>
                        <a:pt x="1194" y="628"/>
                      </a:lnTo>
                      <a:lnTo>
                        <a:pt x="1047" y="523"/>
                      </a:lnTo>
                      <a:lnTo>
                        <a:pt x="817" y="251"/>
                      </a:lnTo>
                      <a:lnTo>
                        <a:pt x="650" y="105"/>
                      </a:lnTo>
                      <a:lnTo>
                        <a:pt x="461" y="0"/>
                      </a:lnTo>
                      <a:close/>
                    </a:path>
                  </a:pathLst>
                </a:custGeom>
                <a:solidFill>
                  <a:srgbClr val="5F7D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857" name="Google Shape;5857;p36"/>
                <p:cNvSpPr/>
                <p:nvPr/>
              </p:nvSpPr>
              <p:spPr>
                <a:xfrm>
                  <a:off x="4241800" y="1706950"/>
                  <a:ext cx="130800" cy="246400"/>
                </a:xfrm>
                <a:custGeom>
                  <a:rect b="b" l="l" r="r" t="t"/>
                  <a:pathLst>
                    <a:path extrusionOk="0" h="9856" w="5232">
                      <a:moveTo>
                        <a:pt x="4750" y="1"/>
                      </a:moveTo>
                      <a:lnTo>
                        <a:pt x="4625" y="63"/>
                      </a:lnTo>
                      <a:lnTo>
                        <a:pt x="4604" y="126"/>
                      </a:lnTo>
                      <a:lnTo>
                        <a:pt x="4520" y="105"/>
                      </a:lnTo>
                      <a:lnTo>
                        <a:pt x="4436" y="42"/>
                      </a:lnTo>
                      <a:lnTo>
                        <a:pt x="4332" y="63"/>
                      </a:lnTo>
                      <a:lnTo>
                        <a:pt x="4206" y="168"/>
                      </a:lnTo>
                      <a:lnTo>
                        <a:pt x="4185" y="273"/>
                      </a:lnTo>
                      <a:lnTo>
                        <a:pt x="4101" y="335"/>
                      </a:lnTo>
                      <a:lnTo>
                        <a:pt x="4018" y="356"/>
                      </a:lnTo>
                      <a:lnTo>
                        <a:pt x="3934" y="440"/>
                      </a:lnTo>
                      <a:lnTo>
                        <a:pt x="3934" y="524"/>
                      </a:lnTo>
                      <a:lnTo>
                        <a:pt x="3871" y="628"/>
                      </a:lnTo>
                      <a:lnTo>
                        <a:pt x="3871" y="670"/>
                      </a:lnTo>
                      <a:lnTo>
                        <a:pt x="3934" y="775"/>
                      </a:lnTo>
                      <a:lnTo>
                        <a:pt x="3934" y="858"/>
                      </a:lnTo>
                      <a:lnTo>
                        <a:pt x="3829" y="858"/>
                      </a:lnTo>
                      <a:lnTo>
                        <a:pt x="3788" y="900"/>
                      </a:lnTo>
                      <a:lnTo>
                        <a:pt x="3788" y="984"/>
                      </a:lnTo>
                      <a:lnTo>
                        <a:pt x="3725" y="1047"/>
                      </a:lnTo>
                      <a:lnTo>
                        <a:pt x="3662" y="1109"/>
                      </a:lnTo>
                      <a:lnTo>
                        <a:pt x="3453" y="1256"/>
                      </a:lnTo>
                      <a:lnTo>
                        <a:pt x="3369" y="1298"/>
                      </a:lnTo>
                      <a:lnTo>
                        <a:pt x="3306" y="1277"/>
                      </a:lnTo>
                      <a:lnTo>
                        <a:pt x="3202" y="1277"/>
                      </a:lnTo>
                      <a:lnTo>
                        <a:pt x="3139" y="1319"/>
                      </a:lnTo>
                      <a:lnTo>
                        <a:pt x="3034" y="1486"/>
                      </a:lnTo>
                      <a:lnTo>
                        <a:pt x="2951" y="1528"/>
                      </a:lnTo>
                      <a:lnTo>
                        <a:pt x="2888" y="1507"/>
                      </a:lnTo>
                      <a:lnTo>
                        <a:pt x="2867" y="1423"/>
                      </a:lnTo>
                      <a:lnTo>
                        <a:pt x="2825" y="1423"/>
                      </a:lnTo>
                      <a:lnTo>
                        <a:pt x="2783" y="1507"/>
                      </a:lnTo>
                      <a:lnTo>
                        <a:pt x="2825" y="1633"/>
                      </a:lnTo>
                      <a:lnTo>
                        <a:pt x="2783" y="1695"/>
                      </a:lnTo>
                      <a:lnTo>
                        <a:pt x="2762" y="1591"/>
                      </a:lnTo>
                      <a:lnTo>
                        <a:pt x="2721" y="1486"/>
                      </a:lnTo>
                      <a:lnTo>
                        <a:pt x="2532" y="1507"/>
                      </a:lnTo>
                      <a:lnTo>
                        <a:pt x="2323" y="1570"/>
                      </a:lnTo>
                      <a:lnTo>
                        <a:pt x="2260" y="1612"/>
                      </a:lnTo>
                      <a:lnTo>
                        <a:pt x="2197" y="1633"/>
                      </a:lnTo>
                      <a:lnTo>
                        <a:pt x="2156" y="1695"/>
                      </a:lnTo>
                      <a:lnTo>
                        <a:pt x="2218" y="1842"/>
                      </a:lnTo>
                      <a:lnTo>
                        <a:pt x="2260" y="1905"/>
                      </a:lnTo>
                      <a:lnTo>
                        <a:pt x="2260" y="1946"/>
                      </a:lnTo>
                      <a:lnTo>
                        <a:pt x="2218" y="1988"/>
                      </a:lnTo>
                      <a:lnTo>
                        <a:pt x="2135" y="2093"/>
                      </a:lnTo>
                      <a:lnTo>
                        <a:pt x="2093" y="2051"/>
                      </a:lnTo>
                      <a:lnTo>
                        <a:pt x="2093" y="2009"/>
                      </a:lnTo>
                      <a:lnTo>
                        <a:pt x="2135" y="1946"/>
                      </a:lnTo>
                      <a:lnTo>
                        <a:pt x="2135" y="1884"/>
                      </a:lnTo>
                      <a:lnTo>
                        <a:pt x="2051" y="1884"/>
                      </a:lnTo>
                      <a:lnTo>
                        <a:pt x="1946" y="2009"/>
                      </a:lnTo>
                      <a:lnTo>
                        <a:pt x="1884" y="2051"/>
                      </a:lnTo>
                      <a:lnTo>
                        <a:pt x="1884" y="2135"/>
                      </a:lnTo>
                      <a:lnTo>
                        <a:pt x="1946" y="2156"/>
                      </a:lnTo>
                      <a:lnTo>
                        <a:pt x="1905" y="2218"/>
                      </a:lnTo>
                      <a:lnTo>
                        <a:pt x="1842" y="2323"/>
                      </a:lnTo>
                      <a:lnTo>
                        <a:pt x="1716" y="2323"/>
                      </a:lnTo>
                      <a:lnTo>
                        <a:pt x="1632" y="2365"/>
                      </a:lnTo>
                      <a:lnTo>
                        <a:pt x="1612" y="2449"/>
                      </a:lnTo>
                      <a:lnTo>
                        <a:pt x="1507" y="2470"/>
                      </a:lnTo>
                      <a:lnTo>
                        <a:pt x="1465" y="2553"/>
                      </a:lnTo>
                      <a:lnTo>
                        <a:pt x="1423" y="2721"/>
                      </a:lnTo>
                      <a:lnTo>
                        <a:pt x="1465" y="2742"/>
                      </a:lnTo>
                      <a:lnTo>
                        <a:pt x="1528" y="2742"/>
                      </a:lnTo>
                      <a:lnTo>
                        <a:pt x="1465" y="2825"/>
                      </a:lnTo>
                      <a:lnTo>
                        <a:pt x="1277" y="2825"/>
                      </a:lnTo>
                      <a:lnTo>
                        <a:pt x="1214" y="2867"/>
                      </a:lnTo>
                      <a:lnTo>
                        <a:pt x="1193" y="3034"/>
                      </a:lnTo>
                      <a:lnTo>
                        <a:pt x="1214" y="3097"/>
                      </a:lnTo>
                      <a:lnTo>
                        <a:pt x="1277" y="3097"/>
                      </a:lnTo>
                      <a:lnTo>
                        <a:pt x="1360" y="3076"/>
                      </a:lnTo>
                      <a:lnTo>
                        <a:pt x="1381" y="3139"/>
                      </a:lnTo>
                      <a:lnTo>
                        <a:pt x="1360" y="3181"/>
                      </a:lnTo>
                      <a:lnTo>
                        <a:pt x="1360" y="3286"/>
                      </a:lnTo>
                      <a:lnTo>
                        <a:pt x="1277" y="3348"/>
                      </a:lnTo>
                      <a:lnTo>
                        <a:pt x="1193" y="3306"/>
                      </a:lnTo>
                      <a:lnTo>
                        <a:pt x="1068" y="3286"/>
                      </a:lnTo>
                      <a:lnTo>
                        <a:pt x="942" y="3348"/>
                      </a:lnTo>
                      <a:lnTo>
                        <a:pt x="900" y="3411"/>
                      </a:lnTo>
                      <a:lnTo>
                        <a:pt x="900" y="3495"/>
                      </a:lnTo>
                      <a:lnTo>
                        <a:pt x="858" y="3599"/>
                      </a:lnTo>
                      <a:lnTo>
                        <a:pt x="754" y="3683"/>
                      </a:lnTo>
                      <a:lnTo>
                        <a:pt x="670" y="3620"/>
                      </a:lnTo>
                      <a:lnTo>
                        <a:pt x="628" y="3558"/>
                      </a:lnTo>
                      <a:lnTo>
                        <a:pt x="586" y="3474"/>
                      </a:lnTo>
                      <a:lnTo>
                        <a:pt x="544" y="3495"/>
                      </a:lnTo>
                      <a:lnTo>
                        <a:pt x="524" y="3662"/>
                      </a:lnTo>
                      <a:lnTo>
                        <a:pt x="544" y="3788"/>
                      </a:lnTo>
                      <a:lnTo>
                        <a:pt x="649" y="3871"/>
                      </a:lnTo>
                      <a:lnTo>
                        <a:pt x="733" y="3830"/>
                      </a:lnTo>
                      <a:lnTo>
                        <a:pt x="754" y="3871"/>
                      </a:lnTo>
                      <a:lnTo>
                        <a:pt x="754" y="3934"/>
                      </a:lnTo>
                      <a:lnTo>
                        <a:pt x="691" y="4081"/>
                      </a:lnTo>
                      <a:lnTo>
                        <a:pt x="733" y="4122"/>
                      </a:lnTo>
                      <a:lnTo>
                        <a:pt x="796" y="4143"/>
                      </a:lnTo>
                      <a:lnTo>
                        <a:pt x="858" y="4081"/>
                      </a:lnTo>
                      <a:lnTo>
                        <a:pt x="900" y="4081"/>
                      </a:lnTo>
                      <a:lnTo>
                        <a:pt x="963" y="4102"/>
                      </a:lnTo>
                      <a:lnTo>
                        <a:pt x="1068" y="4102"/>
                      </a:lnTo>
                      <a:lnTo>
                        <a:pt x="1151" y="4039"/>
                      </a:lnTo>
                      <a:lnTo>
                        <a:pt x="1172" y="4081"/>
                      </a:lnTo>
                      <a:lnTo>
                        <a:pt x="1109" y="4143"/>
                      </a:lnTo>
                      <a:lnTo>
                        <a:pt x="1047" y="4185"/>
                      </a:lnTo>
                      <a:lnTo>
                        <a:pt x="900" y="4185"/>
                      </a:lnTo>
                      <a:lnTo>
                        <a:pt x="858" y="4248"/>
                      </a:lnTo>
                      <a:lnTo>
                        <a:pt x="775" y="4227"/>
                      </a:lnTo>
                      <a:lnTo>
                        <a:pt x="733" y="4311"/>
                      </a:lnTo>
                      <a:lnTo>
                        <a:pt x="754" y="4436"/>
                      </a:lnTo>
                      <a:lnTo>
                        <a:pt x="837" y="4499"/>
                      </a:lnTo>
                      <a:lnTo>
                        <a:pt x="900" y="4520"/>
                      </a:lnTo>
                      <a:lnTo>
                        <a:pt x="984" y="4499"/>
                      </a:lnTo>
                      <a:lnTo>
                        <a:pt x="1005" y="4520"/>
                      </a:lnTo>
                      <a:lnTo>
                        <a:pt x="984" y="4562"/>
                      </a:lnTo>
                      <a:lnTo>
                        <a:pt x="858" y="4625"/>
                      </a:lnTo>
                      <a:lnTo>
                        <a:pt x="733" y="4625"/>
                      </a:lnTo>
                      <a:lnTo>
                        <a:pt x="649" y="4666"/>
                      </a:lnTo>
                      <a:lnTo>
                        <a:pt x="649" y="4729"/>
                      </a:lnTo>
                      <a:lnTo>
                        <a:pt x="691" y="4771"/>
                      </a:lnTo>
                      <a:lnTo>
                        <a:pt x="796" y="4750"/>
                      </a:lnTo>
                      <a:lnTo>
                        <a:pt x="900" y="4750"/>
                      </a:lnTo>
                      <a:lnTo>
                        <a:pt x="900" y="4813"/>
                      </a:lnTo>
                      <a:lnTo>
                        <a:pt x="837" y="4834"/>
                      </a:lnTo>
                      <a:lnTo>
                        <a:pt x="733" y="4855"/>
                      </a:lnTo>
                      <a:lnTo>
                        <a:pt x="733" y="4897"/>
                      </a:lnTo>
                      <a:lnTo>
                        <a:pt x="754" y="4938"/>
                      </a:lnTo>
                      <a:lnTo>
                        <a:pt x="879" y="4959"/>
                      </a:lnTo>
                      <a:lnTo>
                        <a:pt x="984" y="5043"/>
                      </a:lnTo>
                      <a:lnTo>
                        <a:pt x="984" y="5085"/>
                      </a:lnTo>
                      <a:lnTo>
                        <a:pt x="858" y="5085"/>
                      </a:lnTo>
                      <a:lnTo>
                        <a:pt x="754" y="5043"/>
                      </a:lnTo>
                      <a:lnTo>
                        <a:pt x="649" y="5043"/>
                      </a:lnTo>
                      <a:lnTo>
                        <a:pt x="565" y="5085"/>
                      </a:lnTo>
                      <a:lnTo>
                        <a:pt x="544" y="5169"/>
                      </a:lnTo>
                      <a:lnTo>
                        <a:pt x="482" y="5210"/>
                      </a:lnTo>
                      <a:lnTo>
                        <a:pt x="482" y="5273"/>
                      </a:lnTo>
                      <a:lnTo>
                        <a:pt x="544" y="5315"/>
                      </a:lnTo>
                      <a:lnTo>
                        <a:pt x="524" y="5378"/>
                      </a:lnTo>
                      <a:lnTo>
                        <a:pt x="461" y="5399"/>
                      </a:lnTo>
                      <a:lnTo>
                        <a:pt x="419" y="5399"/>
                      </a:lnTo>
                      <a:lnTo>
                        <a:pt x="335" y="5483"/>
                      </a:lnTo>
                      <a:lnTo>
                        <a:pt x="314" y="5566"/>
                      </a:lnTo>
                      <a:lnTo>
                        <a:pt x="335" y="5608"/>
                      </a:lnTo>
                      <a:lnTo>
                        <a:pt x="314" y="5671"/>
                      </a:lnTo>
                      <a:lnTo>
                        <a:pt x="210" y="5692"/>
                      </a:lnTo>
                      <a:lnTo>
                        <a:pt x="210" y="5713"/>
                      </a:lnTo>
                      <a:lnTo>
                        <a:pt x="335" y="5838"/>
                      </a:lnTo>
                      <a:lnTo>
                        <a:pt x="440" y="5901"/>
                      </a:lnTo>
                      <a:lnTo>
                        <a:pt x="482" y="5880"/>
                      </a:lnTo>
                      <a:lnTo>
                        <a:pt x="524" y="5796"/>
                      </a:lnTo>
                      <a:lnTo>
                        <a:pt x="586" y="5734"/>
                      </a:lnTo>
                      <a:lnTo>
                        <a:pt x="754" y="5629"/>
                      </a:lnTo>
                      <a:lnTo>
                        <a:pt x="858" y="5587"/>
                      </a:lnTo>
                      <a:lnTo>
                        <a:pt x="858" y="5629"/>
                      </a:lnTo>
                      <a:lnTo>
                        <a:pt x="837" y="5629"/>
                      </a:lnTo>
                      <a:lnTo>
                        <a:pt x="796" y="5713"/>
                      </a:lnTo>
                      <a:lnTo>
                        <a:pt x="649" y="5817"/>
                      </a:lnTo>
                      <a:lnTo>
                        <a:pt x="586" y="5922"/>
                      </a:lnTo>
                      <a:lnTo>
                        <a:pt x="565" y="6027"/>
                      </a:lnTo>
                      <a:lnTo>
                        <a:pt x="586" y="6131"/>
                      </a:lnTo>
                      <a:lnTo>
                        <a:pt x="565" y="6194"/>
                      </a:lnTo>
                      <a:lnTo>
                        <a:pt x="565" y="6236"/>
                      </a:lnTo>
                      <a:lnTo>
                        <a:pt x="754" y="6236"/>
                      </a:lnTo>
                      <a:lnTo>
                        <a:pt x="837" y="6194"/>
                      </a:lnTo>
                      <a:lnTo>
                        <a:pt x="837" y="6257"/>
                      </a:lnTo>
                      <a:lnTo>
                        <a:pt x="775" y="6299"/>
                      </a:lnTo>
                      <a:lnTo>
                        <a:pt x="586" y="6299"/>
                      </a:lnTo>
                      <a:lnTo>
                        <a:pt x="524" y="6340"/>
                      </a:lnTo>
                      <a:lnTo>
                        <a:pt x="356" y="6445"/>
                      </a:lnTo>
                      <a:lnTo>
                        <a:pt x="356" y="6571"/>
                      </a:lnTo>
                      <a:lnTo>
                        <a:pt x="335" y="6654"/>
                      </a:lnTo>
                      <a:lnTo>
                        <a:pt x="356" y="6759"/>
                      </a:lnTo>
                      <a:lnTo>
                        <a:pt x="461" y="6759"/>
                      </a:lnTo>
                      <a:lnTo>
                        <a:pt x="524" y="6822"/>
                      </a:lnTo>
                      <a:lnTo>
                        <a:pt x="482" y="6863"/>
                      </a:lnTo>
                      <a:lnTo>
                        <a:pt x="377" y="6863"/>
                      </a:lnTo>
                      <a:lnTo>
                        <a:pt x="252" y="6884"/>
                      </a:lnTo>
                      <a:lnTo>
                        <a:pt x="147" y="7052"/>
                      </a:lnTo>
                      <a:lnTo>
                        <a:pt x="147" y="7177"/>
                      </a:lnTo>
                      <a:lnTo>
                        <a:pt x="210" y="7240"/>
                      </a:lnTo>
                      <a:lnTo>
                        <a:pt x="272" y="7198"/>
                      </a:lnTo>
                      <a:lnTo>
                        <a:pt x="440" y="7135"/>
                      </a:lnTo>
                      <a:lnTo>
                        <a:pt x="461" y="7177"/>
                      </a:lnTo>
                      <a:lnTo>
                        <a:pt x="356" y="7261"/>
                      </a:lnTo>
                      <a:lnTo>
                        <a:pt x="335" y="7366"/>
                      </a:lnTo>
                      <a:lnTo>
                        <a:pt x="377" y="7366"/>
                      </a:lnTo>
                      <a:lnTo>
                        <a:pt x="461" y="7282"/>
                      </a:lnTo>
                      <a:lnTo>
                        <a:pt x="544" y="7261"/>
                      </a:lnTo>
                      <a:lnTo>
                        <a:pt x="565" y="7303"/>
                      </a:lnTo>
                      <a:lnTo>
                        <a:pt x="482" y="7387"/>
                      </a:lnTo>
                      <a:lnTo>
                        <a:pt x="461" y="7470"/>
                      </a:lnTo>
                      <a:lnTo>
                        <a:pt x="544" y="7554"/>
                      </a:lnTo>
                      <a:lnTo>
                        <a:pt x="649" y="7554"/>
                      </a:lnTo>
                      <a:lnTo>
                        <a:pt x="565" y="7575"/>
                      </a:lnTo>
                      <a:lnTo>
                        <a:pt x="482" y="7575"/>
                      </a:lnTo>
                      <a:lnTo>
                        <a:pt x="419" y="7659"/>
                      </a:lnTo>
                      <a:lnTo>
                        <a:pt x="419" y="7721"/>
                      </a:lnTo>
                      <a:lnTo>
                        <a:pt x="461" y="7826"/>
                      </a:lnTo>
                      <a:lnTo>
                        <a:pt x="419" y="7889"/>
                      </a:lnTo>
                      <a:lnTo>
                        <a:pt x="356" y="7868"/>
                      </a:lnTo>
                      <a:lnTo>
                        <a:pt x="252" y="7889"/>
                      </a:lnTo>
                      <a:lnTo>
                        <a:pt x="168" y="7826"/>
                      </a:lnTo>
                      <a:lnTo>
                        <a:pt x="105" y="7826"/>
                      </a:lnTo>
                      <a:lnTo>
                        <a:pt x="0" y="7972"/>
                      </a:lnTo>
                      <a:lnTo>
                        <a:pt x="0" y="8077"/>
                      </a:lnTo>
                      <a:lnTo>
                        <a:pt x="168" y="8265"/>
                      </a:lnTo>
                      <a:lnTo>
                        <a:pt x="147" y="8391"/>
                      </a:lnTo>
                      <a:lnTo>
                        <a:pt x="168" y="8496"/>
                      </a:lnTo>
                      <a:lnTo>
                        <a:pt x="335" y="8621"/>
                      </a:lnTo>
                      <a:lnTo>
                        <a:pt x="335" y="8705"/>
                      </a:lnTo>
                      <a:lnTo>
                        <a:pt x="482" y="8830"/>
                      </a:lnTo>
                      <a:lnTo>
                        <a:pt x="586" y="8872"/>
                      </a:lnTo>
                      <a:lnTo>
                        <a:pt x="649" y="8851"/>
                      </a:lnTo>
                      <a:lnTo>
                        <a:pt x="733" y="8830"/>
                      </a:lnTo>
                      <a:lnTo>
                        <a:pt x="837" y="8663"/>
                      </a:lnTo>
                      <a:lnTo>
                        <a:pt x="796" y="8516"/>
                      </a:lnTo>
                      <a:lnTo>
                        <a:pt x="837" y="8412"/>
                      </a:lnTo>
                      <a:lnTo>
                        <a:pt x="900" y="8307"/>
                      </a:lnTo>
                      <a:lnTo>
                        <a:pt x="858" y="8433"/>
                      </a:lnTo>
                      <a:lnTo>
                        <a:pt x="858" y="8516"/>
                      </a:lnTo>
                      <a:lnTo>
                        <a:pt x="900" y="8600"/>
                      </a:lnTo>
                      <a:lnTo>
                        <a:pt x="963" y="8747"/>
                      </a:lnTo>
                      <a:lnTo>
                        <a:pt x="1047" y="8788"/>
                      </a:lnTo>
                      <a:lnTo>
                        <a:pt x="1109" y="8726"/>
                      </a:lnTo>
                      <a:lnTo>
                        <a:pt x="1109" y="8642"/>
                      </a:lnTo>
                      <a:lnTo>
                        <a:pt x="1172" y="8537"/>
                      </a:lnTo>
                      <a:lnTo>
                        <a:pt x="1193" y="8600"/>
                      </a:lnTo>
                      <a:lnTo>
                        <a:pt x="1172" y="8642"/>
                      </a:lnTo>
                      <a:lnTo>
                        <a:pt x="1172" y="8747"/>
                      </a:lnTo>
                      <a:lnTo>
                        <a:pt x="1277" y="8935"/>
                      </a:lnTo>
                      <a:lnTo>
                        <a:pt x="1402" y="9019"/>
                      </a:lnTo>
                      <a:lnTo>
                        <a:pt x="1507" y="9019"/>
                      </a:lnTo>
                      <a:lnTo>
                        <a:pt x="1591" y="8956"/>
                      </a:lnTo>
                      <a:lnTo>
                        <a:pt x="1632" y="8998"/>
                      </a:lnTo>
                      <a:lnTo>
                        <a:pt x="1612" y="9040"/>
                      </a:lnTo>
                      <a:lnTo>
                        <a:pt x="1570" y="9040"/>
                      </a:lnTo>
                      <a:lnTo>
                        <a:pt x="1528" y="9123"/>
                      </a:lnTo>
                      <a:lnTo>
                        <a:pt x="1444" y="9165"/>
                      </a:lnTo>
                      <a:lnTo>
                        <a:pt x="1423" y="9249"/>
                      </a:lnTo>
                      <a:lnTo>
                        <a:pt x="1528" y="9332"/>
                      </a:lnTo>
                      <a:lnTo>
                        <a:pt x="1528" y="9416"/>
                      </a:lnTo>
                      <a:lnTo>
                        <a:pt x="1444" y="9416"/>
                      </a:lnTo>
                      <a:lnTo>
                        <a:pt x="1381" y="9374"/>
                      </a:lnTo>
                      <a:lnTo>
                        <a:pt x="1381" y="9458"/>
                      </a:lnTo>
                      <a:lnTo>
                        <a:pt x="1423" y="9521"/>
                      </a:lnTo>
                      <a:lnTo>
                        <a:pt x="1612" y="9542"/>
                      </a:lnTo>
                      <a:lnTo>
                        <a:pt x="1716" y="9584"/>
                      </a:lnTo>
                      <a:lnTo>
                        <a:pt x="1821" y="9563"/>
                      </a:lnTo>
                      <a:lnTo>
                        <a:pt x="1967" y="9604"/>
                      </a:lnTo>
                      <a:lnTo>
                        <a:pt x="1967" y="9521"/>
                      </a:lnTo>
                      <a:lnTo>
                        <a:pt x="2051" y="9542"/>
                      </a:lnTo>
                      <a:lnTo>
                        <a:pt x="2072" y="9625"/>
                      </a:lnTo>
                      <a:lnTo>
                        <a:pt x="2135" y="9772"/>
                      </a:lnTo>
                      <a:lnTo>
                        <a:pt x="2218" y="9856"/>
                      </a:lnTo>
                      <a:lnTo>
                        <a:pt x="2281" y="9856"/>
                      </a:lnTo>
                      <a:lnTo>
                        <a:pt x="2365" y="9751"/>
                      </a:lnTo>
                      <a:lnTo>
                        <a:pt x="2344" y="9625"/>
                      </a:lnTo>
                      <a:lnTo>
                        <a:pt x="2177" y="9542"/>
                      </a:lnTo>
                      <a:lnTo>
                        <a:pt x="2135" y="9521"/>
                      </a:lnTo>
                      <a:lnTo>
                        <a:pt x="2177" y="9479"/>
                      </a:lnTo>
                      <a:lnTo>
                        <a:pt x="2260" y="9521"/>
                      </a:lnTo>
                      <a:lnTo>
                        <a:pt x="2365" y="9584"/>
                      </a:lnTo>
                      <a:lnTo>
                        <a:pt x="2428" y="9667"/>
                      </a:lnTo>
                      <a:lnTo>
                        <a:pt x="2469" y="9772"/>
                      </a:lnTo>
                      <a:lnTo>
                        <a:pt x="2532" y="9772"/>
                      </a:lnTo>
                      <a:lnTo>
                        <a:pt x="2553" y="9667"/>
                      </a:lnTo>
                      <a:lnTo>
                        <a:pt x="2595" y="9646"/>
                      </a:lnTo>
                      <a:lnTo>
                        <a:pt x="2679" y="9751"/>
                      </a:lnTo>
                      <a:lnTo>
                        <a:pt x="2804" y="9793"/>
                      </a:lnTo>
                      <a:lnTo>
                        <a:pt x="2888" y="9793"/>
                      </a:lnTo>
                      <a:lnTo>
                        <a:pt x="2888" y="9730"/>
                      </a:lnTo>
                      <a:lnTo>
                        <a:pt x="2783" y="9646"/>
                      </a:lnTo>
                      <a:lnTo>
                        <a:pt x="2783" y="9584"/>
                      </a:lnTo>
                      <a:lnTo>
                        <a:pt x="2846" y="9563"/>
                      </a:lnTo>
                      <a:lnTo>
                        <a:pt x="2951" y="9604"/>
                      </a:lnTo>
                      <a:lnTo>
                        <a:pt x="2993" y="9667"/>
                      </a:lnTo>
                      <a:lnTo>
                        <a:pt x="3013" y="9667"/>
                      </a:lnTo>
                      <a:lnTo>
                        <a:pt x="3055" y="9772"/>
                      </a:lnTo>
                      <a:lnTo>
                        <a:pt x="3118" y="9814"/>
                      </a:lnTo>
                      <a:lnTo>
                        <a:pt x="3181" y="9793"/>
                      </a:lnTo>
                      <a:lnTo>
                        <a:pt x="3202" y="9688"/>
                      </a:lnTo>
                      <a:lnTo>
                        <a:pt x="3160" y="9604"/>
                      </a:lnTo>
                      <a:lnTo>
                        <a:pt x="3076" y="9604"/>
                      </a:lnTo>
                      <a:lnTo>
                        <a:pt x="3013" y="9563"/>
                      </a:lnTo>
                      <a:lnTo>
                        <a:pt x="3055" y="9500"/>
                      </a:lnTo>
                      <a:lnTo>
                        <a:pt x="3097" y="9542"/>
                      </a:lnTo>
                      <a:lnTo>
                        <a:pt x="3160" y="9542"/>
                      </a:lnTo>
                      <a:lnTo>
                        <a:pt x="3223" y="9437"/>
                      </a:lnTo>
                      <a:lnTo>
                        <a:pt x="3265" y="9353"/>
                      </a:lnTo>
                      <a:lnTo>
                        <a:pt x="3265" y="9312"/>
                      </a:lnTo>
                      <a:lnTo>
                        <a:pt x="3118" y="9207"/>
                      </a:lnTo>
                      <a:lnTo>
                        <a:pt x="3055" y="9228"/>
                      </a:lnTo>
                      <a:lnTo>
                        <a:pt x="2951" y="9207"/>
                      </a:lnTo>
                      <a:lnTo>
                        <a:pt x="2867" y="9040"/>
                      </a:lnTo>
                      <a:lnTo>
                        <a:pt x="2762" y="9040"/>
                      </a:lnTo>
                      <a:lnTo>
                        <a:pt x="2574" y="8872"/>
                      </a:lnTo>
                      <a:lnTo>
                        <a:pt x="2490" y="8788"/>
                      </a:lnTo>
                      <a:lnTo>
                        <a:pt x="2365" y="8788"/>
                      </a:lnTo>
                      <a:lnTo>
                        <a:pt x="2239" y="8516"/>
                      </a:lnTo>
                      <a:lnTo>
                        <a:pt x="2030" y="8286"/>
                      </a:lnTo>
                      <a:lnTo>
                        <a:pt x="1946" y="8014"/>
                      </a:lnTo>
                      <a:lnTo>
                        <a:pt x="1842" y="7847"/>
                      </a:lnTo>
                      <a:lnTo>
                        <a:pt x="1842" y="7554"/>
                      </a:lnTo>
                      <a:lnTo>
                        <a:pt x="1758" y="7387"/>
                      </a:lnTo>
                      <a:lnTo>
                        <a:pt x="1716" y="7073"/>
                      </a:lnTo>
                      <a:lnTo>
                        <a:pt x="1695" y="7010"/>
                      </a:lnTo>
                      <a:lnTo>
                        <a:pt x="1737" y="6905"/>
                      </a:lnTo>
                      <a:lnTo>
                        <a:pt x="1737" y="6822"/>
                      </a:lnTo>
                      <a:lnTo>
                        <a:pt x="1632" y="6801"/>
                      </a:lnTo>
                      <a:lnTo>
                        <a:pt x="1549" y="6843"/>
                      </a:lnTo>
                      <a:lnTo>
                        <a:pt x="1486" y="6801"/>
                      </a:lnTo>
                      <a:lnTo>
                        <a:pt x="1507" y="6759"/>
                      </a:lnTo>
                      <a:lnTo>
                        <a:pt x="1653" y="6759"/>
                      </a:lnTo>
                      <a:lnTo>
                        <a:pt x="1800" y="6696"/>
                      </a:lnTo>
                      <a:lnTo>
                        <a:pt x="1821" y="6487"/>
                      </a:lnTo>
                      <a:lnTo>
                        <a:pt x="1800" y="6382"/>
                      </a:lnTo>
                      <a:lnTo>
                        <a:pt x="1695" y="6403"/>
                      </a:lnTo>
                      <a:lnTo>
                        <a:pt x="1591" y="6424"/>
                      </a:lnTo>
                      <a:lnTo>
                        <a:pt x="1632" y="6382"/>
                      </a:lnTo>
                      <a:lnTo>
                        <a:pt x="1800" y="6319"/>
                      </a:lnTo>
                      <a:lnTo>
                        <a:pt x="1821" y="6236"/>
                      </a:lnTo>
                      <a:lnTo>
                        <a:pt x="1779" y="6194"/>
                      </a:lnTo>
                      <a:lnTo>
                        <a:pt x="1570" y="6194"/>
                      </a:lnTo>
                      <a:lnTo>
                        <a:pt x="1423" y="6173"/>
                      </a:lnTo>
                      <a:lnTo>
                        <a:pt x="1423" y="6110"/>
                      </a:lnTo>
                      <a:lnTo>
                        <a:pt x="1507" y="6068"/>
                      </a:lnTo>
                      <a:lnTo>
                        <a:pt x="1465" y="6006"/>
                      </a:lnTo>
                      <a:lnTo>
                        <a:pt x="1465" y="5922"/>
                      </a:lnTo>
                      <a:lnTo>
                        <a:pt x="1507" y="5964"/>
                      </a:lnTo>
                      <a:lnTo>
                        <a:pt x="1570" y="6068"/>
                      </a:lnTo>
                      <a:lnTo>
                        <a:pt x="1674" y="6110"/>
                      </a:lnTo>
                      <a:lnTo>
                        <a:pt x="1821" y="6110"/>
                      </a:lnTo>
                      <a:lnTo>
                        <a:pt x="1842" y="6068"/>
                      </a:lnTo>
                      <a:lnTo>
                        <a:pt x="1925" y="6027"/>
                      </a:lnTo>
                      <a:lnTo>
                        <a:pt x="1988" y="5901"/>
                      </a:lnTo>
                      <a:lnTo>
                        <a:pt x="1988" y="5775"/>
                      </a:lnTo>
                      <a:lnTo>
                        <a:pt x="2051" y="5650"/>
                      </a:lnTo>
                      <a:lnTo>
                        <a:pt x="2093" y="5545"/>
                      </a:lnTo>
                      <a:lnTo>
                        <a:pt x="2009" y="5462"/>
                      </a:lnTo>
                      <a:lnTo>
                        <a:pt x="1946" y="5336"/>
                      </a:lnTo>
                      <a:lnTo>
                        <a:pt x="1842" y="5294"/>
                      </a:lnTo>
                      <a:lnTo>
                        <a:pt x="1779" y="5294"/>
                      </a:lnTo>
                      <a:lnTo>
                        <a:pt x="1716" y="5252"/>
                      </a:lnTo>
                      <a:lnTo>
                        <a:pt x="1800" y="5231"/>
                      </a:lnTo>
                      <a:lnTo>
                        <a:pt x="1884" y="5252"/>
                      </a:lnTo>
                      <a:lnTo>
                        <a:pt x="1946" y="5231"/>
                      </a:lnTo>
                      <a:lnTo>
                        <a:pt x="2009" y="5294"/>
                      </a:lnTo>
                      <a:lnTo>
                        <a:pt x="2009" y="5378"/>
                      </a:lnTo>
                      <a:lnTo>
                        <a:pt x="2051" y="5399"/>
                      </a:lnTo>
                      <a:lnTo>
                        <a:pt x="2114" y="5336"/>
                      </a:lnTo>
                      <a:lnTo>
                        <a:pt x="2051" y="5148"/>
                      </a:lnTo>
                      <a:lnTo>
                        <a:pt x="1925" y="4980"/>
                      </a:lnTo>
                      <a:lnTo>
                        <a:pt x="1821" y="4834"/>
                      </a:lnTo>
                      <a:lnTo>
                        <a:pt x="1842" y="4771"/>
                      </a:lnTo>
                      <a:lnTo>
                        <a:pt x="1925" y="4855"/>
                      </a:lnTo>
                      <a:lnTo>
                        <a:pt x="1946" y="4938"/>
                      </a:lnTo>
                      <a:lnTo>
                        <a:pt x="2051" y="4980"/>
                      </a:lnTo>
                      <a:lnTo>
                        <a:pt x="2156" y="5022"/>
                      </a:lnTo>
                      <a:lnTo>
                        <a:pt x="2197" y="4938"/>
                      </a:lnTo>
                      <a:lnTo>
                        <a:pt x="2197" y="4855"/>
                      </a:lnTo>
                      <a:lnTo>
                        <a:pt x="2135" y="4813"/>
                      </a:lnTo>
                      <a:lnTo>
                        <a:pt x="2135" y="4729"/>
                      </a:lnTo>
                      <a:lnTo>
                        <a:pt x="2218" y="4625"/>
                      </a:lnTo>
                      <a:lnTo>
                        <a:pt x="2218" y="4520"/>
                      </a:lnTo>
                      <a:lnTo>
                        <a:pt x="2135" y="4415"/>
                      </a:lnTo>
                      <a:lnTo>
                        <a:pt x="2009" y="4248"/>
                      </a:lnTo>
                      <a:lnTo>
                        <a:pt x="2093" y="4248"/>
                      </a:lnTo>
                      <a:lnTo>
                        <a:pt x="2197" y="4332"/>
                      </a:lnTo>
                      <a:lnTo>
                        <a:pt x="2260" y="4311"/>
                      </a:lnTo>
                      <a:lnTo>
                        <a:pt x="2323" y="4185"/>
                      </a:lnTo>
                      <a:lnTo>
                        <a:pt x="2302" y="4143"/>
                      </a:lnTo>
                      <a:lnTo>
                        <a:pt x="2218" y="4143"/>
                      </a:lnTo>
                      <a:lnTo>
                        <a:pt x="2218" y="3997"/>
                      </a:lnTo>
                      <a:lnTo>
                        <a:pt x="2302" y="3976"/>
                      </a:lnTo>
                      <a:lnTo>
                        <a:pt x="2407" y="4039"/>
                      </a:lnTo>
                      <a:lnTo>
                        <a:pt x="2553" y="4102"/>
                      </a:lnTo>
                      <a:lnTo>
                        <a:pt x="2616" y="4018"/>
                      </a:lnTo>
                      <a:lnTo>
                        <a:pt x="2532" y="3976"/>
                      </a:lnTo>
                      <a:lnTo>
                        <a:pt x="2532" y="3913"/>
                      </a:lnTo>
                      <a:lnTo>
                        <a:pt x="2616" y="3913"/>
                      </a:lnTo>
                      <a:lnTo>
                        <a:pt x="2679" y="3934"/>
                      </a:lnTo>
                      <a:lnTo>
                        <a:pt x="2762" y="3871"/>
                      </a:lnTo>
                      <a:lnTo>
                        <a:pt x="2762" y="3767"/>
                      </a:lnTo>
                      <a:lnTo>
                        <a:pt x="2741" y="3704"/>
                      </a:lnTo>
                      <a:lnTo>
                        <a:pt x="2762" y="3662"/>
                      </a:lnTo>
                      <a:lnTo>
                        <a:pt x="2930" y="3578"/>
                      </a:lnTo>
                      <a:lnTo>
                        <a:pt x="2951" y="3495"/>
                      </a:lnTo>
                      <a:lnTo>
                        <a:pt x="2846" y="3453"/>
                      </a:lnTo>
                      <a:lnTo>
                        <a:pt x="2783" y="3369"/>
                      </a:lnTo>
                      <a:lnTo>
                        <a:pt x="2846" y="3265"/>
                      </a:lnTo>
                      <a:lnTo>
                        <a:pt x="2888" y="3369"/>
                      </a:lnTo>
                      <a:lnTo>
                        <a:pt x="2972" y="3306"/>
                      </a:lnTo>
                      <a:lnTo>
                        <a:pt x="3139" y="3097"/>
                      </a:lnTo>
                      <a:lnTo>
                        <a:pt x="3181" y="2972"/>
                      </a:lnTo>
                      <a:lnTo>
                        <a:pt x="3265" y="2930"/>
                      </a:lnTo>
                      <a:lnTo>
                        <a:pt x="3285" y="2783"/>
                      </a:lnTo>
                      <a:lnTo>
                        <a:pt x="3453" y="2679"/>
                      </a:lnTo>
                      <a:lnTo>
                        <a:pt x="3516" y="2532"/>
                      </a:lnTo>
                      <a:lnTo>
                        <a:pt x="3599" y="2323"/>
                      </a:lnTo>
                      <a:lnTo>
                        <a:pt x="3683" y="2323"/>
                      </a:lnTo>
                      <a:lnTo>
                        <a:pt x="3892" y="2156"/>
                      </a:lnTo>
                      <a:lnTo>
                        <a:pt x="4122" y="1905"/>
                      </a:lnTo>
                      <a:lnTo>
                        <a:pt x="4311" y="1737"/>
                      </a:lnTo>
                      <a:lnTo>
                        <a:pt x="4394" y="1737"/>
                      </a:lnTo>
                      <a:lnTo>
                        <a:pt x="4541" y="1612"/>
                      </a:lnTo>
                      <a:lnTo>
                        <a:pt x="4729" y="1570"/>
                      </a:lnTo>
                      <a:lnTo>
                        <a:pt x="4834" y="1486"/>
                      </a:lnTo>
                      <a:lnTo>
                        <a:pt x="4980" y="1277"/>
                      </a:lnTo>
                      <a:lnTo>
                        <a:pt x="5064" y="1214"/>
                      </a:lnTo>
                      <a:lnTo>
                        <a:pt x="5127" y="1214"/>
                      </a:lnTo>
                      <a:lnTo>
                        <a:pt x="5190" y="1193"/>
                      </a:lnTo>
                      <a:lnTo>
                        <a:pt x="5190" y="1109"/>
                      </a:lnTo>
                      <a:lnTo>
                        <a:pt x="5169" y="1068"/>
                      </a:lnTo>
                      <a:lnTo>
                        <a:pt x="5231" y="963"/>
                      </a:lnTo>
                      <a:lnTo>
                        <a:pt x="5190" y="858"/>
                      </a:lnTo>
                      <a:lnTo>
                        <a:pt x="5190" y="691"/>
                      </a:lnTo>
                      <a:lnTo>
                        <a:pt x="5169" y="670"/>
                      </a:lnTo>
                      <a:lnTo>
                        <a:pt x="5085" y="670"/>
                      </a:lnTo>
                      <a:lnTo>
                        <a:pt x="5085" y="524"/>
                      </a:lnTo>
                      <a:lnTo>
                        <a:pt x="5148" y="377"/>
                      </a:lnTo>
                      <a:lnTo>
                        <a:pt x="5127" y="335"/>
                      </a:lnTo>
                      <a:lnTo>
                        <a:pt x="5022" y="314"/>
                      </a:lnTo>
                      <a:lnTo>
                        <a:pt x="4959" y="252"/>
                      </a:lnTo>
                      <a:lnTo>
                        <a:pt x="4855" y="231"/>
                      </a:lnTo>
                      <a:lnTo>
                        <a:pt x="4813" y="147"/>
                      </a:lnTo>
                      <a:lnTo>
                        <a:pt x="4813" y="42"/>
                      </a:lnTo>
                      <a:lnTo>
                        <a:pt x="4750" y="1"/>
                      </a:lnTo>
                      <a:close/>
                    </a:path>
                  </a:pathLst>
                </a:custGeom>
                <a:solidFill>
                  <a:srgbClr val="5F7D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858" name="Google Shape;5858;p36"/>
                <p:cNvSpPr/>
                <p:nvPr/>
              </p:nvSpPr>
              <p:spPr>
                <a:xfrm>
                  <a:off x="4015475" y="1586100"/>
                  <a:ext cx="1901975" cy="1017450"/>
                </a:xfrm>
                <a:custGeom>
                  <a:rect b="b" l="l" r="r" t="t"/>
                  <a:pathLst>
                    <a:path extrusionOk="0" h="40698" w="76079">
                      <a:moveTo>
                        <a:pt x="27578" y="1"/>
                      </a:moveTo>
                      <a:lnTo>
                        <a:pt x="27431" y="126"/>
                      </a:lnTo>
                      <a:lnTo>
                        <a:pt x="27389" y="231"/>
                      </a:lnTo>
                      <a:lnTo>
                        <a:pt x="27285" y="273"/>
                      </a:lnTo>
                      <a:lnTo>
                        <a:pt x="27368" y="377"/>
                      </a:lnTo>
                      <a:lnTo>
                        <a:pt x="27264" y="482"/>
                      </a:lnTo>
                      <a:lnTo>
                        <a:pt x="27243" y="649"/>
                      </a:lnTo>
                      <a:lnTo>
                        <a:pt x="27285" y="796"/>
                      </a:lnTo>
                      <a:lnTo>
                        <a:pt x="27159" y="921"/>
                      </a:lnTo>
                      <a:lnTo>
                        <a:pt x="27138" y="1444"/>
                      </a:lnTo>
                      <a:lnTo>
                        <a:pt x="27264" y="1570"/>
                      </a:lnTo>
                      <a:lnTo>
                        <a:pt x="27264" y="1695"/>
                      </a:lnTo>
                      <a:lnTo>
                        <a:pt x="27159" y="1695"/>
                      </a:lnTo>
                      <a:lnTo>
                        <a:pt x="27180" y="1842"/>
                      </a:lnTo>
                      <a:lnTo>
                        <a:pt x="27285" y="1967"/>
                      </a:lnTo>
                      <a:lnTo>
                        <a:pt x="27389" y="1967"/>
                      </a:lnTo>
                      <a:lnTo>
                        <a:pt x="27536" y="2156"/>
                      </a:lnTo>
                      <a:lnTo>
                        <a:pt x="27682" y="2177"/>
                      </a:lnTo>
                      <a:lnTo>
                        <a:pt x="27536" y="2281"/>
                      </a:lnTo>
                      <a:lnTo>
                        <a:pt x="27578" y="2407"/>
                      </a:lnTo>
                      <a:lnTo>
                        <a:pt x="27578" y="2491"/>
                      </a:lnTo>
                      <a:lnTo>
                        <a:pt x="27787" y="2511"/>
                      </a:lnTo>
                      <a:lnTo>
                        <a:pt x="27912" y="2470"/>
                      </a:lnTo>
                      <a:lnTo>
                        <a:pt x="28101" y="2532"/>
                      </a:lnTo>
                      <a:lnTo>
                        <a:pt x="28289" y="2532"/>
                      </a:lnTo>
                      <a:lnTo>
                        <a:pt x="28331" y="2616"/>
                      </a:lnTo>
                      <a:lnTo>
                        <a:pt x="28226" y="2700"/>
                      </a:lnTo>
                      <a:lnTo>
                        <a:pt x="28122" y="2679"/>
                      </a:lnTo>
                      <a:lnTo>
                        <a:pt x="28059" y="2700"/>
                      </a:lnTo>
                      <a:lnTo>
                        <a:pt x="27933" y="2616"/>
                      </a:lnTo>
                      <a:lnTo>
                        <a:pt x="27661" y="2721"/>
                      </a:lnTo>
                      <a:lnTo>
                        <a:pt x="27578" y="2679"/>
                      </a:lnTo>
                      <a:lnTo>
                        <a:pt x="27473" y="2721"/>
                      </a:lnTo>
                      <a:lnTo>
                        <a:pt x="27368" y="2700"/>
                      </a:lnTo>
                      <a:lnTo>
                        <a:pt x="27264" y="2700"/>
                      </a:lnTo>
                      <a:lnTo>
                        <a:pt x="27201" y="2783"/>
                      </a:lnTo>
                      <a:lnTo>
                        <a:pt x="26950" y="2783"/>
                      </a:lnTo>
                      <a:lnTo>
                        <a:pt x="26887" y="2888"/>
                      </a:lnTo>
                      <a:lnTo>
                        <a:pt x="26908" y="2930"/>
                      </a:lnTo>
                      <a:lnTo>
                        <a:pt x="27034" y="2951"/>
                      </a:lnTo>
                      <a:lnTo>
                        <a:pt x="27054" y="3055"/>
                      </a:lnTo>
                      <a:lnTo>
                        <a:pt x="27201" y="3035"/>
                      </a:lnTo>
                      <a:lnTo>
                        <a:pt x="27264" y="3097"/>
                      </a:lnTo>
                      <a:lnTo>
                        <a:pt x="27410" y="3014"/>
                      </a:lnTo>
                      <a:lnTo>
                        <a:pt x="27515" y="3160"/>
                      </a:lnTo>
                      <a:lnTo>
                        <a:pt x="27661" y="3265"/>
                      </a:lnTo>
                      <a:lnTo>
                        <a:pt x="27787" y="3516"/>
                      </a:lnTo>
                      <a:lnTo>
                        <a:pt x="27682" y="3746"/>
                      </a:lnTo>
                      <a:lnTo>
                        <a:pt x="27410" y="4018"/>
                      </a:lnTo>
                      <a:lnTo>
                        <a:pt x="27515" y="3746"/>
                      </a:lnTo>
                      <a:lnTo>
                        <a:pt x="27431" y="3662"/>
                      </a:lnTo>
                      <a:lnTo>
                        <a:pt x="27431" y="3495"/>
                      </a:lnTo>
                      <a:lnTo>
                        <a:pt x="27243" y="3453"/>
                      </a:lnTo>
                      <a:lnTo>
                        <a:pt x="27180" y="3432"/>
                      </a:lnTo>
                      <a:lnTo>
                        <a:pt x="27180" y="3348"/>
                      </a:lnTo>
                      <a:lnTo>
                        <a:pt x="27117" y="3327"/>
                      </a:lnTo>
                      <a:lnTo>
                        <a:pt x="27013" y="3411"/>
                      </a:lnTo>
                      <a:lnTo>
                        <a:pt x="26845" y="3411"/>
                      </a:lnTo>
                      <a:lnTo>
                        <a:pt x="26720" y="3537"/>
                      </a:lnTo>
                      <a:lnTo>
                        <a:pt x="26845" y="3599"/>
                      </a:lnTo>
                      <a:lnTo>
                        <a:pt x="26803" y="3662"/>
                      </a:lnTo>
                      <a:lnTo>
                        <a:pt x="26657" y="3662"/>
                      </a:lnTo>
                      <a:lnTo>
                        <a:pt x="26741" y="3767"/>
                      </a:lnTo>
                      <a:lnTo>
                        <a:pt x="26720" y="3851"/>
                      </a:lnTo>
                      <a:lnTo>
                        <a:pt x="26552" y="3976"/>
                      </a:lnTo>
                      <a:lnTo>
                        <a:pt x="26531" y="3851"/>
                      </a:lnTo>
                      <a:lnTo>
                        <a:pt x="26490" y="3851"/>
                      </a:lnTo>
                      <a:lnTo>
                        <a:pt x="26406" y="3913"/>
                      </a:lnTo>
                      <a:lnTo>
                        <a:pt x="26448" y="4039"/>
                      </a:lnTo>
                      <a:lnTo>
                        <a:pt x="26406" y="4164"/>
                      </a:lnTo>
                      <a:lnTo>
                        <a:pt x="26301" y="4164"/>
                      </a:lnTo>
                      <a:lnTo>
                        <a:pt x="26280" y="3976"/>
                      </a:lnTo>
                      <a:lnTo>
                        <a:pt x="26176" y="3871"/>
                      </a:lnTo>
                      <a:lnTo>
                        <a:pt x="26134" y="3934"/>
                      </a:lnTo>
                      <a:lnTo>
                        <a:pt x="26176" y="4039"/>
                      </a:lnTo>
                      <a:lnTo>
                        <a:pt x="26071" y="4227"/>
                      </a:lnTo>
                      <a:lnTo>
                        <a:pt x="26008" y="4374"/>
                      </a:lnTo>
                      <a:lnTo>
                        <a:pt x="25883" y="4290"/>
                      </a:lnTo>
                      <a:lnTo>
                        <a:pt x="25883" y="4227"/>
                      </a:lnTo>
                      <a:lnTo>
                        <a:pt x="26008" y="3955"/>
                      </a:lnTo>
                      <a:lnTo>
                        <a:pt x="25966" y="3851"/>
                      </a:lnTo>
                      <a:lnTo>
                        <a:pt x="25820" y="3830"/>
                      </a:lnTo>
                      <a:lnTo>
                        <a:pt x="25506" y="3934"/>
                      </a:lnTo>
                      <a:lnTo>
                        <a:pt x="25401" y="3871"/>
                      </a:lnTo>
                      <a:lnTo>
                        <a:pt x="25255" y="4018"/>
                      </a:lnTo>
                      <a:lnTo>
                        <a:pt x="25150" y="3976"/>
                      </a:lnTo>
                      <a:lnTo>
                        <a:pt x="25046" y="3934"/>
                      </a:lnTo>
                      <a:lnTo>
                        <a:pt x="24878" y="3955"/>
                      </a:lnTo>
                      <a:lnTo>
                        <a:pt x="25025" y="4081"/>
                      </a:lnTo>
                      <a:lnTo>
                        <a:pt x="24941" y="4164"/>
                      </a:lnTo>
                      <a:lnTo>
                        <a:pt x="24920" y="4143"/>
                      </a:lnTo>
                      <a:lnTo>
                        <a:pt x="24878" y="4081"/>
                      </a:lnTo>
                      <a:lnTo>
                        <a:pt x="24837" y="4060"/>
                      </a:lnTo>
                      <a:lnTo>
                        <a:pt x="24774" y="4164"/>
                      </a:lnTo>
                      <a:lnTo>
                        <a:pt x="24732" y="4227"/>
                      </a:lnTo>
                      <a:lnTo>
                        <a:pt x="24732" y="4478"/>
                      </a:lnTo>
                      <a:lnTo>
                        <a:pt x="24816" y="4562"/>
                      </a:lnTo>
                      <a:lnTo>
                        <a:pt x="24941" y="4436"/>
                      </a:lnTo>
                      <a:lnTo>
                        <a:pt x="25025" y="4478"/>
                      </a:lnTo>
                      <a:lnTo>
                        <a:pt x="25192" y="4353"/>
                      </a:lnTo>
                      <a:lnTo>
                        <a:pt x="25276" y="4374"/>
                      </a:lnTo>
                      <a:lnTo>
                        <a:pt x="25255" y="4478"/>
                      </a:lnTo>
                      <a:lnTo>
                        <a:pt x="24941" y="4604"/>
                      </a:lnTo>
                      <a:lnTo>
                        <a:pt x="24878" y="4750"/>
                      </a:lnTo>
                      <a:lnTo>
                        <a:pt x="24753" y="4813"/>
                      </a:lnTo>
                      <a:lnTo>
                        <a:pt x="24502" y="4855"/>
                      </a:lnTo>
                      <a:lnTo>
                        <a:pt x="24460" y="4918"/>
                      </a:lnTo>
                      <a:lnTo>
                        <a:pt x="24523" y="5001"/>
                      </a:lnTo>
                      <a:lnTo>
                        <a:pt x="24313" y="5064"/>
                      </a:lnTo>
                      <a:lnTo>
                        <a:pt x="24209" y="5001"/>
                      </a:lnTo>
                      <a:lnTo>
                        <a:pt x="24146" y="5022"/>
                      </a:lnTo>
                      <a:lnTo>
                        <a:pt x="24125" y="5127"/>
                      </a:lnTo>
                      <a:lnTo>
                        <a:pt x="24041" y="5169"/>
                      </a:lnTo>
                      <a:lnTo>
                        <a:pt x="23895" y="5211"/>
                      </a:lnTo>
                      <a:lnTo>
                        <a:pt x="23832" y="5294"/>
                      </a:lnTo>
                      <a:lnTo>
                        <a:pt x="23916" y="5399"/>
                      </a:lnTo>
                      <a:lnTo>
                        <a:pt x="23874" y="5399"/>
                      </a:lnTo>
                      <a:lnTo>
                        <a:pt x="23832" y="5504"/>
                      </a:lnTo>
                      <a:lnTo>
                        <a:pt x="23790" y="5524"/>
                      </a:lnTo>
                      <a:lnTo>
                        <a:pt x="23728" y="5441"/>
                      </a:lnTo>
                      <a:lnTo>
                        <a:pt x="23686" y="5441"/>
                      </a:lnTo>
                      <a:lnTo>
                        <a:pt x="23581" y="5608"/>
                      </a:lnTo>
                      <a:lnTo>
                        <a:pt x="23602" y="5650"/>
                      </a:lnTo>
                      <a:lnTo>
                        <a:pt x="23560" y="5713"/>
                      </a:lnTo>
                      <a:lnTo>
                        <a:pt x="23560" y="5817"/>
                      </a:lnTo>
                      <a:lnTo>
                        <a:pt x="23456" y="5943"/>
                      </a:lnTo>
                      <a:lnTo>
                        <a:pt x="23477" y="6048"/>
                      </a:lnTo>
                      <a:lnTo>
                        <a:pt x="23309" y="6110"/>
                      </a:lnTo>
                      <a:lnTo>
                        <a:pt x="23142" y="6110"/>
                      </a:lnTo>
                      <a:lnTo>
                        <a:pt x="23037" y="6173"/>
                      </a:lnTo>
                      <a:lnTo>
                        <a:pt x="23037" y="6278"/>
                      </a:lnTo>
                      <a:lnTo>
                        <a:pt x="23100" y="6278"/>
                      </a:lnTo>
                      <a:lnTo>
                        <a:pt x="23163" y="6215"/>
                      </a:lnTo>
                      <a:lnTo>
                        <a:pt x="23414" y="6257"/>
                      </a:lnTo>
                      <a:lnTo>
                        <a:pt x="23372" y="6340"/>
                      </a:lnTo>
                      <a:lnTo>
                        <a:pt x="23246" y="6320"/>
                      </a:lnTo>
                      <a:lnTo>
                        <a:pt x="23204" y="6361"/>
                      </a:lnTo>
                      <a:lnTo>
                        <a:pt x="23288" y="6445"/>
                      </a:lnTo>
                      <a:lnTo>
                        <a:pt x="23267" y="6675"/>
                      </a:lnTo>
                      <a:lnTo>
                        <a:pt x="23163" y="6759"/>
                      </a:lnTo>
                      <a:lnTo>
                        <a:pt x="23184" y="6843"/>
                      </a:lnTo>
                      <a:lnTo>
                        <a:pt x="23163" y="6947"/>
                      </a:lnTo>
                      <a:lnTo>
                        <a:pt x="23037" y="6759"/>
                      </a:lnTo>
                      <a:lnTo>
                        <a:pt x="22932" y="6780"/>
                      </a:lnTo>
                      <a:lnTo>
                        <a:pt x="22786" y="6633"/>
                      </a:lnTo>
                      <a:lnTo>
                        <a:pt x="22723" y="6592"/>
                      </a:lnTo>
                      <a:lnTo>
                        <a:pt x="22681" y="6654"/>
                      </a:lnTo>
                      <a:lnTo>
                        <a:pt x="22765" y="6738"/>
                      </a:lnTo>
                      <a:lnTo>
                        <a:pt x="22765" y="6843"/>
                      </a:lnTo>
                      <a:lnTo>
                        <a:pt x="22723" y="6905"/>
                      </a:lnTo>
                      <a:lnTo>
                        <a:pt x="22786" y="7010"/>
                      </a:lnTo>
                      <a:lnTo>
                        <a:pt x="22891" y="6968"/>
                      </a:lnTo>
                      <a:lnTo>
                        <a:pt x="23079" y="7010"/>
                      </a:lnTo>
                      <a:lnTo>
                        <a:pt x="23204" y="7052"/>
                      </a:lnTo>
                      <a:lnTo>
                        <a:pt x="23246" y="7156"/>
                      </a:lnTo>
                      <a:lnTo>
                        <a:pt x="23351" y="7219"/>
                      </a:lnTo>
                      <a:lnTo>
                        <a:pt x="23456" y="7198"/>
                      </a:lnTo>
                      <a:lnTo>
                        <a:pt x="23497" y="7177"/>
                      </a:lnTo>
                      <a:lnTo>
                        <a:pt x="23560" y="7261"/>
                      </a:lnTo>
                      <a:lnTo>
                        <a:pt x="23414" y="7303"/>
                      </a:lnTo>
                      <a:lnTo>
                        <a:pt x="23288" y="7303"/>
                      </a:lnTo>
                      <a:lnTo>
                        <a:pt x="23184" y="7198"/>
                      </a:lnTo>
                      <a:lnTo>
                        <a:pt x="23142" y="7219"/>
                      </a:lnTo>
                      <a:lnTo>
                        <a:pt x="23100" y="7303"/>
                      </a:lnTo>
                      <a:lnTo>
                        <a:pt x="23058" y="7366"/>
                      </a:lnTo>
                      <a:lnTo>
                        <a:pt x="23184" y="7512"/>
                      </a:lnTo>
                      <a:lnTo>
                        <a:pt x="23267" y="7470"/>
                      </a:lnTo>
                      <a:lnTo>
                        <a:pt x="23456" y="7470"/>
                      </a:lnTo>
                      <a:lnTo>
                        <a:pt x="23497" y="7617"/>
                      </a:lnTo>
                      <a:lnTo>
                        <a:pt x="23581" y="7680"/>
                      </a:lnTo>
                      <a:lnTo>
                        <a:pt x="23623" y="7596"/>
                      </a:lnTo>
                      <a:lnTo>
                        <a:pt x="23811" y="7596"/>
                      </a:lnTo>
                      <a:lnTo>
                        <a:pt x="23790" y="7701"/>
                      </a:lnTo>
                      <a:lnTo>
                        <a:pt x="23937" y="7805"/>
                      </a:lnTo>
                      <a:lnTo>
                        <a:pt x="24083" y="7805"/>
                      </a:lnTo>
                      <a:lnTo>
                        <a:pt x="24146" y="7952"/>
                      </a:lnTo>
                      <a:lnTo>
                        <a:pt x="24083" y="8161"/>
                      </a:lnTo>
                      <a:lnTo>
                        <a:pt x="23832" y="8307"/>
                      </a:lnTo>
                      <a:lnTo>
                        <a:pt x="23769" y="8433"/>
                      </a:lnTo>
                      <a:lnTo>
                        <a:pt x="23769" y="8517"/>
                      </a:lnTo>
                      <a:lnTo>
                        <a:pt x="23979" y="8726"/>
                      </a:lnTo>
                      <a:lnTo>
                        <a:pt x="24104" y="8768"/>
                      </a:lnTo>
                      <a:lnTo>
                        <a:pt x="23895" y="8768"/>
                      </a:lnTo>
                      <a:lnTo>
                        <a:pt x="23665" y="8579"/>
                      </a:lnTo>
                      <a:lnTo>
                        <a:pt x="23665" y="8454"/>
                      </a:lnTo>
                      <a:lnTo>
                        <a:pt x="23769" y="8224"/>
                      </a:lnTo>
                      <a:lnTo>
                        <a:pt x="23832" y="8161"/>
                      </a:lnTo>
                      <a:lnTo>
                        <a:pt x="23832" y="8098"/>
                      </a:lnTo>
                      <a:lnTo>
                        <a:pt x="23895" y="7952"/>
                      </a:lnTo>
                      <a:lnTo>
                        <a:pt x="23832" y="7910"/>
                      </a:lnTo>
                      <a:lnTo>
                        <a:pt x="23456" y="8098"/>
                      </a:lnTo>
                      <a:lnTo>
                        <a:pt x="23246" y="8161"/>
                      </a:lnTo>
                      <a:lnTo>
                        <a:pt x="23184" y="8307"/>
                      </a:lnTo>
                      <a:lnTo>
                        <a:pt x="23058" y="8349"/>
                      </a:lnTo>
                      <a:lnTo>
                        <a:pt x="22953" y="8307"/>
                      </a:lnTo>
                      <a:lnTo>
                        <a:pt x="22828" y="8328"/>
                      </a:lnTo>
                      <a:lnTo>
                        <a:pt x="22660" y="8454"/>
                      </a:lnTo>
                      <a:lnTo>
                        <a:pt x="22221" y="8621"/>
                      </a:lnTo>
                      <a:lnTo>
                        <a:pt x="21907" y="8684"/>
                      </a:lnTo>
                      <a:lnTo>
                        <a:pt x="21782" y="8684"/>
                      </a:lnTo>
                      <a:lnTo>
                        <a:pt x="21614" y="8851"/>
                      </a:lnTo>
                      <a:lnTo>
                        <a:pt x="21468" y="8851"/>
                      </a:lnTo>
                      <a:lnTo>
                        <a:pt x="21384" y="8935"/>
                      </a:lnTo>
                      <a:lnTo>
                        <a:pt x="21510" y="9040"/>
                      </a:lnTo>
                      <a:lnTo>
                        <a:pt x="21510" y="9165"/>
                      </a:lnTo>
                      <a:lnTo>
                        <a:pt x="21489" y="9291"/>
                      </a:lnTo>
                      <a:lnTo>
                        <a:pt x="21572" y="9374"/>
                      </a:lnTo>
                      <a:lnTo>
                        <a:pt x="21677" y="9374"/>
                      </a:lnTo>
                      <a:lnTo>
                        <a:pt x="21698" y="9458"/>
                      </a:lnTo>
                      <a:lnTo>
                        <a:pt x="21635" y="9521"/>
                      </a:lnTo>
                      <a:lnTo>
                        <a:pt x="21844" y="9667"/>
                      </a:lnTo>
                      <a:lnTo>
                        <a:pt x="22012" y="9918"/>
                      </a:lnTo>
                      <a:lnTo>
                        <a:pt x="22012" y="10128"/>
                      </a:lnTo>
                      <a:lnTo>
                        <a:pt x="22054" y="10232"/>
                      </a:lnTo>
                      <a:lnTo>
                        <a:pt x="22116" y="10232"/>
                      </a:lnTo>
                      <a:lnTo>
                        <a:pt x="22137" y="10400"/>
                      </a:lnTo>
                      <a:lnTo>
                        <a:pt x="22305" y="10504"/>
                      </a:lnTo>
                      <a:lnTo>
                        <a:pt x="22430" y="10462"/>
                      </a:lnTo>
                      <a:lnTo>
                        <a:pt x="22828" y="10504"/>
                      </a:lnTo>
                      <a:lnTo>
                        <a:pt x="22953" y="10421"/>
                      </a:lnTo>
                      <a:lnTo>
                        <a:pt x="22953" y="10504"/>
                      </a:lnTo>
                      <a:lnTo>
                        <a:pt x="22995" y="10609"/>
                      </a:lnTo>
                      <a:lnTo>
                        <a:pt x="22995" y="10755"/>
                      </a:lnTo>
                      <a:lnTo>
                        <a:pt x="23184" y="10839"/>
                      </a:lnTo>
                      <a:lnTo>
                        <a:pt x="23288" y="10986"/>
                      </a:lnTo>
                      <a:lnTo>
                        <a:pt x="23581" y="10986"/>
                      </a:lnTo>
                      <a:lnTo>
                        <a:pt x="23790" y="11132"/>
                      </a:lnTo>
                      <a:lnTo>
                        <a:pt x="23874" y="11132"/>
                      </a:lnTo>
                      <a:lnTo>
                        <a:pt x="23979" y="11258"/>
                      </a:lnTo>
                      <a:lnTo>
                        <a:pt x="24000" y="11550"/>
                      </a:lnTo>
                      <a:lnTo>
                        <a:pt x="24041" y="11676"/>
                      </a:lnTo>
                      <a:lnTo>
                        <a:pt x="24000" y="11864"/>
                      </a:lnTo>
                      <a:lnTo>
                        <a:pt x="24125" y="12011"/>
                      </a:lnTo>
                      <a:lnTo>
                        <a:pt x="24230" y="12094"/>
                      </a:lnTo>
                      <a:lnTo>
                        <a:pt x="24418" y="12346"/>
                      </a:lnTo>
                      <a:lnTo>
                        <a:pt x="24502" y="12618"/>
                      </a:lnTo>
                      <a:lnTo>
                        <a:pt x="24648" y="12743"/>
                      </a:lnTo>
                      <a:lnTo>
                        <a:pt x="24711" y="12869"/>
                      </a:lnTo>
                      <a:lnTo>
                        <a:pt x="24585" y="13141"/>
                      </a:lnTo>
                      <a:lnTo>
                        <a:pt x="24502" y="13162"/>
                      </a:lnTo>
                      <a:lnTo>
                        <a:pt x="24418" y="13141"/>
                      </a:lnTo>
                      <a:lnTo>
                        <a:pt x="24418" y="13141"/>
                      </a:lnTo>
                      <a:lnTo>
                        <a:pt x="24523" y="13287"/>
                      </a:lnTo>
                      <a:lnTo>
                        <a:pt x="24732" y="13329"/>
                      </a:lnTo>
                      <a:lnTo>
                        <a:pt x="24837" y="13392"/>
                      </a:lnTo>
                      <a:lnTo>
                        <a:pt x="25046" y="13643"/>
                      </a:lnTo>
                      <a:lnTo>
                        <a:pt x="25255" y="13706"/>
                      </a:lnTo>
                      <a:lnTo>
                        <a:pt x="25276" y="13685"/>
                      </a:lnTo>
                      <a:lnTo>
                        <a:pt x="25360" y="13706"/>
                      </a:lnTo>
                      <a:lnTo>
                        <a:pt x="25548" y="13559"/>
                      </a:lnTo>
                      <a:lnTo>
                        <a:pt x="25736" y="13517"/>
                      </a:lnTo>
                      <a:lnTo>
                        <a:pt x="25945" y="13685"/>
                      </a:lnTo>
                      <a:lnTo>
                        <a:pt x="26092" y="13747"/>
                      </a:lnTo>
                      <a:lnTo>
                        <a:pt x="26197" y="13747"/>
                      </a:lnTo>
                      <a:lnTo>
                        <a:pt x="26280" y="13894"/>
                      </a:lnTo>
                      <a:lnTo>
                        <a:pt x="26301" y="14124"/>
                      </a:lnTo>
                      <a:lnTo>
                        <a:pt x="26238" y="13915"/>
                      </a:lnTo>
                      <a:lnTo>
                        <a:pt x="26176" y="13810"/>
                      </a:lnTo>
                      <a:lnTo>
                        <a:pt x="25987" y="13810"/>
                      </a:lnTo>
                      <a:lnTo>
                        <a:pt x="25757" y="13643"/>
                      </a:lnTo>
                      <a:lnTo>
                        <a:pt x="25611" y="13643"/>
                      </a:lnTo>
                      <a:lnTo>
                        <a:pt x="25443" y="13810"/>
                      </a:lnTo>
                      <a:lnTo>
                        <a:pt x="25443" y="13978"/>
                      </a:lnTo>
                      <a:lnTo>
                        <a:pt x="25464" y="14061"/>
                      </a:lnTo>
                      <a:lnTo>
                        <a:pt x="25234" y="13810"/>
                      </a:lnTo>
                      <a:lnTo>
                        <a:pt x="24983" y="13810"/>
                      </a:lnTo>
                      <a:lnTo>
                        <a:pt x="24857" y="13706"/>
                      </a:lnTo>
                      <a:lnTo>
                        <a:pt x="24857" y="13580"/>
                      </a:lnTo>
                      <a:lnTo>
                        <a:pt x="24753" y="13434"/>
                      </a:lnTo>
                      <a:lnTo>
                        <a:pt x="24565" y="13371"/>
                      </a:lnTo>
                      <a:lnTo>
                        <a:pt x="24397" y="13371"/>
                      </a:lnTo>
                      <a:lnTo>
                        <a:pt x="24188" y="13245"/>
                      </a:lnTo>
                      <a:lnTo>
                        <a:pt x="24230" y="13182"/>
                      </a:lnTo>
                      <a:lnTo>
                        <a:pt x="24230" y="13057"/>
                      </a:lnTo>
                      <a:lnTo>
                        <a:pt x="24313" y="13015"/>
                      </a:lnTo>
                      <a:lnTo>
                        <a:pt x="24272" y="12910"/>
                      </a:lnTo>
                      <a:lnTo>
                        <a:pt x="24230" y="12638"/>
                      </a:lnTo>
                      <a:lnTo>
                        <a:pt x="24167" y="12429"/>
                      </a:lnTo>
                      <a:lnTo>
                        <a:pt x="24083" y="12387"/>
                      </a:lnTo>
                      <a:lnTo>
                        <a:pt x="24021" y="12555"/>
                      </a:lnTo>
                      <a:lnTo>
                        <a:pt x="23958" y="12597"/>
                      </a:lnTo>
                      <a:lnTo>
                        <a:pt x="23979" y="12743"/>
                      </a:lnTo>
                      <a:lnTo>
                        <a:pt x="23895" y="12827"/>
                      </a:lnTo>
                      <a:lnTo>
                        <a:pt x="23916" y="12910"/>
                      </a:lnTo>
                      <a:lnTo>
                        <a:pt x="23895" y="13036"/>
                      </a:lnTo>
                      <a:lnTo>
                        <a:pt x="23811" y="13036"/>
                      </a:lnTo>
                      <a:lnTo>
                        <a:pt x="23769" y="12659"/>
                      </a:lnTo>
                      <a:lnTo>
                        <a:pt x="23853" y="12555"/>
                      </a:lnTo>
                      <a:lnTo>
                        <a:pt x="23811" y="12429"/>
                      </a:lnTo>
                      <a:lnTo>
                        <a:pt x="23644" y="12283"/>
                      </a:lnTo>
                      <a:lnTo>
                        <a:pt x="23644" y="12094"/>
                      </a:lnTo>
                      <a:lnTo>
                        <a:pt x="23560" y="11969"/>
                      </a:lnTo>
                      <a:lnTo>
                        <a:pt x="23560" y="11802"/>
                      </a:lnTo>
                      <a:lnTo>
                        <a:pt x="23707" y="11697"/>
                      </a:lnTo>
                      <a:lnTo>
                        <a:pt x="23707" y="11613"/>
                      </a:lnTo>
                      <a:lnTo>
                        <a:pt x="23686" y="11509"/>
                      </a:lnTo>
                      <a:lnTo>
                        <a:pt x="23707" y="11299"/>
                      </a:lnTo>
                      <a:lnTo>
                        <a:pt x="23581" y="11278"/>
                      </a:lnTo>
                      <a:lnTo>
                        <a:pt x="23539" y="11299"/>
                      </a:lnTo>
                      <a:lnTo>
                        <a:pt x="23456" y="11216"/>
                      </a:lnTo>
                      <a:lnTo>
                        <a:pt x="23225" y="11383"/>
                      </a:lnTo>
                      <a:lnTo>
                        <a:pt x="22912" y="11425"/>
                      </a:lnTo>
                      <a:lnTo>
                        <a:pt x="22744" y="11425"/>
                      </a:lnTo>
                      <a:lnTo>
                        <a:pt x="22514" y="11195"/>
                      </a:lnTo>
                      <a:lnTo>
                        <a:pt x="22388" y="11111"/>
                      </a:lnTo>
                      <a:lnTo>
                        <a:pt x="22347" y="11006"/>
                      </a:lnTo>
                      <a:lnTo>
                        <a:pt x="22012" y="10965"/>
                      </a:lnTo>
                      <a:lnTo>
                        <a:pt x="21886" y="10860"/>
                      </a:lnTo>
                      <a:lnTo>
                        <a:pt x="21761" y="10693"/>
                      </a:lnTo>
                      <a:lnTo>
                        <a:pt x="21363" y="10693"/>
                      </a:lnTo>
                      <a:lnTo>
                        <a:pt x="21259" y="10651"/>
                      </a:lnTo>
                      <a:lnTo>
                        <a:pt x="21133" y="10734"/>
                      </a:lnTo>
                      <a:lnTo>
                        <a:pt x="20987" y="10944"/>
                      </a:lnTo>
                      <a:lnTo>
                        <a:pt x="20966" y="11069"/>
                      </a:lnTo>
                      <a:lnTo>
                        <a:pt x="20924" y="11111"/>
                      </a:lnTo>
                      <a:lnTo>
                        <a:pt x="20861" y="11090"/>
                      </a:lnTo>
                      <a:lnTo>
                        <a:pt x="20840" y="11174"/>
                      </a:lnTo>
                      <a:lnTo>
                        <a:pt x="20924" y="11258"/>
                      </a:lnTo>
                      <a:lnTo>
                        <a:pt x="21091" y="11132"/>
                      </a:lnTo>
                      <a:lnTo>
                        <a:pt x="21300" y="11174"/>
                      </a:lnTo>
                      <a:lnTo>
                        <a:pt x="21405" y="11383"/>
                      </a:lnTo>
                      <a:lnTo>
                        <a:pt x="21280" y="11613"/>
                      </a:lnTo>
                      <a:lnTo>
                        <a:pt x="21133" y="11655"/>
                      </a:lnTo>
                      <a:lnTo>
                        <a:pt x="20861" y="11550"/>
                      </a:lnTo>
                      <a:lnTo>
                        <a:pt x="20715" y="11362"/>
                      </a:lnTo>
                      <a:lnTo>
                        <a:pt x="20610" y="11362"/>
                      </a:lnTo>
                      <a:lnTo>
                        <a:pt x="20443" y="11467"/>
                      </a:lnTo>
                      <a:lnTo>
                        <a:pt x="20401" y="11550"/>
                      </a:lnTo>
                      <a:lnTo>
                        <a:pt x="20317" y="11571"/>
                      </a:lnTo>
                      <a:lnTo>
                        <a:pt x="20505" y="11822"/>
                      </a:lnTo>
                      <a:lnTo>
                        <a:pt x="20568" y="11822"/>
                      </a:lnTo>
                      <a:lnTo>
                        <a:pt x="20631" y="11969"/>
                      </a:lnTo>
                      <a:lnTo>
                        <a:pt x="20840" y="12136"/>
                      </a:lnTo>
                      <a:lnTo>
                        <a:pt x="21028" y="12136"/>
                      </a:lnTo>
                      <a:lnTo>
                        <a:pt x="21112" y="12220"/>
                      </a:lnTo>
                      <a:lnTo>
                        <a:pt x="21405" y="12241"/>
                      </a:lnTo>
                      <a:lnTo>
                        <a:pt x="21489" y="12178"/>
                      </a:lnTo>
                      <a:lnTo>
                        <a:pt x="21531" y="12178"/>
                      </a:lnTo>
                      <a:lnTo>
                        <a:pt x="21572" y="12283"/>
                      </a:lnTo>
                      <a:lnTo>
                        <a:pt x="21782" y="12283"/>
                      </a:lnTo>
                      <a:lnTo>
                        <a:pt x="21824" y="12429"/>
                      </a:lnTo>
                      <a:lnTo>
                        <a:pt x="21907" y="12450"/>
                      </a:lnTo>
                      <a:lnTo>
                        <a:pt x="21928" y="12555"/>
                      </a:lnTo>
                      <a:lnTo>
                        <a:pt x="22158" y="12597"/>
                      </a:lnTo>
                      <a:lnTo>
                        <a:pt x="22263" y="12513"/>
                      </a:lnTo>
                      <a:lnTo>
                        <a:pt x="22200" y="12618"/>
                      </a:lnTo>
                      <a:lnTo>
                        <a:pt x="21949" y="12659"/>
                      </a:lnTo>
                      <a:lnTo>
                        <a:pt x="21803" y="12576"/>
                      </a:lnTo>
                      <a:lnTo>
                        <a:pt x="21698" y="12555"/>
                      </a:lnTo>
                      <a:lnTo>
                        <a:pt x="21531" y="12366"/>
                      </a:lnTo>
                      <a:lnTo>
                        <a:pt x="21426" y="12346"/>
                      </a:lnTo>
                      <a:lnTo>
                        <a:pt x="21321" y="12408"/>
                      </a:lnTo>
                      <a:lnTo>
                        <a:pt x="21196" y="12408"/>
                      </a:lnTo>
                      <a:lnTo>
                        <a:pt x="21091" y="12534"/>
                      </a:lnTo>
                      <a:lnTo>
                        <a:pt x="21049" y="12429"/>
                      </a:lnTo>
                      <a:lnTo>
                        <a:pt x="20945" y="12346"/>
                      </a:lnTo>
                      <a:lnTo>
                        <a:pt x="20840" y="12408"/>
                      </a:lnTo>
                      <a:lnTo>
                        <a:pt x="20631" y="12408"/>
                      </a:lnTo>
                      <a:lnTo>
                        <a:pt x="20464" y="12304"/>
                      </a:lnTo>
                      <a:lnTo>
                        <a:pt x="20338" y="12325"/>
                      </a:lnTo>
                      <a:lnTo>
                        <a:pt x="20296" y="12220"/>
                      </a:lnTo>
                      <a:lnTo>
                        <a:pt x="20401" y="12136"/>
                      </a:lnTo>
                      <a:lnTo>
                        <a:pt x="20401" y="12053"/>
                      </a:lnTo>
                      <a:lnTo>
                        <a:pt x="20296" y="11990"/>
                      </a:lnTo>
                      <a:lnTo>
                        <a:pt x="20296" y="11885"/>
                      </a:lnTo>
                      <a:lnTo>
                        <a:pt x="20108" y="11718"/>
                      </a:lnTo>
                      <a:lnTo>
                        <a:pt x="20024" y="11592"/>
                      </a:lnTo>
                      <a:lnTo>
                        <a:pt x="20087" y="11425"/>
                      </a:lnTo>
                      <a:lnTo>
                        <a:pt x="19982" y="11278"/>
                      </a:lnTo>
                      <a:lnTo>
                        <a:pt x="19982" y="11006"/>
                      </a:lnTo>
                      <a:lnTo>
                        <a:pt x="19836" y="10881"/>
                      </a:lnTo>
                      <a:lnTo>
                        <a:pt x="19836" y="10693"/>
                      </a:lnTo>
                      <a:lnTo>
                        <a:pt x="19794" y="10651"/>
                      </a:lnTo>
                      <a:lnTo>
                        <a:pt x="19710" y="10630"/>
                      </a:lnTo>
                      <a:lnTo>
                        <a:pt x="19689" y="10462"/>
                      </a:lnTo>
                      <a:lnTo>
                        <a:pt x="19522" y="10337"/>
                      </a:lnTo>
                      <a:lnTo>
                        <a:pt x="19459" y="10379"/>
                      </a:lnTo>
                      <a:lnTo>
                        <a:pt x="19689" y="10860"/>
                      </a:lnTo>
                      <a:lnTo>
                        <a:pt x="19752" y="11174"/>
                      </a:lnTo>
                      <a:lnTo>
                        <a:pt x="19710" y="11425"/>
                      </a:lnTo>
                      <a:lnTo>
                        <a:pt x="19522" y="11676"/>
                      </a:lnTo>
                      <a:lnTo>
                        <a:pt x="19396" y="11802"/>
                      </a:lnTo>
                      <a:lnTo>
                        <a:pt x="19396" y="11885"/>
                      </a:lnTo>
                      <a:lnTo>
                        <a:pt x="19480" y="11948"/>
                      </a:lnTo>
                      <a:lnTo>
                        <a:pt x="19501" y="12136"/>
                      </a:lnTo>
                      <a:lnTo>
                        <a:pt x="19417" y="12346"/>
                      </a:lnTo>
                      <a:lnTo>
                        <a:pt x="19417" y="12471"/>
                      </a:lnTo>
                      <a:lnTo>
                        <a:pt x="19627" y="12618"/>
                      </a:lnTo>
                      <a:lnTo>
                        <a:pt x="19899" y="12848"/>
                      </a:lnTo>
                      <a:lnTo>
                        <a:pt x="19940" y="12994"/>
                      </a:lnTo>
                      <a:lnTo>
                        <a:pt x="20108" y="12994"/>
                      </a:lnTo>
                      <a:lnTo>
                        <a:pt x="20233" y="13141"/>
                      </a:lnTo>
                      <a:lnTo>
                        <a:pt x="20338" y="13371"/>
                      </a:lnTo>
                      <a:lnTo>
                        <a:pt x="20317" y="13727"/>
                      </a:lnTo>
                      <a:lnTo>
                        <a:pt x="20275" y="13894"/>
                      </a:lnTo>
                      <a:lnTo>
                        <a:pt x="20422" y="14103"/>
                      </a:lnTo>
                      <a:lnTo>
                        <a:pt x="20380" y="14354"/>
                      </a:lnTo>
                      <a:lnTo>
                        <a:pt x="20464" y="14501"/>
                      </a:lnTo>
                      <a:lnTo>
                        <a:pt x="20673" y="14731"/>
                      </a:lnTo>
                      <a:lnTo>
                        <a:pt x="20715" y="14856"/>
                      </a:lnTo>
                      <a:lnTo>
                        <a:pt x="20673" y="15024"/>
                      </a:lnTo>
                      <a:lnTo>
                        <a:pt x="20736" y="15087"/>
                      </a:lnTo>
                      <a:lnTo>
                        <a:pt x="20882" y="15149"/>
                      </a:lnTo>
                      <a:lnTo>
                        <a:pt x="21070" y="15045"/>
                      </a:lnTo>
                      <a:lnTo>
                        <a:pt x="21280" y="15087"/>
                      </a:lnTo>
                      <a:lnTo>
                        <a:pt x="21363" y="15045"/>
                      </a:lnTo>
                      <a:lnTo>
                        <a:pt x="21384" y="14877"/>
                      </a:lnTo>
                      <a:lnTo>
                        <a:pt x="21510" y="14752"/>
                      </a:lnTo>
                      <a:lnTo>
                        <a:pt x="21677" y="14815"/>
                      </a:lnTo>
                      <a:lnTo>
                        <a:pt x="21782" y="14773"/>
                      </a:lnTo>
                      <a:lnTo>
                        <a:pt x="21991" y="14919"/>
                      </a:lnTo>
                      <a:lnTo>
                        <a:pt x="22116" y="14856"/>
                      </a:lnTo>
                      <a:lnTo>
                        <a:pt x="22200" y="14982"/>
                      </a:lnTo>
                      <a:lnTo>
                        <a:pt x="22451" y="15087"/>
                      </a:lnTo>
                      <a:lnTo>
                        <a:pt x="22640" y="15087"/>
                      </a:lnTo>
                      <a:lnTo>
                        <a:pt x="22765" y="15275"/>
                      </a:lnTo>
                      <a:lnTo>
                        <a:pt x="22765" y="15379"/>
                      </a:lnTo>
                      <a:lnTo>
                        <a:pt x="22953" y="15484"/>
                      </a:lnTo>
                      <a:lnTo>
                        <a:pt x="23016" y="15589"/>
                      </a:lnTo>
                      <a:lnTo>
                        <a:pt x="23037" y="15610"/>
                      </a:lnTo>
                      <a:lnTo>
                        <a:pt x="23058" y="15693"/>
                      </a:lnTo>
                      <a:lnTo>
                        <a:pt x="23142" y="15777"/>
                      </a:lnTo>
                      <a:lnTo>
                        <a:pt x="23058" y="15861"/>
                      </a:lnTo>
                      <a:lnTo>
                        <a:pt x="22953" y="15882"/>
                      </a:lnTo>
                      <a:lnTo>
                        <a:pt x="22953" y="16070"/>
                      </a:lnTo>
                      <a:lnTo>
                        <a:pt x="23037" y="16216"/>
                      </a:lnTo>
                      <a:lnTo>
                        <a:pt x="23121" y="16279"/>
                      </a:lnTo>
                      <a:lnTo>
                        <a:pt x="23079" y="16384"/>
                      </a:lnTo>
                      <a:lnTo>
                        <a:pt x="23163" y="16488"/>
                      </a:lnTo>
                      <a:lnTo>
                        <a:pt x="23288" y="16488"/>
                      </a:lnTo>
                      <a:lnTo>
                        <a:pt x="23372" y="16593"/>
                      </a:lnTo>
                      <a:lnTo>
                        <a:pt x="23518" y="16593"/>
                      </a:lnTo>
                      <a:lnTo>
                        <a:pt x="23602" y="16426"/>
                      </a:lnTo>
                      <a:lnTo>
                        <a:pt x="23665" y="16509"/>
                      </a:lnTo>
                      <a:lnTo>
                        <a:pt x="23769" y="16488"/>
                      </a:lnTo>
                      <a:lnTo>
                        <a:pt x="23832" y="16509"/>
                      </a:lnTo>
                      <a:lnTo>
                        <a:pt x="23790" y="16530"/>
                      </a:lnTo>
                      <a:lnTo>
                        <a:pt x="23728" y="16593"/>
                      </a:lnTo>
                      <a:lnTo>
                        <a:pt x="23560" y="16614"/>
                      </a:lnTo>
                      <a:lnTo>
                        <a:pt x="23456" y="16635"/>
                      </a:lnTo>
                      <a:lnTo>
                        <a:pt x="23288" y="16656"/>
                      </a:lnTo>
                      <a:lnTo>
                        <a:pt x="23142" y="16551"/>
                      </a:lnTo>
                      <a:lnTo>
                        <a:pt x="22995" y="16551"/>
                      </a:lnTo>
                      <a:lnTo>
                        <a:pt x="22932" y="16426"/>
                      </a:lnTo>
                      <a:lnTo>
                        <a:pt x="22974" y="16384"/>
                      </a:lnTo>
                      <a:lnTo>
                        <a:pt x="22953" y="16237"/>
                      </a:lnTo>
                      <a:lnTo>
                        <a:pt x="22849" y="16112"/>
                      </a:lnTo>
                      <a:lnTo>
                        <a:pt x="22828" y="15986"/>
                      </a:lnTo>
                      <a:lnTo>
                        <a:pt x="22723" y="15923"/>
                      </a:lnTo>
                      <a:lnTo>
                        <a:pt x="22744" y="15798"/>
                      </a:lnTo>
                      <a:lnTo>
                        <a:pt x="22619" y="15610"/>
                      </a:lnTo>
                      <a:lnTo>
                        <a:pt x="22556" y="15610"/>
                      </a:lnTo>
                      <a:lnTo>
                        <a:pt x="22430" y="15526"/>
                      </a:lnTo>
                      <a:lnTo>
                        <a:pt x="22242" y="15421"/>
                      </a:lnTo>
                      <a:lnTo>
                        <a:pt x="22242" y="15254"/>
                      </a:lnTo>
                      <a:lnTo>
                        <a:pt x="22054" y="15066"/>
                      </a:lnTo>
                      <a:lnTo>
                        <a:pt x="21907" y="15066"/>
                      </a:lnTo>
                      <a:lnTo>
                        <a:pt x="21677" y="15317"/>
                      </a:lnTo>
                      <a:lnTo>
                        <a:pt x="21510" y="15338"/>
                      </a:lnTo>
                      <a:lnTo>
                        <a:pt x="21405" y="15463"/>
                      </a:lnTo>
                      <a:lnTo>
                        <a:pt x="21217" y="15589"/>
                      </a:lnTo>
                      <a:lnTo>
                        <a:pt x="21259" y="15944"/>
                      </a:lnTo>
                      <a:lnTo>
                        <a:pt x="21321" y="16049"/>
                      </a:lnTo>
                      <a:lnTo>
                        <a:pt x="21572" y="16175"/>
                      </a:lnTo>
                      <a:lnTo>
                        <a:pt x="21761" y="16593"/>
                      </a:lnTo>
                      <a:lnTo>
                        <a:pt x="21719" y="16698"/>
                      </a:lnTo>
                      <a:lnTo>
                        <a:pt x="21531" y="17012"/>
                      </a:lnTo>
                      <a:lnTo>
                        <a:pt x="21510" y="17179"/>
                      </a:lnTo>
                      <a:lnTo>
                        <a:pt x="21614" y="17367"/>
                      </a:lnTo>
                      <a:lnTo>
                        <a:pt x="21510" y="17639"/>
                      </a:lnTo>
                      <a:lnTo>
                        <a:pt x="21510" y="17744"/>
                      </a:lnTo>
                      <a:lnTo>
                        <a:pt x="21363" y="17890"/>
                      </a:lnTo>
                      <a:lnTo>
                        <a:pt x="21363" y="17974"/>
                      </a:lnTo>
                      <a:lnTo>
                        <a:pt x="21259" y="18016"/>
                      </a:lnTo>
                      <a:lnTo>
                        <a:pt x="21175" y="18120"/>
                      </a:lnTo>
                      <a:lnTo>
                        <a:pt x="21175" y="18267"/>
                      </a:lnTo>
                      <a:lnTo>
                        <a:pt x="21259" y="18330"/>
                      </a:lnTo>
                      <a:lnTo>
                        <a:pt x="21259" y="18434"/>
                      </a:lnTo>
                      <a:lnTo>
                        <a:pt x="21070" y="18539"/>
                      </a:lnTo>
                      <a:lnTo>
                        <a:pt x="20840" y="18497"/>
                      </a:lnTo>
                      <a:lnTo>
                        <a:pt x="20798" y="18434"/>
                      </a:lnTo>
                      <a:lnTo>
                        <a:pt x="20589" y="18434"/>
                      </a:lnTo>
                      <a:lnTo>
                        <a:pt x="20380" y="18476"/>
                      </a:lnTo>
                      <a:lnTo>
                        <a:pt x="20212" y="18413"/>
                      </a:lnTo>
                      <a:lnTo>
                        <a:pt x="19794" y="18330"/>
                      </a:lnTo>
                      <a:lnTo>
                        <a:pt x="19627" y="18183"/>
                      </a:lnTo>
                      <a:lnTo>
                        <a:pt x="19585" y="18079"/>
                      </a:lnTo>
                      <a:lnTo>
                        <a:pt x="19396" y="18100"/>
                      </a:lnTo>
                      <a:lnTo>
                        <a:pt x="19334" y="18204"/>
                      </a:lnTo>
                      <a:lnTo>
                        <a:pt x="19313" y="18162"/>
                      </a:lnTo>
                      <a:lnTo>
                        <a:pt x="19229" y="18120"/>
                      </a:lnTo>
                      <a:lnTo>
                        <a:pt x="19313" y="17974"/>
                      </a:lnTo>
                      <a:lnTo>
                        <a:pt x="19480" y="17953"/>
                      </a:lnTo>
                      <a:lnTo>
                        <a:pt x="19794" y="17890"/>
                      </a:lnTo>
                      <a:lnTo>
                        <a:pt x="19836" y="17807"/>
                      </a:lnTo>
                      <a:lnTo>
                        <a:pt x="20108" y="17974"/>
                      </a:lnTo>
                      <a:lnTo>
                        <a:pt x="20171" y="17974"/>
                      </a:lnTo>
                      <a:lnTo>
                        <a:pt x="20212" y="17890"/>
                      </a:lnTo>
                      <a:lnTo>
                        <a:pt x="20338" y="17890"/>
                      </a:lnTo>
                      <a:lnTo>
                        <a:pt x="20338" y="17974"/>
                      </a:lnTo>
                      <a:lnTo>
                        <a:pt x="20150" y="18079"/>
                      </a:lnTo>
                      <a:lnTo>
                        <a:pt x="20254" y="18183"/>
                      </a:lnTo>
                      <a:lnTo>
                        <a:pt x="20464" y="18162"/>
                      </a:lnTo>
                      <a:lnTo>
                        <a:pt x="20547" y="18058"/>
                      </a:lnTo>
                      <a:lnTo>
                        <a:pt x="20673" y="17995"/>
                      </a:lnTo>
                      <a:lnTo>
                        <a:pt x="20673" y="17911"/>
                      </a:lnTo>
                      <a:lnTo>
                        <a:pt x="20568" y="17786"/>
                      </a:lnTo>
                      <a:lnTo>
                        <a:pt x="20568" y="17702"/>
                      </a:lnTo>
                      <a:lnTo>
                        <a:pt x="20694" y="17786"/>
                      </a:lnTo>
                      <a:lnTo>
                        <a:pt x="20756" y="17702"/>
                      </a:lnTo>
                      <a:lnTo>
                        <a:pt x="20756" y="17472"/>
                      </a:lnTo>
                      <a:lnTo>
                        <a:pt x="20882" y="17388"/>
                      </a:lnTo>
                      <a:lnTo>
                        <a:pt x="20861" y="17325"/>
                      </a:lnTo>
                      <a:lnTo>
                        <a:pt x="20777" y="17346"/>
                      </a:lnTo>
                      <a:lnTo>
                        <a:pt x="20756" y="17284"/>
                      </a:lnTo>
                      <a:lnTo>
                        <a:pt x="20882" y="17242"/>
                      </a:lnTo>
                      <a:lnTo>
                        <a:pt x="20882" y="17012"/>
                      </a:lnTo>
                      <a:lnTo>
                        <a:pt x="20840" y="16928"/>
                      </a:lnTo>
                      <a:lnTo>
                        <a:pt x="20903" y="16823"/>
                      </a:lnTo>
                      <a:lnTo>
                        <a:pt x="20903" y="16760"/>
                      </a:lnTo>
                      <a:lnTo>
                        <a:pt x="21008" y="16698"/>
                      </a:lnTo>
                      <a:lnTo>
                        <a:pt x="20987" y="16509"/>
                      </a:lnTo>
                      <a:lnTo>
                        <a:pt x="20861" y="16384"/>
                      </a:lnTo>
                      <a:lnTo>
                        <a:pt x="20777" y="16175"/>
                      </a:lnTo>
                      <a:lnTo>
                        <a:pt x="20798" y="16007"/>
                      </a:lnTo>
                      <a:lnTo>
                        <a:pt x="20798" y="15882"/>
                      </a:lnTo>
                      <a:lnTo>
                        <a:pt x="20861" y="15903"/>
                      </a:lnTo>
                      <a:lnTo>
                        <a:pt x="20861" y="15819"/>
                      </a:lnTo>
                      <a:lnTo>
                        <a:pt x="20673" y="15651"/>
                      </a:lnTo>
                      <a:lnTo>
                        <a:pt x="20589" y="15610"/>
                      </a:lnTo>
                      <a:lnTo>
                        <a:pt x="20526" y="15505"/>
                      </a:lnTo>
                      <a:lnTo>
                        <a:pt x="20338" y="15463"/>
                      </a:lnTo>
                      <a:lnTo>
                        <a:pt x="20108" y="15170"/>
                      </a:lnTo>
                      <a:lnTo>
                        <a:pt x="20045" y="14940"/>
                      </a:lnTo>
                      <a:lnTo>
                        <a:pt x="20003" y="14877"/>
                      </a:lnTo>
                      <a:lnTo>
                        <a:pt x="20045" y="14794"/>
                      </a:lnTo>
                      <a:lnTo>
                        <a:pt x="19919" y="14710"/>
                      </a:lnTo>
                      <a:lnTo>
                        <a:pt x="19836" y="14563"/>
                      </a:lnTo>
                      <a:lnTo>
                        <a:pt x="19899" y="14417"/>
                      </a:lnTo>
                      <a:lnTo>
                        <a:pt x="19710" y="14145"/>
                      </a:lnTo>
                      <a:lnTo>
                        <a:pt x="19710" y="13978"/>
                      </a:lnTo>
                      <a:lnTo>
                        <a:pt x="19585" y="13831"/>
                      </a:lnTo>
                      <a:lnTo>
                        <a:pt x="19606" y="13768"/>
                      </a:lnTo>
                      <a:lnTo>
                        <a:pt x="19606" y="13685"/>
                      </a:lnTo>
                      <a:lnTo>
                        <a:pt x="19501" y="13580"/>
                      </a:lnTo>
                      <a:lnTo>
                        <a:pt x="19438" y="13224"/>
                      </a:lnTo>
                      <a:lnTo>
                        <a:pt x="19375" y="13078"/>
                      </a:lnTo>
                      <a:lnTo>
                        <a:pt x="19229" y="12973"/>
                      </a:lnTo>
                      <a:lnTo>
                        <a:pt x="19292" y="12910"/>
                      </a:lnTo>
                      <a:lnTo>
                        <a:pt x="19250" y="12848"/>
                      </a:lnTo>
                      <a:lnTo>
                        <a:pt x="19166" y="12869"/>
                      </a:lnTo>
                      <a:lnTo>
                        <a:pt x="19166" y="12848"/>
                      </a:lnTo>
                      <a:lnTo>
                        <a:pt x="19041" y="12806"/>
                      </a:lnTo>
                      <a:lnTo>
                        <a:pt x="18957" y="12638"/>
                      </a:lnTo>
                      <a:lnTo>
                        <a:pt x="18831" y="12534"/>
                      </a:lnTo>
                      <a:lnTo>
                        <a:pt x="18769" y="12408"/>
                      </a:lnTo>
                      <a:lnTo>
                        <a:pt x="18852" y="12387"/>
                      </a:lnTo>
                      <a:lnTo>
                        <a:pt x="18873" y="12283"/>
                      </a:lnTo>
                      <a:lnTo>
                        <a:pt x="18831" y="12178"/>
                      </a:lnTo>
                      <a:lnTo>
                        <a:pt x="18852" y="12094"/>
                      </a:lnTo>
                      <a:lnTo>
                        <a:pt x="18790" y="11990"/>
                      </a:lnTo>
                      <a:lnTo>
                        <a:pt x="18852" y="11676"/>
                      </a:lnTo>
                      <a:lnTo>
                        <a:pt x="18769" y="11488"/>
                      </a:lnTo>
                      <a:lnTo>
                        <a:pt x="18769" y="11278"/>
                      </a:lnTo>
                      <a:lnTo>
                        <a:pt x="18727" y="11195"/>
                      </a:lnTo>
                      <a:lnTo>
                        <a:pt x="18727" y="11069"/>
                      </a:lnTo>
                      <a:lnTo>
                        <a:pt x="18643" y="10944"/>
                      </a:lnTo>
                      <a:lnTo>
                        <a:pt x="18748" y="10881"/>
                      </a:lnTo>
                      <a:lnTo>
                        <a:pt x="18685" y="10776"/>
                      </a:lnTo>
                      <a:lnTo>
                        <a:pt x="18559" y="10755"/>
                      </a:lnTo>
                      <a:lnTo>
                        <a:pt x="18413" y="10755"/>
                      </a:lnTo>
                      <a:lnTo>
                        <a:pt x="18057" y="10630"/>
                      </a:lnTo>
                      <a:lnTo>
                        <a:pt x="17932" y="10630"/>
                      </a:lnTo>
                      <a:lnTo>
                        <a:pt x="17890" y="10672"/>
                      </a:lnTo>
                      <a:lnTo>
                        <a:pt x="17785" y="10630"/>
                      </a:lnTo>
                      <a:lnTo>
                        <a:pt x="17681" y="10630"/>
                      </a:lnTo>
                      <a:lnTo>
                        <a:pt x="17534" y="10714"/>
                      </a:lnTo>
                      <a:lnTo>
                        <a:pt x="17388" y="10714"/>
                      </a:lnTo>
                      <a:lnTo>
                        <a:pt x="17262" y="10755"/>
                      </a:lnTo>
                      <a:lnTo>
                        <a:pt x="17220" y="10714"/>
                      </a:lnTo>
                      <a:lnTo>
                        <a:pt x="17262" y="10651"/>
                      </a:lnTo>
                      <a:lnTo>
                        <a:pt x="17158" y="10609"/>
                      </a:lnTo>
                      <a:lnTo>
                        <a:pt x="17053" y="10630"/>
                      </a:lnTo>
                      <a:lnTo>
                        <a:pt x="17074" y="10860"/>
                      </a:lnTo>
                      <a:lnTo>
                        <a:pt x="17053" y="11069"/>
                      </a:lnTo>
                      <a:lnTo>
                        <a:pt x="17158" y="11195"/>
                      </a:lnTo>
                      <a:lnTo>
                        <a:pt x="17116" y="11258"/>
                      </a:lnTo>
                      <a:lnTo>
                        <a:pt x="17074" y="11467"/>
                      </a:lnTo>
                      <a:lnTo>
                        <a:pt x="17158" y="11550"/>
                      </a:lnTo>
                      <a:lnTo>
                        <a:pt x="17158" y="11676"/>
                      </a:lnTo>
                      <a:lnTo>
                        <a:pt x="17199" y="11760"/>
                      </a:lnTo>
                      <a:lnTo>
                        <a:pt x="17158" y="11822"/>
                      </a:lnTo>
                      <a:lnTo>
                        <a:pt x="17158" y="12011"/>
                      </a:lnTo>
                      <a:lnTo>
                        <a:pt x="17220" y="12136"/>
                      </a:lnTo>
                      <a:lnTo>
                        <a:pt x="17158" y="12304"/>
                      </a:lnTo>
                      <a:lnTo>
                        <a:pt x="17158" y="12408"/>
                      </a:lnTo>
                      <a:lnTo>
                        <a:pt x="17199" y="12534"/>
                      </a:lnTo>
                      <a:lnTo>
                        <a:pt x="17178" y="12618"/>
                      </a:lnTo>
                      <a:lnTo>
                        <a:pt x="17053" y="12701"/>
                      </a:lnTo>
                      <a:lnTo>
                        <a:pt x="16844" y="13015"/>
                      </a:lnTo>
                      <a:lnTo>
                        <a:pt x="16760" y="13057"/>
                      </a:lnTo>
                      <a:lnTo>
                        <a:pt x="16781" y="13162"/>
                      </a:lnTo>
                      <a:lnTo>
                        <a:pt x="16865" y="13266"/>
                      </a:lnTo>
                      <a:lnTo>
                        <a:pt x="16802" y="13371"/>
                      </a:lnTo>
                      <a:lnTo>
                        <a:pt x="16781" y="13559"/>
                      </a:lnTo>
                      <a:lnTo>
                        <a:pt x="16906" y="13685"/>
                      </a:lnTo>
                      <a:lnTo>
                        <a:pt x="16990" y="13643"/>
                      </a:lnTo>
                      <a:lnTo>
                        <a:pt x="17074" y="13706"/>
                      </a:lnTo>
                      <a:lnTo>
                        <a:pt x="17158" y="13915"/>
                      </a:lnTo>
                      <a:lnTo>
                        <a:pt x="17283" y="13915"/>
                      </a:lnTo>
                      <a:lnTo>
                        <a:pt x="17388" y="14019"/>
                      </a:lnTo>
                      <a:lnTo>
                        <a:pt x="17304" y="13999"/>
                      </a:lnTo>
                      <a:lnTo>
                        <a:pt x="17220" y="14103"/>
                      </a:lnTo>
                      <a:lnTo>
                        <a:pt x="17220" y="14271"/>
                      </a:lnTo>
                      <a:lnTo>
                        <a:pt x="17409" y="14396"/>
                      </a:lnTo>
                      <a:lnTo>
                        <a:pt x="17409" y="14522"/>
                      </a:lnTo>
                      <a:lnTo>
                        <a:pt x="17325" y="14605"/>
                      </a:lnTo>
                      <a:lnTo>
                        <a:pt x="17262" y="14543"/>
                      </a:lnTo>
                      <a:lnTo>
                        <a:pt x="17262" y="14626"/>
                      </a:lnTo>
                      <a:lnTo>
                        <a:pt x="17367" y="14898"/>
                      </a:lnTo>
                      <a:lnTo>
                        <a:pt x="17430" y="14961"/>
                      </a:lnTo>
                      <a:lnTo>
                        <a:pt x="17492" y="15149"/>
                      </a:lnTo>
                      <a:lnTo>
                        <a:pt x="17534" y="15066"/>
                      </a:lnTo>
                      <a:lnTo>
                        <a:pt x="17639" y="15149"/>
                      </a:lnTo>
                      <a:lnTo>
                        <a:pt x="17764" y="15149"/>
                      </a:lnTo>
                      <a:lnTo>
                        <a:pt x="17911" y="15233"/>
                      </a:lnTo>
                      <a:lnTo>
                        <a:pt x="18015" y="15066"/>
                      </a:lnTo>
                      <a:lnTo>
                        <a:pt x="18057" y="15128"/>
                      </a:lnTo>
                      <a:lnTo>
                        <a:pt x="18057" y="15338"/>
                      </a:lnTo>
                      <a:lnTo>
                        <a:pt x="18141" y="15442"/>
                      </a:lnTo>
                      <a:lnTo>
                        <a:pt x="18183" y="15463"/>
                      </a:lnTo>
                      <a:lnTo>
                        <a:pt x="18434" y="15756"/>
                      </a:lnTo>
                      <a:lnTo>
                        <a:pt x="18559" y="15777"/>
                      </a:lnTo>
                      <a:lnTo>
                        <a:pt x="18643" y="15735"/>
                      </a:lnTo>
                      <a:lnTo>
                        <a:pt x="18748" y="15735"/>
                      </a:lnTo>
                      <a:lnTo>
                        <a:pt x="18769" y="15777"/>
                      </a:lnTo>
                      <a:lnTo>
                        <a:pt x="18873" y="15777"/>
                      </a:lnTo>
                      <a:lnTo>
                        <a:pt x="18769" y="15861"/>
                      </a:lnTo>
                      <a:lnTo>
                        <a:pt x="18769" y="16175"/>
                      </a:lnTo>
                      <a:lnTo>
                        <a:pt x="18748" y="16258"/>
                      </a:lnTo>
                      <a:lnTo>
                        <a:pt x="18811" y="16384"/>
                      </a:lnTo>
                      <a:lnTo>
                        <a:pt x="18790" y="16426"/>
                      </a:lnTo>
                      <a:lnTo>
                        <a:pt x="18706" y="16426"/>
                      </a:lnTo>
                      <a:lnTo>
                        <a:pt x="18748" y="16593"/>
                      </a:lnTo>
                      <a:lnTo>
                        <a:pt x="18748" y="16677"/>
                      </a:lnTo>
                      <a:lnTo>
                        <a:pt x="18601" y="16635"/>
                      </a:lnTo>
                      <a:lnTo>
                        <a:pt x="18476" y="16384"/>
                      </a:lnTo>
                      <a:lnTo>
                        <a:pt x="18329" y="16258"/>
                      </a:lnTo>
                      <a:lnTo>
                        <a:pt x="18141" y="16216"/>
                      </a:lnTo>
                      <a:lnTo>
                        <a:pt x="18057" y="16070"/>
                      </a:lnTo>
                      <a:lnTo>
                        <a:pt x="17932" y="15965"/>
                      </a:lnTo>
                      <a:lnTo>
                        <a:pt x="17618" y="15944"/>
                      </a:lnTo>
                      <a:lnTo>
                        <a:pt x="17304" y="15756"/>
                      </a:lnTo>
                      <a:lnTo>
                        <a:pt x="17116" y="15735"/>
                      </a:lnTo>
                      <a:lnTo>
                        <a:pt x="17095" y="15631"/>
                      </a:lnTo>
                      <a:lnTo>
                        <a:pt x="17011" y="15631"/>
                      </a:lnTo>
                      <a:lnTo>
                        <a:pt x="16906" y="15547"/>
                      </a:lnTo>
                      <a:lnTo>
                        <a:pt x="16760" y="15589"/>
                      </a:lnTo>
                      <a:lnTo>
                        <a:pt x="16655" y="15693"/>
                      </a:lnTo>
                      <a:lnTo>
                        <a:pt x="16593" y="15568"/>
                      </a:lnTo>
                      <a:lnTo>
                        <a:pt x="16614" y="15526"/>
                      </a:lnTo>
                      <a:lnTo>
                        <a:pt x="16593" y="15442"/>
                      </a:lnTo>
                      <a:lnTo>
                        <a:pt x="16237" y="15317"/>
                      </a:lnTo>
                      <a:lnTo>
                        <a:pt x="16070" y="15212"/>
                      </a:lnTo>
                      <a:lnTo>
                        <a:pt x="15526" y="15170"/>
                      </a:lnTo>
                      <a:lnTo>
                        <a:pt x="15086" y="15233"/>
                      </a:lnTo>
                      <a:lnTo>
                        <a:pt x="14982" y="15191"/>
                      </a:lnTo>
                      <a:lnTo>
                        <a:pt x="14877" y="15233"/>
                      </a:lnTo>
                      <a:lnTo>
                        <a:pt x="14772" y="15170"/>
                      </a:lnTo>
                      <a:lnTo>
                        <a:pt x="14710" y="15212"/>
                      </a:lnTo>
                      <a:lnTo>
                        <a:pt x="14605" y="15170"/>
                      </a:lnTo>
                      <a:lnTo>
                        <a:pt x="14521" y="15233"/>
                      </a:lnTo>
                      <a:lnTo>
                        <a:pt x="14584" y="15359"/>
                      </a:lnTo>
                      <a:lnTo>
                        <a:pt x="14584" y="15463"/>
                      </a:lnTo>
                      <a:lnTo>
                        <a:pt x="14458" y="15505"/>
                      </a:lnTo>
                      <a:lnTo>
                        <a:pt x="14458" y="15568"/>
                      </a:lnTo>
                      <a:lnTo>
                        <a:pt x="14521" y="15693"/>
                      </a:lnTo>
                      <a:lnTo>
                        <a:pt x="14605" y="15756"/>
                      </a:lnTo>
                      <a:lnTo>
                        <a:pt x="14668" y="15965"/>
                      </a:lnTo>
                      <a:lnTo>
                        <a:pt x="14710" y="16070"/>
                      </a:lnTo>
                      <a:lnTo>
                        <a:pt x="14751" y="15965"/>
                      </a:lnTo>
                      <a:lnTo>
                        <a:pt x="14814" y="15965"/>
                      </a:lnTo>
                      <a:lnTo>
                        <a:pt x="14919" y="16133"/>
                      </a:lnTo>
                      <a:lnTo>
                        <a:pt x="14919" y="16237"/>
                      </a:lnTo>
                      <a:lnTo>
                        <a:pt x="15044" y="16279"/>
                      </a:lnTo>
                      <a:lnTo>
                        <a:pt x="15212" y="16447"/>
                      </a:lnTo>
                      <a:lnTo>
                        <a:pt x="15044" y="16426"/>
                      </a:lnTo>
                      <a:lnTo>
                        <a:pt x="15002" y="16384"/>
                      </a:lnTo>
                      <a:lnTo>
                        <a:pt x="14919" y="16384"/>
                      </a:lnTo>
                      <a:lnTo>
                        <a:pt x="14877" y="16551"/>
                      </a:lnTo>
                      <a:lnTo>
                        <a:pt x="14772" y="16635"/>
                      </a:lnTo>
                      <a:lnTo>
                        <a:pt x="14605" y="16551"/>
                      </a:lnTo>
                      <a:lnTo>
                        <a:pt x="14521" y="16614"/>
                      </a:lnTo>
                      <a:lnTo>
                        <a:pt x="14521" y="16656"/>
                      </a:lnTo>
                      <a:lnTo>
                        <a:pt x="14668" y="16823"/>
                      </a:lnTo>
                      <a:lnTo>
                        <a:pt x="14710" y="16865"/>
                      </a:lnTo>
                      <a:lnTo>
                        <a:pt x="14710" y="16949"/>
                      </a:lnTo>
                      <a:lnTo>
                        <a:pt x="14668" y="17032"/>
                      </a:lnTo>
                      <a:lnTo>
                        <a:pt x="14375" y="17032"/>
                      </a:lnTo>
                      <a:lnTo>
                        <a:pt x="14291" y="16949"/>
                      </a:lnTo>
                      <a:lnTo>
                        <a:pt x="14312" y="16865"/>
                      </a:lnTo>
                      <a:lnTo>
                        <a:pt x="14270" y="16760"/>
                      </a:lnTo>
                      <a:lnTo>
                        <a:pt x="14375" y="16698"/>
                      </a:lnTo>
                      <a:lnTo>
                        <a:pt x="14375" y="16635"/>
                      </a:lnTo>
                      <a:lnTo>
                        <a:pt x="14270" y="16530"/>
                      </a:lnTo>
                      <a:lnTo>
                        <a:pt x="14186" y="16509"/>
                      </a:lnTo>
                      <a:lnTo>
                        <a:pt x="14270" y="16405"/>
                      </a:lnTo>
                      <a:lnTo>
                        <a:pt x="14249" y="16384"/>
                      </a:lnTo>
                      <a:lnTo>
                        <a:pt x="14165" y="16426"/>
                      </a:lnTo>
                      <a:lnTo>
                        <a:pt x="14103" y="16426"/>
                      </a:lnTo>
                      <a:lnTo>
                        <a:pt x="13956" y="16593"/>
                      </a:lnTo>
                      <a:lnTo>
                        <a:pt x="13873" y="16614"/>
                      </a:lnTo>
                      <a:lnTo>
                        <a:pt x="13768" y="16719"/>
                      </a:lnTo>
                      <a:lnTo>
                        <a:pt x="13768" y="16760"/>
                      </a:lnTo>
                      <a:lnTo>
                        <a:pt x="13642" y="16760"/>
                      </a:lnTo>
                      <a:lnTo>
                        <a:pt x="13580" y="16844"/>
                      </a:lnTo>
                      <a:lnTo>
                        <a:pt x="13580" y="16928"/>
                      </a:lnTo>
                      <a:lnTo>
                        <a:pt x="13517" y="16970"/>
                      </a:lnTo>
                      <a:lnTo>
                        <a:pt x="13245" y="16970"/>
                      </a:lnTo>
                      <a:lnTo>
                        <a:pt x="13161" y="16949"/>
                      </a:lnTo>
                      <a:lnTo>
                        <a:pt x="13119" y="16970"/>
                      </a:lnTo>
                      <a:lnTo>
                        <a:pt x="13036" y="16970"/>
                      </a:lnTo>
                      <a:lnTo>
                        <a:pt x="12952" y="16928"/>
                      </a:lnTo>
                      <a:lnTo>
                        <a:pt x="12805" y="17032"/>
                      </a:lnTo>
                      <a:lnTo>
                        <a:pt x="12785" y="17074"/>
                      </a:lnTo>
                      <a:lnTo>
                        <a:pt x="12680" y="17116"/>
                      </a:lnTo>
                      <a:lnTo>
                        <a:pt x="12575" y="17221"/>
                      </a:lnTo>
                      <a:lnTo>
                        <a:pt x="12575" y="17263"/>
                      </a:lnTo>
                      <a:lnTo>
                        <a:pt x="12638" y="17325"/>
                      </a:lnTo>
                      <a:lnTo>
                        <a:pt x="12617" y="17388"/>
                      </a:lnTo>
                      <a:lnTo>
                        <a:pt x="12638" y="17472"/>
                      </a:lnTo>
                      <a:lnTo>
                        <a:pt x="12617" y="17535"/>
                      </a:lnTo>
                      <a:lnTo>
                        <a:pt x="12513" y="17451"/>
                      </a:lnTo>
                      <a:lnTo>
                        <a:pt x="12471" y="17367"/>
                      </a:lnTo>
                      <a:lnTo>
                        <a:pt x="12408" y="17367"/>
                      </a:lnTo>
                      <a:lnTo>
                        <a:pt x="12282" y="17493"/>
                      </a:lnTo>
                      <a:lnTo>
                        <a:pt x="12220" y="17639"/>
                      </a:lnTo>
                      <a:lnTo>
                        <a:pt x="12220" y="17493"/>
                      </a:lnTo>
                      <a:lnTo>
                        <a:pt x="12094" y="17451"/>
                      </a:lnTo>
                      <a:lnTo>
                        <a:pt x="12010" y="17493"/>
                      </a:lnTo>
                      <a:lnTo>
                        <a:pt x="11948" y="17493"/>
                      </a:lnTo>
                      <a:lnTo>
                        <a:pt x="11864" y="17535"/>
                      </a:lnTo>
                      <a:lnTo>
                        <a:pt x="11759" y="17493"/>
                      </a:lnTo>
                      <a:lnTo>
                        <a:pt x="11738" y="17388"/>
                      </a:lnTo>
                      <a:lnTo>
                        <a:pt x="11864" y="17284"/>
                      </a:lnTo>
                      <a:lnTo>
                        <a:pt x="11969" y="17284"/>
                      </a:lnTo>
                      <a:lnTo>
                        <a:pt x="12010" y="17221"/>
                      </a:lnTo>
                      <a:lnTo>
                        <a:pt x="11948" y="17074"/>
                      </a:lnTo>
                      <a:lnTo>
                        <a:pt x="11969" y="17032"/>
                      </a:lnTo>
                      <a:lnTo>
                        <a:pt x="12052" y="16970"/>
                      </a:lnTo>
                      <a:lnTo>
                        <a:pt x="11906" y="16844"/>
                      </a:lnTo>
                      <a:lnTo>
                        <a:pt x="11864" y="16865"/>
                      </a:lnTo>
                      <a:lnTo>
                        <a:pt x="11780" y="16844"/>
                      </a:lnTo>
                      <a:lnTo>
                        <a:pt x="11759" y="16802"/>
                      </a:lnTo>
                      <a:lnTo>
                        <a:pt x="11969" y="16698"/>
                      </a:lnTo>
                      <a:lnTo>
                        <a:pt x="12052" y="16698"/>
                      </a:lnTo>
                      <a:lnTo>
                        <a:pt x="12157" y="16635"/>
                      </a:lnTo>
                      <a:lnTo>
                        <a:pt x="12115" y="16593"/>
                      </a:lnTo>
                      <a:lnTo>
                        <a:pt x="11906" y="16614"/>
                      </a:lnTo>
                      <a:lnTo>
                        <a:pt x="11592" y="16740"/>
                      </a:lnTo>
                      <a:lnTo>
                        <a:pt x="11529" y="16823"/>
                      </a:lnTo>
                      <a:lnTo>
                        <a:pt x="11571" y="16886"/>
                      </a:lnTo>
                      <a:lnTo>
                        <a:pt x="11592" y="16970"/>
                      </a:lnTo>
                      <a:lnTo>
                        <a:pt x="11655" y="17053"/>
                      </a:lnTo>
                      <a:lnTo>
                        <a:pt x="11592" y="17137"/>
                      </a:lnTo>
                      <a:lnTo>
                        <a:pt x="11529" y="17158"/>
                      </a:lnTo>
                      <a:lnTo>
                        <a:pt x="11425" y="17053"/>
                      </a:lnTo>
                      <a:lnTo>
                        <a:pt x="11445" y="17012"/>
                      </a:lnTo>
                      <a:lnTo>
                        <a:pt x="11487" y="16991"/>
                      </a:lnTo>
                      <a:lnTo>
                        <a:pt x="11466" y="16907"/>
                      </a:lnTo>
                      <a:lnTo>
                        <a:pt x="11445" y="16907"/>
                      </a:lnTo>
                      <a:lnTo>
                        <a:pt x="11236" y="17116"/>
                      </a:lnTo>
                      <a:lnTo>
                        <a:pt x="11236" y="17158"/>
                      </a:lnTo>
                      <a:lnTo>
                        <a:pt x="11320" y="17242"/>
                      </a:lnTo>
                      <a:lnTo>
                        <a:pt x="11383" y="17263"/>
                      </a:lnTo>
                      <a:lnTo>
                        <a:pt x="11383" y="17346"/>
                      </a:lnTo>
                      <a:lnTo>
                        <a:pt x="11257" y="17472"/>
                      </a:lnTo>
                      <a:lnTo>
                        <a:pt x="11215" y="17430"/>
                      </a:lnTo>
                      <a:lnTo>
                        <a:pt x="11257" y="17346"/>
                      </a:lnTo>
                      <a:lnTo>
                        <a:pt x="11236" y="17263"/>
                      </a:lnTo>
                      <a:lnTo>
                        <a:pt x="11173" y="17263"/>
                      </a:lnTo>
                      <a:lnTo>
                        <a:pt x="11173" y="17200"/>
                      </a:lnTo>
                      <a:lnTo>
                        <a:pt x="10943" y="17263"/>
                      </a:lnTo>
                      <a:lnTo>
                        <a:pt x="10922" y="17346"/>
                      </a:lnTo>
                      <a:lnTo>
                        <a:pt x="10755" y="17430"/>
                      </a:lnTo>
                      <a:lnTo>
                        <a:pt x="10629" y="17409"/>
                      </a:lnTo>
                      <a:lnTo>
                        <a:pt x="10546" y="17430"/>
                      </a:lnTo>
                      <a:lnTo>
                        <a:pt x="10546" y="17472"/>
                      </a:lnTo>
                      <a:lnTo>
                        <a:pt x="10316" y="17765"/>
                      </a:lnTo>
                      <a:lnTo>
                        <a:pt x="10274" y="17786"/>
                      </a:lnTo>
                      <a:lnTo>
                        <a:pt x="10064" y="18058"/>
                      </a:lnTo>
                      <a:lnTo>
                        <a:pt x="9960" y="18100"/>
                      </a:lnTo>
                      <a:lnTo>
                        <a:pt x="9876" y="18037"/>
                      </a:lnTo>
                      <a:lnTo>
                        <a:pt x="9813" y="18037"/>
                      </a:lnTo>
                      <a:lnTo>
                        <a:pt x="9876" y="18141"/>
                      </a:lnTo>
                      <a:lnTo>
                        <a:pt x="10023" y="18246"/>
                      </a:lnTo>
                      <a:lnTo>
                        <a:pt x="10064" y="18309"/>
                      </a:lnTo>
                      <a:lnTo>
                        <a:pt x="10064" y="18309"/>
                      </a:lnTo>
                      <a:lnTo>
                        <a:pt x="9876" y="18246"/>
                      </a:lnTo>
                      <a:lnTo>
                        <a:pt x="9813" y="18288"/>
                      </a:lnTo>
                      <a:lnTo>
                        <a:pt x="9500" y="18309"/>
                      </a:lnTo>
                      <a:lnTo>
                        <a:pt x="9458" y="18372"/>
                      </a:lnTo>
                      <a:lnTo>
                        <a:pt x="9541" y="18476"/>
                      </a:lnTo>
                      <a:lnTo>
                        <a:pt x="9541" y="18581"/>
                      </a:lnTo>
                      <a:lnTo>
                        <a:pt x="9458" y="18706"/>
                      </a:lnTo>
                      <a:lnTo>
                        <a:pt x="9500" y="18895"/>
                      </a:lnTo>
                      <a:lnTo>
                        <a:pt x="9458" y="19020"/>
                      </a:lnTo>
                      <a:lnTo>
                        <a:pt x="9248" y="19104"/>
                      </a:lnTo>
                      <a:lnTo>
                        <a:pt x="9228" y="19146"/>
                      </a:lnTo>
                      <a:lnTo>
                        <a:pt x="9081" y="19146"/>
                      </a:lnTo>
                      <a:lnTo>
                        <a:pt x="9039" y="19229"/>
                      </a:lnTo>
                      <a:lnTo>
                        <a:pt x="8956" y="19104"/>
                      </a:lnTo>
                      <a:lnTo>
                        <a:pt x="8809" y="19208"/>
                      </a:lnTo>
                      <a:lnTo>
                        <a:pt x="8579" y="19208"/>
                      </a:lnTo>
                      <a:lnTo>
                        <a:pt x="8328" y="18916"/>
                      </a:lnTo>
                      <a:lnTo>
                        <a:pt x="8098" y="18706"/>
                      </a:lnTo>
                      <a:lnTo>
                        <a:pt x="8014" y="18644"/>
                      </a:lnTo>
                      <a:lnTo>
                        <a:pt x="8014" y="18476"/>
                      </a:lnTo>
                      <a:lnTo>
                        <a:pt x="8056" y="18413"/>
                      </a:lnTo>
                      <a:lnTo>
                        <a:pt x="8098" y="18455"/>
                      </a:lnTo>
                      <a:lnTo>
                        <a:pt x="8160" y="18372"/>
                      </a:lnTo>
                      <a:lnTo>
                        <a:pt x="8119" y="18309"/>
                      </a:lnTo>
                      <a:lnTo>
                        <a:pt x="8181" y="18267"/>
                      </a:lnTo>
                      <a:lnTo>
                        <a:pt x="8370" y="18267"/>
                      </a:lnTo>
                      <a:lnTo>
                        <a:pt x="8412" y="18183"/>
                      </a:lnTo>
                      <a:lnTo>
                        <a:pt x="8621" y="18183"/>
                      </a:lnTo>
                      <a:lnTo>
                        <a:pt x="8642" y="18100"/>
                      </a:lnTo>
                      <a:lnTo>
                        <a:pt x="8495" y="17890"/>
                      </a:lnTo>
                      <a:lnTo>
                        <a:pt x="8474" y="17807"/>
                      </a:lnTo>
                      <a:lnTo>
                        <a:pt x="8328" y="17786"/>
                      </a:lnTo>
                      <a:lnTo>
                        <a:pt x="8202" y="17660"/>
                      </a:lnTo>
                      <a:lnTo>
                        <a:pt x="8202" y="17556"/>
                      </a:lnTo>
                      <a:lnTo>
                        <a:pt x="8077" y="17451"/>
                      </a:lnTo>
                      <a:lnTo>
                        <a:pt x="7763" y="17430"/>
                      </a:lnTo>
                      <a:lnTo>
                        <a:pt x="7554" y="17451"/>
                      </a:lnTo>
                      <a:lnTo>
                        <a:pt x="7449" y="17493"/>
                      </a:lnTo>
                      <a:lnTo>
                        <a:pt x="7323" y="17493"/>
                      </a:lnTo>
                      <a:lnTo>
                        <a:pt x="7072" y="17346"/>
                      </a:lnTo>
                      <a:lnTo>
                        <a:pt x="6947" y="17346"/>
                      </a:lnTo>
                      <a:lnTo>
                        <a:pt x="6947" y="17388"/>
                      </a:lnTo>
                      <a:lnTo>
                        <a:pt x="7240" y="17639"/>
                      </a:lnTo>
                      <a:lnTo>
                        <a:pt x="7386" y="17744"/>
                      </a:lnTo>
                      <a:lnTo>
                        <a:pt x="7470" y="17974"/>
                      </a:lnTo>
                      <a:lnTo>
                        <a:pt x="7470" y="18100"/>
                      </a:lnTo>
                      <a:lnTo>
                        <a:pt x="7533" y="18183"/>
                      </a:lnTo>
                      <a:lnTo>
                        <a:pt x="7470" y="18225"/>
                      </a:lnTo>
                      <a:lnTo>
                        <a:pt x="7470" y="18330"/>
                      </a:lnTo>
                      <a:lnTo>
                        <a:pt x="7491" y="18413"/>
                      </a:lnTo>
                      <a:lnTo>
                        <a:pt x="7449" y="18434"/>
                      </a:lnTo>
                      <a:lnTo>
                        <a:pt x="7449" y="18706"/>
                      </a:lnTo>
                      <a:lnTo>
                        <a:pt x="7386" y="18853"/>
                      </a:lnTo>
                      <a:lnTo>
                        <a:pt x="7449" y="18999"/>
                      </a:lnTo>
                      <a:lnTo>
                        <a:pt x="7595" y="18999"/>
                      </a:lnTo>
                      <a:lnTo>
                        <a:pt x="7742" y="19062"/>
                      </a:lnTo>
                      <a:lnTo>
                        <a:pt x="7805" y="19167"/>
                      </a:lnTo>
                      <a:lnTo>
                        <a:pt x="7784" y="19229"/>
                      </a:lnTo>
                      <a:lnTo>
                        <a:pt x="7805" y="19313"/>
                      </a:lnTo>
                      <a:lnTo>
                        <a:pt x="7784" y="19355"/>
                      </a:lnTo>
                      <a:lnTo>
                        <a:pt x="7784" y="19418"/>
                      </a:lnTo>
                      <a:lnTo>
                        <a:pt x="7847" y="19460"/>
                      </a:lnTo>
                      <a:lnTo>
                        <a:pt x="7784" y="19543"/>
                      </a:lnTo>
                      <a:lnTo>
                        <a:pt x="7784" y="19794"/>
                      </a:lnTo>
                      <a:lnTo>
                        <a:pt x="7742" y="19857"/>
                      </a:lnTo>
                      <a:lnTo>
                        <a:pt x="7805" y="20004"/>
                      </a:lnTo>
                      <a:lnTo>
                        <a:pt x="7847" y="20213"/>
                      </a:lnTo>
                      <a:lnTo>
                        <a:pt x="7763" y="20171"/>
                      </a:lnTo>
                      <a:lnTo>
                        <a:pt x="7700" y="20045"/>
                      </a:lnTo>
                      <a:lnTo>
                        <a:pt x="7575" y="19941"/>
                      </a:lnTo>
                      <a:lnTo>
                        <a:pt x="7449" y="20066"/>
                      </a:lnTo>
                      <a:lnTo>
                        <a:pt x="7470" y="19941"/>
                      </a:lnTo>
                      <a:lnTo>
                        <a:pt x="7428" y="19857"/>
                      </a:lnTo>
                      <a:lnTo>
                        <a:pt x="7240" y="19836"/>
                      </a:lnTo>
                      <a:lnTo>
                        <a:pt x="7072" y="19857"/>
                      </a:lnTo>
                      <a:lnTo>
                        <a:pt x="6968" y="19773"/>
                      </a:lnTo>
                      <a:lnTo>
                        <a:pt x="6821" y="19753"/>
                      </a:lnTo>
                      <a:lnTo>
                        <a:pt x="6738" y="19794"/>
                      </a:lnTo>
                      <a:lnTo>
                        <a:pt x="6612" y="20087"/>
                      </a:lnTo>
                      <a:lnTo>
                        <a:pt x="6424" y="20255"/>
                      </a:lnTo>
                      <a:lnTo>
                        <a:pt x="6298" y="20276"/>
                      </a:lnTo>
                      <a:lnTo>
                        <a:pt x="6194" y="20380"/>
                      </a:lnTo>
                      <a:lnTo>
                        <a:pt x="6173" y="20527"/>
                      </a:lnTo>
                      <a:lnTo>
                        <a:pt x="6026" y="20694"/>
                      </a:lnTo>
                      <a:lnTo>
                        <a:pt x="5963" y="20757"/>
                      </a:lnTo>
                      <a:lnTo>
                        <a:pt x="5963" y="20841"/>
                      </a:lnTo>
                      <a:lnTo>
                        <a:pt x="6005" y="21029"/>
                      </a:lnTo>
                      <a:lnTo>
                        <a:pt x="6277" y="21301"/>
                      </a:lnTo>
                      <a:lnTo>
                        <a:pt x="6424" y="21531"/>
                      </a:lnTo>
                      <a:lnTo>
                        <a:pt x="6340" y="21636"/>
                      </a:lnTo>
                      <a:lnTo>
                        <a:pt x="6277" y="21636"/>
                      </a:lnTo>
                      <a:lnTo>
                        <a:pt x="6277" y="21761"/>
                      </a:lnTo>
                      <a:lnTo>
                        <a:pt x="6173" y="21845"/>
                      </a:lnTo>
                      <a:lnTo>
                        <a:pt x="6110" y="21949"/>
                      </a:lnTo>
                      <a:lnTo>
                        <a:pt x="5963" y="21782"/>
                      </a:lnTo>
                      <a:lnTo>
                        <a:pt x="5587" y="21615"/>
                      </a:lnTo>
                      <a:lnTo>
                        <a:pt x="5461" y="21615"/>
                      </a:lnTo>
                      <a:lnTo>
                        <a:pt x="5398" y="21531"/>
                      </a:lnTo>
                      <a:lnTo>
                        <a:pt x="5189" y="21531"/>
                      </a:lnTo>
                      <a:lnTo>
                        <a:pt x="5085" y="21447"/>
                      </a:lnTo>
                      <a:lnTo>
                        <a:pt x="5022" y="21322"/>
                      </a:lnTo>
                      <a:lnTo>
                        <a:pt x="4854" y="21301"/>
                      </a:lnTo>
                      <a:lnTo>
                        <a:pt x="4729" y="21217"/>
                      </a:lnTo>
                      <a:lnTo>
                        <a:pt x="4603" y="21217"/>
                      </a:lnTo>
                      <a:lnTo>
                        <a:pt x="4562" y="21301"/>
                      </a:lnTo>
                      <a:lnTo>
                        <a:pt x="4603" y="21364"/>
                      </a:lnTo>
                      <a:lnTo>
                        <a:pt x="4562" y="21426"/>
                      </a:lnTo>
                      <a:lnTo>
                        <a:pt x="4603" y="21468"/>
                      </a:lnTo>
                      <a:lnTo>
                        <a:pt x="4520" y="21552"/>
                      </a:lnTo>
                      <a:lnTo>
                        <a:pt x="4415" y="21552"/>
                      </a:lnTo>
                      <a:lnTo>
                        <a:pt x="4499" y="21719"/>
                      </a:lnTo>
                      <a:lnTo>
                        <a:pt x="4520" y="21845"/>
                      </a:lnTo>
                      <a:lnTo>
                        <a:pt x="4666" y="21929"/>
                      </a:lnTo>
                      <a:lnTo>
                        <a:pt x="4771" y="22054"/>
                      </a:lnTo>
                      <a:lnTo>
                        <a:pt x="4917" y="22138"/>
                      </a:lnTo>
                      <a:lnTo>
                        <a:pt x="5022" y="22075"/>
                      </a:lnTo>
                      <a:lnTo>
                        <a:pt x="5085" y="22075"/>
                      </a:lnTo>
                      <a:lnTo>
                        <a:pt x="5168" y="22033"/>
                      </a:lnTo>
                      <a:lnTo>
                        <a:pt x="5189" y="22096"/>
                      </a:lnTo>
                      <a:lnTo>
                        <a:pt x="5336" y="22159"/>
                      </a:lnTo>
                      <a:lnTo>
                        <a:pt x="5336" y="22201"/>
                      </a:lnTo>
                      <a:lnTo>
                        <a:pt x="5273" y="22263"/>
                      </a:lnTo>
                      <a:lnTo>
                        <a:pt x="5357" y="22347"/>
                      </a:lnTo>
                      <a:lnTo>
                        <a:pt x="5357" y="22514"/>
                      </a:lnTo>
                      <a:lnTo>
                        <a:pt x="5273" y="22556"/>
                      </a:lnTo>
                      <a:lnTo>
                        <a:pt x="5168" y="22556"/>
                      </a:lnTo>
                      <a:lnTo>
                        <a:pt x="5043" y="22682"/>
                      </a:lnTo>
                      <a:lnTo>
                        <a:pt x="4980" y="22682"/>
                      </a:lnTo>
                      <a:lnTo>
                        <a:pt x="4875" y="22577"/>
                      </a:lnTo>
                      <a:lnTo>
                        <a:pt x="4729" y="22577"/>
                      </a:lnTo>
                      <a:lnTo>
                        <a:pt x="4645" y="22514"/>
                      </a:lnTo>
                      <a:lnTo>
                        <a:pt x="4457" y="22514"/>
                      </a:lnTo>
                      <a:lnTo>
                        <a:pt x="4415" y="22473"/>
                      </a:lnTo>
                      <a:lnTo>
                        <a:pt x="4415" y="22347"/>
                      </a:lnTo>
                      <a:lnTo>
                        <a:pt x="4310" y="22284"/>
                      </a:lnTo>
                      <a:lnTo>
                        <a:pt x="4227" y="22180"/>
                      </a:lnTo>
                      <a:lnTo>
                        <a:pt x="4185" y="22180"/>
                      </a:lnTo>
                      <a:lnTo>
                        <a:pt x="4080" y="22263"/>
                      </a:lnTo>
                      <a:lnTo>
                        <a:pt x="3829" y="22180"/>
                      </a:lnTo>
                      <a:lnTo>
                        <a:pt x="3787" y="22075"/>
                      </a:lnTo>
                      <a:lnTo>
                        <a:pt x="3725" y="22033"/>
                      </a:lnTo>
                      <a:lnTo>
                        <a:pt x="3787" y="21949"/>
                      </a:lnTo>
                      <a:lnTo>
                        <a:pt x="3766" y="21824"/>
                      </a:lnTo>
                      <a:lnTo>
                        <a:pt x="3766" y="21719"/>
                      </a:lnTo>
                      <a:lnTo>
                        <a:pt x="3662" y="21636"/>
                      </a:lnTo>
                      <a:lnTo>
                        <a:pt x="3662" y="21531"/>
                      </a:lnTo>
                      <a:lnTo>
                        <a:pt x="3494" y="21385"/>
                      </a:lnTo>
                      <a:lnTo>
                        <a:pt x="3494" y="21238"/>
                      </a:lnTo>
                      <a:lnTo>
                        <a:pt x="3411" y="21217"/>
                      </a:lnTo>
                      <a:lnTo>
                        <a:pt x="3453" y="21113"/>
                      </a:lnTo>
                      <a:lnTo>
                        <a:pt x="3515" y="21092"/>
                      </a:lnTo>
                      <a:lnTo>
                        <a:pt x="3557" y="20903"/>
                      </a:lnTo>
                      <a:lnTo>
                        <a:pt x="3557" y="20799"/>
                      </a:lnTo>
                      <a:lnTo>
                        <a:pt x="3515" y="20778"/>
                      </a:lnTo>
                      <a:lnTo>
                        <a:pt x="3515" y="20694"/>
                      </a:lnTo>
                      <a:lnTo>
                        <a:pt x="3578" y="20610"/>
                      </a:lnTo>
                      <a:lnTo>
                        <a:pt x="3515" y="20589"/>
                      </a:lnTo>
                      <a:lnTo>
                        <a:pt x="3390" y="20401"/>
                      </a:lnTo>
                      <a:lnTo>
                        <a:pt x="3139" y="20297"/>
                      </a:lnTo>
                      <a:lnTo>
                        <a:pt x="3055" y="20359"/>
                      </a:lnTo>
                      <a:lnTo>
                        <a:pt x="2992" y="20297"/>
                      </a:lnTo>
                      <a:lnTo>
                        <a:pt x="2930" y="20297"/>
                      </a:lnTo>
                      <a:lnTo>
                        <a:pt x="2867" y="20338"/>
                      </a:lnTo>
                      <a:lnTo>
                        <a:pt x="2741" y="20297"/>
                      </a:lnTo>
                      <a:lnTo>
                        <a:pt x="2783" y="20255"/>
                      </a:lnTo>
                      <a:lnTo>
                        <a:pt x="2888" y="20234"/>
                      </a:lnTo>
                      <a:lnTo>
                        <a:pt x="2930" y="20150"/>
                      </a:lnTo>
                      <a:lnTo>
                        <a:pt x="2783" y="20108"/>
                      </a:lnTo>
                      <a:lnTo>
                        <a:pt x="2783" y="20087"/>
                      </a:lnTo>
                      <a:lnTo>
                        <a:pt x="2867" y="20066"/>
                      </a:lnTo>
                      <a:lnTo>
                        <a:pt x="2783" y="20004"/>
                      </a:lnTo>
                      <a:lnTo>
                        <a:pt x="2720" y="20066"/>
                      </a:lnTo>
                      <a:lnTo>
                        <a:pt x="2532" y="20108"/>
                      </a:lnTo>
                      <a:lnTo>
                        <a:pt x="2511" y="20087"/>
                      </a:lnTo>
                      <a:lnTo>
                        <a:pt x="2553" y="20004"/>
                      </a:lnTo>
                      <a:lnTo>
                        <a:pt x="2658" y="19962"/>
                      </a:lnTo>
                      <a:lnTo>
                        <a:pt x="2637" y="19941"/>
                      </a:lnTo>
                      <a:lnTo>
                        <a:pt x="2448" y="19899"/>
                      </a:lnTo>
                      <a:lnTo>
                        <a:pt x="2427" y="19836"/>
                      </a:lnTo>
                      <a:lnTo>
                        <a:pt x="2302" y="19753"/>
                      </a:lnTo>
                      <a:lnTo>
                        <a:pt x="2260" y="19585"/>
                      </a:lnTo>
                      <a:lnTo>
                        <a:pt x="2134" y="19522"/>
                      </a:lnTo>
                      <a:lnTo>
                        <a:pt x="2155" y="19481"/>
                      </a:lnTo>
                      <a:lnTo>
                        <a:pt x="2260" y="19481"/>
                      </a:lnTo>
                      <a:lnTo>
                        <a:pt x="2302" y="19522"/>
                      </a:lnTo>
                      <a:lnTo>
                        <a:pt x="2448" y="19543"/>
                      </a:lnTo>
                      <a:lnTo>
                        <a:pt x="2469" y="19648"/>
                      </a:lnTo>
                      <a:lnTo>
                        <a:pt x="2720" y="19857"/>
                      </a:lnTo>
                      <a:lnTo>
                        <a:pt x="2783" y="19857"/>
                      </a:lnTo>
                      <a:lnTo>
                        <a:pt x="2825" y="19794"/>
                      </a:lnTo>
                      <a:lnTo>
                        <a:pt x="2950" y="19878"/>
                      </a:lnTo>
                      <a:lnTo>
                        <a:pt x="3139" y="19878"/>
                      </a:lnTo>
                      <a:lnTo>
                        <a:pt x="3160" y="19836"/>
                      </a:lnTo>
                      <a:lnTo>
                        <a:pt x="3243" y="19899"/>
                      </a:lnTo>
                      <a:lnTo>
                        <a:pt x="3160" y="19962"/>
                      </a:lnTo>
                      <a:lnTo>
                        <a:pt x="3202" y="19983"/>
                      </a:lnTo>
                      <a:lnTo>
                        <a:pt x="3202" y="20045"/>
                      </a:lnTo>
                      <a:lnTo>
                        <a:pt x="3306" y="20045"/>
                      </a:lnTo>
                      <a:lnTo>
                        <a:pt x="3369" y="19983"/>
                      </a:lnTo>
                      <a:lnTo>
                        <a:pt x="3557" y="19983"/>
                      </a:lnTo>
                      <a:lnTo>
                        <a:pt x="3494" y="20004"/>
                      </a:lnTo>
                      <a:lnTo>
                        <a:pt x="3599" y="20004"/>
                      </a:lnTo>
                      <a:lnTo>
                        <a:pt x="3704" y="19983"/>
                      </a:lnTo>
                      <a:lnTo>
                        <a:pt x="3704" y="20066"/>
                      </a:lnTo>
                      <a:lnTo>
                        <a:pt x="3871" y="20192"/>
                      </a:lnTo>
                      <a:lnTo>
                        <a:pt x="3934" y="20150"/>
                      </a:lnTo>
                      <a:lnTo>
                        <a:pt x="4038" y="20171"/>
                      </a:lnTo>
                      <a:lnTo>
                        <a:pt x="4080" y="20213"/>
                      </a:lnTo>
                      <a:lnTo>
                        <a:pt x="4227" y="20213"/>
                      </a:lnTo>
                      <a:lnTo>
                        <a:pt x="4331" y="20255"/>
                      </a:lnTo>
                      <a:lnTo>
                        <a:pt x="4415" y="20192"/>
                      </a:lnTo>
                      <a:lnTo>
                        <a:pt x="4541" y="20297"/>
                      </a:lnTo>
                      <a:lnTo>
                        <a:pt x="4729" y="20359"/>
                      </a:lnTo>
                      <a:lnTo>
                        <a:pt x="5064" y="20380"/>
                      </a:lnTo>
                      <a:lnTo>
                        <a:pt x="5336" y="20359"/>
                      </a:lnTo>
                      <a:lnTo>
                        <a:pt x="5357" y="20297"/>
                      </a:lnTo>
                      <a:lnTo>
                        <a:pt x="5545" y="20297"/>
                      </a:lnTo>
                      <a:lnTo>
                        <a:pt x="5608" y="20255"/>
                      </a:lnTo>
                      <a:lnTo>
                        <a:pt x="5796" y="20213"/>
                      </a:lnTo>
                      <a:lnTo>
                        <a:pt x="5963" y="20150"/>
                      </a:lnTo>
                      <a:lnTo>
                        <a:pt x="6173" y="19857"/>
                      </a:lnTo>
                      <a:lnTo>
                        <a:pt x="6194" y="19773"/>
                      </a:lnTo>
                      <a:lnTo>
                        <a:pt x="6319" y="19627"/>
                      </a:lnTo>
                      <a:lnTo>
                        <a:pt x="6319" y="19543"/>
                      </a:lnTo>
                      <a:lnTo>
                        <a:pt x="6340" y="19460"/>
                      </a:lnTo>
                      <a:lnTo>
                        <a:pt x="6382" y="19313"/>
                      </a:lnTo>
                      <a:lnTo>
                        <a:pt x="6382" y="19167"/>
                      </a:lnTo>
                      <a:lnTo>
                        <a:pt x="6382" y="19041"/>
                      </a:lnTo>
                      <a:lnTo>
                        <a:pt x="6319" y="18999"/>
                      </a:lnTo>
                      <a:lnTo>
                        <a:pt x="6277" y="18999"/>
                      </a:lnTo>
                      <a:lnTo>
                        <a:pt x="6173" y="18832"/>
                      </a:lnTo>
                      <a:lnTo>
                        <a:pt x="6089" y="18790"/>
                      </a:lnTo>
                      <a:lnTo>
                        <a:pt x="6068" y="18644"/>
                      </a:lnTo>
                      <a:lnTo>
                        <a:pt x="5963" y="18392"/>
                      </a:lnTo>
                      <a:lnTo>
                        <a:pt x="5859" y="18372"/>
                      </a:lnTo>
                      <a:lnTo>
                        <a:pt x="5817" y="18413"/>
                      </a:lnTo>
                      <a:lnTo>
                        <a:pt x="5691" y="18372"/>
                      </a:lnTo>
                      <a:lnTo>
                        <a:pt x="5691" y="18288"/>
                      </a:lnTo>
                      <a:lnTo>
                        <a:pt x="5461" y="18120"/>
                      </a:lnTo>
                      <a:lnTo>
                        <a:pt x="5461" y="18016"/>
                      </a:lnTo>
                      <a:lnTo>
                        <a:pt x="5336" y="17890"/>
                      </a:lnTo>
                      <a:lnTo>
                        <a:pt x="5273" y="17890"/>
                      </a:lnTo>
                      <a:lnTo>
                        <a:pt x="5294" y="17953"/>
                      </a:lnTo>
                      <a:lnTo>
                        <a:pt x="5378" y="18079"/>
                      </a:lnTo>
                      <a:lnTo>
                        <a:pt x="5294" y="18100"/>
                      </a:lnTo>
                      <a:lnTo>
                        <a:pt x="5168" y="17974"/>
                      </a:lnTo>
                      <a:lnTo>
                        <a:pt x="5085" y="17974"/>
                      </a:lnTo>
                      <a:lnTo>
                        <a:pt x="4938" y="17807"/>
                      </a:lnTo>
                      <a:lnTo>
                        <a:pt x="4875" y="17807"/>
                      </a:lnTo>
                      <a:lnTo>
                        <a:pt x="4875" y="17869"/>
                      </a:lnTo>
                      <a:lnTo>
                        <a:pt x="4917" y="17911"/>
                      </a:lnTo>
                      <a:lnTo>
                        <a:pt x="4834" y="17890"/>
                      </a:lnTo>
                      <a:lnTo>
                        <a:pt x="4708" y="17681"/>
                      </a:lnTo>
                      <a:lnTo>
                        <a:pt x="4603" y="17660"/>
                      </a:lnTo>
                      <a:lnTo>
                        <a:pt x="4520" y="17556"/>
                      </a:lnTo>
                      <a:lnTo>
                        <a:pt x="4122" y="17284"/>
                      </a:lnTo>
                      <a:lnTo>
                        <a:pt x="3515" y="16970"/>
                      </a:lnTo>
                      <a:lnTo>
                        <a:pt x="3390" y="16928"/>
                      </a:lnTo>
                      <a:lnTo>
                        <a:pt x="3369" y="16970"/>
                      </a:lnTo>
                      <a:lnTo>
                        <a:pt x="3243" y="16907"/>
                      </a:lnTo>
                      <a:lnTo>
                        <a:pt x="3097" y="16865"/>
                      </a:lnTo>
                      <a:lnTo>
                        <a:pt x="3097" y="16928"/>
                      </a:lnTo>
                      <a:lnTo>
                        <a:pt x="3034" y="16970"/>
                      </a:lnTo>
                      <a:lnTo>
                        <a:pt x="2930" y="16928"/>
                      </a:lnTo>
                      <a:lnTo>
                        <a:pt x="2762" y="16928"/>
                      </a:lnTo>
                      <a:lnTo>
                        <a:pt x="2678" y="16823"/>
                      </a:lnTo>
                      <a:lnTo>
                        <a:pt x="2574" y="16760"/>
                      </a:lnTo>
                      <a:lnTo>
                        <a:pt x="2574" y="16802"/>
                      </a:lnTo>
                      <a:lnTo>
                        <a:pt x="2637" y="16865"/>
                      </a:lnTo>
                      <a:lnTo>
                        <a:pt x="2616" y="16928"/>
                      </a:lnTo>
                      <a:lnTo>
                        <a:pt x="2532" y="16865"/>
                      </a:lnTo>
                      <a:lnTo>
                        <a:pt x="2406" y="16907"/>
                      </a:lnTo>
                      <a:lnTo>
                        <a:pt x="2344" y="16949"/>
                      </a:lnTo>
                      <a:lnTo>
                        <a:pt x="2365" y="17032"/>
                      </a:lnTo>
                      <a:lnTo>
                        <a:pt x="2302" y="17158"/>
                      </a:lnTo>
                      <a:lnTo>
                        <a:pt x="2155" y="17158"/>
                      </a:lnTo>
                      <a:lnTo>
                        <a:pt x="2239" y="17053"/>
                      </a:lnTo>
                      <a:lnTo>
                        <a:pt x="2323" y="17012"/>
                      </a:lnTo>
                      <a:lnTo>
                        <a:pt x="2260" y="16949"/>
                      </a:lnTo>
                      <a:lnTo>
                        <a:pt x="2197" y="16949"/>
                      </a:lnTo>
                      <a:lnTo>
                        <a:pt x="2218" y="16907"/>
                      </a:lnTo>
                      <a:lnTo>
                        <a:pt x="2239" y="16844"/>
                      </a:lnTo>
                      <a:lnTo>
                        <a:pt x="2197" y="16823"/>
                      </a:lnTo>
                      <a:lnTo>
                        <a:pt x="2134" y="16886"/>
                      </a:lnTo>
                      <a:lnTo>
                        <a:pt x="2030" y="17012"/>
                      </a:lnTo>
                      <a:lnTo>
                        <a:pt x="2030" y="16928"/>
                      </a:lnTo>
                      <a:lnTo>
                        <a:pt x="2030" y="16886"/>
                      </a:lnTo>
                      <a:lnTo>
                        <a:pt x="2009" y="16844"/>
                      </a:lnTo>
                      <a:lnTo>
                        <a:pt x="1946" y="16928"/>
                      </a:lnTo>
                      <a:lnTo>
                        <a:pt x="1925" y="16928"/>
                      </a:lnTo>
                      <a:lnTo>
                        <a:pt x="1925" y="16844"/>
                      </a:lnTo>
                      <a:lnTo>
                        <a:pt x="1821" y="16823"/>
                      </a:lnTo>
                      <a:lnTo>
                        <a:pt x="1716" y="16907"/>
                      </a:lnTo>
                      <a:lnTo>
                        <a:pt x="1695" y="16802"/>
                      </a:lnTo>
                      <a:lnTo>
                        <a:pt x="1632" y="16760"/>
                      </a:lnTo>
                      <a:lnTo>
                        <a:pt x="1569" y="16844"/>
                      </a:lnTo>
                      <a:lnTo>
                        <a:pt x="1528" y="16740"/>
                      </a:lnTo>
                      <a:lnTo>
                        <a:pt x="1528" y="16614"/>
                      </a:lnTo>
                      <a:lnTo>
                        <a:pt x="1590" y="16530"/>
                      </a:lnTo>
                      <a:lnTo>
                        <a:pt x="1590" y="16614"/>
                      </a:lnTo>
                      <a:lnTo>
                        <a:pt x="1674" y="16698"/>
                      </a:lnTo>
                      <a:lnTo>
                        <a:pt x="1800" y="16656"/>
                      </a:lnTo>
                      <a:lnTo>
                        <a:pt x="1883" y="16719"/>
                      </a:lnTo>
                      <a:lnTo>
                        <a:pt x="1988" y="16635"/>
                      </a:lnTo>
                      <a:lnTo>
                        <a:pt x="1988" y="16593"/>
                      </a:lnTo>
                      <a:lnTo>
                        <a:pt x="1904" y="16530"/>
                      </a:lnTo>
                      <a:lnTo>
                        <a:pt x="1883" y="16509"/>
                      </a:lnTo>
                      <a:lnTo>
                        <a:pt x="1800" y="16488"/>
                      </a:lnTo>
                      <a:lnTo>
                        <a:pt x="1737" y="16530"/>
                      </a:lnTo>
                      <a:lnTo>
                        <a:pt x="1695" y="16488"/>
                      </a:lnTo>
                      <a:lnTo>
                        <a:pt x="1632" y="16405"/>
                      </a:lnTo>
                      <a:lnTo>
                        <a:pt x="1528" y="16342"/>
                      </a:lnTo>
                      <a:lnTo>
                        <a:pt x="1423" y="16342"/>
                      </a:lnTo>
                      <a:lnTo>
                        <a:pt x="1402" y="16384"/>
                      </a:lnTo>
                      <a:lnTo>
                        <a:pt x="1465" y="16426"/>
                      </a:lnTo>
                      <a:lnTo>
                        <a:pt x="1486" y="16426"/>
                      </a:lnTo>
                      <a:lnTo>
                        <a:pt x="1486" y="16488"/>
                      </a:lnTo>
                      <a:lnTo>
                        <a:pt x="1402" y="16509"/>
                      </a:lnTo>
                      <a:lnTo>
                        <a:pt x="1360" y="16509"/>
                      </a:lnTo>
                      <a:lnTo>
                        <a:pt x="1360" y="16551"/>
                      </a:lnTo>
                      <a:lnTo>
                        <a:pt x="1465" y="16635"/>
                      </a:lnTo>
                      <a:lnTo>
                        <a:pt x="1402" y="16656"/>
                      </a:lnTo>
                      <a:lnTo>
                        <a:pt x="1318" y="16656"/>
                      </a:lnTo>
                      <a:lnTo>
                        <a:pt x="1277" y="16740"/>
                      </a:lnTo>
                      <a:lnTo>
                        <a:pt x="1256" y="16886"/>
                      </a:lnTo>
                      <a:lnTo>
                        <a:pt x="1193" y="16802"/>
                      </a:lnTo>
                      <a:lnTo>
                        <a:pt x="1193" y="16698"/>
                      </a:lnTo>
                      <a:lnTo>
                        <a:pt x="1151" y="16635"/>
                      </a:lnTo>
                      <a:lnTo>
                        <a:pt x="1005" y="16614"/>
                      </a:lnTo>
                      <a:lnTo>
                        <a:pt x="1005" y="16740"/>
                      </a:lnTo>
                      <a:lnTo>
                        <a:pt x="942" y="16823"/>
                      </a:lnTo>
                      <a:lnTo>
                        <a:pt x="795" y="16781"/>
                      </a:lnTo>
                      <a:lnTo>
                        <a:pt x="691" y="16781"/>
                      </a:lnTo>
                      <a:lnTo>
                        <a:pt x="691" y="16928"/>
                      </a:lnTo>
                      <a:lnTo>
                        <a:pt x="628" y="17053"/>
                      </a:lnTo>
                      <a:lnTo>
                        <a:pt x="481" y="17095"/>
                      </a:lnTo>
                      <a:lnTo>
                        <a:pt x="335" y="17242"/>
                      </a:lnTo>
                      <a:lnTo>
                        <a:pt x="335" y="17451"/>
                      </a:lnTo>
                      <a:lnTo>
                        <a:pt x="251" y="17451"/>
                      </a:lnTo>
                      <a:lnTo>
                        <a:pt x="105" y="17514"/>
                      </a:lnTo>
                      <a:lnTo>
                        <a:pt x="0" y="17556"/>
                      </a:lnTo>
                      <a:lnTo>
                        <a:pt x="105" y="17576"/>
                      </a:lnTo>
                      <a:lnTo>
                        <a:pt x="63" y="17744"/>
                      </a:lnTo>
                      <a:lnTo>
                        <a:pt x="21" y="17932"/>
                      </a:lnTo>
                      <a:lnTo>
                        <a:pt x="105" y="18037"/>
                      </a:lnTo>
                      <a:lnTo>
                        <a:pt x="209" y="18288"/>
                      </a:lnTo>
                      <a:lnTo>
                        <a:pt x="272" y="18288"/>
                      </a:lnTo>
                      <a:lnTo>
                        <a:pt x="440" y="18372"/>
                      </a:lnTo>
                      <a:lnTo>
                        <a:pt x="523" y="18497"/>
                      </a:lnTo>
                      <a:lnTo>
                        <a:pt x="565" y="18602"/>
                      </a:lnTo>
                      <a:lnTo>
                        <a:pt x="837" y="18769"/>
                      </a:lnTo>
                      <a:lnTo>
                        <a:pt x="900" y="18832"/>
                      </a:lnTo>
                      <a:lnTo>
                        <a:pt x="858" y="19020"/>
                      </a:lnTo>
                      <a:lnTo>
                        <a:pt x="753" y="19208"/>
                      </a:lnTo>
                      <a:lnTo>
                        <a:pt x="649" y="19460"/>
                      </a:lnTo>
                      <a:lnTo>
                        <a:pt x="774" y="19627"/>
                      </a:lnTo>
                      <a:lnTo>
                        <a:pt x="837" y="19773"/>
                      </a:lnTo>
                      <a:lnTo>
                        <a:pt x="1067" y="20234"/>
                      </a:lnTo>
                      <a:lnTo>
                        <a:pt x="1318" y="20820"/>
                      </a:lnTo>
                      <a:lnTo>
                        <a:pt x="1214" y="20861"/>
                      </a:lnTo>
                      <a:lnTo>
                        <a:pt x="1193" y="21217"/>
                      </a:lnTo>
                      <a:lnTo>
                        <a:pt x="1193" y="21322"/>
                      </a:lnTo>
                      <a:lnTo>
                        <a:pt x="1297" y="21343"/>
                      </a:lnTo>
                      <a:lnTo>
                        <a:pt x="1214" y="21447"/>
                      </a:lnTo>
                      <a:lnTo>
                        <a:pt x="1214" y="21636"/>
                      </a:lnTo>
                      <a:lnTo>
                        <a:pt x="1297" y="21740"/>
                      </a:lnTo>
                      <a:lnTo>
                        <a:pt x="1423" y="21761"/>
                      </a:lnTo>
                      <a:lnTo>
                        <a:pt x="1486" y="21866"/>
                      </a:lnTo>
                      <a:lnTo>
                        <a:pt x="1423" y="21929"/>
                      </a:lnTo>
                      <a:lnTo>
                        <a:pt x="1423" y="22138"/>
                      </a:lnTo>
                      <a:lnTo>
                        <a:pt x="1486" y="22263"/>
                      </a:lnTo>
                      <a:lnTo>
                        <a:pt x="1674" y="22389"/>
                      </a:lnTo>
                      <a:lnTo>
                        <a:pt x="1674" y="22577"/>
                      </a:lnTo>
                      <a:lnTo>
                        <a:pt x="1569" y="22745"/>
                      </a:lnTo>
                      <a:lnTo>
                        <a:pt x="1507" y="22912"/>
                      </a:lnTo>
                      <a:lnTo>
                        <a:pt x="1779" y="23289"/>
                      </a:lnTo>
                      <a:lnTo>
                        <a:pt x="1925" y="23330"/>
                      </a:lnTo>
                      <a:lnTo>
                        <a:pt x="2197" y="23623"/>
                      </a:lnTo>
                      <a:lnTo>
                        <a:pt x="2218" y="23812"/>
                      </a:lnTo>
                      <a:lnTo>
                        <a:pt x="2051" y="24230"/>
                      </a:lnTo>
                      <a:lnTo>
                        <a:pt x="1821" y="24628"/>
                      </a:lnTo>
                      <a:lnTo>
                        <a:pt x="1695" y="24900"/>
                      </a:lnTo>
                      <a:lnTo>
                        <a:pt x="1528" y="25151"/>
                      </a:lnTo>
                      <a:lnTo>
                        <a:pt x="1381" y="25402"/>
                      </a:lnTo>
                      <a:lnTo>
                        <a:pt x="1256" y="25486"/>
                      </a:lnTo>
                      <a:lnTo>
                        <a:pt x="984" y="25737"/>
                      </a:lnTo>
                      <a:lnTo>
                        <a:pt x="1005" y="25904"/>
                      </a:lnTo>
                      <a:cubicBezTo>
                        <a:pt x="1005" y="25883"/>
                        <a:pt x="1046" y="25883"/>
                        <a:pt x="1046" y="25883"/>
                      </a:cubicBezTo>
                      <a:cubicBezTo>
                        <a:pt x="1067" y="25883"/>
                        <a:pt x="1193" y="25799"/>
                        <a:pt x="1193" y="25799"/>
                      </a:cubicBezTo>
                      <a:lnTo>
                        <a:pt x="1318" y="25779"/>
                      </a:lnTo>
                      <a:lnTo>
                        <a:pt x="1256" y="25841"/>
                      </a:lnTo>
                      <a:lnTo>
                        <a:pt x="1297" y="25925"/>
                      </a:lnTo>
                      <a:lnTo>
                        <a:pt x="1297" y="26030"/>
                      </a:lnTo>
                      <a:lnTo>
                        <a:pt x="1172" y="25925"/>
                      </a:lnTo>
                      <a:lnTo>
                        <a:pt x="1151" y="26009"/>
                      </a:lnTo>
                      <a:lnTo>
                        <a:pt x="1277" y="26155"/>
                      </a:lnTo>
                      <a:lnTo>
                        <a:pt x="1402" y="26155"/>
                      </a:lnTo>
                      <a:lnTo>
                        <a:pt x="1486" y="26260"/>
                      </a:lnTo>
                      <a:lnTo>
                        <a:pt x="1611" y="26260"/>
                      </a:lnTo>
                      <a:lnTo>
                        <a:pt x="1674" y="26239"/>
                      </a:lnTo>
                      <a:lnTo>
                        <a:pt x="1779" y="26239"/>
                      </a:lnTo>
                      <a:lnTo>
                        <a:pt x="1883" y="26364"/>
                      </a:lnTo>
                      <a:lnTo>
                        <a:pt x="1800" y="26448"/>
                      </a:lnTo>
                      <a:lnTo>
                        <a:pt x="1611" y="26406"/>
                      </a:lnTo>
                      <a:lnTo>
                        <a:pt x="1528" y="26427"/>
                      </a:lnTo>
                      <a:lnTo>
                        <a:pt x="1507" y="26532"/>
                      </a:lnTo>
                      <a:lnTo>
                        <a:pt x="1381" y="26636"/>
                      </a:lnTo>
                      <a:lnTo>
                        <a:pt x="1277" y="26553"/>
                      </a:lnTo>
                      <a:lnTo>
                        <a:pt x="1214" y="26615"/>
                      </a:lnTo>
                      <a:lnTo>
                        <a:pt x="1214" y="26720"/>
                      </a:lnTo>
                      <a:lnTo>
                        <a:pt x="1109" y="26741"/>
                      </a:lnTo>
                      <a:lnTo>
                        <a:pt x="1067" y="26636"/>
                      </a:lnTo>
                      <a:lnTo>
                        <a:pt x="1005" y="26657"/>
                      </a:lnTo>
                      <a:lnTo>
                        <a:pt x="1005" y="26720"/>
                      </a:lnTo>
                      <a:lnTo>
                        <a:pt x="1067" y="26783"/>
                      </a:lnTo>
                      <a:lnTo>
                        <a:pt x="1046" y="26929"/>
                      </a:lnTo>
                      <a:lnTo>
                        <a:pt x="1088" y="26992"/>
                      </a:lnTo>
                      <a:lnTo>
                        <a:pt x="1088" y="27034"/>
                      </a:lnTo>
                      <a:lnTo>
                        <a:pt x="1067" y="27055"/>
                      </a:lnTo>
                      <a:lnTo>
                        <a:pt x="984" y="27159"/>
                      </a:lnTo>
                      <a:lnTo>
                        <a:pt x="942" y="27306"/>
                      </a:lnTo>
                      <a:lnTo>
                        <a:pt x="858" y="27369"/>
                      </a:lnTo>
                      <a:lnTo>
                        <a:pt x="795" y="27808"/>
                      </a:lnTo>
                      <a:lnTo>
                        <a:pt x="1067" y="28289"/>
                      </a:lnTo>
                      <a:lnTo>
                        <a:pt x="1067" y="28394"/>
                      </a:lnTo>
                      <a:lnTo>
                        <a:pt x="984" y="28457"/>
                      </a:lnTo>
                      <a:lnTo>
                        <a:pt x="1005" y="28561"/>
                      </a:lnTo>
                      <a:lnTo>
                        <a:pt x="942" y="28708"/>
                      </a:lnTo>
                      <a:lnTo>
                        <a:pt x="1046" y="28729"/>
                      </a:lnTo>
                      <a:lnTo>
                        <a:pt x="1067" y="28833"/>
                      </a:lnTo>
                      <a:lnTo>
                        <a:pt x="1046" y="28875"/>
                      </a:lnTo>
                      <a:lnTo>
                        <a:pt x="1088" y="28938"/>
                      </a:lnTo>
                      <a:lnTo>
                        <a:pt x="1109" y="29043"/>
                      </a:lnTo>
                      <a:lnTo>
                        <a:pt x="1088" y="29126"/>
                      </a:lnTo>
                      <a:lnTo>
                        <a:pt x="1172" y="29252"/>
                      </a:lnTo>
                      <a:lnTo>
                        <a:pt x="1193" y="29294"/>
                      </a:lnTo>
                      <a:lnTo>
                        <a:pt x="1256" y="29461"/>
                      </a:lnTo>
                      <a:lnTo>
                        <a:pt x="1318" y="29566"/>
                      </a:lnTo>
                      <a:lnTo>
                        <a:pt x="1360" y="29712"/>
                      </a:lnTo>
                      <a:lnTo>
                        <a:pt x="1402" y="29712"/>
                      </a:lnTo>
                      <a:lnTo>
                        <a:pt x="1507" y="29796"/>
                      </a:lnTo>
                      <a:lnTo>
                        <a:pt x="1632" y="29712"/>
                      </a:lnTo>
                      <a:lnTo>
                        <a:pt x="1737" y="29900"/>
                      </a:lnTo>
                      <a:lnTo>
                        <a:pt x="1883" y="29817"/>
                      </a:lnTo>
                      <a:lnTo>
                        <a:pt x="2009" y="29859"/>
                      </a:lnTo>
                      <a:lnTo>
                        <a:pt x="2113" y="30026"/>
                      </a:lnTo>
                      <a:lnTo>
                        <a:pt x="2260" y="29921"/>
                      </a:lnTo>
                      <a:lnTo>
                        <a:pt x="2427" y="29880"/>
                      </a:lnTo>
                      <a:lnTo>
                        <a:pt x="2511" y="29963"/>
                      </a:lnTo>
                      <a:lnTo>
                        <a:pt x="2574" y="29963"/>
                      </a:lnTo>
                      <a:lnTo>
                        <a:pt x="2846" y="30026"/>
                      </a:lnTo>
                      <a:lnTo>
                        <a:pt x="2867" y="30172"/>
                      </a:lnTo>
                      <a:lnTo>
                        <a:pt x="2825" y="30319"/>
                      </a:lnTo>
                      <a:lnTo>
                        <a:pt x="2930" y="30424"/>
                      </a:lnTo>
                      <a:lnTo>
                        <a:pt x="2930" y="30612"/>
                      </a:lnTo>
                      <a:lnTo>
                        <a:pt x="3055" y="30737"/>
                      </a:lnTo>
                      <a:lnTo>
                        <a:pt x="3139" y="30905"/>
                      </a:lnTo>
                      <a:lnTo>
                        <a:pt x="3285" y="31114"/>
                      </a:lnTo>
                      <a:lnTo>
                        <a:pt x="3390" y="31177"/>
                      </a:lnTo>
                      <a:lnTo>
                        <a:pt x="3453" y="31365"/>
                      </a:lnTo>
                      <a:lnTo>
                        <a:pt x="3620" y="31428"/>
                      </a:lnTo>
                      <a:lnTo>
                        <a:pt x="3829" y="31595"/>
                      </a:lnTo>
                      <a:lnTo>
                        <a:pt x="3871" y="31700"/>
                      </a:lnTo>
                      <a:lnTo>
                        <a:pt x="4018" y="31805"/>
                      </a:lnTo>
                      <a:lnTo>
                        <a:pt x="3934" y="31867"/>
                      </a:lnTo>
                      <a:lnTo>
                        <a:pt x="3829" y="32056"/>
                      </a:lnTo>
                      <a:lnTo>
                        <a:pt x="3557" y="32097"/>
                      </a:lnTo>
                      <a:lnTo>
                        <a:pt x="3411" y="31993"/>
                      </a:lnTo>
                      <a:lnTo>
                        <a:pt x="3369" y="32097"/>
                      </a:lnTo>
                      <a:lnTo>
                        <a:pt x="3369" y="32223"/>
                      </a:lnTo>
                      <a:lnTo>
                        <a:pt x="3474" y="32411"/>
                      </a:lnTo>
                      <a:lnTo>
                        <a:pt x="3453" y="32579"/>
                      </a:lnTo>
                      <a:lnTo>
                        <a:pt x="3578" y="32725"/>
                      </a:lnTo>
                      <a:lnTo>
                        <a:pt x="3578" y="32893"/>
                      </a:lnTo>
                      <a:lnTo>
                        <a:pt x="3683" y="32913"/>
                      </a:lnTo>
                      <a:lnTo>
                        <a:pt x="3808" y="32893"/>
                      </a:lnTo>
                      <a:lnTo>
                        <a:pt x="3808" y="32746"/>
                      </a:lnTo>
                      <a:lnTo>
                        <a:pt x="3892" y="32683"/>
                      </a:lnTo>
                      <a:lnTo>
                        <a:pt x="4185" y="32788"/>
                      </a:lnTo>
                      <a:lnTo>
                        <a:pt x="4457" y="32788"/>
                      </a:lnTo>
                      <a:lnTo>
                        <a:pt x="4624" y="32704"/>
                      </a:lnTo>
                      <a:lnTo>
                        <a:pt x="4750" y="32704"/>
                      </a:lnTo>
                      <a:lnTo>
                        <a:pt x="4834" y="32955"/>
                      </a:lnTo>
                      <a:lnTo>
                        <a:pt x="4959" y="33060"/>
                      </a:lnTo>
                      <a:lnTo>
                        <a:pt x="4875" y="33206"/>
                      </a:lnTo>
                      <a:lnTo>
                        <a:pt x="5043" y="33416"/>
                      </a:lnTo>
                      <a:lnTo>
                        <a:pt x="5357" y="33353"/>
                      </a:lnTo>
                      <a:lnTo>
                        <a:pt x="5461" y="33457"/>
                      </a:lnTo>
                      <a:lnTo>
                        <a:pt x="5482" y="33583"/>
                      </a:lnTo>
                      <a:lnTo>
                        <a:pt x="5587" y="33625"/>
                      </a:lnTo>
                      <a:lnTo>
                        <a:pt x="5587" y="33771"/>
                      </a:lnTo>
                      <a:lnTo>
                        <a:pt x="5650" y="33960"/>
                      </a:lnTo>
                      <a:lnTo>
                        <a:pt x="5901" y="34211"/>
                      </a:lnTo>
                      <a:lnTo>
                        <a:pt x="6005" y="34106"/>
                      </a:lnTo>
                      <a:lnTo>
                        <a:pt x="6173" y="34190"/>
                      </a:lnTo>
                      <a:lnTo>
                        <a:pt x="6298" y="34169"/>
                      </a:lnTo>
                      <a:lnTo>
                        <a:pt x="6424" y="34190"/>
                      </a:lnTo>
                      <a:lnTo>
                        <a:pt x="6612" y="34043"/>
                      </a:lnTo>
                      <a:lnTo>
                        <a:pt x="6696" y="34043"/>
                      </a:lnTo>
                      <a:lnTo>
                        <a:pt x="6821" y="34315"/>
                      </a:lnTo>
                      <a:lnTo>
                        <a:pt x="7010" y="34420"/>
                      </a:lnTo>
                      <a:lnTo>
                        <a:pt x="7051" y="34525"/>
                      </a:lnTo>
                      <a:lnTo>
                        <a:pt x="7135" y="34462"/>
                      </a:lnTo>
                      <a:lnTo>
                        <a:pt x="7344" y="34504"/>
                      </a:lnTo>
                      <a:lnTo>
                        <a:pt x="7491" y="34504"/>
                      </a:lnTo>
                      <a:lnTo>
                        <a:pt x="7595" y="34587"/>
                      </a:lnTo>
                      <a:lnTo>
                        <a:pt x="7742" y="34566"/>
                      </a:lnTo>
                      <a:lnTo>
                        <a:pt x="7888" y="34671"/>
                      </a:lnTo>
                      <a:lnTo>
                        <a:pt x="8077" y="34692"/>
                      </a:lnTo>
                      <a:lnTo>
                        <a:pt x="8160" y="34608"/>
                      </a:lnTo>
                      <a:lnTo>
                        <a:pt x="8202" y="34734"/>
                      </a:lnTo>
                      <a:lnTo>
                        <a:pt x="8286" y="34797"/>
                      </a:lnTo>
                      <a:lnTo>
                        <a:pt x="8286" y="34943"/>
                      </a:lnTo>
                      <a:lnTo>
                        <a:pt x="8181" y="35090"/>
                      </a:lnTo>
                      <a:lnTo>
                        <a:pt x="8056" y="35110"/>
                      </a:lnTo>
                      <a:lnTo>
                        <a:pt x="8014" y="35362"/>
                      </a:lnTo>
                      <a:lnTo>
                        <a:pt x="8181" y="35466"/>
                      </a:lnTo>
                      <a:lnTo>
                        <a:pt x="8202" y="35634"/>
                      </a:lnTo>
                      <a:lnTo>
                        <a:pt x="8119" y="35843"/>
                      </a:lnTo>
                      <a:lnTo>
                        <a:pt x="8160" y="35989"/>
                      </a:lnTo>
                      <a:lnTo>
                        <a:pt x="8056" y="36073"/>
                      </a:lnTo>
                      <a:lnTo>
                        <a:pt x="7763" y="36094"/>
                      </a:lnTo>
                      <a:lnTo>
                        <a:pt x="7637" y="36303"/>
                      </a:lnTo>
                      <a:lnTo>
                        <a:pt x="7554" y="36345"/>
                      </a:lnTo>
                      <a:lnTo>
                        <a:pt x="7533" y="36596"/>
                      </a:lnTo>
                      <a:lnTo>
                        <a:pt x="7554" y="36596"/>
                      </a:lnTo>
                      <a:lnTo>
                        <a:pt x="7658" y="36617"/>
                      </a:lnTo>
                      <a:lnTo>
                        <a:pt x="7784" y="36554"/>
                      </a:lnTo>
                      <a:lnTo>
                        <a:pt x="7951" y="36512"/>
                      </a:lnTo>
                      <a:lnTo>
                        <a:pt x="7972" y="36575"/>
                      </a:lnTo>
                      <a:lnTo>
                        <a:pt x="7951" y="36659"/>
                      </a:lnTo>
                      <a:lnTo>
                        <a:pt x="7637" y="36805"/>
                      </a:lnTo>
                      <a:lnTo>
                        <a:pt x="7491" y="36889"/>
                      </a:lnTo>
                      <a:lnTo>
                        <a:pt x="7554" y="36931"/>
                      </a:lnTo>
                      <a:lnTo>
                        <a:pt x="7637" y="36931"/>
                      </a:lnTo>
                      <a:lnTo>
                        <a:pt x="7554" y="37014"/>
                      </a:lnTo>
                      <a:lnTo>
                        <a:pt x="7428" y="36994"/>
                      </a:lnTo>
                      <a:lnTo>
                        <a:pt x="7240" y="37014"/>
                      </a:lnTo>
                      <a:lnTo>
                        <a:pt x="7323" y="37203"/>
                      </a:lnTo>
                      <a:lnTo>
                        <a:pt x="7386" y="37286"/>
                      </a:lnTo>
                      <a:lnTo>
                        <a:pt x="7449" y="37224"/>
                      </a:lnTo>
                      <a:lnTo>
                        <a:pt x="7470" y="37286"/>
                      </a:lnTo>
                      <a:lnTo>
                        <a:pt x="7575" y="37307"/>
                      </a:lnTo>
                      <a:lnTo>
                        <a:pt x="7575" y="37349"/>
                      </a:lnTo>
                      <a:lnTo>
                        <a:pt x="7491" y="37391"/>
                      </a:lnTo>
                      <a:lnTo>
                        <a:pt x="7449" y="37454"/>
                      </a:lnTo>
                      <a:lnTo>
                        <a:pt x="7365" y="37454"/>
                      </a:lnTo>
                      <a:lnTo>
                        <a:pt x="7323" y="37517"/>
                      </a:lnTo>
                      <a:lnTo>
                        <a:pt x="7323" y="37559"/>
                      </a:lnTo>
                      <a:lnTo>
                        <a:pt x="7177" y="37705"/>
                      </a:lnTo>
                      <a:lnTo>
                        <a:pt x="7177" y="37831"/>
                      </a:lnTo>
                      <a:lnTo>
                        <a:pt x="7240" y="37851"/>
                      </a:lnTo>
                      <a:lnTo>
                        <a:pt x="7219" y="38019"/>
                      </a:lnTo>
                      <a:lnTo>
                        <a:pt x="7114" y="37977"/>
                      </a:lnTo>
                      <a:lnTo>
                        <a:pt x="7072" y="38019"/>
                      </a:lnTo>
                      <a:lnTo>
                        <a:pt x="6968" y="37935"/>
                      </a:lnTo>
                      <a:lnTo>
                        <a:pt x="6842" y="37914"/>
                      </a:lnTo>
                      <a:lnTo>
                        <a:pt x="6842" y="37956"/>
                      </a:lnTo>
                      <a:lnTo>
                        <a:pt x="6905" y="38040"/>
                      </a:lnTo>
                      <a:lnTo>
                        <a:pt x="6821" y="38061"/>
                      </a:lnTo>
                      <a:lnTo>
                        <a:pt x="6738" y="38144"/>
                      </a:lnTo>
                      <a:lnTo>
                        <a:pt x="6863" y="38165"/>
                      </a:lnTo>
                      <a:lnTo>
                        <a:pt x="6947" y="38165"/>
                      </a:lnTo>
                      <a:lnTo>
                        <a:pt x="7114" y="38291"/>
                      </a:lnTo>
                      <a:lnTo>
                        <a:pt x="7114" y="38375"/>
                      </a:lnTo>
                      <a:lnTo>
                        <a:pt x="7240" y="38500"/>
                      </a:lnTo>
                      <a:lnTo>
                        <a:pt x="7449" y="38479"/>
                      </a:lnTo>
                      <a:lnTo>
                        <a:pt x="7679" y="38605"/>
                      </a:lnTo>
                      <a:lnTo>
                        <a:pt x="7847" y="38647"/>
                      </a:lnTo>
                      <a:lnTo>
                        <a:pt x="8202" y="38898"/>
                      </a:lnTo>
                      <a:lnTo>
                        <a:pt x="8286" y="39023"/>
                      </a:lnTo>
                      <a:lnTo>
                        <a:pt x="8391" y="39065"/>
                      </a:lnTo>
                      <a:lnTo>
                        <a:pt x="8412" y="39128"/>
                      </a:lnTo>
                      <a:lnTo>
                        <a:pt x="8516" y="39211"/>
                      </a:lnTo>
                      <a:lnTo>
                        <a:pt x="8600" y="39211"/>
                      </a:lnTo>
                      <a:lnTo>
                        <a:pt x="8621" y="39295"/>
                      </a:lnTo>
                      <a:lnTo>
                        <a:pt x="8725" y="39337"/>
                      </a:lnTo>
                      <a:lnTo>
                        <a:pt x="8788" y="39337"/>
                      </a:lnTo>
                      <a:lnTo>
                        <a:pt x="8893" y="39483"/>
                      </a:lnTo>
                      <a:lnTo>
                        <a:pt x="8997" y="39504"/>
                      </a:lnTo>
                      <a:lnTo>
                        <a:pt x="9039" y="39525"/>
                      </a:lnTo>
                      <a:lnTo>
                        <a:pt x="9102" y="39504"/>
                      </a:lnTo>
                      <a:lnTo>
                        <a:pt x="9248" y="39630"/>
                      </a:lnTo>
                      <a:lnTo>
                        <a:pt x="9248" y="39714"/>
                      </a:lnTo>
                      <a:lnTo>
                        <a:pt x="9374" y="39735"/>
                      </a:lnTo>
                      <a:lnTo>
                        <a:pt x="9520" y="39923"/>
                      </a:lnTo>
                      <a:lnTo>
                        <a:pt x="9583" y="40007"/>
                      </a:lnTo>
                      <a:lnTo>
                        <a:pt x="9625" y="40237"/>
                      </a:lnTo>
                      <a:lnTo>
                        <a:pt x="9730" y="40425"/>
                      </a:lnTo>
                      <a:lnTo>
                        <a:pt x="9688" y="40488"/>
                      </a:lnTo>
                      <a:lnTo>
                        <a:pt x="9730" y="40572"/>
                      </a:lnTo>
                      <a:cubicBezTo>
                        <a:pt x="9939" y="40572"/>
                        <a:pt x="10483" y="40572"/>
                        <a:pt x="10462" y="40446"/>
                      </a:cubicBezTo>
                      <a:lnTo>
                        <a:pt x="10420" y="40279"/>
                      </a:lnTo>
                      <a:lnTo>
                        <a:pt x="11090" y="40258"/>
                      </a:lnTo>
                      <a:cubicBezTo>
                        <a:pt x="11090" y="40258"/>
                        <a:pt x="11215" y="40383"/>
                        <a:pt x="11320" y="40383"/>
                      </a:cubicBezTo>
                      <a:cubicBezTo>
                        <a:pt x="11425" y="40383"/>
                        <a:pt x="11948" y="40153"/>
                        <a:pt x="11948" y="40153"/>
                      </a:cubicBezTo>
                      <a:cubicBezTo>
                        <a:pt x="11948" y="40153"/>
                        <a:pt x="12073" y="40174"/>
                        <a:pt x="12136" y="40279"/>
                      </a:cubicBezTo>
                      <a:cubicBezTo>
                        <a:pt x="12159" y="40337"/>
                        <a:pt x="12208" y="40350"/>
                        <a:pt x="12254" y="40350"/>
                      </a:cubicBezTo>
                      <a:cubicBezTo>
                        <a:pt x="12291" y="40350"/>
                        <a:pt x="12327" y="40341"/>
                        <a:pt x="12345" y="40341"/>
                      </a:cubicBezTo>
                      <a:lnTo>
                        <a:pt x="12345" y="40320"/>
                      </a:lnTo>
                      <a:lnTo>
                        <a:pt x="12492" y="40341"/>
                      </a:lnTo>
                      <a:lnTo>
                        <a:pt x="12764" y="40551"/>
                      </a:lnTo>
                      <a:lnTo>
                        <a:pt x="12826" y="40676"/>
                      </a:lnTo>
                      <a:lnTo>
                        <a:pt x="13098" y="40697"/>
                      </a:lnTo>
                      <a:lnTo>
                        <a:pt x="13140" y="40592"/>
                      </a:lnTo>
                      <a:lnTo>
                        <a:pt x="13308" y="40488"/>
                      </a:lnTo>
                      <a:lnTo>
                        <a:pt x="13496" y="40258"/>
                      </a:lnTo>
                      <a:lnTo>
                        <a:pt x="13433" y="40237"/>
                      </a:lnTo>
                      <a:lnTo>
                        <a:pt x="13119" y="39965"/>
                      </a:lnTo>
                      <a:lnTo>
                        <a:pt x="12910" y="39714"/>
                      </a:lnTo>
                      <a:lnTo>
                        <a:pt x="12889" y="39546"/>
                      </a:lnTo>
                      <a:lnTo>
                        <a:pt x="12805" y="39442"/>
                      </a:lnTo>
                      <a:lnTo>
                        <a:pt x="12805" y="39295"/>
                      </a:lnTo>
                      <a:lnTo>
                        <a:pt x="12785" y="39211"/>
                      </a:lnTo>
                      <a:lnTo>
                        <a:pt x="12764" y="39170"/>
                      </a:lnTo>
                      <a:lnTo>
                        <a:pt x="12680" y="39170"/>
                      </a:lnTo>
                      <a:lnTo>
                        <a:pt x="12680" y="39065"/>
                      </a:lnTo>
                      <a:lnTo>
                        <a:pt x="12722" y="39086"/>
                      </a:lnTo>
                      <a:lnTo>
                        <a:pt x="12764" y="38981"/>
                      </a:lnTo>
                      <a:lnTo>
                        <a:pt x="12805" y="38877"/>
                      </a:lnTo>
                      <a:lnTo>
                        <a:pt x="12722" y="38877"/>
                      </a:lnTo>
                      <a:lnTo>
                        <a:pt x="12680" y="38919"/>
                      </a:lnTo>
                      <a:lnTo>
                        <a:pt x="12554" y="38856"/>
                      </a:lnTo>
                      <a:lnTo>
                        <a:pt x="12554" y="38667"/>
                      </a:lnTo>
                      <a:lnTo>
                        <a:pt x="12450" y="38647"/>
                      </a:lnTo>
                      <a:lnTo>
                        <a:pt x="12366" y="38563"/>
                      </a:lnTo>
                      <a:lnTo>
                        <a:pt x="12282" y="38584"/>
                      </a:lnTo>
                      <a:lnTo>
                        <a:pt x="12178" y="38584"/>
                      </a:lnTo>
                      <a:lnTo>
                        <a:pt x="12136" y="38375"/>
                      </a:lnTo>
                      <a:lnTo>
                        <a:pt x="12157" y="38270"/>
                      </a:lnTo>
                      <a:lnTo>
                        <a:pt x="12199" y="38228"/>
                      </a:lnTo>
                      <a:lnTo>
                        <a:pt x="12199" y="38019"/>
                      </a:lnTo>
                      <a:lnTo>
                        <a:pt x="12261" y="37914"/>
                      </a:lnTo>
                      <a:lnTo>
                        <a:pt x="12282" y="37768"/>
                      </a:lnTo>
                      <a:lnTo>
                        <a:pt x="12345" y="37726"/>
                      </a:lnTo>
                      <a:lnTo>
                        <a:pt x="12366" y="37600"/>
                      </a:lnTo>
                      <a:lnTo>
                        <a:pt x="12408" y="37517"/>
                      </a:lnTo>
                      <a:lnTo>
                        <a:pt x="12408" y="37433"/>
                      </a:lnTo>
                      <a:lnTo>
                        <a:pt x="12471" y="37454"/>
                      </a:lnTo>
                      <a:lnTo>
                        <a:pt x="12513" y="37517"/>
                      </a:lnTo>
                      <a:lnTo>
                        <a:pt x="12575" y="37496"/>
                      </a:lnTo>
                      <a:lnTo>
                        <a:pt x="12596" y="37412"/>
                      </a:lnTo>
                      <a:lnTo>
                        <a:pt x="12659" y="37454"/>
                      </a:lnTo>
                      <a:lnTo>
                        <a:pt x="12701" y="37412"/>
                      </a:lnTo>
                      <a:lnTo>
                        <a:pt x="12785" y="37412"/>
                      </a:lnTo>
                      <a:lnTo>
                        <a:pt x="12868" y="37349"/>
                      </a:lnTo>
                      <a:lnTo>
                        <a:pt x="12826" y="37307"/>
                      </a:lnTo>
                      <a:lnTo>
                        <a:pt x="12764" y="37286"/>
                      </a:lnTo>
                      <a:lnTo>
                        <a:pt x="12805" y="37286"/>
                      </a:lnTo>
                      <a:cubicBezTo>
                        <a:pt x="12805" y="37286"/>
                        <a:pt x="12826" y="37307"/>
                        <a:pt x="12868" y="37307"/>
                      </a:cubicBezTo>
                      <a:cubicBezTo>
                        <a:pt x="12889" y="37307"/>
                        <a:pt x="12931" y="37286"/>
                        <a:pt x="12931" y="37286"/>
                      </a:cubicBezTo>
                      <a:lnTo>
                        <a:pt x="12994" y="37328"/>
                      </a:lnTo>
                      <a:lnTo>
                        <a:pt x="13036" y="37307"/>
                      </a:lnTo>
                      <a:lnTo>
                        <a:pt x="13015" y="37245"/>
                      </a:lnTo>
                      <a:lnTo>
                        <a:pt x="12847" y="37140"/>
                      </a:lnTo>
                      <a:lnTo>
                        <a:pt x="12931" y="37119"/>
                      </a:lnTo>
                      <a:lnTo>
                        <a:pt x="13036" y="37140"/>
                      </a:lnTo>
                      <a:lnTo>
                        <a:pt x="13098" y="37119"/>
                      </a:lnTo>
                      <a:lnTo>
                        <a:pt x="13161" y="37140"/>
                      </a:lnTo>
                      <a:lnTo>
                        <a:pt x="13161" y="37077"/>
                      </a:lnTo>
                      <a:lnTo>
                        <a:pt x="13119" y="37035"/>
                      </a:lnTo>
                      <a:lnTo>
                        <a:pt x="13161" y="37035"/>
                      </a:lnTo>
                      <a:lnTo>
                        <a:pt x="13161" y="36994"/>
                      </a:lnTo>
                      <a:lnTo>
                        <a:pt x="13119" y="36931"/>
                      </a:lnTo>
                      <a:lnTo>
                        <a:pt x="13203" y="36910"/>
                      </a:lnTo>
                      <a:lnTo>
                        <a:pt x="13203" y="36868"/>
                      </a:lnTo>
                      <a:lnTo>
                        <a:pt x="13203" y="36805"/>
                      </a:lnTo>
                      <a:lnTo>
                        <a:pt x="13057" y="36722"/>
                      </a:lnTo>
                      <a:lnTo>
                        <a:pt x="12910" y="36784"/>
                      </a:lnTo>
                      <a:lnTo>
                        <a:pt x="12701" y="36659"/>
                      </a:lnTo>
                      <a:lnTo>
                        <a:pt x="12701" y="36554"/>
                      </a:lnTo>
                      <a:lnTo>
                        <a:pt x="12910" y="36554"/>
                      </a:lnTo>
                      <a:lnTo>
                        <a:pt x="12680" y="36157"/>
                      </a:lnTo>
                      <a:lnTo>
                        <a:pt x="12408" y="35885"/>
                      </a:lnTo>
                      <a:lnTo>
                        <a:pt x="12052" y="35780"/>
                      </a:lnTo>
                      <a:lnTo>
                        <a:pt x="11989" y="35864"/>
                      </a:lnTo>
                      <a:lnTo>
                        <a:pt x="11822" y="35717"/>
                      </a:lnTo>
                      <a:lnTo>
                        <a:pt x="11843" y="35634"/>
                      </a:lnTo>
                      <a:lnTo>
                        <a:pt x="11738" y="35466"/>
                      </a:lnTo>
                      <a:lnTo>
                        <a:pt x="11508" y="35403"/>
                      </a:lnTo>
                      <a:lnTo>
                        <a:pt x="11571" y="35194"/>
                      </a:lnTo>
                      <a:lnTo>
                        <a:pt x="11634" y="34818"/>
                      </a:lnTo>
                      <a:lnTo>
                        <a:pt x="11550" y="34734"/>
                      </a:lnTo>
                      <a:lnTo>
                        <a:pt x="11529" y="34462"/>
                      </a:lnTo>
                      <a:lnTo>
                        <a:pt x="11634" y="34399"/>
                      </a:lnTo>
                      <a:lnTo>
                        <a:pt x="11780" y="34211"/>
                      </a:lnTo>
                      <a:lnTo>
                        <a:pt x="11780" y="34064"/>
                      </a:lnTo>
                      <a:lnTo>
                        <a:pt x="11864" y="33960"/>
                      </a:lnTo>
                      <a:lnTo>
                        <a:pt x="12178" y="34253"/>
                      </a:lnTo>
                      <a:lnTo>
                        <a:pt x="12199" y="34357"/>
                      </a:lnTo>
                      <a:lnTo>
                        <a:pt x="12387" y="34462"/>
                      </a:lnTo>
                      <a:lnTo>
                        <a:pt x="12575" y="34420"/>
                      </a:lnTo>
                      <a:lnTo>
                        <a:pt x="12554" y="34253"/>
                      </a:lnTo>
                      <a:lnTo>
                        <a:pt x="12617" y="34190"/>
                      </a:lnTo>
                      <a:lnTo>
                        <a:pt x="12492" y="33729"/>
                      </a:lnTo>
                      <a:lnTo>
                        <a:pt x="12680" y="33688"/>
                      </a:lnTo>
                      <a:lnTo>
                        <a:pt x="12868" y="33688"/>
                      </a:lnTo>
                      <a:lnTo>
                        <a:pt x="12868" y="33562"/>
                      </a:lnTo>
                      <a:lnTo>
                        <a:pt x="12785" y="33457"/>
                      </a:lnTo>
                      <a:lnTo>
                        <a:pt x="12805" y="33332"/>
                      </a:lnTo>
                      <a:lnTo>
                        <a:pt x="12994" y="33227"/>
                      </a:lnTo>
                      <a:lnTo>
                        <a:pt x="13077" y="33227"/>
                      </a:lnTo>
                      <a:lnTo>
                        <a:pt x="13119" y="33060"/>
                      </a:lnTo>
                      <a:lnTo>
                        <a:pt x="13203" y="32997"/>
                      </a:lnTo>
                      <a:lnTo>
                        <a:pt x="13329" y="33018"/>
                      </a:lnTo>
                      <a:lnTo>
                        <a:pt x="13349" y="32913"/>
                      </a:lnTo>
                      <a:lnTo>
                        <a:pt x="13329" y="32809"/>
                      </a:lnTo>
                      <a:lnTo>
                        <a:pt x="13349" y="32725"/>
                      </a:lnTo>
                      <a:lnTo>
                        <a:pt x="13538" y="32830"/>
                      </a:lnTo>
                      <a:lnTo>
                        <a:pt x="13663" y="32893"/>
                      </a:lnTo>
                      <a:lnTo>
                        <a:pt x="13642" y="32955"/>
                      </a:lnTo>
                      <a:lnTo>
                        <a:pt x="13559" y="33060"/>
                      </a:lnTo>
                      <a:lnTo>
                        <a:pt x="13621" y="33123"/>
                      </a:lnTo>
                      <a:lnTo>
                        <a:pt x="13726" y="33060"/>
                      </a:lnTo>
                      <a:lnTo>
                        <a:pt x="13747" y="32997"/>
                      </a:lnTo>
                      <a:lnTo>
                        <a:pt x="13831" y="32934"/>
                      </a:lnTo>
                      <a:lnTo>
                        <a:pt x="13831" y="33039"/>
                      </a:lnTo>
                      <a:lnTo>
                        <a:pt x="13914" y="32955"/>
                      </a:lnTo>
                      <a:lnTo>
                        <a:pt x="13935" y="32893"/>
                      </a:lnTo>
                      <a:lnTo>
                        <a:pt x="14040" y="32893"/>
                      </a:lnTo>
                      <a:lnTo>
                        <a:pt x="14165" y="32809"/>
                      </a:lnTo>
                      <a:lnTo>
                        <a:pt x="14270" y="32809"/>
                      </a:lnTo>
                      <a:lnTo>
                        <a:pt x="14312" y="32955"/>
                      </a:lnTo>
                      <a:lnTo>
                        <a:pt x="14458" y="33039"/>
                      </a:lnTo>
                      <a:lnTo>
                        <a:pt x="14668" y="32955"/>
                      </a:lnTo>
                      <a:lnTo>
                        <a:pt x="14772" y="32955"/>
                      </a:lnTo>
                      <a:lnTo>
                        <a:pt x="14814" y="33039"/>
                      </a:lnTo>
                      <a:lnTo>
                        <a:pt x="14898" y="33039"/>
                      </a:lnTo>
                      <a:lnTo>
                        <a:pt x="15002" y="33206"/>
                      </a:lnTo>
                      <a:lnTo>
                        <a:pt x="15128" y="33206"/>
                      </a:lnTo>
                      <a:lnTo>
                        <a:pt x="15233" y="33332"/>
                      </a:lnTo>
                      <a:lnTo>
                        <a:pt x="15400" y="33457"/>
                      </a:lnTo>
                      <a:lnTo>
                        <a:pt x="15463" y="33457"/>
                      </a:lnTo>
                      <a:lnTo>
                        <a:pt x="15526" y="33541"/>
                      </a:lnTo>
                      <a:lnTo>
                        <a:pt x="15526" y="33667"/>
                      </a:lnTo>
                      <a:lnTo>
                        <a:pt x="15609" y="33688"/>
                      </a:lnTo>
                      <a:lnTo>
                        <a:pt x="15672" y="33583"/>
                      </a:lnTo>
                      <a:lnTo>
                        <a:pt x="15672" y="33437"/>
                      </a:lnTo>
                      <a:lnTo>
                        <a:pt x="15777" y="33353"/>
                      </a:lnTo>
                      <a:lnTo>
                        <a:pt x="15860" y="33457"/>
                      </a:lnTo>
                      <a:lnTo>
                        <a:pt x="16070" y="33478"/>
                      </a:lnTo>
                      <a:lnTo>
                        <a:pt x="16153" y="33583"/>
                      </a:lnTo>
                      <a:lnTo>
                        <a:pt x="16258" y="33625"/>
                      </a:lnTo>
                      <a:lnTo>
                        <a:pt x="16383" y="33520"/>
                      </a:lnTo>
                      <a:lnTo>
                        <a:pt x="16383" y="33311"/>
                      </a:lnTo>
                      <a:lnTo>
                        <a:pt x="16509" y="33311"/>
                      </a:lnTo>
                      <a:lnTo>
                        <a:pt x="16509" y="33206"/>
                      </a:lnTo>
                      <a:lnTo>
                        <a:pt x="16614" y="33165"/>
                      </a:lnTo>
                      <a:lnTo>
                        <a:pt x="16697" y="33248"/>
                      </a:lnTo>
                      <a:lnTo>
                        <a:pt x="16760" y="33144"/>
                      </a:lnTo>
                      <a:lnTo>
                        <a:pt x="16886" y="33123"/>
                      </a:lnTo>
                      <a:lnTo>
                        <a:pt x="17032" y="33269"/>
                      </a:lnTo>
                      <a:lnTo>
                        <a:pt x="17074" y="33332"/>
                      </a:lnTo>
                      <a:lnTo>
                        <a:pt x="17220" y="33311"/>
                      </a:lnTo>
                      <a:lnTo>
                        <a:pt x="17199" y="33165"/>
                      </a:lnTo>
                      <a:lnTo>
                        <a:pt x="17283" y="33144"/>
                      </a:lnTo>
                      <a:lnTo>
                        <a:pt x="17409" y="33144"/>
                      </a:lnTo>
                      <a:lnTo>
                        <a:pt x="17451" y="33060"/>
                      </a:lnTo>
                      <a:lnTo>
                        <a:pt x="17597" y="33144"/>
                      </a:lnTo>
                      <a:lnTo>
                        <a:pt x="17660" y="33206"/>
                      </a:lnTo>
                      <a:lnTo>
                        <a:pt x="17639" y="33269"/>
                      </a:lnTo>
                      <a:lnTo>
                        <a:pt x="17555" y="33332"/>
                      </a:lnTo>
                      <a:lnTo>
                        <a:pt x="17660" y="33457"/>
                      </a:lnTo>
                      <a:lnTo>
                        <a:pt x="17764" y="33478"/>
                      </a:lnTo>
                      <a:lnTo>
                        <a:pt x="17827" y="33457"/>
                      </a:lnTo>
                      <a:lnTo>
                        <a:pt x="17911" y="33520"/>
                      </a:lnTo>
                      <a:lnTo>
                        <a:pt x="18078" y="33520"/>
                      </a:lnTo>
                      <a:lnTo>
                        <a:pt x="18287" y="33625"/>
                      </a:lnTo>
                      <a:lnTo>
                        <a:pt x="18434" y="33583"/>
                      </a:lnTo>
                      <a:lnTo>
                        <a:pt x="18476" y="33457"/>
                      </a:lnTo>
                      <a:lnTo>
                        <a:pt x="18476" y="33353"/>
                      </a:lnTo>
                      <a:lnTo>
                        <a:pt x="18539" y="33311"/>
                      </a:lnTo>
                      <a:lnTo>
                        <a:pt x="18706" y="33416"/>
                      </a:lnTo>
                      <a:lnTo>
                        <a:pt x="18873" y="33437"/>
                      </a:lnTo>
                      <a:lnTo>
                        <a:pt x="19062" y="33353"/>
                      </a:lnTo>
                      <a:lnTo>
                        <a:pt x="19103" y="33248"/>
                      </a:lnTo>
                      <a:lnTo>
                        <a:pt x="19083" y="32809"/>
                      </a:lnTo>
                      <a:lnTo>
                        <a:pt x="19020" y="32746"/>
                      </a:lnTo>
                      <a:lnTo>
                        <a:pt x="18852" y="32746"/>
                      </a:lnTo>
                      <a:lnTo>
                        <a:pt x="18748" y="32683"/>
                      </a:lnTo>
                      <a:lnTo>
                        <a:pt x="18706" y="32621"/>
                      </a:lnTo>
                      <a:lnTo>
                        <a:pt x="18580" y="32600"/>
                      </a:lnTo>
                      <a:lnTo>
                        <a:pt x="18497" y="32516"/>
                      </a:lnTo>
                      <a:lnTo>
                        <a:pt x="18371" y="32516"/>
                      </a:lnTo>
                      <a:lnTo>
                        <a:pt x="18371" y="32432"/>
                      </a:lnTo>
                      <a:lnTo>
                        <a:pt x="18350" y="32369"/>
                      </a:lnTo>
                      <a:lnTo>
                        <a:pt x="18371" y="32307"/>
                      </a:lnTo>
                      <a:lnTo>
                        <a:pt x="18476" y="32307"/>
                      </a:lnTo>
                      <a:lnTo>
                        <a:pt x="18497" y="32181"/>
                      </a:lnTo>
                      <a:lnTo>
                        <a:pt x="18580" y="32077"/>
                      </a:lnTo>
                      <a:lnTo>
                        <a:pt x="18559" y="31951"/>
                      </a:lnTo>
                      <a:lnTo>
                        <a:pt x="18476" y="31951"/>
                      </a:lnTo>
                      <a:lnTo>
                        <a:pt x="18476" y="31805"/>
                      </a:lnTo>
                      <a:lnTo>
                        <a:pt x="18601" y="31637"/>
                      </a:lnTo>
                      <a:lnTo>
                        <a:pt x="18748" y="31491"/>
                      </a:lnTo>
                      <a:lnTo>
                        <a:pt x="18978" y="31470"/>
                      </a:lnTo>
                      <a:lnTo>
                        <a:pt x="19083" y="31491"/>
                      </a:lnTo>
                      <a:lnTo>
                        <a:pt x="19166" y="31449"/>
                      </a:lnTo>
                      <a:lnTo>
                        <a:pt x="19166" y="31344"/>
                      </a:lnTo>
                      <a:lnTo>
                        <a:pt x="19062" y="31323"/>
                      </a:lnTo>
                      <a:lnTo>
                        <a:pt x="18978" y="31219"/>
                      </a:lnTo>
                      <a:lnTo>
                        <a:pt x="18873" y="31219"/>
                      </a:lnTo>
                      <a:lnTo>
                        <a:pt x="18790" y="31260"/>
                      </a:lnTo>
                      <a:lnTo>
                        <a:pt x="18685" y="31219"/>
                      </a:lnTo>
                      <a:lnTo>
                        <a:pt x="18539" y="31219"/>
                      </a:lnTo>
                      <a:lnTo>
                        <a:pt x="18539" y="31135"/>
                      </a:lnTo>
                      <a:lnTo>
                        <a:pt x="18580" y="31072"/>
                      </a:lnTo>
                      <a:lnTo>
                        <a:pt x="18748" y="31072"/>
                      </a:lnTo>
                      <a:lnTo>
                        <a:pt x="18685" y="30947"/>
                      </a:lnTo>
                      <a:lnTo>
                        <a:pt x="18539" y="30968"/>
                      </a:lnTo>
                      <a:lnTo>
                        <a:pt x="18434" y="30947"/>
                      </a:lnTo>
                      <a:lnTo>
                        <a:pt x="18476" y="30905"/>
                      </a:lnTo>
                      <a:lnTo>
                        <a:pt x="18434" y="30758"/>
                      </a:lnTo>
                      <a:lnTo>
                        <a:pt x="18476" y="30737"/>
                      </a:lnTo>
                      <a:lnTo>
                        <a:pt x="18601" y="30737"/>
                      </a:lnTo>
                      <a:lnTo>
                        <a:pt x="18664" y="30654"/>
                      </a:lnTo>
                      <a:lnTo>
                        <a:pt x="18748" y="30654"/>
                      </a:lnTo>
                      <a:lnTo>
                        <a:pt x="18769" y="30716"/>
                      </a:lnTo>
                      <a:lnTo>
                        <a:pt x="18894" y="30696"/>
                      </a:lnTo>
                      <a:lnTo>
                        <a:pt x="18999" y="30758"/>
                      </a:lnTo>
                      <a:lnTo>
                        <a:pt x="19062" y="30716"/>
                      </a:lnTo>
                      <a:lnTo>
                        <a:pt x="19062" y="30633"/>
                      </a:lnTo>
                      <a:lnTo>
                        <a:pt x="19166" y="30591"/>
                      </a:lnTo>
                      <a:lnTo>
                        <a:pt x="19271" y="30591"/>
                      </a:lnTo>
                      <a:lnTo>
                        <a:pt x="19334" y="30696"/>
                      </a:lnTo>
                      <a:lnTo>
                        <a:pt x="19396" y="30612"/>
                      </a:lnTo>
                      <a:lnTo>
                        <a:pt x="19396" y="30528"/>
                      </a:lnTo>
                      <a:lnTo>
                        <a:pt x="19606" y="30486"/>
                      </a:lnTo>
                      <a:lnTo>
                        <a:pt x="19731" y="30486"/>
                      </a:lnTo>
                      <a:lnTo>
                        <a:pt x="19899" y="30403"/>
                      </a:lnTo>
                      <a:lnTo>
                        <a:pt x="20045" y="30403"/>
                      </a:lnTo>
                      <a:lnTo>
                        <a:pt x="20066" y="30340"/>
                      </a:lnTo>
                      <a:lnTo>
                        <a:pt x="20233" y="30235"/>
                      </a:lnTo>
                      <a:lnTo>
                        <a:pt x="20359" y="30235"/>
                      </a:lnTo>
                      <a:lnTo>
                        <a:pt x="20443" y="30193"/>
                      </a:lnTo>
                      <a:lnTo>
                        <a:pt x="20526" y="30193"/>
                      </a:lnTo>
                      <a:lnTo>
                        <a:pt x="20589" y="30214"/>
                      </a:lnTo>
                      <a:lnTo>
                        <a:pt x="20652" y="30172"/>
                      </a:lnTo>
                      <a:lnTo>
                        <a:pt x="20652" y="30026"/>
                      </a:lnTo>
                      <a:lnTo>
                        <a:pt x="20736" y="29984"/>
                      </a:lnTo>
                      <a:lnTo>
                        <a:pt x="20861" y="29984"/>
                      </a:lnTo>
                      <a:lnTo>
                        <a:pt x="20882" y="29900"/>
                      </a:lnTo>
                      <a:lnTo>
                        <a:pt x="20966" y="29859"/>
                      </a:lnTo>
                      <a:lnTo>
                        <a:pt x="21008" y="29900"/>
                      </a:lnTo>
                      <a:lnTo>
                        <a:pt x="21091" y="29921"/>
                      </a:lnTo>
                      <a:lnTo>
                        <a:pt x="21196" y="29880"/>
                      </a:lnTo>
                      <a:lnTo>
                        <a:pt x="21321" y="29817"/>
                      </a:lnTo>
                      <a:lnTo>
                        <a:pt x="21572" y="29670"/>
                      </a:lnTo>
                      <a:lnTo>
                        <a:pt x="21614" y="29670"/>
                      </a:lnTo>
                      <a:lnTo>
                        <a:pt x="21677" y="29649"/>
                      </a:lnTo>
                      <a:lnTo>
                        <a:pt x="21803" y="29608"/>
                      </a:lnTo>
                      <a:lnTo>
                        <a:pt x="21886" y="29503"/>
                      </a:lnTo>
                      <a:lnTo>
                        <a:pt x="21949" y="29545"/>
                      </a:lnTo>
                      <a:lnTo>
                        <a:pt x="22116" y="29503"/>
                      </a:lnTo>
                      <a:lnTo>
                        <a:pt x="22116" y="29440"/>
                      </a:lnTo>
                      <a:lnTo>
                        <a:pt x="22054" y="29356"/>
                      </a:lnTo>
                      <a:lnTo>
                        <a:pt x="22116" y="29336"/>
                      </a:lnTo>
                      <a:lnTo>
                        <a:pt x="22284" y="29336"/>
                      </a:lnTo>
                      <a:lnTo>
                        <a:pt x="22305" y="29231"/>
                      </a:lnTo>
                      <a:lnTo>
                        <a:pt x="22409" y="29168"/>
                      </a:lnTo>
                      <a:lnTo>
                        <a:pt x="22472" y="29168"/>
                      </a:lnTo>
                      <a:lnTo>
                        <a:pt x="22556" y="29147"/>
                      </a:lnTo>
                      <a:lnTo>
                        <a:pt x="22681" y="29189"/>
                      </a:lnTo>
                      <a:lnTo>
                        <a:pt x="22849" y="29168"/>
                      </a:lnTo>
                      <a:lnTo>
                        <a:pt x="22974" y="29273"/>
                      </a:lnTo>
                      <a:lnTo>
                        <a:pt x="23100" y="29273"/>
                      </a:lnTo>
                      <a:lnTo>
                        <a:pt x="23246" y="29210"/>
                      </a:lnTo>
                      <a:lnTo>
                        <a:pt x="23372" y="29210"/>
                      </a:lnTo>
                      <a:lnTo>
                        <a:pt x="23414" y="29356"/>
                      </a:lnTo>
                      <a:lnTo>
                        <a:pt x="23477" y="29377"/>
                      </a:lnTo>
                      <a:lnTo>
                        <a:pt x="23539" y="29503"/>
                      </a:lnTo>
                      <a:lnTo>
                        <a:pt x="23602" y="29608"/>
                      </a:lnTo>
                      <a:lnTo>
                        <a:pt x="23686" y="29670"/>
                      </a:lnTo>
                      <a:lnTo>
                        <a:pt x="23686" y="29712"/>
                      </a:lnTo>
                      <a:lnTo>
                        <a:pt x="23665" y="29817"/>
                      </a:lnTo>
                      <a:lnTo>
                        <a:pt x="23686" y="29921"/>
                      </a:lnTo>
                      <a:lnTo>
                        <a:pt x="23686" y="29984"/>
                      </a:lnTo>
                      <a:lnTo>
                        <a:pt x="23602" y="30005"/>
                      </a:lnTo>
                      <a:lnTo>
                        <a:pt x="23665" y="30110"/>
                      </a:lnTo>
                      <a:lnTo>
                        <a:pt x="23749" y="30152"/>
                      </a:lnTo>
                      <a:lnTo>
                        <a:pt x="23874" y="30089"/>
                      </a:lnTo>
                      <a:lnTo>
                        <a:pt x="23937" y="30152"/>
                      </a:lnTo>
                      <a:lnTo>
                        <a:pt x="24000" y="30131"/>
                      </a:lnTo>
                      <a:lnTo>
                        <a:pt x="24021" y="30026"/>
                      </a:lnTo>
                      <a:lnTo>
                        <a:pt x="24104" y="30005"/>
                      </a:lnTo>
                      <a:lnTo>
                        <a:pt x="24125" y="30110"/>
                      </a:lnTo>
                      <a:lnTo>
                        <a:pt x="24209" y="30110"/>
                      </a:lnTo>
                      <a:lnTo>
                        <a:pt x="24230" y="30026"/>
                      </a:lnTo>
                      <a:lnTo>
                        <a:pt x="24188" y="29921"/>
                      </a:lnTo>
                      <a:lnTo>
                        <a:pt x="24209" y="29900"/>
                      </a:lnTo>
                      <a:lnTo>
                        <a:pt x="24418" y="30026"/>
                      </a:lnTo>
                      <a:lnTo>
                        <a:pt x="24439" y="30214"/>
                      </a:lnTo>
                      <a:lnTo>
                        <a:pt x="24523" y="30340"/>
                      </a:lnTo>
                      <a:lnTo>
                        <a:pt x="24606" y="30340"/>
                      </a:lnTo>
                      <a:lnTo>
                        <a:pt x="24669" y="30256"/>
                      </a:lnTo>
                      <a:lnTo>
                        <a:pt x="24627" y="30235"/>
                      </a:lnTo>
                      <a:lnTo>
                        <a:pt x="24606" y="30193"/>
                      </a:lnTo>
                      <a:lnTo>
                        <a:pt x="24732" y="30152"/>
                      </a:lnTo>
                      <a:lnTo>
                        <a:pt x="24941" y="30256"/>
                      </a:lnTo>
                      <a:lnTo>
                        <a:pt x="25025" y="30256"/>
                      </a:lnTo>
                      <a:lnTo>
                        <a:pt x="25088" y="30193"/>
                      </a:lnTo>
                      <a:lnTo>
                        <a:pt x="25150" y="30214"/>
                      </a:lnTo>
                      <a:lnTo>
                        <a:pt x="25088" y="30319"/>
                      </a:lnTo>
                      <a:lnTo>
                        <a:pt x="25025" y="30361"/>
                      </a:lnTo>
                      <a:lnTo>
                        <a:pt x="25025" y="30528"/>
                      </a:lnTo>
                      <a:lnTo>
                        <a:pt x="25088" y="30633"/>
                      </a:lnTo>
                      <a:lnTo>
                        <a:pt x="25171" y="30633"/>
                      </a:lnTo>
                      <a:lnTo>
                        <a:pt x="25255" y="30549"/>
                      </a:lnTo>
                      <a:lnTo>
                        <a:pt x="25381" y="30528"/>
                      </a:lnTo>
                      <a:lnTo>
                        <a:pt x="25611" y="30570"/>
                      </a:lnTo>
                      <a:lnTo>
                        <a:pt x="25673" y="30612"/>
                      </a:lnTo>
                      <a:lnTo>
                        <a:pt x="25757" y="30549"/>
                      </a:lnTo>
                      <a:lnTo>
                        <a:pt x="25715" y="30424"/>
                      </a:lnTo>
                      <a:lnTo>
                        <a:pt x="25820" y="30361"/>
                      </a:lnTo>
                      <a:lnTo>
                        <a:pt x="25987" y="30340"/>
                      </a:lnTo>
                      <a:lnTo>
                        <a:pt x="26092" y="30256"/>
                      </a:lnTo>
                      <a:lnTo>
                        <a:pt x="26134" y="30152"/>
                      </a:lnTo>
                      <a:lnTo>
                        <a:pt x="26217" y="30089"/>
                      </a:lnTo>
                      <a:lnTo>
                        <a:pt x="26217" y="30005"/>
                      </a:lnTo>
                      <a:lnTo>
                        <a:pt x="26343" y="29880"/>
                      </a:lnTo>
                      <a:lnTo>
                        <a:pt x="26448" y="29838"/>
                      </a:lnTo>
                      <a:lnTo>
                        <a:pt x="26531" y="29733"/>
                      </a:lnTo>
                      <a:lnTo>
                        <a:pt x="26657" y="29712"/>
                      </a:lnTo>
                      <a:lnTo>
                        <a:pt x="26824" y="29670"/>
                      </a:lnTo>
                      <a:lnTo>
                        <a:pt x="26866" y="29712"/>
                      </a:lnTo>
                      <a:lnTo>
                        <a:pt x="26866" y="29817"/>
                      </a:lnTo>
                      <a:lnTo>
                        <a:pt x="27138" y="29900"/>
                      </a:lnTo>
                      <a:lnTo>
                        <a:pt x="27054" y="29921"/>
                      </a:lnTo>
                      <a:lnTo>
                        <a:pt x="27117" y="30005"/>
                      </a:lnTo>
                      <a:lnTo>
                        <a:pt x="28163" y="30800"/>
                      </a:lnTo>
                      <a:lnTo>
                        <a:pt x="29565" y="32579"/>
                      </a:lnTo>
                      <a:lnTo>
                        <a:pt x="29712" y="32537"/>
                      </a:lnTo>
                      <a:lnTo>
                        <a:pt x="29816" y="32495"/>
                      </a:lnTo>
                      <a:lnTo>
                        <a:pt x="29837" y="32411"/>
                      </a:lnTo>
                      <a:lnTo>
                        <a:pt x="29816" y="32390"/>
                      </a:lnTo>
                      <a:lnTo>
                        <a:pt x="29816" y="32265"/>
                      </a:lnTo>
                      <a:lnTo>
                        <a:pt x="29879" y="32202"/>
                      </a:lnTo>
                      <a:lnTo>
                        <a:pt x="30047" y="32286"/>
                      </a:lnTo>
                      <a:lnTo>
                        <a:pt x="30026" y="32369"/>
                      </a:lnTo>
                      <a:lnTo>
                        <a:pt x="30026" y="32432"/>
                      </a:lnTo>
                      <a:lnTo>
                        <a:pt x="30151" y="32474"/>
                      </a:lnTo>
                      <a:lnTo>
                        <a:pt x="30214" y="32537"/>
                      </a:lnTo>
                      <a:lnTo>
                        <a:pt x="30319" y="32537"/>
                      </a:lnTo>
                      <a:lnTo>
                        <a:pt x="30402" y="32495"/>
                      </a:lnTo>
                      <a:lnTo>
                        <a:pt x="30507" y="32474"/>
                      </a:lnTo>
                      <a:lnTo>
                        <a:pt x="30674" y="32537"/>
                      </a:lnTo>
                      <a:lnTo>
                        <a:pt x="30800" y="32495"/>
                      </a:lnTo>
                      <a:lnTo>
                        <a:pt x="30904" y="32516"/>
                      </a:lnTo>
                      <a:lnTo>
                        <a:pt x="31009" y="32474"/>
                      </a:lnTo>
                      <a:lnTo>
                        <a:pt x="31030" y="32411"/>
                      </a:lnTo>
                      <a:lnTo>
                        <a:pt x="31009" y="32369"/>
                      </a:lnTo>
                      <a:lnTo>
                        <a:pt x="31030" y="32307"/>
                      </a:lnTo>
                      <a:lnTo>
                        <a:pt x="31218" y="32286"/>
                      </a:lnTo>
                      <a:lnTo>
                        <a:pt x="31427" y="32286"/>
                      </a:lnTo>
                      <a:lnTo>
                        <a:pt x="31616" y="32328"/>
                      </a:lnTo>
                      <a:lnTo>
                        <a:pt x="31783" y="32474"/>
                      </a:lnTo>
                      <a:lnTo>
                        <a:pt x="31888" y="32621"/>
                      </a:lnTo>
                      <a:lnTo>
                        <a:pt x="31951" y="32746"/>
                      </a:lnTo>
                      <a:lnTo>
                        <a:pt x="32013" y="32746"/>
                      </a:lnTo>
                      <a:lnTo>
                        <a:pt x="32139" y="32788"/>
                      </a:lnTo>
                      <a:lnTo>
                        <a:pt x="32264" y="32851"/>
                      </a:lnTo>
                      <a:lnTo>
                        <a:pt x="32327" y="32851"/>
                      </a:lnTo>
                      <a:lnTo>
                        <a:pt x="32390" y="32913"/>
                      </a:lnTo>
                      <a:lnTo>
                        <a:pt x="32390" y="32997"/>
                      </a:lnTo>
                      <a:lnTo>
                        <a:pt x="32369" y="33039"/>
                      </a:lnTo>
                      <a:lnTo>
                        <a:pt x="32369" y="33144"/>
                      </a:lnTo>
                      <a:lnTo>
                        <a:pt x="32390" y="33227"/>
                      </a:lnTo>
                      <a:lnTo>
                        <a:pt x="32453" y="33269"/>
                      </a:lnTo>
                      <a:lnTo>
                        <a:pt x="32474" y="33311"/>
                      </a:lnTo>
                      <a:lnTo>
                        <a:pt x="32536" y="33311"/>
                      </a:lnTo>
                      <a:lnTo>
                        <a:pt x="32641" y="33353"/>
                      </a:lnTo>
                      <a:lnTo>
                        <a:pt x="32704" y="33416"/>
                      </a:lnTo>
                      <a:lnTo>
                        <a:pt x="32746" y="33353"/>
                      </a:lnTo>
                      <a:lnTo>
                        <a:pt x="32850" y="33311"/>
                      </a:lnTo>
                      <a:lnTo>
                        <a:pt x="33101" y="33269"/>
                      </a:lnTo>
                      <a:lnTo>
                        <a:pt x="33227" y="33248"/>
                      </a:lnTo>
                      <a:lnTo>
                        <a:pt x="33290" y="33144"/>
                      </a:lnTo>
                      <a:lnTo>
                        <a:pt x="33394" y="33102"/>
                      </a:lnTo>
                      <a:lnTo>
                        <a:pt x="33436" y="33123"/>
                      </a:lnTo>
                      <a:lnTo>
                        <a:pt x="33394" y="33248"/>
                      </a:lnTo>
                      <a:lnTo>
                        <a:pt x="33415" y="33353"/>
                      </a:lnTo>
                      <a:lnTo>
                        <a:pt x="33499" y="33374"/>
                      </a:lnTo>
                      <a:lnTo>
                        <a:pt x="33624" y="33478"/>
                      </a:lnTo>
                      <a:lnTo>
                        <a:pt x="33792" y="33541"/>
                      </a:lnTo>
                      <a:lnTo>
                        <a:pt x="33813" y="33562"/>
                      </a:lnTo>
                      <a:lnTo>
                        <a:pt x="33896" y="33562"/>
                      </a:lnTo>
                      <a:lnTo>
                        <a:pt x="34001" y="33625"/>
                      </a:lnTo>
                      <a:lnTo>
                        <a:pt x="34043" y="33625"/>
                      </a:lnTo>
                      <a:lnTo>
                        <a:pt x="34043" y="33583"/>
                      </a:lnTo>
                      <a:lnTo>
                        <a:pt x="34127" y="33374"/>
                      </a:lnTo>
                      <a:lnTo>
                        <a:pt x="34231" y="33332"/>
                      </a:lnTo>
                      <a:lnTo>
                        <a:pt x="34482" y="33332"/>
                      </a:lnTo>
                      <a:lnTo>
                        <a:pt x="34524" y="33269"/>
                      </a:lnTo>
                      <a:lnTo>
                        <a:pt x="34629" y="33165"/>
                      </a:lnTo>
                      <a:lnTo>
                        <a:pt x="34796" y="33102"/>
                      </a:lnTo>
                      <a:lnTo>
                        <a:pt x="34796" y="32997"/>
                      </a:lnTo>
                      <a:lnTo>
                        <a:pt x="34859" y="32893"/>
                      </a:lnTo>
                      <a:lnTo>
                        <a:pt x="35005" y="32809"/>
                      </a:lnTo>
                      <a:lnTo>
                        <a:pt x="35005" y="32725"/>
                      </a:lnTo>
                      <a:lnTo>
                        <a:pt x="35110" y="32621"/>
                      </a:lnTo>
                      <a:lnTo>
                        <a:pt x="35215" y="32600"/>
                      </a:lnTo>
                      <a:lnTo>
                        <a:pt x="35298" y="32495"/>
                      </a:lnTo>
                      <a:lnTo>
                        <a:pt x="35361" y="32432"/>
                      </a:lnTo>
                      <a:lnTo>
                        <a:pt x="35298" y="32390"/>
                      </a:lnTo>
                      <a:lnTo>
                        <a:pt x="35298" y="32307"/>
                      </a:lnTo>
                      <a:lnTo>
                        <a:pt x="35319" y="32265"/>
                      </a:lnTo>
                      <a:lnTo>
                        <a:pt x="35508" y="32307"/>
                      </a:lnTo>
                      <a:lnTo>
                        <a:pt x="35591" y="32265"/>
                      </a:lnTo>
                      <a:lnTo>
                        <a:pt x="35633" y="32097"/>
                      </a:lnTo>
                      <a:lnTo>
                        <a:pt x="35717" y="32077"/>
                      </a:lnTo>
                      <a:lnTo>
                        <a:pt x="35926" y="32056"/>
                      </a:lnTo>
                      <a:lnTo>
                        <a:pt x="36031" y="32014"/>
                      </a:lnTo>
                      <a:lnTo>
                        <a:pt x="36261" y="32014"/>
                      </a:lnTo>
                      <a:lnTo>
                        <a:pt x="36345" y="31972"/>
                      </a:lnTo>
                      <a:lnTo>
                        <a:pt x="36365" y="31972"/>
                      </a:lnTo>
                      <a:lnTo>
                        <a:pt x="36449" y="32077"/>
                      </a:lnTo>
                      <a:lnTo>
                        <a:pt x="36449" y="32160"/>
                      </a:lnTo>
                      <a:lnTo>
                        <a:pt x="36533" y="32223"/>
                      </a:lnTo>
                      <a:lnTo>
                        <a:pt x="36658" y="32223"/>
                      </a:lnTo>
                      <a:lnTo>
                        <a:pt x="36700" y="32202"/>
                      </a:lnTo>
                      <a:lnTo>
                        <a:pt x="36805" y="32202"/>
                      </a:lnTo>
                      <a:lnTo>
                        <a:pt x="36889" y="32160"/>
                      </a:lnTo>
                      <a:lnTo>
                        <a:pt x="37077" y="32160"/>
                      </a:lnTo>
                      <a:lnTo>
                        <a:pt x="37098" y="32223"/>
                      </a:lnTo>
                      <a:lnTo>
                        <a:pt x="37119" y="32328"/>
                      </a:lnTo>
                      <a:lnTo>
                        <a:pt x="37161" y="32411"/>
                      </a:lnTo>
                      <a:lnTo>
                        <a:pt x="37453" y="32579"/>
                      </a:lnTo>
                      <a:lnTo>
                        <a:pt x="37537" y="32641"/>
                      </a:lnTo>
                      <a:lnTo>
                        <a:pt x="37746" y="32746"/>
                      </a:lnTo>
                      <a:lnTo>
                        <a:pt x="37830" y="32704"/>
                      </a:lnTo>
                      <a:lnTo>
                        <a:pt x="37935" y="32641"/>
                      </a:lnTo>
                      <a:lnTo>
                        <a:pt x="38060" y="32579"/>
                      </a:lnTo>
                      <a:lnTo>
                        <a:pt x="38165" y="32579"/>
                      </a:lnTo>
                      <a:lnTo>
                        <a:pt x="38269" y="32600"/>
                      </a:lnTo>
                      <a:lnTo>
                        <a:pt x="38353" y="32641"/>
                      </a:lnTo>
                      <a:lnTo>
                        <a:pt x="38437" y="32621"/>
                      </a:lnTo>
                      <a:lnTo>
                        <a:pt x="38688" y="32621"/>
                      </a:lnTo>
                      <a:lnTo>
                        <a:pt x="38793" y="32683"/>
                      </a:lnTo>
                      <a:lnTo>
                        <a:pt x="38897" y="32683"/>
                      </a:lnTo>
                      <a:lnTo>
                        <a:pt x="38939" y="32641"/>
                      </a:lnTo>
                      <a:lnTo>
                        <a:pt x="39044" y="32683"/>
                      </a:lnTo>
                      <a:lnTo>
                        <a:pt x="39211" y="32641"/>
                      </a:lnTo>
                      <a:lnTo>
                        <a:pt x="39316" y="32474"/>
                      </a:lnTo>
                      <a:lnTo>
                        <a:pt x="39274" y="32390"/>
                      </a:lnTo>
                      <a:lnTo>
                        <a:pt x="39169" y="32307"/>
                      </a:lnTo>
                      <a:lnTo>
                        <a:pt x="39169" y="32118"/>
                      </a:lnTo>
                      <a:lnTo>
                        <a:pt x="39190" y="31951"/>
                      </a:lnTo>
                      <a:lnTo>
                        <a:pt x="39169" y="31867"/>
                      </a:lnTo>
                      <a:lnTo>
                        <a:pt x="39065" y="31846"/>
                      </a:lnTo>
                      <a:lnTo>
                        <a:pt x="39002" y="31763"/>
                      </a:lnTo>
                      <a:lnTo>
                        <a:pt x="38834" y="31700"/>
                      </a:lnTo>
                      <a:lnTo>
                        <a:pt x="38772" y="31574"/>
                      </a:lnTo>
                      <a:lnTo>
                        <a:pt x="38772" y="31281"/>
                      </a:lnTo>
                      <a:lnTo>
                        <a:pt x="38876" y="31156"/>
                      </a:lnTo>
                      <a:lnTo>
                        <a:pt x="38876" y="31072"/>
                      </a:lnTo>
                      <a:lnTo>
                        <a:pt x="38939" y="30968"/>
                      </a:lnTo>
                      <a:lnTo>
                        <a:pt x="39044" y="30947"/>
                      </a:lnTo>
                      <a:lnTo>
                        <a:pt x="39086" y="30968"/>
                      </a:lnTo>
                      <a:lnTo>
                        <a:pt x="39148" y="30863"/>
                      </a:lnTo>
                      <a:lnTo>
                        <a:pt x="39106" y="30758"/>
                      </a:lnTo>
                      <a:lnTo>
                        <a:pt x="39148" y="30696"/>
                      </a:lnTo>
                      <a:lnTo>
                        <a:pt x="39211" y="30633"/>
                      </a:lnTo>
                      <a:lnTo>
                        <a:pt x="39316" y="30633"/>
                      </a:lnTo>
                      <a:lnTo>
                        <a:pt x="39399" y="30696"/>
                      </a:lnTo>
                      <a:lnTo>
                        <a:pt x="39567" y="30737"/>
                      </a:lnTo>
                      <a:lnTo>
                        <a:pt x="39713" y="30821"/>
                      </a:lnTo>
                      <a:lnTo>
                        <a:pt x="39734" y="30863"/>
                      </a:lnTo>
                      <a:lnTo>
                        <a:pt x="39881" y="30926"/>
                      </a:lnTo>
                      <a:lnTo>
                        <a:pt x="40236" y="30926"/>
                      </a:lnTo>
                      <a:lnTo>
                        <a:pt x="40320" y="30968"/>
                      </a:lnTo>
                      <a:lnTo>
                        <a:pt x="40362" y="31030"/>
                      </a:lnTo>
                      <a:lnTo>
                        <a:pt x="40529" y="31051"/>
                      </a:lnTo>
                      <a:lnTo>
                        <a:pt x="40613" y="31114"/>
                      </a:lnTo>
                      <a:lnTo>
                        <a:pt x="40718" y="31135"/>
                      </a:lnTo>
                      <a:lnTo>
                        <a:pt x="40948" y="31135"/>
                      </a:lnTo>
                      <a:lnTo>
                        <a:pt x="41031" y="31156"/>
                      </a:lnTo>
                      <a:lnTo>
                        <a:pt x="41073" y="31240"/>
                      </a:lnTo>
                      <a:lnTo>
                        <a:pt x="41073" y="31323"/>
                      </a:lnTo>
                      <a:lnTo>
                        <a:pt x="41136" y="31386"/>
                      </a:lnTo>
                      <a:lnTo>
                        <a:pt x="41136" y="31470"/>
                      </a:lnTo>
                      <a:lnTo>
                        <a:pt x="41178" y="31533"/>
                      </a:lnTo>
                      <a:lnTo>
                        <a:pt x="41241" y="31658"/>
                      </a:lnTo>
                      <a:lnTo>
                        <a:pt x="41241" y="31763"/>
                      </a:lnTo>
                      <a:lnTo>
                        <a:pt x="41303" y="31805"/>
                      </a:lnTo>
                      <a:lnTo>
                        <a:pt x="41387" y="31805"/>
                      </a:lnTo>
                      <a:lnTo>
                        <a:pt x="41492" y="31909"/>
                      </a:lnTo>
                      <a:lnTo>
                        <a:pt x="41513" y="31972"/>
                      </a:lnTo>
                      <a:lnTo>
                        <a:pt x="41680" y="32014"/>
                      </a:lnTo>
                      <a:lnTo>
                        <a:pt x="41868" y="32118"/>
                      </a:lnTo>
                      <a:lnTo>
                        <a:pt x="41931" y="32118"/>
                      </a:lnTo>
                      <a:lnTo>
                        <a:pt x="41994" y="32077"/>
                      </a:lnTo>
                      <a:lnTo>
                        <a:pt x="42182" y="32077"/>
                      </a:lnTo>
                      <a:lnTo>
                        <a:pt x="42245" y="32014"/>
                      </a:lnTo>
                      <a:lnTo>
                        <a:pt x="42329" y="32014"/>
                      </a:lnTo>
                      <a:lnTo>
                        <a:pt x="42412" y="32056"/>
                      </a:lnTo>
                      <a:lnTo>
                        <a:pt x="42496" y="32014"/>
                      </a:lnTo>
                      <a:lnTo>
                        <a:pt x="42601" y="31909"/>
                      </a:lnTo>
                      <a:lnTo>
                        <a:pt x="42747" y="31867"/>
                      </a:lnTo>
                      <a:lnTo>
                        <a:pt x="42977" y="31846"/>
                      </a:lnTo>
                      <a:lnTo>
                        <a:pt x="43124" y="31763"/>
                      </a:lnTo>
                      <a:lnTo>
                        <a:pt x="43270" y="31763"/>
                      </a:lnTo>
                      <a:lnTo>
                        <a:pt x="43396" y="31700"/>
                      </a:lnTo>
                      <a:lnTo>
                        <a:pt x="43542" y="31784"/>
                      </a:lnTo>
                      <a:lnTo>
                        <a:pt x="43710" y="31805"/>
                      </a:lnTo>
                      <a:lnTo>
                        <a:pt x="43961" y="31805"/>
                      </a:lnTo>
                      <a:lnTo>
                        <a:pt x="44065" y="31972"/>
                      </a:lnTo>
                      <a:lnTo>
                        <a:pt x="44275" y="32056"/>
                      </a:lnTo>
                      <a:lnTo>
                        <a:pt x="44421" y="32056"/>
                      </a:lnTo>
                      <a:lnTo>
                        <a:pt x="44547" y="32014"/>
                      </a:lnTo>
                      <a:lnTo>
                        <a:pt x="44609" y="32077"/>
                      </a:lnTo>
                      <a:lnTo>
                        <a:pt x="44651" y="32265"/>
                      </a:lnTo>
                      <a:lnTo>
                        <a:pt x="44756" y="32328"/>
                      </a:lnTo>
                      <a:lnTo>
                        <a:pt x="44840" y="32390"/>
                      </a:lnTo>
                      <a:lnTo>
                        <a:pt x="44923" y="32411"/>
                      </a:lnTo>
                      <a:lnTo>
                        <a:pt x="45028" y="32516"/>
                      </a:lnTo>
                      <a:lnTo>
                        <a:pt x="45112" y="32516"/>
                      </a:lnTo>
                      <a:lnTo>
                        <a:pt x="45363" y="32495"/>
                      </a:lnTo>
                      <a:lnTo>
                        <a:pt x="45593" y="32579"/>
                      </a:lnTo>
                      <a:lnTo>
                        <a:pt x="45948" y="32579"/>
                      </a:lnTo>
                      <a:lnTo>
                        <a:pt x="46095" y="32537"/>
                      </a:lnTo>
                      <a:lnTo>
                        <a:pt x="46158" y="32495"/>
                      </a:lnTo>
                      <a:lnTo>
                        <a:pt x="46283" y="32495"/>
                      </a:lnTo>
                      <a:lnTo>
                        <a:pt x="46388" y="32537"/>
                      </a:lnTo>
                      <a:lnTo>
                        <a:pt x="46472" y="32537"/>
                      </a:lnTo>
                      <a:lnTo>
                        <a:pt x="46534" y="32411"/>
                      </a:lnTo>
                      <a:lnTo>
                        <a:pt x="46744" y="32286"/>
                      </a:lnTo>
                      <a:lnTo>
                        <a:pt x="46890" y="32286"/>
                      </a:lnTo>
                      <a:lnTo>
                        <a:pt x="46953" y="32181"/>
                      </a:lnTo>
                      <a:lnTo>
                        <a:pt x="47329" y="32181"/>
                      </a:lnTo>
                      <a:lnTo>
                        <a:pt x="47434" y="32077"/>
                      </a:lnTo>
                      <a:lnTo>
                        <a:pt x="47455" y="31972"/>
                      </a:lnTo>
                      <a:lnTo>
                        <a:pt x="47455" y="31909"/>
                      </a:lnTo>
                      <a:lnTo>
                        <a:pt x="47539" y="31805"/>
                      </a:lnTo>
                      <a:lnTo>
                        <a:pt x="47664" y="31763"/>
                      </a:lnTo>
                      <a:lnTo>
                        <a:pt x="47748" y="31679"/>
                      </a:lnTo>
                      <a:lnTo>
                        <a:pt x="47790" y="31553"/>
                      </a:lnTo>
                      <a:lnTo>
                        <a:pt x="47873" y="31470"/>
                      </a:lnTo>
                      <a:lnTo>
                        <a:pt x="47978" y="31470"/>
                      </a:lnTo>
                      <a:lnTo>
                        <a:pt x="47999" y="31491"/>
                      </a:lnTo>
                      <a:lnTo>
                        <a:pt x="48187" y="31449"/>
                      </a:lnTo>
                      <a:lnTo>
                        <a:pt x="48292" y="31449"/>
                      </a:lnTo>
                      <a:lnTo>
                        <a:pt x="48417" y="31533"/>
                      </a:lnTo>
                      <a:lnTo>
                        <a:pt x="48501" y="31637"/>
                      </a:lnTo>
                      <a:lnTo>
                        <a:pt x="48585" y="31658"/>
                      </a:lnTo>
                      <a:lnTo>
                        <a:pt x="48689" y="31595"/>
                      </a:lnTo>
                      <a:lnTo>
                        <a:pt x="48731" y="31658"/>
                      </a:lnTo>
                      <a:lnTo>
                        <a:pt x="48836" y="31658"/>
                      </a:lnTo>
                      <a:lnTo>
                        <a:pt x="48982" y="31574"/>
                      </a:lnTo>
                      <a:lnTo>
                        <a:pt x="48982" y="31533"/>
                      </a:lnTo>
                      <a:lnTo>
                        <a:pt x="49150" y="31491"/>
                      </a:lnTo>
                      <a:lnTo>
                        <a:pt x="49359" y="31574"/>
                      </a:lnTo>
                      <a:lnTo>
                        <a:pt x="49422" y="31637"/>
                      </a:lnTo>
                      <a:lnTo>
                        <a:pt x="49464" y="31595"/>
                      </a:lnTo>
                      <a:lnTo>
                        <a:pt x="49547" y="31595"/>
                      </a:lnTo>
                      <a:lnTo>
                        <a:pt x="49568" y="31658"/>
                      </a:lnTo>
                      <a:lnTo>
                        <a:pt x="49673" y="31637"/>
                      </a:lnTo>
                      <a:lnTo>
                        <a:pt x="49840" y="31658"/>
                      </a:lnTo>
                      <a:lnTo>
                        <a:pt x="49924" y="31742"/>
                      </a:lnTo>
                      <a:lnTo>
                        <a:pt x="49966" y="31742"/>
                      </a:lnTo>
                      <a:lnTo>
                        <a:pt x="50259" y="31470"/>
                      </a:lnTo>
                      <a:lnTo>
                        <a:pt x="50384" y="31365"/>
                      </a:lnTo>
                      <a:lnTo>
                        <a:pt x="50594" y="31344"/>
                      </a:lnTo>
                      <a:lnTo>
                        <a:pt x="50677" y="31260"/>
                      </a:lnTo>
                      <a:lnTo>
                        <a:pt x="50698" y="31156"/>
                      </a:lnTo>
                      <a:lnTo>
                        <a:pt x="50677" y="31030"/>
                      </a:lnTo>
                      <a:lnTo>
                        <a:pt x="50614" y="31009"/>
                      </a:lnTo>
                      <a:lnTo>
                        <a:pt x="50573" y="31030"/>
                      </a:lnTo>
                      <a:lnTo>
                        <a:pt x="50510" y="31009"/>
                      </a:lnTo>
                      <a:lnTo>
                        <a:pt x="50468" y="31009"/>
                      </a:lnTo>
                      <a:lnTo>
                        <a:pt x="50468" y="30842"/>
                      </a:lnTo>
                      <a:lnTo>
                        <a:pt x="50489" y="30800"/>
                      </a:lnTo>
                      <a:lnTo>
                        <a:pt x="50489" y="30633"/>
                      </a:lnTo>
                      <a:lnTo>
                        <a:pt x="50447" y="30528"/>
                      </a:lnTo>
                      <a:lnTo>
                        <a:pt x="50468" y="30444"/>
                      </a:lnTo>
                      <a:lnTo>
                        <a:pt x="50552" y="30424"/>
                      </a:lnTo>
                      <a:lnTo>
                        <a:pt x="50552" y="30319"/>
                      </a:lnTo>
                      <a:lnTo>
                        <a:pt x="50468" y="30235"/>
                      </a:lnTo>
                      <a:lnTo>
                        <a:pt x="50447" y="30110"/>
                      </a:lnTo>
                      <a:lnTo>
                        <a:pt x="50468" y="30068"/>
                      </a:lnTo>
                      <a:lnTo>
                        <a:pt x="50405" y="29963"/>
                      </a:lnTo>
                      <a:lnTo>
                        <a:pt x="50405" y="29859"/>
                      </a:lnTo>
                      <a:lnTo>
                        <a:pt x="50489" y="29754"/>
                      </a:lnTo>
                      <a:lnTo>
                        <a:pt x="50573" y="29691"/>
                      </a:lnTo>
                      <a:lnTo>
                        <a:pt x="50594" y="29566"/>
                      </a:lnTo>
                      <a:lnTo>
                        <a:pt x="50677" y="29461"/>
                      </a:lnTo>
                      <a:lnTo>
                        <a:pt x="50761" y="29398"/>
                      </a:lnTo>
                      <a:lnTo>
                        <a:pt x="50761" y="29273"/>
                      </a:lnTo>
                      <a:lnTo>
                        <a:pt x="50719" y="29189"/>
                      </a:lnTo>
                      <a:lnTo>
                        <a:pt x="50719" y="29126"/>
                      </a:lnTo>
                      <a:lnTo>
                        <a:pt x="50656" y="29064"/>
                      </a:lnTo>
                      <a:lnTo>
                        <a:pt x="50594" y="28959"/>
                      </a:lnTo>
                      <a:lnTo>
                        <a:pt x="50510" y="28833"/>
                      </a:lnTo>
                      <a:lnTo>
                        <a:pt x="50447" y="28812"/>
                      </a:lnTo>
                      <a:lnTo>
                        <a:pt x="50363" y="28833"/>
                      </a:lnTo>
                      <a:lnTo>
                        <a:pt x="50238" y="28917"/>
                      </a:lnTo>
                      <a:lnTo>
                        <a:pt x="50175" y="28917"/>
                      </a:lnTo>
                      <a:lnTo>
                        <a:pt x="50154" y="28854"/>
                      </a:lnTo>
                      <a:lnTo>
                        <a:pt x="50154" y="28603"/>
                      </a:lnTo>
                      <a:lnTo>
                        <a:pt x="50175" y="28540"/>
                      </a:lnTo>
                      <a:lnTo>
                        <a:pt x="50175" y="28499"/>
                      </a:lnTo>
                      <a:lnTo>
                        <a:pt x="50238" y="28436"/>
                      </a:lnTo>
                      <a:lnTo>
                        <a:pt x="50259" y="28331"/>
                      </a:lnTo>
                      <a:lnTo>
                        <a:pt x="50342" y="28227"/>
                      </a:lnTo>
                      <a:lnTo>
                        <a:pt x="50342" y="28143"/>
                      </a:lnTo>
                      <a:lnTo>
                        <a:pt x="50384" y="28101"/>
                      </a:lnTo>
                      <a:lnTo>
                        <a:pt x="50552" y="28080"/>
                      </a:lnTo>
                      <a:lnTo>
                        <a:pt x="50614" y="28038"/>
                      </a:lnTo>
                      <a:lnTo>
                        <a:pt x="50698" y="28038"/>
                      </a:lnTo>
                      <a:lnTo>
                        <a:pt x="50719" y="28017"/>
                      </a:lnTo>
                      <a:lnTo>
                        <a:pt x="50803" y="28017"/>
                      </a:lnTo>
                      <a:lnTo>
                        <a:pt x="50886" y="27996"/>
                      </a:lnTo>
                      <a:lnTo>
                        <a:pt x="50928" y="27913"/>
                      </a:lnTo>
                      <a:lnTo>
                        <a:pt x="51033" y="27913"/>
                      </a:lnTo>
                      <a:lnTo>
                        <a:pt x="51117" y="27829"/>
                      </a:lnTo>
                      <a:lnTo>
                        <a:pt x="51242" y="27871"/>
                      </a:lnTo>
                      <a:lnTo>
                        <a:pt x="51451" y="27871"/>
                      </a:lnTo>
                      <a:lnTo>
                        <a:pt x="51514" y="27808"/>
                      </a:lnTo>
                      <a:lnTo>
                        <a:pt x="51556" y="27808"/>
                      </a:lnTo>
                      <a:lnTo>
                        <a:pt x="51598" y="27724"/>
                      </a:lnTo>
                      <a:lnTo>
                        <a:pt x="51744" y="27703"/>
                      </a:lnTo>
                      <a:lnTo>
                        <a:pt x="51765" y="27683"/>
                      </a:lnTo>
                      <a:lnTo>
                        <a:pt x="51849" y="27703"/>
                      </a:lnTo>
                      <a:lnTo>
                        <a:pt x="51933" y="27703"/>
                      </a:lnTo>
                      <a:lnTo>
                        <a:pt x="52016" y="27745"/>
                      </a:lnTo>
                      <a:lnTo>
                        <a:pt x="52184" y="27787"/>
                      </a:lnTo>
                      <a:lnTo>
                        <a:pt x="52267" y="27829"/>
                      </a:lnTo>
                      <a:lnTo>
                        <a:pt x="52288" y="27892"/>
                      </a:lnTo>
                      <a:lnTo>
                        <a:pt x="52435" y="27892"/>
                      </a:lnTo>
                      <a:lnTo>
                        <a:pt x="52498" y="27850"/>
                      </a:lnTo>
                      <a:lnTo>
                        <a:pt x="52539" y="27892"/>
                      </a:lnTo>
                      <a:lnTo>
                        <a:pt x="52644" y="27934"/>
                      </a:lnTo>
                      <a:lnTo>
                        <a:pt x="52686" y="27913"/>
                      </a:lnTo>
                      <a:lnTo>
                        <a:pt x="52686" y="27829"/>
                      </a:lnTo>
                      <a:lnTo>
                        <a:pt x="52749" y="27808"/>
                      </a:lnTo>
                      <a:lnTo>
                        <a:pt x="52790" y="27829"/>
                      </a:lnTo>
                      <a:lnTo>
                        <a:pt x="52874" y="27829"/>
                      </a:lnTo>
                      <a:lnTo>
                        <a:pt x="52916" y="27808"/>
                      </a:lnTo>
                      <a:lnTo>
                        <a:pt x="52979" y="27892"/>
                      </a:lnTo>
                      <a:lnTo>
                        <a:pt x="53021" y="27892"/>
                      </a:lnTo>
                      <a:lnTo>
                        <a:pt x="53104" y="27913"/>
                      </a:lnTo>
                      <a:lnTo>
                        <a:pt x="53125" y="27955"/>
                      </a:lnTo>
                      <a:lnTo>
                        <a:pt x="53104" y="28017"/>
                      </a:lnTo>
                      <a:lnTo>
                        <a:pt x="53125" y="28059"/>
                      </a:lnTo>
                      <a:lnTo>
                        <a:pt x="53188" y="28059"/>
                      </a:lnTo>
                      <a:lnTo>
                        <a:pt x="53209" y="28122"/>
                      </a:lnTo>
                      <a:lnTo>
                        <a:pt x="53272" y="28059"/>
                      </a:lnTo>
                      <a:lnTo>
                        <a:pt x="53335" y="28101"/>
                      </a:lnTo>
                      <a:lnTo>
                        <a:pt x="53376" y="28143"/>
                      </a:lnTo>
                      <a:lnTo>
                        <a:pt x="53335" y="28206"/>
                      </a:lnTo>
                      <a:lnTo>
                        <a:pt x="53376" y="28247"/>
                      </a:lnTo>
                      <a:lnTo>
                        <a:pt x="53481" y="28268"/>
                      </a:lnTo>
                      <a:lnTo>
                        <a:pt x="53523" y="28268"/>
                      </a:lnTo>
                      <a:lnTo>
                        <a:pt x="53586" y="28310"/>
                      </a:lnTo>
                      <a:lnTo>
                        <a:pt x="53586" y="28352"/>
                      </a:lnTo>
                      <a:lnTo>
                        <a:pt x="53627" y="28373"/>
                      </a:lnTo>
                      <a:lnTo>
                        <a:pt x="53690" y="28457"/>
                      </a:lnTo>
                      <a:lnTo>
                        <a:pt x="53690" y="28540"/>
                      </a:lnTo>
                      <a:lnTo>
                        <a:pt x="53711" y="28624"/>
                      </a:lnTo>
                      <a:lnTo>
                        <a:pt x="53711" y="28666"/>
                      </a:lnTo>
                      <a:lnTo>
                        <a:pt x="53732" y="28687"/>
                      </a:lnTo>
                      <a:lnTo>
                        <a:pt x="53899" y="28687"/>
                      </a:lnTo>
                      <a:lnTo>
                        <a:pt x="53920" y="28750"/>
                      </a:lnTo>
                      <a:lnTo>
                        <a:pt x="53899" y="28833"/>
                      </a:lnTo>
                      <a:lnTo>
                        <a:pt x="53899" y="28875"/>
                      </a:lnTo>
                      <a:lnTo>
                        <a:pt x="54025" y="28959"/>
                      </a:lnTo>
                      <a:lnTo>
                        <a:pt x="54067" y="29064"/>
                      </a:lnTo>
                      <a:lnTo>
                        <a:pt x="54151" y="29147"/>
                      </a:lnTo>
                      <a:lnTo>
                        <a:pt x="54171" y="29210"/>
                      </a:lnTo>
                      <a:lnTo>
                        <a:pt x="54234" y="29252"/>
                      </a:lnTo>
                      <a:lnTo>
                        <a:pt x="54255" y="29356"/>
                      </a:lnTo>
                      <a:lnTo>
                        <a:pt x="54339" y="29398"/>
                      </a:lnTo>
                      <a:lnTo>
                        <a:pt x="54339" y="29461"/>
                      </a:lnTo>
                      <a:lnTo>
                        <a:pt x="54318" y="29503"/>
                      </a:lnTo>
                      <a:lnTo>
                        <a:pt x="54339" y="29524"/>
                      </a:lnTo>
                      <a:lnTo>
                        <a:pt x="54381" y="29503"/>
                      </a:lnTo>
                      <a:lnTo>
                        <a:pt x="54443" y="29587"/>
                      </a:lnTo>
                      <a:lnTo>
                        <a:pt x="54464" y="29670"/>
                      </a:lnTo>
                      <a:lnTo>
                        <a:pt x="54569" y="29817"/>
                      </a:lnTo>
                      <a:lnTo>
                        <a:pt x="54778" y="29963"/>
                      </a:lnTo>
                      <a:lnTo>
                        <a:pt x="54799" y="30047"/>
                      </a:lnTo>
                      <a:lnTo>
                        <a:pt x="54841" y="30152"/>
                      </a:lnTo>
                      <a:lnTo>
                        <a:pt x="54883" y="30193"/>
                      </a:lnTo>
                      <a:lnTo>
                        <a:pt x="54883" y="30298"/>
                      </a:lnTo>
                      <a:lnTo>
                        <a:pt x="54967" y="30319"/>
                      </a:lnTo>
                      <a:lnTo>
                        <a:pt x="55008" y="30319"/>
                      </a:lnTo>
                      <a:lnTo>
                        <a:pt x="55050" y="30424"/>
                      </a:lnTo>
                      <a:lnTo>
                        <a:pt x="55050" y="30507"/>
                      </a:lnTo>
                      <a:lnTo>
                        <a:pt x="55092" y="30612"/>
                      </a:lnTo>
                      <a:lnTo>
                        <a:pt x="55218" y="30737"/>
                      </a:lnTo>
                      <a:lnTo>
                        <a:pt x="55322" y="30758"/>
                      </a:lnTo>
                      <a:lnTo>
                        <a:pt x="55385" y="30842"/>
                      </a:lnTo>
                      <a:lnTo>
                        <a:pt x="55469" y="30842"/>
                      </a:lnTo>
                      <a:lnTo>
                        <a:pt x="55511" y="30821"/>
                      </a:lnTo>
                      <a:lnTo>
                        <a:pt x="55573" y="30842"/>
                      </a:lnTo>
                      <a:lnTo>
                        <a:pt x="55615" y="30821"/>
                      </a:lnTo>
                      <a:lnTo>
                        <a:pt x="55741" y="30842"/>
                      </a:lnTo>
                      <a:lnTo>
                        <a:pt x="55803" y="30779"/>
                      </a:lnTo>
                      <a:lnTo>
                        <a:pt x="55887" y="30779"/>
                      </a:lnTo>
                      <a:lnTo>
                        <a:pt x="55887" y="30821"/>
                      </a:lnTo>
                      <a:lnTo>
                        <a:pt x="55824" y="30863"/>
                      </a:lnTo>
                      <a:lnTo>
                        <a:pt x="55845" y="30905"/>
                      </a:lnTo>
                      <a:lnTo>
                        <a:pt x="55992" y="30905"/>
                      </a:lnTo>
                      <a:lnTo>
                        <a:pt x="56034" y="30926"/>
                      </a:lnTo>
                      <a:lnTo>
                        <a:pt x="56055" y="30968"/>
                      </a:lnTo>
                      <a:lnTo>
                        <a:pt x="56138" y="31030"/>
                      </a:lnTo>
                      <a:lnTo>
                        <a:pt x="56159" y="30968"/>
                      </a:lnTo>
                      <a:lnTo>
                        <a:pt x="56222" y="30947"/>
                      </a:lnTo>
                      <a:lnTo>
                        <a:pt x="56264" y="30968"/>
                      </a:lnTo>
                      <a:lnTo>
                        <a:pt x="56306" y="30905"/>
                      </a:lnTo>
                      <a:lnTo>
                        <a:pt x="56348" y="30905"/>
                      </a:lnTo>
                      <a:lnTo>
                        <a:pt x="56410" y="30947"/>
                      </a:lnTo>
                      <a:lnTo>
                        <a:pt x="56431" y="31009"/>
                      </a:lnTo>
                      <a:lnTo>
                        <a:pt x="56473" y="31072"/>
                      </a:lnTo>
                      <a:lnTo>
                        <a:pt x="56536" y="31072"/>
                      </a:lnTo>
                      <a:lnTo>
                        <a:pt x="56557" y="31135"/>
                      </a:lnTo>
                      <a:lnTo>
                        <a:pt x="56620" y="31177"/>
                      </a:lnTo>
                      <a:lnTo>
                        <a:pt x="56640" y="31177"/>
                      </a:lnTo>
                      <a:lnTo>
                        <a:pt x="56682" y="31240"/>
                      </a:lnTo>
                      <a:lnTo>
                        <a:pt x="56724" y="31281"/>
                      </a:lnTo>
                      <a:lnTo>
                        <a:pt x="56850" y="31344"/>
                      </a:lnTo>
                      <a:lnTo>
                        <a:pt x="56871" y="31365"/>
                      </a:lnTo>
                      <a:lnTo>
                        <a:pt x="56933" y="31365"/>
                      </a:lnTo>
                      <a:lnTo>
                        <a:pt x="56975" y="31407"/>
                      </a:lnTo>
                      <a:lnTo>
                        <a:pt x="57059" y="31449"/>
                      </a:lnTo>
                      <a:lnTo>
                        <a:pt x="57122" y="31407"/>
                      </a:lnTo>
                      <a:lnTo>
                        <a:pt x="57184" y="31407"/>
                      </a:lnTo>
                      <a:lnTo>
                        <a:pt x="57247" y="31365"/>
                      </a:lnTo>
                      <a:lnTo>
                        <a:pt x="57289" y="31365"/>
                      </a:lnTo>
                      <a:lnTo>
                        <a:pt x="57352" y="31386"/>
                      </a:lnTo>
                      <a:lnTo>
                        <a:pt x="57352" y="31470"/>
                      </a:lnTo>
                      <a:lnTo>
                        <a:pt x="57289" y="31553"/>
                      </a:lnTo>
                      <a:lnTo>
                        <a:pt x="57289" y="31637"/>
                      </a:lnTo>
                      <a:lnTo>
                        <a:pt x="57289" y="31700"/>
                      </a:lnTo>
                      <a:lnTo>
                        <a:pt x="57394" y="31700"/>
                      </a:lnTo>
                      <a:lnTo>
                        <a:pt x="57436" y="31805"/>
                      </a:lnTo>
                      <a:lnTo>
                        <a:pt x="57456" y="31909"/>
                      </a:lnTo>
                      <a:lnTo>
                        <a:pt x="57436" y="32014"/>
                      </a:lnTo>
                      <a:lnTo>
                        <a:pt x="57394" y="32056"/>
                      </a:lnTo>
                      <a:lnTo>
                        <a:pt x="57394" y="32118"/>
                      </a:lnTo>
                      <a:lnTo>
                        <a:pt x="57498" y="32265"/>
                      </a:lnTo>
                      <a:lnTo>
                        <a:pt x="57561" y="32286"/>
                      </a:lnTo>
                      <a:lnTo>
                        <a:pt x="57645" y="32390"/>
                      </a:lnTo>
                      <a:lnTo>
                        <a:pt x="57666" y="32432"/>
                      </a:lnTo>
                      <a:lnTo>
                        <a:pt x="57749" y="32411"/>
                      </a:lnTo>
                      <a:lnTo>
                        <a:pt x="57812" y="32369"/>
                      </a:lnTo>
                      <a:lnTo>
                        <a:pt x="57896" y="32369"/>
                      </a:lnTo>
                      <a:lnTo>
                        <a:pt x="57938" y="32432"/>
                      </a:lnTo>
                      <a:lnTo>
                        <a:pt x="57980" y="32516"/>
                      </a:lnTo>
                      <a:lnTo>
                        <a:pt x="58042" y="32495"/>
                      </a:lnTo>
                      <a:lnTo>
                        <a:pt x="58105" y="32432"/>
                      </a:lnTo>
                      <a:lnTo>
                        <a:pt x="58189" y="32474"/>
                      </a:lnTo>
                      <a:lnTo>
                        <a:pt x="58231" y="32432"/>
                      </a:lnTo>
                      <a:lnTo>
                        <a:pt x="58398" y="32411"/>
                      </a:lnTo>
                      <a:lnTo>
                        <a:pt x="58461" y="32328"/>
                      </a:lnTo>
                      <a:lnTo>
                        <a:pt x="58524" y="32307"/>
                      </a:lnTo>
                      <a:lnTo>
                        <a:pt x="58524" y="32244"/>
                      </a:lnTo>
                      <a:lnTo>
                        <a:pt x="58544" y="32160"/>
                      </a:lnTo>
                      <a:lnTo>
                        <a:pt x="58628" y="32097"/>
                      </a:lnTo>
                      <a:lnTo>
                        <a:pt x="58628" y="31993"/>
                      </a:lnTo>
                      <a:lnTo>
                        <a:pt x="58649" y="31909"/>
                      </a:lnTo>
                      <a:lnTo>
                        <a:pt x="58837" y="31909"/>
                      </a:lnTo>
                      <a:lnTo>
                        <a:pt x="58858" y="31805"/>
                      </a:lnTo>
                      <a:lnTo>
                        <a:pt x="58921" y="31805"/>
                      </a:lnTo>
                      <a:lnTo>
                        <a:pt x="58963" y="31784"/>
                      </a:lnTo>
                      <a:lnTo>
                        <a:pt x="59005" y="31700"/>
                      </a:lnTo>
                      <a:lnTo>
                        <a:pt x="59047" y="31658"/>
                      </a:lnTo>
                      <a:lnTo>
                        <a:pt x="59151" y="31658"/>
                      </a:lnTo>
                      <a:lnTo>
                        <a:pt x="59214" y="31595"/>
                      </a:lnTo>
                      <a:lnTo>
                        <a:pt x="59319" y="31658"/>
                      </a:lnTo>
                      <a:lnTo>
                        <a:pt x="59361" y="31700"/>
                      </a:lnTo>
                      <a:lnTo>
                        <a:pt x="59465" y="31700"/>
                      </a:lnTo>
                      <a:lnTo>
                        <a:pt x="59486" y="31763"/>
                      </a:lnTo>
                      <a:lnTo>
                        <a:pt x="59549" y="31867"/>
                      </a:lnTo>
                      <a:lnTo>
                        <a:pt x="59486" y="31909"/>
                      </a:lnTo>
                      <a:lnTo>
                        <a:pt x="59528" y="31972"/>
                      </a:lnTo>
                      <a:lnTo>
                        <a:pt x="59633" y="32077"/>
                      </a:lnTo>
                      <a:lnTo>
                        <a:pt x="59633" y="32139"/>
                      </a:lnTo>
                      <a:lnTo>
                        <a:pt x="59674" y="32202"/>
                      </a:lnTo>
                      <a:lnTo>
                        <a:pt x="59758" y="32244"/>
                      </a:lnTo>
                      <a:lnTo>
                        <a:pt x="59737" y="32390"/>
                      </a:lnTo>
                      <a:lnTo>
                        <a:pt x="59737" y="32495"/>
                      </a:lnTo>
                      <a:lnTo>
                        <a:pt x="59695" y="32537"/>
                      </a:lnTo>
                      <a:lnTo>
                        <a:pt x="59633" y="32558"/>
                      </a:lnTo>
                      <a:lnTo>
                        <a:pt x="59549" y="32662"/>
                      </a:lnTo>
                      <a:lnTo>
                        <a:pt x="59549" y="32725"/>
                      </a:lnTo>
                      <a:lnTo>
                        <a:pt x="59591" y="32809"/>
                      </a:lnTo>
                      <a:lnTo>
                        <a:pt x="59633" y="32830"/>
                      </a:lnTo>
                      <a:lnTo>
                        <a:pt x="59633" y="32934"/>
                      </a:lnTo>
                      <a:lnTo>
                        <a:pt x="59591" y="33018"/>
                      </a:lnTo>
                      <a:lnTo>
                        <a:pt x="59633" y="33060"/>
                      </a:lnTo>
                      <a:lnTo>
                        <a:pt x="59674" y="33081"/>
                      </a:lnTo>
                      <a:lnTo>
                        <a:pt x="59674" y="33144"/>
                      </a:lnTo>
                      <a:lnTo>
                        <a:pt x="59695" y="33185"/>
                      </a:lnTo>
                      <a:lnTo>
                        <a:pt x="59695" y="33248"/>
                      </a:lnTo>
                      <a:lnTo>
                        <a:pt x="59674" y="33269"/>
                      </a:lnTo>
                      <a:lnTo>
                        <a:pt x="59653" y="33290"/>
                      </a:lnTo>
                      <a:lnTo>
                        <a:pt x="59653" y="33437"/>
                      </a:lnTo>
                      <a:lnTo>
                        <a:pt x="59695" y="33562"/>
                      </a:lnTo>
                      <a:lnTo>
                        <a:pt x="59737" y="33604"/>
                      </a:lnTo>
                      <a:lnTo>
                        <a:pt x="59737" y="33667"/>
                      </a:lnTo>
                      <a:lnTo>
                        <a:pt x="59674" y="33709"/>
                      </a:lnTo>
                      <a:lnTo>
                        <a:pt x="59653" y="33792"/>
                      </a:lnTo>
                      <a:lnTo>
                        <a:pt x="59674" y="33855"/>
                      </a:lnTo>
                      <a:lnTo>
                        <a:pt x="59674" y="33897"/>
                      </a:lnTo>
                      <a:lnTo>
                        <a:pt x="59695" y="33960"/>
                      </a:lnTo>
                      <a:lnTo>
                        <a:pt x="59633" y="34001"/>
                      </a:lnTo>
                      <a:lnTo>
                        <a:pt x="59591" y="34022"/>
                      </a:lnTo>
                      <a:lnTo>
                        <a:pt x="59633" y="34085"/>
                      </a:lnTo>
                      <a:lnTo>
                        <a:pt x="59653" y="34169"/>
                      </a:lnTo>
                      <a:lnTo>
                        <a:pt x="59633" y="34211"/>
                      </a:lnTo>
                      <a:lnTo>
                        <a:pt x="59570" y="34315"/>
                      </a:lnTo>
                      <a:lnTo>
                        <a:pt x="59591" y="34378"/>
                      </a:lnTo>
                      <a:lnTo>
                        <a:pt x="59633" y="34420"/>
                      </a:lnTo>
                      <a:lnTo>
                        <a:pt x="59591" y="34483"/>
                      </a:lnTo>
                      <a:lnTo>
                        <a:pt x="59591" y="34525"/>
                      </a:lnTo>
                      <a:lnTo>
                        <a:pt x="59633" y="34587"/>
                      </a:lnTo>
                      <a:lnTo>
                        <a:pt x="59653" y="34650"/>
                      </a:lnTo>
                      <a:lnTo>
                        <a:pt x="59591" y="34713"/>
                      </a:lnTo>
                      <a:lnTo>
                        <a:pt x="59549" y="34713"/>
                      </a:lnTo>
                      <a:lnTo>
                        <a:pt x="59486" y="34692"/>
                      </a:lnTo>
                      <a:lnTo>
                        <a:pt x="59130" y="34608"/>
                      </a:lnTo>
                      <a:lnTo>
                        <a:pt x="59047" y="34587"/>
                      </a:lnTo>
                      <a:lnTo>
                        <a:pt x="58942" y="34546"/>
                      </a:lnTo>
                      <a:lnTo>
                        <a:pt x="58900" y="34546"/>
                      </a:lnTo>
                      <a:lnTo>
                        <a:pt x="58796" y="34713"/>
                      </a:lnTo>
                      <a:lnTo>
                        <a:pt x="58754" y="34797"/>
                      </a:lnTo>
                      <a:lnTo>
                        <a:pt x="58712" y="34859"/>
                      </a:lnTo>
                      <a:lnTo>
                        <a:pt x="58628" y="34859"/>
                      </a:lnTo>
                      <a:lnTo>
                        <a:pt x="58544" y="34922"/>
                      </a:lnTo>
                      <a:lnTo>
                        <a:pt x="58524" y="34964"/>
                      </a:lnTo>
                      <a:lnTo>
                        <a:pt x="58586" y="35069"/>
                      </a:lnTo>
                      <a:lnTo>
                        <a:pt x="58712" y="35278"/>
                      </a:lnTo>
                      <a:lnTo>
                        <a:pt x="58733" y="35362"/>
                      </a:lnTo>
                      <a:lnTo>
                        <a:pt x="58754" y="35445"/>
                      </a:lnTo>
                      <a:lnTo>
                        <a:pt x="58837" y="35550"/>
                      </a:lnTo>
                      <a:lnTo>
                        <a:pt x="58837" y="35654"/>
                      </a:lnTo>
                      <a:lnTo>
                        <a:pt x="58837" y="35780"/>
                      </a:lnTo>
                      <a:lnTo>
                        <a:pt x="58837" y="35885"/>
                      </a:lnTo>
                      <a:lnTo>
                        <a:pt x="58837" y="36094"/>
                      </a:lnTo>
                      <a:lnTo>
                        <a:pt x="58921" y="36157"/>
                      </a:lnTo>
                      <a:lnTo>
                        <a:pt x="58921" y="36261"/>
                      </a:lnTo>
                      <a:lnTo>
                        <a:pt x="58921" y="36366"/>
                      </a:lnTo>
                      <a:lnTo>
                        <a:pt x="58900" y="36408"/>
                      </a:lnTo>
                      <a:lnTo>
                        <a:pt x="58900" y="36491"/>
                      </a:lnTo>
                      <a:lnTo>
                        <a:pt x="58921" y="36533"/>
                      </a:lnTo>
                      <a:lnTo>
                        <a:pt x="58921" y="36638"/>
                      </a:lnTo>
                      <a:lnTo>
                        <a:pt x="58858" y="36638"/>
                      </a:lnTo>
                      <a:lnTo>
                        <a:pt x="58733" y="36617"/>
                      </a:lnTo>
                      <a:lnTo>
                        <a:pt x="58649" y="36680"/>
                      </a:lnTo>
                      <a:lnTo>
                        <a:pt x="58649" y="36722"/>
                      </a:lnTo>
                      <a:lnTo>
                        <a:pt x="58691" y="36826"/>
                      </a:lnTo>
                      <a:lnTo>
                        <a:pt x="58733" y="36847"/>
                      </a:lnTo>
                      <a:lnTo>
                        <a:pt x="58733" y="36931"/>
                      </a:lnTo>
                      <a:lnTo>
                        <a:pt x="58733" y="36952"/>
                      </a:lnTo>
                      <a:lnTo>
                        <a:pt x="58837" y="37098"/>
                      </a:lnTo>
                      <a:lnTo>
                        <a:pt x="58858" y="37098"/>
                      </a:lnTo>
                      <a:lnTo>
                        <a:pt x="58921" y="36931"/>
                      </a:lnTo>
                      <a:lnTo>
                        <a:pt x="59068" y="36910"/>
                      </a:lnTo>
                      <a:lnTo>
                        <a:pt x="59130" y="36952"/>
                      </a:lnTo>
                      <a:lnTo>
                        <a:pt x="59172" y="36784"/>
                      </a:lnTo>
                      <a:lnTo>
                        <a:pt x="59256" y="36722"/>
                      </a:lnTo>
                      <a:lnTo>
                        <a:pt x="59256" y="36512"/>
                      </a:lnTo>
                      <a:lnTo>
                        <a:pt x="59361" y="36429"/>
                      </a:lnTo>
                      <a:lnTo>
                        <a:pt x="59361" y="36324"/>
                      </a:lnTo>
                      <a:lnTo>
                        <a:pt x="59381" y="36282"/>
                      </a:lnTo>
                      <a:lnTo>
                        <a:pt x="59528" y="36366"/>
                      </a:lnTo>
                      <a:lnTo>
                        <a:pt x="59653" y="36303"/>
                      </a:lnTo>
                      <a:lnTo>
                        <a:pt x="59695" y="36366"/>
                      </a:lnTo>
                      <a:lnTo>
                        <a:pt x="59695" y="36575"/>
                      </a:lnTo>
                      <a:lnTo>
                        <a:pt x="59884" y="36617"/>
                      </a:lnTo>
                      <a:lnTo>
                        <a:pt x="60072" y="36722"/>
                      </a:lnTo>
                      <a:lnTo>
                        <a:pt x="60114" y="36680"/>
                      </a:lnTo>
                      <a:lnTo>
                        <a:pt x="60197" y="36742"/>
                      </a:lnTo>
                      <a:lnTo>
                        <a:pt x="60323" y="36617"/>
                      </a:lnTo>
                      <a:lnTo>
                        <a:pt x="60490" y="36596"/>
                      </a:lnTo>
                      <a:lnTo>
                        <a:pt x="60511" y="36512"/>
                      </a:lnTo>
                      <a:lnTo>
                        <a:pt x="60595" y="36512"/>
                      </a:lnTo>
                      <a:lnTo>
                        <a:pt x="60679" y="36366"/>
                      </a:lnTo>
                      <a:lnTo>
                        <a:pt x="60846" y="36115"/>
                      </a:lnTo>
                      <a:lnTo>
                        <a:pt x="60825" y="36073"/>
                      </a:lnTo>
                      <a:lnTo>
                        <a:pt x="60951" y="36010"/>
                      </a:lnTo>
                      <a:lnTo>
                        <a:pt x="60951" y="35926"/>
                      </a:lnTo>
                      <a:lnTo>
                        <a:pt x="60909" y="35780"/>
                      </a:lnTo>
                      <a:lnTo>
                        <a:pt x="60993" y="35822"/>
                      </a:lnTo>
                      <a:lnTo>
                        <a:pt x="60993" y="35843"/>
                      </a:lnTo>
                      <a:lnTo>
                        <a:pt x="61118" y="35654"/>
                      </a:lnTo>
                      <a:lnTo>
                        <a:pt x="61055" y="35550"/>
                      </a:lnTo>
                      <a:lnTo>
                        <a:pt x="61118" y="35529"/>
                      </a:lnTo>
                      <a:lnTo>
                        <a:pt x="61118" y="35341"/>
                      </a:lnTo>
                      <a:lnTo>
                        <a:pt x="61223" y="35299"/>
                      </a:lnTo>
                      <a:lnTo>
                        <a:pt x="61223" y="35194"/>
                      </a:lnTo>
                      <a:lnTo>
                        <a:pt x="61369" y="35090"/>
                      </a:lnTo>
                      <a:lnTo>
                        <a:pt x="61411" y="35027"/>
                      </a:lnTo>
                      <a:lnTo>
                        <a:pt x="61348" y="34985"/>
                      </a:lnTo>
                      <a:lnTo>
                        <a:pt x="61369" y="34838"/>
                      </a:lnTo>
                      <a:lnTo>
                        <a:pt x="61453" y="34818"/>
                      </a:lnTo>
                      <a:lnTo>
                        <a:pt x="61557" y="34315"/>
                      </a:lnTo>
                      <a:lnTo>
                        <a:pt x="61683" y="34169"/>
                      </a:lnTo>
                      <a:lnTo>
                        <a:pt x="61683" y="34064"/>
                      </a:lnTo>
                      <a:lnTo>
                        <a:pt x="61829" y="33960"/>
                      </a:lnTo>
                      <a:lnTo>
                        <a:pt x="61850" y="33834"/>
                      </a:lnTo>
                      <a:lnTo>
                        <a:pt x="61976" y="33667"/>
                      </a:lnTo>
                      <a:lnTo>
                        <a:pt x="61976" y="33541"/>
                      </a:lnTo>
                      <a:lnTo>
                        <a:pt x="61934" y="33520"/>
                      </a:lnTo>
                      <a:lnTo>
                        <a:pt x="61892" y="33353"/>
                      </a:lnTo>
                      <a:lnTo>
                        <a:pt x="62039" y="33227"/>
                      </a:lnTo>
                      <a:lnTo>
                        <a:pt x="61976" y="32955"/>
                      </a:lnTo>
                      <a:lnTo>
                        <a:pt x="62081" y="32830"/>
                      </a:lnTo>
                      <a:lnTo>
                        <a:pt x="62081" y="32746"/>
                      </a:lnTo>
                      <a:lnTo>
                        <a:pt x="62039" y="32746"/>
                      </a:lnTo>
                      <a:lnTo>
                        <a:pt x="62101" y="32579"/>
                      </a:lnTo>
                      <a:lnTo>
                        <a:pt x="62101" y="32411"/>
                      </a:lnTo>
                      <a:lnTo>
                        <a:pt x="62206" y="32307"/>
                      </a:lnTo>
                      <a:lnTo>
                        <a:pt x="62206" y="32118"/>
                      </a:lnTo>
                      <a:lnTo>
                        <a:pt x="62185" y="32097"/>
                      </a:lnTo>
                      <a:lnTo>
                        <a:pt x="62164" y="31909"/>
                      </a:lnTo>
                      <a:lnTo>
                        <a:pt x="62248" y="31742"/>
                      </a:lnTo>
                      <a:lnTo>
                        <a:pt x="62248" y="31574"/>
                      </a:lnTo>
                      <a:lnTo>
                        <a:pt x="62394" y="31386"/>
                      </a:lnTo>
                      <a:lnTo>
                        <a:pt x="62394" y="31240"/>
                      </a:lnTo>
                      <a:lnTo>
                        <a:pt x="62353" y="31135"/>
                      </a:lnTo>
                      <a:lnTo>
                        <a:pt x="62353" y="30947"/>
                      </a:lnTo>
                      <a:lnTo>
                        <a:pt x="62394" y="30905"/>
                      </a:lnTo>
                      <a:lnTo>
                        <a:pt x="62394" y="30758"/>
                      </a:lnTo>
                      <a:lnTo>
                        <a:pt x="62311" y="30758"/>
                      </a:lnTo>
                      <a:lnTo>
                        <a:pt x="62269" y="30486"/>
                      </a:lnTo>
                      <a:lnTo>
                        <a:pt x="62269" y="30403"/>
                      </a:lnTo>
                      <a:lnTo>
                        <a:pt x="62248" y="30319"/>
                      </a:lnTo>
                      <a:lnTo>
                        <a:pt x="62248" y="30110"/>
                      </a:lnTo>
                      <a:lnTo>
                        <a:pt x="62081" y="29921"/>
                      </a:lnTo>
                      <a:lnTo>
                        <a:pt x="62039" y="29921"/>
                      </a:lnTo>
                      <a:lnTo>
                        <a:pt x="61976" y="29817"/>
                      </a:lnTo>
                      <a:lnTo>
                        <a:pt x="62039" y="29775"/>
                      </a:lnTo>
                      <a:lnTo>
                        <a:pt x="62101" y="29608"/>
                      </a:lnTo>
                      <a:lnTo>
                        <a:pt x="62101" y="29566"/>
                      </a:lnTo>
                      <a:lnTo>
                        <a:pt x="61997" y="29649"/>
                      </a:lnTo>
                      <a:lnTo>
                        <a:pt x="61892" y="29608"/>
                      </a:lnTo>
                      <a:lnTo>
                        <a:pt x="61788" y="29231"/>
                      </a:lnTo>
                      <a:lnTo>
                        <a:pt x="61788" y="29126"/>
                      </a:lnTo>
                      <a:lnTo>
                        <a:pt x="61767" y="29043"/>
                      </a:lnTo>
                      <a:lnTo>
                        <a:pt x="61746" y="28833"/>
                      </a:lnTo>
                      <a:lnTo>
                        <a:pt x="61788" y="28750"/>
                      </a:lnTo>
                      <a:lnTo>
                        <a:pt x="61683" y="28457"/>
                      </a:lnTo>
                      <a:lnTo>
                        <a:pt x="61767" y="28394"/>
                      </a:lnTo>
                      <a:lnTo>
                        <a:pt x="61725" y="28352"/>
                      </a:lnTo>
                      <a:lnTo>
                        <a:pt x="61746" y="28310"/>
                      </a:lnTo>
                      <a:lnTo>
                        <a:pt x="61746" y="28227"/>
                      </a:lnTo>
                      <a:lnTo>
                        <a:pt x="61683" y="28185"/>
                      </a:lnTo>
                      <a:lnTo>
                        <a:pt x="61746" y="28080"/>
                      </a:lnTo>
                      <a:lnTo>
                        <a:pt x="61683" y="27975"/>
                      </a:lnTo>
                      <a:lnTo>
                        <a:pt x="61683" y="27892"/>
                      </a:lnTo>
                      <a:lnTo>
                        <a:pt x="61767" y="27829"/>
                      </a:lnTo>
                      <a:lnTo>
                        <a:pt x="61662" y="27766"/>
                      </a:lnTo>
                      <a:lnTo>
                        <a:pt x="61641" y="27620"/>
                      </a:lnTo>
                      <a:lnTo>
                        <a:pt x="61683" y="27557"/>
                      </a:lnTo>
                      <a:lnTo>
                        <a:pt x="61662" y="27452"/>
                      </a:lnTo>
                      <a:lnTo>
                        <a:pt x="61578" y="27515"/>
                      </a:lnTo>
                      <a:lnTo>
                        <a:pt x="61474" y="27494"/>
                      </a:lnTo>
                      <a:lnTo>
                        <a:pt x="61348" y="27390"/>
                      </a:lnTo>
                      <a:lnTo>
                        <a:pt x="61348" y="27264"/>
                      </a:lnTo>
                      <a:lnTo>
                        <a:pt x="61411" y="27180"/>
                      </a:lnTo>
                      <a:lnTo>
                        <a:pt x="61411" y="27076"/>
                      </a:lnTo>
                      <a:lnTo>
                        <a:pt x="61244" y="26887"/>
                      </a:lnTo>
                      <a:lnTo>
                        <a:pt x="61160" y="26887"/>
                      </a:lnTo>
                      <a:lnTo>
                        <a:pt x="61055" y="26762"/>
                      </a:lnTo>
                      <a:lnTo>
                        <a:pt x="61139" y="26720"/>
                      </a:lnTo>
                      <a:lnTo>
                        <a:pt x="61139" y="26615"/>
                      </a:lnTo>
                      <a:lnTo>
                        <a:pt x="61202" y="26511"/>
                      </a:lnTo>
                      <a:lnTo>
                        <a:pt x="61097" y="26323"/>
                      </a:lnTo>
                      <a:lnTo>
                        <a:pt x="61013" y="26323"/>
                      </a:lnTo>
                      <a:lnTo>
                        <a:pt x="60930" y="26239"/>
                      </a:lnTo>
                      <a:lnTo>
                        <a:pt x="60825" y="26218"/>
                      </a:lnTo>
                      <a:lnTo>
                        <a:pt x="60804" y="26134"/>
                      </a:lnTo>
                      <a:lnTo>
                        <a:pt x="60532" y="26051"/>
                      </a:lnTo>
                      <a:lnTo>
                        <a:pt x="60490" y="25988"/>
                      </a:lnTo>
                      <a:lnTo>
                        <a:pt x="60323" y="25946"/>
                      </a:lnTo>
                      <a:lnTo>
                        <a:pt x="60260" y="25904"/>
                      </a:lnTo>
                      <a:lnTo>
                        <a:pt x="60197" y="25779"/>
                      </a:lnTo>
                      <a:lnTo>
                        <a:pt x="60114" y="25695"/>
                      </a:lnTo>
                      <a:lnTo>
                        <a:pt x="59988" y="25695"/>
                      </a:lnTo>
                      <a:lnTo>
                        <a:pt x="59863" y="25590"/>
                      </a:lnTo>
                      <a:lnTo>
                        <a:pt x="59737" y="25695"/>
                      </a:lnTo>
                      <a:lnTo>
                        <a:pt x="59633" y="25695"/>
                      </a:lnTo>
                      <a:lnTo>
                        <a:pt x="59570" y="25779"/>
                      </a:lnTo>
                      <a:lnTo>
                        <a:pt x="59486" y="25779"/>
                      </a:lnTo>
                      <a:lnTo>
                        <a:pt x="59444" y="25716"/>
                      </a:lnTo>
                      <a:lnTo>
                        <a:pt x="59444" y="25674"/>
                      </a:lnTo>
                      <a:lnTo>
                        <a:pt x="59340" y="25611"/>
                      </a:lnTo>
                      <a:lnTo>
                        <a:pt x="59235" y="25611"/>
                      </a:lnTo>
                      <a:lnTo>
                        <a:pt x="59277" y="25799"/>
                      </a:lnTo>
                      <a:lnTo>
                        <a:pt x="59381" y="25904"/>
                      </a:lnTo>
                      <a:lnTo>
                        <a:pt x="59340" y="26009"/>
                      </a:lnTo>
                      <a:lnTo>
                        <a:pt x="59381" y="26197"/>
                      </a:lnTo>
                      <a:lnTo>
                        <a:pt x="59340" y="26343"/>
                      </a:lnTo>
                      <a:lnTo>
                        <a:pt x="59256" y="26406"/>
                      </a:lnTo>
                      <a:lnTo>
                        <a:pt x="59256" y="26239"/>
                      </a:lnTo>
                      <a:lnTo>
                        <a:pt x="59277" y="26113"/>
                      </a:lnTo>
                      <a:lnTo>
                        <a:pt x="59214" y="25946"/>
                      </a:lnTo>
                      <a:lnTo>
                        <a:pt x="59151" y="26030"/>
                      </a:lnTo>
                      <a:lnTo>
                        <a:pt x="59172" y="26134"/>
                      </a:lnTo>
                      <a:lnTo>
                        <a:pt x="59130" y="26323"/>
                      </a:lnTo>
                      <a:lnTo>
                        <a:pt x="59005" y="26406"/>
                      </a:lnTo>
                      <a:lnTo>
                        <a:pt x="58733" y="26427"/>
                      </a:lnTo>
                      <a:lnTo>
                        <a:pt x="58712" y="26364"/>
                      </a:lnTo>
                      <a:lnTo>
                        <a:pt x="58816" y="26302"/>
                      </a:lnTo>
                      <a:lnTo>
                        <a:pt x="58858" y="26302"/>
                      </a:lnTo>
                      <a:lnTo>
                        <a:pt x="58858" y="26134"/>
                      </a:lnTo>
                      <a:lnTo>
                        <a:pt x="58921" y="26051"/>
                      </a:lnTo>
                      <a:lnTo>
                        <a:pt x="58963" y="26009"/>
                      </a:lnTo>
                      <a:lnTo>
                        <a:pt x="58837" y="26009"/>
                      </a:lnTo>
                      <a:lnTo>
                        <a:pt x="58796" y="26051"/>
                      </a:lnTo>
                      <a:lnTo>
                        <a:pt x="58733" y="26009"/>
                      </a:lnTo>
                      <a:lnTo>
                        <a:pt x="58649" y="26030"/>
                      </a:lnTo>
                      <a:lnTo>
                        <a:pt x="58607" y="26134"/>
                      </a:lnTo>
                      <a:lnTo>
                        <a:pt x="58524" y="26197"/>
                      </a:lnTo>
                      <a:lnTo>
                        <a:pt x="58503" y="26197"/>
                      </a:lnTo>
                      <a:lnTo>
                        <a:pt x="58419" y="26302"/>
                      </a:lnTo>
                      <a:lnTo>
                        <a:pt x="58272" y="26155"/>
                      </a:lnTo>
                      <a:lnTo>
                        <a:pt x="58293" y="26009"/>
                      </a:lnTo>
                      <a:lnTo>
                        <a:pt x="58231" y="25820"/>
                      </a:lnTo>
                      <a:lnTo>
                        <a:pt x="58105" y="25632"/>
                      </a:lnTo>
                      <a:lnTo>
                        <a:pt x="58105" y="25339"/>
                      </a:lnTo>
                      <a:lnTo>
                        <a:pt x="57980" y="25381"/>
                      </a:lnTo>
                      <a:lnTo>
                        <a:pt x="57917" y="25381"/>
                      </a:lnTo>
                      <a:lnTo>
                        <a:pt x="57812" y="25423"/>
                      </a:lnTo>
                      <a:lnTo>
                        <a:pt x="57749" y="25465"/>
                      </a:lnTo>
                      <a:lnTo>
                        <a:pt x="57603" y="25548"/>
                      </a:lnTo>
                      <a:lnTo>
                        <a:pt x="57498" y="25548"/>
                      </a:lnTo>
                      <a:lnTo>
                        <a:pt x="57394" y="25486"/>
                      </a:lnTo>
                      <a:lnTo>
                        <a:pt x="57289" y="25527"/>
                      </a:lnTo>
                      <a:lnTo>
                        <a:pt x="57184" y="25444"/>
                      </a:lnTo>
                      <a:lnTo>
                        <a:pt x="57143" y="25339"/>
                      </a:lnTo>
                      <a:lnTo>
                        <a:pt x="57184" y="25255"/>
                      </a:lnTo>
                      <a:lnTo>
                        <a:pt x="57226" y="25109"/>
                      </a:lnTo>
                      <a:lnTo>
                        <a:pt x="57331" y="24942"/>
                      </a:lnTo>
                      <a:lnTo>
                        <a:pt x="57477" y="24774"/>
                      </a:lnTo>
                      <a:lnTo>
                        <a:pt x="57477" y="24586"/>
                      </a:lnTo>
                      <a:lnTo>
                        <a:pt x="57666" y="24439"/>
                      </a:lnTo>
                      <a:lnTo>
                        <a:pt x="57666" y="24272"/>
                      </a:lnTo>
                      <a:lnTo>
                        <a:pt x="57708" y="24251"/>
                      </a:lnTo>
                      <a:lnTo>
                        <a:pt x="57708" y="24188"/>
                      </a:lnTo>
                      <a:lnTo>
                        <a:pt x="57812" y="24021"/>
                      </a:lnTo>
                      <a:lnTo>
                        <a:pt x="57854" y="23874"/>
                      </a:lnTo>
                      <a:lnTo>
                        <a:pt x="57917" y="23749"/>
                      </a:lnTo>
                      <a:lnTo>
                        <a:pt x="57875" y="23623"/>
                      </a:lnTo>
                      <a:lnTo>
                        <a:pt x="57917" y="23540"/>
                      </a:lnTo>
                      <a:lnTo>
                        <a:pt x="57917" y="23330"/>
                      </a:lnTo>
                      <a:lnTo>
                        <a:pt x="57980" y="23038"/>
                      </a:lnTo>
                      <a:lnTo>
                        <a:pt x="58021" y="23038"/>
                      </a:lnTo>
                      <a:lnTo>
                        <a:pt x="58063" y="22828"/>
                      </a:lnTo>
                      <a:lnTo>
                        <a:pt x="58168" y="22786"/>
                      </a:lnTo>
                      <a:lnTo>
                        <a:pt x="58126" y="22661"/>
                      </a:lnTo>
                      <a:lnTo>
                        <a:pt x="58293" y="22473"/>
                      </a:lnTo>
                      <a:lnTo>
                        <a:pt x="58314" y="22305"/>
                      </a:lnTo>
                      <a:lnTo>
                        <a:pt x="58419" y="22242"/>
                      </a:lnTo>
                      <a:lnTo>
                        <a:pt x="58377" y="22033"/>
                      </a:lnTo>
                      <a:lnTo>
                        <a:pt x="58419" y="21970"/>
                      </a:lnTo>
                      <a:lnTo>
                        <a:pt x="58419" y="21845"/>
                      </a:lnTo>
                      <a:lnTo>
                        <a:pt x="58503" y="21782"/>
                      </a:lnTo>
                      <a:lnTo>
                        <a:pt x="58544" y="21782"/>
                      </a:lnTo>
                      <a:lnTo>
                        <a:pt x="58544" y="21657"/>
                      </a:lnTo>
                      <a:lnTo>
                        <a:pt x="58503" y="21573"/>
                      </a:lnTo>
                      <a:lnTo>
                        <a:pt x="58503" y="21343"/>
                      </a:lnTo>
                      <a:lnTo>
                        <a:pt x="58482" y="21217"/>
                      </a:lnTo>
                      <a:lnTo>
                        <a:pt x="58544" y="21029"/>
                      </a:lnTo>
                      <a:lnTo>
                        <a:pt x="58712" y="20841"/>
                      </a:lnTo>
                      <a:lnTo>
                        <a:pt x="58754" y="20631"/>
                      </a:lnTo>
                      <a:lnTo>
                        <a:pt x="58607" y="20401"/>
                      </a:lnTo>
                      <a:lnTo>
                        <a:pt x="58628" y="20276"/>
                      </a:lnTo>
                      <a:lnTo>
                        <a:pt x="58733" y="20171"/>
                      </a:lnTo>
                      <a:lnTo>
                        <a:pt x="58754" y="20045"/>
                      </a:lnTo>
                      <a:lnTo>
                        <a:pt x="58963" y="19878"/>
                      </a:lnTo>
                      <a:lnTo>
                        <a:pt x="59005" y="19773"/>
                      </a:lnTo>
                      <a:lnTo>
                        <a:pt x="59068" y="19773"/>
                      </a:lnTo>
                      <a:lnTo>
                        <a:pt x="59151" y="19857"/>
                      </a:lnTo>
                      <a:lnTo>
                        <a:pt x="59277" y="19836"/>
                      </a:lnTo>
                      <a:lnTo>
                        <a:pt x="59486" y="19669"/>
                      </a:lnTo>
                      <a:lnTo>
                        <a:pt x="59674" y="19669"/>
                      </a:lnTo>
                      <a:lnTo>
                        <a:pt x="59842" y="19564"/>
                      </a:lnTo>
                      <a:lnTo>
                        <a:pt x="59967" y="19564"/>
                      </a:lnTo>
                      <a:lnTo>
                        <a:pt x="60072" y="19481"/>
                      </a:lnTo>
                      <a:lnTo>
                        <a:pt x="60177" y="19481"/>
                      </a:lnTo>
                      <a:lnTo>
                        <a:pt x="60281" y="19460"/>
                      </a:lnTo>
                      <a:lnTo>
                        <a:pt x="60323" y="19376"/>
                      </a:lnTo>
                      <a:lnTo>
                        <a:pt x="60428" y="19460"/>
                      </a:lnTo>
                      <a:lnTo>
                        <a:pt x="60386" y="19585"/>
                      </a:lnTo>
                      <a:lnTo>
                        <a:pt x="60469" y="19627"/>
                      </a:lnTo>
                      <a:lnTo>
                        <a:pt x="60574" y="19732"/>
                      </a:lnTo>
                      <a:lnTo>
                        <a:pt x="60616" y="19627"/>
                      </a:lnTo>
                      <a:lnTo>
                        <a:pt x="60721" y="19543"/>
                      </a:lnTo>
                      <a:lnTo>
                        <a:pt x="60574" y="19418"/>
                      </a:lnTo>
                      <a:lnTo>
                        <a:pt x="60574" y="19355"/>
                      </a:lnTo>
                      <a:lnTo>
                        <a:pt x="60700" y="19271"/>
                      </a:lnTo>
                      <a:lnTo>
                        <a:pt x="60909" y="19313"/>
                      </a:lnTo>
                      <a:lnTo>
                        <a:pt x="61013" y="19250"/>
                      </a:lnTo>
                      <a:lnTo>
                        <a:pt x="61244" y="19250"/>
                      </a:lnTo>
                      <a:lnTo>
                        <a:pt x="61306" y="19334"/>
                      </a:lnTo>
                      <a:lnTo>
                        <a:pt x="61348" y="19334"/>
                      </a:lnTo>
                      <a:lnTo>
                        <a:pt x="61432" y="19250"/>
                      </a:lnTo>
                      <a:lnTo>
                        <a:pt x="61516" y="19250"/>
                      </a:lnTo>
                      <a:lnTo>
                        <a:pt x="61474" y="19146"/>
                      </a:lnTo>
                      <a:lnTo>
                        <a:pt x="61557" y="19104"/>
                      </a:lnTo>
                      <a:lnTo>
                        <a:pt x="61746" y="19104"/>
                      </a:lnTo>
                      <a:lnTo>
                        <a:pt x="61829" y="19208"/>
                      </a:lnTo>
                      <a:lnTo>
                        <a:pt x="62039" y="19125"/>
                      </a:lnTo>
                      <a:lnTo>
                        <a:pt x="62039" y="19041"/>
                      </a:lnTo>
                      <a:lnTo>
                        <a:pt x="61955" y="18999"/>
                      </a:lnTo>
                      <a:lnTo>
                        <a:pt x="61892" y="19041"/>
                      </a:lnTo>
                      <a:lnTo>
                        <a:pt x="61767" y="18957"/>
                      </a:lnTo>
                      <a:lnTo>
                        <a:pt x="61850" y="18832"/>
                      </a:lnTo>
                      <a:lnTo>
                        <a:pt x="61871" y="18916"/>
                      </a:lnTo>
                      <a:lnTo>
                        <a:pt x="62039" y="18853"/>
                      </a:lnTo>
                      <a:lnTo>
                        <a:pt x="61871" y="18748"/>
                      </a:lnTo>
                      <a:lnTo>
                        <a:pt x="61871" y="18685"/>
                      </a:lnTo>
                      <a:lnTo>
                        <a:pt x="61955" y="18685"/>
                      </a:lnTo>
                      <a:lnTo>
                        <a:pt x="62101" y="18497"/>
                      </a:lnTo>
                      <a:lnTo>
                        <a:pt x="62269" y="18497"/>
                      </a:lnTo>
                      <a:lnTo>
                        <a:pt x="62353" y="18581"/>
                      </a:lnTo>
                      <a:lnTo>
                        <a:pt x="62457" y="18518"/>
                      </a:lnTo>
                      <a:lnTo>
                        <a:pt x="62666" y="18581"/>
                      </a:lnTo>
                      <a:lnTo>
                        <a:pt x="62813" y="18581"/>
                      </a:lnTo>
                      <a:lnTo>
                        <a:pt x="62813" y="18623"/>
                      </a:lnTo>
                      <a:lnTo>
                        <a:pt x="62897" y="18685"/>
                      </a:lnTo>
                      <a:lnTo>
                        <a:pt x="62959" y="18644"/>
                      </a:lnTo>
                      <a:lnTo>
                        <a:pt x="62918" y="18581"/>
                      </a:lnTo>
                      <a:lnTo>
                        <a:pt x="63106" y="18581"/>
                      </a:lnTo>
                      <a:lnTo>
                        <a:pt x="63252" y="18602"/>
                      </a:lnTo>
                      <a:lnTo>
                        <a:pt x="63357" y="18602"/>
                      </a:lnTo>
                      <a:lnTo>
                        <a:pt x="63462" y="18685"/>
                      </a:lnTo>
                      <a:lnTo>
                        <a:pt x="63462" y="18727"/>
                      </a:lnTo>
                      <a:lnTo>
                        <a:pt x="63629" y="18748"/>
                      </a:lnTo>
                      <a:lnTo>
                        <a:pt x="63734" y="18664"/>
                      </a:lnTo>
                      <a:lnTo>
                        <a:pt x="63796" y="18685"/>
                      </a:lnTo>
                      <a:lnTo>
                        <a:pt x="63838" y="18769"/>
                      </a:lnTo>
                      <a:lnTo>
                        <a:pt x="63629" y="18916"/>
                      </a:lnTo>
                      <a:lnTo>
                        <a:pt x="63441" y="18916"/>
                      </a:lnTo>
                      <a:lnTo>
                        <a:pt x="63378" y="18978"/>
                      </a:lnTo>
                      <a:lnTo>
                        <a:pt x="63378" y="19083"/>
                      </a:lnTo>
                      <a:lnTo>
                        <a:pt x="63273" y="19083"/>
                      </a:lnTo>
                      <a:lnTo>
                        <a:pt x="63252" y="19125"/>
                      </a:lnTo>
                      <a:lnTo>
                        <a:pt x="63315" y="19146"/>
                      </a:lnTo>
                      <a:lnTo>
                        <a:pt x="63378" y="19146"/>
                      </a:lnTo>
                      <a:lnTo>
                        <a:pt x="63545" y="19355"/>
                      </a:lnTo>
                      <a:lnTo>
                        <a:pt x="63587" y="19313"/>
                      </a:lnTo>
                      <a:lnTo>
                        <a:pt x="63775" y="19250"/>
                      </a:lnTo>
                      <a:lnTo>
                        <a:pt x="63859" y="19146"/>
                      </a:lnTo>
                      <a:lnTo>
                        <a:pt x="63838" y="19104"/>
                      </a:lnTo>
                      <a:lnTo>
                        <a:pt x="63964" y="19041"/>
                      </a:lnTo>
                      <a:lnTo>
                        <a:pt x="63880" y="18916"/>
                      </a:lnTo>
                      <a:lnTo>
                        <a:pt x="63964" y="18916"/>
                      </a:lnTo>
                      <a:lnTo>
                        <a:pt x="64089" y="19083"/>
                      </a:lnTo>
                      <a:lnTo>
                        <a:pt x="64173" y="19104"/>
                      </a:lnTo>
                      <a:lnTo>
                        <a:pt x="64215" y="19020"/>
                      </a:lnTo>
                      <a:lnTo>
                        <a:pt x="64173" y="18978"/>
                      </a:lnTo>
                      <a:lnTo>
                        <a:pt x="64257" y="18916"/>
                      </a:lnTo>
                      <a:lnTo>
                        <a:pt x="64298" y="18832"/>
                      </a:lnTo>
                      <a:lnTo>
                        <a:pt x="64319" y="18832"/>
                      </a:lnTo>
                      <a:lnTo>
                        <a:pt x="64319" y="18727"/>
                      </a:lnTo>
                      <a:lnTo>
                        <a:pt x="64298" y="18664"/>
                      </a:lnTo>
                      <a:lnTo>
                        <a:pt x="64382" y="18623"/>
                      </a:lnTo>
                      <a:lnTo>
                        <a:pt x="64466" y="18685"/>
                      </a:lnTo>
                      <a:lnTo>
                        <a:pt x="64529" y="18623"/>
                      </a:lnTo>
                      <a:lnTo>
                        <a:pt x="64591" y="18685"/>
                      </a:lnTo>
                      <a:lnTo>
                        <a:pt x="64612" y="18769"/>
                      </a:lnTo>
                      <a:lnTo>
                        <a:pt x="64696" y="18811"/>
                      </a:lnTo>
                      <a:lnTo>
                        <a:pt x="64842" y="18664"/>
                      </a:lnTo>
                      <a:lnTo>
                        <a:pt x="64780" y="18602"/>
                      </a:lnTo>
                      <a:lnTo>
                        <a:pt x="64780" y="18581"/>
                      </a:lnTo>
                      <a:lnTo>
                        <a:pt x="64842" y="18518"/>
                      </a:lnTo>
                      <a:lnTo>
                        <a:pt x="64926" y="18560"/>
                      </a:lnTo>
                      <a:lnTo>
                        <a:pt x="65010" y="18497"/>
                      </a:lnTo>
                      <a:lnTo>
                        <a:pt x="65094" y="18497"/>
                      </a:lnTo>
                      <a:lnTo>
                        <a:pt x="65114" y="18455"/>
                      </a:lnTo>
                      <a:lnTo>
                        <a:pt x="65010" y="18351"/>
                      </a:lnTo>
                      <a:lnTo>
                        <a:pt x="65031" y="18288"/>
                      </a:lnTo>
                      <a:lnTo>
                        <a:pt x="65031" y="18246"/>
                      </a:lnTo>
                      <a:lnTo>
                        <a:pt x="64926" y="18183"/>
                      </a:lnTo>
                      <a:lnTo>
                        <a:pt x="64884" y="18141"/>
                      </a:lnTo>
                      <a:lnTo>
                        <a:pt x="64884" y="18162"/>
                      </a:lnTo>
                      <a:lnTo>
                        <a:pt x="64884" y="18204"/>
                      </a:lnTo>
                      <a:lnTo>
                        <a:pt x="64822" y="18204"/>
                      </a:lnTo>
                      <a:lnTo>
                        <a:pt x="64717" y="18162"/>
                      </a:lnTo>
                      <a:lnTo>
                        <a:pt x="64696" y="18183"/>
                      </a:lnTo>
                      <a:lnTo>
                        <a:pt x="64696" y="18246"/>
                      </a:lnTo>
                      <a:lnTo>
                        <a:pt x="64591" y="18246"/>
                      </a:lnTo>
                      <a:lnTo>
                        <a:pt x="64529" y="18288"/>
                      </a:lnTo>
                      <a:lnTo>
                        <a:pt x="64466" y="18246"/>
                      </a:lnTo>
                      <a:lnTo>
                        <a:pt x="64487" y="18141"/>
                      </a:lnTo>
                      <a:lnTo>
                        <a:pt x="64529" y="18100"/>
                      </a:lnTo>
                      <a:lnTo>
                        <a:pt x="64382" y="17890"/>
                      </a:lnTo>
                      <a:lnTo>
                        <a:pt x="64487" y="17828"/>
                      </a:lnTo>
                      <a:lnTo>
                        <a:pt x="64382" y="17660"/>
                      </a:lnTo>
                      <a:lnTo>
                        <a:pt x="64424" y="17451"/>
                      </a:lnTo>
                      <a:lnTo>
                        <a:pt x="64424" y="17325"/>
                      </a:lnTo>
                      <a:lnTo>
                        <a:pt x="64508" y="17221"/>
                      </a:lnTo>
                      <a:lnTo>
                        <a:pt x="64508" y="17032"/>
                      </a:lnTo>
                      <a:lnTo>
                        <a:pt x="64612" y="16928"/>
                      </a:lnTo>
                      <a:lnTo>
                        <a:pt x="64612" y="16802"/>
                      </a:lnTo>
                      <a:lnTo>
                        <a:pt x="64591" y="16781"/>
                      </a:lnTo>
                      <a:lnTo>
                        <a:pt x="64717" y="16719"/>
                      </a:lnTo>
                      <a:lnTo>
                        <a:pt x="64591" y="16572"/>
                      </a:lnTo>
                      <a:lnTo>
                        <a:pt x="64633" y="16175"/>
                      </a:lnTo>
                      <a:lnTo>
                        <a:pt x="64738" y="16091"/>
                      </a:lnTo>
                      <a:lnTo>
                        <a:pt x="64633" y="15944"/>
                      </a:lnTo>
                      <a:lnTo>
                        <a:pt x="64612" y="15777"/>
                      </a:lnTo>
                      <a:lnTo>
                        <a:pt x="64529" y="15735"/>
                      </a:lnTo>
                      <a:lnTo>
                        <a:pt x="64529" y="15672"/>
                      </a:lnTo>
                      <a:lnTo>
                        <a:pt x="64633" y="15589"/>
                      </a:lnTo>
                      <a:lnTo>
                        <a:pt x="64612" y="15442"/>
                      </a:lnTo>
                      <a:lnTo>
                        <a:pt x="64696" y="15379"/>
                      </a:lnTo>
                      <a:lnTo>
                        <a:pt x="64822" y="15170"/>
                      </a:lnTo>
                      <a:lnTo>
                        <a:pt x="64947" y="15212"/>
                      </a:lnTo>
                      <a:lnTo>
                        <a:pt x="65031" y="15149"/>
                      </a:lnTo>
                      <a:lnTo>
                        <a:pt x="65114" y="15170"/>
                      </a:lnTo>
                      <a:lnTo>
                        <a:pt x="65156" y="15107"/>
                      </a:lnTo>
                      <a:lnTo>
                        <a:pt x="65366" y="15107"/>
                      </a:lnTo>
                      <a:lnTo>
                        <a:pt x="65407" y="15045"/>
                      </a:lnTo>
                      <a:lnTo>
                        <a:pt x="65470" y="15024"/>
                      </a:lnTo>
                      <a:lnTo>
                        <a:pt x="65512" y="14919"/>
                      </a:lnTo>
                      <a:lnTo>
                        <a:pt x="65554" y="14919"/>
                      </a:lnTo>
                      <a:lnTo>
                        <a:pt x="65617" y="14898"/>
                      </a:lnTo>
                      <a:lnTo>
                        <a:pt x="65742" y="14898"/>
                      </a:lnTo>
                      <a:lnTo>
                        <a:pt x="65763" y="15003"/>
                      </a:lnTo>
                      <a:lnTo>
                        <a:pt x="65826" y="14961"/>
                      </a:lnTo>
                      <a:lnTo>
                        <a:pt x="65868" y="14961"/>
                      </a:lnTo>
                      <a:lnTo>
                        <a:pt x="65951" y="15107"/>
                      </a:lnTo>
                      <a:lnTo>
                        <a:pt x="65993" y="15107"/>
                      </a:lnTo>
                      <a:lnTo>
                        <a:pt x="66098" y="14961"/>
                      </a:lnTo>
                      <a:lnTo>
                        <a:pt x="66098" y="14835"/>
                      </a:lnTo>
                      <a:lnTo>
                        <a:pt x="66182" y="14815"/>
                      </a:lnTo>
                      <a:lnTo>
                        <a:pt x="66203" y="14689"/>
                      </a:lnTo>
                      <a:lnTo>
                        <a:pt x="66265" y="14689"/>
                      </a:lnTo>
                      <a:lnTo>
                        <a:pt x="66286" y="14794"/>
                      </a:lnTo>
                      <a:lnTo>
                        <a:pt x="66412" y="14856"/>
                      </a:lnTo>
                      <a:lnTo>
                        <a:pt x="66412" y="15003"/>
                      </a:lnTo>
                      <a:lnTo>
                        <a:pt x="66391" y="15045"/>
                      </a:lnTo>
                      <a:lnTo>
                        <a:pt x="66454" y="15107"/>
                      </a:lnTo>
                      <a:lnTo>
                        <a:pt x="66475" y="15212"/>
                      </a:lnTo>
                      <a:lnTo>
                        <a:pt x="66391" y="15275"/>
                      </a:lnTo>
                      <a:lnTo>
                        <a:pt x="66454" y="15317"/>
                      </a:lnTo>
                      <a:lnTo>
                        <a:pt x="66475" y="15442"/>
                      </a:lnTo>
                      <a:lnTo>
                        <a:pt x="66454" y="15442"/>
                      </a:lnTo>
                      <a:lnTo>
                        <a:pt x="66454" y="15526"/>
                      </a:lnTo>
                      <a:lnTo>
                        <a:pt x="66475" y="15568"/>
                      </a:lnTo>
                      <a:lnTo>
                        <a:pt x="66412" y="15651"/>
                      </a:lnTo>
                      <a:lnTo>
                        <a:pt x="66391" y="15693"/>
                      </a:lnTo>
                      <a:lnTo>
                        <a:pt x="66412" y="15756"/>
                      </a:lnTo>
                      <a:lnTo>
                        <a:pt x="66516" y="15651"/>
                      </a:lnTo>
                      <a:lnTo>
                        <a:pt x="66558" y="15735"/>
                      </a:lnTo>
                      <a:lnTo>
                        <a:pt x="66663" y="15756"/>
                      </a:lnTo>
                      <a:lnTo>
                        <a:pt x="66684" y="15965"/>
                      </a:lnTo>
                      <a:lnTo>
                        <a:pt x="66726" y="15903"/>
                      </a:lnTo>
                      <a:lnTo>
                        <a:pt x="66726" y="15840"/>
                      </a:lnTo>
                      <a:lnTo>
                        <a:pt x="66830" y="15735"/>
                      </a:lnTo>
                      <a:lnTo>
                        <a:pt x="66914" y="15735"/>
                      </a:lnTo>
                      <a:lnTo>
                        <a:pt x="66977" y="15777"/>
                      </a:lnTo>
                      <a:lnTo>
                        <a:pt x="66872" y="15944"/>
                      </a:lnTo>
                      <a:lnTo>
                        <a:pt x="66977" y="16049"/>
                      </a:lnTo>
                      <a:lnTo>
                        <a:pt x="66998" y="16175"/>
                      </a:lnTo>
                      <a:lnTo>
                        <a:pt x="67081" y="15986"/>
                      </a:lnTo>
                      <a:lnTo>
                        <a:pt x="67144" y="15944"/>
                      </a:lnTo>
                      <a:lnTo>
                        <a:pt x="67144" y="15861"/>
                      </a:lnTo>
                      <a:lnTo>
                        <a:pt x="67207" y="15777"/>
                      </a:lnTo>
                      <a:lnTo>
                        <a:pt x="67207" y="15484"/>
                      </a:lnTo>
                      <a:lnTo>
                        <a:pt x="67291" y="15421"/>
                      </a:lnTo>
                      <a:lnTo>
                        <a:pt x="67207" y="15338"/>
                      </a:lnTo>
                      <a:lnTo>
                        <a:pt x="67311" y="15254"/>
                      </a:lnTo>
                      <a:lnTo>
                        <a:pt x="67311" y="15149"/>
                      </a:lnTo>
                      <a:lnTo>
                        <a:pt x="67249" y="15128"/>
                      </a:lnTo>
                      <a:lnTo>
                        <a:pt x="67249" y="15066"/>
                      </a:lnTo>
                      <a:lnTo>
                        <a:pt x="67311" y="15045"/>
                      </a:lnTo>
                      <a:lnTo>
                        <a:pt x="67332" y="14856"/>
                      </a:lnTo>
                      <a:lnTo>
                        <a:pt x="67249" y="14794"/>
                      </a:lnTo>
                      <a:lnTo>
                        <a:pt x="67311" y="14605"/>
                      </a:lnTo>
                      <a:lnTo>
                        <a:pt x="67395" y="14522"/>
                      </a:lnTo>
                      <a:lnTo>
                        <a:pt x="67542" y="14501"/>
                      </a:lnTo>
                      <a:lnTo>
                        <a:pt x="67604" y="14584"/>
                      </a:lnTo>
                      <a:lnTo>
                        <a:pt x="67667" y="14647"/>
                      </a:lnTo>
                      <a:lnTo>
                        <a:pt x="67730" y="14584"/>
                      </a:lnTo>
                      <a:lnTo>
                        <a:pt x="67646" y="14501"/>
                      </a:lnTo>
                      <a:lnTo>
                        <a:pt x="67688" y="14375"/>
                      </a:lnTo>
                      <a:lnTo>
                        <a:pt x="67521" y="14291"/>
                      </a:lnTo>
                      <a:lnTo>
                        <a:pt x="67479" y="14061"/>
                      </a:lnTo>
                      <a:lnTo>
                        <a:pt x="67395" y="13999"/>
                      </a:lnTo>
                      <a:lnTo>
                        <a:pt x="67395" y="13957"/>
                      </a:lnTo>
                      <a:lnTo>
                        <a:pt x="67291" y="13873"/>
                      </a:lnTo>
                      <a:lnTo>
                        <a:pt x="67270" y="13706"/>
                      </a:lnTo>
                      <a:lnTo>
                        <a:pt x="67311" y="13664"/>
                      </a:lnTo>
                      <a:lnTo>
                        <a:pt x="67291" y="13538"/>
                      </a:lnTo>
                      <a:lnTo>
                        <a:pt x="67165" y="13434"/>
                      </a:lnTo>
                      <a:lnTo>
                        <a:pt x="67186" y="13329"/>
                      </a:lnTo>
                      <a:lnTo>
                        <a:pt x="67123" y="13266"/>
                      </a:lnTo>
                      <a:lnTo>
                        <a:pt x="67291" y="13141"/>
                      </a:lnTo>
                      <a:lnTo>
                        <a:pt x="67416" y="13141"/>
                      </a:lnTo>
                      <a:lnTo>
                        <a:pt x="67521" y="13015"/>
                      </a:lnTo>
                      <a:lnTo>
                        <a:pt x="67688" y="13015"/>
                      </a:lnTo>
                      <a:lnTo>
                        <a:pt x="67730" y="12952"/>
                      </a:lnTo>
                      <a:lnTo>
                        <a:pt x="67897" y="13078"/>
                      </a:lnTo>
                      <a:lnTo>
                        <a:pt x="68044" y="13078"/>
                      </a:lnTo>
                      <a:lnTo>
                        <a:pt x="68107" y="13120"/>
                      </a:lnTo>
                      <a:lnTo>
                        <a:pt x="68211" y="13141"/>
                      </a:lnTo>
                      <a:lnTo>
                        <a:pt x="68274" y="13120"/>
                      </a:lnTo>
                      <a:lnTo>
                        <a:pt x="68127" y="13182"/>
                      </a:lnTo>
                      <a:lnTo>
                        <a:pt x="68211" y="13245"/>
                      </a:lnTo>
                      <a:lnTo>
                        <a:pt x="68065" y="13287"/>
                      </a:lnTo>
                      <a:lnTo>
                        <a:pt x="67939" y="13266"/>
                      </a:lnTo>
                      <a:lnTo>
                        <a:pt x="67793" y="13434"/>
                      </a:lnTo>
                      <a:lnTo>
                        <a:pt x="67793" y="13496"/>
                      </a:lnTo>
                      <a:lnTo>
                        <a:pt x="67835" y="13643"/>
                      </a:lnTo>
                      <a:lnTo>
                        <a:pt x="67835" y="13768"/>
                      </a:lnTo>
                      <a:lnTo>
                        <a:pt x="67918" y="13810"/>
                      </a:lnTo>
                      <a:lnTo>
                        <a:pt x="67939" y="13894"/>
                      </a:lnTo>
                      <a:lnTo>
                        <a:pt x="68065" y="14061"/>
                      </a:lnTo>
                      <a:lnTo>
                        <a:pt x="68065" y="14103"/>
                      </a:lnTo>
                      <a:lnTo>
                        <a:pt x="68107" y="14103"/>
                      </a:lnTo>
                      <a:lnTo>
                        <a:pt x="68065" y="14166"/>
                      </a:lnTo>
                      <a:lnTo>
                        <a:pt x="68211" y="14208"/>
                      </a:lnTo>
                      <a:lnTo>
                        <a:pt x="68232" y="14333"/>
                      </a:lnTo>
                      <a:lnTo>
                        <a:pt x="68232" y="14396"/>
                      </a:lnTo>
                      <a:lnTo>
                        <a:pt x="68169" y="14438"/>
                      </a:lnTo>
                      <a:lnTo>
                        <a:pt x="68211" y="14710"/>
                      </a:lnTo>
                      <a:lnTo>
                        <a:pt x="68253" y="14731"/>
                      </a:lnTo>
                      <a:lnTo>
                        <a:pt x="68316" y="14647"/>
                      </a:lnTo>
                      <a:lnTo>
                        <a:pt x="68358" y="14647"/>
                      </a:lnTo>
                      <a:lnTo>
                        <a:pt x="68441" y="14752"/>
                      </a:lnTo>
                      <a:lnTo>
                        <a:pt x="68483" y="14835"/>
                      </a:lnTo>
                      <a:lnTo>
                        <a:pt x="68420" y="15024"/>
                      </a:lnTo>
                      <a:lnTo>
                        <a:pt x="68420" y="15233"/>
                      </a:lnTo>
                      <a:lnTo>
                        <a:pt x="68483" y="15317"/>
                      </a:lnTo>
                      <a:lnTo>
                        <a:pt x="68567" y="15254"/>
                      </a:lnTo>
                      <a:lnTo>
                        <a:pt x="68672" y="15275"/>
                      </a:lnTo>
                      <a:lnTo>
                        <a:pt x="68692" y="15338"/>
                      </a:lnTo>
                      <a:lnTo>
                        <a:pt x="68672" y="15421"/>
                      </a:lnTo>
                      <a:lnTo>
                        <a:pt x="68588" y="15421"/>
                      </a:lnTo>
                      <a:lnTo>
                        <a:pt x="68483" y="15484"/>
                      </a:lnTo>
                      <a:lnTo>
                        <a:pt x="68462" y="15484"/>
                      </a:lnTo>
                      <a:lnTo>
                        <a:pt x="68337" y="15631"/>
                      </a:lnTo>
                      <a:lnTo>
                        <a:pt x="68316" y="15735"/>
                      </a:lnTo>
                      <a:lnTo>
                        <a:pt x="68169" y="15798"/>
                      </a:lnTo>
                      <a:lnTo>
                        <a:pt x="68148" y="15861"/>
                      </a:lnTo>
                      <a:lnTo>
                        <a:pt x="68065" y="15882"/>
                      </a:lnTo>
                      <a:lnTo>
                        <a:pt x="68065" y="15986"/>
                      </a:lnTo>
                      <a:lnTo>
                        <a:pt x="68023" y="16070"/>
                      </a:lnTo>
                      <a:lnTo>
                        <a:pt x="68065" y="16195"/>
                      </a:lnTo>
                      <a:lnTo>
                        <a:pt x="68148" y="16175"/>
                      </a:lnTo>
                      <a:lnTo>
                        <a:pt x="68148" y="16321"/>
                      </a:lnTo>
                      <a:lnTo>
                        <a:pt x="68044" y="16509"/>
                      </a:lnTo>
                      <a:lnTo>
                        <a:pt x="68065" y="16593"/>
                      </a:lnTo>
                      <a:lnTo>
                        <a:pt x="68127" y="16614"/>
                      </a:lnTo>
                      <a:lnTo>
                        <a:pt x="68107" y="16844"/>
                      </a:lnTo>
                      <a:lnTo>
                        <a:pt x="68127" y="17032"/>
                      </a:lnTo>
                      <a:lnTo>
                        <a:pt x="68065" y="17116"/>
                      </a:lnTo>
                      <a:lnTo>
                        <a:pt x="67939" y="17158"/>
                      </a:lnTo>
                      <a:lnTo>
                        <a:pt x="67918" y="17263"/>
                      </a:lnTo>
                      <a:lnTo>
                        <a:pt x="67960" y="17325"/>
                      </a:lnTo>
                      <a:lnTo>
                        <a:pt x="67939" y="17535"/>
                      </a:lnTo>
                      <a:lnTo>
                        <a:pt x="67918" y="17576"/>
                      </a:lnTo>
                      <a:lnTo>
                        <a:pt x="67939" y="17660"/>
                      </a:lnTo>
                      <a:lnTo>
                        <a:pt x="68044" y="17765"/>
                      </a:lnTo>
                      <a:lnTo>
                        <a:pt x="67960" y="17765"/>
                      </a:lnTo>
                      <a:lnTo>
                        <a:pt x="67939" y="17953"/>
                      </a:lnTo>
                      <a:lnTo>
                        <a:pt x="67960" y="17995"/>
                      </a:lnTo>
                      <a:lnTo>
                        <a:pt x="67960" y="18141"/>
                      </a:lnTo>
                      <a:lnTo>
                        <a:pt x="67855" y="18246"/>
                      </a:lnTo>
                      <a:lnTo>
                        <a:pt x="67939" y="18372"/>
                      </a:lnTo>
                      <a:lnTo>
                        <a:pt x="67939" y="18602"/>
                      </a:lnTo>
                      <a:lnTo>
                        <a:pt x="68023" y="18811"/>
                      </a:lnTo>
                      <a:lnTo>
                        <a:pt x="67835" y="19146"/>
                      </a:lnTo>
                      <a:lnTo>
                        <a:pt x="67939" y="19292"/>
                      </a:lnTo>
                      <a:lnTo>
                        <a:pt x="67835" y="19250"/>
                      </a:lnTo>
                      <a:lnTo>
                        <a:pt x="67625" y="19292"/>
                      </a:lnTo>
                      <a:lnTo>
                        <a:pt x="67625" y="19501"/>
                      </a:lnTo>
                      <a:lnTo>
                        <a:pt x="67646" y="19564"/>
                      </a:lnTo>
                      <a:lnTo>
                        <a:pt x="67521" y="19711"/>
                      </a:lnTo>
                      <a:lnTo>
                        <a:pt x="67291" y="19606"/>
                      </a:lnTo>
                      <a:lnTo>
                        <a:pt x="67186" y="19711"/>
                      </a:lnTo>
                      <a:lnTo>
                        <a:pt x="67186" y="19773"/>
                      </a:lnTo>
                      <a:lnTo>
                        <a:pt x="67332" y="19773"/>
                      </a:lnTo>
                      <a:lnTo>
                        <a:pt x="67542" y="20087"/>
                      </a:lnTo>
                      <a:lnTo>
                        <a:pt x="67542" y="20380"/>
                      </a:lnTo>
                      <a:lnTo>
                        <a:pt x="67500" y="20464"/>
                      </a:lnTo>
                      <a:lnTo>
                        <a:pt x="67542" y="20548"/>
                      </a:lnTo>
                      <a:lnTo>
                        <a:pt x="67437" y="20569"/>
                      </a:lnTo>
                      <a:lnTo>
                        <a:pt x="67416" y="20778"/>
                      </a:lnTo>
                      <a:lnTo>
                        <a:pt x="67291" y="20924"/>
                      </a:lnTo>
                      <a:lnTo>
                        <a:pt x="67270" y="21175"/>
                      </a:lnTo>
                      <a:lnTo>
                        <a:pt x="67374" y="21385"/>
                      </a:lnTo>
                      <a:lnTo>
                        <a:pt x="67416" y="21761"/>
                      </a:lnTo>
                      <a:lnTo>
                        <a:pt x="67583" y="22033"/>
                      </a:lnTo>
                      <a:lnTo>
                        <a:pt x="67583" y="22242"/>
                      </a:lnTo>
                      <a:lnTo>
                        <a:pt x="67835" y="22807"/>
                      </a:lnTo>
                      <a:lnTo>
                        <a:pt x="68148" y="23414"/>
                      </a:lnTo>
                      <a:lnTo>
                        <a:pt x="68462" y="23916"/>
                      </a:lnTo>
                      <a:lnTo>
                        <a:pt x="68630" y="24063"/>
                      </a:lnTo>
                      <a:lnTo>
                        <a:pt x="68630" y="24251"/>
                      </a:lnTo>
                      <a:lnTo>
                        <a:pt x="69048" y="24732"/>
                      </a:lnTo>
                      <a:lnTo>
                        <a:pt x="69488" y="25527"/>
                      </a:lnTo>
                      <a:lnTo>
                        <a:pt x="69697" y="25632"/>
                      </a:lnTo>
                      <a:lnTo>
                        <a:pt x="69843" y="25632"/>
                      </a:lnTo>
                      <a:lnTo>
                        <a:pt x="69927" y="25590"/>
                      </a:lnTo>
                      <a:lnTo>
                        <a:pt x="69927" y="25590"/>
                      </a:lnTo>
                      <a:lnTo>
                        <a:pt x="69885" y="25695"/>
                      </a:lnTo>
                      <a:lnTo>
                        <a:pt x="69780" y="25737"/>
                      </a:lnTo>
                      <a:lnTo>
                        <a:pt x="69697" y="25737"/>
                      </a:lnTo>
                      <a:lnTo>
                        <a:pt x="69843" y="25988"/>
                      </a:lnTo>
                      <a:lnTo>
                        <a:pt x="70052" y="26469"/>
                      </a:lnTo>
                      <a:lnTo>
                        <a:pt x="70094" y="26678"/>
                      </a:lnTo>
                      <a:lnTo>
                        <a:pt x="70220" y="26867"/>
                      </a:lnTo>
                      <a:lnTo>
                        <a:pt x="70450" y="26887"/>
                      </a:lnTo>
                      <a:lnTo>
                        <a:pt x="70471" y="26971"/>
                      </a:lnTo>
                      <a:lnTo>
                        <a:pt x="70471" y="27076"/>
                      </a:lnTo>
                      <a:lnTo>
                        <a:pt x="70513" y="27159"/>
                      </a:lnTo>
                      <a:lnTo>
                        <a:pt x="70471" y="27285"/>
                      </a:lnTo>
                      <a:lnTo>
                        <a:pt x="70617" y="27034"/>
                      </a:lnTo>
                      <a:lnTo>
                        <a:pt x="70659" y="26762"/>
                      </a:lnTo>
                      <a:lnTo>
                        <a:pt x="70680" y="26741"/>
                      </a:lnTo>
                      <a:lnTo>
                        <a:pt x="70680" y="26636"/>
                      </a:lnTo>
                      <a:lnTo>
                        <a:pt x="70827" y="26511"/>
                      </a:lnTo>
                      <a:lnTo>
                        <a:pt x="70848" y="26406"/>
                      </a:lnTo>
                      <a:lnTo>
                        <a:pt x="70827" y="26343"/>
                      </a:lnTo>
                      <a:lnTo>
                        <a:pt x="70868" y="26239"/>
                      </a:lnTo>
                      <a:lnTo>
                        <a:pt x="70931" y="25988"/>
                      </a:lnTo>
                      <a:lnTo>
                        <a:pt x="70868" y="25883"/>
                      </a:lnTo>
                      <a:lnTo>
                        <a:pt x="70889" y="25695"/>
                      </a:lnTo>
                      <a:lnTo>
                        <a:pt x="70994" y="25611"/>
                      </a:lnTo>
                      <a:lnTo>
                        <a:pt x="70889" y="25507"/>
                      </a:lnTo>
                      <a:lnTo>
                        <a:pt x="70848" y="25527"/>
                      </a:lnTo>
                      <a:lnTo>
                        <a:pt x="70764" y="25507"/>
                      </a:lnTo>
                      <a:lnTo>
                        <a:pt x="70827" y="25423"/>
                      </a:lnTo>
                      <a:lnTo>
                        <a:pt x="70743" y="25276"/>
                      </a:lnTo>
                      <a:lnTo>
                        <a:pt x="70785" y="25297"/>
                      </a:lnTo>
                      <a:lnTo>
                        <a:pt x="70848" y="25255"/>
                      </a:lnTo>
                      <a:lnTo>
                        <a:pt x="70743" y="25151"/>
                      </a:lnTo>
                      <a:lnTo>
                        <a:pt x="70764" y="25067"/>
                      </a:lnTo>
                      <a:lnTo>
                        <a:pt x="70785" y="24942"/>
                      </a:lnTo>
                      <a:lnTo>
                        <a:pt x="70659" y="24942"/>
                      </a:lnTo>
                      <a:lnTo>
                        <a:pt x="70576" y="24879"/>
                      </a:lnTo>
                      <a:lnTo>
                        <a:pt x="70638" y="24774"/>
                      </a:lnTo>
                      <a:lnTo>
                        <a:pt x="70743" y="24879"/>
                      </a:lnTo>
                      <a:lnTo>
                        <a:pt x="70889" y="24732"/>
                      </a:lnTo>
                      <a:lnTo>
                        <a:pt x="70973" y="24753"/>
                      </a:lnTo>
                      <a:lnTo>
                        <a:pt x="71078" y="24649"/>
                      </a:lnTo>
                      <a:lnTo>
                        <a:pt x="71182" y="24565"/>
                      </a:lnTo>
                      <a:lnTo>
                        <a:pt x="71203" y="24586"/>
                      </a:lnTo>
                      <a:lnTo>
                        <a:pt x="71350" y="24628"/>
                      </a:lnTo>
                      <a:lnTo>
                        <a:pt x="71266" y="24523"/>
                      </a:lnTo>
                      <a:lnTo>
                        <a:pt x="71099" y="24439"/>
                      </a:lnTo>
                      <a:lnTo>
                        <a:pt x="71099" y="24314"/>
                      </a:lnTo>
                      <a:lnTo>
                        <a:pt x="70952" y="24230"/>
                      </a:lnTo>
                      <a:lnTo>
                        <a:pt x="70848" y="23895"/>
                      </a:lnTo>
                      <a:lnTo>
                        <a:pt x="70931" y="23602"/>
                      </a:lnTo>
                      <a:lnTo>
                        <a:pt x="70827" y="23498"/>
                      </a:lnTo>
                      <a:lnTo>
                        <a:pt x="70889" y="23414"/>
                      </a:lnTo>
                      <a:lnTo>
                        <a:pt x="70931" y="23268"/>
                      </a:lnTo>
                      <a:lnTo>
                        <a:pt x="71036" y="23058"/>
                      </a:lnTo>
                      <a:lnTo>
                        <a:pt x="71078" y="23372"/>
                      </a:lnTo>
                      <a:lnTo>
                        <a:pt x="71161" y="23393"/>
                      </a:lnTo>
                      <a:lnTo>
                        <a:pt x="71350" y="23289"/>
                      </a:lnTo>
                      <a:lnTo>
                        <a:pt x="71371" y="23330"/>
                      </a:lnTo>
                      <a:lnTo>
                        <a:pt x="71705" y="23205"/>
                      </a:lnTo>
                      <a:lnTo>
                        <a:pt x="71705" y="23058"/>
                      </a:lnTo>
                      <a:lnTo>
                        <a:pt x="71789" y="22975"/>
                      </a:lnTo>
                      <a:lnTo>
                        <a:pt x="71664" y="22891"/>
                      </a:lnTo>
                      <a:lnTo>
                        <a:pt x="71454" y="22598"/>
                      </a:lnTo>
                      <a:lnTo>
                        <a:pt x="71371" y="22598"/>
                      </a:lnTo>
                      <a:lnTo>
                        <a:pt x="71078" y="22159"/>
                      </a:lnTo>
                      <a:lnTo>
                        <a:pt x="71078" y="22054"/>
                      </a:lnTo>
                      <a:lnTo>
                        <a:pt x="70994" y="21970"/>
                      </a:lnTo>
                      <a:lnTo>
                        <a:pt x="70973" y="21594"/>
                      </a:lnTo>
                      <a:lnTo>
                        <a:pt x="70994" y="21531"/>
                      </a:lnTo>
                      <a:lnTo>
                        <a:pt x="70952" y="21343"/>
                      </a:lnTo>
                      <a:lnTo>
                        <a:pt x="71036" y="21217"/>
                      </a:lnTo>
                      <a:lnTo>
                        <a:pt x="71036" y="21092"/>
                      </a:lnTo>
                      <a:lnTo>
                        <a:pt x="70889" y="21113"/>
                      </a:lnTo>
                      <a:lnTo>
                        <a:pt x="70868" y="21029"/>
                      </a:lnTo>
                      <a:lnTo>
                        <a:pt x="70973" y="20882"/>
                      </a:lnTo>
                      <a:lnTo>
                        <a:pt x="71078" y="20841"/>
                      </a:lnTo>
                      <a:lnTo>
                        <a:pt x="71078" y="20778"/>
                      </a:lnTo>
                      <a:lnTo>
                        <a:pt x="71078" y="20757"/>
                      </a:lnTo>
                      <a:lnTo>
                        <a:pt x="71161" y="20673"/>
                      </a:lnTo>
                      <a:lnTo>
                        <a:pt x="71182" y="20778"/>
                      </a:lnTo>
                      <a:lnTo>
                        <a:pt x="71182" y="20903"/>
                      </a:lnTo>
                      <a:lnTo>
                        <a:pt x="71140" y="21029"/>
                      </a:lnTo>
                      <a:lnTo>
                        <a:pt x="71140" y="21196"/>
                      </a:lnTo>
                      <a:lnTo>
                        <a:pt x="71308" y="21238"/>
                      </a:lnTo>
                      <a:lnTo>
                        <a:pt x="71475" y="21343"/>
                      </a:lnTo>
                      <a:lnTo>
                        <a:pt x="71559" y="21322"/>
                      </a:lnTo>
                      <a:lnTo>
                        <a:pt x="71559" y="21154"/>
                      </a:lnTo>
                      <a:lnTo>
                        <a:pt x="71601" y="21092"/>
                      </a:lnTo>
                      <a:lnTo>
                        <a:pt x="71496" y="20903"/>
                      </a:lnTo>
                      <a:lnTo>
                        <a:pt x="71245" y="20673"/>
                      </a:lnTo>
                      <a:lnTo>
                        <a:pt x="71245" y="20401"/>
                      </a:lnTo>
                      <a:lnTo>
                        <a:pt x="71099" y="20359"/>
                      </a:lnTo>
                      <a:lnTo>
                        <a:pt x="71078" y="20317"/>
                      </a:lnTo>
                      <a:lnTo>
                        <a:pt x="71057" y="20380"/>
                      </a:lnTo>
                      <a:lnTo>
                        <a:pt x="70973" y="20464"/>
                      </a:lnTo>
                      <a:lnTo>
                        <a:pt x="70973" y="20506"/>
                      </a:lnTo>
                      <a:lnTo>
                        <a:pt x="70931" y="20569"/>
                      </a:lnTo>
                      <a:lnTo>
                        <a:pt x="70785" y="20485"/>
                      </a:lnTo>
                      <a:lnTo>
                        <a:pt x="70785" y="20276"/>
                      </a:lnTo>
                      <a:lnTo>
                        <a:pt x="70722" y="20150"/>
                      </a:lnTo>
                      <a:lnTo>
                        <a:pt x="70617" y="19941"/>
                      </a:lnTo>
                      <a:lnTo>
                        <a:pt x="70680" y="19836"/>
                      </a:lnTo>
                      <a:lnTo>
                        <a:pt x="70743" y="19794"/>
                      </a:lnTo>
                      <a:lnTo>
                        <a:pt x="70722" y="19690"/>
                      </a:lnTo>
                      <a:lnTo>
                        <a:pt x="70785" y="19585"/>
                      </a:lnTo>
                      <a:lnTo>
                        <a:pt x="70722" y="19522"/>
                      </a:lnTo>
                      <a:lnTo>
                        <a:pt x="70743" y="19439"/>
                      </a:lnTo>
                      <a:lnTo>
                        <a:pt x="70743" y="19334"/>
                      </a:lnTo>
                      <a:lnTo>
                        <a:pt x="70659" y="19271"/>
                      </a:lnTo>
                      <a:lnTo>
                        <a:pt x="70555" y="19313"/>
                      </a:lnTo>
                      <a:lnTo>
                        <a:pt x="70366" y="19146"/>
                      </a:lnTo>
                      <a:lnTo>
                        <a:pt x="70241" y="19146"/>
                      </a:lnTo>
                      <a:lnTo>
                        <a:pt x="70157" y="19229"/>
                      </a:lnTo>
                      <a:lnTo>
                        <a:pt x="70157" y="19313"/>
                      </a:lnTo>
                      <a:lnTo>
                        <a:pt x="70304" y="19460"/>
                      </a:lnTo>
                      <a:lnTo>
                        <a:pt x="70262" y="19564"/>
                      </a:lnTo>
                      <a:lnTo>
                        <a:pt x="70220" y="19627"/>
                      </a:lnTo>
                      <a:lnTo>
                        <a:pt x="70094" y="19564"/>
                      </a:lnTo>
                      <a:lnTo>
                        <a:pt x="69927" y="19355"/>
                      </a:lnTo>
                      <a:lnTo>
                        <a:pt x="69822" y="19250"/>
                      </a:lnTo>
                      <a:lnTo>
                        <a:pt x="69739" y="19208"/>
                      </a:lnTo>
                      <a:lnTo>
                        <a:pt x="69801" y="19146"/>
                      </a:lnTo>
                      <a:lnTo>
                        <a:pt x="69697" y="18936"/>
                      </a:lnTo>
                      <a:lnTo>
                        <a:pt x="69697" y="18811"/>
                      </a:lnTo>
                      <a:lnTo>
                        <a:pt x="69697" y="18727"/>
                      </a:lnTo>
                      <a:lnTo>
                        <a:pt x="69634" y="18623"/>
                      </a:lnTo>
                      <a:lnTo>
                        <a:pt x="69697" y="18539"/>
                      </a:lnTo>
                      <a:lnTo>
                        <a:pt x="69634" y="18372"/>
                      </a:lnTo>
                      <a:lnTo>
                        <a:pt x="69718" y="18267"/>
                      </a:lnTo>
                      <a:lnTo>
                        <a:pt x="69718" y="18162"/>
                      </a:lnTo>
                      <a:lnTo>
                        <a:pt x="69739" y="18037"/>
                      </a:lnTo>
                      <a:lnTo>
                        <a:pt x="69739" y="17890"/>
                      </a:lnTo>
                      <a:lnTo>
                        <a:pt x="69697" y="17932"/>
                      </a:lnTo>
                      <a:lnTo>
                        <a:pt x="69592" y="17786"/>
                      </a:lnTo>
                      <a:lnTo>
                        <a:pt x="69613" y="17744"/>
                      </a:lnTo>
                      <a:lnTo>
                        <a:pt x="69697" y="17723"/>
                      </a:lnTo>
                      <a:lnTo>
                        <a:pt x="69801" y="17786"/>
                      </a:lnTo>
                      <a:lnTo>
                        <a:pt x="69801" y="17744"/>
                      </a:lnTo>
                      <a:lnTo>
                        <a:pt x="69718" y="17660"/>
                      </a:lnTo>
                      <a:lnTo>
                        <a:pt x="69634" y="17576"/>
                      </a:lnTo>
                      <a:lnTo>
                        <a:pt x="69676" y="17514"/>
                      </a:lnTo>
                      <a:lnTo>
                        <a:pt x="69718" y="17514"/>
                      </a:lnTo>
                      <a:lnTo>
                        <a:pt x="69697" y="17430"/>
                      </a:lnTo>
                      <a:lnTo>
                        <a:pt x="69613" y="17346"/>
                      </a:lnTo>
                      <a:lnTo>
                        <a:pt x="69488" y="17325"/>
                      </a:lnTo>
                      <a:lnTo>
                        <a:pt x="69467" y="17242"/>
                      </a:lnTo>
                      <a:lnTo>
                        <a:pt x="69508" y="17221"/>
                      </a:lnTo>
                      <a:lnTo>
                        <a:pt x="69488" y="17074"/>
                      </a:lnTo>
                      <a:lnTo>
                        <a:pt x="69383" y="16970"/>
                      </a:lnTo>
                      <a:lnTo>
                        <a:pt x="69404" y="16886"/>
                      </a:lnTo>
                      <a:lnTo>
                        <a:pt x="69425" y="16781"/>
                      </a:lnTo>
                      <a:lnTo>
                        <a:pt x="69488" y="16719"/>
                      </a:lnTo>
                      <a:lnTo>
                        <a:pt x="69404" y="16614"/>
                      </a:lnTo>
                      <a:lnTo>
                        <a:pt x="69425" y="16530"/>
                      </a:lnTo>
                      <a:lnTo>
                        <a:pt x="69508" y="16530"/>
                      </a:lnTo>
                      <a:lnTo>
                        <a:pt x="69613" y="16593"/>
                      </a:lnTo>
                      <a:lnTo>
                        <a:pt x="69697" y="16572"/>
                      </a:lnTo>
                      <a:lnTo>
                        <a:pt x="69739" y="16405"/>
                      </a:lnTo>
                      <a:lnTo>
                        <a:pt x="69822" y="16405"/>
                      </a:lnTo>
                      <a:lnTo>
                        <a:pt x="69885" y="16488"/>
                      </a:lnTo>
                      <a:lnTo>
                        <a:pt x="69927" y="16488"/>
                      </a:lnTo>
                      <a:lnTo>
                        <a:pt x="70011" y="16614"/>
                      </a:lnTo>
                      <a:lnTo>
                        <a:pt x="70136" y="16363"/>
                      </a:lnTo>
                      <a:lnTo>
                        <a:pt x="70011" y="16300"/>
                      </a:lnTo>
                      <a:lnTo>
                        <a:pt x="70032" y="16195"/>
                      </a:lnTo>
                      <a:lnTo>
                        <a:pt x="70115" y="16154"/>
                      </a:lnTo>
                      <a:lnTo>
                        <a:pt x="70241" y="15903"/>
                      </a:lnTo>
                      <a:lnTo>
                        <a:pt x="70241" y="15777"/>
                      </a:lnTo>
                      <a:lnTo>
                        <a:pt x="70324" y="15882"/>
                      </a:lnTo>
                      <a:lnTo>
                        <a:pt x="70429" y="15944"/>
                      </a:lnTo>
                      <a:lnTo>
                        <a:pt x="70429" y="16070"/>
                      </a:lnTo>
                      <a:lnTo>
                        <a:pt x="70555" y="16426"/>
                      </a:lnTo>
                      <a:lnTo>
                        <a:pt x="70638" y="16509"/>
                      </a:lnTo>
                      <a:lnTo>
                        <a:pt x="70680" y="16468"/>
                      </a:lnTo>
                      <a:lnTo>
                        <a:pt x="70722" y="16154"/>
                      </a:lnTo>
                      <a:lnTo>
                        <a:pt x="70743" y="16049"/>
                      </a:lnTo>
                      <a:lnTo>
                        <a:pt x="70722" y="15903"/>
                      </a:lnTo>
                      <a:lnTo>
                        <a:pt x="70785" y="15798"/>
                      </a:lnTo>
                      <a:lnTo>
                        <a:pt x="70722" y="15651"/>
                      </a:lnTo>
                      <a:lnTo>
                        <a:pt x="70827" y="15693"/>
                      </a:lnTo>
                      <a:lnTo>
                        <a:pt x="70889" y="15631"/>
                      </a:lnTo>
                      <a:lnTo>
                        <a:pt x="70952" y="15421"/>
                      </a:lnTo>
                      <a:lnTo>
                        <a:pt x="71057" y="15421"/>
                      </a:lnTo>
                      <a:lnTo>
                        <a:pt x="71182" y="15254"/>
                      </a:lnTo>
                      <a:lnTo>
                        <a:pt x="71308" y="15233"/>
                      </a:lnTo>
                      <a:lnTo>
                        <a:pt x="71371" y="15275"/>
                      </a:lnTo>
                      <a:lnTo>
                        <a:pt x="71559" y="15149"/>
                      </a:lnTo>
                      <a:lnTo>
                        <a:pt x="71705" y="15170"/>
                      </a:lnTo>
                      <a:lnTo>
                        <a:pt x="72019" y="15359"/>
                      </a:lnTo>
                      <a:lnTo>
                        <a:pt x="72040" y="15463"/>
                      </a:lnTo>
                      <a:lnTo>
                        <a:pt x="72124" y="15484"/>
                      </a:lnTo>
                      <a:lnTo>
                        <a:pt x="72229" y="15463"/>
                      </a:lnTo>
                      <a:lnTo>
                        <a:pt x="72291" y="15484"/>
                      </a:lnTo>
                      <a:lnTo>
                        <a:pt x="72229" y="15547"/>
                      </a:lnTo>
                      <a:lnTo>
                        <a:pt x="72396" y="15714"/>
                      </a:lnTo>
                      <a:lnTo>
                        <a:pt x="72438" y="15672"/>
                      </a:lnTo>
                      <a:lnTo>
                        <a:pt x="72542" y="15777"/>
                      </a:lnTo>
                      <a:lnTo>
                        <a:pt x="72668" y="15756"/>
                      </a:lnTo>
                      <a:lnTo>
                        <a:pt x="72752" y="15777"/>
                      </a:lnTo>
                      <a:lnTo>
                        <a:pt x="72752" y="15672"/>
                      </a:lnTo>
                      <a:lnTo>
                        <a:pt x="72647" y="15526"/>
                      </a:lnTo>
                      <a:lnTo>
                        <a:pt x="72710" y="15442"/>
                      </a:lnTo>
                      <a:lnTo>
                        <a:pt x="72668" y="15359"/>
                      </a:lnTo>
                      <a:lnTo>
                        <a:pt x="72605" y="15338"/>
                      </a:lnTo>
                      <a:lnTo>
                        <a:pt x="72605" y="15233"/>
                      </a:lnTo>
                      <a:lnTo>
                        <a:pt x="72668" y="15128"/>
                      </a:lnTo>
                      <a:lnTo>
                        <a:pt x="72731" y="14856"/>
                      </a:lnTo>
                      <a:lnTo>
                        <a:pt x="72814" y="14647"/>
                      </a:lnTo>
                      <a:lnTo>
                        <a:pt x="72773" y="14543"/>
                      </a:lnTo>
                      <a:lnTo>
                        <a:pt x="72919" y="14375"/>
                      </a:lnTo>
                      <a:lnTo>
                        <a:pt x="72856" y="14291"/>
                      </a:lnTo>
                      <a:lnTo>
                        <a:pt x="72940" y="14229"/>
                      </a:lnTo>
                      <a:lnTo>
                        <a:pt x="72856" y="14061"/>
                      </a:lnTo>
                      <a:lnTo>
                        <a:pt x="72773" y="13999"/>
                      </a:lnTo>
                      <a:lnTo>
                        <a:pt x="72773" y="13957"/>
                      </a:lnTo>
                      <a:lnTo>
                        <a:pt x="72940" y="13957"/>
                      </a:lnTo>
                      <a:lnTo>
                        <a:pt x="72982" y="13810"/>
                      </a:lnTo>
                      <a:lnTo>
                        <a:pt x="72814" y="13747"/>
                      </a:lnTo>
                      <a:lnTo>
                        <a:pt x="72752" y="13643"/>
                      </a:lnTo>
                      <a:lnTo>
                        <a:pt x="72835" y="13601"/>
                      </a:lnTo>
                      <a:lnTo>
                        <a:pt x="72877" y="13664"/>
                      </a:lnTo>
                      <a:lnTo>
                        <a:pt x="72961" y="13643"/>
                      </a:lnTo>
                      <a:lnTo>
                        <a:pt x="72982" y="13559"/>
                      </a:lnTo>
                      <a:lnTo>
                        <a:pt x="72940" y="13475"/>
                      </a:lnTo>
                      <a:lnTo>
                        <a:pt x="73065" y="13371"/>
                      </a:lnTo>
                      <a:lnTo>
                        <a:pt x="73065" y="13287"/>
                      </a:lnTo>
                      <a:lnTo>
                        <a:pt x="72982" y="13224"/>
                      </a:lnTo>
                      <a:lnTo>
                        <a:pt x="73065" y="13162"/>
                      </a:lnTo>
                      <a:lnTo>
                        <a:pt x="73149" y="13182"/>
                      </a:lnTo>
                      <a:lnTo>
                        <a:pt x="73191" y="13078"/>
                      </a:lnTo>
                      <a:lnTo>
                        <a:pt x="73233" y="13036"/>
                      </a:lnTo>
                      <a:lnTo>
                        <a:pt x="73170" y="12973"/>
                      </a:lnTo>
                      <a:lnTo>
                        <a:pt x="73275" y="12952"/>
                      </a:lnTo>
                      <a:lnTo>
                        <a:pt x="73400" y="12827"/>
                      </a:lnTo>
                      <a:lnTo>
                        <a:pt x="73358" y="12743"/>
                      </a:lnTo>
                      <a:lnTo>
                        <a:pt x="73379" y="12638"/>
                      </a:lnTo>
                      <a:lnTo>
                        <a:pt x="73421" y="12722"/>
                      </a:lnTo>
                      <a:lnTo>
                        <a:pt x="73526" y="12618"/>
                      </a:lnTo>
                      <a:lnTo>
                        <a:pt x="73463" y="12450"/>
                      </a:lnTo>
                      <a:lnTo>
                        <a:pt x="73463" y="12304"/>
                      </a:lnTo>
                      <a:lnTo>
                        <a:pt x="73568" y="12304"/>
                      </a:lnTo>
                      <a:lnTo>
                        <a:pt x="73589" y="12325"/>
                      </a:lnTo>
                      <a:lnTo>
                        <a:pt x="73651" y="12283"/>
                      </a:lnTo>
                      <a:lnTo>
                        <a:pt x="73819" y="12074"/>
                      </a:lnTo>
                      <a:lnTo>
                        <a:pt x="73756" y="12032"/>
                      </a:lnTo>
                      <a:lnTo>
                        <a:pt x="73756" y="11927"/>
                      </a:lnTo>
                      <a:lnTo>
                        <a:pt x="73861" y="11927"/>
                      </a:lnTo>
                      <a:lnTo>
                        <a:pt x="74070" y="11760"/>
                      </a:lnTo>
                      <a:lnTo>
                        <a:pt x="73986" y="11697"/>
                      </a:lnTo>
                      <a:lnTo>
                        <a:pt x="74028" y="11655"/>
                      </a:lnTo>
                      <a:lnTo>
                        <a:pt x="74174" y="11655"/>
                      </a:lnTo>
                      <a:lnTo>
                        <a:pt x="74342" y="11550"/>
                      </a:lnTo>
                      <a:lnTo>
                        <a:pt x="74300" y="11467"/>
                      </a:lnTo>
                      <a:lnTo>
                        <a:pt x="74321" y="11404"/>
                      </a:lnTo>
                      <a:lnTo>
                        <a:pt x="74405" y="11467"/>
                      </a:lnTo>
                      <a:lnTo>
                        <a:pt x="74426" y="11571"/>
                      </a:lnTo>
                      <a:lnTo>
                        <a:pt x="74530" y="11592"/>
                      </a:lnTo>
                      <a:lnTo>
                        <a:pt x="74614" y="11550"/>
                      </a:lnTo>
                      <a:lnTo>
                        <a:pt x="74739" y="11613"/>
                      </a:lnTo>
                      <a:lnTo>
                        <a:pt x="75158" y="11613"/>
                      </a:lnTo>
                      <a:lnTo>
                        <a:pt x="75242" y="11676"/>
                      </a:lnTo>
                      <a:lnTo>
                        <a:pt x="75283" y="11655"/>
                      </a:lnTo>
                      <a:lnTo>
                        <a:pt x="75242" y="11488"/>
                      </a:lnTo>
                      <a:lnTo>
                        <a:pt x="75137" y="11404"/>
                      </a:lnTo>
                      <a:lnTo>
                        <a:pt x="75137" y="11362"/>
                      </a:lnTo>
                      <a:lnTo>
                        <a:pt x="75221" y="11341"/>
                      </a:lnTo>
                      <a:lnTo>
                        <a:pt x="75221" y="10986"/>
                      </a:lnTo>
                      <a:lnTo>
                        <a:pt x="75053" y="10755"/>
                      </a:lnTo>
                      <a:lnTo>
                        <a:pt x="74928" y="10734"/>
                      </a:lnTo>
                      <a:lnTo>
                        <a:pt x="74760" y="10525"/>
                      </a:lnTo>
                      <a:lnTo>
                        <a:pt x="74844" y="10442"/>
                      </a:lnTo>
                      <a:lnTo>
                        <a:pt x="74677" y="10316"/>
                      </a:lnTo>
                      <a:lnTo>
                        <a:pt x="74426" y="10253"/>
                      </a:lnTo>
                      <a:lnTo>
                        <a:pt x="74153" y="10086"/>
                      </a:lnTo>
                      <a:lnTo>
                        <a:pt x="74049" y="9918"/>
                      </a:lnTo>
                      <a:lnTo>
                        <a:pt x="74028" y="10023"/>
                      </a:lnTo>
                      <a:lnTo>
                        <a:pt x="73944" y="10002"/>
                      </a:lnTo>
                      <a:lnTo>
                        <a:pt x="73902" y="10023"/>
                      </a:lnTo>
                      <a:lnTo>
                        <a:pt x="73881" y="10149"/>
                      </a:lnTo>
                      <a:lnTo>
                        <a:pt x="73735" y="10190"/>
                      </a:lnTo>
                      <a:lnTo>
                        <a:pt x="73693" y="10107"/>
                      </a:lnTo>
                      <a:lnTo>
                        <a:pt x="73693" y="9981"/>
                      </a:lnTo>
                      <a:lnTo>
                        <a:pt x="73819" y="9897"/>
                      </a:lnTo>
                      <a:lnTo>
                        <a:pt x="73735" y="9793"/>
                      </a:lnTo>
                      <a:lnTo>
                        <a:pt x="73777" y="9730"/>
                      </a:lnTo>
                      <a:lnTo>
                        <a:pt x="73840" y="9730"/>
                      </a:lnTo>
                      <a:lnTo>
                        <a:pt x="73923" y="9814"/>
                      </a:lnTo>
                      <a:lnTo>
                        <a:pt x="73693" y="9458"/>
                      </a:lnTo>
                      <a:lnTo>
                        <a:pt x="73526" y="9312"/>
                      </a:lnTo>
                      <a:lnTo>
                        <a:pt x="73526" y="9479"/>
                      </a:lnTo>
                      <a:lnTo>
                        <a:pt x="73526" y="9521"/>
                      </a:lnTo>
                      <a:lnTo>
                        <a:pt x="73463" y="9521"/>
                      </a:lnTo>
                      <a:lnTo>
                        <a:pt x="73254" y="9312"/>
                      </a:lnTo>
                      <a:lnTo>
                        <a:pt x="73254" y="9207"/>
                      </a:lnTo>
                      <a:lnTo>
                        <a:pt x="73358" y="9249"/>
                      </a:lnTo>
                      <a:lnTo>
                        <a:pt x="73296" y="9144"/>
                      </a:lnTo>
                      <a:lnTo>
                        <a:pt x="73003" y="8893"/>
                      </a:lnTo>
                      <a:lnTo>
                        <a:pt x="72961" y="8893"/>
                      </a:lnTo>
                      <a:lnTo>
                        <a:pt x="72982" y="8977"/>
                      </a:lnTo>
                      <a:lnTo>
                        <a:pt x="72940" y="9081"/>
                      </a:lnTo>
                      <a:lnTo>
                        <a:pt x="72773" y="9102"/>
                      </a:lnTo>
                      <a:lnTo>
                        <a:pt x="72647" y="8977"/>
                      </a:lnTo>
                      <a:lnTo>
                        <a:pt x="72521" y="8956"/>
                      </a:lnTo>
                      <a:lnTo>
                        <a:pt x="72375" y="8726"/>
                      </a:lnTo>
                      <a:lnTo>
                        <a:pt x="72375" y="8642"/>
                      </a:lnTo>
                      <a:lnTo>
                        <a:pt x="72312" y="8579"/>
                      </a:lnTo>
                      <a:lnTo>
                        <a:pt x="72208" y="8621"/>
                      </a:lnTo>
                      <a:lnTo>
                        <a:pt x="72019" y="8768"/>
                      </a:lnTo>
                      <a:lnTo>
                        <a:pt x="72019" y="8830"/>
                      </a:lnTo>
                      <a:lnTo>
                        <a:pt x="71915" y="8789"/>
                      </a:lnTo>
                      <a:lnTo>
                        <a:pt x="71831" y="8851"/>
                      </a:lnTo>
                      <a:lnTo>
                        <a:pt x="71831" y="9081"/>
                      </a:lnTo>
                      <a:lnTo>
                        <a:pt x="71894" y="9144"/>
                      </a:lnTo>
                      <a:lnTo>
                        <a:pt x="71894" y="9144"/>
                      </a:lnTo>
                      <a:lnTo>
                        <a:pt x="71789" y="9081"/>
                      </a:lnTo>
                      <a:lnTo>
                        <a:pt x="71705" y="8872"/>
                      </a:lnTo>
                      <a:lnTo>
                        <a:pt x="71747" y="8726"/>
                      </a:lnTo>
                      <a:lnTo>
                        <a:pt x="71580" y="8621"/>
                      </a:lnTo>
                      <a:lnTo>
                        <a:pt x="71517" y="8454"/>
                      </a:lnTo>
                      <a:lnTo>
                        <a:pt x="71475" y="8454"/>
                      </a:lnTo>
                      <a:lnTo>
                        <a:pt x="71580" y="8433"/>
                      </a:lnTo>
                      <a:lnTo>
                        <a:pt x="71685" y="8558"/>
                      </a:lnTo>
                      <a:lnTo>
                        <a:pt x="71685" y="8433"/>
                      </a:lnTo>
                      <a:lnTo>
                        <a:pt x="71810" y="8433"/>
                      </a:lnTo>
                      <a:lnTo>
                        <a:pt x="71915" y="8475"/>
                      </a:lnTo>
                      <a:lnTo>
                        <a:pt x="72061" y="8370"/>
                      </a:lnTo>
                      <a:lnTo>
                        <a:pt x="72019" y="8265"/>
                      </a:lnTo>
                      <a:lnTo>
                        <a:pt x="71705" y="8140"/>
                      </a:lnTo>
                      <a:lnTo>
                        <a:pt x="71622" y="8265"/>
                      </a:lnTo>
                      <a:lnTo>
                        <a:pt x="71475" y="8265"/>
                      </a:lnTo>
                      <a:lnTo>
                        <a:pt x="71329" y="8224"/>
                      </a:lnTo>
                      <a:lnTo>
                        <a:pt x="71475" y="8224"/>
                      </a:lnTo>
                      <a:lnTo>
                        <a:pt x="71580" y="8098"/>
                      </a:lnTo>
                      <a:lnTo>
                        <a:pt x="71685" y="8056"/>
                      </a:lnTo>
                      <a:lnTo>
                        <a:pt x="71789" y="8119"/>
                      </a:lnTo>
                      <a:lnTo>
                        <a:pt x="71936" y="8140"/>
                      </a:lnTo>
                      <a:lnTo>
                        <a:pt x="72061" y="8245"/>
                      </a:lnTo>
                      <a:lnTo>
                        <a:pt x="72229" y="8433"/>
                      </a:lnTo>
                      <a:lnTo>
                        <a:pt x="72354" y="8433"/>
                      </a:lnTo>
                      <a:lnTo>
                        <a:pt x="72417" y="8537"/>
                      </a:lnTo>
                      <a:lnTo>
                        <a:pt x="72480" y="8558"/>
                      </a:lnTo>
                      <a:lnTo>
                        <a:pt x="72626" y="8475"/>
                      </a:lnTo>
                      <a:lnTo>
                        <a:pt x="72668" y="8558"/>
                      </a:lnTo>
                      <a:lnTo>
                        <a:pt x="72940" y="8349"/>
                      </a:lnTo>
                      <a:lnTo>
                        <a:pt x="72961" y="8391"/>
                      </a:lnTo>
                      <a:lnTo>
                        <a:pt x="72940" y="8496"/>
                      </a:lnTo>
                      <a:lnTo>
                        <a:pt x="73045" y="8433"/>
                      </a:lnTo>
                      <a:lnTo>
                        <a:pt x="73045" y="8286"/>
                      </a:lnTo>
                      <a:lnTo>
                        <a:pt x="73170" y="8077"/>
                      </a:lnTo>
                      <a:lnTo>
                        <a:pt x="73149" y="8014"/>
                      </a:lnTo>
                      <a:lnTo>
                        <a:pt x="73149" y="7847"/>
                      </a:lnTo>
                      <a:lnTo>
                        <a:pt x="73086" y="7617"/>
                      </a:lnTo>
                      <a:lnTo>
                        <a:pt x="73191" y="7240"/>
                      </a:lnTo>
                      <a:lnTo>
                        <a:pt x="73191" y="7010"/>
                      </a:lnTo>
                      <a:lnTo>
                        <a:pt x="73086" y="6884"/>
                      </a:lnTo>
                      <a:lnTo>
                        <a:pt x="73045" y="6759"/>
                      </a:lnTo>
                      <a:lnTo>
                        <a:pt x="72877" y="6612"/>
                      </a:lnTo>
                      <a:lnTo>
                        <a:pt x="72793" y="6445"/>
                      </a:lnTo>
                      <a:lnTo>
                        <a:pt x="72856" y="6445"/>
                      </a:lnTo>
                      <a:lnTo>
                        <a:pt x="72961" y="6571"/>
                      </a:lnTo>
                      <a:lnTo>
                        <a:pt x="72982" y="6571"/>
                      </a:lnTo>
                      <a:lnTo>
                        <a:pt x="72940" y="6403"/>
                      </a:lnTo>
                      <a:lnTo>
                        <a:pt x="72773" y="6340"/>
                      </a:lnTo>
                      <a:lnTo>
                        <a:pt x="72647" y="6382"/>
                      </a:lnTo>
                      <a:lnTo>
                        <a:pt x="72417" y="6340"/>
                      </a:lnTo>
                      <a:lnTo>
                        <a:pt x="72103" y="5943"/>
                      </a:lnTo>
                      <a:lnTo>
                        <a:pt x="72019" y="5880"/>
                      </a:lnTo>
                      <a:lnTo>
                        <a:pt x="72040" y="5817"/>
                      </a:lnTo>
                      <a:lnTo>
                        <a:pt x="72208" y="5817"/>
                      </a:lnTo>
                      <a:lnTo>
                        <a:pt x="72249" y="5671"/>
                      </a:lnTo>
                      <a:lnTo>
                        <a:pt x="72166" y="5608"/>
                      </a:lnTo>
                      <a:lnTo>
                        <a:pt x="72040" y="5608"/>
                      </a:lnTo>
                      <a:lnTo>
                        <a:pt x="71998" y="5545"/>
                      </a:lnTo>
                      <a:lnTo>
                        <a:pt x="72061" y="5504"/>
                      </a:lnTo>
                      <a:lnTo>
                        <a:pt x="72019" y="5336"/>
                      </a:lnTo>
                      <a:lnTo>
                        <a:pt x="72040" y="5315"/>
                      </a:lnTo>
                      <a:lnTo>
                        <a:pt x="72166" y="5462"/>
                      </a:lnTo>
                      <a:lnTo>
                        <a:pt x="72354" y="5566"/>
                      </a:lnTo>
                      <a:lnTo>
                        <a:pt x="72375" y="5504"/>
                      </a:lnTo>
                      <a:lnTo>
                        <a:pt x="72312" y="5420"/>
                      </a:lnTo>
                      <a:lnTo>
                        <a:pt x="72312" y="5315"/>
                      </a:lnTo>
                      <a:lnTo>
                        <a:pt x="72270" y="5232"/>
                      </a:lnTo>
                      <a:lnTo>
                        <a:pt x="72333" y="5190"/>
                      </a:lnTo>
                      <a:lnTo>
                        <a:pt x="72375" y="5252"/>
                      </a:lnTo>
                      <a:lnTo>
                        <a:pt x="72417" y="5336"/>
                      </a:lnTo>
                      <a:lnTo>
                        <a:pt x="72521" y="5357"/>
                      </a:lnTo>
                      <a:lnTo>
                        <a:pt x="72563" y="5650"/>
                      </a:lnTo>
                      <a:lnTo>
                        <a:pt x="72542" y="5734"/>
                      </a:lnTo>
                      <a:lnTo>
                        <a:pt x="72835" y="5943"/>
                      </a:lnTo>
                      <a:lnTo>
                        <a:pt x="72940" y="5880"/>
                      </a:lnTo>
                      <a:lnTo>
                        <a:pt x="73065" y="5943"/>
                      </a:lnTo>
                      <a:lnTo>
                        <a:pt x="73065" y="6152"/>
                      </a:lnTo>
                      <a:lnTo>
                        <a:pt x="73170" y="6152"/>
                      </a:lnTo>
                      <a:lnTo>
                        <a:pt x="73379" y="5859"/>
                      </a:lnTo>
                      <a:lnTo>
                        <a:pt x="73421" y="5734"/>
                      </a:lnTo>
                      <a:lnTo>
                        <a:pt x="73379" y="5608"/>
                      </a:lnTo>
                      <a:lnTo>
                        <a:pt x="73400" y="5357"/>
                      </a:lnTo>
                      <a:lnTo>
                        <a:pt x="73379" y="5252"/>
                      </a:lnTo>
                      <a:lnTo>
                        <a:pt x="73421" y="5357"/>
                      </a:lnTo>
                      <a:lnTo>
                        <a:pt x="73421" y="5524"/>
                      </a:lnTo>
                      <a:lnTo>
                        <a:pt x="73505" y="5524"/>
                      </a:lnTo>
                      <a:lnTo>
                        <a:pt x="73609" y="5420"/>
                      </a:lnTo>
                      <a:lnTo>
                        <a:pt x="73798" y="5357"/>
                      </a:lnTo>
                      <a:lnTo>
                        <a:pt x="73819" y="5232"/>
                      </a:lnTo>
                      <a:lnTo>
                        <a:pt x="74007" y="5294"/>
                      </a:lnTo>
                      <a:lnTo>
                        <a:pt x="73986" y="5336"/>
                      </a:lnTo>
                      <a:lnTo>
                        <a:pt x="74007" y="5399"/>
                      </a:lnTo>
                      <a:lnTo>
                        <a:pt x="74300" y="5608"/>
                      </a:lnTo>
                      <a:lnTo>
                        <a:pt x="74342" y="5629"/>
                      </a:lnTo>
                      <a:lnTo>
                        <a:pt x="74405" y="5776"/>
                      </a:lnTo>
                      <a:lnTo>
                        <a:pt x="74405" y="5838"/>
                      </a:lnTo>
                      <a:lnTo>
                        <a:pt x="74446" y="5859"/>
                      </a:lnTo>
                      <a:lnTo>
                        <a:pt x="74698" y="5817"/>
                      </a:lnTo>
                      <a:lnTo>
                        <a:pt x="74739" y="5838"/>
                      </a:lnTo>
                      <a:lnTo>
                        <a:pt x="74739" y="5880"/>
                      </a:lnTo>
                      <a:lnTo>
                        <a:pt x="74760" y="5880"/>
                      </a:lnTo>
                      <a:lnTo>
                        <a:pt x="74865" y="5776"/>
                      </a:lnTo>
                      <a:lnTo>
                        <a:pt x="74823" y="5671"/>
                      </a:lnTo>
                      <a:lnTo>
                        <a:pt x="74844" y="5650"/>
                      </a:lnTo>
                      <a:lnTo>
                        <a:pt x="74928" y="5650"/>
                      </a:lnTo>
                      <a:lnTo>
                        <a:pt x="74886" y="5504"/>
                      </a:lnTo>
                      <a:lnTo>
                        <a:pt x="74970" y="5524"/>
                      </a:lnTo>
                      <a:lnTo>
                        <a:pt x="75032" y="5608"/>
                      </a:lnTo>
                      <a:lnTo>
                        <a:pt x="74990" y="5671"/>
                      </a:lnTo>
                      <a:lnTo>
                        <a:pt x="75095" y="5671"/>
                      </a:lnTo>
                      <a:lnTo>
                        <a:pt x="75200" y="5629"/>
                      </a:lnTo>
                      <a:lnTo>
                        <a:pt x="75472" y="5650"/>
                      </a:lnTo>
                      <a:lnTo>
                        <a:pt x="75555" y="5713"/>
                      </a:lnTo>
                      <a:lnTo>
                        <a:pt x="75618" y="5713"/>
                      </a:lnTo>
                      <a:lnTo>
                        <a:pt x="75660" y="5755"/>
                      </a:lnTo>
                      <a:lnTo>
                        <a:pt x="75702" y="5755"/>
                      </a:lnTo>
                      <a:lnTo>
                        <a:pt x="75786" y="5671"/>
                      </a:lnTo>
                      <a:lnTo>
                        <a:pt x="75723" y="5462"/>
                      </a:lnTo>
                      <a:lnTo>
                        <a:pt x="75786" y="5504"/>
                      </a:lnTo>
                      <a:lnTo>
                        <a:pt x="75911" y="5671"/>
                      </a:lnTo>
                      <a:lnTo>
                        <a:pt x="76078" y="5608"/>
                      </a:lnTo>
                      <a:lnTo>
                        <a:pt x="76078" y="5524"/>
                      </a:lnTo>
                      <a:lnTo>
                        <a:pt x="75995" y="5357"/>
                      </a:lnTo>
                      <a:lnTo>
                        <a:pt x="75869" y="5378"/>
                      </a:lnTo>
                      <a:lnTo>
                        <a:pt x="75744" y="5294"/>
                      </a:lnTo>
                      <a:lnTo>
                        <a:pt x="75806" y="5190"/>
                      </a:lnTo>
                      <a:lnTo>
                        <a:pt x="75911" y="5232"/>
                      </a:lnTo>
                      <a:lnTo>
                        <a:pt x="75995" y="5211"/>
                      </a:lnTo>
                      <a:lnTo>
                        <a:pt x="75995" y="5064"/>
                      </a:lnTo>
                      <a:lnTo>
                        <a:pt x="75890" y="5022"/>
                      </a:lnTo>
                      <a:lnTo>
                        <a:pt x="75806" y="4980"/>
                      </a:lnTo>
                      <a:lnTo>
                        <a:pt x="75744" y="5022"/>
                      </a:lnTo>
                      <a:lnTo>
                        <a:pt x="75744" y="5127"/>
                      </a:lnTo>
                      <a:lnTo>
                        <a:pt x="75681" y="5064"/>
                      </a:lnTo>
                      <a:lnTo>
                        <a:pt x="75555" y="5085"/>
                      </a:lnTo>
                      <a:lnTo>
                        <a:pt x="75576" y="4918"/>
                      </a:lnTo>
                      <a:lnTo>
                        <a:pt x="75493" y="4855"/>
                      </a:lnTo>
                      <a:lnTo>
                        <a:pt x="75388" y="4876"/>
                      </a:lnTo>
                      <a:lnTo>
                        <a:pt x="75388" y="4980"/>
                      </a:lnTo>
                      <a:lnTo>
                        <a:pt x="75346" y="4897"/>
                      </a:lnTo>
                      <a:lnTo>
                        <a:pt x="75346" y="4813"/>
                      </a:lnTo>
                      <a:lnTo>
                        <a:pt x="75472" y="4771"/>
                      </a:lnTo>
                      <a:lnTo>
                        <a:pt x="75451" y="4583"/>
                      </a:lnTo>
                      <a:lnTo>
                        <a:pt x="75367" y="4562"/>
                      </a:lnTo>
                      <a:lnTo>
                        <a:pt x="75493" y="4457"/>
                      </a:lnTo>
                      <a:lnTo>
                        <a:pt x="75430" y="4290"/>
                      </a:lnTo>
                      <a:lnTo>
                        <a:pt x="75451" y="4227"/>
                      </a:lnTo>
                      <a:lnTo>
                        <a:pt x="75283" y="4081"/>
                      </a:lnTo>
                      <a:lnTo>
                        <a:pt x="75158" y="4102"/>
                      </a:lnTo>
                      <a:lnTo>
                        <a:pt x="75032" y="4248"/>
                      </a:lnTo>
                      <a:lnTo>
                        <a:pt x="75053" y="4060"/>
                      </a:lnTo>
                      <a:lnTo>
                        <a:pt x="75158" y="4018"/>
                      </a:lnTo>
                      <a:lnTo>
                        <a:pt x="75053" y="3851"/>
                      </a:lnTo>
                      <a:lnTo>
                        <a:pt x="75053" y="3746"/>
                      </a:lnTo>
                      <a:lnTo>
                        <a:pt x="75011" y="3746"/>
                      </a:lnTo>
                      <a:lnTo>
                        <a:pt x="74928" y="3830"/>
                      </a:lnTo>
                      <a:lnTo>
                        <a:pt x="74865" y="3746"/>
                      </a:lnTo>
                      <a:lnTo>
                        <a:pt x="74739" y="3746"/>
                      </a:lnTo>
                      <a:lnTo>
                        <a:pt x="74593" y="3767"/>
                      </a:lnTo>
                      <a:lnTo>
                        <a:pt x="74718" y="3662"/>
                      </a:lnTo>
                      <a:lnTo>
                        <a:pt x="74865" y="3662"/>
                      </a:lnTo>
                      <a:lnTo>
                        <a:pt x="75011" y="3558"/>
                      </a:lnTo>
                      <a:lnTo>
                        <a:pt x="75053" y="3620"/>
                      </a:lnTo>
                      <a:lnTo>
                        <a:pt x="75158" y="3432"/>
                      </a:lnTo>
                      <a:lnTo>
                        <a:pt x="75283" y="3411"/>
                      </a:lnTo>
                      <a:lnTo>
                        <a:pt x="75325" y="3307"/>
                      </a:lnTo>
                      <a:lnTo>
                        <a:pt x="75242" y="3202"/>
                      </a:lnTo>
                      <a:lnTo>
                        <a:pt x="74970" y="3139"/>
                      </a:lnTo>
                      <a:lnTo>
                        <a:pt x="75158" y="3118"/>
                      </a:lnTo>
                      <a:lnTo>
                        <a:pt x="75346" y="3118"/>
                      </a:lnTo>
                      <a:lnTo>
                        <a:pt x="75388" y="3035"/>
                      </a:lnTo>
                      <a:lnTo>
                        <a:pt x="75346" y="2909"/>
                      </a:lnTo>
                      <a:lnTo>
                        <a:pt x="75221" y="2867"/>
                      </a:lnTo>
                      <a:lnTo>
                        <a:pt x="75137" y="2721"/>
                      </a:lnTo>
                      <a:lnTo>
                        <a:pt x="75032" y="2763"/>
                      </a:lnTo>
                      <a:lnTo>
                        <a:pt x="75011" y="2679"/>
                      </a:lnTo>
                      <a:lnTo>
                        <a:pt x="75053" y="2511"/>
                      </a:lnTo>
                      <a:lnTo>
                        <a:pt x="74949" y="2198"/>
                      </a:lnTo>
                      <a:lnTo>
                        <a:pt x="74970" y="2135"/>
                      </a:lnTo>
                      <a:lnTo>
                        <a:pt x="75032" y="2051"/>
                      </a:lnTo>
                      <a:lnTo>
                        <a:pt x="75032" y="1967"/>
                      </a:lnTo>
                      <a:lnTo>
                        <a:pt x="74928" y="1905"/>
                      </a:lnTo>
                      <a:lnTo>
                        <a:pt x="74823" y="2051"/>
                      </a:lnTo>
                      <a:lnTo>
                        <a:pt x="74718" y="2135"/>
                      </a:lnTo>
                      <a:lnTo>
                        <a:pt x="74718" y="1967"/>
                      </a:lnTo>
                      <a:lnTo>
                        <a:pt x="74614" y="1967"/>
                      </a:lnTo>
                      <a:lnTo>
                        <a:pt x="74614" y="2051"/>
                      </a:lnTo>
                      <a:lnTo>
                        <a:pt x="74530" y="2072"/>
                      </a:lnTo>
                      <a:lnTo>
                        <a:pt x="74509" y="2030"/>
                      </a:lnTo>
                      <a:lnTo>
                        <a:pt x="74530" y="1884"/>
                      </a:lnTo>
                      <a:lnTo>
                        <a:pt x="74174" y="1842"/>
                      </a:lnTo>
                      <a:lnTo>
                        <a:pt x="74091" y="1884"/>
                      </a:lnTo>
                      <a:lnTo>
                        <a:pt x="73923" y="1863"/>
                      </a:lnTo>
                      <a:lnTo>
                        <a:pt x="73819" y="1758"/>
                      </a:lnTo>
                      <a:lnTo>
                        <a:pt x="73798" y="1716"/>
                      </a:lnTo>
                      <a:lnTo>
                        <a:pt x="73693" y="1675"/>
                      </a:lnTo>
                      <a:lnTo>
                        <a:pt x="73651" y="1716"/>
                      </a:lnTo>
                      <a:lnTo>
                        <a:pt x="73589" y="1633"/>
                      </a:lnTo>
                      <a:lnTo>
                        <a:pt x="73484" y="1633"/>
                      </a:lnTo>
                      <a:lnTo>
                        <a:pt x="73379" y="1779"/>
                      </a:lnTo>
                      <a:lnTo>
                        <a:pt x="73275" y="1821"/>
                      </a:lnTo>
                      <a:lnTo>
                        <a:pt x="73233" y="1842"/>
                      </a:lnTo>
                      <a:lnTo>
                        <a:pt x="73170" y="1884"/>
                      </a:lnTo>
                      <a:lnTo>
                        <a:pt x="73296" y="1884"/>
                      </a:lnTo>
                      <a:lnTo>
                        <a:pt x="73254" y="1967"/>
                      </a:lnTo>
                      <a:lnTo>
                        <a:pt x="73128" y="2051"/>
                      </a:lnTo>
                      <a:lnTo>
                        <a:pt x="73065" y="2051"/>
                      </a:lnTo>
                      <a:lnTo>
                        <a:pt x="73086" y="2156"/>
                      </a:lnTo>
                      <a:lnTo>
                        <a:pt x="73191" y="2239"/>
                      </a:lnTo>
                      <a:lnTo>
                        <a:pt x="73170" y="2281"/>
                      </a:lnTo>
                      <a:lnTo>
                        <a:pt x="73065" y="2260"/>
                      </a:lnTo>
                      <a:lnTo>
                        <a:pt x="72982" y="2051"/>
                      </a:lnTo>
                      <a:lnTo>
                        <a:pt x="73024" y="1988"/>
                      </a:lnTo>
                      <a:lnTo>
                        <a:pt x="73024" y="1988"/>
                      </a:lnTo>
                      <a:lnTo>
                        <a:pt x="72940" y="2030"/>
                      </a:lnTo>
                      <a:lnTo>
                        <a:pt x="72773" y="2239"/>
                      </a:lnTo>
                      <a:lnTo>
                        <a:pt x="72710" y="2386"/>
                      </a:lnTo>
                      <a:lnTo>
                        <a:pt x="72605" y="2491"/>
                      </a:lnTo>
                      <a:lnTo>
                        <a:pt x="72626" y="2553"/>
                      </a:lnTo>
                      <a:lnTo>
                        <a:pt x="72773" y="2407"/>
                      </a:lnTo>
                      <a:lnTo>
                        <a:pt x="72856" y="2407"/>
                      </a:lnTo>
                      <a:lnTo>
                        <a:pt x="72919" y="2511"/>
                      </a:lnTo>
                      <a:lnTo>
                        <a:pt x="73024" y="2616"/>
                      </a:lnTo>
                      <a:lnTo>
                        <a:pt x="73233" y="2783"/>
                      </a:lnTo>
                      <a:lnTo>
                        <a:pt x="73254" y="2909"/>
                      </a:lnTo>
                      <a:lnTo>
                        <a:pt x="73170" y="2993"/>
                      </a:lnTo>
                      <a:lnTo>
                        <a:pt x="73191" y="3097"/>
                      </a:lnTo>
                      <a:lnTo>
                        <a:pt x="73358" y="3076"/>
                      </a:lnTo>
                      <a:lnTo>
                        <a:pt x="73505" y="2993"/>
                      </a:lnTo>
                      <a:lnTo>
                        <a:pt x="73589" y="3097"/>
                      </a:lnTo>
                      <a:lnTo>
                        <a:pt x="73589" y="3202"/>
                      </a:lnTo>
                      <a:lnTo>
                        <a:pt x="73672" y="3390"/>
                      </a:lnTo>
                      <a:lnTo>
                        <a:pt x="73672" y="3432"/>
                      </a:lnTo>
                      <a:lnTo>
                        <a:pt x="73568" y="3327"/>
                      </a:lnTo>
                      <a:lnTo>
                        <a:pt x="73484" y="3181"/>
                      </a:lnTo>
                      <a:lnTo>
                        <a:pt x="73400" y="3139"/>
                      </a:lnTo>
                      <a:lnTo>
                        <a:pt x="73358" y="3244"/>
                      </a:lnTo>
                      <a:lnTo>
                        <a:pt x="73379" y="3348"/>
                      </a:lnTo>
                      <a:lnTo>
                        <a:pt x="73442" y="3390"/>
                      </a:lnTo>
                      <a:lnTo>
                        <a:pt x="73400" y="3411"/>
                      </a:lnTo>
                      <a:lnTo>
                        <a:pt x="73296" y="3390"/>
                      </a:lnTo>
                      <a:lnTo>
                        <a:pt x="73191" y="3223"/>
                      </a:lnTo>
                      <a:lnTo>
                        <a:pt x="73045" y="3202"/>
                      </a:lnTo>
                      <a:lnTo>
                        <a:pt x="72940" y="3307"/>
                      </a:lnTo>
                      <a:lnTo>
                        <a:pt x="72856" y="3286"/>
                      </a:lnTo>
                      <a:lnTo>
                        <a:pt x="72835" y="3139"/>
                      </a:lnTo>
                      <a:lnTo>
                        <a:pt x="72877" y="3097"/>
                      </a:lnTo>
                      <a:lnTo>
                        <a:pt x="72814" y="2972"/>
                      </a:lnTo>
                      <a:lnTo>
                        <a:pt x="72710" y="2888"/>
                      </a:lnTo>
                      <a:lnTo>
                        <a:pt x="72668" y="2763"/>
                      </a:lnTo>
                      <a:lnTo>
                        <a:pt x="72459" y="2700"/>
                      </a:lnTo>
                      <a:lnTo>
                        <a:pt x="72291" y="2365"/>
                      </a:lnTo>
                      <a:lnTo>
                        <a:pt x="72187" y="2239"/>
                      </a:lnTo>
                      <a:lnTo>
                        <a:pt x="72208" y="2177"/>
                      </a:lnTo>
                      <a:lnTo>
                        <a:pt x="72124" y="2093"/>
                      </a:lnTo>
                      <a:lnTo>
                        <a:pt x="72019" y="2072"/>
                      </a:lnTo>
                      <a:lnTo>
                        <a:pt x="72019" y="2072"/>
                      </a:lnTo>
                      <a:lnTo>
                        <a:pt x="72040" y="2135"/>
                      </a:lnTo>
                      <a:lnTo>
                        <a:pt x="72019" y="2239"/>
                      </a:lnTo>
                      <a:lnTo>
                        <a:pt x="71977" y="2198"/>
                      </a:lnTo>
                      <a:lnTo>
                        <a:pt x="71915" y="2072"/>
                      </a:lnTo>
                      <a:lnTo>
                        <a:pt x="71685" y="1947"/>
                      </a:lnTo>
                      <a:lnTo>
                        <a:pt x="71559" y="1926"/>
                      </a:lnTo>
                      <a:lnTo>
                        <a:pt x="71454" y="1947"/>
                      </a:lnTo>
                      <a:lnTo>
                        <a:pt x="71475" y="2030"/>
                      </a:lnTo>
                      <a:lnTo>
                        <a:pt x="71580" y="2072"/>
                      </a:lnTo>
                      <a:lnTo>
                        <a:pt x="71789" y="2156"/>
                      </a:lnTo>
                      <a:lnTo>
                        <a:pt x="71622" y="2198"/>
                      </a:lnTo>
                      <a:lnTo>
                        <a:pt x="71413" y="2135"/>
                      </a:lnTo>
                      <a:lnTo>
                        <a:pt x="71308" y="2030"/>
                      </a:lnTo>
                      <a:lnTo>
                        <a:pt x="71350" y="1947"/>
                      </a:lnTo>
                      <a:lnTo>
                        <a:pt x="71287" y="1926"/>
                      </a:lnTo>
                      <a:lnTo>
                        <a:pt x="71099" y="1926"/>
                      </a:lnTo>
                      <a:lnTo>
                        <a:pt x="71161" y="1947"/>
                      </a:lnTo>
                      <a:lnTo>
                        <a:pt x="71161" y="1988"/>
                      </a:lnTo>
                      <a:lnTo>
                        <a:pt x="70994" y="2051"/>
                      </a:lnTo>
                      <a:lnTo>
                        <a:pt x="70931" y="1947"/>
                      </a:lnTo>
                      <a:lnTo>
                        <a:pt x="70952" y="1884"/>
                      </a:lnTo>
                      <a:lnTo>
                        <a:pt x="70764" y="1863"/>
                      </a:lnTo>
                      <a:lnTo>
                        <a:pt x="70722" y="1884"/>
                      </a:lnTo>
                      <a:lnTo>
                        <a:pt x="70743" y="1988"/>
                      </a:lnTo>
                      <a:lnTo>
                        <a:pt x="70638" y="1967"/>
                      </a:lnTo>
                      <a:lnTo>
                        <a:pt x="70576" y="1863"/>
                      </a:lnTo>
                      <a:lnTo>
                        <a:pt x="70429" y="1863"/>
                      </a:lnTo>
                      <a:lnTo>
                        <a:pt x="70471" y="1967"/>
                      </a:lnTo>
                      <a:lnTo>
                        <a:pt x="70471" y="1967"/>
                      </a:lnTo>
                      <a:lnTo>
                        <a:pt x="69990" y="1863"/>
                      </a:lnTo>
                      <a:lnTo>
                        <a:pt x="69843" y="1926"/>
                      </a:lnTo>
                      <a:lnTo>
                        <a:pt x="69676" y="1842"/>
                      </a:lnTo>
                      <a:lnTo>
                        <a:pt x="69676" y="1758"/>
                      </a:lnTo>
                      <a:lnTo>
                        <a:pt x="69508" y="1716"/>
                      </a:lnTo>
                      <a:lnTo>
                        <a:pt x="69488" y="1737"/>
                      </a:lnTo>
                      <a:lnTo>
                        <a:pt x="69488" y="1779"/>
                      </a:lnTo>
                      <a:lnTo>
                        <a:pt x="69425" y="1737"/>
                      </a:lnTo>
                      <a:lnTo>
                        <a:pt x="69320" y="1716"/>
                      </a:lnTo>
                      <a:lnTo>
                        <a:pt x="69216" y="1633"/>
                      </a:lnTo>
                      <a:lnTo>
                        <a:pt x="69153" y="1654"/>
                      </a:lnTo>
                      <a:lnTo>
                        <a:pt x="69174" y="1758"/>
                      </a:lnTo>
                      <a:lnTo>
                        <a:pt x="69006" y="1758"/>
                      </a:lnTo>
                      <a:lnTo>
                        <a:pt x="68860" y="1779"/>
                      </a:lnTo>
                      <a:lnTo>
                        <a:pt x="68839" y="1884"/>
                      </a:lnTo>
                      <a:lnTo>
                        <a:pt x="68651" y="1884"/>
                      </a:lnTo>
                      <a:lnTo>
                        <a:pt x="68316" y="1758"/>
                      </a:lnTo>
                      <a:lnTo>
                        <a:pt x="68337" y="1716"/>
                      </a:lnTo>
                      <a:lnTo>
                        <a:pt x="68546" y="1779"/>
                      </a:lnTo>
                      <a:lnTo>
                        <a:pt x="68651" y="1842"/>
                      </a:lnTo>
                      <a:lnTo>
                        <a:pt x="68672" y="1779"/>
                      </a:lnTo>
                      <a:lnTo>
                        <a:pt x="68337" y="1549"/>
                      </a:lnTo>
                      <a:lnTo>
                        <a:pt x="67939" y="1507"/>
                      </a:lnTo>
                      <a:lnTo>
                        <a:pt x="67793" y="1549"/>
                      </a:lnTo>
                      <a:lnTo>
                        <a:pt x="67730" y="1507"/>
                      </a:lnTo>
                      <a:lnTo>
                        <a:pt x="67793" y="1444"/>
                      </a:lnTo>
                      <a:lnTo>
                        <a:pt x="67688" y="1402"/>
                      </a:lnTo>
                      <a:lnTo>
                        <a:pt x="67542" y="1423"/>
                      </a:lnTo>
                      <a:lnTo>
                        <a:pt x="67604" y="1444"/>
                      </a:lnTo>
                      <a:lnTo>
                        <a:pt x="67521" y="1465"/>
                      </a:lnTo>
                      <a:lnTo>
                        <a:pt x="67395" y="1423"/>
                      </a:lnTo>
                      <a:lnTo>
                        <a:pt x="67019" y="1319"/>
                      </a:lnTo>
                      <a:lnTo>
                        <a:pt x="66851" y="1340"/>
                      </a:lnTo>
                      <a:lnTo>
                        <a:pt x="66788" y="1423"/>
                      </a:lnTo>
                      <a:lnTo>
                        <a:pt x="66705" y="1402"/>
                      </a:lnTo>
                      <a:lnTo>
                        <a:pt x="66663" y="1319"/>
                      </a:lnTo>
                      <a:lnTo>
                        <a:pt x="66558" y="1361"/>
                      </a:lnTo>
                      <a:lnTo>
                        <a:pt x="66349" y="1361"/>
                      </a:lnTo>
                      <a:lnTo>
                        <a:pt x="66244" y="1298"/>
                      </a:lnTo>
                      <a:lnTo>
                        <a:pt x="66161" y="1319"/>
                      </a:lnTo>
                      <a:lnTo>
                        <a:pt x="66014" y="1340"/>
                      </a:lnTo>
                      <a:lnTo>
                        <a:pt x="65951" y="1319"/>
                      </a:lnTo>
                      <a:lnTo>
                        <a:pt x="65847" y="1402"/>
                      </a:lnTo>
                      <a:lnTo>
                        <a:pt x="65826" y="1507"/>
                      </a:lnTo>
                      <a:lnTo>
                        <a:pt x="65763" y="1402"/>
                      </a:lnTo>
                      <a:lnTo>
                        <a:pt x="65303" y="1528"/>
                      </a:lnTo>
                      <a:lnTo>
                        <a:pt x="65303" y="1633"/>
                      </a:lnTo>
                      <a:lnTo>
                        <a:pt x="65198" y="1612"/>
                      </a:lnTo>
                      <a:lnTo>
                        <a:pt x="65135" y="1737"/>
                      </a:lnTo>
                      <a:lnTo>
                        <a:pt x="65094" y="1737"/>
                      </a:lnTo>
                      <a:lnTo>
                        <a:pt x="65031" y="1654"/>
                      </a:lnTo>
                      <a:lnTo>
                        <a:pt x="64884" y="1675"/>
                      </a:lnTo>
                      <a:lnTo>
                        <a:pt x="64884" y="1779"/>
                      </a:lnTo>
                      <a:lnTo>
                        <a:pt x="64801" y="1779"/>
                      </a:lnTo>
                      <a:lnTo>
                        <a:pt x="64696" y="1842"/>
                      </a:lnTo>
                      <a:lnTo>
                        <a:pt x="64529" y="1737"/>
                      </a:lnTo>
                      <a:lnTo>
                        <a:pt x="64403" y="1779"/>
                      </a:lnTo>
                      <a:lnTo>
                        <a:pt x="64403" y="1863"/>
                      </a:lnTo>
                      <a:lnTo>
                        <a:pt x="64152" y="1863"/>
                      </a:lnTo>
                      <a:lnTo>
                        <a:pt x="63838" y="1884"/>
                      </a:lnTo>
                      <a:lnTo>
                        <a:pt x="63754" y="1842"/>
                      </a:lnTo>
                      <a:lnTo>
                        <a:pt x="63482" y="1884"/>
                      </a:lnTo>
                      <a:lnTo>
                        <a:pt x="63462" y="1905"/>
                      </a:lnTo>
                      <a:lnTo>
                        <a:pt x="63629" y="2009"/>
                      </a:lnTo>
                      <a:lnTo>
                        <a:pt x="63692" y="2198"/>
                      </a:lnTo>
                      <a:lnTo>
                        <a:pt x="63775" y="2260"/>
                      </a:lnTo>
                      <a:lnTo>
                        <a:pt x="63796" y="2386"/>
                      </a:lnTo>
                      <a:lnTo>
                        <a:pt x="63880" y="2574"/>
                      </a:lnTo>
                      <a:lnTo>
                        <a:pt x="63838" y="2637"/>
                      </a:lnTo>
                      <a:lnTo>
                        <a:pt x="63838" y="2804"/>
                      </a:lnTo>
                      <a:lnTo>
                        <a:pt x="63880" y="2804"/>
                      </a:lnTo>
                      <a:lnTo>
                        <a:pt x="63985" y="2700"/>
                      </a:lnTo>
                      <a:lnTo>
                        <a:pt x="64194" y="2804"/>
                      </a:lnTo>
                      <a:lnTo>
                        <a:pt x="64257" y="2888"/>
                      </a:lnTo>
                      <a:lnTo>
                        <a:pt x="64319" y="2909"/>
                      </a:lnTo>
                      <a:lnTo>
                        <a:pt x="64529" y="3118"/>
                      </a:lnTo>
                      <a:lnTo>
                        <a:pt x="64570" y="3307"/>
                      </a:lnTo>
                      <a:lnTo>
                        <a:pt x="64717" y="3348"/>
                      </a:lnTo>
                      <a:lnTo>
                        <a:pt x="64822" y="3516"/>
                      </a:lnTo>
                      <a:lnTo>
                        <a:pt x="64822" y="3579"/>
                      </a:lnTo>
                      <a:lnTo>
                        <a:pt x="64842" y="3662"/>
                      </a:lnTo>
                      <a:lnTo>
                        <a:pt x="64801" y="3725"/>
                      </a:lnTo>
                      <a:lnTo>
                        <a:pt x="64884" y="3830"/>
                      </a:lnTo>
                      <a:lnTo>
                        <a:pt x="64822" y="3871"/>
                      </a:lnTo>
                      <a:lnTo>
                        <a:pt x="64738" y="3851"/>
                      </a:lnTo>
                      <a:lnTo>
                        <a:pt x="64612" y="3934"/>
                      </a:lnTo>
                      <a:lnTo>
                        <a:pt x="64633" y="4039"/>
                      </a:lnTo>
                      <a:lnTo>
                        <a:pt x="64508" y="4060"/>
                      </a:lnTo>
                      <a:lnTo>
                        <a:pt x="64403" y="4143"/>
                      </a:lnTo>
                      <a:lnTo>
                        <a:pt x="64215" y="4102"/>
                      </a:lnTo>
                      <a:lnTo>
                        <a:pt x="64152" y="4039"/>
                      </a:lnTo>
                      <a:lnTo>
                        <a:pt x="64152" y="3892"/>
                      </a:lnTo>
                      <a:lnTo>
                        <a:pt x="63964" y="3641"/>
                      </a:lnTo>
                      <a:lnTo>
                        <a:pt x="63880" y="3641"/>
                      </a:lnTo>
                      <a:lnTo>
                        <a:pt x="63838" y="3662"/>
                      </a:lnTo>
                      <a:lnTo>
                        <a:pt x="63566" y="3620"/>
                      </a:lnTo>
                      <a:lnTo>
                        <a:pt x="63378" y="3641"/>
                      </a:lnTo>
                      <a:lnTo>
                        <a:pt x="63315" y="3579"/>
                      </a:lnTo>
                      <a:lnTo>
                        <a:pt x="63148" y="3411"/>
                      </a:lnTo>
                      <a:lnTo>
                        <a:pt x="63148" y="3286"/>
                      </a:lnTo>
                      <a:lnTo>
                        <a:pt x="63043" y="3202"/>
                      </a:lnTo>
                      <a:lnTo>
                        <a:pt x="62897" y="3181"/>
                      </a:lnTo>
                      <a:lnTo>
                        <a:pt x="62855" y="3097"/>
                      </a:lnTo>
                      <a:lnTo>
                        <a:pt x="62813" y="2951"/>
                      </a:lnTo>
                      <a:lnTo>
                        <a:pt x="62625" y="2909"/>
                      </a:lnTo>
                      <a:lnTo>
                        <a:pt x="62583" y="2951"/>
                      </a:lnTo>
                      <a:lnTo>
                        <a:pt x="62583" y="3097"/>
                      </a:lnTo>
                      <a:lnTo>
                        <a:pt x="62583" y="3244"/>
                      </a:lnTo>
                      <a:lnTo>
                        <a:pt x="62604" y="3327"/>
                      </a:lnTo>
                      <a:lnTo>
                        <a:pt x="62478" y="3516"/>
                      </a:lnTo>
                      <a:lnTo>
                        <a:pt x="62415" y="3641"/>
                      </a:lnTo>
                      <a:lnTo>
                        <a:pt x="62332" y="3558"/>
                      </a:lnTo>
                      <a:lnTo>
                        <a:pt x="62311" y="3474"/>
                      </a:lnTo>
                      <a:lnTo>
                        <a:pt x="62269" y="3474"/>
                      </a:lnTo>
                      <a:lnTo>
                        <a:pt x="62164" y="3558"/>
                      </a:lnTo>
                      <a:lnTo>
                        <a:pt x="61913" y="3537"/>
                      </a:lnTo>
                      <a:lnTo>
                        <a:pt x="61704" y="3620"/>
                      </a:lnTo>
                      <a:lnTo>
                        <a:pt x="61641" y="3579"/>
                      </a:lnTo>
                      <a:lnTo>
                        <a:pt x="61474" y="3725"/>
                      </a:lnTo>
                      <a:lnTo>
                        <a:pt x="61327" y="3746"/>
                      </a:lnTo>
                      <a:lnTo>
                        <a:pt x="61223" y="3725"/>
                      </a:lnTo>
                      <a:lnTo>
                        <a:pt x="61118" y="3620"/>
                      </a:lnTo>
                      <a:lnTo>
                        <a:pt x="61034" y="3620"/>
                      </a:lnTo>
                      <a:lnTo>
                        <a:pt x="60972" y="3662"/>
                      </a:lnTo>
                      <a:lnTo>
                        <a:pt x="61013" y="3746"/>
                      </a:lnTo>
                      <a:lnTo>
                        <a:pt x="60804" y="3830"/>
                      </a:lnTo>
                      <a:lnTo>
                        <a:pt x="60700" y="3913"/>
                      </a:lnTo>
                      <a:lnTo>
                        <a:pt x="60449" y="3934"/>
                      </a:lnTo>
                      <a:lnTo>
                        <a:pt x="60323" y="4081"/>
                      </a:lnTo>
                      <a:lnTo>
                        <a:pt x="60323" y="4290"/>
                      </a:lnTo>
                      <a:lnTo>
                        <a:pt x="60323" y="4562"/>
                      </a:lnTo>
                      <a:lnTo>
                        <a:pt x="60532" y="4855"/>
                      </a:lnTo>
                      <a:lnTo>
                        <a:pt x="60553" y="5022"/>
                      </a:lnTo>
                      <a:lnTo>
                        <a:pt x="60407" y="4813"/>
                      </a:lnTo>
                      <a:lnTo>
                        <a:pt x="60281" y="4688"/>
                      </a:lnTo>
                      <a:lnTo>
                        <a:pt x="60177" y="4708"/>
                      </a:lnTo>
                      <a:lnTo>
                        <a:pt x="60030" y="4625"/>
                      </a:lnTo>
                      <a:lnTo>
                        <a:pt x="60072" y="4729"/>
                      </a:lnTo>
                      <a:lnTo>
                        <a:pt x="60177" y="4792"/>
                      </a:lnTo>
                      <a:lnTo>
                        <a:pt x="60218" y="4980"/>
                      </a:lnTo>
                      <a:lnTo>
                        <a:pt x="60218" y="5022"/>
                      </a:lnTo>
                      <a:lnTo>
                        <a:pt x="60072" y="4813"/>
                      </a:lnTo>
                      <a:lnTo>
                        <a:pt x="59967" y="4813"/>
                      </a:lnTo>
                      <a:lnTo>
                        <a:pt x="59925" y="4604"/>
                      </a:lnTo>
                      <a:lnTo>
                        <a:pt x="59758" y="4415"/>
                      </a:lnTo>
                      <a:lnTo>
                        <a:pt x="59674" y="4269"/>
                      </a:lnTo>
                      <a:lnTo>
                        <a:pt x="59570" y="4269"/>
                      </a:lnTo>
                      <a:lnTo>
                        <a:pt x="59612" y="4457"/>
                      </a:lnTo>
                      <a:lnTo>
                        <a:pt x="59591" y="4562"/>
                      </a:lnTo>
                      <a:lnTo>
                        <a:pt x="59549" y="4415"/>
                      </a:lnTo>
                      <a:lnTo>
                        <a:pt x="59402" y="4353"/>
                      </a:lnTo>
                      <a:lnTo>
                        <a:pt x="59256" y="4374"/>
                      </a:lnTo>
                      <a:lnTo>
                        <a:pt x="59256" y="4457"/>
                      </a:lnTo>
                      <a:lnTo>
                        <a:pt x="59172" y="4374"/>
                      </a:lnTo>
                      <a:lnTo>
                        <a:pt x="59026" y="4374"/>
                      </a:lnTo>
                      <a:lnTo>
                        <a:pt x="58879" y="4520"/>
                      </a:lnTo>
                      <a:lnTo>
                        <a:pt x="58754" y="4562"/>
                      </a:lnTo>
                      <a:lnTo>
                        <a:pt x="58837" y="4415"/>
                      </a:lnTo>
                      <a:lnTo>
                        <a:pt x="58837" y="4311"/>
                      </a:lnTo>
                      <a:lnTo>
                        <a:pt x="58712" y="4081"/>
                      </a:lnTo>
                      <a:lnTo>
                        <a:pt x="58712" y="3934"/>
                      </a:lnTo>
                      <a:lnTo>
                        <a:pt x="58649" y="3871"/>
                      </a:lnTo>
                      <a:lnTo>
                        <a:pt x="58649" y="3767"/>
                      </a:lnTo>
                      <a:lnTo>
                        <a:pt x="58544" y="3558"/>
                      </a:lnTo>
                      <a:lnTo>
                        <a:pt x="58335" y="3327"/>
                      </a:lnTo>
                      <a:lnTo>
                        <a:pt x="58105" y="3202"/>
                      </a:lnTo>
                      <a:lnTo>
                        <a:pt x="57875" y="2930"/>
                      </a:lnTo>
                      <a:lnTo>
                        <a:pt x="57310" y="2742"/>
                      </a:lnTo>
                      <a:lnTo>
                        <a:pt x="57038" y="2742"/>
                      </a:lnTo>
                      <a:lnTo>
                        <a:pt x="56892" y="2783"/>
                      </a:lnTo>
                      <a:lnTo>
                        <a:pt x="56661" y="2930"/>
                      </a:lnTo>
                      <a:lnTo>
                        <a:pt x="56661" y="2993"/>
                      </a:lnTo>
                      <a:lnTo>
                        <a:pt x="56536" y="2951"/>
                      </a:lnTo>
                      <a:lnTo>
                        <a:pt x="56327" y="3035"/>
                      </a:lnTo>
                      <a:lnTo>
                        <a:pt x="55887" y="3244"/>
                      </a:lnTo>
                      <a:lnTo>
                        <a:pt x="55720" y="3265"/>
                      </a:lnTo>
                      <a:lnTo>
                        <a:pt x="55531" y="3453"/>
                      </a:lnTo>
                      <a:lnTo>
                        <a:pt x="55427" y="3516"/>
                      </a:lnTo>
                      <a:lnTo>
                        <a:pt x="55197" y="3683"/>
                      </a:lnTo>
                      <a:lnTo>
                        <a:pt x="55071" y="3746"/>
                      </a:lnTo>
                      <a:lnTo>
                        <a:pt x="54946" y="3871"/>
                      </a:lnTo>
                      <a:lnTo>
                        <a:pt x="54757" y="3934"/>
                      </a:lnTo>
                      <a:lnTo>
                        <a:pt x="54590" y="3871"/>
                      </a:lnTo>
                      <a:lnTo>
                        <a:pt x="54360" y="3934"/>
                      </a:lnTo>
                      <a:lnTo>
                        <a:pt x="54213" y="3997"/>
                      </a:lnTo>
                      <a:lnTo>
                        <a:pt x="54339" y="3871"/>
                      </a:lnTo>
                      <a:lnTo>
                        <a:pt x="54527" y="3767"/>
                      </a:lnTo>
                      <a:lnTo>
                        <a:pt x="54548" y="3662"/>
                      </a:lnTo>
                      <a:lnTo>
                        <a:pt x="54381" y="3474"/>
                      </a:lnTo>
                      <a:lnTo>
                        <a:pt x="54109" y="3411"/>
                      </a:lnTo>
                      <a:lnTo>
                        <a:pt x="53837" y="3223"/>
                      </a:lnTo>
                      <a:lnTo>
                        <a:pt x="53753" y="3160"/>
                      </a:lnTo>
                      <a:lnTo>
                        <a:pt x="53711" y="3223"/>
                      </a:lnTo>
                      <a:lnTo>
                        <a:pt x="53607" y="3453"/>
                      </a:lnTo>
                      <a:lnTo>
                        <a:pt x="53607" y="3579"/>
                      </a:lnTo>
                      <a:lnTo>
                        <a:pt x="53544" y="3516"/>
                      </a:lnTo>
                      <a:lnTo>
                        <a:pt x="53502" y="3537"/>
                      </a:lnTo>
                      <a:lnTo>
                        <a:pt x="53439" y="3662"/>
                      </a:lnTo>
                      <a:lnTo>
                        <a:pt x="53376" y="3725"/>
                      </a:lnTo>
                      <a:lnTo>
                        <a:pt x="53335" y="3662"/>
                      </a:lnTo>
                      <a:lnTo>
                        <a:pt x="53397" y="3516"/>
                      </a:lnTo>
                      <a:lnTo>
                        <a:pt x="53439" y="3432"/>
                      </a:lnTo>
                      <a:lnTo>
                        <a:pt x="53397" y="3265"/>
                      </a:lnTo>
                      <a:lnTo>
                        <a:pt x="53272" y="3202"/>
                      </a:lnTo>
                      <a:lnTo>
                        <a:pt x="53125" y="3327"/>
                      </a:lnTo>
                      <a:lnTo>
                        <a:pt x="53167" y="3411"/>
                      </a:lnTo>
                      <a:lnTo>
                        <a:pt x="53083" y="3537"/>
                      </a:lnTo>
                      <a:lnTo>
                        <a:pt x="53000" y="3453"/>
                      </a:lnTo>
                      <a:lnTo>
                        <a:pt x="52979" y="3307"/>
                      </a:lnTo>
                      <a:lnTo>
                        <a:pt x="52916" y="3160"/>
                      </a:lnTo>
                      <a:lnTo>
                        <a:pt x="52874" y="3014"/>
                      </a:lnTo>
                      <a:lnTo>
                        <a:pt x="52770" y="3118"/>
                      </a:lnTo>
                      <a:lnTo>
                        <a:pt x="52560" y="3139"/>
                      </a:lnTo>
                      <a:lnTo>
                        <a:pt x="52246" y="3223"/>
                      </a:lnTo>
                      <a:lnTo>
                        <a:pt x="52163" y="3202"/>
                      </a:lnTo>
                      <a:lnTo>
                        <a:pt x="52267" y="3118"/>
                      </a:lnTo>
                      <a:lnTo>
                        <a:pt x="52246" y="3014"/>
                      </a:lnTo>
                      <a:lnTo>
                        <a:pt x="52246" y="2909"/>
                      </a:lnTo>
                      <a:lnTo>
                        <a:pt x="52226" y="2783"/>
                      </a:lnTo>
                      <a:lnTo>
                        <a:pt x="52246" y="2763"/>
                      </a:lnTo>
                      <a:lnTo>
                        <a:pt x="52456" y="2909"/>
                      </a:lnTo>
                      <a:lnTo>
                        <a:pt x="52560" y="2825"/>
                      </a:lnTo>
                      <a:lnTo>
                        <a:pt x="52581" y="2700"/>
                      </a:lnTo>
                      <a:lnTo>
                        <a:pt x="52393" y="2428"/>
                      </a:lnTo>
                      <a:lnTo>
                        <a:pt x="52016" y="2302"/>
                      </a:lnTo>
                      <a:lnTo>
                        <a:pt x="51702" y="2281"/>
                      </a:lnTo>
                      <a:lnTo>
                        <a:pt x="51347" y="2365"/>
                      </a:lnTo>
                      <a:lnTo>
                        <a:pt x="51033" y="2407"/>
                      </a:lnTo>
                      <a:lnTo>
                        <a:pt x="50824" y="2574"/>
                      </a:lnTo>
                      <a:lnTo>
                        <a:pt x="50886" y="3139"/>
                      </a:lnTo>
                      <a:lnTo>
                        <a:pt x="50866" y="3307"/>
                      </a:lnTo>
                      <a:lnTo>
                        <a:pt x="50907" y="3411"/>
                      </a:lnTo>
                      <a:lnTo>
                        <a:pt x="50803" y="3579"/>
                      </a:lnTo>
                      <a:lnTo>
                        <a:pt x="50803" y="3746"/>
                      </a:lnTo>
                      <a:lnTo>
                        <a:pt x="50656" y="3851"/>
                      </a:lnTo>
                      <a:lnTo>
                        <a:pt x="50552" y="3851"/>
                      </a:lnTo>
                      <a:lnTo>
                        <a:pt x="50489" y="3788"/>
                      </a:lnTo>
                      <a:lnTo>
                        <a:pt x="50489" y="3725"/>
                      </a:lnTo>
                      <a:lnTo>
                        <a:pt x="50363" y="3620"/>
                      </a:lnTo>
                      <a:lnTo>
                        <a:pt x="50447" y="3537"/>
                      </a:lnTo>
                      <a:lnTo>
                        <a:pt x="50510" y="3558"/>
                      </a:lnTo>
                      <a:lnTo>
                        <a:pt x="50594" y="3369"/>
                      </a:lnTo>
                      <a:lnTo>
                        <a:pt x="50552" y="3139"/>
                      </a:lnTo>
                      <a:lnTo>
                        <a:pt x="50405" y="3097"/>
                      </a:lnTo>
                      <a:lnTo>
                        <a:pt x="50342" y="2888"/>
                      </a:lnTo>
                      <a:lnTo>
                        <a:pt x="50405" y="2909"/>
                      </a:lnTo>
                      <a:lnTo>
                        <a:pt x="50510" y="2804"/>
                      </a:lnTo>
                      <a:lnTo>
                        <a:pt x="50510" y="2930"/>
                      </a:lnTo>
                      <a:lnTo>
                        <a:pt x="50614" y="3035"/>
                      </a:lnTo>
                      <a:lnTo>
                        <a:pt x="50698" y="3223"/>
                      </a:lnTo>
                      <a:lnTo>
                        <a:pt x="50719" y="3160"/>
                      </a:lnTo>
                      <a:lnTo>
                        <a:pt x="50698" y="2888"/>
                      </a:lnTo>
                      <a:lnTo>
                        <a:pt x="50656" y="2679"/>
                      </a:lnTo>
                      <a:lnTo>
                        <a:pt x="50259" y="2825"/>
                      </a:lnTo>
                      <a:lnTo>
                        <a:pt x="49945" y="3035"/>
                      </a:lnTo>
                      <a:lnTo>
                        <a:pt x="49945" y="3160"/>
                      </a:lnTo>
                      <a:lnTo>
                        <a:pt x="49757" y="3307"/>
                      </a:lnTo>
                      <a:lnTo>
                        <a:pt x="49652" y="3223"/>
                      </a:lnTo>
                      <a:lnTo>
                        <a:pt x="49673" y="3139"/>
                      </a:lnTo>
                      <a:lnTo>
                        <a:pt x="49777" y="3118"/>
                      </a:lnTo>
                      <a:lnTo>
                        <a:pt x="49673" y="2993"/>
                      </a:lnTo>
                      <a:lnTo>
                        <a:pt x="49757" y="2742"/>
                      </a:lnTo>
                      <a:lnTo>
                        <a:pt x="49882" y="2804"/>
                      </a:lnTo>
                      <a:lnTo>
                        <a:pt x="49945" y="2783"/>
                      </a:lnTo>
                      <a:lnTo>
                        <a:pt x="50070" y="2825"/>
                      </a:lnTo>
                      <a:lnTo>
                        <a:pt x="50468" y="2637"/>
                      </a:lnTo>
                      <a:lnTo>
                        <a:pt x="50614" y="2595"/>
                      </a:lnTo>
                      <a:lnTo>
                        <a:pt x="50342" y="2595"/>
                      </a:lnTo>
                      <a:lnTo>
                        <a:pt x="50175" y="2616"/>
                      </a:lnTo>
                      <a:lnTo>
                        <a:pt x="49945" y="2595"/>
                      </a:lnTo>
                      <a:lnTo>
                        <a:pt x="49443" y="2595"/>
                      </a:lnTo>
                      <a:lnTo>
                        <a:pt x="49338" y="2637"/>
                      </a:lnTo>
                      <a:lnTo>
                        <a:pt x="48669" y="2700"/>
                      </a:lnTo>
                      <a:lnTo>
                        <a:pt x="48271" y="2700"/>
                      </a:lnTo>
                      <a:lnTo>
                        <a:pt x="48041" y="2742"/>
                      </a:lnTo>
                      <a:lnTo>
                        <a:pt x="47769" y="2637"/>
                      </a:lnTo>
                      <a:lnTo>
                        <a:pt x="47539" y="2679"/>
                      </a:lnTo>
                      <a:lnTo>
                        <a:pt x="47371" y="2742"/>
                      </a:lnTo>
                      <a:lnTo>
                        <a:pt x="47518" y="2909"/>
                      </a:lnTo>
                      <a:lnTo>
                        <a:pt x="47685" y="2909"/>
                      </a:lnTo>
                      <a:lnTo>
                        <a:pt x="47790" y="2951"/>
                      </a:lnTo>
                      <a:lnTo>
                        <a:pt x="47894" y="2930"/>
                      </a:lnTo>
                      <a:lnTo>
                        <a:pt x="48041" y="3055"/>
                      </a:lnTo>
                      <a:lnTo>
                        <a:pt x="48041" y="3139"/>
                      </a:lnTo>
                      <a:lnTo>
                        <a:pt x="47832" y="3327"/>
                      </a:lnTo>
                      <a:lnTo>
                        <a:pt x="47685" y="3307"/>
                      </a:lnTo>
                      <a:lnTo>
                        <a:pt x="47518" y="3369"/>
                      </a:lnTo>
                      <a:lnTo>
                        <a:pt x="47476" y="3537"/>
                      </a:lnTo>
                      <a:lnTo>
                        <a:pt x="47434" y="3641"/>
                      </a:lnTo>
                      <a:lnTo>
                        <a:pt x="47560" y="3871"/>
                      </a:lnTo>
                      <a:lnTo>
                        <a:pt x="47769" y="3934"/>
                      </a:lnTo>
                      <a:lnTo>
                        <a:pt x="47790" y="3788"/>
                      </a:lnTo>
                      <a:lnTo>
                        <a:pt x="47936" y="3662"/>
                      </a:lnTo>
                      <a:lnTo>
                        <a:pt x="48145" y="3579"/>
                      </a:lnTo>
                      <a:lnTo>
                        <a:pt x="48104" y="3788"/>
                      </a:lnTo>
                      <a:lnTo>
                        <a:pt x="47894" y="3788"/>
                      </a:lnTo>
                      <a:lnTo>
                        <a:pt x="47999" y="3934"/>
                      </a:lnTo>
                      <a:lnTo>
                        <a:pt x="47978" y="3955"/>
                      </a:lnTo>
                      <a:lnTo>
                        <a:pt x="48041" y="4060"/>
                      </a:lnTo>
                      <a:lnTo>
                        <a:pt x="47894" y="4143"/>
                      </a:lnTo>
                      <a:lnTo>
                        <a:pt x="48041" y="4164"/>
                      </a:lnTo>
                      <a:lnTo>
                        <a:pt x="48166" y="4102"/>
                      </a:lnTo>
                      <a:lnTo>
                        <a:pt x="48208" y="4206"/>
                      </a:lnTo>
                      <a:lnTo>
                        <a:pt x="48187" y="4353"/>
                      </a:lnTo>
                      <a:lnTo>
                        <a:pt x="48313" y="4478"/>
                      </a:lnTo>
                      <a:lnTo>
                        <a:pt x="48459" y="4499"/>
                      </a:lnTo>
                      <a:lnTo>
                        <a:pt x="48627" y="4708"/>
                      </a:lnTo>
                      <a:lnTo>
                        <a:pt x="48606" y="4813"/>
                      </a:lnTo>
                      <a:lnTo>
                        <a:pt x="48522" y="4771"/>
                      </a:lnTo>
                      <a:lnTo>
                        <a:pt x="48397" y="4813"/>
                      </a:lnTo>
                      <a:lnTo>
                        <a:pt x="48459" y="4939"/>
                      </a:lnTo>
                      <a:lnTo>
                        <a:pt x="48376" y="5001"/>
                      </a:lnTo>
                      <a:lnTo>
                        <a:pt x="48313" y="4939"/>
                      </a:lnTo>
                      <a:lnTo>
                        <a:pt x="48250" y="4980"/>
                      </a:lnTo>
                      <a:lnTo>
                        <a:pt x="48187" y="4834"/>
                      </a:lnTo>
                      <a:lnTo>
                        <a:pt x="47999" y="4708"/>
                      </a:lnTo>
                      <a:lnTo>
                        <a:pt x="47936" y="4729"/>
                      </a:lnTo>
                      <a:lnTo>
                        <a:pt x="47978" y="4813"/>
                      </a:lnTo>
                      <a:lnTo>
                        <a:pt x="47873" y="4897"/>
                      </a:lnTo>
                      <a:lnTo>
                        <a:pt x="47790" y="4834"/>
                      </a:lnTo>
                      <a:lnTo>
                        <a:pt x="47727" y="4897"/>
                      </a:lnTo>
                      <a:lnTo>
                        <a:pt x="47769" y="5022"/>
                      </a:lnTo>
                      <a:lnTo>
                        <a:pt x="47790" y="5211"/>
                      </a:lnTo>
                      <a:lnTo>
                        <a:pt x="47936" y="5232"/>
                      </a:lnTo>
                      <a:lnTo>
                        <a:pt x="48083" y="5148"/>
                      </a:lnTo>
                      <a:lnTo>
                        <a:pt x="48187" y="5252"/>
                      </a:lnTo>
                      <a:lnTo>
                        <a:pt x="48104" y="5336"/>
                      </a:lnTo>
                      <a:lnTo>
                        <a:pt x="48250" y="5399"/>
                      </a:lnTo>
                      <a:lnTo>
                        <a:pt x="48145" y="5462"/>
                      </a:lnTo>
                      <a:lnTo>
                        <a:pt x="47978" y="5420"/>
                      </a:lnTo>
                      <a:lnTo>
                        <a:pt x="47978" y="5462"/>
                      </a:lnTo>
                      <a:lnTo>
                        <a:pt x="48145" y="5566"/>
                      </a:lnTo>
                      <a:lnTo>
                        <a:pt x="47873" y="5566"/>
                      </a:lnTo>
                      <a:lnTo>
                        <a:pt x="47832" y="5462"/>
                      </a:lnTo>
                      <a:lnTo>
                        <a:pt x="47643" y="5462"/>
                      </a:lnTo>
                      <a:lnTo>
                        <a:pt x="47560" y="5336"/>
                      </a:lnTo>
                      <a:lnTo>
                        <a:pt x="47434" y="5315"/>
                      </a:lnTo>
                      <a:lnTo>
                        <a:pt x="47308" y="5190"/>
                      </a:lnTo>
                      <a:lnTo>
                        <a:pt x="47120" y="5190"/>
                      </a:lnTo>
                      <a:lnTo>
                        <a:pt x="46995" y="5106"/>
                      </a:lnTo>
                      <a:lnTo>
                        <a:pt x="46890" y="5127"/>
                      </a:lnTo>
                      <a:lnTo>
                        <a:pt x="46827" y="5106"/>
                      </a:lnTo>
                      <a:lnTo>
                        <a:pt x="46430" y="5252"/>
                      </a:lnTo>
                      <a:lnTo>
                        <a:pt x="46409" y="5357"/>
                      </a:lnTo>
                      <a:lnTo>
                        <a:pt x="46367" y="5420"/>
                      </a:lnTo>
                      <a:lnTo>
                        <a:pt x="46430" y="5504"/>
                      </a:lnTo>
                      <a:lnTo>
                        <a:pt x="46409" y="5566"/>
                      </a:lnTo>
                      <a:lnTo>
                        <a:pt x="46492" y="5713"/>
                      </a:lnTo>
                      <a:lnTo>
                        <a:pt x="46472" y="5734"/>
                      </a:lnTo>
                      <a:lnTo>
                        <a:pt x="46367" y="5629"/>
                      </a:lnTo>
                      <a:lnTo>
                        <a:pt x="46283" y="5671"/>
                      </a:lnTo>
                      <a:lnTo>
                        <a:pt x="46179" y="5629"/>
                      </a:lnTo>
                      <a:lnTo>
                        <a:pt x="45739" y="5671"/>
                      </a:lnTo>
                      <a:lnTo>
                        <a:pt x="45530" y="5650"/>
                      </a:lnTo>
                      <a:lnTo>
                        <a:pt x="45384" y="5524"/>
                      </a:lnTo>
                      <a:lnTo>
                        <a:pt x="45258" y="5504"/>
                      </a:lnTo>
                      <a:lnTo>
                        <a:pt x="45132" y="5357"/>
                      </a:lnTo>
                      <a:lnTo>
                        <a:pt x="45049" y="5211"/>
                      </a:lnTo>
                      <a:lnTo>
                        <a:pt x="44944" y="5148"/>
                      </a:lnTo>
                      <a:lnTo>
                        <a:pt x="44944" y="5232"/>
                      </a:lnTo>
                      <a:lnTo>
                        <a:pt x="45028" y="5420"/>
                      </a:lnTo>
                      <a:lnTo>
                        <a:pt x="45049" y="5734"/>
                      </a:lnTo>
                      <a:lnTo>
                        <a:pt x="45216" y="6068"/>
                      </a:lnTo>
                      <a:lnTo>
                        <a:pt x="45342" y="6340"/>
                      </a:lnTo>
                      <a:lnTo>
                        <a:pt x="45446" y="6926"/>
                      </a:lnTo>
                      <a:lnTo>
                        <a:pt x="45425" y="7073"/>
                      </a:lnTo>
                      <a:lnTo>
                        <a:pt x="45342" y="7073"/>
                      </a:lnTo>
                      <a:lnTo>
                        <a:pt x="45258" y="6968"/>
                      </a:lnTo>
                      <a:lnTo>
                        <a:pt x="45237" y="6864"/>
                      </a:lnTo>
                      <a:lnTo>
                        <a:pt x="45132" y="6759"/>
                      </a:lnTo>
                      <a:lnTo>
                        <a:pt x="45070" y="6801"/>
                      </a:lnTo>
                      <a:lnTo>
                        <a:pt x="45132" y="6884"/>
                      </a:lnTo>
                      <a:lnTo>
                        <a:pt x="45112" y="6968"/>
                      </a:lnTo>
                      <a:lnTo>
                        <a:pt x="44923" y="6905"/>
                      </a:lnTo>
                      <a:lnTo>
                        <a:pt x="44756" y="6717"/>
                      </a:lnTo>
                      <a:lnTo>
                        <a:pt x="44505" y="6696"/>
                      </a:lnTo>
                      <a:lnTo>
                        <a:pt x="44379" y="6550"/>
                      </a:lnTo>
                      <a:lnTo>
                        <a:pt x="44275" y="6508"/>
                      </a:lnTo>
                      <a:lnTo>
                        <a:pt x="43898" y="6173"/>
                      </a:lnTo>
                      <a:lnTo>
                        <a:pt x="43877" y="6173"/>
                      </a:lnTo>
                      <a:lnTo>
                        <a:pt x="43793" y="6236"/>
                      </a:lnTo>
                      <a:lnTo>
                        <a:pt x="43689" y="6236"/>
                      </a:lnTo>
                      <a:lnTo>
                        <a:pt x="43647" y="6152"/>
                      </a:lnTo>
                      <a:lnTo>
                        <a:pt x="43877" y="5943"/>
                      </a:lnTo>
                      <a:lnTo>
                        <a:pt x="43982" y="5943"/>
                      </a:lnTo>
                      <a:lnTo>
                        <a:pt x="43898" y="5880"/>
                      </a:lnTo>
                      <a:lnTo>
                        <a:pt x="43772" y="5817"/>
                      </a:lnTo>
                      <a:lnTo>
                        <a:pt x="43647" y="5671"/>
                      </a:lnTo>
                      <a:lnTo>
                        <a:pt x="43626" y="5671"/>
                      </a:lnTo>
                      <a:lnTo>
                        <a:pt x="43647" y="5755"/>
                      </a:lnTo>
                      <a:lnTo>
                        <a:pt x="43751" y="5859"/>
                      </a:lnTo>
                      <a:lnTo>
                        <a:pt x="43751" y="5964"/>
                      </a:lnTo>
                      <a:lnTo>
                        <a:pt x="43626" y="6048"/>
                      </a:lnTo>
                      <a:lnTo>
                        <a:pt x="43417" y="5985"/>
                      </a:lnTo>
                      <a:lnTo>
                        <a:pt x="43207" y="5838"/>
                      </a:lnTo>
                      <a:lnTo>
                        <a:pt x="43145" y="5755"/>
                      </a:lnTo>
                      <a:lnTo>
                        <a:pt x="42935" y="5734"/>
                      </a:lnTo>
                      <a:lnTo>
                        <a:pt x="42894" y="5608"/>
                      </a:lnTo>
                      <a:lnTo>
                        <a:pt x="42789" y="5545"/>
                      </a:lnTo>
                      <a:lnTo>
                        <a:pt x="43040" y="5545"/>
                      </a:lnTo>
                      <a:lnTo>
                        <a:pt x="43270" y="5608"/>
                      </a:lnTo>
                      <a:lnTo>
                        <a:pt x="43375" y="5671"/>
                      </a:lnTo>
                      <a:lnTo>
                        <a:pt x="43521" y="5629"/>
                      </a:lnTo>
                      <a:lnTo>
                        <a:pt x="43626" y="5441"/>
                      </a:lnTo>
                      <a:lnTo>
                        <a:pt x="43626" y="5378"/>
                      </a:lnTo>
                      <a:lnTo>
                        <a:pt x="43542" y="5420"/>
                      </a:lnTo>
                      <a:lnTo>
                        <a:pt x="43521" y="5336"/>
                      </a:lnTo>
                      <a:lnTo>
                        <a:pt x="43417" y="5357"/>
                      </a:lnTo>
                      <a:lnTo>
                        <a:pt x="43459" y="5190"/>
                      </a:lnTo>
                      <a:lnTo>
                        <a:pt x="43333" y="5043"/>
                      </a:lnTo>
                      <a:lnTo>
                        <a:pt x="43249" y="5106"/>
                      </a:lnTo>
                      <a:lnTo>
                        <a:pt x="43228" y="5001"/>
                      </a:lnTo>
                      <a:lnTo>
                        <a:pt x="43145" y="4980"/>
                      </a:lnTo>
                      <a:lnTo>
                        <a:pt x="43061" y="5022"/>
                      </a:lnTo>
                      <a:lnTo>
                        <a:pt x="43019" y="5085"/>
                      </a:lnTo>
                      <a:lnTo>
                        <a:pt x="42831" y="5043"/>
                      </a:lnTo>
                      <a:lnTo>
                        <a:pt x="42810" y="4897"/>
                      </a:lnTo>
                      <a:lnTo>
                        <a:pt x="43019" y="4708"/>
                      </a:lnTo>
                      <a:lnTo>
                        <a:pt x="42998" y="4625"/>
                      </a:lnTo>
                      <a:lnTo>
                        <a:pt x="42894" y="4625"/>
                      </a:lnTo>
                      <a:lnTo>
                        <a:pt x="42726" y="4792"/>
                      </a:lnTo>
                      <a:lnTo>
                        <a:pt x="42705" y="4667"/>
                      </a:lnTo>
                      <a:lnTo>
                        <a:pt x="42768" y="4562"/>
                      </a:lnTo>
                      <a:lnTo>
                        <a:pt x="42726" y="4415"/>
                      </a:lnTo>
                      <a:lnTo>
                        <a:pt x="42663" y="4457"/>
                      </a:lnTo>
                      <a:lnTo>
                        <a:pt x="42622" y="4499"/>
                      </a:lnTo>
                      <a:lnTo>
                        <a:pt x="42601" y="4395"/>
                      </a:lnTo>
                      <a:lnTo>
                        <a:pt x="42496" y="4395"/>
                      </a:lnTo>
                      <a:lnTo>
                        <a:pt x="42454" y="4353"/>
                      </a:lnTo>
                      <a:lnTo>
                        <a:pt x="42391" y="4269"/>
                      </a:lnTo>
                      <a:lnTo>
                        <a:pt x="42433" y="4102"/>
                      </a:lnTo>
                      <a:lnTo>
                        <a:pt x="42391" y="4060"/>
                      </a:lnTo>
                      <a:lnTo>
                        <a:pt x="42308" y="4102"/>
                      </a:lnTo>
                      <a:lnTo>
                        <a:pt x="42224" y="4248"/>
                      </a:lnTo>
                      <a:lnTo>
                        <a:pt x="42203" y="4039"/>
                      </a:lnTo>
                      <a:lnTo>
                        <a:pt x="42099" y="3955"/>
                      </a:lnTo>
                      <a:lnTo>
                        <a:pt x="41994" y="4039"/>
                      </a:lnTo>
                      <a:lnTo>
                        <a:pt x="41910" y="4039"/>
                      </a:lnTo>
                      <a:lnTo>
                        <a:pt x="41868" y="3871"/>
                      </a:lnTo>
                      <a:lnTo>
                        <a:pt x="41764" y="3976"/>
                      </a:lnTo>
                      <a:lnTo>
                        <a:pt x="41701" y="3976"/>
                      </a:lnTo>
                      <a:lnTo>
                        <a:pt x="41680" y="4060"/>
                      </a:lnTo>
                      <a:lnTo>
                        <a:pt x="41659" y="3892"/>
                      </a:lnTo>
                      <a:lnTo>
                        <a:pt x="41659" y="3830"/>
                      </a:lnTo>
                      <a:lnTo>
                        <a:pt x="41492" y="3830"/>
                      </a:lnTo>
                      <a:lnTo>
                        <a:pt x="41408" y="3851"/>
                      </a:lnTo>
                      <a:lnTo>
                        <a:pt x="41366" y="3788"/>
                      </a:lnTo>
                      <a:lnTo>
                        <a:pt x="41199" y="3851"/>
                      </a:lnTo>
                      <a:lnTo>
                        <a:pt x="41094" y="3851"/>
                      </a:lnTo>
                      <a:lnTo>
                        <a:pt x="41073" y="3892"/>
                      </a:lnTo>
                      <a:lnTo>
                        <a:pt x="41136" y="3955"/>
                      </a:lnTo>
                      <a:lnTo>
                        <a:pt x="41178" y="4081"/>
                      </a:lnTo>
                      <a:lnTo>
                        <a:pt x="41115" y="4060"/>
                      </a:lnTo>
                      <a:lnTo>
                        <a:pt x="41052" y="4081"/>
                      </a:lnTo>
                      <a:lnTo>
                        <a:pt x="41052" y="4164"/>
                      </a:lnTo>
                      <a:lnTo>
                        <a:pt x="41031" y="4143"/>
                      </a:lnTo>
                      <a:lnTo>
                        <a:pt x="40885" y="4164"/>
                      </a:lnTo>
                      <a:lnTo>
                        <a:pt x="40843" y="4143"/>
                      </a:lnTo>
                      <a:lnTo>
                        <a:pt x="40885" y="4039"/>
                      </a:lnTo>
                      <a:lnTo>
                        <a:pt x="40969" y="3976"/>
                      </a:lnTo>
                      <a:lnTo>
                        <a:pt x="40927" y="3871"/>
                      </a:lnTo>
                      <a:lnTo>
                        <a:pt x="40822" y="3851"/>
                      </a:lnTo>
                      <a:lnTo>
                        <a:pt x="40822" y="3955"/>
                      </a:lnTo>
                      <a:lnTo>
                        <a:pt x="40738" y="3997"/>
                      </a:lnTo>
                      <a:lnTo>
                        <a:pt x="40655" y="3892"/>
                      </a:lnTo>
                      <a:lnTo>
                        <a:pt x="40550" y="3871"/>
                      </a:lnTo>
                      <a:lnTo>
                        <a:pt x="40446" y="3767"/>
                      </a:lnTo>
                      <a:lnTo>
                        <a:pt x="40425" y="3851"/>
                      </a:lnTo>
                      <a:lnTo>
                        <a:pt x="40341" y="3871"/>
                      </a:lnTo>
                      <a:lnTo>
                        <a:pt x="40194" y="3871"/>
                      </a:lnTo>
                      <a:lnTo>
                        <a:pt x="40132" y="3788"/>
                      </a:lnTo>
                      <a:lnTo>
                        <a:pt x="40111" y="3892"/>
                      </a:lnTo>
                      <a:lnTo>
                        <a:pt x="40027" y="3955"/>
                      </a:lnTo>
                      <a:lnTo>
                        <a:pt x="39902" y="3851"/>
                      </a:lnTo>
                      <a:lnTo>
                        <a:pt x="39818" y="3851"/>
                      </a:lnTo>
                      <a:lnTo>
                        <a:pt x="39860" y="3955"/>
                      </a:lnTo>
                      <a:lnTo>
                        <a:pt x="39881" y="3997"/>
                      </a:lnTo>
                      <a:lnTo>
                        <a:pt x="39755" y="4102"/>
                      </a:lnTo>
                      <a:lnTo>
                        <a:pt x="39692" y="4081"/>
                      </a:lnTo>
                      <a:lnTo>
                        <a:pt x="39671" y="3997"/>
                      </a:lnTo>
                      <a:lnTo>
                        <a:pt x="39609" y="4102"/>
                      </a:lnTo>
                      <a:lnTo>
                        <a:pt x="39630" y="4269"/>
                      </a:lnTo>
                      <a:lnTo>
                        <a:pt x="39713" y="4353"/>
                      </a:lnTo>
                      <a:lnTo>
                        <a:pt x="39734" y="4457"/>
                      </a:lnTo>
                      <a:lnTo>
                        <a:pt x="39797" y="4478"/>
                      </a:lnTo>
                      <a:lnTo>
                        <a:pt x="39818" y="4625"/>
                      </a:lnTo>
                      <a:lnTo>
                        <a:pt x="39964" y="4667"/>
                      </a:lnTo>
                      <a:lnTo>
                        <a:pt x="40006" y="4729"/>
                      </a:lnTo>
                      <a:lnTo>
                        <a:pt x="40006" y="4834"/>
                      </a:lnTo>
                      <a:lnTo>
                        <a:pt x="40111" y="4918"/>
                      </a:lnTo>
                      <a:lnTo>
                        <a:pt x="40132" y="5001"/>
                      </a:lnTo>
                      <a:lnTo>
                        <a:pt x="40069" y="5106"/>
                      </a:lnTo>
                      <a:lnTo>
                        <a:pt x="40006" y="5085"/>
                      </a:lnTo>
                      <a:lnTo>
                        <a:pt x="39985" y="5001"/>
                      </a:lnTo>
                      <a:lnTo>
                        <a:pt x="39818" y="5043"/>
                      </a:lnTo>
                      <a:lnTo>
                        <a:pt x="39713" y="5022"/>
                      </a:lnTo>
                      <a:lnTo>
                        <a:pt x="39609" y="5043"/>
                      </a:lnTo>
                      <a:lnTo>
                        <a:pt x="39671" y="5127"/>
                      </a:lnTo>
                      <a:lnTo>
                        <a:pt x="39588" y="5232"/>
                      </a:lnTo>
                      <a:lnTo>
                        <a:pt x="39462" y="5232"/>
                      </a:lnTo>
                      <a:lnTo>
                        <a:pt x="39378" y="5211"/>
                      </a:lnTo>
                      <a:lnTo>
                        <a:pt x="39127" y="5336"/>
                      </a:lnTo>
                      <a:lnTo>
                        <a:pt x="38751" y="5399"/>
                      </a:lnTo>
                      <a:lnTo>
                        <a:pt x="38625" y="5336"/>
                      </a:lnTo>
                      <a:lnTo>
                        <a:pt x="38437" y="5336"/>
                      </a:lnTo>
                      <a:lnTo>
                        <a:pt x="38416" y="5357"/>
                      </a:lnTo>
                      <a:lnTo>
                        <a:pt x="38311" y="5336"/>
                      </a:lnTo>
                      <a:lnTo>
                        <a:pt x="37788" y="5315"/>
                      </a:lnTo>
                      <a:lnTo>
                        <a:pt x="37621" y="5190"/>
                      </a:lnTo>
                      <a:lnTo>
                        <a:pt x="37579" y="4980"/>
                      </a:lnTo>
                      <a:lnTo>
                        <a:pt x="37663" y="4834"/>
                      </a:lnTo>
                      <a:lnTo>
                        <a:pt x="37705" y="4813"/>
                      </a:lnTo>
                      <a:lnTo>
                        <a:pt x="37705" y="4729"/>
                      </a:lnTo>
                      <a:lnTo>
                        <a:pt x="37558" y="4688"/>
                      </a:lnTo>
                      <a:lnTo>
                        <a:pt x="37370" y="4688"/>
                      </a:lnTo>
                      <a:lnTo>
                        <a:pt x="37035" y="4834"/>
                      </a:lnTo>
                      <a:lnTo>
                        <a:pt x="36554" y="4876"/>
                      </a:lnTo>
                      <a:lnTo>
                        <a:pt x="36156" y="4980"/>
                      </a:lnTo>
                      <a:lnTo>
                        <a:pt x="35926" y="5022"/>
                      </a:lnTo>
                      <a:lnTo>
                        <a:pt x="35884" y="5106"/>
                      </a:lnTo>
                      <a:lnTo>
                        <a:pt x="35801" y="5106"/>
                      </a:lnTo>
                      <a:lnTo>
                        <a:pt x="35738" y="5190"/>
                      </a:lnTo>
                      <a:lnTo>
                        <a:pt x="35612" y="5252"/>
                      </a:lnTo>
                      <a:lnTo>
                        <a:pt x="35466" y="5399"/>
                      </a:lnTo>
                      <a:lnTo>
                        <a:pt x="35529" y="5545"/>
                      </a:lnTo>
                      <a:lnTo>
                        <a:pt x="35612" y="5566"/>
                      </a:lnTo>
                      <a:lnTo>
                        <a:pt x="35717" y="5524"/>
                      </a:lnTo>
                      <a:lnTo>
                        <a:pt x="35780" y="5545"/>
                      </a:lnTo>
                      <a:lnTo>
                        <a:pt x="35717" y="5629"/>
                      </a:lnTo>
                      <a:lnTo>
                        <a:pt x="35654" y="5650"/>
                      </a:lnTo>
                      <a:lnTo>
                        <a:pt x="35549" y="5755"/>
                      </a:lnTo>
                      <a:lnTo>
                        <a:pt x="35549" y="5817"/>
                      </a:lnTo>
                      <a:lnTo>
                        <a:pt x="35508" y="5755"/>
                      </a:lnTo>
                      <a:lnTo>
                        <a:pt x="35487" y="5545"/>
                      </a:lnTo>
                      <a:lnTo>
                        <a:pt x="35319" y="5420"/>
                      </a:lnTo>
                      <a:lnTo>
                        <a:pt x="35298" y="5336"/>
                      </a:lnTo>
                      <a:lnTo>
                        <a:pt x="35319" y="5252"/>
                      </a:lnTo>
                      <a:lnTo>
                        <a:pt x="35194" y="5148"/>
                      </a:lnTo>
                      <a:lnTo>
                        <a:pt x="35110" y="5148"/>
                      </a:lnTo>
                      <a:lnTo>
                        <a:pt x="34880" y="4939"/>
                      </a:lnTo>
                      <a:lnTo>
                        <a:pt x="34817" y="4939"/>
                      </a:lnTo>
                      <a:lnTo>
                        <a:pt x="34817" y="5022"/>
                      </a:lnTo>
                      <a:lnTo>
                        <a:pt x="35005" y="5232"/>
                      </a:lnTo>
                      <a:lnTo>
                        <a:pt x="35026" y="5357"/>
                      </a:lnTo>
                      <a:lnTo>
                        <a:pt x="34922" y="5462"/>
                      </a:lnTo>
                      <a:lnTo>
                        <a:pt x="34733" y="5504"/>
                      </a:lnTo>
                      <a:lnTo>
                        <a:pt x="34650" y="5545"/>
                      </a:lnTo>
                      <a:lnTo>
                        <a:pt x="34482" y="5545"/>
                      </a:lnTo>
                      <a:lnTo>
                        <a:pt x="34168" y="5294"/>
                      </a:lnTo>
                      <a:lnTo>
                        <a:pt x="34168" y="5190"/>
                      </a:lnTo>
                      <a:lnTo>
                        <a:pt x="34231" y="5106"/>
                      </a:lnTo>
                      <a:lnTo>
                        <a:pt x="34210" y="5022"/>
                      </a:lnTo>
                      <a:lnTo>
                        <a:pt x="34043" y="5085"/>
                      </a:lnTo>
                      <a:lnTo>
                        <a:pt x="34043" y="5211"/>
                      </a:lnTo>
                      <a:lnTo>
                        <a:pt x="33959" y="5294"/>
                      </a:lnTo>
                      <a:lnTo>
                        <a:pt x="33750" y="5148"/>
                      </a:lnTo>
                      <a:lnTo>
                        <a:pt x="33604" y="5148"/>
                      </a:lnTo>
                      <a:lnTo>
                        <a:pt x="33499" y="5252"/>
                      </a:lnTo>
                      <a:lnTo>
                        <a:pt x="33520" y="5441"/>
                      </a:lnTo>
                      <a:lnTo>
                        <a:pt x="33436" y="5566"/>
                      </a:lnTo>
                      <a:lnTo>
                        <a:pt x="33520" y="5734"/>
                      </a:lnTo>
                      <a:lnTo>
                        <a:pt x="33645" y="5776"/>
                      </a:lnTo>
                      <a:lnTo>
                        <a:pt x="33813" y="5650"/>
                      </a:lnTo>
                      <a:lnTo>
                        <a:pt x="33834" y="5566"/>
                      </a:lnTo>
                      <a:lnTo>
                        <a:pt x="34043" y="5441"/>
                      </a:lnTo>
                      <a:lnTo>
                        <a:pt x="34106" y="5524"/>
                      </a:lnTo>
                      <a:lnTo>
                        <a:pt x="34064" y="5650"/>
                      </a:lnTo>
                      <a:lnTo>
                        <a:pt x="33855" y="5817"/>
                      </a:lnTo>
                      <a:lnTo>
                        <a:pt x="33938" y="5880"/>
                      </a:lnTo>
                      <a:lnTo>
                        <a:pt x="33855" y="6027"/>
                      </a:lnTo>
                      <a:lnTo>
                        <a:pt x="33729" y="6068"/>
                      </a:lnTo>
                      <a:lnTo>
                        <a:pt x="33604" y="5985"/>
                      </a:lnTo>
                      <a:lnTo>
                        <a:pt x="33604" y="6048"/>
                      </a:lnTo>
                      <a:lnTo>
                        <a:pt x="33645" y="6173"/>
                      </a:lnTo>
                      <a:lnTo>
                        <a:pt x="33583" y="6299"/>
                      </a:lnTo>
                      <a:lnTo>
                        <a:pt x="33394" y="6445"/>
                      </a:lnTo>
                      <a:lnTo>
                        <a:pt x="33436" y="6550"/>
                      </a:lnTo>
                      <a:lnTo>
                        <a:pt x="33394" y="6592"/>
                      </a:lnTo>
                      <a:lnTo>
                        <a:pt x="33311" y="6592"/>
                      </a:lnTo>
                      <a:lnTo>
                        <a:pt x="33164" y="6759"/>
                      </a:lnTo>
                      <a:lnTo>
                        <a:pt x="32955" y="6780"/>
                      </a:lnTo>
                      <a:lnTo>
                        <a:pt x="32746" y="6801"/>
                      </a:lnTo>
                      <a:lnTo>
                        <a:pt x="32683" y="6926"/>
                      </a:lnTo>
                      <a:lnTo>
                        <a:pt x="32746" y="7094"/>
                      </a:lnTo>
                      <a:lnTo>
                        <a:pt x="32913" y="7303"/>
                      </a:lnTo>
                      <a:lnTo>
                        <a:pt x="32997" y="7324"/>
                      </a:lnTo>
                      <a:lnTo>
                        <a:pt x="32913" y="7345"/>
                      </a:lnTo>
                      <a:lnTo>
                        <a:pt x="32767" y="7345"/>
                      </a:lnTo>
                      <a:lnTo>
                        <a:pt x="32746" y="7429"/>
                      </a:lnTo>
                      <a:lnTo>
                        <a:pt x="32767" y="7491"/>
                      </a:lnTo>
                      <a:lnTo>
                        <a:pt x="32704" y="7596"/>
                      </a:lnTo>
                      <a:lnTo>
                        <a:pt x="32599" y="7701"/>
                      </a:lnTo>
                      <a:lnTo>
                        <a:pt x="32495" y="7701"/>
                      </a:lnTo>
                      <a:lnTo>
                        <a:pt x="32474" y="7763"/>
                      </a:lnTo>
                      <a:lnTo>
                        <a:pt x="32495" y="7659"/>
                      </a:lnTo>
                      <a:lnTo>
                        <a:pt x="32599" y="7596"/>
                      </a:lnTo>
                      <a:lnTo>
                        <a:pt x="32683" y="7282"/>
                      </a:lnTo>
                      <a:lnTo>
                        <a:pt x="32599" y="7219"/>
                      </a:lnTo>
                      <a:lnTo>
                        <a:pt x="32599" y="7115"/>
                      </a:lnTo>
                      <a:lnTo>
                        <a:pt x="32662" y="7073"/>
                      </a:lnTo>
                      <a:lnTo>
                        <a:pt x="32662" y="6926"/>
                      </a:lnTo>
                      <a:lnTo>
                        <a:pt x="32599" y="6780"/>
                      </a:lnTo>
                      <a:lnTo>
                        <a:pt x="32662" y="6612"/>
                      </a:lnTo>
                      <a:lnTo>
                        <a:pt x="32767" y="6550"/>
                      </a:lnTo>
                      <a:lnTo>
                        <a:pt x="32808" y="6445"/>
                      </a:lnTo>
                      <a:lnTo>
                        <a:pt x="32767" y="6194"/>
                      </a:lnTo>
                      <a:lnTo>
                        <a:pt x="32746" y="6152"/>
                      </a:lnTo>
                      <a:lnTo>
                        <a:pt x="32788" y="6068"/>
                      </a:lnTo>
                      <a:lnTo>
                        <a:pt x="32871" y="6068"/>
                      </a:lnTo>
                      <a:lnTo>
                        <a:pt x="32913" y="6089"/>
                      </a:lnTo>
                      <a:lnTo>
                        <a:pt x="33080" y="6048"/>
                      </a:lnTo>
                      <a:lnTo>
                        <a:pt x="33185" y="5776"/>
                      </a:lnTo>
                      <a:lnTo>
                        <a:pt x="33164" y="5671"/>
                      </a:lnTo>
                      <a:lnTo>
                        <a:pt x="33101" y="5545"/>
                      </a:lnTo>
                      <a:lnTo>
                        <a:pt x="33185" y="5252"/>
                      </a:lnTo>
                      <a:lnTo>
                        <a:pt x="33269" y="5127"/>
                      </a:lnTo>
                      <a:lnTo>
                        <a:pt x="33373" y="4939"/>
                      </a:lnTo>
                      <a:lnTo>
                        <a:pt x="33311" y="4792"/>
                      </a:lnTo>
                      <a:lnTo>
                        <a:pt x="33290" y="4792"/>
                      </a:lnTo>
                      <a:lnTo>
                        <a:pt x="33206" y="4876"/>
                      </a:lnTo>
                      <a:lnTo>
                        <a:pt x="33122" y="4876"/>
                      </a:lnTo>
                      <a:lnTo>
                        <a:pt x="32997" y="4813"/>
                      </a:lnTo>
                      <a:lnTo>
                        <a:pt x="33122" y="4813"/>
                      </a:lnTo>
                      <a:lnTo>
                        <a:pt x="33269" y="4708"/>
                      </a:lnTo>
                      <a:lnTo>
                        <a:pt x="33373" y="4667"/>
                      </a:lnTo>
                      <a:lnTo>
                        <a:pt x="33415" y="4562"/>
                      </a:lnTo>
                      <a:lnTo>
                        <a:pt x="33394" y="4499"/>
                      </a:lnTo>
                      <a:lnTo>
                        <a:pt x="33436" y="4415"/>
                      </a:lnTo>
                      <a:lnTo>
                        <a:pt x="33520" y="4248"/>
                      </a:lnTo>
                      <a:lnTo>
                        <a:pt x="33499" y="4185"/>
                      </a:lnTo>
                      <a:lnTo>
                        <a:pt x="33541" y="4081"/>
                      </a:lnTo>
                      <a:lnTo>
                        <a:pt x="33708" y="3997"/>
                      </a:lnTo>
                      <a:lnTo>
                        <a:pt x="33708" y="3892"/>
                      </a:lnTo>
                      <a:lnTo>
                        <a:pt x="33624" y="3830"/>
                      </a:lnTo>
                      <a:lnTo>
                        <a:pt x="33624" y="3767"/>
                      </a:lnTo>
                      <a:lnTo>
                        <a:pt x="33708" y="3641"/>
                      </a:lnTo>
                      <a:lnTo>
                        <a:pt x="33687" y="3537"/>
                      </a:lnTo>
                      <a:lnTo>
                        <a:pt x="33729" y="3432"/>
                      </a:lnTo>
                      <a:lnTo>
                        <a:pt x="33792" y="3411"/>
                      </a:lnTo>
                      <a:lnTo>
                        <a:pt x="33855" y="3223"/>
                      </a:lnTo>
                      <a:lnTo>
                        <a:pt x="33855" y="3014"/>
                      </a:lnTo>
                      <a:lnTo>
                        <a:pt x="33813" y="2804"/>
                      </a:lnTo>
                      <a:lnTo>
                        <a:pt x="33708" y="2616"/>
                      </a:lnTo>
                      <a:lnTo>
                        <a:pt x="33729" y="2574"/>
                      </a:lnTo>
                      <a:lnTo>
                        <a:pt x="33708" y="2491"/>
                      </a:lnTo>
                      <a:lnTo>
                        <a:pt x="33645" y="2470"/>
                      </a:lnTo>
                      <a:lnTo>
                        <a:pt x="33604" y="2491"/>
                      </a:lnTo>
                      <a:lnTo>
                        <a:pt x="33520" y="2428"/>
                      </a:lnTo>
                      <a:lnTo>
                        <a:pt x="33478" y="2365"/>
                      </a:lnTo>
                      <a:lnTo>
                        <a:pt x="33436" y="2365"/>
                      </a:lnTo>
                      <a:lnTo>
                        <a:pt x="33394" y="2491"/>
                      </a:lnTo>
                      <a:lnTo>
                        <a:pt x="33332" y="2532"/>
                      </a:lnTo>
                      <a:lnTo>
                        <a:pt x="33290" y="2491"/>
                      </a:lnTo>
                      <a:lnTo>
                        <a:pt x="33206" y="2365"/>
                      </a:lnTo>
                      <a:lnTo>
                        <a:pt x="33227" y="2323"/>
                      </a:lnTo>
                      <a:lnTo>
                        <a:pt x="33185" y="2302"/>
                      </a:lnTo>
                      <a:lnTo>
                        <a:pt x="33018" y="2281"/>
                      </a:lnTo>
                      <a:lnTo>
                        <a:pt x="32955" y="2177"/>
                      </a:lnTo>
                      <a:lnTo>
                        <a:pt x="32976" y="2156"/>
                      </a:lnTo>
                      <a:lnTo>
                        <a:pt x="33122" y="2156"/>
                      </a:lnTo>
                      <a:lnTo>
                        <a:pt x="33332" y="2219"/>
                      </a:lnTo>
                      <a:lnTo>
                        <a:pt x="33415" y="2302"/>
                      </a:lnTo>
                      <a:lnTo>
                        <a:pt x="33478" y="2260"/>
                      </a:lnTo>
                      <a:lnTo>
                        <a:pt x="33520" y="2260"/>
                      </a:lnTo>
                      <a:lnTo>
                        <a:pt x="33583" y="2323"/>
                      </a:lnTo>
                      <a:lnTo>
                        <a:pt x="33604" y="2386"/>
                      </a:lnTo>
                      <a:lnTo>
                        <a:pt x="33645" y="2386"/>
                      </a:lnTo>
                      <a:lnTo>
                        <a:pt x="33645" y="2302"/>
                      </a:lnTo>
                      <a:lnTo>
                        <a:pt x="33541" y="2177"/>
                      </a:lnTo>
                      <a:lnTo>
                        <a:pt x="33541" y="2072"/>
                      </a:lnTo>
                      <a:lnTo>
                        <a:pt x="33478" y="1967"/>
                      </a:lnTo>
                      <a:lnTo>
                        <a:pt x="33394" y="1905"/>
                      </a:lnTo>
                      <a:lnTo>
                        <a:pt x="33332" y="1905"/>
                      </a:lnTo>
                      <a:lnTo>
                        <a:pt x="33290" y="1967"/>
                      </a:lnTo>
                      <a:lnTo>
                        <a:pt x="33206" y="1947"/>
                      </a:lnTo>
                      <a:lnTo>
                        <a:pt x="33185" y="1800"/>
                      </a:lnTo>
                      <a:lnTo>
                        <a:pt x="33018" y="1654"/>
                      </a:lnTo>
                      <a:lnTo>
                        <a:pt x="33018" y="1549"/>
                      </a:lnTo>
                      <a:lnTo>
                        <a:pt x="32955" y="1465"/>
                      </a:lnTo>
                      <a:lnTo>
                        <a:pt x="32892" y="1382"/>
                      </a:lnTo>
                      <a:lnTo>
                        <a:pt x="32808" y="1382"/>
                      </a:lnTo>
                      <a:lnTo>
                        <a:pt x="32704" y="1444"/>
                      </a:lnTo>
                      <a:lnTo>
                        <a:pt x="32704" y="1549"/>
                      </a:lnTo>
                      <a:lnTo>
                        <a:pt x="32808" y="1549"/>
                      </a:lnTo>
                      <a:lnTo>
                        <a:pt x="32892" y="1591"/>
                      </a:lnTo>
                      <a:lnTo>
                        <a:pt x="32871" y="1654"/>
                      </a:lnTo>
                      <a:lnTo>
                        <a:pt x="32788" y="1695"/>
                      </a:lnTo>
                      <a:lnTo>
                        <a:pt x="32788" y="1779"/>
                      </a:lnTo>
                      <a:lnTo>
                        <a:pt x="32746" y="1800"/>
                      </a:lnTo>
                      <a:lnTo>
                        <a:pt x="32536" y="1570"/>
                      </a:lnTo>
                      <a:lnTo>
                        <a:pt x="32536" y="1486"/>
                      </a:lnTo>
                      <a:lnTo>
                        <a:pt x="32474" y="1361"/>
                      </a:lnTo>
                      <a:lnTo>
                        <a:pt x="32369" y="1340"/>
                      </a:lnTo>
                      <a:lnTo>
                        <a:pt x="31930" y="1068"/>
                      </a:lnTo>
                      <a:lnTo>
                        <a:pt x="31825" y="1026"/>
                      </a:lnTo>
                      <a:lnTo>
                        <a:pt x="31804" y="1005"/>
                      </a:lnTo>
                      <a:lnTo>
                        <a:pt x="31532" y="1026"/>
                      </a:lnTo>
                      <a:lnTo>
                        <a:pt x="31511" y="921"/>
                      </a:lnTo>
                      <a:lnTo>
                        <a:pt x="31553" y="858"/>
                      </a:lnTo>
                      <a:lnTo>
                        <a:pt x="31532" y="796"/>
                      </a:lnTo>
                      <a:lnTo>
                        <a:pt x="31407" y="817"/>
                      </a:lnTo>
                      <a:lnTo>
                        <a:pt x="31344" y="754"/>
                      </a:lnTo>
                      <a:lnTo>
                        <a:pt x="31218" y="796"/>
                      </a:lnTo>
                      <a:lnTo>
                        <a:pt x="31135" y="858"/>
                      </a:lnTo>
                      <a:lnTo>
                        <a:pt x="31093" y="838"/>
                      </a:lnTo>
                      <a:lnTo>
                        <a:pt x="30988" y="942"/>
                      </a:lnTo>
                      <a:lnTo>
                        <a:pt x="30925" y="1047"/>
                      </a:lnTo>
                      <a:lnTo>
                        <a:pt x="30779" y="1047"/>
                      </a:lnTo>
                      <a:lnTo>
                        <a:pt x="30695" y="1026"/>
                      </a:lnTo>
                      <a:lnTo>
                        <a:pt x="30570" y="1172"/>
                      </a:lnTo>
                      <a:lnTo>
                        <a:pt x="30381" y="1235"/>
                      </a:lnTo>
                      <a:lnTo>
                        <a:pt x="30298" y="1256"/>
                      </a:lnTo>
                      <a:lnTo>
                        <a:pt x="30256" y="1214"/>
                      </a:lnTo>
                      <a:lnTo>
                        <a:pt x="30172" y="1214"/>
                      </a:lnTo>
                      <a:lnTo>
                        <a:pt x="30130" y="1256"/>
                      </a:lnTo>
                      <a:lnTo>
                        <a:pt x="30130" y="1361"/>
                      </a:lnTo>
                      <a:lnTo>
                        <a:pt x="30193" y="1382"/>
                      </a:lnTo>
                      <a:lnTo>
                        <a:pt x="30256" y="1382"/>
                      </a:lnTo>
                      <a:lnTo>
                        <a:pt x="30298" y="1549"/>
                      </a:lnTo>
                      <a:lnTo>
                        <a:pt x="30339" y="1758"/>
                      </a:lnTo>
                      <a:lnTo>
                        <a:pt x="30256" y="1905"/>
                      </a:lnTo>
                      <a:lnTo>
                        <a:pt x="30067" y="1905"/>
                      </a:lnTo>
                      <a:lnTo>
                        <a:pt x="29942" y="2051"/>
                      </a:lnTo>
                      <a:lnTo>
                        <a:pt x="29733" y="2093"/>
                      </a:lnTo>
                      <a:lnTo>
                        <a:pt x="29649" y="2072"/>
                      </a:lnTo>
                      <a:lnTo>
                        <a:pt x="29754" y="1988"/>
                      </a:lnTo>
                      <a:lnTo>
                        <a:pt x="29837" y="1967"/>
                      </a:lnTo>
                      <a:lnTo>
                        <a:pt x="29858" y="1842"/>
                      </a:lnTo>
                      <a:lnTo>
                        <a:pt x="29733" y="1591"/>
                      </a:lnTo>
                      <a:lnTo>
                        <a:pt x="29816" y="1444"/>
                      </a:lnTo>
                      <a:lnTo>
                        <a:pt x="29816" y="1340"/>
                      </a:lnTo>
                      <a:lnTo>
                        <a:pt x="29858" y="1256"/>
                      </a:lnTo>
                      <a:lnTo>
                        <a:pt x="29775" y="1068"/>
                      </a:lnTo>
                      <a:lnTo>
                        <a:pt x="29775" y="963"/>
                      </a:lnTo>
                      <a:lnTo>
                        <a:pt x="29628" y="817"/>
                      </a:lnTo>
                      <a:lnTo>
                        <a:pt x="29523" y="858"/>
                      </a:lnTo>
                      <a:lnTo>
                        <a:pt x="29440" y="817"/>
                      </a:lnTo>
                      <a:lnTo>
                        <a:pt x="29398" y="817"/>
                      </a:lnTo>
                      <a:lnTo>
                        <a:pt x="29356" y="942"/>
                      </a:lnTo>
                      <a:lnTo>
                        <a:pt x="29210" y="963"/>
                      </a:lnTo>
                      <a:lnTo>
                        <a:pt x="29147" y="921"/>
                      </a:lnTo>
                      <a:lnTo>
                        <a:pt x="29042" y="963"/>
                      </a:lnTo>
                      <a:lnTo>
                        <a:pt x="28938" y="1130"/>
                      </a:lnTo>
                      <a:lnTo>
                        <a:pt x="28707" y="1130"/>
                      </a:lnTo>
                      <a:lnTo>
                        <a:pt x="28707" y="1047"/>
                      </a:lnTo>
                      <a:lnTo>
                        <a:pt x="28791" y="921"/>
                      </a:lnTo>
                      <a:lnTo>
                        <a:pt x="28791" y="838"/>
                      </a:lnTo>
                      <a:lnTo>
                        <a:pt x="28707" y="817"/>
                      </a:lnTo>
                      <a:lnTo>
                        <a:pt x="28519" y="1110"/>
                      </a:lnTo>
                      <a:lnTo>
                        <a:pt x="28268" y="1214"/>
                      </a:lnTo>
                      <a:lnTo>
                        <a:pt x="28163" y="1172"/>
                      </a:lnTo>
                      <a:lnTo>
                        <a:pt x="28268" y="1026"/>
                      </a:lnTo>
                      <a:lnTo>
                        <a:pt x="28394" y="1005"/>
                      </a:lnTo>
                      <a:lnTo>
                        <a:pt x="28519" y="817"/>
                      </a:lnTo>
                      <a:lnTo>
                        <a:pt x="28498" y="691"/>
                      </a:lnTo>
                      <a:lnTo>
                        <a:pt x="28561" y="586"/>
                      </a:lnTo>
                      <a:lnTo>
                        <a:pt x="28561" y="524"/>
                      </a:lnTo>
                      <a:lnTo>
                        <a:pt x="28645" y="440"/>
                      </a:lnTo>
                      <a:lnTo>
                        <a:pt x="28645" y="398"/>
                      </a:lnTo>
                      <a:lnTo>
                        <a:pt x="28477" y="335"/>
                      </a:lnTo>
                      <a:lnTo>
                        <a:pt x="28414" y="294"/>
                      </a:lnTo>
                      <a:lnTo>
                        <a:pt x="28414" y="126"/>
                      </a:lnTo>
                      <a:lnTo>
                        <a:pt x="28373" y="105"/>
                      </a:lnTo>
                      <a:lnTo>
                        <a:pt x="28205" y="231"/>
                      </a:lnTo>
                      <a:lnTo>
                        <a:pt x="28059" y="210"/>
                      </a:lnTo>
                      <a:lnTo>
                        <a:pt x="27996" y="63"/>
                      </a:lnTo>
                      <a:lnTo>
                        <a:pt x="27891" y="63"/>
                      </a:lnTo>
                      <a:lnTo>
                        <a:pt x="27787" y="168"/>
                      </a:lnTo>
                      <a:lnTo>
                        <a:pt x="27661" y="1"/>
                      </a:lnTo>
                      <a:close/>
                    </a:path>
                  </a:pathLst>
                </a:custGeom>
                <a:solidFill>
                  <a:srgbClr val="5F7D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A6CBC2"/>
                    </a:solidFill>
                    <a:latin typeface="Arial"/>
                    <a:ea typeface="Arial"/>
                    <a:cs typeface="Arial"/>
                    <a:sym typeface="Arial"/>
                  </a:endParaRPr>
                </a:p>
              </p:txBody>
            </p:sp>
            <p:sp>
              <p:nvSpPr>
                <p:cNvPr id="5859" name="Google Shape;5859;p36"/>
                <p:cNvSpPr/>
                <p:nvPr/>
              </p:nvSpPr>
              <p:spPr>
                <a:xfrm>
                  <a:off x="5538025" y="2213300"/>
                  <a:ext cx="94175" cy="208750"/>
                </a:xfrm>
                <a:custGeom>
                  <a:rect b="b" l="l" r="r" t="t"/>
                  <a:pathLst>
                    <a:path extrusionOk="0" h="8350" w="3767">
                      <a:moveTo>
                        <a:pt x="251" y="1"/>
                      </a:moveTo>
                      <a:lnTo>
                        <a:pt x="209" y="63"/>
                      </a:lnTo>
                      <a:lnTo>
                        <a:pt x="251" y="105"/>
                      </a:lnTo>
                      <a:lnTo>
                        <a:pt x="251" y="189"/>
                      </a:lnTo>
                      <a:lnTo>
                        <a:pt x="188" y="210"/>
                      </a:lnTo>
                      <a:lnTo>
                        <a:pt x="105" y="168"/>
                      </a:lnTo>
                      <a:lnTo>
                        <a:pt x="0" y="168"/>
                      </a:lnTo>
                      <a:lnTo>
                        <a:pt x="168" y="314"/>
                      </a:lnTo>
                      <a:lnTo>
                        <a:pt x="356" y="461"/>
                      </a:lnTo>
                      <a:lnTo>
                        <a:pt x="419" y="524"/>
                      </a:lnTo>
                      <a:lnTo>
                        <a:pt x="398" y="670"/>
                      </a:lnTo>
                      <a:lnTo>
                        <a:pt x="460" y="607"/>
                      </a:lnTo>
                      <a:lnTo>
                        <a:pt x="502" y="607"/>
                      </a:lnTo>
                      <a:lnTo>
                        <a:pt x="565" y="691"/>
                      </a:lnTo>
                      <a:lnTo>
                        <a:pt x="502" y="733"/>
                      </a:lnTo>
                      <a:lnTo>
                        <a:pt x="419" y="775"/>
                      </a:lnTo>
                      <a:lnTo>
                        <a:pt x="460" y="838"/>
                      </a:lnTo>
                      <a:lnTo>
                        <a:pt x="523" y="838"/>
                      </a:lnTo>
                      <a:lnTo>
                        <a:pt x="565" y="984"/>
                      </a:lnTo>
                      <a:lnTo>
                        <a:pt x="481" y="1026"/>
                      </a:lnTo>
                      <a:lnTo>
                        <a:pt x="377" y="1005"/>
                      </a:lnTo>
                      <a:lnTo>
                        <a:pt x="314" y="900"/>
                      </a:lnTo>
                      <a:lnTo>
                        <a:pt x="251" y="984"/>
                      </a:lnTo>
                      <a:lnTo>
                        <a:pt x="168" y="1130"/>
                      </a:lnTo>
                      <a:lnTo>
                        <a:pt x="272" y="1235"/>
                      </a:lnTo>
                      <a:lnTo>
                        <a:pt x="314" y="1382"/>
                      </a:lnTo>
                      <a:lnTo>
                        <a:pt x="419" y="1528"/>
                      </a:lnTo>
                      <a:lnTo>
                        <a:pt x="523" y="1716"/>
                      </a:lnTo>
                      <a:lnTo>
                        <a:pt x="523" y="1946"/>
                      </a:lnTo>
                      <a:lnTo>
                        <a:pt x="586" y="1988"/>
                      </a:lnTo>
                      <a:lnTo>
                        <a:pt x="607" y="2177"/>
                      </a:lnTo>
                      <a:lnTo>
                        <a:pt x="691" y="2470"/>
                      </a:lnTo>
                      <a:lnTo>
                        <a:pt x="774" y="2658"/>
                      </a:lnTo>
                      <a:lnTo>
                        <a:pt x="900" y="2700"/>
                      </a:lnTo>
                      <a:lnTo>
                        <a:pt x="900" y="2762"/>
                      </a:lnTo>
                      <a:lnTo>
                        <a:pt x="837" y="2804"/>
                      </a:lnTo>
                      <a:lnTo>
                        <a:pt x="1130" y="3097"/>
                      </a:lnTo>
                      <a:lnTo>
                        <a:pt x="1235" y="3118"/>
                      </a:lnTo>
                      <a:lnTo>
                        <a:pt x="1360" y="3307"/>
                      </a:lnTo>
                      <a:lnTo>
                        <a:pt x="1402" y="3516"/>
                      </a:lnTo>
                      <a:lnTo>
                        <a:pt x="1402" y="3641"/>
                      </a:lnTo>
                      <a:lnTo>
                        <a:pt x="1465" y="3809"/>
                      </a:lnTo>
                      <a:lnTo>
                        <a:pt x="1465" y="3934"/>
                      </a:lnTo>
                      <a:lnTo>
                        <a:pt x="1569" y="3976"/>
                      </a:lnTo>
                      <a:lnTo>
                        <a:pt x="1674" y="4123"/>
                      </a:lnTo>
                      <a:lnTo>
                        <a:pt x="1653" y="4143"/>
                      </a:lnTo>
                      <a:lnTo>
                        <a:pt x="1653" y="4227"/>
                      </a:lnTo>
                      <a:lnTo>
                        <a:pt x="1779" y="4436"/>
                      </a:lnTo>
                      <a:lnTo>
                        <a:pt x="1821" y="4562"/>
                      </a:lnTo>
                      <a:lnTo>
                        <a:pt x="1883" y="4708"/>
                      </a:lnTo>
                      <a:lnTo>
                        <a:pt x="1883" y="4918"/>
                      </a:lnTo>
                      <a:lnTo>
                        <a:pt x="1946" y="5001"/>
                      </a:lnTo>
                      <a:lnTo>
                        <a:pt x="1925" y="5106"/>
                      </a:lnTo>
                      <a:lnTo>
                        <a:pt x="1946" y="5315"/>
                      </a:lnTo>
                      <a:lnTo>
                        <a:pt x="2051" y="5524"/>
                      </a:lnTo>
                      <a:lnTo>
                        <a:pt x="2030" y="5608"/>
                      </a:lnTo>
                      <a:lnTo>
                        <a:pt x="2030" y="5755"/>
                      </a:lnTo>
                      <a:lnTo>
                        <a:pt x="2155" y="5859"/>
                      </a:lnTo>
                      <a:lnTo>
                        <a:pt x="2365" y="6131"/>
                      </a:lnTo>
                      <a:lnTo>
                        <a:pt x="2365" y="6257"/>
                      </a:lnTo>
                      <a:lnTo>
                        <a:pt x="2448" y="6424"/>
                      </a:lnTo>
                      <a:lnTo>
                        <a:pt x="2406" y="6654"/>
                      </a:lnTo>
                      <a:lnTo>
                        <a:pt x="2448" y="6843"/>
                      </a:lnTo>
                      <a:lnTo>
                        <a:pt x="2553" y="7010"/>
                      </a:lnTo>
                      <a:lnTo>
                        <a:pt x="2574" y="7156"/>
                      </a:lnTo>
                      <a:lnTo>
                        <a:pt x="2720" y="7324"/>
                      </a:lnTo>
                      <a:lnTo>
                        <a:pt x="2762" y="7408"/>
                      </a:lnTo>
                      <a:lnTo>
                        <a:pt x="2699" y="7596"/>
                      </a:lnTo>
                      <a:lnTo>
                        <a:pt x="2699" y="7847"/>
                      </a:lnTo>
                      <a:lnTo>
                        <a:pt x="2762" y="7993"/>
                      </a:lnTo>
                      <a:lnTo>
                        <a:pt x="2867" y="8098"/>
                      </a:lnTo>
                      <a:lnTo>
                        <a:pt x="2929" y="8244"/>
                      </a:lnTo>
                      <a:lnTo>
                        <a:pt x="3097" y="8349"/>
                      </a:lnTo>
                      <a:lnTo>
                        <a:pt x="3097" y="8349"/>
                      </a:lnTo>
                      <a:lnTo>
                        <a:pt x="3076" y="8224"/>
                      </a:lnTo>
                      <a:lnTo>
                        <a:pt x="3097" y="8098"/>
                      </a:lnTo>
                      <a:lnTo>
                        <a:pt x="3034" y="7993"/>
                      </a:lnTo>
                      <a:lnTo>
                        <a:pt x="3013" y="7847"/>
                      </a:lnTo>
                      <a:lnTo>
                        <a:pt x="3034" y="7680"/>
                      </a:lnTo>
                      <a:lnTo>
                        <a:pt x="3139" y="7575"/>
                      </a:lnTo>
                      <a:lnTo>
                        <a:pt x="3201" y="7596"/>
                      </a:lnTo>
                      <a:lnTo>
                        <a:pt x="3201" y="7680"/>
                      </a:lnTo>
                      <a:lnTo>
                        <a:pt x="3243" y="7721"/>
                      </a:lnTo>
                      <a:lnTo>
                        <a:pt x="3494" y="7700"/>
                      </a:lnTo>
                      <a:lnTo>
                        <a:pt x="3515" y="7638"/>
                      </a:lnTo>
                      <a:lnTo>
                        <a:pt x="3557" y="7638"/>
                      </a:lnTo>
                      <a:lnTo>
                        <a:pt x="3599" y="7700"/>
                      </a:lnTo>
                      <a:lnTo>
                        <a:pt x="3557" y="7721"/>
                      </a:lnTo>
                      <a:lnTo>
                        <a:pt x="3557" y="7826"/>
                      </a:lnTo>
                      <a:lnTo>
                        <a:pt x="3704" y="7952"/>
                      </a:lnTo>
                      <a:lnTo>
                        <a:pt x="3725" y="8056"/>
                      </a:lnTo>
                      <a:lnTo>
                        <a:pt x="3766" y="8119"/>
                      </a:lnTo>
                      <a:lnTo>
                        <a:pt x="3766" y="8035"/>
                      </a:lnTo>
                      <a:lnTo>
                        <a:pt x="3745" y="7993"/>
                      </a:lnTo>
                      <a:lnTo>
                        <a:pt x="3766" y="7847"/>
                      </a:lnTo>
                      <a:lnTo>
                        <a:pt x="3766" y="7721"/>
                      </a:lnTo>
                      <a:lnTo>
                        <a:pt x="3662" y="7638"/>
                      </a:lnTo>
                      <a:lnTo>
                        <a:pt x="3641" y="7491"/>
                      </a:lnTo>
                      <a:lnTo>
                        <a:pt x="3599" y="7387"/>
                      </a:lnTo>
                      <a:lnTo>
                        <a:pt x="3515" y="7428"/>
                      </a:lnTo>
                      <a:lnTo>
                        <a:pt x="3432" y="7428"/>
                      </a:lnTo>
                      <a:lnTo>
                        <a:pt x="3285" y="7324"/>
                      </a:lnTo>
                      <a:lnTo>
                        <a:pt x="3243" y="7156"/>
                      </a:lnTo>
                      <a:lnTo>
                        <a:pt x="3181" y="7010"/>
                      </a:lnTo>
                      <a:lnTo>
                        <a:pt x="3034" y="6905"/>
                      </a:lnTo>
                      <a:lnTo>
                        <a:pt x="2929" y="6884"/>
                      </a:lnTo>
                      <a:lnTo>
                        <a:pt x="2867" y="6780"/>
                      </a:lnTo>
                      <a:lnTo>
                        <a:pt x="2804" y="6571"/>
                      </a:lnTo>
                      <a:lnTo>
                        <a:pt x="2720" y="6424"/>
                      </a:lnTo>
                      <a:lnTo>
                        <a:pt x="2678" y="6278"/>
                      </a:lnTo>
                      <a:lnTo>
                        <a:pt x="2678" y="6089"/>
                      </a:lnTo>
                      <a:lnTo>
                        <a:pt x="2657" y="5859"/>
                      </a:lnTo>
                      <a:lnTo>
                        <a:pt x="2595" y="5755"/>
                      </a:lnTo>
                      <a:lnTo>
                        <a:pt x="2616" y="5545"/>
                      </a:lnTo>
                      <a:lnTo>
                        <a:pt x="2595" y="5441"/>
                      </a:lnTo>
                      <a:lnTo>
                        <a:pt x="2511" y="5294"/>
                      </a:lnTo>
                      <a:lnTo>
                        <a:pt x="2574" y="5211"/>
                      </a:lnTo>
                      <a:lnTo>
                        <a:pt x="2595" y="5127"/>
                      </a:lnTo>
                      <a:lnTo>
                        <a:pt x="2595" y="5085"/>
                      </a:lnTo>
                      <a:lnTo>
                        <a:pt x="2657" y="5043"/>
                      </a:lnTo>
                      <a:lnTo>
                        <a:pt x="2720" y="5085"/>
                      </a:lnTo>
                      <a:lnTo>
                        <a:pt x="2867" y="5043"/>
                      </a:lnTo>
                      <a:lnTo>
                        <a:pt x="2992" y="5043"/>
                      </a:lnTo>
                      <a:lnTo>
                        <a:pt x="3118" y="5127"/>
                      </a:lnTo>
                      <a:lnTo>
                        <a:pt x="3201" y="5315"/>
                      </a:lnTo>
                      <a:lnTo>
                        <a:pt x="3306" y="5336"/>
                      </a:lnTo>
                      <a:lnTo>
                        <a:pt x="3411" y="5420"/>
                      </a:lnTo>
                      <a:lnTo>
                        <a:pt x="3515" y="5566"/>
                      </a:lnTo>
                      <a:lnTo>
                        <a:pt x="3599" y="5608"/>
                      </a:lnTo>
                      <a:lnTo>
                        <a:pt x="3536" y="5483"/>
                      </a:lnTo>
                      <a:lnTo>
                        <a:pt x="3411" y="5315"/>
                      </a:lnTo>
                      <a:lnTo>
                        <a:pt x="3243" y="5211"/>
                      </a:lnTo>
                      <a:lnTo>
                        <a:pt x="3139" y="5022"/>
                      </a:lnTo>
                      <a:lnTo>
                        <a:pt x="3034" y="4897"/>
                      </a:lnTo>
                      <a:lnTo>
                        <a:pt x="3034" y="4813"/>
                      </a:lnTo>
                      <a:lnTo>
                        <a:pt x="2992" y="4771"/>
                      </a:lnTo>
                      <a:lnTo>
                        <a:pt x="2888" y="4562"/>
                      </a:lnTo>
                      <a:lnTo>
                        <a:pt x="2825" y="4436"/>
                      </a:lnTo>
                      <a:lnTo>
                        <a:pt x="2762" y="4395"/>
                      </a:lnTo>
                      <a:lnTo>
                        <a:pt x="2720" y="4269"/>
                      </a:lnTo>
                      <a:lnTo>
                        <a:pt x="2574" y="4060"/>
                      </a:lnTo>
                      <a:lnTo>
                        <a:pt x="2406" y="3809"/>
                      </a:lnTo>
                      <a:lnTo>
                        <a:pt x="2365" y="3641"/>
                      </a:lnTo>
                      <a:lnTo>
                        <a:pt x="2155" y="3390"/>
                      </a:lnTo>
                      <a:lnTo>
                        <a:pt x="2072" y="3181"/>
                      </a:lnTo>
                      <a:lnTo>
                        <a:pt x="1967" y="3118"/>
                      </a:lnTo>
                      <a:lnTo>
                        <a:pt x="1967" y="3014"/>
                      </a:lnTo>
                      <a:lnTo>
                        <a:pt x="1925" y="2888"/>
                      </a:lnTo>
                      <a:lnTo>
                        <a:pt x="1841" y="2867"/>
                      </a:lnTo>
                      <a:lnTo>
                        <a:pt x="1841" y="2909"/>
                      </a:lnTo>
                      <a:lnTo>
                        <a:pt x="1758" y="2909"/>
                      </a:lnTo>
                      <a:lnTo>
                        <a:pt x="1737" y="2867"/>
                      </a:lnTo>
                      <a:lnTo>
                        <a:pt x="1758" y="2762"/>
                      </a:lnTo>
                      <a:lnTo>
                        <a:pt x="1737" y="2679"/>
                      </a:lnTo>
                      <a:lnTo>
                        <a:pt x="1632" y="2616"/>
                      </a:lnTo>
                      <a:lnTo>
                        <a:pt x="1528" y="2490"/>
                      </a:lnTo>
                      <a:lnTo>
                        <a:pt x="1465" y="2344"/>
                      </a:lnTo>
                      <a:lnTo>
                        <a:pt x="1402" y="2260"/>
                      </a:lnTo>
                      <a:lnTo>
                        <a:pt x="1402" y="2135"/>
                      </a:lnTo>
                      <a:lnTo>
                        <a:pt x="1423" y="2030"/>
                      </a:lnTo>
                      <a:lnTo>
                        <a:pt x="1444" y="2051"/>
                      </a:lnTo>
                      <a:lnTo>
                        <a:pt x="1423" y="1884"/>
                      </a:lnTo>
                      <a:lnTo>
                        <a:pt x="1402" y="1716"/>
                      </a:lnTo>
                      <a:lnTo>
                        <a:pt x="1360" y="1570"/>
                      </a:lnTo>
                      <a:lnTo>
                        <a:pt x="1235" y="1528"/>
                      </a:lnTo>
                      <a:lnTo>
                        <a:pt x="1109" y="1382"/>
                      </a:lnTo>
                      <a:lnTo>
                        <a:pt x="1109" y="1319"/>
                      </a:lnTo>
                      <a:lnTo>
                        <a:pt x="1046" y="1256"/>
                      </a:lnTo>
                      <a:lnTo>
                        <a:pt x="1046" y="1193"/>
                      </a:lnTo>
                      <a:lnTo>
                        <a:pt x="1109" y="1193"/>
                      </a:lnTo>
                      <a:lnTo>
                        <a:pt x="1214" y="1298"/>
                      </a:lnTo>
                      <a:lnTo>
                        <a:pt x="1318" y="1444"/>
                      </a:lnTo>
                      <a:lnTo>
                        <a:pt x="1318" y="1444"/>
                      </a:lnTo>
                      <a:lnTo>
                        <a:pt x="1256" y="1298"/>
                      </a:lnTo>
                      <a:lnTo>
                        <a:pt x="1130" y="1110"/>
                      </a:lnTo>
                      <a:lnTo>
                        <a:pt x="1005" y="942"/>
                      </a:lnTo>
                      <a:lnTo>
                        <a:pt x="942" y="942"/>
                      </a:lnTo>
                      <a:lnTo>
                        <a:pt x="921" y="858"/>
                      </a:lnTo>
                      <a:lnTo>
                        <a:pt x="691" y="670"/>
                      </a:lnTo>
                      <a:lnTo>
                        <a:pt x="607" y="566"/>
                      </a:lnTo>
                      <a:lnTo>
                        <a:pt x="607" y="335"/>
                      </a:lnTo>
                      <a:lnTo>
                        <a:pt x="523" y="273"/>
                      </a:lnTo>
                      <a:lnTo>
                        <a:pt x="377" y="210"/>
                      </a:lnTo>
                      <a:lnTo>
                        <a:pt x="293" y="63"/>
                      </a:lnTo>
                      <a:lnTo>
                        <a:pt x="251" y="1"/>
                      </a:lnTo>
                      <a:close/>
                    </a:path>
                  </a:pathLst>
                </a:custGeom>
                <a:solidFill>
                  <a:srgbClr val="5F7D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grpSp>
          <p:nvGrpSpPr>
            <p:cNvPr id="5860" name="Google Shape;5860;p36"/>
            <p:cNvGrpSpPr/>
            <p:nvPr/>
          </p:nvGrpSpPr>
          <p:grpSpPr>
            <a:xfrm>
              <a:off x="3875768" y="2846704"/>
              <a:ext cx="44796" cy="47366"/>
              <a:chOff x="3960625" y="2587825"/>
              <a:chExt cx="94050" cy="104125"/>
            </a:xfrm>
          </p:grpSpPr>
          <p:sp>
            <p:nvSpPr>
              <p:cNvPr id="5861" name="Google Shape;5861;p36"/>
              <p:cNvSpPr/>
              <p:nvPr/>
            </p:nvSpPr>
            <p:spPr>
              <a:xfrm>
                <a:off x="3960625" y="2587825"/>
                <a:ext cx="94050" cy="51200"/>
              </a:xfrm>
              <a:custGeom>
                <a:rect b="b" l="l" r="r" t="t"/>
                <a:pathLst>
                  <a:path extrusionOk="0" h="2048" w="3762">
                    <a:moveTo>
                      <a:pt x="190" y="2048"/>
                    </a:moveTo>
                    <a:lnTo>
                      <a:pt x="0" y="1762"/>
                    </a:lnTo>
                    <a:lnTo>
                      <a:pt x="309" y="1048"/>
                    </a:lnTo>
                    <a:lnTo>
                      <a:pt x="3762" y="0"/>
                    </a:lnTo>
                    <a:lnTo>
                      <a:pt x="3714" y="1072"/>
                    </a:lnTo>
                    <a:lnTo>
                      <a:pt x="2929" y="1143"/>
                    </a:lnTo>
                    <a:lnTo>
                      <a:pt x="2167" y="1000"/>
                    </a:lnTo>
                    <a:close/>
                  </a:path>
                </a:pathLst>
              </a:custGeom>
              <a:solidFill>
                <a:srgbClr val="5F7D95"/>
              </a:solidFill>
              <a:ln>
                <a:noFill/>
              </a:ln>
            </p:spPr>
          </p:sp>
          <p:sp>
            <p:nvSpPr>
              <p:cNvPr id="5862" name="Google Shape;5862;p36"/>
              <p:cNvSpPr/>
              <p:nvPr/>
            </p:nvSpPr>
            <p:spPr>
              <a:xfrm>
                <a:off x="3963000" y="2596725"/>
                <a:ext cx="86850" cy="95225"/>
              </a:xfrm>
              <a:custGeom>
                <a:rect b="b" l="l" r="r" t="t"/>
                <a:pathLst>
                  <a:path extrusionOk="0" h="3809" w="3474">
                    <a:moveTo>
                      <a:pt x="1549" y="2009"/>
                    </a:moveTo>
                    <a:lnTo>
                      <a:pt x="1632" y="2030"/>
                    </a:lnTo>
                    <a:lnTo>
                      <a:pt x="1695" y="2093"/>
                    </a:lnTo>
                    <a:lnTo>
                      <a:pt x="1674" y="2135"/>
                    </a:lnTo>
                    <a:lnTo>
                      <a:pt x="1674" y="2189"/>
                    </a:lnTo>
                    <a:lnTo>
                      <a:pt x="1674" y="2189"/>
                    </a:lnTo>
                    <a:cubicBezTo>
                      <a:pt x="1645" y="2167"/>
                      <a:pt x="1613" y="2146"/>
                      <a:pt x="1569" y="2135"/>
                    </a:cubicBezTo>
                    <a:cubicBezTo>
                      <a:pt x="1549" y="2114"/>
                      <a:pt x="1528" y="2114"/>
                      <a:pt x="1486" y="2114"/>
                    </a:cubicBezTo>
                    <a:lnTo>
                      <a:pt x="1549" y="2072"/>
                    </a:lnTo>
                    <a:lnTo>
                      <a:pt x="1549" y="2009"/>
                    </a:lnTo>
                    <a:close/>
                    <a:moveTo>
                      <a:pt x="3327" y="1"/>
                    </a:moveTo>
                    <a:lnTo>
                      <a:pt x="3201" y="105"/>
                    </a:lnTo>
                    <a:lnTo>
                      <a:pt x="3201" y="231"/>
                    </a:lnTo>
                    <a:lnTo>
                      <a:pt x="3243" y="335"/>
                    </a:lnTo>
                    <a:lnTo>
                      <a:pt x="3160" y="377"/>
                    </a:lnTo>
                    <a:lnTo>
                      <a:pt x="2929" y="356"/>
                    </a:lnTo>
                    <a:lnTo>
                      <a:pt x="2825" y="419"/>
                    </a:lnTo>
                    <a:lnTo>
                      <a:pt x="2720" y="356"/>
                    </a:lnTo>
                    <a:lnTo>
                      <a:pt x="2616" y="356"/>
                    </a:lnTo>
                    <a:lnTo>
                      <a:pt x="2532" y="419"/>
                    </a:lnTo>
                    <a:lnTo>
                      <a:pt x="2427" y="419"/>
                    </a:lnTo>
                    <a:lnTo>
                      <a:pt x="2406" y="314"/>
                    </a:lnTo>
                    <a:lnTo>
                      <a:pt x="2260" y="314"/>
                    </a:lnTo>
                    <a:lnTo>
                      <a:pt x="2113" y="273"/>
                    </a:lnTo>
                    <a:lnTo>
                      <a:pt x="2009" y="377"/>
                    </a:lnTo>
                    <a:lnTo>
                      <a:pt x="1862" y="419"/>
                    </a:lnTo>
                    <a:lnTo>
                      <a:pt x="1674" y="419"/>
                    </a:lnTo>
                    <a:lnTo>
                      <a:pt x="1632" y="377"/>
                    </a:lnTo>
                    <a:lnTo>
                      <a:pt x="1549" y="440"/>
                    </a:lnTo>
                    <a:lnTo>
                      <a:pt x="1444" y="440"/>
                    </a:lnTo>
                    <a:lnTo>
                      <a:pt x="1318" y="524"/>
                    </a:lnTo>
                    <a:lnTo>
                      <a:pt x="1025" y="524"/>
                    </a:lnTo>
                    <a:lnTo>
                      <a:pt x="900" y="586"/>
                    </a:lnTo>
                    <a:lnTo>
                      <a:pt x="900" y="649"/>
                    </a:lnTo>
                    <a:lnTo>
                      <a:pt x="732" y="691"/>
                    </a:lnTo>
                    <a:lnTo>
                      <a:pt x="502" y="838"/>
                    </a:lnTo>
                    <a:lnTo>
                      <a:pt x="481" y="984"/>
                    </a:lnTo>
                    <a:lnTo>
                      <a:pt x="398" y="1151"/>
                    </a:lnTo>
                    <a:lnTo>
                      <a:pt x="168" y="1214"/>
                    </a:lnTo>
                    <a:lnTo>
                      <a:pt x="168" y="1361"/>
                    </a:lnTo>
                    <a:lnTo>
                      <a:pt x="84" y="1507"/>
                    </a:lnTo>
                    <a:lnTo>
                      <a:pt x="0" y="1570"/>
                    </a:lnTo>
                    <a:lnTo>
                      <a:pt x="0" y="1716"/>
                    </a:lnTo>
                    <a:lnTo>
                      <a:pt x="209" y="1884"/>
                    </a:lnTo>
                    <a:lnTo>
                      <a:pt x="335" y="2072"/>
                    </a:lnTo>
                    <a:lnTo>
                      <a:pt x="398" y="2093"/>
                    </a:lnTo>
                    <a:lnTo>
                      <a:pt x="398" y="2135"/>
                    </a:lnTo>
                    <a:lnTo>
                      <a:pt x="544" y="2365"/>
                    </a:lnTo>
                    <a:lnTo>
                      <a:pt x="586" y="2532"/>
                    </a:lnTo>
                    <a:lnTo>
                      <a:pt x="649" y="2553"/>
                    </a:lnTo>
                    <a:lnTo>
                      <a:pt x="753" y="2449"/>
                    </a:lnTo>
                    <a:lnTo>
                      <a:pt x="837" y="2553"/>
                    </a:lnTo>
                    <a:lnTo>
                      <a:pt x="963" y="2595"/>
                    </a:lnTo>
                    <a:lnTo>
                      <a:pt x="1025" y="2511"/>
                    </a:lnTo>
                    <a:lnTo>
                      <a:pt x="1130" y="2511"/>
                    </a:lnTo>
                    <a:lnTo>
                      <a:pt x="1277" y="2595"/>
                    </a:lnTo>
                    <a:lnTo>
                      <a:pt x="1360" y="2532"/>
                    </a:lnTo>
                    <a:lnTo>
                      <a:pt x="1381" y="2616"/>
                    </a:lnTo>
                    <a:lnTo>
                      <a:pt x="1465" y="2616"/>
                    </a:lnTo>
                    <a:lnTo>
                      <a:pt x="1528" y="2658"/>
                    </a:lnTo>
                    <a:lnTo>
                      <a:pt x="1653" y="2700"/>
                    </a:lnTo>
                    <a:lnTo>
                      <a:pt x="1569" y="2742"/>
                    </a:lnTo>
                    <a:lnTo>
                      <a:pt x="1486" y="2825"/>
                    </a:lnTo>
                    <a:lnTo>
                      <a:pt x="1423" y="2762"/>
                    </a:lnTo>
                    <a:lnTo>
                      <a:pt x="1318" y="2742"/>
                    </a:lnTo>
                    <a:lnTo>
                      <a:pt x="1067" y="2595"/>
                    </a:lnTo>
                    <a:lnTo>
                      <a:pt x="963" y="2616"/>
                    </a:lnTo>
                    <a:lnTo>
                      <a:pt x="858" y="2658"/>
                    </a:lnTo>
                    <a:lnTo>
                      <a:pt x="753" y="2616"/>
                    </a:lnTo>
                    <a:lnTo>
                      <a:pt x="691" y="2721"/>
                    </a:lnTo>
                    <a:lnTo>
                      <a:pt x="628" y="2742"/>
                    </a:lnTo>
                    <a:lnTo>
                      <a:pt x="607" y="2846"/>
                    </a:lnTo>
                    <a:lnTo>
                      <a:pt x="732" y="2972"/>
                    </a:lnTo>
                    <a:lnTo>
                      <a:pt x="858" y="3035"/>
                    </a:lnTo>
                    <a:lnTo>
                      <a:pt x="1004" y="3139"/>
                    </a:lnTo>
                    <a:lnTo>
                      <a:pt x="1004" y="3223"/>
                    </a:lnTo>
                    <a:lnTo>
                      <a:pt x="942" y="3265"/>
                    </a:lnTo>
                    <a:lnTo>
                      <a:pt x="942" y="3369"/>
                    </a:lnTo>
                    <a:lnTo>
                      <a:pt x="1046" y="3495"/>
                    </a:lnTo>
                    <a:lnTo>
                      <a:pt x="1130" y="3579"/>
                    </a:lnTo>
                    <a:lnTo>
                      <a:pt x="1151" y="3495"/>
                    </a:lnTo>
                    <a:lnTo>
                      <a:pt x="1130" y="3453"/>
                    </a:lnTo>
                    <a:lnTo>
                      <a:pt x="1172" y="3348"/>
                    </a:lnTo>
                    <a:lnTo>
                      <a:pt x="1214" y="3474"/>
                    </a:lnTo>
                    <a:lnTo>
                      <a:pt x="1360" y="3537"/>
                    </a:lnTo>
                    <a:lnTo>
                      <a:pt x="1381" y="3599"/>
                    </a:lnTo>
                    <a:lnTo>
                      <a:pt x="1360" y="3704"/>
                    </a:lnTo>
                    <a:lnTo>
                      <a:pt x="1423" y="3788"/>
                    </a:lnTo>
                    <a:lnTo>
                      <a:pt x="1423" y="3746"/>
                    </a:lnTo>
                    <a:lnTo>
                      <a:pt x="1465" y="3599"/>
                    </a:lnTo>
                    <a:lnTo>
                      <a:pt x="1569" y="3599"/>
                    </a:lnTo>
                    <a:lnTo>
                      <a:pt x="1632" y="3704"/>
                    </a:lnTo>
                    <a:lnTo>
                      <a:pt x="1800" y="3809"/>
                    </a:lnTo>
                    <a:lnTo>
                      <a:pt x="1800" y="3809"/>
                    </a:lnTo>
                    <a:lnTo>
                      <a:pt x="1737" y="3704"/>
                    </a:lnTo>
                    <a:lnTo>
                      <a:pt x="1758" y="3641"/>
                    </a:lnTo>
                    <a:lnTo>
                      <a:pt x="1695" y="3537"/>
                    </a:lnTo>
                    <a:lnTo>
                      <a:pt x="1632" y="3348"/>
                    </a:lnTo>
                    <a:lnTo>
                      <a:pt x="1549" y="3244"/>
                    </a:lnTo>
                    <a:lnTo>
                      <a:pt x="1549" y="3181"/>
                    </a:lnTo>
                    <a:lnTo>
                      <a:pt x="1632" y="3181"/>
                    </a:lnTo>
                    <a:lnTo>
                      <a:pt x="1758" y="3265"/>
                    </a:lnTo>
                    <a:lnTo>
                      <a:pt x="1737" y="3327"/>
                    </a:lnTo>
                    <a:lnTo>
                      <a:pt x="1758" y="3369"/>
                    </a:lnTo>
                    <a:lnTo>
                      <a:pt x="1841" y="3286"/>
                    </a:lnTo>
                    <a:lnTo>
                      <a:pt x="1967" y="3348"/>
                    </a:lnTo>
                    <a:lnTo>
                      <a:pt x="1967" y="3286"/>
                    </a:lnTo>
                    <a:lnTo>
                      <a:pt x="1904" y="3244"/>
                    </a:lnTo>
                    <a:lnTo>
                      <a:pt x="1904" y="3181"/>
                    </a:lnTo>
                    <a:lnTo>
                      <a:pt x="1862" y="3181"/>
                    </a:lnTo>
                    <a:lnTo>
                      <a:pt x="1758" y="3139"/>
                    </a:lnTo>
                    <a:lnTo>
                      <a:pt x="1758" y="3076"/>
                    </a:lnTo>
                    <a:lnTo>
                      <a:pt x="1653" y="3014"/>
                    </a:lnTo>
                    <a:lnTo>
                      <a:pt x="1758" y="2951"/>
                    </a:lnTo>
                    <a:lnTo>
                      <a:pt x="1862" y="2951"/>
                    </a:lnTo>
                    <a:lnTo>
                      <a:pt x="1904" y="2909"/>
                    </a:lnTo>
                    <a:lnTo>
                      <a:pt x="2072" y="3014"/>
                    </a:lnTo>
                    <a:lnTo>
                      <a:pt x="2093" y="3055"/>
                    </a:lnTo>
                    <a:lnTo>
                      <a:pt x="2197" y="3076"/>
                    </a:lnTo>
                    <a:lnTo>
                      <a:pt x="2218" y="3035"/>
                    </a:lnTo>
                    <a:lnTo>
                      <a:pt x="2113" y="2909"/>
                    </a:lnTo>
                    <a:lnTo>
                      <a:pt x="2155" y="2762"/>
                    </a:lnTo>
                    <a:lnTo>
                      <a:pt x="2093" y="2700"/>
                    </a:lnTo>
                    <a:lnTo>
                      <a:pt x="1841" y="2532"/>
                    </a:lnTo>
                    <a:lnTo>
                      <a:pt x="1758" y="2511"/>
                    </a:lnTo>
                    <a:lnTo>
                      <a:pt x="1737" y="2490"/>
                    </a:lnTo>
                    <a:cubicBezTo>
                      <a:pt x="1758" y="2490"/>
                      <a:pt x="1779" y="2449"/>
                      <a:pt x="1800" y="2407"/>
                    </a:cubicBezTo>
                    <a:lnTo>
                      <a:pt x="1862" y="2449"/>
                    </a:lnTo>
                    <a:lnTo>
                      <a:pt x="1946" y="2490"/>
                    </a:lnTo>
                    <a:lnTo>
                      <a:pt x="1988" y="2553"/>
                    </a:lnTo>
                    <a:lnTo>
                      <a:pt x="2093" y="2616"/>
                    </a:lnTo>
                    <a:lnTo>
                      <a:pt x="2176" y="2616"/>
                    </a:lnTo>
                    <a:lnTo>
                      <a:pt x="2197" y="2658"/>
                    </a:lnTo>
                    <a:lnTo>
                      <a:pt x="2281" y="2762"/>
                    </a:lnTo>
                    <a:lnTo>
                      <a:pt x="2323" y="2825"/>
                    </a:lnTo>
                    <a:lnTo>
                      <a:pt x="2323" y="2867"/>
                    </a:lnTo>
                    <a:lnTo>
                      <a:pt x="2365" y="2930"/>
                    </a:lnTo>
                    <a:lnTo>
                      <a:pt x="2427" y="2972"/>
                    </a:lnTo>
                    <a:lnTo>
                      <a:pt x="2490" y="2951"/>
                    </a:lnTo>
                    <a:lnTo>
                      <a:pt x="2532" y="2972"/>
                    </a:lnTo>
                    <a:lnTo>
                      <a:pt x="2595" y="2867"/>
                    </a:lnTo>
                    <a:lnTo>
                      <a:pt x="2490" y="2867"/>
                    </a:lnTo>
                    <a:lnTo>
                      <a:pt x="2469" y="2888"/>
                    </a:lnTo>
                    <a:lnTo>
                      <a:pt x="2385" y="2825"/>
                    </a:lnTo>
                    <a:lnTo>
                      <a:pt x="2385" y="2742"/>
                    </a:lnTo>
                    <a:lnTo>
                      <a:pt x="2365" y="2679"/>
                    </a:lnTo>
                    <a:lnTo>
                      <a:pt x="2365" y="2637"/>
                    </a:lnTo>
                    <a:lnTo>
                      <a:pt x="2302" y="2553"/>
                    </a:lnTo>
                    <a:lnTo>
                      <a:pt x="2176" y="2428"/>
                    </a:lnTo>
                    <a:lnTo>
                      <a:pt x="2176" y="2449"/>
                    </a:lnTo>
                    <a:lnTo>
                      <a:pt x="2093" y="2449"/>
                    </a:lnTo>
                    <a:lnTo>
                      <a:pt x="2093" y="2428"/>
                    </a:lnTo>
                    <a:lnTo>
                      <a:pt x="1988" y="2365"/>
                    </a:lnTo>
                    <a:lnTo>
                      <a:pt x="1883" y="2344"/>
                    </a:lnTo>
                    <a:lnTo>
                      <a:pt x="1800" y="2239"/>
                    </a:lnTo>
                    <a:lnTo>
                      <a:pt x="1758" y="2239"/>
                    </a:lnTo>
                    <a:cubicBezTo>
                      <a:pt x="1730" y="2230"/>
                      <a:pt x="1706" y="2212"/>
                      <a:pt x="1680" y="2193"/>
                    </a:cubicBezTo>
                    <a:lnTo>
                      <a:pt x="1680" y="2193"/>
                    </a:lnTo>
                    <a:lnTo>
                      <a:pt x="1737" y="2156"/>
                    </a:lnTo>
                    <a:lnTo>
                      <a:pt x="1758" y="2030"/>
                    </a:lnTo>
                    <a:lnTo>
                      <a:pt x="1674" y="1946"/>
                    </a:lnTo>
                    <a:lnTo>
                      <a:pt x="1486" y="1737"/>
                    </a:lnTo>
                    <a:lnTo>
                      <a:pt x="1423" y="1695"/>
                    </a:lnTo>
                    <a:lnTo>
                      <a:pt x="1381" y="1612"/>
                    </a:lnTo>
                    <a:lnTo>
                      <a:pt x="1256" y="1507"/>
                    </a:lnTo>
                    <a:lnTo>
                      <a:pt x="1318" y="1465"/>
                    </a:lnTo>
                    <a:lnTo>
                      <a:pt x="1277" y="1235"/>
                    </a:lnTo>
                    <a:lnTo>
                      <a:pt x="1360" y="1130"/>
                    </a:lnTo>
                    <a:lnTo>
                      <a:pt x="1486" y="1089"/>
                    </a:lnTo>
                    <a:lnTo>
                      <a:pt x="1528" y="1193"/>
                    </a:lnTo>
                    <a:lnTo>
                      <a:pt x="1465" y="1193"/>
                    </a:lnTo>
                    <a:lnTo>
                      <a:pt x="1465" y="1256"/>
                    </a:lnTo>
                    <a:lnTo>
                      <a:pt x="1653" y="1319"/>
                    </a:lnTo>
                    <a:lnTo>
                      <a:pt x="1674" y="1465"/>
                    </a:lnTo>
                    <a:lnTo>
                      <a:pt x="1779" y="1570"/>
                    </a:lnTo>
                    <a:lnTo>
                      <a:pt x="1904" y="1570"/>
                    </a:lnTo>
                    <a:lnTo>
                      <a:pt x="1841" y="1507"/>
                    </a:lnTo>
                    <a:lnTo>
                      <a:pt x="1779" y="1423"/>
                    </a:lnTo>
                    <a:lnTo>
                      <a:pt x="1800" y="1361"/>
                    </a:lnTo>
                    <a:lnTo>
                      <a:pt x="1946" y="1402"/>
                    </a:lnTo>
                    <a:lnTo>
                      <a:pt x="2009" y="1528"/>
                    </a:lnTo>
                    <a:lnTo>
                      <a:pt x="2093" y="1570"/>
                    </a:lnTo>
                    <a:lnTo>
                      <a:pt x="2155" y="1486"/>
                    </a:lnTo>
                    <a:lnTo>
                      <a:pt x="2072" y="1423"/>
                    </a:lnTo>
                    <a:lnTo>
                      <a:pt x="1988" y="1402"/>
                    </a:lnTo>
                    <a:lnTo>
                      <a:pt x="1988" y="1361"/>
                    </a:lnTo>
                    <a:lnTo>
                      <a:pt x="2197" y="1361"/>
                    </a:lnTo>
                    <a:lnTo>
                      <a:pt x="2281" y="1423"/>
                    </a:lnTo>
                    <a:lnTo>
                      <a:pt x="2302" y="1402"/>
                    </a:lnTo>
                    <a:lnTo>
                      <a:pt x="2176" y="1298"/>
                    </a:lnTo>
                    <a:lnTo>
                      <a:pt x="2051" y="1277"/>
                    </a:lnTo>
                    <a:lnTo>
                      <a:pt x="1946" y="1151"/>
                    </a:lnTo>
                    <a:lnTo>
                      <a:pt x="1988" y="1068"/>
                    </a:lnTo>
                    <a:lnTo>
                      <a:pt x="2093" y="1089"/>
                    </a:lnTo>
                    <a:lnTo>
                      <a:pt x="2176" y="1047"/>
                    </a:lnTo>
                    <a:lnTo>
                      <a:pt x="2218" y="879"/>
                    </a:lnTo>
                    <a:lnTo>
                      <a:pt x="2302" y="858"/>
                    </a:lnTo>
                    <a:lnTo>
                      <a:pt x="2427" y="963"/>
                    </a:lnTo>
                    <a:lnTo>
                      <a:pt x="2532" y="963"/>
                    </a:lnTo>
                    <a:lnTo>
                      <a:pt x="2637" y="858"/>
                    </a:lnTo>
                    <a:lnTo>
                      <a:pt x="2637" y="796"/>
                    </a:lnTo>
                    <a:lnTo>
                      <a:pt x="2699" y="796"/>
                    </a:lnTo>
                    <a:lnTo>
                      <a:pt x="2783" y="879"/>
                    </a:lnTo>
                    <a:lnTo>
                      <a:pt x="3013" y="879"/>
                    </a:lnTo>
                    <a:lnTo>
                      <a:pt x="3201" y="942"/>
                    </a:lnTo>
                    <a:lnTo>
                      <a:pt x="3327" y="900"/>
                    </a:lnTo>
                    <a:lnTo>
                      <a:pt x="3348" y="566"/>
                    </a:lnTo>
                    <a:lnTo>
                      <a:pt x="3327" y="440"/>
                    </a:lnTo>
                    <a:lnTo>
                      <a:pt x="3473" y="335"/>
                    </a:lnTo>
                    <a:lnTo>
                      <a:pt x="3473" y="210"/>
                    </a:lnTo>
                    <a:lnTo>
                      <a:pt x="3369" y="147"/>
                    </a:lnTo>
                    <a:lnTo>
                      <a:pt x="3411" y="1"/>
                    </a:lnTo>
                    <a:close/>
                  </a:path>
                </a:pathLst>
              </a:custGeom>
              <a:solidFill>
                <a:srgbClr val="5F7D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5863" name="Google Shape;5863;p36"/>
            <p:cNvGrpSpPr/>
            <p:nvPr/>
          </p:nvGrpSpPr>
          <p:grpSpPr>
            <a:xfrm>
              <a:off x="3782759" y="2807162"/>
              <a:ext cx="82686" cy="85487"/>
              <a:chOff x="3765350" y="2500900"/>
              <a:chExt cx="173600" cy="187925"/>
            </a:xfrm>
          </p:grpSpPr>
          <p:sp>
            <p:nvSpPr>
              <p:cNvPr id="5864" name="Google Shape;5864;p36"/>
              <p:cNvSpPr/>
              <p:nvPr/>
            </p:nvSpPr>
            <p:spPr>
              <a:xfrm>
                <a:off x="3765350" y="2500900"/>
                <a:ext cx="108950" cy="64300"/>
              </a:xfrm>
              <a:custGeom>
                <a:rect b="b" l="l" r="r" t="t"/>
                <a:pathLst>
                  <a:path extrusionOk="0" h="2572" w="4358">
                    <a:moveTo>
                      <a:pt x="1286" y="596"/>
                    </a:moveTo>
                    <a:lnTo>
                      <a:pt x="0" y="1072"/>
                    </a:lnTo>
                    <a:lnTo>
                      <a:pt x="429" y="2239"/>
                    </a:lnTo>
                    <a:lnTo>
                      <a:pt x="857" y="2572"/>
                    </a:lnTo>
                    <a:lnTo>
                      <a:pt x="2191" y="1215"/>
                    </a:lnTo>
                    <a:lnTo>
                      <a:pt x="4024" y="1072"/>
                    </a:lnTo>
                    <a:lnTo>
                      <a:pt x="4358" y="429"/>
                    </a:lnTo>
                    <a:lnTo>
                      <a:pt x="3120" y="0"/>
                    </a:lnTo>
                    <a:lnTo>
                      <a:pt x="2477" y="358"/>
                    </a:lnTo>
                    <a:close/>
                  </a:path>
                </a:pathLst>
              </a:custGeom>
              <a:solidFill>
                <a:srgbClr val="5F7D95"/>
              </a:solidFill>
              <a:ln>
                <a:noFill/>
              </a:ln>
            </p:spPr>
          </p:sp>
          <p:sp>
            <p:nvSpPr>
              <p:cNvPr id="5865" name="Google Shape;5865;p36"/>
              <p:cNvSpPr/>
              <p:nvPr/>
            </p:nvSpPr>
            <p:spPr>
              <a:xfrm>
                <a:off x="3797175" y="2609800"/>
                <a:ext cx="2625" cy="3700"/>
              </a:xfrm>
              <a:custGeom>
                <a:rect b="b" l="l" r="r" t="t"/>
                <a:pathLst>
                  <a:path extrusionOk="0" h="148" w="105">
                    <a:moveTo>
                      <a:pt x="42" y="1"/>
                    </a:moveTo>
                    <a:lnTo>
                      <a:pt x="21" y="43"/>
                    </a:lnTo>
                    <a:lnTo>
                      <a:pt x="0" y="84"/>
                    </a:lnTo>
                    <a:lnTo>
                      <a:pt x="0" y="147"/>
                    </a:lnTo>
                    <a:lnTo>
                      <a:pt x="21" y="147"/>
                    </a:lnTo>
                    <a:lnTo>
                      <a:pt x="42" y="105"/>
                    </a:lnTo>
                    <a:lnTo>
                      <a:pt x="105" y="22"/>
                    </a:lnTo>
                    <a:lnTo>
                      <a:pt x="42" y="1"/>
                    </a:lnTo>
                    <a:close/>
                  </a:path>
                </a:pathLst>
              </a:custGeom>
              <a:solidFill>
                <a:srgbClr val="5F7D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866" name="Google Shape;5866;p36"/>
              <p:cNvSpPr/>
              <p:nvPr/>
            </p:nvSpPr>
            <p:spPr>
              <a:xfrm>
                <a:off x="3796125" y="2610325"/>
                <a:ext cx="22525" cy="41875"/>
              </a:xfrm>
              <a:custGeom>
                <a:rect b="b" l="l" r="r" t="t"/>
                <a:pathLst>
                  <a:path extrusionOk="0" h="1675" w="901">
                    <a:moveTo>
                      <a:pt x="565" y="1"/>
                    </a:moveTo>
                    <a:lnTo>
                      <a:pt x="461" y="22"/>
                    </a:lnTo>
                    <a:lnTo>
                      <a:pt x="252" y="273"/>
                    </a:lnTo>
                    <a:lnTo>
                      <a:pt x="168" y="273"/>
                    </a:lnTo>
                    <a:lnTo>
                      <a:pt x="42" y="189"/>
                    </a:lnTo>
                    <a:lnTo>
                      <a:pt x="42" y="314"/>
                    </a:lnTo>
                    <a:lnTo>
                      <a:pt x="1" y="398"/>
                    </a:lnTo>
                    <a:lnTo>
                      <a:pt x="105" y="503"/>
                    </a:lnTo>
                    <a:lnTo>
                      <a:pt x="105" y="586"/>
                    </a:lnTo>
                    <a:lnTo>
                      <a:pt x="189" y="649"/>
                    </a:lnTo>
                    <a:lnTo>
                      <a:pt x="189" y="796"/>
                    </a:lnTo>
                    <a:lnTo>
                      <a:pt x="105" y="858"/>
                    </a:lnTo>
                    <a:lnTo>
                      <a:pt x="147" y="942"/>
                    </a:lnTo>
                    <a:lnTo>
                      <a:pt x="273" y="942"/>
                    </a:lnTo>
                    <a:lnTo>
                      <a:pt x="273" y="1005"/>
                    </a:lnTo>
                    <a:lnTo>
                      <a:pt x="189" y="1068"/>
                    </a:lnTo>
                    <a:lnTo>
                      <a:pt x="147" y="1277"/>
                    </a:lnTo>
                    <a:lnTo>
                      <a:pt x="189" y="1361"/>
                    </a:lnTo>
                    <a:lnTo>
                      <a:pt x="252" y="1591"/>
                    </a:lnTo>
                    <a:lnTo>
                      <a:pt x="314" y="1674"/>
                    </a:lnTo>
                    <a:lnTo>
                      <a:pt x="377" y="1654"/>
                    </a:lnTo>
                    <a:lnTo>
                      <a:pt x="419" y="1674"/>
                    </a:lnTo>
                    <a:lnTo>
                      <a:pt x="503" y="1654"/>
                    </a:lnTo>
                    <a:lnTo>
                      <a:pt x="524" y="1528"/>
                    </a:lnTo>
                    <a:lnTo>
                      <a:pt x="565" y="1444"/>
                    </a:lnTo>
                    <a:lnTo>
                      <a:pt x="670" y="1444"/>
                    </a:lnTo>
                    <a:lnTo>
                      <a:pt x="733" y="1528"/>
                    </a:lnTo>
                    <a:lnTo>
                      <a:pt x="796" y="1528"/>
                    </a:lnTo>
                    <a:lnTo>
                      <a:pt x="837" y="1444"/>
                    </a:lnTo>
                    <a:lnTo>
                      <a:pt x="837" y="1214"/>
                    </a:lnTo>
                    <a:lnTo>
                      <a:pt x="879" y="1151"/>
                    </a:lnTo>
                    <a:lnTo>
                      <a:pt x="837" y="921"/>
                    </a:lnTo>
                    <a:lnTo>
                      <a:pt x="900" y="712"/>
                    </a:lnTo>
                    <a:lnTo>
                      <a:pt x="733" y="586"/>
                    </a:lnTo>
                    <a:lnTo>
                      <a:pt x="879" y="503"/>
                    </a:lnTo>
                    <a:lnTo>
                      <a:pt x="879" y="419"/>
                    </a:lnTo>
                    <a:lnTo>
                      <a:pt x="837" y="294"/>
                    </a:lnTo>
                    <a:lnTo>
                      <a:pt x="775" y="189"/>
                    </a:lnTo>
                    <a:lnTo>
                      <a:pt x="691" y="63"/>
                    </a:lnTo>
                    <a:lnTo>
                      <a:pt x="670" y="84"/>
                    </a:lnTo>
                    <a:lnTo>
                      <a:pt x="565" y="1"/>
                    </a:lnTo>
                    <a:close/>
                  </a:path>
                </a:pathLst>
              </a:custGeom>
              <a:solidFill>
                <a:srgbClr val="5F7D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867" name="Google Shape;5867;p36"/>
              <p:cNvSpPr/>
              <p:nvPr/>
            </p:nvSpPr>
            <p:spPr>
              <a:xfrm>
                <a:off x="3821225" y="2579475"/>
                <a:ext cx="6300" cy="4200"/>
              </a:xfrm>
              <a:custGeom>
                <a:rect b="b" l="l" r="r" t="t"/>
                <a:pathLst>
                  <a:path extrusionOk="0" h="168" w="252">
                    <a:moveTo>
                      <a:pt x="189" y="0"/>
                    </a:moveTo>
                    <a:lnTo>
                      <a:pt x="147" y="42"/>
                    </a:lnTo>
                    <a:lnTo>
                      <a:pt x="43" y="84"/>
                    </a:lnTo>
                    <a:lnTo>
                      <a:pt x="1" y="147"/>
                    </a:lnTo>
                    <a:lnTo>
                      <a:pt x="43" y="167"/>
                    </a:lnTo>
                    <a:lnTo>
                      <a:pt x="189" y="147"/>
                    </a:lnTo>
                    <a:lnTo>
                      <a:pt x="252" y="147"/>
                    </a:lnTo>
                    <a:lnTo>
                      <a:pt x="252" y="63"/>
                    </a:lnTo>
                    <a:lnTo>
                      <a:pt x="189" y="0"/>
                    </a:lnTo>
                    <a:close/>
                  </a:path>
                </a:pathLst>
              </a:custGeom>
              <a:solidFill>
                <a:srgbClr val="5F7D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868" name="Google Shape;5868;p36"/>
              <p:cNvSpPr/>
              <p:nvPr/>
            </p:nvSpPr>
            <p:spPr>
              <a:xfrm>
                <a:off x="3833800" y="2589400"/>
                <a:ext cx="1575" cy="1600"/>
              </a:xfrm>
              <a:custGeom>
                <a:rect b="b" l="l" r="r" t="t"/>
                <a:pathLst>
                  <a:path extrusionOk="0" h="64" w="63">
                    <a:moveTo>
                      <a:pt x="42" y="1"/>
                    </a:moveTo>
                    <a:lnTo>
                      <a:pt x="0" y="22"/>
                    </a:lnTo>
                    <a:lnTo>
                      <a:pt x="63" y="63"/>
                    </a:lnTo>
                    <a:lnTo>
                      <a:pt x="42" y="1"/>
                    </a:lnTo>
                    <a:close/>
                  </a:path>
                </a:pathLst>
              </a:custGeom>
              <a:solidFill>
                <a:srgbClr val="5F7D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869" name="Google Shape;5869;p36"/>
              <p:cNvSpPr/>
              <p:nvPr/>
            </p:nvSpPr>
            <p:spPr>
              <a:xfrm>
                <a:off x="3774675" y="2506225"/>
                <a:ext cx="164275" cy="182600"/>
              </a:xfrm>
              <a:custGeom>
                <a:rect b="b" l="l" r="r" t="t"/>
                <a:pathLst>
                  <a:path extrusionOk="0" h="7304" w="6571">
                    <a:moveTo>
                      <a:pt x="2595" y="1"/>
                    </a:moveTo>
                    <a:lnTo>
                      <a:pt x="2302" y="189"/>
                    </a:lnTo>
                    <a:lnTo>
                      <a:pt x="2114" y="105"/>
                    </a:lnTo>
                    <a:lnTo>
                      <a:pt x="2009" y="252"/>
                    </a:lnTo>
                    <a:lnTo>
                      <a:pt x="2072" y="419"/>
                    </a:lnTo>
                    <a:lnTo>
                      <a:pt x="1842" y="482"/>
                    </a:lnTo>
                    <a:lnTo>
                      <a:pt x="1800" y="691"/>
                    </a:lnTo>
                    <a:lnTo>
                      <a:pt x="1695" y="608"/>
                    </a:lnTo>
                    <a:lnTo>
                      <a:pt x="1591" y="608"/>
                    </a:lnTo>
                    <a:lnTo>
                      <a:pt x="1340" y="524"/>
                    </a:lnTo>
                    <a:lnTo>
                      <a:pt x="1340" y="691"/>
                    </a:lnTo>
                    <a:lnTo>
                      <a:pt x="1235" y="901"/>
                    </a:lnTo>
                    <a:lnTo>
                      <a:pt x="1172" y="796"/>
                    </a:lnTo>
                    <a:lnTo>
                      <a:pt x="1005" y="712"/>
                    </a:lnTo>
                    <a:lnTo>
                      <a:pt x="1026" y="587"/>
                    </a:lnTo>
                    <a:lnTo>
                      <a:pt x="900" y="503"/>
                    </a:lnTo>
                    <a:lnTo>
                      <a:pt x="691" y="880"/>
                    </a:lnTo>
                    <a:lnTo>
                      <a:pt x="524" y="796"/>
                    </a:lnTo>
                    <a:lnTo>
                      <a:pt x="294" y="942"/>
                    </a:lnTo>
                    <a:lnTo>
                      <a:pt x="168" y="901"/>
                    </a:lnTo>
                    <a:lnTo>
                      <a:pt x="105" y="942"/>
                    </a:lnTo>
                    <a:lnTo>
                      <a:pt x="126" y="1089"/>
                    </a:lnTo>
                    <a:lnTo>
                      <a:pt x="231" y="1193"/>
                    </a:lnTo>
                    <a:lnTo>
                      <a:pt x="210" y="1361"/>
                    </a:lnTo>
                    <a:lnTo>
                      <a:pt x="84" y="1403"/>
                    </a:lnTo>
                    <a:lnTo>
                      <a:pt x="1" y="1465"/>
                    </a:lnTo>
                    <a:lnTo>
                      <a:pt x="126" y="1633"/>
                    </a:lnTo>
                    <a:lnTo>
                      <a:pt x="168" y="1926"/>
                    </a:lnTo>
                    <a:lnTo>
                      <a:pt x="335" y="2051"/>
                    </a:lnTo>
                    <a:lnTo>
                      <a:pt x="524" y="2051"/>
                    </a:lnTo>
                    <a:lnTo>
                      <a:pt x="440" y="2240"/>
                    </a:lnTo>
                    <a:lnTo>
                      <a:pt x="503" y="2365"/>
                    </a:lnTo>
                    <a:lnTo>
                      <a:pt x="796" y="2302"/>
                    </a:lnTo>
                    <a:lnTo>
                      <a:pt x="900" y="2177"/>
                    </a:lnTo>
                    <a:lnTo>
                      <a:pt x="900" y="2072"/>
                    </a:lnTo>
                    <a:lnTo>
                      <a:pt x="1172" y="1926"/>
                    </a:lnTo>
                    <a:lnTo>
                      <a:pt x="1570" y="2030"/>
                    </a:lnTo>
                    <a:lnTo>
                      <a:pt x="1675" y="2093"/>
                    </a:lnTo>
                    <a:lnTo>
                      <a:pt x="1842" y="2156"/>
                    </a:lnTo>
                    <a:lnTo>
                      <a:pt x="1884" y="2261"/>
                    </a:lnTo>
                    <a:lnTo>
                      <a:pt x="1905" y="2302"/>
                    </a:lnTo>
                    <a:lnTo>
                      <a:pt x="1967" y="2386"/>
                    </a:lnTo>
                    <a:lnTo>
                      <a:pt x="2072" y="2574"/>
                    </a:lnTo>
                    <a:lnTo>
                      <a:pt x="2072" y="2679"/>
                    </a:lnTo>
                    <a:lnTo>
                      <a:pt x="2156" y="2721"/>
                    </a:lnTo>
                    <a:lnTo>
                      <a:pt x="2156" y="2888"/>
                    </a:lnTo>
                    <a:lnTo>
                      <a:pt x="2281" y="2930"/>
                    </a:lnTo>
                    <a:lnTo>
                      <a:pt x="2365" y="3035"/>
                    </a:lnTo>
                    <a:lnTo>
                      <a:pt x="2511" y="3202"/>
                    </a:lnTo>
                    <a:lnTo>
                      <a:pt x="2532" y="3307"/>
                    </a:lnTo>
                    <a:lnTo>
                      <a:pt x="2700" y="3307"/>
                    </a:lnTo>
                    <a:lnTo>
                      <a:pt x="2804" y="3432"/>
                    </a:lnTo>
                    <a:lnTo>
                      <a:pt x="2825" y="3537"/>
                    </a:lnTo>
                    <a:lnTo>
                      <a:pt x="2909" y="3558"/>
                    </a:lnTo>
                    <a:lnTo>
                      <a:pt x="3139" y="3851"/>
                    </a:lnTo>
                    <a:lnTo>
                      <a:pt x="3369" y="4018"/>
                    </a:lnTo>
                    <a:lnTo>
                      <a:pt x="3474" y="4039"/>
                    </a:lnTo>
                    <a:lnTo>
                      <a:pt x="3579" y="4081"/>
                    </a:lnTo>
                    <a:lnTo>
                      <a:pt x="3620" y="4186"/>
                    </a:lnTo>
                    <a:lnTo>
                      <a:pt x="3725" y="4186"/>
                    </a:lnTo>
                    <a:lnTo>
                      <a:pt x="3788" y="4123"/>
                    </a:lnTo>
                    <a:lnTo>
                      <a:pt x="3934" y="4165"/>
                    </a:lnTo>
                    <a:lnTo>
                      <a:pt x="4039" y="4165"/>
                    </a:lnTo>
                    <a:lnTo>
                      <a:pt x="4164" y="4395"/>
                    </a:lnTo>
                    <a:lnTo>
                      <a:pt x="4248" y="4458"/>
                    </a:lnTo>
                    <a:lnTo>
                      <a:pt x="4290" y="4416"/>
                    </a:lnTo>
                    <a:lnTo>
                      <a:pt x="4395" y="4458"/>
                    </a:lnTo>
                    <a:lnTo>
                      <a:pt x="4395" y="4520"/>
                    </a:lnTo>
                    <a:lnTo>
                      <a:pt x="4604" y="4520"/>
                    </a:lnTo>
                    <a:lnTo>
                      <a:pt x="4688" y="4625"/>
                    </a:lnTo>
                    <a:lnTo>
                      <a:pt x="4688" y="4730"/>
                    </a:lnTo>
                    <a:lnTo>
                      <a:pt x="4646" y="4792"/>
                    </a:lnTo>
                    <a:lnTo>
                      <a:pt x="4708" y="4834"/>
                    </a:lnTo>
                    <a:lnTo>
                      <a:pt x="4834" y="4834"/>
                    </a:lnTo>
                    <a:lnTo>
                      <a:pt x="4897" y="4939"/>
                    </a:lnTo>
                    <a:lnTo>
                      <a:pt x="5043" y="4981"/>
                    </a:lnTo>
                    <a:lnTo>
                      <a:pt x="5106" y="4939"/>
                    </a:lnTo>
                    <a:lnTo>
                      <a:pt x="5169" y="5002"/>
                    </a:lnTo>
                    <a:lnTo>
                      <a:pt x="5232" y="5190"/>
                    </a:lnTo>
                    <a:lnTo>
                      <a:pt x="5252" y="5357"/>
                    </a:lnTo>
                    <a:lnTo>
                      <a:pt x="5315" y="5441"/>
                    </a:lnTo>
                    <a:lnTo>
                      <a:pt x="5357" y="5650"/>
                    </a:lnTo>
                    <a:lnTo>
                      <a:pt x="5420" y="5755"/>
                    </a:lnTo>
                    <a:lnTo>
                      <a:pt x="5420" y="5859"/>
                    </a:lnTo>
                    <a:lnTo>
                      <a:pt x="5357" y="5943"/>
                    </a:lnTo>
                    <a:lnTo>
                      <a:pt x="5315" y="5943"/>
                    </a:lnTo>
                    <a:lnTo>
                      <a:pt x="5273" y="5964"/>
                    </a:lnTo>
                    <a:lnTo>
                      <a:pt x="5315" y="6069"/>
                    </a:lnTo>
                    <a:lnTo>
                      <a:pt x="5273" y="6173"/>
                    </a:lnTo>
                    <a:lnTo>
                      <a:pt x="5211" y="6257"/>
                    </a:lnTo>
                    <a:lnTo>
                      <a:pt x="5127" y="6278"/>
                    </a:lnTo>
                    <a:lnTo>
                      <a:pt x="5106" y="6341"/>
                    </a:lnTo>
                    <a:lnTo>
                      <a:pt x="5106" y="6362"/>
                    </a:lnTo>
                    <a:lnTo>
                      <a:pt x="5211" y="6466"/>
                    </a:lnTo>
                    <a:lnTo>
                      <a:pt x="5357" y="6445"/>
                    </a:lnTo>
                    <a:lnTo>
                      <a:pt x="5441" y="6341"/>
                    </a:lnTo>
                    <a:lnTo>
                      <a:pt x="5462" y="6194"/>
                    </a:lnTo>
                    <a:lnTo>
                      <a:pt x="5629" y="6069"/>
                    </a:lnTo>
                    <a:lnTo>
                      <a:pt x="5650" y="5818"/>
                    </a:lnTo>
                    <a:lnTo>
                      <a:pt x="5755" y="5713"/>
                    </a:lnTo>
                    <a:lnTo>
                      <a:pt x="5859" y="5671"/>
                    </a:lnTo>
                    <a:lnTo>
                      <a:pt x="5880" y="5608"/>
                    </a:lnTo>
                    <a:lnTo>
                      <a:pt x="5859" y="5546"/>
                    </a:lnTo>
                    <a:lnTo>
                      <a:pt x="5880" y="5399"/>
                    </a:lnTo>
                    <a:lnTo>
                      <a:pt x="5859" y="5336"/>
                    </a:lnTo>
                    <a:lnTo>
                      <a:pt x="5692" y="5190"/>
                    </a:lnTo>
                    <a:lnTo>
                      <a:pt x="5587" y="5190"/>
                    </a:lnTo>
                    <a:lnTo>
                      <a:pt x="5566" y="5127"/>
                    </a:lnTo>
                    <a:lnTo>
                      <a:pt x="5566" y="5043"/>
                    </a:lnTo>
                    <a:lnTo>
                      <a:pt x="5650" y="5002"/>
                    </a:lnTo>
                    <a:lnTo>
                      <a:pt x="5671" y="4918"/>
                    </a:lnTo>
                    <a:lnTo>
                      <a:pt x="5671" y="4834"/>
                    </a:lnTo>
                    <a:lnTo>
                      <a:pt x="5734" y="4771"/>
                    </a:lnTo>
                    <a:lnTo>
                      <a:pt x="5776" y="4625"/>
                    </a:lnTo>
                    <a:lnTo>
                      <a:pt x="5838" y="4604"/>
                    </a:lnTo>
                    <a:lnTo>
                      <a:pt x="5901" y="4604"/>
                    </a:lnTo>
                    <a:lnTo>
                      <a:pt x="6006" y="4667"/>
                    </a:lnTo>
                    <a:lnTo>
                      <a:pt x="6048" y="4709"/>
                    </a:lnTo>
                    <a:lnTo>
                      <a:pt x="6215" y="4709"/>
                    </a:lnTo>
                    <a:lnTo>
                      <a:pt x="6278" y="4730"/>
                    </a:lnTo>
                    <a:lnTo>
                      <a:pt x="6257" y="4813"/>
                    </a:lnTo>
                    <a:lnTo>
                      <a:pt x="6299" y="4918"/>
                    </a:lnTo>
                    <a:lnTo>
                      <a:pt x="6382" y="5022"/>
                    </a:lnTo>
                    <a:lnTo>
                      <a:pt x="6487" y="5085"/>
                    </a:lnTo>
                    <a:lnTo>
                      <a:pt x="6487" y="5043"/>
                    </a:lnTo>
                    <a:lnTo>
                      <a:pt x="6508" y="5022"/>
                    </a:lnTo>
                    <a:lnTo>
                      <a:pt x="6487" y="5002"/>
                    </a:lnTo>
                    <a:lnTo>
                      <a:pt x="6550" y="4918"/>
                    </a:lnTo>
                    <a:lnTo>
                      <a:pt x="6571" y="4771"/>
                    </a:lnTo>
                    <a:lnTo>
                      <a:pt x="6508" y="4688"/>
                    </a:lnTo>
                    <a:lnTo>
                      <a:pt x="6403" y="4604"/>
                    </a:lnTo>
                    <a:lnTo>
                      <a:pt x="6236" y="4562"/>
                    </a:lnTo>
                    <a:lnTo>
                      <a:pt x="6131" y="4416"/>
                    </a:lnTo>
                    <a:lnTo>
                      <a:pt x="5943" y="4290"/>
                    </a:lnTo>
                    <a:lnTo>
                      <a:pt x="5504" y="4060"/>
                    </a:lnTo>
                    <a:lnTo>
                      <a:pt x="5294" y="4018"/>
                    </a:lnTo>
                    <a:lnTo>
                      <a:pt x="5148" y="4018"/>
                    </a:lnTo>
                    <a:lnTo>
                      <a:pt x="5106" y="3914"/>
                    </a:lnTo>
                    <a:lnTo>
                      <a:pt x="5106" y="3851"/>
                    </a:lnTo>
                    <a:lnTo>
                      <a:pt x="5232" y="3746"/>
                    </a:lnTo>
                    <a:lnTo>
                      <a:pt x="5252" y="3662"/>
                    </a:lnTo>
                    <a:lnTo>
                      <a:pt x="5148" y="3621"/>
                    </a:lnTo>
                    <a:lnTo>
                      <a:pt x="5022" y="3642"/>
                    </a:lnTo>
                    <a:lnTo>
                      <a:pt x="4918" y="3621"/>
                    </a:lnTo>
                    <a:lnTo>
                      <a:pt x="4708" y="3621"/>
                    </a:lnTo>
                    <a:lnTo>
                      <a:pt x="4625" y="3558"/>
                    </a:lnTo>
                    <a:lnTo>
                      <a:pt x="4520" y="3537"/>
                    </a:lnTo>
                    <a:lnTo>
                      <a:pt x="4457" y="3453"/>
                    </a:lnTo>
                    <a:lnTo>
                      <a:pt x="4290" y="3328"/>
                    </a:lnTo>
                    <a:lnTo>
                      <a:pt x="4206" y="3202"/>
                    </a:lnTo>
                    <a:lnTo>
                      <a:pt x="4102" y="3097"/>
                    </a:lnTo>
                    <a:lnTo>
                      <a:pt x="4039" y="2993"/>
                    </a:lnTo>
                    <a:lnTo>
                      <a:pt x="4039" y="2867"/>
                    </a:lnTo>
                    <a:lnTo>
                      <a:pt x="3976" y="2825"/>
                    </a:lnTo>
                    <a:lnTo>
                      <a:pt x="3976" y="2721"/>
                    </a:lnTo>
                    <a:lnTo>
                      <a:pt x="3620" y="2365"/>
                    </a:lnTo>
                    <a:lnTo>
                      <a:pt x="3537" y="2261"/>
                    </a:lnTo>
                    <a:lnTo>
                      <a:pt x="3411" y="2177"/>
                    </a:lnTo>
                    <a:lnTo>
                      <a:pt x="3139" y="2051"/>
                    </a:lnTo>
                    <a:lnTo>
                      <a:pt x="3097" y="1968"/>
                    </a:lnTo>
                    <a:lnTo>
                      <a:pt x="3056" y="1821"/>
                    </a:lnTo>
                    <a:lnTo>
                      <a:pt x="3014" y="1654"/>
                    </a:lnTo>
                    <a:lnTo>
                      <a:pt x="3056" y="1612"/>
                    </a:lnTo>
                    <a:lnTo>
                      <a:pt x="3139" y="1465"/>
                    </a:lnTo>
                    <a:lnTo>
                      <a:pt x="3056" y="1361"/>
                    </a:lnTo>
                    <a:lnTo>
                      <a:pt x="3014" y="1235"/>
                    </a:lnTo>
                    <a:lnTo>
                      <a:pt x="3056" y="1152"/>
                    </a:lnTo>
                    <a:lnTo>
                      <a:pt x="3202" y="1131"/>
                    </a:lnTo>
                    <a:lnTo>
                      <a:pt x="3307" y="1026"/>
                    </a:lnTo>
                    <a:lnTo>
                      <a:pt x="3432" y="1026"/>
                    </a:lnTo>
                    <a:lnTo>
                      <a:pt x="3516" y="942"/>
                    </a:lnTo>
                    <a:lnTo>
                      <a:pt x="3579" y="901"/>
                    </a:lnTo>
                    <a:lnTo>
                      <a:pt x="3725" y="921"/>
                    </a:lnTo>
                    <a:lnTo>
                      <a:pt x="3683" y="712"/>
                    </a:lnTo>
                    <a:lnTo>
                      <a:pt x="3725" y="691"/>
                    </a:lnTo>
                    <a:lnTo>
                      <a:pt x="3662" y="587"/>
                    </a:lnTo>
                    <a:lnTo>
                      <a:pt x="3788" y="398"/>
                    </a:lnTo>
                    <a:lnTo>
                      <a:pt x="3725" y="315"/>
                    </a:lnTo>
                    <a:lnTo>
                      <a:pt x="3537" y="356"/>
                    </a:lnTo>
                    <a:lnTo>
                      <a:pt x="3202" y="273"/>
                    </a:lnTo>
                    <a:lnTo>
                      <a:pt x="2909" y="105"/>
                    </a:lnTo>
                    <a:lnTo>
                      <a:pt x="2930" y="1"/>
                    </a:lnTo>
                    <a:lnTo>
                      <a:pt x="2721" y="43"/>
                    </a:lnTo>
                    <a:lnTo>
                      <a:pt x="2595" y="1"/>
                    </a:lnTo>
                    <a:close/>
                    <a:moveTo>
                      <a:pt x="4960" y="6236"/>
                    </a:moveTo>
                    <a:lnTo>
                      <a:pt x="4813" y="6362"/>
                    </a:lnTo>
                    <a:lnTo>
                      <a:pt x="4750" y="6362"/>
                    </a:lnTo>
                    <a:lnTo>
                      <a:pt x="4625" y="6278"/>
                    </a:lnTo>
                    <a:lnTo>
                      <a:pt x="4499" y="6403"/>
                    </a:lnTo>
                    <a:lnTo>
                      <a:pt x="4227" y="6382"/>
                    </a:lnTo>
                    <a:lnTo>
                      <a:pt x="4018" y="6445"/>
                    </a:lnTo>
                    <a:lnTo>
                      <a:pt x="3872" y="6403"/>
                    </a:lnTo>
                    <a:lnTo>
                      <a:pt x="3767" y="6341"/>
                    </a:lnTo>
                    <a:lnTo>
                      <a:pt x="3641" y="6341"/>
                    </a:lnTo>
                    <a:lnTo>
                      <a:pt x="3558" y="6382"/>
                    </a:lnTo>
                    <a:lnTo>
                      <a:pt x="3495" y="6341"/>
                    </a:lnTo>
                    <a:lnTo>
                      <a:pt x="3369" y="6382"/>
                    </a:lnTo>
                    <a:lnTo>
                      <a:pt x="3348" y="6571"/>
                    </a:lnTo>
                    <a:lnTo>
                      <a:pt x="3474" y="6675"/>
                    </a:lnTo>
                    <a:lnTo>
                      <a:pt x="3600" y="6655"/>
                    </a:lnTo>
                    <a:lnTo>
                      <a:pt x="3809" y="6801"/>
                    </a:lnTo>
                    <a:lnTo>
                      <a:pt x="3955" y="6822"/>
                    </a:lnTo>
                    <a:lnTo>
                      <a:pt x="4060" y="6927"/>
                    </a:lnTo>
                    <a:lnTo>
                      <a:pt x="4311" y="7031"/>
                    </a:lnTo>
                    <a:lnTo>
                      <a:pt x="4374" y="7010"/>
                    </a:lnTo>
                    <a:lnTo>
                      <a:pt x="4478" y="7094"/>
                    </a:lnTo>
                    <a:lnTo>
                      <a:pt x="4499" y="7199"/>
                    </a:lnTo>
                    <a:lnTo>
                      <a:pt x="4750" y="7303"/>
                    </a:lnTo>
                    <a:lnTo>
                      <a:pt x="4855" y="7282"/>
                    </a:lnTo>
                    <a:lnTo>
                      <a:pt x="4855" y="7136"/>
                    </a:lnTo>
                    <a:lnTo>
                      <a:pt x="4918" y="7073"/>
                    </a:lnTo>
                    <a:lnTo>
                      <a:pt x="4918" y="6927"/>
                    </a:lnTo>
                    <a:lnTo>
                      <a:pt x="4813" y="6801"/>
                    </a:lnTo>
                    <a:lnTo>
                      <a:pt x="4918" y="6508"/>
                    </a:lnTo>
                    <a:lnTo>
                      <a:pt x="5022" y="6403"/>
                    </a:lnTo>
                    <a:lnTo>
                      <a:pt x="5022" y="6362"/>
                    </a:lnTo>
                    <a:lnTo>
                      <a:pt x="5043" y="6362"/>
                    </a:lnTo>
                    <a:lnTo>
                      <a:pt x="5043" y="6341"/>
                    </a:lnTo>
                    <a:lnTo>
                      <a:pt x="4960" y="6236"/>
                    </a:lnTo>
                    <a:close/>
                  </a:path>
                </a:pathLst>
              </a:custGeom>
              <a:solidFill>
                <a:srgbClr val="5F7D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5870" name="Google Shape;5870;p36"/>
            <p:cNvGrpSpPr/>
            <p:nvPr/>
          </p:nvGrpSpPr>
          <p:grpSpPr>
            <a:xfrm>
              <a:off x="3775674" y="2798496"/>
              <a:ext cx="40545" cy="23564"/>
              <a:chOff x="3750475" y="2481850"/>
              <a:chExt cx="85125" cy="51800"/>
            </a:xfrm>
          </p:grpSpPr>
          <p:sp>
            <p:nvSpPr>
              <p:cNvPr id="5871" name="Google Shape;5871;p36"/>
              <p:cNvSpPr/>
              <p:nvPr/>
            </p:nvSpPr>
            <p:spPr>
              <a:xfrm>
                <a:off x="3762125" y="2492625"/>
                <a:ext cx="64900" cy="36650"/>
              </a:xfrm>
              <a:custGeom>
                <a:rect b="b" l="l" r="r" t="t"/>
                <a:pathLst>
                  <a:path extrusionOk="0" h="1466" w="2596">
                    <a:moveTo>
                      <a:pt x="1507" y="1"/>
                    </a:moveTo>
                    <a:lnTo>
                      <a:pt x="1361" y="64"/>
                    </a:lnTo>
                    <a:lnTo>
                      <a:pt x="1402" y="105"/>
                    </a:lnTo>
                    <a:lnTo>
                      <a:pt x="1340" y="189"/>
                    </a:lnTo>
                    <a:lnTo>
                      <a:pt x="1214" y="126"/>
                    </a:lnTo>
                    <a:lnTo>
                      <a:pt x="1109" y="189"/>
                    </a:lnTo>
                    <a:lnTo>
                      <a:pt x="1005" y="168"/>
                    </a:lnTo>
                    <a:lnTo>
                      <a:pt x="817" y="210"/>
                    </a:lnTo>
                    <a:lnTo>
                      <a:pt x="712" y="210"/>
                    </a:lnTo>
                    <a:lnTo>
                      <a:pt x="691" y="126"/>
                    </a:lnTo>
                    <a:lnTo>
                      <a:pt x="565" y="126"/>
                    </a:lnTo>
                    <a:lnTo>
                      <a:pt x="482" y="231"/>
                    </a:lnTo>
                    <a:lnTo>
                      <a:pt x="607" y="294"/>
                    </a:lnTo>
                    <a:lnTo>
                      <a:pt x="607" y="398"/>
                    </a:lnTo>
                    <a:lnTo>
                      <a:pt x="503" y="440"/>
                    </a:lnTo>
                    <a:lnTo>
                      <a:pt x="398" y="608"/>
                    </a:lnTo>
                    <a:lnTo>
                      <a:pt x="314" y="628"/>
                    </a:lnTo>
                    <a:lnTo>
                      <a:pt x="168" y="859"/>
                    </a:lnTo>
                    <a:lnTo>
                      <a:pt x="147" y="1047"/>
                    </a:lnTo>
                    <a:lnTo>
                      <a:pt x="147" y="1152"/>
                    </a:lnTo>
                    <a:lnTo>
                      <a:pt x="84" y="1152"/>
                    </a:lnTo>
                    <a:lnTo>
                      <a:pt x="0" y="1173"/>
                    </a:lnTo>
                    <a:lnTo>
                      <a:pt x="42" y="1277"/>
                    </a:lnTo>
                    <a:lnTo>
                      <a:pt x="147" y="1277"/>
                    </a:lnTo>
                    <a:lnTo>
                      <a:pt x="293" y="1235"/>
                    </a:lnTo>
                    <a:lnTo>
                      <a:pt x="252" y="1068"/>
                    </a:lnTo>
                    <a:lnTo>
                      <a:pt x="314" y="1026"/>
                    </a:lnTo>
                    <a:lnTo>
                      <a:pt x="482" y="1026"/>
                    </a:lnTo>
                    <a:lnTo>
                      <a:pt x="524" y="1131"/>
                    </a:lnTo>
                    <a:lnTo>
                      <a:pt x="586" y="1277"/>
                    </a:lnTo>
                    <a:lnTo>
                      <a:pt x="670" y="1340"/>
                    </a:lnTo>
                    <a:lnTo>
                      <a:pt x="670" y="1424"/>
                    </a:lnTo>
                    <a:lnTo>
                      <a:pt x="796" y="1465"/>
                    </a:lnTo>
                    <a:lnTo>
                      <a:pt x="1026" y="1319"/>
                    </a:lnTo>
                    <a:lnTo>
                      <a:pt x="1151" y="1361"/>
                    </a:lnTo>
                    <a:lnTo>
                      <a:pt x="1361" y="1026"/>
                    </a:lnTo>
                    <a:lnTo>
                      <a:pt x="1507" y="1110"/>
                    </a:lnTo>
                    <a:lnTo>
                      <a:pt x="1507" y="1235"/>
                    </a:lnTo>
                    <a:lnTo>
                      <a:pt x="1674" y="1319"/>
                    </a:lnTo>
                    <a:lnTo>
                      <a:pt x="1737" y="1445"/>
                    </a:lnTo>
                    <a:lnTo>
                      <a:pt x="1842" y="1235"/>
                    </a:lnTo>
                    <a:lnTo>
                      <a:pt x="1842" y="1068"/>
                    </a:lnTo>
                    <a:lnTo>
                      <a:pt x="2093" y="1131"/>
                    </a:lnTo>
                    <a:lnTo>
                      <a:pt x="2197" y="1131"/>
                    </a:lnTo>
                    <a:lnTo>
                      <a:pt x="2302" y="1214"/>
                    </a:lnTo>
                    <a:lnTo>
                      <a:pt x="2302" y="1005"/>
                    </a:lnTo>
                    <a:lnTo>
                      <a:pt x="2553" y="942"/>
                    </a:lnTo>
                    <a:lnTo>
                      <a:pt x="2490" y="754"/>
                    </a:lnTo>
                    <a:lnTo>
                      <a:pt x="2595" y="628"/>
                    </a:lnTo>
                    <a:lnTo>
                      <a:pt x="2553" y="524"/>
                    </a:lnTo>
                    <a:lnTo>
                      <a:pt x="2469" y="524"/>
                    </a:lnTo>
                    <a:lnTo>
                      <a:pt x="2365" y="628"/>
                    </a:lnTo>
                    <a:lnTo>
                      <a:pt x="2260" y="503"/>
                    </a:lnTo>
                    <a:lnTo>
                      <a:pt x="2177" y="524"/>
                    </a:lnTo>
                    <a:lnTo>
                      <a:pt x="2030" y="524"/>
                    </a:lnTo>
                    <a:lnTo>
                      <a:pt x="1988" y="440"/>
                    </a:lnTo>
                    <a:lnTo>
                      <a:pt x="2030" y="398"/>
                    </a:lnTo>
                    <a:lnTo>
                      <a:pt x="2030" y="294"/>
                    </a:lnTo>
                    <a:lnTo>
                      <a:pt x="1884" y="210"/>
                    </a:lnTo>
                    <a:lnTo>
                      <a:pt x="1737" y="84"/>
                    </a:lnTo>
                    <a:lnTo>
                      <a:pt x="1653" y="84"/>
                    </a:lnTo>
                    <a:lnTo>
                      <a:pt x="1612" y="126"/>
                    </a:lnTo>
                    <a:lnTo>
                      <a:pt x="1528" y="105"/>
                    </a:lnTo>
                    <a:lnTo>
                      <a:pt x="1507" y="1"/>
                    </a:lnTo>
                    <a:close/>
                  </a:path>
                </a:pathLst>
              </a:custGeom>
              <a:solidFill>
                <a:srgbClr val="5F7D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872" name="Google Shape;5872;p36"/>
              <p:cNvSpPr/>
              <p:nvPr/>
            </p:nvSpPr>
            <p:spPr>
              <a:xfrm>
                <a:off x="3750475" y="2481850"/>
                <a:ext cx="85125" cy="51800"/>
              </a:xfrm>
              <a:custGeom>
                <a:rect b="b" l="l" r="r" t="t"/>
                <a:pathLst>
                  <a:path extrusionOk="0" h="2072" w="3405">
                    <a:moveTo>
                      <a:pt x="1095" y="286"/>
                    </a:moveTo>
                    <a:lnTo>
                      <a:pt x="0" y="1667"/>
                    </a:lnTo>
                    <a:lnTo>
                      <a:pt x="547" y="2072"/>
                    </a:lnTo>
                    <a:lnTo>
                      <a:pt x="1214" y="1858"/>
                    </a:lnTo>
                    <a:lnTo>
                      <a:pt x="1881" y="1262"/>
                    </a:lnTo>
                    <a:lnTo>
                      <a:pt x="2976" y="1286"/>
                    </a:lnTo>
                    <a:lnTo>
                      <a:pt x="3405" y="786"/>
                    </a:lnTo>
                    <a:lnTo>
                      <a:pt x="2167" y="0"/>
                    </a:lnTo>
                    <a:close/>
                  </a:path>
                </a:pathLst>
              </a:custGeom>
              <a:solidFill>
                <a:srgbClr val="5F7D95"/>
              </a:solidFill>
              <a:ln>
                <a:noFill/>
              </a:ln>
            </p:spPr>
          </p:sp>
        </p:grpSp>
        <p:grpSp>
          <p:nvGrpSpPr>
            <p:cNvPr id="5873" name="Google Shape;5873;p36"/>
            <p:cNvGrpSpPr/>
            <p:nvPr/>
          </p:nvGrpSpPr>
          <p:grpSpPr>
            <a:xfrm>
              <a:off x="3716946" y="2776024"/>
              <a:ext cx="81971" cy="76912"/>
              <a:chOff x="3627175" y="2432450"/>
              <a:chExt cx="172100" cy="169075"/>
            </a:xfrm>
          </p:grpSpPr>
          <p:sp>
            <p:nvSpPr>
              <p:cNvPr id="5874" name="Google Shape;5874;p36"/>
              <p:cNvSpPr/>
              <p:nvPr/>
            </p:nvSpPr>
            <p:spPr>
              <a:xfrm>
                <a:off x="3627175" y="2433000"/>
                <a:ext cx="164800" cy="156950"/>
              </a:xfrm>
              <a:custGeom>
                <a:rect b="b" l="l" r="r" t="t"/>
                <a:pathLst>
                  <a:path extrusionOk="0" h="6278" w="6592">
                    <a:moveTo>
                      <a:pt x="3829" y="0"/>
                    </a:moveTo>
                    <a:lnTo>
                      <a:pt x="3808" y="42"/>
                    </a:lnTo>
                    <a:lnTo>
                      <a:pt x="3599" y="105"/>
                    </a:lnTo>
                    <a:lnTo>
                      <a:pt x="3578" y="63"/>
                    </a:lnTo>
                    <a:lnTo>
                      <a:pt x="3390" y="168"/>
                    </a:lnTo>
                    <a:lnTo>
                      <a:pt x="3369" y="272"/>
                    </a:lnTo>
                    <a:lnTo>
                      <a:pt x="3390" y="398"/>
                    </a:lnTo>
                    <a:lnTo>
                      <a:pt x="3348" y="607"/>
                    </a:lnTo>
                    <a:lnTo>
                      <a:pt x="3181" y="796"/>
                    </a:lnTo>
                    <a:lnTo>
                      <a:pt x="3181" y="837"/>
                    </a:lnTo>
                    <a:lnTo>
                      <a:pt x="2992" y="900"/>
                    </a:lnTo>
                    <a:lnTo>
                      <a:pt x="2888" y="900"/>
                    </a:lnTo>
                    <a:lnTo>
                      <a:pt x="2783" y="879"/>
                    </a:lnTo>
                    <a:lnTo>
                      <a:pt x="2574" y="1005"/>
                    </a:lnTo>
                    <a:lnTo>
                      <a:pt x="2532" y="1089"/>
                    </a:lnTo>
                    <a:lnTo>
                      <a:pt x="2574" y="1151"/>
                    </a:lnTo>
                    <a:lnTo>
                      <a:pt x="2658" y="1193"/>
                    </a:lnTo>
                    <a:lnTo>
                      <a:pt x="2532" y="1298"/>
                    </a:lnTo>
                    <a:lnTo>
                      <a:pt x="2365" y="1319"/>
                    </a:lnTo>
                    <a:lnTo>
                      <a:pt x="2134" y="1298"/>
                    </a:lnTo>
                    <a:lnTo>
                      <a:pt x="2030" y="1235"/>
                    </a:lnTo>
                    <a:lnTo>
                      <a:pt x="1946" y="1298"/>
                    </a:lnTo>
                    <a:lnTo>
                      <a:pt x="1925" y="1214"/>
                    </a:lnTo>
                    <a:lnTo>
                      <a:pt x="1841" y="1151"/>
                    </a:lnTo>
                    <a:lnTo>
                      <a:pt x="1883" y="1047"/>
                    </a:lnTo>
                    <a:lnTo>
                      <a:pt x="1800" y="1026"/>
                    </a:lnTo>
                    <a:lnTo>
                      <a:pt x="1695" y="1047"/>
                    </a:lnTo>
                    <a:lnTo>
                      <a:pt x="1569" y="1047"/>
                    </a:lnTo>
                    <a:lnTo>
                      <a:pt x="1507" y="1026"/>
                    </a:lnTo>
                    <a:lnTo>
                      <a:pt x="1528" y="1151"/>
                    </a:lnTo>
                    <a:lnTo>
                      <a:pt x="1507" y="1214"/>
                    </a:lnTo>
                    <a:lnTo>
                      <a:pt x="1716" y="1402"/>
                    </a:lnTo>
                    <a:lnTo>
                      <a:pt x="1674" y="1444"/>
                    </a:lnTo>
                    <a:lnTo>
                      <a:pt x="1695" y="1528"/>
                    </a:lnTo>
                    <a:lnTo>
                      <a:pt x="1695" y="1633"/>
                    </a:lnTo>
                    <a:lnTo>
                      <a:pt x="1737" y="1716"/>
                    </a:lnTo>
                    <a:lnTo>
                      <a:pt x="1737" y="1821"/>
                    </a:lnTo>
                    <a:lnTo>
                      <a:pt x="1569" y="1779"/>
                    </a:lnTo>
                    <a:lnTo>
                      <a:pt x="1465" y="1821"/>
                    </a:lnTo>
                    <a:lnTo>
                      <a:pt x="1381" y="1779"/>
                    </a:lnTo>
                    <a:lnTo>
                      <a:pt x="1277" y="1821"/>
                    </a:lnTo>
                    <a:lnTo>
                      <a:pt x="1256" y="1758"/>
                    </a:lnTo>
                    <a:lnTo>
                      <a:pt x="1109" y="1863"/>
                    </a:lnTo>
                    <a:lnTo>
                      <a:pt x="963" y="1653"/>
                    </a:lnTo>
                    <a:lnTo>
                      <a:pt x="858" y="1633"/>
                    </a:lnTo>
                    <a:lnTo>
                      <a:pt x="733" y="1653"/>
                    </a:lnTo>
                    <a:lnTo>
                      <a:pt x="628" y="1758"/>
                    </a:lnTo>
                    <a:lnTo>
                      <a:pt x="565" y="1737"/>
                    </a:lnTo>
                    <a:lnTo>
                      <a:pt x="481" y="1779"/>
                    </a:lnTo>
                    <a:lnTo>
                      <a:pt x="440" y="1758"/>
                    </a:lnTo>
                    <a:lnTo>
                      <a:pt x="335" y="1758"/>
                    </a:lnTo>
                    <a:lnTo>
                      <a:pt x="251" y="1842"/>
                    </a:lnTo>
                    <a:lnTo>
                      <a:pt x="63" y="1863"/>
                    </a:lnTo>
                    <a:lnTo>
                      <a:pt x="0" y="1946"/>
                    </a:lnTo>
                    <a:lnTo>
                      <a:pt x="42" y="2030"/>
                    </a:lnTo>
                    <a:lnTo>
                      <a:pt x="147" y="1988"/>
                    </a:lnTo>
                    <a:lnTo>
                      <a:pt x="251" y="2030"/>
                    </a:lnTo>
                    <a:lnTo>
                      <a:pt x="272" y="2051"/>
                    </a:lnTo>
                    <a:lnTo>
                      <a:pt x="272" y="2051"/>
                    </a:lnTo>
                    <a:lnTo>
                      <a:pt x="147" y="2030"/>
                    </a:lnTo>
                    <a:lnTo>
                      <a:pt x="105" y="2051"/>
                    </a:lnTo>
                    <a:lnTo>
                      <a:pt x="126" y="2156"/>
                    </a:lnTo>
                    <a:lnTo>
                      <a:pt x="168" y="2072"/>
                    </a:lnTo>
                    <a:lnTo>
                      <a:pt x="230" y="2093"/>
                    </a:lnTo>
                    <a:lnTo>
                      <a:pt x="251" y="2177"/>
                    </a:lnTo>
                    <a:lnTo>
                      <a:pt x="209" y="2197"/>
                    </a:lnTo>
                    <a:lnTo>
                      <a:pt x="105" y="2239"/>
                    </a:lnTo>
                    <a:lnTo>
                      <a:pt x="105" y="2260"/>
                    </a:lnTo>
                    <a:lnTo>
                      <a:pt x="209" y="2260"/>
                    </a:lnTo>
                    <a:lnTo>
                      <a:pt x="230" y="2386"/>
                    </a:lnTo>
                    <a:lnTo>
                      <a:pt x="230" y="2469"/>
                    </a:lnTo>
                    <a:lnTo>
                      <a:pt x="335" y="2386"/>
                    </a:lnTo>
                    <a:lnTo>
                      <a:pt x="481" y="2386"/>
                    </a:lnTo>
                    <a:lnTo>
                      <a:pt x="670" y="2469"/>
                    </a:lnTo>
                    <a:lnTo>
                      <a:pt x="733" y="2511"/>
                    </a:lnTo>
                    <a:lnTo>
                      <a:pt x="774" y="2511"/>
                    </a:lnTo>
                    <a:lnTo>
                      <a:pt x="900" y="2595"/>
                    </a:lnTo>
                    <a:lnTo>
                      <a:pt x="1005" y="2511"/>
                    </a:lnTo>
                    <a:lnTo>
                      <a:pt x="1067" y="2553"/>
                    </a:lnTo>
                    <a:lnTo>
                      <a:pt x="1046" y="2595"/>
                    </a:lnTo>
                    <a:lnTo>
                      <a:pt x="1067" y="2658"/>
                    </a:lnTo>
                    <a:lnTo>
                      <a:pt x="1172" y="2595"/>
                    </a:lnTo>
                    <a:lnTo>
                      <a:pt x="1214" y="2658"/>
                    </a:lnTo>
                    <a:lnTo>
                      <a:pt x="1172" y="2762"/>
                    </a:lnTo>
                    <a:lnTo>
                      <a:pt x="1214" y="2825"/>
                    </a:lnTo>
                    <a:lnTo>
                      <a:pt x="1297" y="2825"/>
                    </a:lnTo>
                    <a:lnTo>
                      <a:pt x="1402" y="2783"/>
                    </a:lnTo>
                    <a:lnTo>
                      <a:pt x="1528" y="2783"/>
                    </a:lnTo>
                    <a:lnTo>
                      <a:pt x="1611" y="2888"/>
                    </a:lnTo>
                    <a:lnTo>
                      <a:pt x="1507" y="2825"/>
                    </a:lnTo>
                    <a:lnTo>
                      <a:pt x="1402" y="2825"/>
                    </a:lnTo>
                    <a:lnTo>
                      <a:pt x="1360" y="2930"/>
                    </a:lnTo>
                    <a:lnTo>
                      <a:pt x="1402" y="2972"/>
                    </a:lnTo>
                    <a:lnTo>
                      <a:pt x="1423" y="3076"/>
                    </a:lnTo>
                    <a:lnTo>
                      <a:pt x="1381" y="3181"/>
                    </a:lnTo>
                    <a:lnTo>
                      <a:pt x="1402" y="3244"/>
                    </a:lnTo>
                    <a:lnTo>
                      <a:pt x="1486" y="3244"/>
                    </a:lnTo>
                    <a:lnTo>
                      <a:pt x="1632" y="3432"/>
                    </a:lnTo>
                    <a:lnTo>
                      <a:pt x="1779" y="3453"/>
                    </a:lnTo>
                    <a:lnTo>
                      <a:pt x="1904" y="3537"/>
                    </a:lnTo>
                    <a:lnTo>
                      <a:pt x="1904" y="3641"/>
                    </a:lnTo>
                    <a:lnTo>
                      <a:pt x="1946" y="3725"/>
                    </a:lnTo>
                    <a:lnTo>
                      <a:pt x="1904" y="3830"/>
                    </a:lnTo>
                    <a:lnTo>
                      <a:pt x="1883" y="3850"/>
                    </a:lnTo>
                    <a:lnTo>
                      <a:pt x="1841" y="3934"/>
                    </a:lnTo>
                    <a:lnTo>
                      <a:pt x="1946" y="3955"/>
                    </a:lnTo>
                    <a:lnTo>
                      <a:pt x="2134" y="4081"/>
                    </a:lnTo>
                    <a:lnTo>
                      <a:pt x="2260" y="4436"/>
                    </a:lnTo>
                    <a:lnTo>
                      <a:pt x="2260" y="4436"/>
                    </a:lnTo>
                    <a:lnTo>
                      <a:pt x="2113" y="4269"/>
                    </a:lnTo>
                    <a:lnTo>
                      <a:pt x="2093" y="4143"/>
                    </a:lnTo>
                    <a:lnTo>
                      <a:pt x="1946" y="4081"/>
                    </a:lnTo>
                    <a:lnTo>
                      <a:pt x="1904" y="4122"/>
                    </a:lnTo>
                    <a:lnTo>
                      <a:pt x="1841" y="4394"/>
                    </a:lnTo>
                    <a:lnTo>
                      <a:pt x="1841" y="4604"/>
                    </a:lnTo>
                    <a:lnTo>
                      <a:pt x="1946" y="4687"/>
                    </a:lnTo>
                    <a:lnTo>
                      <a:pt x="1883" y="4750"/>
                    </a:lnTo>
                    <a:lnTo>
                      <a:pt x="1841" y="5127"/>
                    </a:lnTo>
                    <a:lnTo>
                      <a:pt x="1737" y="5482"/>
                    </a:lnTo>
                    <a:lnTo>
                      <a:pt x="1590" y="5545"/>
                    </a:lnTo>
                    <a:lnTo>
                      <a:pt x="1695" y="5608"/>
                    </a:lnTo>
                    <a:lnTo>
                      <a:pt x="1716" y="5629"/>
                    </a:lnTo>
                    <a:lnTo>
                      <a:pt x="1779" y="5629"/>
                    </a:lnTo>
                    <a:lnTo>
                      <a:pt x="1800" y="5754"/>
                    </a:lnTo>
                    <a:lnTo>
                      <a:pt x="1800" y="5859"/>
                    </a:lnTo>
                    <a:lnTo>
                      <a:pt x="1946" y="5838"/>
                    </a:lnTo>
                    <a:lnTo>
                      <a:pt x="2197" y="5922"/>
                    </a:lnTo>
                    <a:lnTo>
                      <a:pt x="2302" y="6047"/>
                    </a:lnTo>
                    <a:lnTo>
                      <a:pt x="2406" y="6006"/>
                    </a:lnTo>
                    <a:lnTo>
                      <a:pt x="2532" y="6131"/>
                    </a:lnTo>
                    <a:lnTo>
                      <a:pt x="2678" y="6131"/>
                    </a:lnTo>
                    <a:lnTo>
                      <a:pt x="2762" y="6152"/>
                    </a:lnTo>
                    <a:lnTo>
                      <a:pt x="2867" y="6047"/>
                    </a:lnTo>
                    <a:lnTo>
                      <a:pt x="3139" y="6047"/>
                    </a:lnTo>
                    <a:lnTo>
                      <a:pt x="3243" y="6110"/>
                    </a:lnTo>
                    <a:lnTo>
                      <a:pt x="3390" y="6068"/>
                    </a:lnTo>
                    <a:lnTo>
                      <a:pt x="3557" y="6173"/>
                    </a:lnTo>
                    <a:lnTo>
                      <a:pt x="3829" y="6152"/>
                    </a:lnTo>
                    <a:lnTo>
                      <a:pt x="4018" y="6257"/>
                    </a:lnTo>
                    <a:lnTo>
                      <a:pt x="4101" y="6278"/>
                    </a:lnTo>
                    <a:lnTo>
                      <a:pt x="4101" y="6236"/>
                    </a:lnTo>
                    <a:lnTo>
                      <a:pt x="4038" y="6068"/>
                    </a:lnTo>
                    <a:lnTo>
                      <a:pt x="4101" y="5859"/>
                    </a:lnTo>
                    <a:lnTo>
                      <a:pt x="4101" y="5796"/>
                    </a:lnTo>
                    <a:lnTo>
                      <a:pt x="4227" y="5650"/>
                    </a:lnTo>
                    <a:lnTo>
                      <a:pt x="4436" y="5441"/>
                    </a:lnTo>
                    <a:lnTo>
                      <a:pt x="4499" y="5441"/>
                    </a:lnTo>
                    <a:lnTo>
                      <a:pt x="4562" y="5503"/>
                    </a:lnTo>
                    <a:lnTo>
                      <a:pt x="4708" y="5503"/>
                    </a:lnTo>
                    <a:lnTo>
                      <a:pt x="4834" y="5587"/>
                    </a:lnTo>
                    <a:lnTo>
                      <a:pt x="4938" y="5587"/>
                    </a:lnTo>
                    <a:lnTo>
                      <a:pt x="5022" y="5524"/>
                    </a:lnTo>
                    <a:lnTo>
                      <a:pt x="5085" y="5503"/>
                    </a:lnTo>
                    <a:lnTo>
                      <a:pt x="5461" y="5734"/>
                    </a:lnTo>
                    <a:lnTo>
                      <a:pt x="5545" y="5817"/>
                    </a:lnTo>
                    <a:lnTo>
                      <a:pt x="5796" y="5817"/>
                    </a:lnTo>
                    <a:lnTo>
                      <a:pt x="5901" y="5734"/>
                    </a:lnTo>
                    <a:lnTo>
                      <a:pt x="5880" y="5692"/>
                    </a:lnTo>
                    <a:lnTo>
                      <a:pt x="5984" y="5545"/>
                    </a:lnTo>
                    <a:lnTo>
                      <a:pt x="6340" y="5294"/>
                    </a:lnTo>
                    <a:lnTo>
                      <a:pt x="6382" y="5273"/>
                    </a:lnTo>
                    <a:lnTo>
                      <a:pt x="6319" y="5169"/>
                    </a:lnTo>
                    <a:lnTo>
                      <a:pt x="6403" y="4980"/>
                    </a:lnTo>
                    <a:lnTo>
                      <a:pt x="6235" y="4980"/>
                    </a:lnTo>
                    <a:lnTo>
                      <a:pt x="6068" y="4855"/>
                    </a:lnTo>
                    <a:lnTo>
                      <a:pt x="6026" y="4562"/>
                    </a:lnTo>
                    <a:lnTo>
                      <a:pt x="5880" y="4394"/>
                    </a:lnTo>
                    <a:lnTo>
                      <a:pt x="5963" y="4332"/>
                    </a:lnTo>
                    <a:lnTo>
                      <a:pt x="6089" y="4290"/>
                    </a:lnTo>
                    <a:lnTo>
                      <a:pt x="6131" y="4122"/>
                    </a:lnTo>
                    <a:lnTo>
                      <a:pt x="6026" y="4018"/>
                    </a:lnTo>
                    <a:lnTo>
                      <a:pt x="6005" y="3850"/>
                    </a:lnTo>
                    <a:lnTo>
                      <a:pt x="6068" y="3809"/>
                    </a:lnTo>
                    <a:lnTo>
                      <a:pt x="6068" y="3725"/>
                    </a:lnTo>
                    <a:lnTo>
                      <a:pt x="5984" y="3662"/>
                    </a:lnTo>
                    <a:lnTo>
                      <a:pt x="5922" y="3516"/>
                    </a:lnTo>
                    <a:lnTo>
                      <a:pt x="5880" y="3411"/>
                    </a:lnTo>
                    <a:lnTo>
                      <a:pt x="5712" y="3411"/>
                    </a:lnTo>
                    <a:lnTo>
                      <a:pt x="5650" y="3453"/>
                    </a:lnTo>
                    <a:lnTo>
                      <a:pt x="5691" y="3620"/>
                    </a:lnTo>
                    <a:lnTo>
                      <a:pt x="5545" y="3662"/>
                    </a:lnTo>
                    <a:lnTo>
                      <a:pt x="5440" y="3662"/>
                    </a:lnTo>
                    <a:lnTo>
                      <a:pt x="5398" y="3558"/>
                    </a:lnTo>
                    <a:lnTo>
                      <a:pt x="5482" y="3537"/>
                    </a:lnTo>
                    <a:lnTo>
                      <a:pt x="5545" y="3537"/>
                    </a:lnTo>
                    <a:lnTo>
                      <a:pt x="5545" y="3432"/>
                    </a:lnTo>
                    <a:lnTo>
                      <a:pt x="5566" y="3244"/>
                    </a:lnTo>
                    <a:lnTo>
                      <a:pt x="5712" y="3013"/>
                    </a:lnTo>
                    <a:lnTo>
                      <a:pt x="5796" y="2993"/>
                    </a:lnTo>
                    <a:lnTo>
                      <a:pt x="5901" y="2825"/>
                    </a:lnTo>
                    <a:lnTo>
                      <a:pt x="6005" y="2783"/>
                    </a:lnTo>
                    <a:lnTo>
                      <a:pt x="6005" y="2679"/>
                    </a:lnTo>
                    <a:lnTo>
                      <a:pt x="5880" y="2616"/>
                    </a:lnTo>
                    <a:lnTo>
                      <a:pt x="5963" y="2511"/>
                    </a:lnTo>
                    <a:lnTo>
                      <a:pt x="6089" y="2511"/>
                    </a:lnTo>
                    <a:lnTo>
                      <a:pt x="6110" y="2595"/>
                    </a:lnTo>
                    <a:lnTo>
                      <a:pt x="6215" y="2595"/>
                    </a:lnTo>
                    <a:lnTo>
                      <a:pt x="6403" y="2553"/>
                    </a:lnTo>
                    <a:lnTo>
                      <a:pt x="6340" y="2449"/>
                    </a:lnTo>
                    <a:lnTo>
                      <a:pt x="6235" y="2365"/>
                    </a:lnTo>
                    <a:lnTo>
                      <a:pt x="6235" y="2197"/>
                    </a:lnTo>
                    <a:lnTo>
                      <a:pt x="6298" y="2030"/>
                    </a:lnTo>
                    <a:lnTo>
                      <a:pt x="6382" y="1946"/>
                    </a:lnTo>
                    <a:lnTo>
                      <a:pt x="6382" y="1842"/>
                    </a:lnTo>
                    <a:lnTo>
                      <a:pt x="6445" y="1674"/>
                    </a:lnTo>
                    <a:lnTo>
                      <a:pt x="6591" y="1549"/>
                    </a:lnTo>
                    <a:lnTo>
                      <a:pt x="6445" y="1465"/>
                    </a:lnTo>
                    <a:lnTo>
                      <a:pt x="6340" y="1465"/>
                    </a:lnTo>
                    <a:lnTo>
                      <a:pt x="6215" y="1402"/>
                    </a:lnTo>
                    <a:lnTo>
                      <a:pt x="6110" y="1444"/>
                    </a:lnTo>
                    <a:lnTo>
                      <a:pt x="6026" y="1402"/>
                    </a:lnTo>
                    <a:lnTo>
                      <a:pt x="5922" y="1402"/>
                    </a:lnTo>
                    <a:lnTo>
                      <a:pt x="5859" y="1444"/>
                    </a:lnTo>
                    <a:lnTo>
                      <a:pt x="5754" y="1361"/>
                    </a:lnTo>
                    <a:lnTo>
                      <a:pt x="5754" y="1298"/>
                    </a:lnTo>
                    <a:lnTo>
                      <a:pt x="5650" y="1214"/>
                    </a:lnTo>
                    <a:lnTo>
                      <a:pt x="5566" y="1235"/>
                    </a:lnTo>
                    <a:lnTo>
                      <a:pt x="5398" y="1193"/>
                    </a:lnTo>
                    <a:lnTo>
                      <a:pt x="5357" y="1089"/>
                    </a:lnTo>
                    <a:lnTo>
                      <a:pt x="5252" y="1089"/>
                    </a:lnTo>
                    <a:lnTo>
                      <a:pt x="5189" y="1130"/>
                    </a:lnTo>
                    <a:lnTo>
                      <a:pt x="5085" y="1047"/>
                    </a:lnTo>
                    <a:lnTo>
                      <a:pt x="4980" y="1026"/>
                    </a:lnTo>
                    <a:lnTo>
                      <a:pt x="4854" y="879"/>
                    </a:lnTo>
                    <a:lnTo>
                      <a:pt x="4771" y="837"/>
                    </a:lnTo>
                    <a:lnTo>
                      <a:pt x="4729" y="796"/>
                    </a:lnTo>
                    <a:lnTo>
                      <a:pt x="4645" y="796"/>
                    </a:lnTo>
                    <a:lnTo>
                      <a:pt x="4603" y="837"/>
                    </a:lnTo>
                    <a:lnTo>
                      <a:pt x="4457" y="775"/>
                    </a:lnTo>
                    <a:lnTo>
                      <a:pt x="4457" y="607"/>
                    </a:lnTo>
                    <a:lnTo>
                      <a:pt x="4394" y="586"/>
                    </a:lnTo>
                    <a:lnTo>
                      <a:pt x="4310" y="524"/>
                    </a:lnTo>
                    <a:lnTo>
                      <a:pt x="4227" y="524"/>
                    </a:lnTo>
                    <a:lnTo>
                      <a:pt x="4080" y="398"/>
                    </a:lnTo>
                    <a:lnTo>
                      <a:pt x="4038" y="293"/>
                    </a:lnTo>
                    <a:lnTo>
                      <a:pt x="3913" y="252"/>
                    </a:lnTo>
                    <a:lnTo>
                      <a:pt x="3892" y="63"/>
                    </a:lnTo>
                    <a:lnTo>
                      <a:pt x="3829" y="0"/>
                    </a:lnTo>
                    <a:close/>
                  </a:path>
                </a:pathLst>
              </a:custGeom>
              <a:solidFill>
                <a:srgbClr val="5F7D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875" name="Google Shape;5875;p36"/>
              <p:cNvSpPr/>
              <p:nvPr/>
            </p:nvSpPr>
            <p:spPr>
              <a:xfrm>
                <a:off x="3658200" y="2557475"/>
                <a:ext cx="70850" cy="44050"/>
              </a:xfrm>
              <a:custGeom>
                <a:rect b="b" l="l" r="r" t="t"/>
                <a:pathLst>
                  <a:path extrusionOk="0" h="1762" w="2834">
                    <a:moveTo>
                      <a:pt x="571" y="595"/>
                    </a:moveTo>
                    <a:lnTo>
                      <a:pt x="0" y="1119"/>
                    </a:lnTo>
                    <a:lnTo>
                      <a:pt x="1833" y="1762"/>
                    </a:lnTo>
                    <a:lnTo>
                      <a:pt x="2714" y="1476"/>
                    </a:lnTo>
                    <a:lnTo>
                      <a:pt x="2834" y="1071"/>
                    </a:lnTo>
                    <a:lnTo>
                      <a:pt x="1833" y="0"/>
                    </a:lnTo>
                    <a:close/>
                  </a:path>
                </a:pathLst>
              </a:custGeom>
              <a:solidFill>
                <a:srgbClr val="5F7D95"/>
              </a:solidFill>
              <a:ln>
                <a:noFill/>
              </a:ln>
            </p:spPr>
          </p:sp>
          <p:sp>
            <p:nvSpPr>
              <p:cNvPr id="5876" name="Google Shape;5876;p36"/>
              <p:cNvSpPr/>
              <p:nvPr/>
            </p:nvSpPr>
            <p:spPr>
              <a:xfrm>
                <a:off x="3719525" y="2432450"/>
                <a:ext cx="79750" cy="89900"/>
              </a:xfrm>
              <a:custGeom>
                <a:rect b="b" l="l" r="r" t="t"/>
                <a:pathLst>
                  <a:path extrusionOk="0" h="3596" w="3190">
                    <a:moveTo>
                      <a:pt x="0" y="167"/>
                    </a:moveTo>
                    <a:lnTo>
                      <a:pt x="261" y="0"/>
                    </a:lnTo>
                    <a:lnTo>
                      <a:pt x="1619" y="1095"/>
                    </a:lnTo>
                    <a:lnTo>
                      <a:pt x="2381" y="1286"/>
                    </a:lnTo>
                    <a:lnTo>
                      <a:pt x="3190" y="1429"/>
                    </a:lnTo>
                    <a:lnTo>
                      <a:pt x="2809" y="2595"/>
                    </a:lnTo>
                    <a:lnTo>
                      <a:pt x="2071" y="2429"/>
                    </a:lnTo>
                    <a:lnTo>
                      <a:pt x="1524" y="3596"/>
                    </a:lnTo>
                    <a:close/>
                  </a:path>
                </a:pathLst>
              </a:custGeom>
              <a:solidFill>
                <a:srgbClr val="5F7D95"/>
              </a:solidFill>
              <a:ln>
                <a:noFill/>
              </a:ln>
            </p:spPr>
          </p:sp>
        </p:grpSp>
        <p:grpSp>
          <p:nvGrpSpPr>
            <p:cNvPr id="5877" name="Google Shape;5877;p36"/>
            <p:cNvGrpSpPr/>
            <p:nvPr/>
          </p:nvGrpSpPr>
          <p:grpSpPr>
            <a:xfrm>
              <a:off x="3685682" y="2845624"/>
              <a:ext cx="29311" cy="45055"/>
              <a:chOff x="3561536" y="2585450"/>
              <a:chExt cx="61539" cy="99045"/>
            </a:xfrm>
          </p:grpSpPr>
          <p:sp>
            <p:nvSpPr>
              <p:cNvPr id="5878" name="Google Shape;5878;p36"/>
              <p:cNvSpPr/>
              <p:nvPr/>
            </p:nvSpPr>
            <p:spPr>
              <a:xfrm rot="192277">
                <a:off x="3564002" y="2593849"/>
                <a:ext cx="44498" cy="89472"/>
              </a:xfrm>
              <a:custGeom>
                <a:rect b="b" l="l" r="r" t="t"/>
                <a:pathLst>
                  <a:path extrusionOk="0" h="3579" w="1780">
                    <a:moveTo>
                      <a:pt x="628" y="1"/>
                    </a:moveTo>
                    <a:lnTo>
                      <a:pt x="356" y="22"/>
                    </a:lnTo>
                    <a:lnTo>
                      <a:pt x="377" y="147"/>
                    </a:lnTo>
                    <a:lnTo>
                      <a:pt x="461" y="357"/>
                    </a:lnTo>
                    <a:lnTo>
                      <a:pt x="440" y="712"/>
                    </a:lnTo>
                    <a:lnTo>
                      <a:pt x="440" y="775"/>
                    </a:lnTo>
                    <a:lnTo>
                      <a:pt x="419" y="943"/>
                    </a:lnTo>
                    <a:lnTo>
                      <a:pt x="482" y="1026"/>
                    </a:lnTo>
                    <a:lnTo>
                      <a:pt x="440" y="1131"/>
                    </a:lnTo>
                    <a:lnTo>
                      <a:pt x="356" y="1256"/>
                    </a:lnTo>
                    <a:lnTo>
                      <a:pt x="356" y="1445"/>
                    </a:lnTo>
                    <a:lnTo>
                      <a:pt x="231" y="1654"/>
                    </a:lnTo>
                    <a:lnTo>
                      <a:pt x="231" y="1759"/>
                    </a:lnTo>
                    <a:lnTo>
                      <a:pt x="64" y="1968"/>
                    </a:lnTo>
                    <a:lnTo>
                      <a:pt x="1" y="2303"/>
                    </a:lnTo>
                    <a:lnTo>
                      <a:pt x="1" y="2386"/>
                    </a:lnTo>
                    <a:lnTo>
                      <a:pt x="105" y="2386"/>
                    </a:lnTo>
                    <a:lnTo>
                      <a:pt x="168" y="2303"/>
                    </a:lnTo>
                    <a:lnTo>
                      <a:pt x="273" y="2219"/>
                    </a:lnTo>
                    <a:lnTo>
                      <a:pt x="252" y="2303"/>
                    </a:lnTo>
                    <a:lnTo>
                      <a:pt x="315" y="2344"/>
                    </a:lnTo>
                    <a:lnTo>
                      <a:pt x="126" y="2428"/>
                    </a:lnTo>
                    <a:lnTo>
                      <a:pt x="126" y="2554"/>
                    </a:lnTo>
                    <a:lnTo>
                      <a:pt x="168" y="2616"/>
                    </a:lnTo>
                    <a:lnTo>
                      <a:pt x="252" y="2533"/>
                    </a:lnTo>
                    <a:lnTo>
                      <a:pt x="419" y="2533"/>
                    </a:lnTo>
                    <a:lnTo>
                      <a:pt x="336" y="2616"/>
                    </a:lnTo>
                    <a:lnTo>
                      <a:pt x="377" y="2763"/>
                    </a:lnTo>
                    <a:lnTo>
                      <a:pt x="336" y="2909"/>
                    </a:lnTo>
                    <a:lnTo>
                      <a:pt x="336" y="3223"/>
                    </a:lnTo>
                    <a:lnTo>
                      <a:pt x="273" y="3432"/>
                    </a:lnTo>
                    <a:lnTo>
                      <a:pt x="231" y="3495"/>
                    </a:lnTo>
                    <a:lnTo>
                      <a:pt x="273" y="3537"/>
                    </a:lnTo>
                    <a:lnTo>
                      <a:pt x="440" y="3432"/>
                    </a:lnTo>
                    <a:lnTo>
                      <a:pt x="691" y="3495"/>
                    </a:lnTo>
                    <a:lnTo>
                      <a:pt x="796" y="3579"/>
                    </a:lnTo>
                    <a:lnTo>
                      <a:pt x="963" y="3474"/>
                    </a:lnTo>
                    <a:lnTo>
                      <a:pt x="1110" y="3474"/>
                    </a:lnTo>
                    <a:lnTo>
                      <a:pt x="1152" y="3432"/>
                    </a:lnTo>
                    <a:lnTo>
                      <a:pt x="1152" y="3286"/>
                    </a:lnTo>
                    <a:lnTo>
                      <a:pt x="1068" y="3160"/>
                    </a:lnTo>
                    <a:lnTo>
                      <a:pt x="1193" y="2909"/>
                    </a:lnTo>
                    <a:lnTo>
                      <a:pt x="1319" y="2805"/>
                    </a:lnTo>
                    <a:lnTo>
                      <a:pt x="1361" y="2658"/>
                    </a:lnTo>
                    <a:lnTo>
                      <a:pt x="1214" y="2658"/>
                    </a:lnTo>
                    <a:lnTo>
                      <a:pt x="1152" y="2512"/>
                    </a:lnTo>
                    <a:lnTo>
                      <a:pt x="1319" y="2323"/>
                    </a:lnTo>
                    <a:lnTo>
                      <a:pt x="1319" y="2093"/>
                    </a:lnTo>
                    <a:lnTo>
                      <a:pt x="1193" y="2010"/>
                    </a:lnTo>
                    <a:lnTo>
                      <a:pt x="1047" y="1717"/>
                    </a:lnTo>
                    <a:lnTo>
                      <a:pt x="1172" y="1696"/>
                    </a:lnTo>
                    <a:lnTo>
                      <a:pt x="1277" y="1696"/>
                    </a:lnTo>
                    <a:lnTo>
                      <a:pt x="1424" y="1487"/>
                    </a:lnTo>
                    <a:lnTo>
                      <a:pt x="1319" y="1382"/>
                    </a:lnTo>
                    <a:lnTo>
                      <a:pt x="1465" y="1277"/>
                    </a:lnTo>
                    <a:lnTo>
                      <a:pt x="1465" y="922"/>
                    </a:lnTo>
                    <a:lnTo>
                      <a:pt x="1424" y="754"/>
                    </a:lnTo>
                    <a:lnTo>
                      <a:pt x="1675" y="545"/>
                    </a:lnTo>
                    <a:lnTo>
                      <a:pt x="1737" y="545"/>
                    </a:lnTo>
                    <a:lnTo>
                      <a:pt x="1779" y="440"/>
                    </a:lnTo>
                    <a:lnTo>
                      <a:pt x="1675" y="252"/>
                    </a:lnTo>
                    <a:lnTo>
                      <a:pt x="1633" y="127"/>
                    </a:lnTo>
                    <a:lnTo>
                      <a:pt x="1382" y="85"/>
                    </a:lnTo>
                    <a:lnTo>
                      <a:pt x="1277" y="210"/>
                    </a:lnTo>
                    <a:lnTo>
                      <a:pt x="942" y="127"/>
                    </a:lnTo>
                    <a:lnTo>
                      <a:pt x="754" y="231"/>
                    </a:lnTo>
                    <a:lnTo>
                      <a:pt x="691" y="147"/>
                    </a:lnTo>
                    <a:lnTo>
                      <a:pt x="733" y="22"/>
                    </a:lnTo>
                    <a:lnTo>
                      <a:pt x="628" y="1"/>
                    </a:lnTo>
                    <a:close/>
                  </a:path>
                </a:pathLst>
              </a:custGeom>
              <a:solidFill>
                <a:srgbClr val="5F7D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879" name="Google Shape;5879;p36"/>
              <p:cNvSpPr/>
              <p:nvPr/>
            </p:nvSpPr>
            <p:spPr>
              <a:xfrm>
                <a:off x="3580800" y="2585450"/>
                <a:ext cx="42275" cy="93450"/>
              </a:xfrm>
              <a:custGeom>
                <a:rect b="b" l="l" r="r" t="t"/>
                <a:pathLst>
                  <a:path extrusionOk="0" h="3738" w="1691">
                    <a:moveTo>
                      <a:pt x="453" y="0"/>
                    </a:moveTo>
                    <a:lnTo>
                      <a:pt x="0" y="547"/>
                    </a:lnTo>
                    <a:lnTo>
                      <a:pt x="0" y="3429"/>
                    </a:lnTo>
                    <a:lnTo>
                      <a:pt x="429" y="3738"/>
                    </a:lnTo>
                    <a:lnTo>
                      <a:pt x="1691" y="2714"/>
                    </a:lnTo>
                    <a:lnTo>
                      <a:pt x="1691" y="500"/>
                    </a:lnTo>
                    <a:close/>
                  </a:path>
                </a:pathLst>
              </a:custGeom>
              <a:solidFill>
                <a:srgbClr val="5F7D95"/>
              </a:solidFill>
              <a:ln>
                <a:noFill/>
              </a:ln>
            </p:spPr>
          </p:sp>
        </p:grpSp>
        <p:grpSp>
          <p:nvGrpSpPr>
            <p:cNvPr id="5880" name="Google Shape;5880;p36"/>
            <p:cNvGrpSpPr/>
            <p:nvPr/>
          </p:nvGrpSpPr>
          <p:grpSpPr>
            <a:xfrm>
              <a:off x="3849905" y="2572252"/>
              <a:ext cx="74339" cy="119559"/>
              <a:chOff x="3906325" y="1984500"/>
              <a:chExt cx="156075" cy="262825"/>
            </a:xfrm>
          </p:grpSpPr>
          <p:sp>
            <p:nvSpPr>
              <p:cNvPr id="5881" name="Google Shape;5881;p36"/>
              <p:cNvSpPr/>
              <p:nvPr/>
            </p:nvSpPr>
            <p:spPr>
              <a:xfrm>
                <a:off x="3906325" y="1984500"/>
                <a:ext cx="100825" cy="124200"/>
              </a:xfrm>
              <a:custGeom>
                <a:rect b="b" l="l" r="r" t="t"/>
                <a:pathLst>
                  <a:path extrusionOk="0" h="4968" w="4033">
                    <a:moveTo>
                      <a:pt x="2901" y="4968"/>
                    </a:moveTo>
                    <a:lnTo>
                      <a:pt x="1524" y="4673"/>
                    </a:lnTo>
                    <a:lnTo>
                      <a:pt x="0" y="1771"/>
                    </a:lnTo>
                    <a:lnTo>
                      <a:pt x="737" y="886"/>
                    </a:lnTo>
                    <a:lnTo>
                      <a:pt x="2508" y="1181"/>
                    </a:lnTo>
                    <a:lnTo>
                      <a:pt x="2655" y="345"/>
                    </a:lnTo>
                    <a:lnTo>
                      <a:pt x="3442" y="0"/>
                    </a:lnTo>
                    <a:lnTo>
                      <a:pt x="4033" y="443"/>
                    </a:lnTo>
                    <a:close/>
                  </a:path>
                </a:pathLst>
              </a:custGeom>
              <a:solidFill>
                <a:srgbClr val="5F7D95"/>
              </a:solidFill>
              <a:ln>
                <a:noFill/>
              </a:ln>
            </p:spPr>
          </p:sp>
          <p:sp>
            <p:nvSpPr>
              <p:cNvPr id="5882" name="Google Shape;5882;p36"/>
              <p:cNvSpPr/>
              <p:nvPr/>
            </p:nvSpPr>
            <p:spPr>
              <a:xfrm>
                <a:off x="3919575" y="1989950"/>
                <a:ext cx="142825" cy="257375"/>
              </a:xfrm>
              <a:custGeom>
                <a:rect b="b" l="l" r="r" t="t"/>
                <a:pathLst>
                  <a:path extrusionOk="0" h="10295" w="5713">
                    <a:moveTo>
                      <a:pt x="2867" y="0"/>
                    </a:moveTo>
                    <a:lnTo>
                      <a:pt x="2762" y="105"/>
                    </a:lnTo>
                    <a:lnTo>
                      <a:pt x="2762" y="147"/>
                    </a:lnTo>
                    <a:lnTo>
                      <a:pt x="2679" y="189"/>
                    </a:lnTo>
                    <a:lnTo>
                      <a:pt x="2532" y="147"/>
                    </a:lnTo>
                    <a:lnTo>
                      <a:pt x="2386" y="209"/>
                    </a:lnTo>
                    <a:lnTo>
                      <a:pt x="2386" y="293"/>
                    </a:lnTo>
                    <a:lnTo>
                      <a:pt x="2323" y="419"/>
                    </a:lnTo>
                    <a:lnTo>
                      <a:pt x="2239" y="461"/>
                    </a:lnTo>
                    <a:lnTo>
                      <a:pt x="2281" y="544"/>
                    </a:lnTo>
                    <a:lnTo>
                      <a:pt x="2260" y="628"/>
                    </a:lnTo>
                    <a:lnTo>
                      <a:pt x="2239" y="921"/>
                    </a:lnTo>
                    <a:lnTo>
                      <a:pt x="2281" y="1088"/>
                    </a:lnTo>
                    <a:lnTo>
                      <a:pt x="2344" y="1193"/>
                    </a:lnTo>
                    <a:lnTo>
                      <a:pt x="2281" y="1277"/>
                    </a:lnTo>
                    <a:lnTo>
                      <a:pt x="2177" y="1360"/>
                    </a:lnTo>
                    <a:lnTo>
                      <a:pt x="2072" y="1360"/>
                    </a:lnTo>
                    <a:lnTo>
                      <a:pt x="1967" y="1444"/>
                    </a:lnTo>
                    <a:lnTo>
                      <a:pt x="1905" y="1486"/>
                    </a:lnTo>
                    <a:lnTo>
                      <a:pt x="1821" y="1611"/>
                    </a:lnTo>
                    <a:lnTo>
                      <a:pt x="1674" y="1590"/>
                    </a:lnTo>
                    <a:lnTo>
                      <a:pt x="1507" y="1465"/>
                    </a:lnTo>
                    <a:lnTo>
                      <a:pt x="1381" y="1465"/>
                    </a:lnTo>
                    <a:lnTo>
                      <a:pt x="1298" y="1549"/>
                    </a:lnTo>
                    <a:lnTo>
                      <a:pt x="1151" y="1674"/>
                    </a:lnTo>
                    <a:lnTo>
                      <a:pt x="900" y="1674"/>
                    </a:lnTo>
                    <a:lnTo>
                      <a:pt x="733" y="1590"/>
                    </a:lnTo>
                    <a:lnTo>
                      <a:pt x="670" y="1465"/>
                    </a:lnTo>
                    <a:lnTo>
                      <a:pt x="607" y="1339"/>
                    </a:lnTo>
                    <a:lnTo>
                      <a:pt x="377" y="1130"/>
                    </a:lnTo>
                    <a:lnTo>
                      <a:pt x="293" y="984"/>
                    </a:lnTo>
                    <a:lnTo>
                      <a:pt x="189" y="963"/>
                    </a:lnTo>
                    <a:lnTo>
                      <a:pt x="105" y="1046"/>
                    </a:lnTo>
                    <a:lnTo>
                      <a:pt x="84" y="1151"/>
                    </a:lnTo>
                    <a:lnTo>
                      <a:pt x="105" y="1214"/>
                    </a:lnTo>
                    <a:lnTo>
                      <a:pt x="84" y="1256"/>
                    </a:lnTo>
                    <a:lnTo>
                      <a:pt x="42" y="1214"/>
                    </a:lnTo>
                    <a:lnTo>
                      <a:pt x="1" y="1256"/>
                    </a:lnTo>
                    <a:lnTo>
                      <a:pt x="105" y="1360"/>
                    </a:lnTo>
                    <a:lnTo>
                      <a:pt x="273" y="1423"/>
                    </a:lnTo>
                    <a:lnTo>
                      <a:pt x="482" y="1674"/>
                    </a:lnTo>
                    <a:lnTo>
                      <a:pt x="628" y="1779"/>
                    </a:lnTo>
                    <a:lnTo>
                      <a:pt x="879" y="1800"/>
                    </a:lnTo>
                    <a:lnTo>
                      <a:pt x="942" y="1841"/>
                    </a:lnTo>
                    <a:lnTo>
                      <a:pt x="1026" y="1883"/>
                    </a:lnTo>
                    <a:lnTo>
                      <a:pt x="1130" y="2009"/>
                    </a:lnTo>
                    <a:lnTo>
                      <a:pt x="1193" y="2113"/>
                    </a:lnTo>
                    <a:lnTo>
                      <a:pt x="1298" y="2113"/>
                    </a:lnTo>
                    <a:lnTo>
                      <a:pt x="1402" y="2239"/>
                    </a:lnTo>
                    <a:lnTo>
                      <a:pt x="1465" y="2239"/>
                    </a:lnTo>
                    <a:lnTo>
                      <a:pt x="1528" y="2323"/>
                    </a:lnTo>
                    <a:lnTo>
                      <a:pt x="1465" y="2427"/>
                    </a:lnTo>
                    <a:lnTo>
                      <a:pt x="1507" y="2574"/>
                    </a:lnTo>
                    <a:lnTo>
                      <a:pt x="1444" y="2720"/>
                    </a:lnTo>
                    <a:lnTo>
                      <a:pt x="1444" y="2825"/>
                    </a:lnTo>
                    <a:lnTo>
                      <a:pt x="1612" y="2825"/>
                    </a:lnTo>
                    <a:lnTo>
                      <a:pt x="1633" y="2950"/>
                    </a:lnTo>
                    <a:lnTo>
                      <a:pt x="1591" y="3034"/>
                    </a:lnTo>
                    <a:lnTo>
                      <a:pt x="1612" y="3181"/>
                    </a:lnTo>
                    <a:lnTo>
                      <a:pt x="1653" y="3285"/>
                    </a:lnTo>
                    <a:lnTo>
                      <a:pt x="1695" y="3494"/>
                    </a:lnTo>
                    <a:lnTo>
                      <a:pt x="1653" y="3599"/>
                    </a:lnTo>
                    <a:lnTo>
                      <a:pt x="1695" y="3683"/>
                    </a:lnTo>
                    <a:lnTo>
                      <a:pt x="1695" y="3913"/>
                    </a:lnTo>
                    <a:lnTo>
                      <a:pt x="1653" y="3997"/>
                    </a:lnTo>
                    <a:lnTo>
                      <a:pt x="1716" y="4143"/>
                    </a:lnTo>
                    <a:lnTo>
                      <a:pt x="1821" y="4185"/>
                    </a:lnTo>
                    <a:lnTo>
                      <a:pt x="1925" y="4394"/>
                    </a:lnTo>
                    <a:lnTo>
                      <a:pt x="1967" y="4478"/>
                    </a:lnTo>
                    <a:lnTo>
                      <a:pt x="1967" y="4603"/>
                    </a:lnTo>
                    <a:lnTo>
                      <a:pt x="1988" y="4645"/>
                    </a:lnTo>
                    <a:lnTo>
                      <a:pt x="2093" y="4645"/>
                    </a:lnTo>
                    <a:lnTo>
                      <a:pt x="2197" y="4750"/>
                    </a:lnTo>
                    <a:lnTo>
                      <a:pt x="2407" y="4750"/>
                    </a:lnTo>
                    <a:lnTo>
                      <a:pt x="2574" y="4875"/>
                    </a:lnTo>
                    <a:lnTo>
                      <a:pt x="2490" y="4938"/>
                    </a:lnTo>
                    <a:lnTo>
                      <a:pt x="2553" y="5022"/>
                    </a:lnTo>
                    <a:lnTo>
                      <a:pt x="2553" y="5189"/>
                    </a:lnTo>
                    <a:lnTo>
                      <a:pt x="2490" y="5231"/>
                    </a:lnTo>
                    <a:lnTo>
                      <a:pt x="2679" y="5378"/>
                    </a:lnTo>
                    <a:lnTo>
                      <a:pt x="2553" y="5357"/>
                    </a:lnTo>
                    <a:lnTo>
                      <a:pt x="2490" y="5378"/>
                    </a:lnTo>
                    <a:lnTo>
                      <a:pt x="2658" y="5524"/>
                    </a:lnTo>
                    <a:lnTo>
                      <a:pt x="2658" y="5587"/>
                    </a:lnTo>
                    <a:lnTo>
                      <a:pt x="2469" y="5482"/>
                    </a:lnTo>
                    <a:lnTo>
                      <a:pt x="2302" y="5482"/>
                    </a:lnTo>
                    <a:lnTo>
                      <a:pt x="2156" y="5587"/>
                    </a:lnTo>
                    <a:lnTo>
                      <a:pt x="2156" y="5691"/>
                    </a:lnTo>
                    <a:lnTo>
                      <a:pt x="2051" y="5796"/>
                    </a:lnTo>
                    <a:lnTo>
                      <a:pt x="2051" y="5880"/>
                    </a:lnTo>
                    <a:lnTo>
                      <a:pt x="1988" y="5901"/>
                    </a:lnTo>
                    <a:lnTo>
                      <a:pt x="1821" y="6089"/>
                    </a:lnTo>
                    <a:lnTo>
                      <a:pt x="1779" y="6277"/>
                    </a:lnTo>
                    <a:lnTo>
                      <a:pt x="1737" y="6298"/>
                    </a:lnTo>
                    <a:lnTo>
                      <a:pt x="1716" y="6256"/>
                    </a:lnTo>
                    <a:lnTo>
                      <a:pt x="1653" y="6256"/>
                    </a:lnTo>
                    <a:lnTo>
                      <a:pt x="1716" y="6361"/>
                    </a:lnTo>
                    <a:lnTo>
                      <a:pt x="1674" y="6445"/>
                    </a:lnTo>
                    <a:lnTo>
                      <a:pt x="1549" y="6445"/>
                    </a:lnTo>
                    <a:lnTo>
                      <a:pt x="1465" y="6549"/>
                    </a:lnTo>
                    <a:lnTo>
                      <a:pt x="1507" y="6717"/>
                    </a:lnTo>
                    <a:lnTo>
                      <a:pt x="1570" y="6759"/>
                    </a:lnTo>
                    <a:lnTo>
                      <a:pt x="1444" y="6717"/>
                    </a:lnTo>
                    <a:lnTo>
                      <a:pt x="1402" y="6654"/>
                    </a:lnTo>
                    <a:lnTo>
                      <a:pt x="1319" y="6696"/>
                    </a:lnTo>
                    <a:lnTo>
                      <a:pt x="1256" y="6821"/>
                    </a:lnTo>
                    <a:lnTo>
                      <a:pt x="1298" y="6884"/>
                    </a:lnTo>
                    <a:lnTo>
                      <a:pt x="1214" y="6842"/>
                    </a:lnTo>
                    <a:lnTo>
                      <a:pt x="1193" y="6905"/>
                    </a:lnTo>
                    <a:lnTo>
                      <a:pt x="1256" y="6968"/>
                    </a:lnTo>
                    <a:lnTo>
                      <a:pt x="1256" y="7031"/>
                    </a:lnTo>
                    <a:lnTo>
                      <a:pt x="1193" y="7114"/>
                    </a:lnTo>
                    <a:lnTo>
                      <a:pt x="1151" y="7156"/>
                    </a:lnTo>
                    <a:lnTo>
                      <a:pt x="1047" y="7219"/>
                    </a:lnTo>
                    <a:lnTo>
                      <a:pt x="1005" y="7177"/>
                    </a:lnTo>
                    <a:lnTo>
                      <a:pt x="984" y="7135"/>
                    </a:lnTo>
                    <a:lnTo>
                      <a:pt x="900" y="7114"/>
                    </a:lnTo>
                    <a:lnTo>
                      <a:pt x="817" y="7135"/>
                    </a:lnTo>
                    <a:lnTo>
                      <a:pt x="837" y="7240"/>
                    </a:lnTo>
                    <a:lnTo>
                      <a:pt x="796" y="7282"/>
                    </a:lnTo>
                    <a:lnTo>
                      <a:pt x="837" y="7386"/>
                    </a:lnTo>
                    <a:lnTo>
                      <a:pt x="796" y="7491"/>
                    </a:lnTo>
                    <a:lnTo>
                      <a:pt x="733" y="7533"/>
                    </a:lnTo>
                    <a:lnTo>
                      <a:pt x="691" y="7637"/>
                    </a:lnTo>
                    <a:lnTo>
                      <a:pt x="733" y="7742"/>
                    </a:lnTo>
                    <a:lnTo>
                      <a:pt x="775" y="7763"/>
                    </a:lnTo>
                    <a:lnTo>
                      <a:pt x="733" y="7867"/>
                    </a:lnTo>
                    <a:lnTo>
                      <a:pt x="775" y="7951"/>
                    </a:lnTo>
                    <a:lnTo>
                      <a:pt x="858" y="7909"/>
                    </a:lnTo>
                    <a:lnTo>
                      <a:pt x="900" y="7972"/>
                    </a:lnTo>
                    <a:lnTo>
                      <a:pt x="879" y="8098"/>
                    </a:lnTo>
                    <a:lnTo>
                      <a:pt x="837" y="8160"/>
                    </a:lnTo>
                    <a:lnTo>
                      <a:pt x="879" y="8265"/>
                    </a:lnTo>
                    <a:lnTo>
                      <a:pt x="837" y="8307"/>
                    </a:lnTo>
                    <a:lnTo>
                      <a:pt x="942" y="8495"/>
                    </a:lnTo>
                    <a:lnTo>
                      <a:pt x="1005" y="8537"/>
                    </a:lnTo>
                    <a:lnTo>
                      <a:pt x="942" y="8621"/>
                    </a:lnTo>
                    <a:lnTo>
                      <a:pt x="1026" y="8746"/>
                    </a:lnTo>
                    <a:lnTo>
                      <a:pt x="942" y="8788"/>
                    </a:lnTo>
                    <a:lnTo>
                      <a:pt x="984" y="8955"/>
                    </a:lnTo>
                    <a:lnTo>
                      <a:pt x="942" y="9039"/>
                    </a:lnTo>
                    <a:lnTo>
                      <a:pt x="942" y="9269"/>
                    </a:lnTo>
                    <a:lnTo>
                      <a:pt x="1005" y="9353"/>
                    </a:lnTo>
                    <a:lnTo>
                      <a:pt x="942" y="9479"/>
                    </a:lnTo>
                    <a:lnTo>
                      <a:pt x="942" y="9562"/>
                    </a:lnTo>
                    <a:lnTo>
                      <a:pt x="1005" y="9625"/>
                    </a:lnTo>
                    <a:lnTo>
                      <a:pt x="1151" y="9541"/>
                    </a:lnTo>
                    <a:lnTo>
                      <a:pt x="1214" y="9583"/>
                    </a:lnTo>
                    <a:lnTo>
                      <a:pt x="1235" y="9520"/>
                    </a:lnTo>
                    <a:lnTo>
                      <a:pt x="1361" y="9646"/>
                    </a:lnTo>
                    <a:lnTo>
                      <a:pt x="1444" y="9625"/>
                    </a:lnTo>
                    <a:lnTo>
                      <a:pt x="1528" y="9688"/>
                    </a:lnTo>
                    <a:lnTo>
                      <a:pt x="1674" y="9667"/>
                    </a:lnTo>
                    <a:lnTo>
                      <a:pt x="1737" y="9688"/>
                    </a:lnTo>
                    <a:lnTo>
                      <a:pt x="1674" y="9772"/>
                    </a:lnTo>
                    <a:lnTo>
                      <a:pt x="1737" y="9772"/>
                    </a:lnTo>
                    <a:lnTo>
                      <a:pt x="1863" y="9667"/>
                    </a:lnTo>
                    <a:lnTo>
                      <a:pt x="1863" y="9751"/>
                    </a:lnTo>
                    <a:lnTo>
                      <a:pt x="1779" y="9855"/>
                    </a:lnTo>
                    <a:lnTo>
                      <a:pt x="1946" y="10064"/>
                    </a:lnTo>
                    <a:lnTo>
                      <a:pt x="1967" y="10148"/>
                    </a:lnTo>
                    <a:lnTo>
                      <a:pt x="1946" y="10274"/>
                    </a:lnTo>
                    <a:lnTo>
                      <a:pt x="1967" y="10295"/>
                    </a:lnTo>
                    <a:lnTo>
                      <a:pt x="2030" y="10148"/>
                    </a:lnTo>
                    <a:lnTo>
                      <a:pt x="2114" y="10106"/>
                    </a:lnTo>
                    <a:lnTo>
                      <a:pt x="2135" y="10190"/>
                    </a:lnTo>
                    <a:lnTo>
                      <a:pt x="2239" y="10148"/>
                    </a:lnTo>
                    <a:lnTo>
                      <a:pt x="2323" y="10148"/>
                    </a:lnTo>
                    <a:lnTo>
                      <a:pt x="2490" y="10002"/>
                    </a:lnTo>
                    <a:lnTo>
                      <a:pt x="2595" y="10002"/>
                    </a:lnTo>
                    <a:lnTo>
                      <a:pt x="2825" y="9855"/>
                    </a:lnTo>
                    <a:lnTo>
                      <a:pt x="2867" y="9792"/>
                    </a:lnTo>
                    <a:lnTo>
                      <a:pt x="3014" y="9855"/>
                    </a:lnTo>
                    <a:lnTo>
                      <a:pt x="3118" y="9834"/>
                    </a:lnTo>
                    <a:lnTo>
                      <a:pt x="3223" y="9688"/>
                    </a:lnTo>
                    <a:lnTo>
                      <a:pt x="3244" y="9751"/>
                    </a:lnTo>
                    <a:lnTo>
                      <a:pt x="3202" y="9855"/>
                    </a:lnTo>
                    <a:lnTo>
                      <a:pt x="3244" y="9876"/>
                    </a:lnTo>
                    <a:lnTo>
                      <a:pt x="3306" y="9751"/>
                    </a:lnTo>
                    <a:lnTo>
                      <a:pt x="3348" y="9772"/>
                    </a:lnTo>
                    <a:lnTo>
                      <a:pt x="3306" y="9646"/>
                    </a:lnTo>
                    <a:lnTo>
                      <a:pt x="3348" y="9583"/>
                    </a:lnTo>
                    <a:lnTo>
                      <a:pt x="3411" y="9688"/>
                    </a:lnTo>
                    <a:lnTo>
                      <a:pt x="3453" y="9688"/>
                    </a:lnTo>
                    <a:lnTo>
                      <a:pt x="3495" y="9625"/>
                    </a:lnTo>
                    <a:lnTo>
                      <a:pt x="3537" y="9751"/>
                    </a:lnTo>
                    <a:lnTo>
                      <a:pt x="3620" y="9730"/>
                    </a:lnTo>
                    <a:lnTo>
                      <a:pt x="3620" y="9646"/>
                    </a:lnTo>
                    <a:lnTo>
                      <a:pt x="3662" y="9667"/>
                    </a:lnTo>
                    <a:lnTo>
                      <a:pt x="3704" y="9730"/>
                    </a:lnTo>
                    <a:lnTo>
                      <a:pt x="3767" y="9646"/>
                    </a:lnTo>
                    <a:lnTo>
                      <a:pt x="3934" y="9625"/>
                    </a:lnTo>
                    <a:lnTo>
                      <a:pt x="4018" y="9688"/>
                    </a:lnTo>
                    <a:lnTo>
                      <a:pt x="4206" y="9667"/>
                    </a:lnTo>
                    <a:lnTo>
                      <a:pt x="4206" y="9625"/>
                    </a:lnTo>
                    <a:lnTo>
                      <a:pt x="4143" y="9562"/>
                    </a:lnTo>
                    <a:lnTo>
                      <a:pt x="4206" y="9541"/>
                    </a:lnTo>
                    <a:lnTo>
                      <a:pt x="4269" y="9562"/>
                    </a:lnTo>
                    <a:lnTo>
                      <a:pt x="4311" y="9646"/>
                    </a:lnTo>
                    <a:lnTo>
                      <a:pt x="4415" y="9667"/>
                    </a:lnTo>
                    <a:lnTo>
                      <a:pt x="4457" y="9562"/>
                    </a:lnTo>
                    <a:lnTo>
                      <a:pt x="4436" y="9416"/>
                    </a:lnTo>
                    <a:lnTo>
                      <a:pt x="4687" y="9144"/>
                    </a:lnTo>
                    <a:lnTo>
                      <a:pt x="4876" y="9123"/>
                    </a:lnTo>
                    <a:lnTo>
                      <a:pt x="5043" y="8872"/>
                    </a:lnTo>
                    <a:lnTo>
                      <a:pt x="5190" y="8621"/>
                    </a:lnTo>
                    <a:lnTo>
                      <a:pt x="5315" y="8349"/>
                    </a:lnTo>
                    <a:lnTo>
                      <a:pt x="5566" y="7951"/>
                    </a:lnTo>
                    <a:lnTo>
                      <a:pt x="5713" y="7533"/>
                    </a:lnTo>
                    <a:lnTo>
                      <a:pt x="5692" y="7344"/>
                    </a:lnTo>
                    <a:lnTo>
                      <a:pt x="5420" y="7051"/>
                    </a:lnTo>
                    <a:lnTo>
                      <a:pt x="5273" y="7010"/>
                    </a:lnTo>
                    <a:lnTo>
                      <a:pt x="5001" y="6633"/>
                    </a:lnTo>
                    <a:lnTo>
                      <a:pt x="5064" y="6466"/>
                    </a:lnTo>
                    <a:lnTo>
                      <a:pt x="5169" y="6298"/>
                    </a:lnTo>
                    <a:lnTo>
                      <a:pt x="5169" y="6110"/>
                    </a:lnTo>
                    <a:lnTo>
                      <a:pt x="4980" y="5984"/>
                    </a:lnTo>
                    <a:lnTo>
                      <a:pt x="4938" y="5859"/>
                    </a:lnTo>
                    <a:lnTo>
                      <a:pt x="4938" y="5650"/>
                    </a:lnTo>
                    <a:lnTo>
                      <a:pt x="4980" y="5587"/>
                    </a:lnTo>
                    <a:lnTo>
                      <a:pt x="4938" y="5482"/>
                    </a:lnTo>
                    <a:lnTo>
                      <a:pt x="4792" y="5461"/>
                    </a:lnTo>
                    <a:lnTo>
                      <a:pt x="4729" y="5357"/>
                    </a:lnTo>
                    <a:lnTo>
                      <a:pt x="4729" y="5168"/>
                    </a:lnTo>
                    <a:lnTo>
                      <a:pt x="4792" y="5064"/>
                    </a:lnTo>
                    <a:lnTo>
                      <a:pt x="4687" y="5043"/>
                    </a:lnTo>
                    <a:lnTo>
                      <a:pt x="4687" y="4938"/>
                    </a:lnTo>
                    <a:lnTo>
                      <a:pt x="4729" y="4582"/>
                    </a:lnTo>
                    <a:lnTo>
                      <a:pt x="4834" y="4541"/>
                    </a:lnTo>
                    <a:lnTo>
                      <a:pt x="4562" y="3955"/>
                    </a:lnTo>
                    <a:lnTo>
                      <a:pt x="4332" y="3494"/>
                    </a:lnTo>
                    <a:lnTo>
                      <a:pt x="4269" y="3348"/>
                    </a:lnTo>
                    <a:lnTo>
                      <a:pt x="4143" y="3181"/>
                    </a:lnTo>
                    <a:lnTo>
                      <a:pt x="4248" y="2929"/>
                    </a:lnTo>
                    <a:lnTo>
                      <a:pt x="4353" y="2741"/>
                    </a:lnTo>
                    <a:lnTo>
                      <a:pt x="4415" y="2553"/>
                    </a:lnTo>
                    <a:lnTo>
                      <a:pt x="4332" y="2490"/>
                    </a:lnTo>
                    <a:lnTo>
                      <a:pt x="4060" y="2323"/>
                    </a:lnTo>
                    <a:lnTo>
                      <a:pt x="4018" y="2218"/>
                    </a:lnTo>
                    <a:lnTo>
                      <a:pt x="3934" y="2093"/>
                    </a:lnTo>
                    <a:lnTo>
                      <a:pt x="3767" y="2009"/>
                    </a:lnTo>
                    <a:lnTo>
                      <a:pt x="3704" y="2009"/>
                    </a:lnTo>
                    <a:lnTo>
                      <a:pt x="3599" y="1758"/>
                    </a:lnTo>
                    <a:lnTo>
                      <a:pt x="3516" y="1653"/>
                    </a:lnTo>
                    <a:lnTo>
                      <a:pt x="3558" y="1465"/>
                    </a:lnTo>
                    <a:lnTo>
                      <a:pt x="3599" y="1297"/>
                    </a:lnTo>
                    <a:lnTo>
                      <a:pt x="3495" y="1277"/>
                    </a:lnTo>
                    <a:lnTo>
                      <a:pt x="3599" y="1235"/>
                    </a:lnTo>
                    <a:lnTo>
                      <a:pt x="3746" y="1172"/>
                    </a:lnTo>
                    <a:lnTo>
                      <a:pt x="3725" y="942"/>
                    </a:lnTo>
                    <a:lnTo>
                      <a:pt x="3830" y="774"/>
                    </a:lnTo>
                    <a:lnTo>
                      <a:pt x="3850" y="649"/>
                    </a:lnTo>
                    <a:lnTo>
                      <a:pt x="3746" y="523"/>
                    </a:lnTo>
                    <a:lnTo>
                      <a:pt x="3725" y="419"/>
                    </a:lnTo>
                    <a:lnTo>
                      <a:pt x="3537" y="398"/>
                    </a:lnTo>
                    <a:lnTo>
                      <a:pt x="3411" y="335"/>
                    </a:lnTo>
                    <a:lnTo>
                      <a:pt x="3327" y="251"/>
                    </a:lnTo>
                    <a:lnTo>
                      <a:pt x="3202" y="84"/>
                    </a:lnTo>
                    <a:lnTo>
                      <a:pt x="3097" y="0"/>
                    </a:lnTo>
                    <a:close/>
                  </a:path>
                </a:pathLst>
              </a:custGeom>
              <a:solidFill>
                <a:srgbClr val="5F7D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5883" name="Google Shape;5883;p36"/>
            <p:cNvGrpSpPr/>
            <p:nvPr/>
          </p:nvGrpSpPr>
          <p:grpSpPr>
            <a:xfrm>
              <a:off x="2654821" y="2414345"/>
              <a:ext cx="667570" cy="558731"/>
              <a:chOff x="1397225" y="1637375"/>
              <a:chExt cx="1401575" cy="1228250"/>
            </a:xfrm>
          </p:grpSpPr>
          <p:sp>
            <p:nvSpPr>
              <p:cNvPr id="5884" name="Google Shape;5884;p36"/>
              <p:cNvSpPr/>
              <p:nvPr/>
            </p:nvSpPr>
            <p:spPr>
              <a:xfrm>
                <a:off x="2050925" y="2362200"/>
                <a:ext cx="747875" cy="497225"/>
              </a:xfrm>
              <a:custGeom>
                <a:rect b="b" l="l" r="r" t="t"/>
                <a:pathLst>
                  <a:path extrusionOk="0" h="19889" w="29915">
                    <a:moveTo>
                      <a:pt x="107" y="1186"/>
                    </a:moveTo>
                    <a:lnTo>
                      <a:pt x="0" y="0"/>
                    </a:lnTo>
                    <a:lnTo>
                      <a:pt x="15577" y="1563"/>
                    </a:lnTo>
                    <a:lnTo>
                      <a:pt x="26519" y="5336"/>
                    </a:lnTo>
                    <a:lnTo>
                      <a:pt x="27435" y="5444"/>
                    </a:lnTo>
                    <a:lnTo>
                      <a:pt x="28783" y="4420"/>
                    </a:lnTo>
                    <a:lnTo>
                      <a:pt x="29753" y="4527"/>
                    </a:lnTo>
                    <a:lnTo>
                      <a:pt x="29915" y="6198"/>
                    </a:lnTo>
                    <a:lnTo>
                      <a:pt x="26465" y="6899"/>
                    </a:lnTo>
                    <a:lnTo>
                      <a:pt x="11157" y="16062"/>
                    </a:lnTo>
                    <a:lnTo>
                      <a:pt x="10295" y="18649"/>
                    </a:lnTo>
                    <a:lnTo>
                      <a:pt x="10295" y="19889"/>
                    </a:lnTo>
                    <a:lnTo>
                      <a:pt x="2803" y="15846"/>
                    </a:lnTo>
                    <a:lnTo>
                      <a:pt x="1347" y="14876"/>
                    </a:lnTo>
                    <a:lnTo>
                      <a:pt x="0" y="14607"/>
                    </a:lnTo>
                    <a:lnTo>
                      <a:pt x="916" y="11642"/>
                    </a:lnTo>
                    <a:lnTo>
                      <a:pt x="1725" y="3881"/>
                    </a:lnTo>
                    <a:close/>
                  </a:path>
                </a:pathLst>
              </a:custGeom>
              <a:solidFill>
                <a:srgbClr val="5F7D95"/>
              </a:solidFill>
              <a:ln>
                <a:noFill/>
              </a:ln>
            </p:spPr>
          </p:sp>
          <p:grpSp>
            <p:nvGrpSpPr>
              <p:cNvPr id="5885" name="Google Shape;5885;p36"/>
              <p:cNvGrpSpPr/>
              <p:nvPr/>
            </p:nvGrpSpPr>
            <p:grpSpPr>
              <a:xfrm>
                <a:off x="1397225" y="1637375"/>
                <a:ext cx="1398775" cy="1228250"/>
                <a:chOff x="1397225" y="1637375"/>
                <a:chExt cx="1398775" cy="1228250"/>
              </a:xfrm>
            </p:grpSpPr>
            <p:sp>
              <p:nvSpPr>
                <p:cNvPr id="5886" name="Google Shape;5886;p36"/>
                <p:cNvSpPr/>
                <p:nvPr/>
              </p:nvSpPr>
              <p:spPr>
                <a:xfrm>
                  <a:off x="1397225" y="1637375"/>
                  <a:ext cx="692600" cy="594250"/>
                </a:xfrm>
                <a:custGeom>
                  <a:rect b="b" l="l" r="r" t="t"/>
                  <a:pathLst>
                    <a:path extrusionOk="0" h="23770" w="27704">
                      <a:moveTo>
                        <a:pt x="14864" y="15547"/>
                      </a:moveTo>
                      <a:lnTo>
                        <a:pt x="14836" y="15589"/>
                      </a:lnTo>
                      <a:lnTo>
                        <a:pt x="14836" y="15568"/>
                      </a:lnTo>
                      <a:lnTo>
                        <a:pt x="14864" y="15547"/>
                      </a:lnTo>
                      <a:close/>
                      <a:moveTo>
                        <a:pt x="19460" y="16760"/>
                      </a:moveTo>
                      <a:lnTo>
                        <a:pt x="19523" y="16823"/>
                      </a:lnTo>
                      <a:lnTo>
                        <a:pt x="19460" y="16844"/>
                      </a:lnTo>
                      <a:lnTo>
                        <a:pt x="19460" y="16760"/>
                      </a:lnTo>
                      <a:close/>
                      <a:moveTo>
                        <a:pt x="23686" y="18497"/>
                      </a:moveTo>
                      <a:lnTo>
                        <a:pt x="23624" y="18644"/>
                      </a:lnTo>
                      <a:lnTo>
                        <a:pt x="23561" y="18853"/>
                      </a:lnTo>
                      <a:lnTo>
                        <a:pt x="23582" y="19020"/>
                      </a:lnTo>
                      <a:lnTo>
                        <a:pt x="23477" y="19229"/>
                      </a:lnTo>
                      <a:lnTo>
                        <a:pt x="23477" y="19355"/>
                      </a:lnTo>
                      <a:lnTo>
                        <a:pt x="23519" y="19439"/>
                      </a:lnTo>
                      <a:lnTo>
                        <a:pt x="23393" y="19355"/>
                      </a:lnTo>
                      <a:lnTo>
                        <a:pt x="23393" y="19543"/>
                      </a:lnTo>
                      <a:lnTo>
                        <a:pt x="23393" y="19564"/>
                      </a:lnTo>
                      <a:cubicBezTo>
                        <a:pt x="23352" y="19648"/>
                        <a:pt x="23310" y="19753"/>
                        <a:pt x="23310" y="19836"/>
                      </a:cubicBezTo>
                      <a:lnTo>
                        <a:pt x="23310" y="19962"/>
                      </a:lnTo>
                      <a:lnTo>
                        <a:pt x="23289" y="19941"/>
                      </a:lnTo>
                      <a:lnTo>
                        <a:pt x="23289" y="19836"/>
                      </a:lnTo>
                      <a:lnTo>
                        <a:pt x="23258" y="19791"/>
                      </a:lnTo>
                      <a:lnTo>
                        <a:pt x="23268" y="19773"/>
                      </a:lnTo>
                      <a:lnTo>
                        <a:pt x="23268" y="19627"/>
                      </a:lnTo>
                      <a:lnTo>
                        <a:pt x="23331" y="19543"/>
                      </a:lnTo>
                      <a:lnTo>
                        <a:pt x="23352" y="19250"/>
                      </a:lnTo>
                      <a:lnTo>
                        <a:pt x="23435" y="19020"/>
                      </a:lnTo>
                      <a:lnTo>
                        <a:pt x="23435" y="18790"/>
                      </a:lnTo>
                      <a:lnTo>
                        <a:pt x="23414" y="18623"/>
                      </a:lnTo>
                      <a:lnTo>
                        <a:pt x="23352" y="18539"/>
                      </a:lnTo>
                      <a:lnTo>
                        <a:pt x="23352" y="18518"/>
                      </a:lnTo>
                      <a:lnTo>
                        <a:pt x="23414" y="18539"/>
                      </a:lnTo>
                      <a:lnTo>
                        <a:pt x="23456" y="18685"/>
                      </a:lnTo>
                      <a:lnTo>
                        <a:pt x="23519" y="18706"/>
                      </a:lnTo>
                      <a:lnTo>
                        <a:pt x="23561" y="18581"/>
                      </a:lnTo>
                      <a:lnTo>
                        <a:pt x="23686" y="18497"/>
                      </a:lnTo>
                      <a:close/>
                      <a:moveTo>
                        <a:pt x="23204" y="19889"/>
                      </a:moveTo>
                      <a:lnTo>
                        <a:pt x="23184" y="19941"/>
                      </a:lnTo>
                      <a:lnTo>
                        <a:pt x="23142" y="20297"/>
                      </a:lnTo>
                      <a:lnTo>
                        <a:pt x="23038" y="20464"/>
                      </a:lnTo>
                      <a:lnTo>
                        <a:pt x="23017" y="20631"/>
                      </a:lnTo>
                      <a:lnTo>
                        <a:pt x="23121" y="20694"/>
                      </a:lnTo>
                      <a:lnTo>
                        <a:pt x="23080" y="20778"/>
                      </a:lnTo>
                      <a:lnTo>
                        <a:pt x="23121" y="20841"/>
                      </a:lnTo>
                      <a:lnTo>
                        <a:pt x="22996" y="20841"/>
                      </a:lnTo>
                      <a:lnTo>
                        <a:pt x="22912" y="20924"/>
                      </a:lnTo>
                      <a:lnTo>
                        <a:pt x="22912" y="21050"/>
                      </a:lnTo>
                      <a:cubicBezTo>
                        <a:pt x="22891" y="21050"/>
                        <a:pt x="22870" y="21092"/>
                        <a:pt x="22870" y="21134"/>
                      </a:cubicBezTo>
                      <a:lnTo>
                        <a:pt x="22870" y="21154"/>
                      </a:lnTo>
                      <a:lnTo>
                        <a:pt x="22847" y="21178"/>
                      </a:lnTo>
                      <a:lnTo>
                        <a:pt x="22847" y="21178"/>
                      </a:lnTo>
                      <a:lnTo>
                        <a:pt x="22849" y="21154"/>
                      </a:lnTo>
                      <a:lnTo>
                        <a:pt x="22849" y="20945"/>
                      </a:lnTo>
                      <a:lnTo>
                        <a:pt x="22828" y="20882"/>
                      </a:lnTo>
                      <a:cubicBezTo>
                        <a:pt x="22828" y="20820"/>
                        <a:pt x="22849" y="20778"/>
                        <a:pt x="22849" y="20736"/>
                      </a:cubicBezTo>
                      <a:lnTo>
                        <a:pt x="22891" y="20778"/>
                      </a:lnTo>
                      <a:lnTo>
                        <a:pt x="22954" y="20778"/>
                      </a:lnTo>
                      <a:lnTo>
                        <a:pt x="22954" y="20610"/>
                      </a:lnTo>
                      <a:lnTo>
                        <a:pt x="23017" y="20569"/>
                      </a:lnTo>
                      <a:lnTo>
                        <a:pt x="22954" y="20485"/>
                      </a:lnTo>
                      <a:lnTo>
                        <a:pt x="22828" y="20464"/>
                      </a:lnTo>
                      <a:lnTo>
                        <a:pt x="22828" y="20380"/>
                      </a:lnTo>
                      <a:lnTo>
                        <a:pt x="22703" y="20150"/>
                      </a:lnTo>
                      <a:lnTo>
                        <a:pt x="22703" y="20108"/>
                      </a:lnTo>
                      <a:lnTo>
                        <a:pt x="22828" y="20255"/>
                      </a:lnTo>
                      <a:lnTo>
                        <a:pt x="22912" y="20380"/>
                      </a:lnTo>
                      <a:lnTo>
                        <a:pt x="22996" y="20401"/>
                      </a:lnTo>
                      <a:lnTo>
                        <a:pt x="23038" y="20359"/>
                      </a:lnTo>
                      <a:lnTo>
                        <a:pt x="23017" y="20276"/>
                      </a:lnTo>
                      <a:lnTo>
                        <a:pt x="23121" y="20255"/>
                      </a:lnTo>
                      <a:lnTo>
                        <a:pt x="23121" y="20171"/>
                      </a:lnTo>
                      <a:lnTo>
                        <a:pt x="23059" y="20108"/>
                      </a:lnTo>
                      <a:cubicBezTo>
                        <a:pt x="23101" y="20066"/>
                        <a:pt x="23121" y="19983"/>
                        <a:pt x="23142" y="19941"/>
                      </a:cubicBezTo>
                      <a:lnTo>
                        <a:pt x="23163" y="19962"/>
                      </a:lnTo>
                      <a:lnTo>
                        <a:pt x="23204" y="19889"/>
                      </a:lnTo>
                      <a:close/>
                      <a:moveTo>
                        <a:pt x="23519" y="19836"/>
                      </a:moveTo>
                      <a:lnTo>
                        <a:pt x="23540" y="19962"/>
                      </a:lnTo>
                      <a:lnTo>
                        <a:pt x="23582" y="19962"/>
                      </a:lnTo>
                      <a:lnTo>
                        <a:pt x="23582" y="20087"/>
                      </a:lnTo>
                      <a:lnTo>
                        <a:pt x="23665" y="20171"/>
                      </a:lnTo>
                      <a:lnTo>
                        <a:pt x="23728" y="20108"/>
                      </a:lnTo>
                      <a:lnTo>
                        <a:pt x="23770" y="20150"/>
                      </a:lnTo>
                      <a:lnTo>
                        <a:pt x="23875" y="20087"/>
                      </a:lnTo>
                      <a:lnTo>
                        <a:pt x="24021" y="20087"/>
                      </a:lnTo>
                      <a:lnTo>
                        <a:pt x="24021" y="20108"/>
                      </a:lnTo>
                      <a:lnTo>
                        <a:pt x="23854" y="20213"/>
                      </a:lnTo>
                      <a:lnTo>
                        <a:pt x="23812" y="20255"/>
                      </a:lnTo>
                      <a:lnTo>
                        <a:pt x="23812" y="20297"/>
                      </a:lnTo>
                      <a:lnTo>
                        <a:pt x="23875" y="20359"/>
                      </a:lnTo>
                      <a:lnTo>
                        <a:pt x="23854" y="20401"/>
                      </a:lnTo>
                      <a:lnTo>
                        <a:pt x="23770" y="20401"/>
                      </a:lnTo>
                      <a:lnTo>
                        <a:pt x="23770" y="20464"/>
                      </a:lnTo>
                      <a:lnTo>
                        <a:pt x="23854" y="20590"/>
                      </a:lnTo>
                      <a:lnTo>
                        <a:pt x="23854" y="20694"/>
                      </a:lnTo>
                      <a:lnTo>
                        <a:pt x="23812" y="20715"/>
                      </a:lnTo>
                      <a:lnTo>
                        <a:pt x="23728" y="20631"/>
                      </a:lnTo>
                      <a:lnTo>
                        <a:pt x="23665" y="20548"/>
                      </a:lnTo>
                      <a:lnTo>
                        <a:pt x="23645" y="20610"/>
                      </a:lnTo>
                      <a:lnTo>
                        <a:pt x="23665" y="20694"/>
                      </a:lnTo>
                      <a:lnTo>
                        <a:pt x="23624" y="20757"/>
                      </a:lnTo>
                      <a:lnTo>
                        <a:pt x="23624" y="20903"/>
                      </a:lnTo>
                      <a:lnTo>
                        <a:pt x="23645" y="20924"/>
                      </a:lnTo>
                      <a:cubicBezTo>
                        <a:pt x="23629" y="20919"/>
                        <a:pt x="23614" y="20916"/>
                        <a:pt x="23601" y="20916"/>
                      </a:cubicBezTo>
                      <a:cubicBezTo>
                        <a:pt x="23562" y="20916"/>
                        <a:pt x="23535" y="20940"/>
                        <a:pt x="23519" y="20987"/>
                      </a:cubicBezTo>
                      <a:cubicBezTo>
                        <a:pt x="23456" y="21071"/>
                        <a:pt x="23414" y="21154"/>
                        <a:pt x="23373" y="21259"/>
                      </a:cubicBezTo>
                      <a:lnTo>
                        <a:pt x="23268" y="21154"/>
                      </a:lnTo>
                      <a:lnTo>
                        <a:pt x="23121" y="21154"/>
                      </a:lnTo>
                      <a:lnTo>
                        <a:pt x="23121" y="21238"/>
                      </a:lnTo>
                      <a:lnTo>
                        <a:pt x="23163" y="21322"/>
                      </a:lnTo>
                      <a:lnTo>
                        <a:pt x="23142" y="21426"/>
                      </a:lnTo>
                      <a:lnTo>
                        <a:pt x="23247" y="21468"/>
                      </a:lnTo>
                      <a:lnTo>
                        <a:pt x="23205" y="21552"/>
                      </a:lnTo>
                      <a:lnTo>
                        <a:pt x="23121" y="21552"/>
                      </a:lnTo>
                      <a:lnTo>
                        <a:pt x="23101" y="21531"/>
                      </a:lnTo>
                      <a:lnTo>
                        <a:pt x="23038" y="21615"/>
                      </a:lnTo>
                      <a:lnTo>
                        <a:pt x="23038" y="21531"/>
                      </a:lnTo>
                      <a:lnTo>
                        <a:pt x="23101" y="21447"/>
                      </a:lnTo>
                      <a:lnTo>
                        <a:pt x="22996" y="21322"/>
                      </a:lnTo>
                      <a:cubicBezTo>
                        <a:pt x="22996" y="21259"/>
                        <a:pt x="22996" y="21196"/>
                        <a:pt x="23017" y="21134"/>
                      </a:cubicBezTo>
                      <a:lnTo>
                        <a:pt x="23163" y="21050"/>
                      </a:lnTo>
                      <a:lnTo>
                        <a:pt x="23205" y="20882"/>
                      </a:lnTo>
                      <a:lnTo>
                        <a:pt x="23268" y="20903"/>
                      </a:lnTo>
                      <a:lnTo>
                        <a:pt x="23331" y="20841"/>
                      </a:lnTo>
                      <a:lnTo>
                        <a:pt x="23331" y="20736"/>
                      </a:lnTo>
                      <a:lnTo>
                        <a:pt x="23352" y="20673"/>
                      </a:lnTo>
                      <a:lnTo>
                        <a:pt x="23352" y="20276"/>
                      </a:lnTo>
                      <a:lnTo>
                        <a:pt x="23373" y="20171"/>
                      </a:lnTo>
                      <a:lnTo>
                        <a:pt x="23435" y="20401"/>
                      </a:lnTo>
                      <a:lnTo>
                        <a:pt x="23414" y="20673"/>
                      </a:lnTo>
                      <a:lnTo>
                        <a:pt x="23456" y="20694"/>
                      </a:lnTo>
                      <a:lnTo>
                        <a:pt x="23540" y="20527"/>
                      </a:lnTo>
                      <a:lnTo>
                        <a:pt x="23519" y="20108"/>
                      </a:lnTo>
                      <a:lnTo>
                        <a:pt x="23435" y="20004"/>
                      </a:lnTo>
                      <a:cubicBezTo>
                        <a:pt x="23456" y="19983"/>
                        <a:pt x="23456" y="19941"/>
                        <a:pt x="23498" y="19899"/>
                      </a:cubicBezTo>
                      <a:cubicBezTo>
                        <a:pt x="23519" y="19878"/>
                        <a:pt x="23519" y="19857"/>
                        <a:pt x="23519" y="19836"/>
                      </a:cubicBezTo>
                      <a:close/>
                      <a:moveTo>
                        <a:pt x="22808" y="1"/>
                      </a:moveTo>
                      <a:lnTo>
                        <a:pt x="22598" y="105"/>
                      </a:lnTo>
                      <a:lnTo>
                        <a:pt x="22556" y="168"/>
                      </a:lnTo>
                      <a:lnTo>
                        <a:pt x="22389" y="168"/>
                      </a:lnTo>
                      <a:lnTo>
                        <a:pt x="22264" y="231"/>
                      </a:lnTo>
                      <a:lnTo>
                        <a:pt x="22033" y="440"/>
                      </a:lnTo>
                      <a:lnTo>
                        <a:pt x="21866" y="503"/>
                      </a:lnTo>
                      <a:lnTo>
                        <a:pt x="21615" y="503"/>
                      </a:lnTo>
                      <a:lnTo>
                        <a:pt x="21448" y="398"/>
                      </a:lnTo>
                      <a:lnTo>
                        <a:pt x="21406" y="335"/>
                      </a:lnTo>
                      <a:lnTo>
                        <a:pt x="21406" y="398"/>
                      </a:lnTo>
                      <a:lnTo>
                        <a:pt x="21322" y="398"/>
                      </a:lnTo>
                      <a:lnTo>
                        <a:pt x="21217" y="294"/>
                      </a:lnTo>
                      <a:lnTo>
                        <a:pt x="21113" y="335"/>
                      </a:lnTo>
                      <a:lnTo>
                        <a:pt x="21092" y="419"/>
                      </a:lnTo>
                      <a:lnTo>
                        <a:pt x="21029" y="419"/>
                      </a:lnTo>
                      <a:lnTo>
                        <a:pt x="21008" y="335"/>
                      </a:lnTo>
                      <a:lnTo>
                        <a:pt x="21029" y="273"/>
                      </a:lnTo>
                      <a:lnTo>
                        <a:pt x="21134" y="210"/>
                      </a:lnTo>
                      <a:lnTo>
                        <a:pt x="21092" y="168"/>
                      </a:lnTo>
                      <a:lnTo>
                        <a:pt x="20945" y="210"/>
                      </a:lnTo>
                      <a:lnTo>
                        <a:pt x="20736" y="315"/>
                      </a:lnTo>
                      <a:lnTo>
                        <a:pt x="20590" y="398"/>
                      </a:lnTo>
                      <a:lnTo>
                        <a:pt x="20527" y="524"/>
                      </a:lnTo>
                      <a:lnTo>
                        <a:pt x="20569" y="628"/>
                      </a:lnTo>
                      <a:lnTo>
                        <a:pt x="20694" y="649"/>
                      </a:lnTo>
                      <a:lnTo>
                        <a:pt x="20611" y="733"/>
                      </a:lnTo>
                      <a:lnTo>
                        <a:pt x="20255" y="733"/>
                      </a:lnTo>
                      <a:lnTo>
                        <a:pt x="20088" y="859"/>
                      </a:lnTo>
                      <a:lnTo>
                        <a:pt x="19983" y="1131"/>
                      </a:lnTo>
                      <a:lnTo>
                        <a:pt x="19941" y="1319"/>
                      </a:lnTo>
                      <a:lnTo>
                        <a:pt x="19878" y="1319"/>
                      </a:lnTo>
                      <a:lnTo>
                        <a:pt x="19857" y="1256"/>
                      </a:lnTo>
                      <a:lnTo>
                        <a:pt x="19878" y="1068"/>
                      </a:lnTo>
                      <a:lnTo>
                        <a:pt x="20025" y="817"/>
                      </a:lnTo>
                      <a:lnTo>
                        <a:pt x="20025" y="733"/>
                      </a:lnTo>
                      <a:lnTo>
                        <a:pt x="19983" y="733"/>
                      </a:lnTo>
                      <a:lnTo>
                        <a:pt x="19732" y="1047"/>
                      </a:lnTo>
                      <a:lnTo>
                        <a:pt x="19585" y="1047"/>
                      </a:lnTo>
                      <a:lnTo>
                        <a:pt x="19523" y="1026"/>
                      </a:lnTo>
                      <a:lnTo>
                        <a:pt x="19439" y="921"/>
                      </a:lnTo>
                      <a:lnTo>
                        <a:pt x="19313" y="900"/>
                      </a:lnTo>
                      <a:lnTo>
                        <a:pt x="19230" y="900"/>
                      </a:lnTo>
                      <a:lnTo>
                        <a:pt x="19230" y="942"/>
                      </a:lnTo>
                      <a:lnTo>
                        <a:pt x="19418" y="1026"/>
                      </a:lnTo>
                      <a:lnTo>
                        <a:pt x="19460" y="1110"/>
                      </a:lnTo>
                      <a:lnTo>
                        <a:pt x="19418" y="1131"/>
                      </a:lnTo>
                      <a:lnTo>
                        <a:pt x="19251" y="1068"/>
                      </a:lnTo>
                      <a:lnTo>
                        <a:pt x="19062" y="1047"/>
                      </a:lnTo>
                      <a:lnTo>
                        <a:pt x="18832" y="1151"/>
                      </a:lnTo>
                      <a:lnTo>
                        <a:pt x="18539" y="1423"/>
                      </a:lnTo>
                      <a:lnTo>
                        <a:pt x="18204" y="1570"/>
                      </a:lnTo>
                      <a:lnTo>
                        <a:pt x="17974" y="1758"/>
                      </a:lnTo>
                      <a:lnTo>
                        <a:pt x="17744" y="1967"/>
                      </a:lnTo>
                      <a:lnTo>
                        <a:pt x="17451" y="2219"/>
                      </a:lnTo>
                      <a:lnTo>
                        <a:pt x="17263" y="2302"/>
                      </a:lnTo>
                      <a:lnTo>
                        <a:pt x="17158" y="2323"/>
                      </a:lnTo>
                      <a:lnTo>
                        <a:pt x="17012" y="2428"/>
                      </a:lnTo>
                      <a:lnTo>
                        <a:pt x="16865" y="2428"/>
                      </a:lnTo>
                      <a:lnTo>
                        <a:pt x="16698" y="2574"/>
                      </a:lnTo>
                      <a:lnTo>
                        <a:pt x="16510" y="2574"/>
                      </a:lnTo>
                      <a:lnTo>
                        <a:pt x="16426" y="2491"/>
                      </a:lnTo>
                      <a:lnTo>
                        <a:pt x="16238" y="2470"/>
                      </a:lnTo>
                      <a:lnTo>
                        <a:pt x="16091" y="2365"/>
                      </a:lnTo>
                      <a:lnTo>
                        <a:pt x="15986" y="2302"/>
                      </a:lnTo>
                      <a:lnTo>
                        <a:pt x="15798" y="2219"/>
                      </a:lnTo>
                      <a:lnTo>
                        <a:pt x="15714" y="2260"/>
                      </a:lnTo>
                      <a:lnTo>
                        <a:pt x="15589" y="2386"/>
                      </a:lnTo>
                      <a:lnTo>
                        <a:pt x="15380" y="2595"/>
                      </a:lnTo>
                      <a:lnTo>
                        <a:pt x="15338" y="2721"/>
                      </a:lnTo>
                      <a:lnTo>
                        <a:pt x="15233" y="2825"/>
                      </a:lnTo>
                      <a:lnTo>
                        <a:pt x="15170" y="2951"/>
                      </a:lnTo>
                      <a:lnTo>
                        <a:pt x="15087" y="2951"/>
                      </a:lnTo>
                      <a:lnTo>
                        <a:pt x="15024" y="2909"/>
                      </a:lnTo>
                      <a:lnTo>
                        <a:pt x="14940" y="2951"/>
                      </a:lnTo>
                      <a:lnTo>
                        <a:pt x="15045" y="3202"/>
                      </a:lnTo>
                      <a:lnTo>
                        <a:pt x="15170" y="3683"/>
                      </a:lnTo>
                      <a:lnTo>
                        <a:pt x="15296" y="4081"/>
                      </a:lnTo>
                      <a:lnTo>
                        <a:pt x="15359" y="4416"/>
                      </a:lnTo>
                      <a:lnTo>
                        <a:pt x="15338" y="4729"/>
                      </a:lnTo>
                      <a:lnTo>
                        <a:pt x="15191" y="4980"/>
                      </a:lnTo>
                      <a:lnTo>
                        <a:pt x="15087" y="5127"/>
                      </a:lnTo>
                      <a:lnTo>
                        <a:pt x="15087" y="5190"/>
                      </a:lnTo>
                      <a:lnTo>
                        <a:pt x="15296" y="5441"/>
                      </a:lnTo>
                      <a:lnTo>
                        <a:pt x="15442" y="5504"/>
                      </a:lnTo>
                      <a:lnTo>
                        <a:pt x="15442" y="5357"/>
                      </a:lnTo>
                      <a:lnTo>
                        <a:pt x="15484" y="5420"/>
                      </a:lnTo>
                      <a:lnTo>
                        <a:pt x="15589" y="5357"/>
                      </a:lnTo>
                      <a:lnTo>
                        <a:pt x="15673" y="5357"/>
                      </a:lnTo>
                      <a:lnTo>
                        <a:pt x="15589" y="5441"/>
                      </a:lnTo>
                      <a:lnTo>
                        <a:pt x="15589" y="5525"/>
                      </a:lnTo>
                      <a:lnTo>
                        <a:pt x="15882" y="5755"/>
                      </a:lnTo>
                      <a:lnTo>
                        <a:pt x="15798" y="5817"/>
                      </a:lnTo>
                      <a:lnTo>
                        <a:pt x="15673" y="5776"/>
                      </a:lnTo>
                      <a:lnTo>
                        <a:pt x="15652" y="5859"/>
                      </a:lnTo>
                      <a:lnTo>
                        <a:pt x="15610" y="6152"/>
                      </a:lnTo>
                      <a:lnTo>
                        <a:pt x="15610" y="6278"/>
                      </a:lnTo>
                      <a:lnTo>
                        <a:pt x="15673" y="6341"/>
                      </a:lnTo>
                      <a:lnTo>
                        <a:pt x="15756" y="6257"/>
                      </a:lnTo>
                      <a:lnTo>
                        <a:pt x="15882" y="6236"/>
                      </a:lnTo>
                      <a:lnTo>
                        <a:pt x="15986" y="6278"/>
                      </a:lnTo>
                      <a:lnTo>
                        <a:pt x="16028" y="6361"/>
                      </a:lnTo>
                      <a:lnTo>
                        <a:pt x="16196" y="6299"/>
                      </a:lnTo>
                      <a:lnTo>
                        <a:pt x="16384" y="6361"/>
                      </a:lnTo>
                      <a:lnTo>
                        <a:pt x="16530" y="6445"/>
                      </a:lnTo>
                      <a:lnTo>
                        <a:pt x="16384" y="6508"/>
                      </a:lnTo>
                      <a:lnTo>
                        <a:pt x="16405" y="6654"/>
                      </a:lnTo>
                      <a:lnTo>
                        <a:pt x="16384" y="6759"/>
                      </a:lnTo>
                      <a:lnTo>
                        <a:pt x="16196" y="6780"/>
                      </a:lnTo>
                      <a:lnTo>
                        <a:pt x="16217" y="6696"/>
                      </a:lnTo>
                      <a:lnTo>
                        <a:pt x="16112" y="6613"/>
                      </a:lnTo>
                      <a:lnTo>
                        <a:pt x="16028" y="6675"/>
                      </a:lnTo>
                      <a:lnTo>
                        <a:pt x="15882" y="6654"/>
                      </a:lnTo>
                      <a:lnTo>
                        <a:pt x="15819" y="6592"/>
                      </a:lnTo>
                      <a:lnTo>
                        <a:pt x="15777" y="6445"/>
                      </a:lnTo>
                      <a:lnTo>
                        <a:pt x="15673" y="6403"/>
                      </a:lnTo>
                      <a:lnTo>
                        <a:pt x="15610" y="6403"/>
                      </a:lnTo>
                      <a:lnTo>
                        <a:pt x="15484" y="6299"/>
                      </a:lnTo>
                      <a:lnTo>
                        <a:pt x="15505" y="6131"/>
                      </a:lnTo>
                      <a:lnTo>
                        <a:pt x="15652" y="5776"/>
                      </a:lnTo>
                      <a:lnTo>
                        <a:pt x="15610" y="5671"/>
                      </a:lnTo>
                      <a:lnTo>
                        <a:pt x="15568" y="5671"/>
                      </a:lnTo>
                      <a:lnTo>
                        <a:pt x="15463" y="5776"/>
                      </a:lnTo>
                      <a:lnTo>
                        <a:pt x="15463" y="6131"/>
                      </a:lnTo>
                      <a:lnTo>
                        <a:pt x="15401" y="6341"/>
                      </a:lnTo>
                      <a:lnTo>
                        <a:pt x="15296" y="6445"/>
                      </a:lnTo>
                      <a:lnTo>
                        <a:pt x="15296" y="6508"/>
                      </a:lnTo>
                      <a:lnTo>
                        <a:pt x="15380" y="6382"/>
                      </a:lnTo>
                      <a:lnTo>
                        <a:pt x="15463" y="6382"/>
                      </a:lnTo>
                      <a:lnTo>
                        <a:pt x="15505" y="6445"/>
                      </a:lnTo>
                      <a:lnTo>
                        <a:pt x="15652" y="6445"/>
                      </a:lnTo>
                      <a:lnTo>
                        <a:pt x="15694" y="6571"/>
                      </a:lnTo>
                      <a:lnTo>
                        <a:pt x="15694" y="6780"/>
                      </a:lnTo>
                      <a:lnTo>
                        <a:pt x="15589" y="6905"/>
                      </a:lnTo>
                      <a:lnTo>
                        <a:pt x="15442" y="6968"/>
                      </a:lnTo>
                      <a:lnTo>
                        <a:pt x="15442" y="6968"/>
                      </a:lnTo>
                      <a:lnTo>
                        <a:pt x="15589" y="6780"/>
                      </a:lnTo>
                      <a:lnTo>
                        <a:pt x="15589" y="6696"/>
                      </a:lnTo>
                      <a:lnTo>
                        <a:pt x="15505" y="6675"/>
                      </a:lnTo>
                      <a:lnTo>
                        <a:pt x="15463" y="6613"/>
                      </a:lnTo>
                      <a:lnTo>
                        <a:pt x="15380" y="6675"/>
                      </a:lnTo>
                      <a:lnTo>
                        <a:pt x="15191" y="6801"/>
                      </a:lnTo>
                      <a:lnTo>
                        <a:pt x="15191" y="6905"/>
                      </a:lnTo>
                      <a:lnTo>
                        <a:pt x="15087" y="6926"/>
                      </a:lnTo>
                      <a:lnTo>
                        <a:pt x="14982" y="6989"/>
                      </a:lnTo>
                      <a:lnTo>
                        <a:pt x="14961" y="6885"/>
                      </a:lnTo>
                      <a:lnTo>
                        <a:pt x="14898" y="6864"/>
                      </a:lnTo>
                      <a:lnTo>
                        <a:pt x="14752" y="6864"/>
                      </a:lnTo>
                      <a:lnTo>
                        <a:pt x="14668" y="6822"/>
                      </a:lnTo>
                      <a:lnTo>
                        <a:pt x="14647" y="6696"/>
                      </a:lnTo>
                      <a:lnTo>
                        <a:pt x="14564" y="6675"/>
                      </a:lnTo>
                      <a:lnTo>
                        <a:pt x="14522" y="6696"/>
                      </a:lnTo>
                      <a:lnTo>
                        <a:pt x="14417" y="6696"/>
                      </a:lnTo>
                      <a:lnTo>
                        <a:pt x="14417" y="6613"/>
                      </a:lnTo>
                      <a:lnTo>
                        <a:pt x="14334" y="6571"/>
                      </a:lnTo>
                      <a:lnTo>
                        <a:pt x="14250" y="6613"/>
                      </a:lnTo>
                      <a:lnTo>
                        <a:pt x="14208" y="6613"/>
                      </a:lnTo>
                      <a:lnTo>
                        <a:pt x="14208" y="6487"/>
                      </a:lnTo>
                      <a:lnTo>
                        <a:pt x="14145" y="6403"/>
                      </a:lnTo>
                      <a:lnTo>
                        <a:pt x="14145" y="6341"/>
                      </a:lnTo>
                      <a:lnTo>
                        <a:pt x="14250" y="6299"/>
                      </a:lnTo>
                      <a:lnTo>
                        <a:pt x="14396" y="6131"/>
                      </a:lnTo>
                      <a:lnTo>
                        <a:pt x="14459" y="6131"/>
                      </a:lnTo>
                      <a:lnTo>
                        <a:pt x="14543" y="6048"/>
                      </a:lnTo>
                      <a:lnTo>
                        <a:pt x="14543" y="5964"/>
                      </a:lnTo>
                      <a:lnTo>
                        <a:pt x="14396" y="5817"/>
                      </a:lnTo>
                      <a:lnTo>
                        <a:pt x="14313" y="5755"/>
                      </a:lnTo>
                      <a:lnTo>
                        <a:pt x="14208" y="5755"/>
                      </a:lnTo>
                      <a:lnTo>
                        <a:pt x="14020" y="5859"/>
                      </a:lnTo>
                      <a:lnTo>
                        <a:pt x="13915" y="5859"/>
                      </a:lnTo>
                      <a:lnTo>
                        <a:pt x="13810" y="5776"/>
                      </a:lnTo>
                      <a:lnTo>
                        <a:pt x="13706" y="5776"/>
                      </a:lnTo>
                      <a:lnTo>
                        <a:pt x="13371" y="5922"/>
                      </a:lnTo>
                      <a:lnTo>
                        <a:pt x="13329" y="5964"/>
                      </a:lnTo>
                      <a:lnTo>
                        <a:pt x="13392" y="6027"/>
                      </a:lnTo>
                      <a:lnTo>
                        <a:pt x="13517" y="6131"/>
                      </a:lnTo>
                      <a:lnTo>
                        <a:pt x="13497" y="6152"/>
                      </a:lnTo>
                      <a:lnTo>
                        <a:pt x="13392" y="6131"/>
                      </a:lnTo>
                      <a:lnTo>
                        <a:pt x="13287" y="6131"/>
                      </a:lnTo>
                      <a:lnTo>
                        <a:pt x="13225" y="6069"/>
                      </a:lnTo>
                      <a:lnTo>
                        <a:pt x="13120" y="6048"/>
                      </a:lnTo>
                      <a:lnTo>
                        <a:pt x="12911" y="6027"/>
                      </a:lnTo>
                      <a:lnTo>
                        <a:pt x="12701" y="6048"/>
                      </a:lnTo>
                      <a:lnTo>
                        <a:pt x="12639" y="6089"/>
                      </a:lnTo>
                      <a:lnTo>
                        <a:pt x="12639" y="6152"/>
                      </a:lnTo>
                      <a:lnTo>
                        <a:pt x="12534" y="6152"/>
                      </a:lnTo>
                      <a:lnTo>
                        <a:pt x="12492" y="6131"/>
                      </a:lnTo>
                      <a:lnTo>
                        <a:pt x="12429" y="6131"/>
                      </a:lnTo>
                      <a:lnTo>
                        <a:pt x="12262" y="6236"/>
                      </a:lnTo>
                      <a:lnTo>
                        <a:pt x="12262" y="6278"/>
                      </a:lnTo>
                      <a:lnTo>
                        <a:pt x="12178" y="6299"/>
                      </a:lnTo>
                      <a:lnTo>
                        <a:pt x="12011" y="6382"/>
                      </a:lnTo>
                      <a:lnTo>
                        <a:pt x="11865" y="6466"/>
                      </a:lnTo>
                      <a:lnTo>
                        <a:pt x="11802" y="6466"/>
                      </a:lnTo>
                      <a:lnTo>
                        <a:pt x="11823" y="6403"/>
                      </a:lnTo>
                      <a:lnTo>
                        <a:pt x="11844" y="6341"/>
                      </a:lnTo>
                      <a:lnTo>
                        <a:pt x="11739" y="6382"/>
                      </a:lnTo>
                      <a:lnTo>
                        <a:pt x="11634" y="6508"/>
                      </a:lnTo>
                      <a:lnTo>
                        <a:pt x="11634" y="6571"/>
                      </a:lnTo>
                      <a:lnTo>
                        <a:pt x="11802" y="6759"/>
                      </a:lnTo>
                      <a:lnTo>
                        <a:pt x="11948" y="6989"/>
                      </a:lnTo>
                      <a:lnTo>
                        <a:pt x="12116" y="7031"/>
                      </a:lnTo>
                      <a:lnTo>
                        <a:pt x="12241" y="7198"/>
                      </a:lnTo>
                      <a:lnTo>
                        <a:pt x="12367" y="7282"/>
                      </a:lnTo>
                      <a:lnTo>
                        <a:pt x="12429" y="7408"/>
                      </a:lnTo>
                      <a:lnTo>
                        <a:pt x="12534" y="7429"/>
                      </a:lnTo>
                      <a:lnTo>
                        <a:pt x="12660" y="7512"/>
                      </a:lnTo>
                      <a:lnTo>
                        <a:pt x="12597" y="7533"/>
                      </a:lnTo>
                      <a:lnTo>
                        <a:pt x="12429" y="7533"/>
                      </a:lnTo>
                      <a:lnTo>
                        <a:pt x="12388" y="7429"/>
                      </a:lnTo>
                      <a:lnTo>
                        <a:pt x="12262" y="7324"/>
                      </a:lnTo>
                      <a:lnTo>
                        <a:pt x="12178" y="7282"/>
                      </a:lnTo>
                      <a:lnTo>
                        <a:pt x="12137" y="7282"/>
                      </a:lnTo>
                      <a:lnTo>
                        <a:pt x="12011" y="7408"/>
                      </a:lnTo>
                      <a:lnTo>
                        <a:pt x="11885" y="7408"/>
                      </a:lnTo>
                      <a:lnTo>
                        <a:pt x="11802" y="7303"/>
                      </a:lnTo>
                      <a:lnTo>
                        <a:pt x="11906" y="7198"/>
                      </a:lnTo>
                      <a:lnTo>
                        <a:pt x="11906" y="7136"/>
                      </a:lnTo>
                      <a:lnTo>
                        <a:pt x="11823" y="7136"/>
                      </a:lnTo>
                      <a:lnTo>
                        <a:pt x="11739" y="7282"/>
                      </a:lnTo>
                      <a:lnTo>
                        <a:pt x="11781" y="7512"/>
                      </a:lnTo>
                      <a:lnTo>
                        <a:pt x="11802" y="7554"/>
                      </a:lnTo>
                      <a:lnTo>
                        <a:pt x="11802" y="7638"/>
                      </a:lnTo>
                      <a:lnTo>
                        <a:pt x="11676" y="7742"/>
                      </a:lnTo>
                      <a:lnTo>
                        <a:pt x="11593" y="7910"/>
                      </a:lnTo>
                      <a:lnTo>
                        <a:pt x="11572" y="8056"/>
                      </a:lnTo>
                      <a:lnTo>
                        <a:pt x="11593" y="8224"/>
                      </a:lnTo>
                      <a:lnTo>
                        <a:pt x="11802" y="8454"/>
                      </a:lnTo>
                      <a:lnTo>
                        <a:pt x="11990" y="8538"/>
                      </a:lnTo>
                      <a:lnTo>
                        <a:pt x="12116" y="8663"/>
                      </a:lnTo>
                      <a:lnTo>
                        <a:pt x="12199" y="8663"/>
                      </a:lnTo>
                      <a:lnTo>
                        <a:pt x="12346" y="8558"/>
                      </a:lnTo>
                      <a:lnTo>
                        <a:pt x="12492" y="8496"/>
                      </a:lnTo>
                      <a:lnTo>
                        <a:pt x="12639" y="8579"/>
                      </a:lnTo>
                      <a:lnTo>
                        <a:pt x="12890" y="8600"/>
                      </a:lnTo>
                      <a:lnTo>
                        <a:pt x="12994" y="8684"/>
                      </a:lnTo>
                      <a:lnTo>
                        <a:pt x="13015" y="8810"/>
                      </a:lnTo>
                      <a:lnTo>
                        <a:pt x="13078" y="8851"/>
                      </a:lnTo>
                      <a:lnTo>
                        <a:pt x="13141" y="8789"/>
                      </a:lnTo>
                      <a:lnTo>
                        <a:pt x="13141" y="8642"/>
                      </a:lnTo>
                      <a:lnTo>
                        <a:pt x="13162" y="8579"/>
                      </a:lnTo>
                      <a:lnTo>
                        <a:pt x="13266" y="8642"/>
                      </a:lnTo>
                      <a:lnTo>
                        <a:pt x="13266" y="8705"/>
                      </a:lnTo>
                      <a:lnTo>
                        <a:pt x="13162" y="8851"/>
                      </a:lnTo>
                      <a:lnTo>
                        <a:pt x="13162" y="8956"/>
                      </a:lnTo>
                      <a:lnTo>
                        <a:pt x="13204" y="8956"/>
                      </a:lnTo>
                      <a:lnTo>
                        <a:pt x="13371" y="8810"/>
                      </a:lnTo>
                      <a:lnTo>
                        <a:pt x="13413" y="8747"/>
                      </a:lnTo>
                      <a:lnTo>
                        <a:pt x="13601" y="8684"/>
                      </a:lnTo>
                      <a:lnTo>
                        <a:pt x="13831" y="8538"/>
                      </a:lnTo>
                      <a:lnTo>
                        <a:pt x="13999" y="8496"/>
                      </a:lnTo>
                      <a:lnTo>
                        <a:pt x="14082" y="8391"/>
                      </a:lnTo>
                      <a:lnTo>
                        <a:pt x="14124" y="8391"/>
                      </a:lnTo>
                      <a:lnTo>
                        <a:pt x="14145" y="8475"/>
                      </a:lnTo>
                      <a:lnTo>
                        <a:pt x="14208" y="8496"/>
                      </a:lnTo>
                      <a:lnTo>
                        <a:pt x="14396" y="8370"/>
                      </a:lnTo>
                      <a:lnTo>
                        <a:pt x="14543" y="8370"/>
                      </a:lnTo>
                      <a:lnTo>
                        <a:pt x="14606" y="8328"/>
                      </a:lnTo>
                      <a:lnTo>
                        <a:pt x="14543" y="8391"/>
                      </a:lnTo>
                      <a:lnTo>
                        <a:pt x="14417" y="8475"/>
                      </a:lnTo>
                      <a:lnTo>
                        <a:pt x="14417" y="8538"/>
                      </a:lnTo>
                      <a:lnTo>
                        <a:pt x="14459" y="8558"/>
                      </a:lnTo>
                      <a:lnTo>
                        <a:pt x="14354" y="8747"/>
                      </a:lnTo>
                      <a:lnTo>
                        <a:pt x="14208" y="8768"/>
                      </a:lnTo>
                      <a:lnTo>
                        <a:pt x="14145" y="8705"/>
                      </a:lnTo>
                      <a:lnTo>
                        <a:pt x="14082" y="8705"/>
                      </a:lnTo>
                      <a:lnTo>
                        <a:pt x="13915" y="8851"/>
                      </a:lnTo>
                      <a:lnTo>
                        <a:pt x="13915" y="8872"/>
                      </a:lnTo>
                      <a:lnTo>
                        <a:pt x="14041" y="8893"/>
                      </a:lnTo>
                      <a:lnTo>
                        <a:pt x="14124" y="8977"/>
                      </a:lnTo>
                      <a:lnTo>
                        <a:pt x="14124" y="9123"/>
                      </a:lnTo>
                      <a:lnTo>
                        <a:pt x="13936" y="9333"/>
                      </a:lnTo>
                      <a:lnTo>
                        <a:pt x="13915" y="9479"/>
                      </a:lnTo>
                      <a:lnTo>
                        <a:pt x="13873" y="9542"/>
                      </a:lnTo>
                      <a:lnTo>
                        <a:pt x="13831" y="9626"/>
                      </a:lnTo>
                      <a:lnTo>
                        <a:pt x="13873" y="9688"/>
                      </a:lnTo>
                      <a:lnTo>
                        <a:pt x="13894" y="9751"/>
                      </a:lnTo>
                      <a:lnTo>
                        <a:pt x="13873" y="9856"/>
                      </a:lnTo>
                      <a:lnTo>
                        <a:pt x="13748" y="10002"/>
                      </a:lnTo>
                      <a:lnTo>
                        <a:pt x="13643" y="10065"/>
                      </a:lnTo>
                      <a:lnTo>
                        <a:pt x="13538" y="10065"/>
                      </a:lnTo>
                      <a:lnTo>
                        <a:pt x="13476" y="10128"/>
                      </a:lnTo>
                      <a:lnTo>
                        <a:pt x="13371" y="10232"/>
                      </a:lnTo>
                      <a:lnTo>
                        <a:pt x="13287" y="10253"/>
                      </a:lnTo>
                      <a:lnTo>
                        <a:pt x="13162" y="10232"/>
                      </a:lnTo>
                      <a:lnTo>
                        <a:pt x="12994" y="10128"/>
                      </a:lnTo>
                      <a:lnTo>
                        <a:pt x="12953" y="10149"/>
                      </a:lnTo>
                      <a:lnTo>
                        <a:pt x="12890" y="10107"/>
                      </a:lnTo>
                      <a:lnTo>
                        <a:pt x="12806" y="10002"/>
                      </a:lnTo>
                      <a:lnTo>
                        <a:pt x="12785" y="10023"/>
                      </a:lnTo>
                      <a:lnTo>
                        <a:pt x="12681" y="10170"/>
                      </a:lnTo>
                      <a:lnTo>
                        <a:pt x="12555" y="10253"/>
                      </a:lnTo>
                      <a:lnTo>
                        <a:pt x="12471" y="10358"/>
                      </a:lnTo>
                      <a:lnTo>
                        <a:pt x="12241" y="10442"/>
                      </a:lnTo>
                      <a:lnTo>
                        <a:pt x="12157" y="10483"/>
                      </a:lnTo>
                      <a:lnTo>
                        <a:pt x="12053" y="10483"/>
                      </a:lnTo>
                      <a:lnTo>
                        <a:pt x="11948" y="10462"/>
                      </a:lnTo>
                      <a:lnTo>
                        <a:pt x="11760" y="10462"/>
                      </a:lnTo>
                      <a:lnTo>
                        <a:pt x="11634" y="10567"/>
                      </a:lnTo>
                      <a:lnTo>
                        <a:pt x="11509" y="10567"/>
                      </a:lnTo>
                      <a:lnTo>
                        <a:pt x="11425" y="10630"/>
                      </a:lnTo>
                      <a:lnTo>
                        <a:pt x="11425" y="10755"/>
                      </a:lnTo>
                      <a:lnTo>
                        <a:pt x="11341" y="10965"/>
                      </a:lnTo>
                      <a:lnTo>
                        <a:pt x="11279" y="11048"/>
                      </a:lnTo>
                      <a:lnTo>
                        <a:pt x="11279" y="10965"/>
                      </a:lnTo>
                      <a:lnTo>
                        <a:pt x="11132" y="10839"/>
                      </a:lnTo>
                      <a:lnTo>
                        <a:pt x="10986" y="10839"/>
                      </a:lnTo>
                      <a:lnTo>
                        <a:pt x="10902" y="10860"/>
                      </a:lnTo>
                      <a:lnTo>
                        <a:pt x="10923" y="10944"/>
                      </a:lnTo>
                      <a:lnTo>
                        <a:pt x="11007" y="10986"/>
                      </a:lnTo>
                      <a:lnTo>
                        <a:pt x="10965" y="11090"/>
                      </a:lnTo>
                      <a:lnTo>
                        <a:pt x="10902" y="11090"/>
                      </a:lnTo>
                      <a:lnTo>
                        <a:pt x="10860" y="10986"/>
                      </a:lnTo>
                      <a:lnTo>
                        <a:pt x="10756" y="10881"/>
                      </a:lnTo>
                      <a:lnTo>
                        <a:pt x="10693" y="10881"/>
                      </a:lnTo>
                      <a:lnTo>
                        <a:pt x="10546" y="11048"/>
                      </a:lnTo>
                      <a:lnTo>
                        <a:pt x="10484" y="11174"/>
                      </a:lnTo>
                      <a:lnTo>
                        <a:pt x="10400" y="11195"/>
                      </a:lnTo>
                      <a:lnTo>
                        <a:pt x="10337" y="11195"/>
                      </a:lnTo>
                      <a:lnTo>
                        <a:pt x="10065" y="11425"/>
                      </a:lnTo>
                      <a:lnTo>
                        <a:pt x="10023" y="11613"/>
                      </a:lnTo>
                      <a:lnTo>
                        <a:pt x="9960" y="11634"/>
                      </a:lnTo>
                      <a:lnTo>
                        <a:pt x="9835" y="11676"/>
                      </a:lnTo>
                      <a:lnTo>
                        <a:pt x="9730" y="11613"/>
                      </a:lnTo>
                      <a:lnTo>
                        <a:pt x="9709" y="11634"/>
                      </a:lnTo>
                      <a:lnTo>
                        <a:pt x="9814" y="11781"/>
                      </a:lnTo>
                      <a:lnTo>
                        <a:pt x="9772" y="11843"/>
                      </a:lnTo>
                      <a:lnTo>
                        <a:pt x="9709" y="11843"/>
                      </a:lnTo>
                      <a:lnTo>
                        <a:pt x="9647" y="11739"/>
                      </a:lnTo>
                      <a:lnTo>
                        <a:pt x="9605" y="11739"/>
                      </a:lnTo>
                      <a:lnTo>
                        <a:pt x="9542" y="11843"/>
                      </a:lnTo>
                      <a:lnTo>
                        <a:pt x="9416" y="12011"/>
                      </a:lnTo>
                      <a:lnTo>
                        <a:pt x="9416" y="12095"/>
                      </a:lnTo>
                      <a:lnTo>
                        <a:pt x="9521" y="12241"/>
                      </a:lnTo>
                      <a:lnTo>
                        <a:pt x="9542" y="12367"/>
                      </a:lnTo>
                      <a:lnTo>
                        <a:pt x="9521" y="12471"/>
                      </a:lnTo>
                      <a:lnTo>
                        <a:pt x="9458" y="12576"/>
                      </a:lnTo>
                      <a:lnTo>
                        <a:pt x="9500" y="12680"/>
                      </a:lnTo>
                      <a:lnTo>
                        <a:pt x="9563" y="12659"/>
                      </a:lnTo>
                      <a:lnTo>
                        <a:pt x="9647" y="12576"/>
                      </a:lnTo>
                      <a:lnTo>
                        <a:pt x="9668" y="12639"/>
                      </a:lnTo>
                      <a:lnTo>
                        <a:pt x="9709" y="12785"/>
                      </a:lnTo>
                      <a:lnTo>
                        <a:pt x="9647" y="12827"/>
                      </a:lnTo>
                      <a:lnTo>
                        <a:pt x="9605" y="12869"/>
                      </a:lnTo>
                      <a:lnTo>
                        <a:pt x="9626" y="12931"/>
                      </a:lnTo>
                      <a:lnTo>
                        <a:pt x="9709" y="12931"/>
                      </a:lnTo>
                      <a:lnTo>
                        <a:pt x="9751" y="12869"/>
                      </a:lnTo>
                      <a:lnTo>
                        <a:pt x="9835" y="12869"/>
                      </a:lnTo>
                      <a:lnTo>
                        <a:pt x="9856" y="12931"/>
                      </a:lnTo>
                      <a:lnTo>
                        <a:pt x="9856" y="12973"/>
                      </a:lnTo>
                      <a:lnTo>
                        <a:pt x="9981" y="12994"/>
                      </a:lnTo>
                      <a:lnTo>
                        <a:pt x="10086" y="13057"/>
                      </a:lnTo>
                      <a:lnTo>
                        <a:pt x="10232" y="13057"/>
                      </a:lnTo>
                      <a:lnTo>
                        <a:pt x="10337" y="12973"/>
                      </a:lnTo>
                      <a:lnTo>
                        <a:pt x="10379" y="12764"/>
                      </a:lnTo>
                      <a:lnTo>
                        <a:pt x="10463" y="12680"/>
                      </a:lnTo>
                      <a:lnTo>
                        <a:pt x="10672" y="12680"/>
                      </a:lnTo>
                      <a:lnTo>
                        <a:pt x="10756" y="12639"/>
                      </a:lnTo>
                      <a:lnTo>
                        <a:pt x="10651" y="12764"/>
                      </a:lnTo>
                      <a:lnTo>
                        <a:pt x="10546" y="12764"/>
                      </a:lnTo>
                      <a:lnTo>
                        <a:pt x="10358" y="12952"/>
                      </a:lnTo>
                      <a:lnTo>
                        <a:pt x="10337" y="13057"/>
                      </a:lnTo>
                      <a:lnTo>
                        <a:pt x="10253" y="13141"/>
                      </a:lnTo>
                      <a:lnTo>
                        <a:pt x="10358" y="13266"/>
                      </a:lnTo>
                      <a:lnTo>
                        <a:pt x="10358" y="13350"/>
                      </a:lnTo>
                      <a:lnTo>
                        <a:pt x="10191" y="13392"/>
                      </a:lnTo>
                      <a:lnTo>
                        <a:pt x="10149" y="13350"/>
                      </a:lnTo>
                      <a:lnTo>
                        <a:pt x="10149" y="13266"/>
                      </a:lnTo>
                      <a:lnTo>
                        <a:pt x="10086" y="13203"/>
                      </a:lnTo>
                      <a:lnTo>
                        <a:pt x="9981" y="13203"/>
                      </a:lnTo>
                      <a:lnTo>
                        <a:pt x="9940" y="13099"/>
                      </a:lnTo>
                      <a:lnTo>
                        <a:pt x="9772" y="13078"/>
                      </a:lnTo>
                      <a:lnTo>
                        <a:pt x="9730" y="12994"/>
                      </a:lnTo>
                      <a:lnTo>
                        <a:pt x="9647" y="13078"/>
                      </a:lnTo>
                      <a:lnTo>
                        <a:pt x="9542" y="13099"/>
                      </a:lnTo>
                      <a:lnTo>
                        <a:pt x="9521" y="13203"/>
                      </a:lnTo>
                      <a:lnTo>
                        <a:pt x="9437" y="13266"/>
                      </a:lnTo>
                      <a:lnTo>
                        <a:pt x="9312" y="13245"/>
                      </a:lnTo>
                      <a:lnTo>
                        <a:pt x="9291" y="13308"/>
                      </a:lnTo>
                      <a:lnTo>
                        <a:pt x="9333" y="13413"/>
                      </a:lnTo>
                      <a:lnTo>
                        <a:pt x="9396" y="13413"/>
                      </a:lnTo>
                      <a:lnTo>
                        <a:pt x="9312" y="13496"/>
                      </a:lnTo>
                      <a:lnTo>
                        <a:pt x="9291" y="13664"/>
                      </a:lnTo>
                      <a:lnTo>
                        <a:pt x="9312" y="13768"/>
                      </a:lnTo>
                      <a:lnTo>
                        <a:pt x="9396" y="13768"/>
                      </a:lnTo>
                      <a:lnTo>
                        <a:pt x="9396" y="13936"/>
                      </a:lnTo>
                      <a:lnTo>
                        <a:pt x="9416" y="13999"/>
                      </a:lnTo>
                      <a:lnTo>
                        <a:pt x="9416" y="14082"/>
                      </a:lnTo>
                      <a:lnTo>
                        <a:pt x="9521" y="14187"/>
                      </a:lnTo>
                      <a:lnTo>
                        <a:pt x="9521" y="14229"/>
                      </a:lnTo>
                      <a:lnTo>
                        <a:pt x="9396" y="14250"/>
                      </a:lnTo>
                      <a:lnTo>
                        <a:pt x="9354" y="14312"/>
                      </a:lnTo>
                      <a:lnTo>
                        <a:pt x="9730" y="14501"/>
                      </a:lnTo>
                      <a:lnTo>
                        <a:pt x="9877" y="14501"/>
                      </a:lnTo>
                      <a:lnTo>
                        <a:pt x="10065" y="14417"/>
                      </a:lnTo>
                      <a:lnTo>
                        <a:pt x="10170" y="14396"/>
                      </a:lnTo>
                      <a:lnTo>
                        <a:pt x="10232" y="14438"/>
                      </a:lnTo>
                      <a:lnTo>
                        <a:pt x="10295" y="14438"/>
                      </a:lnTo>
                      <a:lnTo>
                        <a:pt x="10463" y="14229"/>
                      </a:lnTo>
                      <a:lnTo>
                        <a:pt x="10463" y="14124"/>
                      </a:lnTo>
                      <a:lnTo>
                        <a:pt x="10400" y="14040"/>
                      </a:lnTo>
                      <a:lnTo>
                        <a:pt x="10400" y="13999"/>
                      </a:lnTo>
                      <a:lnTo>
                        <a:pt x="10567" y="13915"/>
                      </a:lnTo>
                      <a:lnTo>
                        <a:pt x="10714" y="13789"/>
                      </a:lnTo>
                      <a:lnTo>
                        <a:pt x="10986" y="13622"/>
                      </a:lnTo>
                      <a:lnTo>
                        <a:pt x="11090" y="13664"/>
                      </a:lnTo>
                      <a:lnTo>
                        <a:pt x="10986" y="13664"/>
                      </a:lnTo>
                      <a:lnTo>
                        <a:pt x="10756" y="13894"/>
                      </a:lnTo>
                      <a:lnTo>
                        <a:pt x="10588" y="13978"/>
                      </a:lnTo>
                      <a:lnTo>
                        <a:pt x="10588" y="14019"/>
                      </a:lnTo>
                      <a:lnTo>
                        <a:pt x="10693" y="14103"/>
                      </a:lnTo>
                      <a:lnTo>
                        <a:pt x="10693" y="14187"/>
                      </a:lnTo>
                      <a:lnTo>
                        <a:pt x="10588" y="14333"/>
                      </a:lnTo>
                      <a:lnTo>
                        <a:pt x="10463" y="14417"/>
                      </a:lnTo>
                      <a:lnTo>
                        <a:pt x="10442" y="14543"/>
                      </a:lnTo>
                      <a:lnTo>
                        <a:pt x="10463" y="14710"/>
                      </a:lnTo>
                      <a:lnTo>
                        <a:pt x="10442" y="14815"/>
                      </a:lnTo>
                      <a:lnTo>
                        <a:pt x="10442" y="14856"/>
                      </a:lnTo>
                      <a:lnTo>
                        <a:pt x="10442" y="14961"/>
                      </a:lnTo>
                      <a:lnTo>
                        <a:pt x="10463" y="15087"/>
                      </a:lnTo>
                      <a:lnTo>
                        <a:pt x="10295" y="15149"/>
                      </a:lnTo>
                      <a:lnTo>
                        <a:pt x="10232" y="15191"/>
                      </a:lnTo>
                      <a:lnTo>
                        <a:pt x="10191" y="15275"/>
                      </a:lnTo>
                      <a:lnTo>
                        <a:pt x="10044" y="15442"/>
                      </a:lnTo>
                      <a:lnTo>
                        <a:pt x="10002" y="15463"/>
                      </a:lnTo>
                      <a:lnTo>
                        <a:pt x="10044" y="15568"/>
                      </a:lnTo>
                      <a:lnTo>
                        <a:pt x="10044" y="15672"/>
                      </a:lnTo>
                      <a:lnTo>
                        <a:pt x="10107" y="15693"/>
                      </a:lnTo>
                      <a:lnTo>
                        <a:pt x="10212" y="15672"/>
                      </a:lnTo>
                      <a:lnTo>
                        <a:pt x="10274" y="15672"/>
                      </a:lnTo>
                      <a:lnTo>
                        <a:pt x="10316" y="15714"/>
                      </a:lnTo>
                      <a:lnTo>
                        <a:pt x="10253" y="15798"/>
                      </a:lnTo>
                      <a:lnTo>
                        <a:pt x="10128" y="15798"/>
                      </a:lnTo>
                      <a:lnTo>
                        <a:pt x="10065" y="15840"/>
                      </a:lnTo>
                      <a:lnTo>
                        <a:pt x="10086" y="15903"/>
                      </a:lnTo>
                      <a:lnTo>
                        <a:pt x="10065" y="15944"/>
                      </a:lnTo>
                      <a:lnTo>
                        <a:pt x="10086" y="16028"/>
                      </a:lnTo>
                      <a:lnTo>
                        <a:pt x="10023" y="16091"/>
                      </a:lnTo>
                      <a:lnTo>
                        <a:pt x="9940" y="16112"/>
                      </a:lnTo>
                      <a:lnTo>
                        <a:pt x="9835" y="16154"/>
                      </a:lnTo>
                      <a:lnTo>
                        <a:pt x="9751" y="16133"/>
                      </a:lnTo>
                      <a:lnTo>
                        <a:pt x="9709" y="16154"/>
                      </a:lnTo>
                      <a:lnTo>
                        <a:pt x="9772" y="16216"/>
                      </a:lnTo>
                      <a:lnTo>
                        <a:pt x="9877" y="16237"/>
                      </a:lnTo>
                      <a:lnTo>
                        <a:pt x="9960" y="16300"/>
                      </a:lnTo>
                      <a:lnTo>
                        <a:pt x="10086" y="16154"/>
                      </a:lnTo>
                      <a:lnTo>
                        <a:pt x="10337" y="16007"/>
                      </a:lnTo>
                      <a:lnTo>
                        <a:pt x="10379" y="16007"/>
                      </a:lnTo>
                      <a:lnTo>
                        <a:pt x="10463" y="16028"/>
                      </a:lnTo>
                      <a:lnTo>
                        <a:pt x="10546" y="15944"/>
                      </a:lnTo>
                      <a:lnTo>
                        <a:pt x="10714" y="15882"/>
                      </a:lnTo>
                      <a:lnTo>
                        <a:pt x="10693" y="15944"/>
                      </a:lnTo>
                      <a:lnTo>
                        <a:pt x="10630" y="16007"/>
                      </a:lnTo>
                      <a:lnTo>
                        <a:pt x="10630" y="16049"/>
                      </a:lnTo>
                      <a:lnTo>
                        <a:pt x="10693" y="16091"/>
                      </a:lnTo>
                      <a:lnTo>
                        <a:pt x="10714" y="16196"/>
                      </a:lnTo>
                      <a:lnTo>
                        <a:pt x="10693" y="16237"/>
                      </a:lnTo>
                      <a:lnTo>
                        <a:pt x="10776" y="16300"/>
                      </a:lnTo>
                      <a:lnTo>
                        <a:pt x="10881" y="16216"/>
                      </a:lnTo>
                      <a:lnTo>
                        <a:pt x="10944" y="16133"/>
                      </a:lnTo>
                      <a:lnTo>
                        <a:pt x="10986" y="16196"/>
                      </a:lnTo>
                      <a:lnTo>
                        <a:pt x="10965" y="16237"/>
                      </a:lnTo>
                      <a:lnTo>
                        <a:pt x="11049" y="16363"/>
                      </a:lnTo>
                      <a:lnTo>
                        <a:pt x="11069" y="16551"/>
                      </a:lnTo>
                      <a:lnTo>
                        <a:pt x="11049" y="16656"/>
                      </a:lnTo>
                      <a:lnTo>
                        <a:pt x="11090" y="16823"/>
                      </a:lnTo>
                      <a:lnTo>
                        <a:pt x="11153" y="16823"/>
                      </a:lnTo>
                      <a:lnTo>
                        <a:pt x="11195" y="16677"/>
                      </a:lnTo>
                      <a:lnTo>
                        <a:pt x="11195" y="16572"/>
                      </a:lnTo>
                      <a:lnTo>
                        <a:pt x="11300" y="16426"/>
                      </a:lnTo>
                      <a:lnTo>
                        <a:pt x="11321" y="16321"/>
                      </a:lnTo>
                      <a:lnTo>
                        <a:pt x="11467" y="16216"/>
                      </a:lnTo>
                      <a:lnTo>
                        <a:pt x="11488" y="16216"/>
                      </a:lnTo>
                      <a:lnTo>
                        <a:pt x="11593" y="16133"/>
                      </a:lnTo>
                      <a:lnTo>
                        <a:pt x="11739" y="16133"/>
                      </a:lnTo>
                      <a:lnTo>
                        <a:pt x="11593" y="16216"/>
                      </a:lnTo>
                      <a:lnTo>
                        <a:pt x="11425" y="16405"/>
                      </a:lnTo>
                      <a:lnTo>
                        <a:pt x="11425" y="16447"/>
                      </a:lnTo>
                      <a:lnTo>
                        <a:pt x="11572" y="16614"/>
                      </a:lnTo>
                      <a:lnTo>
                        <a:pt x="11634" y="16635"/>
                      </a:lnTo>
                      <a:lnTo>
                        <a:pt x="11802" y="16551"/>
                      </a:lnTo>
                      <a:lnTo>
                        <a:pt x="12032" y="16530"/>
                      </a:lnTo>
                      <a:lnTo>
                        <a:pt x="12137" y="16447"/>
                      </a:lnTo>
                      <a:lnTo>
                        <a:pt x="12220" y="16447"/>
                      </a:lnTo>
                      <a:lnTo>
                        <a:pt x="12429" y="16342"/>
                      </a:lnTo>
                      <a:lnTo>
                        <a:pt x="12513" y="16342"/>
                      </a:lnTo>
                      <a:lnTo>
                        <a:pt x="12429" y="16363"/>
                      </a:lnTo>
                      <a:lnTo>
                        <a:pt x="12304" y="16530"/>
                      </a:lnTo>
                      <a:lnTo>
                        <a:pt x="12304" y="16572"/>
                      </a:lnTo>
                      <a:lnTo>
                        <a:pt x="12220" y="16656"/>
                      </a:lnTo>
                      <a:lnTo>
                        <a:pt x="11906" y="16844"/>
                      </a:lnTo>
                      <a:lnTo>
                        <a:pt x="11781" y="16970"/>
                      </a:lnTo>
                      <a:lnTo>
                        <a:pt x="11676" y="17158"/>
                      </a:lnTo>
                      <a:lnTo>
                        <a:pt x="11634" y="17263"/>
                      </a:lnTo>
                      <a:lnTo>
                        <a:pt x="11697" y="17367"/>
                      </a:lnTo>
                      <a:lnTo>
                        <a:pt x="11802" y="17451"/>
                      </a:lnTo>
                      <a:lnTo>
                        <a:pt x="11613" y="17409"/>
                      </a:lnTo>
                      <a:lnTo>
                        <a:pt x="11530" y="17451"/>
                      </a:lnTo>
                      <a:lnTo>
                        <a:pt x="11425" y="17577"/>
                      </a:lnTo>
                      <a:lnTo>
                        <a:pt x="11383" y="17702"/>
                      </a:lnTo>
                      <a:lnTo>
                        <a:pt x="11216" y="17869"/>
                      </a:lnTo>
                      <a:lnTo>
                        <a:pt x="11153" y="17974"/>
                      </a:lnTo>
                      <a:lnTo>
                        <a:pt x="11174" y="18016"/>
                      </a:lnTo>
                      <a:lnTo>
                        <a:pt x="11216" y="18079"/>
                      </a:lnTo>
                      <a:lnTo>
                        <a:pt x="11195" y="18141"/>
                      </a:lnTo>
                      <a:lnTo>
                        <a:pt x="11111" y="18121"/>
                      </a:lnTo>
                      <a:lnTo>
                        <a:pt x="11090" y="18037"/>
                      </a:lnTo>
                      <a:lnTo>
                        <a:pt x="11007" y="18016"/>
                      </a:lnTo>
                      <a:lnTo>
                        <a:pt x="10944" y="18121"/>
                      </a:lnTo>
                      <a:lnTo>
                        <a:pt x="10776" y="18204"/>
                      </a:lnTo>
                      <a:lnTo>
                        <a:pt x="10839" y="18288"/>
                      </a:lnTo>
                      <a:lnTo>
                        <a:pt x="10776" y="18351"/>
                      </a:lnTo>
                      <a:lnTo>
                        <a:pt x="10693" y="18330"/>
                      </a:lnTo>
                      <a:lnTo>
                        <a:pt x="10672" y="18288"/>
                      </a:lnTo>
                      <a:lnTo>
                        <a:pt x="10630" y="18330"/>
                      </a:lnTo>
                      <a:lnTo>
                        <a:pt x="10358" y="18539"/>
                      </a:lnTo>
                      <a:lnTo>
                        <a:pt x="10274" y="18644"/>
                      </a:lnTo>
                      <a:lnTo>
                        <a:pt x="10316" y="18727"/>
                      </a:lnTo>
                      <a:lnTo>
                        <a:pt x="10253" y="18769"/>
                      </a:lnTo>
                      <a:lnTo>
                        <a:pt x="10170" y="18748"/>
                      </a:lnTo>
                      <a:lnTo>
                        <a:pt x="10170" y="18644"/>
                      </a:lnTo>
                      <a:lnTo>
                        <a:pt x="10023" y="18727"/>
                      </a:lnTo>
                      <a:lnTo>
                        <a:pt x="9898" y="18811"/>
                      </a:lnTo>
                      <a:lnTo>
                        <a:pt x="9793" y="18853"/>
                      </a:lnTo>
                      <a:lnTo>
                        <a:pt x="9751" y="18937"/>
                      </a:lnTo>
                      <a:lnTo>
                        <a:pt x="9647" y="18978"/>
                      </a:lnTo>
                      <a:lnTo>
                        <a:pt x="9500" y="18978"/>
                      </a:lnTo>
                      <a:lnTo>
                        <a:pt x="9333" y="19146"/>
                      </a:lnTo>
                      <a:lnTo>
                        <a:pt x="9082" y="19250"/>
                      </a:lnTo>
                      <a:lnTo>
                        <a:pt x="8893" y="19397"/>
                      </a:lnTo>
                      <a:lnTo>
                        <a:pt x="8810" y="19564"/>
                      </a:lnTo>
                      <a:lnTo>
                        <a:pt x="8810" y="19606"/>
                      </a:lnTo>
                      <a:lnTo>
                        <a:pt x="8872" y="19711"/>
                      </a:lnTo>
                      <a:lnTo>
                        <a:pt x="8872" y="19794"/>
                      </a:lnTo>
                      <a:lnTo>
                        <a:pt x="8852" y="19815"/>
                      </a:lnTo>
                      <a:lnTo>
                        <a:pt x="8768" y="19711"/>
                      </a:lnTo>
                      <a:lnTo>
                        <a:pt x="8747" y="19711"/>
                      </a:lnTo>
                      <a:lnTo>
                        <a:pt x="8705" y="19773"/>
                      </a:lnTo>
                      <a:lnTo>
                        <a:pt x="8747" y="19857"/>
                      </a:lnTo>
                      <a:lnTo>
                        <a:pt x="8684" y="19878"/>
                      </a:lnTo>
                      <a:lnTo>
                        <a:pt x="8621" y="19794"/>
                      </a:lnTo>
                      <a:lnTo>
                        <a:pt x="8705" y="19711"/>
                      </a:lnTo>
                      <a:cubicBezTo>
                        <a:pt x="8761" y="19673"/>
                        <a:pt x="8717" y="19603"/>
                        <a:pt x="8677" y="19603"/>
                      </a:cubicBezTo>
                      <a:cubicBezTo>
                        <a:pt x="8673" y="19603"/>
                        <a:pt x="8668" y="19604"/>
                        <a:pt x="8663" y="19606"/>
                      </a:cubicBezTo>
                      <a:lnTo>
                        <a:pt x="8600" y="19585"/>
                      </a:lnTo>
                      <a:lnTo>
                        <a:pt x="8496" y="19585"/>
                      </a:lnTo>
                      <a:lnTo>
                        <a:pt x="8454" y="19564"/>
                      </a:lnTo>
                      <a:lnTo>
                        <a:pt x="8349" y="19585"/>
                      </a:lnTo>
                      <a:lnTo>
                        <a:pt x="8161" y="19606"/>
                      </a:lnTo>
                      <a:lnTo>
                        <a:pt x="8056" y="19669"/>
                      </a:lnTo>
                      <a:lnTo>
                        <a:pt x="7973" y="19773"/>
                      </a:lnTo>
                      <a:lnTo>
                        <a:pt x="7826" y="19815"/>
                      </a:lnTo>
                      <a:lnTo>
                        <a:pt x="7680" y="19899"/>
                      </a:lnTo>
                      <a:lnTo>
                        <a:pt x="7554" y="20066"/>
                      </a:lnTo>
                      <a:lnTo>
                        <a:pt x="7575" y="20108"/>
                      </a:lnTo>
                      <a:lnTo>
                        <a:pt x="7533" y="20171"/>
                      </a:lnTo>
                      <a:lnTo>
                        <a:pt x="7471" y="20171"/>
                      </a:lnTo>
                      <a:lnTo>
                        <a:pt x="7345" y="20213"/>
                      </a:lnTo>
                      <a:lnTo>
                        <a:pt x="7261" y="20276"/>
                      </a:lnTo>
                      <a:lnTo>
                        <a:pt x="7261" y="20338"/>
                      </a:lnTo>
                      <a:lnTo>
                        <a:pt x="7219" y="20338"/>
                      </a:lnTo>
                      <a:lnTo>
                        <a:pt x="7115" y="20318"/>
                      </a:lnTo>
                      <a:lnTo>
                        <a:pt x="7010" y="20338"/>
                      </a:lnTo>
                      <a:lnTo>
                        <a:pt x="6989" y="20422"/>
                      </a:lnTo>
                      <a:lnTo>
                        <a:pt x="6947" y="20548"/>
                      </a:lnTo>
                      <a:lnTo>
                        <a:pt x="6947" y="20590"/>
                      </a:lnTo>
                      <a:cubicBezTo>
                        <a:pt x="6927" y="20590"/>
                        <a:pt x="6906" y="20610"/>
                        <a:pt x="6885" y="20610"/>
                      </a:cubicBezTo>
                      <a:lnTo>
                        <a:pt x="6843" y="20590"/>
                      </a:lnTo>
                      <a:lnTo>
                        <a:pt x="6906" y="20485"/>
                      </a:lnTo>
                      <a:lnTo>
                        <a:pt x="6822" y="20380"/>
                      </a:lnTo>
                      <a:lnTo>
                        <a:pt x="6675" y="20380"/>
                      </a:lnTo>
                      <a:lnTo>
                        <a:pt x="6634" y="20422"/>
                      </a:lnTo>
                      <a:lnTo>
                        <a:pt x="6571" y="20485"/>
                      </a:lnTo>
                      <a:lnTo>
                        <a:pt x="6466" y="20485"/>
                      </a:lnTo>
                      <a:lnTo>
                        <a:pt x="6403" y="20527"/>
                      </a:lnTo>
                      <a:lnTo>
                        <a:pt x="6299" y="20422"/>
                      </a:lnTo>
                      <a:lnTo>
                        <a:pt x="6257" y="20422"/>
                      </a:lnTo>
                      <a:lnTo>
                        <a:pt x="6152" y="20610"/>
                      </a:lnTo>
                      <a:lnTo>
                        <a:pt x="6090" y="20631"/>
                      </a:lnTo>
                      <a:lnTo>
                        <a:pt x="5985" y="20715"/>
                      </a:lnTo>
                      <a:lnTo>
                        <a:pt x="5943" y="20694"/>
                      </a:lnTo>
                      <a:lnTo>
                        <a:pt x="5880" y="20736"/>
                      </a:lnTo>
                      <a:lnTo>
                        <a:pt x="5859" y="20841"/>
                      </a:lnTo>
                      <a:lnTo>
                        <a:pt x="5880" y="20945"/>
                      </a:lnTo>
                      <a:lnTo>
                        <a:pt x="5943" y="20966"/>
                      </a:lnTo>
                      <a:cubicBezTo>
                        <a:pt x="5776" y="21029"/>
                        <a:pt x="5629" y="21071"/>
                        <a:pt x="5462" y="21154"/>
                      </a:cubicBezTo>
                      <a:lnTo>
                        <a:pt x="5441" y="21071"/>
                      </a:lnTo>
                      <a:lnTo>
                        <a:pt x="5378" y="21050"/>
                      </a:lnTo>
                      <a:lnTo>
                        <a:pt x="5378" y="21154"/>
                      </a:lnTo>
                      <a:lnTo>
                        <a:pt x="5378" y="21217"/>
                      </a:lnTo>
                      <a:cubicBezTo>
                        <a:pt x="5357" y="21217"/>
                        <a:pt x="5336" y="21238"/>
                        <a:pt x="5274" y="21238"/>
                      </a:cubicBezTo>
                      <a:lnTo>
                        <a:pt x="5232" y="21217"/>
                      </a:lnTo>
                      <a:lnTo>
                        <a:pt x="5169" y="21134"/>
                      </a:lnTo>
                      <a:lnTo>
                        <a:pt x="5064" y="21154"/>
                      </a:lnTo>
                      <a:lnTo>
                        <a:pt x="5064" y="21238"/>
                      </a:lnTo>
                      <a:lnTo>
                        <a:pt x="5127" y="21280"/>
                      </a:lnTo>
                      <a:cubicBezTo>
                        <a:pt x="5106" y="21322"/>
                        <a:pt x="5043" y="21322"/>
                        <a:pt x="5022" y="21343"/>
                      </a:cubicBezTo>
                      <a:lnTo>
                        <a:pt x="4960" y="21280"/>
                      </a:lnTo>
                      <a:lnTo>
                        <a:pt x="4960" y="21364"/>
                      </a:lnTo>
                      <a:cubicBezTo>
                        <a:pt x="4939" y="21385"/>
                        <a:pt x="4918" y="21385"/>
                        <a:pt x="4897" y="21385"/>
                      </a:cubicBezTo>
                      <a:lnTo>
                        <a:pt x="4855" y="21343"/>
                      </a:lnTo>
                      <a:lnTo>
                        <a:pt x="4730" y="21322"/>
                      </a:lnTo>
                      <a:lnTo>
                        <a:pt x="4688" y="21238"/>
                      </a:lnTo>
                      <a:lnTo>
                        <a:pt x="4583" y="21238"/>
                      </a:lnTo>
                      <a:lnTo>
                        <a:pt x="4478" y="21343"/>
                      </a:lnTo>
                      <a:lnTo>
                        <a:pt x="4478" y="21426"/>
                      </a:lnTo>
                      <a:lnTo>
                        <a:pt x="4541" y="21489"/>
                      </a:lnTo>
                      <a:cubicBezTo>
                        <a:pt x="4520" y="21489"/>
                        <a:pt x="4499" y="21531"/>
                        <a:pt x="4499" y="21531"/>
                      </a:cubicBezTo>
                      <a:lnTo>
                        <a:pt x="4395" y="21468"/>
                      </a:lnTo>
                      <a:lnTo>
                        <a:pt x="4290" y="21552"/>
                      </a:lnTo>
                      <a:lnTo>
                        <a:pt x="4290" y="21594"/>
                      </a:lnTo>
                      <a:cubicBezTo>
                        <a:pt x="4081" y="21678"/>
                        <a:pt x="3893" y="21761"/>
                        <a:pt x="3683" y="21845"/>
                      </a:cubicBezTo>
                      <a:lnTo>
                        <a:pt x="3704" y="21782"/>
                      </a:lnTo>
                      <a:lnTo>
                        <a:pt x="3809" y="21740"/>
                      </a:lnTo>
                      <a:lnTo>
                        <a:pt x="3746" y="21698"/>
                      </a:lnTo>
                      <a:lnTo>
                        <a:pt x="3704" y="21573"/>
                      </a:lnTo>
                      <a:lnTo>
                        <a:pt x="3600" y="21636"/>
                      </a:lnTo>
                      <a:lnTo>
                        <a:pt x="3432" y="21636"/>
                      </a:lnTo>
                      <a:lnTo>
                        <a:pt x="3453" y="21698"/>
                      </a:lnTo>
                      <a:lnTo>
                        <a:pt x="3390" y="21803"/>
                      </a:lnTo>
                      <a:lnTo>
                        <a:pt x="3286" y="21845"/>
                      </a:lnTo>
                      <a:lnTo>
                        <a:pt x="3160" y="21970"/>
                      </a:lnTo>
                      <a:lnTo>
                        <a:pt x="3160" y="22012"/>
                      </a:lnTo>
                      <a:cubicBezTo>
                        <a:pt x="2951" y="22096"/>
                        <a:pt x="2742" y="22159"/>
                        <a:pt x="2533" y="22201"/>
                      </a:cubicBezTo>
                      <a:lnTo>
                        <a:pt x="2512" y="22180"/>
                      </a:lnTo>
                      <a:lnTo>
                        <a:pt x="2386" y="22222"/>
                      </a:lnTo>
                      <a:lnTo>
                        <a:pt x="2407" y="22263"/>
                      </a:lnTo>
                      <a:cubicBezTo>
                        <a:pt x="2344" y="22263"/>
                        <a:pt x="2302" y="22284"/>
                        <a:pt x="2240" y="22284"/>
                      </a:cubicBezTo>
                      <a:cubicBezTo>
                        <a:pt x="2177" y="22305"/>
                        <a:pt x="2093" y="22305"/>
                        <a:pt x="2009" y="22326"/>
                      </a:cubicBezTo>
                      <a:lnTo>
                        <a:pt x="1926" y="22263"/>
                      </a:lnTo>
                      <a:lnTo>
                        <a:pt x="1821" y="22368"/>
                      </a:lnTo>
                      <a:lnTo>
                        <a:pt x="1821" y="22389"/>
                      </a:lnTo>
                      <a:cubicBezTo>
                        <a:pt x="1758" y="22410"/>
                        <a:pt x="1654" y="22410"/>
                        <a:pt x="1570" y="22431"/>
                      </a:cubicBezTo>
                      <a:cubicBezTo>
                        <a:pt x="1264" y="22480"/>
                        <a:pt x="957" y="22500"/>
                        <a:pt x="651" y="22500"/>
                      </a:cubicBezTo>
                      <a:cubicBezTo>
                        <a:pt x="434" y="22500"/>
                        <a:pt x="218" y="22490"/>
                        <a:pt x="1" y="22473"/>
                      </a:cubicBezTo>
                      <a:lnTo>
                        <a:pt x="1" y="22473"/>
                      </a:lnTo>
                      <a:cubicBezTo>
                        <a:pt x="332" y="22512"/>
                        <a:pt x="664" y="22527"/>
                        <a:pt x="990" y="22527"/>
                      </a:cubicBezTo>
                      <a:cubicBezTo>
                        <a:pt x="1179" y="22527"/>
                        <a:pt x="1365" y="22522"/>
                        <a:pt x="1549" y="22514"/>
                      </a:cubicBezTo>
                      <a:lnTo>
                        <a:pt x="1549" y="22535"/>
                      </a:lnTo>
                      <a:lnTo>
                        <a:pt x="1654" y="22577"/>
                      </a:lnTo>
                      <a:lnTo>
                        <a:pt x="1612" y="22514"/>
                      </a:lnTo>
                      <a:cubicBezTo>
                        <a:pt x="2093" y="22473"/>
                        <a:pt x="2533" y="22389"/>
                        <a:pt x="2972" y="22263"/>
                      </a:cubicBezTo>
                      <a:lnTo>
                        <a:pt x="2972" y="22263"/>
                      </a:lnTo>
                      <a:lnTo>
                        <a:pt x="2867" y="22368"/>
                      </a:lnTo>
                      <a:lnTo>
                        <a:pt x="3077" y="22368"/>
                      </a:lnTo>
                      <a:lnTo>
                        <a:pt x="3223" y="22222"/>
                      </a:lnTo>
                      <a:lnTo>
                        <a:pt x="3370" y="22222"/>
                      </a:lnTo>
                      <a:lnTo>
                        <a:pt x="3453" y="22159"/>
                      </a:lnTo>
                      <a:cubicBezTo>
                        <a:pt x="3579" y="22096"/>
                        <a:pt x="3746" y="22075"/>
                        <a:pt x="3872" y="22012"/>
                      </a:cubicBezTo>
                      <a:lnTo>
                        <a:pt x="3893" y="22054"/>
                      </a:lnTo>
                      <a:lnTo>
                        <a:pt x="4081" y="22054"/>
                      </a:lnTo>
                      <a:lnTo>
                        <a:pt x="4227" y="21991"/>
                      </a:lnTo>
                      <a:lnTo>
                        <a:pt x="4290" y="21719"/>
                      </a:lnTo>
                      <a:lnTo>
                        <a:pt x="4311" y="21803"/>
                      </a:lnTo>
                      <a:lnTo>
                        <a:pt x="4374" y="21845"/>
                      </a:lnTo>
                      <a:lnTo>
                        <a:pt x="4416" y="21740"/>
                      </a:lnTo>
                      <a:lnTo>
                        <a:pt x="4458" y="21657"/>
                      </a:lnTo>
                      <a:lnTo>
                        <a:pt x="4520" y="21678"/>
                      </a:lnTo>
                      <a:lnTo>
                        <a:pt x="4562" y="21740"/>
                      </a:lnTo>
                      <a:lnTo>
                        <a:pt x="4604" y="21719"/>
                      </a:lnTo>
                      <a:lnTo>
                        <a:pt x="4688" y="21615"/>
                      </a:lnTo>
                      <a:lnTo>
                        <a:pt x="4834" y="21531"/>
                      </a:lnTo>
                      <a:lnTo>
                        <a:pt x="4834" y="21468"/>
                      </a:lnTo>
                      <a:cubicBezTo>
                        <a:pt x="5043" y="21406"/>
                        <a:pt x="5253" y="21301"/>
                        <a:pt x="5462" y="21217"/>
                      </a:cubicBezTo>
                      <a:lnTo>
                        <a:pt x="5462" y="21217"/>
                      </a:lnTo>
                      <a:lnTo>
                        <a:pt x="5420" y="21238"/>
                      </a:lnTo>
                      <a:lnTo>
                        <a:pt x="5546" y="21238"/>
                      </a:lnTo>
                      <a:lnTo>
                        <a:pt x="5504" y="21196"/>
                      </a:lnTo>
                      <a:cubicBezTo>
                        <a:pt x="5839" y="21050"/>
                        <a:pt x="6173" y="20903"/>
                        <a:pt x="6508" y="20778"/>
                      </a:cubicBezTo>
                      <a:lnTo>
                        <a:pt x="6571" y="20799"/>
                      </a:lnTo>
                      <a:lnTo>
                        <a:pt x="6759" y="20778"/>
                      </a:lnTo>
                      <a:lnTo>
                        <a:pt x="6822" y="20694"/>
                      </a:lnTo>
                      <a:lnTo>
                        <a:pt x="6989" y="20715"/>
                      </a:lnTo>
                      <a:lnTo>
                        <a:pt x="6989" y="20673"/>
                      </a:lnTo>
                      <a:lnTo>
                        <a:pt x="6927" y="20610"/>
                      </a:lnTo>
                      <a:cubicBezTo>
                        <a:pt x="7031" y="20569"/>
                        <a:pt x="7136" y="20527"/>
                        <a:pt x="7240" y="20485"/>
                      </a:cubicBezTo>
                      <a:lnTo>
                        <a:pt x="7282" y="20485"/>
                      </a:lnTo>
                      <a:cubicBezTo>
                        <a:pt x="7324" y="20464"/>
                        <a:pt x="7387" y="20422"/>
                        <a:pt x="7429" y="20422"/>
                      </a:cubicBezTo>
                      <a:lnTo>
                        <a:pt x="7450" y="20485"/>
                      </a:lnTo>
                      <a:lnTo>
                        <a:pt x="7554" y="20485"/>
                      </a:lnTo>
                      <a:lnTo>
                        <a:pt x="7617" y="20380"/>
                      </a:lnTo>
                      <a:lnTo>
                        <a:pt x="7638" y="20464"/>
                      </a:lnTo>
                      <a:lnTo>
                        <a:pt x="7659" y="20464"/>
                      </a:lnTo>
                      <a:lnTo>
                        <a:pt x="7701" y="20380"/>
                      </a:lnTo>
                      <a:lnTo>
                        <a:pt x="7763" y="20318"/>
                      </a:lnTo>
                      <a:lnTo>
                        <a:pt x="7868" y="20318"/>
                      </a:lnTo>
                      <a:lnTo>
                        <a:pt x="7973" y="20255"/>
                      </a:lnTo>
                      <a:lnTo>
                        <a:pt x="8015" y="20171"/>
                      </a:lnTo>
                      <a:cubicBezTo>
                        <a:pt x="8077" y="20150"/>
                        <a:pt x="8161" y="20087"/>
                        <a:pt x="8224" y="20066"/>
                      </a:cubicBezTo>
                      <a:lnTo>
                        <a:pt x="8224" y="20066"/>
                      </a:lnTo>
                      <a:lnTo>
                        <a:pt x="8182" y="20108"/>
                      </a:lnTo>
                      <a:lnTo>
                        <a:pt x="8182" y="20213"/>
                      </a:lnTo>
                      <a:lnTo>
                        <a:pt x="8224" y="20255"/>
                      </a:lnTo>
                      <a:lnTo>
                        <a:pt x="8370" y="20150"/>
                      </a:lnTo>
                      <a:lnTo>
                        <a:pt x="8391" y="20066"/>
                      </a:lnTo>
                      <a:lnTo>
                        <a:pt x="8475" y="20045"/>
                      </a:lnTo>
                      <a:lnTo>
                        <a:pt x="8496" y="20087"/>
                      </a:lnTo>
                      <a:lnTo>
                        <a:pt x="8538" y="20045"/>
                      </a:lnTo>
                      <a:lnTo>
                        <a:pt x="8580" y="20045"/>
                      </a:lnTo>
                      <a:lnTo>
                        <a:pt x="8600" y="20108"/>
                      </a:lnTo>
                      <a:lnTo>
                        <a:pt x="8580" y="20192"/>
                      </a:lnTo>
                      <a:lnTo>
                        <a:pt x="8642" y="20192"/>
                      </a:lnTo>
                      <a:lnTo>
                        <a:pt x="8705" y="20087"/>
                      </a:lnTo>
                      <a:lnTo>
                        <a:pt x="8789" y="20087"/>
                      </a:lnTo>
                      <a:lnTo>
                        <a:pt x="8872" y="20004"/>
                      </a:lnTo>
                      <a:lnTo>
                        <a:pt x="8977" y="20004"/>
                      </a:lnTo>
                      <a:lnTo>
                        <a:pt x="9082" y="19857"/>
                      </a:lnTo>
                      <a:lnTo>
                        <a:pt x="9186" y="19794"/>
                      </a:lnTo>
                      <a:lnTo>
                        <a:pt x="9270" y="19836"/>
                      </a:lnTo>
                      <a:lnTo>
                        <a:pt x="9270" y="19899"/>
                      </a:lnTo>
                      <a:lnTo>
                        <a:pt x="9186" y="20004"/>
                      </a:lnTo>
                      <a:lnTo>
                        <a:pt x="9103" y="20150"/>
                      </a:lnTo>
                      <a:lnTo>
                        <a:pt x="9103" y="20192"/>
                      </a:lnTo>
                      <a:lnTo>
                        <a:pt x="9165" y="20192"/>
                      </a:lnTo>
                      <a:lnTo>
                        <a:pt x="9312" y="20045"/>
                      </a:lnTo>
                      <a:lnTo>
                        <a:pt x="9312" y="19857"/>
                      </a:lnTo>
                      <a:lnTo>
                        <a:pt x="9333" y="19836"/>
                      </a:lnTo>
                      <a:lnTo>
                        <a:pt x="9396" y="19899"/>
                      </a:lnTo>
                      <a:lnTo>
                        <a:pt x="9479" y="19857"/>
                      </a:lnTo>
                      <a:lnTo>
                        <a:pt x="9542" y="19878"/>
                      </a:lnTo>
                      <a:lnTo>
                        <a:pt x="9647" y="19878"/>
                      </a:lnTo>
                      <a:lnTo>
                        <a:pt x="9751" y="19753"/>
                      </a:lnTo>
                      <a:lnTo>
                        <a:pt x="9793" y="19753"/>
                      </a:lnTo>
                      <a:lnTo>
                        <a:pt x="9814" y="19773"/>
                      </a:lnTo>
                      <a:lnTo>
                        <a:pt x="9856" y="19648"/>
                      </a:lnTo>
                      <a:lnTo>
                        <a:pt x="9919" y="19585"/>
                      </a:lnTo>
                      <a:lnTo>
                        <a:pt x="9940" y="19627"/>
                      </a:lnTo>
                      <a:lnTo>
                        <a:pt x="9919" y="19690"/>
                      </a:lnTo>
                      <a:lnTo>
                        <a:pt x="9919" y="19794"/>
                      </a:lnTo>
                      <a:lnTo>
                        <a:pt x="9960" y="19773"/>
                      </a:lnTo>
                      <a:lnTo>
                        <a:pt x="10044" y="19669"/>
                      </a:lnTo>
                      <a:lnTo>
                        <a:pt x="10002" y="19648"/>
                      </a:lnTo>
                      <a:lnTo>
                        <a:pt x="10065" y="19564"/>
                      </a:lnTo>
                      <a:lnTo>
                        <a:pt x="10065" y="19522"/>
                      </a:lnTo>
                      <a:lnTo>
                        <a:pt x="9898" y="19522"/>
                      </a:lnTo>
                      <a:lnTo>
                        <a:pt x="9856" y="19481"/>
                      </a:lnTo>
                      <a:lnTo>
                        <a:pt x="10023" y="19439"/>
                      </a:lnTo>
                      <a:lnTo>
                        <a:pt x="10212" y="19334"/>
                      </a:lnTo>
                      <a:lnTo>
                        <a:pt x="10442" y="19334"/>
                      </a:lnTo>
                      <a:lnTo>
                        <a:pt x="10484" y="19271"/>
                      </a:lnTo>
                      <a:lnTo>
                        <a:pt x="10484" y="19209"/>
                      </a:lnTo>
                      <a:lnTo>
                        <a:pt x="10442" y="19209"/>
                      </a:lnTo>
                      <a:lnTo>
                        <a:pt x="10484" y="19167"/>
                      </a:lnTo>
                      <a:lnTo>
                        <a:pt x="10567" y="19146"/>
                      </a:lnTo>
                      <a:lnTo>
                        <a:pt x="10651" y="19104"/>
                      </a:lnTo>
                      <a:lnTo>
                        <a:pt x="10693" y="19104"/>
                      </a:lnTo>
                      <a:lnTo>
                        <a:pt x="10735" y="19209"/>
                      </a:lnTo>
                      <a:lnTo>
                        <a:pt x="10839" y="19209"/>
                      </a:lnTo>
                      <a:lnTo>
                        <a:pt x="10881" y="19125"/>
                      </a:lnTo>
                      <a:lnTo>
                        <a:pt x="10860" y="19104"/>
                      </a:lnTo>
                      <a:lnTo>
                        <a:pt x="10944" y="19020"/>
                      </a:lnTo>
                      <a:lnTo>
                        <a:pt x="10944" y="18916"/>
                      </a:lnTo>
                      <a:lnTo>
                        <a:pt x="10986" y="18853"/>
                      </a:lnTo>
                      <a:lnTo>
                        <a:pt x="11049" y="18916"/>
                      </a:lnTo>
                      <a:lnTo>
                        <a:pt x="11049" y="18999"/>
                      </a:lnTo>
                      <a:lnTo>
                        <a:pt x="11090" y="19041"/>
                      </a:lnTo>
                      <a:lnTo>
                        <a:pt x="11216" y="18957"/>
                      </a:lnTo>
                      <a:lnTo>
                        <a:pt x="11279" y="18895"/>
                      </a:lnTo>
                      <a:lnTo>
                        <a:pt x="11362" y="18895"/>
                      </a:lnTo>
                      <a:lnTo>
                        <a:pt x="11404" y="18790"/>
                      </a:lnTo>
                      <a:lnTo>
                        <a:pt x="11425" y="18748"/>
                      </a:lnTo>
                      <a:lnTo>
                        <a:pt x="11488" y="18811"/>
                      </a:lnTo>
                      <a:lnTo>
                        <a:pt x="11593" y="18790"/>
                      </a:lnTo>
                      <a:lnTo>
                        <a:pt x="11718" y="18623"/>
                      </a:lnTo>
                      <a:lnTo>
                        <a:pt x="11718" y="18539"/>
                      </a:lnTo>
                      <a:lnTo>
                        <a:pt x="11613" y="18539"/>
                      </a:lnTo>
                      <a:lnTo>
                        <a:pt x="11593" y="18518"/>
                      </a:lnTo>
                      <a:lnTo>
                        <a:pt x="11739" y="18413"/>
                      </a:lnTo>
                      <a:lnTo>
                        <a:pt x="11844" y="18393"/>
                      </a:lnTo>
                      <a:lnTo>
                        <a:pt x="11927" y="18288"/>
                      </a:lnTo>
                      <a:lnTo>
                        <a:pt x="11990" y="18288"/>
                      </a:lnTo>
                      <a:lnTo>
                        <a:pt x="12011" y="18330"/>
                      </a:lnTo>
                      <a:lnTo>
                        <a:pt x="12137" y="18204"/>
                      </a:lnTo>
                      <a:lnTo>
                        <a:pt x="12241" y="18141"/>
                      </a:lnTo>
                      <a:lnTo>
                        <a:pt x="12262" y="18079"/>
                      </a:lnTo>
                      <a:lnTo>
                        <a:pt x="12346" y="18037"/>
                      </a:lnTo>
                      <a:lnTo>
                        <a:pt x="12367" y="17995"/>
                      </a:lnTo>
                      <a:lnTo>
                        <a:pt x="12450" y="17995"/>
                      </a:lnTo>
                      <a:lnTo>
                        <a:pt x="12471" y="18079"/>
                      </a:lnTo>
                      <a:lnTo>
                        <a:pt x="12534" y="18100"/>
                      </a:lnTo>
                      <a:lnTo>
                        <a:pt x="12555" y="18016"/>
                      </a:lnTo>
                      <a:lnTo>
                        <a:pt x="12660" y="18016"/>
                      </a:lnTo>
                      <a:lnTo>
                        <a:pt x="12722" y="17995"/>
                      </a:lnTo>
                      <a:lnTo>
                        <a:pt x="12722" y="17911"/>
                      </a:lnTo>
                      <a:lnTo>
                        <a:pt x="12827" y="17890"/>
                      </a:lnTo>
                      <a:lnTo>
                        <a:pt x="12848" y="17828"/>
                      </a:lnTo>
                      <a:lnTo>
                        <a:pt x="12869" y="17869"/>
                      </a:lnTo>
                      <a:lnTo>
                        <a:pt x="13036" y="17890"/>
                      </a:lnTo>
                      <a:lnTo>
                        <a:pt x="13057" y="17786"/>
                      </a:lnTo>
                      <a:lnTo>
                        <a:pt x="13099" y="17786"/>
                      </a:lnTo>
                      <a:lnTo>
                        <a:pt x="13099" y="17849"/>
                      </a:lnTo>
                      <a:lnTo>
                        <a:pt x="13162" y="17849"/>
                      </a:lnTo>
                      <a:lnTo>
                        <a:pt x="13204" y="17786"/>
                      </a:lnTo>
                      <a:lnTo>
                        <a:pt x="13266" y="17849"/>
                      </a:lnTo>
                      <a:lnTo>
                        <a:pt x="13308" y="17807"/>
                      </a:lnTo>
                      <a:lnTo>
                        <a:pt x="13371" y="17660"/>
                      </a:lnTo>
                      <a:lnTo>
                        <a:pt x="13308" y="17660"/>
                      </a:lnTo>
                      <a:lnTo>
                        <a:pt x="13266" y="17681"/>
                      </a:lnTo>
                      <a:lnTo>
                        <a:pt x="13287" y="17597"/>
                      </a:lnTo>
                      <a:lnTo>
                        <a:pt x="13350" y="17556"/>
                      </a:lnTo>
                      <a:cubicBezTo>
                        <a:pt x="13371" y="17618"/>
                        <a:pt x="13392" y="17702"/>
                        <a:pt x="13455" y="17765"/>
                      </a:cubicBezTo>
                      <a:cubicBezTo>
                        <a:pt x="13517" y="17849"/>
                        <a:pt x="13392" y="17995"/>
                        <a:pt x="13308" y="18079"/>
                      </a:cubicBezTo>
                      <a:lnTo>
                        <a:pt x="13245" y="18183"/>
                      </a:lnTo>
                      <a:lnTo>
                        <a:pt x="13266" y="18225"/>
                      </a:lnTo>
                      <a:lnTo>
                        <a:pt x="13371" y="18309"/>
                      </a:lnTo>
                      <a:lnTo>
                        <a:pt x="13350" y="18413"/>
                      </a:lnTo>
                      <a:lnTo>
                        <a:pt x="13266" y="18351"/>
                      </a:lnTo>
                      <a:lnTo>
                        <a:pt x="13245" y="18393"/>
                      </a:lnTo>
                      <a:lnTo>
                        <a:pt x="13266" y="18497"/>
                      </a:lnTo>
                      <a:lnTo>
                        <a:pt x="13162" y="18623"/>
                      </a:lnTo>
                      <a:lnTo>
                        <a:pt x="13099" y="18602"/>
                      </a:lnTo>
                      <a:lnTo>
                        <a:pt x="13099" y="18351"/>
                      </a:lnTo>
                      <a:lnTo>
                        <a:pt x="13057" y="18330"/>
                      </a:lnTo>
                      <a:lnTo>
                        <a:pt x="12890" y="18351"/>
                      </a:lnTo>
                      <a:lnTo>
                        <a:pt x="12639" y="18497"/>
                      </a:lnTo>
                      <a:lnTo>
                        <a:pt x="12471" y="18602"/>
                      </a:lnTo>
                      <a:lnTo>
                        <a:pt x="12450" y="18665"/>
                      </a:lnTo>
                      <a:lnTo>
                        <a:pt x="12471" y="18727"/>
                      </a:lnTo>
                      <a:lnTo>
                        <a:pt x="12471" y="18853"/>
                      </a:lnTo>
                      <a:lnTo>
                        <a:pt x="12450" y="18957"/>
                      </a:lnTo>
                      <a:lnTo>
                        <a:pt x="12409" y="19041"/>
                      </a:lnTo>
                      <a:lnTo>
                        <a:pt x="12409" y="19146"/>
                      </a:lnTo>
                      <a:lnTo>
                        <a:pt x="12471" y="19188"/>
                      </a:lnTo>
                      <a:lnTo>
                        <a:pt x="12555" y="19167"/>
                      </a:lnTo>
                      <a:lnTo>
                        <a:pt x="12576" y="19125"/>
                      </a:lnTo>
                      <a:lnTo>
                        <a:pt x="12555" y="19083"/>
                      </a:lnTo>
                      <a:lnTo>
                        <a:pt x="12513" y="19062"/>
                      </a:lnTo>
                      <a:lnTo>
                        <a:pt x="12555" y="19020"/>
                      </a:lnTo>
                      <a:lnTo>
                        <a:pt x="12681" y="19020"/>
                      </a:lnTo>
                      <a:lnTo>
                        <a:pt x="12660" y="19062"/>
                      </a:lnTo>
                      <a:lnTo>
                        <a:pt x="12722" y="19125"/>
                      </a:lnTo>
                      <a:lnTo>
                        <a:pt x="12785" y="19041"/>
                      </a:lnTo>
                      <a:lnTo>
                        <a:pt x="12848" y="19041"/>
                      </a:lnTo>
                      <a:lnTo>
                        <a:pt x="12764" y="19146"/>
                      </a:lnTo>
                      <a:lnTo>
                        <a:pt x="12764" y="19188"/>
                      </a:lnTo>
                      <a:lnTo>
                        <a:pt x="12555" y="19355"/>
                      </a:lnTo>
                      <a:lnTo>
                        <a:pt x="12534" y="19397"/>
                      </a:lnTo>
                      <a:lnTo>
                        <a:pt x="12639" y="19439"/>
                      </a:lnTo>
                      <a:lnTo>
                        <a:pt x="12681" y="19355"/>
                      </a:lnTo>
                      <a:lnTo>
                        <a:pt x="12764" y="19292"/>
                      </a:lnTo>
                      <a:lnTo>
                        <a:pt x="12764" y="19229"/>
                      </a:lnTo>
                      <a:lnTo>
                        <a:pt x="12890" y="19146"/>
                      </a:lnTo>
                      <a:lnTo>
                        <a:pt x="12869" y="19083"/>
                      </a:lnTo>
                      <a:lnTo>
                        <a:pt x="12932" y="19041"/>
                      </a:lnTo>
                      <a:lnTo>
                        <a:pt x="12973" y="19041"/>
                      </a:lnTo>
                      <a:lnTo>
                        <a:pt x="13036" y="18916"/>
                      </a:lnTo>
                      <a:lnTo>
                        <a:pt x="13078" y="18937"/>
                      </a:lnTo>
                      <a:lnTo>
                        <a:pt x="13183" y="18916"/>
                      </a:lnTo>
                      <a:lnTo>
                        <a:pt x="13287" y="18937"/>
                      </a:lnTo>
                      <a:lnTo>
                        <a:pt x="13455" y="18832"/>
                      </a:lnTo>
                      <a:lnTo>
                        <a:pt x="13413" y="18748"/>
                      </a:lnTo>
                      <a:lnTo>
                        <a:pt x="13287" y="18706"/>
                      </a:lnTo>
                      <a:lnTo>
                        <a:pt x="13371" y="18665"/>
                      </a:lnTo>
                      <a:lnTo>
                        <a:pt x="13497" y="18665"/>
                      </a:lnTo>
                      <a:lnTo>
                        <a:pt x="13580" y="18769"/>
                      </a:lnTo>
                      <a:lnTo>
                        <a:pt x="13664" y="18769"/>
                      </a:lnTo>
                      <a:lnTo>
                        <a:pt x="13727" y="18665"/>
                      </a:lnTo>
                      <a:lnTo>
                        <a:pt x="13685" y="18539"/>
                      </a:lnTo>
                      <a:lnTo>
                        <a:pt x="13580" y="18518"/>
                      </a:lnTo>
                      <a:lnTo>
                        <a:pt x="13622" y="18455"/>
                      </a:lnTo>
                      <a:lnTo>
                        <a:pt x="13706" y="18455"/>
                      </a:lnTo>
                      <a:lnTo>
                        <a:pt x="13789" y="18497"/>
                      </a:lnTo>
                      <a:lnTo>
                        <a:pt x="13852" y="18455"/>
                      </a:lnTo>
                      <a:lnTo>
                        <a:pt x="13894" y="18518"/>
                      </a:lnTo>
                      <a:lnTo>
                        <a:pt x="13957" y="18539"/>
                      </a:lnTo>
                      <a:lnTo>
                        <a:pt x="14041" y="18413"/>
                      </a:lnTo>
                      <a:lnTo>
                        <a:pt x="14020" y="18330"/>
                      </a:lnTo>
                      <a:lnTo>
                        <a:pt x="13957" y="18309"/>
                      </a:lnTo>
                      <a:lnTo>
                        <a:pt x="13957" y="18225"/>
                      </a:lnTo>
                      <a:lnTo>
                        <a:pt x="14062" y="18225"/>
                      </a:lnTo>
                      <a:lnTo>
                        <a:pt x="14166" y="18204"/>
                      </a:lnTo>
                      <a:lnTo>
                        <a:pt x="14124" y="18079"/>
                      </a:lnTo>
                      <a:lnTo>
                        <a:pt x="14041" y="18037"/>
                      </a:lnTo>
                      <a:lnTo>
                        <a:pt x="13957" y="18079"/>
                      </a:lnTo>
                      <a:lnTo>
                        <a:pt x="14041" y="17995"/>
                      </a:lnTo>
                      <a:cubicBezTo>
                        <a:pt x="14062" y="17974"/>
                        <a:pt x="14041" y="17932"/>
                        <a:pt x="14041" y="17932"/>
                      </a:cubicBezTo>
                      <a:lnTo>
                        <a:pt x="14145" y="17828"/>
                      </a:lnTo>
                      <a:lnTo>
                        <a:pt x="14166" y="17911"/>
                      </a:lnTo>
                      <a:lnTo>
                        <a:pt x="14229" y="17911"/>
                      </a:lnTo>
                      <a:lnTo>
                        <a:pt x="14313" y="17807"/>
                      </a:lnTo>
                      <a:lnTo>
                        <a:pt x="14354" y="17869"/>
                      </a:lnTo>
                      <a:lnTo>
                        <a:pt x="14438" y="17828"/>
                      </a:lnTo>
                      <a:lnTo>
                        <a:pt x="14417" y="17765"/>
                      </a:lnTo>
                      <a:lnTo>
                        <a:pt x="14334" y="17723"/>
                      </a:lnTo>
                      <a:lnTo>
                        <a:pt x="14396" y="17660"/>
                      </a:lnTo>
                      <a:lnTo>
                        <a:pt x="14438" y="17597"/>
                      </a:lnTo>
                      <a:lnTo>
                        <a:pt x="14396" y="17514"/>
                      </a:lnTo>
                      <a:lnTo>
                        <a:pt x="14313" y="17556"/>
                      </a:lnTo>
                      <a:lnTo>
                        <a:pt x="14292" y="17597"/>
                      </a:lnTo>
                      <a:lnTo>
                        <a:pt x="14229" y="17597"/>
                      </a:lnTo>
                      <a:lnTo>
                        <a:pt x="14250" y="17493"/>
                      </a:lnTo>
                      <a:lnTo>
                        <a:pt x="14208" y="17472"/>
                      </a:lnTo>
                      <a:lnTo>
                        <a:pt x="14103" y="17493"/>
                      </a:lnTo>
                      <a:lnTo>
                        <a:pt x="14041" y="17577"/>
                      </a:lnTo>
                      <a:lnTo>
                        <a:pt x="14103" y="17618"/>
                      </a:lnTo>
                      <a:lnTo>
                        <a:pt x="14041" y="17723"/>
                      </a:lnTo>
                      <a:lnTo>
                        <a:pt x="13999" y="17702"/>
                      </a:lnTo>
                      <a:lnTo>
                        <a:pt x="13978" y="17786"/>
                      </a:lnTo>
                      <a:lnTo>
                        <a:pt x="13894" y="17765"/>
                      </a:lnTo>
                      <a:lnTo>
                        <a:pt x="13831" y="17807"/>
                      </a:lnTo>
                      <a:lnTo>
                        <a:pt x="13873" y="17869"/>
                      </a:lnTo>
                      <a:lnTo>
                        <a:pt x="13999" y="17995"/>
                      </a:lnTo>
                      <a:lnTo>
                        <a:pt x="13831" y="18141"/>
                      </a:lnTo>
                      <a:lnTo>
                        <a:pt x="13831" y="18079"/>
                      </a:lnTo>
                      <a:lnTo>
                        <a:pt x="13727" y="17995"/>
                      </a:lnTo>
                      <a:lnTo>
                        <a:pt x="13685" y="18037"/>
                      </a:lnTo>
                      <a:lnTo>
                        <a:pt x="13706" y="18121"/>
                      </a:lnTo>
                      <a:lnTo>
                        <a:pt x="13685" y="18225"/>
                      </a:lnTo>
                      <a:lnTo>
                        <a:pt x="13622" y="18204"/>
                      </a:lnTo>
                      <a:lnTo>
                        <a:pt x="13580" y="18225"/>
                      </a:lnTo>
                      <a:lnTo>
                        <a:pt x="13517" y="18330"/>
                      </a:lnTo>
                      <a:lnTo>
                        <a:pt x="13434" y="18351"/>
                      </a:lnTo>
                      <a:lnTo>
                        <a:pt x="13434" y="18288"/>
                      </a:lnTo>
                      <a:lnTo>
                        <a:pt x="13497" y="18225"/>
                      </a:lnTo>
                      <a:lnTo>
                        <a:pt x="13497" y="18121"/>
                      </a:lnTo>
                      <a:lnTo>
                        <a:pt x="13413" y="18079"/>
                      </a:lnTo>
                      <a:lnTo>
                        <a:pt x="13371" y="18079"/>
                      </a:lnTo>
                      <a:cubicBezTo>
                        <a:pt x="13413" y="17995"/>
                        <a:pt x="13476" y="17911"/>
                        <a:pt x="13559" y="17849"/>
                      </a:cubicBezTo>
                      <a:lnTo>
                        <a:pt x="13559" y="17807"/>
                      </a:lnTo>
                      <a:cubicBezTo>
                        <a:pt x="13497" y="17702"/>
                        <a:pt x="13476" y="17597"/>
                        <a:pt x="13434" y="17493"/>
                      </a:cubicBezTo>
                      <a:lnTo>
                        <a:pt x="13476" y="17493"/>
                      </a:lnTo>
                      <a:lnTo>
                        <a:pt x="13517" y="17535"/>
                      </a:lnTo>
                      <a:lnTo>
                        <a:pt x="13538" y="17493"/>
                      </a:lnTo>
                      <a:lnTo>
                        <a:pt x="13497" y="17409"/>
                      </a:lnTo>
                      <a:lnTo>
                        <a:pt x="13413" y="17388"/>
                      </a:lnTo>
                      <a:lnTo>
                        <a:pt x="13476" y="17367"/>
                      </a:lnTo>
                      <a:lnTo>
                        <a:pt x="13580" y="17388"/>
                      </a:lnTo>
                      <a:lnTo>
                        <a:pt x="13706" y="17263"/>
                      </a:lnTo>
                      <a:lnTo>
                        <a:pt x="13831" y="17263"/>
                      </a:lnTo>
                      <a:lnTo>
                        <a:pt x="13936" y="17158"/>
                      </a:lnTo>
                      <a:lnTo>
                        <a:pt x="14020" y="17137"/>
                      </a:lnTo>
                      <a:lnTo>
                        <a:pt x="14145" y="16991"/>
                      </a:lnTo>
                      <a:lnTo>
                        <a:pt x="14145" y="16844"/>
                      </a:lnTo>
                      <a:lnTo>
                        <a:pt x="14103" y="16781"/>
                      </a:lnTo>
                      <a:lnTo>
                        <a:pt x="14082" y="16781"/>
                      </a:lnTo>
                      <a:lnTo>
                        <a:pt x="14020" y="16656"/>
                      </a:lnTo>
                      <a:lnTo>
                        <a:pt x="13957" y="16635"/>
                      </a:lnTo>
                      <a:lnTo>
                        <a:pt x="13810" y="16635"/>
                      </a:lnTo>
                      <a:lnTo>
                        <a:pt x="13831" y="16530"/>
                      </a:lnTo>
                      <a:lnTo>
                        <a:pt x="13831" y="16426"/>
                      </a:lnTo>
                      <a:lnTo>
                        <a:pt x="13999" y="16363"/>
                      </a:lnTo>
                      <a:lnTo>
                        <a:pt x="14020" y="16321"/>
                      </a:lnTo>
                      <a:lnTo>
                        <a:pt x="14103" y="16300"/>
                      </a:lnTo>
                      <a:lnTo>
                        <a:pt x="14124" y="16216"/>
                      </a:lnTo>
                      <a:lnTo>
                        <a:pt x="14103" y="16216"/>
                      </a:lnTo>
                      <a:lnTo>
                        <a:pt x="14145" y="16154"/>
                      </a:lnTo>
                      <a:lnTo>
                        <a:pt x="14250" y="16196"/>
                      </a:lnTo>
                      <a:lnTo>
                        <a:pt x="14417" y="16091"/>
                      </a:lnTo>
                      <a:lnTo>
                        <a:pt x="14522" y="16175"/>
                      </a:lnTo>
                      <a:lnTo>
                        <a:pt x="14647" y="16091"/>
                      </a:lnTo>
                      <a:lnTo>
                        <a:pt x="14626" y="16175"/>
                      </a:lnTo>
                      <a:lnTo>
                        <a:pt x="14647" y="16216"/>
                      </a:lnTo>
                      <a:lnTo>
                        <a:pt x="14731" y="16216"/>
                      </a:lnTo>
                      <a:lnTo>
                        <a:pt x="14857" y="16091"/>
                      </a:lnTo>
                      <a:lnTo>
                        <a:pt x="14836" y="16028"/>
                      </a:lnTo>
                      <a:lnTo>
                        <a:pt x="14773" y="16007"/>
                      </a:lnTo>
                      <a:lnTo>
                        <a:pt x="14752" y="15965"/>
                      </a:lnTo>
                      <a:lnTo>
                        <a:pt x="14794" y="15924"/>
                      </a:lnTo>
                      <a:lnTo>
                        <a:pt x="14919" y="15986"/>
                      </a:lnTo>
                      <a:lnTo>
                        <a:pt x="15129" y="15924"/>
                      </a:lnTo>
                      <a:lnTo>
                        <a:pt x="15170" y="15777"/>
                      </a:lnTo>
                      <a:lnTo>
                        <a:pt x="15129" y="15631"/>
                      </a:lnTo>
                      <a:lnTo>
                        <a:pt x="14961" y="15526"/>
                      </a:lnTo>
                      <a:lnTo>
                        <a:pt x="14891" y="15526"/>
                      </a:lnTo>
                      <a:lnTo>
                        <a:pt x="14919" y="15505"/>
                      </a:lnTo>
                      <a:lnTo>
                        <a:pt x="15066" y="15505"/>
                      </a:lnTo>
                      <a:lnTo>
                        <a:pt x="15150" y="15589"/>
                      </a:lnTo>
                      <a:lnTo>
                        <a:pt x="15296" y="15589"/>
                      </a:lnTo>
                      <a:lnTo>
                        <a:pt x="15401" y="15484"/>
                      </a:lnTo>
                      <a:lnTo>
                        <a:pt x="15401" y="15400"/>
                      </a:lnTo>
                      <a:lnTo>
                        <a:pt x="15673" y="15275"/>
                      </a:lnTo>
                      <a:lnTo>
                        <a:pt x="15798" y="15149"/>
                      </a:lnTo>
                      <a:lnTo>
                        <a:pt x="15924" y="15149"/>
                      </a:lnTo>
                      <a:lnTo>
                        <a:pt x="15986" y="15087"/>
                      </a:lnTo>
                      <a:lnTo>
                        <a:pt x="15986" y="15003"/>
                      </a:lnTo>
                      <a:lnTo>
                        <a:pt x="16217" y="14836"/>
                      </a:lnTo>
                      <a:lnTo>
                        <a:pt x="16426" y="14794"/>
                      </a:lnTo>
                      <a:lnTo>
                        <a:pt x="16656" y="14584"/>
                      </a:lnTo>
                      <a:lnTo>
                        <a:pt x="16844" y="14564"/>
                      </a:lnTo>
                      <a:lnTo>
                        <a:pt x="17033" y="14333"/>
                      </a:lnTo>
                      <a:lnTo>
                        <a:pt x="16949" y="14480"/>
                      </a:lnTo>
                      <a:lnTo>
                        <a:pt x="16949" y="14626"/>
                      </a:lnTo>
                      <a:lnTo>
                        <a:pt x="17012" y="14647"/>
                      </a:lnTo>
                      <a:lnTo>
                        <a:pt x="17075" y="14668"/>
                      </a:lnTo>
                      <a:lnTo>
                        <a:pt x="17116" y="14731"/>
                      </a:lnTo>
                      <a:lnTo>
                        <a:pt x="17263" y="14564"/>
                      </a:lnTo>
                      <a:lnTo>
                        <a:pt x="17367" y="14522"/>
                      </a:lnTo>
                      <a:lnTo>
                        <a:pt x="17598" y="14438"/>
                      </a:lnTo>
                      <a:lnTo>
                        <a:pt x="17681" y="14354"/>
                      </a:lnTo>
                      <a:lnTo>
                        <a:pt x="17681" y="14354"/>
                      </a:lnTo>
                      <a:lnTo>
                        <a:pt x="17639" y="14480"/>
                      </a:lnTo>
                      <a:lnTo>
                        <a:pt x="17451" y="14584"/>
                      </a:lnTo>
                      <a:lnTo>
                        <a:pt x="17326" y="14584"/>
                      </a:lnTo>
                      <a:lnTo>
                        <a:pt x="17054" y="14856"/>
                      </a:lnTo>
                      <a:lnTo>
                        <a:pt x="17033" y="14961"/>
                      </a:lnTo>
                      <a:lnTo>
                        <a:pt x="17158" y="15149"/>
                      </a:lnTo>
                      <a:lnTo>
                        <a:pt x="17179" y="15275"/>
                      </a:lnTo>
                      <a:lnTo>
                        <a:pt x="17054" y="15191"/>
                      </a:lnTo>
                      <a:lnTo>
                        <a:pt x="16949" y="15191"/>
                      </a:lnTo>
                      <a:lnTo>
                        <a:pt x="16886" y="15212"/>
                      </a:lnTo>
                      <a:lnTo>
                        <a:pt x="16823" y="15212"/>
                      </a:lnTo>
                      <a:lnTo>
                        <a:pt x="16719" y="15149"/>
                      </a:lnTo>
                      <a:lnTo>
                        <a:pt x="16698" y="14982"/>
                      </a:lnTo>
                      <a:lnTo>
                        <a:pt x="16510" y="15066"/>
                      </a:lnTo>
                      <a:lnTo>
                        <a:pt x="16405" y="15066"/>
                      </a:lnTo>
                      <a:lnTo>
                        <a:pt x="16238" y="15170"/>
                      </a:lnTo>
                      <a:lnTo>
                        <a:pt x="16091" y="15170"/>
                      </a:lnTo>
                      <a:lnTo>
                        <a:pt x="15986" y="15275"/>
                      </a:lnTo>
                      <a:lnTo>
                        <a:pt x="15986" y="15380"/>
                      </a:lnTo>
                      <a:lnTo>
                        <a:pt x="16007" y="15421"/>
                      </a:lnTo>
                      <a:lnTo>
                        <a:pt x="15903" y="15610"/>
                      </a:lnTo>
                      <a:lnTo>
                        <a:pt x="15777" y="15693"/>
                      </a:lnTo>
                      <a:lnTo>
                        <a:pt x="15714" y="15840"/>
                      </a:lnTo>
                      <a:lnTo>
                        <a:pt x="15380" y="16133"/>
                      </a:lnTo>
                      <a:lnTo>
                        <a:pt x="15296" y="16237"/>
                      </a:lnTo>
                      <a:lnTo>
                        <a:pt x="15296" y="16321"/>
                      </a:lnTo>
                      <a:lnTo>
                        <a:pt x="15401" y="16468"/>
                      </a:lnTo>
                      <a:lnTo>
                        <a:pt x="15463" y="16405"/>
                      </a:lnTo>
                      <a:lnTo>
                        <a:pt x="15505" y="16405"/>
                      </a:lnTo>
                      <a:lnTo>
                        <a:pt x="15610" y="16321"/>
                      </a:lnTo>
                      <a:lnTo>
                        <a:pt x="15694" y="16342"/>
                      </a:lnTo>
                      <a:lnTo>
                        <a:pt x="15694" y="16405"/>
                      </a:lnTo>
                      <a:lnTo>
                        <a:pt x="15484" y="16551"/>
                      </a:lnTo>
                      <a:lnTo>
                        <a:pt x="15401" y="16551"/>
                      </a:lnTo>
                      <a:lnTo>
                        <a:pt x="15359" y="16656"/>
                      </a:lnTo>
                      <a:lnTo>
                        <a:pt x="15254" y="16614"/>
                      </a:lnTo>
                      <a:lnTo>
                        <a:pt x="15170" y="16614"/>
                      </a:lnTo>
                      <a:lnTo>
                        <a:pt x="15087" y="16635"/>
                      </a:lnTo>
                      <a:lnTo>
                        <a:pt x="15087" y="16740"/>
                      </a:lnTo>
                      <a:lnTo>
                        <a:pt x="15024" y="16719"/>
                      </a:lnTo>
                      <a:lnTo>
                        <a:pt x="14919" y="16740"/>
                      </a:lnTo>
                      <a:lnTo>
                        <a:pt x="14919" y="16865"/>
                      </a:lnTo>
                      <a:lnTo>
                        <a:pt x="15066" y="17053"/>
                      </a:lnTo>
                      <a:lnTo>
                        <a:pt x="15129" y="17032"/>
                      </a:lnTo>
                      <a:lnTo>
                        <a:pt x="15170" y="16949"/>
                      </a:lnTo>
                      <a:lnTo>
                        <a:pt x="15233" y="17032"/>
                      </a:lnTo>
                      <a:lnTo>
                        <a:pt x="15275" y="16886"/>
                      </a:lnTo>
                      <a:lnTo>
                        <a:pt x="15359" y="16886"/>
                      </a:lnTo>
                      <a:lnTo>
                        <a:pt x="15359" y="16991"/>
                      </a:lnTo>
                      <a:lnTo>
                        <a:pt x="15442" y="16949"/>
                      </a:lnTo>
                      <a:lnTo>
                        <a:pt x="15463" y="16865"/>
                      </a:lnTo>
                      <a:lnTo>
                        <a:pt x="15526" y="16823"/>
                      </a:lnTo>
                      <a:lnTo>
                        <a:pt x="15652" y="16740"/>
                      </a:lnTo>
                      <a:lnTo>
                        <a:pt x="15652" y="16614"/>
                      </a:lnTo>
                      <a:lnTo>
                        <a:pt x="15714" y="16530"/>
                      </a:lnTo>
                      <a:lnTo>
                        <a:pt x="15714" y="16572"/>
                      </a:lnTo>
                      <a:lnTo>
                        <a:pt x="15673" y="16635"/>
                      </a:lnTo>
                      <a:lnTo>
                        <a:pt x="15714" y="16719"/>
                      </a:lnTo>
                      <a:lnTo>
                        <a:pt x="15840" y="16719"/>
                      </a:lnTo>
                      <a:lnTo>
                        <a:pt x="16028" y="16572"/>
                      </a:lnTo>
                      <a:lnTo>
                        <a:pt x="16175" y="16572"/>
                      </a:lnTo>
                      <a:lnTo>
                        <a:pt x="16196" y="16656"/>
                      </a:lnTo>
                      <a:lnTo>
                        <a:pt x="16258" y="16614"/>
                      </a:lnTo>
                      <a:lnTo>
                        <a:pt x="16321" y="16405"/>
                      </a:lnTo>
                      <a:lnTo>
                        <a:pt x="16447" y="16321"/>
                      </a:lnTo>
                      <a:lnTo>
                        <a:pt x="16510" y="16321"/>
                      </a:lnTo>
                      <a:lnTo>
                        <a:pt x="16363" y="16468"/>
                      </a:lnTo>
                      <a:lnTo>
                        <a:pt x="16363" y="16551"/>
                      </a:lnTo>
                      <a:lnTo>
                        <a:pt x="16447" y="16509"/>
                      </a:lnTo>
                      <a:lnTo>
                        <a:pt x="16572" y="16342"/>
                      </a:lnTo>
                      <a:lnTo>
                        <a:pt x="16656" y="16154"/>
                      </a:lnTo>
                      <a:lnTo>
                        <a:pt x="16740" y="16112"/>
                      </a:lnTo>
                      <a:lnTo>
                        <a:pt x="16740" y="16196"/>
                      </a:lnTo>
                      <a:lnTo>
                        <a:pt x="16656" y="16321"/>
                      </a:lnTo>
                      <a:lnTo>
                        <a:pt x="16656" y="16363"/>
                      </a:lnTo>
                      <a:lnTo>
                        <a:pt x="16782" y="16237"/>
                      </a:lnTo>
                      <a:lnTo>
                        <a:pt x="16844" y="16321"/>
                      </a:lnTo>
                      <a:lnTo>
                        <a:pt x="16844" y="16405"/>
                      </a:lnTo>
                      <a:lnTo>
                        <a:pt x="16970" y="16426"/>
                      </a:lnTo>
                      <a:lnTo>
                        <a:pt x="17033" y="16468"/>
                      </a:lnTo>
                      <a:lnTo>
                        <a:pt x="17095" y="16405"/>
                      </a:lnTo>
                      <a:lnTo>
                        <a:pt x="17158" y="16258"/>
                      </a:lnTo>
                      <a:lnTo>
                        <a:pt x="17305" y="16237"/>
                      </a:lnTo>
                      <a:lnTo>
                        <a:pt x="17409" y="16154"/>
                      </a:lnTo>
                      <a:lnTo>
                        <a:pt x="17347" y="16133"/>
                      </a:lnTo>
                      <a:lnTo>
                        <a:pt x="17367" y="16007"/>
                      </a:lnTo>
                      <a:lnTo>
                        <a:pt x="17577" y="15924"/>
                      </a:lnTo>
                      <a:lnTo>
                        <a:pt x="17598" y="15840"/>
                      </a:lnTo>
                      <a:lnTo>
                        <a:pt x="17598" y="15735"/>
                      </a:lnTo>
                      <a:lnTo>
                        <a:pt x="17493" y="15777"/>
                      </a:lnTo>
                      <a:lnTo>
                        <a:pt x="17409" y="15714"/>
                      </a:lnTo>
                      <a:lnTo>
                        <a:pt x="17284" y="15693"/>
                      </a:lnTo>
                      <a:lnTo>
                        <a:pt x="17347" y="15610"/>
                      </a:lnTo>
                      <a:lnTo>
                        <a:pt x="17451" y="15610"/>
                      </a:lnTo>
                      <a:lnTo>
                        <a:pt x="17514" y="15631"/>
                      </a:lnTo>
                      <a:lnTo>
                        <a:pt x="17577" y="15568"/>
                      </a:lnTo>
                      <a:lnTo>
                        <a:pt x="17577" y="15463"/>
                      </a:lnTo>
                      <a:lnTo>
                        <a:pt x="17472" y="15505"/>
                      </a:lnTo>
                      <a:lnTo>
                        <a:pt x="17367" y="15400"/>
                      </a:lnTo>
                      <a:lnTo>
                        <a:pt x="17367" y="15317"/>
                      </a:lnTo>
                      <a:lnTo>
                        <a:pt x="17514" y="15296"/>
                      </a:lnTo>
                      <a:lnTo>
                        <a:pt x="17598" y="15275"/>
                      </a:lnTo>
                      <a:lnTo>
                        <a:pt x="17660" y="15296"/>
                      </a:lnTo>
                      <a:lnTo>
                        <a:pt x="17681" y="15254"/>
                      </a:lnTo>
                      <a:lnTo>
                        <a:pt x="17619" y="15108"/>
                      </a:lnTo>
                      <a:lnTo>
                        <a:pt x="17807" y="15045"/>
                      </a:lnTo>
                      <a:lnTo>
                        <a:pt x="17911" y="15108"/>
                      </a:lnTo>
                      <a:lnTo>
                        <a:pt x="17995" y="15087"/>
                      </a:lnTo>
                      <a:lnTo>
                        <a:pt x="18121" y="15087"/>
                      </a:lnTo>
                      <a:lnTo>
                        <a:pt x="17911" y="15254"/>
                      </a:lnTo>
                      <a:lnTo>
                        <a:pt x="17911" y="15359"/>
                      </a:lnTo>
                      <a:lnTo>
                        <a:pt x="17932" y="15526"/>
                      </a:lnTo>
                      <a:lnTo>
                        <a:pt x="17995" y="15526"/>
                      </a:lnTo>
                      <a:lnTo>
                        <a:pt x="18079" y="15317"/>
                      </a:lnTo>
                      <a:lnTo>
                        <a:pt x="18142" y="15275"/>
                      </a:lnTo>
                      <a:lnTo>
                        <a:pt x="18204" y="15275"/>
                      </a:lnTo>
                      <a:lnTo>
                        <a:pt x="18183" y="15359"/>
                      </a:lnTo>
                      <a:lnTo>
                        <a:pt x="18121" y="15421"/>
                      </a:lnTo>
                      <a:lnTo>
                        <a:pt x="18142" y="15505"/>
                      </a:lnTo>
                      <a:lnTo>
                        <a:pt x="18288" y="15400"/>
                      </a:lnTo>
                      <a:lnTo>
                        <a:pt x="18309" y="15317"/>
                      </a:lnTo>
                      <a:lnTo>
                        <a:pt x="18393" y="15400"/>
                      </a:lnTo>
                      <a:lnTo>
                        <a:pt x="18497" y="15317"/>
                      </a:lnTo>
                      <a:lnTo>
                        <a:pt x="18539" y="15317"/>
                      </a:lnTo>
                      <a:lnTo>
                        <a:pt x="18644" y="15254"/>
                      </a:lnTo>
                      <a:lnTo>
                        <a:pt x="18769" y="15212"/>
                      </a:lnTo>
                      <a:lnTo>
                        <a:pt x="18874" y="15254"/>
                      </a:lnTo>
                      <a:lnTo>
                        <a:pt x="18853" y="15296"/>
                      </a:lnTo>
                      <a:lnTo>
                        <a:pt x="18727" y="15296"/>
                      </a:lnTo>
                      <a:lnTo>
                        <a:pt x="18602" y="15421"/>
                      </a:lnTo>
                      <a:lnTo>
                        <a:pt x="18686" y="15421"/>
                      </a:lnTo>
                      <a:lnTo>
                        <a:pt x="18623" y="15505"/>
                      </a:lnTo>
                      <a:lnTo>
                        <a:pt x="18686" y="15568"/>
                      </a:lnTo>
                      <a:lnTo>
                        <a:pt x="18895" y="15610"/>
                      </a:lnTo>
                      <a:lnTo>
                        <a:pt x="18958" y="15693"/>
                      </a:lnTo>
                      <a:lnTo>
                        <a:pt x="18958" y="15735"/>
                      </a:lnTo>
                      <a:lnTo>
                        <a:pt x="18832" y="15631"/>
                      </a:lnTo>
                      <a:lnTo>
                        <a:pt x="18686" y="15610"/>
                      </a:lnTo>
                      <a:lnTo>
                        <a:pt x="18581" y="15672"/>
                      </a:lnTo>
                      <a:lnTo>
                        <a:pt x="18581" y="15777"/>
                      </a:lnTo>
                      <a:lnTo>
                        <a:pt x="18644" y="15798"/>
                      </a:lnTo>
                      <a:lnTo>
                        <a:pt x="18748" y="15735"/>
                      </a:lnTo>
                      <a:lnTo>
                        <a:pt x="18832" y="15819"/>
                      </a:lnTo>
                      <a:lnTo>
                        <a:pt x="18790" y="15840"/>
                      </a:lnTo>
                      <a:lnTo>
                        <a:pt x="18644" y="15840"/>
                      </a:lnTo>
                      <a:lnTo>
                        <a:pt x="18644" y="15924"/>
                      </a:lnTo>
                      <a:lnTo>
                        <a:pt x="18811" y="15986"/>
                      </a:lnTo>
                      <a:lnTo>
                        <a:pt x="18853" y="16049"/>
                      </a:lnTo>
                      <a:lnTo>
                        <a:pt x="18790" y="16091"/>
                      </a:lnTo>
                      <a:lnTo>
                        <a:pt x="18707" y="16112"/>
                      </a:lnTo>
                      <a:lnTo>
                        <a:pt x="18707" y="16154"/>
                      </a:lnTo>
                      <a:lnTo>
                        <a:pt x="18811" y="16154"/>
                      </a:lnTo>
                      <a:lnTo>
                        <a:pt x="18916" y="16112"/>
                      </a:lnTo>
                      <a:lnTo>
                        <a:pt x="19020" y="16196"/>
                      </a:lnTo>
                      <a:lnTo>
                        <a:pt x="19125" y="16237"/>
                      </a:lnTo>
                      <a:lnTo>
                        <a:pt x="19271" y="16196"/>
                      </a:lnTo>
                      <a:lnTo>
                        <a:pt x="19334" y="16258"/>
                      </a:lnTo>
                      <a:lnTo>
                        <a:pt x="19334" y="16321"/>
                      </a:lnTo>
                      <a:lnTo>
                        <a:pt x="19251" y="16363"/>
                      </a:lnTo>
                      <a:lnTo>
                        <a:pt x="19271" y="16447"/>
                      </a:lnTo>
                      <a:lnTo>
                        <a:pt x="19334" y="16468"/>
                      </a:lnTo>
                      <a:lnTo>
                        <a:pt x="19355" y="16551"/>
                      </a:lnTo>
                      <a:lnTo>
                        <a:pt x="19439" y="16572"/>
                      </a:lnTo>
                      <a:lnTo>
                        <a:pt x="19523" y="16488"/>
                      </a:lnTo>
                      <a:lnTo>
                        <a:pt x="19481" y="16426"/>
                      </a:lnTo>
                      <a:lnTo>
                        <a:pt x="19523" y="16384"/>
                      </a:lnTo>
                      <a:lnTo>
                        <a:pt x="19648" y="16384"/>
                      </a:lnTo>
                      <a:lnTo>
                        <a:pt x="19564" y="16488"/>
                      </a:lnTo>
                      <a:lnTo>
                        <a:pt x="19564" y="16551"/>
                      </a:lnTo>
                      <a:lnTo>
                        <a:pt x="19418" y="16719"/>
                      </a:lnTo>
                      <a:lnTo>
                        <a:pt x="19443" y="16744"/>
                      </a:lnTo>
                      <a:lnTo>
                        <a:pt x="19376" y="16760"/>
                      </a:lnTo>
                      <a:lnTo>
                        <a:pt x="19418" y="16844"/>
                      </a:lnTo>
                      <a:lnTo>
                        <a:pt x="19690" y="16907"/>
                      </a:lnTo>
                      <a:lnTo>
                        <a:pt x="19774" y="16865"/>
                      </a:lnTo>
                      <a:lnTo>
                        <a:pt x="19857" y="16907"/>
                      </a:lnTo>
                      <a:lnTo>
                        <a:pt x="20108" y="16907"/>
                      </a:lnTo>
                      <a:lnTo>
                        <a:pt x="20234" y="16865"/>
                      </a:lnTo>
                      <a:lnTo>
                        <a:pt x="20297" y="16907"/>
                      </a:lnTo>
                      <a:lnTo>
                        <a:pt x="20297" y="16970"/>
                      </a:lnTo>
                      <a:lnTo>
                        <a:pt x="20380" y="16970"/>
                      </a:lnTo>
                      <a:lnTo>
                        <a:pt x="20443" y="17053"/>
                      </a:lnTo>
                      <a:lnTo>
                        <a:pt x="20527" y="17116"/>
                      </a:lnTo>
                      <a:lnTo>
                        <a:pt x="20548" y="17179"/>
                      </a:lnTo>
                      <a:lnTo>
                        <a:pt x="20652" y="17179"/>
                      </a:lnTo>
                      <a:lnTo>
                        <a:pt x="20820" y="17116"/>
                      </a:lnTo>
                      <a:lnTo>
                        <a:pt x="20841" y="17074"/>
                      </a:lnTo>
                      <a:lnTo>
                        <a:pt x="20904" y="17116"/>
                      </a:lnTo>
                      <a:lnTo>
                        <a:pt x="20904" y="17179"/>
                      </a:lnTo>
                      <a:lnTo>
                        <a:pt x="20820" y="17263"/>
                      </a:lnTo>
                      <a:lnTo>
                        <a:pt x="20715" y="17284"/>
                      </a:lnTo>
                      <a:lnTo>
                        <a:pt x="20736" y="17346"/>
                      </a:lnTo>
                      <a:lnTo>
                        <a:pt x="20904" y="17388"/>
                      </a:lnTo>
                      <a:lnTo>
                        <a:pt x="20924" y="17493"/>
                      </a:lnTo>
                      <a:lnTo>
                        <a:pt x="21008" y="17577"/>
                      </a:lnTo>
                      <a:lnTo>
                        <a:pt x="21176" y="17639"/>
                      </a:lnTo>
                      <a:lnTo>
                        <a:pt x="21385" y="17577"/>
                      </a:lnTo>
                      <a:lnTo>
                        <a:pt x="21468" y="17556"/>
                      </a:lnTo>
                      <a:lnTo>
                        <a:pt x="21489" y="17597"/>
                      </a:lnTo>
                      <a:lnTo>
                        <a:pt x="21573" y="17535"/>
                      </a:lnTo>
                      <a:lnTo>
                        <a:pt x="21740" y="17430"/>
                      </a:lnTo>
                      <a:lnTo>
                        <a:pt x="21782" y="17430"/>
                      </a:lnTo>
                      <a:lnTo>
                        <a:pt x="21740" y="17493"/>
                      </a:lnTo>
                      <a:lnTo>
                        <a:pt x="21636" y="17577"/>
                      </a:lnTo>
                      <a:lnTo>
                        <a:pt x="21594" y="17786"/>
                      </a:lnTo>
                      <a:lnTo>
                        <a:pt x="21552" y="17911"/>
                      </a:lnTo>
                      <a:lnTo>
                        <a:pt x="21468" y="17911"/>
                      </a:lnTo>
                      <a:lnTo>
                        <a:pt x="21343" y="17849"/>
                      </a:lnTo>
                      <a:lnTo>
                        <a:pt x="21280" y="17869"/>
                      </a:lnTo>
                      <a:lnTo>
                        <a:pt x="21364" y="17995"/>
                      </a:lnTo>
                      <a:lnTo>
                        <a:pt x="21385" y="18100"/>
                      </a:lnTo>
                      <a:lnTo>
                        <a:pt x="21468" y="18162"/>
                      </a:lnTo>
                      <a:lnTo>
                        <a:pt x="21573" y="18121"/>
                      </a:lnTo>
                      <a:lnTo>
                        <a:pt x="21657" y="18162"/>
                      </a:lnTo>
                      <a:lnTo>
                        <a:pt x="21636" y="18225"/>
                      </a:lnTo>
                      <a:lnTo>
                        <a:pt x="21552" y="18225"/>
                      </a:lnTo>
                      <a:lnTo>
                        <a:pt x="21552" y="18288"/>
                      </a:lnTo>
                      <a:lnTo>
                        <a:pt x="21720" y="18434"/>
                      </a:lnTo>
                      <a:lnTo>
                        <a:pt x="21761" y="18413"/>
                      </a:lnTo>
                      <a:lnTo>
                        <a:pt x="21887" y="18434"/>
                      </a:lnTo>
                      <a:lnTo>
                        <a:pt x="21950" y="18330"/>
                      </a:lnTo>
                      <a:lnTo>
                        <a:pt x="22075" y="18100"/>
                      </a:lnTo>
                      <a:lnTo>
                        <a:pt x="22033" y="18288"/>
                      </a:lnTo>
                      <a:lnTo>
                        <a:pt x="22033" y="18413"/>
                      </a:lnTo>
                      <a:lnTo>
                        <a:pt x="21992" y="18497"/>
                      </a:lnTo>
                      <a:lnTo>
                        <a:pt x="21950" y="18518"/>
                      </a:lnTo>
                      <a:lnTo>
                        <a:pt x="21866" y="18623"/>
                      </a:lnTo>
                      <a:lnTo>
                        <a:pt x="21887" y="18706"/>
                      </a:lnTo>
                      <a:lnTo>
                        <a:pt x="21971" y="18748"/>
                      </a:lnTo>
                      <a:lnTo>
                        <a:pt x="21929" y="18811"/>
                      </a:lnTo>
                      <a:lnTo>
                        <a:pt x="21929" y="19062"/>
                      </a:lnTo>
                      <a:lnTo>
                        <a:pt x="21971" y="19125"/>
                      </a:lnTo>
                      <a:lnTo>
                        <a:pt x="22054" y="19125"/>
                      </a:lnTo>
                      <a:lnTo>
                        <a:pt x="22033" y="19229"/>
                      </a:lnTo>
                      <a:lnTo>
                        <a:pt x="22054" y="19334"/>
                      </a:lnTo>
                      <a:lnTo>
                        <a:pt x="22243" y="19522"/>
                      </a:lnTo>
                      <a:lnTo>
                        <a:pt x="22284" y="19543"/>
                      </a:lnTo>
                      <a:lnTo>
                        <a:pt x="22284" y="19585"/>
                      </a:lnTo>
                      <a:lnTo>
                        <a:pt x="22347" y="19543"/>
                      </a:lnTo>
                      <a:lnTo>
                        <a:pt x="22389" y="19627"/>
                      </a:lnTo>
                      <a:lnTo>
                        <a:pt x="22473" y="19585"/>
                      </a:lnTo>
                      <a:lnTo>
                        <a:pt x="22452" y="19543"/>
                      </a:lnTo>
                      <a:lnTo>
                        <a:pt x="22473" y="19481"/>
                      </a:lnTo>
                      <a:lnTo>
                        <a:pt x="22515" y="19543"/>
                      </a:lnTo>
                      <a:lnTo>
                        <a:pt x="22598" y="19564"/>
                      </a:lnTo>
                      <a:lnTo>
                        <a:pt x="22661" y="19481"/>
                      </a:lnTo>
                      <a:lnTo>
                        <a:pt x="22577" y="19334"/>
                      </a:lnTo>
                      <a:lnTo>
                        <a:pt x="22515" y="19334"/>
                      </a:lnTo>
                      <a:lnTo>
                        <a:pt x="22473" y="19355"/>
                      </a:lnTo>
                      <a:lnTo>
                        <a:pt x="22452" y="19334"/>
                      </a:lnTo>
                      <a:lnTo>
                        <a:pt x="22515" y="19229"/>
                      </a:lnTo>
                      <a:lnTo>
                        <a:pt x="22515" y="19146"/>
                      </a:lnTo>
                      <a:lnTo>
                        <a:pt x="22494" y="19062"/>
                      </a:lnTo>
                      <a:lnTo>
                        <a:pt x="22410" y="19041"/>
                      </a:lnTo>
                      <a:lnTo>
                        <a:pt x="22410" y="18999"/>
                      </a:lnTo>
                      <a:lnTo>
                        <a:pt x="22473" y="18937"/>
                      </a:lnTo>
                      <a:lnTo>
                        <a:pt x="22494" y="18811"/>
                      </a:lnTo>
                      <a:lnTo>
                        <a:pt x="22577" y="18811"/>
                      </a:lnTo>
                      <a:lnTo>
                        <a:pt x="22577" y="18916"/>
                      </a:lnTo>
                      <a:lnTo>
                        <a:pt x="22598" y="18999"/>
                      </a:lnTo>
                      <a:lnTo>
                        <a:pt x="22682" y="18895"/>
                      </a:lnTo>
                      <a:lnTo>
                        <a:pt x="22703" y="18957"/>
                      </a:lnTo>
                      <a:lnTo>
                        <a:pt x="22766" y="19041"/>
                      </a:lnTo>
                      <a:lnTo>
                        <a:pt x="22703" y="19146"/>
                      </a:lnTo>
                      <a:lnTo>
                        <a:pt x="22724" y="19229"/>
                      </a:lnTo>
                      <a:lnTo>
                        <a:pt x="22787" y="19250"/>
                      </a:lnTo>
                      <a:lnTo>
                        <a:pt x="22891" y="19146"/>
                      </a:lnTo>
                      <a:lnTo>
                        <a:pt x="22933" y="19146"/>
                      </a:lnTo>
                      <a:lnTo>
                        <a:pt x="22912" y="19229"/>
                      </a:lnTo>
                      <a:lnTo>
                        <a:pt x="22828" y="19313"/>
                      </a:lnTo>
                      <a:lnTo>
                        <a:pt x="22828" y="19376"/>
                      </a:lnTo>
                      <a:lnTo>
                        <a:pt x="22870" y="19481"/>
                      </a:lnTo>
                      <a:lnTo>
                        <a:pt x="22808" y="19627"/>
                      </a:lnTo>
                      <a:lnTo>
                        <a:pt x="22828" y="19669"/>
                      </a:lnTo>
                      <a:lnTo>
                        <a:pt x="22891" y="19669"/>
                      </a:lnTo>
                      <a:lnTo>
                        <a:pt x="22891" y="19857"/>
                      </a:lnTo>
                      <a:cubicBezTo>
                        <a:pt x="22891" y="19899"/>
                        <a:pt x="22870" y="19983"/>
                        <a:pt x="22870" y="20045"/>
                      </a:cubicBezTo>
                      <a:lnTo>
                        <a:pt x="22828" y="20087"/>
                      </a:lnTo>
                      <a:lnTo>
                        <a:pt x="22808" y="20004"/>
                      </a:lnTo>
                      <a:lnTo>
                        <a:pt x="22870" y="19941"/>
                      </a:lnTo>
                      <a:lnTo>
                        <a:pt x="22870" y="19857"/>
                      </a:lnTo>
                      <a:lnTo>
                        <a:pt x="22766" y="19794"/>
                      </a:lnTo>
                      <a:lnTo>
                        <a:pt x="22598" y="19836"/>
                      </a:lnTo>
                      <a:lnTo>
                        <a:pt x="22577" y="19878"/>
                      </a:lnTo>
                      <a:lnTo>
                        <a:pt x="22515" y="19899"/>
                      </a:lnTo>
                      <a:lnTo>
                        <a:pt x="22473" y="19794"/>
                      </a:lnTo>
                      <a:lnTo>
                        <a:pt x="22410" y="19941"/>
                      </a:lnTo>
                      <a:lnTo>
                        <a:pt x="22452" y="20066"/>
                      </a:lnTo>
                      <a:lnTo>
                        <a:pt x="22515" y="20108"/>
                      </a:lnTo>
                      <a:lnTo>
                        <a:pt x="22473" y="20192"/>
                      </a:lnTo>
                      <a:lnTo>
                        <a:pt x="22410" y="20150"/>
                      </a:lnTo>
                      <a:lnTo>
                        <a:pt x="22368" y="20255"/>
                      </a:lnTo>
                      <a:lnTo>
                        <a:pt x="22452" y="20401"/>
                      </a:lnTo>
                      <a:lnTo>
                        <a:pt x="22410" y="20506"/>
                      </a:lnTo>
                      <a:lnTo>
                        <a:pt x="22494" y="20569"/>
                      </a:lnTo>
                      <a:lnTo>
                        <a:pt x="22410" y="20631"/>
                      </a:lnTo>
                      <a:lnTo>
                        <a:pt x="22515" y="20778"/>
                      </a:lnTo>
                      <a:lnTo>
                        <a:pt x="22619" y="20778"/>
                      </a:lnTo>
                      <a:lnTo>
                        <a:pt x="22703" y="20694"/>
                      </a:lnTo>
                      <a:lnTo>
                        <a:pt x="22703" y="20569"/>
                      </a:lnTo>
                      <a:lnTo>
                        <a:pt x="22619" y="20401"/>
                      </a:lnTo>
                      <a:lnTo>
                        <a:pt x="22661" y="20297"/>
                      </a:lnTo>
                      <a:lnTo>
                        <a:pt x="22787" y="20527"/>
                      </a:lnTo>
                      <a:lnTo>
                        <a:pt x="22787" y="20631"/>
                      </a:lnTo>
                      <a:lnTo>
                        <a:pt x="22787" y="20694"/>
                      </a:lnTo>
                      <a:cubicBezTo>
                        <a:pt x="22766" y="20694"/>
                        <a:pt x="22724" y="20694"/>
                        <a:pt x="22724" y="20715"/>
                      </a:cubicBezTo>
                      <a:lnTo>
                        <a:pt x="22724" y="20736"/>
                      </a:lnTo>
                      <a:lnTo>
                        <a:pt x="22682" y="20799"/>
                      </a:lnTo>
                      <a:lnTo>
                        <a:pt x="22577" y="20841"/>
                      </a:lnTo>
                      <a:lnTo>
                        <a:pt x="22598" y="20924"/>
                      </a:lnTo>
                      <a:lnTo>
                        <a:pt x="22682" y="21008"/>
                      </a:lnTo>
                      <a:lnTo>
                        <a:pt x="22598" y="21092"/>
                      </a:lnTo>
                      <a:lnTo>
                        <a:pt x="22598" y="21196"/>
                      </a:lnTo>
                      <a:lnTo>
                        <a:pt x="22536" y="21259"/>
                      </a:lnTo>
                      <a:lnTo>
                        <a:pt x="22431" y="21301"/>
                      </a:lnTo>
                      <a:lnTo>
                        <a:pt x="22431" y="21343"/>
                      </a:lnTo>
                      <a:lnTo>
                        <a:pt x="22577" y="21364"/>
                      </a:lnTo>
                      <a:lnTo>
                        <a:pt x="22536" y="21426"/>
                      </a:lnTo>
                      <a:lnTo>
                        <a:pt x="22494" y="21447"/>
                      </a:lnTo>
                      <a:lnTo>
                        <a:pt x="22494" y="21531"/>
                      </a:lnTo>
                      <a:lnTo>
                        <a:pt x="22536" y="21531"/>
                      </a:lnTo>
                      <a:lnTo>
                        <a:pt x="22619" y="21510"/>
                      </a:lnTo>
                      <a:lnTo>
                        <a:pt x="22640" y="21552"/>
                      </a:lnTo>
                      <a:lnTo>
                        <a:pt x="22598" y="21615"/>
                      </a:lnTo>
                      <a:lnTo>
                        <a:pt x="22515" y="21636"/>
                      </a:lnTo>
                      <a:lnTo>
                        <a:pt x="22473" y="21719"/>
                      </a:lnTo>
                      <a:lnTo>
                        <a:pt x="22494" y="21866"/>
                      </a:lnTo>
                      <a:lnTo>
                        <a:pt x="22536" y="21929"/>
                      </a:lnTo>
                      <a:lnTo>
                        <a:pt x="22515" y="21991"/>
                      </a:lnTo>
                      <a:lnTo>
                        <a:pt x="22536" y="22075"/>
                      </a:lnTo>
                      <a:lnTo>
                        <a:pt x="22598" y="22054"/>
                      </a:lnTo>
                      <a:lnTo>
                        <a:pt x="22619" y="21970"/>
                      </a:lnTo>
                      <a:lnTo>
                        <a:pt x="22640" y="21845"/>
                      </a:lnTo>
                      <a:lnTo>
                        <a:pt x="22703" y="21678"/>
                      </a:lnTo>
                      <a:lnTo>
                        <a:pt x="22745" y="21615"/>
                      </a:lnTo>
                      <a:lnTo>
                        <a:pt x="22787" y="21406"/>
                      </a:lnTo>
                      <a:lnTo>
                        <a:pt x="22828" y="21343"/>
                      </a:lnTo>
                      <a:lnTo>
                        <a:pt x="22844" y="21204"/>
                      </a:lnTo>
                      <a:lnTo>
                        <a:pt x="22870" y="21217"/>
                      </a:lnTo>
                      <a:cubicBezTo>
                        <a:pt x="22870" y="21301"/>
                        <a:pt x="22870" y="21364"/>
                        <a:pt x="22891" y="21447"/>
                      </a:cubicBezTo>
                      <a:lnTo>
                        <a:pt x="22870" y="21426"/>
                      </a:lnTo>
                      <a:lnTo>
                        <a:pt x="22808" y="21510"/>
                      </a:lnTo>
                      <a:lnTo>
                        <a:pt x="22808" y="21636"/>
                      </a:lnTo>
                      <a:lnTo>
                        <a:pt x="22870" y="21678"/>
                      </a:lnTo>
                      <a:lnTo>
                        <a:pt x="22787" y="21782"/>
                      </a:lnTo>
                      <a:lnTo>
                        <a:pt x="22891" y="21845"/>
                      </a:lnTo>
                      <a:lnTo>
                        <a:pt x="22891" y="21929"/>
                      </a:lnTo>
                      <a:lnTo>
                        <a:pt x="22828" y="21970"/>
                      </a:lnTo>
                      <a:lnTo>
                        <a:pt x="22766" y="21929"/>
                      </a:lnTo>
                      <a:lnTo>
                        <a:pt x="22703" y="21991"/>
                      </a:lnTo>
                      <a:lnTo>
                        <a:pt x="22703" y="22054"/>
                      </a:lnTo>
                      <a:lnTo>
                        <a:pt x="22661" y="22138"/>
                      </a:lnTo>
                      <a:lnTo>
                        <a:pt x="22619" y="22201"/>
                      </a:lnTo>
                      <a:lnTo>
                        <a:pt x="22682" y="22263"/>
                      </a:lnTo>
                      <a:lnTo>
                        <a:pt x="22766" y="22054"/>
                      </a:lnTo>
                      <a:lnTo>
                        <a:pt x="22787" y="22096"/>
                      </a:lnTo>
                      <a:lnTo>
                        <a:pt x="22724" y="22201"/>
                      </a:lnTo>
                      <a:lnTo>
                        <a:pt x="22828" y="22180"/>
                      </a:lnTo>
                      <a:lnTo>
                        <a:pt x="22891" y="22096"/>
                      </a:lnTo>
                      <a:lnTo>
                        <a:pt x="22891" y="21991"/>
                      </a:lnTo>
                      <a:lnTo>
                        <a:pt x="23017" y="21845"/>
                      </a:lnTo>
                      <a:cubicBezTo>
                        <a:pt x="23017" y="21929"/>
                        <a:pt x="23017" y="21991"/>
                        <a:pt x="23038" y="22075"/>
                      </a:cubicBezTo>
                      <a:lnTo>
                        <a:pt x="23017" y="22096"/>
                      </a:lnTo>
                      <a:lnTo>
                        <a:pt x="23080" y="22159"/>
                      </a:lnTo>
                      <a:cubicBezTo>
                        <a:pt x="23101" y="22201"/>
                        <a:pt x="23101" y="22284"/>
                        <a:pt x="23121" y="22326"/>
                      </a:cubicBezTo>
                      <a:lnTo>
                        <a:pt x="23080" y="22473"/>
                      </a:lnTo>
                      <a:lnTo>
                        <a:pt x="23080" y="22556"/>
                      </a:lnTo>
                      <a:lnTo>
                        <a:pt x="23038" y="22640"/>
                      </a:lnTo>
                      <a:lnTo>
                        <a:pt x="22933" y="22682"/>
                      </a:lnTo>
                      <a:lnTo>
                        <a:pt x="22912" y="22724"/>
                      </a:lnTo>
                      <a:lnTo>
                        <a:pt x="22933" y="22786"/>
                      </a:lnTo>
                      <a:lnTo>
                        <a:pt x="23017" y="22745"/>
                      </a:lnTo>
                      <a:lnTo>
                        <a:pt x="23101" y="22786"/>
                      </a:lnTo>
                      <a:lnTo>
                        <a:pt x="23101" y="22828"/>
                      </a:lnTo>
                      <a:lnTo>
                        <a:pt x="22996" y="22912"/>
                      </a:lnTo>
                      <a:lnTo>
                        <a:pt x="22996" y="22954"/>
                      </a:lnTo>
                      <a:lnTo>
                        <a:pt x="22975" y="23038"/>
                      </a:lnTo>
                      <a:lnTo>
                        <a:pt x="22912" y="23038"/>
                      </a:lnTo>
                      <a:lnTo>
                        <a:pt x="22870" y="23100"/>
                      </a:lnTo>
                      <a:lnTo>
                        <a:pt x="22891" y="23142"/>
                      </a:lnTo>
                      <a:lnTo>
                        <a:pt x="22975" y="23142"/>
                      </a:lnTo>
                      <a:lnTo>
                        <a:pt x="23017" y="23205"/>
                      </a:lnTo>
                      <a:lnTo>
                        <a:pt x="23038" y="23142"/>
                      </a:lnTo>
                      <a:lnTo>
                        <a:pt x="23121" y="23121"/>
                      </a:lnTo>
                      <a:lnTo>
                        <a:pt x="23184" y="23163"/>
                      </a:lnTo>
                      <a:lnTo>
                        <a:pt x="23101" y="23226"/>
                      </a:lnTo>
                      <a:lnTo>
                        <a:pt x="23080" y="23268"/>
                      </a:lnTo>
                      <a:lnTo>
                        <a:pt x="23121" y="23351"/>
                      </a:lnTo>
                      <a:lnTo>
                        <a:pt x="23038" y="23435"/>
                      </a:lnTo>
                      <a:lnTo>
                        <a:pt x="23017" y="23519"/>
                      </a:lnTo>
                      <a:lnTo>
                        <a:pt x="23121" y="23582"/>
                      </a:lnTo>
                      <a:lnTo>
                        <a:pt x="23101" y="23686"/>
                      </a:lnTo>
                      <a:lnTo>
                        <a:pt x="23142" y="23749"/>
                      </a:lnTo>
                      <a:lnTo>
                        <a:pt x="23247" y="23749"/>
                      </a:lnTo>
                      <a:lnTo>
                        <a:pt x="23310" y="23686"/>
                      </a:lnTo>
                      <a:lnTo>
                        <a:pt x="23247" y="23623"/>
                      </a:lnTo>
                      <a:lnTo>
                        <a:pt x="23310" y="23561"/>
                      </a:lnTo>
                      <a:lnTo>
                        <a:pt x="23247" y="23519"/>
                      </a:lnTo>
                      <a:lnTo>
                        <a:pt x="23205" y="23519"/>
                      </a:lnTo>
                      <a:lnTo>
                        <a:pt x="23247" y="23435"/>
                      </a:lnTo>
                      <a:lnTo>
                        <a:pt x="23331" y="23414"/>
                      </a:lnTo>
                      <a:lnTo>
                        <a:pt x="23435" y="23331"/>
                      </a:lnTo>
                      <a:lnTo>
                        <a:pt x="23435" y="23247"/>
                      </a:lnTo>
                      <a:lnTo>
                        <a:pt x="23393" y="23226"/>
                      </a:lnTo>
                      <a:lnTo>
                        <a:pt x="23310" y="23226"/>
                      </a:lnTo>
                      <a:lnTo>
                        <a:pt x="23310" y="23205"/>
                      </a:lnTo>
                      <a:lnTo>
                        <a:pt x="23414" y="23121"/>
                      </a:lnTo>
                      <a:lnTo>
                        <a:pt x="23393" y="23017"/>
                      </a:lnTo>
                      <a:lnTo>
                        <a:pt x="23247" y="22912"/>
                      </a:lnTo>
                      <a:lnTo>
                        <a:pt x="23310" y="22807"/>
                      </a:lnTo>
                      <a:lnTo>
                        <a:pt x="23331" y="22828"/>
                      </a:lnTo>
                      <a:lnTo>
                        <a:pt x="23414" y="22828"/>
                      </a:lnTo>
                      <a:lnTo>
                        <a:pt x="23414" y="22766"/>
                      </a:lnTo>
                      <a:lnTo>
                        <a:pt x="23310" y="22661"/>
                      </a:lnTo>
                      <a:lnTo>
                        <a:pt x="23373" y="22661"/>
                      </a:lnTo>
                      <a:lnTo>
                        <a:pt x="23373" y="22473"/>
                      </a:lnTo>
                      <a:lnTo>
                        <a:pt x="23247" y="22389"/>
                      </a:lnTo>
                      <a:lnTo>
                        <a:pt x="23226" y="22410"/>
                      </a:lnTo>
                      <a:lnTo>
                        <a:pt x="23142" y="22347"/>
                      </a:lnTo>
                      <a:lnTo>
                        <a:pt x="23163" y="22305"/>
                      </a:lnTo>
                      <a:lnTo>
                        <a:pt x="23163" y="22284"/>
                      </a:lnTo>
                      <a:lnTo>
                        <a:pt x="23247" y="22180"/>
                      </a:lnTo>
                      <a:lnTo>
                        <a:pt x="23205" y="22096"/>
                      </a:lnTo>
                      <a:cubicBezTo>
                        <a:pt x="23205" y="22054"/>
                        <a:pt x="23226" y="21991"/>
                        <a:pt x="23226" y="21950"/>
                      </a:cubicBezTo>
                      <a:lnTo>
                        <a:pt x="23226" y="21887"/>
                      </a:lnTo>
                      <a:lnTo>
                        <a:pt x="23268" y="21929"/>
                      </a:lnTo>
                      <a:lnTo>
                        <a:pt x="23352" y="21866"/>
                      </a:lnTo>
                      <a:lnTo>
                        <a:pt x="23310" y="21761"/>
                      </a:lnTo>
                      <a:lnTo>
                        <a:pt x="23352" y="21719"/>
                      </a:lnTo>
                      <a:lnTo>
                        <a:pt x="23352" y="21573"/>
                      </a:lnTo>
                      <a:lnTo>
                        <a:pt x="23414" y="21552"/>
                      </a:lnTo>
                      <a:lnTo>
                        <a:pt x="23435" y="21719"/>
                      </a:lnTo>
                      <a:lnTo>
                        <a:pt x="23477" y="21678"/>
                      </a:lnTo>
                      <a:lnTo>
                        <a:pt x="23519" y="21657"/>
                      </a:lnTo>
                      <a:lnTo>
                        <a:pt x="23519" y="21678"/>
                      </a:lnTo>
                      <a:lnTo>
                        <a:pt x="23519" y="21719"/>
                      </a:lnTo>
                      <a:lnTo>
                        <a:pt x="23477" y="21761"/>
                      </a:lnTo>
                      <a:lnTo>
                        <a:pt x="23477" y="21845"/>
                      </a:lnTo>
                      <a:lnTo>
                        <a:pt x="23540" y="21887"/>
                      </a:lnTo>
                      <a:lnTo>
                        <a:pt x="23665" y="21866"/>
                      </a:lnTo>
                      <a:lnTo>
                        <a:pt x="23749" y="21761"/>
                      </a:lnTo>
                      <a:lnTo>
                        <a:pt x="23728" y="21719"/>
                      </a:lnTo>
                      <a:cubicBezTo>
                        <a:pt x="23749" y="21657"/>
                        <a:pt x="23770" y="21573"/>
                        <a:pt x="23791" y="21510"/>
                      </a:cubicBezTo>
                      <a:lnTo>
                        <a:pt x="23833" y="21531"/>
                      </a:lnTo>
                      <a:lnTo>
                        <a:pt x="23854" y="21636"/>
                      </a:lnTo>
                      <a:lnTo>
                        <a:pt x="23958" y="21719"/>
                      </a:lnTo>
                      <a:lnTo>
                        <a:pt x="24000" y="21719"/>
                      </a:lnTo>
                      <a:lnTo>
                        <a:pt x="23937" y="21740"/>
                      </a:lnTo>
                      <a:lnTo>
                        <a:pt x="23854" y="21740"/>
                      </a:lnTo>
                      <a:lnTo>
                        <a:pt x="23833" y="21782"/>
                      </a:lnTo>
                      <a:cubicBezTo>
                        <a:pt x="23749" y="21824"/>
                        <a:pt x="23665" y="21866"/>
                        <a:pt x="23665" y="21970"/>
                      </a:cubicBezTo>
                      <a:cubicBezTo>
                        <a:pt x="23665" y="22054"/>
                        <a:pt x="23665" y="22096"/>
                        <a:pt x="23686" y="22180"/>
                      </a:cubicBezTo>
                      <a:lnTo>
                        <a:pt x="23665" y="22159"/>
                      </a:lnTo>
                      <a:lnTo>
                        <a:pt x="23665" y="22138"/>
                      </a:lnTo>
                      <a:lnTo>
                        <a:pt x="23645" y="22159"/>
                      </a:lnTo>
                      <a:cubicBezTo>
                        <a:pt x="23624" y="22159"/>
                        <a:pt x="23603" y="22138"/>
                        <a:pt x="23561" y="22138"/>
                      </a:cubicBezTo>
                      <a:lnTo>
                        <a:pt x="23624" y="22075"/>
                      </a:lnTo>
                      <a:lnTo>
                        <a:pt x="23645" y="21991"/>
                      </a:lnTo>
                      <a:lnTo>
                        <a:pt x="23456" y="21970"/>
                      </a:lnTo>
                      <a:lnTo>
                        <a:pt x="23352" y="22075"/>
                      </a:lnTo>
                      <a:lnTo>
                        <a:pt x="23414" y="22180"/>
                      </a:lnTo>
                      <a:lnTo>
                        <a:pt x="23435" y="22180"/>
                      </a:lnTo>
                      <a:cubicBezTo>
                        <a:pt x="23414" y="22201"/>
                        <a:pt x="23414" y="22222"/>
                        <a:pt x="23414" y="22263"/>
                      </a:cubicBezTo>
                      <a:cubicBezTo>
                        <a:pt x="23435" y="22284"/>
                        <a:pt x="23435" y="22326"/>
                        <a:pt x="23456" y="22368"/>
                      </a:cubicBezTo>
                      <a:cubicBezTo>
                        <a:pt x="23498" y="22389"/>
                        <a:pt x="23519" y="22431"/>
                        <a:pt x="23540" y="22494"/>
                      </a:cubicBezTo>
                      <a:lnTo>
                        <a:pt x="23561" y="22494"/>
                      </a:lnTo>
                      <a:cubicBezTo>
                        <a:pt x="23561" y="22494"/>
                        <a:pt x="23561" y="22514"/>
                        <a:pt x="23582" y="22514"/>
                      </a:cubicBezTo>
                      <a:cubicBezTo>
                        <a:pt x="23624" y="22577"/>
                        <a:pt x="23665" y="22577"/>
                        <a:pt x="23686" y="22598"/>
                      </a:cubicBezTo>
                      <a:lnTo>
                        <a:pt x="23665" y="22619"/>
                      </a:lnTo>
                      <a:lnTo>
                        <a:pt x="23540" y="22724"/>
                      </a:lnTo>
                      <a:lnTo>
                        <a:pt x="23540" y="22828"/>
                      </a:lnTo>
                      <a:lnTo>
                        <a:pt x="23603" y="22933"/>
                      </a:lnTo>
                      <a:lnTo>
                        <a:pt x="23728" y="22828"/>
                      </a:lnTo>
                      <a:lnTo>
                        <a:pt x="23812" y="22682"/>
                      </a:lnTo>
                      <a:lnTo>
                        <a:pt x="23812" y="22619"/>
                      </a:lnTo>
                      <a:lnTo>
                        <a:pt x="23875" y="22598"/>
                      </a:lnTo>
                      <a:lnTo>
                        <a:pt x="24021" y="22473"/>
                      </a:lnTo>
                      <a:lnTo>
                        <a:pt x="24042" y="22514"/>
                      </a:lnTo>
                      <a:lnTo>
                        <a:pt x="24251" y="22514"/>
                      </a:lnTo>
                      <a:lnTo>
                        <a:pt x="24168" y="22619"/>
                      </a:lnTo>
                      <a:lnTo>
                        <a:pt x="24189" y="22640"/>
                      </a:lnTo>
                      <a:lnTo>
                        <a:pt x="24314" y="22640"/>
                      </a:lnTo>
                      <a:lnTo>
                        <a:pt x="24314" y="22703"/>
                      </a:lnTo>
                      <a:lnTo>
                        <a:pt x="24209" y="22807"/>
                      </a:lnTo>
                      <a:cubicBezTo>
                        <a:pt x="24189" y="22807"/>
                        <a:pt x="24168" y="22828"/>
                        <a:pt x="24147" y="22828"/>
                      </a:cubicBezTo>
                      <a:lnTo>
                        <a:pt x="24168" y="22724"/>
                      </a:lnTo>
                      <a:lnTo>
                        <a:pt x="24105" y="22598"/>
                      </a:lnTo>
                      <a:lnTo>
                        <a:pt x="23979" y="22598"/>
                      </a:lnTo>
                      <a:lnTo>
                        <a:pt x="23979" y="22640"/>
                      </a:lnTo>
                      <a:lnTo>
                        <a:pt x="23875" y="22703"/>
                      </a:lnTo>
                      <a:lnTo>
                        <a:pt x="23833" y="22849"/>
                      </a:lnTo>
                      <a:lnTo>
                        <a:pt x="23833" y="22912"/>
                      </a:lnTo>
                      <a:lnTo>
                        <a:pt x="23728" y="23017"/>
                      </a:lnTo>
                      <a:lnTo>
                        <a:pt x="23749" y="23100"/>
                      </a:lnTo>
                      <a:lnTo>
                        <a:pt x="23937" y="23017"/>
                      </a:lnTo>
                      <a:cubicBezTo>
                        <a:pt x="23937" y="23038"/>
                        <a:pt x="23958" y="23038"/>
                        <a:pt x="23958" y="23038"/>
                      </a:cubicBezTo>
                      <a:lnTo>
                        <a:pt x="23854" y="23121"/>
                      </a:lnTo>
                      <a:lnTo>
                        <a:pt x="23770" y="23247"/>
                      </a:lnTo>
                      <a:lnTo>
                        <a:pt x="23833" y="23310"/>
                      </a:lnTo>
                      <a:lnTo>
                        <a:pt x="24000" y="23163"/>
                      </a:lnTo>
                      <a:lnTo>
                        <a:pt x="24063" y="23100"/>
                      </a:lnTo>
                      <a:cubicBezTo>
                        <a:pt x="24084" y="23121"/>
                        <a:pt x="24105" y="23121"/>
                        <a:pt x="24147" y="23142"/>
                      </a:cubicBezTo>
                      <a:lnTo>
                        <a:pt x="24147" y="23163"/>
                      </a:lnTo>
                      <a:lnTo>
                        <a:pt x="24168" y="23226"/>
                      </a:lnTo>
                      <a:lnTo>
                        <a:pt x="24189" y="23268"/>
                      </a:lnTo>
                      <a:lnTo>
                        <a:pt x="24000" y="23268"/>
                      </a:lnTo>
                      <a:lnTo>
                        <a:pt x="23937" y="23351"/>
                      </a:lnTo>
                      <a:lnTo>
                        <a:pt x="23937" y="23414"/>
                      </a:lnTo>
                      <a:lnTo>
                        <a:pt x="24000" y="23414"/>
                      </a:lnTo>
                      <a:lnTo>
                        <a:pt x="24063" y="23372"/>
                      </a:lnTo>
                      <a:lnTo>
                        <a:pt x="24168" y="23372"/>
                      </a:lnTo>
                      <a:lnTo>
                        <a:pt x="24168" y="23414"/>
                      </a:lnTo>
                      <a:lnTo>
                        <a:pt x="24063" y="23477"/>
                      </a:lnTo>
                      <a:lnTo>
                        <a:pt x="23937" y="23477"/>
                      </a:lnTo>
                      <a:lnTo>
                        <a:pt x="23875" y="23540"/>
                      </a:lnTo>
                      <a:lnTo>
                        <a:pt x="23854" y="23665"/>
                      </a:lnTo>
                      <a:lnTo>
                        <a:pt x="23896" y="23770"/>
                      </a:lnTo>
                      <a:lnTo>
                        <a:pt x="23979" y="23728"/>
                      </a:lnTo>
                      <a:lnTo>
                        <a:pt x="24000" y="23644"/>
                      </a:lnTo>
                      <a:lnTo>
                        <a:pt x="24084" y="23644"/>
                      </a:lnTo>
                      <a:lnTo>
                        <a:pt x="24189" y="23582"/>
                      </a:lnTo>
                      <a:lnTo>
                        <a:pt x="24314" y="23435"/>
                      </a:lnTo>
                      <a:lnTo>
                        <a:pt x="24461" y="23247"/>
                      </a:lnTo>
                      <a:lnTo>
                        <a:pt x="24502" y="23017"/>
                      </a:lnTo>
                      <a:lnTo>
                        <a:pt x="24628" y="22745"/>
                      </a:lnTo>
                      <a:lnTo>
                        <a:pt x="24691" y="22724"/>
                      </a:lnTo>
                      <a:lnTo>
                        <a:pt x="24691" y="22703"/>
                      </a:lnTo>
                      <a:lnTo>
                        <a:pt x="24691" y="22661"/>
                      </a:lnTo>
                      <a:lnTo>
                        <a:pt x="24670" y="22661"/>
                      </a:lnTo>
                      <a:lnTo>
                        <a:pt x="24712" y="22619"/>
                      </a:lnTo>
                      <a:lnTo>
                        <a:pt x="24712" y="22577"/>
                      </a:lnTo>
                      <a:lnTo>
                        <a:pt x="24753" y="22514"/>
                      </a:lnTo>
                      <a:lnTo>
                        <a:pt x="24712" y="22473"/>
                      </a:lnTo>
                      <a:lnTo>
                        <a:pt x="24670" y="22452"/>
                      </a:lnTo>
                      <a:lnTo>
                        <a:pt x="24670" y="22347"/>
                      </a:lnTo>
                      <a:lnTo>
                        <a:pt x="24607" y="22242"/>
                      </a:lnTo>
                      <a:lnTo>
                        <a:pt x="24481" y="22159"/>
                      </a:lnTo>
                      <a:lnTo>
                        <a:pt x="24398" y="22096"/>
                      </a:lnTo>
                      <a:lnTo>
                        <a:pt x="24377" y="22033"/>
                      </a:lnTo>
                      <a:lnTo>
                        <a:pt x="24272" y="21866"/>
                      </a:lnTo>
                      <a:lnTo>
                        <a:pt x="24189" y="21845"/>
                      </a:lnTo>
                      <a:lnTo>
                        <a:pt x="24084" y="21845"/>
                      </a:lnTo>
                      <a:lnTo>
                        <a:pt x="24084" y="21782"/>
                      </a:lnTo>
                      <a:lnTo>
                        <a:pt x="24126" y="21740"/>
                      </a:lnTo>
                      <a:lnTo>
                        <a:pt x="24084" y="21657"/>
                      </a:lnTo>
                      <a:lnTo>
                        <a:pt x="24042" y="21615"/>
                      </a:lnTo>
                      <a:lnTo>
                        <a:pt x="24021" y="21531"/>
                      </a:lnTo>
                      <a:lnTo>
                        <a:pt x="24063" y="21468"/>
                      </a:lnTo>
                      <a:lnTo>
                        <a:pt x="24126" y="21447"/>
                      </a:lnTo>
                      <a:lnTo>
                        <a:pt x="24084" y="21406"/>
                      </a:lnTo>
                      <a:lnTo>
                        <a:pt x="24021" y="21343"/>
                      </a:lnTo>
                      <a:lnTo>
                        <a:pt x="23958" y="21343"/>
                      </a:lnTo>
                      <a:lnTo>
                        <a:pt x="23958" y="21259"/>
                      </a:lnTo>
                      <a:lnTo>
                        <a:pt x="24063" y="21217"/>
                      </a:lnTo>
                      <a:lnTo>
                        <a:pt x="24042" y="20799"/>
                      </a:lnTo>
                      <a:lnTo>
                        <a:pt x="24042" y="20380"/>
                      </a:lnTo>
                      <a:lnTo>
                        <a:pt x="24084" y="20025"/>
                      </a:lnTo>
                      <a:lnTo>
                        <a:pt x="24063" y="19941"/>
                      </a:lnTo>
                      <a:lnTo>
                        <a:pt x="24063" y="19836"/>
                      </a:lnTo>
                      <a:lnTo>
                        <a:pt x="24126" y="19732"/>
                      </a:lnTo>
                      <a:lnTo>
                        <a:pt x="24084" y="19627"/>
                      </a:lnTo>
                      <a:lnTo>
                        <a:pt x="24042" y="19543"/>
                      </a:lnTo>
                      <a:lnTo>
                        <a:pt x="24021" y="19334"/>
                      </a:lnTo>
                      <a:lnTo>
                        <a:pt x="23875" y="19167"/>
                      </a:lnTo>
                      <a:lnTo>
                        <a:pt x="23833" y="18957"/>
                      </a:lnTo>
                      <a:lnTo>
                        <a:pt x="23854" y="18853"/>
                      </a:lnTo>
                      <a:lnTo>
                        <a:pt x="23728" y="18518"/>
                      </a:lnTo>
                      <a:lnTo>
                        <a:pt x="23749" y="18434"/>
                      </a:lnTo>
                      <a:lnTo>
                        <a:pt x="23833" y="18288"/>
                      </a:lnTo>
                      <a:lnTo>
                        <a:pt x="23812" y="18204"/>
                      </a:lnTo>
                      <a:lnTo>
                        <a:pt x="23812" y="18100"/>
                      </a:lnTo>
                      <a:lnTo>
                        <a:pt x="23665" y="17995"/>
                      </a:lnTo>
                      <a:lnTo>
                        <a:pt x="23498" y="17995"/>
                      </a:lnTo>
                      <a:lnTo>
                        <a:pt x="23289" y="18058"/>
                      </a:lnTo>
                      <a:lnTo>
                        <a:pt x="23226" y="18079"/>
                      </a:lnTo>
                      <a:lnTo>
                        <a:pt x="23017" y="18162"/>
                      </a:lnTo>
                      <a:lnTo>
                        <a:pt x="22891" y="18288"/>
                      </a:lnTo>
                      <a:lnTo>
                        <a:pt x="22724" y="18518"/>
                      </a:lnTo>
                      <a:lnTo>
                        <a:pt x="22598" y="18602"/>
                      </a:lnTo>
                      <a:lnTo>
                        <a:pt x="22410" y="18623"/>
                      </a:lnTo>
                      <a:lnTo>
                        <a:pt x="22201" y="18644"/>
                      </a:lnTo>
                      <a:lnTo>
                        <a:pt x="22159" y="18644"/>
                      </a:lnTo>
                      <a:lnTo>
                        <a:pt x="22159" y="18581"/>
                      </a:lnTo>
                      <a:lnTo>
                        <a:pt x="22264" y="18413"/>
                      </a:lnTo>
                      <a:lnTo>
                        <a:pt x="22201" y="18267"/>
                      </a:lnTo>
                      <a:lnTo>
                        <a:pt x="22054" y="17597"/>
                      </a:lnTo>
                      <a:lnTo>
                        <a:pt x="21950" y="17325"/>
                      </a:lnTo>
                      <a:lnTo>
                        <a:pt x="21887" y="17179"/>
                      </a:lnTo>
                      <a:lnTo>
                        <a:pt x="22033" y="16928"/>
                      </a:lnTo>
                      <a:lnTo>
                        <a:pt x="21740" y="16886"/>
                      </a:lnTo>
                      <a:lnTo>
                        <a:pt x="21531" y="17032"/>
                      </a:lnTo>
                      <a:lnTo>
                        <a:pt x="21406" y="16970"/>
                      </a:lnTo>
                      <a:lnTo>
                        <a:pt x="21029" y="16970"/>
                      </a:lnTo>
                      <a:lnTo>
                        <a:pt x="27704" y="4792"/>
                      </a:lnTo>
                      <a:lnTo>
                        <a:pt x="27683" y="4729"/>
                      </a:lnTo>
                      <a:lnTo>
                        <a:pt x="27536" y="4708"/>
                      </a:lnTo>
                      <a:lnTo>
                        <a:pt x="27474" y="4729"/>
                      </a:lnTo>
                      <a:lnTo>
                        <a:pt x="27411" y="4667"/>
                      </a:lnTo>
                      <a:lnTo>
                        <a:pt x="27369" y="4416"/>
                      </a:lnTo>
                      <a:lnTo>
                        <a:pt x="27306" y="4290"/>
                      </a:lnTo>
                      <a:lnTo>
                        <a:pt x="27222" y="4248"/>
                      </a:lnTo>
                      <a:lnTo>
                        <a:pt x="27202" y="4102"/>
                      </a:lnTo>
                      <a:lnTo>
                        <a:pt x="27118" y="3955"/>
                      </a:lnTo>
                      <a:lnTo>
                        <a:pt x="27076" y="3892"/>
                      </a:lnTo>
                      <a:lnTo>
                        <a:pt x="26867" y="3892"/>
                      </a:lnTo>
                      <a:lnTo>
                        <a:pt x="26846" y="3934"/>
                      </a:lnTo>
                      <a:lnTo>
                        <a:pt x="26678" y="3892"/>
                      </a:lnTo>
                      <a:lnTo>
                        <a:pt x="26532" y="3934"/>
                      </a:lnTo>
                      <a:lnTo>
                        <a:pt x="26448" y="3872"/>
                      </a:lnTo>
                      <a:lnTo>
                        <a:pt x="26386" y="3892"/>
                      </a:lnTo>
                      <a:lnTo>
                        <a:pt x="26344" y="3872"/>
                      </a:lnTo>
                      <a:lnTo>
                        <a:pt x="26323" y="3892"/>
                      </a:lnTo>
                      <a:lnTo>
                        <a:pt x="26239" y="3892"/>
                      </a:lnTo>
                      <a:lnTo>
                        <a:pt x="26239" y="3872"/>
                      </a:lnTo>
                      <a:lnTo>
                        <a:pt x="26281" y="3872"/>
                      </a:lnTo>
                      <a:lnTo>
                        <a:pt x="26281" y="3830"/>
                      </a:lnTo>
                      <a:lnTo>
                        <a:pt x="26176" y="3746"/>
                      </a:lnTo>
                      <a:lnTo>
                        <a:pt x="26114" y="3767"/>
                      </a:lnTo>
                      <a:lnTo>
                        <a:pt x="26030" y="3746"/>
                      </a:lnTo>
                      <a:lnTo>
                        <a:pt x="26051" y="3725"/>
                      </a:lnTo>
                      <a:lnTo>
                        <a:pt x="26114" y="3683"/>
                      </a:lnTo>
                      <a:lnTo>
                        <a:pt x="26051" y="3641"/>
                      </a:lnTo>
                      <a:lnTo>
                        <a:pt x="25967" y="3641"/>
                      </a:lnTo>
                      <a:lnTo>
                        <a:pt x="25904" y="3620"/>
                      </a:lnTo>
                      <a:lnTo>
                        <a:pt x="25904" y="3558"/>
                      </a:lnTo>
                      <a:lnTo>
                        <a:pt x="25821" y="3474"/>
                      </a:lnTo>
                      <a:lnTo>
                        <a:pt x="25737" y="3411"/>
                      </a:lnTo>
                      <a:lnTo>
                        <a:pt x="25716" y="3411"/>
                      </a:lnTo>
                      <a:lnTo>
                        <a:pt x="25653" y="3369"/>
                      </a:lnTo>
                      <a:lnTo>
                        <a:pt x="25611" y="3369"/>
                      </a:lnTo>
                      <a:lnTo>
                        <a:pt x="25549" y="3432"/>
                      </a:lnTo>
                      <a:lnTo>
                        <a:pt x="25549" y="3369"/>
                      </a:lnTo>
                      <a:lnTo>
                        <a:pt x="25528" y="3328"/>
                      </a:lnTo>
                      <a:lnTo>
                        <a:pt x="25444" y="3265"/>
                      </a:lnTo>
                      <a:lnTo>
                        <a:pt x="25381" y="3369"/>
                      </a:lnTo>
                      <a:lnTo>
                        <a:pt x="25318" y="3328"/>
                      </a:lnTo>
                      <a:lnTo>
                        <a:pt x="25318" y="3244"/>
                      </a:lnTo>
                      <a:lnTo>
                        <a:pt x="25381" y="3223"/>
                      </a:lnTo>
                      <a:lnTo>
                        <a:pt x="25339" y="3160"/>
                      </a:lnTo>
                      <a:lnTo>
                        <a:pt x="25277" y="3139"/>
                      </a:lnTo>
                      <a:lnTo>
                        <a:pt x="25193" y="3160"/>
                      </a:lnTo>
                      <a:lnTo>
                        <a:pt x="25193" y="3160"/>
                      </a:lnTo>
                      <a:lnTo>
                        <a:pt x="25214" y="3118"/>
                      </a:lnTo>
                      <a:lnTo>
                        <a:pt x="25214" y="3056"/>
                      </a:lnTo>
                      <a:lnTo>
                        <a:pt x="25109" y="3014"/>
                      </a:lnTo>
                      <a:lnTo>
                        <a:pt x="25025" y="2909"/>
                      </a:lnTo>
                      <a:lnTo>
                        <a:pt x="25067" y="2888"/>
                      </a:lnTo>
                      <a:lnTo>
                        <a:pt x="25025" y="2825"/>
                      </a:lnTo>
                      <a:lnTo>
                        <a:pt x="24963" y="2804"/>
                      </a:lnTo>
                      <a:lnTo>
                        <a:pt x="24900" y="2846"/>
                      </a:lnTo>
                      <a:lnTo>
                        <a:pt x="24691" y="3056"/>
                      </a:lnTo>
                      <a:lnTo>
                        <a:pt x="24461" y="3202"/>
                      </a:lnTo>
                      <a:lnTo>
                        <a:pt x="24670" y="3035"/>
                      </a:lnTo>
                      <a:lnTo>
                        <a:pt x="24795" y="2846"/>
                      </a:lnTo>
                      <a:lnTo>
                        <a:pt x="24921" y="2721"/>
                      </a:lnTo>
                      <a:lnTo>
                        <a:pt x="24963" y="2595"/>
                      </a:lnTo>
                      <a:lnTo>
                        <a:pt x="24879" y="2532"/>
                      </a:lnTo>
                      <a:lnTo>
                        <a:pt x="24712" y="2428"/>
                      </a:lnTo>
                      <a:lnTo>
                        <a:pt x="24586" y="2428"/>
                      </a:lnTo>
                      <a:lnTo>
                        <a:pt x="24440" y="2491"/>
                      </a:lnTo>
                      <a:lnTo>
                        <a:pt x="24356" y="2491"/>
                      </a:lnTo>
                      <a:lnTo>
                        <a:pt x="24293" y="2512"/>
                      </a:lnTo>
                      <a:lnTo>
                        <a:pt x="24147" y="2532"/>
                      </a:lnTo>
                      <a:lnTo>
                        <a:pt x="23979" y="2721"/>
                      </a:lnTo>
                      <a:lnTo>
                        <a:pt x="23854" y="2825"/>
                      </a:lnTo>
                      <a:lnTo>
                        <a:pt x="23854" y="2825"/>
                      </a:lnTo>
                      <a:lnTo>
                        <a:pt x="23958" y="2700"/>
                      </a:lnTo>
                      <a:lnTo>
                        <a:pt x="23937" y="2532"/>
                      </a:lnTo>
                      <a:lnTo>
                        <a:pt x="23958" y="2407"/>
                      </a:lnTo>
                      <a:lnTo>
                        <a:pt x="23958" y="2302"/>
                      </a:lnTo>
                      <a:lnTo>
                        <a:pt x="23770" y="2198"/>
                      </a:lnTo>
                      <a:lnTo>
                        <a:pt x="23770" y="2156"/>
                      </a:lnTo>
                      <a:lnTo>
                        <a:pt x="23875" y="2093"/>
                      </a:lnTo>
                      <a:lnTo>
                        <a:pt x="23979" y="2093"/>
                      </a:lnTo>
                      <a:lnTo>
                        <a:pt x="23979" y="2051"/>
                      </a:lnTo>
                      <a:lnTo>
                        <a:pt x="23707" y="1884"/>
                      </a:lnTo>
                      <a:lnTo>
                        <a:pt x="23665" y="1800"/>
                      </a:lnTo>
                      <a:lnTo>
                        <a:pt x="23728" y="1737"/>
                      </a:lnTo>
                      <a:lnTo>
                        <a:pt x="23875" y="1654"/>
                      </a:lnTo>
                      <a:lnTo>
                        <a:pt x="23958" y="1570"/>
                      </a:lnTo>
                      <a:lnTo>
                        <a:pt x="23917" y="1486"/>
                      </a:lnTo>
                      <a:lnTo>
                        <a:pt x="23854" y="1361"/>
                      </a:lnTo>
                      <a:lnTo>
                        <a:pt x="23812" y="1361"/>
                      </a:lnTo>
                      <a:lnTo>
                        <a:pt x="23749" y="1382"/>
                      </a:lnTo>
                      <a:lnTo>
                        <a:pt x="23707" y="1319"/>
                      </a:lnTo>
                      <a:lnTo>
                        <a:pt x="23624" y="1256"/>
                      </a:lnTo>
                      <a:lnTo>
                        <a:pt x="23519" y="1256"/>
                      </a:lnTo>
                      <a:lnTo>
                        <a:pt x="23393" y="1214"/>
                      </a:lnTo>
                      <a:lnTo>
                        <a:pt x="23331" y="1172"/>
                      </a:lnTo>
                      <a:lnTo>
                        <a:pt x="23247" y="1214"/>
                      </a:lnTo>
                      <a:lnTo>
                        <a:pt x="23121" y="1214"/>
                      </a:lnTo>
                      <a:lnTo>
                        <a:pt x="23080" y="1319"/>
                      </a:lnTo>
                      <a:lnTo>
                        <a:pt x="23080" y="1361"/>
                      </a:lnTo>
                      <a:lnTo>
                        <a:pt x="22996" y="1256"/>
                      </a:lnTo>
                      <a:lnTo>
                        <a:pt x="23038" y="1151"/>
                      </a:lnTo>
                      <a:lnTo>
                        <a:pt x="23101" y="1131"/>
                      </a:lnTo>
                      <a:lnTo>
                        <a:pt x="23101" y="1026"/>
                      </a:lnTo>
                      <a:lnTo>
                        <a:pt x="23142" y="942"/>
                      </a:lnTo>
                      <a:lnTo>
                        <a:pt x="23205" y="921"/>
                      </a:lnTo>
                      <a:lnTo>
                        <a:pt x="23205" y="817"/>
                      </a:lnTo>
                      <a:lnTo>
                        <a:pt x="23226" y="712"/>
                      </a:lnTo>
                      <a:lnTo>
                        <a:pt x="23205" y="649"/>
                      </a:lnTo>
                      <a:lnTo>
                        <a:pt x="23184" y="649"/>
                      </a:lnTo>
                      <a:lnTo>
                        <a:pt x="23038" y="796"/>
                      </a:lnTo>
                      <a:lnTo>
                        <a:pt x="23017" y="900"/>
                      </a:lnTo>
                      <a:lnTo>
                        <a:pt x="22996" y="900"/>
                      </a:lnTo>
                      <a:lnTo>
                        <a:pt x="22912" y="838"/>
                      </a:lnTo>
                      <a:lnTo>
                        <a:pt x="22808" y="900"/>
                      </a:lnTo>
                      <a:lnTo>
                        <a:pt x="22787" y="942"/>
                      </a:lnTo>
                      <a:lnTo>
                        <a:pt x="22808" y="1047"/>
                      </a:lnTo>
                      <a:lnTo>
                        <a:pt x="22724" y="1131"/>
                      </a:lnTo>
                      <a:lnTo>
                        <a:pt x="22682" y="1131"/>
                      </a:lnTo>
                      <a:lnTo>
                        <a:pt x="22661" y="1068"/>
                      </a:lnTo>
                      <a:lnTo>
                        <a:pt x="22598" y="1214"/>
                      </a:lnTo>
                      <a:lnTo>
                        <a:pt x="22598" y="1319"/>
                      </a:lnTo>
                      <a:lnTo>
                        <a:pt x="22556" y="1172"/>
                      </a:lnTo>
                      <a:lnTo>
                        <a:pt x="22556" y="1047"/>
                      </a:lnTo>
                      <a:lnTo>
                        <a:pt x="22598" y="942"/>
                      </a:lnTo>
                      <a:lnTo>
                        <a:pt x="22556" y="921"/>
                      </a:lnTo>
                      <a:lnTo>
                        <a:pt x="22473" y="1005"/>
                      </a:lnTo>
                      <a:lnTo>
                        <a:pt x="22452" y="1068"/>
                      </a:lnTo>
                      <a:lnTo>
                        <a:pt x="22368" y="1110"/>
                      </a:lnTo>
                      <a:lnTo>
                        <a:pt x="22410" y="921"/>
                      </a:lnTo>
                      <a:lnTo>
                        <a:pt x="22368" y="817"/>
                      </a:lnTo>
                      <a:lnTo>
                        <a:pt x="22264" y="817"/>
                      </a:lnTo>
                      <a:lnTo>
                        <a:pt x="22284" y="733"/>
                      </a:lnTo>
                      <a:lnTo>
                        <a:pt x="22410" y="628"/>
                      </a:lnTo>
                      <a:lnTo>
                        <a:pt x="22515" y="607"/>
                      </a:lnTo>
                      <a:lnTo>
                        <a:pt x="22661" y="712"/>
                      </a:lnTo>
                      <a:lnTo>
                        <a:pt x="22808" y="628"/>
                      </a:lnTo>
                      <a:lnTo>
                        <a:pt x="22912" y="607"/>
                      </a:lnTo>
                      <a:lnTo>
                        <a:pt x="23017" y="503"/>
                      </a:lnTo>
                      <a:lnTo>
                        <a:pt x="23017" y="440"/>
                      </a:lnTo>
                      <a:lnTo>
                        <a:pt x="23038" y="398"/>
                      </a:lnTo>
                      <a:lnTo>
                        <a:pt x="23017" y="335"/>
                      </a:lnTo>
                      <a:lnTo>
                        <a:pt x="22891" y="294"/>
                      </a:lnTo>
                      <a:lnTo>
                        <a:pt x="22828" y="294"/>
                      </a:lnTo>
                      <a:lnTo>
                        <a:pt x="22828" y="189"/>
                      </a:lnTo>
                      <a:lnTo>
                        <a:pt x="22787" y="126"/>
                      </a:lnTo>
                      <a:lnTo>
                        <a:pt x="22766" y="105"/>
                      </a:lnTo>
                      <a:lnTo>
                        <a:pt x="22787" y="84"/>
                      </a:lnTo>
                      <a:lnTo>
                        <a:pt x="22828" y="63"/>
                      </a:lnTo>
                      <a:lnTo>
                        <a:pt x="22870" y="1"/>
                      </a:lnTo>
                      <a:close/>
                    </a:path>
                  </a:pathLst>
                </a:custGeom>
                <a:solidFill>
                  <a:srgbClr val="5F7D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887" name="Google Shape;5887;p36"/>
                <p:cNvSpPr/>
                <p:nvPr/>
              </p:nvSpPr>
              <p:spPr>
                <a:xfrm>
                  <a:off x="1979950" y="2384350"/>
                  <a:ext cx="816050" cy="481275"/>
                </a:xfrm>
                <a:custGeom>
                  <a:rect b="b" l="l" r="r" t="t"/>
                  <a:pathLst>
                    <a:path extrusionOk="0" h="19251" w="32642">
                      <a:moveTo>
                        <a:pt x="2846" y="1"/>
                      </a:moveTo>
                      <a:lnTo>
                        <a:pt x="2909" y="210"/>
                      </a:lnTo>
                      <a:lnTo>
                        <a:pt x="3035" y="273"/>
                      </a:lnTo>
                      <a:lnTo>
                        <a:pt x="2993" y="356"/>
                      </a:lnTo>
                      <a:lnTo>
                        <a:pt x="2909" y="440"/>
                      </a:lnTo>
                      <a:lnTo>
                        <a:pt x="2930" y="545"/>
                      </a:lnTo>
                      <a:lnTo>
                        <a:pt x="2993" y="586"/>
                      </a:lnTo>
                      <a:lnTo>
                        <a:pt x="2972" y="649"/>
                      </a:lnTo>
                      <a:lnTo>
                        <a:pt x="2909" y="733"/>
                      </a:lnTo>
                      <a:lnTo>
                        <a:pt x="2951" y="775"/>
                      </a:lnTo>
                      <a:lnTo>
                        <a:pt x="2951" y="858"/>
                      </a:lnTo>
                      <a:lnTo>
                        <a:pt x="2993" y="900"/>
                      </a:lnTo>
                      <a:lnTo>
                        <a:pt x="2909" y="1047"/>
                      </a:lnTo>
                      <a:lnTo>
                        <a:pt x="2825" y="1089"/>
                      </a:lnTo>
                      <a:lnTo>
                        <a:pt x="2763" y="1256"/>
                      </a:lnTo>
                      <a:lnTo>
                        <a:pt x="2721" y="1298"/>
                      </a:lnTo>
                      <a:lnTo>
                        <a:pt x="2721" y="1423"/>
                      </a:lnTo>
                      <a:lnTo>
                        <a:pt x="2637" y="1486"/>
                      </a:lnTo>
                      <a:lnTo>
                        <a:pt x="2616" y="1591"/>
                      </a:lnTo>
                      <a:lnTo>
                        <a:pt x="2470" y="1674"/>
                      </a:lnTo>
                      <a:lnTo>
                        <a:pt x="2386" y="1633"/>
                      </a:lnTo>
                      <a:lnTo>
                        <a:pt x="2344" y="1570"/>
                      </a:lnTo>
                      <a:lnTo>
                        <a:pt x="2428" y="1465"/>
                      </a:lnTo>
                      <a:lnTo>
                        <a:pt x="2449" y="1507"/>
                      </a:lnTo>
                      <a:lnTo>
                        <a:pt x="2532" y="1465"/>
                      </a:lnTo>
                      <a:lnTo>
                        <a:pt x="2553" y="1528"/>
                      </a:lnTo>
                      <a:lnTo>
                        <a:pt x="2595" y="1486"/>
                      </a:lnTo>
                      <a:lnTo>
                        <a:pt x="2595" y="1361"/>
                      </a:lnTo>
                      <a:lnTo>
                        <a:pt x="2658" y="1214"/>
                      </a:lnTo>
                      <a:lnTo>
                        <a:pt x="2742" y="1151"/>
                      </a:lnTo>
                      <a:lnTo>
                        <a:pt x="2742" y="1047"/>
                      </a:lnTo>
                      <a:lnTo>
                        <a:pt x="2700" y="1068"/>
                      </a:lnTo>
                      <a:lnTo>
                        <a:pt x="2553" y="1172"/>
                      </a:lnTo>
                      <a:lnTo>
                        <a:pt x="2512" y="1214"/>
                      </a:lnTo>
                      <a:lnTo>
                        <a:pt x="2428" y="1214"/>
                      </a:lnTo>
                      <a:lnTo>
                        <a:pt x="2428" y="1172"/>
                      </a:lnTo>
                      <a:lnTo>
                        <a:pt x="2532" y="1068"/>
                      </a:lnTo>
                      <a:lnTo>
                        <a:pt x="2658" y="1005"/>
                      </a:lnTo>
                      <a:lnTo>
                        <a:pt x="2700" y="963"/>
                      </a:lnTo>
                      <a:lnTo>
                        <a:pt x="2658" y="879"/>
                      </a:lnTo>
                      <a:lnTo>
                        <a:pt x="2616" y="879"/>
                      </a:lnTo>
                      <a:lnTo>
                        <a:pt x="2532" y="900"/>
                      </a:lnTo>
                      <a:lnTo>
                        <a:pt x="2470" y="796"/>
                      </a:lnTo>
                      <a:lnTo>
                        <a:pt x="2407" y="754"/>
                      </a:lnTo>
                      <a:lnTo>
                        <a:pt x="2135" y="754"/>
                      </a:lnTo>
                      <a:lnTo>
                        <a:pt x="2009" y="649"/>
                      </a:lnTo>
                      <a:lnTo>
                        <a:pt x="1716" y="419"/>
                      </a:lnTo>
                      <a:lnTo>
                        <a:pt x="1696" y="440"/>
                      </a:lnTo>
                      <a:lnTo>
                        <a:pt x="1675" y="545"/>
                      </a:lnTo>
                      <a:lnTo>
                        <a:pt x="1591" y="754"/>
                      </a:lnTo>
                      <a:lnTo>
                        <a:pt x="1591" y="858"/>
                      </a:lnTo>
                      <a:lnTo>
                        <a:pt x="1654" y="1068"/>
                      </a:lnTo>
                      <a:lnTo>
                        <a:pt x="1591" y="1382"/>
                      </a:lnTo>
                      <a:lnTo>
                        <a:pt x="1612" y="1507"/>
                      </a:lnTo>
                      <a:lnTo>
                        <a:pt x="1591" y="1674"/>
                      </a:lnTo>
                      <a:lnTo>
                        <a:pt x="1612" y="1737"/>
                      </a:lnTo>
                      <a:lnTo>
                        <a:pt x="1675" y="1737"/>
                      </a:lnTo>
                      <a:lnTo>
                        <a:pt x="1696" y="1800"/>
                      </a:lnTo>
                      <a:lnTo>
                        <a:pt x="1654" y="1884"/>
                      </a:lnTo>
                      <a:lnTo>
                        <a:pt x="1591" y="1884"/>
                      </a:lnTo>
                      <a:lnTo>
                        <a:pt x="1570" y="1946"/>
                      </a:lnTo>
                      <a:lnTo>
                        <a:pt x="1591" y="2009"/>
                      </a:lnTo>
                      <a:lnTo>
                        <a:pt x="1696" y="2030"/>
                      </a:lnTo>
                      <a:lnTo>
                        <a:pt x="1654" y="2135"/>
                      </a:lnTo>
                      <a:lnTo>
                        <a:pt x="1654" y="2239"/>
                      </a:lnTo>
                      <a:lnTo>
                        <a:pt x="1591" y="2323"/>
                      </a:lnTo>
                      <a:lnTo>
                        <a:pt x="1549" y="2302"/>
                      </a:lnTo>
                      <a:lnTo>
                        <a:pt x="1507" y="2344"/>
                      </a:lnTo>
                      <a:lnTo>
                        <a:pt x="1507" y="2428"/>
                      </a:lnTo>
                      <a:lnTo>
                        <a:pt x="1675" y="2449"/>
                      </a:lnTo>
                      <a:lnTo>
                        <a:pt x="1821" y="2470"/>
                      </a:lnTo>
                      <a:lnTo>
                        <a:pt x="1926" y="2553"/>
                      </a:lnTo>
                      <a:lnTo>
                        <a:pt x="2072" y="2553"/>
                      </a:lnTo>
                      <a:lnTo>
                        <a:pt x="2114" y="2637"/>
                      </a:lnTo>
                      <a:lnTo>
                        <a:pt x="2135" y="2783"/>
                      </a:lnTo>
                      <a:lnTo>
                        <a:pt x="2093" y="2658"/>
                      </a:lnTo>
                      <a:lnTo>
                        <a:pt x="1988" y="2574"/>
                      </a:lnTo>
                      <a:lnTo>
                        <a:pt x="1905" y="2616"/>
                      </a:lnTo>
                      <a:lnTo>
                        <a:pt x="1821" y="2553"/>
                      </a:lnTo>
                      <a:lnTo>
                        <a:pt x="1612" y="2532"/>
                      </a:lnTo>
                      <a:lnTo>
                        <a:pt x="1570" y="2470"/>
                      </a:lnTo>
                      <a:lnTo>
                        <a:pt x="1507" y="2511"/>
                      </a:lnTo>
                      <a:lnTo>
                        <a:pt x="1507" y="2616"/>
                      </a:lnTo>
                      <a:lnTo>
                        <a:pt x="1403" y="2763"/>
                      </a:lnTo>
                      <a:lnTo>
                        <a:pt x="1403" y="2846"/>
                      </a:lnTo>
                      <a:lnTo>
                        <a:pt x="1403" y="2930"/>
                      </a:lnTo>
                      <a:lnTo>
                        <a:pt x="1340" y="3076"/>
                      </a:lnTo>
                      <a:lnTo>
                        <a:pt x="1277" y="3202"/>
                      </a:lnTo>
                      <a:lnTo>
                        <a:pt x="1131" y="3558"/>
                      </a:lnTo>
                      <a:lnTo>
                        <a:pt x="1089" y="3809"/>
                      </a:lnTo>
                      <a:lnTo>
                        <a:pt x="942" y="4102"/>
                      </a:lnTo>
                      <a:lnTo>
                        <a:pt x="921" y="4415"/>
                      </a:lnTo>
                      <a:lnTo>
                        <a:pt x="838" y="4541"/>
                      </a:lnTo>
                      <a:lnTo>
                        <a:pt x="733" y="4667"/>
                      </a:lnTo>
                      <a:lnTo>
                        <a:pt x="649" y="4855"/>
                      </a:lnTo>
                      <a:lnTo>
                        <a:pt x="608" y="4939"/>
                      </a:lnTo>
                      <a:lnTo>
                        <a:pt x="566" y="5043"/>
                      </a:lnTo>
                      <a:lnTo>
                        <a:pt x="419" y="5231"/>
                      </a:lnTo>
                      <a:lnTo>
                        <a:pt x="356" y="5336"/>
                      </a:lnTo>
                      <a:lnTo>
                        <a:pt x="398" y="5566"/>
                      </a:lnTo>
                      <a:lnTo>
                        <a:pt x="336" y="5776"/>
                      </a:lnTo>
                      <a:lnTo>
                        <a:pt x="336" y="5922"/>
                      </a:lnTo>
                      <a:lnTo>
                        <a:pt x="419" y="6027"/>
                      </a:lnTo>
                      <a:lnTo>
                        <a:pt x="356" y="6110"/>
                      </a:lnTo>
                      <a:lnTo>
                        <a:pt x="336" y="6194"/>
                      </a:lnTo>
                      <a:lnTo>
                        <a:pt x="398" y="6340"/>
                      </a:lnTo>
                      <a:lnTo>
                        <a:pt x="356" y="6592"/>
                      </a:lnTo>
                      <a:lnTo>
                        <a:pt x="315" y="6717"/>
                      </a:lnTo>
                      <a:lnTo>
                        <a:pt x="231" y="6759"/>
                      </a:lnTo>
                      <a:lnTo>
                        <a:pt x="252" y="6843"/>
                      </a:lnTo>
                      <a:lnTo>
                        <a:pt x="294" y="6864"/>
                      </a:lnTo>
                      <a:lnTo>
                        <a:pt x="231" y="7031"/>
                      </a:lnTo>
                      <a:lnTo>
                        <a:pt x="84" y="7136"/>
                      </a:lnTo>
                      <a:lnTo>
                        <a:pt x="1" y="7261"/>
                      </a:lnTo>
                      <a:lnTo>
                        <a:pt x="1" y="7387"/>
                      </a:lnTo>
                      <a:lnTo>
                        <a:pt x="105" y="7554"/>
                      </a:lnTo>
                      <a:lnTo>
                        <a:pt x="210" y="7763"/>
                      </a:lnTo>
                      <a:lnTo>
                        <a:pt x="210" y="7993"/>
                      </a:lnTo>
                      <a:lnTo>
                        <a:pt x="189" y="8119"/>
                      </a:lnTo>
                      <a:lnTo>
                        <a:pt x="126" y="8203"/>
                      </a:lnTo>
                      <a:lnTo>
                        <a:pt x="126" y="8286"/>
                      </a:lnTo>
                      <a:lnTo>
                        <a:pt x="147" y="8370"/>
                      </a:lnTo>
                      <a:lnTo>
                        <a:pt x="189" y="8496"/>
                      </a:lnTo>
                      <a:lnTo>
                        <a:pt x="126" y="8579"/>
                      </a:lnTo>
                      <a:lnTo>
                        <a:pt x="105" y="8642"/>
                      </a:lnTo>
                      <a:lnTo>
                        <a:pt x="126" y="8726"/>
                      </a:lnTo>
                      <a:lnTo>
                        <a:pt x="356" y="9102"/>
                      </a:lnTo>
                      <a:lnTo>
                        <a:pt x="398" y="9207"/>
                      </a:lnTo>
                      <a:lnTo>
                        <a:pt x="356" y="9270"/>
                      </a:lnTo>
                      <a:lnTo>
                        <a:pt x="398" y="9353"/>
                      </a:lnTo>
                      <a:lnTo>
                        <a:pt x="524" y="9479"/>
                      </a:lnTo>
                      <a:lnTo>
                        <a:pt x="545" y="9542"/>
                      </a:lnTo>
                      <a:lnTo>
                        <a:pt x="628" y="9542"/>
                      </a:lnTo>
                      <a:lnTo>
                        <a:pt x="628" y="9437"/>
                      </a:lnTo>
                      <a:lnTo>
                        <a:pt x="628" y="9312"/>
                      </a:lnTo>
                      <a:lnTo>
                        <a:pt x="712" y="9333"/>
                      </a:lnTo>
                      <a:lnTo>
                        <a:pt x="733" y="9312"/>
                      </a:lnTo>
                      <a:lnTo>
                        <a:pt x="733" y="9353"/>
                      </a:lnTo>
                      <a:lnTo>
                        <a:pt x="838" y="9353"/>
                      </a:lnTo>
                      <a:lnTo>
                        <a:pt x="859" y="9416"/>
                      </a:lnTo>
                      <a:lnTo>
                        <a:pt x="984" y="9437"/>
                      </a:lnTo>
                      <a:lnTo>
                        <a:pt x="880" y="9437"/>
                      </a:lnTo>
                      <a:lnTo>
                        <a:pt x="817" y="9479"/>
                      </a:lnTo>
                      <a:lnTo>
                        <a:pt x="754" y="9437"/>
                      </a:lnTo>
                      <a:lnTo>
                        <a:pt x="712" y="9437"/>
                      </a:lnTo>
                      <a:lnTo>
                        <a:pt x="712" y="9521"/>
                      </a:lnTo>
                      <a:lnTo>
                        <a:pt x="754" y="9542"/>
                      </a:lnTo>
                      <a:lnTo>
                        <a:pt x="754" y="9688"/>
                      </a:lnTo>
                      <a:lnTo>
                        <a:pt x="817" y="9793"/>
                      </a:lnTo>
                      <a:lnTo>
                        <a:pt x="838" y="9835"/>
                      </a:lnTo>
                      <a:lnTo>
                        <a:pt x="733" y="9793"/>
                      </a:lnTo>
                      <a:lnTo>
                        <a:pt x="670" y="9688"/>
                      </a:lnTo>
                      <a:lnTo>
                        <a:pt x="649" y="9646"/>
                      </a:lnTo>
                      <a:lnTo>
                        <a:pt x="608" y="9688"/>
                      </a:lnTo>
                      <a:lnTo>
                        <a:pt x="608" y="9772"/>
                      </a:lnTo>
                      <a:lnTo>
                        <a:pt x="545" y="9835"/>
                      </a:lnTo>
                      <a:lnTo>
                        <a:pt x="566" y="9877"/>
                      </a:lnTo>
                      <a:lnTo>
                        <a:pt x="545" y="9981"/>
                      </a:lnTo>
                      <a:lnTo>
                        <a:pt x="545" y="10086"/>
                      </a:lnTo>
                      <a:lnTo>
                        <a:pt x="608" y="10107"/>
                      </a:lnTo>
                      <a:lnTo>
                        <a:pt x="628" y="10211"/>
                      </a:lnTo>
                      <a:lnTo>
                        <a:pt x="733" y="10274"/>
                      </a:lnTo>
                      <a:lnTo>
                        <a:pt x="775" y="10358"/>
                      </a:lnTo>
                      <a:lnTo>
                        <a:pt x="775" y="10421"/>
                      </a:lnTo>
                      <a:lnTo>
                        <a:pt x="712" y="10504"/>
                      </a:lnTo>
                      <a:lnTo>
                        <a:pt x="649" y="10504"/>
                      </a:lnTo>
                      <a:lnTo>
                        <a:pt x="649" y="10567"/>
                      </a:lnTo>
                      <a:lnTo>
                        <a:pt x="670" y="10672"/>
                      </a:lnTo>
                      <a:lnTo>
                        <a:pt x="670" y="10797"/>
                      </a:lnTo>
                      <a:lnTo>
                        <a:pt x="712" y="10839"/>
                      </a:lnTo>
                      <a:lnTo>
                        <a:pt x="775" y="10923"/>
                      </a:lnTo>
                      <a:lnTo>
                        <a:pt x="817" y="11111"/>
                      </a:lnTo>
                      <a:lnTo>
                        <a:pt x="942" y="11362"/>
                      </a:lnTo>
                      <a:lnTo>
                        <a:pt x="1026" y="11509"/>
                      </a:lnTo>
                      <a:lnTo>
                        <a:pt x="1068" y="11530"/>
                      </a:lnTo>
                      <a:lnTo>
                        <a:pt x="1047" y="11571"/>
                      </a:lnTo>
                      <a:lnTo>
                        <a:pt x="1047" y="11613"/>
                      </a:lnTo>
                      <a:lnTo>
                        <a:pt x="1152" y="11718"/>
                      </a:lnTo>
                      <a:lnTo>
                        <a:pt x="1172" y="11843"/>
                      </a:lnTo>
                      <a:lnTo>
                        <a:pt x="1152" y="11990"/>
                      </a:lnTo>
                      <a:lnTo>
                        <a:pt x="1131" y="12094"/>
                      </a:lnTo>
                      <a:lnTo>
                        <a:pt x="1089" y="12136"/>
                      </a:lnTo>
                      <a:lnTo>
                        <a:pt x="1131" y="12199"/>
                      </a:lnTo>
                      <a:lnTo>
                        <a:pt x="1172" y="12262"/>
                      </a:lnTo>
                      <a:lnTo>
                        <a:pt x="1382" y="12262"/>
                      </a:lnTo>
                      <a:lnTo>
                        <a:pt x="1486" y="12283"/>
                      </a:lnTo>
                      <a:lnTo>
                        <a:pt x="1591" y="12346"/>
                      </a:lnTo>
                      <a:lnTo>
                        <a:pt x="1675" y="12366"/>
                      </a:lnTo>
                      <a:lnTo>
                        <a:pt x="1821" y="12366"/>
                      </a:lnTo>
                      <a:lnTo>
                        <a:pt x="1884" y="12450"/>
                      </a:lnTo>
                      <a:lnTo>
                        <a:pt x="1884" y="12555"/>
                      </a:lnTo>
                      <a:lnTo>
                        <a:pt x="2030" y="12618"/>
                      </a:lnTo>
                      <a:lnTo>
                        <a:pt x="2135" y="12618"/>
                      </a:lnTo>
                      <a:lnTo>
                        <a:pt x="2281" y="12680"/>
                      </a:lnTo>
                      <a:lnTo>
                        <a:pt x="2302" y="12722"/>
                      </a:lnTo>
                      <a:lnTo>
                        <a:pt x="2302" y="12827"/>
                      </a:lnTo>
                      <a:lnTo>
                        <a:pt x="2344" y="12869"/>
                      </a:lnTo>
                      <a:lnTo>
                        <a:pt x="2407" y="12827"/>
                      </a:lnTo>
                      <a:lnTo>
                        <a:pt x="2470" y="12827"/>
                      </a:lnTo>
                      <a:lnTo>
                        <a:pt x="2616" y="12973"/>
                      </a:lnTo>
                      <a:lnTo>
                        <a:pt x="2805" y="13245"/>
                      </a:lnTo>
                      <a:lnTo>
                        <a:pt x="2825" y="13434"/>
                      </a:lnTo>
                      <a:lnTo>
                        <a:pt x="2805" y="13559"/>
                      </a:lnTo>
                      <a:lnTo>
                        <a:pt x="2805" y="13664"/>
                      </a:lnTo>
                      <a:lnTo>
                        <a:pt x="4185" y="13643"/>
                      </a:lnTo>
                      <a:lnTo>
                        <a:pt x="4206" y="13706"/>
                      </a:lnTo>
                      <a:lnTo>
                        <a:pt x="4206" y="13747"/>
                      </a:lnTo>
                      <a:lnTo>
                        <a:pt x="6131" y="14647"/>
                      </a:lnTo>
                      <a:lnTo>
                        <a:pt x="7784" y="14689"/>
                      </a:lnTo>
                      <a:lnTo>
                        <a:pt x="7826" y="14480"/>
                      </a:lnTo>
                      <a:lnTo>
                        <a:pt x="8747" y="14501"/>
                      </a:lnTo>
                      <a:lnTo>
                        <a:pt x="8872" y="14584"/>
                      </a:lnTo>
                      <a:lnTo>
                        <a:pt x="8935" y="14710"/>
                      </a:lnTo>
                      <a:lnTo>
                        <a:pt x="8998" y="14773"/>
                      </a:lnTo>
                      <a:lnTo>
                        <a:pt x="9019" y="14815"/>
                      </a:lnTo>
                      <a:lnTo>
                        <a:pt x="9082" y="14815"/>
                      </a:lnTo>
                      <a:lnTo>
                        <a:pt x="9123" y="14898"/>
                      </a:lnTo>
                      <a:lnTo>
                        <a:pt x="9103" y="14961"/>
                      </a:lnTo>
                      <a:lnTo>
                        <a:pt x="9207" y="14982"/>
                      </a:lnTo>
                      <a:lnTo>
                        <a:pt x="9270" y="15066"/>
                      </a:lnTo>
                      <a:lnTo>
                        <a:pt x="9270" y="15107"/>
                      </a:lnTo>
                      <a:lnTo>
                        <a:pt x="9228" y="15170"/>
                      </a:lnTo>
                      <a:lnTo>
                        <a:pt x="9312" y="15191"/>
                      </a:lnTo>
                      <a:lnTo>
                        <a:pt x="9395" y="15233"/>
                      </a:lnTo>
                      <a:lnTo>
                        <a:pt x="9437" y="15317"/>
                      </a:lnTo>
                      <a:lnTo>
                        <a:pt x="9458" y="15442"/>
                      </a:lnTo>
                      <a:lnTo>
                        <a:pt x="9500" y="15484"/>
                      </a:lnTo>
                      <a:lnTo>
                        <a:pt x="9521" y="15505"/>
                      </a:lnTo>
                      <a:lnTo>
                        <a:pt x="9542" y="15526"/>
                      </a:lnTo>
                      <a:lnTo>
                        <a:pt x="9626" y="15610"/>
                      </a:lnTo>
                      <a:lnTo>
                        <a:pt x="9626" y="15693"/>
                      </a:lnTo>
                      <a:lnTo>
                        <a:pt x="9605" y="15714"/>
                      </a:lnTo>
                      <a:lnTo>
                        <a:pt x="9521" y="15735"/>
                      </a:lnTo>
                      <a:lnTo>
                        <a:pt x="9521" y="15756"/>
                      </a:lnTo>
                      <a:lnTo>
                        <a:pt x="9626" y="15903"/>
                      </a:lnTo>
                      <a:lnTo>
                        <a:pt x="9709" y="15965"/>
                      </a:lnTo>
                      <a:lnTo>
                        <a:pt x="9730" y="16070"/>
                      </a:lnTo>
                      <a:lnTo>
                        <a:pt x="9730" y="16112"/>
                      </a:lnTo>
                      <a:lnTo>
                        <a:pt x="9751" y="16112"/>
                      </a:lnTo>
                      <a:lnTo>
                        <a:pt x="9793" y="16133"/>
                      </a:lnTo>
                      <a:lnTo>
                        <a:pt x="9835" y="16133"/>
                      </a:lnTo>
                      <a:lnTo>
                        <a:pt x="9877" y="16154"/>
                      </a:lnTo>
                      <a:lnTo>
                        <a:pt x="9919" y="16216"/>
                      </a:lnTo>
                      <a:lnTo>
                        <a:pt x="9919" y="16237"/>
                      </a:lnTo>
                      <a:lnTo>
                        <a:pt x="9960" y="16279"/>
                      </a:lnTo>
                      <a:lnTo>
                        <a:pt x="10023" y="16279"/>
                      </a:lnTo>
                      <a:lnTo>
                        <a:pt x="10149" y="16342"/>
                      </a:lnTo>
                      <a:lnTo>
                        <a:pt x="10170" y="16384"/>
                      </a:lnTo>
                      <a:lnTo>
                        <a:pt x="10253" y="16426"/>
                      </a:lnTo>
                      <a:lnTo>
                        <a:pt x="10379" y="16467"/>
                      </a:lnTo>
                      <a:lnTo>
                        <a:pt x="10400" y="16530"/>
                      </a:lnTo>
                      <a:lnTo>
                        <a:pt x="10463" y="16530"/>
                      </a:lnTo>
                      <a:lnTo>
                        <a:pt x="10504" y="16488"/>
                      </a:lnTo>
                      <a:lnTo>
                        <a:pt x="10504" y="16467"/>
                      </a:lnTo>
                      <a:lnTo>
                        <a:pt x="10609" y="16384"/>
                      </a:lnTo>
                      <a:lnTo>
                        <a:pt x="10672" y="16384"/>
                      </a:lnTo>
                      <a:lnTo>
                        <a:pt x="10672" y="16342"/>
                      </a:lnTo>
                      <a:lnTo>
                        <a:pt x="10672" y="16321"/>
                      </a:lnTo>
                      <a:lnTo>
                        <a:pt x="10714" y="16237"/>
                      </a:lnTo>
                      <a:lnTo>
                        <a:pt x="10797" y="16070"/>
                      </a:lnTo>
                      <a:lnTo>
                        <a:pt x="10839" y="16028"/>
                      </a:lnTo>
                      <a:lnTo>
                        <a:pt x="10923" y="16007"/>
                      </a:lnTo>
                      <a:lnTo>
                        <a:pt x="10965" y="16007"/>
                      </a:lnTo>
                      <a:lnTo>
                        <a:pt x="10986" y="16028"/>
                      </a:lnTo>
                      <a:lnTo>
                        <a:pt x="11027" y="16028"/>
                      </a:lnTo>
                      <a:lnTo>
                        <a:pt x="11069" y="15944"/>
                      </a:lnTo>
                      <a:lnTo>
                        <a:pt x="11174" y="15944"/>
                      </a:lnTo>
                      <a:lnTo>
                        <a:pt x="11279" y="15965"/>
                      </a:lnTo>
                      <a:lnTo>
                        <a:pt x="11383" y="15944"/>
                      </a:lnTo>
                      <a:lnTo>
                        <a:pt x="11404" y="15965"/>
                      </a:lnTo>
                      <a:lnTo>
                        <a:pt x="11425" y="16007"/>
                      </a:lnTo>
                      <a:lnTo>
                        <a:pt x="11509" y="16007"/>
                      </a:lnTo>
                      <a:lnTo>
                        <a:pt x="11592" y="16028"/>
                      </a:lnTo>
                      <a:lnTo>
                        <a:pt x="11634" y="16133"/>
                      </a:lnTo>
                      <a:lnTo>
                        <a:pt x="11739" y="16216"/>
                      </a:lnTo>
                      <a:lnTo>
                        <a:pt x="11844" y="16363"/>
                      </a:lnTo>
                      <a:lnTo>
                        <a:pt x="11864" y="16467"/>
                      </a:lnTo>
                      <a:lnTo>
                        <a:pt x="11927" y="16530"/>
                      </a:lnTo>
                      <a:lnTo>
                        <a:pt x="11927" y="16593"/>
                      </a:lnTo>
                      <a:lnTo>
                        <a:pt x="11927" y="16760"/>
                      </a:lnTo>
                      <a:lnTo>
                        <a:pt x="12011" y="16781"/>
                      </a:lnTo>
                      <a:lnTo>
                        <a:pt x="12032" y="16865"/>
                      </a:lnTo>
                      <a:lnTo>
                        <a:pt x="12116" y="17074"/>
                      </a:lnTo>
                      <a:lnTo>
                        <a:pt x="12157" y="17095"/>
                      </a:lnTo>
                      <a:lnTo>
                        <a:pt x="12178" y="17179"/>
                      </a:lnTo>
                      <a:lnTo>
                        <a:pt x="12262" y="17221"/>
                      </a:lnTo>
                      <a:lnTo>
                        <a:pt x="12283" y="17325"/>
                      </a:lnTo>
                      <a:lnTo>
                        <a:pt x="12346" y="17430"/>
                      </a:lnTo>
                      <a:lnTo>
                        <a:pt x="12450" y="17514"/>
                      </a:lnTo>
                      <a:lnTo>
                        <a:pt x="12429" y="17618"/>
                      </a:lnTo>
                      <a:lnTo>
                        <a:pt x="12429" y="17723"/>
                      </a:lnTo>
                      <a:lnTo>
                        <a:pt x="12429" y="17786"/>
                      </a:lnTo>
                      <a:lnTo>
                        <a:pt x="12429" y="17807"/>
                      </a:lnTo>
                      <a:lnTo>
                        <a:pt x="12555" y="18141"/>
                      </a:lnTo>
                      <a:lnTo>
                        <a:pt x="12534" y="18309"/>
                      </a:lnTo>
                      <a:lnTo>
                        <a:pt x="12576" y="18351"/>
                      </a:lnTo>
                      <a:lnTo>
                        <a:pt x="12597" y="18351"/>
                      </a:lnTo>
                      <a:lnTo>
                        <a:pt x="12660" y="18372"/>
                      </a:lnTo>
                      <a:lnTo>
                        <a:pt x="12743" y="18372"/>
                      </a:lnTo>
                      <a:lnTo>
                        <a:pt x="12806" y="18413"/>
                      </a:lnTo>
                      <a:lnTo>
                        <a:pt x="12911" y="18518"/>
                      </a:lnTo>
                      <a:lnTo>
                        <a:pt x="13099" y="18560"/>
                      </a:lnTo>
                      <a:lnTo>
                        <a:pt x="13204" y="18644"/>
                      </a:lnTo>
                      <a:lnTo>
                        <a:pt x="13308" y="18644"/>
                      </a:lnTo>
                      <a:lnTo>
                        <a:pt x="13329" y="18727"/>
                      </a:lnTo>
                      <a:lnTo>
                        <a:pt x="13392" y="18748"/>
                      </a:lnTo>
                      <a:lnTo>
                        <a:pt x="13476" y="18581"/>
                      </a:lnTo>
                      <a:lnTo>
                        <a:pt x="13496" y="18455"/>
                      </a:lnTo>
                      <a:lnTo>
                        <a:pt x="13476" y="18372"/>
                      </a:lnTo>
                      <a:lnTo>
                        <a:pt x="13476" y="18120"/>
                      </a:lnTo>
                      <a:lnTo>
                        <a:pt x="13413" y="18037"/>
                      </a:lnTo>
                      <a:lnTo>
                        <a:pt x="13496" y="17911"/>
                      </a:lnTo>
                      <a:lnTo>
                        <a:pt x="13538" y="17723"/>
                      </a:lnTo>
                      <a:lnTo>
                        <a:pt x="13622" y="17618"/>
                      </a:lnTo>
                      <a:lnTo>
                        <a:pt x="13580" y="17409"/>
                      </a:lnTo>
                      <a:lnTo>
                        <a:pt x="13685" y="17367"/>
                      </a:lnTo>
                      <a:lnTo>
                        <a:pt x="13789" y="17284"/>
                      </a:lnTo>
                      <a:lnTo>
                        <a:pt x="13727" y="17200"/>
                      </a:lnTo>
                      <a:lnTo>
                        <a:pt x="13831" y="17074"/>
                      </a:lnTo>
                      <a:lnTo>
                        <a:pt x="13894" y="17095"/>
                      </a:lnTo>
                      <a:lnTo>
                        <a:pt x="13999" y="17053"/>
                      </a:lnTo>
                      <a:lnTo>
                        <a:pt x="13957" y="16907"/>
                      </a:lnTo>
                      <a:lnTo>
                        <a:pt x="13957" y="16907"/>
                      </a:lnTo>
                      <a:lnTo>
                        <a:pt x="14040" y="16970"/>
                      </a:lnTo>
                      <a:lnTo>
                        <a:pt x="14145" y="16907"/>
                      </a:lnTo>
                      <a:lnTo>
                        <a:pt x="14103" y="16865"/>
                      </a:lnTo>
                      <a:lnTo>
                        <a:pt x="14208" y="16781"/>
                      </a:lnTo>
                      <a:lnTo>
                        <a:pt x="14250" y="16802"/>
                      </a:lnTo>
                      <a:lnTo>
                        <a:pt x="14312" y="16781"/>
                      </a:lnTo>
                      <a:lnTo>
                        <a:pt x="14375" y="16865"/>
                      </a:lnTo>
                      <a:lnTo>
                        <a:pt x="14271" y="16949"/>
                      </a:lnTo>
                      <a:lnTo>
                        <a:pt x="14354" y="16949"/>
                      </a:lnTo>
                      <a:lnTo>
                        <a:pt x="14459" y="16844"/>
                      </a:lnTo>
                      <a:lnTo>
                        <a:pt x="14543" y="16844"/>
                      </a:lnTo>
                      <a:lnTo>
                        <a:pt x="14794" y="16739"/>
                      </a:lnTo>
                      <a:lnTo>
                        <a:pt x="14982" y="16551"/>
                      </a:lnTo>
                      <a:lnTo>
                        <a:pt x="15066" y="16551"/>
                      </a:lnTo>
                      <a:lnTo>
                        <a:pt x="15108" y="16488"/>
                      </a:lnTo>
                      <a:lnTo>
                        <a:pt x="15087" y="16384"/>
                      </a:lnTo>
                      <a:lnTo>
                        <a:pt x="15108" y="16258"/>
                      </a:lnTo>
                      <a:lnTo>
                        <a:pt x="15045" y="16112"/>
                      </a:lnTo>
                      <a:lnTo>
                        <a:pt x="15087" y="16175"/>
                      </a:lnTo>
                      <a:lnTo>
                        <a:pt x="15170" y="16175"/>
                      </a:lnTo>
                      <a:lnTo>
                        <a:pt x="15275" y="16070"/>
                      </a:lnTo>
                      <a:lnTo>
                        <a:pt x="15275" y="16028"/>
                      </a:lnTo>
                      <a:lnTo>
                        <a:pt x="15317" y="16133"/>
                      </a:lnTo>
                      <a:lnTo>
                        <a:pt x="15254" y="16237"/>
                      </a:lnTo>
                      <a:lnTo>
                        <a:pt x="15275" y="16321"/>
                      </a:lnTo>
                      <a:lnTo>
                        <a:pt x="15275" y="16426"/>
                      </a:lnTo>
                      <a:lnTo>
                        <a:pt x="15401" y="16384"/>
                      </a:lnTo>
                      <a:lnTo>
                        <a:pt x="15484" y="16258"/>
                      </a:lnTo>
                      <a:lnTo>
                        <a:pt x="15568" y="16258"/>
                      </a:lnTo>
                      <a:lnTo>
                        <a:pt x="15631" y="16216"/>
                      </a:lnTo>
                      <a:lnTo>
                        <a:pt x="15840" y="16154"/>
                      </a:lnTo>
                      <a:lnTo>
                        <a:pt x="16007" y="16154"/>
                      </a:lnTo>
                      <a:lnTo>
                        <a:pt x="16258" y="16237"/>
                      </a:lnTo>
                      <a:lnTo>
                        <a:pt x="16321" y="16279"/>
                      </a:lnTo>
                      <a:lnTo>
                        <a:pt x="16635" y="16321"/>
                      </a:lnTo>
                      <a:lnTo>
                        <a:pt x="16740" y="16279"/>
                      </a:lnTo>
                      <a:lnTo>
                        <a:pt x="16740" y="16237"/>
                      </a:lnTo>
                      <a:lnTo>
                        <a:pt x="16740" y="16154"/>
                      </a:lnTo>
                      <a:lnTo>
                        <a:pt x="16844" y="16133"/>
                      </a:lnTo>
                      <a:lnTo>
                        <a:pt x="16928" y="16154"/>
                      </a:lnTo>
                      <a:lnTo>
                        <a:pt x="16865" y="16216"/>
                      </a:lnTo>
                      <a:lnTo>
                        <a:pt x="16928" y="16237"/>
                      </a:lnTo>
                      <a:lnTo>
                        <a:pt x="16991" y="16216"/>
                      </a:lnTo>
                      <a:lnTo>
                        <a:pt x="17053" y="16258"/>
                      </a:lnTo>
                      <a:lnTo>
                        <a:pt x="17053" y="16342"/>
                      </a:lnTo>
                      <a:lnTo>
                        <a:pt x="17074" y="16384"/>
                      </a:lnTo>
                      <a:lnTo>
                        <a:pt x="17200" y="16363"/>
                      </a:lnTo>
                      <a:lnTo>
                        <a:pt x="17242" y="16426"/>
                      </a:lnTo>
                      <a:lnTo>
                        <a:pt x="17158" y="16488"/>
                      </a:lnTo>
                      <a:lnTo>
                        <a:pt x="17095" y="16551"/>
                      </a:lnTo>
                      <a:lnTo>
                        <a:pt x="17179" y="16572"/>
                      </a:lnTo>
                      <a:lnTo>
                        <a:pt x="17263" y="16551"/>
                      </a:lnTo>
                      <a:lnTo>
                        <a:pt x="17346" y="16593"/>
                      </a:lnTo>
                      <a:lnTo>
                        <a:pt x="17493" y="16656"/>
                      </a:lnTo>
                      <a:lnTo>
                        <a:pt x="17556" y="16572"/>
                      </a:lnTo>
                      <a:lnTo>
                        <a:pt x="17618" y="16530"/>
                      </a:lnTo>
                      <a:lnTo>
                        <a:pt x="17723" y="16593"/>
                      </a:lnTo>
                      <a:lnTo>
                        <a:pt x="17786" y="16656"/>
                      </a:lnTo>
                      <a:lnTo>
                        <a:pt x="17870" y="16635"/>
                      </a:lnTo>
                      <a:lnTo>
                        <a:pt x="17870" y="16467"/>
                      </a:lnTo>
                      <a:lnTo>
                        <a:pt x="17807" y="16363"/>
                      </a:lnTo>
                      <a:lnTo>
                        <a:pt x="17911" y="16363"/>
                      </a:lnTo>
                      <a:lnTo>
                        <a:pt x="18016" y="16488"/>
                      </a:lnTo>
                      <a:lnTo>
                        <a:pt x="18100" y="16530"/>
                      </a:lnTo>
                      <a:lnTo>
                        <a:pt x="18142" y="16593"/>
                      </a:lnTo>
                      <a:lnTo>
                        <a:pt x="18204" y="16593"/>
                      </a:lnTo>
                      <a:lnTo>
                        <a:pt x="18288" y="16635"/>
                      </a:lnTo>
                      <a:lnTo>
                        <a:pt x="18288" y="16760"/>
                      </a:lnTo>
                      <a:lnTo>
                        <a:pt x="18309" y="16677"/>
                      </a:lnTo>
                      <a:lnTo>
                        <a:pt x="18414" y="16656"/>
                      </a:lnTo>
                      <a:lnTo>
                        <a:pt x="18414" y="16635"/>
                      </a:lnTo>
                      <a:lnTo>
                        <a:pt x="18288" y="16530"/>
                      </a:lnTo>
                      <a:lnTo>
                        <a:pt x="18100" y="16447"/>
                      </a:lnTo>
                      <a:lnTo>
                        <a:pt x="18037" y="16363"/>
                      </a:lnTo>
                      <a:lnTo>
                        <a:pt x="18037" y="16258"/>
                      </a:lnTo>
                      <a:lnTo>
                        <a:pt x="18225" y="16175"/>
                      </a:lnTo>
                      <a:lnTo>
                        <a:pt x="18288" y="16154"/>
                      </a:lnTo>
                      <a:lnTo>
                        <a:pt x="18183" y="16112"/>
                      </a:lnTo>
                      <a:lnTo>
                        <a:pt x="18121" y="16049"/>
                      </a:lnTo>
                      <a:lnTo>
                        <a:pt x="18100" y="16049"/>
                      </a:lnTo>
                      <a:lnTo>
                        <a:pt x="18016" y="16112"/>
                      </a:lnTo>
                      <a:lnTo>
                        <a:pt x="17932" y="16154"/>
                      </a:lnTo>
                      <a:lnTo>
                        <a:pt x="17932" y="16070"/>
                      </a:lnTo>
                      <a:lnTo>
                        <a:pt x="18037" y="15944"/>
                      </a:lnTo>
                      <a:lnTo>
                        <a:pt x="18246" y="15861"/>
                      </a:lnTo>
                      <a:lnTo>
                        <a:pt x="18330" y="15798"/>
                      </a:lnTo>
                      <a:lnTo>
                        <a:pt x="18665" y="15735"/>
                      </a:lnTo>
                      <a:lnTo>
                        <a:pt x="18811" y="15756"/>
                      </a:lnTo>
                      <a:lnTo>
                        <a:pt x="18874" y="15735"/>
                      </a:lnTo>
                      <a:lnTo>
                        <a:pt x="18958" y="15735"/>
                      </a:lnTo>
                      <a:lnTo>
                        <a:pt x="19020" y="15651"/>
                      </a:lnTo>
                      <a:lnTo>
                        <a:pt x="19062" y="15547"/>
                      </a:lnTo>
                      <a:lnTo>
                        <a:pt x="19146" y="15547"/>
                      </a:lnTo>
                      <a:lnTo>
                        <a:pt x="19125" y="15631"/>
                      </a:lnTo>
                      <a:lnTo>
                        <a:pt x="19125" y="15714"/>
                      </a:lnTo>
                      <a:lnTo>
                        <a:pt x="19250" y="15819"/>
                      </a:lnTo>
                      <a:lnTo>
                        <a:pt x="19334" y="15756"/>
                      </a:lnTo>
                      <a:lnTo>
                        <a:pt x="19481" y="15756"/>
                      </a:lnTo>
                      <a:lnTo>
                        <a:pt x="19585" y="15735"/>
                      </a:lnTo>
                      <a:lnTo>
                        <a:pt x="19648" y="15798"/>
                      </a:lnTo>
                      <a:lnTo>
                        <a:pt x="19815" y="15756"/>
                      </a:lnTo>
                      <a:lnTo>
                        <a:pt x="19878" y="15798"/>
                      </a:lnTo>
                      <a:lnTo>
                        <a:pt x="20004" y="15714"/>
                      </a:lnTo>
                      <a:lnTo>
                        <a:pt x="20108" y="15714"/>
                      </a:lnTo>
                      <a:lnTo>
                        <a:pt x="20129" y="15735"/>
                      </a:lnTo>
                      <a:lnTo>
                        <a:pt x="20087" y="15756"/>
                      </a:lnTo>
                      <a:lnTo>
                        <a:pt x="19962" y="15756"/>
                      </a:lnTo>
                      <a:lnTo>
                        <a:pt x="19920" y="15798"/>
                      </a:lnTo>
                      <a:lnTo>
                        <a:pt x="20087" y="15819"/>
                      </a:lnTo>
                      <a:lnTo>
                        <a:pt x="20213" y="15819"/>
                      </a:lnTo>
                      <a:lnTo>
                        <a:pt x="20318" y="15903"/>
                      </a:lnTo>
                      <a:lnTo>
                        <a:pt x="20401" y="15944"/>
                      </a:lnTo>
                      <a:lnTo>
                        <a:pt x="20338" y="15861"/>
                      </a:lnTo>
                      <a:lnTo>
                        <a:pt x="20338" y="15819"/>
                      </a:lnTo>
                      <a:lnTo>
                        <a:pt x="20401" y="15819"/>
                      </a:lnTo>
                      <a:lnTo>
                        <a:pt x="20422" y="15861"/>
                      </a:lnTo>
                      <a:lnTo>
                        <a:pt x="20527" y="15944"/>
                      </a:lnTo>
                      <a:lnTo>
                        <a:pt x="20506" y="16007"/>
                      </a:lnTo>
                      <a:lnTo>
                        <a:pt x="20443" y="15944"/>
                      </a:lnTo>
                      <a:lnTo>
                        <a:pt x="20422" y="15965"/>
                      </a:lnTo>
                      <a:lnTo>
                        <a:pt x="20548" y="16049"/>
                      </a:lnTo>
                      <a:lnTo>
                        <a:pt x="20610" y="16133"/>
                      </a:lnTo>
                      <a:lnTo>
                        <a:pt x="20652" y="16175"/>
                      </a:lnTo>
                      <a:lnTo>
                        <a:pt x="20631" y="16216"/>
                      </a:lnTo>
                      <a:lnTo>
                        <a:pt x="20610" y="16154"/>
                      </a:lnTo>
                      <a:lnTo>
                        <a:pt x="20590" y="16216"/>
                      </a:lnTo>
                      <a:lnTo>
                        <a:pt x="20610" y="16258"/>
                      </a:lnTo>
                      <a:lnTo>
                        <a:pt x="20799" y="16237"/>
                      </a:lnTo>
                      <a:lnTo>
                        <a:pt x="20903" y="16216"/>
                      </a:lnTo>
                      <a:lnTo>
                        <a:pt x="21029" y="16070"/>
                      </a:lnTo>
                      <a:lnTo>
                        <a:pt x="21113" y="16070"/>
                      </a:lnTo>
                      <a:lnTo>
                        <a:pt x="21113" y="16049"/>
                      </a:lnTo>
                      <a:lnTo>
                        <a:pt x="21175" y="15965"/>
                      </a:lnTo>
                      <a:lnTo>
                        <a:pt x="21280" y="15965"/>
                      </a:lnTo>
                      <a:lnTo>
                        <a:pt x="21364" y="16007"/>
                      </a:lnTo>
                      <a:lnTo>
                        <a:pt x="21489" y="16049"/>
                      </a:lnTo>
                      <a:lnTo>
                        <a:pt x="21552" y="16258"/>
                      </a:lnTo>
                      <a:lnTo>
                        <a:pt x="21636" y="16321"/>
                      </a:lnTo>
                      <a:lnTo>
                        <a:pt x="21657" y="16321"/>
                      </a:lnTo>
                      <a:lnTo>
                        <a:pt x="21678" y="16447"/>
                      </a:lnTo>
                      <a:lnTo>
                        <a:pt x="21761" y="16488"/>
                      </a:lnTo>
                      <a:lnTo>
                        <a:pt x="21803" y="16488"/>
                      </a:lnTo>
                      <a:lnTo>
                        <a:pt x="21803" y="16551"/>
                      </a:lnTo>
                      <a:lnTo>
                        <a:pt x="21866" y="16635"/>
                      </a:lnTo>
                      <a:lnTo>
                        <a:pt x="21950" y="16656"/>
                      </a:lnTo>
                      <a:lnTo>
                        <a:pt x="22012" y="16781"/>
                      </a:lnTo>
                      <a:lnTo>
                        <a:pt x="21991" y="16907"/>
                      </a:lnTo>
                      <a:lnTo>
                        <a:pt x="21908" y="17179"/>
                      </a:lnTo>
                      <a:lnTo>
                        <a:pt x="21803" y="17409"/>
                      </a:lnTo>
                      <a:lnTo>
                        <a:pt x="21803" y="17493"/>
                      </a:lnTo>
                      <a:lnTo>
                        <a:pt x="21887" y="17597"/>
                      </a:lnTo>
                      <a:lnTo>
                        <a:pt x="21908" y="17576"/>
                      </a:lnTo>
                      <a:lnTo>
                        <a:pt x="21971" y="17493"/>
                      </a:lnTo>
                      <a:lnTo>
                        <a:pt x="21971" y="17430"/>
                      </a:lnTo>
                      <a:lnTo>
                        <a:pt x="21991" y="17388"/>
                      </a:lnTo>
                      <a:lnTo>
                        <a:pt x="22075" y="17430"/>
                      </a:lnTo>
                      <a:lnTo>
                        <a:pt x="22096" y="17535"/>
                      </a:lnTo>
                      <a:lnTo>
                        <a:pt x="21950" y="17744"/>
                      </a:lnTo>
                      <a:lnTo>
                        <a:pt x="21971" y="17807"/>
                      </a:lnTo>
                      <a:lnTo>
                        <a:pt x="21991" y="17911"/>
                      </a:lnTo>
                      <a:lnTo>
                        <a:pt x="22054" y="18016"/>
                      </a:lnTo>
                      <a:lnTo>
                        <a:pt x="22075" y="18058"/>
                      </a:lnTo>
                      <a:lnTo>
                        <a:pt x="22117" y="18037"/>
                      </a:lnTo>
                      <a:lnTo>
                        <a:pt x="22159" y="18141"/>
                      </a:lnTo>
                      <a:lnTo>
                        <a:pt x="22201" y="18100"/>
                      </a:lnTo>
                      <a:lnTo>
                        <a:pt x="22201" y="18058"/>
                      </a:lnTo>
                      <a:lnTo>
                        <a:pt x="22222" y="18100"/>
                      </a:lnTo>
                      <a:lnTo>
                        <a:pt x="22368" y="18058"/>
                      </a:lnTo>
                      <a:lnTo>
                        <a:pt x="22368" y="18058"/>
                      </a:lnTo>
                      <a:lnTo>
                        <a:pt x="22263" y="18141"/>
                      </a:lnTo>
                      <a:lnTo>
                        <a:pt x="22222" y="18246"/>
                      </a:lnTo>
                      <a:lnTo>
                        <a:pt x="22201" y="18309"/>
                      </a:lnTo>
                      <a:lnTo>
                        <a:pt x="22201" y="18351"/>
                      </a:lnTo>
                      <a:lnTo>
                        <a:pt x="22368" y="18455"/>
                      </a:lnTo>
                      <a:lnTo>
                        <a:pt x="22368" y="18581"/>
                      </a:lnTo>
                      <a:lnTo>
                        <a:pt x="22368" y="18748"/>
                      </a:lnTo>
                      <a:lnTo>
                        <a:pt x="22410" y="18769"/>
                      </a:lnTo>
                      <a:lnTo>
                        <a:pt x="22494" y="18769"/>
                      </a:lnTo>
                      <a:lnTo>
                        <a:pt x="22535" y="18853"/>
                      </a:lnTo>
                      <a:lnTo>
                        <a:pt x="22515" y="18957"/>
                      </a:lnTo>
                      <a:lnTo>
                        <a:pt x="22682" y="19062"/>
                      </a:lnTo>
                      <a:lnTo>
                        <a:pt x="22598" y="19083"/>
                      </a:lnTo>
                      <a:lnTo>
                        <a:pt x="22724" y="19146"/>
                      </a:lnTo>
                      <a:lnTo>
                        <a:pt x="22787" y="19188"/>
                      </a:lnTo>
                      <a:lnTo>
                        <a:pt x="22891" y="19250"/>
                      </a:lnTo>
                      <a:lnTo>
                        <a:pt x="22996" y="19188"/>
                      </a:lnTo>
                      <a:lnTo>
                        <a:pt x="23100" y="19167"/>
                      </a:lnTo>
                      <a:lnTo>
                        <a:pt x="23100" y="18999"/>
                      </a:lnTo>
                      <a:lnTo>
                        <a:pt x="23163" y="18895"/>
                      </a:lnTo>
                      <a:lnTo>
                        <a:pt x="23226" y="18769"/>
                      </a:lnTo>
                      <a:lnTo>
                        <a:pt x="23331" y="18560"/>
                      </a:lnTo>
                      <a:lnTo>
                        <a:pt x="23310" y="18455"/>
                      </a:lnTo>
                      <a:lnTo>
                        <a:pt x="23351" y="18413"/>
                      </a:lnTo>
                      <a:lnTo>
                        <a:pt x="23351" y="18225"/>
                      </a:lnTo>
                      <a:lnTo>
                        <a:pt x="23331" y="18162"/>
                      </a:lnTo>
                      <a:lnTo>
                        <a:pt x="23414" y="18120"/>
                      </a:lnTo>
                      <a:lnTo>
                        <a:pt x="23351" y="17932"/>
                      </a:lnTo>
                      <a:lnTo>
                        <a:pt x="23247" y="17848"/>
                      </a:lnTo>
                      <a:lnTo>
                        <a:pt x="23205" y="17493"/>
                      </a:lnTo>
                      <a:lnTo>
                        <a:pt x="23142" y="17430"/>
                      </a:lnTo>
                      <a:lnTo>
                        <a:pt x="23163" y="17263"/>
                      </a:lnTo>
                      <a:lnTo>
                        <a:pt x="23205" y="17116"/>
                      </a:lnTo>
                      <a:lnTo>
                        <a:pt x="23163" y="17011"/>
                      </a:lnTo>
                      <a:lnTo>
                        <a:pt x="23100" y="16907"/>
                      </a:lnTo>
                      <a:lnTo>
                        <a:pt x="23038" y="16656"/>
                      </a:lnTo>
                      <a:lnTo>
                        <a:pt x="22996" y="16551"/>
                      </a:lnTo>
                      <a:lnTo>
                        <a:pt x="22954" y="16279"/>
                      </a:lnTo>
                      <a:lnTo>
                        <a:pt x="22912" y="16133"/>
                      </a:lnTo>
                      <a:lnTo>
                        <a:pt x="22933" y="15903"/>
                      </a:lnTo>
                      <a:lnTo>
                        <a:pt x="22912" y="15714"/>
                      </a:lnTo>
                      <a:lnTo>
                        <a:pt x="22933" y="15379"/>
                      </a:lnTo>
                      <a:lnTo>
                        <a:pt x="22933" y="15170"/>
                      </a:lnTo>
                      <a:lnTo>
                        <a:pt x="23038" y="15003"/>
                      </a:lnTo>
                      <a:lnTo>
                        <a:pt x="23121" y="14856"/>
                      </a:lnTo>
                      <a:lnTo>
                        <a:pt x="23226" y="14815"/>
                      </a:lnTo>
                      <a:lnTo>
                        <a:pt x="23268" y="14752"/>
                      </a:lnTo>
                      <a:lnTo>
                        <a:pt x="23331" y="14752"/>
                      </a:lnTo>
                      <a:lnTo>
                        <a:pt x="23414" y="14605"/>
                      </a:lnTo>
                      <a:lnTo>
                        <a:pt x="23414" y="14543"/>
                      </a:lnTo>
                      <a:lnTo>
                        <a:pt x="23372" y="14501"/>
                      </a:lnTo>
                      <a:lnTo>
                        <a:pt x="23414" y="14480"/>
                      </a:lnTo>
                      <a:lnTo>
                        <a:pt x="23540" y="14480"/>
                      </a:lnTo>
                      <a:lnTo>
                        <a:pt x="23561" y="14396"/>
                      </a:lnTo>
                      <a:lnTo>
                        <a:pt x="23665" y="14396"/>
                      </a:lnTo>
                      <a:lnTo>
                        <a:pt x="23686" y="14354"/>
                      </a:lnTo>
                      <a:lnTo>
                        <a:pt x="23875" y="14333"/>
                      </a:lnTo>
                      <a:lnTo>
                        <a:pt x="23937" y="14250"/>
                      </a:lnTo>
                      <a:lnTo>
                        <a:pt x="24063" y="14250"/>
                      </a:lnTo>
                      <a:lnTo>
                        <a:pt x="24084" y="14187"/>
                      </a:lnTo>
                      <a:lnTo>
                        <a:pt x="24168" y="14187"/>
                      </a:lnTo>
                      <a:lnTo>
                        <a:pt x="24209" y="14229"/>
                      </a:lnTo>
                      <a:lnTo>
                        <a:pt x="24314" y="14082"/>
                      </a:lnTo>
                      <a:lnTo>
                        <a:pt x="24314" y="14040"/>
                      </a:lnTo>
                      <a:lnTo>
                        <a:pt x="24377" y="14040"/>
                      </a:lnTo>
                      <a:lnTo>
                        <a:pt x="24481" y="13957"/>
                      </a:lnTo>
                      <a:lnTo>
                        <a:pt x="24481" y="13873"/>
                      </a:lnTo>
                      <a:lnTo>
                        <a:pt x="24691" y="13601"/>
                      </a:lnTo>
                      <a:lnTo>
                        <a:pt x="24795" y="13496"/>
                      </a:lnTo>
                      <a:lnTo>
                        <a:pt x="24984" y="13496"/>
                      </a:lnTo>
                      <a:lnTo>
                        <a:pt x="25025" y="13517"/>
                      </a:lnTo>
                      <a:lnTo>
                        <a:pt x="25088" y="13517"/>
                      </a:lnTo>
                      <a:lnTo>
                        <a:pt x="25193" y="13329"/>
                      </a:lnTo>
                      <a:lnTo>
                        <a:pt x="25465" y="13099"/>
                      </a:lnTo>
                      <a:lnTo>
                        <a:pt x="25737" y="12931"/>
                      </a:lnTo>
                      <a:lnTo>
                        <a:pt x="25862" y="12910"/>
                      </a:lnTo>
                      <a:lnTo>
                        <a:pt x="25925" y="12890"/>
                      </a:lnTo>
                      <a:lnTo>
                        <a:pt x="25988" y="12890"/>
                      </a:lnTo>
                      <a:lnTo>
                        <a:pt x="25988" y="12910"/>
                      </a:lnTo>
                      <a:lnTo>
                        <a:pt x="26092" y="12910"/>
                      </a:lnTo>
                      <a:lnTo>
                        <a:pt x="26197" y="12785"/>
                      </a:lnTo>
                      <a:lnTo>
                        <a:pt x="26155" y="12785"/>
                      </a:lnTo>
                      <a:lnTo>
                        <a:pt x="26134" y="12722"/>
                      </a:lnTo>
                      <a:lnTo>
                        <a:pt x="26030" y="12827"/>
                      </a:lnTo>
                      <a:lnTo>
                        <a:pt x="25883" y="12806"/>
                      </a:lnTo>
                      <a:lnTo>
                        <a:pt x="25820" y="12722"/>
                      </a:lnTo>
                      <a:lnTo>
                        <a:pt x="25925" y="12785"/>
                      </a:lnTo>
                      <a:lnTo>
                        <a:pt x="26051" y="12701"/>
                      </a:lnTo>
                      <a:lnTo>
                        <a:pt x="26030" y="12680"/>
                      </a:lnTo>
                      <a:lnTo>
                        <a:pt x="26092" y="12618"/>
                      </a:lnTo>
                      <a:lnTo>
                        <a:pt x="26051" y="12555"/>
                      </a:lnTo>
                      <a:lnTo>
                        <a:pt x="25925" y="12513"/>
                      </a:lnTo>
                      <a:lnTo>
                        <a:pt x="25862" y="12471"/>
                      </a:lnTo>
                      <a:lnTo>
                        <a:pt x="25946" y="12471"/>
                      </a:lnTo>
                      <a:lnTo>
                        <a:pt x="26030" y="12492"/>
                      </a:lnTo>
                      <a:lnTo>
                        <a:pt x="26092" y="12471"/>
                      </a:lnTo>
                      <a:lnTo>
                        <a:pt x="26092" y="12387"/>
                      </a:lnTo>
                      <a:lnTo>
                        <a:pt x="26155" y="12513"/>
                      </a:lnTo>
                      <a:lnTo>
                        <a:pt x="26239" y="12492"/>
                      </a:lnTo>
                      <a:lnTo>
                        <a:pt x="26302" y="12555"/>
                      </a:lnTo>
                      <a:lnTo>
                        <a:pt x="26364" y="12513"/>
                      </a:lnTo>
                      <a:lnTo>
                        <a:pt x="26385" y="12408"/>
                      </a:lnTo>
                      <a:lnTo>
                        <a:pt x="26511" y="12304"/>
                      </a:lnTo>
                      <a:lnTo>
                        <a:pt x="26553" y="12304"/>
                      </a:lnTo>
                      <a:lnTo>
                        <a:pt x="26574" y="12199"/>
                      </a:lnTo>
                      <a:lnTo>
                        <a:pt x="26553" y="12094"/>
                      </a:lnTo>
                      <a:lnTo>
                        <a:pt x="26511" y="12094"/>
                      </a:lnTo>
                      <a:lnTo>
                        <a:pt x="26448" y="12241"/>
                      </a:lnTo>
                      <a:lnTo>
                        <a:pt x="26448" y="12283"/>
                      </a:lnTo>
                      <a:lnTo>
                        <a:pt x="26385" y="12262"/>
                      </a:lnTo>
                      <a:lnTo>
                        <a:pt x="26364" y="12094"/>
                      </a:lnTo>
                      <a:lnTo>
                        <a:pt x="26344" y="12074"/>
                      </a:lnTo>
                      <a:lnTo>
                        <a:pt x="26092" y="12094"/>
                      </a:lnTo>
                      <a:lnTo>
                        <a:pt x="25967" y="12157"/>
                      </a:lnTo>
                      <a:lnTo>
                        <a:pt x="25988" y="12074"/>
                      </a:lnTo>
                      <a:lnTo>
                        <a:pt x="25988" y="11927"/>
                      </a:lnTo>
                      <a:lnTo>
                        <a:pt x="26051" y="11885"/>
                      </a:lnTo>
                      <a:lnTo>
                        <a:pt x="26092" y="11990"/>
                      </a:lnTo>
                      <a:lnTo>
                        <a:pt x="26176" y="12032"/>
                      </a:lnTo>
                      <a:lnTo>
                        <a:pt x="26239" y="11969"/>
                      </a:lnTo>
                      <a:lnTo>
                        <a:pt x="26385" y="11948"/>
                      </a:lnTo>
                      <a:lnTo>
                        <a:pt x="26406" y="11885"/>
                      </a:lnTo>
                      <a:lnTo>
                        <a:pt x="26490" y="11885"/>
                      </a:lnTo>
                      <a:lnTo>
                        <a:pt x="26511" y="11843"/>
                      </a:lnTo>
                      <a:lnTo>
                        <a:pt x="26490" y="11718"/>
                      </a:lnTo>
                      <a:lnTo>
                        <a:pt x="26448" y="11655"/>
                      </a:lnTo>
                      <a:lnTo>
                        <a:pt x="26469" y="11613"/>
                      </a:lnTo>
                      <a:lnTo>
                        <a:pt x="26511" y="11634"/>
                      </a:lnTo>
                      <a:lnTo>
                        <a:pt x="26574" y="11530"/>
                      </a:lnTo>
                      <a:lnTo>
                        <a:pt x="26511" y="11425"/>
                      </a:lnTo>
                      <a:lnTo>
                        <a:pt x="26469" y="11362"/>
                      </a:lnTo>
                      <a:lnTo>
                        <a:pt x="26385" y="11404"/>
                      </a:lnTo>
                      <a:lnTo>
                        <a:pt x="26302" y="11362"/>
                      </a:lnTo>
                      <a:lnTo>
                        <a:pt x="26260" y="11237"/>
                      </a:lnTo>
                      <a:lnTo>
                        <a:pt x="26176" y="11237"/>
                      </a:lnTo>
                      <a:lnTo>
                        <a:pt x="26092" y="11195"/>
                      </a:lnTo>
                      <a:lnTo>
                        <a:pt x="26030" y="11111"/>
                      </a:lnTo>
                      <a:lnTo>
                        <a:pt x="26030" y="11111"/>
                      </a:lnTo>
                      <a:lnTo>
                        <a:pt x="26092" y="11153"/>
                      </a:lnTo>
                      <a:lnTo>
                        <a:pt x="26260" y="11153"/>
                      </a:lnTo>
                      <a:lnTo>
                        <a:pt x="26302" y="11257"/>
                      </a:lnTo>
                      <a:lnTo>
                        <a:pt x="26385" y="11299"/>
                      </a:lnTo>
                      <a:lnTo>
                        <a:pt x="26406" y="11216"/>
                      </a:lnTo>
                      <a:lnTo>
                        <a:pt x="26281" y="11090"/>
                      </a:lnTo>
                      <a:lnTo>
                        <a:pt x="26385" y="11111"/>
                      </a:lnTo>
                      <a:lnTo>
                        <a:pt x="26406" y="11048"/>
                      </a:lnTo>
                      <a:lnTo>
                        <a:pt x="26448" y="11027"/>
                      </a:lnTo>
                      <a:lnTo>
                        <a:pt x="26406" y="10944"/>
                      </a:lnTo>
                      <a:lnTo>
                        <a:pt x="26281" y="10881"/>
                      </a:lnTo>
                      <a:lnTo>
                        <a:pt x="26239" y="10713"/>
                      </a:lnTo>
                      <a:lnTo>
                        <a:pt x="26281" y="10734"/>
                      </a:lnTo>
                      <a:lnTo>
                        <a:pt x="26344" y="10839"/>
                      </a:lnTo>
                      <a:lnTo>
                        <a:pt x="26406" y="10839"/>
                      </a:lnTo>
                      <a:lnTo>
                        <a:pt x="26448" y="10734"/>
                      </a:lnTo>
                      <a:lnTo>
                        <a:pt x="26448" y="10630"/>
                      </a:lnTo>
                      <a:lnTo>
                        <a:pt x="26344" y="10588"/>
                      </a:lnTo>
                      <a:lnTo>
                        <a:pt x="26197" y="10421"/>
                      </a:lnTo>
                      <a:lnTo>
                        <a:pt x="26092" y="10379"/>
                      </a:lnTo>
                      <a:lnTo>
                        <a:pt x="26030" y="10274"/>
                      </a:lnTo>
                      <a:lnTo>
                        <a:pt x="25946" y="10253"/>
                      </a:lnTo>
                      <a:lnTo>
                        <a:pt x="25946" y="10149"/>
                      </a:lnTo>
                      <a:lnTo>
                        <a:pt x="26030" y="10044"/>
                      </a:lnTo>
                      <a:lnTo>
                        <a:pt x="25967" y="10149"/>
                      </a:lnTo>
                      <a:lnTo>
                        <a:pt x="25988" y="10190"/>
                      </a:lnTo>
                      <a:lnTo>
                        <a:pt x="26051" y="10211"/>
                      </a:lnTo>
                      <a:lnTo>
                        <a:pt x="26134" y="10316"/>
                      </a:lnTo>
                      <a:lnTo>
                        <a:pt x="26239" y="10358"/>
                      </a:lnTo>
                      <a:lnTo>
                        <a:pt x="26364" y="10504"/>
                      </a:lnTo>
                      <a:lnTo>
                        <a:pt x="26385" y="10504"/>
                      </a:lnTo>
                      <a:lnTo>
                        <a:pt x="26406" y="10274"/>
                      </a:lnTo>
                      <a:lnTo>
                        <a:pt x="26406" y="10169"/>
                      </a:lnTo>
                      <a:lnTo>
                        <a:pt x="26406" y="10086"/>
                      </a:lnTo>
                      <a:lnTo>
                        <a:pt x="26385" y="10044"/>
                      </a:lnTo>
                      <a:lnTo>
                        <a:pt x="26406" y="9856"/>
                      </a:lnTo>
                      <a:lnTo>
                        <a:pt x="26448" y="9793"/>
                      </a:lnTo>
                      <a:lnTo>
                        <a:pt x="26409" y="9728"/>
                      </a:lnTo>
                      <a:lnTo>
                        <a:pt x="26409" y="9728"/>
                      </a:lnTo>
                      <a:lnTo>
                        <a:pt x="26490" y="9667"/>
                      </a:lnTo>
                      <a:lnTo>
                        <a:pt x="26616" y="9563"/>
                      </a:lnTo>
                      <a:lnTo>
                        <a:pt x="26657" y="9458"/>
                      </a:lnTo>
                      <a:lnTo>
                        <a:pt x="26657" y="9437"/>
                      </a:lnTo>
                      <a:lnTo>
                        <a:pt x="26678" y="9458"/>
                      </a:lnTo>
                      <a:lnTo>
                        <a:pt x="26657" y="9584"/>
                      </a:lnTo>
                      <a:lnTo>
                        <a:pt x="26678" y="9625"/>
                      </a:lnTo>
                      <a:lnTo>
                        <a:pt x="26574" y="9667"/>
                      </a:lnTo>
                      <a:lnTo>
                        <a:pt x="26511" y="9793"/>
                      </a:lnTo>
                      <a:lnTo>
                        <a:pt x="26595" y="9960"/>
                      </a:lnTo>
                      <a:lnTo>
                        <a:pt x="26574" y="10107"/>
                      </a:lnTo>
                      <a:lnTo>
                        <a:pt x="26490" y="10253"/>
                      </a:lnTo>
                      <a:lnTo>
                        <a:pt x="26490" y="10358"/>
                      </a:lnTo>
                      <a:lnTo>
                        <a:pt x="26595" y="10462"/>
                      </a:lnTo>
                      <a:lnTo>
                        <a:pt x="26616" y="10400"/>
                      </a:lnTo>
                      <a:lnTo>
                        <a:pt x="26657" y="10462"/>
                      </a:lnTo>
                      <a:lnTo>
                        <a:pt x="26699" y="10462"/>
                      </a:lnTo>
                      <a:lnTo>
                        <a:pt x="26699" y="10483"/>
                      </a:lnTo>
                      <a:lnTo>
                        <a:pt x="26678" y="10525"/>
                      </a:lnTo>
                      <a:lnTo>
                        <a:pt x="26699" y="10609"/>
                      </a:lnTo>
                      <a:lnTo>
                        <a:pt x="26825" y="10609"/>
                      </a:lnTo>
                      <a:lnTo>
                        <a:pt x="26762" y="10672"/>
                      </a:lnTo>
                      <a:lnTo>
                        <a:pt x="26762" y="10693"/>
                      </a:lnTo>
                      <a:lnTo>
                        <a:pt x="26699" y="10797"/>
                      </a:lnTo>
                      <a:lnTo>
                        <a:pt x="26699" y="10881"/>
                      </a:lnTo>
                      <a:lnTo>
                        <a:pt x="26657" y="10985"/>
                      </a:lnTo>
                      <a:lnTo>
                        <a:pt x="26616" y="11111"/>
                      </a:lnTo>
                      <a:lnTo>
                        <a:pt x="26616" y="11216"/>
                      </a:lnTo>
                      <a:lnTo>
                        <a:pt x="26657" y="11153"/>
                      </a:lnTo>
                      <a:lnTo>
                        <a:pt x="26678" y="11111"/>
                      </a:lnTo>
                      <a:lnTo>
                        <a:pt x="26783" y="10902"/>
                      </a:lnTo>
                      <a:lnTo>
                        <a:pt x="26804" y="10944"/>
                      </a:lnTo>
                      <a:lnTo>
                        <a:pt x="26804" y="11006"/>
                      </a:lnTo>
                      <a:lnTo>
                        <a:pt x="26825" y="10944"/>
                      </a:lnTo>
                      <a:lnTo>
                        <a:pt x="26825" y="10881"/>
                      </a:lnTo>
                      <a:lnTo>
                        <a:pt x="26909" y="10776"/>
                      </a:lnTo>
                      <a:lnTo>
                        <a:pt x="26992" y="10525"/>
                      </a:lnTo>
                      <a:lnTo>
                        <a:pt x="27118" y="10462"/>
                      </a:lnTo>
                      <a:lnTo>
                        <a:pt x="27222" y="10253"/>
                      </a:lnTo>
                      <a:lnTo>
                        <a:pt x="27222" y="10086"/>
                      </a:lnTo>
                      <a:lnTo>
                        <a:pt x="27139" y="9897"/>
                      </a:lnTo>
                      <a:lnTo>
                        <a:pt x="27097" y="9856"/>
                      </a:lnTo>
                      <a:lnTo>
                        <a:pt x="27076" y="9688"/>
                      </a:lnTo>
                      <a:lnTo>
                        <a:pt x="27013" y="9625"/>
                      </a:lnTo>
                      <a:lnTo>
                        <a:pt x="27013" y="9521"/>
                      </a:lnTo>
                      <a:lnTo>
                        <a:pt x="27076" y="9416"/>
                      </a:lnTo>
                      <a:lnTo>
                        <a:pt x="27181" y="9312"/>
                      </a:lnTo>
                      <a:lnTo>
                        <a:pt x="27306" y="9249"/>
                      </a:lnTo>
                      <a:lnTo>
                        <a:pt x="27118" y="9458"/>
                      </a:lnTo>
                      <a:lnTo>
                        <a:pt x="27076" y="9542"/>
                      </a:lnTo>
                      <a:lnTo>
                        <a:pt x="27118" y="9625"/>
                      </a:lnTo>
                      <a:lnTo>
                        <a:pt x="27243" y="9751"/>
                      </a:lnTo>
                      <a:lnTo>
                        <a:pt x="27327" y="9730"/>
                      </a:lnTo>
                      <a:lnTo>
                        <a:pt x="27390" y="9772"/>
                      </a:lnTo>
                      <a:lnTo>
                        <a:pt x="27327" y="9939"/>
                      </a:lnTo>
                      <a:lnTo>
                        <a:pt x="27327" y="9939"/>
                      </a:lnTo>
                      <a:lnTo>
                        <a:pt x="27411" y="9877"/>
                      </a:lnTo>
                      <a:lnTo>
                        <a:pt x="27432" y="9897"/>
                      </a:lnTo>
                      <a:lnTo>
                        <a:pt x="27515" y="9793"/>
                      </a:lnTo>
                      <a:lnTo>
                        <a:pt x="27515" y="9730"/>
                      </a:lnTo>
                      <a:lnTo>
                        <a:pt x="27557" y="9730"/>
                      </a:lnTo>
                      <a:lnTo>
                        <a:pt x="27620" y="9646"/>
                      </a:lnTo>
                      <a:lnTo>
                        <a:pt x="27704" y="9625"/>
                      </a:lnTo>
                      <a:lnTo>
                        <a:pt x="27745" y="9458"/>
                      </a:lnTo>
                      <a:lnTo>
                        <a:pt x="27808" y="9374"/>
                      </a:lnTo>
                      <a:lnTo>
                        <a:pt x="27850" y="9374"/>
                      </a:lnTo>
                      <a:lnTo>
                        <a:pt x="27913" y="9270"/>
                      </a:lnTo>
                      <a:lnTo>
                        <a:pt x="27934" y="9207"/>
                      </a:lnTo>
                      <a:lnTo>
                        <a:pt x="27934" y="9144"/>
                      </a:lnTo>
                      <a:lnTo>
                        <a:pt x="27976" y="9040"/>
                      </a:lnTo>
                      <a:lnTo>
                        <a:pt x="27976" y="8998"/>
                      </a:lnTo>
                      <a:lnTo>
                        <a:pt x="28038" y="8914"/>
                      </a:lnTo>
                      <a:lnTo>
                        <a:pt x="28017" y="8830"/>
                      </a:lnTo>
                      <a:lnTo>
                        <a:pt x="27955" y="8789"/>
                      </a:lnTo>
                      <a:lnTo>
                        <a:pt x="27913" y="8705"/>
                      </a:lnTo>
                      <a:lnTo>
                        <a:pt x="28059" y="8621"/>
                      </a:lnTo>
                      <a:lnTo>
                        <a:pt x="28059" y="8537"/>
                      </a:lnTo>
                      <a:lnTo>
                        <a:pt x="28164" y="8475"/>
                      </a:lnTo>
                      <a:lnTo>
                        <a:pt x="28248" y="8433"/>
                      </a:lnTo>
                      <a:lnTo>
                        <a:pt x="28436" y="8328"/>
                      </a:lnTo>
                      <a:lnTo>
                        <a:pt x="28561" y="8328"/>
                      </a:lnTo>
                      <a:lnTo>
                        <a:pt x="28750" y="8203"/>
                      </a:lnTo>
                      <a:lnTo>
                        <a:pt x="28813" y="8203"/>
                      </a:lnTo>
                      <a:lnTo>
                        <a:pt x="28854" y="8224"/>
                      </a:lnTo>
                      <a:lnTo>
                        <a:pt x="29085" y="8203"/>
                      </a:lnTo>
                      <a:lnTo>
                        <a:pt x="29189" y="8265"/>
                      </a:lnTo>
                      <a:lnTo>
                        <a:pt x="29336" y="8203"/>
                      </a:lnTo>
                      <a:lnTo>
                        <a:pt x="29587" y="8203"/>
                      </a:lnTo>
                      <a:lnTo>
                        <a:pt x="29629" y="8182"/>
                      </a:lnTo>
                      <a:lnTo>
                        <a:pt x="29608" y="8119"/>
                      </a:lnTo>
                      <a:lnTo>
                        <a:pt x="29608" y="7972"/>
                      </a:lnTo>
                      <a:lnTo>
                        <a:pt x="29608" y="7847"/>
                      </a:lnTo>
                      <a:lnTo>
                        <a:pt x="29733" y="7952"/>
                      </a:lnTo>
                      <a:lnTo>
                        <a:pt x="29733" y="8077"/>
                      </a:lnTo>
                      <a:lnTo>
                        <a:pt x="29712" y="8161"/>
                      </a:lnTo>
                      <a:lnTo>
                        <a:pt x="29796" y="8161"/>
                      </a:lnTo>
                      <a:lnTo>
                        <a:pt x="29901" y="8056"/>
                      </a:lnTo>
                      <a:lnTo>
                        <a:pt x="30005" y="7868"/>
                      </a:lnTo>
                      <a:lnTo>
                        <a:pt x="30047" y="7972"/>
                      </a:lnTo>
                      <a:lnTo>
                        <a:pt x="30047" y="8056"/>
                      </a:lnTo>
                      <a:lnTo>
                        <a:pt x="30131" y="8077"/>
                      </a:lnTo>
                      <a:lnTo>
                        <a:pt x="30382" y="7952"/>
                      </a:lnTo>
                      <a:lnTo>
                        <a:pt x="30466" y="7805"/>
                      </a:lnTo>
                      <a:lnTo>
                        <a:pt x="30424" y="7596"/>
                      </a:lnTo>
                      <a:lnTo>
                        <a:pt x="30361" y="7638"/>
                      </a:lnTo>
                      <a:lnTo>
                        <a:pt x="30361" y="7742"/>
                      </a:lnTo>
                      <a:lnTo>
                        <a:pt x="30319" y="7868"/>
                      </a:lnTo>
                      <a:lnTo>
                        <a:pt x="30152" y="7868"/>
                      </a:lnTo>
                      <a:lnTo>
                        <a:pt x="30131" y="7763"/>
                      </a:lnTo>
                      <a:lnTo>
                        <a:pt x="30068" y="7575"/>
                      </a:lnTo>
                      <a:lnTo>
                        <a:pt x="29922" y="7491"/>
                      </a:lnTo>
                      <a:lnTo>
                        <a:pt x="29922" y="7449"/>
                      </a:lnTo>
                      <a:lnTo>
                        <a:pt x="30131" y="7261"/>
                      </a:lnTo>
                      <a:lnTo>
                        <a:pt x="30131" y="7177"/>
                      </a:lnTo>
                      <a:lnTo>
                        <a:pt x="30047" y="7177"/>
                      </a:lnTo>
                      <a:lnTo>
                        <a:pt x="30047" y="7115"/>
                      </a:lnTo>
                      <a:lnTo>
                        <a:pt x="30131" y="7052"/>
                      </a:lnTo>
                      <a:lnTo>
                        <a:pt x="30152" y="6968"/>
                      </a:lnTo>
                      <a:lnTo>
                        <a:pt x="30214" y="6905"/>
                      </a:lnTo>
                      <a:lnTo>
                        <a:pt x="30277" y="6696"/>
                      </a:lnTo>
                      <a:lnTo>
                        <a:pt x="30486" y="6529"/>
                      </a:lnTo>
                      <a:lnTo>
                        <a:pt x="30570" y="6382"/>
                      </a:lnTo>
                      <a:lnTo>
                        <a:pt x="30633" y="6382"/>
                      </a:lnTo>
                      <a:lnTo>
                        <a:pt x="30696" y="6278"/>
                      </a:lnTo>
                      <a:lnTo>
                        <a:pt x="30696" y="6340"/>
                      </a:lnTo>
                      <a:lnTo>
                        <a:pt x="30779" y="6382"/>
                      </a:lnTo>
                      <a:lnTo>
                        <a:pt x="30842" y="6299"/>
                      </a:lnTo>
                      <a:lnTo>
                        <a:pt x="30905" y="6173"/>
                      </a:lnTo>
                      <a:lnTo>
                        <a:pt x="30905" y="6299"/>
                      </a:lnTo>
                      <a:lnTo>
                        <a:pt x="30989" y="6299"/>
                      </a:lnTo>
                      <a:lnTo>
                        <a:pt x="31051" y="6173"/>
                      </a:lnTo>
                      <a:lnTo>
                        <a:pt x="31093" y="6215"/>
                      </a:lnTo>
                      <a:lnTo>
                        <a:pt x="31156" y="6173"/>
                      </a:lnTo>
                      <a:lnTo>
                        <a:pt x="31261" y="6006"/>
                      </a:lnTo>
                      <a:lnTo>
                        <a:pt x="31407" y="5796"/>
                      </a:lnTo>
                      <a:lnTo>
                        <a:pt x="31386" y="5922"/>
                      </a:lnTo>
                      <a:lnTo>
                        <a:pt x="31407" y="6006"/>
                      </a:lnTo>
                      <a:lnTo>
                        <a:pt x="31512" y="6006"/>
                      </a:lnTo>
                      <a:lnTo>
                        <a:pt x="31616" y="5880"/>
                      </a:lnTo>
                      <a:lnTo>
                        <a:pt x="31742" y="5880"/>
                      </a:lnTo>
                      <a:lnTo>
                        <a:pt x="31784" y="6006"/>
                      </a:lnTo>
                      <a:lnTo>
                        <a:pt x="31846" y="6006"/>
                      </a:lnTo>
                      <a:lnTo>
                        <a:pt x="31951" y="5880"/>
                      </a:lnTo>
                      <a:lnTo>
                        <a:pt x="32035" y="5922"/>
                      </a:lnTo>
                      <a:lnTo>
                        <a:pt x="32098" y="5901"/>
                      </a:lnTo>
                      <a:lnTo>
                        <a:pt x="32202" y="5817"/>
                      </a:lnTo>
                      <a:lnTo>
                        <a:pt x="32307" y="5817"/>
                      </a:lnTo>
                      <a:lnTo>
                        <a:pt x="32432" y="5755"/>
                      </a:lnTo>
                      <a:lnTo>
                        <a:pt x="32474" y="5817"/>
                      </a:lnTo>
                      <a:lnTo>
                        <a:pt x="32558" y="5796"/>
                      </a:lnTo>
                      <a:lnTo>
                        <a:pt x="32642" y="5713"/>
                      </a:lnTo>
                      <a:lnTo>
                        <a:pt x="32537" y="5650"/>
                      </a:lnTo>
                      <a:lnTo>
                        <a:pt x="32474" y="5713"/>
                      </a:lnTo>
                      <a:lnTo>
                        <a:pt x="32411" y="5650"/>
                      </a:lnTo>
                      <a:lnTo>
                        <a:pt x="32453" y="5504"/>
                      </a:lnTo>
                      <a:lnTo>
                        <a:pt x="32223" y="5378"/>
                      </a:lnTo>
                      <a:lnTo>
                        <a:pt x="32202" y="5357"/>
                      </a:lnTo>
                      <a:lnTo>
                        <a:pt x="32223" y="5294"/>
                      </a:lnTo>
                      <a:lnTo>
                        <a:pt x="32223" y="5252"/>
                      </a:lnTo>
                      <a:lnTo>
                        <a:pt x="32223" y="5169"/>
                      </a:lnTo>
                      <a:lnTo>
                        <a:pt x="32244" y="5085"/>
                      </a:lnTo>
                      <a:lnTo>
                        <a:pt x="32202" y="5022"/>
                      </a:lnTo>
                      <a:lnTo>
                        <a:pt x="32139" y="4959"/>
                      </a:lnTo>
                      <a:lnTo>
                        <a:pt x="32098" y="4939"/>
                      </a:lnTo>
                      <a:lnTo>
                        <a:pt x="32118" y="4855"/>
                      </a:lnTo>
                      <a:lnTo>
                        <a:pt x="32244" y="4123"/>
                      </a:lnTo>
                      <a:lnTo>
                        <a:pt x="32244" y="3934"/>
                      </a:lnTo>
                      <a:lnTo>
                        <a:pt x="32014" y="3725"/>
                      </a:lnTo>
                      <a:lnTo>
                        <a:pt x="31951" y="3788"/>
                      </a:lnTo>
                      <a:lnTo>
                        <a:pt x="31805" y="3725"/>
                      </a:lnTo>
                      <a:lnTo>
                        <a:pt x="31700" y="3767"/>
                      </a:lnTo>
                      <a:lnTo>
                        <a:pt x="31616" y="3683"/>
                      </a:lnTo>
                      <a:lnTo>
                        <a:pt x="31533" y="3662"/>
                      </a:lnTo>
                      <a:lnTo>
                        <a:pt x="31512" y="3662"/>
                      </a:lnTo>
                      <a:lnTo>
                        <a:pt x="31407" y="3767"/>
                      </a:lnTo>
                      <a:lnTo>
                        <a:pt x="31365" y="3830"/>
                      </a:lnTo>
                      <a:lnTo>
                        <a:pt x="31156" y="4081"/>
                      </a:lnTo>
                      <a:lnTo>
                        <a:pt x="31072" y="4206"/>
                      </a:lnTo>
                      <a:lnTo>
                        <a:pt x="31072" y="4311"/>
                      </a:lnTo>
                      <a:lnTo>
                        <a:pt x="30905" y="4395"/>
                      </a:lnTo>
                      <a:lnTo>
                        <a:pt x="30905" y="4520"/>
                      </a:lnTo>
                      <a:lnTo>
                        <a:pt x="30863" y="4625"/>
                      </a:lnTo>
                      <a:lnTo>
                        <a:pt x="30696" y="4813"/>
                      </a:lnTo>
                      <a:lnTo>
                        <a:pt x="30633" y="4834"/>
                      </a:lnTo>
                      <a:lnTo>
                        <a:pt x="30445" y="5043"/>
                      </a:lnTo>
                      <a:lnTo>
                        <a:pt x="30424" y="5127"/>
                      </a:lnTo>
                      <a:lnTo>
                        <a:pt x="30340" y="5169"/>
                      </a:lnTo>
                      <a:lnTo>
                        <a:pt x="30235" y="5148"/>
                      </a:lnTo>
                      <a:lnTo>
                        <a:pt x="30173" y="5148"/>
                      </a:lnTo>
                      <a:lnTo>
                        <a:pt x="30131" y="5190"/>
                      </a:lnTo>
                      <a:lnTo>
                        <a:pt x="30068" y="5190"/>
                      </a:lnTo>
                      <a:lnTo>
                        <a:pt x="29942" y="5336"/>
                      </a:lnTo>
                      <a:lnTo>
                        <a:pt x="28269" y="5294"/>
                      </a:lnTo>
                      <a:lnTo>
                        <a:pt x="28059" y="5336"/>
                      </a:lnTo>
                      <a:lnTo>
                        <a:pt x="27955" y="5441"/>
                      </a:lnTo>
                      <a:lnTo>
                        <a:pt x="27829" y="5483"/>
                      </a:lnTo>
                      <a:lnTo>
                        <a:pt x="27704" y="5566"/>
                      </a:lnTo>
                      <a:lnTo>
                        <a:pt x="27453" y="5817"/>
                      </a:lnTo>
                      <a:lnTo>
                        <a:pt x="27285" y="5859"/>
                      </a:lnTo>
                      <a:lnTo>
                        <a:pt x="27181" y="5922"/>
                      </a:lnTo>
                      <a:lnTo>
                        <a:pt x="26699" y="6299"/>
                      </a:lnTo>
                      <a:lnTo>
                        <a:pt x="25611" y="6612"/>
                      </a:lnTo>
                      <a:lnTo>
                        <a:pt x="25569" y="6864"/>
                      </a:lnTo>
                      <a:lnTo>
                        <a:pt x="25318" y="6968"/>
                      </a:lnTo>
                      <a:lnTo>
                        <a:pt x="23331" y="7491"/>
                      </a:lnTo>
                      <a:lnTo>
                        <a:pt x="23247" y="7324"/>
                      </a:lnTo>
                      <a:lnTo>
                        <a:pt x="23351" y="7177"/>
                      </a:lnTo>
                      <a:lnTo>
                        <a:pt x="23561" y="7073"/>
                      </a:lnTo>
                      <a:lnTo>
                        <a:pt x="23665" y="6947"/>
                      </a:lnTo>
                      <a:lnTo>
                        <a:pt x="23728" y="6822"/>
                      </a:lnTo>
                      <a:lnTo>
                        <a:pt x="23770" y="6696"/>
                      </a:lnTo>
                      <a:lnTo>
                        <a:pt x="23833" y="5922"/>
                      </a:lnTo>
                      <a:lnTo>
                        <a:pt x="23456" y="4143"/>
                      </a:lnTo>
                      <a:lnTo>
                        <a:pt x="23100" y="3871"/>
                      </a:lnTo>
                      <a:lnTo>
                        <a:pt x="22954" y="3683"/>
                      </a:lnTo>
                      <a:lnTo>
                        <a:pt x="20652" y="2616"/>
                      </a:lnTo>
                      <a:lnTo>
                        <a:pt x="20548" y="2553"/>
                      </a:lnTo>
                      <a:lnTo>
                        <a:pt x="20422" y="2511"/>
                      </a:lnTo>
                      <a:lnTo>
                        <a:pt x="20380" y="2449"/>
                      </a:lnTo>
                      <a:lnTo>
                        <a:pt x="20087" y="2449"/>
                      </a:lnTo>
                      <a:lnTo>
                        <a:pt x="20066" y="2344"/>
                      </a:lnTo>
                      <a:lnTo>
                        <a:pt x="19983" y="2302"/>
                      </a:lnTo>
                      <a:lnTo>
                        <a:pt x="19899" y="2344"/>
                      </a:lnTo>
                      <a:lnTo>
                        <a:pt x="19711" y="2344"/>
                      </a:lnTo>
                      <a:lnTo>
                        <a:pt x="19606" y="2323"/>
                      </a:lnTo>
                      <a:lnTo>
                        <a:pt x="19543" y="2239"/>
                      </a:lnTo>
                      <a:lnTo>
                        <a:pt x="19439" y="2198"/>
                      </a:lnTo>
                      <a:lnTo>
                        <a:pt x="19230" y="2135"/>
                      </a:lnTo>
                      <a:lnTo>
                        <a:pt x="19167" y="2009"/>
                      </a:lnTo>
                      <a:lnTo>
                        <a:pt x="19083" y="2009"/>
                      </a:lnTo>
                      <a:lnTo>
                        <a:pt x="18958" y="1905"/>
                      </a:lnTo>
                      <a:lnTo>
                        <a:pt x="18853" y="1905"/>
                      </a:lnTo>
                      <a:lnTo>
                        <a:pt x="18769" y="1884"/>
                      </a:lnTo>
                      <a:lnTo>
                        <a:pt x="18644" y="1905"/>
                      </a:lnTo>
                      <a:lnTo>
                        <a:pt x="18623" y="1926"/>
                      </a:lnTo>
                      <a:lnTo>
                        <a:pt x="18560" y="1842"/>
                      </a:lnTo>
                      <a:lnTo>
                        <a:pt x="18434" y="1821"/>
                      </a:lnTo>
                      <a:lnTo>
                        <a:pt x="18414" y="1800"/>
                      </a:lnTo>
                      <a:lnTo>
                        <a:pt x="18309" y="1737"/>
                      </a:lnTo>
                      <a:lnTo>
                        <a:pt x="18288" y="1716"/>
                      </a:lnTo>
                      <a:lnTo>
                        <a:pt x="18204" y="1633"/>
                      </a:lnTo>
                      <a:lnTo>
                        <a:pt x="18204" y="1612"/>
                      </a:lnTo>
                      <a:lnTo>
                        <a:pt x="18079" y="1507"/>
                      </a:lnTo>
                      <a:lnTo>
                        <a:pt x="17932" y="1507"/>
                      </a:lnTo>
                      <a:lnTo>
                        <a:pt x="17807" y="1486"/>
                      </a:lnTo>
                      <a:lnTo>
                        <a:pt x="2846" y="1"/>
                      </a:lnTo>
                      <a:close/>
                    </a:path>
                  </a:pathLst>
                </a:custGeom>
                <a:solidFill>
                  <a:srgbClr val="5F7D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grpSp>
          <p:nvGrpSpPr>
            <p:cNvPr id="5888" name="Google Shape;5888;p36"/>
            <p:cNvGrpSpPr/>
            <p:nvPr/>
          </p:nvGrpSpPr>
          <p:grpSpPr>
            <a:xfrm>
              <a:off x="3230417" y="3103734"/>
              <a:ext cx="282982" cy="280332"/>
              <a:chOff x="2605700" y="3152850"/>
              <a:chExt cx="594125" cy="616250"/>
            </a:xfrm>
          </p:grpSpPr>
          <p:sp>
            <p:nvSpPr>
              <p:cNvPr id="5889" name="Google Shape;5889;p36"/>
              <p:cNvSpPr/>
              <p:nvPr/>
            </p:nvSpPr>
            <p:spPr>
              <a:xfrm>
                <a:off x="2605700" y="3152850"/>
                <a:ext cx="379825" cy="616250"/>
              </a:xfrm>
              <a:custGeom>
                <a:rect b="b" l="l" r="r" t="t"/>
                <a:pathLst>
                  <a:path extrusionOk="0" h="24650" w="15193">
                    <a:moveTo>
                      <a:pt x="14024" y="2338"/>
                    </a:moveTo>
                    <a:lnTo>
                      <a:pt x="8818" y="0"/>
                    </a:lnTo>
                    <a:lnTo>
                      <a:pt x="4037" y="1594"/>
                    </a:lnTo>
                    <a:lnTo>
                      <a:pt x="0" y="7225"/>
                    </a:lnTo>
                    <a:lnTo>
                      <a:pt x="2018" y="11156"/>
                    </a:lnTo>
                    <a:lnTo>
                      <a:pt x="7331" y="12325"/>
                    </a:lnTo>
                    <a:lnTo>
                      <a:pt x="10518" y="17531"/>
                    </a:lnTo>
                    <a:lnTo>
                      <a:pt x="11049" y="22843"/>
                    </a:lnTo>
                    <a:lnTo>
                      <a:pt x="13705" y="24650"/>
                    </a:lnTo>
                    <a:lnTo>
                      <a:pt x="15193" y="18700"/>
                    </a:lnTo>
                    <a:lnTo>
                      <a:pt x="12218" y="5844"/>
                    </a:lnTo>
                    <a:close/>
                  </a:path>
                </a:pathLst>
              </a:custGeom>
              <a:solidFill>
                <a:srgbClr val="5F7D95"/>
              </a:solidFill>
              <a:ln>
                <a:noFill/>
              </a:ln>
            </p:spPr>
          </p:sp>
          <p:sp>
            <p:nvSpPr>
              <p:cNvPr id="5890" name="Google Shape;5890;p36"/>
              <p:cNvSpPr/>
              <p:nvPr/>
            </p:nvSpPr>
            <p:spPr>
              <a:xfrm>
                <a:off x="2632775" y="3168475"/>
                <a:ext cx="567050" cy="590050"/>
              </a:xfrm>
              <a:custGeom>
                <a:rect b="b" l="l" r="r" t="t"/>
                <a:pathLst>
                  <a:path extrusionOk="0" h="23602" w="22682">
                    <a:moveTo>
                      <a:pt x="13852" y="21070"/>
                    </a:moveTo>
                    <a:lnTo>
                      <a:pt x="13894" y="21091"/>
                    </a:lnTo>
                    <a:lnTo>
                      <a:pt x="13977" y="21217"/>
                    </a:lnTo>
                    <a:lnTo>
                      <a:pt x="14103" y="21384"/>
                    </a:lnTo>
                    <a:lnTo>
                      <a:pt x="14166" y="21384"/>
                    </a:lnTo>
                    <a:lnTo>
                      <a:pt x="14208" y="21342"/>
                    </a:lnTo>
                    <a:lnTo>
                      <a:pt x="14228" y="21384"/>
                    </a:lnTo>
                    <a:lnTo>
                      <a:pt x="14228" y="21489"/>
                    </a:lnTo>
                    <a:lnTo>
                      <a:pt x="14187" y="21489"/>
                    </a:lnTo>
                    <a:lnTo>
                      <a:pt x="14124" y="21698"/>
                    </a:lnTo>
                    <a:lnTo>
                      <a:pt x="13998" y="21928"/>
                    </a:lnTo>
                    <a:lnTo>
                      <a:pt x="13873" y="21928"/>
                    </a:lnTo>
                    <a:lnTo>
                      <a:pt x="13852" y="22075"/>
                    </a:lnTo>
                    <a:lnTo>
                      <a:pt x="13789" y="22158"/>
                    </a:lnTo>
                    <a:lnTo>
                      <a:pt x="13768" y="22158"/>
                    </a:lnTo>
                    <a:lnTo>
                      <a:pt x="13643" y="22242"/>
                    </a:lnTo>
                    <a:lnTo>
                      <a:pt x="13559" y="22326"/>
                    </a:lnTo>
                    <a:lnTo>
                      <a:pt x="13559" y="22367"/>
                    </a:lnTo>
                    <a:lnTo>
                      <a:pt x="13454" y="22388"/>
                    </a:lnTo>
                    <a:lnTo>
                      <a:pt x="13392" y="22451"/>
                    </a:lnTo>
                    <a:lnTo>
                      <a:pt x="13392" y="22472"/>
                    </a:lnTo>
                    <a:lnTo>
                      <a:pt x="13329" y="22347"/>
                    </a:lnTo>
                    <a:lnTo>
                      <a:pt x="13371" y="22242"/>
                    </a:lnTo>
                    <a:lnTo>
                      <a:pt x="13454" y="22179"/>
                    </a:lnTo>
                    <a:lnTo>
                      <a:pt x="13454" y="22116"/>
                    </a:lnTo>
                    <a:lnTo>
                      <a:pt x="13559" y="22012"/>
                    </a:lnTo>
                    <a:lnTo>
                      <a:pt x="13559" y="21928"/>
                    </a:lnTo>
                    <a:lnTo>
                      <a:pt x="13601" y="21970"/>
                    </a:lnTo>
                    <a:lnTo>
                      <a:pt x="13684" y="21970"/>
                    </a:lnTo>
                    <a:lnTo>
                      <a:pt x="13789" y="21865"/>
                    </a:lnTo>
                    <a:lnTo>
                      <a:pt x="13789" y="21761"/>
                    </a:lnTo>
                    <a:lnTo>
                      <a:pt x="13810" y="21740"/>
                    </a:lnTo>
                    <a:lnTo>
                      <a:pt x="13810" y="21614"/>
                    </a:lnTo>
                    <a:lnTo>
                      <a:pt x="13873" y="21551"/>
                    </a:lnTo>
                    <a:lnTo>
                      <a:pt x="13915" y="21551"/>
                    </a:lnTo>
                    <a:lnTo>
                      <a:pt x="13977" y="21447"/>
                    </a:lnTo>
                    <a:lnTo>
                      <a:pt x="13956" y="21384"/>
                    </a:lnTo>
                    <a:lnTo>
                      <a:pt x="13894" y="21300"/>
                    </a:lnTo>
                    <a:lnTo>
                      <a:pt x="13894" y="21112"/>
                    </a:lnTo>
                    <a:lnTo>
                      <a:pt x="13852" y="21070"/>
                    </a:lnTo>
                    <a:close/>
                    <a:moveTo>
                      <a:pt x="7617" y="0"/>
                    </a:moveTo>
                    <a:lnTo>
                      <a:pt x="7617" y="147"/>
                    </a:lnTo>
                    <a:lnTo>
                      <a:pt x="7575" y="272"/>
                    </a:lnTo>
                    <a:lnTo>
                      <a:pt x="7282" y="481"/>
                    </a:lnTo>
                    <a:lnTo>
                      <a:pt x="7094" y="502"/>
                    </a:lnTo>
                    <a:lnTo>
                      <a:pt x="6842" y="607"/>
                    </a:lnTo>
                    <a:lnTo>
                      <a:pt x="6738" y="565"/>
                    </a:lnTo>
                    <a:lnTo>
                      <a:pt x="6570" y="586"/>
                    </a:lnTo>
                    <a:lnTo>
                      <a:pt x="6382" y="732"/>
                    </a:lnTo>
                    <a:lnTo>
                      <a:pt x="6215" y="795"/>
                    </a:lnTo>
                    <a:lnTo>
                      <a:pt x="6152" y="732"/>
                    </a:lnTo>
                    <a:lnTo>
                      <a:pt x="5901" y="774"/>
                    </a:lnTo>
                    <a:lnTo>
                      <a:pt x="5692" y="774"/>
                    </a:lnTo>
                    <a:lnTo>
                      <a:pt x="5503" y="670"/>
                    </a:lnTo>
                    <a:lnTo>
                      <a:pt x="5315" y="628"/>
                    </a:lnTo>
                    <a:lnTo>
                      <a:pt x="5169" y="586"/>
                    </a:lnTo>
                    <a:lnTo>
                      <a:pt x="5169" y="586"/>
                    </a:lnTo>
                    <a:lnTo>
                      <a:pt x="5231" y="711"/>
                    </a:lnTo>
                    <a:lnTo>
                      <a:pt x="5378" y="774"/>
                    </a:lnTo>
                    <a:lnTo>
                      <a:pt x="5503" y="879"/>
                    </a:lnTo>
                    <a:lnTo>
                      <a:pt x="5545" y="984"/>
                    </a:lnTo>
                    <a:lnTo>
                      <a:pt x="5399" y="1235"/>
                    </a:lnTo>
                    <a:lnTo>
                      <a:pt x="5420" y="1297"/>
                    </a:lnTo>
                    <a:lnTo>
                      <a:pt x="5441" y="1339"/>
                    </a:lnTo>
                    <a:lnTo>
                      <a:pt x="5420" y="1528"/>
                    </a:lnTo>
                    <a:lnTo>
                      <a:pt x="5692" y="1611"/>
                    </a:lnTo>
                    <a:lnTo>
                      <a:pt x="5859" y="1569"/>
                    </a:lnTo>
                    <a:lnTo>
                      <a:pt x="6047" y="1611"/>
                    </a:lnTo>
                    <a:lnTo>
                      <a:pt x="6047" y="1716"/>
                    </a:lnTo>
                    <a:lnTo>
                      <a:pt x="5922" y="1758"/>
                    </a:lnTo>
                    <a:lnTo>
                      <a:pt x="5650" y="1820"/>
                    </a:lnTo>
                    <a:lnTo>
                      <a:pt x="5608" y="1862"/>
                    </a:lnTo>
                    <a:lnTo>
                      <a:pt x="5545" y="1925"/>
                    </a:lnTo>
                    <a:lnTo>
                      <a:pt x="5503" y="2072"/>
                    </a:lnTo>
                    <a:lnTo>
                      <a:pt x="5210" y="2239"/>
                    </a:lnTo>
                    <a:lnTo>
                      <a:pt x="5106" y="2344"/>
                    </a:lnTo>
                    <a:lnTo>
                      <a:pt x="4897" y="2469"/>
                    </a:lnTo>
                    <a:lnTo>
                      <a:pt x="4771" y="2616"/>
                    </a:lnTo>
                    <a:lnTo>
                      <a:pt x="4541" y="2616"/>
                    </a:lnTo>
                    <a:lnTo>
                      <a:pt x="4394" y="2595"/>
                    </a:lnTo>
                    <a:lnTo>
                      <a:pt x="4164" y="2406"/>
                    </a:lnTo>
                    <a:lnTo>
                      <a:pt x="3955" y="2260"/>
                    </a:lnTo>
                    <a:lnTo>
                      <a:pt x="3809" y="2281"/>
                    </a:lnTo>
                    <a:lnTo>
                      <a:pt x="3809" y="2134"/>
                    </a:lnTo>
                    <a:lnTo>
                      <a:pt x="3767" y="1988"/>
                    </a:lnTo>
                    <a:lnTo>
                      <a:pt x="3662" y="1883"/>
                    </a:lnTo>
                    <a:lnTo>
                      <a:pt x="3641" y="1820"/>
                    </a:lnTo>
                    <a:lnTo>
                      <a:pt x="3495" y="1862"/>
                    </a:lnTo>
                    <a:lnTo>
                      <a:pt x="3390" y="1988"/>
                    </a:lnTo>
                    <a:lnTo>
                      <a:pt x="3306" y="1988"/>
                    </a:lnTo>
                    <a:lnTo>
                      <a:pt x="3244" y="1946"/>
                    </a:lnTo>
                    <a:lnTo>
                      <a:pt x="3139" y="1946"/>
                    </a:lnTo>
                    <a:lnTo>
                      <a:pt x="3076" y="2030"/>
                    </a:lnTo>
                    <a:lnTo>
                      <a:pt x="2407" y="2030"/>
                    </a:lnTo>
                    <a:lnTo>
                      <a:pt x="2386" y="2197"/>
                    </a:lnTo>
                    <a:lnTo>
                      <a:pt x="2448" y="2344"/>
                    </a:lnTo>
                    <a:lnTo>
                      <a:pt x="2658" y="2385"/>
                    </a:lnTo>
                    <a:lnTo>
                      <a:pt x="2720" y="2553"/>
                    </a:lnTo>
                    <a:lnTo>
                      <a:pt x="2679" y="2616"/>
                    </a:lnTo>
                    <a:lnTo>
                      <a:pt x="2762" y="2699"/>
                    </a:lnTo>
                    <a:lnTo>
                      <a:pt x="2720" y="2804"/>
                    </a:lnTo>
                    <a:lnTo>
                      <a:pt x="2595" y="2720"/>
                    </a:lnTo>
                    <a:lnTo>
                      <a:pt x="2197" y="2867"/>
                    </a:lnTo>
                    <a:lnTo>
                      <a:pt x="2239" y="3180"/>
                    </a:lnTo>
                    <a:lnTo>
                      <a:pt x="2344" y="3306"/>
                    </a:lnTo>
                    <a:lnTo>
                      <a:pt x="2553" y="3452"/>
                    </a:lnTo>
                    <a:lnTo>
                      <a:pt x="2679" y="3724"/>
                    </a:lnTo>
                    <a:lnTo>
                      <a:pt x="2679" y="3913"/>
                    </a:lnTo>
                    <a:lnTo>
                      <a:pt x="2679" y="3976"/>
                    </a:lnTo>
                    <a:lnTo>
                      <a:pt x="2365" y="5189"/>
                    </a:lnTo>
                    <a:lnTo>
                      <a:pt x="2260" y="5503"/>
                    </a:lnTo>
                    <a:lnTo>
                      <a:pt x="2281" y="5545"/>
                    </a:lnTo>
                    <a:lnTo>
                      <a:pt x="2239" y="5629"/>
                    </a:lnTo>
                    <a:lnTo>
                      <a:pt x="2093" y="5608"/>
                    </a:lnTo>
                    <a:lnTo>
                      <a:pt x="2093" y="5587"/>
                    </a:lnTo>
                    <a:lnTo>
                      <a:pt x="1967" y="5503"/>
                    </a:lnTo>
                    <a:lnTo>
                      <a:pt x="1821" y="5503"/>
                    </a:lnTo>
                    <a:lnTo>
                      <a:pt x="1758" y="5482"/>
                    </a:lnTo>
                    <a:lnTo>
                      <a:pt x="1716" y="5545"/>
                    </a:lnTo>
                    <a:lnTo>
                      <a:pt x="1319" y="5691"/>
                    </a:lnTo>
                    <a:lnTo>
                      <a:pt x="1026" y="5733"/>
                    </a:lnTo>
                    <a:lnTo>
                      <a:pt x="942" y="5817"/>
                    </a:lnTo>
                    <a:lnTo>
                      <a:pt x="879" y="5838"/>
                    </a:lnTo>
                    <a:lnTo>
                      <a:pt x="733" y="5963"/>
                    </a:lnTo>
                    <a:lnTo>
                      <a:pt x="607" y="6026"/>
                    </a:lnTo>
                    <a:lnTo>
                      <a:pt x="503" y="6110"/>
                    </a:lnTo>
                    <a:lnTo>
                      <a:pt x="523" y="6256"/>
                    </a:lnTo>
                    <a:lnTo>
                      <a:pt x="482" y="6340"/>
                    </a:lnTo>
                    <a:lnTo>
                      <a:pt x="503" y="6424"/>
                    </a:lnTo>
                    <a:lnTo>
                      <a:pt x="356" y="6570"/>
                    </a:lnTo>
                    <a:lnTo>
                      <a:pt x="398" y="6779"/>
                    </a:lnTo>
                    <a:lnTo>
                      <a:pt x="461" y="6884"/>
                    </a:lnTo>
                    <a:lnTo>
                      <a:pt x="356" y="6968"/>
                    </a:lnTo>
                    <a:lnTo>
                      <a:pt x="272" y="6947"/>
                    </a:lnTo>
                    <a:lnTo>
                      <a:pt x="105" y="7051"/>
                    </a:lnTo>
                    <a:lnTo>
                      <a:pt x="105" y="7156"/>
                    </a:lnTo>
                    <a:lnTo>
                      <a:pt x="63" y="7198"/>
                    </a:lnTo>
                    <a:lnTo>
                      <a:pt x="84" y="7282"/>
                    </a:lnTo>
                    <a:lnTo>
                      <a:pt x="63" y="7407"/>
                    </a:lnTo>
                    <a:lnTo>
                      <a:pt x="0" y="7512"/>
                    </a:lnTo>
                    <a:lnTo>
                      <a:pt x="63" y="7616"/>
                    </a:lnTo>
                    <a:lnTo>
                      <a:pt x="42" y="7700"/>
                    </a:lnTo>
                    <a:lnTo>
                      <a:pt x="189" y="7846"/>
                    </a:lnTo>
                    <a:lnTo>
                      <a:pt x="482" y="8307"/>
                    </a:lnTo>
                    <a:lnTo>
                      <a:pt x="314" y="8474"/>
                    </a:lnTo>
                    <a:lnTo>
                      <a:pt x="691" y="8453"/>
                    </a:lnTo>
                    <a:lnTo>
                      <a:pt x="879" y="8474"/>
                    </a:lnTo>
                    <a:lnTo>
                      <a:pt x="1005" y="8662"/>
                    </a:lnTo>
                    <a:lnTo>
                      <a:pt x="1026" y="8830"/>
                    </a:lnTo>
                    <a:lnTo>
                      <a:pt x="1256" y="8830"/>
                    </a:lnTo>
                    <a:lnTo>
                      <a:pt x="1549" y="8851"/>
                    </a:lnTo>
                    <a:lnTo>
                      <a:pt x="1779" y="8621"/>
                    </a:lnTo>
                    <a:lnTo>
                      <a:pt x="1988" y="8474"/>
                    </a:lnTo>
                    <a:lnTo>
                      <a:pt x="2051" y="8537"/>
                    </a:lnTo>
                    <a:lnTo>
                      <a:pt x="2030" y="8662"/>
                    </a:lnTo>
                    <a:lnTo>
                      <a:pt x="1967" y="8725"/>
                    </a:lnTo>
                    <a:lnTo>
                      <a:pt x="1967" y="8934"/>
                    </a:lnTo>
                    <a:lnTo>
                      <a:pt x="1988" y="9269"/>
                    </a:lnTo>
                    <a:lnTo>
                      <a:pt x="1988" y="9395"/>
                    </a:lnTo>
                    <a:lnTo>
                      <a:pt x="2072" y="9478"/>
                    </a:lnTo>
                    <a:lnTo>
                      <a:pt x="2176" y="9458"/>
                    </a:lnTo>
                    <a:lnTo>
                      <a:pt x="2281" y="9416"/>
                    </a:lnTo>
                    <a:lnTo>
                      <a:pt x="2469" y="9416"/>
                    </a:lnTo>
                    <a:lnTo>
                      <a:pt x="2511" y="9458"/>
                    </a:lnTo>
                    <a:lnTo>
                      <a:pt x="3076" y="9458"/>
                    </a:lnTo>
                    <a:lnTo>
                      <a:pt x="3223" y="9353"/>
                    </a:lnTo>
                    <a:lnTo>
                      <a:pt x="3306" y="9353"/>
                    </a:lnTo>
                    <a:lnTo>
                      <a:pt x="3432" y="9248"/>
                    </a:lnTo>
                    <a:lnTo>
                      <a:pt x="3557" y="9248"/>
                    </a:lnTo>
                    <a:lnTo>
                      <a:pt x="3725" y="9186"/>
                    </a:lnTo>
                    <a:lnTo>
                      <a:pt x="3829" y="8934"/>
                    </a:lnTo>
                    <a:lnTo>
                      <a:pt x="4081" y="8746"/>
                    </a:lnTo>
                    <a:lnTo>
                      <a:pt x="4269" y="8725"/>
                    </a:lnTo>
                    <a:lnTo>
                      <a:pt x="4457" y="8621"/>
                    </a:lnTo>
                    <a:lnTo>
                      <a:pt x="4583" y="8621"/>
                    </a:lnTo>
                    <a:lnTo>
                      <a:pt x="4687" y="8683"/>
                    </a:lnTo>
                    <a:lnTo>
                      <a:pt x="4813" y="8621"/>
                    </a:lnTo>
                    <a:lnTo>
                      <a:pt x="4897" y="8662"/>
                    </a:lnTo>
                    <a:lnTo>
                      <a:pt x="4876" y="8788"/>
                    </a:lnTo>
                    <a:lnTo>
                      <a:pt x="4959" y="8997"/>
                    </a:lnTo>
                    <a:lnTo>
                      <a:pt x="5085" y="9374"/>
                    </a:lnTo>
                    <a:lnTo>
                      <a:pt x="5169" y="9646"/>
                    </a:lnTo>
                    <a:lnTo>
                      <a:pt x="5106" y="9751"/>
                    </a:lnTo>
                    <a:lnTo>
                      <a:pt x="5210" y="9960"/>
                    </a:lnTo>
                    <a:lnTo>
                      <a:pt x="5357" y="10002"/>
                    </a:lnTo>
                    <a:lnTo>
                      <a:pt x="5399" y="10190"/>
                    </a:lnTo>
                    <a:lnTo>
                      <a:pt x="5524" y="10274"/>
                    </a:lnTo>
                    <a:lnTo>
                      <a:pt x="5713" y="10357"/>
                    </a:lnTo>
                    <a:lnTo>
                      <a:pt x="5838" y="10462"/>
                    </a:lnTo>
                    <a:lnTo>
                      <a:pt x="5901" y="10420"/>
                    </a:lnTo>
                    <a:lnTo>
                      <a:pt x="6131" y="10357"/>
                    </a:lnTo>
                    <a:lnTo>
                      <a:pt x="6340" y="10587"/>
                    </a:lnTo>
                    <a:lnTo>
                      <a:pt x="6508" y="10525"/>
                    </a:lnTo>
                    <a:lnTo>
                      <a:pt x="6717" y="10755"/>
                    </a:lnTo>
                    <a:lnTo>
                      <a:pt x="6822" y="10755"/>
                    </a:lnTo>
                    <a:lnTo>
                      <a:pt x="7073" y="10839"/>
                    </a:lnTo>
                    <a:lnTo>
                      <a:pt x="7240" y="10880"/>
                    </a:lnTo>
                    <a:lnTo>
                      <a:pt x="7261" y="11048"/>
                    </a:lnTo>
                    <a:lnTo>
                      <a:pt x="7366" y="11069"/>
                    </a:lnTo>
                    <a:lnTo>
                      <a:pt x="7512" y="11152"/>
                    </a:lnTo>
                    <a:lnTo>
                      <a:pt x="7868" y="11131"/>
                    </a:lnTo>
                    <a:lnTo>
                      <a:pt x="8098" y="11257"/>
                    </a:lnTo>
                    <a:lnTo>
                      <a:pt x="8140" y="11362"/>
                    </a:lnTo>
                    <a:lnTo>
                      <a:pt x="8119" y="11634"/>
                    </a:lnTo>
                    <a:lnTo>
                      <a:pt x="8182" y="11843"/>
                    </a:lnTo>
                    <a:lnTo>
                      <a:pt x="8098" y="11968"/>
                    </a:lnTo>
                    <a:lnTo>
                      <a:pt x="8307" y="12324"/>
                    </a:lnTo>
                    <a:lnTo>
                      <a:pt x="8286" y="12596"/>
                    </a:lnTo>
                    <a:lnTo>
                      <a:pt x="9290" y="12617"/>
                    </a:lnTo>
                    <a:lnTo>
                      <a:pt x="9353" y="12973"/>
                    </a:lnTo>
                    <a:lnTo>
                      <a:pt x="9332" y="13224"/>
                    </a:lnTo>
                    <a:lnTo>
                      <a:pt x="9604" y="13287"/>
                    </a:lnTo>
                    <a:lnTo>
                      <a:pt x="9897" y="13810"/>
                    </a:lnTo>
                    <a:lnTo>
                      <a:pt x="9918" y="14103"/>
                    </a:lnTo>
                    <a:lnTo>
                      <a:pt x="9646" y="14688"/>
                    </a:lnTo>
                    <a:lnTo>
                      <a:pt x="9667" y="14772"/>
                    </a:lnTo>
                    <a:lnTo>
                      <a:pt x="9583" y="14856"/>
                    </a:lnTo>
                    <a:lnTo>
                      <a:pt x="9646" y="14919"/>
                    </a:lnTo>
                    <a:lnTo>
                      <a:pt x="9604" y="15044"/>
                    </a:lnTo>
                    <a:lnTo>
                      <a:pt x="9751" y="15149"/>
                    </a:lnTo>
                    <a:lnTo>
                      <a:pt x="9751" y="15337"/>
                    </a:lnTo>
                    <a:lnTo>
                      <a:pt x="9855" y="15525"/>
                    </a:lnTo>
                    <a:lnTo>
                      <a:pt x="9793" y="15860"/>
                    </a:lnTo>
                    <a:lnTo>
                      <a:pt x="9814" y="15986"/>
                    </a:lnTo>
                    <a:lnTo>
                      <a:pt x="9772" y="16111"/>
                    </a:lnTo>
                    <a:lnTo>
                      <a:pt x="9814" y="16258"/>
                    </a:lnTo>
                    <a:lnTo>
                      <a:pt x="10023" y="16216"/>
                    </a:lnTo>
                    <a:lnTo>
                      <a:pt x="10107" y="16279"/>
                    </a:lnTo>
                    <a:lnTo>
                      <a:pt x="10379" y="16258"/>
                    </a:lnTo>
                    <a:lnTo>
                      <a:pt x="10525" y="16300"/>
                    </a:lnTo>
                    <a:lnTo>
                      <a:pt x="10797" y="16195"/>
                    </a:lnTo>
                    <a:lnTo>
                      <a:pt x="10923" y="16300"/>
                    </a:lnTo>
                    <a:lnTo>
                      <a:pt x="11027" y="16321"/>
                    </a:lnTo>
                    <a:lnTo>
                      <a:pt x="11069" y="16467"/>
                    </a:lnTo>
                    <a:lnTo>
                      <a:pt x="11236" y="17095"/>
                    </a:lnTo>
                    <a:lnTo>
                      <a:pt x="11341" y="17304"/>
                    </a:lnTo>
                    <a:lnTo>
                      <a:pt x="11446" y="17325"/>
                    </a:lnTo>
                    <a:lnTo>
                      <a:pt x="11676" y="17199"/>
                    </a:lnTo>
                    <a:lnTo>
                      <a:pt x="11801" y="17241"/>
                    </a:lnTo>
                    <a:lnTo>
                      <a:pt x="11885" y="17325"/>
                    </a:lnTo>
                    <a:lnTo>
                      <a:pt x="11969" y="17346"/>
                    </a:lnTo>
                    <a:lnTo>
                      <a:pt x="11906" y="17450"/>
                    </a:lnTo>
                    <a:lnTo>
                      <a:pt x="11885" y="17994"/>
                    </a:lnTo>
                    <a:lnTo>
                      <a:pt x="11864" y="18057"/>
                    </a:lnTo>
                    <a:lnTo>
                      <a:pt x="11822" y="18078"/>
                    </a:lnTo>
                    <a:lnTo>
                      <a:pt x="11822" y="18162"/>
                    </a:lnTo>
                    <a:lnTo>
                      <a:pt x="11801" y="18204"/>
                    </a:lnTo>
                    <a:lnTo>
                      <a:pt x="11801" y="18287"/>
                    </a:lnTo>
                    <a:lnTo>
                      <a:pt x="11906" y="18204"/>
                    </a:lnTo>
                    <a:lnTo>
                      <a:pt x="12178" y="18245"/>
                    </a:lnTo>
                    <a:lnTo>
                      <a:pt x="12178" y="18350"/>
                    </a:lnTo>
                    <a:lnTo>
                      <a:pt x="12283" y="18580"/>
                    </a:lnTo>
                    <a:lnTo>
                      <a:pt x="12283" y="18769"/>
                    </a:lnTo>
                    <a:lnTo>
                      <a:pt x="12303" y="18999"/>
                    </a:lnTo>
                    <a:lnTo>
                      <a:pt x="12324" y="19208"/>
                    </a:lnTo>
                    <a:lnTo>
                      <a:pt x="12303" y="19292"/>
                    </a:lnTo>
                    <a:lnTo>
                      <a:pt x="12199" y="19292"/>
                    </a:lnTo>
                    <a:lnTo>
                      <a:pt x="12073" y="19354"/>
                    </a:lnTo>
                    <a:lnTo>
                      <a:pt x="12031" y="19417"/>
                    </a:lnTo>
                    <a:lnTo>
                      <a:pt x="11969" y="19501"/>
                    </a:lnTo>
                    <a:lnTo>
                      <a:pt x="11927" y="19459"/>
                    </a:lnTo>
                    <a:lnTo>
                      <a:pt x="11697" y="19626"/>
                    </a:lnTo>
                    <a:lnTo>
                      <a:pt x="11655" y="19710"/>
                    </a:lnTo>
                    <a:lnTo>
                      <a:pt x="11571" y="19731"/>
                    </a:lnTo>
                    <a:lnTo>
                      <a:pt x="11362" y="19919"/>
                    </a:lnTo>
                    <a:lnTo>
                      <a:pt x="11278" y="19940"/>
                    </a:lnTo>
                    <a:lnTo>
                      <a:pt x="11278" y="20066"/>
                    </a:lnTo>
                    <a:lnTo>
                      <a:pt x="11195" y="20087"/>
                    </a:lnTo>
                    <a:lnTo>
                      <a:pt x="11132" y="20087"/>
                    </a:lnTo>
                    <a:lnTo>
                      <a:pt x="10943" y="20338"/>
                    </a:lnTo>
                    <a:lnTo>
                      <a:pt x="10923" y="20401"/>
                    </a:lnTo>
                    <a:lnTo>
                      <a:pt x="10923" y="20547"/>
                    </a:lnTo>
                    <a:lnTo>
                      <a:pt x="10839" y="20568"/>
                    </a:lnTo>
                    <a:lnTo>
                      <a:pt x="10776" y="20652"/>
                    </a:lnTo>
                    <a:lnTo>
                      <a:pt x="10671" y="20861"/>
                    </a:lnTo>
                    <a:lnTo>
                      <a:pt x="10609" y="20924"/>
                    </a:lnTo>
                    <a:lnTo>
                      <a:pt x="10504" y="21091"/>
                    </a:lnTo>
                    <a:lnTo>
                      <a:pt x="10504" y="21133"/>
                    </a:lnTo>
                    <a:lnTo>
                      <a:pt x="10399" y="21217"/>
                    </a:lnTo>
                    <a:lnTo>
                      <a:pt x="10358" y="21279"/>
                    </a:lnTo>
                    <a:lnTo>
                      <a:pt x="10441" y="21279"/>
                    </a:lnTo>
                    <a:lnTo>
                      <a:pt x="10504" y="21300"/>
                    </a:lnTo>
                    <a:lnTo>
                      <a:pt x="10776" y="21217"/>
                    </a:lnTo>
                    <a:lnTo>
                      <a:pt x="10923" y="21300"/>
                    </a:lnTo>
                    <a:lnTo>
                      <a:pt x="11048" y="21489"/>
                    </a:lnTo>
                    <a:lnTo>
                      <a:pt x="11153" y="21530"/>
                    </a:lnTo>
                    <a:lnTo>
                      <a:pt x="11236" y="21698"/>
                    </a:lnTo>
                    <a:lnTo>
                      <a:pt x="11362" y="21928"/>
                    </a:lnTo>
                    <a:lnTo>
                      <a:pt x="11446" y="21928"/>
                    </a:lnTo>
                    <a:lnTo>
                      <a:pt x="11550" y="21803"/>
                    </a:lnTo>
                    <a:lnTo>
                      <a:pt x="11592" y="21803"/>
                    </a:lnTo>
                    <a:lnTo>
                      <a:pt x="11718" y="22012"/>
                    </a:lnTo>
                    <a:lnTo>
                      <a:pt x="11885" y="22075"/>
                    </a:lnTo>
                    <a:lnTo>
                      <a:pt x="12011" y="22116"/>
                    </a:lnTo>
                    <a:lnTo>
                      <a:pt x="12136" y="22242"/>
                    </a:lnTo>
                    <a:lnTo>
                      <a:pt x="12136" y="22388"/>
                    </a:lnTo>
                    <a:lnTo>
                      <a:pt x="12241" y="22367"/>
                    </a:lnTo>
                    <a:lnTo>
                      <a:pt x="12492" y="22472"/>
                    </a:lnTo>
                    <a:lnTo>
                      <a:pt x="12617" y="22639"/>
                    </a:lnTo>
                    <a:lnTo>
                      <a:pt x="12743" y="22849"/>
                    </a:lnTo>
                    <a:lnTo>
                      <a:pt x="12868" y="22911"/>
                    </a:lnTo>
                    <a:lnTo>
                      <a:pt x="12848" y="23079"/>
                    </a:lnTo>
                    <a:lnTo>
                      <a:pt x="12743" y="23225"/>
                    </a:lnTo>
                    <a:lnTo>
                      <a:pt x="12806" y="23414"/>
                    </a:lnTo>
                    <a:lnTo>
                      <a:pt x="12827" y="23476"/>
                    </a:lnTo>
                    <a:lnTo>
                      <a:pt x="12848" y="23497"/>
                    </a:lnTo>
                    <a:lnTo>
                      <a:pt x="12931" y="23581"/>
                    </a:lnTo>
                    <a:lnTo>
                      <a:pt x="12952" y="23602"/>
                    </a:lnTo>
                    <a:lnTo>
                      <a:pt x="13161" y="23414"/>
                    </a:lnTo>
                    <a:lnTo>
                      <a:pt x="13245" y="23225"/>
                    </a:lnTo>
                    <a:lnTo>
                      <a:pt x="13350" y="22849"/>
                    </a:lnTo>
                    <a:lnTo>
                      <a:pt x="13433" y="22577"/>
                    </a:lnTo>
                    <a:lnTo>
                      <a:pt x="13454" y="22535"/>
                    </a:lnTo>
                    <a:lnTo>
                      <a:pt x="13426" y="22507"/>
                    </a:lnTo>
                    <a:lnTo>
                      <a:pt x="13426" y="22507"/>
                    </a:lnTo>
                    <a:lnTo>
                      <a:pt x="13496" y="22535"/>
                    </a:lnTo>
                    <a:lnTo>
                      <a:pt x="13873" y="22242"/>
                    </a:lnTo>
                    <a:lnTo>
                      <a:pt x="14061" y="22033"/>
                    </a:lnTo>
                    <a:lnTo>
                      <a:pt x="14312" y="21551"/>
                    </a:lnTo>
                    <a:lnTo>
                      <a:pt x="14417" y="21321"/>
                    </a:lnTo>
                    <a:lnTo>
                      <a:pt x="14521" y="21028"/>
                    </a:lnTo>
                    <a:lnTo>
                      <a:pt x="14793" y="20547"/>
                    </a:lnTo>
                    <a:lnTo>
                      <a:pt x="15044" y="20233"/>
                    </a:lnTo>
                    <a:lnTo>
                      <a:pt x="15107" y="20129"/>
                    </a:lnTo>
                    <a:lnTo>
                      <a:pt x="15065" y="20087"/>
                    </a:lnTo>
                    <a:lnTo>
                      <a:pt x="15065" y="20024"/>
                    </a:lnTo>
                    <a:lnTo>
                      <a:pt x="15128" y="19982"/>
                    </a:lnTo>
                    <a:lnTo>
                      <a:pt x="15170" y="19857"/>
                    </a:lnTo>
                    <a:lnTo>
                      <a:pt x="15254" y="19815"/>
                    </a:lnTo>
                    <a:lnTo>
                      <a:pt x="15233" y="19710"/>
                    </a:lnTo>
                    <a:lnTo>
                      <a:pt x="15254" y="19626"/>
                    </a:lnTo>
                    <a:lnTo>
                      <a:pt x="15233" y="19606"/>
                    </a:lnTo>
                    <a:lnTo>
                      <a:pt x="15296" y="19585"/>
                    </a:lnTo>
                    <a:lnTo>
                      <a:pt x="15296" y="19480"/>
                    </a:lnTo>
                    <a:lnTo>
                      <a:pt x="15191" y="19313"/>
                    </a:lnTo>
                    <a:lnTo>
                      <a:pt x="15191" y="19229"/>
                    </a:lnTo>
                    <a:lnTo>
                      <a:pt x="15212" y="19166"/>
                    </a:lnTo>
                    <a:lnTo>
                      <a:pt x="15191" y="19082"/>
                    </a:lnTo>
                    <a:lnTo>
                      <a:pt x="15149" y="18915"/>
                    </a:lnTo>
                    <a:lnTo>
                      <a:pt x="15107" y="18748"/>
                    </a:lnTo>
                    <a:lnTo>
                      <a:pt x="15149" y="18685"/>
                    </a:lnTo>
                    <a:lnTo>
                      <a:pt x="15316" y="18664"/>
                    </a:lnTo>
                    <a:lnTo>
                      <a:pt x="15296" y="18559"/>
                    </a:lnTo>
                    <a:lnTo>
                      <a:pt x="15212" y="18497"/>
                    </a:lnTo>
                    <a:lnTo>
                      <a:pt x="15337" y="18476"/>
                    </a:lnTo>
                    <a:lnTo>
                      <a:pt x="15337" y="18371"/>
                    </a:lnTo>
                    <a:lnTo>
                      <a:pt x="15212" y="18308"/>
                    </a:lnTo>
                    <a:lnTo>
                      <a:pt x="15316" y="18287"/>
                    </a:lnTo>
                    <a:lnTo>
                      <a:pt x="15379" y="18183"/>
                    </a:lnTo>
                    <a:lnTo>
                      <a:pt x="15442" y="18245"/>
                    </a:lnTo>
                    <a:lnTo>
                      <a:pt x="15630" y="18057"/>
                    </a:lnTo>
                    <a:lnTo>
                      <a:pt x="15735" y="17973"/>
                    </a:lnTo>
                    <a:lnTo>
                      <a:pt x="15735" y="17932"/>
                    </a:lnTo>
                    <a:lnTo>
                      <a:pt x="15881" y="17785"/>
                    </a:lnTo>
                    <a:lnTo>
                      <a:pt x="16070" y="17681"/>
                    </a:lnTo>
                    <a:lnTo>
                      <a:pt x="16300" y="17429"/>
                    </a:lnTo>
                    <a:lnTo>
                      <a:pt x="16509" y="17409"/>
                    </a:lnTo>
                    <a:lnTo>
                      <a:pt x="16614" y="17304"/>
                    </a:lnTo>
                    <a:lnTo>
                      <a:pt x="16739" y="17199"/>
                    </a:lnTo>
                    <a:lnTo>
                      <a:pt x="16844" y="17199"/>
                    </a:lnTo>
                    <a:lnTo>
                      <a:pt x="16928" y="17241"/>
                    </a:lnTo>
                    <a:lnTo>
                      <a:pt x="17011" y="17283"/>
                    </a:lnTo>
                    <a:lnTo>
                      <a:pt x="17011" y="17199"/>
                    </a:lnTo>
                    <a:lnTo>
                      <a:pt x="17095" y="17032"/>
                    </a:lnTo>
                    <a:lnTo>
                      <a:pt x="17325" y="16885"/>
                    </a:lnTo>
                    <a:lnTo>
                      <a:pt x="17430" y="16865"/>
                    </a:lnTo>
                    <a:lnTo>
                      <a:pt x="17430" y="16802"/>
                    </a:lnTo>
                    <a:lnTo>
                      <a:pt x="17367" y="16781"/>
                    </a:lnTo>
                    <a:lnTo>
                      <a:pt x="17304" y="16739"/>
                    </a:lnTo>
                    <a:lnTo>
                      <a:pt x="17262" y="16676"/>
                    </a:lnTo>
                    <a:lnTo>
                      <a:pt x="17346" y="16634"/>
                    </a:lnTo>
                    <a:lnTo>
                      <a:pt x="17513" y="16572"/>
                    </a:lnTo>
                    <a:lnTo>
                      <a:pt x="17576" y="16593"/>
                    </a:lnTo>
                    <a:lnTo>
                      <a:pt x="17681" y="16593"/>
                    </a:lnTo>
                    <a:lnTo>
                      <a:pt x="17765" y="16530"/>
                    </a:lnTo>
                    <a:lnTo>
                      <a:pt x="17869" y="16530"/>
                    </a:lnTo>
                    <a:lnTo>
                      <a:pt x="17869" y="16593"/>
                    </a:lnTo>
                    <a:lnTo>
                      <a:pt x="17744" y="16676"/>
                    </a:lnTo>
                    <a:lnTo>
                      <a:pt x="17576" y="16697"/>
                    </a:lnTo>
                    <a:lnTo>
                      <a:pt x="17555" y="16718"/>
                    </a:lnTo>
                    <a:lnTo>
                      <a:pt x="17618" y="16739"/>
                    </a:lnTo>
                    <a:lnTo>
                      <a:pt x="17848" y="16676"/>
                    </a:lnTo>
                    <a:lnTo>
                      <a:pt x="18099" y="16572"/>
                    </a:lnTo>
                    <a:lnTo>
                      <a:pt x="18078" y="16509"/>
                    </a:lnTo>
                    <a:lnTo>
                      <a:pt x="18162" y="16467"/>
                    </a:lnTo>
                    <a:lnTo>
                      <a:pt x="18246" y="16467"/>
                    </a:lnTo>
                    <a:lnTo>
                      <a:pt x="18204" y="16509"/>
                    </a:lnTo>
                    <a:cubicBezTo>
                      <a:pt x="18204" y="16509"/>
                      <a:pt x="18204" y="16613"/>
                      <a:pt x="18246" y="16613"/>
                    </a:cubicBezTo>
                    <a:lnTo>
                      <a:pt x="18392" y="16634"/>
                    </a:lnTo>
                    <a:lnTo>
                      <a:pt x="18497" y="16593"/>
                    </a:lnTo>
                    <a:lnTo>
                      <a:pt x="18664" y="16593"/>
                    </a:lnTo>
                    <a:lnTo>
                      <a:pt x="18832" y="16613"/>
                    </a:lnTo>
                    <a:lnTo>
                      <a:pt x="18936" y="16551"/>
                    </a:lnTo>
                    <a:lnTo>
                      <a:pt x="18936" y="16488"/>
                    </a:lnTo>
                    <a:lnTo>
                      <a:pt x="18915" y="16467"/>
                    </a:lnTo>
                    <a:lnTo>
                      <a:pt x="18936" y="16404"/>
                    </a:lnTo>
                    <a:lnTo>
                      <a:pt x="19208" y="16237"/>
                    </a:lnTo>
                    <a:lnTo>
                      <a:pt x="19418" y="16153"/>
                    </a:lnTo>
                    <a:lnTo>
                      <a:pt x="19522" y="16069"/>
                    </a:lnTo>
                    <a:lnTo>
                      <a:pt x="19543" y="15986"/>
                    </a:lnTo>
                    <a:lnTo>
                      <a:pt x="19522" y="15944"/>
                    </a:lnTo>
                    <a:lnTo>
                      <a:pt x="19418" y="15735"/>
                    </a:lnTo>
                    <a:lnTo>
                      <a:pt x="19501" y="15567"/>
                    </a:lnTo>
                    <a:lnTo>
                      <a:pt x="19564" y="15463"/>
                    </a:lnTo>
                    <a:lnTo>
                      <a:pt x="19564" y="15358"/>
                    </a:lnTo>
                    <a:lnTo>
                      <a:pt x="19627" y="15316"/>
                    </a:lnTo>
                    <a:lnTo>
                      <a:pt x="19731" y="15232"/>
                    </a:lnTo>
                    <a:lnTo>
                      <a:pt x="19752" y="15128"/>
                    </a:lnTo>
                    <a:lnTo>
                      <a:pt x="19731" y="15107"/>
                    </a:lnTo>
                    <a:lnTo>
                      <a:pt x="19878" y="14835"/>
                    </a:lnTo>
                    <a:lnTo>
                      <a:pt x="20087" y="14584"/>
                    </a:lnTo>
                    <a:lnTo>
                      <a:pt x="20087" y="14479"/>
                    </a:lnTo>
                    <a:lnTo>
                      <a:pt x="20045" y="14103"/>
                    </a:lnTo>
                    <a:lnTo>
                      <a:pt x="20003" y="14082"/>
                    </a:lnTo>
                    <a:lnTo>
                      <a:pt x="20066" y="13872"/>
                    </a:lnTo>
                    <a:lnTo>
                      <a:pt x="20129" y="13789"/>
                    </a:lnTo>
                    <a:lnTo>
                      <a:pt x="20129" y="13726"/>
                    </a:lnTo>
                    <a:lnTo>
                      <a:pt x="20317" y="13580"/>
                    </a:lnTo>
                    <a:lnTo>
                      <a:pt x="20338" y="13496"/>
                    </a:lnTo>
                    <a:lnTo>
                      <a:pt x="20275" y="13287"/>
                    </a:lnTo>
                    <a:lnTo>
                      <a:pt x="20359" y="13036"/>
                    </a:lnTo>
                    <a:lnTo>
                      <a:pt x="20338" y="12826"/>
                    </a:lnTo>
                    <a:lnTo>
                      <a:pt x="20359" y="12659"/>
                    </a:lnTo>
                    <a:lnTo>
                      <a:pt x="20359" y="12596"/>
                    </a:lnTo>
                    <a:lnTo>
                      <a:pt x="20422" y="12387"/>
                    </a:lnTo>
                    <a:lnTo>
                      <a:pt x="20359" y="11592"/>
                    </a:lnTo>
                    <a:lnTo>
                      <a:pt x="20359" y="11445"/>
                    </a:lnTo>
                    <a:lnTo>
                      <a:pt x="20422" y="11341"/>
                    </a:lnTo>
                    <a:lnTo>
                      <a:pt x="20422" y="11236"/>
                    </a:lnTo>
                    <a:lnTo>
                      <a:pt x="20359" y="11278"/>
                    </a:lnTo>
                    <a:lnTo>
                      <a:pt x="20275" y="11194"/>
                    </a:lnTo>
                    <a:lnTo>
                      <a:pt x="20275" y="11131"/>
                    </a:lnTo>
                    <a:lnTo>
                      <a:pt x="20359" y="10985"/>
                    </a:lnTo>
                    <a:lnTo>
                      <a:pt x="20338" y="10859"/>
                    </a:lnTo>
                    <a:lnTo>
                      <a:pt x="20359" y="10776"/>
                    </a:lnTo>
                    <a:lnTo>
                      <a:pt x="20443" y="10755"/>
                    </a:lnTo>
                    <a:lnTo>
                      <a:pt x="20464" y="10629"/>
                    </a:lnTo>
                    <a:lnTo>
                      <a:pt x="20380" y="10504"/>
                    </a:lnTo>
                    <a:lnTo>
                      <a:pt x="20234" y="10420"/>
                    </a:lnTo>
                    <a:lnTo>
                      <a:pt x="20275" y="10399"/>
                    </a:lnTo>
                    <a:lnTo>
                      <a:pt x="20317" y="10336"/>
                    </a:lnTo>
                    <a:lnTo>
                      <a:pt x="20338" y="10399"/>
                    </a:lnTo>
                    <a:lnTo>
                      <a:pt x="20422" y="10441"/>
                    </a:lnTo>
                    <a:lnTo>
                      <a:pt x="20485" y="10462"/>
                    </a:lnTo>
                    <a:lnTo>
                      <a:pt x="20526" y="10336"/>
                    </a:lnTo>
                    <a:lnTo>
                      <a:pt x="20589" y="10336"/>
                    </a:lnTo>
                    <a:lnTo>
                      <a:pt x="20631" y="10420"/>
                    </a:lnTo>
                    <a:lnTo>
                      <a:pt x="20673" y="10441"/>
                    </a:lnTo>
                    <a:lnTo>
                      <a:pt x="20631" y="10525"/>
                    </a:lnTo>
                    <a:lnTo>
                      <a:pt x="20547" y="10567"/>
                    </a:lnTo>
                    <a:lnTo>
                      <a:pt x="20526" y="10650"/>
                    </a:lnTo>
                    <a:lnTo>
                      <a:pt x="20568" y="10650"/>
                    </a:lnTo>
                    <a:lnTo>
                      <a:pt x="20673" y="10546"/>
                    </a:lnTo>
                    <a:lnTo>
                      <a:pt x="20840" y="10462"/>
                    </a:lnTo>
                    <a:lnTo>
                      <a:pt x="21008" y="10190"/>
                    </a:lnTo>
                    <a:lnTo>
                      <a:pt x="21091" y="9981"/>
                    </a:lnTo>
                    <a:lnTo>
                      <a:pt x="21112" y="9834"/>
                    </a:lnTo>
                    <a:lnTo>
                      <a:pt x="21196" y="9771"/>
                    </a:lnTo>
                    <a:lnTo>
                      <a:pt x="21280" y="9562"/>
                    </a:lnTo>
                    <a:lnTo>
                      <a:pt x="21363" y="9374"/>
                    </a:lnTo>
                    <a:lnTo>
                      <a:pt x="21677" y="9165"/>
                    </a:lnTo>
                    <a:lnTo>
                      <a:pt x="21698" y="9060"/>
                    </a:lnTo>
                    <a:lnTo>
                      <a:pt x="21803" y="9039"/>
                    </a:lnTo>
                    <a:lnTo>
                      <a:pt x="21887" y="8934"/>
                    </a:lnTo>
                    <a:lnTo>
                      <a:pt x="22138" y="8683"/>
                    </a:lnTo>
                    <a:lnTo>
                      <a:pt x="22368" y="8370"/>
                    </a:lnTo>
                    <a:lnTo>
                      <a:pt x="22431" y="8307"/>
                    </a:lnTo>
                    <a:lnTo>
                      <a:pt x="22556" y="7993"/>
                    </a:lnTo>
                    <a:lnTo>
                      <a:pt x="22577" y="7846"/>
                    </a:lnTo>
                    <a:lnTo>
                      <a:pt x="22661" y="7742"/>
                    </a:lnTo>
                    <a:lnTo>
                      <a:pt x="22661" y="7637"/>
                    </a:lnTo>
                    <a:lnTo>
                      <a:pt x="22577" y="7533"/>
                    </a:lnTo>
                    <a:lnTo>
                      <a:pt x="22619" y="7449"/>
                    </a:lnTo>
                    <a:lnTo>
                      <a:pt x="22682" y="7449"/>
                    </a:lnTo>
                    <a:lnTo>
                      <a:pt x="22661" y="7156"/>
                    </a:lnTo>
                    <a:lnTo>
                      <a:pt x="22577" y="7093"/>
                    </a:lnTo>
                    <a:lnTo>
                      <a:pt x="22556" y="6968"/>
                    </a:lnTo>
                    <a:lnTo>
                      <a:pt x="22347" y="6528"/>
                    </a:lnTo>
                    <a:lnTo>
                      <a:pt x="22347" y="6361"/>
                    </a:lnTo>
                    <a:lnTo>
                      <a:pt x="22326" y="6193"/>
                    </a:lnTo>
                    <a:lnTo>
                      <a:pt x="21949" y="6026"/>
                    </a:lnTo>
                    <a:lnTo>
                      <a:pt x="21740" y="6026"/>
                    </a:lnTo>
                    <a:lnTo>
                      <a:pt x="21594" y="6110"/>
                    </a:lnTo>
                    <a:lnTo>
                      <a:pt x="21489" y="5942"/>
                    </a:lnTo>
                    <a:lnTo>
                      <a:pt x="21342" y="5921"/>
                    </a:lnTo>
                    <a:lnTo>
                      <a:pt x="21217" y="5796"/>
                    </a:lnTo>
                    <a:lnTo>
                      <a:pt x="21070" y="5712"/>
                    </a:lnTo>
                    <a:lnTo>
                      <a:pt x="20966" y="5691"/>
                    </a:lnTo>
                    <a:lnTo>
                      <a:pt x="20694" y="5398"/>
                    </a:lnTo>
                    <a:lnTo>
                      <a:pt x="20485" y="5105"/>
                    </a:lnTo>
                    <a:lnTo>
                      <a:pt x="20380" y="5085"/>
                    </a:lnTo>
                    <a:lnTo>
                      <a:pt x="20254" y="4959"/>
                    </a:lnTo>
                    <a:lnTo>
                      <a:pt x="20129" y="4959"/>
                    </a:lnTo>
                    <a:lnTo>
                      <a:pt x="19773" y="4687"/>
                    </a:lnTo>
                    <a:lnTo>
                      <a:pt x="19627" y="4687"/>
                    </a:lnTo>
                    <a:lnTo>
                      <a:pt x="19438" y="4603"/>
                    </a:lnTo>
                    <a:lnTo>
                      <a:pt x="19334" y="4666"/>
                    </a:lnTo>
                    <a:lnTo>
                      <a:pt x="19187" y="4666"/>
                    </a:lnTo>
                    <a:lnTo>
                      <a:pt x="19083" y="4603"/>
                    </a:lnTo>
                    <a:lnTo>
                      <a:pt x="18978" y="4666"/>
                    </a:lnTo>
                    <a:lnTo>
                      <a:pt x="18915" y="4750"/>
                    </a:lnTo>
                    <a:lnTo>
                      <a:pt x="18832" y="4666"/>
                    </a:lnTo>
                    <a:lnTo>
                      <a:pt x="18685" y="4561"/>
                    </a:lnTo>
                    <a:lnTo>
                      <a:pt x="18685" y="4666"/>
                    </a:lnTo>
                    <a:lnTo>
                      <a:pt x="18602" y="4624"/>
                    </a:lnTo>
                    <a:lnTo>
                      <a:pt x="18581" y="4687"/>
                    </a:lnTo>
                    <a:lnTo>
                      <a:pt x="18581" y="4750"/>
                    </a:lnTo>
                    <a:lnTo>
                      <a:pt x="18476" y="4666"/>
                    </a:lnTo>
                    <a:lnTo>
                      <a:pt x="18455" y="4624"/>
                    </a:lnTo>
                    <a:lnTo>
                      <a:pt x="18371" y="4582"/>
                    </a:lnTo>
                    <a:lnTo>
                      <a:pt x="18371" y="4582"/>
                    </a:lnTo>
                    <a:lnTo>
                      <a:pt x="18392" y="4645"/>
                    </a:lnTo>
                    <a:lnTo>
                      <a:pt x="18371" y="4666"/>
                    </a:lnTo>
                    <a:lnTo>
                      <a:pt x="18183" y="4582"/>
                    </a:lnTo>
                    <a:lnTo>
                      <a:pt x="18141" y="4582"/>
                    </a:lnTo>
                    <a:lnTo>
                      <a:pt x="17995" y="4561"/>
                    </a:lnTo>
                    <a:lnTo>
                      <a:pt x="17702" y="4394"/>
                    </a:lnTo>
                    <a:lnTo>
                      <a:pt x="17555" y="4394"/>
                    </a:lnTo>
                    <a:lnTo>
                      <a:pt x="17555" y="4436"/>
                    </a:lnTo>
                    <a:lnTo>
                      <a:pt x="17597" y="4478"/>
                    </a:lnTo>
                    <a:lnTo>
                      <a:pt x="17555" y="4520"/>
                    </a:lnTo>
                    <a:lnTo>
                      <a:pt x="17472" y="4478"/>
                    </a:lnTo>
                    <a:lnTo>
                      <a:pt x="17451" y="4520"/>
                    </a:lnTo>
                    <a:lnTo>
                      <a:pt x="17430" y="4561"/>
                    </a:lnTo>
                    <a:lnTo>
                      <a:pt x="17325" y="4603"/>
                    </a:lnTo>
                    <a:lnTo>
                      <a:pt x="17262" y="4666"/>
                    </a:lnTo>
                    <a:lnTo>
                      <a:pt x="17241" y="4792"/>
                    </a:lnTo>
                    <a:lnTo>
                      <a:pt x="17200" y="4687"/>
                    </a:lnTo>
                    <a:lnTo>
                      <a:pt x="17158" y="4603"/>
                    </a:lnTo>
                    <a:lnTo>
                      <a:pt x="17116" y="4645"/>
                    </a:lnTo>
                    <a:lnTo>
                      <a:pt x="17116" y="4750"/>
                    </a:lnTo>
                    <a:lnTo>
                      <a:pt x="17011" y="4917"/>
                    </a:lnTo>
                    <a:lnTo>
                      <a:pt x="17011" y="5085"/>
                    </a:lnTo>
                    <a:lnTo>
                      <a:pt x="16990" y="4917"/>
                    </a:lnTo>
                    <a:lnTo>
                      <a:pt x="17011" y="4771"/>
                    </a:lnTo>
                    <a:lnTo>
                      <a:pt x="16990" y="4645"/>
                    </a:lnTo>
                    <a:lnTo>
                      <a:pt x="17032" y="4457"/>
                    </a:lnTo>
                    <a:lnTo>
                      <a:pt x="17095" y="4394"/>
                    </a:lnTo>
                    <a:lnTo>
                      <a:pt x="17032" y="4373"/>
                    </a:lnTo>
                    <a:lnTo>
                      <a:pt x="16928" y="4373"/>
                    </a:lnTo>
                    <a:lnTo>
                      <a:pt x="17053" y="4248"/>
                    </a:lnTo>
                    <a:lnTo>
                      <a:pt x="16907" y="4059"/>
                    </a:lnTo>
                    <a:lnTo>
                      <a:pt x="16823" y="3913"/>
                    </a:lnTo>
                    <a:lnTo>
                      <a:pt x="16739" y="3913"/>
                    </a:lnTo>
                    <a:lnTo>
                      <a:pt x="16614" y="3871"/>
                    </a:lnTo>
                    <a:lnTo>
                      <a:pt x="16530" y="3976"/>
                    </a:lnTo>
                    <a:lnTo>
                      <a:pt x="16467" y="4017"/>
                    </a:lnTo>
                    <a:lnTo>
                      <a:pt x="16425" y="3934"/>
                    </a:lnTo>
                    <a:lnTo>
                      <a:pt x="16384" y="3913"/>
                    </a:lnTo>
                    <a:lnTo>
                      <a:pt x="16363" y="3829"/>
                    </a:lnTo>
                    <a:lnTo>
                      <a:pt x="16279" y="3766"/>
                    </a:lnTo>
                    <a:lnTo>
                      <a:pt x="16195" y="3766"/>
                    </a:lnTo>
                    <a:lnTo>
                      <a:pt x="16153" y="3724"/>
                    </a:lnTo>
                    <a:lnTo>
                      <a:pt x="16070" y="3704"/>
                    </a:lnTo>
                    <a:lnTo>
                      <a:pt x="16007" y="3745"/>
                    </a:lnTo>
                    <a:lnTo>
                      <a:pt x="16007" y="3704"/>
                    </a:lnTo>
                    <a:lnTo>
                      <a:pt x="15965" y="3662"/>
                    </a:lnTo>
                    <a:lnTo>
                      <a:pt x="15902" y="3599"/>
                    </a:lnTo>
                    <a:lnTo>
                      <a:pt x="15840" y="3620"/>
                    </a:lnTo>
                    <a:lnTo>
                      <a:pt x="15693" y="3599"/>
                    </a:lnTo>
                    <a:lnTo>
                      <a:pt x="15526" y="3494"/>
                    </a:lnTo>
                    <a:lnTo>
                      <a:pt x="15463" y="3494"/>
                    </a:lnTo>
                    <a:lnTo>
                      <a:pt x="15442" y="3536"/>
                    </a:lnTo>
                    <a:lnTo>
                      <a:pt x="15337" y="3452"/>
                    </a:lnTo>
                    <a:lnTo>
                      <a:pt x="15254" y="3452"/>
                    </a:lnTo>
                    <a:lnTo>
                      <a:pt x="15233" y="3536"/>
                    </a:lnTo>
                    <a:lnTo>
                      <a:pt x="15170" y="3536"/>
                    </a:lnTo>
                    <a:lnTo>
                      <a:pt x="15149" y="3452"/>
                    </a:lnTo>
                    <a:lnTo>
                      <a:pt x="15024" y="3452"/>
                    </a:lnTo>
                    <a:lnTo>
                      <a:pt x="14919" y="3515"/>
                    </a:lnTo>
                    <a:lnTo>
                      <a:pt x="14856" y="3620"/>
                    </a:lnTo>
                    <a:lnTo>
                      <a:pt x="14856" y="3704"/>
                    </a:lnTo>
                    <a:lnTo>
                      <a:pt x="14731" y="3829"/>
                    </a:lnTo>
                    <a:lnTo>
                      <a:pt x="14584" y="3934"/>
                    </a:lnTo>
                    <a:lnTo>
                      <a:pt x="14375" y="4059"/>
                    </a:lnTo>
                    <a:lnTo>
                      <a:pt x="14270" y="4185"/>
                    </a:lnTo>
                    <a:lnTo>
                      <a:pt x="14208" y="4352"/>
                    </a:lnTo>
                    <a:lnTo>
                      <a:pt x="14187" y="4499"/>
                    </a:lnTo>
                    <a:lnTo>
                      <a:pt x="14124" y="4582"/>
                    </a:lnTo>
                    <a:lnTo>
                      <a:pt x="14019" y="4687"/>
                    </a:lnTo>
                    <a:lnTo>
                      <a:pt x="14019" y="4771"/>
                    </a:lnTo>
                    <a:lnTo>
                      <a:pt x="14061" y="4896"/>
                    </a:lnTo>
                    <a:lnTo>
                      <a:pt x="14019" y="5105"/>
                    </a:lnTo>
                    <a:lnTo>
                      <a:pt x="13998" y="4980"/>
                    </a:lnTo>
                    <a:lnTo>
                      <a:pt x="13915" y="4854"/>
                    </a:lnTo>
                    <a:lnTo>
                      <a:pt x="13915" y="4750"/>
                    </a:lnTo>
                    <a:lnTo>
                      <a:pt x="13998" y="4645"/>
                    </a:lnTo>
                    <a:lnTo>
                      <a:pt x="14103" y="4561"/>
                    </a:lnTo>
                    <a:lnTo>
                      <a:pt x="14082" y="4394"/>
                    </a:lnTo>
                    <a:lnTo>
                      <a:pt x="14124" y="4269"/>
                    </a:lnTo>
                    <a:lnTo>
                      <a:pt x="14124" y="4185"/>
                    </a:lnTo>
                    <a:lnTo>
                      <a:pt x="14061" y="4185"/>
                    </a:lnTo>
                    <a:lnTo>
                      <a:pt x="13915" y="4248"/>
                    </a:lnTo>
                    <a:lnTo>
                      <a:pt x="13768" y="4185"/>
                    </a:lnTo>
                    <a:lnTo>
                      <a:pt x="13643" y="4185"/>
                    </a:lnTo>
                    <a:lnTo>
                      <a:pt x="13538" y="4227"/>
                    </a:lnTo>
                    <a:lnTo>
                      <a:pt x="13454" y="4164"/>
                    </a:lnTo>
                    <a:lnTo>
                      <a:pt x="13538" y="4164"/>
                    </a:lnTo>
                    <a:lnTo>
                      <a:pt x="13643" y="4080"/>
                    </a:lnTo>
                    <a:lnTo>
                      <a:pt x="13747" y="4059"/>
                    </a:lnTo>
                    <a:lnTo>
                      <a:pt x="13915" y="4080"/>
                    </a:lnTo>
                    <a:lnTo>
                      <a:pt x="14019" y="4059"/>
                    </a:lnTo>
                    <a:lnTo>
                      <a:pt x="14103" y="3955"/>
                    </a:lnTo>
                    <a:lnTo>
                      <a:pt x="14166" y="3955"/>
                    </a:lnTo>
                    <a:lnTo>
                      <a:pt x="14208" y="4017"/>
                    </a:lnTo>
                    <a:lnTo>
                      <a:pt x="14270" y="3976"/>
                    </a:lnTo>
                    <a:lnTo>
                      <a:pt x="14375" y="3934"/>
                    </a:lnTo>
                    <a:lnTo>
                      <a:pt x="14521" y="3871"/>
                    </a:lnTo>
                    <a:lnTo>
                      <a:pt x="14521" y="3745"/>
                    </a:lnTo>
                    <a:lnTo>
                      <a:pt x="14689" y="3557"/>
                    </a:lnTo>
                    <a:lnTo>
                      <a:pt x="14689" y="3432"/>
                    </a:lnTo>
                    <a:lnTo>
                      <a:pt x="14731" y="3348"/>
                    </a:lnTo>
                    <a:lnTo>
                      <a:pt x="14731" y="3243"/>
                    </a:lnTo>
                    <a:lnTo>
                      <a:pt x="14584" y="3222"/>
                    </a:lnTo>
                    <a:lnTo>
                      <a:pt x="14438" y="3118"/>
                    </a:lnTo>
                    <a:lnTo>
                      <a:pt x="14333" y="3118"/>
                    </a:lnTo>
                    <a:lnTo>
                      <a:pt x="14187" y="3222"/>
                    </a:lnTo>
                    <a:lnTo>
                      <a:pt x="14061" y="3222"/>
                    </a:lnTo>
                    <a:lnTo>
                      <a:pt x="13852" y="3139"/>
                    </a:lnTo>
                    <a:lnTo>
                      <a:pt x="13643" y="3118"/>
                    </a:lnTo>
                    <a:lnTo>
                      <a:pt x="13475" y="3285"/>
                    </a:lnTo>
                    <a:lnTo>
                      <a:pt x="13475" y="3348"/>
                    </a:lnTo>
                    <a:lnTo>
                      <a:pt x="13538" y="3390"/>
                    </a:lnTo>
                    <a:lnTo>
                      <a:pt x="13559" y="3432"/>
                    </a:lnTo>
                    <a:lnTo>
                      <a:pt x="13475" y="3432"/>
                    </a:lnTo>
                    <a:lnTo>
                      <a:pt x="13433" y="3452"/>
                    </a:lnTo>
                    <a:lnTo>
                      <a:pt x="13371" y="3557"/>
                    </a:lnTo>
                    <a:lnTo>
                      <a:pt x="13350" y="3494"/>
                    </a:lnTo>
                    <a:lnTo>
                      <a:pt x="13287" y="3452"/>
                    </a:lnTo>
                    <a:lnTo>
                      <a:pt x="13161" y="3515"/>
                    </a:lnTo>
                    <a:lnTo>
                      <a:pt x="13036" y="3704"/>
                    </a:lnTo>
                    <a:lnTo>
                      <a:pt x="12848" y="3913"/>
                    </a:lnTo>
                    <a:lnTo>
                      <a:pt x="12973" y="3724"/>
                    </a:lnTo>
                    <a:lnTo>
                      <a:pt x="12973" y="3599"/>
                    </a:lnTo>
                    <a:lnTo>
                      <a:pt x="13015" y="3515"/>
                    </a:lnTo>
                    <a:lnTo>
                      <a:pt x="13015" y="3432"/>
                    </a:lnTo>
                    <a:lnTo>
                      <a:pt x="12952" y="3432"/>
                    </a:lnTo>
                    <a:lnTo>
                      <a:pt x="12848" y="3536"/>
                    </a:lnTo>
                    <a:lnTo>
                      <a:pt x="12806" y="3662"/>
                    </a:lnTo>
                    <a:lnTo>
                      <a:pt x="12743" y="3829"/>
                    </a:lnTo>
                    <a:lnTo>
                      <a:pt x="12638" y="3871"/>
                    </a:lnTo>
                    <a:lnTo>
                      <a:pt x="12722" y="3704"/>
                    </a:lnTo>
                    <a:lnTo>
                      <a:pt x="12743" y="3557"/>
                    </a:lnTo>
                    <a:lnTo>
                      <a:pt x="12952" y="3306"/>
                    </a:lnTo>
                    <a:lnTo>
                      <a:pt x="13015" y="3118"/>
                    </a:lnTo>
                    <a:lnTo>
                      <a:pt x="13078" y="3013"/>
                    </a:lnTo>
                    <a:lnTo>
                      <a:pt x="13182" y="2971"/>
                    </a:lnTo>
                    <a:lnTo>
                      <a:pt x="13329" y="2888"/>
                    </a:lnTo>
                    <a:lnTo>
                      <a:pt x="13392" y="2867"/>
                    </a:lnTo>
                    <a:lnTo>
                      <a:pt x="13496" y="2699"/>
                    </a:lnTo>
                    <a:lnTo>
                      <a:pt x="13768" y="2448"/>
                    </a:lnTo>
                    <a:lnTo>
                      <a:pt x="13789" y="2364"/>
                    </a:lnTo>
                    <a:lnTo>
                      <a:pt x="13852" y="2302"/>
                    </a:lnTo>
                    <a:lnTo>
                      <a:pt x="13789" y="2239"/>
                    </a:lnTo>
                    <a:lnTo>
                      <a:pt x="13810" y="2155"/>
                    </a:lnTo>
                    <a:lnTo>
                      <a:pt x="13852" y="2134"/>
                    </a:lnTo>
                    <a:lnTo>
                      <a:pt x="13852" y="2030"/>
                    </a:lnTo>
                    <a:lnTo>
                      <a:pt x="13747" y="1946"/>
                    </a:lnTo>
                    <a:lnTo>
                      <a:pt x="13601" y="1946"/>
                    </a:lnTo>
                    <a:lnTo>
                      <a:pt x="13580" y="1988"/>
                    </a:lnTo>
                    <a:lnTo>
                      <a:pt x="13538" y="1883"/>
                    </a:lnTo>
                    <a:lnTo>
                      <a:pt x="13454" y="1674"/>
                    </a:lnTo>
                    <a:lnTo>
                      <a:pt x="13329" y="1360"/>
                    </a:lnTo>
                    <a:lnTo>
                      <a:pt x="13224" y="1214"/>
                    </a:lnTo>
                    <a:lnTo>
                      <a:pt x="13140" y="1004"/>
                    </a:lnTo>
                    <a:lnTo>
                      <a:pt x="13140" y="879"/>
                    </a:lnTo>
                    <a:lnTo>
                      <a:pt x="13120" y="732"/>
                    </a:lnTo>
                    <a:lnTo>
                      <a:pt x="13057" y="691"/>
                    </a:lnTo>
                    <a:lnTo>
                      <a:pt x="13036" y="586"/>
                    </a:lnTo>
                    <a:lnTo>
                      <a:pt x="12952" y="460"/>
                    </a:lnTo>
                    <a:lnTo>
                      <a:pt x="12931" y="481"/>
                    </a:lnTo>
                    <a:lnTo>
                      <a:pt x="12931" y="565"/>
                    </a:lnTo>
                    <a:lnTo>
                      <a:pt x="12868" y="628"/>
                    </a:lnTo>
                    <a:lnTo>
                      <a:pt x="12743" y="711"/>
                    </a:lnTo>
                    <a:lnTo>
                      <a:pt x="12701" y="795"/>
                    </a:lnTo>
                    <a:lnTo>
                      <a:pt x="12555" y="984"/>
                    </a:lnTo>
                    <a:lnTo>
                      <a:pt x="12408" y="1151"/>
                    </a:lnTo>
                    <a:lnTo>
                      <a:pt x="12408" y="1256"/>
                    </a:lnTo>
                    <a:lnTo>
                      <a:pt x="12303" y="1507"/>
                    </a:lnTo>
                    <a:lnTo>
                      <a:pt x="12199" y="1653"/>
                    </a:lnTo>
                    <a:lnTo>
                      <a:pt x="12115" y="1779"/>
                    </a:lnTo>
                    <a:lnTo>
                      <a:pt x="12011" y="1820"/>
                    </a:lnTo>
                    <a:lnTo>
                      <a:pt x="11969" y="1862"/>
                    </a:lnTo>
                    <a:lnTo>
                      <a:pt x="11927" y="1967"/>
                    </a:lnTo>
                    <a:lnTo>
                      <a:pt x="11822" y="2051"/>
                    </a:lnTo>
                    <a:lnTo>
                      <a:pt x="11759" y="2030"/>
                    </a:lnTo>
                    <a:lnTo>
                      <a:pt x="11759" y="1862"/>
                    </a:lnTo>
                    <a:lnTo>
                      <a:pt x="11697" y="1841"/>
                    </a:lnTo>
                    <a:lnTo>
                      <a:pt x="11676" y="1779"/>
                    </a:lnTo>
                    <a:lnTo>
                      <a:pt x="11613" y="1779"/>
                    </a:lnTo>
                    <a:lnTo>
                      <a:pt x="11550" y="1820"/>
                    </a:lnTo>
                    <a:lnTo>
                      <a:pt x="11487" y="1883"/>
                    </a:lnTo>
                    <a:lnTo>
                      <a:pt x="11383" y="1862"/>
                    </a:lnTo>
                    <a:lnTo>
                      <a:pt x="11299" y="1779"/>
                    </a:lnTo>
                    <a:lnTo>
                      <a:pt x="11299" y="1737"/>
                    </a:lnTo>
                    <a:lnTo>
                      <a:pt x="11278" y="1716"/>
                    </a:lnTo>
                    <a:lnTo>
                      <a:pt x="11257" y="1611"/>
                    </a:lnTo>
                    <a:lnTo>
                      <a:pt x="11236" y="1548"/>
                    </a:lnTo>
                    <a:lnTo>
                      <a:pt x="11153" y="1528"/>
                    </a:lnTo>
                    <a:lnTo>
                      <a:pt x="11048" y="1423"/>
                    </a:lnTo>
                    <a:lnTo>
                      <a:pt x="10881" y="1423"/>
                    </a:lnTo>
                    <a:lnTo>
                      <a:pt x="10776" y="1465"/>
                    </a:lnTo>
                    <a:lnTo>
                      <a:pt x="10546" y="1465"/>
                    </a:lnTo>
                    <a:lnTo>
                      <a:pt x="10420" y="1444"/>
                    </a:lnTo>
                    <a:lnTo>
                      <a:pt x="10316" y="1528"/>
                    </a:lnTo>
                    <a:lnTo>
                      <a:pt x="10295" y="1632"/>
                    </a:lnTo>
                    <a:lnTo>
                      <a:pt x="10399" y="1737"/>
                    </a:lnTo>
                    <a:lnTo>
                      <a:pt x="10420" y="1820"/>
                    </a:lnTo>
                    <a:lnTo>
                      <a:pt x="10462" y="1946"/>
                    </a:lnTo>
                    <a:lnTo>
                      <a:pt x="10441" y="1988"/>
                    </a:lnTo>
                    <a:lnTo>
                      <a:pt x="10337" y="1988"/>
                    </a:lnTo>
                    <a:lnTo>
                      <a:pt x="10190" y="1946"/>
                    </a:lnTo>
                    <a:lnTo>
                      <a:pt x="10148" y="1925"/>
                    </a:lnTo>
                    <a:lnTo>
                      <a:pt x="9918" y="1925"/>
                    </a:lnTo>
                    <a:lnTo>
                      <a:pt x="9814" y="1946"/>
                    </a:lnTo>
                    <a:lnTo>
                      <a:pt x="9772" y="1883"/>
                    </a:lnTo>
                    <a:lnTo>
                      <a:pt x="9604" y="1883"/>
                    </a:lnTo>
                    <a:lnTo>
                      <a:pt x="9479" y="1946"/>
                    </a:lnTo>
                    <a:lnTo>
                      <a:pt x="9395" y="2134"/>
                    </a:lnTo>
                    <a:lnTo>
                      <a:pt x="9165" y="2134"/>
                    </a:lnTo>
                    <a:lnTo>
                      <a:pt x="9039" y="2155"/>
                    </a:lnTo>
                    <a:lnTo>
                      <a:pt x="8998" y="2197"/>
                    </a:lnTo>
                    <a:lnTo>
                      <a:pt x="8935" y="2302"/>
                    </a:lnTo>
                    <a:lnTo>
                      <a:pt x="8788" y="2302"/>
                    </a:lnTo>
                    <a:lnTo>
                      <a:pt x="8767" y="2281"/>
                    </a:lnTo>
                    <a:lnTo>
                      <a:pt x="8684" y="2302"/>
                    </a:lnTo>
                    <a:lnTo>
                      <a:pt x="8621" y="2385"/>
                    </a:lnTo>
                    <a:lnTo>
                      <a:pt x="8537" y="2364"/>
                    </a:lnTo>
                    <a:lnTo>
                      <a:pt x="8307" y="2176"/>
                    </a:lnTo>
                    <a:lnTo>
                      <a:pt x="8223" y="2072"/>
                    </a:lnTo>
                    <a:lnTo>
                      <a:pt x="8223" y="1988"/>
                    </a:lnTo>
                    <a:lnTo>
                      <a:pt x="8098" y="1862"/>
                    </a:lnTo>
                    <a:lnTo>
                      <a:pt x="7993" y="1758"/>
                    </a:lnTo>
                    <a:lnTo>
                      <a:pt x="7993" y="1653"/>
                    </a:lnTo>
                    <a:lnTo>
                      <a:pt x="8014" y="1569"/>
                    </a:lnTo>
                    <a:lnTo>
                      <a:pt x="7993" y="1528"/>
                    </a:lnTo>
                    <a:lnTo>
                      <a:pt x="8014" y="1423"/>
                    </a:lnTo>
                    <a:lnTo>
                      <a:pt x="8056" y="1339"/>
                    </a:lnTo>
                    <a:lnTo>
                      <a:pt x="8056" y="1214"/>
                    </a:lnTo>
                    <a:lnTo>
                      <a:pt x="8161" y="1025"/>
                    </a:lnTo>
                    <a:lnTo>
                      <a:pt x="8202" y="879"/>
                    </a:lnTo>
                    <a:lnTo>
                      <a:pt x="8307" y="732"/>
                    </a:lnTo>
                    <a:lnTo>
                      <a:pt x="8307" y="691"/>
                    </a:lnTo>
                    <a:lnTo>
                      <a:pt x="8202" y="691"/>
                    </a:lnTo>
                    <a:lnTo>
                      <a:pt x="8140" y="607"/>
                    </a:lnTo>
                    <a:lnTo>
                      <a:pt x="8119" y="523"/>
                    </a:lnTo>
                    <a:lnTo>
                      <a:pt x="7993" y="523"/>
                    </a:lnTo>
                    <a:lnTo>
                      <a:pt x="7889" y="481"/>
                    </a:lnTo>
                    <a:lnTo>
                      <a:pt x="7930" y="398"/>
                    </a:lnTo>
                    <a:lnTo>
                      <a:pt x="8014" y="293"/>
                    </a:lnTo>
                    <a:lnTo>
                      <a:pt x="8014" y="147"/>
                    </a:lnTo>
                    <a:lnTo>
                      <a:pt x="7910" y="0"/>
                    </a:lnTo>
                    <a:lnTo>
                      <a:pt x="7784" y="0"/>
                    </a:lnTo>
                    <a:lnTo>
                      <a:pt x="7721" y="63"/>
                    </a:lnTo>
                    <a:lnTo>
                      <a:pt x="7679" y="0"/>
                    </a:lnTo>
                    <a:close/>
                  </a:path>
                </a:pathLst>
              </a:custGeom>
              <a:solidFill>
                <a:srgbClr val="5F7D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FF6B65"/>
                  </a:solidFill>
                  <a:latin typeface="Arial"/>
                  <a:ea typeface="Arial"/>
                  <a:cs typeface="Arial"/>
                  <a:sym typeface="Arial"/>
                </a:endParaRPr>
              </a:p>
            </p:txBody>
          </p:sp>
        </p:grpSp>
        <p:grpSp>
          <p:nvGrpSpPr>
            <p:cNvPr id="5891" name="Google Shape;5891;p36"/>
            <p:cNvGrpSpPr/>
            <p:nvPr/>
          </p:nvGrpSpPr>
          <p:grpSpPr>
            <a:xfrm>
              <a:off x="3265985" y="3226989"/>
              <a:ext cx="87151" cy="346202"/>
              <a:chOff x="2680375" y="3423800"/>
              <a:chExt cx="182975" cy="761050"/>
            </a:xfrm>
          </p:grpSpPr>
          <p:sp>
            <p:nvSpPr>
              <p:cNvPr id="5892" name="Google Shape;5892;p36"/>
              <p:cNvSpPr/>
              <p:nvPr/>
            </p:nvSpPr>
            <p:spPr>
              <a:xfrm>
                <a:off x="2698650" y="3423800"/>
                <a:ext cx="164700" cy="703875"/>
              </a:xfrm>
              <a:custGeom>
                <a:rect b="b" l="l" r="r" t="t"/>
                <a:pathLst>
                  <a:path extrusionOk="0" h="28155" w="6588">
                    <a:moveTo>
                      <a:pt x="319" y="4568"/>
                    </a:moveTo>
                    <a:lnTo>
                      <a:pt x="107" y="1274"/>
                    </a:lnTo>
                    <a:lnTo>
                      <a:pt x="319" y="0"/>
                    </a:lnTo>
                    <a:lnTo>
                      <a:pt x="6588" y="4356"/>
                    </a:lnTo>
                    <a:lnTo>
                      <a:pt x="4994" y="7331"/>
                    </a:lnTo>
                    <a:lnTo>
                      <a:pt x="1913" y="16149"/>
                    </a:lnTo>
                    <a:lnTo>
                      <a:pt x="2656" y="24330"/>
                    </a:lnTo>
                    <a:lnTo>
                      <a:pt x="4144" y="28155"/>
                    </a:lnTo>
                    <a:lnTo>
                      <a:pt x="1700" y="27836"/>
                    </a:lnTo>
                    <a:lnTo>
                      <a:pt x="532" y="25605"/>
                    </a:lnTo>
                    <a:lnTo>
                      <a:pt x="1063" y="22736"/>
                    </a:lnTo>
                    <a:lnTo>
                      <a:pt x="0" y="17530"/>
                    </a:lnTo>
                    <a:lnTo>
                      <a:pt x="638" y="14024"/>
                    </a:lnTo>
                    <a:lnTo>
                      <a:pt x="213" y="11793"/>
                    </a:lnTo>
                    <a:lnTo>
                      <a:pt x="744" y="7756"/>
                    </a:lnTo>
                    <a:close/>
                  </a:path>
                </a:pathLst>
              </a:custGeom>
              <a:solidFill>
                <a:srgbClr val="5F7D95"/>
              </a:solidFill>
              <a:ln>
                <a:noFill/>
              </a:ln>
            </p:spPr>
          </p:sp>
          <p:sp>
            <p:nvSpPr>
              <p:cNvPr id="5893" name="Google Shape;5893;p36"/>
              <p:cNvSpPr/>
              <p:nvPr/>
            </p:nvSpPr>
            <p:spPr>
              <a:xfrm>
                <a:off x="2680375" y="3510050"/>
                <a:ext cx="137075" cy="674800"/>
              </a:xfrm>
              <a:custGeom>
                <a:rect b="b" l="l" r="r" t="t"/>
                <a:pathLst>
                  <a:path extrusionOk="0" h="26992" w="5483">
                    <a:moveTo>
                      <a:pt x="984" y="23016"/>
                    </a:moveTo>
                    <a:lnTo>
                      <a:pt x="984" y="23121"/>
                    </a:lnTo>
                    <a:lnTo>
                      <a:pt x="1026" y="23058"/>
                    </a:lnTo>
                    <a:lnTo>
                      <a:pt x="1088" y="23016"/>
                    </a:lnTo>
                    <a:close/>
                    <a:moveTo>
                      <a:pt x="1047" y="0"/>
                    </a:moveTo>
                    <a:lnTo>
                      <a:pt x="984" y="105"/>
                    </a:lnTo>
                    <a:lnTo>
                      <a:pt x="963" y="209"/>
                    </a:lnTo>
                    <a:lnTo>
                      <a:pt x="1068" y="314"/>
                    </a:lnTo>
                    <a:lnTo>
                      <a:pt x="1005" y="419"/>
                    </a:lnTo>
                    <a:lnTo>
                      <a:pt x="900" y="502"/>
                    </a:lnTo>
                    <a:lnTo>
                      <a:pt x="837" y="461"/>
                    </a:lnTo>
                    <a:lnTo>
                      <a:pt x="691" y="544"/>
                    </a:lnTo>
                    <a:lnTo>
                      <a:pt x="565" y="628"/>
                    </a:lnTo>
                    <a:lnTo>
                      <a:pt x="628" y="670"/>
                    </a:lnTo>
                    <a:lnTo>
                      <a:pt x="628" y="837"/>
                    </a:lnTo>
                    <a:lnTo>
                      <a:pt x="586" y="963"/>
                    </a:lnTo>
                    <a:lnTo>
                      <a:pt x="628" y="1130"/>
                    </a:lnTo>
                    <a:lnTo>
                      <a:pt x="733" y="1549"/>
                    </a:lnTo>
                    <a:lnTo>
                      <a:pt x="733" y="1695"/>
                    </a:lnTo>
                    <a:lnTo>
                      <a:pt x="691" y="1800"/>
                    </a:lnTo>
                    <a:lnTo>
                      <a:pt x="649" y="1883"/>
                    </a:lnTo>
                    <a:lnTo>
                      <a:pt x="691" y="2093"/>
                    </a:lnTo>
                    <a:lnTo>
                      <a:pt x="775" y="2302"/>
                    </a:lnTo>
                    <a:lnTo>
                      <a:pt x="858" y="2490"/>
                    </a:lnTo>
                    <a:lnTo>
                      <a:pt x="858" y="2762"/>
                    </a:lnTo>
                    <a:lnTo>
                      <a:pt x="837" y="2846"/>
                    </a:lnTo>
                    <a:lnTo>
                      <a:pt x="796" y="2909"/>
                    </a:lnTo>
                    <a:lnTo>
                      <a:pt x="837" y="3327"/>
                    </a:lnTo>
                    <a:lnTo>
                      <a:pt x="837" y="3432"/>
                    </a:lnTo>
                    <a:lnTo>
                      <a:pt x="754" y="3474"/>
                    </a:lnTo>
                    <a:lnTo>
                      <a:pt x="670" y="3536"/>
                    </a:lnTo>
                    <a:lnTo>
                      <a:pt x="670" y="3766"/>
                    </a:lnTo>
                    <a:lnTo>
                      <a:pt x="691" y="3829"/>
                    </a:lnTo>
                    <a:lnTo>
                      <a:pt x="775" y="3766"/>
                    </a:lnTo>
                    <a:lnTo>
                      <a:pt x="837" y="3829"/>
                    </a:lnTo>
                    <a:lnTo>
                      <a:pt x="754" y="3892"/>
                    </a:lnTo>
                    <a:lnTo>
                      <a:pt x="754" y="4499"/>
                    </a:lnTo>
                    <a:lnTo>
                      <a:pt x="837" y="4729"/>
                    </a:lnTo>
                    <a:lnTo>
                      <a:pt x="858" y="4917"/>
                    </a:lnTo>
                    <a:lnTo>
                      <a:pt x="837" y="5064"/>
                    </a:lnTo>
                    <a:lnTo>
                      <a:pt x="733" y="5231"/>
                    </a:lnTo>
                    <a:lnTo>
                      <a:pt x="733" y="5399"/>
                    </a:lnTo>
                    <a:lnTo>
                      <a:pt x="837" y="5566"/>
                    </a:lnTo>
                    <a:lnTo>
                      <a:pt x="796" y="5712"/>
                    </a:lnTo>
                    <a:lnTo>
                      <a:pt x="796" y="5984"/>
                    </a:lnTo>
                    <a:lnTo>
                      <a:pt x="754" y="6089"/>
                    </a:lnTo>
                    <a:lnTo>
                      <a:pt x="754" y="6256"/>
                    </a:lnTo>
                    <a:lnTo>
                      <a:pt x="775" y="6340"/>
                    </a:lnTo>
                    <a:lnTo>
                      <a:pt x="775" y="6403"/>
                    </a:lnTo>
                    <a:lnTo>
                      <a:pt x="670" y="6570"/>
                    </a:lnTo>
                    <a:lnTo>
                      <a:pt x="670" y="6717"/>
                    </a:lnTo>
                    <a:lnTo>
                      <a:pt x="628" y="6821"/>
                    </a:lnTo>
                    <a:lnTo>
                      <a:pt x="649" y="7010"/>
                    </a:lnTo>
                    <a:lnTo>
                      <a:pt x="628" y="7093"/>
                    </a:lnTo>
                    <a:lnTo>
                      <a:pt x="524" y="7303"/>
                    </a:lnTo>
                    <a:lnTo>
                      <a:pt x="524" y="7407"/>
                    </a:lnTo>
                    <a:lnTo>
                      <a:pt x="628" y="7554"/>
                    </a:lnTo>
                    <a:lnTo>
                      <a:pt x="649" y="7721"/>
                    </a:lnTo>
                    <a:lnTo>
                      <a:pt x="733" y="7826"/>
                    </a:lnTo>
                    <a:lnTo>
                      <a:pt x="649" y="7867"/>
                    </a:lnTo>
                    <a:lnTo>
                      <a:pt x="586" y="8014"/>
                    </a:lnTo>
                    <a:lnTo>
                      <a:pt x="670" y="8119"/>
                    </a:lnTo>
                    <a:lnTo>
                      <a:pt x="586" y="8202"/>
                    </a:lnTo>
                    <a:lnTo>
                      <a:pt x="524" y="8244"/>
                    </a:lnTo>
                    <a:lnTo>
                      <a:pt x="524" y="8391"/>
                    </a:lnTo>
                    <a:lnTo>
                      <a:pt x="544" y="8537"/>
                    </a:lnTo>
                    <a:lnTo>
                      <a:pt x="544" y="8663"/>
                    </a:lnTo>
                    <a:lnTo>
                      <a:pt x="670" y="8997"/>
                    </a:lnTo>
                    <a:lnTo>
                      <a:pt x="670" y="9186"/>
                    </a:lnTo>
                    <a:lnTo>
                      <a:pt x="628" y="9228"/>
                    </a:lnTo>
                    <a:lnTo>
                      <a:pt x="628" y="9332"/>
                    </a:lnTo>
                    <a:lnTo>
                      <a:pt x="754" y="9520"/>
                    </a:lnTo>
                    <a:lnTo>
                      <a:pt x="754" y="9730"/>
                    </a:lnTo>
                    <a:lnTo>
                      <a:pt x="733" y="9855"/>
                    </a:lnTo>
                    <a:lnTo>
                      <a:pt x="733" y="9918"/>
                    </a:lnTo>
                    <a:lnTo>
                      <a:pt x="754" y="10023"/>
                    </a:lnTo>
                    <a:lnTo>
                      <a:pt x="733" y="10106"/>
                    </a:lnTo>
                    <a:lnTo>
                      <a:pt x="691" y="10211"/>
                    </a:lnTo>
                    <a:lnTo>
                      <a:pt x="733" y="10253"/>
                    </a:lnTo>
                    <a:lnTo>
                      <a:pt x="858" y="10441"/>
                    </a:lnTo>
                    <a:lnTo>
                      <a:pt x="879" y="10546"/>
                    </a:lnTo>
                    <a:lnTo>
                      <a:pt x="837" y="10650"/>
                    </a:lnTo>
                    <a:lnTo>
                      <a:pt x="754" y="10692"/>
                    </a:lnTo>
                    <a:lnTo>
                      <a:pt x="670" y="10860"/>
                    </a:lnTo>
                    <a:lnTo>
                      <a:pt x="670" y="10901"/>
                    </a:lnTo>
                    <a:lnTo>
                      <a:pt x="733" y="10964"/>
                    </a:lnTo>
                    <a:lnTo>
                      <a:pt x="670" y="11090"/>
                    </a:lnTo>
                    <a:lnTo>
                      <a:pt x="586" y="11173"/>
                    </a:lnTo>
                    <a:lnTo>
                      <a:pt x="586" y="11278"/>
                    </a:lnTo>
                    <a:lnTo>
                      <a:pt x="565" y="11466"/>
                    </a:lnTo>
                    <a:lnTo>
                      <a:pt x="524" y="11571"/>
                    </a:lnTo>
                    <a:lnTo>
                      <a:pt x="524" y="11676"/>
                    </a:lnTo>
                    <a:lnTo>
                      <a:pt x="482" y="11717"/>
                    </a:lnTo>
                    <a:lnTo>
                      <a:pt x="482" y="11843"/>
                    </a:lnTo>
                    <a:lnTo>
                      <a:pt x="419" y="11927"/>
                    </a:lnTo>
                    <a:lnTo>
                      <a:pt x="419" y="11989"/>
                    </a:lnTo>
                    <a:lnTo>
                      <a:pt x="461" y="12052"/>
                    </a:lnTo>
                    <a:lnTo>
                      <a:pt x="377" y="12157"/>
                    </a:lnTo>
                    <a:lnTo>
                      <a:pt x="377" y="12324"/>
                    </a:lnTo>
                    <a:lnTo>
                      <a:pt x="377" y="12429"/>
                    </a:lnTo>
                    <a:lnTo>
                      <a:pt x="314" y="12471"/>
                    </a:lnTo>
                    <a:lnTo>
                      <a:pt x="314" y="12575"/>
                    </a:lnTo>
                    <a:lnTo>
                      <a:pt x="272" y="12659"/>
                    </a:lnTo>
                    <a:lnTo>
                      <a:pt x="272" y="12743"/>
                    </a:lnTo>
                    <a:lnTo>
                      <a:pt x="314" y="12847"/>
                    </a:lnTo>
                    <a:lnTo>
                      <a:pt x="314" y="12952"/>
                    </a:lnTo>
                    <a:lnTo>
                      <a:pt x="231" y="13057"/>
                    </a:lnTo>
                    <a:lnTo>
                      <a:pt x="147" y="13057"/>
                    </a:lnTo>
                    <a:lnTo>
                      <a:pt x="63" y="12994"/>
                    </a:lnTo>
                    <a:lnTo>
                      <a:pt x="0" y="13015"/>
                    </a:lnTo>
                    <a:lnTo>
                      <a:pt x="0" y="13098"/>
                    </a:lnTo>
                    <a:lnTo>
                      <a:pt x="21" y="13224"/>
                    </a:lnTo>
                    <a:lnTo>
                      <a:pt x="21" y="13412"/>
                    </a:lnTo>
                    <a:lnTo>
                      <a:pt x="105" y="13517"/>
                    </a:lnTo>
                    <a:lnTo>
                      <a:pt x="231" y="13621"/>
                    </a:lnTo>
                    <a:lnTo>
                      <a:pt x="252" y="13747"/>
                    </a:lnTo>
                    <a:lnTo>
                      <a:pt x="231" y="13914"/>
                    </a:lnTo>
                    <a:lnTo>
                      <a:pt x="398" y="14228"/>
                    </a:lnTo>
                    <a:lnTo>
                      <a:pt x="440" y="14312"/>
                    </a:lnTo>
                    <a:lnTo>
                      <a:pt x="524" y="14375"/>
                    </a:lnTo>
                    <a:lnTo>
                      <a:pt x="524" y="14563"/>
                    </a:lnTo>
                    <a:lnTo>
                      <a:pt x="461" y="14835"/>
                    </a:lnTo>
                    <a:lnTo>
                      <a:pt x="419" y="14856"/>
                    </a:lnTo>
                    <a:lnTo>
                      <a:pt x="440" y="14940"/>
                    </a:lnTo>
                    <a:lnTo>
                      <a:pt x="419" y="15002"/>
                    </a:lnTo>
                    <a:lnTo>
                      <a:pt x="356" y="14982"/>
                    </a:lnTo>
                    <a:lnTo>
                      <a:pt x="314" y="14982"/>
                    </a:lnTo>
                    <a:lnTo>
                      <a:pt x="272" y="15086"/>
                    </a:lnTo>
                    <a:lnTo>
                      <a:pt x="314" y="15191"/>
                    </a:lnTo>
                    <a:lnTo>
                      <a:pt x="377" y="15254"/>
                    </a:lnTo>
                    <a:lnTo>
                      <a:pt x="335" y="15484"/>
                    </a:lnTo>
                    <a:lnTo>
                      <a:pt x="356" y="15588"/>
                    </a:lnTo>
                    <a:lnTo>
                      <a:pt x="314" y="15672"/>
                    </a:lnTo>
                    <a:lnTo>
                      <a:pt x="356" y="15714"/>
                    </a:lnTo>
                    <a:lnTo>
                      <a:pt x="335" y="15798"/>
                    </a:lnTo>
                    <a:lnTo>
                      <a:pt x="314" y="15818"/>
                    </a:lnTo>
                    <a:lnTo>
                      <a:pt x="335" y="15881"/>
                    </a:lnTo>
                    <a:lnTo>
                      <a:pt x="524" y="16153"/>
                    </a:lnTo>
                    <a:lnTo>
                      <a:pt x="565" y="16216"/>
                    </a:lnTo>
                    <a:lnTo>
                      <a:pt x="565" y="16362"/>
                    </a:lnTo>
                    <a:lnTo>
                      <a:pt x="524" y="16342"/>
                    </a:lnTo>
                    <a:lnTo>
                      <a:pt x="377" y="16342"/>
                    </a:lnTo>
                    <a:lnTo>
                      <a:pt x="314" y="16425"/>
                    </a:lnTo>
                    <a:lnTo>
                      <a:pt x="314" y="16467"/>
                    </a:lnTo>
                    <a:lnTo>
                      <a:pt x="356" y="16530"/>
                    </a:lnTo>
                    <a:lnTo>
                      <a:pt x="356" y="16614"/>
                    </a:lnTo>
                    <a:lnTo>
                      <a:pt x="314" y="16655"/>
                    </a:lnTo>
                    <a:lnTo>
                      <a:pt x="272" y="16739"/>
                    </a:lnTo>
                    <a:lnTo>
                      <a:pt x="314" y="16823"/>
                    </a:lnTo>
                    <a:lnTo>
                      <a:pt x="335" y="16844"/>
                    </a:lnTo>
                    <a:lnTo>
                      <a:pt x="377" y="16969"/>
                    </a:lnTo>
                    <a:lnTo>
                      <a:pt x="419" y="17304"/>
                    </a:lnTo>
                    <a:lnTo>
                      <a:pt x="356" y="17451"/>
                    </a:lnTo>
                    <a:lnTo>
                      <a:pt x="482" y="17492"/>
                    </a:lnTo>
                    <a:lnTo>
                      <a:pt x="670" y="17471"/>
                    </a:lnTo>
                    <a:lnTo>
                      <a:pt x="670" y="17409"/>
                    </a:lnTo>
                    <a:lnTo>
                      <a:pt x="670" y="17283"/>
                    </a:lnTo>
                    <a:lnTo>
                      <a:pt x="733" y="17199"/>
                    </a:lnTo>
                    <a:lnTo>
                      <a:pt x="837" y="17241"/>
                    </a:lnTo>
                    <a:lnTo>
                      <a:pt x="858" y="17199"/>
                    </a:lnTo>
                    <a:lnTo>
                      <a:pt x="733" y="17095"/>
                    </a:lnTo>
                    <a:lnTo>
                      <a:pt x="775" y="17053"/>
                    </a:lnTo>
                    <a:lnTo>
                      <a:pt x="649" y="16927"/>
                    </a:lnTo>
                    <a:lnTo>
                      <a:pt x="649" y="16844"/>
                    </a:lnTo>
                    <a:lnTo>
                      <a:pt x="733" y="16844"/>
                    </a:lnTo>
                    <a:lnTo>
                      <a:pt x="837" y="16886"/>
                    </a:lnTo>
                    <a:lnTo>
                      <a:pt x="837" y="16865"/>
                    </a:lnTo>
                    <a:lnTo>
                      <a:pt x="775" y="16823"/>
                    </a:lnTo>
                    <a:lnTo>
                      <a:pt x="649" y="16718"/>
                    </a:lnTo>
                    <a:lnTo>
                      <a:pt x="775" y="16739"/>
                    </a:lnTo>
                    <a:lnTo>
                      <a:pt x="775" y="16634"/>
                    </a:lnTo>
                    <a:lnTo>
                      <a:pt x="754" y="16572"/>
                    </a:lnTo>
                    <a:lnTo>
                      <a:pt x="754" y="16425"/>
                    </a:lnTo>
                    <a:lnTo>
                      <a:pt x="733" y="16362"/>
                    </a:lnTo>
                    <a:cubicBezTo>
                      <a:pt x="733" y="16321"/>
                      <a:pt x="754" y="16258"/>
                      <a:pt x="775" y="16237"/>
                    </a:cubicBezTo>
                    <a:lnTo>
                      <a:pt x="837" y="16258"/>
                    </a:lnTo>
                    <a:lnTo>
                      <a:pt x="879" y="16237"/>
                    </a:lnTo>
                    <a:cubicBezTo>
                      <a:pt x="879" y="16342"/>
                      <a:pt x="900" y="16467"/>
                      <a:pt x="900" y="16572"/>
                    </a:cubicBezTo>
                    <a:lnTo>
                      <a:pt x="1068" y="17764"/>
                    </a:lnTo>
                    <a:lnTo>
                      <a:pt x="1047" y="17785"/>
                    </a:lnTo>
                    <a:lnTo>
                      <a:pt x="1068" y="17869"/>
                    </a:lnTo>
                    <a:lnTo>
                      <a:pt x="1068" y="18036"/>
                    </a:lnTo>
                    <a:lnTo>
                      <a:pt x="1005" y="18078"/>
                    </a:lnTo>
                    <a:lnTo>
                      <a:pt x="1047" y="18120"/>
                    </a:lnTo>
                    <a:lnTo>
                      <a:pt x="1047" y="18287"/>
                    </a:lnTo>
                    <a:lnTo>
                      <a:pt x="1005" y="18350"/>
                    </a:lnTo>
                    <a:lnTo>
                      <a:pt x="1047" y="18434"/>
                    </a:lnTo>
                    <a:lnTo>
                      <a:pt x="1047" y="18455"/>
                    </a:lnTo>
                    <a:cubicBezTo>
                      <a:pt x="1047" y="18643"/>
                      <a:pt x="1005" y="18852"/>
                      <a:pt x="963" y="19041"/>
                    </a:cubicBezTo>
                    <a:cubicBezTo>
                      <a:pt x="921" y="19187"/>
                      <a:pt x="900" y="19334"/>
                      <a:pt x="858" y="19459"/>
                    </a:cubicBezTo>
                    <a:lnTo>
                      <a:pt x="796" y="19480"/>
                    </a:lnTo>
                    <a:lnTo>
                      <a:pt x="691" y="19564"/>
                    </a:lnTo>
                    <a:lnTo>
                      <a:pt x="649" y="19564"/>
                    </a:lnTo>
                    <a:lnTo>
                      <a:pt x="649" y="19501"/>
                    </a:lnTo>
                    <a:lnTo>
                      <a:pt x="754" y="19480"/>
                    </a:lnTo>
                    <a:lnTo>
                      <a:pt x="837" y="19438"/>
                    </a:lnTo>
                    <a:lnTo>
                      <a:pt x="837" y="19271"/>
                    </a:lnTo>
                    <a:lnTo>
                      <a:pt x="775" y="19250"/>
                    </a:lnTo>
                    <a:lnTo>
                      <a:pt x="670" y="19292"/>
                    </a:lnTo>
                    <a:lnTo>
                      <a:pt x="461" y="19292"/>
                    </a:lnTo>
                    <a:lnTo>
                      <a:pt x="377" y="19271"/>
                    </a:lnTo>
                    <a:lnTo>
                      <a:pt x="293" y="19292"/>
                    </a:lnTo>
                    <a:lnTo>
                      <a:pt x="293" y="19375"/>
                    </a:lnTo>
                    <a:lnTo>
                      <a:pt x="356" y="19501"/>
                    </a:lnTo>
                    <a:lnTo>
                      <a:pt x="398" y="19501"/>
                    </a:lnTo>
                    <a:lnTo>
                      <a:pt x="440" y="19585"/>
                    </a:lnTo>
                    <a:lnTo>
                      <a:pt x="356" y="19585"/>
                    </a:lnTo>
                    <a:lnTo>
                      <a:pt x="335" y="19689"/>
                    </a:lnTo>
                    <a:lnTo>
                      <a:pt x="252" y="19752"/>
                    </a:lnTo>
                    <a:lnTo>
                      <a:pt x="189" y="19857"/>
                    </a:lnTo>
                    <a:lnTo>
                      <a:pt x="42" y="19919"/>
                    </a:lnTo>
                    <a:lnTo>
                      <a:pt x="42" y="20003"/>
                    </a:lnTo>
                    <a:lnTo>
                      <a:pt x="189" y="20192"/>
                    </a:lnTo>
                    <a:lnTo>
                      <a:pt x="272" y="20192"/>
                    </a:lnTo>
                    <a:lnTo>
                      <a:pt x="335" y="20129"/>
                    </a:lnTo>
                    <a:lnTo>
                      <a:pt x="335" y="20066"/>
                    </a:lnTo>
                    <a:lnTo>
                      <a:pt x="231" y="20024"/>
                    </a:lnTo>
                    <a:lnTo>
                      <a:pt x="231" y="19982"/>
                    </a:lnTo>
                    <a:lnTo>
                      <a:pt x="272" y="19878"/>
                    </a:lnTo>
                    <a:lnTo>
                      <a:pt x="440" y="19878"/>
                    </a:lnTo>
                    <a:lnTo>
                      <a:pt x="461" y="19857"/>
                    </a:lnTo>
                    <a:lnTo>
                      <a:pt x="482" y="19982"/>
                    </a:lnTo>
                    <a:lnTo>
                      <a:pt x="586" y="20066"/>
                    </a:lnTo>
                    <a:lnTo>
                      <a:pt x="712" y="20066"/>
                    </a:lnTo>
                    <a:lnTo>
                      <a:pt x="754" y="20003"/>
                    </a:lnTo>
                    <a:lnTo>
                      <a:pt x="754" y="20003"/>
                    </a:lnTo>
                    <a:cubicBezTo>
                      <a:pt x="670" y="20317"/>
                      <a:pt x="649" y="20631"/>
                      <a:pt x="649" y="20924"/>
                    </a:cubicBezTo>
                    <a:lnTo>
                      <a:pt x="586" y="20966"/>
                    </a:lnTo>
                    <a:lnTo>
                      <a:pt x="649" y="21008"/>
                    </a:lnTo>
                    <a:lnTo>
                      <a:pt x="649" y="21154"/>
                    </a:lnTo>
                    <a:lnTo>
                      <a:pt x="565" y="21028"/>
                    </a:lnTo>
                    <a:lnTo>
                      <a:pt x="461" y="21008"/>
                    </a:lnTo>
                    <a:lnTo>
                      <a:pt x="440" y="21049"/>
                    </a:lnTo>
                    <a:lnTo>
                      <a:pt x="440" y="21133"/>
                    </a:lnTo>
                    <a:lnTo>
                      <a:pt x="461" y="21259"/>
                    </a:lnTo>
                    <a:lnTo>
                      <a:pt x="565" y="21280"/>
                    </a:lnTo>
                    <a:lnTo>
                      <a:pt x="649" y="21342"/>
                    </a:lnTo>
                    <a:lnTo>
                      <a:pt x="649" y="21384"/>
                    </a:lnTo>
                    <a:lnTo>
                      <a:pt x="691" y="21552"/>
                    </a:lnTo>
                    <a:lnTo>
                      <a:pt x="754" y="21572"/>
                    </a:lnTo>
                    <a:cubicBezTo>
                      <a:pt x="754" y="21635"/>
                      <a:pt x="775" y="21656"/>
                      <a:pt x="796" y="21698"/>
                    </a:cubicBezTo>
                    <a:lnTo>
                      <a:pt x="670" y="21656"/>
                    </a:lnTo>
                    <a:lnTo>
                      <a:pt x="649" y="21635"/>
                    </a:lnTo>
                    <a:lnTo>
                      <a:pt x="586" y="21677"/>
                    </a:lnTo>
                    <a:lnTo>
                      <a:pt x="649" y="21865"/>
                    </a:lnTo>
                    <a:lnTo>
                      <a:pt x="649" y="21949"/>
                    </a:lnTo>
                    <a:lnTo>
                      <a:pt x="691" y="21970"/>
                    </a:lnTo>
                    <a:lnTo>
                      <a:pt x="796" y="21803"/>
                    </a:lnTo>
                    <a:lnTo>
                      <a:pt x="858" y="21782"/>
                    </a:lnTo>
                    <a:cubicBezTo>
                      <a:pt x="879" y="21844"/>
                      <a:pt x="900" y="21886"/>
                      <a:pt x="921" y="21970"/>
                    </a:cubicBezTo>
                    <a:lnTo>
                      <a:pt x="921" y="22012"/>
                    </a:lnTo>
                    <a:lnTo>
                      <a:pt x="816" y="22054"/>
                    </a:lnTo>
                    <a:lnTo>
                      <a:pt x="921" y="22284"/>
                    </a:lnTo>
                    <a:lnTo>
                      <a:pt x="963" y="22409"/>
                    </a:lnTo>
                    <a:cubicBezTo>
                      <a:pt x="963" y="22493"/>
                      <a:pt x="984" y="22577"/>
                      <a:pt x="1005" y="22640"/>
                    </a:cubicBezTo>
                    <a:lnTo>
                      <a:pt x="984" y="22681"/>
                    </a:lnTo>
                    <a:lnTo>
                      <a:pt x="984" y="22744"/>
                    </a:lnTo>
                    <a:lnTo>
                      <a:pt x="921" y="22807"/>
                    </a:lnTo>
                    <a:lnTo>
                      <a:pt x="1005" y="22849"/>
                    </a:lnTo>
                    <a:lnTo>
                      <a:pt x="1026" y="22932"/>
                    </a:lnTo>
                    <a:lnTo>
                      <a:pt x="1068" y="22932"/>
                    </a:lnTo>
                    <a:cubicBezTo>
                      <a:pt x="1068" y="22953"/>
                      <a:pt x="1068" y="22995"/>
                      <a:pt x="1088" y="23016"/>
                    </a:cubicBezTo>
                    <a:cubicBezTo>
                      <a:pt x="1130" y="23163"/>
                      <a:pt x="1193" y="23330"/>
                      <a:pt x="1235" y="23456"/>
                    </a:cubicBezTo>
                    <a:lnTo>
                      <a:pt x="1277" y="23518"/>
                    </a:lnTo>
                    <a:cubicBezTo>
                      <a:pt x="1277" y="23539"/>
                      <a:pt x="1277" y="23539"/>
                      <a:pt x="1298" y="23560"/>
                    </a:cubicBezTo>
                    <a:lnTo>
                      <a:pt x="1235" y="23665"/>
                    </a:lnTo>
                    <a:lnTo>
                      <a:pt x="1193" y="23728"/>
                    </a:lnTo>
                    <a:lnTo>
                      <a:pt x="1235" y="23749"/>
                    </a:lnTo>
                    <a:lnTo>
                      <a:pt x="1381" y="23728"/>
                    </a:lnTo>
                    <a:lnTo>
                      <a:pt x="1444" y="23874"/>
                    </a:lnTo>
                    <a:lnTo>
                      <a:pt x="1423" y="23874"/>
                    </a:lnTo>
                    <a:lnTo>
                      <a:pt x="1444" y="23937"/>
                    </a:lnTo>
                    <a:lnTo>
                      <a:pt x="1486" y="23958"/>
                    </a:lnTo>
                    <a:lnTo>
                      <a:pt x="1423" y="24000"/>
                    </a:lnTo>
                    <a:lnTo>
                      <a:pt x="1402" y="24062"/>
                    </a:lnTo>
                    <a:lnTo>
                      <a:pt x="1423" y="24146"/>
                    </a:lnTo>
                    <a:lnTo>
                      <a:pt x="1486" y="24167"/>
                    </a:lnTo>
                    <a:lnTo>
                      <a:pt x="1549" y="24188"/>
                    </a:lnTo>
                    <a:lnTo>
                      <a:pt x="1507" y="24104"/>
                    </a:lnTo>
                    <a:lnTo>
                      <a:pt x="1549" y="24083"/>
                    </a:lnTo>
                    <a:cubicBezTo>
                      <a:pt x="1612" y="24167"/>
                      <a:pt x="1653" y="24272"/>
                      <a:pt x="1716" y="24355"/>
                    </a:cubicBezTo>
                    <a:lnTo>
                      <a:pt x="1716" y="24397"/>
                    </a:lnTo>
                    <a:lnTo>
                      <a:pt x="1653" y="24460"/>
                    </a:lnTo>
                    <a:lnTo>
                      <a:pt x="1695" y="24481"/>
                    </a:lnTo>
                    <a:lnTo>
                      <a:pt x="1737" y="24460"/>
                    </a:lnTo>
                    <a:lnTo>
                      <a:pt x="1758" y="24418"/>
                    </a:lnTo>
                    <a:cubicBezTo>
                      <a:pt x="1967" y="24753"/>
                      <a:pt x="2218" y="25004"/>
                      <a:pt x="2469" y="25234"/>
                    </a:cubicBezTo>
                    <a:lnTo>
                      <a:pt x="2449" y="25234"/>
                    </a:lnTo>
                    <a:lnTo>
                      <a:pt x="2365" y="25192"/>
                    </a:lnTo>
                    <a:lnTo>
                      <a:pt x="2260" y="25150"/>
                    </a:lnTo>
                    <a:lnTo>
                      <a:pt x="2156" y="25150"/>
                    </a:lnTo>
                    <a:lnTo>
                      <a:pt x="2072" y="25109"/>
                    </a:lnTo>
                    <a:lnTo>
                      <a:pt x="1946" y="24983"/>
                    </a:lnTo>
                    <a:lnTo>
                      <a:pt x="1863" y="24920"/>
                    </a:lnTo>
                    <a:lnTo>
                      <a:pt x="1842" y="24983"/>
                    </a:lnTo>
                    <a:lnTo>
                      <a:pt x="1863" y="25088"/>
                    </a:lnTo>
                    <a:lnTo>
                      <a:pt x="1946" y="25213"/>
                    </a:lnTo>
                    <a:lnTo>
                      <a:pt x="2072" y="25234"/>
                    </a:lnTo>
                    <a:lnTo>
                      <a:pt x="2239" y="25318"/>
                    </a:lnTo>
                    <a:lnTo>
                      <a:pt x="2281" y="25401"/>
                    </a:lnTo>
                    <a:lnTo>
                      <a:pt x="2365" y="25401"/>
                    </a:lnTo>
                    <a:lnTo>
                      <a:pt x="2428" y="25360"/>
                    </a:lnTo>
                    <a:lnTo>
                      <a:pt x="2574" y="25422"/>
                    </a:lnTo>
                    <a:lnTo>
                      <a:pt x="2679" y="25464"/>
                    </a:lnTo>
                    <a:lnTo>
                      <a:pt x="2783" y="25464"/>
                    </a:lnTo>
                    <a:cubicBezTo>
                      <a:pt x="2804" y="25464"/>
                      <a:pt x="2846" y="25506"/>
                      <a:pt x="2846" y="25527"/>
                    </a:cubicBezTo>
                    <a:lnTo>
                      <a:pt x="2804" y="25527"/>
                    </a:lnTo>
                    <a:lnTo>
                      <a:pt x="2700" y="25569"/>
                    </a:lnTo>
                    <a:lnTo>
                      <a:pt x="2658" y="25548"/>
                    </a:lnTo>
                    <a:lnTo>
                      <a:pt x="2595" y="25506"/>
                    </a:lnTo>
                    <a:lnTo>
                      <a:pt x="2532" y="25506"/>
                    </a:lnTo>
                    <a:lnTo>
                      <a:pt x="2490" y="25548"/>
                    </a:lnTo>
                    <a:lnTo>
                      <a:pt x="2490" y="25611"/>
                    </a:lnTo>
                    <a:lnTo>
                      <a:pt x="2595" y="25653"/>
                    </a:lnTo>
                    <a:lnTo>
                      <a:pt x="2658" y="25757"/>
                    </a:lnTo>
                    <a:lnTo>
                      <a:pt x="2762" y="25799"/>
                    </a:lnTo>
                    <a:lnTo>
                      <a:pt x="2867" y="25925"/>
                    </a:lnTo>
                    <a:lnTo>
                      <a:pt x="2951" y="25945"/>
                    </a:lnTo>
                    <a:lnTo>
                      <a:pt x="3076" y="25925"/>
                    </a:lnTo>
                    <a:lnTo>
                      <a:pt x="3118" y="25945"/>
                    </a:lnTo>
                    <a:lnTo>
                      <a:pt x="3118" y="26029"/>
                    </a:lnTo>
                    <a:lnTo>
                      <a:pt x="3202" y="26092"/>
                    </a:lnTo>
                    <a:lnTo>
                      <a:pt x="3285" y="26071"/>
                    </a:lnTo>
                    <a:lnTo>
                      <a:pt x="3265" y="26029"/>
                    </a:lnTo>
                    <a:lnTo>
                      <a:pt x="3327" y="25945"/>
                    </a:lnTo>
                    <a:lnTo>
                      <a:pt x="3327" y="25883"/>
                    </a:lnTo>
                    <a:lnTo>
                      <a:pt x="3285" y="25862"/>
                    </a:lnTo>
                    <a:lnTo>
                      <a:pt x="3327" y="25841"/>
                    </a:lnTo>
                    <a:lnTo>
                      <a:pt x="3411" y="25841"/>
                    </a:lnTo>
                    <a:lnTo>
                      <a:pt x="3369" y="25757"/>
                    </a:lnTo>
                    <a:lnTo>
                      <a:pt x="3285" y="25736"/>
                    </a:lnTo>
                    <a:lnTo>
                      <a:pt x="3160" y="25757"/>
                    </a:lnTo>
                    <a:lnTo>
                      <a:pt x="3118" y="25715"/>
                    </a:lnTo>
                    <a:lnTo>
                      <a:pt x="3118" y="25715"/>
                    </a:lnTo>
                    <a:cubicBezTo>
                      <a:pt x="3141" y="25721"/>
                      <a:pt x="3164" y="25724"/>
                      <a:pt x="3189" y="25724"/>
                    </a:cubicBezTo>
                    <a:cubicBezTo>
                      <a:pt x="3256" y="25724"/>
                      <a:pt x="3329" y="25704"/>
                      <a:pt x="3390" y="25673"/>
                    </a:cubicBezTo>
                    <a:lnTo>
                      <a:pt x="3411" y="25715"/>
                    </a:lnTo>
                    <a:lnTo>
                      <a:pt x="3578" y="25736"/>
                    </a:lnTo>
                    <a:lnTo>
                      <a:pt x="3683" y="25778"/>
                    </a:lnTo>
                    <a:lnTo>
                      <a:pt x="3746" y="25778"/>
                    </a:lnTo>
                    <a:lnTo>
                      <a:pt x="3829" y="25841"/>
                    </a:lnTo>
                    <a:lnTo>
                      <a:pt x="3892" y="25778"/>
                    </a:lnTo>
                    <a:lnTo>
                      <a:pt x="3955" y="25653"/>
                    </a:lnTo>
                    <a:lnTo>
                      <a:pt x="3913" y="25464"/>
                    </a:lnTo>
                    <a:lnTo>
                      <a:pt x="3934" y="25401"/>
                    </a:lnTo>
                    <a:lnTo>
                      <a:pt x="3934" y="25318"/>
                    </a:lnTo>
                    <a:lnTo>
                      <a:pt x="3955" y="25150"/>
                    </a:lnTo>
                    <a:lnTo>
                      <a:pt x="3955" y="25109"/>
                    </a:lnTo>
                    <a:cubicBezTo>
                      <a:pt x="4018" y="25213"/>
                      <a:pt x="4060" y="25318"/>
                      <a:pt x="4143" y="25422"/>
                    </a:cubicBezTo>
                    <a:lnTo>
                      <a:pt x="4122" y="25527"/>
                    </a:lnTo>
                    <a:lnTo>
                      <a:pt x="4060" y="25632"/>
                    </a:lnTo>
                    <a:lnTo>
                      <a:pt x="4122" y="25736"/>
                    </a:lnTo>
                    <a:lnTo>
                      <a:pt x="4060" y="25820"/>
                    </a:lnTo>
                    <a:lnTo>
                      <a:pt x="4060" y="25883"/>
                    </a:lnTo>
                    <a:lnTo>
                      <a:pt x="4164" y="25945"/>
                    </a:lnTo>
                    <a:lnTo>
                      <a:pt x="4269" y="25966"/>
                    </a:lnTo>
                    <a:lnTo>
                      <a:pt x="4332" y="25987"/>
                    </a:lnTo>
                    <a:lnTo>
                      <a:pt x="4373" y="25945"/>
                    </a:lnTo>
                    <a:lnTo>
                      <a:pt x="4248" y="25841"/>
                    </a:lnTo>
                    <a:lnTo>
                      <a:pt x="4332" y="25757"/>
                    </a:lnTo>
                    <a:lnTo>
                      <a:pt x="4562" y="26155"/>
                    </a:lnTo>
                    <a:lnTo>
                      <a:pt x="4562" y="26155"/>
                    </a:lnTo>
                    <a:lnTo>
                      <a:pt x="4520" y="26134"/>
                    </a:lnTo>
                    <a:lnTo>
                      <a:pt x="4332" y="26050"/>
                    </a:lnTo>
                    <a:lnTo>
                      <a:pt x="4227" y="25987"/>
                    </a:lnTo>
                    <a:lnTo>
                      <a:pt x="4206" y="26029"/>
                    </a:lnTo>
                    <a:lnTo>
                      <a:pt x="4248" y="26071"/>
                    </a:lnTo>
                    <a:lnTo>
                      <a:pt x="4520" y="26197"/>
                    </a:lnTo>
                    <a:lnTo>
                      <a:pt x="4541" y="26259"/>
                    </a:lnTo>
                    <a:lnTo>
                      <a:pt x="4436" y="26259"/>
                    </a:lnTo>
                    <a:lnTo>
                      <a:pt x="4436" y="26322"/>
                    </a:lnTo>
                    <a:lnTo>
                      <a:pt x="4373" y="26322"/>
                    </a:lnTo>
                    <a:lnTo>
                      <a:pt x="4353" y="26238"/>
                    </a:lnTo>
                    <a:lnTo>
                      <a:pt x="4227" y="26155"/>
                    </a:lnTo>
                    <a:lnTo>
                      <a:pt x="4206" y="26176"/>
                    </a:lnTo>
                    <a:lnTo>
                      <a:pt x="4206" y="26259"/>
                    </a:lnTo>
                    <a:lnTo>
                      <a:pt x="4122" y="26259"/>
                    </a:lnTo>
                    <a:lnTo>
                      <a:pt x="3934" y="26280"/>
                    </a:lnTo>
                    <a:lnTo>
                      <a:pt x="3892" y="26322"/>
                    </a:lnTo>
                    <a:lnTo>
                      <a:pt x="3934" y="26364"/>
                    </a:lnTo>
                    <a:lnTo>
                      <a:pt x="3913" y="26385"/>
                    </a:lnTo>
                    <a:lnTo>
                      <a:pt x="3809" y="26364"/>
                    </a:lnTo>
                    <a:lnTo>
                      <a:pt x="3704" y="26385"/>
                    </a:lnTo>
                    <a:lnTo>
                      <a:pt x="3725" y="26448"/>
                    </a:lnTo>
                    <a:lnTo>
                      <a:pt x="3850" y="26469"/>
                    </a:lnTo>
                    <a:lnTo>
                      <a:pt x="3955" y="26469"/>
                    </a:lnTo>
                    <a:lnTo>
                      <a:pt x="3997" y="26427"/>
                    </a:lnTo>
                    <a:lnTo>
                      <a:pt x="4018" y="26385"/>
                    </a:lnTo>
                    <a:lnTo>
                      <a:pt x="4101" y="26427"/>
                    </a:lnTo>
                    <a:lnTo>
                      <a:pt x="4206" y="26490"/>
                    </a:lnTo>
                    <a:lnTo>
                      <a:pt x="4248" y="26469"/>
                    </a:lnTo>
                    <a:lnTo>
                      <a:pt x="4269" y="26531"/>
                    </a:lnTo>
                    <a:lnTo>
                      <a:pt x="4269" y="26573"/>
                    </a:lnTo>
                    <a:lnTo>
                      <a:pt x="4353" y="26636"/>
                    </a:lnTo>
                    <a:lnTo>
                      <a:pt x="4269" y="26678"/>
                    </a:lnTo>
                    <a:lnTo>
                      <a:pt x="4227" y="26782"/>
                    </a:lnTo>
                    <a:lnTo>
                      <a:pt x="4269" y="26866"/>
                    </a:lnTo>
                    <a:lnTo>
                      <a:pt x="4353" y="26866"/>
                    </a:lnTo>
                    <a:lnTo>
                      <a:pt x="4436" y="26887"/>
                    </a:lnTo>
                    <a:lnTo>
                      <a:pt x="4541" y="26992"/>
                    </a:lnTo>
                    <a:lnTo>
                      <a:pt x="4625" y="26992"/>
                    </a:lnTo>
                    <a:lnTo>
                      <a:pt x="4646" y="26971"/>
                    </a:lnTo>
                    <a:lnTo>
                      <a:pt x="4562" y="26908"/>
                    </a:lnTo>
                    <a:lnTo>
                      <a:pt x="4457" y="26845"/>
                    </a:lnTo>
                    <a:lnTo>
                      <a:pt x="4436" y="26782"/>
                    </a:lnTo>
                    <a:lnTo>
                      <a:pt x="4457" y="26782"/>
                    </a:lnTo>
                    <a:lnTo>
                      <a:pt x="4541" y="26803"/>
                    </a:lnTo>
                    <a:lnTo>
                      <a:pt x="4625" y="26762"/>
                    </a:lnTo>
                    <a:lnTo>
                      <a:pt x="4646" y="26699"/>
                    </a:lnTo>
                    <a:lnTo>
                      <a:pt x="4562" y="26678"/>
                    </a:lnTo>
                    <a:lnTo>
                      <a:pt x="4520" y="26636"/>
                    </a:lnTo>
                    <a:lnTo>
                      <a:pt x="4750" y="26531"/>
                    </a:lnTo>
                    <a:lnTo>
                      <a:pt x="4855" y="26469"/>
                    </a:lnTo>
                    <a:lnTo>
                      <a:pt x="4938" y="26490"/>
                    </a:lnTo>
                    <a:cubicBezTo>
                      <a:pt x="4959" y="26531"/>
                      <a:pt x="4959" y="26552"/>
                      <a:pt x="4980" y="26552"/>
                    </a:cubicBezTo>
                    <a:lnTo>
                      <a:pt x="5001" y="26552"/>
                    </a:lnTo>
                    <a:lnTo>
                      <a:pt x="5001" y="26531"/>
                    </a:lnTo>
                    <a:lnTo>
                      <a:pt x="5294" y="26594"/>
                    </a:lnTo>
                    <a:lnTo>
                      <a:pt x="5357" y="26573"/>
                    </a:lnTo>
                    <a:lnTo>
                      <a:pt x="5357" y="26510"/>
                    </a:lnTo>
                    <a:lnTo>
                      <a:pt x="5482" y="26510"/>
                    </a:lnTo>
                    <a:lnTo>
                      <a:pt x="5420" y="26322"/>
                    </a:lnTo>
                    <a:lnTo>
                      <a:pt x="5357" y="26322"/>
                    </a:lnTo>
                    <a:lnTo>
                      <a:pt x="5252" y="26238"/>
                    </a:lnTo>
                    <a:lnTo>
                      <a:pt x="5106" y="26176"/>
                    </a:lnTo>
                    <a:lnTo>
                      <a:pt x="5106" y="26113"/>
                    </a:lnTo>
                    <a:lnTo>
                      <a:pt x="5273" y="26218"/>
                    </a:lnTo>
                    <a:lnTo>
                      <a:pt x="5399" y="26238"/>
                    </a:lnTo>
                    <a:lnTo>
                      <a:pt x="5148" y="25171"/>
                    </a:lnTo>
                    <a:lnTo>
                      <a:pt x="5106" y="25171"/>
                    </a:lnTo>
                    <a:lnTo>
                      <a:pt x="5106" y="25129"/>
                    </a:lnTo>
                    <a:lnTo>
                      <a:pt x="4959" y="24481"/>
                    </a:lnTo>
                    <a:lnTo>
                      <a:pt x="4792" y="24544"/>
                    </a:lnTo>
                    <a:lnTo>
                      <a:pt x="4750" y="24585"/>
                    </a:lnTo>
                    <a:lnTo>
                      <a:pt x="4666" y="24502"/>
                    </a:lnTo>
                    <a:lnTo>
                      <a:pt x="4583" y="24481"/>
                    </a:lnTo>
                    <a:lnTo>
                      <a:pt x="4562" y="24544"/>
                    </a:lnTo>
                    <a:cubicBezTo>
                      <a:pt x="4562" y="24502"/>
                      <a:pt x="4541" y="24502"/>
                      <a:pt x="4541" y="24481"/>
                    </a:cubicBezTo>
                    <a:lnTo>
                      <a:pt x="4541" y="24334"/>
                    </a:lnTo>
                    <a:lnTo>
                      <a:pt x="4625" y="24272"/>
                    </a:lnTo>
                    <a:lnTo>
                      <a:pt x="4750" y="24251"/>
                    </a:lnTo>
                    <a:lnTo>
                      <a:pt x="4897" y="24334"/>
                    </a:lnTo>
                    <a:lnTo>
                      <a:pt x="4980" y="24272"/>
                    </a:lnTo>
                    <a:lnTo>
                      <a:pt x="5001" y="24272"/>
                    </a:lnTo>
                    <a:lnTo>
                      <a:pt x="4855" y="24146"/>
                    </a:lnTo>
                    <a:lnTo>
                      <a:pt x="4520" y="23937"/>
                    </a:lnTo>
                    <a:lnTo>
                      <a:pt x="4457" y="23874"/>
                    </a:lnTo>
                    <a:lnTo>
                      <a:pt x="3725" y="23874"/>
                    </a:lnTo>
                    <a:lnTo>
                      <a:pt x="3306" y="23958"/>
                    </a:lnTo>
                    <a:lnTo>
                      <a:pt x="3202" y="23895"/>
                    </a:lnTo>
                    <a:lnTo>
                      <a:pt x="2930" y="23874"/>
                    </a:lnTo>
                    <a:lnTo>
                      <a:pt x="2846" y="23644"/>
                    </a:lnTo>
                    <a:lnTo>
                      <a:pt x="2783" y="23435"/>
                    </a:lnTo>
                    <a:lnTo>
                      <a:pt x="2658" y="23330"/>
                    </a:lnTo>
                    <a:lnTo>
                      <a:pt x="2637" y="22995"/>
                    </a:lnTo>
                    <a:lnTo>
                      <a:pt x="2637" y="22828"/>
                    </a:lnTo>
                    <a:lnTo>
                      <a:pt x="2511" y="22828"/>
                    </a:lnTo>
                    <a:lnTo>
                      <a:pt x="2323" y="22912"/>
                    </a:lnTo>
                    <a:lnTo>
                      <a:pt x="2218" y="23016"/>
                    </a:lnTo>
                    <a:lnTo>
                      <a:pt x="2093" y="23016"/>
                    </a:lnTo>
                    <a:lnTo>
                      <a:pt x="1842" y="22577"/>
                    </a:lnTo>
                    <a:cubicBezTo>
                      <a:pt x="1821" y="22493"/>
                      <a:pt x="1800" y="22409"/>
                      <a:pt x="1800" y="22326"/>
                    </a:cubicBezTo>
                    <a:lnTo>
                      <a:pt x="1884" y="21844"/>
                    </a:lnTo>
                    <a:lnTo>
                      <a:pt x="2009" y="21656"/>
                    </a:lnTo>
                    <a:lnTo>
                      <a:pt x="2218" y="21447"/>
                    </a:lnTo>
                    <a:lnTo>
                      <a:pt x="2260" y="21154"/>
                    </a:lnTo>
                    <a:lnTo>
                      <a:pt x="2218" y="20840"/>
                    </a:lnTo>
                    <a:lnTo>
                      <a:pt x="2135" y="20610"/>
                    </a:lnTo>
                    <a:lnTo>
                      <a:pt x="2197" y="20338"/>
                    </a:lnTo>
                    <a:lnTo>
                      <a:pt x="2302" y="20212"/>
                    </a:lnTo>
                    <a:lnTo>
                      <a:pt x="2197" y="19961"/>
                    </a:lnTo>
                    <a:lnTo>
                      <a:pt x="2218" y="19815"/>
                    </a:lnTo>
                    <a:lnTo>
                      <a:pt x="2323" y="19710"/>
                    </a:lnTo>
                    <a:lnTo>
                      <a:pt x="2239" y="19480"/>
                    </a:lnTo>
                    <a:lnTo>
                      <a:pt x="2197" y="19166"/>
                    </a:lnTo>
                    <a:lnTo>
                      <a:pt x="2114" y="19020"/>
                    </a:lnTo>
                    <a:lnTo>
                      <a:pt x="2114" y="18915"/>
                    </a:lnTo>
                    <a:lnTo>
                      <a:pt x="2260" y="18769"/>
                    </a:lnTo>
                    <a:lnTo>
                      <a:pt x="2260" y="18643"/>
                    </a:lnTo>
                    <a:lnTo>
                      <a:pt x="2135" y="18434"/>
                    </a:lnTo>
                    <a:lnTo>
                      <a:pt x="1946" y="18308"/>
                    </a:lnTo>
                    <a:lnTo>
                      <a:pt x="1821" y="18308"/>
                    </a:lnTo>
                    <a:lnTo>
                      <a:pt x="1800" y="18329"/>
                    </a:lnTo>
                    <a:lnTo>
                      <a:pt x="1716" y="18246"/>
                    </a:lnTo>
                    <a:lnTo>
                      <a:pt x="1779" y="18141"/>
                    </a:lnTo>
                    <a:lnTo>
                      <a:pt x="2030" y="18141"/>
                    </a:lnTo>
                    <a:lnTo>
                      <a:pt x="2156" y="17995"/>
                    </a:lnTo>
                    <a:lnTo>
                      <a:pt x="2156" y="17869"/>
                    </a:lnTo>
                    <a:lnTo>
                      <a:pt x="2093" y="17827"/>
                    </a:lnTo>
                    <a:lnTo>
                      <a:pt x="2009" y="17890"/>
                    </a:lnTo>
                    <a:lnTo>
                      <a:pt x="1905" y="17869"/>
                    </a:lnTo>
                    <a:lnTo>
                      <a:pt x="1842" y="17597"/>
                    </a:lnTo>
                    <a:lnTo>
                      <a:pt x="1737" y="17367"/>
                    </a:lnTo>
                    <a:lnTo>
                      <a:pt x="1737" y="17199"/>
                    </a:lnTo>
                    <a:lnTo>
                      <a:pt x="1737" y="17032"/>
                    </a:lnTo>
                    <a:lnTo>
                      <a:pt x="1570" y="16969"/>
                    </a:lnTo>
                    <a:lnTo>
                      <a:pt x="1570" y="16948"/>
                    </a:lnTo>
                    <a:cubicBezTo>
                      <a:pt x="1528" y="16865"/>
                      <a:pt x="1528" y="16760"/>
                      <a:pt x="1507" y="16676"/>
                    </a:cubicBezTo>
                    <a:lnTo>
                      <a:pt x="1486" y="16362"/>
                    </a:lnTo>
                    <a:lnTo>
                      <a:pt x="1612" y="16300"/>
                    </a:lnTo>
                    <a:lnTo>
                      <a:pt x="1633" y="16132"/>
                    </a:lnTo>
                    <a:lnTo>
                      <a:pt x="1591" y="16028"/>
                    </a:lnTo>
                    <a:lnTo>
                      <a:pt x="1486" y="15986"/>
                    </a:lnTo>
                    <a:lnTo>
                      <a:pt x="1423" y="15714"/>
                    </a:lnTo>
                    <a:lnTo>
                      <a:pt x="1402" y="15358"/>
                    </a:lnTo>
                    <a:lnTo>
                      <a:pt x="1423" y="14940"/>
                    </a:lnTo>
                    <a:lnTo>
                      <a:pt x="1319" y="14751"/>
                    </a:lnTo>
                    <a:lnTo>
                      <a:pt x="1298" y="14542"/>
                    </a:lnTo>
                    <a:lnTo>
                      <a:pt x="1507" y="14249"/>
                    </a:lnTo>
                    <a:lnTo>
                      <a:pt x="1528" y="13935"/>
                    </a:lnTo>
                    <a:lnTo>
                      <a:pt x="1695" y="13852"/>
                    </a:lnTo>
                    <a:lnTo>
                      <a:pt x="1779" y="13747"/>
                    </a:lnTo>
                    <a:lnTo>
                      <a:pt x="1423" y="13077"/>
                    </a:lnTo>
                    <a:lnTo>
                      <a:pt x="1486" y="12847"/>
                    </a:lnTo>
                    <a:lnTo>
                      <a:pt x="1486" y="12680"/>
                    </a:lnTo>
                    <a:lnTo>
                      <a:pt x="1486" y="12282"/>
                    </a:lnTo>
                    <a:lnTo>
                      <a:pt x="1612" y="12052"/>
                    </a:lnTo>
                    <a:lnTo>
                      <a:pt x="1737" y="11927"/>
                    </a:lnTo>
                    <a:lnTo>
                      <a:pt x="1716" y="11717"/>
                    </a:lnTo>
                    <a:lnTo>
                      <a:pt x="1612" y="11529"/>
                    </a:lnTo>
                    <a:lnTo>
                      <a:pt x="1528" y="11445"/>
                    </a:lnTo>
                    <a:lnTo>
                      <a:pt x="1674" y="11278"/>
                    </a:lnTo>
                    <a:lnTo>
                      <a:pt x="1633" y="11027"/>
                    </a:lnTo>
                    <a:lnTo>
                      <a:pt x="1737" y="10797"/>
                    </a:lnTo>
                    <a:lnTo>
                      <a:pt x="1842" y="10776"/>
                    </a:lnTo>
                    <a:lnTo>
                      <a:pt x="1884" y="10504"/>
                    </a:lnTo>
                    <a:lnTo>
                      <a:pt x="1821" y="10064"/>
                    </a:lnTo>
                    <a:lnTo>
                      <a:pt x="1737" y="9981"/>
                    </a:lnTo>
                    <a:lnTo>
                      <a:pt x="1674" y="9646"/>
                    </a:lnTo>
                    <a:lnTo>
                      <a:pt x="1591" y="9458"/>
                    </a:lnTo>
                    <a:lnTo>
                      <a:pt x="1444" y="9248"/>
                    </a:lnTo>
                    <a:lnTo>
                      <a:pt x="1423" y="9144"/>
                    </a:lnTo>
                    <a:lnTo>
                      <a:pt x="1319" y="9018"/>
                    </a:lnTo>
                    <a:lnTo>
                      <a:pt x="1277" y="8725"/>
                    </a:lnTo>
                    <a:lnTo>
                      <a:pt x="1298" y="8516"/>
                    </a:lnTo>
                    <a:lnTo>
                      <a:pt x="1444" y="8453"/>
                    </a:lnTo>
                    <a:lnTo>
                      <a:pt x="1444" y="8160"/>
                    </a:lnTo>
                    <a:lnTo>
                      <a:pt x="1528" y="8056"/>
                    </a:lnTo>
                    <a:lnTo>
                      <a:pt x="1528" y="7784"/>
                    </a:lnTo>
                    <a:lnTo>
                      <a:pt x="1423" y="7616"/>
                    </a:lnTo>
                    <a:lnTo>
                      <a:pt x="1402" y="7240"/>
                    </a:lnTo>
                    <a:lnTo>
                      <a:pt x="1486" y="7156"/>
                    </a:lnTo>
                    <a:lnTo>
                      <a:pt x="1528" y="6738"/>
                    </a:lnTo>
                    <a:lnTo>
                      <a:pt x="1633" y="6591"/>
                    </a:lnTo>
                    <a:lnTo>
                      <a:pt x="1800" y="6194"/>
                    </a:lnTo>
                    <a:lnTo>
                      <a:pt x="1946" y="6047"/>
                    </a:lnTo>
                    <a:lnTo>
                      <a:pt x="2051" y="5984"/>
                    </a:lnTo>
                    <a:lnTo>
                      <a:pt x="2135" y="5880"/>
                    </a:lnTo>
                    <a:lnTo>
                      <a:pt x="2093" y="5838"/>
                    </a:lnTo>
                    <a:lnTo>
                      <a:pt x="2093" y="5671"/>
                    </a:lnTo>
                    <a:lnTo>
                      <a:pt x="2030" y="5587"/>
                    </a:lnTo>
                    <a:lnTo>
                      <a:pt x="1946" y="5545"/>
                    </a:lnTo>
                    <a:lnTo>
                      <a:pt x="1988" y="5440"/>
                    </a:lnTo>
                    <a:lnTo>
                      <a:pt x="2093" y="5357"/>
                    </a:lnTo>
                    <a:lnTo>
                      <a:pt x="2093" y="5210"/>
                    </a:lnTo>
                    <a:lnTo>
                      <a:pt x="1946" y="5043"/>
                    </a:lnTo>
                    <a:lnTo>
                      <a:pt x="1925" y="4854"/>
                    </a:lnTo>
                    <a:lnTo>
                      <a:pt x="2009" y="4729"/>
                    </a:lnTo>
                    <a:lnTo>
                      <a:pt x="1988" y="4624"/>
                    </a:lnTo>
                    <a:lnTo>
                      <a:pt x="1842" y="4520"/>
                    </a:lnTo>
                    <a:lnTo>
                      <a:pt x="1905" y="4373"/>
                    </a:lnTo>
                    <a:lnTo>
                      <a:pt x="2574" y="3997"/>
                    </a:lnTo>
                    <a:lnTo>
                      <a:pt x="2741" y="3348"/>
                    </a:lnTo>
                    <a:lnTo>
                      <a:pt x="2658" y="3181"/>
                    </a:lnTo>
                    <a:lnTo>
                      <a:pt x="2553" y="3222"/>
                    </a:lnTo>
                    <a:lnTo>
                      <a:pt x="2511" y="3285"/>
                    </a:lnTo>
                    <a:lnTo>
                      <a:pt x="2344" y="3285"/>
                    </a:lnTo>
                    <a:lnTo>
                      <a:pt x="1925" y="2134"/>
                    </a:lnTo>
                    <a:lnTo>
                      <a:pt x="1633" y="1883"/>
                    </a:lnTo>
                    <a:lnTo>
                      <a:pt x="1570" y="1779"/>
                    </a:lnTo>
                    <a:lnTo>
                      <a:pt x="1695" y="1465"/>
                    </a:lnTo>
                    <a:lnTo>
                      <a:pt x="1633" y="1360"/>
                    </a:lnTo>
                    <a:lnTo>
                      <a:pt x="1716" y="1193"/>
                    </a:lnTo>
                    <a:lnTo>
                      <a:pt x="1695" y="1130"/>
                    </a:lnTo>
                    <a:lnTo>
                      <a:pt x="1423" y="921"/>
                    </a:lnTo>
                    <a:lnTo>
                      <a:pt x="1360" y="774"/>
                    </a:lnTo>
                    <a:lnTo>
                      <a:pt x="1319" y="607"/>
                    </a:lnTo>
                    <a:lnTo>
                      <a:pt x="1298" y="544"/>
                    </a:lnTo>
                    <a:lnTo>
                      <a:pt x="1319" y="440"/>
                    </a:lnTo>
                    <a:lnTo>
                      <a:pt x="1298" y="335"/>
                    </a:lnTo>
                    <a:lnTo>
                      <a:pt x="1256" y="293"/>
                    </a:lnTo>
                    <a:lnTo>
                      <a:pt x="1151" y="189"/>
                    </a:lnTo>
                    <a:lnTo>
                      <a:pt x="1151" y="21"/>
                    </a:lnTo>
                    <a:lnTo>
                      <a:pt x="1109" y="21"/>
                    </a:lnTo>
                    <a:lnTo>
                      <a:pt x="1047" y="0"/>
                    </a:lnTo>
                    <a:close/>
                  </a:path>
                </a:pathLst>
              </a:custGeom>
              <a:solidFill>
                <a:srgbClr val="5F7D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5894" name="Google Shape;5894;p36"/>
            <p:cNvGrpSpPr/>
            <p:nvPr/>
          </p:nvGrpSpPr>
          <p:grpSpPr>
            <a:xfrm>
              <a:off x="3855466" y="3289811"/>
              <a:ext cx="112514" cy="94210"/>
              <a:chOff x="3918000" y="3561900"/>
              <a:chExt cx="236225" cy="207100"/>
            </a:xfrm>
          </p:grpSpPr>
          <p:sp>
            <p:nvSpPr>
              <p:cNvPr id="5895" name="Google Shape;5895;p36"/>
              <p:cNvSpPr/>
              <p:nvPr/>
            </p:nvSpPr>
            <p:spPr>
              <a:xfrm>
                <a:off x="3925800" y="3561900"/>
                <a:ext cx="228425" cy="170000"/>
              </a:xfrm>
              <a:custGeom>
                <a:rect b="b" l="l" r="r" t="t"/>
                <a:pathLst>
                  <a:path extrusionOk="0" h="6800" w="9137">
                    <a:moveTo>
                      <a:pt x="0" y="4356"/>
                    </a:moveTo>
                    <a:lnTo>
                      <a:pt x="1381" y="1594"/>
                    </a:lnTo>
                    <a:lnTo>
                      <a:pt x="7012" y="0"/>
                    </a:lnTo>
                    <a:lnTo>
                      <a:pt x="9137" y="532"/>
                    </a:lnTo>
                    <a:lnTo>
                      <a:pt x="8500" y="2444"/>
                    </a:lnTo>
                    <a:lnTo>
                      <a:pt x="6906" y="5206"/>
                    </a:lnTo>
                    <a:lnTo>
                      <a:pt x="3719" y="6800"/>
                    </a:lnTo>
                    <a:close/>
                  </a:path>
                </a:pathLst>
              </a:custGeom>
              <a:solidFill>
                <a:srgbClr val="5F7D95"/>
              </a:solidFill>
              <a:ln>
                <a:noFill/>
              </a:ln>
            </p:spPr>
          </p:sp>
          <p:sp>
            <p:nvSpPr>
              <p:cNvPr id="5896" name="Google Shape;5896;p36"/>
              <p:cNvSpPr/>
              <p:nvPr/>
            </p:nvSpPr>
            <p:spPr>
              <a:xfrm>
                <a:off x="3918000" y="3569675"/>
                <a:ext cx="229150" cy="199325"/>
              </a:xfrm>
              <a:custGeom>
                <a:rect b="b" l="l" r="r" t="t"/>
                <a:pathLst>
                  <a:path extrusionOk="0" h="7973" w="9166">
                    <a:moveTo>
                      <a:pt x="6696" y="3976"/>
                    </a:moveTo>
                    <a:lnTo>
                      <a:pt x="6738" y="4018"/>
                    </a:lnTo>
                    <a:lnTo>
                      <a:pt x="6780" y="3997"/>
                    </a:lnTo>
                    <a:lnTo>
                      <a:pt x="6843" y="4039"/>
                    </a:lnTo>
                    <a:lnTo>
                      <a:pt x="6926" y="4018"/>
                    </a:lnTo>
                    <a:lnTo>
                      <a:pt x="7052" y="4122"/>
                    </a:lnTo>
                    <a:lnTo>
                      <a:pt x="7136" y="4353"/>
                    </a:lnTo>
                    <a:lnTo>
                      <a:pt x="7136" y="4499"/>
                    </a:lnTo>
                    <a:lnTo>
                      <a:pt x="7094" y="4583"/>
                    </a:lnTo>
                    <a:lnTo>
                      <a:pt x="6989" y="4625"/>
                    </a:lnTo>
                    <a:lnTo>
                      <a:pt x="6989" y="4708"/>
                    </a:lnTo>
                    <a:lnTo>
                      <a:pt x="7031" y="4750"/>
                    </a:lnTo>
                    <a:lnTo>
                      <a:pt x="7031" y="4834"/>
                    </a:lnTo>
                    <a:lnTo>
                      <a:pt x="6926" y="4918"/>
                    </a:lnTo>
                    <a:lnTo>
                      <a:pt x="6843" y="4876"/>
                    </a:lnTo>
                    <a:lnTo>
                      <a:pt x="6738" y="4918"/>
                    </a:lnTo>
                    <a:lnTo>
                      <a:pt x="6675" y="4959"/>
                    </a:lnTo>
                    <a:lnTo>
                      <a:pt x="6571" y="5001"/>
                    </a:lnTo>
                    <a:lnTo>
                      <a:pt x="6508" y="5127"/>
                    </a:lnTo>
                    <a:lnTo>
                      <a:pt x="6466" y="5169"/>
                    </a:lnTo>
                    <a:lnTo>
                      <a:pt x="6424" y="5231"/>
                    </a:lnTo>
                    <a:lnTo>
                      <a:pt x="6320" y="5231"/>
                    </a:lnTo>
                    <a:lnTo>
                      <a:pt x="6194" y="5169"/>
                    </a:lnTo>
                    <a:lnTo>
                      <a:pt x="6152" y="5106"/>
                    </a:lnTo>
                    <a:lnTo>
                      <a:pt x="6069" y="5022"/>
                    </a:lnTo>
                    <a:lnTo>
                      <a:pt x="6069" y="4918"/>
                    </a:lnTo>
                    <a:lnTo>
                      <a:pt x="5985" y="4834"/>
                    </a:lnTo>
                    <a:lnTo>
                      <a:pt x="5964" y="4771"/>
                    </a:lnTo>
                    <a:lnTo>
                      <a:pt x="5880" y="4708"/>
                    </a:lnTo>
                    <a:lnTo>
                      <a:pt x="5838" y="4604"/>
                    </a:lnTo>
                    <a:lnTo>
                      <a:pt x="5901" y="4541"/>
                    </a:lnTo>
                    <a:lnTo>
                      <a:pt x="6069" y="4415"/>
                    </a:lnTo>
                    <a:lnTo>
                      <a:pt x="6110" y="4248"/>
                    </a:lnTo>
                    <a:lnTo>
                      <a:pt x="6257" y="4164"/>
                    </a:lnTo>
                    <a:lnTo>
                      <a:pt x="6466" y="4122"/>
                    </a:lnTo>
                    <a:lnTo>
                      <a:pt x="6508" y="4081"/>
                    </a:lnTo>
                    <a:lnTo>
                      <a:pt x="6592" y="4018"/>
                    </a:lnTo>
                    <a:lnTo>
                      <a:pt x="6613" y="3976"/>
                    </a:lnTo>
                    <a:close/>
                    <a:moveTo>
                      <a:pt x="7659" y="1"/>
                    </a:moveTo>
                    <a:lnTo>
                      <a:pt x="7470" y="21"/>
                    </a:lnTo>
                    <a:lnTo>
                      <a:pt x="7387" y="21"/>
                    </a:lnTo>
                    <a:lnTo>
                      <a:pt x="7345" y="63"/>
                    </a:lnTo>
                    <a:lnTo>
                      <a:pt x="7240" y="63"/>
                    </a:lnTo>
                    <a:lnTo>
                      <a:pt x="7178" y="126"/>
                    </a:lnTo>
                    <a:lnTo>
                      <a:pt x="7178" y="168"/>
                    </a:lnTo>
                    <a:lnTo>
                      <a:pt x="7157" y="252"/>
                    </a:lnTo>
                    <a:lnTo>
                      <a:pt x="7073" y="273"/>
                    </a:lnTo>
                    <a:lnTo>
                      <a:pt x="7010" y="356"/>
                    </a:lnTo>
                    <a:lnTo>
                      <a:pt x="6843" y="356"/>
                    </a:lnTo>
                    <a:lnTo>
                      <a:pt x="6822" y="335"/>
                    </a:lnTo>
                    <a:lnTo>
                      <a:pt x="6717" y="356"/>
                    </a:lnTo>
                    <a:lnTo>
                      <a:pt x="6592" y="461"/>
                    </a:lnTo>
                    <a:lnTo>
                      <a:pt x="6529" y="524"/>
                    </a:lnTo>
                    <a:lnTo>
                      <a:pt x="6445" y="565"/>
                    </a:lnTo>
                    <a:lnTo>
                      <a:pt x="6424" y="628"/>
                    </a:lnTo>
                    <a:lnTo>
                      <a:pt x="6341" y="649"/>
                    </a:lnTo>
                    <a:lnTo>
                      <a:pt x="6299" y="691"/>
                    </a:lnTo>
                    <a:lnTo>
                      <a:pt x="6236" y="733"/>
                    </a:lnTo>
                    <a:lnTo>
                      <a:pt x="6173" y="754"/>
                    </a:lnTo>
                    <a:lnTo>
                      <a:pt x="6006" y="963"/>
                    </a:lnTo>
                    <a:lnTo>
                      <a:pt x="5985" y="1089"/>
                    </a:lnTo>
                    <a:lnTo>
                      <a:pt x="6006" y="1151"/>
                    </a:lnTo>
                    <a:lnTo>
                      <a:pt x="6006" y="1214"/>
                    </a:lnTo>
                    <a:lnTo>
                      <a:pt x="5922" y="1256"/>
                    </a:lnTo>
                    <a:lnTo>
                      <a:pt x="5901" y="1298"/>
                    </a:lnTo>
                    <a:lnTo>
                      <a:pt x="5859" y="1319"/>
                    </a:lnTo>
                    <a:lnTo>
                      <a:pt x="5776" y="1402"/>
                    </a:lnTo>
                    <a:lnTo>
                      <a:pt x="5755" y="1486"/>
                    </a:lnTo>
                    <a:lnTo>
                      <a:pt x="5713" y="1507"/>
                    </a:lnTo>
                    <a:lnTo>
                      <a:pt x="5692" y="1570"/>
                    </a:lnTo>
                    <a:lnTo>
                      <a:pt x="5608" y="1570"/>
                    </a:lnTo>
                    <a:lnTo>
                      <a:pt x="5545" y="1612"/>
                    </a:lnTo>
                    <a:lnTo>
                      <a:pt x="5399" y="1633"/>
                    </a:lnTo>
                    <a:lnTo>
                      <a:pt x="5357" y="1737"/>
                    </a:lnTo>
                    <a:lnTo>
                      <a:pt x="5357" y="1905"/>
                    </a:lnTo>
                    <a:lnTo>
                      <a:pt x="5294" y="1967"/>
                    </a:lnTo>
                    <a:lnTo>
                      <a:pt x="5294" y="2030"/>
                    </a:lnTo>
                    <a:lnTo>
                      <a:pt x="5273" y="2135"/>
                    </a:lnTo>
                    <a:lnTo>
                      <a:pt x="5294" y="2197"/>
                    </a:lnTo>
                    <a:lnTo>
                      <a:pt x="5169" y="2260"/>
                    </a:lnTo>
                    <a:lnTo>
                      <a:pt x="5085" y="2239"/>
                    </a:lnTo>
                    <a:lnTo>
                      <a:pt x="5043" y="2197"/>
                    </a:lnTo>
                    <a:lnTo>
                      <a:pt x="4834" y="2197"/>
                    </a:lnTo>
                    <a:lnTo>
                      <a:pt x="4709" y="2218"/>
                    </a:lnTo>
                    <a:lnTo>
                      <a:pt x="4604" y="2197"/>
                    </a:lnTo>
                    <a:lnTo>
                      <a:pt x="4520" y="2218"/>
                    </a:lnTo>
                    <a:lnTo>
                      <a:pt x="4311" y="2093"/>
                    </a:lnTo>
                    <a:lnTo>
                      <a:pt x="4227" y="2093"/>
                    </a:lnTo>
                    <a:lnTo>
                      <a:pt x="4185" y="2009"/>
                    </a:lnTo>
                    <a:lnTo>
                      <a:pt x="3997" y="1988"/>
                    </a:lnTo>
                    <a:lnTo>
                      <a:pt x="3872" y="2009"/>
                    </a:lnTo>
                    <a:lnTo>
                      <a:pt x="3704" y="2135"/>
                    </a:lnTo>
                    <a:lnTo>
                      <a:pt x="3621" y="2365"/>
                    </a:lnTo>
                    <a:lnTo>
                      <a:pt x="3516" y="2469"/>
                    </a:lnTo>
                    <a:lnTo>
                      <a:pt x="3349" y="2553"/>
                    </a:lnTo>
                    <a:lnTo>
                      <a:pt x="3286" y="2637"/>
                    </a:lnTo>
                    <a:lnTo>
                      <a:pt x="3181" y="2721"/>
                    </a:lnTo>
                    <a:lnTo>
                      <a:pt x="3056" y="2742"/>
                    </a:lnTo>
                    <a:lnTo>
                      <a:pt x="2972" y="2783"/>
                    </a:lnTo>
                    <a:lnTo>
                      <a:pt x="2846" y="2762"/>
                    </a:lnTo>
                    <a:lnTo>
                      <a:pt x="2763" y="2825"/>
                    </a:lnTo>
                    <a:lnTo>
                      <a:pt x="2616" y="2783"/>
                    </a:lnTo>
                    <a:lnTo>
                      <a:pt x="2449" y="2825"/>
                    </a:lnTo>
                    <a:lnTo>
                      <a:pt x="2449" y="2721"/>
                    </a:lnTo>
                    <a:lnTo>
                      <a:pt x="2532" y="2532"/>
                    </a:lnTo>
                    <a:lnTo>
                      <a:pt x="2532" y="2365"/>
                    </a:lnTo>
                    <a:lnTo>
                      <a:pt x="2365" y="2051"/>
                    </a:lnTo>
                    <a:lnTo>
                      <a:pt x="2323" y="1905"/>
                    </a:lnTo>
                    <a:lnTo>
                      <a:pt x="2135" y="1779"/>
                    </a:lnTo>
                    <a:lnTo>
                      <a:pt x="2051" y="3871"/>
                    </a:lnTo>
                    <a:lnTo>
                      <a:pt x="1821" y="3871"/>
                    </a:lnTo>
                    <a:lnTo>
                      <a:pt x="1675" y="3934"/>
                    </a:lnTo>
                    <a:lnTo>
                      <a:pt x="1612" y="4039"/>
                    </a:lnTo>
                    <a:lnTo>
                      <a:pt x="1528" y="4081"/>
                    </a:lnTo>
                    <a:lnTo>
                      <a:pt x="1486" y="4122"/>
                    </a:lnTo>
                    <a:lnTo>
                      <a:pt x="1486" y="4248"/>
                    </a:lnTo>
                    <a:lnTo>
                      <a:pt x="1403" y="4227"/>
                    </a:lnTo>
                    <a:lnTo>
                      <a:pt x="1319" y="4227"/>
                    </a:lnTo>
                    <a:lnTo>
                      <a:pt x="1277" y="4143"/>
                    </a:lnTo>
                    <a:lnTo>
                      <a:pt x="1193" y="4143"/>
                    </a:lnTo>
                    <a:lnTo>
                      <a:pt x="1152" y="4206"/>
                    </a:lnTo>
                    <a:lnTo>
                      <a:pt x="1047" y="4185"/>
                    </a:lnTo>
                    <a:lnTo>
                      <a:pt x="984" y="4143"/>
                    </a:lnTo>
                    <a:lnTo>
                      <a:pt x="880" y="4185"/>
                    </a:lnTo>
                    <a:lnTo>
                      <a:pt x="754" y="4102"/>
                    </a:lnTo>
                    <a:lnTo>
                      <a:pt x="566" y="4039"/>
                    </a:lnTo>
                    <a:lnTo>
                      <a:pt x="482" y="3871"/>
                    </a:lnTo>
                    <a:lnTo>
                      <a:pt x="545" y="3725"/>
                    </a:lnTo>
                    <a:lnTo>
                      <a:pt x="440" y="3725"/>
                    </a:lnTo>
                    <a:lnTo>
                      <a:pt x="356" y="3599"/>
                    </a:lnTo>
                    <a:lnTo>
                      <a:pt x="231" y="3662"/>
                    </a:lnTo>
                    <a:lnTo>
                      <a:pt x="168" y="3767"/>
                    </a:lnTo>
                    <a:lnTo>
                      <a:pt x="210" y="3788"/>
                    </a:lnTo>
                    <a:lnTo>
                      <a:pt x="210" y="3871"/>
                    </a:lnTo>
                    <a:lnTo>
                      <a:pt x="64" y="3892"/>
                    </a:lnTo>
                    <a:lnTo>
                      <a:pt x="1" y="3934"/>
                    </a:lnTo>
                    <a:lnTo>
                      <a:pt x="22" y="4122"/>
                    </a:lnTo>
                    <a:lnTo>
                      <a:pt x="210" y="4248"/>
                    </a:lnTo>
                    <a:lnTo>
                      <a:pt x="336" y="4625"/>
                    </a:lnTo>
                    <a:lnTo>
                      <a:pt x="336" y="4771"/>
                    </a:lnTo>
                    <a:lnTo>
                      <a:pt x="461" y="5085"/>
                    </a:lnTo>
                    <a:lnTo>
                      <a:pt x="545" y="5441"/>
                    </a:lnTo>
                    <a:lnTo>
                      <a:pt x="691" y="5650"/>
                    </a:lnTo>
                    <a:lnTo>
                      <a:pt x="691" y="5775"/>
                    </a:lnTo>
                    <a:lnTo>
                      <a:pt x="859" y="6027"/>
                    </a:lnTo>
                    <a:lnTo>
                      <a:pt x="859" y="6110"/>
                    </a:lnTo>
                    <a:lnTo>
                      <a:pt x="900" y="6299"/>
                    </a:lnTo>
                    <a:lnTo>
                      <a:pt x="880" y="6487"/>
                    </a:lnTo>
                    <a:lnTo>
                      <a:pt x="796" y="6550"/>
                    </a:lnTo>
                    <a:lnTo>
                      <a:pt x="754" y="6550"/>
                    </a:lnTo>
                    <a:lnTo>
                      <a:pt x="691" y="6508"/>
                    </a:lnTo>
                    <a:lnTo>
                      <a:pt x="649" y="6550"/>
                    </a:lnTo>
                    <a:lnTo>
                      <a:pt x="649" y="6717"/>
                    </a:lnTo>
                    <a:lnTo>
                      <a:pt x="733" y="6863"/>
                    </a:lnTo>
                    <a:lnTo>
                      <a:pt x="838" y="6968"/>
                    </a:lnTo>
                    <a:lnTo>
                      <a:pt x="942" y="7156"/>
                    </a:lnTo>
                    <a:lnTo>
                      <a:pt x="859" y="7282"/>
                    </a:lnTo>
                    <a:lnTo>
                      <a:pt x="880" y="7449"/>
                    </a:lnTo>
                    <a:lnTo>
                      <a:pt x="838" y="7554"/>
                    </a:lnTo>
                    <a:lnTo>
                      <a:pt x="838" y="7659"/>
                    </a:lnTo>
                    <a:lnTo>
                      <a:pt x="900" y="7700"/>
                    </a:lnTo>
                    <a:lnTo>
                      <a:pt x="900" y="7596"/>
                    </a:lnTo>
                    <a:lnTo>
                      <a:pt x="1005" y="7533"/>
                    </a:lnTo>
                    <a:lnTo>
                      <a:pt x="1152" y="7554"/>
                    </a:lnTo>
                    <a:lnTo>
                      <a:pt x="1172" y="7679"/>
                    </a:lnTo>
                    <a:lnTo>
                      <a:pt x="1110" y="7721"/>
                    </a:lnTo>
                    <a:lnTo>
                      <a:pt x="1172" y="7742"/>
                    </a:lnTo>
                    <a:lnTo>
                      <a:pt x="1256" y="7679"/>
                    </a:lnTo>
                    <a:lnTo>
                      <a:pt x="1361" y="7742"/>
                    </a:lnTo>
                    <a:lnTo>
                      <a:pt x="1361" y="7868"/>
                    </a:lnTo>
                    <a:lnTo>
                      <a:pt x="1403" y="7847"/>
                    </a:lnTo>
                    <a:lnTo>
                      <a:pt x="1696" y="7972"/>
                    </a:lnTo>
                    <a:lnTo>
                      <a:pt x="1737" y="7951"/>
                    </a:lnTo>
                    <a:lnTo>
                      <a:pt x="1800" y="7972"/>
                    </a:lnTo>
                    <a:lnTo>
                      <a:pt x="1821" y="7889"/>
                    </a:lnTo>
                    <a:lnTo>
                      <a:pt x="1926" y="7868"/>
                    </a:lnTo>
                    <a:lnTo>
                      <a:pt x="2051" y="7742"/>
                    </a:lnTo>
                    <a:lnTo>
                      <a:pt x="2198" y="7763"/>
                    </a:lnTo>
                    <a:lnTo>
                      <a:pt x="2219" y="7721"/>
                    </a:lnTo>
                    <a:lnTo>
                      <a:pt x="2344" y="7721"/>
                    </a:lnTo>
                    <a:lnTo>
                      <a:pt x="2512" y="7763"/>
                    </a:lnTo>
                    <a:lnTo>
                      <a:pt x="2574" y="7742"/>
                    </a:lnTo>
                    <a:lnTo>
                      <a:pt x="2721" y="7742"/>
                    </a:lnTo>
                    <a:lnTo>
                      <a:pt x="2742" y="7679"/>
                    </a:lnTo>
                    <a:lnTo>
                      <a:pt x="2784" y="7638"/>
                    </a:lnTo>
                    <a:lnTo>
                      <a:pt x="2867" y="7596"/>
                    </a:lnTo>
                    <a:lnTo>
                      <a:pt x="2930" y="7638"/>
                    </a:lnTo>
                    <a:lnTo>
                      <a:pt x="2951" y="7533"/>
                    </a:lnTo>
                    <a:lnTo>
                      <a:pt x="3035" y="7470"/>
                    </a:lnTo>
                    <a:lnTo>
                      <a:pt x="3349" y="7470"/>
                    </a:lnTo>
                    <a:lnTo>
                      <a:pt x="3474" y="7554"/>
                    </a:lnTo>
                    <a:lnTo>
                      <a:pt x="3558" y="7533"/>
                    </a:lnTo>
                    <a:lnTo>
                      <a:pt x="3558" y="7470"/>
                    </a:lnTo>
                    <a:lnTo>
                      <a:pt x="3725" y="7449"/>
                    </a:lnTo>
                    <a:lnTo>
                      <a:pt x="3997" y="7533"/>
                    </a:lnTo>
                    <a:lnTo>
                      <a:pt x="4081" y="7575"/>
                    </a:lnTo>
                    <a:lnTo>
                      <a:pt x="4353" y="7638"/>
                    </a:lnTo>
                    <a:lnTo>
                      <a:pt x="4395" y="7596"/>
                    </a:lnTo>
                    <a:lnTo>
                      <a:pt x="4353" y="7533"/>
                    </a:lnTo>
                    <a:lnTo>
                      <a:pt x="4437" y="7449"/>
                    </a:lnTo>
                    <a:lnTo>
                      <a:pt x="4541" y="7449"/>
                    </a:lnTo>
                    <a:lnTo>
                      <a:pt x="4667" y="7491"/>
                    </a:lnTo>
                    <a:lnTo>
                      <a:pt x="4876" y="7491"/>
                    </a:lnTo>
                    <a:lnTo>
                      <a:pt x="4876" y="7470"/>
                    </a:lnTo>
                    <a:lnTo>
                      <a:pt x="4813" y="7387"/>
                    </a:lnTo>
                    <a:lnTo>
                      <a:pt x="4855" y="7303"/>
                    </a:lnTo>
                    <a:lnTo>
                      <a:pt x="5022" y="7240"/>
                    </a:lnTo>
                    <a:lnTo>
                      <a:pt x="5190" y="7240"/>
                    </a:lnTo>
                    <a:lnTo>
                      <a:pt x="5253" y="7303"/>
                    </a:lnTo>
                    <a:lnTo>
                      <a:pt x="5378" y="7303"/>
                    </a:lnTo>
                    <a:lnTo>
                      <a:pt x="5504" y="7219"/>
                    </a:lnTo>
                    <a:lnTo>
                      <a:pt x="5713" y="7156"/>
                    </a:lnTo>
                    <a:lnTo>
                      <a:pt x="5713" y="7135"/>
                    </a:lnTo>
                    <a:lnTo>
                      <a:pt x="5859" y="7073"/>
                    </a:lnTo>
                    <a:lnTo>
                      <a:pt x="5922" y="6968"/>
                    </a:lnTo>
                    <a:lnTo>
                      <a:pt x="6320" y="6717"/>
                    </a:lnTo>
                    <a:lnTo>
                      <a:pt x="6424" y="6612"/>
                    </a:lnTo>
                    <a:lnTo>
                      <a:pt x="6424" y="6591"/>
                    </a:lnTo>
                    <a:lnTo>
                      <a:pt x="6508" y="6591"/>
                    </a:lnTo>
                    <a:lnTo>
                      <a:pt x="7115" y="5985"/>
                    </a:lnTo>
                    <a:lnTo>
                      <a:pt x="7136" y="5922"/>
                    </a:lnTo>
                    <a:lnTo>
                      <a:pt x="7198" y="5922"/>
                    </a:lnTo>
                    <a:lnTo>
                      <a:pt x="7282" y="5796"/>
                    </a:lnTo>
                    <a:lnTo>
                      <a:pt x="7387" y="5755"/>
                    </a:lnTo>
                    <a:lnTo>
                      <a:pt x="7429" y="5587"/>
                    </a:lnTo>
                    <a:lnTo>
                      <a:pt x="7596" y="5399"/>
                    </a:lnTo>
                    <a:lnTo>
                      <a:pt x="7847" y="5022"/>
                    </a:lnTo>
                    <a:lnTo>
                      <a:pt x="7910" y="4834"/>
                    </a:lnTo>
                    <a:lnTo>
                      <a:pt x="8014" y="4834"/>
                    </a:lnTo>
                    <a:lnTo>
                      <a:pt x="8077" y="4708"/>
                    </a:lnTo>
                    <a:lnTo>
                      <a:pt x="8077" y="4646"/>
                    </a:lnTo>
                    <a:lnTo>
                      <a:pt x="8182" y="4520"/>
                    </a:lnTo>
                    <a:lnTo>
                      <a:pt x="8266" y="4394"/>
                    </a:lnTo>
                    <a:lnTo>
                      <a:pt x="8391" y="4311"/>
                    </a:lnTo>
                    <a:lnTo>
                      <a:pt x="8433" y="4227"/>
                    </a:lnTo>
                    <a:lnTo>
                      <a:pt x="8538" y="4185"/>
                    </a:lnTo>
                    <a:lnTo>
                      <a:pt x="8579" y="4122"/>
                    </a:lnTo>
                    <a:lnTo>
                      <a:pt x="8621" y="4122"/>
                    </a:lnTo>
                    <a:lnTo>
                      <a:pt x="8789" y="3934"/>
                    </a:lnTo>
                    <a:lnTo>
                      <a:pt x="8810" y="3830"/>
                    </a:lnTo>
                    <a:lnTo>
                      <a:pt x="8893" y="3725"/>
                    </a:lnTo>
                    <a:lnTo>
                      <a:pt x="8935" y="3516"/>
                    </a:lnTo>
                    <a:lnTo>
                      <a:pt x="9019" y="3348"/>
                    </a:lnTo>
                    <a:lnTo>
                      <a:pt x="9040" y="3160"/>
                    </a:lnTo>
                    <a:lnTo>
                      <a:pt x="9123" y="2951"/>
                    </a:lnTo>
                    <a:lnTo>
                      <a:pt x="9103" y="2951"/>
                    </a:lnTo>
                    <a:lnTo>
                      <a:pt x="9165" y="2846"/>
                    </a:lnTo>
                    <a:lnTo>
                      <a:pt x="9165" y="2825"/>
                    </a:lnTo>
                    <a:lnTo>
                      <a:pt x="9061" y="2825"/>
                    </a:lnTo>
                    <a:lnTo>
                      <a:pt x="8935" y="2762"/>
                    </a:lnTo>
                    <a:lnTo>
                      <a:pt x="8830" y="2762"/>
                    </a:lnTo>
                    <a:lnTo>
                      <a:pt x="8768" y="2825"/>
                    </a:lnTo>
                    <a:lnTo>
                      <a:pt x="8768" y="2909"/>
                    </a:lnTo>
                    <a:lnTo>
                      <a:pt x="8726" y="3014"/>
                    </a:lnTo>
                    <a:lnTo>
                      <a:pt x="8663" y="3034"/>
                    </a:lnTo>
                    <a:lnTo>
                      <a:pt x="8454" y="3034"/>
                    </a:lnTo>
                    <a:lnTo>
                      <a:pt x="8266" y="2930"/>
                    </a:lnTo>
                    <a:lnTo>
                      <a:pt x="8182" y="2804"/>
                    </a:lnTo>
                    <a:lnTo>
                      <a:pt x="8140" y="2742"/>
                    </a:lnTo>
                    <a:lnTo>
                      <a:pt x="8098" y="2658"/>
                    </a:lnTo>
                    <a:lnTo>
                      <a:pt x="8161" y="2532"/>
                    </a:lnTo>
                    <a:lnTo>
                      <a:pt x="8286" y="2281"/>
                    </a:lnTo>
                    <a:lnTo>
                      <a:pt x="8307" y="2177"/>
                    </a:lnTo>
                    <a:lnTo>
                      <a:pt x="8412" y="2114"/>
                    </a:lnTo>
                    <a:lnTo>
                      <a:pt x="8579" y="2197"/>
                    </a:lnTo>
                    <a:lnTo>
                      <a:pt x="8663" y="2260"/>
                    </a:lnTo>
                    <a:lnTo>
                      <a:pt x="8768" y="2323"/>
                    </a:lnTo>
                    <a:lnTo>
                      <a:pt x="8768" y="2135"/>
                    </a:lnTo>
                    <a:lnTo>
                      <a:pt x="8768" y="1988"/>
                    </a:lnTo>
                    <a:lnTo>
                      <a:pt x="8810" y="1800"/>
                    </a:lnTo>
                    <a:lnTo>
                      <a:pt x="8810" y="1361"/>
                    </a:lnTo>
                    <a:lnTo>
                      <a:pt x="8789" y="1214"/>
                    </a:lnTo>
                    <a:lnTo>
                      <a:pt x="8747" y="1109"/>
                    </a:lnTo>
                    <a:lnTo>
                      <a:pt x="8747" y="1005"/>
                    </a:lnTo>
                    <a:lnTo>
                      <a:pt x="8747" y="984"/>
                    </a:lnTo>
                    <a:lnTo>
                      <a:pt x="8747" y="733"/>
                    </a:lnTo>
                    <a:lnTo>
                      <a:pt x="8684" y="586"/>
                    </a:lnTo>
                    <a:lnTo>
                      <a:pt x="8642" y="440"/>
                    </a:lnTo>
                    <a:lnTo>
                      <a:pt x="8621" y="273"/>
                    </a:lnTo>
                    <a:lnTo>
                      <a:pt x="8517" y="168"/>
                    </a:lnTo>
                    <a:lnTo>
                      <a:pt x="8328" y="126"/>
                    </a:lnTo>
                    <a:lnTo>
                      <a:pt x="8182" y="147"/>
                    </a:lnTo>
                    <a:lnTo>
                      <a:pt x="8098" y="168"/>
                    </a:lnTo>
                    <a:lnTo>
                      <a:pt x="8056" y="147"/>
                    </a:lnTo>
                    <a:lnTo>
                      <a:pt x="7910" y="105"/>
                    </a:lnTo>
                    <a:lnTo>
                      <a:pt x="7847" y="105"/>
                    </a:lnTo>
                    <a:lnTo>
                      <a:pt x="7784" y="21"/>
                    </a:lnTo>
                    <a:lnTo>
                      <a:pt x="7659" y="1"/>
                    </a:lnTo>
                    <a:close/>
                  </a:path>
                </a:pathLst>
              </a:custGeom>
              <a:solidFill>
                <a:srgbClr val="5F7D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5897" name="Google Shape;5897;p36"/>
            <p:cNvSpPr/>
            <p:nvPr/>
          </p:nvSpPr>
          <p:spPr>
            <a:xfrm>
              <a:off x="3292646" y="3020419"/>
              <a:ext cx="18695" cy="5482"/>
            </a:xfrm>
            <a:custGeom>
              <a:rect b="b" l="l" r="r" t="t"/>
              <a:pathLst>
                <a:path extrusionOk="0" h="482" w="1570">
                  <a:moveTo>
                    <a:pt x="189" y="0"/>
                  </a:moveTo>
                  <a:lnTo>
                    <a:pt x="126" y="84"/>
                  </a:lnTo>
                  <a:lnTo>
                    <a:pt x="21" y="147"/>
                  </a:lnTo>
                  <a:lnTo>
                    <a:pt x="21" y="209"/>
                  </a:lnTo>
                  <a:lnTo>
                    <a:pt x="0" y="272"/>
                  </a:lnTo>
                  <a:lnTo>
                    <a:pt x="42" y="377"/>
                  </a:lnTo>
                  <a:lnTo>
                    <a:pt x="314" y="377"/>
                  </a:lnTo>
                  <a:lnTo>
                    <a:pt x="398" y="398"/>
                  </a:lnTo>
                  <a:lnTo>
                    <a:pt x="607" y="356"/>
                  </a:lnTo>
                  <a:lnTo>
                    <a:pt x="691" y="377"/>
                  </a:lnTo>
                  <a:lnTo>
                    <a:pt x="837" y="293"/>
                  </a:lnTo>
                  <a:cubicBezTo>
                    <a:pt x="1026" y="398"/>
                    <a:pt x="1235" y="356"/>
                    <a:pt x="1423" y="481"/>
                  </a:cubicBezTo>
                  <a:lnTo>
                    <a:pt x="1570" y="460"/>
                  </a:lnTo>
                  <a:lnTo>
                    <a:pt x="1528" y="398"/>
                  </a:lnTo>
                  <a:lnTo>
                    <a:pt x="1444" y="460"/>
                  </a:lnTo>
                  <a:lnTo>
                    <a:pt x="1444" y="440"/>
                  </a:lnTo>
                  <a:cubicBezTo>
                    <a:pt x="1360" y="377"/>
                    <a:pt x="1318" y="356"/>
                    <a:pt x="1235" y="335"/>
                  </a:cubicBezTo>
                  <a:lnTo>
                    <a:pt x="1277" y="293"/>
                  </a:lnTo>
                  <a:lnTo>
                    <a:pt x="1130" y="251"/>
                  </a:lnTo>
                  <a:lnTo>
                    <a:pt x="1046" y="335"/>
                  </a:lnTo>
                  <a:cubicBezTo>
                    <a:pt x="1005" y="335"/>
                    <a:pt x="942" y="335"/>
                    <a:pt x="921" y="293"/>
                  </a:cubicBezTo>
                  <a:lnTo>
                    <a:pt x="921" y="272"/>
                  </a:lnTo>
                  <a:lnTo>
                    <a:pt x="1046" y="147"/>
                  </a:lnTo>
                  <a:lnTo>
                    <a:pt x="942" y="105"/>
                  </a:lnTo>
                  <a:lnTo>
                    <a:pt x="921" y="42"/>
                  </a:lnTo>
                  <a:lnTo>
                    <a:pt x="837" y="0"/>
                  </a:lnTo>
                  <a:lnTo>
                    <a:pt x="607" y="42"/>
                  </a:lnTo>
                  <a:lnTo>
                    <a:pt x="189" y="0"/>
                  </a:lnTo>
                  <a:close/>
                </a:path>
              </a:pathLst>
            </a:custGeom>
            <a:solidFill>
              <a:srgbClr val="5F7D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898" name="Google Shape;5898;p36"/>
            <p:cNvSpPr/>
            <p:nvPr/>
          </p:nvSpPr>
          <p:spPr>
            <a:xfrm>
              <a:off x="3260258" y="3010662"/>
              <a:ext cx="26423" cy="16661"/>
            </a:xfrm>
            <a:custGeom>
              <a:rect b="b" l="l" r="r" t="t"/>
              <a:pathLst>
                <a:path extrusionOk="0" h="1465" w="2219">
                  <a:moveTo>
                    <a:pt x="481" y="0"/>
                  </a:moveTo>
                  <a:lnTo>
                    <a:pt x="293" y="42"/>
                  </a:lnTo>
                  <a:lnTo>
                    <a:pt x="230" y="147"/>
                  </a:lnTo>
                  <a:lnTo>
                    <a:pt x="230" y="209"/>
                  </a:lnTo>
                  <a:lnTo>
                    <a:pt x="189" y="314"/>
                  </a:lnTo>
                  <a:lnTo>
                    <a:pt x="230" y="398"/>
                  </a:lnTo>
                  <a:lnTo>
                    <a:pt x="189" y="523"/>
                  </a:lnTo>
                  <a:lnTo>
                    <a:pt x="105" y="586"/>
                  </a:lnTo>
                  <a:lnTo>
                    <a:pt x="84" y="607"/>
                  </a:lnTo>
                  <a:lnTo>
                    <a:pt x="126" y="733"/>
                  </a:lnTo>
                  <a:lnTo>
                    <a:pt x="126" y="837"/>
                  </a:lnTo>
                  <a:lnTo>
                    <a:pt x="126" y="900"/>
                  </a:lnTo>
                  <a:lnTo>
                    <a:pt x="0" y="1046"/>
                  </a:lnTo>
                  <a:lnTo>
                    <a:pt x="0" y="1109"/>
                  </a:lnTo>
                  <a:lnTo>
                    <a:pt x="63" y="1130"/>
                  </a:lnTo>
                  <a:lnTo>
                    <a:pt x="126" y="1256"/>
                  </a:lnTo>
                  <a:lnTo>
                    <a:pt x="84" y="1339"/>
                  </a:lnTo>
                  <a:lnTo>
                    <a:pt x="189" y="1402"/>
                  </a:lnTo>
                  <a:lnTo>
                    <a:pt x="230" y="1444"/>
                  </a:lnTo>
                  <a:lnTo>
                    <a:pt x="293" y="1465"/>
                  </a:lnTo>
                  <a:lnTo>
                    <a:pt x="377" y="1318"/>
                  </a:lnTo>
                  <a:lnTo>
                    <a:pt x="502" y="1130"/>
                  </a:lnTo>
                  <a:lnTo>
                    <a:pt x="502" y="1088"/>
                  </a:lnTo>
                  <a:lnTo>
                    <a:pt x="544" y="984"/>
                  </a:lnTo>
                  <a:lnTo>
                    <a:pt x="607" y="1046"/>
                  </a:lnTo>
                  <a:lnTo>
                    <a:pt x="691" y="1046"/>
                  </a:lnTo>
                  <a:lnTo>
                    <a:pt x="753" y="921"/>
                  </a:lnTo>
                  <a:lnTo>
                    <a:pt x="837" y="984"/>
                  </a:lnTo>
                  <a:lnTo>
                    <a:pt x="837" y="1088"/>
                  </a:lnTo>
                  <a:lnTo>
                    <a:pt x="921" y="1130"/>
                  </a:lnTo>
                  <a:lnTo>
                    <a:pt x="1067" y="1088"/>
                  </a:lnTo>
                  <a:lnTo>
                    <a:pt x="1235" y="942"/>
                  </a:lnTo>
                  <a:lnTo>
                    <a:pt x="1381" y="900"/>
                  </a:lnTo>
                  <a:lnTo>
                    <a:pt x="1569" y="921"/>
                  </a:lnTo>
                  <a:lnTo>
                    <a:pt x="1674" y="900"/>
                  </a:lnTo>
                  <a:lnTo>
                    <a:pt x="1758" y="942"/>
                  </a:lnTo>
                  <a:lnTo>
                    <a:pt x="1883" y="984"/>
                  </a:lnTo>
                  <a:lnTo>
                    <a:pt x="2072" y="1005"/>
                  </a:lnTo>
                  <a:lnTo>
                    <a:pt x="2093" y="921"/>
                  </a:lnTo>
                  <a:lnTo>
                    <a:pt x="2176" y="921"/>
                  </a:lnTo>
                  <a:lnTo>
                    <a:pt x="2218" y="816"/>
                  </a:lnTo>
                  <a:lnTo>
                    <a:pt x="2176" y="733"/>
                  </a:lnTo>
                  <a:lnTo>
                    <a:pt x="1946" y="607"/>
                  </a:lnTo>
                  <a:lnTo>
                    <a:pt x="1862" y="607"/>
                  </a:lnTo>
                  <a:lnTo>
                    <a:pt x="1695" y="565"/>
                  </a:lnTo>
                  <a:lnTo>
                    <a:pt x="1632" y="565"/>
                  </a:lnTo>
                  <a:lnTo>
                    <a:pt x="1465" y="502"/>
                  </a:lnTo>
                  <a:lnTo>
                    <a:pt x="1277" y="398"/>
                  </a:lnTo>
                  <a:lnTo>
                    <a:pt x="1172" y="398"/>
                  </a:lnTo>
                  <a:lnTo>
                    <a:pt x="1256" y="377"/>
                  </a:lnTo>
                  <a:lnTo>
                    <a:pt x="1423" y="419"/>
                  </a:lnTo>
                  <a:lnTo>
                    <a:pt x="1674" y="419"/>
                  </a:lnTo>
                  <a:lnTo>
                    <a:pt x="1779" y="398"/>
                  </a:lnTo>
                  <a:lnTo>
                    <a:pt x="1695" y="356"/>
                  </a:lnTo>
                  <a:lnTo>
                    <a:pt x="1632" y="356"/>
                  </a:lnTo>
                  <a:lnTo>
                    <a:pt x="1444" y="314"/>
                  </a:lnTo>
                  <a:lnTo>
                    <a:pt x="1360" y="147"/>
                  </a:lnTo>
                  <a:lnTo>
                    <a:pt x="1256" y="147"/>
                  </a:lnTo>
                  <a:lnTo>
                    <a:pt x="1214" y="168"/>
                  </a:lnTo>
                  <a:lnTo>
                    <a:pt x="1130" y="105"/>
                  </a:lnTo>
                  <a:lnTo>
                    <a:pt x="649" y="0"/>
                  </a:lnTo>
                  <a:lnTo>
                    <a:pt x="586" y="42"/>
                  </a:lnTo>
                  <a:lnTo>
                    <a:pt x="481" y="0"/>
                  </a:lnTo>
                  <a:close/>
                </a:path>
              </a:pathLst>
            </a:custGeom>
            <a:solidFill>
              <a:srgbClr val="5F7D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899" name="Google Shape;5899;p36"/>
            <p:cNvSpPr/>
            <p:nvPr/>
          </p:nvSpPr>
          <p:spPr>
            <a:xfrm>
              <a:off x="3408744" y="2329870"/>
              <a:ext cx="289769" cy="354333"/>
            </a:xfrm>
            <a:custGeom>
              <a:rect b="b" l="l" r="r" t="t"/>
              <a:pathLst>
                <a:path extrusionOk="0" h="31157" w="24335">
                  <a:moveTo>
                    <a:pt x="19167" y="16300"/>
                  </a:moveTo>
                  <a:lnTo>
                    <a:pt x="19161" y="16311"/>
                  </a:lnTo>
                  <a:lnTo>
                    <a:pt x="19167" y="16321"/>
                  </a:lnTo>
                  <a:lnTo>
                    <a:pt x="19167" y="16300"/>
                  </a:lnTo>
                  <a:close/>
                  <a:moveTo>
                    <a:pt x="16572" y="17849"/>
                  </a:moveTo>
                  <a:lnTo>
                    <a:pt x="16593" y="17870"/>
                  </a:lnTo>
                  <a:lnTo>
                    <a:pt x="16509" y="17870"/>
                  </a:lnTo>
                  <a:lnTo>
                    <a:pt x="16509" y="17849"/>
                  </a:lnTo>
                  <a:close/>
                  <a:moveTo>
                    <a:pt x="4771" y="22933"/>
                  </a:moveTo>
                  <a:lnTo>
                    <a:pt x="4813" y="22996"/>
                  </a:lnTo>
                  <a:lnTo>
                    <a:pt x="4792" y="23038"/>
                  </a:lnTo>
                  <a:lnTo>
                    <a:pt x="4750" y="23038"/>
                  </a:lnTo>
                  <a:lnTo>
                    <a:pt x="4688" y="23059"/>
                  </a:lnTo>
                  <a:lnTo>
                    <a:pt x="4709" y="23142"/>
                  </a:lnTo>
                  <a:lnTo>
                    <a:pt x="4792" y="23205"/>
                  </a:lnTo>
                  <a:lnTo>
                    <a:pt x="4960" y="23205"/>
                  </a:lnTo>
                  <a:lnTo>
                    <a:pt x="4981" y="23163"/>
                  </a:lnTo>
                  <a:lnTo>
                    <a:pt x="4960" y="23121"/>
                  </a:lnTo>
                  <a:lnTo>
                    <a:pt x="4960" y="23059"/>
                  </a:lnTo>
                  <a:lnTo>
                    <a:pt x="5001" y="23038"/>
                  </a:lnTo>
                  <a:lnTo>
                    <a:pt x="5127" y="23059"/>
                  </a:lnTo>
                  <a:lnTo>
                    <a:pt x="5169" y="23121"/>
                  </a:lnTo>
                  <a:lnTo>
                    <a:pt x="5106" y="23163"/>
                  </a:lnTo>
                  <a:lnTo>
                    <a:pt x="4960" y="23226"/>
                  </a:lnTo>
                  <a:lnTo>
                    <a:pt x="4750" y="23226"/>
                  </a:lnTo>
                  <a:lnTo>
                    <a:pt x="4750" y="23268"/>
                  </a:lnTo>
                  <a:lnTo>
                    <a:pt x="4855" y="23435"/>
                  </a:lnTo>
                  <a:lnTo>
                    <a:pt x="4981" y="23519"/>
                  </a:lnTo>
                  <a:lnTo>
                    <a:pt x="5064" y="23540"/>
                  </a:lnTo>
                  <a:lnTo>
                    <a:pt x="5085" y="23519"/>
                  </a:lnTo>
                  <a:lnTo>
                    <a:pt x="5190" y="23477"/>
                  </a:lnTo>
                  <a:lnTo>
                    <a:pt x="5211" y="23540"/>
                  </a:lnTo>
                  <a:lnTo>
                    <a:pt x="5190" y="23561"/>
                  </a:lnTo>
                  <a:lnTo>
                    <a:pt x="5127" y="23561"/>
                  </a:lnTo>
                  <a:lnTo>
                    <a:pt x="5064" y="23582"/>
                  </a:lnTo>
                  <a:lnTo>
                    <a:pt x="4897" y="23540"/>
                  </a:lnTo>
                  <a:lnTo>
                    <a:pt x="4771" y="23477"/>
                  </a:lnTo>
                  <a:lnTo>
                    <a:pt x="4646" y="23352"/>
                  </a:lnTo>
                  <a:lnTo>
                    <a:pt x="4541" y="23310"/>
                  </a:lnTo>
                  <a:lnTo>
                    <a:pt x="4436" y="23310"/>
                  </a:lnTo>
                  <a:lnTo>
                    <a:pt x="4332" y="23205"/>
                  </a:lnTo>
                  <a:lnTo>
                    <a:pt x="4185" y="23142"/>
                  </a:lnTo>
                  <a:lnTo>
                    <a:pt x="4164" y="23121"/>
                  </a:lnTo>
                  <a:lnTo>
                    <a:pt x="4081" y="23121"/>
                  </a:lnTo>
                  <a:lnTo>
                    <a:pt x="4018" y="23142"/>
                  </a:lnTo>
                  <a:lnTo>
                    <a:pt x="3913" y="23142"/>
                  </a:lnTo>
                  <a:lnTo>
                    <a:pt x="3892" y="23132"/>
                  </a:lnTo>
                  <a:lnTo>
                    <a:pt x="3892" y="23132"/>
                  </a:lnTo>
                  <a:lnTo>
                    <a:pt x="3913" y="23121"/>
                  </a:lnTo>
                  <a:lnTo>
                    <a:pt x="3976" y="23121"/>
                  </a:lnTo>
                  <a:lnTo>
                    <a:pt x="4123" y="23100"/>
                  </a:lnTo>
                  <a:lnTo>
                    <a:pt x="4164" y="23038"/>
                  </a:lnTo>
                  <a:lnTo>
                    <a:pt x="4185" y="23038"/>
                  </a:lnTo>
                  <a:lnTo>
                    <a:pt x="4185" y="23100"/>
                  </a:lnTo>
                  <a:lnTo>
                    <a:pt x="4248" y="23121"/>
                  </a:lnTo>
                  <a:lnTo>
                    <a:pt x="4332" y="23121"/>
                  </a:lnTo>
                  <a:lnTo>
                    <a:pt x="4436" y="23247"/>
                  </a:lnTo>
                  <a:lnTo>
                    <a:pt x="4478" y="23268"/>
                  </a:lnTo>
                  <a:lnTo>
                    <a:pt x="4562" y="23226"/>
                  </a:lnTo>
                  <a:lnTo>
                    <a:pt x="4604" y="23142"/>
                  </a:lnTo>
                  <a:lnTo>
                    <a:pt x="4604" y="23059"/>
                  </a:lnTo>
                  <a:lnTo>
                    <a:pt x="4583" y="23017"/>
                  </a:lnTo>
                  <a:lnTo>
                    <a:pt x="4583" y="22954"/>
                  </a:lnTo>
                  <a:lnTo>
                    <a:pt x="4688" y="22954"/>
                  </a:lnTo>
                  <a:lnTo>
                    <a:pt x="4709" y="22933"/>
                  </a:lnTo>
                  <a:close/>
                  <a:moveTo>
                    <a:pt x="4269" y="25193"/>
                  </a:moveTo>
                  <a:lnTo>
                    <a:pt x="4290" y="25277"/>
                  </a:lnTo>
                  <a:lnTo>
                    <a:pt x="4395" y="25297"/>
                  </a:lnTo>
                  <a:lnTo>
                    <a:pt x="4436" y="25339"/>
                  </a:lnTo>
                  <a:lnTo>
                    <a:pt x="4353" y="25339"/>
                  </a:lnTo>
                  <a:lnTo>
                    <a:pt x="4290" y="25318"/>
                  </a:lnTo>
                  <a:lnTo>
                    <a:pt x="4123" y="25318"/>
                  </a:lnTo>
                  <a:lnTo>
                    <a:pt x="4060" y="25381"/>
                  </a:lnTo>
                  <a:lnTo>
                    <a:pt x="4039" y="25318"/>
                  </a:lnTo>
                  <a:lnTo>
                    <a:pt x="3976" y="25339"/>
                  </a:lnTo>
                  <a:lnTo>
                    <a:pt x="3955" y="25444"/>
                  </a:lnTo>
                  <a:lnTo>
                    <a:pt x="3913" y="25486"/>
                  </a:lnTo>
                  <a:lnTo>
                    <a:pt x="3851" y="25528"/>
                  </a:lnTo>
                  <a:lnTo>
                    <a:pt x="3725" y="25549"/>
                  </a:lnTo>
                  <a:lnTo>
                    <a:pt x="3641" y="25611"/>
                  </a:lnTo>
                  <a:lnTo>
                    <a:pt x="3725" y="25528"/>
                  </a:lnTo>
                  <a:lnTo>
                    <a:pt x="3830" y="25507"/>
                  </a:lnTo>
                  <a:lnTo>
                    <a:pt x="3872" y="25444"/>
                  </a:lnTo>
                  <a:lnTo>
                    <a:pt x="3913" y="25381"/>
                  </a:lnTo>
                  <a:lnTo>
                    <a:pt x="3955" y="25318"/>
                  </a:lnTo>
                  <a:lnTo>
                    <a:pt x="4018" y="25318"/>
                  </a:lnTo>
                  <a:lnTo>
                    <a:pt x="4227" y="25193"/>
                  </a:lnTo>
                  <a:close/>
                  <a:moveTo>
                    <a:pt x="16614" y="1"/>
                  </a:moveTo>
                  <a:lnTo>
                    <a:pt x="16530" y="22"/>
                  </a:lnTo>
                  <a:lnTo>
                    <a:pt x="16489" y="84"/>
                  </a:lnTo>
                  <a:lnTo>
                    <a:pt x="16489" y="168"/>
                  </a:lnTo>
                  <a:lnTo>
                    <a:pt x="16509" y="273"/>
                  </a:lnTo>
                  <a:lnTo>
                    <a:pt x="16509" y="336"/>
                  </a:lnTo>
                  <a:lnTo>
                    <a:pt x="16468" y="398"/>
                  </a:lnTo>
                  <a:lnTo>
                    <a:pt x="16405" y="336"/>
                  </a:lnTo>
                  <a:lnTo>
                    <a:pt x="16384" y="210"/>
                  </a:lnTo>
                  <a:lnTo>
                    <a:pt x="16321" y="126"/>
                  </a:lnTo>
                  <a:lnTo>
                    <a:pt x="16279" y="126"/>
                  </a:lnTo>
                  <a:lnTo>
                    <a:pt x="16216" y="84"/>
                  </a:lnTo>
                  <a:lnTo>
                    <a:pt x="16175" y="64"/>
                  </a:lnTo>
                  <a:lnTo>
                    <a:pt x="16154" y="105"/>
                  </a:lnTo>
                  <a:lnTo>
                    <a:pt x="16112" y="210"/>
                  </a:lnTo>
                  <a:lnTo>
                    <a:pt x="16070" y="273"/>
                  </a:lnTo>
                  <a:lnTo>
                    <a:pt x="15986" y="231"/>
                  </a:lnTo>
                  <a:lnTo>
                    <a:pt x="15903" y="273"/>
                  </a:lnTo>
                  <a:lnTo>
                    <a:pt x="15882" y="377"/>
                  </a:lnTo>
                  <a:lnTo>
                    <a:pt x="15924" y="440"/>
                  </a:lnTo>
                  <a:lnTo>
                    <a:pt x="15965" y="503"/>
                  </a:lnTo>
                  <a:lnTo>
                    <a:pt x="15882" y="587"/>
                  </a:lnTo>
                  <a:lnTo>
                    <a:pt x="15777" y="712"/>
                  </a:lnTo>
                  <a:lnTo>
                    <a:pt x="15777" y="754"/>
                  </a:lnTo>
                  <a:lnTo>
                    <a:pt x="15861" y="796"/>
                  </a:lnTo>
                  <a:lnTo>
                    <a:pt x="15882" y="838"/>
                  </a:lnTo>
                  <a:lnTo>
                    <a:pt x="15840" y="901"/>
                  </a:lnTo>
                  <a:lnTo>
                    <a:pt x="15777" y="901"/>
                  </a:lnTo>
                  <a:lnTo>
                    <a:pt x="15631" y="817"/>
                  </a:lnTo>
                  <a:lnTo>
                    <a:pt x="15421" y="817"/>
                  </a:lnTo>
                  <a:lnTo>
                    <a:pt x="15380" y="963"/>
                  </a:lnTo>
                  <a:lnTo>
                    <a:pt x="15421" y="1131"/>
                  </a:lnTo>
                  <a:lnTo>
                    <a:pt x="15484" y="1277"/>
                  </a:lnTo>
                  <a:lnTo>
                    <a:pt x="15631" y="1340"/>
                  </a:lnTo>
                  <a:lnTo>
                    <a:pt x="15672" y="1382"/>
                  </a:lnTo>
                  <a:lnTo>
                    <a:pt x="15672" y="1445"/>
                  </a:lnTo>
                  <a:lnTo>
                    <a:pt x="15547" y="1403"/>
                  </a:lnTo>
                  <a:lnTo>
                    <a:pt x="15421" y="1340"/>
                  </a:lnTo>
                  <a:lnTo>
                    <a:pt x="15317" y="1152"/>
                  </a:lnTo>
                  <a:lnTo>
                    <a:pt x="15128" y="1026"/>
                  </a:lnTo>
                  <a:lnTo>
                    <a:pt x="15045" y="963"/>
                  </a:lnTo>
                  <a:lnTo>
                    <a:pt x="15024" y="1026"/>
                  </a:lnTo>
                  <a:lnTo>
                    <a:pt x="15045" y="1068"/>
                  </a:lnTo>
                  <a:lnTo>
                    <a:pt x="15045" y="1173"/>
                  </a:lnTo>
                  <a:lnTo>
                    <a:pt x="15066" y="1256"/>
                  </a:lnTo>
                  <a:lnTo>
                    <a:pt x="15128" y="1340"/>
                  </a:lnTo>
                  <a:lnTo>
                    <a:pt x="15128" y="1465"/>
                  </a:lnTo>
                  <a:lnTo>
                    <a:pt x="15045" y="1549"/>
                  </a:lnTo>
                  <a:lnTo>
                    <a:pt x="15045" y="1382"/>
                  </a:lnTo>
                  <a:lnTo>
                    <a:pt x="15003" y="1256"/>
                  </a:lnTo>
                  <a:lnTo>
                    <a:pt x="14919" y="1110"/>
                  </a:lnTo>
                  <a:lnTo>
                    <a:pt x="14919" y="1026"/>
                  </a:lnTo>
                  <a:lnTo>
                    <a:pt x="14836" y="921"/>
                  </a:lnTo>
                  <a:lnTo>
                    <a:pt x="14731" y="859"/>
                  </a:lnTo>
                  <a:lnTo>
                    <a:pt x="14647" y="984"/>
                  </a:lnTo>
                  <a:lnTo>
                    <a:pt x="14605" y="1068"/>
                  </a:lnTo>
                  <a:lnTo>
                    <a:pt x="14543" y="984"/>
                  </a:lnTo>
                  <a:lnTo>
                    <a:pt x="14605" y="921"/>
                  </a:lnTo>
                  <a:lnTo>
                    <a:pt x="14605" y="859"/>
                  </a:lnTo>
                  <a:lnTo>
                    <a:pt x="14522" y="817"/>
                  </a:lnTo>
                  <a:lnTo>
                    <a:pt x="14501" y="733"/>
                  </a:lnTo>
                  <a:lnTo>
                    <a:pt x="14480" y="691"/>
                  </a:lnTo>
                  <a:lnTo>
                    <a:pt x="14375" y="691"/>
                  </a:lnTo>
                  <a:lnTo>
                    <a:pt x="14292" y="733"/>
                  </a:lnTo>
                  <a:lnTo>
                    <a:pt x="14271" y="712"/>
                  </a:lnTo>
                  <a:lnTo>
                    <a:pt x="14292" y="628"/>
                  </a:lnTo>
                  <a:lnTo>
                    <a:pt x="14375" y="545"/>
                  </a:lnTo>
                  <a:lnTo>
                    <a:pt x="14271" y="566"/>
                  </a:lnTo>
                  <a:lnTo>
                    <a:pt x="14166" y="670"/>
                  </a:lnTo>
                  <a:lnTo>
                    <a:pt x="14124" y="754"/>
                  </a:lnTo>
                  <a:lnTo>
                    <a:pt x="14020" y="817"/>
                  </a:lnTo>
                  <a:lnTo>
                    <a:pt x="13957" y="838"/>
                  </a:lnTo>
                  <a:lnTo>
                    <a:pt x="13852" y="984"/>
                  </a:lnTo>
                  <a:lnTo>
                    <a:pt x="13810" y="984"/>
                  </a:lnTo>
                  <a:lnTo>
                    <a:pt x="13768" y="880"/>
                  </a:lnTo>
                  <a:lnTo>
                    <a:pt x="13685" y="817"/>
                  </a:lnTo>
                  <a:lnTo>
                    <a:pt x="13643" y="817"/>
                  </a:lnTo>
                  <a:lnTo>
                    <a:pt x="13601" y="880"/>
                  </a:lnTo>
                  <a:lnTo>
                    <a:pt x="13580" y="963"/>
                  </a:lnTo>
                  <a:lnTo>
                    <a:pt x="13601" y="1089"/>
                  </a:lnTo>
                  <a:lnTo>
                    <a:pt x="13768" y="1193"/>
                  </a:lnTo>
                  <a:lnTo>
                    <a:pt x="13768" y="1256"/>
                  </a:lnTo>
                  <a:lnTo>
                    <a:pt x="13685" y="1256"/>
                  </a:lnTo>
                  <a:lnTo>
                    <a:pt x="13643" y="1382"/>
                  </a:lnTo>
                  <a:lnTo>
                    <a:pt x="13643" y="1507"/>
                  </a:lnTo>
                  <a:lnTo>
                    <a:pt x="13768" y="1591"/>
                  </a:lnTo>
                  <a:lnTo>
                    <a:pt x="13852" y="1570"/>
                  </a:lnTo>
                  <a:lnTo>
                    <a:pt x="13915" y="1507"/>
                  </a:lnTo>
                  <a:lnTo>
                    <a:pt x="14103" y="1507"/>
                  </a:lnTo>
                  <a:lnTo>
                    <a:pt x="14229" y="1675"/>
                  </a:lnTo>
                  <a:lnTo>
                    <a:pt x="14333" y="1717"/>
                  </a:lnTo>
                  <a:lnTo>
                    <a:pt x="14396" y="1800"/>
                  </a:lnTo>
                  <a:lnTo>
                    <a:pt x="14375" y="1863"/>
                  </a:lnTo>
                  <a:lnTo>
                    <a:pt x="14375" y="1926"/>
                  </a:lnTo>
                  <a:lnTo>
                    <a:pt x="14396" y="2072"/>
                  </a:lnTo>
                  <a:lnTo>
                    <a:pt x="14333" y="2219"/>
                  </a:lnTo>
                  <a:lnTo>
                    <a:pt x="14333" y="2302"/>
                  </a:lnTo>
                  <a:lnTo>
                    <a:pt x="14417" y="2407"/>
                  </a:lnTo>
                  <a:lnTo>
                    <a:pt x="14417" y="2533"/>
                  </a:lnTo>
                  <a:lnTo>
                    <a:pt x="14438" y="2616"/>
                  </a:lnTo>
                  <a:lnTo>
                    <a:pt x="14543" y="2700"/>
                  </a:lnTo>
                  <a:lnTo>
                    <a:pt x="14626" y="2700"/>
                  </a:lnTo>
                  <a:lnTo>
                    <a:pt x="14710" y="2784"/>
                  </a:lnTo>
                  <a:lnTo>
                    <a:pt x="14836" y="2846"/>
                  </a:lnTo>
                  <a:lnTo>
                    <a:pt x="14836" y="2909"/>
                  </a:lnTo>
                  <a:lnTo>
                    <a:pt x="14856" y="2993"/>
                  </a:lnTo>
                  <a:lnTo>
                    <a:pt x="14731" y="2888"/>
                  </a:lnTo>
                  <a:lnTo>
                    <a:pt x="14584" y="2805"/>
                  </a:lnTo>
                  <a:lnTo>
                    <a:pt x="14417" y="2805"/>
                  </a:lnTo>
                  <a:lnTo>
                    <a:pt x="14333" y="2742"/>
                  </a:lnTo>
                  <a:lnTo>
                    <a:pt x="14312" y="2679"/>
                  </a:lnTo>
                  <a:lnTo>
                    <a:pt x="14312" y="2533"/>
                  </a:lnTo>
                  <a:lnTo>
                    <a:pt x="14271" y="2323"/>
                  </a:lnTo>
                  <a:lnTo>
                    <a:pt x="14312" y="2219"/>
                  </a:lnTo>
                  <a:lnTo>
                    <a:pt x="14312" y="2114"/>
                  </a:lnTo>
                  <a:lnTo>
                    <a:pt x="14208" y="2009"/>
                  </a:lnTo>
                  <a:lnTo>
                    <a:pt x="14208" y="1926"/>
                  </a:lnTo>
                  <a:lnTo>
                    <a:pt x="14166" y="1779"/>
                  </a:lnTo>
                  <a:lnTo>
                    <a:pt x="14103" y="1737"/>
                  </a:lnTo>
                  <a:lnTo>
                    <a:pt x="14020" y="1696"/>
                  </a:lnTo>
                  <a:lnTo>
                    <a:pt x="13957" y="1654"/>
                  </a:lnTo>
                  <a:lnTo>
                    <a:pt x="13852" y="1633"/>
                  </a:lnTo>
                  <a:lnTo>
                    <a:pt x="13748" y="1675"/>
                  </a:lnTo>
                  <a:lnTo>
                    <a:pt x="13601" y="1696"/>
                  </a:lnTo>
                  <a:lnTo>
                    <a:pt x="13538" y="1675"/>
                  </a:lnTo>
                  <a:lnTo>
                    <a:pt x="13476" y="1675"/>
                  </a:lnTo>
                  <a:lnTo>
                    <a:pt x="13434" y="1863"/>
                  </a:lnTo>
                  <a:lnTo>
                    <a:pt x="13476" y="1905"/>
                  </a:lnTo>
                  <a:lnTo>
                    <a:pt x="13476" y="2009"/>
                  </a:lnTo>
                  <a:lnTo>
                    <a:pt x="13434" y="2072"/>
                  </a:lnTo>
                  <a:lnTo>
                    <a:pt x="13266" y="1989"/>
                  </a:lnTo>
                  <a:lnTo>
                    <a:pt x="13078" y="1779"/>
                  </a:lnTo>
                  <a:lnTo>
                    <a:pt x="13036" y="1779"/>
                  </a:lnTo>
                  <a:lnTo>
                    <a:pt x="12973" y="1821"/>
                  </a:lnTo>
                  <a:lnTo>
                    <a:pt x="12931" y="1821"/>
                  </a:lnTo>
                  <a:lnTo>
                    <a:pt x="12869" y="1758"/>
                  </a:lnTo>
                  <a:lnTo>
                    <a:pt x="12701" y="1717"/>
                  </a:lnTo>
                  <a:lnTo>
                    <a:pt x="12639" y="1779"/>
                  </a:lnTo>
                  <a:lnTo>
                    <a:pt x="12639" y="1884"/>
                  </a:lnTo>
                  <a:lnTo>
                    <a:pt x="12701" y="2009"/>
                  </a:lnTo>
                  <a:lnTo>
                    <a:pt x="12639" y="2093"/>
                  </a:lnTo>
                  <a:lnTo>
                    <a:pt x="12701" y="2198"/>
                  </a:lnTo>
                  <a:lnTo>
                    <a:pt x="12743" y="2344"/>
                  </a:lnTo>
                  <a:lnTo>
                    <a:pt x="12722" y="2491"/>
                  </a:lnTo>
                  <a:lnTo>
                    <a:pt x="12743" y="2533"/>
                  </a:lnTo>
                  <a:lnTo>
                    <a:pt x="12764" y="2700"/>
                  </a:lnTo>
                  <a:lnTo>
                    <a:pt x="12743" y="2742"/>
                  </a:lnTo>
                  <a:lnTo>
                    <a:pt x="12743" y="2846"/>
                  </a:lnTo>
                  <a:lnTo>
                    <a:pt x="12827" y="3014"/>
                  </a:lnTo>
                  <a:lnTo>
                    <a:pt x="12848" y="3118"/>
                  </a:lnTo>
                  <a:lnTo>
                    <a:pt x="12827" y="3265"/>
                  </a:lnTo>
                  <a:lnTo>
                    <a:pt x="12827" y="3349"/>
                  </a:lnTo>
                  <a:lnTo>
                    <a:pt x="12911" y="3453"/>
                  </a:lnTo>
                  <a:lnTo>
                    <a:pt x="12931" y="3579"/>
                  </a:lnTo>
                  <a:lnTo>
                    <a:pt x="12931" y="3662"/>
                  </a:lnTo>
                  <a:lnTo>
                    <a:pt x="13057" y="3767"/>
                  </a:lnTo>
                  <a:lnTo>
                    <a:pt x="13120" y="3851"/>
                  </a:lnTo>
                  <a:lnTo>
                    <a:pt x="13120" y="3955"/>
                  </a:lnTo>
                  <a:lnTo>
                    <a:pt x="13162" y="3997"/>
                  </a:lnTo>
                  <a:lnTo>
                    <a:pt x="13245" y="3997"/>
                  </a:lnTo>
                  <a:lnTo>
                    <a:pt x="13245" y="4060"/>
                  </a:lnTo>
                  <a:lnTo>
                    <a:pt x="13266" y="4123"/>
                  </a:lnTo>
                  <a:lnTo>
                    <a:pt x="13371" y="4186"/>
                  </a:lnTo>
                  <a:lnTo>
                    <a:pt x="13392" y="4206"/>
                  </a:lnTo>
                  <a:lnTo>
                    <a:pt x="13371" y="4227"/>
                  </a:lnTo>
                  <a:lnTo>
                    <a:pt x="13266" y="4227"/>
                  </a:lnTo>
                  <a:lnTo>
                    <a:pt x="13224" y="4206"/>
                  </a:lnTo>
                  <a:lnTo>
                    <a:pt x="13141" y="4206"/>
                  </a:lnTo>
                  <a:lnTo>
                    <a:pt x="13078" y="4165"/>
                  </a:lnTo>
                  <a:lnTo>
                    <a:pt x="13078" y="4081"/>
                  </a:lnTo>
                  <a:lnTo>
                    <a:pt x="13057" y="4018"/>
                  </a:lnTo>
                  <a:lnTo>
                    <a:pt x="12973" y="3997"/>
                  </a:lnTo>
                  <a:lnTo>
                    <a:pt x="12911" y="4018"/>
                  </a:lnTo>
                  <a:lnTo>
                    <a:pt x="12848" y="4018"/>
                  </a:lnTo>
                  <a:lnTo>
                    <a:pt x="12827" y="3976"/>
                  </a:lnTo>
                  <a:lnTo>
                    <a:pt x="12827" y="3872"/>
                  </a:lnTo>
                  <a:lnTo>
                    <a:pt x="12806" y="3851"/>
                  </a:lnTo>
                  <a:lnTo>
                    <a:pt x="12743" y="3893"/>
                  </a:lnTo>
                  <a:lnTo>
                    <a:pt x="12659" y="4060"/>
                  </a:lnTo>
                  <a:lnTo>
                    <a:pt x="12534" y="4102"/>
                  </a:lnTo>
                  <a:lnTo>
                    <a:pt x="12450" y="4102"/>
                  </a:lnTo>
                  <a:lnTo>
                    <a:pt x="12325" y="3997"/>
                  </a:lnTo>
                  <a:lnTo>
                    <a:pt x="12220" y="3997"/>
                  </a:lnTo>
                  <a:lnTo>
                    <a:pt x="12178" y="3914"/>
                  </a:lnTo>
                  <a:lnTo>
                    <a:pt x="12178" y="3809"/>
                  </a:lnTo>
                  <a:lnTo>
                    <a:pt x="12199" y="3683"/>
                  </a:lnTo>
                  <a:lnTo>
                    <a:pt x="12115" y="3495"/>
                  </a:lnTo>
                  <a:lnTo>
                    <a:pt x="12074" y="3453"/>
                  </a:lnTo>
                  <a:lnTo>
                    <a:pt x="12032" y="3328"/>
                  </a:lnTo>
                  <a:lnTo>
                    <a:pt x="12032" y="3244"/>
                  </a:lnTo>
                  <a:lnTo>
                    <a:pt x="12095" y="3181"/>
                  </a:lnTo>
                  <a:lnTo>
                    <a:pt x="12115" y="3139"/>
                  </a:lnTo>
                  <a:lnTo>
                    <a:pt x="12095" y="2867"/>
                  </a:lnTo>
                  <a:lnTo>
                    <a:pt x="12011" y="2742"/>
                  </a:lnTo>
                  <a:lnTo>
                    <a:pt x="11906" y="2595"/>
                  </a:lnTo>
                  <a:lnTo>
                    <a:pt x="11906" y="2491"/>
                  </a:lnTo>
                  <a:lnTo>
                    <a:pt x="11802" y="2240"/>
                  </a:lnTo>
                  <a:lnTo>
                    <a:pt x="11760" y="2135"/>
                  </a:lnTo>
                  <a:lnTo>
                    <a:pt x="11676" y="2093"/>
                  </a:lnTo>
                  <a:lnTo>
                    <a:pt x="11655" y="2009"/>
                  </a:lnTo>
                  <a:lnTo>
                    <a:pt x="11571" y="1989"/>
                  </a:lnTo>
                  <a:lnTo>
                    <a:pt x="11467" y="1968"/>
                  </a:lnTo>
                  <a:lnTo>
                    <a:pt x="11383" y="1905"/>
                  </a:lnTo>
                  <a:lnTo>
                    <a:pt x="11279" y="1926"/>
                  </a:lnTo>
                  <a:lnTo>
                    <a:pt x="11237" y="1989"/>
                  </a:lnTo>
                  <a:lnTo>
                    <a:pt x="11237" y="2114"/>
                  </a:lnTo>
                  <a:lnTo>
                    <a:pt x="11195" y="2177"/>
                  </a:lnTo>
                  <a:lnTo>
                    <a:pt x="11237" y="2240"/>
                  </a:lnTo>
                  <a:lnTo>
                    <a:pt x="11195" y="2323"/>
                  </a:lnTo>
                  <a:lnTo>
                    <a:pt x="11132" y="2533"/>
                  </a:lnTo>
                  <a:lnTo>
                    <a:pt x="11132" y="2658"/>
                  </a:lnTo>
                  <a:lnTo>
                    <a:pt x="11153" y="2825"/>
                  </a:lnTo>
                  <a:lnTo>
                    <a:pt x="11195" y="2867"/>
                  </a:lnTo>
                  <a:lnTo>
                    <a:pt x="11174" y="3035"/>
                  </a:lnTo>
                  <a:lnTo>
                    <a:pt x="11132" y="3181"/>
                  </a:lnTo>
                  <a:lnTo>
                    <a:pt x="11153" y="3286"/>
                  </a:lnTo>
                  <a:lnTo>
                    <a:pt x="11153" y="3495"/>
                  </a:lnTo>
                  <a:lnTo>
                    <a:pt x="11090" y="3537"/>
                  </a:lnTo>
                  <a:lnTo>
                    <a:pt x="11048" y="3474"/>
                  </a:lnTo>
                  <a:lnTo>
                    <a:pt x="10986" y="3453"/>
                  </a:lnTo>
                  <a:lnTo>
                    <a:pt x="10944" y="3495"/>
                  </a:lnTo>
                  <a:lnTo>
                    <a:pt x="10860" y="3474"/>
                  </a:lnTo>
                  <a:lnTo>
                    <a:pt x="10839" y="3453"/>
                  </a:lnTo>
                  <a:lnTo>
                    <a:pt x="10755" y="3432"/>
                  </a:lnTo>
                  <a:lnTo>
                    <a:pt x="10630" y="3390"/>
                  </a:lnTo>
                  <a:lnTo>
                    <a:pt x="10546" y="3328"/>
                  </a:lnTo>
                  <a:lnTo>
                    <a:pt x="10504" y="3328"/>
                  </a:lnTo>
                  <a:lnTo>
                    <a:pt x="10462" y="3349"/>
                  </a:lnTo>
                  <a:lnTo>
                    <a:pt x="10504" y="3432"/>
                  </a:lnTo>
                  <a:lnTo>
                    <a:pt x="10567" y="3495"/>
                  </a:lnTo>
                  <a:lnTo>
                    <a:pt x="10567" y="3558"/>
                  </a:lnTo>
                  <a:lnTo>
                    <a:pt x="10546" y="3600"/>
                  </a:lnTo>
                  <a:lnTo>
                    <a:pt x="10525" y="3662"/>
                  </a:lnTo>
                  <a:lnTo>
                    <a:pt x="10462" y="3662"/>
                  </a:lnTo>
                  <a:lnTo>
                    <a:pt x="10442" y="3641"/>
                  </a:lnTo>
                  <a:lnTo>
                    <a:pt x="10358" y="3641"/>
                  </a:lnTo>
                  <a:lnTo>
                    <a:pt x="10316" y="3579"/>
                  </a:lnTo>
                  <a:lnTo>
                    <a:pt x="10316" y="3432"/>
                  </a:lnTo>
                  <a:lnTo>
                    <a:pt x="10232" y="3286"/>
                  </a:lnTo>
                  <a:lnTo>
                    <a:pt x="10211" y="3160"/>
                  </a:lnTo>
                  <a:lnTo>
                    <a:pt x="10190" y="3056"/>
                  </a:lnTo>
                  <a:lnTo>
                    <a:pt x="10107" y="2972"/>
                  </a:lnTo>
                  <a:lnTo>
                    <a:pt x="10107" y="2909"/>
                  </a:lnTo>
                  <a:lnTo>
                    <a:pt x="10044" y="2825"/>
                  </a:lnTo>
                  <a:lnTo>
                    <a:pt x="9981" y="2909"/>
                  </a:lnTo>
                  <a:lnTo>
                    <a:pt x="10023" y="2993"/>
                  </a:lnTo>
                  <a:lnTo>
                    <a:pt x="9981" y="3035"/>
                  </a:lnTo>
                  <a:lnTo>
                    <a:pt x="9981" y="3118"/>
                  </a:lnTo>
                  <a:lnTo>
                    <a:pt x="9939" y="3202"/>
                  </a:lnTo>
                  <a:lnTo>
                    <a:pt x="9898" y="3244"/>
                  </a:lnTo>
                  <a:lnTo>
                    <a:pt x="9814" y="3265"/>
                  </a:lnTo>
                  <a:lnTo>
                    <a:pt x="9772" y="3369"/>
                  </a:lnTo>
                  <a:lnTo>
                    <a:pt x="9667" y="3537"/>
                  </a:lnTo>
                  <a:lnTo>
                    <a:pt x="9584" y="3621"/>
                  </a:lnTo>
                  <a:lnTo>
                    <a:pt x="9584" y="3662"/>
                  </a:lnTo>
                  <a:lnTo>
                    <a:pt x="9521" y="3725"/>
                  </a:lnTo>
                  <a:lnTo>
                    <a:pt x="9458" y="3851"/>
                  </a:lnTo>
                  <a:lnTo>
                    <a:pt x="9395" y="3851"/>
                  </a:lnTo>
                  <a:lnTo>
                    <a:pt x="9374" y="3788"/>
                  </a:lnTo>
                  <a:lnTo>
                    <a:pt x="9395" y="3683"/>
                  </a:lnTo>
                  <a:lnTo>
                    <a:pt x="9479" y="3579"/>
                  </a:lnTo>
                  <a:lnTo>
                    <a:pt x="9500" y="3474"/>
                  </a:lnTo>
                  <a:lnTo>
                    <a:pt x="9563" y="3432"/>
                  </a:lnTo>
                  <a:lnTo>
                    <a:pt x="9667" y="3369"/>
                  </a:lnTo>
                  <a:lnTo>
                    <a:pt x="9709" y="3244"/>
                  </a:lnTo>
                  <a:lnTo>
                    <a:pt x="9793" y="3160"/>
                  </a:lnTo>
                  <a:lnTo>
                    <a:pt x="9814" y="3077"/>
                  </a:lnTo>
                  <a:lnTo>
                    <a:pt x="9814" y="3035"/>
                  </a:lnTo>
                  <a:lnTo>
                    <a:pt x="9772" y="2993"/>
                  </a:lnTo>
                  <a:lnTo>
                    <a:pt x="9793" y="2930"/>
                  </a:lnTo>
                  <a:lnTo>
                    <a:pt x="9877" y="2909"/>
                  </a:lnTo>
                  <a:lnTo>
                    <a:pt x="9898" y="2825"/>
                  </a:lnTo>
                  <a:lnTo>
                    <a:pt x="9898" y="2742"/>
                  </a:lnTo>
                  <a:lnTo>
                    <a:pt x="9939" y="2637"/>
                  </a:lnTo>
                  <a:lnTo>
                    <a:pt x="10023" y="2470"/>
                  </a:lnTo>
                  <a:lnTo>
                    <a:pt x="10023" y="2365"/>
                  </a:lnTo>
                  <a:lnTo>
                    <a:pt x="10086" y="2198"/>
                  </a:lnTo>
                  <a:lnTo>
                    <a:pt x="10107" y="1947"/>
                  </a:lnTo>
                  <a:lnTo>
                    <a:pt x="10086" y="1863"/>
                  </a:lnTo>
                  <a:lnTo>
                    <a:pt x="9918" y="1842"/>
                  </a:lnTo>
                  <a:lnTo>
                    <a:pt x="9814" y="1863"/>
                  </a:lnTo>
                  <a:lnTo>
                    <a:pt x="9709" y="1947"/>
                  </a:lnTo>
                  <a:lnTo>
                    <a:pt x="9605" y="1884"/>
                  </a:lnTo>
                  <a:lnTo>
                    <a:pt x="9521" y="1863"/>
                  </a:lnTo>
                  <a:lnTo>
                    <a:pt x="9479" y="1884"/>
                  </a:lnTo>
                  <a:lnTo>
                    <a:pt x="9500" y="1968"/>
                  </a:lnTo>
                  <a:lnTo>
                    <a:pt x="9584" y="2051"/>
                  </a:lnTo>
                  <a:lnTo>
                    <a:pt x="9584" y="2198"/>
                  </a:lnTo>
                  <a:lnTo>
                    <a:pt x="9563" y="2281"/>
                  </a:lnTo>
                  <a:lnTo>
                    <a:pt x="9500" y="2219"/>
                  </a:lnTo>
                  <a:lnTo>
                    <a:pt x="9479" y="2093"/>
                  </a:lnTo>
                  <a:lnTo>
                    <a:pt x="9395" y="2009"/>
                  </a:lnTo>
                  <a:lnTo>
                    <a:pt x="9312" y="1989"/>
                  </a:lnTo>
                  <a:lnTo>
                    <a:pt x="9165" y="2114"/>
                  </a:lnTo>
                  <a:lnTo>
                    <a:pt x="9165" y="2219"/>
                  </a:lnTo>
                  <a:lnTo>
                    <a:pt x="9207" y="2302"/>
                  </a:lnTo>
                  <a:lnTo>
                    <a:pt x="9165" y="2386"/>
                  </a:lnTo>
                  <a:lnTo>
                    <a:pt x="9061" y="2386"/>
                  </a:lnTo>
                  <a:lnTo>
                    <a:pt x="9061" y="2323"/>
                  </a:lnTo>
                  <a:lnTo>
                    <a:pt x="9061" y="2219"/>
                  </a:lnTo>
                  <a:lnTo>
                    <a:pt x="9040" y="2114"/>
                  </a:lnTo>
                  <a:lnTo>
                    <a:pt x="8956" y="2072"/>
                  </a:lnTo>
                  <a:lnTo>
                    <a:pt x="8747" y="2072"/>
                  </a:lnTo>
                  <a:lnTo>
                    <a:pt x="8538" y="2156"/>
                  </a:lnTo>
                  <a:lnTo>
                    <a:pt x="8307" y="2156"/>
                  </a:lnTo>
                  <a:lnTo>
                    <a:pt x="8140" y="2093"/>
                  </a:lnTo>
                  <a:lnTo>
                    <a:pt x="8056" y="2093"/>
                  </a:lnTo>
                  <a:lnTo>
                    <a:pt x="7994" y="2114"/>
                  </a:lnTo>
                  <a:lnTo>
                    <a:pt x="7910" y="2093"/>
                  </a:lnTo>
                  <a:lnTo>
                    <a:pt x="7805" y="2093"/>
                  </a:lnTo>
                  <a:lnTo>
                    <a:pt x="7701" y="2177"/>
                  </a:lnTo>
                  <a:lnTo>
                    <a:pt x="7680" y="2219"/>
                  </a:lnTo>
                  <a:lnTo>
                    <a:pt x="7722" y="2302"/>
                  </a:lnTo>
                  <a:lnTo>
                    <a:pt x="7722" y="2386"/>
                  </a:lnTo>
                  <a:lnTo>
                    <a:pt x="7784" y="2491"/>
                  </a:lnTo>
                  <a:lnTo>
                    <a:pt x="7805" y="2533"/>
                  </a:lnTo>
                  <a:lnTo>
                    <a:pt x="7784" y="2616"/>
                  </a:lnTo>
                  <a:lnTo>
                    <a:pt x="7722" y="2784"/>
                  </a:lnTo>
                  <a:lnTo>
                    <a:pt x="7742" y="2930"/>
                  </a:lnTo>
                  <a:lnTo>
                    <a:pt x="7889" y="3118"/>
                  </a:lnTo>
                  <a:lnTo>
                    <a:pt x="7889" y="3223"/>
                  </a:lnTo>
                  <a:lnTo>
                    <a:pt x="7910" y="3432"/>
                  </a:lnTo>
                  <a:lnTo>
                    <a:pt x="7889" y="3453"/>
                  </a:lnTo>
                  <a:lnTo>
                    <a:pt x="7826" y="3411"/>
                  </a:lnTo>
                  <a:lnTo>
                    <a:pt x="7784" y="3307"/>
                  </a:lnTo>
                  <a:lnTo>
                    <a:pt x="7638" y="3160"/>
                  </a:lnTo>
                  <a:lnTo>
                    <a:pt x="7596" y="3118"/>
                  </a:lnTo>
                  <a:lnTo>
                    <a:pt x="7596" y="2909"/>
                  </a:lnTo>
                  <a:lnTo>
                    <a:pt x="7617" y="2700"/>
                  </a:lnTo>
                  <a:lnTo>
                    <a:pt x="7617" y="2595"/>
                  </a:lnTo>
                  <a:lnTo>
                    <a:pt x="7512" y="2428"/>
                  </a:lnTo>
                  <a:lnTo>
                    <a:pt x="7512" y="2323"/>
                  </a:lnTo>
                  <a:lnTo>
                    <a:pt x="7491" y="2281"/>
                  </a:lnTo>
                  <a:lnTo>
                    <a:pt x="7429" y="2261"/>
                  </a:lnTo>
                  <a:lnTo>
                    <a:pt x="7303" y="2302"/>
                  </a:lnTo>
                  <a:lnTo>
                    <a:pt x="7177" y="2386"/>
                  </a:lnTo>
                  <a:lnTo>
                    <a:pt x="7010" y="2407"/>
                  </a:lnTo>
                  <a:lnTo>
                    <a:pt x="6947" y="2470"/>
                  </a:lnTo>
                  <a:lnTo>
                    <a:pt x="6905" y="2595"/>
                  </a:lnTo>
                  <a:lnTo>
                    <a:pt x="6947" y="2700"/>
                  </a:lnTo>
                  <a:lnTo>
                    <a:pt x="6905" y="2825"/>
                  </a:lnTo>
                  <a:lnTo>
                    <a:pt x="6843" y="2930"/>
                  </a:lnTo>
                  <a:lnTo>
                    <a:pt x="6801" y="2993"/>
                  </a:lnTo>
                  <a:lnTo>
                    <a:pt x="6843" y="3035"/>
                  </a:lnTo>
                  <a:lnTo>
                    <a:pt x="6885" y="3035"/>
                  </a:lnTo>
                  <a:lnTo>
                    <a:pt x="6947" y="3056"/>
                  </a:lnTo>
                  <a:lnTo>
                    <a:pt x="6947" y="3202"/>
                  </a:lnTo>
                  <a:lnTo>
                    <a:pt x="6885" y="3307"/>
                  </a:lnTo>
                  <a:lnTo>
                    <a:pt x="6738" y="3411"/>
                  </a:lnTo>
                  <a:lnTo>
                    <a:pt x="6633" y="3411"/>
                  </a:lnTo>
                  <a:lnTo>
                    <a:pt x="6592" y="3453"/>
                  </a:lnTo>
                  <a:lnTo>
                    <a:pt x="6571" y="3558"/>
                  </a:lnTo>
                  <a:lnTo>
                    <a:pt x="6529" y="3621"/>
                  </a:lnTo>
                  <a:lnTo>
                    <a:pt x="6487" y="3683"/>
                  </a:lnTo>
                  <a:lnTo>
                    <a:pt x="6529" y="3767"/>
                  </a:lnTo>
                  <a:lnTo>
                    <a:pt x="6487" y="3830"/>
                  </a:lnTo>
                  <a:lnTo>
                    <a:pt x="6424" y="3830"/>
                  </a:lnTo>
                  <a:lnTo>
                    <a:pt x="6382" y="3851"/>
                  </a:lnTo>
                  <a:lnTo>
                    <a:pt x="6236" y="3872"/>
                  </a:lnTo>
                  <a:lnTo>
                    <a:pt x="6131" y="3830"/>
                  </a:lnTo>
                  <a:lnTo>
                    <a:pt x="6089" y="3767"/>
                  </a:lnTo>
                  <a:lnTo>
                    <a:pt x="6089" y="3683"/>
                  </a:lnTo>
                  <a:lnTo>
                    <a:pt x="6048" y="3662"/>
                  </a:lnTo>
                  <a:lnTo>
                    <a:pt x="5985" y="3662"/>
                  </a:lnTo>
                  <a:lnTo>
                    <a:pt x="5964" y="3621"/>
                  </a:lnTo>
                  <a:lnTo>
                    <a:pt x="5943" y="3537"/>
                  </a:lnTo>
                  <a:lnTo>
                    <a:pt x="5838" y="3537"/>
                  </a:lnTo>
                  <a:lnTo>
                    <a:pt x="5797" y="3579"/>
                  </a:lnTo>
                  <a:lnTo>
                    <a:pt x="5755" y="3641"/>
                  </a:lnTo>
                  <a:lnTo>
                    <a:pt x="5671" y="3641"/>
                  </a:lnTo>
                  <a:lnTo>
                    <a:pt x="5629" y="3662"/>
                  </a:lnTo>
                  <a:lnTo>
                    <a:pt x="5629" y="3830"/>
                  </a:lnTo>
                  <a:lnTo>
                    <a:pt x="5608" y="3893"/>
                  </a:lnTo>
                  <a:lnTo>
                    <a:pt x="5608" y="3997"/>
                  </a:lnTo>
                  <a:lnTo>
                    <a:pt x="5650" y="4165"/>
                  </a:lnTo>
                  <a:lnTo>
                    <a:pt x="5629" y="4353"/>
                  </a:lnTo>
                  <a:lnTo>
                    <a:pt x="5566" y="4416"/>
                  </a:lnTo>
                  <a:lnTo>
                    <a:pt x="5525" y="4416"/>
                  </a:lnTo>
                  <a:lnTo>
                    <a:pt x="5545" y="4206"/>
                  </a:lnTo>
                  <a:lnTo>
                    <a:pt x="5545" y="4060"/>
                  </a:lnTo>
                  <a:lnTo>
                    <a:pt x="5525" y="3976"/>
                  </a:lnTo>
                  <a:lnTo>
                    <a:pt x="5525" y="3767"/>
                  </a:lnTo>
                  <a:lnTo>
                    <a:pt x="5504" y="3662"/>
                  </a:lnTo>
                  <a:lnTo>
                    <a:pt x="5462" y="3641"/>
                  </a:lnTo>
                  <a:lnTo>
                    <a:pt x="5420" y="3662"/>
                  </a:lnTo>
                  <a:lnTo>
                    <a:pt x="5336" y="3662"/>
                  </a:lnTo>
                  <a:lnTo>
                    <a:pt x="5253" y="3767"/>
                  </a:lnTo>
                  <a:lnTo>
                    <a:pt x="5190" y="3788"/>
                  </a:lnTo>
                  <a:lnTo>
                    <a:pt x="5085" y="3872"/>
                  </a:lnTo>
                  <a:lnTo>
                    <a:pt x="5043" y="3955"/>
                  </a:lnTo>
                  <a:lnTo>
                    <a:pt x="5043" y="4039"/>
                  </a:lnTo>
                  <a:lnTo>
                    <a:pt x="4918" y="4186"/>
                  </a:lnTo>
                  <a:lnTo>
                    <a:pt x="4876" y="4206"/>
                  </a:lnTo>
                  <a:lnTo>
                    <a:pt x="4834" y="4165"/>
                  </a:lnTo>
                  <a:lnTo>
                    <a:pt x="4729" y="4165"/>
                  </a:lnTo>
                  <a:lnTo>
                    <a:pt x="4688" y="4186"/>
                  </a:lnTo>
                  <a:lnTo>
                    <a:pt x="4688" y="4248"/>
                  </a:lnTo>
                  <a:lnTo>
                    <a:pt x="4771" y="4269"/>
                  </a:lnTo>
                  <a:lnTo>
                    <a:pt x="4792" y="4290"/>
                  </a:lnTo>
                  <a:lnTo>
                    <a:pt x="4709" y="4311"/>
                  </a:lnTo>
                  <a:lnTo>
                    <a:pt x="4562" y="4311"/>
                  </a:lnTo>
                  <a:lnTo>
                    <a:pt x="4478" y="4353"/>
                  </a:lnTo>
                  <a:lnTo>
                    <a:pt x="4416" y="4416"/>
                  </a:lnTo>
                  <a:lnTo>
                    <a:pt x="4248" y="4478"/>
                  </a:lnTo>
                  <a:lnTo>
                    <a:pt x="4248" y="4520"/>
                  </a:lnTo>
                  <a:lnTo>
                    <a:pt x="4185" y="4583"/>
                  </a:lnTo>
                  <a:lnTo>
                    <a:pt x="4081" y="4625"/>
                  </a:lnTo>
                  <a:lnTo>
                    <a:pt x="3997" y="4625"/>
                  </a:lnTo>
                  <a:lnTo>
                    <a:pt x="3976" y="4688"/>
                  </a:lnTo>
                  <a:lnTo>
                    <a:pt x="3976" y="4771"/>
                  </a:lnTo>
                  <a:lnTo>
                    <a:pt x="4039" y="4813"/>
                  </a:lnTo>
                  <a:lnTo>
                    <a:pt x="3997" y="4876"/>
                  </a:lnTo>
                  <a:lnTo>
                    <a:pt x="3955" y="4897"/>
                  </a:lnTo>
                  <a:lnTo>
                    <a:pt x="3892" y="4939"/>
                  </a:lnTo>
                  <a:lnTo>
                    <a:pt x="3851" y="5022"/>
                  </a:lnTo>
                  <a:lnTo>
                    <a:pt x="3767" y="5043"/>
                  </a:lnTo>
                  <a:lnTo>
                    <a:pt x="3746" y="5127"/>
                  </a:lnTo>
                  <a:lnTo>
                    <a:pt x="3746" y="5169"/>
                  </a:lnTo>
                  <a:lnTo>
                    <a:pt x="3767" y="5211"/>
                  </a:lnTo>
                  <a:lnTo>
                    <a:pt x="3767" y="5294"/>
                  </a:lnTo>
                  <a:lnTo>
                    <a:pt x="3767" y="5336"/>
                  </a:lnTo>
                  <a:lnTo>
                    <a:pt x="3830" y="5357"/>
                  </a:lnTo>
                  <a:lnTo>
                    <a:pt x="3892" y="5357"/>
                  </a:lnTo>
                  <a:lnTo>
                    <a:pt x="3976" y="5420"/>
                  </a:lnTo>
                  <a:lnTo>
                    <a:pt x="4039" y="5420"/>
                  </a:lnTo>
                  <a:lnTo>
                    <a:pt x="4081" y="5357"/>
                  </a:lnTo>
                  <a:lnTo>
                    <a:pt x="4144" y="5357"/>
                  </a:lnTo>
                  <a:lnTo>
                    <a:pt x="4248" y="5441"/>
                  </a:lnTo>
                  <a:lnTo>
                    <a:pt x="4269" y="5525"/>
                  </a:lnTo>
                  <a:lnTo>
                    <a:pt x="4353" y="5525"/>
                  </a:lnTo>
                  <a:lnTo>
                    <a:pt x="4457" y="5441"/>
                  </a:lnTo>
                  <a:lnTo>
                    <a:pt x="4499" y="5441"/>
                  </a:lnTo>
                  <a:lnTo>
                    <a:pt x="4604" y="5462"/>
                  </a:lnTo>
                  <a:lnTo>
                    <a:pt x="4792" y="5462"/>
                  </a:lnTo>
                  <a:lnTo>
                    <a:pt x="4834" y="5441"/>
                  </a:lnTo>
                  <a:lnTo>
                    <a:pt x="4834" y="5336"/>
                  </a:lnTo>
                  <a:lnTo>
                    <a:pt x="4918" y="5253"/>
                  </a:lnTo>
                  <a:lnTo>
                    <a:pt x="4939" y="5253"/>
                  </a:lnTo>
                  <a:lnTo>
                    <a:pt x="4939" y="5357"/>
                  </a:lnTo>
                  <a:lnTo>
                    <a:pt x="4981" y="5378"/>
                  </a:lnTo>
                  <a:lnTo>
                    <a:pt x="4939" y="5441"/>
                  </a:lnTo>
                  <a:lnTo>
                    <a:pt x="4813" y="5483"/>
                  </a:lnTo>
                  <a:lnTo>
                    <a:pt x="4709" y="5566"/>
                  </a:lnTo>
                  <a:lnTo>
                    <a:pt x="4562" y="5546"/>
                  </a:lnTo>
                  <a:lnTo>
                    <a:pt x="4457" y="5566"/>
                  </a:lnTo>
                  <a:lnTo>
                    <a:pt x="4416" y="5629"/>
                  </a:lnTo>
                  <a:lnTo>
                    <a:pt x="4416" y="5671"/>
                  </a:lnTo>
                  <a:lnTo>
                    <a:pt x="4520" y="5755"/>
                  </a:lnTo>
                  <a:lnTo>
                    <a:pt x="4667" y="5755"/>
                  </a:lnTo>
                  <a:lnTo>
                    <a:pt x="4688" y="5776"/>
                  </a:lnTo>
                  <a:lnTo>
                    <a:pt x="4667" y="5859"/>
                  </a:lnTo>
                  <a:lnTo>
                    <a:pt x="4520" y="5943"/>
                  </a:lnTo>
                  <a:lnTo>
                    <a:pt x="4290" y="5943"/>
                  </a:lnTo>
                  <a:lnTo>
                    <a:pt x="4206" y="6048"/>
                  </a:lnTo>
                  <a:lnTo>
                    <a:pt x="4206" y="6152"/>
                  </a:lnTo>
                  <a:lnTo>
                    <a:pt x="4290" y="6194"/>
                  </a:lnTo>
                  <a:lnTo>
                    <a:pt x="4269" y="6299"/>
                  </a:lnTo>
                  <a:lnTo>
                    <a:pt x="4185" y="6320"/>
                  </a:lnTo>
                  <a:lnTo>
                    <a:pt x="4081" y="6487"/>
                  </a:lnTo>
                  <a:lnTo>
                    <a:pt x="4039" y="6571"/>
                  </a:lnTo>
                  <a:lnTo>
                    <a:pt x="3892" y="6613"/>
                  </a:lnTo>
                  <a:lnTo>
                    <a:pt x="3788" y="6738"/>
                  </a:lnTo>
                  <a:lnTo>
                    <a:pt x="3725" y="6843"/>
                  </a:lnTo>
                  <a:lnTo>
                    <a:pt x="3620" y="6947"/>
                  </a:lnTo>
                  <a:lnTo>
                    <a:pt x="3620" y="7010"/>
                  </a:lnTo>
                  <a:lnTo>
                    <a:pt x="3537" y="7031"/>
                  </a:lnTo>
                  <a:lnTo>
                    <a:pt x="3453" y="7031"/>
                  </a:lnTo>
                  <a:lnTo>
                    <a:pt x="3348" y="6947"/>
                  </a:lnTo>
                  <a:lnTo>
                    <a:pt x="3307" y="6906"/>
                  </a:lnTo>
                  <a:lnTo>
                    <a:pt x="3202" y="6885"/>
                  </a:lnTo>
                  <a:lnTo>
                    <a:pt x="3139" y="6822"/>
                  </a:lnTo>
                  <a:lnTo>
                    <a:pt x="3014" y="6801"/>
                  </a:lnTo>
                  <a:lnTo>
                    <a:pt x="2888" y="6822"/>
                  </a:lnTo>
                  <a:lnTo>
                    <a:pt x="2784" y="6885"/>
                  </a:lnTo>
                  <a:lnTo>
                    <a:pt x="2679" y="6843"/>
                  </a:lnTo>
                  <a:lnTo>
                    <a:pt x="2616" y="6822"/>
                  </a:lnTo>
                  <a:lnTo>
                    <a:pt x="2512" y="6843"/>
                  </a:lnTo>
                  <a:lnTo>
                    <a:pt x="2344" y="6843"/>
                  </a:lnTo>
                  <a:lnTo>
                    <a:pt x="2177" y="6927"/>
                  </a:lnTo>
                  <a:lnTo>
                    <a:pt x="2156" y="7010"/>
                  </a:lnTo>
                  <a:lnTo>
                    <a:pt x="2198" y="7052"/>
                  </a:lnTo>
                  <a:lnTo>
                    <a:pt x="2177" y="7115"/>
                  </a:lnTo>
                  <a:lnTo>
                    <a:pt x="2156" y="7052"/>
                  </a:lnTo>
                  <a:lnTo>
                    <a:pt x="2072" y="7052"/>
                  </a:lnTo>
                  <a:lnTo>
                    <a:pt x="1654" y="7157"/>
                  </a:lnTo>
                  <a:lnTo>
                    <a:pt x="1549" y="7157"/>
                  </a:lnTo>
                  <a:lnTo>
                    <a:pt x="1486" y="7199"/>
                  </a:lnTo>
                  <a:lnTo>
                    <a:pt x="1465" y="7199"/>
                  </a:lnTo>
                  <a:lnTo>
                    <a:pt x="1382" y="7157"/>
                  </a:lnTo>
                  <a:lnTo>
                    <a:pt x="1319" y="7219"/>
                  </a:lnTo>
                  <a:lnTo>
                    <a:pt x="1277" y="7261"/>
                  </a:lnTo>
                  <a:lnTo>
                    <a:pt x="1214" y="7303"/>
                  </a:lnTo>
                  <a:lnTo>
                    <a:pt x="1172" y="7261"/>
                  </a:lnTo>
                  <a:lnTo>
                    <a:pt x="1172" y="7240"/>
                  </a:lnTo>
                  <a:lnTo>
                    <a:pt x="1110" y="7219"/>
                  </a:lnTo>
                  <a:lnTo>
                    <a:pt x="1026" y="7219"/>
                  </a:lnTo>
                  <a:lnTo>
                    <a:pt x="942" y="7261"/>
                  </a:lnTo>
                  <a:lnTo>
                    <a:pt x="859" y="7261"/>
                  </a:lnTo>
                  <a:lnTo>
                    <a:pt x="817" y="7240"/>
                  </a:lnTo>
                  <a:lnTo>
                    <a:pt x="733" y="7240"/>
                  </a:lnTo>
                  <a:lnTo>
                    <a:pt x="691" y="7303"/>
                  </a:lnTo>
                  <a:lnTo>
                    <a:pt x="607" y="7324"/>
                  </a:lnTo>
                  <a:lnTo>
                    <a:pt x="607" y="7366"/>
                  </a:lnTo>
                  <a:lnTo>
                    <a:pt x="607" y="7429"/>
                  </a:lnTo>
                  <a:lnTo>
                    <a:pt x="419" y="7512"/>
                  </a:lnTo>
                  <a:lnTo>
                    <a:pt x="315" y="7512"/>
                  </a:lnTo>
                  <a:lnTo>
                    <a:pt x="294" y="7554"/>
                  </a:lnTo>
                  <a:lnTo>
                    <a:pt x="335" y="7638"/>
                  </a:lnTo>
                  <a:lnTo>
                    <a:pt x="419" y="7638"/>
                  </a:lnTo>
                  <a:lnTo>
                    <a:pt x="482" y="7659"/>
                  </a:lnTo>
                  <a:lnTo>
                    <a:pt x="482" y="7722"/>
                  </a:lnTo>
                  <a:lnTo>
                    <a:pt x="398" y="7722"/>
                  </a:lnTo>
                  <a:lnTo>
                    <a:pt x="377" y="7680"/>
                  </a:lnTo>
                  <a:lnTo>
                    <a:pt x="335" y="7722"/>
                  </a:lnTo>
                  <a:lnTo>
                    <a:pt x="294" y="7784"/>
                  </a:lnTo>
                  <a:lnTo>
                    <a:pt x="189" y="7847"/>
                  </a:lnTo>
                  <a:lnTo>
                    <a:pt x="105" y="7868"/>
                  </a:lnTo>
                  <a:lnTo>
                    <a:pt x="168" y="7931"/>
                  </a:lnTo>
                  <a:lnTo>
                    <a:pt x="273" y="7973"/>
                  </a:lnTo>
                  <a:lnTo>
                    <a:pt x="315" y="8035"/>
                  </a:lnTo>
                  <a:lnTo>
                    <a:pt x="419" y="8266"/>
                  </a:lnTo>
                  <a:lnTo>
                    <a:pt x="482" y="8307"/>
                  </a:lnTo>
                  <a:lnTo>
                    <a:pt x="587" y="8307"/>
                  </a:lnTo>
                  <a:lnTo>
                    <a:pt x="628" y="8349"/>
                  </a:lnTo>
                  <a:lnTo>
                    <a:pt x="649" y="8391"/>
                  </a:lnTo>
                  <a:lnTo>
                    <a:pt x="607" y="8454"/>
                  </a:lnTo>
                  <a:lnTo>
                    <a:pt x="545" y="8496"/>
                  </a:lnTo>
                  <a:lnTo>
                    <a:pt x="524" y="8559"/>
                  </a:lnTo>
                  <a:lnTo>
                    <a:pt x="587" y="8621"/>
                  </a:lnTo>
                  <a:lnTo>
                    <a:pt x="691" y="8663"/>
                  </a:lnTo>
                  <a:lnTo>
                    <a:pt x="817" y="8621"/>
                  </a:lnTo>
                  <a:lnTo>
                    <a:pt x="921" y="8559"/>
                  </a:lnTo>
                  <a:lnTo>
                    <a:pt x="963" y="8496"/>
                  </a:lnTo>
                  <a:lnTo>
                    <a:pt x="1005" y="8475"/>
                  </a:lnTo>
                  <a:lnTo>
                    <a:pt x="1047" y="8496"/>
                  </a:lnTo>
                  <a:lnTo>
                    <a:pt x="1068" y="8559"/>
                  </a:lnTo>
                  <a:lnTo>
                    <a:pt x="1005" y="8684"/>
                  </a:lnTo>
                  <a:lnTo>
                    <a:pt x="900" y="8726"/>
                  </a:lnTo>
                  <a:lnTo>
                    <a:pt x="796" y="8768"/>
                  </a:lnTo>
                  <a:lnTo>
                    <a:pt x="754" y="8810"/>
                  </a:lnTo>
                  <a:lnTo>
                    <a:pt x="796" y="8893"/>
                  </a:lnTo>
                  <a:lnTo>
                    <a:pt x="900" y="8914"/>
                  </a:lnTo>
                  <a:lnTo>
                    <a:pt x="963" y="8872"/>
                  </a:lnTo>
                  <a:lnTo>
                    <a:pt x="1110" y="8810"/>
                  </a:lnTo>
                  <a:lnTo>
                    <a:pt x="1151" y="8831"/>
                  </a:lnTo>
                  <a:lnTo>
                    <a:pt x="1151" y="8872"/>
                  </a:lnTo>
                  <a:lnTo>
                    <a:pt x="963" y="8935"/>
                  </a:lnTo>
                  <a:lnTo>
                    <a:pt x="838" y="8998"/>
                  </a:lnTo>
                  <a:lnTo>
                    <a:pt x="817" y="9040"/>
                  </a:lnTo>
                  <a:lnTo>
                    <a:pt x="1005" y="9228"/>
                  </a:lnTo>
                  <a:lnTo>
                    <a:pt x="1131" y="9291"/>
                  </a:lnTo>
                  <a:lnTo>
                    <a:pt x="1277" y="9291"/>
                  </a:lnTo>
                  <a:lnTo>
                    <a:pt x="1340" y="9228"/>
                  </a:lnTo>
                  <a:lnTo>
                    <a:pt x="1361" y="9103"/>
                  </a:lnTo>
                  <a:lnTo>
                    <a:pt x="1319" y="9040"/>
                  </a:lnTo>
                  <a:lnTo>
                    <a:pt x="1277" y="8998"/>
                  </a:lnTo>
                  <a:lnTo>
                    <a:pt x="1319" y="8977"/>
                  </a:lnTo>
                  <a:lnTo>
                    <a:pt x="1361" y="8977"/>
                  </a:lnTo>
                  <a:lnTo>
                    <a:pt x="1444" y="9082"/>
                  </a:lnTo>
                  <a:lnTo>
                    <a:pt x="1465" y="9103"/>
                  </a:lnTo>
                  <a:lnTo>
                    <a:pt x="1465" y="9144"/>
                  </a:lnTo>
                  <a:lnTo>
                    <a:pt x="1570" y="9207"/>
                  </a:lnTo>
                  <a:lnTo>
                    <a:pt x="1758" y="9228"/>
                  </a:lnTo>
                  <a:lnTo>
                    <a:pt x="1884" y="9228"/>
                  </a:lnTo>
                  <a:lnTo>
                    <a:pt x="1988" y="9144"/>
                  </a:lnTo>
                  <a:lnTo>
                    <a:pt x="2051" y="9123"/>
                  </a:lnTo>
                  <a:lnTo>
                    <a:pt x="2114" y="9144"/>
                  </a:lnTo>
                  <a:lnTo>
                    <a:pt x="2114" y="9228"/>
                  </a:lnTo>
                  <a:lnTo>
                    <a:pt x="2177" y="9291"/>
                  </a:lnTo>
                  <a:lnTo>
                    <a:pt x="2219" y="9291"/>
                  </a:lnTo>
                  <a:lnTo>
                    <a:pt x="2281" y="9312"/>
                  </a:lnTo>
                  <a:lnTo>
                    <a:pt x="2302" y="9458"/>
                  </a:lnTo>
                  <a:lnTo>
                    <a:pt x="2260" y="9458"/>
                  </a:lnTo>
                  <a:lnTo>
                    <a:pt x="2114" y="9542"/>
                  </a:lnTo>
                  <a:lnTo>
                    <a:pt x="2114" y="9626"/>
                  </a:lnTo>
                  <a:lnTo>
                    <a:pt x="2156" y="9667"/>
                  </a:lnTo>
                  <a:lnTo>
                    <a:pt x="2156" y="9730"/>
                  </a:lnTo>
                  <a:lnTo>
                    <a:pt x="2072" y="9667"/>
                  </a:lnTo>
                  <a:lnTo>
                    <a:pt x="2051" y="9647"/>
                  </a:lnTo>
                  <a:lnTo>
                    <a:pt x="1968" y="9626"/>
                  </a:lnTo>
                  <a:lnTo>
                    <a:pt x="1884" y="9542"/>
                  </a:lnTo>
                  <a:lnTo>
                    <a:pt x="1696" y="9458"/>
                  </a:lnTo>
                  <a:lnTo>
                    <a:pt x="1465" y="9458"/>
                  </a:lnTo>
                  <a:lnTo>
                    <a:pt x="1319" y="9437"/>
                  </a:lnTo>
                  <a:lnTo>
                    <a:pt x="1110" y="9500"/>
                  </a:lnTo>
                  <a:lnTo>
                    <a:pt x="1110" y="9542"/>
                  </a:lnTo>
                  <a:lnTo>
                    <a:pt x="1214" y="9626"/>
                  </a:lnTo>
                  <a:lnTo>
                    <a:pt x="1361" y="9647"/>
                  </a:lnTo>
                  <a:lnTo>
                    <a:pt x="1486" y="9667"/>
                  </a:lnTo>
                  <a:lnTo>
                    <a:pt x="1654" y="9772"/>
                  </a:lnTo>
                  <a:lnTo>
                    <a:pt x="1842" y="9856"/>
                  </a:lnTo>
                  <a:lnTo>
                    <a:pt x="1947" y="9856"/>
                  </a:lnTo>
                  <a:lnTo>
                    <a:pt x="2009" y="9877"/>
                  </a:lnTo>
                  <a:lnTo>
                    <a:pt x="1884" y="9940"/>
                  </a:lnTo>
                  <a:lnTo>
                    <a:pt x="1654" y="9940"/>
                  </a:lnTo>
                  <a:lnTo>
                    <a:pt x="1444" y="9814"/>
                  </a:lnTo>
                  <a:lnTo>
                    <a:pt x="1361" y="9751"/>
                  </a:lnTo>
                  <a:lnTo>
                    <a:pt x="1214" y="9751"/>
                  </a:lnTo>
                  <a:lnTo>
                    <a:pt x="1005" y="9647"/>
                  </a:lnTo>
                  <a:lnTo>
                    <a:pt x="796" y="9647"/>
                  </a:lnTo>
                  <a:lnTo>
                    <a:pt x="649" y="9563"/>
                  </a:lnTo>
                  <a:lnTo>
                    <a:pt x="482" y="9521"/>
                  </a:lnTo>
                  <a:lnTo>
                    <a:pt x="294" y="9605"/>
                  </a:lnTo>
                  <a:lnTo>
                    <a:pt x="294" y="9730"/>
                  </a:lnTo>
                  <a:lnTo>
                    <a:pt x="231" y="9667"/>
                  </a:lnTo>
                  <a:lnTo>
                    <a:pt x="168" y="9667"/>
                  </a:lnTo>
                  <a:lnTo>
                    <a:pt x="105" y="9730"/>
                  </a:lnTo>
                  <a:lnTo>
                    <a:pt x="63" y="9730"/>
                  </a:lnTo>
                  <a:lnTo>
                    <a:pt x="1" y="9814"/>
                  </a:lnTo>
                  <a:lnTo>
                    <a:pt x="1" y="9877"/>
                  </a:lnTo>
                  <a:lnTo>
                    <a:pt x="1" y="9960"/>
                  </a:lnTo>
                  <a:lnTo>
                    <a:pt x="63" y="9940"/>
                  </a:lnTo>
                  <a:lnTo>
                    <a:pt x="105" y="9940"/>
                  </a:lnTo>
                  <a:lnTo>
                    <a:pt x="147" y="9960"/>
                  </a:lnTo>
                  <a:lnTo>
                    <a:pt x="63" y="10023"/>
                  </a:lnTo>
                  <a:lnTo>
                    <a:pt x="22" y="10086"/>
                  </a:lnTo>
                  <a:lnTo>
                    <a:pt x="63" y="10191"/>
                  </a:lnTo>
                  <a:lnTo>
                    <a:pt x="189" y="10253"/>
                  </a:lnTo>
                  <a:lnTo>
                    <a:pt x="273" y="10170"/>
                  </a:lnTo>
                  <a:lnTo>
                    <a:pt x="315" y="10149"/>
                  </a:lnTo>
                  <a:lnTo>
                    <a:pt x="377" y="10149"/>
                  </a:lnTo>
                  <a:lnTo>
                    <a:pt x="440" y="10023"/>
                  </a:lnTo>
                  <a:lnTo>
                    <a:pt x="503" y="9981"/>
                  </a:lnTo>
                  <a:lnTo>
                    <a:pt x="587" y="9981"/>
                  </a:lnTo>
                  <a:lnTo>
                    <a:pt x="524" y="10044"/>
                  </a:lnTo>
                  <a:lnTo>
                    <a:pt x="482" y="10170"/>
                  </a:lnTo>
                  <a:lnTo>
                    <a:pt x="398" y="10232"/>
                  </a:lnTo>
                  <a:lnTo>
                    <a:pt x="315" y="10274"/>
                  </a:lnTo>
                  <a:lnTo>
                    <a:pt x="356" y="10442"/>
                  </a:lnTo>
                  <a:lnTo>
                    <a:pt x="503" y="10588"/>
                  </a:lnTo>
                  <a:lnTo>
                    <a:pt x="566" y="10546"/>
                  </a:lnTo>
                  <a:lnTo>
                    <a:pt x="607" y="10546"/>
                  </a:lnTo>
                  <a:lnTo>
                    <a:pt x="775" y="10609"/>
                  </a:lnTo>
                  <a:lnTo>
                    <a:pt x="879" y="10609"/>
                  </a:lnTo>
                  <a:lnTo>
                    <a:pt x="879" y="10672"/>
                  </a:lnTo>
                  <a:lnTo>
                    <a:pt x="817" y="10756"/>
                  </a:lnTo>
                  <a:lnTo>
                    <a:pt x="733" y="10797"/>
                  </a:lnTo>
                  <a:lnTo>
                    <a:pt x="712" y="10776"/>
                  </a:lnTo>
                  <a:lnTo>
                    <a:pt x="545" y="10776"/>
                  </a:lnTo>
                  <a:lnTo>
                    <a:pt x="482" y="10797"/>
                  </a:lnTo>
                  <a:lnTo>
                    <a:pt x="419" y="10881"/>
                  </a:lnTo>
                  <a:lnTo>
                    <a:pt x="273" y="10881"/>
                  </a:lnTo>
                  <a:lnTo>
                    <a:pt x="210" y="10923"/>
                  </a:lnTo>
                  <a:lnTo>
                    <a:pt x="210" y="11069"/>
                  </a:lnTo>
                  <a:lnTo>
                    <a:pt x="294" y="11174"/>
                  </a:lnTo>
                  <a:lnTo>
                    <a:pt x="335" y="11237"/>
                  </a:lnTo>
                  <a:lnTo>
                    <a:pt x="419" y="11425"/>
                  </a:lnTo>
                  <a:lnTo>
                    <a:pt x="545" y="11488"/>
                  </a:lnTo>
                  <a:lnTo>
                    <a:pt x="503" y="11509"/>
                  </a:lnTo>
                  <a:lnTo>
                    <a:pt x="503" y="11530"/>
                  </a:lnTo>
                  <a:lnTo>
                    <a:pt x="587" y="11592"/>
                  </a:lnTo>
                  <a:lnTo>
                    <a:pt x="670" y="11697"/>
                  </a:lnTo>
                  <a:lnTo>
                    <a:pt x="754" y="11760"/>
                  </a:lnTo>
                  <a:lnTo>
                    <a:pt x="859" y="11823"/>
                  </a:lnTo>
                  <a:lnTo>
                    <a:pt x="963" y="11927"/>
                  </a:lnTo>
                  <a:lnTo>
                    <a:pt x="1047" y="11969"/>
                  </a:lnTo>
                  <a:lnTo>
                    <a:pt x="1068" y="11948"/>
                  </a:lnTo>
                  <a:lnTo>
                    <a:pt x="1068" y="11864"/>
                  </a:lnTo>
                  <a:lnTo>
                    <a:pt x="1047" y="11718"/>
                  </a:lnTo>
                  <a:lnTo>
                    <a:pt x="1047" y="11634"/>
                  </a:lnTo>
                  <a:lnTo>
                    <a:pt x="1110" y="11592"/>
                  </a:lnTo>
                  <a:lnTo>
                    <a:pt x="1131" y="11488"/>
                  </a:lnTo>
                  <a:lnTo>
                    <a:pt x="1131" y="11404"/>
                  </a:lnTo>
                  <a:lnTo>
                    <a:pt x="1172" y="11383"/>
                  </a:lnTo>
                  <a:lnTo>
                    <a:pt x="1214" y="11383"/>
                  </a:lnTo>
                  <a:lnTo>
                    <a:pt x="1235" y="11488"/>
                  </a:lnTo>
                  <a:lnTo>
                    <a:pt x="1277" y="11592"/>
                  </a:lnTo>
                  <a:lnTo>
                    <a:pt x="1277" y="11655"/>
                  </a:lnTo>
                  <a:lnTo>
                    <a:pt x="1319" y="11718"/>
                  </a:lnTo>
                  <a:lnTo>
                    <a:pt x="1340" y="11697"/>
                  </a:lnTo>
                  <a:lnTo>
                    <a:pt x="1361" y="11634"/>
                  </a:lnTo>
                  <a:lnTo>
                    <a:pt x="1444" y="11634"/>
                  </a:lnTo>
                  <a:lnTo>
                    <a:pt x="1549" y="11551"/>
                  </a:lnTo>
                  <a:lnTo>
                    <a:pt x="1570" y="11592"/>
                  </a:lnTo>
                  <a:lnTo>
                    <a:pt x="1654" y="11592"/>
                  </a:lnTo>
                  <a:lnTo>
                    <a:pt x="1675" y="11634"/>
                  </a:lnTo>
                  <a:lnTo>
                    <a:pt x="1612" y="11718"/>
                  </a:lnTo>
                  <a:lnTo>
                    <a:pt x="1549" y="11823"/>
                  </a:lnTo>
                  <a:lnTo>
                    <a:pt x="1549" y="11927"/>
                  </a:lnTo>
                  <a:lnTo>
                    <a:pt x="1633" y="11948"/>
                  </a:lnTo>
                  <a:lnTo>
                    <a:pt x="1675" y="11927"/>
                  </a:lnTo>
                  <a:lnTo>
                    <a:pt x="1737" y="11739"/>
                  </a:lnTo>
                  <a:lnTo>
                    <a:pt x="1758" y="11655"/>
                  </a:lnTo>
                  <a:lnTo>
                    <a:pt x="1842" y="11697"/>
                  </a:lnTo>
                  <a:lnTo>
                    <a:pt x="1926" y="11823"/>
                  </a:lnTo>
                  <a:lnTo>
                    <a:pt x="1968" y="11844"/>
                  </a:lnTo>
                  <a:lnTo>
                    <a:pt x="2051" y="11802"/>
                  </a:lnTo>
                  <a:lnTo>
                    <a:pt x="2051" y="11718"/>
                  </a:lnTo>
                  <a:lnTo>
                    <a:pt x="2093" y="11634"/>
                  </a:lnTo>
                  <a:lnTo>
                    <a:pt x="2198" y="11634"/>
                  </a:lnTo>
                  <a:lnTo>
                    <a:pt x="2240" y="11655"/>
                  </a:lnTo>
                  <a:lnTo>
                    <a:pt x="2240" y="11760"/>
                  </a:lnTo>
                  <a:lnTo>
                    <a:pt x="2177" y="11864"/>
                  </a:lnTo>
                  <a:lnTo>
                    <a:pt x="2177" y="11969"/>
                  </a:lnTo>
                  <a:lnTo>
                    <a:pt x="2240" y="11927"/>
                  </a:lnTo>
                  <a:lnTo>
                    <a:pt x="2344" y="11844"/>
                  </a:lnTo>
                  <a:lnTo>
                    <a:pt x="2386" y="11739"/>
                  </a:lnTo>
                  <a:lnTo>
                    <a:pt x="2470" y="11655"/>
                  </a:lnTo>
                  <a:lnTo>
                    <a:pt x="2595" y="11634"/>
                  </a:lnTo>
                  <a:lnTo>
                    <a:pt x="2700" y="11655"/>
                  </a:lnTo>
                  <a:lnTo>
                    <a:pt x="2784" y="11739"/>
                  </a:lnTo>
                  <a:lnTo>
                    <a:pt x="2909" y="11802"/>
                  </a:lnTo>
                  <a:lnTo>
                    <a:pt x="3076" y="11927"/>
                  </a:lnTo>
                  <a:lnTo>
                    <a:pt x="3181" y="11948"/>
                  </a:lnTo>
                  <a:lnTo>
                    <a:pt x="3223" y="11906"/>
                  </a:lnTo>
                  <a:lnTo>
                    <a:pt x="3286" y="11906"/>
                  </a:lnTo>
                  <a:lnTo>
                    <a:pt x="3390" y="12011"/>
                  </a:lnTo>
                  <a:lnTo>
                    <a:pt x="3516" y="12116"/>
                  </a:lnTo>
                  <a:lnTo>
                    <a:pt x="3495" y="12220"/>
                  </a:lnTo>
                  <a:lnTo>
                    <a:pt x="3495" y="12241"/>
                  </a:lnTo>
                  <a:lnTo>
                    <a:pt x="3537" y="12241"/>
                  </a:lnTo>
                  <a:lnTo>
                    <a:pt x="3558" y="12220"/>
                  </a:lnTo>
                  <a:lnTo>
                    <a:pt x="3620" y="12241"/>
                  </a:lnTo>
                  <a:lnTo>
                    <a:pt x="3662" y="12325"/>
                  </a:lnTo>
                  <a:lnTo>
                    <a:pt x="3746" y="12367"/>
                  </a:lnTo>
                  <a:lnTo>
                    <a:pt x="3809" y="12429"/>
                  </a:lnTo>
                  <a:lnTo>
                    <a:pt x="3830" y="12492"/>
                  </a:lnTo>
                  <a:lnTo>
                    <a:pt x="3851" y="12534"/>
                  </a:lnTo>
                  <a:lnTo>
                    <a:pt x="3913" y="12534"/>
                  </a:lnTo>
                  <a:lnTo>
                    <a:pt x="3913" y="12471"/>
                  </a:lnTo>
                  <a:lnTo>
                    <a:pt x="3955" y="12471"/>
                  </a:lnTo>
                  <a:lnTo>
                    <a:pt x="4018" y="12492"/>
                  </a:lnTo>
                  <a:lnTo>
                    <a:pt x="4039" y="12576"/>
                  </a:lnTo>
                  <a:lnTo>
                    <a:pt x="4164" y="12681"/>
                  </a:lnTo>
                  <a:lnTo>
                    <a:pt x="4248" y="12785"/>
                  </a:lnTo>
                  <a:lnTo>
                    <a:pt x="4290" y="12806"/>
                  </a:lnTo>
                  <a:lnTo>
                    <a:pt x="4353" y="12869"/>
                  </a:lnTo>
                  <a:lnTo>
                    <a:pt x="4332" y="12953"/>
                  </a:lnTo>
                  <a:lnTo>
                    <a:pt x="4353" y="12973"/>
                  </a:lnTo>
                  <a:lnTo>
                    <a:pt x="4353" y="13015"/>
                  </a:lnTo>
                  <a:lnTo>
                    <a:pt x="4290" y="13078"/>
                  </a:lnTo>
                  <a:lnTo>
                    <a:pt x="4248" y="13183"/>
                  </a:lnTo>
                  <a:lnTo>
                    <a:pt x="4164" y="13225"/>
                  </a:lnTo>
                  <a:lnTo>
                    <a:pt x="4164" y="13266"/>
                  </a:lnTo>
                  <a:lnTo>
                    <a:pt x="4269" y="13266"/>
                  </a:lnTo>
                  <a:lnTo>
                    <a:pt x="4290" y="13287"/>
                  </a:lnTo>
                  <a:lnTo>
                    <a:pt x="4269" y="13329"/>
                  </a:lnTo>
                  <a:lnTo>
                    <a:pt x="4227" y="13371"/>
                  </a:lnTo>
                  <a:lnTo>
                    <a:pt x="4123" y="13476"/>
                  </a:lnTo>
                  <a:lnTo>
                    <a:pt x="4081" y="13497"/>
                  </a:lnTo>
                  <a:lnTo>
                    <a:pt x="4081" y="13538"/>
                  </a:lnTo>
                  <a:lnTo>
                    <a:pt x="4144" y="13601"/>
                  </a:lnTo>
                  <a:lnTo>
                    <a:pt x="4185" y="13685"/>
                  </a:lnTo>
                  <a:lnTo>
                    <a:pt x="4185" y="13727"/>
                  </a:lnTo>
                  <a:lnTo>
                    <a:pt x="4374" y="13894"/>
                  </a:lnTo>
                  <a:lnTo>
                    <a:pt x="4416" y="13957"/>
                  </a:lnTo>
                  <a:lnTo>
                    <a:pt x="4416" y="14061"/>
                  </a:lnTo>
                  <a:lnTo>
                    <a:pt x="4457" y="14124"/>
                  </a:lnTo>
                  <a:lnTo>
                    <a:pt x="4416" y="14166"/>
                  </a:lnTo>
                  <a:lnTo>
                    <a:pt x="4416" y="14250"/>
                  </a:lnTo>
                  <a:lnTo>
                    <a:pt x="4478" y="14333"/>
                  </a:lnTo>
                  <a:lnTo>
                    <a:pt x="4520" y="14333"/>
                  </a:lnTo>
                  <a:lnTo>
                    <a:pt x="4562" y="14354"/>
                  </a:lnTo>
                  <a:lnTo>
                    <a:pt x="4583" y="14438"/>
                  </a:lnTo>
                  <a:lnTo>
                    <a:pt x="4667" y="14543"/>
                  </a:lnTo>
                  <a:lnTo>
                    <a:pt x="4709" y="14585"/>
                  </a:lnTo>
                  <a:lnTo>
                    <a:pt x="4709" y="14668"/>
                  </a:lnTo>
                  <a:lnTo>
                    <a:pt x="4688" y="14752"/>
                  </a:lnTo>
                  <a:lnTo>
                    <a:pt x="4604" y="14773"/>
                  </a:lnTo>
                  <a:lnTo>
                    <a:pt x="4520" y="14857"/>
                  </a:lnTo>
                  <a:lnTo>
                    <a:pt x="4499" y="14940"/>
                  </a:lnTo>
                  <a:lnTo>
                    <a:pt x="4457" y="15003"/>
                  </a:lnTo>
                  <a:lnTo>
                    <a:pt x="4395" y="15003"/>
                  </a:lnTo>
                  <a:lnTo>
                    <a:pt x="4290" y="15087"/>
                  </a:lnTo>
                  <a:lnTo>
                    <a:pt x="4269" y="15149"/>
                  </a:lnTo>
                  <a:lnTo>
                    <a:pt x="4311" y="15170"/>
                  </a:lnTo>
                  <a:lnTo>
                    <a:pt x="4374" y="15149"/>
                  </a:lnTo>
                  <a:lnTo>
                    <a:pt x="4416" y="15087"/>
                  </a:lnTo>
                  <a:lnTo>
                    <a:pt x="4478" y="15087"/>
                  </a:lnTo>
                  <a:lnTo>
                    <a:pt x="4583" y="14982"/>
                  </a:lnTo>
                  <a:lnTo>
                    <a:pt x="4688" y="14982"/>
                  </a:lnTo>
                  <a:lnTo>
                    <a:pt x="4667" y="15108"/>
                  </a:lnTo>
                  <a:lnTo>
                    <a:pt x="4625" y="15170"/>
                  </a:lnTo>
                  <a:lnTo>
                    <a:pt x="4667" y="15254"/>
                  </a:lnTo>
                  <a:lnTo>
                    <a:pt x="4667" y="15317"/>
                  </a:lnTo>
                  <a:lnTo>
                    <a:pt x="4709" y="15421"/>
                  </a:lnTo>
                  <a:lnTo>
                    <a:pt x="4729" y="15526"/>
                  </a:lnTo>
                  <a:lnTo>
                    <a:pt x="4688" y="15631"/>
                  </a:lnTo>
                  <a:lnTo>
                    <a:pt x="4688" y="15694"/>
                  </a:lnTo>
                  <a:lnTo>
                    <a:pt x="4709" y="15777"/>
                  </a:lnTo>
                  <a:lnTo>
                    <a:pt x="4709" y="15798"/>
                  </a:lnTo>
                  <a:lnTo>
                    <a:pt x="4667" y="15735"/>
                  </a:lnTo>
                  <a:lnTo>
                    <a:pt x="4604" y="15777"/>
                  </a:lnTo>
                  <a:lnTo>
                    <a:pt x="4625" y="15903"/>
                  </a:lnTo>
                  <a:lnTo>
                    <a:pt x="4688" y="16007"/>
                  </a:lnTo>
                  <a:lnTo>
                    <a:pt x="4688" y="16049"/>
                  </a:lnTo>
                  <a:lnTo>
                    <a:pt x="4667" y="16049"/>
                  </a:lnTo>
                  <a:lnTo>
                    <a:pt x="4604" y="16112"/>
                  </a:lnTo>
                  <a:lnTo>
                    <a:pt x="4625" y="16196"/>
                  </a:lnTo>
                  <a:lnTo>
                    <a:pt x="4667" y="16238"/>
                  </a:lnTo>
                  <a:lnTo>
                    <a:pt x="4729" y="16238"/>
                  </a:lnTo>
                  <a:lnTo>
                    <a:pt x="4792" y="16300"/>
                  </a:lnTo>
                  <a:lnTo>
                    <a:pt x="4792" y="16342"/>
                  </a:lnTo>
                  <a:lnTo>
                    <a:pt x="4729" y="16405"/>
                  </a:lnTo>
                  <a:lnTo>
                    <a:pt x="4729" y="16468"/>
                  </a:lnTo>
                  <a:lnTo>
                    <a:pt x="4667" y="16551"/>
                  </a:lnTo>
                  <a:lnTo>
                    <a:pt x="4604" y="16572"/>
                  </a:lnTo>
                  <a:lnTo>
                    <a:pt x="4520" y="16551"/>
                  </a:lnTo>
                  <a:lnTo>
                    <a:pt x="4478" y="16572"/>
                  </a:lnTo>
                  <a:lnTo>
                    <a:pt x="4478" y="16635"/>
                  </a:lnTo>
                  <a:lnTo>
                    <a:pt x="4562" y="16656"/>
                  </a:lnTo>
                  <a:lnTo>
                    <a:pt x="4625" y="16656"/>
                  </a:lnTo>
                  <a:lnTo>
                    <a:pt x="4688" y="16719"/>
                  </a:lnTo>
                  <a:lnTo>
                    <a:pt x="4729" y="16719"/>
                  </a:lnTo>
                  <a:lnTo>
                    <a:pt x="4813" y="16740"/>
                  </a:lnTo>
                  <a:lnTo>
                    <a:pt x="4855" y="16782"/>
                  </a:lnTo>
                  <a:lnTo>
                    <a:pt x="4855" y="16886"/>
                  </a:lnTo>
                  <a:lnTo>
                    <a:pt x="4876" y="17033"/>
                  </a:lnTo>
                  <a:lnTo>
                    <a:pt x="4771" y="17137"/>
                  </a:lnTo>
                  <a:lnTo>
                    <a:pt x="4750" y="17200"/>
                  </a:lnTo>
                  <a:lnTo>
                    <a:pt x="4792" y="17263"/>
                  </a:lnTo>
                  <a:lnTo>
                    <a:pt x="4709" y="17409"/>
                  </a:lnTo>
                  <a:lnTo>
                    <a:pt x="4604" y="17472"/>
                  </a:lnTo>
                  <a:lnTo>
                    <a:pt x="4541" y="17472"/>
                  </a:lnTo>
                  <a:lnTo>
                    <a:pt x="4478" y="17409"/>
                  </a:lnTo>
                  <a:lnTo>
                    <a:pt x="4436" y="17409"/>
                  </a:lnTo>
                  <a:lnTo>
                    <a:pt x="4332" y="17493"/>
                  </a:lnTo>
                  <a:lnTo>
                    <a:pt x="4290" y="17577"/>
                  </a:lnTo>
                  <a:lnTo>
                    <a:pt x="4332" y="17598"/>
                  </a:lnTo>
                  <a:lnTo>
                    <a:pt x="4374" y="17598"/>
                  </a:lnTo>
                  <a:lnTo>
                    <a:pt x="4541" y="17618"/>
                  </a:lnTo>
                  <a:lnTo>
                    <a:pt x="4583" y="17577"/>
                  </a:lnTo>
                  <a:lnTo>
                    <a:pt x="4604" y="17556"/>
                  </a:lnTo>
                  <a:lnTo>
                    <a:pt x="4646" y="17577"/>
                  </a:lnTo>
                  <a:lnTo>
                    <a:pt x="4646" y="17618"/>
                  </a:lnTo>
                  <a:lnTo>
                    <a:pt x="4667" y="17660"/>
                  </a:lnTo>
                  <a:lnTo>
                    <a:pt x="4604" y="17702"/>
                  </a:lnTo>
                  <a:lnTo>
                    <a:pt x="4562" y="17702"/>
                  </a:lnTo>
                  <a:lnTo>
                    <a:pt x="4541" y="17723"/>
                  </a:lnTo>
                  <a:lnTo>
                    <a:pt x="4541" y="17807"/>
                  </a:lnTo>
                  <a:lnTo>
                    <a:pt x="4499" y="17828"/>
                  </a:lnTo>
                  <a:lnTo>
                    <a:pt x="4436" y="17828"/>
                  </a:lnTo>
                  <a:lnTo>
                    <a:pt x="4290" y="17932"/>
                  </a:lnTo>
                  <a:lnTo>
                    <a:pt x="4185" y="17995"/>
                  </a:lnTo>
                  <a:lnTo>
                    <a:pt x="4185" y="18037"/>
                  </a:lnTo>
                  <a:lnTo>
                    <a:pt x="4269" y="18121"/>
                  </a:lnTo>
                  <a:lnTo>
                    <a:pt x="4395" y="18142"/>
                  </a:lnTo>
                  <a:lnTo>
                    <a:pt x="4499" y="18121"/>
                  </a:lnTo>
                  <a:lnTo>
                    <a:pt x="4583" y="18016"/>
                  </a:lnTo>
                  <a:lnTo>
                    <a:pt x="4646" y="17911"/>
                  </a:lnTo>
                  <a:lnTo>
                    <a:pt x="4688" y="17870"/>
                  </a:lnTo>
                  <a:lnTo>
                    <a:pt x="4709" y="17870"/>
                  </a:lnTo>
                  <a:lnTo>
                    <a:pt x="4709" y="17911"/>
                  </a:lnTo>
                  <a:lnTo>
                    <a:pt x="4604" y="18079"/>
                  </a:lnTo>
                  <a:lnTo>
                    <a:pt x="4478" y="18204"/>
                  </a:lnTo>
                  <a:lnTo>
                    <a:pt x="4436" y="18183"/>
                  </a:lnTo>
                  <a:lnTo>
                    <a:pt x="4269" y="18204"/>
                  </a:lnTo>
                  <a:lnTo>
                    <a:pt x="4227" y="18225"/>
                  </a:lnTo>
                  <a:lnTo>
                    <a:pt x="4164" y="18309"/>
                  </a:lnTo>
                  <a:lnTo>
                    <a:pt x="4144" y="18288"/>
                  </a:lnTo>
                  <a:lnTo>
                    <a:pt x="4039" y="18288"/>
                  </a:lnTo>
                  <a:lnTo>
                    <a:pt x="3934" y="18330"/>
                  </a:lnTo>
                  <a:lnTo>
                    <a:pt x="3934" y="18393"/>
                  </a:lnTo>
                  <a:lnTo>
                    <a:pt x="3955" y="18414"/>
                  </a:lnTo>
                  <a:lnTo>
                    <a:pt x="3976" y="18455"/>
                  </a:lnTo>
                  <a:lnTo>
                    <a:pt x="3955" y="18539"/>
                  </a:lnTo>
                  <a:lnTo>
                    <a:pt x="4018" y="18665"/>
                  </a:lnTo>
                  <a:lnTo>
                    <a:pt x="4039" y="18665"/>
                  </a:lnTo>
                  <a:lnTo>
                    <a:pt x="4060" y="18602"/>
                  </a:lnTo>
                  <a:lnTo>
                    <a:pt x="4123" y="18602"/>
                  </a:lnTo>
                  <a:lnTo>
                    <a:pt x="4164" y="18644"/>
                  </a:lnTo>
                  <a:lnTo>
                    <a:pt x="4185" y="18707"/>
                  </a:lnTo>
                  <a:lnTo>
                    <a:pt x="4185" y="18769"/>
                  </a:lnTo>
                  <a:lnTo>
                    <a:pt x="4248" y="18832"/>
                  </a:lnTo>
                  <a:lnTo>
                    <a:pt x="4374" y="18832"/>
                  </a:lnTo>
                  <a:lnTo>
                    <a:pt x="4457" y="18769"/>
                  </a:lnTo>
                  <a:lnTo>
                    <a:pt x="4478" y="18748"/>
                  </a:lnTo>
                  <a:lnTo>
                    <a:pt x="4541" y="18748"/>
                  </a:lnTo>
                  <a:lnTo>
                    <a:pt x="4646" y="18727"/>
                  </a:lnTo>
                  <a:lnTo>
                    <a:pt x="4688" y="18665"/>
                  </a:lnTo>
                  <a:lnTo>
                    <a:pt x="4709" y="18560"/>
                  </a:lnTo>
                  <a:lnTo>
                    <a:pt x="4688" y="18497"/>
                  </a:lnTo>
                  <a:lnTo>
                    <a:pt x="4646" y="18434"/>
                  </a:lnTo>
                  <a:lnTo>
                    <a:pt x="4750" y="18434"/>
                  </a:lnTo>
                  <a:lnTo>
                    <a:pt x="4750" y="18393"/>
                  </a:lnTo>
                  <a:lnTo>
                    <a:pt x="4771" y="18225"/>
                  </a:lnTo>
                  <a:lnTo>
                    <a:pt x="4813" y="18309"/>
                  </a:lnTo>
                  <a:lnTo>
                    <a:pt x="4876" y="18351"/>
                  </a:lnTo>
                  <a:lnTo>
                    <a:pt x="4918" y="18351"/>
                  </a:lnTo>
                  <a:lnTo>
                    <a:pt x="4981" y="18288"/>
                  </a:lnTo>
                  <a:lnTo>
                    <a:pt x="4981" y="18121"/>
                  </a:lnTo>
                  <a:lnTo>
                    <a:pt x="4981" y="18016"/>
                  </a:lnTo>
                  <a:lnTo>
                    <a:pt x="4918" y="17911"/>
                  </a:lnTo>
                  <a:lnTo>
                    <a:pt x="4897" y="17828"/>
                  </a:lnTo>
                  <a:lnTo>
                    <a:pt x="4918" y="17618"/>
                  </a:lnTo>
                  <a:lnTo>
                    <a:pt x="4960" y="17577"/>
                  </a:lnTo>
                  <a:lnTo>
                    <a:pt x="4981" y="17577"/>
                  </a:lnTo>
                  <a:lnTo>
                    <a:pt x="4981" y="17660"/>
                  </a:lnTo>
                  <a:lnTo>
                    <a:pt x="4960" y="17723"/>
                  </a:lnTo>
                  <a:lnTo>
                    <a:pt x="4981" y="17828"/>
                  </a:lnTo>
                  <a:lnTo>
                    <a:pt x="5022" y="17932"/>
                  </a:lnTo>
                  <a:lnTo>
                    <a:pt x="5022" y="18079"/>
                  </a:lnTo>
                  <a:lnTo>
                    <a:pt x="5001" y="18204"/>
                  </a:lnTo>
                  <a:lnTo>
                    <a:pt x="5001" y="18309"/>
                  </a:lnTo>
                  <a:lnTo>
                    <a:pt x="5064" y="18309"/>
                  </a:lnTo>
                  <a:lnTo>
                    <a:pt x="5085" y="18288"/>
                  </a:lnTo>
                  <a:lnTo>
                    <a:pt x="5169" y="18225"/>
                  </a:lnTo>
                  <a:lnTo>
                    <a:pt x="5169" y="18183"/>
                  </a:lnTo>
                  <a:lnTo>
                    <a:pt x="5273" y="18037"/>
                  </a:lnTo>
                  <a:lnTo>
                    <a:pt x="5378" y="17995"/>
                  </a:lnTo>
                  <a:lnTo>
                    <a:pt x="5420" y="17995"/>
                  </a:lnTo>
                  <a:lnTo>
                    <a:pt x="5420" y="18016"/>
                  </a:lnTo>
                  <a:lnTo>
                    <a:pt x="5336" y="18079"/>
                  </a:lnTo>
                  <a:lnTo>
                    <a:pt x="5294" y="18121"/>
                  </a:lnTo>
                  <a:lnTo>
                    <a:pt x="5232" y="18246"/>
                  </a:lnTo>
                  <a:lnTo>
                    <a:pt x="5169" y="18330"/>
                  </a:lnTo>
                  <a:lnTo>
                    <a:pt x="5169" y="18393"/>
                  </a:lnTo>
                  <a:lnTo>
                    <a:pt x="5211" y="18414"/>
                  </a:lnTo>
                  <a:lnTo>
                    <a:pt x="5294" y="18414"/>
                  </a:lnTo>
                  <a:lnTo>
                    <a:pt x="5336" y="18434"/>
                  </a:lnTo>
                  <a:lnTo>
                    <a:pt x="5399" y="18518"/>
                  </a:lnTo>
                  <a:lnTo>
                    <a:pt x="5483" y="18539"/>
                  </a:lnTo>
                  <a:lnTo>
                    <a:pt x="5587" y="18518"/>
                  </a:lnTo>
                  <a:lnTo>
                    <a:pt x="5650" y="18455"/>
                  </a:lnTo>
                  <a:lnTo>
                    <a:pt x="5713" y="18455"/>
                  </a:lnTo>
                  <a:lnTo>
                    <a:pt x="5734" y="18497"/>
                  </a:lnTo>
                  <a:lnTo>
                    <a:pt x="5734" y="18539"/>
                  </a:lnTo>
                  <a:lnTo>
                    <a:pt x="5608" y="18623"/>
                  </a:lnTo>
                  <a:lnTo>
                    <a:pt x="5420" y="18665"/>
                  </a:lnTo>
                  <a:lnTo>
                    <a:pt x="5294" y="18665"/>
                  </a:lnTo>
                  <a:lnTo>
                    <a:pt x="5211" y="18727"/>
                  </a:lnTo>
                  <a:lnTo>
                    <a:pt x="5169" y="18769"/>
                  </a:lnTo>
                  <a:lnTo>
                    <a:pt x="5169" y="18832"/>
                  </a:lnTo>
                  <a:lnTo>
                    <a:pt x="5190" y="18853"/>
                  </a:lnTo>
                  <a:lnTo>
                    <a:pt x="5315" y="18832"/>
                  </a:lnTo>
                  <a:lnTo>
                    <a:pt x="5378" y="18853"/>
                  </a:lnTo>
                  <a:lnTo>
                    <a:pt x="5420" y="18832"/>
                  </a:lnTo>
                  <a:lnTo>
                    <a:pt x="5504" y="18769"/>
                  </a:lnTo>
                  <a:lnTo>
                    <a:pt x="5629" y="18769"/>
                  </a:lnTo>
                  <a:lnTo>
                    <a:pt x="5650" y="18811"/>
                  </a:lnTo>
                  <a:lnTo>
                    <a:pt x="5629" y="18853"/>
                  </a:lnTo>
                  <a:lnTo>
                    <a:pt x="5545" y="18874"/>
                  </a:lnTo>
                  <a:lnTo>
                    <a:pt x="5483" y="18937"/>
                  </a:lnTo>
                  <a:lnTo>
                    <a:pt x="5336" y="18937"/>
                  </a:lnTo>
                  <a:lnTo>
                    <a:pt x="5294" y="19020"/>
                  </a:lnTo>
                  <a:lnTo>
                    <a:pt x="5273" y="19083"/>
                  </a:lnTo>
                  <a:lnTo>
                    <a:pt x="5211" y="19146"/>
                  </a:lnTo>
                  <a:lnTo>
                    <a:pt x="5211" y="19188"/>
                  </a:lnTo>
                  <a:lnTo>
                    <a:pt x="5273" y="19188"/>
                  </a:lnTo>
                  <a:lnTo>
                    <a:pt x="5420" y="19062"/>
                  </a:lnTo>
                  <a:lnTo>
                    <a:pt x="5483" y="19041"/>
                  </a:lnTo>
                  <a:lnTo>
                    <a:pt x="5545" y="19041"/>
                  </a:lnTo>
                  <a:lnTo>
                    <a:pt x="5587" y="19020"/>
                  </a:lnTo>
                  <a:lnTo>
                    <a:pt x="5629" y="19020"/>
                  </a:lnTo>
                  <a:lnTo>
                    <a:pt x="5692" y="19083"/>
                  </a:lnTo>
                  <a:lnTo>
                    <a:pt x="5692" y="19146"/>
                  </a:lnTo>
                  <a:lnTo>
                    <a:pt x="5650" y="19188"/>
                  </a:lnTo>
                  <a:lnTo>
                    <a:pt x="5587" y="19146"/>
                  </a:lnTo>
                  <a:lnTo>
                    <a:pt x="5525" y="19125"/>
                  </a:lnTo>
                  <a:lnTo>
                    <a:pt x="5399" y="19167"/>
                  </a:lnTo>
                  <a:lnTo>
                    <a:pt x="5378" y="19230"/>
                  </a:lnTo>
                  <a:lnTo>
                    <a:pt x="5399" y="19271"/>
                  </a:lnTo>
                  <a:lnTo>
                    <a:pt x="5587" y="19271"/>
                  </a:lnTo>
                  <a:lnTo>
                    <a:pt x="5650" y="19230"/>
                  </a:lnTo>
                  <a:lnTo>
                    <a:pt x="5713" y="19230"/>
                  </a:lnTo>
                  <a:lnTo>
                    <a:pt x="5797" y="19334"/>
                  </a:lnTo>
                  <a:lnTo>
                    <a:pt x="5797" y="19397"/>
                  </a:lnTo>
                  <a:lnTo>
                    <a:pt x="5734" y="19439"/>
                  </a:lnTo>
                  <a:lnTo>
                    <a:pt x="5525" y="19355"/>
                  </a:lnTo>
                  <a:lnTo>
                    <a:pt x="5420" y="19292"/>
                  </a:lnTo>
                  <a:lnTo>
                    <a:pt x="5399" y="19355"/>
                  </a:lnTo>
                  <a:lnTo>
                    <a:pt x="5420" y="19439"/>
                  </a:lnTo>
                  <a:lnTo>
                    <a:pt x="5525" y="19502"/>
                  </a:lnTo>
                  <a:lnTo>
                    <a:pt x="5629" y="19648"/>
                  </a:lnTo>
                  <a:lnTo>
                    <a:pt x="5692" y="19753"/>
                  </a:lnTo>
                  <a:lnTo>
                    <a:pt x="5629" y="19753"/>
                  </a:lnTo>
                  <a:lnTo>
                    <a:pt x="5545" y="19648"/>
                  </a:lnTo>
                  <a:lnTo>
                    <a:pt x="5525" y="19648"/>
                  </a:lnTo>
                  <a:lnTo>
                    <a:pt x="5504" y="19690"/>
                  </a:lnTo>
                  <a:lnTo>
                    <a:pt x="5525" y="19774"/>
                  </a:lnTo>
                  <a:lnTo>
                    <a:pt x="5650" y="19878"/>
                  </a:lnTo>
                  <a:lnTo>
                    <a:pt x="5797" y="19983"/>
                  </a:lnTo>
                  <a:lnTo>
                    <a:pt x="5797" y="20025"/>
                  </a:lnTo>
                  <a:lnTo>
                    <a:pt x="5734" y="20025"/>
                  </a:lnTo>
                  <a:lnTo>
                    <a:pt x="5734" y="20087"/>
                  </a:lnTo>
                  <a:lnTo>
                    <a:pt x="5692" y="20087"/>
                  </a:lnTo>
                  <a:lnTo>
                    <a:pt x="5587" y="19983"/>
                  </a:lnTo>
                  <a:lnTo>
                    <a:pt x="5545" y="19983"/>
                  </a:lnTo>
                  <a:lnTo>
                    <a:pt x="5545" y="20025"/>
                  </a:lnTo>
                  <a:lnTo>
                    <a:pt x="5650" y="20171"/>
                  </a:lnTo>
                  <a:lnTo>
                    <a:pt x="5713" y="20213"/>
                  </a:lnTo>
                  <a:lnTo>
                    <a:pt x="5755" y="20213"/>
                  </a:lnTo>
                  <a:lnTo>
                    <a:pt x="5817" y="20192"/>
                  </a:lnTo>
                  <a:lnTo>
                    <a:pt x="5838" y="20213"/>
                  </a:lnTo>
                  <a:lnTo>
                    <a:pt x="5797" y="20297"/>
                  </a:lnTo>
                  <a:lnTo>
                    <a:pt x="5734" y="20318"/>
                  </a:lnTo>
                  <a:lnTo>
                    <a:pt x="5629" y="20276"/>
                  </a:lnTo>
                  <a:lnTo>
                    <a:pt x="5545" y="20192"/>
                  </a:lnTo>
                  <a:lnTo>
                    <a:pt x="5441" y="20108"/>
                  </a:lnTo>
                  <a:lnTo>
                    <a:pt x="5378" y="20004"/>
                  </a:lnTo>
                  <a:lnTo>
                    <a:pt x="5294" y="19795"/>
                  </a:lnTo>
                  <a:lnTo>
                    <a:pt x="5232" y="19711"/>
                  </a:lnTo>
                  <a:lnTo>
                    <a:pt x="5169" y="19690"/>
                  </a:lnTo>
                  <a:lnTo>
                    <a:pt x="5085" y="19648"/>
                  </a:lnTo>
                  <a:lnTo>
                    <a:pt x="4981" y="19606"/>
                  </a:lnTo>
                  <a:lnTo>
                    <a:pt x="4876" y="19606"/>
                  </a:lnTo>
                  <a:lnTo>
                    <a:pt x="4813" y="19585"/>
                  </a:lnTo>
                  <a:lnTo>
                    <a:pt x="4750" y="19585"/>
                  </a:lnTo>
                  <a:lnTo>
                    <a:pt x="4646" y="19564"/>
                  </a:lnTo>
                  <a:lnTo>
                    <a:pt x="4541" y="19460"/>
                  </a:lnTo>
                  <a:lnTo>
                    <a:pt x="4436" y="19460"/>
                  </a:lnTo>
                  <a:lnTo>
                    <a:pt x="4353" y="19439"/>
                  </a:lnTo>
                  <a:lnTo>
                    <a:pt x="4290" y="19460"/>
                  </a:lnTo>
                  <a:lnTo>
                    <a:pt x="4185" y="19460"/>
                  </a:lnTo>
                  <a:lnTo>
                    <a:pt x="4060" y="19564"/>
                  </a:lnTo>
                  <a:lnTo>
                    <a:pt x="4060" y="19606"/>
                  </a:lnTo>
                  <a:lnTo>
                    <a:pt x="4123" y="19669"/>
                  </a:lnTo>
                  <a:lnTo>
                    <a:pt x="4185" y="19753"/>
                  </a:lnTo>
                  <a:lnTo>
                    <a:pt x="4248" y="19878"/>
                  </a:lnTo>
                  <a:lnTo>
                    <a:pt x="4248" y="19962"/>
                  </a:lnTo>
                  <a:lnTo>
                    <a:pt x="4353" y="20067"/>
                  </a:lnTo>
                  <a:lnTo>
                    <a:pt x="4499" y="20108"/>
                  </a:lnTo>
                  <a:lnTo>
                    <a:pt x="4709" y="20192"/>
                  </a:lnTo>
                  <a:lnTo>
                    <a:pt x="4855" y="20276"/>
                  </a:lnTo>
                  <a:lnTo>
                    <a:pt x="4897" y="20380"/>
                  </a:lnTo>
                  <a:lnTo>
                    <a:pt x="4897" y="20422"/>
                  </a:lnTo>
                  <a:lnTo>
                    <a:pt x="4981" y="20443"/>
                  </a:lnTo>
                  <a:lnTo>
                    <a:pt x="5064" y="20443"/>
                  </a:lnTo>
                  <a:lnTo>
                    <a:pt x="5127" y="20527"/>
                  </a:lnTo>
                  <a:lnTo>
                    <a:pt x="5211" y="20548"/>
                  </a:lnTo>
                  <a:lnTo>
                    <a:pt x="5273" y="20527"/>
                  </a:lnTo>
                  <a:lnTo>
                    <a:pt x="5315" y="20590"/>
                  </a:lnTo>
                  <a:lnTo>
                    <a:pt x="5399" y="20590"/>
                  </a:lnTo>
                  <a:lnTo>
                    <a:pt x="5441" y="20548"/>
                  </a:lnTo>
                  <a:lnTo>
                    <a:pt x="5504" y="20631"/>
                  </a:lnTo>
                  <a:lnTo>
                    <a:pt x="5608" y="20631"/>
                  </a:lnTo>
                  <a:lnTo>
                    <a:pt x="5692" y="20548"/>
                  </a:lnTo>
                  <a:lnTo>
                    <a:pt x="5797" y="20548"/>
                  </a:lnTo>
                  <a:lnTo>
                    <a:pt x="5838" y="20590"/>
                  </a:lnTo>
                  <a:lnTo>
                    <a:pt x="5838" y="20652"/>
                  </a:lnTo>
                  <a:lnTo>
                    <a:pt x="5755" y="20652"/>
                  </a:lnTo>
                  <a:lnTo>
                    <a:pt x="5692" y="20694"/>
                  </a:lnTo>
                  <a:lnTo>
                    <a:pt x="5692" y="20736"/>
                  </a:lnTo>
                  <a:lnTo>
                    <a:pt x="5755" y="20736"/>
                  </a:lnTo>
                  <a:lnTo>
                    <a:pt x="5817" y="20820"/>
                  </a:lnTo>
                  <a:lnTo>
                    <a:pt x="5734" y="20862"/>
                  </a:lnTo>
                  <a:lnTo>
                    <a:pt x="5734" y="20903"/>
                  </a:lnTo>
                  <a:lnTo>
                    <a:pt x="5650" y="20924"/>
                  </a:lnTo>
                  <a:lnTo>
                    <a:pt x="5608" y="20966"/>
                  </a:lnTo>
                  <a:lnTo>
                    <a:pt x="5504" y="21029"/>
                  </a:lnTo>
                  <a:lnTo>
                    <a:pt x="5483" y="21071"/>
                  </a:lnTo>
                  <a:lnTo>
                    <a:pt x="5504" y="21113"/>
                  </a:lnTo>
                  <a:lnTo>
                    <a:pt x="5608" y="21113"/>
                  </a:lnTo>
                  <a:lnTo>
                    <a:pt x="5692" y="21134"/>
                  </a:lnTo>
                  <a:lnTo>
                    <a:pt x="5713" y="21175"/>
                  </a:lnTo>
                  <a:lnTo>
                    <a:pt x="5629" y="21175"/>
                  </a:lnTo>
                  <a:lnTo>
                    <a:pt x="5587" y="21217"/>
                  </a:lnTo>
                  <a:lnTo>
                    <a:pt x="5545" y="21175"/>
                  </a:lnTo>
                  <a:lnTo>
                    <a:pt x="5504" y="21238"/>
                  </a:lnTo>
                  <a:lnTo>
                    <a:pt x="5420" y="21364"/>
                  </a:lnTo>
                  <a:lnTo>
                    <a:pt x="5378" y="21364"/>
                  </a:lnTo>
                  <a:lnTo>
                    <a:pt x="5315" y="21427"/>
                  </a:lnTo>
                  <a:lnTo>
                    <a:pt x="5315" y="21468"/>
                  </a:lnTo>
                  <a:lnTo>
                    <a:pt x="5399" y="21489"/>
                  </a:lnTo>
                  <a:lnTo>
                    <a:pt x="5441" y="21489"/>
                  </a:lnTo>
                  <a:lnTo>
                    <a:pt x="5504" y="21468"/>
                  </a:lnTo>
                  <a:lnTo>
                    <a:pt x="5525" y="21489"/>
                  </a:lnTo>
                  <a:lnTo>
                    <a:pt x="5545" y="21552"/>
                  </a:lnTo>
                  <a:lnTo>
                    <a:pt x="5608" y="21552"/>
                  </a:lnTo>
                  <a:lnTo>
                    <a:pt x="5650" y="21573"/>
                  </a:lnTo>
                  <a:lnTo>
                    <a:pt x="5650" y="21636"/>
                  </a:lnTo>
                  <a:lnTo>
                    <a:pt x="5545" y="21657"/>
                  </a:lnTo>
                  <a:lnTo>
                    <a:pt x="5483" y="21678"/>
                  </a:lnTo>
                  <a:lnTo>
                    <a:pt x="5483" y="21699"/>
                  </a:lnTo>
                  <a:lnTo>
                    <a:pt x="5608" y="21699"/>
                  </a:lnTo>
                  <a:lnTo>
                    <a:pt x="5650" y="21761"/>
                  </a:lnTo>
                  <a:lnTo>
                    <a:pt x="5650" y="21803"/>
                  </a:lnTo>
                  <a:lnTo>
                    <a:pt x="5608" y="21803"/>
                  </a:lnTo>
                  <a:lnTo>
                    <a:pt x="5545" y="21782"/>
                  </a:lnTo>
                  <a:lnTo>
                    <a:pt x="5525" y="21803"/>
                  </a:lnTo>
                  <a:lnTo>
                    <a:pt x="5483" y="21803"/>
                  </a:lnTo>
                  <a:lnTo>
                    <a:pt x="5420" y="21761"/>
                  </a:lnTo>
                  <a:lnTo>
                    <a:pt x="5336" y="21761"/>
                  </a:lnTo>
                  <a:lnTo>
                    <a:pt x="5232" y="21740"/>
                  </a:lnTo>
                  <a:lnTo>
                    <a:pt x="5232" y="21678"/>
                  </a:lnTo>
                  <a:lnTo>
                    <a:pt x="5273" y="21657"/>
                  </a:lnTo>
                  <a:lnTo>
                    <a:pt x="5211" y="21552"/>
                  </a:lnTo>
                  <a:lnTo>
                    <a:pt x="5190" y="21531"/>
                  </a:lnTo>
                  <a:lnTo>
                    <a:pt x="5127" y="21552"/>
                  </a:lnTo>
                  <a:lnTo>
                    <a:pt x="5127" y="21657"/>
                  </a:lnTo>
                  <a:lnTo>
                    <a:pt x="5064" y="21866"/>
                  </a:lnTo>
                  <a:lnTo>
                    <a:pt x="5001" y="21950"/>
                  </a:lnTo>
                  <a:lnTo>
                    <a:pt x="5022" y="21992"/>
                  </a:lnTo>
                  <a:lnTo>
                    <a:pt x="5085" y="21992"/>
                  </a:lnTo>
                  <a:lnTo>
                    <a:pt x="5169" y="21950"/>
                  </a:lnTo>
                  <a:lnTo>
                    <a:pt x="5190" y="21950"/>
                  </a:lnTo>
                  <a:lnTo>
                    <a:pt x="5169" y="21992"/>
                  </a:lnTo>
                  <a:lnTo>
                    <a:pt x="5085" y="22054"/>
                  </a:lnTo>
                  <a:lnTo>
                    <a:pt x="5022" y="22096"/>
                  </a:lnTo>
                  <a:lnTo>
                    <a:pt x="4981" y="22117"/>
                  </a:lnTo>
                  <a:lnTo>
                    <a:pt x="4981" y="22180"/>
                  </a:lnTo>
                  <a:lnTo>
                    <a:pt x="4855" y="22159"/>
                  </a:lnTo>
                  <a:lnTo>
                    <a:pt x="4750" y="22159"/>
                  </a:lnTo>
                  <a:lnTo>
                    <a:pt x="4646" y="22180"/>
                  </a:lnTo>
                  <a:lnTo>
                    <a:pt x="4604" y="22159"/>
                  </a:lnTo>
                  <a:lnTo>
                    <a:pt x="4478" y="22159"/>
                  </a:lnTo>
                  <a:lnTo>
                    <a:pt x="4395" y="22180"/>
                  </a:lnTo>
                  <a:lnTo>
                    <a:pt x="4248" y="22264"/>
                  </a:lnTo>
                  <a:lnTo>
                    <a:pt x="4123" y="22284"/>
                  </a:lnTo>
                  <a:lnTo>
                    <a:pt x="4144" y="22305"/>
                  </a:lnTo>
                  <a:lnTo>
                    <a:pt x="4248" y="22284"/>
                  </a:lnTo>
                  <a:lnTo>
                    <a:pt x="4290" y="22284"/>
                  </a:lnTo>
                  <a:lnTo>
                    <a:pt x="4248" y="22326"/>
                  </a:lnTo>
                  <a:lnTo>
                    <a:pt x="4185" y="22368"/>
                  </a:lnTo>
                  <a:lnTo>
                    <a:pt x="4227" y="22410"/>
                  </a:lnTo>
                  <a:lnTo>
                    <a:pt x="4290" y="22431"/>
                  </a:lnTo>
                  <a:lnTo>
                    <a:pt x="4353" y="22515"/>
                  </a:lnTo>
                  <a:lnTo>
                    <a:pt x="4457" y="22494"/>
                  </a:lnTo>
                  <a:lnTo>
                    <a:pt x="4541" y="22515"/>
                  </a:lnTo>
                  <a:lnTo>
                    <a:pt x="4583" y="22494"/>
                  </a:lnTo>
                  <a:lnTo>
                    <a:pt x="4709" y="22494"/>
                  </a:lnTo>
                  <a:lnTo>
                    <a:pt x="4750" y="22473"/>
                  </a:lnTo>
                  <a:lnTo>
                    <a:pt x="4667" y="22410"/>
                  </a:lnTo>
                  <a:lnTo>
                    <a:pt x="4646" y="22389"/>
                  </a:lnTo>
                  <a:lnTo>
                    <a:pt x="4688" y="22326"/>
                  </a:lnTo>
                  <a:lnTo>
                    <a:pt x="4855" y="22326"/>
                  </a:lnTo>
                  <a:lnTo>
                    <a:pt x="4918" y="22305"/>
                  </a:lnTo>
                  <a:lnTo>
                    <a:pt x="5001" y="22305"/>
                  </a:lnTo>
                  <a:lnTo>
                    <a:pt x="5001" y="22326"/>
                  </a:lnTo>
                  <a:lnTo>
                    <a:pt x="4960" y="22368"/>
                  </a:lnTo>
                  <a:lnTo>
                    <a:pt x="4918" y="22431"/>
                  </a:lnTo>
                  <a:lnTo>
                    <a:pt x="4918" y="22515"/>
                  </a:lnTo>
                  <a:lnTo>
                    <a:pt x="4792" y="22577"/>
                  </a:lnTo>
                  <a:lnTo>
                    <a:pt x="4792" y="22619"/>
                  </a:lnTo>
                  <a:lnTo>
                    <a:pt x="4813" y="22682"/>
                  </a:lnTo>
                  <a:lnTo>
                    <a:pt x="5064" y="22849"/>
                  </a:lnTo>
                  <a:lnTo>
                    <a:pt x="5169" y="22933"/>
                  </a:lnTo>
                  <a:lnTo>
                    <a:pt x="5169" y="22954"/>
                  </a:lnTo>
                  <a:lnTo>
                    <a:pt x="5085" y="22954"/>
                  </a:lnTo>
                  <a:lnTo>
                    <a:pt x="5064" y="22933"/>
                  </a:lnTo>
                  <a:lnTo>
                    <a:pt x="4960" y="22891"/>
                  </a:lnTo>
                  <a:lnTo>
                    <a:pt x="4813" y="22808"/>
                  </a:lnTo>
                  <a:lnTo>
                    <a:pt x="4771" y="22745"/>
                  </a:lnTo>
                  <a:lnTo>
                    <a:pt x="4667" y="22745"/>
                  </a:lnTo>
                  <a:lnTo>
                    <a:pt x="4604" y="22787"/>
                  </a:lnTo>
                  <a:lnTo>
                    <a:pt x="4541" y="22808"/>
                  </a:lnTo>
                  <a:lnTo>
                    <a:pt x="4332" y="22682"/>
                  </a:lnTo>
                  <a:lnTo>
                    <a:pt x="4290" y="22598"/>
                  </a:lnTo>
                  <a:lnTo>
                    <a:pt x="4248" y="22515"/>
                  </a:lnTo>
                  <a:lnTo>
                    <a:pt x="4227" y="22515"/>
                  </a:lnTo>
                  <a:lnTo>
                    <a:pt x="4248" y="22619"/>
                  </a:lnTo>
                  <a:lnTo>
                    <a:pt x="4269" y="22703"/>
                  </a:lnTo>
                  <a:lnTo>
                    <a:pt x="4248" y="22724"/>
                  </a:lnTo>
                  <a:lnTo>
                    <a:pt x="4144" y="22619"/>
                  </a:lnTo>
                  <a:lnTo>
                    <a:pt x="4039" y="22494"/>
                  </a:lnTo>
                  <a:lnTo>
                    <a:pt x="3913" y="22431"/>
                  </a:lnTo>
                  <a:lnTo>
                    <a:pt x="3851" y="22473"/>
                  </a:lnTo>
                  <a:lnTo>
                    <a:pt x="3872" y="22515"/>
                  </a:lnTo>
                  <a:lnTo>
                    <a:pt x="3955" y="22536"/>
                  </a:lnTo>
                  <a:lnTo>
                    <a:pt x="3976" y="22619"/>
                  </a:lnTo>
                  <a:lnTo>
                    <a:pt x="4123" y="22745"/>
                  </a:lnTo>
                  <a:lnTo>
                    <a:pt x="4164" y="22808"/>
                  </a:lnTo>
                  <a:lnTo>
                    <a:pt x="4227" y="22808"/>
                  </a:lnTo>
                  <a:lnTo>
                    <a:pt x="4290" y="22828"/>
                  </a:lnTo>
                  <a:lnTo>
                    <a:pt x="4332" y="22891"/>
                  </a:lnTo>
                  <a:lnTo>
                    <a:pt x="4164" y="22891"/>
                  </a:lnTo>
                  <a:lnTo>
                    <a:pt x="4060" y="22828"/>
                  </a:lnTo>
                  <a:lnTo>
                    <a:pt x="3976" y="22787"/>
                  </a:lnTo>
                  <a:lnTo>
                    <a:pt x="3934" y="22787"/>
                  </a:lnTo>
                  <a:lnTo>
                    <a:pt x="3913" y="22849"/>
                  </a:lnTo>
                  <a:lnTo>
                    <a:pt x="3913" y="22912"/>
                  </a:lnTo>
                  <a:lnTo>
                    <a:pt x="3851" y="22954"/>
                  </a:lnTo>
                  <a:lnTo>
                    <a:pt x="3830" y="22954"/>
                  </a:lnTo>
                  <a:lnTo>
                    <a:pt x="3830" y="23017"/>
                  </a:lnTo>
                  <a:lnTo>
                    <a:pt x="3767" y="23059"/>
                  </a:lnTo>
                  <a:lnTo>
                    <a:pt x="3725" y="23100"/>
                  </a:lnTo>
                  <a:lnTo>
                    <a:pt x="3600" y="23247"/>
                  </a:lnTo>
                  <a:lnTo>
                    <a:pt x="3600" y="23310"/>
                  </a:lnTo>
                  <a:lnTo>
                    <a:pt x="3627" y="23324"/>
                  </a:lnTo>
                  <a:lnTo>
                    <a:pt x="3627" y="23324"/>
                  </a:lnTo>
                  <a:lnTo>
                    <a:pt x="3558" y="23352"/>
                  </a:lnTo>
                  <a:lnTo>
                    <a:pt x="3495" y="23414"/>
                  </a:lnTo>
                  <a:lnTo>
                    <a:pt x="3390" y="23456"/>
                  </a:lnTo>
                  <a:lnTo>
                    <a:pt x="3328" y="23561"/>
                  </a:lnTo>
                  <a:lnTo>
                    <a:pt x="3328" y="23644"/>
                  </a:lnTo>
                  <a:lnTo>
                    <a:pt x="3348" y="23665"/>
                  </a:lnTo>
                  <a:lnTo>
                    <a:pt x="3432" y="23624"/>
                  </a:lnTo>
                  <a:lnTo>
                    <a:pt x="3537" y="23582"/>
                  </a:lnTo>
                  <a:lnTo>
                    <a:pt x="3600" y="23624"/>
                  </a:lnTo>
                  <a:lnTo>
                    <a:pt x="3620" y="23644"/>
                  </a:lnTo>
                  <a:lnTo>
                    <a:pt x="3725" y="23644"/>
                  </a:lnTo>
                  <a:lnTo>
                    <a:pt x="3913" y="23582"/>
                  </a:lnTo>
                  <a:lnTo>
                    <a:pt x="4060" y="23582"/>
                  </a:lnTo>
                  <a:lnTo>
                    <a:pt x="4185" y="23644"/>
                  </a:lnTo>
                  <a:lnTo>
                    <a:pt x="4185" y="23686"/>
                  </a:lnTo>
                  <a:lnTo>
                    <a:pt x="4144" y="23728"/>
                  </a:lnTo>
                  <a:lnTo>
                    <a:pt x="4018" y="23686"/>
                  </a:lnTo>
                  <a:lnTo>
                    <a:pt x="3934" y="23728"/>
                  </a:lnTo>
                  <a:lnTo>
                    <a:pt x="3558" y="23686"/>
                  </a:lnTo>
                  <a:lnTo>
                    <a:pt x="3453" y="23686"/>
                  </a:lnTo>
                  <a:lnTo>
                    <a:pt x="3432" y="23728"/>
                  </a:lnTo>
                  <a:lnTo>
                    <a:pt x="3286" y="23728"/>
                  </a:lnTo>
                  <a:lnTo>
                    <a:pt x="3286" y="23770"/>
                  </a:lnTo>
                  <a:lnTo>
                    <a:pt x="3307" y="23791"/>
                  </a:lnTo>
                  <a:lnTo>
                    <a:pt x="3411" y="23791"/>
                  </a:lnTo>
                  <a:lnTo>
                    <a:pt x="3432" y="23833"/>
                  </a:lnTo>
                  <a:lnTo>
                    <a:pt x="3390" y="23854"/>
                  </a:lnTo>
                  <a:lnTo>
                    <a:pt x="3307" y="23833"/>
                  </a:lnTo>
                  <a:lnTo>
                    <a:pt x="3202" y="23833"/>
                  </a:lnTo>
                  <a:lnTo>
                    <a:pt x="3202" y="23854"/>
                  </a:lnTo>
                  <a:lnTo>
                    <a:pt x="3244" y="23896"/>
                  </a:lnTo>
                  <a:lnTo>
                    <a:pt x="3348" y="23896"/>
                  </a:lnTo>
                  <a:lnTo>
                    <a:pt x="3620" y="23979"/>
                  </a:lnTo>
                  <a:lnTo>
                    <a:pt x="3704" y="23979"/>
                  </a:lnTo>
                  <a:lnTo>
                    <a:pt x="3746" y="23958"/>
                  </a:lnTo>
                  <a:lnTo>
                    <a:pt x="3830" y="23958"/>
                  </a:lnTo>
                  <a:lnTo>
                    <a:pt x="3851" y="23979"/>
                  </a:lnTo>
                  <a:lnTo>
                    <a:pt x="3851" y="24063"/>
                  </a:lnTo>
                  <a:lnTo>
                    <a:pt x="3872" y="24147"/>
                  </a:lnTo>
                  <a:lnTo>
                    <a:pt x="3830" y="24168"/>
                  </a:lnTo>
                  <a:lnTo>
                    <a:pt x="3746" y="24147"/>
                  </a:lnTo>
                  <a:lnTo>
                    <a:pt x="3725" y="24168"/>
                  </a:lnTo>
                  <a:lnTo>
                    <a:pt x="3704" y="24147"/>
                  </a:lnTo>
                  <a:lnTo>
                    <a:pt x="3600" y="24168"/>
                  </a:lnTo>
                  <a:lnTo>
                    <a:pt x="3600" y="24209"/>
                  </a:lnTo>
                  <a:lnTo>
                    <a:pt x="3620" y="24251"/>
                  </a:lnTo>
                  <a:lnTo>
                    <a:pt x="3662" y="24251"/>
                  </a:lnTo>
                  <a:lnTo>
                    <a:pt x="3746" y="24272"/>
                  </a:lnTo>
                  <a:lnTo>
                    <a:pt x="3767" y="24293"/>
                  </a:lnTo>
                  <a:lnTo>
                    <a:pt x="3662" y="24356"/>
                  </a:lnTo>
                  <a:lnTo>
                    <a:pt x="3600" y="24356"/>
                  </a:lnTo>
                  <a:lnTo>
                    <a:pt x="3495" y="24293"/>
                  </a:lnTo>
                  <a:lnTo>
                    <a:pt x="3390" y="24335"/>
                  </a:lnTo>
                  <a:lnTo>
                    <a:pt x="3390" y="24377"/>
                  </a:lnTo>
                  <a:lnTo>
                    <a:pt x="3411" y="24460"/>
                  </a:lnTo>
                  <a:lnTo>
                    <a:pt x="3453" y="24481"/>
                  </a:lnTo>
                  <a:lnTo>
                    <a:pt x="3516" y="24460"/>
                  </a:lnTo>
                  <a:lnTo>
                    <a:pt x="3620" y="24460"/>
                  </a:lnTo>
                  <a:lnTo>
                    <a:pt x="3704" y="24502"/>
                  </a:lnTo>
                  <a:lnTo>
                    <a:pt x="3725" y="24565"/>
                  </a:lnTo>
                  <a:lnTo>
                    <a:pt x="3495" y="24565"/>
                  </a:lnTo>
                  <a:lnTo>
                    <a:pt x="3432" y="24586"/>
                  </a:lnTo>
                  <a:lnTo>
                    <a:pt x="3348" y="24544"/>
                  </a:lnTo>
                  <a:lnTo>
                    <a:pt x="3307" y="24544"/>
                  </a:lnTo>
                  <a:lnTo>
                    <a:pt x="3244" y="24607"/>
                  </a:lnTo>
                  <a:lnTo>
                    <a:pt x="3244" y="24816"/>
                  </a:lnTo>
                  <a:lnTo>
                    <a:pt x="3223" y="24879"/>
                  </a:lnTo>
                  <a:lnTo>
                    <a:pt x="3244" y="24921"/>
                  </a:lnTo>
                  <a:lnTo>
                    <a:pt x="3328" y="24921"/>
                  </a:lnTo>
                  <a:lnTo>
                    <a:pt x="3558" y="24816"/>
                  </a:lnTo>
                  <a:lnTo>
                    <a:pt x="3620" y="24774"/>
                  </a:lnTo>
                  <a:lnTo>
                    <a:pt x="3809" y="24712"/>
                  </a:lnTo>
                  <a:lnTo>
                    <a:pt x="3913" y="24670"/>
                  </a:lnTo>
                  <a:lnTo>
                    <a:pt x="3976" y="24544"/>
                  </a:lnTo>
                  <a:lnTo>
                    <a:pt x="4123" y="24398"/>
                  </a:lnTo>
                  <a:lnTo>
                    <a:pt x="4395" y="24272"/>
                  </a:lnTo>
                  <a:lnTo>
                    <a:pt x="4541" y="24230"/>
                  </a:lnTo>
                  <a:lnTo>
                    <a:pt x="4604" y="24251"/>
                  </a:lnTo>
                  <a:lnTo>
                    <a:pt x="4604" y="24293"/>
                  </a:lnTo>
                  <a:lnTo>
                    <a:pt x="4562" y="24335"/>
                  </a:lnTo>
                  <a:lnTo>
                    <a:pt x="4478" y="24335"/>
                  </a:lnTo>
                  <a:lnTo>
                    <a:pt x="4332" y="24377"/>
                  </a:lnTo>
                  <a:lnTo>
                    <a:pt x="4144" y="24460"/>
                  </a:lnTo>
                  <a:lnTo>
                    <a:pt x="3955" y="24670"/>
                  </a:lnTo>
                  <a:lnTo>
                    <a:pt x="3872" y="24774"/>
                  </a:lnTo>
                  <a:lnTo>
                    <a:pt x="3725" y="24795"/>
                  </a:lnTo>
                  <a:lnTo>
                    <a:pt x="3641" y="24816"/>
                  </a:lnTo>
                  <a:lnTo>
                    <a:pt x="3495" y="24921"/>
                  </a:lnTo>
                  <a:lnTo>
                    <a:pt x="3328" y="24984"/>
                  </a:lnTo>
                  <a:lnTo>
                    <a:pt x="3244" y="25005"/>
                  </a:lnTo>
                  <a:lnTo>
                    <a:pt x="3223" y="25067"/>
                  </a:lnTo>
                  <a:lnTo>
                    <a:pt x="3307" y="25067"/>
                  </a:lnTo>
                  <a:lnTo>
                    <a:pt x="3348" y="25025"/>
                  </a:lnTo>
                  <a:lnTo>
                    <a:pt x="3411" y="25067"/>
                  </a:lnTo>
                  <a:lnTo>
                    <a:pt x="3411" y="25109"/>
                  </a:lnTo>
                  <a:lnTo>
                    <a:pt x="3516" y="25067"/>
                  </a:lnTo>
                  <a:lnTo>
                    <a:pt x="3558" y="25005"/>
                  </a:lnTo>
                  <a:lnTo>
                    <a:pt x="3620" y="25005"/>
                  </a:lnTo>
                  <a:lnTo>
                    <a:pt x="3704" y="25088"/>
                  </a:lnTo>
                  <a:lnTo>
                    <a:pt x="3746" y="25088"/>
                  </a:lnTo>
                  <a:lnTo>
                    <a:pt x="3830" y="25025"/>
                  </a:lnTo>
                  <a:lnTo>
                    <a:pt x="3934" y="24963"/>
                  </a:lnTo>
                  <a:lnTo>
                    <a:pt x="4018" y="24963"/>
                  </a:lnTo>
                  <a:lnTo>
                    <a:pt x="4039" y="24984"/>
                  </a:lnTo>
                  <a:lnTo>
                    <a:pt x="4018" y="25025"/>
                  </a:lnTo>
                  <a:lnTo>
                    <a:pt x="3934" y="25025"/>
                  </a:lnTo>
                  <a:lnTo>
                    <a:pt x="3851" y="25109"/>
                  </a:lnTo>
                  <a:lnTo>
                    <a:pt x="3767" y="25130"/>
                  </a:lnTo>
                  <a:lnTo>
                    <a:pt x="3662" y="25130"/>
                  </a:lnTo>
                  <a:lnTo>
                    <a:pt x="3620" y="25088"/>
                  </a:lnTo>
                  <a:lnTo>
                    <a:pt x="3558" y="25109"/>
                  </a:lnTo>
                  <a:lnTo>
                    <a:pt x="3516" y="25172"/>
                  </a:lnTo>
                  <a:lnTo>
                    <a:pt x="3390" y="25214"/>
                  </a:lnTo>
                  <a:lnTo>
                    <a:pt x="3348" y="25235"/>
                  </a:lnTo>
                  <a:lnTo>
                    <a:pt x="3432" y="25297"/>
                  </a:lnTo>
                  <a:lnTo>
                    <a:pt x="3495" y="25297"/>
                  </a:lnTo>
                  <a:lnTo>
                    <a:pt x="3600" y="25339"/>
                  </a:lnTo>
                  <a:lnTo>
                    <a:pt x="3516" y="25423"/>
                  </a:lnTo>
                  <a:lnTo>
                    <a:pt x="3516" y="25486"/>
                  </a:lnTo>
                  <a:lnTo>
                    <a:pt x="3600" y="25507"/>
                  </a:lnTo>
                  <a:lnTo>
                    <a:pt x="3558" y="25549"/>
                  </a:lnTo>
                  <a:lnTo>
                    <a:pt x="3600" y="25611"/>
                  </a:lnTo>
                  <a:lnTo>
                    <a:pt x="3537" y="25611"/>
                  </a:lnTo>
                  <a:lnTo>
                    <a:pt x="3453" y="25695"/>
                  </a:lnTo>
                  <a:lnTo>
                    <a:pt x="3495" y="25758"/>
                  </a:lnTo>
                  <a:lnTo>
                    <a:pt x="3537" y="25758"/>
                  </a:lnTo>
                  <a:lnTo>
                    <a:pt x="3600" y="25716"/>
                  </a:lnTo>
                  <a:lnTo>
                    <a:pt x="3620" y="25716"/>
                  </a:lnTo>
                  <a:lnTo>
                    <a:pt x="3641" y="25821"/>
                  </a:lnTo>
                  <a:lnTo>
                    <a:pt x="3641" y="25904"/>
                  </a:lnTo>
                  <a:lnTo>
                    <a:pt x="3558" y="25946"/>
                  </a:lnTo>
                  <a:lnTo>
                    <a:pt x="3558" y="26113"/>
                  </a:lnTo>
                  <a:lnTo>
                    <a:pt x="3620" y="26176"/>
                  </a:lnTo>
                  <a:lnTo>
                    <a:pt x="3704" y="26176"/>
                  </a:lnTo>
                  <a:lnTo>
                    <a:pt x="3767" y="26134"/>
                  </a:lnTo>
                  <a:lnTo>
                    <a:pt x="3809" y="26051"/>
                  </a:lnTo>
                  <a:lnTo>
                    <a:pt x="3851" y="26072"/>
                  </a:lnTo>
                  <a:lnTo>
                    <a:pt x="3913" y="26030"/>
                  </a:lnTo>
                  <a:lnTo>
                    <a:pt x="3955" y="26030"/>
                  </a:lnTo>
                  <a:lnTo>
                    <a:pt x="4018" y="26072"/>
                  </a:lnTo>
                  <a:lnTo>
                    <a:pt x="3976" y="26113"/>
                  </a:lnTo>
                  <a:lnTo>
                    <a:pt x="3872" y="26176"/>
                  </a:lnTo>
                  <a:lnTo>
                    <a:pt x="3809" y="26176"/>
                  </a:lnTo>
                  <a:lnTo>
                    <a:pt x="3641" y="26239"/>
                  </a:lnTo>
                  <a:lnTo>
                    <a:pt x="3558" y="26281"/>
                  </a:lnTo>
                  <a:lnTo>
                    <a:pt x="3558" y="26365"/>
                  </a:lnTo>
                  <a:lnTo>
                    <a:pt x="3537" y="26448"/>
                  </a:lnTo>
                  <a:lnTo>
                    <a:pt x="3620" y="26490"/>
                  </a:lnTo>
                  <a:lnTo>
                    <a:pt x="3558" y="26553"/>
                  </a:lnTo>
                  <a:lnTo>
                    <a:pt x="3537" y="26657"/>
                  </a:lnTo>
                  <a:lnTo>
                    <a:pt x="3558" y="26783"/>
                  </a:lnTo>
                  <a:lnTo>
                    <a:pt x="3620" y="26783"/>
                  </a:lnTo>
                  <a:lnTo>
                    <a:pt x="3704" y="26637"/>
                  </a:lnTo>
                  <a:lnTo>
                    <a:pt x="3746" y="26595"/>
                  </a:lnTo>
                  <a:lnTo>
                    <a:pt x="3872" y="26469"/>
                  </a:lnTo>
                  <a:lnTo>
                    <a:pt x="3934" y="26469"/>
                  </a:lnTo>
                  <a:lnTo>
                    <a:pt x="3976" y="26385"/>
                  </a:lnTo>
                  <a:lnTo>
                    <a:pt x="4060" y="26365"/>
                  </a:lnTo>
                  <a:lnTo>
                    <a:pt x="4060" y="26385"/>
                  </a:lnTo>
                  <a:lnTo>
                    <a:pt x="4018" y="26448"/>
                  </a:lnTo>
                  <a:lnTo>
                    <a:pt x="4018" y="26490"/>
                  </a:lnTo>
                  <a:lnTo>
                    <a:pt x="4039" y="26532"/>
                  </a:lnTo>
                  <a:lnTo>
                    <a:pt x="4123" y="26490"/>
                  </a:lnTo>
                  <a:lnTo>
                    <a:pt x="4248" y="26365"/>
                  </a:lnTo>
                  <a:lnTo>
                    <a:pt x="4269" y="26323"/>
                  </a:lnTo>
                  <a:lnTo>
                    <a:pt x="4332" y="26385"/>
                  </a:lnTo>
                  <a:lnTo>
                    <a:pt x="4374" y="26385"/>
                  </a:lnTo>
                  <a:lnTo>
                    <a:pt x="4436" y="26344"/>
                  </a:lnTo>
                  <a:lnTo>
                    <a:pt x="4499" y="26344"/>
                  </a:lnTo>
                  <a:lnTo>
                    <a:pt x="4499" y="26365"/>
                  </a:lnTo>
                  <a:lnTo>
                    <a:pt x="4436" y="26448"/>
                  </a:lnTo>
                  <a:lnTo>
                    <a:pt x="4436" y="26637"/>
                  </a:lnTo>
                  <a:lnTo>
                    <a:pt x="4478" y="26657"/>
                  </a:lnTo>
                  <a:lnTo>
                    <a:pt x="4541" y="26741"/>
                  </a:lnTo>
                  <a:lnTo>
                    <a:pt x="4499" y="26762"/>
                  </a:lnTo>
                  <a:lnTo>
                    <a:pt x="4436" y="26741"/>
                  </a:lnTo>
                  <a:lnTo>
                    <a:pt x="4332" y="26637"/>
                  </a:lnTo>
                  <a:lnTo>
                    <a:pt x="4269" y="26553"/>
                  </a:lnTo>
                  <a:lnTo>
                    <a:pt x="4227" y="26553"/>
                  </a:lnTo>
                  <a:lnTo>
                    <a:pt x="4164" y="26574"/>
                  </a:lnTo>
                  <a:lnTo>
                    <a:pt x="4081" y="26574"/>
                  </a:lnTo>
                  <a:lnTo>
                    <a:pt x="4060" y="26637"/>
                  </a:lnTo>
                  <a:lnTo>
                    <a:pt x="4123" y="26678"/>
                  </a:lnTo>
                  <a:lnTo>
                    <a:pt x="4164" y="26678"/>
                  </a:lnTo>
                  <a:lnTo>
                    <a:pt x="4248" y="26783"/>
                  </a:lnTo>
                  <a:lnTo>
                    <a:pt x="4290" y="26804"/>
                  </a:lnTo>
                  <a:lnTo>
                    <a:pt x="4269" y="26867"/>
                  </a:lnTo>
                  <a:lnTo>
                    <a:pt x="4185" y="26783"/>
                  </a:lnTo>
                  <a:lnTo>
                    <a:pt x="4144" y="26762"/>
                  </a:lnTo>
                  <a:lnTo>
                    <a:pt x="4060" y="26762"/>
                  </a:lnTo>
                  <a:lnTo>
                    <a:pt x="3955" y="26888"/>
                  </a:lnTo>
                  <a:lnTo>
                    <a:pt x="3872" y="26950"/>
                  </a:lnTo>
                  <a:lnTo>
                    <a:pt x="3704" y="26950"/>
                  </a:lnTo>
                  <a:lnTo>
                    <a:pt x="3662" y="26971"/>
                  </a:lnTo>
                  <a:lnTo>
                    <a:pt x="3725" y="26992"/>
                  </a:lnTo>
                  <a:lnTo>
                    <a:pt x="3830" y="26992"/>
                  </a:lnTo>
                  <a:lnTo>
                    <a:pt x="3892" y="26971"/>
                  </a:lnTo>
                  <a:lnTo>
                    <a:pt x="4060" y="26950"/>
                  </a:lnTo>
                  <a:lnTo>
                    <a:pt x="4164" y="26888"/>
                  </a:lnTo>
                  <a:lnTo>
                    <a:pt x="4248" y="26909"/>
                  </a:lnTo>
                  <a:lnTo>
                    <a:pt x="4353" y="26909"/>
                  </a:lnTo>
                  <a:lnTo>
                    <a:pt x="4311" y="26950"/>
                  </a:lnTo>
                  <a:lnTo>
                    <a:pt x="4248" y="27013"/>
                  </a:lnTo>
                  <a:lnTo>
                    <a:pt x="4102" y="27013"/>
                  </a:lnTo>
                  <a:lnTo>
                    <a:pt x="3976" y="27055"/>
                  </a:lnTo>
                  <a:lnTo>
                    <a:pt x="3767" y="27055"/>
                  </a:lnTo>
                  <a:lnTo>
                    <a:pt x="3662" y="27076"/>
                  </a:lnTo>
                  <a:lnTo>
                    <a:pt x="3641" y="27160"/>
                  </a:lnTo>
                  <a:lnTo>
                    <a:pt x="3662" y="27222"/>
                  </a:lnTo>
                  <a:lnTo>
                    <a:pt x="3767" y="27264"/>
                  </a:lnTo>
                  <a:lnTo>
                    <a:pt x="3872" y="27222"/>
                  </a:lnTo>
                  <a:lnTo>
                    <a:pt x="3892" y="27264"/>
                  </a:lnTo>
                  <a:lnTo>
                    <a:pt x="3830" y="27306"/>
                  </a:lnTo>
                  <a:lnTo>
                    <a:pt x="3725" y="27306"/>
                  </a:lnTo>
                  <a:lnTo>
                    <a:pt x="3662" y="27390"/>
                  </a:lnTo>
                  <a:lnTo>
                    <a:pt x="3683" y="27473"/>
                  </a:lnTo>
                  <a:lnTo>
                    <a:pt x="3767" y="27515"/>
                  </a:lnTo>
                  <a:lnTo>
                    <a:pt x="3830" y="27473"/>
                  </a:lnTo>
                  <a:lnTo>
                    <a:pt x="3851" y="27411"/>
                  </a:lnTo>
                  <a:lnTo>
                    <a:pt x="3934" y="27411"/>
                  </a:lnTo>
                  <a:lnTo>
                    <a:pt x="3976" y="27432"/>
                  </a:lnTo>
                  <a:lnTo>
                    <a:pt x="4060" y="27432"/>
                  </a:lnTo>
                  <a:lnTo>
                    <a:pt x="4144" y="27411"/>
                  </a:lnTo>
                  <a:lnTo>
                    <a:pt x="4185" y="27390"/>
                  </a:lnTo>
                  <a:lnTo>
                    <a:pt x="4227" y="27411"/>
                  </a:lnTo>
                  <a:lnTo>
                    <a:pt x="4164" y="27473"/>
                  </a:lnTo>
                  <a:lnTo>
                    <a:pt x="4039" y="27515"/>
                  </a:lnTo>
                  <a:lnTo>
                    <a:pt x="3976" y="27494"/>
                  </a:lnTo>
                  <a:lnTo>
                    <a:pt x="3913" y="27473"/>
                  </a:lnTo>
                  <a:lnTo>
                    <a:pt x="3851" y="27473"/>
                  </a:lnTo>
                  <a:lnTo>
                    <a:pt x="3913" y="27515"/>
                  </a:lnTo>
                  <a:lnTo>
                    <a:pt x="3976" y="27515"/>
                  </a:lnTo>
                  <a:lnTo>
                    <a:pt x="4039" y="27536"/>
                  </a:lnTo>
                  <a:lnTo>
                    <a:pt x="3976" y="27578"/>
                  </a:lnTo>
                  <a:lnTo>
                    <a:pt x="3851" y="27578"/>
                  </a:lnTo>
                  <a:lnTo>
                    <a:pt x="3746" y="27641"/>
                  </a:lnTo>
                  <a:lnTo>
                    <a:pt x="3809" y="27704"/>
                  </a:lnTo>
                  <a:lnTo>
                    <a:pt x="3851" y="27704"/>
                  </a:lnTo>
                  <a:lnTo>
                    <a:pt x="3913" y="27683"/>
                  </a:lnTo>
                  <a:lnTo>
                    <a:pt x="4039" y="27683"/>
                  </a:lnTo>
                  <a:lnTo>
                    <a:pt x="4081" y="27704"/>
                  </a:lnTo>
                  <a:lnTo>
                    <a:pt x="4144" y="27704"/>
                  </a:lnTo>
                  <a:lnTo>
                    <a:pt x="4081" y="27746"/>
                  </a:lnTo>
                  <a:lnTo>
                    <a:pt x="3955" y="27787"/>
                  </a:lnTo>
                  <a:lnTo>
                    <a:pt x="3872" y="27746"/>
                  </a:lnTo>
                  <a:lnTo>
                    <a:pt x="3809" y="27787"/>
                  </a:lnTo>
                  <a:lnTo>
                    <a:pt x="3767" y="27829"/>
                  </a:lnTo>
                  <a:lnTo>
                    <a:pt x="3809" y="27892"/>
                  </a:lnTo>
                  <a:lnTo>
                    <a:pt x="3851" y="27892"/>
                  </a:lnTo>
                  <a:lnTo>
                    <a:pt x="3934" y="27829"/>
                  </a:lnTo>
                  <a:lnTo>
                    <a:pt x="4018" y="27829"/>
                  </a:lnTo>
                  <a:lnTo>
                    <a:pt x="4081" y="27892"/>
                  </a:lnTo>
                  <a:lnTo>
                    <a:pt x="4081" y="27934"/>
                  </a:lnTo>
                  <a:lnTo>
                    <a:pt x="3934" y="27997"/>
                  </a:lnTo>
                  <a:lnTo>
                    <a:pt x="3892" y="28038"/>
                  </a:lnTo>
                  <a:lnTo>
                    <a:pt x="3955" y="28143"/>
                  </a:lnTo>
                  <a:lnTo>
                    <a:pt x="3997" y="28143"/>
                  </a:lnTo>
                  <a:lnTo>
                    <a:pt x="4039" y="28122"/>
                  </a:lnTo>
                  <a:lnTo>
                    <a:pt x="4102" y="28122"/>
                  </a:lnTo>
                  <a:lnTo>
                    <a:pt x="4164" y="28206"/>
                  </a:lnTo>
                  <a:lnTo>
                    <a:pt x="4185" y="28143"/>
                  </a:lnTo>
                  <a:lnTo>
                    <a:pt x="4227" y="28122"/>
                  </a:lnTo>
                  <a:lnTo>
                    <a:pt x="4269" y="28143"/>
                  </a:lnTo>
                  <a:lnTo>
                    <a:pt x="4248" y="28206"/>
                  </a:lnTo>
                  <a:lnTo>
                    <a:pt x="4206" y="28248"/>
                  </a:lnTo>
                  <a:lnTo>
                    <a:pt x="4269" y="28310"/>
                  </a:lnTo>
                  <a:lnTo>
                    <a:pt x="4164" y="28436"/>
                  </a:lnTo>
                  <a:lnTo>
                    <a:pt x="4144" y="28436"/>
                  </a:lnTo>
                  <a:lnTo>
                    <a:pt x="4081" y="28520"/>
                  </a:lnTo>
                  <a:lnTo>
                    <a:pt x="4039" y="28582"/>
                  </a:lnTo>
                  <a:lnTo>
                    <a:pt x="4039" y="28624"/>
                  </a:lnTo>
                  <a:lnTo>
                    <a:pt x="4102" y="28624"/>
                  </a:lnTo>
                  <a:lnTo>
                    <a:pt x="4164" y="28582"/>
                  </a:lnTo>
                  <a:lnTo>
                    <a:pt x="4248" y="28624"/>
                  </a:lnTo>
                  <a:lnTo>
                    <a:pt x="4269" y="28687"/>
                  </a:lnTo>
                  <a:lnTo>
                    <a:pt x="4227" y="28750"/>
                  </a:lnTo>
                  <a:lnTo>
                    <a:pt x="4227" y="28771"/>
                  </a:lnTo>
                  <a:lnTo>
                    <a:pt x="4290" y="28771"/>
                  </a:lnTo>
                  <a:lnTo>
                    <a:pt x="4353" y="28792"/>
                  </a:lnTo>
                  <a:lnTo>
                    <a:pt x="4353" y="28854"/>
                  </a:lnTo>
                  <a:lnTo>
                    <a:pt x="4290" y="28896"/>
                  </a:lnTo>
                  <a:lnTo>
                    <a:pt x="4353" y="28959"/>
                  </a:lnTo>
                  <a:lnTo>
                    <a:pt x="4332" y="29043"/>
                  </a:lnTo>
                  <a:lnTo>
                    <a:pt x="4248" y="29085"/>
                  </a:lnTo>
                  <a:lnTo>
                    <a:pt x="4206" y="29147"/>
                  </a:lnTo>
                  <a:lnTo>
                    <a:pt x="4311" y="29147"/>
                  </a:lnTo>
                  <a:lnTo>
                    <a:pt x="4374" y="29085"/>
                  </a:lnTo>
                  <a:lnTo>
                    <a:pt x="4395" y="29043"/>
                  </a:lnTo>
                  <a:lnTo>
                    <a:pt x="4520" y="28980"/>
                  </a:lnTo>
                  <a:lnTo>
                    <a:pt x="4562" y="29001"/>
                  </a:lnTo>
                  <a:lnTo>
                    <a:pt x="4499" y="29064"/>
                  </a:lnTo>
                  <a:lnTo>
                    <a:pt x="4541" y="29106"/>
                  </a:lnTo>
                  <a:lnTo>
                    <a:pt x="4457" y="29168"/>
                  </a:lnTo>
                  <a:lnTo>
                    <a:pt x="4395" y="29210"/>
                  </a:lnTo>
                  <a:lnTo>
                    <a:pt x="4332" y="29210"/>
                  </a:lnTo>
                  <a:lnTo>
                    <a:pt x="4248" y="29252"/>
                  </a:lnTo>
                  <a:lnTo>
                    <a:pt x="4185" y="29294"/>
                  </a:lnTo>
                  <a:lnTo>
                    <a:pt x="4248" y="29357"/>
                  </a:lnTo>
                  <a:lnTo>
                    <a:pt x="4332" y="29294"/>
                  </a:lnTo>
                  <a:lnTo>
                    <a:pt x="4374" y="29252"/>
                  </a:lnTo>
                  <a:lnTo>
                    <a:pt x="4478" y="29273"/>
                  </a:lnTo>
                  <a:lnTo>
                    <a:pt x="4499" y="29294"/>
                  </a:lnTo>
                  <a:lnTo>
                    <a:pt x="4457" y="29357"/>
                  </a:lnTo>
                  <a:lnTo>
                    <a:pt x="4332" y="29398"/>
                  </a:lnTo>
                  <a:lnTo>
                    <a:pt x="4332" y="29503"/>
                  </a:lnTo>
                  <a:lnTo>
                    <a:pt x="4269" y="29566"/>
                  </a:lnTo>
                  <a:lnTo>
                    <a:pt x="4185" y="29587"/>
                  </a:lnTo>
                  <a:lnTo>
                    <a:pt x="4164" y="29629"/>
                  </a:lnTo>
                  <a:lnTo>
                    <a:pt x="4248" y="29691"/>
                  </a:lnTo>
                  <a:lnTo>
                    <a:pt x="4374" y="29670"/>
                  </a:lnTo>
                  <a:lnTo>
                    <a:pt x="4457" y="29608"/>
                  </a:lnTo>
                  <a:lnTo>
                    <a:pt x="4562" y="29587"/>
                  </a:lnTo>
                  <a:lnTo>
                    <a:pt x="4625" y="29587"/>
                  </a:lnTo>
                  <a:lnTo>
                    <a:pt x="4667" y="29629"/>
                  </a:lnTo>
                  <a:lnTo>
                    <a:pt x="4625" y="29691"/>
                  </a:lnTo>
                  <a:lnTo>
                    <a:pt x="4562" y="29691"/>
                  </a:lnTo>
                  <a:lnTo>
                    <a:pt x="4416" y="29733"/>
                  </a:lnTo>
                  <a:lnTo>
                    <a:pt x="4416" y="29775"/>
                  </a:lnTo>
                  <a:lnTo>
                    <a:pt x="4499" y="29775"/>
                  </a:lnTo>
                  <a:lnTo>
                    <a:pt x="4541" y="29817"/>
                  </a:lnTo>
                  <a:lnTo>
                    <a:pt x="4457" y="29901"/>
                  </a:lnTo>
                  <a:lnTo>
                    <a:pt x="4478" y="29984"/>
                  </a:lnTo>
                  <a:lnTo>
                    <a:pt x="4562" y="30005"/>
                  </a:lnTo>
                  <a:lnTo>
                    <a:pt x="4688" y="29901"/>
                  </a:lnTo>
                  <a:lnTo>
                    <a:pt x="4750" y="29880"/>
                  </a:lnTo>
                  <a:lnTo>
                    <a:pt x="4771" y="29901"/>
                  </a:lnTo>
                  <a:lnTo>
                    <a:pt x="4855" y="29984"/>
                  </a:lnTo>
                  <a:lnTo>
                    <a:pt x="4855" y="30089"/>
                  </a:lnTo>
                  <a:lnTo>
                    <a:pt x="4918" y="30131"/>
                  </a:lnTo>
                  <a:lnTo>
                    <a:pt x="4918" y="30152"/>
                  </a:lnTo>
                  <a:lnTo>
                    <a:pt x="4876" y="30214"/>
                  </a:lnTo>
                  <a:lnTo>
                    <a:pt x="4792" y="30214"/>
                  </a:lnTo>
                  <a:lnTo>
                    <a:pt x="4750" y="30298"/>
                  </a:lnTo>
                  <a:lnTo>
                    <a:pt x="4771" y="30340"/>
                  </a:lnTo>
                  <a:lnTo>
                    <a:pt x="4918" y="30361"/>
                  </a:lnTo>
                  <a:lnTo>
                    <a:pt x="4981" y="30340"/>
                  </a:lnTo>
                  <a:lnTo>
                    <a:pt x="4960" y="30298"/>
                  </a:lnTo>
                  <a:lnTo>
                    <a:pt x="4960" y="30235"/>
                  </a:lnTo>
                  <a:lnTo>
                    <a:pt x="5001" y="30214"/>
                  </a:lnTo>
                  <a:lnTo>
                    <a:pt x="5064" y="30235"/>
                  </a:lnTo>
                  <a:lnTo>
                    <a:pt x="5127" y="30194"/>
                  </a:lnTo>
                  <a:lnTo>
                    <a:pt x="5211" y="30152"/>
                  </a:lnTo>
                  <a:lnTo>
                    <a:pt x="5273" y="30214"/>
                  </a:lnTo>
                  <a:lnTo>
                    <a:pt x="5315" y="30235"/>
                  </a:lnTo>
                  <a:lnTo>
                    <a:pt x="5378" y="30214"/>
                  </a:lnTo>
                  <a:lnTo>
                    <a:pt x="5420" y="30131"/>
                  </a:lnTo>
                  <a:lnTo>
                    <a:pt x="5483" y="30089"/>
                  </a:lnTo>
                  <a:lnTo>
                    <a:pt x="5545" y="30089"/>
                  </a:lnTo>
                  <a:lnTo>
                    <a:pt x="5629" y="30047"/>
                  </a:lnTo>
                  <a:lnTo>
                    <a:pt x="5713" y="30089"/>
                  </a:lnTo>
                  <a:lnTo>
                    <a:pt x="5755" y="30026"/>
                  </a:lnTo>
                  <a:lnTo>
                    <a:pt x="5755" y="29984"/>
                  </a:lnTo>
                  <a:lnTo>
                    <a:pt x="5713" y="29922"/>
                  </a:lnTo>
                  <a:lnTo>
                    <a:pt x="5713" y="29880"/>
                  </a:lnTo>
                  <a:lnTo>
                    <a:pt x="5755" y="29838"/>
                  </a:lnTo>
                  <a:lnTo>
                    <a:pt x="5817" y="29880"/>
                  </a:lnTo>
                  <a:lnTo>
                    <a:pt x="5859" y="29942"/>
                  </a:lnTo>
                  <a:lnTo>
                    <a:pt x="5859" y="30047"/>
                  </a:lnTo>
                  <a:lnTo>
                    <a:pt x="5797" y="30131"/>
                  </a:lnTo>
                  <a:lnTo>
                    <a:pt x="5734" y="30152"/>
                  </a:lnTo>
                  <a:lnTo>
                    <a:pt x="5692" y="30214"/>
                  </a:lnTo>
                  <a:lnTo>
                    <a:pt x="5713" y="30235"/>
                  </a:lnTo>
                  <a:lnTo>
                    <a:pt x="5838" y="30194"/>
                  </a:lnTo>
                  <a:lnTo>
                    <a:pt x="6027" y="30089"/>
                  </a:lnTo>
                  <a:lnTo>
                    <a:pt x="6131" y="29922"/>
                  </a:lnTo>
                  <a:lnTo>
                    <a:pt x="6173" y="29922"/>
                  </a:lnTo>
                  <a:lnTo>
                    <a:pt x="6215" y="30005"/>
                  </a:lnTo>
                  <a:lnTo>
                    <a:pt x="6215" y="30110"/>
                  </a:lnTo>
                  <a:lnTo>
                    <a:pt x="6131" y="30131"/>
                  </a:lnTo>
                  <a:lnTo>
                    <a:pt x="6048" y="30194"/>
                  </a:lnTo>
                  <a:lnTo>
                    <a:pt x="5964" y="30256"/>
                  </a:lnTo>
                  <a:lnTo>
                    <a:pt x="5859" y="30298"/>
                  </a:lnTo>
                  <a:lnTo>
                    <a:pt x="5838" y="30319"/>
                  </a:lnTo>
                  <a:lnTo>
                    <a:pt x="5859" y="30340"/>
                  </a:lnTo>
                  <a:lnTo>
                    <a:pt x="5964" y="30319"/>
                  </a:lnTo>
                  <a:lnTo>
                    <a:pt x="6110" y="30235"/>
                  </a:lnTo>
                  <a:lnTo>
                    <a:pt x="6131" y="30256"/>
                  </a:lnTo>
                  <a:lnTo>
                    <a:pt x="6027" y="30361"/>
                  </a:lnTo>
                  <a:lnTo>
                    <a:pt x="5943" y="30403"/>
                  </a:lnTo>
                  <a:lnTo>
                    <a:pt x="5943" y="30507"/>
                  </a:lnTo>
                  <a:lnTo>
                    <a:pt x="5797" y="30612"/>
                  </a:lnTo>
                  <a:lnTo>
                    <a:pt x="5755" y="30654"/>
                  </a:lnTo>
                  <a:lnTo>
                    <a:pt x="5817" y="30654"/>
                  </a:lnTo>
                  <a:lnTo>
                    <a:pt x="5859" y="30612"/>
                  </a:lnTo>
                  <a:lnTo>
                    <a:pt x="5901" y="30612"/>
                  </a:lnTo>
                  <a:lnTo>
                    <a:pt x="5901" y="30633"/>
                  </a:lnTo>
                  <a:lnTo>
                    <a:pt x="5922" y="30738"/>
                  </a:lnTo>
                  <a:lnTo>
                    <a:pt x="5943" y="30654"/>
                  </a:lnTo>
                  <a:lnTo>
                    <a:pt x="6027" y="30612"/>
                  </a:lnTo>
                  <a:lnTo>
                    <a:pt x="6048" y="30549"/>
                  </a:lnTo>
                  <a:lnTo>
                    <a:pt x="6110" y="30549"/>
                  </a:lnTo>
                  <a:lnTo>
                    <a:pt x="6131" y="30570"/>
                  </a:lnTo>
                  <a:lnTo>
                    <a:pt x="6048" y="30654"/>
                  </a:lnTo>
                  <a:lnTo>
                    <a:pt x="6027" y="30738"/>
                  </a:lnTo>
                  <a:lnTo>
                    <a:pt x="6048" y="30759"/>
                  </a:lnTo>
                  <a:lnTo>
                    <a:pt x="6131" y="30738"/>
                  </a:lnTo>
                  <a:lnTo>
                    <a:pt x="6173" y="30654"/>
                  </a:lnTo>
                  <a:lnTo>
                    <a:pt x="6236" y="30654"/>
                  </a:lnTo>
                  <a:lnTo>
                    <a:pt x="6320" y="30633"/>
                  </a:lnTo>
                  <a:lnTo>
                    <a:pt x="6236" y="30738"/>
                  </a:lnTo>
                  <a:lnTo>
                    <a:pt x="6215" y="30842"/>
                  </a:lnTo>
                  <a:lnTo>
                    <a:pt x="6110" y="30926"/>
                  </a:lnTo>
                  <a:lnTo>
                    <a:pt x="6110" y="30989"/>
                  </a:lnTo>
                  <a:lnTo>
                    <a:pt x="6131" y="31031"/>
                  </a:lnTo>
                  <a:lnTo>
                    <a:pt x="6236" y="30947"/>
                  </a:lnTo>
                  <a:lnTo>
                    <a:pt x="6320" y="30738"/>
                  </a:lnTo>
                  <a:lnTo>
                    <a:pt x="6382" y="30675"/>
                  </a:lnTo>
                  <a:lnTo>
                    <a:pt x="6424" y="30717"/>
                  </a:lnTo>
                  <a:lnTo>
                    <a:pt x="6320" y="30863"/>
                  </a:lnTo>
                  <a:lnTo>
                    <a:pt x="6320" y="30947"/>
                  </a:lnTo>
                  <a:lnTo>
                    <a:pt x="6257" y="31031"/>
                  </a:lnTo>
                  <a:lnTo>
                    <a:pt x="6236" y="31135"/>
                  </a:lnTo>
                  <a:lnTo>
                    <a:pt x="6278" y="31156"/>
                  </a:lnTo>
                  <a:lnTo>
                    <a:pt x="6341" y="31093"/>
                  </a:lnTo>
                  <a:lnTo>
                    <a:pt x="6341" y="31031"/>
                  </a:lnTo>
                  <a:lnTo>
                    <a:pt x="6361" y="30968"/>
                  </a:lnTo>
                  <a:lnTo>
                    <a:pt x="6424" y="30968"/>
                  </a:lnTo>
                  <a:lnTo>
                    <a:pt x="6487" y="30989"/>
                  </a:lnTo>
                  <a:lnTo>
                    <a:pt x="6487" y="30842"/>
                  </a:lnTo>
                  <a:lnTo>
                    <a:pt x="6550" y="30842"/>
                  </a:lnTo>
                  <a:lnTo>
                    <a:pt x="6592" y="30759"/>
                  </a:lnTo>
                  <a:lnTo>
                    <a:pt x="6654" y="30759"/>
                  </a:lnTo>
                  <a:lnTo>
                    <a:pt x="6654" y="30821"/>
                  </a:lnTo>
                  <a:lnTo>
                    <a:pt x="6633" y="30821"/>
                  </a:lnTo>
                  <a:lnTo>
                    <a:pt x="6592" y="30926"/>
                  </a:lnTo>
                  <a:lnTo>
                    <a:pt x="6592" y="30968"/>
                  </a:lnTo>
                  <a:lnTo>
                    <a:pt x="6759" y="30968"/>
                  </a:lnTo>
                  <a:lnTo>
                    <a:pt x="7010" y="31093"/>
                  </a:lnTo>
                  <a:lnTo>
                    <a:pt x="7052" y="31093"/>
                  </a:lnTo>
                  <a:lnTo>
                    <a:pt x="7052" y="31051"/>
                  </a:lnTo>
                  <a:lnTo>
                    <a:pt x="7094" y="30989"/>
                  </a:lnTo>
                  <a:lnTo>
                    <a:pt x="7157" y="30968"/>
                  </a:lnTo>
                  <a:lnTo>
                    <a:pt x="7157" y="30926"/>
                  </a:lnTo>
                  <a:lnTo>
                    <a:pt x="7094" y="30884"/>
                  </a:lnTo>
                  <a:lnTo>
                    <a:pt x="7073" y="30863"/>
                  </a:lnTo>
                  <a:lnTo>
                    <a:pt x="6989" y="30863"/>
                  </a:lnTo>
                  <a:lnTo>
                    <a:pt x="6968" y="30884"/>
                  </a:lnTo>
                  <a:lnTo>
                    <a:pt x="6968" y="30842"/>
                  </a:lnTo>
                  <a:lnTo>
                    <a:pt x="6989" y="30821"/>
                  </a:lnTo>
                  <a:lnTo>
                    <a:pt x="6989" y="30759"/>
                  </a:lnTo>
                  <a:lnTo>
                    <a:pt x="6885" y="30717"/>
                  </a:lnTo>
                  <a:lnTo>
                    <a:pt x="6696" y="30633"/>
                  </a:lnTo>
                  <a:lnTo>
                    <a:pt x="6675" y="30570"/>
                  </a:lnTo>
                  <a:lnTo>
                    <a:pt x="6696" y="30549"/>
                  </a:lnTo>
                  <a:lnTo>
                    <a:pt x="6780" y="30570"/>
                  </a:lnTo>
                  <a:lnTo>
                    <a:pt x="6843" y="30549"/>
                  </a:lnTo>
                  <a:lnTo>
                    <a:pt x="6864" y="30549"/>
                  </a:lnTo>
                  <a:lnTo>
                    <a:pt x="6885" y="30612"/>
                  </a:lnTo>
                  <a:lnTo>
                    <a:pt x="6968" y="30675"/>
                  </a:lnTo>
                  <a:lnTo>
                    <a:pt x="7052" y="30738"/>
                  </a:lnTo>
                  <a:lnTo>
                    <a:pt x="7115" y="30738"/>
                  </a:lnTo>
                  <a:lnTo>
                    <a:pt x="7219" y="30675"/>
                  </a:lnTo>
                  <a:lnTo>
                    <a:pt x="7303" y="30633"/>
                  </a:lnTo>
                  <a:lnTo>
                    <a:pt x="7324" y="30570"/>
                  </a:lnTo>
                  <a:lnTo>
                    <a:pt x="7261" y="30549"/>
                  </a:lnTo>
                  <a:lnTo>
                    <a:pt x="7157" y="30549"/>
                  </a:lnTo>
                  <a:lnTo>
                    <a:pt x="7094" y="30528"/>
                  </a:lnTo>
                  <a:lnTo>
                    <a:pt x="7094" y="30466"/>
                  </a:lnTo>
                  <a:lnTo>
                    <a:pt x="7219" y="30466"/>
                  </a:lnTo>
                  <a:lnTo>
                    <a:pt x="7303" y="30424"/>
                  </a:lnTo>
                  <a:lnTo>
                    <a:pt x="7303" y="30403"/>
                  </a:lnTo>
                  <a:lnTo>
                    <a:pt x="7219" y="30340"/>
                  </a:lnTo>
                  <a:lnTo>
                    <a:pt x="7157" y="30319"/>
                  </a:lnTo>
                  <a:lnTo>
                    <a:pt x="7157" y="30298"/>
                  </a:lnTo>
                  <a:lnTo>
                    <a:pt x="7198" y="30298"/>
                  </a:lnTo>
                  <a:lnTo>
                    <a:pt x="7219" y="30256"/>
                  </a:lnTo>
                  <a:lnTo>
                    <a:pt x="7198" y="30235"/>
                  </a:lnTo>
                  <a:lnTo>
                    <a:pt x="7094" y="30214"/>
                  </a:lnTo>
                  <a:lnTo>
                    <a:pt x="7052" y="30152"/>
                  </a:lnTo>
                  <a:lnTo>
                    <a:pt x="7073" y="30131"/>
                  </a:lnTo>
                  <a:lnTo>
                    <a:pt x="7157" y="30152"/>
                  </a:lnTo>
                  <a:lnTo>
                    <a:pt x="7261" y="30194"/>
                  </a:lnTo>
                  <a:lnTo>
                    <a:pt x="7408" y="30152"/>
                  </a:lnTo>
                  <a:lnTo>
                    <a:pt x="7491" y="30110"/>
                  </a:lnTo>
                  <a:lnTo>
                    <a:pt x="7512" y="30047"/>
                  </a:lnTo>
                  <a:lnTo>
                    <a:pt x="7491" y="30005"/>
                  </a:lnTo>
                  <a:lnTo>
                    <a:pt x="7387" y="29984"/>
                  </a:lnTo>
                  <a:lnTo>
                    <a:pt x="7198" y="29942"/>
                  </a:lnTo>
                  <a:lnTo>
                    <a:pt x="7115" y="29901"/>
                  </a:lnTo>
                  <a:lnTo>
                    <a:pt x="7115" y="29880"/>
                  </a:lnTo>
                  <a:lnTo>
                    <a:pt x="7177" y="29880"/>
                  </a:lnTo>
                  <a:lnTo>
                    <a:pt x="7261" y="29901"/>
                  </a:lnTo>
                  <a:lnTo>
                    <a:pt x="7408" y="29901"/>
                  </a:lnTo>
                  <a:lnTo>
                    <a:pt x="7491" y="29838"/>
                  </a:lnTo>
                  <a:lnTo>
                    <a:pt x="7491" y="29775"/>
                  </a:lnTo>
                  <a:lnTo>
                    <a:pt x="7408" y="29712"/>
                  </a:lnTo>
                  <a:lnTo>
                    <a:pt x="7324" y="29691"/>
                  </a:lnTo>
                  <a:lnTo>
                    <a:pt x="7303" y="29629"/>
                  </a:lnTo>
                  <a:lnTo>
                    <a:pt x="7366" y="29629"/>
                  </a:lnTo>
                  <a:lnTo>
                    <a:pt x="7408" y="29670"/>
                  </a:lnTo>
                  <a:lnTo>
                    <a:pt x="7429" y="29712"/>
                  </a:lnTo>
                  <a:lnTo>
                    <a:pt x="7512" y="29691"/>
                  </a:lnTo>
                  <a:lnTo>
                    <a:pt x="7575" y="29629"/>
                  </a:lnTo>
                  <a:lnTo>
                    <a:pt x="7575" y="29587"/>
                  </a:lnTo>
                  <a:lnTo>
                    <a:pt x="7512" y="29566"/>
                  </a:lnTo>
                  <a:lnTo>
                    <a:pt x="7429" y="29503"/>
                  </a:lnTo>
                  <a:lnTo>
                    <a:pt x="7429" y="29482"/>
                  </a:lnTo>
                  <a:lnTo>
                    <a:pt x="7491" y="29461"/>
                  </a:lnTo>
                  <a:lnTo>
                    <a:pt x="7512" y="29503"/>
                  </a:lnTo>
                  <a:lnTo>
                    <a:pt x="7575" y="29524"/>
                  </a:lnTo>
                  <a:lnTo>
                    <a:pt x="7638" y="29461"/>
                  </a:lnTo>
                  <a:lnTo>
                    <a:pt x="7638" y="29419"/>
                  </a:lnTo>
                  <a:lnTo>
                    <a:pt x="7533" y="29398"/>
                  </a:lnTo>
                  <a:lnTo>
                    <a:pt x="7470" y="29357"/>
                  </a:lnTo>
                  <a:lnTo>
                    <a:pt x="7429" y="29294"/>
                  </a:lnTo>
                  <a:lnTo>
                    <a:pt x="7491" y="29294"/>
                  </a:lnTo>
                  <a:lnTo>
                    <a:pt x="7575" y="29357"/>
                  </a:lnTo>
                  <a:lnTo>
                    <a:pt x="7638" y="29357"/>
                  </a:lnTo>
                  <a:lnTo>
                    <a:pt x="7701" y="29398"/>
                  </a:lnTo>
                  <a:lnTo>
                    <a:pt x="7742" y="29398"/>
                  </a:lnTo>
                  <a:lnTo>
                    <a:pt x="7784" y="29315"/>
                  </a:lnTo>
                  <a:lnTo>
                    <a:pt x="7784" y="29273"/>
                  </a:lnTo>
                  <a:lnTo>
                    <a:pt x="7826" y="29210"/>
                  </a:lnTo>
                  <a:lnTo>
                    <a:pt x="7826" y="29168"/>
                  </a:lnTo>
                  <a:lnTo>
                    <a:pt x="7805" y="29106"/>
                  </a:lnTo>
                  <a:lnTo>
                    <a:pt x="7826" y="29001"/>
                  </a:lnTo>
                  <a:lnTo>
                    <a:pt x="7826" y="28959"/>
                  </a:lnTo>
                  <a:lnTo>
                    <a:pt x="7742" y="28854"/>
                  </a:lnTo>
                  <a:lnTo>
                    <a:pt x="7617" y="28750"/>
                  </a:lnTo>
                  <a:lnTo>
                    <a:pt x="7512" y="28729"/>
                  </a:lnTo>
                  <a:lnTo>
                    <a:pt x="7470" y="28666"/>
                  </a:lnTo>
                  <a:lnTo>
                    <a:pt x="7470" y="28645"/>
                  </a:lnTo>
                  <a:lnTo>
                    <a:pt x="7533" y="28645"/>
                  </a:lnTo>
                  <a:lnTo>
                    <a:pt x="7596" y="28666"/>
                  </a:lnTo>
                  <a:lnTo>
                    <a:pt x="7722" y="28771"/>
                  </a:lnTo>
                  <a:lnTo>
                    <a:pt x="7805" y="28854"/>
                  </a:lnTo>
                  <a:lnTo>
                    <a:pt x="7889" y="28854"/>
                  </a:lnTo>
                  <a:lnTo>
                    <a:pt x="7910" y="28834"/>
                  </a:lnTo>
                  <a:lnTo>
                    <a:pt x="7889" y="28687"/>
                  </a:lnTo>
                  <a:lnTo>
                    <a:pt x="7826" y="28582"/>
                  </a:lnTo>
                  <a:lnTo>
                    <a:pt x="7701" y="28562"/>
                  </a:lnTo>
                  <a:lnTo>
                    <a:pt x="7533" y="28478"/>
                  </a:lnTo>
                  <a:lnTo>
                    <a:pt x="7491" y="28457"/>
                  </a:lnTo>
                  <a:lnTo>
                    <a:pt x="7491" y="28415"/>
                  </a:lnTo>
                  <a:lnTo>
                    <a:pt x="7533" y="28415"/>
                  </a:lnTo>
                  <a:lnTo>
                    <a:pt x="7596" y="28436"/>
                  </a:lnTo>
                  <a:lnTo>
                    <a:pt x="7638" y="28478"/>
                  </a:lnTo>
                  <a:lnTo>
                    <a:pt x="7742" y="28478"/>
                  </a:lnTo>
                  <a:lnTo>
                    <a:pt x="7805" y="28415"/>
                  </a:lnTo>
                  <a:lnTo>
                    <a:pt x="7826" y="28352"/>
                  </a:lnTo>
                  <a:lnTo>
                    <a:pt x="7826" y="28269"/>
                  </a:lnTo>
                  <a:lnTo>
                    <a:pt x="7847" y="28269"/>
                  </a:lnTo>
                  <a:lnTo>
                    <a:pt x="7910" y="28310"/>
                  </a:lnTo>
                  <a:lnTo>
                    <a:pt x="7910" y="28331"/>
                  </a:lnTo>
                  <a:lnTo>
                    <a:pt x="7910" y="28373"/>
                  </a:lnTo>
                  <a:lnTo>
                    <a:pt x="8014" y="28436"/>
                  </a:lnTo>
                  <a:lnTo>
                    <a:pt x="8056" y="28436"/>
                  </a:lnTo>
                  <a:lnTo>
                    <a:pt x="8119" y="28478"/>
                  </a:lnTo>
                  <a:lnTo>
                    <a:pt x="8161" y="28478"/>
                  </a:lnTo>
                  <a:lnTo>
                    <a:pt x="8203" y="28436"/>
                  </a:lnTo>
                  <a:lnTo>
                    <a:pt x="8245" y="28373"/>
                  </a:lnTo>
                  <a:lnTo>
                    <a:pt x="8266" y="28352"/>
                  </a:lnTo>
                  <a:lnTo>
                    <a:pt x="8245" y="28310"/>
                  </a:lnTo>
                  <a:lnTo>
                    <a:pt x="8161" y="28269"/>
                  </a:lnTo>
                  <a:lnTo>
                    <a:pt x="8014" y="28269"/>
                  </a:lnTo>
                  <a:lnTo>
                    <a:pt x="7994" y="28248"/>
                  </a:lnTo>
                  <a:lnTo>
                    <a:pt x="7994" y="28227"/>
                  </a:lnTo>
                  <a:lnTo>
                    <a:pt x="7994" y="28164"/>
                  </a:lnTo>
                  <a:lnTo>
                    <a:pt x="7931" y="28122"/>
                  </a:lnTo>
                  <a:lnTo>
                    <a:pt x="7931" y="28059"/>
                  </a:lnTo>
                  <a:lnTo>
                    <a:pt x="7994" y="28018"/>
                  </a:lnTo>
                  <a:lnTo>
                    <a:pt x="8014" y="28018"/>
                  </a:lnTo>
                  <a:lnTo>
                    <a:pt x="8056" y="28059"/>
                  </a:lnTo>
                  <a:lnTo>
                    <a:pt x="8056" y="28143"/>
                  </a:lnTo>
                  <a:lnTo>
                    <a:pt x="8119" y="28206"/>
                  </a:lnTo>
                  <a:lnTo>
                    <a:pt x="8245" y="28206"/>
                  </a:lnTo>
                  <a:lnTo>
                    <a:pt x="8307" y="28164"/>
                  </a:lnTo>
                  <a:lnTo>
                    <a:pt x="8307" y="28122"/>
                  </a:lnTo>
                  <a:lnTo>
                    <a:pt x="8266" y="28059"/>
                  </a:lnTo>
                  <a:lnTo>
                    <a:pt x="8161" y="28018"/>
                  </a:lnTo>
                  <a:lnTo>
                    <a:pt x="8098" y="27955"/>
                  </a:lnTo>
                  <a:lnTo>
                    <a:pt x="8056" y="27850"/>
                  </a:lnTo>
                  <a:lnTo>
                    <a:pt x="8098" y="27850"/>
                  </a:lnTo>
                  <a:lnTo>
                    <a:pt x="8140" y="27913"/>
                  </a:lnTo>
                  <a:lnTo>
                    <a:pt x="8245" y="27955"/>
                  </a:lnTo>
                  <a:lnTo>
                    <a:pt x="8307" y="27997"/>
                  </a:lnTo>
                  <a:lnTo>
                    <a:pt x="8370" y="28059"/>
                  </a:lnTo>
                  <a:lnTo>
                    <a:pt x="8412" y="28038"/>
                  </a:lnTo>
                  <a:lnTo>
                    <a:pt x="8412" y="27997"/>
                  </a:lnTo>
                  <a:lnTo>
                    <a:pt x="8370" y="27934"/>
                  </a:lnTo>
                  <a:lnTo>
                    <a:pt x="8266" y="27892"/>
                  </a:lnTo>
                  <a:lnTo>
                    <a:pt x="8203" y="27829"/>
                  </a:lnTo>
                  <a:lnTo>
                    <a:pt x="8203" y="27746"/>
                  </a:lnTo>
                  <a:lnTo>
                    <a:pt x="8245" y="27704"/>
                  </a:lnTo>
                  <a:lnTo>
                    <a:pt x="8266" y="27641"/>
                  </a:lnTo>
                  <a:lnTo>
                    <a:pt x="8328" y="27641"/>
                  </a:lnTo>
                  <a:lnTo>
                    <a:pt x="8349" y="27704"/>
                  </a:lnTo>
                  <a:lnTo>
                    <a:pt x="8475" y="27808"/>
                  </a:lnTo>
                  <a:lnTo>
                    <a:pt x="8558" y="27808"/>
                  </a:lnTo>
                  <a:lnTo>
                    <a:pt x="8621" y="27787"/>
                  </a:lnTo>
                  <a:lnTo>
                    <a:pt x="8684" y="27787"/>
                  </a:lnTo>
                  <a:lnTo>
                    <a:pt x="8768" y="27746"/>
                  </a:lnTo>
                  <a:lnTo>
                    <a:pt x="8789" y="27683"/>
                  </a:lnTo>
                  <a:lnTo>
                    <a:pt x="8768" y="27641"/>
                  </a:lnTo>
                  <a:lnTo>
                    <a:pt x="8684" y="27620"/>
                  </a:lnTo>
                  <a:lnTo>
                    <a:pt x="8621" y="27578"/>
                  </a:lnTo>
                  <a:lnTo>
                    <a:pt x="8517" y="27515"/>
                  </a:lnTo>
                  <a:lnTo>
                    <a:pt x="8454" y="27515"/>
                  </a:lnTo>
                  <a:lnTo>
                    <a:pt x="8370" y="27494"/>
                  </a:lnTo>
                  <a:lnTo>
                    <a:pt x="8412" y="27432"/>
                  </a:lnTo>
                  <a:lnTo>
                    <a:pt x="8433" y="27411"/>
                  </a:lnTo>
                  <a:lnTo>
                    <a:pt x="8517" y="27411"/>
                  </a:lnTo>
                  <a:lnTo>
                    <a:pt x="8579" y="27494"/>
                  </a:lnTo>
                  <a:lnTo>
                    <a:pt x="8642" y="27515"/>
                  </a:lnTo>
                  <a:lnTo>
                    <a:pt x="8684" y="27515"/>
                  </a:lnTo>
                  <a:lnTo>
                    <a:pt x="8768" y="27620"/>
                  </a:lnTo>
                  <a:lnTo>
                    <a:pt x="8851" y="27641"/>
                  </a:lnTo>
                  <a:lnTo>
                    <a:pt x="8893" y="27620"/>
                  </a:lnTo>
                  <a:lnTo>
                    <a:pt x="8935" y="27578"/>
                  </a:lnTo>
                  <a:lnTo>
                    <a:pt x="8935" y="27515"/>
                  </a:lnTo>
                  <a:lnTo>
                    <a:pt x="8935" y="27411"/>
                  </a:lnTo>
                  <a:lnTo>
                    <a:pt x="8893" y="27369"/>
                  </a:lnTo>
                  <a:lnTo>
                    <a:pt x="8851" y="27327"/>
                  </a:lnTo>
                  <a:lnTo>
                    <a:pt x="8851" y="27306"/>
                  </a:lnTo>
                  <a:lnTo>
                    <a:pt x="8956" y="27306"/>
                  </a:lnTo>
                  <a:lnTo>
                    <a:pt x="8977" y="27222"/>
                  </a:lnTo>
                  <a:lnTo>
                    <a:pt x="8977" y="27181"/>
                  </a:lnTo>
                  <a:lnTo>
                    <a:pt x="8935" y="27181"/>
                  </a:lnTo>
                  <a:lnTo>
                    <a:pt x="8872" y="27201"/>
                  </a:lnTo>
                  <a:lnTo>
                    <a:pt x="8830" y="27160"/>
                  </a:lnTo>
                  <a:lnTo>
                    <a:pt x="8768" y="27097"/>
                  </a:lnTo>
                  <a:lnTo>
                    <a:pt x="8684" y="27097"/>
                  </a:lnTo>
                  <a:lnTo>
                    <a:pt x="8558" y="27013"/>
                  </a:lnTo>
                  <a:lnTo>
                    <a:pt x="8538" y="26992"/>
                  </a:lnTo>
                  <a:lnTo>
                    <a:pt x="8579" y="26950"/>
                  </a:lnTo>
                  <a:lnTo>
                    <a:pt x="8684" y="26950"/>
                  </a:lnTo>
                  <a:lnTo>
                    <a:pt x="8789" y="26971"/>
                  </a:lnTo>
                  <a:lnTo>
                    <a:pt x="8872" y="26971"/>
                  </a:lnTo>
                  <a:lnTo>
                    <a:pt x="8893" y="26909"/>
                  </a:lnTo>
                  <a:lnTo>
                    <a:pt x="8956" y="26909"/>
                  </a:lnTo>
                  <a:lnTo>
                    <a:pt x="9040" y="26971"/>
                  </a:lnTo>
                  <a:lnTo>
                    <a:pt x="9061" y="26867"/>
                  </a:lnTo>
                  <a:lnTo>
                    <a:pt x="9040" y="26699"/>
                  </a:lnTo>
                  <a:lnTo>
                    <a:pt x="8998" y="26595"/>
                  </a:lnTo>
                  <a:lnTo>
                    <a:pt x="8956" y="26553"/>
                  </a:lnTo>
                  <a:lnTo>
                    <a:pt x="8935" y="26469"/>
                  </a:lnTo>
                  <a:lnTo>
                    <a:pt x="8935" y="26427"/>
                  </a:lnTo>
                  <a:lnTo>
                    <a:pt x="8977" y="26365"/>
                  </a:lnTo>
                  <a:lnTo>
                    <a:pt x="8956" y="26260"/>
                  </a:lnTo>
                  <a:lnTo>
                    <a:pt x="8956" y="26218"/>
                  </a:lnTo>
                  <a:lnTo>
                    <a:pt x="8977" y="26155"/>
                  </a:lnTo>
                  <a:lnTo>
                    <a:pt x="8998" y="26176"/>
                  </a:lnTo>
                  <a:lnTo>
                    <a:pt x="9040" y="26239"/>
                  </a:lnTo>
                  <a:lnTo>
                    <a:pt x="9102" y="26260"/>
                  </a:lnTo>
                  <a:lnTo>
                    <a:pt x="9102" y="26218"/>
                  </a:lnTo>
                  <a:lnTo>
                    <a:pt x="9165" y="26176"/>
                  </a:lnTo>
                  <a:lnTo>
                    <a:pt x="9207" y="26218"/>
                  </a:lnTo>
                  <a:lnTo>
                    <a:pt x="9249" y="26344"/>
                  </a:lnTo>
                  <a:lnTo>
                    <a:pt x="9291" y="26365"/>
                  </a:lnTo>
                  <a:lnTo>
                    <a:pt x="9374" y="26365"/>
                  </a:lnTo>
                  <a:lnTo>
                    <a:pt x="9479" y="26239"/>
                  </a:lnTo>
                  <a:lnTo>
                    <a:pt x="9521" y="26113"/>
                  </a:lnTo>
                  <a:lnTo>
                    <a:pt x="9521" y="26009"/>
                  </a:lnTo>
                  <a:lnTo>
                    <a:pt x="9500" y="25925"/>
                  </a:lnTo>
                  <a:lnTo>
                    <a:pt x="9500" y="25862"/>
                  </a:lnTo>
                  <a:lnTo>
                    <a:pt x="9563" y="25841"/>
                  </a:lnTo>
                  <a:lnTo>
                    <a:pt x="9605" y="25841"/>
                  </a:lnTo>
                  <a:lnTo>
                    <a:pt x="9626" y="25800"/>
                  </a:lnTo>
                  <a:lnTo>
                    <a:pt x="9667" y="25758"/>
                  </a:lnTo>
                  <a:lnTo>
                    <a:pt x="9688" y="25821"/>
                  </a:lnTo>
                  <a:lnTo>
                    <a:pt x="9730" y="25883"/>
                  </a:lnTo>
                  <a:lnTo>
                    <a:pt x="9814" y="25883"/>
                  </a:lnTo>
                  <a:lnTo>
                    <a:pt x="9877" y="25841"/>
                  </a:lnTo>
                  <a:lnTo>
                    <a:pt x="9877" y="25800"/>
                  </a:lnTo>
                  <a:lnTo>
                    <a:pt x="9877" y="25737"/>
                  </a:lnTo>
                  <a:lnTo>
                    <a:pt x="9898" y="25737"/>
                  </a:lnTo>
                  <a:lnTo>
                    <a:pt x="9918" y="25800"/>
                  </a:lnTo>
                  <a:lnTo>
                    <a:pt x="9939" y="25883"/>
                  </a:lnTo>
                  <a:lnTo>
                    <a:pt x="9981" y="25925"/>
                  </a:lnTo>
                  <a:lnTo>
                    <a:pt x="10044" y="25862"/>
                  </a:lnTo>
                  <a:lnTo>
                    <a:pt x="10107" y="25821"/>
                  </a:lnTo>
                  <a:lnTo>
                    <a:pt x="10149" y="25800"/>
                  </a:lnTo>
                  <a:lnTo>
                    <a:pt x="10211" y="25841"/>
                  </a:lnTo>
                  <a:lnTo>
                    <a:pt x="10295" y="25841"/>
                  </a:lnTo>
                  <a:lnTo>
                    <a:pt x="10358" y="25800"/>
                  </a:lnTo>
                  <a:lnTo>
                    <a:pt x="10400" y="25716"/>
                  </a:lnTo>
                  <a:lnTo>
                    <a:pt x="10421" y="25674"/>
                  </a:lnTo>
                  <a:lnTo>
                    <a:pt x="10421" y="25632"/>
                  </a:lnTo>
                  <a:lnTo>
                    <a:pt x="10358" y="25549"/>
                  </a:lnTo>
                  <a:lnTo>
                    <a:pt x="10316" y="25423"/>
                  </a:lnTo>
                  <a:lnTo>
                    <a:pt x="10295" y="25339"/>
                  </a:lnTo>
                  <a:lnTo>
                    <a:pt x="10337" y="25297"/>
                  </a:lnTo>
                  <a:lnTo>
                    <a:pt x="10358" y="25318"/>
                  </a:lnTo>
                  <a:lnTo>
                    <a:pt x="10400" y="25423"/>
                  </a:lnTo>
                  <a:lnTo>
                    <a:pt x="10442" y="25423"/>
                  </a:lnTo>
                  <a:lnTo>
                    <a:pt x="10525" y="25339"/>
                  </a:lnTo>
                  <a:lnTo>
                    <a:pt x="10546" y="25256"/>
                  </a:lnTo>
                  <a:lnTo>
                    <a:pt x="10609" y="25193"/>
                  </a:lnTo>
                  <a:lnTo>
                    <a:pt x="10630" y="25130"/>
                  </a:lnTo>
                  <a:lnTo>
                    <a:pt x="10546" y="25046"/>
                  </a:lnTo>
                  <a:lnTo>
                    <a:pt x="10546" y="25005"/>
                  </a:lnTo>
                  <a:lnTo>
                    <a:pt x="10609" y="24942"/>
                  </a:lnTo>
                  <a:lnTo>
                    <a:pt x="10651" y="24921"/>
                  </a:lnTo>
                  <a:lnTo>
                    <a:pt x="10672" y="24942"/>
                  </a:lnTo>
                  <a:lnTo>
                    <a:pt x="10672" y="24984"/>
                  </a:lnTo>
                  <a:lnTo>
                    <a:pt x="10735" y="25046"/>
                  </a:lnTo>
                  <a:lnTo>
                    <a:pt x="10839" y="25088"/>
                  </a:lnTo>
                  <a:lnTo>
                    <a:pt x="10881" y="25109"/>
                  </a:lnTo>
                  <a:lnTo>
                    <a:pt x="10839" y="25172"/>
                  </a:lnTo>
                  <a:lnTo>
                    <a:pt x="10755" y="25214"/>
                  </a:lnTo>
                  <a:lnTo>
                    <a:pt x="10714" y="25318"/>
                  </a:lnTo>
                  <a:lnTo>
                    <a:pt x="10714" y="25402"/>
                  </a:lnTo>
                  <a:lnTo>
                    <a:pt x="10839" y="25549"/>
                  </a:lnTo>
                  <a:lnTo>
                    <a:pt x="10881" y="25590"/>
                  </a:lnTo>
                  <a:lnTo>
                    <a:pt x="10923" y="25507"/>
                  </a:lnTo>
                  <a:lnTo>
                    <a:pt x="10923" y="25444"/>
                  </a:lnTo>
                  <a:lnTo>
                    <a:pt x="10944" y="25381"/>
                  </a:lnTo>
                  <a:lnTo>
                    <a:pt x="10965" y="25277"/>
                  </a:lnTo>
                  <a:lnTo>
                    <a:pt x="10986" y="25277"/>
                  </a:lnTo>
                  <a:lnTo>
                    <a:pt x="11027" y="25318"/>
                  </a:lnTo>
                  <a:lnTo>
                    <a:pt x="10986" y="25402"/>
                  </a:lnTo>
                  <a:lnTo>
                    <a:pt x="10986" y="25444"/>
                  </a:lnTo>
                  <a:lnTo>
                    <a:pt x="11048" y="25549"/>
                  </a:lnTo>
                  <a:lnTo>
                    <a:pt x="11132" y="25590"/>
                  </a:lnTo>
                  <a:lnTo>
                    <a:pt x="11195" y="25528"/>
                  </a:lnTo>
                  <a:lnTo>
                    <a:pt x="11279" y="25528"/>
                  </a:lnTo>
                  <a:lnTo>
                    <a:pt x="11299" y="25486"/>
                  </a:lnTo>
                  <a:lnTo>
                    <a:pt x="11299" y="25423"/>
                  </a:lnTo>
                  <a:lnTo>
                    <a:pt x="11341" y="25381"/>
                  </a:lnTo>
                  <a:lnTo>
                    <a:pt x="11362" y="25381"/>
                  </a:lnTo>
                  <a:lnTo>
                    <a:pt x="11383" y="25402"/>
                  </a:lnTo>
                  <a:lnTo>
                    <a:pt x="11362" y="25444"/>
                  </a:lnTo>
                  <a:lnTo>
                    <a:pt x="11362" y="25507"/>
                  </a:lnTo>
                  <a:lnTo>
                    <a:pt x="11404" y="25549"/>
                  </a:lnTo>
                  <a:lnTo>
                    <a:pt x="11488" y="25549"/>
                  </a:lnTo>
                  <a:lnTo>
                    <a:pt x="11571" y="25444"/>
                  </a:lnTo>
                  <a:lnTo>
                    <a:pt x="11718" y="25339"/>
                  </a:lnTo>
                  <a:lnTo>
                    <a:pt x="11781" y="25339"/>
                  </a:lnTo>
                  <a:lnTo>
                    <a:pt x="11823" y="25318"/>
                  </a:lnTo>
                  <a:lnTo>
                    <a:pt x="11823" y="25235"/>
                  </a:lnTo>
                  <a:lnTo>
                    <a:pt x="11781" y="25172"/>
                  </a:lnTo>
                  <a:lnTo>
                    <a:pt x="11718" y="25130"/>
                  </a:lnTo>
                  <a:lnTo>
                    <a:pt x="11676" y="25088"/>
                  </a:lnTo>
                  <a:lnTo>
                    <a:pt x="11697" y="25067"/>
                  </a:lnTo>
                  <a:lnTo>
                    <a:pt x="11760" y="25067"/>
                  </a:lnTo>
                  <a:lnTo>
                    <a:pt x="11781" y="25109"/>
                  </a:lnTo>
                  <a:lnTo>
                    <a:pt x="11885" y="25172"/>
                  </a:lnTo>
                  <a:lnTo>
                    <a:pt x="11927" y="25172"/>
                  </a:lnTo>
                  <a:lnTo>
                    <a:pt x="11927" y="25088"/>
                  </a:lnTo>
                  <a:lnTo>
                    <a:pt x="11990" y="25088"/>
                  </a:lnTo>
                  <a:lnTo>
                    <a:pt x="12011" y="25130"/>
                  </a:lnTo>
                  <a:lnTo>
                    <a:pt x="12011" y="25193"/>
                  </a:lnTo>
                  <a:lnTo>
                    <a:pt x="12032" y="25214"/>
                  </a:lnTo>
                  <a:lnTo>
                    <a:pt x="12095" y="25193"/>
                  </a:lnTo>
                  <a:lnTo>
                    <a:pt x="12220" y="25046"/>
                  </a:lnTo>
                  <a:lnTo>
                    <a:pt x="12241" y="25025"/>
                  </a:lnTo>
                  <a:lnTo>
                    <a:pt x="12241" y="25005"/>
                  </a:lnTo>
                  <a:lnTo>
                    <a:pt x="12283" y="24921"/>
                  </a:lnTo>
                  <a:lnTo>
                    <a:pt x="12304" y="24879"/>
                  </a:lnTo>
                  <a:lnTo>
                    <a:pt x="12346" y="24837"/>
                  </a:lnTo>
                  <a:lnTo>
                    <a:pt x="12346" y="24837"/>
                  </a:lnTo>
                  <a:lnTo>
                    <a:pt x="12325" y="24900"/>
                  </a:lnTo>
                  <a:lnTo>
                    <a:pt x="12346" y="24942"/>
                  </a:lnTo>
                  <a:lnTo>
                    <a:pt x="12387" y="24984"/>
                  </a:lnTo>
                  <a:lnTo>
                    <a:pt x="12429" y="24942"/>
                  </a:lnTo>
                  <a:lnTo>
                    <a:pt x="12513" y="24837"/>
                  </a:lnTo>
                  <a:lnTo>
                    <a:pt x="12534" y="24774"/>
                  </a:lnTo>
                  <a:lnTo>
                    <a:pt x="12513" y="24691"/>
                  </a:lnTo>
                  <a:lnTo>
                    <a:pt x="12513" y="24607"/>
                  </a:lnTo>
                  <a:lnTo>
                    <a:pt x="12639" y="24481"/>
                  </a:lnTo>
                  <a:lnTo>
                    <a:pt x="12722" y="24460"/>
                  </a:lnTo>
                  <a:lnTo>
                    <a:pt x="12764" y="24398"/>
                  </a:lnTo>
                  <a:lnTo>
                    <a:pt x="12743" y="24356"/>
                  </a:lnTo>
                  <a:lnTo>
                    <a:pt x="12722" y="24293"/>
                  </a:lnTo>
                  <a:lnTo>
                    <a:pt x="12722" y="24272"/>
                  </a:lnTo>
                  <a:lnTo>
                    <a:pt x="12764" y="24293"/>
                  </a:lnTo>
                  <a:lnTo>
                    <a:pt x="12827" y="24314"/>
                  </a:lnTo>
                  <a:lnTo>
                    <a:pt x="12869" y="24314"/>
                  </a:lnTo>
                  <a:lnTo>
                    <a:pt x="12911" y="24251"/>
                  </a:lnTo>
                  <a:lnTo>
                    <a:pt x="12869" y="24188"/>
                  </a:lnTo>
                  <a:lnTo>
                    <a:pt x="12827" y="24147"/>
                  </a:lnTo>
                  <a:lnTo>
                    <a:pt x="12869" y="24168"/>
                  </a:lnTo>
                  <a:lnTo>
                    <a:pt x="12931" y="24209"/>
                  </a:lnTo>
                  <a:lnTo>
                    <a:pt x="12931" y="24168"/>
                  </a:lnTo>
                  <a:lnTo>
                    <a:pt x="12952" y="24084"/>
                  </a:lnTo>
                  <a:lnTo>
                    <a:pt x="13036" y="24084"/>
                  </a:lnTo>
                  <a:lnTo>
                    <a:pt x="13120" y="24042"/>
                  </a:lnTo>
                  <a:lnTo>
                    <a:pt x="13120" y="23958"/>
                  </a:lnTo>
                  <a:lnTo>
                    <a:pt x="13120" y="23937"/>
                  </a:lnTo>
                  <a:lnTo>
                    <a:pt x="13141" y="23875"/>
                  </a:lnTo>
                  <a:lnTo>
                    <a:pt x="13224" y="23875"/>
                  </a:lnTo>
                  <a:lnTo>
                    <a:pt x="13266" y="23854"/>
                  </a:lnTo>
                  <a:lnTo>
                    <a:pt x="13350" y="23749"/>
                  </a:lnTo>
                  <a:lnTo>
                    <a:pt x="13434" y="23707"/>
                  </a:lnTo>
                  <a:lnTo>
                    <a:pt x="13476" y="23707"/>
                  </a:lnTo>
                  <a:lnTo>
                    <a:pt x="13496" y="23728"/>
                  </a:lnTo>
                  <a:lnTo>
                    <a:pt x="13580" y="23707"/>
                  </a:lnTo>
                  <a:lnTo>
                    <a:pt x="13643" y="23624"/>
                  </a:lnTo>
                  <a:lnTo>
                    <a:pt x="13664" y="23477"/>
                  </a:lnTo>
                  <a:lnTo>
                    <a:pt x="13643" y="23352"/>
                  </a:lnTo>
                  <a:lnTo>
                    <a:pt x="13580" y="23352"/>
                  </a:lnTo>
                  <a:lnTo>
                    <a:pt x="13559" y="23331"/>
                  </a:lnTo>
                  <a:lnTo>
                    <a:pt x="13580" y="23247"/>
                  </a:lnTo>
                  <a:lnTo>
                    <a:pt x="13580" y="23142"/>
                  </a:lnTo>
                  <a:lnTo>
                    <a:pt x="13559" y="23059"/>
                  </a:lnTo>
                  <a:lnTo>
                    <a:pt x="13496" y="23017"/>
                  </a:lnTo>
                  <a:lnTo>
                    <a:pt x="13476" y="22912"/>
                  </a:lnTo>
                  <a:lnTo>
                    <a:pt x="13455" y="22870"/>
                  </a:lnTo>
                  <a:lnTo>
                    <a:pt x="13455" y="22787"/>
                  </a:lnTo>
                  <a:lnTo>
                    <a:pt x="13496" y="22787"/>
                  </a:lnTo>
                  <a:lnTo>
                    <a:pt x="13559" y="22808"/>
                  </a:lnTo>
                  <a:lnTo>
                    <a:pt x="13580" y="22912"/>
                  </a:lnTo>
                  <a:lnTo>
                    <a:pt x="13643" y="22996"/>
                  </a:lnTo>
                  <a:lnTo>
                    <a:pt x="13643" y="23080"/>
                  </a:lnTo>
                  <a:lnTo>
                    <a:pt x="13685" y="23184"/>
                  </a:lnTo>
                  <a:lnTo>
                    <a:pt x="13748" y="23205"/>
                  </a:lnTo>
                  <a:lnTo>
                    <a:pt x="13789" y="23247"/>
                  </a:lnTo>
                  <a:lnTo>
                    <a:pt x="13768" y="23331"/>
                  </a:lnTo>
                  <a:lnTo>
                    <a:pt x="13789" y="23414"/>
                  </a:lnTo>
                  <a:lnTo>
                    <a:pt x="13873" y="23456"/>
                  </a:lnTo>
                  <a:lnTo>
                    <a:pt x="13915" y="23456"/>
                  </a:lnTo>
                  <a:lnTo>
                    <a:pt x="13915" y="23414"/>
                  </a:lnTo>
                  <a:lnTo>
                    <a:pt x="13957" y="23352"/>
                  </a:lnTo>
                  <a:lnTo>
                    <a:pt x="13999" y="23352"/>
                  </a:lnTo>
                  <a:lnTo>
                    <a:pt x="14061" y="23435"/>
                  </a:lnTo>
                  <a:lnTo>
                    <a:pt x="14229" y="23435"/>
                  </a:lnTo>
                  <a:lnTo>
                    <a:pt x="14292" y="23393"/>
                  </a:lnTo>
                  <a:lnTo>
                    <a:pt x="14312" y="23414"/>
                  </a:lnTo>
                  <a:lnTo>
                    <a:pt x="14375" y="23414"/>
                  </a:lnTo>
                  <a:lnTo>
                    <a:pt x="14438" y="23352"/>
                  </a:lnTo>
                  <a:lnTo>
                    <a:pt x="14480" y="23289"/>
                  </a:lnTo>
                  <a:lnTo>
                    <a:pt x="14522" y="23289"/>
                  </a:lnTo>
                  <a:lnTo>
                    <a:pt x="14522" y="23226"/>
                  </a:lnTo>
                  <a:lnTo>
                    <a:pt x="14584" y="23205"/>
                  </a:lnTo>
                  <a:lnTo>
                    <a:pt x="14626" y="23226"/>
                  </a:lnTo>
                  <a:lnTo>
                    <a:pt x="14731" y="23352"/>
                  </a:lnTo>
                  <a:lnTo>
                    <a:pt x="14752" y="23414"/>
                  </a:lnTo>
                  <a:lnTo>
                    <a:pt x="14815" y="23414"/>
                  </a:lnTo>
                  <a:lnTo>
                    <a:pt x="14856" y="23352"/>
                  </a:lnTo>
                  <a:lnTo>
                    <a:pt x="14919" y="23331"/>
                  </a:lnTo>
                  <a:lnTo>
                    <a:pt x="14919" y="23226"/>
                  </a:lnTo>
                  <a:lnTo>
                    <a:pt x="14940" y="23226"/>
                  </a:lnTo>
                  <a:lnTo>
                    <a:pt x="14961" y="23247"/>
                  </a:lnTo>
                  <a:lnTo>
                    <a:pt x="15024" y="23247"/>
                  </a:lnTo>
                  <a:lnTo>
                    <a:pt x="15024" y="23205"/>
                  </a:lnTo>
                  <a:lnTo>
                    <a:pt x="15066" y="23205"/>
                  </a:lnTo>
                  <a:lnTo>
                    <a:pt x="15108" y="23226"/>
                  </a:lnTo>
                  <a:lnTo>
                    <a:pt x="15170" y="23226"/>
                  </a:lnTo>
                  <a:lnTo>
                    <a:pt x="15212" y="23184"/>
                  </a:lnTo>
                  <a:lnTo>
                    <a:pt x="15212" y="23121"/>
                  </a:lnTo>
                  <a:lnTo>
                    <a:pt x="15254" y="23100"/>
                  </a:lnTo>
                  <a:lnTo>
                    <a:pt x="15338" y="23100"/>
                  </a:lnTo>
                  <a:lnTo>
                    <a:pt x="15359" y="23080"/>
                  </a:lnTo>
                  <a:lnTo>
                    <a:pt x="15359" y="23017"/>
                  </a:lnTo>
                  <a:lnTo>
                    <a:pt x="15380" y="23017"/>
                  </a:lnTo>
                  <a:lnTo>
                    <a:pt x="15380" y="23080"/>
                  </a:lnTo>
                  <a:lnTo>
                    <a:pt x="15442" y="23100"/>
                  </a:lnTo>
                  <a:lnTo>
                    <a:pt x="15484" y="23038"/>
                  </a:lnTo>
                  <a:lnTo>
                    <a:pt x="15526" y="22975"/>
                  </a:lnTo>
                  <a:lnTo>
                    <a:pt x="15547" y="22975"/>
                  </a:lnTo>
                  <a:lnTo>
                    <a:pt x="15589" y="23038"/>
                  </a:lnTo>
                  <a:lnTo>
                    <a:pt x="15652" y="23080"/>
                  </a:lnTo>
                  <a:lnTo>
                    <a:pt x="15693" y="22975"/>
                  </a:lnTo>
                  <a:lnTo>
                    <a:pt x="15735" y="22975"/>
                  </a:lnTo>
                  <a:lnTo>
                    <a:pt x="15756" y="23017"/>
                  </a:lnTo>
                  <a:lnTo>
                    <a:pt x="15798" y="23038"/>
                  </a:lnTo>
                  <a:lnTo>
                    <a:pt x="15861" y="23038"/>
                  </a:lnTo>
                  <a:lnTo>
                    <a:pt x="15882" y="22975"/>
                  </a:lnTo>
                  <a:lnTo>
                    <a:pt x="15944" y="22933"/>
                  </a:lnTo>
                  <a:lnTo>
                    <a:pt x="16007" y="22933"/>
                  </a:lnTo>
                  <a:lnTo>
                    <a:pt x="16112" y="22891"/>
                  </a:lnTo>
                  <a:lnTo>
                    <a:pt x="16175" y="22891"/>
                  </a:lnTo>
                  <a:lnTo>
                    <a:pt x="16196" y="22933"/>
                  </a:lnTo>
                  <a:lnTo>
                    <a:pt x="16258" y="22933"/>
                  </a:lnTo>
                  <a:lnTo>
                    <a:pt x="16279" y="22870"/>
                  </a:lnTo>
                  <a:lnTo>
                    <a:pt x="16321" y="22808"/>
                  </a:lnTo>
                  <a:lnTo>
                    <a:pt x="16426" y="22808"/>
                  </a:lnTo>
                  <a:lnTo>
                    <a:pt x="16468" y="22766"/>
                  </a:lnTo>
                  <a:lnTo>
                    <a:pt x="16572" y="22724"/>
                  </a:lnTo>
                  <a:lnTo>
                    <a:pt x="16614" y="22703"/>
                  </a:lnTo>
                  <a:lnTo>
                    <a:pt x="16614" y="22661"/>
                  </a:lnTo>
                  <a:lnTo>
                    <a:pt x="16572" y="22577"/>
                  </a:lnTo>
                  <a:lnTo>
                    <a:pt x="16572" y="22515"/>
                  </a:lnTo>
                  <a:lnTo>
                    <a:pt x="16719" y="22577"/>
                  </a:lnTo>
                  <a:lnTo>
                    <a:pt x="16802" y="22619"/>
                  </a:lnTo>
                  <a:lnTo>
                    <a:pt x="16823" y="22682"/>
                  </a:lnTo>
                  <a:lnTo>
                    <a:pt x="16886" y="22703"/>
                  </a:lnTo>
                  <a:lnTo>
                    <a:pt x="16991" y="22619"/>
                  </a:lnTo>
                  <a:lnTo>
                    <a:pt x="16991" y="22536"/>
                  </a:lnTo>
                  <a:lnTo>
                    <a:pt x="16928" y="22515"/>
                  </a:lnTo>
                  <a:lnTo>
                    <a:pt x="16928" y="22473"/>
                  </a:lnTo>
                  <a:lnTo>
                    <a:pt x="17012" y="22431"/>
                  </a:lnTo>
                  <a:lnTo>
                    <a:pt x="17033" y="22494"/>
                  </a:lnTo>
                  <a:lnTo>
                    <a:pt x="17116" y="22515"/>
                  </a:lnTo>
                  <a:lnTo>
                    <a:pt x="17158" y="22410"/>
                  </a:lnTo>
                  <a:lnTo>
                    <a:pt x="17137" y="22326"/>
                  </a:lnTo>
                  <a:lnTo>
                    <a:pt x="17137" y="22264"/>
                  </a:lnTo>
                  <a:lnTo>
                    <a:pt x="17200" y="22264"/>
                  </a:lnTo>
                  <a:lnTo>
                    <a:pt x="17221" y="22305"/>
                  </a:lnTo>
                  <a:lnTo>
                    <a:pt x="17305" y="22326"/>
                  </a:lnTo>
                  <a:lnTo>
                    <a:pt x="17346" y="22284"/>
                  </a:lnTo>
                  <a:lnTo>
                    <a:pt x="17409" y="22264"/>
                  </a:lnTo>
                  <a:lnTo>
                    <a:pt x="17451" y="22264"/>
                  </a:lnTo>
                  <a:lnTo>
                    <a:pt x="17451" y="22180"/>
                  </a:lnTo>
                  <a:lnTo>
                    <a:pt x="17430" y="22117"/>
                  </a:lnTo>
                  <a:lnTo>
                    <a:pt x="17451" y="22096"/>
                  </a:lnTo>
                  <a:lnTo>
                    <a:pt x="17514" y="22117"/>
                  </a:lnTo>
                  <a:lnTo>
                    <a:pt x="17556" y="22180"/>
                  </a:lnTo>
                  <a:lnTo>
                    <a:pt x="17639" y="22159"/>
                  </a:lnTo>
                  <a:lnTo>
                    <a:pt x="17681" y="22096"/>
                  </a:lnTo>
                  <a:lnTo>
                    <a:pt x="17681" y="22012"/>
                  </a:lnTo>
                  <a:lnTo>
                    <a:pt x="17660" y="21992"/>
                  </a:lnTo>
                  <a:lnTo>
                    <a:pt x="17660" y="21950"/>
                  </a:lnTo>
                  <a:lnTo>
                    <a:pt x="17681" y="21908"/>
                  </a:lnTo>
                  <a:lnTo>
                    <a:pt x="17786" y="21908"/>
                  </a:lnTo>
                  <a:lnTo>
                    <a:pt x="17849" y="21950"/>
                  </a:lnTo>
                  <a:lnTo>
                    <a:pt x="17869" y="21887"/>
                  </a:lnTo>
                  <a:lnTo>
                    <a:pt x="17890" y="21845"/>
                  </a:lnTo>
                  <a:lnTo>
                    <a:pt x="17953" y="21866"/>
                  </a:lnTo>
                  <a:lnTo>
                    <a:pt x="17995" y="21908"/>
                  </a:lnTo>
                  <a:lnTo>
                    <a:pt x="18058" y="21950"/>
                  </a:lnTo>
                  <a:lnTo>
                    <a:pt x="18079" y="21908"/>
                  </a:lnTo>
                  <a:lnTo>
                    <a:pt x="18079" y="21866"/>
                  </a:lnTo>
                  <a:lnTo>
                    <a:pt x="18037" y="21803"/>
                  </a:lnTo>
                  <a:lnTo>
                    <a:pt x="18037" y="21761"/>
                  </a:lnTo>
                  <a:lnTo>
                    <a:pt x="18100" y="21699"/>
                  </a:lnTo>
                  <a:lnTo>
                    <a:pt x="18162" y="21740"/>
                  </a:lnTo>
                  <a:lnTo>
                    <a:pt x="18288" y="21699"/>
                  </a:lnTo>
                  <a:lnTo>
                    <a:pt x="18393" y="21636"/>
                  </a:lnTo>
                  <a:lnTo>
                    <a:pt x="18455" y="21531"/>
                  </a:lnTo>
                  <a:lnTo>
                    <a:pt x="18455" y="21489"/>
                  </a:lnTo>
                  <a:lnTo>
                    <a:pt x="18309" y="21552"/>
                  </a:lnTo>
                  <a:lnTo>
                    <a:pt x="18183" y="21552"/>
                  </a:lnTo>
                  <a:lnTo>
                    <a:pt x="18141" y="21531"/>
                  </a:lnTo>
                  <a:lnTo>
                    <a:pt x="17890" y="21531"/>
                  </a:lnTo>
                  <a:lnTo>
                    <a:pt x="17765" y="21489"/>
                  </a:lnTo>
                  <a:lnTo>
                    <a:pt x="17639" y="21447"/>
                  </a:lnTo>
                  <a:lnTo>
                    <a:pt x="17472" y="21427"/>
                  </a:lnTo>
                  <a:lnTo>
                    <a:pt x="17325" y="21280"/>
                  </a:lnTo>
                  <a:lnTo>
                    <a:pt x="17263" y="21238"/>
                  </a:lnTo>
                  <a:lnTo>
                    <a:pt x="17221" y="21238"/>
                  </a:lnTo>
                  <a:lnTo>
                    <a:pt x="17095" y="21301"/>
                  </a:lnTo>
                  <a:lnTo>
                    <a:pt x="17053" y="21259"/>
                  </a:lnTo>
                  <a:lnTo>
                    <a:pt x="17095" y="21217"/>
                  </a:lnTo>
                  <a:lnTo>
                    <a:pt x="17095" y="21175"/>
                  </a:lnTo>
                  <a:lnTo>
                    <a:pt x="17033" y="21238"/>
                  </a:lnTo>
                  <a:lnTo>
                    <a:pt x="16886" y="21343"/>
                  </a:lnTo>
                  <a:lnTo>
                    <a:pt x="16802" y="21385"/>
                  </a:lnTo>
                  <a:lnTo>
                    <a:pt x="16635" y="21385"/>
                  </a:lnTo>
                  <a:lnTo>
                    <a:pt x="16593" y="21427"/>
                  </a:lnTo>
                  <a:lnTo>
                    <a:pt x="16530" y="21385"/>
                  </a:lnTo>
                  <a:lnTo>
                    <a:pt x="16489" y="21364"/>
                  </a:lnTo>
                  <a:cubicBezTo>
                    <a:pt x="16489" y="21364"/>
                    <a:pt x="16426" y="21385"/>
                    <a:pt x="16405" y="21385"/>
                  </a:cubicBezTo>
                  <a:lnTo>
                    <a:pt x="16321" y="21385"/>
                  </a:lnTo>
                  <a:lnTo>
                    <a:pt x="16196" y="21531"/>
                  </a:lnTo>
                  <a:lnTo>
                    <a:pt x="16154" y="21594"/>
                  </a:lnTo>
                  <a:lnTo>
                    <a:pt x="16091" y="21531"/>
                  </a:lnTo>
                  <a:lnTo>
                    <a:pt x="16049" y="21489"/>
                  </a:lnTo>
                  <a:lnTo>
                    <a:pt x="15861" y="21489"/>
                  </a:lnTo>
                  <a:lnTo>
                    <a:pt x="15777" y="21468"/>
                  </a:lnTo>
                  <a:lnTo>
                    <a:pt x="15735" y="21489"/>
                  </a:lnTo>
                  <a:lnTo>
                    <a:pt x="15672" y="21447"/>
                  </a:lnTo>
                  <a:lnTo>
                    <a:pt x="15735" y="21364"/>
                  </a:lnTo>
                  <a:lnTo>
                    <a:pt x="15840" y="21364"/>
                  </a:lnTo>
                  <a:lnTo>
                    <a:pt x="15882" y="21427"/>
                  </a:lnTo>
                  <a:lnTo>
                    <a:pt x="15965" y="21447"/>
                  </a:lnTo>
                  <a:lnTo>
                    <a:pt x="16049" y="21385"/>
                  </a:lnTo>
                  <a:lnTo>
                    <a:pt x="16175" y="21364"/>
                  </a:lnTo>
                  <a:lnTo>
                    <a:pt x="16258" y="21280"/>
                  </a:lnTo>
                  <a:lnTo>
                    <a:pt x="16321" y="21280"/>
                  </a:lnTo>
                  <a:lnTo>
                    <a:pt x="16426" y="21322"/>
                  </a:lnTo>
                  <a:lnTo>
                    <a:pt x="16530" y="21280"/>
                  </a:lnTo>
                  <a:lnTo>
                    <a:pt x="16572" y="21238"/>
                  </a:lnTo>
                  <a:lnTo>
                    <a:pt x="16530" y="21175"/>
                  </a:lnTo>
                  <a:lnTo>
                    <a:pt x="16489" y="21175"/>
                  </a:lnTo>
                  <a:lnTo>
                    <a:pt x="16468" y="21134"/>
                  </a:lnTo>
                  <a:lnTo>
                    <a:pt x="16405" y="21134"/>
                  </a:lnTo>
                  <a:lnTo>
                    <a:pt x="16300" y="21155"/>
                  </a:lnTo>
                  <a:lnTo>
                    <a:pt x="16216" y="21134"/>
                  </a:lnTo>
                  <a:lnTo>
                    <a:pt x="16049" y="21134"/>
                  </a:lnTo>
                  <a:lnTo>
                    <a:pt x="15944" y="21155"/>
                  </a:lnTo>
                  <a:lnTo>
                    <a:pt x="15840" y="21155"/>
                  </a:lnTo>
                  <a:lnTo>
                    <a:pt x="15693" y="21134"/>
                  </a:lnTo>
                  <a:lnTo>
                    <a:pt x="15672" y="21071"/>
                  </a:lnTo>
                  <a:lnTo>
                    <a:pt x="15631" y="21050"/>
                  </a:lnTo>
                  <a:lnTo>
                    <a:pt x="15526" y="21071"/>
                  </a:lnTo>
                  <a:lnTo>
                    <a:pt x="15380" y="21071"/>
                  </a:lnTo>
                  <a:lnTo>
                    <a:pt x="15212" y="21175"/>
                  </a:lnTo>
                  <a:lnTo>
                    <a:pt x="15170" y="21155"/>
                  </a:lnTo>
                  <a:lnTo>
                    <a:pt x="15212" y="21071"/>
                  </a:lnTo>
                  <a:lnTo>
                    <a:pt x="15275" y="21008"/>
                  </a:lnTo>
                  <a:lnTo>
                    <a:pt x="15463" y="21008"/>
                  </a:lnTo>
                  <a:lnTo>
                    <a:pt x="15672" y="20903"/>
                  </a:lnTo>
                  <a:lnTo>
                    <a:pt x="15756" y="20841"/>
                  </a:lnTo>
                  <a:lnTo>
                    <a:pt x="15756" y="20757"/>
                  </a:lnTo>
                  <a:lnTo>
                    <a:pt x="15777" y="20715"/>
                  </a:lnTo>
                  <a:lnTo>
                    <a:pt x="15861" y="20715"/>
                  </a:lnTo>
                  <a:lnTo>
                    <a:pt x="15903" y="20694"/>
                  </a:lnTo>
                  <a:lnTo>
                    <a:pt x="15965" y="20611"/>
                  </a:lnTo>
                  <a:lnTo>
                    <a:pt x="15944" y="20548"/>
                  </a:lnTo>
                  <a:lnTo>
                    <a:pt x="15882" y="20506"/>
                  </a:lnTo>
                  <a:lnTo>
                    <a:pt x="15798" y="20485"/>
                  </a:lnTo>
                  <a:lnTo>
                    <a:pt x="15777" y="20443"/>
                  </a:lnTo>
                  <a:lnTo>
                    <a:pt x="15861" y="20401"/>
                  </a:lnTo>
                  <a:lnTo>
                    <a:pt x="15903" y="20401"/>
                  </a:lnTo>
                  <a:lnTo>
                    <a:pt x="15903" y="20422"/>
                  </a:lnTo>
                  <a:lnTo>
                    <a:pt x="15986" y="20443"/>
                  </a:lnTo>
                  <a:lnTo>
                    <a:pt x="16007" y="20422"/>
                  </a:lnTo>
                  <a:lnTo>
                    <a:pt x="15986" y="20380"/>
                  </a:lnTo>
                  <a:lnTo>
                    <a:pt x="15965" y="20339"/>
                  </a:lnTo>
                  <a:lnTo>
                    <a:pt x="15965" y="20234"/>
                  </a:lnTo>
                  <a:lnTo>
                    <a:pt x="16007" y="20276"/>
                  </a:lnTo>
                  <a:lnTo>
                    <a:pt x="16049" y="20318"/>
                  </a:lnTo>
                  <a:lnTo>
                    <a:pt x="16049" y="20401"/>
                  </a:lnTo>
                  <a:lnTo>
                    <a:pt x="16091" y="20506"/>
                  </a:lnTo>
                  <a:lnTo>
                    <a:pt x="16175" y="20548"/>
                  </a:lnTo>
                  <a:lnTo>
                    <a:pt x="16279" y="20527"/>
                  </a:lnTo>
                  <a:lnTo>
                    <a:pt x="16405" y="20527"/>
                  </a:lnTo>
                  <a:lnTo>
                    <a:pt x="16698" y="20401"/>
                  </a:lnTo>
                  <a:lnTo>
                    <a:pt x="16781" y="20401"/>
                  </a:lnTo>
                  <a:lnTo>
                    <a:pt x="16844" y="20380"/>
                  </a:lnTo>
                  <a:lnTo>
                    <a:pt x="16907" y="20297"/>
                  </a:lnTo>
                  <a:lnTo>
                    <a:pt x="16991" y="20276"/>
                  </a:lnTo>
                  <a:lnTo>
                    <a:pt x="17033" y="20171"/>
                  </a:lnTo>
                  <a:lnTo>
                    <a:pt x="16991" y="20067"/>
                  </a:lnTo>
                  <a:lnTo>
                    <a:pt x="16949" y="19983"/>
                  </a:lnTo>
                  <a:lnTo>
                    <a:pt x="16907" y="19983"/>
                  </a:lnTo>
                  <a:lnTo>
                    <a:pt x="16802" y="19920"/>
                  </a:lnTo>
                  <a:lnTo>
                    <a:pt x="16530" y="19857"/>
                  </a:lnTo>
                  <a:lnTo>
                    <a:pt x="16489" y="19857"/>
                  </a:lnTo>
                  <a:lnTo>
                    <a:pt x="16384" y="19899"/>
                  </a:lnTo>
                  <a:lnTo>
                    <a:pt x="16321" y="19857"/>
                  </a:lnTo>
                  <a:lnTo>
                    <a:pt x="16321" y="19732"/>
                  </a:lnTo>
                  <a:lnTo>
                    <a:pt x="16300" y="19690"/>
                  </a:lnTo>
                  <a:lnTo>
                    <a:pt x="16196" y="19753"/>
                  </a:lnTo>
                  <a:lnTo>
                    <a:pt x="16112" y="19753"/>
                  </a:lnTo>
                  <a:lnTo>
                    <a:pt x="16007" y="19815"/>
                  </a:lnTo>
                  <a:lnTo>
                    <a:pt x="15944" y="19815"/>
                  </a:lnTo>
                  <a:lnTo>
                    <a:pt x="15861" y="19774"/>
                  </a:lnTo>
                  <a:lnTo>
                    <a:pt x="15861" y="19690"/>
                  </a:lnTo>
                  <a:lnTo>
                    <a:pt x="15944" y="19753"/>
                  </a:lnTo>
                  <a:lnTo>
                    <a:pt x="16007" y="19690"/>
                  </a:lnTo>
                  <a:lnTo>
                    <a:pt x="16070" y="19648"/>
                  </a:lnTo>
                  <a:lnTo>
                    <a:pt x="16196" y="19648"/>
                  </a:lnTo>
                  <a:lnTo>
                    <a:pt x="16216" y="19585"/>
                  </a:lnTo>
                  <a:lnTo>
                    <a:pt x="16175" y="19523"/>
                  </a:lnTo>
                  <a:lnTo>
                    <a:pt x="16091" y="19418"/>
                  </a:lnTo>
                  <a:lnTo>
                    <a:pt x="16049" y="19376"/>
                  </a:lnTo>
                  <a:lnTo>
                    <a:pt x="15944" y="19376"/>
                  </a:lnTo>
                  <a:lnTo>
                    <a:pt x="15965" y="19355"/>
                  </a:lnTo>
                  <a:lnTo>
                    <a:pt x="16070" y="19292"/>
                  </a:lnTo>
                  <a:lnTo>
                    <a:pt x="16070" y="19251"/>
                  </a:lnTo>
                  <a:lnTo>
                    <a:pt x="16070" y="19146"/>
                  </a:lnTo>
                  <a:lnTo>
                    <a:pt x="16091" y="19104"/>
                  </a:lnTo>
                  <a:lnTo>
                    <a:pt x="16154" y="19167"/>
                  </a:lnTo>
                  <a:lnTo>
                    <a:pt x="16175" y="19313"/>
                  </a:lnTo>
                  <a:lnTo>
                    <a:pt x="16216" y="19355"/>
                  </a:lnTo>
                  <a:lnTo>
                    <a:pt x="16216" y="19418"/>
                  </a:lnTo>
                  <a:lnTo>
                    <a:pt x="16363" y="19543"/>
                  </a:lnTo>
                  <a:lnTo>
                    <a:pt x="16363" y="19585"/>
                  </a:lnTo>
                  <a:lnTo>
                    <a:pt x="16426" y="19669"/>
                  </a:lnTo>
                  <a:lnTo>
                    <a:pt x="16489" y="19690"/>
                  </a:lnTo>
                  <a:lnTo>
                    <a:pt x="16572" y="19669"/>
                  </a:lnTo>
                  <a:lnTo>
                    <a:pt x="16614" y="19648"/>
                  </a:lnTo>
                  <a:lnTo>
                    <a:pt x="16698" y="19690"/>
                  </a:lnTo>
                  <a:lnTo>
                    <a:pt x="16802" y="19669"/>
                  </a:lnTo>
                  <a:lnTo>
                    <a:pt x="16886" y="19648"/>
                  </a:lnTo>
                  <a:lnTo>
                    <a:pt x="16928" y="19690"/>
                  </a:lnTo>
                  <a:lnTo>
                    <a:pt x="16928" y="19774"/>
                  </a:lnTo>
                  <a:lnTo>
                    <a:pt x="17116" y="20004"/>
                  </a:lnTo>
                  <a:lnTo>
                    <a:pt x="17200" y="20067"/>
                  </a:lnTo>
                  <a:lnTo>
                    <a:pt x="17221" y="20004"/>
                  </a:lnTo>
                  <a:lnTo>
                    <a:pt x="17325" y="19983"/>
                  </a:lnTo>
                  <a:lnTo>
                    <a:pt x="17346" y="19983"/>
                  </a:lnTo>
                  <a:lnTo>
                    <a:pt x="17367" y="20025"/>
                  </a:lnTo>
                  <a:lnTo>
                    <a:pt x="17346" y="20108"/>
                  </a:lnTo>
                  <a:lnTo>
                    <a:pt x="17325" y="20213"/>
                  </a:lnTo>
                  <a:lnTo>
                    <a:pt x="17346" y="20339"/>
                  </a:lnTo>
                  <a:lnTo>
                    <a:pt x="17409" y="20422"/>
                  </a:lnTo>
                  <a:lnTo>
                    <a:pt x="17451" y="20527"/>
                  </a:lnTo>
                  <a:lnTo>
                    <a:pt x="17472" y="20715"/>
                  </a:lnTo>
                  <a:lnTo>
                    <a:pt x="17535" y="20757"/>
                  </a:lnTo>
                  <a:lnTo>
                    <a:pt x="17618" y="20841"/>
                  </a:lnTo>
                  <a:lnTo>
                    <a:pt x="17681" y="21029"/>
                  </a:lnTo>
                  <a:lnTo>
                    <a:pt x="17828" y="21134"/>
                  </a:lnTo>
                  <a:lnTo>
                    <a:pt x="17869" y="21175"/>
                  </a:lnTo>
                  <a:lnTo>
                    <a:pt x="17953" y="21155"/>
                  </a:lnTo>
                  <a:lnTo>
                    <a:pt x="18037" y="21134"/>
                  </a:lnTo>
                  <a:lnTo>
                    <a:pt x="18100" y="21134"/>
                  </a:lnTo>
                  <a:lnTo>
                    <a:pt x="18141" y="21113"/>
                  </a:lnTo>
                  <a:lnTo>
                    <a:pt x="18141" y="21029"/>
                  </a:lnTo>
                  <a:lnTo>
                    <a:pt x="18141" y="20903"/>
                  </a:lnTo>
                  <a:lnTo>
                    <a:pt x="18141" y="20757"/>
                  </a:lnTo>
                  <a:lnTo>
                    <a:pt x="18162" y="20652"/>
                  </a:lnTo>
                  <a:lnTo>
                    <a:pt x="18183" y="20611"/>
                  </a:lnTo>
                  <a:lnTo>
                    <a:pt x="18204" y="20611"/>
                  </a:lnTo>
                  <a:lnTo>
                    <a:pt x="18246" y="20652"/>
                  </a:lnTo>
                  <a:lnTo>
                    <a:pt x="18204" y="20736"/>
                  </a:lnTo>
                  <a:lnTo>
                    <a:pt x="18204" y="20820"/>
                  </a:lnTo>
                  <a:lnTo>
                    <a:pt x="18267" y="20924"/>
                  </a:lnTo>
                  <a:lnTo>
                    <a:pt x="18204" y="21008"/>
                  </a:lnTo>
                  <a:lnTo>
                    <a:pt x="18204" y="21071"/>
                  </a:lnTo>
                  <a:lnTo>
                    <a:pt x="18267" y="21113"/>
                  </a:lnTo>
                  <a:lnTo>
                    <a:pt x="18309" y="21071"/>
                  </a:lnTo>
                  <a:lnTo>
                    <a:pt x="18393" y="21050"/>
                  </a:lnTo>
                  <a:lnTo>
                    <a:pt x="18455" y="21071"/>
                  </a:lnTo>
                  <a:lnTo>
                    <a:pt x="18476" y="21134"/>
                  </a:lnTo>
                  <a:lnTo>
                    <a:pt x="18455" y="21175"/>
                  </a:lnTo>
                  <a:lnTo>
                    <a:pt x="18476" y="21217"/>
                  </a:lnTo>
                  <a:lnTo>
                    <a:pt x="18581" y="21217"/>
                  </a:lnTo>
                  <a:lnTo>
                    <a:pt x="18623" y="21155"/>
                  </a:lnTo>
                  <a:lnTo>
                    <a:pt x="18623" y="21071"/>
                  </a:lnTo>
                  <a:lnTo>
                    <a:pt x="18602" y="21008"/>
                  </a:lnTo>
                  <a:lnTo>
                    <a:pt x="18602" y="20820"/>
                  </a:lnTo>
                  <a:lnTo>
                    <a:pt x="18623" y="20736"/>
                  </a:lnTo>
                  <a:lnTo>
                    <a:pt x="18623" y="20631"/>
                  </a:lnTo>
                  <a:lnTo>
                    <a:pt x="18665" y="20590"/>
                  </a:lnTo>
                  <a:lnTo>
                    <a:pt x="18623" y="20527"/>
                  </a:lnTo>
                  <a:lnTo>
                    <a:pt x="18581" y="20527"/>
                  </a:lnTo>
                  <a:lnTo>
                    <a:pt x="18602" y="20485"/>
                  </a:lnTo>
                  <a:lnTo>
                    <a:pt x="18623" y="20422"/>
                  </a:lnTo>
                  <a:lnTo>
                    <a:pt x="18602" y="20401"/>
                  </a:lnTo>
                  <a:lnTo>
                    <a:pt x="18497" y="20443"/>
                  </a:lnTo>
                  <a:lnTo>
                    <a:pt x="18497" y="20401"/>
                  </a:lnTo>
                  <a:lnTo>
                    <a:pt x="18518" y="20339"/>
                  </a:lnTo>
                  <a:lnTo>
                    <a:pt x="18623" y="20318"/>
                  </a:lnTo>
                  <a:lnTo>
                    <a:pt x="18685" y="20276"/>
                  </a:lnTo>
                  <a:lnTo>
                    <a:pt x="18685" y="20171"/>
                  </a:lnTo>
                  <a:lnTo>
                    <a:pt x="18665" y="20108"/>
                  </a:lnTo>
                  <a:lnTo>
                    <a:pt x="18602" y="20129"/>
                  </a:lnTo>
                  <a:lnTo>
                    <a:pt x="18581" y="20087"/>
                  </a:lnTo>
                  <a:lnTo>
                    <a:pt x="18623" y="20004"/>
                  </a:lnTo>
                  <a:lnTo>
                    <a:pt x="18685" y="19899"/>
                  </a:lnTo>
                  <a:lnTo>
                    <a:pt x="18685" y="19857"/>
                  </a:lnTo>
                  <a:lnTo>
                    <a:pt x="18623" y="19857"/>
                  </a:lnTo>
                  <a:lnTo>
                    <a:pt x="18560" y="19899"/>
                  </a:lnTo>
                  <a:lnTo>
                    <a:pt x="18476" y="20025"/>
                  </a:lnTo>
                  <a:lnTo>
                    <a:pt x="18455" y="20171"/>
                  </a:lnTo>
                  <a:lnTo>
                    <a:pt x="18393" y="20192"/>
                  </a:lnTo>
                  <a:lnTo>
                    <a:pt x="18393" y="20129"/>
                  </a:lnTo>
                  <a:lnTo>
                    <a:pt x="18413" y="20004"/>
                  </a:lnTo>
                  <a:lnTo>
                    <a:pt x="18413" y="19962"/>
                  </a:lnTo>
                  <a:lnTo>
                    <a:pt x="18393" y="19899"/>
                  </a:lnTo>
                  <a:lnTo>
                    <a:pt x="18393" y="19857"/>
                  </a:lnTo>
                  <a:lnTo>
                    <a:pt x="18413" y="19774"/>
                  </a:lnTo>
                  <a:lnTo>
                    <a:pt x="18497" y="19690"/>
                  </a:lnTo>
                  <a:lnTo>
                    <a:pt x="18581" y="19648"/>
                  </a:lnTo>
                  <a:lnTo>
                    <a:pt x="18602" y="19564"/>
                  </a:lnTo>
                  <a:lnTo>
                    <a:pt x="18560" y="19502"/>
                  </a:lnTo>
                  <a:lnTo>
                    <a:pt x="18476" y="19502"/>
                  </a:lnTo>
                  <a:lnTo>
                    <a:pt x="18413" y="19564"/>
                  </a:lnTo>
                  <a:lnTo>
                    <a:pt x="18393" y="19606"/>
                  </a:lnTo>
                  <a:lnTo>
                    <a:pt x="18372" y="19648"/>
                  </a:lnTo>
                  <a:lnTo>
                    <a:pt x="18393" y="19543"/>
                  </a:lnTo>
                  <a:lnTo>
                    <a:pt x="18413" y="19481"/>
                  </a:lnTo>
                  <a:lnTo>
                    <a:pt x="18393" y="19460"/>
                  </a:lnTo>
                  <a:lnTo>
                    <a:pt x="18351" y="19481"/>
                  </a:lnTo>
                  <a:lnTo>
                    <a:pt x="18246" y="19564"/>
                  </a:lnTo>
                  <a:lnTo>
                    <a:pt x="18162" y="19648"/>
                  </a:lnTo>
                  <a:lnTo>
                    <a:pt x="18162" y="19606"/>
                  </a:lnTo>
                  <a:lnTo>
                    <a:pt x="18183" y="19543"/>
                  </a:lnTo>
                  <a:lnTo>
                    <a:pt x="18246" y="19460"/>
                  </a:lnTo>
                  <a:lnTo>
                    <a:pt x="18288" y="19397"/>
                  </a:lnTo>
                  <a:lnTo>
                    <a:pt x="18351" y="19292"/>
                  </a:lnTo>
                  <a:lnTo>
                    <a:pt x="18351" y="19271"/>
                  </a:lnTo>
                  <a:lnTo>
                    <a:pt x="18288" y="19230"/>
                  </a:lnTo>
                  <a:lnTo>
                    <a:pt x="18267" y="19167"/>
                  </a:lnTo>
                  <a:lnTo>
                    <a:pt x="18204" y="19167"/>
                  </a:lnTo>
                  <a:lnTo>
                    <a:pt x="18162" y="19125"/>
                  </a:lnTo>
                  <a:lnTo>
                    <a:pt x="18141" y="19041"/>
                  </a:lnTo>
                  <a:lnTo>
                    <a:pt x="18079" y="19020"/>
                  </a:lnTo>
                  <a:lnTo>
                    <a:pt x="17995" y="18937"/>
                  </a:lnTo>
                  <a:lnTo>
                    <a:pt x="17953" y="18937"/>
                  </a:lnTo>
                  <a:lnTo>
                    <a:pt x="17932" y="18916"/>
                  </a:lnTo>
                  <a:lnTo>
                    <a:pt x="17869" y="18916"/>
                  </a:lnTo>
                  <a:lnTo>
                    <a:pt x="17869" y="18853"/>
                  </a:lnTo>
                  <a:lnTo>
                    <a:pt x="17849" y="18811"/>
                  </a:lnTo>
                  <a:lnTo>
                    <a:pt x="17660" y="18665"/>
                  </a:lnTo>
                  <a:lnTo>
                    <a:pt x="17639" y="18623"/>
                  </a:lnTo>
                  <a:lnTo>
                    <a:pt x="17535" y="18560"/>
                  </a:lnTo>
                  <a:lnTo>
                    <a:pt x="17430" y="18560"/>
                  </a:lnTo>
                  <a:lnTo>
                    <a:pt x="17325" y="18602"/>
                  </a:lnTo>
                  <a:lnTo>
                    <a:pt x="17242" y="18707"/>
                  </a:lnTo>
                  <a:lnTo>
                    <a:pt x="17242" y="18644"/>
                  </a:lnTo>
                  <a:lnTo>
                    <a:pt x="17221" y="18560"/>
                  </a:lnTo>
                  <a:lnTo>
                    <a:pt x="17053" y="18518"/>
                  </a:lnTo>
                  <a:lnTo>
                    <a:pt x="16949" y="18518"/>
                  </a:lnTo>
                  <a:lnTo>
                    <a:pt x="16844" y="18539"/>
                  </a:lnTo>
                  <a:lnTo>
                    <a:pt x="16823" y="18518"/>
                  </a:lnTo>
                  <a:lnTo>
                    <a:pt x="16907" y="18434"/>
                  </a:lnTo>
                  <a:lnTo>
                    <a:pt x="16949" y="18476"/>
                  </a:lnTo>
                  <a:lnTo>
                    <a:pt x="17137" y="18476"/>
                  </a:lnTo>
                  <a:lnTo>
                    <a:pt x="17221" y="18497"/>
                  </a:lnTo>
                  <a:lnTo>
                    <a:pt x="17325" y="18497"/>
                  </a:lnTo>
                  <a:lnTo>
                    <a:pt x="17430" y="18476"/>
                  </a:lnTo>
                  <a:lnTo>
                    <a:pt x="17472" y="18393"/>
                  </a:lnTo>
                  <a:lnTo>
                    <a:pt x="17514" y="18204"/>
                  </a:lnTo>
                  <a:lnTo>
                    <a:pt x="17472" y="18121"/>
                  </a:lnTo>
                  <a:lnTo>
                    <a:pt x="17451" y="18100"/>
                  </a:lnTo>
                  <a:lnTo>
                    <a:pt x="17409" y="18100"/>
                  </a:lnTo>
                  <a:lnTo>
                    <a:pt x="17263" y="17995"/>
                  </a:lnTo>
                  <a:lnTo>
                    <a:pt x="17221" y="17974"/>
                  </a:lnTo>
                  <a:lnTo>
                    <a:pt x="17158" y="17974"/>
                  </a:lnTo>
                  <a:lnTo>
                    <a:pt x="17053" y="18058"/>
                  </a:lnTo>
                  <a:lnTo>
                    <a:pt x="17012" y="18058"/>
                  </a:lnTo>
                  <a:lnTo>
                    <a:pt x="16928" y="18079"/>
                  </a:lnTo>
                  <a:lnTo>
                    <a:pt x="16886" y="18162"/>
                  </a:lnTo>
                  <a:lnTo>
                    <a:pt x="16844" y="18162"/>
                  </a:lnTo>
                  <a:lnTo>
                    <a:pt x="16844" y="18079"/>
                  </a:lnTo>
                  <a:lnTo>
                    <a:pt x="16823" y="18016"/>
                  </a:lnTo>
                  <a:lnTo>
                    <a:pt x="16781" y="18016"/>
                  </a:lnTo>
                  <a:lnTo>
                    <a:pt x="16635" y="18058"/>
                  </a:lnTo>
                  <a:lnTo>
                    <a:pt x="16593" y="18079"/>
                  </a:lnTo>
                  <a:lnTo>
                    <a:pt x="16530" y="18079"/>
                  </a:lnTo>
                  <a:lnTo>
                    <a:pt x="16572" y="18058"/>
                  </a:lnTo>
                  <a:lnTo>
                    <a:pt x="16677" y="17995"/>
                  </a:lnTo>
                  <a:lnTo>
                    <a:pt x="16781" y="17974"/>
                  </a:lnTo>
                  <a:lnTo>
                    <a:pt x="16802" y="17911"/>
                  </a:lnTo>
                  <a:lnTo>
                    <a:pt x="16781" y="17870"/>
                  </a:lnTo>
                  <a:lnTo>
                    <a:pt x="16719" y="17849"/>
                  </a:lnTo>
                  <a:lnTo>
                    <a:pt x="16677" y="17870"/>
                  </a:lnTo>
                  <a:lnTo>
                    <a:pt x="16719" y="17807"/>
                  </a:lnTo>
                  <a:lnTo>
                    <a:pt x="16781" y="17807"/>
                  </a:lnTo>
                  <a:lnTo>
                    <a:pt x="16823" y="17849"/>
                  </a:lnTo>
                  <a:lnTo>
                    <a:pt x="16928" y="17953"/>
                  </a:lnTo>
                  <a:lnTo>
                    <a:pt x="17012" y="17974"/>
                  </a:lnTo>
                  <a:lnTo>
                    <a:pt x="17095" y="17953"/>
                  </a:lnTo>
                  <a:lnTo>
                    <a:pt x="17200" y="17870"/>
                  </a:lnTo>
                  <a:lnTo>
                    <a:pt x="17367" y="17870"/>
                  </a:lnTo>
                  <a:lnTo>
                    <a:pt x="17430" y="17786"/>
                  </a:lnTo>
                  <a:lnTo>
                    <a:pt x="17472" y="17765"/>
                  </a:lnTo>
                  <a:lnTo>
                    <a:pt x="17514" y="17702"/>
                  </a:lnTo>
                  <a:lnTo>
                    <a:pt x="17472" y="17639"/>
                  </a:lnTo>
                  <a:lnTo>
                    <a:pt x="17409" y="17577"/>
                  </a:lnTo>
                  <a:lnTo>
                    <a:pt x="17263" y="17556"/>
                  </a:lnTo>
                  <a:lnTo>
                    <a:pt x="17200" y="17493"/>
                  </a:lnTo>
                  <a:lnTo>
                    <a:pt x="17137" y="17451"/>
                  </a:lnTo>
                  <a:lnTo>
                    <a:pt x="17033" y="17451"/>
                  </a:lnTo>
                  <a:lnTo>
                    <a:pt x="16928" y="17430"/>
                  </a:lnTo>
                  <a:lnTo>
                    <a:pt x="16844" y="17451"/>
                  </a:lnTo>
                  <a:lnTo>
                    <a:pt x="16823" y="17493"/>
                  </a:lnTo>
                  <a:lnTo>
                    <a:pt x="16740" y="17556"/>
                  </a:lnTo>
                  <a:lnTo>
                    <a:pt x="16677" y="17535"/>
                  </a:lnTo>
                  <a:lnTo>
                    <a:pt x="16593" y="17493"/>
                  </a:lnTo>
                  <a:lnTo>
                    <a:pt x="16489" y="17493"/>
                  </a:lnTo>
                  <a:lnTo>
                    <a:pt x="16468" y="17556"/>
                  </a:lnTo>
                  <a:lnTo>
                    <a:pt x="16426" y="17598"/>
                  </a:lnTo>
                  <a:lnTo>
                    <a:pt x="16384" y="17577"/>
                  </a:lnTo>
                  <a:lnTo>
                    <a:pt x="16321" y="17535"/>
                  </a:lnTo>
                  <a:lnTo>
                    <a:pt x="16300" y="17535"/>
                  </a:lnTo>
                  <a:lnTo>
                    <a:pt x="16279" y="17472"/>
                  </a:lnTo>
                  <a:lnTo>
                    <a:pt x="16321" y="17430"/>
                  </a:lnTo>
                  <a:lnTo>
                    <a:pt x="16426" y="17388"/>
                  </a:lnTo>
                  <a:lnTo>
                    <a:pt x="16572" y="17430"/>
                  </a:lnTo>
                  <a:lnTo>
                    <a:pt x="16740" y="17430"/>
                  </a:lnTo>
                  <a:lnTo>
                    <a:pt x="16802" y="17367"/>
                  </a:lnTo>
                  <a:lnTo>
                    <a:pt x="16802" y="17326"/>
                  </a:lnTo>
                  <a:lnTo>
                    <a:pt x="16740" y="17221"/>
                  </a:lnTo>
                  <a:lnTo>
                    <a:pt x="16635" y="17137"/>
                  </a:lnTo>
                  <a:lnTo>
                    <a:pt x="16530" y="17074"/>
                  </a:lnTo>
                  <a:lnTo>
                    <a:pt x="16489" y="17012"/>
                  </a:lnTo>
                  <a:lnTo>
                    <a:pt x="16489" y="16907"/>
                  </a:lnTo>
                  <a:lnTo>
                    <a:pt x="16509" y="16865"/>
                  </a:lnTo>
                  <a:lnTo>
                    <a:pt x="16572" y="16907"/>
                  </a:lnTo>
                  <a:lnTo>
                    <a:pt x="16593" y="16949"/>
                  </a:lnTo>
                  <a:lnTo>
                    <a:pt x="16593" y="17012"/>
                  </a:lnTo>
                  <a:lnTo>
                    <a:pt x="16677" y="17054"/>
                  </a:lnTo>
                  <a:lnTo>
                    <a:pt x="16802" y="17158"/>
                  </a:lnTo>
                  <a:lnTo>
                    <a:pt x="16823" y="17221"/>
                  </a:lnTo>
                  <a:lnTo>
                    <a:pt x="16886" y="17242"/>
                  </a:lnTo>
                  <a:lnTo>
                    <a:pt x="16928" y="17242"/>
                  </a:lnTo>
                  <a:lnTo>
                    <a:pt x="17012" y="17326"/>
                  </a:lnTo>
                  <a:lnTo>
                    <a:pt x="17095" y="17326"/>
                  </a:lnTo>
                  <a:lnTo>
                    <a:pt x="17200" y="17284"/>
                  </a:lnTo>
                  <a:lnTo>
                    <a:pt x="17263" y="17242"/>
                  </a:lnTo>
                  <a:lnTo>
                    <a:pt x="17346" y="17221"/>
                  </a:lnTo>
                  <a:lnTo>
                    <a:pt x="17409" y="17158"/>
                  </a:lnTo>
                  <a:lnTo>
                    <a:pt x="17472" y="17116"/>
                  </a:lnTo>
                  <a:lnTo>
                    <a:pt x="17556" y="17074"/>
                  </a:lnTo>
                  <a:lnTo>
                    <a:pt x="17606" y="17074"/>
                  </a:lnTo>
                  <a:lnTo>
                    <a:pt x="17618" y="17116"/>
                  </a:lnTo>
                  <a:lnTo>
                    <a:pt x="17618" y="17074"/>
                  </a:lnTo>
                  <a:lnTo>
                    <a:pt x="17618" y="17033"/>
                  </a:lnTo>
                  <a:lnTo>
                    <a:pt x="17577" y="16970"/>
                  </a:lnTo>
                  <a:lnTo>
                    <a:pt x="17588" y="17010"/>
                  </a:lnTo>
                  <a:lnTo>
                    <a:pt x="17472" y="16844"/>
                  </a:lnTo>
                  <a:lnTo>
                    <a:pt x="17409" y="16802"/>
                  </a:lnTo>
                  <a:lnTo>
                    <a:pt x="17409" y="16740"/>
                  </a:lnTo>
                  <a:lnTo>
                    <a:pt x="17430" y="16719"/>
                  </a:lnTo>
                  <a:lnTo>
                    <a:pt x="17472" y="16719"/>
                  </a:lnTo>
                  <a:lnTo>
                    <a:pt x="17535" y="16761"/>
                  </a:lnTo>
                  <a:lnTo>
                    <a:pt x="17535" y="16823"/>
                  </a:lnTo>
                  <a:lnTo>
                    <a:pt x="17577" y="16865"/>
                  </a:lnTo>
                  <a:lnTo>
                    <a:pt x="17681" y="17074"/>
                  </a:lnTo>
                  <a:lnTo>
                    <a:pt x="17869" y="17284"/>
                  </a:lnTo>
                  <a:lnTo>
                    <a:pt x="17890" y="17326"/>
                  </a:lnTo>
                  <a:lnTo>
                    <a:pt x="17932" y="17263"/>
                  </a:lnTo>
                  <a:lnTo>
                    <a:pt x="17932" y="17179"/>
                  </a:lnTo>
                  <a:lnTo>
                    <a:pt x="17953" y="17012"/>
                  </a:lnTo>
                  <a:lnTo>
                    <a:pt x="17953" y="16907"/>
                  </a:lnTo>
                  <a:lnTo>
                    <a:pt x="17995" y="16844"/>
                  </a:lnTo>
                  <a:lnTo>
                    <a:pt x="18058" y="16844"/>
                  </a:lnTo>
                  <a:lnTo>
                    <a:pt x="18100" y="16865"/>
                  </a:lnTo>
                  <a:lnTo>
                    <a:pt x="18100" y="16949"/>
                  </a:lnTo>
                  <a:lnTo>
                    <a:pt x="18141" y="17012"/>
                  </a:lnTo>
                  <a:lnTo>
                    <a:pt x="18183" y="17012"/>
                  </a:lnTo>
                  <a:lnTo>
                    <a:pt x="18372" y="17074"/>
                  </a:lnTo>
                  <a:lnTo>
                    <a:pt x="18518" y="17179"/>
                  </a:lnTo>
                  <a:lnTo>
                    <a:pt x="18602" y="17221"/>
                  </a:lnTo>
                  <a:lnTo>
                    <a:pt x="18665" y="17179"/>
                  </a:lnTo>
                  <a:lnTo>
                    <a:pt x="18706" y="17179"/>
                  </a:lnTo>
                  <a:lnTo>
                    <a:pt x="18769" y="17221"/>
                  </a:lnTo>
                  <a:lnTo>
                    <a:pt x="18769" y="17263"/>
                  </a:lnTo>
                  <a:lnTo>
                    <a:pt x="18602" y="17284"/>
                  </a:lnTo>
                  <a:lnTo>
                    <a:pt x="18581" y="17326"/>
                  </a:lnTo>
                  <a:lnTo>
                    <a:pt x="18476" y="17221"/>
                  </a:lnTo>
                  <a:lnTo>
                    <a:pt x="18288" y="17116"/>
                  </a:lnTo>
                  <a:lnTo>
                    <a:pt x="18246" y="17074"/>
                  </a:lnTo>
                  <a:lnTo>
                    <a:pt x="18204" y="17054"/>
                  </a:lnTo>
                  <a:lnTo>
                    <a:pt x="18162" y="17054"/>
                  </a:lnTo>
                  <a:lnTo>
                    <a:pt x="18121" y="17074"/>
                  </a:lnTo>
                  <a:lnTo>
                    <a:pt x="18121" y="17137"/>
                  </a:lnTo>
                  <a:lnTo>
                    <a:pt x="18183" y="17221"/>
                  </a:lnTo>
                  <a:lnTo>
                    <a:pt x="18413" y="17430"/>
                  </a:lnTo>
                  <a:lnTo>
                    <a:pt x="18518" y="17535"/>
                  </a:lnTo>
                  <a:lnTo>
                    <a:pt x="18685" y="17598"/>
                  </a:lnTo>
                  <a:lnTo>
                    <a:pt x="18790" y="17681"/>
                  </a:lnTo>
                  <a:lnTo>
                    <a:pt x="18832" y="17702"/>
                  </a:lnTo>
                  <a:lnTo>
                    <a:pt x="18916" y="17681"/>
                  </a:lnTo>
                  <a:lnTo>
                    <a:pt x="18937" y="17639"/>
                  </a:lnTo>
                  <a:lnTo>
                    <a:pt x="18999" y="17556"/>
                  </a:lnTo>
                  <a:lnTo>
                    <a:pt x="19125" y="17556"/>
                  </a:lnTo>
                  <a:lnTo>
                    <a:pt x="19167" y="17493"/>
                  </a:lnTo>
                  <a:lnTo>
                    <a:pt x="19167" y="17430"/>
                  </a:lnTo>
                  <a:lnTo>
                    <a:pt x="19250" y="17367"/>
                  </a:lnTo>
                  <a:lnTo>
                    <a:pt x="19313" y="17367"/>
                  </a:lnTo>
                  <a:lnTo>
                    <a:pt x="19376" y="17388"/>
                  </a:lnTo>
                  <a:lnTo>
                    <a:pt x="19460" y="17430"/>
                  </a:lnTo>
                  <a:lnTo>
                    <a:pt x="19564" y="17388"/>
                  </a:lnTo>
                  <a:lnTo>
                    <a:pt x="19669" y="17388"/>
                  </a:lnTo>
                  <a:lnTo>
                    <a:pt x="19690" y="17346"/>
                  </a:lnTo>
                  <a:lnTo>
                    <a:pt x="19732" y="17221"/>
                  </a:lnTo>
                  <a:lnTo>
                    <a:pt x="19732" y="17116"/>
                  </a:lnTo>
                  <a:lnTo>
                    <a:pt x="19774" y="17033"/>
                  </a:lnTo>
                  <a:lnTo>
                    <a:pt x="19857" y="16907"/>
                  </a:lnTo>
                  <a:lnTo>
                    <a:pt x="19857" y="16823"/>
                  </a:lnTo>
                  <a:lnTo>
                    <a:pt x="19836" y="16761"/>
                  </a:lnTo>
                  <a:lnTo>
                    <a:pt x="19753" y="16740"/>
                  </a:lnTo>
                  <a:lnTo>
                    <a:pt x="19648" y="16761"/>
                  </a:lnTo>
                  <a:lnTo>
                    <a:pt x="19627" y="16802"/>
                  </a:lnTo>
                  <a:lnTo>
                    <a:pt x="19585" y="16761"/>
                  </a:lnTo>
                  <a:lnTo>
                    <a:pt x="19543" y="16761"/>
                  </a:lnTo>
                  <a:lnTo>
                    <a:pt x="19522" y="16802"/>
                  </a:lnTo>
                  <a:lnTo>
                    <a:pt x="19439" y="16740"/>
                  </a:lnTo>
                  <a:lnTo>
                    <a:pt x="19376" y="16656"/>
                  </a:lnTo>
                  <a:lnTo>
                    <a:pt x="19334" y="16614"/>
                  </a:lnTo>
                  <a:lnTo>
                    <a:pt x="19313" y="16530"/>
                  </a:lnTo>
                  <a:lnTo>
                    <a:pt x="19271" y="16530"/>
                  </a:lnTo>
                  <a:lnTo>
                    <a:pt x="19250" y="16614"/>
                  </a:lnTo>
                  <a:lnTo>
                    <a:pt x="19250" y="16719"/>
                  </a:lnTo>
                  <a:lnTo>
                    <a:pt x="19313" y="16740"/>
                  </a:lnTo>
                  <a:lnTo>
                    <a:pt x="19313" y="16823"/>
                  </a:lnTo>
                  <a:lnTo>
                    <a:pt x="19250" y="16907"/>
                  </a:lnTo>
                  <a:lnTo>
                    <a:pt x="19229" y="17012"/>
                  </a:lnTo>
                  <a:lnTo>
                    <a:pt x="19209" y="16949"/>
                  </a:lnTo>
                  <a:lnTo>
                    <a:pt x="19229" y="16823"/>
                  </a:lnTo>
                  <a:lnTo>
                    <a:pt x="19209" y="16719"/>
                  </a:lnTo>
                  <a:lnTo>
                    <a:pt x="19146" y="16698"/>
                  </a:lnTo>
                  <a:lnTo>
                    <a:pt x="19125" y="16551"/>
                  </a:lnTo>
                  <a:lnTo>
                    <a:pt x="19062" y="16530"/>
                  </a:lnTo>
                  <a:lnTo>
                    <a:pt x="19041" y="16489"/>
                  </a:lnTo>
                  <a:lnTo>
                    <a:pt x="19041" y="16447"/>
                  </a:lnTo>
                  <a:lnTo>
                    <a:pt x="19104" y="16426"/>
                  </a:lnTo>
                  <a:lnTo>
                    <a:pt x="19161" y="16311"/>
                  </a:lnTo>
                  <a:lnTo>
                    <a:pt x="19146" y="16279"/>
                  </a:lnTo>
                  <a:lnTo>
                    <a:pt x="19104" y="16238"/>
                  </a:lnTo>
                  <a:lnTo>
                    <a:pt x="19146" y="16217"/>
                  </a:lnTo>
                  <a:lnTo>
                    <a:pt x="19229" y="16217"/>
                  </a:lnTo>
                  <a:lnTo>
                    <a:pt x="19271" y="16175"/>
                  </a:lnTo>
                  <a:lnTo>
                    <a:pt x="19313" y="16091"/>
                  </a:lnTo>
                  <a:lnTo>
                    <a:pt x="19313" y="15966"/>
                  </a:lnTo>
                  <a:lnTo>
                    <a:pt x="19271" y="15903"/>
                  </a:lnTo>
                  <a:lnTo>
                    <a:pt x="19271" y="15861"/>
                  </a:lnTo>
                  <a:lnTo>
                    <a:pt x="19334" y="15861"/>
                  </a:lnTo>
                  <a:lnTo>
                    <a:pt x="19376" y="15903"/>
                  </a:lnTo>
                  <a:lnTo>
                    <a:pt x="19439" y="15986"/>
                  </a:lnTo>
                  <a:lnTo>
                    <a:pt x="19481" y="16007"/>
                  </a:lnTo>
                  <a:lnTo>
                    <a:pt x="19564" y="16007"/>
                  </a:lnTo>
                  <a:lnTo>
                    <a:pt x="19648" y="15966"/>
                  </a:lnTo>
                  <a:lnTo>
                    <a:pt x="19732" y="15986"/>
                  </a:lnTo>
                  <a:lnTo>
                    <a:pt x="19794" y="16028"/>
                  </a:lnTo>
                  <a:lnTo>
                    <a:pt x="19899" y="16070"/>
                  </a:lnTo>
                  <a:lnTo>
                    <a:pt x="20046" y="16175"/>
                  </a:lnTo>
                  <a:lnTo>
                    <a:pt x="20046" y="16238"/>
                  </a:lnTo>
                  <a:lnTo>
                    <a:pt x="20066" y="16321"/>
                  </a:lnTo>
                  <a:lnTo>
                    <a:pt x="20108" y="16384"/>
                  </a:lnTo>
                  <a:lnTo>
                    <a:pt x="20150" y="16447"/>
                  </a:lnTo>
                  <a:lnTo>
                    <a:pt x="20192" y="16489"/>
                  </a:lnTo>
                  <a:lnTo>
                    <a:pt x="20318" y="16405"/>
                  </a:lnTo>
                  <a:lnTo>
                    <a:pt x="20422" y="16238"/>
                  </a:lnTo>
                  <a:lnTo>
                    <a:pt x="20485" y="16133"/>
                  </a:lnTo>
                  <a:lnTo>
                    <a:pt x="20422" y="16091"/>
                  </a:lnTo>
                  <a:lnTo>
                    <a:pt x="20401" y="15986"/>
                  </a:lnTo>
                  <a:lnTo>
                    <a:pt x="20464" y="15924"/>
                  </a:lnTo>
                  <a:lnTo>
                    <a:pt x="20464" y="15882"/>
                  </a:lnTo>
                  <a:lnTo>
                    <a:pt x="20359" y="15861"/>
                  </a:lnTo>
                  <a:lnTo>
                    <a:pt x="20276" y="15903"/>
                  </a:lnTo>
                  <a:lnTo>
                    <a:pt x="20255" y="15966"/>
                  </a:lnTo>
                  <a:lnTo>
                    <a:pt x="20108" y="15882"/>
                  </a:lnTo>
                  <a:lnTo>
                    <a:pt x="20046" y="15777"/>
                  </a:lnTo>
                  <a:lnTo>
                    <a:pt x="19899" y="15756"/>
                  </a:lnTo>
                  <a:lnTo>
                    <a:pt x="19857" y="15777"/>
                  </a:lnTo>
                  <a:lnTo>
                    <a:pt x="19794" y="15714"/>
                  </a:lnTo>
                  <a:lnTo>
                    <a:pt x="19794" y="15673"/>
                  </a:lnTo>
                  <a:lnTo>
                    <a:pt x="19857" y="15673"/>
                  </a:lnTo>
                  <a:lnTo>
                    <a:pt x="19899" y="15589"/>
                  </a:lnTo>
                  <a:lnTo>
                    <a:pt x="19941" y="15401"/>
                  </a:lnTo>
                  <a:lnTo>
                    <a:pt x="19962" y="15380"/>
                  </a:lnTo>
                  <a:lnTo>
                    <a:pt x="19962" y="15296"/>
                  </a:lnTo>
                  <a:lnTo>
                    <a:pt x="19836" y="15254"/>
                  </a:lnTo>
                  <a:lnTo>
                    <a:pt x="19774" y="15254"/>
                  </a:lnTo>
                  <a:lnTo>
                    <a:pt x="19669" y="15359"/>
                  </a:lnTo>
                  <a:lnTo>
                    <a:pt x="19564" y="15380"/>
                  </a:lnTo>
                  <a:lnTo>
                    <a:pt x="19460" y="15359"/>
                  </a:lnTo>
                  <a:lnTo>
                    <a:pt x="19439" y="15296"/>
                  </a:lnTo>
                  <a:lnTo>
                    <a:pt x="19418" y="15191"/>
                  </a:lnTo>
                  <a:lnTo>
                    <a:pt x="19376" y="15149"/>
                  </a:lnTo>
                  <a:lnTo>
                    <a:pt x="19376" y="15066"/>
                  </a:lnTo>
                  <a:lnTo>
                    <a:pt x="19460" y="15129"/>
                  </a:lnTo>
                  <a:lnTo>
                    <a:pt x="19481" y="15170"/>
                  </a:lnTo>
                  <a:lnTo>
                    <a:pt x="19460" y="15233"/>
                  </a:lnTo>
                  <a:lnTo>
                    <a:pt x="19481" y="15296"/>
                  </a:lnTo>
                  <a:lnTo>
                    <a:pt x="19564" y="15359"/>
                  </a:lnTo>
                  <a:lnTo>
                    <a:pt x="19648" y="15359"/>
                  </a:lnTo>
                  <a:lnTo>
                    <a:pt x="19753" y="15254"/>
                  </a:lnTo>
                  <a:lnTo>
                    <a:pt x="19836" y="15233"/>
                  </a:lnTo>
                  <a:lnTo>
                    <a:pt x="19941" y="15233"/>
                  </a:lnTo>
                  <a:lnTo>
                    <a:pt x="19983" y="15275"/>
                  </a:lnTo>
                  <a:lnTo>
                    <a:pt x="20046" y="15275"/>
                  </a:lnTo>
                  <a:lnTo>
                    <a:pt x="20066" y="15233"/>
                  </a:lnTo>
                  <a:lnTo>
                    <a:pt x="20046" y="15170"/>
                  </a:lnTo>
                  <a:lnTo>
                    <a:pt x="19836" y="14961"/>
                  </a:lnTo>
                  <a:lnTo>
                    <a:pt x="19669" y="14836"/>
                  </a:lnTo>
                  <a:lnTo>
                    <a:pt x="19522" y="14836"/>
                  </a:lnTo>
                  <a:lnTo>
                    <a:pt x="19355" y="14752"/>
                  </a:lnTo>
                  <a:lnTo>
                    <a:pt x="19271" y="14647"/>
                  </a:lnTo>
                  <a:lnTo>
                    <a:pt x="19271" y="14564"/>
                  </a:lnTo>
                  <a:lnTo>
                    <a:pt x="19271" y="14522"/>
                  </a:lnTo>
                  <a:lnTo>
                    <a:pt x="19334" y="14564"/>
                  </a:lnTo>
                  <a:lnTo>
                    <a:pt x="19376" y="14668"/>
                  </a:lnTo>
                  <a:lnTo>
                    <a:pt x="19460" y="14731"/>
                  </a:lnTo>
                  <a:lnTo>
                    <a:pt x="19585" y="14731"/>
                  </a:lnTo>
                  <a:lnTo>
                    <a:pt x="19627" y="14668"/>
                  </a:lnTo>
                  <a:lnTo>
                    <a:pt x="19627" y="14626"/>
                  </a:lnTo>
                  <a:lnTo>
                    <a:pt x="19522" y="14522"/>
                  </a:lnTo>
                  <a:lnTo>
                    <a:pt x="19481" y="14459"/>
                  </a:lnTo>
                  <a:lnTo>
                    <a:pt x="19481" y="14438"/>
                  </a:lnTo>
                  <a:lnTo>
                    <a:pt x="19522" y="14438"/>
                  </a:lnTo>
                  <a:lnTo>
                    <a:pt x="19564" y="14459"/>
                  </a:lnTo>
                  <a:lnTo>
                    <a:pt x="19690" y="14626"/>
                  </a:lnTo>
                  <a:lnTo>
                    <a:pt x="19753" y="14731"/>
                  </a:lnTo>
                  <a:lnTo>
                    <a:pt x="19753" y="14773"/>
                  </a:lnTo>
                  <a:lnTo>
                    <a:pt x="19857" y="14857"/>
                  </a:lnTo>
                  <a:lnTo>
                    <a:pt x="19962" y="14940"/>
                  </a:lnTo>
                  <a:lnTo>
                    <a:pt x="20087" y="15087"/>
                  </a:lnTo>
                  <a:lnTo>
                    <a:pt x="20171" y="15129"/>
                  </a:lnTo>
                  <a:lnTo>
                    <a:pt x="20213" y="15087"/>
                  </a:lnTo>
                  <a:lnTo>
                    <a:pt x="20276" y="15129"/>
                  </a:lnTo>
                  <a:lnTo>
                    <a:pt x="20297" y="15170"/>
                  </a:lnTo>
                  <a:lnTo>
                    <a:pt x="20213" y="15233"/>
                  </a:lnTo>
                  <a:lnTo>
                    <a:pt x="20276" y="15296"/>
                  </a:lnTo>
                  <a:lnTo>
                    <a:pt x="20318" y="15359"/>
                  </a:lnTo>
                  <a:lnTo>
                    <a:pt x="20380" y="15359"/>
                  </a:lnTo>
                  <a:lnTo>
                    <a:pt x="20422" y="15275"/>
                  </a:lnTo>
                  <a:lnTo>
                    <a:pt x="20485" y="15087"/>
                  </a:lnTo>
                  <a:lnTo>
                    <a:pt x="20506" y="15045"/>
                  </a:lnTo>
                  <a:lnTo>
                    <a:pt x="20527" y="14982"/>
                  </a:lnTo>
                  <a:lnTo>
                    <a:pt x="20506" y="14877"/>
                  </a:lnTo>
                  <a:lnTo>
                    <a:pt x="20506" y="14836"/>
                  </a:lnTo>
                  <a:lnTo>
                    <a:pt x="20506" y="14710"/>
                  </a:lnTo>
                  <a:lnTo>
                    <a:pt x="20464" y="14626"/>
                  </a:lnTo>
                  <a:lnTo>
                    <a:pt x="20464" y="14564"/>
                  </a:lnTo>
                  <a:lnTo>
                    <a:pt x="20464" y="14543"/>
                  </a:lnTo>
                  <a:lnTo>
                    <a:pt x="20506" y="14564"/>
                  </a:lnTo>
                  <a:lnTo>
                    <a:pt x="20590" y="14605"/>
                  </a:lnTo>
                  <a:lnTo>
                    <a:pt x="20610" y="14605"/>
                  </a:lnTo>
                  <a:lnTo>
                    <a:pt x="20590" y="14543"/>
                  </a:lnTo>
                  <a:lnTo>
                    <a:pt x="20506" y="14459"/>
                  </a:lnTo>
                  <a:lnTo>
                    <a:pt x="20464" y="14354"/>
                  </a:lnTo>
                  <a:lnTo>
                    <a:pt x="20401" y="14313"/>
                  </a:lnTo>
                  <a:lnTo>
                    <a:pt x="20318" y="14292"/>
                  </a:lnTo>
                  <a:lnTo>
                    <a:pt x="19962" y="14292"/>
                  </a:lnTo>
                  <a:lnTo>
                    <a:pt x="19920" y="14208"/>
                  </a:lnTo>
                  <a:lnTo>
                    <a:pt x="19836" y="14145"/>
                  </a:lnTo>
                  <a:lnTo>
                    <a:pt x="19648" y="14145"/>
                  </a:lnTo>
                  <a:lnTo>
                    <a:pt x="19564" y="14187"/>
                  </a:lnTo>
                  <a:lnTo>
                    <a:pt x="19502" y="14187"/>
                  </a:lnTo>
                  <a:lnTo>
                    <a:pt x="19460" y="14124"/>
                  </a:lnTo>
                  <a:lnTo>
                    <a:pt x="19439" y="14103"/>
                  </a:lnTo>
                  <a:lnTo>
                    <a:pt x="19460" y="14041"/>
                  </a:lnTo>
                  <a:lnTo>
                    <a:pt x="19502" y="14103"/>
                  </a:lnTo>
                  <a:lnTo>
                    <a:pt x="19543" y="14124"/>
                  </a:lnTo>
                  <a:lnTo>
                    <a:pt x="19669" y="14103"/>
                  </a:lnTo>
                  <a:lnTo>
                    <a:pt x="19836" y="14082"/>
                  </a:lnTo>
                  <a:lnTo>
                    <a:pt x="19878" y="14124"/>
                  </a:lnTo>
                  <a:lnTo>
                    <a:pt x="19941" y="14103"/>
                  </a:lnTo>
                  <a:lnTo>
                    <a:pt x="20025" y="14082"/>
                  </a:lnTo>
                  <a:lnTo>
                    <a:pt x="20087" y="14103"/>
                  </a:lnTo>
                  <a:lnTo>
                    <a:pt x="20150" y="14124"/>
                  </a:lnTo>
                  <a:lnTo>
                    <a:pt x="20192" y="14103"/>
                  </a:lnTo>
                  <a:lnTo>
                    <a:pt x="20234" y="14082"/>
                  </a:lnTo>
                  <a:lnTo>
                    <a:pt x="20234" y="14020"/>
                  </a:lnTo>
                  <a:lnTo>
                    <a:pt x="20234" y="13915"/>
                  </a:lnTo>
                  <a:lnTo>
                    <a:pt x="20234" y="13873"/>
                  </a:lnTo>
                  <a:lnTo>
                    <a:pt x="20171" y="13831"/>
                  </a:lnTo>
                  <a:lnTo>
                    <a:pt x="20129" y="13873"/>
                  </a:lnTo>
                  <a:lnTo>
                    <a:pt x="20066" y="13894"/>
                  </a:lnTo>
                  <a:lnTo>
                    <a:pt x="19983" y="13873"/>
                  </a:lnTo>
                  <a:lnTo>
                    <a:pt x="19857" y="13873"/>
                  </a:lnTo>
                  <a:lnTo>
                    <a:pt x="19815" y="13810"/>
                  </a:lnTo>
                  <a:lnTo>
                    <a:pt x="19711" y="13706"/>
                  </a:lnTo>
                  <a:lnTo>
                    <a:pt x="19606" y="13727"/>
                  </a:lnTo>
                  <a:lnTo>
                    <a:pt x="19564" y="13789"/>
                  </a:lnTo>
                  <a:lnTo>
                    <a:pt x="19543" y="13789"/>
                  </a:lnTo>
                  <a:lnTo>
                    <a:pt x="19543" y="13685"/>
                  </a:lnTo>
                  <a:lnTo>
                    <a:pt x="19543" y="13601"/>
                  </a:lnTo>
                  <a:lnTo>
                    <a:pt x="19522" y="13538"/>
                  </a:lnTo>
                  <a:lnTo>
                    <a:pt x="19313" y="13538"/>
                  </a:lnTo>
                  <a:lnTo>
                    <a:pt x="19229" y="13497"/>
                  </a:lnTo>
                  <a:lnTo>
                    <a:pt x="19250" y="13455"/>
                  </a:lnTo>
                  <a:lnTo>
                    <a:pt x="19313" y="13455"/>
                  </a:lnTo>
                  <a:lnTo>
                    <a:pt x="19418" y="13476"/>
                  </a:lnTo>
                  <a:lnTo>
                    <a:pt x="19460" y="13455"/>
                  </a:lnTo>
                  <a:lnTo>
                    <a:pt x="19460" y="13392"/>
                  </a:lnTo>
                  <a:lnTo>
                    <a:pt x="19439" y="13371"/>
                  </a:lnTo>
                  <a:lnTo>
                    <a:pt x="19481" y="13308"/>
                  </a:lnTo>
                  <a:lnTo>
                    <a:pt x="19460" y="13266"/>
                  </a:lnTo>
                  <a:lnTo>
                    <a:pt x="19439" y="13204"/>
                  </a:lnTo>
                  <a:lnTo>
                    <a:pt x="19481" y="13162"/>
                  </a:lnTo>
                  <a:lnTo>
                    <a:pt x="19460" y="13078"/>
                  </a:lnTo>
                  <a:lnTo>
                    <a:pt x="19460" y="12994"/>
                  </a:lnTo>
                  <a:lnTo>
                    <a:pt x="19522" y="12973"/>
                  </a:lnTo>
                  <a:lnTo>
                    <a:pt x="19543" y="12994"/>
                  </a:lnTo>
                  <a:lnTo>
                    <a:pt x="19543" y="13078"/>
                  </a:lnTo>
                  <a:lnTo>
                    <a:pt x="19585" y="13141"/>
                  </a:lnTo>
                  <a:lnTo>
                    <a:pt x="19648" y="13162"/>
                  </a:lnTo>
                  <a:lnTo>
                    <a:pt x="19732" y="13078"/>
                  </a:lnTo>
                  <a:lnTo>
                    <a:pt x="19857" y="12953"/>
                  </a:lnTo>
                  <a:lnTo>
                    <a:pt x="19941" y="12932"/>
                  </a:lnTo>
                  <a:lnTo>
                    <a:pt x="19941" y="12890"/>
                  </a:lnTo>
                  <a:lnTo>
                    <a:pt x="19899" y="12869"/>
                  </a:lnTo>
                  <a:lnTo>
                    <a:pt x="19794" y="12848"/>
                  </a:lnTo>
                  <a:lnTo>
                    <a:pt x="19732" y="12848"/>
                  </a:lnTo>
                  <a:lnTo>
                    <a:pt x="19690" y="12827"/>
                  </a:lnTo>
                  <a:lnTo>
                    <a:pt x="19774" y="12785"/>
                  </a:lnTo>
                  <a:lnTo>
                    <a:pt x="19878" y="12785"/>
                  </a:lnTo>
                  <a:lnTo>
                    <a:pt x="19941" y="12827"/>
                  </a:lnTo>
                  <a:lnTo>
                    <a:pt x="19983" y="12827"/>
                  </a:lnTo>
                  <a:lnTo>
                    <a:pt x="19983" y="12764"/>
                  </a:lnTo>
                  <a:lnTo>
                    <a:pt x="19962" y="12743"/>
                  </a:lnTo>
                  <a:lnTo>
                    <a:pt x="20046" y="12722"/>
                  </a:lnTo>
                  <a:lnTo>
                    <a:pt x="20150" y="12722"/>
                  </a:lnTo>
                  <a:lnTo>
                    <a:pt x="20213" y="12785"/>
                  </a:lnTo>
                  <a:lnTo>
                    <a:pt x="20276" y="12827"/>
                  </a:lnTo>
                  <a:lnTo>
                    <a:pt x="20318" y="12785"/>
                  </a:lnTo>
                  <a:lnTo>
                    <a:pt x="20380" y="12827"/>
                  </a:lnTo>
                  <a:lnTo>
                    <a:pt x="20422" y="12890"/>
                  </a:lnTo>
                  <a:lnTo>
                    <a:pt x="20401" y="12973"/>
                  </a:lnTo>
                  <a:lnTo>
                    <a:pt x="20422" y="13036"/>
                  </a:lnTo>
                  <a:lnTo>
                    <a:pt x="20506" y="13057"/>
                  </a:lnTo>
                  <a:lnTo>
                    <a:pt x="20527" y="13036"/>
                  </a:lnTo>
                  <a:lnTo>
                    <a:pt x="20590" y="13057"/>
                  </a:lnTo>
                  <a:lnTo>
                    <a:pt x="20631" y="13141"/>
                  </a:lnTo>
                  <a:lnTo>
                    <a:pt x="20778" y="13183"/>
                  </a:lnTo>
                  <a:lnTo>
                    <a:pt x="20820" y="13266"/>
                  </a:lnTo>
                  <a:lnTo>
                    <a:pt x="20841" y="13287"/>
                  </a:lnTo>
                  <a:lnTo>
                    <a:pt x="20882" y="13245"/>
                  </a:lnTo>
                  <a:lnTo>
                    <a:pt x="20903" y="13141"/>
                  </a:lnTo>
                  <a:lnTo>
                    <a:pt x="20945" y="13057"/>
                  </a:lnTo>
                  <a:lnTo>
                    <a:pt x="21008" y="12890"/>
                  </a:lnTo>
                  <a:lnTo>
                    <a:pt x="21008" y="12848"/>
                  </a:lnTo>
                  <a:lnTo>
                    <a:pt x="21029" y="12722"/>
                  </a:lnTo>
                  <a:lnTo>
                    <a:pt x="21050" y="12555"/>
                  </a:lnTo>
                  <a:lnTo>
                    <a:pt x="21092" y="12513"/>
                  </a:lnTo>
                  <a:lnTo>
                    <a:pt x="21092" y="12429"/>
                  </a:lnTo>
                  <a:lnTo>
                    <a:pt x="21050" y="12346"/>
                  </a:lnTo>
                  <a:lnTo>
                    <a:pt x="20987" y="12304"/>
                  </a:lnTo>
                  <a:lnTo>
                    <a:pt x="20924" y="12241"/>
                  </a:lnTo>
                  <a:lnTo>
                    <a:pt x="20882" y="12241"/>
                  </a:lnTo>
                  <a:lnTo>
                    <a:pt x="20841" y="12199"/>
                  </a:lnTo>
                  <a:lnTo>
                    <a:pt x="20841" y="12136"/>
                  </a:lnTo>
                  <a:lnTo>
                    <a:pt x="20757" y="12136"/>
                  </a:lnTo>
                  <a:lnTo>
                    <a:pt x="20694" y="12220"/>
                  </a:lnTo>
                  <a:lnTo>
                    <a:pt x="20590" y="12325"/>
                  </a:lnTo>
                  <a:lnTo>
                    <a:pt x="20506" y="12346"/>
                  </a:lnTo>
                  <a:lnTo>
                    <a:pt x="20464" y="12304"/>
                  </a:lnTo>
                  <a:lnTo>
                    <a:pt x="20485" y="12241"/>
                  </a:lnTo>
                  <a:lnTo>
                    <a:pt x="20485" y="12157"/>
                  </a:lnTo>
                  <a:lnTo>
                    <a:pt x="20485" y="12136"/>
                  </a:lnTo>
                  <a:lnTo>
                    <a:pt x="20380" y="12116"/>
                  </a:lnTo>
                  <a:lnTo>
                    <a:pt x="20297" y="12116"/>
                  </a:lnTo>
                  <a:lnTo>
                    <a:pt x="20276" y="12053"/>
                  </a:lnTo>
                  <a:lnTo>
                    <a:pt x="20338" y="12032"/>
                  </a:lnTo>
                  <a:lnTo>
                    <a:pt x="20338" y="12011"/>
                  </a:lnTo>
                  <a:lnTo>
                    <a:pt x="20255" y="11948"/>
                  </a:lnTo>
                  <a:lnTo>
                    <a:pt x="20213" y="11906"/>
                  </a:lnTo>
                  <a:lnTo>
                    <a:pt x="20255" y="11885"/>
                  </a:lnTo>
                  <a:lnTo>
                    <a:pt x="20276" y="11906"/>
                  </a:lnTo>
                  <a:lnTo>
                    <a:pt x="20359" y="11927"/>
                  </a:lnTo>
                  <a:lnTo>
                    <a:pt x="20359" y="11885"/>
                  </a:lnTo>
                  <a:lnTo>
                    <a:pt x="20297" y="11802"/>
                  </a:lnTo>
                  <a:lnTo>
                    <a:pt x="20276" y="11718"/>
                  </a:lnTo>
                  <a:lnTo>
                    <a:pt x="20297" y="11676"/>
                  </a:lnTo>
                  <a:lnTo>
                    <a:pt x="20359" y="11634"/>
                  </a:lnTo>
                  <a:lnTo>
                    <a:pt x="20380" y="11676"/>
                  </a:lnTo>
                  <a:lnTo>
                    <a:pt x="20443" y="11697"/>
                  </a:lnTo>
                  <a:lnTo>
                    <a:pt x="20464" y="11739"/>
                  </a:lnTo>
                  <a:lnTo>
                    <a:pt x="20590" y="11885"/>
                  </a:lnTo>
                  <a:lnTo>
                    <a:pt x="20673" y="11927"/>
                  </a:lnTo>
                  <a:lnTo>
                    <a:pt x="20757" y="11906"/>
                  </a:lnTo>
                  <a:lnTo>
                    <a:pt x="20799" y="11844"/>
                  </a:lnTo>
                  <a:lnTo>
                    <a:pt x="20757" y="11718"/>
                  </a:lnTo>
                  <a:lnTo>
                    <a:pt x="20652" y="11613"/>
                  </a:lnTo>
                  <a:lnTo>
                    <a:pt x="20569" y="11572"/>
                  </a:lnTo>
                  <a:lnTo>
                    <a:pt x="20464" y="11530"/>
                  </a:lnTo>
                  <a:lnTo>
                    <a:pt x="20443" y="11404"/>
                  </a:lnTo>
                  <a:lnTo>
                    <a:pt x="20380" y="11320"/>
                  </a:lnTo>
                  <a:lnTo>
                    <a:pt x="20338" y="11258"/>
                  </a:lnTo>
                  <a:lnTo>
                    <a:pt x="20255" y="11216"/>
                  </a:lnTo>
                  <a:lnTo>
                    <a:pt x="20171" y="11174"/>
                  </a:lnTo>
                  <a:lnTo>
                    <a:pt x="20171" y="11111"/>
                  </a:lnTo>
                  <a:lnTo>
                    <a:pt x="20234" y="11069"/>
                  </a:lnTo>
                  <a:lnTo>
                    <a:pt x="20234" y="11007"/>
                  </a:lnTo>
                  <a:lnTo>
                    <a:pt x="20192" y="10986"/>
                  </a:lnTo>
                  <a:lnTo>
                    <a:pt x="20192" y="10944"/>
                  </a:lnTo>
                  <a:lnTo>
                    <a:pt x="20255" y="10881"/>
                  </a:lnTo>
                  <a:lnTo>
                    <a:pt x="20297" y="10881"/>
                  </a:lnTo>
                  <a:lnTo>
                    <a:pt x="20359" y="10860"/>
                  </a:lnTo>
                  <a:lnTo>
                    <a:pt x="20443" y="10881"/>
                  </a:lnTo>
                  <a:lnTo>
                    <a:pt x="20485" y="10944"/>
                  </a:lnTo>
                  <a:lnTo>
                    <a:pt x="20401" y="10986"/>
                  </a:lnTo>
                  <a:lnTo>
                    <a:pt x="20464" y="10986"/>
                  </a:lnTo>
                  <a:lnTo>
                    <a:pt x="20548" y="11048"/>
                  </a:lnTo>
                  <a:lnTo>
                    <a:pt x="20548" y="11090"/>
                  </a:lnTo>
                  <a:lnTo>
                    <a:pt x="20569" y="11174"/>
                  </a:lnTo>
                  <a:lnTo>
                    <a:pt x="20652" y="11195"/>
                  </a:lnTo>
                  <a:lnTo>
                    <a:pt x="20757" y="11111"/>
                  </a:lnTo>
                  <a:lnTo>
                    <a:pt x="20799" y="10986"/>
                  </a:lnTo>
                  <a:lnTo>
                    <a:pt x="20820" y="10860"/>
                  </a:lnTo>
                  <a:lnTo>
                    <a:pt x="20882" y="10776"/>
                  </a:lnTo>
                  <a:lnTo>
                    <a:pt x="20903" y="10735"/>
                  </a:lnTo>
                  <a:lnTo>
                    <a:pt x="20882" y="10588"/>
                  </a:lnTo>
                  <a:lnTo>
                    <a:pt x="20966" y="10525"/>
                  </a:lnTo>
                  <a:lnTo>
                    <a:pt x="21029" y="10463"/>
                  </a:lnTo>
                  <a:lnTo>
                    <a:pt x="21071" y="10316"/>
                  </a:lnTo>
                  <a:lnTo>
                    <a:pt x="21029" y="10212"/>
                  </a:lnTo>
                  <a:lnTo>
                    <a:pt x="20987" y="10128"/>
                  </a:lnTo>
                  <a:lnTo>
                    <a:pt x="21029" y="9919"/>
                  </a:lnTo>
                  <a:lnTo>
                    <a:pt x="21092" y="9751"/>
                  </a:lnTo>
                  <a:lnTo>
                    <a:pt x="21092" y="9605"/>
                  </a:lnTo>
                  <a:lnTo>
                    <a:pt x="21175" y="9521"/>
                  </a:lnTo>
                  <a:lnTo>
                    <a:pt x="21175" y="9437"/>
                  </a:lnTo>
                  <a:lnTo>
                    <a:pt x="21196" y="9312"/>
                  </a:lnTo>
                  <a:lnTo>
                    <a:pt x="21196" y="9165"/>
                  </a:lnTo>
                  <a:lnTo>
                    <a:pt x="21280" y="9082"/>
                  </a:lnTo>
                  <a:lnTo>
                    <a:pt x="21343" y="8956"/>
                  </a:lnTo>
                  <a:lnTo>
                    <a:pt x="21531" y="8684"/>
                  </a:lnTo>
                  <a:lnTo>
                    <a:pt x="21615" y="8538"/>
                  </a:lnTo>
                  <a:lnTo>
                    <a:pt x="21761" y="8391"/>
                  </a:lnTo>
                  <a:lnTo>
                    <a:pt x="21824" y="8287"/>
                  </a:lnTo>
                  <a:lnTo>
                    <a:pt x="21908" y="8224"/>
                  </a:lnTo>
                  <a:lnTo>
                    <a:pt x="21950" y="8077"/>
                  </a:lnTo>
                  <a:lnTo>
                    <a:pt x="22075" y="7973"/>
                  </a:lnTo>
                  <a:lnTo>
                    <a:pt x="22117" y="7952"/>
                  </a:lnTo>
                  <a:lnTo>
                    <a:pt x="22075" y="7910"/>
                  </a:lnTo>
                  <a:lnTo>
                    <a:pt x="22012" y="7847"/>
                  </a:lnTo>
                  <a:lnTo>
                    <a:pt x="21908" y="7826"/>
                  </a:lnTo>
                  <a:lnTo>
                    <a:pt x="21845" y="7763"/>
                  </a:lnTo>
                  <a:lnTo>
                    <a:pt x="21803" y="7722"/>
                  </a:lnTo>
                  <a:lnTo>
                    <a:pt x="21719" y="7743"/>
                  </a:lnTo>
                  <a:lnTo>
                    <a:pt x="21552" y="7805"/>
                  </a:lnTo>
                  <a:lnTo>
                    <a:pt x="21406" y="7847"/>
                  </a:lnTo>
                  <a:lnTo>
                    <a:pt x="21280" y="7910"/>
                  </a:lnTo>
                  <a:lnTo>
                    <a:pt x="21196" y="8015"/>
                  </a:lnTo>
                  <a:lnTo>
                    <a:pt x="21092" y="8056"/>
                  </a:lnTo>
                  <a:lnTo>
                    <a:pt x="21071" y="8119"/>
                  </a:lnTo>
                  <a:lnTo>
                    <a:pt x="21008" y="8140"/>
                  </a:lnTo>
                  <a:lnTo>
                    <a:pt x="20903" y="8077"/>
                  </a:lnTo>
                  <a:lnTo>
                    <a:pt x="20862" y="8035"/>
                  </a:lnTo>
                  <a:lnTo>
                    <a:pt x="20862" y="7973"/>
                  </a:lnTo>
                  <a:lnTo>
                    <a:pt x="20924" y="7973"/>
                  </a:lnTo>
                  <a:lnTo>
                    <a:pt x="20987" y="7952"/>
                  </a:lnTo>
                  <a:lnTo>
                    <a:pt x="20987" y="7847"/>
                  </a:lnTo>
                  <a:lnTo>
                    <a:pt x="20966" y="7805"/>
                  </a:lnTo>
                  <a:lnTo>
                    <a:pt x="20882" y="7805"/>
                  </a:lnTo>
                  <a:lnTo>
                    <a:pt x="20820" y="7763"/>
                  </a:lnTo>
                  <a:lnTo>
                    <a:pt x="20903" y="7743"/>
                  </a:lnTo>
                  <a:lnTo>
                    <a:pt x="20966" y="7701"/>
                  </a:lnTo>
                  <a:lnTo>
                    <a:pt x="21071" y="7617"/>
                  </a:lnTo>
                  <a:lnTo>
                    <a:pt x="21134" y="7491"/>
                  </a:lnTo>
                  <a:lnTo>
                    <a:pt x="21238" y="7408"/>
                  </a:lnTo>
                  <a:lnTo>
                    <a:pt x="21322" y="7408"/>
                  </a:lnTo>
                  <a:lnTo>
                    <a:pt x="21447" y="7429"/>
                  </a:lnTo>
                  <a:lnTo>
                    <a:pt x="21698" y="7617"/>
                  </a:lnTo>
                  <a:lnTo>
                    <a:pt x="21761" y="7659"/>
                  </a:lnTo>
                  <a:lnTo>
                    <a:pt x="21970" y="7659"/>
                  </a:lnTo>
                  <a:lnTo>
                    <a:pt x="22075" y="7638"/>
                  </a:lnTo>
                  <a:lnTo>
                    <a:pt x="22180" y="7659"/>
                  </a:lnTo>
                  <a:lnTo>
                    <a:pt x="22389" y="7617"/>
                  </a:lnTo>
                  <a:lnTo>
                    <a:pt x="22494" y="7554"/>
                  </a:lnTo>
                  <a:lnTo>
                    <a:pt x="22494" y="7491"/>
                  </a:lnTo>
                  <a:lnTo>
                    <a:pt x="22473" y="7429"/>
                  </a:lnTo>
                  <a:lnTo>
                    <a:pt x="22515" y="7429"/>
                  </a:lnTo>
                  <a:lnTo>
                    <a:pt x="22598" y="7408"/>
                  </a:lnTo>
                  <a:lnTo>
                    <a:pt x="22682" y="7324"/>
                  </a:lnTo>
                  <a:lnTo>
                    <a:pt x="22682" y="7240"/>
                  </a:lnTo>
                  <a:lnTo>
                    <a:pt x="22640" y="7178"/>
                  </a:lnTo>
                  <a:lnTo>
                    <a:pt x="22535" y="7136"/>
                  </a:lnTo>
                  <a:lnTo>
                    <a:pt x="22473" y="7094"/>
                  </a:lnTo>
                  <a:lnTo>
                    <a:pt x="22431" y="7073"/>
                  </a:lnTo>
                  <a:lnTo>
                    <a:pt x="22347" y="7073"/>
                  </a:lnTo>
                  <a:lnTo>
                    <a:pt x="22263" y="7136"/>
                  </a:lnTo>
                  <a:lnTo>
                    <a:pt x="22222" y="7136"/>
                  </a:lnTo>
                  <a:lnTo>
                    <a:pt x="22138" y="7073"/>
                  </a:lnTo>
                  <a:lnTo>
                    <a:pt x="21908" y="7073"/>
                  </a:lnTo>
                  <a:lnTo>
                    <a:pt x="21761" y="7031"/>
                  </a:lnTo>
                  <a:lnTo>
                    <a:pt x="21657" y="6989"/>
                  </a:lnTo>
                  <a:lnTo>
                    <a:pt x="21594" y="6989"/>
                  </a:lnTo>
                  <a:lnTo>
                    <a:pt x="21510" y="7010"/>
                  </a:lnTo>
                  <a:lnTo>
                    <a:pt x="21196" y="7010"/>
                  </a:lnTo>
                  <a:lnTo>
                    <a:pt x="21092" y="6968"/>
                  </a:lnTo>
                  <a:lnTo>
                    <a:pt x="21196" y="6968"/>
                  </a:lnTo>
                  <a:lnTo>
                    <a:pt x="21301" y="6989"/>
                  </a:lnTo>
                  <a:lnTo>
                    <a:pt x="21406" y="6927"/>
                  </a:lnTo>
                  <a:lnTo>
                    <a:pt x="21531" y="6906"/>
                  </a:lnTo>
                  <a:lnTo>
                    <a:pt x="21636" y="6927"/>
                  </a:lnTo>
                  <a:lnTo>
                    <a:pt x="21740" y="6968"/>
                  </a:lnTo>
                  <a:lnTo>
                    <a:pt x="21782" y="6927"/>
                  </a:lnTo>
                  <a:lnTo>
                    <a:pt x="21845" y="6885"/>
                  </a:lnTo>
                  <a:lnTo>
                    <a:pt x="21950" y="6885"/>
                  </a:lnTo>
                  <a:lnTo>
                    <a:pt x="21991" y="6822"/>
                  </a:lnTo>
                  <a:lnTo>
                    <a:pt x="22054" y="6801"/>
                  </a:lnTo>
                  <a:lnTo>
                    <a:pt x="22138" y="6822"/>
                  </a:lnTo>
                  <a:lnTo>
                    <a:pt x="22180" y="6822"/>
                  </a:lnTo>
                  <a:lnTo>
                    <a:pt x="22201" y="6780"/>
                  </a:lnTo>
                  <a:lnTo>
                    <a:pt x="22242" y="6759"/>
                  </a:lnTo>
                  <a:lnTo>
                    <a:pt x="22284" y="6759"/>
                  </a:lnTo>
                  <a:lnTo>
                    <a:pt x="22305" y="6780"/>
                  </a:lnTo>
                  <a:lnTo>
                    <a:pt x="22368" y="6801"/>
                  </a:lnTo>
                  <a:lnTo>
                    <a:pt x="22410" y="6822"/>
                  </a:lnTo>
                  <a:lnTo>
                    <a:pt x="22515" y="6822"/>
                  </a:lnTo>
                  <a:lnTo>
                    <a:pt x="22619" y="6864"/>
                  </a:lnTo>
                  <a:lnTo>
                    <a:pt x="22703" y="6906"/>
                  </a:lnTo>
                  <a:lnTo>
                    <a:pt x="22891" y="6906"/>
                  </a:lnTo>
                  <a:lnTo>
                    <a:pt x="22996" y="6822"/>
                  </a:lnTo>
                  <a:lnTo>
                    <a:pt x="23184" y="6759"/>
                  </a:lnTo>
                  <a:lnTo>
                    <a:pt x="23331" y="6759"/>
                  </a:lnTo>
                  <a:lnTo>
                    <a:pt x="23351" y="6675"/>
                  </a:lnTo>
                  <a:lnTo>
                    <a:pt x="23351" y="6592"/>
                  </a:lnTo>
                  <a:lnTo>
                    <a:pt x="23310" y="6571"/>
                  </a:lnTo>
                  <a:lnTo>
                    <a:pt x="23247" y="6487"/>
                  </a:lnTo>
                  <a:lnTo>
                    <a:pt x="23247" y="6445"/>
                  </a:lnTo>
                  <a:lnTo>
                    <a:pt x="23226" y="6403"/>
                  </a:lnTo>
                  <a:lnTo>
                    <a:pt x="23226" y="6362"/>
                  </a:lnTo>
                  <a:lnTo>
                    <a:pt x="23289" y="6257"/>
                  </a:lnTo>
                  <a:lnTo>
                    <a:pt x="23351" y="6194"/>
                  </a:lnTo>
                  <a:lnTo>
                    <a:pt x="23414" y="6194"/>
                  </a:lnTo>
                  <a:lnTo>
                    <a:pt x="23561" y="6299"/>
                  </a:lnTo>
                  <a:lnTo>
                    <a:pt x="23644" y="6341"/>
                  </a:lnTo>
                  <a:lnTo>
                    <a:pt x="23707" y="6299"/>
                  </a:lnTo>
                  <a:lnTo>
                    <a:pt x="23749" y="6236"/>
                  </a:lnTo>
                  <a:lnTo>
                    <a:pt x="23854" y="6069"/>
                  </a:lnTo>
                  <a:lnTo>
                    <a:pt x="23958" y="5985"/>
                  </a:lnTo>
                  <a:lnTo>
                    <a:pt x="24042" y="5964"/>
                  </a:lnTo>
                  <a:lnTo>
                    <a:pt x="24063" y="5922"/>
                  </a:lnTo>
                  <a:lnTo>
                    <a:pt x="24167" y="5838"/>
                  </a:lnTo>
                  <a:lnTo>
                    <a:pt x="24272" y="5776"/>
                  </a:lnTo>
                  <a:lnTo>
                    <a:pt x="24335" y="5713"/>
                  </a:lnTo>
                  <a:lnTo>
                    <a:pt x="24335" y="5566"/>
                  </a:lnTo>
                  <a:lnTo>
                    <a:pt x="24272" y="5420"/>
                  </a:lnTo>
                  <a:lnTo>
                    <a:pt x="24188" y="5336"/>
                  </a:lnTo>
                  <a:lnTo>
                    <a:pt x="24167" y="5253"/>
                  </a:lnTo>
                  <a:lnTo>
                    <a:pt x="24021" y="5127"/>
                  </a:lnTo>
                  <a:lnTo>
                    <a:pt x="24021" y="5085"/>
                  </a:lnTo>
                  <a:lnTo>
                    <a:pt x="23958" y="5002"/>
                  </a:lnTo>
                  <a:lnTo>
                    <a:pt x="23854" y="4939"/>
                  </a:lnTo>
                  <a:lnTo>
                    <a:pt x="23812" y="4939"/>
                  </a:lnTo>
                  <a:lnTo>
                    <a:pt x="23728" y="4876"/>
                  </a:lnTo>
                  <a:lnTo>
                    <a:pt x="23623" y="4813"/>
                  </a:lnTo>
                  <a:lnTo>
                    <a:pt x="23498" y="4813"/>
                  </a:lnTo>
                  <a:lnTo>
                    <a:pt x="23331" y="4771"/>
                  </a:lnTo>
                  <a:lnTo>
                    <a:pt x="23184" y="4688"/>
                  </a:lnTo>
                  <a:lnTo>
                    <a:pt x="23038" y="4667"/>
                  </a:lnTo>
                  <a:lnTo>
                    <a:pt x="22975" y="4688"/>
                  </a:lnTo>
                  <a:lnTo>
                    <a:pt x="22828" y="4688"/>
                  </a:lnTo>
                  <a:lnTo>
                    <a:pt x="22682" y="4730"/>
                  </a:lnTo>
                  <a:lnTo>
                    <a:pt x="22619" y="4792"/>
                  </a:lnTo>
                  <a:lnTo>
                    <a:pt x="22515" y="4834"/>
                  </a:lnTo>
                  <a:lnTo>
                    <a:pt x="22410" y="4792"/>
                  </a:lnTo>
                  <a:lnTo>
                    <a:pt x="22389" y="4730"/>
                  </a:lnTo>
                  <a:lnTo>
                    <a:pt x="22347" y="4771"/>
                  </a:lnTo>
                  <a:lnTo>
                    <a:pt x="22305" y="4834"/>
                  </a:lnTo>
                  <a:lnTo>
                    <a:pt x="22347" y="4918"/>
                  </a:lnTo>
                  <a:lnTo>
                    <a:pt x="22347" y="5022"/>
                  </a:lnTo>
                  <a:lnTo>
                    <a:pt x="22284" y="5106"/>
                  </a:lnTo>
                  <a:lnTo>
                    <a:pt x="22242" y="5106"/>
                  </a:lnTo>
                  <a:lnTo>
                    <a:pt x="22242" y="5148"/>
                  </a:lnTo>
                  <a:lnTo>
                    <a:pt x="22263" y="5211"/>
                  </a:lnTo>
                  <a:lnTo>
                    <a:pt x="22242" y="5294"/>
                  </a:lnTo>
                  <a:lnTo>
                    <a:pt x="22138" y="5336"/>
                  </a:lnTo>
                  <a:lnTo>
                    <a:pt x="22033" y="5336"/>
                  </a:lnTo>
                  <a:lnTo>
                    <a:pt x="21970" y="5253"/>
                  </a:lnTo>
                  <a:lnTo>
                    <a:pt x="21970" y="5190"/>
                  </a:lnTo>
                  <a:lnTo>
                    <a:pt x="21929" y="5148"/>
                  </a:lnTo>
                  <a:lnTo>
                    <a:pt x="21866" y="5211"/>
                  </a:lnTo>
                  <a:lnTo>
                    <a:pt x="21866" y="5315"/>
                  </a:lnTo>
                  <a:lnTo>
                    <a:pt x="21887" y="5336"/>
                  </a:lnTo>
                  <a:lnTo>
                    <a:pt x="21845" y="5420"/>
                  </a:lnTo>
                  <a:lnTo>
                    <a:pt x="21824" y="5525"/>
                  </a:lnTo>
                  <a:lnTo>
                    <a:pt x="21782" y="5566"/>
                  </a:lnTo>
                  <a:lnTo>
                    <a:pt x="21782" y="5504"/>
                  </a:lnTo>
                  <a:lnTo>
                    <a:pt x="21824" y="5441"/>
                  </a:lnTo>
                  <a:lnTo>
                    <a:pt x="21782" y="5315"/>
                  </a:lnTo>
                  <a:lnTo>
                    <a:pt x="21740" y="5232"/>
                  </a:lnTo>
                  <a:lnTo>
                    <a:pt x="21761" y="5148"/>
                  </a:lnTo>
                  <a:lnTo>
                    <a:pt x="21761" y="5064"/>
                  </a:lnTo>
                  <a:lnTo>
                    <a:pt x="21719" y="5002"/>
                  </a:lnTo>
                  <a:lnTo>
                    <a:pt x="21719" y="4918"/>
                  </a:lnTo>
                  <a:lnTo>
                    <a:pt x="21657" y="4939"/>
                  </a:lnTo>
                  <a:lnTo>
                    <a:pt x="21636" y="5002"/>
                  </a:lnTo>
                  <a:lnTo>
                    <a:pt x="21552" y="5064"/>
                  </a:lnTo>
                  <a:lnTo>
                    <a:pt x="21552" y="5148"/>
                  </a:lnTo>
                  <a:lnTo>
                    <a:pt x="21531" y="5253"/>
                  </a:lnTo>
                  <a:lnTo>
                    <a:pt x="21364" y="5420"/>
                  </a:lnTo>
                  <a:lnTo>
                    <a:pt x="21301" y="5483"/>
                  </a:lnTo>
                  <a:lnTo>
                    <a:pt x="21217" y="5483"/>
                  </a:lnTo>
                  <a:lnTo>
                    <a:pt x="21154" y="5546"/>
                  </a:lnTo>
                  <a:lnTo>
                    <a:pt x="21050" y="5629"/>
                  </a:lnTo>
                  <a:lnTo>
                    <a:pt x="20945" y="5629"/>
                  </a:lnTo>
                  <a:lnTo>
                    <a:pt x="20841" y="5734"/>
                  </a:lnTo>
                  <a:lnTo>
                    <a:pt x="20694" y="5818"/>
                  </a:lnTo>
                  <a:lnTo>
                    <a:pt x="20422" y="5818"/>
                  </a:lnTo>
                  <a:lnTo>
                    <a:pt x="20422" y="5859"/>
                  </a:lnTo>
                  <a:lnTo>
                    <a:pt x="20359" y="5901"/>
                  </a:lnTo>
                  <a:lnTo>
                    <a:pt x="20255" y="5901"/>
                  </a:lnTo>
                  <a:lnTo>
                    <a:pt x="20171" y="5880"/>
                  </a:lnTo>
                  <a:lnTo>
                    <a:pt x="20087" y="5943"/>
                  </a:lnTo>
                  <a:lnTo>
                    <a:pt x="19711" y="6131"/>
                  </a:lnTo>
                  <a:lnTo>
                    <a:pt x="19522" y="6278"/>
                  </a:lnTo>
                  <a:lnTo>
                    <a:pt x="19502" y="6382"/>
                  </a:lnTo>
                  <a:lnTo>
                    <a:pt x="19439" y="6403"/>
                  </a:lnTo>
                  <a:lnTo>
                    <a:pt x="19229" y="6571"/>
                  </a:lnTo>
                  <a:lnTo>
                    <a:pt x="19125" y="6675"/>
                  </a:lnTo>
                  <a:lnTo>
                    <a:pt x="19104" y="6613"/>
                  </a:lnTo>
                  <a:lnTo>
                    <a:pt x="19083" y="6613"/>
                  </a:lnTo>
                  <a:lnTo>
                    <a:pt x="18978" y="6696"/>
                  </a:lnTo>
                  <a:lnTo>
                    <a:pt x="18895" y="6822"/>
                  </a:lnTo>
                  <a:lnTo>
                    <a:pt x="18790" y="6968"/>
                  </a:lnTo>
                  <a:lnTo>
                    <a:pt x="18769" y="7031"/>
                  </a:lnTo>
                  <a:lnTo>
                    <a:pt x="18727" y="7094"/>
                  </a:lnTo>
                  <a:lnTo>
                    <a:pt x="18706" y="7031"/>
                  </a:lnTo>
                  <a:lnTo>
                    <a:pt x="18748" y="6906"/>
                  </a:lnTo>
                  <a:lnTo>
                    <a:pt x="18748" y="6801"/>
                  </a:lnTo>
                  <a:lnTo>
                    <a:pt x="18748" y="6696"/>
                  </a:lnTo>
                  <a:lnTo>
                    <a:pt x="18853" y="6696"/>
                  </a:lnTo>
                  <a:lnTo>
                    <a:pt x="18895" y="6654"/>
                  </a:lnTo>
                  <a:lnTo>
                    <a:pt x="19020" y="6550"/>
                  </a:lnTo>
                  <a:lnTo>
                    <a:pt x="19104" y="6508"/>
                  </a:lnTo>
                  <a:lnTo>
                    <a:pt x="19209" y="6403"/>
                  </a:lnTo>
                  <a:lnTo>
                    <a:pt x="19355" y="6278"/>
                  </a:lnTo>
                  <a:lnTo>
                    <a:pt x="19418" y="6194"/>
                  </a:lnTo>
                  <a:lnTo>
                    <a:pt x="19522" y="6152"/>
                  </a:lnTo>
                  <a:lnTo>
                    <a:pt x="19627" y="5985"/>
                  </a:lnTo>
                  <a:lnTo>
                    <a:pt x="19669" y="5922"/>
                  </a:lnTo>
                  <a:lnTo>
                    <a:pt x="19648" y="5838"/>
                  </a:lnTo>
                  <a:lnTo>
                    <a:pt x="19669" y="5776"/>
                  </a:lnTo>
                  <a:lnTo>
                    <a:pt x="19690" y="5818"/>
                  </a:lnTo>
                  <a:lnTo>
                    <a:pt x="19753" y="5838"/>
                  </a:lnTo>
                  <a:lnTo>
                    <a:pt x="19836" y="5755"/>
                  </a:lnTo>
                  <a:lnTo>
                    <a:pt x="19941" y="5713"/>
                  </a:lnTo>
                  <a:lnTo>
                    <a:pt x="19941" y="5629"/>
                  </a:lnTo>
                  <a:lnTo>
                    <a:pt x="20004" y="5504"/>
                  </a:lnTo>
                  <a:lnTo>
                    <a:pt x="20066" y="5462"/>
                  </a:lnTo>
                  <a:lnTo>
                    <a:pt x="20150" y="5504"/>
                  </a:lnTo>
                  <a:lnTo>
                    <a:pt x="20213" y="5420"/>
                  </a:lnTo>
                  <a:lnTo>
                    <a:pt x="20297" y="5399"/>
                  </a:lnTo>
                  <a:lnTo>
                    <a:pt x="20318" y="5420"/>
                  </a:lnTo>
                  <a:lnTo>
                    <a:pt x="20401" y="5420"/>
                  </a:lnTo>
                  <a:lnTo>
                    <a:pt x="20715" y="5127"/>
                  </a:lnTo>
                  <a:lnTo>
                    <a:pt x="20778" y="5022"/>
                  </a:lnTo>
                  <a:lnTo>
                    <a:pt x="20799" y="4897"/>
                  </a:lnTo>
                  <a:lnTo>
                    <a:pt x="20882" y="4709"/>
                  </a:lnTo>
                  <a:lnTo>
                    <a:pt x="20987" y="4583"/>
                  </a:lnTo>
                  <a:lnTo>
                    <a:pt x="20987" y="4458"/>
                  </a:lnTo>
                  <a:lnTo>
                    <a:pt x="20987" y="4269"/>
                  </a:lnTo>
                  <a:lnTo>
                    <a:pt x="20945" y="4165"/>
                  </a:lnTo>
                  <a:lnTo>
                    <a:pt x="20882" y="4144"/>
                  </a:lnTo>
                  <a:lnTo>
                    <a:pt x="20736" y="4165"/>
                  </a:lnTo>
                  <a:lnTo>
                    <a:pt x="20590" y="4165"/>
                  </a:lnTo>
                  <a:lnTo>
                    <a:pt x="20464" y="4102"/>
                  </a:lnTo>
                  <a:lnTo>
                    <a:pt x="20318" y="4102"/>
                  </a:lnTo>
                  <a:lnTo>
                    <a:pt x="20255" y="4165"/>
                  </a:lnTo>
                  <a:lnTo>
                    <a:pt x="20213" y="4248"/>
                  </a:lnTo>
                  <a:lnTo>
                    <a:pt x="20255" y="4290"/>
                  </a:lnTo>
                  <a:lnTo>
                    <a:pt x="20213" y="4353"/>
                  </a:lnTo>
                  <a:lnTo>
                    <a:pt x="20213" y="4499"/>
                  </a:lnTo>
                  <a:lnTo>
                    <a:pt x="20171" y="4646"/>
                  </a:lnTo>
                  <a:lnTo>
                    <a:pt x="20066" y="4792"/>
                  </a:lnTo>
                  <a:lnTo>
                    <a:pt x="20004" y="4730"/>
                  </a:lnTo>
                  <a:lnTo>
                    <a:pt x="19941" y="4709"/>
                  </a:lnTo>
                  <a:lnTo>
                    <a:pt x="19899" y="4709"/>
                  </a:lnTo>
                  <a:lnTo>
                    <a:pt x="19857" y="4771"/>
                  </a:lnTo>
                  <a:lnTo>
                    <a:pt x="19794" y="4792"/>
                  </a:lnTo>
                  <a:lnTo>
                    <a:pt x="19732" y="4730"/>
                  </a:lnTo>
                  <a:lnTo>
                    <a:pt x="19669" y="4730"/>
                  </a:lnTo>
                  <a:cubicBezTo>
                    <a:pt x="19669" y="4730"/>
                    <a:pt x="19481" y="4688"/>
                    <a:pt x="19481" y="4646"/>
                  </a:cubicBezTo>
                  <a:lnTo>
                    <a:pt x="19271" y="4646"/>
                  </a:lnTo>
                  <a:lnTo>
                    <a:pt x="19167" y="4709"/>
                  </a:lnTo>
                  <a:lnTo>
                    <a:pt x="19020" y="4730"/>
                  </a:lnTo>
                  <a:lnTo>
                    <a:pt x="18895" y="4792"/>
                  </a:lnTo>
                  <a:lnTo>
                    <a:pt x="18832" y="4750"/>
                  </a:lnTo>
                  <a:lnTo>
                    <a:pt x="18832" y="4709"/>
                  </a:lnTo>
                  <a:lnTo>
                    <a:pt x="18853" y="4625"/>
                  </a:lnTo>
                  <a:lnTo>
                    <a:pt x="18853" y="4541"/>
                  </a:lnTo>
                  <a:lnTo>
                    <a:pt x="18895" y="4478"/>
                  </a:lnTo>
                  <a:lnTo>
                    <a:pt x="18916" y="4478"/>
                  </a:lnTo>
                  <a:lnTo>
                    <a:pt x="18957" y="4499"/>
                  </a:lnTo>
                  <a:lnTo>
                    <a:pt x="19020" y="4499"/>
                  </a:lnTo>
                  <a:lnTo>
                    <a:pt x="19146" y="4437"/>
                  </a:lnTo>
                  <a:lnTo>
                    <a:pt x="19439" y="4416"/>
                  </a:lnTo>
                  <a:lnTo>
                    <a:pt x="19481" y="4395"/>
                  </a:lnTo>
                  <a:lnTo>
                    <a:pt x="19543" y="4290"/>
                  </a:lnTo>
                  <a:lnTo>
                    <a:pt x="19564" y="4206"/>
                  </a:lnTo>
                  <a:lnTo>
                    <a:pt x="19648" y="4165"/>
                  </a:lnTo>
                  <a:lnTo>
                    <a:pt x="19669" y="4102"/>
                  </a:lnTo>
                  <a:lnTo>
                    <a:pt x="19627" y="4060"/>
                  </a:lnTo>
                  <a:lnTo>
                    <a:pt x="19627" y="3997"/>
                  </a:lnTo>
                  <a:lnTo>
                    <a:pt x="19313" y="3997"/>
                  </a:lnTo>
                  <a:lnTo>
                    <a:pt x="19125" y="3955"/>
                  </a:lnTo>
                  <a:lnTo>
                    <a:pt x="19020" y="3893"/>
                  </a:lnTo>
                  <a:lnTo>
                    <a:pt x="18937" y="3872"/>
                  </a:lnTo>
                  <a:lnTo>
                    <a:pt x="18685" y="3893"/>
                  </a:lnTo>
                  <a:lnTo>
                    <a:pt x="18560" y="3872"/>
                  </a:lnTo>
                  <a:lnTo>
                    <a:pt x="18455" y="3830"/>
                  </a:lnTo>
                  <a:lnTo>
                    <a:pt x="18288" y="3830"/>
                  </a:lnTo>
                  <a:lnTo>
                    <a:pt x="18162" y="3851"/>
                  </a:lnTo>
                  <a:lnTo>
                    <a:pt x="18100" y="3830"/>
                  </a:lnTo>
                  <a:lnTo>
                    <a:pt x="17995" y="3788"/>
                  </a:lnTo>
                  <a:lnTo>
                    <a:pt x="17932" y="3788"/>
                  </a:lnTo>
                  <a:lnTo>
                    <a:pt x="17849" y="3893"/>
                  </a:lnTo>
                  <a:lnTo>
                    <a:pt x="17849" y="3976"/>
                  </a:lnTo>
                  <a:lnTo>
                    <a:pt x="17765" y="4039"/>
                  </a:lnTo>
                  <a:lnTo>
                    <a:pt x="17744" y="4039"/>
                  </a:lnTo>
                  <a:lnTo>
                    <a:pt x="17765" y="3955"/>
                  </a:lnTo>
                  <a:lnTo>
                    <a:pt x="17765" y="3934"/>
                  </a:lnTo>
                  <a:lnTo>
                    <a:pt x="17681" y="3934"/>
                  </a:lnTo>
                  <a:lnTo>
                    <a:pt x="17451" y="3997"/>
                  </a:lnTo>
                  <a:lnTo>
                    <a:pt x="17305" y="4060"/>
                  </a:lnTo>
                  <a:lnTo>
                    <a:pt x="17221" y="4144"/>
                  </a:lnTo>
                  <a:lnTo>
                    <a:pt x="17158" y="4186"/>
                  </a:lnTo>
                  <a:lnTo>
                    <a:pt x="17053" y="4186"/>
                  </a:lnTo>
                  <a:lnTo>
                    <a:pt x="16949" y="4206"/>
                  </a:lnTo>
                  <a:lnTo>
                    <a:pt x="16886" y="4269"/>
                  </a:lnTo>
                  <a:lnTo>
                    <a:pt x="16781" y="4290"/>
                  </a:lnTo>
                  <a:lnTo>
                    <a:pt x="16698" y="4374"/>
                  </a:lnTo>
                  <a:lnTo>
                    <a:pt x="16698" y="4458"/>
                  </a:lnTo>
                  <a:lnTo>
                    <a:pt x="16635" y="4520"/>
                  </a:lnTo>
                  <a:lnTo>
                    <a:pt x="16593" y="4520"/>
                  </a:lnTo>
                  <a:lnTo>
                    <a:pt x="16530" y="4458"/>
                  </a:lnTo>
                  <a:lnTo>
                    <a:pt x="16530" y="4374"/>
                  </a:lnTo>
                  <a:lnTo>
                    <a:pt x="16509" y="4290"/>
                  </a:lnTo>
                  <a:lnTo>
                    <a:pt x="16468" y="4248"/>
                  </a:lnTo>
                  <a:lnTo>
                    <a:pt x="16468" y="4165"/>
                  </a:lnTo>
                  <a:lnTo>
                    <a:pt x="16509" y="4081"/>
                  </a:lnTo>
                  <a:lnTo>
                    <a:pt x="16593" y="4081"/>
                  </a:lnTo>
                  <a:lnTo>
                    <a:pt x="16698" y="4039"/>
                  </a:lnTo>
                  <a:lnTo>
                    <a:pt x="16802" y="4039"/>
                  </a:lnTo>
                  <a:lnTo>
                    <a:pt x="16886" y="3997"/>
                  </a:lnTo>
                  <a:lnTo>
                    <a:pt x="16928" y="3955"/>
                  </a:lnTo>
                  <a:lnTo>
                    <a:pt x="17012" y="3934"/>
                  </a:lnTo>
                  <a:lnTo>
                    <a:pt x="17158" y="3893"/>
                  </a:lnTo>
                  <a:lnTo>
                    <a:pt x="17263" y="3851"/>
                  </a:lnTo>
                  <a:lnTo>
                    <a:pt x="17346" y="3788"/>
                  </a:lnTo>
                  <a:lnTo>
                    <a:pt x="17472" y="3788"/>
                  </a:lnTo>
                  <a:lnTo>
                    <a:pt x="17556" y="3746"/>
                  </a:lnTo>
                  <a:lnTo>
                    <a:pt x="17577" y="3662"/>
                  </a:lnTo>
                  <a:lnTo>
                    <a:pt x="17556" y="3621"/>
                  </a:lnTo>
                  <a:lnTo>
                    <a:pt x="17514" y="3558"/>
                  </a:lnTo>
                  <a:lnTo>
                    <a:pt x="17346" y="3558"/>
                  </a:lnTo>
                  <a:lnTo>
                    <a:pt x="17346" y="3516"/>
                  </a:lnTo>
                  <a:lnTo>
                    <a:pt x="17430" y="3516"/>
                  </a:lnTo>
                  <a:lnTo>
                    <a:pt x="17451" y="3537"/>
                  </a:lnTo>
                  <a:lnTo>
                    <a:pt x="17535" y="3537"/>
                  </a:lnTo>
                  <a:lnTo>
                    <a:pt x="17577" y="3558"/>
                  </a:lnTo>
                  <a:lnTo>
                    <a:pt x="17618" y="3662"/>
                  </a:lnTo>
                  <a:lnTo>
                    <a:pt x="17639" y="3662"/>
                  </a:lnTo>
                  <a:lnTo>
                    <a:pt x="17660" y="3641"/>
                  </a:lnTo>
                  <a:lnTo>
                    <a:pt x="17765" y="3579"/>
                  </a:lnTo>
                  <a:lnTo>
                    <a:pt x="17890" y="3621"/>
                  </a:lnTo>
                  <a:lnTo>
                    <a:pt x="17974" y="3579"/>
                  </a:lnTo>
                  <a:lnTo>
                    <a:pt x="18058" y="3537"/>
                  </a:lnTo>
                  <a:lnTo>
                    <a:pt x="18141" y="3516"/>
                  </a:lnTo>
                  <a:lnTo>
                    <a:pt x="18246" y="3537"/>
                  </a:lnTo>
                  <a:lnTo>
                    <a:pt x="18351" y="3537"/>
                  </a:lnTo>
                  <a:lnTo>
                    <a:pt x="18455" y="3516"/>
                  </a:lnTo>
                  <a:lnTo>
                    <a:pt x="18518" y="3537"/>
                  </a:lnTo>
                  <a:lnTo>
                    <a:pt x="18602" y="3579"/>
                  </a:lnTo>
                  <a:lnTo>
                    <a:pt x="18769" y="3579"/>
                  </a:lnTo>
                  <a:lnTo>
                    <a:pt x="18790" y="3621"/>
                  </a:lnTo>
                  <a:lnTo>
                    <a:pt x="18832" y="3621"/>
                  </a:lnTo>
                  <a:lnTo>
                    <a:pt x="18978" y="3725"/>
                  </a:lnTo>
                  <a:lnTo>
                    <a:pt x="19041" y="3746"/>
                  </a:lnTo>
                  <a:lnTo>
                    <a:pt x="19146" y="3725"/>
                  </a:lnTo>
                  <a:lnTo>
                    <a:pt x="19209" y="3662"/>
                  </a:lnTo>
                  <a:lnTo>
                    <a:pt x="19292" y="3662"/>
                  </a:lnTo>
                  <a:lnTo>
                    <a:pt x="19355" y="3683"/>
                  </a:lnTo>
                  <a:lnTo>
                    <a:pt x="19439" y="3683"/>
                  </a:lnTo>
                  <a:lnTo>
                    <a:pt x="19502" y="3725"/>
                  </a:lnTo>
                  <a:lnTo>
                    <a:pt x="19564" y="3725"/>
                  </a:lnTo>
                  <a:lnTo>
                    <a:pt x="19732" y="3662"/>
                  </a:lnTo>
                  <a:lnTo>
                    <a:pt x="19815" y="3621"/>
                  </a:lnTo>
                  <a:lnTo>
                    <a:pt x="19920" y="3621"/>
                  </a:lnTo>
                  <a:lnTo>
                    <a:pt x="19983" y="3662"/>
                  </a:lnTo>
                  <a:lnTo>
                    <a:pt x="20046" y="3662"/>
                  </a:lnTo>
                  <a:lnTo>
                    <a:pt x="20129" y="3621"/>
                  </a:lnTo>
                  <a:lnTo>
                    <a:pt x="20234" y="3641"/>
                  </a:lnTo>
                  <a:lnTo>
                    <a:pt x="20338" y="3641"/>
                  </a:lnTo>
                  <a:lnTo>
                    <a:pt x="20338" y="3579"/>
                  </a:lnTo>
                  <a:lnTo>
                    <a:pt x="20276" y="3558"/>
                  </a:lnTo>
                  <a:lnTo>
                    <a:pt x="20276" y="3516"/>
                  </a:lnTo>
                  <a:lnTo>
                    <a:pt x="20297" y="3474"/>
                  </a:lnTo>
                  <a:lnTo>
                    <a:pt x="20359" y="3537"/>
                  </a:lnTo>
                  <a:lnTo>
                    <a:pt x="20401" y="3579"/>
                  </a:lnTo>
                  <a:lnTo>
                    <a:pt x="20485" y="3579"/>
                  </a:lnTo>
                  <a:lnTo>
                    <a:pt x="20548" y="3558"/>
                  </a:lnTo>
                  <a:lnTo>
                    <a:pt x="20694" y="3558"/>
                  </a:lnTo>
                  <a:lnTo>
                    <a:pt x="20903" y="3474"/>
                  </a:lnTo>
                  <a:lnTo>
                    <a:pt x="21008" y="3432"/>
                  </a:lnTo>
                  <a:lnTo>
                    <a:pt x="21029" y="3369"/>
                  </a:lnTo>
                  <a:lnTo>
                    <a:pt x="21029" y="3328"/>
                  </a:lnTo>
                  <a:lnTo>
                    <a:pt x="21092" y="3307"/>
                  </a:lnTo>
                  <a:lnTo>
                    <a:pt x="21134" y="3328"/>
                  </a:lnTo>
                  <a:lnTo>
                    <a:pt x="21217" y="3307"/>
                  </a:lnTo>
                  <a:lnTo>
                    <a:pt x="21322" y="3223"/>
                  </a:lnTo>
                  <a:lnTo>
                    <a:pt x="21406" y="3202"/>
                  </a:lnTo>
                  <a:lnTo>
                    <a:pt x="21406" y="3118"/>
                  </a:lnTo>
                  <a:lnTo>
                    <a:pt x="21426" y="3056"/>
                  </a:lnTo>
                  <a:lnTo>
                    <a:pt x="21489" y="3035"/>
                  </a:lnTo>
                  <a:lnTo>
                    <a:pt x="21489" y="2930"/>
                  </a:lnTo>
                  <a:lnTo>
                    <a:pt x="21447" y="2888"/>
                  </a:lnTo>
                  <a:lnTo>
                    <a:pt x="21343" y="2805"/>
                  </a:lnTo>
                  <a:lnTo>
                    <a:pt x="21217" y="2742"/>
                  </a:lnTo>
                  <a:lnTo>
                    <a:pt x="21113" y="2637"/>
                  </a:lnTo>
                  <a:lnTo>
                    <a:pt x="21092" y="2574"/>
                  </a:lnTo>
                  <a:lnTo>
                    <a:pt x="21029" y="2512"/>
                  </a:lnTo>
                  <a:lnTo>
                    <a:pt x="20882" y="2491"/>
                  </a:lnTo>
                  <a:lnTo>
                    <a:pt x="20799" y="2407"/>
                  </a:lnTo>
                  <a:lnTo>
                    <a:pt x="20778" y="2323"/>
                  </a:lnTo>
                  <a:lnTo>
                    <a:pt x="20715" y="2302"/>
                  </a:lnTo>
                  <a:lnTo>
                    <a:pt x="20694" y="2323"/>
                  </a:lnTo>
                  <a:lnTo>
                    <a:pt x="20610" y="2365"/>
                  </a:lnTo>
                  <a:lnTo>
                    <a:pt x="20569" y="2323"/>
                  </a:lnTo>
                  <a:lnTo>
                    <a:pt x="20548" y="2261"/>
                  </a:lnTo>
                  <a:lnTo>
                    <a:pt x="20485" y="2198"/>
                  </a:lnTo>
                  <a:lnTo>
                    <a:pt x="20255" y="2198"/>
                  </a:lnTo>
                  <a:lnTo>
                    <a:pt x="20171" y="2219"/>
                  </a:lnTo>
                  <a:lnTo>
                    <a:pt x="20171" y="2302"/>
                  </a:lnTo>
                  <a:lnTo>
                    <a:pt x="20171" y="2365"/>
                  </a:lnTo>
                  <a:lnTo>
                    <a:pt x="20129" y="2302"/>
                  </a:lnTo>
                  <a:lnTo>
                    <a:pt x="20066" y="2302"/>
                  </a:lnTo>
                  <a:lnTo>
                    <a:pt x="19920" y="2386"/>
                  </a:lnTo>
                  <a:lnTo>
                    <a:pt x="19836" y="2407"/>
                  </a:lnTo>
                  <a:lnTo>
                    <a:pt x="19711" y="2365"/>
                  </a:lnTo>
                  <a:lnTo>
                    <a:pt x="19606" y="2365"/>
                  </a:lnTo>
                  <a:lnTo>
                    <a:pt x="19522" y="2323"/>
                  </a:lnTo>
                  <a:lnTo>
                    <a:pt x="19460" y="2261"/>
                  </a:lnTo>
                  <a:lnTo>
                    <a:pt x="19460" y="2177"/>
                  </a:lnTo>
                  <a:lnTo>
                    <a:pt x="19522" y="2177"/>
                  </a:lnTo>
                  <a:lnTo>
                    <a:pt x="19564" y="2219"/>
                  </a:lnTo>
                  <a:lnTo>
                    <a:pt x="19669" y="2261"/>
                  </a:lnTo>
                  <a:lnTo>
                    <a:pt x="19711" y="2219"/>
                  </a:lnTo>
                  <a:lnTo>
                    <a:pt x="19711" y="2177"/>
                  </a:lnTo>
                  <a:lnTo>
                    <a:pt x="19606" y="2093"/>
                  </a:lnTo>
                  <a:lnTo>
                    <a:pt x="19606" y="2009"/>
                  </a:lnTo>
                  <a:lnTo>
                    <a:pt x="19627" y="1989"/>
                  </a:lnTo>
                  <a:lnTo>
                    <a:pt x="19669" y="2072"/>
                  </a:lnTo>
                  <a:lnTo>
                    <a:pt x="19774" y="2114"/>
                  </a:lnTo>
                  <a:lnTo>
                    <a:pt x="19857" y="2156"/>
                  </a:lnTo>
                  <a:lnTo>
                    <a:pt x="20025" y="2093"/>
                  </a:lnTo>
                  <a:lnTo>
                    <a:pt x="20171" y="1968"/>
                  </a:lnTo>
                  <a:lnTo>
                    <a:pt x="20171" y="1884"/>
                  </a:lnTo>
                  <a:lnTo>
                    <a:pt x="20150" y="1842"/>
                  </a:lnTo>
                  <a:lnTo>
                    <a:pt x="20087" y="1800"/>
                  </a:lnTo>
                  <a:lnTo>
                    <a:pt x="20087" y="1758"/>
                  </a:lnTo>
                  <a:lnTo>
                    <a:pt x="20150" y="1696"/>
                  </a:lnTo>
                  <a:lnTo>
                    <a:pt x="20150" y="1675"/>
                  </a:lnTo>
                  <a:lnTo>
                    <a:pt x="20046" y="1591"/>
                  </a:lnTo>
                  <a:lnTo>
                    <a:pt x="19962" y="1486"/>
                  </a:lnTo>
                  <a:lnTo>
                    <a:pt x="19920" y="1465"/>
                  </a:lnTo>
                  <a:lnTo>
                    <a:pt x="19857" y="1486"/>
                  </a:lnTo>
                  <a:lnTo>
                    <a:pt x="19774" y="1570"/>
                  </a:lnTo>
                  <a:lnTo>
                    <a:pt x="19627" y="1654"/>
                  </a:lnTo>
                  <a:lnTo>
                    <a:pt x="19439" y="1654"/>
                  </a:lnTo>
                  <a:lnTo>
                    <a:pt x="19334" y="1737"/>
                  </a:lnTo>
                  <a:lnTo>
                    <a:pt x="19292" y="1737"/>
                  </a:lnTo>
                  <a:lnTo>
                    <a:pt x="19229" y="1675"/>
                  </a:lnTo>
                  <a:lnTo>
                    <a:pt x="19188" y="1654"/>
                  </a:lnTo>
                  <a:lnTo>
                    <a:pt x="19104" y="1675"/>
                  </a:lnTo>
                  <a:lnTo>
                    <a:pt x="19020" y="1696"/>
                  </a:lnTo>
                  <a:lnTo>
                    <a:pt x="18937" y="1675"/>
                  </a:lnTo>
                  <a:lnTo>
                    <a:pt x="18874" y="1633"/>
                  </a:lnTo>
                  <a:lnTo>
                    <a:pt x="18769" y="1591"/>
                  </a:lnTo>
                  <a:lnTo>
                    <a:pt x="18685" y="1549"/>
                  </a:lnTo>
                  <a:lnTo>
                    <a:pt x="18581" y="1528"/>
                  </a:lnTo>
                  <a:lnTo>
                    <a:pt x="18476" y="1445"/>
                  </a:lnTo>
                  <a:lnTo>
                    <a:pt x="18309" y="1424"/>
                  </a:lnTo>
                  <a:lnTo>
                    <a:pt x="18100" y="1445"/>
                  </a:lnTo>
                  <a:lnTo>
                    <a:pt x="17995" y="1465"/>
                  </a:lnTo>
                  <a:lnTo>
                    <a:pt x="17849" y="1528"/>
                  </a:lnTo>
                  <a:lnTo>
                    <a:pt x="17723" y="1549"/>
                  </a:lnTo>
                  <a:lnTo>
                    <a:pt x="17577" y="1570"/>
                  </a:lnTo>
                  <a:lnTo>
                    <a:pt x="17472" y="1549"/>
                  </a:lnTo>
                  <a:lnTo>
                    <a:pt x="17346" y="1570"/>
                  </a:lnTo>
                  <a:lnTo>
                    <a:pt x="17325" y="1591"/>
                  </a:lnTo>
                  <a:lnTo>
                    <a:pt x="17346" y="1737"/>
                  </a:lnTo>
                  <a:lnTo>
                    <a:pt x="17346" y="1800"/>
                  </a:lnTo>
                  <a:lnTo>
                    <a:pt x="17305" y="1800"/>
                  </a:lnTo>
                  <a:lnTo>
                    <a:pt x="17242" y="1779"/>
                  </a:lnTo>
                  <a:lnTo>
                    <a:pt x="17158" y="1654"/>
                  </a:lnTo>
                  <a:lnTo>
                    <a:pt x="17137" y="1570"/>
                  </a:lnTo>
                  <a:lnTo>
                    <a:pt x="17095" y="1549"/>
                  </a:lnTo>
                  <a:lnTo>
                    <a:pt x="17012" y="1570"/>
                  </a:lnTo>
                  <a:lnTo>
                    <a:pt x="16698" y="1570"/>
                  </a:lnTo>
                  <a:cubicBezTo>
                    <a:pt x="16698" y="1570"/>
                    <a:pt x="16593" y="1633"/>
                    <a:pt x="16572" y="1633"/>
                  </a:cubicBezTo>
                  <a:lnTo>
                    <a:pt x="16489" y="1737"/>
                  </a:lnTo>
                  <a:lnTo>
                    <a:pt x="16426" y="1884"/>
                  </a:lnTo>
                  <a:lnTo>
                    <a:pt x="16384" y="1968"/>
                  </a:lnTo>
                  <a:lnTo>
                    <a:pt x="16363" y="1968"/>
                  </a:lnTo>
                  <a:lnTo>
                    <a:pt x="16363" y="1905"/>
                  </a:lnTo>
                  <a:lnTo>
                    <a:pt x="16405" y="1800"/>
                  </a:lnTo>
                  <a:lnTo>
                    <a:pt x="16426" y="1737"/>
                  </a:lnTo>
                  <a:lnTo>
                    <a:pt x="16405" y="1696"/>
                  </a:lnTo>
                  <a:lnTo>
                    <a:pt x="16321" y="1737"/>
                  </a:lnTo>
                  <a:lnTo>
                    <a:pt x="16196" y="1737"/>
                  </a:lnTo>
                  <a:lnTo>
                    <a:pt x="16154" y="1779"/>
                  </a:lnTo>
                  <a:lnTo>
                    <a:pt x="16154" y="1842"/>
                  </a:lnTo>
                  <a:lnTo>
                    <a:pt x="16112" y="1884"/>
                  </a:lnTo>
                  <a:lnTo>
                    <a:pt x="16112" y="1989"/>
                  </a:lnTo>
                  <a:lnTo>
                    <a:pt x="16049" y="2009"/>
                  </a:lnTo>
                  <a:lnTo>
                    <a:pt x="16007" y="1968"/>
                  </a:lnTo>
                  <a:lnTo>
                    <a:pt x="16007" y="1905"/>
                  </a:lnTo>
                  <a:lnTo>
                    <a:pt x="16070" y="1842"/>
                  </a:lnTo>
                  <a:lnTo>
                    <a:pt x="16070" y="1675"/>
                  </a:lnTo>
                  <a:lnTo>
                    <a:pt x="16091" y="1591"/>
                  </a:lnTo>
                  <a:lnTo>
                    <a:pt x="16300" y="1465"/>
                  </a:lnTo>
                  <a:lnTo>
                    <a:pt x="16426" y="1382"/>
                  </a:lnTo>
                  <a:lnTo>
                    <a:pt x="16593" y="1382"/>
                  </a:lnTo>
                  <a:lnTo>
                    <a:pt x="16719" y="1424"/>
                  </a:lnTo>
                  <a:lnTo>
                    <a:pt x="16823" y="1424"/>
                  </a:lnTo>
                  <a:lnTo>
                    <a:pt x="16844" y="1382"/>
                  </a:lnTo>
                  <a:lnTo>
                    <a:pt x="17116" y="1382"/>
                  </a:lnTo>
                  <a:lnTo>
                    <a:pt x="17200" y="1340"/>
                  </a:lnTo>
                  <a:lnTo>
                    <a:pt x="17221" y="1256"/>
                  </a:lnTo>
                  <a:lnTo>
                    <a:pt x="17158" y="1256"/>
                  </a:lnTo>
                  <a:lnTo>
                    <a:pt x="17095" y="1173"/>
                  </a:lnTo>
                  <a:lnTo>
                    <a:pt x="17095" y="1068"/>
                  </a:lnTo>
                  <a:lnTo>
                    <a:pt x="17200" y="1005"/>
                  </a:lnTo>
                  <a:lnTo>
                    <a:pt x="17263" y="963"/>
                  </a:lnTo>
                  <a:lnTo>
                    <a:pt x="17346" y="963"/>
                  </a:lnTo>
                  <a:lnTo>
                    <a:pt x="17367" y="1026"/>
                  </a:lnTo>
                  <a:lnTo>
                    <a:pt x="17346" y="1068"/>
                  </a:lnTo>
                  <a:lnTo>
                    <a:pt x="17305" y="1068"/>
                  </a:lnTo>
                  <a:lnTo>
                    <a:pt x="17346" y="1152"/>
                  </a:lnTo>
                  <a:lnTo>
                    <a:pt x="17346" y="1256"/>
                  </a:lnTo>
                  <a:lnTo>
                    <a:pt x="17409" y="1340"/>
                  </a:lnTo>
                  <a:lnTo>
                    <a:pt x="17556" y="1340"/>
                  </a:lnTo>
                  <a:lnTo>
                    <a:pt x="17681" y="1277"/>
                  </a:lnTo>
                  <a:lnTo>
                    <a:pt x="17765" y="1277"/>
                  </a:lnTo>
                  <a:lnTo>
                    <a:pt x="17869" y="1319"/>
                  </a:lnTo>
                  <a:lnTo>
                    <a:pt x="17953" y="1277"/>
                  </a:lnTo>
                  <a:lnTo>
                    <a:pt x="18141" y="1214"/>
                  </a:lnTo>
                  <a:lnTo>
                    <a:pt x="18267" y="1214"/>
                  </a:lnTo>
                  <a:lnTo>
                    <a:pt x="18309" y="1256"/>
                  </a:lnTo>
                  <a:lnTo>
                    <a:pt x="18393" y="1256"/>
                  </a:lnTo>
                  <a:lnTo>
                    <a:pt x="18455" y="1214"/>
                  </a:lnTo>
                  <a:lnTo>
                    <a:pt x="18581" y="1214"/>
                  </a:lnTo>
                  <a:lnTo>
                    <a:pt x="18685" y="1256"/>
                  </a:lnTo>
                  <a:lnTo>
                    <a:pt x="18769" y="1256"/>
                  </a:lnTo>
                  <a:lnTo>
                    <a:pt x="18853" y="1277"/>
                  </a:lnTo>
                  <a:lnTo>
                    <a:pt x="19083" y="1382"/>
                  </a:lnTo>
                  <a:lnTo>
                    <a:pt x="19209" y="1382"/>
                  </a:lnTo>
                  <a:lnTo>
                    <a:pt x="19313" y="1361"/>
                  </a:lnTo>
                  <a:lnTo>
                    <a:pt x="19439" y="1361"/>
                  </a:lnTo>
                  <a:lnTo>
                    <a:pt x="19481" y="1277"/>
                  </a:lnTo>
                  <a:lnTo>
                    <a:pt x="19564" y="1235"/>
                  </a:lnTo>
                  <a:lnTo>
                    <a:pt x="19669" y="1256"/>
                  </a:lnTo>
                  <a:lnTo>
                    <a:pt x="19774" y="1256"/>
                  </a:lnTo>
                  <a:lnTo>
                    <a:pt x="19836" y="1173"/>
                  </a:lnTo>
                  <a:lnTo>
                    <a:pt x="19836" y="1131"/>
                  </a:lnTo>
                  <a:lnTo>
                    <a:pt x="19669" y="1026"/>
                  </a:lnTo>
                  <a:lnTo>
                    <a:pt x="19585" y="963"/>
                  </a:lnTo>
                  <a:lnTo>
                    <a:pt x="19543" y="859"/>
                  </a:lnTo>
                  <a:lnTo>
                    <a:pt x="19439" y="796"/>
                  </a:lnTo>
                  <a:lnTo>
                    <a:pt x="19250" y="733"/>
                  </a:lnTo>
                  <a:lnTo>
                    <a:pt x="19167" y="649"/>
                  </a:lnTo>
                  <a:lnTo>
                    <a:pt x="19062" y="628"/>
                  </a:lnTo>
                  <a:lnTo>
                    <a:pt x="18957" y="649"/>
                  </a:lnTo>
                  <a:lnTo>
                    <a:pt x="18916" y="608"/>
                  </a:lnTo>
                  <a:lnTo>
                    <a:pt x="18853" y="545"/>
                  </a:lnTo>
                  <a:lnTo>
                    <a:pt x="18727" y="587"/>
                  </a:lnTo>
                  <a:lnTo>
                    <a:pt x="18685" y="524"/>
                  </a:lnTo>
                  <a:lnTo>
                    <a:pt x="18455" y="503"/>
                  </a:lnTo>
                  <a:lnTo>
                    <a:pt x="18309" y="398"/>
                  </a:lnTo>
                  <a:lnTo>
                    <a:pt x="18246" y="398"/>
                  </a:lnTo>
                  <a:lnTo>
                    <a:pt x="18058" y="294"/>
                  </a:lnTo>
                  <a:lnTo>
                    <a:pt x="17995" y="294"/>
                  </a:lnTo>
                  <a:lnTo>
                    <a:pt x="17995" y="315"/>
                  </a:lnTo>
                  <a:lnTo>
                    <a:pt x="17932" y="336"/>
                  </a:lnTo>
                  <a:lnTo>
                    <a:pt x="17765" y="231"/>
                  </a:lnTo>
                  <a:lnTo>
                    <a:pt x="17744" y="168"/>
                  </a:lnTo>
                  <a:lnTo>
                    <a:pt x="17681" y="105"/>
                  </a:lnTo>
                  <a:lnTo>
                    <a:pt x="17597" y="126"/>
                  </a:lnTo>
                  <a:lnTo>
                    <a:pt x="17535" y="126"/>
                  </a:lnTo>
                  <a:lnTo>
                    <a:pt x="17472" y="84"/>
                  </a:lnTo>
                  <a:lnTo>
                    <a:pt x="17263" y="84"/>
                  </a:lnTo>
                  <a:lnTo>
                    <a:pt x="17158" y="22"/>
                  </a:lnTo>
                  <a:lnTo>
                    <a:pt x="17074" y="84"/>
                  </a:lnTo>
                  <a:lnTo>
                    <a:pt x="17033" y="84"/>
                  </a:lnTo>
                  <a:lnTo>
                    <a:pt x="17012" y="64"/>
                  </a:lnTo>
                  <a:lnTo>
                    <a:pt x="16928" y="1"/>
                  </a:lnTo>
                  <a:lnTo>
                    <a:pt x="16740" y="22"/>
                  </a:lnTo>
                  <a:lnTo>
                    <a:pt x="16614" y="1"/>
                  </a:lnTo>
                  <a:close/>
                </a:path>
              </a:pathLst>
            </a:custGeom>
            <a:solidFill>
              <a:srgbClr val="5F7D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FF6B65"/>
                </a:solidFill>
                <a:latin typeface="Arial"/>
                <a:ea typeface="Arial"/>
                <a:cs typeface="Arial"/>
                <a:sym typeface="Arial"/>
              </a:endParaRPr>
            </a:p>
          </p:txBody>
        </p:sp>
        <p:grpSp>
          <p:nvGrpSpPr>
            <p:cNvPr id="5900" name="Google Shape;5900;p36"/>
            <p:cNvGrpSpPr/>
            <p:nvPr/>
          </p:nvGrpSpPr>
          <p:grpSpPr>
            <a:xfrm>
              <a:off x="2905224" y="2311071"/>
              <a:ext cx="596721" cy="528992"/>
              <a:chOff x="1922950" y="1410350"/>
              <a:chExt cx="1252825" cy="1162875"/>
            </a:xfrm>
          </p:grpSpPr>
          <p:sp>
            <p:nvSpPr>
              <p:cNvPr id="5901" name="Google Shape;5901;p36"/>
              <p:cNvSpPr/>
              <p:nvPr/>
            </p:nvSpPr>
            <p:spPr>
              <a:xfrm>
                <a:off x="1988325" y="2333100"/>
                <a:ext cx="52325" cy="65925"/>
              </a:xfrm>
              <a:custGeom>
                <a:rect b="b" l="l" r="r" t="t"/>
                <a:pathLst>
                  <a:path extrusionOk="0" h="2637" w="2093">
                    <a:moveTo>
                      <a:pt x="210" y="0"/>
                    </a:moveTo>
                    <a:lnTo>
                      <a:pt x="189" y="63"/>
                    </a:lnTo>
                    <a:lnTo>
                      <a:pt x="1" y="21"/>
                    </a:lnTo>
                    <a:lnTo>
                      <a:pt x="63" y="188"/>
                    </a:lnTo>
                    <a:lnTo>
                      <a:pt x="105" y="209"/>
                    </a:lnTo>
                    <a:lnTo>
                      <a:pt x="168" y="335"/>
                    </a:lnTo>
                    <a:lnTo>
                      <a:pt x="440" y="377"/>
                    </a:lnTo>
                    <a:lnTo>
                      <a:pt x="314" y="439"/>
                    </a:lnTo>
                    <a:lnTo>
                      <a:pt x="189" y="439"/>
                    </a:lnTo>
                    <a:lnTo>
                      <a:pt x="105" y="544"/>
                    </a:lnTo>
                    <a:lnTo>
                      <a:pt x="168" y="607"/>
                    </a:lnTo>
                    <a:lnTo>
                      <a:pt x="105" y="732"/>
                    </a:lnTo>
                    <a:lnTo>
                      <a:pt x="126" y="774"/>
                    </a:lnTo>
                    <a:lnTo>
                      <a:pt x="273" y="732"/>
                    </a:lnTo>
                    <a:lnTo>
                      <a:pt x="293" y="837"/>
                    </a:lnTo>
                    <a:lnTo>
                      <a:pt x="419" y="837"/>
                    </a:lnTo>
                    <a:lnTo>
                      <a:pt x="419" y="942"/>
                    </a:lnTo>
                    <a:lnTo>
                      <a:pt x="524" y="1025"/>
                    </a:lnTo>
                    <a:lnTo>
                      <a:pt x="649" y="963"/>
                    </a:lnTo>
                    <a:lnTo>
                      <a:pt x="503" y="1130"/>
                    </a:lnTo>
                    <a:lnTo>
                      <a:pt x="545" y="1276"/>
                    </a:lnTo>
                    <a:lnTo>
                      <a:pt x="649" y="1255"/>
                    </a:lnTo>
                    <a:lnTo>
                      <a:pt x="649" y="1151"/>
                    </a:lnTo>
                    <a:lnTo>
                      <a:pt x="817" y="1109"/>
                    </a:lnTo>
                    <a:lnTo>
                      <a:pt x="817" y="1109"/>
                    </a:lnTo>
                    <a:lnTo>
                      <a:pt x="754" y="1235"/>
                    </a:lnTo>
                    <a:lnTo>
                      <a:pt x="691" y="1339"/>
                    </a:lnTo>
                    <a:lnTo>
                      <a:pt x="691" y="1423"/>
                    </a:lnTo>
                    <a:lnTo>
                      <a:pt x="733" y="1423"/>
                    </a:lnTo>
                    <a:lnTo>
                      <a:pt x="796" y="1548"/>
                    </a:lnTo>
                    <a:lnTo>
                      <a:pt x="963" y="1528"/>
                    </a:lnTo>
                    <a:lnTo>
                      <a:pt x="963" y="1632"/>
                    </a:lnTo>
                    <a:lnTo>
                      <a:pt x="1047" y="1632"/>
                    </a:lnTo>
                    <a:lnTo>
                      <a:pt x="1068" y="1737"/>
                    </a:lnTo>
                    <a:lnTo>
                      <a:pt x="1047" y="1820"/>
                    </a:lnTo>
                    <a:lnTo>
                      <a:pt x="1172" y="1967"/>
                    </a:lnTo>
                    <a:lnTo>
                      <a:pt x="1256" y="1883"/>
                    </a:lnTo>
                    <a:lnTo>
                      <a:pt x="1319" y="1946"/>
                    </a:lnTo>
                    <a:lnTo>
                      <a:pt x="1423" y="1946"/>
                    </a:lnTo>
                    <a:lnTo>
                      <a:pt x="1256" y="2113"/>
                    </a:lnTo>
                    <a:lnTo>
                      <a:pt x="1465" y="2323"/>
                    </a:lnTo>
                    <a:lnTo>
                      <a:pt x="1549" y="2364"/>
                    </a:lnTo>
                    <a:lnTo>
                      <a:pt x="1591" y="2427"/>
                    </a:lnTo>
                    <a:lnTo>
                      <a:pt x="1946" y="2636"/>
                    </a:lnTo>
                    <a:lnTo>
                      <a:pt x="1988" y="2595"/>
                    </a:lnTo>
                    <a:lnTo>
                      <a:pt x="2093" y="2616"/>
                    </a:lnTo>
                    <a:lnTo>
                      <a:pt x="2009" y="2302"/>
                    </a:lnTo>
                    <a:lnTo>
                      <a:pt x="2051" y="2176"/>
                    </a:lnTo>
                    <a:lnTo>
                      <a:pt x="2009" y="2072"/>
                    </a:lnTo>
                    <a:lnTo>
                      <a:pt x="2009" y="1820"/>
                    </a:lnTo>
                    <a:lnTo>
                      <a:pt x="1946" y="1695"/>
                    </a:lnTo>
                    <a:lnTo>
                      <a:pt x="1674" y="1548"/>
                    </a:lnTo>
                    <a:lnTo>
                      <a:pt x="1653" y="1214"/>
                    </a:lnTo>
                    <a:lnTo>
                      <a:pt x="1528" y="1004"/>
                    </a:lnTo>
                    <a:lnTo>
                      <a:pt x="1486" y="774"/>
                    </a:lnTo>
                    <a:lnTo>
                      <a:pt x="1444" y="732"/>
                    </a:lnTo>
                    <a:lnTo>
                      <a:pt x="1319" y="711"/>
                    </a:lnTo>
                    <a:lnTo>
                      <a:pt x="1130" y="607"/>
                    </a:lnTo>
                    <a:lnTo>
                      <a:pt x="1005" y="607"/>
                    </a:lnTo>
                    <a:lnTo>
                      <a:pt x="858" y="544"/>
                    </a:lnTo>
                    <a:lnTo>
                      <a:pt x="817" y="439"/>
                    </a:lnTo>
                    <a:lnTo>
                      <a:pt x="628" y="377"/>
                    </a:lnTo>
                    <a:lnTo>
                      <a:pt x="545" y="251"/>
                    </a:lnTo>
                    <a:lnTo>
                      <a:pt x="524" y="167"/>
                    </a:lnTo>
                    <a:lnTo>
                      <a:pt x="398" y="167"/>
                    </a:lnTo>
                    <a:lnTo>
                      <a:pt x="314" y="21"/>
                    </a:lnTo>
                    <a:lnTo>
                      <a:pt x="210" y="0"/>
                    </a:lnTo>
                    <a:close/>
                  </a:path>
                </a:pathLst>
              </a:custGeom>
              <a:solidFill>
                <a:srgbClr val="5F7D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02" name="Google Shape;5902;p36"/>
              <p:cNvSpPr/>
              <p:nvPr/>
            </p:nvSpPr>
            <p:spPr>
              <a:xfrm>
                <a:off x="1953800" y="2242075"/>
                <a:ext cx="23050" cy="54425"/>
              </a:xfrm>
              <a:custGeom>
                <a:rect b="b" l="l" r="r" t="t"/>
                <a:pathLst>
                  <a:path extrusionOk="0" h="2177" w="922">
                    <a:moveTo>
                      <a:pt x="210" y="0"/>
                    </a:moveTo>
                    <a:lnTo>
                      <a:pt x="21" y="314"/>
                    </a:lnTo>
                    <a:lnTo>
                      <a:pt x="42" y="523"/>
                    </a:lnTo>
                    <a:lnTo>
                      <a:pt x="1" y="628"/>
                    </a:lnTo>
                    <a:lnTo>
                      <a:pt x="1" y="733"/>
                    </a:lnTo>
                    <a:lnTo>
                      <a:pt x="105" y="754"/>
                    </a:lnTo>
                    <a:lnTo>
                      <a:pt x="189" y="837"/>
                    </a:lnTo>
                    <a:lnTo>
                      <a:pt x="189" y="942"/>
                    </a:lnTo>
                    <a:lnTo>
                      <a:pt x="126" y="921"/>
                    </a:lnTo>
                    <a:lnTo>
                      <a:pt x="21" y="900"/>
                    </a:lnTo>
                    <a:lnTo>
                      <a:pt x="21" y="984"/>
                    </a:lnTo>
                    <a:lnTo>
                      <a:pt x="105" y="1047"/>
                    </a:lnTo>
                    <a:lnTo>
                      <a:pt x="21" y="1193"/>
                    </a:lnTo>
                    <a:lnTo>
                      <a:pt x="105" y="1214"/>
                    </a:lnTo>
                    <a:lnTo>
                      <a:pt x="210" y="1339"/>
                    </a:lnTo>
                    <a:lnTo>
                      <a:pt x="84" y="1319"/>
                    </a:lnTo>
                    <a:lnTo>
                      <a:pt x="21" y="1402"/>
                    </a:lnTo>
                    <a:lnTo>
                      <a:pt x="42" y="1507"/>
                    </a:lnTo>
                    <a:lnTo>
                      <a:pt x="210" y="1528"/>
                    </a:lnTo>
                    <a:lnTo>
                      <a:pt x="147" y="1611"/>
                    </a:lnTo>
                    <a:lnTo>
                      <a:pt x="189" y="1758"/>
                    </a:lnTo>
                    <a:lnTo>
                      <a:pt x="356" y="2135"/>
                    </a:lnTo>
                    <a:lnTo>
                      <a:pt x="503" y="2176"/>
                    </a:lnTo>
                    <a:lnTo>
                      <a:pt x="565" y="2072"/>
                    </a:lnTo>
                    <a:lnTo>
                      <a:pt x="524" y="1988"/>
                    </a:lnTo>
                    <a:lnTo>
                      <a:pt x="440" y="1988"/>
                    </a:lnTo>
                    <a:lnTo>
                      <a:pt x="398" y="1863"/>
                    </a:lnTo>
                    <a:lnTo>
                      <a:pt x="335" y="1653"/>
                    </a:lnTo>
                    <a:lnTo>
                      <a:pt x="356" y="1507"/>
                    </a:lnTo>
                    <a:lnTo>
                      <a:pt x="314" y="1402"/>
                    </a:lnTo>
                    <a:lnTo>
                      <a:pt x="398" y="1235"/>
                    </a:lnTo>
                    <a:lnTo>
                      <a:pt x="545" y="1235"/>
                    </a:lnTo>
                    <a:lnTo>
                      <a:pt x="524" y="1109"/>
                    </a:lnTo>
                    <a:lnTo>
                      <a:pt x="419" y="1109"/>
                    </a:lnTo>
                    <a:lnTo>
                      <a:pt x="335" y="1130"/>
                    </a:lnTo>
                    <a:lnTo>
                      <a:pt x="231" y="1130"/>
                    </a:lnTo>
                    <a:lnTo>
                      <a:pt x="314" y="1026"/>
                    </a:lnTo>
                    <a:lnTo>
                      <a:pt x="419" y="1026"/>
                    </a:lnTo>
                    <a:lnTo>
                      <a:pt x="545" y="921"/>
                    </a:lnTo>
                    <a:lnTo>
                      <a:pt x="565" y="733"/>
                    </a:lnTo>
                    <a:lnTo>
                      <a:pt x="670" y="607"/>
                    </a:lnTo>
                    <a:lnTo>
                      <a:pt x="712" y="419"/>
                    </a:lnTo>
                    <a:lnTo>
                      <a:pt x="921" y="210"/>
                    </a:lnTo>
                    <a:lnTo>
                      <a:pt x="858" y="189"/>
                    </a:lnTo>
                    <a:lnTo>
                      <a:pt x="670" y="272"/>
                    </a:lnTo>
                    <a:lnTo>
                      <a:pt x="545" y="461"/>
                    </a:lnTo>
                    <a:lnTo>
                      <a:pt x="461" y="628"/>
                    </a:lnTo>
                    <a:lnTo>
                      <a:pt x="335" y="670"/>
                    </a:lnTo>
                    <a:lnTo>
                      <a:pt x="335" y="586"/>
                    </a:lnTo>
                    <a:lnTo>
                      <a:pt x="252" y="523"/>
                    </a:lnTo>
                    <a:lnTo>
                      <a:pt x="461" y="461"/>
                    </a:lnTo>
                    <a:lnTo>
                      <a:pt x="565" y="377"/>
                    </a:lnTo>
                    <a:lnTo>
                      <a:pt x="607" y="231"/>
                    </a:lnTo>
                    <a:lnTo>
                      <a:pt x="607" y="168"/>
                    </a:lnTo>
                    <a:lnTo>
                      <a:pt x="503" y="105"/>
                    </a:lnTo>
                    <a:lnTo>
                      <a:pt x="440" y="189"/>
                    </a:lnTo>
                    <a:lnTo>
                      <a:pt x="356" y="210"/>
                    </a:lnTo>
                    <a:lnTo>
                      <a:pt x="398" y="63"/>
                    </a:lnTo>
                    <a:lnTo>
                      <a:pt x="210" y="0"/>
                    </a:lnTo>
                    <a:close/>
                  </a:path>
                </a:pathLst>
              </a:custGeom>
              <a:solidFill>
                <a:srgbClr val="5F7D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03" name="Google Shape;5903;p36"/>
              <p:cNvSpPr/>
              <p:nvPr/>
            </p:nvSpPr>
            <p:spPr>
              <a:xfrm>
                <a:off x="2552225" y="1885325"/>
                <a:ext cx="48150" cy="48675"/>
              </a:xfrm>
              <a:custGeom>
                <a:rect b="b" l="l" r="r" t="t"/>
                <a:pathLst>
                  <a:path extrusionOk="0" h="1947" w="1926">
                    <a:moveTo>
                      <a:pt x="1402" y="0"/>
                    </a:moveTo>
                    <a:lnTo>
                      <a:pt x="1256" y="21"/>
                    </a:lnTo>
                    <a:lnTo>
                      <a:pt x="1067" y="189"/>
                    </a:lnTo>
                    <a:lnTo>
                      <a:pt x="984" y="356"/>
                    </a:lnTo>
                    <a:lnTo>
                      <a:pt x="1046" y="544"/>
                    </a:lnTo>
                    <a:lnTo>
                      <a:pt x="942" y="524"/>
                    </a:lnTo>
                    <a:lnTo>
                      <a:pt x="900" y="356"/>
                    </a:lnTo>
                    <a:lnTo>
                      <a:pt x="858" y="356"/>
                    </a:lnTo>
                    <a:lnTo>
                      <a:pt x="837" y="503"/>
                    </a:lnTo>
                    <a:lnTo>
                      <a:pt x="753" y="503"/>
                    </a:lnTo>
                    <a:lnTo>
                      <a:pt x="795" y="607"/>
                    </a:lnTo>
                    <a:lnTo>
                      <a:pt x="753" y="712"/>
                    </a:lnTo>
                    <a:lnTo>
                      <a:pt x="649" y="712"/>
                    </a:lnTo>
                    <a:lnTo>
                      <a:pt x="586" y="816"/>
                    </a:lnTo>
                    <a:lnTo>
                      <a:pt x="419" y="775"/>
                    </a:lnTo>
                    <a:lnTo>
                      <a:pt x="335" y="837"/>
                    </a:lnTo>
                    <a:lnTo>
                      <a:pt x="251" y="816"/>
                    </a:lnTo>
                    <a:lnTo>
                      <a:pt x="0" y="963"/>
                    </a:lnTo>
                    <a:lnTo>
                      <a:pt x="21" y="1088"/>
                    </a:lnTo>
                    <a:lnTo>
                      <a:pt x="147" y="1235"/>
                    </a:lnTo>
                    <a:lnTo>
                      <a:pt x="230" y="1172"/>
                    </a:lnTo>
                    <a:lnTo>
                      <a:pt x="209" y="1088"/>
                    </a:lnTo>
                    <a:lnTo>
                      <a:pt x="251" y="1026"/>
                    </a:lnTo>
                    <a:lnTo>
                      <a:pt x="356" y="1130"/>
                    </a:lnTo>
                    <a:lnTo>
                      <a:pt x="314" y="1277"/>
                    </a:lnTo>
                    <a:lnTo>
                      <a:pt x="440" y="1381"/>
                    </a:lnTo>
                    <a:lnTo>
                      <a:pt x="523" y="1256"/>
                    </a:lnTo>
                    <a:lnTo>
                      <a:pt x="544" y="1340"/>
                    </a:lnTo>
                    <a:lnTo>
                      <a:pt x="523" y="1423"/>
                    </a:lnTo>
                    <a:lnTo>
                      <a:pt x="649" y="1591"/>
                    </a:lnTo>
                    <a:lnTo>
                      <a:pt x="753" y="1612"/>
                    </a:lnTo>
                    <a:lnTo>
                      <a:pt x="795" y="1779"/>
                    </a:lnTo>
                    <a:lnTo>
                      <a:pt x="879" y="1863"/>
                    </a:lnTo>
                    <a:lnTo>
                      <a:pt x="963" y="1716"/>
                    </a:lnTo>
                    <a:lnTo>
                      <a:pt x="984" y="1821"/>
                    </a:lnTo>
                    <a:lnTo>
                      <a:pt x="1109" y="1946"/>
                    </a:lnTo>
                    <a:lnTo>
                      <a:pt x="1214" y="1925"/>
                    </a:lnTo>
                    <a:lnTo>
                      <a:pt x="1318" y="1925"/>
                    </a:lnTo>
                    <a:lnTo>
                      <a:pt x="1423" y="1821"/>
                    </a:lnTo>
                    <a:lnTo>
                      <a:pt x="1507" y="1800"/>
                    </a:lnTo>
                    <a:lnTo>
                      <a:pt x="1632" y="1695"/>
                    </a:lnTo>
                    <a:lnTo>
                      <a:pt x="1695" y="1800"/>
                    </a:lnTo>
                    <a:lnTo>
                      <a:pt x="1737" y="1758"/>
                    </a:lnTo>
                    <a:lnTo>
                      <a:pt x="1925" y="1653"/>
                    </a:lnTo>
                    <a:lnTo>
                      <a:pt x="1925" y="1549"/>
                    </a:lnTo>
                    <a:lnTo>
                      <a:pt x="1800" y="1591"/>
                    </a:lnTo>
                    <a:lnTo>
                      <a:pt x="1716" y="1507"/>
                    </a:lnTo>
                    <a:lnTo>
                      <a:pt x="1841" y="1277"/>
                    </a:lnTo>
                    <a:lnTo>
                      <a:pt x="1883" y="1151"/>
                    </a:lnTo>
                    <a:lnTo>
                      <a:pt x="1737" y="1235"/>
                    </a:lnTo>
                    <a:lnTo>
                      <a:pt x="1674" y="1402"/>
                    </a:lnTo>
                    <a:lnTo>
                      <a:pt x="1674" y="1277"/>
                    </a:lnTo>
                    <a:lnTo>
                      <a:pt x="1737" y="1026"/>
                    </a:lnTo>
                    <a:lnTo>
                      <a:pt x="1695" y="649"/>
                    </a:lnTo>
                    <a:lnTo>
                      <a:pt x="1528" y="544"/>
                    </a:lnTo>
                    <a:lnTo>
                      <a:pt x="1528" y="419"/>
                    </a:lnTo>
                    <a:lnTo>
                      <a:pt x="1423" y="419"/>
                    </a:lnTo>
                    <a:lnTo>
                      <a:pt x="1360" y="524"/>
                    </a:lnTo>
                    <a:lnTo>
                      <a:pt x="1360" y="398"/>
                    </a:lnTo>
                    <a:lnTo>
                      <a:pt x="1423" y="314"/>
                    </a:lnTo>
                    <a:lnTo>
                      <a:pt x="1381" y="210"/>
                    </a:lnTo>
                    <a:lnTo>
                      <a:pt x="1402" y="105"/>
                    </a:lnTo>
                    <a:lnTo>
                      <a:pt x="1402" y="0"/>
                    </a:lnTo>
                    <a:close/>
                  </a:path>
                </a:pathLst>
              </a:custGeom>
              <a:solidFill>
                <a:srgbClr val="5F7D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04" name="Google Shape;5904;p36"/>
              <p:cNvSpPr/>
              <p:nvPr/>
            </p:nvSpPr>
            <p:spPr>
              <a:xfrm>
                <a:off x="2722750" y="1634775"/>
                <a:ext cx="145950" cy="133925"/>
              </a:xfrm>
              <a:custGeom>
                <a:rect b="b" l="l" r="r" t="t"/>
                <a:pathLst>
                  <a:path extrusionOk="0" h="5357" w="5838">
                    <a:moveTo>
                      <a:pt x="502" y="0"/>
                    </a:moveTo>
                    <a:lnTo>
                      <a:pt x="440" y="84"/>
                    </a:lnTo>
                    <a:lnTo>
                      <a:pt x="230" y="105"/>
                    </a:lnTo>
                    <a:lnTo>
                      <a:pt x="210" y="126"/>
                    </a:lnTo>
                    <a:lnTo>
                      <a:pt x="147" y="126"/>
                    </a:lnTo>
                    <a:lnTo>
                      <a:pt x="105" y="230"/>
                    </a:lnTo>
                    <a:lnTo>
                      <a:pt x="189" y="335"/>
                    </a:lnTo>
                    <a:lnTo>
                      <a:pt x="230" y="439"/>
                    </a:lnTo>
                    <a:lnTo>
                      <a:pt x="147" y="439"/>
                    </a:lnTo>
                    <a:lnTo>
                      <a:pt x="21" y="272"/>
                    </a:lnTo>
                    <a:lnTo>
                      <a:pt x="0" y="398"/>
                    </a:lnTo>
                    <a:lnTo>
                      <a:pt x="21" y="502"/>
                    </a:lnTo>
                    <a:lnTo>
                      <a:pt x="147" y="544"/>
                    </a:lnTo>
                    <a:lnTo>
                      <a:pt x="251" y="732"/>
                    </a:lnTo>
                    <a:lnTo>
                      <a:pt x="356" y="732"/>
                    </a:lnTo>
                    <a:lnTo>
                      <a:pt x="293" y="816"/>
                    </a:lnTo>
                    <a:lnTo>
                      <a:pt x="210" y="816"/>
                    </a:lnTo>
                    <a:lnTo>
                      <a:pt x="189" y="921"/>
                    </a:lnTo>
                    <a:lnTo>
                      <a:pt x="314" y="1109"/>
                    </a:lnTo>
                    <a:lnTo>
                      <a:pt x="440" y="1151"/>
                    </a:lnTo>
                    <a:lnTo>
                      <a:pt x="419" y="1235"/>
                    </a:lnTo>
                    <a:lnTo>
                      <a:pt x="398" y="1172"/>
                    </a:lnTo>
                    <a:lnTo>
                      <a:pt x="210" y="1151"/>
                    </a:lnTo>
                    <a:lnTo>
                      <a:pt x="210" y="1235"/>
                    </a:lnTo>
                    <a:lnTo>
                      <a:pt x="147" y="1255"/>
                    </a:lnTo>
                    <a:lnTo>
                      <a:pt x="105" y="1360"/>
                    </a:lnTo>
                    <a:lnTo>
                      <a:pt x="251" y="1276"/>
                    </a:lnTo>
                    <a:lnTo>
                      <a:pt x="335" y="1360"/>
                    </a:lnTo>
                    <a:lnTo>
                      <a:pt x="523" y="1276"/>
                    </a:lnTo>
                    <a:lnTo>
                      <a:pt x="544" y="1360"/>
                    </a:lnTo>
                    <a:lnTo>
                      <a:pt x="649" y="1381"/>
                    </a:lnTo>
                    <a:lnTo>
                      <a:pt x="670" y="1465"/>
                    </a:lnTo>
                    <a:lnTo>
                      <a:pt x="837" y="1590"/>
                    </a:lnTo>
                    <a:lnTo>
                      <a:pt x="879" y="1590"/>
                    </a:lnTo>
                    <a:lnTo>
                      <a:pt x="879" y="1527"/>
                    </a:lnTo>
                    <a:lnTo>
                      <a:pt x="942" y="1548"/>
                    </a:lnTo>
                    <a:lnTo>
                      <a:pt x="1046" y="1486"/>
                    </a:lnTo>
                    <a:lnTo>
                      <a:pt x="1130" y="1527"/>
                    </a:lnTo>
                    <a:lnTo>
                      <a:pt x="1151" y="1590"/>
                    </a:lnTo>
                    <a:lnTo>
                      <a:pt x="1130" y="1674"/>
                    </a:lnTo>
                    <a:lnTo>
                      <a:pt x="1130" y="1883"/>
                    </a:lnTo>
                    <a:lnTo>
                      <a:pt x="1067" y="2051"/>
                    </a:lnTo>
                    <a:lnTo>
                      <a:pt x="1067" y="2113"/>
                    </a:lnTo>
                    <a:lnTo>
                      <a:pt x="1151" y="2260"/>
                    </a:lnTo>
                    <a:lnTo>
                      <a:pt x="1088" y="2385"/>
                    </a:lnTo>
                    <a:lnTo>
                      <a:pt x="1088" y="2469"/>
                    </a:lnTo>
                    <a:lnTo>
                      <a:pt x="1067" y="2595"/>
                    </a:lnTo>
                    <a:lnTo>
                      <a:pt x="879" y="2699"/>
                    </a:lnTo>
                    <a:lnTo>
                      <a:pt x="754" y="2741"/>
                    </a:lnTo>
                    <a:lnTo>
                      <a:pt x="733" y="2825"/>
                    </a:lnTo>
                    <a:lnTo>
                      <a:pt x="628" y="2992"/>
                    </a:lnTo>
                    <a:lnTo>
                      <a:pt x="628" y="3055"/>
                    </a:lnTo>
                    <a:lnTo>
                      <a:pt x="523" y="3118"/>
                    </a:lnTo>
                    <a:lnTo>
                      <a:pt x="461" y="3222"/>
                    </a:lnTo>
                    <a:lnTo>
                      <a:pt x="461" y="3348"/>
                    </a:lnTo>
                    <a:lnTo>
                      <a:pt x="544" y="3369"/>
                    </a:lnTo>
                    <a:lnTo>
                      <a:pt x="544" y="3452"/>
                    </a:lnTo>
                    <a:lnTo>
                      <a:pt x="440" y="3473"/>
                    </a:lnTo>
                    <a:lnTo>
                      <a:pt x="419" y="3578"/>
                    </a:lnTo>
                    <a:lnTo>
                      <a:pt x="461" y="3641"/>
                    </a:lnTo>
                    <a:lnTo>
                      <a:pt x="398" y="3745"/>
                    </a:lnTo>
                    <a:lnTo>
                      <a:pt x="356" y="3850"/>
                    </a:lnTo>
                    <a:lnTo>
                      <a:pt x="419" y="3955"/>
                    </a:lnTo>
                    <a:lnTo>
                      <a:pt x="502" y="3976"/>
                    </a:lnTo>
                    <a:lnTo>
                      <a:pt x="502" y="4059"/>
                    </a:lnTo>
                    <a:lnTo>
                      <a:pt x="565" y="4143"/>
                    </a:lnTo>
                    <a:lnTo>
                      <a:pt x="628" y="4143"/>
                    </a:lnTo>
                    <a:lnTo>
                      <a:pt x="649" y="4038"/>
                    </a:lnTo>
                    <a:lnTo>
                      <a:pt x="670" y="3955"/>
                    </a:lnTo>
                    <a:lnTo>
                      <a:pt x="733" y="3996"/>
                    </a:lnTo>
                    <a:lnTo>
                      <a:pt x="774" y="3996"/>
                    </a:lnTo>
                    <a:lnTo>
                      <a:pt x="879" y="3871"/>
                    </a:lnTo>
                    <a:lnTo>
                      <a:pt x="942" y="3892"/>
                    </a:lnTo>
                    <a:lnTo>
                      <a:pt x="879" y="4059"/>
                    </a:lnTo>
                    <a:lnTo>
                      <a:pt x="774" y="4080"/>
                    </a:lnTo>
                    <a:lnTo>
                      <a:pt x="754" y="4143"/>
                    </a:lnTo>
                    <a:lnTo>
                      <a:pt x="816" y="4185"/>
                    </a:lnTo>
                    <a:lnTo>
                      <a:pt x="816" y="4268"/>
                    </a:lnTo>
                    <a:lnTo>
                      <a:pt x="921" y="4394"/>
                    </a:lnTo>
                    <a:lnTo>
                      <a:pt x="1026" y="4352"/>
                    </a:lnTo>
                    <a:lnTo>
                      <a:pt x="1067" y="4394"/>
                    </a:lnTo>
                    <a:lnTo>
                      <a:pt x="1193" y="4415"/>
                    </a:lnTo>
                    <a:lnTo>
                      <a:pt x="1256" y="4352"/>
                    </a:lnTo>
                    <a:lnTo>
                      <a:pt x="1402" y="4310"/>
                    </a:lnTo>
                    <a:lnTo>
                      <a:pt x="1381" y="4164"/>
                    </a:lnTo>
                    <a:lnTo>
                      <a:pt x="1465" y="4164"/>
                    </a:lnTo>
                    <a:lnTo>
                      <a:pt x="1507" y="4101"/>
                    </a:lnTo>
                    <a:lnTo>
                      <a:pt x="1507" y="4185"/>
                    </a:lnTo>
                    <a:lnTo>
                      <a:pt x="1486" y="4206"/>
                    </a:lnTo>
                    <a:lnTo>
                      <a:pt x="1507" y="4310"/>
                    </a:lnTo>
                    <a:lnTo>
                      <a:pt x="1570" y="4289"/>
                    </a:lnTo>
                    <a:lnTo>
                      <a:pt x="1653" y="4143"/>
                    </a:lnTo>
                    <a:lnTo>
                      <a:pt x="1695" y="4080"/>
                    </a:lnTo>
                    <a:lnTo>
                      <a:pt x="1716" y="4143"/>
                    </a:lnTo>
                    <a:lnTo>
                      <a:pt x="1695" y="4268"/>
                    </a:lnTo>
                    <a:lnTo>
                      <a:pt x="1570" y="4478"/>
                    </a:lnTo>
                    <a:lnTo>
                      <a:pt x="1486" y="4520"/>
                    </a:lnTo>
                    <a:lnTo>
                      <a:pt x="1486" y="4624"/>
                    </a:lnTo>
                    <a:lnTo>
                      <a:pt x="1611" y="4666"/>
                    </a:lnTo>
                    <a:lnTo>
                      <a:pt x="1695" y="4729"/>
                    </a:lnTo>
                    <a:lnTo>
                      <a:pt x="1800" y="4729"/>
                    </a:lnTo>
                    <a:lnTo>
                      <a:pt x="1821" y="4771"/>
                    </a:lnTo>
                    <a:lnTo>
                      <a:pt x="1967" y="4792"/>
                    </a:lnTo>
                    <a:lnTo>
                      <a:pt x="1988" y="4708"/>
                    </a:lnTo>
                    <a:lnTo>
                      <a:pt x="2114" y="4708"/>
                    </a:lnTo>
                    <a:lnTo>
                      <a:pt x="2072" y="4771"/>
                    </a:lnTo>
                    <a:lnTo>
                      <a:pt x="2093" y="4833"/>
                    </a:lnTo>
                    <a:lnTo>
                      <a:pt x="2176" y="4833"/>
                    </a:lnTo>
                    <a:lnTo>
                      <a:pt x="2239" y="4917"/>
                    </a:lnTo>
                    <a:lnTo>
                      <a:pt x="2323" y="4875"/>
                    </a:lnTo>
                    <a:lnTo>
                      <a:pt x="2302" y="4792"/>
                    </a:lnTo>
                    <a:lnTo>
                      <a:pt x="2281" y="4708"/>
                    </a:lnTo>
                    <a:lnTo>
                      <a:pt x="2344" y="4603"/>
                    </a:lnTo>
                    <a:lnTo>
                      <a:pt x="2386" y="4687"/>
                    </a:lnTo>
                    <a:lnTo>
                      <a:pt x="2344" y="4792"/>
                    </a:lnTo>
                    <a:lnTo>
                      <a:pt x="2386" y="4917"/>
                    </a:lnTo>
                    <a:lnTo>
                      <a:pt x="2448" y="4917"/>
                    </a:lnTo>
                    <a:lnTo>
                      <a:pt x="2490" y="4792"/>
                    </a:lnTo>
                    <a:lnTo>
                      <a:pt x="2532" y="4729"/>
                    </a:lnTo>
                    <a:lnTo>
                      <a:pt x="2616" y="4708"/>
                    </a:lnTo>
                    <a:lnTo>
                      <a:pt x="2616" y="4792"/>
                    </a:lnTo>
                    <a:lnTo>
                      <a:pt x="2553" y="4833"/>
                    </a:lnTo>
                    <a:lnTo>
                      <a:pt x="2553" y="4917"/>
                    </a:lnTo>
                    <a:lnTo>
                      <a:pt x="2720" y="4917"/>
                    </a:lnTo>
                    <a:lnTo>
                      <a:pt x="2804" y="4875"/>
                    </a:lnTo>
                    <a:lnTo>
                      <a:pt x="2867" y="4687"/>
                    </a:lnTo>
                    <a:lnTo>
                      <a:pt x="2909" y="4792"/>
                    </a:lnTo>
                    <a:lnTo>
                      <a:pt x="2846" y="4833"/>
                    </a:lnTo>
                    <a:lnTo>
                      <a:pt x="2846" y="4938"/>
                    </a:lnTo>
                    <a:lnTo>
                      <a:pt x="2971" y="4917"/>
                    </a:lnTo>
                    <a:lnTo>
                      <a:pt x="3013" y="4771"/>
                    </a:lnTo>
                    <a:lnTo>
                      <a:pt x="3055" y="4687"/>
                    </a:lnTo>
                    <a:lnTo>
                      <a:pt x="3055" y="4687"/>
                    </a:lnTo>
                    <a:lnTo>
                      <a:pt x="3034" y="4917"/>
                    </a:lnTo>
                    <a:lnTo>
                      <a:pt x="3055" y="5001"/>
                    </a:lnTo>
                    <a:lnTo>
                      <a:pt x="3160" y="5001"/>
                    </a:lnTo>
                    <a:lnTo>
                      <a:pt x="3327" y="5105"/>
                    </a:lnTo>
                    <a:lnTo>
                      <a:pt x="3432" y="5043"/>
                    </a:lnTo>
                    <a:lnTo>
                      <a:pt x="3495" y="5022"/>
                    </a:lnTo>
                    <a:lnTo>
                      <a:pt x="3536" y="5105"/>
                    </a:lnTo>
                    <a:lnTo>
                      <a:pt x="3662" y="5084"/>
                    </a:lnTo>
                    <a:lnTo>
                      <a:pt x="3746" y="5022"/>
                    </a:lnTo>
                    <a:lnTo>
                      <a:pt x="3746" y="4896"/>
                    </a:lnTo>
                    <a:lnTo>
                      <a:pt x="3850" y="4792"/>
                    </a:lnTo>
                    <a:lnTo>
                      <a:pt x="3892" y="4729"/>
                    </a:lnTo>
                    <a:lnTo>
                      <a:pt x="3850" y="4603"/>
                    </a:lnTo>
                    <a:lnTo>
                      <a:pt x="3871" y="4520"/>
                    </a:lnTo>
                    <a:lnTo>
                      <a:pt x="3913" y="4520"/>
                    </a:lnTo>
                    <a:lnTo>
                      <a:pt x="3955" y="4666"/>
                    </a:lnTo>
                    <a:lnTo>
                      <a:pt x="3997" y="4687"/>
                    </a:lnTo>
                    <a:lnTo>
                      <a:pt x="3997" y="4729"/>
                    </a:lnTo>
                    <a:lnTo>
                      <a:pt x="3913" y="4812"/>
                    </a:lnTo>
                    <a:lnTo>
                      <a:pt x="3871" y="4980"/>
                    </a:lnTo>
                    <a:lnTo>
                      <a:pt x="3892" y="5210"/>
                    </a:lnTo>
                    <a:lnTo>
                      <a:pt x="3997" y="5252"/>
                    </a:lnTo>
                    <a:lnTo>
                      <a:pt x="4101" y="5210"/>
                    </a:lnTo>
                    <a:lnTo>
                      <a:pt x="4122" y="5315"/>
                    </a:lnTo>
                    <a:lnTo>
                      <a:pt x="4227" y="5315"/>
                    </a:lnTo>
                    <a:lnTo>
                      <a:pt x="4269" y="5357"/>
                    </a:lnTo>
                    <a:lnTo>
                      <a:pt x="4373" y="5357"/>
                    </a:lnTo>
                    <a:lnTo>
                      <a:pt x="4583" y="5231"/>
                    </a:lnTo>
                    <a:lnTo>
                      <a:pt x="4687" y="5210"/>
                    </a:lnTo>
                    <a:lnTo>
                      <a:pt x="4855" y="5315"/>
                    </a:lnTo>
                    <a:lnTo>
                      <a:pt x="4938" y="5294"/>
                    </a:lnTo>
                    <a:lnTo>
                      <a:pt x="5022" y="5336"/>
                    </a:lnTo>
                    <a:lnTo>
                      <a:pt x="5064" y="5252"/>
                    </a:lnTo>
                    <a:lnTo>
                      <a:pt x="5064" y="5210"/>
                    </a:lnTo>
                    <a:lnTo>
                      <a:pt x="5147" y="5084"/>
                    </a:lnTo>
                    <a:lnTo>
                      <a:pt x="5231" y="5043"/>
                    </a:lnTo>
                    <a:lnTo>
                      <a:pt x="5231" y="5001"/>
                    </a:lnTo>
                    <a:lnTo>
                      <a:pt x="5168" y="4875"/>
                    </a:lnTo>
                    <a:lnTo>
                      <a:pt x="5168" y="4729"/>
                    </a:lnTo>
                    <a:lnTo>
                      <a:pt x="5231" y="4812"/>
                    </a:lnTo>
                    <a:lnTo>
                      <a:pt x="5231" y="4896"/>
                    </a:lnTo>
                    <a:lnTo>
                      <a:pt x="5336" y="5022"/>
                    </a:lnTo>
                    <a:lnTo>
                      <a:pt x="5378" y="4938"/>
                    </a:lnTo>
                    <a:lnTo>
                      <a:pt x="5524" y="4938"/>
                    </a:lnTo>
                    <a:lnTo>
                      <a:pt x="5566" y="4980"/>
                    </a:lnTo>
                    <a:lnTo>
                      <a:pt x="5587" y="4896"/>
                    </a:lnTo>
                    <a:lnTo>
                      <a:pt x="5566" y="4792"/>
                    </a:lnTo>
                    <a:lnTo>
                      <a:pt x="5566" y="4708"/>
                    </a:lnTo>
                    <a:lnTo>
                      <a:pt x="5524" y="4666"/>
                    </a:lnTo>
                    <a:lnTo>
                      <a:pt x="5378" y="4687"/>
                    </a:lnTo>
                    <a:lnTo>
                      <a:pt x="5252" y="4708"/>
                    </a:lnTo>
                    <a:lnTo>
                      <a:pt x="5231" y="4603"/>
                    </a:lnTo>
                    <a:lnTo>
                      <a:pt x="5273" y="4582"/>
                    </a:lnTo>
                    <a:lnTo>
                      <a:pt x="5336" y="4603"/>
                    </a:lnTo>
                    <a:lnTo>
                      <a:pt x="5461" y="4561"/>
                    </a:lnTo>
                    <a:lnTo>
                      <a:pt x="5545" y="4457"/>
                    </a:lnTo>
                    <a:lnTo>
                      <a:pt x="5587" y="4520"/>
                    </a:lnTo>
                    <a:lnTo>
                      <a:pt x="5671" y="4499"/>
                    </a:lnTo>
                    <a:lnTo>
                      <a:pt x="5733" y="4394"/>
                    </a:lnTo>
                    <a:lnTo>
                      <a:pt x="5691" y="4310"/>
                    </a:lnTo>
                    <a:lnTo>
                      <a:pt x="5775" y="4206"/>
                    </a:lnTo>
                    <a:lnTo>
                      <a:pt x="5754" y="4143"/>
                    </a:lnTo>
                    <a:lnTo>
                      <a:pt x="5796" y="4143"/>
                    </a:lnTo>
                    <a:lnTo>
                      <a:pt x="5838" y="4080"/>
                    </a:lnTo>
                    <a:lnTo>
                      <a:pt x="5691" y="4038"/>
                    </a:lnTo>
                    <a:lnTo>
                      <a:pt x="5566" y="4059"/>
                    </a:lnTo>
                    <a:lnTo>
                      <a:pt x="5629" y="3976"/>
                    </a:lnTo>
                    <a:lnTo>
                      <a:pt x="5691" y="3955"/>
                    </a:lnTo>
                    <a:lnTo>
                      <a:pt x="5691" y="3850"/>
                    </a:lnTo>
                    <a:lnTo>
                      <a:pt x="5587" y="3766"/>
                    </a:lnTo>
                    <a:lnTo>
                      <a:pt x="5357" y="3766"/>
                    </a:lnTo>
                    <a:lnTo>
                      <a:pt x="5336" y="3724"/>
                    </a:lnTo>
                    <a:lnTo>
                      <a:pt x="5336" y="3641"/>
                    </a:lnTo>
                    <a:lnTo>
                      <a:pt x="5378" y="3620"/>
                    </a:lnTo>
                    <a:lnTo>
                      <a:pt x="5357" y="3515"/>
                    </a:lnTo>
                    <a:lnTo>
                      <a:pt x="5168" y="3348"/>
                    </a:lnTo>
                    <a:lnTo>
                      <a:pt x="5106" y="3348"/>
                    </a:lnTo>
                    <a:lnTo>
                      <a:pt x="5001" y="3432"/>
                    </a:lnTo>
                    <a:lnTo>
                      <a:pt x="4834" y="3432"/>
                    </a:lnTo>
                    <a:lnTo>
                      <a:pt x="4687" y="3452"/>
                    </a:lnTo>
                    <a:lnTo>
                      <a:pt x="4478" y="3327"/>
                    </a:lnTo>
                    <a:lnTo>
                      <a:pt x="4436" y="3243"/>
                    </a:lnTo>
                    <a:lnTo>
                      <a:pt x="4394" y="3222"/>
                    </a:lnTo>
                    <a:lnTo>
                      <a:pt x="4290" y="3264"/>
                    </a:lnTo>
                    <a:lnTo>
                      <a:pt x="4206" y="3264"/>
                    </a:lnTo>
                    <a:lnTo>
                      <a:pt x="4122" y="3306"/>
                    </a:lnTo>
                    <a:lnTo>
                      <a:pt x="4018" y="3306"/>
                    </a:lnTo>
                    <a:lnTo>
                      <a:pt x="3976" y="3411"/>
                    </a:lnTo>
                    <a:lnTo>
                      <a:pt x="3913" y="3348"/>
                    </a:lnTo>
                    <a:lnTo>
                      <a:pt x="3808" y="3264"/>
                    </a:lnTo>
                    <a:lnTo>
                      <a:pt x="3704" y="3327"/>
                    </a:lnTo>
                    <a:lnTo>
                      <a:pt x="3578" y="3348"/>
                    </a:lnTo>
                    <a:lnTo>
                      <a:pt x="3578" y="3411"/>
                    </a:lnTo>
                    <a:lnTo>
                      <a:pt x="3536" y="3452"/>
                    </a:lnTo>
                    <a:lnTo>
                      <a:pt x="3536" y="3369"/>
                    </a:lnTo>
                    <a:lnTo>
                      <a:pt x="3474" y="3327"/>
                    </a:lnTo>
                    <a:lnTo>
                      <a:pt x="3369" y="3348"/>
                    </a:lnTo>
                    <a:lnTo>
                      <a:pt x="3139" y="3327"/>
                    </a:lnTo>
                    <a:lnTo>
                      <a:pt x="3076" y="3348"/>
                    </a:lnTo>
                    <a:lnTo>
                      <a:pt x="3160" y="3432"/>
                    </a:lnTo>
                    <a:lnTo>
                      <a:pt x="3160" y="3536"/>
                    </a:lnTo>
                    <a:lnTo>
                      <a:pt x="3264" y="3620"/>
                    </a:lnTo>
                    <a:lnTo>
                      <a:pt x="3139" y="3578"/>
                    </a:lnTo>
                    <a:lnTo>
                      <a:pt x="3076" y="3515"/>
                    </a:lnTo>
                    <a:lnTo>
                      <a:pt x="3013" y="3473"/>
                    </a:lnTo>
                    <a:lnTo>
                      <a:pt x="2867" y="3536"/>
                    </a:lnTo>
                    <a:lnTo>
                      <a:pt x="2804" y="3473"/>
                    </a:lnTo>
                    <a:lnTo>
                      <a:pt x="2930" y="3432"/>
                    </a:lnTo>
                    <a:lnTo>
                      <a:pt x="2930" y="3348"/>
                    </a:lnTo>
                    <a:lnTo>
                      <a:pt x="2804" y="3222"/>
                    </a:lnTo>
                    <a:lnTo>
                      <a:pt x="2825" y="3139"/>
                    </a:lnTo>
                    <a:lnTo>
                      <a:pt x="2762" y="3097"/>
                    </a:lnTo>
                    <a:lnTo>
                      <a:pt x="2637" y="3160"/>
                    </a:lnTo>
                    <a:lnTo>
                      <a:pt x="2658" y="3243"/>
                    </a:lnTo>
                    <a:lnTo>
                      <a:pt x="2637" y="3306"/>
                    </a:lnTo>
                    <a:lnTo>
                      <a:pt x="2532" y="3264"/>
                    </a:lnTo>
                    <a:lnTo>
                      <a:pt x="2595" y="3201"/>
                    </a:lnTo>
                    <a:lnTo>
                      <a:pt x="2553" y="3139"/>
                    </a:lnTo>
                    <a:lnTo>
                      <a:pt x="2448" y="3097"/>
                    </a:lnTo>
                    <a:lnTo>
                      <a:pt x="2406" y="3139"/>
                    </a:lnTo>
                    <a:lnTo>
                      <a:pt x="2323" y="3139"/>
                    </a:lnTo>
                    <a:lnTo>
                      <a:pt x="2344" y="3034"/>
                    </a:lnTo>
                    <a:lnTo>
                      <a:pt x="2344" y="2992"/>
                    </a:lnTo>
                    <a:lnTo>
                      <a:pt x="2323" y="2888"/>
                    </a:lnTo>
                    <a:lnTo>
                      <a:pt x="2218" y="2908"/>
                    </a:lnTo>
                    <a:lnTo>
                      <a:pt x="2093" y="3034"/>
                    </a:lnTo>
                    <a:lnTo>
                      <a:pt x="2114" y="3160"/>
                    </a:lnTo>
                    <a:lnTo>
                      <a:pt x="2030" y="3160"/>
                    </a:lnTo>
                    <a:lnTo>
                      <a:pt x="1988" y="3055"/>
                    </a:lnTo>
                    <a:lnTo>
                      <a:pt x="2030" y="2992"/>
                    </a:lnTo>
                    <a:lnTo>
                      <a:pt x="2030" y="2908"/>
                    </a:lnTo>
                    <a:lnTo>
                      <a:pt x="2093" y="2720"/>
                    </a:lnTo>
                    <a:lnTo>
                      <a:pt x="2009" y="2636"/>
                    </a:lnTo>
                    <a:lnTo>
                      <a:pt x="1883" y="2699"/>
                    </a:lnTo>
                    <a:lnTo>
                      <a:pt x="1883" y="2636"/>
                    </a:lnTo>
                    <a:lnTo>
                      <a:pt x="1988" y="2616"/>
                    </a:lnTo>
                    <a:lnTo>
                      <a:pt x="2030" y="2490"/>
                    </a:lnTo>
                    <a:lnTo>
                      <a:pt x="2009" y="2385"/>
                    </a:lnTo>
                    <a:lnTo>
                      <a:pt x="1925" y="2427"/>
                    </a:lnTo>
                    <a:lnTo>
                      <a:pt x="1862" y="2385"/>
                    </a:lnTo>
                    <a:lnTo>
                      <a:pt x="1800" y="2427"/>
                    </a:lnTo>
                    <a:lnTo>
                      <a:pt x="1695" y="2427"/>
                    </a:lnTo>
                    <a:lnTo>
                      <a:pt x="1758" y="2385"/>
                    </a:lnTo>
                    <a:lnTo>
                      <a:pt x="1758" y="2323"/>
                    </a:lnTo>
                    <a:lnTo>
                      <a:pt x="1653" y="2323"/>
                    </a:lnTo>
                    <a:lnTo>
                      <a:pt x="1590" y="2406"/>
                    </a:lnTo>
                    <a:lnTo>
                      <a:pt x="1444" y="2427"/>
                    </a:lnTo>
                    <a:lnTo>
                      <a:pt x="1444" y="2364"/>
                    </a:lnTo>
                    <a:lnTo>
                      <a:pt x="1507" y="2323"/>
                    </a:lnTo>
                    <a:lnTo>
                      <a:pt x="1570" y="2218"/>
                    </a:lnTo>
                    <a:lnTo>
                      <a:pt x="1590" y="2155"/>
                    </a:lnTo>
                    <a:lnTo>
                      <a:pt x="1674" y="2155"/>
                    </a:lnTo>
                    <a:lnTo>
                      <a:pt x="1779" y="2260"/>
                    </a:lnTo>
                    <a:lnTo>
                      <a:pt x="1925" y="2260"/>
                    </a:lnTo>
                    <a:lnTo>
                      <a:pt x="1904" y="2197"/>
                    </a:lnTo>
                    <a:lnTo>
                      <a:pt x="1800" y="2071"/>
                    </a:lnTo>
                    <a:lnTo>
                      <a:pt x="1695" y="2071"/>
                    </a:lnTo>
                    <a:lnTo>
                      <a:pt x="1758" y="2009"/>
                    </a:lnTo>
                    <a:lnTo>
                      <a:pt x="1611" y="1883"/>
                    </a:lnTo>
                    <a:lnTo>
                      <a:pt x="1507" y="1841"/>
                    </a:lnTo>
                    <a:lnTo>
                      <a:pt x="1570" y="1799"/>
                    </a:lnTo>
                    <a:lnTo>
                      <a:pt x="1590" y="1737"/>
                    </a:lnTo>
                    <a:lnTo>
                      <a:pt x="1653" y="1737"/>
                    </a:lnTo>
                    <a:lnTo>
                      <a:pt x="1695" y="1841"/>
                    </a:lnTo>
                    <a:lnTo>
                      <a:pt x="1800" y="1967"/>
                    </a:lnTo>
                    <a:lnTo>
                      <a:pt x="1967" y="1988"/>
                    </a:lnTo>
                    <a:lnTo>
                      <a:pt x="2030" y="2092"/>
                    </a:lnTo>
                    <a:lnTo>
                      <a:pt x="2114" y="2009"/>
                    </a:lnTo>
                    <a:lnTo>
                      <a:pt x="2176" y="2092"/>
                    </a:lnTo>
                    <a:lnTo>
                      <a:pt x="2344" y="2155"/>
                    </a:lnTo>
                    <a:lnTo>
                      <a:pt x="2448" y="2155"/>
                    </a:lnTo>
                    <a:lnTo>
                      <a:pt x="2511" y="2051"/>
                    </a:lnTo>
                    <a:lnTo>
                      <a:pt x="2490" y="1904"/>
                    </a:lnTo>
                    <a:lnTo>
                      <a:pt x="2239" y="1758"/>
                    </a:lnTo>
                    <a:lnTo>
                      <a:pt x="2134" y="1653"/>
                    </a:lnTo>
                    <a:lnTo>
                      <a:pt x="2072" y="1653"/>
                    </a:lnTo>
                    <a:lnTo>
                      <a:pt x="2030" y="1548"/>
                    </a:lnTo>
                    <a:lnTo>
                      <a:pt x="1925" y="1444"/>
                    </a:lnTo>
                    <a:lnTo>
                      <a:pt x="1883" y="1444"/>
                    </a:lnTo>
                    <a:lnTo>
                      <a:pt x="1821" y="1381"/>
                    </a:lnTo>
                    <a:lnTo>
                      <a:pt x="1883" y="1318"/>
                    </a:lnTo>
                    <a:lnTo>
                      <a:pt x="1967" y="1339"/>
                    </a:lnTo>
                    <a:lnTo>
                      <a:pt x="2030" y="1444"/>
                    </a:lnTo>
                    <a:lnTo>
                      <a:pt x="2114" y="1444"/>
                    </a:lnTo>
                    <a:lnTo>
                      <a:pt x="2134" y="1548"/>
                    </a:lnTo>
                    <a:lnTo>
                      <a:pt x="2197" y="1548"/>
                    </a:lnTo>
                    <a:lnTo>
                      <a:pt x="2239" y="1465"/>
                    </a:lnTo>
                    <a:lnTo>
                      <a:pt x="2197" y="1276"/>
                    </a:lnTo>
                    <a:lnTo>
                      <a:pt x="2072" y="1130"/>
                    </a:lnTo>
                    <a:lnTo>
                      <a:pt x="1988" y="1130"/>
                    </a:lnTo>
                    <a:lnTo>
                      <a:pt x="1967" y="1109"/>
                    </a:lnTo>
                    <a:lnTo>
                      <a:pt x="1821" y="1109"/>
                    </a:lnTo>
                    <a:lnTo>
                      <a:pt x="1695" y="1172"/>
                    </a:lnTo>
                    <a:lnTo>
                      <a:pt x="1590" y="1172"/>
                    </a:lnTo>
                    <a:lnTo>
                      <a:pt x="1486" y="1109"/>
                    </a:lnTo>
                    <a:lnTo>
                      <a:pt x="1402" y="1130"/>
                    </a:lnTo>
                    <a:lnTo>
                      <a:pt x="1360" y="1025"/>
                    </a:lnTo>
                    <a:lnTo>
                      <a:pt x="1235" y="1214"/>
                    </a:lnTo>
                    <a:lnTo>
                      <a:pt x="1067" y="1276"/>
                    </a:lnTo>
                    <a:lnTo>
                      <a:pt x="1046" y="1381"/>
                    </a:lnTo>
                    <a:lnTo>
                      <a:pt x="963" y="1423"/>
                    </a:lnTo>
                    <a:lnTo>
                      <a:pt x="963" y="1339"/>
                    </a:lnTo>
                    <a:lnTo>
                      <a:pt x="1046" y="1235"/>
                    </a:lnTo>
                    <a:lnTo>
                      <a:pt x="1088" y="1235"/>
                    </a:lnTo>
                    <a:lnTo>
                      <a:pt x="1339" y="1004"/>
                    </a:lnTo>
                    <a:lnTo>
                      <a:pt x="1360" y="921"/>
                    </a:lnTo>
                    <a:lnTo>
                      <a:pt x="1298" y="816"/>
                    </a:lnTo>
                    <a:lnTo>
                      <a:pt x="1298" y="544"/>
                    </a:lnTo>
                    <a:lnTo>
                      <a:pt x="1339" y="523"/>
                    </a:lnTo>
                    <a:lnTo>
                      <a:pt x="1256" y="419"/>
                    </a:lnTo>
                    <a:lnTo>
                      <a:pt x="1193" y="481"/>
                    </a:lnTo>
                    <a:lnTo>
                      <a:pt x="1088" y="481"/>
                    </a:lnTo>
                    <a:lnTo>
                      <a:pt x="1026" y="419"/>
                    </a:lnTo>
                    <a:lnTo>
                      <a:pt x="1026" y="314"/>
                    </a:lnTo>
                    <a:lnTo>
                      <a:pt x="1026" y="230"/>
                    </a:lnTo>
                    <a:lnTo>
                      <a:pt x="816" y="188"/>
                    </a:lnTo>
                    <a:lnTo>
                      <a:pt x="733" y="84"/>
                    </a:lnTo>
                    <a:lnTo>
                      <a:pt x="628" y="84"/>
                    </a:lnTo>
                    <a:lnTo>
                      <a:pt x="502" y="0"/>
                    </a:lnTo>
                    <a:close/>
                  </a:path>
                </a:pathLst>
              </a:custGeom>
              <a:solidFill>
                <a:srgbClr val="5F7D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05" name="Google Shape;5905;p36"/>
              <p:cNvSpPr/>
              <p:nvPr/>
            </p:nvSpPr>
            <p:spPr>
              <a:xfrm>
                <a:off x="2687175" y="1694400"/>
                <a:ext cx="33500" cy="37675"/>
              </a:xfrm>
              <a:custGeom>
                <a:rect b="b" l="l" r="r" t="t"/>
                <a:pathLst>
                  <a:path extrusionOk="0" h="1507" w="1340">
                    <a:moveTo>
                      <a:pt x="796" y="0"/>
                    </a:moveTo>
                    <a:lnTo>
                      <a:pt x="670" y="21"/>
                    </a:lnTo>
                    <a:lnTo>
                      <a:pt x="607" y="84"/>
                    </a:lnTo>
                    <a:lnTo>
                      <a:pt x="691" y="147"/>
                    </a:lnTo>
                    <a:lnTo>
                      <a:pt x="691" y="231"/>
                    </a:lnTo>
                    <a:lnTo>
                      <a:pt x="628" y="210"/>
                    </a:lnTo>
                    <a:lnTo>
                      <a:pt x="565" y="147"/>
                    </a:lnTo>
                    <a:lnTo>
                      <a:pt x="461" y="126"/>
                    </a:lnTo>
                    <a:lnTo>
                      <a:pt x="419" y="210"/>
                    </a:lnTo>
                    <a:lnTo>
                      <a:pt x="524" y="210"/>
                    </a:lnTo>
                    <a:lnTo>
                      <a:pt x="565" y="251"/>
                    </a:lnTo>
                    <a:lnTo>
                      <a:pt x="524" y="293"/>
                    </a:lnTo>
                    <a:lnTo>
                      <a:pt x="398" y="314"/>
                    </a:lnTo>
                    <a:lnTo>
                      <a:pt x="356" y="335"/>
                    </a:lnTo>
                    <a:lnTo>
                      <a:pt x="398" y="440"/>
                    </a:lnTo>
                    <a:lnTo>
                      <a:pt x="419" y="461"/>
                    </a:lnTo>
                    <a:lnTo>
                      <a:pt x="419" y="523"/>
                    </a:lnTo>
                    <a:lnTo>
                      <a:pt x="293" y="461"/>
                    </a:lnTo>
                    <a:lnTo>
                      <a:pt x="168" y="503"/>
                    </a:lnTo>
                    <a:lnTo>
                      <a:pt x="84" y="565"/>
                    </a:lnTo>
                    <a:lnTo>
                      <a:pt x="42" y="712"/>
                    </a:lnTo>
                    <a:lnTo>
                      <a:pt x="0" y="733"/>
                    </a:lnTo>
                    <a:lnTo>
                      <a:pt x="0" y="754"/>
                    </a:lnTo>
                    <a:lnTo>
                      <a:pt x="63" y="754"/>
                    </a:lnTo>
                    <a:lnTo>
                      <a:pt x="42" y="837"/>
                    </a:lnTo>
                    <a:lnTo>
                      <a:pt x="42" y="879"/>
                    </a:lnTo>
                    <a:lnTo>
                      <a:pt x="63" y="921"/>
                    </a:lnTo>
                    <a:lnTo>
                      <a:pt x="147" y="816"/>
                    </a:lnTo>
                    <a:lnTo>
                      <a:pt x="168" y="837"/>
                    </a:lnTo>
                    <a:lnTo>
                      <a:pt x="105" y="963"/>
                    </a:lnTo>
                    <a:lnTo>
                      <a:pt x="147" y="1026"/>
                    </a:lnTo>
                    <a:lnTo>
                      <a:pt x="210" y="1067"/>
                    </a:lnTo>
                    <a:lnTo>
                      <a:pt x="272" y="1047"/>
                    </a:lnTo>
                    <a:lnTo>
                      <a:pt x="293" y="1067"/>
                    </a:lnTo>
                    <a:lnTo>
                      <a:pt x="314" y="1151"/>
                    </a:lnTo>
                    <a:lnTo>
                      <a:pt x="356" y="1151"/>
                    </a:lnTo>
                    <a:lnTo>
                      <a:pt x="398" y="1088"/>
                    </a:lnTo>
                    <a:lnTo>
                      <a:pt x="461" y="1130"/>
                    </a:lnTo>
                    <a:lnTo>
                      <a:pt x="461" y="1256"/>
                    </a:lnTo>
                    <a:lnTo>
                      <a:pt x="482" y="1298"/>
                    </a:lnTo>
                    <a:lnTo>
                      <a:pt x="586" y="1277"/>
                    </a:lnTo>
                    <a:lnTo>
                      <a:pt x="607" y="1402"/>
                    </a:lnTo>
                    <a:lnTo>
                      <a:pt x="712" y="1402"/>
                    </a:lnTo>
                    <a:lnTo>
                      <a:pt x="837" y="1486"/>
                    </a:lnTo>
                    <a:lnTo>
                      <a:pt x="942" y="1486"/>
                    </a:lnTo>
                    <a:lnTo>
                      <a:pt x="1005" y="1507"/>
                    </a:lnTo>
                    <a:lnTo>
                      <a:pt x="1026" y="1486"/>
                    </a:lnTo>
                    <a:lnTo>
                      <a:pt x="1005" y="1402"/>
                    </a:lnTo>
                    <a:lnTo>
                      <a:pt x="1088" y="1381"/>
                    </a:lnTo>
                    <a:lnTo>
                      <a:pt x="1151" y="1235"/>
                    </a:lnTo>
                    <a:lnTo>
                      <a:pt x="1130" y="1088"/>
                    </a:lnTo>
                    <a:lnTo>
                      <a:pt x="1214" y="942"/>
                    </a:lnTo>
                    <a:lnTo>
                      <a:pt x="1235" y="921"/>
                    </a:lnTo>
                    <a:lnTo>
                      <a:pt x="1319" y="712"/>
                    </a:lnTo>
                    <a:lnTo>
                      <a:pt x="1319" y="565"/>
                    </a:lnTo>
                    <a:lnTo>
                      <a:pt x="1340" y="523"/>
                    </a:lnTo>
                    <a:lnTo>
                      <a:pt x="1319" y="419"/>
                    </a:lnTo>
                    <a:lnTo>
                      <a:pt x="1235" y="335"/>
                    </a:lnTo>
                    <a:lnTo>
                      <a:pt x="1235" y="210"/>
                    </a:lnTo>
                    <a:lnTo>
                      <a:pt x="1193" y="147"/>
                    </a:lnTo>
                    <a:lnTo>
                      <a:pt x="1151" y="42"/>
                    </a:lnTo>
                    <a:lnTo>
                      <a:pt x="1005" y="0"/>
                    </a:lnTo>
                    <a:lnTo>
                      <a:pt x="900" y="42"/>
                    </a:lnTo>
                    <a:lnTo>
                      <a:pt x="796" y="0"/>
                    </a:lnTo>
                    <a:close/>
                  </a:path>
                </a:pathLst>
              </a:custGeom>
              <a:solidFill>
                <a:srgbClr val="5F7D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06" name="Google Shape;5906;p36"/>
              <p:cNvSpPr/>
              <p:nvPr/>
            </p:nvSpPr>
            <p:spPr>
              <a:xfrm>
                <a:off x="2605050" y="1520200"/>
                <a:ext cx="42400" cy="26175"/>
              </a:xfrm>
              <a:custGeom>
                <a:rect b="b" l="l" r="r" t="t"/>
                <a:pathLst>
                  <a:path extrusionOk="0" h="1047" w="1696">
                    <a:moveTo>
                      <a:pt x="1570" y="1"/>
                    </a:moveTo>
                    <a:lnTo>
                      <a:pt x="1486" y="64"/>
                    </a:lnTo>
                    <a:lnTo>
                      <a:pt x="1256" y="64"/>
                    </a:lnTo>
                    <a:lnTo>
                      <a:pt x="1130" y="168"/>
                    </a:lnTo>
                    <a:lnTo>
                      <a:pt x="963" y="168"/>
                    </a:lnTo>
                    <a:lnTo>
                      <a:pt x="921" y="189"/>
                    </a:lnTo>
                    <a:lnTo>
                      <a:pt x="816" y="105"/>
                    </a:lnTo>
                    <a:lnTo>
                      <a:pt x="712" y="84"/>
                    </a:lnTo>
                    <a:lnTo>
                      <a:pt x="356" y="189"/>
                    </a:lnTo>
                    <a:lnTo>
                      <a:pt x="126" y="189"/>
                    </a:lnTo>
                    <a:lnTo>
                      <a:pt x="105" y="273"/>
                    </a:lnTo>
                    <a:lnTo>
                      <a:pt x="0" y="377"/>
                    </a:lnTo>
                    <a:lnTo>
                      <a:pt x="0" y="482"/>
                    </a:lnTo>
                    <a:lnTo>
                      <a:pt x="105" y="461"/>
                    </a:lnTo>
                    <a:lnTo>
                      <a:pt x="231" y="461"/>
                    </a:lnTo>
                    <a:lnTo>
                      <a:pt x="314" y="419"/>
                    </a:lnTo>
                    <a:lnTo>
                      <a:pt x="398" y="461"/>
                    </a:lnTo>
                    <a:lnTo>
                      <a:pt x="503" y="461"/>
                    </a:lnTo>
                    <a:lnTo>
                      <a:pt x="565" y="503"/>
                    </a:lnTo>
                    <a:lnTo>
                      <a:pt x="503" y="587"/>
                    </a:lnTo>
                    <a:lnTo>
                      <a:pt x="544" y="712"/>
                    </a:lnTo>
                    <a:lnTo>
                      <a:pt x="628" y="817"/>
                    </a:lnTo>
                    <a:lnTo>
                      <a:pt x="712" y="712"/>
                    </a:lnTo>
                    <a:lnTo>
                      <a:pt x="712" y="628"/>
                    </a:lnTo>
                    <a:lnTo>
                      <a:pt x="754" y="587"/>
                    </a:lnTo>
                    <a:lnTo>
                      <a:pt x="858" y="712"/>
                    </a:lnTo>
                    <a:lnTo>
                      <a:pt x="837" y="838"/>
                    </a:lnTo>
                    <a:lnTo>
                      <a:pt x="984" y="1005"/>
                    </a:lnTo>
                    <a:lnTo>
                      <a:pt x="1088" y="984"/>
                    </a:lnTo>
                    <a:lnTo>
                      <a:pt x="1151" y="1047"/>
                    </a:lnTo>
                    <a:lnTo>
                      <a:pt x="1360" y="1047"/>
                    </a:lnTo>
                    <a:lnTo>
                      <a:pt x="1465" y="942"/>
                    </a:lnTo>
                    <a:lnTo>
                      <a:pt x="1591" y="900"/>
                    </a:lnTo>
                    <a:lnTo>
                      <a:pt x="1674" y="670"/>
                    </a:lnTo>
                    <a:lnTo>
                      <a:pt x="1591" y="503"/>
                    </a:lnTo>
                    <a:lnTo>
                      <a:pt x="1695" y="356"/>
                    </a:lnTo>
                    <a:lnTo>
                      <a:pt x="1695" y="273"/>
                    </a:lnTo>
                    <a:lnTo>
                      <a:pt x="1612" y="147"/>
                    </a:lnTo>
                    <a:lnTo>
                      <a:pt x="1653" y="64"/>
                    </a:lnTo>
                    <a:lnTo>
                      <a:pt x="1570" y="1"/>
                    </a:lnTo>
                    <a:close/>
                  </a:path>
                </a:pathLst>
              </a:custGeom>
              <a:solidFill>
                <a:srgbClr val="5F7D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07" name="Google Shape;5907;p36"/>
              <p:cNvSpPr/>
              <p:nvPr/>
            </p:nvSpPr>
            <p:spPr>
              <a:xfrm>
                <a:off x="2443425" y="1547400"/>
                <a:ext cx="109875" cy="60700"/>
              </a:xfrm>
              <a:custGeom>
                <a:rect b="b" l="l" r="r" t="t"/>
                <a:pathLst>
                  <a:path extrusionOk="0" h="2428" w="4395">
                    <a:moveTo>
                      <a:pt x="4268" y="1"/>
                    </a:moveTo>
                    <a:lnTo>
                      <a:pt x="4185" y="43"/>
                    </a:lnTo>
                    <a:lnTo>
                      <a:pt x="4059" y="105"/>
                    </a:lnTo>
                    <a:lnTo>
                      <a:pt x="4059" y="252"/>
                    </a:lnTo>
                    <a:lnTo>
                      <a:pt x="4038" y="336"/>
                    </a:lnTo>
                    <a:lnTo>
                      <a:pt x="4059" y="377"/>
                    </a:lnTo>
                    <a:lnTo>
                      <a:pt x="3955" y="419"/>
                    </a:lnTo>
                    <a:lnTo>
                      <a:pt x="3934" y="315"/>
                    </a:lnTo>
                    <a:lnTo>
                      <a:pt x="3892" y="315"/>
                    </a:lnTo>
                    <a:lnTo>
                      <a:pt x="3871" y="377"/>
                    </a:lnTo>
                    <a:lnTo>
                      <a:pt x="3829" y="440"/>
                    </a:lnTo>
                    <a:lnTo>
                      <a:pt x="3766" y="357"/>
                    </a:lnTo>
                    <a:lnTo>
                      <a:pt x="3745" y="168"/>
                    </a:lnTo>
                    <a:lnTo>
                      <a:pt x="3641" y="64"/>
                    </a:lnTo>
                    <a:lnTo>
                      <a:pt x="3578" y="64"/>
                    </a:lnTo>
                    <a:lnTo>
                      <a:pt x="3557" y="126"/>
                    </a:lnTo>
                    <a:lnTo>
                      <a:pt x="3432" y="126"/>
                    </a:lnTo>
                    <a:lnTo>
                      <a:pt x="3306" y="64"/>
                    </a:lnTo>
                    <a:lnTo>
                      <a:pt x="3222" y="64"/>
                    </a:lnTo>
                    <a:lnTo>
                      <a:pt x="2992" y="43"/>
                    </a:lnTo>
                    <a:lnTo>
                      <a:pt x="2846" y="126"/>
                    </a:lnTo>
                    <a:lnTo>
                      <a:pt x="2804" y="231"/>
                    </a:lnTo>
                    <a:lnTo>
                      <a:pt x="2741" y="315"/>
                    </a:lnTo>
                    <a:lnTo>
                      <a:pt x="2699" y="273"/>
                    </a:lnTo>
                    <a:lnTo>
                      <a:pt x="2636" y="273"/>
                    </a:lnTo>
                    <a:lnTo>
                      <a:pt x="2364" y="482"/>
                    </a:lnTo>
                    <a:lnTo>
                      <a:pt x="2281" y="566"/>
                    </a:lnTo>
                    <a:lnTo>
                      <a:pt x="2197" y="566"/>
                    </a:lnTo>
                    <a:lnTo>
                      <a:pt x="2051" y="670"/>
                    </a:lnTo>
                    <a:lnTo>
                      <a:pt x="1946" y="691"/>
                    </a:lnTo>
                    <a:lnTo>
                      <a:pt x="1862" y="775"/>
                    </a:lnTo>
                    <a:lnTo>
                      <a:pt x="1841" y="859"/>
                    </a:lnTo>
                    <a:lnTo>
                      <a:pt x="1653" y="859"/>
                    </a:lnTo>
                    <a:lnTo>
                      <a:pt x="1590" y="880"/>
                    </a:lnTo>
                    <a:lnTo>
                      <a:pt x="1465" y="859"/>
                    </a:lnTo>
                    <a:lnTo>
                      <a:pt x="1423" y="901"/>
                    </a:lnTo>
                    <a:lnTo>
                      <a:pt x="1339" y="901"/>
                    </a:lnTo>
                    <a:lnTo>
                      <a:pt x="1151" y="1068"/>
                    </a:lnTo>
                    <a:lnTo>
                      <a:pt x="1025" y="1152"/>
                    </a:lnTo>
                    <a:lnTo>
                      <a:pt x="900" y="1089"/>
                    </a:lnTo>
                    <a:lnTo>
                      <a:pt x="795" y="1152"/>
                    </a:lnTo>
                    <a:lnTo>
                      <a:pt x="523" y="1193"/>
                    </a:lnTo>
                    <a:lnTo>
                      <a:pt x="398" y="1382"/>
                    </a:lnTo>
                    <a:lnTo>
                      <a:pt x="314" y="1382"/>
                    </a:lnTo>
                    <a:lnTo>
                      <a:pt x="167" y="1403"/>
                    </a:lnTo>
                    <a:lnTo>
                      <a:pt x="105" y="1528"/>
                    </a:lnTo>
                    <a:lnTo>
                      <a:pt x="209" y="1528"/>
                    </a:lnTo>
                    <a:lnTo>
                      <a:pt x="272" y="1591"/>
                    </a:lnTo>
                    <a:lnTo>
                      <a:pt x="167" y="1591"/>
                    </a:lnTo>
                    <a:lnTo>
                      <a:pt x="126" y="1633"/>
                    </a:lnTo>
                    <a:lnTo>
                      <a:pt x="209" y="1717"/>
                    </a:lnTo>
                    <a:lnTo>
                      <a:pt x="188" y="1779"/>
                    </a:lnTo>
                    <a:lnTo>
                      <a:pt x="0" y="1842"/>
                    </a:lnTo>
                    <a:lnTo>
                      <a:pt x="0" y="1905"/>
                    </a:lnTo>
                    <a:lnTo>
                      <a:pt x="126" y="1926"/>
                    </a:lnTo>
                    <a:lnTo>
                      <a:pt x="230" y="1905"/>
                    </a:lnTo>
                    <a:lnTo>
                      <a:pt x="293" y="1821"/>
                    </a:lnTo>
                    <a:lnTo>
                      <a:pt x="377" y="1800"/>
                    </a:lnTo>
                    <a:lnTo>
                      <a:pt x="481" y="1842"/>
                    </a:lnTo>
                    <a:lnTo>
                      <a:pt x="586" y="1989"/>
                    </a:lnTo>
                    <a:lnTo>
                      <a:pt x="586" y="2114"/>
                    </a:lnTo>
                    <a:lnTo>
                      <a:pt x="691" y="2156"/>
                    </a:lnTo>
                    <a:lnTo>
                      <a:pt x="732" y="2114"/>
                    </a:lnTo>
                    <a:lnTo>
                      <a:pt x="732" y="2009"/>
                    </a:lnTo>
                    <a:lnTo>
                      <a:pt x="753" y="1989"/>
                    </a:lnTo>
                    <a:lnTo>
                      <a:pt x="816" y="1821"/>
                    </a:lnTo>
                    <a:lnTo>
                      <a:pt x="858" y="1821"/>
                    </a:lnTo>
                    <a:lnTo>
                      <a:pt x="1004" y="1779"/>
                    </a:lnTo>
                    <a:lnTo>
                      <a:pt x="1067" y="1800"/>
                    </a:lnTo>
                    <a:lnTo>
                      <a:pt x="1046" y="1884"/>
                    </a:lnTo>
                    <a:lnTo>
                      <a:pt x="942" y="1926"/>
                    </a:lnTo>
                    <a:lnTo>
                      <a:pt x="900" y="2093"/>
                    </a:lnTo>
                    <a:lnTo>
                      <a:pt x="942" y="2156"/>
                    </a:lnTo>
                    <a:lnTo>
                      <a:pt x="858" y="2240"/>
                    </a:lnTo>
                    <a:lnTo>
                      <a:pt x="816" y="2323"/>
                    </a:lnTo>
                    <a:lnTo>
                      <a:pt x="858" y="2407"/>
                    </a:lnTo>
                    <a:lnTo>
                      <a:pt x="921" y="2323"/>
                    </a:lnTo>
                    <a:lnTo>
                      <a:pt x="1004" y="2344"/>
                    </a:lnTo>
                    <a:lnTo>
                      <a:pt x="1004" y="2428"/>
                    </a:lnTo>
                    <a:lnTo>
                      <a:pt x="1046" y="2428"/>
                    </a:lnTo>
                    <a:lnTo>
                      <a:pt x="1235" y="2323"/>
                    </a:lnTo>
                    <a:lnTo>
                      <a:pt x="1318" y="2219"/>
                    </a:lnTo>
                    <a:lnTo>
                      <a:pt x="1381" y="2240"/>
                    </a:lnTo>
                    <a:lnTo>
                      <a:pt x="1444" y="2135"/>
                    </a:lnTo>
                    <a:lnTo>
                      <a:pt x="1444" y="2009"/>
                    </a:lnTo>
                    <a:lnTo>
                      <a:pt x="1527" y="2009"/>
                    </a:lnTo>
                    <a:lnTo>
                      <a:pt x="1590" y="1905"/>
                    </a:lnTo>
                    <a:lnTo>
                      <a:pt x="1590" y="1779"/>
                    </a:lnTo>
                    <a:lnTo>
                      <a:pt x="1653" y="1717"/>
                    </a:lnTo>
                    <a:lnTo>
                      <a:pt x="1674" y="1779"/>
                    </a:lnTo>
                    <a:lnTo>
                      <a:pt x="1653" y="1842"/>
                    </a:lnTo>
                    <a:lnTo>
                      <a:pt x="1674" y="1926"/>
                    </a:lnTo>
                    <a:lnTo>
                      <a:pt x="1653" y="2051"/>
                    </a:lnTo>
                    <a:lnTo>
                      <a:pt x="1674" y="2198"/>
                    </a:lnTo>
                    <a:lnTo>
                      <a:pt x="1737" y="2198"/>
                    </a:lnTo>
                    <a:lnTo>
                      <a:pt x="1841" y="2051"/>
                    </a:lnTo>
                    <a:lnTo>
                      <a:pt x="1862" y="1926"/>
                    </a:lnTo>
                    <a:lnTo>
                      <a:pt x="1883" y="1884"/>
                    </a:lnTo>
                    <a:lnTo>
                      <a:pt x="1967" y="1842"/>
                    </a:lnTo>
                    <a:lnTo>
                      <a:pt x="2092" y="1696"/>
                    </a:lnTo>
                    <a:lnTo>
                      <a:pt x="2113" y="1570"/>
                    </a:lnTo>
                    <a:lnTo>
                      <a:pt x="2092" y="1465"/>
                    </a:lnTo>
                    <a:lnTo>
                      <a:pt x="2155" y="1361"/>
                    </a:lnTo>
                    <a:lnTo>
                      <a:pt x="2197" y="1486"/>
                    </a:lnTo>
                    <a:lnTo>
                      <a:pt x="2406" y="1361"/>
                    </a:lnTo>
                    <a:lnTo>
                      <a:pt x="2469" y="1193"/>
                    </a:lnTo>
                    <a:lnTo>
                      <a:pt x="2490" y="1089"/>
                    </a:lnTo>
                    <a:lnTo>
                      <a:pt x="2595" y="1068"/>
                    </a:lnTo>
                    <a:lnTo>
                      <a:pt x="2636" y="1047"/>
                    </a:lnTo>
                    <a:lnTo>
                      <a:pt x="2720" y="1089"/>
                    </a:lnTo>
                    <a:lnTo>
                      <a:pt x="2825" y="984"/>
                    </a:lnTo>
                    <a:lnTo>
                      <a:pt x="2888" y="1047"/>
                    </a:lnTo>
                    <a:lnTo>
                      <a:pt x="2825" y="1256"/>
                    </a:lnTo>
                    <a:lnTo>
                      <a:pt x="2678" y="1403"/>
                    </a:lnTo>
                    <a:lnTo>
                      <a:pt x="2636" y="1507"/>
                    </a:lnTo>
                    <a:lnTo>
                      <a:pt x="2574" y="1591"/>
                    </a:lnTo>
                    <a:lnTo>
                      <a:pt x="2574" y="1633"/>
                    </a:lnTo>
                    <a:lnTo>
                      <a:pt x="2469" y="1696"/>
                    </a:lnTo>
                    <a:lnTo>
                      <a:pt x="2323" y="1926"/>
                    </a:lnTo>
                    <a:lnTo>
                      <a:pt x="2323" y="1989"/>
                    </a:lnTo>
                    <a:lnTo>
                      <a:pt x="2385" y="2093"/>
                    </a:lnTo>
                    <a:lnTo>
                      <a:pt x="2364" y="2198"/>
                    </a:lnTo>
                    <a:lnTo>
                      <a:pt x="2427" y="2219"/>
                    </a:lnTo>
                    <a:lnTo>
                      <a:pt x="2532" y="2261"/>
                    </a:lnTo>
                    <a:lnTo>
                      <a:pt x="2616" y="2198"/>
                    </a:lnTo>
                    <a:lnTo>
                      <a:pt x="2720" y="2135"/>
                    </a:lnTo>
                    <a:lnTo>
                      <a:pt x="2741" y="2030"/>
                    </a:lnTo>
                    <a:lnTo>
                      <a:pt x="2741" y="1926"/>
                    </a:lnTo>
                    <a:lnTo>
                      <a:pt x="2825" y="1842"/>
                    </a:lnTo>
                    <a:lnTo>
                      <a:pt x="2888" y="1737"/>
                    </a:lnTo>
                    <a:lnTo>
                      <a:pt x="2950" y="1737"/>
                    </a:lnTo>
                    <a:lnTo>
                      <a:pt x="3013" y="1717"/>
                    </a:lnTo>
                    <a:lnTo>
                      <a:pt x="3097" y="1779"/>
                    </a:lnTo>
                    <a:lnTo>
                      <a:pt x="3201" y="1779"/>
                    </a:lnTo>
                    <a:lnTo>
                      <a:pt x="3243" y="1717"/>
                    </a:lnTo>
                    <a:lnTo>
                      <a:pt x="3432" y="1717"/>
                    </a:lnTo>
                    <a:lnTo>
                      <a:pt x="3515" y="1612"/>
                    </a:lnTo>
                    <a:lnTo>
                      <a:pt x="3557" y="1403"/>
                    </a:lnTo>
                    <a:lnTo>
                      <a:pt x="3662" y="1256"/>
                    </a:lnTo>
                    <a:lnTo>
                      <a:pt x="3662" y="1152"/>
                    </a:lnTo>
                    <a:lnTo>
                      <a:pt x="3683" y="1089"/>
                    </a:lnTo>
                    <a:lnTo>
                      <a:pt x="3766" y="1214"/>
                    </a:lnTo>
                    <a:lnTo>
                      <a:pt x="3871" y="1256"/>
                    </a:lnTo>
                    <a:lnTo>
                      <a:pt x="3892" y="1193"/>
                    </a:lnTo>
                    <a:lnTo>
                      <a:pt x="3892" y="1110"/>
                    </a:lnTo>
                    <a:lnTo>
                      <a:pt x="3787" y="963"/>
                    </a:lnTo>
                    <a:lnTo>
                      <a:pt x="3787" y="880"/>
                    </a:lnTo>
                    <a:lnTo>
                      <a:pt x="3934" y="775"/>
                    </a:lnTo>
                    <a:lnTo>
                      <a:pt x="4038" y="754"/>
                    </a:lnTo>
                    <a:lnTo>
                      <a:pt x="4143" y="691"/>
                    </a:lnTo>
                    <a:lnTo>
                      <a:pt x="4206" y="733"/>
                    </a:lnTo>
                    <a:lnTo>
                      <a:pt x="4289" y="733"/>
                    </a:lnTo>
                    <a:lnTo>
                      <a:pt x="4394" y="587"/>
                    </a:lnTo>
                    <a:lnTo>
                      <a:pt x="4373" y="524"/>
                    </a:lnTo>
                    <a:lnTo>
                      <a:pt x="4352" y="273"/>
                    </a:lnTo>
                    <a:lnTo>
                      <a:pt x="4373" y="231"/>
                    </a:lnTo>
                    <a:lnTo>
                      <a:pt x="4352" y="168"/>
                    </a:lnTo>
                    <a:lnTo>
                      <a:pt x="4352" y="22"/>
                    </a:lnTo>
                    <a:lnTo>
                      <a:pt x="4268" y="1"/>
                    </a:lnTo>
                    <a:close/>
                  </a:path>
                </a:pathLst>
              </a:custGeom>
              <a:solidFill>
                <a:srgbClr val="5F7D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08" name="Google Shape;5908;p36"/>
              <p:cNvSpPr/>
              <p:nvPr/>
            </p:nvSpPr>
            <p:spPr>
              <a:xfrm>
                <a:off x="2580975" y="1547400"/>
                <a:ext cx="48150" cy="32475"/>
              </a:xfrm>
              <a:custGeom>
                <a:rect b="b" l="l" r="r" t="t"/>
                <a:pathLst>
                  <a:path extrusionOk="0" h="1299" w="1926">
                    <a:moveTo>
                      <a:pt x="796" y="1"/>
                    </a:moveTo>
                    <a:lnTo>
                      <a:pt x="524" y="43"/>
                    </a:lnTo>
                    <a:lnTo>
                      <a:pt x="440" y="43"/>
                    </a:lnTo>
                    <a:lnTo>
                      <a:pt x="336" y="126"/>
                    </a:lnTo>
                    <a:lnTo>
                      <a:pt x="231" y="168"/>
                    </a:lnTo>
                    <a:lnTo>
                      <a:pt x="210" y="315"/>
                    </a:lnTo>
                    <a:lnTo>
                      <a:pt x="64" y="419"/>
                    </a:lnTo>
                    <a:lnTo>
                      <a:pt x="64" y="524"/>
                    </a:lnTo>
                    <a:lnTo>
                      <a:pt x="1" y="629"/>
                    </a:lnTo>
                    <a:lnTo>
                      <a:pt x="22" y="754"/>
                    </a:lnTo>
                    <a:lnTo>
                      <a:pt x="22" y="880"/>
                    </a:lnTo>
                    <a:lnTo>
                      <a:pt x="106" y="880"/>
                    </a:lnTo>
                    <a:lnTo>
                      <a:pt x="231" y="963"/>
                    </a:lnTo>
                    <a:lnTo>
                      <a:pt x="315" y="1110"/>
                    </a:lnTo>
                    <a:lnTo>
                      <a:pt x="231" y="1193"/>
                    </a:lnTo>
                    <a:lnTo>
                      <a:pt x="252" y="1214"/>
                    </a:lnTo>
                    <a:lnTo>
                      <a:pt x="378" y="1214"/>
                    </a:lnTo>
                    <a:lnTo>
                      <a:pt x="524" y="1256"/>
                    </a:lnTo>
                    <a:lnTo>
                      <a:pt x="566" y="1214"/>
                    </a:lnTo>
                    <a:lnTo>
                      <a:pt x="691" y="1298"/>
                    </a:lnTo>
                    <a:lnTo>
                      <a:pt x="838" y="1298"/>
                    </a:lnTo>
                    <a:lnTo>
                      <a:pt x="943" y="1256"/>
                    </a:lnTo>
                    <a:lnTo>
                      <a:pt x="1068" y="1256"/>
                    </a:lnTo>
                    <a:lnTo>
                      <a:pt x="1110" y="1152"/>
                    </a:lnTo>
                    <a:lnTo>
                      <a:pt x="1110" y="1089"/>
                    </a:lnTo>
                    <a:lnTo>
                      <a:pt x="1215" y="1068"/>
                    </a:lnTo>
                    <a:lnTo>
                      <a:pt x="1256" y="984"/>
                    </a:lnTo>
                    <a:lnTo>
                      <a:pt x="1403" y="796"/>
                    </a:lnTo>
                    <a:lnTo>
                      <a:pt x="1382" y="733"/>
                    </a:lnTo>
                    <a:lnTo>
                      <a:pt x="1319" y="754"/>
                    </a:lnTo>
                    <a:lnTo>
                      <a:pt x="1215" y="733"/>
                    </a:lnTo>
                    <a:lnTo>
                      <a:pt x="1215" y="670"/>
                    </a:lnTo>
                    <a:lnTo>
                      <a:pt x="1361" y="545"/>
                    </a:lnTo>
                    <a:lnTo>
                      <a:pt x="1466" y="545"/>
                    </a:lnTo>
                    <a:lnTo>
                      <a:pt x="1738" y="440"/>
                    </a:lnTo>
                    <a:lnTo>
                      <a:pt x="1821" y="461"/>
                    </a:lnTo>
                    <a:lnTo>
                      <a:pt x="1926" y="273"/>
                    </a:lnTo>
                    <a:lnTo>
                      <a:pt x="1905" y="231"/>
                    </a:lnTo>
                    <a:lnTo>
                      <a:pt x="1779" y="210"/>
                    </a:lnTo>
                    <a:lnTo>
                      <a:pt x="1717" y="147"/>
                    </a:lnTo>
                    <a:lnTo>
                      <a:pt x="1591" y="126"/>
                    </a:lnTo>
                    <a:lnTo>
                      <a:pt x="1424" y="126"/>
                    </a:lnTo>
                    <a:lnTo>
                      <a:pt x="1403" y="105"/>
                    </a:lnTo>
                    <a:lnTo>
                      <a:pt x="1256" y="43"/>
                    </a:lnTo>
                    <a:lnTo>
                      <a:pt x="1173" y="64"/>
                    </a:lnTo>
                    <a:lnTo>
                      <a:pt x="1047" y="64"/>
                    </a:lnTo>
                    <a:lnTo>
                      <a:pt x="963" y="43"/>
                    </a:lnTo>
                    <a:lnTo>
                      <a:pt x="859" y="43"/>
                    </a:lnTo>
                    <a:lnTo>
                      <a:pt x="796" y="1"/>
                    </a:lnTo>
                    <a:close/>
                  </a:path>
                </a:pathLst>
              </a:custGeom>
              <a:solidFill>
                <a:srgbClr val="5F7D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09" name="Google Shape;5909;p36"/>
              <p:cNvSpPr/>
              <p:nvPr/>
            </p:nvSpPr>
            <p:spPr>
              <a:xfrm>
                <a:off x="2474800" y="1600250"/>
                <a:ext cx="142825" cy="88425"/>
              </a:xfrm>
              <a:custGeom>
                <a:rect b="b" l="l" r="r" t="t"/>
                <a:pathLst>
                  <a:path extrusionOk="0" h="3537" w="5713">
                    <a:moveTo>
                      <a:pt x="2177" y="0"/>
                    </a:moveTo>
                    <a:lnTo>
                      <a:pt x="1863" y="84"/>
                    </a:lnTo>
                    <a:lnTo>
                      <a:pt x="1800" y="126"/>
                    </a:lnTo>
                    <a:lnTo>
                      <a:pt x="1863" y="188"/>
                    </a:lnTo>
                    <a:lnTo>
                      <a:pt x="1863" y="293"/>
                    </a:lnTo>
                    <a:lnTo>
                      <a:pt x="1988" y="356"/>
                    </a:lnTo>
                    <a:lnTo>
                      <a:pt x="2051" y="460"/>
                    </a:lnTo>
                    <a:lnTo>
                      <a:pt x="1967" y="439"/>
                    </a:lnTo>
                    <a:lnTo>
                      <a:pt x="1842" y="335"/>
                    </a:lnTo>
                    <a:lnTo>
                      <a:pt x="1758" y="335"/>
                    </a:lnTo>
                    <a:lnTo>
                      <a:pt x="1695" y="293"/>
                    </a:lnTo>
                    <a:lnTo>
                      <a:pt x="1591" y="293"/>
                    </a:lnTo>
                    <a:lnTo>
                      <a:pt x="1465" y="335"/>
                    </a:lnTo>
                    <a:lnTo>
                      <a:pt x="1381" y="335"/>
                    </a:lnTo>
                    <a:lnTo>
                      <a:pt x="1319" y="398"/>
                    </a:lnTo>
                    <a:lnTo>
                      <a:pt x="1256" y="502"/>
                    </a:lnTo>
                    <a:lnTo>
                      <a:pt x="1130" y="607"/>
                    </a:lnTo>
                    <a:lnTo>
                      <a:pt x="1214" y="711"/>
                    </a:lnTo>
                    <a:lnTo>
                      <a:pt x="1444" y="753"/>
                    </a:lnTo>
                    <a:lnTo>
                      <a:pt x="1549" y="753"/>
                    </a:lnTo>
                    <a:lnTo>
                      <a:pt x="1653" y="837"/>
                    </a:lnTo>
                    <a:lnTo>
                      <a:pt x="1737" y="837"/>
                    </a:lnTo>
                    <a:lnTo>
                      <a:pt x="1758" y="879"/>
                    </a:lnTo>
                    <a:lnTo>
                      <a:pt x="1695" y="921"/>
                    </a:lnTo>
                    <a:lnTo>
                      <a:pt x="1570" y="879"/>
                    </a:lnTo>
                    <a:lnTo>
                      <a:pt x="1319" y="858"/>
                    </a:lnTo>
                    <a:lnTo>
                      <a:pt x="1109" y="879"/>
                    </a:lnTo>
                    <a:lnTo>
                      <a:pt x="1026" y="858"/>
                    </a:lnTo>
                    <a:lnTo>
                      <a:pt x="921" y="879"/>
                    </a:lnTo>
                    <a:lnTo>
                      <a:pt x="754" y="1046"/>
                    </a:lnTo>
                    <a:lnTo>
                      <a:pt x="607" y="1193"/>
                    </a:lnTo>
                    <a:lnTo>
                      <a:pt x="628" y="1256"/>
                    </a:lnTo>
                    <a:lnTo>
                      <a:pt x="754" y="1256"/>
                    </a:lnTo>
                    <a:lnTo>
                      <a:pt x="942" y="1297"/>
                    </a:lnTo>
                    <a:lnTo>
                      <a:pt x="1068" y="1276"/>
                    </a:lnTo>
                    <a:lnTo>
                      <a:pt x="1214" y="1276"/>
                    </a:lnTo>
                    <a:lnTo>
                      <a:pt x="1256" y="1339"/>
                    </a:lnTo>
                    <a:lnTo>
                      <a:pt x="1340" y="1381"/>
                    </a:lnTo>
                    <a:lnTo>
                      <a:pt x="1214" y="1486"/>
                    </a:lnTo>
                    <a:lnTo>
                      <a:pt x="1068" y="1486"/>
                    </a:lnTo>
                    <a:lnTo>
                      <a:pt x="963" y="1569"/>
                    </a:lnTo>
                    <a:lnTo>
                      <a:pt x="837" y="1548"/>
                    </a:lnTo>
                    <a:lnTo>
                      <a:pt x="712" y="1465"/>
                    </a:lnTo>
                    <a:lnTo>
                      <a:pt x="503" y="1465"/>
                    </a:lnTo>
                    <a:lnTo>
                      <a:pt x="419" y="1444"/>
                    </a:lnTo>
                    <a:lnTo>
                      <a:pt x="314" y="1465"/>
                    </a:lnTo>
                    <a:lnTo>
                      <a:pt x="84" y="1611"/>
                    </a:lnTo>
                    <a:lnTo>
                      <a:pt x="126" y="1674"/>
                    </a:lnTo>
                    <a:lnTo>
                      <a:pt x="126" y="1800"/>
                    </a:lnTo>
                    <a:lnTo>
                      <a:pt x="0" y="1800"/>
                    </a:lnTo>
                    <a:lnTo>
                      <a:pt x="0" y="1862"/>
                    </a:lnTo>
                    <a:lnTo>
                      <a:pt x="189" y="1988"/>
                    </a:lnTo>
                    <a:lnTo>
                      <a:pt x="314" y="2134"/>
                    </a:lnTo>
                    <a:lnTo>
                      <a:pt x="377" y="2134"/>
                    </a:lnTo>
                    <a:lnTo>
                      <a:pt x="398" y="2030"/>
                    </a:lnTo>
                    <a:lnTo>
                      <a:pt x="482" y="2072"/>
                    </a:lnTo>
                    <a:lnTo>
                      <a:pt x="419" y="2134"/>
                    </a:lnTo>
                    <a:lnTo>
                      <a:pt x="544" y="2239"/>
                    </a:lnTo>
                    <a:lnTo>
                      <a:pt x="544" y="2385"/>
                    </a:lnTo>
                    <a:lnTo>
                      <a:pt x="649" y="2427"/>
                    </a:lnTo>
                    <a:lnTo>
                      <a:pt x="733" y="2344"/>
                    </a:lnTo>
                    <a:lnTo>
                      <a:pt x="733" y="2218"/>
                    </a:lnTo>
                    <a:lnTo>
                      <a:pt x="796" y="2239"/>
                    </a:lnTo>
                    <a:lnTo>
                      <a:pt x="900" y="2239"/>
                    </a:lnTo>
                    <a:lnTo>
                      <a:pt x="837" y="2323"/>
                    </a:lnTo>
                    <a:lnTo>
                      <a:pt x="837" y="2427"/>
                    </a:lnTo>
                    <a:lnTo>
                      <a:pt x="963" y="2511"/>
                    </a:lnTo>
                    <a:lnTo>
                      <a:pt x="1068" y="2490"/>
                    </a:lnTo>
                    <a:lnTo>
                      <a:pt x="1109" y="2406"/>
                    </a:lnTo>
                    <a:lnTo>
                      <a:pt x="1277" y="2323"/>
                    </a:lnTo>
                    <a:lnTo>
                      <a:pt x="1319" y="2197"/>
                    </a:lnTo>
                    <a:lnTo>
                      <a:pt x="1340" y="2176"/>
                    </a:lnTo>
                    <a:lnTo>
                      <a:pt x="1423" y="2281"/>
                    </a:lnTo>
                    <a:lnTo>
                      <a:pt x="1465" y="2197"/>
                    </a:lnTo>
                    <a:lnTo>
                      <a:pt x="1591" y="2176"/>
                    </a:lnTo>
                    <a:lnTo>
                      <a:pt x="1674" y="2176"/>
                    </a:lnTo>
                    <a:lnTo>
                      <a:pt x="1549" y="2281"/>
                    </a:lnTo>
                    <a:lnTo>
                      <a:pt x="1423" y="2344"/>
                    </a:lnTo>
                    <a:lnTo>
                      <a:pt x="1423" y="2448"/>
                    </a:lnTo>
                    <a:lnTo>
                      <a:pt x="1570" y="2511"/>
                    </a:lnTo>
                    <a:lnTo>
                      <a:pt x="1674" y="2490"/>
                    </a:lnTo>
                    <a:lnTo>
                      <a:pt x="1737" y="2532"/>
                    </a:lnTo>
                    <a:lnTo>
                      <a:pt x="1842" y="2511"/>
                    </a:lnTo>
                    <a:lnTo>
                      <a:pt x="1946" y="2490"/>
                    </a:lnTo>
                    <a:lnTo>
                      <a:pt x="2009" y="2406"/>
                    </a:lnTo>
                    <a:lnTo>
                      <a:pt x="2093" y="2490"/>
                    </a:lnTo>
                    <a:lnTo>
                      <a:pt x="2093" y="2553"/>
                    </a:lnTo>
                    <a:lnTo>
                      <a:pt x="2260" y="2553"/>
                    </a:lnTo>
                    <a:lnTo>
                      <a:pt x="2407" y="2490"/>
                    </a:lnTo>
                    <a:lnTo>
                      <a:pt x="2407" y="2553"/>
                    </a:lnTo>
                    <a:lnTo>
                      <a:pt x="2574" y="2553"/>
                    </a:lnTo>
                    <a:lnTo>
                      <a:pt x="2637" y="2490"/>
                    </a:lnTo>
                    <a:lnTo>
                      <a:pt x="2700" y="2532"/>
                    </a:lnTo>
                    <a:lnTo>
                      <a:pt x="2616" y="2595"/>
                    </a:lnTo>
                    <a:lnTo>
                      <a:pt x="2595" y="2657"/>
                    </a:lnTo>
                    <a:lnTo>
                      <a:pt x="2323" y="2657"/>
                    </a:lnTo>
                    <a:lnTo>
                      <a:pt x="2218" y="2741"/>
                    </a:lnTo>
                    <a:lnTo>
                      <a:pt x="2156" y="2720"/>
                    </a:lnTo>
                    <a:lnTo>
                      <a:pt x="2009" y="2720"/>
                    </a:lnTo>
                    <a:lnTo>
                      <a:pt x="1842" y="2657"/>
                    </a:lnTo>
                    <a:lnTo>
                      <a:pt x="1653" y="2657"/>
                    </a:lnTo>
                    <a:lnTo>
                      <a:pt x="1486" y="2741"/>
                    </a:lnTo>
                    <a:lnTo>
                      <a:pt x="1381" y="2741"/>
                    </a:lnTo>
                    <a:lnTo>
                      <a:pt x="1256" y="2720"/>
                    </a:lnTo>
                    <a:lnTo>
                      <a:pt x="1172" y="2762"/>
                    </a:lnTo>
                    <a:lnTo>
                      <a:pt x="1005" y="2720"/>
                    </a:lnTo>
                    <a:lnTo>
                      <a:pt x="837" y="2762"/>
                    </a:lnTo>
                    <a:lnTo>
                      <a:pt x="816" y="2950"/>
                    </a:lnTo>
                    <a:lnTo>
                      <a:pt x="837" y="3034"/>
                    </a:lnTo>
                    <a:lnTo>
                      <a:pt x="796" y="3160"/>
                    </a:lnTo>
                    <a:lnTo>
                      <a:pt x="921" y="3285"/>
                    </a:lnTo>
                    <a:lnTo>
                      <a:pt x="963" y="3390"/>
                    </a:lnTo>
                    <a:lnTo>
                      <a:pt x="1130" y="3432"/>
                    </a:lnTo>
                    <a:lnTo>
                      <a:pt x="1319" y="3494"/>
                    </a:lnTo>
                    <a:lnTo>
                      <a:pt x="1465" y="3494"/>
                    </a:lnTo>
                    <a:lnTo>
                      <a:pt x="1633" y="3452"/>
                    </a:lnTo>
                    <a:lnTo>
                      <a:pt x="1779" y="3452"/>
                    </a:lnTo>
                    <a:lnTo>
                      <a:pt x="1800" y="3536"/>
                    </a:lnTo>
                    <a:lnTo>
                      <a:pt x="1946" y="3536"/>
                    </a:lnTo>
                    <a:lnTo>
                      <a:pt x="2072" y="3473"/>
                    </a:lnTo>
                    <a:lnTo>
                      <a:pt x="2093" y="3473"/>
                    </a:lnTo>
                    <a:lnTo>
                      <a:pt x="2218" y="3452"/>
                    </a:lnTo>
                    <a:lnTo>
                      <a:pt x="2260" y="3369"/>
                    </a:lnTo>
                    <a:lnTo>
                      <a:pt x="2386" y="3369"/>
                    </a:lnTo>
                    <a:lnTo>
                      <a:pt x="2428" y="3348"/>
                    </a:lnTo>
                    <a:lnTo>
                      <a:pt x="2469" y="3243"/>
                    </a:lnTo>
                    <a:lnTo>
                      <a:pt x="2532" y="3222"/>
                    </a:lnTo>
                    <a:lnTo>
                      <a:pt x="2616" y="3222"/>
                    </a:lnTo>
                    <a:lnTo>
                      <a:pt x="2679" y="3139"/>
                    </a:lnTo>
                    <a:lnTo>
                      <a:pt x="2741" y="3180"/>
                    </a:lnTo>
                    <a:lnTo>
                      <a:pt x="2909" y="3180"/>
                    </a:lnTo>
                    <a:lnTo>
                      <a:pt x="2930" y="3222"/>
                    </a:lnTo>
                    <a:lnTo>
                      <a:pt x="3055" y="3222"/>
                    </a:lnTo>
                    <a:lnTo>
                      <a:pt x="3118" y="3160"/>
                    </a:lnTo>
                    <a:lnTo>
                      <a:pt x="3306" y="3076"/>
                    </a:lnTo>
                    <a:lnTo>
                      <a:pt x="3369" y="3076"/>
                    </a:lnTo>
                    <a:lnTo>
                      <a:pt x="3453" y="3055"/>
                    </a:lnTo>
                    <a:lnTo>
                      <a:pt x="3453" y="2971"/>
                    </a:lnTo>
                    <a:lnTo>
                      <a:pt x="3537" y="3013"/>
                    </a:lnTo>
                    <a:lnTo>
                      <a:pt x="3557" y="3076"/>
                    </a:lnTo>
                    <a:lnTo>
                      <a:pt x="3516" y="3160"/>
                    </a:lnTo>
                    <a:lnTo>
                      <a:pt x="3516" y="3222"/>
                    </a:lnTo>
                    <a:lnTo>
                      <a:pt x="3662" y="3264"/>
                    </a:lnTo>
                    <a:lnTo>
                      <a:pt x="3746" y="3243"/>
                    </a:lnTo>
                    <a:lnTo>
                      <a:pt x="3767" y="3160"/>
                    </a:lnTo>
                    <a:lnTo>
                      <a:pt x="3892" y="3118"/>
                    </a:lnTo>
                    <a:lnTo>
                      <a:pt x="3934" y="3118"/>
                    </a:lnTo>
                    <a:lnTo>
                      <a:pt x="3955" y="3180"/>
                    </a:lnTo>
                    <a:lnTo>
                      <a:pt x="3871" y="3264"/>
                    </a:lnTo>
                    <a:lnTo>
                      <a:pt x="3892" y="3348"/>
                    </a:lnTo>
                    <a:lnTo>
                      <a:pt x="4039" y="3390"/>
                    </a:lnTo>
                    <a:lnTo>
                      <a:pt x="4206" y="3369"/>
                    </a:lnTo>
                    <a:lnTo>
                      <a:pt x="4394" y="3285"/>
                    </a:lnTo>
                    <a:lnTo>
                      <a:pt x="4478" y="3285"/>
                    </a:lnTo>
                    <a:lnTo>
                      <a:pt x="4583" y="3264"/>
                    </a:lnTo>
                    <a:lnTo>
                      <a:pt x="4666" y="3327"/>
                    </a:lnTo>
                    <a:lnTo>
                      <a:pt x="4708" y="3285"/>
                    </a:lnTo>
                    <a:lnTo>
                      <a:pt x="4708" y="3243"/>
                    </a:lnTo>
                    <a:lnTo>
                      <a:pt x="4771" y="3222"/>
                    </a:lnTo>
                    <a:lnTo>
                      <a:pt x="4834" y="3222"/>
                    </a:lnTo>
                    <a:lnTo>
                      <a:pt x="4876" y="3139"/>
                    </a:lnTo>
                    <a:lnTo>
                      <a:pt x="4876" y="3055"/>
                    </a:lnTo>
                    <a:lnTo>
                      <a:pt x="4980" y="2971"/>
                    </a:lnTo>
                    <a:lnTo>
                      <a:pt x="5085" y="2971"/>
                    </a:lnTo>
                    <a:lnTo>
                      <a:pt x="5190" y="2804"/>
                    </a:lnTo>
                    <a:lnTo>
                      <a:pt x="5190" y="2720"/>
                    </a:lnTo>
                    <a:lnTo>
                      <a:pt x="5210" y="2657"/>
                    </a:lnTo>
                    <a:lnTo>
                      <a:pt x="5294" y="2657"/>
                    </a:lnTo>
                    <a:lnTo>
                      <a:pt x="5399" y="2616"/>
                    </a:lnTo>
                    <a:lnTo>
                      <a:pt x="5524" y="2490"/>
                    </a:lnTo>
                    <a:lnTo>
                      <a:pt x="5650" y="2218"/>
                    </a:lnTo>
                    <a:lnTo>
                      <a:pt x="5713" y="2072"/>
                    </a:lnTo>
                    <a:lnTo>
                      <a:pt x="5650" y="1967"/>
                    </a:lnTo>
                    <a:lnTo>
                      <a:pt x="5566" y="1779"/>
                    </a:lnTo>
                    <a:lnTo>
                      <a:pt x="5441" y="1695"/>
                    </a:lnTo>
                    <a:lnTo>
                      <a:pt x="5357" y="1695"/>
                    </a:lnTo>
                    <a:lnTo>
                      <a:pt x="5190" y="1820"/>
                    </a:lnTo>
                    <a:lnTo>
                      <a:pt x="5190" y="1925"/>
                    </a:lnTo>
                    <a:lnTo>
                      <a:pt x="5106" y="2072"/>
                    </a:lnTo>
                    <a:lnTo>
                      <a:pt x="5127" y="2092"/>
                    </a:lnTo>
                    <a:lnTo>
                      <a:pt x="5106" y="2134"/>
                    </a:lnTo>
                    <a:lnTo>
                      <a:pt x="5022" y="2134"/>
                    </a:lnTo>
                    <a:lnTo>
                      <a:pt x="4918" y="2239"/>
                    </a:lnTo>
                    <a:lnTo>
                      <a:pt x="4897" y="2197"/>
                    </a:lnTo>
                    <a:lnTo>
                      <a:pt x="4980" y="2009"/>
                    </a:lnTo>
                    <a:lnTo>
                      <a:pt x="5001" y="1883"/>
                    </a:lnTo>
                    <a:lnTo>
                      <a:pt x="4834" y="1800"/>
                    </a:lnTo>
                    <a:lnTo>
                      <a:pt x="4771" y="1820"/>
                    </a:lnTo>
                    <a:lnTo>
                      <a:pt x="4687" y="1904"/>
                    </a:lnTo>
                    <a:lnTo>
                      <a:pt x="4499" y="2009"/>
                    </a:lnTo>
                    <a:lnTo>
                      <a:pt x="4457" y="2113"/>
                    </a:lnTo>
                    <a:lnTo>
                      <a:pt x="4394" y="2030"/>
                    </a:lnTo>
                    <a:lnTo>
                      <a:pt x="4415" y="1925"/>
                    </a:lnTo>
                    <a:lnTo>
                      <a:pt x="4583" y="1800"/>
                    </a:lnTo>
                    <a:lnTo>
                      <a:pt x="4771" y="1695"/>
                    </a:lnTo>
                    <a:lnTo>
                      <a:pt x="4834" y="1569"/>
                    </a:lnTo>
                    <a:lnTo>
                      <a:pt x="4813" y="1507"/>
                    </a:lnTo>
                    <a:lnTo>
                      <a:pt x="4666" y="1507"/>
                    </a:lnTo>
                    <a:lnTo>
                      <a:pt x="4562" y="1548"/>
                    </a:lnTo>
                    <a:lnTo>
                      <a:pt x="4499" y="1548"/>
                    </a:lnTo>
                    <a:lnTo>
                      <a:pt x="4499" y="1486"/>
                    </a:lnTo>
                    <a:lnTo>
                      <a:pt x="4583" y="1402"/>
                    </a:lnTo>
                    <a:lnTo>
                      <a:pt x="4771" y="1276"/>
                    </a:lnTo>
                    <a:lnTo>
                      <a:pt x="4813" y="1276"/>
                    </a:lnTo>
                    <a:lnTo>
                      <a:pt x="4876" y="1235"/>
                    </a:lnTo>
                    <a:lnTo>
                      <a:pt x="4876" y="942"/>
                    </a:lnTo>
                    <a:lnTo>
                      <a:pt x="4834" y="921"/>
                    </a:lnTo>
                    <a:lnTo>
                      <a:pt x="4834" y="753"/>
                    </a:lnTo>
                    <a:lnTo>
                      <a:pt x="4876" y="649"/>
                    </a:lnTo>
                    <a:lnTo>
                      <a:pt x="4876" y="565"/>
                    </a:lnTo>
                    <a:lnTo>
                      <a:pt x="4938" y="502"/>
                    </a:lnTo>
                    <a:lnTo>
                      <a:pt x="5022" y="502"/>
                    </a:lnTo>
                    <a:lnTo>
                      <a:pt x="5085" y="419"/>
                    </a:lnTo>
                    <a:lnTo>
                      <a:pt x="5022" y="335"/>
                    </a:lnTo>
                    <a:lnTo>
                      <a:pt x="5043" y="251"/>
                    </a:lnTo>
                    <a:lnTo>
                      <a:pt x="4897" y="188"/>
                    </a:lnTo>
                    <a:lnTo>
                      <a:pt x="4813" y="188"/>
                    </a:lnTo>
                    <a:lnTo>
                      <a:pt x="4562" y="419"/>
                    </a:lnTo>
                    <a:lnTo>
                      <a:pt x="4415" y="460"/>
                    </a:lnTo>
                    <a:lnTo>
                      <a:pt x="4374" y="565"/>
                    </a:lnTo>
                    <a:lnTo>
                      <a:pt x="4394" y="628"/>
                    </a:lnTo>
                    <a:lnTo>
                      <a:pt x="4290" y="628"/>
                    </a:lnTo>
                    <a:lnTo>
                      <a:pt x="4248" y="607"/>
                    </a:lnTo>
                    <a:lnTo>
                      <a:pt x="4143" y="649"/>
                    </a:lnTo>
                    <a:lnTo>
                      <a:pt x="4039" y="816"/>
                    </a:lnTo>
                    <a:lnTo>
                      <a:pt x="4081" y="942"/>
                    </a:lnTo>
                    <a:lnTo>
                      <a:pt x="4081" y="1067"/>
                    </a:lnTo>
                    <a:lnTo>
                      <a:pt x="4143" y="1130"/>
                    </a:lnTo>
                    <a:lnTo>
                      <a:pt x="4206" y="1297"/>
                    </a:lnTo>
                    <a:lnTo>
                      <a:pt x="4143" y="1465"/>
                    </a:lnTo>
                    <a:lnTo>
                      <a:pt x="4039" y="1465"/>
                    </a:lnTo>
                    <a:lnTo>
                      <a:pt x="3871" y="1507"/>
                    </a:lnTo>
                    <a:lnTo>
                      <a:pt x="3788" y="1507"/>
                    </a:lnTo>
                    <a:lnTo>
                      <a:pt x="3746" y="1569"/>
                    </a:lnTo>
                    <a:lnTo>
                      <a:pt x="3788" y="1674"/>
                    </a:lnTo>
                    <a:lnTo>
                      <a:pt x="3788" y="1758"/>
                    </a:lnTo>
                    <a:lnTo>
                      <a:pt x="3892" y="1883"/>
                    </a:lnTo>
                    <a:lnTo>
                      <a:pt x="3955" y="2072"/>
                    </a:lnTo>
                    <a:lnTo>
                      <a:pt x="3767" y="2134"/>
                    </a:lnTo>
                    <a:lnTo>
                      <a:pt x="3788" y="2197"/>
                    </a:lnTo>
                    <a:lnTo>
                      <a:pt x="3829" y="2239"/>
                    </a:lnTo>
                    <a:lnTo>
                      <a:pt x="3746" y="2281"/>
                    </a:lnTo>
                    <a:lnTo>
                      <a:pt x="3662" y="2134"/>
                    </a:lnTo>
                    <a:lnTo>
                      <a:pt x="3453" y="2092"/>
                    </a:lnTo>
                    <a:lnTo>
                      <a:pt x="3411" y="2113"/>
                    </a:lnTo>
                    <a:lnTo>
                      <a:pt x="3265" y="2092"/>
                    </a:lnTo>
                    <a:lnTo>
                      <a:pt x="3244" y="2009"/>
                    </a:lnTo>
                    <a:lnTo>
                      <a:pt x="3202" y="1967"/>
                    </a:lnTo>
                    <a:lnTo>
                      <a:pt x="3118" y="2030"/>
                    </a:lnTo>
                    <a:lnTo>
                      <a:pt x="2993" y="2092"/>
                    </a:lnTo>
                    <a:lnTo>
                      <a:pt x="2930" y="2030"/>
                    </a:lnTo>
                    <a:lnTo>
                      <a:pt x="2930" y="1820"/>
                    </a:lnTo>
                    <a:lnTo>
                      <a:pt x="3034" y="1758"/>
                    </a:lnTo>
                    <a:lnTo>
                      <a:pt x="3118" y="1507"/>
                    </a:lnTo>
                    <a:lnTo>
                      <a:pt x="3034" y="1507"/>
                    </a:lnTo>
                    <a:lnTo>
                      <a:pt x="2909" y="1465"/>
                    </a:lnTo>
                    <a:lnTo>
                      <a:pt x="2804" y="1486"/>
                    </a:lnTo>
                    <a:lnTo>
                      <a:pt x="2783" y="1402"/>
                    </a:lnTo>
                    <a:lnTo>
                      <a:pt x="2888" y="1381"/>
                    </a:lnTo>
                    <a:lnTo>
                      <a:pt x="2993" y="1402"/>
                    </a:lnTo>
                    <a:lnTo>
                      <a:pt x="3034" y="1339"/>
                    </a:lnTo>
                    <a:lnTo>
                      <a:pt x="3013" y="1088"/>
                    </a:lnTo>
                    <a:lnTo>
                      <a:pt x="2909" y="963"/>
                    </a:lnTo>
                    <a:lnTo>
                      <a:pt x="2951" y="879"/>
                    </a:lnTo>
                    <a:lnTo>
                      <a:pt x="3013" y="858"/>
                    </a:lnTo>
                    <a:lnTo>
                      <a:pt x="3034" y="774"/>
                    </a:lnTo>
                    <a:lnTo>
                      <a:pt x="2951" y="711"/>
                    </a:lnTo>
                    <a:lnTo>
                      <a:pt x="2951" y="649"/>
                    </a:lnTo>
                    <a:lnTo>
                      <a:pt x="2909" y="565"/>
                    </a:lnTo>
                    <a:lnTo>
                      <a:pt x="2825" y="565"/>
                    </a:lnTo>
                    <a:lnTo>
                      <a:pt x="2783" y="523"/>
                    </a:lnTo>
                    <a:lnTo>
                      <a:pt x="2700" y="565"/>
                    </a:lnTo>
                    <a:lnTo>
                      <a:pt x="2490" y="565"/>
                    </a:lnTo>
                    <a:lnTo>
                      <a:pt x="2428" y="502"/>
                    </a:lnTo>
                    <a:lnTo>
                      <a:pt x="2532" y="335"/>
                    </a:lnTo>
                    <a:lnTo>
                      <a:pt x="2616" y="293"/>
                    </a:lnTo>
                    <a:lnTo>
                      <a:pt x="2574" y="126"/>
                    </a:lnTo>
                    <a:lnTo>
                      <a:pt x="2469" y="21"/>
                    </a:lnTo>
                    <a:lnTo>
                      <a:pt x="2281" y="21"/>
                    </a:lnTo>
                    <a:lnTo>
                      <a:pt x="2177" y="0"/>
                    </a:lnTo>
                    <a:close/>
                  </a:path>
                </a:pathLst>
              </a:custGeom>
              <a:solidFill>
                <a:srgbClr val="5F7D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10" name="Google Shape;5910;p36"/>
              <p:cNvSpPr/>
              <p:nvPr/>
            </p:nvSpPr>
            <p:spPr>
              <a:xfrm>
                <a:off x="2638000" y="1637900"/>
                <a:ext cx="69075" cy="67500"/>
              </a:xfrm>
              <a:custGeom>
                <a:rect b="b" l="l" r="r" t="t"/>
                <a:pathLst>
                  <a:path extrusionOk="0" h="2700" w="2763">
                    <a:moveTo>
                      <a:pt x="1884" y="1"/>
                    </a:moveTo>
                    <a:lnTo>
                      <a:pt x="1758" y="84"/>
                    </a:lnTo>
                    <a:lnTo>
                      <a:pt x="1654" y="84"/>
                    </a:lnTo>
                    <a:lnTo>
                      <a:pt x="1612" y="126"/>
                    </a:lnTo>
                    <a:lnTo>
                      <a:pt x="1507" y="126"/>
                    </a:lnTo>
                    <a:lnTo>
                      <a:pt x="1423" y="189"/>
                    </a:lnTo>
                    <a:lnTo>
                      <a:pt x="1423" y="335"/>
                    </a:lnTo>
                    <a:lnTo>
                      <a:pt x="1403" y="398"/>
                    </a:lnTo>
                    <a:lnTo>
                      <a:pt x="1423" y="545"/>
                    </a:lnTo>
                    <a:lnTo>
                      <a:pt x="1528" y="649"/>
                    </a:lnTo>
                    <a:lnTo>
                      <a:pt x="1549" y="733"/>
                    </a:lnTo>
                    <a:lnTo>
                      <a:pt x="1549" y="733"/>
                    </a:lnTo>
                    <a:lnTo>
                      <a:pt x="1444" y="691"/>
                    </a:lnTo>
                    <a:lnTo>
                      <a:pt x="1361" y="691"/>
                    </a:lnTo>
                    <a:lnTo>
                      <a:pt x="1340" y="733"/>
                    </a:lnTo>
                    <a:lnTo>
                      <a:pt x="1528" y="858"/>
                    </a:lnTo>
                    <a:lnTo>
                      <a:pt x="1528" y="963"/>
                    </a:lnTo>
                    <a:lnTo>
                      <a:pt x="1423" y="1005"/>
                    </a:lnTo>
                    <a:lnTo>
                      <a:pt x="1403" y="1151"/>
                    </a:lnTo>
                    <a:lnTo>
                      <a:pt x="1444" y="1235"/>
                    </a:lnTo>
                    <a:lnTo>
                      <a:pt x="1340" y="1319"/>
                    </a:lnTo>
                    <a:lnTo>
                      <a:pt x="1235" y="1256"/>
                    </a:lnTo>
                    <a:lnTo>
                      <a:pt x="1235" y="1214"/>
                    </a:lnTo>
                    <a:lnTo>
                      <a:pt x="1256" y="1110"/>
                    </a:lnTo>
                    <a:lnTo>
                      <a:pt x="1235" y="796"/>
                    </a:lnTo>
                    <a:lnTo>
                      <a:pt x="1151" y="712"/>
                    </a:lnTo>
                    <a:lnTo>
                      <a:pt x="1131" y="628"/>
                    </a:lnTo>
                    <a:lnTo>
                      <a:pt x="1151" y="586"/>
                    </a:lnTo>
                    <a:lnTo>
                      <a:pt x="1151" y="482"/>
                    </a:lnTo>
                    <a:lnTo>
                      <a:pt x="1110" y="419"/>
                    </a:lnTo>
                    <a:lnTo>
                      <a:pt x="1089" y="314"/>
                    </a:lnTo>
                    <a:lnTo>
                      <a:pt x="1026" y="273"/>
                    </a:lnTo>
                    <a:lnTo>
                      <a:pt x="900" y="314"/>
                    </a:lnTo>
                    <a:lnTo>
                      <a:pt x="879" y="377"/>
                    </a:lnTo>
                    <a:lnTo>
                      <a:pt x="775" y="461"/>
                    </a:lnTo>
                    <a:lnTo>
                      <a:pt x="733" y="524"/>
                    </a:lnTo>
                    <a:lnTo>
                      <a:pt x="796" y="566"/>
                    </a:lnTo>
                    <a:lnTo>
                      <a:pt x="838" y="566"/>
                    </a:lnTo>
                    <a:lnTo>
                      <a:pt x="900" y="628"/>
                    </a:lnTo>
                    <a:lnTo>
                      <a:pt x="796" y="670"/>
                    </a:lnTo>
                    <a:lnTo>
                      <a:pt x="775" y="733"/>
                    </a:lnTo>
                    <a:lnTo>
                      <a:pt x="670" y="796"/>
                    </a:lnTo>
                    <a:lnTo>
                      <a:pt x="628" y="942"/>
                    </a:lnTo>
                    <a:lnTo>
                      <a:pt x="733" y="984"/>
                    </a:lnTo>
                    <a:lnTo>
                      <a:pt x="733" y="1026"/>
                    </a:lnTo>
                    <a:lnTo>
                      <a:pt x="607" y="1068"/>
                    </a:lnTo>
                    <a:lnTo>
                      <a:pt x="587" y="1172"/>
                    </a:lnTo>
                    <a:lnTo>
                      <a:pt x="628" y="1256"/>
                    </a:lnTo>
                    <a:lnTo>
                      <a:pt x="670" y="1361"/>
                    </a:lnTo>
                    <a:lnTo>
                      <a:pt x="607" y="1423"/>
                    </a:lnTo>
                    <a:lnTo>
                      <a:pt x="566" y="1382"/>
                    </a:lnTo>
                    <a:lnTo>
                      <a:pt x="566" y="1235"/>
                    </a:lnTo>
                    <a:lnTo>
                      <a:pt x="503" y="1214"/>
                    </a:lnTo>
                    <a:lnTo>
                      <a:pt x="503" y="1110"/>
                    </a:lnTo>
                    <a:lnTo>
                      <a:pt x="461" y="1130"/>
                    </a:lnTo>
                    <a:lnTo>
                      <a:pt x="294" y="1130"/>
                    </a:lnTo>
                    <a:lnTo>
                      <a:pt x="273" y="1214"/>
                    </a:lnTo>
                    <a:lnTo>
                      <a:pt x="335" y="1256"/>
                    </a:lnTo>
                    <a:lnTo>
                      <a:pt x="252" y="1298"/>
                    </a:lnTo>
                    <a:lnTo>
                      <a:pt x="168" y="1235"/>
                    </a:lnTo>
                    <a:lnTo>
                      <a:pt x="84" y="1298"/>
                    </a:lnTo>
                    <a:lnTo>
                      <a:pt x="1" y="1256"/>
                    </a:lnTo>
                    <a:lnTo>
                      <a:pt x="1" y="1402"/>
                    </a:lnTo>
                    <a:lnTo>
                      <a:pt x="63" y="1444"/>
                    </a:lnTo>
                    <a:lnTo>
                      <a:pt x="147" y="1444"/>
                    </a:lnTo>
                    <a:lnTo>
                      <a:pt x="189" y="1465"/>
                    </a:lnTo>
                    <a:lnTo>
                      <a:pt x="252" y="1444"/>
                    </a:lnTo>
                    <a:lnTo>
                      <a:pt x="356" y="1444"/>
                    </a:lnTo>
                    <a:lnTo>
                      <a:pt x="419" y="1465"/>
                    </a:lnTo>
                    <a:lnTo>
                      <a:pt x="503" y="1444"/>
                    </a:lnTo>
                    <a:lnTo>
                      <a:pt x="628" y="1507"/>
                    </a:lnTo>
                    <a:lnTo>
                      <a:pt x="796" y="1465"/>
                    </a:lnTo>
                    <a:lnTo>
                      <a:pt x="879" y="1528"/>
                    </a:lnTo>
                    <a:lnTo>
                      <a:pt x="984" y="1528"/>
                    </a:lnTo>
                    <a:lnTo>
                      <a:pt x="1444" y="1612"/>
                    </a:lnTo>
                    <a:lnTo>
                      <a:pt x="1507" y="1654"/>
                    </a:lnTo>
                    <a:lnTo>
                      <a:pt x="1423" y="1695"/>
                    </a:lnTo>
                    <a:lnTo>
                      <a:pt x="1298" y="1674"/>
                    </a:lnTo>
                    <a:lnTo>
                      <a:pt x="1151" y="1674"/>
                    </a:lnTo>
                    <a:lnTo>
                      <a:pt x="1047" y="1737"/>
                    </a:lnTo>
                    <a:lnTo>
                      <a:pt x="879" y="1758"/>
                    </a:lnTo>
                    <a:lnTo>
                      <a:pt x="921" y="1758"/>
                    </a:lnTo>
                    <a:lnTo>
                      <a:pt x="984" y="1800"/>
                    </a:lnTo>
                    <a:lnTo>
                      <a:pt x="921" y="1842"/>
                    </a:lnTo>
                    <a:lnTo>
                      <a:pt x="754" y="1779"/>
                    </a:lnTo>
                    <a:lnTo>
                      <a:pt x="670" y="1758"/>
                    </a:lnTo>
                    <a:lnTo>
                      <a:pt x="587" y="1800"/>
                    </a:lnTo>
                    <a:lnTo>
                      <a:pt x="607" y="1863"/>
                    </a:lnTo>
                    <a:lnTo>
                      <a:pt x="587" y="1905"/>
                    </a:lnTo>
                    <a:lnTo>
                      <a:pt x="524" y="1863"/>
                    </a:lnTo>
                    <a:lnTo>
                      <a:pt x="482" y="1863"/>
                    </a:lnTo>
                    <a:lnTo>
                      <a:pt x="503" y="1905"/>
                    </a:lnTo>
                    <a:lnTo>
                      <a:pt x="503" y="1967"/>
                    </a:lnTo>
                    <a:lnTo>
                      <a:pt x="566" y="2009"/>
                    </a:lnTo>
                    <a:lnTo>
                      <a:pt x="649" y="2051"/>
                    </a:lnTo>
                    <a:lnTo>
                      <a:pt x="607" y="2114"/>
                    </a:lnTo>
                    <a:lnTo>
                      <a:pt x="670" y="2198"/>
                    </a:lnTo>
                    <a:lnTo>
                      <a:pt x="607" y="2198"/>
                    </a:lnTo>
                    <a:lnTo>
                      <a:pt x="566" y="2114"/>
                    </a:lnTo>
                    <a:lnTo>
                      <a:pt x="503" y="2114"/>
                    </a:lnTo>
                    <a:lnTo>
                      <a:pt x="461" y="2218"/>
                    </a:lnTo>
                    <a:lnTo>
                      <a:pt x="461" y="2281"/>
                    </a:lnTo>
                    <a:lnTo>
                      <a:pt x="440" y="2323"/>
                    </a:lnTo>
                    <a:lnTo>
                      <a:pt x="440" y="2428"/>
                    </a:lnTo>
                    <a:lnTo>
                      <a:pt x="503" y="2491"/>
                    </a:lnTo>
                    <a:lnTo>
                      <a:pt x="607" y="2491"/>
                    </a:lnTo>
                    <a:lnTo>
                      <a:pt x="670" y="2532"/>
                    </a:lnTo>
                    <a:lnTo>
                      <a:pt x="712" y="2532"/>
                    </a:lnTo>
                    <a:lnTo>
                      <a:pt x="775" y="2470"/>
                    </a:lnTo>
                    <a:lnTo>
                      <a:pt x="900" y="2407"/>
                    </a:lnTo>
                    <a:lnTo>
                      <a:pt x="817" y="2511"/>
                    </a:lnTo>
                    <a:lnTo>
                      <a:pt x="859" y="2595"/>
                    </a:lnTo>
                    <a:lnTo>
                      <a:pt x="921" y="2595"/>
                    </a:lnTo>
                    <a:lnTo>
                      <a:pt x="1005" y="2511"/>
                    </a:lnTo>
                    <a:lnTo>
                      <a:pt x="1026" y="2574"/>
                    </a:lnTo>
                    <a:lnTo>
                      <a:pt x="1068" y="2679"/>
                    </a:lnTo>
                    <a:lnTo>
                      <a:pt x="1382" y="2700"/>
                    </a:lnTo>
                    <a:lnTo>
                      <a:pt x="1444" y="2595"/>
                    </a:lnTo>
                    <a:lnTo>
                      <a:pt x="1423" y="2511"/>
                    </a:lnTo>
                    <a:lnTo>
                      <a:pt x="1444" y="2407"/>
                    </a:lnTo>
                    <a:lnTo>
                      <a:pt x="1507" y="2365"/>
                    </a:lnTo>
                    <a:lnTo>
                      <a:pt x="1528" y="2407"/>
                    </a:lnTo>
                    <a:lnTo>
                      <a:pt x="1528" y="2511"/>
                    </a:lnTo>
                    <a:lnTo>
                      <a:pt x="1570" y="2616"/>
                    </a:lnTo>
                    <a:lnTo>
                      <a:pt x="1612" y="2574"/>
                    </a:lnTo>
                    <a:lnTo>
                      <a:pt x="1612" y="2470"/>
                    </a:lnTo>
                    <a:lnTo>
                      <a:pt x="1612" y="2407"/>
                    </a:lnTo>
                    <a:lnTo>
                      <a:pt x="1654" y="2323"/>
                    </a:lnTo>
                    <a:lnTo>
                      <a:pt x="1675" y="2281"/>
                    </a:lnTo>
                    <a:lnTo>
                      <a:pt x="1570" y="2302"/>
                    </a:lnTo>
                    <a:lnTo>
                      <a:pt x="1486" y="2344"/>
                    </a:lnTo>
                    <a:lnTo>
                      <a:pt x="1528" y="2239"/>
                    </a:lnTo>
                    <a:lnTo>
                      <a:pt x="1633" y="2198"/>
                    </a:lnTo>
                    <a:lnTo>
                      <a:pt x="1695" y="2135"/>
                    </a:lnTo>
                    <a:lnTo>
                      <a:pt x="1758" y="2072"/>
                    </a:lnTo>
                    <a:lnTo>
                      <a:pt x="1758" y="1988"/>
                    </a:lnTo>
                    <a:lnTo>
                      <a:pt x="1821" y="1967"/>
                    </a:lnTo>
                    <a:lnTo>
                      <a:pt x="1905" y="1988"/>
                    </a:lnTo>
                    <a:lnTo>
                      <a:pt x="1905" y="2072"/>
                    </a:lnTo>
                    <a:lnTo>
                      <a:pt x="1905" y="2156"/>
                    </a:lnTo>
                    <a:lnTo>
                      <a:pt x="1947" y="2093"/>
                    </a:lnTo>
                    <a:lnTo>
                      <a:pt x="2072" y="1926"/>
                    </a:lnTo>
                    <a:lnTo>
                      <a:pt x="2072" y="1863"/>
                    </a:lnTo>
                    <a:lnTo>
                      <a:pt x="1947" y="1779"/>
                    </a:lnTo>
                    <a:lnTo>
                      <a:pt x="1947" y="1737"/>
                    </a:lnTo>
                    <a:lnTo>
                      <a:pt x="1988" y="1674"/>
                    </a:lnTo>
                    <a:lnTo>
                      <a:pt x="2051" y="1716"/>
                    </a:lnTo>
                    <a:lnTo>
                      <a:pt x="2135" y="1716"/>
                    </a:lnTo>
                    <a:lnTo>
                      <a:pt x="2156" y="1612"/>
                    </a:lnTo>
                    <a:lnTo>
                      <a:pt x="2156" y="1549"/>
                    </a:lnTo>
                    <a:lnTo>
                      <a:pt x="2260" y="1423"/>
                    </a:lnTo>
                    <a:lnTo>
                      <a:pt x="2281" y="1340"/>
                    </a:lnTo>
                    <a:lnTo>
                      <a:pt x="2407" y="1214"/>
                    </a:lnTo>
                    <a:lnTo>
                      <a:pt x="2511" y="1151"/>
                    </a:lnTo>
                    <a:lnTo>
                      <a:pt x="2553" y="1089"/>
                    </a:lnTo>
                    <a:lnTo>
                      <a:pt x="2511" y="942"/>
                    </a:lnTo>
                    <a:lnTo>
                      <a:pt x="2616" y="775"/>
                    </a:lnTo>
                    <a:lnTo>
                      <a:pt x="2742" y="691"/>
                    </a:lnTo>
                    <a:lnTo>
                      <a:pt x="2763" y="586"/>
                    </a:lnTo>
                    <a:lnTo>
                      <a:pt x="2700" y="482"/>
                    </a:lnTo>
                    <a:lnTo>
                      <a:pt x="2595" y="461"/>
                    </a:lnTo>
                    <a:lnTo>
                      <a:pt x="2553" y="356"/>
                    </a:lnTo>
                    <a:lnTo>
                      <a:pt x="2595" y="356"/>
                    </a:lnTo>
                    <a:lnTo>
                      <a:pt x="2616" y="294"/>
                    </a:lnTo>
                    <a:lnTo>
                      <a:pt x="2595" y="252"/>
                    </a:lnTo>
                    <a:lnTo>
                      <a:pt x="2616" y="168"/>
                    </a:lnTo>
                    <a:lnTo>
                      <a:pt x="2595" y="84"/>
                    </a:lnTo>
                    <a:lnTo>
                      <a:pt x="2511" y="84"/>
                    </a:lnTo>
                    <a:lnTo>
                      <a:pt x="2553" y="147"/>
                    </a:lnTo>
                    <a:lnTo>
                      <a:pt x="2553" y="252"/>
                    </a:lnTo>
                    <a:lnTo>
                      <a:pt x="2470" y="273"/>
                    </a:lnTo>
                    <a:lnTo>
                      <a:pt x="2386" y="189"/>
                    </a:lnTo>
                    <a:lnTo>
                      <a:pt x="2302" y="273"/>
                    </a:lnTo>
                    <a:lnTo>
                      <a:pt x="2302" y="461"/>
                    </a:lnTo>
                    <a:lnTo>
                      <a:pt x="2260" y="503"/>
                    </a:lnTo>
                    <a:lnTo>
                      <a:pt x="2198" y="503"/>
                    </a:lnTo>
                    <a:lnTo>
                      <a:pt x="2156" y="566"/>
                    </a:lnTo>
                    <a:lnTo>
                      <a:pt x="2093" y="566"/>
                    </a:lnTo>
                    <a:lnTo>
                      <a:pt x="2093" y="482"/>
                    </a:lnTo>
                    <a:lnTo>
                      <a:pt x="2177" y="398"/>
                    </a:lnTo>
                    <a:lnTo>
                      <a:pt x="2219" y="168"/>
                    </a:lnTo>
                    <a:lnTo>
                      <a:pt x="2156" y="105"/>
                    </a:lnTo>
                    <a:lnTo>
                      <a:pt x="2072" y="126"/>
                    </a:lnTo>
                    <a:lnTo>
                      <a:pt x="1988" y="84"/>
                    </a:lnTo>
                    <a:lnTo>
                      <a:pt x="1967" y="1"/>
                    </a:lnTo>
                    <a:close/>
                  </a:path>
                </a:pathLst>
              </a:custGeom>
              <a:solidFill>
                <a:srgbClr val="5F7D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11" name="Google Shape;5911;p36"/>
              <p:cNvSpPr/>
              <p:nvPr/>
            </p:nvSpPr>
            <p:spPr>
              <a:xfrm>
                <a:off x="2686125" y="1510800"/>
                <a:ext cx="62275" cy="87900"/>
              </a:xfrm>
              <a:custGeom>
                <a:rect b="b" l="l" r="r" t="t"/>
                <a:pathLst>
                  <a:path extrusionOk="0" h="3516" w="2491">
                    <a:moveTo>
                      <a:pt x="1026" y="0"/>
                    </a:moveTo>
                    <a:lnTo>
                      <a:pt x="921" y="63"/>
                    </a:lnTo>
                    <a:lnTo>
                      <a:pt x="879" y="147"/>
                    </a:lnTo>
                    <a:lnTo>
                      <a:pt x="754" y="230"/>
                    </a:lnTo>
                    <a:lnTo>
                      <a:pt x="733" y="335"/>
                    </a:lnTo>
                    <a:lnTo>
                      <a:pt x="607" y="481"/>
                    </a:lnTo>
                    <a:lnTo>
                      <a:pt x="607" y="586"/>
                    </a:lnTo>
                    <a:lnTo>
                      <a:pt x="712" y="649"/>
                    </a:lnTo>
                    <a:lnTo>
                      <a:pt x="754" y="586"/>
                    </a:lnTo>
                    <a:lnTo>
                      <a:pt x="879" y="565"/>
                    </a:lnTo>
                    <a:lnTo>
                      <a:pt x="921" y="628"/>
                    </a:lnTo>
                    <a:lnTo>
                      <a:pt x="775" y="753"/>
                    </a:lnTo>
                    <a:lnTo>
                      <a:pt x="649" y="837"/>
                    </a:lnTo>
                    <a:lnTo>
                      <a:pt x="545" y="984"/>
                    </a:lnTo>
                    <a:lnTo>
                      <a:pt x="545" y="1046"/>
                    </a:lnTo>
                    <a:lnTo>
                      <a:pt x="712" y="963"/>
                    </a:lnTo>
                    <a:lnTo>
                      <a:pt x="858" y="837"/>
                    </a:lnTo>
                    <a:lnTo>
                      <a:pt x="942" y="837"/>
                    </a:lnTo>
                    <a:lnTo>
                      <a:pt x="1026" y="774"/>
                    </a:lnTo>
                    <a:lnTo>
                      <a:pt x="1068" y="858"/>
                    </a:lnTo>
                    <a:lnTo>
                      <a:pt x="1047" y="984"/>
                    </a:lnTo>
                    <a:lnTo>
                      <a:pt x="963" y="984"/>
                    </a:lnTo>
                    <a:lnTo>
                      <a:pt x="838" y="1109"/>
                    </a:lnTo>
                    <a:lnTo>
                      <a:pt x="775" y="1193"/>
                    </a:lnTo>
                    <a:lnTo>
                      <a:pt x="838" y="1276"/>
                    </a:lnTo>
                    <a:lnTo>
                      <a:pt x="984" y="1256"/>
                    </a:lnTo>
                    <a:lnTo>
                      <a:pt x="1089" y="1297"/>
                    </a:lnTo>
                    <a:lnTo>
                      <a:pt x="963" y="1381"/>
                    </a:lnTo>
                    <a:lnTo>
                      <a:pt x="817" y="1465"/>
                    </a:lnTo>
                    <a:lnTo>
                      <a:pt x="712" y="1402"/>
                    </a:lnTo>
                    <a:lnTo>
                      <a:pt x="712" y="1486"/>
                    </a:lnTo>
                    <a:lnTo>
                      <a:pt x="838" y="1528"/>
                    </a:lnTo>
                    <a:lnTo>
                      <a:pt x="838" y="1590"/>
                    </a:lnTo>
                    <a:lnTo>
                      <a:pt x="649" y="1779"/>
                    </a:lnTo>
                    <a:lnTo>
                      <a:pt x="607" y="1779"/>
                    </a:lnTo>
                    <a:lnTo>
                      <a:pt x="545" y="1611"/>
                    </a:lnTo>
                    <a:lnTo>
                      <a:pt x="440" y="1569"/>
                    </a:lnTo>
                    <a:lnTo>
                      <a:pt x="335" y="1423"/>
                    </a:lnTo>
                    <a:lnTo>
                      <a:pt x="126" y="1528"/>
                    </a:lnTo>
                    <a:lnTo>
                      <a:pt x="126" y="1590"/>
                    </a:lnTo>
                    <a:lnTo>
                      <a:pt x="1" y="1800"/>
                    </a:lnTo>
                    <a:lnTo>
                      <a:pt x="105" y="1925"/>
                    </a:lnTo>
                    <a:lnTo>
                      <a:pt x="105" y="2051"/>
                    </a:lnTo>
                    <a:lnTo>
                      <a:pt x="189" y="2093"/>
                    </a:lnTo>
                    <a:lnTo>
                      <a:pt x="294" y="2009"/>
                    </a:lnTo>
                    <a:lnTo>
                      <a:pt x="356" y="2009"/>
                    </a:lnTo>
                    <a:lnTo>
                      <a:pt x="545" y="2051"/>
                    </a:lnTo>
                    <a:lnTo>
                      <a:pt x="733" y="2051"/>
                    </a:lnTo>
                    <a:lnTo>
                      <a:pt x="754" y="2113"/>
                    </a:lnTo>
                    <a:lnTo>
                      <a:pt x="942" y="2051"/>
                    </a:lnTo>
                    <a:lnTo>
                      <a:pt x="942" y="2134"/>
                    </a:lnTo>
                    <a:lnTo>
                      <a:pt x="838" y="2155"/>
                    </a:lnTo>
                    <a:lnTo>
                      <a:pt x="775" y="2239"/>
                    </a:lnTo>
                    <a:lnTo>
                      <a:pt x="817" y="2344"/>
                    </a:lnTo>
                    <a:lnTo>
                      <a:pt x="963" y="2323"/>
                    </a:lnTo>
                    <a:lnTo>
                      <a:pt x="1089" y="2427"/>
                    </a:lnTo>
                    <a:lnTo>
                      <a:pt x="1172" y="2616"/>
                    </a:lnTo>
                    <a:lnTo>
                      <a:pt x="1256" y="2616"/>
                    </a:lnTo>
                    <a:lnTo>
                      <a:pt x="1298" y="2657"/>
                    </a:lnTo>
                    <a:lnTo>
                      <a:pt x="1256" y="2741"/>
                    </a:lnTo>
                    <a:lnTo>
                      <a:pt x="1256" y="2867"/>
                    </a:lnTo>
                    <a:lnTo>
                      <a:pt x="1068" y="3201"/>
                    </a:lnTo>
                    <a:lnTo>
                      <a:pt x="1130" y="3390"/>
                    </a:lnTo>
                    <a:lnTo>
                      <a:pt x="1172" y="3494"/>
                    </a:lnTo>
                    <a:lnTo>
                      <a:pt x="1256" y="3494"/>
                    </a:lnTo>
                    <a:lnTo>
                      <a:pt x="1361" y="3473"/>
                    </a:lnTo>
                    <a:lnTo>
                      <a:pt x="1403" y="3515"/>
                    </a:lnTo>
                    <a:lnTo>
                      <a:pt x="1486" y="3515"/>
                    </a:lnTo>
                    <a:lnTo>
                      <a:pt x="1654" y="3411"/>
                    </a:lnTo>
                    <a:lnTo>
                      <a:pt x="1654" y="3348"/>
                    </a:lnTo>
                    <a:lnTo>
                      <a:pt x="1758" y="3285"/>
                    </a:lnTo>
                    <a:lnTo>
                      <a:pt x="1821" y="3160"/>
                    </a:lnTo>
                    <a:lnTo>
                      <a:pt x="1863" y="3034"/>
                    </a:lnTo>
                    <a:lnTo>
                      <a:pt x="1884" y="2846"/>
                    </a:lnTo>
                    <a:lnTo>
                      <a:pt x="1988" y="2678"/>
                    </a:lnTo>
                    <a:lnTo>
                      <a:pt x="1905" y="2657"/>
                    </a:lnTo>
                    <a:lnTo>
                      <a:pt x="1905" y="2574"/>
                    </a:lnTo>
                    <a:lnTo>
                      <a:pt x="1988" y="2532"/>
                    </a:lnTo>
                    <a:lnTo>
                      <a:pt x="2072" y="2365"/>
                    </a:lnTo>
                    <a:lnTo>
                      <a:pt x="2135" y="2365"/>
                    </a:lnTo>
                    <a:lnTo>
                      <a:pt x="2219" y="2260"/>
                    </a:lnTo>
                    <a:lnTo>
                      <a:pt x="2344" y="2197"/>
                    </a:lnTo>
                    <a:lnTo>
                      <a:pt x="2386" y="2030"/>
                    </a:lnTo>
                    <a:lnTo>
                      <a:pt x="2386" y="1925"/>
                    </a:lnTo>
                    <a:lnTo>
                      <a:pt x="2491" y="1841"/>
                    </a:lnTo>
                    <a:lnTo>
                      <a:pt x="2491" y="1800"/>
                    </a:lnTo>
                    <a:lnTo>
                      <a:pt x="2428" y="1695"/>
                    </a:lnTo>
                    <a:lnTo>
                      <a:pt x="2407" y="1569"/>
                    </a:lnTo>
                    <a:lnTo>
                      <a:pt x="2344" y="1569"/>
                    </a:lnTo>
                    <a:lnTo>
                      <a:pt x="2239" y="1507"/>
                    </a:lnTo>
                    <a:lnTo>
                      <a:pt x="2114" y="1507"/>
                    </a:lnTo>
                    <a:lnTo>
                      <a:pt x="2093" y="1465"/>
                    </a:lnTo>
                    <a:lnTo>
                      <a:pt x="2135" y="1360"/>
                    </a:lnTo>
                    <a:lnTo>
                      <a:pt x="2302" y="1276"/>
                    </a:lnTo>
                    <a:lnTo>
                      <a:pt x="2302" y="1193"/>
                    </a:lnTo>
                    <a:lnTo>
                      <a:pt x="2239" y="1109"/>
                    </a:lnTo>
                    <a:lnTo>
                      <a:pt x="2239" y="984"/>
                    </a:lnTo>
                    <a:lnTo>
                      <a:pt x="2281" y="879"/>
                    </a:lnTo>
                    <a:lnTo>
                      <a:pt x="2177" y="774"/>
                    </a:lnTo>
                    <a:lnTo>
                      <a:pt x="2093" y="774"/>
                    </a:lnTo>
                    <a:lnTo>
                      <a:pt x="1967" y="858"/>
                    </a:lnTo>
                    <a:lnTo>
                      <a:pt x="1779" y="900"/>
                    </a:lnTo>
                    <a:lnTo>
                      <a:pt x="1758" y="984"/>
                    </a:lnTo>
                    <a:lnTo>
                      <a:pt x="1675" y="1088"/>
                    </a:lnTo>
                    <a:lnTo>
                      <a:pt x="1591" y="1067"/>
                    </a:lnTo>
                    <a:lnTo>
                      <a:pt x="1570" y="963"/>
                    </a:lnTo>
                    <a:lnTo>
                      <a:pt x="1695" y="900"/>
                    </a:lnTo>
                    <a:lnTo>
                      <a:pt x="1758" y="837"/>
                    </a:lnTo>
                    <a:lnTo>
                      <a:pt x="1758" y="670"/>
                    </a:lnTo>
                    <a:lnTo>
                      <a:pt x="1800" y="460"/>
                    </a:lnTo>
                    <a:lnTo>
                      <a:pt x="1758" y="356"/>
                    </a:lnTo>
                    <a:lnTo>
                      <a:pt x="1695" y="272"/>
                    </a:lnTo>
                    <a:lnTo>
                      <a:pt x="1654" y="168"/>
                    </a:lnTo>
                    <a:lnTo>
                      <a:pt x="1507" y="105"/>
                    </a:lnTo>
                    <a:lnTo>
                      <a:pt x="1403" y="147"/>
                    </a:lnTo>
                    <a:lnTo>
                      <a:pt x="1277" y="105"/>
                    </a:lnTo>
                    <a:lnTo>
                      <a:pt x="1130" y="230"/>
                    </a:lnTo>
                    <a:lnTo>
                      <a:pt x="1047" y="209"/>
                    </a:lnTo>
                    <a:lnTo>
                      <a:pt x="1047" y="21"/>
                    </a:lnTo>
                    <a:lnTo>
                      <a:pt x="1026" y="0"/>
                    </a:lnTo>
                    <a:close/>
                  </a:path>
                </a:pathLst>
              </a:custGeom>
              <a:solidFill>
                <a:srgbClr val="5F7D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12" name="Google Shape;5912;p36"/>
              <p:cNvSpPr/>
              <p:nvPr/>
            </p:nvSpPr>
            <p:spPr>
              <a:xfrm>
                <a:off x="2799125" y="1455875"/>
                <a:ext cx="96775" cy="158525"/>
              </a:xfrm>
              <a:custGeom>
                <a:rect b="b" l="l" r="r" t="t"/>
                <a:pathLst>
                  <a:path extrusionOk="0" h="6341" w="3871">
                    <a:moveTo>
                      <a:pt x="2385" y="0"/>
                    </a:moveTo>
                    <a:lnTo>
                      <a:pt x="2385" y="126"/>
                    </a:lnTo>
                    <a:lnTo>
                      <a:pt x="2302" y="272"/>
                    </a:lnTo>
                    <a:lnTo>
                      <a:pt x="2385" y="356"/>
                    </a:lnTo>
                    <a:lnTo>
                      <a:pt x="2490" y="356"/>
                    </a:lnTo>
                    <a:lnTo>
                      <a:pt x="2595" y="314"/>
                    </a:lnTo>
                    <a:lnTo>
                      <a:pt x="2741" y="377"/>
                    </a:lnTo>
                    <a:lnTo>
                      <a:pt x="2783" y="460"/>
                    </a:lnTo>
                    <a:lnTo>
                      <a:pt x="2888" y="481"/>
                    </a:lnTo>
                    <a:lnTo>
                      <a:pt x="2888" y="565"/>
                    </a:lnTo>
                    <a:lnTo>
                      <a:pt x="2699" y="733"/>
                    </a:lnTo>
                    <a:lnTo>
                      <a:pt x="2616" y="733"/>
                    </a:lnTo>
                    <a:lnTo>
                      <a:pt x="2490" y="649"/>
                    </a:lnTo>
                    <a:lnTo>
                      <a:pt x="2385" y="649"/>
                    </a:lnTo>
                    <a:lnTo>
                      <a:pt x="2281" y="628"/>
                    </a:lnTo>
                    <a:lnTo>
                      <a:pt x="2281" y="628"/>
                    </a:lnTo>
                    <a:lnTo>
                      <a:pt x="2323" y="733"/>
                    </a:lnTo>
                    <a:lnTo>
                      <a:pt x="2406" y="753"/>
                    </a:lnTo>
                    <a:lnTo>
                      <a:pt x="2323" y="837"/>
                    </a:lnTo>
                    <a:lnTo>
                      <a:pt x="2218" y="858"/>
                    </a:lnTo>
                    <a:lnTo>
                      <a:pt x="2072" y="691"/>
                    </a:lnTo>
                    <a:lnTo>
                      <a:pt x="1904" y="774"/>
                    </a:lnTo>
                    <a:lnTo>
                      <a:pt x="1862" y="942"/>
                    </a:lnTo>
                    <a:lnTo>
                      <a:pt x="1779" y="1005"/>
                    </a:lnTo>
                    <a:lnTo>
                      <a:pt x="1779" y="1088"/>
                    </a:lnTo>
                    <a:lnTo>
                      <a:pt x="1883" y="1109"/>
                    </a:lnTo>
                    <a:lnTo>
                      <a:pt x="1904" y="1256"/>
                    </a:lnTo>
                    <a:lnTo>
                      <a:pt x="2051" y="1318"/>
                    </a:lnTo>
                    <a:lnTo>
                      <a:pt x="2051" y="1381"/>
                    </a:lnTo>
                    <a:lnTo>
                      <a:pt x="1946" y="1381"/>
                    </a:lnTo>
                    <a:lnTo>
                      <a:pt x="1946" y="1465"/>
                    </a:lnTo>
                    <a:lnTo>
                      <a:pt x="1988" y="1528"/>
                    </a:lnTo>
                    <a:lnTo>
                      <a:pt x="1988" y="1611"/>
                    </a:lnTo>
                    <a:lnTo>
                      <a:pt x="1904" y="1590"/>
                    </a:lnTo>
                    <a:lnTo>
                      <a:pt x="1841" y="1528"/>
                    </a:lnTo>
                    <a:lnTo>
                      <a:pt x="1695" y="1507"/>
                    </a:lnTo>
                    <a:lnTo>
                      <a:pt x="1590" y="1423"/>
                    </a:lnTo>
                    <a:lnTo>
                      <a:pt x="1528" y="1402"/>
                    </a:lnTo>
                    <a:lnTo>
                      <a:pt x="1423" y="1486"/>
                    </a:lnTo>
                    <a:lnTo>
                      <a:pt x="1381" y="1569"/>
                    </a:lnTo>
                    <a:lnTo>
                      <a:pt x="1465" y="1674"/>
                    </a:lnTo>
                    <a:lnTo>
                      <a:pt x="1423" y="1779"/>
                    </a:lnTo>
                    <a:lnTo>
                      <a:pt x="1360" y="1737"/>
                    </a:lnTo>
                    <a:lnTo>
                      <a:pt x="1360" y="1674"/>
                    </a:lnTo>
                    <a:lnTo>
                      <a:pt x="1276" y="1611"/>
                    </a:lnTo>
                    <a:lnTo>
                      <a:pt x="1151" y="1569"/>
                    </a:lnTo>
                    <a:lnTo>
                      <a:pt x="1109" y="1569"/>
                    </a:lnTo>
                    <a:lnTo>
                      <a:pt x="1025" y="1486"/>
                    </a:lnTo>
                    <a:lnTo>
                      <a:pt x="942" y="1465"/>
                    </a:lnTo>
                    <a:lnTo>
                      <a:pt x="921" y="1528"/>
                    </a:lnTo>
                    <a:lnTo>
                      <a:pt x="963" y="1674"/>
                    </a:lnTo>
                    <a:lnTo>
                      <a:pt x="963" y="1800"/>
                    </a:lnTo>
                    <a:lnTo>
                      <a:pt x="1004" y="1946"/>
                    </a:lnTo>
                    <a:lnTo>
                      <a:pt x="1109" y="2009"/>
                    </a:lnTo>
                    <a:lnTo>
                      <a:pt x="1235" y="2030"/>
                    </a:lnTo>
                    <a:lnTo>
                      <a:pt x="1276" y="2093"/>
                    </a:lnTo>
                    <a:lnTo>
                      <a:pt x="1256" y="2113"/>
                    </a:lnTo>
                    <a:lnTo>
                      <a:pt x="1130" y="2113"/>
                    </a:lnTo>
                    <a:lnTo>
                      <a:pt x="1256" y="2197"/>
                    </a:lnTo>
                    <a:lnTo>
                      <a:pt x="1318" y="2260"/>
                    </a:lnTo>
                    <a:lnTo>
                      <a:pt x="1423" y="2344"/>
                    </a:lnTo>
                    <a:lnTo>
                      <a:pt x="1548" y="2344"/>
                    </a:lnTo>
                    <a:lnTo>
                      <a:pt x="1632" y="2260"/>
                    </a:lnTo>
                    <a:lnTo>
                      <a:pt x="1674" y="2260"/>
                    </a:lnTo>
                    <a:lnTo>
                      <a:pt x="1674" y="2344"/>
                    </a:lnTo>
                    <a:lnTo>
                      <a:pt x="1590" y="2427"/>
                    </a:lnTo>
                    <a:lnTo>
                      <a:pt x="1548" y="2616"/>
                    </a:lnTo>
                    <a:lnTo>
                      <a:pt x="1486" y="2616"/>
                    </a:lnTo>
                    <a:lnTo>
                      <a:pt x="1339" y="2469"/>
                    </a:lnTo>
                    <a:lnTo>
                      <a:pt x="1025" y="2427"/>
                    </a:lnTo>
                    <a:lnTo>
                      <a:pt x="921" y="2260"/>
                    </a:lnTo>
                    <a:lnTo>
                      <a:pt x="837" y="2239"/>
                    </a:lnTo>
                    <a:lnTo>
                      <a:pt x="795" y="2155"/>
                    </a:lnTo>
                    <a:lnTo>
                      <a:pt x="753" y="2155"/>
                    </a:lnTo>
                    <a:lnTo>
                      <a:pt x="712" y="2302"/>
                    </a:lnTo>
                    <a:lnTo>
                      <a:pt x="712" y="2344"/>
                    </a:lnTo>
                    <a:lnTo>
                      <a:pt x="649" y="2406"/>
                    </a:lnTo>
                    <a:lnTo>
                      <a:pt x="712" y="2574"/>
                    </a:lnTo>
                    <a:lnTo>
                      <a:pt x="628" y="2637"/>
                    </a:lnTo>
                    <a:lnTo>
                      <a:pt x="544" y="2616"/>
                    </a:lnTo>
                    <a:lnTo>
                      <a:pt x="544" y="2762"/>
                    </a:lnTo>
                    <a:lnTo>
                      <a:pt x="502" y="2783"/>
                    </a:lnTo>
                    <a:lnTo>
                      <a:pt x="502" y="3034"/>
                    </a:lnTo>
                    <a:lnTo>
                      <a:pt x="586" y="3097"/>
                    </a:lnTo>
                    <a:lnTo>
                      <a:pt x="732" y="3097"/>
                    </a:lnTo>
                    <a:lnTo>
                      <a:pt x="837" y="3160"/>
                    </a:lnTo>
                    <a:lnTo>
                      <a:pt x="942" y="3139"/>
                    </a:lnTo>
                    <a:lnTo>
                      <a:pt x="942" y="3181"/>
                    </a:lnTo>
                    <a:lnTo>
                      <a:pt x="858" y="3243"/>
                    </a:lnTo>
                    <a:lnTo>
                      <a:pt x="753" y="3181"/>
                    </a:lnTo>
                    <a:lnTo>
                      <a:pt x="586" y="3181"/>
                    </a:lnTo>
                    <a:lnTo>
                      <a:pt x="523" y="3160"/>
                    </a:lnTo>
                    <a:lnTo>
                      <a:pt x="419" y="3181"/>
                    </a:lnTo>
                    <a:lnTo>
                      <a:pt x="272" y="3369"/>
                    </a:lnTo>
                    <a:lnTo>
                      <a:pt x="230" y="3473"/>
                    </a:lnTo>
                    <a:lnTo>
                      <a:pt x="314" y="3557"/>
                    </a:lnTo>
                    <a:lnTo>
                      <a:pt x="293" y="3599"/>
                    </a:lnTo>
                    <a:lnTo>
                      <a:pt x="209" y="3620"/>
                    </a:lnTo>
                    <a:lnTo>
                      <a:pt x="209" y="3725"/>
                    </a:lnTo>
                    <a:lnTo>
                      <a:pt x="293" y="3787"/>
                    </a:lnTo>
                    <a:lnTo>
                      <a:pt x="335" y="3725"/>
                    </a:lnTo>
                    <a:lnTo>
                      <a:pt x="502" y="3725"/>
                    </a:lnTo>
                    <a:lnTo>
                      <a:pt x="586" y="3662"/>
                    </a:lnTo>
                    <a:lnTo>
                      <a:pt x="628" y="3704"/>
                    </a:lnTo>
                    <a:lnTo>
                      <a:pt x="628" y="3787"/>
                    </a:lnTo>
                    <a:lnTo>
                      <a:pt x="523" y="3808"/>
                    </a:lnTo>
                    <a:lnTo>
                      <a:pt x="440" y="3913"/>
                    </a:lnTo>
                    <a:lnTo>
                      <a:pt x="502" y="3976"/>
                    </a:lnTo>
                    <a:lnTo>
                      <a:pt x="586" y="3976"/>
                    </a:lnTo>
                    <a:lnTo>
                      <a:pt x="691" y="3892"/>
                    </a:lnTo>
                    <a:lnTo>
                      <a:pt x="753" y="3892"/>
                    </a:lnTo>
                    <a:lnTo>
                      <a:pt x="858" y="3808"/>
                    </a:lnTo>
                    <a:lnTo>
                      <a:pt x="858" y="3871"/>
                    </a:lnTo>
                    <a:lnTo>
                      <a:pt x="816" y="3934"/>
                    </a:lnTo>
                    <a:lnTo>
                      <a:pt x="858" y="3976"/>
                    </a:lnTo>
                    <a:lnTo>
                      <a:pt x="1046" y="3976"/>
                    </a:lnTo>
                    <a:lnTo>
                      <a:pt x="1067" y="4018"/>
                    </a:lnTo>
                    <a:lnTo>
                      <a:pt x="963" y="4038"/>
                    </a:lnTo>
                    <a:lnTo>
                      <a:pt x="963" y="4122"/>
                    </a:lnTo>
                    <a:lnTo>
                      <a:pt x="1067" y="4143"/>
                    </a:lnTo>
                    <a:lnTo>
                      <a:pt x="1172" y="4122"/>
                    </a:lnTo>
                    <a:lnTo>
                      <a:pt x="1318" y="4206"/>
                    </a:lnTo>
                    <a:lnTo>
                      <a:pt x="1590" y="4290"/>
                    </a:lnTo>
                    <a:lnTo>
                      <a:pt x="1632" y="4331"/>
                    </a:lnTo>
                    <a:lnTo>
                      <a:pt x="1381" y="4310"/>
                    </a:lnTo>
                    <a:lnTo>
                      <a:pt x="1276" y="4331"/>
                    </a:lnTo>
                    <a:lnTo>
                      <a:pt x="1130" y="4227"/>
                    </a:lnTo>
                    <a:lnTo>
                      <a:pt x="963" y="4290"/>
                    </a:lnTo>
                    <a:lnTo>
                      <a:pt x="963" y="4352"/>
                    </a:lnTo>
                    <a:lnTo>
                      <a:pt x="1130" y="4415"/>
                    </a:lnTo>
                    <a:lnTo>
                      <a:pt x="1339" y="4436"/>
                    </a:lnTo>
                    <a:lnTo>
                      <a:pt x="1569" y="4436"/>
                    </a:lnTo>
                    <a:lnTo>
                      <a:pt x="1653" y="4499"/>
                    </a:lnTo>
                    <a:lnTo>
                      <a:pt x="1423" y="4541"/>
                    </a:lnTo>
                    <a:lnTo>
                      <a:pt x="1339" y="4520"/>
                    </a:lnTo>
                    <a:lnTo>
                      <a:pt x="1109" y="4499"/>
                    </a:lnTo>
                    <a:lnTo>
                      <a:pt x="942" y="4457"/>
                    </a:lnTo>
                    <a:lnTo>
                      <a:pt x="900" y="4394"/>
                    </a:lnTo>
                    <a:lnTo>
                      <a:pt x="753" y="4352"/>
                    </a:lnTo>
                    <a:lnTo>
                      <a:pt x="607" y="4206"/>
                    </a:lnTo>
                    <a:lnTo>
                      <a:pt x="544" y="4248"/>
                    </a:lnTo>
                    <a:lnTo>
                      <a:pt x="481" y="4331"/>
                    </a:lnTo>
                    <a:lnTo>
                      <a:pt x="293" y="4352"/>
                    </a:lnTo>
                    <a:lnTo>
                      <a:pt x="209" y="4415"/>
                    </a:lnTo>
                    <a:lnTo>
                      <a:pt x="188" y="4624"/>
                    </a:lnTo>
                    <a:lnTo>
                      <a:pt x="314" y="4729"/>
                    </a:lnTo>
                    <a:lnTo>
                      <a:pt x="314" y="4854"/>
                    </a:lnTo>
                    <a:lnTo>
                      <a:pt x="272" y="4917"/>
                    </a:lnTo>
                    <a:lnTo>
                      <a:pt x="188" y="4729"/>
                    </a:lnTo>
                    <a:lnTo>
                      <a:pt x="126" y="4729"/>
                    </a:lnTo>
                    <a:lnTo>
                      <a:pt x="63" y="4980"/>
                    </a:lnTo>
                    <a:lnTo>
                      <a:pt x="84" y="5126"/>
                    </a:lnTo>
                    <a:lnTo>
                      <a:pt x="168" y="5147"/>
                    </a:lnTo>
                    <a:lnTo>
                      <a:pt x="188" y="5126"/>
                    </a:lnTo>
                    <a:lnTo>
                      <a:pt x="272" y="5126"/>
                    </a:lnTo>
                    <a:lnTo>
                      <a:pt x="335" y="5252"/>
                    </a:lnTo>
                    <a:lnTo>
                      <a:pt x="419" y="5273"/>
                    </a:lnTo>
                    <a:lnTo>
                      <a:pt x="335" y="5294"/>
                    </a:lnTo>
                    <a:lnTo>
                      <a:pt x="272" y="5336"/>
                    </a:lnTo>
                    <a:lnTo>
                      <a:pt x="188" y="5231"/>
                    </a:lnTo>
                    <a:lnTo>
                      <a:pt x="21" y="5252"/>
                    </a:lnTo>
                    <a:lnTo>
                      <a:pt x="0" y="5461"/>
                    </a:lnTo>
                    <a:lnTo>
                      <a:pt x="63" y="5503"/>
                    </a:lnTo>
                    <a:lnTo>
                      <a:pt x="126" y="5482"/>
                    </a:lnTo>
                    <a:lnTo>
                      <a:pt x="84" y="5566"/>
                    </a:lnTo>
                    <a:lnTo>
                      <a:pt x="84" y="5817"/>
                    </a:lnTo>
                    <a:lnTo>
                      <a:pt x="168" y="5754"/>
                    </a:lnTo>
                    <a:lnTo>
                      <a:pt x="230" y="5775"/>
                    </a:lnTo>
                    <a:lnTo>
                      <a:pt x="230" y="5963"/>
                    </a:lnTo>
                    <a:lnTo>
                      <a:pt x="398" y="6005"/>
                    </a:lnTo>
                    <a:lnTo>
                      <a:pt x="628" y="6173"/>
                    </a:lnTo>
                    <a:lnTo>
                      <a:pt x="732" y="6110"/>
                    </a:lnTo>
                    <a:lnTo>
                      <a:pt x="795" y="6005"/>
                    </a:lnTo>
                    <a:lnTo>
                      <a:pt x="753" y="5922"/>
                    </a:lnTo>
                    <a:lnTo>
                      <a:pt x="921" y="5922"/>
                    </a:lnTo>
                    <a:lnTo>
                      <a:pt x="942" y="6026"/>
                    </a:lnTo>
                    <a:lnTo>
                      <a:pt x="921" y="6131"/>
                    </a:lnTo>
                    <a:lnTo>
                      <a:pt x="942" y="6235"/>
                    </a:lnTo>
                    <a:lnTo>
                      <a:pt x="1004" y="6214"/>
                    </a:lnTo>
                    <a:lnTo>
                      <a:pt x="1067" y="5963"/>
                    </a:lnTo>
                    <a:lnTo>
                      <a:pt x="1067" y="5712"/>
                    </a:lnTo>
                    <a:lnTo>
                      <a:pt x="1130" y="5566"/>
                    </a:lnTo>
                    <a:lnTo>
                      <a:pt x="1256" y="5440"/>
                    </a:lnTo>
                    <a:lnTo>
                      <a:pt x="1318" y="5294"/>
                    </a:lnTo>
                    <a:lnTo>
                      <a:pt x="1318" y="5461"/>
                    </a:lnTo>
                    <a:lnTo>
                      <a:pt x="1172" y="5670"/>
                    </a:lnTo>
                    <a:lnTo>
                      <a:pt x="1151" y="5817"/>
                    </a:lnTo>
                    <a:lnTo>
                      <a:pt x="1172" y="5922"/>
                    </a:lnTo>
                    <a:lnTo>
                      <a:pt x="1130" y="6131"/>
                    </a:lnTo>
                    <a:lnTo>
                      <a:pt x="1172" y="6235"/>
                    </a:lnTo>
                    <a:lnTo>
                      <a:pt x="1151" y="6319"/>
                    </a:lnTo>
                    <a:lnTo>
                      <a:pt x="1214" y="6340"/>
                    </a:lnTo>
                    <a:lnTo>
                      <a:pt x="1256" y="6298"/>
                    </a:lnTo>
                    <a:lnTo>
                      <a:pt x="1339" y="6173"/>
                    </a:lnTo>
                    <a:lnTo>
                      <a:pt x="1528" y="5984"/>
                    </a:lnTo>
                    <a:lnTo>
                      <a:pt x="1590" y="5691"/>
                    </a:lnTo>
                    <a:lnTo>
                      <a:pt x="1674" y="5650"/>
                    </a:lnTo>
                    <a:lnTo>
                      <a:pt x="1674" y="5754"/>
                    </a:lnTo>
                    <a:lnTo>
                      <a:pt x="1632" y="5880"/>
                    </a:lnTo>
                    <a:lnTo>
                      <a:pt x="1632" y="5963"/>
                    </a:lnTo>
                    <a:lnTo>
                      <a:pt x="1737" y="5984"/>
                    </a:lnTo>
                    <a:lnTo>
                      <a:pt x="1862" y="5859"/>
                    </a:lnTo>
                    <a:lnTo>
                      <a:pt x="1946" y="5775"/>
                    </a:lnTo>
                    <a:lnTo>
                      <a:pt x="1946" y="5670"/>
                    </a:lnTo>
                    <a:lnTo>
                      <a:pt x="1841" y="5650"/>
                    </a:lnTo>
                    <a:lnTo>
                      <a:pt x="1841" y="5608"/>
                    </a:lnTo>
                    <a:lnTo>
                      <a:pt x="1946" y="5566"/>
                    </a:lnTo>
                    <a:lnTo>
                      <a:pt x="1946" y="5398"/>
                    </a:lnTo>
                    <a:lnTo>
                      <a:pt x="1904" y="5336"/>
                    </a:lnTo>
                    <a:lnTo>
                      <a:pt x="1904" y="5231"/>
                    </a:lnTo>
                    <a:lnTo>
                      <a:pt x="2072" y="5126"/>
                    </a:lnTo>
                    <a:lnTo>
                      <a:pt x="2113" y="4938"/>
                    </a:lnTo>
                    <a:lnTo>
                      <a:pt x="2218" y="4875"/>
                    </a:lnTo>
                    <a:lnTo>
                      <a:pt x="2281" y="4813"/>
                    </a:lnTo>
                    <a:lnTo>
                      <a:pt x="2281" y="4917"/>
                    </a:lnTo>
                    <a:lnTo>
                      <a:pt x="2281" y="4959"/>
                    </a:lnTo>
                    <a:lnTo>
                      <a:pt x="2197" y="4980"/>
                    </a:lnTo>
                    <a:lnTo>
                      <a:pt x="2113" y="5168"/>
                    </a:lnTo>
                    <a:lnTo>
                      <a:pt x="2051" y="5294"/>
                    </a:lnTo>
                    <a:lnTo>
                      <a:pt x="2009" y="5461"/>
                    </a:lnTo>
                    <a:lnTo>
                      <a:pt x="2072" y="5566"/>
                    </a:lnTo>
                    <a:lnTo>
                      <a:pt x="2092" y="5691"/>
                    </a:lnTo>
                    <a:lnTo>
                      <a:pt x="2155" y="5650"/>
                    </a:lnTo>
                    <a:lnTo>
                      <a:pt x="2260" y="5461"/>
                    </a:lnTo>
                    <a:lnTo>
                      <a:pt x="2469" y="5273"/>
                    </a:lnTo>
                    <a:lnTo>
                      <a:pt x="2532" y="5147"/>
                    </a:lnTo>
                    <a:lnTo>
                      <a:pt x="2532" y="4980"/>
                    </a:lnTo>
                    <a:lnTo>
                      <a:pt x="2616" y="4875"/>
                    </a:lnTo>
                    <a:lnTo>
                      <a:pt x="2699" y="4854"/>
                    </a:lnTo>
                    <a:lnTo>
                      <a:pt x="2699" y="4917"/>
                    </a:lnTo>
                    <a:lnTo>
                      <a:pt x="2678" y="4959"/>
                    </a:lnTo>
                    <a:lnTo>
                      <a:pt x="2678" y="5085"/>
                    </a:lnTo>
                    <a:lnTo>
                      <a:pt x="2741" y="5064"/>
                    </a:lnTo>
                    <a:lnTo>
                      <a:pt x="2888" y="4875"/>
                    </a:lnTo>
                    <a:lnTo>
                      <a:pt x="2971" y="4875"/>
                    </a:lnTo>
                    <a:lnTo>
                      <a:pt x="3139" y="4917"/>
                    </a:lnTo>
                    <a:lnTo>
                      <a:pt x="3327" y="4854"/>
                    </a:lnTo>
                    <a:lnTo>
                      <a:pt x="3432" y="4834"/>
                    </a:lnTo>
                    <a:lnTo>
                      <a:pt x="3494" y="4750"/>
                    </a:lnTo>
                    <a:lnTo>
                      <a:pt x="3620" y="4729"/>
                    </a:lnTo>
                    <a:lnTo>
                      <a:pt x="3662" y="4624"/>
                    </a:lnTo>
                    <a:lnTo>
                      <a:pt x="3662" y="4541"/>
                    </a:lnTo>
                    <a:lnTo>
                      <a:pt x="3683" y="4457"/>
                    </a:lnTo>
                    <a:lnTo>
                      <a:pt x="3620" y="4394"/>
                    </a:lnTo>
                    <a:lnTo>
                      <a:pt x="3662" y="4227"/>
                    </a:lnTo>
                    <a:lnTo>
                      <a:pt x="3662" y="3976"/>
                    </a:lnTo>
                    <a:lnTo>
                      <a:pt x="3620" y="3976"/>
                    </a:lnTo>
                    <a:lnTo>
                      <a:pt x="3536" y="4122"/>
                    </a:lnTo>
                    <a:lnTo>
                      <a:pt x="3411" y="4290"/>
                    </a:lnTo>
                    <a:lnTo>
                      <a:pt x="3348" y="4290"/>
                    </a:lnTo>
                    <a:lnTo>
                      <a:pt x="3348" y="4206"/>
                    </a:lnTo>
                    <a:lnTo>
                      <a:pt x="3432" y="4101"/>
                    </a:lnTo>
                    <a:lnTo>
                      <a:pt x="3536" y="4018"/>
                    </a:lnTo>
                    <a:lnTo>
                      <a:pt x="3557" y="3934"/>
                    </a:lnTo>
                    <a:lnTo>
                      <a:pt x="3432" y="3829"/>
                    </a:lnTo>
                    <a:lnTo>
                      <a:pt x="3411" y="3725"/>
                    </a:lnTo>
                    <a:lnTo>
                      <a:pt x="3348" y="3725"/>
                    </a:lnTo>
                    <a:lnTo>
                      <a:pt x="3306" y="3766"/>
                    </a:lnTo>
                    <a:lnTo>
                      <a:pt x="3264" y="3829"/>
                    </a:lnTo>
                    <a:lnTo>
                      <a:pt x="3201" y="3787"/>
                    </a:lnTo>
                    <a:lnTo>
                      <a:pt x="3097" y="3808"/>
                    </a:lnTo>
                    <a:lnTo>
                      <a:pt x="3013" y="3871"/>
                    </a:lnTo>
                    <a:lnTo>
                      <a:pt x="2909" y="3829"/>
                    </a:lnTo>
                    <a:lnTo>
                      <a:pt x="2950" y="3787"/>
                    </a:lnTo>
                    <a:lnTo>
                      <a:pt x="3222" y="3683"/>
                    </a:lnTo>
                    <a:lnTo>
                      <a:pt x="3327" y="3662"/>
                    </a:lnTo>
                    <a:lnTo>
                      <a:pt x="3536" y="3453"/>
                    </a:lnTo>
                    <a:lnTo>
                      <a:pt x="3578" y="3390"/>
                    </a:lnTo>
                    <a:lnTo>
                      <a:pt x="3725" y="3160"/>
                    </a:lnTo>
                    <a:lnTo>
                      <a:pt x="3766" y="2971"/>
                    </a:lnTo>
                    <a:lnTo>
                      <a:pt x="3725" y="2950"/>
                    </a:lnTo>
                    <a:lnTo>
                      <a:pt x="3641" y="2971"/>
                    </a:lnTo>
                    <a:lnTo>
                      <a:pt x="3578" y="3034"/>
                    </a:lnTo>
                    <a:lnTo>
                      <a:pt x="3536" y="2950"/>
                    </a:lnTo>
                    <a:lnTo>
                      <a:pt x="3578" y="2888"/>
                    </a:lnTo>
                    <a:lnTo>
                      <a:pt x="3641" y="2846"/>
                    </a:lnTo>
                    <a:lnTo>
                      <a:pt x="3725" y="2867"/>
                    </a:lnTo>
                    <a:lnTo>
                      <a:pt x="3766" y="2783"/>
                    </a:lnTo>
                    <a:lnTo>
                      <a:pt x="3766" y="2657"/>
                    </a:lnTo>
                    <a:lnTo>
                      <a:pt x="3871" y="2553"/>
                    </a:lnTo>
                    <a:lnTo>
                      <a:pt x="3871" y="2427"/>
                    </a:lnTo>
                    <a:lnTo>
                      <a:pt x="3850" y="2365"/>
                    </a:lnTo>
                    <a:lnTo>
                      <a:pt x="3850" y="2302"/>
                    </a:lnTo>
                    <a:lnTo>
                      <a:pt x="3745" y="2260"/>
                    </a:lnTo>
                    <a:lnTo>
                      <a:pt x="3641" y="2302"/>
                    </a:lnTo>
                    <a:lnTo>
                      <a:pt x="3494" y="2553"/>
                    </a:lnTo>
                    <a:lnTo>
                      <a:pt x="3494" y="2678"/>
                    </a:lnTo>
                    <a:lnTo>
                      <a:pt x="3557" y="2762"/>
                    </a:lnTo>
                    <a:lnTo>
                      <a:pt x="3473" y="2846"/>
                    </a:lnTo>
                    <a:lnTo>
                      <a:pt x="3432" y="2888"/>
                    </a:lnTo>
                    <a:lnTo>
                      <a:pt x="3369" y="2867"/>
                    </a:lnTo>
                    <a:lnTo>
                      <a:pt x="3411" y="2825"/>
                    </a:lnTo>
                    <a:lnTo>
                      <a:pt x="3348" y="2762"/>
                    </a:lnTo>
                    <a:lnTo>
                      <a:pt x="3348" y="2657"/>
                    </a:lnTo>
                    <a:lnTo>
                      <a:pt x="3453" y="2448"/>
                    </a:lnTo>
                    <a:lnTo>
                      <a:pt x="3432" y="2344"/>
                    </a:lnTo>
                    <a:lnTo>
                      <a:pt x="3453" y="2302"/>
                    </a:lnTo>
                    <a:lnTo>
                      <a:pt x="3473" y="2323"/>
                    </a:lnTo>
                    <a:lnTo>
                      <a:pt x="3557" y="2302"/>
                    </a:lnTo>
                    <a:lnTo>
                      <a:pt x="3536" y="2134"/>
                    </a:lnTo>
                    <a:lnTo>
                      <a:pt x="3453" y="2030"/>
                    </a:lnTo>
                    <a:lnTo>
                      <a:pt x="3348" y="2030"/>
                    </a:lnTo>
                    <a:lnTo>
                      <a:pt x="3222" y="2051"/>
                    </a:lnTo>
                    <a:lnTo>
                      <a:pt x="3160" y="2155"/>
                    </a:lnTo>
                    <a:lnTo>
                      <a:pt x="3139" y="2113"/>
                    </a:lnTo>
                    <a:lnTo>
                      <a:pt x="3118" y="2051"/>
                    </a:lnTo>
                    <a:lnTo>
                      <a:pt x="3139" y="1904"/>
                    </a:lnTo>
                    <a:lnTo>
                      <a:pt x="3055" y="1737"/>
                    </a:lnTo>
                    <a:lnTo>
                      <a:pt x="3097" y="1507"/>
                    </a:lnTo>
                    <a:lnTo>
                      <a:pt x="3097" y="1318"/>
                    </a:lnTo>
                    <a:lnTo>
                      <a:pt x="3139" y="1193"/>
                    </a:lnTo>
                    <a:lnTo>
                      <a:pt x="3160" y="1005"/>
                    </a:lnTo>
                    <a:lnTo>
                      <a:pt x="3139" y="858"/>
                    </a:lnTo>
                    <a:lnTo>
                      <a:pt x="3243" y="670"/>
                    </a:lnTo>
                    <a:lnTo>
                      <a:pt x="3243" y="523"/>
                    </a:lnTo>
                    <a:lnTo>
                      <a:pt x="3139" y="419"/>
                    </a:lnTo>
                    <a:lnTo>
                      <a:pt x="3118" y="272"/>
                    </a:lnTo>
                    <a:lnTo>
                      <a:pt x="2950" y="147"/>
                    </a:lnTo>
                    <a:lnTo>
                      <a:pt x="2909" y="63"/>
                    </a:lnTo>
                    <a:lnTo>
                      <a:pt x="2741" y="0"/>
                    </a:lnTo>
                    <a:lnTo>
                      <a:pt x="2699" y="21"/>
                    </a:lnTo>
                    <a:lnTo>
                      <a:pt x="2699" y="105"/>
                    </a:lnTo>
                    <a:lnTo>
                      <a:pt x="2678" y="126"/>
                    </a:lnTo>
                    <a:lnTo>
                      <a:pt x="2511" y="0"/>
                    </a:lnTo>
                    <a:close/>
                  </a:path>
                </a:pathLst>
              </a:custGeom>
              <a:solidFill>
                <a:srgbClr val="5F7D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13" name="Google Shape;5913;p36"/>
              <p:cNvSpPr/>
              <p:nvPr/>
            </p:nvSpPr>
            <p:spPr>
              <a:xfrm>
                <a:off x="2744725" y="1557875"/>
                <a:ext cx="36625" cy="48150"/>
              </a:xfrm>
              <a:custGeom>
                <a:rect b="b" l="l" r="r" t="t"/>
                <a:pathLst>
                  <a:path extrusionOk="0" h="1926" w="1465">
                    <a:moveTo>
                      <a:pt x="711" y="0"/>
                    </a:moveTo>
                    <a:lnTo>
                      <a:pt x="586" y="105"/>
                    </a:lnTo>
                    <a:lnTo>
                      <a:pt x="502" y="168"/>
                    </a:lnTo>
                    <a:lnTo>
                      <a:pt x="502" y="356"/>
                    </a:lnTo>
                    <a:lnTo>
                      <a:pt x="419" y="419"/>
                    </a:lnTo>
                    <a:lnTo>
                      <a:pt x="356" y="377"/>
                    </a:lnTo>
                    <a:lnTo>
                      <a:pt x="272" y="544"/>
                    </a:lnTo>
                    <a:lnTo>
                      <a:pt x="272" y="733"/>
                    </a:lnTo>
                    <a:lnTo>
                      <a:pt x="188" y="837"/>
                    </a:lnTo>
                    <a:lnTo>
                      <a:pt x="272" y="963"/>
                    </a:lnTo>
                    <a:lnTo>
                      <a:pt x="147" y="963"/>
                    </a:lnTo>
                    <a:lnTo>
                      <a:pt x="167" y="1005"/>
                    </a:lnTo>
                    <a:lnTo>
                      <a:pt x="272" y="1088"/>
                    </a:lnTo>
                    <a:lnTo>
                      <a:pt x="398" y="1256"/>
                    </a:lnTo>
                    <a:lnTo>
                      <a:pt x="377" y="1360"/>
                    </a:lnTo>
                    <a:lnTo>
                      <a:pt x="356" y="1360"/>
                    </a:lnTo>
                    <a:lnTo>
                      <a:pt x="209" y="1256"/>
                    </a:lnTo>
                    <a:lnTo>
                      <a:pt x="84" y="1256"/>
                    </a:lnTo>
                    <a:lnTo>
                      <a:pt x="63" y="1318"/>
                    </a:lnTo>
                    <a:lnTo>
                      <a:pt x="0" y="1402"/>
                    </a:lnTo>
                    <a:lnTo>
                      <a:pt x="105" y="1465"/>
                    </a:lnTo>
                    <a:lnTo>
                      <a:pt x="147" y="1590"/>
                    </a:lnTo>
                    <a:lnTo>
                      <a:pt x="188" y="1632"/>
                    </a:lnTo>
                    <a:lnTo>
                      <a:pt x="105" y="1737"/>
                    </a:lnTo>
                    <a:lnTo>
                      <a:pt x="105" y="1883"/>
                    </a:lnTo>
                    <a:lnTo>
                      <a:pt x="251" y="1821"/>
                    </a:lnTo>
                    <a:lnTo>
                      <a:pt x="272" y="1737"/>
                    </a:lnTo>
                    <a:lnTo>
                      <a:pt x="356" y="1737"/>
                    </a:lnTo>
                    <a:lnTo>
                      <a:pt x="377" y="1883"/>
                    </a:lnTo>
                    <a:lnTo>
                      <a:pt x="460" y="1883"/>
                    </a:lnTo>
                    <a:lnTo>
                      <a:pt x="607" y="1842"/>
                    </a:lnTo>
                    <a:lnTo>
                      <a:pt x="711" y="1883"/>
                    </a:lnTo>
                    <a:lnTo>
                      <a:pt x="837" y="1779"/>
                    </a:lnTo>
                    <a:lnTo>
                      <a:pt x="900" y="1821"/>
                    </a:lnTo>
                    <a:lnTo>
                      <a:pt x="900" y="1925"/>
                    </a:lnTo>
                    <a:lnTo>
                      <a:pt x="983" y="1925"/>
                    </a:lnTo>
                    <a:lnTo>
                      <a:pt x="1025" y="1883"/>
                    </a:lnTo>
                    <a:lnTo>
                      <a:pt x="1235" y="1737"/>
                    </a:lnTo>
                    <a:lnTo>
                      <a:pt x="1235" y="1632"/>
                    </a:lnTo>
                    <a:lnTo>
                      <a:pt x="1214" y="1465"/>
                    </a:lnTo>
                    <a:lnTo>
                      <a:pt x="1151" y="1465"/>
                    </a:lnTo>
                    <a:lnTo>
                      <a:pt x="1109" y="1402"/>
                    </a:lnTo>
                    <a:lnTo>
                      <a:pt x="1193" y="1360"/>
                    </a:lnTo>
                    <a:lnTo>
                      <a:pt x="1297" y="1381"/>
                    </a:lnTo>
                    <a:lnTo>
                      <a:pt x="1339" y="1298"/>
                    </a:lnTo>
                    <a:lnTo>
                      <a:pt x="1465" y="1214"/>
                    </a:lnTo>
                    <a:lnTo>
                      <a:pt x="1423" y="984"/>
                    </a:lnTo>
                    <a:lnTo>
                      <a:pt x="1360" y="900"/>
                    </a:lnTo>
                    <a:lnTo>
                      <a:pt x="1360" y="837"/>
                    </a:lnTo>
                    <a:lnTo>
                      <a:pt x="1235" y="837"/>
                    </a:lnTo>
                    <a:lnTo>
                      <a:pt x="1193" y="691"/>
                    </a:lnTo>
                    <a:lnTo>
                      <a:pt x="1193" y="649"/>
                    </a:lnTo>
                    <a:lnTo>
                      <a:pt x="1130" y="586"/>
                    </a:lnTo>
                    <a:lnTo>
                      <a:pt x="1109" y="482"/>
                    </a:lnTo>
                    <a:lnTo>
                      <a:pt x="1046" y="461"/>
                    </a:lnTo>
                    <a:lnTo>
                      <a:pt x="1004" y="377"/>
                    </a:lnTo>
                    <a:lnTo>
                      <a:pt x="1025" y="272"/>
                    </a:lnTo>
                    <a:lnTo>
                      <a:pt x="983" y="168"/>
                    </a:lnTo>
                    <a:lnTo>
                      <a:pt x="837" y="0"/>
                    </a:lnTo>
                    <a:close/>
                  </a:path>
                </a:pathLst>
              </a:custGeom>
              <a:solidFill>
                <a:srgbClr val="5F7D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14" name="Google Shape;5914;p36"/>
              <p:cNvSpPr/>
              <p:nvPr/>
            </p:nvSpPr>
            <p:spPr>
              <a:xfrm>
                <a:off x="2789175" y="1410350"/>
                <a:ext cx="386600" cy="302375"/>
              </a:xfrm>
              <a:custGeom>
                <a:rect b="b" l="l" r="r" t="t"/>
                <a:pathLst>
                  <a:path extrusionOk="0" h="12095" w="15464">
                    <a:moveTo>
                      <a:pt x="9625" y="1"/>
                    </a:moveTo>
                    <a:lnTo>
                      <a:pt x="9521" y="105"/>
                    </a:lnTo>
                    <a:lnTo>
                      <a:pt x="9416" y="105"/>
                    </a:lnTo>
                    <a:lnTo>
                      <a:pt x="9353" y="168"/>
                    </a:lnTo>
                    <a:lnTo>
                      <a:pt x="9416" y="252"/>
                    </a:lnTo>
                    <a:lnTo>
                      <a:pt x="9521" y="273"/>
                    </a:lnTo>
                    <a:lnTo>
                      <a:pt x="9584" y="315"/>
                    </a:lnTo>
                    <a:lnTo>
                      <a:pt x="9458" y="315"/>
                    </a:lnTo>
                    <a:lnTo>
                      <a:pt x="9395" y="377"/>
                    </a:lnTo>
                    <a:lnTo>
                      <a:pt x="9458" y="461"/>
                    </a:lnTo>
                    <a:lnTo>
                      <a:pt x="9584" y="566"/>
                    </a:lnTo>
                    <a:lnTo>
                      <a:pt x="9563" y="629"/>
                    </a:lnTo>
                    <a:lnTo>
                      <a:pt x="9521" y="691"/>
                    </a:lnTo>
                    <a:lnTo>
                      <a:pt x="9625" y="796"/>
                    </a:lnTo>
                    <a:lnTo>
                      <a:pt x="9709" y="817"/>
                    </a:lnTo>
                    <a:lnTo>
                      <a:pt x="9709" y="880"/>
                    </a:lnTo>
                    <a:lnTo>
                      <a:pt x="9605" y="901"/>
                    </a:lnTo>
                    <a:lnTo>
                      <a:pt x="9605" y="942"/>
                    </a:lnTo>
                    <a:lnTo>
                      <a:pt x="9395" y="712"/>
                    </a:lnTo>
                    <a:lnTo>
                      <a:pt x="9353" y="712"/>
                    </a:lnTo>
                    <a:lnTo>
                      <a:pt x="9312" y="796"/>
                    </a:lnTo>
                    <a:lnTo>
                      <a:pt x="9312" y="901"/>
                    </a:lnTo>
                    <a:lnTo>
                      <a:pt x="9270" y="880"/>
                    </a:lnTo>
                    <a:lnTo>
                      <a:pt x="9249" y="691"/>
                    </a:lnTo>
                    <a:lnTo>
                      <a:pt x="9270" y="566"/>
                    </a:lnTo>
                    <a:lnTo>
                      <a:pt x="9186" y="419"/>
                    </a:lnTo>
                    <a:lnTo>
                      <a:pt x="9186" y="273"/>
                    </a:lnTo>
                    <a:lnTo>
                      <a:pt x="9123" y="210"/>
                    </a:lnTo>
                    <a:lnTo>
                      <a:pt x="9081" y="252"/>
                    </a:lnTo>
                    <a:lnTo>
                      <a:pt x="8956" y="147"/>
                    </a:lnTo>
                    <a:lnTo>
                      <a:pt x="8872" y="105"/>
                    </a:lnTo>
                    <a:lnTo>
                      <a:pt x="8851" y="252"/>
                    </a:lnTo>
                    <a:lnTo>
                      <a:pt x="8872" y="461"/>
                    </a:lnTo>
                    <a:lnTo>
                      <a:pt x="8851" y="670"/>
                    </a:lnTo>
                    <a:lnTo>
                      <a:pt x="8893" y="817"/>
                    </a:lnTo>
                    <a:lnTo>
                      <a:pt x="8935" y="984"/>
                    </a:lnTo>
                    <a:lnTo>
                      <a:pt x="8935" y="1047"/>
                    </a:lnTo>
                    <a:lnTo>
                      <a:pt x="8935" y="1193"/>
                    </a:lnTo>
                    <a:lnTo>
                      <a:pt x="8872" y="1235"/>
                    </a:lnTo>
                    <a:lnTo>
                      <a:pt x="8830" y="1131"/>
                    </a:lnTo>
                    <a:lnTo>
                      <a:pt x="8788" y="984"/>
                    </a:lnTo>
                    <a:lnTo>
                      <a:pt x="8747" y="901"/>
                    </a:lnTo>
                    <a:lnTo>
                      <a:pt x="8747" y="775"/>
                    </a:lnTo>
                    <a:lnTo>
                      <a:pt x="8726" y="629"/>
                    </a:lnTo>
                    <a:lnTo>
                      <a:pt x="8684" y="482"/>
                    </a:lnTo>
                    <a:lnTo>
                      <a:pt x="8475" y="357"/>
                    </a:lnTo>
                    <a:lnTo>
                      <a:pt x="8412" y="357"/>
                    </a:lnTo>
                    <a:lnTo>
                      <a:pt x="8370" y="482"/>
                    </a:lnTo>
                    <a:lnTo>
                      <a:pt x="8349" y="524"/>
                    </a:lnTo>
                    <a:lnTo>
                      <a:pt x="8370" y="691"/>
                    </a:lnTo>
                    <a:lnTo>
                      <a:pt x="8558" y="817"/>
                    </a:lnTo>
                    <a:lnTo>
                      <a:pt x="8558" y="901"/>
                    </a:lnTo>
                    <a:lnTo>
                      <a:pt x="8370" y="880"/>
                    </a:lnTo>
                    <a:lnTo>
                      <a:pt x="8328" y="838"/>
                    </a:lnTo>
                    <a:lnTo>
                      <a:pt x="8244" y="838"/>
                    </a:lnTo>
                    <a:lnTo>
                      <a:pt x="8161" y="921"/>
                    </a:lnTo>
                    <a:lnTo>
                      <a:pt x="8244" y="1131"/>
                    </a:lnTo>
                    <a:lnTo>
                      <a:pt x="8224" y="1193"/>
                    </a:lnTo>
                    <a:lnTo>
                      <a:pt x="8077" y="1235"/>
                    </a:lnTo>
                    <a:lnTo>
                      <a:pt x="8035" y="1340"/>
                    </a:lnTo>
                    <a:lnTo>
                      <a:pt x="7952" y="1403"/>
                    </a:lnTo>
                    <a:lnTo>
                      <a:pt x="7910" y="1319"/>
                    </a:lnTo>
                    <a:lnTo>
                      <a:pt x="7910" y="1214"/>
                    </a:lnTo>
                    <a:lnTo>
                      <a:pt x="7847" y="1214"/>
                    </a:lnTo>
                    <a:lnTo>
                      <a:pt x="7784" y="1361"/>
                    </a:lnTo>
                    <a:lnTo>
                      <a:pt x="7700" y="1403"/>
                    </a:lnTo>
                    <a:lnTo>
                      <a:pt x="7680" y="1131"/>
                    </a:lnTo>
                    <a:lnTo>
                      <a:pt x="7700" y="984"/>
                    </a:lnTo>
                    <a:lnTo>
                      <a:pt x="7700" y="921"/>
                    </a:lnTo>
                    <a:lnTo>
                      <a:pt x="7491" y="838"/>
                    </a:lnTo>
                    <a:lnTo>
                      <a:pt x="7470" y="775"/>
                    </a:lnTo>
                    <a:lnTo>
                      <a:pt x="7533" y="691"/>
                    </a:lnTo>
                    <a:lnTo>
                      <a:pt x="7554" y="608"/>
                    </a:lnTo>
                    <a:lnTo>
                      <a:pt x="7470" y="566"/>
                    </a:lnTo>
                    <a:lnTo>
                      <a:pt x="7261" y="524"/>
                    </a:lnTo>
                    <a:lnTo>
                      <a:pt x="7219" y="482"/>
                    </a:lnTo>
                    <a:lnTo>
                      <a:pt x="7073" y="524"/>
                    </a:lnTo>
                    <a:lnTo>
                      <a:pt x="7031" y="629"/>
                    </a:lnTo>
                    <a:lnTo>
                      <a:pt x="7115" y="712"/>
                    </a:lnTo>
                    <a:lnTo>
                      <a:pt x="7115" y="921"/>
                    </a:lnTo>
                    <a:lnTo>
                      <a:pt x="7073" y="984"/>
                    </a:lnTo>
                    <a:lnTo>
                      <a:pt x="6968" y="942"/>
                    </a:lnTo>
                    <a:lnTo>
                      <a:pt x="6864" y="984"/>
                    </a:lnTo>
                    <a:lnTo>
                      <a:pt x="6780" y="901"/>
                    </a:lnTo>
                    <a:lnTo>
                      <a:pt x="6654" y="901"/>
                    </a:lnTo>
                    <a:lnTo>
                      <a:pt x="6633" y="1026"/>
                    </a:lnTo>
                    <a:lnTo>
                      <a:pt x="6675" y="1089"/>
                    </a:lnTo>
                    <a:lnTo>
                      <a:pt x="6738" y="1193"/>
                    </a:lnTo>
                    <a:lnTo>
                      <a:pt x="6801" y="1256"/>
                    </a:lnTo>
                    <a:lnTo>
                      <a:pt x="6801" y="1403"/>
                    </a:lnTo>
                    <a:lnTo>
                      <a:pt x="6864" y="1465"/>
                    </a:lnTo>
                    <a:lnTo>
                      <a:pt x="6905" y="1465"/>
                    </a:lnTo>
                    <a:lnTo>
                      <a:pt x="7010" y="1633"/>
                    </a:lnTo>
                    <a:lnTo>
                      <a:pt x="7010" y="1779"/>
                    </a:lnTo>
                    <a:lnTo>
                      <a:pt x="6968" y="1842"/>
                    </a:lnTo>
                    <a:lnTo>
                      <a:pt x="6989" y="1717"/>
                    </a:lnTo>
                    <a:lnTo>
                      <a:pt x="6947" y="1717"/>
                    </a:lnTo>
                    <a:lnTo>
                      <a:pt x="6843" y="1842"/>
                    </a:lnTo>
                    <a:lnTo>
                      <a:pt x="6780" y="1758"/>
                    </a:lnTo>
                    <a:lnTo>
                      <a:pt x="6780" y="1654"/>
                    </a:lnTo>
                    <a:lnTo>
                      <a:pt x="6801" y="1633"/>
                    </a:lnTo>
                    <a:lnTo>
                      <a:pt x="6780" y="1549"/>
                    </a:lnTo>
                    <a:lnTo>
                      <a:pt x="6738" y="1612"/>
                    </a:lnTo>
                    <a:lnTo>
                      <a:pt x="6654" y="1612"/>
                    </a:lnTo>
                    <a:lnTo>
                      <a:pt x="6654" y="1758"/>
                    </a:lnTo>
                    <a:lnTo>
                      <a:pt x="6592" y="1842"/>
                    </a:lnTo>
                    <a:lnTo>
                      <a:pt x="6571" y="1758"/>
                    </a:lnTo>
                    <a:lnTo>
                      <a:pt x="6508" y="1675"/>
                    </a:lnTo>
                    <a:lnTo>
                      <a:pt x="6550" y="1570"/>
                    </a:lnTo>
                    <a:lnTo>
                      <a:pt x="6550" y="1424"/>
                    </a:lnTo>
                    <a:lnTo>
                      <a:pt x="6445" y="1298"/>
                    </a:lnTo>
                    <a:lnTo>
                      <a:pt x="6382" y="1298"/>
                    </a:lnTo>
                    <a:lnTo>
                      <a:pt x="6257" y="1465"/>
                    </a:lnTo>
                    <a:lnTo>
                      <a:pt x="6215" y="1507"/>
                    </a:lnTo>
                    <a:lnTo>
                      <a:pt x="6215" y="1633"/>
                    </a:lnTo>
                    <a:lnTo>
                      <a:pt x="6257" y="1717"/>
                    </a:lnTo>
                    <a:lnTo>
                      <a:pt x="6215" y="1758"/>
                    </a:lnTo>
                    <a:lnTo>
                      <a:pt x="6131" y="1675"/>
                    </a:lnTo>
                    <a:lnTo>
                      <a:pt x="6152" y="1612"/>
                    </a:lnTo>
                    <a:lnTo>
                      <a:pt x="6110" y="1528"/>
                    </a:lnTo>
                    <a:lnTo>
                      <a:pt x="6131" y="1424"/>
                    </a:lnTo>
                    <a:lnTo>
                      <a:pt x="6110" y="1298"/>
                    </a:lnTo>
                    <a:lnTo>
                      <a:pt x="5985" y="1235"/>
                    </a:lnTo>
                    <a:lnTo>
                      <a:pt x="5985" y="1089"/>
                    </a:lnTo>
                    <a:lnTo>
                      <a:pt x="5985" y="984"/>
                    </a:lnTo>
                    <a:lnTo>
                      <a:pt x="5943" y="984"/>
                    </a:lnTo>
                    <a:lnTo>
                      <a:pt x="5796" y="1110"/>
                    </a:lnTo>
                    <a:lnTo>
                      <a:pt x="5713" y="1131"/>
                    </a:lnTo>
                    <a:lnTo>
                      <a:pt x="5692" y="1256"/>
                    </a:lnTo>
                    <a:lnTo>
                      <a:pt x="5713" y="1340"/>
                    </a:lnTo>
                    <a:lnTo>
                      <a:pt x="5692" y="1403"/>
                    </a:lnTo>
                    <a:lnTo>
                      <a:pt x="5692" y="1465"/>
                    </a:lnTo>
                    <a:lnTo>
                      <a:pt x="5608" y="1528"/>
                    </a:lnTo>
                    <a:lnTo>
                      <a:pt x="5608" y="1445"/>
                    </a:lnTo>
                    <a:lnTo>
                      <a:pt x="5629" y="1403"/>
                    </a:lnTo>
                    <a:lnTo>
                      <a:pt x="5608" y="1340"/>
                    </a:lnTo>
                    <a:lnTo>
                      <a:pt x="5524" y="1424"/>
                    </a:lnTo>
                    <a:lnTo>
                      <a:pt x="5462" y="1570"/>
                    </a:lnTo>
                    <a:lnTo>
                      <a:pt x="5399" y="1612"/>
                    </a:lnTo>
                    <a:lnTo>
                      <a:pt x="5399" y="1340"/>
                    </a:lnTo>
                    <a:lnTo>
                      <a:pt x="5420" y="1256"/>
                    </a:lnTo>
                    <a:lnTo>
                      <a:pt x="5420" y="1193"/>
                    </a:lnTo>
                    <a:lnTo>
                      <a:pt x="5336" y="1152"/>
                    </a:lnTo>
                    <a:lnTo>
                      <a:pt x="5273" y="1214"/>
                    </a:lnTo>
                    <a:lnTo>
                      <a:pt x="5022" y="1214"/>
                    </a:lnTo>
                    <a:lnTo>
                      <a:pt x="4876" y="1319"/>
                    </a:lnTo>
                    <a:lnTo>
                      <a:pt x="4771" y="1298"/>
                    </a:lnTo>
                    <a:lnTo>
                      <a:pt x="4646" y="1361"/>
                    </a:lnTo>
                    <a:lnTo>
                      <a:pt x="4583" y="1465"/>
                    </a:lnTo>
                    <a:lnTo>
                      <a:pt x="4457" y="1465"/>
                    </a:lnTo>
                    <a:lnTo>
                      <a:pt x="4353" y="1528"/>
                    </a:lnTo>
                    <a:lnTo>
                      <a:pt x="4332" y="1654"/>
                    </a:lnTo>
                    <a:lnTo>
                      <a:pt x="4248" y="1612"/>
                    </a:lnTo>
                    <a:lnTo>
                      <a:pt x="4227" y="1633"/>
                    </a:lnTo>
                    <a:lnTo>
                      <a:pt x="4248" y="1737"/>
                    </a:lnTo>
                    <a:lnTo>
                      <a:pt x="4290" y="1758"/>
                    </a:lnTo>
                    <a:lnTo>
                      <a:pt x="4269" y="1863"/>
                    </a:lnTo>
                    <a:lnTo>
                      <a:pt x="4290" y="1968"/>
                    </a:lnTo>
                    <a:lnTo>
                      <a:pt x="4415" y="1947"/>
                    </a:lnTo>
                    <a:lnTo>
                      <a:pt x="4478" y="1863"/>
                    </a:lnTo>
                    <a:lnTo>
                      <a:pt x="4478" y="1779"/>
                    </a:lnTo>
                    <a:lnTo>
                      <a:pt x="4604" y="1758"/>
                    </a:lnTo>
                    <a:lnTo>
                      <a:pt x="4667" y="1717"/>
                    </a:lnTo>
                    <a:lnTo>
                      <a:pt x="4708" y="1675"/>
                    </a:lnTo>
                    <a:lnTo>
                      <a:pt x="4750" y="1821"/>
                    </a:lnTo>
                    <a:lnTo>
                      <a:pt x="4813" y="1758"/>
                    </a:lnTo>
                    <a:lnTo>
                      <a:pt x="4855" y="1654"/>
                    </a:lnTo>
                    <a:lnTo>
                      <a:pt x="4897" y="1633"/>
                    </a:lnTo>
                    <a:lnTo>
                      <a:pt x="4876" y="1779"/>
                    </a:lnTo>
                    <a:lnTo>
                      <a:pt x="4918" y="1842"/>
                    </a:lnTo>
                    <a:lnTo>
                      <a:pt x="5064" y="1842"/>
                    </a:lnTo>
                    <a:lnTo>
                      <a:pt x="4939" y="1884"/>
                    </a:lnTo>
                    <a:lnTo>
                      <a:pt x="4771" y="1926"/>
                    </a:lnTo>
                    <a:lnTo>
                      <a:pt x="4604" y="2051"/>
                    </a:lnTo>
                    <a:lnTo>
                      <a:pt x="4478" y="2093"/>
                    </a:lnTo>
                    <a:lnTo>
                      <a:pt x="4499" y="2198"/>
                    </a:lnTo>
                    <a:lnTo>
                      <a:pt x="4499" y="2281"/>
                    </a:lnTo>
                    <a:lnTo>
                      <a:pt x="4583" y="2281"/>
                    </a:lnTo>
                    <a:lnTo>
                      <a:pt x="4667" y="2198"/>
                    </a:lnTo>
                    <a:lnTo>
                      <a:pt x="4771" y="2198"/>
                    </a:lnTo>
                    <a:lnTo>
                      <a:pt x="4918" y="2156"/>
                    </a:lnTo>
                    <a:lnTo>
                      <a:pt x="5127" y="2135"/>
                    </a:lnTo>
                    <a:lnTo>
                      <a:pt x="5378" y="2072"/>
                    </a:lnTo>
                    <a:lnTo>
                      <a:pt x="5420" y="2135"/>
                    </a:lnTo>
                    <a:lnTo>
                      <a:pt x="5420" y="2198"/>
                    </a:lnTo>
                    <a:lnTo>
                      <a:pt x="5336" y="2240"/>
                    </a:lnTo>
                    <a:lnTo>
                      <a:pt x="5273" y="2177"/>
                    </a:lnTo>
                    <a:lnTo>
                      <a:pt x="5169" y="2177"/>
                    </a:lnTo>
                    <a:lnTo>
                      <a:pt x="5064" y="2261"/>
                    </a:lnTo>
                    <a:lnTo>
                      <a:pt x="4876" y="2261"/>
                    </a:lnTo>
                    <a:lnTo>
                      <a:pt x="4708" y="2386"/>
                    </a:lnTo>
                    <a:lnTo>
                      <a:pt x="4562" y="2386"/>
                    </a:lnTo>
                    <a:lnTo>
                      <a:pt x="4541" y="2449"/>
                    </a:lnTo>
                    <a:lnTo>
                      <a:pt x="4604" y="2554"/>
                    </a:lnTo>
                    <a:lnTo>
                      <a:pt x="4708" y="2554"/>
                    </a:lnTo>
                    <a:lnTo>
                      <a:pt x="4813" y="2616"/>
                    </a:lnTo>
                    <a:lnTo>
                      <a:pt x="4750" y="2658"/>
                    </a:lnTo>
                    <a:lnTo>
                      <a:pt x="4562" y="2658"/>
                    </a:lnTo>
                    <a:lnTo>
                      <a:pt x="4478" y="2574"/>
                    </a:lnTo>
                    <a:lnTo>
                      <a:pt x="4415" y="2574"/>
                    </a:lnTo>
                    <a:lnTo>
                      <a:pt x="4353" y="2616"/>
                    </a:lnTo>
                    <a:lnTo>
                      <a:pt x="4353" y="2763"/>
                    </a:lnTo>
                    <a:lnTo>
                      <a:pt x="4290" y="2826"/>
                    </a:lnTo>
                    <a:lnTo>
                      <a:pt x="4332" y="2909"/>
                    </a:lnTo>
                    <a:lnTo>
                      <a:pt x="4415" y="2972"/>
                    </a:lnTo>
                    <a:lnTo>
                      <a:pt x="4562" y="2909"/>
                    </a:lnTo>
                    <a:lnTo>
                      <a:pt x="4750" y="3014"/>
                    </a:lnTo>
                    <a:lnTo>
                      <a:pt x="4897" y="2993"/>
                    </a:lnTo>
                    <a:lnTo>
                      <a:pt x="4918" y="3035"/>
                    </a:lnTo>
                    <a:lnTo>
                      <a:pt x="5022" y="3035"/>
                    </a:lnTo>
                    <a:lnTo>
                      <a:pt x="5169" y="3139"/>
                    </a:lnTo>
                    <a:lnTo>
                      <a:pt x="5231" y="3139"/>
                    </a:lnTo>
                    <a:lnTo>
                      <a:pt x="5315" y="3118"/>
                    </a:lnTo>
                    <a:lnTo>
                      <a:pt x="5462" y="3139"/>
                    </a:lnTo>
                    <a:lnTo>
                      <a:pt x="5545" y="3139"/>
                    </a:lnTo>
                    <a:lnTo>
                      <a:pt x="5713" y="3035"/>
                    </a:lnTo>
                    <a:lnTo>
                      <a:pt x="5943" y="3035"/>
                    </a:lnTo>
                    <a:lnTo>
                      <a:pt x="6110" y="3014"/>
                    </a:lnTo>
                    <a:lnTo>
                      <a:pt x="6173" y="2972"/>
                    </a:lnTo>
                    <a:lnTo>
                      <a:pt x="6236" y="2930"/>
                    </a:lnTo>
                    <a:lnTo>
                      <a:pt x="6320" y="2930"/>
                    </a:lnTo>
                    <a:lnTo>
                      <a:pt x="6320" y="2993"/>
                    </a:lnTo>
                    <a:lnTo>
                      <a:pt x="6278" y="3077"/>
                    </a:lnTo>
                    <a:lnTo>
                      <a:pt x="6068" y="3098"/>
                    </a:lnTo>
                    <a:lnTo>
                      <a:pt x="5838" y="3139"/>
                    </a:lnTo>
                    <a:lnTo>
                      <a:pt x="5755" y="3202"/>
                    </a:lnTo>
                    <a:lnTo>
                      <a:pt x="5650" y="3223"/>
                    </a:lnTo>
                    <a:lnTo>
                      <a:pt x="5629" y="3244"/>
                    </a:lnTo>
                    <a:lnTo>
                      <a:pt x="5462" y="3223"/>
                    </a:lnTo>
                    <a:lnTo>
                      <a:pt x="5336" y="3286"/>
                    </a:lnTo>
                    <a:lnTo>
                      <a:pt x="5231" y="3286"/>
                    </a:lnTo>
                    <a:lnTo>
                      <a:pt x="5190" y="3223"/>
                    </a:lnTo>
                    <a:lnTo>
                      <a:pt x="5085" y="3223"/>
                    </a:lnTo>
                    <a:lnTo>
                      <a:pt x="4897" y="3118"/>
                    </a:lnTo>
                    <a:lnTo>
                      <a:pt x="4562" y="3118"/>
                    </a:lnTo>
                    <a:lnTo>
                      <a:pt x="4499" y="3077"/>
                    </a:lnTo>
                    <a:lnTo>
                      <a:pt x="4374" y="3098"/>
                    </a:lnTo>
                    <a:lnTo>
                      <a:pt x="4269" y="3077"/>
                    </a:lnTo>
                    <a:lnTo>
                      <a:pt x="4227" y="3118"/>
                    </a:lnTo>
                    <a:lnTo>
                      <a:pt x="4248" y="3286"/>
                    </a:lnTo>
                    <a:lnTo>
                      <a:pt x="4290" y="3328"/>
                    </a:lnTo>
                    <a:lnTo>
                      <a:pt x="4290" y="3516"/>
                    </a:lnTo>
                    <a:lnTo>
                      <a:pt x="4353" y="3642"/>
                    </a:lnTo>
                    <a:lnTo>
                      <a:pt x="4395" y="3704"/>
                    </a:lnTo>
                    <a:lnTo>
                      <a:pt x="4478" y="3725"/>
                    </a:lnTo>
                    <a:lnTo>
                      <a:pt x="4646" y="3934"/>
                    </a:lnTo>
                    <a:lnTo>
                      <a:pt x="4708" y="3976"/>
                    </a:lnTo>
                    <a:lnTo>
                      <a:pt x="4771" y="3955"/>
                    </a:lnTo>
                    <a:lnTo>
                      <a:pt x="4897" y="3767"/>
                    </a:lnTo>
                    <a:lnTo>
                      <a:pt x="5106" y="3662"/>
                    </a:lnTo>
                    <a:lnTo>
                      <a:pt x="5315" y="3537"/>
                    </a:lnTo>
                    <a:lnTo>
                      <a:pt x="5441" y="3432"/>
                    </a:lnTo>
                    <a:lnTo>
                      <a:pt x="5503" y="3349"/>
                    </a:lnTo>
                    <a:lnTo>
                      <a:pt x="5545" y="3349"/>
                    </a:lnTo>
                    <a:lnTo>
                      <a:pt x="5817" y="3411"/>
                    </a:lnTo>
                    <a:lnTo>
                      <a:pt x="6027" y="3390"/>
                    </a:lnTo>
                    <a:lnTo>
                      <a:pt x="6173" y="3390"/>
                    </a:lnTo>
                    <a:lnTo>
                      <a:pt x="6320" y="3495"/>
                    </a:lnTo>
                    <a:lnTo>
                      <a:pt x="6571" y="3516"/>
                    </a:lnTo>
                    <a:lnTo>
                      <a:pt x="6780" y="3516"/>
                    </a:lnTo>
                    <a:lnTo>
                      <a:pt x="6864" y="3558"/>
                    </a:lnTo>
                    <a:lnTo>
                      <a:pt x="6843" y="3600"/>
                    </a:lnTo>
                    <a:lnTo>
                      <a:pt x="6654" y="3621"/>
                    </a:lnTo>
                    <a:lnTo>
                      <a:pt x="6550" y="3600"/>
                    </a:lnTo>
                    <a:lnTo>
                      <a:pt x="6361" y="3558"/>
                    </a:lnTo>
                    <a:lnTo>
                      <a:pt x="6152" y="3453"/>
                    </a:lnTo>
                    <a:lnTo>
                      <a:pt x="6047" y="3453"/>
                    </a:lnTo>
                    <a:lnTo>
                      <a:pt x="5964" y="3495"/>
                    </a:lnTo>
                    <a:lnTo>
                      <a:pt x="5734" y="3453"/>
                    </a:lnTo>
                    <a:lnTo>
                      <a:pt x="5608" y="3432"/>
                    </a:lnTo>
                    <a:lnTo>
                      <a:pt x="5545" y="3516"/>
                    </a:lnTo>
                    <a:lnTo>
                      <a:pt x="5399" y="3600"/>
                    </a:lnTo>
                    <a:lnTo>
                      <a:pt x="5294" y="3725"/>
                    </a:lnTo>
                    <a:lnTo>
                      <a:pt x="5106" y="3830"/>
                    </a:lnTo>
                    <a:lnTo>
                      <a:pt x="5022" y="3976"/>
                    </a:lnTo>
                    <a:lnTo>
                      <a:pt x="4939" y="4060"/>
                    </a:lnTo>
                    <a:lnTo>
                      <a:pt x="4918" y="4123"/>
                    </a:lnTo>
                    <a:lnTo>
                      <a:pt x="5064" y="4227"/>
                    </a:lnTo>
                    <a:lnTo>
                      <a:pt x="5190" y="4227"/>
                    </a:lnTo>
                    <a:lnTo>
                      <a:pt x="5190" y="4290"/>
                    </a:lnTo>
                    <a:lnTo>
                      <a:pt x="5294" y="4395"/>
                    </a:lnTo>
                    <a:lnTo>
                      <a:pt x="5503" y="4395"/>
                    </a:lnTo>
                    <a:lnTo>
                      <a:pt x="5755" y="4478"/>
                    </a:lnTo>
                    <a:lnTo>
                      <a:pt x="5943" y="4478"/>
                    </a:lnTo>
                    <a:lnTo>
                      <a:pt x="6110" y="4332"/>
                    </a:lnTo>
                    <a:lnTo>
                      <a:pt x="6131" y="4144"/>
                    </a:lnTo>
                    <a:lnTo>
                      <a:pt x="6278" y="4081"/>
                    </a:lnTo>
                    <a:lnTo>
                      <a:pt x="6382" y="4123"/>
                    </a:lnTo>
                    <a:lnTo>
                      <a:pt x="6257" y="4165"/>
                    </a:lnTo>
                    <a:lnTo>
                      <a:pt x="6257" y="4269"/>
                    </a:lnTo>
                    <a:lnTo>
                      <a:pt x="6361" y="4290"/>
                    </a:lnTo>
                    <a:lnTo>
                      <a:pt x="6508" y="4248"/>
                    </a:lnTo>
                    <a:lnTo>
                      <a:pt x="6654" y="4269"/>
                    </a:lnTo>
                    <a:lnTo>
                      <a:pt x="6780" y="4186"/>
                    </a:lnTo>
                    <a:lnTo>
                      <a:pt x="6884" y="4227"/>
                    </a:lnTo>
                    <a:lnTo>
                      <a:pt x="6780" y="4332"/>
                    </a:lnTo>
                    <a:lnTo>
                      <a:pt x="6571" y="4353"/>
                    </a:lnTo>
                    <a:lnTo>
                      <a:pt x="6466" y="4374"/>
                    </a:lnTo>
                    <a:lnTo>
                      <a:pt x="6320" y="4374"/>
                    </a:lnTo>
                    <a:lnTo>
                      <a:pt x="6152" y="4541"/>
                    </a:lnTo>
                    <a:lnTo>
                      <a:pt x="6173" y="4604"/>
                    </a:lnTo>
                    <a:lnTo>
                      <a:pt x="6257" y="4646"/>
                    </a:lnTo>
                    <a:lnTo>
                      <a:pt x="6445" y="4604"/>
                    </a:lnTo>
                    <a:lnTo>
                      <a:pt x="6571" y="4771"/>
                    </a:lnTo>
                    <a:lnTo>
                      <a:pt x="7010" y="4771"/>
                    </a:lnTo>
                    <a:lnTo>
                      <a:pt x="7156" y="4750"/>
                    </a:lnTo>
                    <a:lnTo>
                      <a:pt x="7554" y="4583"/>
                    </a:lnTo>
                    <a:lnTo>
                      <a:pt x="7680" y="4562"/>
                    </a:lnTo>
                    <a:lnTo>
                      <a:pt x="7889" y="4395"/>
                    </a:lnTo>
                    <a:lnTo>
                      <a:pt x="7847" y="4353"/>
                    </a:lnTo>
                    <a:lnTo>
                      <a:pt x="7805" y="4353"/>
                    </a:lnTo>
                    <a:lnTo>
                      <a:pt x="7952" y="4165"/>
                    </a:lnTo>
                    <a:lnTo>
                      <a:pt x="8056" y="4165"/>
                    </a:lnTo>
                    <a:lnTo>
                      <a:pt x="8140" y="4039"/>
                    </a:lnTo>
                    <a:lnTo>
                      <a:pt x="8161" y="4060"/>
                    </a:lnTo>
                    <a:lnTo>
                      <a:pt x="8224" y="4165"/>
                    </a:lnTo>
                    <a:lnTo>
                      <a:pt x="8265" y="4165"/>
                    </a:lnTo>
                    <a:lnTo>
                      <a:pt x="8265" y="4060"/>
                    </a:lnTo>
                    <a:lnTo>
                      <a:pt x="8579" y="3830"/>
                    </a:lnTo>
                    <a:lnTo>
                      <a:pt x="8788" y="3809"/>
                    </a:lnTo>
                    <a:lnTo>
                      <a:pt x="9123" y="3662"/>
                    </a:lnTo>
                    <a:lnTo>
                      <a:pt x="9123" y="3746"/>
                    </a:lnTo>
                    <a:lnTo>
                      <a:pt x="8851" y="3872"/>
                    </a:lnTo>
                    <a:lnTo>
                      <a:pt x="8684" y="3872"/>
                    </a:lnTo>
                    <a:lnTo>
                      <a:pt x="8370" y="4060"/>
                    </a:lnTo>
                    <a:lnTo>
                      <a:pt x="8328" y="4227"/>
                    </a:lnTo>
                    <a:lnTo>
                      <a:pt x="8203" y="4332"/>
                    </a:lnTo>
                    <a:lnTo>
                      <a:pt x="8056" y="4332"/>
                    </a:lnTo>
                    <a:lnTo>
                      <a:pt x="8014" y="4478"/>
                    </a:lnTo>
                    <a:lnTo>
                      <a:pt x="7952" y="4541"/>
                    </a:lnTo>
                    <a:lnTo>
                      <a:pt x="7952" y="4583"/>
                    </a:lnTo>
                    <a:lnTo>
                      <a:pt x="8244" y="4562"/>
                    </a:lnTo>
                    <a:lnTo>
                      <a:pt x="8328" y="4604"/>
                    </a:lnTo>
                    <a:lnTo>
                      <a:pt x="8454" y="4604"/>
                    </a:lnTo>
                    <a:lnTo>
                      <a:pt x="8579" y="4688"/>
                    </a:lnTo>
                    <a:lnTo>
                      <a:pt x="8558" y="4750"/>
                    </a:lnTo>
                    <a:lnTo>
                      <a:pt x="8663" y="4792"/>
                    </a:lnTo>
                    <a:lnTo>
                      <a:pt x="8747" y="4792"/>
                    </a:lnTo>
                    <a:lnTo>
                      <a:pt x="8788" y="4855"/>
                    </a:lnTo>
                    <a:lnTo>
                      <a:pt x="8663" y="4876"/>
                    </a:lnTo>
                    <a:lnTo>
                      <a:pt x="8558" y="4918"/>
                    </a:lnTo>
                    <a:lnTo>
                      <a:pt x="8433" y="4813"/>
                    </a:lnTo>
                    <a:lnTo>
                      <a:pt x="8224" y="4750"/>
                    </a:lnTo>
                    <a:lnTo>
                      <a:pt x="7952" y="4771"/>
                    </a:lnTo>
                    <a:lnTo>
                      <a:pt x="7554" y="4813"/>
                    </a:lnTo>
                    <a:lnTo>
                      <a:pt x="7408" y="4876"/>
                    </a:lnTo>
                    <a:lnTo>
                      <a:pt x="7303" y="4876"/>
                    </a:lnTo>
                    <a:lnTo>
                      <a:pt x="7303" y="4918"/>
                    </a:lnTo>
                    <a:lnTo>
                      <a:pt x="7324" y="4981"/>
                    </a:lnTo>
                    <a:lnTo>
                      <a:pt x="7512" y="5022"/>
                    </a:lnTo>
                    <a:lnTo>
                      <a:pt x="7680" y="5022"/>
                    </a:lnTo>
                    <a:lnTo>
                      <a:pt x="7784" y="5085"/>
                    </a:lnTo>
                    <a:lnTo>
                      <a:pt x="7784" y="5169"/>
                    </a:lnTo>
                    <a:lnTo>
                      <a:pt x="7638" y="5190"/>
                    </a:lnTo>
                    <a:lnTo>
                      <a:pt x="7533" y="5106"/>
                    </a:lnTo>
                    <a:lnTo>
                      <a:pt x="7324" y="5085"/>
                    </a:lnTo>
                    <a:lnTo>
                      <a:pt x="7219" y="5002"/>
                    </a:lnTo>
                    <a:lnTo>
                      <a:pt x="7115" y="4981"/>
                    </a:lnTo>
                    <a:lnTo>
                      <a:pt x="6947" y="5064"/>
                    </a:lnTo>
                    <a:lnTo>
                      <a:pt x="6696" y="5085"/>
                    </a:lnTo>
                    <a:lnTo>
                      <a:pt x="6508" y="5002"/>
                    </a:lnTo>
                    <a:lnTo>
                      <a:pt x="6361" y="5002"/>
                    </a:lnTo>
                    <a:lnTo>
                      <a:pt x="6215" y="4960"/>
                    </a:lnTo>
                    <a:lnTo>
                      <a:pt x="6131" y="4897"/>
                    </a:lnTo>
                    <a:lnTo>
                      <a:pt x="5922" y="4918"/>
                    </a:lnTo>
                    <a:lnTo>
                      <a:pt x="5859" y="5064"/>
                    </a:lnTo>
                    <a:lnTo>
                      <a:pt x="5922" y="5169"/>
                    </a:lnTo>
                    <a:lnTo>
                      <a:pt x="5922" y="5587"/>
                    </a:lnTo>
                    <a:lnTo>
                      <a:pt x="5943" y="5629"/>
                    </a:lnTo>
                    <a:lnTo>
                      <a:pt x="5838" y="5755"/>
                    </a:lnTo>
                    <a:lnTo>
                      <a:pt x="5838" y="5839"/>
                    </a:lnTo>
                    <a:lnTo>
                      <a:pt x="5922" y="5901"/>
                    </a:lnTo>
                    <a:lnTo>
                      <a:pt x="5985" y="6006"/>
                    </a:lnTo>
                    <a:lnTo>
                      <a:pt x="6131" y="6006"/>
                    </a:lnTo>
                    <a:lnTo>
                      <a:pt x="6236" y="6069"/>
                    </a:lnTo>
                    <a:lnTo>
                      <a:pt x="6110" y="6048"/>
                    </a:lnTo>
                    <a:lnTo>
                      <a:pt x="6027" y="6111"/>
                    </a:lnTo>
                    <a:lnTo>
                      <a:pt x="5985" y="6173"/>
                    </a:lnTo>
                    <a:lnTo>
                      <a:pt x="5964" y="6069"/>
                    </a:lnTo>
                    <a:lnTo>
                      <a:pt x="5859" y="5964"/>
                    </a:lnTo>
                    <a:lnTo>
                      <a:pt x="5817" y="5964"/>
                    </a:lnTo>
                    <a:lnTo>
                      <a:pt x="5796" y="6027"/>
                    </a:lnTo>
                    <a:lnTo>
                      <a:pt x="5713" y="5922"/>
                    </a:lnTo>
                    <a:lnTo>
                      <a:pt x="5692" y="5734"/>
                    </a:lnTo>
                    <a:lnTo>
                      <a:pt x="5692" y="5525"/>
                    </a:lnTo>
                    <a:lnTo>
                      <a:pt x="5629" y="5232"/>
                    </a:lnTo>
                    <a:lnTo>
                      <a:pt x="5503" y="5085"/>
                    </a:lnTo>
                    <a:lnTo>
                      <a:pt x="5503" y="4981"/>
                    </a:lnTo>
                    <a:lnTo>
                      <a:pt x="5231" y="4792"/>
                    </a:lnTo>
                    <a:lnTo>
                      <a:pt x="5169" y="4792"/>
                    </a:lnTo>
                    <a:lnTo>
                      <a:pt x="5001" y="4688"/>
                    </a:lnTo>
                    <a:lnTo>
                      <a:pt x="4980" y="4583"/>
                    </a:lnTo>
                    <a:lnTo>
                      <a:pt x="4876" y="4541"/>
                    </a:lnTo>
                    <a:lnTo>
                      <a:pt x="4708" y="4583"/>
                    </a:lnTo>
                    <a:lnTo>
                      <a:pt x="4353" y="4981"/>
                    </a:lnTo>
                    <a:lnTo>
                      <a:pt x="4290" y="5106"/>
                    </a:lnTo>
                    <a:lnTo>
                      <a:pt x="4290" y="5211"/>
                    </a:lnTo>
                    <a:lnTo>
                      <a:pt x="4374" y="5274"/>
                    </a:lnTo>
                    <a:lnTo>
                      <a:pt x="4499" y="5315"/>
                    </a:lnTo>
                    <a:lnTo>
                      <a:pt x="4562" y="5441"/>
                    </a:lnTo>
                    <a:lnTo>
                      <a:pt x="4562" y="5525"/>
                    </a:lnTo>
                    <a:lnTo>
                      <a:pt x="4541" y="5546"/>
                    </a:lnTo>
                    <a:lnTo>
                      <a:pt x="4457" y="5420"/>
                    </a:lnTo>
                    <a:lnTo>
                      <a:pt x="4374" y="5399"/>
                    </a:lnTo>
                    <a:lnTo>
                      <a:pt x="4290" y="5336"/>
                    </a:lnTo>
                    <a:lnTo>
                      <a:pt x="4248" y="5378"/>
                    </a:lnTo>
                    <a:lnTo>
                      <a:pt x="4164" y="5399"/>
                    </a:lnTo>
                    <a:lnTo>
                      <a:pt x="4143" y="5483"/>
                    </a:lnTo>
                    <a:lnTo>
                      <a:pt x="4185" y="5608"/>
                    </a:lnTo>
                    <a:lnTo>
                      <a:pt x="4269" y="5650"/>
                    </a:lnTo>
                    <a:lnTo>
                      <a:pt x="4332" y="5818"/>
                    </a:lnTo>
                    <a:lnTo>
                      <a:pt x="4353" y="6131"/>
                    </a:lnTo>
                    <a:lnTo>
                      <a:pt x="4269" y="6278"/>
                    </a:lnTo>
                    <a:lnTo>
                      <a:pt x="4269" y="6445"/>
                    </a:lnTo>
                    <a:lnTo>
                      <a:pt x="4185" y="6634"/>
                    </a:lnTo>
                    <a:lnTo>
                      <a:pt x="4185" y="6759"/>
                    </a:lnTo>
                    <a:lnTo>
                      <a:pt x="4227" y="6780"/>
                    </a:lnTo>
                    <a:lnTo>
                      <a:pt x="4290" y="6759"/>
                    </a:lnTo>
                    <a:lnTo>
                      <a:pt x="4290" y="6759"/>
                    </a:lnTo>
                    <a:lnTo>
                      <a:pt x="4269" y="6906"/>
                    </a:lnTo>
                    <a:lnTo>
                      <a:pt x="4185" y="7052"/>
                    </a:lnTo>
                    <a:lnTo>
                      <a:pt x="4143" y="6968"/>
                    </a:lnTo>
                    <a:lnTo>
                      <a:pt x="4123" y="6864"/>
                    </a:lnTo>
                    <a:lnTo>
                      <a:pt x="4018" y="6780"/>
                    </a:lnTo>
                    <a:lnTo>
                      <a:pt x="3934" y="6864"/>
                    </a:lnTo>
                    <a:lnTo>
                      <a:pt x="3934" y="7052"/>
                    </a:lnTo>
                    <a:lnTo>
                      <a:pt x="4081" y="7303"/>
                    </a:lnTo>
                    <a:lnTo>
                      <a:pt x="4248" y="7282"/>
                    </a:lnTo>
                    <a:lnTo>
                      <a:pt x="4353" y="7324"/>
                    </a:lnTo>
                    <a:lnTo>
                      <a:pt x="4395" y="7408"/>
                    </a:lnTo>
                    <a:lnTo>
                      <a:pt x="4583" y="7408"/>
                    </a:lnTo>
                    <a:lnTo>
                      <a:pt x="4792" y="7491"/>
                    </a:lnTo>
                    <a:lnTo>
                      <a:pt x="4876" y="7408"/>
                    </a:lnTo>
                    <a:lnTo>
                      <a:pt x="5001" y="7324"/>
                    </a:lnTo>
                    <a:lnTo>
                      <a:pt x="5001" y="7261"/>
                    </a:lnTo>
                    <a:lnTo>
                      <a:pt x="5085" y="7219"/>
                    </a:lnTo>
                    <a:lnTo>
                      <a:pt x="5085" y="7303"/>
                    </a:lnTo>
                    <a:lnTo>
                      <a:pt x="5022" y="7408"/>
                    </a:lnTo>
                    <a:lnTo>
                      <a:pt x="5022" y="7533"/>
                    </a:lnTo>
                    <a:lnTo>
                      <a:pt x="4980" y="7596"/>
                    </a:lnTo>
                    <a:lnTo>
                      <a:pt x="4876" y="7533"/>
                    </a:lnTo>
                    <a:lnTo>
                      <a:pt x="4646" y="7533"/>
                    </a:lnTo>
                    <a:lnTo>
                      <a:pt x="4541" y="7575"/>
                    </a:lnTo>
                    <a:lnTo>
                      <a:pt x="4541" y="7680"/>
                    </a:lnTo>
                    <a:lnTo>
                      <a:pt x="4583" y="7701"/>
                    </a:lnTo>
                    <a:lnTo>
                      <a:pt x="4708" y="7701"/>
                    </a:lnTo>
                    <a:lnTo>
                      <a:pt x="4750" y="7784"/>
                    </a:lnTo>
                    <a:lnTo>
                      <a:pt x="4646" y="7784"/>
                    </a:lnTo>
                    <a:lnTo>
                      <a:pt x="4646" y="7952"/>
                    </a:lnTo>
                    <a:lnTo>
                      <a:pt x="4478" y="7722"/>
                    </a:lnTo>
                    <a:lnTo>
                      <a:pt x="4395" y="7722"/>
                    </a:lnTo>
                    <a:lnTo>
                      <a:pt x="4353" y="7617"/>
                    </a:lnTo>
                    <a:lnTo>
                      <a:pt x="4290" y="7533"/>
                    </a:lnTo>
                    <a:lnTo>
                      <a:pt x="4039" y="7366"/>
                    </a:lnTo>
                    <a:lnTo>
                      <a:pt x="3976" y="7366"/>
                    </a:lnTo>
                    <a:lnTo>
                      <a:pt x="3830" y="7199"/>
                    </a:lnTo>
                    <a:lnTo>
                      <a:pt x="3830" y="7178"/>
                    </a:lnTo>
                    <a:lnTo>
                      <a:pt x="3725" y="7178"/>
                    </a:lnTo>
                    <a:lnTo>
                      <a:pt x="3620" y="7261"/>
                    </a:lnTo>
                    <a:lnTo>
                      <a:pt x="3516" y="7261"/>
                    </a:lnTo>
                    <a:lnTo>
                      <a:pt x="3432" y="7303"/>
                    </a:lnTo>
                    <a:lnTo>
                      <a:pt x="3286" y="7261"/>
                    </a:lnTo>
                    <a:lnTo>
                      <a:pt x="3034" y="7303"/>
                    </a:lnTo>
                    <a:lnTo>
                      <a:pt x="2972" y="7282"/>
                    </a:lnTo>
                    <a:lnTo>
                      <a:pt x="2783" y="7471"/>
                    </a:lnTo>
                    <a:lnTo>
                      <a:pt x="2700" y="7617"/>
                    </a:lnTo>
                    <a:lnTo>
                      <a:pt x="2700" y="7743"/>
                    </a:lnTo>
                    <a:lnTo>
                      <a:pt x="2595" y="7784"/>
                    </a:lnTo>
                    <a:lnTo>
                      <a:pt x="2490" y="7847"/>
                    </a:lnTo>
                    <a:lnTo>
                      <a:pt x="2365" y="7910"/>
                    </a:lnTo>
                    <a:lnTo>
                      <a:pt x="2344" y="7994"/>
                    </a:lnTo>
                    <a:lnTo>
                      <a:pt x="2198" y="8098"/>
                    </a:lnTo>
                    <a:lnTo>
                      <a:pt x="2177" y="8224"/>
                    </a:lnTo>
                    <a:lnTo>
                      <a:pt x="2260" y="8224"/>
                    </a:lnTo>
                    <a:lnTo>
                      <a:pt x="2281" y="8307"/>
                    </a:lnTo>
                    <a:lnTo>
                      <a:pt x="2177" y="8307"/>
                    </a:lnTo>
                    <a:lnTo>
                      <a:pt x="2093" y="8349"/>
                    </a:lnTo>
                    <a:lnTo>
                      <a:pt x="2260" y="8475"/>
                    </a:lnTo>
                    <a:lnTo>
                      <a:pt x="2407" y="8517"/>
                    </a:lnTo>
                    <a:lnTo>
                      <a:pt x="2511" y="8433"/>
                    </a:lnTo>
                    <a:lnTo>
                      <a:pt x="2490" y="8349"/>
                    </a:lnTo>
                    <a:lnTo>
                      <a:pt x="2658" y="8370"/>
                    </a:lnTo>
                    <a:lnTo>
                      <a:pt x="2825" y="8245"/>
                    </a:lnTo>
                    <a:lnTo>
                      <a:pt x="2825" y="8349"/>
                    </a:lnTo>
                    <a:lnTo>
                      <a:pt x="2700" y="8412"/>
                    </a:lnTo>
                    <a:lnTo>
                      <a:pt x="2616" y="8538"/>
                    </a:lnTo>
                    <a:lnTo>
                      <a:pt x="2616" y="8621"/>
                    </a:lnTo>
                    <a:lnTo>
                      <a:pt x="2783" y="8621"/>
                    </a:lnTo>
                    <a:lnTo>
                      <a:pt x="2888" y="8642"/>
                    </a:lnTo>
                    <a:lnTo>
                      <a:pt x="3014" y="8475"/>
                    </a:lnTo>
                    <a:lnTo>
                      <a:pt x="3202" y="8349"/>
                    </a:lnTo>
                    <a:lnTo>
                      <a:pt x="3307" y="8119"/>
                    </a:lnTo>
                    <a:lnTo>
                      <a:pt x="3453" y="7931"/>
                    </a:lnTo>
                    <a:lnTo>
                      <a:pt x="3558" y="7910"/>
                    </a:lnTo>
                    <a:lnTo>
                      <a:pt x="3558" y="7910"/>
                    </a:lnTo>
                    <a:lnTo>
                      <a:pt x="3537" y="7994"/>
                    </a:lnTo>
                    <a:lnTo>
                      <a:pt x="3453" y="8035"/>
                    </a:lnTo>
                    <a:lnTo>
                      <a:pt x="3307" y="8245"/>
                    </a:lnTo>
                    <a:lnTo>
                      <a:pt x="3348" y="8349"/>
                    </a:lnTo>
                    <a:lnTo>
                      <a:pt x="3244" y="8349"/>
                    </a:lnTo>
                    <a:lnTo>
                      <a:pt x="3181" y="8454"/>
                    </a:lnTo>
                    <a:lnTo>
                      <a:pt x="3202" y="8538"/>
                    </a:lnTo>
                    <a:lnTo>
                      <a:pt x="3286" y="8538"/>
                    </a:lnTo>
                    <a:lnTo>
                      <a:pt x="3223" y="8580"/>
                    </a:lnTo>
                    <a:lnTo>
                      <a:pt x="3139" y="8580"/>
                    </a:lnTo>
                    <a:lnTo>
                      <a:pt x="3034" y="8684"/>
                    </a:lnTo>
                    <a:lnTo>
                      <a:pt x="3076" y="8747"/>
                    </a:lnTo>
                    <a:lnTo>
                      <a:pt x="3202" y="8747"/>
                    </a:lnTo>
                    <a:lnTo>
                      <a:pt x="3118" y="8789"/>
                    </a:lnTo>
                    <a:lnTo>
                      <a:pt x="2993" y="8747"/>
                    </a:lnTo>
                    <a:lnTo>
                      <a:pt x="2888" y="8747"/>
                    </a:lnTo>
                    <a:lnTo>
                      <a:pt x="2804" y="8789"/>
                    </a:lnTo>
                    <a:lnTo>
                      <a:pt x="2721" y="8831"/>
                    </a:lnTo>
                    <a:lnTo>
                      <a:pt x="2679" y="8872"/>
                    </a:lnTo>
                    <a:lnTo>
                      <a:pt x="2721" y="8977"/>
                    </a:lnTo>
                    <a:lnTo>
                      <a:pt x="2804" y="8977"/>
                    </a:lnTo>
                    <a:lnTo>
                      <a:pt x="2867" y="8935"/>
                    </a:lnTo>
                    <a:lnTo>
                      <a:pt x="2909" y="8956"/>
                    </a:lnTo>
                    <a:lnTo>
                      <a:pt x="3014" y="8956"/>
                    </a:lnTo>
                    <a:lnTo>
                      <a:pt x="3014" y="9040"/>
                    </a:lnTo>
                    <a:lnTo>
                      <a:pt x="2930" y="9040"/>
                    </a:lnTo>
                    <a:lnTo>
                      <a:pt x="2825" y="8998"/>
                    </a:lnTo>
                    <a:lnTo>
                      <a:pt x="2783" y="9040"/>
                    </a:lnTo>
                    <a:lnTo>
                      <a:pt x="2783" y="9082"/>
                    </a:lnTo>
                    <a:lnTo>
                      <a:pt x="2888" y="9103"/>
                    </a:lnTo>
                    <a:lnTo>
                      <a:pt x="2867" y="9144"/>
                    </a:lnTo>
                    <a:lnTo>
                      <a:pt x="2783" y="9186"/>
                    </a:lnTo>
                    <a:lnTo>
                      <a:pt x="2700" y="9186"/>
                    </a:lnTo>
                    <a:lnTo>
                      <a:pt x="2700" y="9249"/>
                    </a:lnTo>
                    <a:lnTo>
                      <a:pt x="2783" y="9396"/>
                    </a:lnTo>
                    <a:lnTo>
                      <a:pt x="2867" y="9396"/>
                    </a:lnTo>
                    <a:lnTo>
                      <a:pt x="2909" y="9312"/>
                    </a:lnTo>
                    <a:lnTo>
                      <a:pt x="3034" y="9207"/>
                    </a:lnTo>
                    <a:lnTo>
                      <a:pt x="3014" y="9312"/>
                    </a:lnTo>
                    <a:lnTo>
                      <a:pt x="2909" y="9396"/>
                    </a:lnTo>
                    <a:lnTo>
                      <a:pt x="2825" y="9479"/>
                    </a:lnTo>
                    <a:lnTo>
                      <a:pt x="2804" y="9563"/>
                    </a:lnTo>
                    <a:lnTo>
                      <a:pt x="2972" y="9626"/>
                    </a:lnTo>
                    <a:lnTo>
                      <a:pt x="3097" y="9626"/>
                    </a:lnTo>
                    <a:lnTo>
                      <a:pt x="3118" y="9605"/>
                    </a:lnTo>
                    <a:lnTo>
                      <a:pt x="3181" y="9605"/>
                    </a:lnTo>
                    <a:lnTo>
                      <a:pt x="3244" y="9668"/>
                    </a:lnTo>
                    <a:lnTo>
                      <a:pt x="3432" y="9584"/>
                    </a:lnTo>
                    <a:lnTo>
                      <a:pt x="3620" y="9416"/>
                    </a:lnTo>
                    <a:lnTo>
                      <a:pt x="3620" y="9396"/>
                    </a:lnTo>
                    <a:lnTo>
                      <a:pt x="3725" y="9312"/>
                    </a:lnTo>
                    <a:lnTo>
                      <a:pt x="3934" y="9103"/>
                    </a:lnTo>
                    <a:lnTo>
                      <a:pt x="3934" y="9040"/>
                    </a:lnTo>
                    <a:lnTo>
                      <a:pt x="4018" y="8956"/>
                    </a:lnTo>
                    <a:lnTo>
                      <a:pt x="4081" y="8956"/>
                    </a:lnTo>
                    <a:lnTo>
                      <a:pt x="4018" y="9040"/>
                    </a:lnTo>
                    <a:lnTo>
                      <a:pt x="3976" y="9144"/>
                    </a:lnTo>
                    <a:lnTo>
                      <a:pt x="3809" y="9354"/>
                    </a:lnTo>
                    <a:lnTo>
                      <a:pt x="3599" y="9479"/>
                    </a:lnTo>
                    <a:lnTo>
                      <a:pt x="3453" y="9626"/>
                    </a:lnTo>
                    <a:lnTo>
                      <a:pt x="3307" y="9709"/>
                    </a:lnTo>
                    <a:lnTo>
                      <a:pt x="3223" y="9793"/>
                    </a:lnTo>
                    <a:lnTo>
                      <a:pt x="3286" y="9877"/>
                    </a:lnTo>
                    <a:lnTo>
                      <a:pt x="3223" y="9898"/>
                    </a:lnTo>
                    <a:lnTo>
                      <a:pt x="3076" y="9772"/>
                    </a:lnTo>
                    <a:lnTo>
                      <a:pt x="2825" y="9772"/>
                    </a:lnTo>
                    <a:lnTo>
                      <a:pt x="2825" y="9835"/>
                    </a:lnTo>
                    <a:lnTo>
                      <a:pt x="2783" y="9814"/>
                    </a:lnTo>
                    <a:lnTo>
                      <a:pt x="2700" y="9688"/>
                    </a:lnTo>
                    <a:lnTo>
                      <a:pt x="2490" y="9584"/>
                    </a:lnTo>
                    <a:lnTo>
                      <a:pt x="2407" y="9605"/>
                    </a:lnTo>
                    <a:lnTo>
                      <a:pt x="2365" y="9563"/>
                    </a:lnTo>
                    <a:lnTo>
                      <a:pt x="2407" y="9416"/>
                    </a:lnTo>
                    <a:lnTo>
                      <a:pt x="2407" y="9082"/>
                    </a:lnTo>
                    <a:lnTo>
                      <a:pt x="2365" y="8872"/>
                    </a:lnTo>
                    <a:lnTo>
                      <a:pt x="2239" y="8726"/>
                    </a:lnTo>
                    <a:lnTo>
                      <a:pt x="2156" y="8726"/>
                    </a:lnTo>
                    <a:lnTo>
                      <a:pt x="2030" y="8663"/>
                    </a:lnTo>
                    <a:lnTo>
                      <a:pt x="1946" y="8684"/>
                    </a:lnTo>
                    <a:lnTo>
                      <a:pt x="1821" y="8684"/>
                    </a:lnTo>
                    <a:lnTo>
                      <a:pt x="1737" y="8726"/>
                    </a:lnTo>
                    <a:lnTo>
                      <a:pt x="1633" y="8747"/>
                    </a:lnTo>
                    <a:lnTo>
                      <a:pt x="1633" y="8831"/>
                    </a:lnTo>
                    <a:lnTo>
                      <a:pt x="1654" y="8935"/>
                    </a:lnTo>
                    <a:lnTo>
                      <a:pt x="1633" y="8977"/>
                    </a:lnTo>
                    <a:lnTo>
                      <a:pt x="1612" y="9165"/>
                    </a:lnTo>
                    <a:lnTo>
                      <a:pt x="1654" y="9249"/>
                    </a:lnTo>
                    <a:lnTo>
                      <a:pt x="1716" y="9249"/>
                    </a:lnTo>
                    <a:lnTo>
                      <a:pt x="1716" y="9312"/>
                    </a:lnTo>
                    <a:lnTo>
                      <a:pt x="1612" y="9396"/>
                    </a:lnTo>
                    <a:lnTo>
                      <a:pt x="1570" y="9458"/>
                    </a:lnTo>
                    <a:lnTo>
                      <a:pt x="1654" y="9563"/>
                    </a:lnTo>
                    <a:lnTo>
                      <a:pt x="1737" y="9563"/>
                    </a:lnTo>
                    <a:lnTo>
                      <a:pt x="1758" y="9500"/>
                    </a:lnTo>
                    <a:lnTo>
                      <a:pt x="1884" y="9563"/>
                    </a:lnTo>
                    <a:lnTo>
                      <a:pt x="1863" y="9584"/>
                    </a:lnTo>
                    <a:lnTo>
                      <a:pt x="1737" y="9584"/>
                    </a:lnTo>
                    <a:lnTo>
                      <a:pt x="1737" y="9605"/>
                    </a:lnTo>
                    <a:lnTo>
                      <a:pt x="1821" y="9668"/>
                    </a:lnTo>
                    <a:lnTo>
                      <a:pt x="1821" y="9709"/>
                    </a:lnTo>
                    <a:lnTo>
                      <a:pt x="1737" y="9772"/>
                    </a:lnTo>
                    <a:lnTo>
                      <a:pt x="1716" y="9793"/>
                    </a:lnTo>
                    <a:lnTo>
                      <a:pt x="1779" y="9814"/>
                    </a:lnTo>
                    <a:lnTo>
                      <a:pt x="1842" y="9877"/>
                    </a:lnTo>
                    <a:lnTo>
                      <a:pt x="1946" y="9877"/>
                    </a:lnTo>
                    <a:lnTo>
                      <a:pt x="1967" y="9898"/>
                    </a:lnTo>
                    <a:lnTo>
                      <a:pt x="1926" y="9940"/>
                    </a:lnTo>
                    <a:lnTo>
                      <a:pt x="1821" y="9940"/>
                    </a:lnTo>
                    <a:lnTo>
                      <a:pt x="1779" y="9981"/>
                    </a:lnTo>
                    <a:lnTo>
                      <a:pt x="1654" y="9877"/>
                    </a:lnTo>
                    <a:lnTo>
                      <a:pt x="1612" y="9898"/>
                    </a:lnTo>
                    <a:lnTo>
                      <a:pt x="1570" y="9940"/>
                    </a:lnTo>
                    <a:lnTo>
                      <a:pt x="1507" y="9940"/>
                    </a:lnTo>
                    <a:lnTo>
                      <a:pt x="1444" y="9835"/>
                    </a:lnTo>
                    <a:lnTo>
                      <a:pt x="1361" y="9814"/>
                    </a:lnTo>
                    <a:lnTo>
                      <a:pt x="1298" y="9877"/>
                    </a:lnTo>
                    <a:lnTo>
                      <a:pt x="1110" y="9877"/>
                    </a:lnTo>
                    <a:lnTo>
                      <a:pt x="984" y="9793"/>
                    </a:lnTo>
                    <a:lnTo>
                      <a:pt x="879" y="9793"/>
                    </a:lnTo>
                    <a:lnTo>
                      <a:pt x="817" y="9835"/>
                    </a:lnTo>
                    <a:lnTo>
                      <a:pt x="817" y="9919"/>
                    </a:lnTo>
                    <a:lnTo>
                      <a:pt x="733" y="9940"/>
                    </a:lnTo>
                    <a:lnTo>
                      <a:pt x="628" y="9981"/>
                    </a:lnTo>
                    <a:lnTo>
                      <a:pt x="586" y="10044"/>
                    </a:lnTo>
                    <a:lnTo>
                      <a:pt x="419" y="10086"/>
                    </a:lnTo>
                    <a:lnTo>
                      <a:pt x="377" y="10107"/>
                    </a:lnTo>
                    <a:lnTo>
                      <a:pt x="273" y="10128"/>
                    </a:lnTo>
                    <a:lnTo>
                      <a:pt x="189" y="10212"/>
                    </a:lnTo>
                    <a:lnTo>
                      <a:pt x="168" y="10316"/>
                    </a:lnTo>
                    <a:lnTo>
                      <a:pt x="168" y="10358"/>
                    </a:lnTo>
                    <a:lnTo>
                      <a:pt x="147" y="10442"/>
                    </a:lnTo>
                    <a:lnTo>
                      <a:pt x="1" y="10525"/>
                    </a:lnTo>
                    <a:lnTo>
                      <a:pt x="1" y="10609"/>
                    </a:lnTo>
                    <a:lnTo>
                      <a:pt x="42" y="10651"/>
                    </a:lnTo>
                    <a:lnTo>
                      <a:pt x="42" y="10818"/>
                    </a:lnTo>
                    <a:lnTo>
                      <a:pt x="63" y="10860"/>
                    </a:lnTo>
                    <a:lnTo>
                      <a:pt x="189" y="10860"/>
                    </a:lnTo>
                    <a:lnTo>
                      <a:pt x="252" y="10735"/>
                    </a:lnTo>
                    <a:lnTo>
                      <a:pt x="294" y="10735"/>
                    </a:lnTo>
                    <a:lnTo>
                      <a:pt x="273" y="10756"/>
                    </a:lnTo>
                    <a:lnTo>
                      <a:pt x="210" y="10860"/>
                    </a:lnTo>
                    <a:lnTo>
                      <a:pt x="273" y="10881"/>
                    </a:lnTo>
                    <a:lnTo>
                      <a:pt x="356" y="10818"/>
                    </a:lnTo>
                    <a:lnTo>
                      <a:pt x="356" y="10651"/>
                    </a:lnTo>
                    <a:lnTo>
                      <a:pt x="398" y="10421"/>
                    </a:lnTo>
                    <a:lnTo>
                      <a:pt x="482" y="10400"/>
                    </a:lnTo>
                    <a:lnTo>
                      <a:pt x="566" y="10337"/>
                    </a:lnTo>
                    <a:lnTo>
                      <a:pt x="419" y="10567"/>
                    </a:lnTo>
                    <a:lnTo>
                      <a:pt x="419" y="10672"/>
                    </a:lnTo>
                    <a:lnTo>
                      <a:pt x="398" y="10714"/>
                    </a:lnTo>
                    <a:lnTo>
                      <a:pt x="377" y="10839"/>
                    </a:lnTo>
                    <a:lnTo>
                      <a:pt x="314" y="10944"/>
                    </a:lnTo>
                    <a:lnTo>
                      <a:pt x="377" y="10986"/>
                    </a:lnTo>
                    <a:lnTo>
                      <a:pt x="419" y="10986"/>
                    </a:lnTo>
                    <a:lnTo>
                      <a:pt x="503" y="11069"/>
                    </a:lnTo>
                    <a:lnTo>
                      <a:pt x="607" y="11069"/>
                    </a:lnTo>
                    <a:lnTo>
                      <a:pt x="628" y="10965"/>
                    </a:lnTo>
                    <a:lnTo>
                      <a:pt x="607" y="10944"/>
                    </a:lnTo>
                    <a:lnTo>
                      <a:pt x="670" y="10839"/>
                    </a:lnTo>
                    <a:lnTo>
                      <a:pt x="691" y="10735"/>
                    </a:lnTo>
                    <a:lnTo>
                      <a:pt x="733" y="10672"/>
                    </a:lnTo>
                    <a:lnTo>
                      <a:pt x="733" y="10756"/>
                    </a:lnTo>
                    <a:lnTo>
                      <a:pt x="775" y="10818"/>
                    </a:lnTo>
                    <a:lnTo>
                      <a:pt x="712" y="10944"/>
                    </a:lnTo>
                    <a:lnTo>
                      <a:pt x="712" y="11028"/>
                    </a:lnTo>
                    <a:lnTo>
                      <a:pt x="712" y="11090"/>
                    </a:lnTo>
                    <a:lnTo>
                      <a:pt x="796" y="11195"/>
                    </a:lnTo>
                    <a:lnTo>
                      <a:pt x="838" y="11237"/>
                    </a:lnTo>
                    <a:lnTo>
                      <a:pt x="921" y="11153"/>
                    </a:lnTo>
                    <a:lnTo>
                      <a:pt x="900" y="11069"/>
                    </a:lnTo>
                    <a:lnTo>
                      <a:pt x="900" y="11048"/>
                    </a:lnTo>
                    <a:lnTo>
                      <a:pt x="921" y="11028"/>
                    </a:lnTo>
                    <a:lnTo>
                      <a:pt x="1005" y="11028"/>
                    </a:lnTo>
                    <a:lnTo>
                      <a:pt x="1047" y="10965"/>
                    </a:lnTo>
                    <a:lnTo>
                      <a:pt x="1026" y="10860"/>
                    </a:lnTo>
                    <a:lnTo>
                      <a:pt x="984" y="10818"/>
                    </a:lnTo>
                    <a:lnTo>
                      <a:pt x="984" y="10735"/>
                    </a:lnTo>
                    <a:lnTo>
                      <a:pt x="1026" y="10756"/>
                    </a:lnTo>
                    <a:lnTo>
                      <a:pt x="1110" y="10923"/>
                    </a:lnTo>
                    <a:lnTo>
                      <a:pt x="1110" y="10986"/>
                    </a:lnTo>
                    <a:lnTo>
                      <a:pt x="1047" y="11090"/>
                    </a:lnTo>
                    <a:lnTo>
                      <a:pt x="1005" y="11090"/>
                    </a:lnTo>
                    <a:lnTo>
                      <a:pt x="942" y="11195"/>
                    </a:lnTo>
                    <a:lnTo>
                      <a:pt x="984" y="11258"/>
                    </a:lnTo>
                    <a:lnTo>
                      <a:pt x="1026" y="11258"/>
                    </a:lnTo>
                    <a:lnTo>
                      <a:pt x="1089" y="11279"/>
                    </a:lnTo>
                    <a:lnTo>
                      <a:pt x="1110" y="11341"/>
                    </a:lnTo>
                    <a:lnTo>
                      <a:pt x="1151" y="11341"/>
                    </a:lnTo>
                    <a:lnTo>
                      <a:pt x="1340" y="11446"/>
                    </a:lnTo>
                    <a:lnTo>
                      <a:pt x="1402" y="11446"/>
                    </a:lnTo>
                    <a:lnTo>
                      <a:pt x="1402" y="11551"/>
                    </a:lnTo>
                    <a:lnTo>
                      <a:pt x="1612" y="11551"/>
                    </a:lnTo>
                    <a:lnTo>
                      <a:pt x="1674" y="11593"/>
                    </a:lnTo>
                    <a:lnTo>
                      <a:pt x="1737" y="11572"/>
                    </a:lnTo>
                    <a:lnTo>
                      <a:pt x="1779" y="11488"/>
                    </a:lnTo>
                    <a:lnTo>
                      <a:pt x="1716" y="11362"/>
                    </a:lnTo>
                    <a:lnTo>
                      <a:pt x="1654" y="11174"/>
                    </a:lnTo>
                    <a:lnTo>
                      <a:pt x="1716" y="11048"/>
                    </a:lnTo>
                    <a:lnTo>
                      <a:pt x="1758" y="10986"/>
                    </a:lnTo>
                    <a:lnTo>
                      <a:pt x="1779" y="11048"/>
                    </a:lnTo>
                    <a:lnTo>
                      <a:pt x="1821" y="11174"/>
                    </a:lnTo>
                    <a:lnTo>
                      <a:pt x="1821" y="11279"/>
                    </a:lnTo>
                    <a:lnTo>
                      <a:pt x="1842" y="11341"/>
                    </a:lnTo>
                    <a:lnTo>
                      <a:pt x="1926" y="11341"/>
                    </a:lnTo>
                    <a:lnTo>
                      <a:pt x="1946" y="11279"/>
                    </a:lnTo>
                    <a:lnTo>
                      <a:pt x="2030" y="11279"/>
                    </a:lnTo>
                    <a:lnTo>
                      <a:pt x="2051" y="11237"/>
                    </a:lnTo>
                    <a:lnTo>
                      <a:pt x="2072" y="11153"/>
                    </a:lnTo>
                    <a:lnTo>
                      <a:pt x="2135" y="11090"/>
                    </a:lnTo>
                    <a:lnTo>
                      <a:pt x="2156" y="10965"/>
                    </a:lnTo>
                    <a:lnTo>
                      <a:pt x="2177" y="10923"/>
                    </a:lnTo>
                    <a:lnTo>
                      <a:pt x="2198" y="10923"/>
                    </a:lnTo>
                    <a:lnTo>
                      <a:pt x="2260" y="11048"/>
                    </a:lnTo>
                    <a:lnTo>
                      <a:pt x="2239" y="11090"/>
                    </a:lnTo>
                    <a:lnTo>
                      <a:pt x="2177" y="11195"/>
                    </a:lnTo>
                    <a:lnTo>
                      <a:pt x="2156" y="11279"/>
                    </a:lnTo>
                    <a:lnTo>
                      <a:pt x="2198" y="11341"/>
                    </a:lnTo>
                    <a:lnTo>
                      <a:pt x="2198" y="11404"/>
                    </a:lnTo>
                    <a:lnTo>
                      <a:pt x="2302" y="11488"/>
                    </a:lnTo>
                    <a:lnTo>
                      <a:pt x="2386" y="11446"/>
                    </a:lnTo>
                    <a:lnTo>
                      <a:pt x="2490" y="11279"/>
                    </a:lnTo>
                    <a:lnTo>
                      <a:pt x="2449" y="11174"/>
                    </a:lnTo>
                    <a:lnTo>
                      <a:pt x="2470" y="11028"/>
                    </a:lnTo>
                    <a:lnTo>
                      <a:pt x="2574" y="10944"/>
                    </a:lnTo>
                    <a:lnTo>
                      <a:pt x="2679" y="10923"/>
                    </a:lnTo>
                    <a:lnTo>
                      <a:pt x="2574" y="11028"/>
                    </a:lnTo>
                    <a:lnTo>
                      <a:pt x="2553" y="11132"/>
                    </a:lnTo>
                    <a:lnTo>
                      <a:pt x="2595" y="11237"/>
                    </a:lnTo>
                    <a:lnTo>
                      <a:pt x="2511" y="11446"/>
                    </a:lnTo>
                    <a:lnTo>
                      <a:pt x="2511" y="11509"/>
                    </a:lnTo>
                    <a:lnTo>
                      <a:pt x="2595" y="11593"/>
                    </a:lnTo>
                    <a:lnTo>
                      <a:pt x="2700" y="11572"/>
                    </a:lnTo>
                    <a:lnTo>
                      <a:pt x="2783" y="11593"/>
                    </a:lnTo>
                    <a:lnTo>
                      <a:pt x="2867" y="11572"/>
                    </a:lnTo>
                    <a:lnTo>
                      <a:pt x="2867" y="11446"/>
                    </a:lnTo>
                    <a:lnTo>
                      <a:pt x="2930" y="11362"/>
                    </a:lnTo>
                    <a:lnTo>
                      <a:pt x="2909" y="11279"/>
                    </a:lnTo>
                    <a:lnTo>
                      <a:pt x="2825" y="11132"/>
                    </a:lnTo>
                    <a:lnTo>
                      <a:pt x="2909" y="10944"/>
                    </a:lnTo>
                    <a:lnTo>
                      <a:pt x="2909" y="10818"/>
                    </a:lnTo>
                    <a:lnTo>
                      <a:pt x="2972" y="10923"/>
                    </a:lnTo>
                    <a:lnTo>
                      <a:pt x="2930" y="11028"/>
                    </a:lnTo>
                    <a:lnTo>
                      <a:pt x="2909" y="11090"/>
                    </a:lnTo>
                    <a:lnTo>
                      <a:pt x="2993" y="11258"/>
                    </a:lnTo>
                    <a:lnTo>
                      <a:pt x="3076" y="11279"/>
                    </a:lnTo>
                    <a:lnTo>
                      <a:pt x="3118" y="11300"/>
                    </a:lnTo>
                    <a:lnTo>
                      <a:pt x="3034" y="11341"/>
                    </a:lnTo>
                    <a:lnTo>
                      <a:pt x="2993" y="11488"/>
                    </a:lnTo>
                    <a:lnTo>
                      <a:pt x="3014" y="11551"/>
                    </a:lnTo>
                    <a:lnTo>
                      <a:pt x="3181" y="11593"/>
                    </a:lnTo>
                    <a:lnTo>
                      <a:pt x="3244" y="11551"/>
                    </a:lnTo>
                    <a:lnTo>
                      <a:pt x="3348" y="11697"/>
                    </a:lnTo>
                    <a:lnTo>
                      <a:pt x="3348" y="11802"/>
                    </a:lnTo>
                    <a:lnTo>
                      <a:pt x="3286" y="11906"/>
                    </a:lnTo>
                    <a:lnTo>
                      <a:pt x="3181" y="11990"/>
                    </a:lnTo>
                    <a:lnTo>
                      <a:pt x="3223" y="12011"/>
                    </a:lnTo>
                    <a:lnTo>
                      <a:pt x="3286" y="12095"/>
                    </a:lnTo>
                    <a:lnTo>
                      <a:pt x="3369" y="12095"/>
                    </a:lnTo>
                    <a:lnTo>
                      <a:pt x="3495" y="12074"/>
                    </a:lnTo>
                    <a:lnTo>
                      <a:pt x="3537" y="12095"/>
                    </a:lnTo>
                    <a:lnTo>
                      <a:pt x="3725" y="11927"/>
                    </a:lnTo>
                    <a:lnTo>
                      <a:pt x="3830" y="11969"/>
                    </a:lnTo>
                    <a:lnTo>
                      <a:pt x="3871" y="11990"/>
                    </a:lnTo>
                    <a:lnTo>
                      <a:pt x="4039" y="11823"/>
                    </a:lnTo>
                    <a:lnTo>
                      <a:pt x="4123" y="11802"/>
                    </a:lnTo>
                    <a:lnTo>
                      <a:pt x="4227" y="11655"/>
                    </a:lnTo>
                    <a:lnTo>
                      <a:pt x="4290" y="11593"/>
                    </a:lnTo>
                    <a:lnTo>
                      <a:pt x="4332" y="11613"/>
                    </a:lnTo>
                    <a:lnTo>
                      <a:pt x="4290" y="11781"/>
                    </a:lnTo>
                    <a:lnTo>
                      <a:pt x="4269" y="11906"/>
                    </a:lnTo>
                    <a:lnTo>
                      <a:pt x="4290" y="11927"/>
                    </a:lnTo>
                    <a:lnTo>
                      <a:pt x="4395" y="11865"/>
                    </a:lnTo>
                    <a:lnTo>
                      <a:pt x="4478" y="11718"/>
                    </a:lnTo>
                    <a:lnTo>
                      <a:pt x="4583" y="11655"/>
                    </a:lnTo>
                    <a:lnTo>
                      <a:pt x="4687" y="11655"/>
                    </a:lnTo>
                    <a:lnTo>
                      <a:pt x="4813" y="11446"/>
                    </a:lnTo>
                    <a:lnTo>
                      <a:pt x="4876" y="11237"/>
                    </a:lnTo>
                    <a:lnTo>
                      <a:pt x="4855" y="11153"/>
                    </a:lnTo>
                    <a:lnTo>
                      <a:pt x="4876" y="11048"/>
                    </a:lnTo>
                    <a:lnTo>
                      <a:pt x="4792" y="11028"/>
                    </a:lnTo>
                    <a:lnTo>
                      <a:pt x="4750" y="11048"/>
                    </a:lnTo>
                    <a:lnTo>
                      <a:pt x="4667" y="11048"/>
                    </a:lnTo>
                    <a:lnTo>
                      <a:pt x="4541" y="11132"/>
                    </a:lnTo>
                    <a:lnTo>
                      <a:pt x="4478" y="11195"/>
                    </a:lnTo>
                    <a:lnTo>
                      <a:pt x="4374" y="11195"/>
                    </a:lnTo>
                    <a:lnTo>
                      <a:pt x="4457" y="11090"/>
                    </a:lnTo>
                    <a:lnTo>
                      <a:pt x="4478" y="11028"/>
                    </a:lnTo>
                    <a:lnTo>
                      <a:pt x="4374" y="11048"/>
                    </a:lnTo>
                    <a:lnTo>
                      <a:pt x="4353" y="10986"/>
                    </a:lnTo>
                    <a:lnTo>
                      <a:pt x="4374" y="10923"/>
                    </a:lnTo>
                    <a:lnTo>
                      <a:pt x="4457" y="10923"/>
                    </a:lnTo>
                    <a:lnTo>
                      <a:pt x="4499" y="10735"/>
                    </a:lnTo>
                    <a:lnTo>
                      <a:pt x="4562" y="10651"/>
                    </a:lnTo>
                    <a:lnTo>
                      <a:pt x="4541" y="10546"/>
                    </a:lnTo>
                    <a:lnTo>
                      <a:pt x="4395" y="10463"/>
                    </a:lnTo>
                    <a:lnTo>
                      <a:pt x="4185" y="10525"/>
                    </a:lnTo>
                    <a:lnTo>
                      <a:pt x="4060" y="10630"/>
                    </a:lnTo>
                    <a:lnTo>
                      <a:pt x="4123" y="10504"/>
                    </a:lnTo>
                    <a:lnTo>
                      <a:pt x="4039" y="10358"/>
                    </a:lnTo>
                    <a:lnTo>
                      <a:pt x="3892" y="10295"/>
                    </a:lnTo>
                    <a:lnTo>
                      <a:pt x="3830" y="10316"/>
                    </a:lnTo>
                    <a:lnTo>
                      <a:pt x="3767" y="10358"/>
                    </a:lnTo>
                    <a:lnTo>
                      <a:pt x="3725" y="10358"/>
                    </a:lnTo>
                    <a:lnTo>
                      <a:pt x="3599" y="10525"/>
                    </a:lnTo>
                    <a:lnTo>
                      <a:pt x="3495" y="10525"/>
                    </a:lnTo>
                    <a:lnTo>
                      <a:pt x="3558" y="10337"/>
                    </a:lnTo>
                    <a:lnTo>
                      <a:pt x="3453" y="10232"/>
                    </a:lnTo>
                    <a:lnTo>
                      <a:pt x="3809" y="10232"/>
                    </a:lnTo>
                    <a:lnTo>
                      <a:pt x="3830" y="10191"/>
                    </a:lnTo>
                    <a:lnTo>
                      <a:pt x="3725" y="10044"/>
                    </a:lnTo>
                    <a:lnTo>
                      <a:pt x="3767" y="9981"/>
                    </a:lnTo>
                    <a:lnTo>
                      <a:pt x="3830" y="9793"/>
                    </a:lnTo>
                    <a:lnTo>
                      <a:pt x="3830" y="9709"/>
                    </a:lnTo>
                    <a:lnTo>
                      <a:pt x="3934" y="9605"/>
                    </a:lnTo>
                    <a:lnTo>
                      <a:pt x="3934" y="9668"/>
                    </a:lnTo>
                    <a:lnTo>
                      <a:pt x="3955" y="9730"/>
                    </a:lnTo>
                    <a:lnTo>
                      <a:pt x="3934" y="9835"/>
                    </a:lnTo>
                    <a:lnTo>
                      <a:pt x="3871" y="9898"/>
                    </a:lnTo>
                    <a:lnTo>
                      <a:pt x="3934" y="10128"/>
                    </a:lnTo>
                    <a:lnTo>
                      <a:pt x="4164" y="10421"/>
                    </a:lnTo>
                    <a:lnTo>
                      <a:pt x="4332" y="10442"/>
                    </a:lnTo>
                    <a:lnTo>
                      <a:pt x="4353" y="10421"/>
                    </a:lnTo>
                    <a:lnTo>
                      <a:pt x="4478" y="10421"/>
                    </a:lnTo>
                    <a:lnTo>
                      <a:pt x="4771" y="10546"/>
                    </a:lnTo>
                    <a:lnTo>
                      <a:pt x="4813" y="10525"/>
                    </a:lnTo>
                    <a:lnTo>
                      <a:pt x="4897" y="10358"/>
                    </a:lnTo>
                    <a:lnTo>
                      <a:pt x="4980" y="10295"/>
                    </a:lnTo>
                    <a:lnTo>
                      <a:pt x="5022" y="10295"/>
                    </a:lnTo>
                    <a:lnTo>
                      <a:pt x="4980" y="10358"/>
                    </a:lnTo>
                    <a:lnTo>
                      <a:pt x="5064" y="10400"/>
                    </a:lnTo>
                    <a:lnTo>
                      <a:pt x="5169" y="10337"/>
                    </a:lnTo>
                    <a:lnTo>
                      <a:pt x="5190" y="10253"/>
                    </a:lnTo>
                    <a:lnTo>
                      <a:pt x="5211" y="10212"/>
                    </a:lnTo>
                    <a:lnTo>
                      <a:pt x="5273" y="10253"/>
                    </a:lnTo>
                    <a:lnTo>
                      <a:pt x="5399" y="10212"/>
                    </a:lnTo>
                    <a:lnTo>
                      <a:pt x="5399" y="10086"/>
                    </a:lnTo>
                    <a:lnTo>
                      <a:pt x="5545" y="9981"/>
                    </a:lnTo>
                    <a:lnTo>
                      <a:pt x="5545" y="9877"/>
                    </a:lnTo>
                    <a:lnTo>
                      <a:pt x="5524" y="9835"/>
                    </a:lnTo>
                    <a:lnTo>
                      <a:pt x="5420" y="9835"/>
                    </a:lnTo>
                    <a:lnTo>
                      <a:pt x="5524" y="9730"/>
                    </a:lnTo>
                    <a:lnTo>
                      <a:pt x="5545" y="9521"/>
                    </a:lnTo>
                    <a:lnTo>
                      <a:pt x="5713" y="9500"/>
                    </a:lnTo>
                    <a:lnTo>
                      <a:pt x="5943" y="9563"/>
                    </a:lnTo>
                    <a:lnTo>
                      <a:pt x="6027" y="9626"/>
                    </a:lnTo>
                    <a:lnTo>
                      <a:pt x="6173" y="9626"/>
                    </a:lnTo>
                    <a:lnTo>
                      <a:pt x="6278" y="9563"/>
                    </a:lnTo>
                    <a:lnTo>
                      <a:pt x="6382" y="9563"/>
                    </a:lnTo>
                    <a:lnTo>
                      <a:pt x="6466" y="9668"/>
                    </a:lnTo>
                    <a:lnTo>
                      <a:pt x="6571" y="9626"/>
                    </a:lnTo>
                    <a:lnTo>
                      <a:pt x="6675" y="9521"/>
                    </a:lnTo>
                    <a:lnTo>
                      <a:pt x="6759" y="9479"/>
                    </a:lnTo>
                    <a:lnTo>
                      <a:pt x="6759" y="9396"/>
                    </a:lnTo>
                    <a:lnTo>
                      <a:pt x="6633" y="9396"/>
                    </a:lnTo>
                    <a:lnTo>
                      <a:pt x="6278" y="9207"/>
                    </a:lnTo>
                    <a:lnTo>
                      <a:pt x="6257" y="9144"/>
                    </a:lnTo>
                    <a:lnTo>
                      <a:pt x="6340" y="9082"/>
                    </a:lnTo>
                    <a:lnTo>
                      <a:pt x="6445" y="9103"/>
                    </a:lnTo>
                    <a:lnTo>
                      <a:pt x="6487" y="9165"/>
                    </a:lnTo>
                    <a:lnTo>
                      <a:pt x="6592" y="9144"/>
                    </a:lnTo>
                    <a:lnTo>
                      <a:pt x="6780" y="9291"/>
                    </a:lnTo>
                    <a:lnTo>
                      <a:pt x="6864" y="9270"/>
                    </a:lnTo>
                    <a:lnTo>
                      <a:pt x="6989" y="9165"/>
                    </a:lnTo>
                    <a:lnTo>
                      <a:pt x="7073" y="9144"/>
                    </a:lnTo>
                    <a:lnTo>
                      <a:pt x="7115" y="9061"/>
                    </a:lnTo>
                    <a:lnTo>
                      <a:pt x="7094" y="8935"/>
                    </a:lnTo>
                    <a:lnTo>
                      <a:pt x="6968" y="8831"/>
                    </a:lnTo>
                    <a:lnTo>
                      <a:pt x="6884" y="8831"/>
                    </a:lnTo>
                    <a:lnTo>
                      <a:pt x="6864" y="8747"/>
                    </a:lnTo>
                    <a:lnTo>
                      <a:pt x="6738" y="8684"/>
                    </a:lnTo>
                    <a:lnTo>
                      <a:pt x="6738" y="8642"/>
                    </a:lnTo>
                    <a:lnTo>
                      <a:pt x="6864" y="8663"/>
                    </a:lnTo>
                    <a:lnTo>
                      <a:pt x="6947" y="8684"/>
                    </a:lnTo>
                    <a:lnTo>
                      <a:pt x="6968" y="8768"/>
                    </a:lnTo>
                    <a:lnTo>
                      <a:pt x="7031" y="8789"/>
                    </a:lnTo>
                    <a:lnTo>
                      <a:pt x="7156" y="8789"/>
                    </a:lnTo>
                    <a:lnTo>
                      <a:pt x="7198" y="8852"/>
                    </a:lnTo>
                    <a:lnTo>
                      <a:pt x="7387" y="8726"/>
                    </a:lnTo>
                    <a:lnTo>
                      <a:pt x="7428" y="8726"/>
                    </a:lnTo>
                    <a:lnTo>
                      <a:pt x="7470" y="8538"/>
                    </a:lnTo>
                    <a:lnTo>
                      <a:pt x="7596" y="8328"/>
                    </a:lnTo>
                    <a:lnTo>
                      <a:pt x="7596" y="8224"/>
                    </a:lnTo>
                    <a:lnTo>
                      <a:pt x="7512" y="8161"/>
                    </a:lnTo>
                    <a:lnTo>
                      <a:pt x="7387" y="8056"/>
                    </a:lnTo>
                    <a:lnTo>
                      <a:pt x="7198" y="8056"/>
                    </a:lnTo>
                    <a:lnTo>
                      <a:pt x="7094" y="8119"/>
                    </a:lnTo>
                    <a:lnTo>
                      <a:pt x="7094" y="8035"/>
                    </a:lnTo>
                    <a:lnTo>
                      <a:pt x="7219" y="7994"/>
                    </a:lnTo>
                    <a:lnTo>
                      <a:pt x="7366" y="7994"/>
                    </a:lnTo>
                    <a:lnTo>
                      <a:pt x="7387" y="7931"/>
                    </a:lnTo>
                    <a:lnTo>
                      <a:pt x="7198" y="7784"/>
                    </a:lnTo>
                    <a:lnTo>
                      <a:pt x="7115" y="7743"/>
                    </a:lnTo>
                    <a:lnTo>
                      <a:pt x="7010" y="7743"/>
                    </a:lnTo>
                    <a:lnTo>
                      <a:pt x="6968" y="7722"/>
                    </a:lnTo>
                    <a:lnTo>
                      <a:pt x="6947" y="7743"/>
                    </a:lnTo>
                    <a:lnTo>
                      <a:pt x="6843" y="7784"/>
                    </a:lnTo>
                    <a:lnTo>
                      <a:pt x="6801" y="7743"/>
                    </a:lnTo>
                    <a:lnTo>
                      <a:pt x="6780" y="7784"/>
                    </a:lnTo>
                    <a:lnTo>
                      <a:pt x="6675" y="7784"/>
                    </a:lnTo>
                    <a:lnTo>
                      <a:pt x="6675" y="7701"/>
                    </a:lnTo>
                    <a:lnTo>
                      <a:pt x="6696" y="7638"/>
                    </a:lnTo>
                    <a:lnTo>
                      <a:pt x="6487" y="7533"/>
                    </a:lnTo>
                    <a:lnTo>
                      <a:pt x="6466" y="7491"/>
                    </a:lnTo>
                    <a:lnTo>
                      <a:pt x="6466" y="7491"/>
                    </a:lnTo>
                    <a:lnTo>
                      <a:pt x="6571" y="7533"/>
                    </a:lnTo>
                    <a:lnTo>
                      <a:pt x="6759" y="7575"/>
                    </a:lnTo>
                    <a:lnTo>
                      <a:pt x="6843" y="7617"/>
                    </a:lnTo>
                    <a:lnTo>
                      <a:pt x="6801" y="7701"/>
                    </a:lnTo>
                    <a:lnTo>
                      <a:pt x="6801" y="7701"/>
                    </a:lnTo>
                    <a:lnTo>
                      <a:pt x="6989" y="7638"/>
                    </a:lnTo>
                    <a:lnTo>
                      <a:pt x="7198" y="7638"/>
                    </a:lnTo>
                    <a:lnTo>
                      <a:pt x="7324" y="7743"/>
                    </a:lnTo>
                    <a:lnTo>
                      <a:pt x="7366" y="7722"/>
                    </a:lnTo>
                    <a:lnTo>
                      <a:pt x="7387" y="7596"/>
                    </a:lnTo>
                    <a:lnTo>
                      <a:pt x="7115" y="7512"/>
                    </a:lnTo>
                    <a:lnTo>
                      <a:pt x="6905" y="7491"/>
                    </a:lnTo>
                    <a:lnTo>
                      <a:pt x="6759" y="7429"/>
                    </a:lnTo>
                    <a:lnTo>
                      <a:pt x="6780" y="7387"/>
                    </a:lnTo>
                    <a:lnTo>
                      <a:pt x="6884" y="7366"/>
                    </a:lnTo>
                    <a:lnTo>
                      <a:pt x="6989" y="7429"/>
                    </a:lnTo>
                    <a:lnTo>
                      <a:pt x="7219" y="7491"/>
                    </a:lnTo>
                    <a:lnTo>
                      <a:pt x="7408" y="7491"/>
                    </a:lnTo>
                    <a:lnTo>
                      <a:pt x="7470" y="7596"/>
                    </a:lnTo>
                    <a:lnTo>
                      <a:pt x="7470" y="7722"/>
                    </a:lnTo>
                    <a:lnTo>
                      <a:pt x="7491" y="7805"/>
                    </a:lnTo>
                    <a:lnTo>
                      <a:pt x="7638" y="7910"/>
                    </a:lnTo>
                    <a:lnTo>
                      <a:pt x="7805" y="7952"/>
                    </a:lnTo>
                    <a:lnTo>
                      <a:pt x="7889" y="8035"/>
                    </a:lnTo>
                    <a:lnTo>
                      <a:pt x="7910" y="8035"/>
                    </a:lnTo>
                    <a:lnTo>
                      <a:pt x="7993" y="7994"/>
                    </a:lnTo>
                    <a:lnTo>
                      <a:pt x="7952" y="7847"/>
                    </a:lnTo>
                    <a:lnTo>
                      <a:pt x="7993" y="7743"/>
                    </a:lnTo>
                    <a:lnTo>
                      <a:pt x="7952" y="7701"/>
                    </a:lnTo>
                    <a:lnTo>
                      <a:pt x="8056" y="7617"/>
                    </a:lnTo>
                    <a:lnTo>
                      <a:pt x="7993" y="7575"/>
                    </a:lnTo>
                    <a:lnTo>
                      <a:pt x="7680" y="7491"/>
                    </a:lnTo>
                    <a:lnTo>
                      <a:pt x="7554" y="7512"/>
                    </a:lnTo>
                    <a:lnTo>
                      <a:pt x="7512" y="7512"/>
                    </a:lnTo>
                    <a:lnTo>
                      <a:pt x="7408" y="7408"/>
                    </a:lnTo>
                    <a:lnTo>
                      <a:pt x="7282" y="7387"/>
                    </a:lnTo>
                    <a:lnTo>
                      <a:pt x="7198" y="7282"/>
                    </a:lnTo>
                    <a:lnTo>
                      <a:pt x="7115" y="7282"/>
                    </a:lnTo>
                    <a:lnTo>
                      <a:pt x="7073" y="7324"/>
                    </a:lnTo>
                    <a:lnTo>
                      <a:pt x="6989" y="7324"/>
                    </a:lnTo>
                    <a:lnTo>
                      <a:pt x="7010" y="7219"/>
                    </a:lnTo>
                    <a:lnTo>
                      <a:pt x="6864" y="7178"/>
                    </a:lnTo>
                    <a:lnTo>
                      <a:pt x="6843" y="7094"/>
                    </a:lnTo>
                    <a:lnTo>
                      <a:pt x="6947" y="7073"/>
                    </a:lnTo>
                    <a:lnTo>
                      <a:pt x="6989" y="7115"/>
                    </a:lnTo>
                    <a:lnTo>
                      <a:pt x="7094" y="7157"/>
                    </a:lnTo>
                    <a:lnTo>
                      <a:pt x="7156" y="7073"/>
                    </a:lnTo>
                    <a:lnTo>
                      <a:pt x="7115" y="7010"/>
                    </a:lnTo>
                    <a:lnTo>
                      <a:pt x="7156" y="6968"/>
                    </a:lnTo>
                    <a:lnTo>
                      <a:pt x="7219" y="7052"/>
                    </a:lnTo>
                    <a:lnTo>
                      <a:pt x="7219" y="7178"/>
                    </a:lnTo>
                    <a:lnTo>
                      <a:pt x="7324" y="7219"/>
                    </a:lnTo>
                    <a:lnTo>
                      <a:pt x="7638" y="7303"/>
                    </a:lnTo>
                    <a:lnTo>
                      <a:pt x="7700" y="7261"/>
                    </a:lnTo>
                    <a:lnTo>
                      <a:pt x="7554" y="7052"/>
                    </a:lnTo>
                    <a:lnTo>
                      <a:pt x="7408" y="6989"/>
                    </a:lnTo>
                    <a:lnTo>
                      <a:pt x="7303" y="6947"/>
                    </a:lnTo>
                    <a:lnTo>
                      <a:pt x="7303" y="6864"/>
                    </a:lnTo>
                    <a:lnTo>
                      <a:pt x="7324" y="6801"/>
                    </a:lnTo>
                    <a:lnTo>
                      <a:pt x="7408" y="6906"/>
                    </a:lnTo>
                    <a:lnTo>
                      <a:pt x="7554" y="6906"/>
                    </a:lnTo>
                    <a:lnTo>
                      <a:pt x="7638" y="6968"/>
                    </a:lnTo>
                    <a:lnTo>
                      <a:pt x="7680" y="7073"/>
                    </a:lnTo>
                    <a:lnTo>
                      <a:pt x="7721" y="7052"/>
                    </a:lnTo>
                    <a:lnTo>
                      <a:pt x="7805" y="7157"/>
                    </a:lnTo>
                    <a:lnTo>
                      <a:pt x="7910" y="7199"/>
                    </a:lnTo>
                    <a:lnTo>
                      <a:pt x="7952" y="7261"/>
                    </a:lnTo>
                    <a:lnTo>
                      <a:pt x="8014" y="7282"/>
                    </a:lnTo>
                    <a:lnTo>
                      <a:pt x="8077" y="7178"/>
                    </a:lnTo>
                    <a:lnTo>
                      <a:pt x="8203" y="7178"/>
                    </a:lnTo>
                    <a:lnTo>
                      <a:pt x="8307" y="7282"/>
                    </a:lnTo>
                    <a:lnTo>
                      <a:pt x="8349" y="7261"/>
                    </a:lnTo>
                    <a:lnTo>
                      <a:pt x="8349" y="7157"/>
                    </a:lnTo>
                    <a:lnTo>
                      <a:pt x="8412" y="7157"/>
                    </a:lnTo>
                    <a:lnTo>
                      <a:pt x="8516" y="7261"/>
                    </a:lnTo>
                    <a:lnTo>
                      <a:pt x="8642" y="7261"/>
                    </a:lnTo>
                    <a:lnTo>
                      <a:pt x="8684" y="7199"/>
                    </a:lnTo>
                    <a:lnTo>
                      <a:pt x="8684" y="6885"/>
                    </a:lnTo>
                    <a:lnTo>
                      <a:pt x="8433" y="6634"/>
                    </a:lnTo>
                    <a:lnTo>
                      <a:pt x="8349" y="6634"/>
                    </a:lnTo>
                    <a:lnTo>
                      <a:pt x="8307" y="6655"/>
                    </a:lnTo>
                    <a:lnTo>
                      <a:pt x="8224" y="6634"/>
                    </a:lnTo>
                    <a:lnTo>
                      <a:pt x="8244" y="6571"/>
                    </a:lnTo>
                    <a:lnTo>
                      <a:pt x="8433" y="6550"/>
                    </a:lnTo>
                    <a:lnTo>
                      <a:pt x="8516" y="6571"/>
                    </a:lnTo>
                    <a:lnTo>
                      <a:pt x="8558" y="6550"/>
                    </a:lnTo>
                    <a:lnTo>
                      <a:pt x="8642" y="6592"/>
                    </a:lnTo>
                    <a:lnTo>
                      <a:pt x="8642" y="6696"/>
                    </a:lnTo>
                    <a:lnTo>
                      <a:pt x="8684" y="6759"/>
                    </a:lnTo>
                    <a:lnTo>
                      <a:pt x="8851" y="6780"/>
                    </a:lnTo>
                    <a:lnTo>
                      <a:pt x="8851" y="6968"/>
                    </a:lnTo>
                    <a:lnTo>
                      <a:pt x="8893" y="7052"/>
                    </a:lnTo>
                    <a:lnTo>
                      <a:pt x="8998" y="7052"/>
                    </a:lnTo>
                    <a:lnTo>
                      <a:pt x="9060" y="7094"/>
                    </a:lnTo>
                    <a:lnTo>
                      <a:pt x="9353" y="7115"/>
                    </a:lnTo>
                    <a:lnTo>
                      <a:pt x="9500" y="7115"/>
                    </a:lnTo>
                    <a:lnTo>
                      <a:pt x="9688" y="6947"/>
                    </a:lnTo>
                    <a:lnTo>
                      <a:pt x="9709" y="6864"/>
                    </a:lnTo>
                    <a:lnTo>
                      <a:pt x="9605" y="6801"/>
                    </a:lnTo>
                    <a:lnTo>
                      <a:pt x="9563" y="6843"/>
                    </a:lnTo>
                    <a:lnTo>
                      <a:pt x="9500" y="6780"/>
                    </a:lnTo>
                    <a:lnTo>
                      <a:pt x="9563" y="6759"/>
                    </a:lnTo>
                    <a:lnTo>
                      <a:pt x="9709" y="6696"/>
                    </a:lnTo>
                    <a:lnTo>
                      <a:pt x="9835" y="6738"/>
                    </a:lnTo>
                    <a:lnTo>
                      <a:pt x="9981" y="6675"/>
                    </a:lnTo>
                    <a:lnTo>
                      <a:pt x="10002" y="6571"/>
                    </a:lnTo>
                    <a:lnTo>
                      <a:pt x="9918" y="6466"/>
                    </a:lnTo>
                    <a:lnTo>
                      <a:pt x="9625" y="6466"/>
                    </a:lnTo>
                    <a:lnTo>
                      <a:pt x="9395" y="6424"/>
                    </a:lnTo>
                    <a:lnTo>
                      <a:pt x="9416" y="6362"/>
                    </a:lnTo>
                    <a:lnTo>
                      <a:pt x="9521" y="6362"/>
                    </a:lnTo>
                    <a:lnTo>
                      <a:pt x="9563" y="6257"/>
                    </a:lnTo>
                    <a:lnTo>
                      <a:pt x="9605" y="6278"/>
                    </a:lnTo>
                    <a:lnTo>
                      <a:pt x="9625" y="6383"/>
                    </a:lnTo>
                    <a:lnTo>
                      <a:pt x="9709" y="6383"/>
                    </a:lnTo>
                    <a:lnTo>
                      <a:pt x="9772" y="6341"/>
                    </a:lnTo>
                    <a:lnTo>
                      <a:pt x="9981" y="6424"/>
                    </a:lnTo>
                    <a:lnTo>
                      <a:pt x="10044" y="6362"/>
                    </a:lnTo>
                    <a:lnTo>
                      <a:pt x="10149" y="6445"/>
                    </a:lnTo>
                    <a:lnTo>
                      <a:pt x="10211" y="6445"/>
                    </a:lnTo>
                    <a:lnTo>
                      <a:pt x="10316" y="6320"/>
                    </a:lnTo>
                    <a:lnTo>
                      <a:pt x="10295" y="6236"/>
                    </a:lnTo>
                    <a:lnTo>
                      <a:pt x="10149" y="6152"/>
                    </a:lnTo>
                    <a:lnTo>
                      <a:pt x="10211" y="6048"/>
                    </a:lnTo>
                    <a:lnTo>
                      <a:pt x="10253" y="6006"/>
                    </a:lnTo>
                    <a:lnTo>
                      <a:pt x="10232" y="5839"/>
                    </a:lnTo>
                    <a:lnTo>
                      <a:pt x="10316" y="5901"/>
                    </a:lnTo>
                    <a:lnTo>
                      <a:pt x="10316" y="6006"/>
                    </a:lnTo>
                    <a:lnTo>
                      <a:pt x="10253" y="6069"/>
                    </a:lnTo>
                    <a:lnTo>
                      <a:pt x="10295" y="6152"/>
                    </a:lnTo>
                    <a:lnTo>
                      <a:pt x="10358" y="6173"/>
                    </a:lnTo>
                    <a:lnTo>
                      <a:pt x="10441" y="6111"/>
                    </a:lnTo>
                    <a:lnTo>
                      <a:pt x="10734" y="6111"/>
                    </a:lnTo>
                    <a:lnTo>
                      <a:pt x="10776" y="6027"/>
                    </a:lnTo>
                    <a:lnTo>
                      <a:pt x="10923" y="5922"/>
                    </a:lnTo>
                    <a:lnTo>
                      <a:pt x="10881" y="5797"/>
                    </a:lnTo>
                    <a:lnTo>
                      <a:pt x="10944" y="5755"/>
                    </a:lnTo>
                    <a:lnTo>
                      <a:pt x="11048" y="5755"/>
                    </a:lnTo>
                    <a:lnTo>
                      <a:pt x="11132" y="5650"/>
                    </a:lnTo>
                    <a:lnTo>
                      <a:pt x="11216" y="5692"/>
                    </a:lnTo>
                    <a:lnTo>
                      <a:pt x="11299" y="5629"/>
                    </a:lnTo>
                    <a:lnTo>
                      <a:pt x="11550" y="5608"/>
                    </a:lnTo>
                    <a:lnTo>
                      <a:pt x="11613" y="5483"/>
                    </a:lnTo>
                    <a:lnTo>
                      <a:pt x="11822" y="5420"/>
                    </a:lnTo>
                    <a:lnTo>
                      <a:pt x="11927" y="5336"/>
                    </a:lnTo>
                    <a:lnTo>
                      <a:pt x="12073" y="5336"/>
                    </a:lnTo>
                    <a:lnTo>
                      <a:pt x="12136" y="5315"/>
                    </a:lnTo>
                    <a:lnTo>
                      <a:pt x="12262" y="5315"/>
                    </a:lnTo>
                    <a:lnTo>
                      <a:pt x="12429" y="5232"/>
                    </a:lnTo>
                    <a:lnTo>
                      <a:pt x="12555" y="5106"/>
                    </a:lnTo>
                    <a:lnTo>
                      <a:pt x="12659" y="5085"/>
                    </a:lnTo>
                    <a:lnTo>
                      <a:pt x="12743" y="4960"/>
                    </a:lnTo>
                    <a:lnTo>
                      <a:pt x="12952" y="4918"/>
                    </a:lnTo>
                    <a:lnTo>
                      <a:pt x="13036" y="4876"/>
                    </a:lnTo>
                    <a:lnTo>
                      <a:pt x="13224" y="4771"/>
                    </a:lnTo>
                    <a:lnTo>
                      <a:pt x="13308" y="4604"/>
                    </a:lnTo>
                    <a:lnTo>
                      <a:pt x="13371" y="4458"/>
                    </a:lnTo>
                    <a:lnTo>
                      <a:pt x="13182" y="4458"/>
                    </a:lnTo>
                    <a:lnTo>
                      <a:pt x="13057" y="4478"/>
                    </a:lnTo>
                    <a:lnTo>
                      <a:pt x="12973" y="4437"/>
                    </a:lnTo>
                    <a:lnTo>
                      <a:pt x="12848" y="4458"/>
                    </a:lnTo>
                    <a:lnTo>
                      <a:pt x="12659" y="4646"/>
                    </a:lnTo>
                    <a:lnTo>
                      <a:pt x="12387" y="4667"/>
                    </a:lnTo>
                    <a:lnTo>
                      <a:pt x="11927" y="4709"/>
                    </a:lnTo>
                    <a:lnTo>
                      <a:pt x="11801" y="4688"/>
                    </a:lnTo>
                    <a:lnTo>
                      <a:pt x="11488" y="4688"/>
                    </a:lnTo>
                    <a:lnTo>
                      <a:pt x="11299" y="4771"/>
                    </a:lnTo>
                    <a:lnTo>
                      <a:pt x="11299" y="4667"/>
                    </a:lnTo>
                    <a:lnTo>
                      <a:pt x="11174" y="4667"/>
                    </a:lnTo>
                    <a:lnTo>
                      <a:pt x="11216" y="4562"/>
                    </a:lnTo>
                    <a:lnTo>
                      <a:pt x="11362" y="4562"/>
                    </a:lnTo>
                    <a:lnTo>
                      <a:pt x="11446" y="4583"/>
                    </a:lnTo>
                    <a:lnTo>
                      <a:pt x="11550" y="4541"/>
                    </a:lnTo>
                    <a:lnTo>
                      <a:pt x="11571" y="4604"/>
                    </a:lnTo>
                    <a:lnTo>
                      <a:pt x="11718" y="4604"/>
                    </a:lnTo>
                    <a:lnTo>
                      <a:pt x="11906" y="4583"/>
                    </a:lnTo>
                    <a:lnTo>
                      <a:pt x="12032" y="4583"/>
                    </a:lnTo>
                    <a:lnTo>
                      <a:pt x="12346" y="4541"/>
                    </a:lnTo>
                    <a:lnTo>
                      <a:pt x="12848" y="4332"/>
                    </a:lnTo>
                    <a:lnTo>
                      <a:pt x="12931" y="4269"/>
                    </a:lnTo>
                    <a:lnTo>
                      <a:pt x="12848" y="4186"/>
                    </a:lnTo>
                    <a:lnTo>
                      <a:pt x="12638" y="4144"/>
                    </a:lnTo>
                    <a:lnTo>
                      <a:pt x="12262" y="4081"/>
                    </a:lnTo>
                    <a:lnTo>
                      <a:pt x="12199" y="3976"/>
                    </a:lnTo>
                    <a:lnTo>
                      <a:pt x="12199" y="3976"/>
                    </a:lnTo>
                    <a:lnTo>
                      <a:pt x="12346" y="4060"/>
                    </a:lnTo>
                    <a:lnTo>
                      <a:pt x="12450" y="4039"/>
                    </a:lnTo>
                    <a:lnTo>
                      <a:pt x="12450" y="3976"/>
                    </a:lnTo>
                    <a:lnTo>
                      <a:pt x="12325" y="3851"/>
                    </a:lnTo>
                    <a:lnTo>
                      <a:pt x="12304" y="3725"/>
                    </a:lnTo>
                    <a:lnTo>
                      <a:pt x="12408" y="3851"/>
                    </a:lnTo>
                    <a:lnTo>
                      <a:pt x="12597" y="4060"/>
                    </a:lnTo>
                    <a:lnTo>
                      <a:pt x="12638" y="4060"/>
                    </a:lnTo>
                    <a:lnTo>
                      <a:pt x="12722" y="4018"/>
                    </a:lnTo>
                    <a:lnTo>
                      <a:pt x="12764" y="4081"/>
                    </a:lnTo>
                    <a:lnTo>
                      <a:pt x="12973" y="4081"/>
                    </a:lnTo>
                    <a:lnTo>
                      <a:pt x="13057" y="4144"/>
                    </a:lnTo>
                    <a:lnTo>
                      <a:pt x="13141" y="4144"/>
                    </a:lnTo>
                    <a:lnTo>
                      <a:pt x="13287" y="4165"/>
                    </a:lnTo>
                    <a:lnTo>
                      <a:pt x="13371" y="4123"/>
                    </a:lnTo>
                    <a:lnTo>
                      <a:pt x="13308" y="4081"/>
                    </a:lnTo>
                    <a:lnTo>
                      <a:pt x="13162" y="4060"/>
                    </a:lnTo>
                    <a:lnTo>
                      <a:pt x="13162" y="3976"/>
                    </a:lnTo>
                    <a:lnTo>
                      <a:pt x="13350" y="4018"/>
                    </a:lnTo>
                    <a:lnTo>
                      <a:pt x="13475" y="4060"/>
                    </a:lnTo>
                    <a:lnTo>
                      <a:pt x="13601" y="4165"/>
                    </a:lnTo>
                    <a:lnTo>
                      <a:pt x="13664" y="4144"/>
                    </a:lnTo>
                    <a:lnTo>
                      <a:pt x="13706" y="4018"/>
                    </a:lnTo>
                    <a:lnTo>
                      <a:pt x="13810" y="4081"/>
                    </a:lnTo>
                    <a:lnTo>
                      <a:pt x="13978" y="4081"/>
                    </a:lnTo>
                    <a:lnTo>
                      <a:pt x="14124" y="4039"/>
                    </a:lnTo>
                    <a:lnTo>
                      <a:pt x="14229" y="4018"/>
                    </a:lnTo>
                    <a:lnTo>
                      <a:pt x="14354" y="3914"/>
                    </a:lnTo>
                    <a:lnTo>
                      <a:pt x="14710" y="3746"/>
                    </a:lnTo>
                    <a:lnTo>
                      <a:pt x="14794" y="3662"/>
                    </a:lnTo>
                    <a:lnTo>
                      <a:pt x="14794" y="3621"/>
                    </a:lnTo>
                    <a:lnTo>
                      <a:pt x="14877" y="3600"/>
                    </a:lnTo>
                    <a:lnTo>
                      <a:pt x="15003" y="3621"/>
                    </a:lnTo>
                    <a:lnTo>
                      <a:pt x="15045" y="3558"/>
                    </a:lnTo>
                    <a:lnTo>
                      <a:pt x="15275" y="3432"/>
                    </a:lnTo>
                    <a:lnTo>
                      <a:pt x="15400" y="3181"/>
                    </a:lnTo>
                    <a:lnTo>
                      <a:pt x="15463" y="2909"/>
                    </a:lnTo>
                    <a:lnTo>
                      <a:pt x="15442" y="2721"/>
                    </a:lnTo>
                    <a:lnTo>
                      <a:pt x="15379" y="2595"/>
                    </a:lnTo>
                    <a:lnTo>
                      <a:pt x="15233" y="2512"/>
                    </a:lnTo>
                    <a:lnTo>
                      <a:pt x="15149" y="2512"/>
                    </a:lnTo>
                    <a:lnTo>
                      <a:pt x="15128" y="2554"/>
                    </a:lnTo>
                    <a:lnTo>
                      <a:pt x="15024" y="2554"/>
                    </a:lnTo>
                    <a:lnTo>
                      <a:pt x="14961" y="2658"/>
                    </a:lnTo>
                    <a:lnTo>
                      <a:pt x="14877" y="2700"/>
                    </a:lnTo>
                    <a:lnTo>
                      <a:pt x="14835" y="2658"/>
                    </a:lnTo>
                    <a:lnTo>
                      <a:pt x="14961" y="2470"/>
                    </a:lnTo>
                    <a:lnTo>
                      <a:pt x="15003" y="2386"/>
                    </a:lnTo>
                    <a:lnTo>
                      <a:pt x="15107" y="2302"/>
                    </a:lnTo>
                    <a:lnTo>
                      <a:pt x="15128" y="2156"/>
                    </a:lnTo>
                    <a:lnTo>
                      <a:pt x="15066" y="2051"/>
                    </a:lnTo>
                    <a:lnTo>
                      <a:pt x="15024" y="2030"/>
                    </a:lnTo>
                    <a:lnTo>
                      <a:pt x="15107" y="1968"/>
                    </a:lnTo>
                    <a:lnTo>
                      <a:pt x="15170" y="1737"/>
                    </a:lnTo>
                    <a:lnTo>
                      <a:pt x="15066" y="1717"/>
                    </a:lnTo>
                    <a:lnTo>
                      <a:pt x="14940" y="1737"/>
                    </a:lnTo>
                    <a:lnTo>
                      <a:pt x="14919" y="1842"/>
                    </a:lnTo>
                    <a:lnTo>
                      <a:pt x="14856" y="1884"/>
                    </a:lnTo>
                    <a:lnTo>
                      <a:pt x="14794" y="1926"/>
                    </a:lnTo>
                    <a:lnTo>
                      <a:pt x="14731" y="1863"/>
                    </a:lnTo>
                    <a:lnTo>
                      <a:pt x="14794" y="1779"/>
                    </a:lnTo>
                    <a:lnTo>
                      <a:pt x="14794" y="1717"/>
                    </a:lnTo>
                    <a:lnTo>
                      <a:pt x="14835" y="1633"/>
                    </a:lnTo>
                    <a:lnTo>
                      <a:pt x="14814" y="1570"/>
                    </a:lnTo>
                    <a:lnTo>
                      <a:pt x="14689" y="1654"/>
                    </a:lnTo>
                    <a:lnTo>
                      <a:pt x="14626" y="1779"/>
                    </a:lnTo>
                    <a:lnTo>
                      <a:pt x="14584" y="1821"/>
                    </a:lnTo>
                    <a:lnTo>
                      <a:pt x="14522" y="1758"/>
                    </a:lnTo>
                    <a:lnTo>
                      <a:pt x="14584" y="1633"/>
                    </a:lnTo>
                    <a:lnTo>
                      <a:pt x="14542" y="1549"/>
                    </a:lnTo>
                    <a:lnTo>
                      <a:pt x="14417" y="1549"/>
                    </a:lnTo>
                    <a:lnTo>
                      <a:pt x="14270" y="1633"/>
                    </a:lnTo>
                    <a:lnTo>
                      <a:pt x="14208" y="1737"/>
                    </a:lnTo>
                    <a:lnTo>
                      <a:pt x="14082" y="1737"/>
                    </a:lnTo>
                    <a:lnTo>
                      <a:pt x="14019" y="1779"/>
                    </a:lnTo>
                    <a:lnTo>
                      <a:pt x="13978" y="1884"/>
                    </a:lnTo>
                    <a:lnTo>
                      <a:pt x="13894" y="1884"/>
                    </a:lnTo>
                    <a:lnTo>
                      <a:pt x="13789" y="1842"/>
                    </a:lnTo>
                    <a:lnTo>
                      <a:pt x="13580" y="1821"/>
                    </a:lnTo>
                    <a:lnTo>
                      <a:pt x="13308" y="1821"/>
                    </a:lnTo>
                    <a:lnTo>
                      <a:pt x="13496" y="1758"/>
                    </a:lnTo>
                    <a:lnTo>
                      <a:pt x="13559" y="1717"/>
                    </a:lnTo>
                    <a:lnTo>
                      <a:pt x="13643" y="1737"/>
                    </a:lnTo>
                    <a:lnTo>
                      <a:pt x="13747" y="1737"/>
                    </a:lnTo>
                    <a:lnTo>
                      <a:pt x="13894" y="1654"/>
                    </a:lnTo>
                    <a:lnTo>
                      <a:pt x="14019" y="1633"/>
                    </a:lnTo>
                    <a:lnTo>
                      <a:pt x="14124" y="1507"/>
                    </a:lnTo>
                    <a:lnTo>
                      <a:pt x="14333" y="1403"/>
                    </a:lnTo>
                    <a:lnTo>
                      <a:pt x="14396" y="1340"/>
                    </a:lnTo>
                    <a:lnTo>
                      <a:pt x="14354" y="1298"/>
                    </a:lnTo>
                    <a:lnTo>
                      <a:pt x="14270" y="1298"/>
                    </a:lnTo>
                    <a:lnTo>
                      <a:pt x="14061" y="1152"/>
                    </a:lnTo>
                    <a:lnTo>
                      <a:pt x="14019" y="1089"/>
                    </a:lnTo>
                    <a:lnTo>
                      <a:pt x="13978" y="1089"/>
                    </a:lnTo>
                    <a:lnTo>
                      <a:pt x="13873" y="1131"/>
                    </a:lnTo>
                    <a:lnTo>
                      <a:pt x="13810" y="1193"/>
                    </a:lnTo>
                    <a:lnTo>
                      <a:pt x="13747" y="1152"/>
                    </a:lnTo>
                    <a:lnTo>
                      <a:pt x="13706" y="1089"/>
                    </a:lnTo>
                    <a:lnTo>
                      <a:pt x="13789" y="1005"/>
                    </a:lnTo>
                    <a:lnTo>
                      <a:pt x="13768" y="921"/>
                    </a:lnTo>
                    <a:lnTo>
                      <a:pt x="13601" y="942"/>
                    </a:lnTo>
                    <a:lnTo>
                      <a:pt x="13538" y="1047"/>
                    </a:lnTo>
                    <a:lnTo>
                      <a:pt x="13454" y="1026"/>
                    </a:lnTo>
                    <a:lnTo>
                      <a:pt x="13454" y="901"/>
                    </a:lnTo>
                    <a:lnTo>
                      <a:pt x="13308" y="942"/>
                    </a:lnTo>
                    <a:lnTo>
                      <a:pt x="13266" y="1005"/>
                    </a:lnTo>
                    <a:lnTo>
                      <a:pt x="13224" y="921"/>
                    </a:lnTo>
                    <a:lnTo>
                      <a:pt x="13287" y="838"/>
                    </a:lnTo>
                    <a:lnTo>
                      <a:pt x="13245" y="775"/>
                    </a:lnTo>
                    <a:lnTo>
                      <a:pt x="13308" y="775"/>
                    </a:lnTo>
                    <a:lnTo>
                      <a:pt x="13371" y="691"/>
                    </a:lnTo>
                    <a:lnTo>
                      <a:pt x="13287" y="608"/>
                    </a:lnTo>
                    <a:lnTo>
                      <a:pt x="13078" y="587"/>
                    </a:lnTo>
                    <a:lnTo>
                      <a:pt x="12910" y="503"/>
                    </a:lnTo>
                    <a:lnTo>
                      <a:pt x="12785" y="524"/>
                    </a:lnTo>
                    <a:lnTo>
                      <a:pt x="12659" y="629"/>
                    </a:lnTo>
                    <a:lnTo>
                      <a:pt x="12638" y="733"/>
                    </a:lnTo>
                    <a:lnTo>
                      <a:pt x="12597" y="775"/>
                    </a:lnTo>
                    <a:lnTo>
                      <a:pt x="12513" y="670"/>
                    </a:lnTo>
                    <a:lnTo>
                      <a:pt x="12638" y="524"/>
                    </a:lnTo>
                    <a:lnTo>
                      <a:pt x="12659" y="461"/>
                    </a:lnTo>
                    <a:lnTo>
                      <a:pt x="12513" y="461"/>
                    </a:lnTo>
                    <a:lnTo>
                      <a:pt x="12387" y="377"/>
                    </a:lnTo>
                    <a:lnTo>
                      <a:pt x="12262" y="377"/>
                    </a:lnTo>
                    <a:lnTo>
                      <a:pt x="12199" y="482"/>
                    </a:lnTo>
                    <a:lnTo>
                      <a:pt x="12011" y="608"/>
                    </a:lnTo>
                    <a:lnTo>
                      <a:pt x="11885" y="733"/>
                    </a:lnTo>
                    <a:lnTo>
                      <a:pt x="11801" y="775"/>
                    </a:lnTo>
                    <a:lnTo>
                      <a:pt x="11781" y="712"/>
                    </a:lnTo>
                    <a:lnTo>
                      <a:pt x="11822" y="587"/>
                    </a:lnTo>
                    <a:lnTo>
                      <a:pt x="11822" y="419"/>
                    </a:lnTo>
                    <a:lnTo>
                      <a:pt x="11781" y="377"/>
                    </a:lnTo>
                    <a:lnTo>
                      <a:pt x="11739" y="273"/>
                    </a:lnTo>
                    <a:lnTo>
                      <a:pt x="11592" y="189"/>
                    </a:lnTo>
                    <a:lnTo>
                      <a:pt x="11467" y="210"/>
                    </a:lnTo>
                    <a:lnTo>
                      <a:pt x="11341" y="189"/>
                    </a:lnTo>
                    <a:lnTo>
                      <a:pt x="11278" y="85"/>
                    </a:lnTo>
                    <a:lnTo>
                      <a:pt x="11153" y="64"/>
                    </a:lnTo>
                    <a:lnTo>
                      <a:pt x="10985" y="105"/>
                    </a:lnTo>
                    <a:lnTo>
                      <a:pt x="10881" y="85"/>
                    </a:lnTo>
                    <a:lnTo>
                      <a:pt x="10818" y="64"/>
                    </a:lnTo>
                    <a:lnTo>
                      <a:pt x="10734" y="1"/>
                    </a:lnTo>
                    <a:lnTo>
                      <a:pt x="10651" y="64"/>
                    </a:lnTo>
                    <a:lnTo>
                      <a:pt x="10630" y="210"/>
                    </a:lnTo>
                    <a:lnTo>
                      <a:pt x="10734" y="461"/>
                    </a:lnTo>
                    <a:lnTo>
                      <a:pt x="10651" y="670"/>
                    </a:lnTo>
                    <a:lnTo>
                      <a:pt x="10651" y="817"/>
                    </a:lnTo>
                    <a:lnTo>
                      <a:pt x="10609" y="880"/>
                    </a:lnTo>
                    <a:lnTo>
                      <a:pt x="10525" y="838"/>
                    </a:lnTo>
                    <a:lnTo>
                      <a:pt x="10400" y="880"/>
                    </a:lnTo>
                    <a:lnTo>
                      <a:pt x="10337" y="817"/>
                    </a:lnTo>
                    <a:lnTo>
                      <a:pt x="10421" y="733"/>
                    </a:lnTo>
                    <a:lnTo>
                      <a:pt x="10358" y="566"/>
                    </a:lnTo>
                    <a:lnTo>
                      <a:pt x="10421" y="461"/>
                    </a:lnTo>
                    <a:lnTo>
                      <a:pt x="10441" y="315"/>
                    </a:lnTo>
                    <a:lnTo>
                      <a:pt x="10400" y="273"/>
                    </a:lnTo>
                    <a:lnTo>
                      <a:pt x="10232" y="398"/>
                    </a:lnTo>
                    <a:lnTo>
                      <a:pt x="10232" y="461"/>
                    </a:lnTo>
                    <a:lnTo>
                      <a:pt x="10149" y="482"/>
                    </a:lnTo>
                    <a:lnTo>
                      <a:pt x="10107" y="419"/>
                    </a:lnTo>
                    <a:lnTo>
                      <a:pt x="10149" y="273"/>
                    </a:lnTo>
                    <a:lnTo>
                      <a:pt x="10107" y="210"/>
                    </a:lnTo>
                    <a:lnTo>
                      <a:pt x="10044" y="252"/>
                    </a:lnTo>
                    <a:lnTo>
                      <a:pt x="9981" y="398"/>
                    </a:lnTo>
                    <a:lnTo>
                      <a:pt x="9897" y="398"/>
                    </a:lnTo>
                    <a:lnTo>
                      <a:pt x="9877" y="357"/>
                    </a:lnTo>
                    <a:lnTo>
                      <a:pt x="9918" y="252"/>
                    </a:lnTo>
                    <a:lnTo>
                      <a:pt x="9918" y="105"/>
                    </a:lnTo>
                    <a:lnTo>
                      <a:pt x="9897" y="64"/>
                    </a:lnTo>
                    <a:lnTo>
                      <a:pt x="9625" y="1"/>
                    </a:lnTo>
                    <a:close/>
                  </a:path>
                </a:pathLst>
              </a:custGeom>
              <a:solidFill>
                <a:srgbClr val="5F7D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15" name="Google Shape;5915;p36"/>
              <p:cNvSpPr/>
              <p:nvPr/>
            </p:nvSpPr>
            <p:spPr>
              <a:xfrm>
                <a:off x="2905300" y="2401625"/>
                <a:ext cx="91575" cy="98875"/>
              </a:xfrm>
              <a:custGeom>
                <a:rect b="b" l="l" r="r" t="t"/>
                <a:pathLst>
                  <a:path extrusionOk="0" h="3955" w="3663">
                    <a:moveTo>
                      <a:pt x="2909" y="2155"/>
                    </a:moveTo>
                    <a:lnTo>
                      <a:pt x="2872" y="2165"/>
                    </a:lnTo>
                    <a:lnTo>
                      <a:pt x="2872" y="2165"/>
                    </a:lnTo>
                    <a:lnTo>
                      <a:pt x="2878" y="2166"/>
                    </a:lnTo>
                    <a:lnTo>
                      <a:pt x="2878" y="2166"/>
                    </a:lnTo>
                    <a:lnTo>
                      <a:pt x="2930" y="2155"/>
                    </a:lnTo>
                    <a:close/>
                    <a:moveTo>
                      <a:pt x="2323" y="0"/>
                    </a:moveTo>
                    <a:lnTo>
                      <a:pt x="2260" y="42"/>
                    </a:lnTo>
                    <a:lnTo>
                      <a:pt x="2219" y="84"/>
                    </a:lnTo>
                    <a:lnTo>
                      <a:pt x="2135" y="84"/>
                    </a:lnTo>
                    <a:lnTo>
                      <a:pt x="2072" y="147"/>
                    </a:lnTo>
                    <a:lnTo>
                      <a:pt x="2009" y="188"/>
                    </a:lnTo>
                    <a:lnTo>
                      <a:pt x="1905" y="188"/>
                    </a:lnTo>
                    <a:lnTo>
                      <a:pt x="1779" y="293"/>
                    </a:lnTo>
                    <a:lnTo>
                      <a:pt x="1675" y="377"/>
                    </a:lnTo>
                    <a:lnTo>
                      <a:pt x="1675" y="460"/>
                    </a:lnTo>
                    <a:lnTo>
                      <a:pt x="1612" y="460"/>
                    </a:lnTo>
                    <a:lnTo>
                      <a:pt x="1570" y="419"/>
                    </a:lnTo>
                    <a:lnTo>
                      <a:pt x="1570" y="460"/>
                    </a:lnTo>
                    <a:lnTo>
                      <a:pt x="1591" y="481"/>
                    </a:lnTo>
                    <a:lnTo>
                      <a:pt x="1591" y="523"/>
                    </a:lnTo>
                    <a:lnTo>
                      <a:pt x="1528" y="586"/>
                    </a:lnTo>
                    <a:lnTo>
                      <a:pt x="1423" y="670"/>
                    </a:lnTo>
                    <a:lnTo>
                      <a:pt x="1382" y="691"/>
                    </a:lnTo>
                    <a:lnTo>
                      <a:pt x="1402" y="711"/>
                    </a:lnTo>
                    <a:lnTo>
                      <a:pt x="1382" y="774"/>
                    </a:lnTo>
                    <a:lnTo>
                      <a:pt x="1319" y="774"/>
                    </a:lnTo>
                    <a:lnTo>
                      <a:pt x="1319" y="816"/>
                    </a:lnTo>
                    <a:lnTo>
                      <a:pt x="1382" y="837"/>
                    </a:lnTo>
                    <a:lnTo>
                      <a:pt x="1319" y="879"/>
                    </a:lnTo>
                    <a:lnTo>
                      <a:pt x="1256" y="879"/>
                    </a:lnTo>
                    <a:lnTo>
                      <a:pt x="1193" y="942"/>
                    </a:lnTo>
                    <a:lnTo>
                      <a:pt x="1193" y="1004"/>
                    </a:lnTo>
                    <a:lnTo>
                      <a:pt x="1214" y="1004"/>
                    </a:lnTo>
                    <a:lnTo>
                      <a:pt x="1256" y="1025"/>
                    </a:lnTo>
                    <a:lnTo>
                      <a:pt x="1193" y="1046"/>
                    </a:lnTo>
                    <a:lnTo>
                      <a:pt x="1151" y="1046"/>
                    </a:lnTo>
                    <a:lnTo>
                      <a:pt x="1089" y="1151"/>
                    </a:lnTo>
                    <a:lnTo>
                      <a:pt x="1068" y="1214"/>
                    </a:lnTo>
                    <a:lnTo>
                      <a:pt x="942" y="1402"/>
                    </a:lnTo>
                    <a:lnTo>
                      <a:pt x="942" y="1444"/>
                    </a:lnTo>
                    <a:lnTo>
                      <a:pt x="984" y="1507"/>
                    </a:lnTo>
                    <a:lnTo>
                      <a:pt x="984" y="1548"/>
                    </a:lnTo>
                    <a:lnTo>
                      <a:pt x="963" y="1548"/>
                    </a:lnTo>
                    <a:lnTo>
                      <a:pt x="942" y="1527"/>
                    </a:lnTo>
                    <a:lnTo>
                      <a:pt x="900" y="1527"/>
                    </a:lnTo>
                    <a:lnTo>
                      <a:pt x="796" y="1569"/>
                    </a:lnTo>
                    <a:lnTo>
                      <a:pt x="754" y="1653"/>
                    </a:lnTo>
                    <a:lnTo>
                      <a:pt x="754" y="1716"/>
                    </a:lnTo>
                    <a:lnTo>
                      <a:pt x="796" y="1716"/>
                    </a:lnTo>
                    <a:lnTo>
                      <a:pt x="858" y="1758"/>
                    </a:lnTo>
                    <a:lnTo>
                      <a:pt x="838" y="1779"/>
                    </a:lnTo>
                    <a:lnTo>
                      <a:pt x="838" y="1841"/>
                    </a:lnTo>
                    <a:lnTo>
                      <a:pt x="775" y="1883"/>
                    </a:lnTo>
                    <a:lnTo>
                      <a:pt x="649" y="1862"/>
                    </a:lnTo>
                    <a:lnTo>
                      <a:pt x="628" y="1883"/>
                    </a:lnTo>
                    <a:lnTo>
                      <a:pt x="628" y="1946"/>
                    </a:lnTo>
                    <a:lnTo>
                      <a:pt x="545" y="2030"/>
                    </a:lnTo>
                    <a:lnTo>
                      <a:pt x="482" y="2134"/>
                    </a:lnTo>
                    <a:lnTo>
                      <a:pt x="440" y="2197"/>
                    </a:lnTo>
                    <a:lnTo>
                      <a:pt x="419" y="2197"/>
                    </a:lnTo>
                    <a:lnTo>
                      <a:pt x="419" y="2134"/>
                    </a:lnTo>
                    <a:lnTo>
                      <a:pt x="377" y="2197"/>
                    </a:lnTo>
                    <a:lnTo>
                      <a:pt x="335" y="2134"/>
                    </a:lnTo>
                    <a:lnTo>
                      <a:pt x="356" y="2072"/>
                    </a:lnTo>
                    <a:lnTo>
                      <a:pt x="440" y="2030"/>
                    </a:lnTo>
                    <a:lnTo>
                      <a:pt x="461" y="1967"/>
                    </a:lnTo>
                    <a:lnTo>
                      <a:pt x="440" y="1988"/>
                    </a:lnTo>
                    <a:lnTo>
                      <a:pt x="356" y="2051"/>
                    </a:lnTo>
                    <a:lnTo>
                      <a:pt x="231" y="2134"/>
                    </a:lnTo>
                    <a:lnTo>
                      <a:pt x="168" y="2260"/>
                    </a:lnTo>
                    <a:lnTo>
                      <a:pt x="231" y="2260"/>
                    </a:lnTo>
                    <a:lnTo>
                      <a:pt x="314" y="2239"/>
                    </a:lnTo>
                    <a:lnTo>
                      <a:pt x="461" y="2197"/>
                    </a:lnTo>
                    <a:lnTo>
                      <a:pt x="586" y="2197"/>
                    </a:lnTo>
                    <a:lnTo>
                      <a:pt x="524" y="2281"/>
                    </a:lnTo>
                    <a:lnTo>
                      <a:pt x="419" y="2406"/>
                    </a:lnTo>
                    <a:lnTo>
                      <a:pt x="335" y="2511"/>
                    </a:lnTo>
                    <a:lnTo>
                      <a:pt x="210" y="2595"/>
                    </a:lnTo>
                    <a:lnTo>
                      <a:pt x="105" y="2699"/>
                    </a:lnTo>
                    <a:lnTo>
                      <a:pt x="22" y="2699"/>
                    </a:lnTo>
                    <a:lnTo>
                      <a:pt x="1" y="2762"/>
                    </a:lnTo>
                    <a:lnTo>
                      <a:pt x="22" y="2804"/>
                    </a:lnTo>
                    <a:lnTo>
                      <a:pt x="1" y="2888"/>
                    </a:lnTo>
                    <a:lnTo>
                      <a:pt x="22" y="2929"/>
                    </a:lnTo>
                    <a:lnTo>
                      <a:pt x="63" y="2929"/>
                    </a:lnTo>
                    <a:lnTo>
                      <a:pt x="168" y="2971"/>
                    </a:lnTo>
                    <a:lnTo>
                      <a:pt x="314" y="2929"/>
                    </a:lnTo>
                    <a:lnTo>
                      <a:pt x="377" y="2888"/>
                    </a:lnTo>
                    <a:lnTo>
                      <a:pt x="482" y="2888"/>
                    </a:lnTo>
                    <a:lnTo>
                      <a:pt x="566" y="2825"/>
                    </a:lnTo>
                    <a:lnTo>
                      <a:pt x="586" y="2783"/>
                    </a:lnTo>
                    <a:lnTo>
                      <a:pt x="586" y="2804"/>
                    </a:lnTo>
                    <a:lnTo>
                      <a:pt x="545" y="2888"/>
                    </a:lnTo>
                    <a:lnTo>
                      <a:pt x="670" y="2908"/>
                    </a:lnTo>
                    <a:lnTo>
                      <a:pt x="754" y="2888"/>
                    </a:lnTo>
                    <a:lnTo>
                      <a:pt x="796" y="2929"/>
                    </a:lnTo>
                    <a:lnTo>
                      <a:pt x="963" y="2929"/>
                    </a:lnTo>
                    <a:lnTo>
                      <a:pt x="1047" y="2908"/>
                    </a:lnTo>
                    <a:lnTo>
                      <a:pt x="1068" y="2971"/>
                    </a:lnTo>
                    <a:lnTo>
                      <a:pt x="1110" y="3013"/>
                    </a:lnTo>
                    <a:lnTo>
                      <a:pt x="1214" y="3013"/>
                    </a:lnTo>
                    <a:lnTo>
                      <a:pt x="1256" y="2992"/>
                    </a:lnTo>
                    <a:lnTo>
                      <a:pt x="1277" y="3013"/>
                    </a:lnTo>
                    <a:lnTo>
                      <a:pt x="1361" y="3013"/>
                    </a:lnTo>
                    <a:lnTo>
                      <a:pt x="1402" y="2992"/>
                    </a:lnTo>
                    <a:lnTo>
                      <a:pt x="1402" y="2950"/>
                    </a:lnTo>
                    <a:lnTo>
                      <a:pt x="1486" y="2950"/>
                    </a:lnTo>
                    <a:lnTo>
                      <a:pt x="1507" y="2992"/>
                    </a:lnTo>
                    <a:lnTo>
                      <a:pt x="1570" y="2992"/>
                    </a:lnTo>
                    <a:lnTo>
                      <a:pt x="1591" y="2929"/>
                    </a:lnTo>
                    <a:lnTo>
                      <a:pt x="1633" y="2929"/>
                    </a:lnTo>
                    <a:lnTo>
                      <a:pt x="1695" y="2971"/>
                    </a:lnTo>
                    <a:lnTo>
                      <a:pt x="1716" y="2908"/>
                    </a:lnTo>
                    <a:lnTo>
                      <a:pt x="1716" y="2867"/>
                    </a:lnTo>
                    <a:lnTo>
                      <a:pt x="1716" y="2783"/>
                    </a:lnTo>
                    <a:lnTo>
                      <a:pt x="1737" y="2804"/>
                    </a:lnTo>
                    <a:lnTo>
                      <a:pt x="1779" y="2762"/>
                    </a:lnTo>
                    <a:lnTo>
                      <a:pt x="1821" y="2762"/>
                    </a:lnTo>
                    <a:lnTo>
                      <a:pt x="1800" y="2783"/>
                    </a:lnTo>
                    <a:lnTo>
                      <a:pt x="1779" y="2888"/>
                    </a:lnTo>
                    <a:lnTo>
                      <a:pt x="1800" y="2908"/>
                    </a:lnTo>
                    <a:lnTo>
                      <a:pt x="1821" y="2867"/>
                    </a:lnTo>
                    <a:lnTo>
                      <a:pt x="1884" y="2783"/>
                    </a:lnTo>
                    <a:lnTo>
                      <a:pt x="1905" y="2783"/>
                    </a:lnTo>
                    <a:lnTo>
                      <a:pt x="1905" y="2867"/>
                    </a:lnTo>
                    <a:lnTo>
                      <a:pt x="1884" y="2908"/>
                    </a:lnTo>
                    <a:lnTo>
                      <a:pt x="1884" y="2971"/>
                    </a:lnTo>
                    <a:lnTo>
                      <a:pt x="1947" y="2929"/>
                    </a:lnTo>
                    <a:lnTo>
                      <a:pt x="1988" y="2929"/>
                    </a:lnTo>
                    <a:lnTo>
                      <a:pt x="1988" y="2971"/>
                    </a:lnTo>
                    <a:lnTo>
                      <a:pt x="1884" y="3034"/>
                    </a:lnTo>
                    <a:lnTo>
                      <a:pt x="1779" y="3097"/>
                    </a:lnTo>
                    <a:lnTo>
                      <a:pt x="1800" y="3118"/>
                    </a:lnTo>
                    <a:lnTo>
                      <a:pt x="1821" y="3097"/>
                    </a:lnTo>
                    <a:lnTo>
                      <a:pt x="1884" y="3097"/>
                    </a:lnTo>
                    <a:lnTo>
                      <a:pt x="1905" y="3118"/>
                    </a:lnTo>
                    <a:lnTo>
                      <a:pt x="1947" y="3118"/>
                    </a:lnTo>
                    <a:lnTo>
                      <a:pt x="1988" y="3139"/>
                    </a:lnTo>
                    <a:lnTo>
                      <a:pt x="2030" y="3118"/>
                    </a:lnTo>
                    <a:lnTo>
                      <a:pt x="2114" y="3097"/>
                    </a:lnTo>
                    <a:lnTo>
                      <a:pt x="2135" y="3013"/>
                    </a:lnTo>
                    <a:lnTo>
                      <a:pt x="2135" y="2971"/>
                    </a:lnTo>
                    <a:lnTo>
                      <a:pt x="2198" y="2992"/>
                    </a:lnTo>
                    <a:lnTo>
                      <a:pt x="2260" y="3013"/>
                    </a:lnTo>
                    <a:lnTo>
                      <a:pt x="2323" y="3076"/>
                    </a:lnTo>
                    <a:lnTo>
                      <a:pt x="2365" y="3034"/>
                    </a:lnTo>
                    <a:lnTo>
                      <a:pt x="2428" y="3013"/>
                    </a:lnTo>
                    <a:lnTo>
                      <a:pt x="2511" y="3013"/>
                    </a:lnTo>
                    <a:lnTo>
                      <a:pt x="2449" y="3076"/>
                    </a:lnTo>
                    <a:lnTo>
                      <a:pt x="2449" y="3097"/>
                    </a:lnTo>
                    <a:lnTo>
                      <a:pt x="2344" y="3139"/>
                    </a:lnTo>
                    <a:lnTo>
                      <a:pt x="2239" y="3139"/>
                    </a:lnTo>
                    <a:lnTo>
                      <a:pt x="2198" y="3201"/>
                    </a:lnTo>
                    <a:lnTo>
                      <a:pt x="2198" y="3243"/>
                    </a:lnTo>
                    <a:lnTo>
                      <a:pt x="2156" y="3285"/>
                    </a:lnTo>
                    <a:lnTo>
                      <a:pt x="2135" y="3327"/>
                    </a:lnTo>
                    <a:lnTo>
                      <a:pt x="2051" y="3327"/>
                    </a:lnTo>
                    <a:lnTo>
                      <a:pt x="2009" y="3348"/>
                    </a:lnTo>
                    <a:lnTo>
                      <a:pt x="1988" y="3411"/>
                    </a:lnTo>
                    <a:lnTo>
                      <a:pt x="1926" y="3432"/>
                    </a:lnTo>
                    <a:lnTo>
                      <a:pt x="1821" y="3452"/>
                    </a:lnTo>
                    <a:lnTo>
                      <a:pt x="1737" y="3515"/>
                    </a:lnTo>
                    <a:lnTo>
                      <a:pt x="1716" y="3557"/>
                    </a:lnTo>
                    <a:lnTo>
                      <a:pt x="1737" y="3599"/>
                    </a:lnTo>
                    <a:lnTo>
                      <a:pt x="1779" y="3620"/>
                    </a:lnTo>
                    <a:lnTo>
                      <a:pt x="1842" y="3620"/>
                    </a:lnTo>
                    <a:lnTo>
                      <a:pt x="1884" y="3557"/>
                    </a:lnTo>
                    <a:lnTo>
                      <a:pt x="1905" y="3536"/>
                    </a:lnTo>
                    <a:lnTo>
                      <a:pt x="1947" y="3536"/>
                    </a:lnTo>
                    <a:lnTo>
                      <a:pt x="1947" y="3599"/>
                    </a:lnTo>
                    <a:lnTo>
                      <a:pt x="1988" y="3620"/>
                    </a:lnTo>
                    <a:lnTo>
                      <a:pt x="2051" y="3599"/>
                    </a:lnTo>
                    <a:lnTo>
                      <a:pt x="2114" y="3536"/>
                    </a:lnTo>
                    <a:lnTo>
                      <a:pt x="2135" y="3494"/>
                    </a:lnTo>
                    <a:lnTo>
                      <a:pt x="2156" y="3494"/>
                    </a:lnTo>
                    <a:lnTo>
                      <a:pt x="2198" y="3432"/>
                    </a:lnTo>
                    <a:lnTo>
                      <a:pt x="2219" y="3348"/>
                    </a:lnTo>
                    <a:lnTo>
                      <a:pt x="2260" y="3327"/>
                    </a:lnTo>
                    <a:lnTo>
                      <a:pt x="2365" y="3222"/>
                    </a:lnTo>
                    <a:lnTo>
                      <a:pt x="2428" y="3201"/>
                    </a:lnTo>
                    <a:lnTo>
                      <a:pt x="2470" y="3222"/>
                    </a:lnTo>
                    <a:lnTo>
                      <a:pt x="2553" y="3222"/>
                    </a:lnTo>
                    <a:lnTo>
                      <a:pt x="2511" y="3285"/>
                    </a:lnTo>
                    <a:lnTo>
                      <a:pt x="2553" y="3285"/>
                    </a:lnTo>
                    <a:lnTo>
                      <a:pt x="2616" y="3243"/>
                    </a:lnTo>
                    <a:lnTo>
                      <a:pt x="2658" y="3118"/>
                    </a:lnTo>
                    <a:lnTo>
                      <a:pt x="2721" y="3013"/>
                    </a:lnTo>
                    <a:lnTo>
                      <a:pt x="2721" y="2908"/>
                    </a:lnTo>
                    <a:lnTo>
                      <a:pt x="2742" y="2888"/>
                    </a:lnTo>
                    <a:lnTo>
                      <a:pt x="2763" y="2888"/>
                    </a:lnTo>
                    <a:lnTo>
                      <a:pt x="2825" y="2929"/>
                    </a:lnTo>
                    <a:lnTo>
                      <a:pt x="2846" y="2929"/>
                    </a:lnTo>
                    <a:lnTo>
                      <a:pt x="2888" y="2971"/>
                    </a:lnTo>
                    <a:lnTo>
                      <a:pt x="2888" y="3076"/>
                    </a:lnTo>
                    <a:lnTo>
                      <a:pt x="2867" y="3139"/>
                    </a:lnTo>
                    <a:lnTo>
                      <a:pt x="2846" y="3222"/>
                    </a:lnTo>
                    <a:lnTo>
                      <a:pt x="2867" y="3285"/>
                    </a:lnTo>
                    <a:lnTo>
                      <a:pt x="2846" y="3327"/>
                    </a:lnTo>
                    <a:lnTo>
                      <a:pt x="2763" y="3411"/>
                    </a:lnTo>
                    <a:lnTo>
                      <a:pt x="2721" y="3557"/>
                    </a:lnTo>
                    <a:lnTo>
                      <a:pt x="2721" y="3641"/>
                    </a:lnTo>
                    <a:lnTo>
                      <a:pt x="2679" y="3662"/>
                    </a:lnTo>
                    <a:lnTo>
                      <a:pt x="2679" y="3745"/>
                    </a:lnTo>
                    <a:lnTo>
                      <a:pt x="2742" y="3766"/>
                    </a:lnTo>
                    <a:lnTo>
                      <a:pt x="2825" y="3724"/>
                    </a:lnTo>
                    <a:lnTo>
                      <a:pt x="2888" y="3557"/>
                    </a:lnTo>
                    <a:lnTo>
                      <a:pt x="2951" y="3557"/>
                    </a:lnTo>
                    <a:lnTo>
                      <a:pt x="3035" y="3452"/>
                    </a:lnTo>
                    <a:lnTo>
                      <a:pt x="3076" y="3411"/>
                    </a:lnTo>
                    <a:lnTo>
                      <a:pt x="3097" y="3432"/>
                    </a:lnTo>
                    <a:lnTo>
                      <a:pt x="3202" y="3432"/>
                    </a:lnTo>
                    <a:lnTo>
                      <a:pt x="3202" y="3494"/>
                    </a:lnTo>
                    <a:lnTo>
                      <a:pt x="3139" y="3515"/>
                    </a:lnTo>
                    <a:lnTo>
                      <a:pt x="3035" y="3620"/>
                    </a:lnTo>
                    <a:lnTo>
                      <a:pt x="3035" y="3704"/>
                    </a:lnTo>
                    <a:lnTo>
                      <a:pt x="2993" y="3766"/>
                    </a:lnTo>
                    <a:lnTo>
                      <a:pt x="3035" y="3808"/>
                    </a:lnTo>
                    <a:lnTo>
                      <a:pt x="3035" y="3913"/>
                    </a:lnTo>
                    <a:lnTo>
                      <a:pt x="3076" y="3955"/>
                    </a:lnTo>
                    <a:lnTo>
                      <a:pt x="3097" y="3871"/>
                    </a:lnTo>
                    <a:lnTo>
                      <a:pt x="3160" y="3829"/>
                    </a:lnTo>
                    <a:lnTo>
                      <a:pt x="3202" y="3829"/>
                    </a:lnTo>
                    <a:lnTo>
                      <a:pt x="3265" y="3913"/>
                    </a:lnTo>
                    <a:lnTo>
                      <a:pt x="3307" y="3934"/>
                    </a:lnTo>
                    <a:lnTo>
                      <a:pt x="3390" y="3871"/>
                    </a:lnTo>
                    <a:lnTo>
                      <a:pt x="3390" y="3829"/>
                    </a:lnTo>
                    <a:lnTo>
                      <a:pt x="3411" y="3829"/>
                    </a:lnTo>
                    <a:lnTo>
                      <a:pt x="3453" y="3766"/>
                    </a:lnTo>
                    <a:lnTo>
                      <a:pt x="3453" y="3704"/>
                    </a:lnTo>
                    <a:lnTo>
                      <a:pt x="3474" y="3704"/>
                    </a:lnTo>
                    <a:lnTo>
                      <a:pt x="3495" y="3641"/>
                    </a:lnTo>
                    <a:lnTo>
                      <a:pt x="3474" y="3599"/>
                    </a:lnTo>
                    <a:lnTo>
                      <a:pt x="3495" y="3494"/>
                    </a:lnTo>
                    <a:lnTo>
                      <a:pt x="3599" y="3348"/>
                    </a:lnTo>
                    <a:lnTo>
                      <a:pt x="3662" y="3243"/>
                    </a:lnTo>
                    <a:lnTo>
                      <a:pt x="3662" y="3097"/>
                    </a:lnTo>
                    <a:lnTo>
                      <a:pt x="3662" y="3034"/>
                    </a:lnTo>
                    <a:lnTo>
                      <a:pt x="3620" y="3034"/>
                    </a:lnTo>
                    <a:lnTo>
                      <a:pt x="3620" y="3097"/>
                    </a:lnTo>
                    <a:lnTo>
                      <a:pt x="3579" y="3180"/>
                    </a:lnTo>
                    <a:lnTo>
                      <a:pt x="3495" y="3222"/>
                    </a:lnTo>
                    <a:lnTo>
                      <a:pt x="3411" y="3306"/>
                    </a:lnTo>
                    <a:lnTo>
                      <a:pt x="3369" y="3327"/>
                    </a:lnTo>
                    <a:lnTo>
                      <a:pt x="3348" y="3243"/>
                    </a:lnTo>
                    <a:lnTo>
                      <a:pt x="3369" y="3180"/>
                    </a:lnTo>
                    <a:lnTo>
                      <a:pt x="3369" y="3097"/>
                    </a:lnTo>
                    <a:lnTo>
                      <a:pt x="3474" y="3013"/>
                    </a:lnTo>
                    <a:lnTo>
                      <a:pt x="3495" y="2971"/>
                    </a:lnTo>
                    <a:lnTo>
                      <a:pt x="3579" y="2888"/>
                    </a:lnTo>
                    <a:lnTo>
                      <a:pt x="3599" y="2888"/>
                    </a:lnTo>
                    <a:lnTo>
                      <a:pt x="3662" y="2867"/>
                    </a:lnTo>
                    <a:lnTo>
                      <a:pt x="3620" y="2804"/>
                    </a:lnTo>
                    <a:lnTo>
                      <a:pt x="3579" y="2867"/>
                    </a:lnTo>
                    <a:lnTo>
                      <a:pt x="3516" y="2867"/>
                    </a:lnTo>
                    <a:lnTo>
                      <a:pt x="3453" y="2888"/>
                    </a:lnTo>
                    <a:lnTo>
                      <a:pt x="3390" y="2888"/>
                    </a:lnTo>
                    <a:lnTo>
                      <a:pt x="3307" y="2929"/>
                    </a:lnTo>
                    <a:lnTo>
                      <a:pt x="3286" y="2992"/>
                    </a:lnTo>
                    <a:lnTo>
                      <a:pt x="3181" y="3076"/>
                    </a:lnTo>
                    <a:lnTo>
                      <a:pt x="3181" y="3118"/>
                    </a:lnTo>
                    <a:lnTo>
                      <a:pt x="3139" y="3180"/>
                    </a:lnTo>
                    <a:lnTo>
                      <a:pt x="3055" y="3097"/>
                    </a:lnTo>
                    <a:lnTo>
                      <a:pt x="3055" y="3034"/>
                    </a:lnTo>
                    <a:lnTo>
                      <a:pt x="3035" y="2971"/>
                    </a:lnTo>
                    <a:lnTo>
                      <a:pt x="3035" y="2888"/>
                    </a:lnTo>
                    <a:lnTo>
                      <a:pt x="3076" y="2929"/>
                    </a:lnTo>
                    <a:lnTo>
                      <a:pt x="3097" y="2929"/>
                    </a:lnTo>
                    <a:lnTo>
                      <a:pt x="3181" y="2825"/>
                    </a:lnTo>
                    <a:lnTo>
                      <a:pt x="3139" y="2825"/>
                    </a:lnTo>
                    <a:lnTo>
                      <a:pt x="3055" y="2804"/>
                    </a:lnTo>
                    <a:lnTo>
                      <a:pt x="3181" y="2804"/>
                    </a:lnTo>
                    <a:lnTo>
                      <a:pt x="3076" y="2783"/>
                    </a:lnTo>
                    <a:lnTo>
                      <a:pt x="3035" y="2720"/>
                    </a:lnTo>
                    <a:lnTo>
                      <a:pt x="3035" y="2678"/>
                    </a:lnTo>
                    <a:lnTo>
                      <a:pt x="3055" y="2657"/>
                    </a:lnTo>
                    <a:lnTo>
                      <a:pt x="3160" y="2657"/>
                    </a:lnTo>
                    <a:lnTo>
                      <a:pt x="3181" y="2616"/>
                    </a:lnTo>
                    <a:lnTo>
                      <a:pt x="3265" y="2553"/>
                    </a:lnTo>
                    <a:lnTo>
                      <a:pt x="3286" y="2448"/>
                    </a:lnTo>
                    <a:lnTo>
                      <a:pt x="3369" y="2448"/>
                    </a:lnTo>
                    <a:lnTo>
                      <a:pt x="3390" y="2469"/>
                    </a:lnTo>
                    <a:lnTo>
                      <a:pt x="3495" y="2406"/>
                    </a:lnTo>
                    <a:lnTo>
                      <a:pt x="3516" y="2344"/>
                    </a:lnTo>
                    <a:lnTo>
                      <a:pt x="3516" y="2260"/>
                    </a:lnTo>
                    <a:lnTo>
                      <a:pt x="3495" y="2197"/>
                    </a:lnTo>
                    <a:lnTo>
                      <a:pt x="3411" y="2281"/>
                    </a:lnTo>
                    <a:lnTo>
                      <a:pt x="3369" y="2302"/>
                    </a:lnTo>
                    <a:lnTo>
                      <a:pt x="3348" y="2281"/>
                    </a:lnTo>
                    <a:lnTo>
                      <a:pt x="3286" y="2281"/>
                    </a:lnTo>
                    <a:lnTo>
                      <a:pt x="3286" y="2344"/>
                    </a:lnTo>
                    <a:lnTo>
                      <a:pt x="3286" y="2406"/>
                    </a:lnTo>
                    <a:lnTo>
                      <a:pt x="3244" y="2448"/>
                    </a:lnTo>
                    <a:lnTo>
                      <a:pt x="3181" y="2448"/>
                    </a:lnTo>
                    <a:lnTo>
                      <a:pt x="3097" y="2490"/>
                    </a:lnTo>
                    <a:lnTo>
                      <a:pt x="3055" y="2511"/>
                    </a:lnTo>
                    <a:lnTo>
                      <a:pt x="3055" y="2574"/>
                    </a:lnTo>
                    <a:lnTo>
                      <a:pt x="2993" y="2595"/>
                    </a:lnTo>
                    <a:lnTo>
                      <a:pt x="3035" y="2553"/>
                    </a:lnTo>
                    <a:lnTo>
                      <a:pt x="3035" y="2469"/>
                    </a:lnTo>
                    <a:lnTo>
                      <a:pt x="2993" y="2490"/>
                    </a:lnTo>
                    <a:lnTo>
                      <a:pt x="2951" y="2490"/>
                    </a:lnTo>
                    <a:lnTo>
                      <a:pt x="2993" y="2469"/>
                    </a:lnTo>
                    <a:lnTo>
                      <a:pt x="3055" y="2406"/>
                    </a:lnTo>
                    <a:lnTo>
                      <a:pt x="3076" y="2385"/>
                    </a:lnTo>
                    <a:lnTo>
                      <a:pt x="3035" y="2364"/>
                    </a:lnTo>
                    <a:lnTo>
                      <a:pt x="3076" y="2302"/>
                    </a:lnTo>
                    <a:lnTo>
                      <a:pt x="3097" y="2239"/>
                    </a:lnTo>
                    <a:lnTo>
                      <a:pt x="3055" y="2197"/>
                    </a:lnTo>
                    <a:lnTo>
                      <a:pt x="2993" y="2260"/>
                    </a:lnTo>
                    <a:lnTo>
                      <a:pt x="3035" y="2197"/>
                    </a:lnTo>
                    <a:lnTo>
                      <a:pt x="3035" y="2155"/>
                    </a:lnTo>
                    <a:lnTo>
                      <a:pt x="2993" y="2155"/>
                    </a:lnTo>
                    <a:lnTo>
                      <a:pt x="2930" y="2176"/>
                    </a:lnTo>
                    <a:lnTo>
                      <a:pt x="2878" y="2166"/>
                    </a:lnTo>
                    <a:lnTo>
                      <a:pt x="2878" y="2166"/>
                    </a:lnTo>
                    <a:lnTo>
                      <a:pt x="2825" y="2176"/>
                    </a:lnTo>
                    <a:lnTo>
                      <a:pt x="2872" y="2165"/>
                    </a:lnTo>
                    <a:lnTo>
                      <a:pt x="2872" y="2165"/>
                    </a:lnTo>
                    <a:lnTo>
                      <a:pt x="2825" y="2155"/>
                    </a:lnTo>
                    <a:lnTo>
                      <a:pt x="2909" y="2155"/>
                    </a:lnTo>
                    <a:lnTo>
                      <a:pt x="2993" y="2113"/>
                    </a:lnTo>
                    <a:lnTo>
                      <a:pt x="3035" y="2072"/>
                    </a:lnTo>
                    <a:lnTo>
                      <a:pt x="3076" y="2072"/>
                    </a:lnTo>
                    <a:lnTo>
                      <a:pt x="3139" y="2051"/>
                    </a:lnTo>
                    <a:lnTo>
                      <a:pt x="3139" y="1967"/>
                    </a:lnTo>
                    <a:lnTo>
                      <a:pt x="3181" y="1904"/>
                    </a:lnTo>
                    <a:lnTo>
                      <a:pt x="3181" y="1862"/>
                    </a:lnTo>
                    <a:lnTo>
                      <a:pt x="3097" y="1800"/>
                    </a:lnTo>
                    <a:lnTo>
                      <a:pt x="2993" y="1716"/>
                    </a:lnTo>
                    <a:lnTo>
                      <a:pt x="2888" y="1716"/>
                    </a:lnTo>
                    <a:lnTo>
                      <a:pt x="2783" y="1737"/>
                    </a:lnTo>
                    <a:lnTo>
                      <a:pt x="2742" y="1737"/>
                    </a:lnTo>
                    <a:lnTo>
                      <a:pt x="2742" y="1779"/>
                    </a:lnTo>
                    <a:lnTo>
                      <a:pt x="2679" y="1862"/>
                    </a:lnTo>
                    <a:lnTo>
                      <a:pt x="2658" y="1946"/>
                    </a:lnTo>
                    <a:lnTo>
                      <a:pt x="2679" y="1841"/>
                    </a:lnTo>
                    <a:lnTo>
                      <a:pt x="2658" y="1820"/>
                    </a:lnTo>
                    <a:lnTo>
                      <a:pt x="2679" y="1758"/>
                    </a:lnTo>
                    <a:lnTo>
                      <a:pt x="2742" y="1674"/>
                    </a:lnTo>
                    <a:lnTo>
                      <a:pt x="2721" y="1674"/>
                    </a:lnTo>
                    <a:lnTo>
                      <a:pt x="2637" y="1737"/>
                    </a:lnTo>
                    <a:lnTo>
                      <a:pt x="2574" y="1779"/>
                    </a:lnTo>
                    <a:lnTo>
                      <a:pt x="2553" y="1862"/>
                    </a:lnTo>
                    <a:lnTo>
                      <a:pt x="2532" y="1841"/>
                    </a:lnTo>
                    <a:lnTo>
                      <a:pt x="2491" y="1862"/>
                    </a:lnTo>
                    <a:lnTo>
                      <a:pt x="2449" y="1883"/>
                    </a:lnTo>
                    <a:lnTo>
                      <a:pt x="2428" y="1862"/>
                    </a:lnTo>
                    <a:lnTo>
                      <a:pt x="2344" y="1925"/>
                    </a:lnTo>
                    <a:lnTo>
                      <a:pt x="2323" y="2030"/>
                    </a:lnTo>
                    <a:lnTo>
                      <a:pt x="2239" y="2072"/>
                    </a:lnTo>
                    <a:lnTo>
                      <a:pt x="2239" y="2072"/>
                    </a:lnTo>
                    <a:lnTo>
                      <a:pt x="2281" y="2030"/>
                    </a:lnTo>
                    <a:lnTo>
                      <a:pt x="2323" y="1883"/>
                    </a:lnTo>
                    <a:lnTo>
                      <a:pt x="2365" y="1779"/>
                    </a:lnTo>
                    <a:lnTo>
                      <a:pt x="2344" y="1758"/>
                    </a:lnTo>
                    <a:lnTo>
                      <a:pt x="2281" y="1779"/>
                    </a:lnTo>
                    <a:lnTo>
                      <a:pt x="2260" y="1841"/>
                    </a:lnTo>
                    <a:lnTo>
                      <a:pt x="2219" y="1883"/>
                    </a:lnTo>
                    <a:lnTo>
                      <a:pt x="2177" y="1841"/>
                    </a:lnTo>
                    <a:lnTo>
                      <a:pt x="2239" y="1779"/>
                    </a:lnTo>
                    <a:lnTo>
                      <a:pt x="2260" y="1737"/>
                    </a:lnTo>
                    <a:lnTo>
                      <a:pt x="2260" y="1716"/>
                    </a:lnTo>
                    <a:lnTo>
                      <a:pt x="2177" y="1737"/>
                    </a:lnTo>
                    <a:lnTo>
                      <a:pt x="2072" y="1820"/>
                    </a:lnTo>
                    <a:lnTo>
                      <a:pt x="2030" y="1820"/>
                    </a:lnTo>
                    <a:lnTo>
                      <a:pt x="2009" y="1737"/>
                    </a:lnTo>
                    <a:lnTo>
                      <a:pt x="1967" y="1737"/>
                    </a:lnTo>
                    <a:lnTo>
                      <a:pt x="1905" y="1820"/>
                    </a:lnTo>
                    <a:lnTo>
                      <a:pt x="1842" y="1820"/>
                    </a:lnTo>
                    <a:lnTo>
                      <a:pt x="1842" y="1779"/>
                    </a:lnTo>
                    <a:lnTo>
                      <a:pt x="1947" y="1737"/>
                    </a:lnTo>
                    <a:lnTo>
                      <a:pt x="2009" y="1632"/>
                    </a:lnTo>
                    <a:lnTo>
                      <a:pt x="2030" y="1548"/>
                    </a:lnTo>
                    <a:lnTo>
                      <a:pt x="1947" y="1548"/>
                    </a:lnTo>
                    <a:lnTo>
                      <a:pt x="1863" y="1611"/>
                    </a:lnTo>
                    <a:lnTo>
                      <a:pt x="1863" y="1611"/>
                    </a:lnTo>
                    <a:lnTo>
                      <a:pt x="1926" y="1527"/>
                    </a:lnTo>
                    <a:lnTo>
                      <a:pt x="2009" y="1444"/>
                    </a:lnTo>
                    <a:lnTo>
                      <a:pt x="2114" y="1444"/>
                    </a:lnTo>
                    <a:lnTo>
                      <a:pt x="2156" y="1423"/>
                    </a:lnTo>
                    <a:lnTo>
                      <a:pt x="2239" y="1381"/>
                    </a:lnTo>
                    <a:lnTo>
                      <a:pt x="2281" y="1339"/>
                    </a:lnTo>
                    <a:lnTo>
                      <a:pt x="2281" y="1276"/>
                    </a:lnTo>
                    <a:lnTo>
                      <a:pt x="2260" y="1318"/>
                    </a:lnTo>
                    <a:lnTo>
                      <a:pt x="2156" y="1339"/>
                    </a:lnTo>
                    <a:lnTo>
                      <a:pt x="2114" y="1318"/>
                    </a:lnTo>
                    <a:lnTo>
                      <a:pt x="2030" y="1235"/>
                    </a:lnTo>
                    <a:lnTo>
                      <a:pt x="1967" y="1235"/>
                    </a:lnTo>
                    <a:lnTo>
                      <a:pt x="1926" y="1255"/>
                    </a:lnTo>
                    <a:lnTo>
                      <a:pt x="1967" y="1151"/>
                    </a:lnTo>
                    <a:lnTo>
                      <a:pt x="2009" y="1130"/>
                    </a:lnTo>
                    <a:lnTo>
                      <a:pt x="2009" y="1109"/>
                    </a:lnTo>
                    <a:lnTo>
                      <a:pt x="1947" y="1130"/>
                    </a:lnTo>
                    <a:lnTo>
                      <a:pt x="1863" y="1193"/>
                    </a:lnTo>
                    <a:lnTo>
                      <a:pt x="1821" y="1255"/>
                    </a:lnTo>
                    <a:lnTo>
                      <a:pt x="1737" y="1339"/>
                    </a:lnTo>
                    <a:lnTo>
                      <a:pt x="1695" y="1360"/>
                    </a:lnTo>
                    <a:lnTo>
                      <a:pt x="1654" y="1423"/>
                    </a:lnTo>
                    <a:lnTo>
                      <a:pt x="1591" y="1465"/>
                    </a:lnTo>
                    <a:lnTo>
                      <a:pt x="1528" y="1548"/>
                    </a:lnTo>
                    <a:lnTo>
                      <a:pt x="1528" y="1444"/>
                    </a:lnTo>
                    <a:lnTo>
                      <a:pt x="1549" y="1360"/>
                    </a:lnTo>
                    <a:lnTo>
                      <a:pt x="1612" y="1297"/>
                    </a:lnTo>
                    <a:lnTo>
                      <a:pt x="1612" y="1235"/>
                    </a:lnTo>
                    <a:lnTo>
                      <a:pt x="1654" y="1130"/>
                    </a:lnTo>
                    <a:lnTo>
                      <a:pt x="1737" y="1046"/>
                    </a:lnTo>
                    <a:lnTo>
                      <a:pt x="1737" y="1004"/>
                    </a:lnTo>
                    <a:lnTo>
                      <a:pt x="1800" y="942"/>
                    </a:lnTo>
                    <a:lnTo>
                      <a:pt x="1821" y="921"/>
                    </a:lnTo>
                    <a:lnTo>
                      <a:pt x="1863" y="816"/>
                    </a:lnTo>
                    <a:lnTo>
                      <a:pt x="1947" y="774"/>
                    </a:lnTo>
                    <a:lnTo>
                      <a:pt x="2009" y="711"/>
                    </a:lnTo>
                    <a:lnTo>
                      <a:pt x="2051" y="691"/>
                    </a:lnTo>
                    <a:lnTo>
                      <a:pt x="2072" y="670"/>
                    </a:lnTo>
                    <a:lnTo>
                      <a:pt x="2072" y="607"/>
                    </a:lnTo>
                    <a:lnTo>
                      <a:pt x="2114" y="565"/>
                    </a:lnTo>
                    <a:lnTo>
                      <a:pt x="2135" y="481"/>
                    </a:lnTo>
                    <a:lnTo>
                      <a:pt x="2135" y="523"/>
                    </a:lnTo>
                    <a:lnTo>
                      <a:pt x="2114" y="586"/>
                    </a:lnTo>
                    <a:lnTo>
                      <a:pt x="2135" y="628"/>
                    </a:lnTo>
                    <a:lnTo>
                      <a:pt x="2219" y="523"/>
                    </a:lnTo>
                    <a:lnTo>
                      <a:pt x="2323" y="419"/>
                    </a:lnTo>
                    <a:lnTo>
                      <a:pt x="2344" y="377"/>
                    </a:lnTo>
                    <a:lnTo>
                      <a:pt x="2323" y="314"/>
                    </a:lnTo>
                    <a:lnTo>
                      <a:pt x="2260" y="314"/>
                    </a:lnTo>
                    <a:lnTo>
                      <a:pt x="2219" y="377"/>
                    </a:lnTo>
                    <a:lnTo>
                      <a:pt x="2177" y="293"/>
                    </a:lnTo>
                    <a:lnTo>
                      <a:pt x="2156" y="272"/>
                    </a:lnTo>
                    <a:lnTo>
                      <a:pt x="2177" y="209"/>
                    </a:lnTo>
                    <a:lnTo>
                      <a:pt x="2239" y="188"/>
                    </a:lnTo>
                    <a:lnTo>
                      <a:pt x="2323" y="209"/>
                    </a:lnTo>
                    <a:lnTo>
                      <a:pt x="2386" y="272"/>
                    </a:lnTo>
                    <a:lnTo>
                      <a:pt x="2449" y="251"/>
                    </a:lnTo>
                    <a:lnTo>
                      <a:pt x="2491" y="188"/>
                    </a:lnTo>
                    <a:lnTo>
                      <a:pt x="2491" y="42"/>
                    </a:lnTo>
                    <a:lnTo>
                      <a:pt x="2428" y="42"/>
                    </a:lnTo>
                    <a:lnTo>
                      <a:pt x="2365" y="63"/>
                    </a:lnTo>
                    <a:lnTo>
                      <a:pt x="2365" y="105"/>
                    </a:lnTo>
                    <a:lnTo>
                      <a:pt x="2323" y="105"/>
                    </a:lnTo>
                    <a:lnTo>
                      <a:pt x="2323" y="63"/>
                    </a:lnTo>
                    <a:lnTo>
                      <a:pt x="2323" y="0"/>
                    </a:lnTo>
                    <a:close/>
                  </a:path>
                </a:pathLst>
              </a:custGeom>
              <a:solidFill>
                <a:srgbClr val="5F7D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16" name="Google Shape;5916;p36"/>
              <p:cNvSpPr/>
              <p:nvPr/>
            </p:nvSpPr>
            <p:spPr>
              <a:xfrm>
                <a:off x="1922950" y="1659350"/>
                <a:ext cx="1050900" cy="913875"/>
              </a:xfrm>
              <a:custGeom>
                <a:rect b="b" l="l" r="r" t="t"/>
                <a:pathLst>
                  <a:path extrusionOk="0" h="36555" w="42036">
                    <a:moveTo>
                      <a:pt x="4310" y="26929"/>
                    </a:moveTo>
                    <a:lnTo>
                      <a:pt x="4310" y="27055"/>
                    </a:lnTo>
                    <a:lnTo>
                      <a:pt x="4268" y="27159"/>
                    </a:lnTo>
                    <a:lnTo>
                      <a:pt x="4101" y="27264"/>
                    </a:lnTo>
                    <a:lnTo>
                      <a:pt x="4076" y="27268"/>
                    </a:lnTo>
                    <a:lnTo>
                      <a:pt x="4076" y="27268"/>
                    </a:lnTo>
                    <a:lnTo>
                      <a:pt x="4101" y="27243"/>
                    </a:lnTo>
                    <a:lnTo>
                      <a:pt x="4185" y="27117"/>
                    </a:lnTo>
                    <a:lnTo>
                      <a:pt x="4289" y="27034"/>
                    </a:lnTo>
                    <a:lnTo>
                      <a:pt x="4310" y="26929"/>
                    </a:lnTo>
                    <a:close/>
                    <a:moveTo>
                      <a:pt x="40508" y="27473"/>
                    </a:moveTo>
                    <a:lnTo>
                      <a:pt x="40299" y="27557"/>
                    </a:lnTo>
                    <a:lnTo>
                      <a:pt x="40090" y="27599"/>
                    </a:lnTo>
                    <a:lnTo>
                      <a:pt x="40132" y="27536"/>
                    </a:lnTo>
                    <a:lnTo>
                      <a:pt x="40404" y="27473"/>
                    </a:lnTo>
                    <a:close/>
                    <a:moveTo>
                      <a:pt x="19459" y="0"/>
                    </a:moveTo>
                    <a:lnTo>
                      <a:pt x="19187" y="105"/>
                    </a:lnTo>
                    <a:lnTo>
                      <a:pt x="18810" y="105"/>
                    </a:lnTo>
                    <a:lnTo>
                      <a:pt x="18727" y="63"/>
                    </a:lnTo>
                    <a:lnTo>
                      <a:pt x="18392" y="84"/>
                    </a:lnTo>
                    <a:lnTo>
                      <a:pt x="18308" y="63"/>
                    </a:lnTo>
                    <a:lnTo>
                      <a:pt x="18120" y="105"/>
                    </a:lnTo>
                    <a:lnTo>
                      <a:pt x="18078" y="210"/>
                    </a:lnTo>
                    <a:lnTo>
                      <a:pt x="18120" y="272"/>
                    </a:lnTo>
                    <a:lnTo>
                      <a:pt x="18078" y="377"/>
                    </a:lnTo>
                    <a:lnTo>
                      <a:pt x="18078" y="524"/>
                    </a:lnTo>
                    <a:lnTo>
                      <a:pt x="18036" y="775"/>
                    </a:lnTo>
                    <a:lnTo>
                      <a:pt x="18120" y="879"/>
                    </a:lnTo>
                    <a:lnTo>
                      <a:pt x="18036" y="942"/>
                    </a:lnTo>
                    <a:lnTo>
                      <a:pt x="17911" y="942"/>
                    </a:lnTo>
                    <a:lnTo>
                      <a:pt x="17764" y="1109"/>
                    </a:lnTo>
                    <a:lnTo>
                      <a:pt x="17701" y="1214"/>
                    </a:lnTo>
                    <a:lnTo>
                      <a:pt x="17471" y="1298"/>
                    </a:lnTo>
                    <a:lnTo>
                      <a:pt x="17367" y="1444"/>
                    </a:lnTo>
                    <a:lnTo>
                      <a:pt x="17095" y="1633"/>
                    </a:lnTo>
                    <a:lnTo>
                      <a:pt x="16990" y="1674"/>
                    </a:lnTo>
                    <a:lnTo>
                      <a:pt x="16990" y="1758"/>
                    </a:lnTo>
                    <a:lnTo>
                      <a:pt x="17074" y="1925"/>
                    </a:lnTo>
                    <a:lnTo>
                      <a:pt x="17074" y="2072"/>
                    </a:lnTo>
                    <a:lnTo>
                      <a:pt x="16760" y="2030"/>
                    </a:lnTo>
                    <a:lnTo>
                      <a:pt x="16739" y="1946"/>
                    </a:lnTo>
                    <a:lnTo>
                      <a:pt x="16718" y="2135"/>
                    </a:lnTo>
                    <a:lnTo>
                      <a:pt x="16613" y="2281"/>
                    </a:lnTo>
                    <a:lnTo>
                      <a:pt x="16530" y="2302"/>
                    </a:lnTo>
                    <a:lnTo>
                      <a:pt x="16509" y="2365"/>
                    </a:lnTo>
                    <a:lnTo>
                      <a:pt x="16300" y="2407"/>
                    </a:lnTo>
                    <a:lnTo>
                      <a:pt x="16237" y="2574"/>
                    </a:lnTo>
                    <a:lnTo>
                      <a:pt x="16132" y="2595"/>
                    </a:lnTo>
                    <a:lnTo>
                      <a:pt x="16028" y="2700"/>
                    </a:lnTo>
                    <a:lnTo>
                      <a:pt x="15944" y="2700"/>
                    </a:lnTo>
                    <a:lnTo>
                      <a:pt x="15923" y="2804"/>
                    </a:lnTo>
                    <a:lnTo>
                      <a:pt x="15776" y="2888"/>
                    </a:lnTo>
                    <a:lnTo>
                      <a:pt x="15672" y="2993"/>
                    </a:lnTo>
                    <a:lnTo>
                      <a:pt x="15588" y="2972"/>
                    </a:lnTo>
                    <a:lnTo>
                      <a:pt x="15588" y="3076"/>
                    </a:lnTo>
                    <a:lnTo>
                      <a:pt x="15776" y="3139"/>
                    </a:lnTo>
                    <a:lnTo>
                      <a:pt x="15986" y="3139"/>
                    </a:lnTo>
                    <a:lnTo>
                      <a:pt x="15986" y="3244"/>
                    </a:lnTo>
                    <a:lnTo>
                      <a:pt x="15839" y="3202"/>
                    </a:lnTo>
                    <a:lnTo>
                      <a:pt x="15944" y="3516"/>
                    </a:lnTo>
                    <a:lnTo>
                      <a:pt x="16028" y="3599"/>
                    </a:lnTo>
                    <a:lnTo>
                      <a:pt x="16007" y="3725"/>
                    </a:lnTo>
                    <a:lnTo>
                      <a:pt x="15944" y="3871"/>
                    </a:lnTo>
                    <a:lnTo>
                      <a:pt x="16007" y="4018"/>
                    </a:lnTo>
                    <a:lnTo>
                      <a:pt x="15902" y="4185"/>
                    </a:lnTo>
                    <a:lnTo>
                      <a:pt x="15902" y="4394"/>
                    </a:lnTo>
                    <a:lnTo>
                      <a:pt x="15902" y="4457"/>
                    </a:lnTo>
                    <a:lnTo>
                      <a:pt x="15986" y="4457"/>
                    </a:lnTo>
                    <a:lnTo>
                      <a:pt x="16028" y="4478"/>
                    </a:lnTo>
                    <a:lnTo>
                      <a:pt x="16111" y="4394"/>
                    </a:lnTo>
                    <a:lnTo>
                      <a:pt x="16237" y="4374"/>
                    </a:lnTo>
                    <a:lnTo>
                      <a:pt x="16341" y="4394"/>
                    </a:lnTo>
                    <a:lnTo>
                      <a:pt x="16509" y="4374"/>
                    </a:lnTo>
                    <a:lnTo>
                      <a:pt x="16676" y="4227"/>
                    </a:lnTo>
                    <a:lnTo>
                      <a:pt x="16760" y="4185"/>
                    </a:lnTo>
                    <a:lnTo>
                      <a:pt x="16760" y="4143"/>
                    </a:lnTo>
                    <a:lnTo>
                      <a:pt x="16864" y="4060"/>
                    </a:lnTo>
                    <a:lnTo>
                      <a:pt x="16927" y="4143"/>
                    </a:lnTo>
                    <a:lnTo>
                      <a:pt x="16927" y="4269"/>
                    </a:lnTo>
                    <a:lnTo>
                      <a:pt x="16844" y="4353"/>
                    </a:lnTo>
                    <a:lnTo>
                      <a:pt x="16927" y="4457"/>
                    </a:lnTo>
                    <a:lnTo>
                      <a:pt x="17032" y="4457"/>
                    </a:lnTo>
                    <a:lnTo>
                      <a:pt x="17178" y="4374"/>
                    </a:lnTo>
                    <a:lnTo>
                      <a:pt x="17346" y="4374"/>
                    </a:lnTo>
                    <a:lnTo>
                      <a:pt x="17450" y="4248"/>
                    </a:lnTo>
                    <a:lnTo>
                      <a:pt x="17597" y="4081"/>
                    </a:lnTo>
                    <a:lnTo>
                      <a:pt x="17576" y="4018"/>
                    </a:lnTo>
                    <a:lnTo>
                      <a:pt x="17701" y="3850"/>
                    </a:lnTo>
                    <a:lnTo>
                      <a:pt x="17722" y="3767"/>
                    </a:lnTo>
                    <a:lnTo>
                      <a:pt x="17890" y="3620"/>
                    </a:lnTo>
                    <a:lnTo>
                      <a:pt x="18015" y="3557"/>
                    </a:lnTo>
                    <a:lnTo>
                      <a:pt x="18036" y="3453"/>
                    </a:lnTo>
                    <a:lnTo>
                      <a:pt x="18099" y="3306"/>
                    </a:lnTo>
                    <a:lnTo>
                      <a:pt x="18204" y="3453"/>
                    </a:lnTo>
                    <a:lnTo>
                      <a:pt x="18350" y="3453"/>
                    </a:lnTo>
                    <a:lnTo>
                      <a:pt x="18497" y="3348"/>
                    </a:lnTo>
                    <a:lnTo>
                      <a:pt x="18643" y="3327"/>
                    </a:lnTo>
                    <a:lnTo>
                      <a:pt x="18706" y="3181"/>
                    </a:lnTo>
                    <a:lnTo>
                      <a:pt x="18769" y="3181"/>
                    </a:lnTo>
                    <a:lnTo>
                      <a:pt x="18873" y="3076"/>
                    </a:lnTo>
                    <a:lnTo>
                      <a:pt x="18936" y="2909"/>
                    </a:lnTo>
                    <a:lnTo>
                      <a:pt x="19124" y="2867"/>
                    </a:lnTo>
                    <a:lnTo>
                      <a:pt x="19187" y="2846"/>
                    </a:lnTo>
                    <a:lnTo>
                      <a:pt x="19250" y="2888"/>
                    </a:lnTo>
                    <a:lnTo>
                      <a:pt x="19333" y="2846"/>
                    </a:lnTo>
                    <a:lnTo>
                      <a:pt x="19543" y="2846"/>
                    </a:lnTo>
                    <a:lnTo>
                      <a:pt x="19668" y="2762"/>
                    </a:lnTo>
                    <a:lnTo>
                      <a:pt x="19773" y="2762"/>
                    </a:lnTo>
                    <a:lnTo>
                      <a:pt x="20024" y="2658"/>
                    </a:lnTo>
                    <a:lnTo>
                      <a:pt x="20233" y="2616"/>
                    </a:lnTo>
                    <a:lnTo>
                      <a:pt x="20296" y="2595"/>
                    </a:lnTo>
                    <a:cubicBezTo>
                      <a:pt x="20338" y="2679"/>
                      <a:pt x="20442" y="2741"/>
                      <a:pt x="20526" y="2762"/>
                    </a:cubicBezTo>
                    <a:lnTo>
                      <a:pt x="20401" y="2783"/>
                    </a:lnTo>
                    <a:lnTo>
                      <a:pt x="19877" y="2993"/>
                    </a:lnTo>
                    <a:lnTo>
                      <a:pt x="19752" y="3097"/>
                    </a:lnTo>
                    <a:lnTo>
                      <a:pt x="19438" y="3181"/>
                    </a:lnTo>
                    <a:lnTo>
                      <a:pt x="19020" y="3369"/>
                    </a:lnTo>
                    <a:lnTo>
                      <a:pt x="18852" y="3495"/>
                    </a:lnTo>
                    <a:lnTo>
                      <a:pt x="18852" y="3578"/>
                    </a:lnTo>
                    <a:lnTo>
                      <a:pt x="18957" y="3578"/>
                    </a:lnTo>
                    <a:lnTo>
                      <a:pt x="19020" y="3620"/>
                    </a:lnTo>
                    <a:lnTo>
                      <a:pt x="18915" y="3704"/>
                    </a:lnTo>
                    <a:lnTo>
                      <a:pt x="18831" y="3704"/>
                    </a:lnTo>
                    <a:lnTo>
                      <a:pt x="18643" y="3850"/>
                    </a:lnTo>
                    <a:lnTo>
                      <a:pt x="18497" y="3850"/>
                    </a:lnTo>
                    <a:lnTo>
                      <a:pt x="18413" y="3934"/>
                    </a:lnTo>
                    <a:lnTo>
                      <a:pt x="18392" y="4039"/>
                    </a:lnTo>
                    <a:lnTo>
                      <a:pt x="18225" y="4143"/>
                    </a:lnTo>
                    <a:lnTo>
                      <a:pt x="18162" y="4227"/>
                    </a:lnTo>
                    <a:lnTo>
                      <a:pt x="18162" y="4353"/>
                    </a:lnTo>
                    <a:lnTo>
                      <a:pt x="18225" y="4311"/>
                    </a:lnTo>
                    <a:lnTo>
                      <a:pt x="18308" y="4374"/>
                    </a:lnTo>
                    <a:lnTo>
                      <a:pt x="18266" y="4457"/>
                    </a:lnTo>
                    <a:lnTo>
                      <a:pt x="18287" y="4478"/>
                    </a:lnTo>
                    <a:lnTo>
                      <a:pt x="18371" y="4457"/>
                    </a:lnTo>
                    <a:lnTo>
                      <a:pt x="18476" y="4415"/>
                    </a:lnTo>
                    <a:lnTo>
                      <a:pt x="18580" y="4415"/>
                    </a:lnTo>
                    <a:lnTo>
                      <a:pt x="18643" y="4457"/>
                    </a:lnTo>
                    <a:lnTo>
                      <a:pt x="18622" y="4541"/>
                    </a:lnTo>
                    <a:lnTo>
                      <a:pt x="18497" y="4583"/>
                    </a:lnTo>
                    <a:lnTo>
                      <a:pt x="18371" y="4520"/>
                    </a:lnTo>
                    <a:lnTo>
                      <a:pt x="18287" y="4562"/>
                    </a:lnTo>
                    <a:lnTo>
                      <a:pt x="18308" y="4666"/>
                    </a:lnTo>
                    <a:lnTo>
                      <a:pt x="18517" y="4771"/>
                    </a:lnTo>
                    <a:lnTo>
                      <a:pt x="18601" y="4729"/>
                    </a:lnTo>
                    <a:lnTo>
                      <a:pt x="18622" y="4646"/>
                    </a:lnTo>
                    <a:lnTo>
                      <a:pt x="18685" y="4646"/>
                    </a:lnTo>
                    <a:lnTo>
                      <a:pt x="18727" y="4687"/>
                    </a:lnTo>
                    <a:lnTo>
                      <a:pt x="18685" y="4771"/>
                    </a:lnTo>
                    <a:lnTo>
                      <a:pt x="18789" y="4771"/>
                    </a:lnTo>
                    <a:lnTo>
                      <a:pt x="18957" y="4792"/>
                    </a:lnTo>
                    <a:lnTo>
                      <a:pt x="19145" y="4750"/>
                    </a:lnTo>
                    <a:lnTo>
                      <a:pt x="19250" y="4750"/>
                    </a:lnTo>
                    <a:lnTo>
                      <a:pt x="19417" y="4834"/>
                    </a:lnTo>
                    <a:lnTo>
                      <a:pt x="19543" y="4792"/>
                    </a:lnTo>
                    <a:lnTo>
                      <a:pt x="19647" y="4855"/>
                    </a:lnTo>
                    <a:lnTo>
                      <a:pt x="19689" y="4959"/>
                    </a:lnTo>
                    <a:lnTo>
                      <a:pt x="19773" y="4959"/>
                    </a:lnTo>
                    <a:lnTo>
                      <a:pt x="19752" y="5001"/>
                    </a:lnTo>
                    <a:lnTo>
                      <a:pt x="19668" y="5001"/>
                    </a:lnTo>
                    <a:lnTo>
                      <a:pt x="19522" y="4897"/>
                    </a:lnTo>
                    <a:lnTo>
                      <a:pt x="19313" y="4897"/>
                    </a:lnTo>
                    <a:lnTo>
                      <a:pt x="19250" y="4959"/>
                    </a:lnTo>
                    <a:lnTo>
                      <a:pt x="19375" y="5001"/>
                    </a:lnTo>
                    <a:lnTo>
                      <a:pt x="19417" y="5064"/>
                    </a:lnTo>
                    <a:lnTo>
                      <a:pt x="19229" y="5064"/>
                    </a:lnTo>
                    <a:lnTo>
                      <a:pt x="19145" y="4980"/>
                    </a:lnTo>
                    <a:lnTo>
                      <a:pt x="18894" y="5001"/>
                    </a:lnTo>
                    <a:lnTo>
                      <a:pt x="18810" y="5064"/>
                    </a:lnTo>
                    <a:lnTo>
                      <a:pt x="18727" y="5001"/>
                    </a:lnTo>
                    <a:lnTo>
                      <a:pt x="18643" y="5001"/>
                    </a:lnTo>
                    <a:lnTo>
                      <a:pt x="18580" y="5043"/>
                    </a:lnTo>
                    <a:lnTo>
                      <a:pt x="18497" y="5043"/>
                    </a:lnTo>
                    <a:lnTo>
                      <a:pt x="18225" y="5064"/>
                    </a:lnTo>
                    <a:lnTo>
                      <a:pt x="18183" y="5085"/>
                    </a:lnTo>
                    <a:lnTo>
                      <a:pt x="17973" y="5127"/>
                    </a:lnTo>
                    <a:lnTo>
                      <a:pt x="17953" y="5273"/>
                    </a:lnTo>
                    <a:lnTo>
                      <a:pt x="17973" y="5587"/>
                    </a:lnTo>
                    <a:lnTo>
                      <a:pt x="17994" y="5629"/>
                    </a:lnTo>
                    <a:lnTo>
                      <a:pt x="17994" y="5754"/>
                    </a:lnTo>
                    <a:lnTo>
                      <a:pt x="17953" y="5796"/>
                    </a:lnTo>
                    <a:lnTo>
                      <a:pt x="17953" y="5859"/>
                    </a:lnTo>
                    <a:lnTo>
                      <a:pt x="17994" y="5922"/>
                    </a:lnTo>
                    <a:lnTo>
                      <a:pt x="18099" y="5901"/>
                    </a:lnTo>
                    <a:lnTo>
                      <a:pt x="18141" y="5901"/>
                    </a:lnTo>
                    <a:lnTo>
                      <a:pt x="18225" y="5943"/>
                    </a:lnTo>
                    <a:lnTo>
                      <a:pt x="18329" y="5943"/>
                    </a:lnTo>
                    <a:lnTo>
                      <a:pt x="18371" y="5901"/>
                    </a:lnTo>
                    <a:lnTo>
                      <a:pt x="18392" y="5901"/>
                    </a:lnTo>
                    <a:lnTo>
                      <a:pt x="18476" y="5922"/>
                    </a:lnTo>
                    <a:lnTo>
                      <a:pt x="18517" y="5964"/>
                    </a:lnTo>
                    <a:lnTo>
                      <a:pt x="18559" y="5943"/>
                    </a:lnTo>
                    <a:lnTo>
                      <a:pt x="18622" y="6006"/>
                    </a:lnTo>
                    <a:lnTo>
                      <a:pt x="18622" y="6047"/>
                    </a:lnTo>
                    <a:lnTo>
                      <a:pt x="18706" y="6068"/>
                    </a:lnTo>
                    <a:lnTo>
                      <a:pt x="18789" y="6047"/>
                    </a:lnTo>
                    <a:lnTo>
                      <a:pt x="18852" y="6047"/>
                    </a:lnTo>
                    <a:lnTo>
                      <a:pt x="18915" y="6110"/>
                    </a:lnTo>
                    <a:lnTo>
                      <a:pt x="19041" y="6110"/>
                    </a:lnTo>
                    <a:lnTo>
                      <a:pt x="19124" y="6068"/>
                    </a:lnTo>
                    <a:lnTo>
                      <a:pt x="19229" y="6131"/>
                    </a:lnTo>
                    <a:lnTo>
                      <a:pt x="19333" y="6068"/>
                    </a:lnTo>
                    <a:lnTo>
                      <a:pt x="19417" y="6110"/>
                    </a:lnTo>
                    <a:lnTo>
                      <a:pt x="19543" y="6110"/>
                    </a:lnTo>
                    <a:lnTo>
                      <a:pt x="19647" y="6068"/>
                    </a:lnTo>
                    <a:lnTo>
                      <a:pt x="19752" y="6131"/>
                    </a:lnTo>
                    <a:lnTo>
                      <a:pt x="19773" y="6215"/>
                    </a:lnTo>
                    <a:lnTo>
                      <a:pt x="19857" y="6152"/>
                    </a:lnTo>
                    <a:lnTo>
                      <a:pt x="19877" y="6257"/>
                    </a:lnTo>
                    <a:lnTo>
                      <a:pt x="19982" y="6340"/>
                    </a:lnTo>
                    <a:lnTo>
                      <a:pt x="19982" y="6382"/>
                    </a:lnTo>
                    <a:lnTo>
                      <a:pt x="20003" y="6445"/>
                    </a:lnTo>
                    <a:lnTo>
                      <a:pt x="20108" y="6445"/>
                    </a:lnTo>
                    <a:lnTo>
                      <a:pt x="20191" y="6466"/>
                    </a:lnTo>
                    <a:lnTo>
                      <a:pt x="20212" y="6550"/>
                    </a:lnTo>
                    <a:lnTo>
                      <a:pt x="20275" y="6570"/>
                    </a:lnTo>
                    <a:lnTo>
                      <a:pt x="20359" y="6654"/>
                    </a:lnTo>
                    <a:lnTo>
                      <a:pt x="20317" y="6696"/>
                    </a:lnTo>
                    <a:lnTo>
                      <a:pt x="20317" y="6780"/>
                    </a:lnTo>
                    <a:lnTo>
                      <a:pt x="20422" y="6884"/>
                    </a:lnTo>
                    <a:lnTo>
                      <a:pt x="20589" y="6989"/>
                    </a:lnTo>
                    <a:lnTo>
                      <a:pt x="20589" y="7052"/>
                    </a:lnTo>
                    <a:lnTo>
                      <a:pt x="20568" y="7073"/>
                    </a:lnTo>
                    <a:lnTo>
                      <a:pt x="20589" y="7114"/>
                    </a:lnTo>
                    <a:lnTo>
                      <a:pt x="20526" y="7094"/>
                    </a:lnTo>
                    <a:lnTo>
                      <a:pt x="20317" y="7052"/>
                    </a:lnTo>
                    <a:lnTo>
                      <a:pt x="20170" y="6989"/>
                    </a:lnTo>
                    <a:lnTo>
                      <a:pt x="20087" y="7010"/>
                    </a:lnTo>
                    <a:lnTo>
                      <a:pt x="20003" y="6989"/>
                    </a:lnTo>
                    <a:lnTo>
                      <a:pt x="19982" y="7010"/>
                    </a:lnTo>
                    <a:lnTo>
                      <a:pt x="19898" y="7010"/>
                    </a:lnTo>
                    <a:lnTo>
                      <a:pt x="19836" y="6905"/>
                    </a:lnTo>
                    <a:lnTo>
                      <a:pt x="19752" y="6905"/>
                    </a:lnTo>
                    <a:lnTo>
                      <a:pt x="19689" y="6801"/>
                    </a:lnTo>
                    <a:lnTo>
                      <a:pt x="19647" y="6780"/>
                    </a:lnTo>
                    <a:lnTo>
                      <a:pt x="19522" y="6801"/>
                    </a:lnTo>
                    <a:lnTo>
                      <a:pt x="19438" y="6780"/>
                    </a:lnTo>
                    <a:lnTo>
                      <a:pt x="19375" y="6738"/>
                    </a:lnTo>
                    <a:lnTo>
                      <a:pt x="19250" y="6675"/>
                    </a:lnTo>
                    <a:lnTo>
                      <a:pt x="19229" y="6591"/>
                    </a:lnTo>
                    <a:lnTo>
                      <a:pt x="19166" y="6591"/>
                    </a:lnTo>
                    <a:lnTo>
                      <a:pt x="19124" y="6570"/>
                    </a:lnTo>
                    <a:lnTo>
                      <a:pt x="18999" y="6570"/>
                    </a:lnTo>
                    <a:lnTo>
                      <a:pt x="18936" y="6550"/>
                    </a:lnTo>
                    <a:lnTo>
                      <a:pt x="18685" y="6550"/>
                    </a:lnTo>
                    <a:lnTo>
                      <a:pt x="18517" y="6529"/>
                    </a:lnTo>
                    <a:lnTo>
                      <a:pt x="18413" y="6487"/>
                    </a:lnTo>
                    <a:lnTo>
                      <a:pt x="17973" y="6487"/>
                    </a:lnTo>
                    <a:lnTo>
                      <a:pt x="17890" y="6529"/>
                    </a:lnTo>
                    <a:lnTo>
                      <a:pt x="17764" y="6550"/>
                    </a:lnTo>
                    <a:lnTo>
                      <a:pt x="17701" y="6633"/>
                    </a:lnTo>
                    <a:lnTo>
                      <a:pt x="17701" y="6801"/>
                    </a:lnTo>
                    <a:lnTo>
                      <a:pt x="17597" y="6968"/>
                    </a:lnTo>
                    <a:lnTo>
                      <a:pt x="17639" y="7156"/>
                    </a:lnTo>
                    <a:lnTo>
                      <a:pt x="17597" y="7219"/>
                    </a:lnTo>
                    <a:lnTo>
                      <a:pt x="17639" y="7282"/>
                    </a:lnTo>
                    <a:lnTo>
                      <a:pt x="17701" y="7303"/>
                    </a:lnTo>
                    <a:lnTo>
                      <a:pt x="17681" y="7366"/>
                    </a:lnTo>
                    <a:lnTo>
                      <a:pt x="17639" y="7387"/>
                    </a:lnTo>
                    <a:lnTo>
                      <a:pt x="17701" y="7617"/>
                    </a:lnTo>
                    <a:lnTo>
                      <a:pt x="17785" y="7700"/>
                    </a:lnTo>
                    <a:lnTo>
                      <a:pt x="17806" y="7742"/>
                    </a:lnTo>
                    <a:lnTo>
                      <a:pt x="17973" y="7847"/>
                    </a:lnTo>
                    <a:lnTo>
                      <a:pt x="18015" y="7910"/>
                    </a:lnTo>
                    <a:lnTo>
                      <a:pt x="18120" y="7889"/>
                    </a:lnTo>
                    <a:lnTo>
                      <a:pt x="18183" y="7951"/>
                    </a:lnTo>
                    <a:lnTo>
                      <a:pt x="18266" y="7993"/>
                    </a:lnTo>
                    <a:lnTo>
                      <a:pt x="18392" y="7931"/>
                    </a:lnTo>
                    <a:lnTo>
                      <a:pt x="18476" y="7931"/>
                    </a:lnTo>
                    <a:lnTo>
                      <a:pt x="18538" y="8014"/>
                    </a:lnTo>
                    <a:lnTo>
                      <a:pt x="18685" y="8014"/>
                    </a:lnTo>
                    <a:lnTo>
                      <a:pt x="18748" y="8140"/>
                    </a:lnTo>
                    <a:lnTo>
                      <a:pt x="18831" y="8161"/>
                    </a:lnTo>
                    <a:lnTo>
                      <a:pt x="18852" y="8223"/>
                    </a:lnTo>
                    <a:lnTo>
                      <a:pt x="18727" y="8265"/>
                    </a:lnTo>
                    <a:lnTo>
                      <a:pt x="18727" y="8349"/>
                    </a:lnTo>
                    <a:lnTo>
                      <a:pt x="18685" y="8412"/>
                    </a:lnTo>
                    <a:lnTo>
                      <a:pt x="18685" y="8454"/>
                    </a:lnTo>
                    <a:lnTo>
                      <a:pt x="18622" y="8537"/>
                    </a:lnTo>
                    <a:lnTo>
                      <a:pt x="18497" y="8621"/>
                    </a:lnTo>
                    <a:lnTo>
                      <a:pt x="18497" y="8663"/>
                    </a:lnTo>
                    <a:lnTo>
                      <a:pt x="18434" y="8747"/>
                    </a:lnTo>
                    <a:lnTo>
                      <a:pt x="18517" y="8788"/>
                    </a:lnTo>
                    <a:lnTo>
                      <a:pt x="18517" y="8935"/>
                    </a:lnTo>
                    <a:lnTo>
                      <a:pt x="18580" y="9060"/>
                    </a:lnTo>
                    <a:lnTo>
                      <a:pt x="18580" y="9144"/>
                    </a:lnTo>
                    <a:lnTo>
                      <a:pt x="18434" y="9165"/>
                    </a:lnTo>
                    <a:lnTo>
                      <a:pt x="18497" y="9207"/>
                    </a:lnTo>
                    <a:lnTo>
                      <a:pt x="18685" y="9249"/>
                    </a:lnTo>
                    <a:lnTo>
                      <a:pt x="18748" y="9207"/>
                    </a:lnTo>
                    <a:lnTo>
                      <a:pt x="18810" y="9207"/>
                    </a:lnTo>
                    <a:lnTo>
                      <a:pt x="18831" y="9270"/>
                    </a:lnTo>
                    <a:lnTo>
                      <a:pt x="18894" y="9207"/>
                    </a:lnTo>
                    <a:lnTo>
                      <a:pt x="18936" y="9207"/>
                    </a:lnTo>
                    <a:lnTo>
                      <a:pt x="18999" y="9249"/>
                    </a:lnTo>
                    <a:lnTo>
                      <a:pt x="19145" y="9249"/>
                    </a:lnTo>
                    <a:lnTo>
                      <a:pt x="19333" y="9311"/>
                    </a:lnTo>
                    <a:lnTo>
                      <a:pt x="19417" y="9249"/>
                    </a:lnTo>
                    <a:lnTo>
                      <a:pt x="19564" y="9249"/>
                    </a:lnTo>
                    <a:lnTo>
                      <a:pt x="19585" y="9291"/>
                    </a:lnTo>
                    <a:lnTo>
                      <a:pt x="19626" y="9291"/>
                    </a:lnTo>
                    <a:lnTo>
                      <a:pt x="19668" y="9270"/>
                    </a:lnTo>
                    <a:lnTo>
                      <a:pt x="19752" y="9249"/>
                    </a:lnTo>
                    <a:lnTo>
                      <a:pt x="19794" y="9270"/>
                    </a:lnTo>
                    <a:lnTo>
                      <a:pt x="19836" y="9353"/>
                    </a:lnTo>
                    <a:lnTo>
                      <a:pt x="19877" y="9353"/>
                    </a:lnTo>
                    <a:lnTo>
                      <a:pt x="19940" y="9311"/>
                    </a:lnTo>
                    <a:lnTo>
                      <a:pt x="19982" y="9353"/>
                    </a:lnTo>
                    <a:lnTo>
                      <a:pt x="20003" y="9416"/>
                    </a:lnTo>
                    <a:lnTo>
                      <a:pt x="20066" y="9416"/>
                    </a:lnTo>
                    <a:lnTo>
                      <a:pt x="20108" y="9374"/>
                    </a:lnTo>
                    <a:lnTo>
                      <a:pt x="20254" y="9353"/>
                    </a:lnTo>
                    <a:lnTo>
                      <a:pt x="20296" y="9270"/>
                    </a:lnTo>
                    <a:lnTo>
                      <a:pt x="20401" y="9249"/>
                    </a:lnTo>
                    <a:lnTo>
                      <a:pt x="20484" y="9249"/>
                    </a:lnTo>
                    <a:lnTo>
                      <a:pt x="20589" y="9144"/>
                    </a:lnTo>
                    <a:lnTo>
                      <a:pt x="20714" y="9081"/>
                    </a:lnTo>
                    <a:lnTo>
                      <a:pt x="20819" y="9060"/>
                    </a:lnTo>
                    <a:lnTo>
                      <a:pt x="20840" y="8998"/>
                    </a:lnTo>
                    <a:lnTo>
                      <a:pt x="20924" y="8998"/>
                    </a:lnTo>
                    <a:lnTo>
                      <a:pt x="21028" y="9039"/>
                    </a:lnTo>
                    <a:lnTo>
                      <a:pt x="21112" y="9039"/>
                    </a:lnTo>
                    <a:lnTo>
                      <a:pt x="21196" y="9081"/>
                    </a:lnTo>
                    <a:lnTo>
                      <a:pt x="21405" y="9081"/>
                    </a:lnTo>
                    <a:lnTo>
                      <a:pt x="21635" y="8935"/>
                    </a:lnTo>
                    <a:lnTo>
                      <a:pt x="21656" y="8851"/>
                    </a:lnTo>
                    <a:lnTo>
                      <a:pt x="21719" y="8851"/>
                    </a:lnTo>
                    <a:lnTo>
                      <a:pt x="21740" y="8893"/>
                    </a:lnTo>
                    <a:lnTo>
                      <a:pt x="21761" y="8851"/>
                    </a:lnTo>
                    <a:lnTo>
                      <a:pt x="21844" y="8788"/>
                    </a:lnTo>
                    <a:lnTo>
                      <a:pt x="21844" y="8726"/>
                    </a:lnTo>
                    <a:lnTo>
                      <a:pt x="21865" y="8663"/>
                    </a:lnTo>
                    <a:lnTo>
                      <a:pt x="21928" y="8684"/>
                    </a:lnTo>
                    <a:lnTo>
                      <a:pt x="21991" y="8684"/>
                    </a:lnTo>
                    <a:lnTo>
                      <a:pt x="22054" y="8642"/>
                    </a:lnTo>
                    <a:lnTo>
                      <a:pt x="22054" y="8579"/>
                    </a:lnTo>
                    <a:lnTo>
                      <a:pt x="22095" y="8621"/>
                    </a:lnTo>
                    <a:lnTo>
                      <a:pt x="22158" y="8621"/>
                    </a:lnTo>
                    <a:lnTo>
                      <a:pt x="22179" y="8663"/>
                    </a:lnTo>
                    <a:lnTo>
                      <a:pt x="22179" y="8726"/>
                    </a:lnTo>
                    <a:lnTo>
                      <a:pt x="22242" y="8767"/>
                    </a:lnTo>
                    <a:lnTo>
                      <a:pt x="22158" y="8830"/>
                    </a:lnTo>
                    <a:lnTo>
                      <a:pt x="22158" y="8893"/>
                    </a:lnTo>
                    <a:lnTo>
                      <a:pt x="22095" y="8977"/>
                    </a:lnTo>
                    <a:lnTo>
                      <a:pt x="22054" y="8998"/>
                    </a:lnTo>
                    <a:lnTo>
                      <a:pt x="22054" y="9060"/>
                    </a:lnTo>
                    <a:lnTo>
                      <a:pt x="22137" y="9081"/>
                    </a:lnTo>
                    <a:lnTo>
                      <a:pt x="22200" y="9165"/>
                    </a:lnTo>
                    <a:lnTo>
                      <a:pt x="22242" y="9144"/>
                    </a:lnTo>
                    <a:lnTo>
                      <a:pt x="22305" y="9144"/>
                    </a:lnTo>
                    <a:lnTo>
                      <a:pt x="22409" y="9186"/>
                    </a:lnTo>
                    <a:lnTo>
                      <a:pt x="22409" y="9207"/>
                    </a:lnTo>
                    <a:cubicBezTo>
                      <a:pt x="22367" y="9207"/>
                      <a:pt x="22305" y="9249"/>
                      <a:pt x="22263" y="9270"/>
                    </a:cubicBezTo>
                    <a:lnTo>
                      <a:pt x="22242" y="9270"/>
                    </a:lnTo>
                    <a:cubicBezTo>
                      <a:pt x="22137" y="9291"/>
                      <a:pt x="22054" y="9353"/>
                      <a:pt x="21949" y="9374"/>
                    </a:cubicBezTo>
                    <a:cubicBezTo>
                      <a:pt x="21886" y="9374"/>
                      <a:pt x="21865" y="9395"/>
                      <a:pt x="21844" y="9458"/>
                    </a:cubicBezTo>
                    <a:lnTo>
                      <a:pt x="21551" y="9521"/>
                    </a:lnTo>
                    <a:lnTo>
                      <a:pt x="21133" y="9563"/>
                    </a:lnTo>
                    <a:lnTo>
                      <a:pt x="21007" y="9521"/>
                    </a:lnTo>
                    <a:lnTo>
                      <a:pt x="20903" y="9521"/>
                    </a:lnTo>
                    <a:lnTo>
                      <a:pt x="20735" y="9730"/>
                    </a:lnTo>
                    <a:lnTo>
                      <a:pt x="20631" y="9793"/>
                    </a:lnTo>
                    <a:lnTo>
                      <a:pt x="20589" y="9876"/>
                    </a:lnTo>
                    <a:lnTo>
                      <a:pt x="20673" y="9918"/>
                    </a:lnTo>
                    <a:lnTo>
                      <a:pt x="20735" y="9876"/>
                    </a:lnTo>
                    <a:lnTo>
                      <a:pt x="20798" y="9876"/>
                    </a:lnTo>
                    <a:lnTo>
                      <a:pt x="20777" y="9981"/>
                    </a:lnTo>
                    <a:lnTo>
                      <a:pt x="20694" y="10023"/>
                    </a:lnTo>
                    <a:lnTo>
                      <a:pt x="20714" y="10086"/>
                    </a:lnTo>
                    <a:lnTo>
                      <a:pt x="20882" y="10107"/>
                    </a:lnTo>
                    <a:lnTo>
                      <a:pt x="20903" y="10148"/>
                    </a:lnTo>
                    <a:lnTo>
                      <a:pt x="21028" y="10127"/>
                    </a:lnTo>
                    <a:lnTo>
                      <a:pt x="21028" y="10044"/>
                    </a:lnTo>
                    <a:lnTo>
                      <a:pt x="20945" y="9981"/>
                    </a:lnTo>
                    <a:lnTo>
                      <a:pt x="20945" y="9897"/>
                    </a:lnTo>
                    <a:lnTo>
                      <a:pt x="21028" y="9876"/>
                    </a:lnTo>
                    <a:lnTo>
                      <a:pt x="21049" y="9918"/>
                    </a:lnTo>
                    <a:lnTo>
                      <a:pt x="21133" y="9918"/>
                    </a:lnTo>
                    <a:lnTo>
                      <a:pt x="21238" y="10002"/>
                    </a:lnTo>
                    <a:lnTo>
                      <a:pt x="21321" y="9981"/>
                    </a:lnTo>
                    <a:lnTo>
                      <a:pt x="21342" y="9876"/>
                    </a:lnTo>
                    <a:lnTo>
                      <a:pt x="21426" y="9814"/>
                    </a:lnTo>
                    <a:lnTo>
                      <a:pt x="21426" y="9918"/>
                    </a:lnTo>
                    <a:lnTo>
                      <a:pt x="21530" y="10023"/>
                    </a:lnTo>
                    <a:lnTo>
                      <a:pt x="21551" y="9981"/>
                    </a:lnTo>
                    <a:lnTo>
                      <a:pt x="21551" y="9897"/>
                    </a:lnTo>
                    <a:lnTo>
                      <a:pt x="21656" y="9897"/>
                    </a:lnTo>
                    <a:lnTo>
                      <a:pt x="21677" y="9814"/>
                    </a:lnTo>
                    <a:lnTo>
                      <a:pt x="21761" y="9814"/>
                    </a:lnTo>
                    <a:lnTo>
                      <a:pt x="21886" y="9772"/>
                    </a:lnTo>
                    <a:cubicBezTo>
                      <a:pt x="21932" y="9802"/>
                      <a:pt x="21989" y="9822"/>
                      <a:pt x="22041" y="9822"/>
                    </a:cubicBezTo>
                    <a:cubicBezTo>
                      <a:pt x="22060" y="9822"/>
                      <a:pt x="22079" y="9819"/>
                      <a:pt x="22095" y="9814"/>
                    </a:cubicBezTo>
                    <a:cubicBezTo>
                      <a:pt x="22116" y="9814"/>
                      <a:pt x="22132" y="9808"/>
                      <a:pt x="22142" y="9803"/>
                    </a:cubicBezTo>
                    <a:lnTo>
                      <a:pt x="22142" y="9803"/>
                    </a:lnTo>
                    <a:lnTo>
                      <a:pt x="22095" y="9835"/>
                    </a:lnTo>
                    <a:lnTo>
                      <a:pt x="22158" y="9918"/>
                    </a:lnTo>
                    <a:lnTo>
                      <a:pt x="22033" y="10044"/>
                    </a:lnTo>
                    <a:lnTo>
                      <a:pt x="21949" y="10002"/>
                    </a:lnTo>
                    <a:lnTo>
                      <a:pt x="21886" y="10044"/>
                    </a:lnTo>
                    <a:lnTo>
                      <a:pt x="21782" y="10044"/>
                    </a:lnTo>
                    <a:lnTo>
                      <a:pt x="21740" y="10002"/>
                    </a:lnTo>
                    <a:lnTo>
                      <a:pt x="21656" y="10002"/>
                    </a:lnTo>
                    <a:lnTo>
                      <a:pt x="21551" y="10190"/>
                    </a:lnTo>
                    <a:lnTo>
                      <a:pt x="21572" y="10316"/>
                    </a:lnTo>
                    <a:lnTo>
                      <a:pt x="21572" y="10462"/>
                    </a:lnTo>
                    <a:lnTo>
                      <a:pt x="21551" y="10316"/>
                    </a:lnTo>
                    <a:lnTo>
                      <a:pt x="21510" y="10316"/>
                    </a:lnTo>
                    <a:lnTo>
                      <a:pt x="21468" y="10232"/>
                    </a:lnTo>
                    <a:lnTo>
                      <a:pt x="21405" y="10232"/>
                    </a:lnTo>
                    <a:lnTo>
                      <a:pt x="21342" y="10337"/>
                    </a:lnTo>
                    <a:lnTo>
                      <a:pt x="21196" y="10379"/>
                    </a:lnTo>
                    <a:lnTo>
                      <a:pt x="21133" y="10400"/>
                    </a:lnTo>
                    <a:lnTo>
                      <a:pt x="21133" y="10316"/>
                    </a:lnTo>
                    <a:lnTo>
                      <a:pt x="21091" y="10316"/>
                    </a:lnTo>
                    <a:lnTo>
                      <a:pt x="21007" y="10420"/>
                    </a:lnTo>
                    <a:lnTo>
                      <a:pt x="20924" y="10441"/>
                    </a:lnTo>
                    <a:lnTo>
                      <a:pt x="20882" y="10400"/>
                    </a:lnTo>
                    <a:lnTo>
                      <a:pt x="20798" y="10400"/>
                    </a:lnTo>
                    <a:lnTo>
                      <a:pt x="20735" y="10483"/>
                    </a:lnTo>
                    <a:lnTo>
                      <a:pt x="20735" y="10504"/>
                    </a:lnTo>
                    <a:lnTo>
                      <a:pt x="20589" y="10525"/>
                    </a:lnTo>
                    <a:lnTo>
                      <a:pt x="20505" y="10588"/>
                    </a:lnTo>
                    <a:lnTo>
                      <a:pt x="20505" y="10692"/>
                    </a:lnTo>
                    <a:lnTo>
                      <a:pt x="20526" y="10797"/>
                    </a:lnTo>
                    <a:lnTo>
                      <a:pt x="20422" y="11069"/>
                    </a:lnTo>
                    <a:lnTo>
                      <a:pt x="20380" y="11278"/>
                    </a:lnTo>
                    <a:lnTo>
                      <a:pt x="20380" y="11362"/>
                    </a:lnTo>
                    <a:lnTo>
                      <a:pt x="20484" y="11446"/>
                    </a:lnTo>
                    <a:lnTo>
                      <a:pt x="20463" y="11488"/>
                    </a:lnTo>
                    <a:lnTo>
                      <a:pt x="20359" y="11529"/>
                    </a:lnTo>
                    <a:lnTo>
                      <a:pt x="20359" y="11592"/>
                    </a:lnTo>
                    <a:lnTo>
                      <a:pt x="20422" y="11697"/>
                    </a:lnTo>
                    <a:lnTo>
                      <a:pt x="20422" y="11801"/>
                    </a:lnTo>
                    <a:lnTo>
                      <a:pt x="20380" y="11864"/>
                    </a:lnTo>
                    <a:lnTo>
                      <a:pt x="20359" y="11801"/>
                    </a:lnTo>
                    <a:lnTo>
                      <a:pt x="20275" y="11864"/>
                    </a:lnTo>
                    <a:lnTo>
                      <a:pt x="20212" y="11843"/>
                    </a:lnTo>
                    <a:lnTo>
                      <a:pt x="20254" y="11760"/>
                    </a:lnTo>
                    <a:lnTo>
                      <a:pt x="20296" y="11739"/>
                    </a:lnTo>
                    <a:lnTo>
                      <a:pt x="20296" y="11634"/>
                    </a:lnTo>
                    <a:lnTo>
                      <a:pt x="20212" y="11634"/>
                    </a:lnTo>
                    <a:lnTo>
                      <a:pt x="20087" y="11864"/>
                    </a:lnTo>
                    <a:lnTo>
                      <a:pt x="20066" y="12115"/>
                    </a:lnTo>
                    <a:lnTo>
                      <a:pt x="20108" y="12408"/>
                    </a:lnTo>
                    <a:lnTo>
                      <a:pt x="20108" y="12785"/>
                    </a:lnTo>
                    <a:lnTo>
                      <a:pt x="20087" y="12408"/>
                    </a:lnTo>
                    <a:lnTo>
                      <a:pt x="20045" y="12220"/>
                    </a:lnTo>
                    <a:lnTo>
                      <a:pt x="19982" y="12178"/>
                    </a:lnTo>
                    <a:lnTo>
                      <a:pt x="20045" y="12073"/>
                    </a:lnTo>
                    <a:lnTo>
                      <a:pt x="20045" y="11990"/>
                    </a:lnTo>
                    <a:lnTo>
                      <a:pt x="19898" y="11906"/>
                    </a:lnTo>
                    <a:lnTo>
                      <a:pt x="19961" y="11780"/>
                    </a:lnTo>
                    <a:lnTo>
                      <a:pt x="19961" y="11571"/>
                    </a:lnTo>
                    <a:lnTo>
                      <a:pt x="19877" y="11446"/>
                    </a:lnTo>
                    <a:lnTo>
                      <a:pt x="19877" y="11236"/>
                    </a:lnTo>
                    <a:lnTo>
                      <a:pt x="19961" y="11111"/>
                    </a:lnTo>
                    <a:lnTo>
                      <a:pt x="20045" y="10923"/>
                    </a:lnTo>
                    <a:lnTo>
                      <a:pt x="20045" y="10755"/>
                    </a:lnTo>
                    <a:lnTo>
                      <a:pt x="20003" y="10755"/>
                    </a:lnTo>
                    <a:lnTo>
                      <a:pt x="19961" y="10839"/>
                    </a:lnTo>
                    <a:lnTo>
                      <a:pt x="19940" y="10964"/>
                    </a:lnTo>
                    <a:lnTo>
                      <a:pt x="19857" y="11048"/>
                    </a:lnTo>
                    <a:lnTo>
                      <a:pt x="19836" y="11027"/>
                    </a:lnTo>
                    <a:lnTo>
                      <a:pt x="19794" y="10902"/>
                    </a:lnTo>
                    <a:lnTo>
                      <a:pt x="19877" y="10713"/>
                    </a:lnTo>
                    <a:lnTo>
                      <a:pt x="19898" y="10609"/>
                    </a:lnTo>
                    <a:lnTo>
                      <a:pt x="19836" y="10546"/>
                    </a:lnTo>
                    <a:lnTo>
                      <a:pt x="19752" y="10630"/>
                    </a:lnTo>
                    <a:lnTo>
                      <a:pt x="19731" y="10609"/>
                    </a:lnTo>
                    <a:lnTo>
                      <a:pt x="19689" y="10546"/>
                    </a:lnTo>
                    <a:lnTo>
                      <a:pt x="19731" y="10483"/>
                    </a:lnTo>
                    <a:lnTo>
                      <a:pt x="19731" y="10337"/>
                    </a:lnTo>
                    <a:lnTo>
                      <a:pt x="19668" y="10337"/>
                    </a:lnTo>
                    <a:lnTo>
                      <a:pt x="19668" y="10295"/>
                    </a:lnTo>
                    <a:lnTo>
                      <a:pt x="19689" y="10232"/>
                    </a:lnTo>
                    <a:lnTo>
                      <a:pt x="19689" y="10127"/>
                    </a:lnTo>
                    <a:lnTo>
                      <a:pt x="19585" y="10169"/>
                    </a:lnTo>
                    <a:lnTo>
                      <a:pt x="19271" y="10274"/>
                    </a:lnTo>
                    <a:lnTo>
                      <a:pt x="19103" y="10379"/>
                    </a:lnTo>
                    <a:lnTo>
                      <a:pt x="19041" y="10337"/>
                    </a:lnTo>
                    <a:lnTo>
                      <a:pt x="19041" y="10295"/>
                    </a:lnTo>
                    <a:lnTo>
                      <a:pt x="18999" y="10295"/>
                    </a:lnTo>
                    <a:lnTo>
                      <a:pt x="18915" y="10379"/>
                    </a:lnTo>
                    <a:lnTo>
                      <a:pt x="18831" y="10379"/>
                    </a:lnTo>
                    <a:lnTo>
                      <a:pt x="18789" y="10295"/>
                    </a:lnTo>
                    <a:lnTo>
                      <a:pt x="18622" y="10420"/>
                    </a:lnTo>
                    <a:lnTo>
                      <a:pt x="18622" y="10337"/>
                    </a:lnTo>
                    <a:lnTo>
                      <a:pt x="18517" y="10295"/>
                    </a:lnTo>
                    <a:lnTo>
                      <a:pt x="18476" y="10295"/>
                    </a:lnTo>
                    <a:lnTo>
                      <a:pt x="18476" y="10337"/>
                    </a:lnTo>
                    <a:lnTo>
                      <a:pt x="18308" y="10337"/>
                    </a:lnTo>
                    <a:lnTo>
                      <a:pt x="18078" y="10232"/>
                    </a:lnTo>
                    <a:lnTo>
                      <a:pt x="17890" y="10232"/>
                    </a:lnTo>
                    <a:lnTo>
                      <a:pt x="17701" y="10127"/>
                    </a:lnTo>
                    <a:lnTo>
                      <a:pt x="17555" y="10127"/>
                    </a:lnTo>
                    <a:lnTo>
                      <a:pt x="17555" y="10023"/>
                    </a:lnTo>
                    <a:lnTo>
                      <a:pt x="17429" y="9918"/>
                    </a:lnTo>
                    <a:lnTo>
                      <a:pt x="17346" y="9981"/>
                    </a:lnTo>
                    <a:lnTo>
                      <a:pt x="17241" y="9897"/>
                    </a:lnTo>
                    <a:lnTo>
                      <a:pt x="17220" y="9772"/>
                    </a:lnTo>
                    <a:lnTo>
                      <a:pt x="17116" y="9709"/>
                    </a:lnTo>
                    <a:lnTo>
                      <a:pt x="17053" y="9667"/>
                    </a:lnTo>
                    <a:lnTo>
                      <a:pt x="17157" y="9646"/>
                    </a:lnTo>
                    <a:lnTo>
                      <a:pt x="17283" y="9646"/>
                    </a:lnTo>
                    <a:lnTo>
                      <a:pt x="17283" y="9500"/>
                    </a:lnTo>
                    <a:lnTo>
                      <a:pt x="17388" y="9437"/>
                    </a:lnTo>
                    <a:lnTo>
                      <a:pt x="17367" y="9353"/>
                    </a:lnTo>
                    <a:lnTo>
                      <a:pt x="17471" y="9353"/>
                    </a:lnTo>
                    <a:lnTo>
                      <a:pt x="17639" y="9395"/>
                    </a:lnTo>
                    <a:lnTo>
                      <a:pt x="17681" y="9374"/>
                    </a:lnTo>
                    <a:lnTo>
                      <a:pt x="17681" y="9332"/>
                    </a:lnTo>
                    <a:lnTo>
                      <a:pt x="17806" y="9332"/>
                    </a:lnTo>
                    <a:lnTo>
                      <a:pt x="18078" y="9395"/>
                    </a:lnTo>
                    <a:lnTo>
                      <a:pt x="18183" y="9291"/>
                    </a:lnTo>
                    <a:lnTo>
                      <a:pt x="18183" y="9165"/>
                    </a:lnTo>
                    <a:lnTo>
                      <a:pt x="18225" y="9060"/>
                    </a:lnTo>
                    <a:lnTo>
                      <a:pt x="18183" y="8935"/>
                    </a:lnTo>
                    <a:lnTo>
                      <a:pt x="18183" y="8809"/>
                    </a:lnTo>
                    <a:lnTo>
                      <a:pt x="18120" y="8705"/>
                    </a:lnTo>
                    <a:lnTo>
                      <a:pt x="18078" y="8537"/>
                    </a:lnTo>
                    <a:lnTo>
                      <a:pt x="17994" y="8516"/>
                    </a:lnTo>
                    <a:lnTo>
                      <a:pt x="17973" y="8433"/>
                    </a:lnTo>
                    <a:lnTo>
                      <a:pt x="17806" y="8286"/>
                    </a:lnTo>
                    <a:lnTo>
                      <a:pt x="17764" y="8286"/>
                    </a:lnTo>
                    <a:lnTo>
                      <a:pt x="17743" y="8349"/>
                    </a:lnTo>
                    <a:lnTo>
                      <a:pt x="17681" y="8349"/>
                    </a:lnTo>
                    <a:lnTo>
                      <a:pt x="17660" y="8286"/>
                    </a:lnTo>
                    <a:lnTo>
                      <a:pt x="17492" y="8203"/>
                    </a:lnTo>
                    <a:lnTo>
                      <a:pt x="17492" y="8244"/>
                    </a:lnTo>
                    <a:lnTo>
                      <a:pt x="17597" y="8328"/>
                    </a:lnTo>
                    <a:lnTo>
                      <a:pt x="17576" y="8391"/>
                    </a:lnTo>
                    <a:lnTo>
                      <a:pt x="17639" y="8454"/>
                    </a:lnTo>
                    <a:lnTo>
                      <a:pt x="17576" y="8558"/>
                    </a:lnTo>
                    <a:lnTo>
                      <a:pt x="17492" y="8454"/>
                    </a:lnTo>
                    <a:lnTo>
                      <a:pt x="17492" y="8349"/>
                    </a:lnTo>
                    <a:lnTo>
                      <a:pt x="17388" y="8349"/>
                    </a:lnTo>
                    <a:lnTo>
                      <a:pt x="17220" y="8244"/>
                    </a:lnTo>
                    <a:lnTo>
                      <a:pt x="17178" y="8182"/>
                    </a:lnTo>
                    <a:lnTo>
                      <a:pt x="17137" y="8223"/>
                    </a:lnTo>
                    <a:lnTo>
                      <a:pt x="17053" y="8182"/>
                    </a:lnTo>
                    <a:lnTo>
                      <a:pt x="17011" y="8077"/>
                    </a:lnTo>
                    <a:lnTo>
                      <a:pt x="16906" y="7993"/>
                    </a:lnTo>
                    <a:lnTo>
                      <a:pt x="16739" y="7993"/>
                    </a:lnTo>
                    <a:lnTo>
                      <a:pt x="16551" y="7805"/>
                    </a:lnTo>
                    <a:lnTo>
                      <a:pt x="16404" y="7721"/>
                    </a:lnTo>
                    <a:lnTo>
                      <a:pt x="16383" y="7617"/>
                    </a:lnTo>
                    <a:lnTo>
                      <a:pt x="15902" y="7345"/>
                    </a:lnTo>
                    <a:lnTo>
                      <a:pt x="15776" y="7135"/>
                    </a:lnTo>
                    <a:lnTo>
                      <a:pt x="15776" y="6968"/>
                    </a:lnTo>
                    <a:lnTo>
                      <a:pt x="15672" y="6717"/>
                    </a:lnTo>
                    <a:lnTo>
                      <a:pt x="15672" y="6612"/>
                    </a:lnTo>
                    <a:lnTo>
                      <a:pt x="15567" y="6612"/>
                    </a:lnTo>
                    <a:lnTo>
                      <a:pt x="15442" y="6508"/>
                    </a:lnTo>
                    <a:lnTo>
                      <a:pt x="15337" y="6508"/>
                    </a:lnTo>
                    <a:lnTo>
                      <a:pt x="15253" y="6424"/>
                    </a:lnTo>
                    <a:lnTo>
                      <a:pt x="15149" y="6403"/>
                    </a:lnTo>
                    <a:lnTo>
                      <a:pt x="15065" y="6319"/>
                    </a:lnTo>
                    <a:lnTo>
                      <a:pt x="14940" y="6361"/>
                    </a:lnTo>
                    <a:lnTo>
                      <a:pt x="14793" y="6487"/>
                    </a:lnTo>
                    <a:lnTo>
                      <a:pt x="14688" y="6696"/>
                    </a:lnTo>
                    <a:lnTo>
                      <a:pt x="14584" y="6738"/>
                    </a:lnTo>
                    <a:lnTo>
                      <a:pt x="14479" y="6801"/>
                    </a:lnTo>
                    <a:lnTo>
                      <a:pt x="14375" y="6801"/>
                    </a:lnTo>
                    <a:lnTo>
                      <a:pt x="14312" y="6738"/>
                    </a:lnTo>
                    <a:lnTo>
                      <a:pt x="14144" y="6696"/>
                    </a:lnTo>
                    <a:lnTo>
                      <a:pt x="14061" y="6633"/>
                    </a:lnTo>
                    <a:lnTo>
                      <a:pt x="14144" y="6529"/>
                    </a:lnTo>
                    <a:lnTo>
                      <a:pt x="14207" y="6466"/>
                    </a:lnTo>
                    <a:lnTo>
                      <a:pt x="14270" y="6466"/>
                    </a:lnTo>
                    <a:lnTo>
                      <a:pt x="14375" y="6361"/>
                    </a:lnTo>
                    <a:lnTo>
                      <a:pt x="14458" y="6319"/>
                    </a:lnTo>
                    <a:lnTo>
                      <a:pt x="14479" y="6257"/>
                    </a:lnTo>
                    <a:lnTo>
                      <a:pt x="14458" y="6215"/>
                    </a:lnTo>
                    <a:lnTo>
                      <a:pt x="14375" y="6236"/>
                    </a:lnTo>
                    <a:lnTo>
                      <a:pt x="14333" y="6194"/>
                    </a:lnTo>
                    <a:lnTo>
                      <a:pt x="14354" y="6110"/>
                    </a:lnTo>
                    <a:lnTo>
                      <a:pt x="14458" y="6006"/>
                    </a:lnTo>
                    <a:lnTo>
                      <a:pt x="14437" y="5943"/>
                    </a:lnTo>
                    <a:lnTo>
                      <a:pt x="14542" y="5838"/>
                    </a:lnTo>
                    <a:lnTo>
                      <a:pt x="14542" y="5754"/>
                    </a:lnTo>
                    <a:lnTo>
                      <a:pt x="14521" y="5629"/>
                    </a:lnTo>
                    <a:lnTo>
                      <a:pt x="14375" y="5650"/>
                    </a:lnTo>
                    <a:lnTo>
                      <a:pt x="14375" y="5734"/>
                    </a:lnTo>
                    <a:lnTo>
                      <a:pt x="14165" y="5880"/>
                    </a:lnTo>
                    <a:lnTo>
                      <a:pt x="14061" y="5838"/>
                    </a:lnTo>
                    <a:lnTo>
                      <a:pt x="14165" y="6047"/>
                    </a:lnTo>
                    <a:lnTo>
                      <a:pt x="14103" y="6131"/>
                    </a:lnTo>
                    <a:lnTo>
                      <a:pt x="14061" y="6026"/>
                    </a:lnTo>
                    <a:lnTo>
                      <a:pt x="13914" y="6026"/>
                    </a:lnTo>
                    <a:lnTo>
                      <a:pt x="13810" y="6131"/>
                    </a:lnTo>
                    <a:lnTo>
                      <a:pt x="13893" y="6152"/>
                    </a:lnTo>
                    <a:lnTo>
                      <a:pt x="13851" y="6298"/>
                    </a:lnTo>
                    <a:lnTo>
                      <a:pt x="13747" y="6236"/>
                    </a:lnTo>
                    <a:lnTo>
                      <a:pt x="13642" y="6319"/>
                    </a:lnTo>
                    <a:lnTo>
                      <a:pt x="13684" y="6403"/>
                    </a:lnTo>
                    <a:lnTo>
                      <a:pt x="13789" y="6403"/>
                    </a:lnTo>
                    <a:lnTo>
                      <a:pt x="13831" y="6466"/>
                    </a:lnTo>
                    <a:lnTo>
                      <a:pt x="13642" y="6570"/>
                    </a:lnTo>
                    <a:lnTo>
                      <a:pt x="13579" y="6424"/>
                    </a:lnTo>
                    <a:lnTo>
                      <a:pt x="13433" y="6361"/>
                    </a:lnTo>
                    <a:lnTo>
                      <a:pt x="13391" y="6236"/>
                    </a:lnTo>
                    <a:lnTo>
                      <a:pt x="13391" y="5713"/>
                    </a:lnTo>
                    <a:lnTo>
                      <a:pt x="13496" y="5503"/>
                    </a:lnTo>
                    <a:lnTo>
                      <a:pt x="13475" y="5148"/>
                    </a:lnTo>
                    <a:lnTo>
                      <a:pt x="13538" y="5001"/>
                    </a:lnTo>
                    <a:lnTo>
                      <a:pt x="13517" y="4562"/>
                    </a:lnTo>
                    <a:lnTo>
                      <a:pt x="13517" y="4625"/>
                    </a:lnTo>
                    <a:lnTo>
                      <a:pt x="13370" y="4687"/>
                    </a:lnTo>
                    <a:lnTo>
                      <a:pt x="13266" y="4855"/>
                    </a:lnTo>
                    <a:lnTo>
                      <a:pt x="13349" y="4938"/>
                    </a:lnTo>
                    <a:lnTo>
                      <a:pt x="13287" y="5001"/>
                    </a:lnTo>
                    <a:lnTo>
                      <a:pt x="13349" y="5148"/>
                    </a:lnTo>
                    <a:lnTo>
                      <a:pt x="13307" y="5315"/>
                    </a:lnTo>
                    <a:lnTo>
                      <a:pt x="13245" y="5294"/>
                    </a:lnTo>
                    <a:lnTo>
                      <a:pt x="13161" y="5210"/>
                    </a:lnTo>
                    <a:lnTo>
                      <a:pt x="13119" y="5294"/>
                    </a:lnTo>
                    <a:lnTo>
                      <a:pt x="13119" y="5378"/>
                    </a:lnTo>
                    <a:lnTo>
                      <a:pt x="13056" y="5315"/>
                    </a:lnTo>
                    <a:lnTo>
                      <a:pt x="12952" y="5399"/>
                    </a:lnTo>
                    <a:lnTo>
                      <a:pt x="12952" y="5482"/>
                    </a:lnTo>
                    <a:lnTo>
                      <a:pt x="12889" y="5482"/>
                    </a:lnTo>
                    <a:lnTo>
                      <a:pt x="12638" y="5608"/>
                    </a:lnTo>
                    <a:lnTo>
                      <a:pt x="12491" y="5775"/>
                    </a:lnTo>
                    <a:lnTo>
                      <a:pt x="12429" y="5692"/>
                    </a:lnTo>
                    <a:lnTo>
                      <a:pt x="12429" y="5587"/>
                    </a:lnTo>
                    <a:lnTo>
                      <a:pt x="12575" y="5524"/>
                    </a:lnTo>
                    <a:lnTo>
                      <a:pt x="12596" y="5420"/>
                    </a:lnTo>
                    <a:lnTo>
                      <a:pt x="12491" y="5420"/>
                    </a:lnTo>
                    <a:lnTo>
                      <a:pt x="12387" y="5482"/>
                    </a:lnTo>
                    <a:lnTo>
                      <a:pt x="12178" y="5482"/>
                    </a:lnTo>
                    <a:lnTo>
                      <a:pt x="12052" y="5566"/>
                    </a:lnTo>
                    <a:lnTo>
                      <a:pt x="11780" y="5566"/>
                    </a:lnTo>
                    <a:lnTo>
                      <a:pt x="11424" y="5817"/>
                    </a:lnTo>
                    <a:lnTo>
                      <a:pt x="11257" y="5880"/>
                    </a:lnTo>
                    <a:lnTo>
                      <a:pt x="11111" y="6089"/>
                    </a:lnTo>
                    <a:lnTo>
                      <a:pt x="11090" y="5985"/>
                    </a:lnTo>
                    <a:lnTo>
                      <a:pt x="11215" y="5796"/>
                    </a:lnTo>
                    <a:lnTo>
                      <a:pt x="11173" y="5713"/>
                    </a:lnTo>
                    <a:lnTo>
                      <a:pt x="10985" y="5817"/>
                    </a:lnTo>
                    <a:lnTo>
                      <a:pt x="10964" y="5775"/>
                    </a:lnTo>
                    <a:lnTo>
                      <a:pt x="10880" y="5796"/>
                    </a:lnTo>
                    <a:lnTo>
                      <a:pt x="10797" y="5838"/>
                    </a:lnTo>
                    <a:lnTo>
                      <a:pt x="10734" y="5775"/>
                    </a:lnTo>
                    <a:lnTo>
                      <a:pt x="10629" y="5796"/>
                    </a:lnTo>
                    <a:lnTo>
                      <a:pt x="10587" y="5880"/>
                    </a:lnTo>
                    <a:lnTo>
                      <a:pt x="10315" y="6047"/>
                    </a:lnTo>
                    <a:lnTo>
                      <a:pt x="10211" y="6047"/>
                    </a:lnTo>
                    <a:lnTo>
                      <a:pt x="10022" y="6110"/>
                    </a:lnTo>
                    <a:lnTo>
                      <a:pt x="9897" y="6257"/>
                    </a:lnTo>
                    <a:lnTo>
                      <a:pt x="9939" y="6361"/>
                    </a:lnTo>
                    <a:lnTo>
                      <a:pt x="9834" y="6340"/>
                    </a:lnTo>
                    <a:lnTo>
                      <a:pt x="9792" y="6403"/>
                    </a:lnTo>
                    <a:lnTo>
                      <a:pt x="9688" y="6361"/>
                    </a:lnTo>
                    <a:lnTo>
                      <a:pt x="9657" y="6408"/>
                    </a:lnTo>
                    <a:lnTo>
                      <a:pt x="9657" y="6408"/>
                    </a:lnTo>
                    <a:lnTo>
                      <a:pt x="9583" y="6319"/>
                    </a:lnTo>
                    <a:lnTo>
                      <a:pt x="9625" y="6215"/>
                    </a:lnTo>
                    <a:lnTo>
                      <a:pt x="9709" y="6215"/>
                    </a:lnTo>
                    <a:lnTo>
                      <a:pt x="9792" y="6110"/>
                    </a:lnTo>
                    <a:lnTo>
                      <a:pt x="9897" y="6026"/>
                    </a:lnTo>
                    <a:lnTo>
                      <a:pt x="9939" y="6068"/>
                    </a:lnTo>
                    <a:lnTo>
                      <a:pt x="10022" y="6026"/>
                    </a:lnTo>
                    <a:lnTo>
                      <a:pt x="10043" y="5943"/>
                    </a:lnTo>
                    <a:lnTo>
                      <a:pt x="10169" y="5838"/>
                    </a:lnTo>
                    <a:lnTo>
                      <a:pt x="10211" y="5901"/>
                    </a:lnTo>
                    <a:lnTo>
                      <a:pt x="10462" y="5796"/>
                    </a:lnTo>
                    <a:lnTo>
                      <a:pt x="10546" y="5650"/>
                    </a:lnTo>
                    <a:lnTo>
                      <a:pt x="10671" y="5608"/>
                    </a:lnTo>
                    <a:lnTo>
                      <a:pt x="10880" y="5629"/>
                    </a:lnTo>
                    <a:lnTo>
                      <a:pt x="10901" y="5587"/>
                    </a:lnTo>
                    <a:lnTo>
                      <a:pt x="11090" y="5587"/>
                    </a:lnTo>
                    <a:lnTo>
                      <a:pt x="11278" y="5503"/>
                    </a:lnTo>
                    <a:lnTo>
                      <a:pt x="11320" y="5587"/>
                    </a:lnTo>
                    <a:lnTo>
                      <a:pt x="11383" y="5587"/>
                    </a:lnTo>
                    <a:lnTo>
                      <a:pt x="11445" y="5524"/>
                    </a:lnTo>
                    <a:lnTo>
                      <a:pt x="11529" y="5524"/>
                    </a:lnTo>
                    <a:lnTo>
                      <a:pt x="11675" y="5503"/>
                    </a:lnTo>
                    <a:lnTo>
                      <a:pt x="11738" y="5399"/>
                    </a:lnTo>
                    <a:lnTo>
                      <a:pt x="11989" y="5315"/>
                    </a:lnTo>
                    <a:lnTo>
                      <a:pt x="12240" y="5231"/>
                    </a:lnTo>
                    <a:lnTo>
                      <a:pt x="12261" y="5127"/>
                    </a:lnTo>
                    <a:lnTo>
                      <a:pt x="12324" y="5127"/>
                    </a:lnTo>
                    <a:lnTo>
                      <a:pt x="12366" y="5085"/>
                    </a:lnTo>
                    <a:lnTo>
                      <a:pt x="12324" y="5022"/>
                    </a:lnTo>
                    <a:lnTo>
                      <a:pt x="12324" y="4918"/>
                    </a:lnTo>
                    <a:lnTo>
                      <a:pt x="12240" y="4876"/>
                    </a:lnTo>
                    <a:lnTo>
                      <a:pt x="12219" y="4918"/>
                    </a:lnTo>
                    <a:lnTo>
                      <a:pt x="12219" y="5001"/>
                    </a:lnTo>
                    <a:lnTo>
                      <a:pt x="12115" y="5022"/>
                    </a:lnTo>
                    <a:lnTo>
                      <a:pt x="12073" y="4980"/>
                    </a:lnTo>
                    <a:lnTo>
                      <a:pt x="12031" y="4980"/>
                    </a:lnTo>
                    <a:lnTo>
                      <a:pt x="12010" y="4938"/>
                    </a:lnTo>
                    <a:lnTo>
                      <a:pt x="11885" y="4938"/>
                    </a:lnTo>
                    <a:lnTo>
                      <a:pt x="11696" y="5001"/>
                    </a:lnTo>
                    <a:lnTo>
                      <a:pt x="11634" y="5106"/>
                    </a:lnTo>
                    <a:lnTo>
                      <a:pt x="11571" y="5169"/>
                    </a:lnTo>
                    <a:lnTo>
                      <a:pt x="11508" y="5085"/>
                    </a:lnTo>
                    <a:lnTo>
                      <a:pt x="11466" y="5085"/>
                    </a:lnTo>
                    <a:lnTo>
                      <a:pt x="11362" y="5169"/>
                    </a:lnTo>
                    <a:lnTo>
                      <a:pt x="11090" y="5252"/>
                    </a:lnTo>
                    <a:lnTo>
                      <a:pt x="10755" y="5273"/>
                    </a:lnTo>
                    <a:lnTo>
                      <a:pt x="10692" y="5210"/>
                    </a:lnTo>
                    <a:lnTo>
                      <a:pt x="10629" y="5210"/>
                    </a:lnTo>
                    <a:lnTo>
                      <a:pt x="10650" y="5273"/>
                    </a:lnTo>
                    <a:lnTo>
                      <a:pt x="10587" y="5315"/>
                    </a:lnTo>
                    <a:lnTo>
                      <a:pt x="10483" y="5294"/>
                    </a:lnTo>
                    <a:lnTo>
                      <a:pt x="10420" y="5294"/>
                    </a:lnTo>
                    <a:lnTo>
                      <a:pt x="10357" y="5420"/>
                    </a:lnTo>
                    <a:lnTo>
                      <a:pt x="10211" y="5587"/>
                    </a:lnTo>
                    <a:lnTo>
                      <a:pt x="10148" y="5524"/>
                    </a:lnTo>
                    <a:lnTo>
                      <a:pt x="10043" y="5524"/>
                    </a:lnTo>
                    <a:lnTo>
                      <a:pt x="10022" y="5503"/>
                    </a:lnTo>
                    <a:lnTo>
                      <a:pt x="9897" y="5503"/>
                    </a:lnTo>
                    <a:lnTo>
                      <a:pt x="9813" y="5566"/>
                    </a:lnTo>
                    <a:lnTo>
                      <a:pt x="9730" y="5566"/>
                    </a:lnTo>
                    <a:lnTo>
                      <a:pt x="9688" y="5629"/>
                    </a:lnTo>
                    <a:lnTo>
                      <a:pt x="9583" y="5671"/>
                    </a:lnTo>
                    <a:lnTo>
                      <a:pt x="9478" y="5734"/>
                    </a:lnTo>
                    <a:lnTo>
                      <a:pt x="9311" y="5817"/>
                    </a:lnTo>
                    <a:lnTo>
                      <a:pt x="9123" y="5880"/>
                    </a:lnTo>
                    <a:lnTo>
                      <a:pt x="9081" y="5985"/>
                    </a:lnTo>
                    <a:lnTo>
                      <a:pt x="9081" y="6152"/>
                    </a:lnTo>
                    <a:lnTo>
                      <a:pt x="9102" y="6466"/>
                    </a:lnTo>
                    <a:lnTo>
                      <a:pt x="9081" y="6633"/>
                    </a:lnTo>
                    <a:lnTo>
                      <a:pt x="9018" y="6612"/>
                    </a:lnTo>
                    <a:lnTo>
                      <a:pt x="8955" y="6654"/>
                    </a:lnTo>
                    <a:lnTo>
                      <a:pt x="8704" y="6863"/>
                    </a:lnTo>
                    <a:lnTo>
                      <a:pt x="8788" y="6759"/>
                    </a:lnTo>
                    <a:lnTo>
                      <a:pt x="8893" y="6633"/>
                    </a:lnTo>
                    <a:lnTo>
                      <a:pt x="8914" y="6550"/>
                    </a:lnTo>
                    <a:lnTo>
                      <a:pt x="8872" y="6529"/>
                    </a:lnTo>
                    <a:lnTo>
                      <a:pt x="8872" y="6445"/>
                    </a:lnTo>
                    <a:lnTo>
                      <a:pt x="8746" y="6257"/>
                    </a:lnTo>
                    <a:lnTo>
                      <a:pt x="8662" y="6257"/>
                    </a:lnTo>
                    <a:lnTo>
                      <a:pt x="8600" y="6173"/>
                    </a:lnTo>
                    <a:lnTo>
                      <a:pt x="8537" y="6152"/>
                    </a:lnTo>
                    <a:lnTo>
                      <a:pt x="8537" y="6006"/>
                    </a:lnTo>
                    <a:lnTo>
                      <a:pt x="8390" y="5817"/>
                    </a:lnTo>
                    <a:lnTo>
                      <a:pt x="8370" y="5817"/>
                    </a:lnTo>
                    <a:lnTo>
                      <a:pt x="8286" y="5796"/>
                    </a:lnTo>
                    <a:lnTo>
                      <a:pt x="8265" y="5692"/>
                    </a:lnTo>
                    <a:lnTo>
                      <a:pt x="8181" y="5629"/>
                    </a:lnTo>
                    <a:lnTo>
                      <a:pt x="8139" y="5671"/>
                    </a:lnTo>
                    <a:lnTo>
                      <a:pt x="8035" y="5587"/>
                    </a:lnTo>
                    <a:lnTo>
                      <a:pt x="7846" y="5378"/>
                    </a:lnTo>
                    <a:lnTo>
                      <a:pt x="7805" y="5190"/>
                    </a:lnTo>
                    <a:lnTo>
                      <a:pt x="7805" y="5001"/>
                    </a:lnTo>
                    <a:lnTo>
                      <a:pt x="7763" y="4980"/>
                    </a:lnTo>
                    <a:lnTo>
                      <a:pt x="7721" y="5043"/>
                    </a:lnTo>
                    <a:lnTo>
                      <a:pt x="7658" y="5001"/>
                    </a:lnTo>
                    <a:lnTo>
                      <a:pt x="7616" y="4876"/>
                    </a:lnTo>
                    <a:lnTo>
                      <a:pt x="7658" y="4750"/>
                    </a:lnTo>
                    <a:lnTo>
                      <a:pt x="7637" y="4729"/>
                    </a:lnTo>
                    <a:lnTo>
                      <a:pt x="7658" y="4646"/>
                    </a:lnTo>
                    <a:lnTo>
                      <a:pt x="7533" y="4520"/>
                    </a:lnTo>
                    <a:lnTo>
                      <a:pt x="7533" y="4415"/>
                    </a:lnTo>
                    <a:lnTo>
                      <a:pt x="7428" y="4332"/>
                    </a:lnTo>
                    <a:lnTo>
                      <a:pt x="7386" y="4332"/>
                    </a:lnTo>
                    <a:lnTo>
                      <a:pt x="7323" y="4248"/>
                    </a:lnTo>
                    <a:lnTo>
                      <a:pt x="7219" y="4164"/>
                    </a:lnTo>
                    <a:lnTo>
                      <a:pt x="7114" y="4164"/>
                    </a:lnTo>
                    <a:lnTo>
                      <a:pt x="6800" y="3934"/>
                    </a:lnTo>
                    <a:lnTo>
                      <a:pt x="6717" y="3934"/>
                    </a:lnTo>
                    <a:lnTo>
                      <a:pt x="6696" y="3850"/>
                    </a:lnTo>
                    <a:lnTo>
                      <a:pt x="0" y="16091"/>
                    </a:lnTo>
                    <a:lnTo>
                      <a:pt x="377" y="16091"/>
                    </a:lnTo>
                    <a:lnTo>
                      <a:pt x="502" y="16153"/>
                    </a:lnTo>
                    <a:lnTo>
                      <a:pt x="711" y="16007"/>
                    </a:lnTo>
                    <a:lnTo>
                      <a:pt x="1004" y="16049"/>
                    </a:lnTo>
                    <a:lnTo>
                      <a:pt x="858" y="16300"/>
                    </a:lnTo>
                    <a:lnTo>
                      <a:pt x="921" y="16446"/>
                    </a:lnTo>
                    <a:lnTo>
                      <a:pt x="1025" y="16718"/>
                    </a:lnTo>
                    <a:lnTo>
                      <a:pt x="1172" y="17388"/>
                    </a:lnTo>
                    <a:lnTo>
                      <a:pt x="1235" y="17534"/>
                    </a:lnTo>
                    <a:lnTo>
                      <a:pt x="1130" y="17702"/>
                    </a:lnTo>
                    <a:lnTo>
                      <a:pt x="1130" y="17765"/>
                    </a:lnTo>
                    <a:lnTo>
                      <a:pt x="1172" y="17765"/>
                    </a:lnTo>
                    <a:lnTo>
                      <a:pt x="1381" y="17744"/>
                    </a:lnTo>
                    <a:lnTo>
                      <a:pt x="1569" y="17723"/>
                    </a:lnTo>
                    <a:lnTo>
                      <a:pt x="1695" y="17639"/>
                    </a:lnTo>
                    <a:lnTo>
                      <a:pt x="1862" y="17409"/>
                    </a:lnTo>
                    <a:lnTo>
                      <a:pt x="1988" y="17283"/>
                    </a:lnTo>
                    <a:lnTo>
                      <a:pt x="2197" y="17200"/>
                    </a:lnTo>
                    <a:lnTo>
                      <a:pt x="2260" y="17179"/>
                    </a:lnTo>
                    <a:lnTo>
                      <a:pt x="2469" y="17116"/>
                    </a:lnTo>
                    <a:lnTo>
                      <a:pt x="2636" y="17116"/>
                    </a:lnTo>
                    <a:lnTo>
                      <a:pt x="2783" y="17221"/>
                    </a:lnTo>
                    <a:lnTo>
                      <a:pt x="2783" y="17325"/>
                    </a:lnTo>
                    <a:lnTo>
                      <a:pt x="2804" y="17409"/>
                    </a:lnTo>
                    <a:lnTo>
                      <a:pt x="2720" y="17555"/>
                    </a:lnTo>
                    <a:lnTo>
                      <a:pt x="2699" y="17639"/>
                    </a:lnTo>
                    <a:lnTo>
                      <a:pt x="2825" y="17974"/>
                    </a:lnTo>
                    <a:lnTo>
                      <a:pt x="2804" y="18078"/>
                    </a:lnTo>
                    <a:lnTo>
                      <a:pt x="2846" y="18288"/>
                    </a:lnTo>
                    <a:lnTo>
                      <a:pt x="2992" y="18455"/>
                    </a:lnTo>
                    <a:lnTo>
                      <a:pt x="3013" y="18664"/>
                    </a:lnTo>
                    <a:lnTo>
                      <a:pt x="3055" y="18748"/>
                    </a:lnTo>
                    <a:lnTo>
                      <a:pt x="3097" y="18853"/>
                    </a:lnTo>
                    <a:lnTo>
                      <a:pt x="3034" y="18957"/>
                    </a:lnTo>
                    <a:lnTo>
                      <a:pt x="3034" y="19062"/>
                    </a:lnTo>
                    <a:lnTo>
                      <a:pt x="3055" y="19146"/>
                    </a:lnTo>
                    <a:lnTo>
                      <a:pt x="3013" y="19501"/>
                    </a:lnTo>
                    <a:lnTo>
                      <a:pt x="3013" y="19920"/>
                    </a:lnTo>
                    <a:lnTo>
                      <a:pt x="3034" y="20338"/>
                    </a:lnTo>
                    <a:lnTo>
                      <a:pt x="2929" y="20380"/>
                    </a:lnTo>
                    <a:lnTo>
                      <a:pt x="2929" y="20464"/>
                    </a:lnTo>
                    <a:lnTo>
                      <a:pt x="2971" y="20464"/>
                    </a:lnTo>
                    <a:lnTo>
                      <a:pt x="3055" y="20527"/>
                    </a:lnTo>
                    <a:lnTo>
                      <a:pt x="3076" y="20568"/>
                    </a:lnTo>
                    <a:lnTo>
                      <a:pt x="3034" y="20589"/>
                    </a:lnTo>
                    <a:lnTo>
                      <a:pt x="2971" y="20652"/>
                    </a:lnTo>
                    <a:lnTo>
                      <a:pt x="3013" y="20736"/>
                    </a:lnTo>
                    <a:lnTo>
                      <a:pt x="3055" y="20778"/>
                    </a:lnTo>
                    <a:lnTo>
                      <a:pt x="3076" y="20861"/>
                    </a:lnTo>
                    <a:lnTo>
                      <a:pt x="3055" y="20903"/>
                    </a:lnTo>
                    <a:lnTo>
                      <a:pt x="3055" y="20966"/>
                    </a:lnTo>
                    <a:lnTo>
                      <a:pt x="3160" y="20966"/>
                    </a:lnTo>
                    <a:lnTo>
                      <a:pt x="3243" y="20987"/>
                    </a:lnTo>
                    <a:lnTo>
                      <a:pt x="3348" y="21154"/>
                    </a:lnTo>
                    <a:lnTo>
                      <a:pt x="3369" y="21217"/>
                    </a:lnTo>
                    <a:lnTo>
                      <a:pt x="3452" y="21280"/>
                    </a:lnTo>
                    <a:lnTo>
                      <a:pt x="3578" y="21363"/>
                    </a:lnTo>
                    <a:lnTo>
                      <a:pt x="3641" y="21468"/>
                    </a:lnTo>
                    <a:lnTo>
                      <a:pt x="3641" y="21573"/>
                    </a:lnTo>
                    <a:lnTo>
                      <a:pt x="3683" y="21594"/>
                    </a:lnTo>
                    <a:lnTo>
                      <a:pt x="3704" y="21635"/>
                    </a:lnTo>
                    <a:lnTo>
                      <a:pt x="3683" y="21698"/>
                    </a:lnTo>
                    <a:lnTo>
                      <a:pt x="3683" y="21740"/>
                    </a:lnTo>
                    <a:lnTo>
                      <a:pt x="3641" y="21782"/>
                    </a:lnTo>
                    <a:lnTo>
                      <a:pt x="3641" y="21845"/>
                    </a:lnTo>
                    <a:lnTo>
                      <a:pt x="3641" y="21887"/>
                    </a:lnTo>
                    <a:lnTo>
                      <a:pt x="3662" y="21907"/>
                    </a:lnTo>
                    <a:lnTo>
                      <a:pt x="3599" y="22033"/>
                    </a:lnTo>
                    <a:lnTo>
                      <a:pt x="3452" y="22326"/>
                    </a:lnTo>
                    <a:lnTo>
                      <a:pt x="3432" y="22514"/>
                    </a:lnTo>
                    <a:lnTo>
                      <a:pt x="3285" y="22661"/>
                    </a:lnTo>
                    <a:lnTo>
                      <a:pt x="3285" y="22744"/>
                    </a:lnTo>
                    <a:lnTo>
                      <a:pt x="3327" y="22744"/>
                    </a:lnTo>
                    <a:lnTo>
                      <a:pt x="3494" y="22535"/>
                    </a:lnTo>
                    <a:lnTo>
                      <a:pt x="3536" y="22410"/>
                    </a:lnTo>
                    <a:lnTo>
                      <a:pt x="3662" y="22305"/>
                    </a:lnTo>
                    <a:lnTo>
                      <a:pt x="3683" y="22347"/>
                    </a:lnTo>
                    <a:lnTo>
                      <a:pt x="3766" y="22368"/>
                    </a:lnTo>
                    <a:lnTo>
                      <a:pt x="3766" y="22431"/>
                    </a:lnTo>
                    <a:lnTo>
                      <a:pt x="3599" y="22514"/>
                    </a:lnTo>
                    <a:lnTo>
                      <a:pt x="3557" y="22619"/>
                    </a:lnTo>
                    <a:lnTo>
                      <a:pt x="3390" y="22786"/>
                    </a:lnTo>
                    <a:lnTo>
                      <a:pt x="3390" y="22828"/>
                    </a:lnTo>
                    <a:lnTo>
                      <a:pt x="3473" y="22828"/>
                    </a:lnTo>
                    <a:lnTo>
                      <a:pt x="3432" y="22870"/>
                    </a:lnTo>
                    <a:lnTo>
                      <a:pt x="3285" y="22849"/>
                    </a:lnTo>
                    <a:lnTo>
                      <a:pt x="3222" y="22870"/>
                    </a:lnTo>
                    <a:lnTo>
                      <a:pt x="3160" y="23037"/>
                    </a:lnTo>
                    <a:lnTo>
                      <a:pt x="3055" y="23142"/>
                    </a:lnTo>
                    <a:lnTo>
                      <a:pt x="3076" y="23268"/>
                    </a:lnTo>
                    <a:lnTo>
                      <a:pt x="3034" y="23247"/>
                    </a:lnTo>
                    <a:lnTo>
                      <a:pt x="2971" y="23184"/>
                    </a:lnTo>
                    <a:lnTo>
                      <a:pt x="2908" y="23247"/>
                    </a:lnTo>
                    <a:lnTo>
                      <a:pt x="2908" y="23393"/>
                    </a:lnTo>
                    <a:lnTo>
                      <a:pt x="3013" y="23393"/>
                    </a:lnTo>
                    <a:lnTo>
                      <a:pt x="3034" y="23477"/>
                    </a:lnTo>
                    <a:lnTo>
                      <a:pt x="2971" y="23665"/>
                    </a:lnTo>
                    <a:lnTo>
                      <a:pt x="2950" y="23937"/>
                    </a:lnTo>
                    <a:lnTo>
                      <a:pt x="3013" y="24125"/>
                    </a:lnTo>
                    <a:lnTo>
                      <a:pt x="3076" y="24293"/>
                    </a:lnTo>
                    <a:lnTo>
                      <a:pt x="3160" y="24314"/>
                    </a:lnTo>
                    <a:lnTo>
                      <a:pt x="3180" y="24230"/>
                    </a:lnTo>
                    <a:lnTo>
                      <a:pt x="3264" y="24146"/>
                    </a:lnTo>
                    <a:lnTo>
                      <a:pt x="3452" y="24104"/>
                    </a:lnTo>
                    <a:lnTo>
                      <a:pt x="3557" y="24021"/>
                    </a:lnTo>
                    <a:lnTo>
                      <a:pt x="3662" y="23895"/>
                    </a:lnTo>
                    <a:lnTo>
                      <a:pt x="3704" y="23895"/>
                    </a:lnTo>
                    <a:lnTo>
                      <a:pt x="3704" y="24021"/>
                    </a:lnTo>
                    <a:lnTo>
                      <a:pt x="3662" y="24125"/>
                    </a:lnTo>
                    <a:lnTo>
                      <a:pt x="3599" y="24146"/>
                    </a:lnTo>
                    <a:lnTo>
                      <a:pt x="3536" y="24251"/>
                    </a:lnTo>
                    <a:lnTo>
                      <a:pt x="3536" y="24314"/>
                    </a:lnTo>
                    <a:lnTo>
                      <a:pt x="3641" y="24397"/>
                    </a:lnTo>
                    <a:lnTo>
                      <a:pt x="3704" y="24460"/>
                    </a:lnTo>
                    <a:lnTo>
                      <a:pt x="3808" y="24460"/>
                    </a:lnTo>
                    <a:lnTo>
                      <a:pt x="3892" y="24502"/>
                    </a:lnTo>
                    <a:lnTo>
                      <a:pt x="3955" y="24544"/>
                    </a:lnTo>
                    <a:lnTo>
                      <a:pt x="3808" y="24502"/>
                    </a:lnTo>
                    <a:lnTo>
                      <a:pt x="3683" y="24502"/>
                    </a:lnTo>
                    <a:lnTo>
                      <a:pt x="3578" y="24439"/>
                    </a:lnTo>
                    <a:lnTo>
                      <a:pt x="3432" y="24439"/>
                    </a:lnTo>
                    <a:lnTo>
                      <a:pt x="3369" y="24523"/>
                    </a:lnTo>
                    <a:lnTo>
                      <a:pt x="3369" y="24607"/>
                    </a:lnTo>
                    <a:lnTo>
                      <a:pt x="3432" y="24669"/>
                    </a:lnTo>
                    <a:lnTo>
                      <a:pt x="3452" y="24920"/>
                    </a:lnTo>
                    <a:lnTo>
                      <a:pt x="3494" y="24983"/>
                    </a:lnTo>
                    <a:lnTo>
                      <a:pt x="3557" y="24983"/>
                    </a:lnTo>
                    <a:lnTo>
                      <a:pt x="3641" y="24941"/>
                    </a:lnTo>
                    <a:lnTo>
                      <a:pt x="3683" y="24983"/>
                    </a:lnTo>
                    <a:lnTo>
                      <a:pt x="3641" y="25046"/>
                    </a:lnTo>
                    <a:lnTo>
                      <a:pt x="3599" y="25088"/>
                    </a:lnTo>
                    <a:lnTo>
                      <a:pt x="3683" y="25151"/>
                    </a:lnTo>
                    <a:lnTo>
                      <a:pt x="3683" y="25192"/>
                    </a:lnTo>
                    <a:lnTo>
                      <a:pt x="3662" y="25255"/>
                    </a:lnTo>
                    <a:lnTo>
                      <a:pt x="3557" y="25234"/>
                    </a:lnTo>
                    <a:lnTo>
                      <a:pt x="3411" y="25276"/>
                    </a:lnTo>
                    <a:lnTo>
                      <a:pt x="3264" y="25381"/>
                    </a:lnTo>
                    <a:lnTo>
                      <a:pt x="3243" y="25423"/>
                    </a:lnTo>
                    <a:lnTo>
                      <a:pt x="3306" y="25485"/>
                    </a:lnTo>
                    <a:lnTo>
                      <a:pt x="3452" y="25423"/>
                    </a:lnTo>
                    <a:lnTo>
                      <a:pt x="3536" y="25465"/>
                    </a:lnTo>
                    <a:lnTo>
                      <a:pt x="3452" y="25485"/>
                    </a:lnTo>
                    <a:lnTo>
                      <a:pt x="3432" y="25548"/>
                    </a:lnTo>
                    <a:lnTo>
                      <a:pt x="3515" y="25632"/>
                    </a:lnTo>
                    <a:lnTo>
                      <a:pt x="3662" y="25590"/>
                    </a:lnTo>
                    <a:lnTo>
                      <a:pt x="3829" y="25465"/>
                    </a:lnTo>
                    <a:lnTo>
                      <a:pt x="3934" y="25297"/>
                    </a:lnTo>
                    <a:lnTo>
                      <a:pt x="4038" y="25297"/>
                    </a:lnTo>
                    <a:lnTo>
                      <a:pt x="4143" y="25213"/>
                    </a:lnTo>
                    <a:lnTo>
                      <a:pt x="4164" y="25109"/>
                    </a:lnTo>
                    <a:lnTo>
                      <a:pt x="4185" y="25088"/>
                    </a:lnTo>
                    <a:lnTo>
                      <a:pt x="4206" y="25172"/>
                    </a:lnTo>
                    <a:lnTo>
                      <a:pt x="4143" y="25339"/>
                    </a:lnTo>
                    <a:lnTo>
                      <a:pt x="4038" y="25402"/>
                    </a:lnTo>
                    <a:lnTo>
                      <a:pt x="3913" y="25465"/>
                    </a:lnTo>
                    <a:lnTo>
                      <a:pt x="3892" y="25548"/>
                    </a:lnTo>
                    <a:lnTo>
                      <a:pt x="3955" y="25611"/>
                    </a:lnTo>
                    <a:lnTo>
                      <a:pt x="4038" y="25590"/>
                    </a:lnTo>
                    <a:lnTo>
                      <a:pt x="4164" y="25590"/>
                    </a:lnTo>
                    <a:lnTo>
                      <a:pt x="4268" y="25611"/>
                    </a:lnTo>
                    <a:lnTo>
                      <a:pt x="4122" y="25611"/>
                    </a:lnTo>
                    <a:lnTo>
                      <a:pt x="4017" y="25674"/>
                    </a:lnTo>
                    <a:lnTo>
                      <a:pt x="4017" y="25820"/>
                    </a:lnTo>
                    <a:lnTo>
                      <a:pt x="4059" y="25967"/>
                    </a:lnTo>
                    <a:lnTo>
                      <a:pt x="4017" y="25988"/>
                    </a:lnTo>
                    <a:lnTo>
                      <a:pt x="3976" y="25904"/>
                    </a:lnTo>
                    <a:lnTo>
                      <a:pt x="3976" y="25757"/>
                    </a:lnTo>
                    <a:lnTo>
                      <a:pt x="3913" y="25674"/>
                    </a:lnTo>
                    <a:lnTo>
                      <a:pt x="3850" y="25716"/>
                    </a:lnTo>
                    <a:lnTo>
                      <a:pt x="3578" y="25904"/>
                    </a:lnTo>
                    <a:lnTo>
                      <a:pt x="3536" y="25988"/>
                    </a:lnTo>
                    <a:lnTo>
                      <a:pt x="3369" y="26071"/>
                    </a:lnTo>
                    <a:lnTo>
                      <a:pt x="3327" y="26134"/>
                    </a:lnTo>
                    <a:lnTo>
                      <a:pt x="3348" y="26218"/>
                    </a:lnTo>
                    <a:lnTo>
                      <a:pt x="3348" y="26301"/>
                    </a:lnTo>
                    <a:lnTo>
                      <a:pt x="3369" y="26322"/>
                    </a:lnTo>
                    <a:lnTo>
                      <a:pt x="3452" y="26281"/>
                    </a:lnTo>
                    <a:lnTo>
                      <a:pt x="3557" y="26218"/>
                    </a:lnTo>
                    <a:lnTo>
                      <a:pt x="3599" y="26113"/>
                    </a:lnTo>
                    <a:lnTo>
                      <a:pt x="3662" y="26134"/>
                    </a:lnTo>
                    <a:lnTo>
                      <a:pt x="3704" y="26197"/>
                    </a:lnTo>
                    <a:lnTo>
                      <a:pt x="3892" y="26218"/>
                    </a:lnTo>
                    <a:lnTo>
                      <a:pt x="3871" y="26239"/>
                    </a:lnTo>
                    <a:lnTo>
                      <a:pt x="3766" y="26218"/>
                    </a:lnTo>
                    <a:lnTo>
                      <a:pt x="3599" y="26218"/>
                    </a:lnTo>
                    <a:lnTo>
                      <a:pt x="3536" y="26281"/>
                    </a:lnTo>
                    <a:lnTo>
                      <a:pt x="3536" y="26322"/>
                    </a:lnTo>
                    <a:lnTo>
                      <a:pt x="3557" y="26385"/>
                    </a:lnTo>
                    <a:lnTo>
                      <a:pt x="3473" y="26406"/>
                    </a:lnTo>
                    <a:lnTo>
                      <a:pt x="3432" y="26385"/>
                    </a:lnTo>
                    <a:lnTo>
                      <a:pt x="3264" y="26427"/>
                    </a:lnTo>
                    <a:lnTo>
                      <a:pt x="3264" y="26490"/>
                    </a:lnTo>
                    <a:lnTo>
                      <a:pt x="3390" y="26490"/>
                    </a:lnTo>
                    <a:lnTo>
                      <a:pt x="3473" y="26532"/>
                    </a:lnTo>
                    <a:lnTo>
                      <a:pt x="3578" y="26532"/>
                    </a:lnTo>
                    <a:lnTo>
                      <a:pt x="3515" y="26594"/>
                    </a:lnTo>
                    <a:lnTo>
                      <a:pt x="3390" y="26594"/>
                    </a:lnTo>
                    <a:lnTo>
                      <a:pt x="3327" y="26532"/>
                    </a:lnTo>
                    <a:lnTo>
                      <a:pt x="3222" y="26553"/>
                    </a:lnTo>
                    <a:lnTo>
                      <a:pt x="3180" y="26657"/>
                    </a:lnTo>
                    <a:lnTo>
                      <a:pt x="3243" y="26720"/>
                    </a:lnTo>
                    <a:lnTo>
                      <a:pt x="3327" y="26720"/>
                    </a:lnTo>
                    <a:lnTo>
                      <a:pt x="3452" y="26699"/>
                    </a:lnTo>
                    <a:lnTo>
                      <a:pt x="3536" y="26741"/>
                    </a:lnTo>
                    <a:lnTo>
                      <a:pt x="3683" y="26741"/>
                    </a:lnTo>
                    <a:lnTo>
                      <a:pt x="3662" y="26804"/>
                    </a:lnTo>
                    <a:lnTo>
                      <a:pt x="3557" y="26825"/>
                    </a:lnTo>
                    <a:lnTo>
                      <a:pt x="3452" y="26804"/>
                    </a:lnTo>
                    <a:lnTo>
                      <a:pt x="3432" y="26825"/>
                    </a:lnTo>
                    <a:lnTo>
                      <a:pt x="3452" y="26845"/>
                    </a:lnTo>
                    <a:lnTo>
                      <a:pt x="3662" y="26845"/>
                    </a:lnTo>
                    <a:lnTo>
                      <a:pt x="3662" y="26908"/>
                    </a:lnTo>
                    <a:lnTo>
                      <a:pt x="3536" y="26929"/>
                    </a:lnTo>
                    <a:lnTo>
                      <a:pt x="3390" y="26908"/>
                    </a:lnTo>
                    <a:lnTo>
                      <a:pt x="3327" y="26845"/>
                    </a:lnTo>
                    <a:lnTo>
                      <a:pt x="3264" y="26908"/>
                    </a:lnTo>
                    <a:lnTo>
                      <a:pt x="3327" y="27013"/>
                    </a:lnTo>
                    <a:lnTo>
                      <a:pt x="3452" y="27076"/>
                    </a:lnTo>
                    <a:lnTo>
                      <a:pt x="3473" y="27013"/>
                    </a:lnTo>
                    <a:lnTo>
                      <a:pt x="3557" y="27013"/>
                    </a:lnTo>
                    <a:lnTo>
                      <a:pt x="3641" y="27055"/>
                    </a:lnTo>
                    <a:lnTo>
                      <a:pt x="3787" y="27034"/>
                    </a:lnTo>
                    <a:lnTo>
                      <a:pt x="3850" y="27076"/>
                    </a:lnTo>
                    <a:lnTo>
                      <a:pt x="3766" y="27117"/>
                    </a:lnTo>
                    <a:lnTo>
                      <a:pt x="3766" y="27159"/>
                    </a:lnTo>
                    <a:lnTo>
                      <a:pt x="3871" y="27159"/>
                    </a:lnTo>
                    <a:lnTo>
                      <a:pt x="3892" y="27243"/>
                    </a:lnTo>
                    <a:lnTo>
                      <a:pt x="4026" y="27276"/>
                    </a:lnTo>
                    <a:lnTo>
                      <a:pt x="3976" y="27285"/>
                    </a:lnTo>
                    <a:lnTo>
                      <a:pt x="3871" y="27285"/>
                    </a:lnTo>
                    <a:lnTo>
                      <a:pt x="3787" y="27369"/>
                    </a:lnTo>
                    <a:lnTo>
                      <a:pt x="3787" y="27431"/>
                    </a:lnTo>
                    <a:lnTo>
                      <a:pt x="3871" y="27473"/>
                    </a:lnTo>
                    <a:lnTo>
                      <a:pt x="3913" y="27431"/>
                    </a:lnTo>
                    <a:lnTo>
                      <a:pt x="3976" y="27389"/>
                    </a:lnTo>
                    <a:lnTo>
                      <a:pt x="3996" y="27452"/>
                    </a:lnTo>
                    <a:lnTo>
                      <a:pt x="4017" y="27452"/>
                    </a:lnTo>
                    <a:lnTo>
                      <a:pt x="4080" y="27369"/>
                    </a:lnTo>
                    <a:lnTo>
                      <a:pt x="4185" y="27306"/>
                    </a:lnTo>
                    <a:lnTo>
                      <a:pt x="4185" y="27369"/>
                    </a:lnTo>
                    <a:lnTo>
                      <a:pt x="4164" y="27410"/>
                    </a:lnTo>
                    <a:lnTo>
                      <a:pt x="4164" y="27473"/>
                    </a:lnTo>
                    <a:lnTo>
                      <a:pt x="4206" y="27494"/>
                    </a:lnTo>
                    <a:lnTo>
                      <a:pt x="4289" y="27557"/>
                    </a:lnTo>
                    <a:lnTo>
                      <a:pt x="4373" y="27557"/>
                    </a:lnTo>
                    <a:lnTo>
                      <a:pt x="4499" y="27369"/>
                    </a:lnTo>
                    <a:lnTo>
                      <a:pt x="4520" y="27159"/>
                    </a:lnTo>
                    <a:lnTo>
                      <a:pt x="4582" y="27055"/>
                    </a:lnTo>
                    <a:lnTo>
                      <a:pt x="4645" y="27034"/>
                    </a:lnTo>
                    <a:lnTo>
                      <a:pt x="4645" y="27097"/>
                    </a:lnTo>
                    <a:lnTo>
                      <a:pt x="4603" y="27159"/>
                    </a:lnTo>
                    <a:lnTo>
                      <a:pt x="4603" y="27306"/>
                    </a:lnTo>
                    <a:lnTo>
                      <a:pt x="4499" y="27473"/>
                    </a:lnTo>
                    <a:lnTo>
                      <a:pt x="4415" y="27557"/>
                    </a:lnTo>
                    <a:lnTo>
                      <a:pt x="4436" y="27599"/>
                    </a:lnTo>
                    <a:lnTo>
                      <a:pt x="4582" y="27599"/>
                    </a:lnTo>
                    <a:lnTo>
                      <a:pt x="4687" y="27578"/>
                    </a:lnTo>
                    <a:lnTo>
                      <a:pt x="4708" y="27599"/>
                    </a:lnTo>
                    <a:lnTo>
                      <a:pt x="4624" y="27682"/>
                    </a:lnTo>
                    <a:lnTo>
                      <a:pt x="4582" y="27808"/>
                    </a:lnTo>
                    <a:lnTo>
                      <a:pt x="4415" y="27913"/>
                    </a:lnTo>
                    <a:lnTo>
                      <a:pt x="4415" y="27975"/>
                    </a:lnTo>
                    <a:lnTo>
                      <a:pt x="4499" y="28122"/>
                    </a:lnTo>
                    <a:lnTo>
                      <a:pt x="4624" y="28185"/>
                    </a:lnTo>
                    <a:lnTo>
                      <a:pt x="4708" y="28122"/>
                    </a:lnTo>
                    <a:lnTo>
                      <a:pt x="4792" y="28122"/>
                    </a:lnTo>
                    <a:lnTo>
                      <a:pt x="4812" y="28226"/>
                    </a:lnTo>
                    <a:lnTo>
                      <a:pt x="4875" y="28331"/>
                    </a:lnTo>
                    <a:lnTo>
                      <a:pt x="4875" y="28415"/>
                    </a:lnTo>
                    <a:lnTo>
                      <a:pt x="4812" y="28415"/>
                    </a:lnTo>
                    <a:lnTo>
                      <a:pt x="4771" y="28310"/>
                    </a:lnTo>
                    <a:lnTo>
                      <a:pt x="4708" y="28310"/>
                    </a:lnTo>
                    <a:lnTo>
                      <a:pt x="4708" y="28415"/>
                    </a:lnTo>
                    <a:lnTo>
                      <a:pt x="4812" y="28561"/>
                    </a:lnTo>
                    <a:lnTo>
                      <a:pt x="4938" y="28498"/>
                    </a:lnTo>
                    <a:lnTo>
                      <a:pt x="5085" y="28436"/>
                    </a:lnTo>
                    <a:lnTo>
                      <a:pt x="5147" y="28352"/>
                    </a:lnTo>
                    <a:lnTo>
                      <a:pt x="5147" y="28352"/>
                    </a:lnTo>
                    <a:lnTo>
                      <a:pt x="5126" y="28519"/>
                    </a:lnTo>
                    <a:lnTo>
                      <a:pt x="5022" y="28750"/>
                    </a:lnTo>
                    <a:lnTo>
                      <a:pt x="5043" y="28938"/>
                    </a:lnTo>
                    <a:lnTo>
                      <a:pt x="5126" y="28959"/>
                    </a:lnTo>
                    <a:lnTo>
                      <a:pt x="20087" y="30444"/>
                    </a:lnTo>
                    <a:lnTo>
                      <a:pt x="20212" y="30507"/>
                    </a:lnTo>
                    <a:lnTo>
                      <a:pt x="20359" y="30507"/>
                    </a:lnTo>
                    <a:lnTo>
                      <a:pt x="20484" y="30612"/>
                    </a:lnTo>
                    <a:lnTo>
                      <a:pt x="20484" y="30674"/>
                    </a:lnTo>
                    <a:lnTo>
                      <a:pt x="20568" y="30737"/>
                    </a:lnTo>
                    <a:lnTo>
                      <a:pt x="20589" y="30779"/>
                    </a:lnTo>
                    <a:lnTo>
                      <a:pt x="20694" y="30821"/>
                    </a:lnTo>
                    <a:lnTo>
                      <a:pt x="20714" y="30842"/>
                    </a:lnTo>
                    <a:lnTo>
                      <a:pt x="20840" y="30884"/>
                    </a:lnTo>
                    <a:lnTo>
                      <a:pt x="20903" y="30946"/>
                    </a:lnTo>
                    <a:lnTo>
                      <a:pt x="20945" y="30946"/>
                    </a:lnTo>
                    <a:lnTo>
                      <a:pt x="21049" y="30926"/>
                    </a:lnTo>
                    <a:lnTo>
                      <a:pt x="21133" y="30946"/>
                    </a:lnTo>
                    <a:lnTo>
                      <a:pt x="21238" y="30946"/>
                    </a:lnTo>
                    <a:lnTo>
                      <a:pt x="21363" y="31051"/>
                    </a:lnTo>
                    <a:lnTo>
                      <a:pt x="21447" y="31051"/>
                    </a:lnTo>
                    <a:lnTo>
                      <a:pt x="21510" y="31198"/>
                    </a:lnTo>
                    <a:lnTo>
                      <a:pt x="21719" y="31239"/>
                    </a:lnTo>
                    <a:lnTo>
                      <a:pt x="21823" y="31260"/>
                    </a:lnTo>
                    <a:lnTo>
                      <a:pt x="21886" y="31344"/>
                    </a:lnTo>
                    <a:lnTo>
                      <a:pt x="21970" y="31407"/>
                    </a:lnTo>
                    <a:lnTo>
                      <a:pt x="22158" y="31407"/>
                    </a:lnTo>
                    <a:lnTo>
                      <a:pt x="22263" y="31344"/>
                    </a:lnTo>
                    <a:lnTo>
                      <a:pt x="22305" y="31407"/>
                    </a:lnTo>
                    <a:lnTo>
                      <a:pt x="22367" y="31511"/>
                    </a:lnTo>
                    <a:lnTo>
                      <a:pt x="22618" y="31532"/>
                    </a:lnTo>
                    <a:lnTo>
                      <a:pt x="22681" y="31574"/>
                    </a:lnTo>
                    <a:lnTo>
                      <a:pt x="22807" y="31616"/>
                    </a:lnTo>
                    <a:lnTo>
                      <a:pt x="22890" y="31658"/>
                    </a:lnTo>
                    <a:lnTo>
                      <a:pt x="25192" y="32725"/>
                    </a:lnTo>
                    <a:lnTo>
                      <a:pt x="25339" y="32913"/>
                    </a:lnTo>
                    <a:lnTo>
                      <a:pt x="25694" y="33206"/>
                    </a:lnTo>
                    <a:lnTo>
                      <a:pt x="26050" y="34985"/>
                    </a:lnTo>
                    <a:lnTo>
                      <a:pt x="26008" y="35738"/>
                    </a:lnTo>
                    <a:lnTo>
                      <a:pt x="25945" y="35864"/>
                    </a:lnTo>
                    <a:lnTo>
                      <a:pt x="25903" y="36010"/>
                    </a:lnTo>
                    <a:lnTo>
                      <a:pt x="25820" y="36136"/>
                    </a:lnTo>
                    <a:lnTo>
                      <a:pt x="25611" y="36240"/>
                    </a:lnTo>
                    <a:lnTo>
                      <a:pt x="25506" y="36366"/>
                    </a:lnTo>
                    <a:lnTo>
                      <a:pt x="25611" y="36554"/>
                    </a:lnTo>
                    <a:lnTo>
                      <a:pt x="27598" y="36031"/>
                    </a:lnTo>
                    <a:lnTo>
                      <a:pt x="27849" y="35947"/>
                    </a:lnTo>
                    <a:lnTo>
                      <a:pt x="27912" y="35654"/>
                    </a:lnTo>
                    <a:lnTo>
                      <a:pt x="28979" y="35340"/>
                    </a:lnTo>
                    <a:lnTo>
                      <a:pt x="29461" y="34985"/>
                    </a:lnTo>
                    <a:lnTo>
                      <a:pt x="29565" y="34901"/>
                    </a:lnTo>
                    <a:lnTo>
                      <a:pt x="29712" y="34880"/>
                    </a:lnTo>
                    <a:lnTo>
                      <a:pt x="29984" y="34650"/>
                    </a:lnTo>
                    <a:lnTo>
                      <a:pt x="30088" y="34545"/>
                    </a:lnTo>
                    <a:lnTo>
                      <a:pt x="30214" y="34483"/>
                    </a:lnTo>
                    <a:lnTo>
                      <a:pt x="30318" y="34378"/>
                    </a:lnTo>
                    <a:lnTo>
                      <a:pt x="30528" y="34357"/>
                    </a:lnTo>
                    <a:lnTo>
                      <a:pt x="32202" y="34378"/>
                    </a:lnTo>
                    <a:lnTo>
                      <a:pt x="32327" y="34252"/>
                    </a:lnTo>
                    <a:lnTo>
                      <a:pt x="32390" y="34252"/>
                    </a:lnTo>
                    <a:lnTo>
                      <a:pt x="32432" y="34190"/>
                    </a:lnTo>
                    <a:lnTo>
                      <a:pt x="32515" y="34190"/>
                    </a:lnTo>
                    <a:lnTo>
                      <a:pt x="32620" y="34231"/>
                    </a:lnTo>
                    <a:lnTo>
                      <a:pt x="32704" y="34169"/>
                    </a:lnTo>
                    <a:lnTo>
                      <a:pt x="32725" y="34085"/>
                    </a:lnTo>
                    <a:lnTo>
                      <a:pt x="32913" y="33876"/>
                    </a:lnTo>
                    <a:lnTo>
                      <a:pt x="32976" y="33855"/>
                    </a:lnTo>
                    <a:lnTo>
                      <a:pt x="33143" y="33667"/>
                    </a:lnTo>
                    <a:lnTo>
                      <a:pt x="33185" y="33541"/>
                    </a:lnTo>
                    <a:lnTo>
                      <a:pt x="33227" y="33415"/>
                    </a:lnTo>
                    <a:lnTo>
                      <a:pt x="33373" y="33332"/>
                    </a:lnTo>
                    <a:lnTo>
                      <a:pt x="33373" y="33227"/>
                    </a:lnTo>
                    <a:lnTo>
                      <a:pt x="33478" y="33102"/>
                    </a:lnTo>
                    <a:lnTo>
                      <a:pt x="33687" y="32871"/>
                    </a:lnTo>
                    <a:lnTo>
                      <a:pt x="33750" y="32767"/>
                    </a:lnTo>
                    <a:lnTo>
                      <a:pt x="33854" y="32662"/>
                    </a:lnTo>
                    <a:lnTo>
                      <a:pt x="33875" y="32662"/>
                    </a:lnTo>
                    <a:lnTo>
                      <a:pt x="33959" y="32704"/>
                    </a:lnTo>
                    <a:lnTo>
                      <a:pt x="34022" y="32788"/>
                    </a:lnTo>
                    <a:lnTo>
                      <a:pt x="34168" y="32767"/>
                    </a:lnTo>
                    <a:lnTo>
                      <a:pt x="34315" y="32809"/>
                    </a:lnTo>
                    <a:lnTo>
                      <a:pt x="34378" y="32767"/>
                    </a:lnTo>
                    <a:lnTo>
                      <a:pt x="34608" y="32976"/>
                    </a:lnTo>
                    <a:lnTo>
                      <a:pt x="34608" y="33143"/>
                    </a:lnTo>
                    <a:lnTo>
                      <a:pt x="34482" y="33876"/>
                    </a:lnTo>
                    <a:lnTo>
                      <a:pt x="34440" y="33959"/>
                    </a:lnTo>
                    <a:lnTo>
                      <a:pt x="34503" y="33959"/>
                    </a:lnTo>
                    <a:lnTo>
                      <a:pt x="34524" y="34043"/>
                    </a:lnTo>
                    <a:lnTo>
                      <a:pt x="34587" y="34085"/>
                    </a:lnTo>
                    <a:lnTo>
                      <a:pt x="34587" y="34190"/>
                    </a:lnTo>
                    <a:lnTo>
                      <a:pt x="34587" y="34252"/>
                    </a:lnTo>
                    <a:lnTo>
                      <a:pt x="34587" y="34294"/>
                    </a:lnTo>
                    <a:lnTo>
                      <a:pt x="34545" y="34357"/>
                    </a:lnTo>
                    <a:lnTo>
                      <a:pt x="34587" y="34378"/>
                    </a:lnTo>
                    <a:lnTo>
                      <a:pt x="34733" y="34399"/>
                    </a:lnTo>
                    <a:lnTo>
                      <a:pt x="34859" y="34378"/>
                    </a:lnTo>
                    <a:lnTo>
                      <a:pt x="34901" y="34462"/>
                    </a:lnTo>
                    <a:lnTo>
                      <a:pt x="34963" y="34483"/>
                    </a:lnTo>
                    <a:lnTo>
                      <a:pt x="35026" y="34399"/>
                    </a:lnTo>
                    <a:lnTo>
                      <a:pt x="35110" y="34462"/>
                    </a:lnTo>
                    <a:lnTo>
                      <a:pt x="35235" y="34441"/>
                    </a:lnTo>
                    <a:lnTo>
                      <a:pt x="35277" y="34336"/>
                    </a:lnTo>
                    <a:lnTo>
                      <a:pt x="35382" y="34231"/>
                    </a:lnTo>
                    <a:lnTo>
                      <a:pt x="35382" y="34231"/>
                    </a:lnTo>
                    <a:lnTo>
                      <a:pt x="35319" y="34336"/>
                    </a:lnTo>
                    <a:lnTo>
                      <a:pt x="35340" y="34336"/>
                    </a:lnTo>
                    <a:lnTo>
                      <a:pt x="35319" y="34378"/>
                    </a:lnTo>
                    <a:lnTo>
                      <a:pt x="35361" y="34399"/>
                    </a:lnTo>
                    <a:lnTo>
                      <a:pt x="35633" y="34336"/>
                    </a:lnTo>
                    <a:lnTo>
                      <a:pt x="35675" y="34252"/>
                    </a:lnTo>
                    <a:lnTo>
                      <a:pt x="35842" y="34252"/>
                    </a:lnTo>
                    <a:lnTo>
                      <a:pt x="35968" y="34127"/>
                    </a:lnTo>
                    <a:lnTo>
                      <a:pt x="36072" y="34085"/>
                    </a:lnTo>
                    <a:lnTo>
                      <a:pt x="36198" y="33918"/>
                    </a:lnTo>
                    <a:lnTo>
                      <a:pt x="36198" y="33980"/>
                    </a:lnTo>
                    <a:lnTo>
                      <a:pt x="36282" y="33939"/>
                    </a:lnTo>
                    <a:lnTo>
                      <a:pt x="36282" y="33980"/>
                    </a:lnTo>
                    <a:lnTo>
                      <a:pt x="36156" y="34127"/>
                    </a:lnTo>
                    <a:lnTo>
                      <a:pt x="36051" y="34148"/>
                    </a:lnTo>
                    <a:lnTo>
                      <a:pt x="35947" y="34294"/>
                    </a:lnTo>
                    <a:lnTo>
                      <a:pt x="36072" y="34336"/>
                    </a:lnTo>
                    <a:lnTo>
                      <a:pt x="36156" y="34231"/>
                    </a:lnTo>
                    <a:lnTo>
                      <a:pt x="36261" y="34231"/>
                    </a:lnTo>
                    <a:lnTo>
                      <a:pt x="36323" y="34273"/>
                    </a:lnTo>
                    <a:lnTo>
                      <a:pt x="36575" y="34294"/>
                    </a:lnTo>
                    <a:lnTo>
                      <a:pt x="36742" y="34294"/>
                    </a:lnTo>
                    <a:lnTo>
                      <a:pt x="36616" y="34357"/>
                    </a:lnTo>
                    <a:lnTo>
                      <a:pt x="36470" y="34378"/>
                    </a:lnTo>
                    <a:lnTo>
                      <a:pt x="36365" y="34399"/>
                    </a:lnTo>
                    <a:lnTo>
                      <a:pt x="36323" y="34483"/>
                    </a:lnTo>
                    <a:lnTo>
                      <a:pt x="36323" y="34545"/>
                    </a:lnTo>
                    <a:lnTo>
                      <a:pt x="36261" y="34483"/>
                    </a:lnTo>
                    <a:lnTo>
                      <a:pt x="36219" y="34378"/>
                    </a:lnTo>
                    <a:lnTo>
                      <a:pt x="36156" y="34357"/>
                    </a:lnTo>
                    <a:lnTo>
                      <a:pt x="35968" y="34399"/>
                    </a:lnTo>
                    <a:lnTo>
                      <a:pt x="35779" y="34545"/>
                    </a:lnTo>
                    <a:lnTo>
                      <a:pt x="35549" y="34587"/>
                    </a:lnTo>
                    <a:lnTo>
                      <a:pt x="35340" y="34713"/>
                    </a:lnTo>
                    <a:lnTo>
                      <a:pt x="35319" y="34817"/>
                    </a:lnTo>
                    <a:lnTo>
                      <a:pt x="35173" y="34922"/>
                    </a:lnTo>
                    <a:lnTo>
                      <a:pt x="35110" y="35110"/>
                    </a:lnTo>
                    <a:lnTo>
                      <a:pt x="35110" y="35236"/>
                    </a:lnTo>
                    <a:lnTo>
                      <a:pt x="35131" y="35340"/>
                    </a:lnTo>
                    <a:lnTo>
                      <a:pt x="35152" y="35445"/>
                    </a:lnTo>
                    <a:lnTo>
                      <a:pt x="35215" y="35424"/>
                    </a:lnTo>
                    <a:lnTo>
                      <a:pt x="35256" y="35445"/>
                    </a:lnTo>
                    <a:lnTo>
                      <a:pt x="35256" y="35592"/>
                    </a:lnTo>
                    <a:lnTo>
                      <a:pt x="35361" y="35654"/>
                    </a:lnTo>
                    <a:lnTo>
                      <a:pt x="35403" y="35612"/>
                    </a:lnTo>
                    <a:lnTo>
                      <a:pt x="35466" y="35654"/>
                    </a:lnTo>
                    <a:lnTo>
                      <a:pt x="35507" y="35612"/>
                    </a:lnTo>
                    <a:lnTo>
                      <a:pt x="35507" y="35508"/>
                    </a:lnTo>
                    <a:lnTo>
                      <a:pt x="35570" y="35487"/>
                    </a:lnTo>
                    <a:lnTo>
                      <a:pt x="35654" y="35487"/>
                    </a:lnTo>
                    <a:lnTo>
                      <a:pt x="35779" y="35382"/>
                    </a:lnTo>
                    <a:lnTo>
                      <a:pt x="35884" y="35340"/>
                    </a:lnTo>
                    <a:lnTo>
                      <a:pt x="36031" y="35131"/>
                    </a:lnTo>
                    <a:lnTo>
                      <a:pt x="36219" y="35006"/>
                    </a:lnTo>
                    <a:lnTo>
                      <a:pt x="36177" y="34964"/>
                    </a:lnTo>
                    <a:lnTo>
                      <a:pt x="36240" y="34817"/>
                    </a:lnTo>
                    <a:lnTo>
                      <a:pt x="36323" y="34817"/>
                    </a:lnTo>
                    <a:lnTo>
                      <a:pt x="36386" y="34755"/>
                    </a:lnTo>
                    <a:lnTo>
                      <a:pt x="36428" y="34755"/>
                    </a:lnTo>
                    <a:lnTo>
                      <a:pt x="36491" y="34880"/>
                    </a:lnTo>
                    <a:lnTo>
                      <a:pt x="36637" y="34901"/>
                    </a:lnTo>
                    <a:lnTo>
                      <a:pt x="36637" y="34859"/>
                    </a:lnTo>
                    <a:lnTo>
                      <a:pt x="36721" y="34859"/>
                    </a:lnTo>
                    <a:lnTo>
                      <a:pt x="36909" y="34755"/>
                    </a:lnTo>
                    <a:lnTo>
                      <a:pt x="37077" y="34692"/>
                    </a:lnTo>
                    <a:lnTo>
                      <a:pt x="37286" y="34650"/>
                    </a:lnTo>
                    <a:lnTo>
                      <a:pt x="37391" y="34650"/>
                    </a:lnTo>
                    <a:lnTo>
                      <a:pt x="37663" y="34483"/>
                    </a:lnTo>
                    <a:lnTo>
                      <a:pt x="37809" y="34441"/>
                    </a:lnTo>
                    <a:lnTo>
                      <a:pt x="37914" y="34441"/>
                    </a:lnTo>
                    <a:lnTo>
                      <a:pt x="37997" y="34462"/>
                    </a:lnTo>
                    <a:lnTo>
                      <a:pt x="38081" y="34399"/>
                    </a:lnTo>
                    <a:lnTo>
                      <a:pt x="38018" y="34357"/>
                    </a:lnTo>
                    <a:lnTo>
                      <a:pt x="37935" y="34357"/>
                    </a:lnTo>
                    <a:lnTo>
                      <a:pt x="37830" y="34294"/>
                    </a:lnTo>
                    <a:lnTo>
                      <a:pt x="37872" y="34294"/>
                    </a:lnTo>
                    <a:lnTo>
                      <a:pt x="37956" y="34273"/>
                    </a:lnTo>
                    <a:lnTo>
                      <a:pt x="37956" y="34231"/>
                    </a:lnTo>
                    <a:lnTo>
                      <a:pt x="37663" y="34169"/>
                    </a:lnTo>
                    <a:lnTo>
                      <a:pt x="37537" y="34148"/>
                    </a:lnTo>
                    <a:lnTo>
                      <a:pt x="37558" y="34085"/>
                    </a:lnTo>
                    <a:lnTo>
                      <a:pt x="37537" y="33980"/>
                    </a:lnTo>
                    <a:lnTo>
                      <a:pt x="37370" y="34085"/>
                    </a:lnTo>
                    <a:lnTo>
                      <a:pt x="37349" y="34148"/>
                    </a:lnTo>
                    <a:lnTo>
                      <a:pt x="37160" y="34106"/>
                    </a:lnTo>
                    <a:lnTo>
                      <a:pt x="37139" y="34064"/>
                    </a:lnTo>
                    <a:lnTo>
                      <a:pt x="36993" y="34022"/>
                    </a:lnTo>
                    <a:lnTo>
                      <a:pt x="36930" y="34043"/>
                    </a:lnTo>
                    <a:lnTo>
                      <a:pt x="36826" y="33980"/>
                    </a:lnTo>
                    <a:lnTo>
                      <a:pt x="36637" y="33980"/>
                    </a:lnTo>
                    <a:lnTo>
                      <a:pt x="36491" y="33876"/>
                    </a:lnTo>
                    <a:lnTo>
                      <a:pt x="36616" y="33834"/>
                    </a:lnTo>
                    <a:lnTo>
                      <a:pt x="36637" y="33750"/>
                    </a:lnTo>
                    <a:lnTo>
                      <a:pt x="36491" y="33750"/>
                    </a:lnTo>
                    <a:lnTo>
                      <a:pt x="36428" y="33708"/>
                    </a:lnTo>
                    <a:lnTo>
                      <a:pt x="36323" y="33708"/>
                    </a:lnTo>
                    <a:lnTo>
                      <a:pt x="36282" y="33541"/>
                    </a:lnTo>
                    <a:lnTo>
                      <a:pt x="36219" y="33499"/>
                    </a:lnTo>
                    <a:lnTo>
                      <a:pt x="36219" y="33332"/>
                    </a:lnTo>
                    <a:lnTo>
                      <a:pt x="36261" y="33227"/>
                    </a:lnTo>
                    <a:lnTo>
                      <a:pt x="36177" y="33143"/>
                    </a:lnTo>
                    <a:lnTo>
                      <a:pt x="36261" y="33039"/>
                    </a:lnTo>
                    <a:lnTo>
                      <a:pt x="36261" y="32997"/>
                    </a:lnTo>
                    <a:lnTo>
                      <a:pt x="36051" y="32997"/>
                    </a:lnTo>
                    <a:lnTo>
                      <a:pt x="36114" y="32913"/>
                    </a:lnTo>
                    <a:lnTo>
                      <a:pt x="36198" y="32913"/>
                    </a:lnTo>
                    <a:lnTo>
                      <a:pt x="36365" y="32620"/>
                    </a:lnTo>
                    <a:lnTo>
                      <a:pt x="36470" y="32558"/>
                    </a:lnTo>
                    <a:lnTo>
                      <a:pt x="36428" y="32474"/>
                    </a:lnTo>
                    <a:lnTo>
                      <a:pt x="36365" y="32474"/>
                    </a:lnTo>
                    <a:lnTo>
                      <a:pt x="36323" y="32411"/>
                    </a:lnTo>
                    <a:lnTo>
                      <a:pt x="36219" y="32411"/>
                    </a:lnTo>
                    <a:lnTo>
                      <a:pt x="36114" y="32495"/>
                    </a:lnTo>
                    <a:lnTo>
                      <a:pt x="35989" y="32558"/>
                    </a:lnTo>
                    <a:lnTo>
                      <a:pt x="35947" y="32474"/>
                    </a:lnTo>
                    <a:lnTo>
                      <a:pt x="35905" y="32369"/>
                    </a:lnTo>
                    <a:lnTo>
                      <a:pt x="35675" y="32307"/>
                    </a:lnTo>
                    <a:lnTo>
                      <a:pt x="35528" y="32286"/>
                    </a:lnTo>
                    <a:lnTo>
                      <a:pt x="35361" y="32307"/>
                    </a:lnTo>
                    <a:lnTo>
                      <a:pt x="35528" y="32244"/>
                    </a:lnTo>
                    <a:lnTo>
                      <a:pt x="35654" y="32265"/>
                    </a:lnTo>
                    <a:lnTo>
                      <a:pt x="35779" y="32244"/>
                    </a:lnTo>
                    <a:lnTo>
                      <a:pt x="35863" y="32181"/>
                    </a:lnTo>
                    <a:lnTo>
                      <a:pt x="35989" y="32244"/>
                    </a:lnTo>
                    <a:lnTo>
                      <a:pt x="36093" y="32307"/>
                    </a:lnTo>
                    <a:lnTo>
                      <a:pt x="36219" y="32307"/>
                    </a:lnTo>
                    <a:lnTo>
                      <a:pt x="36386" y="32202"/>
                    </a:lnTo>
                    <a:lnTo>
                      <a:pt x="36470" y="32202"/>
                    </a:lnTo>
                    <a:lnTo>
                      <a:pt x="36575" y="32097"/>
                    </a:lnTo>
                    <a:lnTo>
                      <a:pt x="36700" y="32076"/>
                    </a:lnTo>
                    <a:lnTo>
                      <a:pt x="36784" y="31867"/>
                    </a:lnTo>
                    <a:lnTo>
                      <a:pt x="36721" y="31825"/>
                    </a:lnTo>
                    <a:lnTo>
                      <a:pt x="36805" y="31783"/>
                    </a:lnTo>
                    <a:lnTo>
                      <a:pt x="36742" y="31721"/>
                    </a:lnTo>
                    <a:lnTo>
                      <a:pt x="36616" y="31658"/>
                    </a:lnTo>
                    <a:lnTo>
                      <a:pt x="36533" y="31658"/>
                    </a:lnTo>
                    <a:lnTo>
                      <a:pt x="36575" y="31637"/>
                    </a:lnTo>
                    <a:lnTo>
                      <a:pt x="36575" y="31616"/>
                    </a:lnTo>
                    <a:lnTo>
                      <a:pt x="36742" y="31637"/>
                    </a:lnTo>
                    <a:lnTo>
                      <a:pt x="36742" y="31574"/>
                    </a:lnTo>
                    <a:lnTo>
                      <a:pt x="36512" y="31449"/>
                    </a:lnTo>
                    <a:lnTo>
                      <a:pt x="36303" y="31365"/>
                    </a:lnTo>
                    <a:lnTo>
                      <a:pt x="35905" y="31365"/>
                    </a:lnTo>
                    <a:lnTo>
                      <a:pt x="35800" y="31428"/>
                    </a:lnTo>
                    <a:lnTo>
                      <a:pt x="35675" y="31428"/>
                    </a:lnTo>
                    <a:lnTo>
                      <a:pt x="35319" y="31553"/>
                    </a:lnTo>
                    <a:lnTo>
                      <a:pt x="35026" y="31616"/>
                    </a:lnTo>
                    <a:lnTo>
                      <a:pt x="34859" y="31679"/>
                    </a:lnTo>
                    <a:lnTo>
                      <a:pt x="34712" y="31721"/>
                    </a:lnTo>
                    <a:lnTo>
                      <a:pt x="34440" y="31867"/>
                    </a:lnTo>
                    <a:lnTo>
                      <a:pt x="34064" y="32139"/>
                    </a:lnTo>
                    <a:lnTo>
                      <a:pt x="33771" y="32390"/>
                    </a:lnTo>
                    <a:lnTo>
                      <a:pt x="33666" y="32453"/>
                    </a:lnTo>
                    <a:lnTo>
                      <a:pt x="33541" y="32579"/>
                    </a:lnTo>
                    <a:lnTo>
                      <a:pt x="33373" y="32767"/>
                    </a:lnTo>
                    <a:lnTo>
                      <a:pt x="33185" y="32892"/>
                    </a:lnTo>
                    <a:lnTo>
                      <a:pt x="32934" y="33018"/>
                    </a:lnTo>
                    <a:lnTo>
                      <a:pt x="32641" y="33143"/>
                    </a:lnTo>
                    <a:lnTo>
                      <a:pt x="32515" y="33143"/>
                    </a:lnTo>
                    <a:lnTo>
                      <a:pt x="32704" y="33102"/>
                    </a:lnTo>
                    <a:lnTo>
                      <a:pt x="33018" y="32976"/>
                    </a:lnTo>
                    <a:lnTo>
                      <a:pt x="33038" y="32892"/>
                    </a:lnTo>
                    <a:lnTo>
                      <a:pt x="33290" y="32725"/>
                    </a:lnTo>
                    <a:lnTo>
                      <a:pt x="33373" y="32599"/>
                    </a:lnTo>
                    <a:lnTo>
                      <a:pt x="33436" y="32453"/>
                    </a:lnTo>
                    <a:lnTo>
                      <a:pt x="33541" y="32411"/>
                    </a:lnTo>
                    <a:lnTo>
                      <a:pt x="33666" y="32286"/>
                    </a:lnTo>
                    <a:lnTo>
                      <a:pt x="33813" y="32202"/>
                    </a:lnTo>
                    <a:lnTo>
                      <a:pt x="33875" y="31993"/>
                    </a:lnTo>
                    <a:lnTo>
                      <a:pt x="34106" y="31888"/>
                    </a:lnTo>
                    <a:lnTo>
                      <a:pt x="34231" y="31679"/>
                    </a:lnTo>
                    <a:lnTo>
                      <a:pt x="34294" y="31658"/>
                    </a:lnTo>
                    <a:lnTo>
                      <a:pt x="34315" y="31595"/>
                    </a:lnTo>
                    <a:lnTo>
                      <a:pt x="34440" y="31532"/>
                    </a:lnTo>
                    <a:lnTo>
                      <a:pt x="34545" y="31491"/>
                    </a:lnTo>
                    <a:lnTo>
                      <a:pt x="34608" y="31386"/>
                    </a:lnTo>
                    <a:lnTo>
                      <a:pt x="34712" y="31344"/>
                    </a:lnTo>
                    <a:lnTo>
                      <a:pt x="34754" y="31386"/>
                    </a:lnTo>
                    <a:lnTo>
                      <a:pt x="34838" y="31365"/>
                    </a:lnTo>
                    <a:lnTo>
                      <a:pt x="34922" y="31239"/>
                    </a:lnTo>
                    <a:lnTo>
                      <a:pt x="35131" y="31239"/>
                    </a:lnTo>
                    <a:lnTo>
                      <a:pt x="35235" y="31177"/>
                    </a:lnTo>
                    <a:lnTo>
                      <a:pt x="35424" y="31177"/>
                    </a:lnTo>
                    <a:lnTo>
                      <a:pt x="35487" y="31072"/>
                    </a:lnTo>
                    <a:lnTo>
                      <a:pt x="35528" y="30946"/>
                    </a:lnTo>
                    <a:lnTo>
                      <a:pt x="35570" y="30905"/>
                    </a:lnTo>
                    <a:lnTo>
                      <a:pt x="35570" y="30821"/>
                    </a:lnTo>
                    <a:lnTo>
                      <a:pt x="35696" y="30758"/>
                    </a:lnTo>
                    <a:lnTo>
                      <a:pt x="35905" y="30591"/>
                    </a:lnTo>
                    <a:lnTo>
                      <a:pt x="36010" y="30549"/>
                    </a:lnTo>
                    <a:lnTo>
                      <a:pt x="36072" y="30507"/>
                    </a:lnTo>
                    <a:lnTo>
                      <a:pt x="36010" y="30444"/>
                    </a:lnTo>
                    <a:lnTo>
                      <a:pt x="36072" y="30382"/>
                    </a:lnTo>
                    <a:lnTo>
                      <a:pt x="36156" y="30319"/>
                    </a:lnTo>
                    <a:lnTo>
                      <a:pt x="36261" y="30423"/>
                    </a:lnTo>
                    <a:lnTo>
                      <a:pt x="36386" y="30486"/>
                    </a:lnTo>
                    <a:lnTo>
                      <a:pt x="36616" y="30444"/>
                    </a:lnTo>
                    <a:lnTo>
                      <a:pt x="36805" y="30528"/>
                    </a:lnTo>
                    <a:lnTo>
                      <a:pt x="36888" y="30528"/>
                    </a:lnTo>
                    <a:lnTo>
                      <a:pt x="36951" y="30549"/>
                    </a:lnTo>
                    <a:lnTo>
                      <a:pt x="37098" y="30486"/>
                    </a:lnTo>
                    <a:lnTo>
                      <a:pt x="37160" y="30549"/>
                    </a:lnTo>
                    <a:lnTo>
                      <a:pt x="37265" y="30549"/>
                    </a:lnTo>
                    <a:lnTo>
                      <a:pt x="37349" y="30507"/>
                    </a:lnTo>
                    <a:lnTo>
                      <a:pt x="37474" y="30591"/>
                    </a:lnTo>
                    <a:lnTo>
                      <a:pt x="37663" y="30612"/>
                    </a:lnTo>
                    <a:lnTo>
                      <a:pt x="37746" y="30570"/>
                    </a:lnTo>
                    <a:lnTo>
                      <a:pt x="37788" y="30570"/>
                    </a:lnTo>
                    <a:lnTo>
                      <a:pt x="37893" y="30633"/>
                    </a:lnTo>
                    <a:lnTo>
                      <a:pt x="38039" y="30674"/>
                    </a:lnTo>
                    <a:lnTo>
                      <a:pt x="38081" y="30633"/>
                    </a:lnTo>
                    <a:lnTo>
                      <a:pt x="38248" y="30716"/>
                    </a:lnTo>
                    <a:lnTo>
                      <a:pt x="38311" y="30716"/>
                    </a:lnTo>
                    <a:lnTo>
                      <a:pt x="38416" y="30674"/>
                    </a:lnTo>
                    <a:lnTo>
                      <a:pt x="38500" y="30695"/>
                    </a:lnTo>
                    <a:lnTo>
                      <a:pt x="38479" y="30737"/>
                    </a:lnTo>
                    <a:lnTo>
                      <a:pt x="38583" y="30779"/>
                    </a:lnTo>
                    <a:lnTo>
                      <a:pt x="38834" y="30695"/>
                    </a:lnTo>
                    <a:lnTo>
                      <a:pt x="38897" y="30695"/>
                    </a:lnTo>
                    <a:lnTo>
                      <a:pt x="39023" y="30633"/>
                    </a:lnTo>
                    <a:lnTo>
                      <a:pt x="39085" y="30674"/>
                    </a:lnTo>
                    <a:lnTo>
                      <a:pt x="39253" y="30674"/>
                    </a:lnTo>
                    <a:lnTo>
                      <a:pt x="39336" y="30716"/>
                    </a:lnTo>
                    <a:lnTo>
                      <a:pt x="39441" y="30674"/>
                    </a:lnTo>
                    <a:lnTo>
                      <a:pt x="39462" y="30591"/>
                    </a:lnTo>
                    <a:lnTo>
                      <a:pt x="39608" y="30591"/>
                    </a:lnTo>
                    <a:lnTo>
                      <a:pt x="39671" y="30528"/>
                    </a:lnTo>
                    <a:lnTo>
                      <a:pt x="39734" y="30570"/>
                    </a:lnTo>
                    <a:lnTo>
                      <a:pt x="39818" y="30465"/>
                    </a:lnTo>
                    <a:lnTo>
                      <a:pt x="39922" y="30402"/>
                    </a:lnTo>
                    <a:lnTo>
                      <a:pt x="39943" y="30361"/>
                    </a:lnTo>
                    <a:lnTo>
                      <a:pt x="40048" y="30382"/>
                    </a:lnTo>
                    <a:lnTo>
                      <a:pt x="40132" y="30214"/>
                    </a:lnTo>
                    <a:lnTo>
                      <a:pt x="40132" y="30110"/>
                    </a:lnTo>
                    <a:lnTo>
                      <a:pt x="40194" y="30110"/>
                    </a:lnTo>
                    <a:lnTo>
                      <a:pt x="40278" y="30047"/>
                    </a:lnTo>
                    <a:lnTo>
                      <a:pt x="40299" y="29963"/>
                    </a:lnTo>
                    <a:lnTo>
                      <a:pt x="40257" y="29942"/>
                    </a:lnTo>
                    <a:lnTo>
                      <a:pt x="40278" y="29879"/>
                    </a:lnTo>
                    <a:lnTo>
                      <a:pt x="40383" y="29879"/>
                    </a:lnTo>
                    <a:lnTo>
                      <a:pt x="40487" y="29858"/>
                    </a:lnTo>
                    <a:lnTo>
                      <a:pt x="40487" y="29775"/>
                    </a:lnTo>
                    <a:lnTo>
                      <a:pt x="40508" y="29754"/>
                    </a:lnTo>
                    <a:lnTo>
                      <a:pt x="40571" y="29838"/>
                    </a:lnTo>
                    <a:lnTo>
                      <a:pt x="40696" y="29858"/>
                    </a:lnTo>
                    <a:lnTo>
                      <a:pt x="40801" y="29775"/>
                    </a:lnTo>
                    <a:lnTo>
                      <a:pt x="40822" y="29838"/>
                    </a:lnTo>
                    <a:lnTo>
                      <a:pt x="40906" y="29838"/>
                    </a:lnTo>
                    <a:lnTo>
                      <a:pt x="40989" y="29775"/>
                    </a:lnTo>
                    <a:lnTo>
                      <a:pt x="41031" y="29838"/>
                    </a:lnTo>
                    <a:lnTo>
                      <a:pt x="41136" y="29796"/>
                    </a:lnTo>
                    <a:lnTo>
                      <a:pt x="41178" y="29754"/>
                    </a:lnTo>
                    <a:lnTo>
                      <a:pt x="41241" y="29754"/>
                    </a:lnTo>
                    <a:lnTo>
                      <a:pt x="41324" y="29649"/>
                    </a:lnTo>
                    <a:lnTo>
                      <a:pt x="41387" y="29649"/>
                    </a:lnTo>
                    <a:lnTo>
                      <a:pt x="41492" y="29545"/>
                    </a:lnTo>
                    <a:lnTo>
                      <a:pt x="41617" y="29545"/>
                    </a:lnTo>
                    <a:lnTo>
                      <a:pt x="41764" y="29440"/>
                    </a:lnTo>
                    <a:lnTo>
                      <a:pt x="41826" y="29356"/>
                    </a:lnTo>
                    <a:lnTo>
                      <a:pt x="41910" y="29356"/>
                    </a:lnTo>
                    <a:lnTo>
                      <a:pt x="41931" y="29252"/>
                    </a:lnTo>
                    <a:lnTo>
                      <a:pt x="41973" y="29147"/>
                    </a:lnTo>
                    <a:lnTo>
                      <a:pt x="41910" y="29126"/>
                    </a:lnTo>
                    <a:lnTo>
                      <a:pt x="41805" y="29147"/>
                    </a:lnTo>
                    <a:lnTo>
                      <a:pt x="41722" y="29105"/>
                    </a:lnTo>
                    <a:lnTo>
                      <a:pt x="41764" y="29105"/>
                    </a:lnTo>
                    <a:lnTo>
                      <a:pt x="41868" y="29126"/>
                    </a:lnTo>
                    <a:lnTo>
                      <a:pt x="41952" y="29105"/>
                    </a:lnTo>
                    <a:lnTo>
                      <a:pt x="41868" y="29001"/>
                    </a:lnTo>
                    <a:lnTo>
                      <a:pt x="41764" y="29001"/>
                    </a:lnTo>
                    <a:lnTo>
                      <a:pt x="41617" y="28917"/>
                    </a:lnTo>
                    <a:lnTo>
                      <a:pt x="41554" y="28812"/>
                    </a:lnTo>
                    <a:lnTo>
                      <a:pt x="41554" y="28812"/>
                    </a:lnTo>
                    <a:lnTo>
                      <a:pt x="41701" y="28896"/>
                    </a:lnTo>
                    <a:lnTo>
                      <a:pt x="41805" y="28833"/>
                    </a:lnTo>
                    <a:lnTo>
                      <a:pt x="41826" y="28729"/>
                    </a:lnTo>
                    <a:lnTo>
                      <a:pt x="41910" y="28708"/>
                    </a:lnTo>
                    <a:lnTo>
                      <a:pt x="41952" y="28603"/>
                    </a:lnTo>
                    <a:lnTo>
                      <a:pt x="41764" y="28540"/>
                    </a:lnTo>
                    <a:lnTo>
                      <a:pt x="41847" y="28478"/>
                    </a:lnTo>
                    <a:lnTo>
                      <a:pt x="41931" y="28498"/>
                    </a:lnTo>
                    <a:lnTo>
                      <a:pt x="42015" y="28415"/>
                    </a:lnTo>
                    <a:lnTo>
                      <a:pt x="41973" y="28331"/>
                    </a:lnTo>
                    <a:lnTo>
                      <a:pt x="41826" y="28268"/>
                    </a:lnTo>
                    <a:lnTo>
                      <a:pt x="41805" y="28164"/>
                    </a:lnTo>
                    <a:lnTo>
                      <a:pt x="41847" y="28122"/>
                    </a:lnTo>
                    <a:lnTo>
                      <a:pt x="41952" y="28185"/>
                    </a:lnTo>
                    <a:lnTo>
                      <a:pt x="41931" y="28101"/>
                    </a:lnTo>
                    <a:lnTo>
                      <a:pt x="41764" y="28017"/>
                    </a:lnTo>
                    <a:lnTo>
                      <a:pt x="41617" y="28017"/>
                    </a:lnTo>
                    <a:lnTo>
                      <a:pt x="41638" y="27954"/>
                    </a:lnTo>
                    <a:lnTo>
                      <a:pt x="41701" y="27913"/>
                    </a:lnTo>
                    <a:lnTo>
                      <a:pt x="41659" y="27871"/>
                    </a:lnTo>
                    <a:lnTo>
                      <a:pt x="41533" y="27871"/>
                    </a:lnTo>
                    <a:lnTo>
                      <a:pt x="41387" y="27954"/>
                    </a:lnTo>
                    <a:lnTo>
                      <a:pt x="41345" y="28059"/>
                    </a:lnTo>
                    <a:lnTo>
                      <a:pt x="41303" y="28101"/>
                    </a:lnTo>
                    <a:lnTo>
                      <a:pt x="41241" y="27996"/>
                    </a:lnTo>
                    <a:lnTo>
                      <a:pt x="41094" y="27996"/>
                    </a:lnTo>
                    <a:lnTo>
                      <a:pt x="41157" y="27913"/>
                    </a:lnTo>
                    <a:lnTo>
                      <a:pt x="41220" y="27913"/>
                    </a:lnTo>
                    <a:lnTo>
                      <a:pt x="41345" y="27808"/>
                    </a:lnTo>
                    <a:lnTo>
                      <a:pt x="41387" y="27703"/>
                    </a:lnTo>
                    <a:lnTo>
                      <a:pt x="41303" y="27536"/>
                    </a:lnTo>
                    <a:lnTo>
                      <a:pt x="41115" y="27473"/>
                    </a:lnTo>
                    <a:lnTo>
                      <a:pt x="40885" y="27494"/>
                    </a:lnTo>
                    <a:lnTo>
                      <a:pt x="40801" y="27536"/>
                    </a:lnTo>
                    <a:lnTo>
                      <a:pt x="40822" y="27557"/>
                    </a:lnTo>
                    <a:lnTo>
                      <a:pt x="40969" y="27557"/>
                    </a:lnTo>
                    <a:lnTo>
                      <a:pt x="41010" y="27578"/>
                    </a:lnTo>
                    <a:lnTo>
                      <a:pt x="40885" y="27578"/>
                    </a:lnTo>
                    <a:lnTo>
                      <a:pt x="40717" y="27557"/>
                    </a:lnTo>
                    <a:lnTo>
                      <a:pt x="40550" y="27641"/>
                    </a:lnTo>
                    <a:lnTo>
                      <a:pt x="40404" y="27661"/>
                    </a:lnTo>
                    <a:lnTo>
                      <a:pt x="40299" y="27787"/>
                    </a:lnTo>
                    <a:lnTo>
                      <a:pt x="40257" y="27892"/>
                    </a:lnTo>
                    <a:lnTo>
                      <a:pt x="40173" y="27892"/>
                    </a:lnTo>
                    <a:lnTo>
                      <a:pt x="40048" y="27996"/>
                    </a:lnTo>
                    <a:lnTo>
                      <a:pt x="39860" y="27996"/>
                    </a:lnTo>
                    <a:lnTo>
                      <a:pt x="39755" y="28205"/>
                    </a:lnTo>
                    <a:lnTo>
                      <a:pt x="39671" y="28205"/>
                    </a:lnTo>
                    <a:lnTo>
                      <a:pt x="39629" y="28268"/>
                    </a:lnTo>
                    <a:lnTo>
                      <a:pt x="39567" y="28268"/>
                    </a:lnTo>
                    <a:lnTo>
                      <a:pt x="39525" y="28185"/>
                    </a:lnTo>
                    <a:lnTo>
                      <a:pt x="39608" y="28101"/>
                    </a:lnTo>
                    <a:lnTo>
                      <a:pt x="39671" y="28122"/>
                    </a:lnTo>
                    <a:lnTo>
                      <a:pt x="39713" y="28059"/>
                    </a:lnTo>
                    <a:lnTo>
                      <a:pt x="39462" y="27871"/>
                    </a:lnTo>
                    <a:lnTo>
                      <a:pt x="39441" y="27808"/>
                    </a:lnTo>
                    <a:lnTo>
                      <a:pt x="39357" y="27787"/>
                    </a:lnTo>
                    <a:lnTo>
                      <a:pt x="39399" y="27745"/>
                    </a:lnTo>
                    <a:lnTo>
                      <a:pt x="39399" y="27641"/>
                    </a:lnTo>
                    <a:lnTo>
                      <a:pt x="39525" y="27850"/>
                    </a:lnTo>
                    <a:lnTo>
                      <a:pt x="39734" y="27975"/>
                    </a:lnTo>
                    <a:lnTo>
                      <a:pt x="39776" y="27913"/>
                    </a:lnTo>
                    <a:lnTo>
                      <a:pt x="39818" y="27808"/>
                    </a:lnTo>
                    <a:lnTo>
                      <a:pt x="39943" y="27808"/>
                    </a:lnTo>
                    <a:lnTo>
                      <a:pt x="40027" y="27745"/>
                    </a:lnTo>
                    <a:lnTo>
                      <a:pt x="40194" y="27641"/>
                    </a:lnTo>
                    <a:lnTo>
                      <a:pt x="40404" y="27578"/>
                    </a:lnTo>
                    <a:lnTo>
                      <a:pt x="40613" y="27557"/>
                    </a:lnTo>
                    <a:lnTo>
                      <a:pt x="40592" y="27494"/>
                    </a:lnTo>
                    <a:lnTo>
                      <a:pt x="40508" y="27473"/>
                    </a:lnTo>
                    <a:lnTo>
                      <a:pt x="40613" y="27473"/>
                    </a:lnTo>
                    <a:lnTo>
                      <a:pt x="40717" y="27369"/>
                    </a:lnTo>
                    <a:lnTo>
                      <a:pt x="40906" y="27285"/>
                    </a:lnTo>
                    <a:lnTo>
                      <a:pt x="40969" y="27348"/>
                    </a:lnTo>
                    <a:lnTo>
                      <a:pt x="41199" y="27285"/>
                    </a:lnTo>
                    <a:lnTo>
                      <a:pt x="41199" y="27243"/>
                    </a:lnTo>
                    <a:lnTo>
                      <a:pt x="41387" y="27222"/>
                    </a:lnTo>
                    <a:lnTo>
                      <a:pt x="41282" y="27117"/>
                    </a:lnTo>
                    <a:lnTo>
                      <a:pt x="41010" y="27034"/>
                    </a:lnTo>
                    <a:lnTo>
                      <a:pt x="41073" y="26971"/>
                    </a:lnTo>
                    <a:lnTo>
                      <a:pt x="41136" y="26971"/>
                    </a:lnTo>
                    <a:lnTo>
                      <a:pt x="41199" y="26866"/>
                    </a:lnTo>
                    <a:lnTo>
                      <a:pt x="41115" y="26845"/>
                    </a:lnTo>
                    <a:lnTo>
                      <a:pt x="40969" y="26908"/>
                    </a:lnTo>
                    <a:lnTo>
                      <a:pt x="40885" y="27013"/>
                    </a:lnTo>
                    <a:lnTo>
                      <a:pt x="40759" y="26929"/>
                    </a:lnTo>
                    <a:lnTo>
                      <a:pt x="40613" y="26950"/>
                    </a:lnTo>
                    <a:lnTo>
                      <a:pt x="40592" y="26866"/>
                    </a:lnTo>
                    <a:lnTo>
                      <a:pt x="40676" y="26845"/>
                    </a:lnTo>
                    <a:lnTo>
                      <a:pt x="40676" y="26657"/>
                    </a:lnTo>
                    <a:lnTo>
                      <a:pt x="40696" y="26615"/>
                    </a:lnTo>
                    <a:lnTo>
                      <a:pt x="40550" y="26720"/>
                    </a:lnTo>
                    <a:lnTo>
                      <a:pt x="40550" y="26657"/>
                    </a:lnTo>
                    <a:lnTo>
                      <a:pt x="40592" y="26615"/>
                    </a:lnTo>
                    <a:lnTo>
                      <a:pt x="40550" y="26594"/>
                    </a:lnTo>
                    <a:lnTo>
                      <a:pt x="40341" y="26762"/>
                    </a:lnTo>
                    <a:lnTo>
                      <a:pt x="40257" y="26845"/>
                    </a:lnTo>
                    <a:lnTo>
                      <a:pt x="40194" y="26845"/>
                    </a:lnTo>
                    <a:lnTo>
                      <a:pt x="40278" y="26762"/>
                    </a:lnTo>
                    <a:lnTo>
                      <a:pt x="40445" y="26636"/>
                    </a:lnTo>
                    <a:lnTo>
                      <a:pt x="40383" y="26594"/>
                    </a:lnTo>
                    <a:lnTo>
                      <a:pt x="40236" y="26657"/>
                    </a:lnTo>
                    <a:lnTo>
                      <a:pt x="40194" y="26636"/>
                    </a:lnTo>
                    <a:lnTo>
                      <a:pt x="40257" y="26594"/>
                    </a:lnTo>
                    <a:lnTo>
                      <a:pt x="40341" y="26532"/>
                    </a:lnTo>
                    <a:lnTo>
                      <a:pt x="40341" y="26490"/>
                    </a:lnTo>
                    <a:lnTo>
                      <a:pt x="40194" y="26511"/>
                    </a:lnTo>
                    <a:lnTo>
                      <a:pt x="40090" y="26615"/>
                    </a:lnTo>
                    <a:lnTo>
                      <a:pt x="39985" y="26741"/>
                    </a:lnTo>
                    <a:lnTo>
                      <a:pt x="39943" y="26720"/>
                    </a:lnTo>
                    <a:lnTo>
                      <a:pt x="39985" y="26615"/>
                    </a:lnTo>
                    <a:lnTo>
                      <a:pt x="40090" y="26532"/>
                    </a:lnTo>
                    <a:lnTo>
                      <a:pt x="40090" y="26490"/>
                    </a:lnTo>
                    <a:lnTo>
                      <a:pt x="40027" y="26490"/>
                    </a:lnTo>
                    <a:lnTo>
                      <a:pt x="39818" y="26699"/>
                    </a:lnTo>
                    <a:lnTo>
                      <a:pt x="39713" y="26720"/>
                    </a:lnTo>
                    <a:lnTo>
                      <a:pt x="39608" y="26636"/>
                    </a:lnTo>
                    <a:lnTo>
                      <a:pt x="39734" y="26657"/>
                    </a:lnTo>
                    <a:lnTo>
                      <a:pt x="39839" y="26594"/>
                    </a:lnTo>
                    <a:lnTo>
                      <a:pt x="40027" y="26343"/>
                    </a:lnTo>
                    <a:lnTo>
                      <a:pt x="40152" y="26281"/>
                    </a:lnTo>
                    <a:lnTo>
                      <a:pt x="40069" y="26197"/>
                    </a:lnTo>
                    <a:lnTo>
                      <a:pt x="40090" y="26092"/>
                    </a:lnTo>
                    <a:lnTo>
                      <a:pt x="40069" y="26071"/>
                    </a:lnTo>
                    <a:lnTo>
                      <a:pt x="39964" y="26218"/>
                    </a:lnTo>
                    <a:lnTo>
                      <a:pt x="39922" y="26218"/>
                    </a:lnTo>
                    <a:lnTo>
                      <a:pt x="39922" y="26176"/>
                    </a:lnTo>
                    <a:lnTo>
                      <a:pt x="39964" y="26092"/>
                    </a:lnTo>
                    <a:lnTo>
                      <a:pt x="39964" y="25925"/>
                    </a:lnTo>
                    <a:lnTo>
                      <a:pt x="39880" y="25904"/>
                    </a:lnTo>
                    <a:lnTo>
                      <a:pt x="39860" y="25883"/>
                    </a:lnTo>
                    <a:lnTo>
                      <a:pt x="39755" y="25967"/>
                    </a:lnTo>
                    <a:lnTo>
                      <a:pt x="39734" y="25904"/>
                    </a:lnTo>
                    <a:lnTo>
                      <a:pt x="39755" y="25820"/>
                    </a:lnTo>
                    <a:lnTo>
                      <a:pt x="39734" y="25799"/>
                    </a:lnTo>
                    <a:lnTo>
                      <a:pt x="39650" y="25799"/>
                    </a:lnTo>
                    <a:lnTo>
                      <a:pt x="39713" y="25757"/>
                    </a:lnTo>
                    <a:lnTo>
                      <a:pt x="39650" y="25695"/>
                    </a:lnTo>
                    <a:lnTo>
                      <a:pt x="39650" y="25611"/>
                    </a:lnTo>
                    <a:lnTo>
                      <a:pt x="39608" y="25611"/>
                    </a:lnTo>
                    <a:lnTo>
                      <a:pt x="39441" y="25653"/>
                    </a:lnTo>
                    <a:lnTo>
                      <a:pt x="39441" y="25695"/>
                    </a:lnTo>
                    <a:lnTo>
                      <a:pt x="39357" y="25716"/>
                    </a:lnTo>
                    <a:lnTo>
                      <a:pt x="39148" y="25674"/>
                    </a:lnTo>
                    <a:lnTo>
                      <a:pt x="39316" y="25674"/>
                    </a:lnTo>
                    <a:lnTo>
                      <a:pt x="39357" y="25590"/>
                    </a:lnTo>
                    <a:lnTo>
                      <a:pt x="39504" y="25569"/>
                    </a:lnTo>
                    <a:lnTo>
                      <a:pt x="39525" y="25506"/>
                    </a:lnTo>
                    <a:lnTo>
                      <a:pt x="39462" y="25444"/>
                    </a:lnTo>
                    <a:lnTo>
                      <a:pt x="39357" y="25339"/>
                    </a:lnTo>
                    <a:lnTo>
                      <a:pt x="39357" y="25234"/>
                    </a:lnTo>
                    <a:lnTo>
                      <a:pt x="39211" y="25151"/>
                    </a:lnTo>
                    <a:lnTo>
                      <a:pt x="39357" y="25151"/>
                    </a:lnTo>
                    <a:lnTo>
                      <a:pt x="39525" y="25234"/>
                    </a:lnTo>
                    <a:lnTo>
                      <a:pt x="39650" y="25234"/>
                    </a:lnTo>
                    <a:lnTo>
                      <a:pt x="39650" y="25151"/>
                    </a:lnTo>
                    <a:lnTo>
                      <a:pt x="39546" y="25088"/>
                    </a:lnTo>
                    <a:lnTo>
                      <a:pt x="39567" y="25046"/>
                    </a:lnTo>
                    <a:lnTo>
                      <a:pt x="39650" y="25067"/>
                    </a:lnTo>
                    <a:lnTo>
                      <a:pt x="39776" y="24962"/>
                    </a:lnTo>
                    <a:lnTo>
                      <a:pt x="39860" y="24920"/>
                    </a:lnTo>
                    <a:lnTo>
                      <a:pt x="39880" y="24816"/>
                    </a:lnTo>
                    <a:lnTo>
                      <a:pt x="39776" y="24711"/>
                    </a:lnTo>
                    <a:lnTo>
                      <a:pt x="39713" y="24732"/>
                    </a:lnTo>
                    <a:lnTo>
                      <a:pt x="39608" y="24711"/>
                    </a:lnTo>
                    <a:lnTo>
                      <a:pt x="39671" y="24648"/>
                    </a:lnTo>
                    <a:lnTo>
                      <a:pt x="39713" y="24565"/>
                    </a:lnTo>
                    <a:lnTo>
                      <a:pt x="39650" y="24523"/>
                    </a:lnTo>
                    <a:lnTo>
                      <a:pt x="39525" y="24523"/>
                    </a:lnTo>
                    <a:lnTo>
                      <a:pt x="39462" y="24502"/>
                    </a:lnTo>
                    <a:lnTo>
                      <a:pt x="39399" y="24523"/>
                    </a:lnTo>
                    <a:lnTo>
                      <a:pt x="39316" y="24439"/>
                    </a:lnTo>
                    <a:lnTo>
                      <a:pt x="39420" y="24439"/>
                    </a:lnTo>
                    <a:lnTo>
                      <a:pt x="39462" y="24397"/>
                    </a:lnTo>
                    <a:lnTo>
                      <a:pt x="39546" y="24418"/>
                    </a:lnTo>
                    <a:lnTo>
                      <a:pt x="39650" y="24314"/>
                    </a:lnTo>
                    <a:lnTo>
                      <a:pt x="39608" y="24125"/>
                    </a:lnTo>
                    <a:lnTo>
                      <a:pt x="39504" y="24021"/>
                    </a:lnTo>
                    <a:lnTo>
                      <a:pt x="39441" y="24104"/>
                    </a:lnTo>
                    <a:lnTo>
                      <a:pt x="39336" y="24084"/>
                    </a:lnTo>
                    <a:lnTo>
                      <a:pt x="39253" y="24146"/>
                    </a:lnTo>
                    <a:lnTo>
                      <a:pt x="39295" y="24042"/>
                    </a:lnTo>
                    <a:lnTo>
                      <a:pt x="39420" y="23979"/>
                    </a:lnTo>
                    <a:lnTo>
                      <a:pt x="39504" y="23979"/>
                    </a:lnTo>
                    <a:lnTo>
                      <a:pt x="39504" y="23874"/>
                    </a:lnTo>
                    <a:lnTo>
                      <a:pt x="39399" y="23832"/>
                    </a:lnTo>
                    <a:lnTo>
                      <a:pt x="39316" y="23874"/>
                    </a:lnTo>
                    <a:lnTo>
                      <a:pt x="39190" y="23874"/>
                    </a:lnTo>
                    <a:lnTo>
                      <a:pt x="39002" y="23937"/>
                    </a:lnTo>
                    <a:lnTo>
                      <a:pt x="39002" y="23937"/>
                    </a:lnTo>
                    <a:lnTo>
                      <a:pt x="39148" y="23728"/>
                    </a:lnTo>
                    <a:lnTo>
                      <a:pt x="39253" y="23728"/>
                    </a:lnTo>
                    <a:lnTo>
                      <a:pt x="39357" y="23686"/>
                    </a:lnTo>
                    <a:lnTo>
                      <a:pt x="39357" y="23623"/>
                    </a:lnTo>
                    <a:lnTo>
                      <a:pt x="39441" y="23560"/>
                    </a:lnTo>
                    <a:lnTo>
                      <a:pt x="39420" y="23519"/>
                    </a:lnTo>
                    <a:lnTo>
                      <a:pt x="39295" y="23581"/>
                    </a:lnTo>
                    <a:lnTo>
                      <a:pt x="39106" y="23581"/>
                    </a:lnTo>
                    <a:lnTo>
                      <a:pt x="38939" y="23665"/>
                    </a:lnTo>
                    <a:lnTo>
                      <a:pt x="38939" y="23665"/>
                    </a:lnTo>
                    <a:lnTo>
                      <a:pt x="39002" y="23581"/>
                    </a:lnTo>
                    <a:lnTo>
                      <a:pt x="38981" y="23498"/>
                    </a:lnTo>
                    <a:lnTo>
                      <a:pt x="39023" y="23414"/>
                    </a:lnTo>
                    <a:lnTo>
                      <a:pt x="39106" y="23477"/>
                    </a:lnTo>
                    <a:lnTo>
                      <a:pt x="39295" y="23477"/>
                    </a:lnTo>
                    <a:lnTo>
                      <a:pt x="39399" y="23351"/>
                    </a:lnTo>
                    <a:lnTo>
                      <a:pt x="39399" y="23205"/>
                    </a:lnTo>
                    <a:lnTo>
                      <a:pt x="39295" y="23268"/>
                    </a:lnTo>
                    <a:lnTo>
                      <a:pt x="39211" y="23247"/>
                    </a:lnTo>
                    <a:lnTo>
                      <a:pt x="39316" y="23142"/>
                    </a:lnTo>
                    <a:lnTo>
                      <a:pt x="39336" y="23037"/>
                    </a:lnTo>
                    <a:lnTo>
                      <a:pt x="39253" y="22996"/>
                    </a:lnTo>
                    <a:lnTo>
                      <a:pt x="39002" y="23079"/>
                    </a:lnTo>
                    <a:lnTo>
                      <a:pt x="38918" y="23037"/>
                    </a:lnTo>
                    <a:lnTo>
                      <a:pt x="38981" y="22954"/>
                    </a:lnTo>
                    <a:lnTo>
                      <a:pt x="39106" y="22975"/>
                    </a:lnTo>
                    <a:lnTo>
                      <a:pt x="39211" y="22954"/>
                    </a:lnTo>
                    <a:lnTo>
                      <a:pt x="39295" y="22828"/>
                    </a:lnTo>
                    <a:lnTo>
                      <a:pt x="39211" y="22765"/>
                    </a:lnTo>
                    <a:lnTo>
                      <a:pt x="39211" y="22682"/>
                    </a:lnTo>
                    <a:lnTo>
                      <a:pt x="39127" y="22765"/>
                    </a:lnTo>
                    <a:lnTo>
                      <a:pt x="39085" y="22765"/>
                    </a:lnTo>
                    <a:lnTo>
                      <a:pt x="39044" y="22682"/>
                    </a:lnTo>
                    <a:lnTo>
                      <a:pt x="38981" y="22619"/>
                    </a:lnTo>
                    <a:lnTo>
                      <a:pt x="39044" y="22577"/>
                    </a:lnTo>
                    <a:lnTo>
                      <a:pt x="39106" y="22640"/>
                    </a:lnTo>
                    <a:lnTo>
                      <a:pt x="39148" y="22577"/>
                    </a:lnTo>
                    <a:lnTo>
                      <a:pt x="39148" y="22452"/>
                    </a:lnTo>
                    <a:lnTo>
                      <a:pt x="39044" y="22347"/>
                    </a:lnTo>
                    <a:lnTo>
                      <a:pt x="39023" y="22242"/>
                    </a:lnTo>
                    <a:lnTo>
                      <a:pt x="39106" y="22200"/>
                    </a:lnTo>
                    <a:lnTo>
                      <a:pt x="39106" y="22096"/>
                    </a:lnTo>
                    <a:lnTo>
                      <a:pt x="39023" y="22096"/>
                    </a:lnTo>
                    <a:lnTo>
                      <a:pt x="39044" y="22033"/>
                    </a:lnTo>
                    <a:lnTo>
                      <a:pt x="39085" y="21928"/>
                    </a:lnTo>
                    <a:lnTo>
                      <a:pt x="39002" y="21928"/>
                    </a:lnTo>
                    <a:lnTo>
                      <a:pt x="38918" y="21907"/>
                    </a:lnTo>
                    <a:lnTo>
                      <a:pt x="38918" y="21887"/>
                    </a:lnTo>
                    <a:lnTo>
                      <a:pt x="38981" y="21887"/>
                    </a:lnTo>
                    <a:lnTo>
                      <a:pt x="39044" y="21803"/>
                    </a:lnTo>
                    <a:lnTo>
                      <a:pt x="38981" y="21740"/>
                    </a:lnTo>
                    <a:lnTo>
                      <a:pt x="38981" y="21677"/>
                    </a:lnTo>
                    <a:lnTo>
                      <a:pt x="39044" y="21615"/>
                    </a:lnTo>
                    <a:lnTo>
                      <a:pt x="39023" y="21573"/>
                    </a:lnTo>
                    <a:lnTo>
                      <a:pt x="38918" y="21615"/>
                    </a:lnTo>
                    <a:lnTo>
                      <a:pt x="38918" y="21615"/>
                    </a:lnTo>
                    <a:lnTo>
                      <a:pt x="39023" y="21531"/>
                    </a:lnTo>
                    <a:lnTo>
                      <a:pt x="38981" y="21489"/>
                    </a:lnTo>
                    <a:lnTo>
                      <a:pt x="38876" y="21510"/>
                    </a:lnTo>
                    <a:lnTo>
                      <a:pt x="38772" y="21635"/>
                    </a:lnTo>
                    <a:lnTo>
                      <a:pt x="38792" y="21719"/>
                    </a:lnTo>
                    <a:lnTo>
                      <a:pt x="38730" y="21824"/>
                    </a:lnTo>
                    <a:lnTo>
                      <a:pt x="38604" y="21949"/>
                    </a:lnTo>
                    <a:lnTo>
                      <a:pt x="38604" y="22033"/>
                    </a:lnTo>
                    <a:lnTo>
                      <a:pt x="38520" y="22096"/>
                    </a:lnTo>
                    <a:lnTo>
                      <a:pt x="38520" y="22200"/>
                    </a:lnTo>
                    <a:lnTo>
                      <a:pt x="38458" y="22117"/>
                    </a:lnTo>
                    <a:lnTo>
                      <a:pt x="38395" y="22138"/>
                    </a:lnTo>
                    <a:lnTo>
                      <a:pt x="38311" y="22326"/>
                    </a:lnTo>
                    <a:lnTo>
                      <a:pt x="38311" y="22410"/>
                    </a:lnTo>
                    <a:lnTo>
                      <a:pt x="38416" y="22410"/>
                    </a:lnTo>
                    <a:lnTo>
                      <a:pt x="38479" y="22472"/>
                    </a:lnTo>
                    <a:lnTo>
                      <a:pt x="38479" y="22556"/>
                    </a:lnTo>
                    <a:lnTo>
                      <a:pt x="38374" y="22452"/>
                    </a:lnTo>
                    <a:lnTo>
                      <a:pt x="38311" y="22452"/>
                    </a:lnTo>
                    <a:lnTo>
                      <a:pt x="38290" y="22535"/>
                    </a:lnTo>
                    <a:lnTo>
                      <a:pt x="38207" y="22640"/>
                    </a:lnTo>
                    <a:lnTo>
                      <a:pt x="38144" y="22682"/>
                    </a:lnTo>
                    <a:lnTo>
                      <a:pt x="38102" y="22849"/>
                    </a:lnTo>
                    <a:lnTo>
                      <a:pt x="37997" y="22870"/>
                    </a:lnTo>
                    <a:lnTo>
                      <a:pt x="37935" y="22975"/>
                    </a:lnTo>
                    <a:lnTo>
                      <a:pt x="37935" y="23037"/>
                    </a:lnTo>
                    <a:lnTo>
                      <a:pt x="37872" y="23037"/>
                    </a:lnTo>
                    <a:lnTo>
                      <a:pt x="37872" y="23205"/>
                    </a:lnTo>
                    <a:lnTo>
                      <a:pt x="37788" y="23393"/>
                    </a:lnTo>
                    <a:lnTo>
                      <a:pt x="37788" y="23393"/>
                    </a:lnTo>
                    <a:lnTo>
                      <a:pt x="37830" y="23268"/>
                    </a:lnTo>
                    <a:lnTo>
                      <a:pt x="37788" y="23100"/>
                    </a:lnTo>
                    <a:lnTo>
                      <a:pt x="37725" y="23037"/>
                    </a:lnTo>
                    <a:lnTo>
                      <a:pt x="37558" y="23142"/>
                    </a:lnTo>
                    <a:lnTo>
                      <a:pt x="37474" y="23247"/>
                    </a:lnTo>
                    <a:lnTo>
                      <a:pt x="37453" y="23351"/>
                    </a:lnTo>
                    <a:lnTo>
                      <a:pt x="37349" y="23372"/>
                    </a:lnTo>
                    <a:lnTo>
                      <a:pt x="37307" y="23414"/>
                    </a:lnTo>
                    <a:lnTo>
                      <a:pt x="37265" y="23372"/>
                    </a:lnTo>
                    <a:lnTo>
                      <a:pt x="37202" y="23372"/>
                    </a:lnTo>
                    <a:lnTo>
                      <a:pt x="37098" y="23456"/>
                    </a:lnTo>
                    <a:lnTo>
                      <a:pt x="36993" y="23456"/>
                    </a:lnTo>
                    <a:lnTo>
                      <a:pt x="36847" y="23560"/>
                    </a:lnTo>
                    <a:lnTo>
                      <a:pt x="36826" y="23686"/>
                    </a:lnTo>
                    <a:lnTo>
                      <a:pt x="36700" y="23832"/>
                    </a:lnTo>
                    <a:lnTo>
                      <a:pt x="36742" y="23728"/>
                    </a:lnTo>
                    <a:lnTo>
                      <a:pt x="36742" y="23623"/>
                    </a:lnTo>
                    <a:lnTo>
                      <a:pt x="36784" y="23581"/>
                    </a:lnTo>
                    <a:lnTo>
                      <a:pt x="36784" y="23351"/>
                    </a:lnTo>
                    <a:lnTo>
                      <a:pt x="36805" y="23247"/>
                    </a:lnTo>
                    <a:lnTo>
                      <a:pt x="36784" y="23247"/>
                    </a:lnTo>
                    <a:lnTo>
                      <a:pt x="36365" y="23456"/>
                    </a:lnTo>
                    <a:lnTo>
                      <a:pt x="36198" y="23770"/>
                    </a:lnTo>
                    <a:lnTo>
                      <a:pt x="36072" y="23812"/>
                    </a:lnTo>
                    <a:lnTo>
                      <a:pt x="36156" y="23707"/>
                    </a:lnTo>
                    <a:lnTo>
                      <a:pt x="36177" y="23581"/>
                    </a:lnTo>
                    <a:lnTo>
                      <a:pt x="36303" y="23393"/>
                    </a:lnTo>
                    <a:lnTo>
                      <a:pt x="36303" y="23268"/>
                    </a:lnTo>
                    <a:lnTo>
                      <a:pt x="36323" y="23142"/>
                    </a:lnTo>
                    <a:lnTo>
                      <a:pt x="36282" y="23037"/>
                    </a:lnTo>
                    <a:lnTo>
                      <a:pt x="36177" y="22933"/>
                    </a:lnTo>
                    <a:lnTo>
                      <a:pt x="36072" y="22933"/>
                    </a:lnTo>
                    <a:lnTo>
                      <a:pt x="36093" y="23058"/>
                    </a:lnTo>
                    <a:lnTo>
                      <a:pt x="36072" y="23058"/>
                    </a:lnTo>
                    <a:lnTo>
                      <a:pt x="35968" y="22975"/>
                    </a:lnTo>
                    <a:lnTo>
                      <a:pt x="35842" y="22765"/>
                    </a:lnTo>
                    <a:lnTo>
                      <a:pt x="36051" y="22870"/>
                    </a:lnTo>
                    <a:lnTo>
                      <a:pt x="36093" y="22849"/>
                    </a:lnTo>
                    <a:lnTo>
                      <a:pt x="35989" y="22807"/>
                    </a:lnTo>
                    <a:lnTo>
                      <a:pt x="35863" y="22598"/>
                    </a:lnTo>
                    <a:lnTo>
                      <a:pt x="35842" y="22577"/>
                    </a:lnTo>
                    <a:lnTo>
                      <a:pt x="35968" y="22431"/>
                    </a:lnTo>
                    <a:lnTo>
                      <a:pt x="35989" y="22347"/>
                    </a:lnTo>
                    <a:lnTo>
                      <a:pt x="36093" y="22179"/>
                    </a:lnTo>
                    <a:lnTo>
                      <a:pt x="36093" y="21970"/>
                    </a:lnTo>
                    <a:lnTo>
                      <a:pt x="35947" y="21845"/>
                    </a:lnTo>
                    <a:lnTo>
                      <a:pt x="35738" y="21803"/>
                    </a:lnTo>
                    <a:lnTo>
                      <a:pt x="35466" y="21656"/>
                    </a:lnTo>
                    <a:lnTo>
                      <a:pt x="35466" y="21656"/>
                    </a:lnTo>
                    <a:lnTo>
                      <a:pt x="35759" y="21761"/>
                    </a:lnTo>
                    <a:lnTo>
                      <a:pt x="36010" y="21803"/>
                    </a:lnTo>
                    <a:lnTo>
                      <a:pt x="36051" y="21615"/>
                    </a:lnTo>
                    <a:lnTo>
                      <a:pt x="36093" y="21531"/>
                    </a:lnTo>
                    <a:lnTo>
                      <a:pt x="36114" y="21698"/>
                    </a:lnTo>
                    <a:lnTo>
                      <a:pt x="36177" y="21594"/>
                    </a:lnTo>
                    <a:lnTo>
                      <a:pt x="36093" y="21363"/>
                    </a:lnTo>
                    <a:lnTo>
                      <a:pt x="36198" y="21196"/>
                    </a:lnTo>
                    <a:lnTo>
                      <a:pt x="36365" y="21175"/>
                    </a:lnTo>
                    <a:lnTo>
                      <a:pt x="36386" y="20987"/>
                    </a:lnTo>
                    <a:lnTo>
                      <a:pt x="36386" y="20778"/>
                    </a:lnTo>
                    <a:lnTo>
                      <a:pt x="36303" y="20778"/>
                    </a:lnTo>
                    <a:lnTo>
                      <a:pt x="36282" y="20966"/>
                    </a:lnTo>
                    <a:lnTo>
                      <a:pt x="36156" y="21071"/>
                    </a:lnTo>
                    <a:lnTo>
                      <a:pt x="36093" y="20987"/>
                    </a:lnTo>
                    <a:lnTo>
                      <a:pt x="36114" y="20778"/>
                    </a:lnTo>
                    <a:lnTo>
                      <a:pt x="35968" y="20715"/>
                    </a:lnTo>
                    <a:lnTo>
                      <a:pt x="35842" y="20778"/>
                    </a:lnTo>
                    <a:lnTo>
                      <a:pt x="35779" y="20715"/>
                    </a:lnTo>
                    <a:lnTo>
                      <a:pt x="35696" y="20757"/>
                    </a:lnTo>
                    <a:lnTo>
                      <a:pt x="35528" y="20589"/>
                    </a:lnTo>
                    <a:lnTo>
                      <a:pt x="35424" y="20652"/>
                    </a:lnTo>
                    <a:lnTo>
                      <a:pt x="35424" y="20547"/>
                    </a:lnTo>
                    <a:lnTo>
                      <a:pt x="35319" y="20652"/>
                    </a:lnTo>
                    <a:lnTo>
                      <a:pt x="35319" y="20547"/>
                    </a:lnTo>
                    <a:lnTo>
                      <a:pt x="35173" y="20401"/>
                    </a:lnTo>
                    <a:lnTo>
                      <a:pt x="35277" y="20401"/>
                    </a:lnTo>
                    <a:lnTo>
                      <a:pt x="35340" y="20296"/>
                    </a:lnTo>
                    <a:lnTo>
                      <a:pt x="35445" y="20380"/>
                    </a:lnTo>
                    <a:lnTo>
                      <a:pt x="35466" y="20296"/>
                    </a:lnTo>
                    <a:lnTo>
                      <a:pt x="35361" y="20171"/>
                    </a:lnTo>
                    <a:lnTo>
                      <a:pt x="35277" y="20255"/>
                    </a:lnTo>
                    <a:lnTo>
                      <a:pt x="35173" y="20171"/>
                    </a:lnTo>
                    <a:lnTo>
                      <a:pt x="35277" y="20150"/>
                    </a:lnTo>
                    <a:lnTo>
                      <a:pt x="35235" y="20024"/>
                    </a:lnTo>
                    <a:lnTo>
                      <a:pt x="35110" y="19920"/>
                    </a:lnTo>
                    <a:lnTo>
                      <a:pt x="35026" y="19962"/>
                    </a:lnTo>
                    <a:lnTo>
                      <a:pt x="35026" y="19878"/>
                    </a:lnTo>
                    <a:lnTo>
                      <a:pt x="35110" y="19773"/>
                    </a:lnTo>
                    <a:lnTo>
                      <a:pt x="35110" y="19606"/>
                    </a:lnTo>
                    <a:lnTo>
                      <a:pt x="35005" y="19606"/>
                    </a:lnTo>
                    <a:lnTo>
                      <a:pt x="34859" y="19501"/>
                    </a:lnTo>
                    <a:lnTo>
                      <a:pt x="34859" y="19397"/>
                    </a:lnTo>
                    <a:lnTo>
                      <a:pt x="34650" y="19229"/>
                    </a:lnTo>
                    <a:lnTo>
                      <a:pt x="34503" y="19313"/>
                    </a:lnTo>
                    <a:lnTo>
                      <a:pt x="34398" y="19313"/>
                    </a:lnTo>
                    <a:lnTo>
                      <a:pt x="34336" y="19397"/>
                    </a:lnTo>
                    <a:lnTo>
                      <a:pt x="34210" y="19334"/>
                    </a:lnTo>
                    <a:lnTo>
                      <a:pt x="34210" y="19480"/>
                    </a:lnTo>
                    <a:lnTo>
                      <a:pt x="34126" y="19376"/>
                    </a:lnTo>
                    <a:lnTo>
                      <a:pt x="34043" y="19376"/>
                    </a:lnTo>
                    <a:lnTo>
                      <a:pt x="34001" y="19292"/>
                    </a:lnTo>
                    <a:lnTo>
                      <a:pt x="33896" y="19292"/>
                    </a:lnTo>
                    <a:lnTo>
                      <a:pt x="33729" y="19397"/>
                    </a:lnTo>
                    <a:lnTo>
                      <a:pt x="33562" y="19397"/>
                    </a:lnTo>
                    <a:lnTo>
                      <a:pt x="33708" y="19334"/>
                    </a:lnTo>
                    <a:lnTo>
                      <a:pt x="33729" y="19229"/>
                    </a:lnTo>
                    <a:lnTo>
                      <a:pt x="33603" y="19229"/>
                    </a:lnTo>
                    <a:lnTo>
                      <a:pt x="33352" y="19104"/>
                    </a:lnTo>
                    <a:lnTo>
                      <a:pt x="33164" y="18999"/>
                    </a:lnTo>
                    <a:lnTo>
                      <a:pt x="32976" y="18999"/>
                    </a:lnTo>
                    <a:lnTo>
                      <a:pt x="32913" y="18957"/>
                    </a:lnTo>
                    <a:lnTo>
                      <a:pt x="32829" y="18978"/>
                    </a:lnTo>
                    <a:lnTo>
                      <a:pt x="32746" y="18978"/>
                    </a:lnTo>
                    <a:lnTo>
                      <a:pt x="32662" y="19062"/>
                    </a:lnTo>
                    <a:lnTo>
                      <a:pt x="32662" y="19125"/>
                    </a:lnTo>
                    <a:lnTo>
                      <a:pt x="32578" y="19125"/>
                    </a:lnTo>
                    <a:lnTo>
                      <a:pt x="32536" y="19104"/>
                    </a:lnTo>
                    <a:lnTo>
                      <a:pt x="32453" y="19166"/>
                    </a:lnTo>
                    <a:lnTo>
                      <a:pt x="32453" y="19313"/>
                    </a:lnTo>
                    <a:lnTo>
                      <a:pt x="32369" y="19480"/>
                    </a:lnTo>
                    <a:lnTo>
                      <a:pt x="32369" y="19690"/>
                    </a:lnTo>
                    <a:lnTo>
                      <a:pt x="32453" y="19794"/>
                    </a:lnTo>
                    <a:lnTo>
                      <a:pt x="32515" y="19794"/>
                    </a:lnTo>
                    <a:lnTo>
                      <a:pt x="32515" y="19836"/>
                    </a:lnTo>
                    <a:lnTo>
                      <a:pt x="32557" y="19857"/>
                    </a:lnTo>
                    <a:lnTo>
                      <a:pt x="32557" y="20003"/>
                    </a:lnTo>
                    <a:lnTo>
                      <a:pt x="32515" y="20045"/>
                    </a:lnTo>
                    <a:lnTo>
                      <a:pt x="32432" y="20045"/>
                    </a:lnTo>
                    <a:lnTo>
                      <a:pt x="32411" y="20171"/>
                    </a:lnTo>
                    <a:lnTo>
                      <a:pt x="32243" y="20380"/>
                    </a:lnTo>
                    <a:lnTo>
                      <a:pt x="32013" y="20568"/>
                    </a:lnTo>
                    <a:lnTo>
                      <a:pt x="32013" y="20652"/>
                    </a:lnTo>
                    <a:lnTo>
                      <a:pt x="32055" y="20673"/>
                    </a:lnTo>
                    <a:lnTo>
                      <a:pt x="32243" y="20652"/>
                    </a:lnTo>
                    <a:lnTo>
                      <a:pt x="32327" y="20652"/>
                    </a:lnTo>
                    <a:lnTo>
                      <a:pt x="32243" y="20694"/>
                    </a:lnTo>
                    <a:lnTo>
                      <a:pt x="32202" y="20861"/>
                    </a:lnTo>
                    <a:lnTo>
                      <a:pt x="32202" y="20903"/>
                    </a:lnTo>
                    <a:lnTo>
                      <a:pt x="32327" y="20945"/>
                    </a:lnTo>
                    <a:lnTo>
                      <a:pt x="32222" y="20966"/>
                    </a:lnTo>
                    <a:lnTo>
                      <a:pt x="32139" y="21050"/>
                    </a:lnTo>
                    <a:lnTo>
                      <a:pt x="32160" y="21112"/>
                    </a:lnTo>
                    <a:lnTo>
                      <a:pt x="32222" y="21175"/>
                    </a:lnTo>
                    <a:lnTo>
                      <a:pt x="32118" y="21301"/>
                    </a:lnTo>
                    <a:lnTo>
                      <a:pt x="32118" y="21363"/>
                    </a:lnTo>
                    <a:lnTo>
                      <a:pt x="32264" y="21363"/>
                    </a:lnTo>
                    <a:lnTo>
                      <a:pt x="32306" y="21426"/>
                    </a:lnTo>
                    <a:lnTo>
                      <a:pt x="32160" y="21635"/>
                    </a:lnTo>
                    <a:lnTo>
                      <a:pt x="32034" y="21698"/>
                    </a:lnTo>
                    <a:lnTo>
                      <a:pt x="32034" y="21824"/>
                    </a:lnTo>
                    <a:lnTo>
                      <a:pt x="32097" y="21887"/>
                    </a:lnTo>
                    <a:lnTo>
                      <a:pt x="32013" y="21845"/>
                    </a:lnTo>
                    <a:lnTo>
                      <a:pt x="31930" y="21719"/>
                    </a:lnTo>
                    <a:lnTo>
                      <a:pt x="31888" y="21719"/>
                    </a:lnTo>
                    <a:lnTo>
                      <a:pt x="31741" y="21887"/>
                    </a:lnTo>
                    <a:lnTo>
                      <a:pt x="31741" y="21928"/>
                    </a:lnTo>
                    <a:lnTo>
                      <a:pt x="31804" y="21949"/>
                    </a:lnTo>
                    <a:lnTo>
                      <a:pt x="31804" y="22033"/>
                    </a:lnTo>
                    <a:lnTo>
                      <a:pt x="31720" y="22117"/>
                    </a:lnTo>
                    <a:lnTo>
                      <a:pt x="31616" y="22117"/>
                    </a:lnTo>
                    <a:lnTo>
                      <a:pt x="31302" y="22431"/>
                    </a:lnTo>
                    <a:lnTo>
                      <a:pt x="31197" y="22472"/>
                    </a:lnTo>
                    <a:lnTo>
                      <a:pt x="31113" y="22724"/>
                    </a:lnTo>
                    <a:lnTo>
                      <a:pt x="31155" y="22786"/>
                    </a:lnTo>
                    <a:lnTo>
                      <a:pt x="31260" y="22828"/>
                    </a:lnTo>
                    <a:lnTo>
                      <a:pt x="31281" y="22954"/>
                    </a:lnTo>
                    <a:lnTo>
                      <a:pt x="31406" y="23037"/>
                    </a:lnTo>
                    <a:lnTo>
                      <a:pt x="31595" y="23288"/>
                    </a:lnTo>
                    <a:lnTo>
                      <a:pt x="31616" y="23602"/>
                    </a:lnTo>
                    <a:lnTo>
                      <a:pt x="31595" y="23937"/>
                    </a:lnTo>
                    <a:lnTo>
                      <a:pt x="31678" y="24125"/>
                    </a:lnTo>
                    <a:lnTo>
                      <a:pt x="31637" y="24251"/>
                    </a:lnTo>
                    <a:lnTo>
                      <a:pt x="31637" y="24460"/>
                    </a:lnTo>
                    <a:lnTo>
                      <a:pt x="31595" y="24523"/>
                    </a:lnTo>
                    <a:lnTo>
                      <a:pt x="31490" y="24816"/>
                    </a:lnTo>
                    <a:lnTo>
                      <a:pt x="31427" y="24962"/>
                    </a:lnTo>
                    <a:lnTo>
                      <a:pt x="31490" y="24962"/>
                    </a:lnTo>
                    <a:lnTo>
                      <a:pt x="31511" y="24858"/>
                    </a:lnTo>
                    <a:lnTo>
                      <a:pt x="31595" y="24816"/>
                    </a:lnTo>
                    <a:lnTo>
                      <a:pt x="31595" y="24962"/>
                    </a:lnTo>
                    <a:lnTo>
                      <a:pt x="31699" y="25088"/>
                    </a:lnTo>
                    <a:lnTo>
                      <a:pt x="31616" y="25192"/>
                    </a:lnTo>
                    <a:lnTo>
                      <a:pt x="31511" y="25192"/>
                    </a:lnTo>
                    <a:lnTo>
                      <a:pt x="31469" y="25151"/>
                    </a:lnTo>
                    <a:lnTo>
                      <a:pt x="31385" y="25151"/>
                    </a:lnTo>
                    <a:lnTo>
                      <a:pt x="31218" y="25402"/>
                    </a:lnTo>
                    <a:lnTo>
                      <a:pt x="31093" y="25465"/>
                    </a:lnTo>
                    <a:lnTo>
                      <a:pt x="31072" y="25569"/>
                    </a:lnTo>
                    <a:lnTo>
                      <a:pt x="30800" y="25674"/>
                    </a:lnTo>
                    <a:lnTo>
                      <a:pt x="30737" y="25757"/>
                    </a:lnTo>
                    <a:lnTo>
                      <a:pt x="30737" y="25799"/>
                    </a:lnTo>
                    <a:lnTo>
                      <a:pt x="30360" y="25925"/>
                    </a:lnTo>
                    <a:lnTo>
                      <a:pt x="30130" y="26029"/>
                    </a:lnTo>
                    <a:lnTo>
                      <a:pt x="30067" y="26092"/>
                    </a:lnTo>
                    <a:lnTo>
                      <a:pt x="29942" y="26092"/>
                    </a:lnTo>
                    <a:lnTo>
                      <a:pt x="29837" y="26176"/>
                    </a:lnTo>
                    <a:lnTo>
                      <a:pt x="29607" y="26197"/>
                    </a:lnTo>
                    <a:lnTo>
                      <a:pt x="29440" y="26281"/>
                    </a:lnTo>
                    <a:lnTo>
                      <a:pt x="29481" y="26322"/>
                    </a:lnTo>
                    <a:lnTo>
                      <a:pt x="29481" y="26427"/>
                    </a:lnTo>
                    <a:lnTo>
                      <a:pt x="29523" y="26511"/>
                    </a:lnTo>
                    <a:lnTo>
                      <a:pt x="29523" y="26615"/>
                    </a:lnTo>
                    <a:lnTo>
                      <a:pt x="29586" y="26699"/>
                    </a:lnTo>
                    <a:lnTo>
                      <a:pt x="29523" y="26720"/>
                    </a:lnTo>
                    <a:lnTo>
                      <a:pt x="29544" y="26804"/>
                    </a:lnTo>
                    <a:lnTo>
                      <a:pt x="29607" y="26825"/>
                    </a:lnTo>
                    <a:lnTo>
                      <a:pt x="29523" y="26866"/>
                    </a:lnTo>
                    <a:lnTo>
                      <a:pt x="29586" y="26971"/>
                    </a:lnTo>
                    <a:lnTo>
                      <a:pt x="29523" y="27013"/>
                    </a:lnTo>
                    <a:lnTo>
                      <a:pt x="29544" y="27117"/>
                    </a:lnTo>
                    <a:lnTo>
                      <a:pt x="29502" y="27159"/>
                    </a:lnTo>
                    <a:lnTo>
                      <a:pt x="29481" y="27348"/>
                    </a:lnTo>
                    <a:lnTo>
                      <a:pt x="29502" y="27452"/>
                    </a:lnTo>
                    <a:lnTo>
                      <a:pt x="29419" y="27745"/>
                    </a:lnTo>
                    <a:lnTo>
                      <a:pt x="29440" y="27808"/>
                    </a:lnTo>
                    <a:lnTo>
                      <a:pt x="29502" y="27850"/>
                    </a:lnTo>
                    <a:lnTo>
                      <a:pt x="29502" y="27913"/>
                    </a:lnTo>
                    <a:lnTo>
                      <a:pt x="29544" y="27975"/>
                    </a:lnTo>
                    <a:lnTo>
                      <a:pt x="29440" y="28101"/>
                    </a:lnTo>
                    <a:lnTo>
                      <a:pt x="29440" y="28226"/>
                    </a:lnTo>
                    <a:lnTo>
                      <a:pt x="29523" y="28268"/>
                    </a:lnTo>
                    <a:lnTo>
                      <a:pt x="29544" y="28436"/>
                    </a:lnTo>
                    <a:lnTo>
                      <a:pt x="29607" y="28498"/>
                    </a:lnTo>
                    <a:lnTo>
                      <a:pt x="29481" y="28624"/>
                    </a:lnTo>
                    <a:lnTo>
                      <a:pt x="29419" y="28791"/>
                    </a:lnTo>
                    <a:lnTo>
                      <a:pt x="29377" y="28812"/>
                    </a:lnTo>
                    <a:lnTo>
                      <a:pt x="29314" y="28791"/>
                    </a:lnTo>
                    <a:lnTo>
                      <a:pt x="29314" y="28896"/>
                    </a:lnTo>
                    <a:lnTo>
                      <a:pt x="29377" y="28959"/>
                    </a:lnTo>
                    <a:lnTo>
                      <a:pt x="29314" y="29042"/>
                    </a:lnTo>
                    <a:lnTo>
                      <a:pt x="29293" y="29231"/>
                    </a:lnTo>
                    <a:lnTo>
                      <a:pt x="29314" y="29356"/>
                    </a:lnTo>
                    <a:lnTo>
                      <a:pt x="29419" y="29482"/>
                    </a:lnTo>
                    <a:lnTo>
                      <a:pt x="29523" y="29545"/>
                    </a:lnTo>
                    <a:lnTo>
                      <a:pt x="29335" y="29524"/>
                    </a:lnTo>
                    <a:lnTo>
                      <a:pt x="29209" y="29419"/>
                    </a:lnTo>
                    <a:lnTo>
                      <a:pt x="29230" y="29252"/>
                    </a:lnTo>
                    <a:lnTo>
                      <a:pt x="29189" y="29042"/>
                    </a:lnTo>
                    <a:lnTo>
                      <a:pt x="29105" y="29022"/>
                    </a:lnTo>
                    <a:lnTo>
                      <a:pt x="29084" y="28959"/>
                    </a:lnTo>
                    <a:lnTo>
                      <a:pt x="29105" y="28854"/>
                    </a:lnTo>
                    <a:lnTo>
                      <a:pt x="29063" y="28854"/>
                    </a:lnTo>
                    <a:lnTo>
                      <a:pt x="28875" y="29105"/>
                    </a:lnTo>
                    <a:lnTo>
                      <a:pt x="28875" y="29210"/>
                    </a:lnTo>
                    <a:lnTo>
                      <a:pt x="28854" y="29314"/>
                    </a:lnTo>
                    <a:lnTo>
                      <a:pt x="28749" y="29314"/>
                    </a:lnTo>
                    <a:lnTo>
                      <a:pt x="28644" y="29210"/>
                    </a:lnTo>
                    <a:lnTo>
                      <a:pt x="28477" y="29147"/>
                    </a:lnTo>
                    <a:lnTo>
                      <a:pt x="28352" y="29252"/>
                    </a:lnTo>
                    <a:lnTo>
                      <a:pt x="28184" y="29335"/>
                    </a:lnTo>
                    <a:lnTo>
                      <a:pt x="28184" y="29335"/>
                    </a:lnTo>
                    <a:lnTo>
                      <a:pt x="28393" y="29147"/>
                    </a:lnTo>
                    <a:lnTo>
                      <a:pt x="28456" y="29001"/>
                    </a:lnTo>
                    <a:lnTo>
                      <a:pt x="28435" y="28917"/>
                    </a:lnTo>
                    <a:lnTo>
                      <a:pt x="28393" y="28729"/>
                    </a:lnTo>
                    <a:lnTo>
                      <a:pt x="28331" y="28624"/>
                    </a:lnTo>
                    <a:lnTo>
                      <a:pt x="28289" y="28540"/>
                    </a:lnTo>
                    <a:lnTo>
                      <a:pt x="28268" y="28540"/>
                    </a:lnTo>
                    <a:lnTo>
                      <a:pt x="28142" y="28478"/>
                    </a:lnTo>
                    <a:lnTo>
                      <a:pt x="28038" y="28415"/>
                    </a:lnTo>
                    <a:lnTo>
                      <a:pt x="28038" y="28331"/>
                    </a:lnTo>
                    <a:lnTo>
                      <a:pt x="28017" y="28289"/>
                    </a:lnTo>
                    <a:lnTo>
                      <a:pt x="28038" y="28185"/>
                    </a:lnTo>
                    <a:lnTo>
                      <a:pt x="27954" y="28080"/>
                    </a:lnTo>
                    <a:lnTo>
                      <a:pt x="27870" y="28017"/>
                    </a:lnTo>
                    <a:lnTo>
                      <a:pt x="27870" y="27892"/>
                    </a:lnTo>
                    <a:lnTo>
                      <a:pt x="27766" y="27808"/>
                    </a:lnTo>
                    <a:lnTo>
                      <a:pt x="27724" y="27703"/>
                    </a:lnTo>
                    <a:lnTo>
                      <a:pt x="27766" y="27473"/>
                    </a:lnTo>
                    <a:lnTo>
                      <a:pt x="27870" y="27369"/>
                    </a:lnTo>
                    <a:lnTo>
                      <a:pt x="27933" y="27222"/>
                    </a:lnTo>
                    <a:lnTo>
                      <a:pt x="27933" y="27117"/>
                    </a:lnTo>
                    <a:lnTo>
                      <a:pt x="28080" y="26866"/>
                    </a:lnTo>
                    <a:lnTo>
                      <a:pt x="28080" y="26615"/>
                    </a:lnTo>
                    <a:lnTo>
                      <a:pt x="28059" y="26594"/>
                    </a:lnTo>
                    <a:lnTo>
                      <a:pt x="28038" y="26448"/>
                    </a:lnTo>
                    <a:lnTo>
                      <a:pt x="28121" y="26301"/>
                    </a:lnTo>
                    <a:lnTo>
                      <a:pt x="28184" y="26197"/>
                    </a:lnTo>
                    <a:lnTo>
                      <a:pt x="28184" y="26092"/>
                    </a:lnTo>
                    <a:lnTo>
                      <a:pt x="28352" y="25799"/>
                    </a:lnTo>
                    <a:lnTo>
                      <a:pt x="28331" y="25611"/>
                    </a:lnTo>
                    <a:lnTo>
                      <a:pt x="28268" y="25611"/>
                    </a:lnTo>
                    <a:lnTo>
                      <a:pt x="28247" y="25653"/>
                    </a:lnTo>
                    <a:lnTo>
                      <a:pt x="28247" y="25590"/>
                    </a:lnTo>
                    <a:lnTo>
                      <a:pt x="28163" y="25590"/>
                    </a:lnTo>
                    <a:lnTo>
                      <a:pt x="28038" y="25653"/>
                    </a:lnTo>
                    <a:lnTo>
                      <a:pt x="27849" y="25611"/>
                    </a:lnTo>
                    <a:lnTo>
                      <a:pt x="27661" y="25569"/>
                    </a:lnTo>
                    <a:lnTo>
                      <a:pt x="27619" y="25569"/>
                    </a:lnTo>
                    <a:lnTo>
                      <a:pt x="27556" y="25506"/>
                    </a:lnTo>
                    <a:lnTo>
                      <a:pt x="27326" y="25506"/>
                    </a:lnTo>
                    <a:lnTo>
                      <a:pt x="27201" y="25548"/>
                    </a:lnTo>
                    <a:lnTo>
                      <a:pt x="27138" y="25506"/>
                    </a:lnTo>
                    <a:lnTo>
                      <a:pt x="26971" y="25506"/>
                    </a:lnTo>
                    <a:lnTo>
                      <a:pt x="26929" y="25485"/>
                    </a:lnTo>
                    <a:lnTo>
                      <a:pt x="26971" y="25444"/>
                    </a:lnTo>
                    <a:lnTo>
                      <a:pt x="26803" y="25297"/>
                    </a:lnTo>
                    <a:lnTo>
                      <a:pt x="26782" y="25234"/>
                    </a:lnTo>
                    <a:lnTo>
                      <a:pt x="26594" y="25046"/>
                    </a:lnTo>
                    <a:lnTo>
                      <a:pt x="26510" y="25025"/>
                    </a:lnTo>
                    <a:lnTo>
                      <a:pt x="26343" y="24879"/>
                    </a:lnTo>
                    <a:lnTo>
                      <a:pt x="26259" y="24858"/>
                    </a:lnTo>
                    <a:lnTo>
                      <a:pt x="26029" y="24711"/>
                    </a:lnTo>
                    <a:lnTo>
                      <a:pt x="25966" y="24648"/>
                    </a:lnTo>
                    <a:lnTo>
                      <a:pt x="25903" y="24753"/>
                    </a:lnTo>
                    <a:lnTo>
                      <a:pt x="25903" y="24711"/>
                    </a:lnTo>
                    <a:lnTo>
                      <a:pt x="25820" y="24523"/>
                    </a:lnTo>
                    <a:lnTo>
                      <a:pt x="25736" y="24439"/>
                    </a:lnTo>
                    <a:lnTo>
                      <a:pt x="25736" y="24335"/>
                    </a:lnTo>
                    <a:lnTo>
                      <a:pt x="25631" y="24293"/>
                    </a:lnTo>
                    <a:lnTo>
                      <a:pt x="25527" y="24104"/>
                    </a:lnTo>
                    <a:lnTo>
                      <a:pt x="25443" y="24084"/>
                    </a:lnTo>
                    <a:lnTo>
                      <a:pt x="25255" y="23895"/>
                    </a:lnTo>
                    <a:lnTo>
                      <a:pt x="25150" y="23874"/>
                    </a:lnTo>
                    <a:lnTo>
                      <a:pt x="25087" y="23812"/>
                    </a:lnTo>
                    <a:lnTo>
                      <a:pt x="24815" y="23728"/>
                    </a:lnTo>
                    <a:lnTo>
                      <a:pt x="24627" y="23581"/>
                    </a:lnTo>
                    <a:lnTo>
                      <a:pt x="24376" y="23393"/>
                    </a:lnTo>
                    <a:lnTo>
                      <a:pt x="24167" y="23414"/>
                    </a:lnTo>
                    <a:lnTo>
                      <a:pt x="23748" y="23560"/>
                    </a:lnTo>
                    <a:lnTo>
                      <a:pt x="23330" y="23686"/>
                    </a:lnTo>
                    <a:lnTo>
                      <a:pt x="23142" y="23686"/>
                    </a:lnTo>
                    <a:lnTo>
                      <a:pt x="23016" y="23623"/>
                    </a:lnTo>
                    <a:lnTo>
                      <a:pt x="23016" y="23623"/>
                    </a:lnTo>
                    <a:lnTo>
                      <a:pt x="23142" y="23665"/>
                    </a:lnTo>
                    <a:lnTo>
                      <a:pt x="23330" y="23602"/>
                    </a:lnTo>
                    <a:lnTo>
                      <a:pt x="23665" y="23268"/>
                    </a:lnTo>
                    <a:lnTo>
                      <a:pt x="23727" y="23163"/>
                    </a:lnTo>
                    <a:lnTo>
                      <a:pt x="23665" y="22933"/>
                    </a:lnTo>
                    <a:lnTo>
                      <a:pt x="23581" y="22828"/>
                    </a:lnTo>
                    <a:lnTo>
                      <a:pt x="23665" y="22577"/>
                    </a:lnTo>
                    <a:lnTo>
                      <a:pt x="23665" y="22347"/>
                    </a:lnTo>
                    <a:lnTo>
                      <a:pt x="23581" y="22200"/>
                    </a:lnTo>
                    <a:lnTo>
                      <a:pt x="23581" y="22054"/>
                    </a:lnTo>
                    <a:lnTo>
                      <a:pt x="23644" y="21928"/>
                    </a:lnTo>
                    <a:lnTo>
                      <a:pt x="23644" y="21824"/>
                    </a:lnTo>
                    <a:lnTo>
                      <a:pt x="23539" y="21782"/>
                    </a:lnTo>
                    <a:lnTo>
                      <a:pt x="23204" y="21782"/>
                    </a:lnTo>
                    <a:lnTo>
                      <a:pt x="23037" y="22054"/>
                    </a:lnTo>
                    <a:lnTo>
                      <a:pt x="22828" y="22305"/>
                    </a:lnTo>
                    <a:lnTo>
                      <a:pt x="22577" y="22326"/>
                    </a:lnTo>
                    <a:lnTo>
                      <a:pt x="22409" y="22452"/>
                    </a:lnTo>
                    <a:lnTo>
                      <a:pt x="22472" y="22347"/>
                    </a:lnTo>
                    <a:lnTo>
                      <a:pt x="22786" y="22263"/>
                    </a:lnTo>
                    <a:lnTo>
                      <a:pt x="22932" y="22117"/>
                    </a:lnTo>
                    <a:lnTo>
                      <a:pt x="23037" y="21845"/>
                    </a:lnTo>
                    <a:lnTo>
                      <a:pt x="22995" y="21824"/>
                    </a:lnTo>
                    <a:lnTo>
                      <a:pt x="22995" y="21677"/>
                    </a:lnTo>
                    <a:lnTo>
                      <a:pt x="22932" y="21594"/>
                    </a:lnTo>
                    <a:lnTo>
                      <a:pt x="22953" y="21489"/>
                    </a:lnTo>
                    <a:lnTo>
                      <a:pt x="22932" y="21405"/>
                    </a:lnTo>
                    <a:lnTo>
                      <a:pt x="22807" y="21384"/>
                    </a:lnTo>
                    <a:lnTo>
                      <a:pt x="22849" y="21322"/>
                    </a:lnTo>
                    <a:lnTo>
                      <a:pt x="22953" y="21301"/>
                    </a:lnTo>
                    <a:lnTo>
                      <a:pt x="22995" y="21196"/>
                    </a:lnTo>
                    <a:lnTo>
                      <a:pt x="23100" y="21008"/>
                    </a:lnTo>
                    <a:lnTo>
                      <a:pt x="23100" y="20861"/>
                    </a:lnTo>
                    <a:lnTo>
                      <a:pt x="23037" y="20799"/>
                    </a:lnTo>
                    <a:lnTo>
                      <a:pt x="23121" y="20568"/>
                    </a:lnTo>
                    <a:lnTo>
                      <a:pt x="23204" y="20527"/>
                    </a:lnTo>
                    <a:lnTo>
                      <a:pt x="23246" y="20359"/>
                    </a:lnTo>
                    <a:lnTo>
                      <a:pt x="23330" y="20255"/>
                    </a:lnTo>
                    <a:lnTo>
                      <a:pt x="23372" y="20045"/>
                    </a:lnTo>
                    <a:lnTo>
                      <a:pt x="23476" y="19941"/>
                    </a:lnTo>
                    <a:lnTo>
                      <a:pt x="23435" y="19815"/>
                    </a:lnTo>
                    <a:lnTo>
                      <a:pt x="23435" y="19731"/>
                    </a:lnTo>
                    <a:lnTo>
                      <a:pt x="23560" y="19815"/>
                    </a:lnTo>
                    <a:lnTo>
                      <a:pt x="23665" y="19711"/>
                    </a:lnTo>
                    <a:lnTo>
                      <a:pt x="23665" y="19606"/>
                    </a:lnTo>
                    <a:lnTo>
                      <a:pt x="23790" y="19585"/>
                    </a:lnTo>
                    <a:lnTo>
                      <a:pt x="23958" y="19397"/>
                    </a:lnTo>
                    <a:lnTo>
                      <a:pt x="24062" y="19334"/>
                    </a:lnTo>
                    <a:lnTo>
                      <a:pt x="24041" y="19229"/>
                    </a:lnTo>
                    <a:lnTo>
                      <a:pt x="24125" y="19166"/>
                    </a:lnTo>
                    <a:lnTo>
                      <a:pt x="24188" y="19166"/>
                    </a:lnTo>
                    <a:lnTo>
                      <a:pt x="24230" y="19083"/>
                    </a:lnTo>
                    <a:lnTo>
                      <a:pt x="24167" y="18999"/>
                    </a:lnTo>
                    <a:lnTo>
                      <a:pt x="24292" y="18915"/>
                    </a:lnTo>
                    <a:lnTo>
                      <a:pt x="24376" y="18769"/>
                    </a:lnTo>
                    <a:lnTo>
                      <a:pt x="24481" y="18769"/>
                    </a:lnTo>
                    <a:lnTo>
                      <a:pt x="24481" y="18706"/>
                    </a:lnTo>
                    <a:lnTo>
                      <a:pt x="24543" y="18664"/>
                    </a:lnTo>
                    <a:lnTo>
                      <a:pt x="24397" y="18560"/>
                    </a:lnTo>
                    <a:lnTo>
                      <a:pt x="24460" y="18539"/>
                    </a:lnTo>
                    <a:lnTo>
                      <a:pt x="24460" y="18455"/>
                    </a:lnTo>
                    <a:lnTo>
                      <a:pt x="24543" y="18476"/>
                    </a:lnTo>
                    <a:lnTo>
                      <a:pt x="24669" y="18581"/>
                    </a:lnTo>
                    <a:lnTo>
                      <a:pt x="24690" y="18643"/>
                    </a:lnTo>
                    <a:lnTo>
                      <a:pt x="24753" y="18602"/>
                    </a:lnTo>
                    <a:lnTo>
                      <a:pt x="24711" y="18539"/>
                    </a:lnTo>
                    <a:lnTo>
                      <a:pt x="24606" y="18476"/>
                    </a:lnTo>
                    <a:lnTo>
                      <a:pt x="24795" y="18392"/>
                    </a:lnTo>
                    <a:lnTo>
                      <a:pt x="24836" y="18330"/>
                    </a:lnTo>
                    <a:lnTo>
                      <a:pt x="24983" y="18330"/>
                    </a:lnTo>
                    <a:lnTo>
                      <a:pt x="25004" y="18350"/>
                    </a:lnTo>
                    <a:lnTo>
                      <a:pt x="25025" y="18267"/>
                    </a:lnTo>
                    <a:lnTo>
                      <a:pt x="25004" y="18225"/>
                    </a:lnTo>
                    <a:lnTo>
                      <a:pt x="25087" y="18225"/>
                    </a:lnTo>
                    <a:lnTo>
                      <a:pt x="25108" y="18350"/>
                    </a:lnTo>
                    <a:lnTo>
                      <a:pt x="25192" y="18246"/>
                    </a:lnTo>
                    <a:lnTo>
                      <a:pt x="25192" y="18225"/>
                    </a:lnTo>
                    <a:lnTo>
                      <a:pt x="25108" y="18162"/>
                    </a:lnTo>
                    <a:lnTo>
                      <a:pt x="25108" y="18058"/>
                    </a:lnTo>
                    <a:lnTo>
                      <a:pt x="25150" y="18120"/>
                    </a:lnTo>
                    <a:lnTo>
                      <a:pt x="25359" y="18162"/>
                    </a:lnTo>
                    <a:lnTo>
                      <a:pt x="25339" y="18078"/>
                    </a:lnTo>
                    <a:lnTo>
                      <a:pt x="25234" y="18037"/>
                    </a:lnTo>
                    <a:lnTo>
                      <a:pt x="25213" y="17953"/>
                    </a:lnTo>
                    <a:lnTo>
                      <a:pt x="25255" y="17932"/>
                    </a:lnTo>
                    <a:lnTo>
                      <a:pt x="25297" y="17848"/>
                    </a:lnTo>
                    <a:lnTo>
                      <a:pt x="25318" y="18016"/>
                    </a:lnTo>
                    <a:lnTo>
                      <a:pt x="25422" y="17974"/>
                    </a:lnTo>
                    <a:lnTo>
                      <a:pt x="25506" y="18016"/>
                    </a:lnTo>
                    <a:lnTo>
                      <a:pt x="25590" y="17953"/>
                    </a:lnTo>
                    <a:lnTo>
                      <a:pt x="25464" y="17744"/>
                    </a:lnTo>
                    <a:lnTo>
                      <a:pt x="25401" y="17514"/>
                    </a:lnTo>
                    <a:lnTo>
                      <a:pt x="25297" y="17388"/>
                    </a:lnTo>
                    <a:lnTo>
                      <a:pt x="25297" y="17283"/>
                    </a:lnTo>
                    <a:lnTo>
                      <a:pt x="25255" y="17200"/>
                    </a:lnTo>
                    <a:lnTo>
                      <a:pt x="25297" y="17137"/>
                    </a:lnTo>
                    <a:lnTo>
                      <a:pt x="25359" y="17221"/>
                    </a:lnTo>
                    <a:lnTo>
                      <a:pt x="25422" y="17409"/>
                    </a:lnTo>
                    <a:lnTo>
                      <a:pt x="25569" y="17597"/>
                    </a:lnTo>
                    <a:lnTo>
                      <a:pt x="25841" y="17639"/>
                    </a:lnTo>
                    <a:lnTo>
                      <a:pt x="25945" y="17723"/>
                    </a:lnTo>
                    <a:lnTo>
                      <a:pt x="26071" y="17723"/>
                    </a:lnTo>
                    <a:lnTo>
                      <a:pt x="26155" y="17660"/>
                    </a:lnTo>
                    <a:lnTo>
                      <a:pt x="26259" y="17660"/>
                    </a:lnTo>
                    <a:lnTo>
                      <a:pt x="26406" y="17514"/>
                    </a:lnTo>
                    <a:lnTo>
                      <a:pt x="26448" y="17242"/>
                    </a:lnTo>
                    <a:lnTo>
                      <a:pt x="26238" y="16990"/>
                    </a:lnTo>
                    <a:lnTo>
                      <a:pt x="26196" y="16823"/>
                    </a:lnTo>
                    <a:lnTo>
                      <a:pt x="26134" y="16739"/>
                    </a:lnTo>
                    <a:lnTo>
                      <a:pt x="26071" y="16739"/>
                    </a:lnTo>
                    <a:lnTo>
                      <a:pt x="25945" y="16886"/>
                    </a:lnTo>
                    <a:lnTo>
                      <a:pt x="25715" y="16907"/>
                    </a:lnTo>
                    <a:lnTo>
                      <a:pt x="25652" y="16928"/>
                    </a:lnTo>
                    <a:lnTo>
                      <a:pt x="25652" y="16907"/>
                    </a:lnTo>
                    <a:lnTo>
                      <a:pt x="25631" y="16823"/>
                    </a:lnTo>
                    <a:lnTo>
                      <a:pt x="25715" y="16865"/>
                    </a:lnTo>
                    <a:lnTo>
                      <a:pt x="25841" y="16823"/>
                    </a:lnTo>
                    <a:lnTo>
                      <a:pt x="25966" y="16718"/>
                    </a:lnTo>
                    <a:lnTo>
                      <a:pt x="25945" y="16677"/>
                    </a:lnTo>
                    <a:lnTo>
                      <a:pt x="25736" y="16551"/>
                    </a:lnTo>
                    <a:lnTo>
                      <a:pt x="25506" y="16300"/>
                    </a:lnTo>
                    <a:lnTo>
                      <a:pt x="25443" y="16300"/>
                    </a:lnTo>
                    <a:lnTo>
                      <a:pt x="25422" y="16363"/>
                    </a:lnTo>
                    <a:lnTo>
                      <a:pt x="25464" y="16446"/>
                    </a:lnTo>
                    <a:lnTo>
                      <a:pt x="25443" y="16488"/>
                    </a:lnTo>
                    <a:lnTo>
                      <a:pt x="25339" y="16405"/>
                    </a:lnTo>
                    <a:lnTo>
                      <a:pt x="25297" y="16258"/>
                    </a:lnTo>
                    <a:lnTo>
                      <a:pt x="25401" y="16279"/>
                    </a:lnTo>
                    <a:lnTo>
                      <a:pt x="25401" y="16091"/>
                    </a:lnTo>
                    <a:lnTo>
                      <a:pt x="25443" y="16195"/>
                    </a:lnTo>
                    <a:lnTo>
                      <a:pt x="25611" y="16342"/>
                    </a:lnTo>
                    <a:lnTo>
                      <a:pt x="25694" y="16363"/>
                    </a:lnTo>
                    <a:lnTo>
                      <a:pt x="25757" y="16551"/>
                    </a:lnTo>
                    <a:lnTo>
                      <a:pt x="25966" y="16677"/>
                    </a:lnTo>
                    <a:lnTo>
                      <a:pt x="26217" y="16760"/>
                    </a:lnTo>
                    <a:lnTo>
                      <a:pt x="26322" y="16907"/>
                    </a:lnTo>
                    <a:lnTo>
                      <a:pt x="26427" y="16970"/>
                    </a:lnTo>
                    <a:lnTo>
                      <a:pt x="26448" y="17032"/>
                    </a:lnTo>
                    <a:lnTo>
                      <a:pt x="26573" y="17095"/>
                    </a:lnTo>
                    <a:lnTo>
                      <a:pt x="26636" y="17137"/>
                    </a:lnTo>
                    <a:lnTo>
                      <a:pt x="26636" y="17011"/>
                    </a:lnTo>
                    <a:lnTo>
                      <a:pt x="26740" y="16970"/>
                    </a:lnTo>
                    <a:lnTo>
                      <a:pt x="26657" y="16907"/>
                    </a:lnTo>
                    <a:lnTo>
                      <a:pt x="26678" y="16802"/>
                    </a:lnTo>
                    <a:lnTo>
                      <a:pt x="26761" y="16928"/>
                    </a:lnTo>
                    <a:lnTo>
                      <a:pt x="26782" y="17011"/>
                    </a:lnTo>
                    <a:lnTo>
                      <a:pt x="26866" y="17032"/>
                    </a:lnTo>
                    <a:lnTo>
                      <a:pt x="26992" y="16865"/>
                    </a:lnTo>
                    <a:lnTo>
                      <a:pt x="26992" y="16656"/>
                    </a:lnTo>
                    <a:lnTo>
                      <a:pt x="26950" y="16572"/>
                    </a:lnTo>
                    <a:lnTo>
                      <a:pt x="26992" y="16405"/>
                    </a:lnTo>
                    <a:lnTo>
                      <a:pt x="27054" y="16593"/>
                    </a:lnTo>
                    <a:lnTo>
                      <a:pt x="27054" y="16698"/>
                    </a:lnTo>
                    <a:lnTo>
                      <a:pt x="27117" y="16467"/>
                    </a:lnTo>
                    <a:lnTo>
                      <a:pt x="27222" y="16405"/>
                    </a:lnTo>
                    <a:lnTo>
                      <a:pt x="27264" y="16467"/>
                    </a:lnTo>
                    <a:lnTo>
                      <a:pt x="27284" y="16488"/>
                    </a:lnTo>
                    <a:lnTo>
                      <a:pt x="27201" y="16593"/>
                    </a:lnTo>
                    <a:lnTo>
                      <a:pt x="27264" y="16614"/>
                    </a:lnTo>
                    <a:lnTo>
                      <a:pt x="27284" y="16698"/>
                    </a:lnTo>
                    <a:lnTo>
                      <a:pt x="27368" y="16614"/>
                    </a:lnTo>
                    <a:lnTo>
                      <a:pt x="27431" y="16656"/>
                    </a:lnTo>
                    <a:lnTo>
                      <a:pt x="27577" y="16802"/>
                    </a:lnTo>
                    <a:lnTo>
                      <a:pt x="27598" y="16760"/>
                    </a:lnTo>
                    <a:lnTo>
                      <a:pt x="27682" y="16760"/>
                    </a:lnTo>
                    <a:lnTo>
                      <a:pt x="27724" y="16802"/>
                    </a:lnTo>
                    <a:lnTo>
                      <a:pt x="27828" y="16781"/>
                    </a:lnTo>
                    <a:lnTo>
                      <a:pt x="27933" y="16593"/>
                    </a:lnTo>
                    <a:lnTo>
                      <a:pt x="28100" y="16509"/>
                    </a:lnTo>
                    <a:lnTo>
                      <a:pt x="28456" y="16153"/>
                    </a:lnTo>
                    <a:lnTo>
                      <a:pt x="28477" y="16070"/>
                    </a:lnTo>
                    <a:lnTo>
                      <a:pt x="28540" y="16049"/>
                    </a:lnTo>
                    <a:lnTo>
                      <a:pt x="28561" y="16091"/>
                    </a:lnTo>
                    <a:lnTo>
                      <a:pt x="28728" y="15881"/>
                    </a:lnTo>
                    <a:lnTo>
                      <a:pt x="28833" y="15840"/>
                    </a:lnTo>
                    <a:lnTo>
                      <a:pt x="28958" y="15735"/>
                    </a:lnTo>
                    <a:lnTo>
                      <a:pt x="29000" y="15672"/>
                    </a:lnTo>
                    <a:lnTo>
                      <a:pt x="28979" y="15547"/>
                    </a:lnTo>
                    <a:lnTo>
                      <a:pt x="28561" y="15442"/>
                    </a:lnTo>
                    <a:lnTo>
                      <a:pt x="28331" y="15400"/>
                    </a:lnTo>
                    <a:lnTo>
                      <a:pt x="28121" y="15317"/>
                    </a:lnTo>
                    <a:lnTo>
                      <a:pt x="28038" y="15128"/>
                    </a:lnTo>
                    <a:lnTo>
                      <a:pt x="27912" y="14898"/>
                    </a:lnTo>
                    <a:lnTo>
                      <a:pt x="27849" y="14898"/>
                    </a:lnTo>
                    <a:lnTo>
                      <a:pt x="27828" y="14710"/>
                    </a:lnTo>
                    <a:lnTo>
                      <a:pt x="27808" y="14689"/>
                    </a:lnTo>
                    <a:lnTo>
                      <a:pt x="27828" y="14626"/>
                    </a:lnTo>
                    <a:lnTo>
                      <a:pt x="27870" y="14626"/>
                    </a:lnTo>
                    <a:lnTo>
                      <a:pt x="27912" y="14563"/>
                    </a:lnTo>
                    <a:lnTo>
                      <a:pt x="27828" y="14501"/>
                    </a:lnTo>
                    <a:lnTo>
                      <a:pt x="27598" y="14501"/>
                    </a:lnTo>
                    <a:lnTo>
                      <a:pt x="27326" y="14417"/>
                    </a:lnTo>
                    <a:lnTo>
                      <a:pt x="27243" y="14417"/>
                    </a:lnTo>
                    <a:lnTo>
                      <a:pt x="27201" y="14480"/>
                    </a:lnTo>
                    <a:lnTo>
                      <a:pt x="27117" y="14396"/>
                    </a:lnTo>
                    <a:lnTo>
                      <a:pt x="27117" y="14312"/>
                    </a:lnTo>
                    <a:lnTo>
                      <a:pt x="27222" y="14354"/>
                    </a:lnTo>
                    <a:lnTo>
                      <a:pt x="27494" y="14375"/>
                    </a:lnTo>
                    <a:lnTo>
                      <a:pt x="27640" y="14480"/>
                    </a:lnTo>
                    <a:lnTo>
                      <a:pt x="27870" y="14480"/>
                    </a:lnTo>
                    <a:lnTo>
                      <a:pt x="28017" y="14584"/>
                    </a:lnTo>
                    <a:lnTo>
                      <a:pt x="28142" y="14814"/>
                    </a:lnTo>
                    <a:lnTo>
                      <a:pt x="28247" y="14835"/>
                    </a:lnTo>
                    <a:lnTo>
                      <a:pt x="28289" y="14898"/>
                    </a:lnTo>
                    <a:lnTo>
                      <a:pt x="28247" y="14919"/>
                    </a:lnTo>
                    <a:lnTo>
                      <a:pt x="28184" y="14919"/>
                    </a:lnTo>
                    <a:lnTo>
                      <a:pt x="28184" y="14982"/>
                    </a:lnTo>
                    <a:lnTo>
                      <a:pt x="28372" y="15045"/>
                    </a:lnTo>
                    <a:lnTo>
                      <a:pt x="28435" y="15191"/>
                    </a:lnTo>
                    <a:lnTo>
                      <a:pt x="28498" y="15296"/>
                    </a:lnTo>
                    <a:lnTo>
                      <a:pt x="28875" y="15358"/>
                    </a:lnTo>
                    <a:lnTo>
                      <a:pt x="28979" y="15317"/>
                    </a:lnTo>
                    <a:lnTo>
                      <a:pt x="29021" y="15191"/>
                    </a:lnTo>
                    <a:lnTo>
                      <a:pt x="29105" y="15128"/>
                    </a:lnTo>
                    <a:lnTo>
                      <a:pt x="29189" y="15149"/>
                    </a:lnTo>
                    <a:lnTo>
                      <a:pt x="29314" y="15003"/>
                    </a:lnTo>
                    <a:lnTo>
                      <a:pt x="29335" y="14982"/>
                    </a:lnTo>
                    <a:lnTo>
                      <a:pt x="29502" y="15128"/>
                    </a:lnTo>
                    <a:lnTo>
                      <a:pt x="29481" y="15149"/>
                    </a:lnTo>
                    <a:lnTo>
                      <a:pt x="29377" y="15317"/>
                    </a:lnTo>
                    <a:lnTo>
                      <a:pt x="29377" y="15400"/>
                    </a:lnTo>
                    <a:lnTo>
                      <a:pt x="29293" y="15505"/>
                    </a:lnTo>
                    <a:lnTo>
                      <a:pt x="29293" y="15568"/>
                    </a:lnTo>
                    <a:lnTo>
                      <a:pt x="29189" y="15756"/>
                    </a:lnTo>
                    <a:lnTo>
                      <a:pt x="29230" y="15840"/>
                    </a:lnTo>
                    <a:lnTo>
                      <a:pt x="29189" y="15861"/>
                    </a:lnTo>
                    <a:lnTo>
                      <a:pt x="29168" y="15965"/>
                    </a:lnTo>
                    <a:lnTo>
                      <a:pt x="29168" y="16070"/>
                    </a:lnTo>
                    <a:lnTo>
                      <a:pt x="29000" y="16195"/>
                    </a:lnTo>
                    <a:lnTo>
                      <a:pt x="28958" y="16300"/>
                    </a:lnTo>
                    <a:lnTo>
                      <a:pt x="28958" y="16467"/>
                    </a:lnTo>
                    <a:lnTo>
                      <a:pt x="28916" y="16509"/>
                    </a:lnTo>
                    <a:lnTo>
                      <a:pt x="28916" y="16677"/>
                    </a:lnTo>
                    <a:lnTo>
                      <a:pt x="28854" y="16760"/>
                    </a:lnTo>
                    <a:lnTo>
                      <a:pt x="28707" y="16760"/>
                    </a:lnTo>
                    <a:lnTo>
                      <a:pt x="28540" y="16823"/>
                    </a:lnTo>
                    <a:lnTo>
                      <a:pt x="28540" y="16928"/>
                    </a:lnTo>
                    <a:lnTo>
                      <a:pt x="28477" y="17116"/>
                    </a:lnTo>
                    <a:lnTo>
                      <a:pt x="28498" y="17242"/>
                    </a:lnTo>
                    <a:lnTo>
                      <a:pt x="28561" y="17242"/>
                    </a:lnTo>
                    <a:lnTo>
                      <a:pt x="28582" y="17137"/>
                    </a:lnTo>
                    <a:lnTo>
                      <a:pt x="28644" y="17116"/>
                    </a:lnTo>
                    <a:lnTo>
                      <a:pt x="28686" y="17137"/>
                    </a:lnTo>
                    <a:lnTo>
                      <a:pt x="28770" y="17200"/>
                    </a:lnTo>
                    <a:lnTo>
                      <a:pt x="28854" y="17200"/>
                    </a:lnTo>
                    <a:lnTo>
                      <a:pt x="28896" y="17179"/>
                    </a:lnTo>
                    <a:lnTo>
                      <a:pt x="28958" y="17179"/>
                    </a:lnTo>
                    <a:lnTo>
                      <a:pt x="29000" y="17221"/>
                    </a:lnTo>
                    <a:lnTo>
                      <a:pt x="29021" y="17304"/>
                    </a:lnTo>
                    <a:lnTo>
                      <a:pt x="28958" y="17409"/>
                    </a:lnTo>
                    <a:lnTo>
                      <a:pt x="28979" y="17514"/>
                    </a:lnTo>
                    <a:lnTo>
                      <a:pt x="28896" y="17597"/>
                    </a:lnTo>
                    <a:lnTo>
                      <a:pt x="28896" y="17744"/>
                    </a:lnTo>
                    <a:lnTo>
                      <a:pt x="28916" y="17806"/>
                    </a:lnTo>
                    <a:lnTo>
                      <a:pt x="28979" y="17765"/>
                    </a:lnTo>
                    <a:lnTo>
                      <a:pt x="29021" y="17806"/>
                    </a:lnTo>
                    <a:lnTo>
                      <a:pt x="29105" y="17806"/>
                    </a:lnTo>
                    <a:lnTo>
                      <a:pt x="29168" y="17744"/>
                    </a:lnTo>
                    <a:lnTo>
                      <a:pt x="29272" y="17744"/>
                    </a:lnTo>
                    <a:lnTo>
                      <a:pt x="29293" y="17702"/>
                    </a:lnTo>
                    <a:lnTo>
                      <a:pt x="29377" y="17639"/>
                    </a:lnTo>
                    <a:lnTo>
                      <a:pt x="29440" y="17639"/>
                    </a:lnTo>
                    <a:lnTo>
                      <a:pt x="29544" y="17555"/>
                    </a:lnTo>
                    <a:lnTo>
                      <a:pt x="29586" y="17430"/>
                    </a:lnTo>
                    <a:lnTo>
                      <a:pt x="29649" y="17346"/>
                    </a:lnTo>
                    <a:lnTo>
                      <a:pt x="29712" y="17283"/>
                    </a:lnTo>
                    <a:lnTo>
                      <a:pt x="29753" y="17283"/>
                    </a:lnTo>
                    <a:lnTo>
                      <a:pt x="29816" y="17325"/>
                    </a:lnTo>
                    <a:lnTo>
                      <a:pt x="29900" y="17283"/>
                    </a:lnTo>
                    <a:lnTo>
                      <a:pt x="29942" y="17242"/>
                    </a:lnTo>
                    <a:lnTo>
                      <a:pt x="30025" y="17242"/>
                    </a:lnTo>
                    <a:lnTo>
                      <a:pt x="30067" y="17095"/>
                    </a:lnTo>
                    <a:lnTo>
                      <a:pt x="30067" y="16970"/>
                    </a:lnTo>
                    <a:lnTo>
                      <a:pt x="30172" y="16886"/>
                    </a:lnTo>
                    <a:lnTo>
                      <a:pt x="30214" y="16802"/>
                    </a:lnTo>
                    <a:lnTo>
                      <a:pt x="30277" y="16802"/>
                    </a:lnTo>
                    <a:lnTo>
                      <a:pt x="30339" y="16865"/>
                    </a:lnTo>
                    <a:lnTo>
                      <a:pt x="30381" y="16802"/>
                    </a:lnTo>
                    <a:lnTo>
                      <a:pt x="30444" y="16781"/>
                    </a:lnTo>
                    <a:lnTo>
                      <a:pt x="30486" y="16802"/>
                    </a:lnTo>
                    <a:lnTo>
                      <a:pt x="30528" y="16907"/>
                    </a:lnTo>
                    <a:lnTo>
                      <a:pt x="30444" y="16970"/>
                    </a:lnTo>
                    <a:lnTo>
                      <a:pt x="30381" y="17011"/>
                    </a:lnTo>
                    <a:lnTo>
                      <a:pt x="30465" y="17074"/>
                    </a:lnTo>
                    <a:lnTo>
                      <a:pt x="30632" y="17074"/>
                    </a:lnTo>
                    <a:lnTo>
                      <a:pt x="30695" y="17095"/>
                    </a:lnTo>
                    <a:lnTo>
                      <a:pt x="30737" y="17179"/>
                    </a:lnTo>
                    <a:lnTo>
                      <a:pt x="30653" y="17283"/>
                    </a:lnTo>
                    <a:lnTo>
                      <a:pt x="30569" y="17304"/>
                    </a:lnTo>
                    <a:lnTo>
                      <a:pt x="30569" y="17430"/>
                    </a:lnTo>
                    <a:lnTo>
                      <a:pt x="30653" y="17451"/>
                    </a:lnTo>
                    <a:lnTo>
                      <a:pt x="30695" y="17430"/>
                    </a:lnTo>
                    <a:lnTo>
                      <a:pt x="30779" y="17430"/>
                    </a:lnTo>
                    <a:lnTo>
                      <a:pt x="30800" y="17451"/>
                    </a:lnTo>
                    <a:lnTo>
                      <a:pt x="30883" y="17430"/>
                    </a:lnTo>
                    <a:lnTo>
                      <a:pt x="30904" y="17514"/>
                    </a:lnTo>
                    <a:lnTo>
                      <a:pt x="31009" y="17514"/>
                    </a:lnTo>
                    <a:lnTo>
                      <a:pt x="31072" y="17555"/>
                    </a:lnTo>
                    <a:lnTo>
                      <a:pt x="31113" y="17555"/>
                    </a:lnTo>
                    <a:lnTo>
                      <a:pt x="31260" y="17639"/>
                    </a:lnTo>
                    <a:lnTo>
                      <a:pt x="31302" y="17618"/>
                    </a:lnTo>
                    <a:lnTo>
                      <a:pt x="31365" y="17493"/>
                    </a:lnTo>
                    <a:lnTo>
                      <a:pt x="31406" y="17451"/>
                    </a:lnTo>
                    <a:lnTo>
                      <a:pt x="31490" y="17346"/>
                    </a:lnTo>
                    <a:lnTo>
                      <a:pt x="31595" y="17346"/>
                    </a:lnTo>
                    <a:lnTo>
                      <a:pt x="31616" y="17304"/>
                    </a:lnTo>
                    <a:lnTo>
                      <a:pt x="31532" y="17283"/>
                    </a:lnTo>
                    <a:lnTo>
                      <a:pt x="31490" y="17200"/>
                    </a:lnTo>
                    <a:lnTo>
                      <a:pt x="31574" y="17179"/>
                    </a:lnTo>
                    <a:lnTo>
                      <a:pt x="31595" y="17095"/>
                    </a:lnTo>
                    <a:lnTo>
                      <a:pt x="31511" y="17053"/>
                    </a:lnTo>
                    <a:lnTo>
                      <a:pt x="31469" y="16990"/>
                    </a:lnTo>
                    <a:lnTo>
                      <a:pt x="31406" y="17011"/>
                    </a:lnTo>
                    <a:lnTo>
                      <a:pt x="31406" y="17095"/>
                    </a:lnTo>
                    <a:lnTo>
                      <a:pt x="31365" y="17116"/>
                    </a:lnTo>
                    <a:lnTo>
                      <a:pt x="31302" y="17095"/>
                    </a:lnTo>
                    <a:lnTo>
                      <a:pt x="31197" y="17032"/>
                    </a:lnTo>
                    <a:lnTo>
                      <a:pt x="31197" y="16970"/>
                    </a:lnTo>
                    <a:lnTo>
                      <a:pt x="31155" y="16990"/>
                    </a:lnTo>
                    <a:lnTo>
                      <a:pt x="31072" y="17074"/>
                    </a:lnTo>
                    <a:lnTo>
                      <a:pt x="30883" y="17074"/>
                    </a:lnTo>
                    <a:lnTo>
                      <a:pt x="30800" y="17011"/>
                    </a:lnTo>
                    <a:lnTo>
                      <a:pt x="30904" y="16970"/>
                    </a:lnTo>
                    <a:lnTo>
                      <a:pt x="30988" y="16970"/>
                    </a:lnTo>
                    <a:lnTo>
                      <a:pt x="31072" y="16907"/>
                    </a:lnTo>
                    <a:lnTo>
                      <a:pt x="31072" y="16823"/>
                    </a:lnTo>
                    <a:lnTo>
                      <a:pt x="31051" y="16802"/>
                    </a:lnTo>
                    <a:lnTo>
                      <a:pt x="31051" y="16677"/>
                    </a:lnTo>
                    <a:lnTo>
                      <a:pt x="31072" y="16593"/>
                    </a:lnTo>
                    <a:lnTo>
                      <a:pt x="31072" y="16551"/>
                    </a:lnTo>
                    <a:lnTo>
                      <a:pt x="31009" y="16488"/>
                    </a:lnTo>
                    <a:lnTo>
                      <a:pt x="31009" y="16405"/>
                    </a:lnTo>
                    <a:lnTo>
                      <a:pt x="30862" y="16258"/>
                    </a:lnTo>
                    <a:lnTo>
                      <a:pt x="30737" y="16195"/>
                    </a:lnTo>
                    <a:lnTo>
                      <a:pt x="30737" y="16153"/>
                    </a:lnTo>
                    <a:lnTo>
                      <a:pt x="30695" y="16028"/>
                    </a:lnTo>
                    <a:lnTo>
                      <a:pt x="30632" y="16028"/>
                    </a:lnTo>
                    <a:lnTo>
                      <a:pt x="30590" y="15944"/>
                    </a:lnTo>
                    <a:lnTo>
                      <a:pt x="30632" y="15819"/>
                    </a:lnTo>
                    <a:lnTo>
                      <a:pt x="30590" y="15735"/>
                    </a:lnTo>
                    <a:lnTo>
                      <a:pt x="30465" y="15735"/>
                    </a:lnTo>
                    <a:lnTo>
                      <a:pt x="30277" y="15651"/>
                    </a:lnTo>
                    <a:lnTo>
                      <a:pt x="30235" y="15547"/>
                    </a:lnTo>
                    <a:lnTo>
                      <a:pt x="30277" y="15505"/>
                    </a:lnTo>
                    <a:lnTo>
                      <a:pt x="30277" y="15442"/>
                    </a:lnTo>
                    <a:lnTo>
                      <a:pt x="30214" y="15358"/>
                    </a:lnTo>
                    <a:lnTo>
                      <a:pt x="30172" y="15296"/>
                    </a:lnTo>
                    <a:lnTo>
                      <a:pt x="30151" y="15296"/>
                    </a:lnTo>
                    <a:lnTo>
                      <a:pt x="30046" y="15421"/>
                    </a:lnTo>
                    <a:lnTo>
                      <a:pt x="30025" y="15526"/>
                    </a:lnTo>
                    <a:lnTo>
                      <a:pt x="29963" y="15568"/>
                    </a:lnTo>
                    <a:lnTo>
                      <a:pt x="29921" y="15526"/>
                    </a:lnTo>
                    <a:lnTo>
                      <a:pt x="29921" y="15400"/>
                    </a:lnTo>
                    <a:lnTo>
                      <a:pt x="29858" y="15296"/>
                    </a:lnTo>
                    <a:lnTo>
                      <a:pt x="29900" y="15212"/>
                    </a:lnTo>
                    <a:lnTo>
                      <a:pt x="30025" y="15212"/>
                    </a:lnTo>
                    <a:lnTo>
                      <a:pt x="30005" y="15128"/>
                    </a:lnTo>
                    <a:lnTo>
                      <a:pt x="30025" y="15024"/>
                    </a:lnTo>
                    <a:lnTo>
                      <a:pt x="30005" y="14919"/>
                    </a:lnTo>
                    <a:lnTo>
                      <a:pt x="29900" y="14940"/>
                    </a:lnTo>
                    <a:lnTo>
                      <a:pt x="29900" y="14877"/>
                    </a:lnTo>
                    <a:lnTo>
                      <a:pt x="29963" y="14773"/>
                    </a:lnTo>
                    <a:lnTo>
                      <a:pt x="29921" y="14731"/>
                    </a:lnTo>
                    <a:lnTo>
                      <a:pt x="29712" y="14814"/>
                    </a:lnTo>
                    <a:cubicBezTo>
                      <a:pt x="29691" y="14773"/>
                      <a:pt x="29628" y="14731"/>
                      <a:pt x="29607" y="14689"/>
                    </a:cubicBezTo>
                    <a:lnTo>
                      <a:pt x="29712" y="14605"/>
                    </a:lnTo>
                    <a:lnTo>
                      <a:pt x="29795" y="14584"/>
                    </a:lnTo>
                    <a:lnTo>
                      <a:pt x="29858" y="14417"/>
                    </a:lnTo>
                    <a:lnTo>
                      <a:pt x="29816" y="14312"/>
                    </a:lnTo>
                    <a:lnTo>
                      <a:pt x="29691" y="14291"/>
                    </a:lnTo>
                    <a:lnTo>
                      <a:pt x="29628" y="14208"/>
                    </a:lnTo>
                    <a:lnTo>
                      <a:pt x="29628" y="14103"/>
                    </a:lnTo>
                    <a:lnTo>
                      <a:pt x="29691" y="14082"/>
                    </a:lnTo>
                    <a:lnTo>
                      <a:pt x="29649" y="13998"/>
                    </a:lnTo>
                    <a:lnTo>
                      <a:pt x="29691" y="13915"/>
                    </a:lnTo>
                    <a:lnTo>
                      <a:pt x="29816" y="13998"/>
                    </a:lnTo>
                    <a:lnTo>
                      <a:pt x="29921" y="13977"/>
                    </a:lnTo>
                    <a:lnTo>
                      <a:pt x="30025" y="14061"/>
                    </a:lnTo>
                    <a:lnTo>
                      <a:pt x="30151" y="14061"/>
                    </a:lnTo>
                    <a:lnTo>
                      <a:pt x="30318" y="13977"/>
                    </a:lnTo>
                    <a:lnTo>
                      <a:pt x="30318" y="14019"/>
                    </a:lnTo>
                    <a:lnTo>
                      <a:pt x="30360" y="14061"/>
                    </a:lnTo>
                    <a:lnTo>
                      <a:pt x="30339" y="14082"/>
                    </a:lnTo>
                    <a:lnTo>
                      <a:pt x="30277" y="14249"/>
                    </a:lnTo>
                    <a:lnTo>
                      <a:pt x="30277" y="14312"/>
                    </a:lnTo>
                    <a:lnTo>
                      <a:pt x="30360" y="14291"/>
                    </a:lnTo>
                    <a:lnTo>
                      <a:pt x="30381" y="14354"/>
                    </a:lnTo>
                    <a:lnTo>
                      <a:pt x="30465" y="14375"/>
                    </a:lnTo>
                    <a:lnTo>
                      <a:pt x="30590" y="14459"/>
                    </a:lnTo>
                    <a:lnTo>
                      <a:pt x="30632" y="14354"/>
                    </a:lnTo>
                    <a:lnTo>
                      <a:pt x="30528" y="14249"/>
                    </a:lnTo>
                    <a:lnTo>
                      <a:pt x="30590" y="14145"/>
                    </a:lnTo>
                    <a:lnTo>
                      <a:pt x="30632" y="14208"/>
                    </a:lnTo>
                    <a:lnTo>
                      <a:pt x="30695" y="14249"/>
                    </a:lnTo>
                    <a:lnTo>
                      <a:pt x="30737" y="14354"/>
                    </a:lnTo>
                    <a:lnTo>
                      <a:pt x="30904" y="14501"/>
                    </a:lnTo>
                    <a:lnTo>
                      <a:pt x="30967" y="14501"/>
                    </a:lnTo>
                    <a:lnTo>
                      <a:pt x="30967" y="14417"/>
                    </a:lnTo>
                    <a:lnTo>
                      <a:pt x="30946" y="14375"/>
                    </a:lnTo>
                    <a:lnTo>
                      <a:pt x="30988" y="14291"/>
                    </a:lnTo>
                    <a:lnTo>
                      <a:pt x="30967" y="14145"/>
                    </a:lnTo>
                    <a:lnTo>
                      <a:pt x="30904" y="14103"/>
                    </a:lnTo>
                    <a:lnTo>
                      <a:pt x="30946" y="13957"/>
                    </a:lnTo>
                    <a:lnTo>
                      <a:pt x="30862" y="13768"/>
                    </a:lnTo>
                    <a:lnTo>
                      <a:pt x="30758" y="13726"/>
                    </a:lnTo>
                    <a:lnTo>
                      <a:pt x="30758" y="13622"/>
                    </a:lnTo>
                    <a:lnTo>
                      <a:pt x="30695" y="13580"/>
                    </a:lnTo>
                    <a:lnTo>
                      <a:pt x="30549" y="13685"/>
                    </a:lnTo>
                    <a:lnTo>
                      <a:pt x="30486" y="13685"/>
                    </a:lnTo>
                    <a:lnTo>
                      <a:pt x="30590" y="13538"/>
                    </a:lnTo>
                    <a:lnTo>
                      <a:pt x="30695" y="13538"/>
                    </a:lnTo>
                    <a:lnTo>
                      <a:pt x="30737" y="13559"/>
                    </a:lnTo>
                    <a:lnTo>
                      <a:pt x="30841" y="13517"/>
                    </a:lnTo>
                    <a:lnTo>
                      <a:pt x="30925" y="13622"/>
                    </a:lnTo>
                    <a:lnTo>
                      <a:pt x="30967" y="13643"/>
                    </a:lnTo>
                    <a:lnTo>
                      <a:pt x="30967" y="13873"/>
                    </a:lnTo>
                    <a:lnTo>
                      <a:pt x="31009" y="13873"/>
                    </a:lnTo>
                    <a:lnTo>
                      <a:pt x="31155" y="13768"/>
                    </a:lnTo>
                    <a:lnTo>
                      <a:pt x="31051" y="13936"/>
                    </a:lnTo>
                    <a:lnTo>
                      <a:pt x="31051" y="13998"/>
                    </a:lnTo>
                    <a:lnTo>
                      <a:pt x="30967" y="14040"/>
                    </a:lnTo>
                    <a:lnTo>
                      <a:pt x="30967" y="14082"/>
                    </a:lnTo>
                    <a:lnTo>
                      <a:pt x="31051" y="14166"/>
                    </a:lnTo>
                    <a:lnTo>
                      <a:pt x="31072" y="14291"/>
                    </a:lnTo>
                    <a:lnTo>
                      <a:pt x="31009" y="14375"/>
                    </a:lnTo>
                    <a:lnTo>
                      <a:pt x="31072" y="14417"/>
                    </a:lnTo>
                    <a:lnTo>
                      <a:pt x="31365" y="14354"/>
                    </a:lnTo>
                    <a:lnTo>
                      <a:pt x="31406" y="14249"/>
                    </a:lnTo>
                    <a:lnTo>
                      <a:pt x="31511" y="14249"/>
                    </a:lnTo>
                    <a:lnTo>
                      <a:pt x="31574" y="14270"/>
                    </a:lnTo>
                    <a:lnTo>
                      <a:pt x="31720" y="14082"/>
                    </a:lnTo>
                    <a:lnTo>
                      <a:pt x="31804" y="14082"/>
                    </a:lnTo>
                    <a:lnTo>
                      <a:pt x="31846" y="13998"/>
                    </a:lnTo>
                    <a:lnTo>
                      <a:pt x="31950" y="13936"/>
                    </a:lnTo>
                    <a:lnTo>
                      <a:pt x="31992" y="13789"/>
                    </a:lnTo>
                    <a:lnTo>
                      <a:pt x="32055" y="13747"/>
                    </a:lnTo>
                    <a:lnTo>
                      <a:pt x="32243" y="13747"/>
                    </a:lnTo>
                    <a:lnTo>
                      <a:pt x="32348" y="13789"/>
                    </a:lnTo>
                    <a:lnTo>
                      <a:pt x="32411" y="13726"/>
                    </a:lnTo>
                    <a:lnTo>
                      <a:pt x="32369" y="13622"/>
                    </a:lnTo>
                    <a:lnTo>
                      <a:pt x="32536" y="13475"/>
                    </a:lnTo>
                    <a:lnTo>
                      <a:pt x="32557" y="13413"/>
                    </a:lnTo>
                    <a:lnTo>
                      <a:pt x="32620" y="13371"/>
                    </a:lnTo>
                    <a:lnTo>
                      <a:pt x="32641" y="13245"/>
                    </a:lnTo>
                    <a:lnTo>
                      <a:pt x="32515" y="13015"/>
                    </a:lnTo>
                    <a:lnTo>
                      <a:pt x="32536" y="12931"/>
                    </a:lnTo>
                    <a:lnTo>
                      <a:pt x="32411" y="12827"/>
                    </a:lnTo>
                    <a:lnTo>
                      <a:pt x="32369" y="12701"/>
                    </a:lnTo>
                    <a:lnTo>
                      <a:pt x="32432" y="12596"/>
                    </a:lnTo>
                    <a:lnTo>
                      <a:pt x="32557" y="12534"/>
                    </a:lnTo>
                    <a:lnTo>
                      <a:pt x="32578" y="12471"/>
                    </a:lnTo>
                    <a:lnTo>
                      <a:pt x="32557" y="12471"/>
                    </a:lnTo>
                    <a:lnTo>
                      <a:pt x="32474" y="12534"/>
                    </a:lnTo>
                    <a:lnTo>
                      <a:pt x="32453" y="12534"/>
                    </a:lnTo>
                    <a:lnTo>
                      <a:pt x="32453" y="12471"/>
                    </a:lnTo>
                    <a:lnTo>
                      <a:pt x="32536" y="12366"/>
                    </a:lnTo>
                    <a:lnTo>
                      <a:pt x="32432" y="12366"/>
                    </a:lnTo>
                    <a:lnTo>
                      <a:pt x="32515" y="12283"/>
                    </a:lnTo>
                    <a:lnTo>
                      <a:pt x="32536" y="12199"/>
                    </a:lnTo>
                    <a:lnTo>
                      <a:pt x="32453" y="12157"/>
                    </a:lnTo>
                    <a:lnTo>
                      <a:pt x="32348" y="12115"/>
                    </a:lnTo>
                    <a:lnTo>
                      <a:pt x="32411" y="12094"/>
                    </a:lnTo>
                    <a:lnTo>
                      <a:pt x="32411" y="11990"/>
                    </a:lnTo>
                    <a:lnTo>
                      <a:pt x="32474" y="11990"/>
                    </a:lnTo>
                    <a:lnTo>
                      <a:pt x="32515" y="12052"/>
                    </a:lnTo>
                    <a:lnTo>
                      <a:pt x="32620" y="12052"/>
                    </a:lnTo>
                    <a:lnTo>
                      <a:pt x="32683" y="12157"/>
                    </a:lnTo>
                    <a:lnTo>
                      <a:pt x="32766" y="12178"/>
                    </a:lnTo>
                    <a:lnTo>
                      <a:pt x="32829" y="12094"/>
                    </a:lnTo>
                    <a:lnTo>
                      <a:pt x="32892" y="12115"/>
                    </a:lnTo>
                    <a:lnTo>
                      <a:pt x="33059" y="12073"/>
                    </a:lnTo>
                    <a:lnTo>
                      <a:pt x="33185" y="11990"/>
                    </a:lnTo>
                    <a:lnTo>
                      <a:pt x="33143" y="11948"/>
                    </a:lnTo>
                    <a:lnTo>
                      <a:pt x="33206" y="11843"/>
                    </a:lnTo>
                    <a:lnTo>
                      <a:pt x="33185" y="11801"/>
                    </a:lnTo>
                    <a:lnTo>
                      <a:pt x="33143" y="11801"/>
                    </a:lnTo>
                    <a:lnTo>
                      <a:pt x="33143" y="11739"/>
                    </a:lnTo>
                    <a:lnTo>
                      <a:pt x="33080" y="11697"/>
                    </a:lnTo>
                    <a:lnTo>
                      <a:pt x="32934" y="11697"/>
                    </a:lnTo>
                    <a:lnTo>
                      <a:pt x="32997" y="11655"/>
                    </a:lnTo>
                    <a:lnTo>
                      <a:pt x="33101" y="11634"/>
                    </a:lnTo>
                    <a:lnTo>
                      <a:pt x="33290" y="11488"/>
                    </a:lnTo>
                    <a:lnTo>
                      <a:pt x="33373" y="11383"/>
                    </a:lnTo>
                    <a:lnTo>
                      <a:pt x="33352" y="11341"/>
                    </a:lnTo>
                    <a:lnTo>
                      <a:pt x="33290" y="11320"/>
                    </a:lnTo>
                    <a:lnTo>
                      <a:pt x="33269" y="11236"/>
                    </a:lnTo>
                    <a:lnTo>
                      <a:pt x="33080" y="11174"/>
                    </a:lnTo>
                    <a:lnTo>
                      <a:pt x="32976" y="11216"/>
                    </a:lnTo>
                    <a:lnTo>
                      <a:pt x="32934" y="11174"/>
                    </a:lnTo>
                    <a:lnTo>
                      <a:pt x="33038" y="11153"/>
                    </a:lnTo>
                    <a:lnTo>
                      <a:pt x="33038" y="11027"/>
                    </a:lnTo>
                    <a:lnTo>
                      <a:pt x="32808" y="10860"/>
                    </a:lnTo>
                    <a:lnTo>
                      <a:pt x="32808" y="10818"/>
                    </a:lnTo>
                    <a:lnTo>
                      <a:pt x="32871" y="10818"/>
                    </a:lnTo>
                    <a:lnTo>
                      <a:pt x="32955" y="10902"/>
                    </a:lnTo>
                    <a:lnTo>
                      <a:pt x="33038" y="10860"/>
                    </a:lnTo>
                    <a:lnTo>
                      <a:pt x="32955" y="10797"/>
                    </a:lnTo>
                    <a:lnTo>
                      <a:pt x="33018" y="10755"/>
                    </a:lnTo>
                    <a:lnTo>
                      <a:pt x="33018" y="10713"/>
                    </a:lnTo>
                    <a:lnTo>
                      <a:pt x="32871" y="10651"/>
                    </a:lnTo>
                    <a:lnTo>
                      <a:pt x="32766" y="10588"/>
                    </a:lnTo>
                    <a:lnTo>
                      <a:pt x="32662" y="10651"/>
                    </a:lnTo>
                    <a:lnTo>
                      <a:pt x="32515" y="10588"/>
                    </a:lnTo>
                    <a:cubicBezTo>
                      <a:pt x="32536" y="10546"/>
                      <a:pt x="32536" y="10525"/>
                      <a:pt x="32536" y="10504"/>
                    </a:cubicBezTo>
                    <a:lnTo>
                      <a:pt x="32599" y="10504"/>
                    </a:lnTo>
                    <a:lnTo>
                      <a:pt x="32620" y="10483"/>
                    </a:lnTo>
                    <a:lnTo>
                      <a:pt x="32599" y="10420"/>
                    </a:lnTo>
                    <a:lnTo>
                      <a:pt x="32536" y="10420"/>
                    </a:lnTo>
                    <a:cubicBezTo>
                      <a:pt x="32536" y="10400"/>
                      <a:pt x="32536" y="10339"/>
                      <a:pt x="32517" y="10317"/>
                    </a:cubicBezTo>
                    <a:lnTo>
                      <a:pt x="32517" y="10317"/>
                    </a:lnTo>
                    <a:cubicBezTo>
                      <a:pt x="32518" y="10308"/>
                      <a:pt x="32523" y="10287"/>
                      <a:pt x="32536" y="10274"/>
                    </a:cubicBezTo>
                    <a:cubicBezTo>
                      <a:pt x="32536" y="10274"/>
                      <a:pt x="32536" y="10232"/>
                      <a:pt x="32557" y="10232"/>
                    </a:cubicBezTo>
                    <a:lnTo>
                      <a:pt x="32641" y="10316"/>
                    </a:lnTo>
                    <a:lnTo>
                      <a:pt x="32746" y="10274"/>
                    </a:lnTo>
                    <a:lnTo>
                      <a:pt x="32934" y="10232"/>
                    </a:lnTo>
                    <a:lnTo>
                      <a:pt x="32976" y="10337"/>
                    </a:lnTo>
                    <a:lnTo>
                      <a:pt x="33080" y="10379"/>
                    </a:lnTo>
                    <a:lnTo>
                      <a:pt x="33143" y="10441"/>
                    </a:lnTo>
                    <a:lnTo>
                      <a:pt x="33185" y="10420"/>
                    </a:lnTo>
                    <a:lnTo>
                      <a:pt x="33352" y="10525"/>
                    </a:lnTo>
                    <a:lnTo>
                      <a:pt x="33394" y="10483"/>
                    </a:lnTo>
                    <a:lnTo>
                      <a:pt x="33457" y="10504"/>
                    </a:lnTo>
                    <a:lnTo>
                      <a:pt x="33499" y="10420"/>
                    </a:lnTo>
                    <a:lnTo>
                      <a:pt x="33478" y="10337"/>
                    </a:lnTo>
                    <a:lnTo>
                      <a:pt x="33394" y="10295"/>
                    </a:lnTo>
                    <a:lnTo>
                      <a:pt x="33310" y="10190"/>
                    </a:lnTo>
                    <a:lnTo>
                      <a:pt x="33269" y="10107"/>
                    </a:lnTo>
                    <a:lnTo>
                      <a:pt x="33059" y="9918"/>
                    </a:lnTo>
                    <a:lnTo>
                      <a:pt x="33038" y="9855"/>
                    </a:lnTo>
                    <a:lnTo>
                      <a:pt x="33038" y="9855"/>
                    </a:lnTo>
                    <a:lnTo>
                      <a:pt x="33101" y="9897"/>
                    </a:lnTo>
                    <a:lnTo>
                      <a:pt x="33143" y="9960"/>
                    </a:lnTo>
                    <a:lnTo>
                      <a:pt x="33206" y="9981"/>
                    </a:lnTo>
                    <a:lnTo>
                      <a:pt x="33310" y="10107"/>
                    </a:lnTo>
                    <a:lnTo>
                      <a:pt x="33394" y="10127"/>
                    </a:lnTo>
                    <a:lnTo>
                      <a:pt x="33415" y="10190"/>
                    </a:lnTo>
                    <a:lnTo>
                      <a:pt x="33499" y="10295"/>
                    </a:lnTo>
                    <a:lnTo>
                      <a:pt x="33603" y="10400"/>
                    </a:lnTo>
                    <a:lnTo>
                      <a:pt x="33624" y="10462"/>
                    </a:lnTo>
                    <a:lnTo>
                      <a:pt x="33687" y="10504"/>
                    </a:lnTo>
                    <a:lnTo>
                      <a:pt x="33792" y="10609"/>
                    </a:lnTo>
                    <a:lnTo>
                      <a:pt x="33834" y="10713"/>
                    </a:lnTo>
                    <a:lnTo>
                      <a:pt x="33938" y="10713"/>
                    </a:lnTo>
                    <a:lnTo>
                      <a:pt x="33980" y="10672"/>
                    </a:lnTo>
                    <a:lnTo>
                      <a:pt x="33917" y="10546"/>
                    </a:lnTo>
                    <a:lnTo>
                      <a:pt x="33834" y="10337"/>
                    </a:lnTo>
                    <a:lnTo>
                      <a:pt x="34001" y="10358"/>
                    </a:lnTo>
                    <a:lnTo>
                      <a:pt x="34189" y="10462"/>
                    </a:lnTo>
                    <a:lnTo>
                      <a:pt x="34357" y="10462"/>
                    </a:lnTo>
                    <a:lnTo>
                      <a:pt x="34357" y="10567"/>
                    </a:lnTo>
                    <a:lnTo>
                      <a:pt x="34336" y="10630"/>
                    </a:lnTo>
                    <a:lnTo>
                      <a:pt x="34440" y="10713"/>
                    </a:lnTo>
                    <a:lnTo>
                      <a:pt x="34545" y="10713"/>
                    </a:lnTo>
                    <a:lnTo>
                      <a:pt x="34566" y="10734"/>
                    </a:lnTo>
                    <a:lnTo>
                      <a:pt x="34838" y="10734"/>
                    </a:lnTo>
                    <a:lnTo>
                      <a:pt x="34922" y="10672"/>
                    </a:lnTo>
                    <a:lnTo>
                      <a:pt x="34984" y="10546"/>
                    </a:lnTo>
                    <a:lnTo>
                      <a:pt x="34984" y="10441"/>
                    </a:lnTo>
                    <a:lnTo>
                      <a:pt x="35026" y="10337"/>
                    </a:lnTo>
                    <a:lnTo>
                      <a:pt x="34963" y="10295"/>
                    </a:lnTo>
                    <a:lnTo>
                      <a:pt x="34880" y="10086"/>
                    </a:lnTo>
                    <a:lnTo>
                      <a:pt x="34838" y="10086"/>
                    </a:lnTo>
                    <a:lnTo>
                      <a:pt x="34754" y="9939"/>
                    </a:lnTo>
                    <a:lnTo>
                      <a:pt x="34775" y="9814"/>
                    </a:lnTo>
                    <a:lnTo>
                      <a:pt x="34838" y="9793"/>
                    </a:lnTo>
                    <a:lnTo>
                      <a:pt x="34838" y="9709"/>
                    </a:lnTo>
                    <a:lnTo>
                      <a:pt x="34859" y="9688"/>
                    </a:lnTo>
                    <a:lnTo>
                      <a:pt x="34922" y="9730"/>
                    </a:lnTo>
                    <a:lnTo>
                      <a:pt x="34943" y="9835"/>
                    </a:lnTo>
                    <a:lnTo>
                      <a:pt x="34984" y="9730"/>
                    </a:lnTo>
                    <a:lnTo>
                      <a:pt x="34984" y="9583"/>
                    </a:lnTo>
                    <a:lnTo>
                      <a:pt x="35047" y="9542"/>
                    </a:lnTo>
                    <a:lnTo>
                      <a:pt x="35089" y="9500"/>
                    </a:lnTo>
                    <a:lnTo>
                      <a:pt x="35089" y="9604"/>
                    </a:lnTo>
                    <a:lnTo>
                      <a:pt x="35131" y="9667"/>
                    </a:lnTo>
                    <a:lnTo>
                      <a:pt x="35089" y="9709"/>
                    </a:lnTo>
                    <a:lnTo>
                      <a:pt x="34984" y="9772"/>
                    </a:lnTo>
                    <a:lnTo>
                      <a:pt x="34963" y="9897"/>
                    </a:lnTo>
                    <a:lnTo>
                      <a:pt x="35026" y="9918"/>
                    </a:lnTo>
                    <a:lnTo>
                      <a:pt x="35068" y="10002"/>
                    </a:lnTo>
                    <a:lnTo>
                      <a:pt x="35068" y="10086"/>
                    </a:lnTo>
                    <a:lnTo>
                      <a:pt x="35194" y="10232"/>
                    </a:lnTo>
                    <a:lnTo>
                      <a:pt x="35256" y="10274"/>
                    </a:lnTo>
                    <a:lnTo>
                      <a:pt x="35256" y="10190"/>
                    </a:lnTo>
                    <a:lnTo>
                      <a:pt x="35298" y="10169"/>
                    </a:lnTo>
                    <a:lnTo>
                      <a:pt x="35361" y="10211"/>
                    </a:lnTo>
                    <a:lnTo>
                      <a:pt x="35466" y="10169"/>
                    </a:lnTo>
                    <a:lnTo>
                      <a:pt x="35487" y="10211"/>
                    </a:lnTo>
                    <a:lnTo>
                      <a:pt x="35466" y="10253"/>
                    </a:lnTo>
                    <a:lnTo>
                      <a:pt x="35466" y="10358"/>
                    </a:lnTo>
                    <a:lnTo>
                      <a:pt x="35403" y="10525"/>
                    </a:lnTo>
                    <a:lnTo>
                      <a:pt x="35403" y="10567"/>
                    </a:lnTo>
                    <a:lnTo>
                      <a:pt x="35298" y="10734"/>
                    </a:lnTo>
                    <a:lnTo>
                      <a:pt x="35235" y="10923"/>
                    </a:lnTo>
                    <a:lnTo>
                      <a:pt x="35235" y="10964"/>
                    </a:lnTo>
                    <a:lnTo>
                      <a:pt x="35256" y="10964"/>
                    </a:lnTo>
                    <a:lnTo>
                      <a:pt x="35298" y="10860"/>
                    </a:lnTo>
                    <a:lnTo>
                      <a:pt x="35403" y="10902"/>
                    </a:lnTo>
                    <a:lnTo>
                      <a:pt x="35403" y="10923"/>
                    </a:lnTo>
                    <a:lnTo>
                      <a:pt x="35487" y="10923"/>
                    </a:lnTo>
                    <a:lnTo>
                      <a:pt x="35549" y="11006"/>
                    </a:lnTo>
                    <a:lnTo>
                      <a:pt x="35696" y="11027"/>
                    </a:lnTo>
                    <a:lnTo>
                      <a:pt x="35591" y="11069"/>
                    </a:lnTo>
                    <a:lnTo>
                      <a:pt x="35570" y="11132"/>
                    </a:lnTo>
                    <a:lnTo>
                      <a:pt x="35507" y="11153"/>
                    </a:lnTo>
                    <a:lnTo>
                      <a:pt x="35466" y="11111"/>
                    </a:lnTo>
                    <a:lnTo>
                      <a:pt x="35382" y="11132"/>
                    </a:lnTo>
                    <a:lnTo>
                      <a:pt x="35403" y="11216"/>
                    </a:lnTo>
                    <a:lnTo>
                      <a:pt x="35466" y="11236"/>
                    </a:lnTo>
                    <a:lnTo>
                      <a:pt x="35487" y="11257"/>
                    </a:lnTo>
                    <a:lnTo>
                      <a:pt x="35591" y="11257"/>
                    </a:lnTo>
                    <a:lnTo>
                      <a:pt x="35591" y="11341"/>
                    </a:lnTo>
                    <a:lnTo>
                      <a:pt x="35612" y="11383"/>
                    </a:lnTo>
                    <a:lnTo>
                      <a:pt x="35612" y="11467"/>
                    </a:lnTo>
                    <a:lnTo>
                      <a:pt x="35675" y="11550"/>
                    </a:lnTo>
                    <a:lnTo>
                      <a:pt x="35779" y="11571"/>
                    </a:lnTo>
                    <a:lnTo>
                      <a:pt x="35821" y="11655"/>
                    </a:lnTo>
                    <a:lnTo>
                      <a:pt x="35863" y="11739"/>
                    </a:lnTo>
                    <a:lnTo>
                      <a:pt x="35821" y="11843"/>
                    </a:lnTo>
                    <a:lnTo>
                      <a:pt x="35759" y="11906"/>
                    </a:lnTo>
                    <a:lnTo>
                      <a:pt x="35675" y="11906"/>
                    </a:lnTo>
                    <a:lnTo>
                      <a:pt x="35612" y="11948"/>
                    </a:lnTo>
                    <a:lnTo>
                      <a:pt x="35570" y="11906"/>
                    </a:lnTo>
                    <a:lnTo>
                      <a:pt x="35487" y="11885"/>
                    </a:lnTo>
                    <a:lnTo>
                      <a:pt x="35445" y="11906"/>
                    </a:lnTo>
                    <a:lnTo>
                      <a:pt x="35361" y="12011"/>
                    </a:lnTo>
                    <a:lnTo>
                      <a:pt x="35403" y="12052"/>
                    </a:lnTo>
                    <a:lnTo>
                      <a:pt x="35403" y="12094"/>
                    </a:lnTo>
                    <a:lnTo>
                      <a:pt x="35361" y="12178"/>
                    </a:lnTo>
                    <a:lnTo>
                      <a:pt x="35382" y="12220"/>
                    </a:lnTo>
                    <a:lnTo>
                      <a:pt x="35445" y="12220"/>
                    </a:lnTo>
                    <a:lnTo>
                      <a:pt x="35466" y="12199"/>
                    </a:lnTo>
                    <a:lnTo>
                      <a:pt x="35549" y="12178"/>
                    </a:lnTo>
                    <a:lnTo>
                      <a:pt x="35654" y="12178"/>
                    </a:lnTo>
                    <a:lnTo>
                      <a:pt x="35717" y="12115"/>
                    </a:lnTo>
                    <a:lnTo>
                      <a:pt x="35800" y="12115"/>
                    </a:lnTo>
                    <a:lnTo>
                      <a:pt x="35863" y="12011"/>
                    </a:lnTo>
                    <a:lnTo>
                      <a:pt x="35905" y="11990"/>
                    </a:lnTo>
                    <a:lnTo>
                      <a:pt x="35926" y="12115"/>
                    </a:lnTo>
                    <a:lnTo>
                      <a:pt x="35989" y="12157"/>
                    </a:lnTo>
                    <a:lnTo>
                      <a:pt x="36072" y="12094"/>
                    </a:lnTo>
                    <a:lnTo>
                      <a:pt x="36135" y="11969"/>
                    </a:lnTo>
                    <a:lnTo>
                      <a:pt x="36240" y="11885"/>
                    </a:lnTo>
                    <a:lnTo>
                      <a:pt x="36303" y="11948"/>
                    </a:lnTo>
                    <a:lnTo>
                      <a:pt x="36303" y="11990"/>
                    </a:lnTo>
                    <a:lnTo>
                      <a:pt x="36219" y="12011"/>
                    </a:lnTo>
                    <a:lnTo>
                      <a:pt x="36177" y="12073"/>
                    </a:lnTo>
                    <a:lnTo>
                      <a:pt x="36219" y="12094"/>
                    </a:lnTo>
                    <a:lnTo>
                      <a:pt x="36219" y="12157"/>
                    </a:lnTo>
                    <a:lnTo>
                      <a:pt x="36093" y="12199"/>
                    </a:lnTo>
                    <a:lnTo>
                      <a:pt x="36072" y="12220"/>
                    </a:lnTo>
                    <a:lnTo>
                      <a:pt x="36219" y="12199"/>
                    </a:lnTo>
                    <a:lnTo>
                      <a:pt x="36240" y="12283"/>
                    </a:lnTo>
                    <a:lnTo>
                      <a:pt x="36135" y="12366"/>
                    </a:lnTo>
                    <a:lnTo>
                      <a:pt x="36177" y="12492"/>
                    </a:lnTo>
                    <a:lnTo>
                      <a:pt x="36219" y="12513"/>
                    </a:lnTo>
                    <a:lnTo>
                      <a:pt x="36282" y="12617"/>
                    </a:lnTo>
                    <a:lnTo>
                      <a:pt x="36407" y="12596"/>
                    </a:lnTo>
                    <a:lnTo>
                      <a:pt x="36428" y="12534"/>
                    </a:lnTo>
                    <a:lnTo>
                      <a:pt x="36407" y="12471"/>
                    </a:lnTo>
                    <a:lnTo>
                      <a:pt x="36407" y="12387"/>
                    </a:lnTo>
                    <a:lnTo>
                      <a:pt x="36449" y="12366"/>
                    </a:lnTo>
                    <a:lnTo>
                      <a:pt x="36595" y="12471"/>
                    </a:lnTo>
                    <a:lnTo>
                      <a:pt x="36595" y="12534"/>
                    </a:lnTo>
                    <a:lnTo>
                      <a:pt x="36533" y="12638"/>
                    </a:lnTo>
                    <a:lnTo>
                      <a:pt x="36616" y="12701"/>
                    </a:lnTo>
                    <a:lnTo>
                      <a:pt x="36637" y="12743"/>
                    </a:lnTo>
                    <a:lnTo>
                      <a:pt x="36491" y="12827"/>
                    </a:lnTo>
                    <a:lnTo>
                      <a:pt x="36449" y="12889"/>
                    </a:lnTo>
                    <a:lnTo>
                      <a:pt x="36533" y="12952"/>
                    </a:lnTo>
                    <a:lnTo>
                      <a:pt x="36763" y="12952"/>
                    </a:lnTo>
                    <a:lnTo>
                      <a:pt x="36826" y="12994"/>
                    </a:lnTo>
                    <a:lnTo>
                      <a:pt x="36826" y="13099"/>
                    </a:lnTo>
                    <a:lnTo>
                      <a:pt x="36826" y="13161"/>
                    </a:lnTo>
                    <a:lnTo>
                      <a:pt x="36867" y="13140"/>
                    </a:lnTo>
                    <a:lnTo>
                      <a:pt x="36867" y="13057"/>
                    </a:lnTo>
                    <a:lnTo>
                      <a:pt x="36930" y="12994"/>
                    </a:lnTo>
                    <a:lnTo>
                      <a:pt x="36972" y="12994"/>
                    </a:lnTo>
                    <a:lnTo>
                      <a:pt x="36972" y="13057"/>
                    </a:lnTo>
                    <a:lnTo>
                      <a:pt x="36930" y="13161"/>
                    </a:lnTo>
                    <a:lnTo>
                      <a:pt x="36930" y="13245"/>
                    </a:lnTo>
                    <a:lnTo>
                      <a:pt x="36847" y="13266"/>
                    </a:lnTo>
                    <a:lnTo>
                      <a:pt x="36805" y="13433"/>
                    </a:lnTo>
                    <a:lnTo>
                      <a:pt x="36805" y="13475"/>
                    </a:lnTo>
                    <a:lnTo>
                      <a:pt x="36867" y="13517"/>
                    </a:lnTo>
                    <a:lnTo>
                      <a:pt x="36867" y="13622"/>
                    </a:lnTo>
                    <a:lnTo>
                      <a:pt x="36826" y="13726"/>
                    </a:lnTo>
                    <a:lnTo>
                      <a:pt x="36826" y="13831"/>
                    </a:lnTo>
                    <a:lnTo>
                      <a:pt x="36847" y="13852"/>
                    </a:lnTo>
                    <a:lnTo>
                      <a:pt x="36847" y="13873"/>
                    </a:lnTo>
                    <a:lnTo>
                      <a:pt x="36826" y="14082"/>
                    </a:lnTo>
                    <a:lnTo>
                      <a:pt x="36763" y="14166"/>
                    </a:lnTo>
                    <a:lnTo>
                      <a:pt x="36826" y="14270"/>
                    </a:lnTo>
                    <a:lnTo>
                      <a:pt x="36805" y="14354"/>
                    </a:lnTo>
                    <a:lnTo>
                      <a:pt x="36637" y="14396"/>
                    </a:lnTo>
                    <a:lnTo>
                      <a:pt x="36491" y="14375"/>
                    </a:lnTo>
                    <a:lnTo>
                      <a:pt x="36428" y="14396"/>
                    </a:lnTo>
                    <a:lnTo>
                      <a:pt x="36407" y="14480"/>
                    </a:lnTo>
                    <a:lnTo>
                      <a:pt x="36198" y="14626"/>
                    </a:lnTo>
                    <a:lnTo>
                      <a:pt x="36198" y="14710"/>
                    </a:lnTo>
                    <a:lnTo>
                      <a:pt x="36344" y="14793"/>
                    </a:lnTo>
                    <a:lnTo>
                      <a:pt x="36303" y="14793"/>
                    </a:lnTo>
                    <a:lnTo>
                      <a:pt x="36219" y="14814"/>
                    </a:lnTo>
                    <a:lnTo>
                      <a:pt x="36303" y="14814"/>
                    </a:lnTo>
                    <a:lnTo>
                      <a:pt x="36177" y="14982"/>
                    </a:lnTo>
                    <a:lnTo>
                      <a:pt x="36093" y="15024"/>
                    </a:lnTo>
                    <a:lnTo>
                      <a:pt x="35884" y="15149"/>
                    </a:lnTo>
                    <a:lnTo>
                      <a:pt x="35738" y="15296"/>
                    </a:lnTo>
                    <a:lnTo>
                      <a:pt x="35675" y="15296"/>
                    </a:lnTo>
                    <a:lnTo>
                      <a:pt x="35633" y="15337"/>
                    </a:lnTo>
                    <a:lnTo>
                      <a:pt x="35591" y="15463"/>
                    </a:lnTo>
                    <a:lnTo>
                      <a:pt x="35675" y="15568"/>
                    </a:lnTo>
                    <a:lnTo>
                      <a:pt x="35696" y="15672"/>
                    </a:lnTo>
                    <a:lnTo>
                      <a:pt x="35800" y="15840"/>
                    </a:lnTo>
                    <a:lnTo>
                      <a:pt x="35842" y="16133"/>
                    </a:lnTo>
                    <a:lnTo>
                      <a:pt x="35779" y="16174"/>
                    </a:lnTo>
                    <a:lnTo>
                      <a:pt x="35738" y="16153"/>
                    </a:lnTo>
                    <a:lnTo>
                      <a:pt x="35675" y="16195"/>
                    </a:lnTo>
                    <a:lnTo>
                      <a:pt x="35654" y="16300"/>
                    </a:lnTo>
                    <a:lnTo>
                      <a:pt x="35633" y="16195"/>
                    </a:lnTo>
                    <a:lnTo>
                      <a:pt x="35633" y="16049"/>
                    </a:lnTo>
                    <a:lnTo>
                      <a:pt x="35570" y="15986"/>
                    </a:lnTo>
                    <a:lnTo>
                      <a:pt x="35466" y="16049"/>
                    </a:lnTo>
                    <a:lnTo>
                      <a:pt x="35424" y="16153"/>
                    </a:lnTo>
                    <a:lnTo>
                      <a:pt x="35319" y="16216"/>
                    </a:lnTo>
                    <a:lnTo>
                      <a:pt x="35235" y="16174"/>
                    </a:lnTo>
                    <a:lnTo>
                      <a:pt x="35256" y="16112"/>
                    </a:lnTo>
                    <a:lnTo>
                      <a:pt x="35256" y="16070"/>
                    </a:lnTo>
                    <a:lnTo>
                      <a:pt x="35047" y="16070"/>
                    </a:lnTo>
                    <a:lnTo>
                      <a:pt x="35005" y="16174"/>
                    </a:lnTo>
                    <a:lnTo>
                      <a:pt x="34922" y="16258"/>
                    </a:lnTo>
                    <a:lnTo>
                      <a:pt x="34796" y="16216"/>
                    </a:lnTo>
                    <a:lnTo>
                      <a:pt x="34712" y="16216"/>
                    </a:lnTo>
                    <a:lnTo>
                      <a:pt x="34650" y="16174"/>
                    </a:lnTo>
                    <a:lnTo>
                      <a:pt x="34587" y="16174"/>
                    </a:lnTo>
                    <a:lnTo>
                      <a:pt x="34503" y="16258"/>
                    </a:lnTo>
                    <a:lnTo>
                      <a:pt x="34357" y="16195"/>
                    </a:lnTo>
                    <a:lnTo>
                      <a:pt x="34315" y="16174"/>
                    </a:lnTo>
                    <a:lnTo>
                      <a:pt x="34231" y="16070"/>
                    </a:lnTo>
                    <a:lnTo>
                      <a:pt x="34106" y="15986"/>
                    </a:lnTo>
                    <a:lnTo>
                      <a:pt x="33980" y="15965"/>
                    </a:lnTo>
                    <a:lnTo>
                      <a:pt x="33834" y="15777"/>
                    </a:lnTo>
                    <a:lnTo>
                      <a:pt x="33813" y="15840"/>
                    </a:lnTo>
                    <a:lnTo>
                      <a:pt x="33813" y="15902"/>
                    </a:lnTo>
                    <a:lnTo>
                      <a:pt x="33792" y="15965"/>
                    </a:lnTo>
                    <a:lnTo>
                      <a:pt x="33750" y="15944"/>
                    </a:lnTo>
                    <a:lnTo>
                      <a:pt x="33708" y="15965"/>
                    </a:lnTo>
                    <a:lnTo>
                      <a:pt x="33708" y="16049"/>
                    </a:lnTo>
                    <a:lnTo>
                      <a:pt x="33771" y="16112"/>
                    </a:lnTo>
                    <a:lnTo>
                      <a:pt x="33750" y="16195"/>
                    </a:lnTo>
                    <a:lnTo>
                      <a:pt x="33687" y="16195"/>
                    </a:lnTo>
                    <a:lnTo>
                      <a:pt x="33582" y="16216"/>
                    </a:lnTo>
                    <a:lnTo>
                      <a:pt x="33499" y="16300"/>
                    </a:lnTo>
                    <a:lnTo>
                      <a:pt x="33373" y="16300"/>
                    </a:lnTo>
                    <a:lnTo>
                      <a:pt x="33290" y="16384"/>
                    </a:lnTo>
                    <a:lnTo>
                      <a:pt x="33290" y="16488"/>
                    </a:lnTo>
                    <a:lnTo>
                      <a:pt x="33206" y="16530"/>
                    </a:lnTo>
                    <a:lnTo>
                      <a:pt x="33164" y="16677"/>
                    </a:lnTo>
                    <a:lnTo>
                      <a:pt x="33248" y="16886"/>
                    </a:lnTo>
                    <a:lnTo>
                      <a:pt x="33352" y="16990"/>
                    </a:lnTo>
                    <a:lnTo>
                      <a:pt x="33394" y="16949"/>
                    </a:lnTo>
                    <a:lnTo>
                      <a:pt x="33499" y="17095"/>
                    </a:lnTo>
                    <a:lnTo>
                      <a:pt x="33478" y="17158"/>
                    </a:lnTo>
                    <a:lnTo>
                      <a:pt x="33666" y="17158"/>
                    </a:lnTo>
                    <a:lnTo>
                      <a:pt x="33771" y="17200"/>
                    </a:lnTo>
                    <a:lnTo>
                      <a:pt x="33813" y="17137"/>
                    </a:lnTo>
                    <a:lnTo>
                      <a:pt x="33917" y="17137"/>
                    </a:lnTo>
                    <a:lnTo>
                      <a:pt x="33980" y="17095"/>
                    </a:lnTo>
                    <a:lnTo>
                      <a:pt x="34106" y="17095"/>
                    </a:lnTo>
                    <a:lnTo>
                      <a:pt x="34189" y="17053"/>
                    </a:lnTo>
                    <a:lnTo>
                      <a:pt x="34273" y="17095"/>
                    </a:lnTo>
                    <a:lnTo>
                      <a:pt x="34315" y="17032"/>
                    </a:lnTo>
                    <a:lnTo>
                      <a:pt x="34315" y="16928"/>
                    </a:lnTo>
                    <a:lnTo>
                      <a:pt x="34336" y="16865"/>
                    </a:lnTo>
                    <a:lnTo>
                      <a:pt x="34398" y="16865"/>
                    </a:lnTo>
                    <a:lnTo>
                      <a:pt x="34503" y="17032"/>
                    </a:lnTo>
                    <a:lnTo>
                      <a:pt x="34587" y="17032"/>
                    </a:lnTo>
                    <a:lnTo>
                      <a:pt x="34650" y="17116"/>
                    </a:lnTo>
                    <a:lnTo>
                      <a:pt x="34796" y="17137"/>
                    </a:lnTo>
                    <a:lnTo>
                      <a:pt x="34817" y="17074"/>
                    </a:lnTo>
                    <a:lnTo>
                      <a:pt x="34901" y="16970"/>
                    </a:lnTo>
                    <a:lnTo>
                      <a:pt x="34943" y="16970"/>
                    </a:lnTo>
                    <a:lnTo>
                      <a:pt x="35026" y="16886"/>
                    </a:lnTo>
                    <a:lnTo>
                      <a:pt x="35131" y="16865"/>
                    </a:lnTo>
                    <a:lnTo>
                      <a:pt x="35110" y="16928"/>
                    </a:lnTo>
                    <a:lnTo>
                      <a:pt x="35110" y="17032"/>
                    </a:lnTo>
                    <a:lnTo>
                      <a:pt x="35026" y="17137"/>
                    </a:lnTo>
                    <a:lnTo>
                      <a:pt x="35026" y="17262"/>
                    </a:lnTo>
                    <a:lnTo>
                      <a:pt x="35131" y="17221"/>
                    </a:lnTo>
                    <a:lnTo>
                      <a:pt x="35173" y="17032"/>
                    </a:lnTo>
                    <a:lnTo>
                      <a:pt x="35215" y="17074"/>
                    </a:lnTo>
                    <a:lnTo>
                      <a:pt x="35256" y="17032"/>
                    </a:lnTo>
                    <a:lnTo>
                      <a:pt x="35340" y="17074"/>
                    </a:lnTo>
                    <a:lnTo>
                      <a:pt x="35256" y="17200"/>
                    </a:lnTo>
                    <a:lnTo>
                      <a:pt x="35277" y="17283"/>
                    </a:lnTo>
                    <a:lnTo>
                      <a:pt x="35277" y="17179"/>
                    </a:lnTo>
                    <a:lnTo>
                      <a:pt x="35466" y="17011"/>
                    </a:lnTo>
                    <a:lnTo>
                      <a:pt x="35487" y="17074"/>
                    </a:lnTo>
                    <a:lnTo>
                      <a:pt x="35361" y="17179"/>
                    </a:lnTo>
                    <a:lnTo>
                      <a:pt x="35361" y="17242"/>
                    </a:lnTo>
                    <a:lnTo>
                      <a:pt x="35445" y="17304"/>
                    </a:lnTo>
                    <a:lnTo>
                      <a:pt x="35487" y="17451"/>
                    </a:lnTo>
                    <a:lnTo>
                      <a:pt x="35487" y="17555"/>
                    </a:lnTo>
                    <a:lnTo>
                      <a:pt x="35507" y="17660"/>
                    </a:lnTo>
                    <a:lnTo>
                      <a:pt x="35612" y="17639"/>
                    </a:lnTo>
                    <a:lnTo>
                      <a:pt x="35612" y="17765"/>
                    </a:lnTo>
                    <a:lnTo>
                      <a:pt x="35675" y="17827"/>
                    </a:lnTo>
                    <a:lnTo>
                      <a:pt x="35759" y="17681"/>
                    </a:lnTo>
                    <a:lnTo>
                      <a:pt x="35717" y="17869"/>
                    </a:lnTo>
                    <a:lnTo>
                      <a:pt x="35654" y="17953"/>
                    </a:lnTo>
                    <a:lnTo>
                      <a:pt x="35759" y="18058"/>
                    </a:lnTo>
                    <a:lnTo>
                      <a:pt x="35759" y="17974"/>
                    </a:lnTo>
                    <a:lnTo>
                      <a:pt x="35800" y="17869"/>
                    </a:lnTo>
                    <a:lnTo>
                      <a:pt x="35863" y="17848"/>
                    </a:lnTo>
                    <a:lnTo>
                      <a:pt x="35863" y="17848"/>
                    </a:lnTo>
                    <a:lnTo>
                      <a:pt x="35821" y="17890"/>
                    </a:lnTo>
                    <a:lnTo>
                      <a:pt x="35863" y="18037"/>
                    </a:lnTo>
                    <a:lnTo>
                      <a:pt x="35926" y="18162"/>
                    </a:lnTo>
                    <a:lnTo>
                      <a:pt x="36093" y="18141"/>
                    </a:lnTo>
                    <a:lnTo>
                      <a:pt x="36031" y="18183"/>
                    </a:lnTo>
                    <a:lnTo>
                      <a:pt x="35821" y="18309"/>
                    </a:lnTo>
                    <a:lnTo>
                      <a:pt x="35675" y="18309"/>
                    </a:lnTo>
                    <a:lnTo>
                      <a:pt x="35654" y="18371"/>
                    </a:lnTo>
                    <a:lnTo>
                      <a:pt x="35759" y="18413"/>
                    </a:lnTo>
                    <a:lnTo>
                      <a:pt x="35759" y="18560"/>
                    </a:lnTo>
                    <a:lnTo>
                      <a:pt x="35821" y="18664"/>
                    </a:lnTo>
                    <a:lnTo>
                      <a:pt x="35905" y="18727"/>
                    </a:lnTo>
                    <a:lnTo>
                      <a:pt x="35989" y="18727"/>
                    </a:lnTo>
                    <a:lnTo>
                      <a:pt x="35989" y="18790"/>
                    </a:lnTo>
                    <a:lnTo>
                      <a:pt x="36093" y="18874"/>
                    </a:lnTo>
                    <a:lnTo>
                      <a:pt x="36156" y="18915"/>
                    </a:lnTo>
                    <a:lnTo>
                      <a:pt x="36219" y="18915"/>
                    </a:lnTo>
                    <a:lnTo>
                      <a:pt x="36407" y="19041"/>
                    </a:lnTo>
                    <a:lnTo>
                      <a:pt x="36512" y="19041"/>
                    </a:lnTo>
                    <a:lnTo>
                      <a:pt x="36512" y="19104"/>
                    </a:lnTo>
                    <a:lnTo>
                      <a:pt x="36575" y="19125"/>
                    </a:lnTo>
                    <a:lnTo>
                      <a:pt x="36595" y="19083"/>
                    </a:lnTo>
                    <a:lnTo>
                      <a:pt x="36616" y="19041"/>
                    </a:lnTo>
                    <a:lnTo>
                      <a:pt x="36721" y="19104"/>
                    </a:lnTo>
                    <a:lnTo>
                      <a:pt x="36679" y="19125"/>
                    </a:lnTo>
                    <a:lnTo>
                      <a:pt x="36616" y="19187"/>
                    </a:lnTo>
                    <a:lnTo>
                      <a:pt x="36679" y="19292"/>
                    </a:lnTo>
                    <a:lnTo>
                      <a:pt x="36742" y="19334"/>
                    </a:lnTo>
                    <a:lnTo>
                      <a:pt x="36805" y="19334"/>
                    </a:lnTo>
                    <a:lnTo>
                      <a:pt x="36805" y="19418"/>
                    </a:lnTo>
                    <a:lnTo>
                      <a:pt x="36930" y="19543"/>
                    </a:lnTo>
                    <a:lnTo>
                      <a:pt x="37014" y="19543"/>
                    </a:lnTo>
                    <a:lnTo>
                      <a:pt x="37056" y="19606"/>
                    </a:lnTo>
                    <a:lnTo>
                      <a:pt x="37098" y="19648"/>
                    </a:lnTo>
                    <a:lnTo>
                      <a:pt x="37265" y="19731"/>
                    </a:lnTo>
                    <a:lnTo>
                      <a:pt x="37328" y="19711"/>
                    </a:lnTo>
                    <a:lnTo>
                      <a:pt x="37370" y="19731"/>
                    </a:lnTo>
                    <a:lnTo>
                      <a:pt x="37453" y="19731"/>
                    </a:lnTo>
                    <a:lnTo>
                      <a:pt x="37537" y="19773"/>
                    </a:lnTo>
                    <a:lnTo>
                      <a:pt x="37558" y="19857"/>
                    </a:lnTo>
                    <a:lnTo>
                      <a:pt x="37725" y="19983"/>
                    </a:lnTo>
                    <a:lnTo>
                      <a:pt x="37788" y="19983"/>
                    </a:lnTo>
                    <a:lnTo>
                      <a:pt x="37872" y="20045"/>
                    </a:lnTo>
                    <a:lnTo>
                      <a:pt x="38060" y="20087"/>
                    </a:lnTo>
                    <a:lnTo>
                      <a:pt x="38165" y="20150"/>
                    </a:lnTo>
                    <a:lnTo>
                      <a:pt x="38269" y="20150"/>
                    </a:lnTo>
                    <a:lnTo>
                      <a:pt x="38290" y="20129"/>
                    </a:lnTo>
                    <a:lnTo>
                      <a:pt x="38290" y="20066"/>
                    </a:lnTo>
                    <a:lnTo>
                      <a:pt x="38207" y="19983"/>
                    </a:lnTo>
                    <a:lnTo>
                      <a:pt x="38165" y="19920"/>
                    </a:lnTo>
                    <a:lnTo>
                      <a:pt x="38207" y="19857"/>
                    </a:lnTo>
                    <a:lnTo>
                      <a:pt x="38290" y="19878"/>
                    </a:lnTo>
                    <a:lnTo>
                      <a:pt x="38311" y="19815"/>
                    </a:lnTo>
                    <a:lnTo>
                      <a:pt x="38290" y="19752"/>
                    </a:lnTo>
                    <a:lnTo>
                      <a:pt x="38248" y="19773"/>
                    </a:lnTo>
                    <a:lnTo>
                      <a:pt x="38207" y="19731"/>
                    </a:lnTo>
                    <a:lnTo>
                      <a:pt x="38248" y="19606"/>
                    </a:lnTo>
                    <a:lnTo>
                      <a:pt x="38207" y="19564"/>
                    </a:lnTo>
                    <a:lnTo>
                      <a:pt x="38102" y="19669"/>
                    </a:lnTo>
                    <a:lnTo>
                      <a:pt x="38102" y="19627"/>
                    </a:lnTo>
                    <a:lnTo>
                      <a:pt x="38081" y="19543"/>
                    </a:lnTo>
                    <a:lnTo>
                      <a:pt x="38018" y="19543"/>
                    </a:lnTo>
                    <a:lnTo>
                      <a:pt x="38123" y="19439"/>
                    </a:lnTo>
                    <a:lnTo>
                      <a:pt x="38102" y="19313"/>
                    </a:lnTo>
                    <a:lnTo>
                      <a:pt x="38060" y="19292"/>
                    </a:lnTo>
                    <a:lnTo>
                      <a:pt x="37956" y="19292"/>
                    </a:lnTo>
                    <a:lnTo>
                      <a:pt x="37976" y="19187"/>
                    </a:lnTo>
                    <a:lnTo>
                      <a:pt x="37935" y="19083"/>
                    </a:lnTo>
                    <a:lnTo>
                      <a:pt x="37893" y="18999"/>
                    </a:lnTo>
                    <a:lnTo>
                      <a:pt x="37788" y="18999"/>
                    </a:lnTo>
                    <a:lnTo>
                      <a:pt x="37851" y="18915"/>
                    </a:lnTo>
                    <a:lnTo>
                      <a:pt x="37767" y="18894"/>
                    </a:lnTo>
                    <a:lnTo>
                      <a:pt x="37725" y="18894"/>
                    </a:lnTo>
                    <a:lnTo>
                      <a:pt x="37746" y="18832"/>
                    </a:lnTo>
                    <a:lnTo>
                      <a:pt x="37663" y="18727"/>
                    </a:lnTo>
                    <a:lnTo>
                      <a:pt x="37663" y="18748"/>
                    </a:lnTo>
                    <a:lnTo>
                      <a:pt x="37621" y="18748"/>
                    </a:lnTo>
                    <a:lnTo>
                      <a:pt x="37621" y="18602"/>
                    </a:lnTo>
                    <a:lnTo>
                      <a:pt x="37621" y="18539"/>
                    </a:lnTo>
                    <a:lnTo>
                      <a:pt x="37621" y="18476"/>
                    </a:lnTo>
                    <a:lnTo>
                      <a:pt x="37453" y="18350"/>
                    </a:lnTo>
                    <a:lnTo>
                      <a:pt x="37432" y="18225"/>
                    </a:lnTo>
                    <a:lnTo>
                      <a:pt x="37432" y="18120"/>
                    </a:lnTo>
                    <a:lnTo>
                      <a:pt x="37516" y="18162"/>
                    </a:lnTo>
                    <a:lnTo>
                      <a:pt x="37558" y="18078"/>
                    </a:lnTo>
                    <a:lnTo>
                      <a:pt x="37663" y="18120"/>
                    </a:lnTo>
                    <a:lnTo>
                      <a:pt x="37663" y="18225"/>
                    </a:lnTo>
                    <a:lnTo>
                      <a:pt x="37746" y="18371"/>
                    </a:lnTo>
                    <a:lnTo>
                      <a:pt x="37872" y="18434"/>
                    </a:lnTo>
                    <a:lnTo>
                      <a:pt x="37935" y="18476"/>
                    </a:lnTo>
                    <a:lnTo>
                      <a:pt x="37935" y="18560"/>
                    </a:lnTo>
                    <a:lnTo>
                      <a:pt x="37976" y="18602"/>
                    </a:lnTo>
                    <a:lnTo>
                      <a:pt x="37976" y="18539"/>
                    </a:lnTo>
                    <a:lnTo>
                      <a:pt x="37935" y="18392"/>
                    </a:lnTo>
                    <a:lnTo>
                      <a:pt x="37935" y="18350"/>
                    </a:lnTo>
                    <a:lnTo>
                      <a:pt x="37976" y="18309"/>
                    </a:lnTo>
                    <a:lnTo>
                      <a:pt x="38018" y="18392"/>
                    </a:lnTo>
                    <a:lnTo>
                      <a:pt x="38018" y="18455"/>
                    </a:lnTo>
                    <a:lnTo>
                      <a:pt x="38081" y="18497"/>
                    </a:lnTo>
                    <a:lnTo>
                      <a:pt x="38123" y="18685"/>
                    </a:lnTo>
                    <a:lnTo>
                      <a:pt x="38207" y="18706"/>
                    </a:lnTo>
                    <a:lnTo>
                      <a:pt x="38207" y="18769"/>
                    </a:lnTo>
                    <a:lnTo>
                      <a:pt x="38290" y="18832"/>
                    </a:lnTo>
                    <a:lnTo>
                      <a:pt x="38374" y="19020"/>
                    </a:lnTo>
                    <a:lnTo>
                      <a:pt x="38416" y="18936"/>
                    </a:lnTo>
                    <a:lnTo>
                      <a:pt x="38395" y="18832"/>
                    </a:lnTo>
                    <a:lnTo>
                      <a:pt x="38395" y="18664"/>
                    </a:lnTo>
                    <a:lnTo>
                      <a:pt x="38416" y="18560"/>
                    </a:lnTo>
                    <a:lnTo>
                      <a:pt x="38416" y="18643"/>
                    </a:lnTo>
                    <a:lnTo>
                      <a:pt x="38479" y="18811"/>
                    </a:lnTo>
                    <a:lnTo>
                      <a:pt x="38479" y="18915"/>
                    </a:lnTo>
                    <a:lnTo>
                      <a:pt x="38479" y="18999"/>
                    </a:lnTo>
                    <a:lnTo>
                      <a:pt x="38520" y="19020"/>
                    </a:lnTo>
                    <a:lnTo>
                      <a:pt x="38604" y="19083"/>
                    </a:lnTo>
                    <a:lnTo>
                      <a:pt x="38625" y="18999"/>
                    </a:lnTo>
                    <a:lnTo>
                      <a:pt x="38583" y="18957"/>
                    </a:lnTo>
                    <a:lnTo>
                      <a:pt x="38583" y="18894"/>
                    </a:lnTo>
                    <a:lnTo>
                      <a:pt x="38667" y="18915"/>
                    </a:lnTo>
                    <a:lnTo>
                      <a:pt x="38688" y="19020"/>
                    </a:lnTo>
                    <a:lnTo>
                      <a:pt x="38688" y="19104"/>
                    </a:lnTo>
                    <a:lnTo>
                      <a:pt x="38709" y="19125"/>
                    </a:lnTo>
                    <a:lnTo>
                      <a:pt x="38709" y="19062"/>
                    </a:lnTo>
                    <a:lnTo>
                      <a:pt x="38772" y="19020"/>
                    </a:lnTo>
                    <a:lnTo>
                      <a:pt x="38772" y="19187"/>
                    </a:lnTo>
                    <a:lnTo>
                      <a:pt x="38813" y="19271"/>
                    </a:lnTo>
                    <a:lnTo>
                      <a:pt x="38897" y="19271"/>
                    </a:lnTo>
                    <a:lnTo>
                      <a:pt x="38939" y="19208"/>
                    </a:lnTo>
                    <a:lnTo>
                      <a:pt x="38939" y="19313"/>
                    </a:lnTo>
                    <a:lnTo>
                      <a:pt x="38918" y="19376"/>
                    </a:lnTo>
                    <a:lnTo>
                      <a:pt x="38981" y="19543"/>
                    </a:lnTo>
                    <a:lnTo>
                      <a:pt x="39023" y="19627"/>
                    </a:lnTo>
                    <a:lnTo>
                      <a:pt x="39127" y="19627"/>
                    </a:lnTo>
                    <a:lnTo>
                      <a:pt x="39127" y="19543"/>
                    </a:lnTo>
                    <a:lnTo>
                      <a:pt x="39106" y="19522"/>
                    </a:lnTo>
                    <a:lnTo>
                      <a:pt x="39106" y="19397"/>
                    </a:lnTo>
                    <a:lnTo>
                      <a:pt x="39044" y="19187"/>
                    </a:lnTo>
                    <a:lnTo>
                      <a:pt x="39127" y="19187"/>
                    </a:lnTo>
                    <a:lnTo>
                      <a:pt x="39169" y="19271"/>
                    </a:lnTo>
                    <a:lnTo>
                      <a:pt x="39274" y="19292"/>
                    </a:lnTo>
                    <a:lnTo>
                      <a:pt x="39316" y="19271"/>
                    </a:lnTo>
                    <a:lnTo>
                      <a:pt x="39253" y="19166"/>
                    </a:lnTo>
                    <a:lnTo>
                      <a:pt x="39295" y="19083"/>
                    </a:lnTo>
                    <a:lnTo>
                      <a:pt x="39295" y="18894"/>
                    </a:lnTo>
                    <a:lnTo>
                      <a:pt x="39211" y="18706"/>
                    </a:lnTo>
                    <a:lnTo>
                      <a:pt x="39232" y="18560"/>
                    </a:lnTo>
                    <a:lnTo>
                      <a:pt x="39232" y="18392"/>
                    </a:lnTo>
                    <a:lnTo>
                      <a:pt x="39253" y="18560"/>
                    </a:lnTo>
                    <a:lnTo>
                      <a:pt x="39232" y="18664"/>
                    </a:lnTo>
                    <a:lnTo>
                      <a:pt x="39253" y="18790"/>
                    </a:lnTo>
                    <a:lnTo>
                      <a:pt x="39420" y="18957"/>
                    </a:lnTo>
                    <a:lnTo>
                      <a:pt x="39441" y="18894"/>
                    </a:lnTo>
                    <a:lnTo>
                      <a:pt x="39420" y="18769"/>
                    </a:lnTo>
                    <a:lnTo>
                      <a:pt x="39462" y="18664"/>
                    </a:lnTo>
                    <a:lnTo>
                      <a:pt x="39462" y="18497"/>
                    </a:lnTo>
                    <a:lnTo>
                      <a:pt x="39546" y="18455"/>
                    </a:lnTo>
                    <a:lnTo>
                      <a:pt x="39525" y="18434"/>
                    </a:lnTo>
                    <a:lnTo>
                      <a:pt x="39399" y="18246"/>
                    </a:lnTo>
                    <a:lnTo>
                      <a:pt x="39357" y="18120"/>
                    </a:lnTo>
                    <a:lnTo>
                      <a:pt x="39316" y="18078"/>
                    </a:lnTo>
                    <a:lnTo>
                      <a:pt x="39336" y="18016"/>
                    </a:lnTo>
                    <a:lnTo>
                      <a:pt x="39253" y="17869"/>
                    </a:lnTo>
                    <a:lnTo>
                      <a:pt x="39190" y="17786"/>
                    </a:lnTo>
                    <a:lnTo>
                      <a:pt x="39316" y="17765"/>
                    </a:lnTo>
                    <a:lnTo>
                      <a:pt x="39336" y="17723"/>
                    </a:lnTo>
                    <a:lnTo>
                      <a:pt x="39420" y="17639"/>
                    </a:lnTo>
                    <a:lnTo>
                      <a:pt x="39357" y="17576"/>
                    </a:lnTo>
                    <a:lnTo>
                      <a:pt x="39295" y="17618"/>
                    </a:lnTo>
                    <a:lnTo>
                      <a:pt x="39148" y="17639"/>
                    </a:lnTo>
                    <a:lnTo>
                      <a:pt x="39106" y="17597"/>
                    </a:lnTo>
                    <a:lnTo>
                      <a:pt x="39127" y="17555"/>
                    </a:lnTo>
                    <a:lnTo>
                      <a:pt x="39148" y="17514"/>
                    </a:lnTo>
                    <a:lnTo>
                      <a:pt x="39232" y="17430"/>
                    </a:lnTo>
                    <a:lnTo>
                      <a:pt x="39253" y="17325"/>
                    </a:lnTo>
                    <a:lnTo>
                      <a:pt x="39211" y="17242"/>
                    </a:lnTo>
                    <a:lnTo>
                      <a:pt x="39148" y="17242"/>
                    </a:lnTo>
                    <a:lnTo>
                      <a:pt x="39148" y="17304"/>
                    </a:lnTo>
                    <a:lnTo>
                      <a:pt x="39106" y="17388"/>
                    </a:lnTo>
                    <a:lnTo>
                      <a:pt x="39106" y="17304"/>
                    </a:lnTo>
                    <a:lnTo>
                      <a:pt x="39085" y="17325"/>
                    </a:lnTo>
                    <a:lnTo>
                      <a:pt x="38939" y="17346"/>
                    </a:lnTo>
                    <a:lnTo>
                      <a:pt x="38918" y="17304"/>
                    </a:lnTo>
                    <a:lnTo>
                      <a:pt x="39002" y="17242"/>
                    </a:lnTo>
                    <a:lnTo>
                      <a:pt x="39023" y="17200"/>
                    </a:lnTo>
                    <a:lnTo>
                      <a:pt x="38981" y="17137"/>
                    </a:lnTo>
                    <a:lnTo>
                      <a:pt x="38939" y="17032"/>
                    </a:lnTo>
                    <a:lnTo>
                      <a:pt x="38876" y="16990"/>
                    </a:lnTo>
                    <a:lnTo>
                      <a:pt x="38813" y="17011"/>
                    </a:lnTo>
                    <a:lnTo>
                      <a:pt x="38813" y="17116"/>
                    </a:lnTo>
                    <a:lnTo>
                      <a:pt x="38792" y="17179"/>
                    </a:lnTo>
                    <a:lnTo>
                      <a:pt x="38772" y="17137"/>
                    </a:lnTo>
                    <a:lnTo>
                      <a:pt x="38772" y="17011"/>
                    </a:lnTo>
                    <a:lnTo>
                      <a:pt x="38730" y="16928"/>
                    </a:lnTo>
                    <a:lnTo>
                      <a:pt x="38688" y="16928"/>
                    </a:lnTo>
                    <a:lnTo>
                      <a:pt x="38709" y="16865"/>
                    </a:lnTo>
                    <a:lnTo>
                      <a:pt x="38667" y="16865"/>
                    </a:lnTo>
                    <a:lnTo>
                      <a:pt x="38667" y="16823"/>
                    </a:lnTo>
                    <a:lnTo>
                      <a:pt x="38688" y="16823"/>
                    </a:lnTo>
                    <a:lnTo>
                      <a:pt x="38667" y="16760"/>
                    </a:lnTo>
                    <a:lnTo>
                      <a:pt x="38604" y="16718"/>
                    </a:lnTo>
                    <a:lnTo>
                      <a:pt x="38625" y="16677"/>
                    </a:lnTo>
                    <a:lnTo>
                      <a:pt x="38730" y="16677"/>
                    </a:lnTo>
                    <a:lnTo>
                      <a:pt x="38792" y="16656"/>
                    </a:lnTo>
                    <a:lnTo>
                      <a:pt x="38730" y="16593"/>
                    </a:lnTo>
                    <a:lnTo>
                      <a:pt x="38625" y="16593"/>
                    </a:lnTo>
                    <a:lnTo>
                      <a:pt x="38583" y="16572"/>
                    </a:lnTo>
                    <a:lnTo>
                      <a:pt x="38625" y="16488"/>
                    </a:lnTo>
                    <a:lnTo>
                      <a:pt x="38730" y="16446"/>
                    </a:lnTo>
                    <a:lnTo>
                      <a:pt x="38730" y="16405"/>
                    </a:lnTo>
                    <a:lnTo>
                      <a:pt x="38688" y="16363"/>
                    </a:lnTo>
                    <a:lnTo>
                      <a:pt x="38520" y="16363"/>
                    </a:lnTo>
                    <a:lnTo>
                      <a:pt x="38500" y="16405"/>
                    </a:lnTo>
                    <a:lnTo>
                      <a:pt x="38458" y="16488"/>
                    </a:lnTo>
                    <a:lnTo>
                      <a:pt x="38248" y="16530"/>
                    </a:lnTo>
                    <a:lnTo>
                      <a:pt x="38353" y="16467"/>
                    </a:lnTo>
                    <a:lnTo>
                      <a:pt x="38500" y="16321"/>
                    </a:lnTo>
                    <a:lnTo>
                      <a:pt x="38562" y="16216"/>
                    </a:lnTo>
                    <a:lnTo>
                      <a:pt x="38562" y="16174"/>
                    </a:lnTo>
                    <a:lnTo>
                      <a:pt x="38458" y="16174"/>
                    </a:lnTo>
                    <a:lnTo>
                      <a:pt x="38395" y="16153"/>
                    </a:lnTo>
                    <a:lnTo>
                      <a:pt x="38458" y="16091"/>
                    </a:lnTo>
                    <a:lnTo>
                      <a:pt x="38416" y="16049"/>
                    </a:lnTo>
                    <a:lnTo>
                      <a:pt x="38374" y="16070"/>
                    </a:lnTo>
                    <a:lnTo>
                      <a:pt x="38374" y="15986"/>
                    </a:lnTo>
                    <a:lnTo>
                      <a:pt x="38416" y="15923"/>
                    </a:lnTo>
                    <a:lnTo>
                      <a:pt x="38416" y="15819"/>
                    </a:lnTo>
                    <a:lnTo>
                      <a:pt x="38290" y="15777"/>
                    </a:lnTo>
                    <a:lnTo>
                      <a:pt x="38207" y="15756"/>
                    </a:lnTo>
                    <a:lnTo>
                      <a:pt x="38081" y="15756"/>
                    </a:lnTo>
                    <a:lnTo>
                      <a:pt x="38039" y="15693"/>
                    </a:lnTo>
                    <a:lnTo>
                      <a:pt x="38165" y="15693"/>
                    </a:lnTo>
                    <a:lnTo>
                      <a:pt x="38269" y="15672"/>
                    </a:lnTo>
                    <a:lnTo>
                      <a:pt x="38311" y="15630"/>
                    </a:lnTo>
                    <a:lnTo>
                      <a:pt x="38374" y="15693"/>
                    </a:lnTo>
                    <a:lnTo>
                      <a:pt x="38395" y="15756"/>
                    </a:lnTo>
                    <a:lnTo>
                      <a:pt x="38500" y="15756"/>
                    </a:lnTo>
                    <a:lnTo>
                      <a:pt x="38604" y="15798"/>
                    </a:lnTo>
                    <a:lnTo>
                      <a:pt x="38625" y="15881"/>
                    </a:lnTo>
                    <a:lnTo>
                      <a:pt x="38604" y="15965"/>
                    </a:lnTo>
                    <a:lnTo>
                      <a:pt x="38625" y="16049"/>
                    </a:lnTo>
                    <a:lnTo>
                      <a:pt x="38730" y="16174"/>
                    </a:lnTo>
                    <a:lnTo>
                      <a:pt x="38772" y="16174"/>
                    </a:lnTo>
                    <a:lnTo>
                      <a:pt x="38792" y="16070"/>
                    </a:lnTo>
                    <a:lnTo>
                      <a:pt x="38834" y="16133"/>
                    </a:lnTo>
                    <a:lnTo>
                      <a:pt x="38981" y="16153"/>
                    </a:lnTo>
                    <a:lnTo>
                      <a:pt x="39023" y="16133"/>
                    </a:lnTo>
                    <a:lnTo>
                      <a:pt x="39023" y="16070"/>
                    </a:lnTo>
                    <a:lnTo>
                      <a:pt x="38981" y="16049"/>
                    </a:lnTo>
                    <a:lnTo>
                      <a:pt x="38981" y="15965"/>
                    </a:lnTo>
                    <a:lnTo>
                      <a:pt x="38939" y="15861"/>
                    </a:lnTo>
                    <a:lnTo>
                      <a:pt x="38876" y="15777"/>
                    </a:lnTo>
                    <a:lnTo>
                      <a:pt x="38792" y="15756"/>
                    </a:lnTo>
                    <a:lnTo>
                      <a:pt x="38813" y="15672"/>
                    </a:lnTo>
                    <a:lnTo>
                      <a:pt x="38813" y="15589"/>
                    </a:lnTo>
                    <a:lnTo>
                      <a:pt x="38772" y="15547"/>
                    </a:lnTo>
                    <a:lnTo>
                      <a:pt x="38792" y="15526"/>
                    </a:lnTo>
                    <a:lnTo>
                      <a:pt x="38834" y="15547"/>
                    </a:lnTo>
                    <a:lnTo>
                      <a:pt x="38876" y="15651"/>
                    </a:lnTo>
                    <a:lnTo>
                      <a:pt x="38918" y="15693"/>
                    </a:lnTo>
                    <a:lnTo>
                      <a:pt x="39002" y="15672"/>
                    </a:lnTo>
                    <a:lnTo>
                      <a:pt x="38981" y="15651"/>
                    </a:lnTo>
                    <a:lnTo>
                      <a:pt x="39002" y="15630"/>
                    </a:lnTo>
                    <a:lnTo>
                      <a:pt x="39085" y="15651"/>
                    </a:lnTo>
                    <a:lnTo>
                      <a:pt x="39044" y="15547"/>
                    </a:lnTo>
                    <a:lnTo>
                      <a:pt x="39002" y="15442"/>
                    </a:lnTo>
                    <a:lnTo>
                      <a:pt x="38897" y="15379"/>
                    </a:lnTo>
                    <a:lnTo>
                      <a:pt x="39002" y="15379"/>
                    </a:lnTo>
                    <a:lnTo>
                      <a:pt x="39044" y="15442"/>
                    </a:lnTo>
                    <a:lnTo>
                      <a:pt x="39106" y="15484"/>
                    </a:lnTo>
                    <a:lnTo>
                      <a:pt x="39190" y="15463"/>
                    </a:lnTo>
                    <a:lnTo>
                      <a:pt x="39148" y="15421"/>
                    </a:lnTo>
                    <a:lnTo>
                      <a:pt x="39148" y="15337"/>
                    </a:lnTo>
                    <a:lnTo>
                      <a:pt x="39190" y="15337"/>
                    </a:lnTo>
                    <a:lnTo>
                      <a:pt x="39232" y="15379"/>
                    </a:lnTo>
                    <a:lnTo>
                      <a:pt x="39295" y="15421"/>
                    </a:lnTo>
                    <a:lnTo>
                      <a:pt x="39295" y="15463"/>
                    </a:lnTo>
                    <a:lnTo>
                      <a:pt x="39232" y="15484"/>
                    </a:lnTo>
                    <a:lnTo>
                      <a:pt x="39232" y="15589"/>
                    </a:lnTo>
                    <a:lnTo>
                      <a:pt x="39232" y="15630"/>
                    </a:lnTo>
                    <a:lnTo>
                      <a:pt x="39295" y="15630"/>
                    </a:lnTo>
                    <a:lnTo>
                      <a:pt x="39336" y="15651"/>
                    </a:lnTo>
                    <a:lnTo>
                      <a:pt x="39336" y="15693"/>
                    </a:lnTo>
                    <a:lnTo>
                      <a:pt x="39295" y="15735"/>
                    </a:lnTo>
                    <a:lnTo>
                      <a:pt x="39253" y="15777"/>
                    </a:lnTo>
                    <a:lnTo>
                      <a:pt x="39316" y="15798"/>
                    </a:lnTo>
                    <a:lnTo>
                      <a:pt x="39357" y="15777"/>
                    </a:lnTo>
                    <a:lnTo>
                      <a:pt x="39399" y="15798"/>
                    </a:lnTo>
                    <a:lnTo>
                      <a:pt x="39357" y="15881"/>
                    </a:lnTo>
                    <a:lnTo>
                      <a:pt x="39399" y="15944"/>
                    </a:lnTo>
                    <a:lnTo>
                      <a:pt x="39441" y="15965"/>
                    </a:lnTo>
                    <a:lnTo>
                      <a:pt x="39525" y="15944"/>
                    </a:lnTo>
                    <a:lnTo>
                      <a:pt x="39734" y="15798"/>
                    </a:lnTo>
                    <a:lnTo>
                      <a:pt x="39818" y="15672"/>
                    </a:lnTo>
                    <a:lnTo>
                      <a:pt x="39818" y="15756"/>
                    </a:lnTo>
                    <a:lnTo>
                      <a:pt x="39755" y="15798"/>
                    </a:lnTo>
                    <a:lnTo>
                      <a:pt x="39734" y="15861"/>
                    </a:lnTo>
                    <a:lnTo>
                      <a:pt x="39629" y="15902"/>
                    </a:lnTo>
                    <a:lnTo>
                      <a:pt x="39462" y="16070"/>
                    </a:lnTo>
                    <a:lnTo>
                      <a:pt x="39462" y="16112"/>
                    </a:lnTo>
                    <a:lnTo>
                      <a:pt x="39546" y="16153"/>
                    </a:lnTo>
                    <a:lnTo>
                      <a:pt x="39650" y="16112"/>
                    </a:lnTo>
                    <a:lnTo>
                      <a:pt x="39818" y="16007"/>
                    </a:lnTo>
                    <a:lnTo>
                      <a:pt x="39880" y="16007"/>
                    </a:lnTo>
                    <a:lnTo>
                      <a:pt x="40027" y="15965"/>
                    </a:lnTo>
                    <a:lnTo>
                      <a:pt x="40069" y="15881"/>
                    </a:lnTo>
                    <a:lnTo>
                      <a:pt x="40132" y="15861"/>
                    </a:lnTo>
                    <a:lnTo>
                      <a:pt x="40236" y="15777"/>
                    </a:lnTo>
                    <a:lnTo>
                      <a:pt x="40278" y="15777"/>
                    </a:lnTo>
                    <a:lnTo>
                      <a:pt x="40278" y="15840"/>
                    </a:lnTo>
                    <a:lnTo>
                      <a:pt x="40236" y="15861"/>
                    </a:lnTo>
                    <a:lnTo>
                      <a:pt x="40152" y="15965"/>
                    </a:lnTo>
                    <a:lnTo>
                      <a:pt x="40090" y="16070"/>
                    </a:lnTo>
                    <a:lnTo>
                      <a:pt x="40027" y="16112"/>
                    </a:lnTo>
                    <a:lnTo>
                      <a:pt x="39943" y="16195"/>
                    </a:lnTo>
                    <a:lnTo>
                      <a:pt x="39839" y="16216"/>
                    </a:lnTo>
                    <a:lnTo>
                      <a:pt x="39776" y="16258"/>
                    </a:lnTo>
                    <a:lnTo>
                      <a:pt x="39713" y="16384"/>
                    </a:lnTo>
                    <a:lnTo>
                      <a:pt x="39713" y="16426"/>
                    </a:lnTo>
                    <a:lnTo>
                      <a:pt x="39734" y="16467"/>
                    </a:lnTo>
                    <a:lnTo>
                      <a:pt x="39776" y="16426"/>
                    </a:lnTo>
                    <a:lnTo>
                      <a:pt x="39860" y="16426"/>
                    </a:lnTo>
                    <a:lnTo>
                      <a:pt x="39943" y="16467"/>
                    </a:lnTo>
                    <a:lnTo>
                      <a:pt x="39860" y="16488"/>
                    </a:lnTo>
                    <a:lnTo>
                      <a:pt x="39776" y="16509"/>
                    </a:lnTo>
                    <a:lnTo>
                      <a:pt x="39734" y="16551"/>
                    </a:lnTo>
                    <a:lnTo>
                      <a:pt x="39734" y="16593"/>
                    </a:lnTo>
                    <a:lnTo>
                      <a:pt x="39776" y="16614"/>
                    </a:lnTo>
                    <a:lnTo>
                      <a:pt x="39860" y="16593"/>
                    </a:lnTo>
                    <a:lnTo>
                      <a:pt x="39922" y="16572"/>
                    </a:lnTo>
                    <a:lnTo>
                      <a:pt x="39839" y="16677"/>
                    </a:lnTo>
                    <a:lnTo>
                      <a:pt x="39755" y="16698"/>
                    </a:lnTo>
                    <a:lnTo>
                      <a:pt x="39734" y="16739"/>
                    </a:lnTo>
                    <a:lnTo>
                      <a:pt x="39755" y="16781"/>
                    </a:lnTo>
                    <a:lnTo>
                      <a:pt x="39839" y="16802"/>
                    </a:lnTo>
                    <a:lnTo>
                      <a:pt x="39922" y="16781"/>
                    </a:lnTo>
                    <a:lnTo>
                      <a:pt x="39985" y="16781"/>
                    </a:lnTo>
                    <a:lnTo>
                      <a:pt x="40027" y="16802"/>
                    </a:lnTo>
                    <a:lnTo>
                      <a:pt x="39964" y="16823"/>
                    </a:lnTo>
                    <a:lnTo>
                      <a:pt x="39964" y="16865"/>
                    </a:lnTo>
                    <a:lnTo>
                      <a:pt x="39860" y="16907"/>
                    </a:lnTo>
                    <a:lnTo>
                      <a:pt x="39839" y="16970"/>
                    </a:lnTo>
                    <a:lnTo>
                      <a:pt x="39860" y="17032"/>
                    </a:lnTo>
                    <a:lnTo>
                      <a:pt x="39922" y="17116"/>
                    </a:lnTo>
                    <a:lnTo>
                      <a:pt x="39922" y="17200"/>
                    </a:lnTo>
                    <a:lnTo>
                      <a:pt x="39943" y="17221"/>
                    </a:lnTo>
                    <a:lnTo>
                      <a:pt x="39985" y="17137"/>
                    </a:lnTo>
                    <a:lnTo>
                      <a:pt x="40048" y="17032"/>
                    </a:lnTo>
                    <a:lnTo>
                      <a:pt x="40090" y="16990"/>
                    </a:lnTo>
                    <a:lnTo>
                      <a:pt x="40132" y="16990"/>
                    </a:lnTo>
                    <a:lnTo>
                      <a:pt x="40090" y="17032"/>
                    </a:lnTo>
                    <a:lnTo>
                      <a:pt x="40090" y="17095"/>
                    </a:lnTo>
                    <a:lnTo>
                      <a:pt x="40048" y="17116"/>
                    </a:lnTo>
                    <a:lnTo>
                      <a:pt x="40048" y="17137"/>
                    </a:lnTo>
                    <a:lnTo>
                      <a:pt x="40090" y="17200"/>
                    </a:lnTo>
                    <a:lnTo>
                      <a:pt x="40069" y="17242"/>
                    </a:lnTo>
                    <a:lnTo>
                      <a:pt x="40132" y="17304"/>
                    </a:lnTo>
                    <a:lnTo>
                      <a:pt x="40152" y="17304"/>
                    </a:lnTo>
                    <a:lnTo>
                      <a:pt x="40173" y="17242"/>
                    </a:lnTo>
                    <a:lnTo>
                      <a:pt x="40257" y="17221"/>
                    </a:lnTo>
                    <a:lnTo>
                      <a:pt x="40278" y="17221"/>
                    </a:lnTo>
                    <a:lnTo>
                      <a:pt x="40278" y="17283"/>
                    </a:lnTo>
                    <a:lnTo>
                      <a:pt x="40236" y="17325"/>
                    </a:lnTo>
                    <a:lnTo>
                      <a:pt x="40236" y="17346"/>
                    </a:lnTo>
                    <a:lnTo>
                      <a:pt x="40278" y="17388"/>
                    </a:lnTo>
                    <a:lnTo>
                      <a:pt x="40278" y="17430"/>
                    </a:lnTo>
                    <a:lnTo>
                      <a:pt x="40299" y="17451"/>
                    </a:lnTo>
                    <a:lnTo>
                      <a:pt x="40299" y="17514"/>
                    </a:lnTo>
                    <a:lnTo>
                      <a:pt x="40362" y="17534"/>
                    </a:lnTo>
                    <a:lnTo>
                      <a:pt x="40383" y="17493"/>
                    </a:lnTo>
                    <a:lnTo>
                      <a:pt x="40487" y="17451"/>
                    </a:lnTo>
                    <a:lnTo>
                      <a:pt x="40508" y="17388"/>
                    </a:lnTo>
                    <a:lnTo>
                      <a:pt x="40508" y="17325"/>
                    </a:lnTo>
                    <a:lnTo>
                      <a:pt x="40445" y="17242"/>
                    </a:lnTo>
                    <a:lnTo>
                      <a:pt x="40466" y="17242"/>
                    </a:lnTo>
                    <a:lnTo>
                      <a:pt x="40508" y="17283"/>
                    </a:lnTo>
                    <a:lnTo>
                      <a:pt x="40550" y="17283"/>
                    </a:lnTo>
                    <a:lnTo>
                      <a:pt x="40550" y="17221"/>
                    </a:lnTo>
                    <a:lnTo>
                      <a:pt x="40508" y="17137"/>
                    </a:lnTo>
                    <a:lnTo>
                      <a:pt x="40508" y="17095"/>
                    </a:lnTo>
                    <a:lnTo>
                      <a:pt x="40571" y="17074"/>
                    </a:lnTo>
                    <a:lnTo>
                      <a:pt x="40571" y="16990"/>
                    </a:lnTo>
                    <a:lnTo>
                      <a:pt x="40571" y="16928"/>
                    </a:lnTo>
                    <a:lnTo>
                      <a:pt x="40508" y="16928"/>
                    </a:lnTo>
                    <a:lnTo>
                      <a:pt x="40466" y="16886"/>
                    </a:lnTo>
                    <a:lnTo>
                      <a:pt x="40466" y="16865"/>
                    </a:lnTo>
                    <a:lnTo>
                      <a:pt x="40487" y="16886"/>
                    </a:lnTo>
                    <a:lnTo>
                      <a:pt x="40571" y="16907"/>
                    </a:lnTo>
                    <a:lnTo>
                      <a:pt x="40613" y="16865"/>
                    </a:lnTo>
                    <a:lnTo>
                      <a:pt x="40592" y="16802"/>
                    </a:lnTo>
                    <a:lnTo>
                      <a:pt x="40550" y="16802"/>
                    </a:lnTo>
                    <a:lnTo>
                      <a:pt x="40508" y="16781"/>
                    </a:lnTo>
                    <a:lnTo>
                      <a:pt x="40592" y="16781"/>
                    </a:lnTo>
                    <a:lnTo>
                      <a:pt x="40655" y="16718"/>
                    </a:lnTo>
                    <a:lnTo>
                      <a:pt x="40655" y="16572"/>
                    </a:lnTo>
                    <a:lnTo>
                      <a:pt x="40676" y="16509"/>
                    </a:lnTo>
                    <a:lnTo>
                      <a:pt x="40696" y="16572"/>
                    </a:lnTo>
                    <a:lnTo>
                      <a:pt x="40696" y="16656"/>
                    </a:lnTo>
                    <a:lnTo>
                      <a:pt x="40717" y="16718"/>
                    </a:lnTo>
                    <a:lnTo>
                      <a:pt x="40696" y="16802"/>
                    </a:lnTo>
                    <a:lnTo>
                      <a:pt x="40759" y="16823"/>
                    </a:lnTo>
                    <a:lnTo>
                      <a:pt x="40822" y="16802"/>
                    </a:lnTo>
                    <a:lnTo>
                      <a:pt x="40864" y="16760"/>
                    </a:lnTo>
                    <a:lnTo>
                      <a:pt x="40906" y="16718"/>
                    </a:lnTo>
                    <a:lnTo>
                      <a:pt x="40906" y="16823"/>
                    </a:lnTo>
                    <a:lnTo>
                      <a:pt x="40927" y="16865"/>
                    </a:lnTo>
                    <a:lnTo>
                      <a:pt x="40989" y="16865"/>
                    </a:lnTo>
                    <a:lnTo>
                      <a:pt x="41010" y="16823"/>
                    </a:lnTo>
                    <a:lnTo>
                      <a:pt x="41010" y="16698"/>
                    </a:lnTo>
                    <a:lnTo>
                      <a:pt x="41010" y="16593"/>
                    </a:lnTo>
                    <a:lnTo>
                      <a:pt x="40969" y="16572"/>
                    </a:lnTo>
                    <a:lnTo>
                      <a:pt x="40927" y="16551"/>
                    </a:lnTo>
                    <a:lnTo>
                      <a:pt x="41010" y="16572"/>
                    </a:lnTo>
                    <a:lnTo>
                      <a:pt x="41094" y="16614"/>
                    </a:lnTo>
                    <a:lnTo>
                      <a:pt x="41115" y="16698"/>
                    </a:lnTo>
                    <a:lnTo>
                      <a:pt x="41178" y="16698"/>
                    </a:lnTo>
                    <a:lnTo>
                      <a:pt x="41199" y="16656"/>
                    </a:lnTo>
                    <a:lnTo>
                      <a:pt x="41199" y="16509"/>
                    </a:lnTo>
                    <a:lnTo>
                      <a:pt x="41136" y="16446"/>
                    </a:lnTo>
                    <a:lnTo>
                      <a:pt x="41031" y="16363"/>
                    </a:lnTo>
                    <a:lnTo>
                      <a:pt x="41010" y="16300"/>
                    </a:lnTo>
                    <a:lnTo>
                      <a:pt x="41031" y="16300"/>
                    </a:lnTo>
                    <a:lnTo>
                      <a:pt x="41094" y="16363"/>
                    </a:lnTo>
                    <a:lnTo>
                      <a:pt x="41199" y="16446"/>
                    </a:lnTo>
                    <a:lnTo>
                      <a:pt x="41220" y="16509"/>
                    </a:lnTo>
                    <a:lnTo>
                      <a:pt x="41387" y="16509"/>
                    </a:lnTo>
                    <a:lnTo>
                      <a:pt x="41408" y="16446"/>
                    </a:lnTo>
                    <a:lnTo>
                      <a:pt x="41387" y="16384"/>
                    </a:lnTo>
                    <a:lnTo>
                      <a:pt x="41324" y="16363"/>
                    </a:lnTo>
                    <a:lnTo>
                      <a:pt x="41282" y="16300"/>
                    </a:lnTo>
                    <a:lnTo>
                      <a:pt x="41178" y="16300"/>
                    </a:lnTo>
                    <a:lnTo>
                      <a:pt x="41115" y="16258"/>
                    </a:lnTo>
                    <a:lnTo>
                      <a:pt x="41136" y="16153"/>
                    </a:lnTo>
                    <a:lnTo>
                      <a:pt x="41178" y="16195"/>
                    </a:lnTo>
                    <a:lnTo>
                      <a:pt x="41241" y="16258"/>
                    </a:lnTo>
                    <a:lnTo>
                      <a:pt x="41324" y="16258"/>
                    </a:lnTo>
                    <a:lnTo>
                      <a:pt x="41345" y="16195"/>
                    </a:lnTo>
                    <a:lnTo>
                      <a:pt x="41324" y="16133"/>
                    </a:lnTo>
                    <a:lnTo>
                      <a:pt x="41282" y="16091"/>
                    </a:lnTo>
                    <a:lnTo>
                      <a:pt x="41282" y="16049"/>
                    </a:lnTo>
                    <a:lnTo>
                      <a:pt x="41324" y="16028"/>
                    </a:lnTo>
                    <a:lnTo>
                      <a:pt x="41345" y="16049"/>
                    </a:lnTo>
                    <a:lnTo>
                      <a:pt x="41429" y="16091"/>
                    </a:lnTo>
                    <a:lnTo>
                      <a:pt x="41429" y="16153"/>
                    </a:lnTo>
                    <a:lnTo>
                      <a:pt x="41408" y="16237"/>
                    </a:lnTo>
                    <a:lnTo>
                      <a:pt x="41513" y="16258"/>
                    </a:lnTo>
                    <a:lnTo>
                      <a:pt x="41617" y="16279"/>
                    </a:lnTo>
                    <a:lnTo>
                      <a:pt x="41701" y="16258"/>
                    </a:lnTo>
                    <a:lnTo>
                      <a:pt x="41764" y="16258"/>
                    </a:lnTo>
                    <a:lnTo>
                      <a:pt x="41826" y="16174"/>
                    </a:lnTo>
                    <a:lnTo>
                      <a:pt x="41826" y="16133"/>
                    </a:lnTo>
                    <a:lnTo>
                      <a:pt x="41638" y="16133"/>
                    </a:lnTo>
                    <a:lnTo>
                      <a:pt x="41617" y="16091"/>
                    </a:lnTo>
                    <a:lnTo>
                      <a:pt x="41659" y="16049"/>
                    </a:lnTo>
                    <a:lnTo>
                      <a:pt x="41743" y="16070"/>
                    </a:lnTo>
                    <a:lnTo>
                      <a:pt x="41805" y="16049"/>
                    </a:lnTo>
                    <a:lnTo>
                      <a:pt x="41764" y="15986"/>
                    </a:lnTo>
                    <a:lnTo>
                      <a:pt x="41722" y="15965"/>
                    </a:lnTo>
                    <a:lnTo>
                      <a:pt x="41743" y="15944"/>
                    </a:lnTo>
                    <a:lnTo>
                      <a:pt x="41722" y="15881"/>
                    </a:lnTo>
                    <a:lnTo>
                      <a:pt x="41659" y="15861"/>
                    </a:lnTo>
                    <a:lnTo>
                      <a:pt x="41596" y="15881"/>
                    </a:lnTo>
                    <a:lnTo>
                      <a:pt x="41638" y="15819"/>
                    </a:lnTo>
                    <a:lnTo>
                      <a:pt x="41701" y="15756"/>
                    </a:lnTo>
                    <a:lnTo>
                      <a:pt x="41722" y="15777"/>
                    </a:lnTo>
                    <a:lnTo>
                      <a:pt x="41764" y="15819"/>
                    </a:lnTo>
                    <a:lnTo>
                      <a:pt x="41826" y="15881"/>
                    </a:lnTo>
                    <a:lnTo>
                      <a:pt x="41826" y="15965"/>
                    </a:lnTo>
                    <a:lnTo>
                      <a:pt x="41952" y="15965"/>
                    </a:lnTo>
                    <a:lnTo>
                      <a:pt x="42015" y="15944"/>
                    </a:lnTo>
                    <a:lnTo>
                      <a:pt x="42036" y="15923"/>
                    </a:lnTo>
                    <a:lnTo>
                      <a:pt x="42015" y="15840"/>
                    </a:lnTo>
                    <a:lnTo>
                      <a:pt x="41931" y="15777"/>
                    </a:lnTo>
                    <a:lnTo>
                      <a:pt x="41931" y="15714"/>
                    </a:lnTo>
                    <a:lnTo>
                      <a:pt x="41910" y="15651"/>
                    </a:lnTo>
                    <a:lnTo>
                      <a:pt x="41805" y="15651"/>
                    </a:lnTo>
                    <a:lnTo>
                      <a:pt x="41847" y="15547"/>
                    </a:lnTo>
                    <a:lnTo>
                      <a:pt x="41805" y="15463"/>
                    </a:lnTo>
                    <a:lnTo>
                      <a:pt x="41701" y="15463"/>
                    </a:lnTo>
                    <a:lnTo>
                      <a:pt x="41743" y="15400"/>
                    </a:lnTo>
                    <a:lnTo>
                      <a:pt x="41722" y="15358"/>
                    </a:lnTo>
                    <a:lnTo>
                      <a:pt x="41596" y="15442"/>
                    </a:lnTo>
                    <a:lnTo>
                      <a:pt x="41533" y="15526"/>
                    </a:lnTo>
                    <a:lnTo>
                      <a:pt x="41554" y="15651"/>
                    </a:lnTo>
                    <a:lnTo>
                      <a:pt x="41533" y="15651"/>
                    </a:lnTo>
                    <a:lnTo>
                      <a:pt x="41492" y="15609"/>
                    </a:lnTo>
                    <a:lnTo>
                      <a:pt x="41492" y="15442"/>
                    </a:lnTo>
                    <a:lnTo>
                      <a:pt x="41450" y="15421"/>
                    </a:lnTo>
                    <a:lnTo>
                      <a:pt x="41408" y="15442"/>
                    </a:lnTo>
                    <a:lnTo>
                      <a:pt x="41408" y="15526"/>
                    </a:lnTo>
                    <a:lnTo>
                      <a:pt x="41324" y="15651"/>
                    </a:lnTo>
                    <a:lnTo>
                      <a:pt x="41282" y="15714"/>
                    </a:lnTo>
                    <a:lnTo>
                      <a:pt x="41282" y="15714"/>
                    </a:lnTo>
                    <a:lnTo>
                      <a:pt x="41303" y="15630"/>
                    </a:lnTo>
                    <a:lnTo>
                      <a:pt x="41303" y="15505"/>
                    </a:lnTo>
                    <a:lnTo>
                      <a:pt x="41387" y="15358"/>
                    </a:lnTo>
                    <a:lnTo>
                      <a:pt x="41387" y="15296"/>
                    </a:lnTo>
                    <a:lnTo>
                      <a:pt x="41282" y="15317"/>
                    </a:lnTo>
                    <a:lnTo>
                      <a:pt x="41178" y="15442"/>
                    </a:lnTo>
                    <a:lnTo>
                      <a:pt x="41178" y="15505"/>
                    </a:lnTo>
                    <a:lnTo>
                      <a:pt x="41094" y="15568"/>
                    </a:lnTo>
                    <a:lnTo>
                      <a:pt x="41010" y="15568"/>
                    </a:lnTo>
                    <a:lnTo>
                      <a:pt x="41010" y="15505"/>
                    </a:lnTo>
                    <a:lnTo>
                      <a:pt x="41073" y="15400"/>
                    </a:lnTo>
                    <a:lnTo>
                      <a:pt x="41199" y="15337"/>
                    </a:lnTo>
                    <a:lnTo>
                      <a:pt x="41241" y="15233"/>
                    </a:lnTo>
                    <a:lnTo>
                      <a:pt x="41303" y="15149"/>
                    </a:lnTo>
                    <a:lnTo>
                      <a:pt x="41345" y="15149"/>
                    </a:lnTo>
                    <a:lnTo>
                      <a:pt x="41429" y="15086"/>
                    </a:lnTo>
                    <a:lnTo>
                      <a:pt x="41450" y="15024"/>
                    </a:lnTo>
                    <a:lnTo>
                      <a:pt x="41387" y="15003"/>
                    </a:lnTo>
                    <a:lnTo>
                      <a:pt x="41282" y="15086"/>
                    </a:lnTo>
                    <a:lnTo>
                      <a:pt x="41199" y="15149"/>
                    </a:lnTo>
                    <a:lnTo>
                      <a:pt x="41115" y="15191"/>
                    </a:lnTo>
                    <a:lnTo>
                      <a:pt x="41010" y="15296"/>
                    </a:lnTo>
                    <a:lnTo>
                      <a:pt x="41073" y="15191"/>
                    </a:lnTo>
                    <a:lnTo>
                      <a:pt x="41136" y="15086"/>
                    </a:lnTo>
                    <a:lnTo>
                      <a:pt x="41115" y="15086"/>
                    </a:lnTo>
                    <a:lnTo>
                      <a:pt x="41010" y="15107"/>
                    </a:lnTo>
                    <a:lnTo>
                      <a:pt x="40969" y="15149"/>
                    </a:lnTo>
                    <a:lnTo>
                      <a:pt x="40801" y="15128"/>
                    </a:lnTo>
                    <a:lnTo>
                      <a:pt x="40696" y="15128"/>
                    </a:lnTo>
                    <a:lnTo>
                      <a:pt x="40655" y="15086"/>
                    </a:lnTo>
                    <a:lnTo>
                      <a:pt x="40759" y="15086"/>
                    </a:lnTo>
                    <a:lnTo>
                      <a:pt x="40969" y="15024"/>
                    </a:lnTo>
                    <a:lnTo>
                      <a:pt x="40864" y="14982"/>
                    </a:lnTo>
                    <a:lnTo>
                      <a:pt x="40780" y="14919"/>
                    </a:lnTo>
                    <a:lnTo>
                      <a:pt x="40864" y="14919"/>
                    </a:lnTo>
                    <a:lnTo>
                      <a:pt x="40927" y="14898"/>
                    </a:lnTo>
                    <a:lnTo>
                      <a:pt x="40885" y="14793"/>
                    </a:lnTo>
                    <a:lnTo>
                      <a:pt x="40801" y="14773"/>
                    </a:lnTo>
                    <a:lnTo>
                      <a:pt x="40801" y="14731"/>
                    </a:lnTo>
                    <a:lnTo>
                      <a:pt x="40885" y="14689"/>
                    </a:lnTo>
                    <a:lnTo>
                      <a:pt x="40885" y="14605"/>
                    </a:lnTo>
                    <a:lnTo>
                      <a:pt x="40864" y="14480"/>
                    </a:lnTo>
                    <a:lnTo>
                      <a:pt x="40822" y="14417"/>
                    </a:lnTo>
                    <a:lnTo>
                      <a:pt x="40696" y="14480"/>
                    </a:lnTo>
                    <a:lnTo>
                      <a:pt x="40655" y="14521"/>
                    </a:lnTo>
                    <a:lnTo>
                      <a:pt x="40592" y="14501"/>
                    </a:lnTo>
                    <a:lnTo>
                      <a:pt x="40571" y="14521"/>
                    </a:lnTo>
                    <a:lnTo>
                      <a:pt x="40550" y="14501"/>
                    </a:lnTo>
                    <a:lnTo>
                      <a:pt x="40592" y="14417"/>
                    </a:lnTo>
                    <a:lnTo>
                      <a:pt x="40613" y="14312"/>
                    </a:lnTo>
                    <a:lnTo>
                      <a:pt x="40759" y="14291"/>
                    </a:lnTo>
                    <a:lnTo>
                      <a:pt x="40801" y="14249"/>
                    </a:lnTo>
                    <a:lnTo>
                      <a:pt x="40801" y="14103"/>
                    </a:lnTo>
                    <a:lnTo>
                      <a:pt x="40780" y="14061"/>
                    </a:lnTo>
                    <a:lnTo>
                      <a:pt x="40696" y="14145"/>
                    </a:lnTo>
                    <a:lnTo>
                      <a:pt x="40571" y="14249"/>
                    </a:lnTo>
                    <a:lnTo>
                      <a:pt x="40508" y="14312"/>
                    </a:lnTo>
                    <a:lnTo>
                      <a:pt x="40445" y="14375"/>
                    </a:lnTo>
                    <a:lnTo>
                      <a:pt x="40445" y="14480"/>
                    </a:lnTo>
                    <a:lnTo>
                      <a:pt x="40445" y="14563"/>
                    </a:lnTo>
                    <a:lnTo>
                      <a:pt x="40278" y="14291"/>
                    </a:lnTo>
                    <a:lnTo>
                      <a:pt x="40278" y="14187"/>
                    </a:lnTo>
                    <a:lnTo>
                      <a:pt x="40278" y="14082"/>
                    </a:lnTo>
                    <a:lnTo>
                      <a:pt x="40341" y="13998"/>
                    </a:lnTo>
                    <a:lnTo>
                      <a:pt x="40424" y="13873"/>
                    </a:lnTo>
                    <a:lnTo>
                      <a:pt x="40466" y="13789"/>
                    </a:lnTo>
                    <a:lnTo>
                      <a:pt x="40424" y="13768"/>
                    </a:lnTo>
                    <a:lnTo>
                      <a:pt x="40362" y="13831"/>
                    </a:lnTo>
                    <a:lnTo>
                      <a:pt x="40299" y="13894"/>
                    </a:lnTo>
                    <a:lnTo>
                      <a:pt x="40299" y="13936"/>
                    </a:lnTo>
                    <a:lnTo>
                      <a:pt x="40194" y="13977"/>
                    </a:lnTo>
                    <a:lnTo>
                      <a:pt x="40152" y="14061"/>
                    </a:lnTo>
                    <a:lnTo>
                      <a:pt x="40152" y="14103"/>
                    </a:lnTo>
                    <a:lnTo>
                      <a:pt x="40069" y="14249"/>
                    </a:lnTo>
                    <a:lnTo>
                      <a:pt x="40027" y="14270"/>
                    </a:lnTo>
                    <a:lnTo>
                      <a:pt x="40027" y="14187"/>
                    </a:lnTo>
                    <a:lnTo>
                      <a:pt x="40069" y="14082"/>
                    </a:lnTo>
                    <a:lnTo>
                      <a:pt x="40173" y="13894"/>
                    </a:lnTo>
                    <a:lnTo>
                      <a:pt x="40215" y="13852"/>
                    </a:lnTo>
                    <a:lnTo>
                      <a:pt x="40194" y="13768"/>
                    </a:lnTo>
                    <a:lnTo>
                      <a:pt x="40111" y="13768"/>
                    </a:lnTo>
                    <a:lnTo>
                      <a:pt x="40048" y="13852"/>
                    </a:lnTo>
                    <a:lnTo>
                      <a:pt x="40048" y="13936"/>
                    </a:lnTo>
                    <a:lnTo>
                      <a:pt x="40006" y="13957"/>
                    </a:lnTo>
                    <a:lnTo>
                      <a:pt x="40006" y="13873"/>
                    </a:lnTo>
                    <a:lnTo>
                      <a:pt x="40069" y="13747"/>
                    </a:lnTo>
                    <a:lnTo>
                      <a:pt x="40090" y="13685"/>
                    </a:lnTo>
                    <a:lnTo>
                      <a:pt x="40048" y="13622"/>
                    </a:lnTo>
                    <a:lnTo>
                      <a:pt x="39943" y="13580"/>
                    </a:lnTo>
                    <a:lnTo>
                      <a:pt x="39964" y="13559"/>
                    </a:lnTo>
                    <a:lnTo>
                      <a:pt x="39901" y="13517"/>
                    </a:lnTo>
                    <a:lnTo>
                      <a:pt x="39776" y="13517"/>
                    </a:lnTo>
                    <a:lnTo>
                      <a:pt x="39692" y="13538"/>
                    </a:lnTo>
                    <a:lnTo>
                      <a:pt x="39734" y="13454"/>
                    </a:lnTo>
                    <a:lnTo>
                      <a:pt x="39818" y="13433"/>
                    </a:lnTo>
                    <a:lnTo>
                      <a:pt x="39713" y="13413"/>
                    </a:lnTo>
                    <a:lnTo>
                      <a:pt x="39567" y="13413"/>
                    </a:lnTo>
                    <a:lnTo>
                      <a:pt x="39504" y="13517"/>
                    </a:lnTo>
                    <a:lnTo>
                      <a:pt x="39504" y="13433"/>
                    </a:lnTo>
                    <a:lnTo>
                      <a:pt x="39671" y="13350"/>
                    </a:lnTo>
                    <a:lnTo>
                      <a:pt x="39818" y="13329"/>
                    </a:lnTo>
                    <a:lnTo>
                      <a:pt x="39860" y="13371"/>
                    </a:lnTo>
                    <a:lnTo>
                      <a:pt x="39964" y="13392"/>
                    </a:lnTo>
                    <a:lnTo>
                      <a:pt x="39985" y="13350"/>
                    </a:lnTo>
                    <a:lnTo>
                      <a:pt x="40027" y="13266"/>
                    </a:lnTo>
                    <a:lnTo>
                      <a:pt x="39943" y="13266"/>
                    </a:lnTo>
                    <a:lnTo>
                      <a:pt x="39839" y="13245"/>
                    </a:lnTo>
                    <a:lnTo>
                      <a:pt x="39734" y="13182"/>
                    </a:lnTo>
                    <a:lnTo>
                      <a:pt x="39650" y="13182"/>
                    </a:lnTo>
                    <a:lnTo>
                      <a:pt x="39650" y="13287"/>
                    </a:lnTo>
                    <a:lnTo>
                      <a:pt x="39608" y="13287"/>
                    </a:lnTo>
                    <a:lnTo>
                      <a:pt x="39608" y="13245"/>
                    </a:lnTo>
                    <a:lnTo>
                      <a:pt x="39629" y="13182"/>
                    </a:lnTo>
                    <a:lnTo>
                      <a:pt x="39629" y="13140"/>
                    </a:lnTo>
                    <a:lnTo>
                      <a:pt x="39525" y="13140"/>
                    </a:lnTo>
                    <a:lnTo>
                      <a:pt x="39525" y="13182"/>
                    </a:lnTo>
                    <a:lnTo>
                      <a:pt x="39462" y="13224"/>
                    </a:lnTo>
                    <a:lnTo>
                      <a:pt x="39441" y="13161"/>
                    </a:lnTo>
                    <a:lnTo>
                      <a:pt x="39441" y="13078"/>
                    </a:lnTo>
                    <a:lnTo>
                      <a:pt x="39399" y="13057"/>
                    </a:lnTo>
                    <a:lnTo>
                      <a:pt x="39357" y="13078"/>
                    </a:lnTo>
                    <a:lnTo>
                      <a:pt x="39316" y="13036"/>
                    </a:lnTo>
                    <a:lnTo>
                      <a:pt x="39232" y="12994"/>
                    </a:lnTo>
                    <a:lnTo>
                      <a:pt x="39148" y="12994"/>
                    </a:lnTo>
                    <a:lnTo>
                      <a:pt x="39232" y="12910"/>
                    </a:lnTo>
                    <a:lnTo>
                      <a:pt x="39295" y="12868"/>
                    </a:lnTo>
                    <a:lnTo>
                      <a:pt x="39441" y="12973"/>
                    </a:lnTo>
                    <a:lnTo>
                      <a:pt x="39504" y="12973"/>
                    </a:lnTo>
                    <a:lnTo>
                      <a:pt x="39462" y="12931"/>
                    </a:lnTo>
                    <a:lnTo>
                      <a:pt x="39169" y="12764"/>
                    </a:lnTo>
                    <a:lnTo>
                      <a:pt x="39044" y="12743"/>
                    </a:lnTo>
                    <a:lnTo>
                      <a:pt x="39023" y="12722"/>
                    </a:lnTo>
                    <a:lnTo>
                      <a:pt x="39106" y="12722"/>
                    </a:lnTo>
                    <a:lnTo>
                      <a:pt x="39316" y="12806"/>
                    </a:lnTo>
                    <a:lnTo>
                      <a:pt x="39441" y="12806"/>
                    </a:lnTo>
                    <a:lnTo>
                      <a:pt x="39650" y="12848"/>
                    </a:lnTo>
                    <a:lnTo>
                      <a:pt x="39692" y="12848"/>
                    </a:lnTo>
                    <a:lnTo>
                      <a:pt x="39671" y="12806"/>
                    </a:lnTo>
                    <a:lnTo>
                      <a:pt x="39671" y="12722"/>
                    </a:lnTo>
                    <a:lnTo>
                      <a:pt x="39629" y="12659"/>
                    </a:lnTo>
                    <a:lnTo>
                      <a:pt x="39546" y="12638"/>
                    </a:lnTo>
                    <a:lnTo>
                      <a:pt x="39462" y="12596"/>
                    </a:lnTo>
                    <a:lnTo>
                      <a:pt x="39483" y="12555"/>
                    </a:lnTo>
                    <a:lnTo>
                      <a:pt x="39546" y="12555"/>
                    </a:lnTo>
                    <a:lnTo>
                      <a:pt x="39567" y="12617"/>
                    </a:lnTo>
                    <a:lnTo>
                      <a:pt x="39629" y="12638"/>
                    </a:lnTo>
                    <a:lnTo>
                      <a:pt x="39671" y="12617"/>
                    </a:lnTo>
                    <a:lnTo>
                      <a:pt x="39776" y="12617"/>
                    </a:lnTo>
                    <a:lnTo>
                      <a:pt x="39797" y="12596"/>
                    </a:lnTo>
                    <a:lnTo>
                      <a:pt x="39797" y="12534"/>
                    </a:lnTo>
                    <a:lnTo>
                      <a:pt x="39734" y="12513"/>
                    </a:lnTo>
                    <a:lnTo>
                      <a:pt x="39734" y="12450"/>
                    </a:lnTo>
                    <a:lnTo>
                      <a:pt x="39671" y="12387"/>
                    </a:lnTo>
                    <a:lnTo>
                      <a:pt x="39588" y="12408"/>
                    </a:lnTo>
                    <a:lnTo>
                      <a:pt x="39525" y="12450"/>
                    </a:lnTo>
                    <a:lnTo>
                      <a:pt x="39378" y="12450"/>
                    </a:lnTo>
                    <a:lnTo>
                      <a:pt x="39357" y="12513"/>
                    </a:lnTo>
                    <a:lnTo>
                      <a:pt x="39316" y="12513"/>
                    </a:lnTo>
                    <a:lnTo>
                      <a:pt x="39274" y="12429"/>
                    </a:lnTo>
                    <a:lnTo>
                      <a:pt x="39378" y="12387"/>
                    </a:lnTo>
                    <a:lnTo>
                      <a:pt x="39525" y="12387"/>
                    </a:lnTo>
                    <a:lnTo>
                      <a:pt x="39567" y="12345"/>
                    </a:lnTo>
                    <a:lnTo>
                      <a:pt x="39692" y="12345"/>
                    </a:lnTo>
                    <a:lnTo>
                      <a:pt x="39734" y="12304"/>
                    </a:lnTo>
                    <a:lnTo>
                      <a:pt x="39650" y="12283"/>
                    </a:lnTo>
                    <a:lnTo>
                      <a:pt x="39546" y="12241"/>
                    </a:lnTo>
                    <a:lnTo>
                      <a:pt x="39525" y="12199"/>
                    </a:lnTo>
                    <a:lnTo>
                      <a:pt x="39588" y="12241"/>
                    </a:lnTo>
                    <a:lnTo>
                      <a:pt x="39776" y="12241"/>
                    </a:lnTo>
                    <a:lnTo>
                      <a:pt x="39839" y="12283"/>
                    </a:lnTo>
                    <a:lnTo>
                      <a:pt x="39964" y="12429"/>
                    </a:lnTo>
                    <a:lnTo>
                      <a:pt x="40048" y="12450"/>
                    </a:lnTo>
                    <a:lnTo>
                      <a:pt x="40090" y="12429"/>
                    </a:lnTo>
                    <a:lnTo>
                      <a:pt x="40111" y="12492"/>
                    </a:lnTo>
                    <a:lnTo>
                      <a:pt x="40173" y="12513"/>
                    </a:lnTo>
                    <a:lnTo>
                      <a:pt x="40215" y="12450"/>
                    </a:lnTo>
                    <a:lnTo>
                      <a:pt x="40278" y="12450"/>
                    </a:lnTo>
                    <a:lnTo>
                      <a:pt x="40320" y="12555"/>
                    </a:lnTo>
                    <a:lnTo>
                      <a:pt x="40404" y="12555"/>
                    </a:lnTo>
                    <a:lnTo>
                      <a:pt x="40466" y="12534"/>
                    </a:lnTo>
                    <a:lnTo>
                      <a:pt x="40466" y="12408"/>
                    </a:lnTo>
                    <a:lnTo>
                      <a:pt x="40404" y="12324"/>
                    </a:lnTo>
                    <a:lnTo>
                      <a:pt x="40383" y="12241"/>
                    </a:lnTo>
                    <a:lnTo>
                      <a:pt x="40278" y="12199"/>
                    </a:lnTo>
                    <a:lnTo>
                      <a:pt x="40194" y="12136"/>
                    </a:lnTo>
                    <a:lnTo>
                      <a:pt x="40152" y="12115"/>
                    </a:lnTo>
                    <a:lnTo>
                      <a:pt x="40090" y="12136"/>
                    </a:lnTo>
                    <a:lnTo>
                      <a:pt x="40048" y="12178"/>
                    </a:lnTo>
                    <a:lnTo>
                      <a:pt x="39964" y="12115"/>
                    </a:lnTo>
                    <a:lnTo>
                      <a:pt x="39797" y="11990"/>
                    </a:lnTo>
                    <a:lnTo>
                      <a:pt x="39692" y="11969"/>
                    </a:lnTo>
                    <a:lnTo>
                      <a:pt x="39483" y="11990"/>
                    </a:lnTo>
                    <a:lnTo>
                      <a:pt x="39420" y="11969"/>
                    </a:lnTo>
                    <a:lnTo>
                      <a:pt x="39588" y="11927"/>
                    </a:lnTo>
                    <a:lnTo>
                      <a:pt x="39671" y="11864"/>
                    </a:lnTo>
                    <a:lnTo>
                      <a:pt x="39755" y="11864"/>
                    </a:lnTo>
                    <a:lnTo>
                      <a:pt x="39776" y="11885"/>
                    </a:lnTo>
                    <a:lnTo>
                      <a:pt x="39860" y="11885"/>
                    </a:lnTo>
                    <a:lnTo>
                      <a:pt x="39943" y="11822"/>
                    </a:lnTo>
                    <a:lnTo>
                      <a:pt x="40006" y="11780"/>
                    </a:lnTo>
                    <a:lnTo>
                      <a:pt x="40173" y="11780"/>
                    </a:lnTo>
                    <a:lnTo>
                      <a:pt x="40257" y="11822"/>
                    </a:lnTo>
                    <a:lnTo>
                      <a:pt x="40383" y="11822"/>
                    </a:lnTo>
                    <a:lnTo>
                      <a:pt x="40424" y="11760"/>
                    </a:lnTo>
                    <a:lnTo>
                      <a:pt x="40466" y="11676"/>
                    </a:lnTo>
                    <a:lnTo>
                      <a:pt x="40404" y="11592"/>
                    </a:lnTo>
                    <a:lnTo>
                      <a:pt x="40383" y="11467"/>
                    </a:lnTo>
                    <a:lnTo>
                      <a:pt x="40278" y="11236"/>
                    </a:lnTo>
                    <a:lnTo>
                      <a:pt x="40257" y="11090"/>
                    </a:lnTo>
                    <a:lnTo>
                      <a:pt x="40194" y="11132"/>
                    </a:lnTo>
                    <a:lnTo>
                      <a:pt x="40173" y="11090"/>
                    </a:lnTo>
                    <a:lnTo>
                      <a:pt x="40090" y="11132"/>
                    </a:lnTo>
                    <a:lnTo>
                      <a:pt x="40090" y="11174"/>
                    </a:lnTo>
                    <a:lnTo>
                      <a:pt x="40048" y="11278"/>
                    </a:lnTo>
                    <a:lnTo>
                      <a:pt x="40069" y="11299"/>
                    </a:lnTo>
                    <a:lnTo>
                      <a:pt x="40069" y="11383"/>
                    </a:lnTo>
                    <a:lnTo>
                      <a:pt x="40006" y="11404"/>
                    </a:lnTo>
                    <a:lnTo>
                      <a:pt x="39901" y="11467"/>
                    </a:lnTo>
                    <a:lnTo>
                      <a:pt x="39839" y="11550"/>
                    </a:lnTo>
                    <a:lnTo>
                      <a:pt x="39734" y="11508"/>
                    </a:lnTo>
                    <a:lnTo>
                      <a:pt x="39650" y="11488"/>
                    </a:lnTo>
                    <a:lnTo>
                      <a:pt x="39546" y="11508"/>
                    </a:lnTo>
                    <a:lnTo>
                      <a:pt x="39462" y="11613"/>
                    </a:lnTo>
                    <a:lnTo>
                      <a:pt x="39357" y="11718"/>
                    </a:lnTo>
                    <a:lnTo>
                      <a:pt x="39316" y="11697"/>
                    </a:lnTo>
                    <a:lnTo>
                      <a:pt x="39232" y="11676"/>
                    </a:lnTo>
                    <a:lnTo>
                      <a:pt x="39127" y="11697"/>
                    </a:lnTo>
                    <a:lnTo>
                      <a:pt x="39085" y="11697"/>
                    </a:lnTo>
                    <a:lnTo>
                      <a:pt x="39190" y="11592"/>
                    </a:lnTo>
                    <a:lnTo>
                      <a:pt x="39232" y="11571"/>
                    </a:lnTo>
                    <a:lnTo>
                      <a:pt x="39316" y="11613"/>
                    </a:lnTo>
                    <a:lnTo>
                      <a:pt x="39420" y="11571"/>
                    </a:lnTo>
                    <a:lnTo>
                      <a:pt x="39462" y="11467"/>
                    </a:lnTo>
                    <a:lnTo>
                      <a:pt x="39546" y="11404"/>
                    </a:lnTo>
                    <a:lnTo>
                      <a:pt x="39588" y="11404"/>
                    </a:lnTo>
                    <a:lnTo>
                      <a:pt x="39692" y="11362"/>
                    </a:lnTo>
                    <a:lnTo>
                      <a:pt x="39776" y="11299"/>
                    </a:lnTo>
                    <a:lnTo>
                      <a:pt x="39776" y="11174"/>
                    </a:lnTo>
                    <a:lnTo>
                      <a:pt x="39776" y="11132"/>
                    </a:lnTo>
                    <a:lnTo>
                      <a:pt x="39692" y="11132"/>
                    </a:lnTo>
                    <a:lnTo>
                      <a:pt x="39629" y="11153"/>
                    </a:lnTo>
                    <a:lnTo>
                      <a:pt x="39546" y="11132"/>
                    </a:lnTo>
                    <a:lnTo>
                      <a:pt x="39420" y="11132"/>
                    </a:lnTo>
                    <a:lnTo>
                      <a:pt x="39253" y="11278"/>
                    </a:lnTo>
                    <a:lnTo>
                      <a:pt x="39148" y="11383"/>
                    </a:lnTo>
                    <a:lnTo>
                      <a:pt x="38960" y="11404"/>
                    </a:lnTo>
                    <a:lnTo>
                      <a:pt x="39023" y="11362"/>
                    </a:lnTo>
                    <a:lnTo>
                      <a:pt x="39148" y="11341"/>
                    </a:lnTo>
                    <a:lnTo>
                      <a:pt x="39169" y="11257"/>
                    </a:lnTo>
                    <a:lnTo>
                      <a:pt x="39127" y="11236"/>
                    </a:lnTo>
                    <a:lnTo>
                      <a:pt x="39023" y="11236"/>
                    </a:lnTo>
                    <a:lnTo>
                      <a:pt x="39190" y="11153"/>
                    </a:lnTo>
                    <a:lnTo>
                      <a:pt x="39295" y="11153"/>
                    </a:lnTo>
                    <a:lnTo>
                      <a:pt x="39441" y="11048"/>
                    </a:lnTo>
                    <a:lnTo>
                      <a:pt x="39567" y="11048"/>
                    </a:lnTo>
                    <a:lnTo>
                      <a:pt x="39650" y="11027"/>
                    </a:lnTo>
                    <a:lnTo>
                      <a:pt x="39839" y="11027"/>
                    </a:lnTo>
                    <a:lnTo>
                      <a:pt x="39922" y="10944"/>
                    </a:lnTo>
                    <a:lnTo>
                      <a:pt x="39964" y="10881"/>
                    </a:lnTo>
                    <a:lnTo>
                      <a:pt x="39985" y="10839"/>
                    </a:lnTo>
                    <a:lnTo>
                      <a:pt x="40069" y="10818"/>
                    </a:lnTo>
                    <a:lnTo>
                      <a:pt x="40069" y="10923"/>
                    </a:lnTo>
                    <a:lnTo>
                      <a:pt x="40132" y="10944"/>
                    </a:lnTo>
                    <a:lnTo>
                      <a:pt x="40236" y="10839"/>
                    </a:lnTo>
                    <a:lnTo>
                      <a:pt x="40257" y="10734"/>
                    </a:lnTo>
                    <a:lnTo>
                      <a:pt x="40236" y="10672"/>
                    </a:lnTo>
                    <a:lnTo>
                      <a:pt x="40152" y="10630"/>
                    </a:lnTo>
                    <a:lnTo>
                      <a:pt x="40090" y="10525"/>
                    </a:lnTo>
                    <a:lnTo>
                      <a:pt x="39964" y="10400"/>
                    </a:lnTo>
                    <a:lnTo>
                      <a:pt x="39922" y="10295"/>
                    </a:lnTo>
                    <a:lnTo>
                      <a:pt x="39839" y="10295"/>
                    </a:lnTo>
                    <a:lnTo>
                      <a:pt x="39755" y="10337"/>
                    </a:lnTo>
                    <a:lnTo>
                      <a:pt x="39713" y="10400"/>
                    </a:lnTo>
                    <a:lnTo>
                      <a:pt x="39629" y="10420"/>
                    </a:lnTo>
                    <a:lnTo>
                      <a:pt x="39525" y="10504"/>
                    </a:lnTo>
                    <a:lnTo>
                      <a:pt x="39420" y="10504"/>
                    </a:lnTo>
                    <a:lnTo>
                      <a:pt x="39336" y="10567"/>
                    </a:lnTo>
                    <a:lnTo>
                      <a:pt x="39316" y="10546"/>
                    </a:lnTo>
                    <a:lnTo>
                      <a:pt x="39336" y="10441"/>
                    </a:lnTo>
                    <a:lnTo>
                      <a:pt x="39420" y="10400"/>
                    </a:lnTo>
                    <a:lnTo>
                      <a:pt x="39525" y="10400"/>
                    </a:lnTo>
                    <a:lnTo>
                      <a:pt x="39650" y="10253"/>
                    </a:lnTo>
                    <a:lnTo>
                      <a:pt x="39713" y="10190"/>
                    </a:lnTo>
                    <a:lnTo>
                      <a:pt x="39713" y="10127"/>
                    </a:lnTo>
                    <a:lnTo>
                      <a:pt x="39629" y="10148"/>
                    </a:lnTo>
                    <a:lnTo>
                      <a:pt x="39462" y="10211"/>
                    </a:lnTo>
                    <a:lnTo>
                      <a:pt x="39316" y="10316"/>
                    </a:lnTo>
                    <a:lnTo>
                      <a:pt x="39253" y="10316"/>
                    </a:lnTo>
                    <a:lnTo>
                      <a:pt x="39211" y="10358"/>
                    </a:lnTo>
                    <a:lnTo>
                      <a:pt x="39169" y="10441"/>
                    </a:lnTo>
                    <a:lnTo>
                      <a:pt x="39106" y="10630"/>
                    </a:lnTo>
                    <a:lnTo>
                      <a:pt x="38918" y="10839"/>
                    </a:lnTo>
                    <a:lnTo>
                      <a:pt x="38730" y="10944"/>
                    </a:lnTo>
                    <a:lnTo>
                      <a:pt x="38730" y="10923"/>
                    </a:lnTo>
                    <a:lnTo>
                      <a:pt x="38813" y="10839"/>
                    </a:lnTo>
                    <a:lnTo>
                      <a:pt x="38939" y="10713"/>
                    </a:lnTo>
                    <a:lnTo>
                      <a:pt x="39023" y="10567"/>
                    </a:lnTo>
                    <a:lnTo>
                      <a:pt x="39064" y="10525"/>
                    </a:lnTo>
                    <a:lnTo>
                      <a:pt x="39064" y="10462"/>
                    </a:lnTo>
                    <a:lnTo>
                      <a:pt x="39023" y="10462"/>
                    </a:lnTo>
                    <a:lnTo>
                      <a:pt x="39002" y="10441"/>
                    </a:lnTo>
                    <a:lnTo>
                      <a:pt x="38939" y="10462"/>
                    </a:lnTo>
                    <a:lnTo>
                      <a:pt x="38855" y="10609"/>
                    </a:lnTo>
                    <a:lnTo>
                      <a:pt x="38730" y="10734"/>
                    </a:lnTo>
                    <a:lnTo>
                      <a:pt x="38688" y="10734"/>
                    </a:lnTo>
                    <a:lnTo>
                      <a:pt x="38709" y="10651"/>
                    </a:lnTo>
                    <a:lnTo>
                      <a:pt x="38730" y="10567"/>
                    </a:lnTo>
                    <a:lnTo>
                      <a:pt x="38834" y="10462"/>
                    </a:lnTo>
                    <a:lnTo>
                      <a:pt x="38876" y="10400"/>
                    </a:lnTo>
                    <a:lnTo>
                      <a:pt x="38918" y="10316"/>
                    </a:lnTo>
                    <a:lnTo>
                      <a:pt x="39002" y="10316"/>
                    </a:lnTo>
                    <a:lnTo>
                      <a:pt x="39044" y="10337"/>
                    </a:lnTo>
                    <a:lnTo>
                      <a:pt x="39148" y="10337"/>
                    </a:lnTo>
                    <a:lnTo>
                      <a:pt x="39190" y="10295"/>
                    </a:lnTo>
                    <a:lnTo>
                      <a:pt x="39253" y="10211"/>
                    </a:lnTo>
                    <a:lnTo>
                      <a:pt x="39357" y="10148"/>
                    </a:lnTo>
                    <a:lnTo>
                      <a:pt x="39462" y="10023"/>
                    </a:lnTo>
                    <a:lnTo>
                      <a:pt x="39525" y="9918"/>
                    </a:lnTo>
                    <a:lnTo>
                      <a:pt x="39483" y="9814"/>
                    </a:lnTo>
                    <a:lnTo>
                      <a:pt x="39525" y="9730"/>
                    </a:lnTo>
                    <a:lnTo>
                      <a:pt x="39483" y="9709"/>
                    </a:lnTo>
                    <a:lnTo>
                      <a:pt x="39336" y="9793"/>
                    </a:lnTo>
                    <a:lnTo>
                      <a:pt x="39274" y="9876"/>
                    </a:lnTo>
                    <a:lnTo>
                      <a:pt x="39274" y="9981"/>
                    </a:lnTo>
                    <a:lnTo>
                      <a:pt x="39253" y="10107"/>
                    </a:lnTo>
                    <a:lnTo>
                      <a:pt x="39211" y="10127"/>
                    </a:lnTo>
                    <a:lnTo>
                      <a:pt x="39232" y="10086"/>
                    </a:lnTo>
                    <a:lnTo>
                      <a:pt x="39232" y="10023"/>
                    </a:lnTo>
                    <a:lnTo>
                      <a:pt x="39148" y="9981"/>
                    </a:lnTo>
                    <a:lnTo>
                      <a:pt x="39044" y="9981"/>
                    </a:lnTo>
                    <a:lnTo>
                      <a:pt x="38939" y="10044"/>
                    </a:lnTo>
                    <a:lnTo>
                      <a:pt x="38855" y="10023"/>
                    </a:lnTo>
                    <a:lnTo>
                      <a:pt x="38730" y="10044"/>
                    </a:lnTo>
                    <a:lnTo>
                      <a:pt x="38625" y="10107"/>
                    </a:lnTo>
                    <a:lnTo>
                      <a:pt x="38500" y="10107"/>
                    </a:lnTo>
                    <a:lnTo>
                      <a:pt x="38583" y="10044"/>
                    </a:lnTo>
                    <a:lnTo>
                      <a:pt x="38688" y="10002"/>
                    </a:lnTo>
                    <a:lnTo>
                      <a:pt x="38772" y="9897"/>
                    </a:lnTo>
                    <a:lnTo>
                      <a:pt x="38730" y="9814"/>
                    </a:lnTo>
                    <a:lnTo>
                      <a:pt x="38688" y="9814"/>
                    </a:lnTo>
                    <a:lnTo>
                      <a:pt x="38541" y="9835"/>
                    </a:lnTo>
                    <a:lnTo>
                      <a:pt x="38604" y="9772"/>
                    </a:lnTo>
                    <a:lnTo>
                      <a:pt x="38688" y="9772"/>
                    </a:lnTo>
                    <a:lnTo>
                      <a:pt x="38772" y="9709"/>
                    </a:lnTo>
                    <a:lnTo>
                      <a:pt x="38813" y="9604"/>
                    </a:lnTo>
                    <a:lnTo>
                      <a:pt x="38897" y="9583"/>
                    </a:lnTo>
                    <a:lnTo>
                      <a:pt x="38939" y="9521"/>
                    </a:lnTo>
                    <a:lnTo>
                      <a:pt x="39002" y="9521"/>
                    </a:lnTo>
                    <a:lnTo>
                      <a:pt x="39106" y="9604"/>
                    </a:lnTo>
                    <a:lnTo>
                      <a:pt x="39169" y="9667"/>
                    </a:lnTo>
                    <a:lnTo>
                      <a:pt x="39253" y="9667"/>
                    </a:lnTo>
                    <a:lnTo>
                      <a:pt x="39357" y="9521"/>
                    </a:lnTo>
                    <a:lnTo>
                      <a:pt x="39441" y="9458"/>
                    </a:lnTo>
                    <a:lnTo>
                      <a:pt x="39441" y="9395"/>
                    </a:lnTo>
                    <a:lnTo>
                      <a:pt x="39336" y="9270"/>
                    </a:lnTo>
                    <a:lnTo>
                      <a:pt x="39316" y="9165"/>
                    </a:lnTo>
                    <a:lnTo>
                      <a:pt x="39274" y="9060"/>
                    </a:lnTo>
                    <a:lnTo>
                      <a:pt x="39169" y="8956"/>
                    </a:lnTo>
                    <a:lnTo>
                      <a:pt x="39106" y="8893"/>
                    </a:lnTo>
                    <a:lnTo>
                      <a:pt x="39023" y="8726"/>
                    </a:lnTo>
                    <a:lnTo>
                      <a:pt x="38960" y="8747"/>
                    </a:lnTo>
                    <a:lnTo>
                      <a:pt x="38960" y="8830"/>
                    </a:lnTo>
                    <a:lnTo>
                      <a:pt x="38918" y="8893"/>
                    </a:lnTo>
                    <a:lnTo>
                      <a:pt x="38855" y="8935"/>
                    </a:lnTo>
                    <a:lnTo>
                      <a:pt x="38834" y="8977"/>
                    </a:lnTo>
                    <a:lnTo>
                      <a:pt x="38834" y="9060"/>
                    </a:lnTo>
                    <a:lnTo>
                      <a:pt x="38751" y="9102"/>
                    </a:lnTo>
                    <a:lnTo>
                      <a:pt x="38709" y="9186"/>
                    </a:lnTo>
                    <a:lnTo>
                      <a:pt x="38709" y="9291"/>
                    </a:lnTo>
                    <a:lnTo>
                      <a:pt x="38583" y="9353"/>
                    </a:lnTo>
                    <a:lnTo>
                      <a:pt x="38500" y="9458"/>
                    </a:lnTo>
                    <a:lnTo>
                      <a:pt x="38479" y="9542"/>
                    </a:lnTo>
                    <a:lnTo>
                      <a:pt x="38416" y="9604"/>
                    </a:lnTo>
                    <a:lnTo>
                      <a:pt x="38374" y="9583"/>
                    </a:lnTo>
                    <a:lnTo>
                      <a:pt x="38395" y="9458"/>
                    </a:lnTo>
                    <a:lnTo>
                      <a:pt x="38500" y="9291"/>
                    </a:lnTo>
                    <a:lnTo>
                      <a:pt x="38583" y="9270"/>
                    </a:lnTo>
                    <a:lnTo>
                      <a:pt x="38583" y="9228"/>
                    </a:lnTo>
                    <a:lnTo>
                      <a:pt x="38541" y="9186"/>
                    </a:lnTo>
                    <a:lnTo>
                      <a:pt x="38500" y="9123"/>
                    </a:lnTo>
                    <a:lnTo>
                      <a:pt x="38186" y="9332"/>
                    </a:lnTo>
                    <a:lnTo>
                      <a:pt x="38060" y="9500"/>
                    </a:lnTo>
                    <a:lnTo>
                      <a:pt x="37997" y="9583"/>
                    </a:lnTo>
                    <a:lnTo>
                      <a:pt x="37893" y="9604"/>
                    </a:lnTo>
                    <a:lnTo>
                      <a:pt x="37893" y="9583"/>
                    </a:lnTo>
                    <a:lnTo>
                      <a:pt x="37956" y="9542"/>
                    </a:lnTo>
                    <a:lnTo>
                      <a:pt x="38039" y="9374"/>
                    </a:lnTo>
                    <a:lnTo>
                      <a:pt x="38060" y="9291"/>
                    </a:lnTo>
                    <a:lnTo>
                      <a:pt x="38186" y="9165"/>
                    </a:lnTo>
                    <a:lnTo>
                      <a:pt x="38248" y="9081"/>
                    </a:lnTo>
                    <a:lnTo>
                      <a:pt x="38207" y="9019"/>
                    </a:lnTo>
                    <a:lnTo>
                      <a:pt x="38207" y="8935"/>
                    </a:lnTo>
                    <a:lnTo>
                      <a:pt x="38081" y="9019"/>
                    </a:lnTo>
                    <a:lnTo>
                      <a:pt x="37935" y="9144"/>
                    </a:lnTo>
                    <a:lnTo>
                      <a:pt x="37893" y="9249"/>
                    </a:lnTo>
                    <a:lnTo>
                      <a:pt x="37809" y="9353"/>
                    </a:lnTo>
                    <a:lnTo>
                      <a:pt x="37788" y="9332"/>
                    </a:lnTo>
                    <a:lnTo>
                      <a:pt x="37809" y="9228"/>
                    </a:lnTo>
                    <a:lnTo>
                      <a:pt x="37872" y="9123"/>
                    </a:lnTo>
                    <a:lnTo>
                      <a:pt x="37809" y="9081"/>
                    </a:lnTo>
                    <a:lnTo>
                      <a:pt x="37809" y="9039"/>
                    </a:lnTo>
                    <a:lnTo>
                      <a:pt x="37893" y="9019"/>
                    </a:lnTo>
                    <a:lnTo>
                      <a:pt x="38081" y="8872"/>
                    </a:lnTo>
                    <a:lnTo>
                      <a:pt x="38269" y="8726"/>
                    </a:lnTo>
                    <a:lnTo>
                      <a:pt x="38269" y="8642"/>
                    </a:lnTo>
                    <a:lnTo>
                      <a:pt x="38186" y="8642"/>
                    </a:lnTo>
                    <a:lnTo>
                      <a:pt x="38060" y="8726"/>
                    </a:lnTo>
                    <a:lnTo>
                      <a:pt x="38018" y="8809"/>
                    </a:lnTo>
                    <a:lnTo>
                      <a:pt x="37914" y="8851"/>
                    </a:lnTo>
                    <a:lnTo>
                      <a:pt x="37914" y="8809"/>
                    </a:lnTo>
                    <a:lnTo>
                      <a:pt x="37893" y="8747"/>
                    </a:lnTo>
                    <a:lnTo>
                      <a:pt x="37704" y="8872"/>
                    </a:lnTo>
                    <a:lnTo>
                      <a:pt x="37642" y="8977"/>
                    </a:lnTo>
                    <a:lnTo>
                      <a:pt x="37558" y="9165"/>
                    </a:lnTo>
                    <a:lnTo>
                      <a:pt x="37432" y="9249"/>
                    </a:lnTo>
                    <a:lnTo>
                      <a:pt x="37349" y="9249"/>
                    </a:lnTo>
                    <a:lnTo>
                      <a:pt x="37432" y="9165"/>
                    </a:lnTo>
                    <a:lnTo>
                      <a:pt x="37558" y="9060"/>
                    </a:lnTo>
                    <a:lnTo>
                      <a:pt x="37600" y="8956"/>
                    </a:lnTo>
                    <a:lnTo>
                      <a:pt x="37579" y="8935"/>
                    </a:lnTo>
                    <a:lnTo>
                      <a:pt x="37495" y="8935"/>
                    </a:lnTo>
                    <a:lnTo>
                      <a:pt x="37600" y="8851"/>
                    </a:lnTo>
                    <a:lnTo>
                      <a:pt x="37746" y="8830"/>
                    </a:lnTo>
                    <a:lnTo>
                      <a:pt x="37788" y="8767"/>
                    </a:lnTo>
                    <a:lnTo>
                      <a:pt x="37767" y="8726"/>
                    </a:lnTo>
                    <a:lnTo>
                      <a:pt x="37683" y="8747"/>
                    </a:lnTo>
                    <a:lnTo>
                      <a:pt x="37558" y="8767"/>
                    </a:lnTo>
                    <a:lnTo>
                      <a:pt x="37474" y="8851"/>
                    </a:lnTo>
                    <a:lnTo>
                      <a:pt x="37391" y="8830"/>
                    </a:lnTo>
                    <a:lnTo>
                      <a:pt x="37600" y="8726"/>
                    </a:lnTo>
                    <a:lnTo>
                      <a:pt x="37579" y="8663"/>
                    </a:lnTo>
                    <a:lnTo>
                      <a:pt x="37474" y="8663"/>
                    </a:lnTo>
                    <a:lnTo>
                      <a:pt x="37537" y="8600"/>
                    </a:lnTo>
                    <a:lnTo>
                      <a:pt x="37642" y="8600"/>
                    </a:lnTo>
                    <a:lnTo>
                      <a:pt x="37683" y="8642"/>
                    </a:lnTo>
                    <a:lnTo>
                      <a:pt x="37809" y="8642"/>
                    </a:lnTo>
                    <a:lnTo>
                      <a:pt x="37872" y="8537"/>
                    </a:lnTo>
                    <a:lnTo>
                      <a:pt x="37997" y="8495"/>
                    </a:lnTo>
                    <a:lnTo>
                      <a:pt x="37997" y="8412"/>
                    </a:lnTo>
                    <a:lnTo>
                      <a:pt x="38060" y="8328"/>
                    </a:lnTo>
                    <a:lnTo>
                      <a:pt x="38060" y="8286"/>
                    </a:lnTo>
                    <a:lnTo>
                      <a:pt x="37976" y="8286"/>
                    </a:lnTo>
                    <a:lnTo>
                      <a:pt x="37914" y="8223"/>
                    </a:lnTo>
                    <a:lnTo>
                      <a:pt x="37809" y="8203"/>
                    </a:lnTo>
                    <a:lnTo>
                      <a:pt x="37683" y="8307"/>
                    </a:lnTo>
                    <a:lnTo>
                      <a:pt x="37537" y="8349"/>
                    </a:lnTo>
                    <a:lnTo>
                      <a:pt x="37453" y="8495"/>
                    </a:lnTo>
                    <a:lnTo>
                      <a:pt x="37244" y="8705"/>
                    </a:lnTo>
                    <a:lnTo>
                      <a:pt x="37181" y="8705"/>
                    </a:lnTo>
                    <a:lnTo>
                      <a:pt x="37223" y="8621"/>
                    </a:lnTo>
                    <a:lnTo>
                      <a:pt x="37265" y="8621"/>
                    </a:lnTo>
                    <a:lnTo>
                      <a:pt x="37370" y="8537"/>
                    </a:lnTo>
                    <a:lnTo>
                      <a:pt x="37495" y="8349"/>
                    </a:lnTo>
                    <a:lnTo>
                      <a:pt x="37642" y="8286"/>
                    </a:lnTo>
                    <a:lnTo>
                      <a:pt x="37704" y="8203"/>
                    </a:lnTo>
                    <a:lnTo>
                      <a:pt x="37683" y="8140"/>
                    </a:lnTo>
                    <a:lnTo>
                      <a:pt x="37495" y="8140"/>
                    </a:lnTo>
                    <a:lnTo>
                      <a:pt x="37328" y="8286"/>
                    </a:lnTo>
                    <a:lnTo>
                      <a:pt x="37495" y="8119"/>
                    </a:lnTo>
                    <a:lnTo>
                      <a:pt x="37663" y="8077"/>
                    </a:lnTo>
                    <a:lnTo>
                      <a:pt x="37767" y="8098"/>
                    </a:lnTo>
                    <a:lnTo>
                      <a:pt x="37851" y="8119"/>
                    </a:lnTo>
                    <a:lnTo>
                      <a:pt x="37956" y="8014"/>
                    </a:lnTo>
                    <a:lnTo>
                      <a:pt x="37956" y="7931"/>
                    </a:lnTo>
                    <a:lnTo>
                      <a:pt x="37914" y="7889"/>
                    </a:lnTo>
                    <a:lnTo>
                      <a:pt x="37914" y="7805"/>
                    </a:lnTo>
                    <a:lnTo>
                      <a:pt x="37914" y="7721"/>
                    </a:lnTo>
                    <a:lnTo>
                      <a:pt x="37788" y="7679"/>
                    </a:lnTo>
                    <a:lnTo>
                      <a:pt x="37746" y="7596"/>
                    </a:lnTo>
                    <a:lnTo>
                      <a:pt x="37642" y="7575"/>
                    </a:lnTo>
                    <a:lnTo>
                      <a:pt x="37600" y="7617"/>
                    </a:lnTo>
                    <a:lnTo>
                      <a:pt x="37558" y="7617"/>
                    </a:lnTo>
                    <a:lnTo>
                      <a:pt x="37558" y="7533"/>
                    </a:lnTo>
                    <a:lnTo>
                      <a:pt x="37474" y="7512"/>
                    </a:lnTo>
                    <a:lnTo>
                      <a:pt x="37391" y="7428"/>
                    </a:lnTo>
                    <a:lnTo>
                      <a:pt x="37391" y="7366"/>
                    </a:lnTo>
                    <a:lnTo>
                      <a:pt x="37244" y="7282"/>
                    </a:lnTo>
                    <a:lnTo>
                      <a:pt x="37181" y="7282"/>
                    </a:lnTo>
                    <a:lnTo>
                      <a:pt x="37139" y="7219"/>
                    </a:lnTo>
                    <a:lnTo>
                      <a:pt x="37014" y="7219"/>
                    </a:lnTo>
                    <a:lnTo>
                      <a:pt x="36826" y="7261"/>
                    </a:lnTo>
                    <a:lnTo>
                      <a:pt x="36721" y="7366"/>
                    </a:lnTo>
                    <a:lnTo>
                      <a:pt x="36595" y="7366"/>
                    </a:lnTo>
                    <a:lnTo>
                      <a:pt x="36491" y="7533"/>
                    </a:lnTo>
                    <a:lnTo>
                      <a:pt x="36512" y="7596"/>
                    </a:lnTo>
                    <a:lnTo>
                      <a:pt x="36595" y="7617"/>
                    </a:lnTo>
                    <a:lnTo>
                      <a:pt x="36805" y="7805"/>
                    </a:lnTo>
                    <a:lnTo>
                      <a:pt x="36826" y="7847"/>
                    </a:lnTo>
                    <a:lnTo>
                      <a:pt x="36909" y="7889"/>
                    </a:lnTo>
                    <a:lnTo>
                      <a:pt x="36951" y="7993"/>
                    </a:lnTo>
                    <a:lnTo>
                      <a:pt x="36909" y="7993"/>
                    </a:lnTo>
                    <a:lnTo>
                      <a:pt x="36826" y="7931"/>
                    </a:lnTo>
                    <a:lnTo>
                      <a:pt x="36700" y="7931"/>
                    </a:lnTo>
                    <a:lnTo>
                      <a:pt x="36700" y="7847"/>
                    </a:lnTo>
                    <a:lnTo>
                      <a:pt x="36512" y="7679"/>
                    </a:lnTo>
                    <a:lnTo>
                      <a:pt x="36428" y="7700"/>
                    </a:lnTo>
                    <a:lnTo>
                      <a:pt x="36386" y="7721"/>
                    </a:lnTo>
                    <a:lnTo>
                      <a:pt x="36386" y="7721"/>
                    </a:lnTo>
                    <a:lnTo>
                      <a:pt x="36407" y="7638"/>
                    </a:lnTo>
                    <a:lnTo>
                      <a:pt x="36428" y="7533"/>
                    </a:lnTo>
                    <a:lnTo>
                      <a:pt x="36303" y="7491"/>
                    </a:lnTo>
                    <a:lnTo>
                      <a:pt x="36240" y="7512"/>
                    </a:lnTo>
                    <a:lnTo>
                      <a:pt x="36240" y="7721"/>
                    </a:lnTo>
                    <a:lnTo>
                      <a:pt x="36303" y="7826"/>
                    </a:lnTo>
                    <a:lnTo>
                      <a:pt x="36323" y="7951"/>
                    </a:lnTo>
                    <a:lnTo>
                      <a:pt x="36303" y="8035"/>
                    </a:lnTo>
                    <a:lnTo>
                      <a:pt x="36303" y="7931"/>
                    </a:lnTo>
                    <a:lnTo>
                      <a:pt x="36219" y="7784"/>
                    </a:lnTo>
                    <a:lnTo>
                      <a:pt x="36135" y="7889"/>
                    </a:lnTo>
                    <a:lnTo>
                      <a:pt x="36093" y="7993"/>
                    </a:lnTo>
                    <a:lnTo>
                      <a:pt x="36135" y="8056"/>
                    </a:lnTo>
                    <a:lnTo>
                      <a:pt x="36072" y="8119"/>
                    </a:lnTo>
                    <a:lnTo>
                      <a:pt x="35968" y="8056"/>
                    </a:lnTo>
                    <a:lnTo>
                      <a:pt x="35863" y="8035"/>
                    </a:lnTo>
                    <a:lnTo>
                      <a:pt x="35905" y="7951"/>
                    </a:lnTo>
                    <a:lnTo>
                      <a:pt x="36010" y="7889"/>
                    </a:lnTo>
                    <a:lnTo>
                      <a:pt x="36135" y="7700"/>
                    </a:lnTo>
                    <a:lnTo>
                      <a:pt x="36177" y="7596"/>
                    </a:lnTo>
                    <a:lnTo>
                      <a:pt x="36093" y="7512"/>
                    </a:lnTo>
                    <a:lnTo>
                      <a:pt x="36072" y="7407"/>
                    </a:lnTo>
                    <a:lnTo>
                      <a:pt x="35926" y="7533"/>
                    </a:lnTo>
                    <a:lnTo>
                      <a:pt x="35884" y="7596"/>
                    </a:lnTo>
                    <a:lnTo>
                      <a:pt x="35863" y="7533"/>
                    </a:lnTo>
                    <a:lnTo>
                      <a:pt x="35884" y="7407"/>
                    </a:lnTo>
                    <a:lnTo>
                      <a:pt x="35779" y="7387"/>
                    </a:lnTo>
                    <a:lnTo>
                      <a:pt x="35717" y="7407"/>
                    </a:lnTo>
                    <a:lnTo>
                      <a:pt x="35696" y="7491"/>
                    </a:lnTo>
                    <a:lnTo>
                      <a:pt x="35717" y="7617"/>
                    </a:lnTo>
                    <a:lnTo>
                      <a:pt x="35717" y="7742"/>
                    </a:lnTo>
                    <a:lnTo>
                      <a:pt x="35675" y="7700"/>
                    </a:lnTo>
                    <a:lnTo>
                      <a:pt x="35675" y="7533"/>
                    </a:lnTo>
                    <a:lnTo>
                      <a:pt x="35654" y="7512"/>
                    </a:lnTo>
                    <a:lnTo>
                      <a:pt x="35591" y="7617"/>
                    </a:lnTo>
                    <a:lnTo>
                      <a:pt x="35487" y="7638"/>
                    </a:lnTo>
                    <a:lnTo>
                      <a:pt x="35487" y="7721"/>
                    </a:lnTo>
                    <a:lnTo>
                      <a:pt x="35403" y="7826"/>
                    </a:lnTo>
                    <a:lnTo>
                      <a:pt x="35340" y="7847"/>
                    </a:lnTo>
                    <a:lnTo>
                      <a:pt x="35277" y="7931"/>
                    </a:lnTo>
                    <a:lnTo>
                      <a:pt x="35173" y="7931"/>
                    </a:lnTo>
                    <a:lnTo>
                      <a:pt x="35256" y="7847"/>
                    </a:lnTo>
                    <a:lnTo>
                      <a:pt x="35256" y="7784"/>
                    </a:lnTo>
                    <a:lnTo>
                      <a:pt x="35194" y="7721"/>
                    </a:lnTo>
                    <a:lnTo>
                      <a:pt x="35152" y="7721"/>
                    </a:lnTo>
                    <a:lnTo>
                      <a:pt x="35152" y="7679"/>
                    </a:lnTo>
                    <a:lnTo>
                      <a:pt x="35235" y="7679"/>
                    </a:lnTo>
                    <a:lnTo>
                      <a:pt x="35277" y="7700"/>
                    </a:lnTo>
                    <a:lnTo>
                      <a:pt x="35298" y="7638"/>
                    </a:lnTo>
                    <a:lnTo>
                      <a:pt x="35298" y="7596"/>
                    </a:lnTo>
                    <a:lnTo>
                      <a:pt x="35298" y="7554"/>
                    </a:lnTo>
                    <a:lnTo>
                      <a:pt x="35403" y="7491"/>
                    </a:lnTo>
                    <a:lnTo>
                      <a:pt x="35570" y="7345"/>
                    </a:lnTo>
                    <a:lnTo>
                      <a:pt x="35591" y="7261"/>
                    </a:lnTo>
                    <a:lnTo>
                      <a:pt x="35675" y="7177"/>
                    </a:lnTo>
                    <a:lnTo>
                      <a:pt x="35570" y="7177"/>
                    </a:lnTo>
                    <a:lnTo>
                      <a:pt x="35403" y="7282"/>
                    </a:lnTo>
                    <a:lnTo>
                      <a:pt x="35277" y="7407"/>
                    </a:lnTo>
                    <a:lnTo>
                      <a:pt x="35194" y="7407"/>
                    </a:lnTo>
                    <a:lnTo>
                      <a:pt x="35277" y="7324"/>
                    </a:lnTo>
                    <a:lnTo>
                      <a:pt x="35361" y="7219"/>
                    </a:lnTo>
                    <a:lnTo>
                      <a:pt x="35445" y="7156"/>
                    </a:lnTo>
                    <a:lnTo>
                      <a:pt x="35549" y="7114"/>
                    </a:lnTo>
                    <a:lnTo>
                      <a:pt x="35612" y="7052"/>
                    </a:lnTo>
                    <a:lnTo>
                      <a:pt x="35696" y="7052"/>
                    </a:lnTo>
                    <a:lnTo>
                      <a:pt x="35779" y="6905"/>
                    </a:lnTo>
                    <a:lnTo>
                      <a:pt x="35779" y="6863"/>
                    </a:lnTo>
                    <a:lnTo>
                      <a:pt x="35696" y="6780"/>
                    </a:lnTo>
                    <a:lnTo>
                      <a:pt x="35696" y="6675"/>
                    </a:lnTo>
                    <a:lnTo>
                      <a:pt x="35717" y="6591"/>
                    </a:lnTo>
                    <a:lnTo>
                      <a:pt x="35884" y="6424"/>
                    </a:lnTo>
                    <a:lnTo>
                      <a:pt x="35905" y="6361"/>
                    </a:lnTo>
                    <a:lnTo>
                      <a:pt x="35863" y="6257"/>
                    </a:lnTo>
                    <a:lnTo>
                      <a:pt x="35842" y="6194"/>
                    </a:lnTo>
                    <a:lnTo>
                      <a:pt x="35800" y="6131"/>
                    </a:lnTo>
                    <a:lnTo>
                      <a:pt x="35884" y="6006"/>
                    </a:lnTo>
                    <a:lnTo>
                      <a:pt x="35968" y="5922"/>
                    </a:lnTo>
                    <a:lnTo>
                      <a:pt x="35989" y="5838"/>
                    </a:lnTo>
                    <a:lnTo>
                      <a:pt x="36010" y="5587"/>
                    </a:lnTo>
                    <a:lnTo>
                      <a:pt x="36051" y="5524"/>
                    </a:lnTo>
                    <a:lnTo>
                      <a:pt x="36010" y="5462"/>
                    </a:lnTo>
                    <a:lnTo>
                      <a:pt x="35842" y="5399"/>
                    </a:lnTo>
                    <a:lnTo>
                      <a:pt x="35654" y="5399"/>
                    </a:lnTo>
                    <a:lnTo>
                      <a:pt x="35487" y="5357"/>
                    </a:lnTo>
                    <a:lnTo>
                      <a:pt x="35361" y="5420"/>
                    </a:lnTo>
                    <a:lnTo>
                      <a:pt x="35235" y="5420"/>
                    </a:lnTo>
                    <a:lnTo>
                      <a:pt x="35068" y="5503"/>
                    </a:lnTo>
                    <a:lnTo>
                      <a:pt x="34796" y="5587"/>
                    </a:lnTo>
                    <a:lnTo>
                      <a:pt x="34754" y="5671"/>
                    </a:lnTo>
                    <a:lnTo>
                      <a:pt x="34859" y="5796"/>
                    </a:lnTo>
                    <a:lnTo>
                      <a:pt x="34859" y="5880"/>
                    </a:lnTo>
                    <a:lnTo>
                      <a:pt x="34817" y="5922"/>
                    </a:lnTo>
                    <a:lnTo>
                      <a:pt x="34754" y="5775"/>
                    </a:lnTo>
                    <a:lnTo>
                      <a:pt x="34712" y="5713"/>
                    </a:lnTo>
                    <a:lnTo>
                      <a:pt x="34650" y="5587"/>
                    </a:lnTo>
                    <a:lnTo>
                      <a:pt x="34524" y="5587"/>
                    </a:lnTo>
                    <a:lnTo>
                      <a:pt x="34440" y="5671"/>
                    </a:lnTo>
                    <a:lnTo>
                      <a:pt x="34440" y="5734"/>
                    </a:lnTo>
                    <a:lnTo>
                      <a:pt x="34398" y="5796"/>
                    </a:lnTo>
                    <a:lnTo>
                      <a:pt x="34378" y="5713"/>
                    </a:lnTo>
                    <a:lnTo>
                      <a:pt x="34398" y="5608"/>
                    </a:lnTo>
                    <a:lnTo>
                      <a:pt x="34336" y="5587"/>
                    </a:lnTo>
                    <a:lnTo>
                      <a:pt x="34189" y="5608"/>
                    </a:lnTo>
                    <a:lnTo>
                      <a:pt x="34126" y="5713"/>
                    </a:lnTo>
                    <a:lnTo>
                      <a:pt x="34126" y="5796"/>
                    </a:lnTo>
                    <a:lnTo>
                      <a:pt x="34273" y="5901"/>
                    </a:lnTo>
                    <a:lnTo>
                      <a:pt x="34378" y="6047"/>
                    </a:lnTo>
                    <a:lnTo>
                      <a:pt x="34503" y="6131"/>
                    </a:lnTo>
                    <a:lnTo>
                      <a:pt x="34440" y="6131"/>
                    </a:lnTo>
                    <a:lnTo>
                      <a:pt x="34294" y="6047"/>
                    </a:lnTo>
                    <a:lnTo>
                      <a:pt x="34106" y="5880"/>
                    </a:lnTo>
                    <a:lnTo>
                      <a:pt x="34064" y="5880"/>
                    </a:lnTo>
                    <a:lnTo>
                      <a:pt x="34022" y="5922"/>
                    </a:lnTo>
                    <a:lnTo>
                      <a:pt x="33854" y="5922"/>
                    </a:lnTo>
                    <a:lnTo>
                      <a:pt x="33813" y="5943"/>
                    </a:lnTo>
                    <a:lnTo>
                      <a:pt x="33875" y="6006"/>
                    </a:lnTo>
                    <a:lnTo>
                      <a:pt x="34001" y="6006"/>
                    </a:lnTo>
                    <a:lnTo>
                      <a:pt x="34022" y="6047"/>
                    </a:lnTo>
                    <a:lnTo>
                      <a:pt x="34064" y="6152"/>
                    </a:lnTo>
                    <a:lnTo>
                      <a:pt x="34210" y="6257"/>
                    </a:lnTo>
                    <a:lnTo>
                      <a:pt x="34231" y="6340"/>
                    </a:lnTo>
                    <a:lnTo>
                      <a:pt x="34315" y="6424"/>
                    </a:lnTo>
                    <a:lnTo>
                      <a:pt x="34210" y="6424"/>
                    </a:lnTo>
                    <a:lnTo>
                      <a:pt x="34126" y="6319"/>
                    </a:lnTo>
                    <a:lnTo>
                      <a:pt x="33980" y="6236"/>
                    </a:lnTo>
                    <a:lnTo>
                      <a:pt x="33980" y="6152"/>
                    </a:lnTo>
                    <a:lnTo>
                      <a:pt x="33875" y="6047"/>
                    </a:lnTo>
                    <a:lnTo>
                      <a:pt x="33750" y="6047"/>
                    </a:lnTo>
                    <a:lnTo>
                      <a:pt x="33666" y="6131"/>
                    </a:lnTo>
                    <a:lnTo>
                      <a:pt x="33666" y="6215"/>
                    </a:lnTo>
                    <a:lnTo>
                      <a:pt x="33582" y="6361"/>
                    </a:lnTo>
                    <a:lnTo>
                      <a:pt x="33541" y="6529"/>
                    </a:lnTo>
                    <a:lnTo>
                      <a:pt x="33603" y="6633"/>
                    </a:lnTo>
                    <a:lnTo>
                      <a:pt x="33478" y="6675"/>
                    </a:lnTo>
                    <a:lnTo>
                      <a:pt x="33478" y="6759"/>
                    </a:lnTo>
                    <a:lnTo>
                      <a:pt x="33541" y="6822"/>
                    </a:lnTo>
                    <a:lnTo>
                      <a:pt x="33562" y="6926"/>
                    </a:lnTo>
                    <a:lnTo>
                      <a:pt x="33645" y="6926"/>
                    </a:lnTo>
                    <a:lnTo>
                      <a:pt x="33813" y="6780"/>
                    </a:lnTo>
                    <a:lnTo>
                      <a:pt x="33896" y="6780"/>
                    </a:lnTo>
                    <a:lnTo>
                      <a:pt x="33917" y="6842"/>
                    </a:lnTo>
                    <a:lnTo>
                      <a:pt x="33813" y="6863"/>
                    </a:lnTo>
                    <a:lnTo>
                      <a:pt x="33771" y="6884"/>
                    </a:lnTo>
                    <a:lnTo>
                      <a:pt x="33771" y="6947"/>
                    </a:lnTo>
                    <a:lnTo>
                      <a:pt x="33687" y="6947"/>
                    </a:lnTo>
                    <a:lnTo>
                      <a:pt x="33603" y="7052"/>
                    </a:lnTo>
                    <a:lnTo>
                      <a:pt x="33603" y="7156"/>
                    </a:lnTo>
                    <a:lnTo>
                      <a:pt x="33541" y="7240"/>
                    </a:lnTo>
                    <a:lnTo>
                      <a:pt x="33478" y="7177"/>
                    </a:lnTo>
                    <a:lnTo>
                      <a:pt x="33499" y="7094"/>
                    </a:lnTo>
                    <a:lnTo>
                      <a:pt x="33436" y="6947"/>
                    </a:lnTo>
                    <a:lnTo>
                      <a:pt x="33352" y="6926"/>
                    </a:lnTo>
                    <a:lnTo>
                      <a:pt x="33290" y="7031"/>
                    </a:lnTo>
                    <a:lnTo>
                      <a:pt x="33331" y="7094"/>
                    </a:lnTo>
                    <a:lnTo>
                      <a:pt x="33269" y="7177"/>
                    </a:lnTo>
                    <a:lnTo>
                      <a:pt x="33164" y="7198"/>
                    </a:lnTo>
                    <a:lnTo>
                      <a:pt x="33122" y="7261"/>
                    </a:lnTo>
                    <a:lnTo>
                      <a:pt x="33080" y="7177"/>
                    </a:lnTo>
                    <a:lnTo>
                      <a:pt x="33038" y="7198"/>
                    </a:lnTo>
                    <a:lnTo>
                      <a:pt x="33059" y="7303"/>
                    </a:lnTo>
                    <a:lnTo>
                      <a:pt x="33122" y="7407"/>
                    </a:lnTo>
                    <a:lnTo>
                      <a:pt x="33122" y="7554"/>
                    </a:lnTo>
                    <a:lnTo>
                      <a:pt x="33143" y="7575"/>
                    </a:lnTo>
                    <a:lnTo>
                      <a:pt x="33143" y="7700"/>
                    </a:lnTo>
                    <a:lnTo>
                      <a:pt x="33227" y="7721"/>
                    </a:lnTo>
                    <a:lnTo>
                      <a:pt x="33290" y="7784"/>
                    </a:lnTo>
                    <a:lnTo>
                      <a:pt x="33269" y="7868"/>
                    </a:lnTo>
                    <a:lnTo>
                      <a:pt x="33290" y="7931"/>
                    </a:lnTo>
                    <a:lnTo>
                      <a:pt x="33290" y="8035"/>
                    </a:lnTo>
                    <a:lnTo>
                      <a:pt x="33185" y="8119"/>
                    </a:lnTo>
                    <a:lnTo>
                      <a:pt x="33143" y="8203"/>
                    </a:lnTo>
                    <a:lnTo>
                      <a:pt x="33122" y="8412"/>
                    </a:lnTo>
                    <a:lnTo>
                      <a:pt x="33059" y="8454"/>
                    </a:lnTo>
                    <a:lnTo>
                      <a:pt x="32934" y="8663"/>
                    </a:lnTo>
                    <a:lnTo>
                      <a:pt x="32934" y="8747"/>
                    </a:lnTo>
                    <a:lnTo>
                      <a:pt x="32808" y="8872"/>
                    </a:lnTo>
                    <a:lnTo>
                      <a:pt x="32829" y="8830"/>
                    </a:lnTo>
                    <a:lnTo>
                      <a:pt x="32829" y="8726"/>
                    </a:lnTo>
                    <a:lnTo>
                      <a:pt x="32871" y="8558"/>
                    </a:lnTo>
                    <a:lnTo>
                      <a:pt x="32955" y="8495"/>
                    </a:lnTo>
                    <a:lnTo>
                      <a:pt x="32934" y="8433"/>
                    </a:lnTo>
                    <a:lnTo>
                      <a:pt x="32913" y="8454"/>
                    </a:lnTo>
                    <a:lnTo>
                      <a:pt x="32829" y="8454"/>
                    </a:lnTo>
                    <a:lnTo>
                      <a:pt x="32746" y="8391"/>
                    </a:lnTo>
                    <a:lnTo>
                      <a:pt x="32704" y="8349"/>
                    </a:lnTo>
                    <a:lnTo>
                      <a:pt x="32746" y="8328"/>
                    </a:lnTo>
                    <a:lnTo>
                      <a:pt x="32829" y="8307"/>
                    </a:lnTo>
                    <a:lnTo>
                      <a:pt x="32913" y="8307"/>
                    </a:lnTo>
                    <a:lnTo>
                      <a:pt x="32913" y="8244"/>
                    </a:lnTo>
                    <a:lnTo>
                      <a:pt x="32955" y="8244"/>
                    </a:lnTo>
                    <a:lnTo>
                      <a:pt x="32976" y="8349"/>
                    </a:lnTo>
                    <a:lnTo>
                      <a:pt x="33038" y="8244"/>
                    </a:lnTo>
                    <a:lnTo>
                      <a:pt x="33038" y="8140"/>
                    </a:lnTo>
                    <a:lnTo>
                      <a:pt x="32934" y="8098"/>
                    </a:lnTo>
                    <a:lnTo>
                      <a:pt x="32913" y="8035"/>
                    </a:lnTo>
                    <a:lnTo>
                      <a:pt x="32808" y="7910"/>
                    </a:lnTo>
                    <a:lnTo>
                      <a:pt x="32808" y="7763"/>
                    </a:lnTo>
                    <a:lnTo>
                      <a:pt x="32746" y="7679"/>
                    </a:lnTo>
                    <a:lnTo>
                      <a:pt x="32725" y="7512"/>
                    </a:lnTo>
                    <a:lnTo>
                      <a:pt x="32704" y="7491"/>
                    </a:lnTo>
                    <a:lnTo>
                      <a:pt x="32704" y="7407"/>
                    </a:lnTo>
                    <a:lnTo>
                      <a:pt x="32746" y="7366"/>
                    </a:lnTo>
                    <a:lnTo>
                      <a:pt x="32829" y="7198"/>
                    </a:lnTo>
                    <a:lnTo>
                      <a:pt x="32829" y="7094"/>
                    </a:lnTo>
                    <a:lnTo>
                      <a:pt x="32934" y="6989"/>
                    </a:lnTo>
                    <a:lnTo>
                      <a:pt x="33018" y="6884"/>
                    </a:lnTo>
                    <a:lnTo>
                      <a:pt x="33122" y="6842"/>
                    </a:lnTo>
                    <a:lnTo>
                      <a:pt x="33122" y="6738"/>
                    </a:lnTo>
                    <a:lnTo>
                      <a:pt x="33059" y="6654"/>
                    </a:lnTo>
                    <a:lnTo>
                      <a:pt x="33018" y="6550"/>
                    </a:lnTo>
                    <a:lnTo>
                      <a:pt x="33038" y="6424"/>
                    </a:lnTo>
                    <a:lnTo>
                      <a:pt x="33143" y="6215"/>
                    </a:lnTo>
                    <a:lnTo>
                      <a:pt x="33227" y="6173"/>
                    </a:lnTo>
                    <a:lnTo>
                      <a:pt x="33394" y="6068"/>
                    </a:lnTo>
                    <a:lnTo>
                      <a:pt x="33603" y="5817"/>
                    </a:lnTo>
                    <a:lnTo>
                      <a:pt x="33813" y="5608"/>
                    </a:lnTo>
                    <a:lnTo>
                      <a:pt x="33959" y="5587"/>
                    </a:lnTo>
                    <a:lnTo>
                      <a:pt x="34064" y="5441"/>
                    </a:lnTo>
                    <a:lnTo>
                      <a:pt x="34106" y="5378"/>
                    </a:lnTo>
                    <a:lnTo>
                      <a:pt x="34210" y="5378"/>
                    </a:lnTo>
                    <a:lnTo>
                      <a:pt x="34398" y="5294"/>
                    </a:lnTo>
                    <a:lnTo>
                      <a:pt x="34545" y="5231"/>
                    </a:lnTo>
                    <a:lnTo>
                      <a:pt x="34587" y="5169"/>
                    </a:lnTo>
                    <a:lnTo>
                      <a:pt x="34545" y="5085"/>
                    </a:lnTo>
                    <a:lnTo>
                      <a:pt x="34315" y="4980"/>
                    </a:lnTo>
                    <a:lnTo>
                      <a:pt x="34189" y="4897"/>
                    </a:lnTo>
                    <a:lnTo>
                      <a:pt x="34001" y="4897"/>
                    </a:lnTo>
                    <a:lnTo>
                      <a:pt x="33959" y="4876"/>
                    </a:lnTo>
                    <a:lnTo>
                      <a:pt x="33875" y="4897"/>
                    </a:lnTo>
                    <a:lnTo>
                      <a:pt x="33708" y="4876"/>
                    </a:lnTo>
                    <a:lnTo>
                      <a:pt x="33645" y="4897"/>
                    </a:lnTo>
                    <a:lnTo>
                      <a:pt x="33436" y="4897"/>
                    </a:lnTo>
                    <a:lnTo>
                      <a:pt x="33122" y="5001"/>
                    </a:lnTo>
                    <a:lnTo>
                      <a:pt x="32934" y="5190"/>
                    </a:lnTo>
                    <a:lnTo>
                      <a:pt x="32725" y="5273"/>
                    </a:lnTo>
                    <a:lnTo>
                      <a:pt x="32704" y="5378"/>
                    </a:lnTo>
                    <a:lnTo>
                      <a:pt x="32725" y="5482"/>
                    </a:lnTo>
                    <a:lnTo>
                      <a:pt x="32641" y="5441"/>
                    </a:lnTo>
                    <a:lnTo>
                      <a:pt x="32557" y="5441"/>
                    </a:lnTo>
                    <a:lnTo>
                      <a:pt x="32494" y="5545"/>
                    </a:lnTo>
                    <a:lnTo>
                      <a:pt x="32348" y="5545"/>
                    </a:lnTo>
                    <a:lnTo>
                      <a:pt x="32243" y="5692"/>
                    </a:lnTo>
                    <a:lnTo>
                      <a:pt x="32243" y="5796"/>
                    </a:lnTo>
                    <a:lnTo>
                      <a:pt x="32181" y="5796"/>
                    </a:lnTo>
                    <a:lnTo>
                      <a:pt x="32034" y="6006"/>
                    </a:lnTo>
                    <a:lnTo>
                      <a:pt x="32097" y="6068"/>
                    </a:lnTo>
                    <a:lnTo>
                      <a:pt x="32034" y="6152"/>
                    </a:lnTo>
                    <a:lnTo>
                      <a:pt x="31992" y="6068"/>
                    </a:lnTo>
                    <a:lnTo>
                      <a:pt x="31930" y="6068"/>
                    </a:lnTo>
                    <a:lnTo>
                      <a:pt x="31888" y="6257"/>
                    </a:lnTo>
                    <a:lnTo>
                      <a:pt x="31762" y="6257"/>
                    </a:lnTo>
                    <a:lnTo>
                      <a:pt x="31678" y="6361"/>
                    </a:lnTo>
                    <a:lnTo>
                      <a:pt x="31616" y="6424"/>
                    </a:lnTo>
                    <a:lnTo>
                      <a:pt x="31553" y="6570"/>
                    </a:lnTo>
                    <a:lnTo>
                      <a:pt x="31448" y="6759"/>
                    </a:lnTo>
                    <a:lnTo>
                      <a:pt x="31448" y="6863"/>
                    </a:lnTo>
                    <a:lnTo>
                      <a:pt x="31490" y="6842"/>
                    </a:lnTo>
                    <a:lnTo>
                      <a:pt x="31511" y="6842"/>
                    </a:lnTo>
                    <a:lnTo>
                      <a:pt x="31490" y="6905"/>
                    </a:lnTo>
                    <a:lnTo>
                      <a:pt x="31406" y="6905"/>
                    </a:lnTo>
                    <a:lnTo>
                      <a:pt x="31260" y="6989"/>
                    </a:lnTo>
                    <a:lnTo>
                      <a:pt x="31239" y="7094"/>
                    </a:lnTo>
                    <a:lnTo>
                      <a:pt x="31155" y="7114"/>
                    </a:lnTo>
                    <a:lnTo>
                      <a:pt x="31134" y="7198"/>
                    </a:lnTo>
                    <a:lnTo>
                      <a:pt x="31134" y="7407"/>
                    </a:lnTo>
                    <a:lnTo>
                      <a:pt x="31072" y="7512"/>
                    </a:lnTo>
                    <a:lnTo>
                      <a:pt x="30988" y="7512"/>
                    </a:lnTo>
                    <a:lnTo>
                      <a:pt x="30967" y="7659"/>
                    </a:lnTo>
                    <a:lnTo>
                      <a:pt x="30967" y="7721"/>
                    </a:lnTo>
                    <a:lnTo>
                      <a:pt x="30862" y="7784"/>
                    </a:lnTo>
                    <a:lnTo>
                      <a:pt x="30821" y="7972"/>
                    </a:lnTo>
                    <a:lnTo>
                      <a:pt x="30862" y="8077"/>
                    </a:lnTo>
                    <a:lnTo>
                      <a:pt x="31072" y="8182"/>
                    </a:lnTo>
                    <a:lnTo>
                      <a:pt x="31176" y="8182"/>
                    </a:lnTo>
                    <a:lnTo>
                      <a:pt x="31302" y="8244"/>
                    </a:lnTo>
                    <a:lnTo>
                      <a:pt x="31385" y="8244"/>
                    </a:lnTo>
                    <a:lnTo>
                      <a:pt x="31511" y="8328"/>
                    </a:lnTo>
                    <a:lnTo>
                      <a:pt x="31678" y="8328"/>
                    </a:lnTo>
                    <a:lnTo>
                      <a:pt x="31699" y="8495"/>
                    </a:lnTo>
                    <a:lnTo>
                      <a:pt x="31867" y="8558"/>
                    </a:lnTo>
                    <a:lnTo>
                      <a:pt x="31888" y="8642"/>
                    </a:lnTo>
                    <a:lnTo>
                      <a:pt x="31971" y="8705"/>
                    </a:lnTo>
                    <a:lnTo>
                      <a:pt x="31804" y="8705"/>
                    </a:lnTo>
                    <a:lnTo>
                      <a:pt x="31762" y="8726"/>
                    </a:lnTo>
                    <a:lnTo>
                      <a:pt x="31574" y="8726"/>
                    </a:lnTo>
                    <a:lnTo>
                      <a:pt x="31365" y="8642"/>
                    </a:lnTo>
                    <a:lnTo>
                      <a:pt x="31344" y="8537"/>
                    </a:lnTo>
                    <a:lnTo>
                      <a:pt x="31239" y="8454"/>
                    </a:lnTo>
                    <a:lnTo>
                      <a:pt x="31051" y="8454"/>
                    </a:lnTo>
                    <a:lnTo>
                      <a:pt x="30988" y="8412"/>
                    </a:lnTo>
                    <a:lnTo>
                      <a:pt x="30883" y="8391"/>
                    </a:lnTo>
                    <a:lnTo>
                      <a:pt x="30862" y="8433"/>
                    </a:lnTo>
                    <a:lnTo>
                      <a:pt x="30925" y="8558"/>
                    </a:lnTo>
                    <a:lnTo>
                      <a:pt x="30925" y="8642"/>
                    </a:lnTo>
                    <a:lnTo>
                      <a:pt x="30841" y="8642"/>
                    </a:lnTo>
                    <a:lnTo>
                      <a:pt x="30821" y="8726"/>
                    </a:lnTo>
                    <a:lnTo>
                      <a:pt x="30862" y="8914"/>
                    </a:lnTo>
                    <a:lnTo>
                      <a:pt x="30883" y="9039"/>
                    </a:lnTo>
                    <a:lnTo>
                      <a:pt x="30862" y="9165"/>
                    </a:lnTo>
                    <a:lnTo>
                      <a:pt x="30883" y="9270"/>
                    </a:lnTo>
                    <a:lnTo>
                      <a:pt x="31030" y="9353"/>
                    </a:lnTo>
                    <a:lnTo>
                      <a:pt x="31134" y="9458"/>
                    </a:lnTo>
                    <a:lnTo>
                      <a:pt x="31134" y="9500"/>
                    </a:lnTo>
                    <a:lnTo>
                      <a:pt x="31072" y="9458"/>
                    </a:lnTo>
                    <a:lnTo>
                      <a:pt x="31051" y="9458"/>
                    </a:lnTo>
                    <a:lnTo>
                      <a:pt x="31072" y="9563"/>
                    </a:lnTo>
                    <a:lnTo>
                      <a:pt x="31155" y="9667"/>
                    </a:lnTo>
                    <a:lnTo>
                      <a:pt x="31197" y="9667"/>
                    </a:lnTo>
                    <a:lnTo>
                      <a:pt x="31197" y="9583"/>
                    </a:lnTo>
                    <a:lnTo>
                      <a:pt x="31281" y="9563"/>
                    </a:lnTo>
                    <a:lnTo>
                      <a:pt x="31385" y="9583"/>
                    </a:lnTo>
                    <a:lnTo>
                      <a:pt x="31469" y="9667"/>
                    </a:lnTo>
                    <a:lnTo>
                      <a:pt x="31553" y="9688"/>
                    </a:lnTo>
                    <a:lnTo>
                      <a:pt x="31574" y="9646"/>
                    </a:lnTo>
                    <a:lnTo>
                      <a:pt x="31553" y="9583"/>
                    </a:lnTo>
                    <a:lnTo>
                      <a:pt x="31574" y="9500"/>
                    </a:lnTo>
                    <a:lnTo>
                      <a:pt x="31616" y="9479"/>
                    </a:lnTo>
                    <a:lnTo>
                      <a:pt x="31678" y="9542"/>
                    </a:lnTo>
                    <a:lnTo>
                      <a:pt x="31657" y="9646"/>
                    </a:lnTo>
                    <a:lnTo>
                      <a:pt x="31678" y="9709"/>
                    </a:lnTo>
                    <a:lnTo>
                      <a:pt x="31720" y="9709"/>
                    </a:lnTo>
                    <a:lnTo>
                      <a:pt x="31783" y="9583"/>
                    </a:lnTo>
                    <a:lnTo>
                      <a:pt x="31909" y="9563"/>
                    </a:lnTo>
                    <a:lnTo>
                      <a:pt x="31992" y="9479"/>
                    </a:lnTo>
                    <a:lnTo>
                      <a:pt x="32013" y="9500"/>
                    </a:lnTo>
                    <a:lnTo>
                      <a:pt x="31971" y="9583"/>
                    </a:lnTo>
                    <a:lnTo>
                      <a:pt x="31783" y="9688"/>
                    </a:lnTo>
                    <a:lnTo>
                      <a:pt x="31762" y="9793"/>
                    </a:lnTo>
                    <a:lnTo>
                      <a:pt x="31867" y="9876"/>
                    </a:lnTo>
                    <a:lnTo>
                      <a:pt x="31888" y="10023"/>
                    </a:lnTo>
                    <a:lnTo>
                      <a:pt x="32013" y="10169"/>
                    </a:lnTo>
                    <a:lnTo>
                      <a:pt x="32181" y="10169"/>
                    </a:lnTo>
                    <a:lnTo>
                      <a:pt x="32222" y="10107"/>
                    </a:lnTo>
                    <a:lnTo>
                      <a:pt x="32118" y="10023"/>
                    </a:lnTo>
                    <a:lnTo>
                      <a:pt x="32181" y="10002"/>
                    </a:lnTo>
                    <a:lnTo>
                      <a:pt x="32285" y="10023"/>
                    </a:lnTo>
                    <a:lnTo>
                      <a:pt x="32348" y="10107"/>
                    </a:lnTo>
                    <a:lnTo>
                      <a:pt x="32411" y="10086"/>
                    </a:lnTo>
                    <a:lnTo>
                      <a:pt x="32494" y="10002"/>
                    </a:lnTo>
                    <a:lnTo>
                      <a:pt x="32599" y="9897"/>
                    </a:lnTo>
                    <a:lnTo>
                      <a:pt x="32662" y="9897"/>
                    </a:lnTo>
                    <a:lnTo>
                      <a:pt x="32662" y="9960"/>
                    </a:lnTo>
                    <a:lnTo>
                      <a:pt x="32599" y="9981"/>
                    </a:lnTo>
                    <a:lnTo>
                      <a:pt x="32432" y="10127"/>
                    </a:lnTo>
                    <a:lnTo>
                      <a:pt x="32432" y="10211"/>
                    </a:lnTo>
                    <a:lnTo>
                      <a:pt x="32453" y="10232"/>
                    </a:lnTo>
                    <a:cubicBezTo>
                      <a:pt x="32411" y="10295"/>
                      <a:pt x="32390" y="10379"/>
                      <a:pt x="32348" y="10441"/>
                    </a:cubicBezTo>
                    <a:lnTo>
                      <a:pt x="32306" y="10441"/>
                    </a:lnTo>
                    <a:lnTo>
                      <a:pt x="32222" y="10504"/>
                    </a:lnTo>
                    <a:lnTo>
                      <a:pt x="32139" y="10504"/>
                    </a:lnTo>
                    <a:lnTo>
                      <a:pt x="32097" y="10420"/>
                    </a:lnTo>
                    <a:lnTo>
                      <a:pt x="31992" y="10400"/>
                    </a:lnTo>
                    <a:lnTo>
                      <a:pt x="32013" y="10441"/>
                    </a:lnTo>
                    <a:lnTo>
                      <a:pt x="32097" y="10504"/>
                    </a:lnTo>
                    <a:lnTo>
                      <a:pt x="32076" y="10609"/>
                    </a:lnTo>
                    <a:lnTo>
                      <a:pt x="31971" y="10609"/>
                    </a:lnTo>
                    <a:lnTo>
                      <a:pt x="31971" y="10630"/>
                    </a:lnTo>
                    <a:lnTo>
                      <a:pt x="31992" y="10692"/>
                    </a:lnTo>
                    <a:lnTo>
                      <a:pt x="31909" y="10755"/>
                    </a:lnTo>
                    <a:lnTo>
                      <a:pt x="31909" y="10839"/>
                    </a:lnTo>
                    <a:lnTo>
                      <a:pt x="31971" y="10923"/>
                    </a:lnTo>
                    <a:lnTo>
                      <a:pt x="31888" y="10923"/>
                    </a:lnTo>
                    <a:lnTo>
                      <a:pt x="31888" y="11027"/>
                    </a:lnTo>
                    <a:lnTo>
                      <a:pt x="31804" y="11111"/>
                    </a:lnTo>
                    <a:lnTo>
                      <a:pt x="31804" y="11278"/>
                    </a:lnTo>
                    <a:lnTo>
                      <a:pt x="31867" y="11278"/>
                    </a:lnTo>
                    <a:lnTo>
                      <a:pt x="31909" y="11383"/>
                    </a:lnTo>
                    <a:lnTo>
                      <a:pt x="31950" y="11383"/>
                    </a:lnTo>
                    <a:lnTo>
                      <a:pt x="32013" y="11488"/>
                    </a:lnTo>
                    <a:lnTo>
                      <a:pt x="31950" y="11508"/>
                    </a:lnTo>
                    <a:lnTo>
                      <a:pt x="31888" y="11508"/>
                    </a:lnTo>
                    <a:lnTo>
                      <a:pt x="31825" y="11571"/>
                    </a:lnTo>
                    <a:lnTo>
                      <a:pt x="31783" y="11508"/>
                    </a:lnTo>
                    <a:lnTo>
                      <a:pt x="31637" y="11550"/>
                    </a:lnTo>
                    <a:lnTo>
                      <a:pt x="31595" y="11634"/>
                    </a:lnTo>
                    <a:lnTo>
                      <a:pt x="31699" y="11739"/>
                    </a:lnTo>
                    <a:lnTo>
                      <a:pt x="31741" y="11739"/>
                    </a:lnTo>
                    <a:lnTo>
                      <a:pt x="31741" y="11801"/>
                    </a:lnTo>
                    <a:lnTo>
                      <a:pt x="31637" y="11843"/>
                    </a:lnTo>
                    <a:lnTo>
                      <a:pt x="31595" y="11780"/>
                    </a:lnTo>
                    <a:lnTo>
                      <a:pt x="31511" y="11864"/>
                    </a:lnTo>
                    <a:lnTo>
                      <a:pt x="31427" y="11739"/>
                    </a:lnTo>
                    <a:lnTo>
                      <a:pt x="31323" y="11801"/>
                    </a:lnTo>
                    <a:lnTo>
                      <a:pt x="31218" y="12011"/>
                    </a:lnTo>
                    <a:lnTo>
                      <a:pt x="31113" y="12262"/>
                    </a:lnTo>
                    <a:lnTo>
                      <a:pt x="30988" y="12492"/>
                    </a:lnTo>
                    <a:lnTo>
                      <a:pt x="30779" y="12638"/>
                    </a:lnTo>
                    <a:lnTo>
                      <a:pt x="30737" y="12743"/>
                    </a:lnTo>
                    <a:lnTo>
                      <a:pt x="30674" y="12743"/>
                    </a:lnTo>
                    <a:lnTo>
                      <a:pt x="30569" y="12910"/>
                    </a:lnTo>
                    <a:lnTo>
                      <a:pt x="30465" y="12952"/>
                    </a:lnTo>
                    <a:lnTo>
                      <a:pt x="30444" y="13140"/>
                    </a:lnTo>
                    <a:lnTo>
                      <a:pt x="30360" y="13224"/>
                    </a:lnTo>
                    <a:lnTo>
                      <a:pt x="30339" y="13350"/>
                    </a:lnTo>
                    <a:lnTo>
                      <a:pt x="30277" y="13350"/>
                    </a:lnTo>
                    <a:lnTo>
                      <a:pt x="30235" y="13224"/>
                    </a:lnTo>
                    <a:lnTo>
                      <a:pt x="30151" y="13224"/>
                    </a:lnTo>
                    <a:lnTo>
                      <a:pt x="30067" y="13308"/>
                    </a:lnTo>
                    <a:lnTo>
                      <a:pt x="30109" y="13350"/>
                    </a:lnTo>
                    <a:lnTo>
                      <a:pt x="30130" y="13475"/>
                    </a:lnTo>
                    <a:lnTo>
                      <a:pt x="30046" y="13475"/>
                    </a:lnTo>
                    <a:lnTo>
                      <a:pt x="29963" y="13413"/>
                    </a:lnTo>
                    <a:lnTo>
                      <a:pt x="30005" y="13308"/>
                    </a:lnTo>
                    <a:lnTo>
                      <a:pt x="29921" y="13140"/>
                    </a:lnTo>
                    <a:lnTo>
                      <a:pt x="29837" y="12743"/>
                    </a:lnTo>
                    <a:lnTo>
                      <a:pt x="29837" y="12576"/>
                    </a:lnTo>
                    <a:lnTo>
                      <a:pt x="29816" y="12492"/>
                    </a:lnTo>
                    <a:lnTo>
                      <a:pt x="29858" y="12366"/>
                    </a:lnTo>
                    <a:lnTo>
                      <a:pt x="29942" y="12262"/>
                    </a:lnTo>
                    <a:lnTo>
                      <a:pt x="29921" y="12115"/>
                    </a:lnTo>
                    <a:lnTo>
                      <a:pt x="29963" y="12011"/>
                    </a:lnTo>
                    <a:lnTo>
                      <a:pt x="30046" y="11969"/>
                    </a:lnTo>
                    <a:lnTo>
                      <a:pt x="30130" y="12011"/>
                    </a:lnTo>
                    <a:lnTo>
                      <a:pt x="30214" y="11990"/>
                    </a:lnTo>
                    <a:lnTo>
                      <a:pt x="30277" y="11885"/>
                    </a:lnTo>
                    <a:lnTo>
                      <a:pt x="30256" y="11655"/>
                    </a:lnTo>
                    <a:lnTo>
                      <a:pt x="30318" y="11550"/>
                    </a:lnTo>
                    <a:lnTo>
                      <a:pt x="30318" y="11153"/>
                    </a:lnTo>
                    <a:lnTo>
                      <a:pt x="30214" y="11027"/>
                    </a:lnTo>
                    <a:lnTo>
                      <a:pt x="30172" y="10860"/>
                    </a:lnTo>
                    <a:lnTo>
                      <a:pt x="30109" y="10692"/>
                    </a:lnTo>
                    <a:lnTo>
                      <a:pt x="30067" y="10588"/>
                    </a:lnTo>
                    <a:lnTo>
                      <a:pt x="30025" y="10525"/>
                    </a:lnTo>
                    <a:lnTo>
                      <a:pt x="29963" y="10525"/>
                    </a:lnTo>
                    <a:lnTo>
                      <a:pt x="29921" y="10630"/>
                    </a:lnTo>
                    <a:lnTo>
                      <a:pt x="29795" y="10839"/>
                    </a:lnTo>
                    <a:lnTo>
                      <a:pt x="29628" y="10964"/>
                    </a:lnTo>
                    <a:lnTo>
                      <a:pt x="29607" y="11069"/>
                    </a:lnTo>
                    <a:lnTo>
                      <a:pt x="29607" y="11278"/>
                    </a:lnTo>
                    <a:lnTo>
                      <a:pt x="29544" y="11341"/>
                    </a:lnTo>
                    <a:lnTo>
                      <a:pt x="29481" y="11278"/>
                    </a:lnTo>
                    <a:lnTo>
                      <a:pt x="29398" y="11362"/>
                    </a:lnTo>
                    <a:lnTo>
                      <a:pt x="29419" y="11383"/>
                    </a:lnTo>
                    <a:lnTo>
                      <a:pt x="29398" y="11446"/>
                    </a:lnTo>
                    <a:lnTo>
                      <a:pt x="29230" y="11529"/>
                    </a:lnTo>
                    <a:lnTo>
                      <a:pt x="29189" y="11592"/>
                    </a:lnTo>
                    <a:lnTo>
                      <a:pt x="29084" y="11697"/>
                    </a:lnTo>
                    <a:lnTo>
                      <a:pt x="29000" y="11697"/>
                    </a:lnTo>
                    <a:lnTo>
                      <a:pt x="29000" y="11634"/>
                    </a:lnTo>
                    <a:lnTo>
                      <a:pt x="29084" y="11592"/>
                    </a:lnTo>
                    <a:lnTo>
                      <a:pt x="29084" y="11467"/>
                    </a:lnTo>
                    <a:lnTo>
                      <a:pt x="29042" y="11425"/>
                    </a:lnTo>
                    <a:lnTo>
                      <a:pt x="29147" y="11278"/>
                    </a:lnTo>
                    <a:lnTo>
                      <a:pt x="29168" y="11174"/>
                    </a:lnTo>
                    <a:lnTo>
                      <a:pt x="29168" y="11069"/>
                    </a:lnTo>
                    <a:lnTo>
                      <a:pt x="29251" y="11027"/>
                    </a:lnTo>
                    <a:lnTo>
                      <a:pt x="29251" y="10923"/>
                    </a:lnTo>
                    <a:lnTo>
                      <a:pt x="29209" y="10902"/>
                    </a:lnTo>
                    <a:lnTo>
                      <a:pt x="29251" y="10755"/>
                    </a:lnTo>
                    <a:lnTo>
                      <a:pt x="29147" y="10609"/>
                    </a:lnTo>
                    <a:lnTo>
                      <a:pt x="29147" y="10525"/>
                    </a:lnTo>
                    <a:lnTo>
                      <a:pt x="29084" y="10420"/>
                    </a:lnTo>
                    <a:lnTo>
                      <a:pt x="29084" y="10379"/>
                    </a:lnTo>
                    <a:lnTo>
                      <a:pt x="29147" y="10400"/>
                    </a:lnTo>
                    <a:lnTo>
                      <a:pt x="29189" y="10400"/>
                    </a:lnTo>
                    <a:lnTo>
                      <a:pt x="29209" y="10525"/>
                    </a:lnTo>
                    <a:lnTo>
                      <a:pt x="29272" y="10504"/>
                    </a:lnTo>
                    <a:lnTo>
                      <a:pt x="29377" y="10379"/>
                    </a:lnTo>
                    <a:lnTo>
                      <a:pt x="29481" y="10379"/>
                    </a:lnTo>
                    <a:lnTo>
                      <a:pt x="29565" y="10295"/>
                    </a:lnTo>
                    <a:lnTo>
                      <a:pt x="29481" y="10232"/>
                    </a:lnTo>
                    <a:lnTo>
                      <a:pt x="29377" y="10316"/>
                    </a:lnTo>
                    <a:lnTo>
                      <a:pt x="29293" y="10232"/>
                    </a:lnTo>
                    <a:lnTo>
                      <a:pt x="29189" y="10211"/>
                    </a:lnTo>
                    <a:lnTo>
                      <a:pt x="29189" y="10107"/>
                    </a:lnTo>
                    <a:lnTo>
                      <a:pt x="29230" y="10065"/>
                    </a:lnTo>
                    <a:lnTo>
                      <a:pt x="29209" y="10002"/>
                    </a:lnTo>
                    <a:lnTo>
                      <a:pt x="29126" y="10023"/>
                    </a:lnTo>
                    <a:lnTo>
                      <a:pt x="29105" y="10107"/>
                    </a:lnTo>
                    <a:lnTo>
                      <a:pt x="28958" y="10169"/>
                    </a:lnTo>
                    <a:lnTo>
                      <a:pt x="28854" y="10065"/>
                    </a:lnTo>
                    <a:lnTo>
                      <a:pt x="28854" y="9939"/>
                    </a:lnTo>
                    <a:lnTo>
                      <a:pt x="28770" y="9918"/>
                    </a:lnTo>
                    <a:lnTo>
                      <a:pt x="28665" y="9939"/>
                    </a:lnTo>
                    <a:lnTo>
                      <a:pt x="28603" y="9897"/>
                    </a:lnTo>
                    <a:lnTo>
                      <a:pt x="28644" y="9793"/>
                    </a:lnTo>
                    <a:lnTo>
                      <a:pt x="28707" y="9772"/>
                    </a:lnTo>
                    <a:lnTo>
                      <a:pt x="28749" y="9709"/>
                    </a:lnTo>
                    <a:lnTo>
                      <a:pt x="28812" y="9709"/>
                    </a:lnTo>
                    <a:lnTo>
                      <a:pt x="29126" y="9500"/>
                    </a:lnTo>
                    <a:lnTo>
                      <a:pt x="29168" y="9458"/>
                    </a:lnTo>
                    <a:lnTo>
                      <a:pt x="29042" y="9332"/>
                    </a:lnTo>
                    <a:lnTo>
                      <a:pt x="28875" y="9353"/>
                    </a:lnTo>
                    <a:lnTo>
                      <a:pt x="28875" y="9332"/>
                    </a:lnTo>
                    <a:lnTo>
                      <a:pt x="28979" y="9270"/>
                    </a:lnTo>
                    <a:lnTo>
                      <a:pt x="29042" y="9144"/>
                    </a:lnTo>
                    <a:lnTo>
                      <a:pt x="29168" y="9081"/>
                    </a:lnTo>
                    <a:lnTo>
                      <a:pt x="29147" y="9228"/>
                    </a:lnTo>
                    <a:lnTo>
                      <a:pt x="29189" y="9332"/>
                    </a:lnTo>
                    <a:lnTo>
                      <a:pt x="29293" y="9291"/>
                    </a:lnTo>
                    <a:lnTo>
                      <a:pt x="29377" y="9332"/>
                    </a:lnTo>
                    <a:lnTo>
                      <a:pt x="29461" y="9249"/>
                    </a:lnTo>
                    <a:lnTo>
                      <a:pt x="29461" y="9144"/>
                    </a:lnTo>
                    <a:lnTo>
                      <a:pt x="29377" y="9039"/>
                    </a:lnTo>
                    <a:lnTo>
                      <a:pt x="29293" y="9019"/>
                    </a:lnTo>
                    <a:lnTo>
                      <a:pt x="29293" y="8935"/>
                    </a:lnTo>
                    <a:lnTo>
                      <a:pt x="29314" y="8830"/>
                    </a:lnTo>
                    <a:lnTo>
                      <a:pt x="29293" y="8726"/>
                    </a:lnTo>
                    <a:lnTo>
                      <a:pt x="29314" y="8663"/>
                    </a:lnTo>
                    <a:lnTo>
                      <a:pt x="29314" y="8600"/>
                    </a:lnTo>
                    <a:lnTo>
                      <a:pt x="29209" y="8454"/>
                    </a:lnTo>
                    <a:lnTo>
                      <a:pt x="29272" y="8349"/>
                    </a:lnTo>
                    <a:lnTo>
                      <a:pt x="29209" y="8244"/>
                    </a:lnTo>
                    <a:lnTo>
                      <a:pt x="29272" y="8223"/>
                    </a:lnTo>
                    <a:lnTo>
                      <a:pt x="29272" y="8077"/>
                    </a:lnTo>
                    <a:lnTo>
                      <a:pt x="29356" y="7931"/>
                    </a:lnTo>
                    <a:lnTo>
                      <a:pt x="29356" y="7847"/>
                    </a:lnTo>
                    <a:lnTo>
                      <a:pt x="29419" y="7742"/>
                    </a:lnTo>
                    <a:lnTo>
                      <a:pt x="29419" y="7700"/>
                    </a:lnTo>
                    <a:lnTo>
                      <a:pt x="29356" y="7659"/>
                    </a:lnTo>
                    <a:lnTo>
                      <a:pt x="29377" y="7449"/>
                    </a:lnTo>
                    <a:lnTo>
                      <a:pt x="29356" y="7324"/>
                    </a:lnTo>
                    <a:lnTo>
                      <a:pt x="29251" y="7261"/>
                    </a:lnTo>
                    <a:lnTo>
                      <a:pt x="29272" y="7177"/>
                    </a:lnTo>
                    <a:lnTo>
                      <a:pt x="29251" y="7073"/>
                    </a:lnTo>
                    <a:lnTo>
                      <a:pt x="29293" y="7052"/>
                    </a:lnTo>
                    <a:lnTo>
                      <a:pt x="29335" y="6947"/>
                    </a:lnTo>
                    <a:lnTo>
                      <a:pt x="29272" y="6884"/>
                    </a:lnTo>
                    <a:lnTo>
                      <a:pt x="29230" y="6863"/>
                    </a:lnTo>
                    <a:cubicBezTo>
                      <a:pt x="29272" y="6842"/>
                      <a:pt x="29293" y="6801"/>
                      <a:pt x="29293" y="6759"/>
                    </a:cubicBezTo>
                    <a:cubicBezTo>
                      <a:pt x="29314" y="6696"/>
                      <a:pt x="29335" y="6654"/>
                      <a:pt x="29335" y="6591"/>
                    </a:cubicBezTo>
                    <a:lnTo>
                      <a:pt x="29377" y="6550"/>
                    </a:lnTo>
                    <a:lnTo>
                      <a:pt x="29377" y="6445"/>
                    </a:lnTo>
                    <a:lnTo>
                      <a:pt x="29440" y="6445"/>
                    </a:lnTo>
                    <a:lnTo>
                      <a:pt x="29523" y="6361"/>
                    </a:lnTo>
                    <a:lnTo>
                      <a:pt x="29586" y="6257"/>
                    </a:lnTo>
                    <a:lnTo>
                      <a:pt x="29649" y="6215"/>
                    </a:lnTo>
                    <a:lnTo>
                      <a:pt x="29753" y="6215"/>
                    </a:lnTo>
                    <a:lnTo>
                      <a:pt x="29816" y="6131"/>
                    </a:lnTo>
                    <a:lnTo>
                      <a:pt x="29900" y="6068"/>
                    </a:lnTo>
                    <a:lnTo>
                      <a:pt x="29942" y="5964"/>
                    </a:lnTo>
                    <a:lnTo>
                      <a:pt x="29942" y="5838"/>
                    </a:lnTo>
                    <a:lnTo>
                      <a:pt x="29900" y="5796"/>
                    </a:lnTo>
                    <a:lnTo>
                      <a:pt x="29963" y="5713"/>
                    </a:lnTo>
                    <a:lnTo>
                      <a:pt x="30005" y="5629"/>
                    </a:lnTo>
                    <a:lnTo>
                      <a:pt x="29795" y="5629"/>
                    </a:lnTo>
                    <a:lnTo>
                      <a:pt x="29733" y="5587"/>
                    </a:lnTo>
                    <a:lnTo>
                      <a:pt x="29753" y="5503"/>
                    </a:lnTo>
                    <a:lnTo>
                      <a:pt x="29837" y="5503"/>
                    </a:lnTo>
                    <a:lnTo>
                      <a:pt x="29921" y="5545"/>
                    </a:lnTo>
                    <a:lnTo>
                      <a:pt x="30025" y="5545"/>
                    </a:lnTo>
                    <a:lnTo>
                      <a:pt x="30130" y="5587"/>
                    </a:lnTo>
                    <a:lnTo>
                      <a:pt x="30214" y="5524"/>
                    </a:lnTo>
                    <a:lnTo>
                      <a:pt x="30297" y="5545"/>
                    </a:lnTo>
                    <a:lnTo>
                      <a:pt x="30318" y="5650"/>
                    </a:lnTo>
                    <a:lnTo>
                      <a:pt x="30465" y="5796"/>
                    </a:lnTo>
                    <a:lnTo>
                      <a:pt x="30549" y="5796"/>
                    </a:lnTo>
                    <a:lnTo>
                      <a:pt x="30569" y="5838"/>
                    </a:lnTo>
                    <a:lnTo>
                      <a:pt x="30653" y="5859"/>
                    </a:lnTo>
                    <a:lnTo>
                      <a:pt x="30779" y="5817"/>
                    </a:lnTo>
                    <a:lnTo>
                      <a:pt x="30988" y="5692"/>
                    </a:lnTo>
                    <a:lnTo>
                      <a:pt x="31134" y="5524"/>
                    </a:lnTo>
                    <a:lnTo>
                      <a:pt x="31302" y="5399"/>
                    </a:lnTo>
                    <a:lnTo>
                      <a:pt x="31365" y="5315"/>
                    </a:lnTo>
                    <a:lnTo>
                      <a:pt x="31302" y="5294"/>
                    </a:lnTo>
                    <a:lnTo>
                      <a:pt x="31344" y="5231"/>
                    </a:lnTo>
                    <a:lnTo>
                      <a:pt x="31469" y="5231"/>
                    </a:lnTo>
                    <a:lnTo>
                      <a:pt x="31595" y="5085"/>
                    </a:lnTo>
                    <a:lnTo>
                      <a:pt x="31825" y="4897"/>
                    </a:lnTo>
                    <a:lnTo>
                      <a:pt x="31825" y="4855"/>
                    </a:lnTo>
                    <a:lnTo>
                      <a:pt x="31930" y="4834"/>
                    </a:lnTo>
                    <a:lnTo>
                      <a:pt x="32013" y="4687"/>
                    </a:lnTo>
                    <a:lnTo>
                      <a:pt x="32181" y="4541"/>
                    </a:lnTo>
                    <a:lnTo>
                      <a:pt x="32222" y="4415"/>
                    </a:lnTo>
                    <a:lnTo>
                      <a:pt x="32285" y="4415"/>
                    </a:lnTo>
                    <a:lnTo>
                      <a:pt x="32327" y="4436"/>
                    </a:lnTo>
                    <a:lnTo>
                      <a:pt x="32327" y="4436"/>
                    </a:lnTo>
                    <a:lnTo>
                      <a:pt x="32306" y="4353"/>
                    </a:lnTo>
                    <a:lnTo>
                      <a:pt x="32222" y="4311"/>
                    </a:lnTo>
                    <a:lnTo>
                      <a:pt x="32222" y="4227"/>
                    </a:lnTo>
                    <a:lnTo>
                      <a:pt x="32076" y="4122"/>
                    </a:lnTo>
                    <a:lnTo>
                      <a:pt x="31804" y="4081"/>
                    </a:lnTo>
                    <a:lnTo>
                      <a:pt x="31657" y="4060"/>
                    </a:lnTo>
                    <a:lnTo>
                      <a:pt x="31574" y="4081"/>
                    </a:lnTo>
                    <a:lnTo>
                      <a:pt x="31511" y="4060"/>
                    </a:lnTo>
                    <a:lnTo>
                      <a:pt x="31511" y="3976"/>
                    </a:lnTo>
                    <a:lnTo>
                      <a:pt x="31469" y="3871"/>
                    </a:lnTo>
                    <a:lnTo>
                      <a:pt x="31406" y="3871"/>
                    </a:lnTo>
                    <a:lnTo>
                      <a:pt x="31385" y="3850"/>
                    </a:lnTo>
                    <a:lnTo>
                      <a:pt x="31281" y="3829"/>
                    </a:lnTo>
                    <a:lnTo>
                      <a:pt x="31197" y="3704"/>
                    </a:lnTo>
                    <a:lnTo>
                      <a:pt x="31051" y="3704"/>
                    </a:lnTo>
                    <a:lnTo>
                      <a:pt x="30967" y="3788"/>
                    </a:lnTo>
                    <a:lnTo>
                      <a:pt x="30946" y="3704"/>
                    </a:lnTo>
                    <a:lnTo>
                      <a:pt x="30841" y="3704"/>
                    </a:lnTo>
                    <a:lnTo>
                      <a:pt x="30779" y="3641"/>
                    </a:lnTo>
                    <a:lnTo>
                      <a:pt x="30674" y="3662"/>
                    </a:lnTo>
                    <a:lnTo>
                      <a:pt x="30507" y="3662"/>
                    </a:lnTo>
                    <a:lnTo>
                      <a:pt x="30235" y="3725"/>
                    </a:lnTo>
                    <a:lnTo>
                      <a:pt x="30130" y="3871"/>
                    </a:lnTo>
                    <a:lnTo>
                      <a:pt x="30214" y="3976"/>
                    </a:lnTo>
                    <a:lnTo>
                      <a:pt x="30130" y="4018"/>
                    </a:lnTo>
                    <a:lnTo>
                      <a:pt x="30109" y="4060"/>
                    </a:lnTo>
                    <a:lnTo>
                      <a:pt x="30193" y="4164"/>
                    </a:lnTo>
                    <a:lnTo>
                      <a:pt x="30214" y="4290"/>
                    </a:lnTo>
                    <a:lnTo>
                      <a:pt x="30088" y="4290"/>
                    </a:lnTo>
                    <a:lnTo>
                      <a:pt x="30046" y="4185"/>
                    </a:lnTo>
                    <a:lnTo>
                      <a:pt x="29984" y="4060"/>
                    </a:lnTo>
                    <a:lnTo>
                      <a:pt x="29900" y="4039"/>
                    </a:lnTo>
                    <a:lnTo>
                      <a:pt x="29816" y="4164"/>
                    </a:lnTo>
                    <a:lnTo>
                      <a:pt x="29837" y="4227"/>
                    </a:lnTo>
                    <a:lnTo>
                      <a:pt x="29837" y="4290"/>
                    </a:lnTo>
                    <a:lnTo>
                      <a:pt x="29733" y="4332"/>
                    </a:lnTo>
                    <a:lnTo>
                      <a:pt x="29712" y="4478"/>
                    </a:lnTo>
                    <a:lnTo>
                      <a:pt x="29565" y="4646"/>
                    </a:lnTo>
                    <a:lnTo>
                      <a:pt x="29523" y="4771"/>
                    </a:lnTo>
                    <a:lnTo>
                      <a:pt x="29502" y="4855"/>
                    </a:lnTo>
                    <a:lnTo>
                      <a:pt x="29565" y="4876"/>
                    </a:lnTo>
                    <a:lnTo>
                      <a:pt x="29461" y="4959"/>
                    </a:lnTo>
                    <a:lnTo>
                      <a:pt x="29461" y="5064"/>
                    </a:lnTo>
                    <a:lnTo>
                      <a:pt x="29377" y="5106"/>
                    </a:lnTo>
                    <a:lnTo>
                      <a:pt x="29272" y="5357"/>
                    </a:lnTo>
                    <a:lnTo>
                      <a:pt x="29272" y="5482"/>
                    </a:lnTo>
                    <a:lnTo>
                      <a:pt x="29209" y="5566"/>
                    </a:lnTo>
                    <a:lnTo>
                      <a:pt x="29293" y="5629"/>
                    </a:lnTo>
                    <a:lnTo>
                      <a:pt x="29293" y="5713"/>
                    </a:lnTo>
                    <a:lnTo>
                      <a:pt x="29251" y="5734"/>
                    </a:lnTo>
                    <a:lnTo>
                      <a:pt x="29251" y="5838"/>
                    </a:lnTo>
                    <a:lnTo>
                      <a:pt x="29189" y="6026"/>
                    </a:lnTo>
                    <a:lnTo>
                      <a:pt x="29063" y="6215"/>
                    </a:lnTo>
                    <a:lnTo>
                      <a:pt x="29084" y="6257"/>
                    </a:lnTo>
                    <a:lnTo>
                      <a:pt x="29189" y="6257"/>
                    </a:lnTo>
                    <a:lnTo>
                      <a:pt x="29209" y="6319"/>
                    </a:lnTo>
                    <a:cubicBezTo>
                      <a:pt x="29189" y="6319"/>
                      <a:pt x="29168" y="6340"/>
                      <a:pt x="29168" y="6340"/>
                    </a:cubicBezTo>
                    <a:lnTo>
                      <a:pt x="29105" y="6319"/>
                    </a:lnTo>
                    <a:lnTo>
                      <a:pt x="29042" y="6361"/>
                    </a:lnTo>
                    <a:lnTo>
                      <a:pt x="28958" y="6508"/>
                    </a:lnTo>
                    <a:lnTo>
                      <a:pt x="29042" y="6508"/>
                    </a:lnTo>
                    <a:cubicBezTo>
                      <a:pt x="29000" y="6529"/>
                      <a:pt x="28979" y="6550"/>
                      <a:pt x="28979" y="6612"/>
                    </a:cubicBezTo>
                    <a:lnTo>
                      <a:pt x="28875" y="6570"/>
                    </a:lnTo>
                    <a:lnTo>
                      <a:pt x="28791" y="6633"/>
                    </a:lnTo>
                    <a:lnTo>
                      <a:pt x="28791" y="6738"/>
                    </a:lnTo>
                    <a:lnTo>
                      <a:pt x="28644" y="6842"/>
                    </a:lnTo>
                    <a:lnTo>
                      <a:pt x="28582" y="6884"/>
                    </a:lnTo>
                    <a:cubicBezTo>
                      <a:pt x="28665" y="6612"/>
                      <a:pt x="28728" y="6257"/>
                      <a:pt x="28749" y="5943"/>
                    </a:cubicBezTo>
                    <a:lnTo>
                      <a:pt x="28937" y="5838"/>
                    </a:lnTo>
                    <a:lnTo>
                      <a:pt x="28937" y="5734"/>
                    </a:lnTo>
                    <a:lnTo>
                      <a:pt x="29000" y="5566"/>
                    </a:lnTo>
                    <a:lnTo>
                      <a:pt x="29000" y="5399"/>
                    </a:lnTo>
                    <a:lnTo>
                      <a:pt x="29063" y="5315"/>
                    </a:lnTo>
                    <a:lnTo>
                      <a:pt x="28979" y="5315"/>
                    </a:lnTo>
                    <a:lnTo>
                      <a:pt x="28937" y="5378"/>
                    </a:lnTo>
                    <a:lnTo>
                      <a:pt x="28791" y="5420"/>
                    </a:lnTo>
                    <a:lnTo>
                      <a:pt x="28728" y="5545"/>
                    </a:lnTo>
                    <a:lnTo>
                      <a:pt x="28686" y="5503"/>
                    </a:lnTo>
                    <a:lnTo>
                      <a:pt x="28686" y="5399"/>
                    </a:lnTo>
                    <a:lnTo>
                      <a:pt x="28770" y="5357"/>
                    </a:lnTo>
                    <a:lnTo>
                      <a:pt x="28770" y="5231"/>
                    </a:lnTo>
                    <a:lnTo>
                      <a:pt x="28749" y="5169"/>
                    </a:lnTo>
                    <a:lnTo>
                      <a:pt x="28665" y="5127"/>
                    </a:lnTo>
                    <a:lnTo>
                      <a:pt x="28749" y="5127"/>
                    </a:lnTo>
                    <a:lnTo>
                      <a:pt x="28791" y="5106"/>
                    </a:lnTo>
                    <a:lnTo>
                      <a:pt x="28770" y="4980"/>
                    </a:lnTo>
                    <a:lnTo>
                      <a:pt x="28582" y="4876"/>
                    </a:lnTo>
                    <a:lnTo>
                      <a:pt x="28540" y="4897"/>
                    </a:lnTo>
                    <a:lnTo>
                      <a:pt x="28352" y="4918"/>
                    </a:lnTo>
                    <a:lnTo>
                      <a:pt x="28331" y="4980"/>
                    </a:lnTo>
                    <a:lnTo>
                      <a:pt x="28247" y="4980"/>
                    </a:lnTo>
                    <a:lnTo>
                      <a:pt x="28247" y="4897"/>
                    </a:lnTo>
                    <a:lnTo>
                      <a:pt x="28331" y="4771"/>
                    </a:lnTo>
                    <a:lnTo>
                      <a:pt x="28414" y="4771"/>
                    </a:lnTo>
                    <a:lnTo>
                      <a:pt x="28540" y="4666"/>
                    </a:lnTo>
                    <a:lnTo>
                      <a:pt x="28749" y="4604"/>
                    </a:lnTo>
                    <a:lnTo>
                      <a:pt x="28791" y="4562"/>
                    </a:lnTo>
                    <a:lnTo>
                      <a:pt x="28937" y="4541"/>
                    </a:lnTo>
                    <a:lnTo>
                      <a:pt x="29000" y="4541"/>
                    </a:lnTo>
                    <a:lnTo>
                      <a:pt x="29063" y="4583"/>
                    </a:lnTo>
                    <a:lnTo>
                      <a:pt x="29105" y="4562"/>
                    </a:lnTo>
                    <a:lnTo>
                      <a:pt x="29147" y="4394"/>
                    </a:lnTo>
                    <a:lnTo>
                      <a:pt x="29189" y="4332"/>
                    </a:lnTo>
                    <a:lnTo>
                      <a:pt x="29063" y="4248"/>
                    </a:lnTo>
                    <a:lnTo>
                      <a:pt x="29042" y="4185"/>
                    </a:lnTo>
                    <a:lnTo>
                      <a:pt x="29105" y="4164"/>
                    </a:lnTo>
                    <a:lnTo>
                      <a:pt x="29168" y="4122"/>
                    </a:lnTo>
                    <a:lnTo>
                      <a:pt x="29189" y="4164"/>
                    </a:lnTo>
                    <a:lnTo>
                      <a:pt x="29272" y="4185"/>
                    </a:lnTo>
                    <a:lnTo>
                      <a:pt x="29419" y="4122"/>
                    </a:lnTo>
                    <a:lnTo>
                      <a:pt x="29481" y="4039"/>
                    </a:lnTo>
                    <a:lnTo>
                      <a:pt x="29461" y="3955"/>
                    </a:lnTo>
                    <a:lnTo>
                      <a:pt x="29481" y="3913"/>
                    </a:lnTo>
                    <a:lnTo>
                      <a:pt x="29461" y="3829"/>
                    </a:lnTo>
                    <a:lnTo>
                      <a:pt x="29377" y="3850"/>
                    </a:lnTo>
                    <a:lnTo>
                      <a:pt x="29293" y="3746"/>
                    </a:lnTo>
                    <a:lnTo>
                      <a:pt x="29042" y="3746"/>
                    </a:lnTo>
                    <a:lnTo>
                      <a:pt x="28958" y="3725"/>
                    </a:lnTo>
                    <a:lnTo>
                      <a:pt x="28896" y="3767"/>
                    </a:lnTo>
                    <a:lnTo>
                      <a:pt x="28770" y="3767"/>
                    </a:lnTo>
                    <a:lnTo>
                      <a:pt x="28665" y="3725"/>
                    </a:lnTo>
                    <a:lnTo>
                      <a:pt x="28582" y="3746"/>
                    </a:lnTo>
                    <a:lnTo>
                      <a:pt x="28519" y="3641"/>
                    </a:lnTo>
                    <a:lnTo>
                      <a:pt x="28435" y="3599"/>
                    </a:lnTo>
                    <a:lnTo>
                      <a:pt x="28435" y="3516"/>
                    </a:lnTo>
                    <a:lnTo>
                      <a:pt x="28477" y="3453"/>
                    </a:lnTo>
                    <a:lnTo>
                      <a:pt x="28456" y="3411"/>
                    </a:lnTo>
                    <a:lnTo>
                      <a:pt x="28310" y="3390"/>
                    </a:lnTo>
                    <a:lnTo>
                      <a:pt x="28226" y="3432"/>
                    </a:lnTo>
                    <a:lnTo>
                      <a:pt x="28163" y="3495"/>
                    </a:lnTo>
                    <a:lnTo>
                      <a:pt x="28226" y="3537"/>
                    </a:lnTo>
                    <a:lnTo>
                      <a:pt x="28331" y="3537"/>
                    </a:lnTo>
                    <a:lnTo>
                      <a:pt x="28268" y="3641"/>
                    </a:lnTo>
                    <a:lnTo>
                      <a:pt x="28142" y="3620"/>
                    </a:lnTo>
                    <a:lnTo>
                      <a:pt x="28059" y="3495"/>
                    </a:lnTo>
                    <a:lnTo>
                      <a:pt x="28017" y="3516"/>
                    </a:lnTo>
                    <a:lnTo>
                      <a:pt x="27954" y="3495"/>
                    </a:lnTo>
                    <a:lnTo>
                      <a:pt x="27849" y="3537"/>
                    </a:lnTo>
                    <a:lnTo>
                      <a:pt x="27828" y="3641"/>
                    </a:lnTo>
                    <a:lnTo>
                      <a:pt x="27787" y="3662"/>
                    </a:lnTo>
                    <a:lnTo>
                      <a:pt x="27808" y="3767"/>
                    </a:lnTo>
                    <a:lnTo>
                      <a:pt x="27808" y="3871"/>
                    </a:lnTo>
                    <a:lnTo>
                      <a:pt x="27891" y="3934"/>
                    </a:lnTo>
                    <a:lnTo>
                      <a:pt x="27891" y="4060"/>
                    </a:lnTo>
                    <a:lnTo>
                      <a:pt x="27828" y="4122"/>
                    </a:lnTo>
                    <a:lnTo>
                      <a:pt x="27808" y="4248"/>
                    </a:lnTo>
                    <a:lnTo>
                      <a:pt x="27787" y="4248"/>
                    </a:lnTo>
                    <a:lnTo>
                      <a:pt x="27745" y="4018"/>
                    </a:lnTo>
                    <a:lnTo>
                      <a:pt x="27703" y="3913"/>
                    </a:lnTo>
                    <a:lnTo>
                      <a:pt x="27619" y="3850"/>
                    </a:lnTo>
                    <a:lnTo>
                      <a:pt x="27598" y="3934"/>
                    </a:lnTo>
                    <a:lnTo>
                      <a:pt x="27515" y="3934"/>
                    </a:lnTo>
                    <a:lnTo>
                      <a:pt x="27431" y="4018"/>
                    </a:lnTo>
                    <a:lnTo>
                      <a:pt x="27431" y="4143"/>
                    </a:lnTo>
                    <a:lnTo>
                      <a:pt x="27515" y="4248"/>
                    </a:lnTo>
                    <a:lnTo>
                      <a:pt x="27515" y="4332"/>
                    </a:lnTo>
                    <a:lnTo>
                      <a:pt x="27619" y="4457"/>
                    </a:lnTo>
                    <a:lnTo>
                      <a:pt x="27745" y="4457"/>
                    </a:lnTo>
                    <a:lnTo>
                      <a:pt x="27808" y="4353"/>
                    </a:lnTo>
                    <a:lnTo>
                      <a:pt x="27828" y="4353"/>
                    </a:lnTo>
                    <a:lnTo>
                      <a:pt x="27849" y="4457"/>
                    </a:lnTo>
                    <a:lnTo>
                      <a:pt x="27933" y="4583"/>
                    </a:lnTo>
                    <a:lnTo>
                      <a:pt x="27933" y="4666"/>
                    </a:lnTo>
                    <a:lnTo>
                      <a:pt x="27849" y="4666"/>
                    </a:lnTo>
                    <a:lnTo>
                      <a:pt x="27808" y="4562"/>
                    </a:lnTo>
                    <a:lnTo>
                      <a:pt x="27724" y="4541"/>
                    </a:lnTo>
                    <a:lnTo>
                      <a:pt x="27619" y="4562"/>
                    </a:lnTo>
                    <a:lnTo>
                      <a:pt x="27577" y="4604"/>
                    </a:lnTo>
                    <a:lnTo>
                      <a:pt x="27619" y="4708"/>
                    </a:lnTo>
                    <a:lnTo>
                      <a:pt x="27598" y="4792"/>
                    </a:lnTo>
                    <a:lnTo>
                      <a:pt x="27515" y="4876"/>
                    </a:lnTo>
                    <a:lnTo>
                      <a:pt x="27536" y="4959"/>
                    </a:lnTo>
                    <a:lnTo>
                      <a:pt x="27473" y="5085"/>
                    </a:lnTo>
                    <a:lnTo>
                      <a:pt x="27410" y="5127"/>
                    </a:lnTo>
                    <a:lnTo>
                      <a:pt x="27431" y="5231"/>
                    </a:lnTo>
                    <a:lnTo>
                      <a:pt x="27389" y="5294"/>
                    </a:lnTo>
                    <a:lnTo>
                      <a:pt x="27284" y="5273"/>
                    </a:lnTo>
                    <a:lnTo>
                      <a:pt x="27201" y="5169"/>
                    </a:lnTo>
                    <a:lnTo>
                      <a:pt x="27201" y="5064"/>
                    </a:lnTo>
                    <a:lnTo>
                      <a:pt x="27075" y="4897"/>
                    </a:lnTo>
                    <a:lnTo>
                      <a:pt x="27075" y="4792"/>
                    </a:lnTo>
                    <a:lnTo>
                      <a:pt x="27054" y="4708"/>
                    </a:lnTo>
                    <a:lnTo>
                      <a:pt x="26950" y="4687"/>
                    </a:lnTo>
                    <a:lnTo>
                      <a:pt x="26950" y="4646"/>
                    </a:lnTo>
                    <a:lnTo>
                      <a:pt x="26992" y="4604"/>
                    </a:lnTo>
                    <a:lnTo>
                      <a:pt x="27033" y="4562"/>
                    </a:lnTo>
                    <a:lnTo>
                      <a:pt x="26992" y="4478"/>
                    </a:lnTo>
                    <a:lnTo>
                      <a:pt x="26887" y="4457"/>
                    </a:lnTo>
                    <a:lnTo>
                      <a:pt x="26740" y="4499"/>
                    </a:lnTo>
                    <a:lnTo>
                      <a:pt x="26699" y="4457"/>
                    </a:lnTo>
                    <a:lnTo>
                      <a:pt x="26657" y="4478"/>
                    </a:lnTo>
                    <a:lnTo>
                      <a:pt x="26594" y="4562"/>
                    </a:lnTo>
                    <a:lnTo>
                      <a:pt x="26489" y="4604"/>
                    </a:lnTo>
                    <a:lnTo>
                      <a:pt x="26364" y="4792"/>
                    </a:lnTo>
                    <a:lnTo>
                      <a:pt x="26427" y="4876"/>
                    </a:lnTo>
                    <a:lnTo>
                      <a:pt x="26427" y="5064"/>
                    </a:lnTo>
                    <a:lnTo>
                      <a:pt x="26385" y="5127"/>
                    </a:lnTo>
                    <a:lnTo>
                      <a:pt x="26448" y="5210"/>
                    </a:lnTo>
                    <a:lnTo>
                      <a:pt x="26427" y="5378"/>
                    </a:lnTo>
                    <a:lnTo>
                      <a:pt x="26322" y="5420"/>
                    </a:lnTo>
                    <a:lnTo>
                      <a:pt x="26322" y="5545"/>
                    </a:lnTo>
                    <a:lnTo>
                      <a:pt x="26364" y="5608"/>
                    </a:lnTo>
                    <a:lnTo>
                      <a:pt x="26448" y="5587"/>
                    </a:lnTo>
                    <a:lnTo>
                      <a:pt x="26489" y="5629"/>
                    </a:lnTo>
                    <a:lnTo>
                      <a:pt x="26573" y="5587"/>
                    </a:lnTo>
                    <a:lnTo>
                      <a:pt x="26636" y="5608"/>
                    </a:lnTo>
                    <a:lnTo>
                      <a:pt x="26636" y="5734"/>
                    </a:lnTo>
                    <a:lnTo>
                      <a:pt x="26657" y="5796"/>
                    </a:lnTo>
                    <a:lnTo>
                      <a:pt x="26699" y="5796"/>
                    </a:lnTo>
                    <a:lnTo>
                      <a:pt x="26782" y="5922"/>
                    </a:lnTo>
                    <a:lnTo>
                      <a:pt x="26782" y="6110"/>
                    </a:lnTo>
                    <a:lnTo>
                      <a:pt x="26887" y="6236"/>
                    </a:lnTo>
                    <a:lnTo>
                      <a:pt x="26887" y="6319"/>
                    </a:lnTo>
                    <a:lnTo>
                      <a:pt x="26929" y="6424"/>
                    </a:lnTo>
                    <a:lnTo>
                      <a:pt x="27012" y="6466"/>
                    </a:lnTo>
                    <a:lnTo>
                      <a:pt x="26992" y="6550"/>
                    </a:lnTo>
                    <a:lnTo>
                      <a:pt x="27012" y="6696"/>
                    </a:lnTo>
                    <a:lnTo>
                      <a:pt x="26929" y="6842"/>
                    </a:lnTo>
                    <a:lnTo>
                      <a:pt x="27012" y="6905"/>
                    </a:lnTo>
                    <a:lnTo>
                      <a:pt x="27033" y="7052"/>
                    </a:lnTo>
                    <a:lnTo>
                      <a:pt x="27012" y="7156"/>
                    </a:lnTo>
                    <a:lnTo>
                      <a:pt x="27033" y="7198"/>
                    </a:lnTo>
                    <a:lnTo>
                      <a:pt x="27117" y="7156"/>
                    </a:lnTo>
                    <a:lnTo>
                      <a:pt x="27180" y="7198"/>
                    </a:lnTo>
                    <a:lnTo>
                      <a:pt x="27180" y="7324"/>
                    </a:lnTo>
                    <a:lnTo>
                      <a:pt x="27264" y="7387"/>
                    </a:lnTo>
                    <a:lnTo>
                      <a:pt x="27410" y="7324"/>
                    </a:lnTo>
                    <a:lnTo>
                      <a:pt x="27452" y="7198"/>
                    </a:lnTo>
                    <a:lnTo>
                      <a:pt x="27598" y="7114"/>
                    </a:lnTo>
                    <a:lnTo>
                      <a:pt x="27619" y="7010"/>
                    </a:lnTo>
                    <a:lnTo>
                      <a:pt x="27556" y="6968"/>
                    </a:lnTo>
                    <a:lnTo>
                      <a:pt x="27494" y="6759"/>
                    </a:lnTo>
                    <a:lnTo>
                      <a:pt x="27515" y="6654"/>
                    </a:lnTo>
                    <a:lnTo>
                      <a:pt x="27703" y="6466"/>
                    </a:lnTo>
                    <a:lnTo>
                      <a:pt x="27703" y="6550"/>
                    </a:lnTo>
                    <a:lnTo>
                      <a:pt x="27598" y="6675"/>
                    </a:lnTo>
                    <a:lnTo>
                      <a:pt x="27640" y="6905"/>
                    </a:lnTo>
                    <a:lnTo>
                      <a:pt x="27724" y="6947"/>
                    </a:lnTo>
                    <a:lnTo>
                      <a:pt x="27828" y="6884"/>
                    </a:lnTo>
                    <a:lnTo>
                      <a:pt x="27954" y="6968"/>
                    </a:lnTo>
                    <a:lnTo>
                      <a:pt x="28121" y="6905"/>
                    </a:lnTo>
                    <a:lnTo>
                      <a:pt x="28121" y="6842"/>
                    </a:lnTo>
                    <a:lnTo>
                      <a:pt x="28247" y="6780"/>
                    </a:lnTo>
                    <a:lnTo>
                      <a:pt x="28352" y="6780"/>
                    </a:lnTo>
                    <a:lnTo>
                      <a:pt x="28435" y="6738"/>
                    </a:lnTo>
                    <a:lnTo>
                      <a:pt x="28477" y="6780"/>
                    </a:lnTo>
                    <a:lnTo>
                      <a:pt x="28498" y="6759"/>
                    </a:lnTo>
                    <a:lnTo>
                      <a:pt x="28498" y="6759"/>
                    </a:lnTo>
                    <a:cubicBezTo>
                      <a:pt x="28477" y="6863"/>
                      <a:pt x="28456" y="6989"/>
                      <a:pt x="28456" y="7094"/>
                    </a:cubicBezTo>
                    <a:lnTo>
                      <a:pt x="28435" y="7114"/>
                    </a:lnTo>
                    <a:lnTo>
                      <a:pt x="28456" y="7156"/>
                    </a:lnTo>
                    <a:lnTo>
                      <a:pt x="28456" y="7219"/>
                    </a:lnTo>
                    <a:cubicBezTo>
                      <a:pt x="28456" y="7283"/>
                      <a:pt x="28503" y="7308"/>
                      <a:pt x="28554" y="7308"/>
                    </a:cubicBezTo>
                    <a:cubicBezTo>
                      <a:pt x="28586" y="7308"/>
                      <a:pt x="28620" y="7298"/>
                      <a:pt x="28644" y="7282"/>
                    </a:cubicBezTo>
                    <a:lnTo>
                      <a:pt x="28707" y="7282"/>
                    </a:lnTo>
                    <a:lnTo>
                      <a:pt x="28707" y="7324"/>
                    </a:lnTo>
                    <a:lnTo>
                      <a:pt x="28582" y="7533"/>
                    </a:lnTo>
                    <a:lnTo>
                      <a:pt x="28561" y="7617"/>
                    </a:lnTo>
                    <a:lnTo>
                      <a:pt x="28456" y="7679"/>
                    </a:lnTo>
                    <a:lnTo>
                      <a:pt x="28477" y="7596"/>
                    </a:lnTo>
                    <a:lnTo>
                      <a:pt x="28435" y="7533"/>
                    </a:lnTo>
                    <a:lnTo>
                      <a:pt x="28477" y="7407"/>
                    </a:lnTo>
                    <a:lnTo>
                      <a:pt x="28393" y="7324"/>
                    </a:lnTo>
                    <a:lnTo>
                      <a:pt x="28268" y="7387"/>
                    </a:lnTo>
                    <a:lnTo>
                      <a:pt x="28184" y="7512"/>
                    </a:lnTo>
                    <a:lnTo>
                      <a:pt x="28121" y="7512"/>
                    </a:lnTo>
                    <a:lnTo>
                      <a:pt x="28038" y="7679"/>
                    </a:lnTo>
                    <a:lnTo>
                      <a:pt x="27954" y="7700"/>
                    </a:lnTo>
                    <a:lnTo>
                      <a:pt x="27870" y="7910"/>
                    </a:lnTo>
                    <a:lnTo>
                      <a:pt x="27724" y="8056"/>
                    </a:lnTo>
                    <a:lnTo>
                      <a:pt x="27703" y="8203"/>
                    </a:lnTo>
                    <a:lnTo>
                      <a:pt x="27745" y="8328"/>
                    </a:lnTo>
                    <a:lnTo>
                      <a:pt x="27745" y="8412"/>
                    </a:lnTo>
                    <a:lnTo>
                      <a:pt x="27808" y="8433"/>
                    </a:lnTo>
                    <a:lnTo>
                      <a:pt x="27870" y="8370"/>
                    </a:lnTo>
                    <a:lnTo>
                      <a:pt x="27933" y="8370"/>
                    </a:lnTo>
                    <a:lnTo>
                      <a:pt x="27933" y="8454"/>
                    </a:lnTo>
                    <a:lnTo>
                      <a:pt x="27828" y="8537"/>
                    </a:lnTo>
                    <a:lnTo>
                      <a:pt x="27828" y="8579"/>
                    </a:lnTo>
                    <a:lnTo>
                      <a:pt x="27724" y="8579"/>
                    </a:lnTo>
                    <a:lnTo>
                      <a:pt x="27619" y="8642"/>
                    </a:lnTo>
                    <a:lnTo>
                      <a:pt x="27431" y="8830"/>
                    </a:lnTo>
                    <a:lnTo>
                      <a:pt x="27347" y="8935"/>
                    </a:lnTo>
                    <a:lnTo>
                      <a:pt x="27326" y="9207"/>
                    </a:lnTo>
                    <a:lnTo>
                      <a:pt x="27389" y="9311"/>
                    </a:lnTo>
                    <a:lnTo>
                      <a:pt x="27389" y="9395"/>
                    </a:lnTo>
                    <a:lnTo>
                      <a:pt x="27326" y="9500"/>
                    </a:lnTo>
                    <a:lnTo>
                      <a:pt x="27347" y="9563"/>
                    </a:lnTo>
                    <a:lnTo>
                      <a:pt x="27389" y="9625"/>
                    </a:lnTo>
                    <a:lnTo>
                      <a:pt x="27452" y="9625"/>
                    </a:lnTo>
                    <a:lnTo>
                      <a:pt x="27515" y="9667"/>
                    </a:lnTo>
                    <a:lnTo>
                      <a:pt x="27536" y="9793"/>
                    </a:lnTo>
                    <a:lnTo>
                      <a:pt x="27640" y="9835"/>
                    </a:lnTo>
                    <a:lnTo>
                      <a:pt x="27703" y="9939"/>
                    </a:lnTo>
                    <a:lnTo>
                      <a:pt x="27745" y="9939"/>
                    </a:lnTo>
                    <a:lnTo>
                      <a:pt x="27828" y="9814"/>
                    </a:lnTo>
                    <a:lnTo>
                      <a:pt x="27808" y="9939"/>
                    </a:lnTo>
                    <a:lnTo>
                      <a:pt x="27849" y="10107"/>
                    </a:lnTo>
                    <a:lnTo>
                      <a:pt x="28017" y="10127"/>
                    </a:lnTo>
                    <a:lnTo>
                      <a:pt x="28080" y="10190"/>
                    </a:lnTo>
                    <a:lnTo>
                      <a:pt x="28184" y="10190"/>
                    </a:lnTo>
                    <a:lnTo>
                      <a:pt x="28331" y="10211"/>
                    </a:lnTo>
                    <a:lnTo>
                      <a:pt x="28331" y="10295"/>
                    </a:lnTo>
                    <a:lnTo>
                      <a:pt x="28226" y="10504"/>
                    </a:lnTo>
                    <a:lnTo>
                      <a:pt x="28121" y="10546"/>
                    </a:lnTo>
                    <a:lnTo>
                      <a:pt x="28080" y="10525"/>
                    </a:lnTo>
                    <a:lnTo>
                      <a:pt x="28121" y="10420"/>
                    </a:lnTo>
                    <a:lnTo>
                      <a:pt x="28226" y="10379"/>
                    </a:lnTo>
                    <a:lnTo>
                      <a:pt x="28080" y="10337"/>
                    </a:lnTo>
                    <a:lnTo>
                      <a:pt x="27954" y="10379"/>
                    </a:lnTo>
                    <a:lnTo>
                      <a:pt x="27849" y="10504"/>
                    </a:lnTo>
                    <a:lnTo>
                      <a:pt x="27912" y="10546"/>
                    </a:lnTo>
                    <a:lnTo>
                      <a:pt x="27912" y="10630"/>
                    </a:lnTo>
                    <a:lnTo>
                      <a:pt x="27745" y="10713"/>
                    </a:lnTo>
                    <a:lnTo>
                      <a:pt x="27661" y="10797"/>
                    </a:lnTo>
                    <a:lnTo>
                      <a:pt x="27598" y="10797"/>
                    </a:lnTo>
                    <a:lnTo>
                      <a:pt x="27515" y="10944"/>
                    </a:lnTo>
                    <a:lnTo>
                      <a:pt x="27536" y="11006"/>
                    </a:lnTo>
                    <a:lnTo>
                      <a:pt x="27619" y="11006"/>
                    </a:lnTo>
                    <a:lnTo>
                      <a:pt x="27661" y="11048"/>
                    </a:lnTo>
                    <a:lnTo>
                      <a:pt x="27766" y="11027"/>
                    </a:lnTo>
                    <a:lnTo>
                      <a:pt x="27828" y="10923"/>
                    </a:lnTo>
                    <a:lnTo>
                      <a:pt x="27808" y="10860"/>
                    </a:lnTo>
                    <a:lnTo>
                      <a:pt x="27870" y="10839"/>
                    </a:lnTo>
                    <a:lnTo>
                      <a:pt x="27954" y="10797"/>
                    </a:lnTo>
                    <a:lnTo>
                      <a:pt x="28017" y="10839"/>
                    </a:lnTo>
                    <a:lnTo>
                      <a:pt x="27975" y="10944"/>
                    </a:lnTo>
                    <a:lnTo>
                      <a:pt x="27912" y="11069"/>
                    </a:lnTo>
                    <a:lnTo>
                      <a:pt x="27870" y="11236"/>
                    </a:lnTo>
                    <a:lnTo>
                      <a:pt x="27870" y="11320"/>
                    </a:lnTo>
                    <a:lnTo>
                      <a:pt x="27808" y="11383"/>
                    </a:lnTo>
                    <a:lnTo>
                      <a:pt x="27640" y="11425"/>
                    </a:lnTo>
                    <a:lnTo>
                      <a:pt x="27536" y="11529"/>
                    </a:lnTo>
                    <a:lnTo>
                      <a:pt x="27452" y="11550"/>
                    </a:lnTo>
                    <a:lnTo>
                      <a:pt x="27452" y="11592"/>
                    </a:lnTo>
                    <a:lnTo>
                      <a:pt x="27410" y="11697"/>
                    </a:lnTo>
                    <a:lnTo>
                      <a:pt x="27138" y="11801"/>
                    </a:lnTo>
                    <a:lnTo>
                      <a:pt x="27075" y="11906"/>
                    </a:lnTo>
                    <a:lnTo>
                      <a:pt x="26971" y="11948"/>
                    </a:lnTo>
                    <a:lnTo>
                      <a:pt x="26929" y="11885"/>
                    </a:lnTo>
                    <a:lnTo>
                      <a:pt x="26887" y="11885"/>
                    </a:lnTo>
                    <a:lnTo>
                      <a:pt x="26866" y="11843"/>
                    </a:lnTo>
                    <a:lnTo>
                      <a:pt x="26803" y="11906"/>
                    </a:lnTo>
                    <a:lnTo>
                      <a:pt x="26720" y="11948"/>
                    </a:lnTo>
                    <a:lnTo>
                      <a:pt x="26720" y="11948"/>
                    </a:lnTo>
                    <a:lnTo>
                      <a:pt x="26761" y="11885"/>
                    </a:lnTo>
                    <a:lnTo>
                      <a:pt x="26720" y="11843"/>
                    </a:lnTo>
                    <a:lnTo>
                      <a:pt x="26615" y="11948"/>
                    </a:lnTo>
                    <a:lnTo>
                      <a:pt x="26573" y="12094"/>
                    </a:lnTo>
                    <a:lnTo>
                      <a:pt x="26468" y="12262"/>
                    </a:lnTo>
                    <a:lnTo>
                      <a:pt x="26448" y="12304"/>
                    </a:lnTo>
                    <a:lnTo>
                      <a:pt x="26489" y="12387"/>
                    </a:lnTo>
                    <a:lnTo>
                      <a:pt x="26489" y="12471"/>
                    </a:lnTo>
                    <a:lnTo>
                      <a:pt x="26406" y="12617"/>
                    </a:lnTo>
                    <a:lnTo>
                      <a:pt x="26406" y="12701"/>
                    </a:lnTo>
                    <a:lnTo>
                      <a:pt x="26468" y="12785"/>
                    </a:lnTo>
                    <a:lnTo>
                      <a:pt x="26385" y="12827"/>
                    </a:lnTo>
                    <a:lnTo>
                      <a:pt x="26343" y="12952"/>
                    </a:lnTo>
                    <a:lnTo>
                      <a:pt x="26364" y="12952"/>
                    </a:lnTo>
                    <a:lnTo>
                      <a:pt x="26448" y="12931"/>
                    </a:lnTo>
                    <a:lnTo>
                      <a:pt x="26489" y="12848"/>
                    </a:lnTo>
                    <a:lnTo>
                      <a:pt x="26594" y="12889"/>
                    </a:lnTo>
                    <a:lnTo>
                      <a:pt x="26699" y="12806"/>
                    </a:lnTo>
                    <a:lnTo>
                      <a:pt x="26615" y="12910"/>
                    </a:lnTo>
                    <a:lnTo>
                      <a:pt x="26510" y="12910"/>
                    </a:lnTo>
                    <a:lnTo>
                      <a:pt x="26406" y="13015"/>
                    </a:lnTo>
                    <a:lnTo>
                      <a:pt x="26259" y="13057"/>
                    </a:lnTo>
                    <a:lnTo>
                      <a:pt x="26259" y="13203"/>
                    </a:lnTo>
                    <a:lnTo>
                      <a:pt x="26176" y="13266"/>
                    </a:lnTo>
                    <a:lnTo>
                      <a:pt x="26071" y="13203"/>
                    </a:lnTo>
                    <a:lnTo>
                      <a:pt x="25945" y="13203"/>
                    </a:lnTo>
                    <a:lnTo>
                      <a:pt x="25862" y="13120"/>
                    </a:lnTo>
                    <a:lnTo>
                      <a:pt x="25778" y="13161"/>
                    </a:lnTo>
                    <a:lnTo>
                      <a:pt x="25820" y="13350"/>
                    </a:lnTo>
                    <a:lnTo>
                      <a:pt x="25631" y="13245"/>
                    </a:lnTo>
                    <a:lnTo>
                      <a:pt x="25694" y="12994"/>
                    </a:lnTo>
                    <a:lnTo>
                      <a:pt x="25631" y="12827"/>
                    </a:lnTo>
                    <a:lnTo>
                      <a:pt x="25548" y="12722"/>
                    </a:lnTo>
                    <a:lnTo>
                      <a:pt x="25590" y="12555"/>
                    </a:lnTo>
                    <a:lnTo>
                      <a:pt x="25631" y="12555"/>
                    </a:lnTo>
                    <a:lnTo>
                      <a:pt x="25673" y="12722"/>
                    </a:lnTo>
                    <a:lnTo>
                      <a:pt x="25820" y="12638"/>
                    </a:lnTo>
                    <a:lnTo>
                      <a:pt x="25862" y="12743"/>
                    </a:lnTo>
                    <a:lnTo>
                      <a:pt x="25987" y="12806"/>
                    </a:lnTo>
                    <a:lnTo>
                      <a:pt x="26071" y="12722"/>
                    </a:lnTo>
                    <a:lnTo>
                      <a:pt x="26071" y="12638"/>
                    </a:lnTo>
                    <a:lnTo>
                      <a:pt x="26134" y="12492"/>
                    </a:lnTo>
                    <a:lnTo>
                      <a:pt x="26029" y="12513"/>
                    </a:lnTo>
                    <a:lnTo>
                      <a:pt x="25945" y="12492"/>
                    </a:lnTo>
                    <a:lnTo>
                      <a:pt x="26029" y="12429"/>
                    </a:lnTo>
                    <a:lnTo>
                      <a:pt x="26092" y="12304"/>
                    </a:lnTo>
                    <a:lnTo>
                      <a:pt x="26029" y="12304"/>
                    </a:lnTo>
                    <a:lnTo>
                      <a:pt x="25945" y="12387"/>
                    </a:lnTo>
                    <a:lnTo>
                      <a:pt x="25778" y="12429"/>
                    </a:lnTo>
                    <a:lnTo>
                      <a:pt x="25778" y="12345"/>
                    </a:lnTo>
                    <a:lnTo>
                      <a:pt x="25924" y="12283"/>
                    </a:lnTo>
                    <a:lnTo>
                      <a:pt x="25924" y="12178"/>
                    </a:lnTo>
                    <a:lnTo>
                      <a:pt x="25841" y="12178"/>
                    </a:lnTo>
                    <a:lnTo>
                      <a:pt x="25736" y="12220"/>
                    </a:lnTo>
                    <a:lnTo>
                      <a:pt x="25736" y="12136"/>
                    </a:lnTo>
                    <a:lnTo>
                      <a:pt x="25778" y="11969"/>
                    </a:lnTo>
                    <a:lnTo>
                      <a:pt x="25862" y="11864"/>
                    </a:lnTo>
                    <a:lnTo>
                      <a:pt x="25883" y="11969"/>
                    </a:lnTo>
                    <a:lnTo>
                      <a:pt x="25945" y="11906"/>
                    </a:lnTo>
                    <a:lnTo>
                      <a:pt x="25945" y="11822"/>
                    </a:lnTo>
                    <a:lnTo>
                      <a:pt x="26092" y="11676"/>
                    </a:lnTo>
                    <a:lnTo>
                      <a:pt x="26092" y="11592"/>
                    </a:lnTo>
                    <a:lnTo>
                      <a:pt x="26280" y="11488"/>
                    </a:lnTo>
                    <a:lnTo>
                      <a:pt x="26280" y="11362"/>
                    </a:lnTo>
                    <a:lnTo>
                      <a:pt x="26364" y="11299"/>
                    </a:lnTo>
                    <a:lnTo>
                      <a:pt x="26448" y="11278"/>
                    </a:lnTo>
                    <a:lnTo>
                      <a:pt x="26448" y="11236"/>
                    </a:lnTo>
                    <a:lnTo>
                      <a:pt x="26343" y="11236"/>
                    </a:lnTo>
                    <a:lnTo>
                      <a:pt x="26196" y="11257"/>
                    </a:lnTo>
                    <a:lnTo>
                      <a:pt x="26155" y="11425"/>
                    </a:lnTo>
                    <a:lnTo>
                      <a:pt x="26029" y="11488"/>
                    </a:lnTo>
                    <a:lnTo>
                      <a:pt x="25945" y="11467"/>
                    </a:lnTo>
                    <a:lnTo>
                      <a:pt x="25966" y="11425"/>
                    </a:lnTo>
                    <a:lnTo>
                      <a:pt x="26113" y="11362"/>
                    </a:lnTo>
                    <a:lnTo>
                      <a:pt x="26134" y="11257"/>
                    </a:lnTo>
                    <a:lnTo>
                      <a:pt x="26050" y="11216"/>
                    </a:lnTo>
                    <a:lnTo>
                      <a:pt x="25966" y="11236"/>
                    </a:lnTo>
                    <a:lnTo>
                      <a:pt x="25883" y="11153"/>
                    </a:lnTo>
                    <a:lnTo>
                      <a:pt x="25924" y="11069"/>
                    </a:lnTo>
                    <a:lnTo>
                      <a:pt x="25945" y="10944"/>
                    </a:lnTo>
                    <a:lnTo>
                      <a:pt x="25862" y="10860"/>
                    </a:lnTo>
                    <a:lnTo>
                      <a:pt x="25820" y="10902"/>
                    </a:lnTo>
                    <a:lnTo>
                      <a:pt x="25778" y="10964"/>
                    </a:lnTo>
                    <a:lnTo>
                      <a:pt x="25778" y="10902"/>
                    </a:lnTo>
                    <a:lnTo>
                      <a:pt x="25820" y="10818"/>
                    </a:lnTo>
                    <a:lnTo>
                      <a:pt x="25757" y="10713"/>
                    </a:lnTo>
                    <a:lnTo>
                      <a:pt x="25652" y="10713"/>
                    </a:lnTo>
                    <a:lnTo>
                      <a:pt x="25631" y="10902"/>
                    </a:lnTo>
                    <a:lnTo>
                      <a:pt x="25527" y="10964"/>
                    </a:lnTo>
                    <a:lnTo>
                      <a:pt x="25506" y="11027"/>
                    </a:lnTo>
                    <a:lnTo>
                      <a:pt x="25443" y="10985"/>
                    </a:lnTo>
                    <a:lnTo>
                      <a:pt x="25443" y="10923"/>
                    </a:lnTo>
                    <a:lnTo>
                      <a:pt x="25401" y="10839"/>
                    </a:lnTo>
                    <a:lnTo>
                      <a:pt x="25318" y="10839"/>
                    </a:lnTo>
                    <a:lnTo>
                      <a:pt x="25297" y="10923"/>
                    </a:lnTo>
                    <a:lnTo>
                      <a:pt x="25318" y="10964"/>
                    </a:lnTo>
                    <a:lnTo>
                      <a:pt x="25297" y="11027"/>
                    </a:lnTo>
                    <a:lnTo>
                      <a:pt x="25339" y="11132"/>
                    </a:lnTo>
                    <a:lnTo>
                      <a:pt x="25339" y="11195"/>
                    </a:lnTo>
                    <a:lnTo>
                      <a:pt x="25297" y="11257"/>
                    </a:lnTo>
                    <a:lnTo>
                      <a:pt x="25234" y="11195"/>
                    </a:lnTo>
                    <a:lnTo>
                      <a:pt x="25234" y="11132"/>
                    </a:lnTo>
                    <a:lnTo>
                      <a:pt x="25192" y="11132"/>
                    </a:lnTo>
                    <a:lnTo>
                      <a:pt x="25171" y="11195"/>
                    </a:lnTo>
                    <a:lnTo>
                      <a:pt x="25213" y="11446"/>
                    </a:lnTo>
                    <a:lnTo>
                      <a:pt x="25234" y="11592"/>
                    </a:lnTo>
                    <a:lnTo>
                      <a:pt x="25401" y="11676"/>
                    </a:lnTo>
                    <a:lnTo>
                      <a:pt x="25443" y="11760"/>
                    </a:lnTo>
                    <a:lnTo>
                      <a:pt x="25443" y="11990"/>
                    </a:lnTo>
                    <a:lnTo>
                      <a:pt x="25422" y="11864"/>
                    </a:lnTo>
                    <a:lnTo>
                      <a:pt x="25339" y="11801"/>
                    </a:lnTo>
                    <a:lnTo>
                      <a:pt x="25192" y="11613"/>
                    </a:lnTo>
                    <a:lnTo>
                      <a:pt x="25171" y="11467"/>
                    </a:lnTo>
                    <a:lnTo>
                      <a:pt x="25108" y="11278"/>
                    </a:lnTo>
                    <a:lnTo>
                      <a:pt x="25025" y="11278"/>
                    </a:lnTo>
                    <a:lnTo>
                      <a:pt x="24983" y="11341"/>
                    </a:lnTo>
                    <a:lnTo>
                      <a:pt x="25004" y="11488"/>
                    </a:lnTo>
                    <a:lnTo>
                      <a:pt x="25087" y="11592"/>
                    </a:lnTo>
                    <a:lnTo>
                      <a:pt x="25108" y="11718"/>
                    </a:lnTo>
                    <a:lnTo>
                      <a:pt x="25067" y="11760"/>
                    </a:lnTo>
                    <a:lnTo>
                      <a:pt x="24983" y="11655"/>
                    </a:lnTo>
                    <a:lnTo>
                      <a:pt x="24774" y="11697"/>
                    </a:lnTo>
                    <a:lnTo>
                      <a:pt x="24711" y="11760"/>
                    </a:lnTo>
                    <a:lnTo>
                      <a:pt x="24648" y="11676"/>
                    </a:lnTo>
                    <a:lnTo>
                      <a:pt x="24564" y="11655"/>
                    </a:lnTo>
                    <a:lnTo>
                      <a:pt x="24376" y="11488"/>
                    </a:lnTo>
                    <a:lnTo>
                      <a:pt x="24146" y="11488"/>
                    </a:lnTo>
                    <a:lnTo>
                      <a:pt x="24125" y="11404"/>
                    </a:lnTo>
                    <a:lnTo>
                      <a:pt x="24083" y="11404"/>
                    </a:lnTo>
                    <a:lnTo>
                      <a:pt x="23937" y="11488"/>
                    </a:lnTo>
                    <a:lnTo>
                      <a:pt x="23874" y="11571"/>
                    </a:lnTo>
                    <a:lnTo>
                      <a:pt x="23707" y="11571"/>
                    </a:lnTo>
                    <a:lnTo>
                      <a:pt x="23560" y="11655"/>
                    </a:lnTo>
                    <a:lnTo>
                      <a:pt x="23435" y="11550"/>
                    </a:lnTo>
                    <a:lnTo>
                      <a:pt x="23414" y="11550"/>
                    </a:lnTo>
                    <a:lnTo>
                      <a:pt x="23393" y="11446"/>
                    </a:lnTo>
                    <a:lnTo>
                      <a:pt x="23330" y="11404"/>
                    </a:lnTo>
                    <a:lnTo>
                      <a:pt x="23204" y="11488"/>
                    </a:lnTo>
                    <a:lnTo>
                      <a:pt x="23204" y="11404"/>
                    </a:lnTo>
                    <a:lnTo>
                      <a:pt x="23037" y="11257"/>
                    </a:lnTo>
                    <a:lnTo>
                      <a:pt x="23016" y="11174"/>
                    </a:lnTo>
                    <a:lnTo>
                      <a:pt x="22974" y="11153"/>
                    </a:lnTo>
                    <a:lnTo>
                      <a:pt x="22974" y="11069"/>
                    </a:lnTo>
                    <a:lnTo>
                      <a:pt x="22995" y="11027"/>
                    </a:lnTo>
                    <a:lnTo>
                      <a:pt x="22932" y="10944"/>
                    </a:lnTo>
                    <a:lnTo>
                      <a:pt x="22890" y="10964"/>
                    </a:lnTo>
                    <a:lnTo>
                      <a:pt x="22870" y="10944"/>
                    </a:lnTo>
                    <a:lnTo>
                      <a:pt x="22870" y="10860"/>
                    </a:lnTo>
                    <a:lnTo>
                      <a:pt x="22807" y="10839"/>
                    </a:lnTo>
                    <a:lnTo>
                      <a:pt x="22702" y="10881"/>
                    </a:lnTo>
                    <a:lnTo>
                      <a:pt x="22577" y="10881"/>
                    </a:lnTo>
                    <a:lnTo>
                      <a:pt x="22493" y="10818"/>
                    </a:lnTo>
                    <a:lnTo>
                      <a:pt x="22451" y="10818"/>
                    </a:lnTo>
                    <a:lnTo>
                      <a:pt x="22409" y="10755"/>
                    </a:lnTo>
                    <a:lnTo>
                      <a:pt x="22305" y="10713"/>
                    </a:lnTo>
                    <a:lnTo>
                      <a:pt x="22200" y="10713"/>
                    </a:lnTo>
                    <a:lnTo>
                      <a:pt x="22263" y="10630"/>
                    </a:lnTo>
                    <a:lnTo>
                      <a:pt x="22263" y="10546"/>
                    </a:lnTo>
                    <a:lnTo>
                      <a:pt x="22346" y="10462"/>
                    </a:lnTo>
                    <a:lnTo>
                      <a:pt x="22346" y="10420"/>
                    </a:lnTo>
                    <a:lnTo>
                      <a:pt x="22263" y="10400"/>
                    </a:lnTo>
                    <a:lnTo>
                      <a:pt x="22179" y="10400"/>
                    </a:lnTo>
                    <a:lnTo>
                      <a:pt x="22158" y="10148"/>
                    </a:lnTo>
                    <a:lnTo>
                      <a:pt x="22095" y="10127"/>
                    </a:lnTo>
                    <a:lnTo>
                      <a:pt x="22095" y="10086"/>
                    </a:lnTo>
                    <a:lnTo>
                      <a:pt x="22179" y="10023"/>
                    </a:lnTo>
                    <a:lnTo>
                      <a:pt x="22200" y="9981"/>
                    </a:lnTo>
                    <a:lnTo>
                      <a:pt x="22158" y="9939"/>
                    </a:lnTo>
                    <a:lnTo>
                      <a:pt x="22179" y="9876"/>
                    </a:lnTo>
                    <a:lnTo>
                      <a:pt x="22179" y="9772"/>
                    </a:lnTo>
                    <a:cubicBezTo>
                      <a:pt x="22284" y="9709"/>
                      <a:pt x="22388" y="9688"/>
                      <a:pt x="22493" y="9604"/>
                    </a:cubicBezTo>
                    <a:lnTo>
                      <a:pt x="22514" y="9625"/>
                    </a:lnTo>
                    <a:lnTo>
                      <a:pt x="22598" y="9604"/>
                    </a:lnTo>
                    <a:lnTo>
                      <a:pt x="22681" y="9500"/>
                    </a:lnTo>
                    <a:lnTo>
                      <a:pt x="22702" y="9500"/>
                    </a:lnTo>
                    <a:lnTo>
                      <a:pt x="22702" y="9604"/>
                    </a:lnTo>
                    <a:lnTo>
                      <a:pt x="22765" y="9709"/>
                    </a:lnTo>
                    <a:lnTo>
                      <a:pt x="22828" y="9730"/>
                    </a:lnTo>
                    <a:lnTo>
                      <a:pt x="22911" y="9688"/>
                    </a:lnTo>
                    <a:lnTo>
                      <a:pt x="22995" y="9709"/>
                    </a:lnTo>
                    <a:lnTo>
                      <a:pt x="23037" y="9793"/>
                    </a:lnTo>
                    <a:lnTo>
                      <a:pt x="23121" y="9793"/>
                    </a:lnTo>
                    <a:lnTo>
                      <a:pt x="23183" y="9835"/>
                    </a:lnTo>
                    <a:lnTo>
                      <a:pt x="23225" y="9835"/>
                    </a:lnTo>
                    <a:lnTo>
                      <a:pt x="23225" y="9730"/>
                    </a:lnTo>
                    <a:lnTo>
                      <a:pt x="23288" y="9730"/>
                    </a:lnTo>
                    <a:lnTo>
                      <a:pt x="23351" y="9709"/>
                    </a:lnTo>
                    <a:lnTo>
                      <a:pt x="23414" y="9730"/>
                    </a:lnTo>
                    <a:lnTo>
                      <a:pt x="23414" y="9814"/>
                    </a:lnTo>
                    <a:lnTo>
                      <a:pt x="23455" y="9835"/>
                    </a:lnTo>
                    <a:lnTo>
                      <a:pt x="23539" y="9814"/>
                    </a:lnTo>
                    <a:lnTo>
                      <a:pt x="23602" y="9730"/>
                    </a:lnTo>
                    <a:lnTo>
                      <a:pt x="23644" y="9772"/>
                    </a:lnTo>
                    <a:lnTo>
                      <a:pt x="23665" y="9835"/>
                    </a:lnTo>
                    <a:lnTo>
                      <a:pt x="23727" y="9835"/>
                    </a:lnTo>
                    <a:lnTo>
                      <a:pt x="23748" y="9793"/>
                    </a:lnTo>
                    <a:lnTo>
                      <a:pt x="23769" y="9793"/>
                    </a:lnTo>
                    <a:lnTo>
                      <a:pt x="23832" y="9709"/>
                    </a:lnTo>
                    <a:lnTo>
                      <a:pt x="23916" y="9709"/>
                    </a:lnTo>
                    <a:lnTo>
                      <a:pt x="23937" y="9772"/>
                    </a:lnTo>
                    <a:lnTo>
                      <a:pt x="23979" y="9793"/>
                    </a:lnTo>
                    <a:lnTo>
                      <a:pt x="24041" y="9772"/>
                    </a:lnTo>
                    <a:lnTo>
                      <a:pt x="24041" y="9709"/>
                    </a:lnTo>
                    <a:lnTo>
                      <a:pt x="24020" y="9667"/>
                    </a:lnTo>
                    <a:lnTo>
                      <a:pt x="24083" y="9583"/>
                    </a:lnTo>
                    <a:lnTo>
                      <a:pt x="24083" y="9521"/>
                    </a:lnTo>
                    <a:lnTo>
                      <a:pt x="24146" y="9458"/>
                    </a:lnTo>
                    <a:lnTo>
                      <a:pt x="24146" y="9374"/>
                    </a:lnTo>
                    <a:lnTo>
                      <a:pt x="24062" y="9374"/>
                    </a:lnTo>
                    <a:lnTo>
                      <a:pt x="24041" y="9291"/>
                    </a:lnTo>
                    <a:lnTo>
                      <a:pt x="24062" y="9186"/>
                    </a:lnTo>
                    <a:lnTo>
                      <a:pt x="24146" y="9165"/>
                    </a:lnTo>
                    <a:lnTo>
                      <a:pt x="24146" y="9060"/>
                    </a:lnTo>
                    <a:lnTo>
                      <a:pt x="24041" y="8998"/>
                    </a:lnTo>
                    <a:lnTo>
                      <a:pt x="23958" y="9039"/>
                    </a:lnTo>
                    <a:lnTo>
                      <a:pt x="23958" y="9102"/>
                    </a:lnTo>
                    <a:lnTo>
                      <a:pt x="23916" y="9165"/>
                    </a:lnTo>
                    <a:lnTo>
                      <a:pt x="23832" y="9102"/>
                    </a:lnTo>
                    <a:lnTo>
                      <a:pt x="23707" y="9102"/>
                    </a:lnTo>
                    <a:lnTo>
                      <a:pt x="23560" y="9249"/>
                    </a:lnTo>
                    <a:lnTo>
                      <a:pt x="23455" y="9311"/>
                    </a:lnTo>
                    <a:lnTo>
                      <a:pt x="23455" y="9270"/>
                    </a:lnTo>
                    <a:lnTo>
                      <a:pt x="23602" y="9186"/>
                    </a:lnTo>
                    <a:lnTo>
                      <a:pt x="23644" y="9102"/>
                    </a:lnTo>
                    <a:lnTo>
                      <a:pt x="23644" y="8977"/>
                    </a:lnTo>
                    <a:lnTo>
                      <a:pt x="23602" y="9060"/>
                    </a:lnTo>
                    <a:lnTo>
                      <a:pt x="23539" y="9039"/>
                    </a:lnTo>
                    <a:lnTo>
                      <a:pt x="23539" y="8935"/>
                    </a:lnTo>
                    <a:lnTo>
                      <a:pt x="23644" y="8851"/>
                    </a:lnTo>
                    <a:lnTo>
                      <a:pt x="23560" y="8726"/>
                    </a:lnTo>
                    <a:lnTo>
                      <a:pt x="23644" y="8642"/>
                    </a:lnTo>
                    <a:lnTo>
                      <a:pt x="23727" y="8642"/>
                    </a:lnTo>
                    <a:lnTo>
                      <a:pt x="23707" y="8684"/>
                    </a:lnTo>
                    <a:lnTo>
                      <a:pt x="23748" y="8851"/>
                    </a:lnTo>
                    <a:lnTo>
                      <a:pt x="23832" y="8935"/>
                    </a:lnTo>
                    <a:lnTo>
                      <a:pt x="23874" y="8893"/>
                    </a:lnTo>
                    <a:lnTo>
                      <a:pt x="23979" y="8893"/>
                    </a:lnTo>
                    <a:lnTo>
                      <a:pt x="24041" y="8767"/>
                    </a:lnTo>
                    <a:lnTo>
                      <a:pt x="23979" y="8726"/>
                    </a:lnTo>
                    <a:lnTo>
                      <a:pt x="23979" y="8663"/>
                    </a:lnTo>
                    <a:lnTo>
                      <a:pt x="24062" y="8663"/>
                    </a:lnTo>
                    <a:lnTo>
                      <a:pt x="24083" y="8726"/>
                    </a:lnTo>
                    <a:lnTo>
                      <a:pt x="24146" y="8684"/>
                    </a:lnTo>
                    <a:lnTo>
                      <a:pt x="24251" y="8621"/>
                    </a:lnTo>
                    <a:lnTo>
                      <a:pt x="24271" y="8475"/>
                    </a:lnTo>
                    <a:lnTo>
                      <a:pt x="24292" y="8579"/>
                    </a:lnTo>
                    <a:lnTo>
                      <a:pt x="24355" y="8579"/>
                    </a:lnTo>
                    <a:lnTo>
                      <a:pt x="24460" y="8516"/>
                    </a:lnTo>
                    <a:lnTo>
                      <a:pt x="24376" y="8684"/>
                    </a:lnTo>
                    <a:lnTo>
                      <a:pt x="24376" y="8851"/>
                    </a:lnTo>
                    <a:lnTo>
                      <a:pt x="24439" y="8830"/>
                    </a:lnTo>
                    <a:lnTo>
                      <a:pt x="24481" y="8851"/>
                    </a:lnTo>
                    <a:lnTo>
                      <a:pt x="24439" y="8935"/>
                    </a:lnTo>
                    <a:lnTo>
                      <a:pt x="24502" y="8935"/>
                    </a:lnTo>
                    <a:lnTo>
                      <a:pt x="24564" y="8788"/>
                    </a:lnTo>
                    <a:lnTo>
                      <a:pt x="24606" y="8747"/>
                    </a:lnTo>
                    <a:lnTo>
                      <a:pt x="24690" y="8579"/>
                    </a:lnTo>
                    <a:lnTo>
                      <a:pt x="24774" y="8558"/>
                    </a:lnTo>
                    <a:lnTo>
                      <a:pt x="24753" y="8684"/>
                    </a:lnTo>
                    <a:lnTo>
                      <a:pt x="24648" y="8788"/>
                    </a:lnTo>
                    <a:lnTo>
                      <a:pt x="24669" y="8977"/>
                    </a:lnTo>
                    <a:lnTo>
                      <a:pt x="24753" y="8977"/>
                    </a:lnTo>
                    <a:lnTo>
                      <a:pt x="24815" y="9039"/>
                    </a:lnTo>
                    <a:lnTo>
                      <a:pt x="24878" y="8956"/>
                    </a:lnTo>
                    <a:lnTo>
                      <a:pt x="25004" y="8851"/>
                    </a:lnTo>
                    <a:lnTo>
                      <a:pt x="25067" y="8684"/>
                    </a:lnTo>
                    <a:lnTo>
                      <a:pt x="25108" y="8558"/>
                    </a:lnTo>
                    <a:lnTo>
                      <a:pt x="25087" y="8433"/>
                    </a:lnTo>
                    <a:lnTo>
                      <a:pt x="25129" y="8370"/>
                    </a:lnTo>
                    <a:lnTo>
                      <a:pt x="25108" y="8328"/>
                    </a:lnTo>
                    <a:lnTo>
                      <a:pt x="25025" y="8328"/>
                    </a:lnTo>
                    <a:lnTo>
                      <a:pt x="24983" y="8307"/>
                    </a:lnTo>
                    <a:lnTo>
                      <a:pt x="24899" y="8349"/>
                    </a:lnTo>
                    <a:lnTo>
                      <a:pt x="24899" y="8223"/>
                    </a:lnTo>
                    <a:lnTo>
                      <a:pt x="24941" y="8203"/>
                    </a:lnTo>
                    <a:lnTo>
                      <a:pt x="24920" y="8140"/>
                    </a:lnTo>
                    <a:lnTo>
                      <a:pt x="24815" y="8140"/>
                    </a:lnTo>
                    <a:lnTo>
                      <a:pt x="24795" y="8098"/>
                    </a:lnTo>
                    <a:lnTo>
                      <a:pt x="24690" y="8014"/>
                    </a:lnTo>
                    <a:lnTo>
                      <a:pt x="24690" y="7931"/>
                    </a:lnTo>
                    <a:lnTo>
                      <a:pt x="24606" y="7742"/>
                    </a:lnTo>
                    <a:lnTo>
                      <a:pt x="24585" y="7617"/>
                    </a:lnTo>
                    <a:lnTo>
                      <a:pt x="24627" y="7491"/>
                    </a:lnTo>
                    <a:lnTo>
                      <a:pt x="24585" y="7324"/>
                    </a:lnTo>
                    <a:lnTo>
                      <a:pt x="24502" y="7470"/>
                    </a:lnTo>
                    <a:lnTo>
                      <a:pt x="24502" y="7575"/>
                    </a:lnTo>
                    <a:lnTo>
                      <a:pt x="24418" y="7428"/>
                    </a:lnTo>
                    <a:lnTo>
                      <a:pt x="24292" y="7366"/>
                    </a:lnTo>
                    <a:lnTo>
                      <a:pt x="24271" y="7114"/>
                    </a:lnTo>
                    <a:lnTo>
                      <a:pt x="24188" y="7073"/>
                    </a:lnTo>
                    <a:lnTo>
                      <a:pt x="24167" y="6884"/>
                    </a:lnTo>
                    <a:lnTo>
                      <a:pt x="24083" y="6780"/>
                    </a:lnTo>
                    <a:lnTo>
                      <a:pt x="24083" y="6675"/>
                    </a:lnTo>
                    <a:lnTo>
                      <a:pt x="24041" y="6591"/>
                    </a:lnTo>
                    <a:lnTo>
                      <a:pt x="24041" y="6529"/>
                    </a:lnTo>
                    <a:lnTo>
                      <a:pt x="24146" y="6529"/>
                    </a:lnTo>
                    <a:lnTo>
                      <a:pt x="24167" y="6382"/>
                    </a:lnTo>
                    <a:lnTo>
                      <a:pt x="24251" y="6382"/>
                    </a:lnTo>
                    <a:lnTo>
                      <a:pt x="24271" y="6424"/>
                    </a:lnTo>
                    <a:lnTo>
                      <a:pt x="24355" y="6361"/>
                    </a:lnTo>
                    <a:lnTo>
                      <a:pt x="24355" y="6257"/>
                    </a:lnTo>
                    <a:lnTo>
                      <a:pt x="24460" y="6026"/>
                    </a:lnTo>
                    <a:lnTo>
                      <a:pt x="24460" y="5922"/>
                    </a:lnTo>
                    <a:lnTo>
                      <a:pt x="24481" y="5880"/>
                    </a:lnTo>
                    <a:lnTo>
                      <a:pt x="24397" y="5692"/>
                    </a:lnTo>
                    <a:lnTo>
                      <a:pt x="24460" y="5566"/>
                    </a:lnTo>
                    <a:lnTo>
                      <a:pt x="24523" y="5566"/>
                    </a:lnTo>
                    <a:lnTo>
                      <a:pt x="24523" y="5399"/>
                    </a:lnTo>
                    <a:lnTo>
                      <a:pt x="24627" y="5252"/>
                    </a:lnTo>
                    <a:lnTo>
                      <a:pt x="24627" y="5148"/>
                    </a:lnTo>
                    <a:lnTo>
                      <a:pt x="24690" y="5064"/>
                    </a:lnTo>
                    <a:lnTo>
                      <a:pt x="24690" y="4855"/>
                    </a:lnTo>
                    <a:lnTo>
                      <a:pt x="24774" y="4834"/>
                    </a:lnTo>
                    <a:lnTo>
                      <a:pt x="24774" y="4729"/>
                    </a:lnTo>
                    <a:lnTo>
                      <a:pt x="24899" y="4583"/>
                    </a:lnTo>
                    <a:lnTo>
                      <a:pt x="24899" y="4478"/>
                    </a:lnTo>
                    <a:cubicBezTo>
                      <a:pt x="24918" y="4516"/>
                      <a:pt x="24966" y="4536"/>
                      <a:pt x="25020" y="4536"/>
                    </a:cubicBezTo>
                    <a:cubicBezTo>
                      <a:pt x="25085" y="4536"/>
                      <a:pt x="25158" y="4505"/>
                      <a:pt x="25192" y="4436"/>
                    </a:cubicBezTo>
                    <a:lnTo>
                      <a:pt x="25255" y="4122"/>
                    </a:lnTo>
                    <a:lnTo>
                      <a:pt x="25359" y="4122"/>
                    </a:lnTo>
                    <a:lnTo>
                      <a:pt x="25506" y="3955"/>
                    </a:lnTo>
                    <a:lnTo>
                      <a:pt x="25652" y="3892"/>
                    </a:lnTo>
                    <a:lnTo>
                      <a:pt x="25820" y="3725"/>
                    </a:lnTo>
                    <a:lnTo>
                      <a:pt x="25862" y="3725"/>
                    </a:lnTo>
                    <a:lnTo>
                      <a:pt x="25987" y="3599"/>
                    </a:lnTo>
                    <a:lnTo>
                      <a:pt x="25987" y="3516"/>
                    </a:lnTo>
                    <a:lnTo>
                      <a:pt x="26050" y="3474"/>
                    </a:lnTo>
                    <a:lnTo>
                      <a:pt x="26050" y="3390"/>
                    </a:lnTo>
                    <a:lnTo>
                      <a:pt x="25966" y="3285"/>
                    </a:lnTo>
                    <a:lnTo>
                      <a:pt x="25987" y="3223"/>
                    </a:lnTo>
                    <a:lnTo>
                      <a:pt x="25987" y="3160"/>
                    </a:lnTo>
                    <a:lnTo>
                      <a:pt x="25883" y="2993"/>
                    </a:lnTo>
                    <a:lnTo>
                      <a:pt x="25820" y="2993"/>
                    </a:lnTo>
                    <a:lnTo>
                      <a:pt x="25736" y="3013"/>
                    </a:lnTo>
                    <a:lnTo>
                      <a:pt x="25631" y="2972"/>
                    </a:lnTo>
                    <a:lnTo>
                      <a:pt x="25548" y="2993"/>
                    </a:lnTo>
                    <a:lnTo>
                      <a:pt x="25443" y="2909"/>
                    </a:lnTo>
                    <a:lnTo>
                      <a:pt x="25359" y="2909"/>
                    </a:lnTo>
                    <a:lnTo>
                      <a:pt x="25297" y="2846"/>
                    </a:lnTo>
                    <a:lnTo>
                      <a:pt x="25129" y="2867"/>
                    </a:lnTo>
                    <a:lnTo>
                      <a:pt x="25025" y="2972"/>
                    </a:lnTo>
                    <a:lnTo>
                      <a:pt x="24941" y="2993"/>
                    </a:lnTo>
                    <a:lnTo>
                      <a:pt x="24774" y="3118"/>
                    </a:lnTo>
                    <a:lnTo>
                      <a:pt x="24774" y="3181"/>
                    </a:lnTo>
                    <a:lnTo>
                      <a:pt x="24878" y="3265"/>
                    </a:lnTo>
                    <a:lnTo>
                      <a:pt x="24941" y="3390"/>
                    </a:lnTo>
                    <a:lnTo>
                      <a:pt x="24941" y="3516"/>
                    </a:lnTo>
                    <a:lnTo>
                      <a:pt x="24983" y="3641"/>
                    </a:lnTo>
                    <a:lnTo>
                      <a:pt x="24941" y="3704"/>
                    </a:lnTo>
                    <a:lnTo>
                      <a:pt x="24941" y="3809"/>
                    </a:lnTo>
                    <a:lnTo>
                      <a:pt x="25025" y="3913"/>
                    </a:lnTo>
                    <a:lnTo>
                      <a:pt x="25025" y="3934"/>
                    </a:lnTo>
                    <a:lnTo>
                      <a:pt x="25004" y="3955"/>
                    </a:lnTo>
                    <a:cubicBezTo>
                      <a:pt x="24983" y="4018"/>
                      <a:pt x="24941" y="4081"/>
                      <a:pt x="24920" y="4143"/>
                    </a:cubicBezTo>
                    <a:lnTo>
                      <a:pt x="24899" y="4081"/>
                    </a:lnTo>
                    <a:lnTo>
                      <a:pt x="24920" y="4018"/>
                    </a:lnTo>
                    <a:lnTo>
                      <a:pt x="24920" y="3934"/>
                    </a:lnTo>
                    <a:lnTo>
                      <a:pt x="24815" y="3871"/>
                    </a:lnTo>
                    <a:lnTo>
                      <a:pt x="24774" y="3725"/>
                    </a:lnTo>
                    <a:lnTo>
                      <a:pt x="24795" y="3662"/>
                    </a:lnTo>
                    <a:lnTo>
                      <a:pt x="24711" y="3495"/>
                    </a:lnTo>
                    <a:lnTo>
                      <a:pt x="24606" y="3474"/>
                    </a:lnTo>
                    <a:lnTo>
                      <a:pt x="24564" y="3411"/>
                    </a:lnTo>
                    <a:lnTo>
                      <a:pt x="24502" y="3411"/>
                    </a:lnTo>
                    <a:lnTo>
                      <a:pt x="24481" y="3578"/>
                    </a:lnTo>
                    <a:lnTo>
                      <a:pt x="24418" y="3578"/>
                    </a:lnTo>
                    <a:lnTo>
                      <a:pt x="24292" y="3369"/>
                    </a:lnTo>
                    <a:lnTo>
                      <a:pt x="24209" y="3369"/>
                    </a:lnTo>
                    <a:lnTo>
                      <a:pt x="24146" y="3285"/>
                    </a:lnTo>
                    <a:lnTo>
                      <a:pt x="24062" y="3327"/>
                    </a:lnTo>
                    <a:lnTo>
                      <a:pt x="24083" y="3495"/>
                    </a:lnTo>
                    <a:lnTo>
                      <a:pt x="24041" y="3516"/>
                    </a:lnTo>
                    <a:lnTo>
                      <a:pt x="23958" y="3495"/>
                    </a:lnTo>
                    <a:lnTo>
                      <a:pt x="23895" y="3620"/>
                    </a:lnTo>
                    <a:lnTo>
                      <a:pt x="23895" y="3704"/>
                    </a:lnTo>
                    <a:lnTo>
                      <a:pt x="23832" y="3746"/>
                    </a:lnTo>
                    <a:lnTo>
                      <a:pt x="23748" y="4039"/>
                    </a:lnTo>
                    <a:lnTo>
                      <a:pt x="23748" y="4143"/>
                    </a:lnTo>
                    <a:lnTo>
                      <a:pt x="23686" y="4227"/>
                    </a:lnTo>
                    <a:lnTo>
                      <a:pt x="23686" y="4353"/>
                    </a:lnTo>
                    <a:lnTo>
                      <a:pt x="23665" y="4374"/>
                    </a:lnTo>
                    <a:lnTo>
                      <a:pt x="23665" y="4478"/>
                    </a:lnTo>
                    <a:lnTo>
                      <a:pt x="23581" y="4541"/>
                    </a:lnTo>
                    <a:lnTo>
                      <a:pt x="23581" y="4771"/>
                    </a:lnTo>
                    <a:lnTo>
                      <a:pt x="23518" y="4813"/>
                    </a:lnTo>
                    <a:lnTo>
                      <a:pt x="23455" y="4792"/>
                    </a:lnTo>
                    <a:lnTo>
                      <a:pt x="23372" y="4980"/>
                    </a:lnTo>
                    <a:lnTo>
                      <a:pt x="23414" y="5064"/>
                    </a:lnTo>
                    <a:lnTo>
                      <a:pt x="23372" y="5169"/>
                    </a:lnTo>
                    <a:lnTo>
                      <a:pt x="23372" y="5273"/>
                    </a:lnTo>
                    <a:lnTo>
                      <a:pt x="23309" y="5378"/>
                    </a:lnTo>
                    <a:lnTo>
                      <a:pt x="23351" y="5462"/>
                    </a:lnTo>
                    <a:lnTo>
                      <a:pt x="23330" y="5524"/>
                    </a:lnTo>
                    <a:lnTo>
                      <a:pt x="23204" y="5524"/>
                    </a:lnTo>
                    <a:lnTo>
                      <a:pt x="23246" y="5587"/>
                    </a:lnTo>
                    <a:lnTo>
                      <a:pt x="23351" y="5629"/>
                    </a:lnTo>
                    <a:lnTo>
                      <a:pt x="23351" y="5734"/>
                    </a:lnTo>
                    <a:lnTo>
                      <a:pt x="23267" y="5713"/>
                    </a:lnTo>
                    <a:lnTo>
                      <a:pt x="23204" y="5734"/>
                    </a:lnTo>
                    <a:lnTo>
                      <a:pt x="23121" y="5796"/>
                    </a:lnTo>
                    <a:lnTo>
                      <a:pt x="23037" y="5754"/>
                    </a:lnTo>
                    <a:lnTo>
                      <a:pt x="22995" y="5817"/>
                    </a:lnTo>
                    <a:lnTo>
                      <a:pt x="22995" y="5922"/>
                    </a:lnTo>
                    <a:lnTo>
                      <a:pt x="22932" y="5964"/>
                    </a:lnTo>
                    <a:lnTo>
                      <a:pt x="22849" y="5922"/>
                    </a:lnTo>
                    <a:lnTo>
                      <a:pt x="22849" y="5817"/>
                    </a:lnTo>
                    <a:lnTo>
                      <a:pt x="22890" y="5734"/>
                    </a:lnTo>
                    <a:lnTo>
                      <a:pt x="22828" y="5650"/>
                    </a:lnTo>
                    <a:lnTo>
                      <a:pt x="22828" y="5482"/>
                    </a:lnTo>
                    <a:lnTo>
                      <a:pt x="22911" y="5294"/>
                    </a:lnTo>
                    <a:lnTo>
                      <a:pt x="22932" y="5169"/>
                    </a:lnTo>
                    <a:lnTo>
                      <a:pt x="23016" y="5085"/>
                    </a:lnTo>
                    <a:lnTo>
                      <a:pt x="23016" y="4980"/>
                    </a:lnTo>
                    <a:lnTo>
                      <a:pt x="23037" y="4876"/>
                    </a:lnTo>
                    <a:lnTo>
                      <a:pt x="23100" y="4646"/>
                    </a:lnTo>
                    <a:lnTo>
                      <a:pt x="23225" y="4562"/>
                    </a:lnTo>
                    <a:lnTo>
                      <a:pt x="23225" y="4436"/>
                    </a:lnTo>
                    <a:lnTo>
                      <a:pt x="23100" y="4436"/>
                    </a:lnTo>
                    <a:lnTo>
                      <a:pt x="23100" y="4353"/>
                    </a:lnTo>
                    <a:lnTo>
                      <a:pt x="23163" y="4269"/>
                    </a:lnTo>
                    <a:lnTo>
                      <a:pt x="23163" y="4039"/>
                    </a:lnTo>
                    <a:lnTo>
                      <a:pt x="23121" y="3976"/>
                    </a:lnTo>
                    <a:lnTo>
                      <a:pt x="23058" y="3850"/>
                    </a:lnTo>
                    <a:lnTo>
                      <a:pt x="23100" y="3809"/>
                    </a:lnTo>
                    <a:lnTo>
                      <a:pt x="23100" y="3662"/>
                    </a:lnTo>
                    <a:lnTo>
                      <a:pt x="23016" y="3662"/>
                    </a:lnTo>
                    <a:lnTo>
                      <a:pt x="22911" y="3537"/>
                    </a:lnTo>
                    <a:lnTo>
                      <a:pt x="22744" y="3599"/>
                    </a:lnTo>
                    <a:lnTo>
                      <a:pt x="22723" y="3725"/>
                    </a:lnTo>
                    <a:lnTo>
                      <a:pt x="22828" y="3809"/>
                    </a:lnTo>
                    <a:lnTo>
                      <a:pt x="22828" y="3913"/>
                    </a:lnTo>
                    <a:lnTo>
                      <a:pt x="22890" y="3976"/>
                    </a:lnTo>
                    <a:lnTo>
                      <a:pt x="22890" y="4060"/>
                    </a:lnTo>
                    <a:lnTo>
                      <a:pt x="22807" y="4060"/>
                    </a:lnTo>
                    <a:lnTo>
                      <a:pt x="22786" y="3955"/>
                    </a:lnTo>
                    <a:lnTo>
                      <a:pt x="22702" y="3955"/>
                    </a:lnTo>
                    <a:lnTo>
                      <a:pt x="22639" y="4081"/>
                    </a:lnTo>
                    <a:lnTo>
                      <a:pt x="22702" y="4122"/>
                    </a:lnTo>
                    <a:lnTo>
                      <a:pt x="22723" y="4227"/>
                    </a:lnTo>
                    <a:lnTo>
                      <a:pt x="22786" y="4353"/>
                    </a:lnTo>
                    <a:lnTo>
                      <a:pt x="22723" y="4394"/>
                    </a:lnTo>
                    <a:lnTo>
                      <a:pt x="22702" y="4353"/>
                    </a:lnTo>
                    <a:lnTo>
                      <a:pt x="22639" y="4290"/>
                    </a:lnTo>
                    <a:lnTo>
                      <a:pt x="22618" y="4436"/>
                    </a:lnTo>
                    <a:lnTo>
                      <a:pt x="22514" y="4353"/>
                    </a:lnTo>
                    <a:lnTo>
                      <a:pt x="22514" y="4248"/>
                    </a:lnTo>
                    <a:lnTo>
                      <a:pt x="22430" y="4248"/>
                    </a:lnTo>
                    <a:lnTo>
                      <a:pt x="22388" y="4353"/>
                    </a:lnTo>
                    <a:lnTo>
                      <a:pt x="22326" y="4332"/>
                    </a:lnTo>
                    <a:lnTo>
                      <a:pt x="22326" y="4185"/>
                    </a:lnTo>
                    <a:lnTo>
                      <a:pt x="22409" y="4122"/>
                    </a:lnTo>
                    <a:lnTo>
                      <a:pt x="22388" y="4081"/>
                    </a:lnTo>
                    <a:lnTo>
                      <a:pt x="22221" y="4143"/>
                    </a:lnTo>
                    <a:lnTo>
                      <a:pt x="22095" y="4269"/>
                    </a:lnTo>
                    <a:lnTo>
                      <a:pt x="22012" y="4143"/>
                    </a:lnTo>
                    <a:lnTo>
                      <a:pt x="21949" y="4143"/>
                    </a:lnTo>
                    <a:lnTo>
                      <a:pt x="21865" y="4227"/>
                    </a:lnTo>
                    <a:lnTo>
                      <a:pt x="21740" y="4227"/>
                    </a:lnTo>
                    <a:lnTo>
                      <a:pt x="21698" y="4164"/>
                    </a:lnTo>
                    <a:lnTo>
                      <a:pt x="21572" y="4185"/>
                    </a:lnTo>
                    <a:lnTo>
                      <a:pt x="21530" y="4143"/>
                    </a:lnTo>
                    <a:lnTo>
                      <a:pt x="21635" y="4060"/>
                    </a:lnTo>
                    <a:lnTo>
                      <a:pt x="21782" y="4039"/>
                    </a:lnTo>
                    <a:lnTo>
                      <a:pt x="21865" y="4060"/>
                    </a:lnTo>
                    <a:lnTo>
                      <a:pt x="21991" y="4039"/>
                    </a:lnTo>
                    <a:lnTo>
                      <a:pt x="21991" y="3955"/>
                    </a:lnTo>
                    <a:lnTo>
                      <a:pt x="22074" y="3934"/>
                    </a:lnTo>
                    <a:lnTo>
                      <a:pt x="22158" y="3955"/>
                    </a:lnTo>
                    <a:lnTo>
                      <a:pt x="22263" y="3850"/>
                    </a:lnTo>
                    <a:lnTo>
                      <a:pt x="22263" y="3746"/>
                    </a:lnTo>
                    <a:lnTo>
                      <a:pt x="22284" y="3662"/>
                    </a:lnTo>
                    <a:lnTo>
                      <a:pt x="22200" y="3599"/>
                    </a:lnTo>
                    <a:lnTo>
                      <a:pt x="22095" y="3411"/>
                    </a:lnTo>
                    <a:lnTo>
                      <a:pt x="21970" y="3348"/>
                    </a:lnTo>
                    <a:lnTo>
                      <a:pt x="21949" y="3285"/>
                    </a:lnTo>
                    <a:lnTo>
                      <a:pt x="21761" y="3118"/>
                    </a:lnTo>
                    <a:lnTo>
                      <a:pt x="21740" y="3076"/>
                    </a:lnTo>
                    <a:lnTo>
                      <a:pt x="21635" y="3076"/>
                    </a:lnTo>
                    <a:lnTo>
                      <a:pt x="21489" y="3139"/>
                    </a:lnTo>
                    <a:lnTo>
                      <a:pt x="21426" y="3139"/>
                    </a:lnTo>
                    <a:lnTo>
                      <a:pt x="21238" y="3327"/>
                    </a:lnTo>
                    <a:lnTo>
                      <a:pt x="21279" y="3390"/>
                    </a:lnTo>
                    <a:lnTo>
                      <a:pt x="21279" y="3453"/>
                    </a:lnTo>
                    <a:lnTo>
                      <a:pt x="21217" y="3495"/>
                    </a:lnTo>
                    <a:lnTo>
                      <a:pt x="21133" y="3516"/>
                    </a:lnTo>
                    <a:lnTo>
                      <a:pt x="21133" y="3453"/>
                    </a:lnTo>
                    <a:lnTo>
                      <a:pt x="21049" y="3495"/>
                    </a:lnTo>
                    <a:lnTo>
                      <a:pt x="20966" y="3432"/>
                    </a:lnTo>
                    <a:lnTo>
                      <a:pt x="20861" y="3432"/>
                    </a:lnTo>
                    <a:lnTo>
                      <a:pt x="20819" y="3495"/>
                    </a:lnTo>
                    <a:lnTo>
                      <a:pt x="20714" y="3495"/>
                    </a:lnTo>
                    <a:lnTo>
                      <a:pt x="20652" y="3432"/>
                    </a:lnTo>
                    <a:lnTo>
                      <a:pt x="20714" y="3390"/>
                    </a:lnTo>
                    <a:lnTo>
                      <a:pt x="20861" y="3348"/>
                    </a:lnTo>
                    <a:lnTo>
                      <a:pt x="20924" y="3244"/>
                    </a:lnTo>
                    <a:lnTo>
                      <a:pt x="21028" y="3223"/>
                    </a:lnTo>
                    <a:lnTo>
                      <a:pt x="21112" y="3244"/>
                    </a:lnTo>
                    <a:lnTo>
                      <a:pt x="21175" y="3139"/>
                    </a:lnTo>
                    <a:lnTo>
                      <a:pt x="21175" y="3013"/>
                    </a:lnTo>
                    <a:lnTo>
                      <a:pt x="21238" y="2972"/>
                    </a:lnTo>
                    <a:lnTo>
                      <a:pt x="21321" y="2972"/>
                    </a:lnTo>
                    <a:lnTo>
                      <a:pt x="21384" y="2804"/>
                    </a:lnTo>
                    <a:lnTo>
                      <a:pt x="21384" y="2616"/>
                    </a:lnTo>
                    <a:lnTo>
                      <a:pt x="21426" y="2553"/>
                    </a:lnTo>
                    <a:lnTo>
                      <a:pt x="21384" y="2449"/>
                    </a:lnTo>
                    <a:lnTo>
                      <a:pt x="21279" y="2449"/>
                    </a:lnTo>
                    <a:lnTo>
                      <a:pt x="21112" y="2490"/>
                    </a:lnTo>
                    <a:lnTo>
                      <a:pt x="20903" y="2553"/>
                    </a:lnTo>
                    <a:lnTo>
                      <a:pt x="20694" y="2616"/>
                    </a:lnTo>
                    <a:lnTo>
                      <a:pt x="20547" y="2658"/>
                    </a:lnTo>
                    <a:cubicBezTo>
                      <a:pt x="20652" y="2616"/>
                      <a:pt x="20798" y="2574"/>
                      <a:pt x="20903" y="2511"/>
                    </a:cubicBezTo>
                    <a:cubicBezTo>
                      <a:pt x="20945" y="2511"/>
                      <a:pt x="21028" y="2490"/>
                      <a:pt x="21070" y="2490"/>
                    </a:cubicBezTo>
                    <a:cubicBezTo>
                      <a:pt x="21217" y="2469"/>
                      <a:pt x="21238" y="2344"/>
                      <a:pt x="21175" y="2239"/>
                    </a:cubicBezTo>
                    <a:lnTo>
                      <a:pt x="21238" y="2177"/>
                    </a:lnTo>
                    <a:lnTo>
                      <a:pt x="21217" y="2072"/>
                    </a:lnTo>
                    <a:lnTo>
                      <a:pt x="21217" y="1967"/>
                    </a:lnTo>
                    <a:lnTo>
                      <a:pt x="21154" y="1884"/>
                    </a:lnTo>
                    <a:lnTo>
                      <a:pt x="21217" y="1842"/>
                    </a:lnTo>
                    <a:lnTo>
                      <a:pt x="21217" y="1674"/>
                    </a:lnTo>
                    <a:lnTo>
                      <a:pt x="21133" y="1507"/>
                    </a:lnTo>
                    <a:lnTo>
                      <a:pt x="21175" y="1402"/>
                    </a:lnTo>
                    <a:lnTo>
                      <a:pt x="21154" y="1109"/>
                    </a:lnTo>
                    <a:lnTo>
                      <a:pt x="20945" y="879"/>
                    </a:lnTo>
                    <a:lnTo>
                      <a:pt x="20924" y="775"/>
                    </a:lnTo>
                    <a:lnTo>
                      <a:pt x="20840" y="733"/>
                    </a:lnTo>
                    <a:lnTo>
                      <a:pt x="20694" y="796"/>
                    </a:lnTo>
                    <a:lnTo>
                      <a:pt x="20526" y="775"/>
                    </a:lnTo>
                    <a:lnTo>
                      <a:pt x="20442" y="837"/>
                    </a:lnTo>
                    <a:lnTo>
                      <a:pt x="20442" y="984"/>
                    </a:lnTo>
                    <a:lnTo>
                      <a:pt x="20212" y="1109"/>
                    </a:lnTo>
                    <a:lnTo>
                      <a:pt x="20212" y="1047"/>
                    </a:lnTo>
                    <a:lnTo>
                      <a:pt x="20380" y="900"/>
                    </a:lnTo>
                    <a:lnTo>
                      <a:pt x="20422" y="754"/>
                    </a:lnTo>
                    <a:lnTo>
                      <a:pt x="20317" y="670"/>
                    </a:lnTo>
                    <a:lnTo>
                      <a:pt x="20212" y="712"/>
                    </a:lnTo>
                    <a:lnTo>
                      <a:pt x="20129" y="733"/>
                    </a:lnTo>
                    <a:lnTo>
                      <a:pt x="20212" y="670"/>
                    </a:lnTo>
                    <a:lnTo>
                      <a:pt x="20191" y="586"/>
                    </a:lnTo>
                    <a:lnTo>
                      <a:pt x="19898" y="419"/>
                    </a:lnTo>
                    <a:lnTo>
                      <a:pt x="19815" y="293"/>
                    </a:lnTo>
                    <a:lnTo>
                      <a:pt x="19752" y="252"/>
                    </a:lnTo>
                    <a:lnTo>
                      <a:pt x="19773" y="105"/>
                    </a:lnTo>
                    <a:lnTo>
                      <a:pt x="19459" y="0"/>
                    </a:lnTo>
                    <a:close/>
                  </a:path>
                </a:pathLst>
              </a:custGeom>
              <a:solidFill>
                <a:srgbClr val="5F7D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A6CBC2"/>
                  </a:solidFill>
                  <a:latin typeface="Arial"/>
                  <a:ea typeface="Arial"/>
                  <a:cs typeface="Arial"/>
                  <a:sym typeface="Arial"/>
                </a:endParaRPr>
              </a:p>
            </p:txBody>
          </p:sp>
        </p:grpSp>
        <p:sp>
          <p:nvSpPr>
            <p:cNvPr id="5917" name="Google Shape;5917;p36"/>
            <p:cNvSpPr/>
            <p:nvPr/>
          </p:nvSpPr>
          <p:spPr>
            <a:xfrm>
              <a:off x="3216902" y="3020658"/>
              <a:ext cx="15456" cy="5959"/>
            </a:xfrm>
            <a:custGeom>
              <a:rect b="b" l="l" r="r" t="t"/>
              <a:pathLst>
                <a:path extrusionOk="0" h="524" w="1298">
                  <a:moveTo>
                    <a:pt x="503" y="0"/>
                  </a:moveTo>
                  <a:lnTo>
                    <a:pt x="293" y="42"/>
                  </a:lnTo>
                  <a:lnTo>
                    <a:pt x="168" y="21"/>
                  </a:lnTo>
                  <a:lnTo>
                    <a:pt x="63" y="42"/>
                  </a:lnTo>
                  <a:lnTo>
                    <a:pt x="1" y="147"/>
                  </a:lnTo>
                  <a:lnTo>
                    <a:pt x="105" y="230"/>
                  </a:lnTo>
                  <a:lnTo>
                    <a:pt x="189" y="209"/>
                  </a:lnTo>
                  <a:lnTo>
                    <a:pt x="252" y="230"/>
                  </a:lnTo>
                  <a:lnTo>
                    <a:pt x="314" y="377"/>
                  </a:lnTo>
                  <a:lnTo>
                    <a:pt x="398" y="439"/>
                  </a:lnTo>
                  <a:lnTo>
                    <a:pt x="524" y="439"/>
                  </a:lnTo>
                  <a:lnTo>
                    <a:pt x="607" y="523"/>
                  </a:lnTo>
                  <a:lnTo>
                    <a:pt x="775" y="523"/>
                  </a:lnTo>
                  <a:lnTo>
                    <a:pt x="775" y="377"/>
                  </a:lnTo>
                  <a:lnTo>
                    <a:pt x="879" y="377"/>
                  </a:lnTo>
                  <a:lnTo>
                    <a:pt x="900" y="439"/>
                  </a:lnTo>
                  <a:lnTo>
                    <a:pt x="984" y="439"/>
                  </a:lnTo>
                  <a:lnTo>
                    <a:pt x="1005" y="335"/>
                  </a:lnTo>
                  <a:lnTo>
                    <a:pt x="1089" y="377"/>
                  </a:lnTo>
                  <a:lnTo>
                    <a:pt x="1298" y="377"/>
                  </a:lnTo>
                  <a:lnTo>
                    <a:pt x="1298" y="335"/>
                  </a:lnTo>
                  <a:lnTo>
                    <a:pt x="1193" y="230"/>
                  </a:lnTo>
                  <a:lnTo>
                    <a:pt x="1047" y="209"/>
                  </a:lnTo>
                  <a:lnTo>
                    <a:pt x="942" y="21"/>
                  </a:lnTo>
                  <a:lnTo>
                    <a:pt x="503" y="0"/>
                  </a:lnTo>
                  <a:close/>
                </a:path>
              </a:pathLst>
            </a:custGeom>
            <a:solidFill>
              <a:srgbClr val="5F7D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18" name="Google Shape;5918;p36"/>
            <p:cNvSpPr/>
            <p:nvPr/>
          </p:nvSpPr>
          <p:spPr>
            <a:xfrm>
              <a:off x="3243063" y="3010423"/>
              <a:ext cx="19695" cy="13340"/>
            </a:xfrm>
            <a:custGeom>
              <a:rect b="b" l="l" r="r" t="t"/>
              <a:pathLst>
                <a:path extrusionOk="0" h="1173" w="1654">
                  <a:moveTo>
                    <a:pt x="1089" y="0"/>
                  </a:moveTo>
                  <a:lnTo>
                    <a:pt x="1005" y="63"/>
                  </a:lnTo>
                  <a:lnTo>
                    <a:pt x="900" y="21"/>
                  </a:lnTo>
                  <a:lnTo>
                    <a:pt x="691" y="21"/>
                  </a:lnTo>
                  <a:lnTo>
                    <a:pt x="649" y="84"/>
                  </a:lnTo>
                  <a:lnTo>
                    <a:pt x="754" y="168"/>
                  </a:lnTo>
                  <a:lnTo>
                    <a:pt x="1068" y="272"/>
                  </a:lnTo>
                  <a:lnTo>
                    <a:pt x="1047" y="314"/>
                  </a:lnTo>
                  <a:lnTo>
                    <a:pt x="1109" y="398"/>
                  </a:lnTo>
                  <a:lnTo>
                    <a:pt x="1047" y="544"/>
                  </a:lnTo>
                  <a:lnTo>
                    <a:pt x="1109" y="649"/>
                  </a:lnTo>
                  <a:lnTo>
                    <a:pt x="1214" y="691"/>
                  </a:lnTo>
                  <a:lnTo>
                    <a:pt x="1340" y="795"/>
                  </a:lnTo>
                  <a:lnTo>
                    <a:pt x="1319" y="858"/>
                  </a:lnTo>
                  <a:lnTo>
                    <a:pt x="1068" y="858"/>
                  </a:lnTo>
                  <a:lnTo>
                    <a:pt x="1026" y="900"/>
                  </a:lnTo>
                  <a:lnTo>
                    <a:pt x="921" y="858"/>
                  </a:lnTo>
                  <a:lnTo>
                    <a:pt x="796" y="858"/>
                  </a:lnTo>
                  <a:lnTo>
                    <a:pt x="649" y="816"/>
                  </a:lnTo>
                  <a:lnTo>
                    <a:pt x="524" y="858"/>
                  </a:lnTo>
                  <a:lnTo>
                    <a:pt x="524" y="816"/>
                  </a:lnTo>
                  <a:lnTo>
                    <a:pt x="482" y="795"/>
                  </a:lnTo>
                  <a:lnTo>
                    <a:pt x="293" y="837"/>
                  </a:lnTo>
                  <a:lnTo>
                    <a:pt x="189" y="733"/>
                  </a:lnTo>
                  <a:lnTo>
                    <a:pt x="63" y="795"/>
                  </a:lnTo>
                  <a:lnTo>
                    <a:pt x="0" y="858"/>
                  </a:lnTo>
                  <a:lnTo>
                    <a:pt x="63" y="963"/>
                  </a:lnTo>
                  <a:lnTo>
                    <a:pt x="189" y="1005"/>
                  </a:lnTo>
                  <a:lnTo>
                    <a:pt x="314" y="1151"/>
                  </a:lnTo>
                  <a:lnTo>
                    <a:pt x="377" y="1172"/>
                  </a:lnTo>
                  <a:lnTo>
                    <a:pt x="377" y="1067"/>
                  </a:lnTo>
                  <a:lnTo>
                    <a:pt x="419" y="1026"/>
                  </a:lnTo>
                  <a:lnTo>
                    <a:pt x="691" y="1026"/>
                  </a:lnTo>
                  <a:lnTo>
                    <a:pt x="796" y="1067"/>
                  </a:lnTo>
                  <a:lnTo>
                    <a:pt x="1109" y="1067"/>
                  </a:lnTo>
                  <a:lnTo>
                    <a:pt x="1151" y="1047"/>
                  </a:lnTo>
                  <a:lnTo>
                    <a:pt x="1256" y="1109"/>
                  </a:lnTo>
                  <a:lnTo>
                    <a:pt x="1340" y="1109"/>
                  </a:lnTo>
                  <a:lnTo>
                    <a:pt x="1340" y="1047"/>
                  </a:lnTo>
                  <a:lnTo>
                    <a:pt x="1570" y="921"/>
                  </a:lnTo>
                  <a:lnTo>
                    <a:pt x="1570" y="837"/>
                  </a:lnTo>
                  <a:lnTo>
                    <a:pt x="1570" y="733"/>
                  </a:lnTo>
                  <a:lnTo>
                    <a:pt x="1528" y="607"/>
                  </a:lnTo>
                  <a:lnTo>
                    <a:pt x="1549" y="544"/>
                  </a:lnTo>
                  <a:lnTo>
                    <a:pt x="1633" y="502"/>
                  </a:lnTo>
                  <a:lnTo>
                    <a:pt x="1653" y="377"/>
                  </a:lnTo>
                  <a:lnTo>
                    <a:pt x="1612" y="293"/>
                  </a:lnTo>
                  <a:lnTo>
                    <a:pt x="1653" y="189"/>
                  </a:lnTo>
                  <a:lnTo>
                    <a:pt x="1633" y="126"/>
                  </a:lnTo>
                  <a:lnTo>
                    <a:pt x="1528" y="105"/>
                  </a:lnTo>
                  <a:lnTo>
                    <a:pt x="1423" y="126"/>
                  </a:lnTo>
                  <a:lnTo>
                    <a:pt x="1319" y="21"/>
                  </a:lnTo>
                  <a:lnTo>
                    <a:pt x="1089" y="0"/>
                  </a:lnTo>
                  <a:close/>
                </a:path>
              </a:pathLst>
            </a:custGeom>
            <a:solidFill>
              <a:srgbClr val="5F7D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19" name="Google Shape;5919;p36"/>
            <p:cNvSpPr/>
            <p:nvPr/>
          </p:nvSpPr>
          <p:spPr>
            <a:xfrm>
              <a:off x="3173297" y="2986859"/>
              <a:ext cx="73267" cy="24997"/>
            </a:xfrm>
            <a:custGeom>
              <a:rect b="b" l="l" r="r" t="t"/>
              <a:pathLst>
                <a:path extrusionOk="0" h="2198" w="6153">
                  <a:moveTo>
                    <a:pt x="1570" y="1"/>
                  </a:moveTo>
                  <a:lnTo>
                    <a:pt x="1445" y="106"/>
                  </a:lnTo>
                  <a:lnTo>
                    <a:pt x="1131" y="106"/>
                  </a:lnTo>
                  <a:lnTo>
                    <a:pt x="901" y="168"/>
                  </a:lnTo>
                  <a:lnTo>
                    <a:pt x="817" y="252"/>
                  </a:lnTo>
                  <a:lnTo>
                    <a:pt x="566" y="315"/>
                  </a:lnTo>
                  <a:lnTo>
                    <a:pt x="482" y="419"/>
                  </a:lnTo>
                  <a:lnTo>
                    <a:pt x="377" y="482"/>
                  </a:lnTo>
                  <a:lnTo>
                    <a:pt x="357" y="608"/>
                  </a:lnTo>
                  <a:lnTo>
                    <a:pt x="419" y="712"/>
                  </a:lnTo>
                  <a:lnTo>
                    <a:pt x="398" y="775"/>
                  </a:lnTo>
                  <a:lnTo>
                    <a:pt x="294" y="712"/>
                  </a:lnTo>
                  <a:lnTo>
                    <a:pt x="85" y="817"/>
                  </a:lnTo>
                  <a:lnTo>
                    <a:pt x="1" y="796"/>
                  </a:lnTo>
                  <a:lnTo>
                    <a:pt x="1" y="880"/>
                  </a:lnTo>
                  <a:lnTo>
                    <a:pt x="105" y="922"/>
                  </a:lnTo>
                  <a:lnTo>
                    <a:pt x="252" y="796"/>
                  </a:lnTo>
                  <a:lnTo>
                    <a:pt x="273" y="817"/>
                  </a:lnTo>
                  <a:lnTo>
                    <a:pt x="273" y="922"/>
                  </a:lnTo>
                  <a:lnTo>
                    <a:pt x="419" y="817"/>
                  </a:lnTo>
                  <a:lnTo>
                    <a:pt x="524" y="817"/>
                  </a:lnTo>
                  <a:lnTo>
                    <a:pt x="629" y="629"/>
                  </a:lnTo>
                  <a:lnTo>
                    <a:pt x="796" y="670"/>
                  </a:lnTo>
                  <a:lnTo>
                    <a:pt x="838" y="608"/>
                  </a:lnTo>
                  <a:lnTo>
                    <a:pt x="922" y="691"/>
                  </a:lnTo>
                  <a:lnTo>
                    <a:pt x="1026" y="670"/>
                  </a:lnTo>
                  <a:lnTo>
                    <a:pt x="1214" y="461"/>
                  </a:lnTo>
                  <a:lnTo>
                    <a:pt x="1319" y="419"/>
                  </a:lnTo>
                  <a:lnTo>
                    <a:pt x="1361" y="357"/>
                  </a:lnTo>
                  <a:lnTo>
                    <a:pt x="1528" y="378"/>
                  </a:lnTo>
                  <a:lnTo>
                    <a:pt x="1654" y="378"/>
                  </a:lnTo>
                  <a:lnTo>
                    <a:pt x="1884" y="398"/>
                  </a:lnTo>
                  <a:lnTo>
                    <a:pt x="1968" y="461"/>
                  </a:lnTo>
                  <a:lnTo>
                    <a:pt x="1884" y="503"/>
                  </a:lnTo>
                  <a:lnTo>
                    <a:pt x="1758" y="503"/>
                  </a:lnTo>
                  <a:lnTo>
                    <a:pt x="1675" y="566"/>
                  </a:lnTo>
                  <a:lnTo>
                    <a:pt x="1758" y="629"/>
                  </a:lnTo>
                  <a:lnTo>
                    <a:pt x="2093" y="691"/>
                  </a:lnTo>
                  <a:lnTo>
                    <a:pt x="2177" y="670"/>
                  </a:lnTo>
                  <a:lnTo>
                    <a:pt x="2282" y="670"/>
                  </a:lnTo>
                  <a:lnTo>
                    <a:pt x="2386" y="733"/>
                  </a:lnTo>
                  <a:lnTo>
                    <a:pt x="2554" y="775"/>
                  </a:lnTo>
                  <a:lnTo>
                    <a:pt x="2616" y="775"/>
                  </a:lnTo>
                  <a:lnTo>
                    <a:pt x="2658" y="691"/>
                  </a:lnTo>
                  <a:lnTo>
                    <a:pt x="2721" y="775"/>
                  </a:lnTo>
                  <a:lnTo>
                    <a:pt x="2763" y="817"/>
                  </a:lnTo>
                  <a:lnTo>
                    <a:pt x="2930" y="942"/>
                  </a:lnTo>
                  <a:lnTo>
                    <a:pt x="3077" y="984"/>
                  </a:lnTo>
                  <a:lnTo>
                    <a:pt x="3139" y="942"/>
                  </a:lnTo>
                  <a:lnTo>
                    <a:pt x="3244" y="1026"/>
                  </a:lnTo>
                  <a:lnTo>
                    <a:pt x="3349" y="1005"/>
                  </a:lnTo>
                  <a:lnTo>
                    <a:pt x="3432" y="1047"/>
                  </a:lnTo>
                  <a:lnTo>
                    <a:pt x="3600" y="1005"/>
                  </a:lnTo>
                  <a:lnTo>
                    <a:pt x="3663" y="1026"/>
                  </a:lnTo>
                  <a:lnTo>
                    <a:pt x="3746" y="1361"/>
                  </a:lnTo>
                  <a:lnTo>
                    <a:pt x="3955" y="1570"/>
                  </a:lnTo>
                  <a:lnTo>
                    <a:pt x="4039" y="1612"/>
                  </a:lnTo>
                  <a:lnTo>
                    <a:pt x="4081" y="1549"/>
                  </a:lnTo>
                  <a:lnTo>
                    <a:pt x="4227" y="1633"/>
                  </a:lnTo>
                  <a:lnTo>
                    <a:pt x="4437" y="1633"/>
                  </a:lnTo>
                  <a:lnTo>
                    <a:pt x="4458" y="1675"/>
                  </a:lnTo>
                  <a:lnTo>
                    <a:pt x="4541" y="1738"/>
                  </a:lnTo>
                  <a:lnTo>
                    <a:pt x="4541" y="1842"/>
                  </a:lnTo>
                  <a:lnTo>
                    <a:pt x="4374" y="1863"/>
                  </a:lnTo>
                  <a:lnTo>
                    <a:pt x="4186" y="2051"/>
                  </a:lnTo>
                  <a:lnTo>
                    <a:pt x="4186" y="2156"/>
                  </a:lnTo>
                  <a:lnTo>
                    <a:pt x="4374" y="2177"/>
                  </a:lnTo>
                  <a:lnTo>
                    <a:pt x="4541" y="2135"/>
                  </a:lnTo>
                  <a:lnTo>
                    <a:pt x="4604" y="2156"/>
                  </a:lnTo>
                  <a:lnTo>
                    <a:pt x="4897" y="2093"/>
                  </a:lnTo>
                  <a:lnTo>
                    <a:pt x="5064" y="2093"/>
                  </a:lnTo>
                  <a:lnTo>
                    <a:pt x="5274" y="2198"/>
                  </a:lnTo>
                  <a:lnTo>
                    <a:pt x="5546" y="2135"/>
                  </a:lnTo>
                  <a:lnTo>
                    <a:pt x="5587" y="2072"/>
                  </a:lnTo>
                  <a:lnTo>
                    <a:pt x="5650" y="2072"/>
                  </a:lnTo>
                  <a:lnTo>
                    <a:pt x="5734" y="2030"/>
                  </a:lnTo>
                  <a:lnTo>
                    <a:pt x="5943" y="2051"/>
                  </a:lnTo>
                  <a:lnTo>
                    <a:pt x="6069" y="1989"/>
                  </a:lnTo>
                  <a:lnTo>
                    <a:pt x="6152" y="1884"/>
                  </a:lnTo>
                  <a:lnTo>
                    <a:pt x="6111" y="1842"/>
                  </a:lnTo>
                  <a:lnTo>
                    <a:pt x="6006" y="1821"/>
                  </a:lnTo>
                  <a:lnTo>
                    <a:pt x="5922" y="1654"/>
                  </a:lnTo>
                  <a:lnTo>
                    <a:pt x="5692" y="1549"/>
                  </a:lnTo>
                  <a:lnTo>
                    <a:pt x="5378" y="1549"/>
                  </a:lnTo>
                  <a:lnTo>
                    <a:pt x="5295" y="1528"/>
                  </a:lnTo>
                  <a:lnTo>
                    <a:pt x="5336" y="1466"/>
                  </a:lnTo>
                  <a:lnTo>
                    <a:pt x="5399" y="1319"/>
                  </a:lnTo>
                  <a:lnTo>
                    <a:pt x="5315" y="1298"/>
                  </a:lnTo>
                  <a:lnTo>
                    <a:pt x="5232" y="1340"/>
                  </a:lnTo>
                  <a:lnTo>
                    <a:pt x="5127" y="1340"/>
                  </a:lnTo>
                  <a:lnTo>
                    <a:pt x="4918" y="1194"/>
                  </a:lnTo>
                  <a:lnTo>
                    <a:pt x="4855" y="1235"/>
                  </a:lnTo>
                  <a:lnTo>
                    <a:pt x="4771" y="1152"/>
                  </a:lnTo>
                  <a:lnTo>
                    <a:pt x="4604" y="1026"/>
                  </a:lnTo>
                  <a:lnTo>
                    <a:pt x="4541" y="1131"/>
                  </a:lnTo>
                  <a:lnTo>
                    <a:pt x="4479" y="1089"/>
                  </a:lnTo>
                  <a:lnTo>
                    <a:pt x="4499" y="1005"/>
                  </a:lnTo>
                  <a:lnTo>
                    <a:pt x="4437" y="984"/>
                  </a:lnTo>
                  <a:lnTo>
                    <a:pt x="4395" y="1047"/>
                  </a:lnTo>
                  <a:lnTo>
                    <a:pt x="4332" y="984"/>
                  </a:lnTo>
                  <a:lnTo>
                    <a:pt x="4123" y="922"/>
                  </a:lnTo>
                  <a:lnTo>
                    <a:pt x="3955" y="796"/>
                  </a:lnTo>
                  <a:lnTo>
                    <a:pt x="3830" y="712"/>
                  </a:lnTo>
                  <a:lnTo>
                    <a:pt x="3704" y="587"/>
                  </a:lnTo>
                  <a:lnTo>
                    <a:pt x="3349" y="587"/>
                  </a:lnTo>
                  <a:lnTo>
                    <a:pt x="3244" y="524"/>
                  </a:lnTo>
                  <a:lnTo>
                    <a:pt x="3202" y="398"/>
                  </a:lnTo>
                  <a:lnTo>
                    <a:pt x="3077" y="252"/>
                  </a:lnTo>
                  <a:lnTo>
                    <a:pt x="2972" y="273"/>
                  </a:lnTo>
                  <a:lnTo>
                    <a:pt x="2909" y="210"/>
                  </a:lnTo>
                  <a:lnTo>
                    <a:pt x="2491" y="147"/>
                  </a:lnTo>
                  <a:lnTo>
                    <a:pt x="2365" y="210"/>
                  </a:lnTo>
                  <a:lnTo>
                    <a:pt x="2177" y="168"/>
                  </a:lnTo>
                  <a:lnTo>
                    <a:pt x="2072" y="43"/>
                  </a:lnTo>
                  <a:lnTo>
                    <a:pt x="1821" y="1"/>
                  </a:lnTo>
                  <a:close/>
                </a:path>
              </a:pathLst>
            </a:custGeom>
            <a:solidFill>
              <a:srgbClr val="5F7D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20" name="Google Shape;5920;p36"/>
            <p:cNvSpPr/>
            <p:nvPr/>
          </p:nvSpPr>
          <p:spPr>
            <a:xfrm>
              <a:off x="3371128" y="3527019"/>
              <a:ext cx="18695" cy="10247"/>
            </a:xfrm>
            <a:custGeom>
              <a:rect b="b" l="l" r="r" t="t"/>
              <a:pathLst>
                <a:path extrusionOk="0" h="901" w="1570">
                  <a:moveTo>
                    <a:pt x="1025" y="0"/>
                  </a:moveTo>
                  <a:lnTo>
                    <a:pt x="984" y="84"/>
                  </a:lnTo>
                  <a:lnTo>
                    <a:pt x="921" y="105"/>
                  </a:lnTo>
                  <a:lnTo>
                    <a:pt x="942" y="189"/>
                  </a:lnTo>
                  <a:lnTo>
                    <a:pt x="921" y="252"/>
                  </a:lnTo>
                  <a:lnTo>
                    <a:pt x="691" y="314"/>
                  </a:lnTo>
                  <a:lnTo>
                    <a:pt x="733" y="273"/>
                  </a:lnTo>
                  <a:lnTo>
                    <a:pt x="774" y="126"/>
                  </a:lnTo>
                  <a:lnTo>
                    <a:pt x="733" y="63"/>
                  </a:lnTo>
                  <a:lnTo>
                    <a:pt x="649" y="84"/>
                  </a:lnTo>
                  <a:lnTo>
                    <a:pt x="607" y="168"/>
                  </a:lnTo>
                  <a:lnTo>
                    <a:pt x="544" y="168"/>
                  </a:lnTo>
                  <a:lnTo>
                    <a:pt x="461" y="84"/>
                  </a:lnTo>
                  <a:lnTo>
                    <a:pt x="377" y="84"/>
                  </a:lnTo>
                  <a:lnTo>
                    <a:pt x="377" y="252"/>
                  </a:lnTo>
                  <a:lnTo>
                    <a:pt x="272" y="210"/>
                  </a:lnTo>
                  <a:lnTo>
                    <a:pt x="168" y="105"/>
                  </a:lnTo>
                  <a:lnTo>
                    <a:pt x="105" y="168"/>
                  </a:lnTo>
                  <a:lnTo>
                    <a:pt x="230" y="356"/>
                  </a:lnTo>
                  <a:lnTo>
                    <a:pt x="377" y="377"/>
                  </a:lnTo>
                  <a:lnTo>
                    <a:pt x="377" y="419"/>
                  </a:lnTo>
                  <a:lnTo>
                    <a:pt x="230" y="419"/>
                  </a:lnTo>
                  <a:lnTo>
                    <a:pt x="168" y="482"/>
                  </a:lnTo>
                  <a:lnTo>
                    <a:pt x="189" y="565"/>
                  </a:lnTo>
                  <a:lnTo>
                    <a:pt x="84" y="670"/>
                  </a:lnTo>
                  <a:lnTo>
                    <a:pt x="0" y="670"/>
                  </a:lnTo>
                  <a:lnTo>
                    <a:pt x="0" y="712"/>
                  </a:lnTo>
                  <a:lnTo>
                    <a:pt x="126" y="796"/>
                  </a:lnTo>
                  <a:lnTo>
                    <a:pt x="189" y="712"/>
                  </a:lnTo>
                  <a:lnTo>
                    <a:pt x="293" y="796"/>
                  </a:lnTo>
                  <a:lnTo>
                    <a:pt x="377" y="691"/>
                  </a:lnTo>
                  <a:lnTo>
                    <a:pt x="230" y="628"/>
                  </a:lnTo>
                  <a:lnTo>
                    <a:pt x="335" y="586"/>
                  </a:lnTo>
                  <a:lnTo>
                    <a:pt x="523" y="607"/>
                  </a:lnTo>
                  <a:lnTo>
                    <a:pt x="649" y="565"/>
                  </a:lnTo>
                  <a:lnTo>
                    <a:pt x="649" y="461"/>
                  </a:lnTo>
                  <a:cubicBezTo>
                    <a:pt x="649" y="461"/>
                    <a:pt x="667" y="470"/>
                    <a:pt x="680" y="470"/>
                  </a:cubicBezTo>
                  <a:cubicBezTo>
                    <a:pt x="686" y="470"/>
                    <a:pt x="691" y="468"/>
                    <a:pt x="691" y="461"/>
                  </a:cubicBezTo>
                  <a:cubicBezTo>
                    <a:pt x="795" y="398"/>
                    <a:pt x="900" y="377"/>
                    <a:pt x="1005" y="314"/>
                  </a:cubicBezTo>
                  <a:lnTo>
                    <a:pt x="1046" y="398"/>
                  </a:lnTo>
                  <a:lnTo>
                    <a:pt x="1025" y="461"/>
                  </a:lnTo>
                  <a:lnTo>
                    <a:pt x="942" y="419"/>
                  </a:lnTo>
                  <a:lnTo>
                    <a:pt x="858" y="461"/>
                  </a:lnTo>
                  <a:lnTo>
                    <a:pt x="691" y="712"/>
                  </a:lnTo>
                  <a:lnTo>
                    <a:pt x="753" y="733"/>
                  </a:lnTo>
                  <a:lnTo>
                    <a:pt x="837" y="879"/>
                  </a:lnTo>
                  <a:lnTo>
                    <a:pt x="921" y="900"/>
                  </a:lnTo>
                  <a:lnTo>
                    <a:pt x="921" y="837"/>
                  </a:lnTo>
                  <a:lnTo>
                    <a:pt x="837" y="733"/>
                  </a:lnTo>
                  <a:lnTo>
                    <a:pt x="858" y="712"/>
                  </a:lnTo>
                  <a:lnTo>
                    <a:pt x="963" y="775"/>
                  </a:lnTo>
                  <a:lnTo>
                    <a:pt x="1025" y="733"/>
                  </a:lnTo>
                  <a:lnTo>
                    <a:pt x="963" y="691"/>
                  </a:lnTo>
                  <a:lnTo>
                    <a:pt x="963" y="607"/>
                  </a:lnTo>
                  <a:lnTo>
                    <a:pt x="1067" y="628"/>
                  </a:lnTo>
                  <a:lnTo>
                    <a:pt x="1172" y="607"/>
                  </a:lnTo>
                  <a:lnTo>
                    <a:pt x="1172" y="586"/>
                  </a:lnTo>
                  <a:lnTo>
                    <a:pt x="1088" y="586"/>
                  </a:lnTo>
                  <a:lnTo>
                    <a:pt x="1046" y="524"/>
                  </a:lnTo>
                  <a:lnTo>
                    <a:pt x="1088" y="503"/>
                  </a:lnTo>
                  <a:lnTo>
                    <a:pt x="1193" y="524"/>
                  </a:lnTo>
                  <a:lnTo>
                    <a:pt x="1339" y="503"/>
                  </a:lnTo>
                  <a:lnTo>
                    <a:pt x="1444" y="419"/>
                  </a:lnTo>
                  <a:lnTo>
                    <a:pt x="1549" y="398"/>
                  </a:lnTo>
                  <a:lnTo>
                    <a:pt x="1507" y="314"/>
                  </a:lnTo>
                  <a:lnTo>
                    <a:pt x="1465" y="293"/>
                  </a:lnTo>
                  <a:lnTo>
                    <a:pt x="1444" y="273"/>
                  </a:lnTo>
                  <a:lnTo>
                    <a:pt x="1486" y="210"/>
                  </a:lnTo>
                  <a:lnTo>
                    <a:pt x="1569" y="189"/>
                  </a:lnTo>
                  <a:lnTo>
                    <a:pt x="1528" y="126"/>
                  </a:lnTo>
                  <a:lnTo>
                    <a:pt x="1381" y="105"/>
                  </a:lnTo>
                  <a:lnTo>
                    <a:pt x="1318" y="126"/>
                  </a:lnTo>
                  <a:lnTo>
                    <a:pt x="1339" y="189"/>
                  </a:lnTo>
                  <a:lnTo>
                    <a:pt x="1256" y="210"/>
                  </a:lnTo>
                  <a:lnTo>
                    <a:pt x="1172" y="105"/>
                  </a:lnTo>
                  <a:lnTo>
                    <a:pt x="1172" y="42"/>
                  </a:lnTo>
                  <a:lnTo>
                    <a:pt x="1025" y="0"/>
                  </a:lnTo>
                  <a:close/>
                </a:path>
              </a:pathLst>
            </a:custGeom>
            <a:solidFill>
              <a:srgbClr val="5F7D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21" name="Google Shape;5921;p36"/>
            <p:cNvSpPr/>
            <p:nvPr/>
          </p:nvSpPr>
          <p:spPr>
            <a:xfrm>
              <a:off x="3183264" y="3080853"/>
              <a:ext cx="38140" cy="16672"/>
            </a:xfrm>
            <a:custGeom>
              <a:rect b="b" l="l" r="r" t="t"/>
              <a:pathLst>
                <a:path extrusionOk="0" h="1466" w="3203">
                  <a:moveTo>
                    <a:pt x="2072" y="1"/>
                  </a:moveTo>
                  <a:lnTo>
                    <a:pt x="2030" y="43"/>
                  </a:lnTo>
                  <a:lnTo>
                    <a:pt x="1863" y="147"/>
                  </a:lnTo>
                  <a:lnTo>
                    <a:pt x="1675" y="189"/>
                  </a:lnTo>
                  <a:lnTo>
                    <a:pt x="1319" y="377"/>
                  </a:lnTo>
                  <a:lnTo>
                    <a:pt x="1214" y="461"/>
                  </a:lnTo>
                  <a:lnTo>
                    <a:pt x="1131" y="482"/>
                  </a:lnTo>
                  <a:lnTo>
                    <a:pt x="921" y="482"/>
                  </a:lnTo>
                  <a:lnTo>
                    <a:pt x="733" y="315"/>
                  </a:lnTo>
                  <a:lnTo>
                    <a:pt x="608" y="273"/>
                  </a:lnTo>
                  <a:lnTo>
                    <a:pt x="566" y="294"/>
                  </a:lnTo>
                  <a:lnTo>
                    <a:pt x="629" y="356"/>
                  </a:lnTo>
                  <a:lnTo>
                    <a:pt x="629" y="398"/>
                  </a:lnTo>
                  <a:lnTo>
                    <a:pt x="566" y="419"/>
                  </a:lnTo>
                  <a:lnTo>
                    <a:pt x="461" y="377"/>
                  </a:lnTo>
                  <a:lnTo>
                    <a:pt x="419" y="315"/>
                  </a:lnTo>
                  <a:lnTo>
                    <a:pt x="461" y="294"/>
                  </a:lnTo>
                  <a:lnTo>
                    <a:pt x="482" y="294"/>
                  </a:lnTo>
                  <a:lnTo>
                    <a:pt x="461" y="252"/>
                  </a:lnTo>
                  <a:lnTo>
                    <a:pt x="398" y="252"/>
                  </a:lnTo>
                  <a:lnTo>
                    <a:pt x="315" y="210"/>
                  </a:lnTo>
                  <a:lnTo>
                    <a:pt x="273" y="168"/>
                  </a:lnTo>
                  <a:lnTo>
                    <a:pt x="252" y="84"/>
                  </a:lnTo>
                  <a:lnTo>
                    <a:pt x="147" y="84"/>
                  </a:lnTo>
                  <a:lnTo>
                    <a:pt x="85" y="147"/>
                  </a:lnTo>
                  <a:lnTo>
                    <a:pt x="85" y="252"/>
                  </a:lnTo>
                  <a:lnTo>
                    <a:pt x="43" y="315"/>
                  </a:lnTo>
                  <a:lnTo>
                    <a:pt x="1" y="398"/>
                  </a:lnTo>
                  <a:lnTo>
                    <a:pt x="85" y="419"/>
                  </a:lnTo>
                  <a:lnTo>
                    <a:pt x="147" y="524"/>
                  </a:lnTo>
                  <a:lnTo>
                    <a:pt x="64" y="587"/>
                  </a:lnTo>
                  <a:lnTo>
                    <a:pt x="43" y="691"/>
                  </a:lnTo>
                  <a:lnTo>
                    <a:pt x="43" y="733"/>
                  </a:lnTo>
                  <a:lnTo>
                    <a:pt x="64" y="796"/>
                  </a:lnTo>
                  <a:lnTo>
                    <a:pt x="168" y="796"/>
                  </a:lnTo>
                  <a:lnTo>
                    <a:pt x="252" y="817"/>
                  </a:lnTo>
                  <a:lnTo>
                    <a:pt x="357" y="796"/>
                  </a:lnTo>
                  <a:lnTo>
                    <a:pt x="398" y="733"/>
                  </a:lnTo>
                  <a:lnTo>
                    <a:pt x="461" y="796"/>
                  </a:lnTo>
                  <a:lnTo>
                    <a:pt x="461" y="838"/>
                  </a:lnTo>
                  <a:lnTo>
                    <a:pt x="524" y="880"/>
                  </a:lnTo>
                  <a:lnTo>
                    <a:pt x="733" y="900"/>
                  </a:lnTo>
                  <a:lnTo>
                    <a:pt x="775" y="1026"/>
                  </a:lnTo>
                  <a:lnTo>
                    <a:pt x="817" y="1193"/>
                  </a:lnTo>
                  <a:lnTo>
                    <a:pt x="921" y="1235"/>
                  </a:lnTo>
                  <a:lnTo>
                    <a:pt x="1026" y="1235"/>
                  </a:lnTo>
                  <a:lnTo>
                    <a:pt x="1047" y="1152"/>
                  </a:lnTo>
                  <a:lnTo>
                    <a:pt x="1005" y="1131"/>
                  </a:lnTo>
                  <a:lnTo>
                    <a:pt x="1047" y="1047"/>
                  </a:lnTo>
                  <a:lnTo>
                    <a:pt x="1131" y="1089"/>
                  </a:lnTo>
                  <a:lnTo>
                    <a:pt x="1152" y="1131"/>
                  </a:lnTo>
                  <a:lnTo>
                    <a:pt x="1131" y="1193"/>
                  </a:lnTo>
                  <a:lnTo>
                    <a:pt x="1152" y="1319"/>
                  </a:lnTo>
                  <a:lnTo>
                    <a:pt x="1152" y="1403"/>
                  </a:lnTo>
                  <a:lnTo>
                    <a:pt x="1193" y="1444"/>
                  </a:lnTo>
                  <a:lnTo>
                    <a:pt x="1340" y="1465"/>
                  </a:lnTo>
                  <a:lnTo>
                    <a:pt x="1424" y="1361"/>
                  </a:lnTo>
                  <a:lnTo>
                    <a:pt x="1507" y="1298"/>
                  </a:lnTo>
                  <a:lnTo>
                    <a:pt x="1612" y="1319"/>
                  </a:lnTo>
                  <a:lnTo>
                    <a:pt x="1654" y="1298"/>
                  </a:lnTo>
                  <a:lnTo>
                    <a:pt x="1654" y="1152"/>
                  </a:lnTo>
                  <a:lnTo>
                    <a:pt x="1570" y="1089"/>
                  </a:lnTo>
                  <a:lnTo>
                    <a:pt x="1465" y="1026"/>
                  </a:lnTo>
                  <a:lnTo>
                    <a:pt x="1445" y="921"/>
                  </a:lnTo>
                  <a:lnTo>
                    <a:pt x="1445" y="880"/>
                  </a:lnTo>
                  <a:lnTo>
                    <a:pt x="1549" y="817"/>
                  </a:lnTo>
                  <a:lnTo>
                    <a:pt x="1737" y="775"/>
                  </a:lnTo>
                  <a:lnTo>
                    <a:pt x="1884" y="628"/>
                  </a:lnTo>
                  <a:lnTo>
                    <a:pt x="1884" y="587"/>
                  </a:lnTo>
                  <a:lnTo>
                    <a:pt x="1863" y="566"/>
                  </a:lnTo>
                  <a:lnTo>
                    <a:pt x="1863" y="419"/>
                  </a:lnTo>
                  <a:lnTo>
                    <a:pt x="2051" y="356"/>
                  </a:lnTo>
                  <a:lnTo>
                    <a:pt x="2177" y="315"/>
                  </a:lnTo>
                  <a:lnTo>
                    <a:pt x="2261" y="377"/>
                  </a:lnTo>
                  <a:lnTo>
                    <a:pt x="2365" y="482"/>
                  </a:lnTo>
                  <a:lnTo>
                    <a:pt x="2449" y="482"/>
                  </a:lnTo>
                  <a:lnTo>
                    <a:pt x="2553" y="608"/>
                  </a:lnTo>
                  <a:lnTo>
                    <a:pt x="2574" y="712"/>
                  </a:lnTo>
                  <a:lnTo>
                    <a:pt x="2616" y="775"/>
                  </a:lnTo>
                  <a:lnTo>
                    <a:pt x="2679" y="733"/>
                  </a:lnTo>
                  <a:lnTo>
                    <a:pt x="2763" y="670"/>
                  </a:lnTo>
                  <a:lnTo>
                    <a:pt x="2805" y="670"/>
                  </a:lnTo>
                  <a:lnTo>
                    <a:pt x="2826" y="733"/>
                  </a:lnTo>
                  <a:lnTo>
                    <a:pt x="2784" y="796"/>
                  </a:lnTo>
                  <a:lnTo>
                    <a:pt x="2721" y="796"/>
                  </a:lnTo>
                  <a:lnTo>
                    <a:pt x="2616" y="942"/>
                  </a:lnTo>
                  <a:lnTo>
                    <a:pt x="2595" y="984"/>
                  </a:lnTo>
                  <a:lnTo>
                    <a:pt x="2616" y="1131"/>
                  </a:lnTo>
                  <a:lnTo>
                    <a:pt x="2763" y="1319"/>
                  </a:lnTo>
                  <a:lnTo>
                    <a:pt x="2888" y="1424"/>
                  </a:lnTo>
                  <a:lnTo>
                    <a:pt x="2972" y="1235"/>
                  </a:lnTo>
                  <a:lnTo>
                    <a:pt x="3014" y="1235"/>
                  </a:lnTo>
                  <a:lnTo>
                    <a:pt x="3098" y="1193"/>
                  </a:lnTo>
                  <a:lnTo>
                    <a:pt x="3118" y="1047"/>
                  </a:lnTo>
                  <a:lnTo>
                    <a:pt x="3202" y="900"/>
                  </a:lnTo>
                  <a:lnTo>
                    <a:pt x="3139" y="733"/>
                  </a:lnTo>
                  <a:lnTo>
                    <a:pt x="3139" y="691"/>
                  </a:lnTo>
                  <a:lnTo>
                    <a:pt x="3181" y="587"/>
                  </a:lnTo>
                  <a:lnTo>
                    <a:pt x="3118" y="524"/>
                  </a:lnTo>
                  <a:lnTo>
                    <a:pt x="3035" y="482"/>
                  </a:lnTo>
                  <a:lnTo>
                    <a:pt x="3014" y="419"/>
                  </a:lnTo>
                  <a:lnTo>
                    <a:pt x="2909" y="294"/>
                  </a:lnTo>
                  <a:lnTo>
                    <a:pt x="2679" y="168"/>
                  </a:lnTo>
                  <a:lnTo>
                    <a:pt x="2512" y="147"/>
                  </a:lnTo>
                  <a:lnTo>
                    <a:pt x="2281" y="147"/>
                  </a:lnTo>
                  <a:lnTo>
                    <a:pt x="2198" y="105"/>
                  </a:lnTo>
                  <a:lnTo>
                    <a:pt x="2156" y="63"/>
                  </a:lnTo>
                  <a:lnTo>
                    <a:pt x="2072" y="1"/>
                  </a:lnTo>
                  <a:close/>
                </a:path>
              </a:pathLst>
            </a:custGeom>
            <a:solidFill>
              <a:srgbClr val="5F7D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22" name="Google Shape;5922;p36"/>
            <p:cNvSpPr/>
            <p:nvPr/>
          </p:nvSpPr>
          <p:spPr>
            <a:xfrm>
              <a:off x="3163092" y="3070629"/>
              <a:ext cx="23172" cy="20709"/>
            </a:xfrm>
            <a:custGeom>
              <a:rect b="b" l="l" r="r" t="t"/>
              <a:pathLst>
                <a:path extrusionOk="0" h="1821" w="1946">
                  <a:moveTo>
                    <a:pt x="293" y="0"/>
                  </a:moveTo>
                  <a:lnTo>
                    <a:pt x="105" y="21"/>
                  </a:lnTo>
                  <a:lnTo>
                    <a:pt x="105" y="42"/>
                  </a:lnTo>
                  <a:lnTo>
                    <a:pt x="63" y="63"/>
                  </a:lnTo>
                  <a:lnTo>
                    <a:pt x="84" y="63"/>
                  </a:lnTo>
                  <a:lnTo>
                    <a:pt x="63" y="209"/>
                  </a:lnTo>
                  <a:lnTo>
                    <a:pt x="0" y="230"/>
                  </a:lnTo>
                  <a:lnTo>
                    <a:pt x="63" y="251"/>
                  </a:lnTo>
                  <a:lnTo>
                    <a:pt x="126" y="272"/>
                  </a:lnTo>
                  <a:lnTo>
                    <a:pt x="167" y="377"/>
                  </a:lnTo>
                  <a:lnTo>
                    <a:pt x="63" y="460"/>
                  </a:lnTo>
                  <a:lnTo>
                    <a:pt x="0" y="586"/>
                  </a:lnTo>
                  <a:lnTo>
                    <a:pt x="21" y="690"/>
                  </a:lnTo>
                  <a:lnTo>
                    <a:pt x="188" y="837"/>
                  </a:lnTo>
                  <a:lnTo>
                    <a:pt x="335" y="837"/>
                  </a:lnTo>
                  <a:lnTo>
                    <a:pt x="418" y="879"/>
                  </a:lnTo>
                  <a:lnTo>
                    <a:pt x="481" y="983"/>
                  </a:lnTo>
                  <a:lnTo>
                    <a:pt x="523" y="983"/>
                  </a:lnTo>
                  <a:lnTo>
                    <a:pt x="607" y="879"/>
                  </a:lnTo>
                  <a:lnTo>
                    <a:pt x="586" y="774"/>
                  </a:lnTo>
                  <a:lnTo>
                    <a:pt x="418" y="670"/>
                  </a:lnTo>
                  <a:lnTo>
                    <a:pt x="377" y="586"/>
                  </a:lnTo>
                  <a:lnTo>
                    <a:pt x="418" y="565"/>
                  </a:lnTo>
                  <a:lnTo>
                    <a:pt x="523" y="649"/>
                  </a:lnTo>
                  <a:lnTo>
                    <a:pt x="628" y="690"/>
                  </a:lnTo>
                  <a:lnTo>
                    <a:pt x="649" y="774"/>
                  </a:lnTo>
                  <a:lnTo>
                    <a:pt x="753" y="858"/>
                  </a:lnTo>
                  <a:lnTo>
                    <a:pt x="795" y="983"/>
                  </a:lnTo>
                  <a:lnTo>
                    <a:pt x="921" y="1067"/>
                  </a:lnTo>
                  <a:lnTo>
                    <a:pt x="1025" y="1151"/>
                  </a:lnTo>
                  <a:lnTo>
                    <a:pt x="1109" y="1193"/>
                  </a:lnTo>
                  <a:lnTo>
                    <a:pt x="1234" y="1318"/>
                  </a:lnTo>
                  <a:lnTo>
                    <a:pt x="1255" y="1402"/>
                  </a:lnTo>
                  <a:lnTo>
                    <a:pt x="1172" y="1486"/>
                  </a:lnTo>
                  <a:lnTo>
                    <a:pt x="1172" y="1569"/>
                  </a:lnTo>
                  <a:lnTo>
                    <a:pt x="1234" y="1632"/>
                  </a:lnTo>
                  <a:lnTo>
                    <a:pt x="1360" y="1695"/>
                  </a:lnTo>
                  <a:lnTo>
                    <a:pt x="1444" y="1737"/>
                  </a:lnTo>
                  <a:lnTo>
                    <a:pt x="1486" y="1716"/>
                  </a:lnTo>
                  <a:lnTo>
                    <a:pt x="1527" y="1632"/>
                  </a:lnTo>
                  <a:lnTo>
                    <a:pt x="1465" y="1569"/>
                  </a:lnTo>
                  <a:lnTo>
                    <a:pt x="1360" y="1507"/>
                  </a:lnTo>
                  <a:lnTo>
                    <a:pt x="1360" y="1486"/>
                  </a:lnTo>
                  <a:lnTo>
                    <a:pt x="1381" y="1465"/>
                  </a:lnTo>
                  <a:lnTo>
                    <a:pt x="1465" y="1507"/>
                  </a:lnTo>
                  <a:lnTo>
                    <a:pt x="1548" y="1632"/>
                  </a:lnTo>
                  <a:lnTo>
                    <a:pt x="1548" y="1737"/>
                  </a:lnTo>
                  <a:lnTo>
                    <a:pt x="1590" y="1737"/>
                  </a:lnTo>
                  <a:lnTo>
                    <a:pt x="1632" y="1779"/>
                  </a:lnTo>
                  <a:lnTo>
                    <a:pt x="1674" y="1820"/>
                  </a:lnTo>
                  <a:lnTo>
                    <a:pt x="1737" y="1820"/>
                  </a:lnTo>
                  <a:lnTo>
                    <a:pt x="1758" y="1779"/>
                  </a:lnTo>
                  <a:lnTo>
                    <a:pt x="1758" y="1695"/>
                  </a:lnTo>
                  <a:lnTo>
                    <a:pt x="1737" y="1632"/>
                  </a:lnTo>
                  <a:lnTo>
                    <a:pt x="1737" y="1590"/>
                  </a:lnTo>
                  <a:lnTo>
                    <a:pt x="1758" y="1486"/>
                  </a:lnTo>
                  <a:lnTo>
                    <a:pt x="1841" y="1423"/>
                  </a:lnTo>
                  <a:lnTo>
                    <a:pt x="1779" y="1318"/>
                  </a:lnTo>
                  <a:lnTo>
                    <a:pt x="1695" y="1297"/>
                  </a:lnTo>
                  <a:lnTo>
                    <a:pt x="1737" y="1214"/>
                  </a:lnTo>
                  <a:lnTo>
                    <a:pt x="1779" y="1151"/>
                  </a:lnTo>
                  <a:lnTo>
                    <a:pt x="1779" y="1046"/>
                  </a:lnTo>
                  <a:lnTo>
                    <a:pt x="1841" y="983"/>
                  </a:lnTo>
                  <a:lnTo>
                    <a:pt x="1946" y="983"/>
                  </a:lnTo>
                  <a:lnTo>
                    <a:pt x="1946" y="962"/>
                  </a:lnTo>
                  <a:lnTo>
                    <a:pt x="1862" y="900"/>
                  </a:lnTo>
                  <a:lnTo>
                    <a:pt x="1758" y="879"/>
                  </a:lnTo>
                  <a:lnTo>
                    <a:pt x="1695" y="795"/>
                  </a:lnTo>
                  <a:lnTo>
                    <a:pt x="1653" y="732"/>
                  </a:lnTo>
                  <a:lnTo>
                    <a:pt x="1548" y="586"/>
                  </a:lnTo>
                  <a:lnTo>
                    <a:pt x="1465" y="481"/>
                  </a:lnTo>
                  <a:lnTo>
                    <a:pt x="1465" y="356"/>
                  </a:lnTo>
                  <a:lnTo>
                    <a:pt x="1423" y="251"/>
                  </a:lnTo>
                  <a:lnTo>
                    <a:pt x="1360" y="272"/>
                  </a:lnTo>
                  <a:lnTo>
                    <a:pt x="1339" y="335"/>
                  </a:lnTo>
                  <a:lnTo>
                    <a:pt x="1234" y="335"/>
                  </a:lnTo>
                  <a:lnTo>
                    <a:pt x="1255" y="272"/>
                  </a:lnTo>
                  <a:lnTo>
                    <a:pt x="1172" y="272"/>
                  </a:lnTo>
                  <a:lnTo>
                    <a:pt x="1130" y="314"/>
                  </a:lnTo>
                  <a:lnTo>
                    <a:pt x="1025" y="209"/>
                  </a:lnTo>
                  <a:lnTo>
                    <a:pt x="1025" y="146"/>
                  </a:lnTo>
                  <a:lnTo>
                    <a:pt x="942" y="126"/>
                  </a:lnTo>
                  <a:lnTo>
                    <a:pt x="858" y="42"/>
                  </a:lnTo>
                  <a:lnTo>
                    <a:pt x="711" y="42"/>
                  </a:lnTo>
                  <a:lnTo>
                    <a:pt x="607" y="63"/>
                  </a:lnTo>
                  <a:lnTo>
                    <a:pt x="293" y="0"/>
                  </a:lnTo>
                  <a:close/>
                </a:path>
              </a:pathLst>
            </a:custGeom>
            <a:solidFill>
              <a:srgbClr val="5F7D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23" name="Google Shape;5923;p36"/>
            <p:cNvSpPr/>
            <p:nvPr/>
          </p:nvSpPr>
          <p:spPr>
            <a:xfrm>
              <a:off x="3150875" y="3043494"/>
              <a:ext cx="32150" cy="30467"/>
            </a:xfrm>
            <a:custGeom>
              <a:rect b="b" l="l" r="r" t="t"/>
              <a:pathLst>
                <a:path extrusionOk="0" h="2679" w="2700">
                  <a:moveTo>
                    <a:pt x="2470" y="1"/>
                  </a:moveTo>
                  <a:lnTo>
                    <a:pt x="2407" y="22"/>
                  </a:lnTo>
                  <a:lnTo>
                    <a:pt x="2386" y="105"/>
                  </a:lnTo>
                  <a:lnTo>
                    <a:pt x="2302" y="126"/>
                  </a:lnTo>
                  <a:lnTo>
                    <a:pt x="2198" y="210"/>
                  </a:lnTo>
                  <a:lnTo>
                    <a:pt x="2093" y="210"/>
                  </a:lnTo>
                  <a:lnTo>
                    <a:pt x="2072" y="294"/>
                  </a:lnTo>
                  <a:lnTo>
                    <a:pt x="1988" y="252"/>
                  </a:lnTo>
                  <a:lnTo>
                    <a:pt x="1884" y="294"/>
                  </a:lnTo>
                  <a:lnTo>
                    <a:pt x="1863" y="231"/>
                  </a:lnTo>
                  <a:lnTo>
                    <a:pt x="1779" y="189"/>
                  </a:lnTo>
                  <a:lnTo>
                    <a:pt x="1737" y="189"/>
                  </a:lnTo>
                  <a:lnTo>
                    <a:pt x="1696" y="294"/>
                  </a:lnTo>
                  <a:lnTo>
                    <a:pt x="1591" y="294"/>
                  </a:lnTo>
                  <a:lnTo>
                    <a:pt x="1528" y="419"/>
                  </a:lnTo>
                  <a:lnTo>
                    <a:pt x="1528" y="461"/>
                  </a:lnTo>
                  <a:lnTo>
                    <a:pt x="1465" y="503"/>
                  </a:lnTo>
                  <a:lnTo>
                    <a:pt x="1361" y="587"/>
                  </a:lnTo>
                  <a:lnTo>
                    <a:pt x="1235" y="649"/>
                  </a:lnTo>
                  <a:lnTo>
                    <a:pt x="1214" y="691"/>
                  </a:lnTo>
                  <a:lnTo>
                    <a:pt x="1131" y="670"/>
                  </a:lnTo>
                  <a:lnTo>
                    <a:pt x="1068" y="691"/>
                  </a:lnTo>
                  <a:lnTo>
                    <a:pt x="1005" y="649"/>
                  </a:lnTo>
                  <a:lnTo>
                    <a:pt x="859" y="628"/>
                  </a:lnTo>
                  <a:lnTo>
                    <a:pt x="691" y="733"/>
                  </a:lnTo>
                  <a:lnTo>
                    <a:pt x="503" y="754"/>
                  </a:lnTo>
                  <a:lnTo>
                    <a:pt x="503" y="859"/>
                  </a:lnTo>
                  <a:lnTo>
                    <a:pt x="503" y="942"/>
                  </a:lnTo>
                  <a:lnTo>
                    <a:pt x="482" y="1089"/>
                  </a:lnTo>
                  <a:lnTo>
                    <a:pt x="419" y="1172"/>
                  </a:lnTo>
                  <a:lnTo>
                    <a:pt x="294" y="1172"/>
                  </a:lnTo>
                  <a:lnTo>
                    <a:pt x="189" y="1193"/>
                  </a:lnTo>
                  <a:lnTo>
                    <a:pt x="189" y="1256"/>
                  </a:lnTo>
                  <a:lnTo>
                    <a:pt x="126" y="1256"/>
                  </a:lnTo>
                  <a:lnTo>
                    <a:pt x="22" y="1214"/>
                  </a:lnTo>
                  <a:lnTo>
                    <a:pt x="1" y="1256"/>
                  </a:lnTo>
                  <a:lnTo>
                    <a:pt x="210" y="1507"/>
                  </a:lnTo>
                  <a:lnTo>
                    <a:pt x="315" y="1591"/>
                  </a:lnTo>
                  <a:lnTo>
                    <a:pt x="315" y="1675"/>
                  </a:lnTo>
                  <a:lnTo>
                    <a:pt x="482" y="1821"/>
                  </a:lnTo>
                  <a:lnTo>
                    <a:pt x="628" y="2030"/>
                  </a:lnTo>
                  <a:lnTo>
                    <a:pt x="900" y="2323"/>
                  </a:lnTo>
                  <a:lnTo>
                    <a:pt x="963" y="2323"/>
                  </a:lnTo>
                  <a:lnTo>
                    <a:pt x="1026" y="2344"/>
                  </a:lnTo>
                  <a:lnTo>
                    <a:pt x="1068" y="2323"/>
                  </a:lnTo>
                  <a:lnTo>
                    <a:pt x="1068" y="2407"/>
                  </a:lnTo>
                  <a:lnTo>
                    <a:pt x="1131" y="2407"/>
                  </a:lnTo>
                  <a:lnTo>
                    <a:pt x="1319" y="2386"/>
                  </a:lnTo>
                  <a:lnTo>
                    <a:pt x="1633" y="2449"/>
                  </a:lnTo>
                  <a:lnTo>
                    <a:pt x="1737" y="2428"/>
                  </a:lnTo>
                  <a:lnTo>
                    <a:pt x="1884" y="2428"/>
                  </a:lnTo>
                  <a:lnTo>
                    <a:pt x="1947" y="2512"/>
                  </a:lnTo>
                  <a:lnTo>
                    <a:pt x="2009" y="2532"/>
                  </a:lnTo>
                  <a:lnTo>
                    <a:pt x="2009" y="2595"/>
                  </a:lnTo>
                  <a:lnTo>
                    <a:pt x="2156" y="2679"/>
                  </a:lnTo>
                  <a:lnTo>
                    <a:pt x="2198" y="2658"/>
                  </a:lnTo>
                  <a:lnTo>
                    <a:pt x="2260" y="2658"/>
                  </a:lnTo>
                  <a:lnTo>
                    <a:pt x="2302" y="2637"/>
                  </a:lnTo>
                  <a:lnTo>
                    <a:pt x="2281" y="2553"/>
                  </a:lnTo>
                  <a:lnTo>
                    <a:pt x="2219" y="2470"/>
                  </a:lnTo>
                  <a:lnTo>
                    <a:pt x="2198" y="2344"/>
                  </a:lnTo>
                  <a:lnTo>
                    <a:pt x="2281" y="2219"/>
                  </a:lnTo>
                  <a:lnTo>
                    <a:pt x="2302" y="2135"/>
                  </a:lnTo>
                  <a:lnTo>
                    <a:pt x="2302" y="2009"/>
                  </a:lnTo>
                  <a:lnTo>
                    <a:pt x="2281" y="2093"/>
                  </a:lnTo>
                  <a:lnTo>
                    <a:pt x="2260" y="2135"/>
                  </a:lnTo>
                  <a:lnTo>
                    <a:pt x="2198" y="2156"/>
                  </a:lnTo>
                  <a:lnTo>
                    <a:pt x="2198" y="2093"/>
                  </a:lnTo>
                  <a:lnTo>
                    <a:pt x="2219" y="2009"/>
                  </a:lnTo>
                  <a:lnTo>
                    <a:pt x="2281" y="1884"/>
                  </a:lnTo>
                  <a:lnTo>
                    <a:pt x="2260" y="1800"/>
                  </a:lnTo>
                  <a:lnTo>
                    <a:pt x="2260" y="1716"/>
                  </a:lnTo>
                  <a:lnTo>
                    <a:pt x="2344" y="1528"/>
                  </a:lnTo>
                  <a:lnTo>
                    <a:pt x="2386" y="1528"/>
                  </a:lnTo>
                  <a:lnTo>
                    <a:pt x="2365" y="1591"/>
                  </a:lnTo>
                  <a:lnTo>
                    <a:pt x="2365" y="1675"/>
                  </a:lnTo>
                  <a:lnTo>
                    <a:pt x="2365" y="1800"/>
                  </a:lnTo>
                  <a:lnTo>
                    <a:pt x="2386" y="1800"/>
                  </a:lnTo>
                  <a:lnTo>
                    <a:pt x="2428" y="1716"/>
                  </a:lnTo>
                  <a:lnTo>
                    <a:pt x="2470" y="1486"/>
                  </a:lnTo>
                  <a:lnTo>
                    <a:pt x="2470" y="1214"/>
                  </a:lnTo>
                  <a:lnTo>
                    <a:pt x="2491" y="1172"/>
                  </a:lnTo>
                  <a:lnTo>
                    <a:pt x="2428" y="1089"/>
                  </a:lnTo>
                  <a:lnTo>
                    <a:pt x="2407" y="1068"/>
                  </a:lnTo>
                  <a:lnTo>
                    <a:pt x="2407" y="1005"/>
                  </a:lnTo>
                  <a:lnTo>
                    <a:pt x="2470" y="963"/>
                  </a:lnTo>
                  <a:lnTo>
                    <a:pt x="2491" y="963"/>
                  </a:lnTo>
                  <a:lnTo>
                    <a:pt x="2512" y="984"/>
                  </a:lnTo>
                  <a:lnTo>
                    <a:pt x="2533" y="838"/>
                  </a:lnTo>
                  <a:lnTo>
                    <a:pt x="2637" y="691"/>
                  </a:lnTo>
                  <a:lnTo>
                    <a:pt x="2700" y="628"/>
                  </a:lnTo>
                  <a:lnTo>
                    <a:pt x="2700" y="566"/>
                  </a:lnTo>
                  <a:lnTo>
                    <a:pt x="2637" y="524"/>
                  </a:lnTo>
                  <a:lnTo>
                    <a:pt x="2637" y="461"/>
                  </a:lnTo>
                  <a:lnTo>
                    <a:pt x="2679" y="377"/>
                  </a:lnTo>
                  <a:lnTo>
                    <a:pt x="2637" y="273"/>
                  </a:lnTo>
                  <a:lnTo>
                    <a:pt x="2637" y="126"/>
                  </a:lnTo>
                  <a:lnTo>
                    <a:pt x="2679" y="63"/>
                  </a:lnTo>
                  <a:lnTo>
                    <a:pt x="2700" y="43"/>
                  </a:lnTo>
                  <a:lnTo>
                    <a:pt x="2533" y="43"/>
                  </a:lnTo>
                  <a:lnTo>
                    <a:pt x="2512" y="1"/>
                  </a:lnTo>
                  <a:close/>
                </a:path>
              </a:pathLst>
            </a:custGeom>
            <a:solidFill>
              <a:srgbClr val="5F7D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24" name="Google Shape;5924;p36"/>
            <p:cNvSpPr/>
            <p:nvPr/>
          </p:nvSpPr>
          <p:spPr>
            <a:xfrm>
              <a:off x="3140409" y="3037308"/>
              <a:ext cx="43617" cy="20948"/>
            </a:xfrm>
            <a:custGeom>
              <a:rect b="b" l="l" r="r" t="t"/>
              <a:pathLst>
                <a:path extrusionOk="0" h="1842" w="3663">
                  <a:moveTo>
                    <a:pt x="1926" y="1"/>
                  </a:moveTo>
                  <a:lnTo>
                    <a:pt x="1905" y="43"/>
                  </a:lnTo>
                  <a:lnTo>
                    <a:pt x="1968" y="105"/>
                  </a:lnTo>
                  <a:lnTo>
                    <a:pt x="1863" y="126"/>
                  </a:lnTo>
                  <a:lnTo>
                    <a:pt x="1800" y="168"/>
                  </a:lnTo>
                  <a:lnTo>
                    <a:pt x="1696" y="147"/>
                  </a:lnTo>
                  <a:lnTo>
                    <a:pt x="1507" y="168"/>
                  </a:lnTo>
                  <a:lnTo>
                    <a:pt x="943" y="168"/>
                  </a:lnTo>
                  <a:lnTo>
                    <a:pt x="775" y="252"/>
                  </a:lnTo>
                  <a:lnTo>
                    <a:pt x="712" y="210"/>
                  </a:lnTo>
                  <a:lnTo>
                    <a:pt x="712" y="252"/>
                  </a:lnTo>
                  <a:lnTo>
                    <a:pt x="629" y="315"/>
                  </a:lnTo>
                  <a:lnTo>
                    <a:pt x="566" y="419"/>
                  </a:lnTo>
                  <a:lnTo>
                    <a:pt x="419" y="482"/>
                  </a:lnTo>
                  <a:lnTo>
                    <a:pt x="336" y="482"/>
                  </a:lnTo>
                  <a:lnTo>
                    <a:pt x="189" y="649"/>
                  </a:lnTo>
                  <a:lnTo>
                    <a:pt x="106" y="754"/>
                  </a:lnTo>
                  <a:lnTo>
                    <a:pt x="126" y="838"/>
                  </a:lnTo>
                  <a:lnTo>
                    <a:pt x="43" y="984"/>
                  </a:lnTo>
                  <a:lnTo>
                    <a:pt x="1" y="1047"/>
                  </a:lnTo>
                  <a:lnTo>
                    <a:pt x="43" y="1005"/>
                  </a:lnTo>
                  <a:lnTo>
                    <a:pt x="126" y="1047"/>
                  </a:lnTo>
                  <a:lnTo>
                    <a:pt x="147" y="1068"/>
                  </a:lnTo>
                  <a:lnTo>
                    <a:pt x="210" y="1089"/>
                  </a:lnTo>
                  <a:lnTo>
                    <a:pt x="252" y="1151"/>
                  </a:lnTo>
                  <a:lnTo>
                    <a:pt x="399" y="1110"/>
                  </a:lnTo>
                  <a:lnTo>
                    <a:pt x="503" y="1151"/>
                  </a:lnTo>
                  <a:lnTo>
                    <a:pt x="566" y="1256"/>
                  </a:lnTo>
                  <a:lnTo>
                    <a:pt x="608" y="1298"/>
                  </a:lnTo>
                  <a:lnTo>
                    <a:pt x="650" y="1361"/>
                  </a:lnTo>
                  <a:lnTo>
                    <a:pt x="671" y="1298"/>
                  </a:lnTo>
                  <a:lnTo>
                    <a:pt x="712" y="1256"/>
                  </a:lnTo>
                  <a:lnTo>
                    <a:pt x="817" y="1214"/>
                  </a:lnTo>
                  <a:lnTo>
                    <a:pt x="859" y="1256"/>
                  </a:lnTo>
                  <a:lnTo>
                    <a:pt x="943" y="1277"/>
                  </a:lnTo>
                  <a:lnTo>
                    <a:pt x="943" y="1382"/>
                  </a:lnTo>
                  <a:lnTo>
                    <a:pt x="922" y="1486"/>
                  </a:lnTo>
                  <a:lnTo>
                    <a:pt x="922" y="1507"/>
                  </a:lnTo>
                  <a:lnTo>
                    <a:pt x="880" y="1612"/>
                  </a:lnTo>
                  <a:lnTo>
                    <a:pt x="922" y="1675"/>
                  </a:lnTo>
                  <a:lnTo>
                    <a:pt x="963" y="1696"/>
                  </a:lnTo>
                  <a:lnTo>
                    <a:pt x="984" y="1716"/>
                  </a:lnTo>
                  <a:lnTo>
                    <a:pt x="1047" y="1716"/>
                  </a:lnTo>
                  <a:lnTo>
                    <a:pt x="1068" y="1696"/>
                  </a:lnTo>
                  <a:lnTo>
                    <a:pt x="1131" y="1716"/>
                  </a:lnTo>
                  <a:lnTo>
                    <a:pt x="1131" y="1800"/>
                  </a:lnTo>
                  <a:lnTo>
                    <a:pt x="1152" y="1842"/>
                  </a:lnTo>
                  <a:lnTo>
                    <a:pt x="1256" y="1821"/>
                  </a:lnTo>
                  <a:lnTo>
                    <a:pt x="1382" y="1821"/>
                  </a:lnTo>
                  <a:lnTo>
                    <a:pt x="1445" y="1737"/>
                  </a:lnTo>
                  <a:lnTo>
                    <a:pt x="1445" y="1591"/>
                  </a:lnTo>
                  <a:lnTo>
                    <a:pt x="1445" y="1507"/>
                  </a:lnTo>
                  <a:lnTo>
                    <a:pt x="1445" y="1403"/>
                  </a:lnTo>
                  <a:lnTo>
                    <a:pt x="1612" y="1382"/>
                  </a:lnTo>
                  <a:lnTo>
                    <a:pt x="1800" y="1277"/>
                  </a:lnTo>
                  <a:lnTo>
                    <a:pt x="1926" y="1298"/>
                  </a:lnTo>
                  <a:lnTo>
                    <a:pt x="2010" y="1361"/>
                  </a:lnTo>
                  <a:lnTo>
                    <a:pt x="2072" y="1361"/>
                  </a:lnTo>
                  <a:lnTo>
                    <a:pt x="2135" y="1382"/>
                  </a:lnTo>
                  <a:lnTo>
                    <a:pt x="2177" y="1298"/>
                  </a:lnTo>
                  <a:lnTo>
                    <a:pt x="2303" y="1277"/>
                  </a:lnTo>
                  <a:lnTo>
                    <a:pt x="2407" y="1151"/>
                  </a:lnTo>
                  <a:lnTo>
                    <a:pt x="2449" y="1110"/>
                  </a:lnTo>
                  <a:lnTo>
                    <a:pt x="2491" y="1068"/>
                  </a:lnTo>
                  <a:lnTo>
                    <a:pt x="2554" y="900"/>
                  </a:lnTo>
                  <a:lnTo>
                    <a:pt x="2658" y="900"/>
                  </a:lnTo>
                  <a:lnTo>
                    <a:pt x="2700" y="796"/>
                  </a:lnTo>
                  <a:lnTo>
                    <a:pt x="2742" y="796"/>
                  </a:lnTo>
                  <a:lnTo>
                    <a:pt x="2826" y="879"/>
                  </a:lnTo>
                  <a:lnTo>
                    <a:pt x="2847" y="900"/>
                  </a:lnTo>
                  <a:lnTo>
                    <a:pt x="2951" y="900"/>
                  </a:lnTo>
                  <a:lnTo>
                    <a:pt x="3035" y="942"/>
                  </a:lnTo>
                  <a:lnTo>
                    <a:pt x="3056" y="859"/>
                  </a:lnTo>
                  <a:lnTo>
                    <a:pt x="3139" y="859"/>
                  </a:lnTo>
                  <a:lnTo>
                    <a:pt x="3244" y="775"/>
                  </a:lnTo>
                  <a:lnTo>
                    <a:pt x="3328" y="754"/>
                  </a:lnTo>
                  <a:lnTo>
                    <a:pt x="3349" y="670"/>
                  </a:lnTo>
                  <a:lnTo>
                    <a:pt x="3391" y="649"/>
                  </a:lnTo>
                  <a:lnTo>
                    <a:pt x="3453" y="649"/>
                  </a:lnTo>
                  <a:lnTo>
                    <a:pt x="3474" y="670"/>
                  </a:lnTo>
                  <a:lnTo>
                    <a:pt x="3642" y="670"/>
                  </a:lnTo>
                  <a:lnTo>
                    <a:pt x="3663" y="628"/>
                  </a:lnTo>
                  <a:lnTo>
                    <a:pt x="3642" y="566"/>
                  </a:lnTo>
                  <a:lnTo>
                    <a:pt x="3495" y="461"/>
                  </a:lnTo>
                  <a:lnTo>
                    <a:pt x="3370" y="419"/>
                  </a:lnTo>
                  <a:lnTo>
                    <a:pt x="3370" y="419"/>
                  </a:lnTo>
                  <a:lnTo>
                    <a:pt x="3432" y="524"/>
                  </a:lnTo>
                  <a:lnTo>
                    <a:pt x="3286" y="524"/>
                  </a:lnTo>
                  <a:lnTo>
                    <a:pt x="3139" y="482"/>
                  </a:lnTo>
                  <a:lnTo>
                    <a:pt x="3077" y="461"/>
                  </a:lnTo>
                  <a:lnTo>
                    <a:pt x="2972" y="440"/>
                  </a:lnTo>
                  <a:lnTo>
                    <a:pt x="2867" y="440"/>
                  </a:lnTo>
                  <a:lnTo>
                    <a:pt x="2909" y="377"/>
                  </a:lnTo>
                  <a:lnTo>
                    <a:pt x="2972" y="377"/>
                  </a:lnTo>
                  <a:lnTo>
                    <a:pt x="2972" y="315"/>
                  </a:lnTo>
                  <a:lnTo>
                    <a:pt x="3035" y="315"/>
                  </a:lnTo>
                  <a:lnTo>
                    <a:pt x="3119" y="335"/>
                  </a:lnTo>
                  <a:lnTo>
                    <a:pt x="3265" y="377"/>
                  </a:lnTo>
                  <a:lnTo>
                    <a:pt x="3286" y="356"/>
                  </a:lnTo>
                  <a:lnTo>
                    <a:pt x="3181" y="273"/>
                  </a:lnTo>
                  <a:lnTo>
                    <a:pt x="3035" y="210"/>
                  </a:lnTo>
                  <a:lnTo>
                    <a:pt x="2951" y="168"/>
                  </a:lnTo>
                  <a:lnTo>
                    <a:pt x="2847" y="210"/>
                  </a:lnTo>
                  <a:lnTo>
                    <a:pt x="2805" y="168"/>
                  </a:lnTo>
                  <a:lnTo>
                    <a:pt x="2763" y="252"/>
                  </a:lnTo>
                  <a:lnTo>
                    <a:pt x="2700" y="210"/>
                  </a:lnTo>
                  <a:lnTo>
                    <a:pt x="2428" y="168"/>
                  </a:lnTo>
                  <a:lnTo>
                    <a:pt x="2198" y="147"/>
                  </a:lnTo>
                  <a:lnTo>
                    <a:pt x="2072" y="43"/>
                  </a:lnTo>
                  <a:lnTo>
                    <a:pt x="1926" y="1"/>
                  </a:lnTo>
                  <a:close/>
                </a:path>
              </a:pathLst>
            </a:custGeom>
            <a:solidFill>
              <a:srgbClr val="5F7D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25" name="Google Shape;5925;p36"/>
            <p:cNvSpPr/>
            <p:nvPr/>
          </p:nvSpPr>
          <p:spPr>
            <a:xfrm>
              <a:off x="3134431" y="3048737"/>
              <a:ext cx="17206" cy="9519"/>
            </a:xfrm>
            <a:custGeom>
              <a:rect b="b" l="l" r="r" t="t"/>
              <a:pathLst>
                <a:path extrusionOk="0" h="837" w="1445">
                  <a:moveTo>
                    <a:pt x="545" y="0"/>
                  </a:moveTo>
                  <a:lnTo>
                    <a:pt x="503" y="42"/>
                  </a:lnTo>
                  <a:lnTo>
                    <a:pt x="398" y="105"/>
                  </a:lnTo>
                  <a:lnTo>
                    <a:pt x="398" y="167"/>
                  </a:lnTo>
                  <a:lnTo>
                    <a:pt x="294" y="188"/>
                  </a:lnTo>
                  <a:lnTo>
                    <a:pt x="168" y="251"/>
                  </a:lnTo>
                  <a:lnTo>
                    <a:pt x="64" y="356"/>
                  </a:lnTo>
                  <a:lnTo>
                    <a:pt x="64" y="398"/>
                  </a:lnTo>
                  <a:lnTo>
                    <a:pt x="1" y="481"/>
                  </a:lnTo>
                  <a:lnTo>
                    <a:pt x="168" y="481"/>
                  </a:lnTo>
                  <a:lnTo>
                    <a:pt x="273" y="586"/>
                  </a:lnTo>
                  <a:lnTo>
                    <a:pt x="398" y="607"/>
                  </a:lnTo>
                  <a:lnTo>
                    <a:pt x="440" y="607"/>
                  </a:lnTo>
                  <a:lnTo>
                    <a:pt x="649" y="691"/>
                  </a:lnTo>
                  <a:lnTo>
                    <a:pt x="838" y="795"/>
                  </a:lnTo>
                  <a:lnTo>
                    <a:pt x="859" y="732"/>
                  </a:lnTo>
                  <a:lnTo>
                    <a:pt x="796" y="691"/>
                  </a:lnTo>
                  <a:lnTo>
                    <a:pt x="817" y="670"/>
                  </a:lnTo>
                  <a:lnTo>
                    <a:pt x="921" y="670"/>
                  </a:lnTo>
                  <a:lnTo>
                    <a:pt x="1005" y="795"/>
                  </a:lnTo>
                  <a:lnTo>
                    <a:pt x="1068" y="837"/>
                  </a:lnTo>
                  <a:lnTo>
                    <a:pt x="1340" y="837"/>
                  </a:lnTo>
                  <a:lnTo>
                    <a:pt x="1424" y="732"/>
                  </a:lnTo>
                  <a:lnTo>
                    <a:pt x="1382" y="691"/>
                  </a:lnTo>
                  <a:lnTo>
                    <a:pt x="1424" y="670"/>
                  </a:lnTo>
                  <a:lnTo>
                    <a:pt x="1382" y="607"/>
                  </a:lnTo>
                  <a:lnTo>
                    <a:pt x="1424" y="502"/>
                  </a:lnTo>
                  <a:lnTo>
                    <a:pt x="1424" y="481"/>
                  </a:lnTo>
                  <a:lnTo>
                    <a:pt x="1445" y="377"/>
                  </a:lnTo>
                  <a:lnTo>
                    <a:pt x="1445" y="272"/>
                  </a:lnTo>
                  <a:lnTo>
                    <a:pt x="1361" y="251"/>
                  </a:lnTo>
                  <a:lnTo>
                    <a:pt x="1319" y="209"/>
                  </a:lnTo>
                  <a:lnTo>
                    <a:pt x="1214" y="251"/>
                  </a:lnTo>
                  <a:lnTo>
                    <a:pt x="1173" y="293"/>
                  </a:lnTo>
                  <a:lnTo>
                    <a:pt x="1152" y="356"/>
                  </a:lnTo>
                  <a:lnTo>
                    <a:pt x="1110" y="293"/>
                  </a:lnTo>
                  <a:lnTo>
                    <a:pt x="1068" y="251"/>
                  </a:lnTo>
                  <a:lnTo>
                    <a:pt x="1005" y="146"/>
                  </a:lnTo>
                  <a:lnTo>
                    <a:pt x="901" y="105"/>
                  </a:lnTo>
                  <a:lnTo>
                    <a:pt x="754" y="146"/>
                  </a:lnTo>
                  <a:lnTo>
                    <a:pt x="712" y="84"/>
                  </a:lnTo>
                  <a:lnTo>
                    <a:pt x="649" y="63"/>
                  </a:lnTo>
                  <a:lnTo>
                    <a:pt x="628" y="42"/>
                  </a:lnTo>
                  <a:lnTo>
                    <a:pt x="545" y="0"/>
                  </a:lnTo>
                  <a:close/>
                </a:path>
              </a:pathLst>
            </a:custGeom>
            <a:solidFill>
              <a:srgbClr val="5F7D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26" name="Google Shape;5926;p36"/>
            <p:cNvSpPr/>
            <p:nvPr/>
          </p:nvSpPr>
          <p:spPr>
            <a:xfrm>
              <a:off x="3142159" y="3021841"/>
              <a:ext cx="7978" cy="16672"/>
            </a:xfrm>
            <a:custGeom>
              <a:rect b="b" l="l" r="r" t="t"/>
              <a:pathLst>
                <a:path extrusionOk="0" h="1466" w="670">
                  <a:moveTo>
                    <a:pt x="398" y="1"/>
                  </a:moveTo>
                  <a:lnTo>
                    <a:pt x="377" y="43"/>
                  </a:lnTo>
                  <a:lnTo>
                    <a:pt x="356" y="147"/>
                  </a:lnTo>
                  <a:lnTo>
                    <a:pt x="272" y="231"/>
                  </a:lnTo>
                  <a:lnTo>
                    <a:pt x="272" y="252"/>
                  </a:lnTo>
                  <a:lnTo>
                    <a:pt x="210" y="273"/>
                  </a:lnTo>
                  <a:lnTo>
                    <a:pt x="189" y="315"/>
                  </a:lnTo>
                  <a:lnTo>
                    <a:pt x="168" y="273"/>
                  </a:lnTo>
                  <a:lnTo>
                    <a:pt x="168" y="231"/>
                  </a:lnTo>
                  <a:lnTo>
                    <a:pt x="84" y="231"/>
                  </a:lnTo>
                  <a:lnTo>
                    <a:pt x="42" y="273"/>
                  </a:lnTo>
                  <a:lnTo>
                    <a:pt x="0" y="356"/>
                  </a:lnTo>
                  <a:lnTo>
                    <a:pt x="0" y="1423"/>
                  </a:lnTo>
                  <a:lnTo>
                    <a:pt x="84" y="1423"/>
                  </a:lnTo>
                  <a:lnTo>
                    <a:pt x="105" y="1465"/>
                  </a:lnTo>
                  <a:lnTo>
                    <a:pt x="168" y="1465"/>
                  </a:lnTo>
                  <a:lnTo>
                    <a:pt x="210" y="1361"/>
                  </a:lnTo>
                  <a:lnTo>
                    <a:pt x="314" y="1256"/>
                  </a:lnTo>
                  <a:lnTo>
                    <a:pt x="398" y="1298"/>
                  </a:lnTo>
                  <a:lnTo>
                    <a:pt x="565" y="1068"/>
                  </a:lnTo>
                  <a:lnTo>
                    <a:pt x="607" y="900"/>
                  </a:lnTo>
                  <a:lnTo>
                    <a:pt x="607" y="733"/>
                  </a:lnTo>
                  <a:lnTo>
                    <a:pt x="565" y="670"/>
                  </a:lnTo>
                  <a:lnTo>
                    <a:pt x="586" y="482"/>
                  </a:lnTo>
                  <a:lnTo>
                    <a:pt x="628" y="377"/>
                  </a:lnTo>
                  <a:lnTo>
                    <a:pt x="670" y="105"/>
                  </a:lnTo>
                  <a:lnTo>
                    <a:pt x="670" y="43"/>
                  </a:lnTo>
                  <a:lnTo>
                    <a:pt x="670" y="1"/>
                  </a:lnTo>
                  <a:lnTo>
                    <a:pt x="586" y="1"/>
                  </a:lnTo>
                  <a:lnTo>
                    <a:pt x="524" y="43"/>
                  </a:lnTo>
                  <a:lnTo>
                    <a:pt x="503" y="1"/>
                  </a:lnTo>
                  <a:close/>
                </a:path>
              </a:pathLst>
            </a:custGeom>
            <a:solidFill>
              <a:srgbClr val="5F7D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27" name="Google Shape;5927;p36"/>
            <p:cNvSpPr/>
            <p:nvPr/>
          </p:nvSpPr>
          <p:spPr>
            <a:xfrm>
              <a:off x="3120487" y="3025651"/>
              <a:ext cx="28411" cy="28568"/>
            </a:xfrm>
            <a:custGeom>
              <a:rect b="b" l="l" r="r" t="t"/>
              <a:pathLst>
                <a:path extrusionOk="0" h="2512" w="2386">
                  <a:moveTo>
                    <a:pt x="837" y="0"/>
                  </a:moveTo>
                  <a:lnTo>
                    <a:pt x="816" y="314"/>
                  </a:lnTo>
                  <a:lnTo>
                    <a:pt x="565" y="335"/>
                  </a:lnTo>
                  <a:lnTo>
                    <a:pt x="649" y="419"/>
                  </a:lnTo>
                  <a:lnTo>
                    <a:pt x="670" y="461"/>
                  </a:lnTo>
                  <a:lnTo>
                    <a:pt x="774" y="565"/>
                  </a:lnTo>
                  <a:lnTo>
                    <a:pt x="858" y="649"/>
                  </a:lnTo>
                  <a:lnTo>
                    <a:pt x="942" y="649"/>
                  </a:lnTo>
                  <a:lnTo>
                    <a:pt x="963" y="712"/>
                  </a:lnTo>
                  <a:lnTo>
                    <a:pt x="983" y="816"/>
                  </a:lnTo>
                  <a:lnTo>
                    <a:pt x="1025" y="837"/>
                  </a:lnTo>
                  <a:lnTo>
                    <a:pt x="1130" y="858"/>
                  </a:lnTo>
                  <a:lnTo>
                    <a:pt x="1193" y="879"/>
                  </a:lnTo>
                  <a:lnTo>
                    <a:pt x="1193" y="963"/>
                  </a:lnTo>
                  <a:lnTo>
                    <a:pt x="1130" y="1026"/>
                  </a:lnTo>
                  <a:lnTo>
                    <a:pt x="398" y="1026"/>
                  </a:lnTo>
                  <a:lnTo>
                    <a:pt x="42" y="1570"/>
                  </a:lnTo>
                  <a:lnTo>
                    <a:pt x="42" y="1674"/>
                  </a:lnTo>
                  <a:lnTo>
                    <a:pt x="84" y="1695"/>
                  </a:lnTo>
                  <a:lnTo>
                    <a:pt x="42" y="1758"/>
                  </a:lnTo>
                  <a:lnTo>
                    <a:pt x="84" y="1800"/>
                  </a:lnTo>
                  <a:lnTo>
                    <a:pt x="105" y="1821"/>
                  </a:lnTo>
                  <a:lnTo>
                    <a:pt x="105" y="1863"/>
                  </a:lnTo>
                  <a:lnTo>
                    <a:pt x="42" y="1904"/>
                  </a:lnTo>
                  <a:lnTo>
                    <a:pt x="21" y="1967"/>
                  </a:lnTo>
                  <a:lnTo>
                    <a:pt x="0" y="1988"/>
                  </a:lnTo>
                  <a:lnTo>
                    <a:pt x="105" y="2093"/>
                  </a:lnTo>
                  <a:lnTo>
                    <a:pt x="147" y="2218"/>
                  </a:lnTo>
                  <a:lnTo>
                    <a:pt x="251" y="2218"/>
                  </a:lnTo>
                  <a:lnTo>
                    <a:pt x="335" y="2323"/>
                  </a:lnTo>
                  <a:lnTo>
                    <a:pt x="628" y="2428"/>
                  </a:lnTo>
                  <a:lnTo>
                    <a:pt x="942" y="2428"/>
                  </a:lnTo>
                  <a:lnTo>
                    <a:pt x="1172" y="2511"/>
                  </a:lnTo>
                  <a:lnTo>
                    <a:pt x="1235" y="2428"/>
                  </a:lnTo>
                  <a:lnTo>
                    <a:pt x="1235" y="2386"/>
                  </a:lnTo>
                  <a:lnTo>
                    <a:pt x="1339" y="2281"/>
                  </a:lnTo>
                  <a:lnTo>
                    <a:pt x="1465" y="2218"/>
                  </a:lnTo>
                  <a:lnTo>
                    <a:pt x="1569" y="2197"/>
                  </a:lnTo>
                  <a:lnTo>
                    <a:pt x="1569" y="2135"/>
                  </a:lnTo>
                  <a:lnTo>
                    <a:pt x="1716" y="2009"/>
                  </a:lnTo>
                  <a:lnTo>
                    <a:pt x="1799" y="1863"/>
                  </a:lnTo>
                  <a:lnTo>
                    <a:pt x="1779" y="1779"/>
                  </a:lnTo>
                  <a:lnTo>
                    <a:pt x="1862" y="1674"/>
                  </a:lnTo>
                  <a:lnTo>
                    <a:pt x="2009" y="1507"/>
                  </a:lnTo>
                  <a:lnTo>
                    <a:pt x="2092" y="1507"/>
                  </a:lnTo>
                  <a:lnTo>
                    <a:pt x="2239" y="1444"/>
                  </a:lnTo>
                  <a:lnTo>
                    <a:pt x="2302" y="1340"/>
                  </a:lnTo>
                  <a:lnTo>
                    <a:pt x="2385" y="1277"/>
                  </a:lnTo>
                  <a:lnTo>
                    <a:pt x="2385" y="1235"/>
                  </a:lnTo>
                  <a:lnTo>
                    <a:pt x="2344" y="1172"/>
                  </a:lnTo>
                  <a:lnTo>
                    <a:pt x="2239" y="1172"/>
                  </a:lnTo>
                  <a:lnTo>
                    <a:pt x="2218" y="1256"/>
                  </a:lnTo>
                  <a:lnTo>
                    <a:pt x="2113" y="1172"/>
                  </a:lnTo>
                  <a:lnTo>
                    <a:pt x="2030" y="1172"/>
                  </a:lnTo>
                  <a:lnTo>
                    <a:pt x="1988" y="1130"/>
                  </a:lnTo>
                  <a:lnTo>
                    <a:pt x="1925" y="1130"/>
                  </a:lnTo>
                  <a:lnTo>
                    <a:pt x="1904" y="1088"/>
                  </a:lnTo>
                  <a:lnTo>
                    <a:pt x="1820" y="1088"/>
                  </a:lnTo>
                  <a:lnTo>
                    <a:pt x="1820" y="21"/>
                  </a:lnTo>
                  <a:lnTo>
                    <a:pt x="837" y="0"/>
                  </a:lnTo>
                  <a:close/>
                </a:path>
              </a:pathLst>
            </a:custGeom>
            <a:solidFill>
              <a:srgbClr val="5F7D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28" name="Google Shape;5928;p36"/>
            <p:cNvSpPr/>
            <p:nvPr/>
          </p:nvSpPr>
          <p:spPr>
            <a:xfrm>
              <a:off x="2965761" y="2909287"/>
              <a:ext cx="196343" cy="138983"/>
            </a:xfrm>
            <a:custGeom>
              <a:rect b="b" l="l" r="r" t="t"/>
              <a:pathLst>
                <a:path extrusionOk="0" h="12221" w="16489">
                  <a:moveTo>
                    <a:pt x="1381" y="1"/>
                  </a:moveTo>
                  <a:lnTo>
                    <a:pt x="1" y="22"/>
                  </a:lnTo>
                  <a:lnTo>
                    <a:pt x="21" y="168"/>
                  </a:lnTo>
                  <a:lnTo>
                    <a:pt x="105" y="482"/>
                  </a:lnTo>
                  <a:lnTo>
                    <a:pt x="168" y="587"/>
                  </a:lnTo>
                  <a:lnTo>
                    <a:pt x="231" y="691"/>
                  </a:lnTo>
                  <a:lnTo>
                    <a:pt x="168" y="712"/>
                  </a:lnTo>
                  <a:lnTo>
                    <a:pt x="168" y="796"/>
                  </a:lnTo>
                  <a:lnTo>
                    <a:pt x="189" y="901"/>
                  </a:lnTo>
                  <a:lnTo>
                    <a:pt x="356" y="1110"/>
                  </a:lnTo>
                  <a:lnTo>
                    <a:pt x="356" y="1152"/>
                  </a:lnTo>
                  <a:lnTo>
                    <a:pt x="314" y="1173"/>
                  </a:lnTo>
                  <a:lnTo>
                    <a:pt x="335" y="1256"/>
                  </a:lnTo>
                  <a:lnTo>
                    <a:pt x="461" y="1361"/>
                  </a:lnTo>
                  <a:lnTo>
                    <a:pt x="482" y="1486"/>
                  </a:lnTo>
                  <a:lnTo>
                    <a:pt x="440" y="1549"/>
                  </a:lnTo>
                  <a:lnTo>
                    <a:pt x="440" y="1654"/>
                  </a:lnTo>
                  <a:lnTo>
                    <a:pt x="524" y="1696"/>
                  </a:lnTo>
                  <a:lnTo>
                    <a:pt x="545" y="1779"/>
                  </a:lnTo>
                  <a:lnTo>
                    <a:pt x="545" y="1968"/>
                  </a:lnTo>
                  <a:lnTo>
                    <a:pt x="586" y="2114"/>
                  </a:lnTo>
                  <a:lnTo>
                    <a:pt x="691" y="2219"/>
                  </a:lnTo>
                  <a:lnTo>
                    <a:pt x="754" y="2219"/>
                  </a:lnTo>
                  <a:lnTo>
                    <a:pt x="942" y="2386"/>
                  </a:lnTo>
                  <a:lnTo>
                    <a:pt x="1005" y="2512"/>
                  </a:lnTo>
                  <a:lnTo>
                    <a:pt x="1047" y="2595"/>
                  </a:lnTo>
                  <a:lnTo>
                    <a:pt x="1172" y="2721"/>
                  </a:lnTo>
                  <a:lnTo>
                    <a:pt x="1214" y="2909"/>
                  </a:lnTo>
                  <a:lnTo>
                    <a:pt x="1277" y="2930"/>
                  </a:lnTo>
                  <a:lnTo>
                    <a:pt x="1361" y="3056"/>
                  </a:lnTo>
                  <a:lnTo>
                    <a:pt x="1298" y="3139"/>
                  </a:lnTo>
                  <a:lnTo>
                    <a:pt x="1277" y="3202"/>
                  </a:lnTo>
                  <a:lnTo>
                    <a:pt x="1319" y="3265"/>
                  </a:lnTo>
                  <a:lnTo>
                    <a:pt x="1298" y="3349"/>
                  </a:lnTo>
                  <a:lnTo>
                    <a:pt x="1214" y="3328"/>
                  </a:lnTo>
                  <a:lnTo>
                    <a:pt x="1172" y="3411"/>
                  </a:lnTo>
                  <a:lnTo>
                    <a:pt x="1193" y="3432"/>
                  </a:lnTo>
                  <a:lnTo>
                    <a:pt x="1277" y="3432"/>
                  </a:lnTo>
                  <a:lnTo>
                    <a:pt x="1277" y="3516"/>
                  </a:lnTo>
                  <a:lnTo>
                    <a:pt x="1214" y="3558"/>
                  </a:lnTo>
                  <a:lnTo>
                    <a:pt x="1151" y="3516"/>
                  </a:lnTo>
                  <a:lnTo>
                    <a:pt x="1005" y="3516"/>
                  </a:lnTo>
                  <a:lnTo>
                    <a:pt x="900" y="3453"/>
                  </a:lnTo>
                  <a:lnTo>
                    <a:pt x="775" y="3474"/>
                  </a:lnTo>
                  <a:lnTo>
                    <a:pt x="712" y="3516"/>
                  </a:lnTo>
                  <a:lnTo>
                    <a:pt x="858" y="3662"/>
                  </a:lnTo>
                  <a:lnTo>
                    <a:pt x="963" y="3725"/>
                  </a:lnTo>
                  <a:lnTo>
                    <a:pt x="963" y="3830"/>
                  </a:lnTo>
                  <a:lnTo>
                    <a:pt x="1005" y="3934"/>
                  </a:lnTo>
                  <a:lnTo>
                    <a:pt x="1109" y="3955"/>
                  </a:lnTo>
                  <a:lnTo>
                    <a:pt x="1235" y="4039"/>
                  </a:lnTo>
                  <a:lnTo>
                    <a:pt x="1235" y="4081"/>
                  </a:lnTo>
                  <a:lnTo>
                    <a:pt x="1319" y="4081"/>
                  </a:lnTo>
                  <a:lnTo>
                    <a:pt x="1402" y="4102"/>
                  </a:lnTo>
                  <a:lnTo>
                    <a:pt x="1381" y="4144"/>
                  </a:lnTo>
                  <a:lnTo>
                    <a:pt x="1423" y="4206"/>
                  </a:lnTo>
                  <a:lnTo>
                    <a:pt x="1507" y="4186"/>
                  </a:lnTo>
                  <a:lnTo>
                    <a:pt x="1591" y="4186"/>
                  </a:lnTo>
                  <a:lnTo>
                    <a:pt x="1674" y="4081"/>
                  </a:lnTo>
                  <a:lnTo>
                    <a:pt x="1716" y="4081"/>
                  </a:lnTo>
                  <a:lnTo>
                    <a:pt x="1695" y="4186"/>
                  </a:lnTo>
                  <a:lnTo>
                    <a:pt x="1716" y="4374"/>
                  </a:lnTo>
                  <a:lnTo>
                    <a:pt x="1905" y="4562"/>
                  </a:lnTo>
                  <a:lnTo>
                    <a:pt x="2009" y="4583"/>
                  </a:lnTo>
                  <a:lnTo>
                    <a:pt x="2051" y="4583"/>
                  </a:lnTo>
                  <a:lnTo>
                    <a:pt x="2114" y="4667"/>
                  </a:lnTo>
                  <a:lnTo>
                    <a:pt x="2197" y="4897"/>
                  </a:lnTo>
                  <a:lnTo>
                    <a:pt x="2197" y="5127"/>
                  </a:lnTo>
                  <a:lnTo>
                    <a:pt x="2156" y="5315"/>
                  </a:lnTo>
                  <a:lnTo>
                    <a:pt x="2051" y="5462"/>
                  </a:lnTo>
                  <a:lnTo>
                    <a:pt x="2093" y="5546"/>
                  </a:lnTo>
                  <a:lnTo>
                    <a:pt x="2197" y="5650"/>
                  </a:lnTo>
                  <a:lnTo>
                    <a:pt x="2239" y="5629"/>
                  </a:lnTo>
                  <a:lnTo>
                    <a:pt x="2260" y="5713"/>
                  </a:lnTo>
                  <a:lnTo>
                    <a:pt x="2407" y="5734"/>
                  </a:lnTo>
                  <a:lnTo>
                    <a:pt x="2449" y="5859"/>
                  </a:lnTo>
                  <a:lnTo>
                    <a:pt x="2679" y="6131"/>
                  </a:lnTo>
                  <a:lnTo>
                    <a:pt x="2762" y="6152"/>
                  </a:lnTo>
                  <a:lnTo>
                    <a:pt x="2804" y="6236"/>
                  </a:lnTo>
                  <a:lnTo>
                    <a:pt x="2888" y="6341"/>
                  </a:lnTo>
                  <a:lnTo>
                    <a:pt x="3034" y="6362"/>
                  </a:lnTo>
                  <a:lnTo>
                    <a:pt x="3076" y="6445"/>
                  </a:lnTo>
                  <a:lnTo>
                    <a:pt x="3076" y="6571"/>
                  </a:lnTo>
                  <a:lnTo>
                    <a:pt x="3160" y="6655"/>
                  </a:lnTo>
                  <a:lnTo>
                    <a:pt x="3160" y="6717"/>
                  </a:lnTo>
                  <a:lnTo>
                    <a:pt x="3202" y="6822"/>
                  </a:lnTo>
                  <a:lnTo>
                    <a:pt x="3286" y="6864"/>
                  </a:lnTo>
                  <a:lnTo>
                    <a:pt x="3474" y="6780"/>
                  </a:lnTo>
                  <a:lnTo>
                    <a:pt x="3578" y="6613"/>
                  </a:lnTo>
                  <a:lnTo>
                    <a:pt x="3578" y="6487"/>
                  </a:lnTo>
                  <a:lnTo>
                    <a:pt x="3495" y="6445"/>
                  </a:lnTo>
                  <a:lnTo>
                    <a:pt x="3474" y="6341"/>
                  </a:lnTo>
                  <a:lnTo>
                    <a:pt x="3411" y="6278"/>
                  </a:lnTo>
                  <a:lnTo>
                    <a:pt x="3390" y="6173"/>
                  </a:lnTo>
                  <a:lnTo>
                    <a:pt x="3286" y="6131"/>
                  </a:lnTo>
                  <a:lnTo>
                    <a:pt x="3265" y="6048"/>
                  </a:lnTo>
                  <a:lnTo>
                    <a:pt x="3202" y="5964"/>
                  </a:lnTo>
                  <a:lnTo>
                    <a:pt x="3139" y="5943"/>
                  </a:lnTo>
                  <a:lnTo>
                    <a:pt x="3097" y="5964"/>
                  </a:lnTo>
                  <a:lnTo>
                    <a:pt x="3097" y="6048"/>
                  </a:lnTo>
                  <a:lnTo>
                    <a:pt x="3055" y="6069"/>
                  </a:lnTo>
                  <a:lnTo>
                    <a:pt x="3055" y="5985"/>
                  </a:lnTo>
                  <a:lnTo>
                    <a:pt x="2972" y="5943"/>
                  </a:lnTo>
                  <a:lnTo>
                    <a:pt x="2867" y="5818"/>
                  </a:lnTo>
                  <a:lnTo>
                    <a:pt x="2846" y="5734"/>
                  </a:lnTo>
                  <a:lnTo>
                    <a:pt x="2888" y="5629"/>
                  </a:lnTo>
                  <a:lnTo>
                    <a:pt x="2888" y="5504"/>
                  </a:lnTo>
                  <a:lnTo>
                    <a:pt x="2804" y="5399"/>
                  </a:lnTo>
                  <a:lnTo>
                    <a:pt x="2846" y="5294"/>
                  </a:lnTo>
                  <a:lnTo>
                    <a:pt x="2846" y="5232"/>
                  </a:lnTo>
                  <a:lnTo>
                    <a:pt x="2783" y="5148"/>
                  </a:lnTo>
                  <a:lnTo>
                    <a:pt x="2783" y="5085"/>
                  </a:lnTo>
                  <a:lnTo>
                    <a:pt x="2721" y="5002"/>
                  </a:lnTo>
                  <a:lnTo>
                    <a:pt x="2721" y="4897"/>
                  </a:lnTo>
                  <a:lnTo>
                    <a:pt x="2679" y="4834"/>
                  </a:lnTo>
                  <a:lnTo>
                    <a:pt x="2679" y="4688"/>
                  </a:lnTo>
                  <a:lnTo>
                    <a:pt x="2721" y="4604"/>
                  </a:lnTo>
                  <a:lnTo>
                    <a:pt x="2658" y="4395"/>
                  </a:lnTo>
                  <a:lnTo>
                    <a:pt x="2616" y="4290"/>
                  </a:lnTo>
                  <a:lnTo>
                    <a:pt x="2553" y="4206"/>
                  </a:lnTo>
                  <a:lnTo>
                    <a:pt x="2532" y="4186"/>
                  </a:lnTo>
                  <a:lnTo>
                    <a:pt x="2532" y="4248"/>
                  </a:lnTo>
                  <a:lnTo>
                    <a:pt x="2532" y="4290"/>
                  </a:lnTo>
                  <a:lnTo>
                    <a:pt x="2469" y="4353"/>
                  </a:lnTo>
                  <a:lnTo>
                    <a:pt x="2365" y="4186"/>
                  </a:lnTo>
                  <a:lnTo>
                    <a:pt x="2365" y="4102"/>
                  </a:lnTo>
                  <a:lnTo>
                    <a:pt x="2407" y="4039"/>
                  </a:lnTo>
                  <a:lnTo>
                    <a:pt x="2365" y="3976"/>
                  </a:lnTo>
                  <a:lnTo>
                    <a:pt x="2323" y="3955"/>
                  </a:lnTo>
                  <a:lnTo>
                    <a:pt x="2281" y="3746"/>
                  </a:lnTo>
                  <a:lnTo>
                    <a:pt x="2197" y="3579"/>
                  </a:lnTo>
                  <a:lnTo>
                    <a:pt x="2135" y="3558"/>
                  </a:lnTo>
                  <a:lnTo>
                    <a:pt x="2030" y="3453"/>
                  </a:lnTo>
                  <a:lnTo>
                    <a:pt x="2030" y="3328"/>
                  </a:lnTo>
                  <a:lnTo>
                    <a:pt x="2051" y="3202"/>
                  </a:lnTo>
                  <a:lnTo>
                    <a:pt x="1946" y="3056"/>
                  </a:lnTo>
                  <a:lnTo>
                    <a:pt x="1884" y="3035"/>
                  </a:lnTo>
                  <a:lnTo>
                    <a:pt x="1821" y="2993"/>
                  </a:lnTo>
                  <a:lnTo>
                    <a:pt x="1821" y="2846"/>
                  </a:lnTo>
                  <a:lnTo>
                    <a:pt x="1737" y="2784"/>
                  </a:lnTo>
                  <a:lnTo>
                    <a:pt x="1633" y="2742"/>
                  </a:lnTo>
                  <a:lnTo>
                    <a:pt x="1612" y="2637"/>
                  </a:lnTo>
                  <a:lnTo>
                    <a:pt x="1633" y="2574"/>
                  </a:lnTo>
                  <a:lnTo>
                    <a:pt x="1612" y="2407"/>
                  </a:lnTo>
                  <a:lnTo>
                    <a:pt x="1465" y="2302"/>
                  </a:lnTo>
                  <a:lnTo>
                    <a:pt x="1402" y="2219"/>
                  </a:lnTo>
                  <a:lnTo>
                    <a:pt x="1319" y="2198"/>
                  </a:lnTo>
                  <a:lnTo>
                    <a:pt x="1319" y="2093"/>
                  </a:lnTo>
                  <a:lnTo>
                    <a:pt x="1235" y="1947"/>
                  </a:lnTo>
                  <a:lnTo>
                    <a:pt x="1193" y="1863"/>
                  </a:lnTo>
                  <a:lnTo>
                    <a:pt x="1235" y="1779"/>
                  </a:lnTo>
                  <a:lnTo>
                    <a:pt x="1214" y="1361"/>
                  </a:lnTo>
                  <a:lnTo>
                    <a:pt x="1193" y="1131"/>
                  </a:lnTo>
                  <a:lnTo>
                    <a:pt x="1235" y="1005"/>
                  </a:lnTo>
                  <a:lnTo>
                    <a:pt x="1298" y="796"/>
                  </a:lnTo>
                  <a:lnTo>
                    <a:pt x="1277" y="691"/>
                  </a:lnTo>
                  <a:lnTo>
                    <a:pt x="1235" y="545"/>
                  </a:lnTo>
                  <a:lnTo>
                    <a:pt x="1319" y="691"/>
                  </a:lnTo>
                  <a:lnTo>
                    <a:pt x="1486" y="754"/>
                  </a:lnTo>
                  <a:lnTo>
                    <a:pt x="1570" y="921"/>
                  </a:lnTo>
                  <a:lnTo>
                    <a:pt x="1633" y="963"/>
                  </a:lnTo>
                  <a:lnTo>
                    <a:pt x="1737" y="963"/>
                  </a:lnTo>
                  <a:lnTo>
                    <a:pt x="1800" y="921"/>
                  </a:lnTo>
                  <a:lnTo>
                    <a:pt x="1884" y="1026"/>
                  </a:lnTo>
                  <a:lnTo>
                    <a:pt x="1925" y="1068"/>
                  </a:lnTo>
                  <a:lnTo>
                    <a:pt x="2030" y="1068"/>
                  </a:lnTo>
                  <a:lnTo>
                    <a:pt x="2156" y="1152"/>
                  </a:lnTo>
                  <a:lnTo>
                    <a:pt x="2156" y="1214"/>
                  </a:lnTo>
                  <a:lnTo>
                    <a:pt x="2093" y="1319"/>
                  </a:lnTo>
                  <a:lnTo>
                    <a:pt x="2093" y="1382"/>
                  </a:lnTo>
                  <a:lnTo>
                    <a:pt x="2135" y="1549"/>
                  </a:lnTo>
                  <a:lnTo>
                    <a:pt x="2156" y="1737"/>
                  </a:lnTo>
                  <a:lnTo>
                    <a:pt x="2218" y="1842"/>
                  </a:lnTo>
                  <a:lnTo>
                    <a:pt x="2239" y="1968"/>
                  </a:lnTo>
                  <a:lnTo>
                    <a:pt x="2218" y="2051"/>
                  </a:lnTo>
                  <a:lnTo>
                    <a:pt x="2239" y="2156"/>
                  </a:lnTo>
                  <a:lnTo>
                    <a:pt x="2407" y="2323"/>
                  </a:lnTo>
                  <a:lnTo>
                    <a:pt x="2365" y="2386"/>
                  </a:lnTo>
                  <a:lnTo>
                    <a:pt x="2344" y="2470"/>
                  </a:lnTo>
                  <a:lnTo>
                    <a:pt x="2407" y="2533"/>
                  </a:lnTo>
                  <a:lnTo>
                    <a:pt x="2428" y="2533"/>
                  </a:lnTo>
                  <a:lnTo>
                    <a:pt x="2469" y="2595"/>
                  </a:lnTo>
                  <a:lnTo>
                    <a:pt x="2532" y="2784"/>
                  </a:lnTo>
                  <a:lnTo>
                    <a:pt x="2616" y="2805"/>
                  </a:lnTo>
                  <a:lnTo>
                    <a:pt x="2658" y="2909"/>
                  </a:lnTo>
                  <a:lnTo>
                    <a:pt x="2658" y="3035"/>
                  </a:lnTo>
                  <a:lnTo>
                    <a:pt x="2721" y="3097"/>
                  </a:lnTo>
                  <a:lnTo>
                    <a:pt x="2783" y="3118"/>
                  </a:lnTo>
                  <a:lnTo>
                    <a:pt x="2846" y="3244"/>
                  </a:lnTo>
                  <a:lnTo>
                    <a:pt x="2867" y="3349"/>
                  </a:lnTo>
                  <a:lnTo>
                    <a:pt x="2951" y="3411"/>
                  </a:lnTo>
                  <a:lnTo>
                    <a:pt x="2972" y="3453"/>
                  </a:lnTo>
                  <a:lnTo>
                    <a:pt x="3055" y="3453"/>
                  </a:lnTo>
                  <a:lnTo>
                    <a:pt x="3097" y="3516"/>
                  </a:lnTo>
                  <a:lnTo>
                    <a:pt x="3181" y="3453"/>
                  </a:lnTo>
                  <a:lnTo>
                    <a:pt x="3244" y="3516"/>
                  </a:lnTo>
                  <a:lnTo>
                    <a:pt x="3244" y="3642"/>
                  </a:lnTo>
                  <a:lnTo>
                    <a:pt x="3181" y="3725"/>
                  </a:lnTo>
                  <a:lnTo>
                    <a:pt x="3202" y="3872"/>
                  </a:lnTo>
                  <a:lnTo>
                    <a:pt x="3390" y="4060"/>
                  </a:lnTo>
                  <a:lnTo>
                    <a:pt x="3474" y="4039"/>
                  </a:lnTo>
                  <a:lnTo>
                    <a:pt x="3558" y="4060"/>
                  </a:lnTo>
                  <a:lnTo>
                    <a:pt x="3516" y="4165"/>
                  </a:lnTo>
                  <a:lnTo>
                    <a:pt x="3578" y="4269"/>
                  </a:lnTo>
                  <a:lnTo>
                    <a:pt x="3683" y="4290"/>
                  </a:lnTo>
                  <a:lnTo>
                    <a:pt x="3767" y="4290"/>
                  </a:lnTo>
                  <a:lnTo>
                    <a:pt x="3850" y="4395"/>
                  </a:lnTo>
                  <a:lnTo>
                    <a:pt x="3892" y="4499"/>
                  </a:lnTo>
                  <a:lnTo>
                    <a:pt x="3976" y="4520"/>
                  </a:lnTo>
                  <a:lnTo>
                    <a:pt x="3997" y="4499"/>
                  </a:lnTo>
                  <a:lnTo>
                    <a:pt x="4018" y="4520"/>
                  </a:lnTo>
                  <a:lnTo>
                    <a:pt x="4039" y="4604"/>
                  </a:lnTo>
                  <a:lnTo>
                    <a:pt x="3997" y="4667"/>
                  </a:lnTo>
                  <a:lnTo>
                    <a:pt x="3934" y="4604"/>
                  </a:lnTo>
                  <a:lnTo>
                    <a:pt x="3850" y="4625"/>
                  </a:lnTo>
                  <a:lnTo>
                    <a:pt x="3767" y="4730"/>
                  </a:lnTo>
                  <a:lnTo>
                    <a:pt x="3704" y="4897"/>
                  </a:lnTo>
                  <a:lnTo>
                    <a:pt x="3725" y="5002"/>
                  </a:lnTo>
                  <a:lnTo>
                    <a:pt x="3809" y="5085"/>
                  </a:lnTo>
                  <a:lnTo>
                    <a:pt x="3913" y="5085"/>
                  </a:lnTo>
                  <a:lnTo>
                    <a:pt x="3997" y="5148"/>
                  </a:lnTo>
                  <a:lnTo>
                    <a:pt x="4206" y="5315"/>
                  </a:lnTo>
                  <a:lnTo>
                    <a:pt x="4353" y="5357"/>
                  </a:lnTo>
                  <a:lnTo>
                    <a:pt x="4415" y="5357"/>
                  </a:lnTo>
                  <a:lnTo>
                    <a:pt x="4436" y="5420"/>
                  </a:lnTo>
                  <a:lnTo>
                    <a:pt x="4499" y="5525"/>
                  </a:lnTo>
                  <a:lnTo>
                    <a:pt x="4541" y="5608"/>
                  </a:lnTo>
                  <a:lnTo>
                    <a:pt x="4499" y="5713"/>
                  </a:lnTo>
                  <a:lnTo>
                    <a:pt x="4415" y="5734"/>
                  </a:lnTo>
                  <a:lnTo>
                    <a:pt x="4436" y="5776"/>
                  </a:lnTo>
                  <a:lnTo>
                    <a:pt x="4520" y="5838"/>
                  </a:lnTo>
                  <a:lnTo>
                    <a:pt x="4708" y="5880"/>
                  </a:lnTo>
                  <a:lnTo>
                    <a:pt x="4708" y="5964"/>
                  </a:lnTo>
                  <a:lnTo>
                    <a:pt x="4750" y="5985"/>
                  </a:lnTo>
                  <a:lnTo>
                    <a:pt x="4897" y="6131"/>
                  </a:lnTo>
                  <a:lnTo>
                    <a:pt x="5085" y="6362"/>
                  </a:lnTo>
                  <a:lnTo>
                    <a:pt x="5231" y="6592"/>
                  </a:lnTo>
                  <a:lnTo>
                    <a:pt x="5399" y="6801"/>
                  </a:lnTo>
                  <a:lnTo>
                    <a:pt x="5399" y="6906"/>
                  </a:lnTo>
                  <a:lnTo>
                    <a:pt x="5608" y="7178"/>
                  </a:lnTo>
                  <a:lnTo>
                    <a:pt x="5650" y="7282"/>
                  </a:lnTo>
                  <a:lnTo>
                    <a:pt x="5587" y="7408"/>
                  </a:lnTo>
                  <a:lnTo>
                    <a:pt x="5650" y="7491"/>
                  </a:lnTo>
                  <a:lnTo>
                    <a:pt x="5692" y="7638"/>
                  </a:lnTo>
                  <a:lnTo>
                    <a:pt x="5817" y="7952"/>
                  </a:lnTo>
                  <a:lnTo>
                    <a:pt x="5817" y="8077"/>
                  </a:lnTo>
                  <a:lnTo>
                    <a:pt x="5775" y="8182"/>
                  </a:lnTo>
                  <a:lnTo>
                    <a:pt x="5650" y="8287"/>
                  </a:lnTo>
                  <a:lnTo>
                    <a:pt x="5608" y="8370"/>
                  </a:lnTo>
                  <a:lnTo>
                    <a:pt x="5671" y="8370"/>
                  </a:lnTo>
                  <a:lnTo>
                    <a:pt x="5754" y="8454"/>
                  </a:lnTo>
                  <a:lnTo>
                    <a:pt x="5692" y="8496"/>
                  </a:lnTo>
                  <a:lnTo>
                    <a:pt x="5566" y="8496"/>
                  </a:lnTo>
                  <a:lnTo>
                    <a:pt x="5482" y="8538"/>
                  </a:lnTo>
                  <a:lnTo>
                    <a:pt x="5482" y="8579"/>
                  </a:lnTo>
                  <a:lnTo>
                    <a:pt x="5566" y="8789"/>
                  </a:lnTo>
                  <a:lnTo>
                    <a:pt x="5650" y="8872"/>
                  </a:lnTo>
                  <a:lnTo>
                    <a:pt x="5650" y="8956"/>
                  </a:lnTo>
                  <a:lnTo>
                    <a:pt x="5754" y="9103"/>
                  </a:lnTo>
                  <a:lnTo>
                    <a:pt x="5796" y="9228"/>
                  </a:lnTo>
                  <a:lnTo>
                    <a:pt x="5859" y="9291"/>
                  </a:lnTo>
                  <a:lnTo>
                    <a:pt x="5922" y="9291"/>
                  </a:lnTo>
                  <a:lnTo>
                    <a:pt x="5943" y="9333"/>
                  </a:lnTo>
                  <a:lnTo>
                    <a:pt x="6131" y="9395"/>
                  </a:lnTo>
                  <a:lnTo>
                    <a:pt x="6278" y="9375"/>
                  </a:lnTo>
                  <a:lnTo>
                    <a:pt x="6340" y="9375"/>
                  </a:lnTo>
                  <a:lnTo>
                    <a:pt x="6299" y="9437"/>
                  </a:lnTo>
                  <a:lnTo>
                    <a:pt x="6299" y="9500"/>
                  </a:lnTo>
                  <a:lnTo>
                    <a:pt x="6424" y="9542"/>
                  </a:lnTo>
                  <a:lnTo>
                    <a:pt x="6591" y="9688"/>
                  </a:lnTo>
                  <a:lnTo>
                    <a:pt x="6696" y="9835"/>
                  </a:lnTo>
                  <a:lnTo>
                    <a:pt x="6759" y="9960"/>
                  </a:lnTo>
                  <a:lnTo>
                    <a:pt x="6863" y="10023"/>
                  </a:lnTo>
                  <a:lnTo>
                    <a:pt x="6926" y="10002"/>
                  </a:lnTo>
                  <a:lnTo>
                    <a:pt x="7031" y="10044"/>
                  </a:lnTo>
                  <a:lnTo>
                    <a:pt x="7115" y="10044"/>
                  </a:lnTo>
                  <a:lnTo>
                    <a:pt x="7345" y="10149"/>
                  </a:lnTo>
                  <a:lnTo>
                    <a:pt x="7428" y="10149"/>
                  </a:lnTo>
                  <a:lnTo>
                    <a:pt x="7449" y="10107"/>
                  </a:lnTo>
                  <a:lnTo>
                    <a:pt x="7512" y="10107"/>
                  </a:lnTo>
                  <a:lnTo>
                    <a:pt x="7575" y="10170"/>
                  </a:lnTo>
                  <a:lnTo>
                    <a:pt x="7847" y="10442"/>
                  </a:lnTo>
                  <a:lnTo>
                    <a:pt x="7910" y="10442"/>
                  </a:lnTo>
                  <a:lnTo>
                    <a:pt x="8098" y="10630"/>
                  </a:lnTo>
                  <a:lnTo>
                    <a:pt x="8328" y="10735"/>
                  </a:lnTo>
                  <a:lnTo>
                    <a:pt x="8621" y="10756"/>
                  </a:lnTo>
                  <a:lnTo>
                    <a:pt x="8747" y="10839"/>
                  </a:lnTo>
                  <a:lnTo>
                    <a:pt x="8830" y="10965"/>
                  </a:lnTo>
                  <a:lnTo>
                    <a:pt x="8998" y="10965"/>
                  </a:lnTo>
                  <a:lnTo>
                    <a:pt x="9144" y="11048"/>
                  </a:lnTo>
                  <a:lnTo>
                    <a:pt x="9228" y="10986"/>
                  </a:lnTo>
                  <a:lnTo>
                    <a:pt x="9249" y="11007"/>
                  </a:lnTo>
                  <a:lnTo>
                    <a:pt x="9332" y="11153"/>
                  </a:lnTo>
                  <a:lnTo>
                    <a:pt x="9479" y="11216"/>
                  </a:lnTo>
                  <a:lnTo>
                    <a:pt x="9625" y="11216"/>
                  </a:lnTo>
                  <a:lnTo>
                    <a:pt x="9730" y="11279"/>
                  </a:lnTo>
                  <a:lnTo>
                    <a:pt x="9960" y="11362"/>
                  </a:lnTo>
                  <a:lnTo>
                    <a:pt x="10148" y="11362"/>
                  </a:lnTo>
                  <a:lnTo>
                    <a:pt x="10295" y="11467"/>
                  </a:lnTo>
                  <a:lnTo>
                    <a:pt x="10588" y="11572"/>
                  </a:lnTo>
                  <a:lnTo>
                    <a:pt x="10692" y="11530"/>
                  </a:lnTo>
                  <a:lnTo>
                    <a:pt x="11006" y="11404"/>
                  </a:lnTo>
                  <a:lnTo>
                    <a:pt x="11111" y="11404"/>
                  </a:lnTo>
                  <a:lnTo>
                    <a:pt x="11299" y="11300"/>
                  </a:lnTo>
                  <a:lnTo>
                    <a:pt x="11404" y="11279"/>
                  </a:lnTo>
                  <a:lnTo>
                    <a:pt x="11613" y="11279"/>
                  </a:lnTo>
                  <a:lnTo>
                    <a:pt x="11613" y="11258"/>
                  </a:lnTo>
                  <a:lnTo>
                    <a:pt x="11467" y="11216"/>
                  </a:lnTo>
                  <a:lnTo>
                    <a:pt x="11404" y="11216"/>
                  </a:lnTo>
                  <a:lnTo>
                    <a:pt x="11404" y="11174"/>
                  </a:lnTo>
                  <a:lnTo>
                    <a:pt x="11529" y="11090"/>
                  </a:lnTo>
                  <a:lnTo>
                    <a:pt x="11550" y="11111"/>
                  </a:lnTo>
                  <a:lnTo>
                    <a:pt x="11550" y="11195"/>
                  </a:lnTo>
                  <a:lnTo>
                    <a:pt x="11634" y="11153"/>
                  </a:lnTo>
                  <a:lnTo>
                    <a:pt x="11718" y="11153"/>
                  </a:lnTo>
                  <a:lnTo>
                    <a:pt x="11718" y="11195"/>
                  </a:lnTo>
                  <a:lnTo>
                    <a:pt x="11655" y="11195"/>
                  </a:lnTo>
                  <a:lnTo>
                    <a:pt x="11634" y="11216"/>
                  </a:lnTo>
                  <a:lnTo>
                    <a:pt x="11655" y="11258"/>
                  </a:lnTo>
                  <a:lnTo>
                    <a:pt x="11760" y="11258"/>
                  </a:lnTo>
                  <a:lnTo>
                    <a:pt x="11864" y="11279"/>
                  </a:lnTo>
                  <a:lnTo>
                    <a:pt x="12032" y="11404"/>
                  </a:lnTo>
                  <a:lnTo>
                    <a:pt x="12094" y="11467"/>
                  </a:lnTo>
                  <a:lnTo>
                    <a:pt x="12094" y="11425"/>
                  </a:lnTo>
                  <a:lnTo>
                    <a:pt x="11969" y="11300"/>
                  </a:lnTo>
                  <a:lnTo>
                    <a:pt x="11780" y="11216"/>
                  </a:lnTo>
                  <a:lnTo>
                    <a:pt x="11780" y="11174"/>
                  </a:lnTo>
                  <a:lnTo>
                    <a:pt x="11822" y="11174"/>
                  </a:lnTo>
                  <a:lnTo>
                    <a:pt x="11843" y="11195"/>
                  </a:lnTo>
                  <a:lnTo>
                    <a:pt x="11948" y="11216"/>
                  </a:lnTo>
                  <a:lnTo>
                    <a:pt x="12053" y="11300"/>
                  </a:lnTo>
                  <a:lnTo>
                    <a:pt x="12157" y="11425"/>
                  </a:lnTo>
                  <a:lnTo>
                    <a:pt x="12157" y="11488"/>
                  </a:lnTo>
                  <a:lnTo>
                    <a:pt x="12199" y="11530"/>
                  </a:lnTo>
                  <a:lnTo>
                    <a:pt x="12597" y="11885"/>
                  </a:lnTo>
                  <a:lnTo>
                    <a:pt x="12722" y="11906"/>
                  </a:lnTo>
                  <a:lnTo>
                    <a:pt x="12764" y="11990"/>
                  </a:lnTo>
                  <a:lnTo>
                    <a:pt x="12910" y="12116"/>
                  </a:lnTo>
                  <a:lnTo>
                    <a:pt x="12994" y="12220"/>
                  </a:lnTo>
                  <a:lnTo>
                    <a:pt x="13015" y="12199"/>
                  </a:lnTo>
                  <a:lnTo>
                    <a:pt x="13036" y="12136"/>
                  </a:lnTo>
                  <a:lnTo>
                    <a:pt x="13099" y="12095"/>
                  </a:lnTo>
                  <a:lnTo>
                    <a:pt x="13099" y="12053"/>
                  </a:lnTo>
                  <a:lnTo>
                    <a:pt x="13078" y="12032"/>
                  </a:lnTo>
                  <a:lnTo>
                    <a:pt x="13036" y="11990"/>
                  </a:lnTo>
                  <a:lnTo>
                    <a:pt x="13078" y="11927"/>
                  </a:lnTo>
                  <a:lnTo>
                    <a:pt x="13036" y="11906"/>
                  </a:lnTo>
                  <a:lnTo>
                    <a:pt x="13036" y="11802"/>
                  </a:lnTo>
                  <a:lnTo>
                    <a:pt x="13392" y="11258"/>
                  </a:lnTo>
                  <a:lnTo>
                    <a:pt x="14124" y="11258"/>
                  </a:lnTo>
                  <a:lnTo>
                    <a:pt x="14187" y="11195"/>
                  </a:lnTo>
                  <a:lnTo>
                    <a:pt x="14187" y="11111"/>
                  </a:lnTo>
                  <a:lnTo>
                    <a:pt x="14124" y="11090"/>
                  </a:lnTo>
                  <a:lnTo>
                    <a:pt x="14019" y="11069"/>
                  </a:lnTo>
                  <a:lnTo>
                    <a:pt x="13977" y="11048"/>
                  </a:lnTo>
                  <a:lnTo>
                    <a:pt x="13957" y="10944"/>
                  </a:lnTo>
                  <a:lnTo>
                    <a:pt x="13936" y="10881"/>
                  </a:lnTo>
                  <a:lnTo>
                    <a:pt x="13852" y="10881"/>
                  </a:lnTo>
                  <a:lnTo>
                    <a:pt x="13768" y="10797"/>
                  </a:lnTo>
                  <a:lnTo>
                    <a:pt x="13664" y="10693"/>
                  </a:lnTo>
                  <a:lnTo>
                    <a:pt x="13643" y="10651"/>
                  </a:lnTo>
                  <a:lnTo>
                    <a:pt x="13559" y="10567"/>
                  </a:lnTo>
                  <a:lnTo>
                    <a:pt x="13810" y="10546"/>
                  </a:lnTo>
                  <a:lnTo>
                    <a:pt x="13831" y="10232"/>
                  </a:lnTo>
                  <a:lnTo>
                    <a:pt x="14814" y="10253"/>
                  </a:lnTo>
                  <a:lnTo>
                    <a:pt x="14856" y="10170"/>
                  </a:lnTo>
                  <a:lnTo>
                    <a:pt x="14898" y="10128"/>
                  </a:lnTo>
                  <a:lnTo>
                    <a:pt x="14982" y="10128"/>
                  </a:lnTo>
                  <a:lnTo>
                    <a:pt x="14982" y="10170"/>
                  </a:lnTo>
                  <a:lnTo>
                    <a:pt x="15003" y="10212"/>
                  </a:lnTo>
                  <a:lnTo>
                    <a:pt x="15024" y="10170"/>
                  </a:lnTo>
                  <a:lnTo>
                    <a:pt x="15086" y="10149"/>
                  </a:lnTo>
                  <a:lnTo>
                    <a:pt x="15086" y="10128"/>
                  </a:lnTo>
                  <a:lnTo>
                    <a:pt x="15170" y="10044"/>
                  </a:lnTo>
                  <a:lnTo>
                    <a:pt x="15191" y="9940"/>
                  </a:lnTo>
                  <a:lnTo>
                    <a:pt x="15212" y="9898"/>
                  </a:lnTo>
                  <a:lnTo>
                    <a:pt x="15317" y="9898"/>
                  </a:lnTo>
                  <a:lnTo>
                    <a:pt x="15421" y="9793"/>
                  </a:lnTo>
                  <a:lnTo>
                    <a:pt x="15526" y="9647"/>
                  </a:lnTo>
                  <a:lnTo>
                    <a:pt x="15610" y="9626"/>
                  </a:lnTo>
                  <a:lnTo>
                    <a:pt x="15610" y="9626"/>
                  </a:lnTo>
                  <a:lnTo>
                    <a:pt x="15589" y="9730"/>
                  </a:lnTo>
                  <a:lnTo>
                    <a:pt x="15526" y="9793"/>
                  </a:lnTo>
                  <a:lnTo>
                    <a:pt x="15547" y="9835"/>
                  </a:lnTo>
                  <a:lnTo>
                    <a:pt x="15651" y="9919"/>
                  </a:lnTo>
                  <a:lnTo>
                    <a:pt x="15714" y="10023"/>
                  </a:lnTo>
                  <a:lnTo>
                    <a:pt x="15735" y="10002"/>
                  </a:lnTo>
                  <a:lnTo>
                    <a:pt x="15840" y="9814"/>
                  </a:lnTo>
                  <a:lnTo>
                    <a:pt x="15944" y="9437"/>
                  </a:lnTo>
                  <a:lnTo>
                    <a:pt x="16007" y="9333"/>
                  </a:lnTo>
                  <a:lnTo>
                    <a:pt x="15944" y="9375"/>
                  </a:lnTo>
                  <a:lnTo>
                    <a:pt x="15902" y="9416"/>
                  </a:lnTo>
                  <a:lnTo>
                    <a:pt x="15840" y="9395"/>
                  </a:lnTo>
                  <a:lnTo>
                    <a:pt x="15840" y="9333"/>
                  </a:lnTo>
                  <a:lnTo>
                    <a:pt x="15965" y="9207"/>
                  </a:lnTo>
                  <a:lnTo>
                    <a:pt x="16007" y="9123"/>
                  </a:lnTo>
                  <a:lnTo>
                    <a:pt x="15902" y="9123"/>
                  </a:lnTo>
                  <a:lnTo>
                    <a:pt x="15819" y="9061"/>
                  </a:lnTo>
                  <a:lnTo>
                    <a:pt x="15840" y="9019"/>
                  </a:lnTo>
                  <a:lnTo>
                    <a:pt x="15965" y="8956"/>
                  </a:lnTo>
                  <a:lnTo>
                    <a:pt x="15965" y="8789"/>
                  </a:lnTo>
                  <a:lnTo>
                    <a:pt x="16028" y="8705"/>
                  </a:lnTo>
                  <a:lnTo>
                    <a:pt x="16279" y="8475"/>
                  </a:lnTo>
                  <a:lnTo>
                    <a:pt x="16426" y="8266"/>
                  </a:lnTo>
                  <a:lnTo>
                    <a:pt x="16488" y="8119"/>
                  </a:lnTo>
                  <a:lnTo>
                    <a:pt x="16488" y="8015"/>
                  </a:lnTo>
                  <a:lnTo>
                    <a:pt x="16321" y="7763"/>
                  </a:lnTo>
                  <a:lnTo>
                    <a:pt x="16216" y="7805"/>
                  </a:lnTo>
                  <a:lnTo>
                    <a:pt x="16237" y="7847"/>
                  </a:lnTo>
                  <a:lnTo>
                    <a:pt x="16174" y="7868"/>
                  </a:lnTo>
                  <a:lnTo>
                    <a:pt x="15923" y="7826"/>
                  </a:lnTo>
                  <a:lnTo>
                    <a:pt x="15693" y="7826"/>
                  </a:lnTo>
                  <a:lnTo>
                    <a:pt x="15693" y="7868"/>
                  </a:lnTo>
                  <a:lnTo>
                    <a:pt x="15547" y="7952"/>
                  </a:lnTo>
                  <a:lnTo>
                    <a:pt x="15505" y="7910"/>
                  </a:lnTo>
                  <a:lnTo>
                    <a:pt x="15379" y="7931"/>
                  </a:lnTo>
                  <a:lnTo>
                    <a:pt x="15275" y="8035"/>
                  </a:lnTo>
                  <a:lnTo>
                    <a:pt x="14793" y="8035"/>
                  </a:lnTo>
                  <a:lnTo>
                    <a:pt x="14396" y="8119"/>
                  </a:lnTo>
                  <a:lnTo>
                    <a:pt x="14396" y="8182"/>
                  </a:lnTo>
                  <a:lnTo>
                    <a:pt x="14501" y="8224"/>
                  </a:lnTo>
                  <a:lnTo>
                    <a:pt x="14291" y="8454"/>
                  </a:lnTo>
                  <a:lnTo>
                    <a:pt x="14270" y="8810"/>
                  </a:lnTo>
                  <a:lnTo>
                    <a:pt x="14291" y="8851"/>
                  </a:lnTo>
                  <a:lnTo>
                    <a:pt x="14082" y="9082"/>
                  </a:lnTo>
                  <a:lnTo>
                    <a:pt x="14082" y="9270"/>
                  </a:lnTo>
                  <a:lnTo>
                    <a:pt x="13957" y="9395"/>
                  </a:lnTo>
                  <a:lnTo>
                    <a:pt x="13873" y="9416"/>
                  </a:lnTo>
                  <a:lnTo>
                    <a:pt x="13622" y="9542"/>
                  </a:lnTo>
                  <a:lnTo>
                    <a:pt x="13643" y="9584"/>
                  </a:lnTo>
                  <a:lnTo>
                    <a:pt x="13747" y="9500"/>
                  </a:lnTo>
                  <a:lnTo>
                    <a:pt x="13726" y="9605"/>
                  </a:lnTo>
                  <a:lnTo>
                    <a:pt x="13726" y="9793"/>
                  </a:lnTo>
                  <a:lnTo>
                    <a:pt x="13622" y="9919"/>
                  </a:lnTo>
                  <a:lnTo>
                    <a:pt x="13538" y="9919"/>
                  </a:lnTo>
                  <a:lnTo>
                    <a:pt x="13517" y="9960"/>
                  </a:lnTo>
                  <a:lnTo>
                    <a:pt x="13454" y="9919"/>
                  </a:lnTo>
                  <a:lnTo>
                    <a:pt x="13329" y="9835"/>
                  </a:lnTo>
                  <a:lnTo>
                    <a:pt x="13350" y="9793"/>
                  </a:lnTo>
                  <a:lnTo>
                    <a:pt x="13454" y="9730"/>
                  </a:lnTo>
                  <a:lnTo>
                    <a:pt x="13308" y="9688"/>
                  </a:lnTo>
                  <a:lnTo>
                    <a:pt x="13245" y="9730"/>
                  </a:lnTo>
                  <a:lnTo>
                    <a:pt x="13120" y="9709"/>
                  </a:lnTo>
                  <a:lnTo>
                    <a:pt x="12973" y="9709"/>
                  </a:lnTo>
                  <a:lnTo>
                    <a:pt x="12869" y="9793"/>
                  </a:lnTo>
                  <a:lnTo>
                    <a:pt x="12722" y="9814"/>
                  </a:lnTo>
                  <a:lnTo>
                    <a:pt x="12513" y="9814"/>
                  </a:lnTo>
                  <a:lnTo>
                    <a:pt x="12492" y="9856"/>
                  </a:lnTo>
                  <a:lnTo>
                    <a:pt x="12262" y="10002"/>
                  </a:lnTo>
                  <a:lnTo>
                    <a:pt x="12178" y="10002"/>
                  </a:lnTo>
                  <a:lnTo>
                    <a:pt x="12157" y="9940"/>
                  </a:lnTo>
                  <a:lnTo>
                    <a:pt x="11948" y="10002"/>
                  </a:lnTo>
                  <a:lnTo>
                    <a:pt x="11822" y="10044"/>
                  </a:lnTo>
                  <a:lnTo>
                    <a:pt x="11760" y="9919"/>
                  </a:lnTo>
                  <a:lnTo>
                    <a:pt x="11634" y="9730"/>
                  </a:lnTo>
                  <a:lnTo>
                    <a:pt x="11467" y="9647"/>
                  </a:lnTo>
                  <a:lnTo>
                    <a:pt x="11425" y="9605"/>
                  </a:lnTo>
                  <a:lnTo>
                    <a:pt x="11257" y="9605"/>
                  </a:lnTo>
                  <a:lnTo>
                    <a:pt x="11216" y="9626"/>
                  </a:lnTo>
                  <a:lnTo>
                    <a:pt x="11132" y="9521"/>
                  </a:lnTo>
                  <a:lnTo>
                    <a:pt x="10902" y="9270"/>
                  </a:lnTo>
                  <a:lnTo>
                    <a:pt x="10881" y="9165"/>
                  </a:lnTo>
                  <a:lnTo>
                    <a:pt x="10881" y="9082"/>
                  </a:lnTo>
                  <a:lnTo>
                    <a:pt x="10776" y="8914"/>
                  </a:lnTo>
                  <a:lnTo>
                    <a:pt x="10713" y="8789"/>
                  </a:lnTo>
                  <a:lnTo>
                    <a:pt x="10400" y="8454"/>
                  </a:lnTo>
                  <a:lnTo>
                    <a:pt x="10379" y="8328"/>
                  </a:lnTo>
                  <a:lnTo>
                    <a:pt x="10316" y="8245"/>
                  </a:lnTo>
                  <a:lnTo>
                    <a:pt x="10358" y="8161"/>
                  </a:lnTo>
                  <a:lnTo>
                    <a:pt x="10316" y="8077"/>
                  </a:lnTo>
                  <a:lnTo>
                    <a:pt x="10253" y="7847"/>
                  </a:lnTo>
                  <a:lnTo>
                    <a:pt x="10169" y="7763"/>
                  </a:lnTo>
                  <a:lnTo>
                    <a:pt x="10190" y="7638"/>
                  </a:lnTo>
                  <a:lnTo>
                    <a:pt x="10316" y="7805"/>
                  </a:lnTo>
                  <a:lnTo>
                    <a:pt x="10316" y="8015"/>
                  </a:lnTo>
                  <a:lnTo>
                    <a:pt x="10379" y="7973"/>
                  </a:lnTo>
                  <a:lnTo>
                    <a:pt x="10379" y="7805"/>
                  </a:lnTo>
                  <a:lnTo>
                    <a:pt x="10211" y="7554"/>
                  </a:lnTo>
                  <a:lnTo>
                    <a:pt x="10253" y="7429"/>
                  </a:lnTo>
                  <a:lnTo>
                    <a:pt x="10190" y="7219"/>
                  </a:lnTo>
                  <a:lnTo>
                    <a:pt x="10169" y="7115"/>
                  </a:lnTo>
                  <a:lnTo>
                    <a:pt x="10253" y="7010"/>
                  </a:lnTo>
                  <a:lnTo>
                    <a:pt x="10295" y="6717"/>
                  </a:lnTo>
                  <a:lnTo>
                    <a:pt x="10253" y="6571"/>
                  </a:lnTo>
                  <a:lnTo>
                    <a:pt x="10316" y="6278"/>
                  </a:lnTo>
                  <a:lnTo>
                    <a:pt x="10316" y="6173"/>
                  </a:lnTo>
                  <a:lnTo>
                    <a:pt x="10358" y="6090"/>
                  </a:lnTo>
                  <a:lnTo>
                    <a:pt x="10316" y="6048"/>
                  </a:lnTo>
                  <a:lnTo>
                    <a:pt x="10316" y="5922"/>
                  </a:lnTo>
                  <a:lnTo>
                    <a:pt x="10379" y="5859"/>
                  </a:lnTo>
                  <a:lnTo>
                    <a:pt x="10400" y="5713"/>
                  </a:lnTo>
                  <a:lnTo>
                    <a:pt x="10420" y="5650"/>
                  </a:lnTo>
                  <a:lnTo>
                    <a:pt x="10358" y="5608"/>
                  </a:lnTo>
                  <a:lnTo>
                    <a:pt x="10420" y="5504"/>
                  </a:lnTo>
                  <a:lnTo>
                    <a:pt x="10420" y="5336"/>
                  </a:lnTo>
                  <a:lnTo>
                    <a:pt x="10525" y="5336"/>
                  </a:lnTo>
                  <a:lnTo>
                    <a:pt x="10504" y="5441"/>
                  </a:lnTo>
                  <a:lnTo>
                    <a:pt x="10504" y="5525"/>
                  </a:lnTo>
                  <a:lnTo>
                    <a:pt x="10567" y="5504"/>
                  </a:lnTo>
                  <a:lnTo>
                    <a:pt x="10588" y="5399"/>
                  </a:lnTo>
                  <a:lnTo>
                    <a:pt x="10672" y="5294"/>
                  </a:lnTo>
                  <a:lnTo>
                    <a:pt x="10692" y="5148"/>
                  </a:lnTo>
                  <a:lnTo>
                    <a:pt x="10734" y="5106"/>
                  </a:lnTo>
                  <a:lnTo>
                    <a:pt x="10776" y="4939"/>
                  </a:lnTo>
                  <a:lnTo>
                    <a:pt x="10776" y="4897"/>
                  </a:lnTo>
                  <a:lnTo>
                    <a:pt x="10692" y="4939"/>
                  </a:lnTo>
                  <a:lnTo>
                    <a:pt x="10672" y="5127"/>
                  </a:lnTo>
                  <a:lnTo>
                    <a:pt x="10567" y="5190"/>
                  </a:lnTo>
                  <a:lnTo>
                    <a:pt x="10588" y="5106"/>
                  </a:lnTo>
                  <a:lnTo>
                    <a:pt x="10525" y="5085"/>
                  </a:lnTo>
                  <a:lnTo>
                    <a:pt x="10504" y="5002"/>
                  </a:lnTo>
                  <a:lnTo>
                    <a:pt x="10400" y="5002"/>
                  </a:lnTo>
                  <a:lnTo>
                    <a:pt x="10295" y="4918"/>
                  </a:lnTo>
                  <a:lnTo>
                    <a:pt x="10107" y="4876"/>
                  </a:lnTo>
                  <a:lnTo>
                    <a:pt x="10002" y="4771"/>
                  </a:lnTo>
                  <a:lnTo>
                    <a:pt x="9939" y="4730"/>
                  </a:lnTo>
                  <a:lnTo>
                    <a:pt x="9856" y="4730"/>
                  </a:lnTo>
                  <a:lnTo>
                    <a:pt x="9793" y="4709"/>
                  </a:lnTo>
                  <a:lnTo>
                    <a:pt x="9772" y="4709"/>
                  </a:lnTo>
                  <a:lnTo>
                    <a:pt x="9730" y="4667"/>
                  </a:lnTo>
                  <a:lnTo>
                    <a:pt x="9751" y="4499"/>
                  </a:lnTo>
                  <a:lnTo>
                    <a:pt x="9625" y="4165"/>
                  </a:lnTo>
                  <a:lnTo>
                    <a:pt x="9625" y="4144"/>
                  </a:lnTo>
                  <a:lnTo>
                    <a:pt x="9625" y="4081"/>
                  </a:lnTo>
                  <a:lnTo>
                    <a:pt x="9625" y="3976"/>
                  </a:lnTo>
                  <a:lnTo>
                    <a:pt x="9646" y="3872"/>
                  </a:lnTo>
                  <a:lnTo>
                    <a:pt x="9542" y="3788"/>
                  </a:lnTo>
                  <a:lnTo>
                    <a:pt x="9479" y="3683"/>
                  </a:lnTo>
                  <a:lnTo>
                    <a:pt x="9458" y="3579"/>
                  </a:lnTo>
                  <a:lnTo>
                    <a:pt x="9374" y="3537"/>
                  </a:lnTo>
                  <a:lnTo>
                    <a:pt x="9353" y="3453"/>
                  </a:lnTo>
                  <a:lnTo>
                    <a:pt x="9312" y="3432"/>
                  </a:lnTo>
                  <a:lnTo>
                    <a:pt x="9228" y="3223"/>
                  </a:lnTo>
                  <a:lnTo>
                    <a:pt x="9207" y="3139"/>
                  </a:lnTo>
                  <a:lnTo>
                    <a:pt x="9123" y="3118"/>
                  </a:lnTo>
                  <a:lnTo>
                    <a:pt x="9123" y="2951"/>
                  </a:lnTo>
                  <a:lnTo>
                    <a:pt x="9123" y="2888"/>
                  </a:lnTo>
                  <a:lnTo>
                    <a:pt x="9060" y="2825"/>
                  </a:lnTo>
                  <a:lnTo>
                    <a:pt x="9040" y="2721"/>
                  </a:lnTo>
                  <a:lnTo>
                    <a:pt x="8935" y="2574"/>
                  </a:lnTo>
                  <a:lnTo>
                    <a:pt x="8830" y="2491"/>
                  </a:lnTo>
                  <a:lnTo>
                    <a:pt x="8788" y="2386"/>
                  </a:lnTo>
                  <a:lnTo>
                    <a:pt x="8705" y="2365"/>
                  </a:lnTo>
                  <a:lnTo>
                    <a:pt x="8621" y="2365"/>
                  </a:lnTo>
                  <a:lnTo>
                    <a:pt x="8600" y="2323"/>
                  </a:lnTo>
                  <a:lnTo>
                    <a:pt x="8579" y="2302"/>
                  </a:lnTo>
                  <a:lnTo>
                    <a:pt x="8475" y="2323"/>
                  </a:lnTo>
                  <a:lnTo>
                    <a:pt x="8370" y="2302"/>
                  </a:lnTo>
                  <a:lnTo>
                    <a:pt x="8265" y="2302"/>
                  </a:lnTo>
                  <a:lnTo>
                    <a:pt x="8223" y="2386"/>
                  </a:lnTo>
                  <a:lnTo>
                    <a:pt x="8182" y="2386"/>
                  </a:lnTo>
                  <a:lnTo>
                    <a:pt x="8161" y="2365"/>
                  </a:lnTo>
                  <a:lnTo>
                    <a:pt x="8119" y="2365"/>
                  </a:lnTo>
                  <a:lnTo>
                    <a:pt x="8035" y="2386"/>
                  </a:lnTo>
                  <a:lnTo>
                    <a:pt x="7993" y="2428"/>
                  </a:lnTo>
                  <a:lnTo>
                    <a:pt x="7910" y="2595"/>
                  </a:lnTo>
                  <a:lnTo>
                    <a:pt x="7868" y="2679"/>
                  </a:lnTo>
                  <a:lnTo>
                    <a:pt x="7868" y="2700"/>
                  </a:lnTo>
                  <a:lnTo>
                    <a:pt x="7868" y="2742"/>
                  </a:lnTo>
                  <a:lnTo>
                    <a:pt x="7805" y="2742"/>
                  </a:lnTo>
                  <a:lnTo>
                    <a:pt x="7700" y="2825"/>
                  </a:lnTo>
                  <a:lnTo>
                    <a:pt x="7700" y="2846"/>
                  </a:lnTo>
                  <a:lnTo>
                    <a:pt x="7659" y="2888"/>
                  </a:lnTo>
                  <a:lnTo>
                    <a:pt x="7596" y="2888"/>
                  </a:lnTo>
                  <a:lnTo>
                    <a:pt x="7575" y="2825"/>
                  </a:lnTo>
                  <a:lnTo>
                    <a:pt x="7449" y="2784"/>
                  </a:lnTo>
                  <a:lnTo>
                    <a:pt x="7366" y="2742"/>
                  </a:lnTo>
                  <a:lnTo>
                    <a:pt x="7345" y="2700"/>
                  </a:lnTo>
                  <a:lnTo>
                    <a:pt x="7219" y="2637"/>
                  </a:lnTo>
                  <a:lnTo>
                    <a:pt x="7156" y="2637"/>
                  </a:lnTo>
                  <a:lnTo>
                    <a:pt x="7115" y="2595"/>
                  </a:lnTo>
                  <a:lnTo>
                    <a:pt x="7115" y="2574"/>
                  </a:lnTo>
                  <a:lnTo>
                    <a:pt x="7073" y="2512"/>
                  </a:lnTo>
                  <a:lnTo>
                    <a:pt x="7031" y="2491"/>
                  </a:lnTo>
                  <a:lnTo>
                    <a:pt x="6989" y="2491"/>
                  </a:lnTo>
                  <a:lnTo>
                    <a:pt x="6947" y="2470"/>
                  </a:lnTo>
                  <a:lnTo>
                    <a:pt x="6926" y="2470"/>
                  </a:lnTo>
                  <a:lnTo>
                    <a:pt x="6926" y="2428"/>
                  </a:lnTo>
                  <a:lnTo>
                    <a:pt x="6905" y="2323"/>
                  </a:lnTo>
                  <a:lnTo>
                    <a:pt x="6822" y="2261"/>
                  </a:lnTo>
                  <a:lnTo>
                    <a:pt x="6717" y="2114"/>
                  </a:lnTo>
                  <a:lnTo>
                    <a:pt x="6717" y="2093"/>
                  </a:lnTo>
                  <a:lnTo>
                    <a:pt x="6801" y="2072"/>
                  </a:lnTo>
                  <a:lnTo>
                    <a:pt x="6822" y="2051"/>
                  </a:lnTo>
                  <a:lnTo>
                    <a:pt x="6822" y="1968"/>
                  </a:lnTo>
                  <a:lnTo>
                    <a:pt x="6738" y="1884"/>
                  </a:lnTo>
                  <a:lnTo>
                    <a:pt x="6717" y="1863"/>
                  </a:lnTo>
                  <a:lnTo>
                    <a:pt x="6696" y="1842"/>
                  </a:lnTo>
                  <a:lnTo>
                    <a:pt x="6654" y="1800"/>
                  </a:lnTo>
                  <a:lnTo>
                    <a:pt x="6633" y="1675"/>
                  </a:lnTo>
                  <a:lnTo>
                    <a:pt x="6591" y="1591"/>
                  </a:lnTo>
                  <a:lnTo>
                    <a:pt x="6508" y="1549"/>
                  </a:lnTo>
                  <a:lnTo>
                    <a:pt x="6424" y="1528"/>
                  </a:lnTo>
                  <a:lnTo>
                    <a:pt x="6466" y="1465"/>
                  </a:lnTo>
                  <a:lnTo>
                    <a:pt x="6466" y="1424"/>
                  </a:lnTo>
                  <a:lnTo>
                    <a:pt x="6403" y="1340"/>
                  </a:lnTo>
                  <a:lnTo>
                    <a:pt x="6299" y="1319"/>
                  </a:lnTo>
                  <a:lnTo>
                    <a:pt x="6319" y="1256"/>
                  </a:lnTo>
                  <a:lnTo>
                    <a:pt x="6278" y="1173"/>
                  </a:lnTo>
                  <a:lnTo>
                    <a:pt x="6215" y="1173"/>
                  </a:lnTo>
                  <a:lnTo>
                    <a:pt x="6194" y="1131"/>
                  </a:lnTo>
                  <a:lnTo>
                    <a:pt x="6131" y="1068"/>
                  </a:lnTo>
                  <a:lnTo>
                    <a:pt x="6068" y="942"/>
                  </a:lnTo>
                  <a:lnTo>
                    <a:pt x="5943" y="859"/>
                  </a:lnTo>
                  <a:lnTo>
                    <a:pt x="5022" y="838"/>
                  </a:lnTo>
                  <a:lnTo>
                    <a:pt x="4980" y="1047"/>
                  </a:lnTo>
                  <a:lnTo>
                    <a:pt x="3327" y="1005"/>
                  </a:lnTo>
                  <a:lnTo>
                    <a:pt x="1402" y="105"/>
                  </a:lnTo>
                  <a:lnTo>
                    <a:pt x="1402" y="64"/>
                  </a:lnTo>
                  <a:lnTo>
                    <a:pt x="1381" y="1"/>
                  </a:lnTo>
                  <a:close/>
                </a:path>
              </a:pathLst>
            </a:custGeom>
            <a:solidFill>
              <a:srgbClr val="5F7D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29" name="Google Shape;5929;p36"/>
            <p:cNvSpPr/>
            <p:nvPr/>
          </p:nvSpPr>
          <p:spPr>
            <a:xfrm>
              <a:off x="3378594" y="3107749"/>
              <a:ext cx="19445" cy="26657"/>
            </a:xfrm>
            <a:custGeom>
              <a:rect b="b" l="l" r="r" t="t"/>
              <a:pathLst>
                <a:path extrusionOk="0" h="2344" w="1633">
                  <a:moveTo>
                    <a:pt x="336" y="0"/>
                  </a:moveTo>
                  <a:lnTo>
                    <a:pt x="231" y="84"/>
                  </a:lnTo>
                  <a:lnTo>
                    <a:pt x="126" y="147"/>
                  </a:lnTo>
                  <a:lnTo>
                    <a:pt x="85" y="209"/>
                  </a:lnTo>
                  <a:lnTo>
                    <a:pt x="1" y="314"/>
                  </a:lnTo>
                  <a:lnTo>
                    <a:pt x="1" y="460"/>
                  </a:lnTo>
                  <a:lnTo>
                    <a:pt x="64" y="607"/>
                  </a:lnTo>
                  <a:lnTo>
                    <a:pt x="22" y="732"/>
                  </a:lnTo>
                  <a:lnTo>
                    <a:pt x="22" y="816"/>
                  </a:lnTo>
                  <a:lnTo>
                    <a:pt x="126" y="879"/>
                  </a:lnTo>
                  <a:lnTo>
                    <a:pt x="189" y="963"/>
                  </a:lnTo>
                  <a:lnTo>
                    <a:pt x="231" y="1067"/>
                  </a:lnTo>
                  <a:lnTo>
                    <a:pt x="273" y="1193"/>
                  </a:lnTo>
                  <a:lnTo>
                    <a:pt x="294" y="1256"/>
                  </a:lnTo>
                  <a:lnTo>
                    <a:pt x="273" y="1360"/>
                  </a:lnTo>
                  <a:lnTo>
                    <a:pt x="189" y="1444"/>
                  </a:lnTo>
                  <a:lnTo>
                    <a:pt x="189" y="1590"/>
                  </a:lnTo>
                  <a:lnTo>
                    <a:pt x="231" y="1653"/>
                  </a:lnTo>
                  <a:lnTo>
                    <a:pt x="189" y="1779"/>
                  </a:lnTo>
                  <a:lnTo>
                    <a:pt x="64" y="1883"/>
                  </a:lnTo>
                  <a:lnTo>
                    <a:pt x="1" y="1883"/>
                  </a:lnTo>
                  <a:lnTo>
                    <a:pt x="22" y="1925"/>
                  </a:lnTo>
                  <a:lnTo>
                    <a:pt x="85" y="2009"/>
                  </a:lnTo>
                  <a:lnTo>
                    <a:pt x="106" y="2030"/>
                  </a:lnTo>
                  <a:lnTo>
                    <a:pt x="106" y="2113"/>
                  </a:lnTo>
                  <a:lnTo>
                    <a:pt x="189" y="2197"/>
                  </a:lnTo>
                  <a:lnTo>
                    <a:pt x="294" y="2218"/>
                  </a:lnTo>
                  <a:lnTo>
                    <a:pt x="336" y="2134"/>
                  </a:lnTo>
                  <a:lnTo>
                    <a:pt x="419" y="2113"/>
                  </a:lnTo>
                  <a:lnTo>
                    <a:pt x="503" y="2113"/>
                  </a:lnTo>
                  <a:lnTo>
                    <a:pt x="503" y="2176"/>
                  </a:lnTo>
                  <a:lnTo>
                    <a:pt x="545" y="2197"/>
                  </a:lnTo>
                  <a:lnTo>
                    <a:pt x="545" y="2323"/>
                  </a:lnTo>
                  <a:lnTo>
                    <a:pt x="608" y="2344"/>
                  </a:lnTo>
                  <a:lnTo>
                    <a:pt x="712" y="2281"/>
                  </a:lnTo>
                  <a:lnTo>
                    <a:pt x="733" y="2197"/>
                  </a:lnTo>
                  <a:lnTo>
                    <a:pt x="817" y="2134"/>
                  </a:lnTo>
                  <a:lnTo>
                    <a:pt x="880" y="2113"/>
                  </a:lnTo>
                  <a:lnTo>
                    <a:pt x="963" y="1988"/>
                  </a:lnTo>
                  <a:lnTo>
                    <a:pt x="1068" y="1820"/>
                  </a:lnTo>
                  <a:lnTo>
                    <a:pt x="1173" y="1590"/>
                  </a:lnTo>
                  <a:lnTo>
                    <a:pt x="1173" y="1486"/>
                  </a:lnTo>
                  <a:lnTo>
                    <a:pt x="1340" y="1297"/>
                  </a:lnTo>
                  <a:lnTo>
                    <a:pt x="1466" y="1130"/>
                  </a:lnTo>
                  <a:lnTo>
                    <a:pt x="1528" y="1046"/>
                  </a:lnTo>
                  <a:lnTo>
                    <a:pt x="1633" y="921"/>
                  </a:lnTo>
                  <a:lnTo>
                    <a:pt x="1591" y="774"/>
                  </a:lnTo>
                  <a:lnTo>
                    <a:pt x="1487" y="649"/>
                  </a:lnTo>
                  <a:lnTo>
                    <a:pt x="1466" y="711"/>
                  </a:lnTo>
                  <a:lnTo>
                    <a:pt x="1382" y="649"/>
                  </a:lnTo>
                  <a:lnTo>
                    <a:pt x="1361" y="544"/>
                  </a:lnTo>
                  <a:lnTo>
                    <a:pt x="1173" y="335"/>
                  </a:lnTo>
                  <a:lnTo>
                    <a:pt x="1131" y="335"/>
                  </a:lnTo>
                  <a:lnTo>
                    <a:pt x="963" y="209"/>
                  </a:lnTo>
                  <a:lnTo>
                    <a:pt x="650" y="105"/>
                  </a:lnTo>
                  <a:lnTo>
                    <a:pt x="524" y="21"/>
                  </a:lnTo>
                  <a:lnTo>
                    <a:pt x="336" y="0"/>
                  </a:lnTo>
                  <a:close/>
                </a:path>
              </a:pathLst>
            </a:custGeom>
            <a:solidFill>
              <a:srgbClr val="5F7D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30" name="Google Shape;5930;p36"/>
            <p:cNvSpPr/>
            <p:nvPr/>
          </p:nvSpPr>
          <p:spPr>
            <a:xfrm>
              <a:off x="3354434" y="3105122"/>
              <a:ext cx="27661" cy="28807"/>
            </a:xfrm>
            <a:custGeom>
              <a:rect b="b" l="l" r="r" t="t"/>
              <a:pathLst>
                <a:path extrusionOk="0" h="2533" w="2323">
                  <a:moveTo>
                    <a:pt x="1632" y="1"/>
                  </a:moveTo>
                  <a:lnTo>
                    <a:pt x="1528" y="43"/>
                  </a:lnTo>
                  <a:lnTo>
                    <a:pt x="1339" y="22"/>
                  </a:lnTo>
                  <a:lnTo>
                    <a:pt x="1151" y="64"/>
                  </a:lnTo>
                  <a:lnTo>
                    <a:pt x="963" y="22"/>
                  </a:lnTo>
                  <a:lnTo>
                    <a:pt x="691" y="22"/>
                  </a:lnTo>
                  <a:lnTo>
                    <a:pt x="544" y="64"/>
                  </a:lnTo>
                  <a:lnTo>
                    <a:pt x="544" y="210"/>
                  </a:lnTo>
                  <a:lnTo>
                    <a:pt x="482" y="336"/>
                  </a:lnTo>
                  <a:lnTo>
                    <a:pt x="523" y="419"/>
                  </a:lnTo>
                  <a:lnTo>
                    <a:pt x="440" y="524"/>
                  </a:lnTo>
                  <a:lnTo>
                    <a:pt x="335" y="566"/>
                  </a:lnTo>
                  <a:lnTo>
                    <a:pt x="168" y="566"/>
                  </a:lnTo>
                  <a:lnTo>
                    <a:pt x="105" y="691"/>
                  </a:lnTo>
                  <a:lnTo>
                    <a:pt x="105" y="838"/>
                  </a:lnTo>
                  <a:lnTo>
                    <a:pt x="0" y="1068"/>
                  </a:lnTo>
                  <a:lnTo>
                    <a:pt x="21" y="1152"/>
                  </a:lnTo>
                  <a:lnTo>
                    <a:pt x="126" y="1194"/>
                  </a:lnTo>
                  <a:lnTo>
                    <a:pt x="168" y="1277"/>
                  </a:lnTo>
                  <a:lnTo>
                    <a:pt x="210" y="1319"/>
                  </a:lnTo>
                  <a:lnTo>
                    <a:pt x="272" y="1424"/>
                  </a:lnTo>
                  <a:lnTo>
                    <a:pt x="272" y="1507"/>
                  </a:lnTo>
                  <a:lnTo>
                    <a:pt x="335" y="1570"/>
                  </a:lnTo>
                  <a:lnTo>
                    <a:pt x="419" y="1570"/>
                  </a:lnTo>
                  <a:lnTo>
                    <a:pt x="461" y="1591"/>
                  </a:lnTo>
                  <a:lnTo>
                    <a:pt x="482" y="1696"/>
                  </a:lnTo>
                  <a:lnTo>
                    <a:pt x="523" y="1842"/>
                  </a:lnTo>
                  <a:lnTo>
                    <a:pt x="523" y="1989"/>
                  </a:lnTo>
                  <a:lnTo>
                    <a:pt x="586" y="2010"/>
                  </a:lnTo>
                  <a:lnTo>
                    <a:pt x="670" y="2135"/>
                  </a:lnTo>
                  <a:lnTo>
                    <a:pt x="691" y="2219"/>
                  </a:lnTo>
                  <a:lnTo>
                    <a:pt x="795" y="2261"/>
                  </a:lnTo>
                  <a:lnTo>
                    <a:pt x="795" y="2323"/>
                  </a:lnTo>
                  <a:lnTo>
                    <a:pt x="858" y="2407"/>
                  </a:lnTo>
                  <a:lnTo>
                    <a:pt x="942" y="2449"/>
                  </a:lnTo>
                  <a:lnTo>
                    <a:pt x="984" y="2449"/>
                  </a:lnTo>
                  <a:lnTo>
                    <a:pt x="1005" y="2470"/>
                  </a:lnTo>
                  <a:lnTo>
                    <a:pt x="1172" y="2533"/>
                  </a:lnTo>
                  <a:lnTo>
                    <a:pt x="1256" y="2533"/>
                  </a:lnTo>
                  <a:lnTo>
                    <a:pt x="1277" y="2470"/>
                  </a:lnTo>
                  <a:lnTo>
                    <a:pt x="1214" y="2344"/>
                  </a:lnTo>
                  <a:lnTo>
                    <a:pt x="1193" y="2303"/>
                  </a:lnTo>
                  <a:lnTo>
                    <a:pt x="1088" y="2198"/>
                  </a:lnTo>
                  <a:lnTo>
                    <a:pt x="1109" y="2093"/>
                  </a:lnTo>
                  <a:lnTo>
                    <a:pt x="1214" y="2010"/>
                  </a:lnTo>
                  <a:lnTo>
                    <a:pt x="1339" y="2031"/>
                  </a:lnTo>
                  <a:lnTo>
                    <a:pt x="1591" y="2031"/>
                  </a:lnTo>
                  <a:lnTo>
                    <a:pt x="1695" y="1989"/>
                  </a:lnTo>
                  <a:lnTo>
                    <a:pt x="1842" y="1989"/>
                  </a:lnTo>
                  <a:lnTo>
                    <a:pt x="1946" y="2093"/>
                  </a:lnTo>
                  <a:lnTo>
                    <a:pt x="2030" y="2114"/>
                  </a:lnTo>
                  <a:lnTo>
                    <a:pt x="2093" y="2114"/>
                  </a:lnTo>
                  <a:lnTo>
                    <a:pt x="2218" y="2010"/>
                  </a:lnTo>
                  <a:lnTo>
                    <a:pt x="2260" y="1884"/>
                  </a:lnTo>
                  <a:lnTo>
                    <a:pt x="2218" y="1821"/>
                  </a:lnTo>
                  <a:lnTo>
                    <a:pt x="2218" y="1675"/>
                  </a:lnTo>
                  <a:lnTo>
                    <a:pt x="2302" y="1591"/>
                  </a:lnTo>
                  <a:lnTo>
                    <a:pt x="2323" y="1487"/>
                  </a:lnTo>
                  <a:lnTo>
                    <a:pt x="2302" y="1424"/>
                  </a:lnTo>
                  <a:lnTo>
                    <a:pt x="2260" y="1298"/>
                  </a:lnTo>
                  <a:lnTo>
                    <a:pt x="2218" y="1194"/>
                  </a:lnTo>
                  <a:lnTo>
                    <a:pt x="2155" y="1110"/>
                  </a:lnTo>
                  <a:lnTo>
                    <a:pt x="2051" y="1047"/>
                  </a:lnTo>
                  <a:lnTo>
                    <a:pt x="2051" y="963"/>
                  </a:lnTo>
                  <a:lnTo>
                    <a:pt x="2093" y="838"/>
                  </a:lnTo>
                  <a:lnTo>
                    <a:pt x="2030" y="691"/>
                  </a:lnTo>
                  <a:lnTo>
                    <a:pt x="2030" y="545"/>
                  </a:lnTo>
                  <a:lnTo>
                    <a:pt x="2114" y="440"/>
                  </a:lnTo>
                  <a:lnTo>
                    <a:pt x="2155" y="378"/>
                  </a:lnTo>
                  <a:lnTo>
                    <a:pt x="2260" y="231"/>
                  </a:lnTo>
                  <a:lnTo>
                    <a:pt x="2260" y="147"/>
                  </a:lnTo>
                  <a:lnTo>
                    <a:pt x="2135" y="106"/>
                  </a:lnTo>
                  <a:lnTo>
                    <a:pt x="1946" y="64"/>
                  </a:lnTo>
                  <a:lnTo>
                    <a:pt x="1716" y="1"/>
                  </a:lnTo>
                  <a:close/>
                </a:path>
              </a:pathLst>
            </a:custGeom>
            <a:solidFill>
              <a:srgbClr val="5F7D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31" name="Google Shape;5931;p36"/>
            <p:cNvSpPr/>
            <p:nvPr/>
          </p:nvSpPr>
          <p:spPr>
            <a:xfrm>
              <a:off x="3331012" y="3088711"/>
              <a:ext cx="34639" cy="49743"/>
            </a:xfrm>
            <a:custGeom>
              <a:rect b="b" l="l" r="r" t="t"/>
              <a:pathLst>
                <a:path extrusionOk="0" h="4374" w="2909">
                  <a:moveTo>
                    <a:pt x="879" y="0"/>
                  </a:moveTo>
                  <a:lnTo>
                    <a:pt x="858" y="84"/>
                  </a:lnTo>
                  <a:lnTo>
                    <a:pt x="712" y="251"/>
                  </a:lnTo>
                  <a:lnTo>
                    <a:pt x="565" y="356"/>
                  </a:lnTo>
                  <a:lnTo>
                    <a:pt x="503" y="335"/>
                  </a:lnTo>
                  <a:lnTo>
                    <a:pt x="335" y="544"/>
                  </a:lnTo>
                  <a:lnTo>
                    <a:pt x="356" y="628"/>
                  </a:lnTo>
                  <a:lnTo>
                    <a:pt x="419" y="733"/>
                  </a:lnTo>
                  <a:lnTo>
                    <a:pt x="565" y="753"/>
                  </a:lnTo>
                  <a:lnTo>
                    <a:pt x="649" y="837"/>
                  </a:lnTo>
                  <a:lnTo>
                    <a:pt x="649" y="963"/>
                  </a:lnTo>
                  <a:lnTo>
                    <a:pt x="461" y="1046"/>
                  </a:lnTo>
                  <a:lnTo>
                    <a:pt x="398" y="1025"/>
                  </a:lnTo>
                  <a:lnTo>
                    <a:pt x="293" y="1046"/>
                  </a:lnTo>
                  <a:lnTo>
                    <a:pt x="210" y="1025"/>
                  </a:lnTo>
                  <a:lnTo>
                    <a:pt x="126" y="1088"/>
                  </a:lnTo>
                  <a:lnTo>
                    <a:pt x="105" y="1277"/>
                  </a:lnTo>
                  <a:lnTo>
                    <a:pt x="1" y="1381"/>
                  </a:lnTo>
                  <a:lnTo>
                    <a:pt x="42" y="1507"/>
                  </a:lnTo>
                  <a:lnTo>
                    <a:pt x="189" y="1716"/>
                  </a:lnTo>
                  <a:lnTo>
                    <a:pt x="419" y="1904"/>
                  </a:lnTo>
                  <a:lnTo>
                    <a:pt x="419" y="1925"/>
                  </a:lnTo>
                  <a:lnTo>
                    <a:pt x="461" y="1925"/>
                  </a:lnTo>
                  <a:lnTo>
                    <a:pt x="524" y="1988"/>
                  </a:lnTo>
                  <a:lnTo>
                    <a:pt x="565" y="1925"/>
                  </a:lnTo>
                  <a:lnTo>
                    <a:pt x="712" y="1967"/>
                  </a:lnTo>
                  <a:lnTo>
                    <a:pt x="817" y="2072"/>
                  </a:lnTo>
                  <a:lnTo>
                    <a:pt x="817" y="2218"/>
                  </a:lnTo>
                  <a:lnTo>
                    <a:pt x="733" y="2344"/>
                  </a:lnTo>
                  <a:lnTo>
                    <a:pt x="670" y="2406"/>
                  </a:lnTo>
                  <a:lnTo>
                    <a:pt x="775" y="2448"/>
                  </a:lnTo>
                  <a:lnTo>
                    <a:pt x="879" y="2448"/>
                  </a:lnTo>
                  <a:lnTo>
                    <a:pt x="942" y="2532"/>
                  </a:lnTo>
                  <a:lnTo>
                    <a:pt x="984" y="2616"/>
                  </a:lnTo>
                  <a:lnTo>
                    <a:pt x="1089" y="2616"/>
                  </a:lnTo>
                  <a:lnTo>
                    <a:pt x="1089" y="2657"/>
                  </a:lnTo>
                  <a:lnTo>
                    <a:pt x="984" y="2804"/>
                  </a:lnTo>
                  <a:lnTo>
                    <a:pt x="963" y="2950"/>
                  </a:lnTo>
                  <a:lnTo>
                    <a:pt x="837" y="3160"/>
                  </a:lnTo>
                  <a:lnTo>
                    <a:pt x="858" y="3264"/>
                  </a:lnTo>
                  <a:lnTo>
                    <a:pt x="817" y="3369"/>
                  </a:lnTo>
                  <a:lnTo>
                    <a:pt x="817" y="3474"/>
                  </a:lnTo>
                  <a:lnTo>
                    <a:pt x="837" y="3536"/>
                  </a:lnTo>
                  <a:lnTo>
                    <a:pt x="817" y="3599"/>
                  </a:lnTo>
                  <a:lnTo>
                    <a:pt x="817" y="3704"/>
                  </a:lnTo>
                  <a:lnTo>
                    <a:pt x="921" y="3808"/>
                  </a:lnTo>
                  <a:lnTo>
                    <a:pt x="1047" y="3955"/>
                  </a:lnTo>
                  <a:lnTo>
                    <a:pt x="1047" y="4018"/>
                  </a:lnTo>
                  <a:lnTo>
                    <a:pt x="1130" y="4122"/>
                  </a:lnTo>
                  <a:lnTo>
                    <a:pt x="1361" y="4331"/>
                  </a:lnTo>
                  <a:lnTo>
                    <a:pt x="1444" y="4373"/>
                  </a:lnTo>
                  <a:lnTo>
                    <a:pt x="1507" y="4290"/>
                  </a:lnTo>
                  <a:lnTo>
                    <a:pt x="1591" y="4269"/>
                  </a:lnTo>
                  <a:lnTo>
                    <a:pt x="1612" y="4290"/>
                  </a:lnTo>
                  <a:lnTo>
                    <a:pt x="1758" y="4290"/>
                  </a:lnTo>
                  <a:lnTo>
                    <a:pt x="1821" y="4185"/>
                  </a:lnTo>
                  <a:lnTo>
                    <a:pt x="1863" y="4122"/>
                  </a:lnTo>
                  <a:lnTo>
                    <a:pt x="1967" y="4101"/>
                  </a:lnTo>
                  <a:lnTo>
                    <a:pt x="2198" y="4101"/>
                  </a:lnTo>
                  <a:lnTo>
                    <a:pt x="2260" y="3913"/>
                  </a:lnTo>
                  <a:lnTo>
                    <a:pt x="2386" y="3871"/>
                  </a:lnTo>
                  <a:lnTo>
                    <a:pt x="2553" y="3871"/>
                  </a:lnTo>
                  <a:lnTo>
                    <a:pt x="2616" y="3913"/>
                  </a:lnTo>
                  <a:lnTo>
                    <a:pt x="2721" y="3892"/>
                  </a:lnTo>
                  <a:lnTo>
                    <a:pt x="2909" y="3892"/>
                  </a:lnTo>
                  <a:lnTo>
                    <a:pt x="2825" y="3850"/>
                  </a:lnTo>
                  <a:lnTo>
                    <a:pt x="2762" y="3766"/>
                  </a:lnTo>
                  <a:lnTo>
                    <a:pt x="2762" y="3704"/>
                  </a:lnTo>
                  <a:lnTo>
                    <a:pt x="2658" y="3662"/>
                  </a:lnTo>
                  <a:lnTo>
                    <a:pt x="2637" y="3578"/>
                  </a:lnTo>
                  <a:lnTo>
                    <a:pt x="2553" y="3453"/>
                  </a:lnTo>
                  <a:lnTo>
                    <a:pt x="2490" y="3432"/>
                  </a:lnTo>
                  <a:lnTo>
                    <a:pt x="2490" y="3285"/>
                  </a:lnTo>
                  <a:lnTo>
                    <a:pt x="2449" y="3139"/>
                  </a:lnTo>
                  <a:lnTo>
                    <a:pt x="2428" y="3034"/>
                  </a:lnTo>
                  <a:lnTo>
                    <a:pt x="2386" y="3013"/>
                  </a:lnTo>
                  <a:lnTo>
                    <a:pt x="2302" y="3013"/>
                  </a:lnTo>
                  <a:lnTo>
                    <a:pt x="2239" y="2950"/>
                  </a:lnTo>
                  <a:lnTo>
                    <a:pt x="2239" y="2867"/>
                  </a:lnTo>
                  <a:lnTo>
                    <a:pt x="2177" y="2762"/>
                  </a:lnTo>
                  <a:lnTo>
                    <a:pt x="2135" y="2720"/>
                  </a:lnTo>
                  <a:lnTo>
                    <a:pt x="2093" y="2637"/>
                  </a:lnTo>
                  <a:lnTo>
                    <a:pt x="1988" y="2595"/>
                  </a:lnTo>
                  <a:lnTo>
                    <a:pt x="1967" y="2511"/>
                  </a:lnTo>
                  <a:lnTo>
                    <a:pt x="2072" y="2281"/>
                  </a:lnTo>
                  <a:lnTo>
                    <a:pt x="2072" y="2134"/>
                  </a:lnTo>
                  <a:lnTo>
                    <a:pt x="2135" y="2009"/>
                  </a:lnTo>
                  <a:lnTo>
                    <a:pt x="2302" y="2009"/>
                  </a:lnTo>
                  <a:lnTo>
                    <a:pt x="2407" y="1967"/>
                  </a:lnTo>
                  <a:lnTo>
                    <a:pt x="2490" y="1862"/>
                  </a:lnTo>
                  <a:lnTo>
                    <a:pt x="2449" y="1779"/>
                  </a:lnTo>
                  <a:lnTo>
                    <a:pt x="2511" y="1653"/>
                  </a:lnTo>
                  <a:lnTo>
                    <a:pt x="2449" y="1549"/>
                  </a:lnTo>
                  <a:lnTo>
                    <a:pt x="2449" y="1381"/>
                  </a:lnTo>
                  <a:lnTo>
                    <a:pt x="2428" y="1297"/>
                  </a:lnTo>
                  <a:lnTo>
                    <a:pt x="2218" y="1256"/>
                  </a:lnTo>
                  <a:lnTo>
                    <a:pt x="2009" y="1046"/>
                  </a:lnTo>
                  <a:lnTo>
                    <a:pt x="1905" y="963"/>
                  </a:lnTo>
                  <a:lnTo>
                    <a:pt x="1863" y="984"/>
                  </a:lnTo>
                  <a:lnTo>
                    <a:pt x="1716" y="1046"/>
                  </a:lnTo>
                  <a:lnTo>
                    <a:pt x="1653" y="1130"/>
                  </a:lnTo>
                  <a:lnTo>
                    <a:pt x="1612" y="1235"/>
                  </a:lnTo>
                  <a:lnTo>
                    <a:pt x="1591" y="1088"/>
                  </a:lnTo>
                  <a:lnTo>
                    <a:pt x="1612" y="921"/>
                  </a:lnTo>
                  <a:lnTo>
                    <a:pt x="1674" y="816"/>
                  </a:lnTo>
                  <a:lnTo>
                    <a:pt x="1612" y="628"/>
                  </a:lnTo>
                  <a:lnTo>
                    <a:pt x="1507" y="565"/>
                  </a:lnTo>
                  <a:lnTo>
                    <a:pt x="1298" y="419"/>
                  </a:lnTo>
                  <a:lnTo>
                    <a:pt x="1151" y="251"/>
                  </a:lnTo>
                  <a:lnTo>
                    <a:pt x="1130" y="147"/>
                  </a:lnTo>
                  <a:lnTo>
                    <a:pt x="1026" y="42"/>
                  </a:lnTo>
                  <a:lnTo>
                    <a:pt x="921" y="21"/>
                  </a:lnTo>
                  <a:lnTo>
                    <a:pt x="879" y="0"/>
                  </a:lnTo>
                  <a:close/>
                </a:path>
              </a:pathLst>
            </a:custGeom>
            <a:solidFill>
              <a:srgbClr val="5F7D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32" name="Google Shape;5932;p36"/>
            <p:cNvSpPr/>
            <p:nvPr/>
          </p:nvSpPr>
          <p:spPr>
            <a:xfrm>
              <a:off x="3250041" y="3063487"/>
              <a:ext cx="91450" cy="78538"/>
            </a:xfrm>
            <a:custGeom>
              <a:rect b="b" l="l" r="r" t="t"/>
              <a:pathLst>
                <a:path extrusionOk="0" h="6906" w="7680">
                  <a:moveTo>
                    <a:pt x="1988" y="0"/>
                  </a:moveTo>
                  <a:lnTo>
                    <a:pt x="1821" y="63"/>
                  </a:lnTo>
                  <a:lnTo>
                    <a:pt x="1674" y="251"/>
                  </a:lnTo>
                  <a:lnTo>
                    <a:pt x="1695" y="377"/>
                  </a:lnTo>
                  <a:lnTo>
                    <a:pt x="1758" y="440"/>
                  </a:lnTo>
                  <a:lnTo>
                    <a:pt x="1863" y="356"/>
                  </a:lnTo>
                  <a:lnTo>
                    <a:pt x="1967" y="377"/>
                  </a:lnTo>
                  <a:lnTo>
                    <a:pt x="2072" y="461"/>
                  </a:lnTo>
                  <a:lnTo>
                    <a:pt x="2030" y="544"/>
                  </a:lnTo>
                  <a:lnTo>
                    <a:pt x="1925" y="565"/>
                  </a:lnTo>
                  <a:lnTo>
                    <a:pt x="1821" y="523"/>
                  </a:lnTo>
                  <a:lnTo>
                    <a:pt x="1779" y="482"/>
                  </a:lnTo>
                  <a:lnTo>
                    <a:pt x="1758" y="523"/>
                  </a:lnTo>
                  <a:lnTo>
                    <a:pt x="1758" y="565"/>
                  </a:lnTo>
                  <a:lnTo>
                    <a:pt x="1611" y="649"/>
                  </a:lnTo>
                  <a:lnTo>
                    <a:pt x="1360" y="670"/>
                  </a:lnTo>
                  <a:lnTo>
                    <a:pt x="1088" y="774"/>
                  </a:lnTo>
                  <a:lnTo>
                    <a:pt x="1026" y="879"/>
                  </a:lnTo>
                  <a:lnTo>
                    <a:pt x="1026" y="984"/>
                  </a:lnTo>
                  <a:lnTo>
                    <a:pt x="1088" y="1088"/>
                  </a:lnTo>
                  <a:lnTo>
                    <a:pt x="1088" y="1318"/>
                  </a:lnTo>
                  <a:lnTo>
                    <a:pt x="1130" y="1486"/>
                  </a:lnTo>
                  <a:lnTo>
                    <a:pt x="1151" y="1611"/>
                  </a:lnTo>
                  <a:lnTo>
                    <a:pt x="1067" y="1800"/>
                  </a:lnTo>
                  <a:lnTo>
                    <a:pt x="879" y="1925"/>
                  </a:lnTo>
                  <a:lnTo>
                    <a:pt x="775" y="1904"/>
                  </a:lnTo>
                  <a:lnTo>
                    <a:pt x="775" y="1737"/>
                  </a:lnTo>
                  <a:lnTo>
                    <a:pt x="649" y="1611"/>
                  </a:lnTo>
                  <a:lnTo>
                    <a:pt x="628" y="1486"/>
                  </a:lnTo>
                  <a:lnTo>
                    <a:pt x="733" y="1402"/>
                  </a:lnTo>
                  <a:lnTo>
                    <a:pt x="754" y="1318"/>
                  </a:lnTo>
                  <a:lnTo>
                    <a:pt x="963" y="1109"/>
                  </a:lnTo>
                  <a:lnTo>
                    <a:pt x="963" y="942"/>
                  </a:lnTo>
                  <a:lnTo>
                    <a:pt x="879" y="795"/>
                  </a:lnTo>
                  <a:lnTo>
                    <a:pt x="921" y="754"/>
                  </a:lnTo>
                  <a:lnTo>
                    <a:pt x="879" y="670"/>
                  </a:lnTo>
                  <a:lnTo>
                    <a:pt x="816" y="628"/>
                  </a:lnTo>
                  <a:lnTo>
                    <a:pt x="754" y="523"/>
                  </a:lnTo>
                  <a:lnTo>
                    <a:pt x="775" y="440"/>
                  </a:lnTo>
                  <a:lnTo>
                    <a:pt x="921" y="377"/>
                  </a:lnTo>
                  <a:lnTo>
                    <a:pt x="1067" y="356"/>
                  </a:lnTo>
                  <a:lnTo>
                    <a:pt x="1172" y="210"/>
                  </a:lnTo>
                  <a:lnTo>
                    <a:pt x="1130" y="210"/>
                  </a:lnTo>
                  <a:lnTo>
                    <a:pt x="1088" y="230"/>
                  </a:lnTo>
                  <a:lnTo>
                    <a:pt x="775" y="356"/>
                  </a:lnTo>
                  <a:lnTo>
                    <a:pt x="628" y="628"/>
                  </a:lnTo>
                  <a:lnTo>
                    <a:pt x="565" y="670"/>
                  </a:lnTo>
                  <a:lnTo>
                    <a:pt x="461" y="691"/>
                  </a:lnTo>
                  <a:lnTo>
                    <a:pt x="356" y="837"/>
                  </a:lnTo>
                  <a:lnTo>
                    <a:pt x="293" y="900"/>
                  </a:lnTo>
                  <a:lnTo>
                    <a:pt x="105" y="1172"/>
                  </a:lnTo>
                  <a:lnTo>
                    <a:pt x="84" y="1298"/>
                  </a:lnTo>
                  <a:lnTo>
                    <a:pt x="105" y="1402"/>
                  </a:lnTo>
                  <a:lnTo>
                    <a:pt x="84" y="1590"/>
                  </a:lnTo>
                  <a:lnTo>
                    <a:pt x="0" y="1779"/>
                  </a:lnTo>
                  <a:lnTo>
                    <a:pt x="0" y="1821"/>
                  </a:lnTo>
                  <a:lnTo>
                    <a:pt x="147" y="1821"/>
                  </a:lnTo>
                  <a:lnTo>
                    <a:pt x="398" y="2239"/>
                  </a:lnTo>
                  <a:lnTo>
                    <a:pt x="503" y="2407"/>
                  </a:lnTo>
                  <a:lnTo>
                    <a:pt x="523" y="2511"/>
                  </a:lnTo>
                  <a:lnTo>
                    <a:pt x="461" y="2637"/>
                  </a:lnTo>
                  <a:lnTo>
                    <a:pt x="461" y="2720"/>
                  </a:lnTo>
                  <a:lnTo>
                    <a:pt x="440" y="2762"/>
                  </a:lnTo>
                  <a:lnTo>
                    <a:pt x="440" y="2867"/>
                  </a:lnTo>
                  <a:lnTo>
                    <a:pt x="565" y="2971"/>
                  </a:lnTo>
                  <a:lnTo>
                    <a:pt x="733" y="3034"/>
                  </a:lnTo>
                  <a:lnTo>
                    <a:pt x="837" y="3055"/>
                  </a:lnTo>
                  <a:lnTo>
                    <a:pt x="963" y="3097"/>
                  </a:lnTo>
                  <a:lnTo>
                    <a:pt x="1047" y="3055"/>
                  </a:lnTo>
                  <a:lnTo>
                    <a:pt x="1193" y="3055"/>
                  </a:lnTo>
                  <a:lnTo>
                    <a:pt x="1339" y="3097"/>
                  </a:lnTo>
                  <a:lnTo>
                    <a:pt x="1381" y="3076"/>
                  </a:lnTo>
                  <a:lnTo>
                    <a:pt x="1549" y="3055"/>
                  </a:lnTo>
                  <a:lnTo>
                    <a:pt x="1716" y="3076"/>
                  </a:lnTo>
                  <a:lnTo>
                    <a:pt x="1821" y="3139"/>
                  </a:lnTo>
                  <a:lnTo>
                    <a:pt x="2281" y="3557"/>
                  </a:lnTo>
                  <a:lnTo>
                    <a:pt x="2427" y="3515"/>
                  </a:lnTo>
                  <a:lnTo>
                    <a:pt x="2448" y="3557"/>
                  </a:lnTo>
                  <a:lnTo>
                    <a:pt x="2511" y="3515"/>
                  </a:lnTo>
                  <a:lnTo>
                    <a:pt x="2637" y="3578"/>
                  </a:lnTo>
                  <a:lnTo>
                    <a:pt x="2699" y="3599"/>
                  </a:lnTo>
                  <a:lnTo>
                    <a:pt x="2825" y="3557"/>
                  </a:lnTo>
                  <a:lnTo>
                    <a:pt x="2930" y="3557"/>
                  </a:lnTo>
                  <a:lnTo>
                    <a:pt x="3076" y="3578"/>
                  </a:lnTo>
                  <a:lnTo>
                    <a:pt x="3118" y="3515"/>
                  </a:lnTo>
                  <a:lnTo>
                    <a:pt x="3223" y="3515"/>
                  </a:lnTo>
                  <a:lnTo>
                    <a:pt x="3285" y="3578"/>
                  </a:lnTo>
                  <a:lnTo>
                    <a:pt x="3348" y="3808"/>
                  </a:lnTo>
                  <a:lnTo>
                    <a:pt x="3285" y="3892"/>
                  </a:lnTo>
                  <a:lnTo>
                    <a:pt x="3285" y="3997"/>
                  </a:lnTo>
                  <a:lnTo>
                    <a:pt x="3264" y="4080"/>
                  </a:lnTo>
                  <a:lnTo>
                    <a:pt x="3118" y="4101"/>
                  </a:lnTo>
                  <a:lnTo>
                    <a:pt x="3055" y="4185"/>
                  </a:lnTo>
                  <a:lnTo>
                    <a:pt x="3076" y="4394"/>
                  </a:lnTo>
                  <a:lnTo>
                    <a:pt x="3118" y="4457"/>
                  </a:lnTo>
                  <a:lnTo>
                    <a:pt x="3055" y="4624"/>
                  </a:lnTo>
                  <a:lnTo>
                    <a:pt x="3055" y="4813"/>
                  </a:lnTo>
                  <a:lnTo>
                    <a:pt x="3139" y="4875"/>
                  </a:lnTo>
                  <a:lnTo>
                    <a:pt x="3139" y="4959"/>
                  </a:lnTo>
                  <a:lnTo>
                    <a:pt x="3244" y="5252"/>
                  </a:lnTo>
                  <a:lnTo>
                    <a:pt x="3055" y="5587"/>
                  </a:lnTo>
                  <a:lnTo>
                    <a:pt x="3076" y="5692"/>
                  </a:lnTo>
                  <a:lnTo>
                    <a:pt x="3139" y="5692"/>
                  </a:lnTo>
                  <a:lnTo>
                    <a:pt x="3223" y="5671"/>
                  </a:lnTo>
                  <a:lnTo>
                    <a:pt x="3223" y="5692"/>
                  </a:lnTo>
                  <a:lnTo>
                    <a:pt x="3244" y="5775"/>
                  </a:lnTo>
                  <a:lnTo>
                    <a:pt x="3327" y="5817"/>
                  </a:lnTo>
                  <a:lnTo>
                    <a:pt x="3369" y="5922"/>
                  </a:lnTo>
                  <a:lnTo>
                    <a:pt x="3348" y="5984"/>
                  </a:lnTo>
                  <a:lnTo>
                    <a:pt x="3390" y="6131"/>
                  </a:lnTo>
                  <a:lnTo>
                    <a:pt x="3536" y="6424"/>
                  </a:lnTo>
                  <a:lnTo>
                    <a:pt x="3536" y="6528"/>
                  </a:lnTo>
                  <a:lnTo>
                    <a:pt x="3746" y="6696"/>
                  </a:lnTo>
                  <a:lnTo>
                    <a:pt x="3976" y="6863"/>
                  </a:lnTo>
                  <a:lnTo>
                    <a:pt x="4101" y="6905"/>
                  </a:lnTo>
                  <a:lnTo>
                    <a:pt x="4332" y="6863"/>
                  </a:lnTo>
                  <a:lnTo>
                    <a:pt x="4478" y="6717"/>
                  </a:lnTo>
                  <a:lnTo>
                    <a:pt x="4687" y="6591"/>
                  </a:lnTo>
                  <a:lnTo>
                    <a:pt x="4750" y="6487"/>
                  </a:lnTo>
                  <a:lnTo>
                    <a:pt x="5064" y="6319"/>
                  </a:lnTo>
                  <a:lnTo>
                    <a:pt x="5127" y="6173"/>
                  </a:lnTo>
                  <a:lnTo>
                    <a:pt x="5168" y="6110"/>
                  </a:lnTo>
                  <a:lnTo>
                    <a:pt x="5210" y="6068"/>
                  </a:lnTo>
                  <a:lnTo>
                    <a:pt x="5482" y="6005"/>
                  </a:lnTo>
                  <a:lnTo>
                    <a:pt x="5629" y="5964"/>
                  </a:lnTo>
                  <a:lnTo>
                    <a:pt x="5587" y="5817"/>
                  </a:lnTo>
                  <a:lnTo>
                    <a:pt x="5440" y="5796"/>
                  </a:lnTo>
                  <a:lnTo>
                    <a:pt x="5252" y="5817"/>
                  </a:lnTo>
                  <a:lnTo>
                    <a:pt x="4959" y="5712"/>
                  </a:lnTo>
                  <a:lnTo>
                    <a:pt x="5022" y="5545"/>
                  </a:lnTo>
                  <a:lnTo>
                    <a:pt x="5001" y="5482"/>
                  </a:lnTo>
                  <a:lnTo>
                    <a:pt x="4938" y="5440"/>
                  </a:lnTo>
                  <a:lnTo>
                    <a:pt x="5127" y="5168"/>
                  </a:lnTo>
                  <a:lnTo>
                    <a:pt x="5064" y="5064"/>
                  </a:lnTo>
                  <a:lnTo>
                    <a:pt x="4938" y="4938"/>
                  </a:lnTo>
                  <a:lnTo>
                    <a:pt x="4834" y="4917"/>
                  </a:lnTo>
                  <a:lnTo>
                    <a:pt x="4750" y="4750"/>
                  </a:lnTo>
                  <a:lnTo>
                    <a:pt x="4917" y="4813"/>
                  </a:lnTo>
                  <a:lnTo>
                    <a:pt x="5106" y="4834"/>
                  </a:lnTo>
                  <a:lnTo>
                    <a:pt x="5273" y="4938"/>
                  </a:lnTo>
                  <a:lnTo>
                    <a:pt x="5461" y="4938"/>
                  </a:lnTo>
                  <a:lnTo>
                    <a:pt x="5733" y="4875"/>
                  </a:lnTo>
                  <a:lnTo>
                    <a:pt x="5796" y="4938"/>
                  </a:lnTo>
                  <a:lnTo>
                    <a:pt x="5985" y="4875"/>
                  </a:lnTo>
                  <a:lnTo>
                    <a:pt x="6173" y="4708"/>
                  </a:lnTo>
                  <a:lnTo>
                    <a:pt x="6319" y="4708"/>
                  </a:lnTo>
                  <a:lnTo>
                    <a:pt x="6424" y="4729"/>
                  </a:lnTo>
                  <a:lnTo>
                    <a:pt x="6675" y="4624"/>
                  </a:lnTo>
                  <a:lnTo>
                    <a:pt x="6884" y="4624"/>
                  </a:lnTo>
                  <a:lnTo>
                    <a:pt x="7156" y="4394"/>
                  </a:lnTo>
                  <a:lnTo>
                    <a:pt x="7219" y="4248"/>
                  </a:lnTo>
                  <a:lnTo>
                    <a:pt x="7219" y="4143"/>
                  </a:lnTo>
                  <a:lnTo>
                    <a:pt x="7219" y="4122"/>
                  </a:lnTo>
                  <a:lnTo>
                    <a:pt x="6989" y="3934"/>
                  </a:lnTo>
                  <a:lnTo>
                    <a:pt x="6842" y="3725"/>
                  </a:lnTo>
                  <a:lnTo>
                    <a:pt x="6801" y="3599"/>
                  </a:lnTo>
                  <a:lnTo>
                    <a:pt x="6905" y="3495"/>
                  </a:lnTo>
                  <a:lnTo>
                    <a:pt x="6926" y="3306"/>
                  </a:lnTo>
                  <a:lnTo>
                    <a:pt x="7010" y="3243"/>
                  </a:lnTo>
                  <a:lnTo>
                    <a:pt x="7093" y="3264"/>
                  </a:lnTo>
                  <a:lnTo>
                    <a:pt x="7198" y="3243"/>
                  </a:lnTo>
                  <a:lnTo>
                    <a:pt x="7261" y="3264"/>
                  </a:lnTo>
                  <a:lnTo>
                    <a:pt x="7449" y="3181"/>
                  </a:lnTo>
                  <a:lnTo>
                    <a:pt x="7449" y="3055"/>
                  </a:lnTo>
                  <a:lnTo>
                    <a:pt x="7365" y="2971"/>
                  </a:lnTo>
                  <a:lnTo>
                    <a:pt x="7219" y="2951"/>
                  </a:lnTo>
                  <a:lnTo>
                    <a:pt x="7156" y="2846"/>
                  </a:lnTo>
                  <a:lnTo>
                    <a:pt x="7135" y="2762"/>
                  </a:lnTo>
                  <a:lnTo>
                    <a:pt x="7303" y="2553"/>
                  </a:lnTo>
                  <a:lnTo>
                    <a:pt x="7365" y="2574"/>
                  </a:lnTo>
                  <a:lnTo>
                    <a:pt x="7512" y="2469"/>
                  </a:lnTo>
                  <a:lnTo>
                    <a:pt x="7658" y="2302"/>
                  </a:lnTo>
                  <a:lnTo>
                    <a:pt x="7679" y="2218"/>
                  </a:lnTo>
                  <a:lnTo>
                    <a:pt x="7658" y="2218"/>
                  </a:lnTo>
                  <a:lnTo>
                    <a:pt x="7428" y="2114"/>
                  </a:lnTo>
                  <a:lnTo>
                    <a:pt x="7345" y="2114"/>
                  </a:lnTo>
                  <a:lnTo>
                    <a:pt x="7261" y="2135"/>
                  </a:lnTo>
                  <a:lnTo>
                    <a:pt x="7156" y="2114"/>
                  </a:lnTo>
                  <a:lnTo>
                    <a:pt x="7093" y="2114"/>
                  </a:lnTo>
                  <a:lnTo>
                    <a:pt x="7010" y="2155"/>
                  </a:lnTo>
                  <a:lnTo>
                    <a:pt x="6821" y="2197"/>
                  </a:lnTo>
                  <a:lnTo>
                    <a:pt x="6675" y="2155"/>
                  </a:lnTo>
                  <a:lnTo>
                    <a:pt x="6612" y="2155"/>
                  </a:lnTo>
                  <a:lnTo>
                    <a:pt x="6717" y="2135"/>
                  </a:lnTo>
                  <a:lnTo>
                    <a:pt x="6801" y="2135"/>
                  </a:lnTo>
                  <a:lnTo>
                    <a:pt x="6884" y="2093"/>
                  </a:lnTo>
                  <a:lnTo>
                    <a:pt x="6926" y="2009"/>
                  </a:lnTo>
                  <a:lnTo>
                    <a:pt x="7052" y="1904"/>
                  </a:lnTo>
                  <a:lnTo>
                    <a:pt x="7093" y="1842"/>
                  </a:lnTo>
                  <a:lnTo>
                    <a:pt x="7010" y="1800"/>
                  </a:lnTo>
                  <a:lnTo>
                    <a:pt x="7010" y="1779"/>
                  </a:lnTo>
                  <a:lnTo>
                    <a:pt x="6989" y="1674"/>
                  </a:lnTo>
                  <a:lnTo>
                    <a:pt x="6821" y="1590"/>
                  </a:lnTo>
                  <a:lnTo>
                    <a:pt x="6612" y="1528"/>
                  </a:lnTo>
                  <a:lnTo>
                    <a:pt x="6570" y="1486"/>
                  </a:lnTo>
                  <a:lnTo>
                    <a:pt x="6487" y="1423"/>
                  </a:lnTo>
                  <a:lnTo>
                    <a:pt x="6382" y="1423"/>
                  </a:lnTo>
                  <a:lnTo>
                    <a:pt x="6361" y="1381"/>
                  </a:lnTo>
                  <a:lnTo>
                    <a:pt x="6215" y="1318"/>
                  </a:lnTo>
                  <a:lnTo>
                    <a:pt x="6173" y="1318"/>
                  </a:lnTo>
                  <a:lnTo>
                    <a:pt x="6173" y="1423"/>
                  </a:lnTo>
                  <a:lnTo>
                    <a:pt x="6089" y="1318"/>
                  </a:lnTo>
                  <a:lnTo>
                    <a:pt x="6047" y="1214"/>
                  </a:lnTo>
                  <a:lnTo>
                    <a:pt x="5943" y="1172"/>
                  </a:lnTo>
                  <a:lnTo>
                    <a:pt x="5901" y="1088"/>
                  </a:lnTo>
                  <a:lnTo>
                    <a:pt x="5964" y="1046"/>
                  </a:lnTo>
                  <a:lnTo>
                    <a:pt x="6215" y="1067"/>
                  </a:lnTo>
                  <a:lnTo>
                    <a:pt x="6319" y="984"/>
                  </a:lnTo>
                  <a:lnTo>
                    <a:pt x="6487" y="984"/>
                  </a:lnTo>
                  <a:lnTo>
                    <a:pt x="6487" y="879"/>
                  </a:lnTo>
                  <a:lnTo>
                    <a:pt x="6361" y="900"/>
                  </a:lnTo>
                  <a:lnTo>
                    <a:pt x="6089" y="858"/>
                  </a:lnTo>
                  <a:lnTo>
                    <a:pt x="5901" y="879"/>
                  </a:lnTo>
                  <a:lnTo>
                    <a:pt x="5775" y="879"/>
                  </a:lnTo>
                  <a:lnTo>
                    <a:pt x="5524" y="963"/>
                  </a:lnTo>
                  <a:lnTo>
                    <a:pt x="5440" y="942"/>
                  </a:lnTo>
                  <a:lnTo>
                    <a:pt x="5336" y="942"/>
                  </a:lnTo>
                  <a:lnTo>
                    <a:pt x="5127" y="1088"/>
                  </a:lnTo>
                  <a:lnTo>
                    <a:pt x="5022" y="1109"/>
                  </a:lnTo>
                  <a:lnTo>
                    <a:pt x="4896" y="1172"/>
                  </a:lnTo>
                  <a:lnTo>
                    <a:pt x="4834" y="1256"/>
                  </a:lnTo>
                  <a:lnTo>
                    <a:pt x="4645" y="1277"/>
                  </a:lnTo>
                  <a:lnTo>
                    <a:pt x="4604" y="1298"/>
                  </a:lnTo>
                  <a:lnTo>
                    <a:pt x="4520" y="1277"/>
                  </a:lnTo>
                  <a:lnTo>
                    <a:pt x="4269" y="1088"/>
                  </a:lnTo>
                  <a:lnTo>
                    <a:pt x="4206" y="984"/>
                  </a:lnTo>
                  <a:lnTo>
                    <a:pt x="3871" y="984"/>
                  </a:lnTo>
                  <a:lnTo>
                    <a:pt x="3327" y="1088"/>
                  </a:lnTo>
                  <a:lnTo>
                    <a:pt x="3055" y="1088"/>
                  </a:lnTo>
                  <a:lnTo>
                    <a:pt x="2951" y="1046"/>
                  </a:lnTo>
                  <a:lnTo>
                    <a:pt x="2909" y="963"/>
                  </a:lnTo>
                  <a:lnTo>
                    <a:pt x="2909" y="858"/>
                  </a:lnTo>
                  <a:lnTo>
                    <a:pt x="2972" y="858"/>
                  </a:lnTo>
                  <a:lnTo>
                    <a:pt x="2951" y="733"/>
                  </a:lnTo>
                  <a:lnTo>
                    <a:pt x="2846" y="565"/>
                  </a:lnTo>
                  <a:lnTo>
                    <a:pt x="2741" y="544"/>
                  </a:lnTo>
                  <a:lnTo>
                    <a:pt x="2448" y="565"/>
                  </a:lnTo>
                  <a:lnTo>
                    <a:pt x="2323" y="482"/>
                  </a:lnTo>
                  <a:lnTo>
                    <a:pt x="2239" y="482"/>
                  </a:lnTo>
                  <a:lnTo>
                    <a:pt x="2176" y="523"/>
                  </a:lnTo>
                  <a:lnTo>
                    <a:pt x="2072" y="356"/>
                  </a:lnTo>
                  <a:lnTo>
                    <a:pt x="2072" y="210"/>
                  </a:lnTo>
                  <a:lnTo>
                    <a:pt x="2030" y="21"/>
                  </a:lnTo>
                  <a:lnTo>
                    <a:pt x="1988" y="0"/>
                  </a:lnTo>
                  <a:close/>
                </a:path>
              </a:pathLst>
            </a:custGeom>
            <a:solidFill>
              <a:srgbClr val="5F7D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33" name="Google Shape;5933;p36"/>
            <p:cNvSpPr/>
            <p:nvPr/>
          </p:nvSpPr>
          <p:spPr>
            <a:xfrm>
              <a:off x="3209425" y="3061815"/>
              <a:ext cx="82733" cy="112565"/>
            </a:xfrm>
            <a:custGeom>
              <a:rect b="b" l="l" r="r" t="t"/>
              <a:pathLst>
                <a:path extrusionOk="0" h="9898" w="6948">
                  <a:moveTo>
                    <a:pt x="4353" y="1"/>
                  </a:moveTo>
                  <a:lnTo>
                    <a:pt x="4332" y="64"/>
                  </a:lnTo>
                  <a:lnTo>
                    <a:pt x="4290" y="105"/>
                  </a:lnTo>
                  <a:lnTo>
                    <a:pt x="4227" y="147"/>
                  </a:lnTo>
                  <a:lnTo>
                    <a:pt x="4165" y="168"/>
                  </a:lnTo>
                  <a:lnTo>
                    <a:pt x="4060" y="168"/>
                  </a:lnTo>
                  <a:lnTo>
                    <a:pt x="3976" y="189"/>
                  </a:lnTo>
                  <a:lnTo>
                    <a:pt x="3955" y="252"/>
                  </a:lnTo>
                  <a:lnTo>
                    <a:pt x="3976" y="294"/>
                  </a:lnTo>
                  <a:lnTo>
                    <a:pt x="3955" y="357"/>
                  </a:lnTo>
                  <a:lnTo>
                    <a:pt x="3809" y="419"/>
                  </a:lnTo>
                  <a:lnTo>
                    <a:pt x="3621" y="566"/>
                  </a:lnTo>
                  <a:lnTo>
                    <a:pt x="3495" y="670"/>
                  </a:lnTo>
                  <a:lnTo>
                    <a:pt x="3328" y="691"/>
                  </a:lnTo>
                  <a:lnTo>
                    <a:pt x="2972" y="691"/>
                  </a:lnTo>
                  <a:lnTo>
                    <a:pt x="2867" y="733"/>
                  </a:lnTo>
                  <a:lnTo>
                    <a:pt x="2867" y="817"/>
                  </a:lnTo>
                  <a:lnTo>
                    <a:pt x="2888" y="901"/>
                  </a:lnTo>
                  <a:lnTo>
                    <a:pt x="2888" y="1005"/>
                  </a:lnTo>
                  <a:lnTo>
                    <a:pt x="2805" y="1089"/>
                  </a:lnTo>
                  <a:lnTo>
                    <a:pt x="2721" y="1047"/>
                  </a:lnTo>
                  <a:lnTo>
                    <a:pt x="2763" y="942"/>
                  </a:lnTo>
                  <a:lnTo>
                    <a:pt x="2763" y="921"/>
                  </a:lnTo>
                  <a:lnTo>
                    <a:pt x="2825" y="901"/>
                  </a:lnTo>
                  <a:lnTo>
                    <a:pt x="2700" y="880"/>
                  </a:lnTo>
                  <a:lnTo>
                    <a:pt x="2574" y="817"/>
                  </a:lnTo>
                  <a:lnTo>
                    <a:pt x="2491" y="817"/>
                  </a:lnTo>
                  <a:lnTo>
                    <a:pt x="2302" y="942"/>
                  </a:lnTo>
                  <a:lnTo>
                    <a:pt x="2261" y="1026"/>
                  </a:lnTo>
                  <a:lnTo>
                    <a:pt x="2135" y="1152"/>
                  </a:lnTo>
                  <a:lnTo>
                    <a:pt x="1968" y="1465"/>
                  </a:lnTo>
                  <a:lnTo>
                    <a:pt x="1947" y="1549"/>
                  </a:lnTo>
                  <a:lnTo>
                    <a:pt x="1947" y="1549"/>
                  </a:lnTo>
                  <a:lnTo>
                    <a:pt x="1989" y="1528"/>
                  </a:lnTo>
                  <a:lnTo>
                    <a:pt x="2051" y="1570"/>
                  </a:lnTo>
                  <a:lnTo>
                    <a:pt x="2051" y="1654"/>
                  </a:lnTo>
                  <a:lnTo>
                    <a:pt x="2030" y="1758"/>
                  </a:lnTo>
                  <a:lnTo>
                    <a:pt x="1947" y="1821"/>
                  </a:lnTo>
                  <a:lnTo>
                    <a:pt x="1842" y="1821"/>
                  </a:lnTo>
                  <a:lnTo>
                    <a:pt x="1737" y="1863"/>
                  </a:lnTo>
                  <a:lnTo>
                    <a:pt x="1612" y="1989"/>
                  </a:lnTo>
                  <a:lnTo>
                    <a:pt x="1528" y="2051"/>
                  </a:lnTo>
                  <a:lnTo>
                    <a:pt x="1424" y="2198"/>
                  </a:lnTo>
                  <a:lnTo>
                    <a:pt x="1340" y="2198"/>
                  </a:lnTo>
                  <a:lnTo>
                    <a:pt x="1256" y="2240"/>
                  </a:lnTo>
                  <a:lnTo>
                    <a:pt x="1298" y="2344"/>
                  </a:lnTo>
                  <a:lnTo>
                    <a:pt x="1403" y="2449"/>
                  </a:lnTo>
                  <a:lnTo>
                    <a:pt x="1403" y="2574"/>
                  </a:lnTo>
                  <a:lnTo>
                    <a:pt x="1340" y="2700"/>
                  </a:lnTo>
                  <a:lnTo>
                    <a:pt x="1256" y="2700"/>
                  </a:lnTo>
                  <a:lnTo>
                    <a:pt x="1152" y="2616"/>
                  </a:lnTo>
                  <a:lnTo>
                    <a:pt x="1193" y="2574"/>
                  </a:lnTo>
                  <a:lnTo>
                    <a:pt x="1214" y="2512"/>
                  </a:lnTo>
                  <a:lnTo>
                    <a:pt x="1131" y="2470"/>
                  </a:lnTo>
                  <a:lnTo>
                    <a:pt x="1089" y="2365"/>
                  </a:lnTo>
                  <a:lnTo>
                    <a:pt x="984" y="2261"/>
                  </a:lnTo>
                  <a:lnTo>
                    <a:pt x="942" y="2365"/>
                  </a:lnTo>
                  <a:lnTo>
                    <a:pt x="942" y="2407"/>
                  </a:lnTo>
                  <a:lnTo>
                    <a:pt x="1005" y="2574"/>
                  </a:lnTo>
                  <a:lnTo>
                    <a:pt x="921" y="2721"/>
                  </a:lnTo>
                  <a:lnTo>
                    <a:pt x="901" y="2867"/>
                  </a:lnTo>
                  <a:lnTo>
                    <a:pt x="817" y="2909"/>
                  </a:lnTo>
                  <a:lnTo>
                    <a:pt x="775" y="2909"/>
                  </a:lnTo>
                  <a:lnTo>
                    <a:pt x="691" y="3098"/>
                  </a:lnTo>
                  <a:lnTo>
                    <a:pt x="712" y="3118"/>
                  </a:lnTo>
                  <a:lnTo>
                    <a:pt x="733" y="3244"/>
                  </a:lnTo>
                  <a:lnTo>
                    <a:pt x="733" y="3390"/>
                  </a:lnTo>
                  <a:lnTo>
                    <a:pt x="880" y="3516"/>
                  </a:lnTo>
                  <a:lnTo>
                    <a:pt x="901" y="3516"/>
                  </a:lnTo>
                  <a:lnTo>
                    <a:pt x="942" y="3495"/>
                  </a:lnTo>
                  <a:lnTo>
                    <a:pt x="1005" y="3537"/>
                  </a:lnTo>
                  <a:lnTo>
                    <a:pt x="1005" y="3662"/>
                  </a:lnTo>
                  <a:lnTo>
                    <a:pt x="921" y="3746"/>
                  </a:lnTo>
                  <a:lnTo>
                    <a:pt x="921" y="3809"/>
                  </a:lnTo>
                  <a:lnTo>
                    <a:pt x="1005" y="3872"/>
                  </a:lnTo>
                  <a:lnTo>
                    <a:pt x="1005" y="4039"/>
                  </a:lnTo>
                  <a:lnTo>
                    <a:pt x="921" y="4081"/>
                  </a:lnTo>
                  <a:lnTo>
                    <a:pt x="880" y="4165"/>
                  </a:lnTo>
                  <a:lnTo>
                    <a:pt x="921" y="4186"/>
                  </a:lnTo>
                  <a:lnTo>
                    <a:pt x="984" y="4290"/>
                  </a:lnTo>
                  <a:lnTo>
                    <a:pt x="942" y="4478"/>
                  </a:lnTo>
                  <a:lnTo>
                    <a:pt x="984" y="4771"/>
                  </a:lnTo>
                  <a:lnTo>
                    <a:pt x="901" y="4855"/>
                  </a:lnTo>
                  <a:lnTo>
                    <a:pt x="880" y="4918"/>
                  </a:lnTo>
                  <a:lnTo>
                    <a:pt x="942" y="5022"/>
                  </a:lnTo>
                  <a:lnTo>
                    <a:pt x="1047" y="4981"/>
                  </a:lnTo>
                  <a:lnTo>
                    <a:pt x="1047" y="4981"/>
                  </a:lnTo>
                  <a:lnTo>
                    <a:pt x="1026" y="5064"/>
                  </a:lnTo>
                  <a:lnTo>
                    <a:pt x="1089" y="5127"/>
                  </a:lnTo>
                  <a:lnTo>
                    <a:pt x="1152" y="5127"/>
                  </a:lnTo>
                  <a:lnTo>
                    <a:pt x="1152" y="5190"/>
                  </a:lnTo>
                  <a:lnTo>
                    <a:pt x="1110" y="5274"/>
                  </a:lnTo>
                  <a:lnTo>
                    <a:pt x="1047" y="5378"/>
                  </a:lnTo>
                  <a:lnTo>
                    <a:pt x="817" y="5608"/>
                  </a:lnTo>
                  <a:lnTo>
                    <a:pt x="775" y="5713"/>
                  </a:lnTo>
                  <a:lnTo>
                    <a:pt x="608" y="5859"/>
                  </a:lnTo>
                  <a:lnTo>
                    <a:pt x="398" y="5922"/>
                  </a:lnTo>
                  <a:lnTo>
                    <a:pt x="210" y="6048"/>
                  </a:lnTo>
                  <a:lnTo>
                    <a:pt x="64" y="6278"/>
                  </a:lnTo>
                  <a:lnTo>
                    <a:pt x="43" y="6466"/>
                  </a:lnTo>
                  <a:lnTo>
                    <a:pt x="1" y="6571"/>
                  </a:lnTo>
                  <a:lnTo>
                    <a:pt x="189" y="6655"/>
                  </a:lnTo>
                  <a:lnTo>
                    <a:pt x="377" y="6780"/>
                  </a:lnTo>
                  <a:lnTo>
                    <a:pt x="629" y="6947"/>
                  </a:lnTo>
                  <a:lnTo>
                    <a:pt x="733" y="6947"/>
                  </a:lnTo>
                  <a:lnTo>
                    <a:pt x="880" y="7094"/>
                  </a:lnTo>
                  <a:lnTo>
                    <a:pt x="838" y="7178"/>
                  </a:lnTo>
                  <a:lnTo>
                    <a:pt x="880" y="7261"/>
                  </a:lnTo>
                  <a:lnTo>
                    <a:pt x="1047" y="7282"/>
                  </a:lnTo>
                  <a:lnTo>
                    <a:pt x="1256" y="7366"/>
                  </a:lnTo>
                  <a:lnTo>
                    <a:pt x="1319" y="7408"/>
                  </a:lnTo>
                  <a:lnTo>
                    <a:pt x="1507" y="7471"/>
                  </a:lnTo>
                  <a:lnTo>
                    <a:pt x="1570" y="7387"/>
                  </a:lnTo>
                  <a:lnTo>
                    <a:pt x="1570" y="7282"/>
                  </a:lnTo>
                  <a:lnTo>
                    <a:pt x="1654" y="7199"/>
                  </a:lnTo>
                  <a:lnTo>
                    <a:pt x="1717" y="7199"/>
                  </a:lnTo>
                  <a:lnTo>
                    <a:pt x="1863" y="7282"/>
                  </a:lnTo>
                  <a:lnTo>
                    <a:pt x="1968" y="7303"/>
                  </a:lnTo>
                  <a:lnTo>
                    <a:pt x="1989" y="7387"/>
                  </a:lnTo>
                  <a:lnTo>
                    <a:pt x="2072" y="7429"/>
                  </a:lnTo>
                  <a:lnTo>
                    <a:pt x="2135" y="7429"/>
                  </a:lnTo>
                  <a:lnTo>
                    <a:pt x="2177" y="7512"/>
                  </a:lnTo>
                  <a:lnTo>
                    <a:pt x="2386" y="7575"/>
                  </a:lnTo>
                  <a:lnTo>
                    <a:pt x="2512" y="7596"/>
                  </a:lnTo>
                  <a:lnTo>
                    <a:pt x="2553" y="7638"/>
                  </a:lnTo>
                  <a:lnTo>
                    <a:pt x="2700" y="7805"/>
                  </a:lnTo>
                  <a:lnTo>
                    <a:pt x="2700" y="7910"/>
                  </a:lnTo>
                  <a:lnTo>
                    <a:pt x="2805" y="8098"/>
                  </a:lnTo>
                  <a:lnTo>
                    <a:pt x="2888" y="8098"/>
                  </a:lnTo>
                  <a:lnTo>
                    <a:pt x="3139" y="8203"/>
                  </a:lnTo>
                  <a:lnTo>
                    <a:pt x="3244" y="8349"/>
                  </a:lnTo>
                  <a:lnTo>
                    <a:pt x="3244" y="8517"/>
                  </a:lnTo>
                  <a:lnTo>
                    <a:pt x="3307" y="8517"/>
                  </a:lnTo>
                  <a:lnTo>
                    <a:pt x="3411" y="8559"/>
                  </a:lnTo>
                  <a:lnTo>
                    <a:pt x="3432" y="8684"/>
                  </a:lnTo>
                  <a:lnTo>
                    <a:pt x="3411" y="8768"/>
                  </a:lnTo>
                  <a:lnTo>
                    <a:pt x="3432" y="8852"/>
                  </a:lnTo>
                  <a:lnTo>
                    <a:pt x="3537" y="8872"/>
                  </a:lnTo>
                  <a:lnTo>
                    <a:pt x="3662" y="8852"/>
                  </a:lnTo>
                  <a:lnTo>
                    <a:pt x="3767" y="8872"/>
                  </a:lnTo>
                  <a:lnTo>
                    <a:pt x="3914" y="8872"/>
                  </a:lnTo>
                  <a:lnTo>
                    <a:pt x="3955" y="8831"/>
                  </a:lnTo>
                  <a:lnTo>
                    <a:pt x="4144" y="8747"/>
                  </a:lnTo>
                  <a:lnTo>
                    <a:pt x="4290" y="8768"/>
                  </a:lnTo>
                  <a:lnTo>
                    <a:pt x="4458" y="8852"/>
                  </a:lnTo>
                  <a:lnTo>
                    <a:pt x="4646" y="8747"/>
                  </a:lnTo>
                  <a:lnTo>
                    <a:pt x="4750" y="8747"/>
                  </a:lnTo>
                  <a:lnTo>
                    <a:pt x="4792" y="8831"/>
                  </a:lnTo>
                  <a:lnTo>
                    <a:pt x="4876" y="8831"/>
                  </a:lnTo>
                  <a:lnTo>
                    <a:pt x="4981" y="8872"/>
                  </a:lnTo>
                  <a:lnTo>
                    <a:pt x="5064" y="8956"/>
                  </a:lnTo>
                  <a:lnTo>
                    <a:pt x="5169" y="8935"/>
                  </a:lnTo>
                  <a:lnTo>
                    <a:pt x="5169" y="8998"/>
                  </a:lnTo>
                  <a:lnTo>
                    <a:pt x="4792" y="9626"/>
                  </a:lnTo>
                  <a:lnTo>
                    <a:pt x="4813" y="9709"/>
                  </a:lnTo>
                  <a:lnTo>
                    <a:pt x="4960" y="9688"/>
                  </a:lnTo>
                  <a:lnTo>
                    <a:pt x="5085" y="9688"/>
                  </a:lnTo>
                  <a:lnTo>
                    <a:pt x="5190" y="9772"/>
                  </a:lnTo>
                  <a:lnTo>
                    <a:pt x="5211" y="9898"/>
                  </a:lnTo>
                  <a:lnTo>
                    <a:pt x="5294" y="9584"/>
                  </a:lnTo>
                  <a:lnTo>
                    <a:pt x="5629" y="8370"/>
                  </a:lnTo>
                  <a:lnTo>
                    <a:pt x="5629" y="8308"/>
                  </a:lnTo>
                  <a:lnTo>
                    <a:pt x="5629" y="8098"/>
                  </a:lnTo>
                  <a:lnTo>
                    <a:pt x="5504" y="7847"/>
                  </a:lnTo>
                  <a:lnTo>
                    <a:pt x="5294" y="7680"/>
                  </a:lnTo>
                  <a:lnTo>
                    <a:pt x="5190" y="7533"/>
                  </a:lnTo>
                  <a:lnTo>
                    <a:pt x="5169" y="7219"/>
                  </a:lnTo>
                  <a:lnTo>
                    <a:pt x="5546" y="7094"/>
                  </a:lnTo>
                  <a:lnTo>
                    <a:pt x="5692" y="7199"/>
                  </a:lnTo>
                  <a:lnTo>
                    <a:pt x="5713" y="7094"/>
                  </a:lnTo>
                  <a:lnTo>
                    <a:pt x="5650" y="7010"/>
                  </a:lnTo>
                  <a:lnTo>
                    <a:pt x="5713" y="6968"/>
                  </a:lnTo>
                  <a:lnTo>
                    <a:pt x="5629" y="6801"/>
                  </a:lnTo>
                  <a:lnTo>
                    <a:pt x="5420" y="6738"/>
                  </a:lnTo>
                  <a:lnTo>
                    <a:pt x="5336" y="6592"/>
                  </a:lnTo>
                  <a:lnTo>
                    <a:pt x="5399" y="6424"/>
                  </a:lnTo>
                  <a:lnTo>
                    <a:pt x="6048" y="6424"/>
                  </a:lnTo>
                  <a:lnTo>
                    <a:pt x="6131" y="6341"/>
                  </a:lnTo>
                  <a:lnTo>
                    <a:pt x="6236" y="6341"/>
                  </a:lnTo>
                  <a:lnTo>
                    <a:pt x="6278" y="6383"/>
                  </a:lnTo>
                  <a:lnTo>
                    <a:pt x="6362" y="6383"/>
                  </a:lnTo>
                  <a:lnTo>
                    <a:pt x="6466" y="6257"/>
                  </a:lnTo>
                  <a:lnTo>
                    <a:pt x="6634" y="6215"/>
                  </a:lnTo>
                  <a:lnTo>
                    <a:pt x="6675" y="6320"/>
                  </a:lnTo>
                  <a:lnTo>
                    <a:pt x="6759" y="6424"/>
                  </a:lnTo>
                  <a:lnTo>
                    <a:pt x="6780" y="6550"/>
                  </a:lnTo>
                  <a:lnTo>
                    <a:pt x="6780" y="6696"/>
                  </a:lnTo>
                  <a:lnTo>
                    <a:pt x="6947" y="6675"/>
                  </a:lnTo>
                  <a:lnTo>
                    <a:pt x="6947" y="6571"/>
                  </a:lnTo>
                  <a:lnTo>
                    <a:pt x="6801" y="6278"/>
                  </a:lnTo>
                  <a:lnTo>
                    <a:pt x="6759" y="6131"/>
                  </a:lnTo>
                  <a:lnTo>
                    <a:pt x="6780" y="6069"/>
                  </a:lnTo>
                  <a:lnTo>
                    <a:pt x="6738" y="5964"/>
                  </a:lnTo>
                  <a:lnTo>
                    <a:pt x="6655" y="5922"/>
                  </a:lnTo>
                  <a:lnTo>
                    <a:pt x="6634" y="5839"/>
                  </a:lnTo>
                  <a:lnTo>
                    <a:pt x="6634" y="5818"/>
                  </a:lnTo>
                  <a:lnTo>
                    <a:pt x="6550" y="5839"/>
                  </a:lnTo>
                  <a:lnTo>
                    <a:pt x="6487" y="5839"/>
                  </a:lnTo>
                  <a:lnTo>
                    <a:pt x="6466" y="5734"/>
                  </a:lnTo>
                  <a:lnTo>
                    <a:pt x="6655" y="5399"/>
                  </a:lnTo>
                  <a:lnTo>
                    <a:pt x="6550" y="5106"/>
                  </a:lnTo>
                  <a:lnTo>
                    <a:pt x="6550" y="5022"/>
                  </a:lnTo>
                  <a:lnTo>
                    <a:pt x="6466" y="4960"/>
                  </a:lnTo>
                  <a:lnTo>
                    <a:pt x="6466" y="4771"/>
                  </a:lnTo>
                  <a:lnTo>
                    <a:pt x="6529" y="4604"/>
                  </a:lnTo>
                  <a:lnTo>
                    <a:pt x="6487" y="4541"/>
                  </a:lnTo>
                  <a:lnTo>
                    <a:pt x="6466" y="4332"/>
                  </a:lnTo>
                  <a:lnTo>
                    <a:pt x="6529" y="4248"/>
                  </a:lnTo>
                  <a:lnTo>
                    <a:pt x="6675" y="4227"/>
                  </a:lnTo>
                  <a:lnTo>
                    <a:pt x="6696" y="4144"/>
                  </a:lnTo>
                  <a:lnTo>
                    <a:pt x="6696" y="4039"/>
                  </a:lnTo>
                  <a:lnTo>
                    <a:pt x="6759" y="3955"/>
                  </a:lnTo>
                  <a:lnTo>
                    <a:pt x="6696" y="3725"/>
                  </a:lnTo>
                  <a:lnTo>
                    <a:pt x="6634" y="3662"/>
                  </a:lnTo>
                  <a:lnTo>
                    <a:pt x="6529" y="3662"/>
                  </a:lnTo>
                  <a:lnTo>
                    <a:pt x="6487" y="3725"/>
                  </a:lnTo>
                  <a:lnTo>
                    <a:pt x="6341" y="3704"/>
                  </a:lnTo>
                  <a:lnTo>
                    <a:pt x="6236" y="3704"/>
                  </a:lnTo>
                  <a:lnTo>
                    <a:pt x="6110" y="3746"/>
                  </a:lnTo>
                  <a:lnTo>
                    <a:pt x="6048" y="3725"/>
                  </a:lnTo>
                  <a:lnTo>
                    <a:pt x="5922" y="3662"/>
                  </a:lnTo>
                  <a:lnTo>
                    <a:pt x="5859" y="3704"/>
                  </a:lnTo>
                  <a:lnTo>
                    <a:pt x="5838" y="3662"/>
                  </a:lnTo>
                  <a:lnTo>
                    <a:pt x="5692" y="3704"/>
                  </a:lnTo>
                  <a:lnTo>
                    <a:pt x="5232" y="3286"/>
                  </a:lnTo>
                  <a:lnTo>
                    <a:pt x="5127" y="3223"/>
                  </a:lnTo>
                  <a:lnTo>
                    <a:pt x="4960" y="3202"/>
                  </a:lnTo>
                  <a:lnTo>
                    <a:pt x="4792" y="3223"/>
                  </a:lnTo>
                  <a:lnTo>
                    <a:pt x="4750" y="3244"/>
                  </a:lnTo>
                  <a:lnTo>
                    <a:pt x="4604" y="3202"/>
                  </a:lnTo>
                  <a:lnTo>
                    <a:pt x="4458" y="3202"/>
                  </a:lnTo>
                  <a:lnTo>
                    <a:pt x="4374" y="3244"/>
                  </a:lnTo>
                  <a:lnTo>
                    <a:pt x="4248" y="3202"/>
                  </a:lnTo>
                  <a:lnTo>
                    <a:pt x="4144" y="3181"/>
                  </a:lnTo>
                  <a:lnTo>
                    <a:pt x="3976" y="3118"/>
                  </a:lnTo>
                  <a:lnTo>
                    <a:pt x="3851" y="3014"/>
                  </a:lnTo>
                  <a:lnTo>
                    <a:pt x="3851" y="2909"/>
                  </a:lnTo>
                  <a:lnTo>
                    <a:pt x="3872" y="2867"/>
                  </a:lnTo>
                  <a:lnTo>
                    <a:pt x="3872" y="2784"/>
                  </a:lnTo>
                  <a:lnTo>
                    <a:pt x="3934" y="2658"/>
                  </a:lnTo>
                  <a:lnTo>
                    <a:pt x="3914" y="2554"/>
                  </a:lnTo>
                  <a:lnTo>
                    <a:pt x="3809" y="2386"/>
                  </a:lnTo>
                  <a:lnTo>
                    <a:pt x="3558" y="1968"/>
                  </a:lnTo>
                  <a:lnTo>
                    <a:pt x="3411" y="1968"/>
                  </a:lnTo>
                  <a:lnTo>
                    <a:pt x="3411" y="1926"/>
                  </a:lnTo>
                  <a:lnTo>
                    <a:pt x="3495" y="1737"/>
                  </a:lnTo>
                  <a:lnTo>
                    <a:pt x="3516" y="1549"/>
                  </a:lnTo>
                  <a:lnTo>
                    <a:pt x="3495" y="1445"/>
                  </a:lnTo>
                  <a:lnTo>
                    <a:pt x="3516" y="1319"/>
                  </a:lnTo>
                  <a:lnTo>
                    <a:pt x="3704" y="1047"/>
                  </a:lnTo>
                  <a:lnTo>
                    <a:pt x="3767" y="984"/>
                  </a:lnTo>
                  <a:lnTo>
                    <a:pt x="3872" y="838"/>
                  </a:lnTo>
                  <a:lnTo>
                    <a:pt x="3976" y="817"/>
                  </a:lnTo>
                  <a:lnTo>
                    <a:pt x="4039" y="775"/>
                  </a:lnTo>
                  <a:lnTo>
                    <a:pt x="4186" y="503"/>
                  </a:lnTo>
                  <a:lnTo>
                    <a:pt x="4499" y="377"/>
                  </a:lnTo>
                  <a:lnTo>
                    <a:pt x="4541" y="357"/>
                  </a:lnTo>
                  <a:lnTo>
                    <a:pt x="4604" y="357"/>
                  </a:lnTo>
                  <a:lnTo>
                    <a:pt x="4667" y="294"/>
                  </a:lnTo>
                  <a:lnTo>
                    <a:pt x="4688" y="210"/>
                  </a:lnTo>
                  <a:lnTo>
                    <a:pt x="4646" y="147"/>
                  </a:lnTo>
                  <a:lnTo>
                    <a:pt x="4437" y="43"/>
                  </a:lnTo>
                  <a:lnTo>
                    <a:pt x="4353" y="1"/>
                  </a:lnTo>
                  <a:close/>
                </a:path>
              </a:pathLst>
            </a:custGeom>
            <a:solidFill>
              <a:srgbClr val="5F7D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34" name="Google Shape;5934;p36"/>
            <p:cNvSpPr/>
            <p:nvPr/>
          </p:nvSpPr>
          <p:spPr>
            <a:xfrm>
              <a:off x="3195231" y="3136533"/>
              <a:ext cx="40867" cy="42852"/>
            </a:xfrm>
            <a:custGeom>
              <a:rect b="b" l="l" r="r" t="t"/>
              <a:pathLst>
                <a:path extrusionOk="0" h="3768" w="3432">
                  <a:moveTo>
                    <a:pt x="1193" y="1"/>
                  </a:moveTo>
                  <a:lnTo>
                    <a:pt x="1172" y="168"/>
                  </a:lnTo>
                  <a:lnTo>
                    <a:pt x="1025" y="168"/>
                  </a:lnTo>
                  <a:lnTo>
                    <a:pt x="732" y="336"/>
                  </a:lnTo>
                  <a:lnTo>
                    <a:pt x="607" y="377"/>
                  </a:lnTo>
                  <a:lnTo>
                    <a:pt x="440" y="440"/>
                  </a:lnTo>
                  <a:lnTo>
                    <a:pt x="523" y="587"/>
                  </a:lnTo>
                  <a:lnTo>
                    <a:pt x="523" y="649"/>
                  </a:lnTo>
                  <a:lnTo>
                    <a:pt x="565" y="733"/>
                  </a:lnTo>
                  <a:lnTo>
                    <a:pt x="544" y="901"/>
                  </a:lnTo>
                  <a:lnTo>
                    <a:pt x="335" y="1131"/>
                  </a:lnTo>
                  <a:lnTo>
                    <a:pt x="314" y="1235"/>
                  </a:lnTo>
                  <a:lnTo>
                    <a:pt x="356" y="1277"/>
                  </a:lnTo>
                  <a:lnTo>
                    <a:pt x="251" y="1445"/>
                  </a:lnTo>
                  <a:lnTo>
                    <a:pt x="126" y="1465"/>
                  </a:lnTo>
                  <a:lnTo>
                    <a:pt x="21" y="1591"/>
                  </a:lnTo>
                  <a:lnTo>
                    <a:pt x="84" y="1696"/>
                  </a:lnTo>
                  <a:lnTo>
                    <a:pt x="126" y="1800"/>
                  </a:lnTo>
                  <a:lnTo>
                    <a:pt x="105" y="1905"/>
                  </a:lnTo>
                  <a:lnTo>
                    <a:pt x="126" y="2072"/>
                  </a:lnTo>
                  <a:lnTo>
                    <a:pt x="84" y="2198"/>
                  </a:lnTo>
                  <a:lnTo>
                    <a:pt x="0" y="2261"/>
                  </a:lnTo>
                  <a:lnTo>
                    <a:pt x="84" y="2323"/>
                  </a:lnTo>
                  <a:lnTo>
                    <a:pt x="209" y="2386"/>
                  </a:lnTo>
                  <a:lnTo>
                    <a:pt x="314" y="2491"/>
                  </a:lnTo>
                  <a:lnTo>
                    <a:pt x="419" y="2574"/>
                  </a:lnTo>
                  <a:lnTo>
                    <a:pt x="440" y="2533"/>
                  </a:lnTo>
                  <a:lnTo>
                    <a:pt x="502" y="2386"/>
                  </a:lnTo>
                  <a:lnTo>
                    <a:pt x="544" y="2323"/>
                  </a:lnTo>
                  <a:lnTo>
                    <a:pt x="628" y="2219"/>
                  </a:lnTo>
                  <a:lnTo>
                    <a:pt x="628" y="2323"/>
                  </a:lnTo>
                  <a:lnTo>
                    <a:pt x="649" y="2428"/>
                  </a:lnTo>
                  <a:lnTo>
                    <a:pt x="649" y="2365"/>
                  </a:lnTo>
                  <a:lnTo>
                    <a:pt x="649" y="2282"/>
                  </a:lnTo>
                  <a:lnTo>
                    <a:pt x="712" y="2282"/>
                  </a:lnTo>
                  <a:lnTo>
                    <a:pt x="732" y="2428"/>
                  </a:lnTo>
                  <a:lnTo>
                    <a:pt x="712" y="2595"/>
                  </a:lnTo>
                  <a:lnTo>
                    <a:pt x="712" y="2700"/>
                  </a:lnTo>
                  <a:lnTo>
                    <a:pt x="649" y="2826"/>
                  </a:lnTo>
                  <a:lnTo>
                    <a:pt x="502" y="2951"/>
                  </a:lnTo>
                  <a:lnTo>
                    <a:pt x="544" y="2993"/>
                  </a:lnTo>
                  <a:lnTo>
                    <a:pt x="607" y="3139"/>
                  </a:lnTo>
                  <a:lnTo>
                    <a:pt x="502" y="3202"/>
                  </a:lnTo>
                  <a:lnTo>
                    <a:pt x="398" y="3328"/>
                  </a:lnTo>
                  <a:lnTo>
                    <a:pt x="419" y="3432"/>
                  </a:lnTo>
                  <a:lnTo>
                    <a:pt x="523" y="3432"/>
                  </a:lnTo>
                  <a:lnTo>
                    <a:pt x="649" y="3370"/>
                  </a:lnTo>
                  <a:lnTo>
                    <a:pt x="712" y="3453"/>
                  </a:lnTo>
                  <a:lnTo>
                    <a:pt x="879" y="3516"/>
                  </a:lnTo>
                  <a:lnTo>
                    <a:pt x="984" y="3537"/>
                  </a:lnTo>
                  <a:lnTo>
                    <a:pt x="1151" y="3767"/>
                  </a:lnTo>
                  <a:lnTo>
                    <a:pt x="1235" y="3767"/>
                  </a:lnTo>
                  <a:lnTo>
                    <a:pt x="1339" y="3662"/>
                  </a:lnTo>
                  <a:lnTo>
                    <a:pt x="1779" y="2721"/>
                  </a:lnTo>
                  <a:lnTo>
                    <a:pt x="1883" y="2637"/>
                  </a:lnTo>
                  <a:lnTo>
                    <a:pt x="2448" y="2470"/>
                  </a:lnTo>
                  <a:lnTo>
                    <a:pt x="2720" y="2282"/>
                  </a:lnTo>
                  <a:lnTo>
                    <a:pt x="3118" y="1905"/>
                  </a:lnTo>
                  <a:lnTo>
                    <a:pt x="3264" y="1549"/>
                  </a:lnTo>
                  <a:lnTo>
                    <a:pt x="3369" y="1549"/>
                  </a:lnTo>
                  <a:lnTo>
                    <a:pt x="3390" y="1486"/>
                  </a:lnTo>
                  <a:lnTo>
                    <a:pt x="3432" y="1361"/>
                  </a:lnTo>
                  <a:lnTo>
                    <a:pt x="3390" y="1235"/>
                  </a:lnTo>
                  <a:lnTo>
                    <a:pt x="3285" y="1026"/>
                  </a:lnTo>
                  <a:lnTo>
                    <a:pt x="3285" y="963"/>
                  </a:lnTo>
                  <a:lnTo>
                    <a:pt x="3264" y="859"/>
                  </a:lnTo>
                  <a:lnTo>
                    <a:pt x="3181" y="817"/>
                  </a:lnTo>
                  <a:lnTo>
                    <a:pt x="3160" y="733"/>
                  </a:lnTo>
                  <a:lnTo>
                    <a:pt x="3055" y="712"/>
                  </a:lnTo>
                  <a:lnTo>
                    <a:pt x="2909" y="629"/>
                  </a:lnTo>
                  <a:lnTo>
                    <a:pt x="2846" y="629"/>
                  </a:lnTo>
                  <a:lnTo>
                    <a:pt x="2762" y="712"/>
                  </a:lnTo>
                  <a:lnTo>
                    <a:pt x="2762" y="817"/>
                  </a:lnTo>
                  <a:lnTo>
                    <a:pt x="2699" y="901"/>
                  </a:lnTo>
                  <a:lnTo>
                    <a:pt x="2511" y="838"/>
                  </a:lnTo>
                  <a:lnTo>
                    <a:pt x="2448" y="796"/>
                  </a:lnTo>
                  <a:lnTo>
                    <a:pt x="2239" y="712"/>
                  </a:lnTo>
                  <a:lnTo>
                    <a:pt x="2072" y="691"/>
                  </a:lnTo>
                  <a:lnTo>
                    <a:pt x="2030" y="608"/>
                  </a:lnTo>
                  <a:lnTo>
                    <a:pt x="2072" y="524"/>
                  </a:lnTo>
                  <a:lnTo>
                    <a:pt x="1925" y="377"/>
                  </a:lnTo>
                  <a:lnTo>
                    <a:pt x="1821" y="377"/>
                  </a:lnTo>
                  <a:lnTo>
                    <a:pt x="1569" y="210"/>
                  </a:lnTo>
                  <a:lnTo>
                    <a:pt x="1381" y="85"/>
                  </a:lnTo>
                  <a:lnTo>
                    <a:pt x="1193" y="1"/>
                  </a:lnTo>
                  <a:close/>
                </a:path>
              </a:pathLst>
            </a:custGeom>
            <a:solidFill>
              <a:srgbClr val="5F7D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35" name="Google Shape;5935;p36"/>
            <p:cNvSpPr/>
            <p:nvPr/>
          </p:nvSpPr>
          <p:spPr>
            <a:xfrm>
              <a:off x="3192980" y="3146290"/>
              <a:ext cx="88711" cy="124938"/>
            </a:xfrm>
            <a:custGeom>
              <a:rect b="b" l="l" r="r" t="t"/>
              <a:pathLst>
                <a:path extrusionOk="0" h="10986" w="7450">
                  <a:moveTo>
                    <a:pt x="3453" y="1"/>
                  </a:moveTo>
                  <a:lnTo>
                    <a:pt x="3474" y="105"/>
                  </a:lnTo>
                  <a:lnTo>
                    <a:pt x="3474" y="168"/>
                  </a:lnTo>
                  <a:lnTo>
                    <a:pt x="3579" y="377"/>
                  </a:lnTo>
                  <a:lnTo>
                    <a:pt x="3621" y="503"/>
                  </a:lnTo>
                  <a:lnTo>
                    <a:pt x="3579" y="628"/>
                  </a:lnTo>
                  <a:lnTo>
                    <a:pt x="3558" y="691"/>
                  </a:lnTo>
                  <a:lnTo>
                    <a:pt x="3453" y="691"/>
                  </a:lnTo>
                  <a:lnTo>
                    <a:pt x="3307" y="1047"/>
                  </a:lnTo>
                  <a:lnTo>
                    <a:pt x="2909" y="1424"/>
                  </a:lnTo>
                  <a:lnTo>
                    <a:pt x="2637" y="1612"/>
                  </a:lnTo>
                  <a:lnTo>
                    <a:pt x="2072" y="1779"/>
                  </a:lnTo>
                  <a:lnTo>
                    <a:pt x="1968" y="1863"/>
                  </a:lnTo>
                  <a:lnTo>
                    <a:pt x="1528" y="2804"/>
                  </a:lnTo>
                  <a:lnTo>
                    <a:pt x="1424" y="2909"/>
                  </a:lnTo>
                  <a:lnTo>
                    <a:pt x="1340" y="2909"/>
                  </a:lnTo>
                  <a:lnTo>
                    <a:pt x="1173" y="2679"/>
                  </a:lnTo>
                  <a:lnTo>
                    <a:pt x="1068" y="2658"/>
                  </a:lnTo>
                  <a:lnTo>
                    <a:pt x="901" y="2595"/>
                  </a:lnTo>
                  <a:lnTo>
                    <a:pt x="838" y="2512"/>
                  </a:lnTo>
                  <a:lnTo>
                    <a:pt x="712" y="2574"/>
                  </a:lnTo>
                  <a:lnTo>
                    <a:pt x="608" y="2574"/>
                  </a:lnTo>
                  <a:lnTo>
                    <a:pt x="587" y="2470"/>
                  </a:lnTo>
                  <a:lnTo>
                    <a:pt x="691" y="2344"/>
                  </a:lnTo>
                  <a:lnTo>
                    <a:pt x="796" y="2281"/>
                  </a:lnTo>
                  <a:lnTo>
                    <a:pt x="733" y="2135"/>
                  </a:lnTo>
                  <a:lnTo>
                    <a:pt x="691" y="2093"/>
                  </a:lnTo>
                  <a:lnTo>
                    <a:pt x="398" y="2240"/>
                  </a:lnTo>
                  <a:lnTo>
                    <a:pt x="294" y="2344"/>
                  </a:lnTo>
                  <a:lnTo>
                    <a:pt x="105" y="2512"/>
                  </a:lnTo>
                  <a:lnTo>
                    <a:pt x="64" y="2679"/>
                  </a:lnTo>
                  <a:lnTo>
                    <a:pt x="1" y="2784"/>
                  </a:lnTo>
                  <a:lnTo>
                    <a:pt x="22" y="2825"/>
                  </a:lnTo>
                  <a:lnTo>
                    <a:pt x="105" y="2909"/>
                  </a:lnTo>
                  <a:lnTo>
                    <a:pt x="126" y="2993"/>
                  </a:lnTo>
                  <a:lnTo>
                    <a:pt x="64" y="3035"/>
                  </a:lnTo>
                  <a:lnTo>
                    <a:pt x="64" y="3097"/>
                  </a:lnTo>
                  <a:lnTo>
                    <a:pt x="189" y="3202"/>
                  </a:lnTo>
                  <a:lnTo>
                    <a:pt x="273" y="3348"/>
                  </a:lnTo>
                  <a:lnTo>
                    <a:pt x="231" y="3495"/>
                  </a:lnTo>
                  <a:lnTo>
                    <a:pt x="168" y="3495"/>
                  </a:lnTo>
                  <a:lnTo>
                    <a:pt x="85" y="3516"/>
                  </a:lnTo>
                  <a:lnTo>
                    <a:pt x="22" y="3621"/>
                  </a:lnTo>
                  <a:lnTo>
                    <a:pt x="126" y="3704"/>
                  </a:lnTo>
                  <a:lnTo>
                    <a:pt x="231" y="3746"/>
                  </a:lnTo>
                  <a:lnTo>
                    <a:pt x="419" y="3872"/>
                  </a:lnTo>
                  <a:lnTo>
                    <a:pt x="587" y="3913"/>
                  </a:lnTo>
                  <a:lnTo>
                    <a:pt x="817" y="4060"/>
                  </a:lnTo>
                  <a:lnTo>
                    <a:pt x="921" y="4081"/>
                  </a:lnTo>
                  <a:lnTo>
                    <a:pt x="963" y="4185"/>
                  </a:lnTo>
                  <a:lnTo>
                    <a:pt x="1068" y="4374"/>
                  </a:lnTo>
                  <a:lnTo>
                    <a:pt x="1110" y="4541"/>
                  </a:lnTo>
                  <a:lnTo>
                    <a:pt x="1173" y="4667"/>
                  </a:lnTo>
                  <a:lnTo>
                    <a:pt x="1424" y="4771"/>
                  </a:lnTo>
                  <a:lnTo>
                    <a:pt x="1486" y="4960"/>
                  </a:lnTo>
                  <a:lnTo>
                    <a:pt x="1549" y="5106"/>
                  </a:lnTo>
                  <a:lnTo>
                    <a:pt x="1591" y="5211"/>
                  </a:lnTo>
                  <a:lnTo>
                    <a:pt x="1633" y="5399"/>
                  </a:lnTo>
                  <a:lnTo>
                    <a:pt x="1696" y="5525"/>
                  </a:lnTo>
                  <a:lnTo>
                    <a:pt x="1800" y="5587"/>
                  </a:lnTo>
                  <a:lnTo>
                    <a:pt x="1905" y="5797"/>
                  </a:lnTo>
                  <a:lnTo>
                    <a:pt x="1905" y="5922"/>
                  </a:lnTo>
                  <a:lnTo>
                    <a:pt x="1884" y="5964"/>
                  </a:lnTo>
                  <a:lnTo>
                    <a:pt x="1989" y="6152"/>
                  </a:lnTo>
                  <a:lnTo>
                    <a:pt x="2177" y="6382"/>
                  </a:lnTo>
                  <a:lnTo>
                    <a:pt x="2219" y="6487"/>
                  </a:lnTo>
                  <a:lnTo>
                    <a:pt x="2198" y="6592"/>
                  </a:lnTo>
                  <a:lnTo>
                    <a:pt x="2219" y="6675"/>
                  </a:lnTo>
                  <a:lnTo>
                    <a:pt x="2302" y="6696"/>
                  </a:lnTo>
                  <a:lnTo>
                    <a:pt x="2491" y="6885"/>
                  </a:lnTo>
                  <a:lnTo>
                    <a:pt x="2533" y="6989"/>
                  </a:lnTo>
                  <a:lnTo>
                    <a:pt x="2574" y="7157"/>
                  </a:lnTo>
                  <a:lnTo>
                    <a:pt x="2616" y="7219"/>
                  </a:lnTo>
                  <a:lnTo>
                    <a:pt x="2784" y="7282"/>
                  </a:lnTo>
                  <a:lnTo>
                    <a:pt x="2805" y="7408"/>
                  </a:lnTo>
                  <a:lnTo>
                    <a:pt x="2951" y="7680"/>
                  </a:lnTo>
                  <a:lnTo>
                    <a:pt x="3014" y="7805"/>
                  </a:lnTo>
                  <a:lnTo>
                    <a:pt x="3202" y="8056"/>
                  </a:lnTo>
                  <a:lnTo>
                    <a:pt x="3202" y="8203"/>
                  </a:lnTo>
                  <a:lnTo>
                    <a:pt x="3139" y="8203"/>
                  </a:lnTo>
                  <a:lnTo>
                    <a:pt x="3098" y="8161"/>
                  </a:lnTo>
                  <a:lnTo>
                    <a:pt x="3098" y="8224"/>
                  </a:lnTo>
                  <a:lnTo>
                    <a:pt x="3118" y="8328"/>
                  </a:lnTo>
                  <a:lnTo>
                    <a:pt x="3118" y="8412"/>
                  </a:lnTo>
                  <a:lnTo>
                    <a:pt x="3160" y="8412"/>
                  </a:lnTo>
                  <a:lnTo>
                    <a:pt x="3244" y="8454"/>
                  </a:lnTo>
                  <a:lnTo>
                    <a:pt x="3265" y="8538"/>
                  </a:lnTo>
                  <a:lnTo>
                    <a:pt x="3244" y="8579"/>
                  </a:lnTo>
                  <a:lnTo>
                    <a:pt x="3432" y="8726"/>
                  </a:lnTo>
                  <a:lnTo>
                    <a:pt x="3621" y="8789"/>
                  </a:lnTo>
                  <a:lnTo>
                    <a:pt x="3642" y="8872"/>
                  </a:lnTo>
                  <a:lnTo>
                    <a:pt x="3725" y="8977"/>
                  </a:lnTo>
                  <a:lnTo>
                    <a:pt x="3830" y="8998"/>
                  </a:lnTo>
                  <a:lnTo>
                    <a:pt x="3872" y="9061"/>
                  </a:lnTo>
                  <a:lnTo>
                    <a:pt x="3893" y="9165"/>
                  </a:lnTo>
                  <a:lnTo>
                    <a:pt x="3976" y="9207"/>
                  </a:lnTo>
                  <a:lnTo>
                    <a:pt x="4165" y="9186"/>
                  </a:lnTo>
                  <a:lnTo>
                    <a:pt x="4206" y="9144"/>
                  </a:lnTo>
                  <a:lnTo>
                    <a:pt x="4186" y="9207"/>
                  </a:lnTo>
                  <a:lnTo>
                    <a:pt x="4269" y="9354"/>
                  </a:lnTo>
                  <a:lnTo>
                    <a:pt x="4458" y="9416"/>
                  </a:lnTo>
                  <a:lnTo>
                    <a:pt x="4562" y="9500"/>
                  </a:lnTo>
                  <a:lnTo>
                    <a:pt x="4562" y="9605"/>
                  </a:lnTo>
                  <a:lnTo>
                    <a:pt x="4667" y="9667"/>
                  </a:lnTo>
                  <a:lnTo>
                    <a:pt x="4792" y="9709"/>
                  </a:lnTo>
                  <a:lnTo>
                    <a:pt x="4834" y="9688"/>
                  </a:lnTo>
                  <a:lnTo>
                    <a:pt x="4939" y="9709"/>
                  </a:lnTo>
                  <a:lnTo>
                    <a:pt x="5148" y="9835"/>
                  </a:lnTo>
                  <a:lnTo>
                    <a:pt x="5315" y="9919"/>
                  </a:lnTo>
                  <a:lnTo>
                    <a:pt x="5420" y="9919"/>
                  </a:lnTo>
                  <a:lnTo>
                    <a:pt x="5462" y="9939"/>
                  </a:lnTo>
                  <a:lnTo>
                    <a:pt x="5504" y="10023"/>
                  </a:lnTo>
                  <a:lnTo>
                    <a:pt x="5650" y="10128"/>
                  </a:lnTo>
                  <a:lnTo>
                    <a:pt x="5755" y="10191"/>
                  </a:lnTo>
                  <a:lnTo>
                    <a:pt x="5859" y="10316"/>
                  </a:lnTo>
                  <a:lnTo>
                    <a:pt x="5943" y="10337"/>
                  </a:lnTo>
                  <a:lnTo>
                    <a:pt x="5985" y="10421"/>
                  </a:lnTo>
                  <a:lnTo>
                    <a:pt x="5964" y="10463"/>
                  </a:lnTo>
                  <a:lnTo>
                    <a:pt x="5964" y="10546"/>
                  </a:lnTo>
                  <a:lnTo>
                    <a:pt x="6090" y="10567"/>
                  </a:lnTo>
                  <a:lnTo>
                    <a:pt x="6236" y="10630"/>
                  </a:lnTo>
                  <a:lnTo>
                    <a:pt x="6403" y="10776"/>
                  </a:lnTo>
                  <a:lnTo>
                    <a:pt x="6550" y="10944"/>
                  </a:lnTo>
                  <a:lnTo>
                    <a:pt x="6655" y="10965"/>
                  </a:lnTo>
                  <a:lnTo>
                    <a:pt x="6675" y="10986"/>
                  </a:lnTo>
                  <a:lnTo>
                    <a:pt x="6801" y="10923"/>
                  </a:lnTo>
                  <a:lnTo>
                    <a:pt x="6927" y="10839"/>
                  </a:lnTo>
                  <a:lnTo>
                    <a:pt x="7010" y="10839"/>
                  </a:lnTo>
                  <a:lnTo>
                    <a:pt x="7115" y="10776"/>
                  </a:lnTo>
                  <a:lnTo>
                    <a:pt x="7178" y="10672"/>
                  </a:lnTo>
                  <a:lnTo>
                    <a:pt x="7073" y="10567"/>
                  </a:lnTo>
                  <a:lnTo>
                    <a:pt x="7094" y="10463"/>
                  </a:lnTo>
                  <a:lnTo>
                    <a:pt x="7136" y="10400"/>
                  </a:lnTo>
                  <a:lnTo>
                    <a:pt x="7240" y="10421"/>
                  </a:lnTo>
                  <a:lnTo>
                    <a:pt x="7219" y="10337"/>
                  </a:lnTo>
                  <a:lnTo>
                    <a:pt x="7136" y="10316"/>
                  </a:lnTo>
                  <a:lnTo>
                    <a:pt x="7094" y="10253"/>
                  </a:lnTo>
                  <a:lnTo>
                    <a:pt x="7199" y="10086"/>
                  </a:lnTo>
                  <a:lnTo>
                    <a:pt x="7324" y="10002"/>
                  </a:lnTo>
                  <a:lnTo>
                    <a:pt x="7429" y="9835"/>
                  </a:lnTo>
                  <a:lnTo>
                    <a:pt x="7450" y="9709"/>
                  </a:lnTo>
                  <a:lnTo>
                    <a:pt x="7282" y="9312"/>
                  </a:lnTo>
                  <a:lnTo>
                    <a:pt x="7324" y="9207"/>
                  </a:lnTo>
                  <a:lnTo>
                    <a:pt x="7324" y="9082"/>
                  </a:lnTo>
                  <a:lnTo>
                    <a:pt x="7303" y="8998"/>
                  </a:lnTo>
                  <a:lnTo>
                    <a:pt x="7282" y="8872"/>
                  </a:lnTo>
                  <a:lnTo>
                    <a:pt x="7324" y="8789"/>
                  </a:lnTo>
                  <a:lnTo>
                    <a:pt x="7387" y="8621"/>
                  </a:lnTo>
                  <a:lnTo>
                    <a:pt x="7345" y="8245"/>
                  </a:lnTo>
                  <a:lnTo>
                    <a:pt x="7303" y="8098"/>
                  </a:lnTo>
                  <a:lnTo>
                    <a:pt x="7387" y="7910"/>
                  </a:lnTo>
                  <a:lnTo>
                    <a:pt x="7387" y="7491"/>
                  </a:lnTo>
                  <a:lnTo>
                    <a:pt x="7450" y="7324"/>
                  </a:lnTo>
                  <a:lnTo>
                    <a:pt x="7450" y="7261"/>
                  </a:lnTo>
                  <a:lnTo>
                    <a:pt x="6927" y="6487"/>
                  </a:lnTo>
                  <a:lnTo>
                    <a:pt x="6906" y="6487"/>
                  </a:lnTo>
                  <a:lnTo>
                    <a:pt x="6864" y="6466"/>
                  </a:lnTo>
                  <a:lnTo>
                    <a:pt x="6675" y="6466"/>
                  </a:lnTo>
                  <a:lnTo>
                    <a:pt x="6571" y="6529"/>
                  </a:lnTo>
                  <a:lnTo>
                    <a:pt x="6445" y="6529"/>
                  </a:lnTo>
                  <a:lnTo>
                    <a:pt x="6383" y="6466"/>
                  </a:lnTo>
                  <a:lnTo>
                    <a:pt x="6362" y="6341"/>
                  </a:lnTo>
                  <a:lnTo>
                    <a:pt x="6341" y="6006"/>
                  </a:lnTo>
                  <a:lnTo>
                    <a:pt x="6341" y="5797"/>
                  </a:lnTo>
                  <a:lnTo>
                    <a:pt x="6383" y="5734"/>
                  </a:lnTo>
                  <a:lnTo>
                    <a:pt x="6403" y="5608"/>
                  </a:lnTo>
                  <a:lnTo>
                    <a:pt x="6362" y="5545"/>
                  </a:lnTo>
                  <a:lnTo>
                    <a:pt x="6152" y="5650"/>
                  </a:lnTo>
                  <a:lnTo>
                    <a:pt x="5922" y="5901"/>
                  </a:lnTo>
                  <a:lnTo>
                    <a:pt x="5608" y="5859"/>
                  </a:lnTo>
                  <a:lnTo>
                    <a:pt x="5357" y="5859"/>
                  </a:lnTo>
                  <a:lnTo>
                    <a:pt x="5315" y="5713"/>
                  </a:lnTo>
                  <a:lnTo>
                    <a:pt x="5211" y="5525"/>
                  </a:lnTo>
                  <a:lnTo>
                    <a:pt x="5023" y="5483"/>
                  </a:lnTo>
                  <a:lnTo>
                    <a:pt x="4688" y="5525"/>
                  </a:lnTo>
                  <a:lnTo>
                    <a:pt x="4813" y="5336"/>
                  </a:lnTo>
                  <a:lnTo>
                    <a:pt x="4520" y="4876"/>
                  </a:lnTo>
                  <a:lnTo>
                    <a:pt x="4374" y="4709"/>
                  </a:lnTo>
                  <a:lnTo>
                    <a:pt x="4395" y="4646"/>
                  </a:lnTo>
                  <a:lnTo>
                    <a:pt x="4374" y="4541"/>
                  </a:lnTo>
                  <a:lnTo>
                    <a:pt x="4416" y="4437"/>
                  </a:lnTo>
                  <a:lnTo>
                    <a:pt x="4416" y="4290"/>
                  </a:lnTo>
                  <a:lnTo>
                    <a:pt x="4395" y="4227"/>
                  </a:lnTo>
                  <a:lnTo>
                    <a:pt x="4458" y="4165"/>
                  </a:lnTo>
                  <a:lnTo>
                    <a:pt x="4458" y="4039"/>
                  </a:lnTo>
                  <a:lnTo>
                    <a:pt x="4625" y="3934"/>
                  </a:lnTo>
                  <a:lnTo>
                    <a:pt x="4709" y="3955"/>
                  </a:lnTo>
                  <a:lnTo>
                    <a:pt x="4792" y="3851"/>
                  </a:lnTo>
                  <a:lnTo>
                    <a:pt x="4730" y="3746"/>
                  </a:lnTo>
                  <a:lnTo>
                    <a:pt x="4688" y="3558"/>
                  </a:lnTo>
                  <a:lnTo>
                    <a:pt x="4834" y="3411"/>
                  </a:lnTo>
                  <a:lnTo>
                    <a:pt x="4813" y="3307"/>
                  </a:lnTo>
                  <a:lnTo>
                    <a:pt x="4897" y="3223"/>
                  </a:lnTo>
                  <a:lnTo>
                    <a:pt x="4876" y="3076"/>
                  </a:lnTo>
                  <a:lnTo>
                    <a:pt x="4981" y="3014"/>
                  </a:lnTo>
                  <a:lnTo>
                    <a:pt x="5106" y="2930"/>
                  </a:lnTo>
                  <a:lnTo>
                    <a:pt x="5232" y="2825"/>
                  </a:lnTo>
                  <a:lnTo>
                    <a:pt x="5295" y="2804"/>
                  </a:lnTo>
                  <a:lnTo>
                    <a:pt x="5357" y="2721"/>
                  </a:lnTo>
                  <a:lnTo>
                    <a:pt x="5650" y="2679"/>
                  </a:lnTo>
                  <a:lnTo>
                    <a:pt x="6069" y="2553"/>
                  </a:lnTo>
                  <a:lnTo>
                    <a:pt x="6090" y="2449"/>
                  </a:lnTo>
                  <a:lnTo>
                    <a:pt x="6152" y="2470"/>
                  </a:lnTo>
                  <a:lnTo>
                    <a:pt x="6299" y="2470"/>
                  </a:lnTo>
                  <a:lnTo>
                    <a:pt x="6445" y="2553"/>
                  </a:lnTo>
                  <a:lnTo>
                    <a:pt x="6445" y="2574"/>
                  </a:lnTo>
                  <a:lnTo>
                    <a:pt x="6550" y="2595"/>
                  </a:lnTo>
                  <a:lnTo>
                    <a:pt x="6592" y="2512"/>
                  </a:lnTo>
                  <a:lnTo>
                    <a:pt x="6592" y="2470"/>
                  </a:lnTo>
                  <a:lnTo>
                    <a:pt x="6571" y="2344"/>
                  </a:lnTo>
                  <a:lnTo>
                    <a:pt x="6466" y="2260"/>
                  </a:lnTo>
                  <a:lnTo>
                    <a:pt x="6341" y="2260"/>
                  </a:lnTo>
                  <a:lnTo>
                    <a:pt x="6194" y="2281"/>
                  </a:lnTo>
                  <a:lnTo>
                    <a:pt x="6173" y="2198"/>
                  </a:lnTo>
                  <a:lnTo>
                    <a:pt x="6550" y="1570"/>
                  </a:lnTo>
                  <a:lnTo>
                    <a:pt x="6550" y="1507"/>
                  </a:lnTo>
                  <a:lnTo>
                    <a:pt x="6445" y="1528"/>
                  </a:lnTo>
                  <a:lnTo>
                    <a:pt x="6362" y="1444"/>
                  </a:lnTo>
                  <a:lnTo>
                    <a:pt x="6257" y="1403"/>
                  </a:lnTo>
                  <a:lnTo>
                    <a:pt x="6173" y="1403"/>
                  </a:lnTo>
                  <a:lnTo>
                    <a:pt x="6131" y="1319"/>
                  </a:lnTo>
                  <a:lnTo>
                    <a:pt x="6027" y="1319"/>
                  </a:lnTo>
                  <a:lnTo>
                    <a:pt x="5839" y="1424"/>
                  </a:lnTo>
                  <a:lnTo>
                    <a:pt x="5671" y="1340"/>
                  </a:lnTo>
                  <a:lnTo>
                    <a:pt x="5525" y="1319"/>
                  </a:lnTo>
                  <a:lnTo>
                    <a:pt x="5336" y="1403"/>
                  </a:lnTo>
                  <a:lnTo>
                    <a:pt x="5295" y="1444"/>
                  </a:lnTo>
                  <a:lnTo>
                    <a:pt x="5148" y="1444"/>
                  </a:lnTo>
                  <a:lnTo>
                    <a:pt x="5043" y="1424"/>
                  </a:lnTo>
                  <a:lnTo>
                    <a:pt x="4918" y="1444"/>
                  </a:lnTo>
                  <a:lnTo>
                    <a:pt x="4813" y="1424"/>
                  </a:lnTo>
                  <a:lnTo>
                    <a:pt x="4792" y="1340"/>
                  </a:lnTo>
                  <a:lnTo>
                    <a:pt x="4813" y="1256"/>
                  </a:lnTo>
                  <a:lnTo>
                    <a:pt x="4792" y="1131"/>
                  </a:lnTo>
                  <a:lnTo>
                    <a:pt x="4688" y="1089"/>
                  </a:lnTo>
                  <a:lnTo>
                    <a:pt x="4625" y="1089"/>
                  </a:lnTo>
                  <a:lnTo>
                    <a:pt x="4625" y="921"/>
                  </a:lnTo>
                  <a:lnTo>
                    <a:pt x="4520" y="775"/>
                  </a:lnTo>
                  <a:lnTo>
                    <a:pt x="4269" y="670"/>
                  </a:lnTo>
                  <a:lnTo>
                    <a:pt x="4186" y="670"/>
                  </a:lnTo>
                  <a:lnTo>
                    <a:pt x="4081" y="482"/>
                  </a:lnTo>
                  <a:lnTo>
                    <a:pt x="4081" y="377"/>
                  </a:lnTo>
                  <a:lnTo>
                    <a:pt x="3934" y="210"/>
                  </a:lnTo>
                  <a:lnTo>
                    <a:pt x="3893" y="168"/>
                  </a:lnTo>
                  <a:lnTo>
                    <a:pt x="3767" y="147"/>
                  </a:lnTo>
                  <a:lnTo>
                    <a:pt x="3558" y="84"/>
                  </a:lnTo>
                  <a:lnTo>
                    <a:pt x="3516" y="1"/>
                  </a:lnTo>
                  <a:close/>
                </a:path>
              </a:pathLst>
            </a:custGeom>
            <a:solidFill>
              <a:srgbClr val="5F7D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36" name="Google Shape;5936;p36"/>
            <p:cNvSpPr/>
            <p:nvPr/>
          </p:nvSpPr>
          <p:spPr>
            <a:xfrm>
              <a:off x="3275452" y="3211250"/>
              <a:ext cx="85722" cy="91389"/>
            </a:xfrm>
            <a:custGeom>
              <a:rect b="b" l="l" r="r" t="t"/>
              <a:pathLst>
                <a:path extrusionOk="0" h="8036" w="7199">
                  <a:moveTo>
                    <a:pt x="1967" y="1"/>
                  </a:moveTo>
                  <a:lnTo>
                    <a:pt x="1779" y="85"/>
                  </a:lnTo>
                  <a:lnTo>
                    <a:pt x="1612" y="126"/>
                  </a:lnTo>
                  <a:lnTo>
                    <a:pt x="1319" y="294"/>
                  </a:lnTo>
                  <a:lnTo>
                    <a:pt x="1235" y="545"/>
                  </a:lnTo>
                  <a:lnTo>
                    <a:pt x="1047" y="608"/>
                  </a:lnTo>
                  <a:lnTo>
                    <a:pt x="921" y="608"/>
                  </a:lnTo>
                  <a:lnTo>
                    <a:pt x="796" y="712"/>
                  </a:lnTo>
                  <a:lnTo>
                    <a:pt x="712" y="712"/>
                  </a:lnTo>
                  <a:lnTo>
                    <a:pt x="524" y="775"/>
                  </a:lnTo>
                  <a:lnTo>
                    <a:pt x="1" y="775"/>
                  </a:lnTo>
                  <a:lnTo>
                    <a:pt x="524" y="1549"/>
                  </a:lnTo>
                  <a:lnTo>
                    <a:pt x="524" y="1612"/>
                  </a:lnTo>
                  <a:lnTo>
                    <a:pt x="461" y="1779"/>
                  </a:lnTo>
                  <a:lnTo>
                    <a:pt x="461" y="2198"/>
                  </a:lnTo>
                  <a:lnTo>
                    <a:pt x="377" y="2386"/>
                  </a:lnTo>
                  <a:lnTo>
                    <a:pt x="419" y="2533"/>
                  </a:lnTo>
                  <a:lnTo>
                    <a:pt x="461" y="2909"/>
                  </a:lnTo>
                  <a:lnTo>
                    <a:pt x="398" y="3077"/>
                  </a:lnTo>
                  <a:lnTo>
                    <a:pt x="356" y="3160"/>
                  </a:lnTo>
                  <a:lnTo>
                    <a:pt x="377" y="3286"/>
                  </a:lnTo>
                  <a:lnTo>
                    <a:pt x="398" y="3370"/>
                  </a:lnTo>
                  <a:lnTo>
                    <a:pt x="398" y="3495"/>
                  </a:lnTo>
                  <a:lnTo>
                    <a:pt x="356" y="3600"/>
                  </a:lnTo>
                  <a:lnTo>
                    <a:pt x="524" y="3997"/>
                  </a:lnTo>
                  <a:lnTo>
                    <a:pt x="503" y="4123"/>
                  </a:lnTo>
                  <a:lnTo>
                    <a:pt x="398" y="4290"/>
                  </a:lnTo>
                  <a:lnTo>
                    <a:pt x="273" y="4374"/>
                  </a:lnTo>
                  <a:lnTo>
                    <a:pt x="168" y="4541"/>
                  </a:lnTo>
                  <a:lnTo>
                    <a:pt x="210" y="4604"/>
                  </a:lnTo>
                  <a:lnTo>
                    <a:pt x="293" y="4625"/>
                  </a:lnTo>
                  <a:lnTo>
                    <a:pt x="314" y="4709"/>
                  </a:lnTo>
                  <a:lnTo>
                    <a:pt x="356" y="4709"/>
                  </a:lnTo>
                  <a:lnTo>
                    <a:pt x="356" y="4834"/>
                  </a:lnTo>
                  <a:lnTo>
                    <a:pt x="482" y="4939"/>
                  </a:lnTo>
                  <a:lnTo>
                    <a:pt x="524" y="5002"/>
                  </a:lnTo>
                  <a:lnTo>
                    <a:pt x="565" y="5127"/>
                  </a:lnTo>
                  <a:lnTo>
                    <a:pt x="524" y="5232"/>
                  </a:lnTo>
                  <a:lnTo>
                    <a:pt x="524" y="5274"/>
                  </a:lnTo>
                  <a:lnTo>
                    <a:pt x="586" y="5483"/>
                  </a:lnTo>
                  <a:lnTo>
                    <a:pt x="670" y="5629"/>
                  </a:lnTo>
                  <a:lnTo>
                    <a:pt x="921" y="5839"/>
                  </a:lnTo>
                  <a:lnTo>
                    <a:pt x="942" y="5901"/>
                  </a:lnTo>
                  <a:lnTo>
                    <a:pt x="879" y="6090"/>
                  </a:lnTo>
                  <a:lnTo>
                    <a:pt x="921" y="6194"/>
                  </a:lnTo>
                  <a:lnTo>
                    <a:pt x="775" y="6508"/>
                  </a:lnTo>
                  <a:lnTo>
                    <a:pt x="879" y="6613"/>
                  </a:lnTo>
                  <a:lnTo>
                    <a:pt x="1130" y="6885"/>
                  </a:lnTo>
                  <a:lnTo>
                    <a:pt x="1570" y="8036"/>
                  </a:lnTo>
                  <a:lnTo>
                    <a:pt x="1737" y="8036"/>
                  </a:lnTo>
                  <a:lnTo>
                    <a:pt x="1758" y="7952"/>
                  </a:lnTo>
                  <a:lnTo>
                    <a:pt x="1863" y="7931"/>
                  </a:lnTo>
                  <a:lnTo>
                    <a:pt x="1863" y="7952"/>
                  </a:lnTo>
                  <a:lnTo>
                    <a:pt x="1946" y="7847"/>
                  </a:lnTo>
                  <a:lnTo>
                    <a:pt x="2051" y="7638"/>
                  </a:lnTo>
                  <a:lnTo>
                    <a:pt x="2260" y="7408"/>
                  </a:lnTo>
                  <a:lnTo>
                    <a:pt x="2407" y="7345"/>
                  </a:lnTo>
                  <a:lnTo>
                    <a:pt x="2553" y="7471"/>
                  </a:lnTo>
                  <a:lnTo>
                    <a:pt x="2721" y="7450"/>
                  </a:lnTo>
                  <a:lnTo>
                    <a:pt x="2804" y="7429"/>
                  </a:lnTo>
                  <a:lnTo>
                    <a:pt x="2930" y="7471"/>
                  </a:lnTo>
                  <a:lnTo>
                    <a:pt x="3139" y="7429"/>
                  </a:lnTo>
                  <a:lnTo>
                    <a:pt x="3244" y="7450"/>
                  </a:lnTo>
                  <a:lnTo>
                    <a:pt x="3286" y="7575"/>
                  </a:lnTo>
                  <a:lnTo>
                    <a:pt x="3348" y="7847"/>
                  </a:lnTo>
                  <a:lnTo>
                    <a:pt x="3411" y="7889"/>
                  </a:lnTo>
                  <a:lnTo>
                    <a:pt x="3453" y="7847"/>
                  </a:lnTo>
                  <a:lnTo>
                    <a:pt x="3453" y="7743"/>
                  </a:lnTo>
                  <a:lnTo>
                    <a:pt x="3516" y="7617"/>
                  </a:lnTo>
                  <a:lnTo>
                    <a:pt x="3516" y="7512"/>
                  </a:lnTo>
                  <a:lnTo>
                    <a:pt x="3620" y="7366"/>
                  </a:lnTo>
                  <a:lnTo>
                    <a:pt x="4227" y="7366"/>
                  </a:lnTo>
                  <a:lnTo>
                    <a:pt x="4353" y="7471"/>
                  </a:lnTo>
                  <a:lnTo>
                    <a:pt x="4374" y="7303"/>
                  </a:lnTo>
                  <a:lnTo>
                    <a:pt x="4541" y="6989"/>
                  </a:lnTo>
                  <a:lnTo>
                    <a:pt x="4562" y="6822"/>
                  </a:lnTo>
                  <a:lnTo>
                    <a:pt x="4541" y="6675"/>
                  </a:lnTo>
                  <a:lnTo>
                    <a:pt x="4478" y="6592"/>
                  </a:lnTo>
                  <a:lnTo>
                    <a:pt x="4667" y="6299"/>
                  </a:lnTo>
                  <a:lnTo>
                    <a:pt x="4750" y="6090"/>
                  </a:lnTo>
                  <a:lnTo>
                    <a:pt x="4750" y="5985"/>
                  </a:lnTo>
                  <a:lnTo>
                    <a:pt x="4876" y="5901"/>
                  </a:lnTo>
                  <a:lnTo>
                    <a:pt x="5650" y="5692"/>
                  </a:lnTo>
                  <a:lnTo>
                    <a:pt x="6319" y="5692"/>
                  </a:lnTo>
                  <a:lnTo>
                    <a:pt x="6696" y="5985"/>
                  </a:lnTo>
                  <a:lnTo>
                    <a:pt x="6780" y="5985"/>
                  </a:lnTo>
                  <a:lnTo>
                    <a:pt x="6864" y="6069"/>
                  </a:lnTo>
                  <a:lnTo>
                    <a:pt x="6926" y="5964"/>
                  </a:lnTo>
                  <a:lnTo>
                    <a:pt x="6905" y="5880"/>
                  </a:lnTo>
                  <a:lnTo>
                    <a:pt x="7198" y="5315"/>
                  </a:lnTo>
                  <a:lnTo>
                    <a:pt x="7177" y="5043"/>
                  </a:lnTo>
                  <a:lnTo>
                    <a:pt x="6884" y="4499"/>
                  </a:lnTo>
                  <a:lnTo>
                    <a:pt x="6571" y="4437"/>
                  </a:lnTo>
                  <a:lnTo>
                    <a:pt x="6591" y="4207"/>
                  </a:lnTo>
                  <a:lnTo>
                    <a:pt x="6550" y="3851"/>
                  </a:lnTo>
                  <a:lnTo>
                    <a:pt x="5524" y="3809"/>
                  </a:lnTo>
                  <a:lnTo>
                    <a:pt x="5545" y="3558"/>
                  </a:lnTo>
                  <a:lnTo>
                    <a:pt x="5315" y="3181"/>
                  </a:lnTo>
                  <a:lnTo>
                    <a:pt x="5399" y="3056"/>
                  </a:lnTo>
                  <a:lnTo>
                    <a:pt x="5336" y="2846"/>
                  </a:lnTo>
                  <a:lnTo>
                    <a:pt x="5378" y="2554"/>
                  </a:lnTo>
                  <a:lnTo>
                    <a:pt x="5315" y="2491"/>
                  </a:lnTo>
                  <a:lnTo>
                    <a:pt x="5106" y="2323"/>
                  </a:lnTo>
                  <a:lnTo>
                    <a:pt x="4771" y="2386"/>
                  </a:lnTo>
                  <a:lnTo>
                    <a:pt x="4604" y="2302"/>
                  </a:lnTo>
                  <a:lnTo>
                    <a:pt x="4499" y="2240"/>
                  </a:lnTo>
                  <a:lnTo>
                    <a:pt x="4457" y="2093"/>
                  </a:lnTo>
                  <a:lnTo>
                    <a:pt x="4290" y="2030"/>
                  </a:lnTo>
                  <a:lnTo>
                    <a:pt x="4060" y="1968"/>
                  </a:lnTo>
                  <a:lnTo>
                    <a:pt x="3955" y="1968"/>
                  </a:lnTo>
                  <a:lnTo>
                    <a:pt x="3746" y="1717"/>
                  </a:lnTo>
                  <a:lnTo>
                    <a:pt x="3620" y="1779"/>
                  </a:lnTo>
                  <a:lnTo>
                    <a:pt x="3411" y="1570"/>
                  </a:lnTo>
                  <a:lnTo>
                    <a:pt x="3181" y="1612"/>
                  </a:lnTo>
                  <a:lnTo>
                    <a:pt x="3118" y="1696"/>
                  </a:lnTo>
                  <a:lnTo>
                    <a:pt x="2993" y="1570"/>
                  </a:lnTo>
                  <a:lnTo>
                    <a:pt x="2804" y="1466"/>
                  </a:lnTo>
                  <a:lnTo>
                    <a:pt x="2679" y="1382"/>
                  </a:lnTo>
                  <a:lnTo>
                    <a:pt x="2616" y="1235"/>
                  </a:lnTo>
                  <a:lnTo>
                    <a:pt x="2490" y="1152"/>
                  </a:lnTo>
                  <a:lnTo>
                    <a:pt x="2407" y="942"/>
                  </a:lnTo>
                  <a:lnTo>
                    <a:pt x="2449" y="838"/>
                  </a:lnTo>
                  <a:lnTo>
                    <a:pt x="2386" y="545"/>
                  </a:lnTo>
                  <a:lnTo>
                    <a:pt x="2470" y="398"/>
                  </a:lnTo>
                  <a:lnTo>
                    <a:pt x="2407" y="189"/>
                  </a:lnTo>
                  <a:lnTo>
                    <a:pt x="2407" y="43"/>
                  </a:lnTo>
                  <a:lnTo>
                    <a:pt x="2365" y="1"/>
                  </a:lnTo>
                  <a:lnTo>
                    <a:pt x="2239" y="85"/>
                  </a:lnTo>
                  <a:lnTo>
                    <a:pt x="2093" y="1"/>
                  </a:lnTo>
                  <a:close/>
                </a:path>
              </a:pathLst>
            </a:custGeom>
            <a:solidFill>
              <a:srgbClr val="5F7D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FF6B65"/>
                </a:solidFill>
                <a:latin typeface="Arial"/>
                <a:ea typeface="Arial"/>
                <a:cs typeface="Arial"/>
                <a:sym typeface="Arial"/>
              </a:endParaRPr>
            </a:p>
          </p:txBody>
        </p:sp>
        <p:sp>
          <p:nvSpPr>
            <p:cNvPr id="5937" name="Google Shape;5937;p36"/>
            <p:cNvSpPr/>
            <p:nvPr/>
          </p:nvSpPr>
          <p:spPr>
            <a:xfrm>
              <a:off x="3327273" y="3275982"/>
              <a:ext cx="58811" cy="59262"/>
            </a:xfrm>
            <a:custGeom>
              <a:rect b="b" l="l" r="r" t="t"/>
              <a:pathLst>
                <a:path extrusionOk="0" h="5211" w="4939">
                  <a:moveTo>
                    <a:pt x="1298" y="0"/>
                  </a:moveTo>
                  <a:lnTo>
                    <a:pt x="524" y="209"/>
                  </a:lnTo>
                  <a:lnTo>
                    <a:pt x="398" y="293"/>
                  </a:lnTo>
                  <a:lnTo>
                    <a:pt x="398" y="398"/>
                  </a:lnTo>
                  <a:lnTo>
                    <a:pt x="315" y="607"/>
                  </a:lnTo>
                  <a:lnTo>
                    <a:pt x="126" y="900"/>
                  </a:lnTo>
                  <a:lnTo>
                    <a:pt x="189" y="983"/>
                  </a:lnTo>
                  <a:lnTo>
                    <a:pt x="210" y="1130"/>
                  </a:lnTo>
                  <a:lnTo>
                    <a:pt x="189" y="1297"/>
                  </a:lnTo>
                  <a:lnTo>
                    <a:pt x="22" y="1611"/>
                  </a:lnTo>
                  <a:lnTo>
                    <a:pt x="1" y="1779"/>
                  </a:lnTo>
                  <a:lnTo>
                    <a:pt x="1" y="1820"/>
                  </a:lnTo>
                  <a:lnTo>
                    <a:pt x="126" y="1946"/>
                  </a:lnTo>
                  <a:lnTo>
                    <a:pt x="231" y="1967"/>
                  </a:lnTo>
                  <a:lnTo>
                    <a:pt x="398" y="2239"/>
                  </a:lnTo>
                  <a:lnTo>
                    <a:pt x="754" y="2595"/>
                  </a:lnTo>
                  <a:lnTo>
                    <a:pt x="879" y="2595"/>
                  </a:lnTo>
                  <a:lnTo>
                    <a:pt x="1026" y="2720"/>
                  </a:lnTo>
                  <a:lnTo>
                    <a:pt x="1131" y="2888"/>
                  </a:lnTo>
                  <a:lnTo>
                    <a:pt x="1465" y="2971"/>
                  </a:lnTo>
                  <a:lnTo>
                    <a:pt x="1695" y="3097"/>
                  </a:lnTo>
                  <a:lnTo>
                    <a:pt x="1800" y="3097"/>
                  </a:lnTo>
                  <a:lnTo>
                    <a:pt x="2030" y="3327"/>
                  </a:lnTo>
                  <a:lnTo>
                    <a:pt x="2302" y="3452"/>
                  </a:lnTo>
                  <a:lnTo>
                    <a:pt x="2637" y="3515"/>
                  </a:lnTo>
                  <a:lnTo>
                    <a:pt x="2804" y="3641"/>
                  </a:lnTo>
                  <a:lnTo>
                    <a:pt x="2951" y="3808"/>
                  </a:lnTo>
                  <a:lnTo>
                    <a:pt x="3035" y="3934"/>
                  </a:lnTo>
                  <a:lnTo>
                    <a:pt x="2972" y="4059"/>
                  </a:lnTo>
                  <a:lnTo>
                    <a:pt x="2909" y="4185"/>
                  </a:lnTo>
                  <a:lnTo>
                    <a:pt x="2804" y="4269"/>
                  </a:lnTo>
                  <a:lnTo>
                    <a:pt x="2742" y="4373"/>
                  </a:lnTo>
                  <a:lnTo>
                    <a:pt x="2763" y="4478"/>
                  </a:lnTo>
                  <a:lnTo>
                    <a:pt x="2700" y="4708"/>
                  </a:lnTo>
                  <a:lnTo>
                    <a:pt x="2512" y="4896"/>
                  </a:lnTo>
                  <a:lnTo>
                    <a:pt x="2491" y="5022"/>
                  </a:lnTo>
                  <a:lnTo>
                    <a:pt x="2574" y="5022"/>
                  </a:lnTo>
                  <a:lnTo>
                    <a:pt x="2972" y="4959"/>
                  </a:lnTo>
                  <a:lnTo>
                    <a:pt x="3328" y="5064"/>
                  </a:lnTo>
                  <a:lnTo>
                    <a:pt x="3579" y="5210"/>
                  </a:lnTo>
                  <a:lnTo>
                    <a:pt x="3704" y="5168"/>
                  </a:lnTo>
                  <a:lnTo>
                    <a:pt x="3788" y="5168"/>
                  </a:lnTo>
                  <a:lnTo>
                    <a:pt x="3851" y="5210"/>
                  </a:lnTo>
                  <a:lnTo>
                    <a:pt x="3955" y="5064"/>
                  </a:lnTo>
                  <a:lnTo>
                    <a:pt x="3997" y="5022"/>
                  </a:lnTo>
                  <a:lnTo>
                    <a:pt x="4123" y="5085"/>
                  </a:lnTo>
                  <a:lnTo>
                    <a:pt x="4227" y="4959"/>
                  </a:lnTo>
                  <a:lnTo>
                    <a:pt x="4290" y="4792"/>
                  </a:lnTo>
                  <a:lnTo>
                    <a:pt x="4541" y="4603"/>
                  </a:lnTo>
                  <a:lnTo>
                    <a:pt x="4583" y="4478"/>
                  </a:lnTo>
                  <a:lnTo>
                    <a:pt x="4646" y="4352"/>
                  </a:lnTo>
                  <a:lnTo>
                    <a:pt x="4750" y="4248"/>
                  </a:lnTo>
                  <a:lnTo>
                    <a:pt x="4792" y="4038"/>
                  </a:lnTo>
                  <a:lnTo>
                    <a:pt x="4750" y="3976"/>
                  </a:lnTo>
                  <a:lnTo>
                    <a:pt x="4750" y="3829"/>
                  </a:lnTo>
                  <a:lnTo>
                    <a:pt x="4813" y="3808"/>
                  </a:lnTo>
                  <a:lnTo>
                    <a:pt x="4813" y="3724"/>
                  </a:lnTo>
                  <a:lnTo>
                    <a:pt x="4813" y="3662"/>
                  </a:lnTo>
                  <a:lnTo>
                    <a:pt x="4813" y="3599"/>
                  </a:lnTo>
                  <a:lnTo>
                    <a:pt x="4834" y="3599"/>
                  </a:lnTo>
                  <a:lnTo>
                    <a:pt x="4855" y="3515"/>
                  </a:lnTo>
                  <a:lnTo>
                    <a:pt x="4855" y="2971"/>
                  </a:lnTo>
                  <a:lnTo>
                    <a:pt x="4939" y="2888"/>
                  </a:lnTo>
                  <a:lnTo>
                    <a:pt x="4834" y="2867"/>
                  </a:lnTo>
                  <a:lnTo>
                    <a:pt x="4750" y="2783"/>
                  </a:lnTo>
                  <a:lnTo>
                    <a:pt x="4625" y="2720"/>
                  </a:lnTo>
                  <a:lnTo>
                    <a:pt x="4395" y="2867"/>
                  </a:lnTo>
                  <a:lnTo>
                    <a:pt x="4290" y="2825"/>
                  </a:lnTo>
                  <a:lnTo>
                    <a:pt x="4206" y="2616"/>
                  </a:lnTo>
                  <a:lnTo>
                    <a:pt x="4060" y="1988"/>
                  </a:lnTo>
                  <a:lnTo>
                    <a:pt x="4018" y="1862"/>
                  </a:lnTo>
                  <a:lnTo>
                    <a:pt x="3892" y="1820"/>
                  </a:lnTo>
                  <a:lnTo>
                    <a:pt x="3767" y="1716"/>
                  </a:lnTo>
                  <a:lnTo>
                    <a:pt x="3495" y="1841"/>
                  </a:lnTo>
                  <a:lnTo>
                    <a:pt x="3328" y="1758"/>
                  </a:lnTo>
                  <a:lnTo>
                    <a:pt x="3056" y="1779"/>
                  </a:lnTo>
                  <a:lnTo>
                    <a:pt x="2972" y="1737"/>
                  </a:lnTo>
                  <a:lnTo>
                    <a:pt x="2763" y="1758"/>
                  </a:lnTo>
                  <a:lnTo>
                    <a:pt x="2721" y="1632"/>
                  </a:lnTo>
                  <a:lnTo>
                    <a:pt x="2763" y="1528"/>
                  </a:lnTo>
                  <a:lnTo>
                    <a:pt x="2721" y="1360"/>
                  </a:lnTo>
                  <a:lnTo>
                    <a:pt x="2763" y="1025"/>
                  </a:lnTo>
                  <a:lnTo>
                    <a:pt x="2658" y="837"/>
                  </a:lnTo>
                  <a:lnTo>
                    <a:pt x="2658" y="670"/>
                  </a:lnTo>
                  <a:lnTo>
                    <a:pt x="2512" y="565"/>
                  </a:lnTo>
                  <a:lnTo>
                    <a:pt x="2553" y="419"/>
                  </a:lnTo>
                  <a:lnTo>
                    <a:pt x="2428" y="293"/>
                  </a:lnTo>
                  <a:lnTo>
                    <a:pt x="2344" y="293"/>
                  </a:lnTo>
                  <a:lnTo>
                    <a:pt x="1967" y="0"/>
                  </a:lnTo>
                  <a:close/>
                </a:path>
              </a:pathLst>
            </a:custGeom>
            <a:solidFill>
              <a:srgbClr val="5F7D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A6CBC2"/>
                </a:solidFill>
                <a:latin typeface="Arial"/>
                <a:ea typeface="Arial"/>
                <a:cs typeface="Arial"/>
                <a:sym typeface="Arial"/>
              </a:endParaRPr>
            </a:p>
          </p:txBody>
        </p:sp>
        <p:sp>
          <p:nvSpPr>
            <p:cNvPr id="5938" name="Google Shape;5938;p36"/>
            <p:cNvSpPr/>
            <p:nvPr/>
          </p:nvSpPr>
          <p:spPr>
            <a:xfrm>
              <a:off x="3363150" y="3352838"/>
              <a:ext cx="34889" cy="37848"/>
            </a:xfrm>
            <a:custGeom>
              <a:rect b="b" l="l" r="r" t="t"/>
              <a:pathLst>
                <a:path extrusionOk="0" h="3328" w="2930">
                  <a:moveTo>
                    <a:pt x="754" y="0"/>
                  </a:moveTo>
                  <a:lnTo>
                    <a:pt x="440" y="63"/>
                  </a:lnTo>
                  <a:lnTo>
                    <a:pt x="377" y="42"/>
                  </a:lnTo>
                  <a:lnTo>
                    <a:pt x="315" y="42"/>
                  </a:lnTo>
                  <a:lnTo>
                    <a:pt x="273" y="63"/>
                  </a:lnTo>
                  <a:lnTo>
                    <a:pt x="231" y="210"/>
                  </a:lnTo>
                  <a:lnTo>
                    <a:pt x="126" y="335"/>
                  </a:lnTo>
                  <a:lnTo>
                    <a:pt x="168" y="524"/>
                  </a:lnTo>
                  <a:lnTo>
                    <a:pt x="126" y="586"/>
                  </a:lnTo>
                  <a:lnTo>
                    <a:pt x="147" y="712"/>
                  </a:lnTo>
                  <a:lnTo>
                    <a:pt x="147" y="963"/>
                  </a:lnTo>
                  <a:lnTo>
                    <a:pt x="84" y="1047"/>
                  </a:lnTo>
                  <a:lnTo>
                    <a:pt x="84" y="1151"/>
                  </a:lnTo>
                  <a:lnTo>
                    <a:pt x="43" y="1277"/>
                  </a:lnTo>
                  <a:lnTo>
                    <a:pt x="84" y="1465"/>
                  </a:lnTo>
                  <a:lnTo>
                    <a:pt x="43" y="1507"/>
                  </a:lnTo>
                  <a:lnTo>
                    <a:pt x="63" y="1779"/>
                  </a:lnTo>
                  <a:lnTo>
                    <a:pt x="126" y="1967"/>
                  </a:lnTo>
                  <a:lnTo>
                    <a:pt x="84" y="2030"/>
                  </a:lnTo>
                  <a:lnTo>
                    <a:pt x="22" y="2114"/>
                  </a:lnTo>
                  <a:lnTo>
                    <a:pt x="1" y="2156"/>
                  </a:lnTo>
                  <a:lnTo>
                    <a:pt x="1" y="2428"/>
                  </a:lnTo>
                  <a:lnTo>
                    <a:pt x="63" y="2637"/>
                  </a:lnTo>
                  <a:lnTo>
                    <a:pt x="231" y="2867"/>
                  </a:lnTo>
                  <a:lnTo>
                    <a:pt x="315" y="2867"/>
                  </a:lnTo>
                  <a:lnTo>
                    <a:pt x="461" y="3034"/>
                  </a:lnTo>
                  <a:lnTo>
                    <a:pt x="545" y="3055"/>
                  </a:lnTo>
                  <a:lnTo>
                    <a:pt x="796" y="3034"/>
                  </a:lnTo>
                  <a:lnTo>
                    <a:pt x="963" y="3055"/>
                  </a:lnTo>
                  <a:lnTo>
                    <a:pt x="1089" y="3139"/>
                  </a:lnTo>
                  <a:lnTo>
                    <a:pt x="1172" y="3160"/>
                  </a:lnTo>
                  <a:lnTo>
                    <a:pt x="1277" y="3160"/>
                  </a:lnTo>
                  <a:lnTo>
                    <a:pt x="1298" y="3181"/>
                  </a:lnTo>
                  <a:lnTo>
                    <a:pt x="1277" y="3244"/>
                  </a:lnTo>
                  <a:lnTo>
                    <a:pt x="1277" y="3285"/>
                  </a:lnTo>
                  <a:lnTo>
                    <a:pt x="1382" y="3285"/>
                  </a:lnTo>
                  <a:lnTo>
                    <a:pt x="1507" y="3202"/>
                  </a:lnTo>
                  <a:lnTo>
                    <a:pt x="1654" y="3181"/>
                  </a:lnTo>
                  <a:lnTo>
                    <a:pt x="1800" y="3244"/>
                  </a:lnTo>
                  <a:lnTo>
                    <a:pt x="1842" y="3264"/>
                  </a:lnTo>
                  <a:lnTo>
                    <a:pt x="1926" y="3264"/>
                  </a:lnTo>
                  <a:lnTo>
                    <a:pt x="2009" y="3285"/>
                  </a:lnTo>
                  <a:lnTo>
                    <a:pt x="2093" y="3327"/>
                  </a:lnTo>
                  <a:lnTo>
                    <a:pt x="2135" y="3264"/>
                  </a:lnTo>
                  <a:lnTo>
                    <a:pt x="2156" y="3181"/>
                  </a:lnTo>
                  <a:lnTo>
                    <a:pt x="2177" y="3181"/>
                  </a:lnTo>
                  <a:lnTo>
                    <a:pt x="2239" y="3202"/>
                  </a:lnTo>
                  <a:lnTo>
                    <a:pt x="2449" y="3139"/>
                  </a:lnTo>
                  <a:lnTo>
                    <a:pt x="2574" y="2972"/>
                  </a:lnTo>
                  <a:lnTo>
                    <a:pt x="2637" y="2930"/>
                  </a:lnTo>
                  <a:lnTo>
                    <a:pt x="2616" y="2909"/>
                  </a:lnTo>
                  <a:lnTo>
                    <a:pt x="2658" y="2804"/>
                  </a:lnTo>
                  <a:lnTo>
                    <a:pt x="2784" y="2720"/>
                  </a:lnTo>
                  <a:lnTo>
                    <a:pt x="2784" y="2532"/>
                  </a:lnTo>
                  <a:lnTo>
                    <a:pt x="2867" y="2428"/>
                  </a:lnTo>
                  <a:lnTo>
                    <a:pt x="2930" y="2407"/>
                  </a:lnTo>
                  <a:lnTo>
                    <a:pt x="2888" y="2386"/>
                  </a:lnTo>
                  <a:lnTo>
                    <a:pt x="2825" y="2281"/>
                  </a:lnTo>
                  <a:lnTo>
                    <a:pt x="2784" y="2239"/>
                  </a:lnTo>
                  <a:lnTo>
                    <a:pt x="2784" y="2218"/>
                  </a:lnTo>
                  <a:lnTo>
                    <a:pt x="2742" y="2030"/>
                  </a:lnTo>
                  <a:lnTo>
                    <a:pt x="2846" y="1884"/>
                  </a:lnTo>
                  <a:lnTo>
                    <a:pt x="2867" y="1716"/>
                  </a:lnTo>
                  <a:lnTo>
                    <a:pt x="2742" y="1612"/>
                  </a:lnTo>
                  <a:lnTo>
                    <a:pt x="2574" y="1402"/>
                  </a:lnTo>
                  <a:lnTo>
                    <a:pt x="2449" y="1256"/>
                  </a:lnTo>
                  <a:lnTo>
                    <a:pt x="2239" y="1151"/>
                  </a:lnTo>
                  <a:lnTo>
                    <a:pt x="2114" y="1172"/>
                  </a:lnTo>
                  <a:lnTo>
                    <a:pt x="2114" y="1026"/>
                  </a:lnTo>
                  <a:lnTo>
                    <a:pt x="1988" y="879"/>
                  </a:lnTo>
                  <a:lnTo>
                    <a:pt x="1842" y="858"/>
                  </a:lnTo>
                  <a:lnTo>
                    <a:pt x="1695" y="775"/>
                  </a:lnTo>
                  <a:lnTo>
                    <a:pt x="1570" y="565"/>
                  </a:lnTo>
                  <a:lnTo>
                    <a:pt x="1486" y="565"/>
                  </a:lnTo>
                  <a:lnTo>
                    <a:pt x="1382" y="670"/>
                  </a:lnTo>
                  <a:lnTo>
                    <a:pt x="1319" y="670"/>
                  </a:lnTo>
                  <a:lnTo>
                    <a:pt x="1172" y="461"/>
                  </a:lnTo>
                  <a:lnTo>
                    <a:pt x="1110" y="314"/>
                  </a:lnTo>
                  <a:lnTo>
                    <a:pt x="984" y="251"/>
                  </a:lnTo>
                  <a:lnTo>
                    <a:pt x="859" y="63"/>
                  </a:lnTo>
                  <a:lnTo>
                    <a:pt x="754" y="0"/>
                  </a:lnTo>
                  <a:close/>
                </a:path>
              </a:pathLst>
            </a:custGeom>
            <a:solidFill>
              <a:srgbClr val="5F7D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nvGrpSpPr>
            <p:cNvPr id="5939" name="Google Shape;5939;p36"/>
            <p:cNvGrpSpPr/>
            <p:nvPr/>
          </p:nvGrpSpPr>
          <p:grpSpPr>
            <a:xfrm>
              <a:off x="3280929" y="3294542"/>
              <a:ext cx="109894" cy="272224"/>
              <a:chOff x="2711750" y="3572300"/>
              <a:chExt cx="230725" cy="598425"/>
            </a:xfrm>
          </p:grpSpPr>
          <p:sp>
            <p:nvSpPr>
              <p:cNvPr id="5940" name="Google Shape;5940;p36"/>
              <p:cNvSpPr/>
              <p:nvPr/>
            </p:nvSpPr>
            <p:spPr>
              <a:xfrm>
                <a:off x="2711750" y="3572300"/>
                <a:ext cx="230725" cy="538800"/>
              </a:xfrm>
              <a:custGeom>
                <a:rect b="b" l="l" r="r" t="t"/>
                <a:pathLst>
                  <a:path extrusionOk="0" h="21552" w="9229">
                    <a:moveTo>
                      <a:pt x="1947" y="0"/>
                    </a:moveTo>
                    <a:lnTo>
                      <a:pt x="1800" y="42"/>
                    </a:lnTo>
                    <a:lnTo>
                      <a:pt x="1570" y="293"/>
                    </a:lnTo>
                    <a:lnTo>
                      <a:pt x="1466" y="502"/>
                    </a:lnTo>
                    <a:lnTo>
                      <a:pt x="1382" y="607"/>
                    </a:lnTo>
                    <a:lnTo>
                      <a:pt x="1466" y="753"/>
                    </a:lnTo>
                    <a:lnTo>
                      <a:pt x="1298" y="1402"/>
                    </a:lnTo>
                    <a:lnTo>
                      <a:pt x="629" y="1779"/>
                    </a:lnTo>
                    <a:lnTo>
                      <a:pt x="566" y="1925"/>
                    </a:lnTo>
                    <a:lnTo>
                      <a:pt x="691" y="2030"/>
                    </a:lnTo>
                    <a:lnTo>
                      <a:pt x="733" y="2134"/>
                    </a:lnTo>
                    <a:lnTo>
                      <a:pt x="650" y="2281"/>
                    </a:lnTo>
                    <a:lnTo>
                      <a:pt x="670" y="2448"/>
                    </a:lnTo>
                    <a:lnTo>
                      <a:pt x="796" y="2616"/>
                    </a:lnTo>
                    <a:lnTo>
                      <a:pt x="796" y="2762"/>
                    </a:lnTo>
                    <a:lnTo>
                      <a:pt x="691" y="2846"/>
                    </a:lnTo>
                    <a:lnTo>
                      <a:pt x="670" y="2950"/>
                    </a:lnTo>
                    <a:lnTo>
                      <a:pt x="754" y="3013"/>
                    </a:lnTo>
                    <a:lnTo>
                      <a:pt x="796" y="3076"/>
                    </a:lnTo>
                    <a:lnTo>
                      <a:pt x="796" y="3243"/>
                    </a:lnTo>
                    <a:lnTo>
                      <a:pt x="859" y="3285"/>
                    </a:lnTo>
                    <a:lnTo>
                      <a:pt x="775" y="3390"/>
                    </a:lnTo>
                    <a:lnTo>
                      <a:pt x="670" y="3453"/>
                    </a:lnTo>
                    <a:lnTo>
                      <a:pt x="524" y="3599"/>
                    </a:lnTo>
                    <a:lnTo>
                      <a:pt x="357" y="3997"/>
                    </a:lnTo>
                    <a:lnTo>
                      <a:pt x="252" y="4164"/>
                    </a:lnTo>
                    <a:lnTo>
                      <a:pt x="210" y="4582"/>
                    </a:lnTo>
                    <a:lnTo>
                      <a:pt x="126" y="4645"/>
                    </a:lnTo>
                    <a:lnTo>
                      <a:pt x="147" y="5022"/>
                    </a:lnTo>
                    <a:lnTo>
                      <a:pt x="252" y="5210"/>
                    </a:lnTo>
                    <a:lnTo>
                      <a:pt x="252" y="5461"/>
                    </a:lnTo>
                    <a:lnTo>
                      <a:pt x="168" y="5566"/>
                    </a:lnTo>
                    <a:lnTo>
                      <a:pt x="168" y="5859"/>
                    </a:lnTo>
                    <a:lnTo>
                      <a:pt x="22" y="5942"/>
                    </a:lnTo>
                    <a:lnTo>
                      <a:pt x="1" y="6152"/>
                    </a:lnTo>
                    <a:lnTo>
                      <a:pt x="43" y="6424"/>
                    </a:lnTo>
                    <a:lnTo>
                      <a:pt x="147" y="6570"/>
                    </a:lnTo>
                    <a:lnTo>
                      <a:pt x="168" y="6675"/>
                    </a:lnTo>
                    <a:lnTo>
                      <a:pt x="315" y="6884"/>
                    </a:lnTo>
                    <a:lnTo>
                      <a:pt x="378" y="7051"/>
                    </a:lnTo>
                    <a:lnTo>
                      <a:pt x="461" y="7407"/>
                    </a:lnTo>
                    <a:lnTo>
                      <a:pt x="545" y="7470"/>
                    </a:lnTo>
                    <a:lnTo>
                      <a:pt x="587" y="7930"/>
                    </a:lnTo>
                    <a:lnTo>
                      <a:pt x="566" y="8181"/>
                    </a:lnTo>
                    <a:lnTo>
                      <a:pt x="461" y="8202"/>
                    </a:lnTo>
                    <a:lnTo>
                      <a:pt x="357" y="8453"/>
                    </a:lnTo>
                    <a:lnTo>
                      <a:pt x="378" y="8683"/>
                    </a:lnTo>
                    <a:lnTo>
                      <a:pt x="252" y="8872"/>
                    </a:lnTo>
                    <a:lnTo>
                      <a:pt x="336" y="8935"/>
                    </a:lnTo>
                    <a:lnTo>
                      <a:pt x="440" y="9123"/>
                    </a:lnTo>
                    <a:lnTo>
                      <a:pt x="461" y="9332"/>
                    </a:lnTo>
                    <a:lnTo>
                      <a:pt x="336" y="9458"/>
                    </a:lnTo>
                    <a:lnTo>
                      <a:pt x="210" y="9709"/>
                    </a:lnTo>
                    <a:lnTo>
                      <a:pt x="210" y="10085"/>
                    </a:lnTo>
                    <a:lnTo>
                      <a:pt x="210" y="10253"/>
                    </a:lnTo>
                    <a:lnTo>
                      <a:pt x="147" y="10483"/>
                    </a:lnTo>
                    <a:lnTo>
                      <a:pt x="482" y="11173"/>
                    </a:lnTo>
                    <a:lnTo>
                      <a:pt x="419" y="11278"/>
                    </a:lnTo>
                    <a:lnTo>
                      <a:pt x="252" y="11341"/>
                    </a:lnTo>
                    <a:lnTo>
                      <a:pt x="231" y="11655"/>
                    </a:lnTo>
                    <a:lnTo>
                      <a:pt x="22" y="11948"/>
                    </a:lnTo>
                    <a:lnTo>
                      <a:pt x="43" y="12157"/>
                    </a:lnTo>
                    <a:lnTo>
                      <a:pt x="147" y="12345"/>
                    </a:lnTo>
                    <a:lnTo>
                      <a:pt x="126" y="12764"/>
                    </a:lnTo>
                    <a:lnTo>
                      <a:pt x="147" y="13119"/>
                    </a:lnTo>
                    <a:lnTo>
                      <a:pt x="210" y="13391"/>
                    </a:lnTo>
                    <a:lnTo>
                      <a:pt x="315" y="13433"/>
                    </a:lnTo>
                    <a:lnTo>
                      <a:pt x="357" y="13538"/>
                    </a:lnTo>
                    <a:lnTo>
                      <a:pt x="336" y="13705"/>
                    </a:lnTo>
                    <a:lnTo>
                      <a:pt x="210" y="13789"/>
                    </a:lnTo>
                    <a:lnTo>
                      <a:pt x="231" y="14103"/>
                    </a:lnTo>
                    <a:cubicBezTo>
                      <a:pt x="252" y="14165"/>
                      <a:pt x="252" y="14270"/>
                      <a:pt x="273" y="14354"/>
                    </a:cubicBezTo>
                    <a:lnTo>
                      <a:pt x="273" y="14375"/>
                    </a:lnTo>
                    <a:lnTo>
                      <a:pt x="461" y="14437"/>
                    </a:lnTo>
                    <a:lnTo>
                      <a:pt x="461" y="14626"/>
                    </a:lnTo>
                    <a:lnTo>
                      <a:pt x="461" y="14772"/>
                    </a:lnTo>
                    <a:lnTo>
                      <a:pt x="566" y="15002"/>
                    </a:lnTo>
                    <a:lnTo>
                      <a:pt x="608" y="15274"/>
                    </a:lnTo>
                    <a:lnTo>
                      <a:pt x="712" y="15295"/>
                    </a:lnTo>
                    <a:lnTo>
                      <a:pt x="796" y="15253"/>
                    </a:lnTo>
                    <a:lnTo>
                      <a:pt x="880" y="15274"/>
                    </a:lnTo>
                    <a:lnTo>
                      <a:pt x="880" y="15400"/>
                    </a:lnTo>
                    <a:lnTo>
                      <a:pt x="754" y="15567"/>
                    </a:lnTo>
                    <a:lnTo>
                      <a:pt x="482" y="15567"/>
                    </a:lnTo>
                    <a:lnTo>
                      <a:pt x="440" y="15672"/>
                    </a:lnTo>
                    <a:lnTo>
                      <a:pt x="524" y="15735"/>
                    </a:lnTo>
                    <a:lnTo>
                      <a:pt x="545" y="15714"/>
                    </a:lnTo>
                    <a:lnTo>
                      <a:pt x="670" y="15714"/>
                    </a:lnTo>
                    <a:lnTo>
                      <a:pt x="859" y="15839"/>
                    </a:lnTo>
                    <a:lnTo>
                      <a:pt x="984" y="16049"/>
                    </a:lnTo>
                    <a:lnTo>
                      <a:pt x="984" y="16195"/>
                    </a:lnTo>
                    <a:lnTo>
                      <a:pt x="838" y="16321"/>
                    </a:lnTo>
                    <a:lnTo>
                      <a:pt x="838" y="16425"/>
                    </a:lnTo>
                    <a:lnTo>
                      <a:pt x="901" y="16572"/>
                    </a:lnTo>
                    <a:lnTo>
                      <a:pt x="963" y="16885"/>
                    </a:lnTo>
                    <a:lnTo>
                      <a:pt x="1047" y="17137"/>
                    </a:lnTo>
                    <a:lnTo>
                      <a:pt x="942" y="17241"/>
                    </a:lnTo>
                    <a:lnTo>
                      <a:pt x="901" y="17367"/>
                    </a:lnTo>
                    <a:lnTo>
                      <a:pt x="1005" y="17618"/>
                    </a:lnTo>
                    <a:lnTo>
                      <a:pt x="901" y="17764"/>
                    </a:lnTo>
                    <a:lnTo>
                      <a:pt x="859" y="18015"/>
                    </a:lnTo>
                    <a:lnTo>
                      <a:pt x="942" y="18246"/>
                    </a:lnTo>
                    <a:lnTo>
                      <a:pt x="984" y="18559"/>
                    </a:lnTo>
                    <a:lnTo>
                      <a:pt x="942" y="18852"/>
                    </a:lnTo>
                    <a:lnTo>
                      <a:pt x="733" y="19062"/>
                    </a:lnTo>
                    <a:lnTo>
                      <a:pt x="587" y="19250"/>
                    </a:lnTo>
                    <a:lnTo>
                      <a:pt x="524" y="19752"/>
                    </a:lnTo>
                    <a:cubicBezTo>
                      <a:pt x="545" y="19815"/>
                      <a:pt x="545" y="19898"/>
                      <a:pt x="566" y="19982"/>
                    </a:cubicBezTo>
                    <a:lnTo>
                      <a:pt x="796" y="20422"/>
                    </a:lnTo>
                    <a:lnTo>
                      <a:pt x="942" y="20422"/>
                    </a:lnTo>
                    <a:lnTo>
                      <a:pt x="1047" y="20317"/>
                    </a:lnTo>
                    <a:lnTo>
                      <a:pt x="1214" y="20233"/>
                    </a:lnTo>
                    <a:lnTo>
                      <a:pt x="1361" y="20233"/>
                    </a:lnTo>
                    <a:lnTo>
                      <a:pt x="1361" y="20401"/>
                    </a:lnTo>
                    <a:lnTo>
                      <a:pt x="1382" y="20735"/>
                    </a:lnTo>
                    <a:lnTo>
                      <a:pt x="1507" y="20840"/>
                    </a:lnTo>
                    <a:lnTo>
                      <a:pt x="1570" y="21049"/>
                    </a:lnTo>
                    <a:lnTo>
                      <a:pt x="1633" y="21279"/>
                    </a:lnTo>
                    <a:lnTo>
                      <a:pt x="1926" y="21321"/>
                    </a:lnTo>
                    <a:lnTo>
                      <a:pt x="2030" y="21363"/>
                    </a:lnTo>
                    <a:lnTo>
                      <a:pt x="2449" y="21279"/>
                    </a:lnTo>
                    <a:lnTo>
                      <a:pt x="3181" y="21279"/>
                    </a:lnTo>
                    <a:lnTo>
                      <a:pt x="3244" y="21342"/>
                    </a:lnTo>
                    <a:lnTo>
                      <a:pt x="3370" y="21363"/>
                    </a:lnTo>
                    <a:lnTo>
                      <a:pt x="3516" y="21489"/>
                    </a:lnTo>
                    <a:lnTo>
                      <a:pt x="3663" y="21551"/>
                    </a:lnTo>
                    <a:lnTo>
                      <a:pt x="3704" y="21551"/>
                    </a:lnTo>
                    <a:lnTo>
                      <a:pt x="3704" y="21447"/>
                    </a:lnTo>
                    <a:lnTo>
                      <a:pt x="3600" y="21363"/>
                    </a:lnTo>
                    <a:lnTo>
                      <a:pt x="3411" y="21238"/>
                    </a:lnTo>
                    <a:lnTo>
                      <a:pt x="3391" y="21133"/>
                    </a:lnTo>
                    <a:lnTo>
                      <a:pt x="3286" y="21028"/>
                    </a:lnTo>
                    <a:lnTo>
                      <a:pt x="3202" y="21049"/>
                    </a:lnTo>
                    <a:lnTo>
                      <a:pt x="3160" y="21007"/>
                    </a:lnTo>
                    <a:lnTo>
                      <a:pt x="3244" y="20945"/>
                    </a:lnTo>
                    <a:lnTo>
                      <a:pt x="3265" y="20861"/>
                    </a:lnTo>
                    <a:lnTo>
                      <a:pt x="3244" y="20840"/>
                    </a:lnTo>
                    <a:lnTo>
                      <a:pt x="3244" y="20756"/>
                    </a:lnTo>
                    <a:lnTo>
                      <a:pt x="3139" y="20505"/>
                    </a:lnTo>
                    <a:lnTo>
                      <a:pt x="3035" y="20317"/>
                    </a:lnTo>
                    <a:lnTo>
                      <a:pt x="2993" y="20129"/>
                    </a:lnTo>
                    <a:lnTo>
                      <a:pt x="3077" y="19961"/>
                    </a:lnTo>
                    <a:lnTo>
                      <a:pt x="3202" y="19857"/>
                    </a:lnTo>
                    <a:lnTo>
                      <a:pt x="3265" y="19752"/>
                    </a:lnTo>
                    <a:lnTo>
                      <a:pt x="3202" y="19689"/>
                    </a:lnTo>
                    <a:lnTo>
                      <a:pt x="3202" y="19585"/>
                    </a:lnTo>
                    <a:lnTo>
                      <a:pt x="3160" y="19501"/>
                    </a:lnTo>
                    <a:lnTo>
                      <a:pt x="3244" y="19564"/>
                    </a:lnTo>
                    <a:lnTo>
                      <a:pt x="3307" y="19647"/>
                    </a:lnTo>
                    <a:lnTo>
                      <a:pt x="3391" y="19668"/>
                    </a:lnTo>
                    <a:lnTo>
                      <a:pt x="3516" y="19564"/>
                    </a:lnTo>
                    <a:lnTo>
                      <a:pt x="3558" y="19480"/>
                    </a:lnTo>
                    <a:lnTo>
                      <a:pt x="3663" y="19354"/>
                    </a:lnTo>
                    <a:lnTo>
                      <a:pt x="3683" y="19250"/>
                    </a:lnTo>
                    <a:lnTo>
                      <a:pt x="3663" y="19062"/>
                    </a:lnTo>
                    <a:lnTo>
                      <a:pt x="3579" y="19041"/>
                    </a:lnTo>
                    <a:lnTo>
                      <a:pt x="3516" y="19082"/>
                    </a:lnTo>
                    <a:lnTo>
                      <a:pt x="3516" y="19082"/>
                    </a:lnTo>
                    <a:lnTo>
                      <a:pt x="3558" y="19020"/>
                    </a:lnTo>
                    <a:lnTo>
                      <a:pt x="3663" y="18915"/>
                    </a:lnTo>
                    <a:lnTo>
                      <a:pt x="3704" y="18769"/>
                    </a:lnTo>
                    <a:lnTo>
                      <a:pt x="3725" y="18643"/>
                    </a:lnTo>
                    <a:lnTo>
                      <a:pt x="3872" y="18518"/>
                    </a:lnTo>
                    <a:lnTo>
                      <a:pt x="3976" y="18518"/>
                    </a:lnTo>
                    <a:lnTo>
                      <a:pt x="4018" y="18392"/>
                    </a:lnTo>
                    <a:lnTo>
                      <a:pt x="4102" y="18287"/>
                    </a:lnTo>
                    <a:lnTo>
                      <a:pt x="4144" y="18246"/>
                    </a:lnTo>
                    <a:lnTo>
                      <a:pt x="4186" y="18141"/>
                    </a:lnTo>
                    <a:lnTo>
                      <a:pt x="4248" y="18099"/>
                    </a:lnTo>
                    <a:lnTo>
                      <a:pt x="4332" y="17994"/>
                    </a:lnTo>
                    <a:lnTo>
                      <a:pt x="4311" y="17932"/>
                    </a:lnTo>
                    <a:lnTo>
                      <a:pt x="4311" y="17869"/>
                    </a:lnTo>
                    <a:lnTo>
                      <a:pt x="4395" y="17806"/>
                    </a:lnTo>
                    <a:lnTo>
                      <a:pt x="4290" y="17702"/>
                    </a:lnTo>
                    <a:lnTo>
                      <a:pt x="4207" y="17702"/>
                    </a:lnTo>
                    <a:lnTo>
                      <a:pt x="4311" y="17597"/>
                    </a:lnTo>
                    <a:lnTo>
                      <a:pt x="4311" y="17492"/>
                    </a:lnTo>
                    <a:lnTo>
                      <a:pt x="4227" y="17367"/>
                    </a:lnTo>
                    <a:lnTo>
                      <a:pt x="4227" y="17423"/>
                    </a:lnTo>
                    <a:lnTo>
                      <a:pt x="4186" y="17409"/>
                    </a:lnTo>
                    <a:lnTo>
                      <a:pt x="4123" y="17429"/>
                    </a:lnTo>
                    <a:lnTo>
                      <a:pt x="4018" y="17429"/>
                    </a:lnTo>
                    <a:lnTo>
                      <a:pt x="3830" y="17471"/>
                    </a:lnTo>
                    <a:lnTo>
                      <a:pt x="3600" y="17262"/>
                    </a:lnTo>
                    <a:lnTo>
                      <a:pt x="3453" y="17137"/>
                    </a:lnTo>
                    <a:lnTo>
                      <a:pt x="3370" y="17095"/>
                    </a:lnTo>
                    <a:lnTo>
                      <a:pt x="3265" y="16990"/>
                    </a:lnTo>
                    <a:lnTo>
                      <a:pt x="3139" y="16781"/>
                    </a:lnTo>
                    <a:lnTo>
                      <a:pt x="3139" y="16655"/>
                    </a:lnTo>
                    <a:lnTo>
                      <a:pt x="3056" y="16551"/>
                    </a:lnTo>
                    <a:lnTo>
                      <a:pt x="3056" y="16467"/>
                    </a:lnTo>
                    <a:lnTo>
                      <a:pt x="3181" y="16362"/>
                    </a:lnTo>
                    <a:lnTo>
                      <a:pt x="3244" y="16258"/>
                    </a:lnTo>
                    <a:lnTo>
                      <a:pt x="3286" y="16132"/>
                    </a:lnTo>
                    <a:lnTo>
                      <a:pt x="3370" y="16111"/>
                    </a:lnTo>
                    <a:lnTo>
                      <a:pt x="3474" y="16007"/>
                    </a:lnTo>
                    <a:lnTo>
                      <a:pt x="3600" y="15986"/>
                    </a:lnTo>
                    <a:lnTo>
                      <a:pt x="3704" y="15881"/>
                    </a:lnTo>
                    <a:lnTo>
                      <a:pt x="3872" y="15839"/>
                    </a:lnTo>
                    <a:lnTo>
                      <a:pt x="3976" y="15881"/>
                    </a:lnTo>
                    <a:lnTo>
                      <a:pt x="4144" y="15839"/>
                    </a:lnTo>
                    <a:lnTo>
                      <a:pt x="4144" y="15797"/>
                    </a:lnTo>
                    <a:lnTo>
                      <a:pt x="4102" y="15735"/>
                    </a:lnTo>
                    <a:lnTo>
                      <a:pt x="3997" y="15693"/>
                    </a:lnTo>
                    <a:lnTo>
                      <a:pt x="4018" y="15630"/>
                    </a:lnTo>
                    <a:lnTo>
                      <a:pt x="4039" y="15567"/>
                    </a:lnTo>
                    <a:lnTo>
                      <a:pt x="4207" y="15463"/>
                    </a:lnTo>
                    <a:lnTo>
                      <a:pt x="4186" y="15421"/>
                    </a:lnTo>
                    <a:lnTo>
                      <a:pt x="4227" y="15358"/>
                    </a:lnTo>
                    <a:lnTo>
                      <a:pt x="4227" y="15295"/>
                    </a:lnTo>
                    <a:lnTo>
                      <a:pt x="4102" y="15128"/>
                    </a:lnTo>
                    <a:lnTo>
                      <a:pt x="4123" y="15065"/>
                    </a:lnTo>
                    <a:lnTo>
                      <a:pt x="4123" y="14981"/>
                    </a:lnTo>
                    <a:lnTo>
                      <a:pt x="4018" y="14940"/>
                    </a:lnTo>
                    <a:lnTo>
                      <a:pt x="3997" y="14772"/>
                    </a:lnTo>
                    <a:lnTo>
                      <a:pt x="4081" y="14668"/>
                    </a:lnTo>
                    <a:lnTo>
                      <a:pt x="4123" y="14563"/>
                    </a:lnTo>
                    <a:lnTo>
                      <a:pt x="4081" y="14521"/>
                    </a:lnTo>
                    <a:lnTo>
                      <a:pt x="4144" y="14437"/>
                    </a:lnTo>
                    <a:lnTo>
                      <a:pt x="4332" y="14354"/>
                    </a:lnTo>
                    <a:lnTo>
                      <a:pt x="4458" y="14249"/>
                    </a:lnTo>
                    <a:lnTo>
                      <a:pt x="4458" y="14207"/>
                    </a:lnTo>
                    <a:lnTo>
                      <a:pt x="4311" y="14144"/>
                    </a:lnTo>
                    <a:lnTo>
                      <a:pt x="4207" y="14144"/>
                    </a:lnTo>
                    <a:lnTo>
                      <a:pt x="4144" y="14061"/>
                    </a:lnTo>
                    <a:lnTo>
                      <a:pt x="4186" y="14019"/>
                    </a:lnTo>
                    <a:lnTo>
                      <a:pt x="4290" y="13935"/>
                    </a:lnTo>
                    <a:lnTo>
                      <a:pt x="4437" y="13893"/>
                    </a:lnTo>
                    <a:lnTo>
                      <a:pt x="4562" y="13956"/>
                    </a:lnTo>
                    <a:lnTo>
                      <a:pt x="4562" y="14040"/>
                    </a:lnTo>
                    <a:lnTo>
                      <a:pt x="4541" y="14082"/>
                    </a:lnTo>
                    <a:lnTo>
                      <a:pt x="4604" y="14186"/>
                    </a:lnTo>
                    <a:lnTo>
                      <a:pt x="4667" y="14228"/>
                    </a:lnTo>
                    <a:lnTo>
                      <a:pt x="4918" y="14082"/>
                    </a:lnTo>
                    <a:lnTo>
                      <a:pt x="4939" y="13998"/>
                    </a:lnTo>
                    <a:lnTo>
                      <a:pt x="4876" y="13852"/>
                    </a:lnTo>
                    <a:lnTo>
                      <a:pt x="4813" y="13747"/>
                    </a:lnTo>
                    <a:lnTo>
                      <a:pt x="4855" y="13726"/>
                    </a:lnTo>
                    <a:lnTo>
                      <a:pt x="4876" y="13621"/>
                    </a:lnTo>
                    <a:lnTo>
                      <a:pt x="4813" y="13496"/>
                    </a:lnTo>
                    <a:lnTo>
                      <a:pt x="4730" y="13496"/>
                    </a:lnTo>
                    <a:lnTo>
                      <a:pt x="4625" y="13559"/>
                    </a:lnTo>
                    <a:lnTo>
                      <a:pt x="4541" y="13559"/>
                    </a:lnTo>
                    <a:lnTo>
                      <a:pt x="4499" y="13621"/>
                    </a:lnTo>
                    <a:lnTo>
                      <a:pt x="4520" y="13642"/>
                    </a:lnTo>
                    <a:lnTo>
                      <a:pt x="4625" y="13684"/>
                    </a:lnTo>
                    <a:lnTo>
                      <a:pt x="4625" y="13726"/>
                    </a:lnTo>
                    <a:lnTo>
                      <a:pt x="4437" y="13789"/>
                    </a:lnTo>
                    <a:lnTo>
                      <a:pt x="4353" y="13747"/>
                    </a:lnTo>
                    <a:lnTo>
                      <a:pt x="4416" y="13705"/>
                    </a:lnTo>
                    <a:lnTo>
                      <a:pt x="4499" y="13684"/>
                    </a:lnTo>
                    <a:lnTo>
                      <a:pt x="4437" y="13642"/>
                    </a:lnTo>
                    <a:lnTo>
                      <a:pt x="4248" y="13642"/>
                    </a:lnTo>
                    <a:lnTo>
                      <a:pt x="4123" y="13580"/>
                    </a:lnTo>
                    <a:lnTo>
                      <a:pt x="4102" y="13475"/>
                    </a:lnTo>
                    <a:lnTo>
                      <a:pt x="4102" y="13203"/>
                    </a:lnTo>
                    <a:lnTo>
                      <a:pt x="4039" y="12994"/>
                    </a:lnTo>
                    <a:lnTo>
                      <a:pt x="3914" y="12889"/>
                    </a:lnTo>
                    <a:lnTo>
                      <a:pt x="3914" y="12680"/>
                    </a:lnTo>
                    <a:lnTo>
                      <a:pt x="4018" y="12575"/>
                    </a:lnTo>
                    <a:lnTo>
                      <a:pt x="4102" y="12575"/>
                    </a:lnTo>
                    <a:lnTo>
                      <a:pt x="4081" y="12659"/>
                    </a:lnTo>
                    <a:lnTo>
                      <a:pt x="4102" y="12680"/>
                    </a:lnTo>
                    <a:lnTo>
                      <a:pt x="4227" y="12680"/>
                    </a:lnTo>
                    <a:lnTo>
                      <a:pt x="4437" y="12764"/>
                    </a:lnTo>
                    <a:lnTo>
                      <a:pt x="4646" y="12910"/>
                    </a:lnTo>
                    <a:lnTo>
                      <a:pt x="4834" y="12973"/>
                    </a:lnTo>
                    <a:lnTo>
                      <a:pt x="5148" y="12973"/>
                    </a:lnTo>
                    <a:lnTo>
                      <a:pt x="5336" y="12847"/>
                    </a:lnTo>
                    <a:lnTo>
                      <a:pt x="5295" y="12805"/>
                    </a:lnTo>
                    <a:lnTo>
                      <a:pt x="5441" y="12701"/>
                    </a:lnTo>
                    <a:lnTo>
                      <a:pt x="5462" y="12596"/>
                    </a:lnTo>
                    <a:lnTo>
                      <a:pt x="5441" y="12533"/>
                    </a:lnTo>
                    <a:lnTo>
                      <a:pt x="5462" y="12471"/>
                    </a:lnTo>
                    <a:lnTo>
                      <a:pt x="5483" y="12366"/>
                    </a:lnTo>
                    <a:lnTo>
                      <a:pt x="5378" y="12345"/>
                    </a:lnTo>
                    <a:lnTo>
                      <a:pt x="5295" y="12220"/>
                    </a:lnTo>
                    <a:lnTo>
                      <a:pt x="5295" y="12115"/>
                    </a:lnTo>
                    <a:lnTo>
                      <a:pt x="5357" y="12031"/>
                    </a:lnTo>
                    <a:lnTo>
                      <a:pt x="5336" y="11968"/>
                    </a:lnTo>
                    <a:lnTo>
                      <a:pt x="5441" y="11864"/>
                    </a:lnTo>
                    <a:lnTo>
                      <a:pt x="5441" y="11843"/>
                    </a:lnTo>
                    <a:lnTo>
                      <a:pt x="5483" y="11843"/>
                    </a:lnTo>
                    <a:lnTo>
                      <a:pt x="5504" y="11759"/>
                    </a:lnTo>
                    <a:lnTo>
                      <a:pt x="5483" y="11655"/>
                    </a:lnTo>
                    <a:lnTo>
                      <a:pt x="5378" y="11655"/>
                    </a:lnTo>
                    <a:lnTo>
                      <a:pt x="5378" y="11613"/>
                    </a:lnTo>
                    <a:lnTo>
                      <a:pt x="5336" y="11529"/>
                    </a:lnTo>
                    <a:lnTo>
                      <a:pt x="5336" y="11320"/>
                    </a:lnTo>
                    <a:lnTo>
                      <a:pt x="5295" y="11236"/>
                    </a:lnTo>
                    <a:lnTo>
                      <a:pt x="5295" y="11131"/>
                    </a:lnTo>
                    <a:lnTo>
                      <a:pt x="5336" y="11111"/>
                    </a:lnTo>
                    <a:lnTo>
                      <a:pt x="5378" y="11194"/>
                    </a:lnTo>
                    <a:lnTo>
                      <a:pt x="5462" y="11194"/>
                    </a:lnTo>
                    <a:lnTo>
                      <a:pt x="5608" y="11236"/>
                    </a:lnTo>
                    <a:lnTo>
                      <a:pt x="5755" y="11320"/>
                    </a:lnTo>
                    <a:lnTo>
                      <a:pt x="5859" y="11320"/>
                    </a:lnTo>
                    <a:lnTo>
                      <a:pt x="6027" y="11299"/>
                    </a:lnTo>
                    <a:lnTo>
                      <a:pt x="6215" y="11320"/>
                    </a:lnTo>
                    <a:lnTo>
                      <a:pt x="6445" y="11320"/>
                    </a:lnTo>
                    <a:lnTo>
                      <a:pt x="6843" y="11215"/>
                    </a:lnTo>
                    <a:lnTo>
                      <a:pt x="7178" y="11069"/>
                    </a:lnTo>
                    <a:lnTo>
                      <a:pt x="7220" y="10985"/>
                    </a:lnTo>
                    <a:lnTo>
                      <a:pt x="7261" y="11027"/>
                    </a:lnTo>
                    <a:lnTo>
                      <a:pt x="7492" y="10964"/>
                    </a:lnTo>
                    <a:lnTo>
                      <a:pt x="7805" y="10776"/>
                    </a:lnTo>
                    <a:lnTo>
                      <a:pt x="7868" y="10671"/>
                    </a:lnTo>
                    <a:lnTo>
                      <a:pt x="7826" y="10546"/>
                    </a:lnTo>
                    <a:lnTo>
                      <a:pt x="7889" y="10357"/>
                    </a:lnTo>
                    <a:lnTo>
                      <a:pt x="7931" y="10336"/>
                    </a:lnTo>
                    <a:lnTo>
                      <a:pt x="7973" y="10378"/>
                    </a:lnTo>
                    <a:lnTo>
                      <a:pt x="8015" y="10336"/>
                    </a:lnTo>
                    <a:lnTo>
                      <a:pt x="8077" y="10148"/>
                    </a:lnTo>
                    <a:lnTo>
                      <a:pt x="8182" y="9960"/>
                    </a:lnTo>
                    <a:lnTo>
                      <a:pt x="8203" y="9855"/>
                    </a:lnTo>
                    <a:lnTo>
                      <a:pt x="8203" y="9625"/>
                    </a:lnTo>
                    <a:lnTo>
                      <a:pt x="8182" y="9520"/>
                    </a:lnTo>
                    <a:lnTo>
                      <a:pt x="8140" y="9520"/>
                    </a:lnTo>
                    <a:lnTo>
                      <a:pt x="8077" y="9604"/>
                    </a:lnTo>
                    <a:lnTo>
                      <a:pt x="7931" y="9604"/>
                    </a:lnTo>
                    <a:lnTo>
                      <a:pt x="7784" y="9499"/>
                    </a:lnTo>
                    <a:lnTo>
                      <a:pt x="7701" y="9332"/>
                    </a:lnTo>
                    <a:lnTo>
                      <a:pt x="7701" y="9248"/>
                    </a:lnTo>
                    <a:lnTo>
                      <a:pt x="7826" y="8976"/>
                    </a:lnTo>
                    <a:lnTo>
                      <a:pt x="7826" y="8872"/>
                    </a:lnTo>
                    <a:lnTo>
                      <a:pt x="7764" y="8788"/>
                    </a:lnTo>
                    <a:lnTo>
                      <a:pt x="7471" y="8558"/>
                    </a:lnTo>
                    <a:lnTo>
                      <a:pt x="7240" y="8453"/>
                    </a:lnTo>
                    <a:lnTo>
                      <a:pt x="6989" y="8265"/>
                    </a:lnTo>
                    <a:lnTo>
                      <a:pt x="6948" y="8160"/>
                    </a:lnTo>
                    <a:lnTo>
                      <a:pt x="6968" y="8139"/>
                    </a:lnTo>
                    <a:lnTo>
                      <a:pt x="6968" y="8035"/>
                    </a:lnTo>
                    <a:lnTo>
                      <a:pt x="6885" y="7951"/>
                    </a:lnTo>
                    <a:lnTo>
                      <a:pt x="6927" y="7888"/>
                    </a:lnTo>
                    <a:lnTo>
                      <a:pt x="6864" y="7679"/>
                    </a:lnTo>
                    <a:lnTo>
                      <a:pt x="6885" y="7449"/>
                    </a:lnTo>
                    <a:lnTo>
                      <a:pt x="6927" y="7240"/>
                    </a:lnTo>
                    <a:lnTo>
                      <a:pt x="7010" y="7156"/>
                    </a:lnTo>
                    <a:lnTo>
                      <a:pt x="7031" y="7093"/>
                    </a:lnTo>
                    <a:lnTo>
                      <a:pt x="6968" y="6905"/>
                    </a:lnTo>
                    <a:lnTo>
                      <a:pt x="6948" y="6633"/>
                    </a:lnTo>
                    <a:lnTo>
                      <a:pt x="7010" y="6591"/>
                    </a:lnTo>
                    <a:lnTo>
                      <a:pt x="6948" y="6403"/>
                    </a:lnTo>
                    <a:lnTo>
                      <a:pt x="7031" y="6277"/>
                    </a:lnTo>
                    <a:lnTo>
                      <a:pt x="7031" y="6173"/>
                    </a:lnTo>
                    <a:lnTo>
                      <a:pt x="7073" y="6089"/>
                    </a:lnTo>
                    <a:lnTo>
                      <a:pt x="7115" y="5838"/>
                    </a:lnTo>
                    <a:lnTo>
                      <a:pt x="7073" y="5733"/>
                    </a:lnTo>
                    <a:lnTo>
                      <a:pt x="7136" y="5650"/>
                    </a:lnTo>
                    <a:lnTo>
                      <a:pt x="7115" y="5461"/>
                    </a:lnTo>
                    <a:lnTo>
                      <a:pt x="7220" y="5336"/>
                    </a:lnTo>
                    <a:lnTo>
                      <a:pt x="7261" y="5210"/>
                    </a:lnTo>
                    <a:lnTo>
                      <a:pt x="7261" y="5168"/>
                    </a:lnTo>
                    <a:lnTo>
                      <a:pt x="7282" y="5126"/>
                    </a:lnTo>
                    <a:lnTo>
                      <a:pt x="7387" y="5043"/>
                    </a:lnTo>
                    <a:lnTo>
                      <a:pt x="7387" y="5001"/>
                    </a:lnTo>
                    <a:lnTo>
                      <a:pt x="7492" y="4833"/>
                    </a:lnTo>
                    <a:lnTo>
                      <a:pt x="7575" y="4750"/>
                    </a:lnTo>
                    <a:lnTo>
                      <a:pt x="7680" y="4541"/>
                    </a:lnTo>
                    <a:lnTo>
                      <a:pt x="7722" y="4478"/>
                    </a:lnTo>
                    <a:lnTo>
                      <a:pt x="7805" y="4436"/>
                    </a:lnTo>
                    <a:lnTo>
                      <a:pt x="7805" y="4310"/>
                    </a:lnTo>
                    <a:lnTo>
                      <a:pt x="7826" y="4227"/>
                    </a:lnTo>
                    <a:lnTo>
                      <a:pt x="8015" y="3997"/>
                    </a:lnTo>
                    <a:lnTo>
                      <a:pt x="8098" y="3997"/>
                    </a:lnTo>
                    <a:lnTo>
                      <a:pt x="8182" y="3976"/>
                    </a:lnTo>
                    <a:lnTo>
                      <a:pt x="8182" y="3850"/>
                    </a:lnTo>
                    <a:lnTo>
                      <a:pt x="8266" y="3808"/>
                    </a:lnTo>
                    <a:lnTo>
                      <a:pt x="8475" y="3641"/>
                    </a:lnTo>
                    <a:lnTo>
                      <a:pt x="8538" y="3599"/>
                    </a:lnTo>
                    <a:lnTo>
                      <a:pt x="8600" y="3536"/>
                    </a:lnTo>
                    <a:lnTo>
                      <a:pt x="8831" y="3369"/>
                    </a:lnTo>
                    <a:lnTo>
                      <a:pt x="8852" y="3390"/>
                    </a:lnTo>
                    <a:lnTo>
                      <a:pt x="8935" y="3327"/>
                    </a:lnTo>
                    <a:lnTo>
                      <a:pt x="8956" y="3264"/>
                    </a:lnTo>
                    <a:lnTo>
                      <a:pt x="9103" y="3181"/>
                    </a:lnTo>
                    <a:lnTo>
                      <a:pt x="9207" y="3181"/>
                    </a:lnTo>
                    <a:lnTo>
                      <a:pt x="9228" y="3118"/>
                    </a:lnTo>
                    <a:lnTo>
                      <a:pt x="9207" y="2909"/>
                    </a:lnTo>
                    <a:lnTo>
                      <a:pt x="9165" y="2657"/>
                    </a:lnTo>
                    <a:lnTo>
                      <a:pt x="9165" y="2490"/>
                    </a:lnTo>
                    <a:lnTo>
                      <a:pt x="9061" y="2239"/>
                    </a:lnTo>
                    <a:lnTo>
                      <a:pt x="9061" y="2134"/>
                    </a:lnTo>
                    <a:lnTo>
                      <a:pt x="8810" y="2113"/>
                    </a:lnTo>
                    <a:lnTo>
                      <a:pt x="8705" y="2197"/>
                    </a:lnTo>
                    <a:lnTo>
                      <a:pt x="8684" y="2218"/>
                    </a:lnTo>
                    <a:lnTo>
                      <a:pt x="8684" y="2385"/>
                    </a:lnTo>
                    <a:lnTo>
                      <a:pt x="8705" y="2427"/>
                    </a:lnTo>
                    <a:lnTo>
                      <a:pt x="8705" y="2637"/>
                    </a:lnTo>
                    <a:lnTo>
                      <a:pt x="8600" y="2720"/>
                    </a:lnTo>
                    <a:lnTo>
                      <a:pt x="8517" y="2846"/>
                    </a:lnTo>
                    <a:lnTo>
                      <a:pt x="8496" y="2971"/>
                    </a:lnTo>
                    <a:lnTo>
                      <a:pt x="8224" y="3160"/>
                    </a:lnTo>
                    <a:lnTo>
                      <a:pt x="8182" y="3327"/>
                    </a:lnTo>
                    <a:lnTo>
                      <a:pt x="8077" y="3453"/>
                    </a:lnTo>
                    <a:lnTo>
                      <a:pt x="7952" y="3432"/>
                    </a:lnTo>
                    <a:lnTo>
                      <a:pt x="7889" y="3453"/>
                    </a:lnTo>
                    <a:lnTo>
                      <a:pt x="7784" y="3599"/>
                    </a:lnTo>
                    <a:lnTo>
                      <a:pt x="7743" y="3557"/>
                    </a:lnTo>
                    <a:lnTo>
                      <a:pt x="7659" y="3557"/>
                    </a:lnTo>
                    <a:lnTo>
                      <a:pt x="7533" y="3599"/>
                    </a:lnTo>
                    <a:lnTo>
                      <a:pt x="7282" y="3453"/>
                    </a:lnTo>
                    <a:lnTo>
                      <a:pt x="6948" y="3348"/>
                    </a:lnTo>
                    <a:lnTo>
                      <a:pt x="6529" y="3390"/>
                    </a:lnTo>
                    <a:lnTo>
                      <a:pt x="6424" y="3390"/>
                    </a:lnTo>
                    <a:lnTo>
                      <a:pt x="6445" y="3264"/>
                    </a:lnTo>
                    <a:lnTo>
                      <a:pt x="6634" y="3076"/>
                    </a:lnTo>
                    <a:lnTo>
                      <a:pt x="6717" y="2846"/>
                    </a:lnTo>
                    <a:lnTo>
                      <a:pt x="6696" y="2720"/>
                    </a:lnTo>
                    <a:lnTo>
                      <a:pt x="6738" y="2616"/>
                    </a:lnTo>
                    <a:lnTo>
                      <a:pt x="6843" y="2532"/>
                    </a:lnTo>
                    <a:lnTo>
                      <a:pt x="6927" y="2406"/>
                    </a:lnTo>
                    <a:lnTo>
                      <a:pt x="6948" y="2281"/>
                    </a:lnTo>
                    <a:lnTo>
                      <a:pt x="6864" y="2134"/>
                    </a:lnTo>
                    <a:lnTo>
                      <a:pt x="6696" y="2009"/>
                    </a:lnTo>
                    <a:lnTo>
                      <a:pt x="6550" y="1862"/>
                    </a:lnTo>
                    <a:lnTo>
                      <a:pt x="6215" y="1800"/>
                    </a:lnTo>
                    <a:lnTo>
                      <a:pt x="5964" y="1674"/>
                    </a:lnTo>
                    <a:lnTo>
                      <a:pt x="5692" y="1465"/>
                    </a:lnTo>
                    <a:lnTo>
                      <a:pt x="5587" y="1444"/>
                    </a:lnTo>
                    <a:lnTo>
                      <a:pt x="5357" y="1339"/>
                    </a:lnTo>
                    <a:lnTo>
                      <a:pt x="5023" y="1256"/>
                    </a:lnTo>
                    <a:lnTo>
                      <a:pt x="4939" y="1088"/>
                    </a:lnTo>
                    <a:lnTo>
                      <a:pt x="4813" y="963"/>
                    </a:lnTo>
                    <a:lnTo>
                      <a:pt x="4667" y="942"/>
                    </a:lnTo>
                    <a:lnTo>
                      <a:pt x="4311" y="565"/>
                    </a:lnTo>
                    <a:lnTo>
                      <a:pt x="4186" y="314"/>
                    </a:lnTo>
                    <a:lnTo>
                      <a:pt x="4081" y="293"/>
                    </a:lnTo>
                    <a:lnTo>
                      <a:pt x="3935" y="147"/>
                    </a:lnTo>
                    <a:lnTo>
                      <a:pt x="3914" y="126"/>
                    </a:lnTo>
                    <a:lnTo>
                      <a:pt x="3809" y="21"/>
                    </a:lnTo>
                    <a:lnTo>
                      <a:pt x="3181" y="21"/>
                    </a:lnTo>
                    <a:lnTo>
                      <a:pt x="3077" y="147"/>
                    </a:lnTo>
                    <a:lnTo>
                      <a:pt x="3077" y="251"/>
                    </a:lnTo>
                    <a:lnTo>
                      <a:pt x="2993" y="356"/>
                    </a:lnTo>
                    <a:lnTo>
                      <a:pt x="2993" y="460"/>
                    </a:lnTo>
                    <a:lnTo>
                      <a:pt x="2951" y="544"/>
                    </a:lnTo>
                    <a:lnTo>
                      <a:pt x="2888" y="460"/>
                    </a:lnTo>
                    <a:lnTo>
                      <a:pt x="2826" y="230"/>
                    </a:lnTo>
                    <a:lnTo>
                      <a:pt x="2784" y="84"/>
                    </a:lnTo>
                    <a:lnTo>
                      <a:pt x="2679" y="42"/>
                    </a:lnTo>
                    <a:lnTo>
                      <a:pt x="2470" y="105"/>
                    </a:lnTo>
                    <a:lnTo>
                      <a:pt x="2344" y="84"/>
                    </a:lnTo>
                    <a:lnTo>
                      <a:pt x="2240" y="105"/>
                    </a:lnTo>
                    <a:lnTo>
                      <a:pt x="2093" y="126"/>
                    </a:lnTo>
                    <a:lnTo>
                      <a:pt x="1947" y="0"/>
                    </a:lnTo>
                    <a:close/>
                  </a:path>
                </a:pathLst>
              </a:custGeom>
              <a:solidFill>
                <a:srgbClr val="5F7D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41" name="Google Shape;5941;p36"/>
              <p:cNvSpPr/>
              <p:nvPr/>
            </p:nvSpPr>
            <p:spPr>
              <a:xfrm>
                <a:off x="2804875" y="4134625"/>
                <a:ext cx="51800" cy="36100"/>
              </a:xfrm>
              <a:custGeom>
                <a:rect b="b" l="l" r="r" t="t"/>
                <a:pathLst>
                  <a:path extrusionOk="0" h="1444" w="2072">
                    <a:moveTo>
                      <a:pt x="0" y="0"/>
                    </a:moveTo>
                    <a:lnTo>
                      <a:pt x="272" y="1067"/>
                    </a:lnTo>
                    <a:lnTo>
                      <a:pt x="314" y="1067"/>
                    </a:lnTo>
                    <a:lnTo>
                      <a:pt x="502" y="1046"/>
                    </a:lnTo>
                    <a:lnTo>
                      <a:pt x="670" y="1046"/>
                    </a:lnTo>
                    <a:lnTo>
                      <a:pt x="816" y="1004"/>
                    </a:lnTo>
                    <a:lnTo>
                      <a:pt x="816" y="1046"/>
                    </a:lnTo>
                    <a:lnTo>
                      <a:pt x="712" y="1067"/>
                    </a:lnTo>
                    <a:lnTo>
                      <a:pt x="565" y="1130"/>
                    </a:lnTo>
                    <a:lnTo>
                      <a:pt x="293" y="1130"/>
                    </a:lnTo>
                    <a:lnTo>
                      <a:pt x="356" y="1360"/>
                    </a:lnTo>
                    <a:lnTo>
                      <a:pt x="398" y="1360"/>
                    </a:lnTo>
                    <a:lnTo>
                      <a:pt x="607" y="1276"/>
                    </a:lnTo>
                    <a:lnTo>
                      <a:pt x="837" y="1297"/>
                    </a:lnTo>
                    <a:lnTo>
                      <a:pt x="1005" y="1276"/>
                    </a:lnTo>
                    <a:lnTo>
                      <a:pt x="1235" y="1297"/>
                    </a:lnTo>
                    <a:lnTo>
                      <a:pt x="1360" y="1381"/>
                    </a:lnTo>
                    <a:lnTo>
                      <a:pt x="1507" y="1444"/>
                    </a:lnTo>
                    <a:lnTo>
                      <a:pt x="1632" y="1402"/>
                    </a:lnTo>
                    <a:lnTo>
                      <a:pt x="1737" y="1297"/>
                    </a:lnTo>
                    <a:lnTo>
                      <a:pt x="1758" y="1193"/>
                    </a:lnTo>
                    <a:lnTo>
                      <a:pt x="1883" y="1151"/>
                    </a:lnTo>
                    <a:lnTo>
                      <a:pt x="1946" y="1193"/>
                    </a:lnTo>
                    <a:lnTo>
                      <a:pt x="2072" y="1130"/>
                    </a:lnTo>
                    <a:lnTo>
                      <a:pt x="2072" y="1004"/>
                    </a:lnTo>
                    <a:lnTo>
                      <a:pt x="1967" y="983"/>
                    </a:lnTo>
                    <a:lnTo>
                      <a:pt x="1758" y="1046"/>
                    </a:lnTo>
                    <a:lnTo>
                      <a:pt x="1632" y="1004"/>
                    </a:lnTo>
                    <a:lnTo>
                      <a:pt x="1507" y="879"/>
                    </a:lnTo>
                    <a:lnTo>
                      <a:pt x="1318" y="837"/>
                    </a:lnTo>
                    <a:lnTo>
                      <a:pt x="1256" y="774"/>
                    </a:lnTo>
                    <a:lnTo>
                      <a:pt x="816" y="628"/>
                    </a:lnTo>
                    <a:lnTo>
                      <a:pt x="691" y="607"/>
                    </a:lnTo>
                    <a:lnTo>
                      <a:pt x="691" y="460"/>
                    </a:lnTo>
                    <a:lnTo>
                      <a:pt x="565" y="335"/>
                    </a:lnTo>
                    <a:lnTo>
                      <a:pt x="398" y="314"/>
                    </a:lnTo>
                    <a:lnTo>
                      <a:pt x="314" y="126"/>
                    </a:lnTo>
                    <a:lnTo>
                      <a:pt x="272" y="21"/>
                    </a:lnTo>
                    <a:lnTo>
                      <a:pt x="105" y="42"/>
                    </a:lnTo>
                    <a:lnTo>
                      <a:pt x="0" y="0"/>
                    </a:lnTo>
                    <a:close/>
                  </a:path>
                </a:pathLst>
              </a:custGeom>
              <a:solidFill>
                <a:srgbClr val="5F7D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5942" name="Google Shape;5942;p36"/>
            <p:cNvSpPr/>
            <p:nvPr/>
          </p:nvSpPr>
          <p:spPr>
            <a:xfrm>
              <a:off x="4563295" y="2964728"/>
              <a:ext cx="12467" cy="27863"/>
            </a:xfrm>
            <a:custGeom>
              <a:rect b="b" l="l" r="r" t="t"/>
              <a:pathLst>
                <a:path extrusionOk="0" h="2450" w="1047">
                  <a:moveTo>
                    <a:pt x="691" y="1"/>
                  </a:moveTo>
                  <a:lnTo>
                    <a:pt x="628" y="43"/>
                  </a:lnTo>
                  <a:lnTo>
                    <a:pt x="628" y="127"/>
                  </a:lnTo>
                  <a:lnTo>
                    <a:pt x="524" y="147"/>
                  </a:lnTo>
                  <a:lnTo>
                    <a:pt x="398" y="315"/>
                  </a:lnTo>
                  <a:lnTo>
                    <a:pt x="294" y="482"/>
                  </a:lnTo>
                  <a:lnTo>
                    <a:pt x="315" y="545"/>
                  </a:lnTo>
                  <a:lnTo>
                    <a:pt x="294" y="629"/>
                  </a:lnTo>
                  <a:lnTo>
                    <a:pt x="231" y="671"/>
                  </a:lnTo>
                  <a:lnTo>
                    <a:pt x="105" y="880"/>
                  </a:lnTo>
                  <a:lnTo>
                    <a:pt x="63" y="1110"/>
                  </a:lnTo>
                  <a:lnTo>
                    <a:pt x="1" y="1152"/>
                  </a:lnTo>
                  <a:lnTo>
                    <a:pt x="63" y="1194"/>
                  </a:lnTo>
                  <a:lnTo>
                    <a:pt x="63" y="1424"/>
                  </a:lnTo>
                  <a:lnTo>
                    <a:pt x="84" y="1675"/>
                  </a:lnTo>
                  <a:lnTo>
                    <a:pt x="126" y="1696"/>
                  </a:lnTo>
                  <a:lnTo>
                    <a:pt x="168" y="1780"/>
                  </a:lnTo>
                  <a:lnTo>
                    <a:pt x="126" y="1780"/>
                  </a:lnTo>
                  <a:lnTo>
                    <a:pt x="105" y="1842"/>
                  </a:lnTo>
                  <a:lnTo>
                    <a:pt x="189" y="1947"/>
                  </a:lnTo>
                  <a:lnTo>
                    <a:pt x="231" y="1947"/>
                  </a:lnTo>
                  <a:lnTo>
                    <a:pt x="273" y="2031"/>
                  </a:lnTo>
                  <a:lnTo>
                    <a:pt x="419" y="2093"/>
                  </a:lnTo>
                  <a:lnTo>
                    <a:pt x="503" y="2219"/>
                  </a:lnTo>
                  <a:lnTo>
                    <a:pt x="503" y="2344"/>
                  </a:lnTo>
                  <a:lnTo>
                    <a:pt x="503" y="2449"/>
                  </a:lnTo>
                  <a:lnTo>
                    <a:pt x="587" y="2407"/>
                  </a:lnTo>
                  <a:lnTo>
                    <a:pt x="691" y="2449"/>
                  </a:lnTo>
                  <a:lnTo>
                    <a:pt x="691" y="2449"/>
                  </a:lnTo>
                  <a:lnTo>
                    <a:pt x="649" y="2324"/>
                  </a:lnTo>
                  <a:lnTo>
                    <a:pt x="691" y="2198"/>
                  </a:lnTo>
                  <a:lnTo>
                    <a:pt x="628" y="2010"/>
                  </a:lnTo>
                  <a:lnTo>
                    <a:pt x="712" y="1884"/>
                  </a:lnTo>
                  <a:lnTo>
                    <a:pt x="859" y="1675"/>
                  </a:lnTo>
                  <a:lnTo>
                    <a:pt x="859" y="1528"/>
                  </a:lnTo>
                  <a:lnTo>
                    <a:pt x="880" y="1487"/>
                  </a:lnTo>
                  <a:lnTo>
                    <a:pt x="838" y="1466"/>
                  </a:lnTo>
                  <a:lnTo>
                    <a:pt x="880" y="1256"/>
                  </a:lnTo>
                  <a:lnTo>
                    <a:pt x="880" y="1089"/>
                  </a:lnTo>
                  <a:lnTo>
                    <a:pt x="859" y="943"/>
                  </a:lnTo>
                  <a:lnTo>
                    <a:pt x="942" y="796"/>
                  </a:lnTo>
                  <a:lnTo>
                    <a:pt x="963" y="524"/>
                  </a:lnTo>
                  <a:lnTo>
                    <a:pt x="1005" y="357"/>
                  </a:lnTo>
                  <a:lnTo>
                    <a:pt x="1047" y="336"/>
                  </a:lnTo>
                  <a:lnTo>
                    <a:pt x="1026" y="252"/>
                  </a:lnTo>
                  <a:lnTo>
                    <a:pt x="921" y="168"/>
                  </a:lnTo>
                  <a:lnTo>
                    <a:pt x="880" y="168"/>
                  </a:lnTo>
                  <a:lnTo>
                    <a:pt x="817" y="43"/>
                  </a:lnTo>
                  <a:lnTo>
                    <a:pt x="691" y="1"/>
                  </a:lnTo>
                  <a:close/>
                </a:path>
              </a:pathLst>
            </a:custGeom>
            <a:solidFill>
              <a:srgbClr val="5F7D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nvGrpSpPr>
            <p:cNvPr id="5943" name="Google Shape;5943;p36"/>
            <p:cNvGrpSpPr/>
            <p:nvPr/>
          </p:nvGrpSpPr>
          <p:grpSpPr>
            <a:xfrm>
              <a:off x="3790439" y="2408636"/>
              <a:ext cx="73017" cy="75684"/>
              <a:chOff x="3781475" y="1624825"/>
              <a:chExt cx="153300" cy="166375"/>
            </a:xfrm>
          </p:grpSpPr>
          <p:sp>
            <p:nvSpPr>
              <p:cNvPr id="5944" name="Google Shape;5944;p36"/>
              <p:cNvSpPr/>
              <p:nvPr/>
            </p:nvSpPr>
            <p:spPr>
              <a:xfrm>
                <a:off x="3845300" y="1624825"/>
                <a:ext cx="89475" cy="60700"/>
              </a:xfrm>
              <a:custGeom>
                <a:rect b="b" l="l" r="r" t="t"/>
                <a:pathLst>
                  <a:path extrusionOk="0" h="2428" w="3579">
                    <a:moveTo>
                      <a:pt x="1695" y="1"/>
                    </a:moveTo>
                    <a:lnTo>
                      <a:pt x="1674" y="84"/>
                    </a:lnTo>
                    <a:lnTo>
                      <a:pt x="1716" y="168"/>
                    </a:lnTo>
                    <a:lnTo>
                      <a:pt x="1758" y="252"/>
                    </a:lnTo>
                    <a:lnTo>
                      <a:pt x="1674" y="210"/>
                    </a:lnTo>
                    <a:lnTo>
                      <a:pt x="1611" y="168"/>
                    </a:lnTo>
                    <a:lnTo>
                      <a:pt x="1570" y="189"/>
                    </a:lnTo>
                    <a:lnTo>
                      <a:pt x="1570" y="293"/>
                    </a:lnTo>
                    <a:lnTo>
                      <a:pt x="1653" y="377"/>
                    </a:lnTo>
                    <a:lnTo>
                      <a:pt x="1653" y="482"/>
                    </a:lnTo>
                    <a:lnTo>
                      <a:pt x="1611" y="586"/>
                    </a:lnTo>
                    <a:lnTo>
                      <a:pt x="1611" y="712"/>
                    </a:lnTo>
                    <a:lnTo>
                      <a:pt x="1674" y="879"/>
                    </a:lnTo>
                    <a:lnTo>
                      <a:pt x="1653" y="984"/>
                    </a:lnTo>
                    <a:lnTo>
                      <a:pt x="1591" y="984"/>
                    </a:lnTo>
                    <a:lnTo>
                      <a:pt x="1570" y="879"/>
                    </a:lnTo>
                    <a:lnTo>
                      <a:pt x="1465" y="796"/>
                    </a:lnTo>
                    <a:lnTo>
                      <a:pt x="1360" y="733"/>
                    </a:lnTo>
                    <a:lnTo>
                      <a:pt x="1339" y="670"/>
                    </a:lnTo>
                    <a:lnTo>
                      <a:pt x="1381" y="586"/>
                    </a:lnTo>
                    <a:lnTo>
                      <a:pt x="1381" y="524"/>
                    </a:lnTo>
                    <a:lnTo>
                      <a:pt x="1298" y="503"/>
                    </a:lnTo>
                    <a:lnTo>
                      <a:pt x="1193" y="565"/>
                    </a:lnTo>
                    <a:lnTo>
                      <a:pt x="1151" y="565"/>
                    </a:lnTo>
                    <a:lnTo>
                      <a:pt x="1130" y="607"/>
                    </a:lnTo>
                    <a:lnTo>
                      <a:pt x="1026" y="670"/>
                    </a:lnTo>
                    <a:lnTo>
                      <a:pt x="942" y="628"/>
                    </a:lnTo>
                    <a:lnTo>
                      <a:pt x="942" y="586"/>
                    </a:lnTo>
                    <a:lnTo>
                      <a:pt x="942" y="524"/>
                    </a:lnTo>
                    <a:lnTo>
                      <a:pt x="879" y="524"/>
                    </a:lnTo>
                    <a:lnTo>
                      <a:pt x="816" y="461"/>
                    </a:lnTo>
                    <a:lnTo>
                      <a:pt x="775" y="356"/>
                    </a:lnTo>
                    <a:lnTo>
                      <a:pt x="712" y="314"/>
                    </a:lnTo>
                    <a:lnTo>
                      <a:pt x="649" y="356"/>
                    </a:lnTo>
                    <a:lnTo>
                      <a:pt x="565" y="273"/>
                    </a:lnTo>
                    <a:lnTo>
                      <a:pt x="607" y="189"/>
                    </a:lnTo>
                    <a:lnTo>
                      <a:pt x="565" y="84"/>
                    </a:lnTo>
                    <a:lnTo>
                      <a:pt x="523" y="63"/>
                    </a:lnTo>
                    <a:lnTo>
                      <a:pt x="461" y="147"/>
                    </a:lnTo>
                    <a:lnTo>
                      <a:pt x="440" y="293"/>
                    </a:lnTo>
                    <a:lnTo>
                      <a:pt x="461" y="419"/>
                    </a:lnTo>
                    <a:lnTo>
                      <a:pt x="544" y="565"/>
                    </a:lnTo>
                    <a:lnTo>
                      <a:pt x="565" y="712"/>
                    </a:lnTo>
                    <a:lnTo>
                      <a:pt x="523" y="733"/>
                    </a:lnTo>
                    <a:lnTo>
                      <a:pt x="440" y="649"/>
                    </a:lnTo>
                    <a:lnTo>
                      <a:pt x="419" y="545"/>
                    </a:lnTo>
                    <a:lnTo>
                      <a:pt x="398" y="524"/>
                    </a:lnTo>
                    <a:lnTo>
                      <a:pt x="398" y="628"/>
                    </a:lnTo>
                    <a:lnTo>
                      <a:pt x="419" y="754"/>
                    </a:lnTo>
                    <a:lnTo>
                      <a:pt x="461" y="837"/>
                    </a:lnTo>
                    <a:lnTo>
                      <a:pt x="461" y="921"/>
                    </a:lnTo>
                    <a:lnTo>
                      <a:pt x="440" y="1005"/>
                    </a:lnTo>
                    <a:lnTo>
                      <a:pt x="419" y="984"/>
                    </a:lnTo>
                    <a:lnTo>
                      <a:pt x="356" y="837"/>
                    </a:lnTo>
                    <a:lnTo>
                      <a:pt x="314" y="796"/>
                    </a:lnTo>
                    <a:lnTo>
                      <a:pt x="105" y="817"/>
                    </a:lnTo>
                    <a:lnTo>
                      <a:pt x="21" y="775"/>
                    </a:lnTo>
                    <a:lnTo>
                      <a:pt x="0" y="775"/>
                    </a:lnTo>
                    <a:lnTo>
                      <a:pt x="63" y="879"/>
                    </a:lnTo>
                    <a:lnTo>
                      <a:pt x="126" y="879"/>
                    </a:lnTo>
                    <a:lnTo>
                      <a:pt x="189" y="921"/>
                    </a:lnTo>
                    <a:lnTo>
                      <a:pt x="168" y="984"/>
                    </a:lnTo>
                    <a:lnTo>
                      <a:pt x="189" y="1026"/>
                    </a:lnTo>
                    <a:lnTo>
                      <a:pt x="293" y="1026"/>
                    </a:lnTo>
                    <a:lnTo>
                      <a:pt x="314" y="1068"/>
                    </a:lnTo>
                    <a:lnTo>
                      <a:pt x="168" y="1172"/>
                    </a:lnTo>
                    <a:lnTo>
                      <a:pt x="168" y="1235"/>
                    </a:lnTo>
                    <a:lnTo>
                      <a:pt x="293" y="1423"/>
                    </a:lnTo>
                    <a:lnTo>
                      <a:pt x="377" y="1444"/>
                    </a:lnTo>
                    <a:lnTo>
                      <a:pt x="461" y="1486"/>
                    </a:lnTo>
                    <a:lnTo>
                      <a:pt x="607" y="1486"/>
                    </a:lnTo>
                    <a:lnTo>
                      <a:pt x="691" y="1465"/>
                    </a:lnTo>
                    <a:lnTo>
                      <a:pt x="754" y="1528"/>
                    </a:lnTo>
                    <a:lnTo>
                      <a:pt x="816" y="1528"/>
                    </a:lnTo>
                    <a:lnTo>
                      <a:pt x="942" y="1444"/>
                    </a:lnTo>
                    <a:lnTo>
                      <a:pt x="1026" y="1423"/>
                    </a:lnTo>
                    <a:lnTo>
                      <a:pt x="1235" y="1381"/>
                    </a:lnTo>
                    <a:lnTo>
                      <a:pt x="1381" y="1381"/>
                    </a:lnTo>
                    <a:lnTo>
                      <a:pt x="1465" y="1340"/>
                    </a:lnTo>
                    <a:lnTo>
                      <a:pt x="1528" y="1340"/>
                    </a:lnTo>
                    <a:lnTo>
                      <a:pt x="1570" y="1361"/>
                    </a:lnTo>
                    <a:lnTo>
                      <a:pt x="1570" y="1423"/>
                    </a:lnTo>
                    <a:lnTo>
                      <a:pt x="1549" y="1465"/>
                    </a:lnTo>
                    <a:lnTo>
                      <a:pt x="1507" y="1549"/>
                    </a:lnTo>
                    <a:lnTo>
                      <a:pt x="1465" y="1570"/>
                    </a:lnTo>
                    <a:lnTo>
                      <a:pt x="1339" y="1549"/>
                    </a:lnTo>
                    <a:lnTo>
                      <a:pt x="1214" y="1549"/>
                    </a:lnTo>
                    <a:lnTo>
                      <a:pt x="1109" y="1528"/>
                    </a:lnTo>
                    <a:lnTo>
                      <a:pt x="1067" y="1570"/>
                    </a:lnTo>
                    <a:lnTo>
                      <a:pt x="1130" y="1591"/>
                    </a:lnTo>
                    <a:lnTo>
                      <a:pt x="1298" y="1653"/>
                    </a:lnTo>
                    <a:lnTo>
                      <a:pt x="1360" y="1695"/>
                    </a:lnTo>
                    <a:lnTo>
                      <a:pt x="1360" y="1758"/>
                    </a:lnTo>
                    <a:lnTo>
                      <a:pt x="1298" y="1758"/>
                    </a:lnTo>
                    <a:lnTo>
                      <a:pt x="1172" y="1695"/>
                    </a:lnTo>
                    <a:lnTo>
                      <a:pt x="1151" y="1758"/>
                    </a:lnTo>
                    <a:lnTo>
                      <a:pt x="1088" y="1758"/>
                    </a:lnTo>
                    <a:lnTo>
                      <a:pt x="984" y="1674"/>
                    </a:lnTo>
                    <a:lnTo>
                      <a:pt x="900" y="1653"/>
                    </a:lnTo>
                    <a:lnTo>
                      <a:pt x="754" y="1695"/>
                    </a:lnTo>
                    <a:lnTo>
                      <a:pt x="754" y="1758"/>
                    </a:lnTo>
                    <a:lnTo>
                      <a:pt x="837" y="1779"/>
                    </a:lnTo>
                    <a:lnTo>
                      <a:pt x="1047" y="1967"/>
                    </a:lnTo>
                    <a:lnTo>
                      <a:pt x="1130" y="1988"/>
                    </a:lnTo>
                    <a:lnTo>
                      <a:pt x="1235" y="1946"/>
                    </a:lnTo>
                    <a:lnTo>
                      <a:pt x="1277" y="1967"/>
                    </a:lnTo>
                    <a:lnTo>
                      <a:pt x="1339" y="2072"/>
                    </a:lnTo>
                    <a:lnTo>
                      <a:pt x="1339" y="2156"/>
                    </a:lnTo>
                    <a:lnTo>
                      <a:pt x="1423" y="2177"/>
                    </a:lnTo>
                    <a:lnTo>
                      <a:pt x="1507" y="2156"/>
                    </a:lnTo>
                    <a:lnTo>
                      <a:pt x="1674" y="2156"/>
                    </a:lnTo>
                    <a:lnTo>
                      <a:pt x="1842" y="2093"/>
                    </a:lnTo>
                    <a:lnTo>
                      <a:pt x="1946" y="2093"/>
                    </a:lnTo>
                    <a:lnTo>
                      <a:pt x="2093" y="2072"/>
                    </a:lnTo>
                    <a:lnTo>
                      <a:pt x="2093" y="2114"/>
                    </a:lnTo>
                    <a:lnTo>
                      <a:pt x="2072" y="2218"/>
                    </a:lnTo>
                    <a:lnTo>
                      <a:pt x="2093" y="2323"/>
                    </a:lnTo>
                    <a:lnTo>
                      <a:pt x="2218" y="2407"/>
                    </a:lnTo>
                    <a:lnTo>
                      <a:pt x="2365" y="2428"/>
                    </a:lnTo>
                    <a:lnTo>
                      <a:pt x="2532" y="2386"/>
                    </a:lnTo>
                    <a:lnTo>
                      <a:pt x="2574" y="2323"/>
                    </a:lnTo>
                    <a:lnTo>
                      <a:pt x="2532" y="2281"/>
                    </a:lnTo>
                    <a:lnTo>
                      <a:pt x="2532" y="2218"/>
                    </a:lnTo>
                    <a:lnTo>
                      <a:pt x="2595" y="2156"/>
                    </a:lnTo>
                    <a:lnTo>
                      <a:pt x="2699" y="2051"/>
                    </a:lnTo>
                    <a:lnTo>
                      <a:pt x="2783" y="2009"/>
                    </a:lnTo>
                    <a:lnTo>
                      <a:pt x="2846" y="2072"/>
                    </a:lnTo>
                    <a:lnTo>
                      <a:pt x="2930" y="2114"/>
                    </a:lnTo>
                    <a:lnTo>
                      <a:pt x="3034" y="2114"/>
                    </a:lnTo>
                    <a:lnTo>
                      <a:pt x="3160" y="2051"/>
                    </a:lnTo>
                    <a:lnTo>
                      <a:pt x="3202" y="1988"/>
                    </a:lnTo>
                    <a:lnTo>
                      <a:pt x="3160" y="1842"/>
                    </a:lnTo>
                    <a:lnTo>
                      <a:pt x="3139" y="1758"/>
                    </a:lnTo>
                    <a:lnTo>
                      <a:pt x="3181" y="1674"/>
                    </a:lnTo>
                    <a:lnTo>
                      <a:pt x="3264" y="1591"/>
                    </a:lnTo>
                    <a:lnTo>
                      <a:pt x="3348" y="1423"/>
                    </a:lnTo>
                    <a:lnTo>
                      <a:pt x="3432" y="1319"/>
                    </a:lnTo>
                    <a:lnTo>
                      <a:pt x="3557" y="1172"/>
                    </a:lnTo>
                    <a:lnTo>
                      <a:pt x="3578" y="1068"/>
                    </a:lnTo>
                    <a:lnTo>
                      <a:pt x="3578" y="1005"/>
                    </a:lnTo>
                    <a:lnTo>
                      <a:pt x="3557" y="900"/>
                    </a:lnTo>
                    <a:lnTo>
                      <a:pt x="3536" y="817"/>
                    </a:lnTo>
                    <a:lnTo>
                      <a:pt x="3557" y="754"/>
                    </a:lnTo>
                    <a:lnTo>
                      <a:pt x="3557" y="712"/>
                    </a:lnTo>
                    <a:lnTo>
                      <a:pt x="3516" y="691"/>
                    </a:lnTo>
                    <a:lnTo>
                      <a:pt x="3348" y="691"/>
                    </a:lnTo>
                    <a:lnTo>
                      <a:pt x="3264" y="607"/>
                    </a:lnTo>
                    <a:lnTo>
                      <a:pt x="3223" y="607"/>
                    </a:lnTo>
                    <a:lnTo>
                      <a:pt x="3034" y="628"/>
                    </a:lnTo>
                    <a:lnTo>
                      <a:pt x="2930" y="607"/>
                    </a:lnTo>
                    <a:lnTo>
                      <a:pt x="2846" y="545"/>
                    </a:lnTo>
                    <a:lnTo>
                      <a:pt x="2741" y="545"/>
                    </a:lnTo>
                    <a:lnTo>
                      <a:pt x="2679" y="503"/>
                    </a:lnTo>
                    <a:lnTo>
                      <a:pt x="2679" y="440"/>
                    </a:lnTo>
                    <a:lnTo>
                      <a:pt x="2637" y="419"/>
                    </a:lnTo>
                    <a:lnTo>
                      <a:pt x="2532" y="482"/>
                    </a:lnTo>
                    <a:lnTo>
                      <a:pt x="2532" y="419"/>
                    </a:lnTo>
                    <a:lnTo>
                      <a:pt x="2532" y="335"/>
                    </a:lnTo>
                    <a:lnTo>
                      <a:pt x="2532" y="293"/>
                    </a:lnTo>
                    <a:lnTo>
                      <a:pt x="2490" y="335"/>
                    </a:lnTo>
                    <a:lnTo>
                      <a:pt x="2469" y="440"/>
                    </a:lnTo>
                    <a:lnTo>
                      <a:pt x="2407" y="482"/>
                    </a:lnTo>
                    <a:lnTo>
                      <a:pt x="2386" y="335"/>
                    </a:lnTo>
                    <a:lnTo>
                      <a:pt x="2344" y="335"/>
                    </a:lnTo>
                    <a:lnTo>
                      <a:pt x="2302" y="398"/>
                    </a:lnTo>
                    <a:lnTo>
                      <a:pt x="2323" y="440"/>
                    </a:lnTo>
                    <a:lnTo>
                      <a:pt x="2302" y="503"/>
                    </a:lnTo>
                    <a:lnTo>
                      <a:pt x="2093" y="503"/>
                    </a:lnTo>
                    <a:lnTo>
                      <a:pt x="2093" y="607"/>
                    </a:lnTo>
                    <a:lnTo>
                      <a:pt x="2072" y="691"/>
                    </a:lnTo>
                    <a:lnTo>
                      <a:pt x="1988" y="670"/>
                    </a:lnTo>
                    <a:lnTo>
                      <a:pt x="1967" y="586"/>
                    </a:lnTo>
                    <a:lnTo>
                      <a:pt x="1925" y="586"/>
                    </a:lnTo>
                    <a:lnTo>
                      <a:pt x="1925" y="670"/>
                    </a:lnTo>
                    <a:lnTo>
                      <a:pt x="1904" y="733"/>
                    </a:lnTo>
                    <a:lnTo>
                      <a:pt x="1883" y="691"/>
                    </a:lnTo>
                    <a:lnTo>
                      <a:pt x="1883" y="607"/>
                    </a:lnTo>
                    <a:lnTo>
                      <a:pt x="1904" y="482"/>
                    </a:lnTo>
                    <a:lnTo>
                      <a:pt x="1904" y="252"/>
                    </a:lnTo>
                    <a:lnTo>
                      <a:pt x="1883" y="168"/>
                    </a:lnTo>
                    <a:lnTo>
                      <a:pt x="1779" y="84"/>
                    </a:lnTo>
                    <a:lnTo>
                      <a:pt x="1716" y="1"/>
                    </a:lnTo>
                    <a:close/>
                  </a:path>
                </a:pathLst>
              </a:custGeom>
              <a:solidFill>
                <a:srgbClr val="5F7D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45" name="Google Shape;5945;p36"/>
              <p:cNvSpPr/>
              <p:nvPr/>
            </p:nvSpPr>
            <p:spPr>
              <a:xfrm>
                <a:off x="3875625" y="1704850"/>
                <a:ext cx="21475" cy="18350"/>
              </a:xfrm>
              <a:custGeom>
                <a:rect b="b" l="l" r="r" t="t"/>
                <a:pathLst>
                  <a:path extrusionOk="0" h="734" w="859">
                    <a:moveTo>
                      <a:pt x="650" y="1"/>
                    </a:moveTo>
                    <a:lnTo>
                      <a:pt x="587" y="43"/>
                    </a:lnTo>
                    <a:lnTo>
                      <a:pt x="419" y="126"/>
                    </a:lnTo>
                    <a:lnTo>
                      <a:pt x="419" y="43"/>
                    </a:lnTo>
                    <a:lnTo>
                      <a:pt x="357" y="43"/>
                    </a:lnTo>
                    <a:lnTo>
                      <a:pt x="273" y="105"/>
                    </a:lnTo>
                    <a:lnTo>
                      <a:pt x="252" y="147"/>
                    </a:lnTo>
                    <a:lnTo>
                      <a:pt x="231" y="210"/>
                    </a:lnTo>
                    <a:lnTo>
                      <a:pt x="126" y="189"/>
                    </a:lnTo>
                    <a:lnTo>
                      <a:pt x="64" y="252"/>
                    </a:lnTo>
                    <a:lnTo>
                      <a:pt x="1" y="315"/>
                    </a:lnTo>
                    <a:lnTo>
                      <a:pt x="64" y="357"/>
                    </a:lnTo>
                    <a:lnTo>
                      <a:pt x="210" y="357"/>
                    </a:lnTo>
                    <a:lnTo>
                      <a:pt x="252" y="461"/>
                    </a:lnTo>
                    <a:lnTo>
                      <a:pt x="273" y="524"/>
                    </a:lnTo>
                    <a:lnTo>
                      <a:pt x="273" y="608"/>
                    </a:lnTo>
                    <a:lnTo>
                      <a:pt x="336" y="629"/>
                    </a:lnTo>
                    <a:lnTo>
                      <a:pt x="273" y="712"/>
                    </a:lnTo>
                    <a:lnTo>
                      <a:pt x="357" y="712"/>
                    </a:lnTo>
                    <a:lnTo>
                      <a:pt x="419" y="733"/>
                    </a:lnTo>
                    <a:lnTo>
                      <a:pt x="440" y="670"/>
                    </a:lnTo>
                    <a:lnTo>
                      <a:pt x="587" y="608"/>
                    </a:lnTo>
                    <a:lnTo>
                      <a:pt x="670" y="608"/>
                    </a:lnTo>
                    <a:lnTo>
                      <a:pt x="754" y="524"/>
                    </a:lnTo>
                    <a:lnTo>
                      <a:pt x="733" y="461"/>
                    </a:lnTo>
                    <a:lnTo>
                      <a:pt x="754" y="315"/>
                    </a:lnTo>
                    <a:lnTo>
                      <a:pt x="796" y="294"/>
                    </a:lnTo>
                    <a:lnTo>
                      <a:pt x="859" y="189"/>
                    </a:lnTo>
                    <a:lnTo>
                      <a:pt x="796" y="105"/>
                    </a:lnTo>
                    <a:lnTo>
                      <a:pt x="733" y="85"/>
                    </a:lnTo>
                    <a:lnTo>
                      <a:pt x="670" y="22"/>
                    </a:lnTo>
                    <a:lnTo>
                      <a:pt x="650" y="1"/>
                    </a:lnTo>
                    <a:close/>
                  </a:path>
                </a:pathLst>
              </a:custGeom>
              <a:solidFill>
                <a:srgbClr val="5F7D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46" name="Google Shape;5946;p36"/>
              <p:cNvSpPr/>
              <p:nvPr/>
            </p:nvSpPr>
            <p:spPr>
              <a:xfrm>
                <a:off x="3883475" y="1716375"/>
                <a:ext cx="39275" cy="43425"/>
              </a:xfrm>
              <a:custGeom>
                <a:rect b="b" l="l" r="r" t="t"/>
                <a:pathLst>
                  <a:path extrusionOk="0" h="1737" w="1571">
                    <a:moveTo>
                      <a:pt x="796" y="0"/>
                    </a:moveTo>
                    <a:lnTo>
                      <a:pt x="649" y="105"/>
                    </a:lnTo>
                    <a:lnTo>
                      <a:pt x="482" y="251"/>
                    </a:lnTo>
                    <a:lnTo>
                      <a:pt x="377" y="251"/>
                    </a:lnTo>
                    <a:lnTo>
                      <a:pt x="147" y="293"/>
                    </a:lnTo>
                    <a:lnTo>
                      <a:pt x="43" y="398"/>
                    </a:lnTo>
                    <a:lnTo>
                      <a:pt x="1" y="502"/>
                    </a:lnTo>
                    <a:lnTo>
                      <a:pt x="105" y="565"/>
                    </a:lnTo>
                    <a:lnTo>
                      <a:pt x="168" y="670"/>
                    </a:lnTo>
                    <a:lnTo>
                      <a:pt x="273" y="670"/>
                    </a:lnTo>
                    <a:lnTo>
                      <a:pt x="315" y="712"/>
                    </a:lnTo>
                    <a:lnTo>
                      <a:pt x="273" y="795"/>
                    </a:lnTo>
                    <a:lnTo>
                      <a:pt x="273" y="900"/>
                    </a:lnTo>
                    <a:lnTo>
                      <a:pt x="168" y="1046"/>
                    </a:lnTo>
                    <a:lnTo>
                      <a:pt x="147" y="1235"/>
                    </a:lnTo>
                    <a:lnTo>
                      <a:pt x="64" y="1297"/>
                    </a:lnTo>
                    <a:lnTo>
                      <a:pt x="105" y="1402"/>
                    </a:lnTo>
                    <a:lnTo>
                      <a:pt x="43" y="1444"/>
                    </a:lnTo>
                    <a:lnTo>
                      <a:pt x="64" y="1548"/>
                    </a:lnTo>
                    <a:lnTo>
                      <a:pt x="126" y="1548"/>
                    </a:lnTo>
                    <a:lnTo>
                      <a:pt x="210" y="1507"/>
                    </a:lnTo>
                    <a:lnTo>
                      <a:pt x="315" y="1465"/>
                    </a:lnTo>
                    <a:lnTo>
                      <a:pt x="440" y="1402"/>
                    </a:lnTo>
                    <a:lnTo>
                      <a:pt x="524" y="1402"/>
                    </a:lnTo>
                    <a:lnTo>
                      <a:pt x="587" y="1318"/>
                    </a:lnTo>
                    <a:lnTo>
                      <a:pt x="649" y="1193"/>
                    </a:lnTo>
                    <a:lnTo>
                      <a:pt x="691" y="1151"/>
                    </a:lnTo>
                    <a:lnTo>
                      <a:pt x="796" y="1151"/>
                    </a:lnTo>
                    <a:lnTo>
                      <a:pt x="838" y="1130"/>
                    </a:lnTo>
                    <a:lnTo>
                      <a:pt x="838" y="1235"/>
                    </a:lnTo>
                    <a:lnTo>
                      <a:pt x="796" y="1423"/>
                    </a:lnTo>
                    <a:lnTo>
                      <a:pt x="796" y="1548"/>
                    </a:lnTo>
                    <a:lnTo>
                      <a:pt x="754" y="1632"/>
                    </a:lnTo>
                    <a:lnTo>
                      <a:pt x="775" y="1737"/>
                    </a:lnTo>
                    <a:lnTo>
                      <a:pt x="859" y="1737"/>
                    </a:lnTo>
                    <a:lnTo>
                      <a:pt x="942" y="1653"/>
                    </a:lnTo>
                    <a:lnTo>
                      <a:pt x="942" y="1569"/>
                    </a:lnTo>
                    <a:lnTo>
                      <a:pt x="984" y="1465"/>
                    </a:lnTo>
                    <a:lnTo>
                      <a:pt x="1089" y="1423"/>
                    </a:lnTo>
                    <a:lnTo>
                      <a:pt x="1193" y="1402"/>
                    </a:lnTo>
                    <a:lnTo>
                      <a:pt x="1277" y="1151"/>
                    </a:lnTo>
                    <a:lnTo>
                      <a:pt x="1277" y="1046"/>
                    </a:lnTo>
                    <a:lnTo>
                      <a:pt x="1382" y="900"/>
                    </a:lnTo>
                    <a:lnTo>
                      <a:pt x="1507" y="837"/>
                    </a:lnTo>
                    <a:lnTo>
                      <a:pt x="1570" y="795"/>
                    </a:lnTo>
                    <a:lnTo>
                      <a:pt x="1465" y="732"/>
                    </a:lnTo>
                    <a:lnTo>
                      <a:pt x="1403" y="691"/>
                    </a:lnTo>
                    <a:lnTo>
                      <a:pt x="1298" y="628"/>
                    </a:lnTo>
                    <a:lnTo>
                      <a:pt x="1172" y="712"/>
                    </a:lnTo>
                    <a:lnTo>
                      <a:pt x="1089" y="774"/>
                    </a:lnTo>
                    <a:lnTo>
                      <a:pt x="963" y="691"/>
                    </a:lnTo>
                    <a:lnTo>
                      <a:pt x="838" y="565"/>
                    </a:lnTo>
                    <a:lnTo>
                      <a:pt x="796" y="398"/>
                    </a:lnTo>
                    <a:lnTo>
                      <a:pt x="838" y="356"/>
                    </a:lnTo>
                    <a:lnTo>
                      <a:pt x="942" y="314"/>
                    </a:lnTo>
                    <a:lnTo>
                      <a:pt x="942" y="272"/>
                    </a:lnTo>
                    <a:lnTo>
                      <a:pt x="859" y="147"/>
                    </a:lnTo>
                    <a:lnTo>
                      <a:pt x="796" y="0"/>
                    </a:lnTo>
                    <a:close/>
                  </a:path>
                </a:pathLst>
              </a:custGeom>
              <a:solidFill>
                <a:srgbClr val="5F7D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47" name="Google Shape;5947;p36"/>
              <p:cNvSpPr/>
              <p:nvPr/>
            </p:nvSpPr>
            <p:spPr>
              <a:xfrm>
                <a:off x="3781475" y="1649925"/>
                <a:ext cx="102550" cy="141275"/>
              </a:xfrm>
              <a:custGeom>
                <a:rect b="b" l="l" r="r" t="t"/>
                <a:pathLst>
                  <a:path extrusionOk="0" h="5651" w="4102">
                    <a:moveTo>
                      <a:pt x="1988" y="1"/>
                    </a:moveTo>
                    <a:lnTo>
                      <a:pt x="1926" y="22"/>
                    </a:lnTo>
                    <a:lnTo>
                      <a:pt x="1842" y="126"/>
                    </a:lnTo>
                    <a:lnTo>
                      <a:pt x="1884" y="315"/>
                    </a:lnTo>
                    <a:lnTo>
                      <a:pt x="1821" y="419"/>
                    </a:lnTo>
                    <a:lnTo>
                      <a:pt x="1821" y="524"/>
                    </a:lnTo>
                    <a:lnTo>
                      <a:pt x="1800" y="629"/>
                    </a:lnTo>
                    <a:lnTo>
                      <a:pt x="1842" y="649"/>
                    </a:lnTo>
                    <a:lnTo>
                      <a:pt x="1884" y="733"/>
                    </a:lnTo>
                    <a:lnTo>
                      <a:pt x="1884" y="1068"/>
                    </a:lnTo>
                    <a:lnTo>
                      <a:pt x="1884" y="1235"/>
                    </a:lnTo>
                    <a:lnTo>
                      <a:pt x="1926" y="1361"/>
                    </a:lnTo>
                    <a:lnTo>
                      <a:pt x="2030" y="1507"/>
                    </a:lnTo>
                    <a:lnTo>
                      <a:pt x="2030" y="1654"/>
                    </a:lnTo>
                    <a:lnTo>
                      <a:pt x="2135" y="1779"/>
                    </a:lnTo>
                    <a:lnTo>
                      <a:pt x="2135" y="1863"/>
                    </a:lnTo>
                    <a:lnTo>
                      <a:pt x="2051" y="1863"/>
                    </a:lnTo>
                    <a:lnTo>
                      <a:pt x="2009" y="1800"/>
                    </a:lnTo>
                    <a:lnTo>
                      <a:pt x="1926" y="1612"/>
                    </a:lnTo>
                    <a:lnTo>
                      <a:pt x="1842" y="1507"/>
                    </a:lnTo>
                    <a:lnTo>
                      <a:pt x="1800" y="1507"/>
                    </a:lnTo>
                    <a:lnTo>
                      <a:pt x="1716" y="1570"/>
                    </a:lnTo>
                    <a:lnTo>
                      <a:pt x="1675" y="1549"/>
                    </a:lnTo>
                    <a:lnTo>
                      <a:pt x="1675" y="1486"/>
                    </a:lnTo>
                    <a:lnTo>
                      <a:pt x="1737" y="1403"/>
                    </a:lnTo>
                    <a:lnTo>
                      <a:pt x="1779" y="1361"/>
                    </a:lnTo>
                    <a:lnTo>
                      <a:pt x="1779" y="1256"/>
                    </a:lnTo>
                    <a:lnTo>
                      <a:pt x="1695" y="1026"/>
                    </a:lnTo>
                    <a:lnTo>
                      <a:pt x="1695" y="817"/>
                    </a:lnTo>
                    <a:lnTo>
                      <a:pt x="1675" y="733"/>
                    </a:lnTo>
                    <a:lnTo>
                      <a:pt x="1528" y="649"/>
                    </a:lnTo>
                    <a:lnTo>
                      <a:pt x="1465" y="524"/>
                    </a:lnTo>
                    <a:lnTo>
                      <a:pt x="1382" y="503"/>
                    </a:lnTo>
                    <a:lnTo>
                      <a:pt x="1319" y="545"/>
                    </a:lnTo>
                    <a:lnTo>
                      <a:pt x="1319" y="670"/>
                    </a:lnTo>
                    <a:lnTo>
                      <a:pt x="1193" y="838"/>
                    </a:lnTo>
                    <a:lnTo>
                      <a:pt x="1172" y="963"/>
                    </a:lnTo>
                    <a:lnTo>
                      <a:pt x="1193" y="1089"/>
                    </a:lnTo>
                    <a:lnTo>
                      <a:pt x="1256" y="1235"/>
                    </a:lnTo>
                    <a:lnTo>
                      <a:pt x="1277" y="1403"/>
                    </a:lnTo>
                    <a:lnTo>
                      <a:pt x="1214" y="1382"/>
                    </a:lnTo>
                    <a:lnTo>
                      <a:pt x="1172" y="1298"/>
                    </a:lnTo>
                    <a:lnTo>
                      <a:pt x="1151" y="1173"/>
                    </a:lnTo>
                    <a:lnTo>
                      <a:pt x="1172" y="1089"/>
                    </a:lnTo>
                    <a:lnTo>
                      <a:pt x="1110" y="1068"/>
                    </a:lnTo>
                    <a:lnTo>
                      <a:pt x="1068" y="984"/>
                    </a:lnTo>
                    <a:lnTo>
                      <a:pt x="1047" y="984"/>
                    </a:lnTo>
                    <a:lnTo>
                      <a:pt x="984" y="1047"/>
                    </a:lnTo>
                    <a:lnTo>
                      <a:pt x="942" y="1026"/>
                    </a:lnTo>
                    <a:lnTo>
                      <a:pt x="942" y="942"/>
                    </a:lnTo>
                    <a:lnTo>
                      <a:pt x="1047" y="859"/>
                    </a:lnTo>
                    <a:lnTo>
                      <a:pt x="1047" y="838"/>
                    </a:lnTo>
                    <a:lnTo>
                      <a:pt x="984" y="817"/>
                    </a:lnTo>
                    <a:lnTo>
                      <a:pt x="859" y="859"/>
                    </a:lnTo>
                    <a:lnTo>
                      <a:pt x="775" y="921"/>
                    </a:lnTo>
                    <a:lnTo>
                      <a:pt x="691" y="859"/>
                    </a:lnTo>
                    <a:lnTo>
                      <a:pt x="733" y="817"/>
                    </a:lnTo>
                    <a:lnTo>
                      <a:pt x="775" y="775"/>
                    </a:lnTo>
                    <a:lnTo>
                      <a:pt x="796" y="733"/>
                    </a:lnTo>
                    <a:lnTo>
                      <a:pt x="900" y="629"/>
                    </a:lnTo>
                    <a:lnTo>
                      <a:pt x="984" y="629"/>
                    </a:lnTo>
                    <a:lnTo>
                      <a:pt x="1005" y="649"/>
                    </a:lnTo>
                    <a:lnTo>
                      <a:pt x="1089" y="670"/>
                    </a:lnTo>
                    <a:lnTo>
                      <a:pt x="1151" y="608"/>
                    </a:lnTo>
                    <a:lnTo>
                      <a:pt x="1172" y="524"/>
                    </a:lnTo>
                    <a:lnTo>
                      <a:pt x="1089" y="398"/>
                    </a:lnTo>
                    <a:lnTo>
                      <a:pt x="1047" y="336"/>
                    </a:lnTo>
                    <a:lnTo>
                      <a:pt x="900" y="357"/>
                    </a:lnTo>
                    <a:lnTo>
                      <a:pt x="670" y="545"/>
                    </a:lnTo>
                    <a:lnTo>
                      <a:pt x="587" y="566"/>
                    </a:lnTo>
                    <a:lnTo>
                      <a:pt x="545" y="545"/>
                    </a:lnTo>
                    <a:lnTo>
                      <a:pt x="545" y="461"/>
                    </a:lnTo>
                    <a:lnTo>
                      <a:pt x="461" y="419"/>
                    </a:lnTo>
                    <a:lnTo>
                      <a:pt x="419" y="440"/>
                    </a:lnTo>
                    <a:lnTo>
                      <a:pt x="419" y="566"/>
                    </a:lnTo>
                    <a:lnTo>
                      <a:pt x="545" y="712"/>
                    </a:lnTo>
                    <a:lnTo>
                      <a:pt x="524" y="754"/>
                    </a:lnTo>
                    <a:lnTo>
                      <a:pt x="419" y="754"/>
                    </a:lnTo>
                    <a:lnTo>
                      <a:pt x="377" y="649"/>
                    </a:lnTo>
                    <a:lnTo>
                      <a:pt x="315" y="503"/>
                    </a:lnTo>
                    <a:lnTo>
                      <a:pt x="231" y="503"/>
                    </a:lnTo>
                    <a:lnTo>
                      <a:pt x="126" y="608"/>
                    </a:lnTo>
                    <a:lnTo>
                      <a:pt x="147" y="733"/>
                    </a:lnTo>
                    <a:lnTo>
                      <a:pt x="168" y="775"/>
                    </a:lnTo>
                    <a:lnTo>
                      <a:pt x="168" y="880"/>
                    </a:lnTo>
                    <a:lnTo>
                      <a:pt x="147" y="880"/>
                    </a:lnTo>
                    <a:lnTo>
                      <a:pt x="43" y="963"/>
                    </a:lnTo>
                    <a:lnTo>
                      <a:pt x="1" y="984"/>
                    </a:lnTo>
                    <a:lnTo>
                      <a:pt x="1" y="1089"/>
                    </a:lnTo>
                    <a:lnTo>
                      <a:pt x="22" y="1235"/>
                    </a:lnTo>
                    <a:lnTo>
                      <a:pt x="43" y="1361"/>
                    </a:lnTo>
                    <a:lnTo>
                      <a:pt x="147" y="1549"/>
                    </a:lnTo>
                    <a:lnTo>
                      <a:pt x="147" y="1612"/>
                    </a:lnTo>
                    <a:lnTo>
                      <a:pt x="231" y="1591"/>
                    </a:lnTo>
                    <a:lnTo>
                      <a:pt x="273" y="1507"/>
                    </a:lnTo>
                    <a:lnTo>
                      <a:pt x="273" y="1403"/>
                    </a:lnTo>
                    <a:lnTo>
                      <a:pt x="273" y="1298"/>
                    </a:lnTo>
                    <a:lnTo>
                      <a:pt x="335" y="1277"/>
                    </a:lnTo>
                    <a:lnTo>
                      <a:pt x="419" y="1361"/>
                    </a:lnTo>
                    <a:lnTo>
                      <a:pt x="461" y="1298"/>
                    </a:lnTo>
                    <a:lnTo>
                      <a:pt x="482" y="1340"/>
                    </a:lnTo>
                    <a:lnTo>
                      <a:pt x="440" y="1445"/>
                    </a:lnTo>
                    <a:lnTo>
                      <a:pt x="419" y="1591"/>
                    </a:lnTo>
                    <a:lnTo>
                      <a:pt x="377" y="1612"/>
                    </a:lnTo>
                    <a:lnTo>
                      <a:pt x="377" y="1675"/>
                    </a:lnTo>
                    <a:lnTo>
                      <a:pt x="482" y="1779"/>
                    </a:lnTo>
                    <a:lnTo>
                      <a:pt x="482" y="1800"/>
                    </a:lnTo>
                    <a:lnTo>
                      <a:pt x="545" y="1821"/>
                    </a:lnTo>
                    <a:lnTo>
                      <a:pt x="628" y="1821"/>
                    </a:lnTo>
                    <a:lnTo>
                      <a:pt x="649" y="1863"/>
                    </a:lnTo>
                    <a:lnTo>
                      <a:pt x="649" y="1926"/>
                    </a:lnTo>
                    <a:lnTo>
                      <a:pt x="545" y="2010"/>
                    </a:lnTo>
                    <a:lnTo>
                      <a:pt x="482" y="2010"/>
                    </a:lnTo>
                    <a:lnTo>
                      <a:pt x="482" y="1968"/>
                    </a:lnTo>
                    <a:lnTo>
                      <a:pt x="461" y="1905"/>
                    </a:lnTo>
                    <a:lnTo>
                      <a:pt x="315" y="1800"/>
                    </a:lnTo>
                    <a:lnTo>
                      <a:pt x="273" y="1821"/>
                    </a:lnTo>
                    <a:lnTo>
                      <a:pt x="273" y="1884"/>
                    </a:lnTo>
                    <a:lnTo>
                      <a:pt x="335" y="1989"/>
                    </a:lnTo>
                    <a:lnTo>
                      <a:pt x="419" y="2030"/>
                    </a:lnTo>
                    <a:lnTo>
                      <a:pt x="482" y="2093"/>
                    </a:lnTo>
                    <a:lnTo>
                      <a:pt x="482" y="2114"/>
                    </a:lnTo>
                    <a:lnTo>
                      <a:pt x="440" y="2177"/>
                    </a:lnTo>
                    <a:lnTo>
                      <a:pt x="482" y="2240"/>
                    </a:lnTo>
                    <a:lnTo>
                      <a:pt x="587" y="2302"/>
                    </a:lnTo>
                    <a:lnTo>
                      <a:pt x="670" y="2344"/>
                    </a:lnTo>
                    <a:lnTo>
                      <a:pt x="691" y="2428"/>
                    </a:lnTo>
                    <a:lnTo>
                      <a:pt x="775" y="2449"/>
                    </a:lnTo>
                    <a:lnTo>
                      <a:pt x="900" y="2449"/>
                    </a:lnTo>
                    <a:lnTo>
                      <a:pt x="942" y="2491"/>
                    </a:lnTo>
                    <a:lnTo>
                      <a:pt x="879" y="2533"/>
                    </a:lnTo>
                    <a:lnTo>
                      <a:pt x="754" y="2533"/>
                    </a:lnTo>
                    <a:lnTo>
                      <a:pt x="754" y="2637"/>
                    </a:lnTo>
                    <a:lnTo>
                      <a:pt x="796" y="2742"/>
                    </a:lnTo>
                    <a:lnTo>
                      <a:pt x="859" y="2742"/>
                    </a:lnTo>
                    <a:lnTo>
                      <a:pt x="942" y="2763"/>
                    </a:lnTo>
                    <a:lnTo>
                      <a:pt x="1068" y="2909"/>
                    </a:lnTo>
                    <a:lnTo>
                      <a:pt x="1110" y="2972"/>
                    </a:lnTo>
                    <a:lnTo>
                      <a:pt x="1068" y="3035"/>
                    </a:lnTo>
                    <a:lnTo>
                      <a:pt x="1068" y="3077"/>
                    </a:lnTo>
                    <a:lnTo>
                      <a:pt x="1382" y="3077"/>
                    </a:lnTo>
                    <a:lnTo>
                      <a:pt x="1465" y="3014"/>
                    </a:lnTo>
                    <a:lnTo>
                      <a:pt x="1465" y="2930"/>
                    </a:lnTo>
                    <a:lnTo>
                      <a:pt x="1507" y="2805"/>
                    </a:lnTo>
                    <a:lnTo>
                      <a:pt x="1591" y="2763"/>
                    </a:lnTo>
                    <a:lnTo>
                      <a:pt x="1675" y="2805"/>
                    </a:lnTo>
                    <a:lnTo>
                      <a:pt x="1675" y="2721"/>
                    </a:lnTo>
                    <a:lnTo>
                      <a:pt x="1612" y="2616"/>
                    </a:lnTo>
                    <a:lnTo>
                      <a:pt x="1570" y="2512"/>
                    </a:lnTo>
                    <a:lnTo>
                      <a:pt x="1570" y="2386"/>
                    </a:lnTo>
                    <a:lnTo>
                      <a:pt x="1528" y="2302"/>
                    </a:lnTo>
                    <a:lnTo>
                      <a:pt x="1528" y="2219"/>
                    </a:lnTo>
                    <a:lnTo>
                      <a:pt x="1591" y="2198"/>
                    </a:lnTo>
                    <a:lnTo>
                      <a:pt x="1633" y="2219"/>
                    </a:lnTo>
                    <a:lnTo>
                      <a:pt x="1695" y="2323"/>
                    </a:lnTo>
                    <a:lnTo>
                      <a:pt x="1675" y="2344"/>
                    </a:lnTo>
                    <a:lnTo>
                      <a:pt x="1695" y="2428"/>
                    </a:lnTo>
                    <a:lnTo>
                      <a:pt x="1779" y="2344"/>
                    </a:lnTo>
                    <a:lnTo>
                      <a:pt x="1779" y="2282"/>
                    </a:lnTo>
                    <a:lnTo>
                      <a:pt x="1737" y="2093"/>
                    </a:lnTo>
                    <a:lnTo>
                      <a:pt x="1800" y="2010"/>
                    </a:lnTo>
                    <a:lnTo>
                      <a:pt x="1821" y="2010"/>
                    </a:lnTo>
                    <a:lnTo>
                      <a:pt x="1884" y="2093"/>
                    </a:lnTo>
                    <a:lnTo>
                      <a:pt x="1884" y="2219"/>
                    </a:lnTo>
                    <a:lnTo>
                      <a:pt x="1926" y="2282"/>
                    </a:lnTo>
                    <a:lnTo>
                      <a:pt x="1926" y="2344"/>
                    </a:lnTo>
                    <a:lnTo>
                      <a:pt x="1842" y="2428"/>
                    </a:lnTo>
                    <a:lnTo>
                      <a:pt x="1842" y="2491"/>
                    </a:lnTo>
                    <a:lnTo>
                      <a:pt x="1884" y="2637"/>
                    </a:lnTo>
                    <a:lnTo>
                      <a:pt x="1926" y="2658"/>
                    </a:lnTo>
                    <a:lnTo>
                      <a:pt x="2009" y="2637"/>
                    </a:lnTo>
                    <a:lnTo>
                      <a:pt x="2156" y="2491"/>
                    </a:lnTo>
                    <a:lnTo>
                      <a:pt x="2219" y="2344"/>
                    </a:lnTo>
                    <a:lnTo>
                      <a:pt x="2219" y="2240"/>
                    </a:lnTo>
                    <a:lnTo>
                      <a:pt x="2239" y="2177"/>
                    </a:lnTo>
                    <a:lnTo>
                      <a:pt x="2302" y="2198"/>
                    </a:lnTo>
                    <a:lnTo>
                      <a:pt x="2344" y="2282"/>
                    </a:lnTo>
                    <a:lnTo>
                      <a:pt x="2323" y="2407"/>
                    </a:lnTo>
                    <a:lnTo>
                      <a:pt x="2260" y="2512"/>
                    </a:lnTo>
                    <a:lnTo>
                      <a:pt x="2260" y="2595"/>
                    </a:lnTo>
                    <a:lnTo>
                      <a:pt x="2344" y="2637"/>
                    </a:lnTo>
                    <a:lnTo>
                      <a:pt x="2449" y="2616"/>
                    </a:lnTo>
                    <a:lnTo>
                      <a:pt x="2532" y="2533"/>
                    </a:lnTo>
                    <a:lnTo>
                      <a:pt x="2574" y="2533"/>
                    </a:lnTo>
                    <a:lnTo>
                      <a:pt x="2574" y="2595"/>
                    </a:lnTo>
                    <a:lnTo>
                      <a:pt x="2532" y="2637"/>
                    </a:lnTo>
                    <a:lnTo>
                      <a:pt x="2428" y="2658"/>
                    </a:lnTo>
                    <a:lnTo>
                      <a:pt x="2344" y="2763"/>
                    </a:lnTo>
                    <a:lnTo>
                      <a:pt x="2156" y="2763"/>
                    </a:lnTo>
                    <a:lnTo>
                      <a:pt x="2009" y="2826"/>
                    </a:lnTo>
                    <a:lnTo>
                      <a:pt x="1988" y="2867"/>
                    </a:lnTo>
                    <a:lnTo>
                      <a:pt x="2009" y="2951"/>
                    </a:lnTo>
                    <a:lnTo>
                      <a:pt x="1884" y="3014"/>
                    </a:lnTo>
                    <a:lnTo>
                      <a:pt x="1800" y="3118"/>
                    </a:lnTo>
                    <a:lnTo>
                      <a:pt x="1716" y="3181"/>
                    </a:lnTo>
                    <a:lnTo>
                      <a:pt x="1675" y="3181"/>
                    </a:lnTo>
                    <a:lnTo>
                      <a:pt x="1570" y="3244"/>
                    </a:lnTo>
                    <a:lnTo>
                      <a:pt x="1570" y="3328"/>
                    </a:lnTo>
                    <a:lnTo>
                      <a:pt x="1507" y="3349"/>
                    </a:lnTo>
                    <a:lnTo>
                      <a:pt x="1486" y="3265"/>
                    </a:lnTo>
                    <a:lnTo>
                      <a:pt x="1465" y="3223"/>
                    </a:lnTo>
                    <a:lnTo>
                      <a:pt x="1382" y="3265"/>
                    </a:lnTo>
                    <a:lnTo>
                      <a:pt x="1298" y="3286"/>
                    </a:lnTo>
                    <a:lnTo>
                      <a:pt x="1298" y="3349"/>
                    </a:lnTo>
                    <a:lnTo>
                      <a:pt x="1277" y="3390"/>
                    </a:lnTo>
                    <a:lnTo>
                      <a:pt x="1319" y="3579"/>
                    </a:lnTo>
                    <a:lnTo>
                      <a:pt x="1319" y="3704"/>
                    </a:lnTo>
                    <a:lnTo>
                      <a:pt x="1361" y="3746"/>
                    </a:lnTo>
                    <a:lnTo>
                      <a:pt x="1465" y="3746"/>
                    </a:lnTo>
                    <a:lnTo>
                      <a:pt x="1528" y="3704"/>
                    </a:lnTo>
                    <a:lnTo>
                      <a:pt x="1633" y="3683"/>
                    </a:lnTo>
                    <a:lnTo>
                      <a:pt x="1695" y="3662"/>
                    </a:lnTo>
                    <a:lnTo>
                      <a:pt x="1779" y="3662"/>
                    </a:lnTo>
                    <a:lnTo>
                      <a:pt x="1842" y="3642"/>
                    </a:lnTo>
                    <a:lnTo>
                      <a:pt x="1926" y="3537"/>
                    </a:lnTo>
                    <a:lnTo>
                      <a:pt x="1988" y="3537"/>
                    </a:lnTo>
                    <a:lnTo>
                      <a:pt x="2009" y="3495"/>
                    </a:lnTo>
                    <a:lnTo>
                      <a:pt x="2114" y="3495"/>
                    </a:lnTo>
                    <a:lnTo>
                      <a:pt x="2135" y="3537"/>
                    </a:lnTo>
                    <a:lnTo>
                      <a:pt x="2428" y="3537"/>
                    </a:lnTo>
                    <a:lnTo>
                      <a:pt x="2470" y="3474"/>
                    </a:lnTo>
                    <a:lnTo>
                      <a:pt x="2553" y="3432"/>
                    </a:lnTo>
                    <a:lnTo>
                      <a:pt x="2616" y="3432"/>
                    </a:lnTo>
                    <a:lnTo>
                      <a:pt x="2616" y="3495"/>
                    </a:lnTo>
                    <a:lnTo>
                      <a:pt x="2553" y="3537"/>
                    </a:lnTo>
                    <a:lnTo>
                      <a:pt x="2532" y="3600"/>
                    </a:lnTo>
                    <a:lnTo>
                      <a:pt x="2449" y="3600"/>
                    </a:lnTo>
                    <a:lnTo>
                      <a:pt x="2407" y="3642"/>
                    </a:lnTo>
                    <a:lnTo>
                      <a:pt x="2239" y="3642"/>
                    </a:lnTo>
                    <a:lnTo>
                      <a:pt x="2135" y="3683"/>
                    </a:lnTo>
                    <a:lnTo>
                      <a:pt x="1947" y="3767"/>
                    </a:lnTo>
                    <a:lnTo>
                      <a:pt x="1884" y="3767"/>
                    </a:lnTo>
                    <a:lnTo>
                      <a:pt x="1800" y="3788"/>
                    </a:lnTo>
                    <a:lnTo>
                      <a:pt x="1800" y="3809"/>
                    </a:lnTo>
                    <a:lnTo>
                      <a:pt x="1905" y="3872"/>
                    </a:lnTo>
                    <a:lnTo>
                      <a:pt x="2051" y="3893"/>
                    </a:lnTo>
                    <a:lnTo>
                      <a:pt x="2135" y="3893"/>
                    </a:lnTo>
                    <a:lnTo>
                      <a:pt x="2239" y="3976"/>
                    </a:lnTo>
                    <a:lnTo>
                      <a:pt x="2239" y="4018"/>
                    </a:lnTo>
                    <a:lnTo>
                      <a:pt x="2030" y="4018"/>
                    </a:lnTo>
                    <a:lnTo>
                      <a:pt x="1947" y="4060"/>
                    </a:lnTo>
                    <a:lnTo>
                      <a:pt x="1905" y="4018"/>
                    </a:lnTo>
                    <a:lnTo>
                      <a:pt x="1800" y="3997"/>
                    </a:lnTo>
                    <a:lnTo>
                      <a:pt x="1779" y="4060"/>
                    </a:lnTo>
                    <a:lnTo>
                      <a:pt x="1737" y="4060"/>
                    </a:lnTo>
                    <a:lnTo>
                      <a:pt x="1695" y="3997"/>
                    </a:lnTo>
                    <a:lnTo>
                      <a:pt x="1633" y="3914"/>
                    </a:lnTo>
                    <a:lnTo>
                      <a:pt x="1570" y="3893"/>
                    </a:lnTo>
                    <a:lnTo>
                      <a:pt x="1423" y="3997"/>
                    </a:lnTo>
                    <a:lnTo>
                      <a:pt x="1423" y="4018"/>
                    </a:lnTo>
                    <a:lnTo>
                      <a:pt x="1486" y="4102"/>
                    </a:lnTo>
                    <a:lnTo>
                      <a:pt x="1507" y="4165"/>
                    </a:lnTo>
                    <a:lnTo>
                      <a:pt x="1486" y="4227"/>
                    </a:lnTo>
                    <a:lnTo>
                      <a:pt x="1507" y="4227"/>
                    </a:lnTo>
                    <a:lnTo>
                      <a:pt x="1486" y="4290"/>
                    </a:lnTo>
                    <a:lnTo>
                      <a:pt x="1507" y="4332"/>
                    </a:lnTo>
                    <a:lnTo>
                      <a:pt x="1591" y="4395"/>
                    </a:lnTo>
                    <a:lnTo>
                      <a:pt x="1591" y="4437"/>
                    </a:lnTo>
                    <a:lnTo>
                      <a:pt x="1612" y="4499"/>
                    </a:lnTo>
                    <a:lnTo>
                      <a:pt x="1633" y="4478"/>
                    </a:lnTo>
                    <a:lnTo>
                      <a:pt x="1716" y="4541"/>
                    </a:lnTo>
                    <a:lnTo>
                      <a:pt x="1716" y="4604"/>
                    </a:lnTo>
                    <a:lnTo>
                      <a:pt x="1779" y="4688"/>
                    </a:lnTo>
                    <a:lnTo>
                      <a:pt x="1800" y="4646"/>
                    </a:lnTo>
                    <a:lnTo>
                      <a:pt x="1884" y="4688"/>
                    </a:lnTo>
                    <a:lnTo>
                      <a:pt x="1926" y="4751"/>
                    </a:lnTo>
                    <a:lnTo>
                      <a:pt x="1988" y="4792"/>
                    </a:lnTo>
                    <a:lnTo>
                      <a:pt x="1988" y="4855"/>
                    </a:lnTo>
                    <a:lnTo>
                      <a:pt x="2114" y="4960"/>
                    </a:lnTo>
                    <a:lnTo>
                      <a:pt x="2239" y="4918"/>
                    </a:lnTo>
                    <a:lnTo>
                      <a:pt x="2260" y="4834"/>
                    </a:lnTo>
                    <a:lnTo>
                      <a:pt x="2323" y="4834"/>
                    </a:lnTo>
                    <a:lnTo>
                      <a:pt x="2344" y="4897"/>
                    </a:lnTo>
                    <a:lnTo>
                      <a:pt x="2428" y="4855"/>
                    </a:lnTo>
                    <a:lnTo>
                      <a:pt x="2449" y="4897"/>
                    </a:lnTo>
                    <a:lnTo>
                      <a:pt x="2449" y="4960"/>
                    </a:lnTo>
                    <a:lnTo>
                      <a:pt x="2407" y="5023"/>
                    </a:lnTo>
                    <a:lnTo>
                      <a:pt x="2344" y="5023"/>
                    </a:lnTo>
                    <a:lnTo>
                      <a:pt x="2239" y="5106"/>
                    </a:lnTo>
                    <a:lnTo>
                      <a:pt x="2239" y="5148"/>
                    </a:lnTo>
                    <a:lnTo>
                      <a:pt x="2428" y="5336"/>
                    </a:lnTo>
                    <a:lnTo>
                      <a:pt x="2470" y="5357"/>
                    </a:lnTo>
                    <a:lnTo>
                      <a:pt x="2532" y="5420"/>
                    </a:lnTo>
                    <a:lnTo>
                      <a:pt x="2512" y="5567"/>
                    </a:lnTo>
                    <a:lnTo>
                      <a:pt x="2532" y="5650"/>
                    </a:lnTo>
                    <a:lnTo>
                      <a:pt x="2574" y="5650"/>
                    </a:lnTo>
                    <a:lnTo>
                      <a:pt x="2616" y="5587"/>
                    </a:lnTo>
                    <a:lnTo>
                      <a:pt x="2658" y="5567"/>
                    </a:lnTo>
                    <a:lnTo>
                      <a:pt x="2721" y="5650"/>
                    </a:lnTo>
                    <a:lnTo>
                      <a:pt x="2784" y="5629"/>
                    </a:lnTo>
                    <a:lnTo>
                      <a:pt x="2867" y="5525"/>
                    </a:lnTo>
                    <a:lnTo>
                      <a:pt x="2888" y="5420"/>
                    </a:lnTo>
                    <a:lnTo>
                      <a:pt x="2930" y="5357"/>
                    </a:lnTo>
                    <a:lnTo>
                      <a:pt x="2930" y="5315"/>
                    </a:lnTo>
                    <a:lnTo>
                      <a:pt x="2867" y="5148"/>
                    </a:lnTo>
                    <a:lnTo>
                      <a:pt x="2846" y="5023"/>
                    </a:lnTo>
                    <a:lnTo>
                      <a:pt x="2888" y="4939"/>
                    </a:lnTo>
                    <a:lnTo>
                      <a:pt x="2951" y="4855"/>
                    </a:lnTo>
                    <a:lnTo>
                      <a:pt x="2951" y="4499"/>
                    </a:lnTo>
                    <a:lnTo>
                      <a:pt x="2972" y="4395"/>
                    </a:lnTo>
                    <a:lnTo>
                      <a:pt x="2972" y="4311"/>
                    </a:lnTo>
                    <a:lnTo>
                      <a:pt x="3056" y="4227"/>
                    </a:lnTo>
                    <a:lnTo>
                      <a:pt x="3056" y="4206"/>
                    </a:lnTo>
                    <a:lnTo>
                      <a:pt x="2972" y="4165"/>
                    </a:lnTo>
                    <a:lnTo>
                      <a:pt x="3056" y="4060"/>
                    </a:lnTo>
                    <a:lnTo>
                      <a:pt x="3181" y="4081"/>
                    </a:lnTo>
                    <a:lnTo>
                      <a:pt x="3202" y="4081"/>
                    </a:lnTo>
                    <a:lnTo>
                      <a:pt x="3244" y="3976"/>
                    </a:lnTo>
                    <a:lnTo>
                      <a:pt x="3244" y="3809"/>
                    </a:lnTo>
                    <a:lnTo>
                      <a:pt x="3265" y="3683"/>
                    </a:lnTo>
                    <a:lnTo>
                      <a:pt x="3265" y="3558"/>
                    </a:lnTo>
                    <a:lnTo>
                      <a:pt x="3181" y="3432"/>
                    </a:lnTo>
                    <a:lnTo>
                      <a:pt x="3181" y="3286"/>
                    </a:lnTo>
                    <a:lnTo>
                      <a:pt x="3244" y="3265"/>
                    </a:lnTo>
                    <a:lnTo>
                      <a:pt x="3348" y="3328"/>
                    </a:lnTo>
                    <a:lnTo>
                      <a:pt x="3390" y="3223"/>
                    </a:lnTo>
                    <a:lnTo>
                      <a:pt x="3369" y="3181"/>
                    </a:lnTo>
                    <a:lnTo>
                      <a:pt x="3369" y="3056"/>
                    </a:lnTo>
                    <a:lnTo>
                      <a:pt x="3390" y="2951"/>
                    </a:lnTo>
                    <a:lnTo>
                      <a:pt x="3369" y="2742"/>
                    </a:lnTo>
                    <a:lnTo>
                      <a:pt x="3348" y="2616"/>
                    </a:lnTo>
                    <a:lnTo>
                      <a:pt x="3369" y="2554"/>
                    </a:lnTo>
                    <a:lnTo>
                      <a:pt x="3495" y="2449"/>
                    </a:lnTo>
                    <a:lnTo>
                      <a:pt x="3495" y="2386"/>
                    </a:lnTo>
                    <a:lnTo>
                      <a:pt x="3474" y="2323"/>
                    </a:lnTo>
                    <a:lnTo>
                      <a:pt x="3474" y="2282"/>
                    </a:lnTo>
                    <a:lnTo>
                      <a:pt x="3579" y="2282"/>
                    </a:lnTo>
                    <a:lnTo>
                      <a:pt x="3725" y="2135"/>
                    </a:lnTo>
                    <a:lnTo>
                      <a:pt x="3830" y="2135"/>
                    </a:lnTo>
                    <a:lnTo>
                      <a:pt x="3934" y="2114"/>
                    </a:lnTo>
                    <a:lnTo>
                      <a:pt x="3997" y="2219"/>
                    </a:lnTo>
                    <a:lnTo>
                      <a:pt x="4039" y="2198"/>
                    </a:lnTo>
                    <a:lnTo>
                      <a:pt x="4081" y="2114"/>
                    </a:lnTo>
                    <a:lnTo>
                      <a:pt x="4102" y="2072"/>
                    </a:lnTo>
                    <a:lnTo>
                      <a:pt x="4102" y="1926"/>
                    </a:lnTo>
                    <a:lnTo>
                      <a:pt x="4018" y="1905"/>
                    </a:lnTo>
                    <a:lnTo>
                      <a:pt x="3767" y="1821"/>
                    </a:lnTo>
                    <a:lnTo>
                      <a:pt x="3662" y="1779"/>
                    </a:lnTo>
                    <a:lnTo>
                      <a:pt x="3495" y="1612"/>
                    </a:lnTo>
                    <a:lnTo>
                      <a:pt x="3411" y="1570"/>
                    </a:lnTo>
                    <a:lnTo>
                      <a:pt x="3286" y="1382"/>
                    </a:lnTo>
                    <a:lnTo>
                      <a:pt x="3244" y="1361"/>
                    </a:lnTo>
                    <a:lnTo>
                      <a:pt x="3097" y="1361"/>
                    </a:lnTo>
                    <a:lnTo>
                      <a:pt x="3056" y="1277"/>
                    </a:lnTo>
                    <a:lnTo>
                      <a:pt x="3056" y="1193"/>
                    </a:lnTo>
                    <a:lnTo>
                      <a:pt x="2972" y="942"/>
                    </a:lnTo>
                    <a:lnTo>
                      <a:pt x="2888" y="733"/>
                    </a:lnTo>
                    <a:lnTo>
                      <a:pt x="2742" y="608"/>
                    </a:lnTo>
                    <a:lnTo>
                      <a:pt x="2658" y="670"/>
                    </a:lnTo>
                    <a:lnTo>
                      <a:pt x="2637" y="775"/>
                    </a:lnTo>
                    <a:lnTo>
                      <a:pt x="2658" y="984"/>
                    </a:lnTo>
                    <a:lnTo>
                      <a:pt x="2658" y="1131"/>
                    </a:lnTo>
                    <a:lnTo>
                      <a:pt x="2574" y="1193"/>
                    </a:lnTo>
                    <a:lnTo>
                      <a:pt x="2553" y="1173"/>
                    </a:lnTo>
                    <a:lnTo>
                      <a:pt x="2553" y="1131"/>
                    </a:lnTo>
                    <a:lnTo>
                      <a:pt x="2553" y="963"/>
                    </a:lnTo>
                    <a:lnTo>
                      <a:pt x="2553" y="733"/>
                    </a:lnTo>
                    <a:lnTo>
                      <a:pt x="2616" y="670"/>
                    </a:lnTo>
                    <a:lnTo>
                      <a:pt x="2616" y="545"/>
                    </a:lnTo>
                    <a:lnTo>
                      <a:pt x="2553" y="419"/>
                    </a:lnTo>
                    <a:lnTo>
                      <a:pt x="2449" y="231"/>
                    </a:lnTo>
                    <a:lnTo>
                      <a:pt x="2344" y="189"/>
                    </a:lnTo>
                    <a:lnTo>
                      <a:pt x="2260" y="231"/>
                    </a:lnTo>
                    <a:lnTo>
                      <a:pt x="2219" y="315"/>
                    </a:lnTo>
                    <a:lnTo>
                      <a:pt x="2156" y="294"/>
                    </a:lnTo>
                    <a:lnTo>
                      <a:pt x="2135" y="147"/>
                    </a:lnTo>
                    <a:lnTo>
                      <a:pt x="2030" y="1"/>
                    </a:lnTo>
                    <a:close/>
                  </a:path>
                </a:pathLst>
              </a:custGeom>
              <a:solidFill>
                <a:srgbClr val="5F7D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5948" name="Google Shape;5948;p36"/>
            <p:cNvSpPr/>
            <p:nvPr/>
          </p:nvSpPr>
          <p:spPr>
            <a:xfrm>
              <a:off x="4614379" y="2777935"/>
              <a:ext cx="83472" cy="139700"/>
            </a:xfrm>
            <a:custGeom>
              <a:rect b="b" l="l" r="r" t="t"/>
              <a:pathLst>
                <a:path extrusionOk="0" h="12284" w="7010">
                  <a:moveTo>
                    <a:pt x="4122" y="1"/>
                  </a:moveTo>
                  <a:lnTo>
                    <a:pt x="4122" y="43"/>
                  </a:lnTo>
                  <a:lnTo>
                    <a:pt x="4080" y="126"/>
                  </a:lnTo>
                  <a:lnTo>
                    <a:pt x="4017" y="126"/>
                  </a:lnTo>
                  <a:lnTo>
                    <a:pt x="3996" y="147"/>
                  </a:lnTo>
                  <a:lnTo>
                    <a:pt x="4059" y="231"/>
                  </a:lnTo>
                  <a:lnTo>
                    <a:pt x="4080" y="357"/>
                  </a:lnTo>
                  <a:lnTo>
                    <a:pt x="4289" y="671"/>
                  </a:lnTo>
                  <a:lnTo>
                    <a:pt x="4331" y="796"/>
                  </a:lnTo>
                  <a:lnTo>
                    <a:pt x="4331" y="1005"/>
                  </a:lnTo>
                  <a:lnTo>
                    <a:pt x="4310" y="1089"/>
                  </a:lnTo>
                  <a:lnTo>
                    <a:pt x="4373" y="1277"/>
                  </a:lnTo>
                  <a:lnTo>
                    <a:pt x="4415" y="1382"/>
                  </a:lnTo>
                  <a:lnTo>
                    <a:pt x="4415" y="1424"/>
                  </a:lnTo>
                  <a:lnTo>
                    <a:pt x="4373" y="1424"/>
                  </a:lnTo>
                  <a:lnTo>
                    <a:pt x="4289" y="1528"/>
                  </a:lnTo>
                  <a:lnTo>
                    <a:pt x="4310" y="1633"/>
                  </a:lnTo>
                  <a:lnTo>
                    <a:pt x="4373" y="1738"/>
                  </a:lnTo>
                  <a:lnTo>
                    <a:pt x="4394" y="1800"/>
                  </a:lnTo>
                  <a:lnTo>
                    <a:pt x="4457" y="1821"/>
                  </a:lnTo>
                  <a:lnTo>
                    <a:pt x="4478" y="1905"/>
                  </a:lnTo>
                  <a:lnTo>
                    <a:pt x="4457" y="1926"/>
                  </a:lnTo>
                  <a:lnTo>
                    <a:pt x="4457" y="2010"/>
                  </a:lnTo>
                  <a:lnTo>
                    <a:pt x="4394" y="2051"/>
                  </a:lnTo>
                  <a:lnTo>
                    <a:pt x="4206" y="2031"/>
                  </a:lnTo>
                  <a:lnTo>
                    <a:pt x="4017" y="1926"/>
                  </a:lnTo>
                  <a:lnTo>
                    <a:pt x="3955" y="1947"/>
                  </a:lnTo>
                  <a:lnTo>
                    <a:pt x="3892" y="2031"/>
                  </a:lnTo>
                  <a:lnTo>
                    <a:pt x="3913" y="2093"/>
                  </a:lnTo>
                  <a:lnTo>
                    <a:pt x="3976" y="2093"/>
                  </a:lnTo>
                  <a:lnTo>
                    <a:pt x="4080" y="2156"/>
                  </a:lnTo>
                  <a:lnTo>
                    <a:pt x="4080" y="2219"/>
                  </a:lnTo>
                  <a:lnTo>
                    <a:pt x="4017" y="2261"/>
                  </a:lnTo>
                  <a:lnTo>
                    <a:pt x="3976" y="2365"/>
                  </a:lnTo>
                  <a:lnTo>
                    <a:pt x="3892" y="2407"/>
                  </a:lnTo>
                  <a:lnTo>
                    <a:pt x="3871" y="2449"/>
                  </a:lnTo>
                  <a:lnTo>
                    <a:pt x="3787" y="2470"/>
                  </a:lnTo>
                  <a:lnTo>
                    <a:pt x="3745" y="2575"/>
                  </a:lnTo>
                  <a:lnTo>
                    <a:pt x="3766" y="2679"/>
                  </a:lnTo>
                  <a:lnTo>
                    <a:pt x="3766" y="2847"/>
                  </a:lnTo>
                  <a:lnTo>
                    <a:pt x="3787" y="2930"/>
                  </a:lnTo>
                  <a:lnTo>
                    <a:pt x="3871" y="2930"/>
                  </a:lnTo>
                  <a:lnTo>
                    <a:pt x="3976" y="2993"/>
                  </a:lnTo>
                  <a:lnTo>
                    <a:pt x="4059" y="3077"/>
                  </a:lnTo>
                  <a:lnTo>
                    <a:pt x="4122" y="3286"/>
                  </a:lnTo>
                  <a:lnTo>
                    <a:pt x="4164" y="3495"/>
                  </a:lnTo>
                  <a:lnTo>
                    <a:pt x="4122" y="3516"/>
                  </a:lnTo>
                  <a:lnTo>
                    <a:pt x="4185" y="3621"/>
                  </a:lnTo>
                  <a:lnTo>
                    <a:pt x="4289" y="3684"/>
                  </a:lnTo>
                  <a:lnTo>
                    <a:pt x="4415" y="3516"/>
                  </a:lnTo>
                  <a:lnTo>
                    <a:pt x="4478" y="3412"/>
                  </a:lnTo>
                  <a:lnTo>
                    <a:pt x="4478" y="3349"/>
                  </a:lnTo>
                  <a:lnTo>
                    <a:pt x="4520" y="3286"/>
                  </a:lnTo>
                  <a:lnTo>
                    <a:pt x="4540" y="3286"/>
                  </a:lnTo>
                  <a:cubicBezTo>
                    <a:pt x="4624" y="3370"/>
                    <a:pt x="4708" y="3453"/>
                    <a:pt x="4729" y="3558"/>
                  </a:cubicBezTo>
                  <a:lnTo>
                    <a:pt x="4729" y="3579"/>
                  </a:lnTo>
                  <a:lnTo>
                    <a:pt x="4687" y="3704"/>
                  </a:lnTo>
                  <a:lnTo>
                    <a:pt x="4687" y="3809"/>
                  </a:lnTo>
                  <a:lnTo>
                    <a:pt x="4729" y="3872"/>
                  </a:lnTo>
                  <a:lnTo>
                    <a:pt x="4792" y="3830"/>
                  </a:lnTo>
                  <a:lnTo>
                    <a:pt x="4917" y="3725"/>
                  </a:lnTo>
                  <a:lnTo>
                    <a:pt x="4980" y="3872"/>
                  </a:lnTo>
                  <a:lnTo>
                    <a:pt x="4917" y="3976"/>
                  </a:lnTo>
                  <a:lnTo>
                    <a:pt x="4833" y="4018"/>
                  </a:lnTo>
                  <a:lnTo>
                    <a:pt x="4771" y="3976"/>
                  </a:lnTo>
                  <a:lnTo>
                    <a:pt x="4792" y="4102"/>
                  </a:lnTo>
                  <a:lnTo>
                    <a:pt x="4729" y="4144"/>
                  </a:lnTo>
                  <a:lnTo>
                    <a:pt x="4666" y="4123"/>
                  </a:lnTo>
                  <a:lnTo>
                    <a:pt x="4624" y="4018"/>
                  </a:lnTo>
                  <a:lnTo>
                    <a:pt x="4603" y="3914"/>
                  </a:lnTo>
                  <a:lnTo>
                    <a:pt x="4582" y="3872"/>
                  </a:lnTo>
                  <a:lnTo>
                    <a:pt x="4499" y="3893"/>
                  </a:lnTo>
                  <a:lnTo>
                    <a:pt x="4457" y="3872"/>
                  </a:lnTo>
                  <a:lnTo>
                    <a:pt x="4415" y="3976"/>
                  </a:lnTo>
                  <a:lnTo>
                    <a:pt x="4478" y="4123"/>
                  </a:lnTo>
                  <a:lnTo>
                    <a:pt x="4478" y="4228"/>
                  </a:lnTo>
                  <a:lnTo>
                    <a:pt x="4394" y="4248"/>
                  </a:lnTo>
                  <a:lnTo>
                    <a:pt x="4310" y="4353"/>
                  </a:lnTo>
                  <a:lnTo>
                    <a:pt x="4310" y="4416"/>
                  </a:lnTo>
                  <a:lnTo>
                    <a:pt x="4457" y="4562"/>
                  </a:lnTo>
                  <a:lnTo>
                    <a:pt x="4499" y="4646"/>
                  </a:lnTo>
                  <a:lnTo>
                    <a:pt x="4457" y="4813"/>
                  </a:lnTo>
                  <a:lnTo>
                    <a:pt x="4373" y="4855"/>
                  </a:lnTo>
                  <a:lnTo>
                    <a:pt x="4289" y="4834"/>
                  </a:lnTo>
                  <a:lnTo>
                    <a:pt x="4268" y="4876"/>
                  </a:lnTo>
                  <a:lnTo>
                    <a:pt x="4352" y="4981"/>
                  </a:lnTo>
                  <a:lnTo>
                    <a:pt x="4415" y="4960"/>
                  </a:lnTo>
                  <a:lnTo>
                    <a:pt x="4499" y="4876"/>
                  </a:lnTo>
                  <a:lnTo>
                    <a:pt x="4603" y="5148"/>
                  </a:lnTo>
                  <a:lnTo>
                    <a:pt x="4666" y="5441"/>
                  </a:lnTo>
                  <a:lnTo>
                    <a:pt x="4624" y="5588"/>
                  </a:lnTo>
                  <a:lnTo>
                    <a:pt x="4624" y="5860"/>
                  </a:lnTo>
                  <a:lnTo>
                    <a:pt x="4520" y="6236"/>
                  </a:lnTo>
                  <a:lnTo>
                    <a:pt x="4561" y="6404"/>
                  </a:lnTo>
                  <a:lnTo>
                    <a:pt x="4499" y="6592"/>
                  </a:lnTo>
                  <a:lnTo>
                    <a:pt x="4373" y="6655"/>
                  </a:lnTo>
                  <a:lnTo>
                    <a:pt x="4310" y="6843"/>
                  </a:lnTo>
                  <a:lnTo>
                    <a:pt x="4310" y="7031"/>
                  </a:lnTo>
                  <a:lnTo>
                    <a:pt x="4248" y="7136"/>
                  </a:lnTo>
                  <a:lnTo>
                    <a:pt x="4206" y="7241"/>
                  </a:lnTo>
                  <a:lnTo>
                    <a:pt x="4080" y="7366"/>
                  </a:lnTo>
                  <a:lnTo>
                    <a:pt x="3829" y="7533"/>
                  </a:lnTo>
                  <a:lnTo>
                    <a:pt x="3724" y="7554"/>
                  </a:lnTo>
                  <a:lnTo>
                    <a:pt x="3662" y="7659"/>
                  </a:lnTo>
                  <a:lnTo>
                    <a:pt x="3536" y="7575"/>
                  </a:lnTo>
                  <a:lnTo>
                    <a:pt x="3411" y="7429"/>
                  </a:lnTo>
                  <a:lnTo>
                    <a:pt x="3411" y="7345"/>
                  </a:lnTo>
                  <a:lnTo>
                    <a:pt x="3452" y="7324"/>
                  </a:lnTo>
                  <a:lnTo>
                    <a:pt x="3515" y="7220"/>
                  </a:lnTo>
                  <a:lnTo>
                    <a:pt x="3515" y="7157"/>
                  </a:lnTo>
                  <a:lnTo>
                    <a:pt x="3578" y="7073"/>
                  </a:lnTo>
                  <a:lnTo>
                    <a:pt x="3578" y="7052"/>
                  </a:lnTo>
                  <a:lnTo>
                    <a:pt x="3452" y="7073"/>
                  </a:lnTo>
                  <a:lnTo>
                    <a:pt x="3348" y="7178"/>
                  </a:lnTo>
                  <a:lnTo>
                    <a:pt x="3222" y="7241"/>
                  </a:lnTo>
                  <a:lnTo>
                    <a:pt x="3201" y="7345"/>
                  </a:lnTo>
                  <a:lnTo>
                    <a:pt x="3264" y="7471"/>
                  </a:lnTo>
                  <a:lnTo>
                    <a:pt x="3306" y="7722"/>
                  </a:lnTo>
                  <a:lnTo>
                    <a:pt x="3264" y="7868"/>
                  </a:lnTo>
                  <a:lnTo>
                    <a:pt x="3139" y="7994"/>
                  </a:lnTo>
                  <a:lnTo>
                    <a:pt x="3139" y="8077"/>
                  </a:lnTo>
                  <a:lnTo>
                    <a:pt x="3076" y="8119"/>
                  </a:lnTo>
                  <a:lnTo>
                    <a:pt x="3055" y="8329"/>
                  </a:lnTo>
                  <a:lnTo>
                    <a:pt x="3118" y="8391"/>
                  </a:lnTo>
                  <a:lnTo>
                    <a:pt x="3118" y="8475"/>
                  </a:lnTo>
                  <a:lnTo>
                    <a:pt x="3076" y="8496"/>
                  </a:lnTo>
                  <a:lnTo>
                    <a:pt x="3118" y="8517"/>
                  </a:lnTo>
                  <a:lnTo>
                    <a:pt x="3076" y="8601"/>
                  </a:lnTo>
                  <a:lnTo>
                    <a:pt x="3034" y="8601"/>
                  </a:lnTo>
                  <a:lnTo>
                    <a:pt x="3055" y="8642"/>
                  </a:lnTo>
                  <a:lnTo>
                    <a:pt x="2992" y="8684"/>
                  </a:lnTo>
                  <a:lnTo>
                    <a:pt x="2929" y="8621"/>
                  </a:lnTo>
                  <a:lnTo>
                    <a:pt x="2846" y="8684"/>
                  </a:lnTo>
                  <a:lnTo>
                    <a:pt x="2804" y="8642"/>
                  </a:lnTo>
                  <a:lnTo>
                    <a:pt x="2762" y="8517"/>
                  </a:lnTo>
                  <a:lnTo>
                    <a:pt x="2741" y="8496"/>
                  </a:lnTo>
                  <a:lnTo>
                    <a:pt x="2657" y="8538"/>
                  </a:lnTo>
                  <a:lnTo>
                    <a:pt x="2595" y="8538"/>
                  </a:lnTo>
                  <a:lnTo>
                    <a:pt x="2553" y="8517"/>
                  </a:lnTo>
                  <a:lnTo>
                    <a:pt x="2302" y="8601"/>
                  </a:lnTo>
                  <a:lnTo>
                    <a:pt x="2176" y="8642"/>
                  </a:lnTo>
                  <a:lnTo>
                    <a:pt x="2030" y="8705"/>
                  </a:lnTo>
                  <a:lnTo>
                    <a:pt x="1883" y="8705"/>
                  </a:lnTo>
                  <a:lnTo>
                    <a:pt x="1758" y="8747"/>
                  </a:lnTo>
                  <a:lnTo>
                    <a:pt x="1695" y="8726"/>
                  </a:lnTo>
                  <a:lnTo>
                    <a:pt x="1569" y="8747"/>
                  </a:lnTo>
                  <a:lnTo>
                    <a:pt x="1360" y="8914"/>
                  </a:lnTo>
                  <a:lnTo>
                    <a:pt x="1297" y="9040"/>
                  </a:lnTo>
                  <a:lnTo>
                    <a:pt x="1235" y="9082"/>
                  </a:lnTo>
                  <a:lnTo>
                    <a:pt x="1193" y="9165"/>
                  </a:lnTo>
                  <a:lnTo>
                    <a:pt x="1046" y="9354"/>
                  </a:lnTo>
                  <a:lnTo>
                    <a:pt x="942" y="9375"/>
                  </a:lnTo>
                  <a:lnTo>
                    <a:pt x="858" y="9479"/>
                  </a:lnTo>
                  <a:lnTo>
                    <a:pt x="837" y="9563"/>
                  </a:lnTo>
                  <a:lnTo>
                    <a:pt x="753" y="9647"/>
                  </a:lnTo>
                  <a:lnTo>
                    <a:pt x="607" y="9668"/>
                  </a:lnTo>
                  <a:lnTo>
                    <a:pt x="544" y="9751"/>
                  </a:lnTo>
                  <a:lnTo>
                    <a:pt x="565" y="9940"/>
                  </a:lnTo>
                  <a:lnTo>
                    <a:pt x="628" y="9961"/>
                  </a:lnTo>
                  <a:lnTo>
                    <a:pt x="649" y="10002"/>
                  </a:lnTo>
                  <a:lnTo>
                    <a:pt x="628" y="10065"/>
                  </a:lnTo>
                  <a:lnTo>
                    <a:pt x="607" y="10044"/>
                  </a:lnTo>
                  <a:lnTo>
                    <a:pt x="481" y="10149"/>
                  </a:lnTo>
                  <a:lnTo>
                    <a:pt x="439" y="10212"/>
                  </a:lnTo>
                  <a:lnTo>
                    <a:pt x="377" y="10274"/>
                  </a:lnTo>
                  <a:lnTo>
                    <a:pt x="272" y="10379"/>
                  </a:lnTo>
                  <a:lnTo>
                    <a:pt x="209" y="10463"/>
                  </a:lnTo>
                  <a:lnTo>
                    <a:pt x="105" y="10463"/>
                  </a:lnTo>
                  <a:lnTo>
                    <a:pt x="0" y="10505"/>
                  </a:lnTo>
                  <a:lnTo>
                    <a:pt x="105" y="10505"/>
                  </a:lnTo>
                  <a:lnTo>
                    <a:pt x="167" y="10609"/>
                  </a:lnTo>
                  <a:lnTo>
                    <a:pt x="209" y="10735"/>
                  </a:lnTo>
                  <a:lnTo>
                    <a:pt x="167" y="10777"/>
                  </a:lnTo>
                  <a:lnTo>
                    <a:pt x="126" y="10693"/>
                  </a:lnTo>
                  <a:lnTo>
                    <a:pt x="84" y="10609"/>
                  </a:lnTo>
                  <a:lnTo>
                    <a:pt x="63" y="10714"/>
                  </a:lnTo>
                  <a:lnTo>
                    <a:pt x="84" y="10818"/>
                  </a:lnTo>
                  <a:lnTo>
                    <a:pt x="167" y="10839"/>
                  </a:lnTo>
                  <a:lnTo>
                    <a:pt x="167" y="10923"/>
                  </a:lnTo>
                  <a:lnTo>
                    <a:pt x="126" y="11007"/>
                  </a:lnTo>
                  <a:lnTo>
                    <a:pt x="126" y="11007"/>
                  </a:lnTo>
                  <a:lnTo>
                    <a:pt x="188" y="10965"/>
                  </a:lnTo>
                  <a:lnTo>
                    <a:pt x="230" y="10902"/>
                  </a:lnTo>
                  <a:lnTo>
                    <a:pt x="314" y="10860"/>
                  </a:lnTo>
                  <a:lnTo>
                    <a:pt x="377" y="10902"/>
                  </a:lnTo>
                  <a:lnTo>
                    <a:pt x="314" y="10944"/>
                  </a:lnTo>
                  <a:lnTo>
                    <a:pt x="377" y="10965"/>
                  </a:lnTo>
                  <a:lnTo>
                    <a:pt x="439" y="10944"/>
                  </a:lnTo>
                  <a:lnTo>
                    <a:pt x="439" y="10839"/>
                  </a:lnTo>
                  <a:lnTo>
                    <a:pt x="398" y="10798"/>
                  </a:lnTo>
                  <a:lnTo>
                    <a:pt x="293" y="10818"/>
                  </a:lnTo>
                  <a:lnTo>
                    <a:pt x="293" y="10777"/>
                  </a:lnTo>
                  <a:lnTo>
                    <a:pt x="314" y="10714"/>
                  </a:lnTo>
                  <a:lnTo>
                    <a:pt x="293" y="10630"/>
                  </a:lnTo>
                  <a:lnTo>
                    <a:pt x="335" y="10588"/>
                  </a:lnTo>
                  <a:lnTo>
                    <a:pt x="439" y="10609"/>
                  </a:lnTo>
                  <a:lnTo>
                    <a:pt x="544" y="10798"/>
                  </a:lnTo>
                  <a:lnTo>
                    <a:pt x="586" y="10923"/>
                  </a:lnTo>
                  <a:lnTo>
                    <a:pt x="628" y="10986"/>
                  </a:lnTo>
                  <a:lnTo>
                    <a:pt x="628" y="11153"/>
                  </a:lnTo>
                  <a:lnTo>
                    <a:pt x="544" y="11342"/>
                  </a:lnTo>
                  <a:lnTo>
                    <a:pt x="439" y="11342"/>
                  </a:lnTo>
                  <a:lnTo>
                    <a:pt x="481" y="11383"/>
                  </a:lnTo>
                  <a:lnTo>
                    <a:pt x="544" y="11551"/>
                  </a:lnTo>
                  <a:lnTo>
                    <a:pt x="586" y="11760"/>
                  </a:lnTo>
                  <a:lnTo>
                    <a:pt x="691" y="11865"/>
                  </a:lnTo>
                  <a:lnTo>
                    <a:pt x="691" y="11969"/>
                  </a:lnTo>
                  <a:lnTo>
                    <a:pt x="628" y="12011"/>
                  </a:lnTo>
                  <a:lnTo>
                    <a:pt x="711" y="12095"/>
                  </a:lnTo>
                  <a:lnTo>
                    <a:pt x="795" y="12095"/>
                  </a:lnTo>
                  <a:lnTo>
                    <a:pt x="858" y="12158"/>
                  </a:lnTo>
                  <a:lnTo>
                    <a:pt x="900" y="12095"/>
                  </a:lnTo>
                  <a:lnTo>
                    <a:pt x="900" y="12053"/>
                  </a:lnTo>
                  <a:lnTo>
                    <a:pt x="816" y="11906"/>
                  </a:lnTo>
                  <a:lnTo>
                    <a:pt x="816" y="11739"/>
                  </a:lnTo>
                  <a:lnTo>
                    <a:pt x="858" y="11676"/>
                  </a:lnTo>
                  <a:lnTo>
                    <a:pt x="921" y="11739"/>
                  </a:lnTo>
                  <a:lnTo>
                    <a:pt x="900" y="11781"/>
                  </a:lnTo>
                  <a:lnTo>
                    <a:pt x="900" y="11844"/>
                  </a:lnTo>
                  <a:lnTo>
                    <a:pt x="963" y="11948"/>
                  </a:lnTo>
                  <a:lnTo>
                    <a:pt x="1004" y="12095"/>
                  </a:lnTo>
                  <a:lnTo>
                    <a:pt x="963" y="12199"/>
                  </a:lnTo>
                  <a:lnTo>
                    <a:pt x="1004" y="12283"/>
                  </a:lnTo>
                  <a:lnTo>
                    <a:pt x="1109" y="12220"/>
                  </a:lnTo>
                  <a:lnTo>
                    <a:pt x="1214" y="12074"/>
                  </a:lnTo>
                  <a:lnTo>
                    <a:pt x="1109" y="11969"/>
                  </a:lnTo>
                  <a:lnTo>
                    <a:pt x="1109" y="11906"/>
                  </a:lnTo>
                  <a:lnTo>
                    <a:pt x="1151" y="11886"/>
                  </a:lnTo>
                  <a:lnTo>
                    <a:pt x="1235" y="11906"/>
                  </a:lnTo>
                  <a:lnTo>
                    <a:pt x="1276" y="11948"/>
                  </a:lnTo>
                  <a:lnTo>
                    <a:pt x="1318" y="11844"/>
                  </a:lnTo>
                  <a:lnTo>
                    <a:pt x="1318" y="11655"/>
                  </a:lnTo>
                  <a:lnTo>
                    <a:pt x="1276" y="11572"/>
                  </a:lnTo>
                  <a:lnTo>
                    <a:pt x="1276" y="11237"/>
                  </a:lnTo>
                  <a:lnTo>
                    <a:pt x="1276" y="11049"/>
                  </a:lnTo>
                  <a:lnTo>
                    <a:pt x="1339" y="10944"/>
                  </a:lnTo>
                  <a:lnTo>
                    <a:pt x="1444" y="10839"/>
                  </a:lnTo>
                  <a:lnTo>
                    <a:pt x="1423" y="10777"/>
                  </a:lnTo>
                  <a:lnTo>
                    <a:pt x="1360" y="10735"/>
                  </a:lnTo>
                  <a:lnTo>
                    <a:pt x="1360" y="10630"/>
                  </a:lnTo>
                  <a:lnTo>
                    <a:pt x="1318" y="10630"/>
                  </a:lnTo>
                  <a:lnTo>
                    <a:pt x="1339" y="10567"/>
                  </a:lnTo>
                  <a:lnTo>
                    <a:pt x="1151" y="10567"/>
                  </a:lnTo>
                  <a:lnTo>
                    <a:pt x="1130" y="10505"/>
                  </a:lnTo>
                  <a:lnTo>
                    <a:pt x="1235" y="10463"/>
                  </a:lnTo>
                  <a:lnTo>
                    <a:pt x="1255" y="10379"/>
                  </a:lnTo>
                  <a:lnTo>
                    <a:pt x="1235" y="10212"/>
                  </a:lnTo>
                  <a:lnTo>
                    <a:pt x="1151" y="10170"/>
                  </a:lnTo>
                  <a:lnTo>
                    <a:pt x="1067" y="10191"/>
                  </a:lnTo>
                  <a:lnTo>
                    <a:pt x="1067" y="10212"/>
                  </a:lnTo>
                  <a:lnTo>
                    <a:pt x="1004" y="10274"/>
                  </a:lnTo>
                  <a:lnTo>
                    <a:pt x="921" y="10274"/>
                  </a:lnTo>
                  <a:lnTo>
                    <a:pt x="795" y="10149"/>
                  </a:lnTo>
                  <a:lnTo>
                    <a:pt x="816" y="10065"/>
                  </a:lnTo>
                  <a:lnTo>
                    <a:pt x="1004" y="9982"/>
                  </a:lnTo>
                  <a:lnTo>
                    <a:pt x="1151" y="9961"/>
                  </a:lnTo>
                  <a:lnTo>
                    <a:pt x="1339" y="10002"/>
                  </a:lnTo>
                  <a:lnTo>
                    <a:pt x="1423" y="10065"/>
                  </a:lnTo>
                  <a:lnTo>
                    <a:pt x="1444" y="10002"/>
                  </a:lnTo>
                  <a:lnTo>
                    <a:pt x="1444" y="9940"/>
                  </a:lnTo>
                  <a:lnTo>
                    <a:pt x="1444" y="9835"/>
                  </a:lnTo>
                  <a:lnTo>
                    <a:pt x="1423" y="9751"/>
                  </a:lnTo>
                  <a:lnTo>
                    <a:pt x="1444" y="9689"/>
                  </a:lnTo>
                  <a:lnTo>
                    <a:pt x="1527" y="9689"/>
                  </a:lnTo>
                  <a:lnTo>
                    <a:pt x="1569" y="9772"/>
                  </a:lnTo>
                  <a:lnTo>
                    <a:pt x="1653" y="9772"/>
                  </a:lnTo>
                  <a:lnTo>
                    <a:pt x="1758" y="9730"/>
                  </a:lnTo>
                  <a:lnTo>
                    <a:pt x="1946" y="9689"/>
                  </a:lnTo>
                  <a:lnTo>
                    <a:pt x="2113" y="9647"/>
                  </a:lnTo>
                  <a:lnTo>
                    <a:pt x="2218" y="9647"/>
                  </a:lnTo>
                  <a:lnTo>
                    <a:pt x="2281" y="9668"/>
                  </a:lnTo>
                  <a:lnTo>
                    <a:pt x="2323" y="9647"/>
                  </a:lnTo>
                  <a:cubicBezTo>
                    <a:pt x="2323" y="9668"/>
                    <a:pt x="2364" y="9730"/>
                    <a:pt x="2364" y="9751"/>
                  </a:cubicBezTo>
                  <a:lnTo>
                    <a:pt x="2218" y="9856"/>
                  </a:lnTo>
                  <a:lnTo>
                    <a:pt x="2218" y="9940"/>
                  </a:lnTo>
                  <a:lnTo>
                    <a:pt x="2155" y="9877"/>
                  </a:lnTo>
                  <a:lnTo>
                    <a:pt x="2051" y="9898"/>
                  </a:lnTo>
                  <a:lnTo>
                    <a:pt x="1967" y="9961"/>
                  </a:lnTo>
                  <a:lnTo>
                    <a:pt x="1904" y="9940"/>
                  </a:lnTo>
                  <a:lnTo>
                    <a:pt x="1841" y="9772"/>
                  </a:lnTo>
                  <a:lnTo>
                    <a:pt x="1779" y="9772"/>
                  </a:lnTo>
                  <a:lnTo>
                    <a:pt x="1632" y="9961"/>
                  </a:lnTo>
                  <a:lnTo>
                    <a:pt x="1632" y="10065"/>
                  </a:lnTo>
                  <a:lnTo>
                    <a:pt x="1527" y="10128"/>
                  </a:lnTo>
                  <a:lnTo>
                    <a:pt x="1486" y="10233"/>
                  </a:lnTo>
                  <a:lnTo>
                    <a:pt x="1653" y="10295"/>
                  </a:lnTo>
                  <a:lnTo>
                    <a:pt x="1674" y="10400"/>
                  </a:lnTo>
                  <a:lnTo>
                    <a:pt x="1653" y="10421"/>
                  </a:lnTo>
                  <a:lnTo>
                    <a:pt x="1653" y="10484"/>
                  </a:lnTo>
                  <a:lnTo>
                    <a:pt x="1737" y="10609"/>
                  </a:lnTo>
                  <a:lnTo>
                    <a:pt x="1862" y="10630"/>
                  </a:lnTo>
                  <a:lnTo>
                    <a:pt x="1862" y="10714"/>
                  </a:lnTo>
                  <a:lnTo>
                    <a:pt x="1904" y="10735"/>
                  </a:lnTo>
                  <a:lnTo>
                    <a:pt x="1946" y="10693"/>
                  </a:lnTo>
                  <a:lnTo>
                    <a:pt x="2009" y="10714"/>
                  </a:lnTo>
                  <a:lnTo>
                    <a:pt x="2072" y="10693"/>
                  </a:lnTo>
                  <a:lnTo>
                    <a:pt x="2072" y="10609"/>
                  </a:lnTo>
                  <a:lnTo>
                    <a:pt x="1967" y="10505"/>
                  </a:lnTo>
                  <a:lnTo>
                    <a:pt x="2009" y="10400"/>
                  </a:lnTo>
                  <a:lnTo>
                    <a:pt x="2072" y="10254"/>
                  </a:lnTo>
                  <a:lnTo>
                    <a:pt x="2197" y="10170"/>
                  </a:lnTo>
                  <a:lnTo>
                    <a:pt x="2218" y="10107"/>
                  </a:lnTo>
                  <a:lnTo>
                    <a:pt x="2364" y="10149"/>
                  </a:lnTo>
                  <a:lnTo>
                    <a:pt x="2511" y="10254"/>
                  </a:lnTo>
                  <a:lnTo>
                    <a:pt x="2574" y="10316"/>
                  </a:lnTo>
                  <a:lnTo>
                    <a:pt x="2636" y="10295"/>
                  </a:lnTo>
                  <a:lnTo>
                    <a:pt x="2699" y="10086"/>
                  </a:lnTo>
                  <a:lnTo>
                    <a:pt x="2825" y="9961"/>
                  </a:lnTo>
                  <a:lnTo>
                    <a:pt x="2825" y="9877"/>
                  </a:lnTo>
                  <a:lnTo>
                    <a:pt x="2783" y="9814"/>
                  </a:lnTo>
                  <a:lnTo>
                    <a:pt x="2741" y="9751"/>
                  </a:lnTo>
                  <a:lnTo>
                    <a:pt x="2616" y="9647"/>
                  </a:lnTo>
                  <a:lnTo>
                    <a:pt x="2532" y="9647"/>
                  </a:lnTo>
                  <a:lnTo>
                    <a:pt x="2469" y="9584"/>
                  </a:lnTo>
                  <a:lnTo>
                    <a:pt x="2302" y="9584"/>
                  </a:lnTo>
                  <a:cubicBezTo>
                    <a:pt x="2302" y="9563"/>
                    <a:pt x="2302" y="9521"/>
                    <a:pt x="2281" y="9479"/>
                  </a:cubicBezTo>
                  <a:lnTo>
                    <a:pt x="2281" y="9458"/>
                  </a:lnTo>
                  <a:lnTo>
                    <a:pt x="2406" y="9375"/>
                  </a:lnTo>
                  <a:lnTo>
                    <a:pt x="2427" y="9333"/>
                  </a:lnTo>
                  <a:lnTo>
                    <a:pt x="2574" y="9228"/>
                  </a:lnTo>
                  <a:lnTo>
                    <a:pt x="2699" y="9165"/>
                  </a:lnTo>
                  <a:lnTo>
                    <a:pt x="2888" y="9207"/>
                  </a:lnTo>
                  <a:lnTo>
                    <a:pt x="2992" y="9165"/>
                  </a:lnTo>
                  <a:lnTo>
                    <a:pt x="3034" y="9228"/>
                  </a:lnTo>
                  <a:lnTo>
                    <a:pt x="3034" y="9333"/>
                  </a:lnTo>
                  <a:lnTo>
                    <a:pt x="2950" y="9458"/>
                  </a:lnTo>
                  <a:lnTo>
                    <a:pt x="2929" y="9563"/>
                  </a:lnTo>
                  <a:lnTo>
                    <a:pt x="2992" y="9584"/>
                  </a:lnTo>
                  <a:lnTo>
                    <a:pt x="2992" y="9689"/>
                  </a:lnTo>
                  <a:lnTo>
                    <a:pt x="2992" y="9793"/>
                  </a:lnTo>
                  <a:lnTo>
                    <a:pt x="2950" y="9856"/>
                  </a:lnTo>
                  <a:lnTo>
                    <a:pt x="2992" y="9961"/>
                  </a:lnTo>
                  <a:lnTo>
                    <a:pt x="3097" y="10002"/>
                  </a:lnTo>
                  <a:lnTo>
                    <a:pt x="3243" y="10170"/>
                  </a:lnTo>
                  <a:lnTo>
                    <a:pt x="3348" y="10191"/>
                  </a:lnTo>
                  <a:lnTo>
                    <a:pt x="3432" y="10170"/>
                  </a:lnTo>
                  <a:lnTo>
                    <a:pt x="3536" y="10002"/>
                  </a:lnTo>
                  <a:lnTo>
                    <a:pt x="3536" y="9898"/>
                  </a:lnTo>
                  <a:lnTo>
                    <a:pt x="3578" y="9856"/>
                  </a:lnTo>
                  <a:lnTo>
                    <a:pt x="3620" y="9793"/>
                  </a:lnTo>
                  <a:lnTo>
                    <a:pt x="3578" y="9710"/>
                  </a:lnTo>
                  <a:lnTo>
                    <a:pt x="3662" y="9584"/>
                  </a:lnTo>
                  <a:lnTo>
                    <a:pt x="3766" y="9563"/>
                  </a:lnTo>
                  <a:lnTo>
                    <a:pt x="3850" y="9563"/>
                  </a:lnTo>
                  <a:lnTo>
                    <a:pt x="3871" y="9500"/>
                  </a:lnTo>
                  <a:lnTo>
                    <a:pt x="3850" y="9458"/>
                  </a:lnTo>
                  <a:lnTo>
                    <a:pt x="3829" y="9333"/>
                  </a:lnTo>
                  <a:lnTo>
                    <a:pt x="3620" y="9249"/>
                  </a:lnTo>
                  <a:lnTo>
                    <a:pt x="3578" y="9186"/>
                  </a:lnTo>
                  <a:lnTo>
                    <a:pt x="3641" y="9040"/>
                  </a:lnTo>
                  <a:lnTo>
                    <a:pt x="3724" y="8977"/>
                  </a:lnTo>
                  <a:lnTo>
                    <a:pt x="3766" y="8956"/>
                  </a:lnTo>
                  <a:lnTo>
                    <a:pt x="3745" y="9019"/>
                  </a:lnTo>
                  <a:lnTo>
                    <a:pt x="3745" y="9145"/>
                  </a:lnTo>
                  <a:lnTo>
                    <a:pt x="3787" y="9165"/>
                  </a:lnTo>
                  <a:lnTo>
                    <a:pt x="3850" y="9145"/>
                  </a:lnTo>
                  <a:lnTo>
                    <a:pt x="3871" y="9124"/>
                  </a:lnTo>
                  <a:lnTo>
                    <a:pt x="3955" y="9145"/>
                  </a:lnTo>
                  <a:lnTo>
                    <a:pt x="3996" y="9186"/>
                  </a:lnTo>
                  <a:lnTo>
                    <a:pt x="4059" y="9165"/>
                  </a:lnTo>
                  <a:lnTo>
                    <a:pt x="4101" y="9165"/>
                  </a:lnTo>
                  <a:lnTo>
                    <a:pt x="4080" y="9228"/>
                  </a:lnTo>
                  <a:lnTo>
                    <a:pt x="3976" y="9249"/>
                  </a:lnTo>
                  <a:lnTo>
                    <a:pt x="3976" y="9270"/>
                  </a:lnTo>
                  <a:lnTo>
                    <a:pt x="3996" y="9291"/>
                  </a:lnTo>
                  <a:lnTo>
                    <a:pt x="4080" y="9270"/>
                  </a:lnTo>
                  <a:lnTo>
                    <a:pt x="4206" y="9186"/>
                  </a:lnTo>
                  <a:lnTo>
                    <a:pt x="4499" y="9228"/>
                  </a:lnTo>
                  <a:lnTo>
                    <a:pt x="4666" y="9186"/>
                  </a:lnTo>
                  <a:lnTo>
                    <a:pt x="4603" y="9165"/>
                  </a:lnTo>
                  <a:lnTo>
                    <a:pt x="4582" y="9061"/>
                  </a:lnTo>
                  <a:lnTo>
                    <a:pt x="4603" y="8935"/>
                  </a:lnTo>
                  <a:lnTo>
                    <a:pt x="4729" y="8873"/>
                  </a:lnTo>
                  <a:lnTo>
                    <a:pt x="4833" y="8914"/>
                  </a:lnTo>
                  <a:lnTo>
                    <a:pt x="4875" y="9019"/>
                  </a:lnTo>
                  <a:lnTo>
                    <a:pt x="4833" y="9124"/>
                  </a:lnTo>
                  <a:lnTo>
                    <a:pt x="4896" y="9186"/>
                  </a:lnTo>
                  <a:lnTo>
                    <a:pt x="4980" y="9186"/>
                  </a:lnTo>
                  <a:lnTo>
                    <a:pt x="5043" y="9061"/>
                  </a:lnTo>
                  <a:lnTo>
                    <a:pt x="4980" y="8852"/>
                  </a:lnTo>
                  <a:lnTo>
                    <a:pt x="5001" y="8726"/>
                  </a:lnTo>
                  <a:lnTo>
                    <a:pt x="5126" y="8621"/>
                  </a:lnTo>
                  <a:lnTo>
                    <a:pt x="5210" y="8621"/>
                  </a:lnTo>
                  <a:lnTo>
                    <a:pt x="5231" y="8559"/>
                  </a:lnTo>
                  <a:lnTo>
                    <a:pt x="5189" y="8496"/>
                  </a:lnTo>
                  <a:lnTo>
                    <a:pt x="5210" y="8349"/>
                  </a:lnTo>
                  <a:lnTo>
                    <a:pt x="5294" y="8308"/>
                  </a:lnTo>
                  <a:lnTo>
                    <a:pt x="5398" y="8329"/>
                  </a:lnTo>
                  <a:lnTo>
                    <a:pt x="5419" y="8391"/>
                  </a:lnTo>
                  <a:lnTo>
                    <a:pt x="5357" y="8454"/>
                  </a:lnTo>
                  <a:lnTo>
                    <a:pt x="5336" y="8621"/>
                  </a:lnTo>
                  <a:lnTo>
                    <a:pt x="5357" y="8956"/>
                  </a:lnTo>
                  <a:lnTo>
                    <a:pt x="5419" y="8998"/>
                  </a:lnTo>
                  <a:lnTo>
                    <a:pt x="5503" y="8935"/>
                  </a:lnTo>
                  <a:lnTo>
                    <a:pt x="5545" y="8831"/>
                  </a:lnTo>
                  <a:lnTo>
                    <a:pt x="5649" y="8831"/>
                  </a:lnTo>
                  <a:lnTo>
                    <a:pt x="5754" y="8726"/>
                  </a:lnTo>
                  <a:lnTo>
                    <a:pt x="5817" y="8580"/>
                  </a:lnTo>
                  <a:lnTo>
                    <a:pt x="5775" y="8475"/>
                  </a:lnTo>
                  <a:lnTo>
                    <a:pt x="5921" y="8370"/>
                  </a:lnTo>
                  <a:lnTo>
                    <a:pt x="5880" y="8287"/>
                  </a:lnTo>
                  <a:lnTo>
                    <a:pt x="5838" y="8224"/>
                  </a:lnTo>
                  <a:lnTo>
                    <a:pt x="5712" y="8057"/>
                  </a:lnTo>
                  <a:lnTo>
                    <a:pt x="5649" y="7910"/>
                  </a:lnTo>
                  <a:lnTo>
                    <a:pt x="5629" y="7638"/>
                  </a:lnTo>
                  <a:lnTo>
                    <a:pt x="5670" y="7324"/>
                  </a:lnTo>
                  <a:lnTo>
                    <a:pt x="5670" y="7115"/>
                  </a:lnTo>
                  <a:lnTo>
                    <a:pt x="5566" y="6717"/>
                  </a:lnTo>
                  <a:lnTo>
                    <a:pt x="5440" y="6529"/>
                  </a:lnTo>
                  <a:lnTo>
                    <a:pt x="5440" y="6383"/>
                  </a:lnTo>
                  <a:lnTo>
                    <a:pt x="5461" y="6194"/>
                  </a:lnTo>
                  <a:lnTo>
                    <a:pt x="5649" y="6111"/>
                  </a:lnTo>
                  <a:lnTo>
                    <a:pt x="5733" y="6111"/>
                  </a:lnTo>
                  <a:lnTo>
                    <a:pt x="5775" y="6194"/>
                  </a:lnTo>
                  <a:lnTo>
                    <a:pt x="5817" y="6132"/>
                  </a:lnTo>
                  <a:lnTo>
                    <a:pt x="5775" y="6006"/>
                  </a:lnTo>
                  <a:lnTo>
                    <a:pt x="5754" y="5922"/>
                  </a:lnTo>
                  <a:lnTo>
                    <a:pt x="5733" y="5880"/>
                  </a:lnTo>
                  <a:lnTo>
                    <a:pt x="5712" y="5776"/>
                  </a:lnTo>
                  <a:lnTo>
                    <a:pt x="5712" y="5713"/>
                  </a:lnTo>
                  <a:lnTo>
                    <a:pt x="5712" y="5650"/>
                  </a:lnTo>
                  <a:lnTo>
                    <a:pt x="5754" y="5567"/>
                  </a:lnTo>
                  <a:lnTo>
                    <a:pt x="5754" y="5546"/>
                  </a:lnTo>
                  <a:lnTo>
                    <a:pt x="5754" y="5462"/>
                  </a:lnTo>
                  <a:lnTo>
                    <a:pt x="5733" y="5399"/>
                  </a:lnTo>
                  <a:lnTo>
                    <a:pt x="5733" y="5274"/>
                  </a:lnTo>
                  <a:lnTo>
                    <a:pt x="5754" y="5190"/>
                  </a:lnTo>
                  <a:lnTo>
                    <a:pt x="5712" y="5127"/>
                  </a:lnTo>
                  <a:lnTo>
                    <a:pt x="5670" y="4876"/>
                  </a:lnTo>
                  <a:lnTo>
                    <a:pt x="5566" y="4709"/>
                  </a:lnTo>
                  <a:lnTo>
                    <a:pt x="5545" y="4709"/>
                  </a:lnTo>
                  <a:lnTo>
                    <a:pt x="5503" y="4667"/>
                  </a:lnTo>
                  <a:lnTo>
                    <a:pt x="5503" y="4437"/>
                  </a:lnTo>
                  <a:lnTo>
                    <a:pt x="5398" y="4332"/>
                  </a:lnTo>
                  <a:lnTo>
                    <a:pt x="5147" y="4081"/>
                  </a:lnTo>
                  <a:lnTo>
                    <a:pt x="5105" y="3976"/>
                  </a:lnTo>
                  <a:lnTo>
                    <a:pt x="5043" y="3788"/>
                  </a:lnTo>
                  <a:lnTo>
                    <a:pt x="5043" y="3600"/>
                  </a:lnTo>
                  <a:lnTo>
                    <a:pt x="5043" y="3558"/>
                  </a:lnTo>
                  <a:lnTo>
                    <a:pt x="4980" y="3600"/>
                  </a:lnTo>
                  <a:lnTo>
                    <a:pt x="4917" y="3600"/>
                  </a:lnTo>
                  <a:lnTo>
                    <a:pt x="4896" y="3579"/>
                  </a:lnTo>
                  <a:lnTo>
                    <a:pt x="4896" y="3558"/>
                  </a:lnTo>
                  <a:cubicBezTo>
                    <a:pt x="4854" y="3474"/>
                    <a:pt x="4812" y="3412"/>
                    <a:pt x="4750" y="3349"/>
                  </a:cubicBezTo>
                  <a:lnTo>
                    <a:pt x="4792" y="3265"/>
                  </a:lnTo>
                  <a:lnTo>
                    <a:pt x="4854" y="3160"/>
                  </a:lnTo>
                  <a:lnTo>
                    <a:pt x="4812" y="3077"/>
                  </a:lnTo>
                  <a:lnTo>
                    <a:pt x="4687" y="3077"/>
                  </a:lnTo>
                  <a:lnTo>
                    <a:pt x="4540" y="3056"/>
                  </a:lnTo>
                  <a:lnTo>
                    <a:pt x="4394" y="2888"/>
                  </a:lnTo>
                  <a:lnTo>
                    <a:pt x="4268" y="2930"/>
                  </a:lnTo>
                  <a:lnTo>
                    <a:pt x="4122" y="2847"/>
                  </a:lnTo>
                  <a:lnTo>
                    <a:pt x="4101" y="2763"/>
                  </a:lnTo>
                  <a:lnTo>
                    <a:pt x="4101" y="2658"/>
                  </a:lnTo>
                  <a:lnTo>
                    <a:pt x="4185" y="2575"/>
                  </a:lnTo>
                  <a:lnTo>
                    <a:pt x="4268" y="2575"/>
                  </a:lnTo>
                  <a:lnTo>
                    <a:pt x="4415" y="2679"/>
                  </a:lnTo>
                  <a:lnTo>
                    <a:pt x="4478" y="2721"/>
                  </a:lnTo>
                  <a:lnTo>
                    <a:pt x="4603" y="2533"/>
                  </a:lnTo>
                  <a:lnTo>
                    <a:pt x="4729" y="2428"/>
                  </a:lnTo>
                  <a:lnTo>
                    <a:pt x="4833" y="2428"/>
                  </a:lnTo>
                  <a:lnTo>
                    <a:pt x="4896" y="2470"/>
                  </a:lnTo>
                  <a:lnTo>
                    <a:pt x="4959" y="2512"/>
                  </a:lnTo>
                  <a:lnTo>
                    <a:pt x="5064" y="2470"/>
                  </a:lnTo>
                  <a:lnTo>
                    <a:pt x="5168" y="2575"/>
                  </a:lnTo>
                  <a:lnTo>
                    <a:pt x="5336" y="2721"/>
                  </a:lnTo>
                  <a:lnTo>
                    <a:pt x="5524" y="2784"/>
                  </a:lnTo>
                  <a:lnTo>
                    <a:pt x="5691" y="2847"/>
                  </a:lnTo>
                  <a:lnTo>
                    <a:pt x="5754" y="2930"/>
                  </a:lnTo>
                  <a:lnTo>
                    <a:pt x="5859" y="2972"/>
                  </a:lnTo>
                  <a:lnTo>
                    <a:pt x="5859" y="2888"/>
                  </a:lnTo>
                  <a:lnTo>
                    <a:pt x="5880" y="2784"/>
                  </a:lnTo>
                  <a:lnTo>
                    <a:pt x="5859" y="2658"/>
                  </a:lnTo>
                  <a:lnTo>
                    <a:pt x="5880" y="2470"/>
                  </a:lnTo>
                  <a:lnTo>
                    <a:pt x="5942" y="2240"/>
                  </a:lnTo>
                  <a:lnTo>
                    <a:pt x="6089" y="2031"/>
                  </a:lnTo>
                  <a:lnTo>
                    <a:pt x="6193" y="2010"/>
                  </a:lnTo>
                  <a:lnTo>
                    <a:pt x="6298" y="2031"/>
                  </a:lnTo>
                  <a:lnTo>
                    <a:pt x="6465" y="2031"/>
                  </a:lnTo>
                  <a:lnTo>
                    <a:pt x="6465" y="1989"/>
                  </a:lnTo>
                  <a:lnTo>
                    <a:pt x="6528" y="1926"/>
                  </a:lnTo>
                  <a:lnTo>
                    <a:pt x="6591" y="1947"/>
                  </a:lnTo>
                  <a:lnTo>
                    <a:pt x="6675" y="1947"/>
                  </a:lnTo>
                  <a:lnTo>
                    <a:pt x="6717" y="1905"/>
                  </a:lnTo>
                  <a:lnTo>
                    <a:pt x="6737" y="1821"/>
                  </a:lnTo>
                  <a:lnTo>
                    <a:pt x="6842" y="1779"/>
                  </a:lnTo>
                  <a:lnTo>
                    <a:pt x="6926" y="1717"/>
                  </a:lnTo>
                  <a:lnTo>
                    <a:pt x="6926" y="1612"/>
                  </a:lnTo>
                  <a:lnTo>
                    <a:pt x="6989" y="1591"/>
                  </a:lnTo>
                  <a:lnTo>
                    <a:pt x="7009" y="1507"/>
                  </a:lnTo>
                  <a:lnTo>
                    <a:pt x="6926" y="1507"/>
                  </a:lnTo>
                  <a:lnTo>
                    <a:pt x="6863" y="1591"/>
                  </a:lnTo>
                  <a:lnTo>
                    <a:pt x="6800" y="1675"/>
                  </a:lnTo>
                  <a:lnTo>
                    <a:pt x="6717" y="1675"/>
                  </a:lnTo>
                  <a:lnTo>
                    <a:pt x="6717" y="1612"/>
                  </a:lnTo>
                  <a:lnTo>
                    <a:pt x="6717" y="1528"/>
                  </a:lnTo>
                  <a:lnTo>
                    <a:pt x="6612" y="1403"/>
                  </a:lnTo>
                  <a:lnTo>
                    <a:pt x="6486" y="1319"/>
                  </a:lnTo>
                  <a:lnTo>
                    <a:pt x="6445" y="1277"/>
                  </a:lnTo>
                  <a:lnTo>
                    <a:pt x="6445" y="1110"/>
                  </a:lnTo>
                  <a:lnTo>
                    <a:pt x="6486" y="943"/>
                  </a:lnTo>
                  <a:lnTo>
                    <a:pt x="6486" y="838"/>
                  </a:lnTo>
                  <a:lnTo>
                    <a:pt x="6465" y="775"/>
                  </a:lnTo>
                  <a:lnTo>
                    <a:pt x="6445" y="796"/>
                  </a:lnTo>
                  <a:lnTo>
                    <a:pt x="6403" y="901"/>
                  </a:lnTo>
                  <a:lnTo>
                    <a:pt x="6298" y="1047"/>
                  </a:lnTo>
                  <a:lnTo>
                    <a:pt x="6131" y="1173"/>
                  </a:lnTo>
                  <a:lnTo>
                    <a:pt x="5963" y="1194"/>
                  </a:lnTo>
                  <a:lnTo>
                    <a:pt x="5901" y="1173"/>
                  </a:lnTo>
                  <a:lnTo>
                    <a:pt x="5838" y="1194"/>
                  </a:lnTo>
                  <a:lnTo>
                    <a:pt x="5733" y="1089"/>
                  </a:lnTo>
                  <a:lnTo>
                    <a:pt x="5608" y="1068"/>
                  </a:lnTo>
                  <a:lnTo>
                    <a:pt x="5419" y="984"/>
                  </a:lnTo>
                  <a:lnTo>
                    <a:pt x="5315" y="880"/>
                  </a:lnTo>
                  <a:lnTo>
                    <a:pt x="5210" y="859"/>
                  </a:lnTo>
                  <a:lnTo>
                    <a:pt x="5147" y="775"/>
                  </a:lnTo>
                  <a:lnTo>
                    <a:pt x="5001" y="671"/>
                  </a:lnTo>
                  <a:lnTo>
                    <a:pt x="4729" y="419"/>
                  </a:lnTo>
                  <a:lnTo>
                    <a:pt x="4645" y="252"/>
                  </a:lnTo>
                  <a:lnTo>
                    <a:pt x="4499" y="231"/>
                  </a:lnTo>
                  <a:lnTo>
                    <a:pt x="4310" y="64"/>
                  </a:lnTo>
                  <a:lnTo>
                    <a:pt x="4268" y="1"/>
                  </a:lnTo>
                  <a:close/>
                </a:path>
              </a:pathLst>
            </a:custGeom>
            <a:solidFill>
              <a:srgbClr val="5F7D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49" name="Google Shape;5949;p36"/>
            <p:cNvSpPr/>
            <p:nvPr/>
          </p:nvSpPr>
          <p:spPr>
            <a:xfrm>
              <a:off x="4580490" y="2850992"/>
              <a:ext cx="28661" cy="38087"/>
            </a:xfrm>
            <a:custGeom>
              <a:rect b="b" l="l" r="r" t="t"/>
              <a:pathLst>
                <a:path extrusionOk="0" h="3349" w="2407">
                  <a:moveTo>
                    <a:pt x="1256" y="1"/>
                  </a:moveTo>
                  <a:lnTo>
                    <a:pt x="1005" y="126"/>
                  </a:lnTo>
                  <a:lnTo>
                    <a:pt x="628" y="189"/>
                  </a:lnTo>
                  <a:lnTo>
                    <a:pt x="419" y="377"/>
                  </a:lnTo>
                  <a:lnTo>
                    <a:pt x="210" y="419"/>
                  </a:lnTo>
                  <a:lnTo>
                    <a:pt x="21" y="586"/>
                  </a:lnTo>
                  <a:lnTo>
                    <a:pt x="0" y="712"/>
                  </a:lnTo>
                  <a:lnTo>
                    <a:pt x="0" y="733"/>
                  </a:lnTo>
                  <a:lnTo>
                    <a:pt x="105" y="649"/>
                  </a:lnTo>
                  <a:lnTo>
                    <a:pt x="293" y="691"/>
                  </a:lnTo>
                  <a:lnTo>
                    <a:pt x="210" y="712"/>
                  </a:lnTo>
                  <a:lnTo>
                    <a:pt x="419" y="921"/>
                  </a:lnTo>
                  <a:lnTo>
                    <a:pt x="565" y="1130"/>
                  </a:lnTo>
                  <a:lnTo>
                    <a:pt x="649" y="1130"/>
                  </a:lnTo>
                  <a:lnTo>
                    <a:pt x="607" y="1214"/>
                  </a:lnTo>
                  <a:lnTo>
                    <a:pt x="712" y="1319"/>
                  </a:lnTo>
                  <a:lnTo>
                    <a:pt x="733" y="1423"/>
                  </a:lnTo>
                  <a:lnTo>
                    <a:pt x="544" y="1361"/>
                  </a:lnTo>
                  <a:lnTo>
                    <a:pt x="524" y="1277"/>
                  </a:lnTo>
                  <a:lnTo>
                    <a:pt x="461" y="1381"/>
                  </a:lnTo>
                  <a:lnTo>
                    <a:pt x="398" y="1361"/>
                  </a:lnTo>
                  <a:lnTo>
                    <a:pt x="252" y="1549"/>
                  </a:lnTo>
                  <a:lnTo>
                    <a:pt x="524" y="1653"/>
                  </a:lnTo>
                  <a:lnTo>
                    <a:pt x="607" y="1633"/>
                  </a:lnTo>
                  <a:lnTo>
                    <a:pt x="649" y="1758"/>
                  </a:lnTo>
                  <a:lnTo>
                    <a:pt x="649" y="1988"/>
                  </a:lnTo>
                  <a:lnTo>
                    <a:pt x="712" y="2051"/>
                  </a:lnTo>
                  <a:lnTo>
                    <a:pt x="754" y="2009"/>
                  </a:lnTo>
                  <a:lnTo>
                    <a:pt x="858" y="2197"/>
                  </a:lnTo>
                  <a:lnTo>
                    <a:pt x="670" y="2323"/>
                  </a:lnTo>
                  <a:lnTo>
                    <a:pt x="670" y="2386"/>
                  </a:lnTo>
                  <a:lnTo>
                    <a:pt x="754" y="2469"/>
                  </a:lnTo>
                  <a:lnTo>
                    <a:pt x="754" y="2574"/>
                  </a:lnTo>
                  <a:lnTo>
                    <a:pt x="670" y="2595"/>
                  </a:lnTo>
                  <a:lnTo>
                    <a:pt x="670" y="2700"/>
                  </a:lnTo>
                  <a:lnTo>
                    <a:pt x="733" y="2804"/>
                  </a:lnTo>
                  <a:lnTo>
                    <a:pt x="670" y="2804"/>
                  </a:lnTo>
                  <a:lnTo>
                    <a:pt x="816" y="3097"/>
                  </a:lnTo>
                  <a:lnTo>
                    <a:pt x="879" y="3097"/>
                  </a:lnTo>
                  <a:lnTo>
                    <a:pt x="921" y="3223"/>
                  </a:lnTo>
                  <a:lnTo>
                    <a:pt x="963" y="3244"/>
                  </a:lnTo>
                  <a:lnTo>
                    <a:pt x="963" y="3348"/>
                  </a:lnTo>
                  <a:lnTo>
                    <a:pt x="1047" y="3306"/>
                  </a:lnTo>
                  <a:lnTo>
                    <a:pt x="1047" y="3139"/>
                  </a:lnTo>
                  <a:lnTo>
                    <a:pt x="1088" y="3223"/>
                  </a:lnTo>
                  <a:lnTo>
                    <a:pt x="1172" y="3118"/>
                  </a:lnTo>
                  <a:lnTo>
                    <a:pt x="1444" y="2888"/>
                  </a:lnTo>
                  <a:lnTo>
                    <a:pt x="1549" y="2846"/>
                  </a:lnTo>
                  <a:lnTo>
                    <a:pt x="1570" y="2909"/>
                  </a:lnTo>
                  <a:lnTo>
                    <a:pt x="1653" y="2825"/>
                  </a:lnTo>
                  <a:lnTo>
                    <a:pt x="1695" y="2825"/>
                  </a:lnTo>
                  <a:lnTo>
                    <a:pt x="1758" y="2930"/>
                  </a:lnTo>
                  <a:lnTo>
                    <a:pt x="1863" y="2909"/>
                  </a:lnTo>
                  <a:lnTo>
                    <a:pt x="1905" y="2951"/>
                  </a:lnTo>
                  <a:lnTo>
                    <a:pt x="1967" y="2909"/>
                  </a:lnTo>
                  <a:lnTo>
                    <a:pt x="1925" y="2825"/>
                  </a:lnTo>
                  <a:lnTo>
                    <a:pt x="2072" y="2741"/>
                  </a:lnTo>
                  <a:lnTo>
                    <a:pt x="2197" y="2741"/>
                  </a:lnTo>
                  <a:lnTo>
                    <a:pt x="2344" y="2532"/>
                  </a:lnTo>
                  <a:lnTo>
                    <a:pt x="2323" y="2490"/>
                  </a:lnTo>
                  <a:lnTo>
                    <a:pt x="2407" y="2428"/>
                  </a:lnTo>
                  <a:lnTo>
                    <a:pt x="2344" y="1988"/>
                  </a:lnTo>
                  <a:lnTo>
                    <a:pt x="2323" y="1988"/>
                  </a:lnTo>
                  <a:lnTo>
                    <a:pt x="2281" y="2009"/>
                  </a:lnTo>
                  <a:lnTo>
                    <a:pt x="2281" y="1884"/>
                  </a:lnTo>
                  <a:lnTo>
                    <a:pt x="2197" y="1486"/>
                  </a:lnTo>
                  <a:lnTo>
                    <a:pt x="2114" y="1381"/>
                  </a:lnTo>
                  <a:lnTo>
                    <a:pt x="2114" y="1130"/>
                  </a:lnTo>
                  <a:lnTo>
                    <a:pt x="1779" y="712"/>
                  </a:lnTo>
                  <a:lnTo>
                    <a:pt x="1465" y="398"/>
                  </a:lnTo>
                  <a:lnTo>
                    <a:pt x="1256" y="1"/>
                  </a:lnTo>
                  <a:close/>
                </a:path>
              </a:pathLst>
            </a:custGeom>
            <a:solidFill>
              <a:srgbClr val="5F7D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50" name="Google Shape;5950;p36"/>
            <p:cNvSpPr/>
            <p:nvPr/>
          </p:nvSpPr>
          <p:spPr>
            <a:xfrm>
              <a:off x="4566534" y="2807208"/>
              <a:ext cx="32650" cy="53553"/>
            </a:xfrm>
            <a:custGeom>
              <a:rect b="b" l="l" r="r" t="t"/>
              <a:pathLst>
                <a:path extrusionOk="0" h="4709" w="2742">
                  <a:moveTo>
                    <a:pt x="2260" y="1"/>
                  </a:moveTo>
                  <a:lnTo>
                    <a:pt x="2177" y="42"/>
                  </a:lnTo>
                  <a:lnTo>
                    <a:pt x="2177" y="168"/>
                  </a:lnTo>
                  <a:lnTo>
                    <a:pt x="2177" y="273"/>
                  </a:lnTo>
                  <a:lnTo>
                    <a:pt x="2240" y="377"/>
                  </a:lnTo>
                  <a:lnTo>
                    <a:pt x="2177" y="482"/>
                  </a:lnTo>
                  <a:lnTo>
                    <a:pt x="2093" y="482"/>
                  </a:lnTo>
                  <a:lnTo>
                    <a:pt x="1988" y="607"/>
                  </a:lnTo>
                  <a:lnTo>
                    <a:pt x="1988" y="733"/>
                  </a:lnTo>
                  <a:lnTo>
                    <a:pt x="1737" y="921"/>
                  </a:lnTo>
                  <a:lnTo>
                    <a:pt x="1612" y="921"/>
                  </a:lnTo>
                  <a:lnTo>
                    <a:pt x="1528" y="1005"/>
                  </a:lnTo>
                  <a:lnTo>
                    <a:pt x="1633" y="1089"/>
                  </a:lnTo>
                  <a:lnTo>
                    <a:pt x="1779" y="1214"/>
                  </a:lnTo>
                  <a:lnTo>
                    <a:pt x="1779" y="1298"/>
                  </a:lnTo>
                  <a:lnTo>
                    <a:pt x="1716" y="1444"/>
                  </a:lnTo>
                  <a:lnTo>
                    <a:pt x="1570" y="1423"/>
                  </a:lnTo>
                  <a:lnTo>
                    <a:pt x="1319" y="1444"/>
                  </a:lnTo>
                  <a:lnTo>
                    <a:pt x="1193" y="1402"/>
                  </a:lnTo>
                  <a:lnTo>
                    <a:pt x="1089" y="1444"/>
                  </a:lnTo>
                  <a:lnTo>
                    <a:pt x="1005" y="1361"/>
                  </a:lnTo>
                  <a:lnTo>
                    <a:pt x="942" y="1319"/>
                  </a:lnTo>
                  <a:lnTo>
                    <a:pt x="838" y="1151"/>
                  </a:lnTo>
                  <a:lnTo>
                    <a:pt x="691" y="1298"/>
                  </a:lnTo>
                  <a:lnTo>
                    <a:pt x="691" y="1465"/>
                  </a:lnTo>
                  <a:lnTo>
                    <a:pt x="691" y="1528"/>
                  </a:lnTo>
                  <a:lnTo>
                    <a:pt x="649" y="1633"/>
                  </a:lnTo>
                  <a:lnTo>
                    <a:pt x="566" y="1926"/>
                  </a:lnTo>
                  <a:lnTo>
                    <a:pt x="461" y="1967"/>
                  </a:lnTo>
                  <a:lnTo>
                    <a:pt x="356" y="2156"/>
                  </a:lnTo>
                  <a:lnTo>
                    <a:pt x="210" y="2260"/>
                  </a:lnTo>
                  <a:lnTo>
                    <a:pt x="210" y="2365"/>
                  </a:lnTo>
                  <a:lnTo>
                    <a:pt x="147" y="2511"/>
                  </a:lnTo>
                  <a:lnTo>
                    <a:pt x="1" y="2616"/>
                  </a:lnTo>
                  <a:lnTo>
                    <a:pt x="1" y="2972"/>
                  </a:lnTo>
                  <a:lnTo>
                    <a:pt x="22" y="3014"/>
                  </a:lnTo>
                  <a:lnTo>
                    <a:pt x="43" y="2993"/>
                  </a:lnTo>
                  <a:lnTo>
                    <a:pt x="84" y="3202"/>
                  </a:lnTo>
                  <a:lnTo>
                    <a:pt x="168" y="3139"/>
                  </a:lnTo>
                  <a:lnTo>
                    <a:pt x="168" y="3034"/>
                  </a:lnTo>
                  <a:lnTo>
                    <a:pt x="315" y="3118"/>
                  </a:lnTo>
                  <a:lnTo>
                    <a:pt x="356" y="3202"/>
                  </a:lnTo>
                  <a:lnTo>
                    <a:pt x="545" y="3181"/>
                  </a:lnTo>
                  <a:lnTo>
                    <a:pt x="587" y="3097"/>
                  </a:lnTo>
                  <a:lnTo>
                    <a:pt x="670" y="3097"/>
                  </a:lnTo>
                  <a:lnTo>
                    <a:pt x="649" y="3181"/>
                  </a:lnTo>
                  <a:lnTo>
                    <a:pt x="566" y="3223"/>
                  </a:lnTo>
                  <a:lnTo>
                    <a:pt x="649" y="3348"/>
                  </a:lnTo>
                  <a:lnTo>
                    <a:pt x="524" y="3558"/>
                  </a:lnTo>
                  <a:lnTo>
                    <a:pt x="524" y="3851"/>
                  </a:lnTo>
                  <a:lnTo>
                    <a:pt x="545" y="3913"/>
                  </a:lnTo>
                  <a:lnTo>
                    <a:pt x="775" y="3913"/>
                  </a:lnTo>
                  <a:lnTo>
                    <a:pt x="880" y="3851"/>
                  </a:lnTo>
                  <a:lnTo>
                    <a:pt x="754" y="3955"/>
                  </a:lnTo>
                  <a:lnTo>
                    <a:pt x="608" y="3955"/>
                  </a:lnTo>
                  <a:lnTo>
                    <a:pt x="545" y="4143"/>
                  </a:lnTo>
                  <a:lnTo>
                    <a:pt x="524" y="4374"/>
                  </a:lnTo>
                  <a:lnTo>
                    <a:pt x="482" y="4478"/>
                  </a:lnTo>
                  <a:lnTo>
                    <a:pt x="545" y="4478"/>
                  </a:lnTo>
                  <a:lnTo>
                    <a:pt x="649" y="4436"/>
                  </a:lnTo>
                  <a:lnTo>
                    <a:pt x="775" y="4478"/>
                  </a:lnTo>
                  <a:lnTo>
                    <a:pt x="670" y="4646"/>
                  </a:lnTo>
                  <a:lnTo>
                    <a:pt x="691" y="4708"/>
                  </a:lnTo>
                  <a:lnTo>
                    <a:pt x="838" y="4604"/>
                  </a:lnTo>
                  <a:lnTo>
                    <a:pt x="900" y="4667"/>
                  </a:lnTo>
                  <a:lnTo>
                    <a:pt x="1005" y="4541"/>
                  </a:lnTo>
                  <a:lnTo>
                    <a:pt x="963" y="4478"/>
                  </a:lnTo>
                  <a:lnTo>
                    <a:pt x="1047" y="4436"/>
                  </a:lnTo>
                  <a:lnTo>
                    <a:pt x="1172" y="4562"/>
                  </a:lnTo>
                  <a:lnTo>
                    <a:pt x="1193" y="4436"/>
                  </a:lnTo>
                  <a:lnTo>
                    <a:pt x="1382" y="4269"/>
                  </a:lnTo>
                  <a:lnTo>
                    <a:pt x="1591" y="4227"/>
                  </a:lnTo>
                  <a:lnTo>
                    <a:pt x="1800" y="4039"/>
                  </a:lnTo>
                  <a:lnTo>
                    <a:pt x="2177" y="3976"/>
                  </a:lnTo>
                  <a:lnTo>
                    <a:pt x="2428" y="3851"/>
                  </a:lnTo>
                  <a:lnTo>
                    <a:pt x="2344" y="3725"/>
                  </a:lnTo>
                  <a:lnTo>
                    <a:pt x="1926" y="3495"/>
                  </a:lnTo>
                  <a:lnTo>
                    <a:pt x="1884" y="3390"/>
                  </a:lnTo>
                  <a:lnTo>
                    <a:pt x="1654" y="3348"/>
                  </a:lnTo>
                  <a:lnTo>
                    <a:pt x="1612" y="3202"/>
                  </a:lnTo>
                  <a:lnTo>
                    <a:pt x="1654" y="3118"/>
                  </a:lnTo>
                  <a:lnTo>
                    <a:pt x="1633" y="2993"/>
                  </a:lnTo>
                  <a:lnTo>
                    <a:pt x="1633" y="2867"/>
                  </a:lnTo>
                  <a:lnTo>
                    <a:pt x="1800" y="2762"/>
                  </a:lnTo>
                  <a:lnTo>
                    <a:pt x="1821" y="2616"/>
                  </a:lnTo>
                  <a:lnTo>
                    <a:pt x="1947" y="2574"/>
                  </a:lnTo>
                  <a:lnTo>
                    <a:pt x="2051" y="2574"/>
                  </a:lnTo>
                  <a:lnTo>
                    <a:pt x="2093" y="2490"/>
                  </a:lnTo>
                  <a:lnTo>
                    <a:pt x="2156" y="2449"/>
                  </a:lnTo>
                  <a:lnTo>
                    <a:pt x="2135" y="2344"/>
                  </a:lnTo>
                  <a:lnTo>
                    <a:pt x="2428" y="2051"/>
                  </a:lnTo>
                  <a:lnTo>
                    <a:pt x="2407" y="1988"/>
                  </a:lnTo>
                  <a:lnTo>
                    <a:pt x="2553" y="1863"/>
                  </a:lnTo>
                  <a:lnTo>
                    <a:pt x="2574" y="1737"/>
                  </a:lnTo>
                  <a:lnTo>
                    <a:pt x="2512" y="1654"/>
                  </a:lnTo>
                  <a:lnTo>
                    <a:pt x="2512" y="1361"/>
                  </a:lnTo>
                  <a:lnTo>
                    <a:pt x="2365" y="1256"/>
                  </a:lnTo>
                  <a:lnTo>
                    <a:pt x="2365" y="1110"/>
                  </a:lnTo>
                  <a:lnTo>
                    <a:pt x="2449" y="817"/>
                  </a:lnTo>
                  <a:lnTo>
                    <a:pt x="2449" y="691"/>
                  </a:lnTo>
                  <a:lnTo>
                    <a:pt x="2532" y="691"/>
                  </a:lnTo>
                  <a:lnTo>
                    <a:pt x="2721" y="482"/>
                  </a:lnTo>
                  <a:lnTo>
                    <a:pt x="2742" y="482"/>
                  </a:lnTo>
                  <a:lnTo>
                    <a:pt x="2637" y="356"/>
                  </a:lnTo>
                  <a:lnTo>
                    <a:pt x="2616" y="293"/>
                  </a:lnTo>
                  <a:lnTo>
                    <a:pt x="2428" y="273"/>
                  </a:lnTo>
                  <a:lnTo>
                    <a:pt x="2365" y="189"/>
                  </a:lnTo>
                  <a:lnTo>
                    <a:pt x="2365" y="84"/>
                  </a:lnTo>
                  <a:lnTo>
                    <a:pt x="2260" y="1"/>
                  </a:lnTo>
                  <a:close/>
                </a:path>
              </a:pathLst>
            </a:custGeom>
            <a:solidFill>
              <a:srgbClr val="5F7D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51" name="Google Shape;5951;p36"/>
            <p:cNvSpPr/>
            <p:nvPr/>
          </p:nvSpPr>
          <p:spPr>
            <a:xfrm>
              <a:off x="4301938" y="2737722"/>
              <a:ext cx="211787" cy="95438"/>
            </a:xfrm>
            <a:custGeom>
              <a:rect b="b" l="l" r="r" t="t"/>
              <a:pathLst>
                <a:path extrusionOk="0" h="8392" w="17786">
                  <a:moveTo>
                    <a:pt x="5232" y="1"/>
                  </a:moveTo>
                  <a:lnTo>
                    <a:pt x="5169" y="85"/>
                  </a:lnTo>
                  <a:lnTo>
                    <a:pt x="5169" y="147"/>
                  </a:lnTo>
                  <a:lnTo>
                    <a:pt x="5190" y="252"/>
                  </a:lnTo>
                  <a:lnTo>
                    <a:pt x="5169" y="336"/>
                  </a:lnTo>
                  <a:lnTo>
                    <a:pt x="5085" y="336"/>
                  </a:lnTo>
                  <a:lnTo>
                    <a:pt x="5002" y="357"/>
                  </a:lnTo>
                  <a:lnTo>
                    <a:pt x="4918" y="461"/>
                  </a:lnTo>
                  <a:lnTo>
                    <a:pt x="4918" y="545"/>
                  </a:lnTo>
                  <a:lnTo>
                    <a:pt x="4813" y="670"/>
                  </a:lnTo>
                  <a:lnTo>
                    <a:pt x="4813" y="963"/>
                  </a:lnTo>
                  <a:lnTo>
                    <a:pt x="4855" y="1089"/>
                  </a:lnTo>
                  <a:lnTo>
                    <a:pt x="5023" y="1152"/>
                  </a:lnTo>
                  <a:lnTo>
                    <a:pt x="5085" y="1214"/>
                  </a:lnTo>
                  <a:lnTo>
                    <a:pt x="5190" y="1256"/>
                  </a:lnTo>
                  <a:lnTo>
                    <a:pt x="5211" y="1340"/>
                  </a:lnTo>
                  <a:lnTo>
                    <a:pt x="5190" y="1507"/>
                  </a:lnTo>
                  <a:lnTo>
                    <a:pt x="5190" y="1696"/>
                  </a:lnTo>
                  <a:lnTo>
                    <a:pt x="5295" y="1779"/>
                  </a:lnTo>
                  <a:lnTo>
                    <a:pt x="5378" y="1863"/>
                  </a:lnTo>
                  <a:lnTo>
                    <a:pt x="5232" y="2010"/>
                  </a:lnTo>
                  <a:lnTo>
                    <a:pt x="5043" y="2030"/>
                  </a:lnTo>
                  <a:lnTo>
                    <a:pt x="4960" y="2010"/>
                  </a:lnTo>
                  <a:lnTo>
                    <a:pt x="4918" y="2072"/>
                  </a:lnTo>
                  <a:lnTo>
                    <a:pt x="4813" y="2072"/>
                  </a:lnTo>
                  <a:lnTo>
                    <a:pt x="4709" y="2010"/>
                  </a:lnTo>
                  <a:lnTo>
                    <a:pt x="4479" y="2010"/>
                  </a:lnTo>
                  <a:lnTo>
                    <a:pt x="4374" y="2030"/>
                  </a:lnTo>
                  <a:lnTo>
                    <a:pt x="4290" y="1989"/>
                  </a:lnTo>
                  <a:lnTo>
                    <a:pt x="4186" y="1968"/>
                  </a:lnTo>
                  <a:lnTo>
                    <a:pt x="4081" y="1968"/>
                  </a:lnTo>
                  <a:lnTo>
                    <a:pt x="3955" y="2072"/>
                  </a:lnTo>
                  <a:lnTo>
                    <a:pt x="3851" y="2093"/>
                  </a:lnTo>
                  <a:lnTo>
                    <a:pt x="3767" y="2135"/>
                  </a:lnTo>
                  <a:lnTo>
                    <a:pt x="3558" y="2030"/>
                  </a:lnTo>
                  <a:lnTo>
                    <a:pt x="3453" y="1968"/>
                  </a:lnTo>
                  <a:lnTo>
                    <a:pt x="3181" y="1800"/>
                  </a:lnTo>
                  <a:lnTo>
                    <a:pt x="3139" y="1717"/>
                  </a:lnTo>
                  <a:lnTo>
                    <a:pt x="3118" y="1612"/>
                  </a:lnTo>
                  <a:lnTo>
                    <a:pt x="3077" y="1549"/>
                  </a:lnTo>
                  <a:lnTo>
                    <a:pt x="2888" y="1549"/>
                  </a:lnTo>
                  <a:lnTo>
                    <a:pt x="2805" y="1591"/>
                  </a:lnTo>
                  <a:lnTo>
                    <a:pt x="2700" y="1591"/>
                  </a:lnTo>
                  <a:lnTo>
                    <a:pt x="2658" y="1612"/>
                  </a:lnTo>
                  <a:lnTo>
                    <a:pt x="2512" y="1612"/>
                  </a:lnTo>
                  <a:lnTo>
                    <a:pt x="2470" y="1549"/>
                  </a:lnTo>
                  <a:lnTo>
                    <a:pt x="2428" y="1486"/>
                  </a:lnTo>
                  <a:lnTo>
                    <a:pt x="2365" y="1382"/>
                  </a:lnTo>
                  <a:lnTo>
                    <a:pt x="2344" y="1382"/>
                  </a:lnTo>
                  <a:lnTo>
                    <a:pt x="2261" y="1445"/>
                  </a:lnTo>
                  <a:lnTo>
                    <a:pt x="2030" y="1445"/>
                  </a:lnTo>
                  <a:lnTo>
                    <a:pt x="1905" y="1466"/>
                  </a:lnTo>
                  <a:lnTo>
                    <a:pt x="1717" y="1486"/>
                  </a:lnTo>
                  <a:lnTo>
                    <a:pt x="1633" y="1549"/>
                  </a:lnTo>
                  <a:lnTo>
                    <a:pt x="1549" y="1675"/>
                  </a:lnTo>
                  <a:lnTo>
                    <a:pt x="1466" y="1717"/>
                  </a:lnTo>
                  <a:lnTo>
                    <a:pt x="1298" y="1675"/>
                  </a:lnTo>
                  <a:lnTo>
                    <a:pt x="1256" y="1717"/>
                  </a:lnTo>
                  <a:lnTo>
                    <a:pt x="1256" y="1800"/>
                  </a:lnTo>
                  <a:lnTo>
                    <a:pt x="1319" y="1863"/>
                  </a:lnTo>
                  <a:lnTo>
                    <a:pt x="1256" y="1884"/>
                  </a:lnTo>
                  <a:lnTo>
                    <a:pt x="1193" y="2010"/>
                  </a:lnTo>
                  <a:lnTo>
                    <a:pt x="1110" y="2030"/>
                  </a:lnTo>
                  <a:lnTo>
                    <a:pt x="1005" y="2114"/>
                  </a:lnTo>
                  <a:lnTo>
                    <a:pt x="1005" y="2198"/>
                  </a:lnTo>
                  <a:lnTo>
                    <a:pt x="838" y="2282"/>
                  </a:lnTo>
                  <a:lnTo>
                    <a:pt x="817" y="2386"/>
                  </a:lnTo>
                  <a:lnTo>
                    <a:pt x="796" y="2512"/>
                  </a:lnTo>
                  <a:lnTo>
                    <a:pt x="608" y="2554"/>
                  </a:lnTo>
                  <a:lnTo>
                    <a:pt x="503" y="2658"/>
                  </a:lnTo>
                  <a:lnTo>
                    <a:pt x="482" y="2742"/>
                  </a:lnTo>
                  <a:lnTo>
                    <a:pt x="210" y="2721"/>
                  </a:lnTo>
                  <a:lnTo>
                    <a:pt x="105" y="2763"/>
                  </a:lnTo>
                  <a:lnTo>
                    <a:pt x="1" y="2972"/>
                  </a:lnTo>
                  <a:lnTo>
                    <a:pt x="1" y="3014"/>
                  </a:lnTo>
                  <a:lnTo>
                    <a:pt x="43" y="3056"/>
                  </a:lnTo>
                  <a:lnTo>
                    <a:pt x="43" y="3181"/>
                  </a:lnTo>
                  <a:lnTo>
                    <a:pt x="64" y="3223"/>
                  </a:lnTo>
                  <a:lnTo>
                    <a:pt x="105" y="3286"/>
                  </a:lnTo>
                  <a:lnTo>
                    <a:pt x="147" y="3286"/>
                  </a:lnTo>
                  <a:lnTo>
                    <a:pt x="147" y="3244"/>
                  </a:lnTo>
                  <a:lnTo>
                    <a:pt x="168" y="3244"/>
                  </a:lnTo>
                  <a:lnTo>
                    <a:pt x="189" y="3286"/>
                  </a:lnTo>
                  <a:lnTo>
                    <a:pt x="189" y="3370"/>
                  </a:lnTo>
                  <a:lnTo>
                    <a:pt x="210" y="3453"/>
                  </a:lnTo>
                  <a:lnTo>
                    <a:pt x="294" y="3495"/>
                  </a:lnTo>
                  <a:lnTo>
                    <a:pt x="336" y="3537"/>
                  </a:lnTo>
                  <a:lnTo>
                    <a:pt x="461" y="3642"/>
                  </a:lnTo>
                  <a:lnTo>
                    <a:pt x="566" y="3704"/>
                  </a:lnTo>
                  <a:lnTo>
                    <a:pt x="629" y="3788"/>
                  </a:lnTo>
                  <a:lnTo>
                    <a:pt x="629" y="3851"/>
                  </a:lnTo>
                  <a:lnTo>
                    <a:pt x="670" y="3914"/>
                  </a:lnTo>
                  <a:lnTo>
                    <a:pt x="796" y="3997"/>
                  </a:lnTo>
                  <a:lnTo>
                    <a:pt x="838" y="3997"/>
                  </a:lnTo>
                  <a:lnTo>
                    <a:pt x="859" y="3914"/>
                  </a:lnTo>
                  <a:lnTo>
                    <a:pt x="901" y="3872"/>
                  </a:lnTo>
                  <a:lnTo>
                    <a:pt x="1026" y="3809"/>
                  </a:lnTo>
                  <a:lnTo>
                    <a:pt x="1131" y="3809"/>
                  </a:lnTo>
                  <a:lnTo>
                    <a:pt x="1152" y="3872"/>
                  </a:lnTo>
                  <a:lnTo>
                    <a:pt x="1235" y="3976"/>
                  </a:lnTo>
                  <a:lnTo>
                    <a:pt x="1319" y="3997"/>
                  </a:lnTo>
                  <a:lnTo>
                    <a:pt x="1361" y="3976"/>
                  </a:lnTo>
                  <a:lnTo>
                    <a:pt x="1424" y="3914"/>
                  </a:lnTo>
                  <a:lnTo>
                    <a:pt x="1528" y="3914"/>
                  </a:lnTo>
                  <a:lnTo>
                    <a:pt x="1612" y="3955"/>
                  </a:lnTo>
                  <a:lnTo>
                    <a:pt x="1654" y="4018"/>
                  </a:lnTo>
                  <a:lnTo>
                    <a:pt x="1738" y="4060"/>
                  </a:lnTo>
                  <a:lnTo>
                    <a:pt x="1842" y="4123"/>
                  </a:lnTo>
                  <a:lnTo>
                    <a:pt x="1884" y="4207"/>
                  </a:lnTo>
                  <a:lnTo>
                    <a:pt x="1905" y="4311"/>
                  </a:lnTo>
                  <a:lnTo>
                    <a:pt x="1947" y="4416"/>
                  </a:lnTo>
                  <a:lnTo>
                    <a:pt x="1989" y="4499"/>
                  </a:lnTo>
                  <a:lnTo>
                    <a:pt x="2051" y="4604"/>
                  </a:lnTo>
                  <a:lnTo>
                    <a:pt x="2135" y="4646"/>
                  </a:lnTo>
                  <a:lnTo>
                    <a:pt x="2198" y="4709"/>
                  </a:lnTo>
                  <a:lnTo>
                    <a:pt x="2282" y="4834"/>
                  </a:lnTo>
                  <a:lnTo>
                    <a:pt x="2344" y="4897"/>
                  </a:lnTo>
                  <a:lnTo>
                    <a:pt x="2344" y="5023"/>
                  </a:lnTo>
                  <a:lnTo>
                    <a:pt x="2302" y="5106"/>
                  </a:lnTo>
                  <a:lnTo>
                    <a:pt x="2344" y="5232"/>
                  </a:lnTo>
                  <a:lnTo>
                    <a:pt x="2407" y="5315"/>
                  </a:lnTo>
                  <a:lnTo>
                    <a:pt x="2365" y="5420"/>
                  </a:lnTo>
                  <a:lnTo>
                    <a:pt x="2282" y="5483"/>
                  </a:lnTo>
                  <a:lnTo>
                    <a:pt x="2261" y="5546"/>
                  </a:lnTo>
                  <a:lnTo>
                    <a:pt x="2261" y="5629"/>
                  </a:lnTo>
                  <a:lnTo>
                    <a:pt x="2282" y="5734"/>
                  </a:lnTo>
                  <a:lnTo>
                    <a:pt x="2407" y="5901"/>
                  </a:lnTo>
                  <a:lnTo>
                    <a:pt x="2512" y="5985"/>
                  </a:lnTo>
                  <a:lnTo>
                    <a:pt x="3098" y="6111"/>
                  </a:lnTo>
                  <a:lnTo>
                    <a:pt x="3349" y="6090"/>
                  </a:lnTo>
                  <a:lnTo>
                    <a:pt x="3516" y="6090"/>
                  </a:lnTo>
                  <a:lnTo>
                    <a:pt x="3558" y="6048"/>
                  </a:lnTo>
                  <a:lnTo>
                    <a:pt x="3600" y="6048"/>
                  </a:lnTo>
                  <a:lnTo>
                    <a:pt x="3976" y="6111"/>
                  </a:lnTo>
                  <a:lnTo>
                    <a:pt x="4165" y="6257"/>
                  </a:lnTo>
                  <a:lnTo>
                    <a:pt x="4227" y="6299"/>
                  </a:lnTo>
                  <a:lnTo>
                    <a:pt x="4332" y="6320"/>
                  </a:lnTo>
                  <a:lnTo>
                    <a:pt x="4437" y="6320"/>
                  </a:lnTo>
                  <a:lnTo>
                    <a:pt x="4646" y="6487"/>
                  </a:lnTo>
                  <a:lnTo>
                    <a:pt x="4792" y="6571"/>
                  </a:lnTo>
                  <a:lnTo>
                    <a:pt x="5023" y="6571"/>
                  </a:lnTo>
                  <a:lnTo>
                    <a:pt x="5043" y="6675"/>
                  </a:lnTo>
                  <a:lnTo>
                    <a:pt x="5085" y="6738"/>
                  </a:lnTo>
                  <a:lnTo>
                    <a:pt x="5127" y="6738"/>
                  </a:lnTo>
                  <a:lnTo>
                    <a:pt x="5211" y="6780"/>
                  </a:lnTo>
                  <a:lnTo>
                    <a:pt x="5315" y="6885"/>
                  </a:lnTo>
                  <a:lnTo>
                    <a:pt x="5315" y="6948"/>
                  </a:lnTo>
                  <a:lnTo>
                    <a:pt x="5378" y="7115"/>
                  </a:lnTo>
                  <a:lnTo>
                    <a:pt x="5483" y="7240"/>
                  </a:lnTo>
                  <a:lnTo>
                    <a:pt x="5608" y="7408"/>
                  </a:lnTo>
                  <a:lnTo>
                    <a:pt x="5650" y="7533"/>
                  </a:lnTo>
                  <a:lnTo>
                    <a:pt x="5797" y="7784"/>
                  </a:lnTo>
                  <a:lnTo>
                    <a:pt x="5901" y="7826"/>
                  </a:lnTo>
                  <a:lnTo>
                    <a:pt x="6006" y="7784"/>
                  </a:lnTo>
                  <a:lnTo>
                    <a:pt x="6236" y="7764"/>
                  </a:lnTo>
                  <a:lnTo>
                    <a:pt x="6487" y="7784"/>
                  </a:lnTo>
                  <a:lnTo>
                    <a:pt x="6843" y="7764"/>
                  </a:lnTo>
                  <a:lnTo>
                    <a:pt x="7324" y="7826"/>
                  </a:lnTo>
                  <a:lnTo>
                    <a:pt x="7596" y="7784"/>
                  </a:lnTo>
                  <a:lnTo>
                    <a:pt x="7784" y="7722"/>
                  </a:lnTo>
                  <a:lnTo>
                    <a:pt x="7826" y="7659"/>
                  </a:lnTo>
                  <a:lnTo>
                    <a:pt x="7889" y="7617"/>
                  </a:lnTo>
                  <a:lnTo>
                    <a:pt x="7952" y="7638"/>
                  </a:lnTo>
                  <a:lnTo>
                    <a:pt x="8328" y="7638"/>
                  </a:lnTo>
                  <a:lnTo>
                    <a:pt x="8747" y="7659"/>
                  </a:lnTo>
                  <a:lnTo>
                    <a:pt x="8872" y="7680"/>
                  </a:lnTo>
                  <a:lnTo>
                    <a:pt x="9082" y="7868"/>
                  </a:lnTo>
                  <a:lnTo>
                    <a:pt x="9458" y="8036"/>
                  </a:lnTo>
                  <a:lnTo>
                    <a:pt x="9814" y="8161"/>
                  </a:lnTo>
                  <a:lnTo>
                    <a:pt x="9981" y="8182"/>
                  </a:lnTo>
                  <a:lnTo>
                    <a:pt x="10191" y="8287"/>
                  </a:lnTo>
                  <a:lnTo>
                    <a:pt x="10358" y="8266"/>
                  </a:lnTo>
                  <a:lnTo>
                    <a:pt x="10630" y="8182"/>
                  </a:lnTo>
                  <a:lnTo>
                    <a:pt x="10651" y="8287"/>
                  </a:lnTo>
                  <a:lnTo>
                    <a:pt x="10651" y="8349"/>
                  </a:lnTo>
                  <a:lnTo>
                    <a:pt x="10797" y="8391"/>
                  </a:lnTo>
                  <a:lnTo>
                    <a:pt x="10944" y="8391"/>
                  </a:lnTo>
                  <a:lnTo>
                    <a:pt x="11049" y="8287"/>
                  </a:lnTo>
                  <a:lnTo>
                    <a:pt x="11300" y="8098"/>
                  </a:lnTo>
                  <a:lnTo>
                    <a:pt x="11467" y="7931"/>
                  </a:lnTo>
                  <a:lnTo>
                    <a:pt x="11781" y="7826"/>
                  </a:lnTo>
                  <a:lnTo>
                    <a:pt x="12199" y="7659"/>
                  </a:lnTo>
                  <a:lnTo>
                    <a:pt x="12367" y="7617"/>
                  </a:lnTo>
                  <a:lnTo>
                    <a:pt x="12555" y="7554"/>
                  </a:lnTo>
                  <a:lnTo>
                    <a:pt x="12806" y="7533"/>
                  </a:lnTo>
                  <a:lnTo>
                    <a:pt x="12953" y="7533"/>
                  </a:lnTo>
                  <a:lnTo>
                    <a:pt x="13120" y="7408"/>
                  </a:lnTo>
                  <a:lnTo>
                    <a:pt x="13266" y="7303"/>
                  </a:lnTo>
                  <a:lnTo>
                    <a:pt x="13392" y="7303"/>
                  </a:lnTo>
                  <a:lnTo>
                    <a:pt x="13580" y="7240"/>
                  </a:lnTo>
                  <a:lnTo>
                    <a:pt x="13685" y="7240"/>
                  </a:lnTo>
                  <a:lnTo>
                    <a:pt x="13769" y="7031"/>
                  </a:lnTo>
                  <a:lnTo>
                    <a:pt x="13894" y="6801"/>
                  </a:lnTo>
                  <a:lnTo>
                    <a:pt x="14166" y="6508"/>
                  </a:lnTo>
                  <a:lnTo>
                    <a:pt x="14229" y="6403"/>
                  </a:lnTo>
                  <a:lnTo>
                    <a:pt x="14292" y="6299"/>
                  </a:lnTo>
                  <a:lnTo>
                    <a:pt x="14292" y="6215"/>
                  </a:lnTo>
                  <a:lnTo>
                    <a:pt x="14062" y="6090"/>
                  </a:lnTo>
                  <a:lnTo>
                    <a:pt x="13790" y="5901"/>
                  </a:lnTo>
                  <a:lnTo>
                    <a:pt x="13810" y="5839"/>
                  </a:lnTo>
                  <a:lnTo>
                    <a:pt x="13790" y="5692"/>
                  </a:lnTo>
                  <a:lnTo>
                    <a:pt x="13790" y="5462"/>
                  </a:lnTo>
                  <a:lnTo>
                    <a:pt x="13894" y="5336"/>
                  </a:lnTo>
                  <a:lnTo>
                    <a:pt x="14020" y="5232"/>
                  </a:lnTo>
                  <a:lnTo>
                    <a:pt x="14229" y="5169"/>
                  </a:lnTo>
                  <a:lnTo>
                    <a:pt x="14396" y="5211"/>
                  </a:lnTo>
                  <a:lnTo>
                    <a:pt x="14522" y="5274"/>
                  </a:lnTo>
                  <a:lnTo>
                    <a:pt x="14710" y="5357"/>
                  </a:lnTo>
                  <a:lnTo>
                    <a:pt x="14836" y="5378"/>
                  </a:lnTo>
                  <a:lnTo>
                    <a:pt x="14961" y="5441"/>
                  </a:lnTo>
                  <a:lnTo>
                    <a:pt x="15024" y="5441"/>
                  </a:lnTo>
                  <a:lnTo>
                    <a:pt x="15045" y="5336"/>
                  </a:lnTo>
                  <a:lnTo>
                    <a:pt x="15129" y="5253"/>
                  </a:lnTo>
                  <a:lnTo>
                    <a:pt x="15254" y="5148"/>
                  </a:lnTo>
                  <a:lnTo>
                    <a:pt x="15359" y="5064"/>
                  </a:lnTo>
                  <a:lnTo>
                    <a:pt x="15463" y="4855"/>
                  </a:lnTo>
                  <a:lnTo>
                    <a:pt x="15547" y="4813"/>
                  </a:lnTo>
                  <a:lnTo>
                    <a:pt x="15673" y="4834"/>
                  </a:lnTo>
                  <a:lnTo>
                    <a:pt x="15840" y="4834"/>
                  </a:lnTo>
                  <a:lnTo>
                    <a:pt x="16070" y="4646"/>
                  </a:lnTo>
                  <a:lnTo>
                    <a:pt x="16196" y="4625"/>
                  </a:lnTo>
                  <a:lnTo>
                    <a:pt x="16259" y="4541"/>
                  </a:lnTo>
                  <a:lnTo>
                    <a:pt x="16259" y="4437"/>
                  </a:lnTo>
                  <a:lnTo>
                    <a:pt x="16279" y="4269"/>
                  </a:lnTo>
                  <a:lnTo>
                    <a:pt x="16384" y="4102"/>
                  </a:lnTo>
                  <a:lnTo>
                    <a:pt x="16426" y="4018"/>
                  </a:lnTo>
                  <a:lnTo>
                    <a:pt x="16489" y="4060"/>
                  </a:lnTo>
                  <a:lnTo>
                    <a:pt x="16551" y="4018"/>
                  </a:lnTo>
                  <a:lnTo>
                    <a:pt x="16614" y="3976"/>
                  </a:lnTo>
                  <a:lnTo>
                    <a:pt x="16614" y="3872"/>
                  </a:lnTo>
                  <a:lnTo>
                    <a:pt x="16677" y="3851"/>
                  </a:lnTo>
                  <a:lnTo>
                    <a:pt x="16782" y="3914"/>
                  </a:lnTo>
                  <a:lnTo>
                    <a:pt x="16844" y="3872"/>
                  </a:lnTo>
                  <a:lnTo>
                    <a:pt x="17012" y="3746"/>
                  </a:lnTo>
                  <a:lnTo>
                    <a:pt x="17116" y="3600"/>
                  </a:lnTo>
                  <a:lnTo>
                    <a:pt x="17221" y="3579"/>
                  </a:lnTo>
                  <a:lnTo>
                    <a:pt x="17367" y="3662"/>
                  </a:lnTo>
                  <a:lnTo>
                    <a:pt x="17451" y="3600"/>
                  </a:lnTo>
                  <a:lnTo>
                    <a:pt x="17556" y="3579"/>
                  </a:lnTo>
                  <a:lnTo>
                    <a:pt x="17598" y="3642"/>
                  </a:lnTo>
                  <a:lnTo>
                    <a:pt x="17723" y="3662"/>
                  </a:lnTo>
                  <a:lnTo>
                    <a:pt x="17744" y="3579"/>
                  </a:lnTo>
                  <a:lnTo>
                    <a:pt x="17744" y="3495"/>
                  </a:lnTo>
                  <a:lnTo>
                    <a:pt x="17786" y="3453"/>
                  </a:lnTo>
                  <a:lnTo>
                    <a:pt x="17786" y="3349"/>
                  </a:lnTo>
                  <a:lnTo>
                    <a:pt x="17765" y="3265"/>
                  </a:lnTo>
                  <a:lnTo>
                    <a:pt x="17744" y="3160"/>
                  </a:lnTo>
                  <a:lnTo>
                    <a:pt x="17535" y="3014"/>
                  </a:lnTo>
                  <a:lnTo>
                    <a:pt x="17367" y="2805"/>
                  </a:lnTo>
                  <a:lnTo>
                    <a:pt x="17158" y="2616"/>
                  </a:lnTo>
                  <a:lnTo>
                    <a:pt x="17012" y="2428"/>
                  </a:lnTo>
                  <a:lnTo>
                    <a:pt x="16740" y="2344"/>
                  </a:lnTo>
                  <a:lnTo>
                    <a:pt x="16698" y="2407"/>
                  </a:lnTo>
                  <a:lnTo>
                    <a:pt x="16531" y="2449"/>
                  </a:lnTo>
                  <a:lnTo>
                    <a:pt x="16531" y="2554"/>
                  </a:lnTo>
                  <a:lnTo>
                    <a:pt x="16531" y="2700"/>
                  </a:lnTo>
                  <a:lnTo>
                    <a:pt x="16405" y="2909"/>
                  </a:lnTo>
                  <a:lnTo>
                    <a:pt x="16300" y="2805"/>
                  </a:lnTo>
                  <a:lnTo>
                    <a:pt x="16028" y="2742"/>
                  </a:lnTo>
                  <a:lnTo>
                    <a:pt x="15798" y="2742"/>
                  </a:lnTo>
                  <a:lnTo>
                    <a:pt x="15631" y="2909"/>
                  </a:lnTo>
                  <a:lnTo>
                    <a:pt x="15359" y="2763"/>
                  </a:lnTo>
                  <a:lnTo>
                    <a:pt x="15254" y="2595"/>
                  </a:lnTo>
                  <a:lnTo>
                    <a:pt x="15338" y="2323"/>
                  </a:lnTo>
                  <a:lnTo>
                    <a:pt x="15317" y="2219"/>
                  </a:lnTo>
                  <a:lnTo>
                    <a:pt x="15359" y="2030"/>
                  </a:lnTo>
                  <a:lnTo>
                    <a:pt x="15338" y="1863"/>
                  </a:lnTo>
                  <a:lnTo>
                    <a:pt x="15463" y="963"/>
                  </a:lnTo>
                  <a:lnTo>
                    <a:pt x="15463" y="942"/>
                  </a:lnTo>
                  <a:lnTo>
                    <a:pt x="15422" y="880"/>
                  </a:lnTo>
                  <a:lnTo>
                    <a:pt x="15212" y="838"/>
                  </a:lnTo>
                  <a:lnTo>
                    <a:pt x="14982" y="859"/>
                  </a:lnTo>
                  <a:lnTo>
                    <a:pt x="14982" y="922"/>
                  </a:lnTo>
                  <a:lnTo>
                    <a:pt x="14857" y="984"/>
                  </a:lnTo>
                  <a:lnTo>
                    <a:pt x="14752" y="984"/>
                  </a:lnTo>
                  <a:lnTo>
                    <a:pt x="14710" y="942"/>
                  </a:lnTo>
                  <a:lnTo>
                    <a:pt x="14606" y="1026"/>
                  </a:lnTo>
                  <a:lnTo>
                    <a:pt x="14501" y="963"/>
                  </a:lnTo>
                  <a:lnTo>
                    <a:pt x="14438" y="880"/>
                  </a:lnTo>
                  <a:lnTo>
                    <a:pt x="14313" y="775"/>
                  </a:lnTo>
                  <a:lnTo>
                    <a:pt x="14208" y="775"/>
                  </a:lnTo>
                  <a:lnTo>
                    <a:pt x="14020" y="838"/>
                  </a:lnTo>
                  <a:lnTo>
                    <a:pt x="13999" y="775"/>
                  </a:lnTo>
                  <a:lnTo>
                    <a:pt x="13894" y="775"/>
                  </a:lnTo>
                  <a:lnTo>
                    <a:pt x="13790" y="859"/>
                  </a:lnTo>
                  <a:lnTo>
                    <a:pt x="13769" y="984"/>
                  </a:lnTo>
                  <a:lnTo>
                    <a:pt x="13685" y="1068"/>
                  </a:lnTo>
                  <a:lnTo>
                    <a:pt x="13559" y="1131"/>
                  </a:lnTo>
                  <a:lnTo>
                    <a:pt x="13476" y="1256"/>
                  </a:lnTo>
                  <a:lnTo>
                    <a:pt x="13476" y="1298"/>
                  </a:lnTo>
                  <a:lnTo>
                    <a:pt x="13455" y="1403"/>
                  </a:lnTo>
                  <a:lnTo>
                    <a:pt x="13350" y="1507"/>
                  </a:lnTo>
                  <a:lnTo>
                    <a:pt x="12973" y="1507"/>
                  </a:lnTo>
                  <a:lnTo>
                    <a:pt x="12869" y="1612"/>
                  </a:lnTo>
                  <a:lnTo>
                    <a:pt x="12743" y="1612"/>
                  </a:lnTo>
                  <a:lnTo>
                    <a:pt x="12534" y="1758"/>
                  </a:lnTo>
                  <a:lnTo>
                    <a:pt x="12429" y="1905"/>
                  </a:lnTo>
                  <a:lnTo>
                    <a:pt x="12367" y="1905"/>
                  </a:lnTo>
                  <a:lnTo>
                    <a:pt x="12283" y="1863"/>
                  </a:lnTo>
                  <a:lnTo>
                    <a:pt x="12137" y="1863"/>
                  </a:lnTo>
                  <a:lnTo>
                    <a:pt x="12095" y="1884"/>
                  </a:lnTo>
                  <a:lnTo>
                    <a:pt x="11927" y="1905"/>
                  </a:lnTo>
                  <a:lnTo>
                    <a:pt x="11593" y="1905"/>
                  </a:lnTo>
                  <a:lnTo>
                    <a:pt x="11362" y="1863"/>
                  </a:lnTo>
                  <a:lnTo>
                    <a:pt x="11090" y="1884"/>
                  </a:lnTo>
                  <a:lnTo>
                    <a:pt x="11028" y="1884"/>
                  </a:lnTo>
                  <a:lnTo>
                    <a:pt x="10923" y="1758"/>
                  </a:lnTo>
                  <a:lnTo>
                    <a:pt x="10839" y="1758"/>
                  </a:lnTo>
                  <a:lnTo>
                    <a:pt x="10756" y="1696"/>
                  </a:lnTo>
                  <a:lnTo>
                    <a:pt x="10651" y="1612"/>
                  </a:lnTo>
                  <a:lnTo>
                    <a:pt x="10609" y="1445"/>
                  </a:lnTo>
                  <a:lnTo>
                    <a:pt x="10525" y="1382"/>
                  </a:lnTo>
                  <a:lnTo>
                    <a:pt x="10421" y="1403"/>
                  </a:lnTo>
                  <a:lnTo>
                    <a:pt x="10232" y="1403"/>
                  </a:lnTo>
                  <a:lnTo>
                    <a:pt x="10044" y="1340"/>
                  </a:lnTo>
                  <a:lnTo>
                    <a:pt x="9919" y="1173"/>
                  </a:lnTo>
                  <a:lnTo>
                    <a:pt x="9521" y="1173"/>
                  </a:lnTo>
                  <a:lnTo>
                    <a:pt x="9396" y="1089"/>
                  </a:lnTo>
                  <a:lnTo>
                    <a:pt x="9270" y="1131"/>
                  </a:lnTo>
                  <a:lnTo>
                    <a:pt x="9103" y="1152"/>
                  </a:lnTo>
                  <a:lnTo>
                    <a:pt x="8977" y="1194"/>
                  </a:lnTo>
                  <a:lnTo>
                    <a:pt x="8768" y="1214"/>
                  </a:lnTo>
                  <a:lnTo>
                    <a:pt x="8580" y="1277"/>
                  </a:lnTo>
                  <a:lnTo>
                    <a:pt x="8517" y="1382"/>
                  </a:lnTo>
                  <a:lnTo>
                    <a:pt x="8433" y="1403"/>
                  </a:lnTo>
                  <a:lnTo>
                    <a:pt x="8349" y="1382"/>
                  </a:lnTo>
                  <a:lnTo>
                    <a:pt x="8266" y="1382"/>
                  </a:lnTo>
                  <a:lnTo>
                    <a:pt x="8182" y="1445"/>
                  </a:lnTo>
                  <a:lnTo>
                    <a:pt x="8015" y="1445"/>
                  </a:lnTo>
                  <a:lnTo>
                    <a:pt x="7952" y="1466"/>
                  </a:lnTo>
                  <a:lnTo>
                    <a:pt x="7889" y="1466"/>
                  </a:lnTo>
                  <a:lnTo>
                    <a:pt x="7722" y="1361"/>
                  </a:lnTo>
                  <a:lnTo>
                    <a:pt x="7533" y="1340"/>
                  </a:lnTo>
                  <a:lnTo>
                    <a:pt x="7512" y="1256"/>
                  </a:lnTo>
                  <a:lnTo>
                    <a:pt x="7387" y="1152"/>
                  </a:lnTo>
                  <a:lnTo>
                    <a:pt x="7324" y="1152"/>
                  </a:lnTo>
                  <a:lnTo>
                    <a:pt x="7261" y="1089"/>
                  </a:lnTo>
                  <a:lnTo>
                    <a:pt x="7261" y="984"/>
                  </a:lnTo>
                  <a:lnTo>
                    <a:pt x="7199" y="859"/>
                  </a:lnTo>
                  <a:lnTo>
                    <a:pt x="7136" y="817"/>
                  </a:lnTo>
                  <a:lnTo>
                    <a:pt x="7136" y="691"/>
                  </a:lnTo>
                  <a:lnTo>
                    <a:pt x="7094" y="629"/>
                  </a:lnTo>
                  <a:lnTo>
                    <a:pt x="7094" y="566"/>
                  </a:lnTo>
                  <a:lnTo>
                    <a:pt x="7052" y="461"/>
                  </a:lnTo>
                  <a:lnTo>
                    <a:pt x="6947" y="440"/>
                  </a:lnTo>
                  <a:lnTo>
                    <a:pt x="6696" y="440"/>
                  </a:lnTo>
                  <a:lnTo>
                    <a:pt x="6592" y="419"/>
                  </a:lnTo>
                  <a:lnTo>
                    <a:pt x="6529" y="398"/>
                  </a:lnTo>
                  <a:lnTo>
                    <a:pt x="6383" y="357"/>
                  </a:lnTo>
                  <a:lnTo>
                    <a:pt x="6341" y="315"/>
                  </a:lnTo>
                  <a:lnTo>
                    <a:pt x="6257" y="252"/>
                  </a:lnTo>
                  <a:lnTo>
                    <a:pt x="5901" y="252"/>
                  </a:lnTo>
                  <a:lnTo>
                    <a:pt x="5755" y="210"/>
                  </a:lnTo>
                  <a:lnTo>
                    <a:pt x="5734" y="168"/>
                  </a:lnTo>
                  <a:lnTo>
                    <a:pt x="5567" y="105"/>
                  </a:lnTo>
                  <a:lnTo>
                    <a:pt x="5441" y="43"/>
                  </a:lnTo>
                  <a:lnTo>
                    <a:pt x="5378" y="1"/>
                  </a:lnTo>
                  <a:close/>
                </a:path>
              </a:pathLst>
            </a:custGeom>
            <a:solidFill>
              <a:srgbClr val="5F7D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52" name="Google Shape;5952;p36"/>
            <p:cNvSpPr/>
            <p:nvPr/>
          </p:nvSpPr>
          <p:spPr>
            <a:xfrm>
              <a:off x="4718522" y="3165089"/>
              <a:ext cx="67277" cy="54986"/>
            </a:xfrm>
            <a:custGeom>
              <a:rect b="b" l="l" r="r" t="t"/>
              <a:pathLst>
                <a:path extrusionOk="0" h="4835" w="5650">
                  <a:moveTo>
                    <a:pt x="126" y="1"/>
                  </a:moveTo>
                  <a:lnTo>
                    <a:pt x="42" y="2156"/>
                  </a:lnTo>
                  <a:lnTo>
                    <a:pt x="21" y="2323"/>
                  </a:lnTo>
                  <a:lnTo>
                    <a:pt x="21" y="2407"/>
                  </a:lnTo>
                  <a:lnTo>
                    <a:pt x="21" y="2470"/>
                  </a:lnTo>
                  <a:lnTo>
                    <a:pt x="0" y="3872"/>
                  </a:lnTo>
                  <a:lnTo>
                    <a:pt x="168" y="3872"/>
                  </a:lnTo>
                  <a:lnTo>
                    <a:pt x="251" y="3892"/>
                  </a:lnTo>
                  <a:lnTo>
                    <a:pt x="356" y="3872"/>
                  </a:lnTo>
                  <a:lnTo>
                    <a:pt x="732" y="3872"/>
                  </a:lnTo>
                  <a:lnTo>
                    <a:pt x="753" y="3934"/>
                  </a:lnTo>
                  <a:lnTo>
                    <a:pt x="837" y="3997"/>
                  </a:lnTo>
                  <a:lnTo>
                    <a:pt x="942" y="4039"/>
                  </a:lnTo>
                  <a:lnTo>
                    <a:pt x="1046" y="3955"/>
                  </a:lnTo>
                  <a:lnTo>
                    <a:pt x="1256" y="3892"/>
                  </a:lnTo>
                  <a:lnTo>
                    <a:pt x="1276" y="3851"/>
                  </a:lnTo>
                  <a:lnTo>
                    <a:pt x="1318" y="3892"/>
                  </a:lnTo>
                  <a:lnTo>
                    <a:pt x="1381" y="3830"/>
                  </a:lnTo>
                  <a:lnTo>
                    <a:pt x="1360" y="3662"/>
                  </a:lnTo>
                  <a:lnTo>
                    <a:pt x="1214" y="3558"/>
                  </a:lnTo>
                  <a:lnTo>
                    <a:pt x="1046" y="3474"/>
                  </a:lnTo>
                  <a:lnTo>
                    <a:pt x="900" y="3453"/>
                  </a:lnTo>
                  <a:lnTo>
                    <a:pt x="858" y="3411"/>
                  </a:lnTo>
                  <a:lnTo>
                    <a:pt x="753" y="3369"/>
                  </a:lnTo>
                  <a:lnTo>
                    <a:pt x="732" y="3369"/>
                  </a:lnTo>
                  <a:lnTo>
                    <a:pt x="670" y="3328"/>
                  </a:lnTo>
                  <a:lnTo>
                    <a:pt x="649" y="3202"/>
                  </a:lnTo>
                  <a:lnTo>
                    <a:pt x="544" y="3056"/>
                  </a:lnTo>
                  <a:lnTo>
                    <a:pt x="440" y="3014"/>
                  </a:lnTo>
                  <a:lnTo>
                    <a:pt x="419" y="2930"/>
                  </a:lnTo>
                  <a:lnTo>
                    <a:pt x="335" y="2846"/>
                  </a:lnTo>
                  <a:lnTo>
                    <a:pt x="419" y="2909"/>
                  </a:lnTo>
                  <a:lnTo>
                    <a:pt x="440" y="3014"/>
                  </a:lnTo>
                  <a:lnTo>
                    <a:pt x="523" y="3014"/>
                  </a:lnTo>
                  <a:lnTo>
                    <a:pt x="649" y="3097"/>
                  </a:lnTo>
                  <a:lnTo>
                    <a:pt x="670" y="3202"/>
                  </a:lnTo>
                  <a:lnTo>
                    <a:pt x="670" y="3328"/>
                  </a:lnTo>
                  <a:lnTo>
                    <a:pt x="732" y="3328"/>
                  </a:lnTo>
                  <a:lnTo>
                    <a:pt x="879" y="3348"/>
                  </a:lnTo>
                  <a:lnTo>
                    <a:pt x="963" y="3432"/>
                  </a:lnTo>
                  <a:lnTo>
                    <a:pt x="1151" y="3432"/>
                  </a:lnTo>
                  <a:lnTo>
                    <a:pt x="1297" y="3369"/>
                  </a:lnTo>
                  <a:lnTo>
                    <a:pt x="1423" y="3411"/>
                  </a:lnTo>
                  <a:lnTo>
                    <a:pt x="1507" y="3348"/>
                  </a:lnTo>
                  <a:lnTo>
                    <a:pt x="1486" y="3328"/>
                  </a:lnTo>
                  <a:lnTo>
                    <a:pt x="1402" y="3244"/>
                  </a:lnTo>
                  <a:lnTo>
                    <a:pt x="1360" y="3160"/>
                  </a:lnTo>
                  <a:lnTo>
                    <a:pt x="1276" y="3202"/>
                  </a:lnTo>
                  <a:lnTo>
                    <a:pt x="1256" y="3118"/>
                  </a:lnTo>
                  <a:lnTo>
                    <a:pt x="1297" y="3160"/>
                  </a:lnTo>
                  <a:lnTo>
                    <a:pt x="1423" y="3139"/>
                  </a:lnTo>
                  <a:lnTo>
                    <a:pt x="1507" y="3244"/>
                  </a:lnTo>
                  <a:lnTo>
                    <a:pt x="1611" y="3244"/>
                  </a:lnTo>
                  <a:lnTo>
                    <a:pt x="1569" y="3202"/>
                  </a:lnTo>
                  <a:lnTo>
                    <a:pt x="1569" y="3118"/>
                  </a:lnTo>
                  <a:lnTo>
                    <a:pt x="1611" y="3056"/>
                  </a:lnTo>
                  <a:lnTo>
                    <a:pt x="1611" y="3014"/>
                  </a:lnTo>
                  <a:lnTo>
                    <a:pt x="1611" y="2930"/>
                  </a:lnTo>
                  <a:lnTo>
                    <a:pt x="1528" y="2825"/>
                  </a:lnTo>
                  <a:lnTo>
                    <a:pt x="1528" y="2804"/>
                  </a:lnTo>
                  <a:lnTo>
                    <a:pt x="1632" y="2846"/>
                  </a:lnTo>
                  <a:lnTo>
                    <a:pt x="1674" y="2909"/>
                  </a:lnTo>
                  <a:lnTo>
                    <a:pt x="1779" y="3014"/>
                  </a:lnTo>
                  <a:lnTo>
                    <a:pt x="1883" y="3035"/>
                  </a:lnTo>
                  <a:lnTo>
                    <a:pt x="1883" y="2993"/>
                  </a:lnTo>
                  <a:lnTo>
                    <a:pt x="1841" y="2909"/>
                  </a:lnTo>
                  <a:lnTo>
                    <a:pt x="1883" y="2930"/>
                  </a:lnTo>
                  <a:lnTo>
                    <a:pt x="1904" y="3035"/>
                  </a:lnTo>
                  <a:lnTo>
                    <a:pt x="1946" y="3035"/>
                  </a:lnTo>
                  <a:lnTo>
                    <a:pt x="1946" y="2951"/>
                  </a:lnTo>
                  <a:lnTo>
                    <a:pt x="1925" y="2888"/>
                  </a:lnTo>
                  <a:lnTo>
                    <a:pt x="1946" y="2784"/>
                  </a:lnTo>
                  <a:lnTo>
                    <a:pt x="2009" y="2825"/>
                  </a:lnTo>
                  <a:lnTo>
                    <a:pt x="2155" y="2888"/>
                  </a:lnTo>
                  <a:lnTo>
                    <a:pt x="2197" y="2951"/>
                  </a:lnTo>
                  <a:lnTo>
                    <a:pt x="2260" y="2993"/>
                  </a:lnTo>
                  <a:lnTo>
                    <a:pt x="2323" y="2951"/>
                  </a:lnTo>
                  <a:lnTo>
                    <a:pt x="2365" y="2993"/>
                  </a:lnTo>
                  <a:lnTo>
                    <a:pt x="2427" y="2930"/>
                  </a:lnTo>
                  <a:lnTo>
                    <a:pt x="2427" y="3014"/>
                  </a:lnTo>
                  <a:lnTo>
                    <a:pt x="2427" y="3097"/>
                  </a:lnTo>
                  <a:lnTo>
                    <a:pt x="2469" y="3097"/>
                  </a:lnTo>
                  <a:lnTo>
                    <a:pt x="2553" y="3160"/>
                  </a:lnTo>
                  <a:lnTo>
                    <a:pt x="2867" y="3244"/>
                  </a:lnTo>
                  <a:lnTo>
                    <a:pt x="2950" y="3307"/>
                  </a:lnTo>
                  <a:lnTo>
                    <a:pt x="3055" y="3411"/>
                  </a:lnTo>
                  <a:lnTo>
                    <a:pt x="3076" y="3558"/>
                  </a:lnTo>
                  <a:lnTo>
                    <a:pt x="3243" y="3746"/>
                  </a:lnTo>
                  <a:lnTo>
                    <a:pt x="3264" y="3830"/>
                  </a:lnTo>
                  <a:lnTo>
                    <a:pt x="3369" y="3872"/>
                  </a:lnTo>
                  <a:lnTo>
                    <a:pt x="3453" y="3955"/>
                  </a:lnTo>
                  <a:lnTo>
                    <a:pt x="3473" y="4039"/>
                  </a:lnTo>
                  <a:lnTo>
                    <a:pt x="3725" y="4290"/>
                  </a:lnTo>
                  <a:lnTo>
                    <a:pt x="3725" y="4374"/>
                  </a:lnTo>
                  <a:lnTo>
                    <a:pt x="3829" y="4457"/>
                  </a:lnTo>
                  <a:lnTo>
                    <a:pt x="3997" y="4499"/>
                  </a:lnTo>
                  <a:lnTo>
                    <a:pt x="4080" y="4478"/>
                  </a:lnTo>
                  <a:lnTo>
                    <a:pt x="4122" y="4478"/>
                  </a:lnTo>
                  <a:lnTo>
                    <a:pt x="4206" y="4520"/>
                  </a:lnTo>
                  <a:lnTo>
                    <a:pt x="4394" y="4499"/>
                  </a:lnTo>
                  <a:lnTo>
                    <a:pt x="4520" y="4562"/>
                  </a:lnTo>
                  <a:lnTo>
                    <a:pt x="4624" y="4520"/>
                  </a:lnTo>
                  <a:lnTo>
                    <a:pt x="4771" y="4562"/>
                  </a:lnTo>
                  <a:lnTo>
                    <a:pt x="4875" y="4604"/>
                  </a:lnTo>
                  <a:lnTo>
                    <a:pt x="5022" y="4583"/>
                  </a:lnTo>
                  <a:lnTo>
                    <a:pt x="5064" y="4667"/>
                  </a:lnTo>
                  <a:lnTo>
                    <a:pt x="5168" y="4667"/>
                  </a:lnTo>
                  <a:lnTo>
                    <a:pt x="5189" y="4688"/>
                  </a:lnTo>
                  <a:lnTo>
                    <a:pt x="5126" y="4729"/>
                  </a:lnTo>
                  <a:lnTo>
                    <a:pt x="5252" y="4771"/>
                  </a:lnTo>
                  <a:lnTo>
                    <a:pt x="5378" y="4834"/>
                  </a:lnTo>
                  <a:lnTo>
                    <a:pt x="5503" y="4813"/>
                  </a:lnTo>
                  <a:lnTo>
                    <a:pt x="5545" y="4729"/>
                  </a:lnTo>
                  <a:lnTo>
                    <a:pt x="5398" y="4667"/>
                  </a:lnTo>
                  <a:lnTo>
                    <a:pt x="5357" y="4667"/>
                  </a:lnTo>
                  <a:lnTo>
                    <a:pt x="5357" y="4604"/>
                  </a:lnTo>
                  <a:lnTo>
                    <a:pt x="5461" y="4583"/>
                  </a:lnTo>
                  <a:lnTo>
                    <a:pt x="5545" y="4604"/>
                  </a:lnTo>
                  <a:lnTo>
                    <a:pt x="5650" y="4562"/>
                  </a:lnTo>
                  <a:lnTo>
                    <a:pt x="5440" y="4499"/>
                  </a:lnTo>
                  <a:lnTo>
                    <a:pt x="5168" y="4478"/>
                  </a:lnTo>
                  <a:lnTo>
                    <a:pt x="5043" y="4395"/>
                  </a:lnTo>
                  <a:lnTo>
                    <a:pt x="4980" y="4311"/>
                  </a:lnTo>
                  <a:lnTo>
                    <a:pt x="5126" y="4269"/>
                  </a:lnTo>
                  <a:lnTo>
                    <a:pt x="5189" y="4269"/>
                  </a:lnTo>
                  <a:lnTo>
                    <a:pt x="5252" y="4248"/>
                  </a:lnTo>
                  <a:lnTo>
                    <a:pt x="5168" y="4185"/>
                  </a:lnTo>
                  <a:lnTo>
                    <a:pt x="4959" y="4185"/>
                  </a:lnTo>
                  <a:lnTo>
                    <a:pt x="4771" y="4164"/>
                  </a:lnTo>
                  <a:lnTo>
                    <a:pt x="4708" y="4081"/>
                  </a:lnTo>
                  <a:lnTo>
                    <a:pt x="4708" y="3997"/>
                  </a:lnTo>
                  <a:lnTo>
                    <a:pt x="4771" y="3934"/>
                  </a:lnTo>
                  <a:lnTo>
                    <a:pt x="4813" y="3851"/>
                  </a:lnTo>
                  <a:lnTo>
                    <a:pt x="4750" y="3788"/>
                  </a:lnTo>
                  <a:lnTo>
                    <a:pt x="4666" y="3788"/>
                  </a:lnTo>
                  <a:lnTo>
                    <a:pt x="4624" y="3830"/>
                  </a:lnTo>
                  <a:lnTo>
                    <a:pt x="4541" y="3788"/>
                  </a:lnTo>
                  <a:lnTo>
                    <a:pt x="4457" y="3830"/>
                  </a:lnTo>
                  <a:lnTo>
                    <a:pt x="4352" y="3683"/>
                  </a:lnTo>
                  <a:lnTo>
                    <a:pt x="4352" y="3537"/>
                  </a:lnTo>
                  <a:lnTo>
                    <a:pt x="4248" y="3516"/>
                  </a:lnTo>
                  <a:lnTo>
                    <a:pt x="4143" y="3244"/>
                  </a:lnTo>
                  <a:lnTo>
                    <a:pt x="4101" y="3223"/>
                  </a:lnTo>
                  <a:lnTo>
                    <a:pt x="4080" y="3139"/>
                  </a:lnTo>
                  <a:lnTo>
                    <a:pt x="3934" y="3139"/>
                  </a:lnTo>
                  <a:lnTo>
                    <a:pt x="3871" y="3097"/>
                  </a:lnTo>
                  <a:lnTo>
                    <a:pt x="3808" y="2951"/>
                  </a:lnTo>
                  <a:lnTo>
                    <a:pt x="3683" y="2825"/>
                  </a:lnTo>
                  <a:lnTo>
                    <a:pt x="3662" y="2700"/>
                  </a:lnTo>
                  <a:lnTo>
                    <a:pt x="3578" y="2616"/>
                  </a:lnTo>
                  <a:lnTo>
                    <a:pt x="3494" y="2512"/>
                  </a:lnTo>
                  <a:lnTo>
                    <a:pt x="3515" y="2470"/>
                  </a:lnTo>
                  <a:lnTo>
                    <a:pt x="3766" y="2491"/>
                  </a:lnTo>
                  <a:lnTo>
                    <a:pt x="3976" y="2386"/>
                  </a:lnTo>
                  <a:lnTo>
                    <a:pt x="4017" y="2281"/>
                  </a:lnTo>
                  <a:lnTo>
                    <a:pt x="3997" y="2156"/>
                  </a:lnTo>
                  <a:lnTo>
                    <a:pt x="3829" y="1988"/>
                  </a:lnTo>
                  <a:lnTo>
                    <a:pt x="3704" y="1968"/>
                  </a:lnTo>
                  <a:lnTo>
                    <a:pt x="3662" y="1988"/>
                  </a:lnTo>
                  <a:lnTo>
                    <a:pt x="3557" y="1947"/>
                  </a:lnTo>
                  <a:lnTo>
                    <a:pt x="3348" y="1842"/>
                  </a:lnTo>
                  <a:lnTo>
                    <a:pt x="3243" y="1737"/>
                  </a:lnTo>
                  <a:lnTo>
                    <a:pt x="3097" y="1758"/>
                  </a:lnTo>
                  <a:lnTo>
                    <a:pt x="2846" y="1654"/>
                  </a:lnTo>
                  <a:lnTo>
                    <a:pt x="2825" y="1570"/>
                  </a:lnTo>
                  <a:lnTo>
                    <a:pt x="2867" y="1444"/>
                  </a:lnTo>
                  <a:lnTo>
                    <a:pt x="2888" y="1340"/>
                  </a:lnTo>
                  <a:lnTo>
                    <a:pt x="2825" y="1235"/>
                  </a:lnTo>
                  <a:lnTo>
                    <a:pt x="2616" y="1026"/>
                  </a:lnTo>
                  <a:lnTo>
                    <a:pt x="2553" y="1026"/>
                  </a:lnTo>
                  <a:lnTo>
                    <a:pt x="2511" y="1047"/>
                  </a:lnTo>
                  <a:lnTo>
                    <a:pt x="2448" y="963"/>
                  </a:lnTo>
                  <a:lnTo>
                    <a:pt x="2344" y="900"/>
                  </a:lnTo>
                  <a:lnTo>
                    <a:pt x="2323" y="817"/>
                  </a:lnTo>
                  <a:lnTo>
                    <a:pt x="2197" y="796"/>
                  </a:lnTo>
                  <a:lnTo>
                    <a:pt x="2134" y="712"/>
                  </a:lnTo>
                  <a:lnTo>
                    <a:pt x="2092" y="712"/>
                  </a:lnTo>
                  <a:lnTo>
                    <a:pt x="1988" y="649"/>
                  </a:lnTo>
                  <a:lnTo>
                    <a:pt x="1841" y="649"/>
                  </a:lnTo>
                  <a:lnTo>
                    <a:pt x="1716" y="545"/>
                  </a:lnTo>
                  <a:lnTo>
                    <a:pt x="1590" y="524"/>
                  </a:lnTo>
                  <a:lnTo>
                    <a:pt x="1381" y="398"/>
                  </a:lnTo>
                  <a:lnTo>
                    <a:pt x="1067" y="377"/>
                  </a:lnTo>
                  <a:lnTo>
                    <a:pt x="963" y="315"/>
                  </a:lnTo>
                  <a:lnTo>
                    <a:pt x="879" y="231"/>
                  </a:lnTo>
                  <a:lnTo>
                    <a:pt x="837" y="231"/>
                  </a:lnTo>
                  <a:lnTo>
                    <a:pt x="795" y="273"/>
                  </a:lnTo>
                  <a:lnTo>
                    <a:pt x="565" y="189"/>
                  </a:lnTo>
                  <a:lnTo>
                    <a:pt x="523" y="126"/>
                  </a:lnTo>
                  <a:lnTo>
                    <a:pt x="419" y="84"/>
                  </a:lnTo>
                  <a:lnTo>
                    <a:pt x="230" y="1"/>
                  </a:lnTo>
                  <a:close/>
                </a:path>
              </a:pathLst>
            </a:custGeom>
            <a:solidFill>
              <a:srgbClr val="5F7D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53" name="Google Shape;5953;p36"/>
            <p:cNvSpPr/>
            <p:nvPr/>
          </p:nvSpPr>
          <p:spPr>
            <a:xfrm>
              <a:off x="4567785" y="3016610"/>
              <a:ext cx="54822" cy="91389"/>
            </a:xfrm>
            <a:custGeom>
              <a:rect b="b" l="l" r="r" t="t"/>
              <a:pathLst>
                <a:path extrusionOk="0" h="8036" w="4604">
                  <a:moveTo>
                    <a:pt x="586" y="0"/>
                  </a:moveTo>
                  <a:lnTo>
                    <a:pt x="440" y="63"/>
                  </a:lnTo>
                  <a:lnTo>
                    <a:pt x="419" y="189"/>
                  </a:lnTo>
                  <a:lnTo>
                    <a:pt x="314" y="419"/>
                  </a:lnTo>
                  <a:lnTo>
                    <a:pt x="335" y="565"/>
                  </a:lnTo>
                  <a:lnTo>
                    <a:pt x="335" y="795"/>
                  </a:lnTo>
                  <a:lnTo>
                    <a:pt x="251" y="1088"/>
                  </a:lnTo>
                  <a:lnTo>
                    <a:pt x="210" y="1214"/>
                  </a:lnTo>
                  <a:lnTo>
                    <a:pt x="272" y="1402"/>
                  </a:lnTo>
                  <a:lnTo>
                    <a:pt x="272" y="1465"/>
                  </a:lnTo>
                  <a:lnTo>
                    <a:pt x="210" y="1528"/>
                  </a:lnTo>
                  <a:lnTo>
                    <a:pt x="105" y="1507"/>
                  </a:lnTo>
                  <a:lnTo>
                    <a:pt x="21" y="1402"/>
                  </a:lnTo>
                  <a:lnTo>
                    <a:pt x="0" y="1528"/>
                  </a:lnTo>
                  <a:lnTo>
                    <a:pt x="21" y="1653"/>
                  </a:lnTo>
                  <a:lnTo>
                    <a:pt x="105" y="1653"/>
                  </a:lnTo>
                  <a:lnTo>
                    <a:pt x="126" y="1716"/>
                  </a:lnTo>
                  <a:lnTo>
                    <a:pt x="63" y="1779"/>
                  </a:lnTo>
                  <a:lnTo>
                    <a:pt x="126" y="1946"/>
                  </a:lnTo>
                  <a:lnTo>
                    <a:pt x="210" y="2093"/>
                  </a:lnTo>
                  <a:lnTo>
                    <a:pt x="210" y="2302"/>
                  </a:lnTo>
                  <a:lnTo>
                    <a:pt x="251" y="2344"/>
                  </a:lnTo>
                  <a:lnTo>
                    <a:pt x="314" y="2302"/>
                  </a:lnTo>
                  <a:lnTo>
                    <a:pt x="356" y="2344"/>
                  </a:lnTo>
                  <a:lnTo>
                    <a:pt x="356" y="2448"/>
                  </a:lnTo>
                  <a:lnTo>
                    <a:pt x="461" y="2595"/>
                  </a:lnTo>
                  <a:lnTo>
                    <a:pt x="544" y="2595"/>
                  </a:lnTo>
                  <a:lnTo>
                    <a:pt x="628" y="2511"/>
                  </a:lnTo>
                  <a:lnTo>
                    <a:pt x="565" y="2448"/>
                  </a:lnTo>
                  <a:lnTo>
                    <a:pt x="565" y="2365"/>
                  </a:lnTo>
                  <a:lnTo>
                    <a:pt x="691" y="2365"/>
                  </a:lnTo>
                  <a:lnTo>
                    <a:pt x="795" y="2448"/>
                  </a:lnTo>
                  <a:lnTo>
                    <a:pt x="670" y="2595"/>
                  </a:lnTo>
                  <a:lnTo>
                    <a:pt x="628" y="2679"/>
                  </a:lnTo>
                  <a:lnTo>
                    <a:pt x="628" y="2762"/>
                  </a:lnTo>
                  <a:lnTo>
                    <a:pt x="628" y="2888"/>
                  </a:lnTo>
                  <a:lnTo>
                    <a:pt x="691" y="3013"/>
                  </a:lnTo>
                  <a:lnTo>
                    <a:pt x="733" y="2909"/>
                  </a:lnTo>
                  <a:lnTo>
                    <a:pt x="795" y="2888"/>
                  </a:lnTo>
                  <a:lnTo>
                    <a:pt x="858" y="2992"/>
                  </a:lnTo>
                  <a:lnTo>
                    <a:pt x="795" y="3097"/>
                  </a:lnTo>
                  <a:lnTo>
                    <a:pt x="795" y="3097"/>
                  </a:lnTo>
                  <a:lnTo>
                    <a:pt x="879" y="3076"/>
                  </a:lnTo>
                  <a:lnTo>
                    <a:pt x="963" y="3013"/>
                  </a:lnTo>
                  <a:cubicBezTo>
                    <a:pt x="963" y="3097"/>
                    <a:pt x="963" y="3181"/>
                    <a:pt x="984" y="3244"/>
                  </a:cubicBezTo>
                  <a:lnTo>
                    <a:pt x="900" y="3181"/>
                  </a:lnTo>
                  <a:lnTo>
                    <a:pt x="775" y="3202"/>
                  </a:lnTo>
                  <a:lnTo>
                    <a:pt x="649" y="3139"/>
                  </a:lnTo>
                  <a:lnTo>
                    <a:pt x="544" y="3202"/>
                  </a:lnTo>
                  <a:lnTo>
                    <a:pt x="565" y="3244"/>
                  </a:lnTo>
                  <a:lnTo>
                    <a:pt x="649" y="3244"/>
                  </a:lnTo>
                  <a:lnTo>
                    <a:pt x="670" y="3390"/>
                  </a:lnTo>
                  <a:lnTo>
                    <a:pt x="754" y="3411"/>
                  </a:lnTo>
                  <a:lnTo>
                    <a:pt x="816" y="3516"/>
                  </a:lnTo>
                  <a:lnTo>
                    <a:pt x="816" y="3704"/>
                  </a:lnTo>
                  <a:lnTo>
                    <a:pt x="900" y="3746"/>
                  </a:lnTo>
                  <a:lnTo>
                    <a:pt x="900" y="3850"/>
                  </a:lnTo>
                  <a:lnTo>
                    <a:pt x="1005" y="3976"/>
                  </a:lnTo>
                  <a:lnTo>
                    <a:pt x="1109" y="4018"/>
                  </a:lnTo>
                  <a:lnTo>
                    <a:pt x="1214" y="3934"/>
                  </a:lnTo>
                  <a:lnTo>
                    <a:pt x="1214" y="3850"/>
                  </a:lnTo>
                  <a:lnTo>
                    <a:pt x="1277" y="3829"/>
                  </a:lnTo>
                  <a:lnTo>
                    <a:pt x="1277" y="3725"/>
                  </a:lnTo>
                  <a:lnTo>
                    <a:pt x="1214" y="3641"/>
                  </a:lnTo>
                  <a:lnTo>
                    <a:pt x="1277" y="3557"/>
                  </a:lnTo>
                  <a:lnTo>
                    <a:pt x="1277" y="3453"/>
                  </a:lnTo>
                  <a:lnTo>
                    <a:pt x="1172" y="3411"/>
                  </a:lnTo>
                  <a:lnTo>
                    <a:pt x="1109" y="3348"/>
                  </a:lnTo>
                  <a:cubicBezTo>
                    <a:pt x="1130" y="3306"/>
                    <a:pt x="1130" y="3223"/>
                    <a:pt x="1130" y="3181"/>
                  </a:cubicBezTo>
                  <a:lnTo>
                    <a:pt x="1235" y="3097"/>
                  </a:lnTo>
                  <a:lnTo>
                    <a:pt x="1214" y="3013"/>
                  </a:lnTo>
                  <a:lnTo>
                    <a:pt x="1277" y="2930"/>
                  </a:lnTo>
                  <a:lnTo>
                    <a:pt x="1402" y="2930"/>
                  </a:lnTo>
                  <a:lnTo>
                    <a:pt x="1632" y="3034"/>
                  </a:lnTo>
                  <a:lnTo>
                    <a:pt x="1695" y="3118"/>
                  </a:lnTo>
                  <a:lnTo>
                    <a:pt x="1821" y="3202"/>
                  </a:lnTo>
                  <a:lnTo>
                    <a:pt x="1904" y="3327"/>
                  </a:lnTo>
                  <a:lnTo>
                    <a:pt x="1863" y="3306"/>
                  </a:lnTo>
                  <a:cubicBezTo>
                    <a:pt x="1800" y="3264"/>
                    <a:pt x="1716" y="3264"/>
                    <a:pt x="1632" y="3264"/>
                  </a:cubicBezTo>
                  <a:lnTo>
                    <a:pt x="1653" y="3244"/>
                  </a:lnTo>
                  <a:lnTo>
                    <a:pt x="1611" y="3139"/>
                  </a:lnTo>
                  <a:lnTo>
                    <a:pt x="1507" y="3097"/>
                  </a:lnTo>
                  <a:lnTo>
                    <a:pt x="1444" y="3181"/>
                  </a:lnTo>
                  <a:lnTo>
                    <a:pt x="1486" y="3244"/>
                  </a:lnTo>
                  <a:lnTo>
                    <a:pt x="1528" y="3285"/>
                  </a:lnTo>
                  <a:cubicBezTo>
                    <a:pt x="1507" y="3285"/>
                    <a:pt x="1486" y="3306"/>
                    <a:pt x="1444" y="3306"/>
                  </a:cubicBezTo>
                  <a:lnTo>
                    <a:pt x="1444" y="3327"/>
                  </a:lnTo>
                  <a:lnTo>
                    <a:pt x="1591" y="3327"/>
                  </a:lnTo>
                  <a:lnTo>
                    <a:pt x="1611" y="3348"/>
                  </a:lnTo>
                  <a:lnTo>
                    <a:pt x="1611" y="3327"/>
                  </a:lnTo>
                  <a:cubicBezTo>
                    <a:pt x="1695" y="3327"/>
                    <a:pt x="1758" y="3348"/>
                    <a:pt x="1842" y="3390"/>
                  </a:cubicBezTo>
                  <a:cubicBezTo>
                    <a:pt x="1850" y="3393"/>
                    <a:pt x="1858" y="3394"/>
                    <a:pt x="1866" y="3394"/>
                  </a:cubicBezTo>
                  <a:cubicBezTo>
                    <a:pt x="1915" y="3394"/>
                    <a:pt x="1946" y="3342"/>
                    <a:pt x="1946" y="3306"/>
                  </a:cubicBezTo>
                  <a:lnTo>
                    <a:pt x="1967" y="3327"/>
                  </a:lnTo>
                  <a:lnTo>
                    <a:pt x="2030" y="3327"/>
                  </a:lnTo>
                  <a:lnTo>
                    <a:pt x="2009" y="3139"/>
                  </a:lnTo>
                  <a:lnTo>
                    <a:pt x="1863" y="2930"/>
                  </a:lnTo>
                  <a:lnTo>
                    <a:pt x="1904" y="2888"/>
                  </a:lnTo>
                  <a:lnTo>
                    <a:pt x="1946" y="2888"/>
                  </a:lnTo>
                  <a:lnTo>
                    <a:pt x="2030" y="2971"/>
                  </a:lnTo>
                  <a:lnTo>
                    <a:pt x="2114" y="2992"/>
                  </a:lnTo>
                  <a:lnTo>
                    <a:pt x="2176" y="3118"/>
                  </a:lnTo>
                  <a:lnTo>
                    <a:pt x="2344" y="3181"/>
                  </a:lnTo>
                  <a:lnTo>
                    <a:pt x="2386" y="3285"/>
                  </a:lnTo>
                  <a:lnTo>
                    <a:pt x="2386" y="3411"/>
                  </a:lnTo>
                  <a:lnTo>
                    <a:pt x="2469" y="3432"/>
                  </a:lnTo>
                  <a:lnTo>
                    <a:pt x="2595" y="3599"/>
                  </a:lnTo>
                  <a:lnTo>
                    <a:pt x="2699" y="3557"/>
                  </a:lnTo>
                  <a:lnTo>
                    <a:pt x="2699" y="3516"/>
                  </a:lnTo>
                  <a:lnTo>
                    <a:pt x="2804" y="3536"/>
                  </a:lnTo>
                  <a:lnTo>
                    <a:pt x="2804" y="3599"/>
                  </a:lnTo>
                  <a:lnTo>
                    <a:pt x="2741" y="3641"/>
                  </a:lnTo>
                  <a:cubicBezTo>
                    <a:pt x="2741" y="3641"/>
                    <a:pt x="2699" y="3641"/>
                    <a:pt x="2699" y="3662"/>
                  </a:cubicBezTo>
                  <a:cubicBezTo>
                    <a:pt x="2783" y="3913"/>
                    <a:pt x="2992" y="4060"/>
                    <a:pt x="3223" y="4122"/>
                  </a:cubicBezTo>
                  <a:lnTo>
                    <a:pt x="3285" y="4122"/>
                  </a:lnTo>
                  <a:lnTo>
                    <a:pt x="3411" y="4269"/>
                  </a:lnTo>
                  <a:lnTo>
                    <a:pt x="3432" y="4290"/>
                  </a:lnTo>
                  <a:lnTo>
                    <a:pt x="3432" y="4332"/>
                  </a:lnTo>
                  <a:cubicBezTo>
                    <a:pt x="3432" y="4352"/>
                    <a:pt x="3411" y="4394"/>
                    <a:pt x="3411" y="4436"/>
                  </a:cubicBezTo>
                  <a:lnTo>
                    <a:pt x="3411" y="4436"/>
                  </a:lnTo>
                  <a:cubicBezTo>
                    <a:pt x="3411" y="4436"/>
                    <a:pt x="3411" y="4394"/>
                    <a:pt x="3453" y="4394"/>
                  </a:cubicBezTo>
                  <a:lnTo>
                    <a:pt x="3495" y="4436"/>
                  </a:lnTo>
                  <a:lnTo>
                    <a:pt x="3599" y="4478"/>
                  </a:lnTo>
                  <a:lnTo>
                    <a:pt x="3620" y="4562"/>
                  </a:lnTo>
                  <a:lnTo>
                    <a:pt x="3808" y="4562"/>
                  </a:lnTo>
                  <a:lnTo>
                    <a:pt x="3829" y="4583"/>
                  </a:lnTo>
                  <a:lnTo>
                    <a:pt x="3871" y="4562"/>
                  </a:lnTo>
                  <a:lnTo>
                    <a:pt x="3913" y="4583"/>
                  </a:lnTo>
                  <a:lnTo>
                    <a:pt x="3871" y="4499"/>
                  </a:lnTo>
                  <a:lnTo>
                    <a:pt x="3829" y="4394"/>
                  </a:lnTo>
                  <a:lnTo>
                    <a:pt x="3788" y="4352"/>
                  </a:lnTo>
                  <a:lnTo>
                    <a:pt x="3788" y="4185"/>
                  </a:lnTo>
                  <a:lnTo>
                    <a:pt x="3767" y="3976"/>
                  </a:lnTo>
                  <a:lnTo>
                    <a:pt x="3767" y="3934"/>
                  </a:lnTo>
                  <a:lnTo>
                    <a:pt x="3704" y="3913"/>
                  </a:lnTo>
                  <a:lnTo>
                    <a:pt x="3599" y="3767"/>
                  </a:lnTo>
                  <a:lnTo>
                    <a:pt x="3557" y="3662"/>
                  </a:lnTo>
                  <a:lnTo>
                    <a:pt x="3474" y="3662"/>
                  </a:lnTo>
                  <a:lnTo>
                    <a:pt x="3453" y="3704"/>
                  </a:lnTo>
                  <a:lnTo>
                    <a:pt x="3390" y="3662"/>
                  </a:lnTo>
                  <a:lnTo>
                    <a:pt x="3348" y="3662"/>
                  </a:lnTo>
                  <a:lnTo>
                    <a:pt x="3285" y="3725"/>
                  </a:lnTo>
                  <a:lnTo>
                    <a:pt x="3097" y="3725"/>
                  </a:lnTo>
                  <a:lnTo>
                    <a:pt x="3055" y="3704"/>
                  </a:lnTo>
                  <a:lnTo>
                    <a:pt x="3055" y="3767"/>
                  </a:lnTo>
                  <a:lnTo>
                    <a:pt x="3055" y="3808"/>
                  </a:lnTo>
                  <a:cubicBezTo>
                    <a:pt x="2992" y="3767"/>
                    <a:pt x="2972" y="3746"/>
                    <a:pt x="2930" y="3725"/>
                  </a:cubicBezTo>
                  <a:lnTo>
                    <a:pt x="2951" y="3620"/>
                  </a:lnTo>
                  <a:lnTo>
                    <a:pt x="2951" y="3536"/>
                  </a:lnTo>
                  <a:lnTo>
                    <a:pt x="2992" y="3495"/>
                  </a:lnTo>
                  <a:lnTo>
                    <a:pt x="2951" y="3432"/>
                  </a:lnTo>
                  <a:lnTo>
                    <a:pt x="2846" y="3432"/>
                  </a:lnTo>
                  <a:lnTo>
                    <a:pt x="2762" y="3390"/>
                  </a:lnTo>
                  <a:lnTo>
                    <a:pt x="2658" y="3390"/>
                  </a:lnTo>
                  <a:lnTo>
                    <a:pt x="2658" y="3306"/>
                  </a:lnTo>
                  <a:lnTo>
                    <a:pt x="2574" y="3097"/>
                  </a:lnTo>
                  <a:lnTo>
                    <a:pt x="2553" y="2992"/>
                  </a:lnTo>
                  <a:lnTo>
                    <a:pt x="2616" y="2971"/>
                  </a:lnTo>
                  <a:lnTo>
                    <a:pt x="2658" y="2992"/>
                  </a:lnTo>
                  <a:lnTo>
                    <a:pt x="2741" y="2992"/>
                  </a:lnTo>
                  <a:lnTo>
                    <a:pt x="2720" y="2971"/>
                  </a:lnTo>
                  <a:lnTo>
                    <a:pt x="2616" y="2888"/>
                  </a:lnTo>
                  <a:lnTo>
                    <a:pt x="2469" y="2888"/>
                  </a:lnTo>
                  <a:lnTo>
                    <a:pt x="2427" y="2783"/>
                  </a:lnTo>
                  <a:lnTo>
                    <a:pt x="2365" y="2825"/>
                  </a:lnTo>
                  <a:lnTo>
                    <a:pt x="2365" y="2930"/>
                  </a:lnTo>
                  <a:lnTo>
                    <a:pt x="2302" y="2992"/>
                  </a:lnTo>
                  <a:lnTo>
                    <a:pt x="2239" y="2930"/>
                  </a:lnTo>
                  <a:lnTo>
                    <a:pt x="2260" y="2804"/>
                  </a:lnTo>
                  <a:lnTo>
                    <a:pt x="2197" y="2679"/>
                  </a:lnTo>
                  <a:lnTo>
                    <a:pt x="2009" y="2574"/>
                  </a:lnTo>
                  <a:lnTo>
                    <a:pt x="1904" y="2574"/>
                  </a:lnTo>
                  <a:lnTo>
                    <a:pt x="1737" y="2699"/>
                  </a:lnTo>
                  <a:lnTo>
                    <a:pt x="1716" y="2783"/>
                  </a:lnTo>
                  <a:lnTo>
                    <a:pt x="1632" y="2804"/>
                  </a:lnTo>
                  <a:lnTo>
                    <a:pt x="1507" y="2762"/>
                  </a:lnTo>
                  <a:lnTo>
                    <a:pt x="1465" y="2658"/>
                  </a:lnTo>
                  <a:lnTo>
                    <a:pt x="1381" y="2574"/>
                  </a:lnTo>
                  <a:lnTo>
                    <a:pt x="1381" y="2448"/>
                  </a:lnTo>
                  <a:lnTo>
                    <a:pt x="1423" y="2365"/>
                  </a:lnTo>
                  <a:lnTo>
                    <a:pt x="1360" y="2281"/>
                  </a:lnTo>
                  <a:lnTo>
                    <a:pt x="1088" y="2239"/>
                  </a:lnTo>
                  <a:lnTo>
                    <a:pt x="1026" y="2176"/>
                  </a:lnTo>
                  <a:lnTo>
                    <a:pt x="1067" y="2051"/>
                  </a:lnTo>
                  <a:lnTo>
                    <a:pt x="1109" y="1967"/>
                  </a:lnTo>
                  <a:lnTo>
                    <a:pt x="1109" y="1842"/>
                  </a:lnTo>
                  <a:lnTo>
                    <a:pt x="1172" y="1737"/>
                  </a:lnTo>
                  <a:lnTo>
                    <a:pt x="1360" y="1549"/>
                  </a:lnTo>
                  <a:lnTo>
                    <a:pt x="1423" y="1507"/>
                  </a:lnTo>
                  <a:lnTo>
                    <a:pt x="1402" y="1570"/>
                  </a:lnTo>
                  <a:lnTo>
                    <a:pt x="1402" y="1632"/>
                  </a:lnTo>
                  <a:lnTo>
                    <a:pt x="1507" y="1465"/>
                  </a:lnTo>
                  <a:lnTo>
                    <a:pt x="1486" y="1339"/>
                  </a:lnTo>
                  <a:lnTo>
                    <a:pt x="1549" y="1193"/>
                  </a:lnTo>
                  <a:lnTo>
                    <a:pt x="1611" y="921"/>
                  </a:lnTo>
                  <a:lnTo>
                    <a:pt x="1549" y="837"/>
                  </a:lnTo>
                  <a:lnTo>
                    <a:pt x="1528" y="691"/>
                  </a:lnTo>
                  <a:lnTo>
                    <a:pt x="1465" y="649"/>
                  </a:lnTo>
                  <a:lnTo>
                    <a:pt x="1360" y="482"/>
                  </a:lnTo>
                  <a:lnTo>
                    <a:pt x="1381" y="251"/>
                  </a:lnTo>
                  <a:lnTo>
                    <a:pt x="1381" y="189"/>
                  </a:lnTo>
                  <a:lnTo>
                    <a:pt x="1381" y="105"/>
                  </a:lnTo>
                  <a:lnTo>
                    <a:pt x="1298" y="0"/>
                  </a:lnTo>
                  <a:lnTo>
                    <a:pt x="1256" y="42"/>
                  </a:lnTo>
                  <a:lnTo>
                    <a:pt x="1256" y="84"/>
                  </a:lnTo>
                  <a:lnTo>
                    <a:pt x="1172" y="168"/>
                  </a:lnTo>
                  <a:lnTo>
                    <a:pt x="1005" y="168"/>
                  </a:lnTo>
                  <a:lnTo>
                    <a:pt x="984" y="210"/>
                  </a:lnTo>
                  <a:lnTo>
                    <a:pt x="900" y="168"/>
                  </a:lnTo>
                  <a:lnTo>
                    <a:pt x="795" y="63"/>
                  </a:lnTo>
                  <a:lnTo>
                    <a:pt x="586" y="0"/>
                  </a:lnTo>
                  <a:close/>
                  <a:moveTo>
                    <a:pt x="1842" y="4060"/>
                  </a:moveTo>
                  <a:lnTo>
                    <a:pt x="1716" y="4080"/>
                  </a:lnTo>
                  <a:lnTo>
                    <a:pt x="1695" y="4164"/>
                  </a:lnTo>
                  <a:lnTo>
                    <a:pt x="1821" y="4227"/>
                  </a:lnTo>
                  <a:lnTo>
                    <a:pt x="1883" y="4248"/>
                  </a:lnTo>
                  <a:lnTo>
                    <a:pt x="1883" y="4352"/>
                  </a:lnTo>
                  <a:lnTo>
                    <a:pt x="1842" y="4457"/>
                  </a:lnTo>
                  <a:lnTo>
                    <a:pt x="1842" y="4666"/>
                  </a:lnTo>
                  <a:lnTo>
                    <a:pt x="1800" y="4792"/>
                  </a:lnTo>
                  <a:lnTo>
                    <a:pt x="1842" y="4980"/>
                  </a:lnTo>
                  <a:lnTo>
                    <a:pt x="1904" y="4959"/>
                  </a:lnTo>
                  <a:lnTo>
                    <a:pt x="1925" y="4896"/>
                  </a:lnTo>
                  <a:lnTo>
                    <a:pt x="2051" y="4813"/>
                  </a:lnTo>
                  <a:cubicBezTo>
                    <a:pt x="2093" y="4813"/>
                    <a:pt x="2114" y="4855"/>
                    <a:pt x="2135" y="4855"/>
                  </a:cubicBezTo>
                  <a:lnTo>
                    <a:pt x="2114" y="4959"/>
                  </a:lnTo>
                  <a:lnTo>
                    <a:pt x="2197" y="5001"/>
                  </a:lnTo>
                  <a:lnTo>
                    <a:pt x="2260" y="4917"/>
                  </a:lnTo>
                  <a:cubicBezTo>
                    <a:pt x="2323" y="4959"/>
                    <a:pt x="2344" y="5001"/>
                    <a:pt x="2407" y="5022"/>
                  </a:cubicBezTo>
                  <a:lnTo>
                    <a:pt x="2407" y="5106"/>
                  </a:lnTo>
                  <a:lnTo>
                    <a:pt x="2344" y="5231"/>
                  </a:lnTo>
                  <a:lnTo>
                    <a:pt x="2155" y="5294"/>
                  </a:lnTo>
                  <a:lnTo>
                    <a:pt x="2114" y="5378"/>
                  </a:lnTo>
                  <a:lnTo>
                    <a:pt x="2135" y="5545"/>
                  </a:lnTo>
                  <a:lnTo>
                    <a:pt x="2218" y="5545"/>
                  </a:lnTo>
                  <a:lnTo>
                    <a:pt x="2344" y="5629"/>
                  </a:lnTo>
                  <a:lnTo>
                    <a:pt x="2448" y="5629"/>
                  </a:lnTo>
                  <a:lnTo>
                    <a:pt x="2448" y="5754"/>
                  </a:lnTo>
                  <a:lnTo>
                    <a:pt x="2532" y="5817"/>
                  </a:lnTo>
                  <a:lnTo>
                    <a:pt x="2637" y="5754"/>
                  </a:lnTo>
                  <a:lnTo>
                    <a:pt x="2637" y="5650"/>
                  </a:lnTo>
                  <a:lnTo>
                    <a:pt x="2574" y="5587"/>
                  </a:lnTo>
                  <a:cubicBezTo>
                    <a:pt x="2616" y="5545"/>
                    <a:pt x="2637" y="5545"/>
                    <a:pt x="2658" y="5524"/>
                  </a:cubicBezTo>
                  <a:lnTo>
                    <a:pt x="2658" y="5503"/>
                  </a:lnTo>
                  <a:lnTo>
                    <a:pt x="2679" y="5587"/>
                  </a:lnTo>
                  <a:lnTo>
                    <a:pt x="2762" y="5482"/>
                  </a:lnTo>
                  <a:lnTo>
                    <a:pt x="2804" y="5231"/>
                  </a:lnTo>
                  <a:lnTo>
                    <a:pt x="2972" y="5064"/>
                  </a:lnTo>
                  <a:lnTo>
                    <a:pt x="2992" y="4959"/>
                  </a:lnTo>
                  <a:lnTo>
                    <a:pt x="2972" y="4855"/>
                  </a:lnTo>
                  <a:lnTo>
                    <a:pt x="3034" y="4771"/>
                  </a:lnTo>
                  <a:lnTo>
                    <a:pt x="3034" y="4750"/>
                  </a:lnTo>
                  <a:cubicBezTo>
                    <a:pt x="3087" y="4760"/>
                    <a:pt x="3128" y="4766"/>
                    <a:pt x="3170" y="4766"/>
                  </a:cubicBezTo>
                  <a:cubicBezTo>
                    <a:pt x="3212" y="4766"/>
                    <a:pt x="3254" y="4760"/>
                    <a:pt x="3306" y="4750"/>
                  </a:cubicBezTo>
                  <a:cubicBezTo>
                    <a:pt x="3348" y="4750"/>
                    <a:pt x="3369" y="4708"/>
                    <a:pt x="3369" y="4687"/>
                  </a:cubicBezTo>
                  <a:lnTo>
                    <a:pt x="3411" y="4750"/>
                  </a:lnTo>
                  <a:lnTo>
                    <a:pt x="3411" y="4896"/>
                  </a:lnTo>
                  <a:lnTo>
                    <a:pt x="3411" y="4917"/>
                  </a:lnTo>
                  <a:cubicBezTo>
                    <a:pt x="3390" y="4959"/>
                    <a:pt x="3390" y="4980"/>
                    <a:pt x="3411" y="4980"/>
                  </a:cubicBezTo>
                  <a:cubicBezTo>
                    <a:pt x="3453" y="5001"/>
                    <a:pt x="3453" y="5022"/>
                    <a:pt x="3474" y="5085"/>
                  </a:cubicBezTo>
                  <a:lnTo>
                    <a:pt x="3474" y="5189"/>
                  </a:lnTo>
                  <a:lnTo>
                    <a:pt x="3557" y="5231"/>
                  </a:lnTo>
                  <a:cubicBezTo>
                    <a:pt x="3599" y="5336"/>
                    <a:pt x="3683" y="5482"/>
                    <a:pt x="3704" y="5608"/>
                  </a:cubicBezTo>
                  <a:cubicBezTo>
                    <a:pt x="3716" y="5632"/>
                    <a:pt x="3750" y="5643"/>
                    <a:pt x="3780" y="5643"/>
                  </a:cubicBezTo>
                  <a:cubicBezTo>
                    <a:pt x="3801" y="5643"/>
                    <a:pt x="3821" y="5637"/>
                    <a:pt x="3829" y="5629"/>
                  </a:cubicBezTo>
                  <a:lnTo>
                    <a:pt x="3871" y="5754"/>
                  </a:lnTo>
                  <a:lnTo>
                    <a:pt x="3871" y="5838"/>
                  </a:lnTo>
                  <a:lnTo>
                    <a:pt x="3788" y="5733"/>
                  </a:lnTo>
                  <a:lnTo>
                    <a:pt x="3725" y="5733"/>
                  </a:lnTo>
                  <a:lnTo>
                    <a:pt x="3725" y="5901"/>
                  </a:lnTo>
                  <a:lnTo>
                    <a:pt x="3704" y="5943"/>
                  </a:lnTo>
                  <a:lnTo>
                    <a:pt x="3620" y="5901"/>
                  </a:lnTo>
                  <a:lnTo>
                    <a:pt x="3495" y="5838"/>
                  </a:lnTo>
                  <a:lnTo>
                    <a:pt x="3453" y="6068"/>
                  </a:lnTo>
                  <a:lnTo>
                    <a:pt x="3495" y="6110"/>
                  </a:lnTo>
                  <a:lnTo>
                    <a:pt x="3495" y="6173"/>
                  </a:lnTo>
                  <a:lnTo>
                    <a:pt x="3411" y="6215"/>
                  </a:lnTo>
                  <a:lnTo>
                    <a:pt x="3369" y="6068"/>
                  </a:lnTo>
                  <a:lnTo>
                    <a:pt x="3244" y="6131"/>
                  </a:lnTo>
                  <a:lnTo>
                    <a:pt x="3181" y="6340"/>
                  </a:lnTo>
                  <a:lnTo>
                    <a:pt x="3055" y="6424"/>
                  </a:lnTo>
                  <a:lnTo>
                    <a:pt x="2951" y="6445"/>
                  </a:lnTo>
                  <a:lnTo>
                    <a:pt x="2846" y="6549"/>
                  </a:lnTo>
                  <a:lnTo>
                    <a:pt x="2972" y="6361"/>
                  </a:lnTo>
                  <a:lnTo>
                    <a:pt x="2972" y="6173"/>
                  </a:lnTo>
                  <a:lnTo>
                    <a:pt x="2825" y="6047"/>
                  </a:lnTo>
                  <a:lnTo>
                    <a:pt x="2741" y="6047"/>
                  </a:lnTo>
                  <a:lnTo>
                    <a:pt x="2658" y="6152"/>
                  </a:lnTo>
                  <a:lnTo>
                    <a:pt x="2532" y="6215"/>
                  </a:lnTo>
                  <a:lnTo>
                    <a:pt x="2469" y="6319"/>
                  </a:lnTo>
                  <a:lnTo>
                    <a:pt x="2532" y="6424"/>
                  </a:lnTo>
                  <a:lnTo>
                    <a:pt x="2365" y="6445"/>
                  </a:lnTo>
                  <a:lnTo>
                    <a:pt x="2260" y="6424"/>
                  </a:lnTo>
                  <a:lnTo>
                    <a:pt x="2197" y="6487"/>
                  </a:lnTo>
                  <a:lnTo>
                    <a:pt x="2093" y="6529"/>
                  </a:lnTo>
                  <a:lnTo>
                    <a:pt x="1988" y="6654"/>
                  </a:lnTo>
                  <a:lnTo>
                    <a:pt x="2009" y="6738"/>
                  </a:lnTo>
                  <a:lnTo>
                    <a:pt x="1988" y="6884"/>
                  </a:lnTo>
                  <a:lnTo>
                    <a:pt x="1904" y="7052"/>
                  </a:lnTo>
                  <a:lnTo>
                    <a:pt x="2030" y="7177"/>
                  </a:lnTo>
                  <a:lnTo>
                    <a:pt x="2093" y="7093"/>
                  </a:lnTo>
                  <a:lnTo>
                    <a:pt x="2155" y="6863"/>
                  </a:lnTo>
                  <a:lnTo>
                    <a:pt x="2239" y="6801"/>
                  </a:lnTo>
                  <a:lnTo>
                    <a:pt x="2302" y="6675"/>
                  </a:lnTo>
                  <a:lnTo>
                    <a:pt x="2344" y="6654"/>
                  </a:lnTo>
                  <a:lnTo>
                    <a:pt x="2427" y="6738"/>
                  </a:lnTo>
                  <a:lnTo>
                    <a:pt x="2407" y="6863"/>
                  </a:lnTo>
                  <a:lnTo>
                    <a:pt x="2427" y="6884"/>
                  </a:lnTo>
                  <a:lnTo>
                    <a:pt x="2469" y="6863"/>
                  </a:lnTo>
                  <a:lnTo>
                    <a:pt x="2532" y="6884"/>
                  </a:lnTo>
                  <a:lnTo>
                    <a:pt x="2532" y="6780"/>
                  </a:lnTo>
                  <a:lnTo>
                    <a:pt x="2574" y="6759"/>
                  </a:lnTo>
                  <a:lnTo>
                    <a:pt x="2637" y="6780"/>
                  </a:lnTo>
                  <a:lnTo>
                    <a:pt x="2616" y="6863"/>
                  </a:lnTo>
                  <a:lnTo>
                    <a:pt x="2658" y="6863"/>
                  </a:lnTo>
                  <a:lnTo>
                    <a:pt x="2762" y="6947"/>
                  </a:lnTo>
                  <a:lnTo>
                    <a:pt x="2825" y="6947"/>
                  </a:lnTo>
                  <a:lnTo>
                    <a:pt x="2762" y="6863"/>
                  </a:lnTo>
                  <a:lnTo>
                    <a:pt x="2783" y="6801"/>
                  </a:lnTo>
                  <a:lnTo>
                    <a:pt x="2762" y="6759"/>
                  </a:lnTo>
                  <a:lnTo>
                    <a:pt x="2825" y="6696"/>
                  </a:lnTo>
                  <a:lnTo>
                    <a:pt x="2867" y="6696"/>
                  </a:lnTo>
                  <a:lnTo>
                    <a:pt x="2972" y="6801"/>
                  </a:lnTo>
                  <a:lnTo>
                    <a:pt x="3076" y="6842"/>
                  </a:lnTo>
                  <a:lnTo>
                    <a:pt x="3181" y="6905"/>
                  </a:lnTo>
                  <a:lnTo>
                    <a:pt x="3202" y="7010"/>
                  </a:lnTo>
                  <a:lnTo>
                    <a:pt x="3306" y="7093"/>
                  </a:lnTo>
                  <a:lnTo>
                    <a:pt x="3202" y="7073"/>
                  </a:lnTo>
                  <a:lnTo>
                    <a:pt x="3160" y="7093"/>
                  </a:lnTo>
                  <a:lnTo>
                    <a:pt x="3160" y="7156"/>
                  </a:lnTo>
                  <a:lnTo>
                    <a:pt x="3097" y="7219"/>
                  </a:lnTo>
                  <a:lnTo>
                    <a:pt x="3160" y="7282"/>
                  </a:lnTo>
                  <a:lnTo>
                    <a:pt x="3160" y="7365"/>
                  </a:lnTo>
                  <a:lnTo>
                    <a:pt x="3139" y="7428"/>
                  </a:lnTo>
                  <a:lnTo>
                    <a:pt x="3202" y="7533"/>
                  </a:lnTo>
                  <a:lnTo>
                    <a:pt x="3244" y="7637"/>
                  </a:lnTo>
                  <a:lnTo>
                    <a:pt x="3348" y="7784"/>
                  </a:lnTo>
                  <a:lnTo>
                    <a:pt x="3474" y="7784"/>
                  </a:lnTo>
                  <a:lnTo>
                    <a:pt x="3578" y="7847"/>
                  </a:lnTo>
                  <a:lnTo>
                    <a:pt x="3704" y="7909"/>
                  </a:lnTo>
                  <a:lnTo>
                    <a:pt x="3808" y="7847"/>
                  </a:lnTo>
                  <a:lnTo>
                    <a:pt x="3829" y="7805"/>
                  </a:lnTo>
                  <a:lnTo>
                    <a:pt x="3892" y="7742"/>
                  </a:lnTo>
                  <a:lnTo>
                    <a:pt x="3913" y="7805"/>
                  </a:lnTo>
                  <a:lnTo>
                    <a:pt x="3871" y="7889"/>
                  </a:lnTo>
                  <a:lnTo>
                    <a:pt x="3892" y="7993"/>
                  </a:lnTo>
                  <a:lnTo>
                    <a:pt x="3913" y="8035"/>
                  </a:lnTo>
                  <a:lnTo>
                    <a:pt x="3997" y="7993"/>
                  </a:lnTo>
                  <a:lnTo>
                    <a:pt x="4143" y="7784"/>
                  </a:lnTo>
                  <a:lnTo>
                    <a:pt x="4143" y="7637"/>
                  </a:lnTo>
                  <a:lnTo>
                    <a:pt x="4101" y="7575"/>
                  </a:lnTo>
                  <a:lnTo>
                    <a:pt x="4039" y="7407"/>
                  </a:lnTo>
                  <a:lnTo>
                    <a:pt x="3934" y="7324"/>
                  </a:lnTo>
                  <a:lnTo>
                    <a:pt x="3976" y="7219"/>
                  </a:lnTo>
                  <a:lnTo>
                    <a:pt x="4101" y="6989"/>
                  </a:lnTo>
                  <a:lnTo>
                    <a:pt x="4185" y="6947"/>
                  </a:lnTo>
                  <a:lnTo>
                    <a:pt x="4248" y="7052"/>
                  </a:lnTo>
                  <a:lnTo>
                    <a:pt x="4290" y="7156"/>
                  </a:lnTo>
                  <a:lnTo>
                    <a:pt x="4332" y="7219"/>
                  </a:lnTo>
                  <a:lnTo>
                    <a:pt x="4332" y="7324"/>
                  </a:lnTo>
                  <a:lnTo>
                    <a:pt x="4394" y="7512"/>
                  </a:lnTo>
                  <a:lnTo>
                    <a:pt x="4415" y="7596"/>
                  </a:lnTo>
                  <a:lnTo>
                    <a:pt x="4415" y="7512"/>
                  </a:lnTo>
                  <a:lnTo>
                    <a:pt x="4415" y="7386"/>
                  </a:lnTo>
                  <a:lnTo>
                    <a:pt x="4352" y="7219"/>
                  </a:lnTo>
                  <a:lnTo>
                    <a:pt x="4394" y="7156"/>
                  </a:lnTo>
                  <a:lnTo>
                    <a:pt x="4436" y="7156"/>
                  </a:lnTo>
                  <a:lnTo>
                    <a:pt x="4499" y="7219"/>
                  </a:lnTo>
                  <a:lnTo>
                    <a:pt x="4499" y="7156"/>
                  </a:lnTo>
                  <a:lnTo>
                    <a:pt x="4541" y="7156"/>
                  </a:lnTo>
                  <a:lnTo>
                    <a:pt x="4604" y="6989"/>
                  </a:lnTo>
                  <a:lnTo>
                    <a:pt x="4562" y="6801"/>
                  </a:lnTo>
                  <a:lnTo>
                    <a:pt x="4499" y="6696"/>
                  </a:lnTo>
                  <a:lnTo>
                    <a:pt x="4436" y="6591"/>
                  </a:lnTo>
                  <a:lnTo>
                    <a:pt x="4436" y="6466"/>
                  </a:lnTo>
                  <a:lnTo>
                    <a:pt x="4415" y="6340"/>
                  </a:lnTo>
                  <a:lnTo>
                    <a:pt x="4352" y="6424"/>
                  </a:lnTo>
                  <a:lnTo>
                    <a:pt x="4352" y="6277"/>
                  </a:lnTo>
                  <a:lnTo>
                    <a:pt x="4352" y="6215"/>
                  </a:lnTo>
                  <a:lnTo>
                    <a:pt x="4311" y="6215"/>
                  </a:lnTo>
                  <a:lnTo>
                    <a:pt x="4227" y="6131"/>
                  </a:lnTo>
                  <a:lnTo>
                    <a:pt x="4248" y="6068"/>
                  </a:lnTo>
                  <a:lnTo>
                    <a:pt x="4332" y="6068"/>
                  </a:lnTo>
                  <a:lnTo>
                    <a:pt x="4332" y="5922"/>
                  </a:lnTo>
                  <a:lnTo>
                    <a:pt x="4248" y="5796"/>
                  </a:lnTo>
                  <a:lnTo>
                    <a:pt x="4248" y="5712"/>
                  </a:lnTo>
                  <a:lnTo>
                    <a:pt x="4185" y="5796"/>
                  </a:lnTo>
                  <a:lnTo>
                    <a:pt x="4080" y="5692"/>
                  </a:lnTo>
                  <a:lnTo>
                    <a:pt x="3913" y="5545"/>
                  </a:lnTo>
                  <a:lnTo>
                    <a:pt x="3892" y="5440"/>
                  </a:lnTo>
                  <a:lnTo>
                    <a:pt x="3871" y="5440"/>
                  </a:lnTo>
                  <a:lnTo>
                    <a:pt x="3767" y="5420"/>
                  </a:lnTo>
                  <a:lnTo>
                    <a:pt x="3767" y="5503"/>
                  </a:lnTo>
                  <a:cubicBezTo>
                    <a:pt x="3725" y="5482"/>
                    <a:pt x="3725" y="5420"/>
                    <a:pt x="3704" y="5399"/>
                  </a:cubicBezTo>
                  <a:lnTo>
                    <a:pt x="3704" y="5315"/>
                  </a:lnTo>
                  <a:lnTo>
                    <a:pt x="3662" y="5210"/>
                  </a:lnTo>
                  <a:lnTo>
                    <a:pt x="3662" y="5273"/>
                  </a:lnTo>
                  <a:cubicBezTo>
                    <a:pt x="3620" y="5231"/>
                    <a:pt x="3620" y="5210"/>
                    <a:pt x="3599" y="5189"/>
                  </a:cubicBezTo>
                  <a:lnTo>
                    <a:pt x="3683" y="5168"/>
                  </a:lnTo>
                  <a:lnTo>
                    <a:pt x="3683" y="5085"/>
                  </a:lnTo>
                  <a:lnTo>
                    <a:pt x="3578" y="4896"/>
                  </a:lnTo>
                  <a:lnTo>
                    <a:pt x="3495" y="4855"/>
                  </a:lnTo>
                  <a:lnTo>
                    <a:pt x="3474" y="4666"/>
                  </a:lnTo>
                  <a:lnTo>
                    <a:pt x="3411" y="4562"/>
                  </a:lnTo>
                  <a:cubicBezTo>
                    <a:pt x="3411" y="4541"/>
                    <a:pt x="3411" y="4541"/>
                    <a:pt x="3453" y="4499"/>
                  </a:cubicBezTo>
                  <a:cubicBezTo>
                    <a:pt x="3474" y="4478"/>
                    <a:pt x="3453" y="4457"/>
                    <a:pt x="3411" y="4436"/>
                  </a:cubicBezTo>
                  <a:lnTo>
                    <a:pt x="3390" y="4457"/>
                  </a:lnTo>
                  <a:lnTo>
                    <a:pt x="3411" y="4457"/>
                  </a:lnTo>
                  <a:lnTo>
                    <a:pt x="3411" y="4478"/>
                  </a:lnTo>
                  <a:cubicBezTo>
                    <a:pt x="3411" y="4478"/>
                    <a:pt x="3390" y="4478"/>
                    <a:pt x="3390" y="4499"/>
                  </a:cubicBezTo>
                  <a:lnTo>
                    <a:pt x="3390" y="4541"/>
                  </a:lnTo>
                  <a:lnTo>
                    <a:pt x="3306" y="4562"/>
                  </a:lnTo>
                  <a:lnTo>
                    <a:pt x="3202" y="4499"/>
                  </a:lnTo>
                  <a:lnTo>
                    <a:pt x="3139" y="4499"/>
                  </a:lnTo>
                  <a:lnTo>
                    <a:pt x="3181" y="4604"/>
                  </a:lnTo>
                  <a:lnTo>
                    <a:pt x="3181" y="4666"/>
                  </a:lnTo>
                  <a:cubicBezTo>
                    <a:pt x="3097" y="4687"/>
                    <a:pt x="3055" y="4708"/>
                    <a:pt x="2972" y="4750"/>
                  </a:cubicBezTo>
                  <a:lnTo>
                    <a:pt x="2972" y="4583"/>
                  </a:lnTo>
                  <a:lnTo>
                    <a:pt x="2930" y="4604"/>
                  </a:lnTo>
                  <a:lnTo>
                    <a:pt x="2888" y="4750"/>
                  </a:lnTo>
                  <a:lnTo>
                    <a:pt x="2888" y="4792"/>
                  </a:lnTo>
                  <a:lnTo>
                    <a:pt x="2783" y="4980"/>
                  </a:lnTo>
                  <a:lnTo>
                    <a:pt x="2783" y="5106"/>
                  </a:lnTo>
                  <a:lnTo>
                    <a:pt x="2741" y="5273"/>
                  </a:lnTo>
                  <a:lnTo>
                    <a:pt x="2658" y="5378"/>
                  </a:lnTo>
                  <a:lnTo>
                    <a:pt x="2658" y="5482"/>
                  </a:lnTo>
                  <a:cubicBezTo>
                    <a:pt x="2646" y="5459"/>
                    <a:pt x="2622" y="5443"/>
                    <a:pt x="2599" y="5443"/>
                  </a:cubicBezTo>
                  <a:cubicBezTo>
                    <a:pt x="2580" y="5443"/>
                    <a:pt x="2562" y="5454"/>
                    <a:pt x="2553" y="5482"/>
                  </a:cubicBezTo>
                  <a:lnTo>
                    <a:pt x="2553" y="5315"/>
                  </a:lnTo>
                  <a:lnTo>
                    <a:pt x="2637" y="4980"/>
                  </a:lnTo>
                  <a:lnTo>
                    <a:pt x="2741" y="4876"/>
                  </a:lnTo>
                  <a:lnTo>
                    <a:pt x="2741" y="4771"/>
                  </a:lnTo>
                  <a:lnTo>
                    <a:pt x="2658" y="4687"/>
                  </a:lnTo>
                  <a:lnTo>
                    <a:pt x="2616" y="4708"/>
                  </a:lnTo>
                  <a:lnTo>
                    <a:pt x="2532" y="4687"/>
                  </a:lnTo>
                  <a:lnTo>
                    <a:pt x="2448" y="4750"/>
                  </a:lnTo>
                  <a:lnTo>
                    <a:pt x="2448" y="4855"/>
                  </a:lnTo>
                  <a:cubicBezTo>
                    <a:pt x="2427" y="4792"/>
                    <a:pt x="2365" y="4708"/>
                    <a:pt x="2323" y="4666"/>
                  </a:cubicBezTo>
                  <a:lnTo>
                    <a:pt x="2427" y="4583"/>
                  </a:lnTo>
                  <a:lnTo>
                    <a:pt x="2469" y="4457"/>
                  </a:lnTo>
                  <a:lnTo>
                    <a:pt x="2532" y="4394"/>
                  </a:lnTo>
                  <a:lnTo>
                    <a:pt x="2553" y="4290"/>
                  </a:lnTo>
                  <a:lnTo>
                    <a:pt x="2511" y="4227"/>
                  </a:lnTo>
                  <a:lnTo>
                    <a:pt x="2427" y="4269"/>
                  </a:lnTo>
                  <a:lnTo>
                    <a:pt x="2344" y="4373"/>
                  </a:lnTo>
                  <a:lnTo>
                    <a:pt x="2260" y="4269"/>
                  </a:lnTo>
                  <a:lnTo>
                    <a:pt x="2197" y="4248"/>
                  </a:lnTo>
                  <a:lnTo>
                    <a:pt x="2009" y="4248"/>
                  </a:lnTo>
                  <a:lnTo>
                    <a:pt x="2030" y="4185"/>
                  </a:lnTo>
                  <a:lnTo>
                    <a:pt x="1946" y="4164"/>
                  </a:lnTo>
                  <a:lnTo>
                    <a:pt x="1842" y="4060"/>
                  </a:lnTo>
                  <a:close/>
                </a:path>
              </a:pathLst>
            </a:custGeom>
            <a:solidFill>
              <a:srgbClr val="5F7D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54" name="Google Shape;5954;p36"/>
            <p:cNvSpPr/>
            <p:nvPr/>
          </p:nvSpPr>
          <p:spPr>
            <a:xfrm>
              <a:off x="4595934" y="3205063"/>
              <a:ext cx="26673" cy="13340"/>
            </a:xfrm>
            <a:custGeom>
              <a:rect b="b" l="l" r="r" t="t"/>
              <a:pathLst>
                <a:path extrusionOk="0" h="1173" w="2240">
                  <a:moveTo>
                    <a:pt x="2177" y="1"/>
                  </a:moveTo>
                  <a:lnTo>
                    <a:pt x="1968" y="43"/>
                  </a:lnTo>
                  <a:lnTo>
                    <a:pt x="1821" y="43"/>
                  </a:lnTo>
                  <a:lnTo>
                    <a:pt x="1675" y="64"/>
                  </a:lnTo>
                  <a:lnTo>
                    <a:pt x="1570" y="64"/>
                  </a:lnTo>
                  <a:lnTo>
                    <a:pt x="1424" y="105"/>
                  </a:lnTo>
                  <a:lnTo>
                    <a:pt x="1193" y="105"/>
                  </a:lnTo>
                  <a:lnTo>
                    <a:pt x="1005" y="252"/>
                  </a:lnTo>
                  <a:lnTo>
                    <a:pt x="880" y="315"/>
                  </a:lnTo>
                  <a:lnTo>
                    <a:pt x="817" y="336"/>
                  </a:lnTo>
                  <a:lnTo>
                    <a:pt x="712" y="357"/>
                  </a:lnTo>
                  <a:lnTo>
                    <a:pt x="628" y="377"/>
                  </a:lnTo>
                  <a:lnTo>
                    <a:pt x="482" y="419"/>
                  </a:lnTo>
                  <a:lnTo>
                    <a:pt x="398" y="482"/>
                  </a:lnTo>
                  <a:lnTo>
                    <a:pt x="377" y="524"/>
                  </a:lnTo>
                  <a:lnTo>
                    <a:pt x="252" y="587"/>
                  </a:lnTo>
                  <a:lnTo>
                    <a:pt x="210" y="733"/>
                  </a:lnTo>
                  <a:lnTo>
                    <a:pt x="105" y="880"/>
                  </a:lnTo>
                  <a:lnTo>
                    <a:pt x="84" y="942"/>
                  </a:lnTo>
                  <a:lnTo>
                    <a:pt x="147" y="984"/>
                  </a:lnTo>
                  <a:lnTo>
                    <a:pt x="147" y="1047"/>
                  </a:lnTo>
                  <a:lnTo>
                    <a:pt x="84" y="1047"/>
                  </a:lnTo>
                  <a:lnTo>
                    <a:pt x="43" y="1005"/>
                  </a:lnTo>
                  <a:lnTo>
                    <a:pt x="1" y="1110"/>
                  </a:lnTo>
                  <a:lnTo>
                    <a:pt x="63" y="1173"/>
                  </a:lnTo>
                  <a:lnTo>
                    <a:pt x="252" y="1152"/>
                  </a:lnTo>
                  <a:lnTo>
                    <a:pt x="419" y="1047"/>
                  </a:lnTo>
                  <a:lnTo>
                    <a:pt x="503" y="1005"/>
                  </a:lnTo>
                  <a:lnTo>
                    <a:pt x="608" y="1005"/>
                  </a:lnTo>
                  <a:lnTo>
                    <a:pt x="712" y="942"/>
                  </a:lnTo>
                  <a:lnTo>
                    <a:pt x="796" y="838"/>
                  </a:lnTo>
                  <a:lnTo>
                    <a:pt x="1005" y="670"/>
                  </a:lnTo>
                  <a:lnTo>
                    <a:pt x="1047" y="587"/>
                  </a:lnTo>
                  <a:lnTo>
                    <a:pt x="1110" y="566"/>
                  </a:lnTo>
                  <a:lnTo>
                    <a:pt x="1131" y="566"/>
                  </a:lnTo>
                  <a:lnTo>
                    <a:pt x="1235" y="461"/>
                  </a:lnTo>
                  <a:lnTo>
                    <a:pt x="1340" y="440"/>
                  </a:lnTo>
                  <a:lnTo>
                    <a:pt x="1444" y="440"/>
                  </a:lnTo>
                  <a:lnTo>
                    <a:pt x="1675" y="419"/>
                  </a:lnTo>
                  <a:lnTo>
                    <a:pt x="1842" y="315"/>
                  </a:lnTo>
                  <a:lnTo>
                    <a:pt x="2030" y="252"/>
                  </a:lnTo>
                  <a:lnTo>
                    <a:pt x="2051" y="168"/>
                  </a:lnTo>
                  <a:lnTo>
                    <a:pt x="2135" y="168"/>
                  </a:lnTo>
                  <a:lnTo>
                    <a:pt x="2240" y="105"/>
                  </a:lnTo>
                  <a:lnTo>
                    <a:pt x="2240" y="43"/>
                  </a:lnTo>
                  <a:lnTo>
                    <a:pt x="2177" y="1"/>
                  </a:lnTo>
                  <a:close/>
                </a:path>
              </a:pathLst>
            </a:custGeom>
            <a:solidFill>
              <a:srgbClr val="5F7D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nvGrpSpPr>
            <p:cNvPr id="5955" name="Google Shape;5955;p36"/>
            <p:cNvGrpSpPr/>
            <p:nvPr/>
          </p:nvGrpSpPr>
          <p:grpSpPr>
            <a:xfrm>
              <a:off x="4403342" y="3107749"/>
              <a:ext cx="316680" cy="101374"/>
              <a:chOff x="5068275" y="3161675"/>
              <a:chExt cx="664875" cy="222850"/>
            </a:xfrm>
          </p:grpSpPr>
          <p:sp>
            <p:nvSpPr>
              <p:cNvPr id="5956" name="Google Shape;5956;p36"/>
              <p:cNvSpPr/>
              <p:nvPr/>
            </p:nvSpPr>
            <p:spPr>
              <a:xfrm>
                <a:off x="5408300" y="3224425"/>
                <a:ext cx="96775" cy="107800"/>
              </a:xfrm>
              <a:custGeom>
                <a:rect b="b" l="l" r="r" t="t"/>
                <a:pathLst>
                  <a:path extrusionOk="0" h="4312" w="3871">
                    <a:moveTo>
                      <a:pt x="3620" y="1"/>
                    </a:moveTo>
                    <a:lnTo>
                      <a:pt x="3515" y="43"/>
                    </a:lnTo>
                    <a:lnTo>
                      <a:pt x="3494" y="147"/>
                    </a:lnTo>
                    <a:lnTo>
                      <a:pt x="3390" y="231"/>
                    </a:lnTo>
                    <a:lnTo>
                      <a:pt x="3390" y="294"/>
                    </a:lnTo>
                    <a:lnTo>
                      <a:pt x="3285" y="357"/>
                    </a:lnTo>
                    <a:lnTo>
                      <a:pt x="3181" y="398"/>
                    </a:lnTo>
                    <a:lnTo>
                      <a:pt x="3139" y="461"/>
                    </a:lnTo>
                    <a:lnTo>
                      <a:pt x="2992" y="503"/>
                    </a:lnTo>
                    <a:lnTo>
                      <a:pt x="2720" y="440"/>
                    </a:lnTo>
                    <a:lnTo>
                      <a:pt x="2469" y="419"/>
                    </a:lnTo>
                    <a:lnTo>
                      <a:pt x="2448" y="503"/>
                    </a:lnTo>
                    <a:lnTo>
                      <a:pt x="2406" y="503"/>
                    </a:lnTo>
                    <a:lnTo>
                      <a:pt x="2260" y="398"/>
                    </a:lnTo>
                    <a:lnTo>
                      <a:pt x="2092" y="398"/>
                    </a:lnTo>
                    <a:lnTo>
                      <a:pt x="1988" y="357"/>
                    </a:lnTo>
                    <a:lnTo>
                      <a:pt x="1820" y="336"/>
                    </a:lnTo>
                    <a:lnTo>
                      <a:pt x="1737" y="398"/>
                    </a:lnTo>
                    <a:lnTo>
                      <a:pt x="1674" y="336"/>
                    </a:lnTo>
                    <a:lnTo>
                      <a:pt x="1569" y="231"/>
                    </a:lnTo>
                    <a:lnTo>
                      <a:pt x="1381" y="210"/>
                    </a:lnTo>
                    <a:lnTo>
                      <a:pt x="1276" y="210"/>
                    </a:lnTo>
                    <a:lnTo>
                      <a:pt x="1276" y="336"/>
                    </a:lnTo>
                    <a:lnTo>
                      <a:pt x="1193" y="398"/>
                    </a:lnTo>
                    <a:lnTo>
                      <a:pt x="1151" y="503"/>
                    </a:lnTo>
                    <a:lnTo>
                      <a:pt x="1067" y="566"/>
                    </a:lnTo>
                    <a:lnTo>
                      <a:pt x="900" y="524"/>
                    </a:lnTo>
                    <a:lnTo>
                      <a:pt x="774" y="545"/>
                    </a:lnTo>
                    <a:lnTo>
                      <a:pt x="712" y="608"/>
                    </a:lnTo>
                    <a:lnTo>
                      <a:pt x="753" y="650"/>
                    </a:lnTo>
                    <a:lnTo>
                      <a:pt x="586" y="775"/>
                    </a:lnTo>
                    <a:lnTo>
                      <a:pt x="586" y="942"/>
                    </a:lnTo>
                    <a:lnTo>
                      <a:pt x="628" y="1047"/>
                    </a:lnTo>
                    <a:lnTo>
                      <a:pt x="628" y="1235"/>
                    </a:lnTo>
                    <a:lnTo>
                      <a:pt x="586" y="1298"/>
                    </a:lnTo>
                    <a:lnTo>
                      <a:pt x="649" y="1445"/>
                    </a:lnTo>
                    <a:lnTo>
                      <a:pt x="670" y="1549"/>
                    </a:lnTo>
                    <a:lnTo>
                      <a:pt x="628" y="1486"/>
                    </a:lnTo>
                    <a:lnTo>
                      <a:pt x="565" y="1403"/>
                    </a:lnTo>
                    <a:lnTo>
                      <a:pt x="523" y="1445"/>
                    </a:lnTo>
                    <a:lnTo>
                      <a:pt x="440" y="1507"/>
                    </a:lnTo>
                    <a:lnTo>
                      <a:pt x="335" y="1570"/>
                    </a:lnTo>
                    <a:lnTo>
                      <a:pt x="314" y="1675"/>
                    </a:lnTo>
                    <a:lnTo>
                      <a:pt x="335" y="1800"/>
                    </a:lnTo>
                    <a:lnTo>
                      <a:pt x="314" y="1905"/>
                    </a:lnTo>
                    <a:lnTo>
                      <a:pt x="335" y="2135"/>
                    </a:lnTo>
                    <a:lnTo>
                      <a:pt x="314" y="2198"/>
                    </a:lnTo>
                    <a:lnTo>
                      <a:pt x="272" y="2303"/>
                    </a:lnTo>
                    <a:lnTo>
                      <a:pt x="188" y="2323"/>
                    </a:lnTo>
                    <a:lnTo>
                      <a:pt x="188" y="2449"/>
                    </a:lnTo>
                    <a:lnTo>
                      <a:pt x="63" y="2554"/>
                    </a:lnTo>
                    <a:lnTo>
                      <a:pt x="42" y="2721"/>
                    </a:lnTo>
                    <a:lnTo>
                      <a:pt x="42" y="2763"/>
                    </a:lnTo>
                    <a:lnTo>
                      <a:pt x="0" y="2826"/>
                    </a:lnTo>
                    <a:lnTo>
                      <a:pt x="63" y="3035"/>
                    </a:lnTo>
                    <a:lnTo>
                      <a:pt x="126" y="3139"/>
                    </a:lnTo>
                    <a:lnTo>
                      <a:pt x="168" y="3119"/>
                    </a:lnTo>
                    <a:lnTo>
                      <a:pt x="251" y="3119"/>
                    </a:lnTo>
                    <a:lnTo>
                      <a:pt x="335" y="3056"/>
                    </a:lnTo>
                    <a:lnTo>
                      <a:pt x="377" y="3077"/>
                    </a:lnTo>
                    <a:lnTo>
                      <a:pt x="419" y="3223"/>
                    </a:lnTo>
                    <a:lnTo>
                      <a:pt x="523" y="3495"/>
                    </a:lnTo>
                    <a:lnTo>
                      <a:pt x="481" y="3558"/>
                    </a:lnTo>
                    <a:lnTo>
                      <a:pt x="440" y="3704"/>
                    </a:lnTo>
                    <a:lnTo>
                      <a:pt x="356" y="3851"/>
                    </a:lnTo>
                    <a:lnTo>
                      <a:pt x="356" y="4081"/>
                    </a:lnTo>
                    <a:lnTo>
                      <a:pt x="356" y="4269"/>
                    </a:lnTo>
                    <a:lnTo>
                      <a:pt x="440" y="4269"/>
                    </a:lnTo>
                    <a:lnTo>
                      <a:pt x="523" y="4311"/>
                    </a:lnTo>
                    <a:lnTo>
                      <a:pt x="628" y="4311"/>
                    </a:lnTo>
                    <a:lnTo>
                      <a:pt x="670" y="4269"/>
                    </a:lnTo>
                    <a:lnTo>
                      <a:pt x="774" y="4290"/>
                    </a:lnTo>
                    <a:lnTo>
                      <a:pt x="879" y="4269"/>
                    </a:lnTo>
                    <a:lnTo>
                      <a:pt x="963" y="4311"/>
                    </a:lnTo>
                    <a:lnTo>
                      <a:pt x="984" y="4227"/>
                    </a:lnTo>
                    <a:lnTo>
                      <a:pt x="963" y="4102"/>
                    </a:lnTo>
                    <a:lnTo>
                      <a:pt x="879" y="4060"/>
                    </a:lnTo>
                    <a:lnTo>
                      <a:pt x="858" y="3914"/>
                    </a:lnTo>
                    <a:lnTo>
                      <a:pt x="942" y="3809"/>
                    </a:lnTo>
                    <a:lnTo>
                      <a:pt x="963" y="3600"/>
                    </a:lnTo>
                    <a:lnTo>
                      <a:pt x="942" y="3432"/>
                    </a:lnTo>
                    <a:lnTo>
                      <a:pt x="879" y="3391"/>
                    </a:lnTo>
                    <a:lnTo>
                      <a:pt x="1004" y="3223"/>
                    </a:lnTo>
                    <a:lnTo>
                      <a:pt x="1046" y="3056"/>
                    </a:lnTo>
                    <a:lnTo>
                      <a:pt x="1004" y="2909"/>
                    </a:lnTo>
                    <a:lnTo>
                      <a:pt x="942" y="2826"/>
                    </a:lnTo>
                    <a:lnTo>
                      <a:pt x="942" y="2763"/>
                    </a:lnTo>
                    <a:lnTo>
                      <a:pt x="1067" y="2700"/>
                    </a:lnTo>
                    <a:lnTo>
                      <a:pt x="1088" y="2616"/>
                    </a:lnTo>
                    <a:lnTo>
                      <a:pt x="1214" y="2595"/>
                    </a:lnTo>
                    <a:lnTo>
                      <a:pt x="1318" y="2637"/>
                    </a:lnTo>
                    <a:lnTo>
                      <a:pt x="1318" y="2700"/>
                    </a:lnTo>
                    <a:lnTo>
                      <a:pt x="1381" y="2763"/>
                    </a:lnTo>
                    <a:lnTo>
                      <a:pt x="1381" y="2909"/>
                    </a:lnTo>
                    <a:lnTo>
                      <a:pt x="1276" y="3014"/>
                    </a:lnTo>
                    <a:lnTo>
                      <a:pt x="1276" y="3119"/>
                    </a:lnTo>
                    <a:lnTo>
                      <a:pt x="1318" y="3223"/>
                    </a:lnTo>
                    <a:lnTo>
                      <a:pt x="1402" y="3244"/>
                    </a:lnTo>
                    <a:lnTo>
                      <a:pt x="1486" y="3328"/>
                    </a:lnTo>
                    <a:lnTo>
                      <a:pt x="1611" y="3391"/>
                    </a:lnTo>
                    <a:lnTo>
                      <a:pt x="1632" y="3495"/>
                    </a:lnTo>
                    <a:lnTo>
                      <a:pt x="1590" y="3495"/>
                    </a:lnTo>
                    <a:lnTo>
                      <a:pt x="1569" y="3704"/>
                    </a:lnTo>
                    <a:lnTo>
                      <a:pt x="1590" y="3851"/>
                    </a:lnTo>
                    <a:lnTo>
                      <a:pt x="1674" y="3872"/>
                    </a:lnTo>
                    <a:lnTo>
                      <a:pt x="1737" y="3851"/>
                    </a:lnTo>
                    <a:lnTo>
                      <a:pt x="1883" y="3893"/>
                    </a:lnTo>
                    <a:lnTo>
                      <a:pt x="1946" y="3872"/>
                    </a:lnTo>
                    <a:lnTo>
                      <a:pt x="1946" y="3851"/>
                    </a:lnTo>
                    <a:lnTo>
                      <a:pt x="1925" y="3746"/>
                    </a:lnTo>
                    <a:lnTo>
                      <a:pt x="2030" y="3663"/>
                    </a:lnTo>
                    <a:lnTo>
                      <a:pt x="2113" y="3642"/>
                    </a:lnTo>
                    <a:lnTo>
                      <a:pt x="2260" y="3558"/>
                    </a:lnTo>
                    <a:lnTo>
                      <a:pt x="2427" y="3579"/>
                    </a:lnTo>
                    <a:lnTo>
                      <a:pt x="2511" y="3495"/>
                    </a:lnTo>
                    <a:lnTo>
                      <a:pt x="2532" y="3537"/>
                    </a:lnTo>
                    <a:lnTo>
                      <a:pt x="2616" y="3537"/>
                    </a:lnTo>
                    <a:lnTo>
                      <a:pt x="2657" y="3453"/>
                    </a:lnTo>
                    <a:lnTo>
                      <a:pt x="2657" y="3391"/>
                    </a:lnTo>
                    <a:lnTo>
                      <a:pt x="2511" y="3370"/>
                    </a:lnTo>
                    <a:lnTo>
                      <a:pt x="2448" y="3391"/>
                    </a:lnTo>
                    <a:lnTo>
                      <a:pt x="2281" y="3391"/>
                    </a:lnTo>
                    <a:lnTo>
                      <a:pt x="2281" y="3328"/>
                    </a:lnTo>
                    <a:lnTo>
                      <a:pt x="2239" y="3328"/>
                    </a:lnTo>
                    <a:lnTo>
                      <a:pt x="2239" y="3244"/>
                    </a:lnTo>
                    <a:lnTo>
                      <a:pt x="2197" y="3244"/>
                    </a:lnTo>
                    <a:lnTo>
                      <a:pt x="2134" y="3265"/>
                    </a:lnTo>
                    <a:lnTo>
                      <a:pt x="2134" y="3223"/>
                    </a:lnTo>
                    <a:lnTo>
                      <a:pt x="2030" y="3181"/>
                    </a:lnTo>
                    <a:lnTo>
                      <a:pt x="2009" y="3119"/>
                    </a:lnTo>
                    <a:lnTo>
                      <a:pt x="2051" y="3035"/>
                    </a:lnTo>
                    <a:lnTo>
                      <a:pt x="2092" y="2972"/>
                    </a:lnTo>
                    <a:lnTo>
                      <a:pt x="2134" y="3014"/>
                    </a:lnTo>
                    <a:lnTo>
                      <a:pt x="2134" y="3014"/>
                    </a:lnTo>
                    <a:lnTo>
                      <a:pt x="2113" y="2930"/>
                    </a:lnTo>
                    <a:lnTo>
                      <a:pt x="2155" y="2930"/>
                    </a:lnTo>
                    <a:lnTo>
                      <a:pt x="2197" y="2867"/>
                    </a:lnTo>
                    <a:lnTo>
                      <a:pt x="2134" y="2826"/>
                    </a:lnTo>
                    <a:lnTo>
                      <a:pt x="2051" y="2805"/>
                    </a:lnTo>
                    <a:lnTo>
                      <a:pt x="2092" y="2742"/>
                    </a:lnTo>
                    <a:lnTo>
                      <a:pt x="2051" y="2658"/>
                    </a:lnTo>
                    <a:lnTo>
                      <a:pt x="1988" y="2616"/>
                    </a:lnTo>
                    <a:lnTo>
                      <a:pt x="1904" y="2616"/>
                    </a:lnTo>
                    <a:lnTo>
                      <a:pt x="1883" y="2491"/>
                    </a:lnTo>
                    <a:lnTo>
                      <a:pt x="1716" y="2323"/>
                    </a:lnTo>
                    <a:lnTo>
                      <a:pt x="1611" y="2240"/>
                    </a:lnTo>
                    <a:lnTo>
                      <a:pt x="1569" y="2135"/>
                    </a:lnTo>
                    <a:lnTo>
                      <a:pt x="1569" y="2093"/>
                    </a:lnTo>
                    <a:lnTo>
                      <a:pt x="1611" y="2093"/>
                    </a:lnTo>
                    <a:lnTo>
                      <a:pt x="1632" y="2177"/>
                    </a:lnTo>
                    <a:lnTo>
                      <a:pt x="1737" y="2177"/>
                    </a:lnTo>
                    <a:lnTo>
                      <a:pt x="1841" y="2093"/>
                    </a:lnTo>
                    <a:lnTo>
                      <a:pt x="1883" y="2010"/>
                    </a:lnTo>
                    <a:lnTo>
                      <a:pt x="2092" y="1926"/>
                    </a:lnTo>
                    <a:lnTo>
                      <a:pt x="2260" y="1800"/>
                    </a:lnTo>
                    <a:lnTo>
                      <a:pt x="2344" y="1675"/>
                    </a:lnTo>
                    <a:lnTo>
                      <a:pt x="2448" y="1612"/>
                    </a:lnTo>
                    <a:lnTo>
                      <a:pt x="2448" y="1549"/>
                    </a:lnTo>
                    <a:lnTo>
                      <a:pt x="2574" y="1507"/>
                    </a:lnTo>
                    <a:lnTo>
                      <a:pt x="2678" y="1570"/>
                    </a:lnTo>
                    <a:lnTo>
                      <a:pt x="2762" y="1591"/>
                    </a:lnTo>
                    <a:lnTo>
                      <a:pt x="2867" y="1445"/>
                    </a:lnTo>
                    <a:lnTo>
                      <a:pt x="2867" y="1361"/>
                    </a:lnTo>
                    <a:lnTo>
                      <a:pt x="2741" y="1298"/>
                    </a:lnTo>
                    <a:lnTo>
                      <a:pt x="2469" y="1340"/>
                    </a:lnTo>
                    <a:lnTo>
                      <a:pt x="2364" y="1403"/>
                    </a:lnTo>
                    <a:lnTo>
                      <a:pt x="2197" y="1403"/>
                    </a:lnTo>
                    <a:lnTo>
                      <a:pt x="2113" y="1445"/>
                    </a:lnTo>
                    <a:lnTo>
                      <a:pt x="2009" y="1549"/>
                    </a:lnTo>
                    <a:lnTo>
                      <a:pt x="1820" y="1549"/>
                    </a:lnTo>
                    <a:lnTo>
                      <a:pt x="1716" y="1486"/>
                    </a:lnTo>
                    <a:lnTo>
                      <a:pt x="1611" y="1466"/>
                    </a:lnTo>
                    <a:lnTo>
                      <a:pt x="1507" y="1591"/>
                    </a:lnTo>
                    <a:lnTo>
                      <a:pt x="1423" y="1800"/>
                    </a:lnTo>
                    <a:lnTo>
                      <a:pt x="1297" y="1863"/>
                    </a:lnTo>
                    <a:lnTo>
                      <a:pt x="1193" y="1821"/>
                    </a:lnTo>
                    <a:lnTo>
                      <a:pt x="1172" y="1779"/>
                    </a:lnTo>
                    <a:lnTo>
                      <a:pt x="1004" y="1612"/>
                    </a:lnTo>
                    <a:lnTo>
                      <a:pt x="858" y="1486"/>
                    </a:lnTo>
                    <a:lnTo>
                      <a:pt x="774" y="1277"/>
                    </a:lnTo>
                    <a:lnTo>
                      <a:pt x="795" y="1047"/>
                    </a:lnTo>
                    <a:lnTo>
                      <a:pt x="879" y="838"/>
                    </a:lnTo>
                    <a:lnTo>
                      <a:pt x="984" y="733"/>
                    </a:lnTo>
                    <a:lnTo>
                      <a:pt x="1109" y="670"/>
                    </a:lnTo>
                    <a:lnTo>
                      <a:pt x="1276" y="754"/>
                    </a:lnTo>
                    <a:lnTo>
                      <a:pt x="1465" y="775"/>
                    </a:lnTo>
                    <a:lnTo>
                      <a:pt x="1674" y="670"/>
                    </a:lnTo>
                    <a:lnTo>
                      <a:pt x="1820" y="670"/>
                    </a:lnTo>
                    <a:lnTo>
                      <a:pt x="1883" y="754"/>
                    </a:lnTo>
                    <a:lnTo>
                      <a:pt x="1988" y="754"/>
                    </a:lnTo>
                    <a:lnTo>
                      <a:pt x="2051" y="712"/>
                    </a:lnTo>
                    <a:lnTo>
                      <a:pt x="2281" y="733"/>
                    </a:lnTo>
                    <a:lnTo>
                      <a:pt x="2427" y="733"/>
                    </a:lnTo>
                    <a:lnTo>
                      <a:pt x="2448" y="712"/>
                    </a:lnTo>
                    <a:lnTo>
                      <a:pt x="2574" y="712"/>
                    </a:lnTo>
                    <a:lnTo>
                      <a:pt x="2678" y="754"/>
                    </a:lnTo>
                    <a:lnTo>
                      <a:pt x="2720" y="817"/>
                    </a:lnTo>
                    <a:lnTo>
                      <a:pt x="2825" y="859"/>
                    </a:lnTo>
                    <a:lnTo>
                      <a:pt x="3264" y="754"/>
                    </a:lnTo>
                    <a:lnTo>
                      <a:pt x="3453" y="629"/>
                    </a:lnTo>
                    <a:lnTo>
                      <a:pt x="3494" y="524"/>
                    </a:lnTo>
                    <a:lnTo>
                      <a:pt x="3578" y="524"/>
                    </a:lnTo>
                    <a:lnTo>
                      <a:pt x="3620" y="440"/>
                    </a:lnTo>
                    <a:lnTo>
                      <a:pt x="3704" y="398"/>
                    </a:lnTo>
                    <a:lnTo>
                      <a:pt x="3766" y="294"/>
                    </a:lnTo>
                    <a:lnTo>
                      <a:pt x="3808" y="210"/>
                    </a:lnTo>
                    <a:lnTo>
                      <a:pt x="3871" y="147"/>
                    </a:lnTo>
                    <a:lnTo>
                      <a:pt x="3808" y="106"/>
                    </a:lnTo>
                    <a:lnTo>
                      <a:pt x="3787" y="43"/>
                    </a:lnTo>
                    <a:lnTo>
                      <a:pt x="3620" y="1"/>
                    </a:lnTo>
                    <a:close/>
                  </a:path>
                </a:pathLst>
              </a:custGeom>
              <a:solidFill>
                <a:srgbClr val="5F7D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57" name="Google Shape;5957;p36"/>
              <p:cNvSpPr/>
              <p:nvPr/>
            </p:nvSpPr>
            <p:spPr>
              <a:xfrm>
                <a:off x="5587700" y="3253200"/>
                <a:ext cx="145450" cy="131325"/>
              </a:xfrm>
              <a:custGeom>
                <a:rect b="b" l="l" r="r" t="t"/>
                <a:pathLst>
                  <a:path extrusionOk="0" h="5253" w="5818">
                    <a:moveTo>
                      <a:pt x="922" y="1"/>
                    </a:moveTo>
                    <a:lnTo>
                      <a:pt x="775" y="22"/>
                    </a:lnTo>
                    <a:lnTo>
                      <a:pt x="712" y="84"/>
                    </a:lnTo>
                    <a:lnTo>
                      <a:pt x="566" y="189"/>
                    </a:lnTo>
                    <a:lnTo>
                      <a:pt x="482" y="210"/>
                    </a:lnTo>
                    <a:lnTo>
                      <a:pt x="398" y="294"/>
                    </a:lnTo>
                    <a:lnTo>
                      <a:pt x="252" y="294"/>
                    </a:lnTo>
                    <a:lnTo>
                      <a:pt x="147" y="356"/>
                    </a:lnTo>
                    <a:lnTo>
                      <a:pt x="189" y="440"/>
                    </a:lnTo>
                    <a:lnTo>
                      <a:pt x="168" y="524"/>
                    </a:lnTo>
                    <a:lnTo>
                      <a:pt x="43" y="608"/>
                    </a:lnTo>
                    <a:lnTo>
                      <a:pt x="1" y="670"/>
                    </a:lnTo>
                    <a:lnTo>
                      <a:pt x="147" y="712"/>
                    </a:lnTo>
                    <a:lnTo>
                      <a:pt x="252" y="649"/>
                    </a:lnTo>
                    <a:lnTo>
                      <a:pt x="273" y="608"/>
                    </a:lnTo>
                    <a:lnTo>
                      <a:pt x="315" y="670"/>
                    </a:lnTo>
                    <a:lnTo>
                      <a:pt x="503" y="754"/>
                    </a:lnTo>
                    <a:lnTo>
                      <a:pt x="566" y="859"/>
                    </a:lnTo>
                    <a:lnTo>
                      <a:pt x="524" y="921"/>
                    </a:lnTo>
                    <a:lnTo>
                      <a:pt x="566" y="1047"/>
                    </a:lnTo>
                    <a:lnTo>
                      <a:pt x="691" y="1131"/>
                    </a:lnTo>
                    <a:lnTo>
                      <a:pt x="796" y="1152"/>
                    </a:lnTo>
                    <a:lnTo>
                      <a:pt x="901" y="1131"/>
                    </a:lnTo>
                    <a:lnTo>
                      <a:pt x="984" y="1172"/>
                    </a:lnTo>
                    <a:lnTo>
                      <a:pt x="1026" y="1131"/>
                    </a:lnTo>
                    <a:lnTo>
                      <a:pt x="1110" y="1152"/>
                    </a:lnTo>
                    <a:lnTo>
                      <a:pt x="1298" y="1131"/>
                    </a:lnTo>
                    <a:lnTo>
                      <a:pt x="1340" y="1152"/>
                    </a:lnTo>
                    <a:lnTo>
                      <a:pt x="1424" y="1131"/>
                    </a:lnTo>
                    <a:lnTo>
                      <a:pt x="1361" y="1068"/>
                    </a:lnTo>
                    <a:lnTo>
                      <a:pt x="1654" y="1089"/>
                    </a:lnTo>
                    <a:lnTo>
                      <a:pt x="1717" y="1172"/>
                    </a:lnTo>
                    <a:lnTo>
                      <a:pt x="1675" y="1298"/>
                    </a:lnTo>
                    <a:lnTo>
                      <a:pt x="1633" y="1277"/>
                    </a:lnTo>
                    <a:lnTo>
                      <a:pt x="1549" y="1361"/>
                    </a:lnTo>
                    <a:lnTo>
                      <a:pt x="1507" y="1465"/>
                    </a:lnTo>
                    <a:lnTo>
                      <a:pt x="1445" y="1361"/>
                    </a:lnTo>
                    <a:lnTo>
                      <a:pt x="1256" y="1277"/>
                    </a:lnTo>
                    <a:lnTo>
                      <a:pt x="1194" y="1298"/>
                    </a:lnTo>
                    <a:lnTo>
                      <a:pt x="1131" y="1465"/>
                    </a:lnTo>
                    <a:lnTo>
                      <a:pt x="1026" y="1507"/>
                    </a:lnTo>
                    <a:lnTo>
                      <a:pt x="922" y="1465"/>
                    </a:lnTo>
                    <a:lnTo>
                      <a:pt x="817" y="1465"/>
                    </a:lnTo>
                    <a:lnTo>
                      <a:pt x="775" y="1403"/>
                    </a:lnTo>
                    <a:lnTo>
                      <a:pt x="629" y="1444"/>
                    </a:lnTo>
                    <a:lnTo>
                      <a:pt x="566" y="1507"/>
                    </a:lnTo>
                    <a:lnTo>
                      <a:pt x="608" y="1570"/>
                    </a:lnTo>
                    <a:lnTo>
                      <a:pt x="733" y="1591"/>
                    </a:lnTo>
                    <a:lnTo>
                      <a:pt x="838" y="1654"/>
                    </a:lnTo>
                    <a:lnTo>
                      <a:pt x="901" y="1779"/>
                    </a:lnTo>
                    <a:lnTo>
                      <a:pt x="942" y="1821"/>
                    </a:lnTo>
                    <a:lnTo>
                      <a:pt x="1005" y="1800"/>
                    </a:lnTo>
                    <a:lnTo>
                      <a:pt x="1026" y="1884"/>
                    </a:lnTo>
                    <a:lnTo>
                      <a:pt x="1026" y="1968"/>
                    </a:lnTo>
                    <a:lnTo>
                      <a:pt x="984" y="1988"/>
                    </a:lnTo>
                    <a:lnTo>
                      <a:pt x="942" y="2072"/>
                    </a:lnTo>
                    <a:lnTo>
                      <a:pt x="1047" y="2240"/>
                    </a:lnTo>
                    <a:lnTo>
                      <a:pt x="1152" y="2281"/>
                    </a:lnTo>
                    <a:lnTo>
                      <a:pt x="1256" y="2240"/>
                    </a:lnTo>
                    <a:lnTo>
                      <a:pt x="1403" y="2114"/>
                    </a:lnTo>
                    <a:lnTo>
                      <a:pt x="1361" y="2009"/>
                    </a:lnTo>
                    <a:lnTo>
                      <a:pt x="1466" y="1863"/>
                    </a:lnTo>
                    <a:lnTo>
                      <a:pt x="1507" y="1821"/>
                    </a:lnTo>
                    <a:lnTo>
                      <a:pt x="1528" y="1758"/>
                    </a:lnTo>
                    <a:lnTo>
                      <a:pt x="1570" y="1612"/>
                    </a:lnTo>
                    <a:lnTo>
                      <a:pt x="1633" y="1507"/>
                    </a:lnTo>
                    <a:lnTo>
                      <a:pt x="1633" y="1654"/>
                    </a:lnTo>
                    <a:lnTo>
                      <a:pt x="1549" y="1716"/>
                    </a:lnTo>
                    <a:lnTo>
                      <a:pt x="1612" y="1863"/>
                    </a:lnTo>
                    <a:lnTo>
                      <a:pt x="1654" y="1988"/>
                    </a:lnTo>
                    <a:lnTo>
                      <a:pt x="1717" y="2072"/>
                    </a:lnTo>
                    <a:lnTo>
                      <a:pt x="1738" y="2009"/>
                    </a:lnTo>
                    <a:lnTo>
                      <a:pt x="1779" y="2009"/>
                    </a:lnTo>
                    <a:lnTo>
                      <a:pt x="1842" y="2030"/>
                    </a:lnTo>
                    <a:lnTo>
                      <a:pt x="1842" y="2135"/>
                    </a:lnTo>
                    <a:lnTo>
                      <a:pt x="1884" y="2093"/>
                    </a:lnTo>
                    <a:lnTo>
                      <a:pt x="1947" y="2093"/>
                    </a:lnTo>
                    <a:lnTo>
                      <a:pt x="1968" y="2135"/>
                    </a:lnTo>
                    <a:lnTo>
                      <a:pt x="2051" y="2177"/>
                    </a:lnTo>
                    <a:lnTo>
                      <a:pt x="2156" y="2135"/>
                    </a:lnTo>
                    <a:lnTo>
                      <a:pt x="2240" y="2135"/>
                    </a:lnTo>
                    <a:lnTo>
                      <a:pt x="2240" y="2177"/>
                    </a:lnTo>
                    <a:lnTo>
                      <a:pt x="2093" y="2177"/>
                    </a:lnTo>
                    <a:lnTo>
                      <a:pt x="2093" y="2281"/>
                    </a:lnTo>
                    <a:lnTo>
                      <a:pt x="2240" y="2302"/>
                    </a:lnTo>
                    <a:lnTo>
                      <a:pt x="2240" y="2323"/>
                    </a:lnTo>
                    <a:lnTo>
                      <a:pt x="2261" y="2386"/>
                    </a:lnTo>
                    <a:lnTo>
                      <a:pt x="2407" y="2449"/>
                    </a:lnTo>
                    <a:lnTo>
                      <a:pt x="2575" y="2449"/>
                    </a:lnTo>
                    <a:lnTo>
                      <a:pt x="2930" y="2553"/>
                    </a:lnTo>
                    <a:lnTo>
                      <a:pt x="3286" y="2658"/>
                    </a:lnTo>
                    <a:lnTo>
                      <a:pt x="3391" y="2658"/>
                    </a:lnTo>
                    <a:lnTo>
                      <a:pt x="3537" y="2721"/>
                    </a:lnTo>
                    <a:lnTo>
                      <a:pt x="3558" y="2825"/>
                    </a:lnTo>
                    <a:lnTo>
                      <a:pt x="3725" y="2867"/>
                    </a:lnTo>
                    <a:lnTo>
                      <a:pt x="3830" y="2867"/>
                    </a:lnTo>
                    <a:lnTo>
                      <a:pt x="3914" y="2825"/>
                    </a:lnTo>
                    <a:lnTo>
                      <a:pt x="3914" y="2825"/>
                    </a:lnTo>
                    <a:lnTo>
                      <a:pt x="3830" y="2951"/>
                    </a:lnTo>
                    <a:lnTo>
                      <a:pt x="3851" y="2972"/>
                    </a:lnTo>
                    <a:lnTo>
                      <a:pt x="3935" y="2951"/>
                    </a:lnTo>
                    <a:lnTo>
                      <a:pt x="3955" y="3014"/>
                    </a:lnTo>
                    <a:lnTo>
                      <a:pt x="4081" y="2972"/>
                    </a:lnTo>
                    <a:lnTo>
                      <a:pt x="4018" y="3035"/>
                    </a:lnTo>
                    <a:lnTo>
                      <a:pt x="4060" y="3076"/>
                    </a:lnTo>
                    <a:lnTo>
                      <a:pt x="4039" y="3139"/>
                    </a:lnTo>
                    <a:lnTo>
                      <a:pt x="4081" y="3181"/>
                    </a:lnTo>
                    <a:lnTo>
                      <a:pt x="4186" y="3160"/>
                    </a:lnTo>
                    <a:lnTo>
                      <a:pt x="4081" y="3265"/>
                    </a:lnTo>
                    <a:lnTo>
                      <a:pt x="4081" y="3328"/>
                    </a:lnTo>
                    <a:lnTo>
                      <a:pt x="4227" y="3453"/>
                    </a:lnTo>
                    <a:lnTo>
                      <a:pt x="4186" y="3558"/>
                    </a:lnTo>
                    <a:lnTo>
                      <a:pt x="4227" y="3641"/>
                    </a:lnTo>
                    <a:lnTo>
                      <a:pt x="4332" y="3704"/>
                    </a:lnTo>
                    <a:lnTo>
                      <a:pt x="4479" y="3809"/>
                    </a:lnTo>
                    <a:lnTo>
                      <a:pt x="4499" y="3872"/>
                    </a:lnTo>
                    <a:lnTo>
                      <a:pt x="4374" y="3872"/>
                    </a:lnTo>
                    <a:lnTo>
                      <a:pt x="4353" y="3955"/>
                    </a:lnTo>
                    <a:lnTo>
                      <a:pt x="4437" y="4018"/>
                    </a:lnTo>
                    <a:lnTo>
                      <a:pt x="4541" y="4081"/>
                    </a:lnTo>
                    <a:lnTo>
                      <a:pt x="4667" y="4060"/>
                    </a:lnTo>
                    <a:lnTo>
                      <a:pt x="4751" y="4081"/>
                    </a:lnTo>
                    <a:lnTo>
                      <a:pt x="4688" y="4081"/>
                    </a:lnTo>
                    <a:lnTo>
                      <a:pt x="4562" y="4123"/>
                    </a:lnTo>
                    <a:lnTo>
                      <a:pt x="4499" y="4102"/>
                    </a:lnTo>
                    <a:lnTo>
                      <a:pt x="4458" y="4123"/>
                    </a:lnTo>
                    <a:lnTo>
                      <a:pt x="4499" y="4206"/>
                    </a:lnTo>
                    <a:lnTo>
                      <a:pt x="4583" y="4227"/>
                    </a:lnTo>
                    <a:lnTo>
                      <a:pt x="4562" y="4395"/>
                    </a:lnTo>
                    <a:lnTo>
                      <a:pt x="4541" y="4416"/>
                    </a:lnTo>
                    <a:lnTo>
                      <a:pt x="4541" y="4499"/>
                    </a:lnTo>
                    <a:lnTo>
                      <a:pt x="4499" y="4583"/>
                    </a:lnTo>
                    <a:lnTo>
                      <a:pt x="4458" y="4604"/>
                    </a:lnTo>
                    <a:lnTo>
                      <a:pt x="4541" y="4709"/>
                    </a:lnTo>
                    <a:lnTo>
                      <a:pt x="4667" y="4625"/>
                    </a:lnTo>
                    <a:lnTo>
                      <a:pt x="4709" y="4688"/>
                    </a:lnTo>
                    <a:lnTo>
                      <a:pt x="4792" y="4688"/>
                    </a:lnTo>
                    <a:lnTo>
                      <a:pt x="4897" y="4625"/>
                    </a:lnTo>
                    <a:lnTo>
                      <a:pt x="5064" y="4625"/>
                    </a:lnTo>
                    <a:lnTo>
                      <a:pt x="5127" y="4583"/>
                    </a:lnTo>
                    <a:lnTo>
                      <a:pt x="5169" y="4478"/>
                    </a:lnTo>
                    <a:lnTo>
                      <a:pt x="5169" y="4583"/>
                    </a:lnTo>
                    <a:lnTo>
                      <a:pt x="5106" y="4688"/>
                    </a:lnTo>
                    <a:lnTo>
                      <a:pt x="5127" y="4750"/>
                    </a:lnTo>
                    <a:lnTo>
                      <a:pt x="5190" y="4792"/>
                    </a:lnTo>
                    <a:lnTo>
                      <a:pt x="5316" y="4897"/>
                    </a:lnTo>
                    <a:lnTo>
                      <a:pt x="5295" y="4939"/>
                    </a:lnTo>
                    <a:lnTo>
                      <a:pt x="5336" y="5022"/>
                    </a:lnTo>
                    <a:lnTo>
                      <a:pt x="5504" y="5211"/>
                    </a:lnTo>
                    <a:lnTo>
                      <a:pt x="5629" y="5232"/>
                    </a:lnTo>
                    <a:lnTo>
                      <a:pt x="5692" y="5253"/>
                    </a:lnTo>
                    <a:lnTo>
                      <a:pt x="5713" y="3851"/>
                    </a:lnTo>
                    <a:lnTo>
                      <a:pt x="5713" y="3788"/>
                    </a:lnTo>
                    <a:lnTo>
                      <a:pt x="5713" y="3704"/>
                    </a:lnTo>
                    <a:lnTo>
                      <a:pt x="5734" y="3537"/>
                    </a:lnTo>
                    <a:lnTo>
                      <a:pt x="5818" y="1382"/>
                    </a:lnTo>
                    <a:lnTo>
                      <a:pt x="5713" y="1403"/>
                    </a:lnTo>
                    <a:lnTo>
                      <a:pt x="5629" y="1382"/>
                    </a:lnTo>
                    <a:lnTo>
                      <a:pt x="5629" y="1298"/>
                    </a:lnTo>
                    <a:lnTo>
                      <a:pt x="5650" y="1256"/>
                    </a:lnTo>
                    <a:lnTo>
                      <a:pt x="5546" y="1193"/>
                    </a:lnTo>
                    <a:lnTo>
                      <a:pt x="5441" y="1193"/>
                    </a:lnTo>
                    <a:lnTo>
                      <a:pt x="5316" y="1172"/>
                    </a:lnTo>
                    <a:lnTo>
                      <a:pt x="5232" y="1152"/>
                    </a:lnTo>
                    <a:lnTo>
                      <a:pt x="5169" y="1172"/>
                    </a:lnTo>
                    <a:lnTo>
                      <a:pt x="4813" y="1026"/>
                    </a:lnTo>
                    <a:lnTo>
                      <a:pt x="4667" y="984"/>
                    </a:lnTo>
                    <a:lnTo>
                      <a:pt x="4562" y="963"/>
                    </a:lnTo>
                    <a:lnTo>
                      <a:pt x="4458" y="880"/>
                    </a:lnTo>
                    <a:lnTo>
                      <a:pt x="4248" y="838"/>
                    </a:lnTo>
                    <a:lnTo>
                      <a:pt x="4060" y="754"/>
                    </a:lnTo>
                    <a:lnTo>
                      <a:pt x="3976" y="670"/>
                    </a:lnTo>
                    <a:lnTo>
                      <a:pt x="3830" y="649"/>
                    </a:lnTo>
                    <a:lnTo>
                      <a:pt x="3537" y="838"/>
                    </a:lnTo>
                    <a:lnTo>
                      <a:pt x="3537" y="880"/>
                    </a:lnTo>
                    <a:lnTo>
                      <a:pt x="3600" y="984"/>
                    </a:lnTo>
                    <a:lnTo>
                      <a:pt x="3558" y="1068"/>
                    </a:lnTo>
                    <a:lnTo>
                      <a:pt x="3391" y="1089"/>
                    </a:lnTo>
                    <a:lnTo>
                      <a:pt x="3286" y="1131"/>
                    </a:lnTo>
                    <a:lnTo>
                      <a:pt x="3223" y="1131"/>
                    </a:lnTo>
                    <a:lnTo>
                      <a:pt x="3181" y="1089"/>
                    </a:lnTo>
                    <a:lnTo>
                      <a:pt x="3119" y="1172"/>
                    </a:lnTo>
                    <a:lnTo>
                      <a:pt x="3119" y="1277"/>
                    </a:lnTo>
                    <a:lnTo>
                      <a:pt x="2993" y="1340"/>
                    </a:lnTo>
                    <a:lnTo>
                      <a:pt x="2888" y="1361"/>
                    </a:lnTo>
                    <a:lnTo>
                      <a:pt x="2805" y="1465"/>
                    </a:lnTo>
                    <a:lnTo>
                      <a:pt x="2805" y="1612"/>
                    </a:lnTo>
                    <a:lnTo>
                      <a:pt x="2763" y="1654"/>
                    </a:lnTo>
                    <a:lnTo>
                      <a:pt x="2700" y="1696"/>
                    </a:lnTo>
                    <a:lnTo>
                      <a:pt x="2658" y="1800"/>
                    </a:lnTo>
                    <a:lnTo>
                      <a:pt x="2554" y="1821"/>
                    </a:lnTo>
                    <a:lnTo>
                      <a:pt x="2449" y="1821"/>
                    </a:lnTo>
                    <a:lnTo>
                      <a:pt x="2386" y="1779"/>
                    </a:lnTo>
                    <a:lnTo>
                      <a:pt x="2261" y="1675"/>
                    </a:lnTo>
                    <a:lnTo>
                      <a:pt x="2240" y="1570"/>
                    </a:lnTo>
                    <a:lnTo>
                      <a:pt x="2177" y="1591"/>
                    </a:lnTo>
                    <a:lnTo>
                      <a:pt x="2156" y="1465"/>
                    </a:lnTo>
                    <a:lnTo>
                      <a:pt x="2156" y="1361"/>
                    </a:lnTo>
                    <a:lnTo>
                      <a:pt x="2072" y="1298"/>
                    </a:lnTo>
                    <a:lnTo>
                      <a:pt x="2031" y="1382"/>
                    </a:lnTo>
                    <a:lnTo>
                      <a:pt x="2051" y="1507"/>
                    </a:lnTo>
                    <a:lnTo>
                      <a:pt x="1989" y="1507"/>
                    </a:lnTo>
                    <a:lnTo>
                      <a:pt x="1926" y="1444"/>
                    </a:lnTo>
                    <a:lnTo>
                      <a:pt x="1863" y="1298"/>
                    </a:lnTo>
                    <a:lnTo>
                      <a:pt x="1842" y="1047"/>
                    </a:lnTo>
                    <a:lnTo>
                      <a:pt x="1821" y="880"/>
                    </a:lnTo>
                    <a:lnTo>
                      <a:pt x="1863" y="775"/>
                    </a:lnTo>
                    <a:lnTo>
                      <a:pt x="1947" y="670"/>
                    </a:lnTo>
                    <a:lnTo>
                      <a:pt x="1884" y="566"/>
                    </a:lnTo>
                    <a:lnTo>
                      <a:pt x="1821" y="503"/>
                    </a:lnTo>
                    <a:lnTo>
                      <a:pt x="1821" y="335"/>
                    </a:lnTo>
                    <a:lnTo>
                      <a:pt x="1842" y="294"/>
                    </a:lnTo>
                    <a:lnTo>
                      <a:pt x="1779" y="231"/>
                    </a:lnTo>
                    <a:lnTo>
                      <a:pt x="1612" y="210"/>
                    </a:lnTo>
                    <a:lnTo>
                      <a:pt x="1424" y="231"/>
                    </a:lnTo>
                    <a:lnTo>
                      <a:pt x="1235" y="105"/>
                    </a:lnTo>
                    <a:lnTo>
                      <a:pt x="922" y="1"/>
                    </a:lnTo>
                    <a:close/>
                  </a:path>
                </a:pathLst>
              </a:custGeom>
              <a:solidFill>
                <a:srgbClr val="5F7D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58" name="Google Shape;5958;p36"/>
              <p:cNvSpPr/>
              <p:nvPr/>
            </p:nvSpPr>
            <p:spPr>
              <a:xfrm>
                <a:off x="5268100" y="3181025"/>
                <a:ext cx="143350" cy="129750"/>
              </a:xfrm>
              <a:custGeom>
                <a:rect b="b" l="l" r="r" t="t"/>
                <a:pathLst>
                  <a:path extrusionOk="0" h="5190" w="5734">
                    <a:moveTo>
                      <a:pt x="4060" y="0"/>
                    </a:moveTo>
                    <a:lnTo>
                      <a:pt x="3955" y="147"/>
                    </a:lnTo>
                    <a:lnTo>
                      <a:pt x="3955" y="209"/>
                    </a:lnTo>
                    <a:lnTo>
                      <a:pt x="3892" y="314"/>
                    </a:lnTo>
                    <a:lnTo>
                      <a:pt x="3892" y="398"/>
                    </a:lnTo>
                    <a:lnTo>
                      <a:pt x="3767" y="837"/>
                    </a:lnTo>
                    <a:lnTo>
                      <a:pt x="3579" y="1109"/>
                    </a:lnTo>
                    <a:lnTo>
                      <a:pt x="3516" y="1360"/>
                    </a:lnTo>
                    <a:lnTo>
                      <a:pt x="3265" y="1716"/>
                    </a:lnTo>
                    <a:lnTo>
                      <a:pt x="3307" y="1779"/>
                    </a:lnTo>
                    <a:lnTo>
                      <a:pt x="3014" y="1842"/>
                    </a:lnTo>
                    <a:lnTo>
                      <a:pt x="2783" y="1967"/>
                    </a:lnTo>
                    <a:lnTo>
                      <a:pt x="2637" y="1967"/>
                    </a:lnTo>
                    <a:lnTo>
                      <a:pt x="2595" y="1883"/>
                    </a:lnTo>
                    <a:lnTo>
                      <a:pt x="2470" y="1842"/>
                    </a:lnTo>
                    <a:lnTo>
                      <a:pt x="2177" y="1842"/>
                    </a:lnTo>
                    <a:lnTo>
                      <a:pt x="2093" y="1925"/>
                    </a:lnTo>
                    <a:lnTo>
                      <a:pt x="1758" y="2051"/>
                    </a:lnTo>
                    <a:lnTo>
                      <a:pt x="1444" y="2030"/>
                    </a:lnTo>
                    <a:lnTo>
                      <a:pt x="1361" y="2072"/>
                    </a:lnTo>
                    <a:lnTo>
                      <a:pt x="1235" y="2051"/>
                    </a:lnTo>
                    <a:lnTo>
                      <a:pt x="1214" y="2134"/>
                    </a:lnTo>
                    <a:lnTo>
                      <a:pt x="1047" y="2176"/>
                    </a:lnTo>
                    <a:lnTo>
                      <a:pt x="942" y="2155"/>
                    </a:lnTo>
                    <a:lnTo>
                      <a:pt x="921" y="2051"/>
                    </a:lnTo>
                    <a:lnTo>
                      <a:pt x="796" y="1946"/>
                    </a:lnTo>
                    <a:lnTo>
                      <a:pt x="754" y="1883"/>
                    </a:lnTo>
                    <a:lnTo>
                      <a:pt x="566" y="1758"/>
                    </a:lnTo>
                    <a:lnTo>
                      <a:pt x="440" y="1549"/>
                    </a:lnTo>
                    <a:lnTo>
                      <a:pt x="377" y="1570"/>
                    </a:lnTo>
                    <a:lnTo>
                      <a:pt x="314" y="1653"/>
                    </a:lnTo>
                    <a:lnTo>
                      <a:pt x="168" y="1842"/>
                    </a:lnTo>
                    <a:lnTo>
                      <a:pt x="84" y="1988"/>
                    </a:lnTo>
                    <a:lnTo>
                      <a:pt x="84" y="2072"/>
                    </a:lnTo>
                    <a:lnTo>
                      <a:pt x="105" y="2155"/>
                    </a:lnTo>
                    <a:lnTo>
                      <a:pt x="84" y="2239"/>
                    </a:lnTo>
                    <a:lnTo>
                      <a:pt x="1" y="2281"/>
                    </a:lnTo>
                    <a:lnTo>
                      <a:pt x="22" y="2490"/>
                    </a:lnTo>
                    <a:lnTo>
                      <a:pt x="210" y="2699"/>
                    </a:lnTo>
                    <a:lnTo>
                      <a:pt x="231" y="2804"/>
                    </a:lnTo>
                    <a:lnTo>
                      <a:pt x="189" y="2762"/>
                    </a:lnTo>
                    <a:lnTo>
                      <a:pt x="168" y="2804"/>
                    </a:lnTo>
                    <a:lnTo>
                      <a:pt x="210" y="2930"/>
                    </a:lnTo>
                    <a:lnTo>
                      <a:pt x="335" y="2971"/>
                    </a:lnTo>
                    <a:lnTo>
                      <a:pt x="419" y="2971"/>
                    </a:lnTo>
                    <a:lnTo>
                      <a:pt x="607" y="2909"/>
                    </a:lnTo>
                    <a:lnTo>
                      <a:pt x="733" y="2825"/>
                    </a:lnTo>
                    <a:lnTo>
                      <a:pt x="838" y="2867"/>
                    </a:lnTo>
                    <a:lnTo>
                      <a:pt x="733" y="2867"/>
                    </a:lnTo>
                    <a:lnTo>
                      <a:pt x="607" y="2971"/>
                    </a:lnTo>
                    <a:lnTo>
                      <a:pt x="398" y="3013"/>
                    </a:lnTo>
                    <a:lnTo>
                      <a:pt x="314" y="3097"/>
                    </a:lnTo>
                    <a:lnTo>
                      <a:pt x="210" y="3097"/>
                    </a:lnTo>
                    <a:lnTo>
                      <a:pt x="210" y="3139"/>
                    </a:lnTo>
                    <a:lnTo>
                      <a:pt x="335" y="3181"/>
                    </a:lnTo>
                    <a:lnTo>
                      <a:pt x="503" y="3243"/>
                    </a:lnTo>
                    <a:lnTo>
                      <a:pt x="649" y="3411"/>
                    </a:lnTo>
                    <a:lnTo>
                      <a:pt x="712" y="3515"/>
                    </a:lnTo>
                    <a:lnTo>
                      <a:pt x="733" y="3620"/>
                    </a:lnTo>
                    <a:lnTo>
                      <a:pt x="649" y="3746"/>
                    </a:lnTo>
                    <a:lnTo>
                      <a:pt x="566" y="3829"/>
                    </a:lnTo>
                    <a:lnTo>
                      <a:pt x="607" y="3871"/>
                    </a:lnTo>
                    <a:lnTo>
                      <a:pt x="712" y="3955"/>
                    </a:lnTo>
                    <a:lnTo>
                      <a:pt x="733" y="4227"/>
                    </a:lnTo>
                    <a:lnTo>
                      <a:pt x="733" y="4352"/>
                    </a:lnTo>
                    <a:lnTo>
                      <a:pt x="817" y="4499"/>
                    </a:lnTo>
                    <a:lnTo>
                      <a:pt x="858" y="4499"/>
                    </a:lnTo>
                    <a:lnTo>
                      <a:pt x="963" y="4436"/>
                    </a:lnTo>
                    <a:lnTo>
                      <a:pt x="1005" y="4499"/>
                    </a:lnTo>
                    <a:lnTo>
                      <a:pt x="1130" y="4499"/>
                    </a:lnTo>
                    <a:lnTo>
                      <a:pt x="1214" y="4541"/>
                    </a:lnTo>
                    <a:lnTo>
                      <a:pt x="1361" y="4541"/>
                    </a:lnTo>
                    <a:lnTo>
                      <a:pt x="1444" y="4457"/>
                    </a:lnTo>
                    <a:lnTo>
                      <a:pt x="1528" y="4499"/>
                    </a:lnTo>
                    <a:lnTo>
                      <a:pt x="1591" y="4457"/>
                    </a:lnTo>
                    <a:lnTo>
                      <a:pt x="1654" y="4352"/>
                    </a:lnTo>
                    <a:lnTo>
                      <a:pt x="1654" y="4290"/>
                    </a:lnTo>
                    <a:lnTo>
                      <a:pt x="1674" y="4373"/>
                    </a:lnTo>
                    <a:lnTo>
                      <a:pt x="1654" y="4478"/>
                    </a:lnTo>
                    <a:lnTo>
                      <a:pt x="1695" y="4603"/>
                    </a:lnTo>
                    <a:lnTo>
                      <a:pt x="1737" y="4792"/>
                    </a:lnTo>
                    <a:lnTo>
                      <a:pt x="1695" y="4896"/>
                    </a:lnTo>
                    <a:lnTo>
                      <a:pt x="1779" y="4896"/>
                    </a:lnTo>
                    <a:lnTo>
                      <a:pt x="1905" y="4750"/>
                    </a:lnTo>
                    <a:lnTo>
                      <a:pt x="1988" y="4708"/>
                    </a:lnTo>
                    <a:lnTo>
                      <a:pt x="2051" y="4771"/>
                    </a:lnTo>
                    <a:lnTo>
                      <a:pt x="2114" y="4750"/>
                    </a:lnTo>
                    <a:lnTo>
                      <a:pt x="2135" y="4687"/>
                    </a:lnTo>
                    <a:lnTo>
                      <a:pt x="2302" y="4687"/>
                    </a:lnTo>
                    <a:lnTo>
                      <a:pt x="2386" y="4583"/>
                    </a:lnTo>
                    <a:lnTo>
                      <a:pt x="2428" y="4583"/>
                    </a:lnTo>
                    <a:lnTo>
                      <a:pt x="2532" y="4645"/>
                    </a:lnTo>
                    <a:lnTo>
                      <a:pt x="2616" y="4583"/>
                    </a:lnTo>
                    <a:lnTo>
                      <a:pt x="2658" y="4645"/>
                    </a:lnTo>
                    <a:lnTo>
                      <a:pt x="2658" y="4750"/>
                    </a:lnTo>
                    <a:lnTo>
                      <a:pt x="2721" y="4792"/>
                    </a:lnTo>
                    <a:lnTo>
                      <a:pt x="2825" y="4813"/>
                    </a:lnTo>
                    <a:lnTo>
                      <a:pt x="2804" y="4750"/>
                    </a:lnTo>
                    <a:lnTo>
                      <a:pt x="2825" y="4666"/>
                    </a:lnTo>
                    <a:lnTo>
                      <a:pt x="2888" y="4750"/>
                    </a:lnTo>
                    <a:lnTo>
                      <a:pt x="2993" y="4771"/>
                    </a:lnTo>
                    <a:lnTo>
                      <a:pt x="3035" y="4750"/>
                    </a:lnTo>
                    <a:lnTo>
                      <a:pt x="3097" y="4813"/>
                    </a:lnTo>
                    <a:lnTo>
                      <a:pt x="3139" y="4792"/>
                    </a:lnTo>
                    <a:lnTo>
                      <a:pt x="3160" y="4855"/>
                    </a:lnTo>
                    <a:lnTo>
                      <a:pt x="3223" y="4917"/>
                    </a:lnTo>
                    <a:lnTo>
                      <a:pt x="3181" y="5022"/>
                    </a:lnTo>
                    <a:lnTo>
                      <a:pt x="3244" y="5189"/>
                    </a:lnTo>
                    <a:lnTo>
                      <a:pt x="3348" y="5168"/>
                    </a:lnTo>
                    <a:lnTo>
                      <a:pt x="3579" y="5064"/>
                    </a:lnTo>
                    <a:lnTo>
                      <a:pt x="3746" y="5022"/>
                    </a:lnTo>
                    <a:lnTo>
                      <a:pt x="3955" y="4896"/>
                    </a:lnTo>
                    <a:lnTo>
                      <a:pt x="4060" y="4666"/>
                    </a:lnTo>
                    <a:lnTo>
                      <a:pt x="4060" y="4583"/>
                    </a:lnTo>
                    <a:lnTo>
                      <a:pt x="4102" y="4457"/>
                    </a:lnTo>
                    <a:lnTo>
                      <a:pt x="4143" y="4478"/>
                    </a:lnTo>
                    <a:lnTo>
                      <a:pt x="4185" y="4478"/>
                    </a:lnTo>
                    <a:lnTo>
                      <a:pt x="4269" y="4290"/>
                    </a:lnTo>
                    <a:lnTo>
                      <a:pt x="4227" y="4269"/>
                    </a:lnTo>
                    <a:lnTo>
                      <a:pt x="4185" y="4227"/>
                    </a:lnTo>
                    <a:lnTo>
                      <a:pt x="4185" y="4164"/>
                    </a:lnTo>
                    <a:lnTo>
                      <a:pt x="4206" y="4185"/>
                    </a:lnTo>
                    <a:lnTo>
                      <a:pt x="4290" y="4227"/>
                    </a:lnTo>
                    <a:lnTo>
                      <a:pt x="4353" y="4143"/>
                    </a:lnTo>
                    <a:lnTo>
                      <a:pt x="4311" y="4059"/>
                    </a:lnTo>
                    <a:lnTo>
                      <a:pt x="4269" y="4059"/>
                    </a:lnTo>
                    <a:lnTo>
                      <a:pt x="4206" y="4039"/>
                    </a:lnTo>
                    <a:lnTo>
                      <a:pt x="4290" y="3976"/>
                    </a:lnTo>
                    <a:lnTo>
                      <a:pt x="4290" y="3871"/>
                    </a:lnTo>
                    <a:lnTo>
                      <a:pt x="4143" y="3871"/>
                    </a:lnTo>
                    <a:lnTo>
                      <a:pt x="4185" y="3808"/>
                    </a:lnTo>
                    <a:lnTo>
                      <a:pt x="4164" y="3746"/>
                    </a:lnTo>
                    <a:lnTo>
                      <a:pt x="4164" y="3746"/>
                    </a:lnTo>
                    <a:lnTo>
                      <a:pt x="4227" y="3767"/>
                    </a:lnTo>
                    <a:lnTo>
                      <a:pt x="4353" y="3725"/>
                    </a:lnTo>
                    <a:lnTo>
                      <a:pt x="4374" y="3620"/>
                    </a:lnTo>
                    <a:lnTo>
                      <a:pt x="4457" y="3515"/>
                    </a:lnTo>
                    <a:lnTo>
                      <a:pt x="4478" y="3390"/>
                    </a:lnTo>
                    <a:lnTo>
                      <a:pt x="4457" y="3306"/>
                    </a:lnTo>
                    <a:lnTo>
                      <a:pt x="4499" y="3348"/>
                    </a:lnTo>
                    <a:lnTo>
                      <a:pt x="4562" y="3453"/>
                    </a:lnTo>
                    <a:lnTo>
                      <a:pt x="4625" y="3348"/>
                    </a:lnTo>
                    <a:lnTo>
                      <a:pt x="4708" y="3243"/>
                    </a:lnTo>
                    <a:lnTo>
                      <a:pt x="4667" y="3097"/>
                    </a:lnTo>
                    <a:lnTo>
                      <a:pt x="4813" y="2971"/>
                    </a:lnTo>
                    <a:lnTo>
                      <a:pt x="4834" y="2783"/>
                    </a:lnTo>
                    <a:lnTo>
                      <a:pt x="4897" y="2699"/>
                    </a:lnTo>
                    <a:lnTo>
                      <a:pt x="4918" y="2469"/>
                    </a:lnTo>
                    <a:lnTo>
                      <a:pt x="4980" y="2406"/>
                    </a:lnTo>
                    <a:lnTo>
                      <a:pt x="4980" y="2344"/>
                    </a:lnTo>
                    <a:lnTo>
                      <a:pt x="5106" y="2197"/>
                    </a:lnTo>
                    <a:lnTo>
                      <a:pt x="5148" y="2281"/>
                    </a:lnTo>
                    <a:lnTo>
                      <a:pt x="5190" y="2239"/>
                    </a:lnTo>
                    <a:lnTo>
                      <a:pt x="5148" y="2072"/>
                    </a:lnTo>
                    <a:lnTo>
                      <a:pt x="5148" y="2072"/>
                    </a:lnTo>
                    <a:lnTo>
                      <a:pt x="5336" y="2260"/>
                    </a:lnTo>
                    <a:lnTo>
                      <a:pt x="5462" y="2260"/>
                    </a:lnTo>
                    <a:lnTo>
                      <a:pt x="5545" y="2197"/>
                    </a:lnTo>
                    <a:lnTo>
                      <a:pt x="5629" y="2239"/>
                    </a:lnTo>
                    <a:lnTo>
                      <a:pt x="5713" y="2197"/>
                    </a:lnTo>
                    <a:lnTo>
                      <a:pt x="5734" y="2093"/>
                    </a:lnTo>
                    <a:lnTo>
                      <a:pt x="5629" y="2072"/>
                    </a:lnTo>
                    <a:lnTo>
                      <a:pt x="5608" y="2030"/>
                    </a:lnTo>
                    <a:lnTo>
                      <a:pt x="5503" y="1883"/>
                    </a:lnTo>
                    <a:lnTo>
                      <a:pt x="5420" y="1883"/>
                    </a:lnTo>
                    <a:lnTo>
                      <a:pt x="5190" y="1674"/>
                    </a:lnTo>
                    <a:lnTo>
                      <a:pt x="5106" y="1632"/>
                    </a:lnTo>
                    <a:lnTo>
                      <a:pt x="5085" y="1528"/>
                    </a:lnTo>
                    <a:lnTo>
                      <a:pt x="5022" y="1465"/>
                    </a:lnTo>
                    <a:lnTo>
                      <a:pt x="5043" y="1423"/>
                    </a:lnTo>
                    <a:lnTo>
                      <a:pt x="5190" y="1360"/>
                    </a:lnTo>
                    <a:lnTo>
                      <a:pt x="5231" y="1256"/>
                    </a:lnTo>
                    <a:lnTo>
                      <a:pt x="5148" y="1193"/>
                    </a:lnTo>
                    <a:lnTo>
                      <a:pt x="4980" y="1005"/>
                    </a:lnTo>
                    <a:lnTo>
                      <a:pt x="4918" y="879"/>
                    </a:lnTo>
                    <a:lnTo>
                      <a:pt x="4834" y="795"/>
                    </a:lnTo>
                    <a:lnTo>
                      <a:pt x="4876" y="712"/>
                    </a:lnTo>
                    <a:lnTo>
                      <a:pt x="4918" y="691"/>
                    </a:lnTo>
                    <a:lnTo>
                      <a:pt x="4918" y="628"/>
                    </a:lnTo>
                    <a:lnTo>
                      <a:pt x="4876" y="607"/>
                    </a:lnTo>
                    <a:lnTo>
                      <a:pt x="4750" y="482"/>
                    </a:lnTo>
                    <a:lnTo>
                      <a:pt x="4813" y="461"/>
                    </a:lnTo>
                    <a:lnTo>
                      <a:pt x="4939" y="482"/>
                    </a:lnTo>
                    <a:lnTo>
                      <a:pt x="5085" y="461"/>
                    </a:lnTo>
                    <a:lnTo>
                      <a:pt x="4980" y="314"/>
                    </a:lnTo>
                    <a:lnTo>
                      <a:pt x="4834" y="272"/>
                    </a:lnTo>
                    <a:lnTo>
                      <a:pt x="4897" y="209"/>
                    </a:lnTo>
                    <a:lnTo>
                      <a:pt x="4876" y="168"/>
                    </a:lnTo>
                    <a:lnTo>
                      <a:pt x="4939" y="147"/>
                    </a:lnTo>
                    <a:lnTo>
                      <a:pt x="4939" y="105"/>
                    </a:lnTo>
                    <a:lnTo>
                      <a:pt x="4813" y="84"/>
                    </a:lnTo>
                    <a:lnTo>
                      <a:pt x="4667" y="84"/>
                    </a:lnTo>
                    <a:lnTo>
                      <a:pt x="4604" y="42"/>
                    </a:lnTo>
                    <a:lnTo>
                      <a:pt x="4164" y="42"/>
                    </a:lnTo>
                    <a:lnTo>
                      <a:pt x="4060" y="0"/>
                    </a:lnTo>
                    <a:close/>
                  </a:path>
                </a:pathLst>
              </a:custGeom>
              <a:solidFill>
                <a:srgbClr val="5F7D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59" name="Google Shape;5959;p36"/>
              <p:cNvSpPr/>
              <p:nvPr/>
            </p:nvSpPr>
            <p:spPr>
              <a:xfrm>
                <a:off x="5068275" y="3161675"/>
                <a:ext cx="431050" cy="221800"/>
              </a:xfrm>
              <a:custGeom>
                <a:rect b="b" l="l" r="r" t="t"/>
                <a:pathLst>
                  <a:path extrusionOk="0" h="8872" w="17242">
                    <a:moveTo>
                      <a:pt x="16991" y="8202"/>
                    </a:moveTo>
                    <a:lnTo>
                      <a:pt x="16886" y="8265"/>
                    </a:lnTo>
                    <a:lnTo>
                      <a:pt x="16928" y="8286"/>
                    </a:lnTo>
                    <a:lnTo>
                      <a:pt x="16907" y="8307"/>
                    </a:lnTo>
                    <a:cubicBezTo>
                      <a:pt x="16886" y="8307"/>
                      <a:pt x="16823" y="8349"/>
                      <a:pt x="16802" y="8349"/>
                    </a:cubicBezTo>
                    <a:lnTo>
                      <a:pt x="16802" y="8307"/>
                    </a:lnTo>
                    <a:lnTo>
                      <a:pt x="16782" y="8349"/>
                    </a:lnTo>
                    <a:cubicBezTo>
                      <a:pt x="16677" y="8370"/>
                      <a:pt x="16572" y="8370"/>
                      <a:pt x="16489" y="8390"/>
                    </a:cubicBezTo>
                    <a:lnTo>
                      <a:pt x="16593" y="8286"/>
                    </a:lnTo>
                    <a:lnTo>
                      <a:pt x="16551" y="8265"/>
                    </a:lnTo>
                    <a:lnTo>
                      <a:pt x="16468" y="8307"/>
                    </a:lnTo>
                    <a:lnTo>
                      <a:pt x="16384" y="8307"/>
                    </a:lnTo>
                    <a:lnTo>
                      <a:pt x="16342" y="8349"/>
                    </a:lnTo>
                    <a:lnTo>
                      <a:pt x="16363" y="8390"/>
                    </a:lnTo>
                    <a:lnTo>
                      <a:pt x="16300" y="8453"/>
                    </a:lnTo>
                    <a:lnTo>
                      <a:pt x="16196" y="8453"/>
                    </a:lnTo>
                    <a:lnTo>
                      <a:pt x="16258" y="8495"/>
                    </a:lnTo>
                    <a:lnTo>
                      <a:pt x="16384" y="8474"/>
                    </a:lnTo>
                    <a:lnTo>
                      <a:pt x="16447" y="8411"/>
                    </a:lnTo>
                    <a:cubicBezTo>
                      <a:pt x="16489" y="8411"/>
                      <a:pt x="16551" y="8411"/>
                      <a:pt x="16614" y="8390"/>
                    </a:cubicBezTo>
                    <a:lnTo>
                      <a:pt x="16614" y="8390"/>
                    </a:lnTo>
                    <a:lnTo>
                      <a:pt x="16593" y="8411"/>
                    </a:lnTo>
                    <a:lnTo>
                      <a:pt x="16677" y="8411"/>
                    </a:lnTo>
                    <a:lnTo>
                      <a:pt x="16719" y="8474"/>
                    </a:lnTo>
                    <a:lnTo>
                      <a:pt x="16802" y="8370"/>
                    </a:lnTo>
                    <a:cubicBezTo>
                      <a:pt x="16823" y="8370"/>
                      <a:pt x="16886" y="8349"/>
                      <a:pt x="16907" y="8349"/>
                    </a:cubicBezTo>
                    <a:lnTo>
                      <a:pt x="16907" y="8370"/>
                    </a:lnTo>
                    <a:lnTo>
                      <a:pt x="17012" y="8390"/>
                    </a:lnTo>
                    <a:lnTo>
                      <a:pt x="17200" y="8307"/>
                    </a:lnTo>
                    <a:lnTo>
                      <a:pt x="17242" y="8244"/>
                    </a:lnTo>
                    <a:lnTo>
                      <a:pt x="17200" y="8202"/>
                    </a:lnTo>
                    <a:lnTo>
                      <a:pt x="17033" y="8244"/>
                    </a:lnTo>
                    <a:lnTo>
                      <a:pt x="16991" y="8202"/>
                    </a:lnTo>
                    <a:close/>
                    <a:moveTo>
                      <a:pt x="16070" y="8411"/>
                    </a:moveTo>
                    <a:lnTo>
                      <a:pt x="16007" y="8443"/>
                    </a:lnTo>
                    <a:lnTo>
                      <a:pt x="16007" y="8443"/>
                    </a:lnTo>
                    <a:cubicBezTo>
                      <a:pt x="16026" y="8475"/>
                      <a:pt x="16037" y="8501"/>
                      <a:pt x="16036" y="8525"/>
                    </a:cubicBezTo>
                    <a:lnTo>
                      <a:pt x="16036" y="8525"/>
                    </a:lnTo>
                    <a:lnTo>
                      <a:pt x="16049" y="8474"/>
                    </a:lnTo>
                    <a:lnTo>
                      <a:pt x="16133" y="8453"/>
                    </a:lnTo>
                    <a:lnTo>
                      <a:pt x="16196" y="8453"/>
                    </a:lnTo>
                    <a:lnTo>
                      <a:pt x="16237" y="8411"/>
                    </a:lnTo>
                    <a:close/>
                    <a:moveTo>
                      <a:pt x="16036" y="8525"/>
                    </a:moveTo>
                    <a:lnTo>
                      <a:pt x="16028" y="8558"/>
                    </a:lnTo>
                    <a:cubicBezTo>
                      <a:pt x="16034" y="8547"/>
                      <a:pt x="16036" y="8536"/>
                      <a:pt x="16036" y="8525"/>
                    </a:cubicBezTo>
                    <a:close/>
                    <a:moveTo>
                      <a:pt x="105" y="0"/>
                    </a:moveTo>
                    <a:lnTo>
                      <a:pt x="22" y="42"/>
                    </a:lnTo>
                    <a:lnTo>
                      <a:pt x="1" y="105"/>
                    </a:lnTo>
                    <a:lnTo>
                      <a:pt x="22" y="251"/>
                    </a:lnTo>
                    <a:lnTo>
                      <a:pt x="168" y="565"/>
                    </a:lnTo>
                    <a:lnTo>
                      <a:pt x="252" y="628"/>
                    </a:lnTo>
                    <a:lnTo>
                      <a:pt x="524" y="879"/>
                    </a:lnTo>
                    <a:lnTo>
                      <a:pt x="587" y="879"/>
                    </a:lnTo>
                    <a:lnTo>
                      <a:pt x="754" y="1067"/>
                    </a:lnTo>
                    <a:lnTo>
                      <a:pt x="838" y="1088"/>
                    </a:lnTo>
                    <a:lnTo>
                      <a:pt x="900" y="1067"/>
                    </a:lnTo>
                    <a:lnTo>
                      <a:pt x="1089" y="1214"/>
                    </a:lnTo>
                    <a:lnTo>
                      <a:pt x="1298" y="1528"/>
                    </a:lnTo>
                    <a:lnTo>
                      <a:pt x="1507" y="1716"/>
                    </a:lnTo>
                    <a:lnTo>
                      <a:pt x="1570" y="1716"/>
                    </a:lnTo>
                    <a:lnTo>
                      <a:pt x="1570" y="1883"/>
                    </a:lnTo>
                    <a:lnTo>
                      <a:pt x="1612" y="1925"/>
                    </a:lnTo>
                    <a:lnTo>
                      <a:pt x="1633" y="2092"/>
                    </a:lnTo>
                    <a:lnTo>
                      <a:pt x="1716" y="2155"/>
                    </a:lnTo>
                    <a:lnTo>
                      <a:pt x="1842" y="2155"/>
                    </a:lnTo>
                    <a:lnTo>
                      <a:pt x="2009" y="2344"/>
                    </a:lnTo>
                    <a:lnTo>
                      <a:pt x="2093" y="2406"/>
                    </a:lnTo>
                    <a:lnTo>
                      <a:pt x="2156" y="2406"/>
                    </a:lnTo>
                    <a:lnTo>
                      <a:pt x="2198" y="2448"/>
                    </a:lnTo>
                    <a:lnTo>
                      <a:pt x="2135" y="2532"/>
                    </a:lnTo>
                    <a:lnTo>
                      <a:pt x="2219" y="2616"/>
                    </a:lnTo>
                    <a:lnTo>
                      <a:pt x="2261" y="2762"/>
                    </a:lnTo>
                    <a:lnTo>
                      <a:pt x="2261" y="2783"/>
                    </a:lnTo>
                    <a:lnTo>
                      <a:pt x="2365" y="3097"/>
                    </a:lnTo>
                    <a:lnTo>
                      <a:pt x="2428" y="3264"/>
                    </a:lnTo>
                    <a:lnTo>
                      <a:pt x="2574" y="3306"/>
                    </a:lnTo>
                    <a:lnTo>
                      <a:pt x="2763" y="3411"/>
                    </a:lnTo>
                    <a:lnTo>
                      <a:pt x="2763" y="3515"/>
                    </a:lnTo>
                    <a:lnTo>
                      <a:pt x="2888" y="3787"/>
                    </a:lnTo>
                    <a:lnTo>
                      <a:pt x="3035" y="3892"/>
                    </a:lnTo>
                    <a:lnTo>
                      <a:pt x="3056" y="4185"/>
                    </a:lnTo>
                    <a:lnTo>
                      <a:pt x="3265" y="4561"/>
                    </a:lnTo>
                    <a:lnTo>
                      <a:pt x="3265" y="4729"/>
                    </a:lnTo>
                    <a:lnTo>
                      <a:pt x="3307" y="4875"/>
                    </a:lnTo>
                    <a:lnTo>
                      <a:pt x="3516" y="5043"/>
                    </a:lnTo>
                    <a:lnTo>
                      <a:pt x="3725" y="5294"/>
                    </a:lnTo>
                    <a:lnTo>
                      <a:pt x="3788" y="5440"/>
                    </a:lnTo>
                    <a:lnTo>
                      <a:pt x="3934" y="5461"/>
                    </a:lnTo>
                    <a:lnTo>
                      <a:pt x="3997" y="5545"/>
                    </a:lnTo>
                    <a:lnTo>
                      <a:pt x="4123" y="5608"/>
                    </a:lnTo>
                    <a:lnTo>
                      <a:pt x="4144" y="5775"/>
                    </a:lnTo>
                    <a:lnTo>
                      <a:pt x="4290" y="5859"/>
                    </a:lnTo>
                    <a:lnTo>
                      <a:pt x="4437" y="6005"/>
                    </a:lnTo>
                    <a:lnTo>
                      <a:pt x="4709" y="6173"/>
                    </a:lnTo>
                    <a:lnTo>
                      <a:pt x="4750" y="6298"/>
                    </a:lnTo>
                    <a:lnTo>
                      <a:pt x="4918" y="6361"/>
                    </a:lnTo>
                    <a:lnTo>
                      <a:pt x="5253" y="6633"/>
                    </a:lnTo>
                    <a:lnTo>
                      <a:pt x="5274" y="6779"/>
                    </a:lnTo>
                    <a:lnTo>
                      <a:pt x="5357" y="6800"/>
                    </a:lnTo>
                    <a:lnTo>
                      <a:pt x="5441" y="6926"/>
                    </a:lnTo>
                    <a:lnTo>
                      <a:pt x="5483" y="6884"/>
                    </a:lnTo>
                    <a:lnTo>
                      <a:pt x="5483" y="6779"/>
                    </a:lnTo>
                    <a:lnTo>
                      <a:pt x="5462" y="6717"/>
                    </a:lnTo>
                    <a:lnTo>
                      <a:pt x="5462" y="6675"/>
                    </a:lnTo>
                    <a:lnTo>
                      <a:pt x="5566" y="6696"/>
                    </a:lnTo>
                    <a:lnTo>
                      <a:pt x="5797" y="6905"/>
                    </a:lnTo>
                    <a:lnTo>
                      <a:pt x="5859" y="6884"/>
                    </a:lnTo>
                    <a:lnTo>
                      <a:pt x="5859" y="6717"/>
                    </a:lnTo>
                    <a:lnTo>
                      <a:pt x="5901" y="6633"/>
                    </a:lnTo>
                    <a:lnTo>
                      <a:pt x="5985" y="6675"/>
                    </a:lnTo>
                    <a:cubicBezTo>
                      <a:pt x="5985" y="6696"/>
                      <a:pt x="6006" y="6696"/>
                      <a:pt x="6006" y="6717"/>
                    </a:cubicBezTo>
                    <a:lnTo>
                      <a:pt x="6090" y="6842"/>
                    </a:lnTo>
                    <a:lnTo>
                      <a:pt x="6110" y="6842"/>
                    </a:lnTo>
                    <a:cubicBezTo>
                      <a:pt x="6173" y="6905"/>
                      <a:pt x="6215" y="6989"/>
                      <a:pt x="6278" y="7030"/>
                    </a:cubicBezTo>
                    <a:lnTo>
                      <a:pt x="6236" y="7051"/>
                    </a:lnTo>
                    <a:lnTo>
                      <a:pt x="6236" y="7198"/>
                    </a:lnTo>
                    <a:lnTo>
                      <a:pt x="6194" y="7323"/>
                    </a:lnTo>
                    <a:lnTo>
                      <a:pt x="6069" y="7344"/>
                    </a:lnTo>
                    <a:lnTo>
                      <a:pt x="6069" y="7449"/>
                    </a:lnTo>
                    <a:lnTo>
                      <a:pt x="5985" y="7470"/>
                    </a:lnTo>
                    <a:lnTo>
                      <a:pt x="5922" y="7428"/>
                    </a:lnTo>
                    <a:lnTo>
                      <a:pt x="5880" y="7428"/>
                    </a:lnTo>
                    <a:lnTo>
                      <a:pt x="5880" y="7512"/>
                    </a:lnTo>
                    <a:lnTo>
                      <a:pt x="5964" y="7554"/>
                    </a:lnTo>
                    <a:lnTo>
                      <a:pt x="6194" y="7554"/>
                    </a:lnTo>
                    <a:lnTo>
                      <a:pt x="6320" y="7512"/>
                    </a:lnTo>
                    <a:lnTo>
                      <a:pt x="6382" y="7616"/>
                    </a:lnTo>
                    <a:lnTo>
                      <a:pt x="6445" y="7658"/>
                    </a:lnTo>
                    <a:lnTo>
                      <a:pt x="6529" y="7637"/>
                    </a:lnTo>
                    <a:lnTo>
                      <a:pt x="6613" y="7637"/>
                    </a:lnTo>
                    <a:lnTo>
                      <a:pt x="6550" y="7679"/>
                    </a:lnTo>
                    <a:lnTo>
                      <a:pt x="6466" y="7826"/>
                    </a:lnTo>
                    <a:lnTo>
                      <a:pt x="6529" y="7867"/>
                    </a:lnTo>
                    <a:lnTo>
                      <a:pt x="6696" y="7888"/>
                    </a:lnTo>
                    <a:lnTo>
                      <a:pt x="6822" y="7951"/>
                    </a:lnTo>
                    <a:lnTo>
                      <a:pt x="6926" y="7888"/>
                    </a:lnTo>
                    <a:lnTo>
                      <a:pt x="6989" y="7951"/>
                    </a:lnTo>
                    <a:lnTo>
                      <a:pt x="7178" y="7951"/>
                    </a:lnTo>
                    <a:lnTo>
                      <a:pt x="7366" y="8077"/>
                    </a:lnTo>
                    <a:lnTo>
                      <a:pt x="7638" y="8160"/>
                    </a:lnTo>
                    <a:lnTo>
                      <a:pt x="7743" y="8035"/>
                    </a:lnTo>
                    <a:lnTo>
                      <a:pt x="7805" y="8035"/>
                    </a:lnTo>
                    <a:lnTo>
                      <a:pt x="7889" y="8139"/>
                    </a:lnTo>
                    <a:lnTo>
                      <a:pt x="7994" y="8160"/>
                    </a:lnTo>
                    <a:lnTo>
                      <a:pt x="8077" y="8077"/>
                    </a:lnTo>
                    <a:lnTo>
                      <a:pt x="8140" y="8077"/>
                    </a:lnTo>
                    <a:lnTo>
                      <a:pt x="8287" y="8181"/>
                    </a:lnTo>
                    <a:lnTo>
                      <a:pt x="8454" y="8181"/>
                    </a:lnTo>
                    <a:lnTo>
                      <a:pt x="8747" y="8370"/>
                    </a:lnTo>
                    <a:lnTo>
                      <a:pt x="9061" y="8474"/>
                    </a:lnTo>
                    <a:lnTo>
                      <a:pt x="9186" y="8390"/>
                    </a:lnTo>
                    <a:lnTo>
                      <a:pt x="9395" y="8390"/>
                    </a:lnTo>
                    <a:lnTo>
                      <a:pt x="9521" y="8495"/>
                    </a:lnTo>
                    <a:lnTo>
                      <a:pt x="9647" y="8390"/>
                    </a:lnTo>
                    <a:lnTo>
                      <a:pt x="9793" y="8411"/>
                    </a:lnTo>
                    <a:lnTo>
                      <a:pt x="9960" y="8495"/>
                    </a:lnTo>
                    <a:lnTo>
                      <a:pt x="10149" y="8495"/>
                    </a:lnTo>
                    <a:lnTo>
                      <a:pt x="10295" y="8411"/>
                    </a:lnTo>
                    <a:lnTo>
                      <a:pt x="10379" y="8411"/>
                    </a:lnTo>
                    <a:lnTo>
                      <a:pt x="10483" y="8516"/>
                    </a:lnTo>
                    <a:lnTo>
                      <a:pt x="10609" y="8558"/>
                    </a:lnTo>
                    <a:lnTo>
                      <a:pt x="10776" y="8683"/>
                    </a:lnTo>
                    <a:lnTo>
                      <a:pt x="10902" y="8662"/>
                    </a:lnTo>
                    <a:lnTo>
                      <a:pt x="10986" y="8725"/>
                    </a:lnTo>
                    <a:lnTo>
                      <a:pt x="11048" y="8704"/>
                    </a:lnTo>
                    <a:lnTo>
                      <a:pt x="11028" y="8516"/>
                    </a:lnTo>
                    <a:lnTo>
                      <a:pt x="10965" y="8474"/>
                    </a:lnTo>
                    <a:lnTo>
                      <a:pt x="11007" y="8453"/>
                    </a:lnTo>
                    <a:cubicBezTo>
                      <a:pt x="11132" y="8453"/>
                      <a:pt x="11237" y="8474"/>
                      <a:pt x="11341" y="8495"/>
                    </a:cubicBezTo>
                    <a:lnTo>
                      <a:pt x="11467" y="8579"/>
                    </a:lnTo>
                    <a:lnTo>
                      <a:pt x="11488" y="8662"/>
                    </a:lnTo>
                    <a:lnTo>
                      <a:pt x="11551" y="8579"/>
                    </a:lnTo>
                    <a:lnTo>
                      <a:pt x="11634" y="8516"/>
                    </a:lnTo>
                    <a:cubicBezTo>
                      <a:pt x="11697" y="8579"/>
                      <a:pt x="11781" y="8600"/>
                      <a:pt x="11864" y="8621"/>
                    </a:cubicBezTo>
                    <a:lnTo>
                      <a:pt x="11844" y="8662"/>
                    </a:lnTo>
                    <a:lnTo>
                      <a:pt x="11864" y="8704"/>
                    </a:lnTo>
                    <a:lnTo>
                      <a:pt x="12053" y="8767"/>
                    </a:lnTo>
                    <a:lnTo>
                      <a:pt x="12157" y="8704"/>
                    </a:lnTo>
                    <a:lnTo>
                      <a:pt x="12220" y="8725"/>
                    </a:lnTo>
                    <a:lnTo>
                      <a:pt x="12220" y="8704"/>
                    </a:lnTo>
                    <a:cubicBezTo>
                      <a:pt x="12262" y="8725"/>
                      <a:pt x="12304" y="8725"/>
                      <a:pt x="12325" y="8767"/>
                    </a:cubicBezTo>
                    <a:lnTo>
                      <a:pt x="12388" y="8809"/>
                    </a:lnTo>
                    <a:lnTo>
                      <a:pt x="12492" y="8872"/>
                    </a:lnTo>
                    <a:lnTo>
                      <a:pt x="12597" y="8830"/>
                    </a:lnTo>
                    <a:lnTo>
                      <a:pt x="12680" y="8830"/>
                    </a:lnTo>
                    <a:lnTo>
                      <a:pt x="12722" y="8872"/>
                    </a:lnTo>
                    <a:lnTo>
                      <a:pt x="12848" y="8809"/>
                    </a:lnTo>
                    <a:lnTo>
                      <a:pt x="12911" y="8725"/>
                    </a:lnTo>
                    <a:lnTo>
                      <a:pt x="13015" y="8767"/>
                    </a:lnTo>
                    <a:lnTo>
                      <a:pt x="13141" y="8704"/>
                    </a:lnTo>
                    <a:lnTo>
                      <a:pt x="13245" y="8725"/>
                    </a:lnTo>
                    <a:lnTo>
                      <a:pt x="13371" y="8621"/>
                    </a:lnTo>
                    <a:lnTo>
                      <a:pt x="13413" y="8704"/>
                    </a:lnTo>
                    <a:lnTo>
                      <a:pt x="13517" y="8683"/>
                    </a:lnTo>
                    <a:lnTo>
                      <a:pt x="13664" y="8704"/>
                    </a:lnTo>
                    <a:lnTo>
                      <a:pt x="13580" y="8662"/>
                    </a:lnTo>
                    <a:lnTo>
                      <a:pt x="13894" y="8662"/>
                    </a:lnTo>
                    <a:lnTo>
                      <a:pt x="13936" y="8683"/>
                    </a:lnTo>
                    <a:lnTo>
                      <a:pt x="13936" y="8662"/>
                    </a:lnTo>
                    <a:lnTo>
                      <a:pt x="14166" y="8662"/>
                    </a:lnTo>
                    <a:lnTo>
                      <a:pt x="14250" y="8683"/>
                    </a:lnTo>
                    <a:lnTo>
                      <a:pt x="14313" y="8683"/>
                    </a:lnTo>
                    <a:lnTo>
                      <a:pt x="14396" y="8704"/>
                    </a:lnTo>
                    <a:lnTo>
                      <a:pt x="14480" y="8683"/>
                    </a:lnTo>
                    <a:lnTo>
                      <a:pt x="14564" y="8683"/>
                    </a:lnTo>
                    <a:lnTo>
                      <a:pt x="14626" y="8725"/>
                    </a:lnTo>
                    <a:lnTo>
                      <a:pt x="14731" y="8683"/>
                    </a:lnTo>
                    <a:lnTo>
                      <a:pt x="14794" y="8704"/>
                    </a:lnTo>
                    <a:lnTo>
                      <a:pt x="14877" y="8704"/>
                    </a:lnTo>
                    <a:lnTo>
                      <a:pt x="14898" y="8683"/>
                    </a:lnTo>
                    <a:lnTo>
                      <a:pt x="15024" y="8621"/>
                    </a:lnTo>
                    <a:lnTo>
                      <a:pt x="15212" y="8662"/>
                    </a:lnTo>
                    <a:lnTo>
                      <a:pt x="15359" y="8579"/>
                    </a:lnTo>
                    <a:lnTo>
                      <a:pt x="15547" y="8579"/>
                    </a:lnTo>
                    <a:lnTo>
                      <a:pt x="15631" y="8600"/>
                    </a:lnTo>
                    <a:lnTo>
                      <a:pt x="15652" y="8579"/>
                    </a:lnTo>
                    <a:cubicBezTo>
                      <a:pt x="15683" y="8589"/>
                      <a:pt x="15714" y="8594"/>
                      <a:pt x="15748" y="8594"/>
                    </a:cubicBezTo>
                    <a:cubicBezTo>
                      <a:pt x="15782" y="8594"/>
                      <a:pt x="15819" y="8589"/>
                      <a:pt x="15861" y="8579"/>
                    </a:cubicBezTo>
                    <a:cubicBezTo>
                      <a:pt x="15882" y="8579"/>
                      <a:pt x="15924" y="8558"/>
                      <a:pt x="15945" y="8516"/>
                    </a:cubicBezTo>
                    <a:lnTo>
                      <a:pt x="15986" y="8453"/>
                    </a:lnTo>
                    <a:lnTo>
                      <a:pt x="16007" y="8443"/>
                    </a:lnTo>
                    <a:lnTo>
                      <a:pt x="16007" y="8443"/>
                    </a:lnTo>
                    <a:cubicBezTo>
                      <a:pt x="16001" y="8433"/>
                      <a:pt x="15994" y="8423"/>
                      <a:pt x="15986" y="8411"/>
                    </a:cubicBezTo>
                    <a:lnTo>
                      <a:pt x="16049" y="8390"/>
                    </a:lnTo>
                    <a:lnTo>
                      <a:pt x="16091" y="8286"/>
                    </a:lnTo>
                    <a:lnTo>
                      <a:pt x="16091" y="8181"/>
                    </a:lnTo>
                    <a:lnTo>
                      <a:pt x="15965" y="8139"/>
                    </a:lnTo>
                    <a:lnTo>
                      <a:pt x="15861" y="8202"/>
                    </a:lnTo>
                    <a:lnTo>
                      <a:pt x="15924" y="8244"/>
                    </a:lnTo>
                    <a:lnTo>
                      <a:pt x="15840" y="8349"/>
                    </a:lnTo>
                    <a:lnTo>
                      <a:pt x="15735" y="8370"/>
                    </a:lnTo>
                    <a:lnTo>
                      <a:pt x="15714" y="8390"/>
                    </a:lnTo>
                    <a:lnTo>
                      <a:pt x="15673" y="8390"/>
                    </a:lnTo>
                    <a:cubicBezTo>
                      <a:pt x="15652" y="8390"/>
                      <a:pt x="15631" y="8411"/>
                      <a:pt x="15610" y="8453"/>
                    </a:cubicBezTo>
                    <a:lnTo>
                      <a:pt x="15526" y="8453"/>
                    </a:lnTo>
                    <a:lnTo>
                      <a:pt x="15442" y="8390"/>
                    </a:lnTo>
                    <a:lnTo>
                      <a:pt x="15296" y="8390"/>
                    </a:lnTo>
                    <a:lnTo>
                      <a:pt x="15149" y="8453"/>
                    </a:lnTo>
                    <a:lnTo>
                      <a:pt x="15003" y="8349"/>
                    </a:lnTo>
                    <a:lnTo>
                      <a:pt x="14836" y="8307"/>
                    </a:lnTo>
                    <a:lnTo>
                      <a:pt x="14773" y="8349"/>
                    </a:lnTo>
                    <a:lnTo>
                      <a:pt x="14626" y="8265"/>
                    </a:lnTo>
                    <a:lnTo>
                      <a:pt x="14354" y="8307"/>
                    </a:lnTo>
                    <a:lnTo>
                      <a:pt x="14166" y="8411"/>
                    </a:lnTo>
                    <a:lnTo>
                      <a:pt x="14166" y="8453"/>
                    </a:lnTo>
                    <a:lnTo>
                      <a:pt x="13999" y="8453"/>
                    </a:lnTo>
                    <a:lnTo>
                      <a:pt x="13894" y="8411"/>
                    </a:lnTo>
                    <a:lnTo>
                      <a:pt x="13894" y="8474"/>
                    </a:lnTo>
                    <a:cubicBezTo>
                      <a:pt x="13852" y="8474"/>
                      <a:pt x="13769" y="8474"/>
                      <a:pt x="13727" y="8495"/>
                    </a:cubicBezTo>
                    <a:lnTo>
                      <a:pt x="13685" y="8453"/>
                    </a:lnTo>
                    <a:lnTo>
                      <a:pt x="13685" y="8370"/>
                    </a:lnTo>
                    <a:lnTo>
                      <a:pt x="13559" y="8349"/>
                    </a:lnTo>
                    <a:lnTo>
                      <a:pt x="13580" y="8453"/>
                    </a:lnTo>
                    <a:lnTo>
                      <a:pt x="13538" y="8474"/>
                    </a:lnTo>
                    <a:lnTo>
                      <a:pt x="13538" y="8370"/>
                    </a:lnTo>
                    <a:lnTo>
                      <a:pt x="13434" y="8286"/>
                    </a:lnTo>
                    <a:lnTo>
                      <a:pt x="13329" y="8349"/>
                    </a:lnTo>
                    <a:lnTo>
                      <a:pt x="13224" y="8265"/>
                    </a:lnTo>
                    <a:lnTo>
                      <a:pt x="13120" y="8202"/>
                    </a:lnTo>
                    <a:lnTo>
                      <a:pt x="12994" y="8286"/>
                    </a:lnTo>
                    <a:lnTo>
                      <a:pt x="12994" y="8349"/>
                    </a:lnTo>
                    <a:lnTo>
                      <a:pt x="13224" y="8411"/>
                    </a:lnTo>
                    <a:lnTo>
                      <a:pt x="13308" y="8495"/>
                    </a:lnTo>
                    <a:lnTo>
                      <a:pt x="13162" y="8495"/>
                    </a:lnTo>
                    <a:lnTo>
                      <a:pt x="13162" y="8516"/>
                    </a:lnTo>
                    <a:lnTo>
                      <a:pt x="13099" y="8579"/>
                    </a:lnTo>
                    <a:lnTo>
                      <a:pt x="13057" y="8579"/>
                    </a:lnTo>
                    <a:cubicBezTo>
                      <a:pt x="13094" y="8560"/>
                      <a:pt x="13098" y="8492"/>
                      <a:pt x="13055" y="8492"/>
                    </a:cubicBezTo>
                    <a:cubicBezTo>
                      <a:pt x="13049" y="8492"/>
                      <a:pt x="13043" y="8493"/>
                      <a:pt x="13036" y="8495"/>
                    </a:cubicBezTo>
                    <a:lnTo>
                      <a:pt x="12952" y="8495"/>
                    </a:lnTo>
                    <a:lnTo>
                      <a:pt x="12932" y="8390"/>
                    </a:lnTo>
                    <a:lnTo>
                      <a:pt x="12848" y="8370"/>
                    </a:lnTo>
                    <a:lnTo>
                      <a:pt x="12743" y="8390"/>
                    </a:lnTo>
                    <a:lnTo>
                      <a:pt x="12639" y="8370"/>
                    </a:lnTo>
                    <a:lnTo>
                      <a:pt x="12492" y="8411"/>
                    </a:lnTo>
                    <a:lnTo>
                      <a:pt x="12408" y="8516"/>
                    </a:lnTo>
                    <a:lnTo>
                      <a:pt x="12388" y="8600"/>
                    </a:lnTo>
                    <a:lnTo>
                      <a:pt x="12283" y="8600"/>
                    </a:lnTo>
                    <a:lnTo>
                      <a:pt x="12283" y="8579"/>
                    </a:lnTo>
                    <a:lnTo>
                      <a:pt x="12283" y="8558"/>
                    </a:lnTo>
                    <a:lnTo>
                      <a:pt x="12304" y="8558"/>
                    </a:lnTo>
                    <a:cubicBezTo>
                      <a:pt x="12325" y="8558"/>
                      <a:pt x="12304" y="8516"/>
                      <a:pt x="12304" y="8516"/>
                    </a:cubicBezTo>
                    <a:lnTo>
                      <a:pt x="12325" y="8495"/>
                    </a:lnTo>
                    <a:lnTo>
                      <a:pt x="12367" y="8370"/>
                    </a:lnTo>
                    <a:lnTo>
                      <a:pt x="12178" y="8307"/>
                    </a:lnTo>
                    <a:lnTo>
                      <a:pt x="12053" y="8390"/>
                    </a:lnTo>
                    <a:lnTo>
                      <a:pt x="12011" y="8516"/>
                    </a:lnTo>
                    <a:cubicBezTo>
                      <a:pt x="11885" y="8495"/>
                      <a:pt x="11781" y="8474"/>
                      <a:pt x="11676" y="8453"/>
                    </a:cubicBezTo>
                    <a:lnTo>
                      <a:pt x="11781" y="8411"/>
                    </a:lnTo>
                    <a:lnTo>
                      <a:pt x="11802" y="8349"/>
                    </a:lnTo>
                    <a:lnTo>
                      <a:pt x="11676" y="8181"/>
                    </a:lnTo>
                    <a:lnTo>
                      <a:pt x="11530" y="8160"/>
                    </a:lnTo>
                    <a:lnTo>
                      <a:pt x="11362" y="8202"/>
                    </a:lnTo>
                    <a:lnTo>
                      <a:pt x="11237" y="8181"/>
                    </a:lnTo>
                    <a:lnTo>
                      <a:pt x="11111" y="8202"/>
                    </a:lnTo>
                    <a:lnTo>
                      <a:pt x="11111" y="8244"/>
                    </a:lnTo>
                    <a:cubicBezTo>
                      <a:pt x="11069" y="8244"/>
                      <a:pt x="11069" y="8244"/>
                      <a:pt x="11048" y="8202"/>
                    </a:cubicBezTo>
                    <a:lnTo>
                      <a:pt x="11069" y="8056"/>
                    </a:lnTo>
                    <a:lnTo>
                      <a:pt x="11028" y="7972"/>
                    </a:lnTo>
                    <a:lnTo>
                      <a:pt x="10923" y="7951"/>
                    </a:lnTo>
                    <a:lnTo>
                      <a:pt x="10902" y="7930"/>
                    </a:lnTo>
                    <a:lnTo>
                      <a:pt x="10797" y="7930"/>
                    </a:lnTo>
                    <a:lnTo>
                      <a:pt x="10714" y="7972"/>
                    </a:lnTo>
                    <a:lnTo>
                      <a:pt x="10609" y="7972"/>
                    </a:lnTo>
                    <a:lnTo>
                      <a:pt x="10525" y="7930"/>
                    </a:lnTo>
                    <a:lnTo>
                      <a:pt x="10400" y="7972"/>
                    </a:lnTo>
                    <a:lnTo>
                      <a:pt x="10274" y="7930"/>
                    </a:lnTo>
                    <a:lnTo>
                      <a:pt x="10191" y="7846"/>
                    </a:lnTo>
                    <a:lnTo>
                      <a:pt x="10191" y="7763"/>
                    </a:lnTo>
                    <a:lnTo>
                      <a:pt x="10086" y="7595"/>
                    </a:lnTo>
                    <a:lnTo>
                      <a:pt x="10086" y="7449"/>
                    </a:lnTo>
                    <a:lnTo>
                      <a:pt x="9939" y="7449"/>
                    </a:lnTo>
                    <a:lnTo>
                      <a:pt x="9856" y="7470"/>
                    </a:lnTo>
                    <a:lnTo>
                      <a:pt x="9772" y="7386"/>
                    </a:lnTo>
                    <a:lnTo>
                      <a:pt x="9667" y="7386"/>
                    </a:lnTo>
                    <a:lnTo>
                      <a:pt x="9542" y="7282"/>
                    </a:lnTo>
                    <a:lnTo>
                      <a:pt x="9458" y="7240"/>
                    </a:lnTo>
                    <a:lnTo>
                      <a:pt x="9354" y="7261"/>
                    </a:lnTo>
                    <a:lnTo>
                      <a:pt x="9270" y="7261"/>
                    </a:lnTo>
                    <a:lnTo>
                      <a:pt x="9144" y="7114"/>
                    </a:lnTo>
                    <a:lnTo>
                      <a:pt x="9040" y="7114"/>
                    </a:lnTo>
                    <a:lnTo>
                      <a:pt x="9019" y="7344"/>
                    </a:lnTo>
                    <a:lnTo>
                      <a:pt x="8935" y="7449"/>
                    </a:lnTo>
                    <a:lnTo>
                      <a:pt x="8684" y="7491"/>
                    </a:lnTo>
                    <a:lnTo>
                      <a:pt x="8370" y="7449"/>
                    </a:lnTo>
                    <a:lnTo>
                      <a:pt x="8015" y="7449"/>
                    </a:lnTo>
                    <a:lnTo>
                      <a:pt x="7805" y="7365"/>
                    </a:lnTo>
                    <a:lnTo>
                      <a:pt x="7763" y="7323"/>
                    </a:lnTo>
                    <a:lnTo>
                      <a:pt x="7784" y="7219"/>
                    </a:lnTo>
                    <a:lnTo>
                      <a:pt x="7701" y="7072"/>
                    </a:lnTo>
                    <a:lnTo>
                      <a:pt x="7450" y="7051"/>
                    </a:lnTo>
                    <a:lnTo>
                      <a:pt x="7240" y="7010"/>
                    </a:lnTo>
                    <a:lnTo>
                      <a:pt x="7136" y="6926"/>
                    </a:lnTo>
                    <a:lnTo>
                      <a:pt x="6947" y="6926"/>
                    </a:lnTo>
                    <a:lnTo>
                      <a:pt x="6906" y="6968"/>
                    </a:lnTo>
                    <a:lnTo>
                      <a:pt x="6843" y="7030"/>
                    </a:lnTo>
                    <a:lnTo>
                      <a:pt x="6759" y="6947"/>
                    </a:lnTo>
                    <a:lnTo>
                      <a:pt x="6592" y="6926"/>
                    </a:lnTo>
                    <a:lnTo>
                      <a:pt x="6487" y="6926"/>
                    </a:lnTo>
                    <a:cubicBezTo>
                      <a:pt x="6403" y="6842"/>
                      <a:pt x="6320" y="6758"/>
                      <a:pt x="6278" y="6654"/>
                    </a:cubicBezTo>
                    <a:lnTo>
                      <a:pt x="6278" y="6486"/>
                    </a:lnTo>
                    <a:lnTo>
                      <a:pt x="6320" y="6173"/>
                    </a:lnTo>
                    <a:lnTo>
                      <a:pt x="6278" y="5963"/>
                    </a:lnTo>
                    <a:lnTo>
                      <a:pt x="6382" y="5712"/>
                    </a:lnTo>
                    <a:lnTo>
                      <a:pt x="6320" y="5649"/>
                    </a:lnTo>
                    <a:lnTo>
                      <a:pt x="6320" y="5461"/>
                    </a:lnTo>
                    <a:lnTo>
                      <a:pt x="6424" y="5398"/>
                    </a:lnTo>
                    <a:lnTo>
                      <a:pt x="6487" y="5336"/>
                    </a:lnTo>
                    <a:lnTo>
                      <a:pt x="6445" y="5231"/>
                    </a:lnTo>
                    <a:lnTo>
                      <a:pt x="6382" y="5168"/>
                    </a:lnTo>
                    <a:lnTo>
                      <a:pt x="6278" y="5085"/>
                    </a:lnTo>
                    <a:lnTo>
                      <a:pt x="6215" y="4959"/>
                    </a:lnTo>
                    <a:lnTo>
                      <a:pt x="6131" y="4938"/>
                    </a:lnTo>
                    <a:lnTo>
                      <a:pt x="6110" y="4854"/>
                    </a:lnTo>
                    <a:lnTo>
                      <a:pt x="6006" y="4813"/>
                    </a:lnTo>
                    <a:lnTo>
                      <a:pt x="5818" y="4833"/>
                    </a:lnTo>
                    <a:lnTo>
                      <a:pt x="5713" y="4813"/>
                    </a:lnTo>
                    <a:lnTo>
                      <a:pt x="5692" y="4624"/>
                    </a:lnTo>
                    <a:lnTo>
                      <a:pt x="5608" y="4520"/>
                    </a:lnTo>
                    <a:lnTo>
                      <a:pt x="5546" y="4561"/>
                    </a:lnTo>
                    <a:lnTo>
                      <a:pt x="5587" y="4457"/>
                    </a:lnTo>
                    <a:lnTo>
                      <a:pt x="5483" y="4415"/>
                    </a:lnTo>
                    <a:lnTo>
                      <a:pt x="5462" y="4122"/>
                    </a:lnTo>
                    <a:lnTo>
                      <a:pt x="5336" y="4185"/>
                    </a:lnTo>
                    <a:lnTo>
                      <a:pt x="5274" y="4122"/>
                    </a:lnTo>
                    <a:lnTo>
                      <a:pt x="5043" y="4122"/>
                    </a:lnTo>
                    <a:lnTo>
                      <a:pt x="4855" y="3996"/>
                    </a:lnTo>
                    <a:lnTo>
                      <a:pt x="4855" y="3892"/>
                    </a:lnTo>
                    <a:lnTo>
                      <a:pt x="4960" y="3850"/>
                    </a:lnTo>
                    <a:lnTo>
                      <a:pt x="5085" y="3766"/>
                    </a:lnTo>
                    <a:lnTo>
                      <a:pt x="5002" y="3704"/>
                    </a:lnTo>
                    <a:lnTo>
                      <a:pt x="4876" y="3745"/>
                    </a:lnTo>
                    <a:lnTo>
                      <a:pt x="4813" y="3704"/>
                    </a:lnTo>
                    <a:lnTo>
                      <a:pt x="4667" y="3766"/>
                    </a:lnTo>
                    <a:lnTo>
                      <a:pt x="4750" y="3683"/>
                    </a:lnTo>
                    <a:lnTo>
                      <a:pt x="4876" y="3578"/>
                    </a:lnTo>
                    <a:lnTo>
                      <a:pt x="5064" y="3557"/>
                    </a:lnTo>
                    <a:lnTo>
                      <a:pt x="5043" y="3432"/>
                    </a:lnTo>
                    <a:lnTo>
                      <a:pt x="4855" y="3222"/>
                    </a:lnTo>
                    <a:lnTo>
                      <a:pt x="4750" y="3222"/>
                    </a:lnTo>
                    <a:lnTo>
                      <a:pt x="4625" y="3285"/>
                    </a:lnTo>
                    <a:lnTo>
                      <a:pt x="4478" y="3369"/>
                    </a:lnTo>
                    <a:lnTo>
                      <a:pt x="4332" y="3369"/>
                    </a:lnTo>
                    <a:lnTo>
                      <a:pt x="4416" y="3348"/>
                    </a:lnTo>
                    <a:lnTo>
                      <a:pt x="4457" y="3285"/>
                    </a:lnTo>
                    <a:lnTo>
                      <a:pt x="4520" y="3264"/>
                    </a:lnTo>
                    <a:lnTo>
                      <a:pt x="4562" y="3180"/>
                    </a:lnTo>
                    <a:lnTo>
                      <a:pt x="4541" y="3097"/>
                    </a:lnTo>
                    <a:lnTo>
                      <a:pt x="4416" y="3055"/>
                    </a:lnTo>
                    <a:lnTo>
                      <a:pt x="4206" y="3055"/>
                    </a:lnTo>
                    <a:lnTo>
                      <a:pt x="4081" y="2929"/>
                    </a:lnTo>
                    <a:lnTo>
                      <a:pt x="4081" y="2846"/>
                    </a:lnTo>
                    <a:lnTo>
                      <a:pt x="4039" y="2678"/>
                    </a:lnTo>
                    <a:lnTo>
                      <a:pt x="3809" y="2448"/>
                    </a:lnTo>
                    <a:lnTo>
                      <a:pt x="3725" y="2427"/>
                    </a:lnTo>
                    <a:lnTo>
                      <a:pt x="3662" y="2448"/>
                    </a:lnTo>
                    <a:lnTo>
                      <a:pt x="3558" y="2364"/>
                    </a:lnTo>
                    <a:lnTo>
                      <a:pt x="3516" y="2155"/>
                    </a:lnTo>
                    <a:lnTo>
                      <a:pt x="3369" y="2009"/>
                    </a:lnTo>
                    <a:lnTo>
                      <a:pt x="3160" y="1883"/>
                    </a:lnTo>
                    <a:lnTo>
                      <a:pt x="3035" y="1883"/>
                    </a:lnTo>
                    <a:lnTo>
                      <a:pt x="2993" y="1925"/>
                    </a:lnTo>
                    <a:lnTo>
                      <a:pt x="2930" y="1883"/>
                    </a:lnTo>
                    <a:lnTo>
                      <a:pt x="2888" y="1716"/>
                    </a:lnTo>
                    <a:lnTo>
                      <a:pt x="2825" y="1800"/>
                    </a:lnTo>
                    <a:lnTo>
                      <a:pt x="2763" y="1716"/>
                    </a:lnTo>
                    <a:lnTo>
                      <a:pt x="2763" y="1528"/>
                    </a:lnTo>
                    <a:lnTo>
                      <a:pt x="2658" y="1402"/>
                    </a:lnTo>
                    <a:lnTo>
                      <a:pt x="2533" y="1381"/>
                    </a:lnTo>
                    <a:lnTo>
                      <a:pt x="2470" y="1297"/>
                    </a:lnTo>
                    <a:lnTo>
                      <a:pt x="2135" y="1088"/>
                    </a:lnTo>
                    <a:lnTo>
                      <a:pt x="2030" y="1088"/>
                    </a:lnTo>
                    <a:lnTo>
                      <a:pt x="1905" y="942"/>
                    </a:lnTo>
                    <a:lnTo>
                      <a:pt x="1779" y="900"/>
                    </a:lnTo>
                    <a:lnTo>
                      <a:pt x="1737" y="837"/>
                    </a:lnTo>
                    <a:lnTo>
                      <a:pt x="1716" y="649"/>
                    </a:lnTo>
                    <a:lnTo>
                      <a:pt x="1612" y="586"/>
                    </a:lnTo>
                    <a:lnTo>
                      <a:pt x="1528" y="460"/>
                    </a:lnTo>
                    <a:lnTo>
                      <a:pt x="1486" y="439"/>
                    </a:lnTo>
                    <a:lnTo>
                      <a:pt x="1403" y="272"/>
                    </a:lnTo>
                    <a:lnTo>
                      <a:pt x="1277" y="230"/>
                    </a:lnTo>
                    <a:lnTo>
                      <a:pt x="1152" y="230"/>
                    </a:lnTo>
                    <a:lnTo>
                      <a:pt x="1068" y="251"/>
                    </a:lnTo>
                    <a:lnTo>
                      <a:pt x="1005" y="209"/>
                    </a:lnTo>
                    <a:lnTo>
                      <a:pt x="859" y="209"/>
                    </a:lnTo>
                    <a:lnTo>
                      <a:pt x="670" y="251"/>
                    </a:lnTo>
                    <a:lnTo>
                      <a:pt x="587" y="209"/>
                    </a:lnTo>
                    <a:lnTo>
                      <a:pt x="336" y="21"/>
                    </a:lnTo>
                    <a:lnTo>
                      <a:pt x="105" y="0"/>
                    </a:lnTo>
                    <a:close/>
                  </a:path>
                </a:pathLst>
              </a:custGeom>
              <a:solidFill>
                <a:srgbClr val="5F7D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5960" name="Google Shape;5960;p36"/>
            <p:cNvSpPr/>
            <p:nvPr/>
          </p:nvSpPr>
          <p:spPr>
            <a:xfrm>
              <a:off x="4437231" y="3100607"/>
              <a:ext cx="29912" cy="37370"/>
            </a:xfrm>
            <a:custGeom>
              <a:rect b="b" l="l" r="r" t="t"/>
              <a:pathLst>
                <a:path extrusionOk="0" h="3286" w="2512">
                  <a:moveTo>
                    <a:pt x="126" y="0"/>
                  </a:moveTo>
                  <a:lnTo>
                    <a:pt x="42" y="84"/>
                  </a:lnTo>
                  <a:lnTo>
                    <a:pt x="0" y="210"/>
                  </a:lnTo>
                  <a:lnTo>
                    <a:pt x="126" y="419"/>
                  </a:lnTo>
                  <a:lnTo>
                    <a:pt x="189" y="879"/>
                  </a:lnTo>
                  <a:lnTo>
                    <a:pt x="251" y="1047"/>
                  </a:lnTo>
                  <a:lnTo>
                    <a:pt x="314" y="1172"/>
                  </a:lnTo>
                  <a:lnTo>
                    <a:pt x="314" y="1360"/>
                  </a:lnTo>
                  <a:lnTo>
                    <a:pt x="251" y="1402"/>
                  </a:lnTo>
                  <a:lnTo>
                    <a:pt x="293" y="1507"/>
                  </a:lnTo>
                  <a:lnTo>
                    <a:pt x="356" y="1611"/>
                  </a:lnTo>
                  <a:lnTo>
                    <a:pt x="335" y="1674"/>
                  </a:lnTo>
                  <a:lnTo>
                    <a:pt x="419" y="1758"/>
                  </a:lnTo>
                  <a:lnTo>
                    <a:pt x="565" y="1863"/>
                  </a:lnTo>
                  <a:lnTo>
                    <a:pt x="649" y="2009"/>
                  </a:lnTo>
                  <a:lnTo>
                    <a:pt x="754" y="2072"/>
                  </a:lnTo>
                  <a:lnTo>
                    <a:pt x="837" y="2176"/>
                  </a:lnTo>
                  <a:lnTo>
                    <a:pt x="754" y="2281"/>
                  </a:lnTo>
                  <a:lnTo>
                    <a:pt x="733" y="2344"/>
                  </a:lnTo>
                  <a:lnTo>
                    <a:pt x="816" y="2407"/>
                  </a:lnTo>
                  <a:lnTo>
                    <a:pt x="1005" y="2490"/>
                  </a:lnTo>
                  <a:lnTo>
                    <a:pt x="1193" y="2616"/>
                  </a:lnTo>
                  <a:lnTo>
                    <a:pt x="1172" y="2720"/>
                  </a:lnTo>
                  <a:lnTo>
                    <a:pt x="1339" y="2867"/>
                  </a:lnTo>
                  <a:lnTo>
                    <a:pt x="1486" y="2867"/>
                  </a:lnTo>
                  <a:lnTo>
                    <a:pt x="1528" y="2909"/>
                  </a:lnTo>
                  <a:lnTo>
                    <a:pt x="1611" y="3013"/>
                  </a:lnTo>
                  <a:lnTo>
                    <a:pt x="1800" y="3118"/>
                  </a:lnTo>
                  <a:lnTo>
                    <a:pt x="1988" y="3139"/>
                  </a:lnTo>
                  <a:lnTo>
                    <a:pt x="2051" y="3223"/>
                  </a:lnTo>
                  <a:lnTo>
                    <a:pt x="2197" y="3264"/>
                  </a:lnTo>
                  <a:lnTo>
                    <a:pt x="2218" y="3244"/>
                  </a:lnTo>
                  <a:lnTo>
                    <a:pt x="2281" y="3285"/>
                  </a:lnTo>
                  <a:lnTo>
                    <a:pt x="2386" y="3223"/>
                  </a:lnTo>
                  <a:lnTo>
                    <a:pt x="2386" y="3181"/>
                  </a:lnTo>
                  <a:lnTo>
                    <a:pt x="2344" y="3181"/>
                  </a:lnTo>
                  <a:lnTo>
                    <a:pt x="2386" y="3118"/>
                  </a:lnTo>
                  <a:lnTo>
                    <a:pt x="2323" y="3076"/>
                  </a:lnTo>
                  <a:lnTo>
                    <a:pt x="2407" y="3118"/>
                  </a:lnTo>
                  <a:lnTo>
                    <a:pt x="2407" y="3181"/>
                  </a:lnTo>
                  <a:lnTo>
                    <a:pt x="2407" y="3223"/>
                  </a:lnTo>
                  <a:lnTo>
                    <a:pt x="2511" y="3244"/>
                  </a:lnTo>
                  <a:lnTo>
                    <a:pt x="2511" y="3118"/>
                  </a:lnTo>
                  <a:lnTo>
                    <a:pt x="2386" y="2846"/>
                  </a:lnTo>
                  <a:lnTo>
                    <a:pt x="2344" y="2846"/>
                  </a:lnTo>
                  <a:lnTo>
                    <a:pt x="2344" y="2804"/>
                  </a:lnTo>
                  <a:lnTo>
                    <a:pt x="2323" y="2762"/>
                  </a:lnTo>
                  <a:lnTo>
                    <a:pt x="2281" y="2741"/>
                  </a:lnTo>
                  <a:lnTo>
                    <a:pt x="2239" y="2553"/>
                  </a:lnTo>
                  <a:lnTo>
                    <a:pt x="2281" y="2511"/>
                  </a:lnTo>
                  <a:lnTo>
                    <a:pt x="2239" y="2448"/>
                  </a:lnTo>
                  <a:lnTo>
                    <a:pt x="2176" y="2448"/>
                  </a:lnTo>
                  <a:lnTo>
                    <a:pt x="2009" y="2344"/>
                  </a:lnTo>
                  <a:lnTo>
                    <a:pt x="1967" y="2197"/>
                  </a:lnTo>
                  <a:lnTo>
                    <a:pt x="1967" y="1904"/>
                  </a:lnTo>
                  <a:lnTo>
                    <a:pt x="1904" y="1821"/>
                  </a:lnTo>
                  <a:lnTo>
                    <a:pt x="1904" y="1716"/>
                  </a:lnTo>
                  <a:lnTo>
                    <a:pt x="1925" y="1674"/>
                  </a:lnTo>
                  <a:lnTo>
                    <a:pt x="1904" y="1381"/>
                  </a:lnTo>
                  <a:lnTo>
                    <a:pt x="1967" y="1339"/>
                  </a:lnTo>
                  <a:lnTo>
                    <a:pt x="1904" y="1088"/>
                  </a:lnTo>
                  <a:lnTo>
                    <a:pt x="1779" y="879"/>
                  </a:lnTo>
                  <a:lnTo>
                    <a:pt x="1360" y="461"/>
                  </a:lnTo>
                  <a:lnTo>
                    <a:pt x="1277" y="314"/>
                  </a:lnTo>
                  <a:lnTo>
                    <a:pt x="1235" y="335"/>
                  </a:lnTo>
                  <a:lnTo>
                    <a:pt x="1172" y="398"/>
                  </a:lnTo>
                  <a:lnTo>
                    <a:pt x="1088" y="398"/>
                  </a:lnTo>
                  <a:lnTo>
                    <a:pt x="1067" y="419"/>
                  </a:lnTo>
                  <a:lnTo>
                    <a:pt x="1067" y="523"/>
                  </a:lnTo>
                  <a:lnTo>
                    <a:pt x="984" y="565"/>
                  </a:lnTo>
                  <a:lnTo>
                    <a:pt x="921" y="523"/>
                  </a:lnTo>
                  <a:lnTo>
                    <a:pt x="816" y="523"/>
                  </a:lnTo>
                  <a:lnTo>
                    <a:pt x="670" y="628"/>
                  </a:lnTo>
                  <a:lnTo>
                    <a:pt x="523" y="607"/>
                  </a:lnTo>
                  <a:lnTo>
                    <a:pt x="523" y="523"/>
                  </a:lnTo>
                  <a:lnTo>
                    <a:pt x="607" y="440"/>
                  </a:lnTo>
                  <a:lnTo>
                    <a:pt x="607" y="251"/>
                  </a:lnTo>
                  <a:lnTo>
                    <a:pt x="544" y="189"/>
                  </a:lnTo>
                  <a:lnTo>
                    <a:pt x="419" y="189"/>
                  </a:lnTo>
                  <a:lnTo>
                    <a:pt x="398" y="126"/>
                  </a:lnTo>
                  <a:lnTo>
                    <a:pt x="231" y="84"/>
                  </a:lnTo>
                  <a:lnTo>
                    <a:pt x="126" y="0"/>
                  </a:lnTo>
                  <a:close/>
                </a:path>
              </a:pathLst>
            </a:custGeom>
            <a:solidFill>
              <a:srgbClr val="5F7D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61" name="Google Shape;5961;p36"/>
            <p:cNvSpPr/>
            <p:nvPr/>
          </p:nvSpPr>
          <p:spPr>
            <a:xfrm>
              <a:off x="4503746" y="3099174"/>
              <a:ext cx="65289" cy="42135"/>
            </a:xfrm>
            <a:custGeom>
              <a:rect b="b" l="l" r="r" t="t"/>
              <a:pathLst>
                <a:path extrusionOk="0" h="3705" w="5483">
                  <a:moveTo>
                    <a:pt x="4186" y="1"/>
                  </a:moveTo>
                  <a:lnTo>
                    <a:pt x="4144" y="22"/>
                  </a:lnTo>
                  <a:lnTo>
                    <a:pt x="4165" y="126"/>
                  </a:lnTo>
                  <a:lnTo>
                    <a:pt x="4039" y="252"/>
                  </a:lnTo>
                  <a:lnTo>
                    <a:pt x="3976" y="231"/>
                  </a:lnTo>
                  <a:lnTo>
                    <a:pt x="4039" y="126"/>
                  </a:lnTo>
                  <a:lnTo>
                    <a:pt x="4018" y="43"/>
                  </a:lnTo>
                  <a:lnTo>
                    <a:pt x="3935" y="43"/>
                  </a:lnTo>
                  <a:lnTo>
                    <a:pt x="3851" y="273"/>
                  </a:lnTo>
                  <a:lnTo>
                    <a:pt x="3767" y="315"/>
                  </a:lnTo>
                  <a:lnTo>
                    <a:pt x="3642" y="587"/>
                  </a:lnTo>
                  <a:lnTo>
                    <a:pt x="3642" y="754"/>
                  </a:lnTo>
                  <a:lnTo>
                    <a:pt x="3432" y="963"/>
                  </a:lnTo>
                  <a:lnTo>
                    <a:pt x="3328" y="963"/>
                  </a:lnTo>
                  <a:lnTo>
                    <a:pt x="3140" y="1005"/>
                  </a:lnTo>
                  <a:lnTo>
                    <a:pt x="3098" y="1089"/>
                  </a:lnTo>
                  <a:lnTo>
                    <a:pt x="3181" y="1089"/>
                  </a:lnTo>
                  <a:lnTo>
                    <a:pt x="3119" y="1152"/>
                  </a:lnTo>
                  <a:lnTo>
                    <a:pt x="3181" y="1173"/>
                  </a:lnTo>
                  <a:lnTo>
                    <a:pt x="3307" y="1152"/>
                  </a:lnTo>
                  <a:lnTo>
                    <a:pt x="3244" y="1214"/>
                  </a:lnTo>
                  <a:lnTo>
                    <a:pt x="3181" y="1277"/>
                  </a:lnTo>
                  <a:lnTo>
                    <a:pt x="3140" y="1298"/>
                  </a:lnTo>
                  <a:lnTo>
                    <a:pt x="3140" y="1319"/>
                  </a:lnTo>
                  <a:lnTo>
                    <a:pt x="3223" y="1528"/>
                  </a:lnTo>
                  <a:lnTo>
                    <a:pt x="3181" y="1633"/>
                  </a:lnTo>
                  <a:lnTo>
                    <a:pt x="3098" y="1591"/>
                  </a:lnTo>
                  <a:lnTo>
                    <a:pt x="3098" y="1465"/>
                  </a:lnTo>
                  <a:lnTo>
                    <a:pt x="3077" y="1361"/>
                  </a:lnTo>
                  <a:lnTo>
                    <a:pt x="3035" y="1361"/>
                  </a:lnTo>
                  <a:lnTo>
                    <a:pt x="3035" y="1319"/>
                  </a:lnTo>
                  <a:lnTo>
                    <a:pt x="2993" y="1319"/>
                  </a:lnTo>
                  <a:lnTo>
                    <a:pt x="2930" y="1424"/>
                  </a:lnTo>
                  <a:lnTo>
                    <a:pt x="2972" y="1675"/>
                  </a:lnTo>
                  <a:lnTo>
                    <a:pt x="2909" y="1717"/>
                  </a:lnTo>
                  <a:lnTo>
                    <a:pt x="2805" y="1612"/>
                  </a:lnTo>
                  <a:lnTo>
                    <a:pt x="2700" y="1465"/>
                  </a:lnTo>
                  <a:lnTo>
                    <a:pt x="2658" y="1465"/>
                  </a:lnTo>
                  <a:lnTo>
                    <a:pt x="2554" y="1403"/>
                  </a:lnTo>
                  <a:lnTo>
                    <a:pt x="2470" y="1507"/>
                  </a:lnTo>
                  <a:lnTo>
                    <a:pt x="2470" y="1633"/>
                  </a:lnTo>
                  <a:lnTo>
                    <a:pt x="2344" y="1779"/>
                  </a:lnTo>
                  <a:lnTo>
                    <a:pt x="2261" y="1884"/>
                  </a:lnTo>
                  <a:lnTo>
                    <a:pt x="2093" y="2030"/>
                  </a:lnTo>
                  <a:lnTo>
                    <a:pt x="2072" y="2135"/>
                  </a:lnTo>
                  <a:lnTo>
                    <a:pt x="1926" y="2323"/>
                  </a:lnTo>
                  <a:lnTo>
                    <a:pt x="1779" y="2449"/>
                  </a:lnTo>
                  <a:lnTo>
                    <a:pt x="1319" y="2554"/>
                  </a:lnTo>
                  <a:lnTo>
                    <a:pt x="1256" y="2574"/>
                  </a:lnTo>
                  <a:lnTo>
                    <a:pt x="1298" y="2742"/>
                  </a:lnTo>
                  <a:lnTo>
                    <a:pt x="1340" y="2784"/>
                  </a:lnTo>
                  <a:lnTo>
                    <a:pt x="1256" y="2763"/>
                  </a:lnTo>
                  <a:lnTo>
                    <a:pt x="1173" y="2826"/>
                  </a:lnTo>
                  <a:lnTo>
                    <a:pt x="1047" y="2846"/>
                  </a:lnTo>
                  <a:lnTo>
                    <a:pt x="984" y="2888"/>
                  </a:lnTo>
                  <a:lnTo>
                    <a:pt x="943" y="3035"/>
                  </a:lnTo>
                  <a:lnTo>
                    <a:pt x="943" y="3181"/>
                  </a:lnTo>
                  <a:lnTo>
                    <a:pt x="838" y="3349"/>
                  </a:lnTo>
                  <a:lnTo>
                    <a:pt x="838" y="3370"/>
                  </a:lnTo>
                  <a:lnTo>
                    <a:pt x="629" y="3349"/>
                  </a:lnTo>
                  <a:lnTo>
                    <a:pt x="399" y="3265"/>
                  </a:lnTo>
                  <a:lnTo>
                    <a:pt x="210" y="3265"/>
                  </a:lnTo>
                  <a:lnTo>
                    <a:pt x="168" y="3181"/>
                  </a:lnTo>
                  <a:lnTo>
                    <a:pt x="64" y="3056"/>
                  </a:lnTo>
                  <a:lnTo>
                    <a:pt x="1" y="3077"/>
                  </a:lnTo>
                  <a:lnTo>
                    <a:pt x="127" y="3286"/>
                  </a:lnTo>
                  <a:lnTo>
                    <a:pt x="315" y="3411"/>
                  </a:lnTo>
                  <a:lnTo>
                    <a:pt x="357" y="3474"/>
                  </a:lnTo>
                  <a:lnTo>
                    <a:pt x="482" y="3579"/>
                  </a:lnTo>
                  <a:lnTo>
                    <a:pt x="503" y="3683"/>
                  </a:lnTo>
                  <a:lnTo>
                    <a:pt x="608" y="3704"/>
                  </a:lnTo>
                  <a:lnTo>
                    <a:pt x="775" y="3662"/>
                  </a:lnTo>
                  <a:lnTo>
                    <a:pt x="796" y="3579"/>
                  </a:lnTo>
                  <a:lnTo>
                    <a:pt x="922" y="3600"/>
                  </a:lnTo>
                  <a:lnTo>
                    <a:pt x="1005" y="3558"/>
                  </a:lnTo>
                  <a:lnTo>
                    <a:pt x="1319" y="3579"/>
                  </a:lnTo>
                  <a:lnTo>
                    <a:pt x="1654" y="3453"/>
                  </a:lnTo>
                  <a:lnTo>
                    <a:pt x="1738" y="3370"/>
                  </a:lnTo>
                  <a:lnTo>
                    <a:pt x="2031" y="3370"/>
                  </a:lnTo>
                  <a:lnTo>
                    <a:pt x="2156" y="3411"/>
                  </a:lnTo>
                  <a:lnTo>
                    <a:pt x="2198" y="3495"/>
                  </a:lnTo>
                  <a:lnTo>
                    <a:pt x="2344" y="3495"/>
                  </a:lnTo>
                  <a:lnTo>
                    <a:pt x="2575" y="3370"/>
                  </a:lnTo>
                  <a:lnTo>
                    <a:pt x="2868" y="3307"/>
                  </a:lnTo>
                  <a:lnTo>
                    <a:pt x="2826" y="3244"/>
                  </a:lnTo>
                  <a:lnTo>
                    <a:pt x="3077" y="2888"/>
                  </a:lnTo>
                  <a:lnTo>
                    <a:pt x="3140" y="2637"/>
                  </a:lnTo>
                  <a:lnTo>
                    <a:pt x="3328" y="2365"/>
                  </a:lnTo>
                  <a:lnTo>
                    <a:pt x="3453" y="1926"/>
                  </a:lnTo>
                  <a:lnTo>
                    <a:pt x="3453" y="1842"/>
                  </a:lnTo>
                  <a:lnTo>
                    <a:pt x="3516" y="1737"/>
                  </a:lnTo>
                  <a:lnTo>
                    <a:pt x="3516" y="1675"/>
                  </a:lnTo>
                  <a:lnTo>
                    <a:pt x="3621" y="1528"/>
                  </a:lnTo>
                  <a:lnTo>
                    <a:pt x="3725" y="1570"/>
                  </a:lnTo>
                  <a:lnTo>
                    <a:pt x="4165" y="1570"/>
                  </a:lnTo>
                  <a:lnTo>
                    <a:pt x="4228" y="1612"/>
                  </a:lnTo>
                  <a:lnTo>
                    <a:pt x="4374" y="1612"/>
                  </a:lnTo>
                  <a:lnTo>
                    <a:pt x="4500" y="1633"/>
                  </a:lnTo>
                  <a:lnTo>
                    <a:pt x="4500" y="1591"/>
                  </a:lnTo>
                  <a:lnTo>
                    <a:pt x="4667" y="1675"/>
                  </a:lnTo>
                  <a:lnTo>
                    <a:pt x="4751" y="1696"/>
                  </a:lnTo>
                  <a:lnTo>
                    <a:pt x="4876" y="1633"/>
                  </a:lnTo>
                  <a:lnTo>
                    <a:pt x="5023" y="1612"/>
                  </a:lnTo>
                  <a:lnTo>
                    <a:pt x="5023" y="1528"/>
                  </a:lnTo>
                  <a:lnTo>
                    <a:pt x="4876" y="1403"/>
                  </a:lnTo>
                  <a:lnTo>
                    <a:pt x="4876" y="1277"/>
                  </a:lnTo>
                  <a:lnTo>
                    <a:pt x="4918" y="1214"/>
                  </a:lnTo>
                  <a:lnTo>
                    <a:pt x="5169" y="1256"/>
                  </a:lnTo>
                  <a:lnTo>
                    <a:pt x="5357" y="1193"/>
                  </a:lnTo>
                  <a:lnTo>
                    <a:pt x="5483" y="1089"/>
                  </a:lnTo>
                  <a:lnTo>
                    <a:pt x="5441" y="1005"/>
                  </a:lnTo>
                  <a:lnTo>
                    <a:pt x="5357" y="1005"/>
                  </a:lnTo>
                  <a:lnTo>
                    <a:pt x="5232" y="984"/>
                  </a:lnTo>
                  <a:lnTo>
                    <a:pt x="5127" y="880"/>
                  </a:lnTo>
                  <a:lnTo>
                    <a:pt x="5023" y="901"/>
                  </a:lnTo>
                  <a:lnTo>
                    <a:pt x="4897" y="775"/>
                  </a:lnTo>
                  <a:lnTo>
                    <a:pt x="4813" y="775"/>
                  </a:lnTo>
                  <a:lnTo>
                    <a:pt x="4709" y="859"/>
                  </a:lnTo>
                  <a:lnTo>
                    <a:pt x="4667" y="796"/>
                  </a:lnTo>
                  <a:lnTo>
                    <a:pt x="4792" y="691"/>
                  </a:lnTo>
                  <a:lnTo>
                    <a:pt x="4709" y="629"/>
                  </a:lnTo>
                  <a:lnTo>
                    <a:pt x="4688" y="649"/>
                  </a:lnTo>
                  <a:lnTo>
                    <a:pt x="4604" y="754"/>
                  </a:lnTo>
                  <a:lnTo>
                    <a:pt x="4562" y="670"/>
                  </a:lnTo>
                  <a:lnTo>
                    <a:pt x="4500" y="670"/>
                  </a:lnTo>
                  <a:lnTo>
                    <a:pt x="4500" y="482"/>
                  </a:lnTo>
                  <a:lnTo>
                    <a:pt x="4604" y="461"/>
                  </a:lnTo>
                  <a:lnTo>
                    <a:pt x="4604" y="377"/>
                  </a:lnTo>
                  <a:lnTo>
                    <a:pt x="4458" y="273"/>
                  </a:lnTo>
                  <a:lnTo>
                    <a:pt x="4437" y="336"/>
                  </a:lnTo>
                  <a:lnTo>
                    <a:pt x="4290" y="231"/>
                  </a:lnTo>
                  <a:lnTo>
                    <a:pt x="4290" y="64"/>
                  </a:lnTo>
                  <a:lnTo>
                    <a:pt x="4186" y="1"/>
                  </a:lnTo>
                  <a:close/>
                </a:path>
              </a:pathLst>
            </a:custGeom>
            <a:solidFill>
              <a:srgbClr val="5F7D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62" name="Google Shape;5962;p36"/>
            <p:cNvSpPr/>
            <p:nvPr/>
          </p:nvSpPr>
          <p:spPr>
            <a:xfrm>
              <a:off x="4442708" y="2983061"/>
              <a:ext cx="56823" cy="104945"/>
            </a:xfrm>
            <a:custGeom>
              <a:rect b="b" l="l" r="r" t="t"/>
              <a:pathLst>
                <a:path extrusionOk="0" h="9228" w="4772">
                  <a:moveTo>
                    <a:pt x="1821" y="0"/>
                  </a:moveTo>
                  <a:lnTo>
                    <a:pt x="1737" y="84"/>
                  </a:lnTo>
                  <a:lnTo>
                    <a:pt x="1591" y="84"/>
                  </a:lnTo>
                  <a:lnTo>
                    <a:pt x="1465" y="126"/>
                  </a:lnTo>
                  <a:lnTo>
                    <a:pt x="1507" y="314"/>
                  </a:lnTo>
                  <a:lnTo>
                    <a:pt x="1298" y="398"/>
                  </a:lnTo>
                  <a:lnTo>
                    <a:pt x="1193" y="314"/>
                  </a:lnTo>
                  <a:lnTo>
                    <a:pt x="1026" y="377"/>
                  </a:lnTo>
                  <a:lnTo>
                    <a:pt x="1026" y="440"/>
                  </a:lnTo>
                  <a:lnTo>
                    <a:pt x="900" y="502"/>
                  </a:lnTo>
                  <a:lnTo>
                    <a:pt x="879" y="419"/>
                  </a:lnTo>
                  <a:lnTo>
                    <a:pt x="796" y="419"/>
                  </a:lnTo>
                  <a:lnTo>
                    <a:pt x="733" y="502"/>
                  </a:lnTo>
                  <a:lnTo>
                    <a:pt x="607" y="398"/>
                  </a:lnTo>
                  <a:lnTo>
                    <a:pt x="524" y="440"/>
                  </a:lnTo>
                  <a:lnTo>
                    <a:pt x="503" y="544"/>
                  </a:lnTo>
                  <a:lnTo>
                    <a:pt x="419" y="544"/>
                  </a:lnTo>
                  <a:lnTo>
                    <a:pt x="377" y="523"/>
                  </a:lnTo>
                  <a:lnTo>
                    <a:pt x="398" y="440"/>
                  </a:lnTo>
                  <a:lnTo>
                    <a:pt x="315" y="419"/>
                  </a:lnTo>
                  <a:lnTo>
                    <a:pt x="189" y="481"/>
                  </a:lnTo>
                  <a:lnTo>
                    <a:pt x="147" y="523"/>
                  </a:lnTo>
                  <a:lnTo>
                    <a:pt x="105" y="586"/>
                  </a:lnTo>
                  <a:lnTo>
                    <a:pt x="63" y="607"/>
                  </a:lnTo>
                  <a:lnTo>
                    <a:pt x="1" y="628"/>
                  </a:lnTo>
                  <a:lnTo>
                    <a:pt x="63" y="712"/>
                  </a:lnTo>
                  <a:lnTo>
                    <a:pt x="252" y="795"/>
                  </a:lnTo>
                  <a:lnTo>
                    <a:pt x="356" y="942"/>
                  </a:lnTo>
                  <a:lnTo>
                    <a:pt x="461" y="1025"/>
                  </a:lnTo>
                  <a:lnTo>
                    <a:pt x="482" y="1151"/>
                  </a:lnTo>
                  <a:lnTo>
                    <a:pt x="419" y="1235"/>
                  </a:lnTo>
                  <a:lnTo>
                    <a:pt x="628" y="1423"/>
                  </a:lnTo>
                  <a:lnTo>
                    <a:pt x="733" y="1632"/>
                  </a:lnTo>
                  <a:lnTo>
                    <a:pt x="984" y="1632"/>
                  </a:lnTo>
                  <a:lnTo>
                    <a:pt x="1131" y="1674"/>
                  </a:lnTo>
                  <a:lnTo>
                    <a:pt x="1256" y="1590"/>
                  </a:lnTo>
                  <a:lnTo>
                    <a:pt x="1423" y="1590"/>
                  </a:lnTo>
                  <a:lnTo>
                    <a:pt x="1507" y="1695"/>
                  </a:lnTo>
                  <a:lnTo>
                    <a:pt x="1654" y="1737"/>
                  </a:lnTo>
                  <a:lnTo>
                    <a:pt x="1675" y="1841"/>
                  </a:lnTo>
                  <a:lnTo>
                    <a:pt x="1654" y="1946"/>
                  </a:lnTo>
                  <a:lnTo>
                    <a:pt x="1842" y="1988"/>
                  </a:lnTo>
                  <a:lnTo>
                    <a:pt x="1842" y="2072"/>
                  </a:lnTo>
                  <a:lnTo>
                    <a:pt x="1758" y="2092"/>
                  </a:lnTo>
                  <a:lnTo>
                    <a:pt x="1675" y="2302"/>
                  </a:lnTo>
                  <a:lnTo>
                    <a:pt x="1633" y="2385"/>
                  </a:lnTo>
                  <a:lnTo>
                    <a:pt x="1507" y="2385"/>
                  </a:lnTo>
                  <a:lnTo>
                    <a:pt x="1340" y="2469"/>
                  </a:lnTo>
                  <a:lnTo>
                    <a:pt x="1256" y="2469"/>
                  </a:lnTo>
                  <a:lnTo>
                    <a:pt x="1256" y="2532"/>
                  </a:lnTo>
                  <a:lnTo>
                    <a:pt x="1403" y="2699"/>
                  </a:lnTo>
                  <a:lnTo>
                    <a:pt x="1319" y="2783"/>
                  </a:lnTo>
                  <a:lnTo>
                    <a:pt x="1340" y="2846"/>
                  </a:lnTo>
                  <a:lnTo>
                    <a:pt x="1423" y="2846"/>
                  </a:lnTo>
                  <a:lnTo>
                    <a:pt x="1507" y="3013"/>
                  </a:lnTo>
                  <a:lnTo>
                    <a:pt x="1675" y="3013"/>
                  </a:lnTo>
                  <a:lnTo>
                    <a:pt x="1863" y="3118"/>
                  </a:lnTo>
                  <a:lnTo>
                    <a:pt x="1968" y="3118"/>
                  </a:lnTo>
                  <a:lnTo>
                    <a:pt x="2114" y="3327"/>
                  </a:lnTo>
                  <a:lnTo>
                    <a:pt x="2281" y="3411"/>
                  </a:lnTo>
                  <a:lnTo>
                    <a:pt x="2407" y="3557"/>
                  </a:lnTo>
                  <a:lnTo>
                    <a:pt x="2386" y="3641"/>
                  </a:lnTo>
                  <a:lnTo>
                    <a:pt x="2574" y="3850"/>
                  </a:lnTo>
                  <a:lnTo>
                    <a:pt x="2616" y="3976"/>
                  </a:lnTo>
                  <a:lnTo>
                    <a:pt x="2700" y="4038"/>
                  </a:lnTo>
                  <a:lnTo>
                    <a:pt x="2825" y="4038"/>
                  </a:lnTo>
                  <a:lnTo>
                    <a:pt x="2909" y="4143"/>
                  </a:lnTo>
                  <a:lnTo>
                    <a:pt x="2909" y="4206"/>
                  </a:lnTo>
                  <a:lnTo>
                    <a:pt x="2993" y="4289"/>
                  </a:lnTo>
                  <a:lnTo>
                    <a:pt x="3035" y="4289"/>
                  </a:lnTo>
                  <a:lnTo>
                    <a:pt x="3118" y="4310"/>
                  </a:lnTo>
                  <a:lnTo>
                    <a:pt x="3097" y="4415"/>
                  </a:lnTo>
                  <a:lnTo>
                    <a:pt x="3139" y="4478"/>
                  </a:lnTo>
                  <a:lnTo>
                    <a:pt x="3286" y="4478"/>
                  </a:lnTo>
                  <a:lnTo>
                    <a:pt x="3348" y="4582"/>
                  </a:lnTo>
                  <a:lnTo>
                    <a:pt x="3411" y="4603"/>
                  </a:lnTo>
                  <a:lnTo>
                    <a:pt x="3516" y="4561"/>
                  </a:lnTo>
                  <a:lnTo>
                    <a:pt x="3558" y="4624"/>
                  </a:lnTo>
                  <a:lnTo>
                    <a:pt x="3495" y="4708"/>
                  </a:lnTo>
                  <a:lnTo>
                    <a:pt x="3453" y="4875"/>
                  </a:lnTo>
                  <a:lnTo>
                    <a:pt x="3516" y="4938"/>
                  </a:lnTo>
                  <a:lnTo>
                    <a:pt x="3600" y="4938"/>
                  </a:lnTo>
                  <a:lnTo>
                    <a:pt x="3600" y="5105"/>
                  </a:lnTo>
                  <a:lnTo>
                    <a:pt x="3432" y="5231"/>
                  </a:lnTo>
                  <a:lnTo>
                    <a:pt x="3453" y="5357"/>
                  </a:lnTo>
                  <a:lnTo>
                    <a:pt x="3495" y="5440"/>
                  </a:lnTo>
                  <a:lnTo>
                    <a:pt x="3516" y="5629"/>
                  </a:lnTo>
                  <a:lnTo>
                    <a:pt x="3411" y="5670"/>
                  </a:lnTo>
                  <a:lnTo>
                    <a:pt x="3390" y="5670"/>
                  </a:lnTo>
                  <a:lnTo>
                    <a:pt x="3453" y="5859"/>
                  </a:lnTo>
                  <a:lnTo>
                    <a:pt x="3558" y="5921"/>
                  </a:lnTo>
                  <a:lnTo>
                    <a:pt x="3662" y="6152"/>
                  </a:lnTo>
                  <a:lnTo>
                    <a:pt x="3641" y="6340"/>
                  </a:lnTo>
                  <a:lnTo>
                    <a:pt x="3662" y="6445"/>
                  </a:lnTo>
                  <a:lnTo>
                    <a:pt x="3641" y="6591"/>
                  </a:lnTo>
                  <a:lnTo>
                    <a:pt x="3662" y="6717"/>
                  </a:lnTo>
                  <a:lnTo>
                    <a:pt x="3558" y="6905"/>
                  </a:lnTo>
                  <a:lnTo>
                    <a:pt x="3495" y="6926"/>
                  </a:lnTo>
                  <a:lnTo>
                    <a:pt x="3453" y="7010"/>
                  </a:lnTo>
                  <a:lnTo>
                    <a:pt x="3307" y="7072"/>
                  </a:lnTo>
                  <a:lnTo>
                    <a:pt x="3139" y="7177"/>
                  </a:lnTo>
                  <a:lnTo>
                    <a:pt x="3076" y="7282"/>
                  </a:lnTo>
                  <a:lnTo>
                    <a:pt x="2867" y="7282"/>
                  </a:lnTo>
                  <a:lnTo>
                    <a:pt x="2763" y="7344"/>
                  </a:lnTo>
                  <a:lnTo>
                    <a:pt x="2784" y="7554"/>
                  </a:lnTo>
                  <a:lnTo>
                    <a:pt x="2909" y="7595"/>
                  </a:lnTo>
                  <a:lnTo>
                    <a:pt x="3014" y="7700"/>
                  </a:lnTo>
                  <a:lnTo>
                    <a:pt x="2993" y="7763"/>
                  </a:lnTo>
                  <a:lnTo>
                    <a:pt x="3035" y="7909"/>
                  </a:lnTo>
                  <a:lnTo>
                    <a:pt x="2867" y="7909"/>
                  </a:lnTo>
                  <a:lnTo>
                    <a:pt x="2825" y="7826"/>
                  </a:lnTo>
                  <a:lnTo>
                    <a:pt x="2721" y="7763"/>
                  </a:lnTo>
                  <a:lnTo>
                    <a:pt x="2449" y="7826"/>
                  </a:lnTo>
                  <a:lnTo>
                    <a:pt x="2386" y="7805"/>
                  </a:lnTo>
                  <a:lnTo>
                    <a:pt x="2260" y="7805"/>
                  </a:lnTo>
                  <a:lnTo>
                    <a:pt x="2198" y="7951"/>
                  </a:lnTo>
                  <a:lnTo>
                    <a:pt x="2072" y="7972"/>
                  </a:lnTo>
                  <a:lnTo>
                    <a:pt x="1968" y="8118"/>
                  </a:lnTo>
                  <a:lnTo>
                    <a:pt x="1988" y="8139"/>
                  </a:lnTo>
                  <a:lnTo>
                    <a:pt x="1988" y="8244"/>
                  </a:lnTo>
                  <a:lnTo>
                    <a:pt x="1988" y="8265"/>
                  </a:lnTo>
                  <a:lnTo>
                    <a:pt x="2093" y="8286"/>
                  </a:lnTo>
                  <a:lnTo>
                    <a:pt x="2156" y="8265"/>
                  </a:lnTo>
                  <a:lnTo>
                    <a:pt x="2198" y="8286"/>
                  </a:lnTo>
                  <a:lnTo>
                    <a:pt x="2281" y="8265"/>
                  </a:lnTo>
                  <a:lnTo>
                    <a:pt x="2407" y="8286"/>
                  </a:lnTo>
                  <a:lnTo>
                    <a:pt x="2491" y="8265"/>
                  </a:lnTo>
                  <a:lnTo>
                    <a:pt x="2449" y="8328"/>
                  </a:lnTo>
                  <a:lnTo>
                    <a:pt x="2281" y="8453"/>
                  </a:lnTo>
                  <a:lnTo>
                    <a:pt x="2198" y="8579"/>
                  </a:lnTo>
                  <a:lnTo>
                    <a:pt x="2198" y="8767"/>
                  </a:lnTo>
                  <a:lnTo>
                    <a:pt x="2177" y="8851"/>
                  </a:lnTo>
                  <a:lnTo>
                    <a:pt x="2240" y="8851"/>
                  </a:lnTo>
                  <a:lnTo>
                    <a:pt x="2198" y="8872"/>
                  </a:lnTo>
                  <a:lnTo>
                    <a:pt x="2198" y="9018"/>
                  </a:lnTo>
                  <a:lnTo>
                    <a:pt x="2281" y="9081"/>
                  </a:lnTo>
                  <a:lnTo>
                    <a:pt x="2344" y="9060"/>
                  </a:lnTo>
                  <a:lnTo>
                    <a:pt x="2344" y="9060"/>
                  </a:lnTo>
                  <a:lnTo>
                    <a:pt x="2281" y="9123"/>
                  </a:lnTo>
                  <a:lnTo>
                    <a:pt x="2177" y="9165"/>
                  </a:lnTo>
                  <a:lnTo>
                    <a:pt x="2072" y="9227"/>
                  </a:lnTo>
                  <a:lnTo>
                    <a:pt x="2240" y="9227"/>
                  </a:lnTo>
                  <a:lnTo>
                    <a:pt x="2470" y="9123"/>
                  </a:lnTo>
                  <a:lnTo>
                    <a:pt x="2470" y="9102"/>
                  </a:lnTo>
                  <a:lnTo>
                    <a:pt x="2491" y="9102"/>
                  </a:lnTo>
                  <a:lnTo>
                    <a:pt x="2574" y="9018"/>
                  </a:lnTo>
                  <a:lnTo>
                    <a:pt x="2595" y="8914"/>
                  </a:lnTo>
                  <a:lnTo>
                    <a:pt x="2616" y="8851"/>
                  </a:lnTo>
                  <a:lnTo>
                    <a:pt x="2700" y="8872"/>
                  </a:lnTo>
                  <a:lnTo>
                    <a:pt x="2721" y="8851"/>
                  </a:lnTo>
                  <a:lnTo>
                    <a:pt x="2867" y="8746"/>
                  </a:lnTo>
                  <a:lnTo>
                    <a:pt x="2909" y="8746"/>
                  </a:lnTo>
                  <a:lnTo>
                    <a:pt x="2930" y="8683"/>
                  </a:lnTo>
                  <a:lnTo>
                    <a:pt x="2993" y="8662"/>
                  </a:lnTo>
                  <a:lnTo>
                    <a:pt x="2972" y="8600"/>
                  </a:lnTo>
                  <a:lnTo>
                    <a:pt x="2972" y="8579"/>
                  </a:lnTo>
                  <a:lnTo>
                    <a:pt x="2930" y="8495"/>
                  </a:lnTo>
                  <a:lnTo>
                    <a:pt x="2993" y="8495"/>
                  </a:lnTo>
                  <a:lnTo>
                    <a:pt x="3035" y="8558"/>
                  </a:lnTo>
                  <a:lnTo>
                    <a:pt x="3097" y="8579"/>
                  </a:lnTo>
                  <a:lnTo>
                    <a:pt x="3139" y="8537"/>
                  </a:lnTo>
                  <a:lnTo>
                    <a:pt x="3139" y="8453"/>
                  </a:lnTo>
                  <a:lnTo>
                    <a:pt x="3035" y="8349"/>
                  </a:lnTo>
                  <a:lnTo>
                    <a:pt x="3160" y="8453"/>
                  </a:lnTo>
                  <a:lnTo>
                    <a:pt x="3244" y="8390"/>
                  </a:lnTo>
                  <a:lnTo>
                    <a:pt x="3223" y="8286"/>
                  </a:lnTo>
                  <a:lnTo>
                    <a:pt x="3244" y="8244"/>
                  </a:lnTo>
                  <a:lnTo>
                    <a:pt x="3097" y="8181"/>
                  </a:lnTo>
                  <a:lnTo>
                    <a:pt x="3160" y="8181"/>
                  </a:lnTo>
                  <a:lnTo>
                    <a:pt x="3223" y="8160"/>
                  </a:lnTo>
                  <a:lnTo>
                    <a:pt x="3223" y="8139"/>
                  </a:lnTo>
                  <a:lnTo>
                    <a:pt x="3139" y="8077"/>
                  </a:lnTo>
                  <a:lnTo>
                    <a:pt x="3244" y="8118"/>
                  </a:lnTo>
                  <a:lnTo>
                    <a:pt x="3286" y="8077"/>
                  </a:lnTo>
                  <a:lnTo>
                    <a:pt x="3307" y="8014"/>
                  </a:lnTo>
                  <a:lnTo>
                    <a:pt x="3307" y="8077"/>
                  </a:lnTo>
                  <a:lnTo>
                    <a:pt x="3286" y="8160"/>
                  </a:lnTo>
                  <a:lnTo>
                    <a:pt x="3307" y="8160"/>
                  </a:lnTo>
                  <a:lnTo>
                    <a:pt x="3411" y="8139"/>
                  </a:lnTo>
                  <a:lnTo>
                    <a:pt x="3495" y="8181"/>
                  </a:lnTo>
                  <a:lnTo>
                    <a:pt x="3620" y="8160"/>
                  </a:lnTo>
                  <a:lnTo>
                    <a:pt x="3872" y="8014"/>
                  </a:lnTo>
                  <a:lnTo>
                    <a:pt x="3955" y="7951"/>
                  </a:lnTo>
                  <a:lnTo>
                    <a:pt x="4060" y="7951"/>
                  </a:lnTo>
                  <a:lnTo>
                    <a:pt x="4060" y="7846"/>
                  </a:lnTo>
                  <a:lnTo>
                    <a:pt x="4164" y="7763"/>
                  </a:lnTo>
                  <a:lnTo>
                    <a:pt x="4269" y="7721"/>
                  </a:lnTo>
                  <a:lnTo>
                    <a:pt x="4395" y="7595"/>
                  </a:lnTo>
                  <a:lnTo>
                    <a:pt x="4457" y="7554"/>
                  </a:lnTo>
                  <a:lnTo>
                    <a:pt x="4478" y="7428"/>
                  </a:lnTo>
                  <a:lnTo>
                    <a:pt x="4541" y="7407"/>
                  </a:lnTo>
                  <a:lnTo>
                    <a:pt x="4604" y="7323"/>
                  </a:lnTo>
                  <a:lnTo>
                    <a:pt x="4583" y="7282"/>
                  </a:lnTo>
                  <a:lnTo>
                    <a:pt x="4604" y="7177"/>
                  </a:lnTo>
                  <a:lnTo>
                    <a:pt x="4541" y="7072"/>
                  </a:lnTo>
                  <a:lnTo>
                    <a:pt x="4646" y="6989"/>
                  </a:lnTo>
                  <a:lnTo>
                    <a:pt x="4646" y="6905"/>
                  </a:lnTo>
                  <a:lnTo>
                    <a:pt x="4688" y="6884"/>
                  </a:lnTo>
                  <a:lnTo>
                    <a:pt x="4688" y="6821"/>
                  </a:lnTo>
                  <a:lnTo>
                    <a:pt x="4646" y="6758"/>
                  </a:lnTo>
                  <a:lnTo>
                    <a:pt x="4646" y="6675"/>
                  </a:lnTo>
                  <a:lnTo>
                    <a:pt x="4688" y="6654"/>
                  </a:lnTo>
                  <a:lnTo>
                    <a:pt x="4709" y="6696"/>
                  </a:lnTo>
                  <a:lnTo>
                    <a:pt x="4709" y="6717"/>
                  </a:lnTo>
                  <a:lnTo>
                    <a:pt x="4729" y="6717"/>
                  </a:lnTo>
                  <a:lnTo>
                    <a:pt x="4771" y="6654"/>
                  </a:lnTo>
                  <a:lnTo>
                    <a:pt x="4688" y="6507"/>
                  </a:lnTo>
                  <a:lnTo>
                    <a:pt x="4667" y="6445"/>
                  </a:lnTo>
                  <a:lnTo>
                    <a:pt x="4604" y="6403"/>
                  </a:lnTo>
                  <a:lnTo>
                    <a:pt x="4604" y="6361"/>
                  </a:lnTo>
                  <a:lnTo>
                    <a:pt x="4583" y="6194"/>
                  </a:lnTo>
                  <a:lnTo>
                    <a:pt x="4604" y="6173"/>
                  </a:lnTo>
                  <a:lnTo>
                    <a:pt x="4562" y="6068"/>
                  </a:lnTo>
                  <a:lnTo>
                    <a:pt x="4583" y="6026"/>
                  </a:lnTo>
                  <a:lnTo>
                    <a:pt x="4583" y="5921"/>
                  </a:lnTo>
                  <a:lnTo>
                    <a:pt x="4541" y="5859"/>
                  </a:lnTo>
                  <a:lnTo>
                    <a:pt x="4499" y="5670"/>
                  </a:lnTo>
                  <a:lnTo>
                    <a:pt x="4457" y="5649"/>
                  </a:lnTo>
                  <a:lnTo>
                    <a:pt x="4437" y="5440"/>
                  </a:lnTo>
                  <a:lnTo>
                    <a:pt x="4332" y="5315"/>
                  </a:lnTo>
                  <a:lnTo>
                    <a:pt x="4353" y="5252"/>
                  </a:lnTo>
                  <a:lnTo>
                    <a:pt x="4332" y="5210"/>
                  </a:lnTo>
                  <a:lnTo>
                    <a:pt x="4332" y="5147"/>
                  </a:lnTo>
                  <a:lnTo>
                    <a:pt x="4185" y="5022"/>
                  </a:lnTo>
                  <a:lnTo>
                    <a:pt x="4185" y="4938"/>
                  </a:lnTo>
                  <a:lnTo>
                    <a:pt x="4164" y="4938"/>
                  </a:lnTo>
                  <a:lnTo>
                    <a:pt x="4144" y="4833"/>
                  </a:lnTo>
                  <a:lnTo>
                    <a:pt x="4060" y="4708"/>
                  </a:lnTo>
                  <a:lnTo>
                    <a:pt x="3809" y="4499"/>
                  </a:lnTo>
                  <a:lnTo>
                    <a:pt x="3746" y="4394"/>
                  </a:lnTo>
                  <a:lnTo>
                    <a:pt x="3453" y="4185"/>
                  </a:lnTo>
                  <a:lnTo>
                    <a:pt x="3139" y="4038"/>
                  </a:lnTo>
                  <a:lnTo>
                    <a:pt x="3139" y="3976"/>
                  </a:lnTo>
                  <a:lnTo>
                    <a:pt x="3014" y="3934"/>
                  </a:lnTo>
                  <a:lnTo>
                    <a:pt x="2784" y="3745"/>
                  </a:lnTo>
                  <a:lnTo>
                    <a:pt x="2763" y="3662"/>
                  </a:lnTo>
                  <a:lnTo>
                    <a:pt x="2721" y="3536"/>
                  </a:lnTo>
                  <a:lnTo>
                    <a:pt x="2721" y="3473"/>
                  </a:lnTo>
                  <a:lnTo>
                    <a:pt x="2721" y="3432"/>
                  </a:lnTo>
                  <a:lnTo>
                    <a:pt x="2679" y="3306"/>
                  </a:lnTo>
                  <a:lnTo>
                    <a:pt x="2595" y="3306"/>
                  </a:lnTo>
                  <a:lnTo>
                    <a:pt x="2470" y="3139"/>
                  </a:lnTo>
                  <a:lnTo>
                    <a:pt x="2281" y="3055"/>
                  </a:lnTo>
                  <a:lnTo>
                    <a:pt x="2177" y="3034"/>
                  </a:lnTo>
                  <a:lnTo>
                    <a:pt x="2281" y="2992"/>
                  </a:lnTo>
                  <a:lnTo>
                    <a:pt x="2281" y="2929"/>
                  </a:lnTo>
                  <a:lnTo>
                    <a:pt x="2177" y="2825"/>
                  </a:lnTo>
                  <a:lnTo>
                    <a:pt x="2240" y="2720"/>
                  </a:lnTo>
                  <a:lnTo>
                    <a:pt x="2281" y="2532"/>
                  </a:lnTo>
                  <a:lnTo>
                    <a:pt x="2260" y="2490"/>
                  </a:lnTo>
                  <a:lnTo>
                    <a:pt x="2198" y="2490"/>
                  </a:lnTo>
                  <a:lnTo>
                    <a:pt x="2198" y="2385"/>
                  </a:lnTo>
                  <a:lnTo>
                    <a:pt x="2260" y="2323"/>
                  </a:lnTo>
                  <a:lnTo>
                    <a:pt x="2281" y="2218"/>
                  </a:lnTo>
                  <a:lnTo>
                    <a:pt x="2344" y="2197"/>
                  </a:lnTo>
                  <a:lnTo>
                    <a:pt x="2365" y="2155"/>
                  </a:lnTo>
                  <a:lnTo>
                    <a:pt x="2386" y="2176"/>
                  </a:lnTo>
                  <a:lnTo>
                    <a:pt x="2449" y="2176"/>
                  </a:lnTo>
                  <a:lnTo>
                    <a:pt x="2553" y="2051"/>
                  </a:lnTo>
                  <a:lnTo>
                    <a:pt x="2574" y="2051"/>
                  </a:lnTo>
                  <a:lnTo>
                    <a:pt x="2616" y="1988"/>
                  </a:lnTo>
                  <a:lnTo>
                    <a:pt x="2574" y="1904"/>
                  </a:lnTo>
                  <a:lnTo>
                    <a:pt x="2595" y="1883"/>
                  </a:lnTo>
                  <a:lnTo>
                    <a:pt x="2595" y="1800"/>
                  </a:lnTo>
                  <a:lnTo>
                    <a:pt x="2595" y="1737"/>
                  </a:lnTo>
                  <a:lnTo>
                    <a:pt x="2574" y="1674"/>
                  </a:lnTo>
                  <a:lnTo>
                    <a:pt x="2616" y="1632"/>
                  </a:lnTo>
                  <a:lnTo>
                    <a:pt x="2616" y="1548"/>
                  </a:lnTo>
                  <a:lnTo>
                    <a:pt x="2679" y="1548"/>
                  </a:lnTo>
                  <a:lnTo>
                    <a:pt x="2700" y="1590"/>
                  </a:lnTo>
                  <a:lnTo>
                    <a:pt x="2721" y="1590"/>
                  </a:lnTo>
                  <a:lnTo>
                    <a:pt x="2804" y="1548"/>
                  </a:lnTo>
                  <a:lnTo>
                    <a:pt x="2888" y="1528"/>
                  </a:lnTo>
                  <a:lnTo>
                    <a:pt x="2930" y="1548"/>
                  </a:lnTo>
                  <a:lnTo>
                    <a:pt x="2972" y="1528"/>
                  </a:lnTo>
                  <a:lnTo>
                    <a:pt x="3014" y="1465"/>
                  </a:lnTo>
                  <a:lnTo>
                    <a:pt x="2993" y="1381"/>
                  </a:lnTo>
                  <a:lnTo>
                    <a:pt x="3014" y="1339"/>
                  </a:lnTo>
                  <a:lnTo>
                    <a:pt x="3118" y="1318"/>
                  </a:lnTo>
                  <a:lnTo>
                    <a:pt x="3223" y="1339"/>
                  </a:lnTo>
                  <a:lnTo>
                    <a:pt x="3328" y="1256"/>
                  </a:lnTo>
                  <a:lnTo>
                    <a:pt x="3390" y="1256"/>
                  </a:lnTo>
                  <a:lnTo>
                    <a:pt x="3432" y="1235"/>
                  </a:lnTo>
                  <a:lnTo>
                    <a:pt x="3495" y="1172"/>
                  </a:lnTo>
                  <a:lnTo>
                    <a:pt x="3453" y="1130"/>
                  </a:lnTo>
                  <a:lnTo>
                    <a:pt x="3348" y="1067"/>
                  </a:lnTo>
                  <a:lnTo>
                    <a:pt x="3286" y="1109"/>
                  </a:lnTo>
                  <a:lnTo>
                    <a:pt x="3223" y="1046"/>
                  </a:lnTo>
                  <a:lnTo>
                    <a:pt x="3118" y="1109"/>
                  </a:lnTo>
                  <a:lnTo>
                    <a:pt x="3014" y="1025"/>
                  </a:lnTo>
                  <a:lnTo>
                    <a:pt x="2888" y="1004"/>
                  </a:lnTo>
                  <a:lnTo>
                    <a:pt x="2867" y="900"/>
                  </a:lnTo>
                  <a:lnTo>
                    <a:pt x="2616" y="816"/>
                  </a:lnTo>
                  <a:lnTo>
                    <a:pt x="2595" y="712"/>
                  </a:lnTo>
                  <a:lnTo>
                    <a:pt x="2512" y="691"/>
                  </a:lnTo>
                  <a:lnTo>
                    <a:pt x="2574" y="481"/>
                  </a:lnTo>
                  <a:lnTo>
                    <a:pt x="2679" y="440"/>
                  </a:lnTo>
                  <a:lnTo>
                    <a:pt x="2679" y="335"/>
                  </a:lnTo>
                  <a:lnTo>
                    <a:pt x="2595" y="272"/>
                  </a:lnTo>
                  <a:lnTo>
                    <a:pt x="2449" y="314"/>
                  </a:lnTo>
                  <a:lnTo>
                    <a:pt x="2386" y="272"/>
                  </a:lnTo>
                  <a:lnTo>
                    <a:pt x="2114" y="272"/>
                  </a:lnTo>
                  <a:lnTo>
                    <a:pt x="2072" y="188"/>
                  </a:lnTo>
                  <a:lnTo>
                    <a:pt x="1947" y="168"/>
                  </a:lnTo>
                  <a:lnTo>
                    <a:pt x="1947" y="84"/>
                  </a:lnTo>
                  <a:lnTo>
                    <a:pt x="1821" y="0"/>
                  </a:lnTo>
                  <a:close/>
                </a:path>
              </a:pathLst>
            </a:custGeom>
            <a:solidFill>
              <a:srgbClr val="5F7D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63" name="Google Shape;5963;p36"/>
            <p:cNvSpPr/>
            <p:nvPr/>
          </p:nvSpPr>
          <p:spPr>
            <a:xfrm>
              <a:off x="4450186" y="3045644"/>
              <a:ext cx="36139" cy="29750"/>
            </a:xfrm>
            <a:custGeom>
              <a:rect b="b" l="l" r="r" t="t"/>
              <a:pathLst>
                <a:path extrusionOk="0" h="2616" w="3035">
                  <a:moveTo>
                    <a:pt x="2407" y="0"/>
                  </a:moveTo>
                  <a:lnTo>
                    <a:pt x="2239" y="42"/>
                  </a:lnTo>
                  <a:lnTo>
                    <a:pt x="2135" y="126"/>
                  </a:lnTo>
                  <a:lnTo>
                    <a:pt x="2260" y="251"/>
                  </a:lnTo>
                  <a:lnTo>
                    <a:pt x="2239" y="356"/>
                  </a:lnTo>
                  <a:lnTo>
                    <a:pt x="2260" y="460"/>
                  </a:lnTo>
                  <a:lnTo>
                    <a:pt x="2260" y="544"/>
                  </a:lnTo>
                  <a:lnTo>
                    <a:pt x="2072" y="481"/>
                  </a:lnTo>
                  <a:lnTo>
                    <a:pt x="1967" y="314"/>
                  </a:lnTo>
                  <a:lnTo>
                    <a:pt x="1821" y="314"/>
                  </a:lnTo>
                  <a:lnTo>
                    <a:pt x="1758" y="230"/>
                  </a:lnTo>
                  <a:lnTo>
                    <a:pt x="1632" y="126"/>
                  </a:lnTo>
                  <a:lnTo>
                    <a:pt x="1549" y="167"/>
                  </a:lnTo>
                  <a:lnTo>
                    <a:pt x="1444" y="105"/>
                  </a:lnTo>
                  <a:lnTo>
                    <a:pt x="1298" y="126"/>
                  </a:lnTo>
                  <a:lnTo>
                    <a:pt x="1151" y="63"/>
                  </a:lnTo>
                  <a:lnTo>
                    <a:pt x="1026" y="63"/>
                  </a:lnTo>
                  <a:lnTo>
                    <a:pt x="879" y="146"/>
                  </a:lnTo>
                  <a:lnTo>
                    <a:pt x="816" y="105"/>
                  </a:lnTo>
                  <a:lnTo>
                    <a:pt x="670" y="105"/>
                  </a:lnTo>
                  <a:lnTo>
                    <a:pt x="398" y="167"/>
                  </a:lnTo>
                  <a:lnTo>
                    <a:pt x="272" y="167"/>
                  </a:lnTo>
                  <a:lnTo>
                    <a:pt x="168" y="335"/>
                  </a:lnTo>
                  <a:lnTo>
                    <a:pt x="105" y="523"/>
                  </a:lnTo>
                  <a:lnTo>
                    <a:pt x="42" y="649"/>
                  </a:lnTo>
                  <a:lnTo>
                    <a:pt x="0" y="858"/>
                  </a:lnTo>
                  <a:lnTo>
                    <a:pt x="63" y="1088"/>
                  </a:lnTo>
                  <a:lnTo>
                    <a:pt x="168" y="1151"/>
                  </a:lnTo>
                  <a:lnTo>
                    <a:pt x="210" y="1255"/>
                  </a:lnTo>
                  <a:lnTo>
                    <a:pt x="189" y="1486"/>
                  </a:lnTo>
                  <a:lnTo>
                    <a:pt x="189" y="1569"/>
                  </a:lnTo>
                  <a:lnTo>
                    <a:pt x="272" y="1632"/>
                  </a:lnTo>
                  <a:lnTo>
                    <a:pt x="272" y="1779"/>
                  </a:lnTo>
                  <a:lnTo>
                    <a:pt x="356" y="1820"/>
                  </a:lnTo>
                  <a:lnTo>
                    <a:pt x="356" y="1925"/>
                  </a:lnTo>
                  <a:lnTo>
                    <a:pt x="419" y="2051"/>
                  </a:lnTo>
                  <a:lnTo>
                    <a:pt x="482" y="2030"/>
                  </a:lnTo>
                  <a:lnTo>
                    <a:pt x="523" y="2113"/>
                  </a:lnTo>
                  <a:lnTo>
                    <a:pt x="503" y="2218"/>
                  </a:lnTo>
                  <a:lnTo>
                    <a:pt x="565" y="2260"/>
                  </a:lnTo>
                  <a:lnTo>
                    <a:pt x="565" y="2364"/>
                  </a:lnTo>
                  <a:lnTo>
                    <a:pt x="733" y="2364"/>
                  </a:lnTo>
                  <a:lnTo>
                    <a:pt x="733" y="2260"/>
                  </a:lnTo>
                  <a:lnTo>
                    <a:pt x="795" y="2218"/>
                  </a:lnTo>
                  <a:lnTo>
                    <a:pt x="837" y="2155"/>
                  </a:lnTo>
                  <a:lnTo>
                    <a:pt x="837" y="2239"/>
                  </a:lnTo>
                  <a:lnTo>
                    <a:pt x="900" y="2323"/>
                  </a:lnTo>
                  <a:lnTo>
                    <a:pt x="879" y="2406"/>
                  </a:lnTo>
                  <a:lnTo>
                    <a:pt x="816" y="2469"/>
                  </a:lnTo>
                  <a:lnTo>
                    <a:pt x="837" y="2553"/>
                  </a:lnTo>
                  <a:lnTo>
                    <a:pt x="879" y="2574"/>
                  </a:lnTo>
                  <a:lnTo>
                    <a:pt x="921" y="2574"/>
                  </a:lnTo>
                  <a:lnTo>
                    <a:pt x="1026" y="2511"/>
                  </a:lnTo>
                  <a:lnTo>
                    <a:pt x="1026" y="2469"/>
                  </a:lnTo>
                  <a:lnTo>
                    <a:pt x="1088" y="2532"/>
                  </a:lnTo>
                  <a:lnTo>
                    <a:pt x="1214" y="2553"/>
                  </a:lnTo>
                  <a:lnTo>
                    <a:pt x="1235" y="2532"/>
                  </a:lnTo>
                  <a:lnTo>
                    <a:pt x="1340" y="2615"/>
                  </a:lnTo>
                  <a:lnTo>
                    <a:pt x="1444" y="2469"/>
                  </a:lnTo>
                  <a:lnTo>
                    <a:pt x="1570" y="2448"/>
                  </a:lnTo>
                  <a:lnTo>
                    <a:pt x="1632" y="2302"/>
                  </a:lnTo>
                  <a:lnTo>
                    <a:pt x="1758" y="2302"/>
                  </a:lnTo>
                  <a:lnTo>
                    <a:pt x="1821" y="2323"/>
                  </a:lnTo>
                  <a:lnTo>
                    <a:pt x="2093" y="2260"/>
                  </a:lnTo>
                  <a:lnTo>
                    <a:pt x="2197" y="2323"/>
                  </a:lnTo>
                  <a:lnTo>
                    <a:pt x="2239" y="2406"/>
                  </a:lnTo>
                  <a:lnTo>
                    <a:pt x="2407" y="2406"/>
                  </a:lnTo>
                  <a:lnTo>
                    <a:pt x="2365" y="2260"/>
                  </a:lnTo>
                  <a:lnTo>
                    <a:pt x="2386" y="2197"/>
                  </a:lnTo>
                  <a:lnTo>
                    <a:pt x="2281" y="2092"/>
                  </a:lnTo>
                  <a:lnTo>
                    <a:pt x="2156" y="2051"/>
                  </a:lnTo>
                  <a:lnTo>
                    <a:pt x="2135" y="1841"/>
                  </a:lnTo>
                  <a:lnTo>
                    <a:pt x="2239" y="1779"/>
                  </a:lnTo>
                  <a:lnTo>
                    <a:pt x="2448" y="1779"/>
                  </a:lnTo>
                  <a:lnTo>
                    <a:pt x="2511" y="1674"/>
                  </a:lnTo>
                  <a:lnTo>
                    <a:pt x="2679" y="1569"/>
                  </a:lnTo>
                  <a:lnTo>
                    <a:pt x="2825" y="1507"/>
                  </a:lnTo>
                  <a:lnTo>
                    <a:pt x="2867" y="1423"/>
                  </a:lnTo>
                  <a:lnTo>
                    <a:pt x="2930" y="1402"/>
                  </a:lnTo>
                  <a:lnTo>
                    <a:pt x="3034" y="1214"/>
                  </a:lnTo>
                  <a:lnTo>
                    <a:pt x="3013" y="1088"/>
                  </a:lnTo>
                  <a:lnTo>
                    <a:pt x="3034" y="942"/>
                  </a:lnTo>
                  <a:lnTo>
                    <a:pt x="3013" y="837"/>
                  </a:lnTo>
                  <a:lnTo>
                    <a:pt x="3034" y="649"/>
                  </a:lnTo>
                  <a:lnTo>
                    <a:pt x="2930" y="418"/>
                  </a:lnTo>
                  <a:lnTo>
                    <a:pt x="2825" y="356"/>
                  </a:lnTo>
                  <a:lnTo>
                    <a:pt x="2762" y="167"/>
                  </a:lnTo>
                  <a:lnTo>
                    <a:pt x="2679" y="167"/>
                  </a:lnTo>
                  <a:lnTo>
                    <a:pt x="2574" y="126"/>
                  </a:lnTo>
                  <a:lnTo>
                    <a:pt x="2469" y="105"/>
                  </a:lnTo>
                  <a:lnTo>
                    <a:pt x="2407" y="0"/>
                  </a:lnTo>
                  <a:close/>
                </a:path>
              </a:pathLst>
            </a:custGeom>
            <a:solidFill>
              <a:srgbClr val="5F7D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64" name="Google Shape;5964;p36"/>
            <p:cNvSpPr/>
            <p:nvPr/>
          </p:nvSpPr>
          <p:spPr>
            <a:xfrm>
              <a:off x="4429753" y="2990191"/>
              <a:ext cx="55822" cy="61650"/>
            </a:xfrm>
            <a:custGeom>
              <a:rect b="b" l="l" r="r" t="t"/>
              <a:pathLst>
                <a:path extrusionOk="0" h="5421" w="4688">
                  <a:moveTo>
                    <a:pt x="879" y="1"/>
                  </a:moveTo>
                  <a:lnTo>
                    <a:pt x="879" y="85"/>
                  </a:lnTo>
                  <a:lnTo>
                    <a:pt x="817" y="126"/>
                  </a:lnTo>
                  <a:lnTo>
                    <a:pt x="817" y="336"/>
                  </a:lnTo>
                  <a:lnTo>
                    <a:pt x="859" y="440"/>
                  </a:lnTo>
                  <a:lnTo>
                    <a:pt x="859" y="587"/>
                  </a:lnTo>
                  <a:lnTo>
                    <a:pt x="879" y="733"/>
                  </a:lnTo>
                  <a:lnTo>
                    <a:pt x="775" y="712"/>
                  </a:lnTo>
                  <a:lnTo>
                    <a:pt x="649" y="754"/>
                  </a:lnTo>
                  <a:lnTo>
                    <a:pt x="587" y="649"/>
                  </a:lnTo>
                  <a:lnTo>
                    <a:pt x="524" y="608"/>
                  </a:lnTo>
                  <a:lnTo>
                    <a:pt x="419" y="712"/>
                  </a:lnTo>
                  <a:lnTo>
                    <a:pt x="252" y="733"/>
                  </a:lnTo>
                  <a:lnTo>
                    <a:pt x="231" y="838"/>
                  </a:lnTo>
                  <a:lnTo>
                    <a:pt x="189" y="942"/>
                  </a:lnTo>
                  <a:lnTo>
                    <a:pt x="231" y="1026"/>
                  </a:lnTo>
                  <a:lnTo>
                    <a:pt x="105" y="1110"/>
                  </a:lnTo>
                  <a:lnTo>
                    <a:pt x="43" y="1110"/>
                  </a:lnTo>
                  <a:lnTo>
                    <a:pt x="1" y="1256"/>
                  </a:lnTo>
                  <a:lnTo>
                    <a:pt x="43" y="1382"/>
                  </a:lnTo>
                  <a:lnTo>
                    <a:pt x="210" y="1361"/>
                  </a:lnTo>
                  <a:lnTo>
                    <a:pt x="315" y="1486"/>
                  </a:lnTo>
                  <a:lnTo>
                    <a:pt x="335" y="1675"/>
                  </a:lnTo>
                  <a:lnTo>
                    <a:pt x="252" y="1758"/>
                  </a:lnTo>
                  <a:lnTo>
                    <a:pt x="335" y="1884"/>
                  </a:lnTo>
                  <a:lnTo>
                    <a:pt x="440" y="1947"/>
                  </a:lnTo>
                  <a:lnTo>
                    <a:pt x="524" y="1863"/>
                  </a:lnTo>
                  <a:lnTo>
                    <a:pt x="733" y="1863"/>
                  </a:lnTo>
                  <a:lnTo>
                    <a:pt x="754" y="1968"/>
                  </a:lnTo>
                  <a:lnTo>
                    <a:pt x="670" y="2093"/>
                  </a:lnTo>
                  <a:lnTo>
                    <a:pt x="754" y="2198"/>
                  </a:lnTo>
                  <a:lnTo>
                    <a:pt x="733" y="2281"/>
                  </a:lnTo>
                  <a:lnTo>
                    <a:pt x="670" y="2386"/>
                  </a:lnTo>
                  <a:lnTo>
                    <a:pt x="733" y="2512"/>
                  </a:lnTo>
                  <a:lnTo>
                    <a:pt x="733" y="2721"/>
                  </a:lnTo>
                  <a:lnTo>
                    <a:pt x="733" y="3014"/>
                  </a:lnTo>
                  <a:lnTo>
                    <a:pt x="879" y="2930"/>
                  </a:lnTo>
                  <a:lnTo>
                    <a:pt x="1047" y="2909"/>
                  </a:lnTo>
                  <a:lnTo>
                    <a:pt x="1047" y="2784"/>
                  </a:lnTo>
                  <a:lnTo>
                    <a:pt x="1235" y="2700"/>
                  </a:lnTo>
                  <a:lnTo>
                    <a:pt x="1444" y="2805"/>
                  </a:lnTo>
                  <a:lnTo>
                    <a:pt x="1549" y="2805"/>
                  </a:lnTo>
                  <a:lnTo>
                    <a:pt x="1633" y="2930"/>
                  </a:lnTo>
                  <a:lnTo>
                    <a:pt x="1884" y="2909"/>
                  </a:lnTo>
                  <a:lnTo>
                    <a:pt x="2009" y="2637"/>
                  </a:lnTo>
                  <a:lnTo>
                    <a:pt x="2198" y="2595"/>
                  </a:lnTo>
                  <a:lnTo>
                    <a:pt x="2449" y="2679"/>
                  </a:lnTo>
                  <a:lnTo>
                    <a:pt x="2532" y="2826"/>
                  </a:lnTo>
                  <a:lnTo>
                    <a:pt x="2804" y="3014"/>
                  </a:lnTo>
                  <a:lnTo>
                    <a:pt x="2930" y="3118"/>
                  </a:lnTo>
                  <a:lnTo>
                    <a:pt x="2972" y="3244"/>
                  </a:lnTo>
                  <a:lnTo>
                    <a:pt x="2972" y="3328"/>
                  </a:lnTo>
                  <a:lnTo>
                    <a:pt x="2930" y="3411"/>
                  </a:lnTo>
                  <a:lnTo>
                    <a:pt x="2972" y="3537"/>
                  </a:lnTo>
                  <a:lnTo>
                    <a:pt x="2972" y="3725"/>
                  </a:lnTo>
                  <a:lnTo>
                    <a:pt x="2951" y="3788"/>
                  </a:lnTo>
                  <a:lnTo>
                    <a:pt x="3056" y="3872"/>
                  </a:lnTo>
                  <a:lnTo>
                    <a:pt x="3160" y="3997"/>
                  </a:lnTo>
                  <a:lnTo>
                    <a:pt x="3286" y="3997"/>
                  </a:lnTo>
                  <a:lnTo>
                    <a:pt x="3369" y="4060"/>
                  </a:lnTo>
                  <a:lnTo>
                    <a:pt x="3348" y="4102"/>
                  </a:lnTo>
                  <a:lnTo>
                    <a:pt x="3495" y="4206"/>
                  </a:lnTo>
                  <a:lnTo>
                    <a:pt x="3495" y="4290"/>
                  </a:lnTo>
                  <a:lnTo>
                    <a:pt x="3474" y="4416"/>
                  </a:lnTo>
                  <a:lnTo>
                    <a:pt x="3474" y="4499"/>
                  </a:lnTo>
                  <a:lnTo>
                    <a:pt x="3453" y="4604"/>
                  </a:lnTo>
                  <a:lnTo>
                    <a:pt x="3474" y="4688"/>
                  </a:lnTo>
                  <a:lnTo>
                    <a:pt x="3474" y="4897"/>
                  </a:lnTo>
                  <a:lnTo>
                    <a:pt x="3390" y="4981"/>
                  </a:lnTo>
                  <a:lnTo>
                    <a:pt x="3348" y="5002"/>
                  </a:lnTo>
                  <a:lnTo>
                    <a:pt x="3474" y="5106"/>
                  </a:lnTo>
                  <a:lnTo>
                    <a:pt x="3537" y="5190"/>
                  </a:lnTo>
                  <a:lnTo>
                    <a:pt x="3683" y="5190"/>
                  </a:lnTo>
                  <a:lnTo>
                    <a:pt x="3788" y="5357"/>
                  </a:lnTo>
                  <a:lnTo>
                    <a:pt x="3976" y="5420"/>
                  </a:lnTo>
                  <a:lnTo>
                    <a:pt x="3976" y="5336"/>
                  </a:lnTo>
                  <a:lnTo>
                    <a:pt x="3955" y="5232"/>
                  </a:lnTo>
                  <a:lnTo>
                    <a:pt x="3976" y="5127"/>
                  </a:lnTo>
                  <a:lnTo>
                    <a:pt x="3851" y="5002"/>
                  </a:lnTo>
                  <a:lnTo>
                    <a:pt x="3955" y="4918"/>
                  </a:lnTo>
                  <a:lnTo>
                    <a:pt x="4123" y="4876"/>
                  </a:lnTo>
                  <a:lnTo>
                    <a:pt x="4185" y="4981"/>
                  </a:lnTo>
                  <a:lnTo>
                    <a:pt x="4290" y="5002"/>
                  </a:lnTo>
                  <a:lnTo>
                    <a:pt x="4395" y="5043"/>
                  </a:lnTo>
                  <a:lnTo>
                    <a:pt x="4499" y="5043"/>
                  </a:lnTo>
                  <a:lnTo>
                    <a:pt x="4604" y="5002"/>
                  </a:lnTo>
                  <a:lnTo>
                    <a:pt x="4583" y="4813"/>
                  </a:lnTo>
                  <a:lnTo>
                    <a:pt x="4541" y="4730"/>
                  </a:lnTo>
                  <a:lnTo>
                    <a:pt x="4520" y="4604"/>
                  </a:lnTo>
                  <a:lnTo>
                    <a:pt x="4688" y="4478"/>
                  </a:lnTo>
                  <a:lnTo>
                    <a:pt x="4688" y="4311"/>
                  </a:lnTo>
                  <a:lnTo>
                    <a:pt x="4604" y="4311"/>
                  </a:lnTo>
                  <a:lnTo>
                    <a:pt x="4541" y="4248"/>
                  </a:lnTo>
                  <a:lnTo>
                    <a:pt x="4583" y="4081"/>
                  </a:lnTo>
                  <a:lnTo>
                    <a:pt x="4646" y="3997"/>
                  </a:lnTo>
                  <a:lnTo>
                    <a:pt x="4604" y="3934"/>
                  </a:lnTo>
                  <a:lnTo>
                    <a:pt x="4499" y="3976"/>
                  </a:lnTo>
                  <a:lnTo>
                    <a:pt x="4436" y="3955"/>
                  </a:lnTo>
                  <a:lnTo>
                    <a:pt x="4374" y="3851"/>
                  </a:lnTo>
                  <a:lnTo>
                    <a:pt x="4227" y="3851"/>
                  </a:lnTo>
                  <a:lnTo>
                    <a:pt x="4185" y="3788"/>
                  </a:lnTo>
                  <a:lnTo>
                    <a:pt x="4206" y="3683"/>
                  </a:lnTo>
                  <a:lnTo>
                    <a:pt x="4123" y="3662"/>
                  </a:lnTo>
                  <a:lnTo>
                    <a:pt x="4081" y="3662"/>
                  </a:lnTo>
                  <a:lnTo>
                    <a:pt x="3997" y="3579"/>
                  </a:lnTo>
                  <a:lnTo>
                    <a:pt x="3997" y="3516"/>
                  </a:lnTo>
                  <a:lnTo>
                    <a:pt x="3913" y="3411"/>
                  </a:lnTo>
                  <a:lnTo>
                    <a:pt x="3788" y="3411"/>
                  </a:lnTo>
                  <a:lnTo>
                    <a:pt x="3704" y="3349"/>
                  </a:lnTo>
                  <a:lnTo>
                    <a:pt x="3662" y="3223"/>
                  </a:lnTo>
                  <a:lnTo>
                    <a:pt x="3474" y="3014"/>
                  </a:lnTo>
                  <a:lnTo>
                    <a:pt x="3495" y="2930"/>
                  </a:lnTo>
                  <a:lnTo>
                    <a:pt x="3369" y="2784"/>
                  </a:lnTo>
                  <a:lnTo>
                    <a:pt x="3202" y="2700"/>
                  </a:lnTo>
                  <a:lnTo>
                    <a:pt x="3056" y="2491"/>
                  </a:lnTo>
                  <a:lnTo>
                    <a:pt x="2951" y="2491"/>
                  </a:lnTo>
                  <a:lnTo>
                    <a:pt x="2763" y="2386"/>
                  </a:lnTo>
                  <a:lnTo>
                    <a:pt x="2595" y="2386"/>
                  </a:lnTo>
                  <a:lnTo>
                    <a:pt x="2511" y="2219"/>
                  </a:lnTo>
                  <a:lnTo>
                    <a:pt x="2428" y="2219"/>
                  </a:lnTo>
                  <a:lnTo>
                    <a:pt x="2407" y="2156"/>
                  </a:lnTo>
                  <a:lnTo>
                    <a:pt x="2491" y="2072"/>
                  </a:lnTo>
                  <a:lnTo>
                    <a:pt x="2344" y="1905"/>
                  </a:lnTo>
                  <a:lnTo>
                    <a:pt x="2344" y="1842"/>
                  </a:lnTo>
                  <a:lnTo>
                    <a:pt x="2428" y="1842"/>
                  </a:lnTo>
                  <a:lnTo>
                    <a:pt x="2595" y="1758"/>
                  </a:lnTo>
                  <a:lnTo>
                    <a:pt x="2721" y="1758"/>
                  </a:lnTo>
                  <a:lnTo>
                    <a:pt x="2763" y="1675"/>
                  </a:lnTo>
                  <a:lnTo>
                    <a:pt x="2846" y="1465"/>
                  </a:lnTo>
                  <a:lnTo>
                    <a:pt x="2930" y="1445"/>
                  </a:lnTo>
                  <a:lnTo>
                    <a:pt x="2930" y="1361"/>
                  </a:lnTo>
                  <a:lnTo>
                    <a:pt x="2742" y="1319"/>
                  </a:lnTo>
                  <a:lnTo>
                    <a:pt x="2763" y="1214"/>
                  </a:lnTo>
                  <a:lnTo>
                    <a:pt x="2742" y="1110"/>
                  </a:lnTo>
                  <a:lnTo>
                    <a:pt x="2595" y="1068"/>
                  </a:lnTo>
                  <a:lnTo>
                    <a:pt x="2511" y="963"/>
                  </a:lnTo>
                  <a:lnTo>
                    <a:pt x="2344" y="963"/>
                  </a:lnTo>
                  <a:lnTo>
                    <a:pt x="2219" y="1047"/>
                  </a:lnTo>
                  <a:lnTo>
                    <a:pt x="2072" y="1005"/>
                  </a:lnTo>
                  <a:lnTo>
                    <a:pt x="1821" y="1005"/>
                  </a:lnTo>
                  <a:lnTo>
                    <a:pt x="1716" y="796"/>
                  </a:lnTo>
                  <a:lnTo>
                    <a:pt x="1507" y="608"/>
                  </a:lnTo>
                  <a:lnTo>
                    <a:pt x="1570" y="524"/>
                  </a:lnTo>
                  <a:lnTo>
                    <a:pt x="1549" y="398"/>
                  </a:lnTo>
                  <a:lnTo>
                    <a:pt x="1444" y="315"/>
                  </a:lnTo>
                  <a:lnTo>
                    <a:pt x="1340" y="168"/>
                  </a:lnTo>
                  <a:lnTo>
                    <a:pt x="1151" y="85"/>
                  </a:lnTo>
                  <a:lnTo>
                    <a:pt x="1089" y="1"/>
                  </a:lnTo>
                  <a:close/>
                </a:path>
              </a:pathLst>
            </a:custGeom>
            <a:solidFill>
              <a:srgbClr val="5F7D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65" name="Google Shape;5965;p36"/>
            <p:cNvSpPr/>
            <p:nvPr/>
          </p:nvSpPr>
          <p:spPr>
            <a:xfrm>
              <a:off x="4413309" y="3004475"/>
              <a:ext cx="58061" cy="103285"/>
            </a:xfrm>
            <a:custGeom>
              <a:rect b="b" l="l" r="r" t="t"/>
              <a:pathLst>
                <a:path extrusionOk="0" h="9082" w="4876">
                  <a:moveTo>
                    <a:pt x="1361" y="0"/>
                  </a:moveTo>
                  <a:lnTo>
                    <a:pt x="1193" y="21"/>
                  </a:lnTo>
                  <a:lnTo>
                    <a:pt x="1068" y="63"/>
                  </a:lnTo>
                  <a:lnTo>
                    <a:pt x="1068" y="126"/>
                  </a:lnTo>
                  <a:lnTo>
                    <a:pt x="1110" y="209"/>
                  </a:lnTo>
                  <a:lnTo>
                    <a:pt x="1089" y="293"/>
                  </a:lnTo>
                  <a:lnTo>
                    <a:pt x="921" y="272"/>
                  </a:lnTo>
                  <a:lnTo>
                    <a:pt x="859" y="314"/>
                  </a:lnTo>
                  <a:lnTo>
                    <a:pt x="859" y="481"/>
                  </a:lnTo>
                  <a:lnTo>
                    <a:pt x="838" y="523"/>
                  </a:lnTo>
                  <a:lnTo>
                    <a:pt x="691" y="523"/>
                  </a:lnTo>
                  <a:lnTo>
                    <a:pt x="566" y="628"/>
                  </a:lnTo>
                  <a:lnTo>
                    <a:pt x="335" y="544"/>
                  </a:lnTo>
                  <a:lnTo>
                    <a:pt x="252" y="691"/>
                  </a:lnTo>
                  <a:lnTo>
                    <a:pt x="273" y="858"/>
                  </a:lnTo>
                  <a:lnTo>
                    <a:pt x="210" y="942"/>
                  </a:lnTo>
                  <a:lnTo>
                    <a:pt x="210" y="1130"/>
                  </a:lnTo>
                  <a:lnTo>
                    <a:pt x="231" y="1214"/>
                  </a:lnTo>
                  <a:lnTo>
                    <a:pt x="126" y="1277"/>
                  </a:lnTo>
                  <a:lnTo>
                    <a:pt x="1" y="1360"/>
                  </a:lnTo>
                  <a:lnTo>
                    <a:pt x="1" y="1444"/>
                  </a:lnTo>
                  <a:lnTo>
                    <a:pt x="63" y="1465"/>
                  </a:lnTo>
                  <a:lnTo>
                    <a:pt x="168" y="1653"/>
                  </a:lnTo>
                  <a:lnTo>
                    <a:pt x="252" y="1737"/>
                  </a:lnTo>
                  <a:lnTo>
                    <a:pt x="315" y="1800"/>
                  </a:lnTo>
                  <a:lnTo>
                    <a:pt x="440" y="1904"/>
                  </a:lnTo>
                  <a:lnTo>
                    <a:pt x="587" y="2197"/>
                  </a:lnTo>
                  <a:lnTo>
                    <a:pt x="670" y="2260"/>
                  </a:lnTo>
                  <a:lnTo>
                    <a:pt x="754" y="2386"/>
                  </a:lnTo>
                  <a:lnTo>
                    <a:pt x="754" y="2511"/>
                  </a:lnTo>
                  <a:lnTo>
                    <a:pt x="879" y="2574"/>
                  </a:lnTo>
                  <a:lnTo>
                    <a:pt x="879" y="2699"/>
                  </a:lnTo>
                  <a:lnTo>
                    <a:pt x="775" y="2741"/>
                  </a:lnTo>
                  <a:lnTo>
                    <a:pt x="754" y="2825"/>
                  </a:lnTo>
                  <a:lnTo>
                    <a:pt x="796" y="3118"/>
                  </a:lnTo>
                  <a:lnTo>
                    <a:pt x="775" y="3222"/>
                  </a:lnTo>
                  <a:lnTo>
                    <a:pt x="670" y="3264"/>
                  </a:lnTo>
                  <a:lnTo>
                    <a:pt x="754" y="3474"/>
                  </a:lnTo>
                  <a:lnTo>
                    <a:pt x="754" y="3578"/>
                  </a:lnTo>
                  <a:lnTo>
                    <a:pt x="900" y="3766"/>
                  </a:lnTo>
                  <a:lnTo>
                    <a:pt x="1089" y="3892"/>
                  </a:lnTo>
                  <a:lnTo>
                    <a:pt x="1256" y="4059"/>
                  </a:lnTo>
                  <a:lnTo>
                    <a:pt x="1298" y="4311"/>
                  </a:lnTo>
                  <a:lnTo>
                    <a:pt x="1277" y="4394"/>
                  </a:lnTo>
                  <a:lnTo>
                    <a:pt x="1298" y="4520"/>
                  </a:lnTo>
                  <a:lnTo>
                    <a:pt x="1277" y="4624"/>
                  </a:lnTo>
                  <a:lnTo>
                    <a:pt x="1361" y="4708"/>
                  </a:lnTo>
                  <a:lnTo>
                    <a:pt x="1382" y="4896"/>
                  </a:lnTo>
                  <a:lnTo>
                    <a:pt x="1424" y="5001"/>
                  </a:lnTo>
                  <a:lnTo>
                    <a:pt x="1403" y="5147"/>
                  </a:lnTo>
                  <a:lnTo>
                    <a:pt x="1486" y="5294"/>
                  </a:lnTo>
                  <a:lnTo>
                    <a:pt x="1486" y="5461"/>
                  </a:lnTo>
                  <a:lnTo>
                    <a:pt x="1403" y="5524"/>
                  </a:lnTo>
                  <a:lnTo>
                    <a:pt x="1277" y="5880"/>
                  </a:lnTo>
                  <a:lnTo>
                    <a:pt x="1152" y="5963"/>
                  </a:lnTo>
                  <a:lnTo>
                    <a:pt x="1152" y="6131"/>
                  </a:lnTo>
                  <a:lnTo>
                    <a:pt x="1089" y="6194"/>
                  </a:lnTo>
                  <a:lnTo>
                    <a:pt x="1068" y="6298"/>
                  </a:lnTo>
                  <a:lnTo>
                    <a:pt x="1047" y="6487"/>
                  </a:lnTo>
                  <a:lnTo>
                    <a:pt x="1089" y="6487"/>
                  </a:lnTo>
                  <a:lnTo>
                    <a:pt x="1005" y="6591"/>
                  </a:lnTo>
                  <a:lnTo>
                    <a:pt x="1047" y="6654"/>
                  </a:lnTo>
                  <a:lnTo>
                    <a:pt x="963" y="6779"/>
                  </a:lnTo>
                  <a:lnTo>
                    <a:pt x="1047" y="6779"/>
                  </a:lnTo>
                  <a:lnTo>
                    <a:pt x="984" y="6863"/>
                  </a:lnTo>
                  <a:lnTo>
                    <a:pt x="921" y="6863"/>
                  </a:lnTo>
                  <a:lnTo>
                    <a:pt x="921" y="7072"/>
                  </a:lnTo>
                  <a:lnTo>
                    <a:pt x="859" y="7114"/>
                  </a:lnTo>
                  <a:lnTo>
                    <a:pt x="879" y="7282"/>
                  </a:lnTo>
                  <a:lnTo>
                    <a:pt x="859" y="7324"/>
                  </a:lnTo>
                  <a:lnTo>
                    <a:pt x="879" y="7533"/>
                  </a:lnTo>
                  <a:lnTo>
                    <a:pt x="921" y="7616"/>
                  </a:lnTo>
                  <a:lnTo>
                    <a:pt x="1005" y="7616"/>
                  </a:lnTo>
                  <a:lnTo>
                    <a:pt x="984" y="7512"/>
                  </a:lnTo>
                  <a:lnTo>
                    <a:pt x="1110" y="7449"/>
                  </a:lnTo>
                  <a:lnTo>
                    <a:pt x="1089" y="7512"/>
                  </a:lnTo>
                  <a:lnTo>
                    <a:pt x="1172" y="7554"/>
                  </a:lnTo>
                  <a:lnTo>
                    <a:pt x="1172" y="7637"/>
                  </a:lnTo>
                  <a:lnTo>
                    <a:pt x="1277" y="7658"/>
                  </a:lnTo>
                  <a:lnTo>
                    <a:pt x="1319" y="7868"/>
                  </a:lnTo>
                  <a:lnTo>
                    <a:pt x="1424" y="7868"/>
                  </a:lnTo>
                  <a:lnTo>
                    <a:pt x="1570" y="8035"/>
                  </a:lnTo>
                  <a:lnTo>
                    <a:pt x="1570" y="8119"/>
                  </a:lnTo>
                  <a:lnTo>
                    <a:pt x="1675" y="8140"/>
                  </a:lnTo>
                  <a:lnTo>
                    <a:pt x="1696" y="8244"/>
                  </a:lnTo>
                  <a:lnTo>
                    <a:pt x="1779" y="8244"/>
                  </a:lnTo>
                  <a:lnTo>
                    <a:pt x="1779" y="8286"/>
                  </a:lnTo>
                  <a:lnTo>
                    <a:pt x="1716" y="8370"/>
                  </a:lnTo>
                  <a:lnTo>
                    <a:pt x="1716" y="8391"/>
                  </a:lnTo>
                  <a:lnTo>
                    <a:pt x="1968" y="8579"/>
                  </a:lnTo>
                  <a:lnTo>
                    <a:pt x="2009" y="8663"/>
                  </a:lnTo>
                  <a:lnTo>
                    <a:pt x="2051" y="8537"/>
                  </a:lnTo>
                  <a:lnTo>
                    <a:pt x="2135" y="8453"/>
                  </a:lnTo>
                  <a:lnTo>
                    <a:pt x="2240" y="8537"/>
                  </a:lnTo>
                  <a:lnTo>
                    <a:pt x="2407" y="8579"/>
                  </a:lnTo>
                  <a:lnTo>
                    <a:pt x="2428" y="8642"/>
                  </a:lnTo>
                  <a:lnTo>
                    <a:pt x="2553" y="8642"/>
                  </a:lnTo>
                  <a:lnTo>
                    <a:pt x="2616" y="8704"/>
                  </a:lnTo>
                  <a:lnTo>
                    <a:pt x="2616" y="8893"/>
                  </a:lnTo>
                  <a:lnTo>
                    <a:pt x="2532" y="8976"/>
                  </a:lnTo>
                  <a:lnTo>
                    <a:pt x="2532" y="9060"/>
                  </a:lnTo>
                  <a:lnTo>
                    <a:pt x="2679" y="9081"/>
                  </a:lnTo>
                  <a:lnTo>
                    <a:pt x="2825" y="8976"/>
                  </a:lnTo>
                  <a:lnTo>
                    <a:pt x="2930" y="8976"/>
                  </a:lnTo>
                  <a:lnTo>
                    <a:pt x="2993" y="9018"/>
                  </a:lnTo>
                  <a:lnTo>
                    <a:pt x="3076" y="8976"/>
                  </a:lnTo>
                  <a:lnTo>
                    <a:pt x="3076" y="8872"/>
                  </a:lnTo>
                  <a:lnTo>
                    <a:pt x="3097" y="8851"/>
                  </a:lnTo>
                  <a:lnTo>
                    <a:pt x="3076" y="8788"/>
                  </a:lnTo>
                  <a:lnTo>
                    <a:pt x="2972" y="8704"/>
                  </a:lnTo>
                  <a:lnTo>
                    <a:pt x="2930" y="8642"/>
                  </a:lnTo>
                  <a:lnTo>
                    <a:pt x="2846" y="8474"/>
                  </a:lnTo>
                  <a:lnTo>
                    <a:pt x="2742" y="8432"/>
                  </a:lnTo>
                  <a:lnTo>
                    <a:pt x="2637" y="8432"/>
                  </a:lnTo>
                  <a:lnTo>
                    <a:pt x="2574" y="8453"/>
                  </a:lnTo>
                  <a:lnTo>
                    <a:pt x="2491" y="8391"/>
                  </a:lnTo>
                  <a:lnTo>
                    <a:pt x="2344" y="8244"/>
                  </a:lnTo>
                  <a:lnTo>
                    <a:pt x="2260" y="8160"/>
                  </a:lnTo>
                  <a:lnTo>
                    <a:pt x="2260" y="8056"/>
                  </a:lnTo>
                  <a:lnTo>
                    <a:pt x="2219" y="8035"/>
                  </a:lnTo>
                  <a:lnTo>
                    <a:pt x="2198" y="8140"/>
                  </a:lnTo>
                  <a:lnTo>
                    <a:pt x="2030" y="8056"/>
                  </a:lnTo>
                  <a:lnTo>
                    <a:pt x="2051" y="7972"/>
                  </a:lnTo>
                  <a:lnTo>
                    <a:pt x="2135" y="7930"/>
                  </a:lnTo>
                  <a:lnTo>
                    <a:pt x="2156" y="7951"/>
                  </a:lnTo>
                  <a:lnTo>
                    <a:pt x="2198" y="7930"/>
                  </a:lnTo>
                  <a:lnTo>
                    <a:pt x="2219" y="7868"/>
                  </a:lnTo>
                  <a:lnTo>
                    <a:pt x="2156" y="7637"/>
                  </a:lnTo>
                  <a:lnTo>
                    <a:pt x="2114" y="7616"/>
                  </a:lnTo>
                  <a:lnTo>
                    <a:pt x="2114" y="7533"/>
                  </a:lnTo>
                  <a:lnTo>
                    <a:pt x="2030" y="7428"/>
                  </a:lnTo>
                  <a:lnTo>
                    <a:pt x="2009" y="7344"/>
                  </a:lnTo>
                  <a:lnTo>
                    <a:pt x="2009" y="7386"/>
                  </a:lnTo>
                  <a:lnTo>
                    <a:pt x="2009" y="7449"/>
                  </a:lnTo>
                  <a:lnTo>
                    <a:pt x="1947" y="7449"/>
                  </a:lnTo>
                  <a:lnTo>
                    <a:pt x="1884" y="7324"/>
                  </a:lnTo>
                  <a:lnTo>
                    <a:pt x="1821" y="7303"/>
                  </a:lnTo>
                  <a:lnTo>
                    <a:pt x="1842" y="7177"/>
                  </a:lnTo>
                  <a:lnTo>
                    <a:pt x="1800" y="7114"/>
                  </a:lnTo>
                  <a:lnTo>
                    <a:pt x="1779" y="6989"/>
                  </a:lnTo>
                  <a:lnTo>
                    <a:pt x="1716" y="6926"/>
                  </a:lnTo>
                  <a:lnTo>
                    <a:pt x="1633" y="6926"/>
                  </a:lnTo>
                  <a:lnTo>
                    <a:pt x="1612" y="6905"/>
                  </a:lnTo>
                  <a:lnTo>
                    <a:pt x="1570" y="6968"/>
                  </a:lnTo>
                  <a:lnTo>
                    <a:pt x="1528" y="7010"/>
                  </a:lnTo>
                  <a:lnTo>
                    <a:pt x="1486" y="7031"/>
                  </a:lnTo>
                  <a:lnTo>
                    <a:pt x="1424" y="6989"/>
                  </a:lnTo>
                  <a:lnTo>
                    <a:pt x="1486" y="6884"/>
                  </a:lnTo>
                  <a:lnTo>
                    <a:pt x="1382" y="6717"/>
                  </a:lnTo>
                  <a:lnTo>
                    <a:pt x="1382" y="6654"/>
                  </a:lnTo>
                  <a:lnTo>
                    <a:pt x="1361" y="6507"/>
                  </a:lnTo>
                  <a:lnTo>
                    <a:pt x="1361" y="6466"/>
                  </a:lnTo>
                  <a:lnTo>
                    <a:pt x="1403" y="6382"/>
                  </a:lnTo>
                  <a:lnTo>
                    <a:pt x="1382" y="6361"/>
                  </a:lnTo>
                  <a:lnTo>
                    <a:pt x="1319" y="6361"/>
                  </a:lnTo>
                  <a:lnTo>
                    <a:pt x="1382" y="6256"/>
                  </a:lnTo>
                  <a:lnTo>
                    <a:pt x="1382" y="6131"/>
                  </a:lnTo>
                  <a:lnTo>
                    <a:pt x="1507" y="5943"/>
                  </a:lnTo>
                  <a:lnTo>
                    <a:pt x="1528" y="5503"/>
                  </a:lnTo>
                  <a:lnTo>
                    <a:pt x="1612" y="5399"/>
                  </a:lnTo>
                  <a:lnTo>
                    <a:pt x="1633" y="5252"/>
                  </a:lnTo>
                  <a:lnTo>
                    <a:pt x="1716" y="5147"/>
                  </a:lnTo>
                  <a:lnTo>
                    <a:pt x="1737" y="5001"/>
                  </a:lnTo>
                  <a:lnTo>
                    <a:pt x="1696" y="4980"/>
                  </a:lnTo>
                  <a:lnTo>
                    <a:pt x="1716" y="4896"/>
                  </a:lnTo>
                  <a:lnTo>
                    <a:pt x="1716" y="4771"/>
                  </a:lnTo>
                  <a:lnTo>
                    <a:pt x="1779" y="4666"/>
                  </a:lnTo>
                  <a:lnTo>
                    <a:pt x="1779" y="4562"/>
                  </a:lnTo>
                  <a:lnTo>
                    <a:pt x="1675" y="4520"/>
                  </a:lnTo>
                  <a:lnTo>
                    <a:pt x="1696" y="4457"/>
                  </a:lnTo>
                  <a:lnTo>
                    <a:pt x="1696" y="4415"/>
                  </a:lnTo>
                  <a:lnTo>
                    <a:pt x="1800" y="4415"/>
                  </a:lnTo>
                  <a:lnTo>
                    <a:pt x="1821" y="4394"/>
                  </a:lnTo>
                  <a:lnTo>
                    <a:pt x="1884" y="4415"/>
                  </a:lnTo>
                  <a:lnTo>
                    <a:pt x="1926" y="4415"/>
                  </a:lnTo>
                  <a:lnTo>
                    <a:pt x="2030" y="4373"/>
                  </a:lnTo>
                  <a:lnTo>
                    <a:pt x="2051" y="4394"/>
                  </a:lnTo>
                  <a:lnTo>
                    <a:pt x="2135" y="4394"/>
                  </a:lnTo>
                  <a:lnTo>
                    <a:pt x="2219" y="4415"/>
                  </a:lnTo>
                  <a:lnTo>
                    <a:pt x="2260" y="4499"/>
                  </a:lnTo>
                  <a:lnTo>
                    <a:pt x="2219" y="4520"/>
                  </a:lnTo>
                  <a:lnTo>
                    <a:pt x="2219" y="4687"/>
                  </a:lnTo>
                  <a:lnTo>
                    <a:pt x="2260" y="4792"/>
                  </a:lnTo>
                  <a:lnTo>
                    <a:pt x="2240" y="4813"/>
                  </a:lnTo>
                  <a:lnTo>
                    <a:pt x="2198" y="4917"/>
                  </a:lnTo>
                  <a:lnTo>
                    <a:pt x="2302" y="4896"/>
                  </a:lnTo>
                  <a:lnTo>
                    <a:pt x="2365" y="4917"/>
                  </a:lnTo>
                  <a:lnTo>
                    <a:pt x="2470" y="4896"/>
                  </a:lnTo>
                  <a:lnTo>
                    <a:pt x="2616" y="4917"/>
                  </a:lnTo>
                  <a:lnTo>
                    <a:pt x="2658" y="4980"/>
                  </a:lnTo>
                  <a:lnTo>
                    <a:pt x="2658" y="4938"/>
                  </a:lnTo>
                  <a:lnTo>
                    <a:pt x="2658" y="4917"/>
                  </a:lnTo>
                  <a:lnTo>
                    <a:pt x="2721" y="4875"/>
                  </a:lnTo>
                  <a:lnTo>
                    <a:pt x="2784" y="4896"/>
                  </a:lnTo>
                  <a:lnTo>
                    <a:pt x="2951" y="5043"/>
                  </a:lnTo>
                  <a:lnTo>
                    <a:pt x="3014" y="5085"/>
                  </a:lnTo>
                  <a:lnTo>
                    <a:pt x="3014" y="5127"/>
                  </a:lnTo>
                  <a:lnTo>
                    <a:pt x="3076" y="5127"/>
                  </a:lnTo>
                  <a:lnTo>
                    <a:pt x="3181" y="5231"/>
                  </a:lnTo>
                  <a:lnTo>
                    <a:pt x="3202" y="5252"/>
                  </a:lnTo>
                  <a:lnTo>
                    <a:pt x="3244" y="5252"/>
                  </a:lnTo>
                  <a:lnTo>
                    <a:pt x="3244" y="5189"/>
                  </a:lnTo>
                  <a:lnTo>
                    <a:pt x="3286" y="5189"/>
                  </a:lnTo>
                  <a:lnTo>
                    <a:pt x="3286" y="5106"/>
                  </a:lnTo>
                  <a:lnTo>
                    <a:pt x="3307" y="4875"/>
                  </a:lnTo>
                  <a:lnTo>
                    <a:pt x="3265" y="4771"/>
                  </a:lnTo>
                  <a:lnTo>
                    <a:pt x="3160" y="4708"/>
                  </a:lnTo>
                  <a:lnTo>
                    <a:pt x="3097" y="4478"/>
                  </a:lnTo>
                  <a:lnTo>
                    <a:pt x="3139" y="4269"/>
                  </a:lnTo>
                  <a:lnTo>
                    <a:pt x="3202" y="4143"/>
                  </a:lnTo>
                  <a:lnTo>
                    <a:pt x="3265" y="3955"/>
                  </a:lnTo>
                  <a:lnTo>
                    <a:pt x="3369" y="3787"/>
                  </a:lnTo>
                  <a:lnTo>
                    <a:pt x="3495" y="3787"/>
                  </a:lnTo>
                  <a:lnTo>
                    <a:pt x="3767" y="3725"/>
                  </a:lnTo>
                  <a:lnTo>
                    <a:pt x="3913" y="3725"/>
                  </a:lnTo>
                  <a:lnTo>
                    <a:pt x="3976" y="3766"/>
                  </a:lnTo>
                  <a:lnTo>
                    <a:pt x="4123" y="3683"/>
                  </a:lnTo>
                  <a:lnTo>
                    <a:pt x="4248" y="3683"/>
                  </a:lnTo>
                  <a:lnTo>
                    <a:pt x="4395" y="3746"/>
                  </a:lnTo>
                  <a:lnTo>
                    <a:pt x="4541" y="3725"/>
                  </a:lnTo>
                  <a:lnTo>
                    <a:pt x="4646" y="3787"/>
                  </a:lnTo>
                  <a:lnTo>
                    <a:pt x="4771" y="3725"/>
                  </a:lnTo>
                  <a:lnTo>
                    <a:pt x="4855" y="3641"/>
                  </a:lnTo>
                  <a:lnTo>
                    <a:pt x="4855" y="3432"/>
                  </a:lnTo>
                  <a:lnTo>
                    <a:pt x="4834" y="3348"/>
                  </a:lnTo>
                  <a:lnTo>
                    <a:pt x="4855" y="3243"/>
                  </a:lnTo>
                  <a:lnTo>
                    <a:pt x="4855" y="3160"/>
                  </a:lnTo>
                  <a:lnTo>
                    <a:pt x="4876" y="3034"/>
                  </a:lnTo>
                  <a:lnTo>
                    <a:pt x="4876" y="2950"/>
                  </a:lnTo>
                  <a:lnTo>
                    <a:pt x="4729" y="2846"/>
                  </a:lnTo>
                  <a:lnTo>
                    <a:pt x="4750" y="2804"/>
                  </a:lnTo>
                  <a:lnTo>
                    <a:pt x="4667" y="2741"/>
                  </a:lnTo>
                  <a:lnTo>
                    <a:pt x="4541" y="2741"/>
                  </a:lnTo>
                  <a:lnTo>
                    <a:pt x="4437" y="2616"/>
                  </a:lnTo>
                  <a:lnTo>
                    <a:pt x="4332" y="2532"/>
                  </a:lnTo>
                  <a:lnTo>
                    <a:pt x="4353" y="2469"/>
                  </a:lnTo>
                  <a:lnTo>
                    <a:pt x="4353" y="2281"/>
                  </a:lnTo>
                  <a:lnTo>
                    <a:pt x="4311" y="2155"/>
                  </a:lnTo>
                  <a:lnTo>
                    <a:pt x="4353" y="2072"/>
                  </a:lnTo>
                  <a:lnTo>
                    <a:pt x="4353" y="1988"/>
                  </a:lnTo>
                  <a:lnTo>
                    <a:pt x="4311" y="1862"/>
                  </a:lnTo>
                  <a:lnTo>
                    <a:pt x="4185" y="1758"/>
                  </a:lnTo>
                  <a:lnTo>
                    <a:pt x="3913" y="1570"/>
                  </a:lnTo>
                  <a:lnTo>
                    <a:pt x="3830" y="1423"/>
                  </a:lnTo>
                  <a:lnTo>
                    <a:pt x="3579" y="1339"/>
                  </a:lnTo>
                  <a:lnTo>
                    <a:pt x="3390" y="1381"/>
                  </a:lnTo>
                  <a:lnTo>
                    <a:pt x="3265" y="1653"/>
                  </a:lnTo>
                  <a:lnTo>
                    <a:pt x="3014" y="1674"/>
                  </a:lnTo>
                  <a:lnTo>
                    <a:pt x="2930" y="1549"/>
                  </a:lnTo>
                  <a:lnTo>
                    <a:pt x="2825" y="1549"/>
                  </a:lnTo>
                  <a:lnTo>
                    <a:pt x="2616" y="1444"/>
                  </a:lnTo>
                  <a:lnTo>
                    <a:pt x="2428" y="1528"/>
                  </a:lnTo>
                  <a:lnTo>
                    <a:pt x="2428" y="1653"/>
                  </a:lnTo>
                  <a:lnTo>
                    <a:pt x="2260" y="1674"/>
                  </a:lnTo>
                  <a:lnTo>
                    <a:pt x="2114" y="1758"/>
                  </a:lnTo>
                  <a:lnTo>
                    <a:pt x="2114" y="1465"/>
                  </a:lnTo>
                  <a:lnTo>
                    <a:pt x="2114" y="1256"/>
                  </a:lnTo>
                  <a:lnTo>
                    <a:pt x="2051" y="1130"/>
                  </a:lnTo>
                  <a:lnTo>
                    <a:pt x="2114" y="1025"/>
                  </a:lnTo>
                  <a:lnTo>
                    <a:pt x="2135" y="942"/>
                  </a:lnTo>
                  <a:lnTo>
                    <a:pt x="2051" y="837"/>
                  </a:lnTo>
                  <a:lnTo>
                    <a:pt x="2135" y="712"/>
                  </a:lnTo>
                  <a:lnTo>
                    <a:pt x="2114" y="607"/>
                  </a:lnTo>
                  <a:lnTo>
                    <a:pt x="1905" y="607"/>
                  </a:lnTo>
                  <a:lnTo>
                    <a:pt x="1821" y="691"/>
                  </a:lnTo>
                  <a:lnTo>
                    <a:pt x="1716" y="628"/>
                  </a:lnTo>
                  <a:lnTo>
                    <a:pt x="1633" y="502"/>
                  </a:lnTo>
                  <a:lnTo>
                    <a:pt x="1716" y="419"/>
                  </a:lnTo>
                  <a:lnTo>
                    <a:pt x="1696" y="230"/>
                  </a:lnTo>
                  <a:lnTo>
                    <a:pt x="1591" y="105"/>
                  </a:lnTo>
                  <a:lnTo>
                    <a:pt x="1424" y="126"/>
                  </a:lnTo>
                  <a:lnTo>
                    <a:pt x="1382" y="0"/>
                  </a:lnTo>
                  <a:close/>
                </a:path>
              </a:pathLst>
            </a:custGeom>
            <a:solidFill>
              <a:srgbClr val="5F7D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66" name="Google Shape;5966;p36"/>
            <p:cNvSpPr/>
            <p:nvPr/>
          </p:nvSpPr>
          <p:spPr>
            <a:xfrm>
              <a:off x="4375443" y="2948079"/>
              <a:ext cx="61050" cy="131125"/>
            </a:xfrm>
            <a:custGeom>
              <a:rect b="b" l="l" r="r" t="t"/>
              <a:pathLst>
                <a:path extrusionOk="0" h="11530" w="5127">
                  <a:moveTo>
                    <a:pt x="2407" y="0"/>
                  </a:moveTo>
                  <a:lnTo>
                    <a:pt x="2302" y="42"/>
                  </a:lnTo>
                  <a:lnTo>
                    <a:pt x="2344" y="63"/>
                  </a:lnTo>
                  <a:lnTo>
                    <a:pt x="2365" y="147"/>
                  </a:lnTo>
                  <a:lnTo>
                    <a:pt x="2260" y="251"/>
                  </a:lnTo>
                  <a:lnTo>
                    <a:pt x="2260" y="419"/>
                  </a:lnTo>
                  <a:lnTo>
                    <a:pt x="2281" y="523"/>
                  </a:lnTo>
                  <a:lnTo>
                    <a:pt x="2155" y="461"/>
                  </a:lnTo>
                  <a:lnTo>
                    <a:pt x="2072" y="377"/>
                  </a:lnTo>
                  <a:lnTo>
                    <a:pt x="1925" y="482"/>
                  </a:lnTo>
                  <a:lnTo>
                    <a:pt x="1716" y="544"/>
                  </a:lnTo>
                  <a:lnTo>
                    <a:pt x="1653" y="691"/>
                  </a:lnTo>
                  <a:lnTo>
                    <a:pt x="1528" y="858"/>
                  </a:lnTo>
                  <a:lnTo>
                    <a:pt x="1402" y="900"/>
                  </a:lnTo>
                  <a:lnTo>
                    <a:pt x="1214" y="1193"/>
                  </a:lnTo>
                  <a:lnTo>
                    <a:pt x="1193" y="1360"/>
                  </a:lnTo>
                  <a:lnTo>
                    <a:pt x="1235" y="1402"/>
                  </a:lnTo>
                  <a:lnTo>
                    <a:pt x="1151" y="1632"/>
                  </a:lnTo>
                  <a:lnTo>
                    <a:pt x="1005" y="1904"/>
                  </a:lnTo>
                  <a:lnTo>
                    <a:pt x="1005" y="2009"/>
                  </a:lnTo>
                  <a:lnTo>
                    <a:pt x="1130" y="2051"/>
                  </a:lnTo>
                  <a:lnTo>
                    <a:pt x="1005" y="2365"/>
                  </a:lnTo>
                  <a:lnTo>
                    <a:pt x="942" y="2616"/>
                  </a:lnTo>
                  <a:lnTo>
                    <a:pt x="879" y="2825"/>
                  </a:lnTo>
                  <a:lnTo>
                    <a:pt x="712" y="2825"/>
                  </a:lnTo>
                  <a:lnTo>
                    <a:pt x="607" y="2783"/>
                  </a:lnTo>
                  <a:lnTo>
                    <a:pt x="502" y="2783"/>
                  </a:lnTo>
                  <a:lnTo>
                    <a:pt x="565" y="3076"/>
                  </a:lnTo>
                  <a:lnTo>
                    <a:pt x="565" y="3202"/>
                  </a:lnTo>
                  <a:lnTo>
                    <a:pt x="565" y="3411"/>
                  </a:lnTo>
                  <a:lnTo>
                    <a:pt x="419" y="3411"/>
                  </a:lnTo>
                  <a:lnTo>
                    <a:pt x="440" y="3578"/>
                  </a:lnTo>
                  <a:lnTo>
                    <a:pt x="419" y="3704"/>
                  </a:lnTo>
                  <a:lnTo>
                    <a:pt x="440" y="3808"/>
                  </a:lnTo>
                  <a:lnTo>
                    <a:pt x="398" y="4018"/>
                  </a:lnTo>
                  <a:lnTo>
                    <a:pt x="314" y="4039"/>
                  </a:lnTo>
                  <a:lnTo>
                    <a:pt x="272" y="4018"/>
                  </a:lnTo>
                  <a:lnTo>
                    <a:pt x="251" y="4122"/>
                  </a:lnTo>
                  <a:lnTo>
                    <a:pt x="251" y="4206"/>
                  </a:lnTo>
                  <a:lnTo>
                    <a:pt x="251" y="4332"/>
                  </a:lnTo>
                  <a:lnTo>
                    <a:pt x="189" y="4457"/>
                  </a:lnTo>
                  <a:lnTo>
                    <a:pt x="147" y="4436"/>
                  </a:lnTo>
                  <a:lnTo>
                    <a:pt x="42" y="4562"/>
                  </a:lnTo>
                  <a:lnTo>
                    <a:pt x="0" y="4666"/>
                  </a:lnTo>
                  <a:lnTo>
                    <a:pt x="0" y="4729"/>
                  </a:lnTo>
                  <a:lnTo>
                    <a:pt x="84" y="4834"/>
                  </a:lnTo>
                  <a:lnTo>
                    <a:pt x="105" y="4980"/>
                  </a:lnTo>
                  <a:lnTo>
                    <a:pt x="377" y="5231"/>
                  </a:lnTo>
                  <a:lnTo>
                    <a:pt x="377" y="5231"/>
                  </a:lnTo>
                  <a:lnTo>
                    <a:pt x="314" y="5127"/>
                  </a:lnTo>
                  <a:lnTo>
                    <a:pt x="314" y="5064"/>
                  </a:lnTo>
                  <a:lnTo>
                    <a:pt x="398" y="5148"/>
                  </a:lnTo>
                  <a:lnTo>
                    <a:pt x="523" y="5148"/>
                  </a:lnTo>
                  <a:lnTo>
                    <a:pt x="419" y="5231"/>
                  </a:lnTo>
                  <a:lnTo>
                    <a:pt x="440" y="5273"/>
                  </a:lnTo>
                  <a:lnTo>
                    <a:pt x="565" y="5273"/>
                  </a:lnTo>
                  <a:lnTo>
                    <a:pt x="565" y="5189"/>
                  </a:lnTo>
                  <a:lnTo>
                    <a:pt x="586" y="5273"/>
                  </a:lnTo>
                  <a:lnTo>
                    <a:pt x="691" y="5273"/>
                  </a:lnTo>
                  <a:lnTo>
                    <a:pt x="733" y="5357"/>
                  </a:lnTo>
                  <a:lnTo>
                    <a:pt x="921" y="5399"/>
                  </a:lnTo>
                  <a:lnTo>
                    <a:pt x="1026" y="5566"/>
                  </a:lnTo>
                  <a:lnTo>
                    <a:pt x="1026" y="5671"/>
                  </a:lnTo>
                  <a:lnTo>
                    <a:pt x="942" y="5692"/>
                  </a:lnTo>
                  <a:lnTo>
                    <a:pt x="900" y="5608"/>
                  </a:lnTo>
                  <a:lnTo>
                    <a:pt x="816" y="5671"/>
                  </a:lnTo>
                  <a:lnTo>
                    <a:pt x="900" y="5754"/>
                  </a:lnTo>
                  <a:lnTo>
                    <a:pt x="921" y="5775"/>
                  </a:lnTo>
                  <a:lnTo>
                    <a:pt x="900" y="5796"/>
                  </a:lnTo>
                  <a:lnTo>
                    <a:pt x="795" y="5775"/>
                  </a:lnTo>
                  <a:lnTo>
                    <a:pt x="774" y="5671"/>
                  </a:lnTo>
                  <a:lnTo>
                    <a:pt x="670" y="5671"/>
                  </a:lnTo>
                  <a:lnTo>
                    <a:pt x="670" y="5712"/>
                  </a:lnTo>
                  <a:lnTo>
                    <a:pt x="795" y="5817"/>
                  </a:lnTo>
                  <a:lnTo>
                    <a:pt x="795" y="5880"/>
                  </a:lnTo>
                  <a:lnTo>
                    <a:pt x="900" y="6005"/>
                  </a:lnTo>
                  <a:lnTo>
                    <a:pt x="1109" y="6068"/>
                  </a:lnTo>
                  <a:lnTo>
                    <a:pt x="1088" y="5880"/>
                  </a:lnTo>
                  <a:lnTo>
                    <a:pt x="1026" y="5775"/>
                  </a:lnTo>
                  <a:lnTo>
                    <a:pt x="1151" y="5859"/>
                  </a:lnTo>
                  <a:lnTo>
                    <a:pt x="1151" y="5964"/>
                  </a:lnTo>
                  <a:lnTo>
                    <a:pt x="1214" y="6068"/>
                  </a:lnTo>
                  <a:lnTo>
                    <a:pt x="1298" y="6131"/>
                  </a:lnTo>
                  <a:lnTo>
                    <a:pt x="1319" y="6298"/>
                  </a:lnTo>
                  <a:lnTo>
                    <a:pt x="1402" y="6382"/>
                  </a:lnTo>
                  <a:lnTo>
                    <a:pt x="1360" y="6403"/>
                  </a:lnTo>
                  <a:lnTo>
                    <a:pt x="1402" y="6445"/>
                  </a:lnTo>
                  <a:lnTo>
                    <a:pt x="1465" y="6487"/>
                  </a:lnTo>
                  <a:lnTo>
                    <a:pt x="1465" y="6717"/>
                  </a:lnTo>
                  <a:lnTo>
                    <a:pt x="1570" y="6947"/>
                  </a:lnTo>
                  <a:lnTo>
                    <a:pt x="1632" y="7010"/>
                  </a:lnTo>
                  <a:lnTo>
                    <a:pt x="1486" y="7114"/>
                  </a:lnTo>
                  <a:lnTo>
                    <a:pt x="1402" y="7658"/>
                  </a:lnTo>
                  <a:lnTo>
                    <a:pt x="1444" y="7784"/>
                  </a:lnTo>
                  <a:lnTo>
                    <a:pt x="1423" y="7847"/>
                  </a:lnTo>
                  <a:lnTo>
                    <a:pt x="1444" y="7889"/>
                  </a:lnTo>
                  <a:lnTo>
                    <a:pt x="1528" y="7742"/>
                  </a:lnTo>
                  <a:lnTo>
                    <a:pt x="1653" y="7637"/>
                  </a:lnTo>
                  <a:lnTo>
                    <a:pt x="1716" y="7470"/>
                  </a:lnTo>
                  <a:lnTo>
                    <a:pt x="1716" y="7658"/>
                  </a:lnTo>
                  <a:lnTo>
                    <a:pt x="1549" y="7805"/>
                  </a:lnTo>
                  <a:lnTo>
                    <a:pt x="1549" y="7972"/>
                  </a:lnTo>
                  <a:lnTo>
                    <a:pt x="1632" y="7951"/>
                  </a:lnTo>
                  <a:lnTo>
                    <a:pt x="1632" y="7868"/>
                  </a:lnTo>
                  <a:lnTo>
                    <a:pt x="1779" y="7784"/>
                  </a:lnTo>
                  <a:lnTo>
                    <a:pt x="1863" y="7868"/>
                  </a:lnTo>
                  <a:lnTo>
                    <a:pt x="1925" y="7868"/>
                  </a:lnTo>
                  <a:lnTo>
                    <a:pt x="1925" y="7805"/>
                  </a:lnTo>
                  <a:lnTo>
                    <a:pt x="1946" y="7847"/>
                  </a:lnTo>
                  <a:lnTo>
                    <a:pt x="1988" y="7847"/>
                  </a:lnTo>
                  <a:lnTo>
                    <a:pt x="2009" y="7805"/>
                  </a:lnTo>
                  <a:lnTo>
                    <a:pt x="2135" y="7805"/>
                  </a:lnTo>
                  <a:lnTo>
                    <a:pt x="2365" y="7658"/>
                  </a:lnTo>
                  <a:lnTo>
                    <a:pt x="2386" y="7575"/>
                  </a:lnTo>
                  <a:lnTo>
                    <a:pt x="2448" y="7596"/>
                  </a:lnTo>
                  <a:lnTo>
                    <a:pt x="2511" y="7596"/>
                  </a:lnTo>
                  <a:lnTo>
                    <a:pt x="2658" y="7533"/>
                  </a:lnTo>
                  <a:lnTo>
                    <a:pt x="2574" y="7491"/>
                  </a:lnTo>
                  <a:lnTo>
                    <a:pt x="2574" y="7470"/>
                  </a:lnTo>
                  <a:lnTo>
                    <a:pt x="2511" y="7365"/>
                  </a:lnTo>
                  <a:lnTo>
                    <a:pt x="2574" y="7365"/>
                  </a:lnTo>
                  <a:lnTo>
                    <a:pt x="2616" y="7449"/>
                  </a:lnTo>
                  <a:lnTo>
                    <a:pt x="2720" y="7470"/>
                  </a:lnTo>
                  <a:lnTo>
                    <a:pt x="2888" y="7345"/>
                  </a:lnTo>
                  <a:lnTo>
                    <a:pt x="2867" y="7282"/>
                  </a:lnTo>
                  <a:lnTo>
                    <a:pt x="2909" y="7240"/>
                  </a:lnTo>
                  <a:lnTo>
                    <a:pt x="2909" y="7114"/>
                  </a:lnTo>
                  <a:lnTo>
                    <a:pt x="2867" y="7052"/>
                  </a:lnTo>
                  <a:lnTo>
                    <a:pt x="2867" y="7010"/>
                  </a:lnTo>
                  <a:lnTo>
                    <a:pt x="2888" y="6947"/>
                  </a:lnTo>
                  <a:lnTo>
                    <a:pt x="2804" y="6863"/>
                  </a:lnTo>
                  <a:lnTo>
                    <a:pt x="2909" y="6947"/>
                  </a:lnTo>
                  <a:lnTo>
                    <a:pt x="2909" y="7010"/>
                  </a:lnTo>
                  <a:lnTo>
                    <a:pt x="2992" y="7010"/>
                  </a:lnTo>
                  <a:lnTo>
                    <a:pt x="2992" y="7073"/>
                  </a:lnTo>
                  <a:lnTo>
                    <a:pt x="3118" y="7282"/>
                  </a:lnTo>
                  <a:lnTo>
                    <a:pt x="3181" y="7365"/>
                  </a:lnTo>
                  <a:lnTo>
                    <a:pt x="3202" y="7491"/>
                  </a:lnTo>
                  <a:lnTo>
                    <a:pt x="3306" y="7491"/>
                  </a:lnTo>
                  <a:lnTo>
                    <a:pt x="3390" y="7470"/>
                  </a:lnTo>
                  <a:lnTo>
                    <a:pt x="3411" y="7386"/>
                  </a:lnTo>
                  <a:lnTo>
                    <a:pt x="3411" y="7470"/>
                  </a:lnTo>
                  <a:lnTo>
                    <a:pt x="3390" y="7533"/>
                  </a:lnTo>
                  <a:lnTo>
                    <a:pt x="3432" y="7658"/>
                  </a:lnTo>
                  <a:lnTo>
                    <a:pt x="3432" y="7700"/>
                  </a:lnTo>
                  <a:lnTo>
                    <a:pt x="3411" y="7742"/>
                  </a:lnTo>
                  <a:lnTo>
                    <a:pt x="3432" y="7847"/>
                  </a:lnTo>
                  <a:lnTo>
                    <a:pt x="3495" y="7889"/>
                  </a:lnTo>
                  <a:lnTo>
                    <a:pt x="3536" y="8307"/>
                  </a:lnTo>
                  <a:lnTo>
                    <a:pt x="3578" y="8328"/>
                  </a:lnTo>
                  <a:lnTo>
                    <a:pt x="3578" y="8516"/>
                  </a:lnTo>
                  <a:lnTo>
                    <a:pt x="3725" y="8600"/>
                  </a:lnTo>
                  <a:lnTo>
                    <a:pt x="3704" y="8642"/>
                  </a:lnTo>
                  <a:lnTo>
                    <a:pt x="3704" y="8788"/>
                  </a:lnTo>
                  <a:lnTo>
                    <a:pt x="3767" y="8851"/>
                  </a:lnTo>
                  <a:lnTo>
                    <a:pt x="3767" y="9123"/>
                  </a:lnTo>
                  <a:lnTo>
                    <a:pt x="3829" y="9228"/>
                  </a:lnTo>
                  <a:lnTo>
                    <a:pt x="3829" y="9332"/>
                  </a:lnTo>
                  <a:lnTo>
                    <a:pt x="3850" y="9311"/>
                  </a:lnTo>
                  <a:lnTo>
                    <a:pt x="3871" y="9123"/>
                  </a:lnTo>
                  <a:lnTo>
                    <a:pt x="3955" y="9249"/>
                  </a:lnTo>
                  <a:lnTo>
                    <a:pt x="3976" y="9374"/>
                  </a:lnTo>
                  <a:lnTo>
                    <a:pt x="4059" y="9458"/>
                  </a:lnTo>
                  <a:lnTo>
                    <a:pt x="4080" y="9793"/>
                  </a:lnTo>
                  <a:lnTo>
                    <a:pt x="4164" y="9855"/>
                  </a:lnTo>
                  <a:lnTo>
                    <a:pt x="4185" y="9960"/>
                  </a:lnTo>
                  <a:lnTo>
                    <a:pt x="4143" y="10002"/>
                  </a:lnTo>
                  <a:lnTo>
                    <a:pt x="4164" y="10169"/>
                  </a:lnTo>
                  <a:lnTo>
                    <a:pt x="4227" y="10253"/>
                  </a:lnTo>
                  <a:lnTo>
                    <a:pt x="4290" y="10316"/>
                  </a:lnTo>
                  <a:lnTo>
                    <a:pt x="4227" y="10399"/>
                  </a:lnTo>
                  <a:lnTo>
                    <a:pt x="4269" y="10567"/>
                  </a:lnTo>
                  <a:lnTo>
                    <a:pt x="4248" y="10609"/>
                  </a:lnTo>
                  <a:lnTo>
                    <a:pt x="4227" y="10630"/>
                  </a:lnTo>
                  <a:lnTo>
                    <a:pt x="4185" y="10797"/>
                  </a:lnTo>
                  <a:lnTo>
                    <a:pt x="4227" y="10818"/>
                  </a:lnTo>
                  <a:lnTo>
                    <a:pt x="4227" y="10922"/>
                  </a:lnTo>
                  <a:lnTo>
                    <a:pt x="4143" y="11027"/>
                  </a:lnTo>
                  <a:lnTo>
                    <a:pt x="4101" y="11048"/>
                  </a:lnTo>
                  <a:lnTo>
                    <a:pt x="4059" y="11048"/>
                  </a:lnTo>
                  <a:lnTo>
                    <a:pt x="4059" y="11111"/>
                  </a:lnTo>
                  <a:lnTo>
                    <a:pt x="4101" y="11194"/>
                  </a:lnTo>
                  <a:lnTo>
                    <a:pt x="4101" y="11341"/>
                  </a:lnTo>
                  <a:lnTo>
                    <a:pt x="4164" y="11529"/>
                  </a:lnTo>
                  <a:lnTo>
                    <a:pt x="4185" y="11341"/>
                  </a:lnTo>
                  <a:lnTo>
                    <a:pt x="4248" y="11236"/>
                  </a:lnTo>
                  <a:lnTo>
                    <a:pt x="4248" y="11257"/>
                  </a:lnTo>
                  <a:lnTo>
                    <a:pt x="4269" y="11153"/>
                  </a:lnTo>
                  <a:lnTo>
                    <a:pt x="4332" y="11090"/>
                  </a:lnTo>
                  <a:lnTo>
                    <a:pt x="4332" y="10922"/>
                  </a:lnTo>
                  <a:lnTo>
                    <a:pt x="4457" y="10839"/>
                  </a:lnTo>
                  <a:lnTo>
                    <a:pt x="4583" y="10483"/>
                  </a:lnTo>
                  <a:lnTo>
                    <a:pt x="4666" y="10420"/>
                  </a:lnTo>
                  <a:lnTo>
                    <a:pt x="4666" y="10253"/>
                  </a:lnTo>
                  <a:lnTo>
                    <a:pt x="4583" y="10106"/>
                  </a:lnTo>
                  <a:lnTo>
                    <a:pt x="4604" y="9960"/>
                  </a:lnTo>
                  <a:lnTo>
                    <a:pt x="4562" y="9855"/>
                  </a:lnTo>
                  <a:lnTo>
                    <a:pt x="4541" y="9667"/>
                  </a:lnTo>
                  <a:lnTo>
                    <a:pt x="4457" y="9583"/>
                  </a:lnTo>
                  <a:lnTo>
                    <a:pt x="4478" y="9479"/>
                  </a:lnTo>
                  <a:lnTo>
                    <a:pt x="4457" y="9353"/>
                  </a:lnTo>
                  <a:lnTo>
                    <a:pt x="4478" y="9270"/>
                  </a:lnTo>
                  <a:lnTo>
                    <a:pt x="4436" y="9018"/>
                  </a:lnTo>
                  <a:lnTo>
                    <a:pt x="4269" y="8851"/>
                  </a:lnTo>
                  <a:lnTo>
                    <a:pt x="4080" y="8725"/>
                  </a:lnTo>
                  <a:lnTo>
                    <a:pt x="3934" y="8537"/>
                  </a:lnTo>
                  <a:lnTo>
                    <a:pt x="3934" y="8433"/>
                  </a:lnTo>
                  <a:lnTo>
                    <a:pt x="3850" y="8223"/>
                  </a:lnTo>
                  <a:lnTo>
                    <a:pt x="3955" y="8181"/>
                  </a:lnTo>
                  <a:lnTo>
                    <a:pt x="3976" y="8077"/>
                  </a:lnTo>
                  <a:lnTo>
                    <a:pt x="3934" y="7784"/>
                  </a:lnTo>
                  <a:lnTo>
                    <a:pt x="3955" y="7700"/>
                  </a:lnTo>
                  <a:lnTo>
                    <a:pt x="4059" y="7658"/>
                  </a:lnTo>
                  <a:lnTo>
                    <a:pt x="4059" y="7533"/>
                  </a:lnTo>
                  <a:lnTo>
                    <a:pt x="3934" y="7470"/>
                  </a:lnTo>
                  <a:lnTo>
                    <a:pt x="3934" y="7345"/>
                  </a:lnTo>
                  <a:lnTo>
                    <a:pt x="3850" y="7219"/>
                  </a:lnTo>
                  <a:lnTo>
                    <a:pt x="3767" y="7156"/>
                  </a:lnTo>
                  <a:lnTo>
                    <a:pt x="3620" y="6863"/>
                  </a:lnTo>
                  <a:lnTo>
                    <a:pt x="3495" y="6759"/>
                  </a:lnTo>
                  <a:lnTo>
                    <a:pt x="3432" y="6696"/>
                  </a:lnTo>
                  <a:lnTo>
                    <a:pt x="3348" y="6612"/>
                  </a:lnTo>
                  <a:lnTo>
                    <a:pt x="3243" y="6424"/>
                  </a:lnTo>
                  <a:lnTo>
                    <a:pt x="3181" y="6403"/>
                  </a:lnTo>
                  <a:lnTo>
                    <a:pt x="3181" y="6319"/>
                  </a:lnTo>
                  <a:lnTo>
                    <a:pt x="3306" y="6236"/>
                  </a:lnTo>
                  <a:lnTo>
                    <a:pt x="3411" y="6173"/>
                  </a:lnTo>
                  <a:lnTo>
                    <a:pt x="3390" y="6089"/>
                  </a:lnTo>
                  <a:lnTo>
                    <a:pt x="3390" y="5901"/>
                  </a:lnTo>
                  <a:lnTo>
                    <a:pt x="3453" y="5817"/>
                  </a:lnTo>
                  <a:lnTo>
                    <a:pt x="3432" y="5650"/>
                  </a:lnTo>
                  <a:lnTo>
                    <a:pt x="3515" y="5503"/>
                  </a:lnTo>
                  <a:lnTo>
                    <a:pt x="3746" y="5587"/>
                  </a:lnTo>
                  <a:lnTo>
                    <a:pt x="3871" y="5482"/>
                  </a:lnTo>
                  <a:lnTo>
                    <a:pt x="4018" y="5482"/>
                  </a:lnTo>
                  <a:lnTo>
                    <a:pt x="4039" y="5440"/>
                  </a:lnTo>
                  <a:lnTo>
                    <a:pt x="4039" y="5273"/>
                  </a:lnTo>
                  <a:lnTo>
                    <a:pt x="4101" y="5231"/>
                  </a:lnTo>
                  <a:lnTo>
                    <a:pt x="4269" y="5252"/>
                  </a:lnTo>
                  <a:lnTo>
                    <a:pt x="4290" y="5168"/>
                  </a:lnTo>
                  <a:lnTo>
                    <a:pt x="4248" y="5085"/>
                  </a:lnTo>
                  <a:lnTo>
                    <a:pt x="4248" y="5022"/>
                  </a:lnTo>
                  <a:lnTo>
                    <a:pt x="4373" y="4980"/>
                  </a:lnTo>
                  <a:lnTo>
                    <a:pt x="4541" y="4959"/>
                  </a:lnTo>
                  <a:lnTo>
                    <a:pt x="4562" y="4959"/>
                  </a:lnTo>
                  <a:lnTo>
                    <a:pt x="4604" y="4813"/>
                  </a:lnTo>
                  <a:lnTo>
                    <a:pt x="4666" y="4813"/>
                  </a:lnTo>
                  <a:lnTo>
                    <a:pt x="4792" y="4729"/>
                  </a:lnTo>
                  <a:lnTo>
                    <a:pt x="4750" y="4645"/>
                  </a:lnTo>
                  <a:lnTo>
                    <a:pt x="4792" y="4541"/>
                  </a:lnTo>
                  <a:lnTo>
                    <a:pt x="4813" y="4436"/>
                  </a:lnTo>
                  <a:lnTo>
                    <a:pt x="4980" y="4415"/>
                  </a:lnTo>
                  <a:lnTo>
                    <a:pt x="5085" y="4311"/>
                  </a:lnTo>
                  <a:lnTo>
                    <a:pt x="5127" y="4290"/>
                  </a:lnTo>
                  <a:lnTo>
                    <a:pt x="5127" y="4143"/>
                  </a:lnTo>
                  <a:lnTo>
                    <a:pt x="5022" y="4122"/>
                  </a:lnTo>
                  <a:lnTo>
                    <a:pt x="4771" y="4227"/>
                  </a:lnTo>
                  <a:lnTo>
                    <a:pt x="4624" y="4227"/>
                  </a:lnTo>
                  <a:lnTo>
                    <a:pt x="4562" y="4311"/>
                  </a:lnTo>
                  <a:lnTo>
                    <a:pt x="4436" y="4248"/>
                  </a:lnTo>
                  <a:lnTo>
                    <a:pt x="4394" y="4122"/>
                  </a:lnTo>
                  <a:lnTo>
                    <a:pt x="4436" y="3997"/>
                  </a:lnTo>
                  <a:lnTo>
                    <a:pt x="4352" y="3892"/>
                  </a:lnTo>
                  <a:lnTo>
                    <a:pt x="4269" y="3976"/>
                  </a:lnTo>
                  <a:lnTo>
                    <a:pt x="4227" y="3913"/>
                  </a:lnTo>
                  <a:lnTo>
                    <a:pt x="4039" y="3913"/>
                  </a:lnTo>
                  <a:lnTo>
                    <a:pt x="3955" y="3934"/>
                  </a:lnTo>
                  <a:lnTo>
                    <a:pt x="3934" y="3871"/>
                  </a:lnTo>
                  <a:lnTo>
                    <a:pt x="4039" y="3767"/>
                  </a:lnTo>
                  <a:lnTo>
                    <a:pt x="4185" y="3578"/>
                  </a:lnTo>
                  <a:lnTo>
                    <a:pt x="4164" y="3495"/>
                  </a:lnTo>
                  <a:lnTo>
                    <a:pt x="4227" y="3390"/>
                  </a:lnTo>
                  <a:lnTo>
                    <a:pt x="4227" y="3306"/>
                  </a:lnTo>
                  <a:lnTo>
                    <a:pt x="4101" y="3244"/>
                  </a:lnTo>
                  <a:lnTo>
                    <a:pt x="3955" y="3244"/>
                  </a:lnTo>
                  <a:lnTo>
                    <a:pt x="3934" y="3285"/>
                  </a:lnTo>
                  <a:lnTo>
                    <a:pt x="3871" y="3202"/>
                  </a:lnTo>
                  <a:lnTo>
                    <a:pt x="3913" y="3160"/>
                  </a:lnTo>
                  <a:lnTo>
                    <a:pt x="3767" y="3139"/>
                  </a:lnTo>
                  <a:lnTo>
                    <a:pt x="3704" y="3055"/>
                  </a:lnTo>
                  <a:lnTo>
                    <a:pt x="3725" y="2951"/>
                  </a:lnTo>
                  <a:lnTo>
                    <a:pt x="3704" y="2846"/>
                  </a:lnTo>
                  <a:lnTo>
                    <a:pt x="3557" y="2867"/>
                  </a:lnTo>
                  <a:lnTo>
                    <a:pt x="3495" y="2825"/>
                  </a:lnTo>
                  <a:lnTo>
                    <a:pt x="3515" y="2741"/>
                  </a:lnTo>
                  <a:lnTo>
                    <a:pt x="3495" y="2658"/>
                  </a:lnTo>
                  <a:lnTo>
                    <a:pt x="3223" y="2720"/>
                  </a:lnTo>
                  <a:lnTo>
                    <a:pt x="3097" y="2825"/>
                  </a:lnTo>
                  <a:lnTo>
                    <a:pt x="3034" y="2679"/>
                  </a:lnTo>
                  <a:lnTo>
                    <a:pt x="3055" y="2532"/>
                  </a:lnTo>
                  <a:lnTo>
                    <a:pt x="2992" y="2469"/>
                  </a:lnTo>
                  <a:lnTo>
                    <a:pt x="2930" y="2407"/>
                  </a:lnTo>
                  <a:lnTo>
                    <a:pt x="2825" y="2344"/>
                  </a:lnTo>
                  <a:lnTo>
                    <a:pt x="2825" y="2239"/>
                  </a:lnTo>
                  <a:lnTo>
                    <a:pt x="2888" y="2155"/>
                  </a:lnTo>
                  <a:lnTo>
                    <a:pt x="2825" y="2093"/>
                  </a:lnTo>
                  <a:lnTo>
                    <a:pt x="2888" y="2009"/>
                  </a:lnTo>
                  <a:lnTo>
                    <a:pt x="2971" y="1904"/>
                  </a:lnTo>
                  <a:lnTo>
                    <a:pt x="3034" y="1925"/>
                  </a:lnTo>
                  <a:lnTo>
                    <a:pt x="3097" y="1883"/>
                  </a:lnTo>
                  <a:lnTo>
                    <a:pt x="3034" y="1779"/>
                  </a:lnTo>
                  <a:lnTo>
                    <a:pt x="3055" y="1695"/>
                  </a:lnTo>
                  <a:lnTo>
                    <a:pt x="3118" y="1674"/>
                  </a:lnTo>
                  <a:lnTo>
                    <a:pt x="3139" y="1570"/>
                  </a:lnTo>
                  <a:lnTo>
                    <a:pt x="3243" y="1507"/>
                  </a:lnTo>
                  <a:lnTo>
                    <a:pt x="3285" y="1423"/>
                  </a:lnTo>
                  <a:lnTo>
                    <a:pt x="3285" y="1319"/>
                  </a:lnTo>
                  <a:lnTo>
                    <a:pt x="3306" y="1067"/>
                  </a:lnTo>
                  <a:lnTo>
                    <a:pt x="3285" y="900"/>
                  </a:lnTo>
                  <a:lnTo>
                    <a:pt x="3202" y="691"/>
                  </a:lnTo>
                  <a:lnTo>
                    <a:pt x="3202" y="544"/>
                  </a:lnTo>
                  <a:lnTo>
                    <a:pt x="3097" y="419"/>
                  </a:lnTo>
                  <a:lnTo>
                    <a:pt x="2992" y="419"/>
                  </a:lnTo>
                  <a:lnTo>
                    <a:pt x="2971" y="251"/>
                  </a:lnTo>
                  <a:lnTo>
                    <a:pt x="2825" y="147"/>
                  </a:lnTo>
                  <a:lnTo>
                    <a:pt x="2783" y="0"/>
                  </a:lnTo>
                  <a:lnTo>
                    <a:pt x="2616" y="0"/>
                  </a:lnTo>
                  <a:lnTo>
                    <a:pt x="2532" y="42"/>
                  </a:lnTo>
                  <a:lnTo>
                    <a:pt x="2407" y="0"/>
                  </a:lnTo>
                  <a:close/>
                </a:path>
              </a:pathLst>
            </a:custGeom>
            <a:solidFill>
              <a:srgbClr val="5F7D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67" name="Google Shape;5967;p36"/>
            <p:cNvSpPr/>
            <p:nvPr/>
          </p:nvSpPr>
          <p:spPr>
            <a:xfrm>
              <a:off x="4343054" y="2959975"/>
              <a:ext cx="35389" cy="43557"/>
            </a:xfrm>
            <a:custGeom>
              <a:rect b="b" l="l" r="r" t="t"/>
              <a:pathLst>
                <a:path extrusionOk="0" h="3830" w="2972">
                  <a:moveTo>
                    <a:pt x="209" y="1"/>
                  </a:moveTo>
                  <a:lnTo>
                    <a:pt x="189" y="63"/>
                  </a:lnTo>
                  <a:lnTo>
                    <a:pt x="147" y="63"/>
                  </a:lnTo>
                  <a:lnTo>
                    <a:pt x="147" y="147"/>
                  </a:lnTo>
                  <a:lnTo>
                    <a:pt x="189" y="210"/>
                  </a:lnTo>
                  <a:lnTo>
                    <a:pt x="147" y="356"/>
                  </a:lnTo>
                  <a:lnTo>
                    <a:pt x="21" y="482"/>
                  </a:lnTo>
                  <a:lnTo>
                    <a:pt x="0" y="628"/>
                  </a:lnTo>
                  <a:lnTo>
                    <a:pt x="293" y="733"/>
                  </a:lnTo>
                  <a:lnTo>
                    <a:pt x="398" y="670"/>
                  </a:lnTo>
                  <a:lnTo>
                    <a:pt x="523" y="691"/>
                  </a:lnTo>
                  <a:lnTo>
                    <a:pt x="502" y="754"/>
                  </a:lnTo>
                  <a:lnTo>
                    <a:pt x="544" y="900"/>
                  </a:lnTo>
                  <a:lnTo>
                    <a:pt x="481" y="963"/>
                  </a:lnTo>
                  <a:lnTo>
                    <a:pt x="398" y="942"/>
                  </a:lnTo>
                  <a:lnTo>
                    <a:pt x="314" y="984"/>
                  </a:lnTo>
                  <a:lnTo>
                    <a:pt x="272" y="1151"/>
                  </a:lnTo>
                  <a:lnTo>
                    <a:pt x="168" y="1172"/>
                  </a:lnTo>
                  <a:lnTo>
                    <a:pt x="168" y="1402"/>
                  </a:lnTo>
                  <a:lnTo>
                    <a:pt x="293" y="1570"/>
                  </a:lnTo>
                  <a:lnTo>
                    <a:pt x="419" y="1612"/>
                  </a:lnTo>
                  <a:lnTo>
                    <a:pt x="586" y="1800"/>
                  </a:lnTo>
                  <a:lnTo>
                    <a:pt x="586" y="1988"/>
                  </a:lnTo>
                  <a:lnTo>
                    <a:pt x="628" y="2114"/>
                  </a:lnTo>
                  <a:lnTo>
                    <a:pt x="607" y="2218"/>
                  </a:lnTo>
                  <a:lnTo>
                    <a:pt x="628" y="2407"/>
                  </a:lnTo>
                  <a:lnTo>
                    <a:pt x="816" y="2637"/>
                  </a:lnTo>
                  <a:lnTo>
                    <a:pt x="816" y="2783"/>
                  </a:lnTo>
                  <a:lnTo>
                    <a:pt x="837" y="2888"/>
                  </a:lnTo>
                  <a:lnTo>
                    <a:pt x="879" y="3076"/>
                  </a:lnTo>
                  <a:lnTo>
                    <a:pt x="921" y="3055"/>
                  </a:lnTo>
                  <a:lnTo>
                    <a:pt x="984" y="3160"/>
                  </a:lnTo>
                  <a:lnTo>
                    <a:pt x="1005" y="3202"/>
                  </a:lnTo>
                  <a:lnTo>
                    <a:pt x="1046" y="3202"/>
                  </a:lnTo>
                  <a:lnTo>
                    <a:pt x="1067" y="3139"/>
                  </a:lnTo>
                  <a:lnTo>
                    <a:pt x="1130" y="3097"/>
                  </a:lnTo>
                  <a:lnTo>
                    <a:pt x="1214" y="3160"/>
                  </a:lnTo>
                  <a:lnTo>
                    <a:pt x="1214" y="3181"/>
                  </a:lnTo>
                  <a:lnTo>
                    <a:pt x="1256" y="3160"/>
                  </a:lnTo>
                  <a:lnTo>
                    <a:pt x="1298" y="3055"/>
                  </a:lnTo>
                  <a:lnTo>
                    <a:pt x="1214" y="2930"/>
                  </a:lnTo>
                  <a:lnTo>
                    <a:pt x="1256" y="2888"/>
                  </a:lnTo>
                  <a:lnTo>
                    <a:pt x="1256" y="2783"/>
                  </a:lnTo>
                  <a:lnTo>
                    <a:pt x="1318" y="2721"/>
                  </a:lnTo>
                  <a:lnTo>
                    <a:pt x="1318" y="2742"/>
                  </a:lnTo>
                  <a:lnTo>
                    <a:pt x="1256" y="2951"/>
                  </a:lnTo>
                  <a:lnTo>
                    <a:pt x="1339" y="3055"/>
                  </a:lnTo>
                  <a:lnTo>
                    <a:pt x="1423" y="2930"/>
                  </a:lnTo>
                  <a:lnTo>
                    <a:pt x="1507" y="2888"/>
                  </a:lnTo>
                  <a:lnTo>
                    <a:pt x="1507" y="2888"/>
                  </a:lnTo>
                  <a:lnTo>
                    <a:pt x="1465" y="2951"/>
                  </a:lnTo>
                  <a:lnTo>
                    <a:pt x="1423" y="2972"/>
                  </a:lnTo>
                  <a:lnTo>
                    <a:pt x="1360" y="3076"/>
                  </a:lnTo>
                  <a:lnTo>
                    <a:pt x="1465" y="3139"/>
                  </a:lnTo>
                  <a:lnTo>
                    <a:pt x="1549" y="2951"/>
                  </a:lnTo>
                  <a:lnTo>
                    <a:pt x="1653" y="2930"/>
                  </a:lnTo>
                  <a:lnTo>
                    <a:pt x="1674" y="2762"/>
                  </a:lnTo>
                  <a:lnTo>
                    <a:pt x="1590" y="2637"/>
                  </a:lnTo>
                  <a:lnTo>
                    <a:pt x="1528" y="2616"/>
                  </a:lnTo>
                  <a:lnTo>
                    <a:pt x="1632" y="2553"/>
                  </a:lnTo>
                  <a:lnTo>
                    <a:pt x="1653" y="2511"/>
                  </a:lnTo>
                  <a:lnTo>
                    <a:pt x="1570" y="2365"/>
                  </a:lnTo>
                  <a:lnTo>
                    <a:pt x="1549" y="2156"/>
                  </a:lnTo>
                  <a:lnTo>
                    <a:pt x="1590" y="2344"/>
                  </a:lnTo>
                  <a:lnTo>
                    <a:pt x="1716" y="2449"/>
                  </a:lnTo>
                  <a:lnTo>
                    <a:pt x="1779" y="2428"/>
                  </a:lnTo>
                  <a:lnTo>
                    <a:pt x="1779" y="2470"/>
                  </a:lnTo>
                  <a:lnTo>
                    <a:pt x="1988" y="2574"/>
                  </a:lnTo>
                  <a:lnTo>
                    <a:pt x="2093" y="2511"/>
                  </a:lnTo>
                  <a:lnTo>
                    <a:pt x="2155" y="2532"/>
                  </a:lnTo>
                  <a:lnTo>
                    <a:pt x="2155" y="2470"/>
                  </a:lnTo>
                  <a:lnTo>
                    <a:pt x="2197" y="2470"/>
                  </a:lnTo>
                  <a:lnTo>
                    <a:pt x="2365" y="2888"/>
                  </a:lnTo>
                  <a:lnTo>
                    <a:pt x="2448" y="2951"/>
                  </a:lnTo>
                  <a:lnTo>
                    <a:pt x="2448" y="3034"/>
                  </a:lnTo>
                  <a:lnTo>
                    <a:pt x="2406" y="3160"/>
                  </a:lnTo>
                  <a:lnTo>
                    <a:pt x="2469" y="3181"/>
                  </a:lnTo>
                  <a:lnTo>
                    <a:pt x="2406" y="3348"/>
                  </a:lnTo>
                  <a:lnTo>
                    <a:pt x="2448" y="3369"/>
                  </a:lnTo>
                  <a:lnTo>
                    <a:pt x="2511" y="3306"/>
                  </a:lnTo>
                  <a:lnTo>
                    <a:pt x="2553" y="3265"/>
                  </a:lnTo>
                  <a:lnTo>
                    <a:pt x="2553" y="3265"/>
                  </a:lnTo>
                  <a:lnTo>
                    <a:pt x="2511" y="3369"/>
                  </a:lnTo>
                  <a:lnTo>
                    <a:pt x="2490" y="3411"/>
                  </a:lnTo>
                  <a:lnTo>
                    <a:pt x="2553" y="3495"/>
                  </a:lnTo>
                  <a:lnTo>
                    <a:pt x="2637" y="3620"/>
                  </a:lnTo>
                  <a:lnTo>
                    <a:pt x="2720" y="3830"/>
                  </a:lnTo>
                  <a:lnTo>
                    <a:pt x="2762" y="3830"/>
                  </a:lnTo>
                  <a:lnTo>
                    <a:pt x="2720" y="3683"/>
                  </a:lnTo>
                  <a:lnTo>
                    <a:pt x="2720" y="3620"/>
                  </a:lnTo>
                  <a:lnTo>
                    <a:pt x="2762" y="3516"/>
                  </a:lnTo>
                  <a:lnTo>
                    <a:pt x="2867" y="3390"/>
                  </a:lnTo>
                  <a:lnTo>
                    <a:pt x="2909" y="3411"/>
                  </a:lnTo>
                  <a:lnTo>
                    <a:pt x="2971" y="3286"/>
                  </a:lnTo>
                  <a:lnTo>
                    <a:pt x="2971" y="3160"/>
                  </a:lnTo>
                  <a:lnTo>
                    <a:pt x="2930" y="3139"/>
                  </a:lnTo>
                  <a:lnTo>
                    <a:pt x="2909" y="3076"/>
                  </a:lnTo>
                  <a:lnTo>
                    <a:pt x="2909" y="3034"/>
                  </a:lnTo>
                  <a:lnTo>
                    <a:pt x="2888" y="2972"/>
                  </a:lnTo>
                  <a:lnTo>
                    <a:pt x="2867" y="2888"/>
                  </a:lnTo>
                  <a:lnTo>
                    <a:pt x="2804" y="2742"/>
                  </a:lnTo>
                  <a:lnTo>
                    <a:pt x="2783" y="2511"/>
                  </a:lnTo>
                  <a:lnTo>
                    <a:pt x="2720" y="2428"/>
                  </a:lnTo>
                  <a:lnTo>
                    <a:pt x="2720" y="2302"/>
                  </a:lnTo>
                  <a:lnTo>
                    <a:pt x="2699" y="2135"/>
                  </a:lnTo>
                  <a:lnTo>
                    <a:pt x="2637" y="2051"/>
                  </a:lnTo>
                  <a:lnTo>
                    <a:pt x="2595" y="2009"/>
                  </a:lnTo>
                  <a:lnTo>
                    <a:pt x="2511" y="2009"/>
                  </a:lnTo>
                  <a:lnTo>
                    <a:pt x="2448" y="1946"/>
                  </a:lnTo>
                  <a:lnTo>
                    <a:pt x="2386" y="2009"/>
                  </a:lnTo>
                  <a:lnTo>
                    <a:pt x="2406" y="2051"/>
                  </a:lnTo>
                  <a:lnTo>
                    <a:pt x="2386" y="2114"/>
                  </a:lnTo>
                  <a:lnTo>
                    <a:pt x="2386" y="2156"/>
                  </a:lnTo>
                  <a:lnTo>
                    <a:pt x="2344" y="2239"/>
                  </a:lnTo>
                  <a:lnTo>
                    <a:pt x="2365" y="2302"/>
                  </a:lnTo>
                  <a:lnTo>
                    <a:pt x="2365" y="2365"/>
                  </a:lnTo>
                  <a:lnTo>
                    <a:pt x="2281" y="2365"/>
                  </a:lnTo>
                  <a:lnTo>
                    <a:pt x="2197" y="2260"/>
                  </a:lnTo>
                  <a:lnTo>
                    <a:pt x="2093" y="2156"/>
                  </a:lnTo>
                  <a:lnTo>
                    <a:pt x="2093" y="2114"/>
                  </a:lnTo>
                  <a:lnTo>
                    <a:pt x="2030" y="2051"/>
                  </a:lnTo>
                  <a:lnTo>
                    <a:pt x="1967" y="1905"/>
                  </a:lnTo>
                  <a:lnTo>
                    <a:pt x="1967" y="1821"/>
                  </a:lnTo>
                  <a:lnTo>
                    <a:pt x="2030" y="1800"/>
                  </a:lnTo>
                  <a:lnTo>
                    <a:pt x="2051" y="1716"/>
                  </a:lnTo>
                  <a:lnTo>
                    <a:pt x="2155" y="1633"/>
                  </a:lnTo>
                  <a:lnTo>
                    <a:pt x="2176" y="1695"/>
                  </a:lnTo>
                  <a:lnTo>
                    <a:pt x="2260" y="1695"/>
                  </a:lnTo>
                  <a:lnTo>
                    <a:pt x="2302" y="1633"/>
                  </a:lnTo>
                  <a:lnTo>
                    <a:pt x="2302" y="1570"/>
                  </a:lnTo>
                  <a:lnTo>
                    <a:pt x="2365" y="1528"/>
                  </a:lnTo>
                  <a:lnTo>
                    <a:pt x="2448" y="1319"/>
                  </a:lnTo>
                  <a:lnTo>
                    <a:pt x="2469" y="1193"/>
                  </a:lnTo>
                  <a:lnTo>
                    <a:pt x="2511" y="1068"/>
                  </a:lnTo>
                  <a:lnTo>
                    <a:pt x="2469" y="1047"/>
                  </a:lnTo>
                  <a:lnTo>
                    <a:pt x="2365" y="942"/>
                  </a:lnTo>
                  <a:lnTo>
                    <a:pt x="2302" y="963"/>
                  </a:lnTo>
                  <a:lnTo>
                    <a:pt x="2260" y="942"/>
                  </a:lnTo>
                  <a:lnTo>
                    <a:pt x="2176" y="942"/>
                  </a:lnTo>
                  <a:lnTo>
                    <a:pt x="1967" y="963"/>
                  </a:lnTo>
                  <a:lnTo>
                    <a:pt x="1779" y="942"/>
                  </a:lnTo>
                  <a:lnTo>
                    <a:pt x="1423" y="942"/>
                  </a:lnTo>
                  <a:lnTo>
                    <a:pt x="1298" y="879"/>
                  </a:lnTo>
                  <a:lnTo>
                    <a:pt x="1193" y="900"/>
                  </a:lnTo>
                  <a:lnTo>
                    <a:pt x="1067" y="858"/>
                  </a:lnTo>
                  <a:lnTo>
                    <a:pt x="1067" y="775"/>
                  </a:lnTo>
                  <a:lnTo>
                    <a:pt x="1026" y="649"/>
                  </a:lnTo>
                  <a:lnTo>
                    <a:pt x="1026" y="565"/>
                  </a:lnTo>
                  <a:lnTo>
                    <a:pt x="1005" y="440"/>
                  </a:lnTo>
                  <a:lnTo>
                    <a:pt x="921" y="314"/>
                  </a:lnTo>
                  <a:lnTo>
                    <a:pt x="879" y="314"/>
                  </a:lnTo>
                  <a:lnTo>
                    <a:pt x="837" y="356"/>
                  </a:lnTo>
                  <a:lnTo>
                    <a:pt x="733" y="314"/>
                  </a:lnTo>
                  <a:lnTo>
                    <a:pt x="691" y="252"/>
                  </a:lnTo>
                  <a:lnTo>
                    <a:pt x="607" y="168"/>
                  </a:lnTo>
                  <a:lnTo>
                    <a:pt x="544" y="168"/>
                  </a:lnTo>
                  <a:lnTo>
                    <a:pt x="523" y="252"/>
                  </a:lnTo>
                  <a:lnTo>
                    <a:pt x="607" y="314"/>
                  </a:lnTo>
                  <a:lnTo>
                    <a:pt x="544" y="335"/>
                  </a:lnTo>
                  <a:lnTo>
                    <a:pt x="419" y="314"/>
                  </a:lnTo>
                  <a:lnTo>
                    <a:pt x="356" y="210"/>
                  </a:lnTo>
                  <a:lnTo>
                    <a:pt x="356" y="147"/>
                  </a:lnTo>
                  <a:lnTo>
                    <a:pt x="272" y="42"/>
                  </a:lnTo>
                  <a:lnTo>
                    <a:pt x="209" y="1"/>
                  </a:lnTo>
                  <a:close/>
                </a:path>
              </a:pathLst>
            </a:custGeom>
            <a:solidFill>
              <a:srgbClr val="5F7D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68" name="Google Shape;5968;p36"/>
            <p:cNvSpPr/>
            <p:nvPr/>
          </p:nvSpPr>
          <p:spPr>
            <a:xfrm>
              <a:off x="3793178" y="2712975"/>
              <a:ext cx="26423" cy="30945"/>
            </a:xfrm>
            <a:custGeom>
              <a:rect b="b" l="l" r="r" t="t"/>
              <a:pathLst>
                <a:path extrusionOk="0" h="2721" w="2219">
                  <a:moveTo>
                    <a:pt x="1298" y="1"/>
                  </a:moveTo>
                  <a:lnTo>
                    <a:pt x="1152" y="168"/>
                  </a:lnTo>
                  <a:lnTo>
                    <a:pt x="984" y="231"/>
                  </a:lnTo>
                  <a:lnTo>
                    <a:pt x="880" y="231"/>
                  </a:lnTo>
                  <a:lnTo>
                    <a:pt x="817" y="336"/>
                  </a:lnTo>
                  <a:lnTo>
                    <a:pt x="754" y="482"/>
                  </a:lnTo>
                  <a:lnTo>
                    <a:pt x="649" y="545"/>
                  </a:lnTo>
                  <a:lnTo>
                    <a:pt x="524" y="545"/>
                  </a:lnTo>
                  <a:lnTo>
                    <a:pt x="357" y="649"/>
                  </a:lnTo>
                  <a:lnTo>
                    <a:pt x="315" y="629"/>
                  </a:lnTo>
                  <a:lnTo>
                    <a:pt x="231" y="629"/>
                  </a:lnTo>
                  <a:lnTo>
                    <a:pt x="210" y="754"/>
                  </a:lnTo>
                  <a:lnTo>
                    <a:pt x="126" y="838"/>
                  </a:lnTo>
                  <a:lnTo>
                    <a:pt x="189" y="901"/>
                  </a:lnTo>
                  <a:lnTo>
                    <a:pt x="231" y="859"/>
                  </a:lnTo>
                  <a:lnTo>
                    <a:pt x="357" y="1005"/>
                  </a:lnTo>
                  <a:lnTo>
                    <a:pt x="336" y="838"/>
                  </a:lnTo>
                  <a:lnTo>
                    <a:pt x="357" y="754"/>
                  </a:lnTo>
                  <a:lnTo>
                    <a:pt x="545" y="629"/>
                  </a:lnTo>
                  <a:lnTo>
                    <a:pt x="566" y="649"/>
                  </a:lnTo>
                  <a:lnTo>
                    <a:pt x="670" y="629"/>
                  </a:lnTo>
                  <a:lnTo>
                    <a:pt x="817" y="649"/>
                  </a:lnTo>
                  <a:lnTo>
                    <a:pt x="859" y="629"/>
                  </a:lnTo>
                  <a:lnTo>
                    <a:pt x="859" y="629"/>
                  </a:lnTo>
                  <a:cubicBezTo>
                    <a:pt x="859" y="649"/>
                    <a:pt x="838" y="649"/>
                    <a:pt x="838" y="691"/>
                  </a:cubicBezTo>
                  <a:lnTo>
                    <a:pt x="754" y="712"/>
                  </a:lnTo>
                  <a:lnTo>
                    <a:pt x="670" y="712"/>
                  </a:lnTo>
                  <a:lnTo>
                    <a:pt x="629" y="733"/>
                  </a:lnTo>
                  <a:lnTo>
                    <a:pt x="733" y="859"/>
                  </a:lnTo>
                  <a:lnTo>
                    <a:pt x="691" y="921"/>
                  </a:lnTo>
                  <a:lnTo>
                    <a:pt x="775" y="1026"/>
                  </a:lnTo>
                  <a:lnTo>
                    <a:pt x="775" y="1047"/>
                  </a:lnTo>
                  <a:lnTo>
                    <a:pt x="691" y="1026"/>
                  </a:lnTo>
                  <a:lnTo>
                    <a:pt x="587" y="1047"/>
                  </a:lnTo>
                  <a:lnTo>
                    <a:pt x="566" y="1005"/>
                  </a:lnTo>
                  <a:lnTo>
                    <a:pt x="629" y="942"/>
                  </a:lnTo>
                  <a:lnTo>
                    <a:pt x="566" y="838"/>
                  </a:lnTo>
                  <a:lnTo>
                    <a:pt x="545" y="838"/>
                  </a:lnTo>
                  <a:lnTo>
                    <a:pt x="461" y="963"/>
                  </a:lnTo>
                  <a:lnTo>
                    <a:pt x="524" y="1047"/>
                  </a:lnTo>
                  <a:lnTo>
                    <a:pt x="419" y="1131"/>
                  </a:lnTo>
                  <a:lnTo>
                    <a:pt x="336" y="1047"/>
                  </a:lnTo>
                  <a:lnTo>
                    <a:pt x="231" y="1047"/>
                  </a:lnTo>
                  <a:lnTo>
                    <a:pt x="147" y="1026"/>
                  </a:lnTo>
                  <a:lnTo>
                    <a:pt x="64" y="1110"/>
                  </a:lnTo>
                  <a:lnTo>
                    <a:pt x="210" y="1173"/>
                  </a:lnTo>
                  <a:lnTo>
                    <a:pt x="210" y="1277"/>
                  </a:lnTo>
                  <a:lnTo>
                    <a:pt x="126" y="1235"/>
                  </a:lnTo>
                  <a:lnTo>
                    <a:pt x="64" y="1256"/>
                  </a:lnTo>
                  <a:lnTo>
                    <a:pt x="105" y="1424"/>
                  </a:lnTo>
                  <a:lnTo>
                    <a:pt x="168" y="1465"/>
                  </a:lnTo>
                  <a:lnTo>
                    <a:pt x="168" y="1591"/>
                  </a:lnTo>
                  <a:lnTo>
                    <a:pt x="231" y="1675"/>
                  </a:lnTo>
                  <a:lnTo>
                    <a:pt x="64" y="1758"/>
                  </a:lnTo>
                  <a:lnTo>
                    <a:pt x="1" y="1905"/>
                  </a:lnTo>
                  <a:lnTo>
                    <a:pt x="64" y="1968"/>
                  </a:lnTo>
                  <a:lnTo>
                    <a:pt x="168" y="1905"/>
                  </a:lnTo>
                  <a:lnTo>
                    <a:pt x="315" y="2051"/>
                  </a:lnTo>
                  <a:lnTo>
                    <a:pt x="336" y="2219"/>
                  </a:lnTo>
                  <a:lnTo>
                    <a:pt x="273" y="2261"/>
                  </a:lnTo>
                  <a:lnTo>
                    <a:pt x="315" y="2323"/>
                  </a:lnTo>
                  <a:lnTo>
                    <a:pt x="461" y="2323"/>
                  </a:lnTo>
                  <a:lnTo>
                    <a:pt x="608" y="2533"/>
                  </a:lnTo>
                  <a:lnTo>
                    <a:pt x="649" y="2574"/>
                  </a:lnTo>
                  <a:lnTo>
                    <a:pt x="754" y="2533"/>
                  </a:lnTo>
                  <a:lnTo>
                    <a:pt x="775" y="2470"/>
                  </a:lnTo>
                  <a:lnTo>
                    <a:pt x="691" y="2386"/>
                  </a:lnTo>
                  <a:lnTo>
                    <a:pt x="649" y="2386"/>
                  </a:lnTo>
                  <a:lnTo>
                    <a:pt x="649" y="2302"/>
                  </a:lnTo>
                  <a:lnTo>
                    <a:pt x="733" y="2261"/>
                  </a:lnTo>
                  <a:lnTo>
                    <a:pt x="733" y="2177"/>
                  </a:lnTo>
                  <a:lnTo>
                    <a:pt x="670" y="2135"/>
                  </a:lnTo>
                  <a:lnTo>
                    <a:pt x="670" y="2072"/>
                  </a:lnTo>
                  <a:lnTo>
                    <a:pt x="754" y="2009"/>
                  </a:lnTo>
                  <a:cubicBezTo>
                    <a:pt x="775" y="2051"/>
                    <a:pt x="817" y="2093"/>
                    <a:pt x="838" y="2135"/>
                  </a:cubicBezTo>
                  <a:lnTo>
                    <a:pt x="838" y="2177"/>
                  </a:lnTo>
                  <a:lnTo>
                    <a:pt x="880" y="2302"/>
                  </a:lnTo>
                  <a:lnTo>
                    <a:pt x="984" y="2407"/>
                  </a:lnTo>
                  <a:lnTo>
                    <a:pt x="1089" y="2407"/>
                  </a:lnTo>
                  <a:lnTo>
                    <a:pt x="1152" y="2449"/>
                  </a:lnTo>
                  <a:lnTo>
                    <a:pt x="1256" y="2428"/>
                  </a:lnTo>
                  <a:cubicBezTo>
                    <a:pt x="1277" y="2428"/>
                    <a:pt x="1298" y="2428"/>
                    <a:pt x="1298" y="2407"/>
                  </a:cubicBezTo>
                  <a:cubicBezTo>
                    <a:pt x="1319" y="2407"/>
                    <a:pt x="1319" y="2428"/>
                    <a:pt x="1361" y="2428"/>
                  </a:cubicBezTo>
                  <a:lnTo>
                    <a:pt x="1361" y="2449"/>
                  </a:lnTo>
                  <a:lnTo>
                    <a:pt x="1298" y="2533"/>
                  </a:lnTo>
                  <a:lnTo>
                    <a:pt x="1319" y="2595"/>
                  </a:lnTo>
                  <a:lnTo>
                    <a:pt x="1382" y="2512"/>
                  </a:lnTo>
                  <a:lnTo>
                    <a:pt x="1403" y="2449"/>
                  </a:lnTo>
                  <a:cubicBezTo>
                    <a:pt x="1445" y="2491"/>
                    <a:pt x="1486" y="2512"/>
                    <a:pt x="1507" y="2553"/>
                  </a:cubicBezTo>
                  <a:lnTo>
                    <a:pt x="1507" y="2595"/>
                  </a:lnTo>
                  <a:lnTo>
                    <a:pt x="1465" y="2616"/>
                  </a:lnTo>
                  <a:lnTo>
                    <a:pt x="1507" y="2658"/>
                  </a:lnTo>
                  <a:lnTo>
                    <a:pt x="1675" y="2721"/>
                  </a:lnTo>
                  <a:lnTo>
                    <a:pt x="1821" y="2700"/>
                  </a:lnTo>
                  <a:lnTo>
                    <a:pt x="1884" y="2616"/>
                  </a:lnTo>
                  <a:lnTo>
                    <a:pt x="1905" y="2700"/>
                  </a:lnTo>
                  <a:lnTo>
                    <a:pt x="1926" y="2721"/>
                  </a:lnTo>
                  <a:lnTo>
                    <a:pt x="1926" y="2616"/>
                  </a:lnTo>
                  <a:lnTo>
                    <a:pt x="1968" y="2574"/>
                  </a:lnTo>
                  <a:cubicBezTo>
                    <a:pt x="2009" y="2533"/>
                    <a:pt x="2030" y="2512"/>
                    <a:pt x="2030" y="2470"/>
                  </a:cubicBezTo>
                  <a:lnTo>
                    <a:pt x="2093" y="2386"/>
                  </a:lnTo>
                  <a:lnTo>
                    <a:pt x="2177" y="2344"/>
                  </a:lnTo>
                  <a:lnTo>
                    <a:pt x="2135" y="2302"/>
                  </a:lnTo>
                  <a:lnTo>
                    <a:pt x="2072" y="2323"/>
                  </a:lnTo>
                  <a:lnTo>
                    <a:pt x="2009" y="2407"/>
                  </a:lnTo>
                  <a:lnTo>
                    <a:pt x="2009" y="2386"/>
                  </a:lnTo>
                  <a:cubicBezTo>
                    <a:pt x="1989" y="2344"/>
                    <a:pt x="1989" y="2344"/>
                    <a:pt x="1989" y="2323"/>
                  </a:cubicBezTo>
                  <a:lnTo>
                    <a:pt x="2009" y="2302"/>
                  </a:lnTo>
                  <a:lnTo>
                    <a:pt x="2009" y="2219"/>
                  </a:lnTo>
                  <a:lnTo>
                    <a:pt x="2135" y="2177"/>
                  </a:lnTo>
                  <a:lnTo>
                    <a:pt x="2198" y="2114"/>
                  </a:lnTo>
                  <a:lnTo>
                    <a:pt x="2177" y="2051"/>
                  </a:lnTo>
                  <a:lnTo>
                    <a:pt x="2072" y="1968"/>
                  </a:lnTo>
                  <a:lnTo>
                    <a:pt x="2072" y="1905"/>
                  </a:lnTo>
                  <a:lnTo>
                    <a:pt x="2198" y="1863"/>
                  </a:lnTo>
                  <a:lnTo>
                    <a:pt x="2219" y="1737"/>
                  </a:lnTo>
                  <a:lnTo>
                    <a:pt x="2219" y="1591"/>
                  </a:lnTo>
                  <a:lnTo>
                    <a:pt x="2198" y="1486"/>
                  </a:lnTo>
                  <a:lnTo>
                    <a:pt x="2072" y="1486"/>
                  </a:lnTo>
                  <a:lnTo>
                    <a:pt x="1905" y="1528"/>
                  </a:lnTo>
                  <a:lnTo>
                    <a:pt x="1863" y="1633"/>
                  </a:lnTo>
                  <a:lnTo>
                    <a:pt x="1905" y="1675"/>
                  </a:lnTo>
                  <a:lnTo>
                    <a:pt x="1989" y="1737"/>
                  </a:lnTo>
                  <a:lnTo>
                    <a:pt x="1989" y="1779"/>
                  </a:lnTo>
                  <a:lnTo>
                    <a:pt x="1926" y="1758"/>
                  </a:lnTo>
                  <a:lnTo>
                    <a:pt x="1905" y="1779"/>
                  </a:lnTo>
                  <a:lnTo>
                    <a:pt x="1800" y="1696"/>
                  </a:lnTo>
                  <a:lnTo>
                    <a:pt x="1800" y="1654"/>
                  </a:lnTo>
                  <a:lnTo>
                    <a:pt x="1758" y="1570"/>
                  </a:lnTo>
                  <a:lnTo>
                    <a:pt x="1696" y="1591"/>
                  </a:lnTo>
                  <a:lnTo>
                    <a:pt x="1654" y="1675"/>
                  </a:lnTo>
                  <a:lnTo>
                    <a:pt x="1570" y="1696"/>
                  </a:lnTo>
                  <a:lnTo>
                    <a:pt x="1591" y="1779"/>
                  </a:lnTo>
                  <a:lnTo>
                    <a:pt x="1654" y="1863"/>
                  </a:lnTo>
                  <a:lnTo>
                    <a:pt x="1654" y="1989"/>
                  </a:lnTo>
                  <a:lnTo>
                    <a:pt x="1717" y="2072"/>
                  </a:lnTo>
                  <a:lnTo>
                    <a:pt x="1800" y="2072"/>
                  </a:lnTo>
                  <a:lnTo>
                    <a:pt x="1926" y="2093"/>
                  </a:lnTo>
                  <a:lnTo>
                    <a:pt x="1968" y="2156"/>
                  </a:lnTo>
                  <a:lnTo>
                    <a:pt x="1905" y="2198"/>
                  </a:lnTo>
                  <a:lnTo>
                    <a:pt x="1968" y="2261"/>
                  </a:lnTo>
                  <a:cubicBezTo>
                    <a:pt x="1926" y="2281"/>
                    <a:pt x="1926" y="2323"/>
                    <a:pt x="1926" y="2365"/>
                  </a:cubicBezTo>
                  <a:lnTo>
                    <a:pt x="1905" y="2386"/>
                  </a:lnTo>
                  <a:lnTo>
                    <a:pt x="1863" y="2386"/>
                  </a:lnTo>
                  <a:lnTo>
                    <a:pt x="1779" y="2407"/>
                  </a:lnTo>
                  <a:lnTo>
                    <a:pt x="1675" y="2261"/>
                  </a:lnTo>
                  <a:lnTo>
                    <a:pt x="1612" y="2281"/>
                  </a:lnTo>
                  <a:cubicBezTo>
                    <a:pt x="1591" y="2261"/>
                    <a:pt x="1570" y="2261"/>
                    <a:pt x="1549" y="2219"/>
                  </a:cubicBezTo>
                  <a:lnTo>
                    <a:pt x="1549" y="2198"/>
                  </a:lnTo>
                  <a:lnTo>
                    <a:pt x="1465" y="2114"/>
                  </a:lnTo>
                  <a:lnTo>
                    <a:pt x="1465" y="2177"/>
                  </a:lnTo>
                  <a:cubicBezTo>
                    <a:pt x="1465" y="2177"/>
                    <a:pt x="1445" y="2177"/>
                    <a:pt x="1445" y="2156"/>
                  </a:cubicBezTo>
                  <a:cubicBezTo>
                    <a:pt x="1403" y="2156"/>
                    <a:pt x="1403" y="2156"/>
                    <a:pt x="1382" y="2177"/>
                  </a:cubicBezTo>
                  <a:lnTo>
                    <a:pt x="1403" y="2093"/>
                  </a:lnTo>
                  <a:lnTo>
                    <a:pt x="1382" y="2009"/>
                  </a:lnTo>
                  <a:lnTo>
                    <a:pt x="1298" y="1863"/>
                  </a:lnTo>
                  <a:lnTo>
                    <a:pt x="1235" y="1863"/>
                  </a:lnTo>
                  <a:lnTo>
                    <a:pt x="1089" y="1779"/>
                  </a:lnTo>
                  <a:lnTo>
                    <a:pt x="1026" y="1612"/>
                  </a:lnTo>
                  <a:lnTo>
                    <a:pt x="1047" y="1654"/>
                  </a:lnTo>
                  <a:lnTo>
                    <a:pt x="1173" y="1591"/>
                  </a:lnTo>
                  <a:lnTo>
                    <a:pt x="1173" y="1445"/>
                  </a:lnTo>
                  <a:lnTo>
                    <a:pt x="1131" y="1340"/>
                  </a:lnTo>
                  <a:lnTo>
                    <a:pt x="1193" y="1256"/>
                  </a:lnTo>
                  <a:lnTo>
                    <a:pt x="1298" y="1235"/>
                  </a:lnTo>
                  <a:lnTo>
                    <a:pt x="1382" y="1298"/>
                  </a:lnTo>
                  <a:lnTo>
                    <a:pt x="1445" y="1277"/>
                  </a:lnTo>
                  <a:lnTo>
                    <a:pt x="1486" y="1298"/>
                  </a:lnTo>
                  <a:lnTo>
                    <a:pt x="1507" y="1256"/>
                  </a:lnTo>
                  <a:lnTo>
                    <a:pt x="1549" y="1152"/>
                  </a:lnTo>
                  <a:lnTo>
                    <a:pt x="1445" y="1047"/>
                  </a:lnTo>
                  <a:lnTo>
                    <a:pt x="1382" y="1110"/>
                  </a:lnTo>
                  <a:lnTo>
                    <a:pt x="1256" y="1110"/>
                  </a:lnTo>
                  <a:lnTo>
                    <a:pt x="1193" y="1026"/>
                  </a:lnTo>
                  <a:lnTo>
                    <a:pt x="1152" y="921"/>
                  </a:lnTo>
                  <a:lnTo>
                    <a:pt x="1089" y="921"/>
                  </a:lnTo>
                  <a:lnTo>
                    <a:pt x="1152" y="859"/>
                  </a:lnTo>
                  <a:lnTo>
                    <a:pt x="1152" y="754"/>
                  </a:lnTo>
                  <a:lnTo>
                    <a:pt x="1131" y="754"/>
                  </a:lnTo>
                  <a:cubicBezTo>
                    <a:pt x="1131" y="733"/>
                    <a:pt x="1152" y="712"/>
                    <a:pt x="1152" y="691"/>
                  </a:cubicBezTo>
                  <a:lnTo>
                    <a:pt x="1173" y="691"/>
                  </a:lnTo>
                  <a:lnTo>
                    <a:pt x="1277" y="503"/>
                  </a:lnTo>
                  <a:lnTo>
                    <a:pt x="1256" y="377"/>
                  </a:lnTo>
                  <a:lnTo>
                    <a:pt x="1277" y="315"/>
                  </a:lnTo>
                  <a:lnTo>
                    <a:pt x="1256" y="210"/>
                  </a:lnTo>
                  <a:lnTo>
                    <a:pt x="1340" y="64"/>
                  </a:lnTo>
                  <a:lnTo>
                    <a:pt x="1298" y="1"/>
                  </a:lnTo>
                  <a:close/>
                </a:path>
              </a:pathLst>
            </a:custGeom>
            <a:solidFill>
              <a:srgbClr val="5F7D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69" name="Google Shape;5969;p36"/>
            <p:cNvSpPr/>
            <p:nvPr/>
          </p:nvSpPr>
          <p:spPr>
            <a:xfrm>
              <a:off x="3772256" y="2560208"/>
              <a:ext cx="138282" cy="153495"/>
            </a:xfrm>
            <a:custGeom>
              <a:rect b="b" l="l" r="r" t="t"/>
              <a:pathLst>
                <a:path extrusionOk="0" h="13497" w="11613">
                  <a:moveTo>
                    <a:pt x="9792" y="1"/>
                  </a:moveTo>
                  <a:lnTo>
                    <a:pt x="9709" y="64"/>
                  </a:lnTo>
                  <a:lnTo>
                    <a:pt x="9709" y="126"/>
                  </a:lnTo>
                  <a:lnTo>
                    <a:pt x="9792" y="231"/>
                  </a:lnTo>
                  <a:lnTo>
                    <a:pt x="9730" y="273"/>
                  </a:lnTo>
                  <a:lnTo>
                    <a:pt x="9688" y="273"/>
                  </a:lnTo>
                  <a:lnTo>
                    <a:pt x="9604" y="168"/>
                  </a:lnTo>
                  <a:lnTo>
                    <a:pt x="9541" y="231"/>
                  </a:lnTo>
                  <a:lnTo>
                    <a:pt x="9520" y="336"/>
                  </a:lnTo>
                  <a:lnTo>
                    <a:pt x="9541" y="357"/>
                  </a:lnTo>
                  <a:lnTo>
                    <a:pt x="9625" y="357"/>
                  </a:lnTo>
                  <a:lnTo>
                    <a:pt x="9688" y="419"/>
                  </a:lnTo>
                  <a:lnTo>
                    <a:pt x="9646" y="440"/>
                  </a:lnTo>
                  <a:lnTo>
                    <a:pt x="9604" y="482"/>
                  </a:lnTo>
                  <a:lnTo>
                    <a:pt x="9604" y="566"/>
                  </a:lnTo>
                  <a:lnTo>
                    <a:pt x="9520" y="587"/>
                  </a:lnTo>
                  <a:lnTo>
                    <a:pt x="9520" y="670"/>
                  </a:lnTo>
                  <a:lnTo>
                    <a:pt x="9541" y="691"/>
                  </a:lnTo>
                  <a:lnTo>
                    <a:pt x="9479" y="754"/>
                  </a:lnTo>
                  <a:lnTo>
                    <a:pt x="9520" y="859"/>
                  </a:lnTo>
                  <a:lnTo>
                    <a:pt x="9479" y="901"/>
                  </a:lnTo>
                  <a:lnTo>
                    <a:pt x="9416" y="859"/>
                  </a:lnTo>
                  <a:lnTo>
                    <a:pt x="9332" y="901"/>
                  </a:lnTo>
                  <a:lnTo>
                    <a:pt x="9332" y="942"/>
                  </a:lnTo>
                  <a:lnTo>
                    <a:pt x="9269" y="984"/>
                  </a:lnTo>
                  <a:lnTo>
                    <a:pt x="9228" y="880"/>
                  </a:lnTo>
                  <a:lnTo>
                    <a:pt x="9332" y="670"/>
                  </a:lnTo>
                  <a:lnTo>
                    <a:pt x="9269" y="649"/>
                  </a:lnTo>
                  <a:lnTo>
                    <a:pt x="9269" y="587"/>
                  </a:lnTo>
                  <a:lnTo>
                    <a:pt x="9311" y="545"/>
                  </a:lnTo>
                  <a:lnTo>
                    <a:pt x="9311" y="357"/>
                  </a:lnTo>
                  <a:lnTo>
                    <a:pt x="9290" y="315"/>
                  </a:lnTo>
                  <a:lnTo>
                    <a:pt x="9228" y="315"/>
                  </a:lnTo>
                  <a:lnTo>
                    <a:pt x="9102" y="545"/>
                  </a:lnTo>
                  <a:lnTo>
                    <a:pt x="9081" y="670"/>
                  </a:lnTo>
                  <a:lnTo>
                    <a:pt x="8956" y="880"/>
                  </a:lnTo>
                  <a:lnTo>
                    <a:pt x="8893" y="1005"/>
                  </a:lnTo>
                  <a:lnTo>
                    <a:pt x="8956" y="1068"/>
                  </a:lnTo>
                  <a:lnTo>
                    <a:pt x="8914" y="1193"/>
                  </a:lnTo>
                  <a:lnTo>
                    <a:pt x="8767" y="1361"/>
                  </a:lnTo>
                  <a:lnTo>
                    <a:pt x="8704" y="1382"/>
                  </a:lnTo>
                  <a:lnTo>
                    <a:pt x="8704" y="1298"/>
                  </a:lnTo>
                  <a:lnTo>
                    <a:pt x="8663" y="1214"/>
                  </a:lnTo>
                  <a:lnTo>
                    <a:pt x="8767" y="1068"/>
                  </a:lnTo>
                  <a:lnTo>
                    <a:pt x="8746" y="963"/>
                  </a:lnTo>
                  <a:lnTo>
                    <a:pt x="8788" y="880"/>
                  </a:lnTo>
                  <a:lnTo>
                    <a:pt x="8746" y="775"/>
                  </a:lnTo>
                  <a:lnTo>
                    <a:pt x="8893" y="587"/>
                  </a:lnTo>
                  <a:lnTo>
                    <a:pt x="8914" y="482"/>
                  </a:lnTo>
                  <a:lnTo>
                    <a:pt x="8956" y="461"/>
                  </a:lnTo>
                  <a:lnTo>
                    <a:pt x="8956" y="419"/>
                  </a:lnTo>
                  <a:lnTo>
                    <a:pt x="8851" y="419"/>
                  </a:lnTo>
                  <a:lnTo>
                    <a:pt x="8767" y="315"/>
                  </a:lnTo>
                  <a:lnTo>
                    <a:pt x="8704" y="336"/>
                  </a:lnTo>
                  <a:lnTo>
                    <a:pt x="8746" y="440"/>
                  </a:lnTo>
                  <a:lnTo>
                    <a:pt x="8663" y="482"/>
                  </a:lnTo>
                  <a:lnTo>
                    <a:pt x="8663" y="419"/>
                  </a:lnTo>
                  <a:lnTo>
                    <a:pt x="8579" y="336"/>
                  </a:lnTo>
                  <a:lnTo>
                    <a:pt x="8495" y="315"/>
                  </a:lnTo>
                  <a:lnTo>
                    <a:pt x="8432" y="336"/>
                  </a:lnTo>
                  <a:lnTo>
                    <a:pt x="8453" y="482"/>
                  </a:lnTo>
                  <a:lnTo>
                    <a:pt x="8391" y="545"/>
                  </a:lnTo>
                  <a:lnTo>
                    <a:pt x="8349" y="482"/>
                  </a:lnTo>
                  <a:lnTo>
                    <a:pt x="8286" y="461"/>
                  </a:lnTo>
                  <a:lnTo>
                    <a:pt x="8244" y="482"/>
                  </a:lnTo>
                  <a:lnTo>
                    <a:pt x="8265" y="545"/>
                  </a:lnTo>
                  <a:lnTo>
                    <a:pt x="8391" y="608"/>
                  </a:lnTo>
                  <a:lnTo>
                    <a:pt x="8432" y="733"/>
                  </a:lnTo>
                  <a:lnTo>
                    <a:pt x="8391" y="775"/>
                  </a:lnTo>
                  <a:lnTo>
                    <a:pt x="8349" y="691"/>
                  </a:lnTo>
                  <a:lnTo>
                    <a:pt x="8265" y="775"/>
                  </a:lnTo>
                  <a:lnTo>
                    <a:pt x="8265" y="838"/>
                  </a:lnTo>
                  <a:lnTo>
                    <a:pt x="8286" y="880"/>
                  </a:lnTo>
                  <a:lnTo>
                    <a:pt x="8265" y="901"/>
                  </a:lnTo>
                  <a:lnTo>
                    <a:pt x="8160" y="859"/>
                  </a:lnTo>
                  <a:lnTo>
                    <a:pt x="8119" y="859"/>
                  </a:lnTo>
                  <a:lnTo>
                    <a:pt x="8035" y="963"/>
                  </a:lnTo>
                  <a:lnTo>
                    <a:pt x="7951" y="1005"/>
                  </a:lnTo>
                  <a:lnTo>
                    <a:pt x="7951" y="1047"/>
                  </a:lnTo>
                  <a:lnTo>
                    <a:pt x="8014" y="1068"/>
                  </a:lnTo>
                  <a:lnTo>
                    <a:pt x="7909" y="1131"/>
                  </a:lnTo>
                  <a:lnTo>
                    <a:pt x="7868" y="1214"/>
                  </a:lnTo>
                  <a:lnTo>
                    <a:pt x="7972" y="1319"/>
                  </a:lnTo>
                  <a:lnTo>
                    <a:pt x="7909" y="1382"/>
                  </a:lnTo>
                  <a:lnTo>
                    <a:pt x="7972" y="1424"/>
                  </a:lnTo>
                  <a:lnTo>
                    <a:pt x="8035" y="1466"/>
                  </a:lnTo>
                  <a:lnTo>
                    <a:pt x="7972" y="1507"/>
                  </a:lnTo>
                  <a:lnTo>
                    <a:pt x="7847" y="1507"/>
                  </a:lnTo>
                  <a:lnTo>
                    <a:pt x="7805" y="1361"/>
                  </a:lnTo>
                  <a:lnTo>
                    <a:pt x="7742" y="1319"/>
                  </a:lnTo>
                  <a:lnTo>
                    <a:pt x="7805" y="1277"/>
                  </a:lnTo>
                  <a:lnTo>
                    <a:pt x="7721" y="1214"/>
                  </a:lnTo>
                  <a:lnTo>
                    <a:pt x="7491" y="1214"/>
                  </a:lnTo>
                  <a:lnTo>
                    <a:pt x="7303" y="1089"/>
                  </a:lnTo>
                  <a:lnTo>
                    <a:pt x="7240" y="1089"/>
                  </a:lnTo>
                  <a:lnTo>
                    <a:pt x="7198" y="1131"/>
                  </a:lnTo>
                  <a:lnTo>
                    <a:pt x="7177" y="1068"/>
                  </a:lnTo>
                  <a:lnTo>
                    <a:pt x="7072" y="1173"/>
                  </a:lnTo>
                  <a:lnTo>
                    <a:pt x="6968" y="1173"/>
                  </a:lnTo>
                  <a:lnTo>
                    <a:pt x="6968" y="1214"/>
                  </a:lnTo>
                  <a:lnTo>
                    <a:pt x="7093" y="1382"/>
                  </a:lnTo>
                  <a:lnTo>
                    <a:pt x="7177" y="1382"/>
                  </a:lnTo>
                  <a:lnTo>
                    <a:pt x="7219" y="1424"/>
                  </a:lnTo>
                  <a:lnTo>
                    <a:pt x="7344" y="1424"/>
                  </a:lnTo>
                  <a:lnTo>
                    <a:pt x="7303" y="1528"/>
                  </a:lnTo>
                  <a:lnTo>
                    <a:pt x="7303" y="1633"/>
                  </a:lnTo>
                  <a:lnTo>
                    <a:pt x="7407" y="1779"/>
                  </a:lnTo>
                  <a:lnTo>
                    <a:pt x="7386" y="1842"/>
                  </a:lnTo>
                  <a:lnTo>
                    <a:pt x="7303" y="1800"/>
                  </a:lnTo>
                  <a:lnTo>
                    <a:pt x="7219" y="1654"/>
                  </a:lnTo>
                  <a:lnTo>
                    <a:pt x="7114" y="1612"/>
                  </a:lnTo>
                  <a:lnTo>
                    <a:pt x="7072" y="1528"/>
                  </a:lnTo>
                  <a:lnTo>
                    <a:pt x="7031" y="1633"/>
                  </a:lnTo>
                  <a:lnTo>
                    <a:pt x="6968" y="1717"/>
                  </a:lnTo>
                  <a:lnTo>
                    <a:pt x="6926" y="1591"/>
                  </a:lnTo>
                  <a:lnTo>
                    <a:pt x="6863" y="1633"/>
                  </a:lnTo>
                  <a:lnTo>
                    <a:pt x="6863" y="1717"/>
                  </a:lnTo>
                  <a:lnTo>
                    <a:pt x="6759" y="1800"/>
                  </a:lnTo>
                  <a:lnTo>
                    <a:pt x="6759" y="1884"/>
                  </a:lnTo>
                  <a:lnTo>
                    <a:pt x="6884" y="1947"/>
                  </a:lnTo>
                  <a:lnTo>
                    <a:pt x="6926" y="2051"/>
                  </a:lnTo>
                  <a:lnTo>
                    <a:pt x="6821" y="2030"/>
                  </a:lnTo>
                  <a:lnTo>
                    <a:pt x="6779" y="1989"/>
                  </a:lnTo>
                  <a:lnTo>
                    <a:pt x="6696" y="2114"/>
                  </a:lnTo>
                  <a:lnTo>
                    <a:pt x="6675" y="2177"/>
                  </a:lnTo>
                  <a:lnTo>
                    <a:pt x="6549" y="2302"/>
                  </a:lnTo>
                  <a:lnTo>
                    <a:pt x="6549" y="2219"/>
                  </a:lnTo>
                  <a:lnTo>
                    <a:pt x="6654" y="2156"/>
                  </a:lnTo>
                  <a:lnTo>
                    <a:pt x="6591" y="2093"/>
                  </a:lnTo>
                  <a:lnTo>
                    <a:pt x="6696" y="1926"/>
                  </a:lnTo>
                  <a:lnTo>
                    <a:pt x="6612" y="1612"/>
                  </a:lnTo>
                  <a:lnTo>
                    <a:pt x="6549" y="1654"/>
                  </a:lnTo>
                  <a:lnTo>
                    <a:pt x="6403" y="1842"/>
                  </a:lnTo>
                  <a:lnTo>
                    <a:pt x="6403" y="2010"/>
                  </a:lnTo>
                  <a:lnTo>
                    <a:pt x="6445" y="2051"/>
                  </a:lnTo>
                  <a:lnTo>
                    <a:pt x="6340" y="2156"/>
                  </a:lnTo>
                  <a:lnTo>
                    <a:pt x="6340" y="2051"/>
                  </a:lnTo>
                  <a:lnTo>
                    <a:pt x="6382" y="1947"/>
                  </a:lnTo>
                  <a:lnTo>
                    <a:pt x="6340" y="1800"/>
                  </a:lnTo>
                  <a:lnTo>
                    <a:pt x="6277" y="1779"/>
                  </a:lnTo>
                  <a:lnTo>
                    <a:pt x="6173" y="1842"/>
                  </a:lnTo>
                  <a:lnTo>
                    <a:pt x="6089" y="1989"/>
                  </a:lnTo>
                  <a:lnTo>
                    <a:pt x="6152" y="2114"/>
                  </a:lnTo>
                  <a:lnTo>
                    <a:pt x="6152" y="2177"/>
                  </a:lnTo>
                  <a:lnTo>
                    <a:pt x="6298" y="2323"/>
                  </a:lnTo>
                  <a:lnTo>
                    <a:pt x="6340" y="2407"/>
                  </a:lnTo>
                  <a:lnTo>
                    <a:pt x="6277" y="2512"/>
                  </a:lnTo>
                  <a:lnTo>
                    <a:pt x="6235" y="2344"/>
                  </a:lnTo>
                  <a:lnTo>
                    <a:pt x="6131" y="2302"/>
                  </a:lnTo>
                  <a:lnTo>
                    <a:pt x="6047" y="2114"/>
                  </a:lnTo>
                  <a:lnTo>
                    <a:pt x="5984" y="2093"/>
                  </a:lnTo>
                  <a:lnTo>
                    <a:pt x="5859" y="2135"/>
                  </a:lnTo>
                  <a:lnTo>
                    <a:pt x="5838" y="2219"/>
                  </a:lnTo>
                  <a:lnTo>
                    <a:pt x="5984" y="2323"/>
                  </a:lnTo>
                  <a:lnTo>
                    <a:pt x="6047" y="2323"/>
                  </a:lnTo>
                  <a:lnTo>
                    <a:pt x="6089" y="2365"/>
                  </a:lnTo>
                  <a:lnTo>
                    <a:pt x="5984" y="2344"/>
                  </a:lnTo>
                  <a:lnTo>
                    <a:pt x="5880" y="2407"/>
                  </a:lnTo>
                  <a:lnTo>
                    <a:pt x="5963" y="2512"/>
                  </a:lnTo>
                  <a:lnTo>
                    <a:pt x="5838" y="2428"/>
                  </a:lnTo>
                  <a:lnTo>
                    <a:pt x="5838" y="2302"/>
                  </a:lnTo>
                  <a:lnTo>
                    <a:pt x="5775" y="2261"/>
                  </a:lnTo>
                  <a:lnTo>
                    <a:pt x="5754" y="2156"/>
                  </a:lnTo>
                  <a:lnTo>
                    <a:pt x="5712" y="2219"/>
                  </a:lnTo>
                  <a:lnTo>
                    <a:pt x="5671" y="2365"/>
                  </a:lnTo>
                  <a:lnTo>
                    <a:pt x="5733" y="2428"/>
                  </a:lnTo>
                  <a:lnTo>
                    <a:pt x="5712" y="2554"/>
                  </a:lnTo>
                  <a:lnTo>
                    <a:pt x="5629" y="2512"/>
                  </a:lnTo>
                  <a:lnTo>
                    <a:pt x="5545" y="2533"/>
                  </a:lnTo>
                  <a:lnTo>
                    <a:pt x="5419" y="2658"/>
                  </a:lnTo>
                  <a:lnTo>
                    <a:pt x="5440" y="2679"/>
                  </a:lnTo>
                  <a:lnTo>
                    <a:pt x="5524" y="2658"/>
                  </a:lnTo>
                  <a:lnTo>
                    <a:pt x="5608" y="2763"/>
                  </a:lnTo>
                  <a:lnTo>
                    <a:pt x="5503" y="2763"/>
                  </a:lnTo>
                  <a:lnTo>
                    <a:pt x="5440" y="2826"/>
                  </a:lnTo>
                  <a:lnTo>
                    <a:pt x="5503" y="2846"/>
                  </a:lnTo>
                  <a:lnTo>
                    <a:pt x="5461" y="2888"/>
                  </a:lnTo>
                  <a:lnTo>
                    <a:pt x="5357" y="2930"/>
                  </a:lnTo>
                  <a:lnTo>
                    <a:pt x="5357" y="2972"/>
                  </a:lnTo>
                  <a:lnTo>
                    <a:pt x="5399" y="2993"/>
                  </a:lnTo>
                  <a:lnTo>
                    <a:pt x="5336" y="2993"/>
                  </a:lnTo>
                  <a:lnTo>
                    <a:pt x="5294" y="2951"/>
                  </a:lnTo>
                  <a:lnTo>
                    <a:pt x="5210" y="2972"/>
                  </a:lnTo>
                  <a:lnTo>
                    <a:pt x="5127" y="3077"/>
                  </a:lnTo>
                  <a:lnTo>
                    <a:pt x="5147" y="3139"/>
                  </a:lnTo>
                  <a:lnTo>
                    <a:pt x="5127" y="3160"/>
                  </a:lnTo>
                  <a:lnTo>
                    <a:pt x="5022" y="3160"/>
                  </a:lnTo>
                  <a:lnTo>
                    <a:pt x="4938" y="3265"/>
                  </a:lnTo>
                  <a:lnTo>
                    <a:pt x="5043" y="3307"/>
                  </a:lnTo>
                  <a:lnTo>
                    <a:pt x="5315" y="3223"/>
                  </a:lnTo>
                  <a:lnTo>
                    <a:pt x="5357" y="3265"/>
                  </a:lnTo>
                  <a:lnTo>
                    <a:pt x="5461" y="3202"/>
                  </a:lnTo>
                  <a:lnTo>
                    <a:pt x="5524" y="3202"/>
                  </a:lnTo>
                  <a:lnTo>
                    <a:pt x="5524" y="3286"/>
                  </a:lnTo>
                  <a:lnTo>
                    <a:pt x="5461" y="3370"/>
                  </a:lnTo>
                  <a:lnTo>
                    <a:pt x="5440" y="3516"/>
                  </a:lnTo>
                  <a:lnTo>
                    <a:pt x="5419" y="3558"/>
                  </a:lnTo>
                  <a:lnTo>
                    <a:pt x="5357" y="3495"/>
                  </a:lnTo>
                  <a:lnTo>
                    <a:pt x="5336" y="3411"/>
                  </a:lnTo>
                  <a:lnTo>
                    <a:pt x="5252" y="3453"/>
                  </a:lnTo>
                  <a:lnTo>
                    <a:pt x="5210" y="3390"/>
                  </a:lnTo>
                  <a:lnTo>
                    <a:pt x="5106" y="3390"/>
                  </a:lnTo>
                  <a:lnTo>
                    <a:pt x="5127" y="3453"/>
                  </a:lnTo>
                  <a:lnTo>
                    <a:pt x="5106" y="3495"/>
                  </a:lnTo>
                  <a:lnTo>
                    <a:pt x="5022" y="3453"/>
                  </a:lnTo>
                  <a:lnTo>
                    <a:pt x="4938" y="3474"/>
                  </a:lnTo>
                  <a:lnTo>
                    <a:pt x="5043" y="3516"/>
                  </a:lnTo>
                  <a:lnTo>
                    <a:pt x="5085" y="3600"/>
                  </a:lnTo>
                  <a:lnTo>
                    <a:pt x="5022" y="3621"/>
                  </a:lnTo>
                  <a:lnTo>
                    <a:pt x="5001" y="3683"/>
                  </a:lnTo>
                  <a:lnTo>
                    <a:pt x="5001" y="3746"/>
                  </a:lnTo>
                  <a:lnTo>
                    <a:pt x="4980" y="3809"/>
                  </a:lnTo>
                  <a:lnTo>
                    <a:pt x="4938" y="3725"/>
                  </a:lnTo>
                  <a:lnTo>
                    <a:pt x="4938" y="3621"/>
                  </a:lnTo>
                  <a:lnTo>
                    <a:pt x="4875" y="3558"/>
                  </a:lnTo>
                  <a:lnTo>
                    <a:pt x="4792" y="3621"/>
                  </a:lnTo>
                  <a:lnTo>
                    <a:pt x="4708" y="3662"/>
                  </a:lnTo>
                  <a:lnTo>
                    <a:pt x="4666" y="3579"/>
                  </a:lnTo>
                  <a:lnTo>
                    <a:pt x="4687" y="3516"/>
                  </a:lnTo>
                  <a:lnTo>
                    <a:pt x="4624" y="3516"/>
                  </a:lnTo>
                  <a:lnTo>
                    <a:pt x="4520" y="3621"/>
                  </a:lnTo>
                  <a:lnTo>
                    <a:pt x="4603" y="3704"/>
                  </a:lnTo>
                  <a:lnTo>
                    <a:pt x="4729" y="3704"/>
                  </a:lnTo>
                  <a:lnTo>
                    <a:pt x="4834" y="3746"/>
                  </a:lnTo>
                  <a:lnTo>
                    <a:pt x="4792" y="3830"/>
                  </a:lnTo>
                  <a:lnTo>
                    <a:pt x="4583" y="3893"/>
                  </a:lnTo>
                  <a:lnTo>
                    <a:pt x="4520" y="3830"/>
                  </a:lnTo>
                  <a:lnTo>
                    <a:pt x="4457" y="3830"/>
                  </a:lnTo>
                  <a:lnTo>
                    <a:pt x="4394" y="3934"/>
                  </a:lnTo>
                  <a:lnTo>
                    <a:pt x="4478" y="4018"/>
                  </a:lnTo>
                  <a:lnTo>
                    <a:pt x="4394" y="4102"/>
                  </a:lnTo>
                  <a:lnTo>
                    <a:pt x="4478" y="4102"/>
                  </a:lnTo>
                  <a:lnTo>
                    <a:pt x="4583" y="3976"/>
                  </a:lnTo>
                  <a:lnTo>
                    <a:pt x="4687" y="3976"/>
                  </a:lnTo>
                  <a:lnTo>
                    <a:pt x="4729" y="4039"/>
                  </a:lnTo>
                  <a:lnTo>
                    <a:pt x="4583" y="4081"/>
                  </a:lnTo>
                  <a:lnTo>
                    <a:pt x="4562" y="4186"/>
                  </a:lnTo>
                  <a:lnTo>
                    <a:pt x="4603" y="4248"/>
                  </a:lnTo>
                  <a:lnTo>
                    <a:pt x="4729" y="4332"/>
                  </a:lnTo>
                  <a:lnTo>
                    <a:pt x="4729" y="4416"/>
                  </a:lnTo>
                  <a:lnTo>
                    <a:pt x="4666" y="4353"/>
                  </a:lnTo>
                  <a:lnTo>
                    <a:pt x="4583" y="4353"/>
                  </a:lnTo>
                  <a:lnTo>
                    <a:pt x="4499" y="4248"/>
                  </a:lnTo>
                  <a:lnTo>
                    <a:pt x="4457" y="4248"/>
                  </a:lnTo>
                  <a:lnTo>
                    <a:pt x="4373" y="4332"/>
                  </a:lnTo>
                  <a:lnTo>
                    <a:pt x="4457" y="4395"/>
                  </a:lnTo>
                  <a:lnTo>
                    <a:pt x="4352" y="4416"/>
                  </a:lnTo>
                  <a:lnTo>
                    <a:pt x="4248" y="4499"/>
                  </a:lnTo>
                  <a:lnTo>
                    <a:pt x="4248" y="4541"/>
                  </a:lnTo>
                  <a:lnTo>
                    <a:pt x="4352" y="4604"/>
                  </a:lnTo>
                  <a:lnTo>
                    <a:pt x="4457" y="4541"/>
                  </a:lnTo>
                  <a:lnTo>
                    <a:pt x="4499" y="4604"/>
                  </a:lnTo>
                  <a:lnTo>
                    <a:pt x="4603" y="4562"/>
                  </a:lnTo>
                  <a:lnTo>
                    <a:pt x="4624" y="4646"/>
                  </a:lnTo>
                  <a:lnTo>
                    <a:pt x="4708" y="4709"/>
                  </a:lnTo>
                  <a:lnTo>
                    <a:pt x="4708" y="4751"/>
                  </a:lnTo>
                  <a:lnTo>
                    <a:pt x="4562" y="4667"/>
                  </a:lnTo>
                  <a:lnTo>
                    <a:pt x="4415" y="4667"/>
                  </a:lnTo>
                  <a:lnTo>
                    <a:pt x="4373" y="4709"/>
                  </a:lnTo>
                  <a:lnTo>
                    <a:pt x="4206" y="4730"/>
                  </a:lnTo>
                  <a:lnTo>
                    <a:pt x="4206" y="4792"/>
                  </a:lnTo>
                  <a:lnTo>
                    <a:pt x="4143" y="4855"/>
                  </a:lnTo>
                  <a:lnTo>
                    <a:pt x="4080" y="4834"/>
                  </a:lnTo>
                  <a:lnTo>
                    <a:pt x="3955" y="4918"/>
                  </a:lnTo>
                  <a:lnTo>
                    <a:pt x="3871" y="4918"/>
                  </a:lnTo>
                  <a:lnTo>
                    <a:pt x="3850" y="4960"/>
                  </a:lnTo>
                  <a:lnTo>
                    <a:pt x="3955" y="4981"/>
                  </a:lnTo>
                  <a:lnTo>
                    <a:pt x="3997" y="5064"/>
                  </a:lnTo>
                  <a:lnTo>
                    <a:pt x="3934" y="5127"/>
                  </a:lnTo>
                  <a:lnTo>
                    <a:pt x="3871" y="5085"/>
                  </a:lnTo>
                  <a:lnTo>
                    <a:pt x="3850" y="5127"/>
                  </a:lnTo>
                  <a:lnTo>
                    <a:pt x="3934" y="5169"/>
                  </a:lnTo>
                  <a:lnTo>
                    <a:pt x="3892" y="5232"/>
                  </a:lnTo>
                  <a:lnTo>
                    <a:pt x="3787" y="5190"/>
                  </a:lnTo>
                  <a:lnTo>
                    <a:pt x="3766" y="5169"/>
                  </a:lnTo>
                  <a:lnTo>
                    <a:pt x="3746" y="5190"/>
                  </a:lnTo>
                  <a:lnTo>
                    <a:pt x="3829" y="5274"/>
                  </a:lnTo>
                  <a:lnTo>
                    <a:pt x="3766" y="5295"/>
                  </a:lnTo>
                  <a:lnTo>
                    <a:pt x="3787" y="5378"/>
                  </a:lnTo>
                  <a:lnTo>
                    <a:pt x="3850" y="5378"/>
                  </a:lnTo>
                  <a:lnTo>
                    <a:pt x="3787" y="5399"/>
                  </a:lnTo>
                  <a:lnTo>
                    <a:pt x="3725" y="5441"/>
                  </a:lnTo>
                  <a:lnTo>
                    <a:pt x="3662" y="5378"/>
                  </a:lnTo>
                  <a:lnTo>
                    <a:pt x="3662" y="5462"/>
                  </a:lnTo>
                  <a:lnTo>
                    <a:pt x="3641" y="5504"/>
                  </a:lnTo>
                  <a:lnTo>
                    <a:pt x="3683" y="5546"/>
                  </a:lnTo>
                  <a:lnTo>
                    <a:pt x="3850" y="5587"/>
                  </a:lnTo>
                  <a:lnTo>
                    <a:pt x="3871" y="5671"/>
                  </a:lnTo>
                  <a:lnTo>
                    <a:pt x="3934" y="5671"/>
                  </a:lnTo>
                  <a:lnTo>
                    <a:pt x="4039" y="5650"/>
                  </a:lnTo>
                  <a:lnTo>
                    <a:pt x="3955" y="5692"/>
                  </a:lnTo>
                  <a:lnTo>
                    <a:pt x="3955" y="5755"/>
                  </a:lnTo>
                  <a:lnTo>
                    <a:pt x="3850" y="5755"/>
                  </a:lnTo>
                  <a:lnTo>
                    <a:pt x="3829" y="5713"/>
                  </a:lnTo>
                  <a:lnTo>
                    <a:pt x="3662" y="5713"/>
                  </a:lnTo>
                  <a:lnTo>
                    <a:pt x="3557" y="5818"/>
                  </a:lnTo>
                  <a:lnTo>
                    <a:pt x="3578" y="5839"/>
                  </a:lnTo>
                  <a:lnTo>
                    <a:pt x="3683" y="5839"/>
                  </a:lnTo>
                  <a:lnTo>
                    <a:pt x="3725" y="5922"/>
                  </a:lnTo>
                  <a:lnTo>
                    <a:pt x="3766" y="5985"/>
                  </a:lnTo>
                  <a:lnTo>
                    <a:pt x="3766" y="6069"/>
                  </a:lnTo>
                  <a:lnTo>
                    <a:pt x="3683" y="6006"/>
                  </a:lnTo>
                  <a:lnTo>
                    <a:pt x="3641" y="6006"/>
                  </a:lnTo>
                  <a:lnTo>
                    <a:pt x="3578" y="6069"/>
                  </a:lnTo>
                  <a:lnTo>
                    <a:pt x="3578" y="6131"/>
                  </a:lnTo>
                  <a:lnTo>
                    <a:pt x="3557" y="6173"/>
                  </a:lnTo>
                  <a:lnTo>
                    <a:pt x="3620" y="6215"/>
                  </a:lnTo>
                  <a:lnTo>
                    <a:pt x="3641" y="6299"/>
                  </a:lnTo>
                  <a:lnTo>
                    <a:pt x="3578" y="6299"/>
                  </a:lnTo>
                  <a:lnTo>
                    <a:pt x="3515" y="6236"/>
                  </a:lnTo>
                  <a:lnTo>
                    <a:pt x="3474" y="6278"/>
                  </a:lnTo>
                  <a:lnTo>
                    <a:pt x="3474" y="6341"/>
                  </a:lnTo>
                  <a:lnTo>
                    <a:pt x="3578" y="6362"/>
                  </a:lnTo>
                  <a:lnTo>
                    <a:pt x="3578" y="6424"/>
                  </a:lnTo>
                  <a:lnTo>
                    <a:pt x="3578" y="6508"/>
                  </a:lnTo>
                  <a:lnTo>
                    <a:pt x="3453" y="6403"/>
                  </a:lnTo>
                  <a:lnTo>
                    <a:pt x="3411" y="6445"/>
                  </a:lnTo>
                  <a:lnTo>
                    <a:pt x="3411" y="6529"/>
                  </a:lnTo>
                  <a:lnTo>
                    <a:pt x="3432" y="6529"/>
                  </a:lnTo>
                  <a:lnTo>
                    <a:pt x="3432" y="6634"/>
                  </a:lnTo>
                  <a:lnTo>
                    <a:pt x="3474" y="6738"/>
                  </a:lnTo>
                  <a:lnTo>
                    <a:pt x="3536" y="6738"/>
                  </a:lnTo>
                  <a:lnTo>
                    <a:pt x="3578" y="6634"/>
                  </a:lnTo>
                  <a:lnTo>
                    <a:pt x="3641" y="6634"/>
                  </a:lnTo>
                  <a:lnTo>
                    <a:pt x="3578" y="6759"/>
                  </a:lnTo>
                  <a:lnTo>
                    <a:pt x="3536" y="6801"/>
                  </a:lnTo>
                  <a:lnTo>
                    <a:pt x="3432" y="6885"/>
                  </a:lnTo>
                  <a:lnTo>
                    <a:pt x="3348" y="6885"/>
                  </a:lnTo>
                  <a:lnTo>
                    <a:pt x="3264" y="6927"/>
                  </a:lnTo>
                  <a:lnTo>
                    <a:pt x="3264" y="6968"/>
                  </a:lnTo>
                  <a:lnTo>
                    <a:pt x="3202" y="7031"/>
                  </a:lnTo>
                  <a:lnTo>
                    <a:pt x="3118" y="7073"/>
                  </a:lnTo>
                  <a:lnTo>
                    <a:pt x="3202" y="7136"/>
                  </a:lnTo>
                  <a:lnTo>
                    <a:pt x="3160" y="7157"/>
                  </a:lnTo>
                  <a:lnTo>
                    <a:pt x="3013" y="7178"/>
                  </a:lnTo>
                  <a:lnTo>
                    <a:pt x="2950" y="7261"/>
                  </a:lnTo>
                  <a:lnTo>
                    <a:pt x="2950" y="7324"/>
                  </a:lnTo>
                  <a:lnTo>
                    <a:pt x="3055" y="7345"/>
                  </a:lnTo>
                  <a:lnTo>
                    <a:pt x="2992" y="7387"/>
                  </a:lnTo>
                  <a:lnTo>
                    <a:pt x="2930" y="7492"/>
                  </a:lnTo>
                  <a:lnTo>
                    <a:pt x="2846" y="7492"/>
                  </a:lnTo>
                  <a:lnTo>
                    <a:pt x="2825" y="7408"/>
                  </a:lnTo>
                  <a:lnTo>
                    <a:pt x="2783" y="7366"/>
                  </a:lnTo>
                  <a:lnTo>
                    <a:pt x="2741" y="7408"/>
                  </a:lnTo>
                  <a:lnTo>
                    <a:pt x="2678" y="7408"/>
                  </a:lnTo>
                  <a:lnTo>
                    <a:pt x="2699" y="7492"/>
                  </a:lnTo>
                  <a:lnTo>
                    <a:pt x="2637" y="7554"/>
                  </a:lnTo>
                  <a:lnTo>
                    <a:pt x="2637" y="7596"/>
                  </a:lnTo>
                  <a:lnTo>
                    <a:pt x="2678" y="7659"/>
                  </a:lnTo>
                  <a:lnTo>
                    <a:pt x="2532" y="7659"/>
                  </a:lnTo>
                  <a:lnTo>
                    <a:pt x="2490" y="7680"/>
                  </a:lnTo>
                  <a:lnTo>
                    <a:pt x="2490" y="7805"/>
                  </a:lnTo>
                  <a:lnTo>
                    <a:pt x="2386" y="7868"/>
                  </a:lnTo>
                  <a:lnTo>
                    <a:pt x="2406" y="7910"/>
                  </a:lnTo>
                  <a:lnTo>
                    <a:pt x="2386" y="8015"/>
                  </a:lnTo>
                  <a:lnTo>
                    <a:pt x="2302" y="8098"/>
                  </a:lnTo>
                  <a:lnTo>
                    <a:pt x="2197" y="8182"/>
                  </a:lnTo>
                  <a:lnTo>
                    <a:pt x="2218" y="8224"/>
                  </a:lnTo>
                  <a:lnTo>
                    <a:pt x="2365" y="8161"/>
                  </a:lnTo>
                  <a:lnTo>
                    <a:pt x="2406" y="8161"/>
                  </a:lnTo>
                  <a:lnTo>
                    <a:pt x="2406" y="8224"/>
                  </a:lnTo>
                  <a:lnTo>
                    <a:pt x="2323" y="8266"/>
                  </a:lnTo>
                  <a:lnTo>
                    <a:pt x="2323" y="8370"/>
                  </a:lnTo>
                  <a:lnTo>
                    <a:pt x="2386" y="8454"/>
                  </a:lnTo>
                  <a:lnTo>
                    <a:pt x="2511" y="8391"/>
                  </a:lnTo>
                  <a:lnTo>
                    <a:pt x="2637" y="8370"/>
                  </a:lnTo>
                  <a:lnTo>
                    <a:pt x="2804" y="8203"/>
                  </a:lnTo>
                  <a:lnTo>
                    <a:pt x="2804" y="8119"/>
                  </a:lnTo>
                  <a:lnTo>
                    <a:pt x="2720" y="8161"/>
                  </a:lnTo>
                  <a:lnTo>
                    <a:pt x="2804" y="8056"/>
                  </a:lnTo>
                  <a:lnTo>
                    <a:pt x="2825" y="7910"/>
                  </a:lnTo>
                  <a:lnTo>
                    <a:pt x="2846" y="7910"/>
                  </a:lnTo>
                  <a:lnTo>
                    <a:pt x="2909" y="7868"/>
                  </a:lnTo>
                  <a:lnTo>
                    <a:pt x="3013" y="7889"/>
                  </a:lnTo>
                  <a:lnTo>
                    <a:pt x="3055" y="7889"/>
                  </a:lnTo>
                  <a:lnTo>
                    <a:pt x="2909" y="7994"/>
                  </a:lnTo>
                  <a:lnTo>
                    <a:pt x="2909" y="8056"/>
                  </a:lnTo>
                  <a:lnTo>
                    <a:pt x="3055" y="8098"/>
                  </a:lnTo>
                  <a:lnTo>
                    <a:pt x="3013" y="8182"/>
                  </a:lnTo>
                  <a:lnTo>
                    <a:pt x="2930" y="8182"/>
                  </a:lnTo>
                  <a:lnTo>
                    <a:pt x="2783" y="8370"/>
                  </a:lnTo>
                  <a:lnTo>
                    <a:pt x="2888" y="8412"/>
                  </a:lnTo>
                  <a:lnTo>
                    <a:pt x="2804" y="8496"/>
                  </a:lnTo>
                  <a:lnTo>
                    <a:pt x="2825" y="8600"/>
                  </a:lnTo>
                  <a:lnTo>
                    <a:pt x="2720" y="8580"/>
                  </a:lnTo>
                  <a:lnTo>
                    <a:pt x="2637" y="8496"/>
                  </a:lnTo>
                  <a:lnTo>
                    <a:pt x="2511" y="8496"/>
                  </a:lnTo>
                  <a:lnTo>
                    <a:pt x="2427" y="8538"/>
                  </a:lnTo>
                  <a:lnTo>
                    <a:pt x="2427" y="8642"/>
                  </a:lnTo>
                  <a:lnTo>
                    <a:pt x="2365" y="8705"/>
                  </a:lnTo>
                  <a:lnTo>
                    <a:pt x="2260" y="8747"/>
                  </a:lnTo>
                  <a:lnTo>
                    <a:pt x="2260" y="8747"/>
                  </a:lnTo>
                  <a:lnTo>
                    <a:pt x="2323" y="8684"/>
                  </a:lnTo>
                  <a:lnTo>
                    <a:pt x="2386" y="8642"/>
                  </a:lnTo>
                  <a:lnTo>
                    <a:pt x="2302" y="8538"/>
                  </a:lnTo>
                  <a:lnTo>
                    <a:pt x="2302" y="8433"/>
                  </a:lnTo>
                  <a:lnTo>
                    <a:pt x="2218" y="8328"/>
                  </a:lnTo>
                  <a:lnTo>
                    <a:pt x="2155" y="8328"/>
                  </a:lnTo>
                  <a:lnTo>
                    <a:pt x="2093" y="8412"/>
                  </a:lnTo>
                  <a:lnTo>
                    <a:pt x="1988" y="8412"/>
                  </a:lnTo>
                  <a:lnTo>
                    <a:pt x="1988" y="8454"/>
                  </a:lnTo>
                  <a:lnTo>
                    <a:pt x="2155" y="8454"/>
                  </a:lnTo>
                  <a:lnTo>
                    <a:pt x="1988" y="8600"/>
                  </a:lnTo>
                  <a:lnTo>
                    <a:pt x="1883" y="8580"/>
                  </a:lnTo>
                  <a:lnTo>
                    <a:pt x="1800" y="8580"/>
                  </a:lnTo>
                  <a:lnTo>
                    <a:pt x="1695" y="8684"/>
                  </a:lnTo>
                  <a:lnTo>
                    <a:pt x="1758" y="8705"/>
                  </a:lnTo>
                  <a:lnTo>
                    <a:pt x="1842" y="8684"/>
                  </a:lnTo>
                  <a:lnTo>
                    <a:pt x="1862" y="8705"/>
                  </a:lnTo>
                  <a:lnTo>
                    <a:pt x="1737" y="8789"/>
                  </a:lnTo>
                  <a:lnTo>
                    <a:pt x="1674" y="8831"/>
                  </a:lnTo>
                  <a:lnTo>
                    <a:pt x="1632" y="8789"/>
                  </a:lnTo>
                  <a:lnTo>
                    <a:pt x="1549" y="8789"/>
                  </a:lnTo>
                  <a:lnTo>
                    <a:pt x="1549" y="8831"/>
                  </a:lnTo>
                  <a:lnTo>
                    <a:pt x="1674" y="8914"/>
                  </a:lnTo>
                  <a:lnTo>
                    <a:pt x="1800" y="8914"/>
                  </a:lnTo>
                  <a:lnTo>
                    <a:pt x="1779" y="8977"/>
                  </a:lnTo>
                  <a:lnTo>
                    <a:pt x="1862" y="9019"/>
                  </a:lnTo>
                  <a:lnTo>
                    <a:pt x="1842" y="9103"/>
                  </a:lnTo>
                  <a:lnTo>
                    <a:pt x="1695" y="9040"/>
                  </a:lnTo>
                  <a:lnTo>
                    <a:pt x="1695" y="8956"/>
                  </a:lnTo>
                  <a:lnTo>
                    <a:pt x="1590" y="8956"/>
                  </a:lnTo>
                  <a:lnTo>
                    <a:pt x="1486" y="8893"/>
                  </a:lnTo>
                  <a:lnTo>
                    <a:pt x="1465" y="8810"/>
                  </a:lnTo>
                  <a:lnTo>
                    <a:pt x="1444" y="8810"/>
                  </a:lnTo>
                  <a:lnTo>
                    <a:pt x="1423" y="8914"/>
                  </a:lnTo>
                  <a:lnTo>
                    <a:pt x="1528" y="9040"/>
                  </a:lnTo>
                  <a:lnTo>
                    <a:pt x="1632" y="9124"/>
                  </a:lnTo>
                  <a:lnTo>
                    <a:pt x="1695" y="9124"/>
                  </a:lnTo>
                  <a:lnTo>
                    <a:pt x="1758" y="9165"/>
                  </a:lnTo>
                  <a:lnTo>
                    <a:pt x="1653" y="9165"/>
                  </a:lnTo>
                  <a:lnTo>
                    <a:pt x="1486" y="9124"/>
                  </a:lnTo>
                  <a:lnTo>
                    <a:pt x="1360" y="8956"/>
                  </a:lnTo>
                  <a:lnTo>
                    <a:pt x="1277" y="8977"/>
                  </a:lnTo>
                  <a:lnTo>
                    <a:pt x="1214" y="8935"/>
                  </a:lnTo>
                  <a:lnTo>
                    <a:pt x="1067" y="8935"/>
                  </a:lnTo>
                  <a:lnTo>
                    <a:pt x="1026" y="8893"/>
                  </a:lnTo>
                  <a:lnTo>
                    <a:pt x="963" y="8935"/>
                  </a:lnTo>
                  <a:lnTo>
                    <a:pt x="1005" y="9019"/>
                  </a:lnTo>
                  <a:lnTo>
                    <a:pt x="942" y="9061"/>
                  </a:lnTo>
                  <a:lnTo>
                    <a:pt x="1026" y="9165"/>
                  </a:lnTo>
                  <a:lnTo>
                    <a:pt x="1214" y="9124"/>
                  </a:lnTo>
                  <a:lnTo>
                    <a:pt x="1235" y="9144"/>
                  </a:lnTo>
                  <a:lnTo>
                    <a:pt x="1151" y="9207"/>
                  </a:lnTo>
                  <a:lnTo>
                    <a:pt x="1214" y="9228"/>
                  </a:lnTo>
                  <a:lnTo>
                    <a:pt x="1339" y="9165"/>
                  </a:lnTo>
                  <a:lnTo>
                    <a:pt x="1423" y="9165"/>
                  </a:lnTo>
                  <a:lnTo>
                    <a:pt x="1381" y="9228"/>
                  </a:lnTo>
                  <a:lnTo>
                    <a:pt x="1214" y="9312"/>
                  </a:lnTo>
                  <a:lnTo>
                    <a:pt x="1151" y="9375"/>
                  </a:lnTo>
                  <a:lnTo>
                    <a:pt x="1026" y="9354"/>
                  </a:lnTo>
                  <a:lnTo>
                    <a:pt x="942" y="9228"/>
                  </a:lnTo>
                  <a:lnTo>
                    <a:pt x="900" y="9228"/>
                  </a:lnTo>
                  <a:lnTo>
                    <a:pt x="837" y="9270"/>
                  </a:lnTo>
                  <a:lnTo>
                    <a:pt x="753" y="9207"/>
                  </a:lnTo>
                  <a:lnTo>
                    <a:pt x="691" y="9249"/>
                  </a:lnTo>
                  <a:lnTo>
                    <a:pt x="628" y="9228"/>
                  </a:lnTo>
                  <a:lnTo>
                    <a:pt x="544" y="9270"/>
                  </a:lnTo>
                  <a:lnTo>
                    <a:pt x="586" y="9333"/>
                  </a:lnTo>
                  <a:lnTo>
                    <a:pt x="753" y="9354"/>
                  </a:lnTo>
                  <a:lnTo>
                    <a:pt x="858" y="9416"/>
                  </a:lnTo>
                  <a:lnTo>
                    <a:pt x="1005" y="9479"/>
                  </a:lnTo>
                  <a:lnTo>
                    <a:pt x="963" y="9584"/>
                  </a:lnTo>
                  <a:lnTo>
                    <a:pt x="1026" y="9668"/>
                  </a:lnTo>
                  <a:lnTo>
                    <a:pt x="921" y="9688"/>
                  </a:lnTo>
                  <a:lnTo>
                    <a:pt x="900" y="9668"/>
                  </a:lnTo>
                  <a:lnTo>
                    <a:pt x="900" y="9500"/>
                  </a:lnTo>
                  <a:lnTo>
                    <a:pt x="795" y="9479"/>
                  </a:lnTo>
                  <a:lnTo>
                    <a:pt x="691" y="9479"/>
                  </a:lnTo>
                  <a:lnTo>
                    <a:pt x="733" y="9563"/>
                  </a:lnTo>
                  <a:lnTo>
                    <a:pt x="712" y="9626"/>
                  </a:lnTo>
                  <a:lnTo>
                    <a:pt x="586" y="9542"/>
                  </a:lnTo>
                  <a:lnTo>
                    <a:pt x="481" y="9668"/>
                  </a:lnTo>
                  <a:lnTo>
                    <a:pt x="586" y="9730"/>
                  </a:lnTo>
                  <a:lnTo>
                    <a:pt x="502" y="9751"/>
                  </a:lnTo>
                  <a:lnTo>
                    <a:pt x="440" y="9772"/>
                  </a:lnTo>
                  <a:lnTo>
                    <a:pt x="398" y="9668"/>
                  </a:lnTo>
                  <a:lnTo>
                    <a:pt x="230" y="9647"/>
                  </a:lnTo>
                  <a:lnTo>
                    <a:pt x="293" y="9772"/>
                  </a:lnTo>
                  <a:lnTo>
                    <a:pt x="209" y="9793"/>
                  </a:lnTo>
                  <a:lnTo>
                    <a:pt x="189" y="9688"/>
                  </a:lnTo>
                  <a:lnTo>
                    <a:pt x="105" y="9626"/>
                  </a:lnTo>
                  <a:lnTo>
                    <a:pt x="63" y="9647"/>
                  </a:lnTo>
                  <a:lnTo>
                    <a:pt x="63" y="9688"/>
                  </a:lnTo>
                  <a:lnTo>
                    <a:pt x="168" y="9793"/>
                  </a:lnTo>
                  <a:lnTo>
                    <a:pt x="105" y="9856"/>
                  </a:lnTo>
                  <a:lnTo>
                    <a:pt x="168" y="9898"/>
                  </a:lnTo>
                  <a:lnTo>
                    <a:pt x="293" y="9877"/>
                  </a:lnTo>
                  <a:lnTo>
                    <a:pt x="481" y="9898"/>
                  </a:lnTo>
                  <a:lnTo>
                    <a:pt x="586" y="9981"/>
                  </a:lnTo>
                  <a:lnTo>
                    <a:pt x="733" y="9981"/>
                  </a:lnTo>
                  <a:lnTo>
                    <a:pt x="795" y="9940"/>
                  </a:lnTo>
                  <a:lnTo>
                    <a:pt x="858" y="9940"/>
                  </a:lnTo>
                  <a:lnTo>
                    <a:pt x="753" y="10023"/>
                  </a:lnTo>
                  <a:lnTo>
                    <a:pt x="607" y="10023"/>
                  </a:lnTo>
                  <a:lnTo>
                    <a:pt x="544" y="10065"/>
                  </a:lnTo>
                  <a:lnTo>
                    <a:pt x="377" y="9960"/>
                  </a:lnTo>
                  <a:lnTo>
                    <a:pt x="272" y="9981"/>
                  </a:lnTo>
                  <a:lnTo>
                    <a:pt x="209" y="9981"/>
                  </a:lnTo>
                  <a:lnTo>
                    <a:pt x="126" y="10023"/>
                  </a:lnTo>
                  <a:lnTo>
                    <a:pt x="0" y="10065"/>
                  </a:lnTo>
                  <a:lnTo>
                    <a:pt x="0" y="10107"/>
                  </a:lnTo>
                  <a:lnTo>
                    <a:pt x="189" y="10191"/>
                  </a:lnTo>
                  <a:lnTo>
                    <a:pt x="105" y="10274"/>
                  </a:lnTo>
                  <a:lnTo>
                    <a:pt x="209" y="10295"/>
                  </a:lnTo>
                  <a:lnTo>
                    <a:pt x="272" y="10253"/>
                  </a:lnTo>
                  <a:lnTo>
                    <a:pt x="419" y="10253"/>
                  </a:lnTo>
                  <a:lnTo>
                    <a:pt x="314" y="10316"/>
                  </a:lnTo>
                  <a:lnTo>
                    <a:pt x="126" y="10316"/>
                  </a:lnTo>
                  <a:lnTo>
                    <a:pt x="105" y="10358"/>
                  </a:lnTo>
                  <a:lnTo>
                    <a:pt x="63" y="10358"/>
                  </a:lnTo>
                  <a:lnTo>
                    <a:pt x="63" y="10379"/>
                  </a:lnTo>
                  <a:lnTo>
                    <a:pt x="126" y="10400"/>
                  </a:lnTo>
                  <a:lnTo>
                    <a:pt x="189" y="10400"/>
                  </a:lnTo>
                  <a:lnTo>
                    <a:pt x="105" y="10463"/>
                  </a:lnTo>
                  <a:lnTo>
                    <a:pt x="63" y="10484"/>
                  </a:lnTo>
                  <a:lnTo>
                    <a:pt x="63" y="10525"/>
                  </a:lnTo>
                  <a:lnTo>
                    <a:pt x="105" y="10546"/>
                  </a:lnTo>
                  <a:lnTo>
                    <a:pt x="168" y="10630"/>
                  </a:lnTo>
                  <a:lnTo>
                    <a:pt x="293" y="10630"/>
                  </a:lnTo>
                  <a:lnTo>
                    <a:pt x="335" y="10588"/>
                  </a:lnTo>
                  <a:lnTo>
                    <a:pt x="523" y="10546"/>
                  </a:lnTo>
                  <a:lnTo>
                    <a:pt x="649" y="10588"/>
                  </a:lnTo>
                  <a:lnTo>
                    <a:pt x="691" y="10609"/>
                  </a:lnTo>
                  <a:lnTo>
                    <a:pt x="753" y="10546"/>
                  </a:lnTo>
                  <a:lnTo>
                    <a:pt x="753" y="10484"/>
                  </a:lnTo>
                  <a:lnTo>
                    <a:pt x="837" y="10463"/>
                  </a:lnTo>
                  <a:lnTo>
                    <a:pt x="858" y="10525"/>
                  </a:lnTo>
                  <a:lnTo>
                    <a:pt x="963" y="10525"/>
                  </a:lnTo>
                  <a:lnTo>
                    <a:pt x="1067" y="10421"/>
                  </a:lnTo>
                  <a:lnTo>
                    <a:pt x="1130" y="10463"/>
                  </a:lnTo>
                  <a:lnTo>
                    <a:pt x="1130" y="10505"/>
                  </a:lnTo>
                  <a:lnTo>
                    <a:pt x="1046" y="10525"/>
                  </a:lnTo>
                  <a:lnTo>
                    <a:pt x="1151" y="10588"/>
                  </a:lnTo>
                  <a:lnTo>
                    <a:pt x="1214" y="10525"/>
                  </a:lnTo>
                  <a:lnTo>
                    <a:pt x="1214" y="10463"/>
                  </a:lnTo>
                  <a:lnTo>
                    <a:pt x="1277" y="10358"/>
                  </a:lnTo>
                  <a:lnTo>
                    <a:pt x="1256" y="10421"/>
                  </a:lnTo>
                  <a:lnTo>
                    <a:pt x="1339" y="10525"/>
                  </a:lnTo>
                  <a:lnTo>
                    <a:pt x="1277" y="10609"/>
                  </a:lnTo>
                  <a:lnTo>
                    <a:pt x="1130" y="10672"/>
                  </a:lnTo>
                  <a:lnTo>
                    <a:pt x="1046" y="10714"/>
                  </a:lnTo>
                  <a:lnTo>
                    <a:pt x="1109" y="10735"/>
                  </a:lnTo>
                  <a:lnTo>
                    <a:pt x="1046" y="10839"/>
                  </a:lnTo>
                  <a:lnTo>
                    <a:pt x="921" y="10839"/>
                  </a:lnTo>
                  <a:lnTo>
                    <a:pt x="921" y="10797"/>
                  </a:lnTo>
                  <a:lnTo>
                    <a:pt x="963" y="10735"/>
                  </a:lnTo>
                  <a:lnTo>
                    <a:pt x="942" y="10630"/>
                  </a:lnTo>
                  <a:lnTo>
                    <a:pt x="837" y="10609"/>
                  </a:lnTo>
                  <a:lnTo>
                    <a:pt x="733" y="10735"/>
                  </a:lnTo>
                  <a:lnTo>
                    <a:pt x="712" y="10797"/>
                  </a:lnTo>
                  <a:lnTo>
                    <a:pt x="628" y="10693"/>
                  </a:lnTo>
                  <a:lnTo>
                    <a:pt x="523" y="10672"/>
                  </a:lnTo>
                  <a:lnTo>
                    <a:pt x="419" y="10693"/>
                  </a:lnTo>
                  <a:lnTo>
                    <a:pt x="335" y="10672"/>
                  </a:lnTo>
                  <a:lnTo>
                    <a:pt x="209" y="10735"/>
                  </a:lnTo>
                  <a:lnTo>
                    <a:pt x="126" y="10735"/>
                  </a:lnTo>
                  <a:lnTo>
                    <a:pt x="63" y="10693"/>
                  </a:lnTo>
                  <a:lnTo>
                    <a:pt x="21" y="10693"/>
                  </a:lnTo>
                  <a:lnTo>
                    <a:pt x="63" y="10797"/>
                  </a:lnTo>
                  <a:lnTo>
                    <a:pt x="21" y="10839"/>
                  </a:lnTo>
                  <a:lnTo>
                    <a:pt x="84" y="10902"/>
                  </a:lnTo>
                  <a:lnTo>
                    <a:pt x="168" y="10881"/>
                  </a:lnTo>
                  <a:lnTo>
                    <a:pt x="209" y="10818"/>
                  </a:lnTo>
                  <a:lnTo>
                    <a:pt x="293" y="10818"/>
                  </a:lnTo>
                  <a:lnTo>
                    <a:pt x="209" y="10902"/>
                  </a:lnTo>
                  <a:lnTo>
                    <a:pt x="209" y="11007"/>
                  </a:lnTo>
                  <a:lnTo>
                    <a:pt x="168" y="11049"/>
                  </a:lnTo>
                  <a:lnTo>
                    <a:pt x="84" y="11007"/>
                  </a:lnTo>
                  <a:lnTo>
                    <a:pt x="126" y="11132"/>
                  </a:lnTo>
                  <a:lnTo>
                    <a:pt x="189" y="11195"/>
                  </a:lnTo>
                  <a:lnTo>
                    <a:pt x="335" y="11007"/>
                  </a:lnTo>
                  <a:lnTo>
                    <a:pt x="481" y="11049"/>
                  </a:lnTo>
                  <a:lnTo>
                    <a:pt x="419" y="11111"/>
                  </a:lnTo>
                  <a:lnTo>
                    <a:pt x="419" y="11195"/>
                  </a:lnTo>
                  <a:lnTo>
                    <a:pt x="293" y="11258"/>
                  </a:lnTo>
                  <a:lnTo>
                    <a:pt x="314" y="11300"/>
                  </a:lnTo>
                  <a:lnTo>
                    <a:pt x="398" y="11321"/>
                  </a:lnTo>
                  <a:lnTo>
                    <a:pt x="377" y="11404"/>
                  </a:lnTo>
                  <a:lnTo>
                    <a:pt x="419" y="11467"/>
                  </a:lnTo>
                  <a:lnTo>
                    <a:pt x="377" y="11572"/>
                  </a:lnTo>
                  <a:lnTo>
                    <a:pt x="419" y="11572"/>
                  </a:lnTo>
                  <a:lnTo>
                    <a:pt x="502" y="11446"/>
                  </a:lnTo>
                  <a:lnTo>
                    <a:pt x="586" y="11425"/>
                  </a:lnTo>
                  <a:lnTo>
                    <a:pt x="607" y="11300"/>
                  </a:lnTo>
                  <a:lnTo>
                    <a:pt x="816" y="11216"/>
                  </a:lnTo>
                  <a:lnTo>
                    <a:pt x="921" y="11216"/>
                  </a:lnTo>
                  <a:lnTo>
                    <a:pt x="1005" y="11195"/>
                  </a:lnTo>
                  <a:lnTo>
                    <a:pt x="942" y="11237"/>
                  </a:lnTo>
                  <a:lnTo>
                    <a:pt x="837" y="11321"/>
                  </a:lnTo>
                  <a:lnTo>
                    <a:pt x="837" y="11446"/>
                  </a:lnTo>
                  <a:lnTo>
                    <a:pt x="858" y="11530"/>
                  </a:lnTo>
                  <a:lnTo>
                    <a:pt x="795" y="11467"/>
                  </a:lnTo>
                  <a:lnTo>
                    <a:pt x="753" y="11341"/>
                  </a:lnTo>
                  <a:lnTo>
                    <a:pt x="712" y="11341"/>
                  </a:lnTo>
                  <a:lnTo>
                    <a:pt x="628" y="11467"/>
                  </a:lnTo>
                  <a:lnTo>
                    <a:pt x="586" y="11509"/>
                  </a:lnTo>
                  <a:lnTo>
                    <a:pt x="691" y="11530"/>
                  </a:lnTo>
                  <a:lnTo>
                    <a:pt x="586" y="11655"/>
                  </a:lnTo>
                  <a:lnTo>
                    <a:pt x="502" y="11655"/>
                  </a:lnTo>
                  <a:lnTo>
                    <a:pt x="481" y="11739"/>
                  </a:lnTo>
                  <a:lnTo>
                    <a:pt x="523" y="11760"/>
                  </a:lnTo>
                  <a:lnTo>
                    <a:pt x="691" y="11760"/>
                  </a:lnTo>
                  <a:lnTo>
                    <a:pt x="733" y="11823"/>
                  </a:lnTo>
                  <a:lnTo>
                    <a:pt x="607" y="11844"/>
                  </a:lnTo>
                  <a:lnTo>
                    <a:pt x="586" y="11885"/>
                  </a:lnTo>
                  <a:lnTo>
                    <a:pt x="544" y="11969"/>
                  </a:lnTo>
                  <a:lnTo>
                    <a:pt x="440" y="11885"/>
                  </a:lnTo>
                  <a:lnTo>
                    <a:pt x="398" y="11927"/>
                  </a:lnTo>
                  <a:lnTo>
                    <a:pt x="377" y="12032"/>
                  </a:lnTo>
                  <a:lnTo>
                    <a:pt x="335" y="11885"/>
                  </a:lnTo>
                  <a:lnTo>
                    <a:pt x="272" y="11948"/>
                  </a:lnTo>
                  <a:lnTo>
                    <a:pt x="168" y="12074"/>
                  </a:lnTo>
                  <a:lnTo>
                    <a:pt x="209" y="12178"/>
                  </a:lnTo>
                  <a:lnTo>
                    <a:pt x="335" y="12367"/>
                  </a:lnTo>
                  <a:lnTo>
                    <a:pt x="398" y="12262"/>
                  </a:lnTo>
                  <a:lnTo>
                    <a:pt x="419" y="12283"/>
                  </a:lnTo>
                  <a:lnTo>
                    <a:pt x="502" y="12262"/>
                  </a:lnTo>
                  <a:lnTo>
                    <a:pt x="481" y="12199"/>
                  </a:lnTo>
                  <a:lnTo>
                    <a:pt x="523" y="12095"/>
                  </a:lnTo>
                  <a:lnTo>
                    <a:pt x="649" y="12178"/>
                  </a:lnTo>
                  <a:lnTo>
                    <a:pt x="607" y="12241"/>
                  </a:lnTo>
                  <a:lnTo>
                    <a:pt x="649" y="12304"/>
                  </a:lnTo>
                  <a:lnTo>
                    <a:pt x="628" y="12388"/>
                  </a:lnTo>
                  <a:lnTo>
                    <a:pt x="586" y="12450"/>
                  </a:lnTo>
                  <a:lnTo>
                    <a:pt x="628" y="12597"/>
                  </a:lnTo>
                  <a:lnTo>
                    <a:pt x="691" y="12555"/>
                  </a:lnTo>
                  <a:lnTo>
                    <a:pt x="816" y="12513"/>
                  </a:lnTo>
                  <a:lnTo>
                    <a:pt x="900" y="12597"/>
                  </a:lnTo>
                  <a:lnTo>
                    <a:pt x="753" y="12597"/>
                  </a:lnTo>
                  <a:lnTo>
                    <a:pt x="712" y="12639"/>
                  </a:lnTo>
                  <a:lnTo>
                    <a:pt x="753" y="12722"/>
                  </a:lnTo>
                  <a:lnTo>
                    <a:pt x="753" y="12785"/>
                  </a:lnTo>
                  <a:lnTo>
                    <a:pt x="544" y="12618"/>
                  </a:lnTo>
                  <a:lnTo>
                    <a:pt x="481" y="12639"/>
                  </a:lnTo>
                  <a:lnTo>
                    <a:pt x="419" y="12597"/>
                  </a:lnTo>
                  <a:lnTo>
                    <a:pt x="314" y="12597"/>
                  </a:lnTo>
                  <a:lnTo>
                    <a:pt x="314" y="12701"/>
                  </a:lnTo>
                  <a:lnTo>
                    <a:pt x="272" y="12764"/>
                  </a:lnTo>
                  <a:lnTo>
                    <a:pt x="419" y="12994"/>
                  </a:lnTo>
                  <a:lnTo>
                    <a:pt x="523" y="13015"/>
                  </a:lnTo>
                  <a:lnTo>
                    <a:pt x="691" y="13141"/>
                  </a:lnTo>
                  <a:lnTo>
                    <a:pt x="900" y="13245"/>
                  </a:lnTo>
                  <a:lnTo>
                    <a:pt x="921" y="13308"/>
                  </a:lnTo>
                  <a:lnTo>
                    <a:pt x="858" y="13329"/>
                  </a:lnTo>
                  <a:lnTo>
                    <a:pt x="963" y="13413"/>
                  </a:lnTo>
                  <a:lnTo>
                    <a:pt x="1026" y="13392"/>
                  </a:lnTo>
                  <a:lnTo>
                    <a:pt x="1005" y="13287"/>
                  </a:lnTo>
                  <a:lnTo>
                    <a:pt x="1067" y="13287"/>
                  </a:lnTo>
                  <a:lnTo>
                    <a:pt x="1151" y="13329"/>
                  </a:lnTo>
                  <a:lnTo>
                    <a:pt x="1130" y="13350"/>
                  </a:lnTo>
                  <a:lnTo>
                    <a:pt x="1235" y="13497"/>
                  </a:lnTo>
                  <a:lnTo>
                    <a:pt x="1277" y="13434"/>
                  </a:lnTo>
                  <a:lnTo>
                    <a:pt x="1339" y="13455"/>
                  </a:lnTo>
                  <a:lnTo>
                    <a:pt x="1444" y="13413"/>
                  </a:lnTo>
                  <a:lnTo>
                    <a:pt x="1570" y="13308"/>
                  </a:lnTo>
                  <a:lnTo>
                    <a:pt x="1632" y="13287"/>
                  </a:lnTo>
                  <a:lnTo>
                    <a:pt x="1653" y="13225"/>
                  </a:lnTo>
                  <a:lnTo>
                    <a:pt x="1674" y="13245"/>
                  </a:lnTo>
                  <a:lnTo>
                    <a:pt x="1695" y="13329"/>
                  </a:lnTo>
                  <a:lnTo>
                    <a:pt x="1779" y="13329"/>
                  </a:lnTo>
                  <a:lnTo>
                    <a:pt x="1988" y="13120"/>
                  </a:lnTo>
                  <a:lnTo>
                    <a:pt x="1967" y="13078"/>
                  </a:lnTo>
                  <a:lnTo>
                    <a:pt x="1883" y="12932"/>
                  </a:lnTo>
                  <a:lnTo>
                    <a:pt x="2051" y="13036"/>
                  </a:lnTo>
                  <a:lnTo>
                    <a:pt x="2155" y="12911"/>
                  </a:lnTo>
                  <a:lnTo>
                    <a:pt x="2114" y="12890"/>
                  </a:lnTo>
                  <a:lnTo>
                    <a:pt x="2197" y="12827"/>
                  </a:lnTo>
                  <a:lnTo>
                    <a:pt x="2176" y="12764"/>
                  </a:lnTo>
                  <a:lnTo>
                    <a:pt x="2281" y="12701"/>
                  </a:lnTo>
                  <a:lnTo>
                    <a:pt x="2386" y="12681"/>
                  </a:lnTo>
                  <a:lnTo>
                    <a:pt x="2386" y="12597"/>
                  </a:lnTo>
                  <a:lnTo>
                    <a:pt x="2302" y="12492"/>
                  </a:lnTo>
                  <a:lnTo>
                    <a:pt x="2323" y="12409"/>
                  </a:lnTo>
                  <a:lnTo>
                    <a:pt x="2260" y="12304"/>
                  </a:lnTo>
                  <a:lnTo>
                    <a:pt x="2155" y="12241"/>
                  </a:lnTo>
                  <a:lnTo>
                    <a:pt x="2176" y="12157"/>
                  </a:lnTo>
                  <a:lnTo>
                    <a:pt x="2218" y="12178"/>
                  </a:lnTo>
                  <a:lnTo>
                    <a:pt x="2323" y="12304"/>
                  </a:lnTo>
                  <a:lnTo>
                    <a:pt x="2386" y="12471"/>
                  </a:lnTo>
                  <a:lnTo>
                    <a:pt x="2406" y="12492"/>
                  </a:lnTo>
                  <a:lnTo>
                    <a:pt x="2490" y="12513"/>
                  </a:lnTo>
                  <a:lnTo>
                    <a:pt x="2469" y="12576"/>
                  </a:lnTo>
                  <a:lnTo>
                    <a:pt x="2511" y="12639"/>
                  </a:lnTo>
                  <a:lnTo>
                    <a:pt x="2616" y="12597"/>
                  </a:lnTo>
                  <a:lnTo>
                    <a:pt x="2595" y="12513"/>
                  </a:lnTo>
                  <a:lnTo>
                    <a:pt x="2532" y="12492"/>
                  </a:lnTo>
                  <a:lnTo>
                    <a:pt x="2595" y="12409"/>
                  </a:lnTo>
                  <a:lnTo>
                    <a:pt x="2678" y="12492"/>
                  </a:lnTo>
                  <a:lnTo>
                    <a:pt x="2699" y="12555"/>
                  </a:lnTo>
                  <a:lnTo>
                    <a:pt x="2825" y="12409"/>
                  </a:lnTo>
                  <a:lnTo>
                    <a:pt x="2846" y="12283"/>
                  </a:lnTo>
                  <a:lnTo>
                    <a:pt x="2825" y="12178"/>
                  </a:lnTo>
                  <a:lnTo>
                    <a:pt x="2741" y="12157"/>
                  </a:lnTo>
                  <a:lnTo>
                    <a:pt x="2720" y="12074"/>
                  </a:lnTo>
                  <a:lnTo>
                    <a:pt x="2783" y="12053"/>
                  </a:lnTo>
                  <a:lnTo>
                    <a:pt x="2783" y="11990"/>
                  </a:lnTo>
                  <a:lnTo>
                    <a:pt x="2825" y="11990"/>
                  </a:lnTo>
                  <a:lnTo>
                    <a:pt x="2888" y="11948"/>
                  </a:lnTo>
                  <a:lnTo>
                    <a:pt x="2825" y="11865"/>
                  </a:lnTo>
                  <a:lnTo>
                    <a:pt x="2825" y="11760"/>
                  </a:lnTo>
                  <a:lnTo>
                    <a:pt x="2909" y="11718"/>
                  </a:lnTo>
                  <a:lnTo>
                    <a:pt x="2992" y="11781"/>
                  </a:lnTo>
                  <a:lnTo>
                    <a:pt x="2930" y="11885"/>
                  </a:lnTo>
                  <a:lnTo>
                    <a:pt x="2950" y="12032"/>
                  </a:lnTo>
                  <a:lnTo>
                    <a:pt x="2930" y="12095"/>
                  </a:lnTo>
                  <a:lnTo>
                    <a:pt x="2992" y="12199"/>
                  </a:lnTo>
                  <a:lnTo>
                    <a:pt x="3013" y="12283"/>
                  </a:lnTo>
                  <a:lnTo>
                    <a:pt x="3118" y="12409"/>
                  </a:lnTo>
                  <a:lnTo>
                    <a:pt x="3264" y="12409"/>
                  </a:lnTo>
                  <a:lnTo>
                    <a:pt x="3327" y="12450"/>
                  </a:lnTo>
                  <a:lnTo>
                    <a:pt x="3264" y="12492"/>
                  </a:lnTo>
                  <a:lnTo>
                    <a:pt x="3348" y="12555"/>
                  </a:lnTo>
                  <a:lnTo>
                    <a:pt x="3432" y="12639"/>
                  </a:lnTo>
                  <a:lnTo>
                    <a:pt x="3474" y="12555"/>
                  </a:lnTo>
                  <a:lnTo>
                    <a:pt x="3453" y="12178"/>
                  </a:lnTo>
                  <a:lnTo>
                    <a:pt x="3369" y="12032"/>
                  </a:lnTo>
                  <a:lnTo>
                    <a:pt x="3432" y="11948"/>
                  </a:lnTo>
                  <a:lnTo>
                    <a:pt x="3515" y="11885"/>
                  </a:lnTo>
                  <a:lnTo>
                    <a:pt x="3432" y="11781"/>
                  </a:lnTo>
                  <a:lnTo>
                    <a:pt x="3474" y="11718"/>
                  </a:lnTo>
                  <a:lnTo>
                    <a:pt x="3662" y="11676"/>
                  </a:lnTo>
                  <a:lnTo>
                    <a:pt x="3683" y="11593"/>
                  </a:lnTo>
                  <a:lnTo>
                    <a:pt x="3683" y="11467"/>
                  </a:lnTo>
                  <a:lnTo>
                    <a:pt x="3766" y="11321"/>
                  </a:lnTo>
                  <a:lnTo>
                    <a:pt x="3683" y="11195"/>
                  </a:lnTo>
                  <a:lnTo>
                    <a:pt x="3662" y="10923"/>
                  </a:lnTo>
                  <a:lnTo>
                    <a:pt x="3536" y="10714"/>
                  </a:lnTo>
                  <a:lnTo>
                    <a:pt x="3557" y="10609"/>
                  </a:lnTo>
                  <a:lnTo>
                    <a:pt x="3829" y="10525"/>
                  </a:lnTo>
                  <a:lnTo>
                    <a:pt x="3829" y="10358"/>
                  </a:lnTo>
                  <a:lnTo>
                    <a:pt x="3871" y="10212"/>
                  </a:lnTo>
                  <a:lnTo>
                    <a:pt x="3662" y="10002"/>
                  </a:lnTo>
                  <a:lnTo>
                    <a:pt x="3515" y="9898"/>
                  </a:lnTo>
                  <a:lnTo>
                    <a:pt x="3515" y="9688"/>
                  </a:lnTo>
                  <a:lnTo>
                    <a:pt x="3536" y="9479"/>
                  </a:lnTo>
                  <a:lnTo>
                    <a:pt x="3515" y="9249"/>
                  </a:lnTo>
                  <a:lnTo>
                    <a:pt x="3453" y="9103"/>
                  </a:lnTo>
                  <a:lnTo>
                    <a:pt x="3515" y="8914"/>
                  </a:lnTo>
                  <a:lnTo>
                    <a:pt x="3453" y="8621"/>
                  </a:lnTo>
                  <a:lnTo>
                    <a:pt x="3411" y="8308"/>
                  </a:lnTo>
                  <a:lnTo>
                    <a:pt x="3453" y="8077"/>
                  </a:lnTo>
                  <a:lnTo>
                    <a:pt x="3578" y="7847"/>
                  </a:lnTo>
                  <a:lnTo>
                    <a:pt x="3683" y="7764"/>
                  </a:lnTo>
                  <a:lnTo>
                    <a:pt x="3850" y="7784"/>
                  </a:lnTo>
                  <a:lnTo>
                    <a:pt x="4059" y="7805"/>
                  </a:lnTo>
                  <a:lnTo>
                    <a:pt x="4164" y="7680"/>
                  </a:lnTo>
                  <a:lnTo>
                    <a:pt x="4143" y="7450"/>
                  </a:lnTo>
                  <a:lnTo>
                    <a:pt x="4080" y="7366"/>
                  </a:lnTo>
                  <a:lnTo>
                    <a:pt x="4080" y="7240"/>
                  </a:lnTo>
                  <a:lnTo>
                    <a:pt x="4290" y="6738"/>
                  </a:lnTo>
                  <a:lnTo>
                    <a:pt x="4290" y="6487"/>
                  </a:lnTo>
                  <a:lnTo>
                    <a:pt x="4352" y="6215"/>
                  </a:lnTo>
                  <a:lnTo>
                    <a:pt x="4394" y="6069"/>
                  </a:lnTo>
                  <a:lnTo>
                    <a:pt x="4394" y="5901"/>
                  </a:lnTo>
                  <a:lnTo>
                    <a:pt x="4311" y="5818"/>
                  </a:lnTo>
                  <a:lnTo>
                    <a:pt x="4311" y="5692"/>
                  </a:lnTo>
                  <a:lnTo>
                    <a:pt x="4499" y="5587"/>
                  </a:lnTo>
                  <a:lnTo>
                    <a:pt x="4708" y="5567"/>
                  </a:lnTo>
                  <a:lnTo>
                    <a:pt x="4792" y="5483"/>
                  </a:lnTo>
                  <a:lnTo>
                    <a:pt x="4813" y="5357"/>
                  </a:lnTo>
                  <a:lnTo>
                    <a:pt x="4980" y="5064"/>
                  </a:lnTo>
                  <a:lnTo>
                    <a:pt x="5127" y="4855"/>
                  </a:lnTo>
                  <a:lnTo>
                    <a:pt x="5189" y="4730"/>
                  </a:lnTo>
                  <a:lnTo>
                    <a:pt x="5106" y="4541"/>
                  </a:lnTo>
                  <a:lnTo>
                    <a:pt x="5043" y="4458"/>
                  </a:lnTo>
                  <a:lnTo>
                    <a:pt x="5043" y="4206"/>
                  </a:lnTo>
                  <a:lnTo>
                    <a:pt x="5127" y="4186"/>
                  </a:lnTo>
                  <a:lnTo>
                    <a:pt x="5189" y="4081"/>
                  </a:lnTo>
                  <a:lnTo>
                    <a:pt x="5231" y="3934"/>
                  </a:lnTo>
                  <a:lnTo>
                    <a:pt x="5315" y="3893"/>
                  </a:lnTo>
                  <a:lnTo>
                    <a:pt x="5399" y="3704"/>
                  </a:lnTo>
                  <a:lnTo>
                    <a:pt x="5524" y="3600"/>
                  </a:lnTo>
                  <a:lnTo>
                    <a:pt x="5629" y="3683"/>
                  </a:lnTo>
                  <a:lnTo>
                    <a:pt x="5712" y="3725"/>
                  </a:lnTo>
                  <a:lnTo>
                    <a:pt x="5754" y="3725"/>
                  </a:lnTo>
                  <a:lnTo>
                    <a:pt x="5859" y="3621"/>
                  </a:lnTo>
                  <a:lnTo>
                    <a:pt x="5775" y="3516"/>
                  </a:lnTo>
                  <a:lnTo>
                    <a:pt x="5859" y="3474"/>
                  </a:lnTo>
                  <a:lnTo>
                    <a:pt x="5859" y="3390"/>
                  </a:lnTo>
                  <a:lnTo>
                    <a:pt x="5880" y="3349"/>
                  </a:lnTo>
                  <a:lnTo>
                    <a:pt x="5775" y="3181"/>
                  </a:lnTo>
                  <a:lnTo>
                    <a:pt x="5838" y="3160"/>
                  </a:lnTo>
                  <a:lnTo>
                    <a:pt x="6026" y="3160"/>
                  </a:lnTo>
                  <a:lnTo>
                    <a:pt x="6152" y="3077"/>
                  </a:lnTo>
                  <a:lnTo>
                    <a:pt x="6340" y="3139"/>
                  </a:lnTo>
                  <a:lnTo>
                    <a:pt x="6445" y="3202"/>
                  </a:lnTo>
                  <a:lnTo>
                    <a:pt x="6570" y="3223"/>
                  </a:lnTo>
                  <a:lnTo>
                    <a:pt x="6654" y="3286"/>
                  </a:lnTo>
                  <a:lnTo>
                    <a:pt x="6696" y="3265"/>
                  </a:lnTo>
                  <a:lnTo>
                    <a:pt x="6759" y="3307"/>
                  </a:lnTo>
                  <a:lnTo>
                    <a:pt x="6759" y="3160"/>
                  </a:lnTo>
                  <a:lnTo>
                    <a:pt x="6696" y="3077"/>
                  </a:lnTo>
                  <a:lnTo>
                    <a:pt x="6717" y="2888"/>
                  </a:lnTo>
                  <a:lnTo>
                    <a:pt x="6800" y="2846"/>
                  </a:lnTo>
                  <a:lnTo>
                    <a:pt x="6779" y="2700"/>
                  </a:lnTo>
                  <a:lnTo>
                    <a:pt x="6696" y="2658"/>
                  </a:lnTo>
                  <a:lnTo>
                    <a:pt x="6675" y="2554"/>
                  </a:lnTo>
                  <a:lnTo>
                    <a:pt x="6675" y="2554"/>
                  </a:lnTo>
                  <a:lnTo>
                    <a:pt x="6800" y="2616"/>
                  </a:lnTo>
                  <a:lnTo>
                    <a:pt x="6926" y="2574"/>
                  </a:lnTo>
                  <a:lnTo>
                    <a:pt x="6989" y="2554"/>
                  </a:lnTo>
                  <a:lnTo>
                    <a:pt x="7010" y="2533"/>
                  </a:lnTo>
                  <a:lnTo>
                    <a:pt x="7072" y="2533"/>
                  </a:lnTo>
                  <a:lnTo>
                    <a:pt x="7093" y="2512"/>
                  </a:lnTo>
                  <a:lnTo>
                    <a:pt x="7072" y="2428"/>
                  </a:lnTo>
                  <a:lnTo>
                    <a:pt x="7093" y="2323"/>
                  </a:lnTo>
                  <a:lnTo>
                    <a:pt x="7177" y="2261"/>
                  </a:lnTo>
                  <a:lnTo>
                    <a:pt x="7282" y="2261"/>
                  </a:lnTo>
                  <a:lnTo>
                    <a:pt x="7344" y="2407"/>
                  </a:lnTo>
                  <a:lnTo>
                    <a:pt x="7616" y="2616"/>
                  </a:lnTo>
                  <a:lnTo>
                    <a:pt x="7637" y="2742"/>
                  </a:lnTo>
                  <a:lnTo>
                    <a:pt x="7742" y="2846"/>
                  </a:lnTo>
                  <a:lnTo>
                    <a:pt x="7909" y="2930"/>
                  </a:lnTo>
                  <a:lnTo>
                    <a:pt x="8160" y="2930"/>
                  </a:lnTo>
                  <a:lnTo>
                    <a:pt x="8328" y="2784"/>
                  </a:lnTo>
                  <a:lnTo>
                    <a:pt x="8391" y="2700"/>
                  </a:lnTo>
                  <a:lnTo>
                    <a:pt x="8495" y="2700"/>
                  </a:lnTo>
                  <a:lnTo>
                    <a:pt x="8704" y="2846"/>
                  </a:lnTo>
                  <a:lnTo>
                    <a:pt x="8851" y="2867"/>
                  </a:lnTo>
                  <a:lnTo>
                    <a:pt x="8893" y="2742"/>
                  </a:lnTo>
                  <a:lnTo>
                    <a:pt x="8976" y="2679"/>
                  </a:lnTo>
                  <a:lnTo>
                    <a:pt x="9060" y="2616"/>
                  </a:lnTo>
                  <a:lnTo>
                    <a:pt x="9165" y="2616"/>
                  </a:lnTo>
                  <a:lnTo>
                    <a:pt x="9269" y="2554"/>
                  </a:lnTo>
                  <a:lnTo>
                    <a:pt x="9311" y="2470"/>
                  </a:lnTo>
                  <a:lnTo>
                    <a:pt x="9269" y="2365"/>
                  </a:lnTo>
                  <a:lnTo>
                    <a:pt x="9207" y="2219"/>
                  </a:lnTo>
                  <a:lnTo>
                    <a:pt x="9228" y="1905"/>
                  </a:lnTo>
                  <a:lnTo>
                    <a:pt x="9290" y="1821"/>
                  </a:lnTo>
                  <a:lnTo>
                    <a:pt x="9228" y="1717"/>
                  </a:lnTo>
                  <a:lnTo>
                    <a:pt x="9290" y="1696"/>
                  </a:lnTo>
                  <a:lnTo>
                    <a:pt x="9395" y="1570"/>
                  </a:lnTo>
                  <a:lnTo>
                    <a:pt x="9374" y="1507"/>
                  </a:lnTo>
                  <a:lnTo>
                    <a:pt x="9500" y="1424"/>
                  </a:lnTo>
                  <a:lnTo>
                    <a:pt x="9646" y="1486"/>
                  </a:lnTo>
                  <a:lnTo>
                    <a:pt x="9730" y="1466"/>
                  </a:lnTo>
                  <a:lnTo>
                    <a:pt x="9730" y="1403"/>
                  </a:lnTo>
                  <a:lnTo>
                    <a:pt x="9813" y="1298"/>
                  </a:lnTo>
                  <a:lnTo>
                    <a:pt x="10065" y="1298"/>
                  </a:lnTo>
                  <a:lnTo>
                    <a:pt x="10169" y="1382"/>
                  </a:lnTo>
                  <a:lnTo>
                    <a:pt x="10316" y="1528"/>
                  </a:lnTo>
                  <a:lnTo>
                    <a:pt x="10378" y="1633"/>
                  </a:lnTo>
                  <a:lnTo>
                    <a:pt x="10525" y="1654"/>
                  </a:lnTo>
                  <a:lnTo>
                    <a:pt x="10692" y="1696"/>
                  </a:lnTo>
                  <a:lnTo>
                    <a:pt x="10755" y="1800"/>
                  </a:lnTo>
                  <a:lnTo>
                    <a:pt x="10860" y="1905"/>
                  </a:lnTo>
                  <a:lnTo>
                    <a:pt x="10839" y="2030"/>
                  </a:lnTo>
                  <a:lnTo>
                    <a:pt x="10734" y="2177"/>
                  </a:lnTo>
                  <a:lnTo>
                    <a:pt x="10755" y="2428"/>
                  </a:lnTo>
                  <a:lnTo>
                    <a:pt x="10839" y="2428"/>
                  </a:lnTo>
                  <a:lnTo>
                    <a:pt x="10839" y="2219"/>
                  </a:lnTo>
                  <a:lnTo>
                    <a:pt x="10985" y="2051"/>
                  </a:lnTo>
                  <a:lnTo>
                    <a:pt x="11111" y="2030"/>
                  </a:lnTo>
                  <a:lnTo>
                    <a:pt x="11194" y="1926"/>
                  </a:lnTo>
                  <a:lnTo>
                    <a:pt x="11194" y="1779"/>
                  </a:lnTo>
                  <a:lnTo>
                    <a:pt x="11299" y="1738"/>
                  </a:lnTo>
                  <a:lnTo>
                    <a:pt x="11404" y="1800"/>
                  </a:lnTo>
                  <a:lnTo>
                    <a:pt x="11487" y="1717"/>
                  </a:lnTo>
                  <a:lnTo>
                    <a:pt x="11487" y="1591"/>
                  </a:lnTo>
                  <a:lnTo>
                    <a:pt x="11425" y="1591"/>
                  </a:lnTo>
                  <a:lnTo>
                    <a:pt x="11362" y="1507"/>
                  </a:lnTo>
                  <a:lnTo>
                    <a:pt x="11299" y="1507"/>
                  </a:lnTo>
                  <a:lnTo>
                    <a:pt x="11278" y="1528"/>
                  </a:lnTo>
                  <a:lnTo>
                    <a:pt x="11278" y="1612"/>
                  </a:lnTo>
                  <a:lnTo>
                    <a:pt x="11215" y="1570"/>
                  </a:lnTo>
                  <a:lnTo>
                    <a:pt x="11194" y="1507"/>
                  </a:lnTo>
                  <a:lnTo>
                    <a:pt x="11153" y="1507"/>
                  </a:lnTo>
                  <a:lnTo>
                    <a:pt x="11153" y="1570"/>
                  </a:lnTo>
                  <a:lnTo>
                    <a:pt x="11111" y="1696"/>
                  </a:lnTo>
                  <a:lnTo>
                    <a:pt x="11090" y="1654"/>
                  </a:lnTo>
                  <a:lnTo>
                    <a:pt x="11048" y="1591"/>
                  </a:lnTo>
                  <a:lnTo>
                    <a:pt x="10964" y="1633"/>
                  </a:lnTo>
                  <a:lnTo>
                    <a:pt x="10943" y="1696"/>
                  </a:lnTo>
                  <a:lnTo>
                    <a:pt x="10901" y="1612"/>
                  </a:lnTo>
                  <a:lnTo>
                    <a:pt x="10881" y="1486"/>
                  </a:lnTo>
                  <a:lnTo>
                    <a:pt x="10839" y="1486"/>
                  </a:lnTo>
                  <a:lnTo>
                    <a:pt x="10776" y="1361"/>
                  </a:lnTo>
                  <a:lnTo>
                    <a:pt x="10734" y="1319"/>
                  </a:lnTo>
                  <a:lnTo>
                    <a:pt x="10650" y="1319"/>
                  </a:lnTo>
                  <a:lnTo>
                    <a:pt x="10567" y="1298"/>
                  </a:lnTo>
                  <a:lnTo>
                    <a:pt x="10420" y="1277"/>
                  </a:lnTo>
                  <a:lnTo>
                    <a:pt x="10357" y="1193"/>
                  </a:lnTo>
                  <a:lnTo>
                    <a:pt x="10378" y="1173"/>
                  </a:lnTo>
                  <a:lnTo>
                    <a:pt x="10546" y="1214"/>
                  </a:lnTo>
                  <a:lnTo>
                    <a:pt x="10692" y="1193"/>
                  </a:lnTo>
                  <a:lnTo>
                    <a:pt x="10797" y="1214"/>
                  </a:lnTo>
                  <a:lnTo>
                    <a:pt x="11048" y="1256"/>
                  </a:lnTo>
                  <a:lnTo>
                    <a:pt x="11194" y="1193"/>
                  </a:lnTo>
                  <a:lnTo>
                    <a:pt x="11299" y="984"/>
                  </a:lnTo>
                  <a:lnTo>
                    <a:pt x="11508" y="942"/>
                  </a:lnTo>
                  <a:lnTo>
                    <a:pt x="11613" y="859"/>
                  </a:lnTo>
                  <a:lnTo>
                    <a:pt x="11613" y="838"/>
                  </a:lnTo>
                  <a:lnTo>
                    <a:pt x="11529" y="796"/>
                  </a:lnTo>
                  <a:lnTo>
                    <a:pt x="11508" y="754"/>
                  </a:lnTo>
                  <a:lnTo>
                    <a:pt x="11425" y="733"/>
                  </a:lnTo>
                  <a:lnTo>
                    <a:pt x="11320" y="754"/>
                  </a:lnTo>
                  <a:lnTo>
                    <a:pt x="11194" y="608"/>
                  </a:lnTo>
                  <a:lnTo>
                    <a:pt x="11111" y="608"/>
                  </a:lnTo>
                  <a:lnTo>
                    <a:pt x="11006" y="733"/>
                  </a:lnTo>
                  <a:lnTo>
                    <a:pt x="10964" y="733"/>
                  </a:lnTo>
                  <a:lnTo>
                    <a:pt x="10943" y="691"/>
                  </a:lnTo>
                  <a:lnTo>
                    <a:pt x="11048" y="649"/>
                  </a:lnTo>
                  <a:lnTo>
                    <a:pt x="11048" y="566"/>
                  </a:lnTo>
                  <a:lnTo>
                    <a:pt x="10943" y="524"/>
                  </a:lnTo>
                  <a:lnTo>
                    <a:pt x="10901" y="482"/>
                  </a:lnTo>
                  <a:lnTo>
                    <a:pt x="10839" y="482"/>
                  </a:lnTo>
                  <a:lnTo>
                    <a:pt x="10776" y="608"/>
                  </a:lnTo>
                  <a:lnTo>
                    <a:pt x="10734" y="608"/>
                  </a:lnTo>
                  <a:lnTo>
                    <a:pt x="10734" y="524"/>
                  </a:lnTo>
                  <a:lnTo>
                    <a:pt x="10671" y="545"/>
                  </a:lnTo>
                  <a:lnTo>
                    <a:pt x="10650" y="587"/>
                  </a:lnTo>
                  <a:lnTo>
                    <a:pt x="10588" y="587"/>
                  </a:lnTo>
                  <a:lnTo>
                    <a:pt x="10567" y="545"/>
                  </a:lnTo>
                  <a:lnTo>
                    <a:pt x="10650" y="482"/>
                  </a:lnTo>
                  <a:lnTo>
                    <a:pt x="10650" y="419"/>
                  </a:lnTo>
                  <a:lnTo>
                    <a:pt x="10546" y="357"/>
                  </a:lnTo>
                  <a:lnTo>
                    <a:pt x="10420" y="357"/>
                  </a:lnTo>
                  <a:lnTo>
                    <a:pt x="10357" y="377"/>
                  </a:lnTo>
                  <a:lnTo>
                    <a:pt x="10337" y="545"/>
                  </a:lnTo>
                  <a:lnTo>
                    <a:pt x="10253" y="587"/>
                  </a:lnTo>
                  <a:lnTo>
                    <a:pt x="10253" y="649"/>
                  </a:lnTo>
                  <a:lnTo>
                    <a:pt x="10316" y="796"/>
                  </a:lnTo>
                  <a:lnTo>
                    <a:pt x="10316" y="880"/>
                  </a:lnTo>
                  <a:lnTo>
                    <a:pt x="10253" y="942"/>
                  </a:lnTo>
                  <a:lnTo>
                    <a:pt x="10211" y="838"/>
                  </a:lnTo>
                  <a:lnTo>
                    <a:pt x="10127" y="838"/>
                  </a:lnTo>
                  <a:lnTo>
                    <a:pt x="10127" y="859"/>
                  </a:lnTo>
                  <a:lnTo>
                    <a:pt x="10023" y="838"/>
                  </a:lnTo>
                  <a:lnTo>
                    <a:pt x="9897" y="901"/>
                  </a:lnTo>
                  <a:lnTo>
                    <a:pt x="9897" y="901"/>
                  </a:lnTo>
                  <a:lnTo>
                    <a:pt x="10002" y="754"/>
                  </a:lnTo>
                  <a:lnTo>
                    <a:pt x="10065" y="733"/>
                  </a:lnTo>
                  <a:lnTo>
                    <a:pt x="10127" y="608"/>
                  </a:lnTo>
                  <a:lnTo>
                    <a:pt x="10127" y="566"/>
                  </a:lnTo>
                  <a:lnTo>
                    <a:pt x="10065" y="566"/>
                  </a:lnTo>
                  <a:lnTo>
                    <a:pt x="9960" y="649"/>
                  </a:lnTo>
                  <a:lnTo>
                    <a:pt x="9897" y="649"/>
                  </a:lnTo>
                  <a:lnTo>
                    <a:pt x="9918" y="587"/>
                  </a:lnTo>
                  <a:lnTo>
                    <a:pt x="10002" y="524"/>
                  </a:lnTo>
                  <a:lnTo>
                    <a:pt x="10002" y="482"/>
                  </a:lnTo>
                  <a:lnTo>
                    <a:pt x="9897" y="461"/>
                  </a:lnTo>
                  <a:lnTo>
                    <a:pt x="9855" y="419"/>
                  </a:lnTo>
                  <a:lnTo>
                    <a:pt x="9960" y="377"/>
                  </a:lnTo>
                  <a:lnTo>
                    <a:pt x="10002" y="419"/>
                  </a:lnTo>
                  <a:lnTo>
                    <a:pt x="10127" y="419"/>
                  </a:lnTo>
                  <a:lnTo>
                    <a:pt x="10169" y="231"/>
                  </a:lnTo>
                  <a:lnTo>
                    <a:pt x="10169" y="168"/>
                  </a:lnTo>
                  <a:lnTo>
                    <a:pt x="10044" y="210"/>
                  </a:lnTo>
                  <a:lnTo>
                    <a:pt x="10002" y="147"/>
                  </a:lnTo>
                  <a:lnTo>
                    <a:pt x="10023" y="64"/>
                  </a:lnTo>
                  <a:lnTo>
                    <a:pt x="10002" y="1"/>
                  </a:lnTo>
                  <a:lnTo>
                    <a:pt x="9918" y="64"/>
                  </a:lnTo>
                  <a:lnTo>
                    <a:pt x="9855" y="64"/>
                  </a:lnTo>
                  <a:lnTo>
                    <a:pt x="9792" y="1"/>
                  </a:lnTo>
                  <a:close/>
                </a:path>
              </a:pathLst>
            </a:custGeom>
            <a:solidFill>
              <a:srgbClr val="5F7D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70" name="Google Shape;5970;p36"/>
            <p:cNvSpPr/>
            <p:nvPr/>
          </p:nvSpPr>
          <p:spPr>
            <a:xfrm>
              <a:off x="3810372" y="2589242"/>
              <a:ext cx="68528" cy="147786"/>
            </a:xfrm>
            <a:custGeom>
              <a:rect b="b" l="l" r="r" t="t"/>
              <a:pathLst>
                <a:path extrusionOk="0" h="12995" w="5755">
                  <a:moveTo>
                    <a:pt x="3788" y="1"/>
                  </a:moveTo>
                  <a:lnTo>
                    <a:pt x="3725" y="21"/>
                  </a:lnTo>
                  <a:lnTo>
                    <a:pt x="3599" y="63"/>
                  </a:lnTo>
                  <a:lnTo>
                    <a:pt x="3474" y="1"/>
                  </a:lnTo>
                  <a:lnTo>
                    <a:pt x="3474" y="1"/>
                  </a:lnTo>
                  <a:lnTo>
                    <a:pt x="3495" y="105"/>
                  </a:lnTo>
                  <a:lnTo>
                    <a:pt x="3578" y="147"/>
                  </a:lnTo>
                  <a:lnTo>
                    <a:pt x="3599" y="293"/>
                  </a:lnTo>
                  <a:lnTo>
                    <a:pt x="3516" y="335"/>
                  </a:lnTo>
                  <a:lnTo>
                    <a:pt x="3495" y="524"/>
                  </a:lnTo>
                  <a:lnTo>
                    <a:pt x="3558" y="607"/>
                  </a:lnTo>
                  <a:lnTo>
                    <a:pt x="3558" y="754"/>
                  </a:lnTo>
                  <a:lnTo>
                    <a:pt x="3495" y="712"/>
                  </a:lnTo>
                  <a:lnTo>
                    <a:pt x="3453" y="733"/>
                  </a:lnTo>
                  <a:lnTo>
                    <a:pt x="3369" y="670"/>
                  </a:lnTo>
                  <a:lnTo>
                    <a:pt x="3244" y="649"/>
                  </a:lnTo>
                  <a:lnTo>
                    <a:pt x="3139" y="586"/>
                  </a:lnTo>
                  <a:lnTo>
                    <a:pt x="2951" y="524"/>
                  </a:lnTo>
                  <a:lnTo>
                    <a:pt x="2825" y="607"/>
                  </a:lnTo>
                  <a:lnTo>
                    <a:pt x="2637" y="607"/>
                  </a:lnTo>
                  <a:lnTo>
                    <a:pt x="2574" y="628"/>
                  </a:lnTo>
                  <a:lnTo>
                    <a:pt x="2679" y="796"/>
                  </a:lnTo>
                  <a:lnTo>
                    <a:pt x="2658" y="837"/>
                  </a:lnTo>
                  <a:lnTo>
                    <a:pt x="2658" y="921"/>
                  </a:lnTo>
                  <a:lnTo>
                    <a:pt x="2574" y="963"/>
                  </a:lnTo>
                  <a:lnTo>
                    <a:pt x="2658" y="1068"/>
                  </a:lnTo>
                  <a:lnTo>
                    <a:pt x="2553" y="1172"/>
                  </a:lnTo>
                  <a:lnTo>
                    <a:pt x="2511" y="1172"/>
                  </a:lnTo>
                  <a:lnTo>
                    <a:pt x="2428" y="1130"/>
                  </a:lnTo>
                  <a:lnTo>
                    <a:pt x="2323" y="1047"/>
                  </a:lnTo>
                  <a:lnTo>
                    <a:pt x="2198" y="1151"/>
                  </a:lnTo>
                  <a:lnTo>
                    <a:pt x="2114" y="1340"/>
                  </a:lnTo>
                  <a:lnTo>
                    <a:pt x="2030" y="1381"/>
                  </a:lnTo>
                  <a:lnTo>
                    <a:pt x="1988" y="1528"/>
                  </a:lnTo>
                  <a:lnTo>
                    <a:pt x="1926" y="1633"/>
                  </a:lnTo>
                  <a:lnTo>
                    <a:pt x="1842" y="1653"/>
                  </a:lnTo>
                  <a:lnTo>
                    <a:pt x="1842" y="1905"/>
                  </a:lnTo>
                  <a:lnTo>
                    <a:pt x="1905" y="1988"/>
                  </a:lnTo>
                  <a:lnTo>
                    <a:pt x="1988" y="2177"/>
                  </a:lnTo>
                  <a:lnTo>
                    <a:pt x="1926" y="2302"/>
                  </a:lnTo>
                  <a:lnTo>
                    <a:pt x="1779" y="2511"/>
                  </a:lnTo>
                  <a:lnTo>
                    <a:pt x="1612" y="2804"/>
                  </a:lnTo>
                  <a:lnTo>
                    <a:pt x="1591" y="2930"/>
                  </a:lnTo>
                  <a:lnTo>
                    <a:pt x="1507" y="3014"/>
                  </a:lnTo>
                  <a:lnTo>
                    <a:pt x="1298" y="3034"/>
                  </a:lnTo>
                  <a:lnTo>
                    <a:pt x="1110" y="3139"/>
                  </a:lnTo>
                  <a:lnTo>
                    <a:pt x="1110" y="3265"/>
                  </a:lnTo>
                  <a:lnTo>
                    <a:pt x="1193" y="3348"/>
                  </a:lnTo>
                  <a:lnTo>
                    <a:pt x="1193" y="3516"/>
                  </a:lnTo>
                  <a:lnTo>
                    <a:pt x="1151" y="3662"/>
                  </a:lnTo>
                  <a:lnTo>
                    <a:pt x="1089" y="3934"/>
                  </a:lnTo>
                  <a:lnTo>
                    <a:pt x="1089" y="4185"/>
                  </a:lnTo>
                  <a:lnTo>
                    <a:pt x="879" y="4687"/>
                  </a:lnTo>
                  <a:lnTo>
                    <a:pt x="879" y="4813"/>
                  </a:lnTo>
                  <a:lnTo>
                    <a:pt x="942" y="4897"/>
                  </a:lnTo>
                  <a:lnTo>
                    <a:pt x="963" y="5127"/>
                  </a:lnTo>
                  <a:lnTo>
                    <a:pt x="858" y="5252"/>
                  </a:lnTo>
                  <a:lnTo>
                    <a:pt x="649" y="5231"/>
                  </a:lnTo>
                  <a:lnTo>
                    <a:pt x="482" y="5211"/>
                  </a:lnTo>
                  <a:lnTo>
                    <a:pt x="377" y="5294"/>
                  </a:lnTo>
                  <a:lnTo>
                    <a:pt x="252" y="5524"/>
                  </a:lnTo>
                  <a:lnTo>
                    <a:pt x="210" y="5755"/>
                  </a:lnTo>
                  <a:lnTo>
                    <a:pt x="252" y="6068"/>
                  </a:lnTo>
                  <a:lnTo>
                    <a:pt x="314" y="6361"/>
                  </a:lnTo>
                  <a:lnTo>
                    <a:pt x="252" y="6550"/>
                  </a:lnTo>
                  <a:lnTo>
                    <a:pt x="314" y="6696"/>
                  </a:lnTo>
                  <a:lnTo>
                    <a:pt x="335" y="6926"/>
                  </a:lnTo>
                  <a:lnTo>
                    <a:pt x="314" y="7135"/>
                  </a:lnTo>
                  <a:lnTo>
                    <a:pt x="314" y="7345"/>
                  </a:lnTo>
                  <a:lnTo>
                    <a:pt x="461" y="7449"/>
                  </a:lnTo>
                  <a:lnTo>
                    <a:pt x="670" y="7659"/>
                  </a:lnTo>
                  <a:lnTo>
                    <a:pt x="628" y="7805"/>
                  </a:lnTo>
                  <a:lnTo>
                    <a:pt x="628" y="7972"/>
                  </a:lnTo>
                  <a:lnTo>
                    <a:pt x="356" y="8056"/>
                  </a:lnTo>
                  <a:lnTo>
                    <a:pt x="335" y="8161"/>
                  </a:lnTo>
                  <a:lnTo>
                    <a:pt x="461" y="8370"/>
                  </a:lnTo>
                  <a:lnTo>
                    <a:pt x="482" y="8642"/>
                  </a:lnTo>
                  <a:lnTo>
                    <a:pt x="565" y="8768"/>
                  </a:lnTo>
                  <a:lnTo>
                    <a:pt x="482" y="8914"/>
                  </a:lnTo>
                  <a:lnTo>
                    <a:pt x="482" y="9040"/>
                  </a:lnTo>
                  <a:lnTo>
                    <a:pt x="461" y="9123"/>
                  </a:lnTo>
                  <a:lnTo>
                    <a:pt x="273" y="9165"/>
                  </a:lnTo>
                  <a:lnTo>
                    <a:pt x="231" y="9228"/>
                  </a:lnTo>
                  <a:lnTo>
                    <a:pt x="314" y="9332"/>
                  </a:lnTo>
                  <a:lnTo>
                    <a:pt x="231" y="9395"/>
                  </a:lnTo>
                  <a:lnTo>
                    <a:pt x="168" y="9479"/>
                  </a:lnTo>
                  <a:lnTo>
                    <a:pt x="252" y="9625"/>
                  </a:lnTo>
                  <a:lnTo>
                    <a:pt x="273" y="10002"/>
                  </a:lnTo>
                  <a:lnTo>
                    <a:pt x="231" y="10086"/>
                  </a:lnTo>
                  <a:lnTo>
                    <a:pt x="147" y="10002"/>
                  </a:lnTo>
                  <a:lnTo>
                    <a:pt x="63" y="9939"/>
                  </a:lnTo>
                  <a:lnTo>
                    <a:pt x="63" y="9960"/>
                  </a:lnTo>
                  <a:lnTo>
                    <a:pt x="1" y="10023"/>
                  </a:lnTo>
                  <a:lnTo>
                    <a:pt x="21" y="10253"/>
                  </a:lnTo>
                  <a:lnTo>
                    <a:pt x="42" y="10337"/>
                  </a:lnTo>
                  <a:lnTo>
                    <a:pt x="63" y="10525"/>
                  </a:lnTo>
                  <a:lnTo>
                    <a:pt x="147" y="10546"/>
                  </a:lnTo>
                  <a:lnTo>
                    <a:pt x="168" y="10588"/>
                  </a:lnTo>
                  <a:lnTo>
                    <a:pt x="147" y="10734"/>
                  </a:lnTo>
                  <a:lnTo>
                    <a:pt x="273" y="10672"/>
                  </a:lnTo>
                  <a:lnTo>
                    <a:pt x="210" y="10567"/>
                  </a:lnTo>
                  <a:lnTo>
                    <a:pt x="231" y="10483"/>
                  </a:lnTo>
                  <a:lnTo>
                    <a:pt x="273" y="10483"/>
                  </a:lnTo>
                  <a:lnTo>
                    <a:pt x="252" y="10546"/>
                  </a:lnTo>
                  <a:lnTo>
                    <a:pt x="335" y="10588"/>
                  </a:lnTo>
                  <a:lnTo>
                    <a:pt x="377" y="10672"/>
                  </a:lnTo>
                  <a:lnTo>
                    <a:pt x="252" y="10755"/>
                  </a:lnTo>
                  <a:lnTo>
                    <a:pt x="231" y="10860"/>
                  </a:lnTo>
                  <a:lnTo>
                    <a:pt x="273" y="10944"/>
                  </a:lnTo>
                  <a:lnTo>
                    <a:pt x="252" y="11069"/>
                  </a:lnTo>
                  <a:lnTo>
                    <a:pt x="210" y="11111"/>
                  </a:lnTo>
                  <a:lnTo>
                    <a:pt x="273" y="11216"/>
                  </a:lnTo>
                  <a:lnTo>
                    <a:pt x="356" y="11257"/>
                  </a:lnTo>
                  <a:lnTo>
                    <a:pt x="440" y="11383"/>
                  </a:lnTo>
                  <a:lnTo>
                    <a:pt x="482" y="11425"/>
                  </a:lnTo>
                  <a:lnTo>
                    <a:pt x="586" y="11634"/>
                  </a:lnTo>
                  <a:lnTo>
                    <a:pt x="586" y="11801"/>
                  </a:lnTo>
                  <a:lnTo>
                    <a:pt x="733" y="11843"/>
                  </a:lnTo>
                  <a:lnTo>
                    <a:pt x="754" y="11948"/>
                  </a:lnTo>
                  <a:lnTo>
                    <a:pt x="858" y="12094"/>
                  </a:lnTo>
                  <a:lnTo>
                    <a:pt x="984" y="12011"/>
                  </a:lnTo>
                  <a:lnTo>
                    <a:pt x="1005" y="12136"/>
                  </a:lnTo>
                  <a:lnTo>
                    <a:pt x="942" y="12304"/>
                  </a:lnTo>
                  <a:lnTo>
                    <a:pt x="775" y="12325"/>
                  </a:lnTo>
                  <a:lnTo>
                    <a:pt x="754" y="12366"/>
                  </a:lnTo>
                  <a:lnTo>
                    <a:pt x="838" y="12429"/>
                  </a:lnTo>
                  <a:lnTo>
                    <a:pt x="858" y="12534"/>
                  </a:lnTo>
                  <a:lnTo>
                    <a:pt x="984" y="12555"/>
                  </a:lnTo>
                  <a:lnTo>
                    <a:pt x="1047" y="12848"/>
                  </a:lnTo>
                  <a:lnTo>
                    <a:pt x="963" y="12952"/>
                  </a:lnTo>
                  <a:lnTo>
                    <a:pt x="1005" y="12994"/>
                  </a:lnTo>
                  <a:lnTo>
                    <a:pt x="1151" y="12994"/>
                  </a:lnTo>
                  <a:lnTo>
                    <a:pt x="1423" y="12931"/>
                  </a:lnTo>
                  <a:lnTo>
                    <a:pt x="1570" y="12973"/>
                  </a:lnTo>
                  <a:lnTo>
                    <a:pt x="1695" y="12869"/>
                  </a:lnTo>
                  <a:lnTo>
                    <a:pt x="1674" y="12764"/>
                  </a:lnTo>
                  <a:lnTo>
                    <a:pt x="1612" y="12701"/>
                  </a:lnTo>
                  <a:lnTo>
                    <a:pt x="1695" y="12534"/>
                  </a:lnTo>
                  <a:lnTo>
                    <a:pt x="1884" y="12513"/>
                  </a:lnTo>
                  <a:lnTo>
                    <a:pt x="1905" y="12325"/>
                  </a:lnTo>
                  <a:lnTo>
                    <a:pt x="1926" y="12408"/>
                  </a:lnTo>
                  <a:lnTo>
                    <a:pt x="2135" y="12450"/>
                  </a:lnTo>
                  <a:lnTo>
                    <a:pt x="2260" y="12366"/>
                  </a:lnTo>
                  <a:lnTo>
                    <a:pt x="2365" y="12429"/>
                  </a:lnTo>
                  <a:lnTo>
                    <a:pt x="2449" y="12513"/>
                  </a:lnTo>
                  <a:lnTo>
                    <a:pt x="2553" y="12345"/>
                  </a:lnTo>
                  <a:lnTo>
                    <a:pt x="2616" y="12115"/>
                  </a:lnTo>
                  <a:lnTo>
                    <a:pt x="2679" y="12032"/>
                  </a:lnTo>
                  <a:lnTo>
                    <a:pt x="2721" y="11739"/>
                  </a:lnTo>
                  <a:lnTo>
                    <a:pt x="2762" y="11634"/>
                  </a:lnTo>
                  <a:lnTo>
                    <a:pt x="2658" y="11571"/>
                  </a:lnTo>
                  <a:lnTo>
                    <a:pt x="2679" y="11467"/>
                  </a:lnTo>
                  <a:lnTo>
                    <a:pt x="2783" y="11320"/>
                  </a:lnTo>
                  <a:lnTo>
                    <a:pt x="2679" y="11216"/>
                  </a:lnTo>
                  <a:lnTo>
                    <a:pt x="2783" y="11111"/>
                  </a:lnTo>
                  <a:lnTo>
                    <a:pt x="2658" y="11048"/>
                  </a:lnTo>
                  <a:lnTo>
                    <a:pt x="2721" y="10965"/>
                  </a:lnTo>
                  <a:lnTo>
                    <a:pt x="2658" y="10839"/>
                  </a:lnTo>
                  <a:lnTo>
                    <a:pt x="2762" y="10881"/>
                  </a:lnTo>
                  <a:lnTo>
                    <a:pt x="2930" y="10860"/>
                  </a:lnTo>
                  <a:lnTo>
                    <a:pt x="2783" y="10755"/>
                  </a:lnTo>
                  <a:lnTo>
                    <a:pt x="2846" y="10609"/>
                  </a:lnTo>
                  <a:lnTo>
                    <a:pt x="2846" y="10546"/>
                  </a:lnTo>
                  <a:lnTo>
                    <a:pt x="2658" y="10483"/>
                  </a:lnTo>
                  <a:lnTo>
                    <a:pt x="2888" y="10483"/>
                  </a:lnTo>
                  <a:lnTo>
                    <a:pt x="2762" y="10358"/>
                  </a:lnTo>
                  <a:lnTo>
                    <a:pt x="2679" y="10358"/>
                  </a:lnTo>
                  <a:lnTo>
                    <a:pt x="2742" y="10274"/>
                  </a:lnTo>
                  <a:lnTo>
                    <a:pt x="2783" y="10274"/>
                  </a:lnTo>
                  <a:lnTo>
                    <a:pt x="2825" y="10316"/>
                  </a:lnTo>
                  <a:lnTo>
                    <a:pt x="2888" y="10232"/>
                  </a:lnTo>
                  <a:lnTo>
                    <a:pt x="2867" y="10148"/>
                  </a:lnTo>
                  <a:lnTo>
                    <a:pt x="2972" y="10232"/>
                  </a:lnTo>
                  <a:lnTo>
                    <a:pt x="2993" y="10128"/>
                  </a:lnTo>
                  <a:lnTo>
                    <a:pt x="3076" y="10023"/>
                  </a:lnTo>
                  <a:lnTo>
                    <a:pt x="3160" y="10023"/>
                  </a:lnTo>
                  <a:lnTo>
                    <a:pt x="3139" y="9939"/>
                  </a:lnTo>
                  <a:lnTo>
                    <a:pt x="3181" y="9897"/>
                  </a:lnTo>
                  <a:lnTo>
                    <a:pt x="3202" y="9939"/>
                  </a:lnTo>
                  <a:lnTo>
                    <a:pt x="3181" y="10044"/>
                  </a:lnTo>
                  <a:lnTo>
                    <a:pt x="3265" y="10044"/>
                  </a:lnTo>
                  <a:lnTo>
                    <a:pt x="3369" y="9897"/>
                  </a:lnTo>
                  <a:lnTo>
                    <a:pt x="3453" y="9897"/>
                  </a:lnTo>
                  <a:lnTo>
                    <a:pt x="3516" y="9835"/>
                  </a:lnTo>
                  <a:lnTo>
                    <a:pt x="3495" y="9730"/>
                  </a:lnTo>
                  <a:lnTo>
                    <a:pt x="3411" y="9646"/>
                  </a:lnTo>
                  <a:lnTo>
                    <a:pt x="3286" y="9625"/>
                  </a:lnTo>
                  <a:lnTo>
                    <a:pt x="3181" y="9688"/>
                  </a:lnTo>
                  <a:lnTo>
                    <a:pt x="3139" y="9646"/>
                  </a:lnTo>
                  <a:lnTo>
                    <a:pt x="3055" y="9709"/>
                  </a:lnTo>
                  <a:lnTo>
                    <a:pt x="2972" y="9604"/>
                  </a:lnTo>
                  <a:lnTo>
                    <a:pt x="2846" y="9563"/>
                  </a:lnTo>
                  <a:lnTo>
                    <a:pt x="2762" y="9521"/>
                  </a:lnTo>
                  <a:lnTo>
                    <a:pt x="2616" y="9542"/>
                  </a:lnTo>
                  <a:lnTo>
                    <a:pt x="2616" y="9604"/>
                  </a:lnTo>
                  <a:lnTo>
                    <a:pt x="2553" y="9542"/>
                  </a:lnTo>
                  <a:lnTo>
                    <a:pt x="2407" y="9542"/>
                  </a:lnTo>
                  <a:lnTo>
                    <a:pt x="2365" y="9500"/>
                  </a:lnTo>
                  <a:lnTo>
                    <a:pt x="2470" y="9479"/>
                  </a:lnTo>
                  <a:lnTo>
                    <a:pt x="2553" y="9521"/>
                  </a:lnTo>
                  <a:lnTo>
                    <a:pt x="2637" y="9395"/>
                  </a:lnTo>
                  <a:lnTo>
                    <a:pt x="2679" y="9437"/>
                  </a:lnTo>
                  <a:lnTo>
                    <a:pt x="2783" y="9416"/>
                  </a:lnTo>
                  <a:lnTo>
                    <a:pt x="2825" y="9332"/>
                  </a:lnTo>
                  <a:lnTo>
                    <a:pt x="2930" y="9374"/>
                  </a:lnTo>
                  <a:lnTo>
                    <a:pt x="2972" y="9416"/>
                  </a:lnTo>
                  <a:lnTo>
                    <a:pt x="3034" y="9416"/>
                  </a:lnTo>
                  <a:lnTo>
                    <a:pt x="3055" y="9332"/>
                  </a:lnTo>
                  <a:lnTo>
                    <a:pt x="3097" y="9416"/>
                  </a:lnTo>
                  <a:lnTo>
                    <a:pt x="3244" y="9437"/>
                  </a:lnTo>
                  <a:lnTo>
                    <a:pt x="3202" y="9521"/>
                  </a:lnTo>
                  <a:lnTo>
                    <a:pt x="3306" y="9563"/>
                  </a:lnTo>
                  <a:lnTo>
                    <a:pt x="3474" y="9542"/>
                  </a:lnTo>
                  <a:lnTo>
                    <a:pt x="3495" y="9416"/>
                  </a:lnTo>
                  <a:lnTo>
                    <a:pt x="3662" y="9270"/>
                  </a:lnTo>
                  <a:lnTo>
                    <a:pt x="3725" y="9102"/>
                  </a:lnTo>
                  <a:lnTo>
                    <a:pt x="3599" y="8977"/>
                  </a:lnTo>
                  <a:lnTo>
                    <a:pt x="3599" y="8893"/>
                  </a:lnTo>
                  <a:lnTo>
                    <a:pt x="3453" y="8788"/>
                  </a:lnTo>
                  <a:lnTo>
                    <a:pt x="3474" y="8747"/>
                  </a:lnTo>
                  <a:lnTo>
                    <a:pt x="3265" y="8579"/>
                  </a:lnTo>
                  <a:lnTo>
                    <a:pt x="3244" y="8475"/>
                  </a:lnTo>
                  <a:lnTo>
                    <a:pt x="3160" y="8391"/>
                  </a:lnTo>
                  <a:lnTo>
                    <a:pt x="3055" y="8516"/>
                  </a:lnTo>
                  <a:lnTo>
                    <a:pt x="2993" y="8433"/>
                  </a:lnTo>
                  <a:lnTo>
                    <a:pt x="2951" y="8454"/>
                  </a:lnTo>
                  <a:lnTo>
                    <a:pt x="2951" y="8349"/>
                  </a:lnTo>
                  <a:lnTo>
                    <a:pt x="2867" y="8349"/>
                  </a:lnTo>
                  <a:lnTo>
                    <a:pt x="2825" y="8244"/>
                  </a:lnTo>
                  <a:lnTo>
                    <a:pt x="2742" y="8182"/>
                  </a:lnTo>
                  <a:lnTo>
                    <a:pt x="2825" y="8077"/>
                  </a:lnTo>
                  <a:lnTo>
                    <a:pt x="2762" y="7952"/>
                  </a:lnTo>
                  <a:lnTo>
                    <a:pt x="2825" y="7931"/>
                  </a:lnTo>
                  <a:lnTo>
                    <a:pt x="2825" y="7847"/>
                  </a:lnTo>
                  <a:lnTo>
                    <a:pt x="2742" y="7826"/>
                  </a:lnTo>
                  <a:lnTo>
                    <a:pt x="2825" y="7721"/>
                  </a:lnTo>
                  <a:lnTo>
                    <a:pt x="2783" y="7533"/>
                  </a:lnTo>
                  <a:lnTo>
                    <a:pt x="2825" y="7512"/>
                  </a:lnTo>
                  <a:lnTo>
                    <a:pt x="2867" y="7554"/>
                  </a:lnTo>
                  <a:lnTo>
                    <a:pt x="2888" y="7449"/>
                  </a:lnTo>
                  <a:lnTo>
                    <a:pt x="2825" y="7345"/>
                  </a:lnTo>
                  <a:lnTo>
                    <a:pt x="2846" y="7198"/>
                  </a:lnTo>
                  <a:lnTo>
                    <a:pt x="2825" y="7073"/>
                  </a:lnTo>
                  <a:lnTo>
                    <a:pt x="2846" y="7010"/>
                  </a:lnTo>
                  <a:lnTo>
                    <a:pt x="2825" y="6884"/>
                  </a:lnTo>
                  <a:lnTo>
                    <a:pt x="2679" y="6696"/>
                  </a:lnTo>
                  <a:lnTo>
                    <a:pt x="2679" y="6696"/>
                  </a:lnTo>
                  <a:lnTo>
                    <a:pt x="2783" y="6759"/>
                  </a:lnTo>
                  <a:lnTo>
                    <a:pt x="2951" y="6717"/>
                  </a:lnTo>
                  <a:lnTo>
                    <a:pt x="3055" y="6571"/>
                  </a:lnTo>
                  <a:lnTo>
                    <a:pt x="2993" y="6466"/>
                  </a:lnTo>
                  <a:lnTo>
                    <a:pt x="3034" y="6403"/>
                  </a:lnTo>
                  <a:lnTo>
                    <a:pt x="3139" y="6424"/>
                  </a:lnTo>
                  <a:lnTo>
                    <a:pt x="3286" y="6299"/>
                  </a:lnTo>
                  <a:lnTo>
                    <a:pt x="3286" y="6236"/>
                  </a:lnTo>
                  <a:lnTo>
                    <a:pt x="3202" y="6236"/>
                  </a:lnTo>
                  <a:lnTo>
                    <a:pt x="3265" y="6131"/>
                  </a:lnTo>
                  <a:lnTo>
                    <a:pt x="3348" y="6047"/>
                  </a:lnTo>
                  <a:lnTo>
                    <a:pt x="3390" y="6089"/>
                  </a:lnTo>
                  <a:lnTo>
                    <a:pt x="3453" y="6089"/>
                  </a:lnTo>
                  <a:lnTo>
                    <a:pt x="3474" y="5964"/>
                  </a:lnTo>
                  <a:lnTo>
                    <a:pt x="3516" y="5964"/>
                  </a:lnTo>
                  <a:lnTo>
                    <a:pt x="3558" y="6047"/>
                  </a:lnTo>
                  <a:lnTo>
                    <a:pt x="3620" y="5964"/>
                  </a:lnTo>
                  <a:lnTo>
                    <a:pt x="3620" y="5838"/>
                  </a:lnTo>
                  <a:lnTo>
                    <a:pt x="3683" y="5734"/>
                  </a:lnTo>
                  <a:lnTo>
                    <a:pt x="3788" y="5734"/>
                  </a:lnTo>
                  <a:lnTo>
                    <a:pt x="3788" y="5817"/>
                  </a:lnTo>
                  <a:lnTo>
                    <a:pt x="3871" y="5817"/>
                  </a:lnTo>
                  <a:lnTo>
                    <a:pt x="3913" y="5713"/>
                  </a:lnTo>
                  <a:lnTo>
                    <a:pt x="4039" y="5629"/>
                  </a:lnTo>
                  <a:lnTo>
                    <a:pt x="4018" y="5524"/>
                  </a:lnTo>
                  <a:lnTo>
                    <a:pt x="4018" y="5420"/>
                  </a:lnTo>
                  <a:lnTo>
                    <a:pt x="4102" y="5503"/>
                  </a:lnTo>
                  <a:lnTo>
                    <a:pt x="4206" y="5378"/>
                  </a:lnTo>
                  <a:lnTo>
                    <a:pt x="4290" y="5378"/>
                  </a:lnTo>
                  <a:lnTo>
                    <a:pt x="4395" y="5190"/>
                  </a:lnTo>
                  <a:lnTo>
                    <a:pt x="4395" y="5001"/>
                  </a:lnTo>
                  <a:lnTo>
                    <a:pt x="4457" y="4897"/>
                  </a:lnTo>
                  <a:lnTo>
                    <a:pt x="4541" y="4897"/>
                  </a:lnTo>
                  <a:lnTo>
                    <a:pt x="4646" y="4771"/>
                  </a:lnTo>
                  <a:lnTo>
                    <a:pt x="4562" y="4771"/>
                  </a:lnTo>
                  <a:lnTo>
                    <a:pt x="4499" y="4666"/>
                  </a:lnTo>
                  <a:lnTo>
                    <a:pt x="4562" y="4625"/>
                  </a:lnTo>
                  <a:lnTo>
                    <a:pt x="4541" y="4562"/>
                  </a:lnTo>
                  <a:lnTo>
                    <a:pt x="4436" y="4562"/>
                  </a:lnTo>
                  <a:lnTo>
                    <a:pt x="4332" y="4457"/>
                  </a:lnTo>
                  <a:lnTo>
                    <a:pt x="4457" y="4415"/>
                  </a:lnTo>
                  <a:lnTo>
                    <a:pt x="4436" y="4332"/>
                  </a:lnTo>
                  <a:lnTo>
                    <a:pt x="4520" y="4164"/>
                  </a:lnTo>
                  <a:lnTo>
                    <a:pt x="4541" y="4081"/>
                  </a:lnTo>
                  <a:lnTo>
                    <a:pt x="4499" y="3997"/>
                  </a:lnTo>
                  <a:lnTo>
                    <a:pt x="4415" y="3997"/>
                  </a:lnTo>
                  <a:lnTo>
                    <a:pt x="4395" y="3934"/>
                  </a:lnTo>
                  <a:lnTo>
                    <a:pt x="4415" y="3892"/>
                  </a:lnTo>
                  <a:lnTo>
                    <a:pt x="4499" y="3934"/>
                  </a:lnTo>
                  <a:lnTo>
                    <a:pt x="4520" y="3955"/>
                  </a:lnTo>
                  <a:lnTo>
                    <a:pt x="4541" y="3955"/>
                  </a:lnTo>
                  <a:lnTo>
                    <a:pt x="4541" y="3871"/>
                  </a:lnTo>
                  <a:lnTo>
                    <a:pt x="4436" y="3850"/>
                  </a:lnTo>
                  <a:lnTo>
                    <a:pt x="4541" y="3788"/>
                  </a:lnTo>
                  <a:lnTo>
                    <a:pt x="4625" y="3788"/>
                  </a:lnTo>
                  <a:lnTo>
                    <a:pt x="4729" y="3725"/>
                  </a:lnTo>
                  <a:lnTo>
                    <a:pt x="4646" y="3662"/>
                  </a:lnTo>
                  <a:lnTo>
                    <a:pt x="4562" y="3516"/>
                  </a:lnTo>
                  <a:lnTo>
                    <a:pt x="4646" y="3537"/>
                  </a:lnTo>
                  <a:lnTo>
                    <a:pt x="4708" y="3620"/>
                  </a:lnTo>
                  <a:lnTo>
                    <a:pt x="4813" y="3578"/>
                  </a:lnTo>
                  <a:lnTo>
                    <a:pt x="4834" y="3474"/>
                  </a:lnTo>
                  <a:lnTo>
                    <a:pt x="4855" y="3369"/>
                  </a:lnTo>
                  <a:lnTo>
                    <a:pt x="4918" y="3327"/>
                  </a:lnTo>
                  <a:lnTo>
                    <a:pt x="4980" y="3453"/>
                  </a:lnTo>
                  <a:lnTo>
                    <a:pt x="5064" y="3348"/>
                  </a:lnTo>
                  <a:lnTo>
                    <a:pt x="5127" y="3453"/>
                  </a:lnTo>
                  <a:lnTo>
                    <a:pt x="5190" y="3474"/>
                  </a:lnTo>
                  <a:lnTo>
                    <a:pt x="5252" y="3369"/>
                  </a:lnTo>
                  <a:lnTo>
                    <a:pt x="5357" y="3432"/>
                  </a:lnTo>
                  <a:lnTo>
                    <a:pt x="5483" y="3348"/>
                  </a:lnTo>
                  <a:lnTo>
                    <a:pt x="5545" y="3432"/>
                  </a:lnTo>
                  <a:lnTo>
                    <a:pt x="5671" y="3432"/>
                  </a:lnTo>
                  <a:lnTo>
                    <a:pt x="5713" y="3369"/>
                  </a:lnTo>
                  <a:lnTo>
                    <a:pt x="5755" y="3411"/>
                  </a:lnTo>
                  <a:lnTo>
                    <a:pt x="5755" y="3265"/>
                  </a:lnTo>
                  <a:lnTo>
                    <a:pt x="5671" y="3202"/>
                  </a:lnTo>
                  <a:lnTo>
                    <a:pt x="5587" y="2993"/>
                  </a:lnTo>
                  <a:lnTo>
                    <a:pt x="5462" y="2951"/>
                  </a:lnTo>
                  <a:lnTo>
                    <a:pt x="5399" y="2762"/>
                  </a:lnTo>
                  <a:lnTo>
                    <a:pt x="5462" y="2700"/>
                  </a:lnTo>
                  <a:lnTo>
                    <a:pt x="5462" y="2490"/>
                  </a:lnTo>
                  <a:lnTo>
                    <a:pt x="5441" y="2386"/>
                  </a:lnTo>
                  <a:lnTo>
                    <a:pt x="5462" y="2302"/>
                  </a:lnTo>
                  <a:lnTo>
                    <a:pt x="5399" y="2093"/>
                  </a:lnTo>
                  <a:lnTo>
                    <a:pt x="5357" y="1988"/>
                  </a:lnTo>
                  <a:lnTo>
                    <a:pt x="5336" y="1842"/>
                  </a:lnTo>
                  <a:lnTo>
                    <a:pt x="5378" y="1758"/>
                  </a:lnTo>
                  <a:lnTo>
                    <a:pt x="5357" y="1633"/>
                  </a:lnTo>
                  <a:lnTo>
                    <a:pt x="5190" y="1591"/>
                  </a:lnTo>
                  <a:lnTo>
                    <a:pt x="5190" y="1486"/>
                  </a:lnTo>
                  <a:lnTo>
                    <a:pt x="5252" y="1361"/>
                  </a:lnTo>
                  <a:lnTo>
                    <a:pt x="5190" y="1172"/>
                  </a:lnTo>
                  <a:lnTo>
                    <a:pt x="5252" y="1068"/>
                  </a:lnTo>
                  <a:lnTo>
                    <a:pt x="5190" y="1005"/>
                  </a:lnTo>
                  <a:lnTo>
                    <a:pt x="5127" y="1005"/>
                  </a:lnTo>
                  <a:lnTo>
                    <a:pt x="5022" y="858"/>
                  </a:lnTo>
                  <a:lnTo>
                    <a:pt x="4939" y="858"/>
                  </a:lnTo>
                  <a:lnTo>
                    <a:pt x="4876" y="754"/>
                  </a:lnTo>
                  <a:lnTo>
                    <a:pt x="4771" y="628"/>
                  </a:lnTo>
                  <a:lnTo>
                    <a:pt x="4708" y="607"/>
                  </a:lnTo>
                  <a:lnTo>
                    <a:pt x="4604" y="545"/>
                  </a:lnTo>
                  <a:lnTo>
                    <a:pt x="4395" y="524"/>
                  </a:lnTo>
                  <a:lnTo>
                    <a:pt x="4227" y="419"/>
                  </a:lnTo>
                  <a:lnTo>
                    <a:pt x="4018" y="189"/>
                  </a:lnTo>
                  <a:lnTo>
                    <a:pt x="3892" y="105"/>
                  </a:lnTo>
                  <a:lnTo>
                    <a:pt x="3788" y="1"/>
                  </a:lnTo>
                  <a:close/>
                </a:path>
              </a:pathLst>
            </a:custGeom>
            <a:solidFill>
              <a:srgbClr val="5F7D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71" name="Google Shape;5971;p36"/>
            <p:cNvSpPr/>
            <p:nvPr/>
          </p:nvSpPr>
          <p:spPr>
            <a:xfrm>
              <a:off x="3883127" y="2693471"/>
              <a:ext cx="27411" cy="23803"/>
            </a:xfrm>
            <a:custGeom>
              <a:rect b="b" l="l" r="r" t="t"/>
              <a:pathLst>
                <a:path extrusionOk="0" h="2093" w="2302">
                  <a:moveTo>
                    <a:pt x="1026" y="0"/>
                  </a:moveTo>
                  <a:lnTo>
                    <a:pt x="1026" y="63"/>
                  </a:lnTo>
                  <a:lnTo>
                    <a:pt x="942" y="63"/>
                  </a:lnTo>
                  <a:lnTo>
                    <a:pt x="942" y="105"/>
                  </a:lnTo>
                  <a:lnTo>
                    <a:pt x="1005" y="167"/>
                  </a:lnTo>
                  <a:lnTo>
                    <a:pt x="900" y="230"/>
                  </a:lnTo>
                  <a:lnTo>
                    <a:pt x="837" y="209"/>
                  </a:lnTo>
                  <a:lnTo>
                    <a:pt x="628" y="209"/>
                  </a:lnTo>
                  <a:lnTo>
                    <a:pt x="607" y="147"/>
                  </a:lnTo>
                  <a:lnTo>
                    <a:pt x="586" y="251"/>
                  </a:lnTo>
                  <a:lnTo>
                    <a:pt x="481" y="230"/>
                  </a:lnTo>
                  <a:lnTo>
                    <a:pt x="335" y="272"/>
                  </a:lnTo>
                  <a:lnTo>
                    <a:pt x="335" y="356"/>
                  </a:lnTo>
                  <a:lnTo>
                    <a:pt x="272" y="356"/>
                  </a:lnTo>
                  <a:lnTo>
                    <a:pt x="84" y="439"/>
                  </a:lnTo>
                  <a:lnTo>
                    <a:pt x="0" y="544"/>
                  </a:lnTo>
                  <a:lnTo>
                    <a:pt x="21" y="900"/>
                  </a:lnTo>
                  <a:lnTo>
                    <a:pt x="84" y="900"/>
                  </a:lnTo>
                  <a:lnTo>
                    <a:pt x="126" y="879"/>
                  </a:lnTo>
                  <a:lnTo>
                    <a:pt x="230" y="900"/>
                  </a:lnTo>
                  <a:lnTo>
                    <a:pt x="189" y="983"/>
                  </a:lnTo>
                  <a:lnTo>
                    <a:pt x="105" y="983"/>
                  </a:lnTo>
                  <a:lnTo>
                    <a:pt x="105" y="1151"/>
                  </a:lnTo>
                  <a:lnTo>
                    <a:pt x="209" y="1276"/>
                  </a:lnTo>
                  <a:lnTo>
                    <a:pt x="377" y="1423"/>
                  </a:lnTo>
                  <a:lnTo>
                    <a:pt x="419" y="1423"/>
                  </a:lnTo>
                  <a:lnTo>
                    <a:pt x="419" y="1318"/>
                  </a:lnTo>
                  <a:lnTo>
                    <a:pt x="544" y="1214"/>
                  </a:lnTo>
                  <a:lnTo>
                    <a:pt x="586" y="1318"/>
                  </a:lnTo>
                  <a:lnTo>
                    <a:pt x="523" y="1611"/>
                  </a:lnTo>
                  <a:lnTo>
                    <a:pt x="523" y="1695"/>
                  </a:lnTo>
                  <a:lnTo>
                    <a:pt x="586" y="1674"/>
                  </a:lnTo>
                  <a:lnTo>
                    <a:pt x="754" y="1569"/>
                  </a:lnTo>
                  <a:lnTo>
                    <a:pt x="900" y="1507"/>
                  </a:lnTo>
                  <a:lnTo>
                    <a:pt x="1046" y="1632"/>
                  </a:lnTo>
                  <a:lnTo>
                    <a:pt x="1130" y="1611"/>
                  </a:lnTo>
                  <a:lnTo>
                    <a:pt x="1151" y="1507"/>
                  </a:lnTo>
                  <a:lnTo>
                    <a:pt x="1235" y="1590"/>
                  </a:lnTo>
                  <a:lnTo>
                    <a:pt x="1277" y="1674"/>
                  </a:lnTo>
                  <a:lnTo>
                    <a:pt x="1339" y="1674"/>
                  </a:lnTo>
                  <a:lnTo>
                    <a:pt x="1528" y="1779"/>
                  </a:lnTo>
                  <a:lnTo>
                    <a:pt x="1570" y="1925"/>
                  </a:lnTo>
                  <a:lnTo>
                    <a:pt x="1695" y="1967"/>
                  </a:lnTo>
                  <a:lnTo>
                    <a:pt x="1779" y="2092"/>
                  </a:lnTo>
                  <a:lnTo>
                    <a:pt x="1988" y="2009"/>
                  </a:lnTo>
                  <a:lnTo>
                    <a:pt x="2155" y="2030"/>
                  </a:lnTo>
                  <a:lnTo>
                    <a:pt x="2260" y="1904"/>
                  </a:lnTo>
                  <a:lnTo>
                    <a:pt x="2218" y="1800"/>
                  </a:lnTo>
                  <a:lnTo>
                    <a:pt x="2302" y="1716"/>
                  </a:lnTo>
                  <a:lnTo>
                    <a:pt x="2302" y="1611"/>
                  </a:lnTo>
                  <a:lnTo>
                    <a:pt x="2051" y="1109"/>
                  </a:lnTo>
                  <a:lnTo>
                    <a:pt x="2093" y="691"/>
                  </a:lnTo>
                  <a:lnTo>
                    <a:pt x="2155" y="649"/>
                  </a:lnTo>
                  <a:lnTo>
                    <a:pt x="2197" y="481"/>
                  </a:lnTo>
                  <a:lnTo>
                    <a:pt x="2281" y="356"/>
                  </a:lnTo>
                  <a:lnTo>
                    <a:pt x="2302" y="335"/>
                  </a:lnTo>
                  <a:lnTo>
                    <a:pt x="2302" y="314"/>
                  </a:lnTo>
                  <a:lnTo>
                    <a:pt x="2260" y="230"/>
                  </a:lnTo>
                  <a:lnTo>
                    <a:pt x="2218" y="272"/>
                  </a:lnTo>
                  <a:lnTo>
                    <a:pt x="1758" y="251"/>
                  </a:lnTo>
                  <a:lnTo>
                    <a:pt x="1570" y="126"/>
                  </a:lnTo>
                  <a:lnTo>
                    <a:pt x="1339" y="126"/>
                  </a:lnTo>
                  <a:lnTo>
                    <a:pt x="1235" y="63"/>
                  </a:lnTo>
                  <a:lnTo>
                    <a:pt x="1130" y="105"/>
                  </a:lnTo>
                  <a:lnTo>
                    <a:pt x="1026" y="0"/>
                  </a:lnTo>
                  <a:close/>
                </a:path>
              </a:pathLst>
            </a:custGeom>
            <a:solidFill>
              <a:srgbClr val="5F7D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72" name="Google Shape;5972;p36"/>
            <p:cNvSpPr/>
            <p:nvPr/>
          </p:nvSpPr>
          <p:spPr>
            <a:xfrm>
              <a:off x="3870422" y="2710598"/>
              <a:ext cx="43605" cy="22620"/>
            </a:xfrm>
            <a:custGeom>
              <a:rect b="b" l="l" r="r" t="t"/>
              <a:pathLst>
                <a:path extrusionOk="0" h="1989" w="3662">
                  <a:moveTo>
                    <a:pt x="1967" y="1"/>
                  </a:moveTo>
                  <a:lnTo>
                    <a:pt x="1821" y="63"/>
                  </a:lnTo>
                  <a:lnTo>
                    <a:pt x="1653" y="168"/>
                  </a:lnTo>
                  <a:lnTo>
                    <a:pt x="1590" y="189"/>
                  </a:lnTo>
                  <a:lnTo>
                    <a:pt x="1590" y="314"/>
                  </a:lnTo>
                  <a:lnTo>
                    <a:pt x="1653" y="586"/>
                  </a:lnTo>
                  <a:lnTo>
                    <a:pt x="1590" y="754"/>
                  </a:lnTo>
                  <a:lnTo>
                    <a:pt x="1402" y="963"/>
                  </a:lnTo>
                  <a:lnTo>
                    <a:pt x="1256" y="963"/>
                  </a:lnTo>
                  <a:lnTo>
                    <a:pt x="1130" y="838"/>
                  </a:lnTo>
                  <a:lnTo>
                    <a:pt x="1130" y="733"/>
                  </a:lnTo>
                  <a:lnTo>
                    <a:pt x="837" y="440"/>
                  </a:lnTo>
                  <a:lnTo>
                    <a:pt x="837" y="294"/>
                  </a:lnTo>
                  <a:lnTo>
                    <a:pt x="774" y="294"/>
                  </a:lnTo>
                  <a:lnTo>
                    <a:pt x="670" y="398"/>
                  </a:lnTo>
                  <a:lnTo>
                    <a:pt x="523" y="419"/>
                  </a:lnTo>
                  <a:lnTo>
                    <a:pt x="460" y="461"/>
                  </a:lnTo>
                  <a:lnTo>
                    <a:pt x="335" y="461"/>
                  </a:lnTo>
                  <a:lnTo>
                    <a:pt x="251" y="607"/>
                  </a:lnTo>
                  <a:lnTo>
                    <a:pt x="293" y="733"/>
                  </a:lnTo>
                  <a:lnTo>
                    <a:pt x="230" y="712"/>
                  </a:lnTo>
                  <a:lnTo>
                    <a:pt x="230" y="921"/>
                  </a:lnTo>
                  <a:lnTo>
                    <a:pt x="84" y="1110"/>
                  </a:lnTo>
                  <a:lnTo>
                    <a:pt x="84" y="1214"/>
                  </a:lnTo>
                  <a:lnTo>
                    <a:pt x="84" y="1319"/>
                  </a:lnTo>
                  <a:lnTo>
                    <a:pt x="0" y="1382"/>
                  </a:lnTo>
                  <a:lnTo>
                    <a:pt x="42" y="1674"/>
                  </a:lnTo>
                  <a:lnTo>
                    <a:pt x="126" y="1737"/>
                  </a:lnTo>
                  <a:lnTo>
                    <a:pt x="126" y="1758"/>
                  </a:lnTo>
                  <a:lnTo>
                    <a:pt x="230" y="1737"/>
                  </a:lnTo>
                  <a:lnTo>
                    <a:pt x="251" y="1591"/>
                  </a:lnTo>
                  <a:lnTo>
                    <a:pt x="440" y="1465"/>
                  </a:lnTo>
                  <a:lnTo>
                    <a:pt x="670" y="1382"/>
                  </a:lnTo>
                  <a:lnTo>
                    <a:pt x="879" y="1423"/>
                  </a:lnTo>
                  <a:lnTo>
                    <a:pt x="1025" y="1423"/>
                  </a:lnTo>
                  <a:lnTo>
                    <a:pt x="1088" y="1465"/>
                  </a:lnTo>
                  <a:lnTo>
                    <a:pt x="1235" y="1382"/>
                  </a:lnTo>
                  <a:lnTo>
                    <a:pt x="1339" y="1361"/>
                  </a:lnTo>
                  <a:lnTo>
                    <a:pt x="1360" y="1444"/>
                  </a:lnTo>
                  <a:lnTo>
                    <a:pt x="1465" y="1444"/>
                  </a:lnTo>
                  <a:lnTo>
                    <a:pt x="1548" y="1549"/>
                  </a:lnTo>
                  <a:lnTo>
                    <a:pt x="1716" y="1549"/>
                  </a:lnTo>
                  <a:lnTo>
                    <a:pt x="1779" y="1570"/>
                  </a:lnTo>
                  <a:lnTo>
                    <a:pt x="1967" y="1444"/>
                  </a:lnTo>
                  <a:lnTo>
                    <a:pt x="2176" y="1549"/>
                  </a:lnTo>
                  <a:lnTo>
                    <a:pt x="2344" y="1570"/>
                  </a:lnTo>
                  <a:lnTo>
                    <a:pt x="2511" y="1758"/>
                  </a:lnTo>
                  <a:lnTo>
                    <a:pt x="2637" y="1758"/>
                  </a:lnTo>
                  <a:lnTo>
                    <a:pt x="2762" y="1946"/>
                  </a:lnTo>
                  <a:lnTo>
                    <a:pt x="2929" y="1967"/>
                  </a:lnTo>
                  <a:lnTo>
                    <a:pt x="2971" y="1988"/>
                  </a:lnTo>
                  <a:lnTo>
                    <a:pt x="3160" y="1905"/>
                  </a:lnTo>
                  <a:lnTo>
                    <a:pt x="3390" y="1884"/>
                  </a:lnTo>
                  <a:lnTo>
                    <a:pt x="3432" y="1737"/>
                  </a:lnTo>
                  <a:lnTo>
                    <a:pt x="3536" y="1674"/>
                  </a:lnTo>
                  <a:lnTo>
                    <a:pt x="3578" y="1570"/>
                  </a:lnTo>
                  <a:lnTo>
                    <a:pt x="3662" y="1549"/>
                  </a:lnTo>
                  <a:lnTo>
                    <a:pt x="3662" y="1382"/>
                  </a:lnTo>
                  <a:lnTo>
                    <a:pt x="3578" y="1277"/>
                  </a:lnTo>
                  <a:lnTo>
                    <a:pt x="3494" y="1110"/>
                  </a:lnTo>
                  <a:lnTo>
                    <a:pt x="3473" y="1047"/>
                  </a:lnTo>
                  <a:lnTo>
                    <a:pt x="3390" y="921"/>
                  </a:lnTo>
                  <a:lnTo>
                    <a:pt x="3432" y="838"/>
                  </a:lnTo>
                  <a:lnTo>
                    <a:pt x="3369" y="733"/>
                  </a:lnTo>
                  <a:lnTo>
                    <a:pt x="3327" y="712"/>
                  </a:lnTo>
                  <a:lnTo>
                    <a:pt x="3348" y="649"/>
                  </a:lnTo>
                  <a:lnTo>
                    <a:pt x="3348" y="545"/>
                  </a:lnTo>
                  <a:lnTo>
                    <a:pt x="3055" y="503"/>
                  </a:lnTo>
                  <a:lnTo>
                    <a:pt x="2846" y="586"/>
                  </a:lnTo>
                  <a:lnTo>
                    <a:pt x="2762" y="461"/>
                  </a:lnTo>
                  <a:lnTo>
                    <a:pt x="2637" y="419"/>
                  </a:lnTo>
                  <a:lnTo>
                    <a:pt x="2595" y="273"/>
                  </a:lnTo>
                  <a:lnTo>
                    <a:pt x="2406" y="168"/>
                  </a:lnTo>
                  <a:lnTo>
                    <a:pt x="2344" y="168"/>
                  </a:lnTo>
                  <a:lnTo>
                    <a:pt x="2302" y="84"/>
                  </a:lnTo>
                  <a:lnTo>
                    <a:pt x="2218" y="1"/>
                  </a:lnTo>
                  <a:lnTo>
                    <a:pt x="2197" y="105"/>
                  </a:lnTo>
                  <a:lnTo>
                    <a:pt x="2113" y="126"/>
                  </a:lnTo>
                  <a:lnTo>
                    <a:pt x="1967" y="1"/>
                  </a:lnTo>
                  <a:close/>
                </a:path>
              </a:pathLst>
            </a:custGeom>
            <a:solidFill>
              <a:srgbClr val="5F7D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73" name="Google Shape;5973;p36"/>
            <p:cNvSpPr/>
            <p:nvPr/>
          </p:nvSpPr>
          <p:spPr>
            <a:xfrm>
              <a:off x="3871910" y="2726065"/>
              <a:ext cx="33901" cy="23803"/>
            </a:xfrm>
            <a:custGeom>
              <a:rect b="b" l="l" r="r" t="t"/>
              <a:pathLst>
                <a:path extrusionOk="0" h="2093" w="2847">
                  <a:moveTo>
                    <a:pt x="1214" y="1"/>
                  </a:moveTo>
                  <a:lnTo>
                    <a:pt x="1110" y="22"/>
                  </a:lnTo>
                  <a:lnTo>
                    <a:pt x="963" y="105"/>
                  </a:lnTo>
                  <a:lnTo>
                    <a:pt x="900" y="63"/>
                  </a:lnTo>
                  <a:lnTo>
                    <a:pt x="754" y="63"/>
                  </a:lnTo>
                  <a:lnTo>
                    <a:pt x="545" y="22"/>
                  </a:lnTo>
                  <a:lnTo>
                    <a:pt x="315" y="105"/>
                  </a:lnTo>
                  <a:lnTo>
                    <a:pt x="126" y="231"/>
                  </a:lnTo>
                  <a:lnTo>
                    <a:pt x="105" y="377"/>
                  </a:lnTo>
                  <a:lnTo>
                    <a:pt x="1" y="398"/>
                  </a:lnTo>
                  <a:lnTo>
                    <a:pt x="1" y="586"/>
                  </a:lnTo>
                  <a:lnTo>
                    <a:pt x="63" y="712"/>
                  </a:lnTo>
                  <a:lnTo>
                    <a:pt x="1" y="796"/>
                  </a:lnTo>
                  <a:lnTo>
                    <a:pt x="22" y="817"/>
                  </a:lnTo>
                  <a:lnTo>
                    <a:pt x="231" y="754"/>
                  </a:lnTo>
                  <a:lnTo>
                    <a:pt x="398" y="1005"/>
                  </a:lnTo>
                  <a:lnTo>
                    <a:pt x="524" y="1047"/>
                  </a:lnTo>
                  <a:lnTo>
                    <a:pt x="733" y="1005"/>
                  </a:lnTo>
                  <a:lnTo>
                    <a:pt x="817" y="1047"/>
                  </a:lnTo>
                  <a:lnTo>
                    <a:pt x="838" y="1151"/>
                  </a:lnTo>
                  <a:lnTo>
                    <a:pt x="921" y="1172"/>
                  </a:lnTo>
                  <a:lnTo>
                    <a:pt x="963" y="1235"/>
                  </a:lnTo>
                  <a:lnTo>
                    <a:pt x="921" y="1340"/>
                  </a:lnTo>
                  <a:lnTo>
                    <a:pt x="921" y="1549"/>
                  </a:lnTo>
                  <a:lnTo>
                    <a:pt x="1047" y="1528"/>
                  </a:lnTo>
                  <a:lnTo>
                    <a:pt x="1172" y="1633"/>
                  </a:lnTo>
                  <a:lnTo>
                    <a:pt x="1256" y="1633"/>
                  </a:lnTo>
                  <a:lnTo>
                    <a:pt x="1319" y="1863"/>
                  </a:lnTo>
                  <a:lnTo>
                    <a:pt x="1319" y="1988"/>
                  </a:lnTo>
                  <a:lnTo>
                    <a:pt x="1361" y="2093"/>
                  </a:lnTo>
                  <a:lnTo>
                    <a:pt x="1486" y="2009"/>
                  </a:lnTo>
                  <a:lnTo>
                    <a:pt x="1696" y="1947"/>
                  </a:lnTo>
                  <a:lnTo>
                    <a:pt x="1863" y="2009"/>
                  </a:lnTo>
                  <a:lnTo>
                    <a:pt x="2009" y="1947"/>
                  </a:lnTo>
                  <a:lnTo>
                    <a:pt x="2114" y="1947"/>
                  </a:lnTo>
                  <a:lnTo>
                    <a:pt x="2051" y="1779"/>
                  </a:lnTo>
                  <a:lnTo>
                    <a:pt x="2219" y="1758"/>
                  </a:lnTo>
                  <a:lnTo>
                    <a:pt x="2281" y="1633"/>
                  </a:lnTo>
                  <a:lnTo>
                    <a:pt x="2386" y="1570"/>
                  </a:lnTo>
                  <a:lnTo>
                    <a:pt x="2407" y="1654"/>
                  </a:lnTo>
                  <a:lnTo>
                    <a:pt x="2532" y="1654"/>
                  </a:lnTo>
                  <a:lnTo>
                    <a:pt x="2532" y="1528"/>
                  </a:lnTo>
                  <a:lnTo>
                    <a:pt x="2386" y="1444"/>
                  </a:lnTo>
                  <a:lnTo>
                    <a:pt x="2428" y="1277"/>
                  </a:lnTo>
                  <a:lnTo>
                    <a:pt x="2512" y="1256"/>
                  </a:lnTo>
                  <a:lnTo>
                    <a:pt x="2616" y="1068"/>
                  </a:lnTo>
                  <a:lnTo>
                    <a:pt x="2825" y="963"/>
                  </a:lnTo>
                  <a:lnTo>
                    <a:pt x="2825" y="858"/>
                  </a:lnTo>
                  <a:lnTo>
                    <a:pt x="2721" y="817"/>
                  </a:lnTo>
                  <a:lnTo>
                    <a:pt x="2846" y="628"/>
                  </a:lnTo>
                  <a:lnTo>
                    <a:pt x="2804" y="607"/>
                  </a:lnTo>
                  <a:lnTo>
                    <a:pt x="2637" y="586"/>
                  </a:lnTo>
                  <a:lnTo>
                    <a:pt x="2512" y="398"/>
                  </a:lnTo>
                  <a:lnTo>
                    <a:pt x="2386" y="398"/>
                  </a:lnTo>
                  <a:lnTo>
                    <a:pt x="2219" y="210"/>
                  </a:lnTo>
                  <a:lnTo>
                    <a:pt x="2051" y="189"/>
                  </a:lnTo>
                  <a:lnTo>
                    <a:pt x="1842" y="84"/>
                  </a:lnTo>
                  <a:lnTo>
                    <a:pt x="1654" y="210"/>
                  </a:lnTo>
                  <a:lnTo>
                    <a:pt x="1591" y="189"/>
                  </a:lnTo>
                  <a:lnTo>
                    <a:pt x="1423" y="189"/>
                  </a:lnTo>
                  <a:lnTo>
                    <a:pt x="1340" y="84"/>
                  </a:lnTo>
                  <a:lnTo>
                    <a:pt x="1235" y="84"/>
                  </a:lnTo>
                  <a:lnTo>
                    <a:pt x="1214" y="1"/>
                  </a:lnTo>
                  <a:close/>
                </a:path>
              </a:pathLst>
            </a:custGeom>
            <a:solidFill>
              <a:srgbClr val="5F7D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74" name="Google Shape;5974;p36"/>
            <p:cNvSpPr/>
            <p:nvPr/>
          </p:nvSpPr>
          <p:spPr>
            <a:xfrm>
              <a:off x="3888104" y="2727737"/>
              <a:ext cx="57573" cy="42601"/>
            </a:xfrm>
            <a:custGeom>
              <a:rect b="b" l="l" r="r" t="t"/>
              <a:pathLst>
                <a:path extrusionOk="0" h="3746" w="4835">
                  <a:moveTo>
                    <a:pt x="2470" y="0"/>
                  </a:moveTo>
                  <a:lnTo>
                    <a:pt x="2323" y="84"/>
                  </a:lnTo>
                  <a:lnTo>
                    <a:pt x="2219" y="42"/>
                  </a:lnTo>
                  <a:lnTo>
                    <a:pt x="2093" y="63"/>
                  </a:lnTo>
                  <a:lnTo>
                    <a:pt x="2051" y="167"/>
                  </a:lnTo>
                  <a:lnTo>
                    <a:pt x="1947" y="230"/>
                  </a:lnTo>
                  <a:lnTo>
                    <a:pt x="1905" y="377"/>
                  </a:lnTo>
                  <a:lnTo>
                    <a:pt x="1675" y="398"/>
                  </a:lnTo>
                  <a:lnTo>
                    <a:pt x="1486" y="481"/>
                  </a:lnTo>
                  <a:lnTo>
                    <a:pt x="1361" y="670"/>
                  </a:lnTo>
                  <a:lnTo>
                    <a:pt x="1465" y="711"/>
                  </a:lnTo>
                  <a:lnTo>
                    <a:pt x="1465" y="816"/>
                  </a:lnTo>
                  <a:lnTo>
                    <a:pt x="1256" y="921"/>
                  </a:lnTo>
                  <a:lnTo>
                    <a:pt x="1152" y="1109"/>
                  </a:lnTo>
                  <a:lnTo>
                    <a:pt x="1068" y="1130"/>
                  </a:lnTo>
                  <a:lnTo>
                    <a:pt x="1026" y="1297"/>
                  </a:lnTo>
                  <a:lnTo>
                    <a:pt x="1172" y="1381"/>
                  </a:lnTo>
                  <a:lnTo>
                    <a:pt x="1172" y="1507"/>
                  </a:lnTo>
                  <a:lnTo>
                    <a:pt x="1047" y="1507"/>
                  </a:lnTo>
                  <a:lnTo>
                    <a:pt x="1026" y="1423"/>
                  </a:lnTo>
                  <a:lnTo>
                    <a:pt x="921" y="1486"/>
                  </a:lnTo>
                  <a:lnTo>
                    <a:pt x="859" y="1611"/>
                  </a:lnTo>
                  <a:lnTo>
                    <a:pt x="691" y="1632"/>
                  </a:lnTo>
                  <a:lnTo>
                    <a:pt x="754" y="1800"/>
                  </a:lnTo>
                  <a:lnTo>
                    <a:pt x="649" y="1800"/>
                  </a:lnTo>
                  <a:lnTo>
                    <a:pt x="503" y="1862"/>
                  </a:lnTo>
                  <a:lnTo>
                    <a:pt x="336" y="1800"/>
                  </a:lnTo>
                  <a:lnTo>
                    <a:pt x="126" y="1862"/>
                  </a:lnTo>
                  <a:lnTo>
                    <a:pt x="1" y="1946"/>
                  </a:lnTo>
                  <a:lnTo>
                    <a:pt x="22" y="2009"/>
                  </a:lnTo>
                  <a:lnTo>
                    <a:pt x="126" y="2260"/>
                  </a:lnTo>
                  <a:lnTo>
                    <a:pt x="210" y="2385"/>
                  </a:lnTo>
                  <a:lnTo>
                    <a:pt x="231" y="2532"/>
                  </a:lnTo>
                  <a:lnTo>
                    <a:pt x="294" y="2574"/>
                  </a:lnTo>
                  <a:lnTo>
                    <a:pt x="294" y="2950"/>
                  </a:lnTo>
                  <a:lnTo>
                    <a:pt x="189" y="2992"/>
                  </a:lnTo>
                  <a:lnTo>
                    <a:pt x="105" y="3118"/>
                  </a:lnTo>
                  <a:lnTo>
                    <a:pt x="126" y="3306"/>
                  </a:lnTo>
                  <a:lnTo>
                    <a:pt x="273" y="3494"/>
                  </a:lnTo>
                  <a:lnTo>
                    <a:pt x="273" y="3536"/>
                  </a:lnTo>
                  <a:lnTo>
                    <a:pt x="336" y="3536"/>
                  </a:lnTo>
                  <a:lnTo>
                    <a:pt x="524" y="3620"/>
                  </a:lnTo>
                  <a:lnTo>
                    <a:pt x="628" y="3578"/>
                  </a:lnTo>
                  <a:lnTo>
                    <a:pt x="1047" y="3515"/>
                  </a:lnTo>
                  <a:lnTo>
                    <a:pt x="1235" y="3515"/>
                  </a:lnTo>
                  <a:lnTo>
                    <a:pt x="1340" y="3411"/>
                  </a:lnTo>
                  <a:lnTo>
                    <a:pt x="1424" y="3411"/>
                  </a:lnTo>
                  <a:lnTo>
                    <a:pt x="1549" y="3494"/>
                  </a:lnTo>
                  <a:lnTo>
                    <a:pt x="1884" y="3536"/>
                  </a:lnTo>
                  <a:lnTo>
                    <a:pt x="2009" y="3620"/>
                  </a:lnTo>
                  <a:lnTo>
                    <a:pt x="2051" y="3683"/>
                  </a:lnTo>
                  <a:lnTo>
                    <a:pt x="2260" y="3599"/>
                  </a:lnTo>
                  <a:lnTo>
                    <a:pt x="2365" y="3683"/>
                  </a:lnTo>
                  <a:lnTo>
                    <a:pt x="2428" y="3683"/>
                  </a:lnTo>
                  <a:lnTo>
                    <a:pt x="2470" y="3620"/>
                  </a:lnTo>
                  <a:lnTo>
                    <a:pt x="2637" y="3641"/>
                  </a:lnTo>
                  <a:lnTo>
                    <a:pt x="2721" y="3704"/>
                  </a:lnTo>
                  <a:lnTo>
                    <a:pt x="2909" y="3599"/>
                  </a:lnTo>
                  <a:lnTo>
                    <a:pt x="3056" y="3599"/>
                  </a:lnTo>
                  <a:lnTo>
                    <a:pt x="3097" y="3724"/>
                  </a:lnTo>
                  <a:lnTo>
                    <a:pt x="3202" y="3745"/>
                  </a:lnTo>
                  <a:lnTo>
                    <a:pt x="3307" y="3620"/>
                  </a:lnTo>
                  <a:lnTo>
                    <a:pt x="3411" y="3599"/>
                  </a:lnTo>
                  <a:lnTo>
                    <a:pt x="3516" y="3683"/>
                  </a:lnTo>
                  <a:lnTo>
                    <a:pt x="3662" y="3620"/>
                  </a:lnTo>
                  <a:lnTo>
                    <a:pt x="3767" y="3704"/>
                  </a:lnTo>
                  <a:lnTo>
                    <a:pt x="3893" y="3704"/>
                  </a:lnTo>
                  <a:lnTo>
                    <a:pt x="3893" y="3494"/>
                  </a:lnTo>
                  <a:lnTo>
                    <a:pt x="3997" y="3285"/>
                  </a:lnTo>
                  <a:lnTo>
                    <a:pt x="4165" y="3264"/>
                  </a:lnTo>
                  <a:lnTo>
                    <a:pt x="4395" y="3201"/>
                  </a:lnTo>
                  <a:lnTo>
                    <a:pt x="4416" y="3201"/>
                  </a:lnTo>
                  <a:lnTo>
                    <a:pt x="4416" y="3055"/>
                  </a:lnTo>
                  <a:lnTo>
                    <a:pt x="4290" y="2908"/>
                  </a:lnTo>
                  <a:lnTo>
                    <a:pt x="4311" y="2762"/>
                  </a:lnTo>
                  <a:lnTo>
                    <a:pt x="4185" y="2574"/>
                  </a:lnTo>
                  <a:lnTo>
                    <a:pt x="4185" y="2427"/>
                  </a:lnTo>
                  <a:lnTo>
                    <a:pt x="4248" y="2344"/>
                  </a:lnTo>
                  <a:lnTo>
                    <a:pt x="4374" y="2448"/>
                  </a:lnTo>
                  <a:lnTo>
                    <a:pt x="4667" y="2427"/>
                  </a:lnTo>
                  <a:lnTo>
                    <a:pt x="4771" y="2218"/>
                  </a:lnTo>
                  <a:lnTo>
                    <a:pt x="4834" y="2155"/>
                  </a:lnTo>
                  <a:lnTo>
                    <a:pt x="4688" y="2051"/>
                  </a:lnTo>
                  <a:lnTo>
                    <a:pt x="4688" y="1946"/>
                  </a:lnTo>
                  <a:lnTo>
                    <a:pt x="4457" y="1758"/>
                  </a:lnTo>
                  <a:lnTo>
                    <a:pt x="4269" y="1716"/>
                  </a:lnTo>
                  <a:lnTo>
                    <a:pt x="4206" y="1527"/>
                  </a:lnTo>
                  <a:lnTo>
                    <a:pt x="4102" y="1423"/>
                  </a:lnTo>
                  <a:lnTo>
                    <a:pt x="3955" y="1214"/>
                  </a:lnTo>
                  <a:lnTo>
                    <a:pt x="3872" y="1046"/>
                  </a:lnTo>
                  <a:lnTo>
                    <a:pt x="3746" y="921"/>
                  </a:lnTo>
                  <a:lnTo>
                    <a:pt x="3746" y="753"/>
                  </a:lnTo>
                  <a:lnTo>
                    <a:pt x="3662" y="649"/>
                  </a:lnTo>
                  <a:lnTo>
                    <a:pt x="3683" y="481"/>
                  </a:lnTo>
                  <a:lnTo>
                    <a:pt x="3662" y="356"/>
                  </a:lnTo>
                  <a:lnTo>
                    <a:pt x="3411" y="272"/>
                  </a:lnTo>
                  <a:lnTo>
                    <a:pt x="3328" y="272"/>
                  </a:lnTo>
                  <a:lnTo>
                    <a:pt x="3265" y="167"/>
                  </a:lnTo>
                  <a:lnTo>
                    <a:pt x="3097" y="230"/>
                  </a:lnTo>
                  <a:lnTo>
                    <a:pt x="2930" y="356"/>
                  </a:lnTo>
                  <a:lnTo>
                    <a:pt x="2825" y="147"/>
                  </a:lnTo>
                  <a:lnTo>
                    <a:pt x="2721" y="147"/>
                  </a:lnTo>
                  <a:lnTo>
                    <a:pt x="2574" y="188"/>
                  </a:lnTo>
                  <a:lnTo>
                    <a:pt x="2470" y="0"/>
                  </a:lnTo>
                  <a:close/>
                </a:path>
              </a:pathLst>
            </a:custGeom>
            <a:solidFill>
              <a:srgbClr val="5F7D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75" name="Google Shape;5975;p36"/>
            <p:cNvSpPr/>
            <p:nvPr/>
          </p:nvSpPr>
          <p:spPr>
            <a:xfrm>
              <a:off x="3848488" y="2796972"/>
              <a:ext cx="39628" cy="24519"/>
            </a:xfrm>
            <a:custGeom>
              <a:rect b="b" l="l" r="r" t="t"/>
              <a:pathLst>
                <a:path extrusionOk="0" h="2156" w="3328">
                  <a:moveTo>
                    <a:pt x="2993" y="1"/>
                  </a:moveTo>
                  <a:lnTo>
                    <a:pt x="2867" y="64"/>
                  </a:lnTo>
                  <a:lnTo>
                    <a:pt x="2679" y="43"/>
                  </a:lnTo>
                  <a:lnTo>
                    <a:pt x="2449" y="43"/>
                  </a:lnTo>
                  <a:lnTo>
                    <a:pt x="2302" y="22"/>
                  </a:lnTo>
                  <a:lnTo>
                    <a:pt x="2135" y="43"/>
                  </a:lnTo>
                  <a:lnTo>
                    <a:pt x="2030" y="210"/>
                  </a:lnTo>
                  <a:lnTo>
                    <a:pt x="1926" y="273"/>
                  </a:lnTo>
                  <a:lnTo>
                    <a:pt x="1926" y="377"/>
                  </a:lnTo>
                  <a:lnTo>
                    <a:pt x="1758" y="210"/>
                  </a:lnTo>
                  <a:lnTo>
                    <a:pt x="1549" y="357"/>
                  </a:lnTo>
                  <a:lnTo>
                    <a:pt x="1403" y="419"/>
                  </a:lnTo>
                  <a:lnTo>
                    <a:pt x="1403" y="545"/>
                  </a:lnTo>
                  <a:lnTo>
                    <a:pt x="1089" y="566"/>
                  </a:lnTo>
                  <a:lnTo>
                    <a:pt x="880" y="629"/>
                  </a:lnTo>
                  <a:lnTo>
                    <a:pt x="691" y="587"/>
                  </a:lnTo>
                  <a:lnTo>
                    <a:pt x="294" y="357"/>
                  </a:lnTo>
                  <a:lnTo>
                    <a:pt x="294" y="440"/>
                  </a:lnTo>
                  <a:lnTo>
                    <a:pt x="315" y="566"/>
                  </a:lnTo>
                  <a:lnTo>
                    <a:pt x="294" y="670"/>
                  </a:lnTo>
                  <a:lnTo>
                    <a:pt x="64" y="670"/>
                  </a:lnTo>
                  <a:lnTo>
                    <a:pt x="43" y="733"/>
                  </a:lnTo>
                  <a:lnTo>
                    <a:pt x="147" y="838"/>
                  </a:lnTo>
                  <a:lnTo>
                    <a:pt x="85" y="984"/>
                  </a:lnTo>
                  <a:lnTo>
                    <a:pt x="64" y="1089"/>
                  </a:lnTo>
                  <a:lnTo>
                    <a:pt x="147" y="1193"/>
                  </a:lnTo>
                  <a:lnTo>
                    <a:pt x="43" y="1298"/>
                  </a:lnTo>
                  <a:lnTo>
                    <a:pt x="1" y="1298"/>
                  </a:lnTo>
                  <a:lnTo>
                    <a:pt x="168" y="1486"/>
                  </a:lnTo>
                  <a:lnTo>
                    <a:pt x="189" y="1675"/>
                  </a:lnTo>
                  <a:lnTo>
                    <a:pt x="273" y="1696"/>
                  </a:lnTo>
                  <a:lnTo>
                    <a:pt x="524" y="1905"/>
                  </a:lnTo>
                  <a:lnTo>
                    <a:pt x="629" y="1947"/>
                  </a:lnTo>
                  <a:lnTo>
                    <a:pt x="733" y="2030"/>
                  </a:lnTo>
                  <a:lnTo>
                    <a:pt x="1026" y="2093"/>
                  </a:lnTo>
                  <a:lnTo>
                    <a:pt x="1235" y="2156"/>
                  </a:lnTo>
                  <a:lnTo>
                    <a:pt x="1340" y="2030"/>
                  </a:lnTo>
                  <a:lnTo>
                    <a:pt x="1403" y="2051"/>
                  </a:lnTo>
                  <a:lnTo>
                    <a:pt x="1466" y="1989"/>
                  </a:lnTo>
                  <a:lnTo>
                    <a:pt x="1612" y="1926"/>
                  </a:lnTo>
                  <a:lnTo>
                    <a:pt x="1717" y="1926"/>
                  </a:lnTo>
                  <a:lnTo>
                    <a:pt x="1738" y="1884"/>
                  </a:lnTo>
                  <a:lnTo>
                    <a:pt x="1863" y="1779"/>
                  </a:lnTo>
                  <a:lnTo>
                    <a:pt x="1968" y="1800"/>
                  </a:lnTo>
                  <a:lnTo>
                    <a:pt x="2072" y="1821"/>
                  </a:lnTo>
                  <a:lnTo>
                    <a:pt x="2156" y="1842"/>
                  </a:lnTo>
                  <a:lnTo>
                    <a:pt x="2282" y="1717"/>
                  </a:lnTo>
                  <a:lnTo>
                    <a:pt x="2386" y="1696"/>
                  </a:lnTo>
                  <a:lnTo>
                    <a:pt x="2449" y="1591"/>
                  </a:lnTo>
                  <a:lnTo>
                    <a:pt x="2595" y="1612"/>
                  </a:lnTo>
                  <a:lnTo>
                    <a:pt x="2700" y="1507"/>
                  </a:lnTo>
                  <a:lnTo>
                    <a:pt x="2679" y="1403"/>
                  </a:lnTo>
                  <a:lnTo>
                    <a:pt x="2888" y="1089"/>
                  </a:lnTo>
                  <a:lnTo>
                    <a:pt x="3014" y="754"/>
                  </a:lnTo>
                  <a:lnTo>
                    <a:pt x="3118" y="524"/>
                  </a:lnTo>
                  <a:lnTo>
                    <a:pt x="3286" y="482"/>
                  </a:lnTo>
                  <a:lnTo>
                    <a:pt x="3328" y="357"/>
                  </a:lnTo>
                  <a:lnTo>
                    <a:pt x="3307" y="336"/>
                  </a:lnTo>
                  <a:lnTo>
                    <a:pt x="3286" y="231"/>
                  </a:lnTo>
                  <a:lnTo>
                    <a:pt x="3118" y="126"/>
                  </a:lnTo>
                  <a:lnTo>
                    <a:pt x="2993" y="1"/>
                  </a:lnTo>
                  <a:close/>
                </a:path>
              </a:pathLst>
            </a:custGeom>
            <a:solidFill>
              <a:srgbClr val="5F7D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76" name="Google Shape;5976;p36"/>
            <p:cNvSpPr/>
            <p:nvPr/>
          </p:nvSpPr>
          <p:spPr>
            <a:xfrm>
              <a:off x="3851727" y="2789842"/>
              <a:ext cx="34151" cy="14284"/>
            </a:xfrm>
            <a:custGeom>
              <a:rect b="b" l="l" r="r" t="t"/>
              <a:pathLst>
                <a:path extrusionOk="0" h="1256" w="2868">
                  <a:moveTo>
                    <a:pt x="2240" y="0"/>
                  </a:moveTo>
                  <a:lnTo>
                    <a:pt x="2177" y="21"/>
                  </a:lnTo>
                  <a:lnTo>
                    <a:pt x="2093" y="105"/>
                  </a:lnTo>
                  <a:lnTo>
                    <a:pt x="2010" y="42"/>
                  </a:lnTo>
                  <a:lnTo>
                    <a:pt x="1884" y="42"/>
                  </a:lnTo>
                  <a:lnTo>
                    <a:pt x="1779" y="21"/>
                  </a:lnTo>
                  <a:lnTo>
                    <a:pt x="1696" y="42"/>
                  </a:lnTo>
                  <a:lnTo>
                    <a:pt x="1612" y="147"/>
                  </a:lnTo>
                  <a:lnTo>
                    <a:pt x="1507" y="168"/>
                  </a:lnTo>
                  <a:lnTo>
                    <a:pt x="1486" y="147"/>
                  </a:lnTo>
                  <a:lnTo>
                    <a:pt x="1235" y="126"/>
                  </a:lnTo>
                  <a:lnTo>
                    <a:pt x="1089" y="230"/>
                  </a:lnTo>
                  <a:lnTo>
                    <a:pt x="942" y="251"/>
                  </a:lnTo>
                  <a:lnTo>
                    <a:pt x="775" y="419"/>
                  </a:lnTo>
                  <a:lnTo>
                    <a:pt x="566" y="440"/>
                  </a:lnTo>
                  <a:lnTo>
                    <a:pt x="336" y="523"/>
                  </a:lnTo>
                  <a:lnTo>
                    <a:pt x="294" y="460"/>
                  </a:lnTo>
                  <a:lnTo>
                    <a:pt x="147" y="481"/>
                  </a:lnTo>
                  <a:lnTo>
                    <a:pt x="22" y="565"/>
                  </a:lnTo>
                  <a:lnTo>
                    <a:pt x="1" y="565"/>
                  </a:lnTo>
                  <a:lnTo>
                    <a:pt x="1" y="753"/>
                  </a:lnTo>
                  <a:lnTo>
                    <a:pt x="22" y="984"/>
                  </a:lnTo>
                  <a:lnTo>
                    <a:pt x="419" y="1214"/>
                  </a:lnTo>
                  <a:lnTo>
                    <a:pt x="608" y="1256"/>
                  </a:lnTo>
                  <a:lnTo>
                    <a:pt x="817" y="1193"/>
                  </a:lnTo>
                  <a:lnTo>
                    <a:pt x="1131" y="1172"/>
                  </a:lnTo>
                  <a:lnTo>
                    <a:pt x="1131" y="1046"/>
                  </a:lnTo>
                  <a:lnTo>
                    <a:pt x="1277" y="984"/>
                  </a:lnTo>
                  <a:lnTo>
                    <a:pt x="1486" y="837"/>
                  </a:lnTo>
                  <a:lnTo>
                    <a:pt x="1654" y="1004"/>
                  </a:lnTo>
                  <a:lnTo>
                    <a:pt x="1654" y="900"/>
                  </a:lnTo>
                  <a:lnTo>
                    <a:pt x="1758" y="837"/>
                  </a:lnTo>
                  <a:lnTo>
                    <a:pt x="1863" y="670"/>
                  </a:lnTo>
                  <a:lnTo>
                    <a:pt x="2030" y="649"/>
                  </a:lnTo>
                  <a:lnTo>
                    <a:pt x="2177" y="670"/>
                  </a:lnTo>
                  <a:lnTo>
                    <a:pt x="2407" y="670"/>
                  </a:lnTo>
                  <a:lnTo>
                    <a:pt x="2595" y="691"/>
                  </a:lnTo>
                  <a:lnTo>
                    <a:pt x="2742" y="628"/>
                  </a:lnTo>
                  <a:lnTo>
                    <a:pt x="2763" y="419"/>
                  </a:lnTo>
                  <a:lnTo>
                    <a:pt x="2867" y="147"/>
                  </a:lnTo>
                  <a:lnTo>
                    <a:pt x="2637" y="21"/>
                  </a:lnTo>
                  <a:lnTo>
                    <a:pt x="2407" y="21"/>
                  </a:lnTo>
                  <a:lnTo>
                    <a:pt x="2344" y="42"/>
                  </a:lnTo>
                  <a:lnTo>
                    <a:pt x="2240" y="0"/>
                  </a:lnTo>
                  <a:close/>
                </a:path>
              </a:pathLst>
            </a:custGeom>
            <a:solidFill>
              <a:srgbClr val="5F7D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77" name="Google Shape;5977;p36"/>
            <p:cNvSpPr/>
            <p:nvPr/>
          </p:nvSpPr>
          <p:spPr>
            <a:xfrm>
              <a:off x="3869672" y="2845760"/>
              <a:ext cx="12967" cy="23803"/>
            </a:xfrm>
            <a:custGeom>
              <a:rect b="b" l="l" r="r" t="t"/>
              <a:pathLst>
                <a:path extrusionOk="0" h="2093" w="1089">
                  <a:moveTo>
                    <a:pt x="419" y="0"/>
                  </a:moveTo>
                  <a:lnTo>
                    <a:pt x="314" y="126"/>
                  </a:lnTo>
                  <a:lnTo>
                    <a:pt x="272" y="21"/>
                  </a:lnTo>
                  <a:lnTo>
                    <a:pt x="210" y="21"/>
                  </a:lnTo>
                  <a:lnTo>
                    <a:pt x="84" y="147"/>
                  </a:lnTo>
                  <a:lnTo>
                    <a:pt x="0" y="314"/>
                  </a:lnTo>
                  <a:lnTo>
                    <a:pt x="0" y="544"/>
                  </a:lnTo>
                  <a:lnTo>
                    <a:pt x="189" y="628"/>
                  </a:lnTo>
                  <a:lnTo>
                    <a:pt x="168" y="691"/>
                  </a:lnTo>
                  <a:lnTo>
                    <a:pt x="105" y="733"/>
                  </a:lnTo>
                  <a:lnTo>
                    <a:pt x="63" y="984"/>
                  </a:lnTo>
                  <a:lnTo>
                    <a:pt x="105" y="1172"/>
                  </a:lnTo>
                  <a:lnTo>
                    <a:pt x="63" y="1277"/>
                  </a:lnTo>
                  <a:lnTo>
                    <a:pt x="63" y="1423"/>
                  </a:lnTo>
                  <a:lnTo>
                    <a:pt x="147" y="1528"/>
                  </a:lnTo>
                  <a:lnTo>
                    <a:pt x="84" y="1674"/>
                  </a:lnTo>
                  <a:lnTo>
                    <a:pt x="147" y="1716"/>
                  </a:lnTo>
                  <a:lnTo>
                    <a:pt x="377" y="1737"/>
                  </a:lnTo>
                  <a:lnTo>
                    <a:pt x="482" y="2009"/>
                  </a:lnTo>
                  <a:lnTo>
                    <a:pt x="565" y="2093"/>
                  </a:lnTo>
                  <a:lnTo>
                    <a:pt x="628" y="2030"/>
                  </a:lnTo>
                  <a:lnTo>
                    <a:pt x="712" y="1883"/>
                  </a:lnTo>
                  <a:lnTo>
                    <a:pt x="733" y="1737"/>
                  </a:lnTo>
                  <a:lnTo>
                    <a:pt x="942" y="1674"/>
                  </a:lnTo>
                  <a:lnTo>
                    <a:pt x="1047" y="1507"/>
                  </a:lnTo>
                  <a:lnTo>
                    <a:pt x="1088" y="1360"/>
                  </a:lnTo>
                  <a:lnTo>
                    <a:pt x="942" y="1256"/>
                  </a:lnTo>
                  <a:lnTo>
                    <a:pt x="900" y="1109"/>
                  </a:lnTo>
                  <a:lnTo>
                    <a:pt x="795" y="963"/>
                  </a:lnTo>
                  <a:lnTo>
                    <a:pt x="775" y="753"/>
                  </a:lnTo>
                  <a:lnTo>
                    <a:pt x="795" y="544"/>
                  </a:lnTo>
                  <a:lnTo>
                    <a:pt x="775" y="481"/>
                  </a:lnTo>
                  <a:lnTo>
                    <a:pt x="775" y="335"/>
                  </a:lnTo>
                  <a:lnTo>
                    <a:pt x="712" y="230"/>
                  </a:lnTo>
                  <a:lnTo>
                    <a:pt x="607" y="147"/>
                  </a:lnTo>
                  <a:lnTo>
                    <a:pt x="565" y="147"/>
                  </a:lnTo>
                  <a:lnTo>
                    <a:pt x="482" y="21"/>
                  </a:lnTo>
                  <a:lnTo>
                    <a:pt x="419" y="0"/>
                  </a:lnTo>
                  <a:close/>
                </a:path>
              </a:pathLst>
            </a:custGeom>
            <a:solidFill>
              <a:srgbClr val="5F7D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78" name="Google Shape;5978;p36"/>
            <p:cNvSpPr/>
            <p:nvPr/>
          </p:nvSpPr>
          <p:spPr>
            <a:xfrm>
              <a:off x="3863444" y="2836958"/>
              <a:ext cx="12467" cy="15000"/>
            </a:xfrm>
            <a:custGeom>
              <a:rect b="b" l="l" r="r" t="t"/>
              <a:pathLst>
                <a:path extrusionOk="0" h="1319" w="1047">
                  <a:moveTo>
                    <a:pt x="293" y="0"/>
                  </a:moveTo>
                  <a:lnTo>
                    <a:pt x="210" y="63"/>
                  </a:lnTo>
                  <a:lnTo>
                    <a:pt x="210" y="167"/>
                  </a:lnTo>
                  <a:lnTo>
                    <a:pt x="314" y="209"/>
                  </a:lnTo>
                  <a:lnTo>
                    <a:pt x="356" y="293"/>
                  </a:lnTo>
                  <a:lnTo>
                    <a:pt x="272" y="356"/>
                  </a:lnTo>
                  <a:lnTo>
                    <a:pt x="189" y="356"/>
                  </a:lnTo>
                  <a:lnTo>
                    <a:pt x="147" y="481"/>
                  </a:lnTo>
                  <a:lnTo>
                    <a:pt x="147" y="628"/>
                  </a:lnTo>
                  <a:lnTo>
                    <a:pt x="84" y="732"/>
                  </a:lnTo>
                  <a:lnTo>
                    <a:pt x="0" y="795"/>
                  </a:lnTo>
                  <a:lnTo>
                    <a:pt x="63" y="837"/>
                  </a:lnTo>
                  <a:lnTo>
                    <a:pt x="168" y="879"/>
                  </a:lnTo>
                  <a:lnTo>
                    <a:pt x="377" y="1151"/>
                  </a:lnTo>
                  <a:lnTo>
                    <a:pt x="398" y="1235"/>
                  </a:lnTo>
                  <a:lnTo>
                    <a:pt x="523" y="1318"/>
                  </a:lnTo>
                  <a:lnTo>
                    <a:pt x="523" y="1088"/>
                  </a:lnTo>
                  <a:lnTo>
                    <a:pt x="607" y="921"/>
                  </a:lnTo>
                  <a:lnTo>
                    <a:pt x="733" y="795"/>
                  </a:lnTo>
                  <a:lnTo>
                    <a:pt x="795" y="795"/>
                  </a:lnTo>
                  <a:lnTo>
                    <a:pt x="837" y="900"/>
                  </a:lnTo>
                  <a:lnTo>
                    <a:pt x="942" y="774"/>
                  </a:lnTo>
                  <a:lnTo>
                    <a:pt x="984" y="711"/>
                  </a:lnTo>
                  <a:lnTo>
                    <a:pt x="1046" y="628"/>
                  </a:lnTo>
                  <a:lnTo>
                    <a:pt x="1046" y="502"/>
                  </a:lnTo>
                  <a:lnTo>
                    <a:pt x="900" y="481"/>
                  </a:lnTo>
                  <a:lnTo>
                    <a:pt x="816" y="398"/>
                  </a:lnTo>
                  <a:lnTo>
                    <a:pt x="691" y="398"/>
                  </a:lnTo>
                  <a:lnTo>
                    <a:pt x="628" y="314"/>
                  </a:lnTo>
                  <a:lnTo>
                    <a:pt x="628" y="251"/>
                  </a:lnTo>
                  <a:lnTo>
                    <a:pt x="502" y="105"/>
                  </a:lnTo>
                  <a:lnTo>
                    <a:pt x="502" y="146"/>
                  </a:lnTo>
                  <a:lnTo>
                    <a:pt x="398" y="84"/>
                  </a:lnTo>
                  <a:lnTo>
                    <a:pt x="293" y="0"/>
                  </a:lnTo>
                  <a:close/>
                </a:path>
              </a:pathLst>
            </a:custGeom>
            <a:solidFill>
              <a:srgbClr val="5F7D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79" name="Google Shape;5979;p36"/>
            <p:cNvSpPr/>
            <p:nvPr/>
          </p:nvSpPr>
          <p:spPr>
            <a:xfrm>
              <a:off x="3844761" y="2824346"/>
              <a:ext cx="25923" cy="21665"/>
            </a:xfrm>
            <a:custGeom>
              <a:rect b="b" l="l" r="r" t="t"/>
              <a:pathLst>
                <a:path extrusionOk="0" h="1905" w="2177">
                  <a:moveTo>
                    <a:pt x="105" y="0"/>
                  </a:moveTo>
                  <a:lnTo>
                    <a:pt x="63" y="42"/>
                  </a:lnTo>
                  <a:lnTo>
                    <a:pt x="63" y="167"/>
                  </a:lnTo>
                  <a:lnTo>
                    <a:pt x="0" y="230"/>
                  </a:lnTo>
                  <a:lnTo>
                    <a:pt x="42" y="314"/>
                  </a:lnTo>
                  <a:lnTo>
                    <a:pt x="84" y="314"/>
                  </a:lnTo>
                  <a:lnTo>
                    <a:pt x="209" y="439"/>
                  </a:lnTo>
                  <a:lnTo>
                    <a:pt x="251" y="544"/>
                  </a:lnTo>
                  <a:lnTo>
                    <a:pt x="314" y="649"/>
                  </a:lnTo>
                  <a:lnTo>
                    <a:pt x="272" y="670"/>
                  </a:lnTo>
                  <a:lnTo>
                    <a:pt x="293" y="753"/>
                  </a:lnTo>
                  <a:lnTo>
                    <a:pt x="774" y="1151"/>
                  </a:lnTo>
                  <a:lnTo>
                    <a:pt x="1151" y="1611"/>
                  </a:lnTo>
                  <a:lnTo>
                    <a:pt x="1109" y="1695"/>
                  </a:lnTo>
                  <a:lnTo>
                    <a:pt x="1193" y="1716"/>
                  </a:lnTo>
                  <a:lnTo>
                    <a:pt x="1402" y="1737"/>
                  </a:lnTo>
                  <a:lnTo>
                    <a:pt x="1465" y="1716"/>
                  </a:lnTo>
                  <a:lnTo>
                    <a:pt x="1569" y="1904"/>
                  </a:lnTo>
                  <a:lnTo>
                    <a:pt x="1653" y="1841"/>
                  </a:lnTo>
                  <a:lnTo>
                    <a:pt x="1716" y="1737"/>
                  </a:lnTo>
                  <a:lnTo>
                    <a:pt x="1716" y="1590"/>
                  </a:lnTo>
                  <a:lnTo>
                    <a:pt x="1758" y="1465"/>
                  </a:lnTo>
                  <a:lnTo>
                    <a:pt x="1841" y="1465"/>
                  </a:lnTo>
                  <a:lnTo>
                    <a:pt x="1925" y="1402"/>
                  </a:lnTo>
                  <a:lnTo>
                    <a:pt x="1883" y="1318"/>
                  </a:lnTo>
                  <a:lnTo>
                    <a:pt x="1779" y="1276"/>
                  </a:lnTo>
                  <a:lnTo>
                    <a:pt x="1779" y="1172"/>
                  </a:lnTo>
                  <a:lnTo>
                    <a:pt x="1862" y="1109"/>
                  </a:lnTo>
                  <a:lnTo>
                    <a:pt x="1967" y="1193"/>
                  </a:lnTo>
                  <a:lnTo>
                    <a:pt x="2071" y="1255"/>
                  </a:lnTo>
                  <a:lnTo>
                    <a:pt x="2134" y="1193"/>
                  </a:lnTo>
                  <a:lnTo>
                    <a:pt x="1988" y="1046"/>
                  </a:lnTo>
                  <a:lnTo>
                    <a:pt x="1988" y="900"/>
                  </a:lnTo>
                  <a:lnTo>
                    <a:pt x="2051" y="879"/>
                  </a:lnTo>
                  <a:lnTo>
                    <a:pt x="2155" y="942"/>
                  </a:lnTo>
                  <a:lnTo>
                    <a:pt x="2176" y="858"/>
                  </a:lnTo>
                  <a:lnTo>
                    <a:pt x="2134" y="795"/>
                  </a:lnTo>
                  <a:lnTo>
                    <a:pt x="2030" y="774"/>
                  </a:lnTo>
                  <a:lnTo>
                    <a:pt x="1862" y="649"/>
                  </a:lnTo>
                  <a:lnTo>
                    <a:pt x="1862" y="565"/>
                  </a:lnTo>
                  <a:lnTo>
                    <a:pt x="1967" y="419"/>
                  </a:lnTo>
                  <a:lnTo>
                    <a:pt x="1988" y="251"/>
                  </a:lnTo>
                  <a:lnTo>
                    <a:pt x="1925" y="251"/>
                  </a:lnTo>
                  <a:lnTo>
                    <a:pt x="1862" y="272"/>
                  </a:lnTo>
                  <a:lnTo>
                    <a:pt x="1820" y="230"/>
                  </a:lnTo>
                  <a:lnTo>
                    <a:pt x="1653" y="230"/>
                  </a:lnTo>
                  <a:lnTo>
                    <a:pt x="1548" y="126"/>
                  </a:lnTo>
                  <a:lnTo>
                    <a:pt x="1465" y="147"/>
                  </a:lnTo>
                  <a:lnTo>
                    <a:pt x="1339" y="105"/>
                  </a:lnTo>
                  <a:lnTo>
                    <a:pt x="1214" y="126"/>
                  </a:lnTo>
                  <a:lnTo>
                    <a:pt x="1193" y="63"/>
                  </a:lnTo>
                  <a:lnTo>
                    <a:pt x="1088" y="126"/>
                  </a:lnTo>
                  <a:lnTo>
                    <a:pt x="942" y="63"/>
                  </a:lnTo>
                  <a:lnTo>
                    <a:pt x="900" y="126"/>
                  </a:lnTo>
                  <a:lnTo>
                    <a:pt x="837" y="21"/>
                  </a:lnTo>
                  <a:lnTo>
                    <a:pt x="732" y="0"/>
                  </a:lnTo>
                  <a:lnTo>
                    <a:pt x="690" y="42"/>
                  </a:lnTo>
                  <a:lnTo>
                    <a:pt x="607" y="0"/>
                  </a:lnTo>
                  <a:lnTo>
                    <a:pt x="565" y="63"/>
                  </a:lnTo>
                  <a:lnTo>
                    <a:pt x="481" y="42"/>
                  </a:lnTo>
                  <a:lnTo>
                    <a:pt x="377" y="63"/>
                  </a:lnTo>
                  <a:lnTo>
                    <a:pt x="377" y="147"/>
                  </a:lnTo>
                  <a:lnTo>
                    <a:pt x="293" y="167"/>
                  </a:lnTo>
                  <a:lnTo>
                    <a:pt x="251" y="105"/>
                  </a:lnTo>
                  <a:lnTo>
                    <a:pt x="105" y="0"/>
                  </a:lnTo>
                  <a:close/>
                </a:path>
              </a:pathLst>
            </a:custGeom>
            <a:solidFill>
              <a:srgbClr val="5F7D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80" name="Google Shape;5980;p36"/>
            <p:cNvSpPr/>
            <p:nvPr/>
          </p:nvSpPr>
          <p:spPr>
            <a:xfrm>
              <a:off x="3830555" y="2811734"/>
              <a:ext cx="20195" cy="12146"/>
            </a:xfrm>
            <a:custGeom>
              <a:rect b="b" l="l" r="r" t="t"/>
              <a:pathLst>
                <a:path extrusionOk="0" h="1068" w="1696">
                  <a:moveTo>
                    <a:pt x="1507" y="0"/>
                  </a:moveTo>
                  <a:lnTo>
                    <a:pt x="1381" y="63"/>
                  </a:lnTo>
                  <a:lnTo>
                    <a:pt x="1130" y="209"/>
                  </a:lnTo>
                  <a:lnTo>
                    <a:pt x="1067" y="188"/>
                  </a:lnTo>
                  <a:lnTo>
                    <a:pt x="984" y="209"/>
                  </a:lnTo>
                  <a:lnTo>
                    <a:pt x="858" y="272"/>
                  </a:lnTo>
                  <a:lnTo>
                    <a:pt x="733" y="272"/>
                  </a:lnTo>
                  <a:lnTo>
                    <a:pt x="607" y="314"/>
                  </a:lnTo>
                  <a:lnTo>
                    <a:pt x="523" y="230"/>
                  </a:lnTo>
                  <a:lnTo>
                    <a:pt x="251" y="230"/>
                  </a:lnTo>
                  <a:lnTo>
                    <a:pt x="147" y="209"/>
                  </a:lnTo>
                  <a:lnTo>
                    <a:pt x="21" y="419"/>
                  </a:lnTo>
                  <a:lnTo>
                    <a:pt x="84" y="502"/>
                  </a:lnTo>
                  <a:lnTo>
                    <a:pt x="0" y="628"/>
                  </a:lnTo>
                  <a:lnTo>
                    <a:pt x="21" y="816"/>
                  </a:lnTo>
                  <a:lnTo>
                    <a:pt x="42" y="816"/>
                  </a:lnTo>
                  <a:lnTo>
                    <a:pt x="147" y="858"/>
                  </a:lnTo>
                  <a:lnTo>
                    <a:pt x="147" y="942"/>
                  </a:lnTo>
                  <a:lnTo>
                    <a:pt x="42" y="963"/>
                  </a:lnTo>
                  <a:lnTo>
                    <a:pt x="42" y="1067"/>
                  </a:lnTo>
                  <a:lnTo>
                    <a:pt x="251" y="1067"/>
                  </a:lnTo>
                  <a:lnTo>
                    <a:pt x="398" y="963"/>
                  </a:lnTo>
                  <a:lnTo>
                    <a:pt x="523" y="921"/>
                  </a:lnTo>
                  <a:lnTo>
                    <a:pt x="733" y="1025"/>
                  </a:lnTo>
                  <a:lnTo>
                    <a:pt x="858" y="1025"/>
                  </a:lnTo>
                  <a:lnTo>
                    <a:pt x="879" y="816"/>
                  </a:lnTo>
                  <a:lnTo>
                    <a:pt x="1067" y="732"/>
                  </a:lnTo>
                  <a:lnTo>
                    <a:pt x="1088" y="586"/>
                  </a:lnTo>
                  <a:lnTo>
                    <a:pt x="1444" y="398"/>
                  </a:lnTo>
                  <a:lnTo>
                    <a:pt x="1695" y="398"/>
                  </a:lnTo>
                  <a:lnTo>
                    <a:pt x="1674" y="188"/>
                  </a:lnTo>
                  <a:lnTo>
                    <a:pt x="1507" y="0"/>
                  </a:lnTo>
                  <a:close/>
                </a:path>
              </a:pathLst>
            </a:custGeom>
            <a:solidFill>
              <a:srgbClr val="5F7D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81" name="Google Shape;5981;p36"/>
            <p:cNvSpPr/>
            <p:nvPr/>
          </p:nvSpPr>
          <p:spPr>
            <a:xfrm>
              <a:off x="3804645" y="2793401"/>
              <a:ext cx="47594" cy="21903"/>
            </a:xfrm>
            <a:custGeom>
              <a:rect b="b" l="l" r="r" t="t"/>
              <a:pathLst>
                <a:path extrusionOk="0" h="1926" w="3997">
                  <a:moveTo>
                    <a:pt x="2846" y="1"/>
                  </a:moveTo>
                  <a:lnTo>
                    <a:pt x="2804" y="106"/>
                  </a:lnTo>
                  <a:lnTo>
                    <a:pt x="2741" y="147"/>
                  </a:lnTo>
                  <a:lnTo>
                    <a:pt x="2720" y="252"/>
                  </a:lnTo>
                  <a:lnTo>
                    <a:pt x="2574" y="252"/>
                  </a:lnTo>
                  <a:lnTo>
                    <a:pt x="2511" y="315"/>
                  </a:lnTo>
                  <a:lnTo>
                    <a:pt x="2218" y="147"/>
                  </a:lnTo>
                  <a:lnTo>
                    <a:pt x="2155" y="147"/>
                  </a:lnTo>
                  <a:lnTo>
                    <a:pt x="2114" y="252"/>
                  </a:lnTo>
                  <a:lnTo>
                    <a:pt x="2114" y="357"/>
                  </a:lnTo>
                  <a:lnTo>
                    <a:pt x="2051" y="357"/>
                  </a:lnTo>
                  <a:lnTo>
                    <a:pt x="1967" y="461"/>
                  </a:lnTo>
                  <a:lnTo>
                    <a:pt x="1842" y="545"/>
                  </a:lnTo>
                  <a:lnTo>
                    <a:pt x="1674" y="733"/>
                  </a:lnTo>
                  <a:lnTo>
                    <a:pt x="1674" y="796"/>
                  </a:lnTo>
                  <a:lnTo>
                    <a:pt x="1842" y="880"/>
                  </a:lnTo>
                  <a:lnTo>
                    <a:pt x="1863" y="984"/>
                  </a:lnTo>
                  <a:lnTo>
                    <a:pt x="1779" y="1047"/>
                  </a:lnTo>
                  <a:lnTo>
                    <a:pt x="1653" y="963"/>
                  </a:lnTo>
                  <a:lnTo>
                    <a:pt x="1528" y="984"/>
                  </a:lnTo>
                  <a:lnTo>
                    <a:pt x="1381" y="963"/>
                  </a:lnTo>
                  <a:lnTo>
                    <a:pt x="1319" y="963"/>
                  </a:lnTo>
                  <a:lnTo>
                    <a:pt x="1130" y="1089"/>
                  </a:lnTo>
                  <a:lnTo>
                    <a:pt x="1026" y="1110"/>
                  </a:lnTo>
                  <a:lnTo>
                    <a:pt x="942" y="1089"/>
                  </a:lnTo>
                  <a:lnTo>
                    <a:pt x="837" y="1110"/>
                  </a:lnTo>
                  <a:lnTo>
                    <a:pt x="754" y="1047"/>
                  </a:lnTo>
                  <a:lnTo>
                    <a:pt x="440" y="1047"/>
                  </a:lnTo>
                  <a:lnTo>
                    <a:pt x="440" y="1110"/>
                  </a:lnTo>
                  <a:lnTo>
                    <a:pt x="419" y="1173"/>
                  </a:lnTo>
                  <a:lnTo>
                    <a:pt x="272" y="1152"/>
                  </a:lnTo>
                  <a:lnTo>
                    <a:pt x="189" y="1047"/>
                  </a:lnTo>
                  <a:lnTo>
                    <a:pt x="84" y="1089"/>
                  </a:lnTo>
                  <a:lnTo>
                    <a:pt x="21" y="1110"/>
                  </a:lnTo>
                  <a:lnTo>
                    <a:pt x="0" y="1110"/>
                  </a:lnTo>
                  <a:lnTo>
                    <a:pt x="63" y="1173"/>
                  </a:lnTo>
                  <a:lnTo>
                    <a:pt x="63" y="1256"/>
                  </a:lnTo>
                  <a:lnTo>
                    <a:pt x="105" y="1298"/>
                  </a:lnTo>
                  <a:lnTo>
                    <a:pt x="105" y="1403"/>
                  </a:lnTo>
                  <a:lnTo>
                    <a:pt x="210" y="1403"/>
                  </a:lnTo>
                  <a:lnTo>
                    <a:pt x="293" y="1382"/>
                  </a:lnTo>
                  <a:lnTo>
                    <a:pt x="398" y="1507"/>
                  </a:lnTo>
                  <a:lnTo>
                    <a:pt x="502" y="1403"/>
                  </a:lnTo>
                  <a:lnTo>
                    <a:pt x="586" y="1403"/>
                  </a:lnTo>
                  <a:lnTo>
                    <a:pt x="628" y="1507"/>
                  </a:lnTo>
                  <a:lnTo>
                    <a:pt x="837" y="1591"/>
                  </a:lnTo>
                  <a:lnTo>
                    <a:pt x="1130" y="1403"/>
                  </a:lnTo>
                  <a:lnTo>
                    <a:pt x="1256" y="1424"/>
                  </a:lnTo>
                  <a:lnTo>
                    <a:pt x="1444" y="1424"/>
                  </a:lnTo>
                  <a:lnTo>
                    <a:pt x="1444" y="1528"/>
                  </a:lnTo>
                  <a:lnTo>
                    <a:pt x="1737" y="1717"/>
                  </a:lnTo>
                  <a:lnTo>
                    <a:pt x="2072" y="1779"/>
                  </a:lnTo>
                  <a:lnTo>
                    <a:pt x="2260" y="1738"/>
                  </a:lnTo>
                  <a:lnTo>
                    <a:pt x="2323" y="1821"/>
                  </a:lnTo>
                  <a:lnTo>
                    <a:pt x="2427" y="1842"/>
                  </a:lnTo>
                  <a:lnTo>
                    <a:pt x="2699" y="1842"/>
                  </a:lnTo>
                  <a:lnTo>
                    <a:pt x="2783" y="1926"/>
                  </a:lnTo>
                  <a:lnTo>
                    <a:pt x="2909" y="1884"/>
                  </a:lnTo>
                  <a:lnTo>
                    <a:pt x="3034" y="1884"/>
                  </a:lnTo>
                  <a:lnTo>
                    <a:pt x="3160" y="1821"/>
                  </a:lnTo>
                  <a:lnTo>
                    <a:pt x="3243" y="1800"/>
                  </a:lnTo>
                  <a:lnTo>
                    <a:pt x="3306" y="1821"/>
                  </a:lnTo>
                  <a:lnTo>
                    <a:pt x="3557" y="1675"/>
                  </a:lnTo>
                  <a:lnTo>
                    <a:pt x="3683" y="1612"/>
                  </a:lnTo>
                  <a:lnTo>
                    <a:pt x="3725" y="1612"/>
                  </a:lnTo>
                  <a:lnTo>
                    <a:pt x="3829" y="1507"/>
                  </a:lnTo>
                  <a:lnTo>
                    <a:pt x="3746" y="1403"/>
                  </a:lnTo>
                  <a:lnTo>
                    <a:pt x="3767" y="1298"/>
                  </a:lnTo>
                  <a:lnTo>
                    <a:pt x="3829" y="1152"/>
                  </a:lnTo>
                  <a:lnTo>
                    <a:pt x="3725" y="1047"/>
                  </a:lnTo>
                  <a:lnTo>
                    <a:pt x="3746" y="984"/>
                  </a:lnTo>
                  <a:lnTo>
                    <a:pt x="3976" y="984"/>
                  </a:lnTo>
                  <a:lnTo>
                    <a:pt x="3997" y="880"/>
                  </a:lnTo>
                  <a:lnTo>
                    <a:pt x="3976" y="754"/>
                  </a:lnTo>
                  <a:lnTo>
                    <a:pt x="3976" y="671"/>
                  </a:lnTo>
                  <a:lnTo>
                    <a:pt x="3955" y="440"/>
                  </a:lnTo>
                  <a:lnTo>
                    <a:pt x="3955" y="252"/>
                  </a:lnTo>
                  <a:lnTo>
                    <a:pt x="3725" y="210"/>
                  </a:lnTo>
                  <a:lnTo>
                    <a:pt x="3641" y="127"/>
                  </a:lnTo>
                  <a:lnTo>
                    <a:pt x="3474" y="147"/>
                  </a:lnTo>
                  <a:lnTo>
                    <a:pt x="3327" y="147"/>
                  </a:lnTo>
                  <a:lnTo>
                    <a:pt x="3160" y="43"/>
                  </a:lnTo>
                  <a:lnTo>
                    <a:pt x="2951" y="43"/>
                  </a:lnTo>
                  <a:lnTo>
                    <a:pt x="2846" y="1"/>
                  </a:lnTo>
                  <a:close/>
                </a:path>
              </a:pathLst>
            </a:custGeom>
            <a:solidFill>
              <a:srgbClr val="5F7D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82" name="Google Shape;5982;p36"/>
            <p:cNvSpPr/>
            <p:nvPr/>
          </p:nvSpPr>
          <p:spPr>
            <a:xfrm>
              <a:off x="3831556" y="2741054"/>
              <a:ext cx="63038" cy="50699"/>
            </a:xfrm>
            <a:custGeom>
              <a:rect b="b" l="l" r="r" t="t"/>
              <a:pathLst>
                <a:path extrusionOk="0" h="4458" w="5294">
                  <a:moveTo>
                    <a:pt x="1883" y="1"/>
                  </a:moveTo>
                  <a:lnTo>
                    <a:pt x="1632" y="105"/>
                  </a:lnTo>
                  <a:lnTo>
                    <a:pt x="1486" y="105"/>
                  </a:lnTo>
                  <a:lnTo>
                    <a:pt x="1318" y="147"/>
                  </a:lnTo>
                  <a:lnTo>
                    <a:pt x="1214" y="315"/>
                  </a:lnTo>
                  <a:lnTo>
                    <a:pt x="1046" y="315"/>
                  </a:lnTo>
                  <a:lnTo>
                    <a:pt x="942" y="398"/>
                  </a:lnTo>
                  <a:lnTo>
                    <a:pt x="942" y="524"/>
                  </a:lnTo>
                  <a:lnTo>
                    <a:pt x="753" y="524"/>
                  </a:lnTo>
                  <a:lnTo>
                    <a:pt x="481" y="670"/>
                  </a:lnTo>
                  <a:lnTo>
                    <a:pt x="314" y="670"/>
                  </a:lnTo>
                  <a:lnTo>
                    <a:pt x="251" y="796"/>
                  </a:lnTo>
                  <a:lnTo>
                    <a:pt x="209" y="963"/>
                  </a:lnTo>
                  <a:lnTo>
                    <a:pt x="147" y="984"/>
                  </a:lnTo>
                  <a:lnTo>
                    <a:pt x="167" y="1047"/>
                  </a:lnTo>
                  <a:lnTo>
                    <a:pt x="126" y="1047"/>
                  </a:lnTo>
                  <a:lnTo>
                    <a:pt x="167" y="1298"/>
                  </a:lnTo>
                  <a:lnTo>
                    <a:pt x="147" y="1486"/>
                  </a:lnTo>
                  <a:lnTo>
                    <a:pt x="0" y="1570"/>
                  </a:lnTo>
                  <a:lnTo>
                    <a:pt x="0" y="1633"/>
                  </a:lnTo>
                  <a:lnTo>
                    <a:pt x="167" y="1842"/>
                  </a:lnTo>
                  <a:lnTo>
                    <a:pt x="147" y="1947"/>
                  </a:lnTo>
                  <a:lnTo>
                    <a:pt x="230" y="2051"/>
                  </a:lnTo>
                  <a:lnTo>
                    <a:pt x="230" y="2135"/>
                  </a:lnTo>
                  <a:lnTo>
                    <a:pt x="272" y="2261"/>
                  </a:lnTo>
                  <a:lnTo>
                    <a:pt x="230" y="2365"/>
                  </a:lnTo>
                  <a:lnTo>
                    <a:pt x="335" y="2616"/>
                  </a:lnTo>
                  <a:lnTo>
                    <a:pt x="419" y="2658"/>
                  </a:lnTo>
                  <a:lnTo>
                    <a:pt x="481" y="2742"/>
                  </a:lnTo>
                  <a:lnTo>
                    <a:pt x="481" y="3056"/>
                  </a:lnTo>
                  <a:lnTo>
                    <a:pt x="460" y="3097"/>
                  </a:lnTo>
                  <a:lnTo>
                    <a:pt x="523" y="3181"/>
                  </a:lnTo>
                  <a:lnTo>
                    <a:pt x="565" y="3139"/>
                  </a:lnTo>
                  <a:lnTo>
                    <a:pt x="649" y="3160"/>
                  </a:lnTo>
                  <a:lnTo>
                    <a:pt x="732" y="3097"/>
                  </a:lnTo>
                  <a:lnTo>
                    <a:pt x="963" y="3160"/>
                  </a:lnTo>
                  <a:lnTo>
                    <a:pt x="942" y="3202"/>
                  </a:lnTo>
                  <a:lnTo>
                    <a:pt x="1046" y="3307"/>
                  </a:lnTo>
                  <a:lnTo>
                    <a:pt x="1151" y="3307"/>
                  </a:lnTo>
                  <a:lnTo>
                    <a:pt x="1214" y="3390"/>
                  </a:lnTo>
                  <a:lnTo>
                    <a:pt x="1172" y="3495"/>
                  </a:lnTo>
                  <a:lnTo>
                    <a:pt x="1193" y="3579"/>
                  </a:lnTo>
                  <a:lnTo>
                    <a:pt x="1255" y="3600"/>
                  </a:lnTo>
                  <a:lnTo>
                    <a:pt x="1255" y="3704"/>
                  </a:lnTo>
                  <a:lnTo>
                    <a:pt x="1318" y="3725"/>
                  </a:lnTo>
                  <a:lnTo>
                    <a:pt x="1381" y="3683"/>
                  </a:lnTo>
                  <a:lnTo>
                    <a:pt x="1465" y="3683"/>
                  </a:lnTo>
                  <a:lnTo>
                    <a:pt x="1318" y="3516"/>
                  </a:lnTo>
                  <a:lnTo>
                    <a:pt x="1381" y="3474"/>
                  </a:lnTo>
                  <a:lnTo>
                    <a:pt x="1632" y="3621"/>
                  </a:lnTo>
                  <a:lnTo>
                    <a:pt x="1820" y="3600"/>
                  </a:lnTo>
                  <a:lnTo>
                    <a:pt x="1779" y="3704"/>
                  </a:lnTo>
                  <a:lnTo>
                    <a:pt x="1904" y="3809"/>
                  </a:lnTo>
                  <a:lnTo>
                    <a:pt x="2134" y="3767"/>
                  </a:lnTo>
                  <a:lnTo>
                    <a:pt x="2302" y="3809"/>
                  </a:lnTo>
                  <a:lnTo>
                    <a:pt x="2636" y="4081"/>
                  </a:lnTo>
                  <a:lnTo>
                    <a:pt x="2762" y="4248"/>
                  </a:lnTo>
                  <a:lnTo>
                    <a:pt x="2846" y="4248"/>
                  </a:lnTo>
                  <a:lnTo>
                    <a:pt x="2888" y="4206"/>
                  </a:lnTo>
                  <a:lnTo>
                    <a:pt x="3055" y="4206"/>
                  </a:lnTo>
                  <a:lnTo>
                    <a:pt x="3139" y="4290"/>
                  </a:lnTo>
                  <a:lnTo>
                    <a:pt x="3180" y="4437"/>
                  </a:lnTo>
                  <a:lnTo>
                    <a:pt x="3201" y="4458"/>
                  </a:lnTo>
                  <a:lnTo>
                    <a:pt x="3306" y="4437"/>
                  </a:lnTo>
                  <a:lnTo>
                    <a:pt x="3390" y="4332"/>
                  </a:lnTo>
                  <a:lnTo>
                    <a:pt x="3473" y="4311"/>
                  </a:lnTo>
                  <a:lnTo>
                    <a:pt x="3578" y="4332"/>
                  </a:lnTo>
                  <a:lnTo>
                    <a:pt x="3704" y="4332"/>
                  </a:lnTo>
                  <a:lnTo>
                    <a:pt x="3787" y="4395"/>
                  </a:lnTo>
                  <a:lnTo>
                    <a:pt x="3871" y="4311"/>
                  </a:lnTo>
                  <a:lnTo>
                    <a:pt x="3934" y="4290"/>
                  </a:lnTo>
                  <a:lnTo>
                    <a:pt x="4038" y="4332"/>
                  </a:lnTo>
                  <a:lnTo>
                    <a:pt x="4101" y="4311"/>
                  </a:lnTo>
                  <a:lnTo>
                    <a:pt x="4331" y="4311"/>
                  </a:lnTo>
                  <a:lnTo>
                    <a:pt x="4561" y="4437"/>
                  </a:lnTo>
                  <a:lnTo>
                    <a:pt x="4708" y="4458"/>
                  </a:lnTo>
                  <a:lnTo>
                    <a:pt x="4708" y="4290"/>
                  </a:lnTo>
                  <a:lnTo>
                    <a:pt x="4666" y="4123"/>
                  </a:lnTo>
                  <a:lnTo>
                    <a:pt x="5043" y="3725"/>
                  </a:lnTo>
                  <a:lnTo>
                    <a:pt x="5064" y="3558"/>
                  </a:lnTo>
                  <a:lnTo>
                    <a:pt x="5168" y="3474"/>
                  </a:lnTo>
                  <a:lnTo>
                    <a:pt x="5252" y="3474"/>
                  </a:lnTo>
                  <a:lnTo>
                    <a:pt x="5294" y="3286"/>
                  </a:lnTo>
                  <a:lnTo>
                    <a:pt x="5252" y="3202"/>
                  </a:lnTo>
                  <a:lnTo>
                    <a:pt x="5231" y="3139"/>
                  </a:lnTo>
                  <a:lnTo>
                    <a:pt x="5273" y="3056"/>
                  </a:lnTo>
                  <a:lnTo>
                    <a:pt x="5147" y="2972"/>
                  </a:lnTo>
                  <a:lnTo>
                    <a:pt x="5064" y="2825"/>
                  </a:lnTo>
                  <a:lnTo>
                    <a:pt x="5022" y="2742"/>
                  </a:lnTo>
                  <a:lnTo>
                    <a:pt x="4980" y="2470"/>
                  </a:lnTo>
                  <a:lnTo>
                    <a:pt x="5022" y="2365"/>
                  </a:lnTo>
                  <a:lnTo>
                    <a:pt x="5022" y="2323"/>
                  </a:lnTo>
                  <a:lnTo>
                    <a:pt x="4875" y="2135"/>
                  </a:lnTo>
                  <a:lnTo>
                    <a:pt x="4854" y="1947"/>
                  </a:lnTo>
                  <a:lnTo>
                    <a:pt x="4938" y="1821"/>
                  </a:lnTo>
                  <a:lnTo>
                    <a:pt x="5043" y="1779"/>
                  </a:lnTo>
                  <a:lnTo>
                    <a:pt x="5043" y="1403"/>
                  </a:lnTo>
                  <a:lnTo>
                    <a:pt x="4980" y="1361"/>
                  </a:lnTo>
                  <a:lnTo>
                    <a:pt x="4959" y="1214"/>
                  </a:lnTo>
                  <a:lnTo>
                    <a:pt x="4875" y="1089"/>
                  </a:lnTo>
                  <a:lnTo>
                    <a:pt x="4771" y="838"/>
                  </a:lnTo>
                  <a:lnTo>
                    <a:pt x="4750" y="775"/>
                  </a:lnTo>
                  <a:lnTo>
                    <a:pt x="4708" y="670"/>
                  </a:lnTo>
                  <a:lnTo>
                    <a:pt x="4708" y="545"/>
                  </a:lnTo>
                  <a:lnTo>
                    <a:pt x="4645" y="315"/>
                  </a:lnTo>
                  <a:lnTo>
                    <a:pt x="4561" y="315"/>
                  </a:lnTo>
                  <a:lnTo>
                    <a:pt x="4436" y="210"/>
                  </a:lnTo>
                  <a:lnTo>
                    <a:pt x="4310" y="231"/>
                  </a:lnTo>
                  <a:lnTo>
                    <a:pt x="3683" y="273"/>
                  </a:lnTo>
                  <a:lnTo>
                    <a:pt x="2950" y="231"/>
                  </a:lnTo>
                  <a:lnTo>
                    <a:pt x="2867" y="252"/>
                  </a:lnTo>
                  <a:lnTo>
                    <a:pt x="2678" y="440"/>
                  </a:lnTo>
                  <a:lnTo>
                    <a:pt x="2511" y="482"/>
                  </a:lnTo>
                  <a:lnTo>
                    <a:pt x="2469" y="440"/>
                  </a:lnTo>
                  <a:lnTo>
                    <a:pt x="2636" y="356"/>
                  </a:lnTo>
                  <a:lnTo>
                    <a:pt x="2783" y="210"/>
                  </a:lnTo>
                  <a:lnTo>
                    <a:pt x="2741" y="210"/>
                  </a:lnTo>
                  <a:lnTo>
                    <a:pt x="2616" y="315"/>
                  </a:lnTo>
                  <a:lnTo>
                    <a:pt x="2406" y="398"/>
                  </a:lnTo>
                  <a:lnTo>
                    <a:pt x="2134" y="356"/>
                  </a:lnTo>
                  <a:lnTo>
                    <a:pt x="2092" y="210"/>
                  </a:lnTo>
                  <a:lnTo>
                    <a:pt x="2134" y="126"/>
                  </a:lnTo>
                  <a:lnTo>
                    <a:pt x="2260" y="126"/>
                  </a:lnTo>
                  <a:lnTo>
                    <a:pt x="2323" y="168"/>
                  </a:lnTo>
                  <a:lnTo>
                    <a:pt x="2323" y="126"/>
                  </a:lnTo>
                  <a:lnTo>
                    <a:pt x="2155" y="43"/>
                  </a:lnTo>
                  <a:lnTo>
                    <a:pt x="1883" y="1"/>
                  </a:lnTo>
                  <a:close/>
                </a:path>
              </a:pathLst>
            </a:custGeom>
            <a:solidFill>
              <a:srgbClr val="5F7D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83" name="Google Shape;5983;p36"/>
            <p:cNvSpPr/>
            <p:nvPr/>
          </p:nvSpPr>
          <p:spPr>
            <a:xfrm>
              <a:off x="3819089" y="2776036"/>
              <a:ext cx="50345" cy="20948"/>
            </a:xfrm>
            <a:custGeom>
              <a:rect b="b" l="l" r="r" t="t"/>
              <a:pathLst>
                <a:path extrusionOk="0" h="1842" w="4228">
                  <a:moveTo>
                    <a:pt x="1403" y="1"/>
                  </a:moveTo>
                  <a:lnTo>
                    <a:pt x="1319" y="63"/>
                  </a:lnTo>
                  <a:lnTo>
                    <a:pt x="1152" y="21"/>
                  </a:lnTo>
                  <a:lnTo>
                    <a:pt x="1152" y="126"/>
                  </a:lnTo>
                  <a:lnTo>
                    <a:pt x="1068" y="189"/>
                  </a:lnTo>
                  <a:lnTo>
                    <a:pt x="984" y="168"/>
                  </a:lnTo>
                  <a:lnTo>
                    <a:pt x="775" y="168"/>
                  </a:lnTo>
                  <a:lnTo>
                    <a:pt x="733" y="273"/>
                  </a:lnTo>
                  <a:lnTo>
                    <a:pt x="587" y="273"/>
                  </a:lnTo>
                  <a:lnTo>
                    <a:pt x="482" y="398"/>
                  </a:lnTo>
                  <a:lnTo>
                    <a:pt x="378" y="398"/>
                  </a:lnTo>
                  <a:lnTo>
                    <a:pt x="168" y="586"/>
                  </a:lnTo>
                  <a:lnTo>
                    <a:pt x="106" y="545"/>
                  </a:lnTo>
                  <a:lnTo>
                    <a:pt x="22" y="503"/>
                  </a:lnTo>
                  <a:lnTo>
                    <a:pt x="1" y="524"/>
                  </a:lnTo>
                  <a:lnTo>
                    <a:pt x="1" y="628"/>
                  </a:lnTo>
                  <a:lnTo>
                    <a:pt x="147" y="712"/>
                  </a:lnTo>
                  <a:lnTo>
                    <a:pt x="252" y="900"/>
                  </a:lnTo>
                  <a:lnTo>
                    <a:pt x="252" y="1047"/>
                  </a:lnTo>
                  <a:lnTo>
                    <a:pt x="273" y="1130"/>
                  </a:lnTo>
                  <a:lnTo>
                    <a:pt x="378" y="1172"/>
                  </a:lnTo>
                  <a:lnTo>
                    <a:pt x="587" y="1319"/>
                  </a:lnTo>
                  <a:lnTo>
                    <a:pt x="691" y="1382"/>
                  </a:lnTo>
                  <a:lnTo>
                    <a:pt x="942" y="1674"/>
                  </a:lnTo>
                  <a:lnTo>
                    <a:pt x="1005" y="1674"/>
                  </a:lnTo>
                  <a:lnTo>
                    <a:pt x="1298" y="1842"/>
                  </a:lnTo>
                  <a:lnTo>
                    <a:pt x="1361" y="1779"/>
                  </a:lnTo>
                  <a:lnTo>
                    <a:pt x="1507" y="1779"/>
                  </a:lnTo>
                  <a:lnTo>
                    <a:pt x="1528" y="1674"/>
                  </a:lnTo>
                  <a:lnTo>
                    <a:pt x="1591" y="1633"/>
                  </a:lnTo>
                  <a:lnTo>
                    <a:pt x="1633" y="1528"/>
                  </a:lnTo>
                  <a:lnTo>
                    <a:pt x="1738" y="1570"/>
                  </a:lnTo>
                  <a:lnTo>
                    <a:pt x="1947" y="1570"/>
                  </a:lnTo>
                  <a:lnTo>
                    <a:pt x="2114" y="1674"/>
                  </a:lnTo>
                  <a:lnTo>
                    <a:pt x="2261" y="1674"/>
                  </a:lnTo>
                  <a:lnTo>
                    <a:pt x="2428" y="1654"/>
                  </a:lnTo>
                  <a:lnTo>
                    <a:pt x="2512" y="1737"/>
                  </a:lnTo>
                  <a:lnTo>
                    <a:pt x="2742" y="1779"/>
                  </a:lnTo>
                  <a:lnTo>
                    <a:pt x="2763" y="1779"/>
                  </a:lnTo>
                  <a:lnTo>
                    <a:pt x="2888" y="1695"/>
                  </a:lnTo>
                  <a:lnTo>
                    <a:pt x="3035" y="1674"/>
                  </a:lnTo>
                  <a:lnTo>
                    <a:pt x="3077" y="1737"/>
                  </a:lnTo>
                  <a:lnTo>
                    <a:pt x="3307" y="1654"/>
                  </a:lnTo>
                  <a:lnTo>
                    <a:pt x="3516" y="1633"/>
                  </a:lnTo>
                  <a:lnTo>
                    <a:pt x="3683" y="1465"/>
                  </a:lnTo>
                  <a:lnTo>
                    <a:pt x="3830" y="1444"/>
                  </a:lnTo>
                  <a:lnTo>
                    <a:pt x="3976" y="1340"/>
                  </a:lnTo>
                  <a:lnTo>
                    <a:pt x="4227" y="1361"/>
                  </a:lnTo>
                  <a:lnTo>
                    <a:pt x="4186" y="1214"/>
                  </a:lnTo>
                  <a:lnTo>
                    <a:pt x="4102" y="1130"/>
                  </a:lnTo>
                  <a:lnTo>
                    <a:pt x="3935" y="1130"/>
                  </a:lnTo>
                  <a:lnTo>
                    <a:pt x="3893" y="1172"/>
                  </a:lnTo>
                  <a:lnTo>
                    <a:pt x="3809" y="1172"/>
                  </a:lnTo>
                  <a:lnTo>
                    <a:pt x="3683" y="1005"/>
                  </a:lnTo>
                  <a:lnTo>
                    <a:pt x="3349" y="733"/>
                  </a:lnTo>
                  <a:lnTo>
                    <a:pt x="3181" y="691"/>
                  </a:lnTo>
                  <a:lnTo>
                    <a:pt x="2951" y="733"/>
                  </a:lnTo>
                  <a:lnTo>
                    <a:pt x="2826" y="628"/>
                  </a:lnTo>
                  <a:lnTo>
                    <a:pt x="2867" y="524"/>
                  </a:lnTo>
                  <a:lnTo>
                    <a:pt x="2679" y="545"/>
                  </a:lnTo>
                  <a:lnTo>
                    <a:pt x="2428" y="398"/>
                  </a:lnTo>
                  <a:lnTo>
                    <a:pt x="2365" y="440"/>
                  </a:lnTo>
                  <a:lnTo>
                    <a:pt x="2512" y="607"/>
                  </a:lnTo>
                  <a:lnTo>
                    <a:pt x="2428" y="607"/>
                  </a:lnTo>
                  <a:lnTo>
                    <a:pt x="2365" y="649"/>
                  </a:lnTo>
                  <a:lnTo>
                    <a:pt x="2302" y="628"/>
                  </a:lnTo>
                  <a:lnTo>
                    <a:pt x="2302" y="524"/>
                  </a:lnTo>
                  <a:lnTo>
                    <a:pt x="2240" y="503"/>
                  </a:lnTo>
                  <a:lnTo>
                    <a:pt x="2219" y="419"/>
                  </a:lnTo>
                  <a:lnTo>
                    <a:pt x="2261" y="314"/>
                  </a:lnTo>
                  <a:lnTo>
                    <a:pt x="2198" y="231"/>
                  </a:lnTo>
                  <a:lnTo>
                    <a:pt x="2093" y="231"/>
                  </a:lnTo>
                  <a:lnTo>
                    <a:pt x="1989" y="126"/>
                  </a:lnTo>
                  <a:lnTo>
                    <a:pt x="2010" y="84"/>
                  </a:lnTo>
                  <a:lnTo>
                    <a:pt x="1779" y="21"/>
                  </a:lnTo>
                  <a:lnTo>
                    <a:pt x="1696" y="84"/>
                  </a:lnTo>
                  <a:lnTo>
                    <a:pt x="1612" y="63"/>
                  </a:lnTo>
                  <a:lnTo>
                    <a:pt x="1570" y="105"/>
                  </a:lnTo>
                  <a:lnTo>
                    <a:pt x="1507" y="21"/>
                  </a:lnTo>
                  <a:lnTo>
                    <a:pt x="1486" y="63"/>
                  </a:lnTo>
                  <a:lnTo>
                    <a:pt x="1403" y="1"/>
                  </a:lnTo>
                  <a:close/>
                </a:path>
              </a:pathLst>
            </a:custGeom>
            <a:solidFill>
              <a:srgbClr val="5F7D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84" name="Google Shape;5984;p36"/>
            <p:cNvSpPr/>
            <p:nvPr/>
          </p:nvSpPr>
          <p:spPr>
            <a:xfrm>
              <a:off x="3779972" y="2741293"/>
              <a:ext cx="57323" cy="65449"/>
            </a:xfrm>
            <a:custGeom>
              <a:rect b="b" l="l" r="r" t="t"/>
              <a:pathLst>
                <a:path extrusionOk="0" h="5755" w="4814">
                  <a:moveTo>
                    <a:pt x="1340" y="1"/>
                  </a:moveTo>
                  <a:lnTo>
                    <a:pt x="1340" y="22"/>
                  </a:lnTo>
                  <a:lnTo>
                    <a:pt x="1340" y="126"/>
                  </a:lnTo>
                  <a:lnTo>
                    <a:pt x="1424" y="189"/>
                  </a:lnTo>
                  <a:lnTo>
                    <a:pt x="1466" y="189"/>
                  </a:lnTo>
                  <a:lnTo>
                    <a:pt x="1466" y="252"/>
                  </a:lnTo>
                  <a:lnTo>
                    <a:pt x="1612" y="377"/>
                  </a:lnTo>
                  <a:lnTo>
                    <a:pt x="1507" y="419"/>
                  </a:lnTo>
                  <a:lnTo>
                    <a:pt x="1403" y="419"/>
                  </a:lnTo>
                  <a:lnTo>
                    <a:pt x="1403" y="524"/>
                  </a:lnTo>
                  <a:lnTo>
                    <a:pt x="1507" y="461"/>
                  </a:lnTo>
                  <a:lnTo>
                    <a:pt x="1507" y="628"/>
                  </a:lnTo>
                  <a:lnTo>
                    <a:pt x="1612" y="670"/>
                  </a:lnTo>
                  <a:lnTo>
                    <a:pt x="1528" y="754"/>
                  </a:lnTo>
                  <a:lnTo>
                    <a:pt x="1528" y="838"/>
                  </a:lnTo>
                  <a:lnTo>
                    <a:pt x="1612" y="880"/>
                  </a:lnTo>
                  <a:lnTo>
                    <a:pt x="1738" y="880"/>
                  </a:lnTo>
                  <a:lnTo>
                    <a:pt x="1926" y="1068"/>
                  </a:lnTo>
                  <a:lnTo>
                    <a:pt x="2156" y="1172"/>
                  </a:lnTo>
                  <a:lnTo>
                    <a:pt x="1926" y="1131"/>
                  </a:lnTo>
                  <a:lnTo>
                    <a:pt x="1738" y="942"/>
                  </a:lnTo>
                  <a:lnTo>
                    <a:pt x="1612" y="963"/>
                  </a:lnTo>
                  <a:lnTo>
                    <a:pt x="1507" y="942"/>
                  </a:lnTo>
                  <a:lnTo>
                    <a:pt x="1424" y="942"/>
                  </a:lnTo>
                  <a:lnTo>
                    <a:pt x="1340" y="1068"/>
                  </a:lnTo>
                  <a:lnTo>
                    <a:pt x="1361" y="1152"/>
                  </a:lnTo>
                  <a:lnTo>
                    <a:pt x="1361" y="1340"/>
                  </a:lnTo>
                  <a:lnTo>
                    <a:pt x="1424" y="1444"/>
                  </a:lnTo>
                  <a:lnTo>
                    <a:pt x="1298" y="1277"/>
                  </a:lnTo>
                  <a:lnTo>
                    <a:pt x="1319" y="1152"/>
                  </a:lnTo>
                  <a:lnTo>
                    <a:pt x="1235" y="1068"/>
                  </a:lnTo>
                  <a:lnTo>
                    <a:pt x="1194" y="1089"/>
                  </a:lnTo>
                  <a:lnTo>
                    <a:pt x="1194" y="1172"/>
                  </a:lnTo>
                  <a:lnTo>
                    <a:pt x="1235" y="1277"/>
                  </a:lnTo>
                  <a:lnTo>
                    <a:pt x="1152" y="1361"/>
                  </a:lnTo>
                  <a:lnTo>
                    <a:pt x="1089" y="1235"/>
                  </a:lnTo>
                  <a:lnTo>
                    <a:pt x="1089" y="1089"/>
                  </a:lnTo>
                  <a:lnTo>
                    <a:pt x="942" y="1026"/>
                  </a:lnTo>
                  <a:lnTo>
                    <a:pt x="880" y="1047"/>
                  </a:lnTo>
                  <a:lnTo>
                    <a:pt x="608" y="1131"/>
                  </a:lnTo>
                  <a:lnTo>
                    <a:pt x="587" y="1235"/>
                  </a:lnTo>
                  <a:lnTo>
                    <a:pt x="629" y="1340"/>
                  </a:lnTo>
                  <a:lnTo>
                    <a:pt x="775" y="1361"/>
                  </a:lnTo>
                  <a:lnTo>
                    <a:pt x="796" y="1465"/>
                  </a:lnTo>
                  <a:lnTo>
                    <a:pt x="796" y="1486"/>
                  </a:lnTo>
                  <a:lnTo>
                    <a:pt x="733" y="1507"/>
                  </a:lnTo>
                  <a:lnTo>
                    <a:pt x="733" y="1591"/>
                  </a:lnTo>
                  <a:lnTo>
                    <a:pt x="691" y="1696"/>
                  </a:lnTo>
                  <a:lnTo>
                    <a:pt x="691" y="1800"/>
                  </a:lnTo>
                  <a:lnTo>
                    <a:pt x="608" y="1863"/>
                  </a:lnTo>
                  <a:lnTo>
                    <a:pt x="503" y="1800"/>
                  </a:lnTo>
                  <a:lnTo>
                    <a:pt x="461" y="1926"/>
                  </a:lnTo>
                  <a:lnTo>
                    <a:pt x="482" y="1988"/>
                  </a:lnTo>
                  <a:lnTo>
                    <a:pt x="608" y="1988"/>
                  </a:lnTo>
                  <a:lnTo>
                    <a:pt x="670" y="2030"/>
                  </a:lnTo>
                  <a:lnTo>
                    <a:pt x="629" y="2114"/>
                  </a:lnTo>
                  <a:lnTo>
                    <a:pt x="608" y="2240"/>
                  </a:lnTo>
                  <a:lnTo>
                    <a:pt x="524" y="2302"/>
                  </a:lnTo>
                  <a:lnTo>
                    <a:pt x="608" y="2407"/>
                  </a:lnTo>
                  <a:lnTo>
                    <a:pt x="524" y="2449"/>
                  </a:lnTo>
                  <a:lnTo>
                    <a:pt x="378" y="2407"/>
                  </a:lnTo>
                  <a:lnTo>
                    <a:pt x="210" y="2449"/>
                  </a:lnTo>
                  <a:lnTo>
                    <a:pt x="168" y="2553"/>
                  </a:lnTo>
                  <a:lnTo>
                    <a:pt x="85" y="2658"/>
                  </a:lnTo>
                  <a:lnTo>
                    <a:pt x="105" y="2825"/>
                  </a:lnTo>
                  <a:lnTo>
                    <a:pt x="85" y="3035"/>
                  </a:lnTo>
                  <a:lnTo>
                    <a:pt x="43" y="3139"/>
                  </a:lnTo>
                  <a:lnTo>
                    <a:pt x="43" y="3160"/>
                  </a:lnTo>
                  <a:lnTo>
                    <a:pt x="1" y="3244"/>
                  </a:lnTo>
                  <a:lnTo>
                    <a:pt x="85" y="3432"/>
                  </a:lnTo>
                  <a:lnTo>
                    <a:pt x="85" y="3474"/>
                  </a:lnTo>
                  <a:lnTo>
                    <a:pt x="168" y="3579"/>
                  </a:lnTo>
                  <a:lnTo>
                    <a:pt x="85" y="3746"/>
                  </a:lnTo>
                  <a:lnTo>
                    <a:pt x="147" y="3746"/>
                  </a:lnTo>
                  <a:lnTo>
                    <a:pt x="273" y="3913"/>
                  </a:lnTo>
                  <a:lnTo>
                    <a:pt x="294" y="4060"/>
                  </a:lnTo>
                  <a:lnTo>
                    <a:pt x="357" y="4102"/>
                  </a:lnTo>
                  <a:lnTo>
                    <a:pt x="357" y="4290"/>
                  </a:lnTo>
                  <a:lnTo>
                    <a:pt x="461" y="4374"/>
                  </a:lnTo>
                  <a:lnTo>
                    <a:pt x="461" y="4437"/>
                  </a:lnTo>
                  <a:lnTo>
                    <a:pt x="566" y="4520"/>
                  </a:lnTo>
                  <a:lnTo>
                    <a:pt x="629" y="4478"/>
                  </a:lnTo>
                  <a:lnTo>
                    <a:pt x="733" y="4478"/>
                  </a:lnTo>
                  <a:lnTo>
                    <a:pt x="817" y="4520"/>
                  </a:lnTo>
                  <a:lnTo>
                    <a:pt x="922" y="4478"/>
                  </a:lnTo>
                  <a:lnTo>
                    <a:pt x="1047" y="4541"/>
                  </a:lnTo>
                  <a:lnTo>
                    <a:pt x="1152" y="4541"/>
                  </a:lnTo>
                  <a:lnTo>
                    <a:pt x="1298" y="4625"/>
                  </a:lnTo>
                  <a:lnTo>
                    <a:pt x="1152" y="4750"/>
                  </a:lnTo>
                  <a:lnTo>
                    <a:pt x="1089" y="4918"/>
                  </a:lnTo>
                  <a:lnTo>
                    <a:pt x="1089" y="5022"/>
                  </a:lnTo>
                  <a:lnTo>
                    <a:pt x="1005" y="5106"/>
                  </a:lnTo>
                  <a:lnTo>
                    <a:pt x="942" y="5273"/>
                  </a:lnTo>
                  <a:lnTo>
                    <a:pt x="942" y="5441"/>
                  </a:lnTo>
                  <a:lnTo>
                    <a:pt x="1047" y="5525"/>
                  </a:lnTo>
                  <a:lnTo>
                    <a:pt x="1110" y="5629"/>
                  </a:lnTo>
                  <a:lnTo>
                    <a:pt x="1214" y="5650"/>
                  </a:lnTo>
                  <a:lnTo>
                    <a:pt x="1319" y="5587"/>
                  </a:lnTo>
                  <a:lnTo>
                    <a:pt x="1445" y="5650"/>
                  </a:lnTo>
                  <a:lnTo>
                    <a:pt x="1507" y="5566"/>
                  </a:lnTo>
                  <a:lnTo>
                    <a:pt x="1466" y="5525"/>
                  </a:lnTo>
                  <a:lnTo>
                    <a:pt x="1612" y="5462"/>
                  </a:lnTo>
                  <a:lnTo>
                    <a:pt x="1633" y="5566"/>
                  </a:lnTo>
                  <a:lnTo>
                    <a:pt x="1717" y="5587"/>
                  </a:lnTo>
                  <a:lnTo>
                    <a:pt x="1758" y="5545"/>
                  </a:lnTo>
                  <a:lnTo>
                    <a:pt x="1842" y="5545"/>
                  </a:lnTo>
                  <a:lnTo>
                    <a:pt x="1989" y="5671"/>
                  </a:lnTo>
                  <a:lnTo>
                    <a:pt x="2072" y="5692"/>
                  </a:lnTo>
                  <a:lnTo>
                    <a:pt x="2093" y="5692"/>
                  </a:lnTo>
                  <a:lnTo>
                    <a:pt x="2156" y="5671"/>
                  </a:lnTo>
                  <a:lnTo>
                    <a:pt x="2261" y="5629"/>
                  </a:lnTo>
                  <a:lnTo>
                    <a:pt x="2344" y="5734"/>
                  </a:lnTo>
                  <a:lnTo>
                    <a:pt x="2491" y="5755"/>
                  </a:lnTo>
                  <a:lnTo>
                    <a:pt x="2512" y="5692"/>
                  </a:lnTo>
                  <a:lnTo>
                    <a:pt x="2512" y="5629"/>
                  </a:lnTo>
                  <a:lnTo>
                    <a:pt x="2826" y="5629"/>
                  </a:lnTo>
                  <a:lnTo>
                    <a:pt x="2909" y="5692"/>
                  </a:lnTo>
                  <a:lnTo>
                    <a:pt x="3014" y="5671"/>
                  </a:lnTo>
                  <a:lnTo>
                    <a:pt x="3098" y="5692"/>
                  </a:lnTo>
                  <a:lnTo>
                    <a:pt x="3202" y="5671"/>
                  </a:lnTo>
                  <a:lnTo>
                    <a:pt x="3391" y="5545"/>
                  </a:lnTo>
                  <a:lnTo>
                    <a:pt x="3453" y="5545"/>
                  </a:lnTo>
                  <a:lnTo>
                    <a:pt x="3600" y="5566"/>
                  </a:lnTo>
                  <a:lnTo>
                    <a:pt x="3725" y="5545"/>
                  </a:lnTo>
                  <a:lnTo>
                    <a:pt x="3851" y="5629"/>
                  </a:lnTo>
                  <a:lnTo>
                    <a:pt x="3935" y="5566"/>
                  </a:lnTo>
                  <a:lnTo>
                    <a:pt x="3914" y="5462"/>
                  </a:lnTo>
                  <a:lnTo>
                    <a:pt x="3746" y="5378"/>
                  </a:lnTo>
                  <a:lnTo>
                    <a:pt x="3746" y="5315"/>
                  </a:lnTo>
                  <a:lnTo>
                    <a:pt x="3914" y="5127"/>
                  </a:lnTo>
                  <a:lnTo>
                    <a:pt x="4039" y="5043"/>
                  </a:lnTo>
                  <a:lnTo>
                    <a:pt x="4123" y="4939"/>
                  </a:lnTo>
                  <a:lnTo>
                    <a:pt x="4186" y="4939"/>
                  </a:lnTo>
                  <a:lnTo>
                    <a:pt x="4186" y="4834"/>
                  </a:lnTo>
                  <a:lnTo>
                    <a:pt x="4227" y="4729"/>
                  </a:lnTo>
                  <a:lnTo>
                    <a:pt x="3976" y="4437"/>
                  </a:lnTo>
                  <a:lnTo>
                    <a:pt x="3872" y="4374"/>
                  </a:lnTo>
                  <a:lnTo>
                    <a:pt x="3663" y="4227"/>
                  </a:lnTo>
                  <a:lnTo>
                    <a:pt x="3558" y="4185"/>
                  </a:lnTo>
                  <a:lnTo>
                    <a:pt x="3537" y="4102"/>
                  </a:lnTo>
                  <a:lnTo>
                    <a:pt x="3537" y="3955"/>
                  </a:lnTo>
                  <a:lnTo>
                    <a:pt x="3432" y="3767"/>
                  </a:lnTo>
                  <a:lnTo>
                    <a:pt x="3286" y="3683"/>
                  </a:lnTo>
                  <a:lnTo>
                    <a:pt x="3286" y="3579"/>
                  </a:lnTo>
                  <a:lnTo>
                    <a:pt x="3307" y="3558"/>
                  </a:lnTo>
                  <a:lnTo>
                    <a:pt x="3391" y="3600"/>
                  </a:lnTo>
                  <a:lnTo>
                    <a:pt x="3453" y="3641"/>
                  </a:lnTo>
                  <a:lnTo>
                    <a:pt x="3663" y="3453"/>
                  </a:lnTo>
                  <a:lnTo>
                    <a:pt x="3767" y="3453"/>
                  </a:lnTo>
                  <a:lnTo>
                    <a:pt x="3872" y="3328"/>
                  </a:lnTo>
                  <a:lnTo>
                    <a:pt x="4018" y="3328"/>
                  </a:lnTo>
                  <a:lnTo>
                    <a:pt x="4060" y="3223"/>
                  </a:lnTo>
                  <a:lnTo>
                    <a:pt x="4269" y="3223"/>
                  </a:lnTo>
                  <a:lnTo>
                    <a:pt x="4353" y="3244"/>
                  </a:lnTo>
                  <a:lnTo>
                    <a:pt x="4437" y="3181"/>
                  </a:lnTo>
                  <a:lnTo>
                    <a:pt x="4437" y="3076"/>
                  </a:lnTo>
                  <a:lnTo>
                    <a:pt x="4604" y="3118"/>
                  </a:lnTo>
                  <a:lnTo>
                    <a:pt x="4688" y="3056"/>
                  </a:lnTo>
                  <a:lnTo>
                    <a:pt x="4771" y="3118"/>
                  </a:lnTo>
                  <a:lnTo>
                    <a:pt x="4792" y="3076"/>
                  </a:lnTo>
                  <a:lnTo>
                    <a:pt x="4813" y="3035"/>
                  </a:lnTo>
                  <a:lnTo>
                    <a:pt x="4813" y="2721"/>
                  </a:lnTo>
                  <a:lnTo>
                    <a:pt x="4751" y="2637"/>
                  </a:lnTo>
                  <a:lnTo>
                    <a:pt x="4667" y="2595"/>
                  </a:lnTo>
                  <a:lnTo>
                    <a:pt x="4562" y="2344"/>
                  </a:lnTo>
                  <a:lnTo>
                    <a:pt x="4604" y="2240"/>
                  </a:lnTo>
                  <a:lnTo>
                    <a:pt x="4562" y="2114"/>
                  </a:lnTo>
                  <a:lnTo>
                    <a:pt x="4562" y="2030"/>
                  </a:lnTo>
                  <a:lnTo>
                    <a:pt x="4479" y="1926"/>
                  </a:lnTo>
                  <a:lnTo>
                    <a:pt x="4499" y="1821"/>
                  </a:lnTo>
                  <a:lnTo>
                    <a:pt x="4332" y="1612"/>
                  </a:lnTo>
                  <a:lnTo>
                    <a:pt x="4332" y="1549"/>
                  </a:lnTo>
                  <a:lnTo>
                    <a:pt x="4479" y="1465"/>
                  </a:lnTo>
                  <a:lnTo>
                    <a:pt x="4499" y="1277"/>
                  </a:lnTo>
                  <a:lnTo>
                    <a:pt x="4458" y="1026"/>
                  </a:lnTo>
                  <a:lnTo>
                    <a:pt x="4353" y="1026"/>
                  </a:lnTo>
                  <a:lnTo>
                    <a:pt x="4269" y="963"/>
                  </a:lnTo>
                  <a:lnTo>
                    <a:pt x="4165" y="963"/>
                  </a:lnTo>
                  <a:lnTo>
                    <a:pt x="4060" y="880"/>
                  </a:lnTo>
                  <a:lnTo>
                    <a:pt x="4081" y="775"/>
                  </a:lnTo>
                  <a:lnTo>
                    <a:pt x="4039" y="670"/>
                  </a:lnTo>
                  <a:lnTo>
                    <a:pt x="3914" y="712"/>
                  </a:lnTo>
                  <a:lnTo>
                    <a:pt x="3767" y="545"/>
                  </a:lnTo>
                  <a:lnTo>
                    <a:pt x="3663" y="545"/>
                  </a:lnTo>
                  <a:lnTo>
                    <a:pt x="3621" y="461"/>
                  </a:lnTo>
                  <a:lnTo>
                    <a:pt x="3558" y="503"/>
                  </a:lnTo>
                  <a:lnTo>
                    <a:pt x="3432" y="524"/>
                  </a:lnTo>
                  <a:lnTo>
                    <a:pt x="3328" y="608"/>
                  </a:lnTo>
                  <a:lnTo>
                    <a:pt x="3286" y="545"/>
                  </a:lnTo>
                  <a:lnTo>
                    <a:pt x="3349" y="503"/>
                  </a:lnTo>
                  <a:lnTo>
                    <a:pt x="3349" y="524"/>
                  </a:lnTo>
                  <a:lnTo>
                    <a:pt x="3411" y="461"/>
                  </a:lnTo>
                  <a:lnTo>
                    <a:pt x="3516" y="419"/>
                  </a:lnTo>
                  <a:lnTo>
                    <a:pt x="3391" y="419"/>
                  </a:lnTo>
                  <a:lnTo>
                    <a:pt x="3328" y="440"/>
                  </a:lnTo>
                  <a:lnTo>
                    <a:pt x="3307" y="503"/>
                  </a:lnTo>
                  <a:lnTo>
                    <a:pt x="3202" y="545"/>
                  </a:lnTo>
                  <a:lnTo>
                    <a:pt x="3202" y="608"/>
                  </a:lnTo>
                  <a:lnTo>
                    <a:pt x="2993" y="628"/>
                  </a:lnTo>
                  <a:lnTo>
                    <a:pt x="2909" y="733"/>
                  </a:lnTo>
                  <a:lnTo>
                    <a:pt x="2888" y="838"/>
                  </a:lnTo>
                  <a:lnTo>
                    <a:pt x="2763" y="838"/>
                  </a:lnTo>
                  <a:lnTo>
                    <a:pt x="2721" y="775"/>
                  </a:lnTo>
                  <a:lnTo>
                    <a:pt x="2616" y="754"/>
                  </a:lnTo>
                  <a:lnTo>
                    <a:pt x="2574" y="775"/>
                  </a:lnTo>
                  <a:lnTo>
                    <a:pt x="2407" y="733"/>
                  </a:lnTo>
                  <a:lnTo>
                    <a:pt x="2512" y="670"/>
                  </a:lnTo>
                  <a:lnTo>
                    <a:pt x="2595" y="670"/>
                  </a:lnTo>
                  <a:lnTo>
                    <a:pt x="2679" y="608"/>
                  </a:lnTo>
                  <a:lnTo>
                    <a:pt x="2679" y="503"/>
                  </a:lnTo>
                  <a:lnTo>
                    <a:pt x="2616" y="461"/>
                  </a:lnTo>
                  <a:lnTo>
                    <a:pt x="2512" y="545"/>
                  </a:lnTo>
                  <a:lnTo>
                    <a:pt x="2491" y="566"/>
                  </a:lnTo>
                  <a:lnTo>
                    <a:pt x="2365" y="461"/>
                  </a:lnTo>
                  <a:lnTo>
                    <a:pt x="2302" y="419"/>
                  </a:lnTo>
                  <a:lnTo>
                    <a:pt x="2261" y="440"/>
                  </a:lnTo>
                  <a:lnTo>
                    <a:pt x="2240" y="524"/>
                  </a:lnTo>
                  <a:lnTo>
                    <a:pt x="2135" y="566"/>
                  </a:lnTo>
                  <a:lnTo>
                    <a:pt x="2093" y="461"/>
                  </a:lnTo>
                  <a:lnTo>
                    <a:pt x="2030" y="440"/>
                  </a:lnTo>
                  <a:lnTo>
                    <a:pt x="1968" y="377"/>
                  </a:lnTo>
                  <a:lnTo>
                    <a:pt x="2051" y="335"/>
                  </a:lnTo>
                  <a:lnTo>
                    <a:pt x="2093" y="210"/>
                  </a:lnTo>
                  <a:lnTo>
                    <a:pt x="1989" y="189"/>
                  </a:lnTo>
                  <a:lnTo>
                    <a:pt x="1863" y="84"/>
                  </a:lnTo>
                  <a:lnTo>
                    <a:pt x="1758" y="84"/>
                  </a:lnTo>
                  <a:lnTo>
                    <a:pt x="1717" y="43"/>
                  </a:lnTo>
                  <a:lnTo>
                    <a:pt x="1507" y="1"/>
                  </a:lnTo>
                  <a:close/>
                </a:path>
              </a:pathLst>
            </a:custGeom>
            <a:solidFill>
              <a:srgbClr val="5F7D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85" name="Google Shape;5985;p36"/>
            <p:cNvSpPr/>
            <p:nvPr/>
          </p:nvSpPr>
          <p:spPr>
            <a:xfrm>
              <a:off x="3764778" y="2755577"/>
              <a:ext cx="24672" cy="21426"/>
            </a:xfrm>
            <a:custGeom>
              <a:rect b="b" l="l" r="r" t="t"/>
              <a:pathLst>
                <a:path extrusionOk="0" h="1884" w="2072">
                  <a:moveTo>
                    <a:pt x="1695" y="0"/>
                  </a:moveTo>
                  <a:lnTo>
                    <a:pt x="1549" y="21"/>
                  </a:lnTo>
                  <a:lnTo>
                    <a:pt x="1444" y="126"/>
                  </a:lnTo>
                  <a:lnTo>
                    <a:pt x="1340" y="84"/>
                  </a:lnTo>
                  <a:lnTo>
                    <a:pt x="1277" y="126"/>
                  </a:lnTo>
                  <a:lnTo>
                    <a:pt x="1130" y="126"/>
                  </a:lnTo>
                  <a:lnTo>
                    <a:pt x="1005" y="251"/>
                  </a:lnTo>
                  <a:lnTo>
                    <a:pt x="796" y="398"/>
                  </a:lnTo>
                  <a:lnTo>
                    <a:pt x="754" y="335"/>
                  </a:lnTo>
                  <a:lnTo>
                    <a:pt x="628" y="398"/>
                  </a:lnTo>
                  <a:lnTo>
                    <a:pt x="628" y="544"/>
                  </a:lnTo>
                  <a:lnTo>
                    <a:pt x="524" y="628"/>
                  </a:lnTo>
                  <a:lnTo>
                    <a:pt x="545" y="753"/>
                  </a:lnTo>
                  <a:lnTo>
                    <a:pt x="524" y="879"/>
                  </a:lnTo>
                  <a:lnTo>
                    <a:pt x="482" y="984"/>
                  </a:lnTo>
                  <a:lnTo>
                    <a:pt x="440" y="1046"/>
                  </a:lnTo>
                  <a:lnTo>
                    <a:pt x="335" y="1130"/>
                  </a:lnTo>
                  <a:lnTo>
                    <a:pt x="335" y="1193"/>
                  </a:lnTo>
                  <a:lnTo>
                    <a:pt x="482" y="1339"/>
                  </a:lnTo>
                  <a:lnTo>
                    <a:pt x="607" y="1360"/>
                  </a:lnTo>
                  <a:lnTo>
                    <a:pt x="482" y="1360"/>
                  </a:lnTo>
                  <a:lnTo>
                    <a:pt x="419" y="1402"/>
                  </a:lnTo>
                  <a:lnTo>
                    <a:pt x="377" y="1444"/>
                  </a:lnTo>
                  <a:lnTo>
                    <a:pt x="419" y="1507"/>
                  </a:lnTo>
                  <a:lnTo>
                    <a:pt x="503" y="1507"/>
                  </a:lnTo>
                  <a:lnTo>
                    <a:pt x="503" y="1569"/>
                  </a:lnTo>
                  <a:lnTo>
                    <a:pt x="398" y="1569"/>
                  </a:lnTo>
                  <a:lnTo>
                    <a:pt x="293" y="1486"/>
                  </a:lnTo>
                  <a:lnTo>
                    <a:pt x="189" y="1444"/>
                  </a:lnTo>
                  <a:lnTo>
                    <a:pt x="105" y="1465"/>
                  </a:lnTo>
                  <a:lnTo>
                    <a:pt x="126" y="1507"/>
                  </a:lnTo>
                  <a:lnTo>
                    <a:pt x="210" y="1548"/>
                  </a:lnTo>
                  <a:lnTo>
                    <a:pt x="314" y="1611"/>
                  </a:lnTo>
                  <a:lnTo>
                    <a:pt x="335" y="1590"/>
                  </a:lnTo>
                  <a:lnTo>
                    <a:pt x="440" y="1674"/>
                  </a:lnTo>
                  <a:lnTo>
                    <a:pt x="335" y="1611"/>
                  </a:lnTo>
                  <a:lnTo>
                    <a:pt x="273" y="1653"/>
                  </a:lnTo>
                  <a:lnTo>
                    <a:pt x="105" y="1590"/>
                  </a:lnTo>
                  <a:lnTo>
                    <a:pt x="1" y="1590"/>
                  </a:lnTo>
                  <a:lnTo>
                    <a:pt x="84" y="1611"/>
                  </a:lnTo>
                  <a:lnTo>
                    <a:pt x="126" y="1695"/>
                  </a:lnTo>
                  <a:lnTo>
                    <a:pt x="210" y="1695"/>
                  </a:lnTo>
                  <a:lnTo>
                    <a:pt x="293" y="1758"/>
                  </a:lnTo>
                  <a:lnTo>
                    <a:pt x="335" y="1695"/>
                  </a:lnTo>
                  <a:lnTo>
                    <a:pt x="440" y="1674"/>
                  </a:lnTo>
                  <a:lnTo>
                    <a:pt x="482" y="1653"/>
                  </a:lnTo>
                  <a:lnTo>
                    <a:pt x="545" y="1653"/>
                  </a:lnTo>
                  <a:lnTo>
                    <a:pt x="586" y="1548"/>
                  </a:lnTo>
                  <a:lnTo>
                    <a:pt x="796" y="1548"/>
                  </a:lnTo>
                  <a:lnTo>
                    <a:pt x="837" y="1611"/>
                  </a:lnTo>
                  <a:lnTo>
                    <a:pt x="942" y="1611"/>
                  </a:lnTo>
                  <a:lnTo>
                    <a:pt x="1005" y="1695"/>
                  </a:lnTo>
                  <a:lnTo>
                    <a:pt x="1151" y="1695"/>
                  </a:lnTo>
                  <a:lnTo>
                    <a:pt x="1214" y="1779"/>
                  </a:lnTo>
                  <a:lnTo>
                    <a:pt x="1214" y="1862"/>
                  </a:lnTo>
                  <a:lnTo>
                    <a:pt x="1319" y="1883"/>
                  </a:lnTo>
                  <a:lnTo>
                    <a:pt x="1361" y="1779"/>
                  </a:lnTo>
                  <a:lnTo>
                    <a:pt x="1381" y="1569"/>
                  </a:lnTo>
                  <a:lnTo>
                    <a:pt x="1361" y="1402"/>
                  </a:lnTo>
                  <a:lnTo>
                    <a:pt x="1444" y="1297"/>
                  </a:lnTo>
                  <a:lnTo>
                    <a:pt x="1486" y="1193"/>
                  </a:lnTo>
                  <a:lnTo>
                    <a:pt x="1654" y="1151"/>
                  </a:lnTo>
                  <a:lnTo>
                    <a:pt x="1800" y="1193"/>
                  </a:lnTo>
                  <a:lnTo>
                    <a:pt x="1884" y="1151"/>
                  </a:lnTo>
                  <a:lnTo>
                    <a:pt x="1800" y="1046"/>
                  </a:lnTo>
                  <a:lnTo>
                    <a:pt x="1884" y="984"/>
                  </a:lnTo>
                  <a:lnTo>
                    <a:pt x="1905" y="858"/>
                  </a:lnTo>
                  <a:lnTo>
                    <a:pt x="1946" y="774"/>
                  </a:lnTo>
                  <a:lnTo>
                    <a:pt x="1884" y="732"/>
                  </a:lnTo>
                  <a:lnTo>
                    <a:pt x="1758" y="732"/>
                  </a:lnTo>
                  <a:lnTo>
                    <a:pt x="1737" y="670"/>
                  </a:lnTo>
                  <a:lnTo>
                    <a:pt x="1779" y="544"/>
                  </a:lnTo>
                  <a:lnTo>
                    <a:pt x="1884" y="607"/>
                  </a:lnTo>
                  <a:lnTo>
                    <a:pt x="1967" y="544"/>
                  </a:lnTo>
                  <a:lnTo>
                    <a:pt x="1967" y="440"/>
                  </a:lnTo>
                  <a:lnTo>
                    <a:pt x="2009" y="335"/>
                  </a:lnTo>
                  <a:lnTo>
                    <a:pt x="2009" y="251"/>
                  </a:lnTo>
                  <a:lnTo>
                    <a:pt x="2072" y="230"/>
                  </a:lnTo>
                  <a:lnTo>
                    <a:pt x="2072" y="209"/>
                  </a:lnTo>
                  <a:lnTo>
                    <a:pt x="1967" y="147"/>
                  </a:lnTo>
                  <a:lnTo>
                    <a:pt x="1863" y="84"/>
                  </a:lnTo>
                  <a:lnTo>
                    <a:pt x="1695" y="0"/>
                  </a:lnTo>
                  <a:close/>
                </a:path>
              </a:pathLst>
            </a:custGeom>
            <a:solidFill>
              <a:srgbClr val="5F7D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86" name="Google Shape;5986;p36"/>
            <p:cNvSpPr/>
            <p:nvPr/>
          </p:nvSpPr>
          <p:spPr>
            <a:xfrm>
              <a:off x="3762540" y="2773181"/>
              <a:ext cx="19445" cy="15956"/>
            </a:xfrm>
            <a:custGeom>
              <a:rect b="b" l="l" r="r" t="t"/>
              <a:pathLst>
                <a:path extrusionOk="0" h="1403" w="1633">
                  <a:moveTo>
                    <a:pt x="774" y="0"/>
                  </a:moveTo>
                  <a:lnTo>
                    <a:pt x="733" y="105"/>
                  </a:lnTo>
                  <a:lnTo>
                    <a:pt x="670" y="105"/>
                  </a:lnTo>
                  <a:lnTo>
                    <a:pt x="628" y="126"/>
                  </a:lnTo>
                  <a:lnTo>
                    <a:pt x="523" y="147"/>
                  </a:lnTo>
                  <a:lnTo>
                    <a:pt x="481" y="210"/>
                  </a:lnTo>
                  <a:lnTo>
                    <a:pt x="398" y="147"/>
                  </a:lnTo>
                  <a:lnTo>
                    <a:pt x="314" y="147"/>
                  </a:lnTo>
                  <a:lnTo>
                    <a:pt x="272" y="63"/>
                  </a:lnTo>
                  <a:lnTo>
                    <a:pt x="189" y="42"/>
                  </a:lnTo>
                  <a:lnTo>
                    <a:pt x="84" y="126"/>
                  </a:lnTo>
                  <a:lnTo>
                    <a:pt x="0" y="272"/>
                  </a:lnTo>
                  <a:lnTo>
                    <a:pt x="63" y="335"/>
                  </a:lnTo>
                  <a:lnTo>
                    <a:pt x="84" y="524"/>
                  </a:lnTo>
                  <a:lnTo>
                    <a:pt x="209" y="565"/>
                  </a:lnTo>
                  <a:lnTo>
                    <a:pt x="251" y="670"/>
                  </a:lnTo>
                  <a:lnTo>
                    <a:pt x="398" y="796"/>
                  </a:lnTo>
                  <a:lnTo>
                    <a:pt x="481" y="796"/>
                  </a:lnTo>
                  <a:lnTo>
                    <a:pt x="565" y="858"/>
                  </a:lnTo>
                  <a:lnTo>
                    <a:pt x="628" y="879"/>
                  </a:lnTo>
                  <a:lnTo>
                    <a:pt x="628" y="1047"/>
                  </a:lnTo>
                  <a:lnTo>
                    <a:pt x="774" y="1109"/>
                  </a:lnTo>
                  <a:lnTo>
                    <a:pt x="816" y="1068"/>
                  </a:lnTo>
                  <a:lnTo>
                    <a:pt x="900" y="1068"/>
                  </a:lnTo>
                  <a:lnTo>
                    <a:pt x="942" y="1109"/>
                  </a:lnTo>
                  <a:lnTo>
                    <a:pt x="1025" y="1151"/>
                  </a:lnTo>
                  <a:lnTo>
                    <a:pt x="1151" y="1298"/>
                  </a:lnTo>
                  <a:lnTo>
                    <a:pt x="1256" y="1319"/>
                  </a:lnTo>
                  <a:lnTo>
                    <a:pt x="1360" y="1402"/>
                  </a:lnTo>
                  <a:lnTo>
                    <a:pt x="1423" y="1361"/>
                  </a:lnTo>
                  <a:lnTo>
                    <a:pt x="1507" y="1361"/>
                  </a:lnTo>
                  <a:lnTo>
                    <a:pt x="1507" y="1298"/>
                  </a:lnTo>
                  <a:lnTo>
                    <a:pt x="1444" y="1256"/>
                  </a:lnTo>
                  <a:lnTo>
                    <a:pt x="1444" y="1172"/>
                  </a:lnTo>
                  <a:lnTo>
                    <a:pt x="1423" y="1109"/>
                  </a:lnTo>
                  <a:lnTo>
                    <a:pt x="1465" y="1047"/>
                  </a:lnTo>
                  <a:lnTo>
                    <a:pt x="1528" y="942"/>
                  </a:lnTo>
                  <a:lnTo>
                    <a:pt x="1549" y="942"/>
                  </a:lnTo>
                  <a:lnTo>
                    <a:pt x="1632" y="775"/>
                  </a:lnTo>
                  <a:lnTo>
                    <a:pt x="1549" y="670"/>
                  </a:lnTo>
                  <a:lnTo>
                    <a:pt x="1549" y="628"/>
                  </a:lnTo>
                  <a:lnTo>
                    <a:pt x="1465" y="440"/>
                  </a:lnTo>
                  <a:lnTo>
                    <a:pt x="1507" y="356"/>
                  </a:lnTo>
                  <a:lnTo>
                    <a:pt x="1507" y="335"/>
                  </a:lnTo>
                  <a:lnTo>
                    <a:pt x="1402" y="314"/>
                  </a:lnTo>
                  <a:lnTo>
                    <a:pt x="1402" y="231"/>
                  </a:lnTo>
                  <a:lnTo>
                    <a:pt x="1339" y="147"/>
                  </a:lnTo>
                  <a:lnTo>
                    <a:pt x="1193" y="147"/>
                  </a:lnTo>
                  <a:lnTo>
                    <a:pt x="1130" y="63"/>
                  </a:lnTo>
                  <a:lnTo>
                    <a:pt x="1025" y="63"/>
                  </a:lnTo>
                  <a:lnTo>
                    <a:pt x="984" y="0"/>
                  </a:lnTo>
                  <a:close/>
                </a:path>
              </a:pathLst>
            </a:custGeom>
            <a:solidFill>
              <a:srgbClr val="5F7D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87" name="Google Shape;5987;p36"/>
            <p:cNvSpPr/>
            <p:nvPr/>
          </p:nvSpPr>
          <p:spPr>
            <a:xfrm>
              <a:off x="3779484" y="2783894"/>
              <a:ext cx="4739" cy="6425"/>
            </a:xfrm>
            <a:custGeom>
              <a:rect b="b" l="l" r="r" t="t"/>
              <a:pathLst>
                <a:path extrusionOk="0" h="565" w="398">
                  <a:moveTo>
                    <a:pt x="105" y="0"/>
                  </a:moveTo>
                  <a:lnTo>
                    <a:pt x="42" y="105"/>
                  </a:lnTo>
                  <a:lnTo>
                    <a:pt x="0" y="167"/>
                  </a:lnTo>
                  <a:lnTo>
                    <a:pt x="21" y="230"/>
                  </a:lnTo>
                  <a:lnTo>
                    <a:pt x="21" y="314"/>
                  </a:lnTo>
                  <a:lnTo>
                    <a:pt x="84" y="356"/>
                  </a:lnTo>
                  <a:lnTo>
                    <a:pt x="84" y="419"/>
                  </a:lnTo>
                  <a:lnTo>
                    <a:pt x="105" y="419"/>
                  </a:lnTo>
                  <a:lnTo>
                    <a:pt x="146" y="523"/>
                  </a:lnTo>
                  <a:lnTo>
                    <a:pt x="314" y="565"/>
                  </a:lnTo>
                  <a:lnTo>
                    <a:pt x="398" y="544"/>
                  </a:lnTo>
                  <a:lnTo>
                    <a:pt x="398" y="356"/>
                  </a:lnTo>
                  <a:lnTo>
                    <a:pt x="335" y="314"/>
                  </a:lnTo>
                  <a:lnTo>
                    <a:pt x="314" y="167"/>
                  </a:lnTo>
                  <a:lnTo>
                    <a:pt x="188" y="0"/>
                  </a:lnTo>
                  <a:close/>
                </a:path>
              </a:pathLst>
            </a:custGeom>
            <a:solidFill>
              <a:srgbClr val="5F7D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88" name="Google Shape;5988;p36"/>
            <p:cNvSpPr/>
            <p:nvPr/>
          </p:nvSpPr>
          <p:spPr>
            <a:xfrm>
              <a:off x="3681319" y="2737017"/>
              <a:ext cx="27661" cy="34982"/>
            </a:xfrm>
            <a:custGeom>
              <a:rect b="b" l="l" r="r" t="t"/>
              <a:pathLst>
                <a:path extrusionOk="0" h="3076" w="2323">
                  <a:moveTo>
                    <a:pt x="1737" y="0"/>
                  </a:moveTo>
                  <a:lnTo>
                    <a:pt x="1779" y="84"/>
                  </a:lnTo>
                  <a:lnTo>
                    <a:pt x="1653" y="84"/>
                  </a:lnTo>
                  <a:lnTo>
                    <a:pt x="1674" y="209"/>
                  </a:lnTo>
                  <a:lnTo>
                    <a:pt x="1590" y="314"/>
                  </a:lnTo>
                  <a:lnTo>
                    <a:pt x="1590" y="230"/>
                  </a:lnTo>
                  <a:lnTo>
                    <a:pt x="1653" y="188"/>
                  </a:lnTo>
                  <a:lnTo>
                    <a:pt x="1590" y="84"/>
                  </a:lnTo>
                  <a:lnTo>
                    <a:pt x="1528" y="105"/>
                  </a:lnTo>
                  <a:lnTo>
                    <a:pt x="1569" y="167"/>
                  </a:lnTo>
                  <a:lnTo>
                    <a:pt x="1465" y="188"/>
                  </a:lnTo>
                  <a:lnTo>
                    <a:pt x="1423" y="147"/>
                  </a:lnTo>
                  <a:lnTo>
                    <a:pt x="1256" y="167"/>
                  </a:lnTo>
                  <a:lnTo>
                    <a:pt x="1256" y="230"/>
                  </a:lnTo>
                  <a:lnTo>
                    <a:pt x="1214" y="230"/>
                  </a:lnTo>
                  <a:lnTo>
                    <a:pt x="1172" y="356"/>
                  </a:lnTo>
                  <a:lnTo>
                    <a:pt x="1256" y="377"/>
                  </a:lnTo>
                  <a:lnTo>
                    <a:pt x="1235" y="419"/>
                  </a:lnTo>
                  <a:lnTo>
                    <a:pt x="1151" y="419"/>
                  </a:lnTo>
                  <a:lnTo>
                    <a:pt x="1151" y="481"/>
                  </a:lnTo>
                  <a:lnTo>
                    <a:pt x="1046" y="502"/>
                  </a:lnTo>
                  <a:lnTo>
                    <a:pt x="1067" y="586"/>
                  </a:lnTo>
                  <a:lnTo>
                    <a:pt x="1214" y="586"/>
                  </a:lnTo>
                  <a:lnTo>
                    <a:pt x="1172" y="607"/>
                  </a:lnTo>
                  <a:lnTo>
                    <a:pt x="1276" y="586"/>
                  </a:lnTo>
                  <a:lnTo>
                    <a:pt x="1360" y="586"/>
                  </a:lnTo>
                  <a:lnTo>
                    <a:pt x="1235" y="711"/>
                  </a:lnTo>
                  <a:lnTo>
                    <a:pt x="1046" y="795"/>
                  </a:lnTo>
                  <a:lnTo>
                    <a:pt x="1130" y="837"/>
                  </a:lnTo>
                  <a:lnTo>
                    <a:pt x="942" y="879"/>
                  </a:lnTo>
                  <a:lnTo>
                    <a:pt x="858" y="837"/>
                  </a:lnTo>
                  <a:lnTo>
                    <a:pt x="795" y="921"/>
                  </a:lnTo>
                  <a:lnTo>
                    <a:pt x="753" y="816"/>
                  </a:lnTo>
                  <a:lnTo>
                    <a:pt x="502" y="753"/>
                  </a:lnTo>
                  <a:lnTo>
                    <a:pt x="502" y="816"/>
                  </a:lnTo>
                  <a:lnTo>
                    <a:pt x="335" y="753"/>
                  </a:lnTo>
                  <a:lnTo>
                    <a:pt x="314" y="942"/>
                  </a:lnTo>
                  <a:lnTo>
                    <a:pt x="398" y="879"/>
                  </a:lnTo>
                  <a:lnTo>
                    <a:pt x="419" y="942"/>
                  </a:lnTo>
                  <a:lnTo>
                    <a:pt x="440" y="984"/>
                  </a:lnTo>
                  <a:lnTo>
                    <a:pt x="481" y="1088"/>
                  </a:lnTo>
                  <a:lnTo>
                    <a:pt x="419" y="1088"/>
                  </a:lnTo>
                  <a:lnTo>
                    <a:pt x="398" y="1025"/>
                  </a:lnTo>
                  <a:lnTo>
                    <a:pt x="272" y="1025"/>
                  </a:lnTo>
                  <a:lnTo>
                    <a:pt x="419" y="1130"/>
                  </a:lnTo>
                  <a:lnTo>
                    <a:pt x="544" y="1109"/>
                  </a:lnTo>
                  <a:lnTo>
                    <a:pt x="586" y="1214"/>
                  </a:lnTo>
                  <a:lnTo>
                    <a:pt x="440" y="1235"/>
                  </a:lnTo>
                  <a:lnTo>
                    <a:pt x="419" y="1276"/>
                  </a:lnTo>
                  <a:lnTo>
                    <a:pt x="440" y="1339"/>
                  </a:lnTo>
                  <a:lnTo>
                    <a:pt x="293" y="1360"/>
                  </a:lnTo>
                  <a:lnTo>
                    <a:pt x="335" y="1444"/>
                  </a:lnTo>
                  <a:lnTo>
                    <a:pt x="272" y="1465"/>
                  </a:lnTo>
                  <a:lnTo>
                    <a:pt x="377" y="1528"/>
                  </a:lnTo>
                  <a:lnTo>
                    <a:pt x="419" y="1507"/>
                  </a:lnTo>
                  <a:lnTo>
                    <a:pt x="398" y="1548"/>
                  </a:lnTo>
                  <a:lnTo>
                    <a:pt x="523" y="1528"/>
                  </a:lnTo>
                  <a:lnTo>
                    <a:pt x="544" y="1674"/>
                  </a:lnTo>
                  <a:lnTo>
                    <a:pt x="858" y="1674"/>
                  </a:lnTo>
                  <a:lnTo>
                    <a:pt x="753" y="1758"/>
                  </a:lnTo>
                  <a:lnTo>
                    <a:pt x="691" y="1737"/>
                  </a:lnTo>
                  <a:lnTo>
                    <a:pt x="586" y="1925"/>
                  </a:lnTo>
                  <a:lnTo>
                    <a:pt x="628" y="1925"/>
                  </a:lnTo>
                  <a:lnTo>
                    <a:pt x="523" y="2051"/>
                  </a:lnTo>
                  <a:lnTo>
                    <a:pt x="335" y="2176"/>
                  </a:lnTo>
                  <a:lnTo>
                    <a:pt x="419" y="2176"/>
                  </a:lnTo>
                  <a:lnTo>
                    <a:pt x="523" y="2134"/>
                  </a:lnTo>
                  <a:lnTo>
                    <a:pt x="586" y="2155"/>
                  </a:lnTo>
                  <a:lnTo>
                    <a:pt x="732" y="2155"/>
                  </a:lnTo>
                  <a:lnTo>
                    <a:pt x="816" y="2072"/>
                  </a:lnTo>
                  <a:lnTo>
                    <a:pt x="816" y="2092"/>
                  </a:lnTo>
                  <a:lnTo>
                    <a:pt x="942" y="2134"/>
                  </a:lnTo>
                  <a:lnTo>
                    <a:pt x="691" y="2176"/>
                  </a:lnTo>
                  <a:lnTo>
                    <a:pt x="502" y="2197"/>
                  </a:lnTo>
                  <a:lnTo>
                    <a:pt x="440" y="2281"/>
                  </a:lnTo>
                  <a:lnTo>
                    <a:pt x="314" y="2302"/>
                  </a:lnTo>
                  <a:lnTo>
                    <a:pt x="377" y="2364"/>
                  </a:lnTo>
                  <a:lnTo>
                    <a:pt x="335" y="2406"/>
                  </a:lnTo>
                  <a:lnTo>
                    <a:pt x="398" y="2448"/>
                  </a:lnTo>
                  <a:lnTo>
                    <a:pt x="293" y="2469"/>
                  </a:lnTo>
                  <a:lnTo>
                    <a:pt x="209" y="2385"/>
                  </a:lnTo>
                  <a:lnTo>
                    <a:pt x="188" y="2448"/>
                  </a:lnTo>
                  <a:lnTo>
                    <a:pt x="168" y="2406"/>
                  </a:lnTo>
                  <a:lnTo>
                    <a:pt x="0" y="2490"/>
                  </a:lnTo>
                  <a:lnTo>
                    <a:pt x="21" y="2511"/>
                  </a:lnTo>
                  <a:lnTo>
                    <a:pt x="398" y="2511"/>
                  </a:lnTo>
                  <a:lnTo>
                    <a:pt x="272" y="2595"/>
                  </a:lnTo>
                  <a:lnTo>
                    <a:pt x="105" y="2657"/>
                  </a:lnTo>
                  <a:lnTo>
                    <a:pt x="63" y="2762"/>
                  </a:lnTo>
                  <a:lnTo>
                    <a:pt x="168" y="2762"/>
                  </a:lnTo>
                  <a:lnTo>
                    <a:pt x="188" y="2825"/>
                  </a:lnTo>
                  <a:lnTo>
                    <a:pt x="440" y="2762"/>
                  </a:lnTo>
                  <a:lnTo>
                    <a:pt x="440" y="2762"/>
                  </a:lnTo>
                  <a:lnTo>
                    <a:pt x="230" y="2888"/>
                  </a:lnTo>
                  <a:lnTo>
                    <a:pt x="168" y="2929"/>
                  </a:lnTo>
                  <a:lnTo>
                    <a:pt x="314" y="2929"/>
                  </a:lnTo>
                  <a:lnTo>
                    <a:pt x="502" y="2825"/>
                  </a:lnTo>
                  <a:lnTo>
                    <a:pt x="481" y="2908"/>
                  </a:lnTo>
                  <a:lnTo>
                    <a:pt x="314" y="2992"/>
                  </a:lnTo>
                  <a:lnTo>
                    <a:pt x="419" y="2992"/>
                  </a:lnTo>
                  <a:lnTo>
                    <a:pt x="398" y="3034"/>
                  </a:lnTo>
                  <a:lnTo>
                    <a:pt x="398" y="3034"/>
                  </a:lnTo>
                  <a:lnTo>
                    <a:pt x="523" y="3013"/>
                  </a:lnTo>
                  <a:lnTo>
                    <a:pt x="607" y="3076"/>
                  </a:lnTo>
                  <a:lnTo>
                    <a:pt x="795" y="3034"/>
                  </a:lnTo>
                  <a:lnTo>
                    <a:pt x="963" y="2992"/>
                  </a:lnTo>
                  <a:lnTo>
                    <a:pt x="1130" y="2888"/>
                  </a:lnTo>
                  <a:lnTo>
                    <a:pt x="1067" y="2783"/>
                  </a:lnTo>
                  <a:lnTo>
                    <a:pt x="1172" y="2783"/>
                  </a:lnTo>
                  <a:lnTo>
                    <a:pt x="1151" y="2867"/>
                  </a:lnTo>
                  <a:lnTo>
                    <a:pt x="1256" y="2867"/>
                  </a:lnTo>
                  <a:lnTo>
                    <a:pt x="1360" y="2720"/>
                  </a:lnTo>
                  <a:lnTo>
                    <a:pt x="1444" y="2762"/>
                  </a:lnTo>
                  <a:lnTo>
                    <a:pt x="1465" y="2657"/>
                  </a:lnTo>
                  <a:lnTo>
                    <a:pt x="1800" y="2595"/>
                  </a:lnTo>
                  <a:lnTo>
                    <a:pt x="1841" y="2511"/>
                  </a:lnTo>
                  <a:lnTo>
                    <a:pt x="1862" y="2616"/>
                  </a:lnTo>
                  <a:lnTo>
                    <a:pt x="1946" y="2553"/>
                  </a:lnTo>
                  <a:lnTo>
                    <a:pt x="2009" y="2574"/>
                  </a:lnTo>
                  <a:lnTo>
                    <a:pt x="2176" y="2574"/>
                  </a:lnTo>
                  <a:lnTo>
                    <a:pt x="2072" y="2406"/>
                  </a:lnTo>
                  <a:lnTo>
                    <a:pt x="2155" y="2385"/>
                  </a:lnTo>
                  <a:lnTo>
                    <a:pt x="2218" y="2281"/>
                  </a:lnTo>
                  <a:lnTo>
                    <a:pt x="2218" y="2176"/>
                  </a:lnTo>
                  <a:lnTo>
                    <a:pt x="2302" y="2072"/>
                  </a:lnTo>
                  <a:lnTo>
                    <a:pt x="2323" y="1967"/>
                  </a:lnTo>
                  <a:lnTo>
                    <a:pt x="2302" y="1716"/>
                  </a:lnTo>
                  <a:lnTo>
                    <a:pt x="2218" y="1674"/>
                  </a:lnTo>
                  <a:lnTo>
                    <a:pt x="2302" y="1632"/>
                  </a:lnTo>
                  <a:lnTo>
                    <a:pt x="2302" y="1507"/>
                  </a:lnTo>
                  <a:lnTo>
                    <a:pt x="2218" y="1402"/>
                  </a:lnTo>
                  <a:lnTo>
                    <a:pt x="2260" y="1256"/>
                  </a:lnTo>
                  <a:lnTo>
                    <a:pt x="2176" y="1214"/>
                  </a:lnTo>
                  <a:lnTo>
                    <a:pt x="2197" y="1130"/>
                  </a:lnTo>
                  <a:lnTo>
                    <a:pt x="2281" y="1151"/>
                  </a:lnTo>
                  <a:lnTo>
                    <a:pt x="2281" y="1151"/>
                  </a:lnTo>
                  <a:lnTo>
                    <a:pt x="2155" y="1088"/>
                  </a:lnTo>
                  <a:lnTo>
                    <a:pt x="2072" y="1046"/>
                  </a:lnTo>
                  <a:lnTo>
                    <a:pt x="1967" y="837"/>
                  </a:lnTo>
                  <a:lnTo>
                    <a:pt x="1800" y="732"/>
                  </a:lnTo>
                  <a:lnTo>
                    <a:pt x="1737" y="795"/>
                  </a:lnTo>
                  <a:lnTo>
                    <a:pt x="1695" y="942"/>
                  </a:lnTo>
                  <a:lnTo>
                    <a:pt x="1632" y="984"/>
                  </a:lnTo>
                  <a:lnTo>
                    <a:pt x="1360" y="732"/>
                  </a:lnTo>
                  <a:lnTo>
                    <a:pt x="1486" y="502"/>
                  </a:lnTo>
                  <a:lnTo>
                    <a:pt x="1632" y="481"/>
                  </a:lnTo>
                  <a:lnTo>
                    <a:pt x="1653" y="377"/>
                  </a:lnTo>
                  <a:lnTo>
                    <a:pt x="1737" y="356"/>
                  </a:lnTo>
                  <a:lnTo>
                    <a:pt x="1779" y="272"/>
                  </a:lnTo>
                  <a:lnTo>
                    <a:pt x="1737" y="293"/>
                  </a:lnTo>
                  <a:lnTo>
                    <a:pt x="1737" y="293"/>
                  </a:lnTo>
                  <a:lnTo>
                    <a:pt x="1841" y="188"/>
                  </a:lnTo>
                  <a:lnTo>
                    <a:pt x="1946" y="147"/>
                  </a:lnTo>
                  <a:lnTo>
                    <a:pt x="1841" y="84"/>
                  </a:lnTo>
                  <a:lnTo>
                    <a:pt x="1737" y="0"/>
                  </a:lnTo>
                  <a:close/>
                </a:path>
              </a:pathLst>
            </a:custGeom>
            <a:solidFill>
              <a:srgbClr val="5F7D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nvGrpSpPr>
            <p:cNvPr id="5989" name="Google Shape;5989;p36"/>
            <p:cNvGrpSpPr/>
            <p:nvPr/>
          </p:nvGrpSpPr>
          <p:grpSpPr>
            <a:xfrm>
              <a:off x="3697513" y="2707266"/>
              <a:ext cx="59549" cy="79733"/>
              <a:chOff x="3586375" y="2281300"/>
              <a:chExt cx="125025" cy="175275"/>
            </a:xfrm>
          </p:grpSpPr>
          <p:sp>
            <p:nvSpPr>
              <p:cNvPr id="5990" name="Google Shape;5990;p36"/>
              <p:cNvSpPr/>
              <p:nvPr/>
            </p:nvSpPr>
            <p:spPr>
              <a:xfrm>
                <a:off x="3609900" y="2281300"/>
                <a:ext cx="101500" cy="175275"/>
              </a:xfrm>
              <a:custGeom>
                <a:rect b="b" l="l" r="r" t="t"/>
                <a:pathLst>
                  <a:path extrusionOk="0" h="7011" w="4060">
                    <a:moveTo>
                      <a:pt x="1340" y="1"/>
                    </a:moveTo>
                    <a:lnTo>
                      <a:pt x="1277" y="63"/>
                    </a:lnTo>
                    <a:lnTo>
                      <a:pt x="1235" y="42"/>
                    </a:lnTo>
                    <a:lnTo>
                      <a:pt x="1110" y="84"/>
                    </a:lnTo>
                    <a:lnTo>
                      <a:pt x="1026" y="84"/>
                    </a:lnTo>
                    <a:lnTo>
                      <a:pt x="921" y="105"/>
                    </a:lnTo>
                    <a:lnTo>
                      <a:pt x="859" y="105"/>
                    </a:lnTo>
                    <a:lnTo>
                      <a:pt x="838" y="168"/>
                    </a:lnTo>
                    <a:lnTo>
                      <a:pt x="838" y="105"/>
                    </a:lnTo>
                    <a:lnTo>
                      <a:pt x="796" y="84"/>
                    </a:lnTo>
                    <a:lnTo>
                      <a:pt x="712" y="168"/>
                    </a:lnTo>
                    <a:lnTo>
                      <a:pt x="733" y="105"/>
                    </a:lnTo>
                    <a:lnTo>
                      <a:pt x="608" y="42"/>
                    </a:lnTo>
                    <a:lnTo>
                      <a:pt x="587" y="105"/>
                    </a:lnTo>
                    <a:lnTo>
                      <a:pt x="524" y="168"/>
                    </a:lnTo>
                    <a:lnTo>
                      <a:pt x="545" y="231"/>
                    </a:lnTo>
                    <a:lnTo>
                      <a:pt x="524" y="231"/>
                    </a:lnTo>
                    <a:lnTo>
                      <a:pt x="524" y="314"/>
                    </a:lnTo>
                    <a:lnTo>
                      <a:pt x="419" y="356"/>
                    </a:lnTo>
                    <a:lnTo>
                      <a:pt x="482" y="419"/>
                    </a:lnTo>
                    <a:lnTo>
                      <a:pt x="440" y="503"/>
                    </a:lnTo>
                    <a:lnTo>
                      <a:pt x="398" y="503"/>
                    </a:lnTo>
                    <a:lnTo>
                      <a:pt x="503" y="607"/>
                    </a:lnTo>
                    <a:lnTo>
                      <a:pt x="545" y="670"/>
                    </a:lnTo>
                    <a:lnTo>
                      <a:pt x="419" y="607"/>
                    </a:lnTo>
                    <a:lnTo>
                      <a:pt x="398" y="670"/>
                    </a:lnTo>
                    <a:lnTo>
                      <a:pt x="315" y="587"/>
                    </a:lnTo>
                    <a:lnTo>
                      <a:pt x="294" y="628"/>
                    </a:lnTo>
                    <a:lnTo>
                      <a:pt x="315" y="691"/>
                    </a:lnTo>
                    <a:lnTo>
                      <a:pt x="294" y="733"/>
                    </a:lnTo>
                    <a:lnTo>
                      <a:pt x="273" y="628"/>
                    </a:lnTo>
                    <a:lnTo>
                      <a:pt x="210" y="733"/>
                    </a:lnTo>
                    <a:lnTo>
                      <a:pt x="273" y="796"/>
                    </a:lnTo>
                    <a:lnTo>
                      <a:pt x="210" y="817"/>
                    </a:lnTo>
                    <a:lnTo>
                      <a:pt x="294" y="900"/>
                    </a:lnTo>
                    <a:lnTo>
                      <a:pt x="336" y="900"/>
                    </a:lnTo>
                    <a:lnTo>
                      <a:pt x="294" y="942"/>
                    </a:lnTo>
                    <a:lnTo>
                      <a:pt x="210" y="900"/>
                    </a:lnTo>
                    <a:lnTo>
                      <a:pt x="210" y="1026"/>
                    </a:lnTo>
                    <a:lnTo>
                      <a:pt x="210" y="1047"/>
                    </a:lnTo>
                    <a:lnTo>
                      <a:pt x="377" y="1026"/>
                    </a:lnTo>
                    <a:lnTo>
                      <a:pt x="273" y="1089"/>
                    </a:lnTo>
                    <a:lnTo>
                      <a:pt x="273" y="1110"/>
                    </a:lnTo>
                    <a:lnTo>
                      <a:pt x="294" y="1131"/>
                    </a:lnTo>
                    <a:lnTo>
                      <a:pt x="377" y="1110"/>
                    </a:lnTo>
                    <a:lnTo>
                      <a:pt x="336" y="1131"/>
                    </a:lnTo>
                    <a:lnTo>
                      <a:pt x="398" y="1151"/>
                    </a:lnTo>
                    <a:lnTo>
                      <a:pt x="398" y="1151"/>
                    </a:lnTo>
                    <a:lnTo>
                      <a:pt x="315" y="1131"/>
                    </a:lnTo>
                    <a:lnTo>
                      <a:pt x="294" y="1151"/>
                    </a:lnTo>
                    <a:lnTo>
                      <a:pt x="294" y="1214"/>
                    </a:lnTo>
                    <a:lnTo>
                      <a:pt x="315" y="1235"/>
                    </a:lnTo>
                    <a:lnTo>
                      <a:pt x="273" y="1256"/>
                    </a:lnTo>
                    <a:lnTo>
                      <a:pt x="231" y="1319"/>
                    </a:lnTo>
                    <a:lnTo>
                      <a:pt x="294" y="1319"/>
                    </a:lnTo>
                    <a:lnTo>
                      <a:pt x="294" y="1361"/>
                    </a:lnTo>
                    <a:lnTo>
                      <a:pt x="210" y="1340"/>
                    </a:lnTo>
                    <a:lnTo>
                      <a:pt x="189" y="1403"/>
                    </a:lnTo>
                    <a:lnTo>
                      <a:pt x="210" y="1444"/>
                    </a:lnTo>
                    <a:lnTo>
                      <a:pt x="189" y="1465"/>
                    </a:lnTo>
                    <a:lnTo>
                      <a:pt x="168" y="1528"/>
                    </a:lnTo>
                    <a:lnTo>
                      <a:pt x="63" y="1528"/>
                    </a:lnTo>
                    <a:lnTo>
                      <a:pt x="1" y="1549"/>
                    </a:lnTo>
                    <a:lnTo>
                      <a:pt x="63" y="1570"/>
                    </a:lnTo>
                    <a:lnTo>
                      <a:pt x="126" y="1570"/>
                    </a:lnTo>
                    <a:lnTo>
                      <a:pt x="189" y="1612"/>
                    </a:lnTo>
                    <a:lnTo>
                      <a:pt x="168" y="1633"/>
                    </a:lnTo>
                    <a:lnTo>
                      <a:pt x="105" y="1633"/>
                    </a:lnTo>
                    <a:lnTo>
                      <a:pt x="189" y="1716"/>
                    </a:lnTo>
                    <a:lnTo>
                      <a:pt x="210" y="1716"/>
                    </a:lnTo>
                    <a:lnTo>
                      <a:pt x="273" y="1737"/>
                    </a:lnTo>
                    <a:lnTo>
                      <a:pt x="503" y="1507"/>
                    </a:lnTo>
                    <a:lnTo>
                      <a:pt x="482" y="1570"/>
                    </a:lnTo>
                    <a:lnTo>
                      <a:pt x="503" y="1612"/>
                    </a:lnTo>
                    <a:lnTo>
                      <a:pt x="419" y="1633"/>
                    </a:lnTo>
                    <a:lnTo>
                      <a:pt x="377" y="1758"/>
                    </a:lnTo>
                    <a:lnTo>
                      <a:pt x="377" y="1779"/>
                    </a:lnTo>
                    <a:lnTo>
                      <a:pt x="315" y="1947"/>
                    </a:lnTo>
                    <a:lnTo>
                      <a:pt x="336" y="1947"/>
                    </a:lnTo>
                    <a:lnTo>
                      <a:pt x="294" y="2135"/>
                    </a:lnTo>
                    <a:lnTo>
                      <a:pt x="294" y="2239"/>
                    </a:lnTo>
                    <a:lnTo>
                      <a:pt x="231" y="2281"/>
                    </a:lnTo>
                    <a:lnTo>
                      <a:pt x="294" y="2323"/>
                    </a:lnTo>
                    <a:lnTo>
                      <a:pt x="315" y="2302"/>
                    </a:lnTo>
                    <a:lnTo>
                      <a:pt x="231" y="2449"/>
                    </a:lnTo>
                    <a:lnTo>
                      <a:pt x="231" y="2595"/>
                    </a:lnTo>
                    <a:lnTo>
                      <a:pt x="189" y="2658"/>
                    </a:lnTo>
                    <a:lnTo>
                      <a:pt x="189" y="2700"/>
                    </a:lnTo>
                    <a:lnTo>
                      <a:pt x="315" y="2700"/>
                    </a:lnTo>
                    <a:lnTo>
                      <a:pt x="294" y="2595"/>
                    </a:lnTo>
                    <a:lnTo>
                      <a:pt x="336" y="2491"/>
                    </a:lnTo>
                    <a:lnTo>
                      <a:pt x="336" y="2407"/>
                    </a:lnTo>
                    <a:lnTo>
                      <a:pt x="398" y="2323"/>
                    </a:lnTo>
                    <a:lnTo>
                      <a:pt x="336" y="2135"/>
                    </a:lnTo>
                    <a:lnTo>
                      <a:pt x="398" y="2135"/>
                    </a:lnTo>
                    <a:lnTo>
                      <a:pt x="545" y="1947"/>
                    </a:lnTo>
                    <a:lnTo>
                      <a:pt x="440" y="2135"/>
                    </a:lnTo>
                    <a:lnTo>
                      <a:pt x="419" y="2239"/>
                    </a:lnTo>
                    <a:lnTo>
                      <a:pt x="482" y="2260"/>
                    </a:lnTo>
                    <a:lnTo>
                      <a:pt x="482" y="2198"/>
                    </a:lnTo>
                    <a:lnTo>
                      <a:pt x="545" y="2135"/>
                    </a:lnTo>
                    <a:lnTo>
                      <a:pt x="587" y="2260"/>
                    </a:lnTo>
                    <a:lnTo>
                      <a:pt x="628" y="2135"/>
                    </a:lnTo>
                    <a:lnTo>
                      <a:pt x="628" y="2030"/>
                    </a:lnTo>
                    <a:lnTo>
                      <a:pt x="691" y="1988"/>
                    </a:lnTo>
                    <a:lnTo>
                      <a:pt x="649" y="2135"/>
                    </a:lnTo>
                    <a:lnTo>
                      <a:pt x="754" y="2198"/>
                    </a:lnTo>
                    <a:lnTo>
                      <a:pt x="649" y="2177"/>
                    </a:lnTo>
                    <a:lnTo>
                      <a:pt x="628" y="2323"/>
                    </a:lnTo>
                    <a:lnTo>
                      <a:pt x="649" y="2449"/>
                    </a:lnTo>
                    <a:lnTo>
                      <a:pt x="712" y="2470"/>
                    </a:lnTo>
                    <a:lnTo>
                      <a:pt x="754" y="2574"/>
                    </a:lnTo>
                    <a:lnTo>
                      <a:pt x="649" y="2658"/>
                    </a:lnTo>
                    <a:lnTo>
                      <a:pt x="587" y="2909"/>
                    </a:lnTo>
                    <a:lnTo>
                      <a:pt x="587" y="3014"/>
                    </a:lnTo>
                    <a:lnTo>
                      <a:pt x="503" y="2972"/>
                    </a:lnTo>
                    <a:lnTo>
                      <a:pt x="503" y="3097"/>
                    </a:lnTo>
                    <a:lnTo>
                      <a:pt x="628" y="3244"/>
                    </a:lnTo>
                    <a:lnTo>
                      <a:pt x="587" y="3097"/>
                    </a:lnTo>
                    <a:lnTo>
                      <a:pt x="649" y="3076"/>
                    </a:lnTo>
                    <a:lnTo>
                      <a:pt x="859" y="3223"/>
                    </a:lnTo>
                    <a:lnTo>
                      <a:pt x="859" y="3097"/>
                    </a:lnTo>
                    <a:lnTo>
                      <a:pt x="796" y="3035"/>
                    </a:lnTo>
                    <a:lnTo>
                      <a:pt x="838" y="3014"/>
                    </a:lnTo>
                    <a:lnTo>
                      <a:pt x="1005" y="3118"/>
                    </a:lnTo>
                    <a:lnTo>
                      <a:pt x="1131" y="3118"/>
                    </a:lnTo>
                    <a:lnTo>
                      <a:pt x="1131" y="3076"/>
                    </a:lnTo>
                    <a:lnTo>
                      <a:pt x="1235" y="3076"/>
                    </a:lnTo>
                    <a:lnTo>
                      <a:pt x="1256" y="2972"/>
                    </a:lnTo>
                    <a:lnTo>
                      <a:pt x="1549" y="2993"/>
                    </a:lnTo>
                    <a:lnTo>
                      <a:pt x="1361" y="3014"/>
                    </a:lnTo>
                    <a:lnTo>
                      <a:pt x="1235" y="3348"/>
                    </a:lnTo>
                    <a:lnTo>
                      <a:pt x="1382" y="3620"/>
                    </a:lnTo>
                    <a:lnTo>
                      <a:pt x="1444" y="3558"/>
                    </a:lnTo>
                    <a:lnTo>
                      <a:pt x="1444" y="3704"/>
                    </a:lnTo>
                    <a:lnTo>
                      <a:pt x="1549" y="3600"/>
                    </a:lnTo>
                    <a:lnTo>
                      <a:pt x="1654" y="3600"/>
                    </a:lnTo>
                    <a:lnTo>
                      <a:pt x="1633" y="3746"/>
                    </a:lnTo>
                    <a:lnTo>
                      <a:pt x="1654" y="3767"/>
                    </a:lnTo>
                    <a:lnTo>
                      <a:pt x="1549" y="3851"/>
                    </a:lnTo>
                    <a:lnTo>
                      <a:pt x="1570" y="4018"/>
                    </a:lnTo>
                    <a:lnTo>
                      <a:pt x="1528" y="4123"/>
                    </a:lnTo>
                    <a:lnTo>
                      <a:pt x="1570" y="4227"/>
                    </a:lnTo>
                    <a:lnTo>
                      <a:pt x="1654" y="4290"/>
                    </a:lnTo>
                    <a:lnTo>
                      <a:pt x="1737" y="4290"/>
                    </a:lnTo>
                    <a:lnTo>
                      <a:pt x="1675" y="4332"/>
                    </a:lnTo>
                    <a:lnTo>
                      <a:pt x="1591" y="4332"/>
                    </a:lnTo>
                    <a:lnTo>
                      <a:pt x="1549" y="4248"/>
                    </a:lnTo>
                    <a:lnTo>
                      <a:pt x="1465" y="4269"/>
                    </a:lnTo>
                    <a:lnTo>
                      <a:pt x="1528" y="4353"/>
                    </a:lnTo>
                    <a:lnTo>
                      <a:pt x="1591" y="4395"/>
                    </a:lnTo>
                    <a:lnTo>
                      <a:pt x="1486" y="4374"/>
                    </a:lnTo>
                    <a:lnTo>
                      <a:pt x="1424" y="4290"/>
                    </a:lnTo>
                    <a:lnTo>
                      <a:pt x="1235" y="4353"/>
                    </a:lnTo>
                    <a:lnTo>
                      <a:pt x="1152" y="4353"/>
                    </a:lnTo>
                    <a:lnTo>
                      <a:pt x="963" y="4436"/>
                    </a:lnTo>
                    <a:lnTo>
                      <a:pt x="859" y="4583"/>
                    </a:lnTo>
                    <a:lnTo>
                      <a:pt x="733" y="4667"/>
                    </a:lnTo>
                    <a:lnTo>
                      <a:pt x="691" y="4750"/>
                    </a:lnTo>
                    <a:lnTo>
                      <a:pt x="817" y="4750"/>
                    </a:lnTo>
                    <a:lnTo>
                      <a:pt x="817" y="4688"/>
                    </a:lnTo>
                    <a:lnTo>
                      <a:pt x="1026" y="4646"/>
                    </a:lnTo>
                    <a:lnTo>
                      <a:pt x="1005" y="4750"/>
                    </a:lnTo>
                    <a:lnTo>
                      <a:pt x="1068" y="4813"/>
                    </a:lnTo>
                    <a:lnTo>
                      <a:pt x="1005" y="4876"/>
                    </a:lnTo>
                    <a:lnTo>
                      <a:pt x="1026" y="4960"/>
                    </a:lnTo>
                    <a:lnTo>
                      <a:pt x="1068" y="4960"/>
                    </a:lnTo>
                    <a:lnTo>
                      <a:pt x="942" y="5190"/>
                    </a:lnTo>
                    <a:lnTo>
                      <a:pt x="859" y="5232"/>
                    </a:lnTo>
                    <a:lnTo>
                      <a:pt x="754" y="5294"/>
                    </a:lnTo>
                    <a:lnTo>
                      <a:pt x="733" y="5294"/>
                    </a:lnTo>
                    <a:lnTo>
                      <a:pt x="608" y="5378"/>
                    </a:lnTo>
                    <a:lnTo>
                      <a:pt x="524" y="5378"/>
                    </a:lnTo>
                    <a:lnTo>
                      <a:pt x="398" y="5483"/>
                    </a:lnTo>
                    <a:lnTo>
                      <a:pt x="503" y="5483"/>
                    </a:lnTo>
                    <a:lnTo>
                      <a:pt x="503" y="5545"/>
                    </a:lnTo>
                    <a:lnTo>
                      <a:pt x="419" y="5608"/>
                    </a:lnTo>
                    <a:lnTo>
                      <a:pt x="545" y="5629"/>
                    </a:lnTo>
                    <a:lnTo>
                      <a:pt x="524" y="5650"/>
                    </a:lnTo>
                    <a:lnTo>
                      <a:pt x="587" y="5692"/>
                    </a:lnTo>
                    <a:lnTo>
                      <a:pt x="649" y="5650"/>
                    </a:lnTo>
                    <a:lnTo>
                      <a:pt x="754" y="5608"/>
                    </a:lnTo>
                    <a:lnTo>
                      <a:pt x="900" y="5545"/>
                    </a:lnTo>
                    <a:lnTo>
                      <a:pt x="921" y="5629"/>
                    </a:lnTo>
                    <a:lnTo>
                      <a:pt x="1026" y="5650"/>
                    </a:lnTo>
                    <a:lnTo>
                      <a:pt x="942" y="5692"/>
                    </a:lnTo>
                    <a:lnTo>
                      <a:pt x="921" y="5734"/>
                    </a:lnTo>
                    <a:lnTo>
                      <a:pt x="1068" y="5734"/>
                    </a:lnTo>
                    <a:lnTo>
                      <a:pt x="1068" y="5713"/>
                    </a:lnTo>
                    <a:lnTo>
                      <a:pt x="1152" y="5692"/>
                    </a:lnTo>
                    <a:lnTo>
                      <a:pt x="1256" y="5796"/>
                    </a:lnTo>
                    <a:lnTo>
                      <a:pt x="1319" y="5859"/>
                    </a:lnTo>
                    <a:lnTo>
                      <a:pt x="1486" y="5859"/>
                    </a:lnTo>
                    <a:lnTo>
                      <a:pt x="1549" y="5796"/>
                    </a:lnTo>
                    <a:lnTo>
                      <a:pt x="1633" y="5755"/>
                    </a:lnTo>
                    <a:lnTo>
                      <a:pt x="1758" y="5713"/>
                    </a:lnTo>
                    <a:lnTo>
                      <a:pt x="1800" y="5650"/>
                    </a:lnTo>
                    <a:lnTo>
                      <a:pt x="1905" y="5608"/>
                    </a:lnTo>
                    <a:lnTo>
                      <a:pt x="1758" y="5755"/>
                    </a:lnTo>
                    <a:lnTo>
                      <a:pt x="1633" y="5901"/>
                    </a:lnTo>
                    <a:lnTo>
                      <a:pt x="1633" y="6048"/>
                    </a:lnTo>
                    <a:lnTo>
                      <a:pt x="1528" y="6048"/>
                    </a:lnTo>
                    <a:lnTo>
                      <a:pt x="1444" y="6068"/>
                    </a:lnTo>
                    <a:lnTo>
                      <a:pt x="1361" y="6027"/>
                    </a:lnTo>
                    <a:lnTo>
                      <a:pt x="1131" y="6006"/>
                    </a:lnTo>
                    <a:lnTo>
                      <a:pt x="963" y="6048"/>
                    </a:lnTo>
                    <a:lnTo>
                      <a:pt x="963" y="6131"/>
                    </a:lnTo>
                    <a:lnTo>
                      <a:pt x="900" y="6215"/>
                    </a:lnTo>
                    <a:lnTo>
                      <a:pt x="796" y="6215"/>
                    </a:lnTo>
                    <a:lnTo>
                      <a:pt x="796" y="6382"/>
                    </a:lnTo>
                    <a:lnTo>
                      <a:pt x="691" y="6487"/>
                    </a:lnTo>
                    <a:lnTo>
                      <a:pt x="649" y="6550"/>
                    </a:lnTo>
                    <a:lnTo>
                      <a:pt x="545" y="6550"/>
                    </a:lnTo>
                    <a:lnTo>
                      <a:pt x="524" y="6675"/>
                    </a:lnTo>
                    <a:lnTo>
                      <a:pt x="482" y="6675"/>
                    </a:lnTo>
                    <a:lnTo>
                      <a:pt x="440" y="6738"/>
                    </a:lnTo>
                    <a:lnTo>
                      <a:pt x="315" y="6843"/>
                    </a:lnTo>
                    <a:lnTo>
                      <a:pt x="231" y="6801"/>
                    </a:lnTo>
                    <a:lnTo>
                      <a:pt x="168" y="6864"/>
                    </a:lnTo>
                    <a:lnTo>
                      <a:pt x="168" y="6968"/>
                    </a:lnTo>
                    <a:lnTo>
                      <a:pt x="273" y="6968"/>
                    </a:lnTo>
                    <a:lnTo>
                      <a:pt x="273" y="6885"/>
                    </a:lnTo>
                    <a:lnTo>
                      <a:pt x="377" y="6905"/>
                    </a:lnTo>
                    <a:lnTo>
                      <a:pt x="419" y="7010"/>
                    </a:lnTo>
                    <a:lnTo>
                      <a:pt x="503" y="6968"/>
                    </a:lnTo>
                    <a:lnTo>
                      <a:pt x="482" y="6905"/>
                    </a:lnTo>
                    <a:lnTo>
                      <a:pt x="524" y="6843"/>
                    </a:lnTo>
                    <a:lnTo>
                      <a:pt x="545" y="6864"/>
                    </a:lnTo>
                    <a:lnTo>
                      <a:pt x="628" y="6801"/>
                    </a:lnTo>
                    <a:lnTo>
                      <a:pt x="649" y="6801"/>
                    </a:lnTo>
                    <a:lnTo>
                      <a:pt x="712" y="6696"/>
                    </a:lnTo>
                    <a:lnTo>
                      <a:pt x="817" y="6759"/>
                    </a:lnTo>
                    <a:lnTo>
                      <a:pt x="900" y="6696"/>
                    </a:lnTo>
                    <a:lnTo>
                      <a:pt x="963" y="6738"/>
                    </a:lnTo>
                    <a:lnTo>
                      <a:pt x="1005" y="6696"/>
                    </a:lnTo>
                    <a:lnTo>
                      <a:pt x="1047" y="6759"/>
                    </a:lnTo>
                    <a:lnTo>
                      <a:pt x="1110" y="6759"/>
                    </a:lnTo>
                    <a:lnTo>
                      <a:pt x="1172" y="6801"/>
                    </a:lnTo>
                    <a:lnTo>
                      <a:pt x="1277" y="6801"/>
                    </a:lnTo>
                    <a:lnTo>
                      <a:pt x="1256" y="6759"/>
                    </a:lnTo>
                    <a:lnTo>
                      <a:pt x="1340" y="6738"/>
                    </a:lnTo>
                    <a:lnTo>
                      <a:pt x="1361" y="6654"/>
                    </a:lnTo>
                    <a:lnTo>
                      <a:pt x="1340" y="6571"/>
                    </a:lnTo>
                    <a:lnTo>
                      <a:pt x="1382" y="6487"/>
                    </a:lnTo>
                    <a:lnTo>
                      <a:pt x="1444" y="6487"/>
                    </a:lnTo>
                    <a:lnTo>
                      <a:pt x="1465" y="6445"/>
                    </a:lnTo>
                    <a:lnTo>
                      <a:pt x="1675" y="6424"/>
                    </a:lnTo>
                    <a:lnTo>
                      <a:pt x="1779" y="6424"/>
                    </a:lnTo>
                    <a:lnTo>
                      <a:pt x="1905" y="6487"/>
                    </a:lnTo>
                    <a:lnTo>
                      <a:pt x="2093" y="6487"/>
                    </a:lnTo>
                    <a:lnTo>
                      <a:pt x="2177" y="6529"/>
                    </a:lnTo>
                    <a:lnTo>
                      <a:pt x="2198" y="6445"/>
                    </a:lnTo>
                    <a:lnTo>
                      <a:pt x="2323" y="6361"/>
                    </a:lnTo>
                    <a:lnTo>
                      <a:pt x="2407" y="6382"/>
                    </a:lnTo>
                    <a:lnTo>
                      <a:pt x="2512" y="6320"/>
                    </a:lnTo>
                    <a:lnTo>
                      <a:pt x="2616" y="6340"/>
                    </a:lnTo>
                    <a:lnTo>
                      <a:pt x="2637" y="6320"/>
                    </a:lnTo>
                    <a:lnTo>
                      <a:pt x="2721" y="6278"/>
                    </a:lnTo>
                    <a:lnTo>
                      <a:pt x="2721" y="6320"/>
                    </a:lnTo>
                    <a:lnTo>
                      <a:pt x="2804" y="6361"/>
                    </a:lnTo>
                    <a:lnTo>
                      <a:pt x="2888" y="6320"/>
                    </a:lnTo>
                    <a:lnTo>
                      <a:pt x="3056" y="6320"/>
                    </a:lnTo>
                    <a:lnTo>
                      <a:pt x="3202" y="6278"/>
                    </a:lnTo>
                    <a:lnTo>
                      <a:pt x="3307" y="6320"/>
                    </a:lnTo>
                    <a:lnTo>
                      <a:pt x="3349" y="6340"/>
                    </a:lnTo>
                    <a:lnTo>
                      <a:pt x="3453" y="6257"/>
                    </a:lnTo>
                    <a:lnTo>
                      <a:pt x="3537" y="6236"/>
                    </a:lnTo>
                    <a:lnTo>
                      <a:pt x="3621" y="6152"/>
                    </a:lnTo>
                    <a:lnTo>
                      <a:pt x="3683" y="6152"/>
                    </a:lnTo>
                    <a:lnTo>
                      <a:pt x="3746" y="6173"/>
                    </a:lnTo>
                    <a:lnTo>
                      <a:pt x="3725" y="6110"/>
                    </a:lnTo>
                    <a:lnTo>
                      <a:pt x="3851" y="6027"/>
                    </a:lnTo>
                    <a:lnTo>
                      <a:pt x="3955" y="6006"/>
                    </a:lnTo>
                    <a:lnTo>
                      <a:pt x="3955" y="5922"/>
                    </a:lnTo>
                    <a:lnTo>
                      <a:pt x="3934" y="5859"/>
                    </a:lnTo>
                    <a:lnTo>
                      <a:pt x="3955" y="5796"/>
                    </a:lnTo>
                    <a:lnTo>
                      <a:pt x="3788" y="5796"/>
                    </a:lnTo>
                    <a:lnTo>
                      <a:pt x="3683" y="5838"/>
                    </a:lnTo>
                    <a:lnTo>
                      <a:pt x="3641" y="5838"/>
                    </a:lnTo>
                    <a:lnTo>
                      <a:pt x="3537" y="5817"/>
                    </a:lnTo>
                    <a:lnTo>
                      <a:pt x="3474" y="5796"/>
                    </a:lnTo>
                    <a:lnTo>
                      <a:pt x="3537" y="5755"/>
                    </a:lnTo>
                    <a:lnTo>
                      <a:pt x="3558" y="5755"/>
                    </a:lnTo>
                    <a:lnTo>
                      <a:pt x="3558" y="5734"/>
                    </a:lnTo>
                    <a:lnTo>
                      <a:pt x="3474" y="5713"/>
                    </a:lnTo>
                    <a:lnTo>
                      <a:pt x="3411" y="5734"/>
                    </a:lnTo>
                    <a:lnTo>
                      <a:pt x="3516" y="5650"/>
                    </a:lnTo>
                    <a:lnTo>
                      <a:pt x="3579" y="5692"/>
                    </a:lnTo>
                    <a:lnTo>
                      <a:pt x="3662" y="5629"/>
                    </a:lnTo>
                    <a:lnTo>
                      <a:pt x="3641" y="5545"/>
                    </a:lnTo>
                    <a:lnTo>
                      <a:pt x="3558" y="5545"/>
                    </a:lnTo>
                    <a:lnTo>
                      <a:pt x="3621" y="5504"/>
                    </a:lnTo>
                    <a:lnTo>
                      <a:pt x="3662" y="5441"/>
                    </a:lnTo>
                    <a:lnTo>
                      <a:pt x="3725" y="5504"/>
                    </a:lnTo>
                    <a:lnTo>
                      <a:pt x="3788" y="5441"/>
                    </a:lnTo>
                    <a:lnTo>
                      <a:pt x="3851" y="5399"/>
                    </a:lnTo>
                    <a:lnTo>
                      <a:pt x="3788" y="5378"/>
                    </a:lnTo>
                    <a:lnTo>
                      <a:pt x="3830" y="5336"/>
                    </a:lnTo>
                    <a:lnTo>
                      <a:pt x="3725" y="5336"/>
                    </a:lnTo>
                    <a:lnTo>
                      <a:pt x="3767" y="5273"/>
                    </a:lnTo>
                    <a:lnTo>
                      <a:pt x="3830" y="5294"/>
                    </a:lnTo>
                    <a:lnTo>
                      <a:pt x="3851" y="5315"/>
                    </a:lnTo>
                    <a:lnTo>
                      <a:pt x="3893" y="5232"/>
                    </a:lnTo>
                    <a:lnTo>
                      <a:pt x="3976" y="5211"/>
                    </a:lnTo>
                    <a:lnTo>
                      <a:pt x="3976" y="5064"/>
                    </a:lnTo>
                    <a:lnTo>
                      <a:pt x="4060" y="4897"/>
                    </a:lnTo>
                    <a:lnTo>
                      <a:pt x="3997" y="4813"/>
                    </a:lnTo>
                    <a:lnTo>
                      <a:pt x="3976" y="4688"/>
                    </a:lnTo>
                    <a:lnTo>
                      <a:pt x="3767" y="4541"/>
                    </a:lnTo>
                    <a:lnTo>
                      <a:pt x="3349" y="4541"/>
                    </a:lnTo>
                    <a:lnTo>
                      <a:pt x="3328" y="4667"/>
                    </a:lnTo>
                    <a:lnTo>
                      <a:pt x="3307" y="4708"/>
                    </a:lnTo>
                    <a:lnTo>
                      <a:pt x="3202" y="4646"/>
                    </a:lnTo>
                    <a:lnTo>
                      <a:pt x="3097" y="4604"/>
                    </a:lnTo>
                    <a:lnTo>
                      <a:pt x="3265" y="4436"/>
                    </a:lnTo>
                    <a:lnTo>
                      <a:pt x="3265" y="4332"/>
                    </a:lnTo>
                    <a:lnTo>
                      <a:pt x="3139" y="4123"/>
                    </a:lnTo>
                    <a:lnTo>
                      <a:pt x="3097" y="4123"/>
                    </a:lnTo>
                    <a:lnTo>
                      <a:pt x="2951" y="4039"/>
                    </a:lnTo>
                    <a:lnTo>
                      <a:pt x="2909" y="3955"/>
                    </a:lnTo>
                    <a:lnTo>
                      <a:pt x="2846" y="3976"/>
                    </a:lnTo>
                    <a:lnTo>
                      <a:pt x="2825" y="3976"/>
                    </a:lnTo>
                    <a:lnTo>
                      <a:pt x="2742" y="3955"/>
                    </a:lnTo>
                    <a:lnTo>
                      <a:pt x="2825" y="3955"/>
                    </a:lnTo>
                    <a:lnTo>
                      <a:pt x="2930" y="3934"/>
                    </a:lnTo>
                    <a:lnTo>
                      <a:pt x="2993" y="3955"/>
                    </a:lnTo>
                    <a:lnTo>
                      <a:pt x="3014" y="4018"/>
                    </a:lnTo>
                    <a:lnTo>
                      <a:pt x="3139" y="4018"/>
                    </a:lnTo>
                    <a:lnTo>
                      <a:pt x="2993" y="3830"/>
                    </a:lnTo>
                    <a:lnTo>
                      <a:pt x="2909" y="3725"/>
                    </a:lnTo>
                    <a:lnTo>
                      <a:pt x="2951" y="3641"/>
                    </a:lnTo>
                    <a:lnTo>
                      <a:pt x="2993" y="3641"/>
                    </a:lnTo>
                    <a:lnTo>
                      <a:pt x="2909" y="3600"/>
                    </a:lnTo>
                    <a:lnTo>
                      <a:pt x="2888" y="3537"/>
                    </a:lnTo>
                    <a:lnTo>
                      <a:pt x="2846" y="3537"/>
                    </a:lnTo>
                    <a:lnTo>
                      <a:pt x="2784" y="3348"/>
                    </a:lnTo>
                    <a:lnTo>
                      <a:pt x="2616" y="3307"/>
                    </a:lnTo>
                    <a:lnTo>
                      <a:pt x="2428" y="3244"/>
                    </a:lnTo>
                    <a:lnTo>
                      <a:pt x="2428" y="3181"/>
                    </a:lnTo>
                    <a:lnTo>
                      <a:pt x="2386" y="3139"/>
                    </a:lnTo>
                    <a:lnTo>
                      <a:pt x="2323" y="2930"/>
                    </a:lnTo>
                    <a:lnTo>
                      <a:pt x="2260" y="2825"/>
                    </a:lnTo>
                    <a:lnTo>
                      <a:pt x="2198" y="2574"/>
                    </a:lnTo>
                    <a:lnTo>
                      <a:pt x="2156" y="2470"/>
                    </a:lnTo>
                    <a:lnTo>
                      <a:pt x="2093" y="2470"/>
                    </a:lnTo>
                    <a:lnTo>
                      <a:pt x="1947" y="2239"/>
                    </a:lnTo>
                    <a:lnTo>
                      <a:pt x="1842" y="2198"/>
                    </a:lnTo>
                    <a:lnTo>
                      <a:pt x="1758" y="2156"/>
                    </a:lnTo>
                    <a:lnTo>
                      <a:pt x="1654" y="2093"/>
                    </a:lnTo>
                    <a:lnTo>
                      <a:pt x="1591" y="2156"/>
                    </a:lnTo>
                    <a:lnTo>
                      <a:pt x="1486" y="2198"/>
                    </a:lnTo>
                    <a:lnTo>
                      <a:pt x="1361" y="2177"/>
                    </a:lnTo>
                    <a:lnTo>
                      <a:pt x="1277" y="2177"/>
                    </a:lnTo>
                    <a:lnTo>
                      <a:pt x="1172" y="2156"/>
                    </a:lnTo>
                    <a:lnTo>
                      <a:pt x="1152" y="2072"/>
                    </a:lnTo>
                    <a:lnTo>
                      <a:pt x="1152" y="2072"/>
                    </a:lnTo>
                    <a:lnTo>
                      <a:pt x="1214" y="2093"/>
                    </a:lnTo>
                    <a:lnTo>
                      <a:pt x="1340" y="2135"/>
                    </a:lnTo>
                    <a:lnTo>
                      <a:pt x="1465" y="2093"/>
                    </a:lnTo>
                    <a:lnTo>
                      <a:pt x="1486" y="1988"/>
                    </a:lnTo>
                    <a:lnTo>
                      <a:pt x="1591" y="1988"/>
                    </a:lnTo>
                    <a:lnTo>
                      <a:pt x="1696" y="1926"/>
                    </a:lnTo>
                    <a:lnTo>
                      <a:pt x="1591" y="1884"/>
                    </a:lnTo>
                    <a:lnTo>
                      <a:pt x="1591" y="1800"/>
                    </a:lnTo>
                    <a:lnTo>
                      <a:pt x="1549" y="1779"/>
                    </a:lnTo>
                    <a:lnTo>
                      <a:pt x="1424" y="1863"/>
                    </a:lnTo>
                    <a:lnTo>
                      <a:pt x="1382" y="1842"/>
                    </a:lnTo>
                    <a:lnTo>
                      <a:pt x="1486" y="1758"/>
                    </a:lnTo>
                    <a:lnTo>
                      <a:pt x="1633" y="1758"/>
                    </a:lnTo>
                    <a:lnTo>
                      <a:pt x="1696" y="1716"/>
                    </a:lnTo>
                    <a:lnTo>
                      <a:pt x="1696" y="1633"/>
                    </a:lnTo>
                    <a:lnTo>
                      <a:pt x="1758" y="1612"/>
                    </a:lnTo>
                    <a:lnTo>
                      <a:pt x="1842" y="1444"/>
                    </a:lnTo>
                    <a:lnTo>
                      <a:pt x="1884" y="1403"/>
                    </a:lnTo>
                    <a:lnTo>
                      <a:pt x="1884" y="1340"/>
                    </a:lnTo>
                    <a:lnTo>
                      <a:pt x="1947" y="1235"/>
                    </a:lnTo>
                    <a:lnTo>
                      <a:pt x="1905" y="1214"/>
                    </a:lnTo>
                    <a:lnTo>
                      <a:pt x="1968" y="1047"/>
                    </a:lnTo>
                    <a:lnTo>
                      <a:pt x="2072" y="984"/>
                    </a:lnTo>
                    <a:lnTo>
                      <a:pt x="2072" y="900"/>
                    </a:lnTo>
                    <a:lnTo>
                      <a:pt x="1905" y="754"/>
                    </a:lnTo>
                    <a:lnTo>
                      <a:pt x="1884" y="796"/>
                    </a:lnTo>
                    <a:lnTo>
                      <a:pt x="1675" y="796"/>
                    </a:lnTo>
                    <a:lnTo>
                      <a:pt x="1528" y="754"/>
                    </a:lnTo>
                    <a:lnTo>
                      <a:pt x="1486" y="817"/>
                    </a:lnTo>
                    <a:lnTo>
                      <a:pt x="1424" y="817"/>
                    </a:lnTo>
                    <a:lnTo>
                      <a:pt x="1340" y="754"/>
                    </a:lnTo>
                    <a:lnTo>
                      <a:pt x="1256" y="796"/>
                    </a:lnTo>
                    <a:lnTo>
                      <a:pt x="1256" y="817"/>
                    </a:lnTo>
                    <a:lnTo>
                      <a:pt x="1172" y="838"/>
                    </a:lnTo>
                    <a:lnTo>
                      <a:pt x="1068" y="900"/>
                    </a:lnTo>
                    <a:lnTo>
                      <a:pt x="1047" y="900"/>
                    </a:lnTo>
                    <a:lnTo>
                      <a:pt x="963" y="942"/>
                    </a:lnTo>
                    <a:lnTo>
                      <a:pt x="942" y="921"/>
                    </a:lnTo>
                    <a:lnTo>
                      <a:pt x="1047" y="817"/>
                    </a:lnTo>
                    <a:lnTo>
                      <a:pt x="1131" y="691"/>
                    </a:lnTo>
                    <a:lnTo>
                      <a:pt x="1131" y="691"/>
                    </a:lnTo>
                    <a:lnTo>
                      <a:pt x="1068" y="712"/>
                    </a:lnTo>
                    <a:lnTo>
                      <a:pt x="963" y="691"/>
                    </a:lnTo>
                    <a:lnTo>
                      <a:pt x="1026" y="670"/>
                    </a:lnTo>
                    <a:lnTo>
                      <a:pt x="1047" y="587"/>
                    </a:lnTo>
                    <a:lnTo>
                      <a:pt x="1277" y="419"/>
                    </a:lnTo>
                    <a:lnTo>
                      <a:pt x="1340" y="294"/>
                    </a:lnTo>
                    <a:lnTo>
                      <a:pt x="1424" y="273"/>
                    </a:lnTo>
                    <a:lnTo>
                      <a:pt x="1444" y="168"/>
                    </a:lnTo>
                    <a:lnTo>
                      <a:pt x="1424" y="147"/>
                    </a:lnTo>
                    <a:lnTo>
                      <a:pt x="1465" y="63"/>
                    </a:lnTo>
                    <a:lnTo>
                      <a:pt x="1444" y="1"/>
                    </a:lnTo>
                    <a:close/>
                  </a:path>
                </a:pathLst>
              </a:custGeom>
              <a:solidFill>
                <a:srgbClr val="5F7D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91" name="Google Shape;5991;p36"/>
              <p:cNvSpPr/>
              <p:nvPr/>
            </p:nvSpPr>
            <p:spPr>
              <a:xfrm>
                <a:off x="3586375" y="2350350"/>
                <a:ext cx="31925" cy="25125"/>
              </a:xfrm>
              <a:custGeom>
                <a:rect b="b" l="l" r="r" t="t"/>
                <a:pathLst>
                  <a:path extrusionOk="0" h="1005" w="1277">
                    <a:moveTo>
                      <a:pt x="732" y="1"/>
                    </a:moveTo>
                    <a:lnTo>
                      <a:pt x="628" y="63"/>
                    </a:lnTo>
                    <a:lnTo>
                      <a:pt x="544" y="63"/>
                    </a:lnTo>
                    <a:lnTo>
                      <a:pt x="523" y="126"/>
                    </a:lnTo>
                    <a:lnTo>
                      <a:pt x="419" y="126"/>
                    </a:lnTo>
                    <a:lnTo>
                      <a:pt x="377" y="210"/>
                    </a:lnTo>
                    <a:lnTo>
                      <a:pt x="293" y="231"/>
                    </a:lnTo>
                    <a:lnTo>
                      <a:pt x="272" y="335"/>
                    </a:lnTo>
                    <a:lnTo>
                      <a:pt x="126" y="356"/>
                    </a:lnTo>
                    <a:lnTo>
                      <a:pt x="0" y="586"/>
                    </a:lnTo>
                    <a:lnTo>
                      <a:pt x="272" y="838"/>
                    </a:lnTo>
                    <a:lnTo>
                      <a:pt x="335" y="796"/>
                    </a:lnTo>
                    <a:lnTo>
                      <a:pt x="377" y="649"/>
                    </a:lnTo>
                    <a:lnTo>
                      <a:pt x="440" y="586"/>
                    </a:lnTo>
                    <a:lnTo>
                      <a:pt x="607" y="691"/>
                    </a:lnTo>
                    <a:lnTo>
                      <a:pt x="712" y="900"/>
                    </a:lnTo>
                    <a:lnTo>
                      <a:pt x="795" y="942"/>
                    </a:lnTo>
                    <a:lnTo>
                      <a:pt x="921" y="1005"/>
                    </a:lnTo>
                    <a:lnTo>
                      <a:pt x="942" y="1005"/>
                    </a:lnTo>
                    <a:lnTo>
                      <a:pt x="942" y="942"/>
                    </a:lnTo>
                    <a:lnTo>
                      <a:pt x="1004" y="942"/>
                    </a:lnTo>
                    <a:lnTo>
                      <a:pt x="1067" y="858"/>
                    </a:lnTo>
                    <a:lnTo>
                      <a:pt x="1067" y="775"/>
                    </a:lnTo>
                    <a:lnTo>
                      <a:pt x="1214" y="796"/>
                    </a:lnTo>
                    <a:lnTo>
                      <a:pt x="1235" y="691"/>
                    </a:lnTo>
                    <a:lnTo>
                      <a:pt x="1151" y="691"/>
                    </a:lnTo>
                    <a:lnTo>
                      <a:pt x="1172" y="586"/>
                    </a:lnTo>
                    <a:lnTo>
                      <a:pt x="1151" y="545"/>
                    </a:lnTo>
                    <a:lnTo>
                      <a:pt x="1214" y="524"/>
                    </a:lnTo>
                    <a:lnTo>
                      <a:pt x="1277" y="733"/>
                    </a:lnTo>
                    <a:lnTo>
                      <a:pt x="1235" y="461"/>
                    </a:lnTo>
                    <a:lnTo>
                      <a:pt x="1109" y="461"/>
                    </a:lnTo>
                    <a:lnTo>
                      <a:pt x="1172" y="419"/>
                    </a:lnTo>
                    <a:lnTo>
                      <a:pt x="1004" y="147"/>
                    </a:lnTo>
                    <a:lnTo>
                      <a:pt x="1004" y="42"/>
                    </a:lnTo>
                    <a:lnTo>
                      <a:pt x="921" y="21"/>
                    </a:lnTo>
                    <a:lnTo>
                      <a:pt x="732" y="1"/>
                    </a:lnTo>
                    <a:close/>
                  </a:path>
                </a:pathLst>
              </a:custGeom>
              <a:solidFill>
                <a:srgbClr val="5F7D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5992" name="Google Shape;5992;p36"/>
            <p:cNvSpPr/>
            <p:nvPr/>
          </p:nvSpPr>
          <p:spPr>
            <a:xfrm>
              <a:off x="4037841" y="3224817"/>
              <a:ext cx="52333" cy="93527"/>
            </a:xfrm>
            <a:custGeom>
              <a:rect b="b" l="l" r="r" t="t"/>
              <a:pathLst>
                <a:path extrusionOk="0" h="8224" w="4395">
                  <a:moveTo>
                    <a:pt x="3914" y="1"/>
                  </a:moveTo>
                  <a:lnTo>
                    <a:pt x="3746" y="168"/>
                  </a:lnTo>
                  <a:lnTo>
                    <a:pt x="3809" y="252"/>
                  </a:lnTo>
                  <a:lnTo>
                    <a:pt x="3704" y="293"/>
                  </a:lnTo>
                  <a:lnTo>
                    <a:pt x="3600" y="252"/>
                  </a:lnTo>
                  <a:lnTo>
                    <a:pt x="3537" y="252"/>
                  </a:lnTo>
                  <a:lnTo>
                    <a:pt x="3621" y="377"/>
                  </a:lnTo>
                  <a:lnTo>
                    <a:pt x="3621" y="419"/>
                  </a:lnTo>
                  <a:lnTo>
                    <a:pt x="3704" y="503"/>
                  </a:lnTo>
                  <a:lnTo>
                    <a:pt x="3704" y="524"/>
                  </a:lnTo>
                  <a:lnTo>
                    <a:pt x="3600" y="670"/>
                  </a:lnTo>
                  <a:lnTo>
                    <a:pt x="3600" y="817"/>
                  </a:lnTo>
                  <a:lnTo>
                    <a:pt x="3516" y="921"/>
                  </a:lnTo>
                  <a:lnTo>
                    <a:pt x="3432" y="900"/>
                  </a:lnTo>
                  <a:lnTo>
                    <a:pt x="3328" y="1026"/>
                  </a:lnTo>
                  <a:lnTo>
                    <a:pt x="3328" y="1109"/>
                  </a:lnTo>
                  <a:lnTo>
                    <a:pt x="3244" y="1151"/>
                  </a:lnTo>
                  <a:lnTo>
                    <a:pt x="3181" y="1130"/>
                  </a:lnTo>
                  <a:lnTo>
                    <a:pt x="3181" y="1005"/>
                  </a:lnTo>
                  <a:lnTo>
                    <a:pt x="3118" y="984"/>
                  </a:lnTo>
                  <a:lnTo>
                    <a:pt x="3035" y="1047"/>
                  </a:lnTo>
                  <a:lnTo>
                    <a:pt x="3035" y="1193"/>
                  </a:lnTo>
                  <a:lnTo>
                    <a:pt x="3139" y="1298"/>
                  </a:lnTo>
                  <a:lnTo>
                    <a:pt x="3181" y="1340"/>
                  </a:lnTo>
                  <a:lnTo>
                    <a:pt x="3139" y="1402"/>
                  </a:lnTo>
                  <a:lnTo>
                    <a:pt x="3077" y="1361"/>
                  </a:lnTo>
                  <a:lnTo>
                    <a:pt x="2930" y="1402"/>
                  </a:lnTo>
                  <a:lnTo>
                    <a:pt x="2993" y="1507"/>
                  </a:lnTo>
                  <a:lnTo>
                    <a:pt x="3098" y="1549"/>
                  </a:lnTo>
                  <a:lnTo>
                    <a:pt x="3098" y="1612"/>
                  </a:lnTo>
                  <a:lnTo>
                    <a:pt x="3077" y="1674"/>
                  </a:lnTo>
                  <a:lnTo>
                    <a:pt x="2993" y="1612"/>
                  </a:lnTo>
                  <a:lnTo>
                    <a:pt x="2909" y="1633"/>
                  </a:lnTo>
                  <a:lnTo>
                    <a:pt x="2888" y="1716"/>
                  </a:lnTo>
                  <a:lnTo>
                    <a:pt x="2721" y="1842"/>
                  </a:lnTo>
                  <a:lnTo>
                    <a:pt x="2721" y="1716"/>
                  </a:lnTo>
                  <a:lnTo>
                    <a:pt x="2763" y="1674"/>
                  </a:lnTo>
                  <a:lnTo>
                    <a:pt x="2721" y="1612"/>
                  </a:lnTo>
                  <a:lnTo>
                    <a:pt x="2616" y="1716"/>
                  </a:lnTo>
                  <a:lnTo>
                    <a:pt x="2679" y="1758"/>
                  </a:lnTo>
                  <a:lnTo>
                    <a:pt x="2658" y="1821"/>
                  </a:lnTo>
                  <a:lnTo>
                    <a:pt x="2512" y="1884"/>
                  </a:lnTo>
                  <a:lnTo>
                    <a:pt x="2574" y="1988"/>
                  </a:lnTo>
                  <a:lnTo>
                    <a:pt x="2658" y="2030"/>
                  </a:lnTo>
                  <a:lnTo>
                    <a:pt x="2658" y="2072"/>
                  </a:lnTo>
                  <a:lnTo>
                    <a:pt x="2574" y="2093"/>
                  </a:lnTo>
                  <a:lnTo>
                    <a:pt x="2470" y="2156"/>
                  </a:lnTo>
                  <a:lnTo>
                    <a:pt x="2470" y="2072"/>
                  </a:lnTo>
                  <a:lnTo>
                    <a:pt x="2407" y="2072"/>
                  </a:lnTo>
                  <a:lnTo>
                    <a:pt x="2470" y="1967"/>
                  </a:lnTo>
                  <a:lnTo>
                    <a:pt x="2407" y="1946"/>
                  </a:lnTo>
                  <a:lnTo>
                    <a:pt x="2198" y="2135"/>
                  </a:lnTo>
                  <a:lnTo>
                    <a:pt x="2177" y="2281"/>
                  </a:lnTo>
                  <a:lnTo>
                    <a:pt x="2198" y="2365"/>
                  </a:lnTo>
                  <a:lnTo>
                    <a:pt x="2156" y="2407"/>
                  </a:lnTo>
                  <a:lnTo>
                    <a:pt x="2093" y="2386"/>
                  </a:lnTo>
                  <a:lnTo>
                    <a:pt x="2051" y="2365"/>
                  </a:lnTo>
                  <a:lnTo>
                    <a:pt x="2051" y="2197"/>
                  </a:lnTo>
                  <a:lnTo>
                    <a:pt x="1989" y="2197"/>
                  </a:lnTo>
                  <a:lnTo>
                    <a:pt x="1863" y="2344"/>
                  </a:lnTo>
                  <a:lnTo>
                    <a:pt x="1717" y="2239"/>
                  </a:lnTo>
                  <a:lnTo>
                    <a:pt x="1675" y="2281"/>
                  </a:lnTo>
                  <a:lnTo>
                    <a:pt x="1633" y="2281"/>
                  </a:lnTo>
                  <a:lnTo>
                    <a:pt x="1654" y="2449"/>
                  </a:lnTo>
                  <a:lnTo>
                    <a:pt x="1612" y="2449"/>
                  </a:lnTo>
                  <a:lnTo>
                    <a:pt x="1549" y="2469"/>
                  </a:lnTo>
                  <a:lnTo>
                    <a:pt x="1549" y="2365"/>
                  </a:lnTo>
                  <a:lnTo>
                    <a:pt x="1507" y="2344"/>
                  </a:lnTo>
                  <a:lnTo>
                    <a:pt x="1445" y="2449"/>
                  </a:lnTo>
                  <a:lnTo>
                    <a:pt x="1403" y="2344"/>
                  </a:lnTo>
                  <a:lnTo>
                    <a:pt x="1152" y="2553"/>
                  </a:lnTo>
                  <a:lnTo>
                    <a:pt x="1110" y="2553"/>
                  </a:lnTo>
                  <a:lnTo>
                    <a:pt x="1047" y="2511"/>
                  </a:lnTo>
                  <a:lnTo>
                    <a:pt x="921" y="2511"/>
                  </a:lnTo>
                  <a:lnTo>
                    <a:pt x="880" y="2595"/>
                  </a:lnTo>
                  <a:lnTo>
                    <a:pt x="901" y="2783"/>
                  </a:lnTo>
                  <a:lnTo>
                    <a:pt x="733" y="3034"/>
                  </a:lnTo>
                  <a:lnTo>
                    <a:pt x="733" y="3097"/>
                  </a:lnTo>
                  <a:lnTo>
                    <a:pt x="587" y="3244"/>
                  </a:lnTo>
                  <a:lnTo>
                    <a:pt x="587" y="3327"/>
                  </a:lnTo>
                  <a:lnTo>
                    <a:pt x="670" y="3411"/>
                  </a:lnTo>
                  <a:lnTo>
                    <a:pt x="587" y="3516"/>
                  </a:lnTo>
                  <a:lnTo>
                    <a:pt x="629" y="3704"/>
                  </a:lnTo>
                  <a:lnTo>
                    <a:pt x="629" y="3830"/>
                  </a:lnTo>
                  <a:lnTo>
                    <a:pt x="796" y="4143"/>
                  </a:lnTo>
                  <a:lnTo>
                    <a:pt x="796" y="4227"/>
                  </a:lnTo>
                  <a:lnTo>
                    <a:pt x="880" y="4332"/>
                  </a:lnTo>
                  <a:lnTo>
                    <a:pt x="880" y="4374"/>
                  </a:lnTo>
                  <a:lnTo>
                    <a:pt x="796" y="4457"/>
                  </a:lnTo>
                  <a:lnTo>
                    <a:pt x="817" y="4541"/>
                  </a:lnTo>
                  <a:lnTo>
                    <a:pt x="775" y="4792"/>
                  </a:lnTo>
                  <a:lnTo>
                    <a:pt x="670" y="4876"/>
                  </a:lnTo>
                  <a:lnTo>
                    <a:pt x="629" y="5022"/>
                  </a:lnTo>
                  <a:lnTo>
                    <a:pt x="566" y="5064"/>
                  </a:lnTo>
                  <a:lnTo>
                    <a:pt x="524" y="5127"/>
                  </a:lnTo>
                  <a:lnTo>
                    <a:pt x="419" y="5231"/>
                  </a:lnTo>
                  <a:lnTo>
                    <a:pt x="419" y="5441"/>
                  </a:lnTo>
                  <a:lnTo>
                    <a:pt x="357" y="5524"/>
                  </a:lnTo>
                  <a:lnTo>
                    <a:pt x="168" y="5545"/>
                  </a:lnTo>
                  <a:lnTo>
                    <a:pt x="147" y="5608"/>
                  </a:lnTo>
                  <a:lnTo>
                    <a:pt x="147" y="5796"/>
                  </a:lnTo>
                  <a:lnTo>
                    <a:pt x="43" y="5943"/>
                  </a:lnTo>
                  <a:lnTo>
                    <a:pt x="43" y="6068"/>
                  </a:lnTo>
                  <a:lnTo>
                    <a:pt x="1" y="6173"/>
                  </a:lnTo>
                  <a:lnTo>
                    <a:pt x="43" y="6236"/>
                  </a:lnTo>
                  <a:lnTo>
                    <a:pt x="43" y="6424"/>
                  </a:lnTo>
                  <a:lnTo>
                    <a:pt x="189" y="6591"/>
                  </a:lnTo>
                  <a:lnTo>
                    <a:pt x="168" y="6738"/>
                  </a:lnTo>
                  <a:lnTo>
                    <a:pt x="189" y="6843"/>
                  </a:lnTo>
                  <a:lnTo>
                    <a:pt x="273" y="6863"/>
                  </a:lnTo>
                  <a:lnTo>
                    <a:pt x="294" y="6863"/>
                  </a:lnTo>
                  <a:lnTo>
                    <a:pt x="273" y="6884"/>
                  </a:lnTo>
                  <a:lnTo>
                    <a:pt x="147" y="6905"/>
                  </a:lnTo>
                  <a:lnTo>
                    <a:pt x="147" y="7052"/>
                  </a:lnTo>
                  <a:lnTo>
                    <a:pt x="168" y="7219"/>
                  </a:lnTo>
                  <a:lnTo>
                    <a:pt x="147" y="7470"/>
                  </a:lnTo>
                  <a:lnTo>
                    <a:pt x="189" y="7512"/>
                  </a:lnTo>
                  <a:lnTo>
                    <a:pt x="189" y="7596"/>
                  </a:lnTo>
                  <a:lnTo>
                    <a:pt x="273" y="7638"/>
                  </a:lnTo>
                  <a:lnTo>
                    <a:pt x="357" y="7742"/>
                  </a:lnTo>
                  <a:lnTo>
                    <a:pt x="398" y="7784"/>
                  </a:lnTo>
                  <a:lnTo>
                    <a:pt x="461" y="7847"/>
                  </a:lnTo>
                  <a:lnTo>
                    <a:pt x="524" y="7951"/>
                  </a:lnTo>
                  <a:lnTo>
                    <a:pt x="608" y="7931"/>
                  </a:lnTo>
                  <a:lnTo>
                    <a:pt x="629" y="7951"/>
                  </a:lnTo>
                  <a:lnTo>
                    <a:pt x="733" y="7993"/>
                  </a:lnTo>
                  <a:lnTo>
                    <a:pt x="817" y="8119"/>
                  </a:lnTo>
                  <a:lnTo>
                    <a:pt x="901" y="8140"/>
                  </a:lnTo>
                  <a:lnTo>
                    <a:pt x="901" y="8161"/>
                  </a:lnTo>
                  <a:lnTo>
                    <a:pt x="921" y="8223"/>
                  </a:lnTo>
                  <a:lnTo>
                    <a:pt x="1005" y="8161"/>
                  </a:lnTo>
                  <a:lnTo>
                    <a:pt x="1131" y="8161"/>
                  </a:lnTo>
                  <a:lnTo>
                    <a:pt x="1256" y="8098"/>
                  </a:lnTo>
                  <a:lnTo>
                    <a:pt x="1361" y="7951"/>
                  </a:lnTo>
                  <a:lnTo>
                    <a:pt x="1737" y="7931"/>
                  </a:lnTo>
                  <a:lnTo>
                    <a:pt x="1842" y="7951"/>
                  </a:lnTo>
                  <a:lnTo>
                    <a:pt x="2030" y="7889"/>
                  </a:lnTo>
                  <a:lnTo>
                    <a:pt x="2093" y="7784"/>
                  </a:lnTo>
                  <a:lnTo>
                    <a:pt x="2177" y="7742"/>
                  </a:lnTo>
                  <a:lnTo>
                    <a:pt x="2240" y="7596"/>
                  </a:lnTo>
                  <a:lnTo>
                    <a:pt x="2344" y="7428"/>
                  </a:lnTo>
                  <a:lnTo>
                    <a:pt x="2344" y="7324"/>
                  </a:lnTo>
                  <a:lnTo>
                    <a:pt x="2449" y="7261"/>
                  </a:lnTo>
                  <a:lnTo>
                    <a:pt x="2449" y="7094"/>
                  </a:lnTo>
                  <a:lnTo>
                    <a:pt x="2407" y="7073"/>
                  </a:lnTo>
                  <a:lnTo>
                    <a:pt x="2491" y="6989"/>
                  </a:lnTo>
                  <a:lnTo>
                    <a:pt x="2554" y="6801"/>
                  </a:lnTo>
                  <a:lnTo>
                    <a:pt x="2512" y="6780"/>
                  </a:lnTo>
                  <a:lnTo>
                    <a:pt x="2574" y="6780"/>
                  </a:lnTo>
                  <a:lnTo>
                    <a:pt x="2679" y="6591"/>
                  </a:lnTo>
                  <a:lnTo>
                    <a:pt x="2763" y="6236"/>
                  </a:lnTo>
                  <a:lnTo>
                    <a:pt x="2805" y="6027"/>
                  </a:lnTo>
                  <a:lnTo>
                    <a:pt x="2909" y="5922"/>
                  </a:lnTo>
                  <a:lnTo>
                    <a:pt x="2972" y="5692"/>
                  </a:lnTo>
                  <a:lnTo>
                    <a:pt x="3118" y="5420"/>
                  </a:lnTo>
                  <a:lnTo>
                    <a:pt x="3286" y="4959"/>
                  </a:lnTo>
                  <a:lnTo>
                    <a:pt x="3390" y="4792"/>
                  </a:lnTo>
                  <a:lnTo>
                    <a:pt x="3390" y="4583"/>
                  </a:lnTo>
                  <a:lnTo>
                    <a:pt x="3495" y="4374"/>
                  </a:lnTo>
                  <a:lnTo>
                    <a:pt x="3516" y="4269"/>
                  </a:lnTo>
                  <a:lnTo>
                    <a:pt x="3642" y="4060"/>
                  </a:lnTo>
                  <a:lnTo>
                    <a:pt x="3704" y="3746"/>
                  </a:lnTo>
                  <a:lnTo>
                    <a:pt x="3746" y="3516"/>
                  </a:lnTo>
                  <a:lnTo>
                    <a:pt x="3809" y="3453"/>
                  </a:lnTo>
                  <a:lnTo>
                    <a:pt x="3830" y="3286"/>
                  </a:lnTo>
                  <a:lnTo>
                    <a:pt x="3809" y="3202"/>
                  </a:lnTo>
                  <a:lnTo>
                    <a:pt x="3830" y="3076"/>
                  </a:lnTo>
                  <a:lnTo>
                    <a:pt x="3934" y="2888"/>
                  </a:lnTo>
                  <a:lnTo>
                    <a:pt x="3934" y="2804"/>
                  </a:lnTo>
                  <a:lnTo>
                    <a:pt x="4018" y="2700"/>
                  </a:lnTo>
                  <a:lnTo>
                    <a:pt x="3976" y="2574"/>
                  </a:lnTo>
                  <a:lnTo>
                    <a:pt x="3934" y="2511"/>
                  </a:lnTo>
                  <a:lnTo>
                    <a:pt x="3976" y="2449"/>
                  </a:lnTo>
                  <a:lnTo>
                    <a:pt x="3976" y="2281"/>
                  </a:lnTo>
                  <a:lnTo>
                    <a:pt x="3934" y="2260"/>
                  </a:lnTo>
                  <a:lnTo>
                    <a:pt x="3934" y="2135"/>
                  </a:lnTo>
                  <a:lnTo>
                    <a:pt x="4018" y="2072"/>
                  </a:lnTo>
                  <a:lnTo>
                    <a:pt x="4060" y="2135"/>
                  </a:lnTo>
                  <a:lnTo>
                    <a:pt x="4081" y="2260"/>
                  </a:lnTo>
                  <a:lnTo>
                    <a:pt x="4186" y="2386"/>
                  </a:lnTo>
                  <a:lnTo>
                    <a:pt x="4269" y="2386"/>
                  </a:lnTo>
                  <a:lnTo>
                    <a:pt x="4290" y="2302"/>
                  </a:lnTo>
                  <a:lnTo>
                    <a:pt x="4332" y="2239"/>
                  </a:lnTo>
                  <a:lnTo>
                    <a:pt x="4353" y="2177"/>
                  </a:lnTo>
                  <a:lnTo>
                    <a:pt x="4353" y="2072"/>
                  </a:lnTo>
                  <a:lnTo>
                    <a:pt x="4395" y="2051"/>
                  </a:lnTo>
                  <a:lnTo>
                    <a:pt x="4374" y="1925"/>
                  </a:lnTo>
                  <a:lnTo>
                    <a:pt x="4269" y="1779"/>
                  </a:lnTo>
                  <a:lnTo>
                    <a:pt x="4248" y="1674"/>
                  </a:lnTo>
                  <a:lnTo>
                    <a:pt x="4269" y="1633"/>
                  </a:lnTo>
                  <a:lnTo>
                    <a:pt x="4269" y="1507"/>
                  </a:lnTo>
                  <a:lnTo>
                    <a:pt x="4248" y="1340"/>
                  </a:lnTo>
                  <a:lnTo>
                    <a:pt x="4269" y="1256"/>
                  </a:lnTo>
                  <a:lnTo>
                    <a:pt x="4269" y="984"/>
                  </a:lnTo>
                  <a:lnTo>
                    <a:pt x="4186" y="879"/>
                  </a:lnTo>
                  <a:lnTo>
                    <a:pt x="4186" y="607"/>
                  </a:lnTo>
                  <a:lnTo>
                    <a:pt x="4144" y="524"/>
                  </a:lnTo>
                  <a:lnTo>
                    <a:pt x="4081" y="524"/>
                  </a:lnTo>
                  <a:lnTo>
                    <a:pt x="3976" y="398"/>
                  </a:lnTo>
                  <a:lnTo>
                    <a:pt x="3976" y="293"/>
                  </a:lnTo>
                  <a:lnTo>
                    <a:pt x="3872" y="252"/>
                  </a:lnTo>
                  <a:lnTo>
                    <a:pt x="3934" y="147"/>
                  </a:lnTo>
                  <a:lnTo>
                    <a:pt x="3914" y="1"/>
                  </a:lnTo>
                  <a:close/>
                </a:path>
              </a:pathLst>
            </a:custGeom>
            <a:solidFill>
              <a:srgbClr val="5F7D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nvGrpSpPr>
            <p:cNvPr id="5993" name="Google Shape;5993;p36"/>
            <p:cNvGrpSpPr/>
            <p:nvPr/>
          </p:nvGrpSpPr>
          <p:grpSpPr>
            <a:xfrm>
              <a:off x="4513224" y="3221724"/>
              <a:ext cx="274563" cy="280321"/>
              <a:chOff x="5298975" y="3412225"/>
              <a:chExt cx="576450" cy="616225"/>
            </a:xfrm>
          </p:grpSpPr>
          <p:sp>
            <p:nvSpPr>
              <p:cNvPr id="5994" name="Google Shape;5994;p36"/>
              <p:cNvSpPr/>
              <p:nvPr/>
            </p:nvSpPr>
            <p:spPr>
              <a:xfrm>
                <a:off x="5298975" y="3412225"/>
                <a:ext cx="576450" cy="515275"/>
              </a:xfrm>
              <a:custGeom>
                <a:rect b="b" l="l" r="r" t="t"/>
                <a:pathLst>
                  <a:path extrusionOk="0" h="20611" w="23058">
                    <a:moveTo>
                      <a:pt x="18015" y="1"/>
                    </a:moveTo>
                    <a:lnTo>
                      <a:pt x="17890" y="42"/>
                    </a:lnTo>
                    <a:lnTo>
                      <a:pt x="17806" y="147"/>
                    </a:lnTo>
                    <a:lnTo>
                      <a:pt x="17806" y="335"/>
                    </a:lnTo>
                    <a:lnTo>
                      <a:pt x="17764" y="524"/>
                    </a:lnTo>
                    <a:lnTo>
                      <a:pt x="17764" y="565"/>
                    </a:lnTo>
                    <a:lnTo>
                      <a:pt x="17722" y="670"/>
                    </a:lnTo>
                    <a:lnTo>
                      <a:pt x="17660" y="670"/>
                    </a:lnTo>
                    <a:lnTo>
                      <a:pt x="17597" y="858"/>
                    </a:lnTo>
                    <a:lnTo>
                      <a:pt x="17492" y="1005"/>
                    </a:lnTo>
                    <a:lnTo>
                      <a:pt x="17576" y="1089"/>
                    </a:lnTo>
                    <a:lnTo>
                      <a:pt x="17681" y="1172"/>
                    </a:lnTo>
                    <a:lnTo>
                      <a:pt x="17618" y="1214"/>
                    </a:lnTo>
                    <a:lnTo>
                      <a:pt x="17555" y="1193"/>
                    </a:lnTo>
                    <a:lnTo>
                      <a:pt x="17492" y="1319"/>
                    </a:lnTo>
                    <a:lnTo>
                      <a:pt x="17450" y="1423"/>
                    </a:lnTo>
                    <a:lnTo>
                      <a:pt x="17513" y="1570"/>
                    </a:lnTo>
                    <a:lnTo>
                      <a:pt x="17513" y="1674"/>
                    </a:lnTo>
                    <a:lnTo>
                      <a:pt x="17450" y="1633"/>
                    </a:lnTo>
                    <a:lnTo>
                      <a:pt x="17367" y="1674"/>
                    </a:lnTo>
                    <a:lnTo>
                      <a:pt x="17304" y="1946"/>
                    </a:lnTo>
                    <a:lnTo>
                      <a:pt x="17367" y="2156"/>
                    </a:lnTo>
                    <a:lnTo>
                      <a:pt x="17346" y="2365"/>
                    </a:lnTo>
                    <a:lnTo>
                      <a:pt x="17388" y="2511"/>
                    </a:lnTo>
                    <a:lnTo>
                      <a:pt x="17388" y="2679"/>
                    </a:lnTo>
                    <a:lnTo>
                      <a:pt x="17262" y="2783"/>
                    </a:lnTo>
                    <a:lnTo>
                      <a:pt x="17262" y="2867"/>
                    </a:lnTo>
                    <a:lnTo>
                      <a:pt x="17157" y="3097"/>
                    </a:lnTo>
                    <a:lnTo>
                      <a:pt x="17137" y="3411"/>
                    </a:lnTo>
                    <a:lnTo>
                      <a:pt x="17032" y="3558"/>
                    </a:lnTo>
                    <a:lnTo>
                      <a:pt x="17074" y="3662"/>
                    </a:lnTo>
                    <a:lnTo>
                      <a:pt x="16990" y="3830"/>
                    </a:lnTo>
                    <a:lnTo>
                      <a:pt x="16885" y="3934"/>
                    </a:lnTo>
                    <a:lnTo>
                      <a:pt x="16885" y="4143"/>
                    </a:lnTo>
                    <a:lnTo>
                      <a:pt x="16718" y="4290"/>
                    </a:lnTo>
                    <a:lnTo>
                      <a:pt x="16341" y="4436"/>
                    </a:lnTo>
                    <a:lnTo>
                      <a:pt x="16195" y="4332"/>
                    </a:lnTo>
                    <a:lnTo>
                      <a:pt x="16028" y="4311"/>
                    </a:lnTo>
                    <a:lnTo>
                      <a:pt x="15944" y="4227"/>
                    </a:lnTo>
                    <a:lnTo>
                      <a:pt x="15818" y="4102"/>
                    </a:lnTo>
                    <a:lnTo>
                      <a:pt x="15818" y="4039"/>
                    </a:lnTo>
                    <a:lnTo>
                      <a:pt x="15776" y="3997"/>
                    </a:lnTo>
                    <a:lnTo>
                      <a:pt x="15735" y="3871"/>
                    </a:lnTo>
                    <a:lnTo>
                      <a:pt x="15609" y="3830"/>
                    </a:lnTo>
                    <a:lnTo>
                      <a:pt x="15484" y="3788"/>
                    </a:lnTo>
                    <a:lnTo>
                      <a:pt x="15316" y="3788"/>
                    </a:lnTo>
                    <a:lnTo>
                      <a:pt x="15149" y="3683"/>
                    </a:lnTo>
                    <a:lnTo>
                      <a:pt x="15107" y="3578"/>
                    </a:lnTo>
                    <a:lnTo>
                      <a:pt x="14981" y="3411"/>
                    </a:lnTo>
                    <a:lnTo>
                      <a:pt x="14835" y="3390"/>
                    </a:lnTo>
                    <a:lnTo>
                      <a:pt x="14688" y="3306"/>
                    </a:lnTo>
                    <a:lnTo>
                      <a:pt x="14688" y="3244"/>
                    </a:lnTo>
                    <a:lnTo>
                      <a:pt x="14626" y="3244"/>
                    </a:lnTo>
                    <a:lnTo>
                      <a:pt x="14563" y="3181"/>
                    </a:lnTo>
                    <a:lnTo>
                      <a:pt x="14437" y="3181"/>
                    </a:lnTo>
                    <a:lnTo>
                      <a:pt x="14333" y="3160"/>
                    </a:lnTo>
                    <a:lnTo>
                      <a:pt x="14354" y="3097"/>
                    </a:lnTo>
                    <a:lnTo>
                      <a:pt x="14207" y="2993"/>
                    </a:lnTo>
                    <a:lnTo>
                      <a:pt x="14165" y="2867"/>
                    </a:lnTo>
                    <a:lnTo>
                      <a:pt x="14040" y="2721"/>
                    </a:lnTo>
                    <a:lnTo>
                      <a:pt x="13935" y="2721"/>
                    </a:lnTo>
                    <a:lnTo>
                      <a:pt x="13810" y="2553"/>
                    </a:lnTo>
                    <a:lnTo>
                      <a:pt x="13810" y="2428"/>
                    </a:lnTo>
                    <a:lnTo>
                      <a:pt x="13914" y="2239"/>
                    </a:lnTo>
                    <a:lnTo>
                      <a:pt x="13935" y="2114"/>
                    </a:lnTo>
                    <a:lnTo>
                      <a:pt x="14061" y="2030"/>
                    </a:lnTo>
                    <a:lnTo>
                      <a:pt x="14103" y="1884"/>
                    </a:lnTo>
                    <a:lnTo>
                      <a:pt x="14144" y="1779"/>
                    </a:lnTo>
                    <a:lnTo>
                      <a:pt x="14040" y="1821"/>
                    </a:lnTo>
                    <a:lnTo>
                      <a:pt x="13956" y="1674"/>
                    </a:lnTo>
                    <a:lnTo>
                      <a:pt x="14061" y="1591"/>
                    </a:lnTo>
                    <a:lnTo>
                      <a:pt x="14040" y="1486"/>
                    </a:lnTo>
                    <a:lnTo>
                      <a:pt x="14124" y="1486"/>
                    </a:lnTo>
                    <a:lnTo>
                      <a:pt x="14165" y="1465"/>
                    </a:lnTo>
                    <a:lnTo>
                      <a:pt x="14228" y="1486"/>
                    </a:lnTo>
                    <a:lnTo>
                      <a:pt x="14333" y="1507"/>
                    </a:lnTo>
                    <a:lnTo>
                      <a:pt x="14458" y="1465"/>
                    </a:lnTo>
                    <a:lnTo>
                      <a:pt x="14521" y="1319"/>
                    </a:lnTo>
                    <a:lnTo>
                      <a:pt x="14416" y="1256"/>
                    </a:lnTo>
                    <a:lnTo>
                      <a:pt x="14479" y="1172"/>
                    </a:lnTo>
                    <a:lnTo>
                      <a:pt x="14563" y="1193"/>
                    </a:lnTo>
                    <a:lnTo>
                      <a:pt x="14626" y="1005"/>
                    </a:lnTo>
                    <a:lnTo>
                      <a:pt x="14688" y="963"/>
                    </a:lnTo>
                    <a:lnTo>
                      <a:pt x="14772" y="858"/>
                    </a:lnTo>
                    <a:lnTo>
                      <a:pt x="14772" y="796"/>
                    </a:lnTo>
                    <a:lnTo>
                      <a:pt x="14668" y="754"/>
                    </a:lnTo>
                    <a:lnTo>
                      <a:pt x="14584" y="837"/>
                    </a:lnTo>
                    <a:lnTo>
                      <a:pt x="14521" y="796"/>
                    </a:lnTo>
                    <a:lnTo>
                      <a:pt x="14521" y="586"/>
                    </a:lnTo>
                    <a:lnTo>
                      <a:pt x="14416" y="649"/>
                    </a:lnTo>
                    <a:lnTo>
                      <a:pt x="14270" y="796"/>
                    </a:lnTo>
                    <a:lnTo>
                      <a:pt x="14333" y="837"/>
                    </a:lnTo>
                    <a:lnTo>
                      <a:pt x="14333" y="900"/>
                    </a:lnTo>
                    <a:lnTo>
                      <a:pt x="14249" y="963"/>
                    </a:lnTo>
                    <a:lnTo>
                      <a:pt x="14144" y="900"/>
                    </a:lnTo>
                    <a:lnTo>
                      <a:pt x="14124" y="837"/>
                    </a:lnTo>
                    <a:lnTo>
                      <a:pt x="14103" y="775"/>
                    </a:lnTo>
                    <a:lnTo>
                      <a:pt x="14040" y="858"/>
                    </a:lnTo>
                    <a:lnTo>
                      <a:pt x="13956" y="879"/>
                    </a:lnTo>
                    <a:lnTo>
                      <a:pt x="13956" y="796"/>
                    </a:lnTo>
                    <a:lnTo>
                      <a:pt x="14040" y="733"/>
                    </a:lnTo>
                    <a:lnTo>
                      <a:pt x="14061" y="670"/>
                    </a:lnTo>
                    <a:lnTo>
                      <a:pt x="13998" y="691"/>
                    </a:lnTo>
                    <a:lnTo>
                      <a:pt x="13914" y="775"/>
                    </a:lnTo>
                    <a:lnTo>
                      <a:pt x="13789" y="837"/>
                    </a:lnTo>
                    <a:lnTo>
                      <a:pt x="13789" y="858"/>
                    </a:lnTo>
                    <a:lnTo>
                      <a:pt x="13705" y="879"/>
                    </a:lnTo>
                    <a:lnTo>
                      <a:pt x="13684" y="837"/>
                    </a:lnTo>
                    <a:lnTo>
                      <a:pt x="13538" y="837"/>
                    </a:lnTo>
                    <a:lnTo>
                      <a:pt x="13538" y="775"/>
                    </a:lnTo>
                    <a:lnTo>
                      <a:pt x="13475" y="649"/>
                    </a:lnTo>
                    <a:lnTo>
                      <a:pt x="13412" y="649"/>
                    </a:lnTo>
                    <a:lnTo>
                      <a:pt x="13287" y="691"/>
                    </a:lnTo>
                    <a:lnTo>
                      <a:pt x="13182" y="670"/>
                    </a:lnTo>
                    <a:lnTo>
                      <a:pt x="13119" y="691"/>
                    </a:lnTo>
                    <a:lnTo>
                      <a:pt x="13077" y="628"/>
                    </a:lnTo>
                    <a:lnTo>
                      <a:pt x="13015" y="628"/>
                    </a:lnTo>
                    <a:lnTo>
                      <a:pt x="12973" y="482"/>
                    </a:lnTo>
                    <a:lnTo>
                      <a:pt x="12847" y="545"/>
                    </a:lnTo>
                    <a:lnTo>
                      <a:pt x="12701" y="524"/>
                    </a:lnTo>
                    <a:lnTo>
                      <a:pt x="12575" y="461"/>
                    </a:lnTo>
                    <a:lnTo>
                      <a:pt x="12575" y="377"/>
                    </a:lnTo>
                    <a:lnTo>
                      <a:pt x="12491" y="273"/>
                    </a:lnTo>
                    <a:lnTo>
                      <a:pt x="12450" y="273"/>
                    </a:lnTo>
                    <a:lnTo>
                      <a:pt x="12450" y="335"/>
                    </a:lnTo>
                    <a:lnTo>
                      <a:pt x="12282" y="377"/>
                    </a:lnTo>
                    <a:lnTo>
                      <a:pt x="12240" y="273"/>
                    </a:lnTo>
                    <a:lnTo>
                      <a:pt x="12136" y="252"/>
                    </a:lnTo>
                    <a:lnTo>
                      <a:pt x="11968" y="168"/>
                    </a:lnTo>
                    <a:lnTo>
                      <a:pt x="11968" y="210"/>
                    </a:lnTo>
                    <a:lnTo>
                      <a:pt x="11906" y="147"/>
                    </a:lnTo>
                    <a:lnTo>
                      <a:pt x="11801" y="231"/>
                    </a:lnTo>
                    <a:lnTo>
                      <a:pt x="11906" y="314"/>
                    </a:lnTo>
                    <a:lnTo>
                      <a:pt x="11864" y="335"/>
                    </a:lnTo>
                    <a:lnTo>
                      <a:pt x="11968" y="356"/>
                    </a:lnTo>
                    <a:lnTo>
                      <a:pt x="12073" y="335"/>
                    </a:lnTo>
                    <a:lnTo>
                      <a:pt x="12240" y="461"/>
                    </a:lnTo>
                    <a:lnTo>
                      <a:pt x="12240" y="545"/>
                    </a:lnTo>
                    <a:lnTo>
                      <a:pt x="12261" y="733"/>
                    </a:lnTo>
                    <a:lnTo>
                      <a:pt x="12136" y="733"/>
                    </a:lnTo>
                    <a:lnTo>
                      <a:pt x="12115" y="858"/>
                    </a:lnTo>
                    <a:lnTo>
                      <a:pt x="12052" y="775"/>
                    </a:lnTo>
                    <a:lnTo>
                      <a:pt x="11968" y="754"/>
                    </a:lnTo>
                    <a:lnTo>
                      <a:pt x="11864" y="837"/>
                    </a:lnTo>
                    <a:lnTo>
                      <a:pt x="11550" y="837"/>
                    </a:lnTo>
                    <a:lnTo>
                      <a:pt x="11424" y="733"/>
                    </a:lnTo>
                    <a:lnTo>
                      <a:pt x="11403" y="775"/>
                    </a:lnTo>
                    <a:lnTo>
                      <a:pt x="11278" y="837"/>
                    </a:lnTo>
                    <a:lnTo>
                      <a:pt x="11299" y="942"/>
                    </a:lnTo>
                    <a:lnTo>
                      <a:pt x="11194" y="900"/>
                    </a:lnTo>
                    <a:lnTo>
                      <a:pt x="11215" y="1068"/>
                    </a:lnTo>
                    <a:lnTo>
                      <a:pt x="11173" y="1005"/>
                    </a:lnTo>
                    <a:lnTo>
                      <a:pt x="11027" y="963"/>
                    </a:lnTo>
                    <a:lnTo>
                      <a:pt x="10985" y="1047"/>
                    </a:lnTo>
                    <a:lnTo>
                      <a:pt x="11027" y="1109"/>
                    </a:lnTo>
                    <a:lnTo>
                      <a:pt x="11027" y="1172"/>
                    </a:lnTo>
                    <a:lnTo>
                      <a:pt x="10880" y="1109"/>
                    </a:lnTo>
                    <a:lnTo>
                      <a:pt x="10818" y="1193"/>
                    </a:lnTo>
                    <a:lnTo>
                      <a:pt x="10880" y="1256"/>
                    </a:lnTo>
                    <a:lnTo>
                      <a:pt x="10797" y="1298"/>
                    </a:lnTo>
                    <a:lnTo>
                      <a:pt x="10713" y="1361"/>
                    </a:lnTo>
                    <a:lnTo>
                      <a:pt x="10713" y="1402"/>
                    </a:lnTo>
                    <a:lnTo>
                      <a:pt x="10797" y="1507"/>
                    </a:lnTo>
                    <a:lnTo>
                      <a:pt x="10818" y="1570"/>
                    </a:lnTo>
                    <a:lnTo>
                      <a:pt x="10818" y="1570"/>
                    </a:lnTo>
                    <a:lnTo>
                      <a:pt x="10713" y="1507"/>
                    </a:lnTo>
                    <a:lnTo>
                      <a:pt x="10650" y="1591"/>
                    </a:lnTo>
                    <a:lnTo>
                      <a:pt x="10546" y="1591"/>
                    </a:lnTo>
                    <a:lnTo>
                      <a:pt x="10462" y="1737"/>
                    </a:lnTo>
                    <a:lnTo>
                      <a:pt x="10357" y="1925"/>
                    </a:lnTo>
                    <a:lnTo>
                      <a:pt x="10274" y="1946"/>
                    </a:lnTo>
                    <a:lnTo>
                      <a:pt x="10253" y="2114"/>
                    </a:lnTo>
                    <a:lnTo>
                      <a:pt x="10148" y="2156"/>
                    </a:lnTo>
                    <a:lnTo>
                      <a:pt x="10232" y="2239"/>
                    </a:lnTo>
                    <a:lnTo>
                      <a:pt x="10441" y="2260"/>
                    </a:lnTo>
                    <a:lnTo>
                      <a:pt x="10357" y="2302"/>
                    </a:lnTo>
                    <a:lnTo>
                      <a:pt x="10294" y="2365"/>
                    </a:lnTo>
                    <a:lnTo>
                      <a:pt x="10546" y="2449"/>
                    </a:lnTo>
                    <a:lnTo>
                      <a:pt x="10462" y="2511"/>
                    </a:lnTo>
                    <a:lnTo>
                      <a:pt x="10294" y="2469"/>
                    </a:lnTo>
                    <a:lnTo>
                      <a:pt x="10253" y="2407"/>
                    </a:lnTo>
                    <a:lnTo>
                      <a:pt x="10253" y="2407"/>
                    </a:lnTo>
                    <a:lnTo>
                      <a:pt x="10274" y="2469"/>
                    </a:lnTo>
                    <a:lnTo>
                      <a:pt x="10357" y="2553"/>
                    </a:lnTo>
                    <a:lnTo>
                      <a:pt x="10357" y="2679"/>
                    </a:lnTo>
                    <a:lnTo>
                      <a:pt x="10462" y="2825"/>
                    </a:lnTo>
                    <a:lnTo>
                      <a:pt x="10294" y="2679"/>
                    </a:lnTo>
                    <a:lnTo>
                      <a:pt x="10232" y="2532"/>
                    </a:lnTo>
                    <a:lnTo>
                      <a:pt x="10127" y="2511"/>
                    </a:lnTo>
                    <a:lnTo>
                      <a:pt x="10085" y="2574"/>
                    </a:lnTo>
                    <a:lnTo>
                      <a:pt x="10064" y="2658"/>
                    </a:lnTo>
                    <a:lnTo>
                      <a:pt x="10043" y="2574"/>
                    </a:lnTo>
                    <a:lnTo>
                      <a:pt x="9813" y="2428"/>
                    </a:lnTo>
                    <a:lnTo>
                      <a:pt x="9625" y="2449"/>
                    </a:lnTo>
                    <a:lnTo>
                      <a:pt x="9667" y="2511"/>
                    </a:lnTo>
                    <a:lnTo>
                      <a:pt x="9625" y="2574"/>
                    </a:lnTo>
                    <a:lnTo>
                      <a:pt x="9562" y="2532"/>
                    </a:lnTo>
                    <a:lnTo>
                      <a:pt x="9520" y="2532"/>
                    </a:lnTo>
                    <a:lnTo>
                      <a:pt x="9458" y="2574"/>
                    </a:lnTo>
                    <a:lnTo>
                      <a:pt x="9541" y="2721"/>
                    </a:lnTo>
                    <a:lnTo>
                      <a:pt x="9520" y="2762"/>
                    </a:lnTo>
                    <a:lnTo>
                      <a:pt x="9499" y="2721"/>
                    </a:lnTo>
                    <a:lnTo>
                      <a:pt x="9437" y="2741"/>
                    </a:lnTo>
                    <a:lnTo>
                      <a:pt x="9437" y="2783"/>
                    </a:lnTo>
                    <a:lnTo>
                      <a:pt x="9332" y="2846"/>
                    </a:lnTo>
                    <a:lnTo>
                      <a:pt x="9186" y="2888"/>
                    </a:lnTo>
                    <a:lnTo>
                      <a:pt x="9311" y="2825"/>
                    </a:lnTo>
                    <a:lnTo>
                      <a:pt x="9395" y="2721"/>
                    </a:lnTo>
                    <a:lnTo>
                      <a:pt x="9395" y="2532"/>
                    </a:lnTo>
                    <a:lnTo>
                      <a:pt x="9458" y="2428"/>
                    </a:lnTo>
                    <a:lnTo>
                      <a:pt x="9416" y="2344"/>
                    </a:lnTo>
                    <a:lnTo>
                      <a:pt x="9311" y="2323"/>
                    </a:lnTo>
                    <a:lnTo>
                      <a:pt x="9144" y="2030"/>
                    </a:lnTo>
                    <a:lnTo>
                      <a:pt x="9081" y="1905"/>
                    </a:lnTo>
                    <a:lnTo>
                      <a:pt x="8893" y="1842"/>
                    </a:lnTo>
                    <a:lnTo>
                      <a:pt x="8788" y="1800"/>
                    </a:lnTo>
                    <a:lnTo>
                      <a:pt x="8725" y="1821"/>
                    </a:lnTo>
                    <a:lnTo>
                      <a:pt x="8788" y="1884"/>
                    </a:lnTo>
                    <a:lnTo>
                      <a:pt x="8704" y="1905"/>
                    </a:lnTo>
                    <a:lnTo>
                      <a:pt x="8621" y="2030"/>
                    </a:lnTo>
                    <a:lnTo>
                      <a:pt x="8558" y="2009"/>
                    </a:lnTo>
                    <a:lnTo>
                      <a:pt x="8579" y="1946"/>
                    </a:lnTo>
                    <a:lnTo>
                      <a:pt x="8474" y="1988"/>
                    </a:lnTo>
                    <a:lnTo>
                      <a:pt x="8453" y="2051"/>
                    </a:lnTo>
                    <a:lnTo>
                      <a:pt x="8370" y="1884"/>
                    </a:lnTo>
                    <a:lnTo>
                      <a:pt x="8307" y="1884"/>
                    </a:lnTo>
                    <a:lnTo>
                      <a:pt x="8286" y="1946"/>
                    </a:lnTo>
                    <a:lnTo>
                      <a:pt x="8370" y="2009"/>
                    </a:lnTo>
                    <a:lnTo>
                      <a:pt x="8265" y="2093"/>
                    </a:lnTo>
                    <a:lnTo>
                      <a:pt x="8202" y="2218"/>
                    </a:lnTo>
                    <a:lnTo>
                      <a:pt x="8265" y="2260"/>
                    </a:lnTo>
                    <a:lnTo>
                      <a:pt x="8139" y="2344"/>
                    </a:lnTo>
                    <a:lnTo>
                      <a:pt x="8077" y="2260"/>
                    </a:lnTo>
                    <a:lnTo>
                      <a:pt x="8035" y="2260"/>
                    </a:lnTo>
                    <a:lnTo>
                      <a:pt x="7993" y="2197"/>
                    </a:lnTo>
                    <a:lnTo>
                      <a:pt x="8077" y="2114"/>
                    </a:lnTo>
                    <a:lnTo>
                      <a:pt x="7993" y="2114"/>
                    </a:lnTo>
                    <a:lnTo>
                      <a:pt x="7951" y="2239"/>
                    </a:lnTo>
                    <a:lnTo>
                      <a:pt x="7846" y="2260"/>
                    </a:lnTo>
                    <a:lnTo>
                      <a:pt x="7784" y="2323"/>
                    </a:lnTo>
                    <a:lnTo>
                      <a:pt x="7763" y="2449"/>
                    </a:lnTo>
                    <a:lnTo>
                      <a:pt x="7951" y="2511"/>
                    </a:lnTo>
                    <a:lnTo>
                      <a:pt x="7784" y="2637"/>
                    </a:lnTo>
                    <a:lnTo>
                      <a:pt x="7679" y="2574"/>
                    </a:lnTo>
                    <a:lnTo>
                      <a:pt x="7533" y="2658"/>
                    </a:lnTo>
                    <a:lnTo>
                      <a:pt x="7554" y="2741"/>
                    </a:lnTo>
                    <a:lnTo>
                      <a:pt x="7742" y="2762"/>
                    </a:lnTo>
                    <a:lnTo>
                      <a:pt x="7658" y="2846"/>
                    </a:lnTo>
                    <a:lnTo>
                      <a:pt x="7574" y="2867"/>
                    </a:lnTo>
                    <a:lnTo>
                      <a:pt x="7470" y="2741"/>
                    </a:lnTo>
                    <a:lnTo>
                      <a:pt x="7365" y="2846"/>
                    </a:lnTo>
                    <a:lnTo>
                      <a:pt x="7261" y="2867"/>
                    </a:lnTo>
                    <a:lnTo>
                      <a:pt x="7302" y="2951"/>
                    </a:lnTo>
                    <a:lnTo>
                      <a:pt x="7323" y="3034"/>
                    </a:lnTo>
                    <a:lnTo>
                      <a:pt x="7323" y="3097"/>
                    </a:lnTo>
                    <a:lnTo>
                      <a:pt x="7407" y="3076"/>
                    </a:lnTo>
                    <a:lnTo>
                      <a:pt x="7323" y="3181"/>
                    </a:lnTo>
                    <a:lnTo>
                      <a:pt x="7365" y="3286"/>
                    </a:lnTo>
                    <a:lnTo>
                      <a:pt x="7261" y="3306"/>
                    </a:lnTo>
                    <a:lnTo>
                      <a:pt x="7219" y="3390"/>
                    </a:lnTo>
                    <a:lnTo>
                      <a:pt x="7407" y="3453"/>
                    </a:lnTo>
                    <a:lnTo>
                      <a:pt x="7302" y="3495"/>
                    </a:lnTo>
                    <a:lnTo>
                      <a:pt x="7261" y="3558"/>
                    </a:lnTo>
                    <a:lnTo>
                      <a:pt x="7135" y="3516"/>
                    </a:lnTo>
                    <a:lnTo>
                      <a:pt x="7093" y="3453"/>
                    </a:lnTo>
                    <a:lnTo>
                      <a:pt x="7009" y="3390"/>
                    </a:lnTo>
                    <a:lnTo>
                      <a:pt x="6905" y="3474"/>
                    </a:lnTo>
                    <a:lnTo>
                      <a:pt x="6884" y="3369"/>
                    </a:lnTo>
                    <a:lnTo>
                      <a:pt x="6779" y="3306"/>
                    </a:lnTo>
                    <a:lnTo>
                      <a:pt x="6696" y="3369"/>
                    </a:lnTo>
                    <a:lnTo>
                      <a:pt x="6821" y="3474"/>
                    </a:lnTo>
                    <a:lnTo>
                      <a:pt x="6779" y="3495"/>
                    </a:lnTo>
                    <a:lnTo>
                      <a:pt x="6717" y="3599"/>
                    </a:lnTo>
                    <a:lnTo>
                      <a:pt x="6821" y="3704"/>
                    </a:lnTo>
                    <a:lnTo>
                      <a:pt x="6947" y="3704"/>
                    </a:lnTo>
                    <a:lnTo>
                      <a:pt x="6905" y="3809"/>
                    </a:lnTo>
                    <a:lnTo>
                      <a:pt x="6905" y="3913"/>
                    </a:lnTo>
                    <a:lnTo>
                      <a:pt x="6842" y="3871"/>
                    </a:lnTo>
                    <a:lnTo>
                      <a:pt x="6779" y="3871"/>
                    </a:lnTo>
                    <a:lnTo>
                      <a:pt x="6800" y="3997"/>
                    </a:lnTo>
                    <a:lnTo>
                      <a:pt x="6737" y="4122"/>
                    </a:lnTo>
                    <a:lnTo>
                      <a:pt x="6737" y="4248"/>
                    </a:lnTo>
                    <a:lnTo>
                      <a:pt x="6570" y="3871"/>
                    </a:lnTo>
                    <a:lnTo>
                      <a:pt x="6424" y="3620"/>
                    </a:lnTo>
                    <a:lnTo>
                      <a:pt x="6382" y="3558"/>
                    </a:lnTo>
                    <a:lnTo>
                      <a:pt x="6403" y="3390"/>
                    </a:lnTo>
                    <a:lnTo>
                      <a:pt x="6361" y="3474"/>
                    </a:lnTo>
                    <a:lnTo>
                      <a:pt x="6214" y="3558"/>
                    </a:lnTo>
                    <a:lnTo>
                      <a:pt x="6193" y="3704"/>
                    </a:lnTo>
                    <a:lnTo>
                      <a:pt x="6110" y="3725"/>
                    </a:lnTo>
                    <a:lnTo>
                      <a:pt x="6089" y="3809"/>
                    </a:lnTo>
                    <a:lnTo>
                      <a:pt x="5984" y="3788"/>
                    </a:lnTo>
                    <a:lnTo>
                      <a:pt x="5901" y="3892"/>
                    </a:lnTo>
                    <a:lnTo>
                      <a:pt x="5838" y="3976"/>
                    </a:lnTo>
                    <a:lnTo>
                      <a:pt x="5859" y="4102"/>
                    </a:lnTo>
                    <a:lnTo>
                      <a:pt x="5859" y="4415"/>
                    </a:lnTo>
                    <a:lnTo>
                      <a:pt x="5901" y="4436"/>
                    </a:lnTo>
                    <a:lnTo>
                      <a:pt x="5901" y="4541"/>
                    </a:lnTo>
                    <a:lnTo>
                      <a:pt x="5796" y="4604"/>
                    </a:lnTo>
                    <a:lnTo>
                      <a:pt x="5733" y="4708"/>
                    </a:lnTo>
                    <a:lnTo>
                      <a:pt x="5566" y="4750"/>
                    </a:lnTo>
                    <a:lnTo>
                      <a:pt x="5587" y="4834"/>
                    </a:lnTo>
                    <a:lnTo>
                      <a:pt x="5461" y="4918"/>
                    </a:lnTo>
                    <a:lnTo>
                      <a:pt x="5461" y="5064"/>
                    </a:lnTo>
                    <a:lnTo>
                      <a:pt x="5377" y="5127"/>
                    </a:lnTo>
                    <a:lnTo>
                      <a:pt x="5210" y="5378"/>
                    </a:lnTo>
                    <a:lnTo>
                      <a:pt x="4854" y="5587"/>
                    </a:lnTo>
                    <a:lnTo>
                      <a:pt x="4561" y="5608"/>
                    </a:lnTo>
                    <a:lnTo>
                      <a:pt x="4436" y="5650"/>
                    </a:lnTo>
                    <a:lnTo>
                      <a:pt x="4268" y="5671"/>
                    </a:lnTo>
                    <a:lnTo>
                      <a:pt x="4122" y="5692"/>
                    </a:lnTo>
                    <a:lnTo>
                      <a:pt x="3996" y="5671"/>
                    </a:lnTo>
                    <a:lnTo>
                      <a:pt x="3808" y="5754"/>
                    </a:lnTo>
                    <a:lnTo>
                      <a:pt x="3787" y="5859"/>
                    </a:lnTo>
                    <a:lnTo>
                      <a:pt x="3683" y="5901"/>
                    </a:lnTo>
                    <a:lnTo>
                      <a:pt x="3285" y="5880"/>
                    </a:lnTo>
                    <a:lnTo>
                      <a:pt x="3222" y="5922"/>
                    </a:lnTo>
                    <a:lnTo>
                      <a:pt x="3160" y="6027"/>
                    </a:lnTo>
                    <a:lnTo>
                      <a:pt x="2929" y="6131"/>
                    </a:lnTo>
                    <a:lnTo>
                      <a:pt x="2762" y="6131"/>
                    </a:lnTo>
                    <a:lnTo>
                      <a:pt x="2657" y="6089"/>
                    </a:lnTo>
                    <a:lnTo>
                      <a:pt x="2553" y="6110"/>
                    </a:lnTo>
                    <a:lnTo>
                      <a:pt x="2532" y="6027"/>
                    </a:lnTo>
                    <a:lnTo>
                      <a:pt x="2427" y="6089"/>
                    </a:lnTo>
                    <a:lnTo>
                      <a:pt x="2344" y="6215"/>
                    </a:lnTo>
                    <a:lnTo>
                      <a:pt x="2113" y="6278"/>
                    </a:lnTo>
                    <a:lnTo>
                      <a:pt x="2092" y="6319"/>
                    </a:lnTo>
                    <a:lnTo>
                      <a:pt x="2009" y="6319"/>
                    </a:lnTo>
                    <a:lnTo>
                      <a:pt x="1820" y="6487"/>
                    </a:lnTo>
                    <a:lnTo>
                      <a:pt x="1569" y="6612"/>
                    </a:lnTo>
                    <a:lnTo>
                      <a:pt x="1255" y="6717"/>
                    </a:lnTo>
                    <a:lnTo>
                      <a:pt x="1088" y="6905"/>
                    </a:lnTo>
                    <a:lnTo>
                      <a:pt x="1088" y="7115"/>
                    </a:lnTo>
                    <a:lnTo>
                      <a:pt x="963" y="7219"/>
                    </a:lnTo>
                    <a:lnTo>
                      <a:pt x="879" y="7156"/>
                    </a:lnTo>
                    <a:lnTo>
                      <a:pt x="900" y="7073"/>
                    </a:lnTo>
                    <a:lnTo>
                      <a:pt x="900" y="7010"/>
                    </a:lnTo>
                    <a:lnTo>
                      <a:pt x="963" y="6843"/>
                    </a:lnTo>
                    <a:lnTo>
                      <a:pt x="963" y="6738"/>
                    </a:lnTo>
                    <a:lnTo>
                      <a:pt x="774" y="6863"/>
                    </a:lnTo>
                    <a:lnTo>
                      <a:pt x="732" y="7052"/>
                    </a:lnTo>
                    <a:lnTo>
                      <a:pt x="607" y="7282"/>
                    </a:lnTo>
                    <a:lnTo>
                      <a:pt x="711" y="7470"/>
                    </a:lnTo>
                    <a:lnTo>
                      <a:pt x="628" y="7638"/>
                    </a:lnTo>
                    <a:lnTo>
                      <a:pt x="649" y="7889"/>
                    </a:lnTo>
                    <a:lnTo>
                      <a:pt x="419" y="8161"/>
                    </a:lnTo>
                    <a:lnTo>
                      <a:pt x="335" y="8537"/>
                    </a:lnTo>
                    <a:lnTo>
                      <a:pt x="377" y="8726"/>
                    </a:lnTo>
                    <a:lnTo>
                      <a:pt x="356" y="9019"/>
                    </a:lnTo>
                    <a:lnTo>
                      <a:pt x="565" y="9353"/>
                    </a:lnTo>
                    <a:lnTo>
                      <a:pt x="565" y="9479"/>
                    </a:lnTo>
                    <a:lnTo>
                      <a:pt x="649" y="9584"/>
                    </a:lnTo>
                    <a:lnTo>
                      <a:pt x="565" y="9751"/>
                    </a:lnTo>
                    <a:lnTo>
                      <a:pt x="628" y="9897"/>
                    </a:lnTo>
                    <a:lnTo>
                      <a:pt x="502" y="9960"/>
                    </a:lnTo>
                    <a:lnTo>
                      <a:pt x="439" y="9856"/>
                    </a:lnTo>
                    <a:lnTo>
                      <a:pt x="439" y="9667"/>
                    </a:lnTo>
                    <a:lnTo>
                      <a:pt x="356" y="9772"/>
                    </a:lnTo>
                    <a:lnTo>
                      <a:pt x="335" y="9730"/>
                    </a:lnTo>
                    <a:lnTo>
                      <a:pt x="335" y="9542"/>
                    </a:lnTo>
                    <a:lnTo>
                      <a:pt x="230" y="9312"/>
                    </a:lnTo>
                    <a:lnTo>
                      <a:pt x="147" y="9416"/>
                    </a:lnTo>
                    <a:lnTo>
                      <a:pt x="188" y="9667"/>
                    </a:lnTo>
                    <a:lnTo>
                      <a:pt x="335" y="9835"/>
                    </a:lnTo>
                    <a:lnTo>
                      <a:pt x="439" y="10023"/>
                    </a:lnTo>
                    <a:lnTo>
                      <a:pt x="293" y="10065"/>
                    </a:lnTo>
                    <a:lnTo>
                      <a:pt x="147" y="9897"/>
                    </a:lnTo>
                    <a:lnTo>
                      <a:pt x="126" y="9688"/>
                    </a:lnTo>
                    <a:lnTo>
                      <a:pt x="84" y="9772"/>
                    </a:lnTo>
                    <a:lnTo>
                      <a:pt x="0" y="9835"/>
                    </a:lnTo>
                    <a:lnTo>
                      <a:pt x="105" y="10002"/>
                    </a:lnTo>
                    <a:lnTo>
                      <a:pt x="314" y="10253"/>
                    </a:lnTo>
                    <a:lnTo>
                      <a:pt x="419" y="10588"/>
                    </a:lnTo>
                    <a:lnTo>
                      <a:pt x="377" y="11153"/>
                    </a:lnTo>
                    <a:lnTo>
                      <a:pt x="460" y="11257"/>
                    </a:lnTo>
                    <a:lnTo>
                      <a:pt x="544" y="11592"/>
                    </a:lnTo>
                    <a:lnTo>
                      <a:pt x="711" y="12032"/>
                    </a:lnTo>
                    <a:lnTo>
                      <a:pt x="649" y="12178"/>
                    </a:lnTo>
                    <a:lnTo>
                      <a:pt x="670" y="12827"/>
                    </a:lnTo>
                    <a:lnTo>
                      <a:pt x="649" y="12910"/>
                    </a:lnTo>
                    <a:lnTo>
                      <a:pt x="711" y="13099"/>
                    </a:lnTo>
                    <a:lnTo>
                      <a:pt x="711" y="13308"/>
                    </a:lnTo>
                    <a:lnTo>
                      <a:pt x="837" y="13559"/>
                    </a:lnTo>
                    <a:lnTo>
                      <a:pt x="837" y="13726"/>
                    </a:lnTo>
                    <a:lnTo>
                      <a:pt x="732" y="13810"/>
                    </a:lnTo>
                    <a:lnTo>
                      <a:pt x="774" y="13852"/>
                    </a:lnTo>
                    <a:lnTo>
                      <a:pt x="732" y="14019"/>
                    </a:lnTo>
                    <a:lnTo>
                      <a:pt x="711" y="14270"/>
                    </a:lnTo>
                    <a:lnTo>
                      <a:pt x="628" y="14354"/>
                    </a:lnTo>
                    <a:lnTo>
                      <a:pt x="649" y="14438"/>
                    </a:lnTo>
                    <a:lnTo>
                      <a:pt x="628" y="14584"/>
                    </a:lnTo>
                    <a:lnTo>
                      <a:pt x="523" y="14668"/>
                    </a:lnTo>
                    <a:lnTo>
                      <a:pt x="544" y="14793"/>
                    </a:lnTo>
                    <a:lnTo>
                      <a:pt x="335" y="14961"/>
                    </a:lnTo>
                    <a:lnTo>
                      <a:pt x="251" y="14877"/>
                    </a:lnTo>
                    <a:lnTo>
                      <a:pt x="126" y="15086"/>
                    </a:lnTo>
                    <a:lnTo>
                      <a:pt x="126" y="15442"/>
                    </a:lnTo>
                    <a:lnTo>
                      <a:pt x="209" y="15526"/>
                    </a:lnTo>
                    <a:lnTo>
                      <a:pt x="293" y="15526"/>
                    </a:lnTo>
                    <a:lnTo>
                      <a:pt x="544" y="15756"/>
                    </a:lnTo>
                    <a:lnTo>
                      <a:pt x="544" y="15861"/>
                    </a:lnTo>
                    <a:lnTo>
                      <a:pt x="565" y="15923"/>
                    </a:lnTo>
                    <a:lnTo>
                      <a:pt x="711" y="15944"/>
                    </a:lnTo>
                    <a:lnTo>
                      <a:pt x="753" y="16007"/>
                    </a:lnTo>
                    <a:lnTo>
                      <a:pt x="942" y="16028"/>
                    </a:lnTo>
                    <a:lnTo>
                      <a:pt x="983" y="16028"/>
                    </a:lnTo>
                    <a:lnTo>
                      <a:pt x="1025" y="16070"/>
                    </a:lnTo>
                    <a:lnTo>
                      <a:pt x="1151" y="16070"/>
                    </a:lnTo>
                    <a:lnTo>
                      <a:pt x="1297" y="16049"/>
                    </a:lnTo>
                    <a:lnTo>
                      <a:pt x="1339" y="16133"/>
                    </a:lnTo>
                    <a:lnTo>
                      <a:pt x="1402" y="16070"/>
                    </a:lnTo>
                    <a:lnTo>
                      <a:pt x="1423" y="16112"/>
                    </a:lnTo>
                    <a:lnTo>
                      <a:pt x="1611" y="16070"/>
                    </a:lnTo>
                    <a:lnTo>
                      <a:pt x="1758" y="16070"/>
                    </a:lnTo>
                    <a:lnTo>
                      <a:pt x="1779" y="16007"/>
                    </a:lnTo>
                    <a:lnTo>
                      <a:pt x="1862" y="15965"/>
                    </a:lnTo>
                    <a:lnTo>
                      <a:pt x="1946" y="15840"/>
                    </a:lnTo>
                    <a:lnTo>
                      <a:pt x="2113" y="15861"/>
                    </a:lnTo>
                    <a:lnTo>
                      <a:pt x="2113" y="15756"/>
                    </a:lnTo>
                    <a:lnTo>
                      <a:pt x="2218" y="15693"/>
                    </a:lnTo>
                    <a:lnTo>
                      <a:pt x="2323" y="15693"/>
                    </a:lnTo>
                    <a:lnTo>
                      <a:pt x="2406" y="15777"/>
                    </a:lnTo>
                    <a:lnTo>
                      <a:pt x="2511" y="15651"/>
                    </a:lnTo>
                    <a:lnTo>
                      <a:pt x="2532" y="15693"/>
                    </a:lnTo>
                    <a:lnTo>
                      <a:pt x="2616" y="15651"/>
                    </a:lnTo>
                    <a:lnTo>
                      <a:pt x="2636" y="15526"/>
                    </a:lnTo>
                    <a:lnTo>
                      <a:pt x="2950" y="15317"/>
                    </a:lnTo>
                    <a:lnTo>
                      <a:pt x="3076" y="15338"/>
                    </a:lnTo>
                    <a:lnTo>
                      <a:pt x="3160" y="15379"/>
                    </a:lnTo>
                    <a:lnTo>
                      <a:pt x="3264" y="15317"/>
                    </a:lnTo>
                    <a:lnTo>
                      <a:pt x="3557" y="15233"/>
                    </a:lnTo>
                    <a:lnTo>
                      <a:pt x="3599" y="15317"/>
                    </a:lnTo>
                    <a:lnTo>
                      <a:pt x="3787" y="15254"/>
                    </a:lnTo>
                    <a:lnTo>
                      <a:pt x="3850" y="15296"/>
                    </a:lnTo>
                    <a:lnTo>
                      <a:pt x="3955" y="15317"/>
                    </a:lnTo>
                    <a:lnTo>
                      <a:pt x="4038" y="15254"/>
                    </a:lnTo>
                    <a:lnTo>
                      <a:pt x="4101" y="15400"/>
                    </a:lnTo>
                    <a:lnTo>
                      <a:pt x="4185" y="15400"/>
                    </a:lnTo>
                    <a:lnTo>
                      <a:pt x="4268" y="15338"/>
                    </a:lnTo>
                    <a:lnTo>
                      <a:pt x="4310" y="15400"/>
                    </a:lnTo>
                    <a:lnTo>
                      <a:pt x="4415" y="15338"/>
                    </a:lnTo>
                    <a:lnTo>
                      <a:pt x="4624" y="15338"/>
                    </a:lnTo>
                    <a:lnTo>
                      <a:pt x="4624" y="15442"/>
                    </a:lnTo>
                    <a:lnTo>
                      <a:pt x="4645" y="15442"/>
                    </a:lnTo>
                    <a:lnTo>
                      <a:pt x="4792" y="15338"/>
                    </a:lnTo>
                    <a:lnTo>
                      <a:pt x="4917" y="15379"/>
                    </a:lnTo>
                    <a:lnTo>
                      <a:pt x="5064" y="15254"/>
                    </a:lnTo>
                    <a:lnTo>
                      <a:pt x="5126" y="15128"/>
                    </a:lnTo>
                    <a:lnTo>
                      <a:pt x="5168" y="15107"/>
                    </a:lnTo>
                    <a:lnTo>
                      <a:pt x="5315" y="14982"/>
                    </a:lnTo>
                    <a:lnTo>
                      <a:pt x="5377" y="14773"/>
                    </a:lnTo>
                    <a:lnTo>
                      <a:pt x="5524" y="14668"/>
                    </a:lnTo>
                    <a:lnTo>
                      <a:pt x="5670" y="14647"/>
                    </a:lnTo>
                    <a:lnTo>
                      <a:pt x="5754" y="14668"/>
                    </a:lnTo>
                    <a:lnTo>
                      <a:pt x="5984" y="14584"/>
                    </a:lnTo>
                    <a:lnTo>
                      <a:pt x="6277" y="14396"/>
                    </a:lnTo>
                    <a:lnTo>
                      <a:pt x="6486" y="14208"/>
                    </a:lnTo>
                    <a:lnTo>
                      <a:pt x="6570" y="14187"/>
                    </a:lnTo>
                    <a:lnTo>
                      <a:pt x="6737" y="14187"/>
                    </a:lnTo>
                    <a:lnTo>
                      <a:pt x="6905" y="14249"/>
                    </a:lnTo>
                    <a:lnTo>
                      <a:pt x="7051" y="14270"/>
                    </a:lnTo>
                    <a:lnTo>
                      <a:pt x="7198" y="14208"/>
                    </a:lnTo>
                    <a:lnTo>
                      <a:pt x="7407" y="14249"/>
                    </a:lnTo>
                    <a:lnTo>
                      <a:pt x="7742" y="14145"/>
                    </a:lnTo>
                    <a:lnTo>
                      <a:pt x="7930" y="14082"/>
                    </a:lnTo>
                    <a:lnTo>
                      <a:pt x="8056" y="13977"/>
                    </a:lnTo>
                    <a:lnTo>
                      <a:pt x="8139" y="13977"/>
                    </a:lnTo>
                    <a:lnTo>
                      <a:pt x="8307" y="13852"/>
                    </a:lnTo>
                    <a:lnTo>
                      <a:pt x="8558" y="13852"/>
                    </a:lnTo>
                    <a:lnTo>
                      <a:pt x="9186" y="13810"/>
                    </a:lnTo>
                    <a:lnTo>
                      <a:pt x="9395" y="13852"/>
                    </a:lnTo>
                    <a:lnTo>
                      <a:pt x="9520" y="13852"/>
                    </a:lnTo>
                    <a:lnTo>
                      <a:pt x="9709" y="13810"/>
                    </a:lnTo>
                    <a:lnTo>
                      <a:pt x="9834" y="13831"/>
                    </a:lnTo>
                    <a:lnTo>
                      <a:pt x="10022" y="13977"/>
                    </a:lnTo>
                    <a:lnTo>
                      <a:pt x="10148" y="14208"/>
                    </a:lnTo>
                    <a:lnTo>
                      <a:pt x="10253" y="14249"/>
                    </a:lnTo>
                    <a:lnTo>
                      <a:pt x="10336" y="14187"/>
                    </a:lnTo>
                    <a:lnTo>
                      <a:pt x="10378" y="14166"/>
                    </a:lnTo>
                    <a:lnTo>
                      <a:pt x="10441" y="14208"/>
                    </a:lnTo>
                    <a:lnTo>
                      <a:pt x="10504" y="14187"/>
                    </a:lnTo>
                    <a:lnTo>
                      <a:pt x="10650" y="14208"/>
                    </a:lnTo>
                    <a:lnTo>
                      <a:pt x="10755" y="14354"/>
                    </a:lnTo>
                    <a:lnTo>
                      <a:pt x="10880" y="14375"/>
                    </a:lnTo>
                    <a:lnTo>
                      <a:pt x="10964" y="14354"/>
                    </a:lnTo>
                    <a:lnTo>
                      <a:pt x="11194" y="14542"/>
                    </a:lnTo>
                    <a:lnTo>
                      <a:pt x="11194" y="14647"/>
                    </a:lnTo>
                    <a:lnTo>
                      <a:pt x="11278" y="14647"/>
                    </a:lnTo>
                    <a:lnTo>
                      <a:pt x="11341" y="14731"/>
                    </a:lnTo>
                    <a:lnTo>
                      <a:pt x="11320" y="14814"/>
                    </a:lnTo>
                    <a:lnTo>
                      <a:pt x="11215" y="14814"/>
                    </a:lnTo>
                    <a:lnTo>
                      <a:pt x="11194" y="14898"/>
                    </a:lnTo>
                    <a:lnTo>
                      <a:pt x="11299" y="15107"/>
                    </a:lnTo>
                    <a:lnTo>
                      <a:pt x="11403" y="15128"/>
                    </a:lnTo>
                    <a:lnTo>
                      <a:pt x="11508" y="15254"/>
                    </a:lnTo>
                    <a:lnTo>
                      <a:pt x="11550" y="15421"/>
                    </a:lnTo>
                    <a:lnTo>
                      <a:pt x="11529" y="15526"/>
                    </a:lnTo>
                    <a:lnTo>
                      <a:pt x="11655" y="15819"/>
                    </a:lnTo>
                    <a:lnTo>
                      <a:pt x="11613" y="15944"/>
                    </a:lnTo>
                    <a:lnTo>
                      <a:pt x="11655" y="16007"/>
                    </a:lnTo>
                    <a:lnTo>
                      <a:pt x="11634" y="16154"/>
                    </a:lnTo>
                    <a:lnTo>
                      <a:pt x="11613" y="16237"/>
                    </a:lnTo>
                    <a:lnTo>
                      <a:pt x="11529" y="16216"/>
                    </a:lnTo>
                    <a:lnTo>
                      <a:pt x="11508" y="16237"/>
                    </a:lnTo>
                    <a:lnTo>
                      <a:pt x="11592" y="16363"/>
                    </a:lnTo>
                    <a:lnTo>
                      <a:pt x="11655" y="16384"/>
                    </a:lnTo>
                    <a:lnTo>
                      <a:pt x="11717" y="16530"/>
                    </a:lnTo>
                    <a:lnTo>
                      <a:pt x="11822" y="16488"/>
                    </a:lnTo>
                    <a:lnTo>
                      <a:pt x="11927" y="16572"/>
                    </a:lnTo>
                    <a:lnTo>
                      <a:pt x="11927" y="16467"/>
                    </a:lnTo>
                    <a:lnTo>
                      <a:pt x="11864" y="16363"/>
                    </a:lnTo>
                    <a:lnTo>
                      <a:pt x="11927" y="16300"/>
                    </a:lnTo>
                    <a:lnTo>
                      <a:pt x="11968" y="16174"/>
                    </a:lnTo>
                    <a:lnTo>
                      <a:pt x="12073" y="16174"/>
                    </a:lnTo>
                    <a:lnTo>
                      <a:pt x="12136" y="16070"/>
                    </a:lnTo>
                    <a:lnTo>
                      <a:pt x="12240" y="16028"/>
                    </a:lnTo>
                    <a:lnTo>
                      <a:pt x="12261" y="15923"/>
                    </a:lnTo>
                    <a:lnTo>
                      <a:pt x="12366" y="15777"/>
                    </a:lnTo>
                    <a:lnTo>
                      <a:pt x="12596" y="15693"/>
                    </a:lnTo>
                    <a:lnTo>
                      <a:pt x="12638" y="15610"/>
                    </a:lnTo>
                    <a:lnTo>
                      <a:pt x="12680" y="15610"/>
                    </a:lnTo>
                    <a:lnTo>
                      <a:pt x="12868" y="15505"/>
                    </a:lnTo>
                    <a:lnTo>
                      <a:pt x="12910" y="15338"/>
                    </a:lnTo>
                    <a:lnTo>
                      <a:pt x="13077" y="15107"/>
                    </a:lnTo>
                    <a:lnTo>
                      <a:pt x="13224" y="15086"/>
                    </a:lnTo>
                    <a:lnTo>
                      <a:pt x="13307" y="14982"/>
                    </a:lnTo>
                    <a:lnTo>
                      <a:pt x="13266" y="14856"/>
                    </a:lnTo>
                    <a:lnTo>
                      <a:pt x="13287" y="14710"/>
                    </a:lnTo>
                    <a:lnTo>
                      <a:pt x="13370" y="14877"/>
                    </a:lnTo>
                    <a:lnTo>
                      <a:pt x="13370" y="15024"/>
                    </a:lnTo>
                    <a:lnTo>
                      <a:pt x="13370" y="15191"/>
                    </a:lnTo>
                    <a:lnTo>
                      <a:pt x="13287" y="15254"/>
                    </a:lnTo>
                    <a:lnTo>
                      <a:pt x="13266" y="15547"/>
                    </a:lnTo>
                    <a:lnTo>
                      <a:pt x="13015" y="15714"/>
                    </a:lnTo>
                    <a:lnTo>
                      <a:pt x="12973" y="15840"/>
                    </a:lnTo>
                    <a:lnTo>
                      <a:pt x="12910" y="15923"/>
                    </a:lnTo>
                    <a:lnTo>
                      <a:pt x="12910" y="16070"/>
                    </a:lnTo>
                    <a:lnTo>
                      <a:pt x="12784" y="16258"/>
                    </a:lnTo>
                    <a:lnTo>
                      <a:pt x="12805" y="16300"/>
                    </a:lnTo>
                    <a:lnTo>
                      <a:pt x="12743" y="16593"/>
                    </a:lnTo>
                    <a:lnTo>
                      <a:pt x="12450" y="16572"/>
                    </a:lnTo>
                    <a:lnTo>
                      <a:pt x="12387" y="16739"/>
                    </a:lnTo>
                    <a:lnTo>
                      <a:pt x="12324" y="16823"/>
                    </a:lnTo>
                    <a:lnTo>
                      <a:pt x="12324" y="16886"/>
                    </a:lnTo>
                    <a:lnTo>
                      <a:pt x="12491" y="16823"/>
                    </a:lnTo>
                    <a:lnTo>
                      <a:pt x="12659" y="16760"/>
                    </a:lnTo>
                    <a:lnTo>
                      <a:pt x="12868" y="16823"/>
                    </a:lnTo>
                    <a:lnTo>
                      <a:pt x="13056" y="16530"/>
                    </a:lnTo>
                    <a:lnTo>
                      <a:pt x="13098" y="16216"/>
                    </a:lnTo>
                    <a:lnTo>
                      <a:pt x="13266" y="16049"/>
                    </a:lnTo>
                    <a:lnTo>
                      <a:pt x="13307" y="16112"/>
                    </a:lnTo>
                    <a:lnTo>
                      <a:pt x="13307" y="16384"/>
                    </a:lnTo>
                    <a:lnTo>
                      <a:pt x="13370" y="16551"/>
                    </a:lnTo>
                    <a:lnTo>
                      <a:pt x="13307" y="16551"/>
                    </a:lnTo>
                    <a:lnTo>
                      <a:pt x="13328" y="16823"/>
                    </a:lnTo>
                    <a:lnTo>
                      <a:pt x="13203" y="17074"/>
                    </a:lnTo>
                    <a:lnTo>
                      <a:pt x="12994" y="17158"/>
                    </a:lnTo>
                    <a:lnTo>
                      <a:pt x="13015" y="17221"/>
                    </a:lnTo>
                    <a:lnTo>
                      <a:pt x="13161" y="17200"/>
                    </a:lnTo>
                    <a:lnTo>
                      <a:pt x="13307" y="17221"/>
                    </a:lnTo>
                    <a:lnTo>
                      <a:pt x="13391" y="17158"/>
                    </a:lnTo>
                    <a:lnTo>
                      <a:pt x="13496" y="17116"/>
                    </a:lnTo>
                    <a:lnTo>
                      <a:pt x="13600" y="17011"/>
                    </a:lnTo>
                    <a:lnTo>
                      <a:pt x="13705" y="17053"/>
                    </a:lnTo>
                    <a:lnTo>
                      <a:pt x="13789" y="17053"/>
                    </a:lnTo>
                    <a:lnTo>
                      <a:pt x="13705" y="17158"/>
                    </a:lnTo>
                    <a:lnTo>
                      <a:pt x="13642" y="17221"/>
                    </a:lnTo>
                    <a:lnTo>
                      <a:pt x="13538" y="17221"/>
                    </a:lnTo>
                    <a:lnTo>
                      <a:pt x="13517" y="17283"/>
                    </a:lnTo>
                    <a:lnTo>
                      <a:pt x="13621" y="17430"/>
                    </a:lnTo>
                    <a:lnTo>
                      <a:pt x="13684" y="17576"/>
                    </a:lnTo>
                    <a:lnTo>
                      <a:pt x="13747" y="17744"/>
                    </a:lnTo>
                    <a:lnTo>
                      <a:pt x="13747" y="17953"/>
                    </a:lnTo>
                    <a:lnTo>
                      <a:pt x="13726" y="18225"/>
                    </a:lnTo>
                    <a:lnTo>
                      <a:pt x="13600" y="18371"/>
                    </a:lnTo>
                    <a:lnTo>
                      <a:pt x="13621" y="18455"/>
                    </a:lnTo>
                    <a:lnTo>
                      <a:pt x="13600" y="18664"/>
                    </a:lnTo>
                    <a:lnTo>
                      <a:pt x="13705" y="18748"/>
                    </a:lnTo>
                    <a:lnTo>
                      <a:pt x="13789" y="18895"/>
                    </a:lnTo>
                    <a:lnTo>
                      <a:pt x="13810" y="19083"/>
                    </a:lnTo>
                    <a:lnTo>
                      <a:pt x="14019" y="19355"/>
                    </a:lnTo>
                    <a:lnTo>
                      <a:pt x="14165" y="19397"/>
                    </a:lnTo>
                    <a:lnTo>
                      <a:pt x="14270" y="19480"/>
                    </a:lnTo>
                    <a:lnTo>
                      <a:pt x="14333" y="19606"/>
                    </a:lnTo>
                    <a:lnTo>
                      <a:pt x="14437" y="19627"/>
                    </a:lnTo>
                    <a:lnTo>
                      <a:pt x="14458" y="19585"/>
                    </a:lnTo>
                    <a:lnTo>
                      <a:pt x="14542" y="19564"/>
                    </a:lnTo>
                    <a:lnTo>
                      <a:pt x="14688" y="19585"/>
                    </a:lnTo>
                    <a:lnTo>
                      <a:pt x="14835" y="19731"/>
                    </a:lnTo>
                    <a:lnTo>
                      <a:pt x="14960" y="19773"/>
                    </a:lnTo>
                    <a:lnTo>
                      <a:pt x="15086" y="19899"/>
                    </a:lnTo>
                    <a:lnTo>
                      <a:pt x="15107" y="20003"/>
                    </a:lnTo>
                    <a:lnTo>
                      <a:pt x="15212" y="20045"/>
                    </a:lnTo>
                    <a:lnTo>
                      <a:pt x="15358" y="20192"/>
                    </a:lnTo>
                    <a:lnTo>
                      <a:pt x="15421" y="20192"/>
                    </a:lnTo>
                    <a:lnTo>
                      <a:pt x="15463" y="20108"/>
                    </a:lnTo>
                    <a:lnTo>
                      <a:pt x="15693" y="20003"/>
                    </a:lnTo>
                    <a:lnTo>
                      <a:pt x="15776" y="19899"/>
                    </a:lnTo>
                    <a:lnTo>
                      <a:pt x="15902" y="19899"/>
                    </a:lnTo>
                    <a:lnTo>
                      <a:pt x="16048" y="19773"/>
                    </a:lnTo>
                    <a:lnTo>
                      <a:pt x="16153" y="19773"/>
                    </a:lnTo>
                    <a:lnTo>
                      <a:pt x="16195" y="19711"/>
                    </a:lnTo>
                    <a:lnTo>
                      <a:pt x="16153" y="19669"/>
                    </a:lnTo>
                    <a:lnTo>
                      <a:pt x="16048" y="19627"/>
                    </a:lnTo>
                    <a:lnTo>
                      <a:pt x="16090" y="19564"/>
                    </a:lnTo>
                    <a:lnTo>
                      <a:pt x="16320" y="19397"/>
                    </a:lnTo>
                    <a:lnTo>
                      <a:pt x="16509" y="19522"/>
                    </a:lnTo>
                    <a:lnTo>
                      <a:pt x="16509" y="19669"/>
                    </a:lnTo>
                    <a:lnTo>
                      <a:pt x="16258" y="19794"/>
                    </a:lnTo>
                    <a:lnTo>
                      <a:pt x="16320" y="19899"/>
                    </a:lnTo>
                    <a:lnTo>
                      <a:pt x="16404" y="19920"/>
                    </a:lnTo>
                    <a:lnTo>
                      <a:pt x="16467" y="19815"/>
                    </a:lnTo>
                    <a:lnTo>
                      <a:pt x="16572" y="19731"/>
                    </a:lnTo>
                    <a:lnTo>
                      <a:pt x="16676" y="19815"/>
                    </a:lnTo>
                    <a:lnTo>
                      <a:pt x="16676" y="19920"/>
                    </a:lnTo>
                    <a:lnTo>
                      <a:pt x="16613" y="19920"/>
                    </a:lnTo>
                    <a:lnTo>
                      <a:pt x="16509" y="20003"/>
                    </a:lnTo>
                    <a:lnTo>
                      <a:pt x="16655" y="20192"/>
                    </a:lnTo>
                    <a:lnTo>
                      <a:pt x="16676" y="20401"/>
                    </a:lnTo>
                    <a:lnTo>
                      <a:pt x="16760" y="20338"/>
                    </a:lnTo>
                    <a:lnTo>
                      <a:pt x="16844" y="20359"/>
                    </a:lnTo>
                    <a:lnTo>
                      <a:pt x="16844" y="20464"/>
                    </a:lnTo>
                    <a:lnTo>
                      <a:pt x="16927" y="20610"/>
                    </a:lnTo>
                    <a:lnTo>
                      <a:pt x="16990" y="20443"/>
                    </a:lnTo>
                    <a:lnTo>
                      <a:pt x="16990" y="20296"/>
                    </a:lnTo>
                    <a:lnTo>
                      <a:pt x="16885" y="20359"/>
                    </a:lnTo>
                    <a:lnTo>
                      <a:pt x="16885" y="20317"/>
                    </a:lnTo>
                    <a:lnTo>
                      <a:pt x="16948" y="20234"/>
                    </a:lnTo>
                    <a:lnTo>
                      <a:pt x="17241" y="20234"/>
                    </a:lnTo>
                    <a:lnTo>
                      <a:pt x="17262" y="20296"/>
                    </a:lnTo>
                    <a:lnTo>
                      <a:pt x="17304" y="20234"/>
                    </a:lnTo>
                    <a:lnTo>
                      <a:pt x="17450" y="20024"/>
                    </a:lnTo>
                    <a:lnTo>
                      <a:pt x="17764" y="19836"/>
                    </a:lnTo>
                    <a:lnTo>
                      <a:pt x="17911" y="19711"/>
                    </a:lnTo>
                    <a:lnTo>
                      <a:pt x="17827" y="19711"/>
                    </a:lnTo>
                    <a:lnTo>
                      <a:pt x="17764" y="19731"/>
                    </a:lnTo>
                    <a:lnTo>
                      <a:pt x="17785" y="19711"/>
                    </a:lnTo>
                    <a:lnTo>
                      <a:pt x="17681" y="19669"/>
                    </a:lnTo>
                    <a:lnTo>
                      <a:pt x="17932" y="19669"/>
                    </a:lnTo>
                    <a:lnTo>
                      <a:pt x="18183" y="19606"/>
                    </a:lnTo>
                    <a:lnTo>
                      <a:pt x="18622" y="19501"/>
                    </a:lnTo>
                    <a:lnTo>
                      <a:pt x="18957" y="19585"/>
                    </a:lnTo>
                    <a:lnTo>
                      <a:pt x="19124" y="19501"/>
                    </a:lnTo>
                    <a:lnTo>
                      <a:pt x="19124" y="19397"/>
                    </a:lnTo>
                    <a:lnTo>
                      <a:pt x="19229" y="19397"/>
                    </a:lnTo>
                    <a:lnTo>
                      <a:pt x="19333" y="19313"/>
                    </a:lnTo>
                    <a:lnTo>
                      <a:pt x="19438" y="19104"/>
                    </a:lnTo>
                    <a:lnTo>
                      <a:pt x="19375" y="18895"/>
                    </a:lnTo>
                    <a:lnTo>
                      <a:pt x="19375" y="18769"/>
                    </a:lnTo>
                    <a:lnTo>
                      <a:pt x="19585" y="18560"/>
                    </a:lnTo>
                    <a:lnTo>
                      <a:pt x="19585" y="18225"/>
                    </a:lnTo>
                    <a:lnTo>
                      <a:pt x="19668" y="18099"/>
                    </a:lnTo>
                    <a:lnTo>
                      <a:pt x="19710" y="17869"/>
                    </a:lnTo>
                    <a:lnTo>
                      <a:pt x="19815" y="17827"/>
                    </a:lnTo>
                    <a:lnTo>
                      <a:pt x="19815" y="17702"/>
                    </a:lnTo>
                    <a:lnTo>
                      <a:pt x="20170" y="17283"/>
                    </a:lnTo>
                    <a:lnTo>
                      <a:pt x="20275" y="17262"/>
                    </a:lnTo>
                    <a:lnTo>
                      <a:pt x="20317" y="17011"/>
                    </a:lnTo>
                    <a:lnTo>
                      <a:pt x="20442" y="16823"/>
                    </a:lnTo>
                    <a:lnTo>
                      <a:pt x="20547" y="16593"/>
                    </a:lnTo>
                    <a:lnTo>
                      <a:pt x="20694" y="16446"/>
                    </a:lnTo>
                    <a:lnTo>
                      <a:pt x="20652" y="16342"/>
                    </a:lnTo>
                    <a:lnTo>
                      <a:pt x="20756" y="16258"/>
                    </a:lnTo>
                    <a:lnTo>
                      <a:pt x="20861" y="16049"/>
                    </a:lnTo>
                    <a:lnTo>
                      <a:pt x="20798" y="15965"/>
                    </a:lnTo>
                    <a:lnTo>
                      <a:pt x="20966" y="15902"/>
                    </a:lnTo>
                    <a:lnTo>
                      <a:pt x="21070" y="15714"/>
                    </a:lnTo>
                    <a:lnTo>
                      <a:pt x="21154" y="15630"/>
                    </a:lnTo>
                    <a:lnTo>
                      <a:pt x="21258" y="15442"/>
                    </a:lnTo>
                    <a:lnTo>
                      <a:pt x="21426" y="15400"/>
                    </a:lnTo>
                    <a:lnTo>
                      <a:pt x="21530" y="15338"/>
                    </a:lnTo>
                    <a:lnTo>
                      <a:pt x="21342" y="15338"/>
                    </a:lnTo>
                    <a:lnTo>
                      <a:pt x="21384" y="15296"/>
                    </a:lnTo>
                    <a:lnTo>
                      <a:pt x="21593" y="15254"/>
                    </a:lnTo>
                    <a:lnTo>
                      <a:pt x="21782" y="15170"/>
                    </a:lnTo>
                    <a:lnTo>
                      <a:pt x="21802" y="15003"/>
                    </a:lnTo>
                    <a:lnTo>
                      <a:pt x="21782" y="14961"/>
                    </a:lnTo>
                    <a:lnTo>
                      <a:pt x="21802" y="14814"/>
                    </a:lnTo>
                    <a:lnTo>
                      <a:pt x="22012" y="14689"/>
                    </a:lnTo>
                    <a:lnTo>
                      <a:pt x="22012" y="14563"/>
                    </a:lnTo>
                    <a:lnTo>
                      <a:pt x="22158" y="14501"/>
                    </a:lnTo>
                    <a:lnTo>
                      <a:pt x="22284" y="14291"/>
                    </a:lnTo>
                    <a:lnTo>
                      <a:pt x="22263" y="14187"/>
                    </a:lnTo>
                    <a:lnTo>
                      <a:pt x="22305" y="14019"/>
                    </a:lnTo>
                    <a:lnTo>
                      <a:pt x="22284" y="13957"/>
                    </a:lnTo>
                    <a:lnTo>
                      <a:pt x="22284" y="13852"/>
                    </a:lnTo>
                    <a:lnTo>
                      <a:pt x="22430" y="13496"/>
                    </a:lnTo>
                    <a:lnTo>
                      <a:pt x="22493" y="13287"/>
                    </a:lnTo>
                    <a:lnTo>
                      <a:pt x="22702" y="12910"/>
                    </a:lnTo>
                    <a:lnTo>
                      <a:pt x="22702" y="12785"/>
                    </a:lnTo>
                    <a:lnTo>
                      <a:pt x="22807" y="12492"/>
                    </a:lnTo>
                    <a:lnTo>
                      <a:pt x="22953" y="12366"/>
                    </a:lnTo>
                    <a:lnTo>
                      <a:pt x="23016" y="12199"/>
                    </a:lnTo>
                    <a:lnTo>
                      <a:pt x="22953" y="12053"/>
                    </a:lnTo>
                    <a:lnTo>
                      <a:pt x="23058" y="11927"/>
                    </a:lnTo>
                    <a:lnTo>
                      <a:pt x="22995" y="11655"/>
                    </a:lnTo>
                    <a:lnTo>
                      <a:pt x="22995" y="11529"/>
                    </a:lnTo>
                    <a:lnTo>
                      <a:pt x="22911" y="11320"/>
                    </a:lnTo>
                    <a:lnTo>
                      <a:pt x="22891" y="11236"/>
                    </a:lnTo>
                    <a:lnTo>
                      <a:pt x="22849" y="11111"/>
                    </a:lnTo>
                    <a:lnTo>
                      <a:pt x="22911" y="11069"/>
                    </a:lnTo>
                    <a:lnTo>
                      <a:pt x="22911" y="10923"/>
                    </a:lnTo>
                    <a:lnTo>
                      <a:pt x="23016" y="10776"/>
                    </a:lnTo>
                    <a:lnTo>
                      <a:pt x="23016" y="10713"/>
                    </a:lnTo>
                    <a:lnTo>
                      <a:pt x="22995" y="10379"/>
                    </a:lnTo>
                    <a:lnTo>
                      <a:pt x="23058" y="10253"/>
                    </a:lnTo>
                    <a:lnTo>
                      <a:pt x="23016" y="10190"/>
                    </a:lnTo>
                    <a:lnTo>
                      <a:pt x="22995" y="10065"/>
                    </a:lnTo>
                    <a:lnTo>
                      <a:pt x="22995" y="9856"/>
                    </a:lnTo>
                    <a:lnTo>
                      <a:pt x="22932" y="9835"/>
                    </a:lnTo>
                    <a:lnTo>
                      <a:pt x="22995" y="9688"/>
                    </a:lnTo>
                    <a:lnTo>
                      <a:pt x="22891" y="9667"/>
                    </a:lnTo>
                    <a:lnTo>
                      <a:pt x="22828" y="9542"/>
                    </a:lnTo>
                    <a:lnTo>
                      <a:pt x="22828" y="9416"/>
                    </a:lnTo>
                    <a:lnTo>
                      <a:pt x="22702" y="9312"/>
                    </a:lnTo>
                    <a:lnTo>
                      <a:pt x="22619" y="9144"/>
                    </a:lnTo>
                    <a:lnTo>
                      <a:pt x="22598" y="8956"/>
                    </a:lnTo>
                    <a:lnTo>
                      <a:pt x="22514" y="8830"/>
                    </a:lnTo>
                    <a:lnTo>
                      <a:pt x="22430" y="8830"/>
                    </a:lnTo>
                    <a:lnTo>
                      <a:pt x="22367" y="8851"/>
                    </a:lnTo>
                    <a:lnTo>
                      <a:pt x="22284" y="8809"/>
                    </a:lnTo>
                    <a:lnTo>
                      <a:pt x="22263" y="8642"/>
                    </a:lnTo>
                    <a:lnTo>
                      <a:pt x="22200" y="8621"/>
                    </a:lnTo>
                    <a:lnTo>
                      <a:pt x="22179" y="8537"/>
                    </a:lnTo>
                    <a:lnTo>
                      <a:pt x="22054" y="8412"/>
                    </a:lnTo>
                    <a:lnTo>
                      <a:pt x="21970" y="8370"/>
                    </a:lnTo>
                    <a:lnTo>
                      <a:pt x="22012" y="8265"/>
                    </a:lnTo>
                    <a:lnTo>
                      <a:pt x="21949" y="8119"/>
                    </a:lnTo>
                    <a:lnTo>
                      <a:pt x="22054" y="7993"/>
                    </a:lnTo>
                    <a:lnTo>
                      <a:pt x="22074" y="7805"/>
                    </a:lnTo>
                    <a:lnTo>
                      <a:pt x="22012" y="7742"/>
                    </a:lnTo>
                    <a:lnTo>
                      <a:pt x="22054" y="7638"/>
                    </a:lnTo>
                    <a:lnTo>
                      <a:pt x="21970" y="7575"/>
                    </a:lnTo>
                    <a:lnTo>
                      <a:pt x="21949" y="7638"/>
                    </a:lnTo>
                    <a:lnTo>
                      <a:pt x="21991" y="7679"/>
                    </a:lnTo>
                    <a:lnTo>
                      <a:pt x="21949" y="7763"/>
                    </a:lnTo>
                    <a:lnTo>
                      <a:pt x="21677" y="7533"/>
                    </a:lnTo>
                    <a:lnTo>
                      <a:pt x="21635" y="7366"/>
                    </a:lnTo>
                    <a:lnTo>
                      <a:pt x="21572" y="7387"/>
                    </a:lnTo>
                    <a:lnTo>
                      <a:pt x="21572" y="7470"/>
                    </a:lnTo>
                    <a:lnTo>
                      <a:pt x="21551" y="7575"/>
                    </a:lnTo>
                    <a:lnTo>
                      <a:pt x="21593" y="7763"/>
                    </a:lnTo>
                    <a:lnTo>
                      <a:pt x="21468" y="7596"/>
                    </a:lnTo>
                    <a:lnTo>
                      <a:pt x="21426" y="7659"/>
                    </a:lnTo>
                    <a:lnTo>
                      <a:pt x="21426" y="7554"/>
                    </a:lnTo>
                    <a:lnTo>
                      <a:pt x="21363" y="7470"/>
                    </a:lnTo>
                    <a:lnTo>
                      <a:pt x="21342" y="7135"/>
                    </a:lnTo>
                    <a:lnTo>
                      <a:pt x="21384" y="7115"/>
                    </a:lnTo>
                    <a:lnTo>
                      <a:pt x="21384" y="7031"/>
                    </a:lnTo>
                    <a:lnTo>
                      <a:pt x="21279" y="6947"/>
                    </a:lnTo>
                    <a:lnTo>
                      <a:pt x="21321" y="6863"/>
                    </a:lnTo>
                    <a:lnTo>
                      <a:pt x="21238" y="6801"/>
                    </a:lnTo>
                    <a:lnTo>
                      <a:pt x="21258" y="6696"/>
                    </a:lnTo>
                    <a:lnTo>
                      <a:pt x="21070" y="6529"/>
                    </a:lnTo>
                    <a:lnTo>
                      <a:pt x="21028" y="6424"/>
                    </a:lnTo>
                    <a:lnTo>
                      <a:pt x="21028" y="6299"/>
                    </a:lnTo>
                    <a:lnTo>
                      <a:pt x="21133" y="6319"/>
                    </a:lnTo>
                    <a:lnTo>
                      <a:pt x="21133" y="6194"/>
                    </a:lnTo>
                    <a:lnTo>
                      <a:pt x="21028" y="6027"/>
                    </a:lnTo>
                    <a:lnTo>
                      <a:pt x="20966" y="6068"/>
                    </a:lnTo>
                    <a:lnTo>
                      <a:pt x="20861" y="6068"/>
                    </a:lnTo>
                    <a:lnTo>
                      <a:pt x="20756" y="5880"/>
                    </a:lnTo>
                    <a:lnTo>
                      <a:pt x="20694" y="5880"/>
                    </a:lnTo>
                    <a:lnTo>
                      <a:pt x="20589" y="5796"/>
                    </a:lnTo>
                    <a:lnTo>
                      <a:pt x="20505" y="5859"/>
                    </a:lnTo>
                    <a:lnTo>
                      <a:pt x="20484" y="5796"/>
                    </a:lnTo>
                    <a:lnTo>
                      <a:pt x="20338" y="5754"/>
                    </a:lnTo>
                    <a:lnTo>
                      <a:pt x="20275" y="5817"/>
                    </a:lnTo>
                    <a:lnTo>
                      <a:pt x="20317" y="5713"/>
                    </a:lnTo>
                    <a:lnTo>
                      <a:pt x="20442" y="5692"/>
                    </a:lnTo>
                    <a:lnTo>
                      <a:pt x="20442" y="5608"/>
                    </a:lnTo>
                    <a:lnTo>
                      <a:pt x="20422" y="5545"/>
                    </a:lnTo>
                    <a:lnTo>
                      <a:pt x="20296" y="5566"/>
                    </a:lnTo>
                    <a:lnTo>
                      <a:pt x="20191" y="5545"/>
                    </a:lnTo>
                    <a:lnTo>
                      <a:pt x="20170" y="5482"/>
                    </a:lnTo>
                    <a:lnTo>
                      <a:pt x="20087" y="5482"/>
                    </a:lnTo>
                    <a:lnTo>
                      <a:pt x="19857" y="5336"/>
                    </a:lnTo>
                    <a:lnTo>
                      <a:pt x="19752" y="5127"/>
                    </a:lnTo>
                    <a:lnTo>
                      <a:pt x="19710" y="4918"/>
                    </a:lnTo>
                    <a:lnTo>
                      <a:pt x="19668" y="4771"/>
                    </a:lnTo>
                    <a:lnTo>
                      <a:pt x="19668" y="4666"/>
                    </a:lnTo>
                    <a:lnTo>
                      <a:pt x="19710" y="4646"/>
                    </a:lnTo>
                    <a:lnTo>
                      <a:pt x="19773" y="4415"/>
                    </a:lnTo>
                    <a:lnTo>
                      <a:pt x="19689" y="4122"/>
                    </a:lnTo>
                    <a:lnTo>
                      <a:pt x="19647" y="3976"/>
                    </a:lnTo>
                    <a:lnTo>
                      <a:pt x="19689" y="3934"/>
                    </a:lnTo>
                    <a:lnTo>
                      <a:pt x="19606" y="3892"/>
                    </a:lnTo>
                    <a:lnTo>
                      <a:pt x="19543" y="3892"/>
                    </a:lnTo>
                    <a:lnTo>
                      <a:pt x="19438" y="3662"/>
                    </a:lnTo>
                    <a:lnTo>
                      <a:pt x="19438" y="3369"/>
                    </a:lnTo>
                    <a:lnTo>
                      <a:pt x="19459" y="3348"/>
                    </a:lnTo>
                    <a:lnTo>
                      <a:pt x="19459" y="3265"/>
                    </a:lnTo>
                    <a:lnTo>
                      <a:pt x="19396" y="3202"/>
                    </a:lnTo>
                    <a:lnTo>
                      <a:pt x="19375" y="2846"/>
                    </a:lnTo>
                    <a:lnTo>
                      <a:pt x="19438" y="2762"/>
                    </a:lnTo>
                    <a:lnTo>
                      <a:pt x="19375" y="2637"/>
                    </a:lnTo>
                    <a:lnTo>
                      <a:pt x="19438" y="2616"/>
                    </a:lnTo>
                    <a:lnTo>
                      <a:pt x="19438" y="2532"/>
                    </a:lnTo>
                    <a:lnTo>
                      <a:pt x="19250" y="2323"/>
                    </a:lnTo>
                    <a:lnTo>
                      <a:pt x="19124" y="2260"/>
                    </a:lnTo>
                    <a:lnTo>
                      <a:pt x="19145" y="2218"/>
                    </a:lnTo>
                    <a:lnTo>
                      <a:pt x="19020" y="2093"/>
                    </a:lnTo>
                    <a:lnTo>
                      <a:pt x="18915" y="2156"/>
                    </a:lnTo>
                    <a:lnTo>
                      <a:pt x="18852" y="2114"/>
                    </a:lnTo>
                    <a:lnTo>
                      <a:pt x="18769" y="2239"/>
                    </a:lnTo>
                    <a:lnTo>
                      <a:pt x="18706" y="2239"/>
                    </a:lnTo>
                    <a:lnTo>
                      <a:pt x="18559" y="2051"/>
                    </a:lnTo>
                    <a:lnTo>
                      <a:pt x="18601" y="1988"/>
                    </a:lnTo>
                    <a:lnTo>
                      <a:pt x="18517" y="1800"/>
                    </a:lnTo>
                    <a:lnTo>
                      <a:pt x="18538" y="1591"/>
                    </a:lnTo>
                    <a:lnTo>
                      <a:pt x="18517" y="1319"/>
                    </a:lnTo>
                    <a:lnTo>
                      <a:pt x="18497" y="1361"/>
                    </a:lnTo>
                    <a:lnTo>
                      <a:pt x="18434" y="1256"/>
                    </a:lnTo>
                    <a:lnTo>
                      <a:pt x="18497" y="1151"/>
                    </a:lnTo>
                    <a:lnTo>
                      <a:pt x="18413" y="1047"/>
                    </a:lnTo>
                    <a:lnTo>
                      <a:pt x="18392" y="942"/>
                    </a:lnTo>
                    <a:lnTo>
                      <a:pt x="18329" y="900"/>
                    </a:lnTo>
                    <a:lnTo>
                      <a:pt x="18329" y="754"/>
                    </a:lnTo>
                    <a:lnTo>
                      <a:pt x="18413" y="670"/>
                    </a:lnTo>
                    <a:lnTo>
                      <a:pt x="18329" y="649"/>
                    </a:lnTo>
                    <a:lnTo>
                      <a:pt x="18225" y="670"/>
                    </a:lnTo>
                    <a:lnTo>
                      <a:pt x="18141" y="586"/>
                    </a:lnTo>
                    <a:lnTo>
                      <a:pt x="18204" y="314"/>
                    </a:lnTo>
                    <a:lnTo>
                      <a:pt x="18183" y="252"/>
                    </a:lnTo>
                    <a:lnTo>
                      <a:pt x="18120" y="105"/>
                    </a:lnTo>
                    <a:lnTo>
                      <a:pt x="18015" y="63"/>
                    </a:lnTo>
                    <a:lnTo>
                      <a:pt x="18015" y="1"/>
                    </a:lnTo>
                    <a:close/>
                  </a:path>
                </a:pathLst>
              </a:custGeom>
              <a:solidFill>
                <a:srgbClr val="5F7D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A6CBC2"/>
                  </a:solidFill>
                  <a:latin typeface="Arial"/>
                  <a:ea typeface="Arial"/>
                  <a:cs typeface="Arial"/>
                  <a:sym typeface="Arial"/>
                </a:endParaRPr>
              </a:p>
            </p:txBody>
          </p:sp>
          <p:sp>
            <p:nvSpPr>
              <p:cNvPr id="5995" name="Google Shape;5995;p36"/>
              <p:cNvSpPr/>
              <p:nvPr/>
            </p:nvSpPr>
            <p:spPr>
              <a:xfrm>
                <a:off x="5683950" y="3957275"/>
                <a:ext cx="54950" cy="71175"/>
              </a:xfrm>
              <a:custGeom>
                <a:rect b="b" l="l" r="r" t="t"/>
                <a:pathLst>
                  <a:path extrusionOk="0" h="2847" w="2198">
                    <a:moveTo>
                      <a:pt x="168" y="1"/>
                    </a:moveTo>
                    <a:lnTo>
                      <a:pt x="126" y="64"/>
                    </a:lnTo>
                    <a:lnTo>
                      <a:pt x="126" y="189"/>
                    </a:lnTo>
                    <a:lnTo>
                      <a:pt x="105" y="210"/>
                    </a:lnTo>
                    <a:lnTo>
                      <a:pt x="105" y="336"/>
                    </a:lnTo>
                    <a:lnTo>
                      <a:pt x="126" y="587"/>
                    </a:lnTo>
                    <a:lnTo>
                      <a:pt x="105" y="733"/>
                    </a:lnTo>
                    <a:lnTo>
                      <a:pt x="126" y="1005"/>
                    </a:lnTo>
                    <a:lnTo>
                      <a:pt x="168" y="1214"/>
                    </a:lnTo>
                    <a:lnTo>
                      <a:pt x="126" y="1361"/>
                    </a:lnTo>
                    <a:lnTo>
                      <a:pt x="189" y="1382"/>
                    </a:lnTo>
                    <a:lnTo>
                      <a:pt x="189" y="1466"/>
                    </a:lnTo>
                    <a:lnTo>
                      <a:pt x="294" y="1570"/>
                    </a:lnTo>
                    <a:lnTo>
                      <a:pt x="168" y="1570"/>
                    </a:lnTo>
                    <a:lnTo>
                      <a:pt x="64" y="1466"/>
                    </a:lnTo>
                    <a:lnTo>
                      <a:pt x="1" y="1570"/>
                    </a:lnTo>
                    <a:lnTo>
                      <a:pt x="1" y="1779"/>
                    </a:lnTo>
                    <a:lnTo>
                      <a:pt x="85" y="1842"/>
                    </a:lnTo>
                    <a:lnTo>
                      <a:pt x="64" y="1884"/>
                    </a:lnTo>
                    <a:lnTo>
                      <a:pt x="64" y="2198"/>
                    </a:lnTo>
                    <a:lnTo>
                      <a:pt x="105" y="2261"/>
                    </a:lnTo>
                    <a:lnTo>
                      <a:pt x="85" y="2303"/>
                    </a:lnTo>
                    <a:lnTo>
                      <a:pt x="105" y="2470"/>
                    </a:lnTo>
                    <a:lnTo>
                      <a:pt x="210" y="2491"/>
                    </a:lnTo>
                    <a:lnTo>
                      <a:pt x="168" y="2575"/>
                    </a:lnTo>
                    <a:lnTo>
                      <a:pt x="168" y="2700"/>
                    </a:lnTo>
                    <a:lnTo>
                      <a:pt x="210" y="2721"/>
                    </a:lnTo>
                    <a:lnTo>
                      <a:pt x="315" y="2700"/>
                    </a:lnTo>
                    <a:lnTo>
                      <a:pt x="398" y="2784"/>
                    </a:lnTo>
                    <a:lnTo>
                      <a:pt x="503" y="2637"/>
                    </a:lnTo>
                    <a:lnTo>
                      <a:pt x="503" y="2742"/>
                    </a:lnTo>
                    <a:lnTo>
                      <a:pt x="545" y="2847"/>
                    </a:lnTo>
                    <a:lnTo>
                      <a:pt x="649" y="2847"/>
                    </a:lnTo>
                    <a:lnTo>
                      <a:pt x="754" y="2700"/>
                    </a:lnTo>
                    <a:lnTo>
                      <a:pt x="796" y="2595"/>
                    </a:lnTo>
                    <a:lnTo>
                      <a:pt x="838" y="2407"/>
                    </a:lnTo>
                    <a:lnTo>
                      <a:pt x="921" y="2491"/>
                    </a:lnTo>
                    <a:lnTo>
                      <a:pt x="942" y="2428"/>
                    </a:lnTo>
                    <a:lnTo>
                      <a:pt x="1047" y="2365"/>
                    </a:lnTo>
                    <a:lnTo>
                      <a:pt x="1110" y="2219"/>
                    </a:lnTo>
                    <a:lnTo>
                      <a:pt x="1110" y="2365"/>
                    </a:lnTo>
                    <a:lnTo>
                      <a:pt x="1173" y="2386"/>
                    </a:lnTo>
                    <a:lnTo>
                      <a:pt x="1235" y="2282"/>
                    </a:lnTo>
                    <a:lnTo>
                      <a:pt x="1340" y="2261"/>
                    </a:lnTo>
                    <a:lnTo>
                      <a:pt x="1382" y="2303"/>
                    </a:lnTo>
                    <a:lnTo>
                      <a:pt x="1361" y="2407"/>
                    </a:lnTo>
                    <a:lnTo>
                      <a:pt x="1256" y="2365"/>
                    </a:lnTo>
                    <a:lnTo>
                      <a:pt x="1256" y="2512"/>
                    </a:lnTo>
                    <a:lnTo>
                      <a:pt x="1361" y="2470"/>
                    </a:lnTo>
                    <a:lnTo>
                      <a:pt x="1424" y="2491"/>
                    </a:lnTo>
                    <a:lnTo>
                      <a:pt x="1549" y="2303"/>
                    </a:lnTo>
                    <a:lnTo>
                      <a:pt x="1549" y="2219"/>
                    </a:lnTo>
                    <a:lnTo>
                      <a:pt x="1466" y="2177"/>
                    </a:lnTo>
                    <a:lnTo>
                      <a:pt x="1549" y="2072"/>
                    </a:lnTo>
                    <a:lnTo>
                      <a:pt x="1549" y="1947"/>
                    </a:lnTo>
                    <a:lnTo>
                      <a:pt x="1633" y="1947"/>
                    </a:lnTo>
                    <a:lnTo>
                      <a:pt x="1675" y="1884"/>
                    </a:lnTo>
                    <a:lnTo>
                      <a:pt x="1675" y="1633"/>
                    </a:lnTo>
                    <a:lnTo>
                      <a:pt x="1758" y="1570"/>
                    </a:lnTo>
                    <a:lnTo>
                      <a:pt x="1800" y="1466"/>
                    </a:lnTo>
                    <a:lnTo>
                      <a:pt x="1842" y="1633"/>
                    </a:lnTo>
                    <a:lnTo>
                      <a:pt x="1863" y="1696"/>
                    </a:lnTo>
                    <a:lnTo>
                      <a:pt x="1905" y="1570"/>
                    </a:lnTo>
                    <a:lnTo>
                      <a:pt x="1905" y="1466"/>
                    </a:lnTo>
                    <a:lnTo>
                      <a:pt x="1947" y="1424"/>
                    </a:lnTo>
                    <a:lnTo>
                      <a:pt x="1905" y="1256"/>
                    </a:lnTo>
                    <a:lnTo>
                      <a:pt x="1989" y="1131"/>
                    </a:lnTo>
                    <a:lnTo>
                      <a:pt x="1989" y="922"/>
                    </a:lnTo>
                    <a:lnTo>
                      <a:pt x="2093" y="796"/>
                    </a:lnTo>
                    <a:lnTo>
                      <a:pt x="2156" y="503"/>
                    </a:lnTo>
                    <a:lnTo>
                      <a:pt x="2198" y="398"/>
                    </a:lnTo>
                    <a:lnTo>
                      <a:pt x="2072" y="294"/>
                    </a:lnTo>
                    <a:lnTo>
                      <a:pt x="1947" y="294"/>
                    </a:lnTo>
                    <a:lnTo>
                      <a:pt x="1947" y="315"/>
                    </a:lnTo>
                    <a:lnTo>
                      <a:pt x="1884" y="419"/>
                    </a:lnTo>
                    <a:lnTo>
                      <a:pt x="1863" y="398"/>
                    </a:lnTo>
                    <a:lnTo>
                      <a:pt x="1800" y="398"/>
                    </a:lnTo>
                    <a:lnTo>
                      <a:pt x="1738" y="440"/>
                    </a:lnTo>
                    <a:lnTo>
                      <a:pt x="1675" y="503"/>
                    </a:lnTo>
                    <a:lnTo>
                      <a:pt x="1340" y="482"/>
                    </a:lnTo>
                    <a:lnTo>
                      <a:pt x="1256" y="524"/>
                    </a:lnTo>
                    <a:lnTo>
                      <a:pt x="1256" y="629"/>
                    </a:lnTo>
                    <a:lnTo>
                      <a:pt x="1173" y="545"/>
                    </a:lnTo>
                    <a:lnTo>
                      <a:pt x="1068" y="545"/>
                    </a:lnTo>
                    <a:lnTo>
                      <a:pt x="1005" y="608"/>
                    </a:lnTo>
                    <a:lnTo>
                      <a:pt x="901" y="524"/>
                    </a:lnTo>
                    <a:lnTo>
                      <a:pt x="733" y="398"/>
                    </a:lnTo>
                    <a:lnTo>
                      <a:pt x="524" y="294"/>
                    </a:lnTo>
                    <a:lnTo>
                      <a:pt x="524" y="106"/>
                    </a:lnTo>
                    <a:lnTo>
                      <a:pt x="482" y="168"/>
                    </a:lnTo>
                    <a:lnTo>
                      <a:pt x="440" y="210"/>
                    </a:lnTo>
                    <a:lnTo>
                      <a:pt x="377" y="126"/>
                    </a:lnTo>
                    <a:lnTo>
                      <a:pt x="273" y="85"/>
                    </a:lnTo>
                    <a:lnTo>
                      <a:pt x="168" y="1"/>
                    </a:lnTo>
                    <a:close/>
                  </a:path>
                </a:pathLst>
              </a:custGeom>
              <a:solidFill>
                <a:srgbClr val="5F7D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5996" name="Google Shape;5996;p36"/>
            <p:cNvGrpSpPr/>
            <p:nvPr/>
          </p:nvGrpSpPr>
          <p:grpSpPr>
            <a:xfrm>
              <a:off x="4824403" y="3421846"/>
              <a:ext cx="110132" cy="130647"/>
              <a:chOff x="5952300" y="3852150"/>
              <a:chExt cx="231225" cy="287200"/>
            </a:xfrm>
          </p:grpSpPr>
          <p:sp>
            <p:nvSpPr>
              <p:cNvPr id="5997" name="Google Shape;5997;p36"/>
              <p:cNvSpPr/>
              <p:nvPr/>
            </p:nvSpPr>
            <p:spPr>
              <a:xfrm>
                <a:off x="5952300" y="3996525"/>
                <a:ext cx="145450" cy="142825"/>
              </a:xfrm>
              <a:custGeom>
                <a:rect b="b" l="l" r="r" t="t"/>
                <a:pathLst>
                  <a:path extrusionOk="0" h="5713" w="5818">
                    <a:moveTo>
                      <a:pt x="5064" y="0"/>
                    </a:moveTo>
                    <a:lnTo>
                      <a:pt x="4918" y="105"/>
                    </a:lnTo>
                    <a:lnTo>
                      <a:pt x="4834" y="126"/>
                    </a:lnTo>
                    <a:lnTo>
                      <a:pt x="4729" y="209"/>
                    </a:lnTo>
                    <a:lnTo>
                      <a:pt x="4729" y="377"/>
                    </a:lnTo>
                    <a:lnTo>
                      <a:pt x="4625" y="628"/>
                    </a:lnTo>
                    <a:lnTo>
                      <a:pt x="4520" y="753"/>
                    </a:lnTo>
                    <a:lnTo>
                      <a:pt x="4457" y="774"/>
                    </a:lnTo>
                    <a:lnTo>
                      <a:pt x="4332" y="942"/>
                    </a:lnTo>
                    <a:lnTo>
                      <a:pt x="4290" y="1025"/>
                    </a:lnTo>
                    <a:lnTo>
                      <a:pt x="4185" y="1067"/>
                    </a:lnTo>
                    <a:lnTo>
                      <a:pt x="4081" y="1046"/>
                    </a:lnTo>
                    <a:lnTo>
                      <a:pt x="3976" y="1130"/>
                    </a:lnTo>
                    <a:lnTo>
                      <a:pt x="3934" y="1235"/>
                    </a:lnTo>
                    <a:lnTo>
                      <a:pt x="3934" y="1339"/>
                    </a:lnTo>
                    <a:lnTo>
                      <a:pt x="3892" y="1360"/>
                    </a:lnTo>
                    <a:lnTo>
                      <a:pt x="3788" y="1465"/>
                    </a:lnTo>
                    <a:lnTo>
                      <a:pt x="3788" y="1590"/>
                    </a:lnTo>
                    <a:lnTo>
                      <a:pt x="3725" y="1674"/>
                    </a:lnTo>
                    <a:lnTo>
                      <a:pt x="3704" y="1758"/>
                    </a:lnTo>
                    <a:lnTo>
                      <a:pt x="3495" y="2009"/>
                    </a:lnTo>
                    <a:lnTo>
                      <a:pt x="3286" y="2176"/>
                    </a:lnTo>
                    <a:lnTo>
                      <a:pt x="3160" y="2197"/>
                    </a:lnTo>
                    <a:lnTo>
                      <a:pt x="2993" y="2281"/>
                    </a:lnTo>
                    <a:lnTo>
                      <a:pt x="2993" y="2344"/>
                    </a:lnTo>
                    <a:lnTo>
                      <a:pt x="2888" y="2344"/>
                    </a:lnTo>
                    <a:lnTo>
                      <a:pt x="2679" y="2469"/>
                    </a:lnTo>
                    <a:lnTo>
                      <a:pt x="2512" y="2616"/>
                    </a:lnTo>
                    <a:lnTo>
                      <a:pt x="2407" y="2637"/>
                    </a:lnTo>
                    <a:lnTo>
                      <a:pt x="2198" y="2783"/>
                    </a:lnTo>
                    <a:lnTo>
                      <a:pt x="2156" y="2846"/>
                    </a:lnTo>
                    <a:lnTo>
                      <a:pt x="2219" y="2929"/>
                    </a:lnTo>
                    <a:lnTo>
                      <a:pt x="2219" y="3055"/>
                    </a:lnTo>
                    <a:lnTo>
                      <a:pt x="2114" y="2950"/>
                    </a:lnTo>
                    <a:lnTo>
                      <a:pt x="2093" y="2929"/>
                    </a:lnTo>
                    <a:lnTo>
                      <a:pt x="1988" y="2950"/>
                    </a:lnTo>
                    <a:lnTo>
                      <a:pt x="1884" y="2992"/>
                    </a:lnTo>
                    <a:lnTo>
                      <a:pt x="1821" y="2950"/>
                    </a:lnTo>
                    <a:lnTo>
                      <a:pt x="1737" y="2950"/>
                    </a:lnTo>
                    <a:lnTo>
                      <a:pt x="1570" y="3118"/>
                    </a:lnTo>
                    <a:lnTo>
                      <a:pt x="1507" y="3201"/>
                    </a:lnTo>
                    <a:lnTo>
                      <a:pt x="1361" y="3327"/>
                    </a:lnTo>
                    <a:lnTo>
                      <a:pt x="1277" y="3348"/>
                    </a:lnTo>
                    <a:lnTo>
                      <a:pt x="1172" y="3453"/>
                    </a:lnTo>
                    <a:lnTo>
                      <a:pt x="1151" y="3620"/>
                    </a:lnTo>
                    <a:lnTo>
                      <a:pt x="1110" y="3536"/>
                    </a:lnTo>
                    <a:lnTo>
                      <a:pt x="1068" y="3473"/>
                    </a:lnTo>
                    <a:lnTo>
                      <a:pt x="1005" y="3557"/>
                    </a:lnTo>
                    <a:lnTo>
                      <a:pt x="942" y="3620"/>
                    </a:lnTo>
                    <a:lnTo>
                      <a:pt x="942" y="3746"/>
                    </a:lnTo>
                    <a:lnTo>
                      <a:pt x="879" y="3787"/>
                    </a:lnTo>
                    <a:lnTo>
                      <a:pt x="838" y="3766"/>
                    </a:lnTo>
                    <a:lnTo>
                      <a:pt x="670" y="3955"/>
                    </a:lnTo>
                    <a:lnTo>
                      <a:pt x="628" y="3955"/>
                    </a:lnTo>
                    <a:lnTo>
                      <a:pt x="566" y="4038"/>
                    </a:lnTo>
                    <a:lnTo>
                      <a:pt x="566" y="4206"/>
                    </a:lnTo>
                    <a:lnTo>
                      <a:pt x="524" y="4269"/>
                    </a:lnTo>
                    <a:lnTo>
                      <a:pt x="461" y="4164"/>
                    </a:lnTo>
                    <a:lnTo>
                      <a:pt x="419" y="4164"/>
                    </a:lnTo>
                    <a:lnTo>
                      <a:pt x="377" y="4206"/>
                    </a:lnTo>
                    <a:lnTo>
                      <a:pt x="335" y="4248"/>
                    </a:lnTo>
                    <a:lnTo>
                      <a:pt x="252" y="4415"/>
                    </a:lnTo>
                    <a:lnTo>
                      <a:pt x="252" y="4478"/>
                    </a:lnTo>
                    <a:lnTo>
                      <a:pt x="335" y="4582"/>
                    </a:lnTo>
                    <a:lnTo>
                      <a:pt x="377" y="4624"/>
                    </a:lnTo>
                    <a:lnTo>
                      <a:pt x="335" y="4666"/>
                    </a:lnTo>
                    <a:lnTo>
                      <a:pt x="252" y="4666"/>
                    </a:lnTo>
                    <a:lnTo>
                      <a:pt x="126" y="4687"/>
                    </a:lnTo>
                    <a:lnTo>
                      <a:pt x="1" y="4813"/>
                    </a:lnTo>
                    <a:lnTo>
                      <a:pt x="43" y="4834"/>
                    </a:lnTo>
                    <a:lnTo>
                      <a:pt x="126" y="4834"/>
                    </a:lnTo>
                    <a:lnTo>
                      <a:pt x="43" y="4896"/>
                    </a:lnTo>
                    <a:lnTo>
                      <a:pt x="43" y="5001"/>
                    </a:lnTo>
                    <a:lnTo>
                      <a:pt x="126" y="5085"/>
                    </a:lnTo>
                    <a:lnTo>
                      <a:pt x="168" y="5106"/>
                    </a:lnTo>
                    <a:lnTo>
                      <a:pt x="315" y="5106"/>
                    </a:lnTo>
                    <a:lnTo>
                      <a:pt x="335" y="5147"/>
                    </a:lnTo>
                    <a:lnTo>
                      <a:pt x="356" y="5147"/>
                    </a:lnTo>
                    <a:lnTo>
                      <a:pt x="377" y="5085"/>
                    </a:lnTo>
                    <a:lnTo>
                      <a:pt x="440" y="5085"/>
                    </a:lnTo>
                    <a:lnTo>
                      <a:pt x="524" y="5126"/>
                    </a:lnTo>
                    <a:lnTo>
                      <a:pt x="566" y="5210"/>
                    </a:lnTo>
                    <a:lnTo>
                      <a:pt x="545" y="5252"/>
                    </a:lnTo>
                    <a:lnTo>
                      <a:pt x="587" y="5315"/>
                    </a:lnTo>
                    <a:lnTo>
                      <a:pt x="670" y="5315"/>
                    </a:lnTo>
                    <a:lnTo>
                      <a:pt x="733" y="5336"/>
                    </a:lnTo>
                    <a:lnTo>
                      <a:pt x="754" y="5461"/>
                    </a:lnTo>
                    <a:lnTo>
                      <a:pt x="859" y="5545"/>
                    </a:lnTo>
                    <a:lnTo>
                      <a:pt x="942" y="5608"/>
                    </a:lnTo>
                    <a:lnTo>
                      <a:pt x="838" y="5670"/>
                    </a:lnTo>
                    <a:lnTo>
                      <a:pt x="879" y="5670"/>
                    </a:lnTo>
                    <a:lnTo>
                      <a:pt x="1005" y="5629"/>
                    </a:lnTo>
                    <a:lnTo>
                      <a:pt x="1005" y="5670"/>
                    </a:lnTo>
                    <a:lnTo>
                      <a:pt x="1110" y="5712"/>
                    </a:lnTo>
                    <a:lnTo>
                      <a:pt x="1256" y="5670"/>
                    </a:lnTo>
                    <a:lnTo>
                      <a:pt x="1465" y="5608"/>
                    </a:lnTo>
                    <a:lnTo>
                      <a:pt x="1612" y="5461"/>
                    </a:lnTo>
                    <a:lnTo>
                      <a:pt x="1737" y="5419"/>
                    </a:lnTo>
                    <a:lnTo>
                      <a:pt x="1737" y="5357"/>
                    </a:lnTo>
                    <a:lnTo>
                      <a:pt x="1716" y="5252"/>
                    </a:lnTo>
                    <a:lnTo>
                      <a:pt x="1800" y="5315"/>
                    </a:lnTo>
                    <a:lnTo>
                      <a:pt x="1779" y="5398"/>
                    </a:lnTo>
                    <a:lnTo>
                      <a:pt x="1905" y="5336"/>
                    </a:lnTo>
                    <a:lnTo>
                      <a:pt x="1926" y="5210"/>
                    </a:lnTo>
                    <a:lnTo>
                      <a:pt x="2009" y="5106"/>
                    </a:lnTo>
                    <a:lnTo>
                      <a:pt x="2198" y="5022"/>
                    </a:lnTo>
                    <a:lnTo>
                      <a:pt x="2323" y="5022"/>
                    </a:lnTo>
                    <a:lnTo>
                      <a:pt x="2365" y="5001"/>
                    </a:lnTo>
                    <a:lnTo>
                      <a:pt x="2365" y="4959"/>
                    </a:lnTo>
                    <a:lnTo>
                      <a:pt x="2260" y="4959"/>
                    </a:lnTo>
                    <a:lnTo>
                      <a:pt x="2323" y="4938"/>
                    </a:lnTo>
                    <a:lnTo>
                      <a:pt x="2344" y="4917"/>
                    </a:lnTo>
                    <a:lnTo>
                      <a:pt x="2323" y="4896"/>
                    </a:lnTo>
                    <a:lnTo>
                      <a:pt x="2449" y="4729"/>
                    </a:lnTo>
                    <a:lnTo>
                      <a:pt x="2532" y="4582"/>
                    </a:lnTo>
                    <a:lnTo>
                      <a:pt x="2574" y="4415"/>
                    </a:lnTo>
                    <a:lnTo>
                      <a:pt x="2658" y="4310"/>
                    </a:lnTo>
                    <a:lnTo>
                      <a:pt x="2930" y="4143"/>
                    </a:lnTo>
                    <a:lnTo>
                      <a:pt x="2972" y="4038"/>
                    </a:lnTo>
                    <a:lnTo>
                      <a:pt x="2993" y="3913"/>
                    </a:lnTo>
                    <a:lnTo>
                      <a:pt x="3097" y="3746"/>
                    </a:lnTo>
                    <a:lnTo>
                      <a:pt x="3160" y="3641"/>
                    </a:lnTo>
                    <a:lnTo>
                      <a:pt x="3181" y="3536"/>
                    </a:lnTo>
                    <a:lnTo>
                      <a:pt x="3265" y="3432"/>
                    </a:lnTo>
                    <a:lnTo>
                      <a:pt x="3369" y="3369"/>
                    </a:lnTo>
                    <a:lnTo>
                      <a:pt x="3390" y="3264"/>
                    </a:lnTo>
                    <a:lnTo>
                      <a:pt x="3474" y="3348"/>
                    </a:lnTo>
                    <a:lnTo>
                      <a:pt x="3516" y="3348"/>
                    </a:lnTo>
                    <a:lnTo>
                      <a:pt x="3558" y="3243"/>
                    </a:lnTo>
                    <a:lnTo>
                      <a:pt x="3662" y="3243"/>
                    </a:lnTo>
                    <a:lnTo>
                      <a:pt x="3725" y="3222"/>
                    </a:lnTo>
                    <a:lnTo>
                      <a:pt x="3788" y="3139"/>
                    </a:lnTo>
                    <a:lnTo>
                      <a:pt x="3788" y="3034"/>
                    </a:lnTo>
                    <a:lnTo>
                      <a:pt x="3704" y="2950"/>
                    </a:lnTo>
                    <a:lnTo>
                      <a:pt x="3704" y="2950"/>
                    </a:lnTo>
                    <a:lnTo>
                      <a:pt x="3809" y="3013"/>
                    </a:lnTo>
                    <a:lnTo>
                      <a:pt x="3830" y="3139"/>
                    </a:lnTo>
                    <a:lnTo>
                      <a:pt x="3892" y="3139"/>
                    </a:lnTo>
                    <a:lnTo>
                      <a:pt x="3976" y="3118"/>
                    </a:lnTo>
                    <a:lnTo>
                      <a:pt x="3976" y="3055"/>
                    </a:lnTo>
                    <a:lnTo>
                      <a:pt x="4039" y="3013"/>
                    </a:lnTo>
                    <a:lnTo>
                      <a:pt x="4123" y="3034"/>
                    </a:lnTo>
                    <a:lnTo>
                      <a:pt x="4123" y="3097"/>
                    </a:lnTo>
                    <a:lnTo>
                      <a:pt x="4018" y="3139"/>
                    </a:lnTo>
                    <a:lnTo>
                      <a:pt x="4123" y="3139"/>
                    </a:lnTo>
                    <a:lnTo>
                      <a:pt x="4227" y="3160"/>
                    </a:lnTo>
                    <a:lnTo>
                      <a:pt x="4248" y="3118"/>
                    </a:lnTo>
                    <a:lnTo>
                      <a:pt x="4248" y="3034"/>
                    </a:lnTo>
                    <a:lnTo>
                      <a:pt x="4290" y="2992"/>
                    </a:lnTo>
                    <a:lnTo>
                      <a:pt x="4311" y="3013"/>
                    </a:lnTo>
                    <a:lnTo>
                      <a:pt x="4311" y="3139"/>
                    </a:lnTo>
                    <a:lnTo>
                      <a:pt x="4332" y="3160"/>
                    </a:lnTo>
                    <a:lnTo>
                      <a:pt x="4395" y="3118"/>
                    </a:lnTo>
                    <a:lnTo>
                      <a:pt x="4416" y="2950"/>
                    </a:lnTo>
                    <a:lnTo>
                      <a:pt x="4353" y="2867"/>
                    </a:lnTo>
                    <a:lnTo>
                      <a:pt x="4290" y="2867"/>
                    </a:lnTo>
                    <a:lnTo>
                      <a:pt x="4311" y="2825"/>
                    </a:lnTo>
                    <a:lnTo>
                      <a:pt x="4311" y="2699"/>
                    </a:lnTo>
                    <a:lnTo>
                      <a:pt x="4332" y="2511"/>
                    </a:lnTo>
                    <a:lnTo>
                      <a:pt x="4416" y="2490"/>
                    </a:lnTo>
                    <a:lnTo>
                      <a:pt x="4562" y="2427"/>
                    </a:lnTo>
                    <a:lnTo>
                      <a:pt x="4750" y="2323"/>
                    </a:lnTo>
                    <a:lnTo>
                      <a:pt x="4771" y="2260"/>
                    </a:lnTo>
                    <a:lnTo>
                      <a:pt x="4918" y="2093"/>
                    </a:lnTo>
                    <a:lnTo>
                      <a:pt x="4918" y="1988"/>
                    </a:lnTo>
                    <a:lnTo>
                      <a:pt x="5043" y="1862"/>
                    </a:lnTo>
                    <a:lnTo>
                      <a:pt x="5127" y="1883"/>
                    </a:lnTo>
                    <a:lnTo>
                      <a:pt x="5127" y="1821"/>
                    </a:lnTo>
                    <a:lnTo>
                      <a:pt x="5336" y="1632"/>
                    </a:lnTo>
                    <a:lnTo>
                      <a:pt x="5336" y="1549"/>
                    </a:lnTo>
                    <a:lnTo>
                      <a:pt x="5650" y="1277"/>
                    </a:lnTo>
                    <a:lnTo>
                      <a:pt x="5755" y="1235"/>
                    </a:lnTo>
                    <a:lnTo>
                      <a:pt x="5692" y="1214"/>
                    </a:lnTo>
                    <a:lnTo>
                      <a:pt x="5671" y="1109"/>
                    </a:lnTo>
                    <a:lnTo>
                      <a:pt x="5608" y="1005"/>
                    </a:lnTo>
                    <a:lnTo>
                      <a:pt x="5650" y="900"/>
                    </a:lnTo>
                    <a:lnTo>
                      <a:pt x="5671" y="774"/>
                    </a:lnTo>
                    <a:lnTo>
                      <a:pt x="5692" y="816"/>
                    </a:lnTo>
                    <a:lnTo>
                      <a:pt x="5797" y="649"/>
                    </a:lnTo>
                    <a:lnTo>
                      <a:pt x="5713" y="691"/>
                    </a:lnTo>
                    <a:lnTo>
                      <a:pt x="5650" y="691"/>
                    </a:lnTo>
                    <a:lnTo>
                      <a:pt x="5755" y="628"/>
                    </a:lnTo>
                    <a:lnTo>
                      <a:pt x="5817" y="502"/>
                    </a:lnTo>
                    <a:lnTo>
                      <a:pt x="5797" y="502"/>
                    </a:lnTo>
                    <a:lnTo>
                      <a:pt x="5797" y="419"/>
                    </a:lnTo>
                    <a:lnTo>
                      <a:pt x="5713" y="419"/>
                    </a:lnTo>
                    <a:lnTo>
                      <a:pt x="5650" y="544"/>
                    </a:lnTo>
                    <a:lnTo>
                      <a:pt x="5671" y="586"/>
                    </a:lnTo>
                    <a:lnTo>
                      <a:pt x="5713" y="607"/>
                    </a:lnTo>
                    <a:lnTo>
                      <a:pt x="5608" y="649"/>
                    </a:lnTo>
                    <a:lnTo>
                      <a:pt x="5566" y="607"/>
                    </a:lnTo>
                    <a:lnTo>
                      <a:pt x="5566" y="544"/>
                    </a:lnTo>
                    <a:lnTo>
                      <a:pt x="5504" y="544"/>
                    </a:lnTo>
                    <a:lnTo>
                      <a:pt x="5441" y="523"/>
                    </a:lnTo>
                    <a:lnTo>
                      <a:pt x="5378" y="586"/>
                    </a:lnTo>
                    <a:lnTo>
                      <a:pt x="5294" y="691"/>
                    </a:lnTo>
                    <a:lnTo>
                      <a:pt x="5232" y="628"/>
                    </a:lnTo>
                    <a:lnTo>
                      <a:pt x="5169" y="481"/>
                    </a:lnTo>
                    <a:lnTo>
                      <a:pt x="5232" y="440"/>
                    </a:lnTo>
                    <a:lnTo>
                      <a:pt x="5273" y="377"/>
                    </a:lnTo>
                    <a:lnTo>
                      <a:pt x="5273" y="314"/>
                    </a:lnTo>
                    <a:lnTo>
                      <a:pt x="5252" y="293"/>
                    </a:lnTo>
                    <a:lnTo>
                      <a:pt x="5273" y="251"/>
                    </a:lnTo>
                    <a:lnTo>
                      <a:pt x="5232" y="209"/>
                    </a:lnTo>
                    <a:lnTo>
                      <a:pt x="5169" y="251"/>
                    </a:lnTo>
                    <a:lnTo>
                      <a:pt x="5127" y="230"/>
                    </a:lnTo>
                    <a:lnTo>
                      <a:pt x="5064" y="188"/>
                    </a:lnTo>
                    <a:lnTo>
                      <a:pt x="5085" y="105"/>
                    </a:lnTo>
                    <a:lnTo>
                      <a:pt x="5169" y="0"/>
                    </a:lnTo>
                    <a:close/>
                  </a:path>
                </a:pathLst>
              </a:custGeom>
              <a:solidFill>
                <a:srgbClr val="5F7D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98" name="Google Shape;5998;p36"/>
              <p:cNvSpPr/>
              <p:nvPr/>
            </p:nvSpPr>
            <p:spPr>
              <a:xfrm>
                <a:off x="6101375" y="3852150"/>
                <a:ext cx="82150" cy="171075"/>
              </a:xfrm>
              <a:custGeom>
                <a:rect b="b" l="l" r="r" t="t"/>
                <a:pathLst>
                  <a:path extrusionOk="0" h="6843" w="3286">
                    <a:moveTo>
                      <a:pt x="880" y="0"/>
                    </a:moveTo>
                    <a:lnTo>
                      <a:pt x="796" y="21"/>
                    </a:lnTo>
                    <a:lnTo>
                      <a:pt x="650" y="21"/>
                    </a:lnTo>
                    <a:lnTo>
                      <a:pt x="650" y="42"/>
                    </a:lnTo>
                    <a:lnTo>
                      <a:pt x="733" y="126"/>
                    </a:lnTo>
                    <a:lnTo>
                      <a:pt x="859" y="440"/>
                    </a:lnTo>
                    <a:lnTo>
                      <a:pt x="859" y="544"/>
                    </a:lnTo>
                    <a:lnTo>
                      <a:pt x="859" y="733"/>
                    </a:lnTo>
                    <a:lnTo>
                      <a:pt x="796" y="774"/>
                    </a:lnTo>
                    <a:lnTo>
                      <a:pt x="754" y="774"/>
                    </a:lnTo>
                    <a:lnTo>
                      <a:pt x="754" y="795"/>
                    </a:lnTo>
                    <a:lnTo>
                      <a:pt x="796" y="1046"/>
                    </a:lnTo>
                    <a:lnTo>
                      <a:pt x="838" y="1067"/>
                    </a:lnTo>
                    <a:lnTo>
                      <a:pt x="942" y="1026"/>
                    </a:lnTo>
                    <a:lnTo>
                      <a:pt x="1047" y="1026"/>
                    </a:lnTo>
                    <a:lnTo>
                      <a:pt x="963" y="1046"/>
                    </a:lnTo>
                    <a:lnTo>
                      <a:pt x="880" y="1151"/>
                    </a:lnTo>
                    <a:lnTo>
                      <a:pt x="901" y="1277"/>
                    </a:lnTo>
                    <a:lnTo>
                      <a:pt x="984" y="1444"/>
                    </a:lnTo>
                    <a:lnTo>
                      <a:pt x="1005" y="1716"/>
                    </a:lnTo>
                    <a:lnTo>
                      <a:pt x="1005" y="1904"/>
                    </a:lnTo>
                    <a:lnTo>
                      <a:pt x="1005" y="2030"/>
                    </a:lnTo>
                    <a:lnTo>
                      <a:pt x="1068" y="2009"/>
                    </a:lnTo>
                    <a:lnTo>
                      <a:pt x="1089" y="1904"/>
                    </a:lnTo>
                    <a:lnTo>
                      <a:pt x="1068" y="1821"/>
                    </a:lnTo>
                    <a:lnTo>
                      <a:pt x="1089" y="1800"/>
                    </a:lnTo>
                    <a:lnTo>
                      <a:pt x="1152" y="1842"/>
                    </a:lnTo>
                    <a:lnTo>
                      <a:pt x="1152" y="1967"/>
                    </a:lnTo>
                    <a:lnTo>
                      <a:pt x="1194" y="1967"/>
                    </a:lnTo>
                    <a:lnTo>
                      <a:pt x="1214" y="1904"/>
                    </a:lnTo>
                    <a:lnTo>
                      <a:pt x="1194" y="1842"/>
                    </a:lnTo>
                    <a:lnTo>
                      <a:pt x="1214" y="1842"/>
                    </a:lnTo>
                    <a:lnTo>
                      <a:pt x="1256" y="1925"/>
                    </a:lnTo>
                    <a:lnTo>
                      <a:pt x="1173" y="2030"/>
                    </a:lnTo>
                    <a:lnTo>
                      <a:pt x="1152" y="2134"/>
                    </a:lnTo>
                    <a:lnTo>
                      <a:pt x="1152" y="2197"/>
                    </a:lnTo>
                    <a:lnTo>
                      <a:pt x="1110" y="2218"/>
                    </a:lnTo>
                    <a:lnTo>
                      <a:pt x="1068" y="2134"/>
                    </a:lnTo>
                    <a:lnTo>
                      <a:pt x="1005" y="2134"/>
                    </a:lnTo>
                    <a:lnTo>
                      <a:pt x="1047" y="2323"/>
                    </a:lnTo>
                    <a:lnTo>
                      <a:pt x="1110" y="2532"/>
                    </a:lnTo>
                    <a:lnTo>
                      <a:pt x="1173" y="2553"/>
                    </a:lnTo>
                    <a:lnTo>
                      <a:pt x="1194" y="2532"/>
                    </a:lnTo>
                    <a:lnTo>
                      <a:pt x="1256" y="2616"/>
                    </a:lnTo>
                    <a:lnTo>
                      <a:pt x="1256" y="2658"/>
                    </a:lnTo>
                    <a:lnTo>
                      <a:pt x="1298" y="2699"/>
                    </a:lnTo>
                    <a:lnTo>
                      <a:pt x="1194" y="2762"/>
                    </a:lnTo>
                    <a:lnTo>
                      <a:pt x="1194" y="2825"/>
                    </a:lnTo>
                    <a:lnTo>
                      <a:pt x="1214" y="2867"/>
                    </a:lnTo>
                    <a:lnTo>
                      <a:pt x="1194" y="2950"/>
                    </a:lnTo>
                    <a:lnTo>
                      <a:pt x="1110" y="3139"/>
                    </a:lnTo>
                    <a:lnTo>
                      <a:pt x="1152" y="3243"/>
                    </a:lnTo>
                    <a:lnTo>
                      <a:pt x="1089" y="3264"/>
                    </a:lnTo>
                    <a:lnTo>
                      <a:pt x="1173" y="3348"/>
                    </a:lnTo>
                    <a:lnTo>
                      <a:pt x="1152" y="3369"/>
                    </a:lnTo>
                    <a:lnTo>
                      <a:pt x="1068" y="3369"/>
                    </a:lnTo>
                    <a:lnTo>
                      <a:pt x="1005" y="3474"/>
                    </a:lnTo>
                    <a:lnTo>
                      <a:pt x="1005" y="3536"/>
                    </a:lnTo>
                    <a:lnTo>
                      <a:pt x="1068" y="3599"/>
                    </a:lnTo>
                    <a:lnTo>
                      <a:pt x="1005" y="3641"/>
                    </a:lnTo>
                    <a:lnTo>
                      <a:pt x="942" y="3641"/>
                    </a:lnTo>
                    <a:lnTo>
                      <a:pt x="880" y="3767"/>
                    </a:lnTo>
                    <a:lnTo>
                      <a:pt x="796" y="4164"/>
                    </a:lnTo>
                    <a:lnTo>
                      <a:pt x="796" y="4269"/>
                    </a:lnTo>
                    <a:lnTo>
                      <a:pt x="733" y="4331"/>
                    </a:lnTo>
                    <a:lnTo>
                      <a:pt x="629" y="4331"/>
                    </a:lnTo>
                    <a:lnTo>
                      <a:pt x="545" y="4290"/>
                    </a:lnTo>
                    <a:lnTo>
                      <a:pt x="419" y="4311"/>
                    </a:lnTo>
                    <a:lnTo>
                      <a:pt x="210" y="4415"/>
                    </a:lnTo>
                    <a:lnTo>
                      <a:pt x="106" y="4520"/>
                    </a:lnTo>
                    <a:lnTo>
                      <a:pt x="64" y="4645"/>
                    </a:lnTo>
                    <a:lnTo>
                      <a:pt x="106" y="4834"/>
                    </a:lnTo>
                    <a:lnTo>
                      <a:pt x="210" y="4917"/>
                    </a:lnTo>
                    <a:lnTo>
                      <a:pt x="357" y="5022"/>
                    </a:lnTo>
                    <a:lnTo>
                      <a:pt x="440" y="5168"/>
                    </a:lnTo>
                    <a:lnTo>
                      <a:pt x="587" y="5231"/>
                    </a:lnTo>
                    <a:lnTo>
                      <a:pt x="650" y="5273"/>
                    </a:lnTo>
                    <a:lnTo>
                      <a:pt x="670" y="5545"/>
                    </a:lnTo>
                    <a:lnTo>
                      <a:pt x="691" y="5566"/>
                    </a:lnTo>
                    <a:lnTo>
                      <a:pt x="670" y="5587"/>
                    </a:lnTo>
                    <a:lnTo>
                      <a:pt x="670" y="5733"/>
                    </a:lnTo>
                    <a:lnTo>
                      <a:pt x="629" y="5838"/>
                    </a:lnTo>
                    <a:lnTo>
                      <a:pt x="378" y="6110"/>
                    </a:lnTo>
                    <a:lnTo>
                      <a:pt x="231" y="6277"/>
                    </a:lnTo>
                    <a:lnTo>
                      <a:pt x="43" y="6424"/>
                    </a:lnTo>
                    <a:lnTo>
                      <a:pt x="1" y="6508"/>
                    </a:lnTo>
                    <a:lnTo>
                      <a:pt x="22" y="6549"/>
                    </a:lnTo>
                    <a:lnTo>
                      <a:pt x="126" y="6591"/>
                    </a:lnTo>
                    <a:lnTo>
                      <a:pt x="147" y="6528"/>
                    </a:lnTo>
                    <a:lnTo>
                      <a:pt x="210" y="6528"/>
                    </a:lnTo>
                    <a:lnTo>
                      <a:pt x="210" y="6612"/>
                    </a:lnTo>
                    <a:lnTo>
                      <a:pt x="210" y="6675"/>
                    </a:lnTo>
                    <a:lnTo>
                      <a:pt x="231" y="6696"/>
                    </a:lnTo>
                    <a:lnTo>
                      <a:pt x="273" y="6675"/>
                    </a:lnTo>
                    <a:lnTo>
                      <a:pt x="315" y="6717"/>
                    </a:lnTo>
                    <a:lnTo>
                      <a:pt x="315" y="6800"/>
                    </a:lnTo>
                    <a:lnTo>
                      <a:pt x="336" y="6842"/>
                    </a:lnTo>
                    <a:lnTo>
                      <a:pt x="419" y="6821"/>
                    </a:lnTo>
                    <a:lnTo>
                      <a:pt x="629" y="6675"/>
                    </a:lnTo>
                    <a:lnTo>
                      <a:pt x="796" y="6528"/>
                    </a:lnTo>
                    <a:lnTo>
                      <a:pt x="984" y="6361"/>
                    </a:lnTo>
                    <a:lnTo>
                      <a:pt x="1152" y="6173"/>
                    </a:lnTo>
                    <a:lnTo>
                      <a:pt x="1319" y="5901"/>
                    </a:lnTo>
                    <a:lnTo>
                      <a:pt x="1424" y="5859"/>
                    </a:lnTo>
                    <a:lnTo>
                      <a:pt x="1507" y="5859"/>
                    </a:lnTo>
                    <a:lnTo>
                      <a:pt x="1570" y="5775"/>
                    </a:lnTo>
                    <a:lnTo>
                      <a:pt x="1570" y="5691"/>
                    </a:lnTo>
                    <a:lnTo>
                      <a:pt x="1612" y="5650"/>
                    </a:lnTo>
                    <a:lnTo>
                      <a:pt x="1717" y="5587"/>
                    </a:lnTo>
                    <a:lnTo>
                      <a:pt x="1800" y="5357"/>
                    </a:lnTo>
                    <a:lnTo>
                      <a:pt x="1905" y="5210"/>
                    </a:lnTo>
                    <a:lnTo>
                      <a:pt x="1905" y="5147"/>
                    </a:lnTo>
                    <a:lnTo>
                      <a:pt x="1989" y="5106"/>
                    </a:lnTo>
                    <a:lnTo>
                      <a:pt x="1884" y="4980"/>
                    </a:lnTo>
                    <a:lnTo>
                      <a:pt x="1717" y="4980"/>
                    </a:lnTo>
                    <a:lnTo>
                      <a:pt x="1800" y="4938"/>
                    </a:lnTo>
                    <a:lnTo>
                      <a:pt x="1884" y="4917"/>
                    </a:lnTo>
                    <a:lnTo>
                      <a:pt x="2114" y="4624"/>
                    </a:lnTo>
                    <a:lnTo>
                      <a:pt x="2240" y="4603"/>
                    </a:lnTo>
                    <a:lnTo>
                      <a:pt x="2428" y="4624"/>
                    </a:lnTo>
                    <a:lnTo>
                      <a:pt x="2512" y="4624"/>
                    </a:lnTo>
                    <a:lnTo>
                      <a:pt x="2512" y="4708"/>
                    </a:lnTo>
                    <a:lnTo>
                      <a:pt x="2512" y="4792"/>
                    </a:lnTo>
                    <a:lnTo>
                      <a:pt x="2616" y="4708"/>
                    </a:lnTo>
                    <a:lnTo>
                      <a:pt x="2679" y="4645"/>
                    </a:lnTo>
                    <a:lnTo>
                      <a:pt x="2533" y="4603"/>
                    </a:lnTo>
                    <a:lnTo>
                      <a:pt x="2554" y="4499"/>
                    </a:lnTo>
                    <a:lnTo>
                      <a:pt x="2637" y="4311"/>
                    </a:lnTo>
                    <a:lnTo>
                      <a:pt x="2679" y="4227"/>
                    </a:lnTo>
                    <a:lnTo>
                      <a:pt x="2784" y="4227"/>
                    </a:lnTo>
                    <a:lnTo>
                      <a:pt x="2826" y="4290"/>
                    </a:lnTo>
                    <a:lnTo>
                      <a:pt x="2867" y="4227"/>
                    </a:lnTo>
                    <a:lnTo>
                      <a:pt x="2930" y="4122"/>
                    </a:lnTo>
                    <a:lnTo>
                      <a:pt x="3077" y="3892"/>
                    </a:lnTo>
                    <a:lnTo>
                      <a:pt x="3077" y="3808"/>
                    </a:lnTo>
                    <a:lnTo>
                      <a:pt x="3077" y="3746"/>
                    </a:lnTo>
                    <a:lnTo>
                      <a:pt x="3098" y="3599"/>
                    </a:lnTo>
                    <a:lnTo>
                      <a:pt x="3202" y="3495"/>
                    </a:lnTo>
                    <a:lnTo>
                      <a:pt x="3286" y="3453"/>
                    </a:lnTo>
                    <a:lnTo>
                      <a:pt x="3286" y="3411"/>
                    </a:lnTo>
                    <a:lnTo>
                      <a:pt x="3160" y="3369"/>
                    </a:lnTo>
                    <a:lnTo>
                      <a:pt x="3098" y="3285"/>
                    </a:lnTo>
                    <a:lnTo>
                      <a:pt x="3139" y="3285"/>
                    </a:lnTo>
                    <a:lnTo>
                      <a:pt x="3160" y="3243"/>
                    </a:lnTo>
                    <a:lnTo>
                      <a:pt x="3035" y="3222"/>
                    </a:lnTo>
                    <a:lnTo>
                      <a:pt x="2888" y="3327"/>
                    </a:lnTo>
                    <a:lnTo>
                      <a:pt x="2679" y="3536"/>
                    </a:lnTo>
                    <a:lnTo>
                      <a:pt x="2554" y="3536"/>
                    </a:lnTo>
                    <a:lnTo>
                      <a:pt x="2470" y="3578"/>
                    </a:lnTo>
                    <a:lnTo>
                      <a:pt x="2365" y="3536"/>
                    </a:lnTo>
                    <a:lnTo>
                      <a:pt x="2135" y="3285"/>
                    </a:lnTo>
                    <a:lnTo>
                      <a:pt x="2051" y="3285"/>
                    </a:lnTo>
                    <a:lnTo>
                      <a:pt x="1989" y="3181"/>
                    </a:lnTo>
                    <a:lnTo>
                      <a:pt x="1947" y="3118"/>
                    </a:lnTo>
                    <a:lnTo>
                      <a:pt x="2010" y="3034"/>
                    </a:lnTo>
                    <a:lnTo>
                      <a:pt x="2030" y="2888"/>
                    </a:lnTo>
                    <a:lnTo>
                      <a:pt x="1926" y="2720"/>
                    </a:lnTo>
                    <a:lnTo>
                      <a:pt x="1926" y="2637"/>
                    </a:lnTo>
                    <a:lnTo>
                      <a:pt x="1905" y="2595"/>
                    </a:lnTo>
                    <a:lnTo>
                      <a:pt x="1905" y="2448"/>
                    </a:lnTo>
                    <a:lnTo>
                      <a:pt x="1947" y="2365"/>
                    </a:lnTo>
                    <a:lnTo>
                      <a:pt x="1884" y="2365"/>
                    </a:lnTo>
                    <a:lnTo>
                      <a:pt x="1884" y="2239"/>
                    </a:lnTo>
                    <a:lnTo>
                      <a:pt x="1842" y="2176"/>
                    </a:lnTo>
                    <a:lnTo>
                      <a:pt x="1800" y="2197"/>
                    </a:lnTo>
                    <a:lnTo>
                      <a:pt x="1717" y="2134"/>
                    </a:lnTo>
                    <a:lnTo>
                      <a:pt x="1675" y="2197"/>
                    </a:lnTo>
                    <a:lnTo>
                      <a:pt x="1779" y="2281"/>
                    </a:lnTo>
                    <a:lnTo>
                      <a:pt x="1738" y="2365"/>
                    </a:lnTo>
                    <a:lnTo>
                      <a:pt x="1779" y="2427"/>
                    </a:lnTo>
                    <a:lnTo>
                      <a:pt x="1696" y="2511"/>
                    </a:lnTo>
                    <a:lnTo>
                      <a:pt x="1696" y="2595"/>
                    </a:lnTo>
                    <a:lnTo>
                      <a:pt x="1779" y="2699"/>
                    </a:lnTo>
                    <a:lnTo>
                      <a:pt x="1779" y="2741"/>
                    </a:lnTo>
                    <a:lnTo>
                      <a:pt x="1675" y="2762"/>
                    </a:lnTo>
                    <a:lnTo>
                      <a:pt x="1612" y="2720"/>
                    </a:lnTo>
                    <a:lnTo>
                      <a:pt x="1591" y="2616"/>
                    </a:lnTo>
                    <a:lnTo>
                      <a:pt x="1486" y="2595"/>
                    </a:lnTo>
                    <a:lnTo>
                      <a:pt x="1486" y="2532"/>
                    </a:lnTo>
                    <a:lnTo>
                      <a:pt x="1382" y="2511"/>
                    </a:lnTo>
                    <a:lnTo>
                      <a:pt x="1319" y="2511"/>
                    </a:lnTo>
                    <a:lnTo>
                      <a:pt x="1298" y="2448"/>
                    </a:lnTo>
                    <a:lnTo>
                      <a:pt x="1403" y="2406"/>
                    </a:lnTo>
                    <a:lnTo>
                      <a:pt x="1424" y="2323"/>
                    </a:lnTo>
                    <a:lnTo>
                      <a:pt x="1319" y="2239"/>
                    </a:lnTo>
                    <a:lnTo>
                      <a:pt x="1403" y="2114"/>
                    </a:lnTo>
                    <a:lnTo>
                      <a:pt x="1486" y="2093"/>
                    </a:lnTo>
                    <a:lnTo>
                      <a:pt x="1507" y="1988"/>
                    </a:lnTo>
                    <a:lnTo>
                      <a:pt x="1486" y="1904"/>
                    </a:lnTo>
                    <a:lnTo>
                      <a:pt x="1507" y="1821"/>
                    </a:lnTo>
                    <a:lnTo>
                      <a:pt x="1466" y="1758"/>
                    </a:lnTo>
                    <a:lnTo>
                      <a:pt x="1486" y="1611"/>
                    </a:lnTo>
                    <a:lnTo>
                      <a:pt x="1361" y="1507"/>
                    </a:lnTo>
                    <a:lnTo>
                      <a:pt x="1361" y="1465"/>
                    </a:lnTo>
                    <a:lnTo>
                      <a:pt x="1424" y="1507"/>
                    </a:lnTo>
                    <a:lnTo>
                      <a:pt x="1528" y="1486"/>
                    </a:lnTo>
                    <a:lnTo>
                      <a:pt x="1570" y="1360"/>
                    </a:lnTo>
                    <a:lnTo>
                      <a:pt x="1591" y="1318"/>
                    </a:lnTo>
                    <a:lnTo>
                      <a:pt x="1591" y="1151"/>
                    </a:lnTo>
                    <a:lnTo>
                      <a:pt x="1570" y="1026"/>
                    </a:lnTo>
                    <a:lnTo>
                      <a:pt x="1570" y="921"/>
                    </a:lnTo>
                    <a:lnTo>
                      <a:pt x="1507" y="942"/>
                    </a:lnTo>
                    <a:lnTo>
                      <a:pt x="1382" y="984"/>
                    </a:lnTo>
                    <a:lnTo>
                      <a:pt x="1277" y="879"/>
                    </a:lnTo>
                    <a:lnTo>
                      <a:pt x="1361" y="837"/>
                    </a:lnTo>
                    <a:lnTo>
                      <a:pt x="1277" y="774"/>
                    </a:lnTo>
                    <a:lnTo>
                      <a:pt x="1214" y="754"/>
                    </a:lnTo>
                    <a:lnTo>
                      <a:pt x="1277" y="712"/>
                    </a:lnTo>
                    <a:lnTo>
                      <a:pt x="1361" y="649"/>
                    </a:lnTo>
                    <a:lnTo>
                      <a:pt x="1361" y="607"/>
                    </a:lnTo>
                    <a:lnTo>
                      <a:pt x="1256" y="565"/>
                    </a:lnTo>
                    <a:lnTo>
                      <a:pt x="1173" y="502"/>
                    </a:lnTo>
                    <a:lnTo>
                      <a:pt x="1089" y="544"/>
                    </a:lnTo>
                    <a:lnTo>
                      <a:pt x="1089" y="440"/>
                    </a:lnTo>
                    <a:lnTo>
                      <a:pt x="1110" y="440"/>
                    </a:lnTo>
                    <a:lnTo>
                      <a:pt x="1173" y="356"/>
                    </a:lnTo>
                    <a:lnTo>
                      <a:pt x="1110" y="356"/>
                    </a:lnTo>
                    <a:lnTo>
                      <a:pt x="1047" y="398"/>
                    </a:lnTo>
                    <a:lnTo>
                      <a:pt x="1047" y="461"/>
                    </a:lnTo>
                    <a:lnTo>
                      <a:pt x="1005" y="544"/>
                    </a:lnTo>
                    <a:lnTo>
                      <a:pt x="942" y="523"/>
                    </a:lnTo>
                    <a:lnTo>
                      <a:pt x="963" y="419"/>
                    </a:lnTo>
                    <a:lnTo>
                      <a:pt x="901" y="335"/>
                    </a:lnTo>
                    <a:lnTo>
                      <a:pt x="880" y="209"/>
                    </a:lnTo>
                    <a:lnTo>
                      <a:pt x="880" y="105"/>
                    </a:lnTo>
                    <a:lnTo>
                      <a:pt x="880" y="42"/>
                    </a:lnTo>
                    <a:lnTo>
                      <a:pt x="942" y="42"/>
                    </a:lnTo>
                    <a:lnTo>
                      <a:pt x="880" y="0"/>
                    </a:lnTo>
                    <a:close/>
                  </a:path>
                </a:pathLst>
              </a:custGeom>
              <a:solidFill>
                <a:srgbClr val="5F7D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5999" name="Google Shape;5999;p36"/>
            <p:cNvSpPr/>
            <p:nvPr/>
          </p:nvSpPr>
          <p:spPr>
            <a:xfrm>
              <a:off x="3608564" y="2619698"/>
              <a:ext cx="60550" cy="35232"/>
            </a:xfrm>
            <a:custGeom>
              <a:rect b="b" l="l" r="r" t="t"/>
              <a:pathLst>
                <a:path extrusionOk="0" h="3098" w="5085">
                  <a:moveTo>
                    <a:pt x="900" y="1"/>
                  </a:moveTo>
                  <a:lnTo>
                    <a:pt x="733" y="22"/>
                  </a:lnTo>
                  <a:lnTo>
                    <a:pt x="733" y="64"/>
                  </a:lnTo>
                  <a:lnTo>
                    <a:pt x="775" y="126"/>
                  </a:lnTo>
                  <a:lnTo>
                    <a:pt x="837" y="126"/>
                  </a:lnTo>
                  <a:lnTo>
                    <a:pt x="858" y="64"/>
                  </a:lnTo>
                  <a:lnTo>
                    <a:pt x="942" y="64"/>
                  </a:lnTo>
                  <a:lnTo>
                    <a:pt x="984" y="126"/>
                  </a:lnTo>
                  <a:lnTo>
                    <a:pt x="1088" y="147"/>
                  </a:lnTo>
                  <a:lnTo>
                    <a:pt x="1047" y="210"/>
                  </a:lnTo>
                  <a:lnTo>
                    <a:pt x="942" y="168"/>
                  </a:lnTo>
                  <a:lnTo>
                    <a:pt x="837" y="168"/>
                  </a:lnTo>
                  <a:lnTo>
                    <a:pt x="858" y="231"/>
                  </a:lnTo>
                  <a:lnTo>
                    <a:pt x="1005" y="315"/>
                  </a:lnTo>
                  <a:lnTo>
                    <a:pt x="1109" y="440"/>
                  </a:lnTo>
                  <a:lnTo>
                    <a:pt x="1088" y="524"/>
                  </a:lnTo>
                  <a:lnTo>
                    <a:pt x="1047" y="545"/>
                  </a:lnTo>
                  <a:lnTo>
                    <a:pt x="1047" y="461"/>
                  </a:lnTo>
                  <a:lnTo>
                    <a:pt x="900" y="377"/>
                  </a:lnTo>
                  <a:lnTo>
                    <a:pt x="837" y="461"/>
                  </a:lnTo>
                  <a:lnTo>
                    <a:pt x="775" y="440"/>
                  </a:lnTo>
                  <a:lnTo>
                    <a:pt x="796" y="356"/>
                  </a:lnTo>
                  <a:lnTo>
                    <a:pt x="691" y="252"/>
                  </a:lnTo>
                  <a:lnTo>
                    <a:pt x="586" y="210"/>
                  </a:lnTo>
                  <a:lnTo>
                    <a:pt x="524" y="252"/>
                  </a:lnTo>
                  <a:lnTo>
                    <a:pt x="586" y="356"/>
                  </a:lnTo>
                  <a:lnTo>
                    <a:pt x="565" y="419"/>
                  </a:lnTo>
                  <a:lnTo>
                    <a:pt x="524" y="315"/>
                  </a:lnTo>
                  <a:lnTo>
                    <a:pt x="419" y="273"/>
                  </a:lnTo>
                  <a:lnTo>
                    <a:pt x="377" y="356"/>
                  </a:lnTo>
                  <a:lnTo>
                    <a:pt x="461" y="440"/>
                  </a:lnTo>
                  <a:lnTo>
                    <a:pt x="524" y="482"/>
                  </a:lnTo>
                  <a:lnTo>
                    <a:pt x="565" y="545"/>
                  </a:lnTo>
                  <a:lnTo>
                    <a:pt x="461" y="482"/>
                  </a:lnTo>
                  <a:lnTo>
                    <a:pt x="356" y="545"/>
                  </a:lnTo>
                  <a:lnTo>
                    <a:pt x="419" y="608"/>
                  </a:lnTo>
                  <a:lnTo>
                    <a:pt x="565" y="670"/>
                  </a:lnTo>
                  <a:lnTo>
                    <a:pt x="482" y="670"/>
                  </a:lnTo>
                  <a:lnTo>
                    <a:pt x="461" y="733"/>
                  </a:lnTo>
                  <a:lnTo>
                    <a:pt x="482" y="775"/>
                  </a:lnTo>
                  <a:lnTo>
                    <a:pt x="461" y="775"/>
                  </a:lnTo>
                  <a:lnTo>
                    <a:pt x="272" y="649"/>
                  </a:lnTo>
                  <a:lnTo>
                    <a:pt x="231" y="608"/>
                  </a:lnTo>
                  <a:lnTo>
                    <a:pt x="168" y="670"/>
                  </a:lnTo>
                  <a:lnTo>
                    <a:pt x="252" y="796"/>
                  </a:lnTo>
                  <a:lnTo>
                    <a:pt x="314" y="880"/>
                  </a:lnTo>
                  <a:lnTo>
                    <a:pt x="252" y="900"/>
                  </a:lnTo>
                  <a:lnTo>
                    <a:pt x="147" y="775"/>
                  </a:lnTo>
                  <a:lnTo>
                    <a:pt x="63" y="754"/>
                  </a:lnTo>
                  <a:lnTo>
                    <a:pt x="0" y="859"/>
                  </a:lnTo>
                  <a:lnTo>
                    <a:pt x="126" y="900"/>
                  </a:lnTo>
                  <a:lnTo>
                    <a:pt x="231" y="1005"/>
                  </a:lnTo>
                  <a:lnTo>
                    <a:pt x="356" y="1047"/>
                  </a:lnTo>
                  <a:lnTo>
                    <a:pt x="440" y="942"/>
                  </a:lnTo>
                  <a:lnTo>
                    <a:pt x="565" y="900"/>
                  </a:lnTo>
                  <a:lnTo>
                    <a:pt x="628" y="796"/>
                  </a:lnTo>
                  <a:lnTo>
                    <a:pt x="649" y="859"/>
                  </a:lnTo>
                  <a:lnTo>
                    <a:pt x="649" y="900"/>
                  </a:lnTo>
                  <a:lnTo>
                    <a:pt x="691" y="900"/>
                  </a:lnTo>
                  <a:lnTo>
                    <a:pt x="775" y="880"/>
                  </a:lnTo>
                  <a:lnTo>
                    <a:pt x="796" y="984"/>
                  </a:lnTo>
                  <a:lnTo>
                    <a:pt x="858" y="984"/>
                  </a:lnTo>
                  <a:lnTo>
                    <a:pt x="942" y="900"/>
                  </a:lnTo>
                  <a:lnTo>
                    <a:pt x="963" y="859"/>
                  </a:lnTo>
                  <a:lnTo>
                    <a:pt x="984" y="963"/>
                  </a:lnTo>
                  <a:lnTo>
                    <a:pt x="1005" y="963"/>
                  </a:lnTo>
                  <a:lnTo>
                    <a:pt x="1151" y="859"/>
                  </a:lnTo>
                  <a:lnTo>
                    <a:pt x="1109" y="900"/>
                  </a:lnTo>
                  <a:lnTo>
                    <a:pt x="1088" y="1005"/>
                  </a:lnTo>
                  <a:lnTo>
                    <a:pt x="1151" y="1047"/>
                  </a:lnTo>
                  <a:lnTo>
                    <a:pt x="1214" y="984"/>
                  </a:lnTo>
                  <a:lnTo>
                    <a:pt x="1360" y="1068"/>
                  </a:lnTo>
                  <a:lnTo>
                    <a:pt x="1277" y="1089"/>
                  </a:lnTo>
                  <a:lnTo>
                    <a:pt x="1193" y="1089"/>
                  </a:lnTo>
                  <a:lnTo>
                    <a:pt x="1109" y="1131"/>
                  </a:lnTo>
                  <a:lnTo>
                    <a:pt x="1047" y="1131"/>
                  </a:lnTo>
                  <a:lnTo>
                    <a:pt x="879" y="1214"/>
                  </a:lnTo>
                  <a:lnTo>
                    <a:pt x="879" y="1256"/>
                  </a:lnTo>
                  <a:lnTo>
                    <a:pt x="1068" y="1298"/>
                  </a:lnTo>
                  <a:lnTo>
                    <a:pt x="1172" y="1298"/>
                  </a:lnTo>
                  <a:lnTo>
                    <a:pt x="1214" y="1214"/>
                  </a:lnTo>
                  <a:lnTo>
                    <a:pt x="1277" y="1193"/>
                  </a:lnTo>
                  <a:lnTo>
                    <a:pt x="1277" y="1298"/>
                  </a:lnTo>
                  <a:lnTo>
                    <a:pt x="1193" y="1382"/>
                  </a:lnTo>
                  <a:lnTo>
                    <a:pt x="1005" y="1403"/>
                  </a:lnTo>
                  <a:lnTo>
                    <a:pt x="942" y="1382"/>
                  </a:lnTo>
                  <a:lnTo>
                    <a:pt x="858" y="1486"/>
                  </a:lnTo>
                  <a:lnTo>
                    <a:pt x="796" y="1403"/>
                  </a:lnTo>
                  <a:lnTo>
                    <a:pt x="775" y="1382"/>
                  </a:lnTo>
                  <a:lnTo>
                    <a:pt x="775" y="1319"/>
                  </a:lnTo>
                  <a:lnTo>
                    <a:pt x="691" y="1319"/>
                  </a:lnTo>
                  <a:lnTo>
                    <a:pt x="691" y="1361"/>
                  </a:lnTo>
                  <a:lnTo>
                    <a:pt x="691" y="1382"/>
                  </a:lnTo>
                  <a:lnTo>
                    <a:pt x="628" y="1465"/>
                  </a:lnTo>
                  <a:lnTo>
                    <a:pt x="544" y="1403"/>
                  </a:lnTo>
                  <a:lnTo>
                    <a:pt x="461" y="1424"/>
                  </a:lnTo>
                  <a:lnTo>
                    <a:pt x="356" y="1486"/>
                  </a:lnTo>
                  <a:lnTo>
                    <a:pt x="252" y="1424"/>
                  </a:lnTo>
                  <a:lnTo>
                    <a:pt x="168" y="1465"/>
                  </a:lnTo>
                  <a:lnTo>
                    <a:pt x="126" y="1465"/>
                  </a:lnTo>
                  <a:lnTo>
                    <a:pt x="168" y="1591"/>
                  </a:lnTo>
                  <a:lnTo>
                    <a:pt x="231" y="1654"/>
                  </a:lnTo>
                  <a:lnTo>
                    <a:pt x="377" y="1696"/>
                  </a:lnTo>
                  <a:lnTo>
                    <a:pt x="377" y="1633"/>
                  </a:lnTo>
                  <a:lnTo>
                    <a:pt x="565" y="1696"/>
                  </a:lnTo>
                  <a:lnTo>
                    <a:pt x="900" y="1696"/>
                  </a:lnTo>
                  <a:lnTo>
                    <a:pt x="900" y="1737"/>
                  </a:lnTo>
                  <a:lnTo>
                    <a:pt x="837" y="1800"/>
                  </a:lnTo>
                  <a:lnTo>
                    <a:pt x="837" y="1842"/>
                  </a:lnTo>
                  <a:lnTo>
                    <a:pt x="942" y="1926"/>
                  </a:lnTo>
                  <a:lnTo>
                    <a:pt x="963" y="2009"/>
                  </a:lnTo>
                  <a:lnTo>
                    <a:pt x="1005" y="2009"/>
                  </a:lnTo>
                  <a:lnTo>
                    <a:pt x="1172" y="1905"/>
                  </a:lnTo>
                  <a:lnTo>
                    <a:pt x="1151" y="1988"/>
                  </a:lnTo>
                  <a:lnTo>
                    <a:pt x="1047" y="2030"/>
                  </a:lnTo>
                  <a:lnTo>
                    <a:pt x="984" y="2135"/>
                  </a:lnTo>
                  <a:lnTo>
                    <a:pt x="1068" y="2177"/>
                  </a:lnTo>
                  <a:lnTo>
                    <a:pt x="1214" y="2051"/>
                  </a:lnTo>
                  <a:lnTo>
                    <a:pt x="1360" y="2114"/>
                  </a:lnTo>
                  <a:lnTo>
                    <a:pt x="1381" y="2156"/>
                  </a:lnTo>
                  <a:lnTo>
                    <a:pt x="1298" y="2114"/>
                  </a:lnTo>
                  <a:lnTo>
                    <a:pt x="1193" y="2156"/>
                  </a:lnTo>
                  <a:lnTo>
                    <a:pt x="1109" y="2240"/>
                  </a:lnTo>
                  <a:lnTo>
                    <a:pt x="984" y="2240"/>
                  </a:lnTo>
                  <a:lnTo>
                    <a:pt x="984" y="2323"/>
                  </a:lnTo>
                  <a:lnTo>
                    <a:pt x="942" y="2365"/>
                  </a:lnTo>
                  <a:lnTo>
                    <a:pt x="879" y="2365"/>
                  </a:lnTo>
                  <a:lnTo>
                    <a:pt x="796" y="2407"/>
                  </a:lnTo>
                  <a:lnTo>
                    <a:pt x="775" y="2344"/>
                  </a:lnTo>
                  <a:lnTo>
                    <a:pt x="670" y="2261"/>
                  </a:lnTo>
                  <a:lnTo>
                    <a:pt x="670" y="2323"/>
                  </a:lnTo>
                  <a:lnTo>
                    <a:pt x="628" y="2323"/>
                  </a:lnTo>
                  <a:lnTo>
                    <a:pt x="649" y="2449"/>
                  </a:lnTo>
                  <a:lnTo>
                    <a:pt x="691" y="2470"/>
                  </a:lnTo>
                  <a:lnTo>
                    <a:pt x="670" y="2512"/>
                  </a:lnTo>
                  <a:lnTo>
                    <a:pt x="649" y="2700"/>
                  </a:lnTo>
                  <a:lnTo>
                    <a:pt x="775" y="2679"/>
                  </a:lnTo>
                  <a:lnTo>
                    <a:pt x="837" y="2658"/>
                  </a:lnTo>
                  <a:lnTo>
                    <a:pt x="900" y="2700"/>
                  </a:lnTo>
                  <a:lnTo>
                    <a:pt x="1088" y="2742"/>
                  </a:lnTo>
                  <a:lnTo>
                    <a:pt x="1214" y="2637"/>
                  </a:lnTo>
                  <a:lnTo>
                    <a:pt x="1360" y="2679"/>
                  </a:lnTo>
                  <a:lnTo>
                    <a:pt x="1423" y="2637"/>
                  </a:lnTo>
                  <a:lnTo>
                    <a:pt x="1465" y="2679"/>
                  </a:lnTo>
                  <a:lnTo>
                    <a:pt x="1528" y="2700"/>
                  </a:lnTo>
                  <a:lnTo>
                    <a:pt x="1632" y="2679"/>
                  </a:lnTo>
                  <a:lnTo>
                    <a:pt x="1632" y="2784"/>
                  </a:lnTo>
                  <a:lnTo>
                    <a:pt x="1779" y="2930"/>
                  </a:lnTo>
                  <a:lnTo>
                    <a:pt x="1842" y="2972"/>
                  </a:lnTo>
                  <a:lnTo>
                    <a:pt x="1946" y="2888"/>
                  </a:lnTo>
                  <a:lnTo>
                    <a:pt x="2051" y="2888"/>
                  </a:lnTo>
                  <a:lnTo>
                    <a:pt x="2239" y="3077"/>
                  </a:lnTo>
                  <a:lnTo>
                    <a:pt x="2469" y="3077"/>
                  </a:lnTo>
                  <a:lnTo>
                    <a:pt x="2574" y="3097"/>
                  </a:lnTo>
                  <a:lnTo>
                    <a:pt x="2741" y="3056"/>
                  </a:lnTo>
                  <a:lnTo>
                    <a:pt x="2721" y="2951"/>
                  </a:lnTo>
                  <a:lnTo>
                    <a:pt x="2741" y="2867"/>
                  </a:lnTo>
                  <a:lnTo>
                    <a:pt x="2762" y="2951"/>
                  </a:lnTo>
                  <a:lnTo>
                    <a:pt x="2888" y="2972"/>
                  </a:lnTo>
                  <a:lnTo>
                    <a:pt x="3034" y="2867"/>
                  </a:lnTo>
                  <a:lnTo>
                    <a:pt x="3034" y="2700"/>
                  </a:lnTo>
                  <a:lnTo>
                    <a:pt x="3181" y="2700"/>
                  </a:lnTo>
                  <a:lnTo>
                    <a:pt x="3139" y="2763"/>
                  </a:lnTo>
                  <a:lnTo>
                    <a:pt x="3181" y="2846"/>
                  </a:lnTo>
                  <a:lnTo>
                    <a:pt x="3202" y="2763"/>
                  </a:lnTo>
                  <a:lnTo>
                    <a:pt x="3306" y="2763"/>
                  </a:lnTo>
                  <a:lnTo>
                    <a:pt x="3411" y="2637"/>
                  </a:lnTo>
                  <a:lnTo>
                    <a:pt x="3474" y="2658"/>
                  </a:lnTo>
                  <a:lnTo>
                    <a:pt x="3495" y="2637"/>
                  </a:lnTo>
                  <a:lnTo>
                    <a:pt x="3599" y="2658"/>
                  </a:lnTo>
                  <a:lnTo>
                    <a:pt x="3599" y="2679"/>
                  </a:lnTo>
                  <a:lnTo>
                    <a:pt x="3662" y="2658"/>
                  </a:lnTo>
                  <a:lnTo>
                    <a:pt x="3892" y="2449"/>
                  </a:lnTo>
                  <a:lnTo>
                    <a:pt x="3976" y="2323"/>
                  </a:lnTo>
                  <a:lnTo>
                    <a:pt x="4248" y="2261"/>
                  </a:lnTo>
                  <a:lnTo>
                    <a:pt x="4332" y="2177"/>
                  </a:lnTo>
                  <a:lnTo>
                    <a:pt x="4290" y="2135"/>
                  </a:lnTo>
                  <a:lnTo>
                    <a:pt x="4311" y="2051"/>
                  </a:lnTo>
                  <a:lnTo>
                    <a:pt x="4353" y="2051"/>
                  </a:lnTo>
                  <a:lnTo>
                    <a:pt x="4394" y="2156"/>
                  </a:lnTo>
                  <a:lnTo>
                    <a:pt x="4541" y="2177"/>
                  </a:lnTo>
                  <a:lnTo>
                    <a:pt x="4625" y="2114"/>
                  </a:lnTo>
                  <a:lnTo>
                    <a:pt x="4625" y="2030"/>
                  </a:lnTo>
                  <a:lnTo>
                    <a:pt x="4604" y="2009"/>
                  </a:lnTo>
                  <a:lnTo>
                    <a:pt x="4604" y="1926"/>
                  </a:lnTo>
                  <a:lnTo>
                    <a:pt x="4666" y="1905"/>
                  </a:lnTo>
                  <a:lnTo>
                    <a:pt x="4625" y="1779"/>
                  </a:lnTo>
                  <a:lnTo>
                    <a:pt x="4666" y="1716"/>
                  </a:lnTo>
                  <a:lnTo>
                    <a:pt x="4771" y="1779"/>
                  </a:lnTo>
                  <a:lnTo>
                    <a:pt x="4771" y="1884"/>
                  </a:lnTo>
                  <a:lnTo>
                    <a:pt x="4876" y="1842"/>
                  </a:lnTo>
                  <a:lnTo>
                    <a:pt x="4938" y="1716"/>
                  </a:lnTo>
                  <a:lnTo>
                    <a:pt x="4917" y="1612"/>
                  </a:lnTo>
                  <a:lnTo>
                    <a:pt x="4813" y="1507"/>
                  </a:lnTo>
                  <a:lnTo>
                    <a:pt x="4813" y="1403"/>
                  </a:lnTo>
                  <a:lnTo>
                    <a:pt x="4855" y="1361"/>
                  </a:lnTo>
                  <a:lnTo>
                    <a:pt x="4855" y="1256"/>
                  </a:lnTo>
                  <a:lnTo>
                    <a:pt x="4959" y="1193"/>
                  </a:lnTo>
                  <a:lnTo>
                    <a:pt x="5043" y="1193"/>
                  </a:lnTo>
                  <a:lnTo>
                    <a:pt x="5085" y="1110"/>
                  </a:lnTo>
                  <a:lnTo>
                    <a:pt x="5022" y="1005"/>
                  </a:lnTo>
                  <a:lnTo>
                    <a:pt x="4771" y="984"/>
                  </a:lnTo>
                  <a:lnTo>
                    <a:pt x="4708" y="1068"/>
                  </a:lnTo>
                  <a:lnTo>
                    <a:pt x="4750" y="963"/>
                  </a:lnTo>
                  <a:lnTo>
                    <a:pt x="4750" y="859"/>
                  </a:lnTo>
                  <a:lnTo>
                    <a:pt x="4625" y="859"/>
                  </a:lnTo>
                  <a:lnTo>
                    <a:pt x="4604" y="880"/>
                  </a:lnTo>
                  <a:lnTo>
                    <a:pt x="4541" y="775"/>
                  </a:lnTo>
                  <a:lnTo>
                    <a:pt x="4625" y="670"/>
                  </a:lnTo>
                  <a:lnTo>
                    <a:pt x="4708" y="649"/>
                  </a:lnTo>
                  <a:lnTo>
                    <a:pt x="4708" y="482"/>
                  </a:lnTo>
                  <a:lnTo>
                    <a:pt x="4645" y="461"/>
                  </a:lnTo>
                  <a:lnTo>
                    <a:pt x="4562" y="545"/>
                  </a:lnTo>
                  <a:lnTo>
                    <a:pt x="4457" y="482"/>
                  </a:lnTo>
                  <a:lnTo>
                    <a:pt x="4415" y="377"/>
                  </a:lnTo>
                  <a:lnTo>
                    <a:pt x="4520" y="336"/>
                  </a:lnTo>
                  <a:lnTo>
                    <a:pt x="4541" y="252"/>
                  </a:lnTo>
                  <a:lnTo>
                    <a:pt x="4604" y="210"/>
                  </a:lnTo>
                  <a:lnTo>
                    <a:pt x="4708" y="168"/>
                  </a:lnTo>
                  <a:lnTo>
                    <a:pt x="4562" y="126"/>
                  </a:lnTo>
                  <a:lnTo>
                    <a:pt x="4499" y="147"/>
                  </a:lnTo>
                  <a:lnTo>
                    <a:pt x="4311" y="336"/>
                  </a:lnTo>
                  <a:lnTo>
                    <a:pt x="4290" y="419"/>
                  </a:lnTo>
                  <a:lnTo>
                    <a:pt x="4206" y="440"/>
                  </a:lnTo>
                  <a:lnTo>
                    <a:pt x="4122" y="315"/>
                  </a:lnTo>
                  <a:lnTo>
                    <a:pt x="4185" y="252"/>
                  </a:lnTo>
                  <a:lnTo>
                    <a:pt x="4122" y="210"/>
                  </a:lnTo>
                  <a:lnTo>
                    <a:pt x="4101" y="84"/>
                  </a:lnTo>
                  <a:lnTo>
                    <a:pt x="3997" y="64"/>
                  </a:lnTo>
                  <a:lnTo>
                    <a:pt x="3913" y="126"/>
                  </a:lnTo>
                  <a:lnTo>
                    <a:pt x="3829" y="84"/>
                  </a:lnTo>
                  <a:lnTo>
                    <a:pt x="3788" y="168"/>
                  </a:lnTo>
                  <a:lnTo>
                    <a:pt x="3829" y="315"/>
                  </a:lnTo>
                  <a:lnTo>
                    <a:pt x="3788" y="377"/>
                  </a:lnTo>
                  <a:lnTo>
                    <a:pt x="3683" y="377"/>
                  </a:lnTo>
                  <a:lnTo>
                    <a:pt x="3578" y="440"/>
                  </a:lnTo>
                  <a:lnTo>
                    <a:pt x="3557" y="336"/>
                  </a:lnTo>
                  <a:lnTo>
                    <a:pt x="3495" y="315"/>
                  </a:lnTo>
                  <a:lnTo>
                    <a:pt x="3453" y="377"/>
                  </a:lnTo>
                  <a:lnTo>
                    <a:pt x="3369" y="545"/>
                  </a:lnTo>
                  <a:lnTo>
                    <a:pt x="3265" y="545"/>
                  </a:lnTo>
                  <a:lnTo>
                    <a:pt x="3160" y="356"/>
                  </a:lnTo>
                  <a:lnTo>
                    <a:pt x="3076" y="356"/>
                  </a:lnTo>
                  <a:lnTo>
                    <a:pt x="3034" y="336"/>
                  </a:lnTo>
                  <a:lnTo>
                    <a:pt x="2951" y="356"/>
                  </a:lnTo>
                  <a:lnTo>
                    <a:pt x="2888" y="545"/>
                  </a:lnTo>
                  <a:lnTo>
                    <a:pt x="2993" y="754"/>
                  </a:lnTo>
                  <a:lnTo>
                    <a:pt x="2888" y="1047"/>
                  </a:lnTo>
                  <a:lnTo>
                    <a:pt x="2930" y="775"/>
                  </a:lnTo>
                  <a:lnTo>
                    <a:pt x="2825" y="608"/>
                  </a:lnTo>
                  <a:lnTo>
                    <a:pt x="2825" y="524"/>
                  </a:lnTo>
                  <a:lnTo>
                    <a:pt x="2762" y="482"/>
                  </a:lnTo>
                  <a:lnTo>
                    <a:pt x="2783" y="356"/>
                  </a:lnTo>
                  <a:lnTo>
                    <a:pt x="2658" y="273"/>
                  </a:lnTo>
                  <a:lnTo>
                    <a:pt x="2448" y="440"/>
                  </a:lnTo>
                  <a:lnTo>
                    <a:pt x="2428" y="566"/>
                  </a:lnTo>
                  <a:lnTo>
                    <a:pt x="2448" y="649"/>
                  </a:lnTo>
                  <a:lnTo>
                    <a:pt x="2344" y="796"/>
                  </a:lnTo>
                  <a:lnTo>
                    <a:pt x="2260" y="796"/>
                  </a:lnTo>
                  <a:lnTo>
                    <a:pt x="2260" y="649"/>
                  </a:lnTo>
                  <a:lnTo>
                    <a:pt x="2156" y="587"/>
                  </a:lnTo>
                  <a:lnTo>
                    <a:pt x="2156" y="356"/>
                  </a:lnTo>
                  <a:lnTo>
                    <a:pt x="2093" y="315"/>
                  </a:lnTo>
                  <a:lnTo>
                    <a:pt x="1925" y="440"/>
                  </a:lnTo>
                  <a:lnTo>
                    <a:pt x="1946" y="691"/>
                  </a:lnTo>
                  <a:lnTo>
                    <a:pt x="2009" y="775"/>
                  </a:lnTo>
                  <a:lnTo>
                    <a:pt x="2009" y="963"/>
                  </a:lnTo>
                  <a:lnTo>
                    <a:pt x="1925" y="1047"/>
                  </a:lnTo>
                  <a:lnTo>
                    <a:pt x="1842" y="1047"/>
                  </a:lnTo>
                  <a:lnTo>
                    <a:pt x="1821" y="900"/>
                  </a:lnTo>
                  <a:lnTo>
                    <a:pt x="1716" y="963"/>
                  </a:lnTo>
                  <a:lnTo>
                    <a:pt x="1674" y="1110"/>
                  </a:lnTo>
                  <a:lnTo>
                    <a:pt x="1612" y="1131"/>
                  </a:lnTo>
                  <a:lnTo>
                    <a:pt x="1591" y="1319"/>
                  </a:lnTo>
                  <a:lnTo>
                    <a:pt x="1507" y="1131"/>
                  </a:lnTo>
                  <a:lnTo>
                    <a:pt x="1423" y="1131"/>
                  </a:lnTo>
                  <a:lnTo>
                    <a:pt x="1465" y="1068"/>
                  </a:lnTo>
                  <a:lnTo>
                    <a:pt x="1528" y="963"/>
                  </a:lnTo>
                  <a:lnTo>
                    <a:pt x="1528" y="859"/>
                  </a:lnTo>
                  <a:lnTo>
                    <a:pt x="1402" y="859"/>
                  </a:lnTo>
                  <a:lnTo>
                    <a:pt x="1465" y="775"/>
                  </a:lnTo>
                  <a:lnTo>
                    <a:pt x="1402" y="649"/>
                  </a:lnTo>
                  <a:lnTo>
                    <a:pt x="1486" y="691"/>
                  </a:lnTo>
                  <a:lnTo>
                    <a:pt x="1570" y="608"/>
                  </a:lnTo>
                  <a:lnTo>
                    <a:pt x="1528" y="545"/>
                  </a:lnTo>
                  <a:lnTo>
                    <a:pt x="1423" y="482"/>
                  </a:lnTo>
                  <a:lnTo>
                    <a:pt x="1528" y="440"/>
                  </a:lnTo>
                  <a:lnTo>
                    <a:pt x="1465" y="336"/>
                  </a:lnTo>
                  <a:lnTo>
                    <a:pt x="1381" y="377"/>
                  </a:lnTo>
                  <a:lnTo>
                    <a:pt x="1319" y="315"/>
                  </a:lnTo>
                  <a:lnTo>
                    <a:pt x="1193" y="231"/>
                  </a:lnTo>
                  <a:lnTo>
                    <a:pt x="1193" y="126"/>
                  </a:lnTo>
                  <a:lnTo>
                    <a:pt x="1109" y="22"/>
                  </a:lnTo>
                  <a:lnTo>
                    <a:pt x="1005" y="43"/>
                  </a:lnTo>
                  <a:lnTo>
                    <a:pt x="900" y="1"/>
                  </a:lnTo>
                  <a:close/>
                </a:path>
              </a:pathLst>
            </a:custGeom>
            <a:solidFill>
              <a:srgbClr val="5F7D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000" name="Google Shape;6000;p36"/>
            <p:cNvSpPr/>
            <p:nvPr/>
          </p:nvSpPr>
          <p:spPr>
            <a:xfrm>
              <a:off x="4188328" y="2704412"/>
              <a:ext cx="421823" cy="300791"/>
            </a:xfrm>
            <a:custGeom>
              <a:rect b="b" l="l" r="r" t="t"/>
              <a:pathLst>
                <a:path extrusionOk="0" h="26449" w="35425">
                  <a:moveTo>
                    <a:pt x="27390" y="1"/>
                  </a:moveTo>
                  <a:lnTo>
                    <a:pt x="27369" y="21"/>
                  </a:lnTo>
                  <a:lnTo>
                    <a:pt x="27180" y="42"/>
                  </a:lnTo>
                  <a:lnTo>
                    <a:pt x="27139" y="126"/>
                  </a:lnTo>
                  <a:lnTo>
                    <a:pt x="27097" y="126"/>
                  </a:lnTo>
                  <a:lnTo>
                    <a:pt x="27055" y="189"/>
                  </a:lnTo>
                  <a:lnTo>
                    <a:pt x="26867" y="189"/>
                  </a:lnTo>
                  <a:lnTo>
                    <a:pt x="26741" y="147"/>
                  </a:lnTo>
                  <a:lnTo>
                    <a:pt x="26678" y="231"/>
                  </a:lnTo>
                  <a:lnTo>
                    <a:pt x="26574" y="231"/>
                  </a:lnTo>
                  <a:lnTo>
                    <a:pt x="26532" y="335"/>
                  </a:lnTo>
                  <a:lnTo>
                    <a:pt x="26448" y="356"/>
                  </a:lnTo>
                  <a:lnTo>
                    <a:pt x="26344" y="356"/>
                  </a:lnTo>
                  <a:lnTo>
                    <a:pt x="26260" y="398"/>
                  </a:lnTo>
                  <a:lnTo>
                    <a:pt x="26176" y="419"/>
                  </a:lnTo>
                  <a:lnTo>
                    <a:pt x="26051" y="419"/>
                  </a:lnTo>
                  <a:lnTo>
                    <a:pt x="25967" y="461"/>
                  </a:lnTo>
                  <a:lnTo>
                    <a:pt x="25967" y="545"/>
                  </a:lnTo>
                  <a:lnTo>
                    <a:pt x="25904" y="649"/>
                  </a:lnTo>
                  <a:lnTo>
                    <a:pt x="25862" y="754"/>
                  </a:lnTo>
                  <a:lnTo>
                    <a:pt x="25820" y="817"/>
                  </a:lnTo>
                  <a:lnTo>
                    <a:pt x="25820" y="858"/>
                  </a:lnTo>
                  <a:lnTo>
                    <a:pt x="25800" y="921"/>
                  </a:lnTo>
                  <a:lnTo>
                    <a:pt x="25800" y="1068"/>
                  </a:lnTo>
                  <a:lnTo>
                    <a:pt x="25820" y="1089"/>
                  </a:lnTo>
                  <a:lnTo>
                    <a:pt x="25862" y="1130"/>
                  </a:lnTo>
                  <a:lnTo>
                    <a:pt x="26009" y="1047"/>
                  </a:lnTo>
                  <a:lnTo>
                    <a:pt x="26072" y="984"/>
                  </a:lnTo>
                  <a:lnTo>
                    <a:pt x="26155" y="1005"/>
                  </a:lnTo>
                  <a:lnTo>
                    <a:pt x="26239" y="1151"/>
                  </a:lnTo>
                  <a:lnTo>
                    <a:pt x="26281" y="1256"/>
                  </a:lnTo>
                  <a:lnTo>
                    <a:pt x="26364" y="1340"/>
                  </a:lnTo>
                  <a:lnTo>
                    <a:pt x="26364" y="1402"/>
                  </a:lnTo>
                  <a:lnTo>
                    <a:pt x="26385" y="1486"/>
                  </a:lnTo>
                  <a:lnTo>
                    <a:pt x="26385" y="1612"/>
                  </a:lnTo>
                  <a:lnTo>
                    <a:pt x="26323" y="1674"/>
                  </a:lnTo>
                  <a:lnTo>
                    <a:pt x="26239" y="1779"/>
                  </a:lnTo>
                  <a:lnTo>
                    <a:pt x="26218" y="1926"/>
                  </a:lnTo>
                  <a:lnTo>
                    <a:pt x="26134" y="1988"/>
                  </a:lnTo>
                  <a:lnTo>
                    <a:pt x="26072" y="2093"/>
                  </a:lnTo>
                  <a:lnTo>
                    <a:pt x="26051" y="2198"/>
                  </a:lnTo>
                  <a:lnTo>
                    <a:pt x="26134" y="2281"/>
                  </a:lnTo>
                  <a:lnTo>
                    <a:pt x="26092" y="2344"/>
                  </a:lnTo>
                  <a:lnTo>
                    <a:pt x="26134" y="2490"/>
                  </a:lnTo>
                  <a:lnTo>
                    <a:pt x="26176" y="2532"/>
                  </a:lnTo>
                  <a:lnTo>
                    <a:pt x="26176" y="2658"/>
                  </a:lnTo>
                  <a:lnTo>
                    <a:pt x="26092" y="2700"/>
                  </a:lnTo>
                  <a:lnTo>
                    <a:pt x="26072" y="2742"/>
                  </a:lnTo>
                  <a:lnTo>
                    <a:pt x="26134" y="2846"/>
                  </a:lnTo>
                  <a:lnTo>
                    <a:pt x="26134" y="3034"/>
                  </a:lnTo>
                  <a:lnTo>
                    <a:pt x="26092" y="3076"/>
                  </a:lnTo>
                  <a:lnTo>
                    <a:pt x="26092" y="3244"/>
                  </a:lnTo>
                  <a:lnTo>
                    <a:pt x="26155" y="3244"/>
                  </a:lnTo>
                  <a:lnTo>
                    <a:pt x="26218" y="3265"/>
                  </a:lnTo>
                  <a:lnTo>
                    <a:pt x="26260" y="3244"/>
                  </a:lnTo>
                  <a:lnTo>
                    <a:pt x="26281" y="3265"/>
                  </a:lnTo>
                  <a:lnTo>
                    <a:pt x="26323" y="3390"/>
                  </a:lnTo>
                  <a:lnTo>
                    <a:pt x="26281" y="3495"/>
                  </a:lnTo>
                  <a:lnTo>
                    <a:pt x="26218" y="3578"/>
                  </a:lnTo>
                  <a:lnTo>
                    <a:pt x="26009" y="3620"/>
                  </a:lnTo>
                  <a:lnTo>
                    <a:pt x="25862" y="3704"/>
                  </a:lnTo>
                  <a:lnTo>
                    <a:pt x="25569" y="3976"/>
                  </a:lnTo>
                  <a:lnTo>
                    <a:pt x="25527" y="3997"/>
                  </a:lnTo>
                  <a:lnTo>
                    <a:pt x="25444" y="3913"/>
                  </a:lnTo>
                  <a:lnTo>
                    <a:pt x="25276" y="3892"/>
                  </a:lnTo>
                  <a:lnTo>
                    <a:pt x="25172" y="3913"/>
                  </a:lnTo>
                  <a:lnTo>
                    <a:pt x="25130" y="3871"/>
                  </a:lnTo>
                  <a:lnTo>
                    <a:pt x="25004" y="3871"/>
                  </a:lnTo>
                  <a:lnTo>
                    <a:pt x="25004" y="3892"/>
                  </a:lnTo>
                  <a:lnTo>
                    <a:pt x="24879" y="4792"/>
                  </a:lnTo>
                  <a:lnTo>
                    <a:pt x="24900" y="4959"/>
                  </a:lnTo>
                  <a:lnTo>
                    <a:pt x="24858" y="5148"/>
                  </a:lnTo>
                  <a:lnTo>
                    <a:pt x="24879" y="5252"/>
                  </a:lnTo>
                  <a:lnTo>
                    <a:pt x="24795" y="5524"/>
                  </a:lnTo>
                  <a:lnTo>
                    <a:pt x="24900" y="5692"/>
                  </a:lnTo>
                  <a:lnTo>
                    <a:pt x="25172" y="5838"/>
                  </a:lnTo>
                  <a:lnTo>
                    <a:pt x="25339" y="5671"/>
                  </a:lnTo>
                  <a:lnTo>
                    <a:pt x="25569" y="5671"/>
                  </a:lnTo>
                  <a:lnTo>
                    <a:pt x="25841" y="5734"/>
                  </a:lnTo>
                  <a:lnTo>
                    <a:pt x="25946" y="5838"/>
                  </a:lnTo>
                  <a:lnTo>
                    <a:pt x="26072" y="5629"/>
                  </a:lnTo>
                  <a:lnTo>
                    <a:pt x="26072" y="5483"/>
                  </a:lnTo>
                  <a:lnTo>
                    <a:pt x="26072" y="5378"/>
                  </a:lnTo>
                  <a:lnTo>
                    <a:pt x="26239" y="5336"/>
                  </a:lnTo>
                  <a:lnTo>
                    <a:pt x="26281" y="5273"/>
                  </a:lnTo>
                  <a:lnTo>
                    <a:pt x="26553" y="5357"/>
                  </a:lnTo>
                  <a:lnTo>
                    <a:pt x="26699" y="5545"/>
                  </a:lnTo>
                  <a:lnTo>
                    <a:pt x="26908" y="5734"/>
                  </a:lnTo>
                  <a:lnTo>
                    <a:pt x="27076" y="5943"/>
                  </a:lnTo>
                  <a:lnTo>
                    <a:pt x="27285" y="6089"/>
                  </a:lnTo>
                  <a:lnTo>
                    <a:pt x="27306" y="6194"/>
                  </a:lnTo>
                  <a:lnTo>
                    <a:pt x="27327" y="6278"/>
                  </a:lnTo>
                  <a:lnTo>
                    <a:pt x="27327" y="6382"/>
                  </a:lnTo>
                  <a:lnTo>
                    <a:pt x="27285" y="6424"/>
                  </a:lnTo>
                  <a:lnTo>
                    <a:pt x="27285" y="6508"/>
                  </a:lnTo>
                  <a:lnTo>
                    <a:pt x="27264" y="6591"/>
                  </a:lnTo>
                  <a:lnTo>
                    <a:pt x="27139" y="6571"/>
                  </a:lnTo>
                  <a:lnTo>
                    <a:pt x="27097" y="6508"/>
                  </a:lnTo>
                  <a:lnTo>
                    <a:pt x="26992" y="6529"/>
                  </a:lnTo>
                  <a:lnTo>
                    <a:pt x="26908" y="6591"/>
                  </a:lnTo>
                  <a:lnTo>
                    <a:pt x="26762" y="6508"/>
                  </a:lnTo>
                  <a:lnTo>
                    <a:pt x="26657" y="6529"/>
                  </a:lnTo>
                  <a:lnTo>
                    <a:pt x="26553" y="6675"/>
                  </a:lnTo>
                  <a:lnTo>
                    <a:pt x="26385" y="6801"/>
                  </a:lnTo>
                  <a:lnTo>
                    <a:pt x="26323" y="6843"/>
                  </a:lnTo>
                  <a:lnTo>
                    <a:pt x="26218" y="6780"/>
                  </a:lnTo>
                  <a:lnTo>
                    <a:pt x="26155" y="6801"/>
                  </a:lnTo>
                  <a:lnTo>
                    <a:pt x="26155" y="6905"/>
                  </a:lnTo>
                  <a:lnTo>
                    <a:pt x="26092" y="6947"/>
                  </a:lnTo>
                  <a:lnTo>
                    <a:pt x="26030" y="6989"/>
                  </a:lnTo>
                  <a:lnTo>
                    <a:pt x="25967" y="6947"/>
                  </a:lnTo>
                  <a:lnTo>
                    <a:pt x="25925" y="7031"/>
                  </a:lnTo>
                  <a:lnTo>
                    <a:pt x="25820" y="7198"/>
                  </a:lnTo>
                  <a:lnTo>
                    <a:pt x="25800" y="7366"/>
                  </a:lnTo>
                  <a:lnTo>
                    <a:pt x="25800" y="7470"/>
                  </a:lnTo>
                  <a:lnTo>
                    <a:pt x="25737" y="7554"/>
                  </a:lnTo>
                  <a:lnTo>
                    <a:pt x="25611" y="7575"/>
                  </a:lnTo>
                  <a:lnTo>
                    <a:pt x="25381" y="7763"/>
                  </a:lnTo>
                  <a:lnTo>
                    <a:pt x="25214" y="7763"/>
                  </a:lnTo>
                  <a:lnTo>
                    <a:pt x="25088" y="7742"/>
                  </a:lnTo>
                  <a:lnTo>
                    <a:pt x="25004" y="7784"/>
                  </a:lnTo>
                  <a:lnTo>
                    <a:pt x="24900" y="7993"/>
                  </a:lnTo>
                  <a:lnTo>
                    <a:pt x="24795" y="8077"/>
                  </a:lnTo>
                  <a:lnTo>
                    <a:pt x="24670" y="8182"/>
                  </a:lnTo>
                  <a:lnTo>
                    <a:pt x="24586" y="8265"/>
                  </a:lnTo>
                  <a:lnTo>
                    <a:pt x="24565" y="8370"/>
                  </a:lnTo>
                  <a:lnTo>
                    <a:pt x="24502" y="8370"/>
                  </a:lnTo>
                  <a:lnTo>
                    <a:pt x="24377" y="8307"/>
                  </a:lnTo>
                  <a:lnTo>
                    <a:pt x="24251" y="8286"/>
                  </a:lnTo>
                  <a:lnTo>
                    <a:pt x="24063" y="8203"/>
                  </a:lnTo>
                  <a:lnTo>
                    <a:pt x="23937" y="8140"/>
                  </a:lnTo>
                  <a:lnTo>
                    <a:pt x="23770" y="8098"/>
                  </a:lnTo>
                  <a:lnTo>
                    <a:pt x="23561" y="8161"/>
                  </a:lnTo>
                  <a:lnTo>
                    <a:pt x="23435" y="8265"/>
                  </a:lnTo>
                  <a:lnTo>
                    <a:pt x="23331" y="8391"/>
                  </a:lnTo>
                  <a:lnTo>
                    <a:pt x="23331" y="8621"/>
                  </a:lnTo>
                  <a:lnTo>
                    <a:pt x="23351" y="8768"/>
                  </a:lnTo>
                  <a:lnTo>
                    <a:pt x="23331" y="8830"/>
                  </a:lnTo>
                  <a:lnTo>
                    <a:pt x="23603" y="9019"/>
                  </a:lnTo>
                  <a:lnTo>
                    <a:pt x="23833" y="9144"/>
                  </a:lnTo>
                  <a:lnTo>
                    <a:pt x="23833" y="9228"/>
                  </a:lnTo>
                  <a:lnTo>
                    <a:pt x="23770" y="9332"/>
                  </a:lnTo>
                  <a:lnTo>
                    <a:pt x="23707" y="9437"/>
                  </a:lnTo>
                  <a:lnTo>
                    <a:pt x="23435" y="9730"/>
                  </a:lnTo>
                  <a:lnTo>
                    <a:pt x="23310" y="9960"/>
                  </a:lnTo>
                  <a:lnTo>
                    <a:pt x="23226" y="10169"/>
                  </a:lnTo>
                  <a:lnTo>
                    <a:pt x="23121" y="10169"/>
                  </a:lnTo>
                  <a:lnTo>
                    <a:pt x="22933" y="10232"/>
                  </a:lnTo>
                  <a:lnTo>
                    <a:pt x="22807" y="10232"/>
                  </a:lnTo>
                  <a:lnTo>
                    <a:pt x="22661" y="10337"/>
                  </a:lnTo>
                  <a:lnTo>
                    <a:pt x="22494" y="10462"/>
                  </a:lnTo>
                  <a:lnTo>
                    <a:pt x="22347" y="10462"/>
                  </a:lnTo>
                  <a:lnTo>
                    <a:pt x="22096" y="10483"/>
                  </a:lnTo>
                  <a:lnTo>
                    <a:pt x="21908" y="10546"/>
                  </a:lnTo>
                  <a:lnTo>
                    <a:pt x="21740" y="10588"/>
                  </a:lnTo>
                  <a:lnTo>
                    <a:pt x="21322" y="10755"/>
                  </a:lnTo>
                  <a:lnTo>
                    <a:pt x="21008" y="10860"/>
                  </a:lnTo>
                  <a:lnTo>
                    <a:pt x="20841" y="11027"/>
                  </a:lnTo>
                  <a:lnTo>
                    <a:pt x="20590" y="11216"/>
                  </a:lnTo>
                  <a:lnTo>
                    <a:pt x="20485" y="11320"/>
                  </a:lnTo>
                  <a:lnTo>
                    <a:pt x="20338" y="11320"/>
                  </a:lnTo>
                  <a:lnTo>
                    <a:pt x="20192" y="11278"/>
                  </a:lnTo>
                  <a:lnTo>
                    <a:pt x="20192" y="11216"/>
                  </a:lnTo>
                  <a:lnTo>
                    <a:pt x="20171" y="11111"/>
                  </a:lnTo>
                  <a:lnTo>
                    <a:pt x="19899" y="11195"/>
                  </a:lnTo>
                  <a:lnTo>
                    <a:pt x="19732" y="11216"/>
                  </a:lnTo>
                  <a:lnTo>
                    <a:pt x="19522" y="11111"/>
                  </a:lnTo>
                  <a:lnTo>
                    <a:pt x="19355" y="11090"/>
                  </a:lnTo>
                  <a:lnTo>
                    <a:pt x="18999" y="10965"/>
                  </a:lnTo>
                  <a:lnTo>
                    <a:pt x="18623" y="10797"/>
                  </a:lnTo>
                  <a:lnTo>
                    <a:pt x="18413" y="10609"/>
                  </a:lnTo>
                  <a:lnTo>
                    <a:pt x="18288" y="10588"/>
                  </a:lnTo>
                  <a:lnTo>
                    <a:pt x="17869" y="10567"/>
                  </a:lnTo>
                  <a:lnTo>
                    <a:pt x="17493" y="10567"/>
                  </a:lnTo>
                  <a:lnTo>
                    <a:pt x="17430" y="10546"/>
                  </a:lnTo>
                  <a:lnTo>
                    <a:pt x="17367" y="10588"/>
                  </a:lnTo>
                  <a:lnTo>
                    <a:pt x="17325" y="10651"/>
                  </a:lnTo>
                  <a:lnTo>
                    <a:pt x="17137" y="10713"/>
                  </a:lnTo>
                  <a:lnTo>
                    <a:pt x="16865" y="10755"/>
                  </a:lnTo>
                  <a:lnTo>
                    <a:pt x="16384" y="10693"/>
                  </a:lnTo>
                  <a:lnTo>
                    <a:pt x="16028" y="10713"/>
                  </a:lnTo>
                  <a:lnTo>
                    <a:pt x="15777" y="10693"/>
                  </a:lnTo>
                  <a:lnTo>
                    <a:pt x="15547" y="10713"/>
                  </a:lnTo>
                  <a:lnTo>
                    <a:pt x="15442" y="10755"/>
                  </a:lnTo>
                  <a:lnTo>
                    <a:pt x="15338" y="10713"/>
                  </a:lnTo>
                  <a:lnTo>
                    <a:pt x="15191" y="10462"/>
                  </a:lnTo>
                  <a:lnTo>
                    <a:pt x="15149" y="10337"/>
                  </a:lnTo>
                  <a:lnTo>
                    <a:pt x="15024" y="10169"/>
                  </a:lnTo>
                  <a:lnTo>
                    <a:pt x="14919" y="10044"/>
                  </a:lnTo>
                  <a:lnTo>
                    <a:pt x="14856" y="9877"/>
                  </a:lnTo>
                  <a:lnTo>
                    <a:pt x="14856" y="9814"/>
                  </a:lnTo>
                  <a:lnTo>
                    <a:pt x="14752" y="9709"/>
                  </a:lnTo>
                  <a:lnTo>
                    <a:pt x="14668" y="9667"/>
                  </a:lnTo>
                  <a:lnTo>
                    <a:pt x="14626" y="9667"/>
                  </a:lnTo>
                  <a:lnTo>
                    <a:pt x="14584" y="9604"/>
                  </a:lnTo>
                  <a:lnTo>
                    <a:pt x="14564" y="9500"/>
                  </a:lnTo>
                  <a:lnTo>
                    <a:pt x="14333" y="9500"/>
                  </a:lnTo>
                  <a:lnTo>
                    <a:pt x="14187" y="9416"/>
                  </a:lnTo>
                  <a:lnTo>
                    <a:pt x="13978" y="9249"/>
                  </a:lnTo>
                  <a:lnTo>
                    <a:pt x="13873" y="9249"/>
                  </a:lnTo>
                  <a:lnTo>
                    <a:pt x="13768" y="9228"/>
                  </a:lnTo>
                  <a:lnTo>
                    <a:pt x="13706" y="9186"/>
                  </a:lnTo>
                  <a:lnTo>
                    <a:pt x="13517" y="9040"/>
                  </a:lnTo>
                  <a:lnTo>
                    <a:pt x="13141" y="8977"/>
                  </a:lnTo>
                  <a:lnTo>
                    <a:pt x="13099" y="8977"/>
                  </a:lnTo>
                  <a:lnTo>
                    <a:pt x="13057" y="9019"/>
                  </a:lnTo>
                  <a:lnTo>
                    <a:pt x="12890" y="9019"/>
                  </a:lnTo>
                  <a:lnTo>
                    <a:pt x="12639" y="9040"/>
                  </a:lnTo>
                  <a:lnTo>
                    <a:pt x="12053" y="8914"/>
                  </a:lnTo>
                  <a:lnTo>
                    <a:pt x="11948" y="8830"/>
                  </a:lnTo>
                  <a:lnTo>
                    <a:pt x="11823" y="8663"/>
                  </a:lnTo>
                  <a:lnTo>
                    <a:pt x="11802" y="8558"/>
                  </a:lnTo>
                  <a:lnTo>
                    <a:pt x="11802" y="8475"/>
                  </a:lnTo>
                  <a:lnTo>
                    <a:pt x="11823" y="8412"/>
                  </a:lnTo>
                  <a:lnTo>
                    <a:pt x="11906" y="8349"/>
                  </a:lnTo>
                  <a:lnTo>
                    <a:pt x="11948" y="8244"/>
                  </a:lnTo>
                  <a:lnTo>
                    <a:pt x="11885" y="8161"/>
                  </a:lnTo>
                  <a:lnTo>
                    <a:pt x="11843" y="8035"/>
                  </a:lnTo>
                  <a:lnTo>
                    <a:pt x="11885" y="7952"/>
                  </a:lnTo>
                  <a:lnTo>
                    <a:pt x="11885" y="7826"/>
                  </a:lnTo>
                  <a:lnTo>
                    <a:pt x="11823" y="7763"/>
                  </a:lnTo>
                  <a:lnTo>
                    <a:pt x="11739" y="7638"/>
                  </a:lnTo>
                  <a:lnTo>
                    <a:pt x="11676" y="7575"/>
                  </a:lnTo>
                  <a:lnTo>
                    <a:pt x="11592" y="7533"/>
                  </a:lnTo>
                  <a:lnTo>
                    <a:pt x="11530" y="7428"/>
                  </a:lnTo>
                  <a:lnTo>
                    <a:pt x="11488" y="7345"/>
                  </a:lnTo>
                  <a:lnTo>
                    <a:pt x="11446" y="7240"/>
                  </a:lnTo>
                  <a:lnTo>
                    <a:pt x="11425" y="7136"/>
                  </a:lnTo>
                  <a:lnTo>
                    <a:pt x="11383" y="7052"/>
                  </a:lnTo>
                  <a:lnTo>
                    <a:pt x="11279" y="6989"/>
                  </a:lnTo>
                  <a:lnTo>
                    <a:pt x="11195" y="6947"/>
                  </a:lnTo>
                  <a:lnTo>
                    <a:pt x="11153" y="6884"/>
                  </a:lnTo>
                  <a:lnTo>
                    <a:pt x="11069" y="6843"/>
                  </a:lnTo>
                  <a:lnTo>
                    <a:pt x="10965" y="6843"/>
                  </a:lnTo>
                  <a:lnTo>
                    <a:pt x="10902" y="6905"/>
                  </a:lnTo>
                  <a:lnTo>
                    <a:pt x="10860" y="6926"/>
                  </a:lnTo>
                  <a:lnTo>
                    <a:pt x="10776" y="6905"/>
                  </a:lnTo>
                  <a:lnTo>
                    <a:pt x="10693" y="6801"/>
                  </a:lnTo>
                  <a:lnTo>
                    <a:pt x="10672" y="6738"/>
                  </a:lnTo>
                  <a:lnTo>
                    <a:pt x="10567" y="6738"/>
                  </a:lnTo>
                  <a:lnTo>
                    <a:pt x="10442" y="6801"/>
                  </a:lnTo>
                  <a:lnTo>
                    <a:pt x="10400" y="6843"/>
                  </a:lnTo>
                  <a:lnTo>
                    <a:pt x="10379" y="6926"/>
                  </a:lnTo>
                  <a:lnTo>
                    <a:pt x="10337" y="6926"/>
                  </a:lnTo>
                  <a:lnTo>
                    <a:pt x="10211" y="6843"/>
                  </a:lnTo>
                  <a:lnTo>
                    <a:pt x="10170" y="6780"/>
                  </a:lnTo>
                  <a:lnTo>
                    <a:pt x="10170" y="6717"/>
                  </a:lnTo>
                  <a:lnTo>
                    <a:pt x="10107" y="6633"/>
                  </a:lnTo>
                  <a:lnTo>
                    <a:pt x="10002" y="6571"/>
                  </a:lnTo>
                  <a:lnTo>
                    <a:pt x="9877" y="6466"/>
                  </a:lnTo>
                  <a:lnTo>
                    <a:pt x="9835" y="6424"/>
                  </a:lnTo>
                  <a:lnTo>
                    <a:pt x="9751" y="6382"/>
                  </a:lnTo>
                  <a:lnTo>
                    <a:pt x="9730" y="6299"/>
                  </a:lnTo>
                  <a:lnTo>
                    <a:pt x="9730" y="6215"/>
                  </a:lnTo>
                  <a:lnTo>
                    <a:pt x="9709" y="6173"/>
                  </a:lnTo>
                  <a:lnTo>
                    <a:pt x="9688" y="6173"/>
                  </a:lnTo>
                  <a:lnTo>
                    <a:pt x="9688" y="6215"/>
                  </a:lnTo>
                  <a:lnTo>
                    <a:pt x="9646" y="6215"/>
                  </a:lnTo>
                  <a:lnTo>
                    <a:pt x="9605" y="6152"/>
                  </a:lnTo>
                  <a:lnTo>
                    <a:pt x="9584" y="6110"/>
                  </a:lnTo>
                  <a:lnTo>
                    <a:pt x="9584" y="5985"/>
                  </a:lnTo>
                  <a:lnTo>
                    <a:pt x="9542" y="5943"/>
                  </a:lnTo>
                  <a:lnTo>
                    <a:pt x="9521" y="5943"/>
                  </a:lnTo>
                  <a:lnTo>
                    <a:pt x="9395" y="5880"/>
                  </a:lnTo>
                  <a:lnTo>
                    <a:pt x="9312" y="5880"/>
                  </a:lnTo>
                  <a:lnTo>
                    <a:pt x="9333" y="5901"/>
                  </a:lnTo>
                  <a:lnTo>
                    <a:pt x="9228" y="6006"/>
                  </a:lnTo>
                  <a:lnTo>
                    <a:pt x="9123" y="6068"/>
                  </a:lnTo>
                  <a:lnTo>
                    <a:pt x="8998" y="6215"/>
                  </a:lnTo>
                  <a:lnTo>
                    <a:pt x="8977" y="6319"/>
                  </a:lnTo>
                  <a:lnTo>
                    <a:pt x="9019" y="6382"/>
                  </a:lnTo>
                  <a:lnTo>
                    <a:pt x="8956" y="6508"/>
                  </a:lnTo>
                  <a:lnTo>
                    <a:pt x="8768" y="6571"/>
                  </a:lnTo>
                  <a:lnTo>
                    <a:pt x="8684" y="6633"/>
                  </a:lnTo>
                  <a:lnTo>
                    <a:pt x="8663" y="6780"/>
                  </a:lnTo>
                  <a:lnTo>
                    <a:pt x="8663" y="7010"/>
                  </a:lnTo>
                  <a:lnTo>
                    <a:pt x="8768" y="7240"/>
                  </a:lnTo>
                  <a:lnTo>
                    <a:pt x="8872" y="7408"/>
                  </a:lnTo>
                  <a:lnTo>
                    <a:pt x="8872" y="7470"/>
                  </a:lnTo>
                  <a:lnTo>
                    <a:pt x="8705" y="7638"/>
                  </a:lnTo>
                  <a:lnTo>
                    <a:pt x="8579" y="7680"/>
                  </a:lnTo>
                  <a:lnTo>
                    <a:pt x="8496" y="7784"/>
                  </a:lnTo>
                  <a:lnTo>
                    <a:pt x="8433" y="7826"/>
                  </a:lnTo>
                  <a:lnTo>
                    <a:pt x="8349" y="7826"/>
                  </a:lnTo>
                  <a:lnTo>
                    <a:pt x="8307" y="7742"/>
                  </a:lnTo>
                  <a:lnTo>
                    <a:pt x="8245" y="7742"/>
                  </a:lnTo>
                  <a:lnTo>
                    <a:pt x="8014" y="7784"/>
                  </a:lnTo>
                  <a:lnTo>
                    <a:pt x="7847" y="7763"/>
                  </a:lnTo>
                  <a:lnTo>
                    <a:pt x="7638" y="7680"/>
                  </a:lnTo>
                  <a:lnTo>
                    <a:pt x="7429" y="7680"/>
                  </a:lnTo>
                  <a:lnTo>
                    <a:pt x="7387" y="7952"/>
                  </a:lnTo>
                  <a:lnTo>
                    <a:pt x="7324" y="8098"/>
                  </a:lnTo>
                  <a:lnTo>
                    <a:pt x="7324" y="8244"/>
                  </a:lnTo>
                  <a:lnTo>
                    <a:pt x="7261" y="8579"/>
                  </a:lnTo>
                  <a:lnTo>
                    <a:pt x="7261" y="8830"/>
                  </a:lnTo>
                  <a:lnTo>
                    <a:pt x="7240" y="8914"/>
                  </a:lnTo>
                  <a:lnTo>
                    <a:pt x="7303" y="8977"/>
                  </a:lnTo>
                  <a:lnTo>
                    <a:pt x="7429" y="9019"/>
                  </a:lnTo>
                  <a:lnTo>
                    <a:pt x="7387" y="9144"/>
                  </a:lnTo>
                  <a:lnTo>
                    <a:pt x="7387" y="9228"/>
                  </a:lnTo>
                  <a:lnTo>
                    <a:pt x="7303" y="9228"/>
                  </a:lnTo>
                  <a:lnTo>
                    <a:pt x="7219" y="9291"/>
                  </a:lnTo>
                  <a:lnTo>
                    <a:pt x="7136" y="9291"/>
                  </a:lnTo>
                  <a:lnTo>
                    <a:pt x="7073" y="9228"/>
                  </a:lnTo>
                  <a:lnTo>
                    <a:pt x="6989" y="9249"/>
                  </a:lnTo>
                  <a:lnTo>
                    <a:pt x="6864" y="9291"/>
                  </a:lnTo>
                  <a:lnTo>
                    <a:pt x="6592" y="9332"/>
                  </a:lnTo>
                  <a:lnTo>
                    <a:pt x="6445" y="9416"/>
                  </a:lnTo>
                  <a:lnTo>
                    <a:pt x="6341" y="9416"/>
                  </a:lnTo>
                  <a:lnTo>
                    <a:pt x="6278" y="9353"/>
                  </a:lnTo>
                  <a:lnTo>
                    <a:pt x="6173" y="9416"/>
                  </a:lnTo>
                  <a:lnTo>
                    <a:pt x="6069" y="9521"/>
                  </a:lnTo>
                  <a:lnTo>
                    <a:pt x="6069" y="9604"/>
                  </a:lnTo>
                  <a:lnTo>
                    <a:pt x="6173" y="9667"/>
                  </a:lnTo>
                  <a:lnTo>
                    <a:pt x="6341" y="9646"/>
                  </a:lnTo>
                  <a:lnTo>
                    <a:pt x="6466" y="9667"/>
                  </a:lnTo>
                  <a:lnTo>
                    <a:pt x="6466" y="9730"/>
                  </a:lnTo>
                  <a:lnTo>
                    <a:pt x="6382" y="9814"/>
                  </a:lnTo>
                  <a:lnTo>
                    <a:pt x="6445" y="9981"/>
                  </a:lnTo>
                  <a:lnTo>
                    <a:pt x="6445" y="10065"/>
                  </a:lnTo>
                  <a:lnTo>
                    <a:pt x="6487" y="10149"/>
                  </a:lnTo>
                  <a:lnTo>
                    <a:pt x="6508" y="10253"/>
                  </a:lnTo>
                  <a:lnTo>
                    <a:pt x="6613" y="10441"/>
                  </a:lnTo>
                  <a:lnTo>
                    <a:pt x="6654" y="10546"/>
                  </a:lnTo>
                  <a:lnTo>
                    <a:pt x="6780" y="10609"/>
                  </a:lnTo>
                  <a:lnTo>
                    <a:pt x="6822" y="10860"/>
                  </a:lnTo>
                  <a:lnTo>
                    <a:pt x="6738" y="10923"/>
                  </a:lnTo>
                  <a:lnTo>
                    <a:pt x="6696" y="11027"/>
                  </a:lnTo>
                  <a:lnTo>
                    <a:pt x="6801" y="11132"/>
                  </a:lnTo>
                  <a:lnTo>
                    <a:pt x="6738" y="11174"/>
                  </a:lnTo>
                  <a:lnTo>
                    <a:pt x="6738" y="11216"/>
                  </a:lnTo>
                  <a:lnTo>
                    <a:pt x="6613" y="11299"/>
                  </a:lnTo>
                  <a:lnTo>
                    <a:pt x="6654" y="11446"/>
                  </a:lnTo>
                  <a:lnTo>
                    <a:pt x="6508" y="11509"/>
                  </a:lnTo>
                  <a:lnTo>
                    <a:pt x="6278" y="11446"/>
                  </a:lnTo>
                  <a:lnTo>
                    <a:pt x="6027" y="11174"/>
                  </a:lnTo>
                  <a:lnTo>
                    <a:pt x="5922" y="11195"/>
                  </a:lnTo>
                  <a:lnTo>
                    <a:pt x="5671" y="11090"/>
                  </a:lnTo>
                  <a:lnTo>
                    <a:pt x="5336" y="11090"/>
                  </a:lnTo>
                  <a:lnTo>
                    <a:pt x="5148" y="11132"/>
                  </a:lnTo>
                  <a:lnTo>
                    <a:pt x="4876" y="11069"/>
                  </a:lnTo>
                  <a:lnTo>
                    <a:pt x="4583" y="11132"/>
                  </a:lnTo>
                  <a:lnTo>
                    <a:pt x="4457" y="11132"/>
                  </a:lnTo>
                  <a:lnTo>
                    <a:pt x="4311" y="11111"/>
                  </a:lnTo>
                  <a:lnTo>
                    <a:pt x="4206" y="11195"/>
                  </a:lnTo>
                  <a:lnTo>
                    <a:pt x="4102" y="11237"/>
                  </a:lnTo>
                  <a:lnTo>
                    <a:pt x="3767" y="11195"/>
                  </a:lnTo>
                  <a:lnTo>
                    <a:pt x="3558" y="11132"/>
                  </a:lnTo>
                  <a:lnTo>
                    <a:pt x="3432" y="11069"/>
                  </a:lnTo>
                  <a:lnTo>
                    <a:pt x="3244" y="11069"/>
                  </a:lnTo>
                  <a:lnTo>
                    <a:pt x="3202" y="11111"/>
                  </a:lnTo>
                  <a:lnTo>
                    <a:pt x="3035" y="11090"/>
                  </a:lnTo>
                  <a:lnTo>
                    <a:pt x="2930" y="11069"/>
                  </a:lnTo>
                  <a:lnTo>
                    <a:pt x="2888" y="11111"/>
                  </a:lnTo>
                  <a:lnTo>
                    <a:pt x="2888" y="11237"/>
                  </a:lnTo>
                  <a:lnTo>
                    <a:pt x="2909" y="11383"/>
                  </a:lnTo>
                  <a:lnTo>
                    <a:pt x="2930" y="11509"/>
                  </a:lnTo>
                  <a:lnTo>
                    <a:pt x="2742" y="11550"/>
                  </a:lnTo>
                  <a:lnTo>
                    <a:pt x="2386" y="11550"/>
                  </a:lnTo>
                  <a:lnTo>
                    <a:pt x="1968" y="11509"/>
                  </a:lnTo>
                  <a:lnTo>
                    <a:pt x="1863" y="11446"/>
                  </a:lnTo>
                  <a:lnTo>
                    <a:pt x="1675" y="11425"/>
                  </a:lnTo>
                  <a:lnTo>
                    <a:pt x="1570" y="11550"/>
                  </a:lnTo>
                  <a:lnTo>
                    <a:pt x="1591" y="11613"/>
                  </a:lnTo>
                  <a:lnTo>
                    <a:pt x="1465" y="11697"/>
                  </a:lnTo>
                  <a:lnTo>
                    <a:pt x="1465" y="11739"/>
                  </a:lnTo>
                  <a:lnTo>
                    <a:pt x="1507" y="11739"/>
                  </a:lnTo>
                  <a:lnTo>
                    <a:pt x="1507" y="11864"/>
                  </a:lnTo>
                  <a:lnTo>
                    <a:pt x="1340" y="12157"/>
                  </a:lnTo>
                  <a:lnTo>
                    <a:pt x="1256" y="12283"/>
                  </a:lnTo>
                  <a:lnTo>
                    <a:pt x="1361" y="12366"/>
                  </a:lnTo>
                  <a:lnTo>
                    <a:pt x="1633" y="12450"/>
                  </a:lnTo>
                  <a:lnTo>
                    <a:pt x="1737" y="12555"/>
                  </a:lnTo>
                  <a:lnTo>
                    <a:pt x="1842" y="12576"/>
                  </a:lnTo>
                  <a:lnTo>
                    <a:pt x="1947" y="12471"/>
                  </a:lnTo>
                  <a:lnTo>
                    <a:pt x="1947" y="12325"/>
                  </a:lnTo>
                  <a:lnTo>
                    <a:pt x="2009" y="12325"/>
                  </a:lnTo>
                  <a:lnTo>
                    <a:pt x="2302" y="12555"/>
                  </a:lnTo>
                  <a:lnTo>
                    <a:pt x="2323" y="12659"/>
                  </a:lnTo>
                  <a:lnTo>
                    <a:pt x="2177" y="12848"/>
                  </a:lnTo>
                  <a:lnTo>
                    <a:pt x="1968" y="12848"/>
                  </a:lnTo>
                  <a:lnTo>
                    <a:pt x="1675" y="12890"/>
                  </a:lnTo>
                  <a:lnTo>
                    <a:pt x="1654" y="12785"/>
                  </a:lnTo>
                  <a:lnTo>
                    <a:pt x="1507" y="12659"/>
                  </a:lnTo>
                  <a:lnTo>
                    <a:pt x="1340" y="12869"/>
                  </a:lnTo>
                  <a:lnTo>
                    <a:pt x="1235" y="12848"/>
                  </a:lnTo>
                  <a:lnTo>
                    <a:pt x="1068" y="12973"/>
                  </a:lnTo>
                  <a:lnTo>
                    <a:pt x="921" y="13015"/>
                  </a:lnTo>
                  <a:lnTo>
                    <a:pt x="921" y="13162"/>
                  </a:lnTo>
                  <a:lnTo>
                    <a:pt x="1110" y="13224"/>
                  </a:lnTo>
                  <a:lnTo>
                    <a:pt x="1068" y="13371"/>
                  </a:lnTo>
                  <a:lnTo>
                    <a:pt x="900" y="13434"/>
                  </a:lnTo>
                  <a:lnTo>
                    <a:pt x="628" y="13496"/>
                  </a:lnTo>
                  <a:lnTo>
                    <a:pt x="691" y="13538"/>
                  </a:lnTo>
                  <a:lnTo>
                    <a:pt x="733" y="13622"/>
                  </a:lnTo>
                  <a:lnTo>
                    <a:pt x="503" y="13706"/>
                  </a:lnTo>
                  <a:lnTo>
                    <a:pt x="503" y="13831"/>
                  </a:lnTo>
                  <a:lnTo>
                    <a:pt x="398" y="13852"/>
                  </a:lnTo>
                  <a:lnTo>
                    <a:pt x="126" y="13831"/>
                  </a:lnTo>
                  <a:lnTo>
                    <a:pt x="1" y="13936"/>
                  </a:lnTo>
                  <a:lnTo>
                    <a:pt x="1" y="14103"/>
                  </a:lnTo>
                  <a:lnTo>
                    <a:pt x="168" y="14333"/>
                  </a:lnTo>
                  <a:lnTo>
                    <a:pt x="273" y="14270"/>
                  </a:lnTo>
                  <a:lnTo>
                    <a:pt x="419" y="14250"/>
                  </a:lnTo>
                  <a:lnTo>
                    <a:pt x="440" y="14375"/>
                  </a:lnTo>
                  <a:lnTo>
                    <a:pt x="398" y="14522"/>
                  </a:lnTo>
                  <a:lnTo>
                    <a:pt x="461" y="14668"/>
                  </a:lnTo>
                  <a:lnTo>
                    <a:pt x="587" y="14731"/>
                  </a:lnTo>
                  <a:lnTo>
                    <a:pt x="607" y="14877"/>
                  </a:lnTo>
                  <a:lnTo>
                    <a:pt x="545" y="14940"/>
                  </a:lnTo>
                  <a:lnTo>
                    <a:pt x="419" y="15212"/>
                  </a:lnTo>
                  <a:lnTo>
                    <a:pt x="377" y="15589"/>
                  </a:lnTo>
                  <a:lnTo>
                    <a:pt x="335" y="15526"/>
                  </a:lnTo>
                  <a:lnTo>
                    <a:pt x="440" y="15693"/>
                  </a:lnTo>
                  <a:lnTo>
                    <a:pt x="545" y="15714"/>
                  </a:lnTo>
                  <a:lnTo>
                    <a:pt x="733" y="15693"/>
                  </a:lnTo>
                  <a:lnTo>
                    <a:pt x="859" y="15610"/>
                  </a:lnTo>
                  <a:lnTo>
                    <a:pt x="921" y="15526"/>
                  </a:lnTo>
                  <a:lnTo>
                    <a:pt x="984" y="15505"/>
                  </a:lnTo>
                  <a:lnTo>
                    <a:pt x="1047" y="15463"/>
                  </a:lnTo>
                  <a:lnTo>
                    <a:pt x="1110" y="15484"/>
                  </a:lnTo>
                  <a:lnTo>
                    <a:pt x="1172" y="15568"/>
                  </a:lnTo>
                  <a:lnTo>
                    <a:pt x="1361" y="15589"/>
                  </a:lnTo>
                  <a:lnTo>
                    <a:pt x="1361" y="15505"/>
                  </a:lnTo>
                  <a:lnTo>
                    <a:pt x="1319" y="15463"/>
                  </a:lnTo>
                  <a:lnTo>
                    <a:pt x="1319" y="15358"/>
                  </a:lnTo>
                  <a:lnTo>
                    <a:pt x="1444" y="15317"/>
                  </a:lnTo>
                  <a:lnTo>
                    <a:pt x="1486" y="15275"/>
                  </a:lnTo>
                  <a:lnTo>
                    <a:pt x="1549" y="15275"/>
                  </a:lnTo>
                  <a:lnTo>
                    <a:pt x="1570" y="15317"/>
                  </a:lnTo>
                  <a:lnTo>
                    <a:pt x="1695" y="15317"/>
                  </a:lnTo>
                  <a:lnTo>
                    <a:pt x="1779" y="15191"/>
                  </a:lnTo>
                  <a:lnTo>
                    <a:pt x="1758" y="15045"/>
                  </a:lnTo>
                  <a:lnTo>
                    <a:pt x="1779" y="14961"/>
                  </a:lnTo>
                  <a:lnTo>
                    <a:pt x="1863" y="14898"/>
                  </a:lnTo>
                  <a:lnTo>
                    <a:pt x="1884" y="14731"/>
                  </a:lnTo>
                  <a:lnTo>
                    <a:pt x="1947" y="14626"/>
                  </a:lnTo>
                  <a:lnTo>
                    <a:pt x="2072" y="14626"/>
                  </a:lnTo>
                  <a:lnTo>
                    <a:pt x="2177" y="14689"/>
                  </a:lnTo>
                  <a:lnTo>
                    <a:pt x="2281" y="14752"/>
                  </a:lnTo>
                  <a:lnTo>
                    <a:pt x="2281" y="14835"/>
                  </a:lnTo>
                  <a:lnTo>
                    <a:pt x="2260" y="14982"/>
                  </a:lnTo>
                  <a:lnTo>
                    <a:pt x="2281" y="15086"/>
                  </a:lnTo>
                  <a:lnTo>
                    <a:pt x="2386" y="15086"/>
                  </a:lnTo>
                  <a:lnTo>
                    <a:pt x="2428" y="15191"/>
                  </a:lnTo>
                  <a:lnTo>
                    <a:pt x="2407" y="15317"/>
                  </a:lnTo>
                  <a:lnTo>
                    <a:pt x="2428" y="15463"/>
                  </a:lnTo>
                  <a:lnTo>
                    <a:pt x="2428" y="15672"/>
                  </a:lnTo>
                  <a:lnTo>
                    <a:pt x="2532" y="15798"/>
                  </a:lnTo>
                  <a:lnTo>
                    <a:pt x="2532" y="15882"/>
                  </a:lnTo>
                  <a:lnTo>
                    <a:pt x="2637" y="15903"/>
                  </a:lnTo>
                  <a:lnTo>
                    <a:pt x="2784" y="15903"/>
                  </a:lnTo>
                  <a:lnTo>
                    <a:pt x="2888" y="15819"/>
                  </a:lnTo>
                  <a:lnTo>
                    <a:pt x="2909" y="15777"/>
                  </a:lnTo>
                  <a:lnTo>
                    <a:pt x="3076" y="15693"/>
                  </a:lnTo>
                  <a:lnTo>
                    <a:pt x="3202" y="15610"/>
                  </a:lnTo>
                  <a:lnTo>
                    <a:pt x="3223" y="15484"/>
                  </a:lnTo>
                  <a:lnTo>
                    <a:pt x="3307" y="15421"/>
                  </a:lnTo>
                  <a:lnTo>
                    <a:pt x="3558" y="15275"/>
                  </a:lnTo>
                  <a:lnTo>
                    <a:pt x="3725" y="15212"/>
                  </a:lnTo>
                  <a:lnTo>
                    <a:pt x="3746" y="15358"/>
                  </a:lnTo>
                  <a:lnTo>
                    <a:pt x="3976" y="15317"/>
                  </a:lnTo>
                  <a:lnTo>
                    <a:pt x="4039" y="15212"/>
                  </a:lnTo>
                  <a:lnTo>
                    <a:pt x="4290" y="15212"/>
                  </a:lnTo>
                  <a:lnTo>
                    <a:pt x="4311" y="15317"/>
                  </a:lnTo>
                  <a:lnTo>
                    <a:pt x="4123" y="15484"/>
                  </a:lnTo>
                  <a:lnTo>
                    <a:pt x="4248" y="15505"/>
                  </a:lnTo>
                  <a:lnTo>
                    <a:pt x="4290" y="15463"/>
                  </a:lnTo>
                  <a:lnTo>
                    <a:pt x="4374" y="15463"/>
                  </a:lnTo>
                  <a:lnTo>
                    <a:pt x="4478" y="15526"/>
                  </a:lnTo>
                  <a:lnTo>
                    <a:pt x="4520" y="15505"/>
                  </a:lnTo>
                  <a:lnTo>
                    <a:pt x="4625" y="15505"/>
                  </a:lnTo>
                  <a:lnTo>
                    <a:pt x="4688" y="15463"/>
                  </a:lnTo>
                  <a:lnTo>
                    <a:pt x="4729" y="15400"/>
                  </a:lnTo>
                  <a:lnTo>
                    <a:pt x="4813" y="15400"/>
                  </a:lnTo>
                  <a:lnTo>
                    <a:pt x="4897" y="15484"/>
                  </a:lnTo>
                  <a:lnTo>
                    <a:pt x="4981" y="15672"/>
                  </a:lnTo>
                  <a:lnTo>
                    <a:pt x="5232" y="16049"/>
                  </a:lnTo>
                  <a:lnTo>
                    <a:pt x="5357" y="16133"/>
                  </a:lnTo>
                  <a:lnTo>
                    <a:pt x="5399" y="16300"/>
                  </a:lnTo>
                  <a:lnTo>
                    <a:pt x="5462" y="16363"/>
                  </a:lnTo>
                  <a:lnTo>
                    <a:pt x="5545" y="16447"/>
                  </a:lnTo>
                  <a:lnTo>
                    <a:pt x="5776" y="16467"/>
                  </a:lnTo>
                  <a:lnTo>
                    <a:pt x="5985" y="16467"/>
                  </a:lnTo>
                  <a:lnTo>
                    <a:pt x="6089" y="16509"/>
                  </a:lnTo>
                  <a:lnTo>
                    <a:pt x="6131" y="16635"/>
                  </a:lnTo>
                  <a:lnTo>
                    <a:pt x="6361" y="16719"/>
                  </a:lnTo>
                  <a:lnTo>
                    <a:pt x="6550" y="16823"/>
                  </a:lnTo>
                  <a:lnTo>
                    <a:pt x="6654" y="17095"/>
                  </a:lnTo>
                  <a:lnTo>
                    <a:pt x="6801" y="17263"/>
                  </a:lnTo>
                  <a:lnTo>
                    <a:pt x="6989" y="17367"/>
                  </a:lnTo>
                  <a:lnTo>
                    <a:pt x="7073" y="17514"/>
                  </a:lnTo>
                  <a:lnTo>
                    <a:pt x="7073" y="17786"/>
                  </a:lnTo>
                  <a:lnTo>
                    <a:pt x="7177" y="18037"/>
                  </a:lnTo>
                  <a:lnTo>
                    <a:pt x="7324" y="18079"/>
                  </a:lnTo>
                  <a:lnTo>
                    <a:pt x="7387" y="18330"/>
                  </a:lnTo>
                  <a:lnTo>
                    <a:pt x="7429" y="18539"/>
                  </a:lnTo>
                  <a:lnTo>
                    <a:pt x="7345" y="18664"/>
                  </a:lnTo>
                  <a:lnTo>
                    <a:pt x="7324" y="18602"/>
                  </a:lnTo>
                  <a:lnTo>
                    <a:pt x="7219" y="18539"/>
                  </a:lnTo>
                  <a:lnTo>
                    <a:pt x="7073" y="18727"/>
                  </a:lnTo>
                  <a:lnTo>
                    <a:pt x="7094" y="18811"/>
                  </a:lnTo>
                  <a:lnTo>
                    <a:pt x="7115" y="18874"/>
                  </a:lnTo>
                  <a:lnTo>
                    <a:pt x="7261" y="18957"/>
                  </a:lnTo>
                  <a:lnTo>
                    <a:pt x="7240" y="19188"/>
                  </a:lnTo>
                  <a:lnTo>
                    <a:pt x="7303" y="19292"/>
                  </a:lnTo>
                  <a:lnTo>
                    <a:pt x="7261" y="19376"/>
                  </a:lnTo>
                  <a:lnTo>
                    <a:pt x="7324" y="19397"/>
                  </a:lnTo>
                  <a:lnTo>
                    <a:pt x="7408" y="19501"/>
                  </a:lnTo>
                  <a:lnTo>
                    <a:pt x="7408" y="19606"/>
                  </a:lnTo>
                  <a:lnTo>
                    <a:pt x="7449" y="19606"/>
                  </a:lnTo>
                  <a:lnTo>
                    <a:pt x="7491" y="19752"/>
                  </a:lnTo>
                  <a:lnTo>
                    <a:pt x="7617" y="19794"/>
                  </a:lnTo>
                  <a:lnTo>
                    <a:pt x="7701" y="19690"/>
                  </a:lnTo>
                  <a:lnTo>
                    <a:pt x="7826" y="19690"/>
                  </a:lnTo>
                  <a:lnTo>
                    <a:pt x="7868" y="19773"/>
                  </a:lnTo>
                  <a:lnTo>
                    <a:pt x="8014" y="19794"/>
                  </a:lnTo>
                  <a:lnTo>
                    <a:pt x="8119" y="19899"/>
                  </a:lnTo>
                  <a:lnTo>
                    <a:pt x="8182" y="19920"/>
                  </a:lnTo>
                  <a:lnTo>
                    <a:pt x="8266" y="20087"/>
                  </a:lnTo>
                  <a:lnTo>
                    <a:pt x="8370" y="20087"/>
                  </a:lnTo>
                  <a:lnTo>
                    <a:pt x="8391" y="20192"/>
                  </a:lnTo>
                  <a:lnTo>
                    <a:pt x="8433" y="20171"/>
                  </a:lnTo>
                  <a:lnTo>
                    <a:pt x="8454" y="20129"/>
                  </a:lnTo>
                  <a:lnTo>
                    <a:pt x="8600" y="20213"/>
                  </a:lnTo>
                  <a:lnTo>
                    <a:pt x="8663" y="20296"/>
                  </a:lnTo>
                  <a:lnTo>
                    <a:pt x="8768" y="20296"/>
                  </a:lnTo>
                  <a:lnTo>
                    <a:pt x="8830" y="20317"/>
                  </a:lnTo>
                  <a:lnTo>
                    <a:pt x="8893" y="20213"/>
                  </a:lnTo>
                  <a:lnTo>
                    <a:pt x="9061" y="20192"/>
                  </a:lnTo>
                  <a:lnTo>
                    <a:pt x="9270" y="20276"/>
                  </a:lnTo>
                  <a:lnTo>
                    <a:pt x="9312" y="20338"/>
                  </a:lnTo>
                  <a:lnTo>
                    <a:pt x="9437" y="20338"/>
                  </a:lnTo>
                  <a:lnTo>
                    <a:pt x="9542" y="20401"/>
                  </a:lnTo>
                  <a:lnTo>
                    <a:pt x="9709" y="20589"/>
                  </a:lnTo>
                  <a:lnTo>
                    <a:pt x="9835" y="20589"/>
                  </a:lnTo>
                  <a:lnTo>
                    <a:pt x="9960" y="20652"/>
                  </a:lnTo>
                  <a:lnTo>
                    <a:pt x="10023" y="20715"/>
                  </a:lnTo>
                  <a:lnTo>
                    <a:pt x="10128" y="20840"/>
                  </a:lnTo>
                  <a:lnTo>
                    <a:pt x="10170" y="20966"/>
                  </a:lnTo>
                  <a:lnTo>
                    <a:pt x="10232" y="20945"/>
                  </a:lnTo>
                  <a:lnTo>
                    <a:pt x="10232" y="20757"/>
                  </a:lnTo>
                  <a:lnTo>
                    <a:pt x="10316" y="20715"/>
                  </a:lnTo>
                  <a:lnTo>
                    <a:pt x="10337" y="20757"/>
                  </a:lnTo>
                  <a:lnTo>
                    <a:pt x="10462" y="20757"/>
                  </a:lnTo>
                  <a:lnTo>
                    <a:pt x="10588" y="20840"/>
                  </a:lnTo>
                  <a:lnTo>
                    <a:pt x="10588" y="21008"/>
                  </a:lnTo>
                  <a:lnTo>
                    <a:pt x="10755" y="21133"/>
                  </a:lnTo>
                  <a:lnTo>
                    <a:pt x="10923" y="21071"/>
                  </a:lnTo>
                  <a:lnTo>
                    <a:pt x="11069" y="21071"/>
                  </a:lnTo>
                  <a:lnTo>
                    <a:pt x="11048" y="21322"/>
                  </a:lnTo>
                  <a:lnTo>
                    <a:pt x="11090" y="21468"/>
                  </a:lnTo>
                  <a:lnTo>
                    <a:pt x="11195" y="21447"/>
                  </a:lnTo>
                  <a:lnTo>
                    <a:pt x="11362" y="21531"/>
                  </a:lnTo>
                  <a:lnTo>
                    <a:pt x="11425" y="21447"/>
                  </a:lnTo>
                  <a:lnTo>
                    <a:pt x="11571" y="21426"/>
                  </a:lnTo>
                  <a:lnTo>
                    <a:pt x="11676" y="21322"/>
                  </a:lnTo>
                  <a:lnTo>
                    <a:pt x="11885" y="21322"/>
                  </a:lnTo>
                  <a:lnTo>
                    <a:pt x="12011" y="21384"/>
                  </a:lnTo>
                  <a:lnTo>
                    <a:pt x="12053" y="21531"/>
                  </a:lnTo>
                  <a:lnTo>
                    <a:pt x="12220" y="21594"/>
                  </a:lnTo>
                  <a:lnTo>
                    <a:pt x="12346" y="21761"/>
                  </a:lnTo>
                  <a:lnTo>
                    <a:pt x="12429" y="21782"/>
                  </a:lnTo>
                  <a:lnTo>
                    <a:pt x="12576" y="21740"/>
                  </a:lnTo>
                  <a:lnTo>
                    <a:pt x="12639" y="21761"/>
                  </a:lnTo>
                  <a:lnTo>
                    <a:pt x="12785" y="21698"/>
                  </a:lnTo>
                  <a:lnTo>
                    <a:pt x="12931" y="21698"/>
                  </a:lnTo>
                  <a:lnTo>
                    <a:pt x="13015" y="21594"/>
                  </a:lnTo>
                  <a:lnTo>
                    <a:pt x="13162" y="21594"/>
                  </a:lnTo>
                  <a:lnTo>
                    <a:pt x="13203" y="21698"/>
                  </a:lnTo>
                  <a:lnTo>
                    <a:pt x="13245" y="21866"/>
                  </a:lnTo>
                  <a:lnTo>
                    <a:pt x="13350" y="21949"/>
                  </a:lnTo>
                  <a:lnTo>
                    <a:pt x="13475" y="21887"/>
                  </a:lnTo>
                  <a:lnTo>
                    <a:pt x="13601" y="21636"/>
                  </a:lnTo>
                  <a:lnTo>
                    <a:pt x="13873" y="21468"/>
                  </a:lnTo>
                  <a:lnTo>
                    <a:pt x="14040" y="21447"/>
                  </a:lnTo>
                  <a:lnTo>
                    <a:pt x="14124" y="21552"/>
                  </a:lnTo>
                  <a:lnTo>
                    <a:pt x="14396" y="21573"/>
                  </a:lnTo>
                  <a:lnTo>
                    <a:pt x="14501" y="21636"/>
                  </a:lnTo>
                  <a:lnTo>
                    <a:pt x="14647" y="21552"/>
                  </a:lnTo>
                  <a:lnTo>
                    <a:pt x="14815" y="21573"/>
                  </a:lnTo>
                  <a:lnTo>
                    <a:pt x="14877" y="21677"/>
                  </a:lnTo>
                  <a:lnTo>
                    <a:pt x="14982" y="21677"/>
                  </a:lnTo>
                  <a:lnTo>
                    <a:pt x="15191" y="21636"/>
                  </a:lnTo>
                  <a:lnTo>
                    <a:pt x="15296" y="21636"/>
                  </a:lnTo>
                  <a:lnTo>
                    <a:pt x="15359" y="21468"/>
                  </a:lnTo>
                  <a:lnTo>
                    <a:pt x="15442" y="21426"/>
                  </a:lnTo>
                  <a:lnTo>
                    <a:pt x="15547" y="21447"/>
                  </a:lnTo>
                  <a:lnTo>
                    <a:pt x="15547" y="21364"/>
                  </a:lnTo>
                  <a:lnTo>
                    <a:pt x="15631" y="21343"/>
                  </a:lnTo>
                  <a:lnTo>
                    <a:pt x="15693" y="21217"/>
                  </a:lnTo>
                  <a:lnTo>
                    <a:pt x="15798" y="21112"/>
                  </a:lnTo>
                  <a:lnTo>
                    <a:pt x="15903" y="21071"/>
                  </a:lnTo>
                  <a:lnTo>
                    <a:pt x="16133" y="21029"/>
                  </a:lnTo>
                  <a:lnTo>
                    <a:pt x="16237" y="20861"/>
                  </a:lnTo>
                  <a:lnTo>
                    <a:pt x="16237" y="20736"/>
                  </a:lnTo>
                  <a:lnTo>
                    <a:pt x="16321" y="20736"/>
                  </a:lnTo>
                  <a:lnTo>
                    <a:pt x="16447" y="20631"/>
                  </a:lnTo>
                  <a:lnTo>
                    <a:pt x="16551" y="20799"/>
                  </a:lnTo>
                  <a:lnTo>
                    <a:pt x="16719" y="20736"/>
                  </a:lnTo>
                  <a:lnTo>
                    <a:pt x="16928" y="20820"/>
                  </a:lnTo>
                  <a:lnTo>
                    <a:pt x="17012" y="20757"/>
                  </a:lnTo>
                  <a:lnTo>
                    <a:pt x="16970" y="20652"/>
                  </a:lnTo>
                  <a:lnTo>
                    <a:pt x="17242" y="20506"/>
                  </a:lnTo>
                  <a:lnTo>
                    <a:pt x="17325" y="20527"/>
                  </a:lnTo>
                  <a:lnTo>
                    <a:pt x="17367" y="20610"/>
                  </a:lnTo>
                  <a:lnTo>
                    <a:pt x="17451" y="20610"/>
                  </a:lnTo>
                  <a:lnTo>
                    <a:pt x="17472" y="20652"/>
                  </a:lnTo>
                  <a:lnTo>
                    <a:pt x="17388" y="20820"/>
                  </a:lnTo>
                  <a:lnTo>
                    <a:pt x="17451" y="20903"/>
                  </a:lnTo>
                  <a:lnTo>
                    <a:pt x="17535" y="20903"/>
                  </a:lnTo>
                  <a:lnTo>
                    <a:pt x="17597" y="20861"/>
                  </a:lnTo>
                  <a:lnTo>
                    <a:pt x="17639" y="20945"/>
                  </a:lnTo>
                  <a:lnTo>
                    <a:pt x="17702" y="21050"/>
                  </a:lnTo>
                  <a:lnTo>
                    <a:pt x="17702" y="21133"/>
                  </a:lnTo>
                  <a:lnTo>
                    <a:pt x="17597" y="21238"/>
                  </a:lnTo>
                  <a:lnTo>
                    <a:pt x="17639" y="21343"/>
                  </a:lnTo>
                  <a:lnTo>
                    <a:pt x="17765" y="21364"/>
                  </a:lnTo>
                  <a:lnTo>
                    <a:pt x="17849" y="21322"/>
                  </a:lnTo>
                  <a:lnTo>
                    <a:pt x="17953" y="21364"/>
                  </a:lnTo>
                  <a:lnTo>
                    <a:pt x="18016" y="21468"/>
                  </a:lnTo>
                  <a:lnTo>
                    <a:pt x="18121" y="21426"/>
                  </a:lnTo>
                  <a:lnTo>
                    <a:pt x="18246" y="21468"/>
                  </a:lnTo>
                  <a:lnTo>
                    <a:pt x="18330" y="21426"/>
                  </a:lnTo>
                  <a:lnTo>
                    <a:pt x="18497" y="21426"/>
                  </a:lnTo>
                  <a:lnTo>
                    <a:pt x="18539" y="21573"/>
                  </a:lnTo>
                  <a:lnTo>
                    <a:pt x="18685" y="21677"/>
                  </a:lnTo>
                  <a:lnTo>
                    <a:pt x="18706" y="21845"/>
                  </a:lnTo>
                  <a:lnTo>
                    <a:pt x="18811" y="21845"/>
                  </a:lnTo>
                  <a:lnTo>
                    <a:pt x="18916" y="21970"/>
                  </a:lnTo>
                  <a:lnTo>
                    <a:pt x="18916" y="22117"/>
                  </a:lnTo>
                  <a:lnTo>
                    <a:pt x="18999" y="22326"/>
                  </a:lnTo>
                  <a:lnTo>
                    <a:pt x="19020" y="22493"/>
                  </a:lnTo>
                  <a:lnTo>
                    <a:pt x="18999" y="22745"/>
                  </a:lnTo>
                  <a:lnTo>
                    <a:pt x="18999" y="22849"/>
                  </a:lnTo>
                  <a:lnTo>
                    <a:pt x="18957" y="22933"/>
                  </a:lnTo>
                  <a:lnTo>
                    <a:pt x="18853" y="22996"/>
                  </a:lnTo>
                  <a:lnTo>
                    <a:pt x="18832" y="23100"/>
                  </a:lnTo>
                  <a:lnTo>
                    <a:pt x="18769" y="23121"/>
                  </a:lnTo>
                  <a:lnTo>
                    <a:pt x="18748" y="23205"/>
                  </a:lnTo>
                  <a:lnTo>
                    <a:pt x="18811" y="23309"/>
                  </a:lnTo>
                  <a:lnTo>
                    <a:pt x="18748" y="23351"/>
                  </a:lnTo>
                  <a:lnTo>
                    <a:pt x="18685" y="23330"/>
                  </a:lnTo>
                  <a:lnTo>
                    <a:pt x="18602" y="23435"/>
                  </a:lnTo>
                  <a:lnTo>
                    <a:pt x="18539" y="23519"/>
                  </a:lnTo>
                  <a:lnTo>
                    <a:pt x="18602" y="23581"/>
                  </a:lnTo>
                  <a:lnTo>
                    <a:pt x="18539" y="23665"/>
                  </a:lnTo>
                  <a:lnTo>
                    <a:pt x="18539" y="23770"/>
                  </a:lnTo>
                  <a:lnTo>
                    <a:pt x="18644" y="23833"/>
                  </a:lnTo>
                  <a:lnTo>
                    <a:pt x="18706" y="23895"/>
                  </a:lnTo>
                  <a:lnTo>
                    <a:pt x="18769" y="23958"/>
                  </a:lnTo>
                  <a:lnTo>
                    <a:pt x="18748" y="24105"/>
                  </a:lnTo>
                  <a:lnTo>
                    <a:pt x="18811" y="24251"/>
                  </a:lnTo>
                  <a:lnTo>
                    <a:pt x="18937" y="24146"/>
                  </a:lnTo>
                  <a:lnTo>
                    <a:pt x="19209" y="24084"/>
                  </a:lnTo>
                  <a:lnTo>
                    <a:pt x="19229" y="24167"/>
                  </a:lnTo>
                  <a:lnTo>
                    <a:pt x="19209" y="24251"/>
                  </a:lnTo>
                  <a:lnTo>
                    <a:pt x="19271" y="24293"/>
                  </a:lnTo>
                  <a:lnTo>
                    <a:pt x="19418" y="24272"/>
                  </a:lnTo>
                  <a:lnTo>
                    <a:pt x="19439" y="24377"/>
                  </a:lnTo>
                  <a:lnTo>
                    <a:pt x="19418" y="24481"/>
                  </a:lnTo>
                  <a:lnTo>
                    <a:pt x="19481" y="24565"/>
                  </a:lnTo>
                  <a:lnTo>
                    <a:pt x="19627" y="24586"/>
                  </a:lnTo>
                  <a:lnTo>
                    <a:pt x="19585" y="24628"/>
                  </a:lnTo>
                  <a:lnTo>
                    <a:pt x="19648" y="24711"/>
                  </a:lnTo>
                  <a:lnTo>
                    <a:pt x="19669" y="24670"/>
                  </a:lnTo>
                  <a:lnTo>
                    <a:pt x="19815" y="24670"/>
                  </a:lnTo>
                  <a:lnTo>
                    <a:pt x="19941" y="24732"/>
                  </a:lnTo>
                  <a:lnTo>
                    <a:pt x="19941" y="24816"/>
                  </a:lnTo>
                  <a:lnTo>
                    <a:pt x="19878" y="24921"/>
                  </a:lnTo>
                  <a:lnTo>
                    <a:pt x="19899" y="25004"/>
                  </a:lnTo>
                  <a:lnTo>
                    <a:pt x="19753" y="25193"/>
                  </a:lnTo>
                  <a:lnTo>
                    <a:pt x="19648" y="25297"/>
                  </a:lnTo>
                  <a:lnTo>
                    <a:pt x="19669" y="25360"/>
                  </a:lnTo>
                  <a:lnTo>
                    <a:pt x="19753" y="25339"/>
                  </a:lnTo>
                  <a:lnTo>
                    <a:pt x="19941" y="25339"/>
                  </a:lnTo>
                  <a:lnTo>
                    <a:pt x="19983" y="25402"/>
                  </a:lnTo>
                  <a:lnTo>
                    <a:pt x="20066" y="25318"/>
                  </a:lnTo>
                  <a:lnTo>
                    <a:pt x="20150" y="25423"/>
                  </a:lnTo>
                  <a:lnTo>
                    <a:pt x="20108" y="25548"/>
                  </a:lnTo>
                  <a:lnTo>
                    <a:pt x="20150" y="25674"/>
                  </a:lnTo>
                  <a:lnTo>
                    <a:pt x="20276" y="25737"/>
                  </a:lnTo>
                  <a:lnTo>
                    <a:pt x="20338" y="25653"/>
                  </a:lnTo>
                  <a:lnTo>
                    <a:pt x="20485" y="25653"/>
                  </a:lnTo>
                  <a:lnTo>
                    <a:pt x="20736" y="25548"/>
                  </a:lnTo>
                  <a:lnTo>
                    <a:pt x="20841" y="25569"/>
                  </a:lnTo>
                  <a:lnTo>
                    <a:pt x="20841" y="25716"/>
                  </a:lnTo>
                  <a:lnTo>
                    <a:pt x="20799" y="25737"/>
                  </a:lnTo>
                  <a:lnTo>
                    <a:pt x="20862" y="25778"/>
                  </a:lnTo>
                  <a:lnTo>
                    <a:pt x="20924" y="25883"/>
                  </a:lnTo>
                  <a:lnTo>
                    <a:pt x="21050" y="25841"/>
                  </a:lnTo>
                  <a:lnTo>
                    <a:pt x="21154" y="25862"/>
                  </a:lnTo>
                  <a:lnTo>
                    <a:pt x="21134" y="25716"/>
                  </a:lnTo>
                  <a:lnTo>
                    <a:pt x="21134" y="25569"/>
                  </a:lnTo>
                  <a:lnTo>
                    <a:pt x="21092" y="25465"/>
                  </a:lnTo>
                  <a:lnTo>
                    <a:pt x="21092" y="25255"/>
                  </a:lnTo>
                  <a:lnTo>
                    <a:pt x="21154" y="25214"/>
                  </a:lnTo>
                  <a:lnTo>
                    <a:pt x="21154" y="25130"/>
                  </a:lnTo>
                  <a:lnTo>
                    <a:pt x="21364" y="25130"/>
                  </a:lnTo>
                  <a:lnTo>
                    <a:pt x="21426" y="25109"/>
                  </a:lnTo>
                  <a:lnTo>
                    <a:pt x="21468" y="25088"/>
                  </a:lnTo>
                  <a:lnTo>
                    <a:pt x="21510" y="25025"/>
                  </a:lnTo>
                  <a:lnTo>
                    <a:pt x="21552" y="24983"/>
                  </a:lnTo>
                  <a:lnTo>
                    <a:pt x="21678" y="24921"/>
                  </a:lnTo>
                  <a:lnTo>
                    <a:pt x="21761" y="24942"/>
                  </a:lnTo>
                  <a:lnTo>
                    <a:pt x="21740" y="25025"/>
                  </a:lnTo>
                  <a:lnTo>
                    <a:pt x="21782" y="25046"/>
                  </a:lnTo>
                  <a:lnTo>
                    <a:pt x="21866" y="25046"/>
                  </a:lnTo>
                  <a:lnTo>
                    <a:pt x="21887" y="24942"/>
                  </a:lnTo>
                  <a:lnTo>
                    <a:pt x="21970" y="24900"/>
                  </a:lnTo>
                  <a:lnTo>
                    <a:pt x="22096" y="25004"/>
                  </a:lnTo>
                  <a:lnTo>
                    <a:pt x="22159" y="24921"/>
                  </a:lnTo>
                  <a:lnTo>
                    <a:pt x="22242" y="24921"/>
                  </a:lnTo>
                  <a:lnTo>
                    <a:pt x="22263" y="25004"/>
                  </a:lnTo>
                  <a:lnTo>
                    <a:pt x="22389" y="24942"/>
                  </a:lnTo>
                  <a:lnTo>
                    <a:pt x="22389" y="24879"/>
                  </a:lnTo>
                  <a:lnTo>
                    <a:pt x="22556" y="24816"/>
                  </a:lnTo>
                  <a:lnTo>
                    <a:pt x="22661" y="24900"/>
                  </a:lnTo>
                  <a:lnTo>
                    <a:pt x="22870" y="24816"/>
                  </a:lnTo>
                  <a:lnTo>
                    <a:pt x="22828" y="24628"/>
                  </a:lnTo>
                  <a:lnTo>
                    <a:pt x="22954" y="24586"/>
                  </a:lnTo>
                  <a:lnTo>
                    <a:pt x="23100" y="24586"/>
                  </a:lnTo>
                  <a:lnTo>
                    <a:pt x="23184" y="24502"/>
                  </a:lnTo>
                  <a:lnTo>
                    <a:pt x="23310" y="24586"/>
                  </a:lnTo>
                  <a:lnTo>
                    <a:pt x="23310" y="24670"/>
                  </a:lnTo>
                  <a:lnTo>
                    <a:pt x="23435" y="24690"/>
                  </a:lnTo>
                  <a:lnTo>
                    <a:pt x="23477" y="24774"/>
                  </a:lnTo>
                  <a:lnTo>
                    <a:pt x="23749" y="24774"/>
                  </a:lnTo>
                  <a:lnTo>
                    <a:pt x="23812" y="24816"/>
                  </a:lnTo>
                  <a:lnTo>
                    <a:pt x="23958" y="24774"/>
                  </a:lnTo>
                  <a:lnTo>
                    <a:pt x="24042" y="24837"/>
                  </a:lnTo>
                  <a:lnTo>
                    <a:pt x="24042" y="24942"/>
                  </a:lnTo>
                  <a:lnTo>
                    <a:pt x="23937" y="24983"/>
                  </a:lnTo>
                  <a:lnTo>
                    <a:pt x="23875" y="25193"/>
                  </a:lnTo>
                  <a:lnTo>
                    <a:pt x="23958" y="25214"/>
                  </a:lnTo>
                  <a:lnTo>
                    <a:pt x="23979" y="25318"/>
                  </a:lnTo>
                  <a:lnTo>
                    <a:pt x="24230" y="25402"/>
                  </a:lnTo>
                  <a:lnTo>
                    <a:pt x="24251" y="25506"/>
                  </a:lnTo>
                  <a:lnTo>
                    <a:pt x="24377" y="25527"/>
                  </a:lnTo>
                  <a:lnTo>
                    <a:pt x="24481" y="25611"/>
                  </a:lnTo>
                  <a:lnTo>
                    <a:pt x="24586" y="25548"/>
                  </a:lnTo>
                  <a:lnTo>
                    <a:pt x="24649" y="25611"/>
                  </a:lnTo>
                  <a:lnTo>
                    <a:pt x="24711" y="25569"/>
                  </a:lnTo>
                  <a:lnTo>
                    <a:pt x="24816" y="25632"/>
                  </a:lnTo>
                  <a:lnTo>
                    <a:pt x="24858" y="25632"/>
                  </a:lnTo>
                  <a:lnTo>
                    <a:pt x="24900" y="25611"/>
                  </a:lnTo>
                  <a:lnTo>
                    <a:pt x="24963" y="25653"/>
                  </a:lnTo>
                  <a:lnTo>
                    <a:pt x="25046" y="25611"/>
                  </a:lnTo>
                  <a:lnTo>
                    <a:pt x="25046" y="25548"/>
                  </a:lnTo>
                  <a:lnTo>
                    <a:pt x="25088" y="25423"/>
                  </a:lnTo>
                  <a:lnTo>
                    <a:pt x="25130" y="25527"/>
                  </a:lnTo>
                  <a:lnTo>
                    <a:pt x="25235" y="25653"/>
                  </a:lnTo>
                  <a:lnTo>
                    <a:pt x="25297" y="25632"/>
                  </a:lnTo>
                  <a:lnTo>
                    <a:pt x="25444" y="25737"/>
                  </a:lnTo>
                  <a:lnTo>
                    <a:pt x="25569" y="25737"/>
                  </a:lnTo>
                  <a:lnTo>
                    <a:pt x="25632" y="25632"/>
                  </a:lnTo>
                  <a:lnTo>
                    <a:pt x="25716" y="25716"/>
                  </a:lnTo>
                  <a:lnTo>
                    <a:pt x="25820" y="25674"/>
                  </a:lnTo>
                  <a:lnTo>
                    <a:pt x="25862" y="25716"/>
                  </a:lnTo>
                  <a:lnTo>
                    <a:pt x="25862" y="25737"/>
                  </a:lnTo>
                  <a:lnTo>
                    <a:pt x="25800" y="25758"/>
                  </a:lnTo>
                  <a:lnTo>
                    <a:pt x="25758" y="25862"/>
                  </a:lnTo>
                  <a:lnTo>
                    <a:pt x="25695" y="25967"/>
                  </a:lnTo>
                  <a:lnTo>
                    <a:pt x="25695" y="26030"/>
                  </a:lnTo>
                  <a:lnTo>
                    <a:pt x="25820" y="26197"/>
                  </a:lnTo>
                  <a:lnTo>
                    <a:pt x="25904" y="26260"/>
                  </a:lnTo>
                  <a:lnTo>
                    <a:pt x="25904" y="26302"/>
                  </a:lnTo>
                  <a:lnTo>
                    <a:pt x="25925" y="26448"/>
                  </a:lnTo>
                  <a:lnTo>
                    <a:pt x="25946" y="26406"/>
                  </a:lnTo>
                  <a:lnTo>
                    <a:pt x="26009" y="26343"/>
                  </a:lnTo>
                  <a:lnTo>
                    <a:pt x="26092" y="26364"/>
                  </a:lnTo>
                  <a:lnTo>
                    <a:pt x="26134" y="26385"/>
                  </a:lnTo>
                  <a:lnTo>
                    <a:pt x="26176" y="26385"/>
                  </a:lnTo>
                  <a:lnTo>
                    <a:pt x="26281" y="26281"/>
                  </a:lnTo>
                  <a:lnTo>
                    <a:pt x="26260" y="26239"/>
                  </a:lnTo>
                  <a:lnTo>
                    <a:pt x="26218" y="26197"/>
                  </a:lnTo>
                  <a:lnTo>
                    <a:pt x="26218" y="26176"/>
                  </a:lnTo>
                  <a:lnTo>
                    <a:pt x="26155" y="26071"/>
                  </a:lnTo>
                  <a:lnTo>
                    <a:pt x="26072" y="26071"/>
                  </a:lnTo>
                  <a:lnTo>
                    <a:pt x="26030" y="25967"/>
                  </a:lnTo>
                  <a:lnTo>
                    <a:pt x="26051" y="25925"/>
                  </a:lnTo>
                  <a:lnTo>
                    <a:pt x="26155" y="25841"/>
                  </a:lnTo>
                  <a:lnTo>
                    <a:pt x="26155" y="25758"/>
                  </a:lnTo>
                  <a:lnTo>
                    <a:pt x="26155" y="25716"/>
                  </a:lnTo>
                  <a:lnTo>
                    <a:pt x="26176" y="25716"/>
                  </a:lnTo>
                  <a:lnTo>
                    <a:pt x="26218" y="25653"/>
                  </a:lnTo>
                  <a:lnTo>
                    <a:pt x="26239" y="25716"/>
                  </a:lnTo>
                  <a:lnTo>
                    <a:pt x="26260" y="25737"/>
                  </a:lnTo>
                  <a:lnTo>
                    <a:pt x="26281" y="25737"/>
                  </a:lnTo>
                  <a:lnTo>
                    <a:pt x="26260" y="25758"/>
                  </a:lnTo>
                  <a:lnTo>
                    <a:pt x="26260" y="25778"/>
                  </a:lnTo>
                  <a:lnTo>
                    <a:pt x="26323" y="25778"/>
                  </a:lnTo>
                  <a:lnTo>
                    <a:pt x="26281" y="25820"/>
                  </a:lnTo>
                  <a:lnTo>
                    <a:pt x="26344" y="25841"/>
                  </a:lnTo>
                  <a:lnTo>
                    <a:pt x="26385" y="25758"/>
                  </a:lnTo>
                  <a:lnTo>
                    <a:pt x="26490" y="25737"/>
                  </a:lnTo>
                  <a:lnTo>
                    <a:pt x="26553" y="25653"/>
                  </a:lnTo>
                  <a:lnTo>
                    <a:pt x="26616" y="25716"/>
                  </a:lnTo>
                  <a:lnTo>
                    <a:pt x="26741" y="25653"/>
                  </a:lnTo>
                  <a:lnTo>
                    <a:pt x="26867" y="25611"/>
                  </a:lnTo>
                  <a:lnTo>
                    <a:pt x="26804" y="25527"/>
                  </a:lnTo>
                  <a:lnTo>
                    <a:pt x="26908" y="25527"/>
                  </a:lnTo>
                  <a:lnTo>
                    <a:pt x="27013" y="25465"/>
                  </a:lnTo>
                  <a:lnTo>
                    <a:pt x="27139" y="25527"/>
                  </a:lnTo>
                  <a:lnTo>
                    <a:pt x="27201" y="25506"/>
                  </a:lnTo>
                  <a:lnTo>
                    <a:pt x="27327" y="25444"/>
                  </a:lnTo>
                  <a:lnTo>
                    <a:pt x="27432" y="25339"/>
                  </a:lnTo>
                  <a:lnTo>
                    <a:pt x="27515" y="25234"/>
                  </a:lnTo>
                  <a:lnTo>
                    <a:pt x="27536" y="25193"/>
                  </a:lnTo>
                  <a:lnTo>
                    <a:pt x="27578" y="25214"/>
                  </a:lnTo>
                  <a:lnTo>
                    <a:pt x="27620" y="25255"/>
                  </a:lnTo>
                  <a:lnTo>
                    <a:pt x="27662" y="25214"/>
                  </a:lnTo>
                  <a:lnTo>
                    <a:pt x="27724" y="25130"/>
                  </a:lnTo>
                  <a:lnTo>
                    <a:pt x="27808" y="25088"/>
                  </a:lnTo>
                  <a:lnTo>
                    <a:pt x="27787" y="24942"/>
                  </a:lnTo>
                  <a:lnTo>
                    <a:pt x="27745" y="24837"/>
                  </a:lnTo>
                  <a:lnTo>
                    <a:pt x="27787" y="24774"/>
                  </a:lnTo>
                  <a:lnTo>
                    <a:pt x="27745" y="24690"/>
                  </a:lnTo>
                  <a:lnTo>
                    <a:pt x="27808" y="24732"/>
                  </a:lnTo>
                  <a:lnTo>
                    <a:pt x="27934" y="24816"/>
                  </a:lnTo>
                  <a:lnTo>
                    <a:pt x="27955" y="24900"/>
                  </a:lnTo>
                  <a:lnTo>
                    <a:pt x="28059" y="25004"/>
                  </a:lnTo>
                  <a:lnTo>
                    <a:pt x="28143" y="24983"/>
                  </a:lnTo>
                  <a:lnTo>
                    <a:pt x="28143" y="24983"/>
                  </a:lnTo>
                  <a:lnTo>
                    <a:pt x="28101" y="25046"/>
                  </a:lnTo>
                  <a:lnTo>
                    <a:pt x="28017" y="25109"/>
                  </a:lnTo>
                  <a:lnTo>
                    <a:pt x="28038" y="25151"/>
                  </a:lnTo>
                  <a:lnTo>
                    <a:pt x="28248" y="25046"/>
                  </a:lnTo>
                  <a:lnTo>
                    <a:pt x="28248" y="24921"/>
                  </a:lnTo>
                  <a:lnTo>
                    <a:pt x="28352" y="24900"/>
                  </a:lnTo>
                  <a:lnTo>
                    <a:pt x="28415" y="24837"/>
                  </a:lnTo>
                  <a:lnTo>
                    <a:pt x="28520" y="24900"/>
                  </a:lnTo>
                  <a:lnTo>
                    <a:pt x="28582" y="24879"/>
                  </a:lnTo>
                  <a:lnTo>
                    <a:pt x="28624" y="24795"/>
                  </a:lnTo>
                  <a:lnTo>
                    <a:pt x="28687" y="24795"/>
                  </a:lnTo>
                  <a:lnTo>
                    <a:pt x="28708" y="24711"/>
                  </a:lnTo>
                  <a:lnTo>
                    <a:pt x="28771" y="24795"/>
                  </a:lnTo>
                  <a:lnTo>
                    <a:pt x="28854" y="24900"/>
                  </a:lnTo>
                  <a:lnTo>
                    <a:pt x="28896" y="24837"/>
                  </a:lnTo>
                  <a:lnTo>
                    <a:pt x="28938" y="24732"/>
                  </a:lnTo>
                  <a:lnTo>
                    <a:pt x="28980" y="24732"/>
                  </a:lnTo>
                  <a:lnTo>
                    <a:pt x="29001" y="24774"/>
                  </a:lnTo>
                  <a:lnTo>
                    <a:pt x="29085" y="24774"/>
                  </a:lnTo>
                  <a:lnTo>
                    <a:pt x="29105" y="24711"/>
                  </a:lnTo>
                  <a:lnTo>
                    <a:pt x="29231" y="24711"/>
                  </a:lnTo>
                  <a:lnTo>
                    <a:pt x="29294" y="24628"/>
                  </a:lnTo>
                  <a:lnTo>
                    <a:pt x="29357" y="24586"/>
                  </a:lnTo>
                  <a:lnTo>
                    <a:pt x="29377" y="24670"/>
                  </a:lnTo>
                  <a:lnTo>
                    <a:pt x="29398" y="24607"/>
                  </a:lnTo>
                  <a:lnTo>
                    <a:pt x="29482" y="24607"/>
                  </a:lnTo>
                  <a:lnTo>
                    <a:pt x="29566" y="24586"/>
                  </a:lnTo>
                  <a:lnTo>
                    <a:pt x="29524" y="24502"/>
                  </a:lnTo>
                  <a:lnTo>
                    <a:pt x="29587" y="24418"/>
                  </a:lnTo>
                  <a:lnTo>
                    <a:pt x="29608" y="24293"/>
                  </a:lnTo>
                  <a:lnTo>
                    <a:pt x="29566" y="24188"/>
                  </a:lnTo>
                  <a:lnTo>
                    <a:pt x="29566" y="24188"/>
                  </a:lnTo>
                  <a:lnTo>
                    <a:pt x="29608" y="24209"/>
                  </a:lnTo>
                  <a:lnTo>
                    <a:pt x="29670" y="24146"/>
                  </a:lnTo>
                  <a:lnTo>
                    <a:pt x="29796" y="24105"/>
                  </a:lnTo>
                  <a:lnTo>
                    <a:pt x="29817" y="24167"/>
                  </a:lnTo>
                  <a:lnTo>
                    <a:pt x="29921" y="24167"/>
                  </a:lnTo>
                  <a:lnTo>
                    <a:pt x="29942" y="24042"/>
                  </a:lnTo>
                  <a:lnTo>
                    <a:pt x="30005" y="24042"/>
                  </a:lnTo>
                  <a:lnTo>
                    <a:pt x="30026" y="23958"/>
                  </a:lnTo>
                  <a:lnTo>
                    <a:pt x="30089" y="23958"/>
                  </a:lnTo>
                  <a:lnTo>
                    <a:pt x="30089" y="23979"/>
                  </a:lnTo>
                  <a:lnTo>
                    <a:pt x="30110" y="23979"/>
                  </a:lnTo>
                  <a:lnTo>
                    <a:pt x="30193" y="23874"/>
                  </a:lnTo>
                  <a:lnTo>
                    <a:pt x="30256" y="23958"/>
                  </a:lnTo>
                  <a:lnTo>
                    <a:pt x="30256" y="23833"/>
                  </a:lnTo>
                  <a:lnTo>
                    <a:pt x="30340" y="23833"/>
                  </a:lnTo>
                  <a:lnTo>
                    <a:pt x="30361" y="23728"/>
                  </a:lnTo>
                  <a:lnTo>
                    <a:pt x="30277" y="23686"/>
                  </a:lnTo>
                  <a:lnTo>
                    <a:pt x="30193" y="23749"/>
                  </a:lnTo>
                  <a:lnTo>
                    <a:pt x="30047" y="23623"/>
                  </a:lnTo>
                  <a:lnTo>
                    <a:pt x="30235" y="23623"/>
                  </a:lnTo>
                  <a:lnTo>
                    <a:pt x="30340" y="23477"/>
                  </a:lnTo>
                  <a:lnTo>
                    <a:pt x="30361" y="23540"/>
                  </a:lnTo>
                  <a:lnTo>
                    <a:pt x="30445" y="23477"/>
                  </a:lnTo>
                  <a:lnTo>
                    <a:pt x="30612" y="23581"/>
                  </a:lnTo>
                  <a:lnTo>
                    <a:pt x="30633" y="23456"/>
                  </a:lnTo>
                  <a:lnTo>
                    <a:pt x="30549" y="23435"/>
                  </a:lnTo>
                  <a:lnTo>
                    <a:pt x="30507" y="23372"/>
                  </a:lnTo>
                  <a:lnTo>
                    <a:pt x="30528" y="23309"/>
                  </a:lnTo>
                  <a:lnTo>
                    <a:pt x="30633" y="23372"/>
                  </a:lnTo>
                  <a:lnTo>
                    <a:pt x="30717" y="23309"/>
                  </a:lnTo>
                  <a:lnTo>
                    <a:pt x="30675" y="23268"/>
                  </a:lnTo>
                  <a:lnTo>
                    <a:pt x="30612" y="23268"/>
                  </a:lnTo>
                  <a:lnTo>
                    <a:pt x="30612" y="23163"/>
                  </a:lnTo>
                  <a:lnTo>
                    <a:pt x="30528" y="23121"/>
                  </a:lnTo>
                  <a:lnTo>
                    <a:pt x="30612" y="23100"/>
                  </a:lnTo>
                  <a:lnTo>
                    <a:pt x="30654" y="23142"/>
                  </a:lnTo>
                  <a:lnTo>
                    <a:pt x="30717" y="23142"/>
                  </a:lnTo>
                  <a:lnTo>
                    <a:pt x="30758" y="23205"/>
                  </a:lnTo>
                  <a:lnTo>
                    <a:pt x="30758" y="23121"/>
                  </a:lnTo>
                  <a:lnTo>
                    <a:pt x="30654" y="23037"/>
                  </a:lnTo>
                  <a:lnTo>
                    <a:pt x="30654" y="22933"/>
                  </a:lnTo>
                  <a:lnTo>
                    <a:pt x="30737" y="22933"/>
                  </a:lnTo>
                  <a:lnTo>
                    <a:pt x="30758" y="22891"/>
                  </a:lnTo>
                  <a:lnTo>
                    <a:pt x="30863" y="22954"/>
                  </a:lnTo>
                  <a:lnTo>
                    <a:pt x="30863" y="23037"/>
                  </a:lnTo>
                  <a:lnTo>
                    <a:pt x="30926" y="23037"/>
                  </a:lnTo>
                  <a:lnTo>
                    <a:pt x="30968" y="23121"/>
                  </a:lnTo>
                  <a:lnTo>
                    <a:pt x="30989" y="22996"/>
                  </a:lnTo>
                  <a:lnTo>
                    <a:pt x="30947" y="22912"/>
                  </a:lnTo>
                  <a:lnTo>
                    <a:pt x="30884" y="22912"/>
                  </a:lnTo>
                  <a:lnTo>
                    <a:pt x="30863" y="22828"/>
                  </a:lnTo>
                  <a:lnTo>
                    <a:pt x="30947" y="22828"/>
                  </a:lnTo>
                  <a:lnTo>
                    <a:pt x="30947" y="22745"/>
                  </a:lnTo>
                  <a:lnTo>
                    <a:pt x="30863" y="22724"/>
                  </a:lnTo>
                  <a:lnTo>
                    <a:pt x="30989" y="22598"/>
                  </a:lnTo>
                  <a:lnTo>
                    <a:pt x="30926" y="22535"/>
                  </a:lnTo>
                  <a:lnTo>
                    <a:pt x="30842" y="22535"/>
                  </a:lnTo>
                  <a:lnTo>
                    <a:pt x="30779" y="22598"/>
                  </a:lnTo>
                  <a:lnTo>
                    <a:pt x="30800" y="22493"/>
                  </a:lnTo>
                  <a:lnTo>
                    <a:pt x="30947" y="22410"/>
                  </a:lnTo>
                  <a:lnTo>
                    <a:pt x="31135" y="22326"/>
                  </a:lnTo>
                  <a:lnTo>
                    <a:pt x="31072" y="22263"/>
                  </a:lnTo>
                  <a:lnTo>
                    <a:pt x="30989" y="22326"/>
                  </a:lnTo>
                  <a:lnTo>
                    <a:pt x="30863" y="22201"/>
                  </a:lnTo>
                  <a:lnTo>
                    <a:pt x="30968" y="22201"/>
                  </a:lnTo>
                  <a:lnTo>
                    <a:pt x="30884" y="22096"/>
                  </a:lnTo>
                  <a:lnTo>
                    <a:pt x="30800" y="22096"/>
                  </a:lnTo>
                  <a:lnTo>
                    <a:pt x="30863" y="22054"/>
                  </a:lnTo>
                  <a:lnTo>
                    <a:pt x="30800" y="21991"/>
                  </a:lnTo>
                  <a:lnTo>
                    <a:pt x="30884" y="21991"/>
                  </a:lnTo>
                  <a:lnTo>
                    <a:pt x="30926" y="21908"/>
                  </a:lnTo>
                  <a:lnTo>
                    <a:pt x="31030" y="21908"/>
                  </a:lnTo>
                  <a:lnTo>
                    <a:pt x="30989" y="22012"/>
                  </a:lnTo>
                  <a:lnTo>
                    <a:pt x="31072" y="22012"/>
                  </a:lnTo>
                  <a:lnTo>
                    <a:pt x="31240" y="21866"/>
                  </a:lnTo>
                  <a:lnTo>
                    <a:pt x="31240" y="21782"/>
                  </a:lnTo>
                  <a:lnTo>
                    <a:pt x="31365" y="21803"/>
                  </a:lnTo>
                  <a:lnTo>
                    <a:pt x="31281" y="21698"/>
                  </a:lnTo>
                  <a:lnTo>
                    <a:pt x="31198" y="21698"/>
                  </a:lnTo>
                  <a:lnTo>
                    <a:pt x="31240" y="21594"/>
                  </a:lnTo>
                  <a:lnTo>
                    <a:pt x="31302" y="21677"/>
                  </a:lnTo>
                  <a:lnTo>
                    <a:pt x="31386" y="21636"/>
                  </a:lnTo>
                  <a:lnTo>
                    <a:pt x="31386" y="21531"/>
                  </a:lnTo>
                  <a:lnTo>
                    <a:pt x="31449" y="21489"/>
                  </a:lnTo>
                  <a:lnTo>
                    <a:pt x="31386" y="21426"/>
                  </a:lnTo>
                  <a:lnTo>
                    <a:pt x="31386" y="21343"/>
                  </a:lnTo>
                  <a:lnTo>
                    <a:pt x="31470" y="21322"/>
                  </a:lnTo>
                  <a:lnTo>
                    <a:pt x="31407" y="21238"/>
                  </a:lnTo>
                  <a:lnTo>
                    <a:pt x="31407" y="21175"/>
                  </a:lnTo>
                  <a:lnTo>
                    <a:pt x="31302" y="21112"/>
                  </a:lnTo>
                  <a:lnTo>
                    <a:pt x="31470" y="21154"/>
                  </a:lnTo>
                  <a:lnTo>
                    <a:pt x="31512" y="21112"/>
                  </a:lnTo>
                  <a:lnTo>
                    <a:pt x="31616" y="20903"/>
                  </a:lnTo>
                  <a:lnTo>
                    <a:pt x="31700" y="20903"/>
                  </a:lnTo>
                  <a:lnTo>
                    <a:pt x="31721" y="20966"/>
                  </a:lnTo>
                  <a:lnTo>
                    <a:pt x="31763" y="21029"/>
                  </a:lnTo>
                  <a:lnTo>
                    <a:pt x="31784" y="20924"/>
                  </a:lnTo>
                  <a:lnTo>
                    <a:pt x="31846" y="20861"/>
                  </a:lnTo>
                  <a:lnTo>
                    <a:pt x="31805" y="20736"/>
                  </a:lnTo>
                  <a:lnTo>
                    <a:pt x="31679" y="20736"/>
                  </a:lnTo>
                  <a:lnTo>
                    <a:pt x="31616" y="20694"/>
                  </a:lnTo>
                  <a:lnTo>
                    <a:pt x="31679" y="20652"/>
                  </a:lnTo>
                  <a:lnTo>
                    <a:pt x="31763" y="20652"/>
                  </a:lnTo>
                  <a:lnTo>
                    <a:pt x="31826" y="20610"/>
                  </a:lnTo>
                  <a:lnTo>
                    <a:pt x="31784" y="20548"/>
                  </a:lnTo>
                  <a:lnTo>
                    <a:pt x="31700" y="20506"/>
                  </a:lnTo>
                  <a:lnTo>
                    <a:pt x="31784" y="20443"/>
                  </a:lnTo>
                  <a:lnTo>
                    <a:pt x="31826" y="20443"/>
                  </a:lnTo>
                  <a:lnTo>
                    <a:pt x="31826" y="20401"/>
                  </a:lnTo>
                  <a:lnTo>
                    <a:pt x="31784" y="20338"/>
                  </a:lnTo>
                  <a:lnTo>
                    <a:pt x="31574" y="20338"/>
                  </a:lnTo>
                  <a:lnTo>
                    <a:pt x="31595" y="20296"/>
                  </a:lnTo>
                  <a:lnTo>
                    <a:pt x="31721" y="20192"/>
                  </a:lnTo>
                  <a:lnTo>
                    <a:pt x="31826" y="20213"/>
                  </a:lnTo>
                  <a:lnTo>
                    <a:pt x="31846" y="20192"/>
                  </a:lnTo>
                  <a:lnTo>
                    <a:pt x="31888" y="20129"/>
                  </a:lnTo>
                  <a:lnTo>
                    <a:pt x="31930" y="20192"/>
                  </a:lnTo>
                  <a:lnTo>
                    <a:pt x="31972" y="20213"/>
                  </a:lnTo>
                  <a:lnTo>
                    <a:pt x="32014" y="20171"/>
                  </a:lnTo>
                  <a:lnTo>
                    <a:pt x="31993" y="20087"/>
                  </a:lnTo>
                  <a:lnTo>
                    <a:pt x="31972" y="19920"/>
                  </a:lnTo>
                  <a:lnTo>
                    <a:pt x="31909" y="19878"/>
                  </a:lnTo>
                  <a:lnTo>
                    <a:pt x="31826" y="19962"/>
                  </a:lnTo>
                  <a:lnTo>
                    <a:pt x="31846" y="19983"/>
                  </a:lnTo>
                  <a:lnTo>
                    <a:pt x="31846" y="20024"/>
                  </a:lnTo>
                  <a:lnTo>
                    <a:pt x="31763" y="20004"/>
                  </a:lnTo>
                  <a:lnTo>
                    <a:pt x="31595" y="20129"/>
                  </a:lnTo>
                  <a:lnTo>
                    <a:pt x="31512" y="20108"/>
                  </a:lnTo>
                  <a:lnTo>
                    <a:pt x="31512" y="20004"/>
                  </a:lnTo>
                  <a:lnTo>
                    <a:pt x="31679" y="19983"/>
                  </a:lnTo>
                  <a:lnTo>
                    <a:pt x="31930" y="19752"/>
                  </a:lnTo>
                  <a:lnTo>
                    <a:pt x="31909" y="19711"/>
                  </a:lnTo>
                  <a:lnTo>
                    <a:pt x="31805" y="19711"/>
                  </a:lnTo>
                  <a:lnTo>
                    <a:pt x="31763" y="19648"/>
                  </a:lnTo>
                  <a:lnTo>
                    <a:pt x="31721" y="19690"/>
                  </a:lnTo>
                  <a:lnTo>
                    <a:pt x="31553" y="19460"/>
                  </a:lnTo>
                  <a:lnTo>
                    <a:pt x="31386" y="19439"/>
                  </a:lnTo>
                  <a:lnTo>
                    <a:pt x="31240" y="19585"/>
                  </a:lnTo>
                  <a:lnTo>
                    <a:pt x="31135" y="19564"/>
                  </a:lnTo>
                  <a:lnTo>
                    <a:pt x="31030" y="19397"/>
                  </a:lnTo>
                  <a:lnTo>
                    <a:pt x="30884" y="19439"/>
                  </a:lnTo>
                  <a:lnTo>
                    <a:pt x="30779" y="19501"/>
                  </a:lnTo>
                  <a:lnTo>
                    <a:pt x="30737" y="19606"/>
                  </a:lnTo>
                  <a:lnTo>
                    <a:pt x="30758" y="19480"/>
                  </a:lnTo>
                  <a:lnTo>
                    <a:pt x="30884" y="19376"/>
                  </a:lnTo>
                  <a:lnTo>
                    <a:pt x="30968" y="19376"/>
                  </a:lnTo>
                  <a:lnTo>
                    <a:pt x="31051" y="19334"/>
                  </a:lnTo>
                  <a:lnTo>
                    <a:pt x="31177" y="19376"/>
                  </a:lnTo>
                  <a:lnTo>
                    <a:pt x="31281" y="19355"/>
                  </a:lnTo>
                  <a:lnTo>
                    <a:pt x="31281" y="19250"/>
                  </a:lnTo>
                  <a:lnTo>
                    <a:pt x="31323" y="19188"/>
                  </a:lnTo>
                  <a:lnTo>
                    <a:pt x="31407" y="19188"/>
                  </a:lnTo>
                  <a:lnTo>
                    <a:pt x="31553" y="19041"/>
                  </a:lnTo>
                  <a:lnTo>
                    <a:pt x="31700" y="19020"/>
                  </a:lnTo>
                  <a:lnTo>
                    <a:pt x="31700" y="18936"/>
                  </a:lnTo>
                  <a:lnTo>
                    <a:pt x="31574" y="18727"/>
                  </a:lnTo>
                  <a:lnTo>
                    <a:pt x="31281" y="18539"/>
                  </a:lnTo>
                  <a:lnTo>
                    <a:pt x="31072" y="18413"/>
                  </a:lnTo>
                  <a:lnTo>
                    <a:pt x="30842" y="18204"/>
                  </a:lnTo>
                  <a:lnTo>
                    <a:pt x="30737" y="18204"/>
                  </a:lnTo>
                  <a:lnTo>
                    <a:pt x="30549" y="18330"/>
                  </a:lnTo>
                  <a:lnTo>
                    <a:pt x="30445" y="18309"/>
                  </a:lnTo>
                  <a:lnTo>
                    <a:pt x="30319" y="18183"/>
                  </a:lnTo>
                  <a:lnTo>
                    <a:pt x="30319" y="18099"/>
                  </a:lnTo>
                  <a:lnTo>
                    <a:pt x="30235" y="18079"/>
                  </a:lnTo>
                  <a:lnTo>
                    <a:pt x="30110" y="18120"/>
                  </a:lnTo>
                  <a:lnTo>
                    <a:pt x="29984" y="18120"/>
                  </a:lnTo>
                  <a:lnTo>
                    <a:pt x="29838" y="18141"/>
                  </a:lnTo>
                  <a:lnTo>
                    <a:pt x="29691" y="18351"/>
                  </a:lnTo>
                  <a:lnTo>
                    <a:pt x="29817" y="18099"/>
                  </a:lnTo>
                  <a:lnTo>
                    <a:pt x="29921" y="18037"/>
                  </a:lnTo>
                  <a:lnTo>
                    <a:pt x="29984" y="18079"/>
                  </a:lnTo>
                  <a:lnTo>
                    <a:pt x="30047" y="18079"/>
                  </a:lnTo>
                  <a:lnTo>
                    <a:pt x="30089" y="18016"/>
                  </a:lnTo>
                  <a:lnTo>
                    <a:pt x="30193" y="18079"/>
                  </a:lnTo>
                  <a:lnTo>
                    <a:pt x="30340" y="17995"/>
                  </a:lnTo>
                  <a:lnTo>
                    <a:pt x="30403" y="18183"/>
                  </a:lnTo>
                  <a:lnTo>
                    <a:pt x="30465" y="18225"/>
                  </a:lnTo>
                  <a:lnTo>
                    <a:pt x="30570" y="18225"/>
                  </a:lnTo>
                  <a:lnTo>
                    <a:pt x="30654" y="18120"/>
                  </a:lnTo>
                  <a:lnTo>
                    <a:pt x="30842" y="18141"/>
                  </a:lnTo>
                  <a:lnTo>
                    <a:pt x="30968" y="18246"/>
                  </a:lnTo>
                  <a:lnTo>
                    <a:pt x="31051" y="18246"/>
                  </a:lnTo>
                  <a:lnTo>
                    <a:pt x="31177" y="18351"/>
                  </a:lnTo>
                  <a:lnTo>
                    <a:pt x="31323" y="18288"/>
                  </a:lnTo>
                  <a:lnTo>
                    <a:pt x="31574" y="18351"/>
                  </a:lnTo>
                  <a:lnTo>
                    <a:pt x="31658" y="18330"/>
                  </a:lnTo>
                  <a:lnTo>
                    <a:pt x="31553" y="18141"/>
                  </a:lnTo>
                  <a:lnTo>
                    <a:pt x="31491" y="18120"/>
                  </a:lnTo>
                  <a:lnTo>
                    <a:pt x="31323" y="17974"/>
                  </a:lnTo>
                  <a:lnTo>
                    <a:pt x="31323" y="17911"/>
                  </a:lnTo>
                  <a:lnTo>
                    <a:pt x="31281" y="17869"/>
                  </a:lnTo>
                  <a:lnTo>
                    <a:pt x="31177" y="17890"/>
                  </a:lnTo>
                  <a:lnTo>
                    <a:pt x="31051" y="17827"/>
                  </a:lnTo>
                  <a:lnTo>
                    <a:pt x="30884" y="17597"/>
                  </a:lnTo>
                  <a:lnTo>
                    <a:pt x="30884" y="17451"/>
                  </a:lnTo>
                  <a:lnTo>
                    <a:pt x="30675" y="17283"/>
                  </a:lnTo>
                  <a:lnTo>
                    <a:pt x="30675" y="17095"/>
                  </a:lnTo>
                  <a:lnTo>
                    <a:pt x="30549" y="17074"/>
                  </a:lnTo>
                  <a:lnTo>
                    <a:pt x="30612" y="16949"/>
                  </a:lnTo>
                  <a:lnTo>
                    <a:pt x="30570" y="16928"/>
                  </a:lnTo>
                  <a:lnTo>
                    <a:pt x="30403" y="16572"/>
                  </a:lnTo>
                  <a:lnTo>
                    <a:pt x="30089" y="16405"/>
                  </a:lnTo>
                  <a:lnTo>
                    <a:pt x="30005" y="16447"/>
                  </a:lnTo>
                  <a:lnTo>
                    <a:pt x="30005" y="16363"/>
                  </a:lnTo>
                  <a:lnTo>
                    <a:pt x="29712" y="16237"/>
                  </a:lnTo>
                  <a:lnTo>
                    <a:pt x="29670" y="16237"/>
                  </a:lnTo>
                  <a:lnTo>
                    <a:pt x="29670" y="15944"/>
                  </a:lnTo>
                  <a:lnTo>
                    <a:pt x="29712" y="15735"/>
                  </a:lnTo>
                  <a:lnTo>
                    <a:pt x="29670" y="15610"/>
                  </a:lnTo>
                  <a:lnTo>
                    <a:pt x="29691" y="15463"/>
                  </a:lnTo>
                  <a:lnTo>
                    <a:pt x="29712" y="15484"/>
                  </a:lnTo>
                  <a:lnTo>
                    <a:pt x="29817" y="15463"/>
                  </a:lnTo>
                  <a:lnTo>
                    <a:pt x="29921" y="15296"/>
                  </a:lnTo>
                  <a:lnTo>
                    <a:pt x="29984" y="15317"/>
                  </a:lnTo>
                  <a:lnTo>
                    <a:pt x="30089" y="15191"/>
                  </a:lnTo>
                  <a:lnTo>
                    <a:pt x="29984" y="15149"/>
                  </a:lnTo>
                  <a:lnTo>
                    <a:pt x="29921" y="15066"/>
                  </a:lnTo>
                  <a:lnTo>
                    <a:pt x="30005" y="14961"/>
                  </a:lnTo>
                  <a:lnTo>
                    <a:pt x="30193" y="14982"/>
                  </a:lnTo>
                  <a:lnTo>
                    <a:pt x="30193" y="14856"/>
                  </a:lnTo>
                  <a:lnTo>
                    <a:pt x="30319" y="14835"/>
                  </a:lnTo>
                  <a:lnTo>
                    <a:pt x="30319" y="14731"/>
                  </a:lnTo>
                  <a:lnTo>
                    <a:pt x="30193" y="14647"/>
                  </a:lnTo>
                  <a:lnTo>
                    <a:pt x="30319" y="14647"/>
                  </a:lnTo>
                  <a:lnTo>
                    <a:pt x="30424" y="14689"/>
                  </a:lnTo>
                  <a:lnTo>
                    <a:pt x="30445" y="14647"/>
                  </a:lnTo>
                  <a:lnTo>
                    <a:pt x="30549" y="14647"/>
                  </a:lnTo>
                  <a:lnTo>
                    <a:pt x="30654" y="14563"/>
                  </a:lnTo>
                  <a:lnTo>
                    <a:pt x="30717" y="14563"/>
                  </a:lnTo>
                  <a:lnTo>
                    <a:pt x="30842" y="14375"/>
                  </a:lnTo>
                  <a:lnTo>
                    <a:pt x="30884" y="14459"/>
                  </a:lnTo>
                  <a:lnTo>
                    <a:pt x="30947" y="14417"/>
                  </a:lnTo>
                  <a:lnTo>
                    <a:pt x="30947" y="14459"/>
                  </a:lnTo>
                  <a:lnTo>
                    <a:pt x="31093" y="14563"/>
                  </a:lnTo>
                  <a:lnTo>
                    <a:pt x="31240" y="14438"/>
                  </a:lnTo>
                  <a:lnTo>
                    <a:pt x="31240" y="14375"/>
                  </a:lnTo>
                  <a:lnTo>
                    <a:pt x="31156" y="14354"/>
                  </a:lnTo>
                  <a:lnTo>
                    <a:pt x="31135" y="14250"/>
                  </a:lnTo>
                  <a:lnTo>
                    <a:pt x="31198" y="14208"/>
                  </a:lnTo>
                  <a:lnTo>
                    <a:pt x="31261" y="14208"/>
                  </a:lnTo>
                  <a:lnTo>
                    <a:pt x="31177" y="14061"/>
                  </a:lnTo>
                  <a:lnTo>
                    <a:pt x="31177" y="13998"/>
                  </a:lnTo>
                  <a:lnTo>
                    <a:pt x="31302" y="13957"/>
                  </a:lnTo>
                  <a:lnTo>
                    <a:pt x="31240" y="13936"/>
                  </a:lnTo>
                  <a:lnTo>
                    <a:pt x="31093" y="13957"/>
                  </a:lnTo>
                  <a:lnTo>
                    <a:pt x="30947" y="13957"/>
                  </a:lnTo>
                  <a:lnTo>
                    <a:pt x="30947" y="13915"/>
                  </a:lnTo>
                  <a:lnTo>
                    <a:pt x="30800" y="13915"/>
                  </a:lnTo>
                  <a:lnTo>
                    <a:pt x="30758" y="13957"/>
                  </a:lnTo>
                  <a:lnTo>
                    <a:pt x="30403" y="13998"/>
                  </a:lnTo>
                  <a:lnTo>
                    <a:pt x="30319" y="13915"/>
                  </a:lnTo>
                  <a:lnTo>
                    <a:pt x="30256" y="13894"/>
                  </a:lnTo>
                  <a:lnTo>
                    <a:pt x="30193" y="13789"/>
                  </a:lnTo>
                  <a:lnTo>
                    <a:pt x="30131" y="13747"/>
                  </a:lnTo>
                  <a:lnTo>
                    <a:pt x="30089" y="13706"/>
                  </a:lnTo>
                  <a:lnTo>
                    <a:pt x="29817" y="13831"/>
                  </a:lnTo>
                  <a:lnTo>
                    <a:pt x="29691" y="13831"/>
                  </a:lnTo>
                  <a:lnTo>
                    <a:pt x="29733" y="13894"/>
                  </a:lnTo>
                  <a:lnTo>
                    <a:pt x="29733" y="13998"/>
                  </a:lnTo>
                  <a:lnTo>
                    <a:pt x="29670" y="14040"/>
                  </a:lnTo>
                  <a:lnTo>
                    <a:pt x="29503" y="14103"/>
                  </a:lnTo>
                  <a:lnTo>
                    <a:pt x="29524" y="14124"/>
                  </a:lnTo>
                  <a:lnTo>
                    <a:pt x="29587" y="14208"/>
                  </a:lnTo>
                  <a:lnTo>
                    <a:pt x="29524" y="14312"/>
                  </a:lnTo>
                  <a:lnTo>
                    <a:pt x="29482" y="14354"/>
                  </a:lnTo>
                  <a:lnTo>
                    <a:pt x="29357" y="14312"/>
                  </a:lnTo>
                  <a:lnTo>
                    <a:pt x="29231" y="14375"/>
                  </a:lnTo>
                  <a:lnTo>
                    <a:pt x="29085" y="14354"/>
                  </a:lnTo>
                  <a:lnTo>
                    <a:pt x="28938" y="14061"/>
                  </a:lnTo>
                  <a:lnTo>
                    <a:pt x="28938" y="13915"/>
                  </a:lnTo>
                  <a:lnTo>
                    <a:pt x="28896" y="13810"/>
                  </a:lnTo>
                  <a:lnTo>
                    <a:pt x="28750" y="13810"/>
                  </a:lnTo>
                  <a:lnTo>
                    <a:pt x="28687" y="13831"/>
                  </a:lnTo>
                  <a:lnTo>
                    <a:pt x="28687" y="13789"/>
                  </a:lnTo>
                  <a:lnTo>
                    <a:pt x="28624" y="13789"/>
                  </a:lnTo>
                  <a:lnTo>
                    <a:pt x="28561" y="13852"/>
                  </a:lnTo>
                  <a:lnTo>
                    <a:pt x="28540" y="13789"/>
                  </a:lnTo>
                  <a:lnTo>
                    <a:pt x="28540" y="13831"/>
                  </a:lnTo>
                  <a:lnTo>
                    <a:pt x="28436" y="13706"/>
                  </a:lnTo>
                  <a:lnTo>
                    <a:pt x="28436" y="13622"/>
                  </a:lnTo>
                  <a:lnTo>
                    <a:pt x="28227" y="13496"/>
                  </a:lnTo>
                  <a:lnTo>
                    <a:pt x="28122" y="13413"/>
                  </a:lnTo>
                  <a:lnTo>
                    <a:pt x="28101" y="13287"/>
                  </a:lnTo>
                  <a:lnTo>
                    <a:pt x="28038" y="13162"/>
                  </a:lnTo>
                  <a:lnTo>
                    <a:pt x="28101" y="13099"/>
                  </a:lnTo>
                  <a:lnTo>
                    <a:pt x="28101" y="13057"/>
                  </a:lnTo>
                  <a:lnTo>
                    <a:pt x="28101" y="12994"/>
                  </a:lnTo>
                  <a:lnTo>
                    <a:pt x="28122" y="12869"/>
                  </a:lnTo>
                  <a:lnTo>
                    <a:pt x="28164" y="12806"/>
                  </a:lnTo>
                  <a:lnTo>
                    <a:pt x="28185" y="12764"/>
                  </a:lnTo>
                  <a:lnTo>
                    <a:pt x="28415" y="12848"/>
                  </a:lnTo>
                  <a:lnTo>
                    <a:pt x="28750" y="12848"/>
                  </a:lnTo>
                  <a:lnTo>
                    <a:pt x="28792" y="12701"/>
                  </a:lnTo>
                  <a:lnTo>
                    <a:pt x="28771" y="12659"/>
                  </a:lnTo>
                  <a:lnTo>
                    <a:pt x="28854" y="12659"/>
                  </a:lnTo>
                  <a:lnTo>
                    <a:pt x="28833" y="12492"/>
                  </a:lnTo>
                  <a:lnTo>
                    <a:pt x="28792" y="12471"/>
                  </a:lnTo>
                  <a:lnTo>
                    <a:pt x="28854" y="12429"/>
                  </a:lnTo>
                  <a:lnTo>
                    <a:pt x="28896" y="12136"/>
                  </a:lnTo>
                  <a:lnTo>
                    <a:pt x="29105" y="12011"/>
                  </a:lnTo>
                  <a:lnTo>
                    <a:pt x="29210" y="12011"/>
                  </a:lnTo>
                  <a:lnTo>
                    <a:pt x="29315" y="11843"/>
                  </a:lnTo>
                  <a:lnTo>
                    <a:pt x="29377" y="11843"/>
                  </a:lnTo>
                  <a:lnTo>
                    <a:pt x="29398" y="11613"/>
                  </a:lnTo>
                  <a:lnTo>
                    <a:pt x="29503" y="11488"/>
                  </a:lnTo>
                  <a:lnTo>
                    <a:pt x="29524" y="11341"/>
                  </a:lnTo>
                  <a:lnTo>
                    <a:pt x="29587" y="11320"/>
                  </a:lnTo>
                  <a:lnTo>
                    <a:pt x="29670" y="11195"/>
                  </a:lnTo>
                  <a:lnTo>
                    <a:pt x="29796" y="11195"/>
                  </a:lnTo>
                  <a:lnTo>
                    <a:pt x="29838" y="11216"/>
                  </a:lnTo>
                  <a:lnTo>
                    <a:pt x="29942" y="11216"/>
                  </a:lnTo>
                  <a:lnTo>
                    <a:pt x="29984" y="11111"/>
                  </a:lnTo>
                  <a:lnTo>
                    <a:pt x="30152" y="11320"/>
                  </a:lnTo>
                  <a:lnTo>
                    <a:pt x="30424" y="11488"/>
                  </a:lnTo>
                  <a:lnTo>
                    <a:pt x="30424" y="11592"/>
                  </a:lnTo>
                  <a:lnTo>
                    <a:pt x="30361" y="11613"/>
                  </a:lnTo>
                  <a:lnTo>
                    <a:pt x="30340" y="11697"/>
                  </a:lnTo>
                  <a:lnTo>
                    <a:pt x="30214" y="11843"/>
                  </a:lnTo>
                  <a:lnTo>
                    <a:pt x="30193" y="12011"/>
                  </a:lnTo>
                  <a:lnTo>
                    <a:pt x="30089" y="12011"/>
                  </a:lnTo>
                  <a:lnTo>
                    <a:pt x="30110" y="12032"/>
                  </a:lnTo>
                  <a:lnTo>
                    <a:pt x="30089" y="12178"/>
                  </a:lnTo>
                  <a:lnTo>
                    <a:pt x="30214" y="12325"/>
                  </a:lnTo>
                  <a:lnTo>
                    <a:pt x="30193" y="12387"/>
                  </a:lnTo>
                  <a:lnTo>
                    <a:pt x="30131" y="12429"/>
                  </a:lnTo>
                  <a:lnTo>
                    <a:pt x="30131" y="12471"/>
                  </a:lnTo>
                  <a:lnTo>
                    <a:pt x="30193" y="12555"/>
                  </a:lnTo>
                  <a:lnTo>
                    <a:pt x="30319" y="12492"/>
                  </a:lnTo>
                  <a:lnTo>
                    <a:pt x="30445" y="12387"/>
                  </a:lnTo>
                  <a:lnTo>
                    <a:pt x="30403" y="12492"/>
                  </a:lnTo>
                  <a:lnTo>
                    <a:pt x="30277" y="12576"/>
                  </a:lnTo>
                  <a:lnTo>
                    <a:pt x="30319" y="12638"/>
                  </a:lnTo>
                  <a:lnTo>
                    <a:pt x="30361" y="12659"/>
                  </a:lnTo>
                  <a:lnTo>
                    <a:pt x="30361" y="12701"/>
                  </a:lnTo>
                  <a:lnTo>
                    <a:pt x="30319" y="12743"/>
                  </a:lnTo>
                  <a:lnTo>
                    <a:pt x="30193" y="12743"/>
                  </a:lnTo>
                  <a:lnTo>
                    <a:pt x="30131" y="12806"/>
                  </a:lnTo>
                  <a:lnTo>
                    <a:pt x="30026" y="12806"/>
                  </a:lnTo>
                  <a:lnTo>
                    <a:pt x="29984" y="12890"/>
                  </a:lnTo>
                  <a:lnTo>
                    <a:pt x="30089" y="12973"/>
                  </a:lnTo>
                  <a:lnTo>
                    <a:pt x="30089" y="13057"/>
                  </a:lnTo>
                  <a:lnTo>
                    <a:pt x="30152" y="13057"/>
                  </a:lnTo>
                  <a:lnTo>
                    <a:pt x="30235" y="12952"/>
                  </a:lnTo>
                  <a:lnTo>
                    <a:pt x="30277" y="12952"/>
                  </a:lnTo>
                  <a:lnTo>
                    <a:pt x="30403" y="12806"/>
                  </a:lnTo>
                  <a:lnTo>
                    <a:pt x="30549" y="12743"/>
                  </a:lnTo>
                  <a:lnTo>
                    <a:pt x="30570" y="12701"/>
                  </a:lnTo>
                  <a:lnTo>
                    <a:pt x="30528" y="12576"/>
                  </a:lnTo>
                  <a:lnTo>
                    <a:pt x="30654" y="12471"/>
                  </a:lnTo>
                  <a:lnTo>
                    <a:pt x="30926" y="12283"/>
                  </a:lnTo>
                  <a:lnTo>
                    <a:pt x="30989" y="12283"/>
                  </a:lnTo>
                  <a:lnTo>
                    <a:pt x="31030" y="12178"/>
                  </a:lnTo>
                  <a:lnTo>
                    <a:pt x="31156" y="12178"/>
                  </a:lnTo>
                  <a:lnTo>
                    <a:pt x="31302" y="12053"/>
                  </a:lnTo>
                  <a:lnTo>
                    <a:pt x="31365" y="12115"/>
                  </a:lnTo>
                  <a:lnTo>
                    <a:pt x="31407" y="12115"/>
                  </a:lnTo>
                  <a:lnTo>
                    <a:pt x="31553" y="12073"/>
                  </a:lnTo>
                  <a:lnTo>
                    <a:pt x="31721" y="11906"/>
                  </a:lnTo>
                  <a:lnTo>
                    <a:pt x="31763" y="12011"/>
                  </a:lnTo>
                  <a:lnTo>
                    <a:pt x="31763" y="11655"/>
                  </a:lnTo>
                  <a:lnTo>
                    <a:pt x="31909" y="11550"/>
                  </a:lnTo>
                  <a:lnTo>
                    <a:pt x="31972" y="11404"/>
                  </a:lnTo>
                  <a:lnTo>
                    <a:pt x="31972" y="11299"/>
                  </a:lnTo>
                  <a:lnTo>
                    <a:pt x="32118" y="11195"/>
                  </a:lnTo>
                  <a:lnTo>
                    <a:pt x="32223" y="11006"/>
                  </a:lnTo>
                  <a:lnTo>
                    <a:pt x="32328" y="10965"/>
                  </a:lnTo>
                  <a:lnTo>
                    <a:pt x="32411" y="10672"/>
                  </a:lnTo>
                  <a:lnTo>
                    <a:pt x="32453" y="10567"/>
                  </a:lnTo>
                  <a:lnTo>
                    <a:pt x="32453" y="10504"/>
                  </a:lnTo>
                  <a:lnTo>
                    <a:pt x="32453" y="10337"/>
                  </a:lnTo>
                  <a:lnTo>
                    <a:pt x="32600" y="10190"/>
                  </a:lnTo>
                  <a:lnTo>
                    <a:pt x="32704" y="10358"/>
                  </a:lnTo>
                  <a:lnTo>
                    <a:pt x="32767" y="10400"/>
                  </a:lnTo>
                  <a:lnTo>
                    <a:pt x="32851" y="10483"/>
                  </a:lnTo>
                  <a:lnTo>
                    <a:pt x="32955" y="10441"/>
                  </a:lnTo>
                  <a:lnTo>
                    <a:pt x="33081" y="10483"/>
                  </a:lnTo>
                  <a:lnTo>
                    <a:pt x="33332" y="10462"/>
                  </a:lnTo>
                  <a:lnTo>
                    <a:pt x="33478" y="10483"/>
                  </a:lnTo>
                  <a:lnTo>
                    <a:pt x="33541" y="10337"/>
                  </a:lnTo>
                  <a:lnTo>
                    <a:pt x="33541" y="10253"/>
                  </a:lnTo>
                  <a:lnTo>
                    <a:pt x="33395" y="10128"/>
                  </a:lnTo>
                  <a:lnTo>
                    <a:pt x="33290" y="10044"/>
                  </a:lnTo>
                  <a:lnTo>
                    <a:pt x="33374" y="9960"/>
                  </a:lnTo>
                  <a:lnTo>
                    <a:pt x="33499" y="9960"/>
                  </a:lnTo>
                  <a:lnTo>
                    <a:pt x="33750" y="9772"/>
                  </a:lnTo>
                  <a:lnTo>
                    <a:pt x="33750" y="9646"/>
                  </a:lnTo>
                  <a:lnTo>
                    <a:pt x="33855" y="9521"/>
                  </a:lnTo>
                  <a:lnTo>
                    <a:pt x="33939" y="9521"/>
                  </a:lnTo>
                  <a:lnTo>
                    <a:pt x="34002" y="9416"/>
                  </a:lnTo>
                  <a:lnTo>
                    <a:pt x="33939" y="9312"/>
                  </a:lnTo>
                  <a:lnTo>
                    <a:pt x="33939" y="9207"/>
                  </a:lnTo>
                  <a:lnTo>
                    <a:pt x="33939" y="9081"/>
                  </a:lnTo>
                  <a:lnTo>
                    <a:pt x="34022" y="9040"/>
                  </a:lnTo>
                  <a:lnTo>
                    <a:pt x="34127" y="9123"/>
                  </a:lnTo>
                  <a:lnTo>
                    <a:pt x="34127" y="9228"/>
                  </a:lnTo>
                  <a:lnTo>
                    <a:pt x="34190" y="9312"/>
                  </a:lnTo>
                  <a:lnTo>
                    <a:pt x="34378" y="9332"/>
                  </a:lnTo>
                  <a:lnTo>
                    <a:pt x="34399" y="9395"/>
                  </a:lnTo>
                  <a:lnTo>
                    <a:pt x="34399" y="9353"/>
                  </a:lnTo>
                  <a:lnTo>
                    <a:pt x="34399" y="9291"/>
                  </a:lnTo>
                  <a:lnTo>
                    <a:pt x="34378" y="9249"/>
                  </a:lnTo>
                  <a:lnTo>
                    <a:pt x="34336" y="9144"/>
                  </a:lnTo>
                  <a:lnTo>
                    <a:pt x="34336" y="9123"/>
                  </a:lnTo>
                  <a:lnTo>
                    <a:pt x="34420" y="9081"/>
                  </a:lnTo>
                  <a:lnTo>
                    <a:pt x="34546" y="9102"/>
                  </a:lnTo>
                  <a:lnTo>
                    <a:pt x="34608" y="9081"/>
                  </a:lnTo>
                  <a:lnTo>
                    <a:pt x="34608" y="8977"/>
                  </a:lnTo>
                  <a:lnTo>
                    <a:pt x="34587" y="8914"/>
                  </a:lnTo>
                  <a:lnTo>
                    <a:pt x="34587" y="8830"/>
                  </a:lnTo>
                  <a:lnTo>
                    <a:pt x="34608" y="8788"/>
                  </a:lnTo>
                  <a:lnTo>
                    <a:pt x="34608" y="8684"/>
                  </a:lnTo>
                  <a:lnTo>
                    <a:pt x="34608" y="8579"/>
                  </a:lnTo>
                  <a:lnTo>
                    <a:pt x="34525" y="8516"/>
                  </a:lnTo>
                  <a:lnTo>
                    <a:pt x="34525" y="8349"/>
                  </a:lnTo>
                  <a:lnTo>
                    <a:pt x="34525" y="8244"/>
                  </a:lnTo>
                  <a:lnTo>
                    <a:pt x="34504" y="8098"/>
                  </a:lnTo>
                  <a:lnTo>
                    <a:pt x="34504" y="7993"/>
                  </a:lnTo>
                  <a:lnTo>
                    <a:pt x="34441" y="7889"/>
                  </a:lnTo>
                  <a:lnTo>
                    <a:pt x="34399" y="7826"/>
                  </a:lnTo>
                  <a:lnTo>
                    <a:pt x="34378" y="7742"/>
                  </a:lnTo>
                  <a:lnTo>
                    <a:pt x="34232" y="7533"/>
                  </a:lnTo>
                  <a:lnTo>
                    <a:pt x="34190" y="7428"/>
                  </a:lnTo>
                  <a:lnTo>
                    <a:pt x="34211" y="7366"/>
                  </a:lnTo>
                  <a:lnTo>
                    <a:pt x="34294" y="7345"/>
                  </a:lnTo>
                  <a:lnTo>
                    <a:pt x="34378" y="7324"/>
                  </a:lnTo>
                  <a:lnTo>
                    <a:pt x="34420" y="7261"/>
                  </a:lnTo>
                  <a:lnTo>
                    <a:pt x="34441" y="7198"/>
                  </a:lnTo>
                  <a:lnTo>
                    <a:pt x="34546" y="7010"/>
                  </a:lnTo>
                  <a:lnTo>
                    <a:pt x="34587" y="7010"/>
                  </a:lnTo>
                  <a:lnTo>
                    <a:pt x="34692" y="7031"/>
                  </a:lnTo>
                  <a:lnTo>
                    <a:pt x="34755" y="7052"/>
                  </a:lnTo>
                  <a:lnTo>
                    <a:pt x="35131" y="7115"/>
                  </a:lnTo>
                  <a:lnTo>
                    <a:pt x="35173" y="7136"/>
                  </a:lnTo>
                  <a:lnTo>
                    <a:pt x="35236" y="7136"/>
                  </a:lnTo>
                  <a:lnTo>
                    <a:pt x="35278" y="7094"/>
                  </a:lnTo>
                  <a:lnTo>
                    <a:pt x="35257" y="7010"/>
                  </a:lnTo>
                  <a:lnTo>
                    <a:pt x="35236" y="6926"/>
                  </a:lnTo>
                  <a:lnTo>
                    <a:pt x="35236" y="6884"/>
                  </a:lnTo>
                  <a:lnTo>
                    <a:pt x="35257" y="6822"/>
                  </a:lnTo>
                  <a:lnTo>
                    <a:pt x="35236" y="6780"/>
                  </a:lnTo>
                  <a:lnTo>
                    <a:pt x="35215" y="6696"/>
                  </a:lnTo>
                  <a:lnTo>
                    <a:pt x="35257" y="6591"/>
                  </a:lnTo>
                  <a:lnTo>
                    <a:pt x="35320" y="6571"/>
                  </a:lnTo>
                  <a:lnTo>
                    <a:pt x="35278" y="6466"/>
                  </a:lnTo>
                  <a:lnTo>
                    <a:pt x="35257" y="6403"/>
                  </a:lnTo>
                  <a:lnTo>
                    <a:pt x="35257" y="6382"/>
                  </a:lnTo>
                  <a:lnTo>
                    <a:pt x="35341" y="6319"/>
                  </a:lnTo>
                  <a:lnTo>
                    <a:pt x="35320" y="6278"/>
                  </a:lnTo>
                  <a:lnTo>
                    <a:pt x="35320" y="6215"/>
                  </a:lnTo>
                  <a:lnTo>
                    <a:pt x="35278" y="6152"/>
                  </a:lnTo>
                  <a:lnTo>
                    <a:pt x="35320" y="6068"/>
                  </a:lnTo>
                  <a:lnTo>
                    <a:pt x="35362" y="6047"/>
                  </a:lnTo>
                  <a:lnTo>
                    <a:pt x="35362" y="5985"/>
                  </a:lnTo>
                  <a:lnTo>
                    <a:pt x="35341" y="5943"/>
                  </a:lnTo>
                  <a:lnTo>
                    <a:pt x="35278" y="5796"/>
                  </a:lnTo>
                  <a:lnTo>
                    <a:pt x="35278" y="5671"/>
                  </a:lnTo>
                  <a:lnTo>
                    <a:pt x="35320" y="5650"/>
                  </a:lnTo>
                  <a:lnTo>
                    <a:pt x="35341" y="5629"/>
                  </a:lnTo>
                  <a:lnTo>
                    <a:pt x="35341" y="5587"/>
                  </a:lnTo>
                  <a:lnTo>
                    <a:pt x="35320" y="5545"/>
                  </a:lnTo>
                  <a:lnTo>
                    <a:pt x="35320" y="5483"/>
                  </a:lnTo>
                  <a:lnTo>
                    <a:pt x="35257" y="5441"/>
                  </a:lnTo>
                  <a:lnTo>
                    <a:pt x="35236" y="5378"/>
                  </a:lnTo>
                  <a:lnTo>
                    <a:pt x="35257" y="5315"/>
                  </a:lnTo>
                  <a:lnTo>
                    <a:pt x="35257" y="5231"/>
                  </a:lnTo>
                  <a:lnTo>
                    <a:pt x="35236" y="5169"/>
                  </a:lnTo>
                  <a:lnTo>
                    <a:pt x="35173" y="5127"/>
                  </a:lnTo>
                  <a:lnTo>
                    <a:pt x="35173" y="5064"/>
                  </a:lnTo>
                  <a:lnTo>
                    <a:pt x="35257" y="4959"/>
                  </a:lnTo>
                  <a:lnTo>
                    <a:pt x="35362" y="4939"/>
                  </a:lnTo>
                  <a:lnTo>
                    <a:pt x="35383" y="4918"/>
                  </a:lnTo>
                  <a:lnTo>
                    <a:pt x="35383" y="4813"/>
                  </a:lnTo>
                  <a:lnTo>
                    <a:pt x="35424" y="4687"/>
                  </a:lnTo>
                  <a:lnTo>
                    <a:pt x="35341" y="4646"/>
                  </a:lnTo>
                  <a:lnTo>
                    <a:pt x="35278" y="4583"/>
                  </a:lnTo>
                  <a:lnTo>
                    <a:pt x="35257" y="4499"/>
                  </a:lnTo>
                  <a:lnTo>
                    <a:pt x="35173" y="4395"/>
                  </a:lnTo>
                  <a:lnTo>
                    <a:pt x="35152" y="4332"/>
                  </a:lnTo>
                  <a:lnTo>
                    <a:pt x="35215" y="4290"/>
                  </a:lnTo>
                  <a:lnTo>
                    <a:pt x="35152" y="4185"/>
                  </a:lnTo>
                  <a:lnTo>
                    <a:pt x="35131" y="4123"/>
                  </a:lnTo>
                  <a:lnTo>
                    <a:pt x="35027" y="4102"/>
                  </a:lnTo>
                  <a:lnTo>
                    <a:pt x="34964" y="4081"/>
                  </a:lnTo>
                  <a:lnTo>
                    <a:pt x="34859" y="4018"/>
                  </a:lnTo>
                  <a:lnTo>
                    <a:pt x="34797" y="4081"/>
                  </a:lnTo>
                  <a:lnTo>
                    <a:pt x="34713" y="4102"/>
                  </a:lnTo>
                  <a:lnTo>
                    <a:pt x="34629" y="4143"/>
                  </a:lnTo>
                  <a:lnTo>
                    <a:pt x="34629" y="4227"/>
                  </a:lnTo>
                  <a:lnTo>
                    <a:pt x="34587" y="4269"/>
                  </a:lnTo>
                  <a:lnTo>
                    <a:pt x="34504" y="4269"/>
                  </a:lnTo>
                  <a:lnTo>
                    <a:pt x="34483" y="4395"/>
                  </a:lnTo>
                  <a:lnTo>
                    <a:pt x="34294" y="4395"/>
                  </a:lnTo>
                  <a:lnTo>
                    <a:pt x="34232" y="4478"/>
                  </a:lnTo>
                  <a:lnTo>
                    <a:pt x="34232" y="4583"/>
                  </a:lnTo>
                  <a:lnTo>
                    <a:pt x="34190" y="4604"/>
                  </a:lnTo>
                  <a:lnTo>
                    <a:pt x="34169" y="4729"/>
                  </a:lnTo>
                  <a:lnTo>
                    <a:pt x="34169" y="4792"/>
                  </a:lnTo>
                  <a:lnTo>
                    <a:pt x="34106" y="4813"/>
                  </a:lnTo>
                  <a:lnTo>
                    <a:pt x="34022" y="4897"/>
                  </a:lnTo>
                  <a:lnTo>
                    <a:pt x="33876" y="4918"/>
                  </a:lnTo>
                  <a:lnTo>
                    <a:pt x="33709" y="4918"/>
                  </a:lnTo>
                  <a:lnTo>
                    <a:pt x="33667" y="4939"/>
                  </a:lnTo>
                  <a:lnTo>
                    <a:pt x="33604" y="5001"/>
                  </a:lnTo>
                  <a:lnTo>
                    <a:pt x="33583" y="4918"/>
                  </a:lnTo>
                  <a:lnTo>
                    <a:pt x="33541" y="4834"/>
                  </a:lnTo>
                  <a:lnTo>
                    <a:pt x="33458" y="4834"/>
                  </a:lnTo>
                  <a:lnTo>
                    <a:pt x="33374" y="4897"/>
                  </a:lnTo>
                  <a:lnTo>
                    <a:pt x="33269" y="4918"/>
                  </a:lnTo>
                  <a:lnTo>
                    <a:pt x="33248" y="4834"/>
                  </a:lnTo>
                  <a:lnTo>
                    <a:pt x="33165" y="4729"/>
                  </a:lnTo>
                  <a:lnTo>
                    <a:pt x="33123" y="4708"/>
                  </a:lnTo>
                  <a:lnTo>
                    <a:pt x="32976" y="4583"/>
                  </a:lnTo>
                  <a:lnTo>
                    <a:pt x="32976" y="4478"/>
                  </a:lnTo>
                  <a:lnTo>
                    <a:pt x="33018" y="4436"/>
                  </a:lnTo>
                  <a:lnTo>
                    <a:pt x="33039" y="4332"/>
                  </a:lnTo>
                  <a:lnTo>
                    <a:pt x="33018" y="4227"/>
                  </a:lnTo>
                  <a:lnTo>
                    <a:pt x="32976" y="4123"/>
                  </a:lnTo>
                  <a:lnTo>
                    <a:pt x="32872" y="4143"/>
                  </a:lnTo>
                  <a:lnTo>
                    <a:pt x="32872" y="4081"/>
                  </a:lnTo>
                  <a:lnTo>
                    <a:pt x="32872" y="3997"/>
                  </a:lnTo>
                  <a:lnTo>
                    <a:pt x="32934" y="3913"/>
                  </a:lnTo>
                  <a:lnTo>
                    <a:pt x="32934" y="3871"/>
                  </a:lnTo>
                  <a:lnTo>
                    <a:pt x="32872" y="3851"/>
                  </a:lnTo>
                  <a:lnTo>
                    <a:pt x="32851" y="3851"/>
                  </a:lnTo>
                  <a:lnTo>
                    <a:pt x="32767" y="3892"/>
                  </a:lnTo>
                  <a:lnTo>
                    <a:pt x="32725" y="3892"/>
                  </a:lnTo>
                  <a:lnTo>
                    <a:pt x="32642" y="3913"/>
                  </a:lnTo>
                  <a:lnTo>
                    <a:pt x="32558" y="3892"/>
                  </a:lnTo>
                  <a:lnTo>
                    <a:pt x="32516" y="3871"/>
                  </a:lnTo>
                  <a:lnTo>
                    <a:pt x="32453" y="3851"/>
                  </a:lnTo>
                  <a:lnTo>
                    <a:pt x="32432" y="3809"/>
                  </a:lnTo>
                  <a:lnTo>
                    <a:pt x="32307" y="3767"/>
                  </a:lnTo>
                  <a:lnTo>
                    <a:pt x="32307" y="3704"/>
                  </a:lnTo>
                  <a:lnTo>
                    <a:pt x="32244" y="3662"/>
                  </a:lnTo>
                  <a:lnTo>
                    <a:pt x="32202" y="3662"/>
                  </a:lnTo>
                  <a:lnTo>
                    <a:pt x="32139" y="3599"/>
                  </a:lnTo>
                  <a:lnTo>
                    <a:pt x="32139" y="3558"/>
                  </a:lnTo>
                  <a:lnTo>
                    <a:pt x="32077" y="3558"/>
                  </a:lnTo>
                  <a:lnTo>
                    <a:pt x="32014" y="3474"/>
                  </a:lnTo>
                  <a:lnTo>
                    <a:pt x="31993" y="3432"/>
                  </a:lnTo>
                  <a:lnTo>
                    <a:pt x="31930" y="3369"/>
                  </a:lnTo>
                  <a:lnTo>
                    <a:pt x="31888" y="3369"/>
                  </a:lnTo>
                  <a:lnTo>
                    <a:pt x="31846" y="3453"/>
                  </a:lnTo>
                  <a:lnTo>
                    <a:pt x="31805" y="3432"/>
                  </a:lnTo>
                  <a:lnTo>
                    <a:pt x="31763" y="3453"/>
                  </a:lnTo>
                  <a:lnTo>
                    <a:pt x="31721" y="3495"/>
                  </a:lnTo>
                  <a:lnTo>
                    <a:pt x="31658" y="3453"/>
                  </a:lnTo>
                  <a:lnTo>
                    <a:pt x="31616" y="3390"/>
                  </a:lnTo>
                  <a:lnTo>
                    <a:pt x="31574" y="3369"/>
                  </a:lnTo>
                  <a:lnTo>
                    <a:pt x="31449" y="3369"/>
                  </a:lnTo>
                  <a:lnTo>
                    <a:pt x="31386" y="3348"/>
                  </a:lnTo>
                  <a:lnTo>
                    <a:pt x="31449" y="3286"/>
                  </a:lnTo>
                  <a:lnTo>
                    <a:pt x="31449" y="3244"/>
                  </a:lnTo>
                  <a:lnTo>
                    <a:pt x="31365" y="3244"/>
                  </a:lnTo>
                  <a:lnTo>
                    <a:pt x="31302" y="3286"/>
                  </a:lnTo>
                  <a:lnTo>
                    <a:pt x="31177" y="3286"/>
                  </a:lnTo>
                  <a:lnTo>
                    <a:pt x="31135" y="3327"/>
                  </a:lnTo>
                  <a:lnTo>
                    <a:pt x="31072" y="3265"/>
                  </a:lnTo>
                  <a:lnTo>
                    <a:pt x="31030" y="3286"/>
                  </a:lnTo>
                  <a:lnTo>
                    <a:pt x="30947" y="3286"/>
                  </a:lnTo>
                  <a:lnTo>
                    <a:pt x="30884" y="3223"/>
                  </a:lnTo>
                  <a:lnTo>
                    <a:pt x="30800" y="3181"/>
                  </a:lnTo>
                  <a:lnTo>
                    <a:pt x="30675" y="3055"/>
                  </a:lnTo>
                  <a:lnTo>
                    <a:pt x="30633" y="2930"/>
                  </a:lnTo>
                  <a:lnTo>
                    <a:pt x="30633" y="2846"/>
                  </a:lnTo>
                  <a:lnTo>
                    <a:pt x="30612" y="2742"/>
                  </a:lnTo>
                  <a:lnTo>
                    <a:pt x="30549" y="2742"/>
                  </a:lnTo>
                  <a:lnTo>
                    <a:pt x="30465" y="2721"/>
                  </a:lnTo>
                  <a:lnTo>
                    <a:pt x="30465" y="2574"/>
                  </a:lnTo>
                  <a:lnTo>
                    <a:pt x="30424" y="2553"/>
                  </a:lnTo>
                  <a:lnTo>
                    <a:pt x="30403" y="2428"/>
                  </a:lnTo>
                  <a:lnTo>
                    <a:pt x="30361" y="2323"/>
                  </a:lnTo>
                  <a:lnTo>
                    <a:pt x="30152" y="2198"/>
                  </a:lnTo>
                  <a:lnTo>
                    <a:pt x="30047" y="2030"/>
                  </a:lnTo>
                  <a:lnTo>
                    <a:pt x="30026" y="1988"/>
                  </a:lnTo>
                  <a:lnTo>
                    <a:pt x="29984" y="1884"/>
                  </a:lnTo>
                  <a:lnTo>
                    <a:pt x="29921" y="1905"/>
                  </a:lnTo>
                  <a:lnTo>
                    <a:pt x="29901" y="1905"/>
                  </a:lnTo>
                  <a:lnTo>
                    <a:pt x="29901" y="1821"/>
                  </a:lnTo>
                  <a:lnTo>
                    <a:pt x="29921" y="1779"/>
                  </a:lnTo>
                  <a:lnTo>
                    <a:pt x="29838" y="1716"/>
                  </a:lnTo>
                  <a:lnTo>
                    <a:pt x="29796" y="1612"/>
                  </a:lnTo>
                  <a:lnTo>
                    <a:pt x="29733" y="1591"/>
                  </a:lnTo>
                  <a:lnTo>
                    <a:pt x="29712" y="1507"/>
                  </a:lnTo>
                  <a:lnTo>
                    <a:pt x="29670" y="1444"/>
                  </a:lnTo>
                  <a:lnTo>
                    <a:pt x="29608" y="1340"/>
                  </a:lnTo>
                  <a:lnTo>
                    <a:pt x="29482" y="1256"/>
                  </a:lnTo>
                  <a:lnTo>
                    <a:pt x="29461" y="1193"/>
                  </a:lnTo>
                  <a:lnTo>
                    <a:pt x="29503" y="1130"/>
                  </a:lnTo>
                  <a:lnTo>
                    <a:pt x="29482" y="1047"/>
                  </a:lnTo>
                  <a:lnTo>
                    <a:pt x="29315" y="1047"/>
                  </a:lnTo>
                  <a:lnTo>
                    <a:pt x="29294" y="984"/>
                  </a:lnTo>
                  <a:lnTo>
                    <a:pt x="29294" y="942"/>
                  </a:lnTo>
                  <a:lnTo>
                    <a:pt x="29273" y="879"/>
                  </a:lnTo>
                  <a:lnTo>
                    <a:pt x="29273" y="817"/>
                  </a:lnTo>
                  <a:lnTo>
                    <a:pt x="29231" y="733"/>
                  </a:lnTo>
                  <a:lnTo>
                    <a:pt x="29168" y="712"/>
                  </a:lnTo>
                  <a:lnTo>
                    <a:pt x="29168" y="649"/>
                  </a:lnTo>
                  <a:lnTo>
                    <a:pt x="29147" y="607"/>
                  </a:lnTo>
                  <a:lnTo>
                    <a:pt x="29085" y="628"/>
                  </a:lnTo>
                  <a:lnTo>
                    <a:pt x="28980" y="607"/>
                  </a:lnTo>
                  <a:lnTo>
                    <a:pt x="28959" y="545"/>
                  </a:lnTo>
                  <a:lnTo>
                    <a:pt x="28980" y="482"/>
                  </a:lnTo>
                  <a:lnTo>
                    <a:pt x="28959" y="440"/>
                  </a:lnTo>
                  <a:lnTo>
                    <a:pt x="28875" y="419"/>
                  </a:lnTo>
                  <a:lnTo>
                    <a:pt x="28833" y="461"/>
                  </a:lnTo>
                  <a:lnTo>
                    <a:pt x="28792" y="419"/>
                  </a:lnTo>
                  <a:lnTo>
                    <a:pt x="28750" y="419"/>
                  </a:lnTo>
                  <a:lnTo>
                    <a:pt x="28708" y="356"/>
                  </a:lnTo>
                  <a:lnTo>
                    <a:pt x="28750" y="293"/>
                  </a:lnTo>
                  <a:lnTo>
                    <a:pt x="28687" y="231"/>
                  </a:lnTo>
                  <a:lnTo>
                    <a:pt x="28624" y="210"/>
                  </a:lnTo>
                  <a:lnTo>
                    <a:pt x="28561" y="231"/>
                  </a:lnTo>
                  <a:lnTo>
                    <a:pt x="28520" y="147"/>
                  </a:lnTo>
                  <a:lnTo>
                    <a:pt x="28457" y="189"/>
                  </a:lnTo>
                  <a:lnTo>
                    <a:pt x="28373" y="189"/>
                  </a:lnTo>
                  <a:lnTo>
                    <a:pt x="28331" y="147"/>
                  </a:lnTo>
                  <a:lnTo>
                    <a:pt x="28268" y="189"/>
                  </a:lnTo>
                  <a:lnTo>
                    <a:pt x="28268" y="252"/>
                  </a:lnTo>
                  <a:lnTo>
                    <a:pt x="28248" y="293"/>
                  </a:lnTo>
                  <a:lnTo>
                    <a:pt x="28143" y="231"/>
                  </a:lnTo>
                  <a:lnTo>
                    <a:pt x="28101" y="189"/>
                  </a:lnTo>
                  <a:lnTo>
                    <a:pt x="28017" y="210"/>
                  </a:lnTo>
                  <a:lnTo>
                    <a:pt x="27892" y="210"/>
                  </a:lnTo>
                  <a:lnTo>
                    <a:pt x="27892" y="189"/>
                  </a:lnTo>
                  <a:lnTo>
                    <a:pt x="27808" y="105"/>
                  </a:lnTo>
                  <a:lnTo>
                    <a:pt x="27620" y="84"/>
                  </a:lnTo>
                  <a:lnTo>
                    <a:pt x="27536" y="21"/>
                  </a:lnTo>
                  <a:lnTo>
                    <a:pt x="27432" y="21"/>
                  </a:lnTo>
                  <a:lnTo>
                    <a:pt x="27390" y="1"/>
                  </a:lnTo>
                  <a:close/>
                </a:path>
              </a:pathLst>
            </a:custGeom>
            <a:solidFill>
              <a:srgbClr val="5F7D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001" name="Google Shape;6001;p36"/>
            <p:cNvSpPr/>
            <p:nvPr/>
          </p:nvSpPr>
          <p:spPr>
            <a:xfrm>
              <a:off x="4442708" y="2990191"/>
              <a:ext cx="762" cy="967"/>
            </a:xfrm>
            <a:custGeom>
              <a:rect b="b" l="l" r="r" t="t"/>
              <a:pathLst>
                <a:path extrusionOk="0" h="85" w="64">
                  <a:moveTo>
                    <a:pt x="63" y="85"/>
                  </a:moveTo>
                  <a:lnTo>
                    <a:pt x="1" y="1"/>
                  </a:lnTo>
                  <a:lnTo>
                    <a:pt x="1" y="1"/>
                  </a:lnTo>
                  <a:close/>
                </a:path>
              </a:pathLst>
            </a:custGeom>
            <a:solidFill>
              <a:srgbClr val="5F7D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002" name="Google Shape;6002;p36"/>
            <p:cNvSpPr/>
            <p:nvPr/>
          </p:nvSpPr>
          <p:spPr>
            <a:xfrm>
              <a:off x="4434742" y="2997094"/>
              <a:ext cx="1250" cy="1205"/>
            </a:xfrm>
            <a:custGeom>
              <a:rect b="b" l="l" r="r" t="t"/>
              <a:pathLst>
                <a:path extrusionOk="0" h="106" w="105">
                  <a:moveTo>
                    <a:pt x="0" y="105"/>
                  </a:moveTo>
                  <a:lnTo>
                    <a:pt x="105" y="1"/>
                  </a:lnTo>
                  <a:lnTo>
                    <a:pt x="105" y="1"/>
                  </a:lnTo>
                  <a:close/>
                </a:path>
              </a:pathLst>
            </a:custGeom>
            <a:solidFill>
              <a:srgbClr val="5F7D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003" name="Google Shape;6003;p36"/>
            <p:cNvSpPr/>
            <p:nvPr/>
          </p:nvSpPr>
          <p:spPr>
            <a:xfrm>
              <a:off x="4184339" y="2879787"/>
              <a:ext cx="2512" cy="728"/>
            </a:xfrm>
            <a:custGeom>
              <a:rect b="b" l="l" r="r" t="t"/>
              <a:pathLst>
                <a:path extrusionOk="0" h="64" w="211">
                  <a:moveTo>
                    <a:pt x="210" y="0"/>
                  </a:moveTo>
                  <a:lnTo>
                    <a:pt x="1" y="63"/>
                  </a:lnTo>
                  <a:lnTo>
                    <a:pt x="22" y="63"/>
                  </a:lnTo>
                  <a:lnTo>
                    <a:pt x="210" y="0"/>
                  </a:lnTo>
                  <a:close/>
                </a:path>
              </a:pathLst>
            </a:custGeom>
            <a:solidFill>
              <a:srgbClr val="5F7D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004" name="Google Shape;6004;p36"/>
            <p:cNvSpPr/>
            <p:nvPr/>
          </p:nvSpPr>
          <p:spPr>
            <a:xfrm>
              <a:off x="4038591" y="2720356"/>
              <a:ext cx="260870" cy="130886"/>
            </a:xfrm>
            <a:custGeom>
              <a:rect b="b" l="l" r="r" t="t"/>
              <a:pathLst>
                <a:path extrusionOk="0" h="11509" w="21908">
                  <a:moveTo>
                    <a:pt x="10860" y="0"/>
                  </a:moveTo>
                  <a:lnTo>
                    <a:pt x="10755" y="84"/>
                  </a:lnTo>
                  <a:lnTo>
                    <a:pt x="10713" y="189"/>
                  </a:lnTo>
                  <a:lnTo>
                    <a:pt x="10567" y="189"/>
                  </a:lnTo>
                  <a:lnTo>
                    <a:pt x="10483" y="252"/>
                  </a:lnTo>
                  <a:lnTo>
                    <a:pt x="10546" y="314"/>
                  </a:lnTo>
                  <a:lnTo>
                    <a:pt x="10546" y="398"/>
                  </a:lnTo>
                  <a:lnTo>
                    <a:pt x="10400" y="419"/>
                  </a:lnTo>
                  <a:lnTo>
                    <a:pt x="10337" y="419"/>
                  </a:lnTo>
                  <a:lnTo>
                    <a:pt x="10253" y="524"/>
                  </a:lnTo>
                  <a:lnTo>
                    <a:pt x="10128" y="524"/>
                  </a:lnTo>
                  <a:lnTo>
                    <a:pt x="10044" y="586"/>
                  </a:lnTo>
                  <a:lnTo>
                    <a:pt x="9981" y="586"/>
                  </a:lnTo>
                  <a:lnTo>
                    <a:pt x="9751" y="733"/>
                  </a:lnTo>
                  <a:lnTo>
                    <a:pt x="9625" y="796"/>
                  </a:lnTo>
                  <a:lnTo>
                    <a:pt x="9521" y="837"/>
                  </a:lnTo>
                  <a:lnTo>
                    <a:pt x="9437" y="837"/>
                  </a:lnTo>
                  <a:lnTo>
                    <a:pt x="9353" y="775"/>
                  </a:lnTo>
                  <a:lnTo>
                    <a:pt x="9312" y="837"/>
                  </a:lnTo>
                  <a:lnTo>
                    <a:pt x="9291" y="921"/>
                  </a:lnTo>
                  <a:lnTo>
                    <a:pt x="9144" y="921"/>
                  </a:lnTo>
                  <a:lnTo>
                    <a:pt x="9102" y="984"/>
                  </a:lnTo>
                  <a:lnTo>
                    <a:pt x="9102" y="1088"/>
                  </a:lnTo>
                  <a:lnTo>
                    <a:pt x="9040" y="1130"/>
                  </a:lnTo>
                  <a:lnTo>
                    <a:pt x="8977" y="1109"/>
                  </a:lnTo>
                  <a:lnTo>
                    <a:pt x="8893" y="1109"/>
                  </a:lnTo>
                  <a:lnTo>
                    <a:pt x="8789" y="1151"/>
                  </a:lnTo>
                  <a:lnTo>
                    <a:pt x="8663" y="1172"/>
                  </a:lnTo>
                  <a:lnTo>
                    <a:pt x="8496" y="1256"/>
                  </a:lnTo>
                  <a:lnTo>
                    <a:pt x="8475" y="1319"/>
                  </a:lnTo>
                  <a:lnTo>
                    <a:pt x="8307" y="1340"/>
                  </a:lnTo>
                  <a:lnTo>
                    <a:pt x="8182" y="1402"/>
                  </a:lnTo>
                  <a:lnTo>
                    <a:pt x="8035" y="1423"/>
                  </a:lnTo>
                  <a:lnTo>
                    <a:pt x="7847" y="1465"/>
                  </a:lnTo>
                  <a:lnTo>
                    <a:pt x="7826" y="1549"/>
                  </a:lnTo>
                  <a:lnTo>
                    <a:pt x="7763" y="1632"/>
                  </a:lnTo>
                  <a:lnTo>
                    <a:pt x="7721" y="1528"/>
                  </a:lnTo>
                  <a:lnTo>
                    <a:pt x="7617" y="1528"/>
                  </a:lnTo>
                  <a:lnTo>
                    <a:pt x="7512" y="1570"/>
                  </a:lnTo>
                  <a:lnTo>
                    <a:pt x="7512" y="1653"/>
                  </a:lnTo>
                  <a:lnTo>
                    <a:pt x="7449" y="1695"/>
                  </a:lnTo>
                  <a:lnTo>
                    <a:pt x="7345" y="1653"/>
                  </a:lnTo>
                  <a:lnTo>
                    <a:pt x="7219" y="1653"/>
                  </a:lnTo>
                  <a:lnTo>
                    <a:pt x="7198" y="1612"/>
                  </a:lnTo>
                  <a:lnTo>
                    <a:pt x="7115" y="1612"/>
                  </a:lnTo>
                  <a:lnTo>
                    <a:pt x="7031" y="1653"/>
                  </a:lnTo>
                  <a:lnTo>
                    <a:pt x="6926" y="1674"/>
                  </a:lnTo>
                  <a:lnTo>
                    <a:pt x="6884" y="1695"/>
                  </a:lnTo>
                  <a:lnTo>
                    <a:pt x="6926" y="1842"/>
                  </a:lnTo>
                  <a:lnTo>
                    <a:pt x="6884" y="1925"/>
                  </a:lnTo>
                  <a:lnTo>
                    <a:pt x="6989" y="1946"/>
                  </a:lnTo>
                  <a:lnTo>
                    <a:pt x="7136" y="1925"/>
                  </a:lnTo>
                  <a:lnTo>
                    <a:pt x="7198" y="2051"/>
                  </a:lnTo>
                  <a:lnTo>
                    <a:pt x="7031" y="2051"/>
                  </a:lnTo>
                  <a:lnTo>
                    <a:pt x="6989" y="2093"/>
                  </a:lnTo>
                  <a:lnTo>
                    <a:pt x="6989" y="2156"/>
                  </a:lnTo>
                  <a:lnTo>
                    <a:pt x="7136" y="2176"/>
                  </a:lnTo>
                  <a:lnTo>
                    <a:pt x="7240" y="2197"/>
                  </a:lnTo>
                  <a:lnTo>
                    <a:pt x="7324" y="2156"/>
                  </a:lnTo>
                  <a:lnTo>
                    <a:pt x="7408" y="2156"/>
                  </a:lnTo>
                  <a:lnTo>
                    <a:pt x="7512" y="2260"/>
                  </a:lnTo>
                  <a:lnTo>
                    <a:pt x="7617" y="2281"/>
                  </a:lnTo>
                  <a:lnTo>
                    <a:pt x="7617" y="2386"/>
                  </a:lnTo>
                  <a:lnTo>
                    <a:pt x="7554" y="2449"/>
                  </a:lnTo>
                  <a:lnTo>
                    <a:pt x="7449" y="2407"/>
                  </a:lnTo>
                  <a:lnTo>
                    <a:pt x="7219" y="2449"/>
                  </a:lnTo>
                  <a:lnTo>
                    <a:pt x="7094" y="2553"/>
                  </a:lnTo>
                  <a:lnTo>
                    <a:pt x="6947" y="2741"/>
                  </a:lnTo>
                  <a:lnTo>
                    <a:pt x="6947" y="2867"/>
                  </a:lnTo>
                  <a:lnTo>
                    <a:pt x="7031" y="2888"/>
                  </a:lnTo>
                  <a:lnTo>
                    <a:pt x="7052" y="3013"/>
                  </a:lnTo>
                  <a:lnTo>
                    <a:pt x="6989" y="3118"/>
                  </a:lnTo>
                  <a:lnTo>
                    <a:pt x="6947" y="3244"/>
                  </a:lnTo>
                  <a:lnTo>
                    <a:pt x="6843" y="3244"/>
                  </a:lnTo>
                  <a:lnTo>
                    <a:pt x="6843" y="3306"/>
                  </a:lnTo>
                  <a:lnTo>
                    <a:pt x="6884" y="3390"/>
                  </a:lnTo>
                  <a:lnTo>
                    <a:pt x="6884" y="3453"/>
                  </a:lnTo>
                  <a:lnTo>
                    <a:pt x="7031" y="3453"/>
                  </a:lnTo>
                  <a:lnTo>
                    <a:pt x="7115" y="3537"/>
                  </a:lnTo>
                  <a:lnTo>
                    <a:pt x="7240" y="3557"/>
                  </a:lnTo>
                  <a:lnTo>
                    <a:pt x="7240" y="3620"/>
                  </a:lnTo>
                  <a:lnTo>
                    <a:pt x="7366" y="3704"/>
                  </a:lnTo>
                  <a:lnTo>
                    <a:pt x="7533" y="3725"/>
                  </a:lnTo>
                  <a:lnTo>
                    <a:pt x="7575" y="3746"/>
                  </a:lnTo>
                  <a:lnTo>
                    <a:pt x="7617" y="4227"/>
                  </a:lnTo>
                  <a:lnTo>
                    <a:pt x="7554" y="4290"/>
                  </a:lnTo>
                  <a:lnTo>
                    <a:pt x="7366" y="4373"/>
                  </a:lnTo>
                  <a:lnTo>
                    <a:pt x="7219" y="4353"/>
                  </a:lnTo>
                  <a:lnTo>
                    <a:pt x="7031" y="4248"/>
                  </a:lnTo>
                  <a:lnTo>
                    <a:pt x="6947" y="4290"/>
                  </a:lnTo>
                  <a:lnTo>
                    <a:pt x="6947" y="4394"/>
                  </a:lnTo>
                  <a:lnTo>
                    <a:pt x="6905" y="4541"/>
                  </a:lnTo>
                  <a:lnTo>
                    <a:pt x="6780" y="4562"/>
                  </a:lnTo>
                  <a:lnTo>
                    <a:pt x="6571" y="4457"/>
                  </a:lnTo>
                  <a:lnTo>
                    <a:pt x="6403" y="4457"/>
                  </a:lnTo>
                  <a:lnTo>
                    <a:pt x="6320" y="4394"/>
                  </a:lnTo>
                  <a:lnTo>
                    <a:pt x="6278" y="4436"/>
                  </a:lnTo>
                  <a:lnTo>
                    <a:pt x="6173" y="4394"/>
                  </a:lnTo>
                  <a:lnTo>
                    <a:pt x="6048" y="4269"/>
                  </a:lnTo>
                  <a:lnTo>
                    <a:pt x="6152" y="4227"/>
                  </a:lnTo>
                  <a:lnTo>
                    <a:pt x="6173" y="4143"/>
                  </a:lnTo>
                  <a:lnTo>
                    <a:pt x="6089" y="4122"/>
                  </a:lnTo>
                  <a:lnTo>
                    <a:pt x="5964" y="4039"/>
                  </a:lnTo>
                  <a:lnTo>
                    <a:pt x="5880" y="4122"/>
                  </a:lnTo>
                  <a:lnTo>
                    <a:pt x="5755" y="4081"/>
                  </a:lnTo>
                  <a:lnTo>
                    <a:pt x="5671" y="4122"/>
                  </a:lnTo>
                  <a:lnTo>
                    <a:pt x="5692" y="4269"/>
                  </a:lnTo>
                  <a:lnTo>
                    <a:pt x="5545" y="4290"/>
                  </a:lnTo>
                  <a:lnTo>
                    <a:pt x="5483" y="4227"/>
                  </a:lnTo>
                  <a:lnTo>
                    <a:pt x="5336" y="4060"/>
                  </a:lnTo>
                  <a:lnTo>
                    <a:pt x="5211" y="4081"/>
                  </a:lnTo>
                  <a:lnTo>
                    <a:pt x="5148" y="4185"/>
                  </a:lnTo>
                  <a:lnTo>
                    <a:pt x="5064" y="4081"/>
                  </a:lnTo>
                  <a:lnTo>
                    <a:pt x="5001" y="4122"/>
                  </a:lnTo>
                  <a:lnTo>
                    <a:pt x="5001" y="4248"/>
                  </a:lnTo>
                  <a:lnTo>
                    <a:pt x="4855" y="4248"/>
                  </a:lnTo>
                  <a:lnTo>
                    <a:pt x="4834" y="4457"/>
                  </a:lnTo>
                  <a:lnTo>
                    <a:pt x="4708" y="4562"/>
                  </a:lnTo>
                  <a:lnTo>
                    <a:pt x="4625" y="4541"/>
                  </a:lnTo>
                  <a:lnTo>
                    <a:pt x="4541" y="4436"/>
                  </a:lnTo>
                  <a:lnTo>
                    <a:pt x="4332" y="4394"/>
                  </a:lnTo>
                  <a:lnTo>
                    <a:pt x="4269" y="4269"/>
                  </a:lnTo>
                  <a:lnTo>
                    <a:pt x="4123" y="4353"/>
                  </a:lnTo>
                  <a:lnTo>
                    <a:pt x="4164" y="4478"/>
                  </a:lnTo>
                  <a:lnTo>
                    <a:pt x="4081" y="4604"/>
                  </a:lnTo>
                  <a:lnTo>
                    <a:pt x="3997" y="4583"/>
                  </a:lnTo>
                  <a:lnTo>
                    <a:pt x="3997" y="4457"/>
                  </a:lnTo>
                  <a:lnTo>
                    <a:pt x="3955" y="4373"/>
                  </a:lnTo>
                  <a:lnTo>
                    <a:pt x="3871" y="4373"/>
                  </a:lnTo>
                  <a:lnTo>
                    <a:pt x="3704" y="4248"/>
                  </a:lnTo>
                  <a:lnTo>
                    <a:pt x="3599" y="4122"/>
                  </a:lnTo>
                  <a:lnTo>
                    <a:pt x="3474" y="4122"/>
                  </a:lnTo>
                  <a:lnTo>
                    <a:pt x="3369" y="3976"/>
                  </a:lnTo>
                  <a:lnTo>
                    <a:pt x="3286" y="3955"/>
                  </a:lnTo>
                  <a:lnTo>
                    <a:pt x="3244" y="3871"/>
                  </a:lnTo>
                  <a:lnTo>
                    <a:pt x="3160" y="3871"/>
                  </a:lnTo>
                  <a:lnTo>
                    <a:pt x="2951" y="3955"/>
                  </a:lnTo>
                  <a:lnTo>
                    <a:pt x="2825" y="3850"/>
                  </a:lnTo>
                  <a:lnTo>
                    <a:pt x="2742" y="3704"/>
                  </a:lnTo>
                  <a:lnTo>
                    <a:pt x="2637" y="3704"/>
                  </a:lnTo>
                  <a:lnTo>
                    <a:pt x="2532" y="3809"/>
                  </a:lnTo>
                  <a:lnTo>
                    <a:pt x="2407" y="3809"/>
                  </a:lnTo>
                  <a:lnTo>
                    <a:pt x="2407" y="3871"/>
                  </a:lnTo>
                  <a:lnTo>
                    <a:pt x="2323" y="3955"/>
                  </a:lnTo>
                  <a:lnTo>
                    <a:pt x="2323" y="3850"/>
                  </a:lnTo>
                  <a:lnTo>
                    <a:pt x="2239" y="3913"/>
                  </a:lnTo>
                  <a:lnTo>
                    <a:pt x="2218" y="3976"/>
                  </a:lnTo>
                  <a:lnTo>
                    <a:pt x="2114" y="4060"/>
                  </a:lnTo>
                  <a:lnTo>
                    <a:pt x="2030" y="3976"/>
                  </a:lnTo>
                  <a:lnTo>
                    <a:pt x="2114" y="3913"/>
                  </a:lnTo>
                  <a:lnTo>
                    <a:pt x="2135" y="3829"/>
                  </a:lnTo>
                  <a:lnTo>
                    <a:pt x="2009" y="3767"/>
                  </a:lnTo>
                  <a:lnTo>
                    <a:pt x="1821" y="3662"/>
                  </a:lnTo>
                  <a:lnTo>
                    <a:pt x="1800" y="3746"/>
                  </a:lnTo>
                  <a:lnTo>
                    <a:pt x="1821" y="3850"/>
                  </a:lnTo>
                  <a:lnTo>
                    <a:pt x="1821" y="3955"/>
                  </a:lnTo>
                  <a:lnTo>
                    <a:pt x="1695" y="3913"/>
                  </a:lnTo>
                  <a:lnTo>
                    <a:pt x="1612" y="3976"/>
                  </a:lnTo>
                  <a:lnTo>
                    <a:pt x="1570" y="4143"/>
                  </a:lnTo>
                  <a:lnTo>
                    <a:pt x="1486" y="4143"/>
                  </a:lnTo>
                  <a:lnTo>
                    <a:pt x="1298" y="4248"/>
                  </a:lnTo>
                  <a:lnTo>
                    <a:pt x="1277" y="4373"/>
                  </a:lnTo>
                  <a:lnTo>
                    <a:pt x="1361" y="4478"/>
                  </a:lnTo>
                  <a:lnTo>
                    <a:pt x="1361" y="4604"/>
                  </a:lnTo>
                  <a:lnTo>
                    <a:pt x="1172" y="4604"/>
                  </a:lnTo>
                  <a:lnTo>
                    <a:pt x="984" y="4645"/>
                  </a:lnTo>
                  <a:lnTo>
                    <a:pt x="1130" y="5106"/>
                  </a:lnTo>
                  <a:lnTo>
                    <a:pt x="1047" y="5169"/>
                  </a:lnTo>
                  <a:lnTo>
                    <a:pt x="1068" y="5336"/>
                  </a:lnTo>
                  <a:lnTo>
                    <a:pt x="879" y="5336"/>
                  </a:lnTo>
                  <a:lnTo>
                    <a:pt x="733" y="5231"/>
                  </a:lnTo>
                  <a:lnTo>
                    <a:pt x="670" y="5127"/>
                  </a:lnTo>
                  <a:lnTo>
                    <a:pt x="356" y="4876"/>
                  </a:lnTo>
                  <a:lnTo>
                    <a:pt x="294" y="4980"/>
                  </a:lnTo>
                  <a:lnTo>
                    <a:pt x="294" y="5106"/>
                  </a:lnTo>
                  <a:lnTo>
                    <a:pt x="126" y="5315"/>
                  </a:lnTo>
                  <a:lnTo>
                    <a:pt x="22" y="5378"/>
                  </a:lnTo>
                  <a:lnTo>
                    <a:pt x="42" y="5629"/>
                  </a:lnTo>
                  <a:lnTo>
                    <a:pt x="126" y="5734"/>
                  </a:lnTo>
                  <a:lnTo>
                    <a:pt x="105" y="6068"/>
                  </a:lnTo>
                  <a:lnTo>
                    <a:pt x="1" y="6278"/>
                  </a:lnTo>
                  <a:lnTo>
                    <a:pt x="231" y="6382"/>
                  </a:lnTo>
                  <a:lnTo>
                    <a:pt x="335" y="6550"/>
                  </a:lnTo>
                  <a:lnTo>
                    <a:pt x="314" y="6633"/>
                  </a:lnTo>
                  <a:lnTo>
                    <a:pt x="503" y="6780"/>
                  </a:lnTo>
                  <a:lnTo>
                    <a:pt x="545" y="6696"/>
                  </a:lnTo>
                  <a:lnTo>
                    <a:pt x="921" y="6801"/>
                  </a:lnTo>
                  <a:lnTo>
                    <a:pt x="1172" y="7052"/>
                  </a:lnTo>
                  <a:lnTo>
                    <a:pt x="1402" y="7428"/>
                  </a:lnTo>
                  <a:lnTo>
                    <a:pt x="1172" y="7428"/>
                  </a:lnTo>
                  <a:lnTo>
                    <a:pt x="1172" y="7533"/>
                  </a:lnTo>
                  <a:lnTo>
                    <a:pt x="1382" y="7679"/>
                  </a:lnTo>
                  <a:lnTo>
                    <a:pt x="1549" y="7617"/>
                  </a:lnTo>
                  <a:lnTo>
                    <a:pt x="1674" y="7721"/>
                  </a:lnTo>
                  <a:lnTo>
                    <a:pt x="1716" y="7721"/>
                  </a:lnTo>
                  <a:lnTo>
                    <a:pt x="1758" y="7784"/>
                  </a:lnTo>
                  <a:lnTo>
                    <a:pt x="1821" y="7784"/>
                  </a:lnTo>
                  <a:lnTo>
                    <a:pt x="1863" y="7721"/>
                  </a:lnTo>
                  <a:lnTo>
                    <a:pt x="1905" y="7721"/>
                  </a:lnTo>
                  <a:lnTo>
                    <a:pt x="1967" y="7784"/>
                  </a:lnTo>
                  <a:lnTo>
                    <a:pt x="2009" y="7721"/>
                  </a:lnTo>
                  <a:lnTo>
                    <a:pt x="2009" y="7638"/>
                  </a:lnTo>
                  <a:lnTo>
                    <a:pt x="2072" y="7679"/>
                  </a:lnTo>
                  <a:lnTo>
                    <a:pt x="2177" y="7596"/>
                  </a:lnTo>
                  <a:lnTo>
                    <a:pt x="2218" y="7512"/>
                  </a:lnTo>
                  <a:lnTo>
                    <a:pt x="2281" y="7512"/>
                  </a:lnTo>
                  <a:lnTo>
                    <a:pt x="2344" y="7428"/>
                  </a:lnTo>
                  <a:lnTo>
                    <a:pt x="2407" y="7428"/>
                  </a:lnTo>
                  <a:lnTo>
                    <a:pt x="2428" y="7470"/>
                  </a:lnTo>
                  <a:lnTo>
                    <a:pt x="2491" y="7428"/>
                  </a:lnTo>
                  <a:lnTo>
                    <a:pt x="2511" y="7366"/>
                  </a:lnTo>
                  <a:lnTo>
                    <a:pt x="2595" y="7282"/>
                  </a:lnTo>
                  <a:lnTo>
                    <a:pt x="2721" y="7282"/>
                  </a:lnTo>
                  <a:lnTo>
                    <a:pt x="2763" y="7303"/>
                  </a:lnTo>
                  <a:lnTo>
                    <a:pt x="2846" y="7303"/>
                  </a:lnTo>
                  <a:lnTo>
                    <a:pt x="2909" y="7282"/>
                  </a:lnTo>
                  <a:lnTo>
                    <a:pt x="2930" y="7303"/>
                  </a:lnTo>
                  <a:lnTo>
                    <a:pt x="2930" y="7386"/>
                  </a:lnTo>
                  <a:lnTo>
                    <a:pt x="2972" y="7470"/>
                  </a:lnTo>
                  <a:lnTo>
                    <a:pt x="3014" y="7407"/>
                  </a:lnTo>
                  <a:lnTo>
                    <a:pt x="3076" y="7407"/>
                  </a:lnTo>
                  <a:lnTo>
                    <a:pt x="3076" y="7470"/>
                  </a:lnTo>
                  <a:lnTo>
                    <a:pt x="3160" y="7491"/>
                  </a:lnTo>
                  <a:lnTo>
                    <a:pt x="3223" y="7470"/>
                  </a:lnTo>
                  <a:lnTo>
                    <a:pt x="3244" y="7407"/>
                  </a:lnTo>
                  <a:lnTo>
                    <a:pt x="3286" y="7386"/>
                  </a:lnTo>
                  <a:lnTo>
                    <a:pt x="3286" y="7324"/>
                  </a:lnTo>
                  <a:lnTo>
                    <a:pt x="3369" y="7303"/>
                  </a:lnTo>
                  <a:lnTo>
                    <a:pt x="3453" y="7324"/>
                  </a:lnTo>
                  <a:lnTo>
                    <a:pt x="3662" y="7324"/>
                  </a:lnTo>
                  <a:lnTo>
                    <a:pt x="3662" y="7386"/>
                  </a:lnTo>
                  <a:lnTo>
                    <a:pt x="3704" y="7470"/>
                  </a:lnTo>
                  <a:lnTo>
                    <a:pt x="3788" y="7491"/>
                  </a:lnTo>
                  <a:lnTo>
                    <a:pt x="3788" y="7512"/>
                  </a:lnTo>
                  <a:lnTo>
                    <a:pt x="3746" y="7596"/>
                  </a:lnTo>
                  <a:lnTo>
                    <a:pt x="3767" y="7638"/>
                  </a:lnTo>
                  <a:lnTo>
                    <a:pt x="3871" y="7742"/>
                  </a:lnTo>
                  <a:lnTo>
                    <a:pt x="3851" y="7826"/>
                  </a:lnTo>
                  <a:lnTo>
                    <a:pt x="3788" y="7951"/>
                  </a:lnTo>
                  <a:lnTo>
                    <a:pt x="3809" y="8014"/>
                  </a:lnTo>
                  <a:lnTo>
                    <a:pt x="3851" y="8056"/>
                  </a:lnTo>
                  <a:lnTo>
                    <a:pt x="3871" y="8098"/>
                  </a:lnTo>
                  <a:lnTo>
                    <a:pt x="3851" y="8140"/>
                  </a:lnTo>
                  <a:lnTo>
                    <a:pt x="3767" y="8161"/>
                  </a:lnTo>
                  <a:lnTo>
                    <a:pt x="3746" y="8307"/>
                  </a:lnTo>
                  <a:lnTo>
                    <a:pt x="3809" y="8454"/>
                  </a:lnTo>
                  <a:lnTo>
                    <a:pt x="3913" y="8475"/>
                  </a:lnTo>
                  <a:lnTo>
                    <a:pt x="3997" y="8516"/>
                  </a:lnTo>
                  <a:lnTo>
                    <a:pt x="3997" y="8558"/>
                  </a:lnTo>
                  <a:lnTo>
                    <a:pt x="3871" y="8621"/>
                  </a:lnTo>
                  <a:lnTo>
                    <a:pt x="3788" y="8621"/>
                  </a:lnTo>
                  <a:lnTo>
                    <a:pt x="3683" y="8516"/>
                  </a:lnTo>
                  <a:lnTo>
                    <a:pt x="3599" y="8516"/>
                  </a:lnTo>
                  <a:lnTo>
                    <a:pt x="3558" y="8558"/>
                  </a:lnTo>
                  <a:lnTo>
                    <a:pt x="3495" y="8516"/>
                  </a:lnTo>
                  <a:lnTo>
                    <a:pt x="3432" y="8516"/>
                  </a:lnTo>
                  <a:lnTo>
                    <a:pt x="3286" y="8558"/>
                  </a:lnTo>
                  <a:lnTo>
                    <a:pt x="3223" y="8516"/>
                  </a:lnTo>
                  <a:lnTo>
                    <a:pt x="3118" y="8537"/>
                  </a:lnTo>
                  <a:lnTo>
                    <a:pt x="2972" y="8579"/>
                  </a:lnTo>
                  <a:lnTo>
                    <a:pt x="2930" y="8663"/>
                  </a:lnTo>
                  <a:lnTo>
                    <a:pt x="2930" y="8726"/>
                  </a:lnTo>
                  <a:lnTo>
                    <a:pt x="2930" y="8788"/>
                  </a:lnTo>
                  <a:lnTo>
                    <a:pt x="2867" y="8830"/>
                  </a:lnTo>
                  <a:lnTo>
                    <a:pt x="2867" y="8893"/>
                  </a:lnTo>
                  <a:lnTo>
                    <a:pt x="3014" y="9039"/>
                  </a:lnTo>
                  <a:lnTo>
                    <a:pt x="3014" y="9102"/>
                  </a:lnTo>
                  <a:lnTo>
                    <a:pt x="3035" y="9144"/>
                  </a:lnTo>
                  <a:lnTo>
                    <a:pt x="3139" y="9102"/>
                  </a:lnTo>
                  <a:lnTo>
                    <a:pt x="3160" y="9186"/>
                  </a:lnTo>
                  <a:lnTo>
                    <a:pt x="3139" y="9207"/>
                  </a:lnTo>
                  <a:lnTo>
                    <a:pt x="3055" y="9165"/>
                  </a:lnTo>
                  <a:lnTo>
                    <a:pt x="3014" y="9186"/>
                  </a:lnTo>
                  <a:lnTo>
                    <a:pt x="2930" y="9249"/>
                  </a:lnTo>
                  <a:lnTo>
                    <a:pt x="2867" y="9207"/>
                  </a:lnTo>
                  <a:lnTo>
                    <a:pt x="2825" y="9207"/>
                  </a:lnTo>
                  <a:lnTo>
                    <a:pt x="2763" y="9186"/>
                  </a:lnTo>
                  <a:lnTo>
                    <a:pt x="2616" y="9207"/>
                  </a:lnTo>
                  <a:lnTo>
                    <a:pt x="2532" y="9186"/>
                  </a:lnTo>
                  <a:lnTo>
                    <a:pt x="2491" y="9249"/>
                  </a:lnTo>
                  <a:lnTo>
                    <a:pt x="2491" y="9291"/>
                  </a:lnTo>
                  <a:lnTo>
                    <a:pt x="2553" y="9395"/>
                  </a:lnTo>
                  <a:lnTo>
                    <a:pt x="2637" y="9395"/>
                  </a:lnTo>
                  <a:lnTo>
                    <a:pt x="2742" y="9416"/>
                  </a:lnTo>
                  <a:lnTo>
                    <a:pt x="2804" y="9521"/>
                  </a:lnTo>
                  <a:lnTo>
                    <a:pt x="2846" y="9563"/>
                  </a:lnTo>
                  <a:lnTo>
                    <a:pt x="2909" y="9688"/>
                  </a:lnTo>
                  <a:lnTo>
                    <a:pt x="2951" y="9709"/>
                  </a:lnTo>
                  <a:lnTo>
                    <a:pt x="2972" y="9772"/>
                  </a:lnTo>
                  <a:lnTo>
                    <a:pt x="3139" y="9939"/>
                  </a:lnTo>
                  <a:lnTo>
                    <a:pt x="3139" y="10086"/>
                  </a:lnTo>
                  <a:lnTo>
                    <a:pt x="3139" y="10211"/>
                  </a:lnTo>
                  <a:lnTo>
                    <a:pt x="3181" y="10211"/>
                  </a:lnTo>
                  <a:lnTo>
                    <a:pt x="3286" y="10190"/>
                  </a:lnTo>
                  <a:lnTo>
                    <a:pt x="3327" y="10190"/>
                  </a:lnTo>
                  <a:lnTo>
                    <a:pt x="3369" y="10211"/>
                  </a:lnTo>
                  <a:lnTo>
                    <a:pt x="3432" y="10295"/>
                  </a:lnTo>
                  <a:lnTo>
                    <a:pt x="3474" y="10337"/>
                  </a:lnTo>
                  <a:lnTo>
                    <a:pt x="3537" y="10441"/>
                  </a:lnTo>
                  <a:lnTo>
                    <a:pt x="3579" y="10441"/>
                  </a:lnTo>
                  <a:lnTo>
                    <a:pt x="3662" y="10420"/>
                  </a:lnTo>
                  <a:lnTo>
                    <a:pt x="3767" y="10441"/>
                  </a:lnTo>
                  <a:lnTo>
                    <a:pt x="3871" y="10462"/>
                  </a:lnTo>
                  <a:lnTo>
                    <a:pt x="3976" y="10462"/>
                  </a:lnTo>
                  <a:lnTo>
                    <a:pt x="4018" y="10504"/>
                  </a:lnTo>
                  <a:lnTo>
                    <a:pt x="3997" y="10546"/>
                  </a:lnTo>
                  <a:lnTo>
                    <a:pt x="3997" y="10609"/>
                  </a:lnTo>
                  <a:lnTo>
                    <a:pt x="3997" y="10755"/>
                  </a:lnTo>
                  <a:lnTo>
                    <a:pt x="3913" y="10923"/>
                  </a:lnTo>
                  <a:lnTo>
                    <a:pt x="3955" y="11048"/>
                  </a:lnTo>
                  <a:lnTo>
                    <a:pt x="3976" y="11195"/>
                  </a:lnTo>
                  <a:lnTo>
                    <a:pt x="4311" y="10881"/>
                  </a:lnTo>
                  <a:lnTo>
                    <a:pt x="4604" y="10776"/>
                  </a:lnTo>
                  <a:lnTo>
                    <a:pt x="4959" y="10839"/>
                  </a:lnTo>
                  <a:lnTo>
                    <a:pt x="5378" y="11069"/>
                  </a:lnTo>
                  <a:lnTo>
                    <a:pt x="5755" y="11508"/>
                  </a:lnTo>
                  <a:lnTo>
                    <a:pt x="5985" y="11467"/>
                  </a:lnTo>
                  <a:lnTo>
                    <a:pt x="6068" y="11446"/>
                  </a:lnTo>
                  <a:lnTo>
                    <a:pt x="5629" y="8726"/>
                  </a:lnTo>
                  <a:lnTo>
                    <a:pt x="7136" y="8433"/>
                  </a:lnTo>
                  <a:lnTo>
                    <a:pt x="8056" y="9060"/>
                  </a:lnTo>
                  <a:lnTo>
                    <a:pt x="8391" y="9186"/>
                  </a:lnTo>
                  <a:lnTo>
                    <a:pt x="8893" y="9479"/>
                  </a:lnTo>
                  <a:lnTo>
                    <a:pt x="9751" y="9395"/>
                  </a:lnTo>
                  <a:lnTo>
                    <a:pt x="10693" y="9395"/>
                  </a:lnTo>
                  <a:lnTo>
                    <a:pt x="10985" y="9604"/>
                  </a:lnTo>
                  <a:lnTo>
                    <a:pt x="11132" y="9981"/>
                  </a:lnTo>
                  <a:lnTo>
                    <a:pt x="11320" y="9897"/>
                  </a:lnTo>
                  <a:lnTo>
                    <a:pt x="11341" y="10713"/>
                  </a:lnTo>
                  <a:lnTo>
                    <a:pt x="11760" y="10755"/>
                  </a:lnTo>
                  <a:lnTo>
                    <a:pt x="11990" y="11446"/>
                  </a:lnTo>
                  <a:lnTo>
                    <a:pt x="12115" y="11446"/>
                  </a:lnTo>
                  <a:lnTo>
                    <a:pt x="12366" y="11299"/>
                  </a:lnTo>
                  <a:lnTo>
                    <a:pt x="12555" y="11278"/>
                  </a:lnTo>
                  <a:lnTo>
                    <a:pt x="12743" y="11299"/>
                  </a:lnTo>
                  <a:lnTo>
                    <a:pt x="12994" y="11446"/>
                  </a:lnTo>
                  <a:lnTo>
                    <a:pt x="13078" y="11467"/>
                  </a:lnTo>
                  <a:lnTo>
                    <a:pt x="13287" y="11257"/>
                  </a:lnTo>
                  <a:lnTo>
                    <a:pt x="13413" y="11048"/>
                  </a:lnTo>
                  <a:lnTo>
                    <a:pt x="13475" y="10964"/>
                  </a:lnTo>
                  <a:lnTo>
                    <a:pt x="13538" y="10818"/>
                  </a:lnTo>
                  <a:lnTo>
                    <a:pt x="13789" y="10525"/>
                  </a:lnTo>
                  <a:lnTo>
                    <a:pt x="13894" y="10504"/>
                  </a:lnTo>
                  <a:lnTo>
                    <a:pt x="13998" y="10337"/>
                  </a:lnTo>
                  <a:lnTo>
                    <a:pt x="14040" y="10337"/>
                  </a:lnTo>
                  <a:lnTo>
                    <a:pt x="14040" y="10295"/>
                  </a:lnTo>
                  <a:lnTo>
                    <a:pt x="14166" y="10211"/>
                  </a:lnTo>
                  <a:lnTo>
                    <a:pt x="14145" y="10148"/>
                  </a:lnTo>
                  <a:lnTo>
                    <a:pt x="14250" y="10023"/>
                  </a:lnTo>
                  <a:lnTo>
                    <a:pt x="14438" y="10044"/>
                  </a:lnTo>
                  <a:lnTo>
                    <a:pt x="14543" y="10107"/>
                  </a:lnTo>
                  <a:lnTo>
                    <a:pt x="14961" y="10148"/>
                  </a:lnTo>
                  <a:lnTo>
                    <a:pt x="15317" y="10148"/>
                  </a:lnTo>
                  <a:lnTo>
                    <a:pt x="15505" y="10107"/>
                  </a:lnTo>
                  <a:lnTo>
                    <a:pt x="15484" y="9981"/>
                  </a:lnTo>
                  <a:lnTo>
                    <a:pt x="15463" y="9835"/>
                  </a:lnTo>
                  <a:lnTo>
                    <a:pt x="15463" y="9709"/>
                  </a:lnTo>
                  <a:lnTo>
                    <a:pt x="15505" y="9667"/>
                  </a:lnTo>
                  <a:lnTo>
                    <a:pt x="15610" y="9688"/>
                  </a:lnTo>
                  <a:lnTo>
                    <a:pt x="15777" y="9709"/>
                  </a:lnTo>
                  <a:lnTo>
                    <a:pt x="15819" y="9667"/>
                  </a:lnTo>
                  <a:lnTo>
                    <a:pt x="16007" y="9667"/>
                  </a:lnTo>
                  <a:lnTo>
                    <a:pt x="16133" y="9730"/>
                  </a:lnTo>
                  <a:lnTo>
                    <a:pt x="16342" y="9793"/>
                  </a:lnTo>
                  <a:lnTo>
                    <a:pt x="16677" y="9835"/>
                  </a:lnTo>
                  <a:lnTo>
                    <a:pt x="16781" y="9793"/>
                  </a:lnTo>
                  <a:lnTo>
                    <a:pt x="16886" y="9709"/>
                  </a:lnTo>
                  <a:lnTo>
                    <a:pt x="17032" y="9730"/>
                  </a:lnTo>
                  <a:lnTo>
                    <a:pt x="17158" y="9730"/>
                  </a:lnTo>
                  <a:lnTo>
                    <a:pt x="17451" y="9667"/>
                  </a:lnTo>
                  <a:lnTo>
                    <a:pt x="17723" y="9730"/>
                  </a:lnTo>
                  <a:lnTo>
                    <a:pt x="17911" y="9688"/>
                  </a:lnTo>
                  <a:lnTo>
                    <a:pt x="18246" y="9688"/>
                  </a:lnTo>
                  <a:lnTo>
                    <a:pt x="18497" y="9793"/>
                  </a:lnTo>
                  <a:lnTo>
                    <a:pt x="18602" y="9772"/>
                  </a:lnTo>
                  <a:lnTo>
                    <a:pt x="18853" y="10044"/>
                  </a:lnTo>
                  <a:lnTo>
                    <a:pt x="19083" y="10107"/>
                  </a:lnTo>
                  <a:lnTo>
                    <a:pt x="19229" y="10044"/>
                  </a:lnTo>
                  <a:lnTo>
                    <a:pt x="19188" y="9897"/>
                  </a:lnTo>
                  <a:lnTo>
                    <a:pt x="19313" y="9814"/>
                  </a:lnTo>
                  <a:lnTo>
                    <a:pt x="19313" y="9772"/>
                  </a:lnTo>
                  <a:lnTo>
                    <a:pt x="19376" y="9730"/>
                  </a:lnTo>
                  <a:lnTo>
                    <a:pt x="19271" y="9625"/>
                  </a:lnTo>
                  <a:lnTo>
                    <a:pt x="19313" y="9521"/>
                  </a:lnTo>
                  <a:lnTo>
                    <a:pt x="19397" y="9458"/>
                  </a:lnTo>
                  <a:lnTo>
                    <a:pt x="19355" y="9207"/>
                  </a:lnTo>
                  <a:lnTo>
                    <a:pt x="19229" y="9144"/>
                  </a:lnTo>
                  <a:lnTo>
                    <a:pt x="19188" y="9039"/>
                  </a:lnTo>
                  <a:lnTo>
                    <a:pt x="19083" y="8851"/>
                  </a:lnTo>
                  <a:lnTo>
                    <a:pt x="19062" y="8747"/>
                  </a:lnTo>
                  <a:lnTo>
                    <a:pt x="19020" y="8663"/>
                  </a:lnTo>
                  <a:lnTo>
                    <a:pt x="19020" y="8579"/>
                  </a:lnTo>
                  <a:lnTo>
                    <a:pt x="18957" y="8412"/>
                  </a:lnTo>
                  <a:lnTo>
                    <a:pt x="19041" y="8328"/>
                  </a:lnTo>
                  <a:lnTo>
                    <a:pt x="19041" y="8265"/>
                  </a:lnTo>
                  <a:lnTo>
                    <a:pt x="18916" y="8244"/>
                  </a:lnTo>
                  <a:lnTo>
                    <a:pt x="18748" y="8265"/>
                  </a:lnTo>
                  <a:lnTo>
                    <a:pt x="18644" y="8202"/>
                  </a:lnTo>
                  <a:lnTo>
                    <a:pt x="18644" y="8119"/>
                  </a:lnTo>
                  <a:lnTo>
                    <a:pt x="18748" y="8014"/>
                  </a:lnTo>
                  <a:lnTo>
                    <a:pt x="18853" y="7951"/>
                  </a:lnTo>
                  <a:lnTo>
                    <a:pt x="18916" y="8014"/>
                  </a:lnTo>
                  <a:lnTo>
                    <a:pt x="19020" y="8014"/>
                  </a:lnTo>
                  <a:lnTo>
                    <a:pt x="19167" y="7930"/>
                  </a:lnTo>
                  <a:lnTo>
                    <a:pt x="19439" y="7889"/>
                  </a:lnTo>
                  <a:lnTo>
                    <a:pt x="19564" y="7847"/>
                  </a:lnTo>
                  <a:lnTo>
                    <a:pt x="19648" y="7826"/>
                  </a:lnTo>
                  <a:lnTo>
                    <a:pt x="19711" y="7889"/>
                  </a:lnTo>
                  <a:lnTo>
                    <a:pt x="19794" y="7889"/>
                  </a:lnTo>
                  <a:lnTo>
                    <a:pt x="19878" y="7826"/>
                  </a:lnTo>
                  <a:lnTo>
                    <a:pt x="19962" y="7826"/>
                  </a:lnTo>
                  <a:lnTo>
                    <a:pt x="19962" y="7742"/>
                  </a:lnTo>
                  <a:lnTo>
                    <a:pt x="20004" y="7617"/>
                  </a:lnTo>
                  <a:lnTo>
                    <a:pt x="19878" y="7575"/>
                  </a:lnTo>
                  <a:lnTo>
                    <a:pt x="19815" y="7512"/>
                  </a:lnTo>
                  <a:lnTo>
                    <a:pt x="19836" y="7428"/>
                  </a:lnTo>
                  <a:lnTo>
                    <a:pt x="19836" y="7177"/>
                  </a:lnTo>
                  <a:lnTo>
                    <a:pt x="19899" y="6842"/>
                  </a:lnTo>
                  <a:lnTo>
                    <a:pt x="19899" y="6696"/>
                  </a:lnTo>
                  <a:lnTo>
                    <a:pt x="19962" y="6550"/>
                  </a:lnTo>
                  <a:lnTo>
                    <a:pt x="20004" y="6278"/>
                  </a:lnTo>
                  <a:lnTo>
                    <a:pt x="20213" y="6278"/>
                  </a:lnTo>
                  <a:lnTo>
                    <a:pt x="20422" y="6361"/>
                  </a:lnTo>
                  <a:lnTo>
                    <a:pt x="20589" y="6382"/>
                  </a:lnTo>
                  <a:lnTo>
                    <a:pt x="20820" y="6340"/>
                  </a:lnTo>
                  <a:lnTo>
                    <a:pt x="20882" y="6340"/>
                  </a:lnTo>
                  <a:lnTo>
                    <a:pt x="20924" y="6424"/>
                  </a:lnTo>
                  <a:lnTo>
                    <a:pt x="21008" y="6424"/>
                  </a:lnTo>
                  <a:lnTo>
                    <a:pt x="21071" y="6382"/>
                  </a:lnTo>
                  <a:lnTo>
                    <a:pt x="21154" y="6278"/>
                  </a:lnTo>
                  <a:lnTo>
                    <a:pt x="21280" y="6236"/>
                  </a:lnTo>
                  <a:lnTo>
                    <a:pt x="21447" y="6068"/>
                  </a:lnTo>
                  <a:lnTo>
                    <a:pt x="21447" y="6006"/>
                  </a:lnTo>
                  <a:lnTo>
                    <a:pt x="21343" y="5838"/>
                  </a:lnTo>
                  <a:lnTo>
                    <a:pt x="21238" y="5608"/>
                  </a:lnTo>
                  <a:lnTo>
                    <a:pt x="21238" y="5378"/>
                  </a:lnTo>
                  <a:lnTo>
                    <a:pt x="21259" y="5231"/>
                  </a:lnTo>
                  <a:lnTo>
                    <a:pt x="21343" y="5169"/>
                  </a:lnTo>
                  <a:lnTo>
                    <a:pt x="21531" y="5106"/>
                  </a:lnTo>
                  <a:lnTo>
                    <a:pt x="21594" y="4980"/>
                  </a:lnTo>
                  <a:lnTo>
                    <a:pt x="21552" y="4917"/>
                  </a:lnTo>
                  <a:lnTo>
                    <a:pt x="21573" y="4813"/>
                  </a:lnTo>
                  <a:lnTo>
                    <a:pt x="21698" y="4666"/>
                  </a:lnTo>
                  <a:lnTo>
                    <a:pt x="21803" y="4604"/>
                  </a:lnTo>
                  <a:lnTo>
                    <a:pt x="21908" y="4499"/>
                  </a:lnTo>
                  <a:lnTo>
                    <a:pt x="21887" y="4478"/>
                  </a:lnTo>
                  <a:lnTo>
                    <a:pt x="21866" y="4457"/>
                  </a:lnTo>
                  <a:lnTo>
                    <a:pt x="21698" y="4394"/>
                  </a:lnTo>
                  <a:lnTo>
                    <a:pt x="21573" y="4269"/>
                  </a:lnTo>
                  <a:lnTo>
                    <a:pt x="21489" y="4269"/>
                  </a:lnTo>
                  <a:lnTo>
                    <a:pt x="21447" y="4164"/>
                  </a:lnTo>
                  <a:lnTo>
                    <a:pt x="21489" y="4039"/>
                  </a:lnTo>
                  <a:lnTo>
                    <a:pt x="21447" y="3976"/>
                  </a:lnTo>
                  <a:lnTo>
                    <a:pt x="21343" y="4060"/>
                  </a:lnTo>
                  <a:lnTo>
                    <a:pt x="21259" y="4164"/>
                  </a:lnTo>
                  <a:lnTo>
                    <a:pt x="21154" y="4185"/>
                  </a:lnTo>
                  <a:lnTo>
                    <a:pt x="20861" y="4227"/>
                  </a:lnTo>
                  <a:lnTo>
                    <a:pt x="20799" y="4269"/>
                  </a:lnTo>
                  <a:lnTo>
                    <a:pt x="20757" y="4332"/>
                  </a:lnTo>
                  <a:lnTo>
                    <a:pt x="20652" y="4269"/>
                  </a:lnTo>
                  <a:lnTo>
                    <a:pt x="20548" y="4227"/>
                  </a:lnTo>
                  <a:lnTo>
                    <a:pt x="20506" y="4227"/>
                  </a:lnTo>
                  <a:lnTo>
                    <a:pt x="20485" y="4185"/>
                  </a:lnTo>
                  <a:lnTo>
                    <a:pt x="20422" y="4143"/>
                  </a:lnTo>
                  <a:lnTo>
                    <a:pt x="20401" y="4060"/>
                  </a:lnTo>
                  <a:lnTo>
                    <a:pt x="20359" y="3976"/>
                  </a:lnTo>
                  <a:lnTo>
                    <a:pt x="20401" y="3934"/>
                  </a:lnTo>
                  <a:lnTo>
                    <a:pt x="20401" y="3850"/>
                  </a:lnTo>
                  <a:lnTo>
                    <a:pt x="20317" y="3809"/>
                  </a:lnTo>
                  <a:lnTo>
                    <a:pt x="20276" y="3809"/>
                  </a:lnTo>
                  <a:lnTo>
                    <a:pt x="20129" y="3725"/>
                  </a:lnTo>
                  <a:lnTo>
                    <a:pt x="20004" y="3704"/>
                  </a:lnTo>
                  <a:lnTo>
                    <a:pt x="19962" y="3704"/>
                  </a:lnTo>
                  <a:lnTo>
                    <a:pt x="19899" y="3557"/>
                  </a:lnTo>
                  <a:lnTo>
                    <a:pt x="19794" y="3390"/>
                  </a:lnTo>
                  <a:lnTo>
                    <a:pt x="19648" y="3244"/>
                  </a:lnTo>
                  <a:lnTo>
                    <a:pt x="19460" y="3223"/>
                  </a:lnTo>
                  <a:lnTo>
                    <a:pt x="19250" y="3223"/>
                  </a:lnTo>
                  <a:lnTo>
                    <a:pt x="19062" y="3244"/>
                  </a:lnTo>
                  <a:lnTo>
                    <a:pt x="19041" y="3306"/>
                  </a:lnTo>
                  <a:lnTo>
                    <a:pt x="19083" y="3348"/>
                  </a:lnTo>
                  <a:lnTo>
                    <a:pt x="19062" y="3411"/>
                  </a:lnTo>
                  <a:lnTo>
                    <a:pt x="18936" y="3453"/>
                  </a:lnTo>
                  <a:lnTo>
                    <a:pt x="18853" y="3432"/>
                  </a:lnTo>
                  <a:lnTo>
                    <a:pt x="18727" y="3495"/>
                  </a:lnTo>
                  <a:lnTo>
                    <a:pt x="18560" y="3411"/>
                  </a:lnTo>
                  <a:lnTo>
                    <a:pt x="18497" y="3432"/>
                  </a:lnTo>
                  <a:lnTo>
                    <a:pt x="18413" y="3495"/>
                  </a:lnTo>
                  <a:lnTo>
                    <a:pt x="18309" y="3495"/>
                  </a:lnTo>
                  <a:lnTo>
                    <a:pt x="18204" y="3411"/>
                  </a:lnTo>
                  <a:lnTo>
                    <a:pt x="18079" y="3348"/>
                  </a:lnTo>
                  <a:lnTo>
                    <a:pt x="18079" y="3285"/>
                  </a:lnTo>
                  <a:lnTo>
                    <a:pt x="18100" y="3202"/>
                  </a:lnTo>
                  <a:lnTo>
                    <a:pt x="17911" y="3118"/>
                  </a:lnTo>
                  <a:lnTo>
                    <a:pt x="17828" y="3181"/>
                  </a:lnTo>
                  <a:lnTo>
                    <a:pt x="17828" y="3306"/>
                  </a:lnTo>
                  <a:lnTo>
                    <a:pt x="17869" y="3327"/>
                  </a:lnTo>
                  <a:lnTo>
                    <a:pt x="17828" y="3390"/>
                  </a:lnTo>
                  <a:lnTo>
                    <a:pt x="17744" y="3453"/>
                  </a:lnTo>
                  <a:lnTo>
                    <a:pt x="17597" y="3453"/>
                  </a:lnTo>
                  <a:lnTo>
                    <a:pt x="16175" y="1695"/>
                  </a:lnTo>
                  <a:lnTo>
                    <a:pt x="15170" y="921"/>
                  </a:lnTo>
                  <a:lnTo>
                    <a:pt x="15107" y="837"/>
                  </a:lnTo>
                  <a:lnTo>
                    <a:pt x="15191" y="816"/>
                  </a:lnTo>
                  <a:lnTo>
                    <a:pt x="15296" y="712"/>
                  </a:lnTo>
                  <a:lnTo>
                    <a:pt x="15296" y="607"/>
                  </a:lnTo>
                  <a:lnTo>
                    <a:pt x="15254" y="565"/>
                  </a:lnTo>
                  <a:lnTo>
                    <a:pt x="15087" y="607"/>
                  </a:lnTo>
                  <a:lnTo>
                    <a:pt x="14961" y="628"/>
                  </a:lnTo>
                  <a:lnTo>
                    <a:pt x="14877" y="733"/>
                  </a:lnTo>
                  <a:lnTo>
                    <a:pt x="14773" y="775"/>
                  </a:lnTo>
                  <a:lnTo>
                    <a:pt x="14647" y="900"/>
                  </a:lnTo>
                  <a:lnTo>
                    <a:pt x="14647" y="984"/>
                  </a:lnTo>
                  <a:lnTo>
                    <a:pt x="14563" y="1047"/>
                  </a:lnTo>
                  <a:lnTo>
                    <a:pt x="14522" y="1151"/>
                  </a:lnTo>
                  <a:lnTo>
                    <a:pt x="14417" y="1235"/>
                  </a:lnTo>
                  <a:lnTo>
                    <a:pt x="14229" y="1235"/>
                  </a:lnTo>
                  <a:lnTo>
                    <a:pt x="14124" y="1298"/>
                  </a:lnTo>
                  <a:lnTo>
                    <a:pt x="14145" y="1423"/>
                  </a:lnTo>
                  <a:lnTo>
                    <a:pt x="14061" y="1465"/>
                  </a:lnTo>
                  <a:lnTo>
                    <a:pt x="14019" y="1423"/>
                  </a:lnTo>
                  <a:lnTo>
                    <a:pt x="13789" y="1360"/>
                  </a:lnTo>
                  <a:lnTo>
                    <a:pt x="13643" y="1423"/>
                  </a:lnTo>
                  <a:lnTo>
                    <a:pt x="13601" y="1507"/>
                  </a:lnTo>
                  <a:lnTo>
                    <a:pt x="13517" y="1507"/>
                  </a:lnTo>
                  <a:lnTo>
                    <a:pt x="13434" y="1402"/>
                  </a:lnTo>
                  <a:lnTo>
                    <a:pt x="13434" y="1235"/>
                  </a:lnTo>
                  <a:lnTo>
                    <a:pt x="13517" y="1172"/>
                  </a:lnTo>
                  <a:lnTo>
                    <a:pt x="13538" y="1088"/>
                  </a:lnTo>
                  <a:lnTo>
                    <a:pt x="13496" y="1026"/>
                  </a:lnTo>
                  <a:lnTo>
                    <a:pt x="13413" y="1109"/>
                  </a:lnTo>
                  <a:lnTo>
                    <a:pt x="13329" y="1109"/>
                  </a:lnTo>
                  <a:lnTo>
                    <a:pt x="13120" y="1005"/>
                  </a:lnTo>
                  <a:lnTo>
                    <a:pt x="12994" y="1026"/>
                  </a:lnTo>
                  <a:lnTo>
                    <a:pt x="13015" y="1109"/>
                  </a:lnTo>
                  <a:lnTo>
                    <a:pt x="13078" y="1130"/>
                  </a:lnTo>
                  <a:lnTo>
                    <a:pt x="12994" y="1214"/>
                  </a:lnTo>
                  <a:lnTo>
                    <a:pt x="12952" y="1214"/>
                  </a:lnTo>
                  <a:lnTo>
                    <a:pt x="12869" y="1088"/>
                  </a:lnTo>
                  <a:lnTo>
                    <a:pt x="12848" y="900"/>
                  </a:lnTo>
                  <a:lnTo>
                    <a:pt x="12638" y="733"/>
                  </a:lnTo>
                  <a:lnTo>
                    <a:pt x="12597" y="775"/>
                  </a:lnTo>
                  <a:lnTo>
                    <a:pt x="12638" y="900"/>
                  </a:lnTo>
                  <a:lnTo>
                    <a:pt x="12638" y="984"/>
                  </a:lnTo>
                  <a:lnTo>
                    <a:pt x="12555" y="984"/>
                  </a:lnTo>
                  <a:lnTo>
                    <a:pt x="12513" y="879"/>
                  </a:lnTo>
                  <a:lnTo>
                    <a:pt x="12450" y="900"/>
                  </a:lnTo>
                  <a:lnTo>
                    <a:pt x="12429" y="1005"/>
                  </a:lnTo>
                  <a:lnTo>
                    <a:pt x="12366" y="1026"/>
                  </a:lnTo>
                  <a:lnTo>
                    <a:pt x="12262" y="942"/>
                  </a:lnTo>
                  <a:lnTo>
                    <a:pt x="12136" y="1026"/>
                  </a:lnTo>
                  <a:lnTo>
                    <a:pt x="12074" y="984"/>
                  </a:lnTo>
                  <a:lnTo>
                    <a:pt x="12032" y="879"/>
                  </a:lnTo>
                  <a:lnTo>
                    <a:pt x="12115" y="837"/>
                  </a:lnTo>
                  <a:lnTo>
                    <a:pt x="12136" y="796"/>
                  </a:lnTo>
                  <a:lnTo>
                    <a:pt x="12115" y="691"/>
                  </a:lnTo>
                  <a:lnTo>
                    <a:pt x="12136" y="586"/>
                  </a:lnTo>
                  <a:lnTo>
                    <a:pt x="12115" y="524"/>
                  </a:lnTo>
                  <a:lnTo>
                    <a:pt x="12032" y="482"/>
                  </a:lnTo>
                  <a:lnTo>
                    <a:pt x="11948" y="398"/>
                  </a:lnTo>
                  <a:lnTo>
                    <a:pt x="11927" y="272"/>
                  </a:lnTo>
                  <a:lnTo>
                    <a:pt x="11864" y="252"/>
                  </a:lnTo>
                  <a:lnTo>
                    <a:pt x="11822" y="84"/>
                  </a:lnTo>
                  <a:lnTo>
                    <a:pt x="11718" y="84"/>
                  </a:lnTo>
                  <a:lnTo>
                    <a:pt x="11592" y="126"/>
                  </a:lnTo>
                  <a:lnTo>
                    <a:pt x="11446" y="126"/>
                  </a:lnTo>
                  <a:lnTo>
                    <a:pt x="11299" y="42"/>
                  </a:lnTo>
                  <a:lnTo>
                    <a:pt x="11132" y="63"/>
                  </a:lnTo>
                  <a:lnTo>
                    <a:pt x="11006" y="0"/>
                  </a:lnTo>
                  <a:lnTo>
                    <a:pt x="10902" y="42"/>
                  </a:lnTo>
                  <a:lnTo>
                    <a:pt x="10860" y="0"/>
                  </a:lnTo>
                  <a:close/>
                </a:path>
              </a:pathLst>
            </a:custGeom>
            <a:solidFill>
              <a:srgbClr val="5F7D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005" name="Google Shape;6005;p36"/>
            <p:cNvSpPr/>
            <p:nvPr/>
          </p:nvSpPr>
          <p:spPr>
            <a:xfrm>
              <a:off x="4105619" y="2816249"/>
              <a:ext cx="110383" cy="65688"/>
            </a:xfrm>
            <a:custGeom>
              <a:rect b="b" l="l" r="r" t="t"/>
              <a:pathLst>
                <a:path extrusionOk="0" h="5776" w="9270">
                  <a:moveTo>
                    <a:pt x="1507" y="1"/>
                  </a:moveTo>
                  <a:lnTo>
                    <a:pt x="0" y="294"/>
                  </a:lnTo>
                  <a:lnTo>
                    <a:pt x="439" y="3014"/>
                  </a:lnTo>
                  <a:lnTo>
                    <a:pt x="732" y="3014"/>
                  </a:lnTo>
                  <a:lnTo>
                    <a:pt x="963" y="3035"/>
                  </a:lnTo>
                  <a:lnTo>
                    <a:pt x="1004" y="2909"/>
                  </a:lnTo>
                  <a:lnTo>
                    <a:pt x="900" y="2804"/>
                  </a:lnTo>
                  <a:lnTo>
                    <a:pt x="879" y="2595"/>
                  </a:lnTo>
                  <a:lnTo>
                    <a:pt x="983" y="2344"/>
                  </a:lnTo>
                  <a:lnTo>
                    <a:pt x="1172" y="2323"/>
                  </a:lnTo>
                  <a:lnTo>
                    <a:pt x="1276" y="2198"/>
                  </a:lnTo>
                  <a:lnTo>
                    <a:pt x="1402" y="2114"/>
                  </a:lnTo>
                  <a:lnTo>
                    <a:pt x="1527" y="2198"/>
                  </a:lnTo>
                  <a:lnTo>
                    <a:pt x="1611" y="2135"/>
                  </a:lnTo>
                  <a:lnTo>
                    <a:pt x="1507" y="2009"/>
                  </a:lnTo>
                  <a:lnTo>
                    <a:pt x="1779" y="2030"/>
                  </a:lnTo>
                  <a:lnTo>
                    <a:pt x="2155" y="2219"/>
                  </a:lnTo>
                  <a:lnTo>
                    <a:pt x="2511" y="2428"/>
                  </a:lnTo>
                  <a:lnTo>
                    <a:pt x="2532" y="2553"/>
                  </a:lnTo>
                  <a:lnTo>
                    <a:pt x="2971" y="2804"/>
                  </a:lnTo>
                  <a:lnTo>
                    <a:pt x="3306" y="2951"/>
                  </a:lnTo>
                  <a:lnTo>
                    <a:pt x="3390" y="2909"/>
                  </a:lnTo>
                  <a:lnTo>
                    <a:pt x="3515" y="2930"/>
                  </a:lnTo>
                  <a:lnTo>
                    <a:pt x="3766" y="3076"/>
                  </a:lnTo>
                  <a:lnTo>
                    <a:pt x="3871" y="3432"/>
                  </a:lnTo>
                  <a:lnTo>
                    <a:pt x="3976" y="3537"/>
                  </a:lnTo>
                  <a:lnTo>
                    <a:pt x="4017" y="3662"/>
                  </a:lnTo>
                  <a:lnTo>
                    <a:pt x="4143" y="3913"/>
                  </a:lnTo>
                  <a:lnTo>
                    <a:pt x="4352" y="3997"/>
                  </a:lnTo>
                  <a:lnTo>
                    <a:pt x="4729" y="4227"/>
                  </a:lnTo>
                  <a:lnTo>
                    <a:pt x="5126" y="4520"/>
                  </a:lnTo>
                  <a:lnTo>
                    <a:pt x="5545" y="4708"/>
                  </a:lnTo>
                  <a:lnTo>
                    <a:pt x="5921" y="5001"/>
                  </a:lnTo>
                  <a:lnTo>
                    <a:pt x="6235" y="5022"/>
                  </a:lnTo>
                  <a:lnTo>
                    <a:pt x="6319" y="5106"/>
                  </a:lnTo>
                  <a:lnTo>
                    <a:pt x="6403" y="5106"/>
                  </a:lnTo>
                  <a:lnTo>
                    <a:pt x="6612" y="5232"/>
                  </a:lnTo>
                  <a:lnTo>
                    <a:pt x="6612" y="5378"/>
                  </a:lnTo>
                  <a:lnTo>
                    <a:pt x="6633" y="5650"/>
                  </a:lnTo>
                  <a:lnTo>
                    <a:pt x="6821" y="5587"/>
                  </a:lnTo>
                  <a:lnTo>
                    <a:pt x="6926" y="5671"/>
                  </a:lnTo>
                  <a:lnTo>
                    <a:pt x="7009" y="5776"/>
                  </a:lnTo>
                  <a:lnTo>
                    <a:pt x="7072" y="5776"/>
                  </a:lnTo>
                  <a:lnTo>
                    <a:pt x="7177" y="5671"/>
                  </a:lnTo>
                  <a:lnTo>
                    <a:pt x="7281" y="5692"/>
                  </a:lnTo>
                  <a:lnTo>
                    <a:pt x="7323" y="5755"/>
                  </a:lnTo>
                  <a:lnTo>
                    <a:pt x="7365" y="5378"/>
                  </a:lnTo>
                  <a:lnTo>
                    <a:pt x="7491" y="5106"/>
                  </a:lnTo>
                  <a:lnTo>
                    <a:pt x="7553" y="5043"/>
                  </a:lnTo>
                  <a:lnTo>
                    <a:pt x="7533" y="4897"/>
                  </a:lnTo>
                  <a:lnTo>
                    <a:pt x="7407" y="4834"/>
                  </a:lnTo>
                  <a:lnTo>
                    <a:pt x="7344" y="4688"/>
                  </a:lnTo>
                  <a:lnTo>
                    <a:pt x="7386" y="4541"/>
                  </a:lnTo>
                  <a:lnTo>
                    <a:pt x="7365" y="4416"/>
                  </a:lnTo>
                  <a:lnTo>
                    <a:pt x="7219" y="4436"/>
                  </a:lnTo>
                  <a:lnTo>
                    <a:pt x="7114" y="4499"/>
                  </a:lnTo>
                  <a:lnTo>
                    <a:pt x="6947" y="4269"/>
                  </a:lnTo>
                  <a:lnTo>
                    <a:pt x="6947" y="4102"/>
                  </a:lnTo>
                  <a:lnTo>
                    <a:pt x="7072" y="3997"/>
                  </a:lnTo>
                  <a:lnTo>
                    <a:pt x="7344" y="4018"/>
                  </a:lnTo>
                  <a:lnTo>
                    <a:pt x="7449" y="3997"/>
                  </a:lnTo>
                  <a:lnTo>
                    <a:pt x="7449" y="3872"/>
                  </a:lnTo>
                  <a:lnTo>
                    <a:pt x="7679" y="3788"/>
                  </a:lnTo>
                  <a:lnTo>
                    <a:pt x="7637" y="3704"/>
                  </a:lnTo>
                  <a:lnTo>
                    <a:pt x="7574" y="3662"/>
                  </a:lnTo>
                  <a:lnTo>
                    <a:pt x="7846" y="3600"/>
                  </a:lnTo>
                  <a:lnTo>
                    <a:pt x="8014" y="3537"/>
                  </a:lnTo>
                  <a:lnTo>
                    <a:pt x="8056" y="3390"/>
                  </a:lnTo>
                  <a:lnTo>
                    <a:pt x="7867" y="3328"/>
                  </a:lnTo>
                  <a:lnTo>
                    <a:pt x="7867" y="3181"/>
                  </a:lnTo>
                  <a:lnTo>
                    <a:pt x="8014" y="3139"/>
                  </a:lnTo>
                  <a:lnTo>
                    <a:pt x="8181" y="3014"/>
                  </a:lnTo>
                  <a:lnTo>
                    <a:pt x="8286" y="3035"/>
                  </a:lnTo>
                  <a:lnTo>
                    <a:pt x="8453" y="2825"/>
                  </a:lnTo>
                  <a:lnTo>
                    <a:pt x="8600" y="2951"/>
                  </a:lnTo>
                  <a:lnTo>
                    <a:pt x="8621" y="3056"/>
                  </a:lnTo>
                  <a:lnTo>
                    <a:pt x="8914" y="3014"/>
                  </a:lnTo>
                  <a:lnTo>
                    <a:pt x="9123" y="3014"/>
                  </a:lnTo>
                  <a:lnTo>
                    <a:pt x="9269" y="2825"/>
                  </a:lnTo>
                  <a:lnTo>
                    <a:pt x="9248" y="2721"/>
                  </a:lnTo>
                  <a:lnTo>
                    <a:pt x="8955" y="2491"/>
                  </a:lnTo>
                  <a:lnTo>
                    <a:pt x="8893" y="2491"/>
                  </a:lnTo>
                  <a:lnTo>
                    <a:pt x="8893" y="2637"/>
                  </a:lnTo>
                  <a:lnTo>
                    <a:pt x="8788" y="2742"/>
                  </a:lnTo>
                  <a:lnTo>
                    <a:pt x="8683" y="2721"/>
                  </a:lnTo>
                  <a:lnTo>
                    <a:pt x="8579" y="2616"/>
                  </a:lnTo>
                  <a:lnTo>
                    <a:pt x="8307" y="2532"/>
                  </a:lnTo>
                  <a:lnTo>
                    <a:pt x="8202" y="2449"/>
                  </a:lnTo>
                  <a:lnTo>
                    <a:pt x="8286" y="2323"/>
                  </a:lnTo>
                  <a:lnTo>
                    <a:pt x="8453" y="2030"/>
                  </a:lnTo>
                  <a:lnTo>
                    <a:pt x="8453" y="1905"/>
                  </a:lnTo>
                  <a:lnTo>
                    <a:pt x="8369" y="1905"/>
                  </a:lnTo>
                  <a:lnTo>
                    <a:pt x="8265" y="2072"/>
                  </a:lnTo>
                  <a:lnTo>
                    <a:pt x="8160" y="2093"/>
                  </a:lnTo>
                  <a:lnTo>
                    <a:pt x="7909" y="2386"/>
                  </a:lnTo>
                  <a:lnTo>
                    <a:pt x="7846" y="2532"/>
                  </a:lnTo>
                  <a:lnTo>
                    <a:pt x="7784" y="2616"/>
                  </a:lnTo>
                  <a:lnTo>
                    <a:pt x="7658" y="2825"/>
                  </a:lnTo>
                  <a:lnTo>
                    <a:pt x="7449" y="3035"/>
                  </a:lnTo>
                  <a:lnTo>
                    <a:pt x="7365" y="3014"/>
                  </a:lnTo>
                  <a:lnTo>
                    <a:pt x="7114" y="2867"/>
                  </a:lnTo>
                  <a:lnTo>
                    <a:pt x="6926" y="2846"/>
                  </a:lnTo>
                  <a:lnTo>
                    <a:pt x="6737" y="2867"/>
                  </a:lnTo>
                  <a:lnTo>
                    <a:pt x="6486" y="3014"/>
                  </a:lnTo>
                  <a:lnTo>
                    <a:pt x="6361" y="3014"/>
                  </a:lnTo>
                  <a:lnTo>
                    <a:pt x="6131" y="2323"/>
                  </a:lnTo>
                  <a:lnTo>
                    <a:pt x="5712" y="2281"/>
                  </a:lnTo>
                  <a:lnTo>
                    <a:pt x="5691" y="1465"/>
                  </a:lnTo>
                  <a:lnTo>
                    <a:pt x="5503" y="1549"/>
                  </a:lnTo>
                  <a:lnTo>
                    <a:pt x="5356" y="1172"/>
                  </a:lnTo>
                  <a:lnTo>
                    <a:pt x="5064" y="963"/>
                  </a:lnTo>
                  <a:lnTo>
                    <a:pt x="4122" y="963"/>
                  </a:lnTo>
                  <a:lnTo>
                    <a:pt x="3264" y="1047"/>
                  </a:lnTo>
                  <a:lnTo>
                    <a:pt x="2762" y="754"/>
                  </a:lnTo>
                  <a:lnTo>
                    <a:pt x="2427" y="628"/>
                  </a:lnTo>
                  <a:lnTo>
                    <a:pt x="1507" y="1"/>
                  </a:lnTo>
                  <a:close/>
                </a:path>
              </a:pathLst>
            </a:custGeom>
            <a:solidFill>
              <a:srgbClr val="5F7D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006" name="Google Shape;6006;p36"/>
            <p:cNvSpPr/>
            <p:nvPr/>
          </p:nvSpPr>
          <p:spPr>
            <a:xfrm>
              <a:off x="4085936" y="2839096"/>
              <a:ext cx="98666" cy="59262"/>
            </a:xfrm>
            <a:custGeom>
              <a:rect b="b" l="l" r="r" t="t"/>
              <a:pathLst>
                <a:path extrusionOk="0" h="5211" w="8286">
                  <a:moveTo>
                    <a:pt x="3160" y="0"/>
                  </a:moveTo>
                  <a:lnTo>
                    <a:pt x="3264" y="126"/>
                  </a:lnTo>
                  <a:lnTo>
                    <a:pt x="3180" y="189"/>
                  </a:lnTo>
                  <a:lnTo>
                    <a:pt x="3055" y="105"/>
                  </a:lnTo>
                  <a:lnTo>
                    <a:pt x="2929" y="189"/>
                  </a:lnTo>
                  <a:lnTo>
                    <a:pt x="2825" y="314"/>
                  </a:lnTo>
                  <a:lnTo>
                    <a:pt x="2636" y="335"/>
                  </a:lnTo>
                  <a:lnTo>
                    <a:pt x="2532" y="586"/>
                  </a:lnTo>
                  <a:lnTo>
                    <a:pt x="2553" y="795"/>
                  </a:lnTo>
                  <a:lnTo>
                    <a:pt x="2657" y="900"/>
                  </a:lnTo>
                  <a:lnTo>
                    <a:pt x="2616" y="1026"/>
                  </a:lnTo>
                  <a:lnTo>
                    <a:pt x="2385" y="1005"/>
                  </a:lnTo>
                  <a:lnTo>
                    <a:pt x="2092" y="1005"/>
                  </a:lnTo>
                  <a:lnTo>
                    <a:pt x="2009" y="1026"/>
                  </a:lnTo>
                  <a:lnTo>
                    <a:pt x="1779" y="1067"/>
                  </a:lnTo>
                  <a:lnTo>
                    <a:pt x="1402" y="628"/>
                  </a:lnTo>
                  <a:lnTo>
                    <a:pt x="983" y="398"/>
                  </a:lnTo>
                  <a:lnTo>
                    <a:pt x="628" y="335"/>
                  </a:lnTo>
                  <a:lnTo>
                    <a:pt x="335" y="440"/>
                  </a:lnTo>
                  <a:lnTo>
                    <a:pt x="0" y="754"/>
                  </a:lnTo>
                  <a:lnTo>
                    <a:pt x="0" y="816"/>
                  </a:lnTo>
                  <a:lnTo>
                    <a:pt x="84" y="900"/>
                  </a:lnTo>
                  <a:lnTo>
                    <a:pt x="126" y="963"/>
                  </a:lnTo>
                  <a:lnTo>
                    <a:pt x="209" y="1047"/>
                  </a:lnTo>
                  <a:lnTo>
                    <a:pt x="251" y="1151"/>
                  </a:lnTo>
                  <a:lnTo>
                    <a:pt x="356" y="1360"/>
                  </a:lnTo>
                  <a:lnTo>
                    <a:pt x="335" y="1528"/>
                  </a:lnTo>
                  <a:lnTo>
                    <a:pt x="293" y="1653"/>
                  </a:lnTo>
                  <a:lnTo>
                    <a:pt x="314" y="1946"/>
                  </a:lnTo>
                  <a:lnTo>
                    <a:pt x="356" y="2009"/>
                  </a:lnTo>
                  <a:lnTo>
                    <a:pt x="398" y="2093"/>
                  </a:lnTo>
                  <a:lnTo>
                    <a:pt x="607" y="2302"/>
                  </a:lnTo>
                  <a:lnTo>
                    <a:pt x="565" y="2218"/>
                  </a:lnTo>
                  <a:lnTo>
                    <a:pt x="523" y="2155"/>
                  </a:lnTo>
                  <a:lnTo>
                    <a:pt x="544" y="2114"/>
                  </a:lnTo>
                  <a:lnTo>
                    <a:pt x="732" y="2155"/>
                  </a:lnTo>
                  <a:lnTo>
                    <a:pt x="816" y="2093"/>
                  </a:lnTo>
                  <a:lnTo>
                    <a:pt x="858" y="2114"/>
                  </a:lnTo>
                  <a:lnTo>
                    <a:pt x="837" y="2260"/>
                  </a:lnTo>
                  <a:lnTo>
                    <a:pt x="858" y="2365"/>
                  </a:lnTo>
                  <a:lnTo>
                    <a:pt x="942" y="2323"/>
                  </a:lnTo>
                  <a:lnTo>
                    <a:pt x="983" y="2427"/>
                  </a:lnTo>
                  <a:lnTo>
                    <a:pt x="963" y="2490"/>
                  </a:lnTo>
                  <a:lnTo>
                    <a:pt x="858" y="2469"/>
                  </a:lnTo>
                  <a:lnTo>
                    <a:pt x="816" y="2469"/>
                  </a:lnTo>
                  <a:lnTo>
                    <a:pt x="753" y="2427"/>
                  </a:lnTo>
                  <a:lnTo>
                    <a:pt x="649" y="2511"/>
                  </a:lnTo>
                  <a:lnTo>
                    <a:pt x="649" y="2616"/>
                  </a:lnTo>
                  <a:lnTo>
                    <a:pt x="732" y="2699"/>
                  </a:lnTo>
                  <a:lnTo>
                    <a:pt x="711" y="2574"/>
                  </a:lnTo>
                  <a:lnTo>
                    <a:pt x="774" y="2574"/>
                  </a:lnTo>
                  <a:lnTo>
                    <a:pt x="837" y="2595"/>
                  </a:lnTo>
                  <a:lnTo>
                    <a:pt x="921" y="2616"/>
                  </a:lnTo>
                  <a:lnTo>
                    <a:pt x="963" y="2720"/>
                  </a:lnTo>
                  <a:lnTo>
                    <a:pt x="1130" y="2804"/>
                  </a:lnTo>
                  <a:lnTo>
                    <a:pt x="1172" y="2909"/>
                  </a:lnTo>
                  <a:lnTo>
                    <a:pt x="1151" y="3097"/>
                  </a:lnTo>
                  <a:lnTo>
                    <a:pt x="1172" y="3160"/>
                  </a:lnTo>
                  <a:lnTo>
                    <a:pt x="1172" y="3453"/>
                  </a:lnTo>
                  <a:lnTo>
                    <a:pt x="1235" y="3662"/>
                  </a:lnTo>
                  <a:lnTo>
                    <a:pt x="1339" y="3955"/>
                  </a:lnTo>
                  <a:lnTo>
                    <a:pt x="1444" y="3871"/>
                  </a:lnTo>
                  <a:lnTo>
                    <a:pt x="1716" y="3871"/>
                  </a:lnTo>
                  <a:lnTo>
                    <a:pt x="1779" y="3725"/>
                  </a:lnTo>
                  <a:lnTo>
                    <a:pt x="1862" y="3620"/>
                  </a:lnTo>
                  <a:lnTo>
                    <a:pt x="1967" y="3620"/>
                  </a:lnTo>
                  <a:lnTo>
                    <a:pt x="2197" y="3411"/>
                  </a:lnTo>
                  <a:lnTo>
                    <a:pt x="2427" y="3348"/>
                  </a:lnTo>
                  <a:lnTo>
                    <a:pt x="2636" y="3411"/>
                  </a:lnTo>
                  <a:lnTo>
                    <a:pt x="2699" y="3264"/>
                  </a:lnTo>
                  <a:lnTo>
                    <a:pt x="2804" y="3243"/>
                  </a:lnTo>
                  <a:lnTo>
                    <a:pt x="2929" y="3306"/>
                  </a:lnTo>
                  <a:lnTo>
                    <a:pt x="3055" y="3264"/>
                  </a:lnTo>
                  <a:lnTo>
                    <a:pt x="3264" y="3453"/>
                  </a:lnTo>
                  <a:lnTo>
                    <a:pt x="3432" y="3515"/>
                  </a:lnTo>
                  <a:lnTo>
                    <a:pt x="3766" y="3725"/>
                  </a:lnTo>
                  <a:lnTo>
                    <a:pt x="3871" y="3725"/>
                  </a:lnTo>
                  <a:lnTo>
                    <a:pt x="3955" y="3641"/>
                  </a:lnTo>
                  <a:lnTo>
                    <a:pt x="4185" y="3746"/>
                  </a:lnTo>
                  <a:lnTo>
                    <a:pt x="4310" y="3767"/>
                  </a:lnTo>
                  <a:lnTo>
                    <a:pt x="4331" y="3934"/>
                  </a:lnTo>
                  <a:lnTo>
                    <a:pt x="4394" y="3976"/>
                  </a:lnTo>
                  <a:lnTo>
                    <a:pt x="4520" y="3955"/>
                  </a:lnTo>
                  <a:lnTo>
                    <a:pt x="4729" y="3997"/>
                  </a:lnTo>
                  <a:lnTo>
                    <a:pt x="4959" y="4311"/>
                  </a:lnTo>
                  <a:lnTo>
                    <a:pt x="5231" y="4352"/>
                  </a:lnTo>
                  <a:lnTo>
                    <a:pt x="5357" y="4394"/>
                  </a:lnTo>
                  <a:lnTo>
                    <a:pt x="5461" y="4562"/>
                  </a:lnTo>
                  <a:lnTo>
                    <a:pt x="5419" y="4666"/>
                  </a:lnTo>
                  <a:lnTo>
                    <a:pt x="5461" y="4792"/>
                  </a:lnTo>
                  <a:lnTo>
                    <a:pt x="5461" y="4876"/>
                  </a:lnTo>
                  <a:lnTo>
                    <a:pt x="5524" y="4980"/>
                  </a:lnTo>
                  <a:lnTo>
                    <a:pt x="5566" y="4938"/>
                  </a:lnTo>
                  <a:lnTo>
                    <a:pt x="5691" y="4980"/>
                  </a:lnTo>
                  <a:lnTo>
                    <a:pt x="5775" y="5043"/>
                  </a:lnTo>
                  <a:lnTo>
                    <a:pt x="5880" y="5043"/>
                  </a:lnTo>
                  <a:lnTo>
                    <a:pt x="5963" y="4980"/>
                  </a:lnTo>
                  <a:lnTo>
                    <a:pt x="6047" y="4980"/>
                  </a:lnTo>
                  <a:lnTo>
                    <a:pt x="6173" y="5085"/>
                  </a:lnTo>
                  <a:lnTo>
                    <a:pt x="6214" y="5148"/>
                  </a:lnTo>
                  <a:lnTo>
                    <a:pt x="6277" y="5210"/>
                  </a:lnTo>
                  <a:lnTo>
                    <a:pt x="6319" y="5148"/>
                  </a:lnTo>
                  <a:lnTo>
                    <a:pt x="6486" y="5127"/>
                  </a:lnTo>
                  <a:lnTo>
                    <a:pt x="6570" y="5022"/>
                  </a:lnTo>
                  <a:lnTo>
                    <a:pt x="6591" y="4938"/>
                  </a:lnTo>
                  <a:lnTo>
                    <a:pt x="6675" y="4896"/>
                  </a:lnTo>
                  <a:lnTo>
                    <a:pt x="6633" y="4813"/>
                  </a:lnTo>
                  <a:lnTo>
                    <a:pt x="6821" y="4708"/>
                  </a:lnTo>
                  <a:lnTo>
                    <a:pt x="7030" y="4666"/>
                  </a:lnTo>
                  <a:lnTo>
                    <a:pt x="7051" y="4604"/>
                  </a:lnTo>
                  <a:lnTo>
                    <a:pt x="7135" y="4520"/>
                  </a:lnTo>
                  <a:lnTo>
                    <a:pt x="7240" y="4499"/>
                  </a:lnTo>
                  <a:lnTo>
                    <a:pt x="7261" y="4373"/>
                  </a:lnTo>
                  <a:lnTo>
                    <a:pt x="7261" y="4206"/>
                  </a:lnTo>
                  <a:lnTo>
                    <a:pt x="7407" y="4080"/>
                  </a:lnTo>
                  <a:lnTo>
                    <a:pt x="7407" y="3955"/>
                  </a:lnTo>
                  <a:lnTo>
                    <a:pt x="7344" y="3892"/>
                  </a:lnTo>
                  <a:lnTo>
                    <a:pt x="7365" y="3850"/>
                  </a:lnTo>
                  <a:lnTo>
                    <a:pt x="7428" y="3829"/>
                  </a:lnTo>
                  <a:lnTo>
                    <a:pt x="7470" y="3767"/>
                  </a:lnTo>
                  <a:lnTo>
                    <a:pt x="7637" y="3725"/>
                  </a:lnTo>
                  <a:lnTo>
                    <a:pt x="7679" y="3725"/>
                  </a:lnTo>
                  <a:lnTo>
                    <a:pt x="7846" y="3620"/>
                  </a:lnTo>
                  <a:lnTo>
                    <a:pt x="7993" y="3557"/>
                  </a:lnTo>
                  <a:lnTo>
                    <a:pt x="8098" y="3641"/>
                  </a:lnTo>
                  <a:lnTo>
                    <a:pt x="8244" y="3620"/>
                  </a:lnTo>
                  <a:lnTo>
                    <a:pt x="8265" y="3641"/>
                  </a:lnTo>
                  <a:lnTo>
                    <a:pt x="8286" y="3641"/>
                  </a:lnTo>
                  <a:lnTo>
                    <a:pt x="8265" y="3369"/>
                  </a:lnTo>
                  <a:lnTo>
                    <a:pt x="8265" y="3223"/>
                  </a:lnTo>
                  <a:lnTo>
                    <a:pt x="8056" y="3097"/>
                  </a:lnTo>
                  <a:lnTo>
                    <a:pt x="7972" y="3097"/>
                  </a:lnTo>
                  <a:lnTo>
                    <a:pt x="7888" y="3013"/>
                  </a:lnTo>
                  <a:lnTo>
                    <a:pt x="7574" y="2992"/>
                  </a:lnTo>
                  <a:lnTo>
                    <a:pt x="7198" y="2699"/>
                  </a:lnTo>
                  <a:lnTo>
                    <a:pt x="6779" y="2511"/>
                  </a:lnTo>
                  <a:lnTo>
                    <a:pt x="6382" y="2218"/>
                  </a:lnTo>
                  <a:lnTo>
                    <a:pt x="6005" y="1988"/>
                  </a:lnTo>
                  <a:lnTo>
                    <a:pt x="5796" y="1904"/>
                  </a:lnTo>
                  <a:lnTo>
                    <a:pt x="5670" y="1653"/>
                  </a:lnTo>
                  <a:lnTo>
                    <a:pt x="5629" y="1528"/>
                  </a:lnTo>
                  <a:lnTo>
                    <a:pt x="5524" y="1423"/>
                  </a:lnTo>
                  <a:lnTo>
                    <a:pt x="5419" y="1067"/>
                  </a:lnTo>
                  <a:lnTo>
                    <a:pt x="5168" y="921"/>
                  </a:lnTo>
                  <a:lnTo>
                    <a:pt x="5043" y="900"/>
                  </a:lnTo>
                  <a:lnTo>
                    <a:pt x="4959" y="942"/>
                  </a:lnTo>
                  <a:lnTo>
                    <a:pt x="4624" y="795"/>
                  </a:lnTo>
                  <a:lnTo>
                    <a:pt x="4185" y="544"/>
                  </a:lnTo>
                  <a:lnTo>
                    <a:pt x="4164" y="419"/>
                  </a:lnTo>
                  <a:lnTo>
                    <a:pt x="3808" y="210"/>
                  </a:lnTo>
                  <a:lnTo>
                    <a:pt x="3432" y="21"/>
                  </a:lnTo>
                  <a:lnTo>
                    <a:pt x="3160" y="0"/>
                  </a:lnTo>
                  <a:close/>
                </a:path>
              </a:pathLst>
            </a:custGeom>
            <a:solidFill>
              <a:srgbClr val="5F7D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nvGrpSpPr>
            <p:cNvPr id="6007" name="Google Shape;6007;p36"/>
            <p:cNvGrpSpPr/>
            <p:nvPr/>
          </p:nvGrpSpPr>
          <p:grpSpPr>
            <a:xfrm>
              <a:off x="4295710" y="3079670"/>
              <a:ext cx="14968" cy="27135"/>
              <a:chOff x="4842300" y="3099950"/>
              <a:chExt cx="31425" cy="59650"/>
            </a:xfrm>
          </p:grpSpPr>
          <p:sp>
            <p:nvSpPr>
              <p:cNvPr id="6008" name="Google Shape;6008;p36"/>
              <p:cNvSpPr/>
              <p:nvPr/>
            </p:nvSpPr>
            <p:spPr>
              <a:xfrm>
                <a:off x="4842300" y="3122950"/>
                <a:ext cx="2125" cy="6825"/>
              </a:xfrm>
              <a:custGeom>
                <a:rect b="b" l="l" r="r" t="t"/>
                <a:pathLst>
                  <a:path extrusionOk="0" h="273" w="85">
                    <a:moveTo>
                      <a:pt x="84" y="1"/>
                    </a:moveTo>
                    <a:lnTo>
                      <a:pt x="1" y="22"/>
                    </a:lnTo>
                    <a:lnTo>
                      <a:pt x="43" y="126"/>
                    </a:lnTo>
                    <a:lnTo>
                      <a:pt x="1" y="273"/>
                    </a:lnTo>
                    <a:lnTo>
                      <a:pt x="64" y="126"/>
                    </a:lnTo>
                    <a:lnTo>
                      <a:pt x="43" y="22"/>
                    </a:lnTo>
                    <a:lnTo>
                      <a:pt x="84" y="22"/>
                    </a:lnTo>
                    <a:lnTo>
                      <a:pt x="84" y="1"/>
                    </a:lnTo>
                    <a:close/>
                  </a:path>
                </a:pathLst>
              </a:custGeom>
              <a:solidFill>
                <a:srgbClr val="5F7D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009" name="Google Shape;6009;p36"/>
              <p:cNvSpPr/>
              <p:nvPr/>
            </p:nvSpPr>
            <p:spPr>
              <a:xfrm>
                <a:off x="4842300" y="3106225"/>
                <a:ext cx="31425" cy="53375"/>
              </a:xfrm>
              <a:custGeom>
                <a:rect b="b" l="l" r="r" t="t"/>
                <a:pathLst>
                  <a:path extrusionOk="0" h="2135" w="1257">
                    <a:moveTo>
                      <a:pt x="273" y="0"/>
                    </a:moveTo>
                    <a:lnTo>
                      <a:pt x="273" y="21"/>
                    </a:lnTo>
                    <a:lnTo>
                      <a:pt x="294" y="42"/>
                    </a:lnTo>
                    <a:lnTo>
                      <a:pt x="273" y="63"/>
                    </a:lnTo>
                    <a:lnTo>
                      <a:pt x="252" y="105"/>
                    </a:lnTo>
                    <a:lnTo>
                      <a:pt x="252" y="126"/>
                    </a:lnTo>
                    <a:lnTo>
                      <a:pt x="252" y="209"/>
                    </a:lnTo>
                    <a:lnTo>
                      <a:pt x="189" y="314"/>
                    </a:lnTo>
                    <a:lnTo>
                      <a:pt x="147" y="272"/>
                    </a:lnTo>
                    <a:lnTo>
                      <a:pt x="84" y="230"/>
                    </a:lnTo>
                    <a:lnTo>
                      <a:pt x="1" y="230"/>
                    </a:lnTo>
                    <a:lnTo>
                      <a:pt x="1" y="251"/>
                    </a:lnTo>
                    <a:lnTo>
                      <a:pt x="84" y="272"/>
                    </a:lnTo>
                    <a:lnTo>
                      <a:pt x="105" y="335"/>
                    </a:lnTo>
                    <a:lnTo>
                      <a:pt x="84" y="356"/>
                    </a:lnTo>
                    <a:lnTo>
                      <a:pt x="147" y="461"/>
                    </a:lnTo>
                    <a:lnTo>
                      <a:pt x="147" y="628"/>
                    </a:lnTo>
                    <a:lnTo>
                      <a:pt x="84" y="691"/>
                    </a:lnTo>
                    <a:lnTo>
                      <a:pt x="64" y="942"/>
                    </a:lnTo>
                    <a:lnTo>
                      <a:pt x="84" y="1005"/>
                    </a:lnTo>
                    <a:lnTo>
                      <a:pt x="43" y="1046"/>
                    </a:lnTo>
                    <a:lnTo>
                      <a:pt x="84" y="1277"/>
                    </a:lnTo>
                    <a:lnTo>
                      <a:pt x="84" y="1360"/>
                    </a:lnTo>
                    <a:lnTo>
                      <a:pt x="168" y="1611"/>
                    </a:lnTo>
                    <a:lnTo>
                      <a:pt x="252" y="1925"/>
                    </a:lnTo>
                    <a:lnTo>
                      <a:pt x="315" y="2051"/>
                    </a:lnTo>
                    <a:lnTo>
                      <a:pt x="461" y="2134"/>
                    </a:lnTo>
                    <a:lnTo>
                      <a:pt x="587" y="2113"/>
                    </a:lnTo>
                    <a:lnTo>
                      <a:pt x="775" y="2093"/>
                    </a:lnTo>
                    <a:lnTo>
                      <a:pt x="942" y="2030"/>
                    </a:lnTo>
                    <a:lnTo>
                      <a:pt x="1131" y="1821"/>
                    </a:lnTo>
                    <a:lnTo>
                      <a:pt x="1214" y="1674"/>
                    </a:lnTo>
                    <a:lnTo>
                      <a:pt x="1256" y="1569"/>
                    </a:lnTo>
                    <a:lnTo>
                      <a:pt x="1235" y="1486"/>
                    </a:lnTo>
                    <a:lnTo>
                      <a:pt x="1256" y="1423"/>
                    </a:lnTo>
                    <a:lnTo>
                      <a:pt x="1256" y="1277"/>
                    </a:lnTo>
                    <a:lnTo>
                      <a:pt x="1235" y="1214"/>
                    </a:lnTo>
                    <a:lnTo>
                      <a:pt x="1256" y="1109"/>
                    </a:lnTo>
                    <a:lnTo>
                      <a:pt x="1152" y="1046"/>
                    </a:lnTo>
                    <a:lnTo>
                      <a:pt x="1089" y="795"/>
                    </a:lnTo>
                    <a:lnTo>
                      <a:pt x="1005" y="628"/>
                    </a:lnTo>
                    <a:lnTo>
                      <a:pt x="900" y="628"/>
                    </a:lnTo>
                    <a:lnTo>
                      <a:pt x="900" y="586"/>
                    </a:lnTo>
                    <a:lnTo>
                      <a:pt x="796" y="586"/>
                    </a:lnTo>
                    <a:lnTo>
                      <a:pt x="921" y="544"/>
                    </a:lnTo>
                    <a:lnTo>
                      <a:pt x="900" y="481"/>
                    </a:lnTo>
                    <a:lnTo>
                      <a:pt x="838" y="461"/>
                    </a:lnTo>
                    <a:lnTo>
                      <a:pt x="775" y="335"/>
                    </a:lnTo>
                    <a:lnTo>
                      <a:pt x="712" y="335"/>
                    </a:lnTo>
                    <a:lnTo>
                      <a:pt x="691" y="230"/>
                    </a:lnTo>
                    <a:lnTo>
                      <a:pt x="670" y="168"/>
                    </a:lnTo>
                    <a:lnTo>
                      <a:pt x="670" y="126"/>
                    </a:lnTo>
                    <a:lnTo>
                      <a:pt x="482" y="42"/>
                    </a:lnTo>
                    <a:lnTo>
                      <a:pt x="461" y="105"/>
                    </a:lnTo>
                    <a:lnTo>
                      <a:pt x="377" y="63"/>
                    </a:lnTo>
                    <a:lnTo>
                      <a:pt x="398" y="21"/>
                    </a:lnTo>
                    <a:lnTo>
                      <a:pt x="273" y="0"/>
                    </a:lnTo>
                    <a:close/>
                  </a:path>
                </a:pathLst>
              </a:custGeom>
              <a:solidFill>
                <a:srgbClr val="5F7D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010" name="Google Shape;6010;p36"/>
              <p:cNvSpPr/>
              <p:nvPr/>
            </p:nvSpPr>
            <p:spPr>
              <a:xfrm>
                <a:off x="4844400" y="3099950"/>
                <a:ext cx="5250" cy="4725"/>
              </a:xfrm>
              <a:custGeom>
                <a:rect b="b" l="l" r="r" t="t"/>
                <a:pathLst>
                  <a:path extrusionOk="0" h="189" w="210">
                    <a:moveTo>
                      <a:pt x="189" y="0"/>
                    </a:moveTo>
                    <a:lnTo>
                      <a:pt x="0" y="42"/>
                    </a:lnTo>
                    <a:lnTo>
                      <a:pt x="0" y="105"/>
                    </a:lnTo>
                    <a:lnTo>
                      <a:pt x="126" y="188"/>
                    </a:lnTo>
                    <a:lnTo>
                      <a:pt x="126" y="147"/>
                    </a:lnTo>
                    <a:lnTo>
                      <a:pt x="168" y="147"/>
                    </a:lnTo>
                    <a:lnTo>
                      <a:pt x="210" y="42"/>
                    </a:lnTo>
                    <a:lnTo>
                      <a:pt x="189" y="0"/>
                    </a:lnTo>
                    <a:close/>
                  </a:path>
                </a:pathLst>
              </a:custGeom>
              <a:solidFill>
                <a:srgbClr val="5F7D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011" name="Google Shape;6011;p36"/>
              <p:cNvSpPr/>
              <p:nvPr/>
            </p:nvSpPr>
            <p:spPr>
              <a:xfrm>
                <a:off x="4849625" y="3101500"/>
                <a:ext cx="7875" cy="6300"/>
              </a:xfrm>
              <a:custGeom>
                <a:rect b="b" l="l" r="r" t="t"/>
                <a:pathLst>
                  <a:path extrusionOk="0" h="252" w="315">
                    <a:moveTo>
                      <a:pt x="43" y="1"/>
                    </a:moveTo>
                    <a:lnTo>
                      <a:pt x="43" y="43"/>
                    </a:lnTo>
                    <a:lnTo>
                      <a:pt x="84" y="85"/>
                    </a:lnTo>
                    <a:lnTo>
                      <a:pt x="1" y="85"/>
                    </a:lnTo>
                    <a:lnTo>
                      <a:pt x="1" y="105"/>
                    </a:lnTo>
                    <a:lnTo>
                      <a:pt x="126" y="147"/>
                    </a:lnTo>
                    <a:lnTo>
                      <a:pt x="189" y="210"/>
                    </a:lnTo>
                    <a:lnTo>
                      <a:pt x="273" y="210"/>
                    </a:lnTo>
                    <a:lnTo>
                      <a:pt x="315" y="252"/>
                    </a:lnTo>
                    <a:lnTo>
                      <a:pt x="294" y="210"/>
                    </a:lnTo>
                    <a:lnTo>
                      <a:pt x="168" y="105"/>
                    </a:lnTo>
                    <a:lnTo>
                      <a:pt x="168" y="22"/>
                    </a:lnTo>
                    <a:lnTo>
                      <a:pt x="43" y="1"/>
                    </a:lnTo>
                    <a:close/>
                  </a:path>
                </a:pathLst>
              </a:custGeom>
              <a:solidFill>
                <a:srgbClr val="5F7D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6012" name="Google Shape;6012;p36"/>
            <p:cNvSpPr/>
            <p:nvPr/>
          </p:nvSpPr>
          <p:spPr>
            <a:xfrm>
              <a:off x="4210500" y="2911903"/>
              <a:ext cx="193104" cy="180152"/>
            </a:xfrm>
            <a:custGeom>
              <a:rect b="b" l="l" r="r" t="t"/>
              <a:pathLst>
                <a:path extrusionOk="0" h="15841" w="16217">
                  <a:moveTo>
                    <a:pt x="6906" y="15150"/>
                  </a:moveTo>
                  <a:lnTo>
                    <a:pt x="6927" y="15212"/>
                  </a:lnTo>
                  <a:lnTo>
                    <a:pt x="6927" y="15171"/>
                  </a:lnTo>
                  <a:lnTo>
                    <a:pt x="6906" y="15150"/>
                  </a:lnTo>
                  <a:close/>
                  <a:moveTo>
                    <a:pt x="3997" y="1"/>
                  </a:moveTo>
                  <a:lnTo>
                    <a:pt x="3914" y="147"/>
                  </a:lnTo>
                  <a:lnTo>
                    <a:pt x="3788" y="147"/>
                  </a:lnTo>
                  <a:lnTo>
                    <a:pt x="3600" y="294"/>
                  </a:lnTo>
                  <a:lnTo>
                    <a:pt x="3453" y="587"/>
                  </a:lnTo>
                  <a:lnTo>
                    <a:pt x="3391" y="629"/>
                  </a:lnTo>
                  <a:lnTo>
                    <a:pt x="3286" y="733"/>
                  </a:lnTo>
                  <a:lnTo>
                    <a:pt x="3223" y="733"/>
                  </a:lnTo>
                  <a:lnTo>
                    <a:pt x="3119" y="817"/>
                  </a:lnTo>
                  <a:lnTo>
                    <a:pt x="3014" y="838"/>
                  </a:lnTo>
                  <a:lnTo>
                    <a:pt x="2826" y="1026"/>
                  </a:lnTo>
                  <a:lnTo>
                    <a:pt x="2846" y="1089"/>
                  </a:lnTo>
                  <a:lnTo>
                    <a:pt x="2930" y="1298"/>
                  </a:lnTo>
                  <a:lnTo>
                    <a:pt x="2867" y="1570"/>
                  </a:lnTo>
                  <a:lnTo>
                    <a:pt x="2867" y="1717"/>
                  </a:lnTo>
                  <a:lnTo>
                    <a:pt x="2763" y="1779"/>
                  </a:lnTo>
                  <a:lnTo>
                    <a:pt x="2616" y="1968"/>
                  </a:lnTo>
                  <a:lnTo>
                    <a:pt x="2700" y="2031"/>
                  </a:lnTo>
                  <a:lnTo>
                    <a:pt x="2700" y="2135"/>
                  </a:lnTo>
                  <a:lnTo>
                    <a:pt x="2637" y="2261"/>
                  </a:lnTo>
                  <a:lnTo>
                    <a:pt x="2428" y="2365"/>
                  </a:lnTo>
                  <a:lnTo>
                    <a:pt x="2323" y="2554"/>
                  </a:lnTo>
                  <a:lnTo>
                    <a:pt x="2302" y="2721"/>
                  </a:lnTo>
                  <a:lnTo>
                    <a:pt x="2219" y="2867"/>
                  </a:lnTo>
                  <a:lnTo>
                    <a:pt x="1968" y="3035"/>
                  </a:lnTo>
                  <a:lnTo>
                    <a:pt x="1863" y="3391"/>
                  </a:lnTo>
                  <a:lnTo>
                    <a:pt x="1675" y="3600"/>
                  </a:lnTo>
                  <a:lnTo>
                    <a:pt x="1361" y="3600"/>
                  </a:lnTo>
                  <a:lnTo>
                    <a:pt x="1152" y="3725"/>
                  </a:lnTo>
                  <a:lnTo>
                    <a:pt x="1068" y="3704"/>
                  </a:lnTo>
                  <a:lnTo>
                    <a:pt x="1047" y="3600"/>
                  </a:lnTo>
                  <a:lnTo>
                    <a:pt x="922" y="3537"/>
                  </a:lnTo>
                  <a:lnTo>
                    <a:pt x="838" y="3600"/>
                  </a:lnTo>
                  <a:lnTo>
                    <a:pt x="733" y="3642"/>
                  </a:lnTo>
                  <a:lnTo>
                    <a:pt x="691" y="3746"/>
                  </a:lnTo>
                  <a:lnTo>
                    <a:pt x="545" y="3956"/>
                  </a:lnTo>
                  <a:lnTo>
                    <a:pt x="461" y="3976"/>
                  </a:lnTo>
                  <a:lnTo>
                    <a:pt x="357" y="4228"/>
                  </a:lnTo>
                  <a:lnTo>
                    <a:pt x="357" y="4374"/>
                  </a:lnTo>
                  <a:lnTo>
                    <a:pt x="461" y="4353"/>
                  </a:lnTo>
                  <a:lnTo>
                    <a:pt x="608" y="4395"/>
                  </a:lnTo>
                  <a:lnTo>
                    <a:pt x="670" y="4374"/>
                  </a:lnTo>
                  <a:lnTo>
                    <a:pt x="775" y="4374"/>
                  </a:lnTo>
                  <a:lnTo>
                    <a:pt x="859" y="4562"/>
                  </a:lnTo>
                  <a:lnTo>
                    <a:pt x="838" y="4688"/>
                  </a:lnTo>
                  <a:lnTo>
                    <a:pt x="859" y="4897"/>
                  </a:lnTo>
                  <a:lnTo>
                    <a:pt x="1068" y="5023"/>
                  </a:lnTo>
                  <a:lnTo>
                    <a:pt x="1173" y="5023"/>
                  </a:lnTo>
                  <a:lnTo>
                    <a:pt x="1256" y="5085"/>
                  </a:lnTo>
                  <a:lnTo>
                    <a:pt x="1214" y="5169"/>
                  </a:lnTo>
                  <a:lnTo>
                    <a:pt x="1340" y="5316"/>
                  </a:lnTo>
                  <a:lnTo>
                    <a:pt x="1466" y="5692"/>
                  </a:lnTo>
                  <a:lnTo>
                    <a:pt x="1445" y="5755"/>
                  </a:lnTo>
                  <a:lnTo>
                    <a:pt x="1486" y="5818"/>
                  </a:lnTo>
                  <a:lnTo>
                    <a:pt x="1382" y="5860"/>
                  </a:lnTo>
                  <a:lnTo>
                    <a:pt x="1256" y="5943"/>
                  </a:lnTo>
                  <a:lnTo>
                    <a:pt x="1194" y="5860"/>
                  </a:lnTo>
                  <a:lnTo>
                    <a:pt x="1256" y="5797"/>
                  </a:lnTo>
                  <a:lnTo>
                    <a:pt x="1256" y="5797"/>
                  </a:lnTo>
                  <a:lnTo>
                    <a:pt x="1131" y="5818"/>
                  </a:lnTo>
                  <a:lnTo>
                    <a:pt x="1068" y="5860"/>
                  </a:lnTo>
                  <a:lnTo>
                    <a:pt x="838" y="5964"/>
                  </a:lnTo>
                  <a:lnTo>
                    <a:pt x="440" y="5943"/>
                  </a:lnTo>
                  <a:lnTo>
                    <a:pt x="336" y="6006"/>
                  </a:lnTo>
                  <a:lnTo>
                    <a:pt x="252" y="5964"/>
                  </a:lnTo>
                  <a:lnTo>
                    <a:pt x="210" y="6111"/>
                  </a:lnTo>
                  <a:lnTo>
                    <a:pt x="126" y="6132"/>
                  </a:lnTo>
                  <a:lnTo>
                    <a:pt x="22" y="6215"/>
                  </a:lnTo>
                  <a:lnTo>
                    <a:pt x="1" y="6362"/>
                  </a:lnTo>
                  <a:lnTo>
                    <a:pt x="168" y="6257"/>
                  </a:lnTo>
                  <a:lnTo>
                    <a:pt x="336" y="6236"/>
                  </a:lnTo>
                  <a:lnTo>
                    <a:pt x="210" y="6320"/>
                  </a:lnTo>
                  <a:lnTo>
                    <a:pt x="106" y="6445"/>
                  </a:lnTo>
                  <a:lnTo>
                    <a:pt x="85" y="6571"/>
                  </a:lnTo>
                  <a:lnTo>
                    <a:pt x="147" y="6592"/>
                  </a:lnTo>
                  <a:lnTo>
                    <a:pt x="336" y="6780"/>
                  </a:lnTo>
                  <a:lnTo>
                    <a:pt x="691" y="6906"/>
                  </a:lnTo>
                  <a:lnTo>
                    <a:pt x="817" y="6885"/>
                  </a:lnTo>
                  <a:lnTo>
                    <a:pt x="963" y="6885"/>
                  </a:lnTo>
                  <a:lnTo>
                    <a:pt x="1194" y="6780"/>
                  </a:lnTo>
                  <a:lnTo>
                    <a:pt x="1194" y="6738"/>
                  </a:lnTo>
                  <a:lnTo>
                    <a:pt x="1194" y="6697"/>
                  </a:lnTo>
                  <a:lnTo>
                    <a:pt x="1214" y="6697"/>
                  </a:lnTo>
                  <a:lnTo>
                    <a:pt x="1340" y="6738"/>
                  </a:lnTo>
                  <a:lnTo>
                    <a:pt x="1298" y="6843"/>
                  </a:lnTo>
                  <a:lnTo>
                    <a:pt x="1256" y="6843"/>
                  </a:lnTo>
                  <a:lnTo>
                    <a:pt x="1152" y="6989"/>
                  </a:lnTo>
                  <a:lnTo>
                    <a:pt x="1068" y="6989"/>
                  </a:lnTo>
                  <a:lnTo>
                    <a:pt x="838" y="7178"/>
                  </a:lnTo>
                  <a:lnTo>
                    <a:pt x="838" y="7220"/>
                  </a:lnTo>
                  <a:lnTo>
                    <a:pt x="754" y="7199"/>
                  </a:lnTo>
                  <a:lnTo>
                    <a:pt x="733" y="7199"/>
                  </a:lnTo>
                  <a:lnTo>
                    <a:pt x="650" y="7261"/>
                  </a:lnTo>
                  <a:lnTo>
                    <a:pt x="566" y="7220"/>
                  </a:lnTo>
                  <a:lnTo>
                    <a:pt x="566" y="7115"/>
                  </a:lnTo>
                  <a:lnTo>
                    <a:pt x="503" y="7115"/>
                  </a:lnTo>
                  <a:lnTo>
                    <a:pt x="461" y="7094"/>
                  </a:lnTo>
                  <a:lnTo>
                    <a:pt x="419" y="7094"/>
                  </a:lnTo>
                  <a:lnTo>
                    <a:pt x="398" y="7178"/>
                  </a:lnTo>
                  <a:lnTo>
                    <a:pt x="419" y="7261"/>
                  </a:lnTo>
                  <a:lnTo>
                    <a:pt x="650" y="7492"/>
                  </a:lnTo>
                  <a:lnTo>
                    <a:pt x="733" y="7533"/>
                  </a:lnTo>
                  <a:lnTo>
                    <a:pt x="775" y="7533"/>
                  </a:lnTo>
                  <a:lnTo>
                    <a:pt x="817" y="7575"/>
                  </a:lnTo>
                  <a:lnTo>
                    <a:pt x="984" y="7826"/>
                  </a:lnTo>
                  <a:lnTo>
                    <a:pt x="1403" y="8161"/>
                  </a:lnTo>
                  <a:lnTo>
                    <a:pt x="1612" y="8224"/>
                  </a:lnTo>
                  <a:lnTo>
                    <a:pt x="1779" y="8161"/>
                  </a:lnTo>
                  <a:lnTo>
                    <a:pt x="2072" y="7994"/>
                  </a:lnTo>
                  <a:lnTo>
                    <a:pt x="2261" y="7889"/>
                  </a:lnTo>
                  <a:lnTo>
                    <a:pt x="2261" y="7826"/>
                  </a:lnTo>
                  <a:lnTo>
                    <a:pt x="2344" y="7722"/>
                  </a:lnTo>
                  <a:lnTo>
                    <a:pt x="2386" y="7513"/>
                  </a:lnTo>
                  <a:lnTo>
                    <a:pt x="2302" y="7408"/>
                  </a:lnTo>
                  <a:lnTo>
                    <a:pt x="2386" y="7199"/>
                  </a:lnTo>
                  <a:lnTo>
                    <a:pt x="2386" y="7094"/>
                  </a:lnTo>
                  <a:lnTo>
                    <a:pt x="2407" y="7010"/>
                  </a:lnTo>
                  <a:lnTo>
                    <a:pt x="2428" y="7094"/>
                  </a:lnTo>
                  <a:lnTo>
                    <a:pt x="2595" y="7094"/>
                  </a:lnTo>
                  <a:lnTo>
                    <a:pt x="2637" y="7115"/>
                  </a:lnTo>
                  <a:lnTo>
                    <a:pt x="2742" y="7073"/>
                  </a:lnTo>
                  <a:lnTo>
                    <a:pt x="2721" y="7115"/>
                  </a:lnTo>
                  <a:lnTo>
                    <a:pt x="2616" y="7220"/>
                  </a:lnTo>
                  <a:lnTo>
                    <a:pt x="2533" y="7199"/>
                  </a:lnTo>
                  <a:lnTo>
                    <a:pt x="2512" y="7220"/>
                  </a:lnTo>
                  <a:lnTo>
                    <a:pt x="2491" y="7366"/>
                  </a:lnTo>
                  <a:lnTo>
                    <a:pt x="2533" y="7429"/>
                  </a:lnTo>
                  <a:lnTo>
                    <a:pt x="2533" y="7533"/>
                  </a:lnTo>
                  <a:lnTo>
                    <a:pt x="2595" y="7575"/>
                  </a:lnTo>
                  <a:lnTo>
                    <a:pt x="2742" y="7533"/>
                  </a:lnTo>
                  <a:lnTo>
                    <a:pt x="2826" y="7575"/>
                  </a:lnTo>
                  <a:lnTo>
                    <a:pt x="2742" y="7575"/>
                  </a:lnTo>
                  <a:lnTo>
                    <a:pt x="2700" y="7617"/>
                  </a:lnTo>
                  <a:lnTo>
                    <a:pt x="2554" y="7701"/>
                  </a:lnTo>
                  <a:lnTo>
                    <a:pt x="2616" y="7952"/>
                  </a:lnTo>
                  <a:lnTo>
                    <a:pt x="2700" y="8015"/>
                  </a:lnTo>
                  <a:lnTo>
                    <a:pt x="2742" y="8203"/>
                  </a:lnTo>
                  <a:lnTo>
                    <a:pt x="2742" y="8349"/>
                  </a:lnTo>
                  <a:lnTo>
                    <a:pt x="2700" y="8475"/>
                  </a:lnTo>
                  <a:lnTo>
                    <a:pt x="2700" y="8580"/>
                  </a:lnTo>
                  <a:lnTo>
                    <a:pt x="2784" y="8642"/>
                  </a:lnTo>
                  <a:lnTo>
                    <a:pt x="2700" y="8684"/>
                  </a:lnTo>
                  <a:lnTo>
                    <a:pt x="2721" y="8873"/>
                  </a:lnTo>
                  <a:lnTo>
                    <a:pt x="2867" y="9186"/>
                  </a:lnTo>
                  <a:lnTo>
                    <a:pt x="2909" y="9291"/>
                  </a:lnTo>
                  <a:lnTo>
                    <a:pt x="2951" y="9375"/>
                  </a:lnTo>
                  <a:lnTo>
                    <a:pt x="2867" y="9396"/>
                  </a:lnTo>
                  <a:lnTo>
                    <a:pt x="2867" y="9521"/>
                  </a:lnTo>
                  <a:lnTo>
                    <a:pt x="3035" y="9730"/>
                  </a:lnTo>
                  <a:lnTo>
                    <a:pt x="2909" y="9730"/>
                  </a:lnTo>
                  <a:lnTo>
                    <a:pt x="3035" y="9919"/>
                  </a:lnTo>
                  <a:lnTo>
                    <a:pt x="3035" y="10086"/>
                  </a:lnTo>
                  <a:lnTo>
                    <a:pt x="3265" y="10546"/>
                  </a:lnTo>
                  <a:lnTo>
                    <a:pt x="3265" y="10860"/>
                  </a:lnTo>
                  <a:lnTo>
                    <a:pt x="3370" y="11132"/>
                  </a:lnTo>
                  <a:lnTo>
                    <a:pt x="3453" y="11174"/>
                  </a:lnTo>
                  <a:lnTo>
                    <a:pt x="3495" y="11342"/>
                  </a:lnTo>
                  <a:lnTo>
                    <a:pt x="3579" y="11383"/>
                  </a:lnTo>
                  <a:lnTo>
                    <a:pt x="3579" y="11467"/>
                  </a:lnTo>
                  <a:lnTo>
                    <a:pt x="3704" y="11697"/>
                  </a:lnTo>
                  <a:lnTo>
                    <a:pt x="3767" y="11718"/>
                  </a:lnTo>
                  <a:lnTo>
                    <a:pt x="3767" y="11781"/>
                  </a:lnTo>
                  <a:lnTo>
                    <a:pt x="3893" y="11969"/>
                  </a:lnTo>
                  <a:lnTo>
                    <a:pt x="3955" y="11969"/>
                  </a:lnTo>
                  <a:lnTo>
                    <a:pt x="3955" y="12178"/>
                  </a:lnTo>
                  <a:lnTo>
                    <a:pt x="3997" y="12241"/>
                  </a:lnTo>
                  <a:lnTo>
                    <a:pt x="4081" y="12388"/>
                  </a:lnTo>
                  <a:lnTo>
                    <a:pt x="4102" y="12555"/>
                  </a:lnTo>
                  <a:lnTo>
                    <a:pt x="4207" y="12827"/>
                  </a:lnTo>
                  <a:lnTo>
                    <a:pt x="4269" y="12932"/>
                  </a:lnTo>
                  <a:lnTo>
                    <a:pt x="4290" y="13162"/>
                  </a:lnTo>
                  <a:lnTo>
                    <a:pt x="4332" y="13225"/>
                  </a:lnTo>
                  <a:lnTo>
                    <a:pt x="4416" y="13371"/>
                  </a:lnTo>
                  <a:lnTo>
                    <a:pt x="4583" y="13539"/>
                  </a:lnTo>
                  <a:lnTo>
                    <a:pt x="4604" y="13539"/>
                  </a:lnTo>
                  <a:lnTo>
                    <a:pt x="4709" y="13685"/>
                  </a:lnTo>
                  <a:lnTo>
                    <a:pt x="4876" y="13894"/>
                  </a:lnTo>
                  <a:lnTo>
                    <a:pt x="4939" y="14083"/>
                  </a:lnTo>
                  <a:lnTo>
                    <a:pt x="5002" y="14229"/>
                  </a:lnTo>
                  <a:lnTo>
                    <a:pt x="5043" y="14271"/>
                  </a:lnTo>
                  <a:lnTo>
                    <a:pt x="5043" y="14375"/>
                  </a:lnTo>
                  <a:lnTo>
                    <a:pt x="5169" y="14606"/>
                  </a:lnTo>
                  <a:lnTo>
                    <a:pt x="5232" y="14815"/>
                  </a:lnTo>
                  <a:lnTo>
                    <a:pt x="5232" y="15045"/>
                  </a:lnTo>
                  <a:lnTo>
                    <a:pt x="5441" y="15484"/>
                  </a:lnTo>
                  <a:lnTo>
                    <a:pt x="5629" y="15673"/>
                  </a:lnTo>
                  <a:lnTo>
                    <a:pt x="5776" y="15798"/>
                  </a:lnTo>
                  <a:lnTo>
                    <a:pt x="5985" y="15840"/>
                  </a:lnTo>
                  <a:lnTo>
                    <a:pt x="6194" y="15673"/>
                  </a:lnTo>
                  <a:lnTo>
                    <a:pt x="6257" y="15547"/>
                  </a:lnTo>
                  <a:lnTo>
                    <a:pt x="6215" y="15484"/>
                  </a:lnTo>
                  <a:lnTo>
                    <a:pt x="6257" y="15464"/>
                  </a:lnTo>
                  <a:lnTo>
                    <a:pt x="6278" y="15422"/>
                  </a:lnTo>
                  <a:lnTo>
                    <a:pt x="6320" y="15317"/>
                  </a:lnTo>
                  <a:lnTo>
                    <a:pt x="6529" y="15212"/>
                  </a:lnTo>
                  <a:lnTo>
                    <a:pt x="6571" y="15212"/>
                  </a:lnTo>
                  <a:lnTo>
                    <a:pt x="6822" y="15129"/>
                  </a:lnTo>
                  <a:lnTo>
                    <a:pt x="6906" y="15150"/>
                  </a:lnTo>
                  <a:lnTo>
                    <a:pt x="6717" y="15045"/>
                  </a:lnTo>
                  <a:lnTo>
                    <a:pt x="6696" y="14961"/>
                  </a:lnTo>
                  <a:lnTo>
                    <a:pt x="6738" y="14919"/>
                  </a:lnTo>
                  <a:lnTo>
                    <a:pt x="6906" y="14710"/>
                  </a:lnTo>
                  <a:lnTo>
                    <a:pt x="6885" y="14647"/>
                  </a:lnTo>
                  <a:lnTo>
                    <a:pt x="6927" y="14543"/>
                  </a:lnTo>
                  <a:lnTo>
                    <a:pt x="7094" y="14522"/>
                  </a:lnTo>
                  <a:lnTo>
                    <a:pt x="7136" y="14543"/>
                  </a:lnTo>
                  <a:lnTo>
                    <a:pt x="7261" y="14522"/>
                  </a:lnTo>
                  <a:lnTo>
                    <a:pt x="7261" y="14375"/>
                  </a:lnTo>
                  <a:lnTo>
                    <a:pt x="7220" y="13894"/>
                  </a:lnTo>
                  <a:lnTo>
                    <a:pt x="7157" y="13811"/>
                  </a:lnTo>
                  <a:lnTo>
                    <a:pt x="7157" y="13580"/>
                  </a:lnTo>
                  <a:lnTo>
                    <a:pt x="7303" y="13329"/>
                  </a:lnTo>
                  <a:lnTo>
                    <a:pt x="7429" y="12953"/>
                  </a:lnTo>
                  <a:lnTo>
                    <a:pt x="7429" y="12660"/>
                  </a:lnTo>
                  <a:lnTo>
                    <a:pt x="7261" y="12618"/>
                  </a:lnTo>
                  <a:lnTo>
                    <a:pt x="7261" y="12178"/>
                  </a:lnTo>
                  <a:lnTo>
                    <a:pt x="7240" y="12011"/>
                  </a:lnTo>
                  <a:lnTo>
                    <a:pt x="7345" y="11906"/>
                  </a:lnTo>
                  <a:lnTo>
                    <a:pt x="7240" y="11614"/>
                  </a:lnTo>
                  <a:lnTo>
                    <a:pt x="7240" y="11404"/>
                  </a:lnTo>
                  <a:lnTo>
                    <a:pt x="7303" y="11300"/>
                  </a:lnTo>
                  <a:lnTo>
                    <a:pt x="7492" y="11132"/>
                  </a:lnTo>
                  <a:lnTo>
                    <a:pt x="7533" y="11132"/>
                  </a:lnTo>
                  <a:lnTo>
                    <a:pt x="7617" y="11195"/>
                  </a:lnTo>
                  <a:lnTo>
                    <a:pt x="7680" y="11237"/>
                  </a:lnTo>
                  <a:lnTo>
                    <a:pt x="7847" y="11028"/>
                  </a:lnTo>
                  <a:lnTo>
                    <a:pt x="7847" y="10881"/>
                  </a:lnTo>
                  <a:lnTo>
                    <a:pt x="7952" y="10818"/>
                  </a:lnTo>
                  <a:lnTo>
                    <a:pt x="8203" y="10839"/>
                  </a:lnTo>
                  <a:lnTo>
                    <a:pt x="8349" y="10756"/>
                  </a:lnTo>
                  <a:lnTo>
                    <a:pt x="8454" y="10609"/>
                  </a:lnTo>
                  <a:lnTo>
                    <a:pt x="8412" y="10463"/>
                  </a:lnTo>
                  <a:lnTo>
                    <a:pt x="8454" y="10358"/>
                  </a:lnTo>
                  <a:lnTo>
                    <a:pt x="8600" y="10212"/>
                  </a:lnTo>
                  <a:lnTo>
                    <a:pt x="8810" y="10149"/>
                  </a:lnTo>
                  <a:lnTo>
                    <a:pt x="8935" y="10023"/>
                  </a:lnTo>
                  <a:lnTo>
                    <a:pt x="9019" y="9877"/>
                  </a:lnTo>
                  <a:lnTo>
                    <a:pt x="9542" y="9479"/>
                  </a:lnTo>
                  <a:lnTo>
                    <a:pt x="9626" y="9186"/>
                  </a:lnTo>
                  <a:lnTo>
                    <a:pt x="10023" y="8852"/>
                  </a:lnTo>
                  <a:lnTo>
                    <a:pt x="9961" y="8831"/>
                  </a:lnTo>
                  <a:lnTo>
                    <a:pt x="9940" y="8852"/>
                  </a:lnTo>
                  <a:lnTo>
                    <a:pt x="9856" y="8893"/>
                  </a:lnTo>
                  <a:lnTo>
                    <a:pt x="9877" y="8747"/>
                  </a:lnTo>
                  <a:lnTo>
                    <a:pt x="9940" y="8747"/>
                  </a:lnTo>
                  <a:lnTo>
                    <a:pt x="10044" y="8663"/>
                  </a:lnTo>
                  <a:lnTo>
                    <a:pt x="10065" y="8663"/>
                  </a:lnTo>
                  <a:lnTo>
                    <a:pt x="10086" y="8684"/>
                  </a:lnTo>
                  <a:lnTo>
                    <a:pt x="10086" y="8747"/>
                  </a:lnTo>
                  <a:lnTo>
                    <a:pt x="10149" y="8789"/>
                  </a:lnTo>
                  <a:lnTo>
                    <a:pt x="10463" y="8621"/>
                  </a:lnTo>
                  <a:lnTo>
                    <a:pt x="10463" y="8559"/>
                  </a:lnTo>
                  <a:lnTo>
                    <a:pt x="10672" y="8412"/>
                  </a:lnTo>
                  <a:lnTo>
                    <a:pt x="10630" y="8329"/>
                  </a:lnTo>
                  <a:lnTo>
                    <a:pt x="10714" y="8329"/>
                  </a:lnTo>
                  <a:lnTo>
                    <a:pt x="10756" y="8224"/>
                  </a:lnTo>
                  <a:lnTo>
                    <a:pt x="10881" y="8119"/>
                  </a:lnTo>
                  <a:lnTo>
                    <a:pt x="10818" y="8098"/>
                  </a:lnTo>
                  <a:lnTo>
                    <a:pt x="10860" y="8057"/>
                  </a:lnTo>
                  <a:lnTo>
                    <a:pt x="10777" y="7931"/>
                  </a:lnTo>
                  <a:lnTo>
                    <a:pt x="10777" y="7847"/>
                  </a:lnTo>
                  <a:lnTo>
                    <a:pt x="10818" y="7743"/>
                  </a:lnTo>
                  <a:lnTo>
                    <a:pt x="10860" y="7680"/>
                  </a:lnTo>
                  <a:lnTo>
                    <a:pt x="10902" y="7617"/>
                  </a:lnTo>
                  <a:lnTo>
                    <a:pt x="11279" y="7492"/>
                  </a:lnTo>
                  <a:lnTo>
                    <a:pt x="11341" y="7387"/>
                  </a:lnTo>
                  <a:lnTo>
                    <a:pt x="11341" y="7303"/>
                  </a:lnTo>
                  <a:lnTo>
                    <a:pt x="11404" y="7220"/>
                  </a:lnTo>
                  <a:lnTo>
                    <a:pt x="11425" y="7178"/>
                  </a:lnTo>
                  <a:lnTo>
                    <a:pt x="11383" y="7115"/>
                  </a:lnTo>
                  <a:lnTo>
                    <a:pt x="11321" y="7115"/>
                  </a:lnTo>
                  <a:lnTo>
                    <a:pt x="11300" y="7073"/>
                  </a:lnTo>
                  <a:lnTo>
                    <a:pt x="11404" y="7073"/>
                  </a:lnTo>
                  <a:lnTo>
                    <a:pt x="11488" y="7157"/>
                  </a:lnTo>
                  <a:lnTo>
                    <a:pt x="11488" y="7261"/>
                  </a:lnTo>
                  <a:lnTo>
                    <a:pt x="11509" y="7387"/>
                  </a:lnTo>
                  <a:lnTo>
                    <a:pt x="11593" y="7408"/>
                  </a:lnTo>
                  <a:lnTo>
                    <a:pt x="11676" y="7408"/>
                  </a:lnTo>
                  <a:lnTo>
                    <a:pt x="11718" y="7366"/>
                  </a:lnTo>
                  <a:lnTo>
                    <a:pt x="11739" y="7387"/>
                  </a:lnTo>
                  <a:lnTo>
                    <a:pt x="11739" y="7324"/>
                  </a:lnTo>
                  <a:lnTo>
                    <a:pt x="11760" y="7282"/>
                  </a:lnTo>
                  <a:lnTo>
                    <a:pt x="11802" y="7324"/>
                  </a:lnTo>
                  <a:lnTo>
                    <a:pt x="11823" y="7492"/>
                  </a:lnTo>
                  <a:lnTo>
                    <a:pt x="11906" y="7513"/>
                  </a:lnTo>
                  <a:lnTo>
                    <a:pt x="11906" y="7429"/>
                  </a:lnTo>
                  <a:lnTo>
                    <a:pt x="11969" y="7533"/>
                  </a:lnTo>
                  <a:lnTo>
                    <a:pt x="12032" y="7429"/>
                  </a:lnTo>
                  <a:lnTo>
                    <a:pt x="11969" y="7303"/>
                  </a:lnTo>
                  <a:lnTo>
                    <a:pt x="12011" y="7303"/>
                  </a:lnTo>
                  <a:lnTo>
                    <a:pt x="11969" y="7115"/>
                  </a:lnTo>
                  <a:lnTo>
                    <a:pt x="11948" y="7010"/>
                  </a:lnTo>
                  <a:lnTo>
                    <a:pt x="11948" y="6864"/>
                  </a:lnTo>
                  <a:lnTo>
                    <a:pt x="11760" y="6634"/>
                  </a:lnTo>
                  <a:lnTo>
                    <a:pt x="11739" y="6445"/>
                  </a:lnTo>
                  <a:lnTo>
                    <a:pt x="11760" y="6341"/>
                  </a:lnTo>
                  <a:lnTo>
                    <a:pt x="11718" y="6215"/>
                  </a:lnTo>
                  <a:lnTo>
                    <a:pt x="11718" y="6027"/>
                  </a:lnTo>
                  <a:lnTo>
                    <a:pt x="11551" y="5839"/>
                  </a:lnTo>
                  <a:lnTo>
                    <a:pt x="11425" y="5797"/>
                  </a:lnTo>
                  <a:lnTo>
                    <a:pt x="11300" y="5629"/>
                  </a:lnTo>
                  <a:lnTo>
                    <a:pt x="11300" y="5399"/>
                  </a:lnTo>
                  <a:lnTo>
                    <a:pt x="11404" y="5378"/>
                  </a:lnTo>
                  <a:lnTo>
                    <a:pt x="11446" y="5211"/>
                  </a:lnTo>
                  <a:lnTo>
                    <a:pt x="11530" y="5169"/>
                  </a:lnTo>
                  <a:lnTo>
                    <a:pt x="11613" y="5190"/>
                  </a:lnTo>
                  <a:lnTo>
                    <a:pt x="11676" y="5127"/>
                  </a:lnTo>
                  <a:lnTo>
                    <a:pt x="11634" y="4981"/>
                  </a:lnTo>
                  <a:lnTo>
                    <a:pt x="11655" y="4918"/>
                  </a:lnTo>
                  <a:lnTo>
                    <a:pt x="11530" y="4897"/>
                  </a:lnTo>
                  <a:lnTo>
                    <a:pt x="11425" y="4960"/>
                  </a:lnTo>
                  <a:lnTo>
                    <a:pt x="11132" y="4855"/>
                  </a:lnTo>
                  <a:lnTo>
                    <a:pt x="11153" y="4709"/>
                  </a:lnTo>
                  <a:lnTo>
                    <a:pt x="11279" y="4583"/>
                  </a:lnTo>
                  <a:lnTo>
                    <a:pt x="11321" y="4437"/>
                  </a:lnTo>
                  <a:lnTo>
                    <a:pt x="11279" y="4374"/>
                  </a:lnTo>
                  <a:lnTo>
                    <a:pt x="11279" y="4290"/>
                  </a:lnTo>
                  <a:lnTo>
                    <a:pt x="11321" y="4290"/>
                  </a:lnTo>
                  <a:lnTo>
                    <a:pt x="11341" y="4228"/>
                  </a:lnTo>
                  <a:lnTo>
                    <a:pt x="11404" y="4269"/>
                  </a:lnTo>
                  <a:lnTo>
                    <a:pt x="11488" y="4374"/>
                  </a:lnTo>
                  <a:lnTo>
                    <a:pt x="11488" y="4437"/>
                  </a:lnTo>
                  <a:lnTo>
                    <a:pt x="11551" y="4541"/>
                  </a:lnTo>
                  <a:lnTo>
                    <a:pt x="11676" y="4562"/>
                  </a:lnTo>
                  <a:lnTo>
                    <a:pt x="11739" y="4541"/>
                  </a:lnTo>
                  <a:lnTo>
                    <a:pt x="11655" y="4479"/>
                  </a:lnTo>
                  <a:lnTo>
                    <a:pt x="11676" y="4395"/>
                  </a:lnTo>
                  <a:lnTo>
                    <a:pt x="11739" y="4395"/>
                  </a:lnTo>
                  <a:lnTo>
                    <a:pt x="11823" y="4479"/>
                  </a:lnTo>
                  <a:lnTo>
                    <a:pt x="11865" y="4541"/>
                  </a:lnTo>
                  <a:lnTo>
                    <a:pt x="11969" y="4583"/>
                  </a:lnTo>
                  <a:lnTo>
                    <a:pt x="12011" y="4541"/>
                  </a:lnTo>
                  <a:lnTo>
                    <a:pt x="12053" y="4541"/>
                  </a:lnTo>
                  <a:lnTo>
                    <a:pt x="12137" y="4667"/>
                  </a:lnTo>
                  <a:lnTo>
                    <a:pt x="12158" y="4792"/>
                  </a:lnTo>
                  <a:lnTo>
                    <a:pt x="12158" y="4876"/>
                  </a:lnTo>
                  <a:lnTo>
                    <a:pt x="12199" y="5002"/>
                  </a:lnTo>
                  <a:lnTo>
                    <a:pt x="12199" y="5085"/>
                  </a:lnTo>
                  <a:lnTo>
                    <a:pt x="12325" y="5127"/>
                  </a:lnTo>
                  <a:lnTo>
                    <a:pt x="12430" y="5106"/>
                  </a:lnTo>
                  <a:lnTo>
                    <a:pt x="12555" y="5169"/>
                  </a:lnTo>
                  <a:lnTo>
                    <a:pt x="12911" y="5169"/>
                  </a:lnTo>
                  <a:lnTo>
                    <a:pt x="13099" y="5190"/>
                  </a:lnTo>
                  <a:lnTo>
                    <a:pt x="13308" y="5169"/>
                  </a:lnTo>
                  <a:lnTo>
                    <a:pt x="13392" y="5169"/>
                  </a:lnTo>
                  <a:lnTo>
                    <a:pt x="13434" y="5190"/>
                  </a:lnTo>
                  <a:lnTo>
                    <a:pt x="13497" y="5169"/>
                  </a:lnTo>
                  <a:lnTo>
                    <a:pt x="13601" y="5274"/>
                  </a:lnTo>
                  <a:lnTo>
                    <a:pt x="13643" y="5295"/>
                  </a:lnTo>
                  <a:lnTo>
                    <a:pt x="13601" y="5420"/>
                  </a:lnTo>
                  <a:lnTo>
                    <a:pt x="13580" y="5546"/>
                  </a:lnTo>
                  <a:lnTo>
                    <a:pt x="13497" y="5755"/>
                  </a:lnTo>
                  <a:lnTo>
                    <a:pt x="13434" y="5797"/>
                  </a:lnTo>
                  <a:lnTo>
                    <a:pt x="13434" y="5860"/>
                  </a:lnTo>
                  <a:lnTo>
                    <a:pt x="13392" y="5922"/>
                  </a:lnTo>
                  <a:lnTo>
                    <a:pt x="13308" y="5922"/>
                  </a:lnTo>
                  <a:lnTo>
                    <a:pt x="13287" y="5860"/>
                  </a:lnTo>
                  <a:lnTo>
                    <a:pt x="13183" y="5943"/>
                  </a:lnTo>
                  <a:lnTo>
                    <a:pt x="13162" y="6027"/>
                  </a:lnTo>
                  <a:lnTo>
                    <a:pt x="13099" y="6048"/>
                  </a:lnTo>
                  <a:lnTo>
                    <a:pt x="13099" y="6132"/>
                  </a:lnTo>
                  <a:lnTo>
                    <a:pt x="13162" y="6278"/>
                  </a:lnTo>
                  <a:lnTo>
                    <a:pt x="13225" y="6341"/>
                  </a:lnTo>
                  <a:lnTo>
                    <a:pt x="13225" y="6383"/>
                  </a:lnTo>
                  <a:lnTo>
                    <a:pt x="13329" y="6487"/>
                  </a:lnTo>
                  <a:lnTo>
                    <a:pt x="13413" y="6592"/>
                  </a:lnTo>
                  <a:lnTo>
                    <a:pt x="13497" y="6592"/>
                  </a:lnTo>
                  <a:lnTo>
                    <a:pt x="13497" y="6529"/>
                  </a:lnTo>
                  <a:lnTo>
                    <a:pt x="13476" y="6466"/>
                  </a:lnTo>
                  <a:lnTo>
                    <a:pt x="13518" y="6383"/>
                  </a:lnTo>
                  <a:lnTo>
                    <a:pt x="13518" y="6341"/>
                  </a:lnTo>
                  <a:lnTo>
                    <a:pt x="13538" y="6278"/>
                  </a:lnTo>
                  <a:lnTo>
                    <a:pt x="13518" y="6236"/>
                  </a:lnTo>
                  <a:lnTo>
                    <a:pt x="13580" y="6173"/>
                  </a:lnTo>
                  <a:lnTo>
                    <a:pt x="13643" y="6236"/>
                  </a:lnTo>
                  <a:lnTo>
                    <a:pt x="13727" y="6236"/>
                  </a:lnTo>
                  <a:lnTo>
                    <a:pt x="13769" y="6278"/>
                  </a:lnTo>
                  <a:lnTo>
                    <a:pt x="13831" y="6362"/>
                  </a:lnTo>
                  <a:lnTo>
                    <a:pt x="13852" y="6529"/>
                  </a:lnTo>
                  <a:lnTo>
                    <a:pt x="13852" y="6655"/>
                  </a:lnTo>
                  <a:lnTo>
                    <a:pt x="13915" y="6738"/>
                  </a:lnTo>
                  <a:lnTo>
                    <a:pt x="13936" y="6969"/>
                  </a:lnTo>
                  <a:lnTo>
                    <a:pt x="13999" y="7115"/>
                  </a:lnTo>
                  <a:lnTo>
                    <a:pt x="14020" y="7199"/>
                  </a:lnTo>
                  <a:lnTo>
                    <a:pt x="14041" y="7261"/>
                  </a:lnTo>
                  <a:lnTo>
                    <a:pt x="14041" y="7303"/>
                  </a:lnTo>
                  <a:lnTo>
                    <a:pt x="14062" y="7366"/>
                  </a:lnTo>
                  <a:lnTo>
                    <a:pt x="14103" y="7387"/>
                  </a:lnTo>
                  <a:lnTo>
                    <a:pt x="14103" y="7303"/>
                  </a:lnTo>
                  <a:lnTo>
                    <a:pt x="14124" y="7199"/>
                  </a:lnTo>
                  <a:lnTo>
                    <a:pt x="14166" y="7220"/>
                  </a:lnTo>
                  <a:lnTo>
                    <a:pt x="14250" y="7199"/>
                  </a:lnTo>
                  <a:lnTo>
                    <a:pt x="14292" y="6989"/>
                  </a:lnTo>
                  <a:lnTo>
                    <a:pt x="14271" y="6885"/>
                  </a:lnTo>
                  <a:lnTo>
                    <a:pt x="14292" y="6759"/>
                  </a:lnTo>
                  <a:lnTo>
                    <a:pt x="14271" y="6592"/>
                  </a:lnTo>
                  <a:lnTo>
                    <a:pt x="14417" y="6592"/>
                  </a:lnTo>
                  <a:lnTo>
                    <a:pt x="14417" y="6383"/>
                  </a:lnTo>
                  <a:lnTo>
                    <a:pt x="14417" y="6257"/>
                  </a:lnTo>
                  <a:lnTo>
                    <a:pt x="14354" y="5964"/>
                  </a:lnTo>
                  <a:lnTo>
                    <a:pt x="14459" y="5964"/>
                  </a:lnTo>
                  <a:lnTo>
                    <a:pt x="14564" y="6006"/>
                  </a:lnTo>
                  <a:lnTo>
                    <a:pt x="14731" y="6006"/>
                  </a:lnTo>
                  <a:lnTo>
                    <a:pt x="14794" y="5797"/>
                  </a:lnTo>
                  <a:lnTo>
                    <a:pt x="14857" y="5546"/>
                  </a:lnTo>
                  <a:lnTo>
                    <a:pt x="14982" y="5232"/>
                  </a:lnTo>
                  <a:lnTo>
                    <a:pt x="14857" y="5190"/>
                  </a:lnTo>
                  <a:lnTo>
                    <a:pt x="14857" y="5085"/>
                  </a:lnTo>
                  <a:lnTo>
                    <a:pt x="15003" y="4813"/>
                  </a:lnTo>
                  <a:lnTo>
                    <a:pt x="15087" y="4583"/>
                  </a:lnTo>
                  <a:lnTo>
                    <a:pt x="15045" y="4541"/>
                  </a:lnTo>
                  <a:lnTo>
                    <a:pt x="15066" y="4374"/>
                  </a:lnTo>
                  <a:lnTo>
                    <a:pt x="15254" y="4081"/>
                  </a:lnTo>
                  <a:lnTo>
                    <a:pt x="15380" y="4039"/>
                  </a:lnTo>
                  <a:lnTo>
                    <a:pt x="15505" y="3872"/>
                  </a:lnTo>
                  <a:lnTo>
                    <a:pt x="15568" y="3725"/>
                  </a:lnTo>
                  <a:lnTo>
                    <a:pt x="15777" y="3663"/>
                  </a:lnTo>
                  <a:lnTo>
                    <a:pt x="15924" y="3558"/>
                  </a:lnTo>
                  <a:lnTo>
                    <a:pt x="16007" y="3642"/>
                  </a:lnTo>
                  <a:lnTo>
                    <a:pt x="16133" y="3704"/>
                  </a:lnTo>
                  <a:lnTo>
                    <a:pt x="16112" y="3600"/>
                  </a:lnTo>
                  <a:lnTo>
                    <a:pt x="16112" y="3432"/>
                  </a:lnTo>
                  <a:lnTo>
                    <a:pt x="16217" y="3328"/>
                  </a:lnTo>
                  <a:lnTo>
                    <a:pt x="16196" y="3244"/>
                  </a:lnTo>
                  <a:lnTo>
                    <a:pt x="16154" y="3223"/>
                  </a:lnTo>
                  <a:lnTo>
                    <a:pt x="16091" y="3119"/>
                  </a:lnTo>
                  <a:lnTo>
                    <a:pt x="15987" y="3077"/>
                  </a:lnTo>
                  <a:lnTo>
                    <a:pt x="15903" y="3119"/>
                  </a:lnTo>
                  <a:lnTo>
                    <a:pt x="15777" y="3098"/>
                  </a:lnTo>
                  <a:lnTo>
                    <a:pt x="15735" y="2993"/>
                  </a:lnTo>
                  <a:lnTo>
                    <a:pt x="15840" y="2888"/>
                  </a:lnTo>
                  <a:lnTo>
                    <a:pt x="15840" y="2805"/>
                  </a:lnTo>
                  <a:lnTo>
                    <a:pt x="15777" y="2700"/>
                  </a:lnTo>
                  <a:lnTo>
                    <a:pt x="15735" y="2616"/>
                  </a:lnTo>
                  <a:lnTo>
                    <a:pt x="15673" y="2658"/>
                  </a:lnTo>
                  <a:lnTo>
                    <a:pt x="15589" y="2658"/>
                  </a:lnTo>
                  <a:lnTo>
                    <a:pt x="15526" y="2575"/>
                  </a:lnTo>
                  <a:lnTo>
                    <a:pt x="15610" y="2407"/>
                  </a:lnTo>
                  <a:lnTo>
                    <a:pt x="15589" y="2365"/>
                  </a:lnTo>
                  <a:lnTo>
                    <a:pt x="15505" y="2365"/>
                  </a:lnTo>
                  <a:lnTo>
                    <a:pt x="15463" y="2282"/>
                  </a:lnTo>
                  <a:lnTo>
                    <a:pt x="15380" y="2261"/>
                  </a:lnTo>
                  <a:lnTo>
                    <a:pt x="15108" y="2407"/>
                  </a:lnTo>
                  <a:lnTo>
                    <a:pt x="15150" y="2512"/>
                  </a:lnTo>
                  <a:lnTo>
                    <a:pt x="15066" y="2575"/>
                  </a:lnTo>
                  <a:lnTo>
                    <a:pt x="14857" y="2491"/>
                  </a:lnTo>
                  <a:lnTo>
                    <a:pt x="14689" y="2554"/>
                  </a:lnTo>
                  <a:lnTo>
                    <a:pt x="14585" y="2386"/>
                  </a:lnTo>
                  <a:lnTo>
                    <a:pt x="14459" y="2491"/>
                  </a:lnTo>
                  <a:lnTo>
                    <a:pt x="14375" y="2491"/>
                  </a:lnTo>
                  <a:lnTo>
                    <a:pt x="14375" y="2616"/>
                  </a:lnTo>
                  <a:lnTo>
                    <a:pt x="14271" y="2784"/>
                  </a:lnTo>
                  <a:lnTo>
                    <a:pt x="14041" y="2826"/>
                  </a:lnTo>
                  <a:lnTo>
                    <a:pt x="13936" y="2867"/>
                  </a:lnTo>
                  <a:lnTo>
                    <a:pt x="13831" y="2972"/>
                  </a:lnTo>
                  <a:lnTo>
                    <a:pt x="13769" y="3098"/>
                  </a:lnTo>
                  <a:lnTo>
                    <a:pt x="13685" y="3119"/>
                  </a:lnTo>
                  <a:lnTo>
                    <a:pt x="13685" y="3202"/>
                  </a:lnTo>
                  <a:lnTo>
                    <a:pt x="13580" y="3181"/>
                  </a:lnTo>
                  <a:lnTo>
                    <a:pt x="13497" y="3223"/>
                  </a:lnTo>
                  <a:lnTo>
                    <a:pt x="13434" y="3391"/>
                  </a:lnTo>
                  <a:lnTo>
                    <a:pt x="13329" y="3391"/>
                  </a:lnTo>
                  <a:lnTo>
                    <a:pt x="13120" y="3432"/>
                  </a:lnTo>
                  <a:lnTo>
                    <a:pt x="13057" y="3432"/>
                  </a:lnTo>
                  <a:lnTo>
                    <a:pt x="13015" y="3600"/>
                  </a:lnTo>
                  <a:lnTo>
                    <a:pt x="13015" y="3704"/>
                  </a:lnTo>
                  <a:lnTo>
                    <a:pt x="13204" y="3767"/>
                  </a:lnTo>
                  <a:lnTo>
                    <a:pt x="13204" y="3935"/>
                  </a:lnTo>
                  <a:lnTo>
                    <a:pt x="13204" y="4039"/>
                  </a:lnTo>
                  <a:lnTo>
                    <a:pt x="12974" y="4123"/>
                  </a:lnTo>
                  <a:lnTo>
                    <a:pt x="12806" y="4081"/>
                  </a:lnTo>
                  <a:lnTo>
                    <a:pt x="12597" y="4144"/>
                  </a:lnTo>
                  <a:lnTo>
                    <a:pt x="12492" y="4081"/>
                  </a:lnTo>
                  <a:lnTo>
                    <a:pt x="12367" y="4123"/>
                  </a:lnTo>
                  <a:lnTo>
                    <a:pt x="12262" y="4248"/>
                  </a:lnTo>
                  <a:lnTo>
                    <a:pt x="12116" y="4248"/>
                  </a:lnTo>
                  <a:lnTo>
                    <a:pt x="11823" y="4081"/>
                  </a:lnTo>
                  <a:lnTo>
                    <a:pt x="11739" y="4144"/>
                  </a:lnTo>
                  <a:lnTo>
                    <a:pt x="11530" y="4123"/>
                  </a:lnTo>
                  <a:lnTo>
                    <a:pt x="11425" y="3935"/>
                  </a:lnTo>
                  <a:lnTo>
                    <a:pt x="11488" y="3830"/>
                  </a:lnTo>
                  <a:lnTo>
                    <a:pt x="11488" y="3704"/>
                  </a:lnTo>
                  <a:lnTo>
                    <a:pt x="11383" y="3621"/>
                  </a:lnTo>
                  <a:lnTo>
                    <a:pt x="11341" y="3453"/>
                  </a:lnTo>
                  <a:lnTo>
                    <a:pt x="11300" y="3349"/>
                  </a:lnTo>
                  <a:lnTo>
                    <a:pt x="11153" y="3349"/>
                  </a:lnTo>
                  <a:lnTo>
                    <a:pt x="11069" y="3453"/>
                  </a:lnTo>
                  <a:lnTo>
                    <a:pt x="11028" y="3453"/>
                  </a:lnTo>
                  <a:lnTo>
                    <a:pt x="11090" y="3600"/>
                  </a:lnTo>
                  <a:lnTo>
                    <a:pt x="11028" y="3851"/>
                  </a:lnTo>
                  <a:lnTo>
                    <a:pt x="11132" y="4081"/>
                  </a:lnTo>
                  <a:lnTo>
                    <a:pt x="11090" y="4353"/>
                  </a:lnTo>
                  <a:lnTo>
                    <a:pt x="10756" y="4437"/>
                  </a:lnTo>
                  <a:lnTo>
                    <a:pt x="10505" y="4290"/>
                  </a:lnTo>
                  <a:lnTo>
                    <a:pt x="10400" y="4374"/>
                  </a:lnTo>
                  <a:lnTo>
                    <a:pt x="9919" y="4186"/>
                  </a:lnTo>
                  <a:lnTo>
                    <a:pt x="9709" y="4186"/>
                  </a:lnTo>
                  <a:lnTo>
                    <a:pt x="9584" y="4248"/>
                  </a:lnTo>
                  <a:lnTo>
                    <a:pt x="9291" y="4165"/>
                  </a:lnTo>
                  <a:lnTo>
                    <a:pt x="9124" y="4039"/>
                  </a:lnTo>
                  <a:lnTo>
                    <a:pt x="9103" y="3872"/>
                  </a:lnTo>
                  <a:lnTo>
                    <a:pt x="8810" y="3830"/>
                  </a:lnTo>
                  <a:lnTo>
                    <a:pt x="8517" y="3914"/>
                  </a:lnTo>
                  <a:lnTo>
                    <a:pt x="8412" y="3830"/>
                  </a:lnTo>
                  <a:lnTo>
                    <a:pt x="8140" y="3830"/>
                  </a:lnTo>
                  <a:lnTo>
                    <a:pt x="7952" y="3725"/>
                  </a:lnTo>
                  <a:lnTo>
                    <a:pt x="7784" y="3725"/>
                  </a:lnTo>
                  <a:lnTo>
                    <a:pt x="7680" y="3642"/>
                  </a:lnTo>
                  <a:lnTo>
                    <a:pt x="7450" y="3600"/>
                  </a:lnTo>
                  <a:lnTo>
                    <a:pt x="7261" y="3391"/>
                  </a:lnTo>
                  <a:lnTo>
                    <a:pt x="7010" y="3202"/>
                  </a:lnTo>
                  <a:lnTo>
                    <a:pt x="6801" y="3139"/>
                  </a:lnTo>
                  <a:lnTo>
                    <a:pt x="6717" y="3077"/>
                  </a:lnTo>
                  <a:lnTo>
                    <a:pt x="6613" y="3077"/>
                  </a:lnTo>
                  <a:lnTo>
                    <a:pt x="6508" y="2993"/>
                  </a:lnTo>
                  <a:lnTo>
                    <a:pt x="6383" y="2972"/>
                  </a:lnTo>
                  <a:lnTo>
                    <a:pt x="6362" y="2826"/>
                  </a:lnTo>
                  <a:lnTo>
                    <a:pt x="6487" y="2616"/>
                  </a:lnTo>
                  <a:lnTo>
                    <a:pt x="6487" y="2449"/>
                  </a:lnTo>
                  <a:lnTo>
                    <a:pt x="6571" y="2135"/>
                  </a:lnTo>
                  <a:lnTo>
                    <a:pt x="6571" y="1926"/>
                  </a:lnTo>
                  <a:lnTo>
                    <a:pt x="6529" y="1947"/>
                  </a:lnTo>
                  <a:lnTo>
                    <a:pt x="6508" y="1842"/>
                  </a:lnTo>
                  <a:lnTo>
                    <a:pt x="6404" y="1842"/>
                  </a:lnTo>
                  <a:lnTo>
                    <a:pt x="6320" y="1675"/>
                  </a:lnTo>
                  <a:lnTo>
                    <a:pt x="6257" y="1654"/>
                  </a:lnTo>
                  <a:lnTo>
                    <a:pt x="6152" y="1549"/>
                  </a:lnTo>
                  <a:lnTo>
                    <a:pt x="6006" y="1528"/>
                  </a:lnTo>
                  <a:lnTo>
                    <a:pt x="5964" y="1445"/>
                  </a:lnTo>
                  <a:lnTo>
                    <a:pt x="5839" y="1445"/>
                  </a:lnTo>
                  <a:lnTo>
                    <a:pt x="5755" y="1549"/>
                  </a:lnTo>
                  <a:lnTo>
                    <a:pt x="5629" y="1507"/>
                  </a:lnTo>
                  <a:lnTo>
                    <a:pt x="5587" y="1361"/>
                  </a:lnTo>
                  <a:lnTo>
                    <a:pt x="5546" y="1361"/>
                  </a:lnTo>
                  <a:lnTo>
                    <a:pt x="5546" y="1256"/>
                  </a:lnTo>
                  <a:lnTo>
                    <a:pt x="5462" y="1152"/>
                  </a:lnTo>
                  <a:lnTo>
                    <a:pt x="5399" y="1131"/>
                  </a:lnTo>
                  <a:lnTo>
                    <a:pt x="5441" y="1047"/>
                  </a:lnTo>
                  <a:lnTo>
                    <a:pt x="5378" y="943"/>
                  </a:lnTo>
                  <a:lnTo>
                    <a:pt x="5399" y="712"/>
                  </a:lnTo>
                  <a:lnTo>
                    <a:pt x="5253" y="629"/>
                  </a:lnTo>
                  <a:lnTo>
                    <a:pt x="5232" y="566"/>
                  </a:lnTo>
                  <a:lnTo>
                    <a:pt x="5211" y="482"/>
                  </a:lnTo>
                  <a:lnTo>
                    <a:pt x="4960" y="357"/>
                  </a:lnTo>
                  <a:lnTo>
                    <a:pt x="4813" y="357"/>
                  </a:lnTo>
                  <a:lnTo>
                    <a:pt x="4751" y="189"/>
                  </a:lnTo>
                  <a:lnTo>
                    <a:pt x="4604" y="106"/>
                  </a:lnTo>
                  <a:lnTo>
                    <a:pt x="4437" y="210"/>
                  </a:lnTo>
                  <a:lnTo>
                    <a:pt x="4123" y="1"/>
                  </a:lnTo>
                  <a:close/>
                </a:path>
              </a:pathLst>
            </a:custGeom>
            <a:solidFill>
              <a:srgbClr val="5F7D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013" name="Google Shape;6013;p36"/>
            <p:cNvSpPr/>
            <p:nvPr/>
          </p:nvSpPr>
          <p:spPr>
            <a:xfrm>
              <a:off x="4286244" y="2933329"/>
              <a:ext cx="56823" cy="29034"/>
            </a:xfrm>
            <a:custGeom>
              <a:rect b="b" l="l" r="r" t="t"/>
              <a:pathLst>
                <a:path extrusionOk="0" h="2553" w="4772">
                  <a:moveTo>
                    <a:pt x="231" y="0"/>
                  </a:moveTo>
                  <a:lnTo>
                    <a:pt x="210" y="42"/>
                  </a:lnTo>
                  <a:lnTo>
                    <a:pt x="210" y="251"/>
                  </a:lnTo>
                  <a:lnTo>
                    <a:pt x="126" y="565"/>
                  </a:lnTo>
                  <a:lnTo>
                    <a:pt x="126" y="732"/>
                  </a:lnTo>
                  <a:lnTo>
                    <a:pt x="1" y="942"/>
                  </a:lnTo>
                  <a:lnTo>
                    <a:pt x="22" y="1088"/>
                  </a:lnTo>
                  <a:lnTo>
                    <a:pt x="147" y="1109"/>
                  </a:lnTo>
                  <a:lnTo>
                    <a:pt x="252" y="1193"/>
                  </a:lnTo>
                  <a:lnTo>
                    <a:pt x="356" y="1193"/>
                  </a:lnTo>
                  <a:lnTo>
                    <a:pt x="440" y="1255"/>
                  </a:lnTo>
                  <a:lnTo>
                    <a:pt x="649" y="1318"/>
                  </a:lnTo>
                  <a:lnTo>
                    <a:pt x="900" y="1507"/>
                  </a:lnTo>
                  <a:lnTo>
                    <a:pt x="1089" y="1716"/>
                  </a:lnTo>
                  <a:lnTo>
                    <a:pt x="1319" y="1758"/>
                  </a:lnTo>
                  <a:lnTo>
                    <a:pt x="1423" y="1841"/>
                  </a:lnTo>
                  <a:lnTo>
                    <a:pt x="1591" y="1841"/>
                  </a:lnTo>
                  <a:lnTo>
                    <a:pt x="1779" y="1946"/>
                  </a:lnTo>
                  <a:lnTo>
                    <a:pt x="2051" y="1946"/>
                  </a:lnTo>
                  <a:lnTo>
                    <a:pt x="2156" y="2030"/>
                  </a:lnTo>
                  <a:lnTo>
                    <a:pt x="2449" y="1946"/>
                  </a:lnTo>
                  <a:lnTo>
                    <a:pt x="2742" y="1988"/>
                  </a:lnTo>
                  <a:lnTo>
                    <a:pt x="2763" y="2155"/>
                  </a:lnTo>
                  <a:lnTo>
                    <a:pt x="2930" y="2281"/>
                  </a:lnTo>
                  <a:lnTo>
                    <a:pt x="3223" y="2364"/>
                  </a:lnTo>
                  <a:lnTo>
                    <a:pt x="3348" y="2302"/>
                  </a:lnTo>
                  <a:lnTo>
                    <a:pt x="3558" y="2302"/>
                  </a:lnTo>
                  <a:lnTo>
                    <a:pt x="4039" y="2490"/>
                  </a:lnTo>
                  <a:lnTo>
                    <a:pt x="4144" y="2406"/>
                  </a:lnTo>
                  <a:lnTo>
                    <a:pt x="4395" y="2553"/>
                  </a:lnTo>
                  <a:lnTo>
                    <a:pt x="4729" y="2469"/>
                  </a:lnTo>
                  <a:lnTo>
                    <a:pt x="4771" y="2197"/>
                  </a:lnTo>
                  <a:lnTo>
                    <a:pt x="4667" y="1967"/>
                  </a:lnTo>
                  <a:lnTo>
                    <a:pt x="4729" y="1716"/>
                  </a:lnTo>
                  <a:lnTo>
                    <a:pt x="4667" y="1569"/>
                  </a:lnTo>
                  <a:lnTo>
                    <a:pt x="4562" y="1569"/>
                  </a:lnTo>
                  <a:lnTo>
                    <a:pt x="4416" y="1632"/>
                  </a:lnTo>
                  <a:lnTo>
                    <a:pt x="4353" y="1611"/>
                  </a:lnTo>
                  <a:lnTo>
                    <a:pt x="4206" y="1653"/>
                  </a:lnTo>
                  <a:lnTo>
                    <a:pt x="4123" y="1632"/>
                  </a:lnTo>
                  <a:lnTo>
                    <a:pt x="3997" y="1465"/>
                  </a:lnTo>
                  <a:lnTo>
                    <a:pt x="3830" y="1402"/>
                  </a:lnTo>
                  <a:lnTo>
                    <a:pt x="3788" y="1255"/>
                  </a:lnTo>
                  <a:lnTo>
                    <a:pt x="3662" y="1193"/>
                  </a:lnTo>
                  <a:lnTo>
                    <a:pt x="3453" y="1193"/>
                  </a:lnTo>
                  <a:lnTo>
                    <a:pt x="3348" y="1297"/>
                  </a:lnTo>
                  <a:lnTo>
                    <a:pt x="3202" y="1318"/>
                  </a:lnTo>
                  <a:lnTo>
                    <a:pt x="3139" y="1402"/>
                  </a:lnTo>
                  <a:lnTo>
                    <a:pt x="2972" y="1318"/>
                  </a:lnTo>
                  <a:lnTo>
                    <a:pt x="2867" y="1339"/>
                  </a:lnTo>
                  <a:lnTo>
                    <a:pt x="2825" y="1193"/>
                  </a:lnTo>
                  <a:lnTo>
                    <a:pt x="2846" y="942"/>
                  </a:lnTo>
                  <a:lnTo>
                    <a:pt x="2700" y="942"/>
                  </a:lnTo>
                  <a:lnTo>
                    <a:pt x="2532" y="1004"/>
                  </a:lnTo>
                  <a:lnTo>
                    <a:pt x="2365" y="879"/>
                  </a:lnTo>
                  <a:lnTo>
                    <a:pt x="2365" y="711"/>
                  </a:lnTo>
                  <a:lnTo>
                    <a:pt x="2239" y="628"/>
                  </a:lnTo>
                  <a:lnTo>
                    <a:pt x="2114" y="628"/>
                  </a:lnTo>
                  <a:lnTo>
                    <a:pt x="2093" y="586"/>
                  </a:lnTo>
                  <a:lnTo>
                    <a:pt x="2009" y="628"/>
                  </a:lnTo>
                  <a:lnTo>
                    <a:pt x="2009" y="816"/>
                  </a:lnTo>
                  <a:lnTo>
                    <a:pt x="1947" y="837"/>
                  </a:lnTo>
                  <a:lnTo>
                    <a:pt x="1905" y="711"/>
                  </a:lnTo>
                  <a:lnTo>
                    <a:pt x="1800" y="586"/>
                  </a:lnTo>
                  <a:lnTo>
                    <a:pt x="1737" y="523"/>
                  </a:lnTo>
                  <a:lnTo>
                    <a:pt x="1612" y="460"/>
                  </a:lnTo>
                  <a:lnTo>
                    <a:pt x="1486" y="460"/>
                  </a:lnTo>
                  <a:lnTo>
                    <a:pt x="1319" y="272"/>
                  </a:lnTo>
                  <a:lnTo>
                    <a:pt x="1214" y="209"/>
                  </a:lnTo>
                  <a:lnTo>
                    <a:pt x="1089" y="209"/>
                  </a:lnTo>
                  <a:lnTo>
                    <a:pt x="1047" y="147"/>
                  </a:lnTo>
                  <a:lnTo>
                    <a:pt x="838" y="63"/>
                  </a:lnTo>
                  <a:lnTo>
                    <a:pt x="670" y="84"/>
                  </a:lnTo>
                  <a:lnTo>
                    <a:pt x="607" y="188"/>
                  </a:lnTo>
                  <a:lnTo>
                    <a:pt x="545" y="167"/>
                  </a:lnTo>
                  <a:lnTo>
                    <a:pt x="440" y="167"/>
                  </a:lnTo>
                  <a:lnTo>
                    <a:pt x="377" y="84"/>
                  </a:lnTo>
                  <a:lnTo>
                    <a:pt x="231" y="0"/>
                  </a:lnTo>
                  <a:close/>
                </a:path>
              </a:pathLst>
            </a:custGeom>
            <a:solidFill>
              <a:srgbClr val="5F7D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014" name="Google Shape;6014;p36"/>
            <p:cNvSpPr/>
            <p:nvPr/>
          </p:nvSpPr>
          <p:spPr>
            <a:xfrm>
              <a:off x="4155440" y="2884541"/>
              <a:ext cx="95439" cy="100431"/>
            </a:xfrm>
            <a:custGeom>
              <a:rect b="b" l="l" r="r" t="t"/>
              <a:pathLst>
                <a:path extrusionOk="0" h="8831" w="8015">
                  <a:moveTo>
                    <a:pt x="5901" y="1"/>
                  </a:moveTo>
                  <a:lnTo>
                    <a:pt x="5713" y="105"/>
                  </a:lnTo>
                  <a:lnTo>
                    <a:pt x="5587" y="252"/>
                  </a:lnTo>
                  <a:lnTo>
                    <a:pt x="5441" y="252"/>
                  </a:lnTo>
                  <a:lnTo>
                    <a:pt x="5315" y="377"/>
                  </a:lnTo>
                  <a:lnTo>
                    <a:pt x="5232" y="482"/>
                  </a:lnTo>
                  <a:lnTo>
                    <a:pt x="5462" y="838"/>
                  </a:lnTo>
                  <a:lnTo>
                    <a:pt x="5483" y="1110"/>
                  </a:lnTo>
                  <a:lnTo>
                    <a:pt x="5232" y="1444"/>
                  </a:lnTo>
                  <a:lnTo>
                    <a:pt x="5357" y="1570"/>
                  </a:lnTo>
                  <a:lnTo>
                    <a:pt x="5357" y="1737"/>
                  </a:lnTo>
                  <a:lnTo>
                    <a:pt x="5190" y="1968"/>
                  </a:lnTo>
                  <a:lnTo>
                    <a:pt x="4981" y="1968"/>
                  </a:lnTo>
                  <a:lnTo>
                    <a:pt x="4771" y="1884"/>
                  </a:lnTo>
                  <a:lnTo>
                    <a:pt x="4646" y="1968"/>
                  </a:lnTo>
                  <a:lnTo>
                    <a:pt x="4709" y="2135"/>
                  </a:lnTo>
                  <a:lnTo>
                    <a:pt x="4834" y="2198"/>
                  </a:lnTo>
                  <a:lnTo>
                    <a:pt x="4876" y="2365"/>
                  </a:lnTo>
                  <a:lnTo>
                    <a:pt x="4855" y="2449"/>
                  </a:lnTo>
                  <a:lnTo>
                    <a:pt x="4730" y="2512"/>
                  </a:lnTo>
                  <a:lnTo>
                    <a:pt x="4604" y="2553"/>
                  </a:lnTo>
                  <a:lnTo>
                    <a:pt x="4562" y="2616"/>
                  </a:lnTo>
                  <a:lnTo>
                    <a:pt x="4541" y="2825"/>
                  </a:lnTo>
                  <a:lnTo>
                    <a:pt x="4499" y="2972"/>
                  </a:lnTo>
                  <a:lnTo>
                    <a:pt x="4499" y="3035"/>
                  </a:lnTo>
                  <a:lnTo>
                    <a:pt x="4457" y="3097"/>
                  </a:lnTo>
                  <a:lnTo>
                    <a:pt x="4499" y="3328"/>
                  </a:lnTo>
                  <a:lnTo>
                    <a:pt x="4395" y="3537"/>
                  </a:lnTo>
                  <a:lnTo>
                    <a:pt x="4248" y="3390"/>
                  </a:lnTo>
                  <a:lnTo>
                    <a:pt x="4206" y="3390"/>
                  </a:lnTo>
                  <a:lnTo>
                    <a:pt x="4185" y="3453"/>
                  </a:lnTo>
                  <a:lnTo>
                    <a:pt x="4039" y="3453"/>
                  </a:lnTo>
                  <a:lnTo>
                    <a:pt x="3997" y="3411"/>
                  </a:lnTo>
                  <a:lnTo>
                    <a:pt x="3830" y="3432"/>
                  </a:lnTo>
                  <a:lnTo>
                    <a:pt x="3809" y="3495"/>
                  </a:lnTo>
                  <a:lnTo>
                    <a:pt x="3600" y="3662"/>
                  </a:lnTo>
                  <a:lnTo>
                    <a:pt x="3683" y="3704"/>
                  </a:lnTo>
                  <a:lnTo>
                    <a:pt x="3621" y="3767"/>
                  </a:lnTo>
                  <a:lnTo>
                    <a:pt x="3411" y="3872"/>
                  </a:lnTo>
                  <a:lnTo>
                    <a:pt x="3349" y="3830"/>
                  </a:lnTo>
                  <a:lnTo>
                    <a:pt x="3202" y="3851"/>
                  </a:lnTo>
                  <a:lnTo>
                    <a:pt x="3160" y="3934"/>
                  </a:lnTo>
                  <a:lnTo>
                    <a:pt x="3139" y="4039"/>
                  </a:lnTo>
                  <a:lnTo>
                    <a:pt x="3035" y="4060"/>
                  </a:lnTo>
                  <a:lnTo>
                    <a:pt x="2951" y="4165"/>
                  </a:lnTo>
                  <a:lnTo>
                    <a:pt x="2951" y="4332"/>
                  </a:lnTo>
                  <a:lnTo>
                    <a:pt x="2993" y="4499"/>
                  </a:lnTo>
                  <a:lnTo>
                    <a:pt x="2993" y="4646"/>
                  </a:lnTo>
                  <a:lnTo>
                    <a:pt x="3035" y="4750"/>
                  </a:lnTo>
                  <a:lnTo>
                    <a:pt x="3035" y="4855"/>
                  </a:lnTo>
                  <a:lnTo>
                    <a:pt x="2784" y="4960"/>
                  </a:lnTo>
                  <a:lnTo>
                    <a:pt x="2574" y="4960"/>
                  </a:lnTo>
                  <a:lnTo>
                    <a:pt x="2407" y="4981"/>
                  </a:lnTo>
                  <a:lnTo>
                    <a:pt x="2093" y="4981"/>
                  </a:lnTo>
                  <a:lnTo>
                    <a:pt x="1905" y="5022"/>
                  </a:lnTo>
                  <a:lnTo>
                    <a:pt x="1821" y="5106"/>
                  </a:lnTo>
                  <a:lnTo>
                    <a:pt x="1633" y="5085"/>
                  </a:lnTo>
                  <a:lnTo>
                    <a:pt x="1465" y="5127"/>
                  </a:lnTo>
                  <a:lnTo>
                    <a:pt x="775" y="5169"/>
                  </a:lnTo>
                  <a:lnTo>
                    <a:pt x="1" y="4918"/>
                  </a:lnTo>
                  <a:lnTo>
                    <a:pt x="273" y="5336"/>
                  </a:lnTo>
                  <a:lnTo>
                    <a:pt x="356" y="5483"/>
                  </a:lnTo>
                  <a:lnTo>
                    <a:pt x="524" y="5629"/>
                  </a:lnTo>
                  <a:lnTo>
                    <a:pt x="649" y="5713"/>
                  </a:lnTo>
                  <a:lnTo>
                    <a:pt x="691" y="5755"/>
                  </a:lnTo>
                  <a:lnTo>
                    <a:pt x="880" y="5797"/>
                  </a:lnTo>
                  <a:lnTo>
                    <a:pt x="984" y="5818"/>
                  </a:lnTo>
                  <a:lnTo>
                    <a:pt x="1005" y="5901"/>
                  </a:lnTo>
                  <a:lnTo>
                    <a:pt x="1172" y="5901"/>
                  </a:lnTo>
                  <a:lnTo>
                    <a:pt x="1172" y="6110"/>
                  </a:lnTo>
                  <a:lnTo>
                    <a:pt x="1214" y="6236"/>
                  </a:lnTo>
                  <a:lnTo>
                    <a:pt x="1214" y="6382"/>
                  </a:lnTo>
                  <a:lnTo>
                    <a:pt x="1256" y="6487"/>
                  </a:lnTo>
                  <a:lnTo>
                    <a:pt x="1403" y="6466"/>
                  </a:lnTo>
                  <a:lnTo>
                    <a:pt x="1528" y="6571"/>
                  </a:lnTo>
                  <a:lnTo>
                    <a:pt x="1570" y="6801"/>
                  </a:lnTo>
                  <a:lnTo>
                    <a:pt x="1486" y="6885"/>
                  </a:lnTo>
                  <a:lnTo>
                    <a:pt x="1319" y="6843"/>
                  </a:lnTo>
                  <a:lnTo>
                    <a:pt x="1068" y="6906"/>
                  </a:lnTo>
                  <a:lnTo>
                    <a:pt x="984" y="6968"/>
                  </a:lnTo>
                  <a:lnTo>
                    <a:pt x="838" y="7052"/>
                  </a:lnTo>
                  <a:lnTo>
                    <a:pt x="754" y="7157"/>
                  </a:lnTo>
                  <a:lnTo>
                    <a:pt x="796" y="7261"/>
                  </a:lnTo>
                  <a:lnTo>
                    <a:pt x="691" y="7387"/>
                  </a:lnTo>
                  <a:lnTo>
                    <a:pt x="754" y="7512"/>
                  </a:lnTo>
                  <a:lnTo>
                    <a:pt x="733" y="7722"/>
                  </a:lnTo>
                  <a:lnTo>
                    <a:pt x="733" y="7805"/>
                  </a:lnTo>
                  <a:lnTo>
                    <a:pt x="796" y="7805"/>
                  </a:lnTo>
                  <a:lnTo>
                    <a:pt x="796" y="7889"/>
                  </a:lnTo>
                  <a:lnTo>
                    <a:pt x="859" y="7910"/>
                  </a:lnTo>
                  <a:lnTo>
                    <a:pt x="1005" y="7805"/>
                  </a:lnTo>
                  <a:lnTo>
                    <a:pt x="1131" y="7805"/>
                  </a:lnTo>
                  <a:lnTo>
                    <a:pt x="1172" y="7847"/>
                  </a:lnTo>
                  <a:lnTo>
                    <a:pt x="1193" y="7826"/>
                  </a:lnTo>
                  <a:lnTo>
                    <a:pt x="1298" y="7784"/>
                  </a:lnTo>
                  <a:lnTo>
                    <a:pt x="1403" y="7784"/>
                  </a:lnTo>
                  <a:lnTo>
                    <a:pt x="1465" y="7805"/>
                  </a:lnTo>
                  <a:lnTo>
                    <a:pt x="1570" y="7784"/>
                  </a:lnTo>
                  <a:lnTo>
                    <a:pt x="1696" y="7784"/>
                  </a:lnTo>
                  <a:lnTo>
                    <a:pt x="1717" y="7722"/>
                  </a:lnTo>
                  <a:lnTo>
                    <a:pt x="1779" y="7638"/>
                  </a:lnTo>
                  <a:lnTo>
                    <a:pt x="1884" y="7722"/>
                  </a:lnTo>
                  <a:lnTo>
                    <a:pt x="1947" y="7722"/>
                  </a:lnTo>
                  <a:lnTo>
                    <a:pt x="1989" y="7701"/>
                  </a:lnTo>
                  <a:lnTo>
                    <a:pt x="2030" y="7701"/>
                  </a:lnTo>
                  <a:lnTo>
                    <a:pt x="2051" y="7784"/>
                  </a:lnTo>
                  <a:lnTo>
                    <a:pt x="2156" y="7784"/>
                  </a:lnTo>
                  <a:lnTo>
                    <a:pt x="2240" y="7826"/>
                  </a:lnTo>
                  <a:lnTo>
                    <a:pt x="2323" y="7826"/>
                  </a:lnTo>
                  <a:lnTo>
                    <a:pt x="2449" y="7701"/>
                  </a:lnTo>
                  <a:lnTo>
                    <a:pt x="2616" y="7701"/>
                  </a:lnTo>
                  <a:lnTo>
                    <a:pt x="2700" y="7722"/>
                  </a:lnTo>
                  <a:lnTo>
                    <a:pt x="2784" y="7680"/>
                  </a:lnTo>
                  <a:lnTo>
                    <a:pt x="2867" y="7680"/>
                  </a:lnTo>
                  <a:lnTo>
                    <a:pt x="2888" y="7617"/>
                  </a:lnTo>
                  <a:lnTo>
                    <a:pt x="2951" y="7638"/>
                  </a:lnTo>
                  <a:lnTo>
                    <a:pt x="3097" y="7680"/>
                  </a:lnTo>
                  <a:lnTo>
                    <a:pt x="3223" y="7617"/>
                  </a:lnTo>
                  <a:lnTo>
                    <a:pt x="3411" y="7617"/>
                  </a:lnTo>
                  <a:lnTo>
                    <a:pt x="3558" y="7722"/>
                  </a:lnTo>
                  <a:lnTo>
                    <a:pt x="3579" y="7847"/>
                  </a:lnTo>
                  <a:lnTo>
                    <a:pt x="3579" y="7931"/>
                  </a:lnTo>
                  <a:lnTo>
                    <a:pt x="3579" y="7952"/>
                  </a:lnTo>
                  <a:lnTo>
                    <a:pt x="3558" y="7952"/>
                  </a:lnTo>
                  <a:lnTo>
                    <a:pt x="3558" y="8014"/>
                  </a:lnTo>
                  <a:lnTo>
                    <a:pt x="3662" y="8014"/>
                  </a:lnTo>
                  <a:lnTo>
                    <a:pt x="3809" y="7931"/>
                  </a:lnTo>
                  <a:lnTo>
                    <a:pt x="3809" y="8056"/>
                  </a:lnTo>
                  <a:lnTo>
                    <a:pt x="3934" y="8203"/>
                  </a:lnTo>
                  <a:lnTo>
                    <a:pt x="3997" y="8412"/>
                  </a:lnTo>
                  <a:lnTo>
                    <a:pt x="3997" y="8433"/>
                  </a:lnTo>
                  <a:lnTo>
                    <a:pt x="3997" y="8517"/>
                  </a:lnTo>
                  <a:lnTo>
                    <a:pt x="3934" y="8538"/>
                  </a:lnTo>
                  <a:lnTo>
                    <a:pt x="4039" y="8538"/>
                  </a:lnTo>
                  <a:lnTo>
                    <a:pt x="4081" y="8663"/>
                  </a:lnTo>
                  <a:lnTo>
                    <a:pt x="4353" y="8663"/>
                  </a:lnTo>
                  <a:lnTo>
                    <a:pt x="4541" y="8747"/>
                  </a:lnTo>
                  <a:lnTo>
                    <a:pt x="4541" y="8831"/>
                  </a:lnTo>
                  <a:lnTo>
                    <a:pt x="4625" y="8768"/>
                  </a:lnTo>
                  <a:lnTo>
                    <a:pt x="4646" y="8621"/>
                  </a:lnTo>
                  <a:lnTo>
                    <a:pt x="4750" y="8538"/>
                  </a:lnTo>
                  <a:lnTo>
                    <a:pt x="4834" y="8517"/>
                  </a:lnTo>
                  <a:lnTo>
                    <a:pt x="4876" y="8370"/>
                  </a:lnTo>
                  <a:lnTo>
                    <a:pt x="4960" y="8412"/>
                  </a:lnTo>
                  <a:lnTo>
                    <a:pt x="5064" y="8349"/>
                  </a:lnTo>
                  <a:lnTo>
                    <a:pt x="5462" y="8370"/>
                  </a:lnTo>
                  <a:lnTo>
                    <a:pt x="5692" y="8266"/>
                  </a:lnTo>
                  <a:lnTo>
                    <a:pt x="5755" y="8224"/>
                  </a:lnTo>
                  <a:lnTo>
                    <a:pt x="5880" y="8203"/>
                  </a:lnTo>
                  <a:lnTo>
                    <a:pt x="5880" y="8203"/>
                  </a:lnTo>
                  <a:lnTo>
                    <a:pt x="5818" y="8266"/>
                  </a:lnTo>
                  <a:lnTo>
                    <a:pt x="5880" y="8349"/>
                  </a:lnTo>
                  <a:lnTo>
                    <a:pt x="6006" y="8266"/>
                  </a:lnTo>
                  <a:lnTo>
                    <a:pt x="6110" y="8224"/>
                  </a:lnTo>
                  <a:lnTo>
                    <a:pt x="6069" y="8161"/>
                  </a:lnTo>
                  <a:lnTo>
                    <a:pt x="6090" y="8098"/>
                  </a:lnTo>
                  <a:lnTo>
                    <a:pt x="5964" y="7722"/>
                  </a:lnTo>
                  <a:lnTo>
                    <a:pt x="5838" y="7575"/>
                  </a:lnTo>
                  <a:lnTo>
                    <a:pt x="5880" y="7491"/>
                  </a:lnTo>
                  <a:lnTo>
                    <a:pt x="5797" y="7429"/>
                  </a:lnTo>
                  <a:lnTo>
                    <a:pt x="5692" y="7429"/>
                  </a:lnTo>
                  <a:lnTo>
                    <a:pt x="5483" y="7303"/>
                  </a:lnTo>
                  <a:lnTo>
                    <a:pt x="5462" y="7094"/>
                  </a:lnTo>
                  <a:lnTo>
                    <a:pt x="5483" y="6968"/>
                  </a:lnTo>
                  <a:lnTo>
                    <a:pt x="5399" y="6780"/>
                  </a:lnTo>
                  <a:lnTo>
                    <a:pt x="5294" y="6780"/>
                  </a:lnTo>
                  <a:lnTo>
                    <a:pt x="5232" y="6801"/>
                  </a:lnTo>
                  <a:lnTo>
                    <a:pt x="5085" y="6759"/>
                  </a:lnTo>
                  <a:lnTo>
                    <a:pt x="4981" y="6780"/>
                  </a:lnTo>
                  <a:lnTo>
                    <a:pt x="4981" y="6634"/>
                  </a:lnTo>
                  <a:lnTo>
                    <a:pt x="5085" y="6382"/>
                  </a:lnTo>
                  <a:lnTo>
                    <a:pt x="5169" y="6362"/>
                  </a:lnTo>
                  <a:lnTo>
                    <a:pt x="5315" y="6152"/>
                  </a:lnTo>
                  <a:lnTo>
                    <a:pt x="5357" y="6048"/>
                  </a:lnTo>
                  <a:lnTo>
                    <a:pt x="5462" y="6006"/>
                  </a:lnTo>
                  <a:lnTo>
                    <a:pt x="5546" y="5943"/>
                  </a:lnTo>
                  <a:lnTo>
                    <a:pt x="5671" y="6006"/>
                  </a:lnTo>
                  <a:lnTo>
                    <a:pt x="5692" y="6110"/>
                  </a:lnTo>
                  <a:lnTo>
                    <a:pt x="5776" y="6131"/>
                  </a:lnTo>
                  <a:lnTo>
                    <a:pt x="5985" y="6006"/>
                  </a:lnTo>
                  <a:lnTo>
                    <a:pt x="6299" y="6006"/>
                  </a:lnTo>
                  <a:lnTo>
                    <a:pt x="6487" y="5797"/>
                  </a:lnTo>
                  <a:lnTo>
                    <a:pt x="6592" y="5441"/>
                  </a:lnTo>
                  <a:lnTo>
                    <a:pt x="6843" y="5273"/>
                  </a:lnTo>
                  <a:lnTo>
                    <a:pt x="6926" y="5127"/>
                  </a:lnTo>
                  <a:lnTo>
                    <a:pt x="6947" y="4960"/>
                  </a:lnTo>
                  <a:lnTo>
                    <a:pt x="7052" y="4771"/>
                  </a:lnTo>
                  <a:lnTo>
                    <a:pt x="7261" y="4667"/>
                  </a:lnTo>
                  <a:lnTo>
                    <a:pt x="7324" y="4541"/>
                  </a:lnTo>
                  <a:lnTo>
                    <a:pt x="7324" y="4437"/>
                  </a:lnTo>
                  <a:lnTo>
                    <a:pt x="7240" y="4374"/>
                  </a:lnTo>
                  <a:lnTo>
                    <a:pt x="7387" y="4185"/>
                  </a:lnTo>
                  <a:lnTo>
                    <a:pt x="7491" y="4123"/>
                  </a:lnTo>
                  <a:lnTo>
                    <a:pt x="7491" y="3976"/>
                  </a:lnTo>
                  <a:lnTo>
                    <a:pt x="7554" y="3704"/>
                  </a:lnTo>
                  <a:lnTo>
                    <a:pt x="7470" y="3495"/>
                  </a:lnTo>
                  <a:lnTo>
                    <a:pt x="7450" y="3432"/>
                  </a:lnTo>
                  <a:lnTo>
                    <a:pt x="7638" y="3244"/>
                  </a:lnTo>
                  <a:lnTo>
                    <a:pt x="7743" y="3223"/>
                  </a:lnTo>
                  <a:lnTo>
                    <a:pt x="7847" y="3139"/>
                  </a:lnTo>
                  <a:lnTo>
                    <a:pt x="7910" y="3139"/>
                  </a:lnTo>
                  <a:lnTo>
                    <a:pt x="8015" y="3035"/>
                  </a:lnTo>
                  <a:lnTo>
                    <a:pt x="8015" y="2909"/>
                  </a:lnTo>
                  <a:lnTo>
                    <a:pt x="7868" y="2867"/>
                  </a:lnTo>
                  <a:lnTo>
                    <a:pt x="7743" y="2909"/>
                  </a:lnTo>
                  <a:lnTo>
                    <a:pt x="7554" y="2888"/>
                  </a:lnTo>
                  <a:lnTo>
                    <a:pt x="7491" y="2721"/>
                  </a:lnTo>
                  <a:lnTo>
                    <a:pt x="7282" y="2658"/>
                  </a:lnTo>
                  <a:lnTo>
                    <a:pt x="7073" y="2595"/>
                  </a:lnTo>
                  <a:lnTo>
                    <a:pt x="6864" y="2407"/>
                  </a:lnTo>
                  <a:lnTo>
                    <a:pt x="6843" y="2240"/>
                  </a:lnTo>
                  <a:lnTo>
                    <a:pt x="6738" y="1863"/>
                  </a:lnTo>
                  <a:lnTo>
                    <a:pt x="6634" y="1675"/>
                  </a:lnTo>
                  <a:lnTo>
                    <a:pt x="6634" y="1507"/>
                  </a:lnTo>
                  <a:lnTo>
                    <a:pt x="6738" y="1465"/>
                  </a:lnTo>
                  <a:lnTo>
                    <a:pt x="6738" y="1340"/>
                  </a:lnTo>
                  <a:lnTo>
                    <a:pt x="6885" y="1235"/>
                  </a:lnTo>
                  <a:lnTo>
                    <a:pt x="6885" y="1110"/>
                  </a:lnTo>
                  <a:lnTo>
                    <a:pt x="6738" y="1047"/>
                  </a:lnTo>
                  <a:lnTo>
                    <a:pt x="6717" y="921"/>
                  </a:lnTo>
                  <a:lnTo>
                    <a:pt x="6550" y="838"/>
                  </a:lnTo>
                  <a:lnTo>
                    <a:pt x="6403" y="712"/>
                  </a:lnTo>
                  <a:lnTo>
                    <a:pt x="6278" y="566"/>
                  </a:lnTo>
                  <a:lnTo>
                    <a:pt x="6173" y="608"/>
                  </a:lnTo>
                  <a:lnTo>
                    <a:pt x="6090" y="628"/>
                  </a:lnTo>
                  <a:lnTo>
                    <a:pt x="6006" y="566"/>
                  </a:lnTo>
                  <a:lnTo>
                    <a:pt x="5985" y="315"/>
                  </a:lnTo>
                  <a:lnTo>
                    <a:pt x="6236" y="147"/>
                  </a:lnTo>
                  <a:lnTo>
                    <a:pt x="6215" y="64"/>
                  </a:lnTo>
                  <a:lnTo>
                    <a:pt x="6027" y="84"/>
                  </a:lnTo>
                  <a:lnTo>
                    <a:pt x="5901" y="1"/>
                  </a:lnTo>
                  <a:close/>
                </a:path>
              </a:pathLst>
            </a:custGeom>
            <a:solidFill>
              <a:srgbClr val="5F7D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015" name="Google Shape;6015;p36"/>
            <p:cNvSpPr/>
            <p:nvPr/>
          </p:nvSpPr>
          <p:spPr>
            <a:xfrm>
              <a:off x="4148462" y="2870746"/>
              <a:ext cx="91200" cy="72579"/>
            </a:xfrm>
            <a:custGeom>
              <a:rect b="b" l="l" r="r" t="t"/>
              <a:pathLst>
                <a:path extrusionOk="0" h="6382" w="7659">
                  <a:moveTo>
                    <a:pt x="5295" y="0"/>
                  </a:moveTo>
                  <a:lnTo>
                    <a:pt x="5232" y="105"/>
                  </a:lnTo>
                  <a:lnTo>
                    <a:pt x="5211" y="272"/>
                  </a:lnTo>
                  <a:lnTo>
                    <a:pt x="5127" y="335"/>
                  </a:lnTo>
                  <a:lnTo>
                    <a:pt x="5106" y="419"/>
                  </a:lnTo>
                  <a:lnTo>
                    <a:pt x="5127" y="565"/>
                  </a:lnTo>
                  <a:lnTo>
                    <a:pt x="5043" y="691"/>
                  </a:lnTo>
                  <a:lnTo>
                    <a:pt x="4918" y="691"/>
                  </a:lnTo>
                  <a:lnTo>
                    <a:pt x="4897" y="649"/>
                  </a:lnTo>
                  <a:lnTo>
                    <a:pt x="4834" y="649"/>
                  </a:lnTo>
                  <a:lnTo>
                    <a:pt x="4792" y="691"/>
                  </a:lnTo>
                  <a:lnTo>
                    <a:pt x="4667" y="732"/>
                  </a:lnTo>
                  <a:lnTo>
                    <a:pt x="4667" y="837"/>
                  </a:lnTo>
                  <a:lnTo>
                    <a:pt x="4709" y="879"/>
                  </a:lnTo>
                  <a:lnTo>
                    <a:pt x="4709" y="963"/>
                  </a:lnTo>
                  <a:lnTo>
                    <a:pt x="4520" y="942"/>
                  </a:lnTo>
                  <a:lnTo>
                    <a:pt x="4458" y="858"/>
                  </a:lnTo>
                  <a:lnTo>
                    <a:pt x="4395" y="837"/>
                  </a:lnTo>
                  <a:lnTo>
                    <a:pt x="4332" y="879"/>
                  </a:lnTo>
                  <a:lnTo>
                    <a:pt x="4269" y="900"/>
                  </a:lnTo>
                  <a:lnTo>
                    <a:pt x="4207" y="984"/>
                  </a:lnTo>
                  <a:lnTo>
                    <a:pt x="4081" y="1067"/>
                  </a:lnTo>
                  <a:lnTo>
                    <a:pt x="3893" y="1088"/>
                  </a:lnTo>
                  <a:lnTo>
                    <a:pt x="3788" y="1067"/>
                  </a:lnTo>
                  <a:lnTo>
                    <a:pt x="3683" y="900"/>
                  </a:lnTo>
                  <a:lnTo>
                    <a:pt x="3579" y="879"/>
                  </a:lnTo>
                  <a:lnTo>
                    <a:pt x="3474" y="984"/>
                  </a:lnTo>
                  <a:lnTo>
                    <a:pt x="3411" y="984"/>
                  </a:lnTo>
                  <a:lnTo>
                    <a:pt x="3328" y="879"/>
                  </a:lnTo>
                  <a:lnTo>
                    <a:pt x="3223" y="795"/>
                  </a:lnTo>
                  <a:lnTo>
                    <a:pt x="3014" y="858"/>
                  </a:lnTo>
                  <a:lnTo>
                    <a:pt x="2993" y="837"/>
                  </a:lnTo>
                  <a:lnTo>
                    <a:pt x="2847" y="858"/>
                  </a:lnTo>
                  <a:lnTo>
                    <a:pt x="2742" y="774"/>
                  </a:lnTo>
                  <a:lnTo>
                    <a:pt x="2595" y="837"/>
                  </a:lnTo>
                  <a:lnTo>
                    <a:pt x="2428" y="942"/>
                  </a:lnTo>
                  <a:lnTo>
                    <a:pt x="2386" y="942"/>
                  </a:lnTo>
                  <a:lnTo>
                    <a:pt x="2219" y="984"/>
                  </a:lnTo>
                  <a:lnTo>
                    <a:pt x="2177" y="1046"/>
                  </a:lnTo>
                  <a:lnTo>
                    <a:pt x="2114" y="1067"/>
                  </a:lnTo>
                  <a:lnTo>
                    <a:pt x="2093" y="1109"/>
                  </a:lnTo>
                  <a:lnTo>
                    <a:pt x="2156" y="1172"/>
                  </a:lnTo>
                  <a:lnTo>
                    <a:pt x="2156" y="1297"/>
                  </a:lnTo>
                  <a:lnTo>
                    <a:pt x="2010" y="1423"/>
                  </a:lnTo>
                  <a:lnTo>
                    <a:pt x="2010" y="1590"/>
                  </a:lnTo>
                  <a:lnTo>
                    <a:pt x="1989" y="1716"/>
                  </a:lnTo>
                  <a:lnTo>
                    <a:pt x="1884" y="1737"/>
                  </a:lnTo>
                  <a:lnTo>
                    <a:pt x="1800" y="1821"/>
                  </a:lnTo>
                  <a:lnTo>
                    <a:pt x="1779" y="1883"/>
                  </a:lnTo>
                  <a:lnTo>
                    <a:pt x="1570" y="1925"/>
                  </a:lnTo>
                  <a:lnTo>
                    <a:pt x="1382" y="2030"/>
                  </a:lnTo>
                  <a:lnTo>
                    <a:pt x="1424" y="2113"/>
                  </a:lnTo>
                  <a:lnTo>
                    <a:pt x="1340" y="2155"/>
                  </a:lnTo>
                  <a:lnTo>
                    <a:pt x="1319" y="2239"/>
                  </a:lnTo>
                  <a:lnTo>
                    <a:pt x="1235" y="2344"/>
                  </a:lnTo>
                  <a:lnTo>
                    <a:pt x="1068" y="2365"/>
                  </a:lnTo>
                  <a:lnTo>
                    <a:pt x="1026" y="2427"/>
                  </a:lnTo>
                  <a:lnTo>
                    <a:pt x="963" y="2365"/>
                  </a:lnTo>
                  <a:lnTo>
                    <a:pt x="922" y="2302"/>
                  </a:lnTo>
                  <a:lnTo>
                    <a:pt x="796" y="2197"/>
                  </a:lnTo>
                  <a:lnTo>
                    <a:pt x="712" y="2197"/>
                  </a:lnTo>
                  <a:lnTo>
                    <a:pt x="629" y="2260"/>
                  </a:lnTo>
                  <a:lnTo>
                    <a:pt x="524" y="2260"/>
                  </a:lnTo>
                  <a:lnTo>
                    <a:pt x="440" y="2197"/>
                  </a:lnTo>
                  <a:lnTo>
                    <a:pt x="315" y="2155"/>
                  </a:lnTo>
                  <a:lnTo>
                    <a:pt x="273" y="2197"/>
                  </a:lnTo>
                  <a:lnTo>
                    <a:pt x="273" y="2365"/>
                  </a:lnTo>
                  <a:lnTo>
                    <a:pt x="273" y="2448"/>
                  </a:lnTo>
                  <a:lnTo>
                    <a:pt x="210" y="2532"/>
                  </a:lnTo>
                  <a:lnTo>
                    <a:pt x="294" y="2637"/>
                  </a:lnTo>
                  <a:lnTo>
                    <a:pt x="273" y="2657"/>
                  </a:lnTo>
                  <a:lnTo>
                    <a:pt x="273" y="2741"/>
                  </a:lnTo>
                  <a:lnTo>
                    <a:pt x="126" y="2846"/>
                  </a:lnTo>
                  <a:lnTo>
                    <a:pt x="1" y="2867"/>
                  </a:lnTo>
                  <a:lnTo>
                    <a:pt x="64" y="2950"/>
                  </a:lnTo>
                  <a:lnTo>
                    <a:pt x="168" y="3034"/>
                  </a:lnTo>
                  <a:lnTo>
                    <a:pt x="22" y="3181"/>
                  </a:lnTo>
                  <a:lnTo>
                    <a:pt x="85" y="3181"/>
                  </a:lnTo>
                  <a:lnTo>
                    <a:pt x="106" y="3390"/>
                  </a:lnTo>
                  <a:lnTo>
                    <a:pt x="106" y="3515"/>
                  </a:lnTo>
                  <a:lnTo>
                    <a:pt x="294" y="3557"/>
                  </a:lnTo>
                  <a:lnTo>
                    <a:pt x="336" y="3557"/>
                  </a:lnTo>
                  <a:lnTo>
                    <a:pt x="189" y="3787"/>
                  </a:lnTo>
                  <a:lnTo>
                    <a:pt x="126" y="3934"/>
                  </a:lnTo>
                  <a:lnTo>
                    <a:pt x="294" y="4227"/>
                  </a:lnTo>
                  <a:lnTo>
                    <a:pt x="378" y="4499"/>
                  </a:lnTo>
                  <a:lnTo>
                    <a:pt x="336" y="4562"/>
                  </a:lnTo>
                  <a:lnTo>
                    <a:pt x="398" y="4666"/>
                  </a:lnTo>
                  <a:lnTo>
                    <a:pt x="419" y="4875"/>
                  </a:lnTo>
                  <a:lnTo>
                    <a:pt x="922" y="4917"/>
                  </a:lnTo>
                  <a:lnTo>
                    <a:pt x="1005" y="5085"/>
                  </a:lnTo>
                  <a:lnTo>
                    <a:pt x="1005" y="5252"/>
                  </a:lnTo>
                  <a:lnTo>
                    <a:pt x="1047" y="5482"/>
                  </a:lnTo>
                  <a:lnTo>
                    <a:pt x="1005" y="5566"/>
                  </a:lnTo>
                  <a:lnTo>
                    <a:pt x="587" y="6131"/>
                  </a:lnTo>
                  <a:lnTo>
                    <a:pt x="1361" y="6382"/>
                  </a:lnTo>
                  <a:lnTo>
                    <a:pt x="2051" y="6340"/>
                  </a:lnTo>
                  <a:lnTo>
                    <a:pt x="2219" y="6298"/>
                  </a:lnTo>
                  <a:lnTo>
                    <a:pt x="2407" y="6319"/>
                  </a:lnTo>
                  <a:lnTo>
                    <a:pt x="2491" y="6235"/>
                  </a:lnTo>
                  <a:lnTo>
                    <a:pt x="2679" y="6194"/>
                  </a:lnTo>
                  <a:lnTo>
                    <a:pt x="2993" y="6194"/>
                  </a:lnTo>
                  <a:lnTo>
                    <a:pt x="3160" y="6173"/>
                  </a:lnTo>
                  <a:lnTo>
                    <a:pt x="3370" y="6173"/>
                  </a:lnTo>
                  <a:lnTo>
                    <a:pt x="3621" y="6068"/>
                  </a:lnTo>
                  <a:lnTo>
                    <a:pt x="3621" y="5963"/>
                  </a:lnTo>
                  <a:lnTo>
                    <a:pt x="3579" y="5859"/>
                  </a:lnTo>
                  <a:lnTo>
                    <a:pt x="3579" y="5712"/>
                  </a:lnTo>
                  <a:lnTo>
                    <a:pt x="3537" y="5545"/>
                  </a:lnTo>
                  <a:lnTo>
                    <a:pt x="3537" y="5378"/>
                  </a:lnTo>
                  <a:lnTo>
                    <a:pt x="3621" y="5273"/>
                  </a:lnTo>
                  <a:lnTo>
                    <a:pt x="3725" y="5252"/>
                  </a:lnTo>
                  <a:lnTo>
                    <a:pt x="3746" y="5147"/>
                  </a:lnTo>
                  <a:lnTo>
                    <a:pt x="3788" y="5064"/>
                  </a:lnTo>
                  <a:lnTo>
                    <a:pt x="3935" y="5043"/>
                  </a:lnTo>
                  <a:lnTo>
                    <a:pt x="3997" y="5085"/>
                  </a:lnTo>
                  <a:lnTo>
                    <a:pt x="4207" y="4980"/>
                  </a:lnTo>
                  <a:lnTo>
                    <a:pt x="4269" y="4917"/>
                  </a:lnTo>
                  <a:lnTo>
                    <a:pt x="4186" y="4875"/>
                  </a:lnTo>
                  <a:lnTo>
                    <a:pt x="4395" y="4708"/>
                  </a:lnTo>
                  <a:lnTo>
                    <a:pt x="4416" y="4645"/>
                  </a:lnTo>
                  <a:lnTo>
                    <a:pt x="4583" y="4624"/>
                  </a:lnTo>
                  <a:lnTo>
                    <a:pt x="4625" y="4666"/>
                  </a:lnTo>
                  <a:lnTo>
                    <a:pt x="4771" y="4666"/>
                  </a:lnTo>
                  <a:lnTo>
                    <a:pt x="4792" y="4603"/>
                  </a:lnTo>
                  <a:lnTo>
                    <a:pt x="4834" y="4603"/>
                  </a:lnTo>
                  <a:lnTo>
                    <a:pt x="4981" y="4750"/>
                  </a:lnTo>
                  <a:lnTo>
                    <a:pt x="5085" y="4541"/>
                  </a:lnTo>
                  <a:lnTo>
                    <a:pt x="5043" y="4310"/>
                  </a:lnTo>
                  <a:lnTo>
                    <a:pt x="5085" y="4248"/>
                  </a:lnTo>
                  <a:lnTo>
                    <a:pt x="5085" y="4185"/>
                  </a:lnTo>
                  <a:lnTo>
                    <a:pt x="5127" y="4038"/>
                  </a:lnTo>
                  <a:lnTo>
                    <a:pt x="5148" y="3829"/>
                  </a:lnTo>
                  <a:lnTo>
                    <a:pt x="5190" y="3766"/>
                  </a:lnTo>
                  <a:lnTo>
                    <a:pt x="5316" y="3725"/>
                  </a:lnTo>
                  <a:lnTo>
                    <a:pt x="5441" y="3662"/>
                  </a:lnTo>
                  <a:lnTo>
                    <a:pt x="5462" y="3578"/>
                  </a:lnTo>
                  <a:lnTo>
                    <a:pt x="5420" y="3411"/>
                  </a:lnTo>
                  <a:lnTo>
                    <a:pt x="5295" y="3348"/>
                  </a:lnTo>
                  <a:lnTo>
                    <a:pt x="5232" y="3181"/>
                  </a:lnTo>
                  <a:lnTo>
                    <a:pt x="5357" y="3097"/>
                  </a:lnTo>
                  <a:lnTo>
                    <a:pt x="5567" y="3181"/>
                  </a:lnTo>
                  <a:lnTo>
                    <a:pt x="5776" y="3181"/>
                  </a:lnTo>
                  <a:lnTo>
                    <a:pt x="5943" y="2950"/>
                  </a:lnTo>
                  <a:lnTo>
                    <a:pt x="5943" y="2783"/>
                  </a:lnTo>
                  <a:lnTo>
                    <a:pt x="5818" y="2657"/>
                  </a:lnTo>
                  <a:lnTo>
                    <a:pt x="6069" y="2323"/>
                  </a:lnTo>
                  <a:lnTo>
                    <a:pt x="6048" y="2051"/>
                  </a:lnTo>
                  <a:lnTo>
                    <a:pt x="5818" y="1695"/>
                  </a:lnTo>
                  <a:lnTo>
                    <a:pt x="5901" y="1590"/>
                  </a:lnTo>
                  <a:lnTo>
                    <a:pt x="6027" y="1465"/>
                  </a:lnTo>
                  <a:lnTo>
                    <a:pt x="6173" y="1465"/>
                  </a:lnTo>
                  <a:lnTo>
                    <a:pt x="6299" y="1318"/>
                  </a:lnTo>
                  <a:lnTo>
                    <a:pt x="6487" y="1214"/>
                  </a:lnTo>
                  <a:lnTo>
                    <a:pt x="6613" y="1297"/>
                  </a:lnTo>
                  <a:lnTo>
                    <a:pt x="6801" y="1277"/>
                  </a:lnTo>
                  <a:lnTo>
                    <a:pt x="7199" y="1172"/>
                  </a:lnTo>
                  <a:lnTo>
                    <a:pt x="7450" y="1067"/>
                  </a:lnTo>
                  <a:lnTo>
                    <a:pt x="7596" y="879"/>
                  </a:lnTo>
                  <a:lnTo>
                    <a:pt x="7471" y="858"/>
                  </a:lnTo>
                  <a:lnTo>
                    <a:pt x="7659" y="691"/>
                  </a:lnTo>
                  <a:lnTo>
                    <a:pt x="7638" y="586"/>
                  </a:lnTo>
                  <a:lnTo>
                    <a:pt x="7387" y="586"/>
                  </a:lnTo>
                  <a:lnTo>
                    <a:pt x="7324" y="691"/>
                  </a:lnTo>
                  <a:lnTo>
                    <a:pt x="7094" y="732"/>
                  </a:lnTo>
                  <a:lnTo>
                    <a:pt x="7073" y="586"/>
                  </a:lnTo>
                  <a:lnTo>
                    <a:pt x="6906" y="649"/>
                  </a:lnTo>
                  <a:lnTo>
                    <a:pt x="6655" y="795"/>
                  </a:lnTo>
                  <a:lnTo>
                    <a:pt x="6571" y="858"/>
                  </a:lnTo>
                  <a:lnTo>
                    <a:pt x="6550" y="984"/>
                  </a:lnTo>
                  <a:lnTo>
                    <a:pt x="6424" y="1067"/>
                  </a:lnTo>
                  <a:lnTo>
                    <a:pt x="6257" y="1151"/>
                  </a:lnTo>
                  <a:lnTo>
                    <a:pt x="6236" y="1193"/>
                  </a:lnTo>
                  <a:lnTo>
                    <a:pt x="6132" y="1277"/>
                  </a:lnTo>
                  <a:lnTo>
                    <a:pt x="5985" y="1277"/>
                  </a:lnTo>
                  <a:lnTo>
                    <a:pt x="5880" y="1256"/>
                  </a:lnTo>
                  <a:lnTo>
                    <a:pt x="5880" y="1172"/>
                  </a:lnTo>
                  <a:lnTo>
                    <a:pt x="5776" y="1046"/>
                  </a:lnTo>
                  <a:lnTo>
                    <a:pt x="5776" y="837"/>
                  </a:lnTo>
                  <a:lnTo>
                    <a:pt x="5755" y="691"/>
                  </a:lnTo>
                  <a:lnTo>
                    <a:pt x="5776" y="565"/>
                  </a:lnTo>
                  <a:lnTo>
                    <a:pt x="5734" y="460"/>
                  </a:lnTo>
                  <a:lnTo>
                    <a:pt x="5629" y="460"/>
                  </a:lnTo>
                  <a:lnTo>
                    <a:pt x="5608" y="356"/>
                  </a:lnTo>
                  <a:lnTo>
                    <a:pt x="5629" y="209"/>
                  </a:lnTo>
                  <a:lnTo>
                    <a:pt x="5629" y="126"/>
                  </a:lnTo>
                  <a:lnTo>
                    <a:pt x="5525" y="63"/>
                  </a:lnTo>
                  <a:lnTo>
                    <a:pt x="5420" y="0"/>
                  </a:lnTo>
                  <a:close/>
                </a:path>
              </a:pathLst>
            </a:custGeom>
            <a:solidFill>
              <a:srgbClr val="5F7D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016" name="Google Shape;6016;p36"/>
            <p:cNvSpPr/>
            <p:nvPr/>
          </p:nvSpPr>
          <p:spPr>
            <a:xfrm>
              <a:off x="3884115" y="2761763"/>
              <a:ext cx="113133" cy="67348"/>
            </a:xfrm>
            <a:custGeom>
              <a:rect b="b" l="l" r="r" t="t"/>
              <a:pathLst>
                <a:path extrusionOk="0" h="5922" w="9501">
                  <a:moveTo>
                    <a:pt x="5064" y="0"/>
                  </a:moveTo>
                  <a:lnTo>
                    <a:pt x="4960" y="84"/>
                  </a:lnTo>
                  <a:lnTo>
                    <a:pt x="5002" y="209"/>
                  </a:lnTo>
                  <a:lnTo>
                    <a:pt x="4855" y="230"/>
                  </a:lnTo>
                  <a:lnTo>
                    <a:pt x="4751" y="209"/>
                  </a:lnTo>
                  <a:lnTo>
                    <a:pt x="4730" y="209"/>
                  </a:lnTo>
                  <a:lnTo>
                    <a:pt x="4500" y="272"/>
                  </a:lnTo>
                  <a:lnTo>
                    <a:pt x="4332" y="293"/>
                  </a:lnTo>
                  <a:lnTo>
                    <a:pt x="4228" y="502"/>
                  </a:lnTo>
                  <a:lnTo>
                    <a:pt x="4228" y="712"/>
                  </a:lnTo>
                  <a:lnTo>
                    <a:pt x="4102" y="712"/>
                  </a:lnTo>
                  <a:lnTo>
                    <a:pt x="3997" y="628"/>
                  </a:lnTo>
                  <a:lnTo>
                    <a:pt x="3851" y="691"/>
                  </a:lnTo>
                  <a:lnTo>
                    <a:pt x="3746" y="607"/>
                  </a:lnTo>
                  <a:lnTo>
                    <a:pt x="3642" y="628"/>
                  </a:lnTo>
                  <a:lnTo>
                    <a:pt x="3537" y="753"/>
                  </a:lnTo>
                  <a:lnTo>
                    <a:pt x="3432" y="732"/>
                  </a:lnTo>
                  <a:lnTo>
                    <a:pt x="3391" y="607"/>
                  </a:lnTo>
                  <a:lnTo>
                    <a:pt x="3244" y="607"/>
                  </a:lnTo>
                  <a:lnTo>
                    <a:pt x="3056" y="712"/>
                  </a:lnTo>
                  <a:lnTo>
                    <a:pt x="2972" y="649"/>
                  </a:lnTo>
                  <a:lnTo>
                    <a:pt x="2805" y="628"/>
                  </a:lnTo>
                  <a:lnTo>
                    <a:pt x="2763" y="691"/>
                  </a:lnTo>
                  <a:lnTo>
                    <a:pt x="2700" y="691"/>
                  </a:lnTo>
                  <a:lnTo>
                    <a:pt x="2595" y="607"/>
                  </a:lnTo>
                  <a:lnTo>
                    <a:pt x="2386" y="691"/>
                  </a:lnTo>
                  <a:lnTo>
                    <a:pt x="2344" y="628"/>
                  </a:lnTo>
                  <a:lnTo>
                    <a:pt x="2219" y="544"/>
                  </a:lnTo>
                  <a:lnTo>
                    <a:pt x="1884" y="502"/>
                  </a:lnTo>
                  <a:lnTo>
                    <a:pt x="1759" y="419"/>
                  </a:lnTo>
                  <a:lnTo>
                    <a:pt x="1675" y="419"/>
                  </a:lnTo>
                  <a:lnTo>
                    <a:pt x="1570" y="523"/>
                  </a:lnTo>
                  <a:lnTo>
                    <a:pt x="1382" y="523"/>
                  </a:lnTo>
                  <a:lnTo>
                    <a:pt x="963" y="586"/>
                  </a:lnTo>
                  <a:lnTo>
                    <a:pt x="859" y="628"/>
                  </a:lnTo>
                  <a:lnTo>
                    <a:pt x="671" y="544"/>
                  </a:lnTo>
                  <a:lnTo>
                    <a:pt x="608" y="544"/>
                  </a:lnTo>
                  <a:lnTo>
                    <a:pt x="566" y="649"/>
                  </a:lnTo>
                  <a:lnTo>
                    <a:pt x="608" y="921"/>
                  </a:lnTo>
                  <a:lnTo>
                    <a:pt x="650" y="1004"/>
                  </a:lnTo>
                  <a:lnTo>
                    <a:pt x="733" y="1151"/>
                  </a:lnTo>
                  <a:lnTo>
                    <a:pt x="859" y="1235"/>
                  </a:lnTo>
                  <a:lnTo>
                    <a:pt x="817" y="1318"/>
                  </a:lnTo>
                  <a:lnTo>
                    <a:pt x="838" y="1381"/>
                  </a:lnTo>
                  <a:lnTo>
                    <a:pt x="880" y="1465"/>
                  </a:lnTo>
                  <a:lnTo>
                    <a:pt x="838" y="1653"/>
                  </a:lnTo>
                  <a:lnTo>
                    <a:pt x="754" y="1653"/>
                  </a:lnTo>
                  <a:lnTo>
                    <a:pt x="650" y="1737"/>
                  </a:lnTo>
                  <a:lnTo>
                    <a:pt x="629" y="1904"/>
                  </a:lnTo>
                  <a:lnTo>
                    <a:pt x="252" y="2302"/>
                  </a:lnTo>
                  <a:lnTo>
                    <a:pt x="294" y="2469"/>
                  </a:lnTo>
                  <a:lnTo>
                    <a:pt x="294" y="2637"/>
                  </a:lnTo>
                  <a:lnTo>
                    <a:pt x="147" y="2616"/>
                  </a:lnTo>
                  <a:lnTo>
                    <a:pt x="43" y="2888"/>
                  </a:lnTo>
                  <a:lnTo>
                    <a:pt x="22" y="3097"/>
                  </a:lnTo>
                  <a:lnTo>
                    <a:pt x="1" y="3097"/>
                  </a:lnTo>
                  <a:lnTo>
                    <a:pt x="126" y="3222"/>
                  </a:lnTo>
                  <a:lnTo>
                    <a:pt x="294" y="3327"/>
                  </a:lnTo>
                  <a:lnTo>
                    <a:pt x="315" y="3432"/>
                  </a:lnTo>
                  <a:lnTo>
                    <a:pt x="440" y="3432"/>
                  </a:lnTo>
                  <a:lnTo>
                    <a:pt x="524" y="3348"/>
                  </a:lnTo>
                  <a:lnTo>
                    <a:pt x="629" y="3348"/>
                  </a:lnTo>
                  <a:lnTo>
                    <a:pt x="838" y="3453"/>
                  </a:lnTo>
                  <a:lnTo>
                    <a:pt x="984" y="3473"/>
                  </a:lnTo>
                  <a:lnTo>
                    <a:pt x="1152" y="3536"/>
                  </a:lnTo>
                  <a:lnTo>
                    <a:pt x="1194" y="3641"/>
                  </a:lnTo>
                  <a:lnTo>
                    <a:pt x="1340" y="3683"/>
                  </a:lnTo>
                  <a:lnTo>
                    <a:pt x="1487" y="3641"/>
                  </a:lnTo>
                  <a:lnTo>
                    <a:pt x="1612" y="3641"/>
                  </a:lnTo>
                  <a:lnTo>
                    <a:pt x="1717" y="3515"/>
                  </a:lnTo>
                  <a:lnTo>
                    <a:pt x="2114" y="3453"/>
                  </a:lnTo>
                  <a:lnTo>
                    <a:pt x="2240" y="3369"/>
                  </a:lnTo>
                  <a:lnTo>
                    <a:pt x="2386" y="3348"/>
                  </a:lnTo>
                  <a:lnTo>
                    <a:pt x="2344" y="3201"/>
                  </a:lnTo>
                  <a:lnTo>
                    <a:pt x="2386" y="3139"/>
                  </a:lnTo>
                  <a:lnTo>
                    <a:pt x="2344" y="2992"/>
                  </a:lnTo>
                  <a:lnTo>
                    <a:pt x="2428" y="3013"/>
                  </a:lnTo>
                  <a:lnTo>
                    <a:pt x="2449" y="2992"/>
                  </a:lnTo>
                  <a:lnTo>
                    <a:pt x="2554" y="3034"/>
                  </a:lnTo>
                  <a:lnTo>
                    <a:pt x="2616" y="2992"/>
                  </a:lnTo>
                  <a:lnTo>
                    <a:pt x="2742" y="2992"/>
                  </a:lnTo>
                  <a:lnTo>
                    <a:pt x="2763" y="2929"/>
                  </a:lnTo>
                  <a:lnTo>
                    <a:pt x="2867" y="3055"/>
                  </a:lnTo>
                  <a:lnTo>
                    <a:pt x="3014" y="3055"/>
                  </a:lnTo>
                  <a:lnTo>
                    <a:pt x="3181" y="3243"/>
                  </a:lnTo>
                  <a:lnTo>
                    <a:pt x="3370" y="3243"/>
                  </a:lnTo>
                  <a:lnTo>
                    <a:pt x="3391" y="3201"/>
                  </a:lnTo>
                  <a:lnTo>
                    <a:pt x="3453" y="3201"/>
                  </a:lnTo>
                  <a:lnTo>
                    <a:pt x="3642" y="3369"/>
                  </a:lnTo>
                  <a:lnTo>
                    <a:pt x="3788" y="3453"/>
                  </a:lnTo>
                  <a:lnTo>
                    <a:pt x="3809" y="3641"/>
                  </a:lnTo>
                  <a:lnTo>
                    <a:pt x="3809" y="3787"/>
                  </a:lnTo>
                  <a:lnTo>
                    <a:pt x="3956" y="3850"/>
                  </a:lnTo>
                  <a:lnTo>
                    <a:pt x="3956" y="3892"/>
                  </a:lnTo>
                  <a:lnTo>
                    <a:pt x="4102" y="4038"/>
                  </a:lnTo>
                  <a:lnTo>
                    <a:pt x="4269" y="4143"/>
                  </a:lnTo>
                  <a:lnTo>
                    <a:pt x="4290" y="4248"/>
                  </a:lnTo>
                  <a:lnTo>
                    <a:pt x="4269" y="4352"/>
                  </a:lnTo>
                  <a:lnTo>
                    <a:pt x="4332" y="4457"/>
                  </a:lnTo>
                  <a:lnTo>
                    <a:pt x="4311" y="4499"/>
                  </a:lnTo>
                  <a:lnTo>
                    <a:pt x="4123" y="4499"/>
                  </a:lnTo>
                  <a:lnTo>
                    <a:pt x="4060" y="4415"/>
                  </a:lnTo>
                  <a:lnTo>
                    <a:pt x="3893" y="4478"/>
                  </a:lnTo>
                  <a:lnTo>
                    <a:pt x="3788" y="4478"/>
                  </a:lnTo>
                  <a:lnTo>
                    <a:pt x="3767" y="4687"/>
                  </a:lnTo>
                  <a:lnTo>
                    <a:pt x="3767" y="4834"/>
                  </a:lnTo>
                  <a:lnTo>
                    <a:pt x="3704" y="4813"/>
                  </a:lnTo>
                  <a:lnTo>
                    <a:pt x="3600" y="5022"/>
                  </a:lnTo>
                  <a:lnTo>
                    <a:pt x="3600" y="5126"/>
                  </a:lnTo>
                  <a:lnTo>
                    <a:pt x="3495" y="5106"/>
                  </a:lnTo>
                  <a:lnTo>
                    <a:pt x="3432" y="5147"/>
                  </a:lnTo>
                  <a:lnTo>
                    <a:pt x="3537" y="5315"/>
                  </a:lnTo>
                  <a:lnTo>
                    <a:pt x="3684" y="5357"/>
                  </a:lnTo>
                  <a:lnTo>
                    <a:pt x="3893" y="5357"/>
                  </a:lnTo>
                  <a:lnTo>
                    <a:pt x="3976" y="5294"/>
                  </a:lnTo>
                  <a:lnTo>
                    <a:pt x="4165" y="5294"/>
                  </a:lnTo>
                  <a:lnTo>
                    <a:pt x="4269" y="5357"/>
                  </a:lnTo>
                  <a:lnTo>
                    <a:pt x="4290" y="5252"/>
                  </a:lnTo>
                  <a:lnTo>
                    <a:pt x="4228" y="5189"/>
                  </a:lnTo>
                  <a:lnTo>
                    <a:pt x="4228" y="5106"/>
                  </a:lnTo>
                  <a:lnTo>
                    <a:pt x="4228" y="5022"/>
                  </a:lnTo>
                  <a:lnTo>
                    <a:pt x="4290" y="5106"/>
                  </a:lnTo>
                  <a:lnTo>
                    <a:pt x="4374" y="5106"/>
                  </a:lnTo>
                  <a:lnTo>
                    <a:pt x="4583" y="4834"/>
                  </a:lnTo>
                  <a:lnTo>
                    <a:pt x="4541" y="4771"/>
                  </a:lnTo>
                  <a:lnTo>
                    <a:pt x="4604" y="4771"/>
                  </a:lnTo>
                  <a:lnTo>
                    <a:pt x="4730" y="4603"/>
                  </a:lnTo>
                  <a:lnTo>
                    <a:pt x="4730" y="4478"/>
                  </a:lnTo>
                  <a:lnTo>
                    <a:pt x="4813" y="4394"/>
                  </a:lnTo>
                  <a:lnTo>
                    <a:pt x="4939" y="4394"/>
                  </a:lnTo>
                  <a:lnTo>
                    <a:pt x="5064" y="4269"/>
                  </a:lnTo>
                  <a:lnTo>
                    <a:pt x="5127" y="4310"/>
                  </a:lnTo>
                  <a:lnTo>
                    <a:pt x="5127" y="4352"/>
                  </a:lnTo>
                  <a:lnTo>
                    <a:pt x="5232" y="4352"/>
                  </a:lnTo>
                  <a:lnTo>
                    <a:pt x="5274" y="4289"/>
                  </a:lnTo>
                  <a:lnTo>
                    <a:pt x="5336" y="4206"/>
                  </a:lnTo>
                  <a:lnTo>
                    <a:pt x="5357" y="4269"/>
                  </a:lnTo>
                  <a:lnTo>
                    <a:pt x="5441" y="4310"/>
                  </a:lnTo>
                  <a:lnTo>
                    <a:pt x="5525" y="4352"/>
                  </a:lnTo>
                  <a:lnTo>
                    <a:pt x="5692" y="4310"/>
                  </a:lnTo>
                  <a:lnTo>
                    <a:pt x="5567" y="4373"/>
                  </a:lnTo>
                  <a:lnTo>
                    <a:pt x="5483" y="4415"/>
                  </a:lnTo>
                  <a:lnTo>
                    <a:pt x="5378" y="4394"/>
                  </a:lnTo>
                  <a:lnTo>
                    <a:pt x="5211" y="4415"/>
                  </a:lnTo>
                  <a:lnTo>
                    <a:pt x="5064" y="4415"/>
                  </a:lnTo>
                  <a:lnTo>
                    <a:pt x="5127" y="4478"/>
                  </a:lnTo>
                  <a:lnTo>
                    <a:pt x="5336" y="4478"/>
                  </a:lnTo>
                  <a:lnTo>
                    <a:pt x="5483" y="4561"/>
                  </a:lnTo>
                  <a:lnTo>
                    <a:pt x="5462" y="4582"/>
                  </a:lnTo>
                  <a:lnTo>
                    <a:pt x="5420" y="4624"/>
                  </a:lnTo>
                  <a:lnTo>
                    <a:pt x="5483" y="4708"/>
                  </a:lnTo>
                  <a:lnTo>
                    <a:pt x="5567" y="4708"/>
                  </a:lnTo>
                  <a:lnTo>
                    <a:pt x="5671" y="4771"/>
                  </a:lnTo>
                  <a:lnTo>
                    <a:pt x="5797" y="4708"/>
                  </a:lnTo>
                  <a:lnTo>
                    <a:pt x="5943" y="4687"/>
                  </a:lnTo>
                  <a:lnTo>
                    <a:pt x="6069" y="4729"/>
                  </a:lnTo>
                  <a:lnTo>
                    <a:pt x="6173" y="4792"/>
                  </a:lnTo>
                  <a:lnTo>
                    <a:pt x="6194" y="4708"/>
                  </a:lnTo>
                  <a:lnTo>
                    <a:pt x="6257" y="4729"/>
                  </a:lnTo>
                  <a:lnTo>
                    <a:pt x="6278" y="4875"/>
                  </a:lnTo>
                  <a:lnTo>
                    <a:pt x="6362" y="4938"/>
                  </a:lnTo>
                  <a:lnTo>
                    <a:pt x="6299" y="4980"/>
                  </a:lnTo>
                  <a:lnTo>
                    <a:pt x="6111" y="5022"/>
                  </a:lnTo>
                  <a:lnTo>
                    <a:pt x="5943" y="5126"/>
                  </a:lnTo>
                  <a:lnTo>
                    <a:pt x="5797" y="5315"/>
                  </a:lnTo>
                  <a:lnTo>
                    <a:pt x="5901" y="5357"/>
                  </a:lnTo>
                  <a:lnTo>
                    <a:pt x="5985" y="5294"/>
                  </a:lnTo>
                  <a:lnTo>
                    <a:pt x="6111" y="5357"/>
                  </a:lnTo>
                  <a:lnTo>
                    <a:pt x="6173" y="5336"/>
                  </a:lnTo>
                  <a:lnTo>
                    <a:pt x="6362" y="5503"/>
                  </a:lnTo>
                  <a:lnTo>
                    <a:pt x="6383" y="5566"/>
                  </a:lnTo>
                  <a:lnTo>
                    <a:pt x="6299" y="5775"/>
                  </a:lnTo>
                  <a:lnTo>
                    <a:pt x="6278" y="5838"/>
                  </a:lnTo>
                  <a:lnTo>
                    <a:pt x="6383" y="5922"/>
                  </a:lnTo>
                  <a:lnTo>
                    <a:pt x="6592" y="5922"/>
                  </a:lnTo>
                  <a:lnTo>
                    <a:pt x="6780" y="5817"/>
                  </a:lnTo>
                  <a:lnTo>
                    <a:pt x="7031" y="5629"/>
                  </a:lnTo>
                  <a:lnTo>
                    <a:pt x="7220" y="5629"/>
                  </a:lnTo>
                  <a:lnTo>
                    <a:pt x="7324" y="5503"/>
                  </a:lnTo>
                  <a:lnTo>
                    <a:pt x="7450" y="5419"/>
                  </a:lnTo>
                  <a:lnTo>
                    <a:pt x="7680" y="5440"/>
                  </a:lnTo>
                  <a:lnTo>
                    <a:pt x="7889" y="5440"/>
                  </a:lnTo>
                  <a:lnTo>
                    <a:pt x="7952" y="5336"/>
                  </a:lnTo>
                  <a:lnTo>
                    <a:pt x="7889" y="5231"/>
                  </a:lnTo>
                  <a:lnTo>
                    <a:pt x="7952" y="5210"/>
                  </a:lnTo>
                  <a:lnTo>
                    <a:pt x="7994" y="5126"/>
                  </a:lnTo>
                  <a:lnTo>
                    <a:pt x="7847" y="5106"/>
                  </a:lnTo>
                  <a:lnTo>
                    <a:pt x="7659" y="5126"/>
                  </a:lnTo>
                  <a:lnTo>
                    <a:pt x="7638" y="5252"/>
                  </a:lnTo>
                  <a:lnTo>
                    <a:pt x="7513" y="5189"/>
                  </a:lnTo>
                  <a:lnTo>
                    <a:pt x="7450" y="5189"/>
                  </a:lnTo>
                  <a:lnTo>
                    <a:pt x="7345" y="5294"/>
                  </a:lnTo>
                  <a:lnTo>
                    <a:pt x="7303" y="5252"/>
                  </a:lnTo>
                  <a:lnTo>
                    <a:pt x="7010" y="4938"/>
                  </a:lnTo>
                  <a:lnTo>
                    <a:pt x="6948" y="4813"/>
                  </a:lnTo>
                  <a:lnTo>
                    <a:pt x="6885" y="4687"/>
                  </a:lnTo>
                  <a:lnTo>
                    <a:pt x="6822" y="4708"/>
                  </a:lnTo>
                  <a:lnTo>
                    <a:pt x="6885" y="4875"/>
                  </a:lnTo>
                  <a:lnTo>
                    <a:pt x="7094" y="5106"/>
                  </a:lnTo>
                  <a:lnTo>
                    <a:pt x="7261" y="5294"/>
                  </a:lnTo>
                  <a:lnTo>
                    <a:pt x="7220" y="5315"/>
                  </a:lnTo>
                  <a:lnTo>
                    <a:pt x="7094" y="5294"/>
                  </a:lnTo>
                  <a:lnTo>
                    <a:pt x="7031" y="5210"/>
                  </a:lnTo>
                  <a:lnTo>
                    <a:pt x="7010" y="5085"/>
                  </a:lnTo>
                  <a:lnTo>
                    <a:pt x="6927" y="5043"/>
                  </a:lnTo>
                  <a:lnTo>
                    <a:pt x="6885" y="5106"/>
                  </a:lnTo>
                  <a:lnTo>
                    <a:pt x="6885" y="5022"/>
                  </a:lnTo>
                  <a:lnTo>
                    <a:pt x="6822" y="5022"/>
                  </a:lnTo>
                  <a:lnTo>
                    <a:pt x="6780" y="5043"/>
                  </a:lnTo>
                  <a:lnTo>
                    <a:pt x="6780" y="5001"/>
                  </a:lnTo>
                  <a:lnTo>
                    <a:pt x="6822" y="4917"/>
                  </a:lnTo>
                  <a:lnTo>
                    <a:pt x="6801" y="4875"/>
                  </a:lnTo>
                  <a:lnTo>
                    <a:pt x="6717" y="4896"/>
                  </a:lnTo>
                  <a:lnTo>
                    <a:pt x="6676" y="4834"/>
                  </a:lnTo>
                  <a:lnTo>
                    <a:pt x="6592" y="4771"/>
                  </a:lnTo>
                  <a:lnTo>
                    <a:pt x="6404" y="4792"/>
                  </a:lnTo>
                  <a:lnTo>
                    <a:pt x="6320" y="4729"/>
                  </a:lnTo>
                  <a:lnTo>
                    <a:pt x="6362" y="4687"/>
                  </a:lnTo>
                  <a:lnTo>
                    <a:pt x="6487" y="4708"/>
                  </a:lnTo>
                  <a:lnTo>
                    <a:pt x="6529" y="4624"/>
                  </a:lnTo>
                  <a:lnTo>
                    <a:pt x="6634" y="4708"/>
                  </a:lnTo>
                  <a:lnTo>
                    <a:pt x="6738" y="4708"/>
                  </a:lnTo>
                  <a:lnTo>
                    <a:pt x="6780" y="4624"/>
                  </a:lnTo>
                  <a:lnTo>
                    <a:pt x="6885" y="4603"/>
                  </a:lnTo>
                  <a:lnTo>
                    <a:pt x="7052" y="4415"/>
                  </a:lnTo>
                  <a:lnTo>
                    <a:pt x="7052" y="4373"/>
                  </a:lnTo>
                  <a:lnTo>
                    <a:pt x="7136" y="4394"/>
                  </a:lnTo>
                  <a:lnTo>
                    <a:pt x="7136" y="4457"/>
                  </a:lnTo>
                  <a:lnTo>
                    <a:pt x="7031" y="4582"/>
                  </a:lnTo>
                  <a:lnTo>
                    <a:pt x="6989" y="4603"/>
                  </a:lnTo>
                  <a:lnTo>
                    <a:pt x="7010" y="4666"/>
                  </a:lnTo>
                  <a:lnTo>
                    <a:pt x="7094" y="4624"/>
                  </a:lnTo>
                  <a:lnTo>
                    <a:pt x="7220" y="4457"/>
                  </a:lnTo>
                  <a:lnTo>
                    <a:pt x="7241" y="4373"/>
                  </a:lnTo>
                  <a:lnTo>
                    <a:pt x="7157" y="4289"/>
                  </a:lnTo>
                  <a:lnTo>
                    <a:pt x="7136" y="4248"/>
                  </a:lnTo>
                  <a:lnTo>
                    <a:pt x="7199" y="4206"/>
                  </a:lnTo>
                  <a:lnTo>
                    <a:pt x="7261" y="4352"/>
                  </a:lnTo>
                  <a:lnTo>
                    <a:pt x="7345" y="4373"/>
                  </a:lnTo>
                  <a:lnTo>
                    <a:pt x="7450" y="4289"/>
                  </a:lnTo>
                  <a:lnTo>
                    <a:pt x="7617" y="4310"/>
                  </a:lnTo>
                  <a:lnTo>
                    <a:pt x="7722" y="4248"/>
                  </a:lnTo>
                  <a:lnTo>
                    <a:pt x="7868" y="4248"/>
                  </a:lnTo>
                  <a:lnTo>
                    <a:pt x="7973" y="4101"/>
                  </a:lnTo>
                  <a:lnTo>
                    <a:pt x="8057" y="4038"/>
                  </a:lnTo>
                  <a:lnTo>
                    <a:pt x="8182" y="4038"/>
                  </a:lnTo>
                  <a:lnTo>
                    <a:pt x="8203" y="3934"/>
                  </a:lnTo>
                  <a:lnTo>
                    <a:pt x="8287" y="3871"/>
                  </a:lnTo>
                  <a:lnTo>
                    <a:pt x="8454" y="3871"/>
                  </a:lnTo>
                  <a:lnTo>
                    <a:pt x="8580" y="3829"/>
                  </a:lnTo>
                  <a:lnTo>
                    <a:pt x="8663" y="3829"/>
                  </a:lnTo>
                  <a:lnTo>
                    <a:pt x="8663" y="3892"/>
                  </a:lnTo>
                  <a:lnTo>
                    <a:pt x="8768" y="3850"/>
                  </a:lnTo>
                  <a:lnTo>
                    <a:pt x="8789" y="3578"/>
                  </a:lnTo>
                  <a:lnTo>
                    <a:pt x="8873" y="3557"/>
                  </a:lnTo>
                  <a:lnTo>
                    <a:pt x="8998" y="3348"/>
                  </a:lnTo>
                  <a:lnTo>
                    <a:pt x="9291" y="3327"/>
                  </a:lnTo>
                  <a:lnTo>
                    <a:pt x="9396" y="3243"/>
                  </a:lnTo>
                  <a:lnTo>
                    <a:pt x="9354" y="3118"/>
                  </a:lnTo>
                  <a:lnTo>
                    <a:pt x="9438" y="2909"/>
                  </a:lnTo>
                  <a:lnTo>
                    <a:pt x="9417" y="2720"/>
                  </a:lnTo>
                  <a:lnTo>
                    <a:pt x="9228" y="2616"/>
                  </a:lnTo>
                  <a:lnTo>
                    <a:pt x="9291" y="2365"/>
                  </a:lnTo>
                  <a:lnTo>
                    <a:pt x="9396" y="2323"/>
                  </a:lnTo>
                  <a:lnTo>
                    <a:pt x="9500" y="2197"/>
                  </a:lnTo>
                  <a:lnTo>
                    <a:pt x="9500" y="2072"/>
                  </a:lnTo>
                  <a:lnTo>
                    <a:pt x="9417" y="2009"/>
                  </a:lnTo>
                  <a:lnTo>
                    <a:pt x="9354" y="1883"/>
                  </a:lnTo>
                  <a:lnTo>
                    <a:pt x="9291" y="1967"/>
                  </a:lnTo>
                  <a:lnTo>
                    <a:pt x="9103" y="1946"/>
                  </a:lnTo>
                  <a:lnTo>
                    <a:pt x="8935" y="1841"/>
                  </a:lnTo>
                  <a:lnTo>
                    <a:pt x="8810" y="1862"/>
                  </a:lnTo>
                  <a:lnTo>
                    <a:pt x="8705" y="1800"/>
                  </a:lnTo>
                  <a:lnTo>
                    <a:pt x="8559" y="1779"/>
                  </a:lnTo>
                  <a:lnTo>
                    <a:pt x="8349" y="1758"/>
                  </a:lnTo>
                  <a:lnTo>
                    <a:pt x="8266" y="1841"/>
                  </a:lnTo>
                  <a:lnTo>
                    <a:pt x="8203" y="1695"/>
                  </a:lnTo>
                  <a:lnTo>
                    <a:pt x="8057" y="1590"/>
                  </a:lnTo>
                  <a:lnTo>
                    <a:pt x="7931" y="1318"/>
                  </a:lnTo>
                  <a:lnTo>
                    <a:pt x="7826" y="1339"/>
                  </a:lnTo>
                  <a:lnTo>
                    <a:pt x="7638" y="1465"/>
                  </a:lnTo>
                  <a:lnTo>
                    <a:pt x="7513" y="1444"/>
                  </a:lnTo>
                  <a:lnTo>
                    <a:pt x="7366" y="1486"/>
                  </a:lnTo>
                  <a:lnTo>
                    <a:pt x="7220" y="1423"/>
                  </a:lnTo>
                  <a:lnTo>
                    <a:pt x="7115" y="1528"/>
                  </a:lnTo>
                  <a:lnTo>
                    <a:pt x="6843" y="1256"/>
                  </a:lnTo>
                  <a:lnTo>
                    <a:pt x="6780" y="1067"/>
                  </a:lnTo>
                  <a:lnTo>
                    <a:pt x="6780" y="921"/>
                  </a:lnTo>
                  <a:lnTo>
                    <a:pt x="6676" y="921"/>
                  </a:lnTo>
                  <a:lnTo>
                    <a:pt x="6676" y="795"/>
                  </a:lnTo>
                  <a:lnTo>
                    <a:pt x="6529" y="691"/>
                  </a:lnTo>
                  <a:lnTo>
                    <a:pt x="6215" y="732"/>
                  </a:lnTo>
                  <a:lnTo>
                    <a:pt x="6069" y="523"/>
                  </a:lnTo>
                  <a:lnTo>
                    <a:pt x="6111" y="398"/>
                  </a:lnTo>
                  <a:lnTo>
                    <a:pt x="6006" y="293"/>
                  </a:lnTo>
                  <a:lnTo>
                    <a:pt x="5901" y="21"/>
                  </a:lnTo>
                  <a:lnTo>
                    <a:pt x="5776" y="21"/>
                  </a:lnTo>
                  <a:lnTo>
                    <a:pt x="5650" y="105"/>
                  </a:lnTo>
                  <a:lnTo>
                    <a:pt x="5357" y="105"/>
                  </a:lnTo>
                  <a:lnTo>
                    <a:pt x="5064" y="0"/>
                  </a:lnTo>
                  <a:close/>
                </a:path>
              </a:pathLst>
            </a:custGeom>
            <a:solidFill>
              <a:srgbClr val="5F7D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017" name="Google Shape;6017;p36"/>
            <p:cNvSpPr/>
            <p:nvPr/>
          </p:nvSpPr>
          <p:spPr>
            <a:xfrm>
              <a:off x="3912027" y="2795073"/>
              <a:ext cx="23684" cy="25236"/>
            </a:xfrm>
            <a:custGeom>
              <a:rect b="b" l="l" r="r" t="t"/>
              <a:pathLst>
                <a:path extrusionOk="0" h="2219" w="1989">
                  <a:moveTo>
                    <a:pt x="419" y="0"/>
                  </a:moveTo>
                  <a:lnTo>
                    <a:pt x="398" y="63"/>
                  </a:lnTo>
                  <a:lnTo>
                    <a:pt x="272" y="63"/>
                  </a:lnTo>
                  <a:lnTo>
                    <a:pt x="210" y="105"/>
                  </a:lnTo>
                  <a:lnTo>
                    <a:pt x="105" y="63"/>
                  </a:lnTo>
                  <a:lnTo>
                    <a:pt x="84" y="84"/>
                  </a:lnTo>
                  <a:lnTo>
                    <a:pt x="0" y="63"/>
                  </a:lnTo>
                  <a:lnTo>
                    <a:pt x="42" y="210"/>
                  </a:lnTo>
                  <a:lnTo>
                    <a:pt x="0" y="272"/>
                  </a:lnTo>
                  <a:lnTo>
                    <a:pt x="42" y="419"/>
                  </a:lnTo>
                  <a:lnTo>
                    <a:pt x="251" y="377"/>
                  </a:lnTo>
                  <a:lnTo>
                    <a:pt x="314" y="628"/>
                  </a:lnTo>
                  <a:lnTo>
                    <a:pt x="565" y="837"/>
                  </a:lnTo>
                  <a:lnTo>
                    <a:pt x="586" y="942"/>
                  </a:lnTo>
                  <a:lnTo>
                    <a:pt x="900" y="1214"/>
                  </a:lnTo>
                  <a:lnTo>
                    <a:pt x="921" y="1360"/>
                  </a:lnTo>
                  <a:lnTo>
                    <a:pt x="1026" y="1528"/>
                  </a:lnTo>
                  <a:lnTo>
                    <a:pt x="1005" y="2072"/>
                  </a:lnTo>
                  <a:lnTo>
                    <a:pt x="1088" y="2218"/>
                  </a:lnTo>
                  <a:lnTo>
                    <a:pt x="1151" y="2177"/>
                  </a:lnTo>
                  <a:lnTo>
                    <a:pt x="1256" y="2197"/>
                  </a:lnTo>
                  <a:lnTo>
                    <a:pt x="1256" y="2093"/>
                  </a:lnTo>
                  <a:lnTo>
                    <a:pt x="1360" y="1884"/>
                  </a:lnTo>
                  <a:lnTo>
                    <a:pt x="1423" y="1905"/>
                  </a:lnTo>
                  <a:lnTo>
                    <a:pt x="1423" y="1758"/>
                  </a:lnTo>
                  <a:lnTo>
                    <a:pt x="1444" y="1549"/>
                  </a:lnTo>
                  <a:lnTo>
                    <a:pt x="1549" y="1549"/>
                  </a:lnTo>
                  <a:lnTo>
                    <a:pt x="1716" y="1486"/>
                  </a:lnTo>
                  <a:lnTo>
                    <a:pt x="1779" y="1570"/>
                  </a:lnTo>
                  <a:lnTo>
                    <a:pt x="1967" y="1570"/>
                  </a:lnTo>
                  <a:lnTo>
                    <a:pt x="1988" y="1528"/>
                  </a:lnTo>
                  <a:lnTo>
                    <a:pt x="1925" y="1423"/>
                  </a:lnTo>
                  <a:lnTo>
                    <a:pt x="1946" y="1319"/>
                  </a:lnTo>
                  <a:lnTo>
                    <a:pt x="1925" y="1214"/>
                  </a:lnTo>
                  <a:lnTo>
                    <a:pt x="1758" y="1109"/>
                  </a:lnTo>
                  <a:lnTo>
                    <a:pt x="1612" y="963"/>
                  </a:lnTo>
                  <a:lnTo>
                    <a:pt x="1612" y="921"/>
                  </a:lnTo>
                  <a:lnTo>
                    <a:pt x="1465" y="858"/>
                  </a:lnTo>
                  <a:lnTo>
                    <a:pt x="1465" y="712"/>
                  </a:lnTo>
                  <a:lnTo>
                    <a:pt x="1444" y="524"/>
                  </a:lnTo>
                  <a:lnTo>
                    <a:pt x="1298" y="440"/>
                  </a:lnTo>
                  <a:lnTo>
                    <a:pt x="1109" y="272"/>
                  </a:lnTo>
                  <a:lnTo>
                    <a:pt x="1047" y="272"/>
                  </a:lnTo>
                  <a:lnTo>
                    <a:pt x="1026" y="314"/>
                  </a:lnTo>
                  <a:lnTo>
                    <a:pt x="837" y="314"/>
                  </a:lnTo>
                  <a:lnTo>
                    <a:pt x="670" y="126"/>
                  </a:lnTo>
                  <a:lnTo>
                    <a:pt x="523" y="126"/>
                  </a:lnTo>
                  <a:lnTo>
                    <a:pt x="419" y="0"/>
                  </a:lnTo>
                  <a:close/>
                </a:path>
              </a:pathLst>
            </a:custGeom>
            <a:solidFill>
              <a:srgbClr val="5F7D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018" name="Google Shape;6018;p36"/>
            <p:cNvSpPr/>
            <p:nvPr/>
          </p:nvSpPr>
          <p:spPr>
            <a:xfrm>
              <a:off x="3874161" y="2799361"/>
              <a:ext cx="60800" cy="37131"/>
            </a:xfrm>
            <a:custGeom>
              <a:rect b="b" l="l" r="r" t="t"/>
              <a:pathLst>
                <a:path extrusionOk="0" h="3265" w="5106">
                  <a:moveTo>
                    <a:pt x="3431" y="0"/>
                  </a:moveTo>
                  <a:lnTo>
                    <a:pt x="3076" y="63"/>
                  </a:lnTo>
                  <a:lnTo>
                    <a:pt x="2950" y="147"/>
                  </a:lnTo>
                  <a:lnTo>
                    <a:pt x="2553" y="209"/>
                  </a:lnTo>
                  <a:lnTo>
                    <a:pt x="2448" y="335"/>
                  </a:lnTo>
                  <a:lnTo>
                    <a:pt x="2323" y="335"/>
                  </a:lnTo>
                  <a:lnTo>
                    <a:pt x="2176" y="377"/>
                  </a:lnTo>
                  <a:lnTo>
                    <a:pt x="2030" y="335"/>
                  </a:lnTo>
                  <a:lnTo>
                    <a:pt x="1988" y="230"/>
                  </a:lnTo>
                  <a:lnTo>
                    <a:pt x="1820" y="167"/>
                  </a:lnTo>
                  <a:lnTo>
                    <a:pt x="1674" y="147"/>
                  </a:lnTo>
                  <a:lnTo>
                    <a:pt x="1465" y="42"/>
                  </a:lnTo>
                  <a:lnTo>
                    <a:pt x="1360" y="42"/>
                  </a:lnTo>
                  <a:lnTo>
                    <a:pt x="1276" y="126"/>
                  </a:lnTo>
                  <a:lnTo>
                    <a:pt x="1151" y="126"/>
                  </a:lnTo>
                  <a:lnTo>
                    <a:pt x="1172" y="147"/>
                  </a:lnTo>
                  <a:lnTo>
                    <a:pt x="1130" y="272"/>
                  </a:lnTo>
                  <a:lnTo>
                    <a:pt x="962" y="314"/>
                  </a:lnTo>
                  <a:lnTo>
                    <a:pt x="858" y="544"/>
                  </a:lnTo>
                  <a:lnTo>
                    <a:pt x="732" y="879"/>
                  </a:lnTo>
                  <a:lnTo>
                    <a:pt x="523" y="1193"/>
                  </a:lnTo>
                  <a:lnTo>
                    <a:pt x="544" y="1297"/>
                  </a:lnTo>
                  <a:lnTo>
                    <a:pt x="439" y="1402"/>
                  </a:lnTo>
                  <a:lnTo>
                    <a:pt x="293" y="1381"/>
                  </a:lnTo>
                  <a:lnTo>
                    <a:pt x="230" y="1486"/>
                  </a:lnTo>
                  <a:lnTo>
                    <a:pt x="126" y="1507"/>
                  </a:lnTo>
                  <a:lnTo>
                    <a:pt x="0" y="1632"/>
                  </a:lnTo>
                  <a:lnTo>
                    <a:pt x="126" y="1674"/>
                  </a:lnTo>
                  <a:lnTo>
                    <a:pt x="146" y="1737"/>
                  </a:lnTo>
                  <a:lnTo>
                    <a:pt x="335" y="1946"/>
                  </a:lnTo>
                  <a:lnTo>
                    <a:pt x="356" y="2051"/>
                  </a:lnTo>
                  <a:lnTo>
                    <a:pt x="523" y="2134"/>
                  </a:lnTo>
                  <a:lnTo>
                    <a:pt x="670" y="2260"/>
                  </a:lnTo>
                  <a:lnTo>
                    <a:pt x="607" y="2406"/>
                  </a:lnTo>
                  <a:lnTo>
                    <a:pt x="628" y="2448"/>
                  </a:lnTo>
                  <a:lnTo>
                    <a:pt x="837" y="2532"/>
                  </a:lnTo>
                  <a:lnTo>
                    <a:pt x="879" y="2616"/>
                  </a:lnTo>
                  <a:lnTo>
                    <a:pt x="983" y="2574"/>
                  </a:lnTo>
                  <a:lnTo>
                    <a:pt x="1088" y="2657"/>
                  </a:lnTo>
                  <a:lnTo>
                    <a:pt x="1172" y="2532"/>
                  </a:lnTo>
                  <a:lnTo>
                    <a:pt x="1381" y="2553"/>
                  </a:lnTo>
                  <a:lnTo>
                    <a:pt x="1276" y="2678"/>
                  </a:lnTo>
                  <a:lnTo>
                    <a:pt x="1297" y="2762"/>
                  </a:lnTo>
                  <a:lnTo>
                    <a:pt x="1339" y="2888"/>
                  </a:lnTo>
                  <a:lnTo>
                    <a:pt x="1486" y="2888"/>
                  </a:lnTo>
                  <a:lnTo>
                    <a:pt x="1569" y="2971"/>
                  </a:lnTo>
                  <a:lnTo>
                    <a:pt x="1569" y="3055"/>
                  </a:lnTo>
                  <a:lnTo>
                    <a:pt x="1507" y="3097"/>
                  </a:lnTo>
                  <a:lnTo>
                    <a:pt x="1590" y="3201"/>
                  </a:lnTo>
                  <a:lnTo>
                    <a:pt x="1716" y="3139"/>
                  </a:lnTo>
                  <a:lnTo>
                    <a:pt x="1883" y="3139"/>
                  </a:lnTo>
                  <a:lnTo>
                    <a:pt x="1925" y="3201"/>
                  </a:lnTo>
                  <a:lnTo>
                    <a:pt x="1988" y="3180"/>
                  </a:lnTo>
                  <a:lnTo>
                    <a:pt x="2197" y="3264"/>
                  </a:lnTo>
                  <a:lnTo>
                    <a:pt x="2343" y="3180"/>
                  </a:lnTo>
                  <a:lnTo>
                    <a:pt x="2490" y="3201"/>
                  </a:lnTo>
                  <a:lnTo>
                    <a:pt x="2553" y="3160"/>
                  </a:lnTo>
                  <a:lnTo>
                    <a:pt x="2699" y="3201"/>
                  </a:lnTo>
                  <a:lnTo>
                    <a:pt x="2804" y="3201"/>
                  </a:lnTo>
                  <a:lnTo>
                    <a:pt x="3013" y="3243"/>
                  </a:lnTo>
                  <a:lnTo>
                    <a:pt x="3076" y="3180"/>
                  </a:lnTo>
                  <a:lnTo>
                    <a:pt x="3222" y="3139"/>
                  </a:lnTo>
                  <a:lnTo>
                    <a:pt x="3264" y="3055"/>
                  </a:lnTo>
                  <a:lnTo>
                    <a:pt x="3599" y="2888"/>
                  </a:lnTo>
                  <a:lnTo>
                    <a:pt x="3766" y="2867"/>
                  </a:lnTo>
                  <a:lnTo>
                    <a:pt x="3955" y="2888"/>
                  </a:lnTo>
                  <a:lnTo>
                    <a:pt x="4122" y="2971"/>
                  </a:lnTo>
                  <a:lnTo>
                    <a:pt x="4185" y="3034"/>
                  </a:lnTo>
                  <a:lnTo>
                    <a:pt x="4289" y="2992"/>
                  </a:lnTo>
                  <a:lnTo>
                    <a:pt x="4436" y="3055"/>
                  </a:lnTo>
                  <a:lnTo>
                    <a:pt x="4478" y="3139"/>
                  </a:lnTo>
                  <a:lnTo>
                    <a:pt x="4603" y="3139"/>
                  </a:lnTo>
                  <a:lnTo>
                    <a:pt x="4582" y="2992"/>
                  </a:lnTo>
                  <a:lnTo>
                    <a:pt x="4624" y="2888"/>
                  </a:lnTo>
                  <a:lnTo>
                    <a:pt x="4624" y="2720"/>
                  </a:lnTo>
                  <a:lnTo>
                    <a:pt x="4603" y="2636"/>
                  </a:lnTo>
                  <a:lnTo>
                    <a:pt x="4645" y="2553"/>
                  </a:lnTo>
                  <a:lnTo>
                    <a:pt x="4708" y="2427"/>
                  </a:lnTo>
                  <a:lnTo>
                    <a:pt x="4896" y="2427"/>
                  </a:lnTo>
                  <a:lnTo>
                    <a:pt x="5022" y="2406"/>
                  </a:lnTo>
                  <a:lnTo>
                    <a:pt x="5105" y="2239"/>
                  </a:lnTo>
                  <a:lnTo>
                    <a:pt x="5105" y="2155"/>
                  </a:lnTo>
                  <a:lnTo>
                    <a:pt x="5043" y="2113"/>
                  </a:lnTo>
                  <a:lnTo>
                    <a:pt x="5105" y="2051"/>
                  </a:lnTo>
                  <a:lnTo>
                    <a:pt x="5001" y="1988"/>
                  </a:lnTo>
                  <a:lnTo>
                    <a:pt x="4812" y="1988"/>
                  </a:lnTo>
                  <a:lnTo>
                    <a:pt x="4729" y="2051"/>
                  </a:lnTo>
                  <a:lnTo>
                    <a:pt x="4520" y="2051"/>
                  </a:lnTo>
                  <a:lnTo>
                    <a:pt x="4373" y="2009"/>
                  </a:lnTo>
                  <a:lnTo>
                    <a:pt x="4268" y="1841"/>
                  </a:lnTo>
                  <a:lnTo>
                    <a:pt x="4185" y="1695"/>
                  </a:lnTo>
                  <a:lnTo>
                    <a:pt x="4206" y="1151"/>
                  </a:lnTo>
                  <a:lnTo>
                    <a:pt x="4101" y="983"/>
                  </a:lnTo>
                  <a:lnTo>
                    <a:pt x="4080" y="837"/>
                  </a:lnTo>
                  <a:lnTo>
                    <a:pt x="3766" y="565"/>
                  </a:lnTo>
                  <a:lnTo>
                    <a:pt x="3745" y="460"/>
                  </a:lnTo>
                  <a:lnTo>
                    <a:pt x="3494" y="251"/>
                  </a:lnTo>
                  <a:lnTo>
                    <a:pt x="3431" y="0"/>
                  </a:lnTo>
                  <a:close/>
                </a:path>
              </a:pathLst>
            </a:custGeom>
            <a:solidFill>
              <a:srgbClr val="5F7D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019" name="Google Shape;6019;p36"/>
            <p:cNvSpPr/>
            <p:nvPr/>
          </p:nvSpPr>
          <p:spPr>
            <a:xfrm>
              <a:off x="3889355" y="2831954"/>
              <a:ext cx="39878" cy="24041"/>
            </a:xfrm>
            <a:custGeom>
              <a:rect b="b" l="l" r="r" t="t"/>
              <a:pathLst>
                <a:path extrusionOk="0" h="2114" w="3349">
                  <a:moveTo>
                    <a:pt x="2490" y="1"/>
                  </a:moveTo>
                  <a:lnTo>
                    <a:pt x="2323" y="22"/>
                  </a:lnTo>
                  <a:lnTo>
                    <a:pt x="1988" y="189"/>
                  </a:lnTo>
                  <a:lnTo>
                    <a:pt x="1946" y="273"/>
                  </a:lnTo>
                  <a:lnTo>
                    <a:pt x="1800" y="314"/>
                  </a:lnTo>
                  <a:lnTo>
                    <a:pt x="1737" y="377"/>
                  </a:lnTo>
                  <a:lnTo>
                    <a:pt x="1528" y="335"/>
                  </a:lnTo>
                  <a:lnTo>
                    <a:pt x="1423" y="335"/>
                  </a:lnTo>
                  <a:lnTo>
                    <a:pt x="1277" y="294"/>
                  </a:lnTo>
                  <a:lnTo>
                    <a:pt x="1214" y="335"/>
                  </a:lnTo>
                  <a:lnTo>
                    <a:pt x="1067" y="314"/>
                  </a:lnTo>
                  <a:lnTo>
                    <a:pt x="921" y="398"/>
                  </a:lnTo>
                  <a:lnTo>
                    <a:pt x="712" y="314"/>
                  </a:lnTo>
                  <a:lnTo>
                    <a:pt x="649" y="335"/>
                  </a:lnTo>
                  <a:lnTo>
                    <a:pt x="607" y="273"/>
                  </a:lnTo>
                  <a:lnTo>
                    <a:pt x="440" y="273"/>
                  </a:lnTo>
                  <a:lnTo>
                    <a:pt x="314" y="335"/>
                  </a:lnTo>
                  <a:lnTo>
                    <a:pt x="231" y="231"/>
                  </a:lnTo>
                  <a:lnTo>
                    <a:pt x="293" y="189"/>
                  </a:lnTo>
                  <a:lnTo>
                    <a:pt x="293" y="105"/>
                  </a:lnTo>
                  <a:lnTo>
                    <a:pt x="210" y="22"/>
                  </a:lnTo>
                  <a:lnTo>
                    <a:pt x="63" y="22"/>
                  </a:lnTo>
                  <a:lnTo>
                    <a:pt x="84" y="126"/>
                  </a:lnTo>
                  <a:lnTo>
                    <a:pt x="0" y="210"/>
                  </a:lnTo>
                  <a:lnTo>
                    <a:pt x="63" y="440"/>
                  </a:lnTo>
                  <a:lnTo>
                    <a:pt x="231" y="628"/>
                  </a:lnTo>
                  <a:lnTo>
                    <a:pt x="314" y="754"/>
                  </a:lnTo>
                  <a:lnTo>
                    <a:pt x="272" y="900"/>
                  </a:lnTo>
                  <a:lnTo>
                    <a:pt x="63" y="1068"/>
                  </a:lnTo>
                  <a:lnTo>
                    <a:pt x="84" y="1172"/>
                  </a:lnTo>
                  <a:lnTo>
                    <a:pt x="168" y="1277"/>
                  </a:lnTo>
                  <a:lnTo>
                    <a:pt x="105" y="1382"/>
                  </a:lnTo>
                  <a:lnTo>
                    <a:pt x="335" y="1570"/>
                  </a:lnTo>
                  <a:lnTo>
                    <a:pt x="503" y="1842"/>
                  </a:lnTo>
                  <a:lnTo>
                    <a:pt x="523" y="1988"/>
                  </a:lnTo>
                  <a:lnTo>
                    <a:pt x="523" y="2093"/>
                  </a:lnTo>
                  <a:lnTo>
                    <a:pt x="607" y="2114"/>
                  </a:lnTo>
                  <a:lnTo>
                    <a:pt x="795" y="2114"/>
                  </a:lnTo>
                  <a:lnTo>
                    <a:pt x="942" y="2093"/>
                  </a:lnTo>
                  <a:lnTo>
                    <a:pt x="1026" y="1988"/>
                  </a:lnTo>
                  <a:lnTo>
                    <a:pt x="1172" y="2009"/>
                  </a:lnTo>
                  <a:lnTo>
                    <a:pt x="1319" y="2009"/>
                  </a:lnTo>
                  <a:lnTo>
                    <a:pt x="1339" y="2114"/>
                  </a:lnTo>
                  <a:lnTo>
                    <a:pt x="1444" y="2114"/>
                  </a:lnTo>
                  <a:lnTo>
                    <a:pt x="1528" y="2051"/>
                  </a:lnTo>
                  <a:lnTo>
                    <a:pt x="1653" y="2051"/>
                  </a:lnTo>
                  <a:lnTo>
                    <a:pt x="1737" y="2114"/>
                  </a:lnTo>
                  <a:lnTo>
                    <a:pt x="1863" y="2072"/>
                  </a:lnTo>
                  <a:lnTo>
                    <a:pt x="2093" y="2072"/>
                  </a:lnTo>
                  <a:lnTo>
                    <a:pt x="2176" y="2009"/>
                  </a:lnTo>
                  <a:lnTo>
                    <a:pt x="2114" y="1905"/>
                  </a:lnTo>
                  <a:lnTo>
                    <a:pt x="2114" y="1779"/>
                  </a:lnTo>
                  <a:lnTo>
                    <a:pt x="2281" y="1675"/>
                  </a:lnTo>
                  <a:lnTo>
                    <a:pt x="2323" y="1675"/>
                  </a:lnTo>
                  <a:lnTo>
                    <a:pt x="2427" y="1570"/>
                  </a:lnTo>
                  <a:lnTo>
                    <a:pt x="2511" y="1570"/>
                  </a:lnTo>
                  <a:lnTo>
                    <a:pt x="2595" y="1486"/>
                  </a:lnTo>
                  <a:lnTo>
                    <a:pt x="2741" y="1486"/>
                  </a:lnTo>
                  <a:lnTo>
                    <a:pt x="2909" y="1633"/>
                  </a:lnTo>
                  <a:lnTo>
                    <a:pt x="3013" y="1549"/>
                  </a:lnTo>
                  <a:lnTo>
                    <a:pt x="3118" y="1570"/>
                  </a:lnTo>
                  <a:lnTo>
                    <a:pt x="3034" y="1444"/>
                  </a:lnTo>
                  <a:lnTo>
                    <a:pt x="2930" y="1256"/>
                  </a:lnTo>
                  <a:lnTo>
                    <a:pt x="2825" y="1256"/>
                  </a:lnTo>
                  <a:lnTo>
                    <a:pt x="2804" y="1172"/>
                  </a:lnTo>
                  <a:lnTo>
                    <a:pt x="2951" y="1068"/>
                  </a:lnTo>
                  <a:lnTo>
                    <a:pt x="3013" y="942"/>
                  </a:lnTo>
                  <a:lnTo>
                    <a:pt x="2992" y="712"/>
                  </a:lnTo>
                  <a:lnTo>
                    <a:pt x="3139" y="545"/>
                  </a:lnTo>
                  <a:lnTo>
                    <a:pt x="3244" y="586"/>
                  </a:lnTo>
                  <a:lnTo>
                    <a:pt x="3327" y="503"/>
                  </a:lnTo>
                  <a:lnTo>
                    <a:pt x="3348" y="294"/>
                  </a:lnTo>
                  <a:lnTo>
                    <a:pt x="3327" y="273"/>
                  </a:lnTo>
                  <a:lnTo>
                    <a:pt x="3202" y="273"/>
                  </a:lnTo>
                  <a:lnTo>
                    <a:pt x="3160" y="189"/>
                  </a:lnTo>
                  <a:lnTo>
                    <a:pt x="3013" y="126"/>
                  </a:lnTo>
                  <a:lnTo>
                    <a:pt x="2909" y="168"/>
                  </a:lnTo>
                  <a:lnTo>
                    <a:pt x="2846" y="105"/>
                  </a:lnTo>
                  <a:lnTo>
                    <a:pt x="2679" y="22"/>
                  </a:lnTo>
                  <a:lnTo>
                    <a:pt x="2490" y="1"/>
                  </a:lnTo>
                  <a:close/>
                </a:path>
              </a:pathLst>
            </a:custGeom>
            <a:solidFill>
              <a:srgbClr val="5F7D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nvGrpSpPr>
            <p:cNvPr id="6020" name="Google Shape;6020;p36"/>
            <p:cNvGrpSpPr/>
            <p:nvPr/>
          </p:nvGrpSpPr>
          <p:grpSpPr>
            <a:xfrm>
              <a:off x="3831056" y="2816010"/>
              <a:ext cx="37378" cy="27612"/>
              <a:chOff x="3866750" y="2520350"/>
              <a:chExt cx="78475" cy="60700"/>
            </a:xfrm>
          </p:grpSpPr>
          <p:sp>
            <p:nvSpPr>
              <p:cNvPr id="6021" name="Google Shape;6021;p36"/>
              <p:cNvSpPr/>
              <p:nvPr/>
            </p:nvSpPr>
            <p:spPr>
              <a:xfrm>
                <a:off x="3877200" y="2546500"/>
                <a:ext cx="4725" cy="6300"/>
              </a:xfrm>
              <a:custGeom>
                <a:rect b="b" l="l" r="r" t="t"/>
                <a:pathLst>
                  <a:path extrusionOk="0" h="252" w="189">
                    <a:moveTo>
                      <a:pt x="1" y="1"/>
                    </a:moveTo>
                    <a:lnTo>
                      <a:pt x="84" y="126"/>
                    </a:lnTo>
                    <a:lnTo>
                      <a:pt x="63" y="147"/>
                    </a:lnTo>
                    <a:lnTo>
                      <a:pt x="168" y="252"/>
                    </a:lnTo>
                    <a:lnTo>
                      <a:pt x="189" y="252"/>
                    </a:lnTo>
                    <a:lnTo>
                      <a:pt x="168" y="106"/>
                    </a:lnTo>
                    <a:lnTo>
                      <a:pt x="1" y="1"/>
                    </a:lnTo>
                    <a:close/>
                  </a:path>
                </a:pathLst>
              </a:custGeom>
              <a:solidFill>
                <a:srgbClr val="5F7D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022" name="Google Shape;6022;p36"/>
              <p:cNvSpPr/>
              <p:nvPr/>
            </p:nvSpPr>
            <p:spPr>
              <a:xfrm>
                <a:off x="3882425" y="2554350"/>
                <a:ext cx="2650" cy="3175"/>
              </a:xfrm>
              <a:custGeom>
                <a:rect b="b" l="l" r="r" t="t"/>
                <a:pathLst>
                  <a:path extrusionOk="0" h="127" w="106">
                    <a:moveTo>
                      <a:pt x="1" y="1"/>
                    </a:moveTo>
                    <a:lnTo>
                      <a:pt x="106" y="126"/>
                    </a:lnTo>
                    <a:lnTo>
                      <a:pt x="85" y="43"/>
                    </a:lnTo>
                    <a:lnTo>
                      <a:pt x="1" y="1"/>
                    </a:lnTo>
                    <a:close/>
                  </a:path>
                </a:pathLst>
              </a:custGeom>
              <a:solidFill>
                <a:srgbClr val="5F7D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023" name="Google Shape;6023;p36"/>
              <p:cNvSpPr/>
              <p:nvPr/>
            </p:nvSpPr>
            <p:spPr>
              <a:xfrm>
                <a:off x="3866750" y="2520350"/>
                <a:ext cx="78475" cy="60700"/>
              </a:xfrm>
              <a:custGeom>
                <a:rect b="b" l="l" r="r" t="t"/>
                <a:pathLst>
                  <a:path extrusionOk="0" h="2428" w="3139">
                    <a:moveTo>
                      <a:pt x="1653" y="1"/>
                    </a:moveTo>
                    <a:lnTo>
                      <a:pt x="1653" y="22"/>
                    </a:lnTo>
                    <a:lnTo>
                      <a:pt x="1402" y="22"/>
                    </a:lnTo>
                    <a:lnTo>
                      <a:pt x="1046" y="210"/>
                    </a:lnTo>
                    <a:lnTo>
                      <a:pt x="1025" y="356"/>
                    </a:lnTo>
                    <a:lnTo>
                      <a:pt x="837" y="440"/>
                    </a:lnTo>
                    <a:lnTo>
                      <a:pt x="816" y="649"/>
                    </a:lnTo>
                    <a:lnTo>
                      <a:pt x="691" y="649"/>
                    </a:lnTo>
                    <a:lnTo>
                      <a:pt x="481" y="545"/>
                    </a:lnTo>
                    <a:lnTo>
                      <a:pt x="356" y="587"/>
                    </a:lnTo>
                    <a:lnTo>
                      <a:pt x="209" y="691"/>
                    </a:lnTo>
                    <a:lnTo>
                      <a:pt x="0" y="691"/>
                    </a:lnTo>
                    <a:lnTo>
                      <a:pt x="0" y="733"/>
                    </a:lnTo>
                    <a:lnTo>
                      <a:pt x="42" y="942"/>
                    </a:lnTo>
                    <a:lnTo>
                      <a:pt x="168" y="1068"/>
                    </a:lnTo>
                    <a:lnTo>
                      <a:pt x="168" y="1110"/>
                    </a:lnTo>
                    <a:lnTo>
                      <a:pt x="209" y="1152"/>
                    </a:lnTo>
                    <a:lnTo>
                      <a:pt x="356" y="942"/>
                    </a:lnTo>
                    <a:lnTo>
                      <a:pt x="377" y="796"/>
                    </a:lnTo>
                    <a:lnTo>
                      <a:pt x="461" y="691"/>
                    </a:lnTo>
                    <a:lnTo>
                      <a:pt x="607" y="691"/>
                    </a:lnTo>
                    <a:lnTo>
                      <a:pt x="628" y="796"/>
                    </a:lnTo>
                    <a:lnTo>
                      <a:pt x="733" y="900"/>
                    </a:lnTo>
                    <a:lnTo>
                      <a:pt x="774" y="1068"/>
                    </a:lnTo>
                    <a:lnTo>
                      <a:pt x="879" y="1256"/>
                    </a:lnTo>
                    <a:lnTo>
                      <a:pt x="1025" y="1403"/>
                    </a:lnTo>
                    <a:lnTo>
                      <a:pt x="1088" y="1403"/>
                    </a:lnTo>
                    <a:lnTo>
                      <a:pt x="1193" y="1507"/>
                    </a:lnTo>
                    <a:lnTo>
                      <a:pt x="1088" y="1486"/>
                    </a:lnTo>
                    <a:lnTo>
                      <a:pt x="1005" y="1507"/>
                    </a:lnTo>
                    <a:lnTo>
                      <a:pt x="942" y="1591"/>
                    </a:lnTo>
                    <a:lnTo>
                      <a:pt x="1005" y="1696"/>
                    </a:lnTo>
                    <a:lnTo>
                      <a:pt x="1130" y="1696"/>
                    </a:lnTo>
                    <a:lnTo>
                      <a:pt x="1256" y="1821"/>
                    </a:lnTo>
                    <a:lnTo>
                      <a:pt x="1360" y="1842"/>
                    </a:lnTo>
                    <a:lnTo>
                      <a:pt x="1423" y="1947"/>
                    </a:lnTo>
                    <a:lnTo>
                      <a:pt x="1465" y="2030"/>
                    </a:lnTo>
                    <a:lnTo>
                      <a:pt x="1611" y="2009"/>
                    </a:lnTo>
                    <a:lnTo>
                      <a:pt x="1862" y="2030"/>
                    </a:lnTo>
                    <a:lnTo>
                      <a:pt x="1988" y="2093"/>
                    </a:lnTo>
                    <a:lnTo>
                      <a:pt x="2281" y="2365"/>
                    </a:lnTo>
                    <a:lnTo>
                      <a:pt x="2197" y="2407"/>
                    </a:lnTo>
                    <a:lnTo>
                      <a:pt x="2072" y="2323"/>
                    </a:lnTo>
                    <a:lnTo>
                      <a:pt x="2155" y="2407"/>
                    </a:lnTo>
                    <a:lnTo>
                      <a:pt x="2260" y="2428"/>
                    </a:lnTo>
                    <a:lnTo>
                      <a:pt x="2302" y="2344"/>
                    </a:lnTo>
                    <a:lnTo>
                      <a:pt x="1925" y="1884"/>
                    </a:lnTo>
                    <a:lnTo>
                      <a:pt x="1444" y="1486"/>
                    </a:lnTo>
                    <a:lnTo>
                      <a:pt x="1423" y="1403"/>
                    </a:lnTo>
                    <a:lnTo>
                      <a:pt x="1465" y="1382"/>
                    </a:lnTo>
                    <a:lnTo>
                      <a:pt x="1402" y="1277"/>
                    </a:lnTo>
                    <a:lnTo>
                      <a:pt x="1360" y="1172"/>
                    </a:lnTo>
                    <a:lnTo>
                      <a:pt x="1235" y="1047"/>
                    </a:lnTo>
                    <a:lnTo>
                      <a:pt x="1193" y="1047"/>
                    </a:lnTo>
                    <a:lnTo>
                      <a:pt x="1151" y="963"/>
                    </a:lnTo>
                    <a:lnTo>
                      <a:pt x="1214" y="900"/>
                    </a:lnTo>
                    <a:lnTo>
                      <a:pt x="1214" y="775"/>
                    </a:lnTo>
                    <a:lnTo>
                      <a:pt x="1256" y="733"/>
                    </a:lnTo>
                    <a:lnTo>
                      <a:pt x="1402" y="838"/>
                    </a:lnTo>
                    <a:lnTo>
                      <a:pt x="1444" y="900"/>
                    </a:lnTo>
                    <a:lnTo>
                      <a:pt x="1528" y="880"/>
                    </a:lnTo>
                    <a:lnTo>
                      <a:pt x="1528" y="796"/>
                    </a:lnTo>
                    <a:lnTo>
                      <a:pt x="1632" y="775"/>
                    </a:lnTo>
                    <a:lnTo>
                      <a:pt x="1716" y="796"/>
                    </a:lnTo>
                    <a:lnTo>
                      <a:pt x="1758" y="733"/>
                    </a:lnTo>
                    <a:lnTo>
                      <a:pt x="1841" y="775"/>
                    </a:lnTo>
                    <a:lnTo>
                      <a:pt x="1883" y="733"/>
                    </a:lnTo>
                    <a:lnTo>
                      <a:pt x="1988" y="754"/>
                    </a:lnTo>
                    <a:lnTo>
                      <a:pt x="2051" y="859"/>
                    </a:lnTo>
                    <a:lnTo>
                      <a:pt x="2093" y="796"/>
                    </a:lnTo>
                    <a:lnTo>
                      <a:pt x="2239" y="859"/>
                    </a:lnTo>
                    <a:lnTo>
                      <a:pt x="2344" y="796"/>
                    </a:lnTo>
                    <a:lnTo>
                      <a:pt x="2365" y="859"/>
                    </a:lnTo>
                    <a:lnTo>
                      <a:pt x="2490" y="838"/>
                    </a:lnTo>
                    <a:lnTo>
                      <a:pt x="2616" y="880"/>
                    </a:lnTo>
                    <a:lnTo>
                      <a:pt x="2699" y="859"/>
                    </a:lnTo>
                    <a:lnTo>
                      <a:pt x="2804" y="963"/>
                    </a:lnTo>
                    <a:lnTo>
                      <a:pt x="2971" y="963"/>
                    </a:lnTo>
                    <a:lnTo>
                      <a:pt x="2992" y="984"/>
                    </a:lnTo>
                    <a:lnTo>
                      <a:pt x="2971" y="880"/>
                    </a:lnTo>
                    <a:lnTo>
                      <a:pt x="3097" y="859"/>
                    </a:lnTo>
                    <a:lnTo>
                      <a:pt x="3139" y="859"/>
                    </a:lnTo>
                    <a:lnTo>
                      <a:pt x="3139" y="796"/>
                    </a:lnTo>
                    <a:lnTo>
                      <a:pt x="3034" y="775"/>
                    </a:lnTo>
                    <a:lnTo>
                      <a:pt x="2971" y="733"/>
                    </a:lnTo>
                    <a:lnTo>
                      <a:pt x="2930" y="566"/>
                    </a:lnTo>
                    <a:lnTo>
                      <a:pt x="2888" y="419"/>
                    </a:lnTo>
                    <a:lnTo>
                      <a:pt x="2804" y="356"/>
                    </a:lnTo>
                    <a:lnTo>
                      <a:pt x="2699" y="482"/>
                    </a:lnTo>
                    <a:lnTo>
                      <a:pt x="2490" y="419"/>
                    </a:lnTo>
                    <a:lnTo>
                      <a:pt x="2197" y="356"/>
                    </a:lnTo>
                    <a:lnTo>
                      <a:pt x="2093" y="273"/>
                    </a:lnTo>
                    <a:lnTo>
                      <a:pt x="1988" y="231"/>
                    </a:lnTo>
                    <a:lnTo>
                      <a:pt x="1737" y="22"/>
                    </a:lnTo>
                    <a:lnTo>
                      <a:pt x="1653" y="1"/>
                    </a:lnTo>
                    <a:close/>
                  </a:path>
                </a:pathLst>
              </a:custGeom>
              <a:solidFill>
                <a:srgbClr val="5F7D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024" name="Google Shape;6024;p36"/>
              <p:cNvSpPr/>
              <p:nvPr/>
            </p:nvSpPr>
            <p:spPr>
              <a:xfrm>
                <a:off x="3886100" y="2558550"/>
                <a:ext cx="3675" cy="5250"/>
              </a:xfrm>
              <a:custGeom>
                <a:rect b="b" l="l" r="r" t="t"/>
                <a:pathLst>
                  <a:path extrusionOk="0" h="210" w="147">
                    <a:moveTo>
                      <a:pt x="0" y="0"/>
                    </a:moveTo>
                    <a:lnTo>
                      <a:pt x="147" y="209"/>
                    </a:lnTo>
                    <a:lnTo>
                      <a:pt x="126" y="105"/>
                    </a:lnTo>
                    <a:lnTo>
                      <a:pt x="0" y="0"/>
                    </a:lnTo>
                    <a:close/>
                  </a:path>
                </a:pathLst>
              </a:custGeom>
              <a:solidFill>
                <a:srgbClr val="5F7D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6025" name="Google Shape;6025;p36"/>
            <p:cNvSpPr/>
            <p:nvPr/>
          </p:nvSpPr>
          <p:spPr>
            <a:xfrm>
              <a:off x="3799155" y="2842190"/>
              <a:ext cx="6990" cy="13340"/>
            </a:xfrm>
            <a:custGeom>
              <a:rect b="b" l="l" r="r" t="t"/>
              <a:pathLst>
                <a:path extrusionOk="0" h="1173" w="587">
                  <a:moveTo>
                    <a:pt x="461" y="0"/>
                  </a:moveTo>
                  <a:lnTo>
                    <a:pt x="440" y="105"/>
                  </a:lnTo>
                  <a:lnTo>
                    <a:pt x="482" y="147"/>
                  </a:lnTo>
                  <a:lnTo>
                    <a:pt x="461" y="251"/>
                  </a:lnTo>
                  <a:lnTo>
                    <a:pt x="419" y="251"/>
                  </a:lnTo>
                  <a:lnTo>
                    <a:pt x="357" y="210"/>
                  </a:lnTo>
                  <a:lnTo>
                    <a:pt x="273" y="251"/>
                  </a:lnTo>
                  <a:lnTo>
                    <a:pt x="106" y="335"/>
                  </a:lnTo>
                  <a:lnTo>
                    <a:pt x="22" y="461"/>
                  </a:lnTo>
                  <a:lnTo>
                    <a:pt x="106" y="523"/>
                  </a:lnTo>
                  <a:lnTo>
                    <a:pt x="64" y="565"/>
                  </a:lnTo>
                  <a:lnTo>
                    <a:pt x="1" y="565"/>
                  </a:lnTo>
                  <a:lnTo>
                    <a:pt x="22" y="649"/>
                  </a:lnTo>
                  <a:lnTo>
                    <a:pt x="106" y="691"/>
                  </a:lnTo>
                  <a:lnTo>
                    <a:pt x="106" y="754"/>
                  </a:lnTo>
                  <a:lnTo>
                    <a:pt x="64" y="775"/>
                  </a:lnTo>
                  <a:lnTo>
                    <a:pt x="106" y="837"/>
                  </a:lnTo>
                  <a:lnTo>
                    <a:pt x="168" y="879"/>
                  </a:lnTo>
                  <a:lnTo>
                    <a:pt x="168" y="963"/>
                  </a:lnTo>
                  <a:lnTo>
                    <a:pt x="210" y="963"/>
                  </a:lnTo>
                  <a:lnTo>
                    <a:pt x="252" y="1005"/>
                  </a:lnTo>
                  <a:lnTo>
                    <a:pt x="210" y="984"/>
                  </a:lnTo>
                  <a:lnTo>
                    <a:pt x="147" y="1067"/>
                  </a:lnTo>
                  <a:lnTo>
                    <a:pt x="210" y="1109"/>
                  </a:lnTo>
                  <a:lnTo>
                    <a:pt x="357" y="1172"/>
                  </a:lnTo>
                  <a:lnTo>
                    <a:pt x="461" y="1109"/>
                  </a:lnTo>
                  <a:lnTo>
                    <a:pt x="545" y="942"/>
                  </a:lnTo>
                  <a:lnTo>
                    <a:pt x="545" y="795"/>
                  </a:lnTo>
                  <a:lnTo>
                    <a:pt x="587" y="544"/>
                  </a:lnTo>
                  <a:lnTo>
                    <a:pt x="545" y="314"/>
                  </a:lnTo>
                  <a:lnTo>
                    <a:pt x="545" y="147"/>
                  </a:lnTo>
                  <a:lnTo>
                    <a:pt x="524" y="0"/>
                  </a:lnTo>
                  <a:close/>
                </a:path>
              </a:pathLst>
            </a:custGeom>
            <a:solidFill>
              <a:srgbClr val="5F7D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026" name="Google Shape;6026;p36"/>
            <p:cNvSpPr/>
            <p:nvPr/>
          </p:nvSpPr>
          <p:spPr>
            <a:xfrm>
              <a:off x="3688535" y="2836242"/>
              <a:ext cx="76506" cy="61161"/>
            </a:xfrm>
            <a:custGeom>
              <a:rect b="b" l="l" r="r" t="t"/>
              <a:pathLst>
                <a:path extrusionOk="0" h="5378" w="6425">
                  <a:moveTo>
                    <a:pt x="817" y="0"/>
                  </a:moveTo>
                  <a:lnTo>
                    <a:pt x="733" y="42"/>
                  </a:lnTo>
                  <a:lnTo>
                    <a:pt x="712" y="21"/>
                  </a:lnTo>
                  <a:lnTo>
                    <a:pt x="503" y="126"/>
                  </a:lnTo>
                  <a:lnTo>
                    <a:pt x="524" y="209"/>
                  </a:lnTo>
                  <a:lnTo>
                    <a:pt x="608" y="251"/>
                  </a:lnTo>
                  <a:lnTo>
                    <a:pt x="524" y="335"/>
                  </a:lnTo>
                  <a:lnTo>
                    <a:pt x="336" y="356"/>
                  </a:lnTo>
                  <a:lnTo>
                    <a:pt x="252" y="335"/>
                  </a:lnTo>
                  <a:lnTo>
                    <a:pt x="43" y="419"/>
                  </a:lnTo>
                  <a:lnTo>
                    <a:pt x="1" y="544"/>
                  </a:lnTo>
                  <a:lnTo>
                    <a:pt x="43" y="670"/>
                  </a:lnTo>
                  <a:lnTo>
                    <a:pt x="126" y="649"/>
                  </a:lnTo>
                  <a:lnTo>
                    <a:pt x="126" y="691"/>
                  </a:lnTo>
                  <a:lnTo>
                    <a:pt x="189" y="733"/>
                  </a:lnTo>
                  <a:lnTo>
                    <a:pt x="147" y="879"/>
                  </a:lnTo>
                  <a:lnTo>
                    <a:pt x="210" y="900"/>
                  </a:lnTo>
                  <a:lnTo>
                    <a:pt x="294" y="837"/>
                  </a:lnTo>
                  <a:lnTo>
                    <a:pt x="252" y="963"/>
                  </a:lnTo>
                  <a:lnTo>
                    <a:pt x="315" y="1005"/>
                  </a:lnTo>
                  <a:lnTo>
                    <a:pt x="252" y="1088"/>
                  </a:lnTo>
                  <a:lnTo>
                    <a:pt x="357" y="1109"/>
                  </a:lnTo>
                  <a:lnTo>
                    <a:pt x="231" y="1256"/>
                  </a:lnTo>
                  <a:lnTo>
                    <a:pt x="231" y="1277"/>
                  </a:lnTo>
                  <a:lnTo>
                    <a:pt x="482" y="1214"/>
                  </a:lnTo>
                  <a:lnTo>
                    <a:pt x="587" y="1256"/>
                  </a:lnTo>
                  <a:lnTo>
                    <a:pt x="566" y="1381"/>
                  </a:lnTo>
                  <a:lnTo>
                    <a:pt x="629" y="1465"/>
                  </a:lnTo>
                  <a:lnTo>
                    <a:pt x="796" y="1360"/>
                  </a:lnTo>
                  <a:lnTo>
                    <a:pt x="1110" y="1423"/>
                  </a:lnTo>
                  <a:lnTo>
                    <a:pt x="1214" y="1318"/>
                  </a:lnTo>
                  <a:lnTo>
                    <a:pt x="1486" y="1360"/>
                  </a:lnTo>
                  <a:lnTo>
                    <a:pt x="1507" y="1486"/>
                  </a:lnTo>
                  <a:lnTo>
                    <a:pt x="1612" y="1632"/>
                  </a:lnTo>
                  <a:lnTo>
                    <a:pt x="1591" y="1737"/>
                  </a:lnTo>
                  <a:lnTo>
                    <a:pt x="1445" y="1737"/>
                  </a:lnTo>
                  <a:lnTo>
                    <a:pt x="1235" y="1946"/>
                  </a:lnTo>
                  <a:lnTo>
                    <a:pt x="1256" y="2114"/>
                  </a:lnTo>
                  <a:lnTo>
                    <a:pt x="1235" y="2469"/>
                  </a:lnTo>
                  <a:lnTo>
                    <a:pt x="1089" y="2616"/>
                  </a:lnTo>
                  <a:lnTo>
                    <a:pt x="1194" y="2720"/>
                  </a:lnTo>
                  <a:lnTo>
                    <a:pt x="1047" y="2930"/>
                  </a:lnTo>
                  <a:lnTo>
                    <a:pt x="942" y="2888"/>
                  </a:lnTo>
                  <a:lnTo>
                    <a:pt x="817" y="2930"/>
                  </a:lnTo>
                  <a:lnTo>
                    <a:pt x="963" y="3202"/>
                  </a:lnTo>
                  <a:lnTo>
                    <a:pt x="1089" y="3285"/>
                  </a:lnTo>
                  <a:lnTo>
                    <a:pt x="1089" y="3515"/>
                  </a:lnTo>
                  <a:lnTo>
                    <a:pt x="922" y="3704"/>
                  </a:lnTo>
                  <a:lnTo>
                    <a:pt x="984" y="3871"/>
                  </a:lnTo>
                  <a:lnTo>
                    <a:pt x="1131" y="3871"/>
                  </a:lnTo>
                  <a:lnTo>
                    <a:pt x="1089" y="3976"/>
                  </a:lnTo>
                  <a:lnTo>
                    <a:pt x="963" y="4080"/>
                  </a:lnTo>
                  <a:lnTo>
                    <a:pt x="838" y="4331"/>
                  </a:lnTo>
                  <a:lnTo>
                    <a:pt x="922" y="4457"/>
                  </a:lnTo>
                  <a:lnTo>
                    <a:pt x="922" y="4603"/>
                  </a:lnTo>
                  <a:lnTo>
                    <a:pt x="1026" y="4624"/>
                  </a:lnTo>
                  <a:lnTo>
                    <a:pt x="1173" y="4645"/>
                  </a:lnTo>
                  <a:lnTo>
                    <a:pt x="1403" y="4875"/>
                  </a:lnTo>
                  <a:lnTo>
                    <a:pt x="1382" y="4917"/>
                  </a:lnTo>
                  <a:lnTo>
                    <a:pt x="1486" y="5168"/>
                  </a:lnTo>
                  <a:lnTo>
                    <a:pt x="1675" y="5357"/>
                  </a:lnTo>
                  <a:lnTo>
                    <a:pt x="1842" y="5378"/>
                  </a:lnTo>
                  <a:lnTo>
                    <a:pt x="2010" y="5273"/>
                  </a:lnTo>
                  <a:lnTo>
                    <a:pt x="2010" y="5168"/>
                  </a:lnTo>
                  <a:lnTo>
                    <a:pt x="2093" y="5085"/>
                  </a:lnTo>
                  <a:lnTo>
                    <a:pt x="2303" y="5064"/>
                  </a:lnTo>
                  <a:lnTo>
                    <a:pt x="2470" y="4875"/>
                  </a:lnTo>
                  <a:lnTo>
                    <a:pt x="2679" y="4855"/>
                  </a:lnTo>
                  <a:lnTo>
                    <a:pt x="2784" y="4813"/>
                  </a:lnTo>
                  <a:lnTo>
                    <a:pt x="3035" y="4875"/>
                  </a:lnTo>
                  <a:lnTo>
                    <a:pt x="3181" y="4917"/>
                  </a:lnTo>
                  <a:lnTo>
                    <a:pt x="3202" y="4855"/>
                  </a:lnTo>
                  <a:lnTo>
                    <a:pt x="3307" y="4855"/>
                  </a:lnTo>
                  <a:lnTo>
                    <a:pt x="3411" y="4938"/>
                  </a:lnTo>
                  <a:lnTo>
                    <a:pt x="3495" y="4855"/>
                  </a:lnTo>
                  <a:lnTo>
                    <a:pt x="3558" y="4750"/>
                  </a:lnTo>
                  <a:lnTo>
                    <a:pt x="3663" y="4855"/>
                  </a:lnTo>
                  <a:lnTo>
                    <a:pt x="3788" y="4917"/>
                  </a:lnTo>
                  <a:lnTo>
                    <a:pt x="3914" y="4708"/>
                  </a:lnTo>
                  <a:lnTo>
                    <a:pt x="3914" y="4603"/>
                  </a:lnTo>
                  <a:lnTo>
                    <a:pt x="4248" y="4436"/>
                  </a:lnTo>
                  <a:lnTo>
                    <a:pt x="4458" y="4436"/>
                  </a:lnTo>
                  <a:lnTo>
                    <a:pt x="4520" y="4352"/>
                  </a:lnTo>
                  <a:lnTo>
                    <a:pt x="4458" y="4311"/>
                  </a:lnTo>
                  <a:lnTo>
                    <a:pt x="4499" y="4143"/>
                  </a:lnTo>
                  <a:lnTo>
                    <a:pt x="4667" y="3892"/>
                  </a:lnTo>
                  <a:lnTo>
                    <a:pt x="4667" y="3766"/>
                  </a:lnTo>
                  <a:lnTo>
                    <a:pt x="4855" y="3704"/>
                  </a:lnTo>
                  <a:lnTo>
                    <a:pt x="4981" y="3578"/>
                  </a:lnTo>
                  <a:lnTo>
                    <a:pt x="4855" y="3390"/>
                  </a:lnTo>
                  <a:lnTo>
                    <a:pt x="4771" y="3348"/>
                  </a:lnTo>
                  <a:lnTo>
                    <a:pt x="4751" y="3243"/>
                  </a:lnTo>
                  <a:lnTo>
                    <a:pt x="4646" y="3076"/>
                  </a:lnTo>
                  <a:lnTo>
                    <a:pt x="4730" y="2992"/>
                  </a:lnTo>
                  <a:lnTo>
                    <a:pt x="4960" y="2637"/>
                  </a:lnTo>
                  <a:lnTo>
                    <a:pt x="5064" y="2574"/>
                  </a:lnTo>
                  <a:lnTo>
                    <a:pt x="5232" y="2302"/>
                  </a:lnTo>
                  <a:lnTo>
                    <a:pt x="5274" y="2323"/>
                  </a:lnTo>
                  <a:lnTo>
                    <a:pt x="5253" y="2344"/>
                  </a:lnTo>
                  <a:lnTo>
                    <a:pt x="5253" y="2365"/>
                  </a:lnTo>
                  <a:lnTo>
                    <a:pt x="5336" y="2323"/>
                  </a:lnTo>
                  <a:lnTo>
                    <a:pt x="5357" y="2197"/>
                  </a:lnTo>
                  <a:lnTo>
                    <a:pt x="5295" y="2134"/>
                  </a:lnTo>
                  <a:lnTo>
                    <a:pt x="5441" y="2051"/>
                  </a:lnTo>
                  <a:lnTo>
                    <a:pt x="5567" y="1946"/>
                  </a:lnTo>
                  <a:lnTo>
                    <a:pt x="5776" y="1946"/>
                  </a:lnTo>
                  <a:lnTo>
                    <a:pt x="5964" y="1883"/>
                  </a:lnTo>
                  <a:lnTo>
                    <a:pt x="6069" y="1737"/>
                  </a:lnTo>
                  <a:lnTo>
                    <a:pt x="6278" y="1611"/>
                  </a:lnTo>
                  <a:lnTo>
                    <a:pt x="6320" y="1507"/>
                  </a:lnTo>
                  <a:lnTo>
                    <a:pt x="6341" y="1381"/>
                  </a:lnTo>
                  <a:lnTo>
                    <a:pt x="6320" y="1193"/>
                  </a:lnTo>
                  <a:lnTo>
                    <a:pt x="6424" y="1151"/>
                  </a:lnTo>
                  <a:lnTo>
                    <a:pt x="6424" y="1088"/>
                  </a:lnTo>
                  <a:lnTo>
                    <a:pt x="6341" y="1067"/>
                  </a:lnTo>
                  <a:lnTo>
                    <a:pt x="6215" y="879"/>
                  </a:lnTo>
                  <a:lnTo>
                    <a:pt x="5964" y="900"/>
                  </a:lnTo>
                  <a:lnTo>
                    <a:pt x="5797" y="837"/>
                  </a:lnTo>
                  <a:lnTo>
                    <a:pt x="5629" y="837"/>
                  </a:lnTo>
                  <a:lnTo>
                    <a:pt x="5525" y="774"/>
                  </a:lnTo>
                  <a:lnTo>
                    <a:pt x="5253" y="774"/>
                  </a:lnTo>
                  <a:lnTo>
                    <a:pt x="5148" y="879"/>
                  </a:lnTo>
                  <a:lnTo>
                    <a:pt x="5064" y="837"/>
                  </a:lnTo>
                  <a:lnTo>
                    <a:pt x="4918" y="837"/>
                  </a:lnTo>
                  <a:lnTo>
                    <a:pt x="4792" y="691"/>
                  </a:lnTo>
                  <a:lnTo>
                    <a:pt x="4688" y="753"/>
                  </a:lnTo>
                  <a:lnTo>
                    <a:pt x="4583" y="649"/>
                  </a:lnTo>
                  <a:lnTo>
                    <a:pt x="4332" y="565"/>
                  </a:lnTo>
                  <a:lnTo>
                    <a:pt x="4186" y="586"/>
                  </a:lnTo>
                  <a:lnTo>
                    <a:pt x="4207" y="523"/>
                  </a:lnTo>
                  <a:lnTo>
                    <a:pt x="4186" y="377"/>
                  </a:lnTo>
                  <a:lnTo>
                    <a:pt x="4102" y="377"/>
                  </a:lnTo>
                  <a:lnTo>
                    <a:pt x="4102" y="356"/>
                  </a:lnTo>
                  <a:lnTo>
                    <a:pt x="3997" y="314"/>
                  </a:lnTo>
                  <a:lnTo>
                    <a:pt x="3955" y="335"/>
                  </a:lnTo>
                  <a:lnTo>
                    <a:pt x="3872" y="335"/>
                  </a:lnTo>
                  <a:lnTo>
                    <a:pt x="3809" y="419"/>
                  </a:lnTo>
                  <a:lnTo>
                    <a:pt x="3495" y="230"/>
                  </a:lnTo>
                  <a:lnTo>
                    <a:pt x="3391" y="230"/>
                  </a:lnTo>
                  <a:lnTo>
                    <a:pt x="3286" y="335"/>
                  </a:lnTo>
                  <a:lnTo>
                    <a:pt x="3077" y="272"/>
                  </a:lnTo>
                  <a:lnTo>
                    <a:pt x="3035" y="168"/>
                  </a:lnTo>
                  <a:lnTo>
                    <a:pt x="2826" y="147"/>
                  </a:lnTo>
                  <a:lnTo>
                    <a:pt x="2533" y="272"/>
                  </a:lnTo>
                  <a:lnTo>
                    <a:pt x="2344" y="230"/>
                  </a:lnTo>
                  <a:lnTo>
                    <a:pt x="1926" y="168"/>
                  </a:lnTo>
                  <a:lnTo>
                    <a:pt x="1779" y="105"/>
                  </a:lnTo>
                  <a:lnTo>
                    <a:pt x="1758" y="42"/>
                  </a:lnTo>
                  <a:lnTo>
                    <a:pt x="1570" y="105"/>
                  </a:lnTo>
                  <a:lnTo>
                    <a:pt x="1403" y="147"/>
                  </a:lnTo>
                  <a:lnTo>
                    <a:pt x="1277" y="105"/>
                  </a:lnTo>
                  <a:lnTo>
                    <a:pt x="1173" y="105"/>
                  </a:lnTo>
                  <a:lnTo>
                    <a:pt x="1068" y="168"/>
                  </a:lnTo>
                  <a:lnTo>
                    <a:pt x="942" y="21"/>
                  </a:lnTo>
                  <a:lnTo>
                    <a:pt x="817" y="0"/>
                  </a:lnTo>
                  <a:close/>
                </a:path>
              </a:pathLst>
            </a:custGeom>
            <a:solidFill>
              <a:srgbClr val="5F7D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027" name="Google Shape;6027;p36"/>
            <p:cNvSpPr/>
            <p:nvPr/>
          </p:nvSpPr>
          <p:spPr>
            <a:xfrm>
              <a:off x="4036603" y="2865264"/>
              <a:ext cx="11967" cy="9064"/>
            </a:xfrm>
            <a:custGeom>
              <a:rect b="b" l="l" r="r" t="t"/>
              <a:pathLst>
                <a:path extrusionOk="0" h="797" w="1005">
                  <a:moveTo>
                    <a:pt x="189" y="1"/>
                  </a:moveTo>
                  <a:lnTo>
                    <a:pt x="84" y="64"/>
                  </a:lnTo>
                  <a:lnTo>
                    <a:pt x="0" y="64"/>
                  </a:lnTo>
                  <a:lnTo>
                    <a:pt x="0" y="106"/>
                  </a:lnTo>
                  <a:lnTo>
                    <a:pt x="42" y="106"/>
                  </a:lnTo>
                  <a:lnTo>
                    <a:pt x="105" y="189"/>
                  </a:lnTo>
                  <a:lnTo>
                    <a:pt x="189" y="189"/>
                  </a:lnTo>
                  <a:lnTo>
                    <a:pt x="251" y="294"/>
                  </a:lnTo>
                  <a:lnTo>
                    <a:pt x="209" y="378"/>
                  </a:lnTo>
                  <a:lnTo>
                    <a:pt x="481" y="503"/>
                  </a:lnTo>
                  <a:lnTo>
                    <a:pt x="502" y="629"/>
                  </a:lnTo>
                  <a:lnTo>
                    <a:pt x="670" y="712"/>
                  </a:lnTo>
                  <a:lnTo>
                    <a:pt x="795" y="712"/>
                  </a:lnTo>
                  <a:lnTo>
                    <a:pt x="984" y="796"/>
                  </a:lnTo>
                  <a:lnTo>
                    <a:pt x="1005" y="712"/>
                  </a:lnTo>
                  <a:lnTo>
                    <a:pt x="733" y="315"/>
                  </a:lnTo>
                  <a:lnTo>
                    <a:pt x="586" y="273"/>
                  </a:lnTo>
                  <a:lnTo>
                    <a:pt x="502" y="85"/>
                  </a:lnTo>
                  <a:lnTo>
                    <a:pt x="398" y="85"/>
                  </a:lnTo>
                  <a:lnTo>
                    <a:pt x="356" y="126"/>
                  </a:lnTo>
                  <a:lnTo>
                    <a:pt x="189" y="1"/>
                  </a:lnTo>
                  <a:close/>
                </a:path>
              </a:pathLst>
            </a:custGeom>
            <a:solidFill>
              <a:srgbClr val="5F7D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028" name="Google Shape;6028;p36"/>
            <p:cNvSpPr/>
            <p:nvPr/>
          </p:nvSpPr>
          <p:spPr>
            <a:xfrm>
              <a:off x="4033614" y="2866458"/>
              <a:ext cx="140532" cy="108039"/>
            </a:xfrm>
            <a:custGeom>
              <a:rect b="b" l="l" r="r" t="t"/>
              <a:pathLst>
                <a:path extrusionOk="0" h="9500" w="11802">
                  <a:moveTo>
                    <a:pt x="502" y="1863"/>
                  </a:moveTo>
                  <a:lnTo>
                    <a:pt x="502" y="1884"/>
                  </a:lnTo>
                  <a:lnTo>
                    <a:pt x="506" y="1864"/>
                  </a:lnTo>
                  <a:lnTo>
                    <a:pt x="506" y="1864"/>
                  </a:lnTo>
                  <a:lnTo>
                    <a:pt x="502" y="1863"/>
                  </a:lnTo>
                  <a:close/>
                  <a:moveTo>
                    <a:pt x="251" y="1"/>
                  </a:moveTo>
                  <a:lnTo>
                    <a:pt x="209" y="63"/>
                  </a:lnTo>
                  <a:lnTo>
                    <a:pt x="147" y="210"/>
                  </a:lnTo>
                  <a:lnTo>
                    <a:pt x="0" y="210"/>
                  </a:lnTo>
                  <a:lnTo>
                    <a:pt x="0" y="273"/>
                  </a:lnTo>
                  <a:lnTo>
                    <a:pt x="42" y="398"/>
                  </a:lnTo>
                  <a:lnTo>
                    <a:pt x="105" y="607"/>
                  </a:lnTo>
                  <a:lnTo>
                    <a:pt x="105" y="712"/>
                  </a:lnTo>
                  <a:lnTo>
                    <a:pt x="105" y="858"/>
                  </a:lnTo>
                  <a:lnTo>
                    <a:pt x="230" y="900"/>
                  </a:lnTo>
                  <a:lnTo>
                    <a:pt x="251" y="942"/>
                  </a:lnTo>
                  <a:lnTo>
                    <a:pt x="188" y="1130"/>
                  </a:lnTo>
                  <a:lnTo>
                    <a:pt x="209" y="1277"/>
                  </a:lnTo>
                  <a:lnTo>
                    <a:pt x="188" y="1361"/>
                  </a:lnTo>
                  <a:lnTo>
                    <a:pt x="335" y="1423"/>
                  </a:lnTo>
                  <a:lnTo>
                    <a:pt x="460" y="1654"/>
                  </a:lnTo>
                  <a:lnTo>
                    <a:pt x="523" y="1779"/>
                  </a:lnTo>
                  <a:lnTo>
                    <a:pt x="506" y="1864"/>
                  </a:lnTo>
                  <a:lnTo>
                    <a:pt x="506" y="1864"/>
                  </a:lnTo>
                  <a:lnTo>
                    <a:pt x="607" y="1884"/>
                  </a:lnTo>
                  <a:lnTo>
                    <a:pt x="670" y="2009"/>
                  </a:lnTo>
                  <a:lnTo>
                    <a:pt x="649" y="2114"/>
                  </a:lnTo>
                  <a:lnTo>
                    <a:pt x="712" y="2260"/>
                  </a:lnTo>
                  <a:lnTo>
                    <a:pt x="816" y="2260"/>
                  </a:lnTo>
                  <a:lnTo>
                    <a:pt x="858" y="2365"/>
                  </a:lnTo>
                  <a:lnTo>
                    <a:pt x="921" y="2490"/>
                  </a:lnTo>
                  <a:lnTo>
                    <a:pt x="1025" y="2532"/>
                  </a:lnTo>
                  <a:lnTo>
                    <a:pt x="1088" y="2574"/>
                  </a:lnTo>
                  <a:lnTo>
                    <a:pt x="1297" y="2679"/>
                  </a:lnTo>
                  <a:lnTo>
                    <a:pt x="1381" y="2700"/>
                  </a:lnTo>
                  <a:lnTo>
                    <a:pt x="1507" y="2679"/>
                  </a:lnTo>
                  <a:lnTo>
                    <a:pt x="1590" y="2721"/>
                  </a:lnTo>
                  <a:lnTo>
                    <a:pt x="1653" y="2742"/>
                  </a:lnTo>
                  <a:lnTo>
                    <a:pt x="1590" y="2783"/>
                  </a:lnTo>
                  <a:lnTo>
                    <a:pt x="1486" y="2825"/>
                  </a:lnTo>
                  <a:lnTo>
                    <a:pt x="1402" y="2825"/>
                  </a:lnTo>
                  <a:lnTo>
                    <a:pt x="1444" y="2993"/>
                  </a:lnTo>
                  <a:lnTo>
                    <a:pt x="1486" y="3014"/>
                  </a:lnTo>
                  <a:lnTo>
                    <a:pt x="1486" y="3223"/>
                  </a:lnTo>
                  <a:lnTo>
                    <a:pt x="1402" y="3244"/>
                  </a:lnTo>
                  <a:lnTo>
                    <a:pt x="1339" y="3244"/>
                  </a:lnTo>
                  <a:lnTo>
                    <a:pt x="1297" y="3432"/>
                  </a:lnTo>
                  <a:lnTo>
                    <a:pt x="1256" y="3474"/>
                  </a:lnTo>
                  <a:lnTo>
                    <a:pt x="1256" y="3683"/>
                  </a:lnTo>
                  <a:lnTo>
                    <a:pt x="1235" y="3767"/>
                  </a:lnTo>
                  <a:lnTo>
                    <a:pt x="1256" y="3830"/>
                  </a:lnTo>
                  <a:lnTo>
                    <a:pt x="1193" y="3871"/>
                  </a:lnTo>
                  <a:lnTo>
                    <a:pt x="1193" y="3955"/>
                  </a:lnTo>
                  <a:lnTo>
                    <a:pt x="1276" y="3976"/>
                  </a:lnTo>
                  <a:lnTo>
                    <a:pt x="1360" y="4060"/>
                  </a:lnTo>
                  <a:lnTo>
                    <a:pt x="1465" y="4081"/>
                  </a:lnTo>
                  <a:lnTo>
                    <a:pt x="1486" y="4164"/>
                  </a:lnTo>
                  <a:lnTo>
                    <a:pt x="1611" y="4269"/>
                  </a:lnTo>
                  <a:lnTo>
                    <a:pt x="1569" y="4394"/>
                  </a:lnTo>
                  <a:lnTo>
                    <a:pt x="1590" y="4415"/>
                  </a:lnTo>
                  <a:lnTo>
                    <a:pt x="1590" y="4499"/>
                  </a:lnTo>
                  <a:lnTo>
                    <a:pt x="1695" y="4583"/>
                  </a:lnTo>
                  <a:lnTo>
                    <a:pt x="1758" y="4562"/>
                  </a:lnTo>
                  <a:lnTo>
                    <a:pt x="1862" y="4520"/>
                  </a:lnTo>
                  <a:lnTo>
                    <a:pt x="2302" y="4813"/>
                  </a:lnTo>
                  <a:lnTo>
                    <a:pt x="2344" y="4792"/>
                  </a:lnTo>
                  <a:lnTo>
                    <a:pt x="2427" y="4834"/>
                  </a:lnTo>
                  <a:lnTo>
                    <a:pt x="2532" y="5043"/>
                  </a:lnTo>
                  <a:lnTo>
                    <a:pt x="2636" y="5106"/>
                  </a:lnTo>
                  <a:lnTo>
                    <a:pt x="2762" y="5357"/>
                  </a:lnTo>
                  <a:lnTo>
                    <a:pt x="2636" y="5462"/>
                  </a:lnTo>
                  <a:lnTo>
                    <a:pt x="2636" y="5650"/>
                  </a:lnTo>
                  <a:lnTo>
                    <a:pt x="2657" y="5817"/>
                  </a:lnTo>
                  <a:lnTo>
                    <a:pt x="2846" y="5817"/>
                  </a:lnTo>
                  <a:lnTo>
                    <a:pt x="2909" y="6152"/>
                  </a:lnTo>
                  <a:lnTo>
                    <a:pt x="3013" y="6236"/>
                  </a:lnTo>
                  <a:lnTo>
                    <a:pt x="3118" y="6278"/>
                  </a:lnTo>
                  <a:lnTo>
                    <a:pt x="3160" y="6299"/>
                  </a:lnTo>
                  <a:lnTo>
                    <a:pt x="3222" y="6278"/>
                  </a:lnTo>
                  <a:lnTo>
                    <a:pt x="3222" y="6340"/>
                  </a:lnTo>
                  <a:lnTo>
                    <a:pt x="3285" y="6445"/>
                  </a:lnTo>
                  <a:lnTo>
                    <a:pt x="3369" y="6445"/>
                  </a:lnTo>
                  <a:lnTo>
                    <a:pt x="3432" y="6382"/>
                  </a:lnTo>
                  <a:lnTo>
                    <a:pt x="3453" y="6257"/>
                  </a:lnTo>
                  <a:lnTo>
                    <a:pt x="3348" y="6194"/>
                  </a:lnTo>
                  <a:lnTo>
                    <a:pt x="3494" y="6194"/>
                  </a:lnTo>
                  <a:lnTo>
                    <a:pt x="3536" y="6173"/>
                  </a:lnTo>
                  <a:lnTo>
                    <a:pt x="3494" y="6236"/>
                  </a:lnTo>
                  <a:lnTo>
                    <a:pt x="3494" y="6299"/>
                  </a:lnTo>
                  <a:lnTo>
                    <a:pt x="3641" y="6361"/>
                  </a:lnTo>
                  <a:lnTo>
                    <a:pt x="3683" y="6340"/>
                  </a:lnTo>
                  <a:lnTo>
                    <a:pt x="3745" y="6445"/>
                  </a:lnTo>
                  <a:lnTo>
                    <a:pt x="3787" y="6445"/>
                  </a:lnTo>
                  <a:lnTo>
                    <a:pt x="3976" y="6299"/>
                  </a:lnTo>
                  <a:lnTo>
                    <a:pt x="4017" y="6340"/>
                  </a:lnTo>
                  <a:lnTo>
                    <a:pt x="4164" y="6487"/>
                  </a:lnTo>
                  <a:lnTo>
                    <a:pt x="4164" y="6591"/>
                  </a:lnTo>
                  <a:lnTo>
                    <a:pt x="4373" y="6863"/>
                  </a:lnTo>
                  <a:lnTo>
                    <a:pt x="4394" y="7031"/>
                  </a:lnTo>
                  <a:lnTo>
                    <a:pt x="4436" y="7073"/>
                  </a:lnTo>
                  <a:lnTo>
                    <a:pt x="4541" y="7073"/>
                  </a:lnTo>
                  <a:lnTo>
                    <a:pt x="4603" y="7177"/>
                  </a:lnTo>
                  <a:lnTo>
                    <a:pt x="4541" y="7177"/>
                  </a:lnTo>
                  <a:lnTo>
                    <a:pt x="4520" y="7135"/>
                  </a:lnTo>
                  <a:lnTo>
                    <a:pt x="4499" y="7177"/>
                  </a:lnTo>
                  <a:lnTo>
                    <a:pt x="4603" y="7240"/>
                  </a:lnTo>
                  <a:lnTo>
                    <a:pt x="4645" y="7219"/>
                  </a:lnTo>
                  <a:lnTo>
                    <a:pt x="4687" y="7324"/>
                  </a:lnTo>
                  <a:lnTo>
                    <a:pt x="4833" y="7721"/>
                  </a:lnTo>
                  <a:lnTo>
                    <a:pt x="4959" y="7763"/>
                  </a:lnTo>
                  <a:lnTo>
                    <a:pt x="5168" y="7763"/>
                  </a:lnTo>
                  <a:lnTo>
                    <a:pt x="5315" y="7805"/>
                  </a:lnTo>
                  <a:lnTo>
                    <a:pt x="5377" y="7868"/>
                  </a:lnTo>
                  <a:lnTo>
                    <a:pt x="5566" y="7868"/>
                  </a:lnTo>
                  <a:lnTo>
                    <a:pt x="5587" y="7931"/>
                  </a:lnTo>
                  <a:lnTo>
                    <a:pt x="5691" y="7931"/>
                  </a:lnTo>
                  <a:lnTo>
                    <a:pt x="5733" y="7972"/>
                  </a:lnTo>
                  <a:lnTo>
                    <a:pt x="5649" y="8035"/>
                  </a:lnTo>
                  <a:lnTo>
                    <a:pt x="5796" y="8224"/>
                  </a:lnTo>
                  <a:lnTo>
                    <a:pt x="5963" y="8244"/>
                  </a:lnTo>
                  <a:lnTo>
                    <a:pt x="6047" y="8328"/>
                  </a:lnTo>
                  <a:lnTo>
                    <a:pt x="6152" y="8328"/>
                  </a:lnTo>
                  <a:lnTo>
                    <a:pt x="6319" y="8496"/>
                  </a:lnTo>
                  <a:lnTo>
                    <a:pt x="6403" y="8475"/>
                  </a:lnTo>
                  <a:lnTo>
                    <a:pt x="6528" y="8454"/>
                  </a:lnTo>
                  <a:lnTo>
                    <a:pt x="6717" y="8496"/>
                  </a:lnTo>
                  <a:lnTo>
                    <a:pt x="6947" y="8663"/>
                  </a:lnTo>
                  <a:lnTo>
                    <a:pt x="7135" y="8475"/>
                  </a:lnTo>
                  <a:lnTo>
                    <a:pt x="7407" y="8349"/>
                  </a:lnTo>
                  <a:lnTo>
                    <a:pt x="7407" y="8328"/>
                  </a:lnTo>
                  <a:lnTo>
                    <a:pt x="7533" y="8328"/>
                  </a:lnTo>
                  <a:lnTo>
                    <a:pt x="7679" y="8224"/>
                  </a:lnTo>
                  <a:lnTo>
                    <a:pt x="7784" y="8161"/>
                  </a:lnTo>
                  <a:lnTo>
                    <a:pt x="7993" y="8182"/>
                  </a:lnTo>
                  <a:lnTo>
                    <a:pt x="7993" y="8244"/>
                  </a:lnTo>
                  <a:lnTo>
                    <a:pt x="8056" y="8244"/>
                  </a:lnTo>
                  <a:lnTo>
                    <a:pt x="8056" y="8286"/>
                  </a:lnTo>
                  <a:lnTo>
                    <a:pt x="8160" y="8454"/>
                  </a:lnTo>
                  <a:lnTo>
                    <a:pt x="8244" y="8663"/>
                  </a:lnTo>
                  <a:lnTo>
                    <a:pt x="8349" y="8872"/>
                  </a:lnTo>
                  <a:lnTo>
                    <a:pt x="8349" y="9019"/>
                  </a:lnTo>
                  <a:lnTo>
                    <a:pt x="8411" y="9081"/>
                  </a:lnTo>
                  <a:lnTo>
                    <a:pt x="8453" y="9123"/>
                  </a:lnTo>
                  <a:lnTo>
                    <a:pt x="8872" y="9123"/>
                  </a:lnTo>
                  <a:lnTo>
                    <a:pt x="8976" y="9207"/>
                  </a:lnTo>
                  <a:lnTo>
                    <a:pt x="9102" y="9081"/>
                  </a:lnTo>
                  <a:lnTo>
                    <a:pt x="9144" y="9102"/>
                  </a:lnTo>
                  <a:lnTo>
                    <a:pt x="9311" y="9228"/>
                  </a:lnTo>
                  <a:lnTo>
                    <a:pt x="9625" y="9207"/>
                  </a:lnTo>
                  <a:lnTo>
                    <a:pt x="9813" y="9291"/>
                  </a:lnTo>
                  <a:lnTo>
                    <a:pt x="10064" y="9312"/>
                  </a:lnTo>
                  <a:lnTo>
                    <a:pt x="10169" y="9332"/>
                  </a:lnTo>
                  <a:lnTo>
                    <a:pt x="10232" y="9312"/>
                  </a:lnTo>
                  <a:lnTo>
                    <a:pt x="10295" y="9395"/>
                  </a:lnTo>
                  <a:lnTo>
                    <a:pt x="10315" y="9395"/>
                  </a:lnTo>
                  <a:lnTo>
                    <a:pt x="10357" y="9291"/>
                  </a:lnTo>
                  <a:lnTo>
                    <a:pt x="10441" y="9291"/>
                  </a:lnTo>
                  <a:lnTo>
                    <a:pt x="10483" y="9374"/>
                  </a:lnTo>
                  <a:lnTo>
                    <a:pt x="10608" y="9416"/>
                  </a:lnTo>
                  <a:lnTo>
                    <a:pt x="10818" y="9500"/>
                  </a:lnTo>
                  <a:lnTo>
                    <a:pt x="10901" y="9437"/>
                  </a:lnTo>
                  <a:lnTo>
                    <a:pt x="10922" y="9395"/>
                  </a:lnTo>
                  <a:lnTo>
                    <a:pt x="10964" y="9395"/>
                  </a:lnTo>
                  <a:lnTo>
                    <a:pt x="10964" y="9312"/>
                  </a:lnTo>
                  <a:lnTo>
                    <a:pt x="10985" y="9102"/>
                  </a:lnTo>
                  <a:lnTo>
                    <a:pt x="10922" y="8977"/>
                  </a:lnTo>
                  <a:lnTo>
                    <a:pt x="11027" y="8851"/>
                  </a:lnTo>
                  <a:lnTo>
                    <a:pt x="10985" y="8747"/>
                  </a:lnTo>
                  <a:lnTo>
                    <a:pt x="11069" y="8642"/>
                  </a:lnTo>
                  <a:lnTo>
                    <a:pt x="11215" y="8558"/>
                  </a:lnTo>
                  <a:lnTo>
                    <a:pt x="11299" y="8496"/>
                  </a:lnTo>
                  <a:lnTo>
                    <a:pt x="11550" y="8433"/>
                  </a:lnTo>
                  <a:lnTo>
                    <a:pt x="11717" y="8475"/>
                  </a:lnTo>
                  <a:lnTo>
                    <a:pt x="11801" y="8391"/>
                  </a:lnTo>
                  <a:lnTo>
                    <a:pt x="11759" y="8161"/>
                  </a:lnTo>
                  <a:lnTo>
                    <a:pt x="11634" y="8056"/>
                  </a:lnTo>
                  <a:lnTo>
                    <a:pt x="11487" y="8077"/>
                  </a:lnTo>
                  <a:lnTo>
                    <a:pt x="11445" y="7972"/>
                  </a:lnTo>
                  <a:lnTo>
                    <a:pt x="11445" y="7826"/>
                  </a:lnTo>
                  <a:lnTo>
                    <a:pt x="11403" y="7700"/>
                  </a:lnTo>
                  <a:lnTo>
                    <a:pt x="11403" y="7491"/>
                  </a:lnTo>
                  <a:lnTo>
                    <a:pt x="11236" y="7491"/>
                  </a:lnTo>
                  <a:lnTo>
                    <a:pt x="11215" y="7408"/>
                  </a:lnTo>
                  <a:lnTo>
                    <a:pt x="11111" y="7387"/>
                  </a:lnTo>
                  <a:lnTo>
                    <a:pt x="10922" y="7345"/>
                  </a:lnTo>
                  <a:lnTo>
                    <a:pt x="10880" y="7303"/>
                  </a:lnTo>
                  <a:lnTo>
                    <a:pt x="10755" y="7219"/>
                  </a:lnTo>
                  <a:lnTo>
                    <a:pt x="10587" y="7073"/>
                  </a:lnTo>
                  <a:lnTo>
                    <a:pt x="10504" y="6926"/>
                  </a:lnTo>
                  <a:lnTo>
                    <a:pt x="10232" y="6508"/>
                  </a:lnTo>
                  <a:lnTo>
                    <a:pt x="10650" y="5943"/>
                  </a:lnTo>
                  <a:lnTo>
                    <a:pt x="10692" y="5859"/>
                  </a:lnTo>
                  <a:lnTo>
                    <a:pt x="10650" y="5629"/>
                  </a:lnTo>
                  <a:lnTo>
                    <a:pt x="10650" y="5462"/>
                  </a:lnTo>
                  <a:lnTo>
                    <a:pt x="10567" y="5294"/>
                  </a:lnTo>
                  <a:lnTo>
                    <a:pt x="10064" y="5252"/>
                  </a:lnTo>
                  <a:lnTo>
                    <a:pt x="10043" y="5043"/>
                  </a:lnTo>
                  <a:lnTo>
                    <a:pt x="9981" y="4939"/>
                  </a:lnTo>
                  <a:lnTo>
                    <a:pt x="10023" y="4876"/>
                  </a:lnTo>
                  <a:lnTo>
                    <a:pt x="9939" y="4604"/>
                  </a:lnTo>
                  <a:lnTo>
                    <a:pt x="9771" y="4311"/>
                  </a:lnTo>
                  <a:lnTo>
                    <a:pt x="9834" y="4164"/>
                  </a:lnTo>
                  <a:lnTo>
                    <a:pt x="9981" y="3934"/>
                  </a:lnTo>
                  <a:lnTo>
                    <a:pt x="9939" y="3934"/>
                  </a:lnTo>
                  <a:lnTo>
                    <a:pt x="9751" y="3892"/>
                  </a:lnTo>
                  <a:lnTo>
                    <a:pt x="9751" y="3767"/>
                  </a:lnTo>
                  <a:lnTo>
                    <a:pt x="9730" y="3558"/>
                  </a:lnTo>
                  <a:lnTo>
                    <a:pt x="9667" y="3558"/>
                  </a:lnTo>
                  <a:lnTo>
                    <a:pt x="9813" y="3411"/>
                  </a:lnTo>
                  <a:lnTo>
                    <a:pt x="9709" y="3327"/>
                  </a:lnTo>
                  <a:lnTo>
                    <a:pt x="9646" y="3244"/>
                  </a:lnTo>
                  <a:lnTo>
                    <a:pt x="9771" y="3223"/>
                  </a:lnTo>
                  <a:lnTo>
                    <a:pt x="9918" y="3118"/>
                  </a:lnTo>
                  <a:lnTo>
                    <a:pt x="9918" y="3034"/>
                  </a:lnTo>
                  <a:lnTo>
                    <a:pt x="9939" y="3014"/>
                  </a:lnTo>
                  <a:lnTo>
                    <a:pt x="9855" y="2909"/>
                  </a:lnTo>
                  <a:lnTo>
                    <a:pt x="9918" y="2825"/>
                  </a:lnTo>
                  <a:lnTo>
                    <a:pt x="9918" y="2742"/>
                  </a:lnTo>
                  <a:lnTo>
                    <a:pt x="9918" y="2574"/>
                  </a:lnTo>
                  <a:lnTo>
                    <a:pt x="9855" y="2470"/>
                  </a:lnTo>
                  <a:lnTo>
                    <a:pt x="9855" y="2386"/>
                  </a:lnTo>
                  <a:lnTo>
                    <a:pt x="9813" y="2260"/>
                  </a:lnTo>
                  <a:lnTo>
                    <a:pt x="9855" y="2156"/>
                  </a:lnTo>
                  <a:lnTo>
                    <a:pt x="9751" y="1988"/>
                  </a:lnTo>
                  <a:lnTo>
                    <a:pt x="9625" y="1946"/>
                  </a:lnTo>
                  <a:lnTo>
                    <a:pt x="9353" y="1905"/>
                  </a:lnTo>
                  <a:lnTo>
                    <a:pt x="9123" y="1591"/>
                  </a:lnTo>
                  <a:lnTo>
                    <a:pt x="8914" y="1549"/>
                  </a:lnTo>
                  <a:lnTo>
                    <a:pt x="8788" y="1570"/>
                  </a:lnTo>
                  <a:lnTo>
                    <a:pt x="8725" y="1528"/>
                  </a:lnTo>
                  <a:lnTo>
                    <a:pt x="8704" y="1361"/>
                  </a:lnTo>
                  <a:lnTo>
                    <a:pt x="8579" y="1340"/>
                  </a:lnTo>
                  <a:lnTo>
                    <a:pt x="8349" y="1235"/>
                  </a:lnTo>
                  <a:lnTo>
                    <a:pt x="8265" y="1319"/>
                  </a:lnTo>
                  <a:lnTo>
                    <a:pt x="8160" y="1319"/>
                  </a:lnTo>
                  <a:lnTo>
                    <a:pt x="7826" y="1109"/>
                  </a:lnTo>
                  <a:lnTo>
                    <a:pt x="7658" y="1047"/>
                  </a:lnTo>
                  <a:lnTo>
                    <a:pt x="7449" y="858"/>
                  </a:lnTo>
                  <a:lnTo>
                    <a:pt x="7323" y="900"/>
                  </a:lnTo>
                  <a:lnTo>
                    <a:pt x="7198" y="837"/>
                  </a:lnTo>
                  <a:lnTo>
                    <a:pt x="7093" y="858"/>
                  </a:lnTo>
                  <a:lnTo>
                    <a:pt x="7030" y="1005"/>
                  </a:lnTo>
                  <a:lnTo>
                    <a:pt x="6821" y="942"/>
                  </a:lnTo>
                  <a:lnTo>
                    <a:pt x="6591" y="1005"/>
                  </a:lnTo>
                  <a:lnTo>
                    <a:pt x="6361" y="1214"/>
                  </a:lnTo>
                  <a:lnTo>
                    <a:pt x="6256" y="1214"/>
                  </a:lnTo>
                  <a:lnTo>
                    <a:pt x="6173" y="1319"/>
                  </a:lnTo>
                  <a:lnTo>
                    <a:pt x="6110" y="1465"/>
                  </a:lnTo>
                  <a:lnTo>
                    <a:pt x="5838" y="1465"/>
                  </a:lnTo>
                  <a:lnTo>
                    <a:pt x="5733" y="1549"/>
                  </a:lnTo>
                  <a:lnTo>
                    <a:pt x="5775" y="1695"/>
                  </a:lnTo>
                  <a:lnTo>
                    <a:pt x="5859" y="1842"/>
                  </a:lnTo>
                  <a:lnTo>
                    <a:pt x="5838" y="1967"/>
                  </a:lnTo>
                  <a:lnTo>
                    <a:pt x="5691" y="1967"/>
                  </a:lnTo>
                  <a:lnTo>
                    <a:pt x="5357" y="1905"/>
                  </a:lnTo>
                  <a:lnTo>
                    <a:pt x="5064" y="1967"/>
                  </a:lnTo>
                  <a:lnTo>
                    <a:pt x="4708" y="2072"/>
                  </a:lnTo>
                  <a:lnTo>
                    <a:pt x="4520" y="2072"/>
                  </a:lnTo>
                  <a:lnTo>
                    <a:pt x="4185" y="1967"/>
                  </a:lnTo>
                  <a:lnTo>
                    <a:pt x="4059" y="1967"/>
                  </a:lnTo>
                  <a:lnTo>
                    <a:pt x="3766" y="1842"/>
                  </a:lnTo>
                  <a:lnTo>
                    <a:pt x="3662" y="1737"/>
                  </a:lnTo>
                  <a:lnTo>
                    <a:pt x="3641" y="1591"/>
                  </a:lnTo>
                  <a:lnTo>
                    <a:pt x="3557" y="1591"/>
                  </a:lnTo>
                  <a:lnTo>
                    <a:pt x="3432" y="1528"/>
                  </a:lnTo>
                  <a:lnTo>
                    <a:pt x="3264" y="1570"/>
                  </a:lnTo>
                  <a:lnTo>
                    <a:pt x="3181" y="1528"/>
                  </a:lnTo>
                  <a:lnTo>
                    <a:pt x="3055" y="1528"/>
                  </a:lnTo>
                  <a:lnTo>
                    <a:pt x="2929" y="1423"/>
                  </a:lnTo>
                  <a:lnTo>
                    <a:pt x="2846" y="1381"/>
                  </a:lnTo>
                  <a:lnTo>
                    <a:pt x="2804" y="1340"/>
                  </a:lnTo>
                  <a:lnTo>
                    <a:pt x="2825" y="1214"/>
                  </a:lnTo>
                  <a:lnTo>
                    <a:pt x="2825" y="1068"/>
                  </a:lnTo>
                  <a:lnTo>
                    <a:pt x="2741" y="942"/>
                  </a:lnTo>
                  <a:lnTo>
                    <a:pt x="2741" y="921"/>
                  </a:lnTo>
                  <a:lnTo>
                    <a:pt x="2699" y="942"/>
                  </a:lnTo>
                  <a:lnTo>
                    <a:pt x="2595" y="921"/>
                  </a:lnTo>
                  <a:lnTo>
                    <a:pt x="2553" y="858"/>
                  </a:lnTo>
                  <a:lnTo>
                    <a:pt x="2448" y="817"/>
                  </a:lnTo>
                  <a:lnTo>
                    <a:pt x="2281" y="607"/>
                  </a:lnTo>
                  <a:lnTo>
                    <a:pt x="2448" y="482"/>
                  </a:lnTo>
                  <a:lnTo>
                    <a:pt x="2323" y="398"/>
                  </a:lnTo>
                  <a:lnTo>
                    <a:pt x="2302" y="335"/>
                  </a:lnTo>
                  <a:lnTo>
                    <a:pt x="2344" y="293"/>
                  </a:lnTo>
                  <a:lnTo>
                    <a:pt x="2281" y="210"/>
                  </a:lnTo>
                  <a:lnTo>
                    <a:pt x="2218" y="105"/>
                  </a:lnTo>
                  <a:lnTo>
                    <a:pt x="2176" y="105"/>
                  </a:lnTo>
                  <a:lnTo>
                    <a:pt x="2176" y="84"/>
                  </a:lnTo>
                  <a:lnTo>
                    <a:pt x="2113" y="84"/>
                  </a:lnTo>
                  <a:lnTo>
                    <a:pt x="1988" y="168"/>
                  </a:lnTo>
                  <a:lnTo>
                    <a:pt x="1904" y="168"/>
                  </a:lnTo>
                  <a:lnTo>
                    <a:pt x="1862" y="273"/>
                  </a:lnTo>
                  <a:lnTo>
                    <a:pt x="1779" y="293"/>
                  </a:lnTo>
                  <a:lnTo>
                    <a:pt x="1674" y="419"/>
                  </a:lnTo>
                  <a:lnTo>
                    <a:pt x="1611" y="440"/>
                  </a:lnTo>
                  <a:lnTo>
                    <a:pt x="1569" y="503"/>
                  </a:lnTo>
                  <a:lnTo>
                    <a:pt x="1569" y="545"/>
                  </a:lnTo>
                  <a:lnTo>
                    <a:pt x="1465" y="607"/>
                  </a:lnTo>
                  <a:lnTo>
                    <a:pt x="1381" y="586"/>
                  </a:lnTo>
                  <a:lnTo>
                    <a:pt x="1256" y="607"/>
                  </a:lnTo>
                  <a:lnTo>
                    <a:pt x="1235" y="691"/>
                  </a:lnTo>
                  <a:lnTo>
                    <a:pt x="1046" y="607"/>
                  </a:lnTo>
                  <a:lnTo>
                    <a:pt x="921" y="607"/>
                  </a:lnTo>
                  <a:lnTo>
                    <a:pt x="753" y="524"/>
                  </a:lnTo>
                  <a:lnTo>
                    <a:pt x="732" y="398"/>
                  </a:lnTo>
                  <a:lnTo>
                    <a:pt x="460" y="273"/>
                  </a:lnTo>
                  <a:lnTo>
                    <a:pt x="502" y="189"/>
                  </a:lnTo>
                  <a:lnTo>
                    <a:pt x="440" y="84"/>
                  </a:lnTo>
                  <a:lnTo>
                    <a:pt x="356" y="84"/>
                  </a:lnTo>
                  <a:lnTo>
                    <a:pt x="293" y="1"/>
                  </a:lnTo>
                  <a:close/>
                </a:path>
              </a:pathLst>
            </a:custGeom>
            <a:solidFill>
              <a:srgbClr val="5F7D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029" name="Google Shape;6029;p36"/>
            <p:cNvSpPr/>
            <p:nvPr/>
          </p:nvSpPr>
          <p:spPr>
            <a:xfrm>
              <a:off x="4026636" y="2853369"/>
              <a:ext cx="24672" cy="20004"/>
            </a:xfrm>
            <a:custGeom>
              <a:rect b="b" l="l" r="r" t="t"/>
              <a:pathLst>
                <a:path extrusionOk="0" h="1759" w="2072">
                  <a:moveTo>
                    <a:pt x="419" y="1"/>
                  </a:moveTo>
                  <a:lnTo>
                    <a:pt x="168" y="64"/>
                  </a:lnTo>
                  <a:lnTo>
                    <a:pt x="0" y="105"/>
                  </a:lnTo>
                  <a:lnTo>
                    <a:pt x="84" y="210"/>
                  </a:lnTo>
                  <a:lnTo>
                    <a:pt x="84" y="294"/>
                  </a:lnTo>
                  <a:lnTo>
                    <a:pt x="189" y="315"/>
                  </a:lnTo>
                  <a:lnTo>
                    <a:pt x="272" y="419"/>
                  </a:lnTo>
                  <a:lnTo>
                    <a:pt x="209" y="608"/>
                  </a:lnTo>
                  <a:lnTo>
                    <a:pt x="251" y="838"/>
                  </a:lnTo>
                  <a:lnTo>
                    <a:pt x="398" y="942"/>
                  </a:lnTo>
                  <a:lnTo>
                    <a:pt x="691" y="942"/>
                  </a:lnTo>
                  <a:lnTo>
                    <a:pt x="795" y="1026"/>
                  </a:lnTo>
                  <a:lnTo>
                    <a:pt x="837" y="1110"/>
                  </a:lnTo>
                  <a:lnTo>
                    <a:pt x="921" y="1110"/>
                  </a:lnTo>
                  <a:lnTo>
                    <a:pt x="1026" y="1047"/>
                  </a:lnTo>
                  <a:lnTo>
                    <a:pt x="1193" y="1172"/>
                  </a:lnTo>
                  <a:lnTo>
                    <a:pt x="1235" y="1131"/>
                  </a:lnTo>
                  <a:lnTo>
                    <a:pt x="1339" y="1131"/>
                  </a:lnTo>
                  <a:lnTo>
                    <a:pt x="1423" y="1319"/>
                  </a:lnTo>
                  <a:lnTo>
                    <a:pt x="1570" y="1361"/>
                  </a:lnTo>
                  <a:lnTo>
                    <a:pt x="1842" y="1758"/>
                  </a:lnTo>
                  <a:lnTo>
                    <a:pt x="1967" y="1737"/>
                  </a:lnTo>
                  <a:lnTo>
                    <a:pt x="1967" y="1591"/>
                  </a:lnTo>
                  <a:lnTo>
                    <a:pt x="1988" y="1549"/>
                  </a:lnTo>
                  <a:lnTo>
                    <a:pt x="1925" y="1382"/>
                  </a:lnTo>
                  <a:lnTo>
                    <a:pt x="2072" y="1361"/>
                  </a:lnTo>
                  <a:lnTo>
                    <a:pt x="1946" y="1235"/>
                  </a:lnTo>
                  <a:lnTo>
                    <a:pt x="1758" y="1235"/>
                  </a:lnTo>
                  <a:lnTo>
                    <a:pt x="1507" y="1110"/>
                  </a:lnTo>
                  <a:lnTo>
                    <a:pt x="1423" y="921"/>
                  </a:lnTo>
                  <a:lnTo>
                    <a:pt x="1507" y="838"/>
                  </a:lnTo>
                  <a:lnTo>
                    <a:pt x="1507" y="712"/>
                  </a:lnTo>
                  <a:lnTo>
                    <a:pt x="1256" y="524"/>
                  </a:lnTo>
                  <a:lnTo>
                    <a:pt x="1256" y="419"/>
                  </a:lnTo>
                  <a:lnTo>
                    <a:pt x="1298" y="294"/>
                  </a:lnTo>
                  <a:lnTo>
                    <a:pt x="1193" y="168"/>
                  </a:lnTo>
                  <a:lnTo>
                    <a:pt x="984" y="126"/>
                  </a:lnTo>
                  <a:lnTo>
                    <a:pt x="837" y="1"/>
                  </a:lnTo>
                  <a:close/>
                </a:path>
              </a:pathLst>
            </a:custGeom>
            <a:solidFill>
              <a:srgbClr val="5F7D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030" name="Google Shape;6030;p36"/>
            <p:cNvSpPr/>
            <p:nvPr/>
          </p:nvSpPr>
          <p:spPr>
            <a:xfrm>
              <a:off x="3915766" y="2848615"/>
              <a:ext cx="124088" cy="48788"/>
            </a:xfrm>
            <a:custGeom>
              <a:rect b="b" l="l" r="r" t="t"/>
              <a:pathLst>
                <a:path extrusionOk="0" h="4290" w="10421">
                  <a:moveTo>
                    <a:pt x="4708" y="0"/>
                  </a:moveTo>
                  <a:lnTo>
                    <a:pt x="4562" y="63"/>
                  </a:lnTo>
                  <a:lnTo>
                    <a:pt x="4373" y="63"/>
                  </a:lnTo>
                  <a:lnTo>
                    <a:pt x="4290" y="21"/>
                  </a:lnTo>
                  <a:lnTo>
                    <a:pt x="4185" y="63"/>
                  </a:lnTo>
                  <a:lnTo>
                    <a:pt x="3913" y="63"/>
                  </a:lnTo>
                  <a:lnTo>
                    <a:pt x="3766" y="84"/>
                  </a:lnTo>
                  <a:lnTo>
                    <a:pt x="3494" y="189"/>
                  </a:lnTo>
                  <a:lnTo>
                    <a:pt x="3390" y="210"/>
                  </a:lnTo>
                  <a:lnTo>
                    <a:pt x="3181" y="230"/>
                  </a:lnTo>
                  <a:lnTo>
                    <a:pt x="3097" y="335"/>
                  </a:lnTo>
                  <a:lnTo>
                    <a:pt x="2992" y="377"/>
                  </a:lnTo>
                  <a:lnTo>
                    <a:pt x="2909" y="440"/>
                  </a:lnTo>
                  <a:lnTo>
                    <a:pt x="2867" y="502"/>
                  </a:lnTo>
                  <a:lnTo>
                    <a:pt x="2804" y="628"/>
                  </a:lnTo>
                  <a:lnTo>
                    <a:pt x="2762" y="649"/>
                  </a:lnTo>
                  <a:lnTo>
                    <a:pt x="2762" y="733"/>
                  </a:lnTo>
                  <a:lnTo>
                    <a:pt x="2553" y="733"/>
                  </a:lnTo>
                  <a:lnTo>
                    <a:pt x="2239" y="628"/>
                  </a:lnTo>
                  <a:lnTo>
                    <a:pt x="2155" y="628"/>
                  </a:lnTo>
                  <a:lnTo>
                    <a:pt x="2072" y="691"/>
                  </a:lnTo>
                  <a:lnTo>
                    <a:pt x="1946" y="649"/>
                  </a:lnTo>
                  <a:lnTo>
                    <a:pt x="1779" y="691"/>
                  </a:lnTo>
                  <a:lnTo>
                    <a:pt x="1674" y="649"/>
                  </a:lnTo>
                  <a:lnTo>
                    <a:pt x="1549" y="712"/>
                  </a:lnTo>
                  <a:lnTo>
                    <a:pt x="1528" y="795"/>
                  </a:lnTo>
                  <a:lnTo>
                    <a:pt x="1632" y="942"/>
                  </a:lnTo>
                  <a:lnTo>
                    <a:pt x="1779" y="963"/>
                  </a:lnTo>
                  <a:lnTo>
                    <a:pt x="1925" y="963"/>
                  </a:lnTo>
                  <a:lnTo>
                    <a:pt x="1883" y="1046"/>
                  </a:lnTo>
                  <a:lnTo>
                    <a:pt x="1653" y="1046"/>
                  </a:lnTo>
                  <a:lnTo>
                    <a:pt x="1444" y="1109"/>
                  </a:lnTo>
                  <a:lnTo>
                    <a:pt x="1402" y="1214"/>
                  </a:lnTo>
                  <a:lnTo>
                    <a:pt x="1423" y="1256"/>
                  </a:lnTo>
                  <a:lnTo>
                    <a:pt x="1528" y="1235"/>
                  </a:lnTo>
                  <a:lnTo>
                    <a:pt x="1570" y="1277"/>
                  </a:lnTo>
                  <a:lnTo>
                    <a:pt x="1507" y="1318"/>
                  </a:lnTo>
                  <a:lnTo>
                    <a:pt x="1214" y="1339"/>
                  </a:lnTo>
                  <a:lnTo>
                    <a:pt x="1109" y="1256"/>
                  </a:lnTo>
                  <a:lnTo>
                    <a:pt x="984" y="1339"/>
                  </a:lnTo>
                  <a:lnTo>
                    <a:pt x="900" y="1235"/>
                  </a:lnTo>
                  <a:lnTo>
                    <a:pt x="837" y="1235"/>
                  </a:lnTo>
                  <a:lnTo>
                    <a:pt x="733" y="1339"/>
                  </a:lnTo>
                  <a:lnTo>
                    <a:pt x="628" y="1339"/>
                  </a:lnTo>
                  <a:lnTo>
                    <a:pt x="502" y="1235"/>
                  </a:lnTo>
                  <a:lnTo>
                    <a:pt x="377" y="1235"/>
                  </a:lnTo>
                  <a:lnTo>
                    <a:pt x="105" y="1444"/>
                  </a:lnTo>
                  <a:lnTo>
                    <a:pt x="63" y="1549"/>
                  </a:lnTo>
                  <a:lnTo>
                    <a:pt x="0" y="1653"/>
                  </a:lnTo>
                  <a:lnTo>
                    <a:pt x="63" y="1695"/>
                  </a:lnTo>
                  <a:lnTo>
                    <a:pt x="63" y="1842"/>
                  </a:lnTo>
                  <a:lnTo>
                    <a:pt x="0" y="1883"/>
                  </a:lnTo>
                  <a:lnTo>
                    <a:pt x="63" y="1946"/>
                  </a:lnTo>
                  <a:lnTo>
                    <a:pt x="209" y="1883"/>
                  </a:lnTo>
                  <a:lnTo>
                    <a:pt x="251" y="1904"/>
                  </a:lnTo>
                  <a:lnTo>
                    <a:pt x="377" y="1883"/>
                  </a:lnTo>
                  <a:lnTo>
                    <a:pt x="502" y="1883"/>
                  </a:lnTo>
                  <a:lnTo>
                    <a:pt x="377" y="2009"/>
                  </a:lnTo>
                  <a:lnTo>
                    <a:pt x="398" y="2093"/>
                  </a:lnTo>
                  <a:lnTo>
                    <a:pt x="461" y="2197"/>
                  </a:lnTo>
                  <a:lnTo>
                    <a:pt x="461" y="2281"/>
                  </a:lnTo>
                  <a:lnTo>
                    <a:pt x="419" y="2302"/>
                  </a:lnTo>
                  <a:lnTo>
                    <a:pt x="481" y="2323"/>
                  </a:lnTo>
                  <a:lnTo>
                    <a:pt x="586" y="2281"/>
                  </a:lnTo>
                  <a:lnTo>
                    <a:pt x="586" y="2323"/>
                  </a:lnTo>
                  <a:lnTo>
                    <a:pt x="502" y="2406"/>
                  </a:lnTo>
                  <a:lnTo>
                    <a:pt x="377" y="2490"/>
                  </a:lnTo>
                  <a:lnTo>
                    <a:pt x="419" y="2532"/>
                  </a:lnTo>
                  <a:lnTo>
                    <a:pt x="502" y="2532"/>
                  </a:lnTo>
                  <a:lnTo>
                    <a:pt x="419" y="2595"/>
                  </a:lnTo>
                  <a:lnTo>
                    <a:pt x="377" y="2699"/>
                  </a:lnTo>
                  <a:lnTo>
                    <a:pt x="293" y="2699"/>
                  </a:lnTo>
                  <a:lnTo>
                    <a:pt x="251" y="2532"/>
                  </a:lnTo>
                  <a:lnTo>
                    <a:pt x="189" y="2511"/>
                  </a:lnTo>
                  <a:lnTo>
                    <a:pt x="189" y="2616"/>
                  </a:lnTo>
                  <a:lnTo>
                    <a:pt x="209" y="2720"/>
                  </a:lnTo>
                  <a:lnTo>
                    <a:pt x="168" y="2783"/>
                  </a:lnTo>
                  <a:lnTo>
                    <a:pt x="189" y="2846"/>
                  </a:lnTo>
                  <a:lnTo>
                    <a:pt x="293" y="2930"/>
                  </a:lnTo>
                  <a:lnTo>
                    <a:pt x="293" y="2888"/>
                  </a:lnTo>
                  <a:lnTo>
                    <a:pt x="419" y="2950"/>
                  </a:lnTo>
                  <a:lnTo>
                    <a:pt x="502" y="2950"/>
                  </a:lnTo>
                  <a:lnTo>
                    <a:pt x="628" y="3034"/>
                  </a:lnTo>
                  <a:lnTo>
                    <a:pt x="670" y="3160"/>
                  </a:lnTo>
                  <a:lnTo>
                    <a:pt x="586" y="3243"/>
                  </a:lnTo>
                  <a:lnTo>
                    <a:pt x="670" y="3327"/>
                  </a:lnTo>
                  <a:lnTo>
                    <a:pt x="670" y="3411"/>
                  </a:lnTo>
                  <a:lnTo>
                    <a:pt x="733" y="3411"/>
                  </a:lnTo>
                  <a:lnTo>
                    <a:pt x="879" y="3536"/>
                  </a:lnTo>
                  <a:lnTo>
                    <a:pt x="816" y="3641"/>
                  </a:lnTo>
                  <a:lnTo>
                    <a:pt x="733" y="3620"/>
                  </a:lnTo>
                  <a:lnTo>
                    <a:pt x="712" y="3662"/>
                  </a:lnTo>
                  <a:lnTo>
                    <a:pt x="795" y="3683"/>
                  </a:lnTo>
                  <a:lnTo>
                    <a:pt x="942" y="3662"/>
                  </a:lnTo>
                  <a:lnTo>
                    <a:pt x="1214" y="3662"/>
                  </a:lnTo>
                  <a:lnTo>
                    <a:pt x="1193" y="3725"/>
                  </a:lnTo>
                  <a:lnTo>
                    <a:pt x="1130" y="3767"/>
                  </a:lnTo>
                  <a:lnTo>
                    <a:pt x="1005" y="3829"/>
                  </a:lnTo>
                  <a:lnTo>
                    <a:pt x="816" y="3829"/>
                  </a:lnTo>
                  <a:lnTo>
                    <a:pt x="774" y="3871"/>
                  </a:lnTo>
                  <a:lnTo>
                    <a:pt x="837" y="3892"/>
                  </a:lnTo>
                  <a:lnTo>
                    <a:pt x="942" y="3871"/>
                  </a:lnTo>
                  <a:lnTo>
                    <a:pt x="1088" y="3871"/>
                  </a:lnTo>
                  <a:lnTo>
                    <a:pt x="1130" y="3829"/>
                  </a:lnTo>
                  <a:lnTo>
                    <a:pt x="1130" y="3934"/>
                  </a:lnTo>
                  <a:lnTo>
                    <a:pt x="1151" y="3955"/>
                  </a:lnTo>
                  <a:lnTo>
                    <a:pt x="1235" y="3871"/>
                  </a:lnTo>
                  <a:lnTo>
                    <a:pt x="1318" y="3767"/>
                  </a:lnTo>
                  <a:lnTo>
                    <a:pt x="1402" y="3767"/>
                  </a:lnTo>
                  <a:lnTo>
                    <a:pt x="1444" y="3829"/>
                  </a:lnTo>
                  <a:lnTo>
                    <a:pt x="1528" y="3829"/>
                  </a:lnTo>
                  <a:lnTo>
                    <a:pt x="1632" y="3892"/>
                  </a:lnTo>
                  <a:lnTo>
                    <a:pt x="1674" y="3829"/>
                  </a:lnTo>
                  <a:lnTo>
                    <a:pt x="1758" y="3850"/>
                  </a:lnTo>
                  <a:lnTo>
                    <a:pt x="1758" y="3892"/>
                  </a:lnTo>
                  <a:lnTo>
                    <a:pt x="1716" y="3934"/>
                  </a:lnTo>
                  <a:lnTo>
                    <a:pt x="1758" y="3997"/>
                  </a:lnTo>
                  <a:lnTo>
                    <a:pt x="1779" y="4080"/>
                  </a:lnTo>
                  <a:lnTo>
                    <a:pt x="1883" y="4185"/>
                  </a:lnTo>
                  <a:lnTo>
                    <a:pt x="1946" y="4164"/>
                  </a:lnTo>
                  <a:lnTo>
                    <a:pt x="2072" y="4206"/>
                  </a:lnTo>
                  <a:lnTo>
                    <a:pt x="2197" y="4185"/>
                  </a:lnTo>
                  <a:lnTo>
                    <a:pt x="2281" y="4143"/>
                  </a:lnTo>
                  <a:lnTo>
                    <a:pt x="2386" y="4143"/>
                  </a:lnTo>
                  <a:lnTo>
                    <a:pt x="2469" y="4080"/>
                  </a:lnTo>
                  <a:lnTo>
                    <a:pt x="2574" y="4143"/>
                  </a:lnTo>
                  <a:lnTo>
                    <a:pt x="2616" y="4080"/>
                  </a:lnTo>
                  <a:lnTo>
                    <a:pt x="2616" y="3955"/>
                  </a:lnTo>
                  <a:lnTo>
                    <a:pt x="2658" y="3871"/>
                  </a:lnTo>
                  <a:lnTo>
                    <a:pt x="2616" y="3767"/>
                  </a:lnTo>
                  <a:lnTo>
                    <a:pt x="2867" y="3746"/>
                  </a:lnTo>
                  <a:lnTo>
                    <a:pt x="3076" y="3746"/>
                  </a:lnTo>
                  <a:lnTo>
                    <a:pt x="3348" y="3892"/>
                  </a:lnTo>
                  <a:lnTo>
                    <a:pt x="3453" y="3892"/>
                  </a:lnTo>
                  <a:lnTo>
                    <a:pt x="3641" y="4143"/>
                  </a:lnTo>
                  <a:lnTo>
                    <a:pt x="3808" y="4248"/>
                  </a:lnTo>
                  <a:lnTo>
                    <a:pt x="4331" y="4185"/>
                  </a:lnTo>
                  <a:lnTo>
                    <a:pt x="4478" y="4101"/>
                  </a:lnTo>
                  <a:lnTo>
                    <a:pt x="4541" y="4101"/>
                  </a:lnTo>
                  <a:lnTo>
                    <a:pt x="4562" y="4143"/>
                  </a:lnTo>
                  <a:lnTo>
                    <a:pt x="4603" y="4080"/>
                  </a:lnTo>
                  <a:lnTo>
                    <a:pt x="4645" y="3976"/>
                  </a:lnTo>
                  <a:lnTo>
                    <a:pt x="4896" y="3725"/>
                  </a:lnTo>
                  <a:lnTo>
                    <a:pt x="4959" y="3683"/>
                  </a:lnTo>
                  <a:lnTo>
                    <a:pt x="5189" y="3767"/>
                  </a:lnTo>
                  <a:lnTo>
                    <a:pt x="5336" y="3850"/>
                  </a:lnTo>
                  <a:lnTo>
                    <a:pt x="5524" y="3787"/>
                  </a:lnTo>
                  <a:lnTo>
                    <a:pt x="5524" y="3746"/>
                  </a:lnTo>
                  <a:lnTo>
                    <a:pt x="5650" y="3662"/>
                  </a:lnTo>
                  <a:lnTo>
                    <a:pt x="5754" y="3683"/>
                  </a:lnTo>
                  <a:lnTo>
                    <a:pt x="5754" y="3767"/>
                  </a:lnTo>
                  <a:lnTo>
                    <a:pt x="5691" y="3934"/>
                  </a:lnTo>
                  <a:lnTo>
                    <a:pt x="5545" y="3997"/>
                  </a:lnTo>
                  <a:lnTo>
                    <a:pt x="5587" y="4059"/>
                  </a:lnTo>
                  <a:lnTo>
                    <a:pt x="5691" y="4185"/>
                  </a:lnTo>
                  <a:lnTo>
                    <a:pt x="5650" y="4269"/>
                  </a:lnTo>
                  <a:lnTo>
                    <a:pt x="5754" y="4290"/>
                  </a:lnTo>
                  <a:lnTo>
                    <a:pt x="5901" y="4269"/>
                  </a:lnTo>
                  <a:lnTo>
                    <a:pt x="6005" y="4206"/>
                  </a:lnTo>
                  <a:lnTo>
                    <a:pt x="5963" y="4080"/>
                  </a:lnTo>
                  <a:lnTo>
                    <a:pt x="6047" y="4059"/>
                  </a:lnTo>
                  <a:lnTo>
                    <a:pt x="6047" y="3829"/>
                  </a:lnTo>
                  <a:lnTo>
                    <a:pt x="6110" y="3746"/>
                  </a:lnTo>
                  <a:lnTo>
                    <a:pt x="6256" y="3787"/>
                  </a:lnTo>
                  <a:lnTo>
                    <a:pt x="6361" y="3829"/>
                  </a:lnTo>
                  <a:lnTo>
                    <a:pt x="6654" y="3683"/>
                  </a:lnTo>
                  <a:lnTo>
                    <a:pt x="6696" y="3683"/>
                  </a:lnTo>
                  <a:lnTo>
                    <a:pt x="6780" y="3641"/>
                  </a:lnTo>
                  <a:lnTo>
                    <a:pt x="7093" y="3620"/>
                  </a:lnTo>
                  <a:lnTo>
                    <a:pt x="7198" y="3641"/>
                  </a:lnTo>
                  <a:lnTo>
                    <a:pt x="7261" y="3683"/>
                  </a:lnTo>
                  <a:lnTo>
                    <a:pt x="7428" y="3746"/>
                  </a:lnTo>
                  <a:lnTo>
                    <a:pt x="7700" y="3746"/>
                  </a:lnTo>
                  <a:lnTo>
                    <a:pt x="7721" y="3683"/>
                  </a:lnTo>
                  <a:lnTo>
                    <a:pt x="7888" y="3641"/>
                  </a:lnTo>
                  <a:lnTo>
                    <a:pt x="7951" y="3557"/>
                  </a:lnTo>
                  <a:lnTo>
                    <a:pt x="8160" y="3474"/>
                  </a:lnTo>
                  <a:lnTo>
                    <a:pt x="8307" y="3474"/>
                  </a:lnTo>
                  <a:lnTo>
                    <a:pt x="8432" y="3453"/>
                  </a:lnTo>
                  <a:lnTo>
                    <a:pt x="8725" y="3474"/>
                  </a:lnTo>
                  <a:lnTo>
                    <a:pt x="8956" y="3411"/>
                  </a:lnTo>
                  <a:lnTo>
                    <a:pt x="9102" y="3411"/>
                  </a:lnTo>
                  <a:lnTo>
                    <a:pt x="9165" y="3432"/>
                  </a:lnTo>
                  <a:lnTo>
                    <a:pt x="9311" y="3306"/>
                  </a:lnTo>
                  <a:lnTo>
                    <a:pt x="9458" y="3306"/>
                  </a:lnTo>
                  <a:lnTo>
                    <a:pt x="9500" y="3264"/>
                  </a:lnTo>
                  <a:lnTo>
                    <a:pt x="9730" y="3264"/>
                  </a:lnTo>
                  <a:lnTo>
                    <a:pt x="9939" y="3327"/>
                  </a:lnTo>
                  <a:lnTo>
                    <a:pt x="10085" y="3264"/>
                  </a:lnTo>
                  <a:lnTo>
                    <a:pt x="10148" y="3327"/>
                  </a:lnTo>
                  <a:lnTo>
                    <a:pt x="10148" y="3432"/>
                  </a:lnTo>
                  <a:lnTo>
                    <a:pt x="10253" y="3474"/>
                  </a:lnTo>
                  <a:lnTo>
                    <a:pt x="10399" y="3453"/>
                  </a:lnTo>
                  <a:lnTo>
                    <a:pt x="10420" y="3348"/>
                  </a:lnTo>
                  <a:lnTo>
                    <a:pt x="10357" y="3223"/>
                  </a:lnTo>
                  <a:lnTo>
                    <a:pt x="10232" y="2992"/>
                  </a:lnTo>
                  <a:lnTo>
                    <a:pt x="10085" y="2930"/>
                  </a:lnTo>
                  <a:lnTo>
                    <a:pt x="10106" y="2846"/>
                  </a:lnTo>
                  <a:lnTo>
                    <a:pt x="10085" y="2699"/>
                  </a:lnTo>
                  <a:lnTo>
                    <a:pt x="10148" y="2511"/>
                  </a:lnTo>
                  <a:lnTo>
                    <a:pt x="10127" y="2469"/>
                  </a:lnTo>
                  <a:lnTo>
                    <a:pt x="10002" y="2427"/>
                  </a:lnTo>
                  <a:lnTo>
                    <a:pt x="10002" y="2281"/>
                  </a:lnTo>
                  <a:lnTo>
                    <a:pt x="10002" y="2176"/>
                  </a:lnTo>
                  <a:lnTo>
                    <a:pt x="9939" y="1967"/>
                  </a:lnTo>
                  <a:lnTo>
                    <a:pt x="9897" y="1842"/>
                  </a:lnTo>
                  <a:lnTo>
                    <a:pt x="9897" y="1779"/>
                  </a:lnTo>
                  <a:lnTo>
                    <a:pt x="10044" y="1779"/>
                  </a:lnTo>
                  <a:lnTo>
                    <a:pt x="10106" y="1632"/>
                  </a:lnTo>
                  <a:lnTo>
                    <a:pt x="10148" y="1570"/>
                  </a:lnTo>
                  <a:lnTo>
                    <a:pt x="10148" y="1528"/>
                  </a:lnTo>
                  <a:lnTo>
                    <a:pt x="10106" y="1444"/>
                  </a:lnTo>
                  <a:lnTo>
                    <a:pt x="10002" y="1360"/>
                  </a:lnTo>
                  <a:lnTo>
                    <a:pt x="9709" y="1360"/>
                  </a:lnTo>
                  <a:lnTo>
                    <a:pt x="9562" y="1256"/>
                  </a:lnTo>
                  <a:lnTo>
                    <a:pt x="9520" y="1026"/>
                  </a:lnTo>
                  <a:lnTo>
                    <a:pt x="9583" y="837"/>
                  </a:lnTo>
                  <a:lnTo>
                    <a:pt x="9500" y="733"/>
                  </a:lnTo>
                  <a:lnTo>
                    <a:pt x="9395" y="712"/>
                  </a:lnTo>
                  <a:lnTo>
                    <a:pt x="9395" y="628"/>
                  </a:lnTo>
                  <a:lnTo>
                    <a:pt x="9290" y="523"/>
                  </a:lnTo>
                  <a:lnTo>
                    <a:pt x="9186" y="502"/>
                  </a:lnTo>
                  <a:lnTo>
                    <a:pt x="8956" y="293"/>
                  </a:lnTo>
                  <a:lnTo>
                    <a:pt x="8851" y="272"/>
                  </a:lnTo>
                  <a:lnTo>
                    <a:pt x="8767" y="335"/>
                  </a:lnTo>
                  <a:lnTo>
                    <a:pt x="8725" y="335"/>
                  </a:lnTo>
                  <a:lnTo>
                    <a:pt x="8558" y="293"/>
                  </a:lnTo>
                  <a:lnTo>
                    <a:pt x="8516" y="377"/>
                  </a:lnTo>
                  <a:lnTo>
                    <a:pt x="8432" y="335"/>
                  </a:lnTo>
                  <a:lnTo>
                    <a:pt x="8412" y="230"/>
                  </a:lnTo>
                  <a:lnTo>
                    <a:pt x="8349" y="230"/>
                  </a:lnTo>
                  <a:lnTo>
                    <a:pt x="8328" y="272"/>
                  </a:lnTo>
                  <a:lnTo>
                    <a:pt x="8244" y="419"/>
                  </a:lnTo>
                  <a:lnTo>
                    <a:pt x="8098" y="502"/>
                  </a:lnTo>
                  <a:lnTo>
                    <a:pt x="7909" y="607"/>
                  </a:lnTo>
                  <a:lnTo>
                    <a:pt x="7888" y="691"/>
                  </a:lnTo>
                  <a:lnTo>
                    <a:pt x="7700" y="712"/>
                  </a:lnTo>
                  <a:lnTo>
                    <a:pt x="7616" y="754"/>
                  </a:lnTo>
                  <a:lnTo>
                    <a:pt x="7386" y="712"/>
                  </a:lnTo>
                  <a:lnTo>
                    <a:pt x="7324" y="649"/>
                  </a:lnTo>
                  <a:lnTo>
                    <a:pt x="7219" y="649"/>
                  </a:lnTo>
                  <a:lnTo>
                    <a:pt x="7198" y="628"/>
                  </a:lnTo>
                  <a:lnTo>
                    <a:pt x="7093" y="691"/>
                  </a:lnTo>
                  <a:lnTo>
                    <a:pt x="6884" y="691"/>
                  </a:lnTo>
                  <a:lnTo>
                    <a:pt x="6633" y="795"/>
                  </a:lnTo>
                  <a:lnTo>
                    <a:pt x="6445" y="754"/>
                  </a:lnTo>
                  <a:lnTo>
                    <a:pt x="6319" y="649"/>
                  </a:lnTo>
                  <a:lnTo>
                    <a:pt x="6235" y="712"/>
                  </a:lnTo>
                  <a:lnTo>
                    <a:pt x="6026" y="607"/>
                  </a:lnTo>
                  <a:lnTo>
                    <a:pt x="5901" y="586"/>
                  </a:lnTo>
                  <a:lnTo>
                    <a:pt x="5712" y="440"/>
                  </a:lnTo>
                  <a:lnTo>
                    <a:pt x="5629" y="440"/>
                  </a:lnTo>
                  <a:lnTo>
                    <a:pt x="5587" y="523"/>
                  </a:lnTo>
                  <a:lnTo>
                    <a:pt x="5503" y="502"/>
                  </a:lnTo>
                  <a:lnTo>
                    <a:pt x="5399" y="377"/>
                  </a:lnTo>
                  <a:lnTo>
                    <a:pt x="5378" y="210"/>
                  </a:lnTo>
                  <a:lnTo>
                    <a:pt x="5273" y="126"/>
                  </a:lnTo>
                  <a:lnTo>
                    <a:pt x="5210" y="168"/>
                  </a:lnTo>
                  <a:lnTo>
                    <a:pt x="5085" y="293"/>
                  </a:lnTo>
                  <a:lnTo>
                    <a:pt x="5022" y="272"/>
                  </a:lnTo>
                  <a:lnTo>
                    <a:pt x="4980" y="314"/>
                  </a:lnTo>
                  <a:lnTo>
                    <a:pt x="4771" y="105"/>
                  </a:lnTo>
                  <a:lnTo>
                    <a:pt x="4750" y="0"/>
                  </a:lnTo>
                  <a:close/>
                </a:path>
              </a:pathLst>
            </a:custGeom>
            <a:solidFill>
              <a:srgbClr val="5F7D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031" name="Google Shape;6031;p36"/>
            <p:cNvSpPr/>
            <p:nvPr/>
          </p:nvSpPr>
          <p:spPr>
            <a:xfrm>
              <a:off x="3914265" y="2848854"/>
              <a:ext cx="18945" cy="15956"/>
            </a:xfrm>
            <a:custGeom>
              <a:rect b="b" l="l" r="r" t="t"/>
              <a:pathLst>
                <a:path extrusionOk="0" h="1403" w="1591">
                  <a:moveTo>
                    <a:pt x="503" y="0"/>
                  </a:moveTo>
                  <a:lnTo>
                    <a:pt x="419" y="84"/>
                  </a:lnTo>
                  <a:lnTo>
                    <a:pt x="335" y="84"/>
                  </a:lnTo>
                  <a:lnTo>
                    <a:pt x="231" y="189"/>
                  </a:lnTo>
                  <a:lnTo>
                    <a:pt x="210" y="356"/>
                  </a:lnTo>
                  <a:lnTo>
                    <a:pt x="335" y="398"/>
                  </a:lnTo>
                  <a:lnTo>
                    <a:pt x="335" y="523"/>
                  </a:lnTo>
                  <a:lnTo>
                    <a:pt x="189" y="628"/>
                  </a:lnTo>
                  <a:lnTo>
                    <a:pt x="210" y="733"/>
                  </a:lnTo>
                  <a:lnTo>
                    <a:pt x="126" y="879"/>
                  </a:lnTo>
                  <a:lnTo>
                    <a:pt x="1" y="921"/>
                  </a:lnTo>
                  <a:lnTo>
                    <a:pt x="22" y="921"/>
                  </a:lnTo>
                  <a:lnTo>
                    <a:pt x="84" y="1025"/>
                  </a:lnTo>
                  <a:lnTo>
                    <a:pt x="168" y="1088"/>
                  </a:lnTo>
                  <a:lnTo>
                    <a:pt x="231" y="1046"/>
                  </a:lnTo>
                  <a:lnTo>
                    <a:pt x="294" y="1088"/>
                  </a:lnTo>
                  <a:lnTo>
                    <a:pt x="398" y="1046"/>
                  </a:lnTo>
                  <a:lnTo>
                    <a:pt x="294" y="1130"/>
                  </a:lnTo>
                  <a:lnTo>
                    <a:pt x="231" y="1130"/>
                  </a:lnTo>
                  <a:lnTo>
                    <a:pt x="168" y="1318"/>
                  </a:lnTo>
                  <a:lnTo>
                    <a:pt x="189" y="1402"/>
                  </a:lnTo>
                  <a:lnTo>
                    <a:pt x="419" y="1193"/>
                  </a:lnTo>
                  <a:lnTo>
                    <a:pt x="712" y="1025"/>
                  </a:lnTo>
                  <a:lnTo>
                    <a:pt x="796" y="879"/>
                  </a:lnTo>
                  <a:lnTo>
                    <a:pt x="900" y="816"/>
                  </a:lnTo>
                  <a:lnTo>
                    <a:pt x="1110" y="837"/>
                  </a:lnTo>
                  <a:lnTo>
                    <a:pt x="1152" y="795"/>
                  </a:lnTo>
                  <a:lnTo>
                    <a:pt x="1277" y="795"/>
                  </a:lnTo>
                  <a:lnTo>
                    <a:pt x="1361" y="816"/>
                  </a:lnTo>
                  <a:lnTo>
                    <a:pt x="1486" y="837"/>
                  </a:lnTo>
                  <a:lnTo>
                    <a:pt x="1591" y="733"/>
                  </a:lnTo>
                  <a:lnTo>
                    <a:pt x="1591" y="670"/>
                  </a:lnTo>
                  <a:lnTo>
                    <a:pt x="1486" y="607"/>
                  </a:lnTo>
                  <a:lnTo>
                    <a:pt x="1361" y="481"/>
                  </a:lnTo>
                  <a:lnTo>
                    <a:pt x="1235" y="461"/>
                  </a:lnTo>
                  <a:lnTo>
                    <a:pt x="1047" y="293"/>
                  </a:lnTo>
                  <a:lnTo>
                    <a:pt x="1026" y="84"/>
                  </a:lnTo>
                  <a:lnTo>
                    <a:pt x="921" y="63"/>
                  </a:lnTo>
                  <a:lnTo>
                    <a:pt x="817" y="147"/>
                  </a:lnTo>
                  <a:lnTo>
                    <a:pt x="649" y="0"/>
                  </a:lnTo>
                  <a:close/>
                </a:path>
              </a:pathLst>
            </a:custGeom>
            <a:solidFill>
              <a:srgbClr val="5F7D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032" name="Google Shape;6032;p36"/>
            <p:cNvSpPr/>
            <p:nvPr/>
          </p:nvSpPr>
          <p:spPr>
            <a:xfrm>
              <a:off x="4004703" y="2885735"/>
              <a:ext cx="66539" cy="61161"/>
            </a:xfrm>
            <a:custGeom>
              <a:rect b="b" l="l" r="r" t="t"/>
              <a:pathLst>
                <a:path extrusionOk="0" h="5378" w="5588">
                  <a:moveTo>
                    <a:pt x="2031" y="0"/>
                  </a:moveTo>
                  <a:lnTo>
                    <a:pt x="1989" y="42"/>
                  </a:lnTo>
                  <a:lnTo>
                    <a:pt x="1842" y="42"/>
                  </a:lnTo>
                  <a:lnTo>
                    <a:pt x="1696" y="168"/>
                  </a:lnTo>
                  <a:lnTo>
                    <a:pt x="1717" y="189"/>
                  </a:lnTo>
                  <a:lnTo>
                    <a:pt x="1633" y="314"/>
                  </a:lnTo>
                  <a:lnTo>
                    <a:pt x="1591" y="314"/>
                  </a:lnTo>
                  <a:lnTo>
                    <a:pt x="1466" y="419"/>
                  </a:lnTo>
                  <a:lnTo>
                    <a:pt x="1215" y="482"/>
                  </a:lnTo>
                  <a:lnTo>
                    <a:pt x="1110" y="670"/>
                  </a:lnTo>
                  <a:lnTo>
                    <a:pt x="1110" y="837"/>
                  </a:lnTo>
                  <a:lnTo>
                    <a:pt x="1215" y="1047"/>
                  </a:lnTo>
                  <a:lnTo>
                    <a:pt x="1215" y="1235"/>
                  </a:lnTo>
                  <a:lnTo>
                    <a:pt x="1110" y="1444"/>
                  </a:lnTo>
                  <a:lnTo>
                    <a:pt x="1173" y="1549"/>
                  </a:lnTo>
                  <a:lnTo>
                    <a:pt x="1152" y="1716"/>
                  </a:lnTo>
                  <a:lnTo>
                    <a:pt x="1068" y="1842"/>
                  </a:lnTo>
                  <a:lnTo>
                    <a:pt x="1005" y="1925"/>
                  </a:lnTo>
                  <a:lnTo>
                    <a:pt x="1" y="2658"/>
                  </a:lnTo>
                  <a:lnTo>
                    <a:pt x="273" y="3411"/>
                  </a:lnTo>
                  <a:lnTo>
                    <a:pt x="775" y="3453"/>
                  </a:lnTo>
                  <a:lnTo>
                    <a:pt x="3474" y="5336"/>
                  </a:lnTo>
                  <a:lnTo>
                    <a:pt x="4562" y="5378"/>
                  </a:lnTo>
                  <a:lnTo>
                    <a:pt x="4709" y="5106"/>
                  </a:lnTo>
                  <a:lnTo>
                    <a:pt x="4834" y="4855"/>
                  </a:lnTo>
                  <a:lnTo>
                    <a:pt x="5085" y="4708"/>
                  </a:lnTo>
                  <a:lnTo>
                    <a:pt x="5274" y="4792"/>
                  </a:lnTo>
                  <a:lnTo>
                    <a:pt x="5399" y="4750"/>
                  </a:lnTo>
                  <a:lnTo>
                    <a:pt x="5462" y="4771"/>
                  </a:lnTo>
                  <a:lnTo>
                    <a:pt x="5546" y="4645"/>
                  </a:lnTo>
                  <a:lnTo>
                    <a:pt x="5588" y="4604"/>
                  </a:lnTo>
                  <a:lnTo>
                    <a:pt x="5546" y="4583"/>
                  </a:lnTo>
                  <a:lnTo>
                    <a:pt x="5441" y="4541"/>
                  </a:lnTo>
                  <a:lnTo>
                    <a:pt x="5337" y="4457"/>
                  </a:lnTo>
                  <a:lnTo>
                    <a:pt x="5274" y="4122"/>
                  </a:lnTo>
                  <a:lnTo>
                    <a:pt x="5085" y="4122"/>
                  </a:lnTo>
                  <a:lnTo>
                    <a:pt x="5064" y="3955"/>
                  </a:lnTo>
                  <a:lnTo>
                    <a:pt x="5064" y="3767"/>
                  </a:lnTo>
                  <a:lnTo>
                    <a:pt x="5190" y="3662"/>
                  </a:lnTo>
                  <a:lnTo>
                    <a:pt x="5064" y="3411"/>
                  </a:lnTo>
                  <a:lnTo>
                    <a:pt x="4960" y="3348"/>
                  </a:lnTo>
                  <a:lnTo>
                    <a:pt x="4855" y="3139"/>
                  </a:lnTo>
                  <a:lnTo>
                    <a:pt x="4772" y="3097"/>
                  </a:lnTo>
                  <a:lnTo>
                    <a:pt x="4730" y="3118"/>
                  </a:lnTo>
                  <a:lnTo>
                    <a:pt x="4290" y="2825"/>
                  </a:lnTo>
                  <a:lnTo>
                    <a:pt x="4186" y="2867"/>
                  </a:lnTo>
                  <a:lnTo>
                    <a:pt x="4123" y="2888"/>
                  </a:lnTo>
                  <a:lnTo>
                    <a:pt x="4018" y="2804"/>
                  </a:lnTo>
                  <a:lnTo>
                    <a:pt x="4018" y="2720"/>
                  </a:lnTo>
                  <a:lnTo>
                    <a:pt x="3997" y="2699"/>
                  </a:lnTo>
                  <a:lnTo>
                    <a:pt x="4039" y="2574"/>
                  </a:lnTo>
                  <a:lnTo>
                    <a:pt x="3914" y="2469"/>
                  </a:lnTo>
                  <a:lnTo>
                    <a:pt x="3893" y="2386"/>
                  </a:lnTo>
                  <a:lnTo>
                    <a:pt x="3788" y="2365"/>
                  </a:lnTo>
                  <a:lnTo>
                    <a:pt x="3704" y="2281"/>
                  </a:lnTo>
                  <a:lnTo>
                    <a:pt x="3621" y="2260"/>
                  </a:lnTo>
                  <a:lnTo>
                    <a:pt x="3621" y="2176"/>
                  </a:lnTo>
                  <a:lnTo>
                    <a:pt x="3684" y="2135"/>
                  </a:lnTo>
                  <a:lnTo>
                    <a:pt x="3663" y="2072"/>
                  </a:lnTo>
                  <a:lnTo>
                    <a:pt x="3684" y="1988"/>
                  </a:lnTo>
                  <a:lnTo>
                    <a:pt x="3684" y="1779"/>
                  </a:lnTo>
                  <a:lnTo>
                    <a:pt x="3725" y="1737"/>
                  </a:lnTo>
                  <a:lnTo>
                    <a:pt x="3767" y="1549"/>
                  </a:lnTo>
                  <a:lnTo>
                    <a:pt x="3830" y="1549"/>
                  </a:lnTo>
                  <a:lnTo>
                    <a:pt x="3914" y="1528"/>
                  </a:lnTo>
                  <a:lnTo>
                    <a:pt x="3914" y="1319"/>
                  </a:lnTo>
                  <a:lnTo>
                    <a:pt x="3872" y="1298"/>
                  </a:lnTo>
                  <a:lnTo>
                    <a:pt x="3830" y="1130"/>
                  </a:lnTo>
                  <a:lnTo>
                    <a:pt x="3914" y="1130"/>
                  </a:lnTo>
                  <a:lnTo>
                    <a:pt x="4018" y="1088"/>
                  </a:lnTo>
                  <a:lnTo>
                    <a:pt x="4081" y="1047"/>
                  </a:lnTo>
                  <a:lnTo>
                    <a:pt x="4018" y="1026"/>
                  </a:lnTo>
                  <a:lnTo>
                    <a:pt x="3935" y="984"/>
                  </a:lnTo>
                  <a:lnTo>
                    <a:pt x="3809" y="1005"/>
                  </a:lnTo>
                  <a:lnTo>
                    <a:pt x="3725" y="984"/>
                  </a:lnTo>
                  <a:lnTo>
                    <a:pt x="3516" y="879"/>
                  </a:lnTo>
                  <a:lnTo>
                    <a:pt x="3453" y="837"/>
                  </a:lnTo>
                  <a:lnTo>
                    <a:pt x="3349" y="795"/>
                  </a:lnTo>
                  <a:lnTo>
                    <a:pt x="3286" y="670"/>
                  </a:lnTo>
                  <a:lnTo>
                    <a:pt x="3244" y="565"/>
                  </a:lnTo>
                  <a:lnTo>
                    <a:pt x="3140" y="565"/>
                  </a:lnTo>
                  <a:lnTo>
                    <a:pt x="3077" y="419"/>
                  </a:lnTo>
                  <a:lnTo>
                    <a:pt x="3098" y="314"/>
                  </a:lnTo>
                  <a:lnTo>
                    <a:pt x="3035" y="189"/>
                  </a:lnTo>
                  <a:lnTo>
                    <a:pt x="2930" y="168"/>
                  </a:lnTo>
                  <a:lnTo>
                    <a:pt x="2784" y="210"/>
                  </a:lnTo>
                  <a:lnTo>
                    <a:pt x="2679" y="168"/>
                  </a:lnTo>
                  <a:lnTo>
                    <a:pt x="2679" y="63"/>
                  </a:lnTo>
                  <a:lnTo>
                    <a:pt x="2616" y="0"/>
                  </a:lnTo>
                  <a:lnTo>
                    <a:pt x="2470" y="63"/>
                  </a:lnTo>
                  <a:lnTo>
                    <a:pt x="2261" y="0"/>
                  </a:lnTo>
                  <a:close/>
                </a:path>
              </a:pathLst>
            </a:custGeom>
            <a:solidFill>
              <a:srgbClr val="5F7D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033" name="Google Shape;6033;p36"/>
            <p:cNvSpPr/>
            <p:nvPr/>
          </p:nvSpPr>
          <p:spPr>
            <a:xfrm>
              <a:off x="4059025" y="2939277"/>
              <a:ext cx="11967" cy="11668"/>
            </a:xfrm>
            <a:custGeom>
              <a:rect b="b" l="l" r="r" t="t"/>
              <a:pathLst>
                <a:path extrusionOk="0" h="1026" w="1005">
                  <a:moveTo>
                    <a:pt x="523" y="0"/>
                  </a:moveTo>
                  <a:lnTo>
                    <a:pt x="272" y="147"/>
                  </a:lnTo>
                  <a:lnTo>
                    <a:pt x="147" y="398"/>
                  </a:lnTo>
                  <a:lnTo>
                    <a:pt x="0" y="670"/>
                  </a:lnTo>
                  <a:lnTo>
                    <a:pt x="84" y="670"/>
                  </a:lnTo>
                  <a:lnTo>
                    <a:pt x="607" y="816"/>
                  </a:lnTo>
                  <a:lnTo>
                    <a:pt x="628" y="1025"/>
                  </a:lnTo>
                  <a:lnTo>
                    <a:pt x="1005" y="879"/>
                  </a:lnTo>
                  <a:lnTo>
                    <a:pt x="942" y="795"/>
                  </a:lnTo>
                  <a:lnTo>
                    <a:pt x="942" y="774"/>
                  </a:lnTo>
                  <a:lnTo>
                    <a:pt x="984" y="774"/>
                  </a:lnTo>
                  <a:lnTo>
                    <a:pt x="921" y="691"/>
                  </a:lnTo>
                  <a:lnTo>
                    <a:pt x="921" y="607"/>
                  </a:lnTo>
                  <a:lnTo>
                    <a:pt x="879" y="502"/>
                  </a:lnTo>
                  <a:lnTo>
                    <a:pt x="837" y="565"/>
                  </a:lnTo>
                  <a:lnTo>
                    <a:pt x="607" y="419"/>
                  </a:lnTo>
                  <a:lnTo>
                    <a:pt x="942" y="356"/>
                  </a:lnTo>
                  <a:lnTo>
                    <a:pt x="900" y="84"/>
                  </a:lnTo>
                  <a:lnTo>
                    <a:pt x="900" y="63"/>
                  </a:lnTo>
                  <a:lnTo>
                    <a:pt x="837" y="42"/>
                  </a:lnTo>
                  <a:lnTo>
                    <a:pt x="712" y="84"/>
                  </a:lnTo>
                  <a:lnTo>
                    <a:pt x="523" y="0"/>
                  </a:lnTo>
                  <a:close/>
                </a:path>
              </a:pathLst>
            </a:custGeom>
            <a:solidFill>
              <a:srgbClr val="5F7D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034" name="Google Shape;6034;p36"/>
            <p:cNvSpPr/>
            <p:nvPr/>
          </p:nvSpPr>
          <p:spPr>
            <a:xfrm>
              <a:off x="3959359" y="2899768"/>
              <a:ext cx="15468" cy="8347"/>
            </a:xfrm>
            <a:custGeom>
              <a:rect b="b" l="l" r="r" t="t"/>
              <a:pathLst>
                <a:path extrusionOk="0" h="734" w="1299">
                  <a:moveTo>
                    <a:pt x="1194" y="1"/>
                  </a:moveTo>
                  <a:lnTo>
                    <a:pt x="1005" y="105"/>
                  </a:lnTo>
                  <a:lnTo>
                    <a:pt x="775" y="210"/>
                  </a:lnTo>
                  <a:lnTo>
                    <a:pt x="608" y="210"/>
                  </a:lnTo>
                  <a:lnTo>
                    <a:pt x="482" y="168"/>
                  </a:lnTo>
                  <a:lnTo>
                    <a:pt x="378" y="168"/>
                  </a:lnTo>
                  <a:lnTo>
                    <a:pt x="378" y="231"/>
                  </a:lnTo>
                  <a:lnTo>
                    <a:pt x="357" y="315"/>
                  </a:lnTo>
                  <a:lnTo>
                    <a:pt x="273" y="336"/>
                  </a:lnTo>
                  <a:lnTo>
                    <a:pt x="147" y="294"/>
                  </a:lnTo>
                  <a:lnTo>
                    <a:pt x="85" y="377"/>
                  </a:lnTo>
                  <a:lnTo>
                    <a:pt x="1" y="398"/>
                  </a:lnTo>
                  <a:lnTo>
                    <a:pt x="1" y="524"/>
                  </a:lnTo>
                  <a:lnTo>
                    <a:pt x="85" y="629"/>
                  </a:lnTo>
                  <a:lnTo>
                    <a:pt x="210" y="712"/>
                  </a:lnTo>
                  <a:lnTo>
                    <a:pt x="378" y="691"/>
                  </a:lnTo>
                  <a:lnTo>
                    <a:pt x="461" y="733"/>
                  </a:lnTo>
                  <a:lnTo>
                    <a:pt x="503" y="691"/>
                  </a:lnTo>
                  <a:lnTo>
                    <a:pt x="629" y="649"/>
                  </a:lnTo>
                  <a:lnTo>
                    <a:pt x="775" y="545"/>
                  </a:lnTo>
                  <a:lnTo>
                    <a:pt x="838" y="503"/>
                  </a:lnTo>
                  <a:lnTo>
                    <a:pt x="1005" y="524"/>
                  </a:lnTo>
                  <a:lnTo>
                    <a:pt x="1005" y="419"/>
                  </a:lnTo>
                  <a:lnTo>
                    <a:pt x="984" y="315"/>
                  </a:lnTo>
                  <a:lnTo>
                    <a:pt x="1110" y="168"/>
                  </a:lnTo>
                  <a:lnTo>
                    <a:pt x="1235" y="85"/>
                  </a:lnTo>
                  <a:lnTo>
                    <a:pt x="1298" y="22"/>
                  </a:lnTo>
                  <a:lnTo>
                    <a:pt x="1256" y="1"/>
                  </a:lnTo>
                  <a:close/>
                </a:path>
              </a:pathLst>
            </a:custGeom>
            <a:solidFill>
              <a:srgbClr val="5F7D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035" name="Google Shape;6035;p36"/>
            <p:cNvSpPr/>
            <p:nvPr/>
          </p:nvSpPr>
          <p:spPr>
            <a:xfrm>
              <a:off x="3982281" y="2887395"/>
              <a:ext cx="42867" cy="36426"/>
            </a:xfrm>
            <a:custGeom>
              <a:rect b="b" l="l" r="r" t="t"/>
              <a:pathLst>
                <a:path extrusionOk="0" h="3203" w="3600">
                  <a:moveTo>
                    <a:pt x="3370" y="1"/>
                  </a:moveTo>
                  <a:lnTo>
                    <a:pt x="3139" y="64"/>
                  </a:lnTo>
                  <a:lnTo>
                    <a:pt x="2846" y="43"/>
                  </a:lnTo>
                  <a:lnTo>
                    <a:pt x="2721" y="64"/>
                  </a:lnTo>
                  <a:lnTo>
                    <a:pt x="2574" y="64"/>
                  </a:lnTo>
                  <a:lnTo>
                    <a:pt x="2365" y="147"/>
                  </a:lnTo>
                  <a:lnTo>
                    <a:pt x="2302" y="231"/>
                  </a:lnTo>
                  <a:lnTo>
                    <a:pt x="2135" y="273"/>
                  </a:lnTo>
                  <a:lnTo>
                    <a:pt x="2114" y="336"/>
                  </a:lnTo>
                  <a:lnTo>
                    <a:pt x="1842" y="336"/>
                  </a:lnTo>
                  <a:lnTo>
                    <a:pt x="1675" y="273"/>
                  </a:lnTo>
                  <a:lnTo>
                    <a:pt x="1612" y="231"/>
                  </a:lnTo>
                  <a:lnTo>
                    <a:pt x="1507" y="210"/>
                  </a:lnTo>
                  <a:lnTo>
                    <a:pt x="1194" y="231"/>
                  </a:lnTo>
                  <a:lnTo>
                    <a:pt x="1110" y="273"/>
                  </a:lnTo>
                  <a:lnTo>
                    <a:pt x="1068" y="273"/>
                  </a:lnTo>
                  <a:lnTo>
                    <a:pt x="775" y="419"/>
                  </a:lnTo>
                  <a:lnTo>
                    <a:pt x="670" y="377"/>
                  </a:lnTo>
                  <a:lnTo>
                    <a:pt x="524" y="336"/>
                  </a:lnTo>
                  <a:lnTo>
                    <a:pt x="461" y="419"/>
                  </a:lnTo>
                  <a:lnTo>
                    <a:pt x="461" y="649"/>
                  </a:lnTo>
                  <a:lnTo>
                    <a:pt x="377" y="670"/>
                  </a:lnTo>
                  <a:lnTo>
                    <a:pt x="419" y="796"/>
                  </a:lnTo>
                  <a:lnTo>
                    <a:pt x="315" y="859"/>
                  </a:lnTo>
                  <a:lnTo>
                    <a:pt x="168" y="880"/>
                  </a:lnTo>
                  <a:lnTo>
                    <a:pt x="64" y="859"/>
                  </a:lnTo>
                  <a:lnTo>
                    <a:pt x="1" y="901"/>
                  </a:lnTo>
                  <a:lnTo>
                    <a:pt x="22" y="1068"/>
                  </a:lnTo>
                  <a:lnTo>
                    <a:pt x="105" y="1277"/>
                  </a:lnTo>
                  <a:lnTo>
                    <a:pt x="147" y="1403"/>
                  </a:lnTo>
                  <a:lnTo>
                    <a:pt x="126" y="1528"/>
                  </a:lnTo>
                  <a:lnTo>
                    <a:pt x="105" y="1779"/>
                  </a:lnTo>
                  <a:lnTo>
                    <a:pt x="336" y="1779"/>
                  </a:lnTo>
                  <a:lnTo>
                    <a:pt x="377" y="1905"/>
                  </a:lnTo>
                  <a:lnTo>
                    <a:pt x="482" y="1947"/>
                  </a:lnTo>
                  <a:lnTo>
                    <a:pt x="482" y="2114"/>
                  </a:lnTo>
                  <a:lnTo>
                    <a:pt x="545" y="2198"/>
                  </a:lnTo>
                  <a:lnTo>
                    <a:pt x="461" y="2219"/>
                  </a:lnTo>
                  <a:lnTo>
                    <a:pt x="419" y="2219"/>
                  </a:lnTo>
                  <a:lnTo>
                    <a:pt x="315" y="2302"/>
                  </a:lnTo>
                  <a:lnTo>
                    <a:pt x="252" y="2449"/>
                  </a:lnTo>
                  <a:lnTo>
                    <a:pt x="168" y="2574"/>
                  </a:lnTo>
                  <a:lnTo>
                    <a:pt x="147" y="2574"/>
                  </a:lnTo>
                  <a:lnTo>
                    <a:pt x="168" y="2616"/>
                  </a:lnTo>
                  <a:lnTo>
                    <a:pt x="252" y="2679"/>
                  </a:lnTo>
                  <a:lnTo>
                    <a:pt x="273" y="2888"/>
                  </a:lnTo>
                  <a:lnTo>
                    <a:pt x="252" y="2993"/>
                  </a:lnTo>
                  <a:lnTo>
                    <a:pt x="315" y="2993"/>
                  </a:lnTo>
                  <a:lnTo>
                    <a:pt x="482" y="3077"/>
                  </a:lnTo>
                  <a:lnTo>
                    <a:pt x="629" y="3181"/>
                  </a:lnTo>
                  <a:lnTo>
                    <a:pt x="649" y="3181"/>
                  </a:lnTo>
                  <a:lnTo>
                    <a:pt x="733" y="3202"/>
                  </a:lnTo>
                  <a:lnTo>
                    <a:pt x="1884" y="2512"/>
                  </a:lnTo>
                  <a:lnTo>
                    <a:pt x="2888" y="1779"/>
                  </a:lnTo>
                  <a:lnTo>
                    <a:pt x="2951" y="1696"/>
                  </a:lnTo>
                  <a:lnTo>
                    <a:pt x="3035" y="1570"/>
                  </a:lnTo>
                  <a:lnTo>
                    <a:pt x="3056" y="1403"/>
                  </a:lnTo>
                  <a:lnTo>
                    <a:pt x="2993" y="1298"/>
                  </a:lnTo>
                  <a:lnTo>
                    <a:pt x="3098" y="1089"/>
                  </a:lnTo>
                  <a:lnTo>
                    <a:pt x="3098" y="901"/>
                  </a:lnTo>
                  <a:lnTo>
                    <a:pt x="2993" y="691"/>
                  </a:lnTo>
                  <a:lnTo>
                    <a:pt x="2993" y="524"/>
                  </a:lnTo>
                  <a:lnTo>
                    <a:pt x="3098" y="336"/>
                  </a:lnTo>
                  <a:lnTo>
                    <a:pt x="3349" y="273"/>
                  </a:lnTo>
                  <a:lnTo>
                    <a:pt x="3474" y="168"/>
                  </a:lnTo>
                  <a:lnTo>
                    <a:pt x="3516" y="168"/>
                  </a:lnTo>
                  <a:lnTo>
                    <a:pt x="3600" y="43"/>
                  </a:lnTo>
                  <a:lnTo>
                    <a:pt x="3579" y="22"/>
                  </a:lnTo>
                  <a:lnTo>
                    <a:pt x="3516" y="1"/>
                  </a:lnTo>
                  <a:close/>
                </a:path>
              </a:pathLst>
            </a:custGeom>
            <a:solidFill>
              <a:srgbClr val="5F7D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036" name="Google Shape;6036;p36"/>
            <p:cNvSpPr/>
            <p:nvPr/>
          </p:nvSpPr>
          <p:spPr>
            <a:xfrm>
              <a:off x="3973565" y="2916668"/>
              <a:ext cx="10479" cy="29045"/>
            </a:xfrm>
            <a:custGeom>
              <a:rect b="b" l="l" r="r" t="t"/>
              <a:pathLst>
                <a:path extrusionOk="0" h="2554" w="880">
                  <a:moveTo>
                    <a:pt x="837" y="0"/>
                  </a:moveTo>
                  <a:lnTo>
                    <a:pt x="754" y="105"/>
                  </a:lnTo>
                  <a:lnTo>
                    <a:pt x="565" y="147"/>
                  </a:lnTo>
                  <a:lnTo>
                    <a:pt x="524" y="105"/>
                  </a:lnTo>
                  <a:lnTo>
                    <a:pt x="377" y="252"/>
                  </a:lnTo>
                  <a:lnTo>
                    <a:pt x="335" y="670"/>
                  </a:lnTo>
                  <a:lnTo>
                    <a:pt x="168" y="1005"/>
                  </a:lnTo>
                  <a:lnTo>
                    <a:pt x="1" y="1235"/>
                  </a:lnTo>
                  <a:lnTo>
                    <a:pt x="63" y="1256"/>
                  </a:lnTo>
                  <a:lnTo>
                    <a:pt x="168" y="1444"/>
                  </a:lnTo>
                  <a:lnTo>
                    <a:pt x="231" y="1653"/>
                  </a:lnTo>
                  <a:lnTo>
                    <a:pt x="377" y="1884"/>
                  </a:lnTo>
                  <a:lnTo>
                    <a:pt x="524" y="2197"/>
                  </a:lnTo>
                  <a:lnTo>
                    <a:pt x="461" y="2344"/>
                  </a:lnTo>
                  <a:lnTo>
                    <a:pt x="545" y="2553"/>
                  </a:lnTo>
                  <a:lnTo>
                    <a:pt x="628" y="2448"/>
                  </a:lnTo>
                  <a:lnTo>
                    <a:pt x="628" y="2407"/>
                  </a:lnTo>
                  <a:lnTo>
                    <a:pt x="628" y="2344"/>
                  </a:lnTo>
                  <a:lnTo>
                    <a:pt x="670" y="2281"/>
                  </a:lnTo>
                  <a:lnTo>
                    <a:pt x="670" y="2156"/>
                  </a:lnTo>
                  <a:lnTo>
                    <a:pt x="733" y="1988"/>
                  </a:lnTo>
                  <a:lnTo>
                    <a:pt x="691" y="1842"/>
                  </a:lnTo>
                  <a:lnTo>
                    <a:pt x="754" y="1821"/>
                  </a:lnTo>
                  <a:lnTo>
                    <a:pt x="754" y="1674"/>
                  </a:lnTo>
                  <a:lnTo>
                    <a:pt x="775" y="1549"/>
                  </a:lnTo>
                  <a:lnTo>
                    <a:pt x="775" y="1465"/>
                  </a:lnTo>
                  <a:lnTo>
                    <a:pt x="775" y="1214"/>
                  </a:lnTo>
                  <a:lnTo>
                    <a:pt x="754" y="1235"/>
                  </a:lnTo>
                  <a:lnTo>
                    <a:pt x="670" y="1235"/>
                  </a:lnTo>
                  <a:lnTo>
                    <a:pt x="565" y="1298"/>
                  </a:lnTo>
                  <a:lnTo>
                    <a:pt x="524" y="1235"/>
                  </a:lnTo>
                  <a:lnTo>
                    <a:pt x="545" y="1047"/>
                  </a:lnTo>
                  <a:lnTo>
                    <a:pt x="545" y="796"/>
                  </a:lnTo>
                  <a:lnTo>
                    <a:pt x="524" y="712"/>
                  </a:lnTo>
                  <a:lnTo>
                    <a:pt x="545" y="565"/>
                  </a:lnTo>
                  <a:lnTo>
                    <a:pt x="670" y="565"/>
                  </a:lnTo>
                  <a:lnTo>
                    <a:pt x="691" y="670"/>
                  </a:lnTo>
                  <a:lnTo>
                    <a:pt x="754" y="670"/>
                  </a:lnTo>
                  <a:lnTo>
                    <a:pt x="837" y="607"/>
                  </a:lnTo>
                  <a:lnTo>
                    <a:pt x="837" y="524"/>
                  </a:lnTo>
                  <a:lnTo>
                    <a:pt x="796" y="482"/>
                  </a:lnTo>
                  <a:lnTo>
                    <a:pt x="775" y="377"/>
                  </a:lnTo>
                  <a:lnTo>
                    <a:pt x="837" y="210"/>
                  </a:lnTo>
                  <a:lnTo>
                    <a:pt x="858" y="63"/>
                  </a:lnTo>
                  <a:lnTo>
                    <a:pt x="879" y="0"/>
                  </a:lnTo>
                  <a:close/>
                </a:path>
              </a:pathLst>
            </a:custGeom>
            <a:solidFill>
              <a:srgbClr val="5F7D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037" name="Google Shape;6037;p36"/>
            <p:cNvSpPr/>
            <p:nvPr/>
          </p:nvSpPr>
          <p:spPr>
            <a:xfrm>
              <a:off x="3982781" y="2916668"/>
              <a:ext cx="2751" cy="5959"/>
            </a:xfrm>
            <a:custGeom>
              <a:rect b="b" l="l" r="r" t="t"/>
              <a:pathLst>
                <a:path extrusionOk="0" h="524" w="231">
                  <a:moveTo>
                    <a:pt x="105" y="0"/>
                  </a:moveTo>
                  <a:lnTo>
                    <a:pt x="84" y="63"/>
                  </a:lnTo>
                  <a:lnTo>
                    <a:pt x="63" y="210"/>
                  </a:lnTo>
                  <a:lnTo>
                    <a:pt x="1" y="377"/>
                  </a:lnTo>
                  <a:lnTo>
                    <a:pt x="22" y="482"/>
                  </a:lnTo>
                  <a:lnTo>
                    <a:pt x="63" y="524"/>
                  </a:lnTo>
                  <a:lnTo>
                    <a:pt x="84" y="524"/>
                  </a:lnTo>
                  <a:lnTo>
                    <a:pt x="126" y="482"/>
                  </a:lnTo>
                  <a:lnTo>
                    <a:pt x="210" y="419"/>
                  </a:lnTo>
                  <a:lnTo>
                    <a:pt x="231" y="314"/>
                  </a:lnTo>
                  <a:lnTo>
                    <a:pt x="210" y="105"/>
                  </a:lnTo>
                  <a:lnTo>
                    <a:pt x="126" y="42"/>
                  </a:lnTo>
                  <a:lnTo>
                    <a:pt x="105" y="0"/>
                  </a:lnTo>
                  <a:close/>
                </a:path>
              </a:pathLst>
            </a:custGeom>
            <a:solidFill>
              <a:srgbClr val="5F7D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038" name="Google Shape;6038;p36"/>
            <p:cNvSpPr/>
            <p:nvPr/>
          </p:nvSpPr>
          <p:spPr>
            <a:xfrm>
              <a:off x="3979792" y="2923093"/>
              <a:ext cx="3751" cy="8336"/>
            </a:xfrm>
            <a:custGeom>
              <a:rect b="b" l="l" r="r" t="t"/>
              <a:pathLst>
                <a:path extrusionOk="0" h="733" w="315">
                  <a:moveTo>
                    <a:pt x="22" y="0"/>
                  </a:moveTo>
                  <a:lnTo>
                    <a:pt x="1" y="147"/>
                  </a:lnTo>
                  <a:lnTo>
                    <a:pt x="22" y="231"/>
                  </a:lnTo>
                  <a:lnTo>
                    <a:pt x="22" y="482"/>
                  </a:lnTo>
                  <a:lnTo>
                    <a:pt x="1" y="670"/>
                  </a:lnTo>
                  <a:lnTo>
                    <a:pt x="42" y="733"/>
                  </a:lnTo>
                  <a:lnTo>
                    <a:pt x="147" y="670"/>
                  </a:lnTo>
                  <a:lnTo>
                    <a:pt x="231" y="670"/>
                  </a:lnTo>
                  <a:lnTo>
                    <a:pt x="252" y="649"/>
                  </a:lnTo>
                  <a:lnTo>
                    <a:pt x="273" y="440"/>
                  </a:lnTo>
                  <a:lnTo>
                    <a:pt x="273" y="356"/>
                  </a:lnTo>
                  <a:lnTo>
                    <a:pt x="314" y="210"/>
                  </a:lnTo>
                  <a:lnTo>
                    <a:pt x="314" y="147"/>
                  </a:lnTo>
                  <a:lnTo>
                    <a:pt x="314" y="63"/>
                  </a:lnTo>
                  <a:lnTo>
                    <a:pt x="314" y="42"/>
                  </a:lnTo>
                  <a:lnTo>
                    <a:pt x="231" y="105"/>
                  </a:lnTo>
                  <a:lnTo>
                    <a:pt x="168" y="105"/>
                  </a:lnTo>
                  <a:lnTo>
                    <a:pt x="147" y="0"/>
                  </a:lnTo>
                  <a:close/>
                </a:path>
              </a:pathLst>
            </a:custGeom>
            <a:solidFill>
              <a:srgbClr val="5F7D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039" name="Google Shape;6039;p36"/>
            <p:cNvSpPr/>
            <p:nvPr/>
          </p:nvSpPr>
          <p:spPr>
            <a:xfrm>
              <a:off x="3979792" y="2907627"/>
              <a:ext cx="8978" cy="10713"/>
            </a:xfrm>
            <a:custGeom>
              <a:rect b="b" l="l" r="r" t="t"/>
              <a:pathLst>
                <a:path extrusionOk="0" h="942" w="754">
                  <a:moveTo>
                    <a:pt x="314" y="0"/>
                  </a:moveTo>
                  <a:lnTo>
                    <a:pt x="314" y="21"/>
                  </a:lnTo>
                  <a:lnTo>
                    <a:pt x="231" y="21"/>
                  </a:lnTo>
                  <a:lnTo>
                    <a:pt x="210" y="440"/>
                  </a:lnTo>
                  <a:lnTo>
                    <a:pt x="105" y="586"/>
                  </a:lnTo>
                  <a:lnTo>
                    <a:pt x="1" y="733"/>
                  </a:lnTo>
                  <a:lnTo>
                    <a:pt x="1" y="879"/>
                  </a:lnTo>
                  <a:lnTo>
                    <a:pt x="1" y="900"/>
                  </a:lnTo>
                  <a:lnTo>
                    <a:pt x="42" y="942"/>
                  </a:lnTo>
                  <a:lnTo>
                    <a:pt x="231" y="900"/>
                  </a:lnTo>
                  <a:lnTo>
                    <a:pt x="314" y="795"/>
                  </a:lnTo>
                  <a:lnTo>
                    <a:pt x="377" y="795"/>
                  </a:lnTo>
                  <a:lnTo>
                    <a:pt x="461" y="670"/>
                  </a:lnTo>
                  <a:lnTo>
                    <a:pt x="524" y="523"/>
                  </a:lnTo>
                  <a:lnTo>
                    <a:pt x="628" y="440"/>
                  </a:lnTo>
                  <a:lnTo>
                    <a:pt x="670" y="440"/>
                  </a:lnTo>
                  <a:lnTo>
                    <a:pt x="754" y="419"/>
                  </a:lnTo>
                  <a:lnTo>
                    <a:pt x="691" y="335"/>
                  </a:lnTo>
                  <a:lnTo>
                    <a:pt x="691" y="168"/>
                  </a:lnTo>
                  <a:lnTo>
                    <a:pt x="586" y="126"/>
                  </a:lnTo>
                  <a:lnTo>
                    <a:pt x="545" y="0"/>
                  </a:lnTo>
                  <a:close/>
                </a:path>
              </a:pathLst>
            </a:custGeom>
            <a:solidFill>
              <a:srgbClr val="5F7D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040" name="Google Shape;6040;p36"/>
            <p:cNvSpPr/>
            <p:nvPr/>
          </p:nvSpPr>
          <p:spPr>
            <a:xfrm>
              <a:off x="3980292" y="2915952"/>
              <a:ext cx="27661" cy="32616"/>
            </a:xfrm>
            <a:custGeom>
              <a:rect b="b" l="l" r="r" t="t"/>
              <a:pathLst>
                <a:path extrusionOk="0" h="2868" w="2323">
                  <a:moveTo>
                    <a:pt x="2051" y="1"/>
                  </a:moveTo>
                  <a:lnTo>
                    <a:pt x="900" y="691"/>
                  </a:lnTo>
                  <a:lnTo>
                    <a:pt x="816" y="670"/>
                  </a:lnTo>
                  <a:lnTo>
                    <a:pt x="796" y="670"/>
                  </a:lnTo>
                  <a:lnTo>
                    <a:pt x="649" y="566"/>
                  </a:lnTo>
                  <a:lnTo>
                    <a:pt x="482" y="482"/>
                  </a:lnTo>
                  <a:lnTo>
                    <a:pt x="419" y="482"/>
                  </a:lnTo>
                  <a:lnTo>
                    <a:pt x="335" y="545"/>
                  </a:lnTo>
                  <a:lnTo>
                    <a:pt x="293" y="587"/>
                  </a:lnTo>
                  <a:lnTo>
                    <a:pt x="272" y="587"/>
                  </a:lnTo>
                  <a:lnTo>
                    <a:pt x="272" y="670"/>
                  </a:lnTo>
                  <a:lnTo>
                    <a:pt x="272" y="691"/>
                  </a:lnTo>
                  <a:lnTo>
                    <a:pt x="272" y="775"/>
                  </a:lnTo>
                  <a:lnTo>
                    <a:pt x="272" y="838"/>
                  </a:lnTo>
                  <a:lnTo>
                    <a:pt x="231" y="984"/>
                  </a:lnTo>
                  <a:lnTo>
                    <a:pt x="231" y="1068"/>
                  </a:lnTo>
                  <a:lnTo>
                    <a:pt x="210" y="1528"/>
                  </a:lnTo>
                  <a:lnTo>
                    <a:pt x="210" y="1612"/>
                  </a:lnTo>
                  <a:lnTo>
                    <a:pt x="189" y="1737"/>
                  </a:lnTo>
                  <a:lnTo>
                    <a:pt x="189" y="1884"/>
                  </a:lnTo>
                  <a:lnTo>
                    <a:pt x="126" y="1905"/>
                  </a:lnTo>
                  <a:lnTo>
                    <a:pt x="168" y="2051"/>
                  </a:lnTo>
                  <a:lnTo>
                    <a:pt x="105" y="2219"/>
                  </a:lnTo>
                  <a:lnTo>
                    <a:pt x="105" y="2344"/>
                  </a:lnTo>
                  <a:lnTo>
                    <a:pt x="63" y="2407"/>
                  </a:lnTo>
                  <a:lnTo>
                    <a:pt x="63" y="2470"/>
                  </a:lnTo>
                  <a:lnTo>
                    <a:pt x="63" y="2553"/>
                  </a:lnTo>
                  <a:lnTo>
                    <a:pt x="0" y="2679"/>
                  </a:lnTo>
                  <a:lnTo>
                    <a:pt x="0" y="2721"/>
                  </a:lnTo>
                  <a:lnTo>
                    <a:pt x="189" y="2721"/>
                  </a:lnTo>
                  <a:lnTo>
                    <a:pt x="754" y="2867"/>
                  </a:lnTo>
                  <a:lnTo>
                    <a:pt x="1172" y="2449"/>
                  </a:lnTo>
                  <a:lnTo>
                    <a:pt x="1633" y="2407"/>
                  </a:lnTo>
                  <a:lnTo>
                    <a:pt x="1653" y="2219"/>
                  </a:lnTo>
                  <a:lnTo>
                    <a:pt x="1884" y="1926"/>
                  </a:lnTo>
                  <a:lnTo>
                    <a:pt x="1235" y="1214"/>
                  </a:lnTo>
                  <a:lnTo>
                    <a:pt x="2093" y="963"/>
                  </a:lnTo>
                  <a:lnTo>
                    <a:pt x="2302" y="754"/>
                  </a:lnTo>
                  <a:lnTo>
                    <a:pt x="2323" y="754"/>
                  </a:lnTo>
                  <a:lnTo>
                    <a:pt x="2051" y="1"/>
                  </a:lnTo>
                  <a:close/>
                </a:path>
              </a:pathLst>
            </a:custGeom>
            <a:solidFill>
              <a:srgbClr val="5F7D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041" name="Google Shape;6041;p36"/>
            <p:cNvSpPr/>
            <p:nvPr/>
          </p:nvSpPr>
          <p:spPr>
            <a:xfrm>
              <a:off x="3979792" y="2924515"/>
              <a:ext cx="142521" cy="114714"/>
            </a:xfrm>
            <a:custGeom>
              <a:rect b="b" l="l" r="r" t="t"/>
              <a:pathLst>
                <a:path extrusionOk="0" h="10087" w="11969">
                  <a:moveTo>
                    <a:pt x="2344" y="1"/>
                  </a:moveTo>
                  <a:lnTo>
                    <a:pt x="2135" y="210"/>
                  </a:lnTo>
                  <a:lnTo>
                    <a:pt x="1277" y="461"/>
                  </a:lnTo>
                  <a:lnTo>
                    <a:pt x="1926" y="1173"/>
                  </a:lnTo>
                  <a:lnTo>
                    <a:pt x="1695" y="1466"/>
                  </a:lnTo>
                  <a:lnTo>
                    <a:pt x="1675" y="1654"/>
                  </a:lnTo>
                  <a:lnTo>
                    <a:pt x="1214" y="1696"/>
                  </a:lnTo>
                  <a:lnTo>
                    <a:pt x="796" y="2114"/>
                  </a:lnTo>
                  <a:lnTo>
                    <a:pt x="231" y="1968"/>
                  </a:lnTo>
                  <a:lnTo>
                    <a:pt x="42" y="1968"/>
                  </a:lnTo>
                  <a:lnTo>
                    <a:pt x="42" y="2177"/>
                  </a:lnTo>
                  <a:lnTo>
                    <a:pt x="42" y="2407"/>
                  </a:lnTo>
                  <a:lnTo>
                    <a:pt x="1" y="2595"/>
                  </a:lnTo>
                  <a:lnTo>
                    <a:pt x="1" y="2637"/>
                  </a:lnTo>
                  <a:lnTo>
                    <a:pt x="63" y="2616"/>
                  </a:lnTo>
                  <a:lnTo>
                    <a:pt x="105" y="2637"/>
                  </a:lnTo>
                  <a:lnTo>
                    <a:pt x="168" y="2595"/>
                  </a:lnTo>
                  <a:lnTo>
                    <a:pt x="314" y="2658"/>
                  </a:lnTo>
                  <a:lnTo>
                    <a:pt x="273" y="2700"/>
                  </a:lnTo>
                  <a:lnTo>
                    <a:pt x="524" y="2972"/>
                  </a:lnTo>
                  <a:lnTo>
                    <a:pt x="545" y="3119"/>
                  </a:lnTo>
                  <a:lnTo>
                    <a:pt x="628" y="3139"/>
                  </a:lnTo>
                  <a:lnTo>
                    <a:pt x="628" y="3244"/>
                  </a:lnTo>
                  <a:lnTo>
                    <a:pt x="754" y="3349"/>
                  </a:lnTo>
                  <a:lnTo>
                    <a:pt x="838" y="3370"/>
                  </a:lnTo>
                  <a:lnTo>
                    <a:pt x="984" y="3663"/>
                  </a:lnTo>
                  <a:lnTo>
                    <a:pt x="984" y="3746"/>
                  </a:lnTo>
                  <a:lnTo>
                    <a:pt x="1047" y="3851"/>
                  </a:lnTo>
                  <a:lnTo>
                    <a:pt x="1110" y="3851"/>
                  </a:lnTo>
                  <a:lnTo>
                    <a:pt x="1151" y="3997"/>
                  </a:lnTo>
                  <a:lnTo>
                    <a:pt x="1193" y="4081"/>
                  </a:lnTo>
                  <a:lnTo>
                    <a:pt x="1319" y="4123"/>
                  </a:lnTo>
                  <a:lnTo>
                    <a:pt x="1423" y="4416"/>
                  </a:lnTo>
                  <a:lnTo>
                    <a:pt x="1528" y="4479"/>
                  </a:lnTo>
                  <a:lnTo>
                    <a:pt x="1570" y="4625"/>
                  </a:lnTo>
                  <a:lnTo>
                    <a:pt x="1528" y="4709"/>
                  </a:lnTo>
                  <a:lnTo>
                    <a:pt x="1528" y="4792"/>
                  </a:lnTo>
                  <a:lnTo>
                    <a:pt x="1633" y="4897"/>
                  </a:lnTo>
                  <a:lnTo>
                    <a:pt x="1633" y="4960"/>
                  </a:lnTo>
                  <a:lnTo>
                    <a:pt x="1716" y="5023"/>
                  </a:lnTo>
                  <a:lnTo>
                    <a:pt x="1821" y="4939"/>
                  </a:lnTo>
                  <a:lnTo>
                    <a:pt x="1926" y="5043"/>
                  </a:lnTo>
                  <a:lnTo>
                    <a:pt x="2114" y="5127"/>
                  </a:lnTo>
                  <a:lnTo>
                    <a:pt x="2260" y="5274"/>
                  </a:lnTo>
                  <a:lnTo>
                    <a:pt x="2323" y="5378"/>
                  </a:lnTo>
                  <a:lnTo>
                    <a:pt x="2344" y="5420"/>
                  </a:lnTo>
                  <a:lnTo>
                    <a:pt x="2365" y="5546"/>
                  </a:lnTo>
                  <a:lnTo>
                    <a:pt x="2428" y="5588"/>
                  </a:lnTo>
                  <a:lnTo>
                    <a:pt x="2470" y="5797"/>
                  </a:lnTo>
                  <a:lnTo>
                    <a:pt x="2574" y="5880"/>
                  </a:lnTo>
                  <a:lnTo>
                    <a:pt x="2637" y="6090"/>
                  </a:lnTo>
                  <a:lnTo>
                    <a:pt x="2658" y="6173"/>
                  </a:lnTo>
                  <a:lnTo>
                    <a:pt x="2616" y="6362"/>
                  </a:lnTo>
                  <a:lnTo>
                    <a:pt x="2574" y="6383"/>
                  </a:lnTo>
                  <a:lnTo>
                    <a:pt x="2616" y="6487"/>
                  </a:lnTo>
                  <a:lnTo>
                    <a:pt x="2658" y="6696"/>
                  </a:lnTo>
                  <a:lnTo>
                    <a:pt x="2679" y="6906"/>
                  </a:lnTo>
                  <a:lnTo>
                    <a:pt x="2783" y="7010"/>
                  </a:lnTo>
                  <a:lnTo>
                    <a:pt x="2825" y="7094"/>
                  </a:lnTo>
                  <a:lnTo>
                    <a:pt x="3097" y="7408"/>
                  </a:lnTo>
                  <a:lnTo>
                    <a:pt x="3202" y="7429"/>
                  </a:lnTo>
                  <a:lnTo>
                    <a:pt x="3307" y="7450"/>
                  </a:lnTo>
                  <a:lnTo>
                    <a:pt x="3390" y="7554"/>
                  </a:lnTo>
                  <a:lnTo>
                    <a:pt x="3474" y="7554"/>
                  </a:lnTo>
                  <a:lnTo>
                    <a:pt x="3620" y="7680"/>
                  </a:lnTo>
                  <a:lnTo>
                    <a:pt x="3620" y="7784"/>
                  </a:lnTo>
                  <a:lnTo>
                    <a:pt x="3788" y="7826"/>
                  </a:lnTo>
                  <a:lnTo>
                    <a:pt x="3767" y="7889"/>
                  </a:lnTo>
                  <a:lnTo>
                    <a:pt x="3830" y="7931"/>
                  </a:lnTo>
                  <a:lnTo>
                    <a:pt x="3976" y="8412"/>
                  </a:lnTo>
                  <a:lnTo>
                    <a:pt x="4102" y="8496"/>
                  </a:lnTo>
                  <a:lnTo>
                    <a:pt x="4102" y="8663"/>
                  </a:lnTo>
                  <a:lnTo>
                    <a:pt x="4541" y="9082"/>
                  </a:lnTo>
                  <a:lnTo>
                    <a:pt x="4604" y="9082"/>
                  </a:lnTo>
                  <a:lnTo>
                    <a:pt x="4646" y="9333"/>
                  </a:lnTo>
                  <a:lnTo>
                    <a:pt x="4834" y="9396"/>
                  </a:lnTo>
                  <a:lnTo>
                    <a:pt x="4939" y="9668"/>
                  </a:lnTo>
                  <a:lnTo>
                    <a:pt x="5043" y="9709"/>
                  </a:lnTo>
                  <a:lnTo>
                    <a:pt x="5127" y="9730"/>
                  </a:lnTo>
                  <a:lnTo>
                    <a:pt x="5169" y="9626"/>
                  </a:lnTo>
                  <a:lnTo>
                    <a:pt x="5336" y="9521"/>
                  </a:lnTo>
                  <a:lnTo>
                    <a:pt x="5232" y="9312"/>
                  </a:lnTo>
                  <a:lnTo>
                    <a:pt x="5294" y="9040"/>
                  </a:lnTo>
                  <a:lnTo>
                    <a:pt x="5462" y="8977"/>
                  </a:lnTo>
                  <a:lnTo>
                    <a:pt x="5650" y="9124"/>
                  </a:lnTo>
                  <a:lnTo>
                    <a:pt x="5985" y="9124"/>
                  </a:lnTo>
                  <a:lnTo>
                    <a:pt x="6487" y="9333"/>
                  </a:lnTo>
                  <a:lnTo>
                    <a:pt x="7010" y="9563"/>
                  </a:lnTo>
                  <a:lnTo>
                    <a:pt x="7031" y="10086"/>
                  </a:lnTo>
                  <a:lnTo>
                    <a:pt x="8077" y="8684"/>
                  </a:lnTo>
                  <a:lnTo>
                    <a:pt x="10253" y="8036"/>
                  </a:lnTo>
                  <a:lnTo>
                    <a:pt x="11885" y="7554"/>
                  </a:lnTo>
                  <a:lnTo>
                    <a:pt x="11969" y="6299"/>
                  </a:lnTo>
                  <a:lnTo>
                    <a:pt x="11843" y="5839"/>
                  </a:lnTo>
                  <a:lnTo>
                    <a:pt x="11655" y="5985"/>
                  </a:lnTo>
                  <a:lnTo>
                    <a:pt x="9960" y="5755"/>
                  </a:lnTo>
                  <a:lnTo>
                    <a:pt x="9835" y="5274"/>
                  </a:lnTo>
                  <a:lnTo>
                    <a:pt x="9688" y="5127"/>
                  </a:lnTo>
                  <a:lnTo>
                    <a:pt x="9688" y="4939"/>
                  </a:lnTo>
                  <a:lnTo>
                    <a:pt x="9688" y="4918"/>
                  </a:lnTo>
                  <a:lnTo>
                    <a:pt x="9667" y="4939"/>
                  </a:lnTo>
                  <a:lnTo>
                    <a:pt x="9625" y="4855"/>
                  </a:lnTo>
                  <a:lnTo>
                    <a:pt x="9625" y="4792"/>
                  </a:lnTo>
                  <a:lnTo>
                    <a:pt x="9667" y="4730"/>
                  </a:lnTo>
                  <a:lnTo>
                    <a:pt x="9563" y="4730"/>
                  </a:lnTo>
                  <a:lnTo>
                    <a:pt x="9563" y="4709"/>
                  </a:lnTo>
                  <a:lnTo>
                    <a:pt x="9458" y="4709"/>
                  </a:lnTo>
                  <a:lnTo>
                    <a:pt x="9270" y="4604"/>
                  </a:lnTo>
                  <a:lnTo>
                    <a:pt x="9249" y="4541"/>
                  </a:lnTo>
                  <a:lnTo>
                    <a:pt x="9228" y="4583"/>
                  </a:lnTo>
                  <a:lnTo>
                    <a:pt x="9123" y="4437"/>
                  </a:lnTo>
                  <a:lnTo>
                    <a:pt x="9102" y="4290"/>
                  </a:lnTo>
                  <a:lnTo>
                    <a:pt x="8809" y="3914"/>
                  </a:lnTo>
                  <a:lnTo>
                    <a:pt x="8726" y="3788"/>
                  </a:lnTo>
                  <a:lnTo>
                    <a:pt x="8809" y="3788"/>
                  </a:lnTo>
                  <a:lnTo>
                    <a:pt x="8809" y="3746"/>
                  </a:lnTo>
                  <a:lnTo>
                    <a:pt x="8705" y="3453"/>
                  </a:lnTo>
                  <a:lnTo>
                    <a:pt x="8705" y="3391"/>
                  </a:lnTo>
                  <a:lnTo>
                    <a:pt x="8621" y="3265"/>
                  </a:lnTo>
                  <a:lnTo>
                    <a:pt x="8579" y="3265"/>
                  </a:lnTo>
                  <a:lnTo>
                    <a:pt x="8391" y="3014"/>
                  </a:lnTo>
                  <a:lnTo>
                    <a:pt x="8307" y="3014"/>
                  </a:lnTo>
                  <a:lnTo>
                    <a:pt x="8224" y="2909"/>
                  </a:lnTo>
                  <a:lnTo>
                    <a:pt x="8224" y="2867"/>
                  </a:lnTo>
                  <a:lnTo>
                    <a:pt x="8286" y="2867"/>
                  </a:lnTo>
                  <a:lnTo>
                    <a:pt x="8307" y="2909"/>
                  </a:lnTo>
                  <a:lnTo>
                    <a:pt x="8286" y="2826"/>
                  </a:lnTo>
                  <a:lnTo>
                    <a:pt x="8182" y="2805"/>
                  </a:lnTo>
                  <a:lnTo>
                    <a:pt x="7973" y="2763"/>
                  </a:lnTo>
                  <a:lnTo>
                    <a:pt x="7868" y="2449"/>
                  </a:lnTo>
                  <a:lnTo>
                    <a:pt x="7805" y="2323"/>
                  </a:lnTo>
                  <a:lnTo>
                    <a:pt x="7742" y="2303"/>
                  </a:lnTo>
                  <a:lnTo>
                    <a:pt x="7742" y="2198"/>
                  </a:lnTo>
                  <a:lnTo>
                    <a:pt x="7701" y="2219"/>
                  </a:lnTo>
                  <a:lnTo>
                    <a:pt x="7659" y="2177"/>
                  </a:lnTo>
                  <a:lnTo>
                    <a:pt x="7282" y="2323"/>
                  </a:lnTo>
                  <a:lnTo>
                    <a:pt x="7261" y="2114"/>
                  </a:lnTo>
                  <a:lnTo>
                    <a:pt x="6738" y="1968"/>
                  </a:lnTo>
                  <a:lnTo>
                    <a:pt x="6654" y="1968"/>
                  </a:lnTo>
                  <a:lnTo>
                    <a:pt x="5566" y="1926"/>
                  </a:lnTo>
                  <a:lnTo>
                    <a:pt x="2867" y="43"/>
                  </a:lnTo>
                  <a:lnTo>
                    <a:pt x="2344" y="1"/>
                  </a:lnTo>
                  <a:close/>
                </a:path>
              </a:pathLst>
            </a:custGeom>
            <a:solidFill>
              <a:srgbClr val="5F7D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FF6B65"/>
                </a:solidFill>
                <a:latin typeface="Arial"/>
                <a:ea typeface="Arial"/>
                <a:cs typeface="Arial"/>
                <a:sym typeface="Arial"/>
              </a:endParaRPr>
            </a:p>
          </p:txBody>
        </p:sp>
        <p:sp>
          <p:nvSpPr>
            <p:cNvPr id="6042" name="Google Shape;6042;p36"/>
            <p:cNvSpPr/>
            <p:nvPr/>
          </p:nvSpPr>
          <p:spPr>
            <a:xfrm>
              <a:off x="4089663" y="2967116"/>
              <a:ext cx="5251" cy="10952"/>
            </a:xfrm>
            <a:custGeom>
              <a:rect b="b" l="l" r="r" t="t"/>
              <a:pathLst>
                <a:path extrusionOk="0" h="963" w="441">
                  <a:moveTo>
                    <a:pt x="147" y="0"/>
                  </a:moveTo>
                  <a:lnTo>
                    <a:pt x="147" y="42"/>
                  </a:lnTo>
                  <a:lnTo>
                    <a:pt x="106" y="42"/>
                  </a:lnTo>
                  <a:lnTo>
                    <a:pt x="106" y="105"/>
                  </a:lnTo>
                  <a:lnTo>
                    <a:pt x="43" y="126"/>
                  </a:lnTo>
                  <a:lnTo>
                    <a:pt x="85" y="209"/>
                  </a:lnTo>
                  <a:lnTo>
                    <a:pt x="43" y="209"/>
                  </a:lnTo>
                  <a:lnTo>
                    <a:pt x="85" y="377"/>
                  </a:lnTo>
                  <a:lnTo>
                    <a:pt x="43" y="356"/>
                  </a:lnTo>
                  <a:lnTo>
                    <a:pt x="1" y="356"/>
                  </a:lnTo>
                  <a:lnTo>
                    <a:pt x="1" y="544"/>
                  </a:lnTo>
                  <a:lnTo>
                    <a:pt x="22" y="628"/>
                  </a:lnTo>
                  <a:lnTo>
                    <a:pt x="43" y="670"/>
                  </a:lnTo>
                  <a:lnTo>
                    <a:pt x="43" y="795"/>
                  </a:lnTo>
                  <a:lnTo>
                    <a:pt x="22" y="795"/>
                  </a:lnTo>
                  <a:lnTo>
                    <a:pt x="43" y="858"/>
                  </a:lnTo>
                  <a:lnTo>
                    <a:pt x="231" y="963"/>
                  </a:lnTo>
                  <a:lnTo>
                    <a:pt x="336" y="963"/>
                  </a:lnTo>
                  <a:lnTo>
                    <a:pt x="398" y="942"/>
                  </a:lnTo>
                  <a:lnTo>
                    <a:pt x="440" y="670"/>
                  </a:lnTo>
                  <a:lnTo>
                    <a:pt x="398" y="544"/>
                  </a:lnTo>
                  <a:lnTo>
                    <a:pt x="336" y="544"/>
                  </a:lnTo>
                  <a:lnTo>
                    <a:pt x="315" y="356"/>
                  </a:lnTo>
                  <a:lnTo>
                    <a:pt x="336" y="356"/>
                  </a:lnTo>
                  <a:lnTo>
                    <a:pt x="398" y="168"/>
                  </a:lnTo>
                  <a:lnTo>
                    <a:pt x="357" y="126"/>
                  </a:lnTo>
                  <a:lnTo>
                    <a:pt x="315" y="126"/>
                  </a:lnTo>
                  <a:lnTo>
                    <a:pt x="315" y="63"/>
                  </a:lnTo>
                  <a:lnTo>
                    <a:pt x="210" y="0"/>
                  </a:lnTo>
                  <a:close/>
                </a:path>
              </a:pathLst>
            </a:custGeom>
            <a:solidFill>
              <a:srgbClr val="5F7D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043" name="Google Shape;6043;p36"/>
            <p:cNvSpPr/>
            <p:nvPr/>
          </p:nvSpPr>
          <p:spPr>
            <a:xfrm>
              <a:off x="4095152" y="2967833"/>
              <a:ext cx="32900" cy="24758"/>
            </a:xfrm>
            <a:custGeom>
              <a:rect b="b" l="l" r="r" t="t"/>
              <a:pathLst>
                <a:path extrusionOk="0" h="2177" w="2763">
                  <a:moveTo>
                    <a:pt x="2490" y="0"/>
                  </a:moveTo>
                  <a:lnTo>
                    <a:pt x="2490" y="84"/>
                  </a:lnTo>
                  <a:lnTo>
                    <a:pt x="2469" y="146"/>
                  </a:lnTo>
                  <a:lnTo>
                    <a:pt x="2093" y="356"/>
                  </a:lnTo>
                  <a:lnTo>
                    <a:pt x="2093" y="502"/>
                  </a:lnTo>
                  <a:lnTo>
                    <a:pt x="1779" y="795"/>
                  </a:lnTo>
                  <a:lnTo>
                    <a:pt x="1737" y="879"/>
                  </a:lnTo>
                  <a:lnTo>
                    <a:pt x="1779" y="900"/>
                  </a:lnTo>
                  <a:lnTo>
                    <a:pt x="1821" y="983"/>
                  </a:lnTo>
                  <a:lnTo>
                    <a:pt x="1653" y="1130"/>
                  </a:lnTo>
                  <a:lnTo>
                    <a:pt x="1611" y="1046"/>
                  </a:lnTo>
                  <a:lnTo>
                    <a:pt x="1549" y="1088"/>
                  </a:lnTo>
                  <a:lnTo>
                    <a:pt x="1465" y="1088"/>
                  </a:lnTo>
                  <a:lnTo>
                    <a:pt x="1507" y="1193"/>
                  </a:lnTo>
                  <a:lnTo>
                    <a:pt x="1444" y="1193"/>
                  </a:lnTo>
                  <a:lnTo>
                    <a:pt x="1423" y="1234"/>
                  </a:lnTo>
                  <a:lnTo>
                    <a:pt x="1256" y="1255"/>
                  </a:lnTo>
                  <a:lnTo>
                    <a:pt x="1130" y="1297"/>
                  </a:lnTo>
                  <a:lnTo>
                    <a:pt x="1088" y="1214"/>
                  </a:lnTo>
                  <a:lnTo>
                    <a:pt x="837" y="1214"/>
                  </a:lnTo>
                  <a:lnTo>
                    <a:pt x="628" y="1151"/>
                  </a:lnTo>
                  <a:lnTo>
                    <a:pt x="398" y="1339"/>
                  </a:lnTo>
                  <a:lnTo>
                    <a:pt x="314" y="1318"/>
                  </a:lnTo>
                  <a:lnTo>
                    <a:pt x="251" y="1318"/>
                  </a:lnTo>
                  <a:lnTo>
                    <a:pt x="147" y="1360"/>
                  </a:lnTo>
                  <a:lnTo>
                    <a:pt x="105" y="1109"/>
                  </a:lnTo>
                  <a:lnTo>
                    <a:pt x="63" y="1151"/>
                  </a:lnTo>
                  <a:lnTo>
                    <a:pt x="0" y="1130"/>
                  </a:lnTo>
                  <a:lnTo>
                    <a:pt x="0" y="1318"/>
                  </a:lnTo>
                  <a:lnTo>
                    <a:pt x="147" y="1465"/>
                  </a:lnTo>
                  <a:lnTo>
                    <a:pt x="272" y="1946"/>
                  </a:lnTo>
                  <a:lnTo>
                    <a:pt x="1967" y="2176"/>
                  </a:lnTo>
                  <a:lnTo>
                    <a:pt x="2155" y="2030"/>
                  </a:lnTo>
                  <a:lnTo>
                    <a:pt x="2658" y="502"/>
                  </a:lnTo>
                  <a:lnTo>
                    <a:pt x="2762" y="481"/>
                  </a:lnTo>
                  <a:lnTo>
                    <a:pt x="2762" y="314"/>
                  </a:lnTo>
                  <a:lnTo>
                    <a:pt x="2720" y="251"/>
                  </a:lnTo>
                  <a:lnTo>
                    <a:pt x="2678" y="272"/>
                  </a:lnTo>
                  <a:lnTo>
                    <a:pt x="2658" y="251"/>
                  </a:lnTo>
                  <a:lnTo>
                    <a:pt x="2595" y="209"/>
                  </a:lnTo>
                  <a:lnTo>
                    <a:pt x="2574" y="42"/>
                  </a:lnTo>
                  <a:lnTo>
                    <a:pt x="2490" y="0"/>
                  </a:lnTo>
                  <a:close/>
                </a:path>
              </a:pathLst>
            </a:custGeom>
            <a:solidFill>
              <a:srgbClr val="5F7D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044" name="Google Shape;6044;p36"/>
            <p:cNvSpPr/>
            <p:nvPr/>
          </p:nvSpPr>
          <p:spPr>
            <a:xfrm>
              <a:off x="4101380" y="2973303"/>
              <a:ext cx="51583" cy="60684"/>
            </a:xfrm>
            <a:custGeom>
              <a:rect b="b" l="l" r="r" t="t"/>
              <a:pathLst>
                <a:path extrusionOk="0" h="5336" w="4332">
                  <a:moveTo>
                    <a:pt x="2239" y="0"/>
                  </a:moveTo>
                  <a:lnTo>
                    <a:pt x="2135" y="21"/>
                  </a:lnTo>
                  <a:lnTo>
                    <a:pt x="1632" y="1549"/>
                  </a:lnTo>
                  <a:lnTo>
                    <a:pt x="1758" y="2009"/>
                  </a:lnTo>
                  <a:lnTo>
                    <a:pt x="1674" y="3264"/>
                  </a:lnTo>
                  <a:lnTo>
                    <a:pt x="42" y="3746"/>
                  </a:lnTo>
                  <a:lnTo>
                    <a:pt x="0" y="4018"/>
                  </a:lnTo>
                  <a:lnTo>
                    <a:pt x="523" y="4708"/>
                  </a:lnTo>
                  <a:lnTo>
                    <a:pt x="461" y="4938"/>
                  </a:lnTo>
                  <a:lnTo>
                    <a:pt x="795" y="5336"/>
                  </a:lnTo>
                  <a:lnTo>
                    <a:pt x="879" y="5315"/>
                  </a:lnTo>
                  <a:lnTo>
                    <a:pt x="900" y="5336"/>
                  </a:lnTo>
                  <a:lnTo>
                    <a:pt x="1005" y="5336"/>
                  </a:lnTo>
                  <a:lnTo>
                    <a:pt x="1088" y="5231"/>
                  </a:lnTo>
                  <a:lnTo>
                    <a:pt x="1214" y="5231"/>
                  </a:lnTo>
                  <a:lnTo>
                    <a:pt x="1423" y="5127"/>
                  </a:lnTo>
                  <a:lnTo>
                    <a:pt x="1528" y="5127"/>
                  </a:lnTo>
                  <a:lnTo>
                    <a:pt x="1632" y="5106"/>
                  </a:lnTo>
                  <a:lnTo>
                    <a:pt x="1716" y="5147"/>
                  </a:lnTo>
                  <a:lnTo>
                    <a:pt x="1779" y="5147"/>
                  </a:lnTo>
                  <a:lnTo>
                    <a:pt x="1925" y="4938"/>
                  </a:lnTo>
                  <a:lnTo>
                    <a:pt x="1925" y="4917"/>
                  </a:lnTo>
                  <a:lnTo>
                    <a:pt x="1946" y="4917"/>
                  </a:lnTo>
                  <a:lnTo>
                    <a:pt x="1946" y="4834"/>
                  </a:lnTo>
                  <a:lnTo>
                    <a:pt x="1883" y="4813"/>
                  </a:lnTo>
                  <a:lnTo>
                    <a:pt x="1925" y="4750"/>
                  </a:lnTo>
                  <a:lnTo>
                    <a:pt x="1883" y="4687"/>
                  </a:lnTo>
                  <a:lnTo>
                    <a:pt x="1967" y="4603"/>
                  </a:lnTo>
                  <a:lnTo>
                    <a:pt x="2030" y="4541"/>
                  </a:lnTo>
                  <a:lnTo>
                    <a:pt x="2239" y="4541"/>
                  </a:lnTo>
                  <a:lnTo>
                    <a:pt x="2365" y="4520"/>
                  </a:lnTo>
                  <a:lnTo>
                    <a:pt x="2448" y="4583"/>
                  </a:lnTo>
                  <a:lnTo>
                    <a:pt x="2553" y="4436"/>
                  </a:lnTo>
                  <a:lnTo>
                    <a:pt x="2595" y="4415"/>
                  </a:lnTo>
                  <a:lnTo>
                    <a:pt x="2595" y="4227"/>
                  </a:lnTo>
                  <a:lnTo>
                    <a:pt x="2804" y="3976"/>
                  </a:lnTo>
                  <a:lnTo>
                    <a:pt x="2930" y="3955"/>
                  </a:lnTo>
                  <a:lnTo>
                    <a:pt x="3013" y="3976"/>
                  </a:lnTo>
                  <a:lnTo>
                    <a:pt x="3076" y="3913"/>
                  </a:lnTo>
                  <a:lnTo>
                    <a:pt x="3348" y="3913"/>
                  </a:lnTo>
                  <a:lnTo>
                    <a:pt x="3390" y="3850"/>
                  </a:lnTo>
                  <a:lnTo>
                    <a:pt x="3327" y="3808"/>
                  </a:lnTo>
                  <a:lnTo>
                    <a:pt x="3285" y="3599"/>
                  </a:lnTo>
                  <a:lnTo>
                    <a:pt x="3306" y="3599"/>
                  </a:lnTo>
                  <a:lnTo>
                    <a:pt x="3244" y="3494"/>
                  </a:lnTo>
                  <a:lnTo>
                    <a:pt x="3223" y="3474"/>
                  </a:lnTo>
                  <a:lnTo>
                    <a:pt x="3244" y="3390"/>
                  </a:lnTo>
                  <a:lnTo>
                    <a:pt x="3244" y="3285"/>
                  </a:lnTo>
                  <a:lnTo>
                    <a:pt x="3348" y="3118"/>
                  </a:lnTo>
                  <a:lnTo>
                    <a:pt x="3432" y="3076"/>
                  </a:lnTo>
                  <a:lnTo>
                    <a:pt x="3390" y="3013"/>
                  </a:lnTo>
                  <a:lnTo>
                    <a:pt x="3411" y="3013"/>
                  </a:lnTo>
                  <a:lnTo>
                    <a:pt x="3495" y="2867"/>
                  </a:lnTo>
                  <a:lnTo>
                    <a:pt x="3536" y="2846"/>
                  </a:lnTo>
                  <a:lnTo>
                    <a:pt x="3599" y="2846"/>
                  </a:lnTo>
                  <a:lnTo>
                    <a:pt x="3557" y="2909"/>
                  </a:lnTo>
                  <a:lnTo>
                    <a:pt x="3536" y="2971"/>
                  </a:lnTo>
                  <a:lnTo>
                    <a:pt x="3620" y="3013"/>
                  </a:lnTo>
                  <a:lnTo>
                    <a:pt x="3662" y="3013"/>
                  </a:lnTo>
                  <a:lnTo>
                    <a:pt x="3746" y="2804"/>
                  </a:lnTo>
                  <a:lnTo>
                    <a:pt x="3808" y="2741"/>
                  </a:lnTo>
                  <a:lnTo>
                    <a:pt x="3871" y="2616"/>
                  </a:lnTo>
                  <a:lnTo>
                    <a:pt x="4018" y="2490"/>
                  </a:lnTo>
                  <a:lnTo>
                    <a:pt x="4227" y="2134"/>
                  </a:lnTo>
                  <a:lnTo>
                    <a:pt x="4248" y="2072"/>
                  </a:lnTo>
                  <a:lnTo>
                    <a:pt x="4248" y="1988"/>
                  </a:lnTo>
                  <a:lnTo>
                    <a:pt x="4290" y="1862"/>
                  </a:lnTo>
                  <a:lnTo>
                    <a:pt x="4332" y="1758"/>
                  </a:lnTo>
                  <a:lnTo>
                    <a:pt x="4269" y="1695"/>
                  </a:lnTo>
                  <a:lnTo>
                    <a:pt x="4164" y="1674"/>
                  </a:lnTo>
                  <a:lnTo>
                    <a:pt x="3955" y="1507"/>
                  </a:lnTo>
                  <a:lnTo>
                    <a:pt x="3913" y="1402"/>
                  </a:lnTo>
                  <a:lnTo>
                    <a:pt x="3808" y="1298"/>
                  </a:lnTo>
                  <a:lnTo>
                    <a:pt x="3767" y="1151"/>
                  </a:lnTo>
                  <a:lnTo>
                    <a:pt x="3599" y="942"/>
                  </a:lnTo>
                  <a:lnTo>
                    <a:pt x="3516" y="942"/>
                  </a:lnTo>
                  <a:lnTo>
                    <a:pt x="3390" y="963"/>
                  </a:lnTo>
                  <a:lnTo>
                    <a:pt x="3118" y="921"/>
                  </a:lnTo>
                  <a:lnTo>
                    <a:pt x="3013" y="942"/>
                  </a:lnTo>
                  <a:lnTo>
                    <a:pt x="2930" y="963"/>
                  </a:lnTo>
                  <a:lnTo>
                    <a:pt x="2804" y="921"/>
                  </a:lnTo>
                  <a:lnTo>
                    <a:pt x="2469" y="649"/>
                  </a:lnTo>
                  <a:lnTo>
                    <a:pt x="2469" y="565"/>
                  </a:lnTo>
                  <a:lnTo>
                    <a:pt x="2260" y="335"/>
                  </a:lnTo>
                  <a:lnTo>
                    <a:pt x="2239" y="0"/>
                  </a:lnTo>
                  <a:close/>
                </a:path>
              </a:pathLst>
            </a:custGeom>
            <a:solidFill>
              <a:srgbClr val="5F7D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045" name="Google Shape;6045;p36"/>
            <p:cNvSpPr/>
            <p:nvPr/>
          </p:nvSpPr>
          <p:spPr>
            <a:xfrm>
              <a:off x="4124802" y="2964728"/>
              <a:ext cx="2751" cy="5971"/>
            </a:xfrm>
            <a:custGeom>
              <a:rect b="b" l="l" r="r" t="t"/>
              <a:pathLst>
                <a:path extrusionOk="0" h="525" w="231">
                  <a:moveTo>
                    <a:pt x="209" y="1"/>
                  </a:moveTo>
                  <a:lnTo>
                    <a:pt x="168" y="22"/>
                  </a:lnTo>
                  <a:lnTo>
                    <a:pt x="105" y="22"/>
                  </a:lnTo>
                  <a:lnTo>
                    <a:pt x="84" y="168"/>
                  </a:lnTo>
                  <a:lnTo>
                    <a:pt x="63" y="210"/>
                  </a:lnTo>
                  <a:lnTo>
                    <a:pt x="21" y="168"/>
                  </a:lnTo>
                  <a:lnTo>
                    <a:pt x="0" y="231"/>
                  </a:lnTo>
                  <a:lnTo>
                    <a:pt x="0" y="273"/>
                  </a:lnTo>
                  <a:lnTo>
                    <a:pt x="84" y="315"/>
                  </a:lnTo>
                  <a:lnTo>
                    <a:pt x="105" y="482"/>
                  </a:lnTo>
                  <a:lnTo>
                    <a:pt x="168" y="524"/>
                  </a:lnTo>
                  <a:lnTo>
                    <a:pt x="168" y="440"/>
                  </a:lnTo>
                  <a:lnTo>
                    <a:pt x="209" y="336"/>
                  </a:lnTo>
                  <a:lnTo>
                    <a:pt x="209" y="168"/>
                  </a:lnTo>
                  <a:lnTo>
                    <a:pt x="188" y="168"/>
                  </a:lnTo>
                  <a:lnTo>
                    <a:pt x="209" y="106"/>
                  </a:lnTo>
                  <a:lnTo>
                    <a:pt x="188" y="64"/>
                  </a:lnTo>
                  <a:lnTo>
                    <a:pt x="209" y="43"/>
                  </a:lnTo>
                  <a:lnTo>
                    <a:pt x="230" y="43"/>
                  </a:lnTo>
                  <a:lnTo>
                    <a:pt x="209" y="1"/>
                  </a:lnTo>
                  <a:close/>
                </a:path>
              </a:pathLst>
            </a:custGeom>
            <a:solidFill>
              <a:srgbClr val="5F7D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046" name="Google Shape;6046;p36"/>
            <p:cNvSpPr/>
            <p:nvPr/>
          </p:nvSpPr>
          <p:spPr>
            <a:xfrm>
              <a:off x="4037591" y="3015893"/>
              <a:ext cx="73267" cy="45456"/>
            </a:xfrm>
            <a:custGeom>
              <a:rect b="b" l="l" r="r" t="t"/>
              <a:pathLst>
                <a:path extrusionOk="0" h="3997" w="6153">
                  <a:moveTo>
                    <a:pt x="5399" y="1"/>
                  </a:moveTo>
                  <a:lnTo>
                    <a:pt x="3223" y="649"/>
                  </a:lnTo>
                  <a:lnTo>
                    <a:pt x="2177" y="2051"/>
                  </a:lnTo>
                  <a:lnTo>
                    <a:pt x="2156" y="1528"/>
                  </a:lnTo>
                  <a:lnTo>
                    <a:pt x="1633" y="1298"/>
                  </a:lnTo>
                  <a:lnTo>
                    <a:pt x="1131" y="1089"/>
                  </a:lnTo>
                  <a:lnTo>
                    <a:pt x="796" y="1089"/>
                  </a:lnTo>
                  <a:lnTo>
                    <a:pt x="608" y="942"/>
                  </a:lnTo>
                  <a:lnTo>
                    <a:pt x="440" y="1005"/>
                  </a:lnTo>
                  <a:lnTo>
                    <a:pt x="378" y="1277"/>
                  </a:lnTo>
                  <a:lnTo>
                    <a:pt x="482" y="1486"/>
                  </a:lnTo>
                  <a:lnTo>
                    <a:pt x="315" y="1591"/>
                  </a:lnTo>
                  <a:lnTo>
                    <a:pt x="273" y="1695"/>
                  </a:lnTo>
                  <a:lnTo>
                    <a:pt x="189" y="1674"/>
                  </a:lnTo>
                  <a:lnTo>
                    <a:pt x="85" y="1633"/>
                  </a:lnTo>
                  <a:lnTo>
                    <a:pt x="106" y="1737"/>
                  </a:lnTo>
                  <a:lnTo>
                    <a:pt x="168" y="2030"/>
                  </a:lnTo>
                  <a:lnTo>
                    <a:pt x="168" y="2218"/>
                  </a:lnTo>
                  <a:lnTo>
                    <a:pt x="85" y="2218"/>
                  </a:lnTo>
                  <a:lnTo>
                    <a:pt x="85" y="2260"/>
                  </a:lnTo>
                  <a:lnTo>
                    <a:pt x="1" y="2239"/>
                  </a:lnTo>
                  <a:lnTo>
                    <a:pt x="1" y="2239"/>
                  </a:lnTo>
                  <a:lnTo>
                    <a:pt x="22" y="2344"/>
                  </a:lnTo>
                  <a:lnTo>
                    <a:pt x="106" y="2344"/>
                  </a:lnTo>
                  <a:lnTo>
                    <a:pt x="106" y="2428"/>
                  </a:lnTo>
                  <a:lnTo>
                    <a:pt x="231" y="2616"/>
                  </a:lnTo>
                  <a:lnTo>
                    <a:pt x="315" y="3139"/>
                  </a:lnTo>
                  <a:lnTo>
                    <a:pt x="482" y="3265"/>
                  </a:lnTo>
                  <a:lnTo>
                    <a:pt x="482" y="3453"/>
                  </a:lnTo>
                  <a:lnTo>
                    <a:pt x="419" y="3474"/>
                  </a:lnTo>
                  <a:lnTo>
                    <a:pt x="482" y="3620"/>
                  </a:lnTo>
                  <a:lnTo>
                    <a:pt x="608" y="3767"/>
                  </a:lnTo>
                  <a:lnTo>
                    <a:pt x="608" y="3913"/>
                  </a:lnTo>
                  <a:lnTo>
                    <a:pt x="650" y="3997"/>
                  </a:lnTo>
                  <a:lnTo>
                    <a:pt x="796" y="3997"/>
                  </a:lnTo>
                  <a:lnTo>
                    <a:pt x="817" y="3934"/>
                  </a:lnTo>
                  <a:lnTo>
                    <a:pt x="963" y="3997"/>
                  </a:lnTo>
                  <a:lnTo>
                    <a:pt x="1068" y="3976"/>
                  </a:lnTo>
                  <a:lnTo>
                    <a:pt x="1173" y="3871"/>
                  </a:lnTo>
                  <a:lnTo>
                    <a:pt x="1319" y="3871"/>
                  </a:lnTo>
                  <a:lnTo>
                    <a:pt x="1361" y="3934"/>
                  </a:lnTo>
                  <a:lnTo>
                    <a:pt x="1466" y="3892"/>
                  </a:lnTo>
                  <a:lnTo>
                    <a:pt x="1570" y="3725"/>
                  </a:lnTo>
                  <a:lnTo>
                    <a:pt x="1633" y="3725"/>
                  </a:lnTo>
                  <a:lnTo>
                    <a:pt x="1696" y="3579"/>
                  </a:lnTo>
                  <a:lnTo>
                    <a:pt x="1842" y="3495"/>
                  </a:lnTo>
                  <a:lnTo>
                    <a:pt x="1905" y="3474"/>
                  </a:lnTo>
                  <a:lnTo>
                    <a:pt x="2010" y="3474"/>
                  </a:lnTo>
                  <a:lnTo>
                    <a:pt x="2051" y="3495"/>
                  </a:lnTo>
                  <a:lnTo>
                    <a:pt x="2198" y="3495"/>
                  </a:lnTo>
                  <a:lnTo>
                    <a:pt x="2219" y="3558"/>
                  </a:lnTo>
                  <a:lnTo>
                    <a:pt x="2365" y="3579"/>
                  </a:lnTo>
                  <a:lnTo>
                    <a:pt x="2616" y="3474"/>
                  </a:lnTo>
                  <a:lnTo>
                    <a:pt x="2826" y="3453"/>
                  </a:lnTo>
                  <a:lnTo>
                    <a:pt x="2909" y="3369"/>
                  </a:lnTo>
                  <a:lnTo>
                    <a:pt x="2930" y="3307"/>
                  </a:lnTo>
                  <a:lnTo>
                    <a:pt x="3119" y="3160"/>
                  </a:lnTo>
                  <a:lnTo>
                    <a:pt x="3223" y="3160"/>
                  </a:lnTo>
                  <a:lnTo>
                    <a:pt x="3307" y="3202"/>
                  </a:lnTo>
                  <a:lnTo>
                    <a:pt x="3370" y="3181"/>
                  </a:lnTo>
                  <a:lnTo>
                    <a:pt x="3432" y="3139"/>
                  </a:lnTo>
                  <a:lnTo>
                    <a:pt x="3453" y="3181"/>
                  </a:lnTo>
                  <a:lnTo>
                    <a:pt x="3537" y="3181"/>
                  </a:lnTo>
                  <a:lnTo>
                    <a:pt x="3725" y="3034"/>
                  </a:lnTo>
                  <a:lnTo>
                    <a:pt x="3830" y="2846"/>
                  </a:lnTo>
                  <a:lnTo>
                    <a:pt x="3935" y="2783"/>
                  </a:lnTo>
                  <a:lnTo>
                    <a:pt x="3997" y="2783"/>
                  </a:lnTo>
                  <a:lnTo>
                    <a:pt x="4625" y="2616"/>
                  </a:lnTo>
                  <a:lnTo>
                    <a:pt x="4688" y="2532"/>
                  </a:lnTo>
                  <a:lnTo>
                    <a:pt x="5043" y="2470"/>
                  </a:lnTo>
                  <a:lnTo>
                    <a:pt x="5253" y="2365"/>
                  </a:lnTo>
                  <a:lnTo>
                    <a:pt x="5399" y="2260"/>
                  </a:lnTo>
                  <a:lnTo>
                    <a:pt x="5629" y="2218"/>
                  </a:lnTo>
                  <a:lnTo>
                    <a:pt x="5608" y="2135"/>
                  </a:lnTo>
                  <a:lnTo>
                    <a:pt x="5629" y="2114"/>
                  </a:lnTo>
                  <a:lnTo>
                    <a:pt x="5567" y="2051"/>
                  </a:lnTo>
                  <a:lnTo>
                    <a:pt x="5608" y="1905"/>
                  </a:lnTo>
                  <a:lnTo>
                    <a:pt x="5776" y="1674"/>
                  </a:lnTo>
                  <a:lnTo>
                    <a:pt x="6027" y="1612"/>
                  </a:lnTo>
                  <a:lnTo>
                    <a:pt x="6152" y="1591"/>
                  </a:lnTo>
                  <a:lnTo>
                    <a:pt x="5818" y="1193"/>
                  </a:lnTo>
                  <a:lnTo>
                    <a:pt x="5880" y="963"/>
                  </a:lnTo>
                  <a:lnTo>
                    <a:pt x="5357" y="273"/>
                  </a:lnTo>
                  <a:lnTo>
                    <a:pt x="5399" y="1"/>
                  </a:lnTo>
                  <a:close/>
                </a:path>
              </a:pathLst>
            </a:custGeom>
            <a:solidFill>
              <a:srgbClr val="5F7D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047" name="Google Shape;6047;p36"/>
            <p:cNvSpPr/>
            <p:nvPr/>
          </p:nvSpPr>
          <p:spPr>
            <a:xfrm>
              <a:off x="3911526" y="2929280"/>
              <a:ext cx="85972" cy="69020"/>
            </a:xfrm>
            <a:custGeom>
              <a:rect b="b" l="l" r="r" t="t"/>
              <a:pathLst>
                <a:path extrusionOk="0" h="6069" w="7220">
                  <a:moveTo>
                    <a:pt x="503" y="0"/>
                  </a:moveTo>
                  <a:lnTo>
                    <a:pt x="210" y="21"/>
                  </a:lnTo>
                  <a:lnTo>
                    <a:pt x="147" y="21"/>
                  </a:lnTo>
                  <a:lnTo>
                    <a:pt x="126" y="126"/>
                  </a:lnTo>
                  <a:lnTo>
                    <a:pt x="84" y="356"/>
                  </a:lnTo>
                  <a:lnTo>
                    <a:pt x="126" y="523"/>
                  </a:lnTo>
                  <a:lnTo>
                    <a:pt x="126" y="649"/>
                  </a:lnTo>
                  <a:lnTo>
                    <a:pt x="42" y="858"/>
                  </a:lnTo>
                  <a:lnTo>
                    <a:pt x="1" y="1047"/>
                  </a:lnTo>
                  <a:lnTo>
                    <a:pt x="42" y="1193"/>
                  </a:lnTo>
                  <a:lnTo>
                    <a:pt x="126" y="1486"/>
                  </a:lnTo>
                  <a:lnTo>
                    <a:pt x="314" y="6068"/>
                  </a:lnTo>
                  <a:lnTo>
                    <a:pt x="7219" y="6005"/>
                  </a:lnTo>
                  <a:lnTo>
                    <a:pt x="7219" y="5985"/>
                  </a:lnTo>
                  <a:lnTo>
                    <a:pt x="7115" y="5964"/>
                  </a:lnTo>
                  <a:lnTo>
                    <a:pt x="6989" y="5796"/>
                  </a:lnTo>
                  <a:lnTo>
                    <a:pt x="6947" y="5754"/>
                  </a:lnTo>
                  <a:lnTo>
                    <a:pt x="6822" y="5692"/>
                  </a:lnTo>
                  <a:lnTo>
                    <a:pt x="6738" y="5566"/>
                  </a:lnTo>
                  <a:lnTo>
                    <a:pt x="6675" y="5587"/>
                  </a:lnTo>
                  <a:lnTo>
                    <a:pt x="6571" y="5587"/>
                  </a:lnTo>
                  <a:lnTo>
                    <a:pt x="6403" y="5461"/>
                  </a:lnTo>
                  <a:lnTo>
                    <a:pt x="6299" y="5169"/>
                  </a:lnTo>
                  <a:lnTo>
                    <a:pt x="6319" y="5106"/>
                  </a:lnTo>
                  <a:lnTo>
                    <a:pt x="6319" y="4938"/>
                  </a:lnTo>
                  <a:lnTo>
                    <a:pt x="6278" y="4855"/>
                  </a:lnTo>
                  <a:lnTo>
                    <a:pt x="6299" y="4813"/>
                  </a:lnTo>
                  <a:lnTo>
                    <a:pt x="6319" y="4855"/>
                  </a:lnTo>
                  <a:lnTo>
                    <a:pt x="6508" y="4855"/>
                  </a:lnTo>
                  <a:lnTo>
                    <a:pt x="6424" y="4792"/>
                  </a:lnTo>
                  <a:lnTo>
                    <a:pt x="6382" y="4792"/>
                  </a:lnTo>
                  <a:lnTo>
                    <a:pt x="6299" y="4624"/>
                  </a:lnTo>
                  <a:lnTo>
                    <a:pt x="6257" y="4604"/>
                  </a:lnTo>
                  <a:lnTo>
                    <a:pt x="6257" y="4645"/>
                  </a:lnTo>
                  <a:lnTo>
                    <a:pt x="6173" y="4583"/>
                  </a:lnTo>
                  <a:lnTo>
                    <a:pt x="6110" y="4415"/>
                  </a:lnTo>
                  <a:lnTo>
                    <a:pt x="5901" y="4080"/>
                  </a:lnTo>
                  <a:lnTo>
                    <a:pt x="5796" y="4018"/>
                  </a:lnTo>
                  <a:lnTo>
                    <a:pt x="5775" y="3871"/>
                  </a:lnTo>
                  <a:lnTo>
                    <a:pt x="5420" y="3327"/>
                  </a:lnTo>
                  <a:lnTo>
                    <a:pt x="5420" y="3223"/>
                  </a:lnTo>
                  <a:lnTo>
                    <a:pt x="5357" y="3118"/>
                  </a:lnTo>
                  <a:lnTo>
                    <a:pt x="5336" y="2867"/>
                  </a:lnTo>
                  <a:lnTo>
                    <a:pt x="5273" y="2825"/>
                  </a:lnTo>
                  <a:lnTo>
                    <a:pt x="5273" y="2741"/>
                  </a:lnTo>
                  <a:lnTo>
                    <a:pt x="5064" y="2532"/>
                  </a:lnTo>
                  <a:lnTo>
                    <a:pt x="5064" y="2448"/>
                  </a:lnTo>
                  <a:lnTo>
                    <a:pt x="5106" y="2344"/>
                  </a:lnTo>
                  <a:lnTo>
                    <a:pt x="5043" y="2281"/>
                  </a:lnTo>
                  <a:lnTo>
                    <a:pt x="4708" y="1988"/>
                  </a:lnTo>
                  <a:lnTo>
                    <a:pt x="4687" y="1884"/>
                  </a:lnTo>
                  <a:lnTo>
                    <a:pt x="4478" y="1653"/>
                  </a:lnTo>
                  <a:lnTo>
                    <a:pt x="4478" y="1507"/>
                  </a:lnTo>
                  <a:lnTo>
                    <a:pt x="4332" y="1360"/>
                  </a:lnTo>
                  <a:lnTo>
                    <a:pt x="4374" y="1277"/>
                  </a:lnTo>
                  <a:lnTo>
                    <a:pt x="4374" y="1193"/>
                  </a:lnTo>
                  <a:lnTo>
                    <a:pt x="4395" y="1151"/>
                  </a:lnTo>
                  <a:lnTo>
                    <a:pt x="4395" y="1193"/>
                  </a:lnTo>
                  <a:lnTo>
                    <a:pt x="4478" y="1193"/>
                  </a:lnTo>
                  <a:lnTo>
                    <a:pt x="4499" y="1339"/>
                  </a:lnTo>
                  <a:lnTo>
                    <a:pt x="4541" y="1402"/>
                  </a:lnTo>
                  <a:lnTo>
                    <a:pt x="4583" y="1465"/>
                  </a:lnTo>
                  <a:lnTo>
                    <a:pt x="4792" y="1674"/>
                  </a:lnTo>
                  <a:lnTo>
                    <a:pt x="4792" y="1779"/>
                  </a:lnTo>
                  <a:lnTo>
                    <a:pt x="4834" y="1884"/>
                  </a:lnTo>
                  <a:lnTo>
                    <a:pt x="5001" y="1967"/>
                  </a:lnTo>
                  <a:lnTo>
                    <a:pt x="5022" y="2072"/>
                  </a:lnTo>
                  <a:lnTo>
                    <a:pt x="5315" y="2344"/>
                  </a:lnTo>
                  <a:lnTo>
                    <a:pt x="5462" y="2428"/>
                  </a:lnTo>
                  <a:lnTo>
                    <a:pt x="5462" y="2490"/>
                  </a:lnTo>
                  <a:lnTo>
                    <a:pt x="5483" y="2407"/>
                  </a:lnTo>
                  <a:lnTo>
                    <a:pt x="5566" y="2323"/>
                  </a:lnTo>
                  <a:lnTo>
                    <a:pt x="5629" y="2114"/>
                  </a:lnTo>
                  <a:lnTo>
                    <a:pt x="5566" y="2072"/>
                  </a:lnTo>
                  <a:lnTo>
                    <a:pt x="5650" y="1904"/>
                  </a:lnTo>
                  <a:lnTo>
                    <a:pt x="5650" y="1779"/>
                  </a:lnTo>
                  <a:lnTo>
                    <a:pt x="5734" y="1465"/>
                  </a:lnTo>
                  <a:lnTo>
                    <a:pt x="5755" y="1444"/>
                  </a:lnTo>
                  <a:lnTo>
                    <a:pt x="5671" y="1235"/>
                  </a:lnTo>
                  <a:lnTo>
                    <a:pt x="5734" y="1088"/>
                  </a:lnTo>
                  <a:lnTo>
                    <a:pt x="5587" y="775"/>
                  </a:lnTo>
                  <a:lnTo>
                    <a:pt x="5441" y="544"/>
                  </a:lnTo>
                  <a:lnTo>
                    <a:pt x="5378" y="335"/>
                  </a:lnTo>
                  <a:lnTo>
                    <a:pt x="5273" y="147"/>
                  </a:lnTo>
                  <a:lnTo>
                    <a:pt x="5211" y="126"/>
                  </a:lnTo>
                  <a:lnTo>
                    <a:pt x="5127" y="231"/>
                  </a:lnTo>
                  <a:lnTo>
                    <a:pt x="4959" y="293"/>
                  </a:lnTo>
                  <a:lnTo>
                    <a:pt x="4604" y="231"/>
                  </a:lnTo>
                  <a:lnTo>
                    <a:pt x="4311" y="314"/>
                  </a:lnTo>
                  <a:lnTo>
                    <a:pt x="4102" y="147"/>
                  </a:lnTo>
                  <a:lnTo>
                    <a:pt x="4081" y="251"/>
                  </a:lnTo>
                  <a:lnTo>
                    <a:pt x="4164" y="398"/>
                  </a:lnTo>
                  <a:lnTo>
                    <a:pt x="4164" y="461"/>
                  </a:lnTo>
                  <a:lnTo>
                    <a:pt x="4081" y="335"/>
                  </a:lnTo>
                  <a:lnTo>
                    <a:pt x="3976" y="293"/>
                  </a:lnTo>
                  <a:lnTo>
                    <a:pt x="3955" y="189"/>
                  </a:lnTo>
                  <a:lnTo>
                    <a:pt x="3997" y="147"/>
                  </a:lnTo>
                  <a:lnTo>
                    <a:pt x="3955" y="105"/>
                  </a:lnTo>
                  <a:lnTo>
                    <a:pt x="3850" y="105"/>
                  </a:lnTo>
                  <a:lnTo>
                    <a:pt x="3746" y="84"/>
                  </a:lnTo>
                  <a:lnTo>
                    <a:pt x="3537" y="21"/>
                  </a:lnTo>
                  <a:lnTo>
                    <a:pt x="3495" y="42"/>
                  </a:lnTo>
                  <a:lnTo>
                    <a:pt x="3578" y="84"/>
                  </a:lnTo>
                  <a:lnTo>
                    <a:pt x="3599" y="105"/>
                  </a:lnTo>
                  <a:lnTo>
                    <a:pt x="3495" y="126"/>
                  </a:lnTo>
                  <a:lnTo>
                    <a:pt x="3390" y="105"/>
                  </a:lnTo>
                  <a:lnTo>
                    <a:pt x="3265" y="147"/>
                  </a:lnTo>
                  <a:lnTo>
                    <a:pt x="3223" y="126"/>
                  </a:lnTo>
                  <a:lnTo>
                    <a:pt x="3223" y="105"/>
                  </a:lnTo>
                  <a:lnTo>
                    <a:pt x="3348" y="84"/>
                  </a:lnTo>
                  <a:lnTo>
                    <a:pt x="3432" y="42"/>
                  </a:lnTo>
                  <a:lnTo>
                    <a:pt x="3327" y="42"/>
                  </a:lnTo>
                  <a:lnTo>
                    <a:pt x="3139" y="84"/>
                  </a:lnTo>
                  <a:lnTo>
                    <a:pt x="3076" y="126"/>
                  </a:lnTo>
                  <a:lnTo>
                    <a:pt x="2930" y="210"/>
                  </a:lnTo>
                  <a:lnTo>
                    <a:pt x="2846" y="231"/>
                  </a:lnTo>
                  <a:lnTo>
                    <a:pt x="2700" y="293"/>
                  </a:lnTo>
                  <a:lnTo>
                    <a:pt x="2595" y="419"/>
                  </a:lnTo>
                  <a:lnTo>
                    <a:pt x="2553" y="461"/>
                  </a:lnTo>
                  <a:lnTo>
                    <a:pt x="2386" y="461"/>
                  </a:lnTo>
                  <a:lnTo>
                    <a:pt x="2177" y="335"/>
                  </a:lnTo>
                  <a:lnTo>
                    <a:pt x="2009" y="314"/>
                  </a:lnTo>
                  <a:lnTo>
                    <a:pt x="1821" y="335"/>
                  </a:lnTo>
                  <a:lnTo>
                    <a:pt x="1674" y="231"/>
                  </a:lnTo>
                  <a:lnTo>
                    <a:pt x="1591" y="231"/>
                  </a:lnTo>
                  <a:lnTo>
                    <a:pt x="1507" y="251"/>
                  </a:lnTo>
                  <a:lnTo>
                    <a:pt x="1361" y="147"/>
                  </a:lnTo>
                  <a:lnTo>
                    <a:pt x="1172" y="105"/>
                  </a:lnTo>
                  <a:lnTo>
                    <a:pt x="733" y="84"/>
                  </a:lnTo>
                  <a:lnTo>
                    <a:pt x="503" y="0"/>
                  </a:lnTo>
                  <a:close/>
                </a:path>
              </a:pathLst>
            </a:custGeom>
            <a:solidFill>
              <a:srgbClr val="5F7D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048" name="Google Shape;6048;p36"/>
            <p:cNvSpPr/>
            <p:nvPr/>
          </p:nvSpPr>
          <p:spPr>
            <a:xfrm>
              <a:off x="3896332" y="2997572"/>
              <a:ext cx="113621" cy="124461"/>
            </a:xfrm>
            <a:custGeom>
              <a:rect b="b" l="l" r="r" t="t"/>
              <a:pathLst>
                <a:path extrusionOk="0" h="10944" w="9542">
                  <a:moveTo>
                    <a:pt x="8495" y="0"/>
                  </a:moveTo>
                  <a:lnTo>
                    <a:pt x="1590" y="63"/>
                  </a:lnTo>
                  <a:lnTo>
                    <a:pt x="1632" y="1193"/>
                  </a:lnTo>
                  <a:lnTo>
                    <a:pt x="1088" y="1235"/>
                  </a:lnTo>
                  <a:lnTo>
                    <a:pt x="1088" y="1444"/>
                  </a:lnTo>
                  <a:lnTo>
                    <a:pt x="1151" y="3725"/>
                  </a:lnTo>
                  <a:lnTo>
                    <a:pt x="1046" y="3746"/>
                  </a:lnTo>
                  <a:lnTo>
                    <a:pt x="942" y="3829"/>
                  </a:lnTo>
                  <a:lnTo>
                    <a:pt x="837" y="3767"/>
                  </a:lnTo>
                  <a:lnTo>
                    <a:pt x="691" y="3767"/>
                  </a:lnTo>
                  <a:lnTo>
                    <a:pt x="586" y="3850"/>
                  </a:lnTo>
                  <a:lnTo>
                    <a:pt x="586" y="3976"/>
                  </a:lnTo>
                  <a:lnTo>
                    <a:pt x="649" y="4060"/>
                  </a:lnTo>
                  <a:lnTo>
                    <a:pt x="586" y="4185"/>
                  </a:lnTo>
                  <a:lnTo>
                    <a:pt x="377" y="4457"/>
                  </a:lnTo>
                  <a:lnTo>
                    <a:pt x="335" y="4457"/>
                  </a:lnTo>
                  <a:lnTo>
                    <a:pt x="230" y="4541"/>
                  </a:lnTo>
                  <a:lnTo>
                    <a:pt x="251" y="4645"/>
                  </a:lnTo>
                  <a:lnTo>
                    <a:pt x="314" y="4687"/>
                  </a:lnTo>
                  <a:lnTo>
                    <a:pt x="251" y="4813"/>
                  </a:lnTo>
                  <a:lnTo>
                    <a:pt x="126" y="4897"/>
                  </a:lnTo>
                  <a:lnTo>
                    <a:pt x="105" y="4980"/>
                  </a:lnTo>
                  <a:lnTo>
                    <a:pt x="209" y="5022"/>
                  </a:lnTo>
                  <a:lnTo>
                    <a:pt x="230" y="5127"/>
                  </a:lnTo>
                  <a:lnTo>
                    <a:pt x="168" y="5231"/>
                  </a:lnTo>
                  <a:lnTo>
                    <a:pt x="0" y="5420"/>
                  </a:lnTo>
                  <a:lnTo>
                    <a:pt x="0" y="5545"/>
                  </a:lnTo>
                  <a:lnTo>
                    <a:pt x="63" y="5629"/>
                  </a:lnTo>
                  <a:lnTo>
                    <a:pt x="209" y="5524"/>
                  </a:lnTo>
                  <a:lnTo>
                    <a:pt x="251" y="5545"/>
                  </a:lnTo>
                  <a:lnTo>
                    <a:pt x="251" y="5629"/>
                  </a:lnTo>
                  <a:lnTo>
                    <a:pt x="209" y="5692"/>
                  </a:lnTo>
                  <a:lnTo>
                    <a:pt x="272" y="5734"/>
                  </a:lnTo>
                  <a:lnTo>
                    <a:pt x="230" y="5817"/>
                  </a:lnTo>
                  <a:lnTo>
                    <a:pt x="272" y="5922"/>
                  </a:lnTo>
                  <a:lnTo>
                    <a:pt x="272" y="6047"/>
                  </a:lnTo>
                  <a:lnTo>
                    <a:pt x="314" y="6152"/>
                  </a:lnTo>
                  <a:lnTo>
                    <a:pt x="544" y="6236"/>
                  </a:lnTo>
                  <a:lnTo>
                    <a:pt x="586" y="6319"/>
                  </a:lnTo>
                  <a:lnTo>
                    <a:pt x="544" y="6382"/>
                  </a:lnTo>
                  <a:lnTo>
                    <a:pt x="544" y="6466"/>
                  </a:lnTo>
                  <a:lnTo>
                    <a:pt x="523" y="6487"/>
                  </a:lnTo>
                  <a:lnTo>
                    <a:pt x="586" y="6570"/>
                  </a:lnTo>
                  <a:lnTo>
                    <a:pt x="586" y="6654"/>
                  </a:lnTo>
                  <a:lnTo>
                    <a:pt x="544" y="6675"/>
                  </a:lnTo>
                  <a:lnTo>
                    <a:pt x="670" y="6780"/>
                  </a:lnTo>
                  <a:lnTo>
                    <a:pt x="691" y="6863"/>
                  </a:lnTo>
                  <a:lnTo>
                    <a:pt x="858" y="7052"/>
                  </a:lnTo>
                  <a:lnTo>
                    <a:pt x="963" y="7282"/>
                  </a:lnTo>
                  <a:lnTo>
                    <a:pt x="984" y="7366"/>
                  </a:lnTo>
                  <a:lnTo>
                    <a:pt x="963" y="7491"/>
                  </a:lnTo>
                  <a:lnTo>
                    <a:pt x="942" y="7533"/>
                  </a:lnTo>
                  <a:lnTo>
                    <a:pt x="879" y="7638"/>
                  </a:lnTo>
                  <a:lnTo>
                    <a:pt x="879" y="7826"/>
                  </a:lnTo>
                  <a:lnTo>
                    <a:pt x="984" y="7910"/>
                  </a:lnTo>
                  <a:lnTo>
                    <a:pt x="1109" y="7910"/>
                  </a:lnTo>
                  <a:lnTo>
                    <a:pt x="1172" y="7847"/>
                  </a:lnTo>
                  <a:lnTo>
                    <a:pt x="1318" y="7847"/>
                  </a:lnTo>
                  <a:lnTo>
                    <a:pt x="1402" y="7889"/>
                  </a:lnTo>
                  <a:lnTo>
                    <a:pt x="1360" y="7951"/>
                  </a:lnTo>
                  <a:lnTo>
                    <a:pt x="1381" y="8098"/>
                  </a:lnTo>
                  <a:lnTo>
                    <a:pt x="1465" y="8140"/>
                  </a:lnTo>
                  <a:lnTo>
                    <a:pt x="1590" y="8223"/>
                  </a:lnTo>
                  <a:lnTo>
                    <a:pt x="1695" y="8223"/>
                  </a:lnTo>
                  <a:lnTo>
                    <a:pt x="1779" y="8265"/>
                  </a:lnTo>
                  <a:lnTo>
                    <a:pt x="1821" y="8349"/>
                  </a:lnTo>
                  <a:lnTo>
                    <a:pt x="1925" y="8412"/>
                  </a:lnTo>
                  <a:lnTo>
                    <a:pt x="2030" y="8412"/>
                  </a:lnTo>
                  <a:lnTo>
                    <a:pt x="2093" y="8475"/>
                  </a:lnTo>
                  <a:lnTo>
                    <a:pt x="2051" y="8558"/>
                  </a:lnTo>
                  <a:lnTo>
                    <a:pt x="1988" y="8621"/>
                  </a:lnTo>
                  <a:lnTo>
                    <a:pt x="1946" y="8663"/>
                  </a:lnTo>
                  <a:lnTo>
                    <a:pt x="1904" y="8726"/>
                  </a:lnTo>
                  <a:lnTo>
                    <a:pt x="2030" y="8830"/>
                  </a:lnTo>
                  <a:lnTo>
                    <a:pt x="2134" y="8851"/>
                  </a:lnTo>
                  <a:lnTo>
                    <a:pt x="2155" y="8830"/>
                  </a:lnTo>
                  <a:lnTo>
                    <a:pt x="2260" y="8872"/>
                  </a:lnTo>
                  <a:lnTo>
                    <a:pt x="2323" y="8851"/>
                  </a:lnTo>
                  <a:lnTo>
                    <a:pt x="2511" y="8977"/>
                  </a:lnTo>
                  <a:lnTo>
                    <a:pt x="2532" y="9039"/>
                  </a:lnTo>
                  <a:lnTo>
                    <a:pt x="2553" y="9207"/>
                  </a:lnTo>
                  <a:lnTo>
                    <a:pt x="2616" y="9270"/>
                  </a:lnTo>
                  <a:lnTo>
                    <a:pt x="2720" y="9291"/>
                  </a:lnTo>
                  <a:lnTo>
                    <a:pt x="2762" y="9353"/>
                  </a:lnTo>
                  <a:lnTo>
                    <a:pt x="2741" y="9458"/>
                  </a:lnTo>
                  <a:lnTo>
                    <a:pt x="2783" y="9521"/>
                  </a:lnTo>
                  <a:lnTo>
                    <a:pt x="2992" y="9563"/>
                  </a:lnTo>
                  <a:lnTo>
                    <a:pt x="3076" y="9625"/>
                  </a:lnTo>
                  <a:lnTo>
                    <a:pt x="3076" y="9688"/>
                  </a:lnTo>
                  <a:lnTo>
                    <a:pt x="3076" y="9876"/>
                  </a:lnTo>
                  <a:lnTo>
                    <a:pt x="3160" y="9918"/>
                  </a:lnTo>
                  <a:lnTo>
                    <a:pt x="3264" y="9981"/>
                  </a:lnTo>
                  <a:lnTo>
                    <a:pt x="3306" y="10044"/>
                  </a:lnTo>
                  <a:lnTo>
                    <a:pt x="3306" y="10086"/>
                  </a:lnTo>
                  <a:lnTo>
                    <a:pt x="3348" y="10190"/>
                  </a:lnTo>
                  <a:lnTo>
                    <a:pt x="3390" y="10232"/>
                  </a:lnTo>
                  <a:lnTo>
                    <a:pt x="3474" y="10253"/>
                  </a:lnTo>
                  <a:lnTo>
                    <a:pt x="3515" y="10337"/>
                  </a:lnTo>
                  <a:lnTo>
                    <a:pt x="3662" y="10420"/>
                  </a:lnTo>
                  <a:lnTo>
                    <a:pt x="3766" y="10462"/>
                  </a:lnTo>
                  <a:lnTo>
                    <a:pt x="3829" y="10441"/>
                  </a:lnTo>
                  <a:lnTo>
                    <a:pt x="3871" y="10399"/>
                  </a:lnTo>
                  <a:lnTo>
                    <a:pt x="3934" y="10337"/>
                  </a:lnTo>
                  <a:lnTo>
                    <a:pt x="4143" y="10337"/>
                  </a:lnTo>
                  <a:lnTo>
                    <a:pt x="4185" y="10399"/>
                  </a:lnTo>
                  <a:lnTo>
                    <a:pt x="4227" y="10399"/>
                  </a:lnTo>
                  <a:lnTo>
                    <a:pt x="4331" y="10337"/>
                  </a:lnTo>
                  <a:lnTo>
                    <a:pt x="4394" y="10295"/>
                  </a:lnTo>
                  <a:lnTo>
                    <a:pt x="4436" y="10211"/>
                  </a:lnTo>
                  <a:lnTo>
                    <a:pt x="4562" y="10211"/>
                  </a:lnTo>
                  <a:lnTo>
                    <a:pt x="4624" y="10232"/>
                  </a:lnTo>
                  <a:lnTo>
                    <a:pt x="4708" y="10399"/>
                  </a:lnTo>
                  <a:lnTo>
                    <a:pt x="4750" y="10462"/>
                  </a:lnTo>
                  <a:lnTo>
                    <a:pt x="4813" y="10525"/>
                  </a:lnTo>
                  <a:lnTo>
                    <a:pt x="4938" y="10567"/>
                  </a:lnTo>
                  <a:lnTo>
                    <a:pt x="5022" y="10630"/>
                  </a:lnTo>
                  <a:lnTo>
                    <a:pt x="5043" y="10734"/>
                  </a:lnTo>
                  <a:lnTo>
                    <a:pt x="5085" y="10755"/>
                  </a:lnTo>
                  <a:lnTo>
                    <a:pt x="5126" y="10839"/>
                  </a:lnTo>
                  <a:lnTo>
                    <a:pt x="5126" y="10923"/>
                  </a:lnTo>
                  <a:lnTo>
                    <a:pt x="5294" y="10923"/>
                  </a:lnTo>
                  <a:lnTo>
                    <a:pt x="5336" y="10944"/>
                  </a:lnTo>
                  <a:lnTo>
                    <a:pt x="5357" y="10923"/>
                  </a:lnTo>
                  <a:lnTo>
                    <a:pt x="5336" y="10860"/>
                  </a:lnTo>
                  <a:lnTo>
                    <a:pt x="5336" y="10776"/>
                  </a:lnTo>
                  <a:lnTo>
                    <a:pt x="5398" y="10713"/>
                  </a:lnTo>
                  <a:lnTo>
                    <a:pt x="5503" y="10755"/>
                  </a:lnTo>
                  <a:lnTo>
                    <a:pt x="5671" y="10818"/>
                  </a:lnTo>
                  <a:lnTo>
                    <a:pt x="5754" y="10776"/>
                  </a:lnTo>
                  <a:lnTo>
                    <a:pt x="5859" y="10818"/>
                  </a:lnTo>
                  <a:lnTo>
                    <a:pt x="5859" y="10923"/>
                  </a:lnTo>
                  <a:lnTo>
                    <a:pt x="6005" y="10944"/>
                  </a:lnTo>
                  <a:lnTo>
                    <a:pt x="6068" y="10944"/>
                  </a:lnTo>
                  <a:lnTo>
                    <a:pt x="6068" y="10860"/>
                  </a:lnTo>
                  <a:lnTo>
                    <a:pt x="6131" y="10776"/>
                  </a:lnTo>
                  <a:lnTo>
                    <a:pt x="6215" y="10818"/>
                  </a:lnTo>
                  <a:lnTo>
                    <a:pt x="6235" y="10776"/>
                  </a:lnTo>
                  <a:lnTo>
                    <a:pt x="6340" y="10776"/>
                  </a:lnTo>
                  <a:lnTo>
                    <a:pt x="6487" y="10734"/>
                  </a:lnTo>
                  <a:lnTo>
                    <a:pt x="6696" y="10713"/>
                  </a:lnTo>
                  <a:lnTo>
                    <a:pt x="6821" y="10755"/>
                  </a:lnTo>
                  <a:lnTo>
                    <a:pt x="6947" y="10713"/>
                  </a:lnTo>
                  <a:lnTo>
                    <a:pt x="7010" y="10609"/>
                  </a:lnTo>
                  <a:lnTo>
                    <a:pt x="7135" y="10525"/>
                  </a:lnTo>
                  <a:lnTo>
                    <a:pt x="7219" y="10420"/>
                  </a:lnTo>
                  <a:lnTo>
                    <a:pt x="7261" y="10399"/>
                  </a:lnTo>
                  <a:lnTo>
                    <a:pt x="7323" y="10337"/>
                  </a:lnTo>
                  <a:lnTo>
                    <a:pt x="7428" y="10232"/>
                  </a:lnTo>
                  <a:lnTo>
                    <a:pt x="7470" y="10232"/>
                  </a:lnTo>
                  <a:lnTo>
                    <a:pt x="7595" y="10023"/>
                  </a:lnTo>
                  <a:lnTo>
                    <a:pt x="7805" y="9814"/>
                  </a:lnTo>
                  <a:lnTo>
                    <a:pt x="7763" y="9604"/>
                  </a:lnTo>
                  <a:lnTo>
                    <a:pt x="7700" y="9563"/>
                  </a:lnTo>
                  <a:lnTo>
                    <a:pt x="7679" y="9353"/>
                  </a:lnTo>
                  <a:lnTo>
                    <a:pt x="7595" y="9249"/>
                  </a:lnTo>
                  <a:lnTo>
                    <a:pt x="7554" y="9144"/>
                  </a:lnTo>
                  <a:lnTo>
                    <a:pt x="7470" y="9060"/>
                  </a:lnTo>
                  <a:lnTo>
                    <a:pt x="7365" y="9060"/>
                  </a:lnTo>
                  <a:lnTo>
                    <a:pt x="7323" y="8998"/>
                  </a:lnTo>
                  <a:lnTo>
                    <a:pt x="7323" y="8956"/>
                  </a:lnTo>
                  <a:lnTo>
                    <a:pt x="7219" y="8893"/>
                  </a:lnTo>
                  <a:lnTo>
                    <a:pt x="7114" y="8726"/>
                  </a:lnTo>
                  <a:lnTo>
                    <a:pt x="7072" y="8684"/>
                  </a:lnTo>
                  <a:lnTo>
                    <a:pt x="7051" y="8621"/>
                  </a:lnTo>
                  <a:lnTo>
                    <a:pt x="6947" y="8516"/>
                  </a:lnTo>
                  <a:lnTo>
                    <a:pt x="6905" y="8433"/>
                  </a:lnTo>
                  <a:lnTo>
                    <a:pt x="6633" y="8433"/>
                  </a:lnTo>
                  <a:lnTo>
                    <a:pt x="6549" y="8412"/>
                  </a:lnTo>
                  <a:lnTo>
                    <a:pt x="6507" y="8328"/>
                  </a:lnTo>
                  <a:lnTo>
                    <a:pt x="6591" y="8203"/>
                  </a:lnTo>
                  <a:lnTo>
                    <a:pt x="6654" y="8161"/>
                  </a:lnTo>
                  <a:lnTo>
                    <a:pt x="6654" y="8035"/>
                  </a:lnTo>
                  <a:lnTo>
                    <a:pt x="6800" y="8056"/>
                  </a:lnTo>
                  <a:lnTo>
                    <a:pt x="6905" y="8035"/>
                  </a:lnTo>
                  <a:lnTo>
                    <a:pt x="6947" y="8098"/>
                  </a:lnTo>
                  <a:lnTo>
                    <a:pt x="7031" y="8098"/>
                  </a:lnTo>
                  <a:lnTo>
                    <a:pt x="7051" y="8035"/>
                  </a:lnTo>
                  <a:lnTo>
                    <a:pt x="7135" y="7951"/>
                  </a:lnTo>
                  <a:lnTo>
                    <a:pt x="7156" y="7700"/>
                  </a:lnTo>
                  <a:lnTo>
                    <a:pt x="7135" y="7470"/>
                  </a:lnTo>
                  <a:lnTo>
                    <a:pt x="7177" y="7303"/>
                  </a:lnTo>
                  <a:lnTo>
                    <a:pt x="7282" y="7177"/>
                  </a:lnTo>
                  <a:lnTo>
                    <a:pt x="7282" y="7052"/>
                  </a:lnTo>
                  <a:lnTo>
                    <a:pt x="7240" y="6968"/>
                  </a:lnTo>
                  <a:lnTo>
                    <a:pt x="7282" y="6863"/>
                  </a:lnTo>
                  <a:lnTo>
                    <a:pt x="7386" y="6696"/>
                  </a:lnTo>
                  <a:lnTo>
                    <a:pt x="7428" y="6633"/>
                  </a:lnTo>
                  <a:lnTo>
                    <a:pt x="7470" y="6633"/>
                  </a:lnTo>
                  <a:lnTo>
                    <a:pt x="7533" y="6654"/>
                  </a:lnTo>
                  <a:lnTo>
                    <a:pt x="7658" y="6215"/>
                  </a:lnTo>
                  <a:lnTo>
                    <a:pt x="7700" y="6026"/>
                  </a:lnTo>
                  <a:lnTo>
                    <a:pt x="7888" y="5922"/>
                  </a:lnTo>
                  <a:lnTo>
                    <a:pt x="7888" y="5817"/>
                  </a:lnTo>
                  <a:lnTo>
                    <a:pt x="8014" y="5608"/>
                  </a:lnTo>
                  <a:lnTo>
                    <a:pt x="8056" y="5503"/>
                  </a:lnTo>
                  <a:lnTo>
                    <a:pt x="8160" y="5482"/>
                  </a:lnTo>
                  <a:lnTo>
                    <a:pt x="8202" y="5482"/>
                  </a:lnTo>
                  <a:lnTo>
                    <a:pt x="8265" y="5294"/>
                  </a:lnTo>
                  <a:lnTo>
                    <a:pt x="8412" y="5022"/>
                  </a:lnTo>
                  <a:lnTo>
                    <a:pt x="8412" y="4813"/>
                  </a:lnTo>
                  <a:lnTo>
                    <a:pt x="8495" y="4666"/>
                  </a:lnTo>
                  <a:lnTo>
                    <a:pt x="8516" y="4604"/>
                  </a:lnTo>
                  <a:lnTo>
                    <a:pt x="8495" y="4604"/>
                  </a:lnTo>
                  <a:lnTo>
                    <a:pt x="8474" y="4478"/>
                  </a:lnTo>
                  <a:lnTo>
                    <a:pt x="8391" y="4248"/>
                  </a:lnTo>
                  <a:lnTo>
                    <a:pt x="8412" y="4122"/>
                  </a:lnTo>
                  <a:lnTo>
                    <a:pt x="8474" y="4039"/>
                  </a:lnTo>
                  <a:lnTo>
                    <a:pt x="8474" y="3934"/>
                  </a:lnTo>
                  <a:lnTo>
                    <a:pt x="8579" y="3809"/>
                  </a:lnTo>
                  <a:lnTo>
                    <a:pt x="8621" y="3516"/>
                  </a:lnTo>
                  <a:lnTo>
                    <a:pt x="8684" y="3327"/>
                  </a:lnTo>
                  <a:lnTo>
                    <a:pt x="8725" y="3285"/>
                  </a:lnTo>
                  <a:lnTo>
                    <a:pt x="8684" y="3223"/>
                  </a:lnTo>
                  <a:lnTo>
                    <a:pt x="8621" y="3202"/>
                  </a:lnTo>
                  <a:lnTo>
                    <a:pt x="8704" y="3076"/>
                  </a:lnTo>
                  <a:lnTo>
                    <a:pt x="8704" y="2930"/>
                  </a:lnTo>
                  <a:lnTo>
                    <a:pt x="8746" y="2909"/>
                  </a:lnTo>
                  <a:lnTo>
                    <a:pt x="8914" y="2909"/>
                  </a:lnTo>
                  <a:lnTo>
                    <a:pt x="8914" y="2825"/>
                  </a:lnTo>
                  <a:lnTo>
                    <a:pt x="8914" y="2783"/>
                  </a:lnTo>
                  <a:lnTo>
                    <a:pt x="8914" y="2721"/>
                  </a:lnTo>
                  <a:lnTo>
                    <a:pt x="9018" y="2700"/>
                  </a:lnTo>
                  <a:lnTo>
                    <a:pt x="9102" y="2658"/>
                  </a:lnTo>
                  <a:lnTo>
                    <a:pt x="9228" y="2658"/>
                  </a:lnTo>
                  <a:lnTo>
                    <a:pt x="9248" y="2574"/>
                  </a:lnTo>
                  <a:lnTo>
                    <a:pt x="9353" y="2553"/>
                  </a:lnTo>
                  <a:lnTo>
                    <a:pt x="9458" y="2490"/>
                  </a:lnTo>
                  <a:lnTo>
                    <a:pt x="9541" y="2386"/>
                  </a:lnTo>
                  <a:lnTo>
                    <a:pt x="9479" y="2386"/>
                  </a:lnTo>
                  <a:lnTo>
                    <a:pt x="9479" y="2302"/>
                  </a:lnTo>
                  <a:lnTo>
                    <a:pt x="9353" y="2239"/>
                  </a:lnTo>
                  <a:lnTo>
                    <a:pt x="9248" y="2239"/>
                  </a:lnTo>
                  <a:lnTo>
                    <a:pt x="9248" y="2135"/>
                  </a:lnTo>
                  <a:lnTo>
                    <a:pt x="8997" y="1946"/>
                  </a:lnTo>
                  <a:lnTo>
                    <a:pt x="8914" y="1946"/>
                  </a:lnTo>
                  <a:lnTo>
                    <a:pt x="8809" y="1737"/>
                  </a:lnTo>
                  <a:lnTo>
                    <a:pt x="8725" y="1507"/>
                  </a:lnTo>
                  <a:lnTo>
                    <a:pt x="8746" y="1256"/>
                  </a:lnTo>
                  <a:lnTo>
                    <a:pt x="8725" y="1047"/>
                  </a:lnTo>
                  <a:lnTo>
                    <a:pt x="8579" y="628"/>
                  </a:lnTo>
                  <a:lnTo>
                    <a:pt x="8579" y="524"/>
                  </a:lnTo>
                  <a:lnTo>
                    <a:pt x="8600" y="503"/>
                  </a:lnTo>
                  <a:lnTo>
                    <a:pt x="8621" y="565"/>
                  </a:lnTo>
                  <a:lnTo>
                    <a:pt x="8642" y="607"/>
                  </a:lnTo>
                  <a:lnTo>
                    <a:pt x="8684" y="607"/>
                  </a:lnTo>
                  <a:lnTo>
                    <a:pt x="8684" y="565"/>
                  </a:lnTo>
                  <a:lnTo>
                    <a:pt x="8579" y="419"/>
                  </a:lnTo>
                  <a:lnTo>
                    <a:pt x="8516" y="252"/>
                  </a:lnTo>
                  <a:lnTo>
                    <a:pt x="8495" y="210"/>
                  </a:lnTo>
                  <a:lnTo>
                    <a:pt x="8495" y="189"/>
                  </a:lnTo>
                  <a:lnTo>
                    <a:pt x="8495" y="168"/>
                  </a:lnTo>
                  <a:lnTo>
                    <a:pt x="8495" y="147"/>
                  </a:lnTo>
                  <a:lnTo>
                    <a:pt x="8474" y="84"/>
                  </a:lnTo>
                  <a:lnTo>
                    <a:pt x="8495" y="42"/>
                  </a:lnTo>
                  <a:lnTo>
                    <a:pt x="8495" y="0"/>
                  </a:lnTo>
                  <a:close/>
                </a:path>
              </a:pathLst>
            </a:custGeom>
            <a:solidFill>
              <a:srgbClr val="5F7D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049" name="Google Shape;6049;p36"/>
            <p:cNvSpPr/>
            <p:nvPr/>
          </p:nvSpPr>
          <p:spPr>
            <a:xfrm>
              <a:off x="3973815" y="3045871"/>
              <a:ext cx="104655" cy="75923"/>
            </a:xfrm>
            <a:custGeom>
              <a:rect b="b" l="l" r="r" t="t"/>
              <a:pathLst>
                <a:path extrusionOk="0" h="6676" w="8789">
                  <a:moveTo>
                    <a:pt x="2511" y="1"/>
                  </a:moveTo>
                  <a:lnTo>
                    <a:pt x="2344" y="336"/>
                  </a:lnTo>
                  <a:lnTo>
                    <a:pt x="2239" y="336"/>
                  </a:lnTo>
                  <a:lnTo>
                    <a:pt x="2218" y="419"/>
                  </a:lnTo>
                  <a:lnTo>
                    <a:pt x="2093" y="398"/>
                  </a:lnTo>
                  <a:lnTo>
                    <a:pt x="2009" y="357"/>
                  </a:lnTo>
                  <a:lnTo>
                    <a:pt x="1988" y="419"/>
                  </a:lnTo>
                  <a:lnTo>
                    <a:pt x="1905" y="566"/>
                  </a:lnTo>
                  <a:lnTo>
                    <a:pt x="1905" y="775"/>
                  </a:lnTo>
                  <a:lnTo>
                    <a:pt x="1758" y="1047"/>
                  </a:lnTo>
                  <a:lnTo>
                    <a:pt x="1695" y="1235"/>
                  </a:lnTo>
                  <a:lnTo>
                    <a:pt x="1653" y="1235"/>
                  </a:lnTo>
                  <a:lnTo>
                    <a:pt x="1549" y="1256"/>
                  </a:lnTo>
                  <a:lnTo>
                    <a:pt x="1507" y="1361"/>
                  </a:lnTo>
                  <a:lnTo>
                    <a:pt x="1381" y="1570"/>
                  </a:lnTo>
                  <a:lnTo>
                    <a:pt x="1381" y="1675"/>
                  </a:lnTo>
                  <a:lnTo>
                    <a:pt x="1193" y="1779"/>
                  </a:lnTo>
                  <a:lnTo>
                    <a:pt x="1151" y="1968"/>
                  </a:lnTo>
                  <a:lnTo>
                    <a:pt x="1026" y="2407"/>
                  </a:lnTo>
                  <a:lnTo>
                    <a:pt x="963" y="2386"/>
                  </a:lnTo>
                  <a:lnTo>
                    <a:pt x="921" y="2386"/>
                  </a:lnTo>
                  <a:lnTo>
                    <a:pt x="879" y="2449"/>
                  </a:lnTo>
                  <a:lnTo>
                    <a:pt x="775" y="2616"/>
                  </a:lnTo>
                  <a:lnTo>
                    <a:pt x="733" y="2721"/>
                  </a:lnTo>
                  <a:lnTo>
                    <a:pt x="775" y="2805"/>
                  </a:lnTo>
                  <a:lnTo>
                    <a:pt x="775" y="2930"/>
                  </a:lnTo>
                  <a:lnTo>
                    <a:pt x="670" y="3056"/>
                  </a:lnTo>
                  <a:lnTo>
                    <a:pt x="628" y="3223"/>
                  </a:lnTo>
                  <a:lnTo>
                    <a:pt x="649" y="3453"/>
                  </a:lnTo>
                  <a:lnTo>
                    <a:pt x="628" y="3704"/>
                  </a:lnTo>
                  <a:lnTo>
                    <a:pt x="544" y="3788"/>
                  </a:lnTo>
                  <a:lnTo>
                    <a:pt x="524" y="3851"/>
                  </a:lnTo>
                  <a:lnTo>
                    <a:pt x="440" y="3851"/>
                  </a:lnTo>
                  <a:lnTo>
                    <a:pt x="398" y="3788"/>
                  </a:lnTo>
                  <a:lnTo>
                    <a:pt x="293" y="3809"/>
                  </a:lnTo>
                  <a:lnTo>
                    <a:pt x="147" y="3788"/>
                  </a:lnTo>
                  <a:lnTo>
                    <a:pt x="147" y="3914"/>
                  </a:lnTo>
                  <a:lnTo>
                    <a:pt x="84" y="3956"/>
                  </a:lnTo>
                  <a:lnTo>
                    <a:pt x="0" y="4081"/>
                  </a:lnTo>
                  <a:lnTo>
                    <a:pt x="42" y="4165"/>
                  </a:lnTo>
                  <a:lnTo>
                    <a:pt x="126" y="4186"/>
                  </a:lnTo>
                  <a:lnTo>
                    <a:pt x="398" y="4186"/>
                  </a:lnTo>
                  <a:lnTo>
                    <a:pt x="440" y="4269"/>
                  </a:lnTo>
                  <a:lnTo>
                    <a:pt x="544" y="4374"/>
                  </a:lnTo>
                  <a:lnTo>
                    <a:pt x="565" y="4437"/>
                  </a:lnTo>
                  <a:lnTo>
                    <a:pt x="607" y="4479"/>
                  </a:lnTo>
                  <a:lnTo>
                    <a:pt x="712" y="4646"/>
                  </a:lnTo>
                  <a:lnTo>
                    <a:pt x="816" y="4709"/>
                  </a:lnTo>
                  <a:lnTo>
                    <a:pt x="816" y="4751"/>
                  </a:lnTo>
                  <a:lnTo>
                    <a:pt x="858" y="4813"/>
                  </a:lnTo>
                  <a:lnTo>
                    <a:pt x="963" y="4813"/>
                  </a:lnTo>
                  <a:lnTo>
                    <a:pt x="1047" y="4897"/>
                  </a:lnTo>
                  <a:lnTo>
                    <a:pt x="1088" y="5002"/>
                  </a:lnTo>
                  <a:lnTo>
                    <a:pt x="1172" y="5106"/>
                  </a:lnTo>
                  <a:lnTo>
                    <a:pt x="1193" y="5316"/>
                  </a:lnTo>
                  <a:lnTo>
                    <a:pt x="1256" y="5357"/>
                  </a:lnTo>
                  <a:lnTo>
                    <a:pt x="1298" y="5567"/>
                  </a:lnTo>
                  <a:lnTo>
                    <a:pt x="1340" y="5525"/>
                  </a:lnTo>
                  <a:lnTo>
                    <a:pt x="1402" y="5629"/>
                  </a:lnTo>
                  <a:lnTo>
                    <a:pt x="1507" y="5588"/>
                  </a:lnTo>
                  <a:lnTo>
                    <a:pt x="1612" y="5629"/>
                  </a:lnTo>
                  <a:lnTo>
                    <a:pt x="1612" y="5964"/>
                  </a:lnTo>
                  <a:lnTo>
                    <a:pt x="1695" y="6069"/>
                  </a:lnTo>
                  <a:lnTo>
                    <a:pt x="1821" y="6090"/>
                  </a:lnTo>
                  <a:lnTo>
                    <a:pt x="1967" y="6048"/>
                  </a:lnTo>
                  <a:lnTo>
                    <a:pt x="2093" y="6090"/>
                  </a:lnTo>
                  <a:lnTo>
                    <a:pt x="2386" y="6069"/>
                  </a:lnTo>
                  <a:lnTo>
                    <a:pt x="2490" y="6152"/>
                  </a:lnTo>
                  <a:lnTo>
                    <a:pt x="2721" y="6383"/>
                  </a:lnTo>
                  <a:lnTo>
                    <a:pt x="2867" y="6466"/>
                  </a:lnTo>
                  <a:lnTo>
                    <a:pt x="2951" y="6571"/>
                  </a:lnTo>
                  <a:lnTo>
                    <a:pt x="3055" y="6613"/>
                  </a:lnTo>
                  <a:lnTo>
                    <a:pt x="3244" y="6613"/>
                  </a:lnTo>
                  <a:lnTo>
                    <a:pt x="3369" y="6676"/>
                  </a:lnTo>
                  <a:lnTo>
                    <a:pt x="3537" y="6634"/>
                  </a:lnTo>
                  <a:lnTo>
                    <a:pt x="3641" y="6676"/>
                  </a:lnTo>
                  <a:lnTo>
                    <a:pt x="3850" y="6676"/>
                  </a:lnTo>
                  <a:lnTo>
                    <a:pt x="3997" y="6424"/>
                  </a:lnTo>
                  <a:lnTo>
                    <a:pt x="4060" y="6362"/>
                  </a:lnTo>
                  <a:lnTo>
                    <a:pt x="4164" y="6299"/>
                  </a:lnTo>
                  <a:lnTo>
                    <a:pt x="4269" y="6299"/>
                  </a:lnTo>
                  <a:lnTo>
                    <a:pt x="4311" y="6278"/>
                  </a:lnTo>
                  <a:lnTo>
                    <a:pt x="4583" y="6257"/>
                  </a:lnTo>
                  <a:lnTo>
                    <a:pt x="4645" y="6278"/>
                  </a:lnTo>
                  <a:lnTo>
                    <a:pt x="4729" y="6404"/>
                  </a:lnTo>
                  <a:lnTo>
                    <a:pt x="4834" y="6466"/>
                  </a:lnTo>
                  <a:lnTo>
                    <a:pt x="5043" y="6424"/>
                  </a:lnTo>
                  <a:lnTo>
                    <a:pt x="5210" y="6424"/>
                  </a:lnTo>
                  <a:lnTo>
                    <a:pt x="5252" y="6320"/>
                  </a:lnTo>
                  <a:lnTo>
                    <a:pt x="5441" y="6257"/>
                  </a:lnTo>
                  <a:lnTo>
                    <a:pt x="5629" y="6215"/>
                  </a:lnTo>
                  <a:lnTo>
                    <a:pt x="5775" y="6152"/>
                  </a:lnTo>
                  <a:lnTo>
                    <a:pt x="5880" y="6069"/>
                  </a:lnTo>
                  <a:lnTo>
                    <a:pt x="5943" y="5964"/>
                  </a:lnTo>
                  <a:lnTo>
                    <a:pt x="6068" y="5880"/>
                  </a:lnTo>
                  <a:lnTo>
                    <a:pt x="6173" y="5880"/>
                  </a:lnTo>
                  <a:lnTo>
                    <a:pt x="6278" y="5797"/>
                  </a:lnTo>
                  <a:lnTo>
                    <a:pt x="7010" y="5797"/>
                  </a:lnTo>
                  <a:lnTo>
                    <a:pt x="8788" y="4018"/>
                  </a:lnTo>
                  <a:lnTo>
                    <a:pt x="8056" y="4018"/>
                  </a:lnTo>
                  <a:lnTo>
                    <a:pt x="6361" y="3495"/>
                  </a:lnTo>
                  <a:lnTo>
                    <a:pt x="6215" y="3370"/>
                  </a:lnTo>
                  <a:lnTo>
                    <a:pt x="6006" y="3349"/>
                  </a:lnTo>
                  <a:lnTo>
                    <a:pt x="5943" y="3160"/>
                  </a:lnTo>
                  <a:lnTo>
                    <a:pt x="5964" y="3014"/>
                  </a:lnTo>
                  <a:lnTo>
                    <a:pt x="5796" y="2930"/>
                  </a:lnTo>
                  <a:lnTo>
                    <a:pt x="5692" y="2616"/>
                  </a:lnTo>
                  <a:lnTo>
                    <a:pt x="5650" y="2386"/>
                  </a:lnTo>
                  <a:lnTo>
                    <a:pt x="5692" y="2323"/>
                  </a:lnTo>
                  <a:lnTo>
                    <a:pt x="5587" y="2282"/>
                  </a:lnTo>
                  <a:lnTo>
                    <a:pt x="5441" y="2303"/>
                  </a:lnTo>
                  <a:lnTo>
                    <a:pt x="5315" y="2386"/>
                  </a:lnTo>
                  <a:lnTo>
                    <a:pt x="5106" y="2386"/>
                  </a:lnTo>
                  <a:lnTo>
                    <a:pt x="5022" y="2323"/>
                  </a:lnTo>
                  <a:lnTo>
                    <a:pt x="5127" y="2198"/>
                  </a:lnTo>
                  <a:lnTo>
                    <a:pt x="5127" y="2093"/>
                  </a:lnTo>
                  <a:lnTo>
                    <a:pt x="5169" y="1989"/>
                  </a:lnTo>
                  <a:lnTo>
                    <a:pt x="5169" y="1821"/>
                  </a:lnTo>
                  <a:lnTo>
                    <a:pt x="5210" y="1717"/>
                  </a:lnTo>
                  <a:lnTo>
                    <a:pt x="5252" y="1591"/>
                  </a:lnTo>
                  <a:lnTo>
                    <a:pt x="5357" y="1570"/>
                  </a:lnTo>
                  <a:lnTo>
                    <a:pt x="5210" y="1361"/>
                  </a:lnTo>
                  <a:lnTo>
                    <a:pt x="5127" y="1361"/>
                  </a:lnTo>
                  <a:lnTo>
                    <a:pt x="5106" y="1277"/>
                  </a:lnTo>
                  <a:lnTo>
                    <a:pt x="5064" y="1173"/>
                  </a:lnTo>
                  <a:lnTo>
                    <a:pt x="4959" y="1026"/>
                  </a:lnTo>
                  <a:lnTo>
                    <a:pt x="4855" y="984"/>
                  </a:lnTo>
                  <a:lnTo>
                    <a:pt x="4687" y="838"/>
                  </a:lnTo>
                  <a:lnTo>
                    <a:pt x="4541" y="733"/>
                  </a:lnTo>
                  <a:lnTo>
                    <a:pt x="4520" y="671"/>
                  </a:lnTo>
                  <a:lnTo>
                    <a:pt x="4415" y="671"/>
                  </a:lnTo>
                  <a:lnTo>
                    <a:pt x="4394" y="629"/>
                  </a:lnTo>
                  <a:lnTo>
                    <a:pt x="4227" y="629"/>
                  </a:lnTo>
                  <a:lnTo>
                    <a:pt x="4185" y="524"/>
                  </a:lnTo>
                  <a:lnTo>
                    <a:pt x="3976" y="336"/>
                  </a:lnTo>
                  <a:lnTo>
                    <a:pt x="3871" y="315"/>
                  </a:lnTo>
                  <a:lnTo>
                    <a:pt x="3788" y="231"/>
                  </a:lnTo>
                  <a:lnTo>
                    <a:pt x="3662" y="210"/>
                  </a:lnTo>
                  <a:lnTo>
                    <a:pt x="3578" y="231"/>
                  </a:lnTo>
                  <a:lnTo>
                    <a:pt x="3557" y="252"/>
                  </a:lnTo>
                  <a:lnTo>
                    <a:pt x="3369" y="106"/>
                  </a:lnTo>
                  <a:lnTo>
                    <a:pt x="3265" y="106"/>
                  </a:lnTo>
                  <a:lnTo>
                    <a:pt x="3223" y="147"/>
                  </a:lnTo>
                  <a:lnTo>
                    <a:pt x="3139" y="85"/>
                  </a:lnTo>
                  <a:lnTo>
                    <a:pt x="3034" y="106"/>
                  </a:lnTo>
                  <a:lnTo>
                    <a:pt x="2930" y="189"/>
                  </a:lnTo>
                  <a:lnTo>
                    <a:pt x="2825" y="189"/>
                  </a:lnTo>
                  <a:lnTo>
                    <a:pt x="2595" y="106"/>
                  </a:lnTo>
                  <a:lnTo>
                    <a:pt x="2553" y="43"/>
                  </a:lnTo>
                  <a:lnTo>
                    <a:pt x="2511" y="1"/>
                  </a:lnTo>
                  <a:close/>
                </a:path>
              </a:pathLst>
            </a:custGeom>
            <a:solidFill>
              <a:srgbClr val="5F7D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050" name="Google Shape;6050;p36"/>
            <p:cNvSpPr/>
            <p:nvPr/>
          </p:nvSpPr>
          <p:spPr>
            <a:xfrm>
              <a:off x="3996236" y="3024695"/>
              <a:ext cx="46106" cy="39042"/>
            </a:xfrm>
            <a:custGeom>
              <a:rect b="b" l="l" r="r" t="t"/>
              <a:pathLst>
                <a:path extrusionOk="0" h="3433" w="3872">
                  <a:moveTo>
                    <a:pt x="1151" y="1"/>
                  </a:moveTo>
                  <a:lnTo>
                    <a:pt x="1068" y="105"/>
                  </a:lnTo>
                  <a:lnTo>
                    <a:pt x="963" y="168"/>
                  </a:lnTo>
                  <a:lnTo>
                    <a:pt x="858" y="189"/>
                  </a:lnTo>
                  <a:lnTo>
                    <a:pt x="838" y="273"/>
                  </a:lnTo>
                  <a:lnTo>
                    <a:pt x="712" y="273"/>
                  </a:lnTo>
                  <a:lnTo>
                    <a:pt x="628" y="315"/>
                  </a:lnTo>
                  <a:lnTo>
                    <a:pt x="524" y="336"/>
                  </a:lnTo>
                  <a:lnTo>
                    <a:pt x="524" y="398"/>
                  </a:lnTo>
                  <a:lnTo>
                    <a:pt x="524" y="440"/>
                  </a:lnTo>
                  <a:lnTo>
                    <a:pt x="524" y="524"/>
                  </a:lnTo>
                  <a:lnTo>
                    <a:pt x="356" y="524"/>
                  </a:lnTo>
                  <a:lnTo>
                    <a:pt x="314" y="545"/>
                  </a:lnTo>
                  <a:lnTo>
                    <a:pt x="314" y="691"/>
                  </a:lnTo>
                  <a:lnTo>
                    <a:pt x="231" y="817"/>
                  </a:lnTo>
                  <a:lnTo>
                    <a:pt x="294" y="838"/>
                  </a:lnTo>
                  <a:lnTo>
                    <a:pt x="335" y="900"/>
                  </a:lnTo>
                  <a:lnTo>
                    <a:pt x="294" y="942"/>
                  </a:lnTo>
                  <a:lnTo>
                    <a:pt x="231" y="1131"/>
                  </a:lnTo>
                  <a:lnTo>
                    <a:pt x="189" y="1424"/>
                  </a:lnTo>
                  <a:lnTo>
                    <a:pt x="84" y="1549"/>
                  </a:lnTo>
                  <a:lnTo>
                    <a:pt x="84" y="1654"/>
                  </a:lnTo>
                  <a:lnTo>
                    <a:pt x="22" y="1737"/>
                  </a:lnTo>
                  <a:lnTo>
                    <a:pt x="1" y="1863"/>
                  </a:lnTo>
                  <a:lnTo>
                    <a:pt x="84" y="2093"/>
                  </a:lnTo>
                  <a:lnTo>
                    <a:pt x="105" y="2219"/>
                  </a:lnTo>
                  <a:lnTo>
                    <a:pt x="126" y="2219"/>
                  </a:lnTo>
                  <a:lnTo>
                    <a:pt x="210" y="2260"/>
                  </a:lnTo>
                  <a:lnTo>
                    <a:pt x="335" y="2281"/>
                  </a:lnTo>
                  <a:lnTo>
                    <a:pt x="356" y="2198"/>
                  </a:lnTo>
                  <a:lnTo>
                    <a:pt x="461" y="2198"/>
                  </a:lnTo>
                  <a:lnTo>
                    <a:pt x="628" y="1863"/>
                  </a:lnTo>
                  <a:lnTo>
                    <a:pt x="670" y="1905"/>
                  </a:lnTo>
                  <a:lnTo>
                    <a:pt x="712" y="1968"/>
                  </a:lnTo>
                  <a:lnTo>
                    <a:pt x="942" y="2051"/>
                  </a:lnTo>
                  <a:lnTo>
                    <a:pt x="1047" y="2051"/>
                  </a:lnTo>
                  <a:lnTo>
                    <a:pt x="1151" y="1968"/>
                  </a:lnTo>
                  <a:lnTo>
                    <a:pt x="1256" y="1947"/>
                  </a:lnTo>
                  <a:lnTo>
                    <a:pt x="1340" y="2009"/>
                  </a:lnTo>
                  <a:lnTo>
                    <a:pt x="1382" y="1968"/>
                  </a:lnTo>
                  <a:lnTo>
                    <a:pt x="1486" y="1968"/>
                  </a:lnTo>
                  <a:lnTo>
                    <a:pt x="1674" y="2114"/>
                  </a:lnTo>
                  <a:lnTo>
                    <a:pt x="1695" y="2093"/>
                  </a:lnTo>
                  <a:lnTo>
                    <a:pt x="1779" y="2072"/>
                  </a:lnTo>
                  <a:lnTo>
                    <a:pt x="1905" y="2093"/>
                  </a:lnTo>
                  <a:lnTo>
                    <a:pt x="1988" y="2177"/>
                  </a:lnTo>
                  <a:lnTo>
                    <a:pt x="2093" y="2198"/>
                  </a:lnTo>
                  <a:lnTo>
                    <a:pt x="2302" y="2386"/>
                  </a:lnTo>
                  <a:lnTo>
                    <a:pt x="2344" y="2491"/>
                  </a:lnTo>
                  <a:lnTo>
                    <a:pt x="2511" y="2491"/>
                  </a:lnTo>
                  <a:lnTo>
                    <a:pt x="2532" y="2533"/>
                  </a:lnTo>
                  <a:lnTo>
                    <a:pt x="2637" y="2533"/>
                  </a:lnTo>
                  <a:lnTo>
                    <a:pt x="2658" y="2595"/>
                  </a:lnTo>
                  <a:lnTo>
                    <a:pt x="2804" y="2700"/>
                  </a:lnTo>
                  <a:lnTo>
                    <a:pt x="2972" y="2846"/>
                  </a:lnTo>
                  <a:lnTo>
                    <a:pt x="3076" y="2888"/>
                  </a:lnTo>
                  <a:lnTo>
                    <a:pt x="3181" y="3035"/>
                  </a:lnTo>
                  <a:lnTo>
                    <a:pt x="3223" y="3139"/>
                  </a:lnTo>
                  <a:lnTo>
                    <a:pt x="3244" y="3223"/>
                  </a:lnTo>
                  <a:lnTo>
                    <a:pt x="3327" y="3223"/>
                  </a:lnTo>
                  <a:lnTo>
                    <a:pt x="3474" y="3432"/>
                  </a:lnTo>
                  <a:lnTo>
                    <a:pt x="3599" y="3369"/>
                  </a:lnTo>
                  <a:lnTo>
                    <a:pt x="3662" y="3328"/>
                  </a:lnTo>
                  <a:lnTo>
                    <a:pt x="3746" y="3307"/>
                  </a:lnTo>
                  <a:lnTo>
                    <a:pt x="3871" y="3202"/>
                  </a:lnTo>
                  <a:lnTo>
                    <a:pt x="3809" y="3160"/>
                  </a:lnTo>
                  <a:lnTo>
                    <a:pt x="3809" y="3139"/>
                  </a:lnTo>
                  <a:lnTo>
                    <a:pt x="3767" y="3202"/>
                  </a:lnTo>
                  <a:lnTo>
                    <a:pt x="3683" y="3139"/>
                  </a:lnTo>
                  <a:lnTo>
                    <a:pt x="3641" y="3139"/>
                  </a:lnTo>
                  <a:lnTo>
                    <a:pt x="3579" y="3035"/>
                  </a:lnTo>
                  <a:lnTo>
                    <a:pt x="3599" y="3014"/>
                  </a:lnTo>
                  <a:lnTo>
                    <a:pt x="3537" y="2909"/>
                  </a:lnTo>
                  <a:lnTo>
                    <a:pt x="3453" y="2888"/>
                  </a:lnTo>
                  <a:lnTo>
                    <a:pt x="3348" y="2637"/>
                  </a:lnTo>
                  <a:lnTo>
                    <a:pt x="3327" y="2595"/>
                  </a:lnTo>
                  <a:lnTo>
                    <a:pt x="3327" y="2616"/>
                  </a:lnTo>
                  <a:lnTo>
                    <a:pt x="3265" y="2616"/>
                  </a:lnTo>
                  <a:lnTo>
                    <a:pt x="3181" y="2512"/>
                  </a:lnTo>
                  <a:lnTo>
                    <a:pt x="3055" y="2470"/>
                  </a:lnTo>
                  <a:lnTo>
                    <a:pt x="2972" y="2323"/>
                  </a:lnTo>
                  <a:lnTo>
                    <a:pt x="2804" y="2093"/>
                  </a:lnTo>
                  <a:lnTo>
                    <a:pt x="2742" y="2051"/>
                  </a:lnTo>
                  <a:lnTo>
                    <a:pt x="2595" y="2009"/>
                  </a:lnTo>
                  <a:lnTo>
                    <a:pt x="2532" y="1947"/>
                  </a:lnTo>
                  <a:lnTo>
                    <a:pt x="2428" y="1800"/>
                  </a:lnTo>
                  <a:lnTo>
                    <a:pt x="2344" y="1842"/>
                  </a:lnTo>
                  <a:lnTo>
                    <a:pt x="2218" y="1842"/>
                  </a:lnTo>
                  <a:lnTo>
                    <a:pt x="2177" y="1863"/>
                  </a:lnTo>
                  <a:lnTo>
                    <a:pt x="2114" y="1800"/>
                  </a:lnTo>
                  <a:lnTo>
                    <a:pt x="2009" y="1654"/>
                  </a:lnTo>
                  <a:lnTo>
                    <a:pt x="2072" y="1633"/>
                  </a:lnTo>
                  <a:lnTo>
                    <a:pt x="1967" y="1465"/>
                  </a:lnTo>
                  <a:lnTo>
                    <a:pt x="1905" y="1486"/>
                  </a:lnTo>
                  <a:lnTo>
                    <a:pt x="1905" y="1591"/>
                  </a:lnTo>
                  <a:lnTo>
                    <a:pt x="1926" y="1591"/>
                  </a:lnTo>
                  <a:lnTo>
                    <a:pt x="1926" y="1758"/>
                  </a:lnTo>
                  <a:lnTo>
                    <a:pt x="1821" y="1737"/>
                  </a:lnTo>
                  <a:lnTo>
                    <a:pt x="1800" y="1549"/>
                  </a:lnTo>
                  <a:lnTo>
                    <a:pt x="1758" y="1444"/>
                  </a:lnTo>
                  <a:lnTo>
                    <a:pt x="1674" y="1424"/>
                  </a:lnTo>
                  <a:lnTo>
                    <a:pt x="1674" y="1361"/>
                  </a:lnTo>
                  <a:lnTo>
                    <a:pt x="1654" y="1214"/>
                  </a:lnTo>
                  <a:lnTo>
                    <a:pt x="1591" y="1172"/>
                  </a:lnTo>
                  <a:lnTo>
                    <a:pt x="1507" y="754"/>
                  </a:lnTo>
                  <a:lnTo>
                    <a:pt x="1277" y="126"/>
                  </a:lnTo>
                  <a:lnTo>
                    <a:pt x="1151" y="1"/>
                  </a:lnTo>
                  <a:close/>
                </a:path>
              </a:pathLst>
            </a:custGeom>
            <a:solidFill>
              <a:srgbClr val="5F7D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051" name="Google Shape;6051;p36"/>
            <p:cNvSpPr/>
            <p:nvPr/>
          </p:nvSpPr>
          <p:spPr>
            <a:xfrm>
              <a:off x="4033614" y="3061110"/>
              <a:ext cx="10467" cy="11907"/>
            </a:xfrm>
            <a:custGeom>
              <a:rect b="b" l="l" r="r" t="t"/>
              <a:pathLst>
                <a:path extrusionOk="0" h="1047" w="879">
                  <a:moveTo>
                    <a:pt x="732" y="0"/>
                  </a:moveTo>
                  <a:lnTo>
                    <a:pt x="607" y="105"/>
                  </a:lnTo>
                  <a:lnTo>
                    <a:pt x="523" y="126"/>
                  </a:lnTo>
                  <a:lnTo>
                    <a:pt x="460" y="167"/>
                  </a:lnTo>
                  <a:lnTo>
                    <a:pt x="230" y="251"/>
                  </a:lnTo>
                  <a:lnTo>
                    <a:pt x="188" y="377"/>
                  </a:lnTo>
                  <a:lnTo>
                    <a:pt x="147" y="481"/>
                  </a:lnTo>
                  <a:lnTo>
                    <a:pt x="147" y="649"/>
                  </a:lnTo>
                  <a:lnTo>
                    <a:pt x="105" y="753"/>
                  </a:lnTo>
                  <a:lnTo>
                    <a:pt x="105" y="858"/>
                  </a:lnTo>
                  <a:lnTo>
                    <a:pt x="0" y="983"/>
                  </a:lnTo>
                  <a:lnTo>
                    <a:pt x="84" y="1046"/>
                  </a:lnTo>
                  <a:lnTo>
                    <a:pt x="293" y="1046"/>
                  </a:lnTo>
                  <a:lnTo>
                    <a:pt x="419" y="963"/>
                  </a:lnTo>
                  <a:lnTo>
                    <a:pt x="565" y="942"/>
                  </a:lnTo>
                  <a:lnTo>
                    <a:pt x="670" y="983"/>
                  </a:lnTo>
                  <a:lnTo>
                    <a:pt x="670" y="963"/>
                  </a:lnTo>
                  <a:lnTo>
                    <a:pt x="837" y="732"/>
                  </a:lnTo>
                  <a:lnTo>
                    <a:pt x="816" y="670"/>
                  </a:lnTo>
                  <a:lnTo>
                    <a:pt x="649" y="670"/>
                  </a:lnTo>
                  <a:lnTo>
                    <a:pt x="565" y="732"/>
                  </a:lnTo>
                  <a:lnTo>
                    <a:pt x="523" y="691"/>
                  </a:lnTo>
                  <a:lnTo>
                    <a:pt x="460" y="628"/>
                  </a:lnTo>
                  <a:lnTo>
                    <a:pt x="565" y="628"/>
                  </a:lnTo>
                  <a:lnTo>
                    <a:pt x="649" y="544"/>
                  </a:lnTo>
                  <a:lnTo>
                    <a:pt x="732" y="544"/>
                  </a:lnTo>
                  <a:lnTo>
                    <a:pt x="837" y="419"/>
                  </a:lnTo>
                  <a:lnTo>
                    <a:pt x="879" y="377"/>
                  </a:lnTo>
                  <a:lnTo>
                    <a:pt x="858" y="230"/>
                  </a:lnTo>
                  <a:lnTo>
                    <a:pt x="879" y="147"/>
                  </a:lnTo>
                  <a:lnTo>
                    <a:pt x="858" y="147"/>
                  </a:lnTo>
                  <a:lnTo>
                    <a:pt x="732" y="21"/>
                  </a:lnTo>
                  <a:lnTo>
                    <a:pt x="732" y="0"/>
                  </a:lnTo>
                  <a:close/>
                </a:path>
              </a:pathLst>
            </a:custGeom>
            <a:solidFill>
              <a:srgbClr val="5F7D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052" name="Google Shape;6052;p36"/>
            <p:cNvSpPr/>
            <p:nvPr/>
          </p:nvSpPr>
          <p:spPr>
            <a:xfrm>
              <a:off x="4029125" y="3065864"/>
              <a:ext cx="70516" cy="89240"/>
            </a:xfrm>
            <a:custGeom>
              <a:rect b="b" l="l" r="r" t="t"/>
              <a:pathLst>
                <a:path extrusionOk="0" h="7847" w="5922">
                  <a:moveTo>
                    <a:pt x="5587" y="1"/>
                  </a:moveTo>
                  <a:lnTo>
                    <a:pt x="5587" y="21"/>
                  </a:lnTo>
                  <a:lnTo>
                    <a:pt x="5545" y="21"/>
                  </a:lnTo>
                  <a:lnTo>
                    <a:pt x="5482" y="105"/>
                  </a:lnTo>
                  <a:lnTo>
                    <a:pt x="5441" y="210"/>
                  </a:lnTo>
                  <a:lnTo>
                    <a:pt x="5420" y="168"/>
                  </a:lnTo>
                  <a:lnTo>
                    <a:pt x="5315" y="273"/>
                  </a:lnTo>
                  <a:lnTo>
                    <a:pt x="5127" y="314"/>
                  </a:lnTo>
                  <a:lnTo>
                    <a:pt x="5127" y="335"/>
                  </a:lnTo>
                  <a:lnTo>
                    <a:pt x="5085" y="314"/>
                  </a:lnTo>
                  <a:lnTo>
                    <a:pt x="4897" y="335"/>
                  </a:lnTo>
                  <a:lnTo>
                    <a:pt x="4792" y="419"/>
                  </a:lnTo>
                  <a:lnTo>
                    <a:pt x="4499" y="461"/>
                  </a:lnTo>
                  <a:lnTo>
                    <a:pt x="4457" y="461"/>
                  </a:lnTo>
                  <a:lnTo>
                    <a:pt x="4394" y="440"/>
                  </a:lnTo>
                  <a:lnTo>
                    <a:pt x="4227" y="440"/>
                  </a:lnTo>
                  <a:lnTo>
                    <a:pt x="4060" y="524"/>
                  </a:lnTo>
                  <a:lnTo>
                    <a:pt x="3913" y="524"/>
                  </a:lnTo>
                  <a:lnTo>
                    <a:pt x="3830" y="545"/>
                  </a:lnTo>
                  <a:lnTo>
                    <a:pt x="3704" y="482"/>
                  </a:lnTo>
                  <a:lnTo>
                    <a:pt x="3599" y="524"/>
                  </a:lnTo>
                  <a:lnTo>
                    <a:pt x="3244" y="733"/>
                  </a:lnTo>
                  <a:lnTo>
                    <a:pt x="3076" y="754"/>
                  </a:lnTo>
                  <a:lnTo>
                    <a:pt x="2972" y="691"/>
                  </a:lnTo>
                  <a:lnTo>
                    <a:pt x="2909" y="733"/>
                  </a:lnTo>
                  <a:lnTo>
                    <a:pt x="2762" y="733"/>
                  </a:lnTo>
                  <a:lnTo>
                    <a:pt x="2700" y="691"/>
                  </a:lnTo>
                  <a:lnTo>
                    <a:pt x="2658" y="691"/>
                  </a:lnTo>
                  <a:lnTo>
                    <a:pt x="2469" y="858"/>
                  </a:lnTo>
                  <a:lnTo>
                    <a:pt x="2365" y="858"/>
                  </a:lnTo>
                  <a:lnTo>
                    <a:pt x="2239" y="942"/>
                  </a:lnTo>
                  <a:lnTo>
                    <a:pt x="2177" y="1005"/>
                  </a:lnTo>
                  <a:lnTo>
                    <a:pt x="1988" y="1047"/>
                  </a:lnTo>
                  <a:lnTo>
                    <a:pt x="1863" y="984"/>
                  </a:lnTo>
                  <a:lnTo>
                    <a:pt x="1716" y="858"/>
                  </a:lnTo>
                  <a:lnTo>
                    <a:pt x="1653" y="858"/>
                  </a:lnTo>
                  <a:lnTo>
                    <a:pt x="1633" y="754"/>
                  </a:lnTo>
                  <a:lnTo>
                    <a:pt x="1256" y="377"/>
                  </a:lnTo>
                  <a:lnTo>
                    <a:pt x="1235" y="356"/>
                  </a:lnTo>
                  <a:lnTo>
                    <a:pt x="1214" y="314"/>
                  </a:lnTo>
                  <a:lnTo>
                    <a:pt x="1047" y="545"/>
                  </a:lnTo>
                  <a:lnTo>
                    <a:pt x="1005" y="628"/>
                  </a:lnTo>
                  <a:lnTo>
                    <a:pt x="1047" y="858"/>
                  </a:lnTo>
                  <a:lnTo>
                    <a:pt x="1151" y="1172"/>
                  </a:lnTo>
                  <a:lnTo>
                    <a:pt x="1319" y="1256"/>
                  </a:lnTo>
                  <a:lnTo>
                    <a:pt x="1298" y="1402"/>
                  </a:lnTo>
                  <a:lnTo>
                    <a:pt x="1361" y="1591"/>
                  </a:lnTo>
                  <a:lnTo>
                    <a:pt x="1570" y="1612"/>
                  </a:lnTo>
                  <a:lnTo>
                    <a:pt x="1716" y="1737"/>
                  </a:lnTo>
                  <a:lnTo>
                    <a:pt x="3411" y="2260"/>
                  </a:lnTo>
                  <a:lnTo>
                    <a:pt x="4143" y="2260"/>
                  </a:lnTo>
                  <a:lnTo>
                    <a:pt x="2365" y="4039"/>
                  </a:lnTo>
                  <a:lnTo>
                    <a:pt x="1633" y="4039"/>
                  </a:lnTo>
                  <a:lnTo>
                    <a:pt x="1528" y="4122"/>
                  </a:lnTo>
                  <a:lnTo>
                    <a:pt x="1423" y="4122"/>
                  </a:lnTo>
                  <a:lnTo>
                    <a:pt x="1298" y="4206"/>
                  </a:lnTo>
                  <a:lnTo>
                    <a:pt x="1235" y="4311"/>
                  </a:lnTo>
                  <a:lnTo>
                    <a:pt x="1130" y="4394"/>
                  </a:lnTo>
                  <a:lnTo>
                    <a:pt x="984" y="4457"/>
                  </a:lnTo>
                  <a:lnTo>
                    <a:pt x="796" y="4499"/>
                  </a:lnTo>
                  <a:lnTo>
                    <a:pt x="607" y="4562"/>
                  </a:lnTo>
                  <a:lnTo>
                    <a:pt x="565" y="4666"/>
                  </a:lnTo>
                  <a:lnTo>
                    <a:pt x="0" y="5169"/>
                  </a:lnTo>
                  <a:lnTo>
                    <a:pt x="0" y="7449"/>
                  </a:lnTo>
                  <a:lnTo>
                    <a:pt x="419" y="7847"/>
                  </a:lnTo>
                  <a:lnTo>
                    <a:pt x="419" y="7805"/>
                  </a:lnTo>
                  <a:lnTo>
                    <a:pt x="900" y="7261"/>
                  </a:lnTo>
                  <a:lnTo>
                    <a:pt x="942" y="7156"/>
                  </a:lnTo>
                  <a:lnTo>
                    <a:pt x="1089" y="7031"/>
                  </a:lnTo>
                  <a:lnTo>
                    <a:pt x="1193" y="7010"/>
                  </a:lnTo>
                  <a:lnTo>
                    <a:pt x="1235" y="6926"/>
                  </a:lnTo>
                  <a:lnTo>
                    <a:pt x="1298" y="6905"/>
                  </a:lnTo>
                  <a:lnTo>
                    <a:pt x="1633" y="6529"/>
                  </a:lnTo>
                  <a:lnTo>
                    <a:pt x="1716" y="6508"/>
                  </a:lnTo>
                  <a:lnTo>
                    <a:pt x="2093" y="6089"/>
                  </a:lnTo>
                  <a:lnTo>
                    <a:pt x="2302" y="5922"/>
                  </a:lnTo>
                  <a:lnTo>
                    <a:pt x="2469" y="5817"/>
                  </a:lnTo>
                  <a:lnTo>
                    <a:pt x="2658" y="5796"/>
                  </a:lnTo>
                  <a:lnTo>
                    <a:pt x="2930" y="5566"/>
                  </a:lnTo>
                  <a:lnTo>
                    <a:pt x="3558" y="4980"/>
                  </a:lnTo>
                  <a:lnTo>
                    <a:pt x="3871" y="4625"/>
                  </a:lnTo>
                  <a:lnTo>
                    <a:pt x="4060" y="4436"/>
                  </a:lnTo>
                  <a:lnTo>
                    <a:pt x="4081" y="4311"/>
                  </a:lnTo>
                  <a:lnTo>
                    <a:pt x="4478" y="3788"/>
                  </a:lnTo>
                  <a:lnTo>
                    <a:pt x="4478" y="3683"/>
                  </a:lnTo>
                  <a:lnTo>
                    <a:pt x="4687" y="3390"/>
                  </a:lnTo>
                  <a:lnTo>
                    <a:pt x="4708" y="3202"/>
                  </a:lnTo>
                  <a:lnTo>
                    <a:pt x="5022" y="2574"/>
                  </a:lnTo>
                  <a:lnTo>
                    <a:pt x="5106" y="2532"/>
                  </a:lnTo>
                  <a:lnTo>
                    <a:pt x="5064" y="2449"/>
                  </a:lnTo>
                  <a:lnTo>
                    <a:pt x="5064" y="2365"/>
                  </a:lnTo>
                  <a:lnTo>
                    <a:pt x="5190" y="2239"/>
                  </a:lnTo>
                  <a:lnTo>
                    <a:pt x="5231" y="2239"/>
                  </a:lnTo>
                  <a:lnTo>
                    <a:pt x="5315" y="2135"/>
                  </a:lnTo>
                  <a:lnTo>
                    <a:pt x="5441" y="1842"/>
                  </a:lnTo>
                  <a:lnTo>
                    <a:pt x="5650" y="1591"/>
                  </a:lnTo>
                  <a:lnTo>
                    <a:pt x="5650" y="1423"/>
                  </a:lnTo>
                  <a:lnTo>
                    <a:pt x="5692" y="1381"/>
                  </a:lnTo>
                  <a:lnTo>
                    <a:pt x="5713" y="1214"/>
                  </a:lnTo>
                  <a:lnTo>
                    <a:pt x="5650" y="1151"/>
                  </a:lnTo>
                  <a:lnTo>
                    <a:pt x="5734" y="1005"/>
                  </a:lnTo>
                  <a:lnTo>
                    <a:pt x="5796" y="984"/>
                  </a:lnTo>
                  <a:lnTo>
                    <a:pt x="5859" y="984"/>
                  </a:lnTo>
                  <a:lnTo>
                    <a:pt x="5901" y="1005"/>
                  </a:lnTo>
                  <a:lnTo>
                    <a:pt x="5922" y="1005"/>
                  </a:lnTo>
                  <a:lnTo>
                    <a:pt x="5901" y="942"/>
                  </a:lnTo>
                  <a:lnTo>
                    <a:pt x="5838" y="942"/>
                  </a:lnTo>
                  <a:lnTo>
                    <a:pt x="5859" y="963"/>
                  </a:lnTo>
                  <a:lnTo>
                    <a:pt x="5796" y="963"/>
                  </a:lnTo>
                  <a:lnTo>
                    <a:pt x="5817" y="879"/>
                  </a:lnTo>
                  <a:lnTo>
                    <a:pt x="5817" y="775"/>
                  </a:lnTo>
                  <a:lnTo>
                    <a:pt x="5754" y="691"/>
                  </a:lnTo>
                  <a:lnTo>
                    <a:pt x="5817" y="586"/>
                  </a:lnTo>
                  <a:lnTo>
                    <a:pt x="5859" y="545"/>
                  </a:lnTo>
                  <a:lnTo>
                    <a:pt x="5859" y="482"/>
                  </a:lnTo>
                  <a:lnTo>
                    <a:pt x="5796" y="482"/>
                  </a:lnTo>
                  <a:lnTo>
                    <a:pt x="5754" y="440"/>
                  </a:lnTo>
                  <a:lnTo>
                    <a:pt x="5796" y="377"/>
                  </a:lnTo>
                  <a:lnTo>
                    <a:pt x="5796" y="314"/>
                  </a:lnTo>
                  <a:lnTo>
                    <a:pt x="5838" y="210"/>
                  </a:lnTo>
                  <a:lnTo>
                    <a:pt x="5901" y="126"/>
                  </a:lnTo>
                  <a:lnTo>
                    <a:pt x="5859" y="105"/>
                  </a:lnTo>
                  <a:lnTo>
                    <a:pt x="5796" y="105"/>
                  </a:lnTo>
                  <a:lnTo>
                    <a:pt x="5650" y="42"/>
                  </a:lnTo>
                  <a:lnTo>
                    <a:pt x="5587" y="1"/>
                  </a:lnTo>
                  <a:close/>
                </a:path>
              </a:pathLst>
            </a:custGeom>
            <a:solidFill>
              <a:srgbClr val="5F7D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053" name="Google Shape;6053;p36"/>
            <p:cNvSpPr/>
            <p:nvPr/>
          </p:nvSpPr>
          <p:spPr>
            <a:xfrm>
              <a:off x="3978054" y="3108693"/>
              <a:ext cx="57811" cy="66882"/>
            </a:xfrm>
            <a:custGeom>
              <a:rect b="b" l="l" r="r" t="t"/>
              <a:pathLst>
                <a:path extrusionOk="0" h="5881" w="4855">
                  <a:moveTo>
                    <a:pt x="984" y="1"/>
                  </a:moveTo>
                  <a:lnTo>
                    <a:pt x="942" y="43"/>
                  </a:lnTo>
                  <a:lnTo>
                    <a:pt x="732" y="252"/>
                  </a:lnTo>
                  <a:lnTo>
                    <a:pt x="607" y="461"/>
                  </a:lnTo>
                  <a:lnTo>
                    <a:pt x="565" y="461"/>
                  </a:lnTo>
                  <a:lnTo>
                    <a:pt x="460" y="566"/>
                  </a:lnTo>
                  <a:lnTo>
                    <a:pt x="398" y="628"/>
                  </a:lnTo>
                  <a:lnTo>
                    <a:pt x="356" y="649"/>
                  </a:lnTo>
                  <a:lnTo>
                    <a:pt x="272" y="754"/>
                  </a:lnTo>
                  <a:lnTo>
                    <a:pt x="293" y="733"/>
                  </a:lnTo>
                  <a:lnTo>
                    <a:pt x="356" y="796"/>
                  </a:lnTo>
                  <a:lnTo>
                    <a:pt x="377" y="963"/>
                  </a:lnTo>
                  <a:lnTo>
                    <a:pt x="419" y="984"/>
                  </a:lnTo>
                  <a:lnTo>
                    <a:pt x="419" y="1089"/>
                  </a:lnTo>
                  <a:lnTo>
                    <a:pt x="502" y="1089"/>
                  </a:lnTo>
                  <a:lnTo>
                    <a:pt x="523" y="1214"/>
                  </a:lnTo>
                  <a:lnTo>
                    <a:pt x="523" y="1361"/>
                  </a:lnTo>
                  <a:lnTo>
                    <a:pt x="670" y="1486"/>
                  </a:lnTo>
                  <a:lnTo>
                    <a:pt x="732" y="1633"/>
                  </a:lnTo>
                  <a:lnTo>
                    <a:pt x="816" y="1696"/>
                  </a:lnTo>
                  <a:lnTo>
                    <a:pt x="900" y="1737"/>
                  </a:lnTo>
                  <a:lnTo>
                    <a:pt x="837" y="1800"/>
                  </a:lnTo>
                  <a:lnTo>
                    <a:pt x="921" y="1884"/>
                  </a:lnTo>
                  <a:lnTo>
                    <a:pt x="942" y="2009"/>
                  </a:lnTo>
                  <a:lnTo>
                    <a:pt x="942" y="2114"/>
                  </a:lnTo>
                  <a:lnTo>
                    <a:pt x="816" y="2261"/>
                  </a:lnTo>
                  <a:lnTo>
                    <a:pt x="816" y="2365"/>
                  </a:lnTo>
                  <a:lnTo>
                    <a:pt x="774" y="2512"/>
                  </a:lnTo>
                  <a:lnTo>
                    <a:pt x="565" y="2512"/>
                  </a:lnTo>
                  <a:lnTo>
                    <a:pt x="565" y="2553"/>
                  </a:lnTo>
                  <a:lnTo>
                    <a:pt x="502" y="2616"/>
                  </a:lnTo>
                  <a:lnTo>
                    <a:pt x="460" y="2721"/>
                  </a:lnTo>
                  <a:lnTo>
                    <a:pt x="377" y="2784"/>
                  </a:lnTo>
                  <a:lnTo>
                    <a:pt x="293" y="2930"/>
                  </a:lnTo>
                  <a:lnTo>
                    <a:pt x="188" y="3056"/>
                  </a:lnTo>
                  <a:lnTo>
                    <a:pt x="168" y="3202"/>
                  </a:lnTo>
                  <a:lnTo>
                    <a:pt x="0" y="3767"/>
                  </a:lnTo>
                  <a:lnTo>
                    <a:pt x="188" y="3767"/>
                  </a:lnTo>
                  <a:lnTo>
                    <a:pt x="2281" y="4981"/>
                  </a:lnTo>
                  <a:lnTo>
                    <a:pt x="2406" y="5169"/>
                  </a:lnTo>
                  <a:lnTo>
                    <a:pt x="2385" y="5253"/>
                  </a:lnTo>
                  <a:lnTo>
                    <a:pt x="2406" y="5294"/>
                  </a:lnTo>
                  <a:lnTo>
                    <a:pt x="2469" y="5378"/>
                  </a:lnTo>
                  <a:lnTo>
                    <a:pt x="3181" y="5880"/>
                  </a:lnTo>
                  <a:lnTo>
                    <a:pt x="3222" y="5880"/>
                  </a:lnTo>
                  <a:lnTo>
                    <a:pt x="3327" y="5818"/>
                  </a:lnTo>
                  <a:lnTo>
                    <a:pt x="3536" y="5546"/>
                  </a:lnTo>
                  <a:lnTo>
                    <a:pt x="3641" y="5357"/>
                  </a:lnTo>
                  <a:lnTo>
                    <a:pt x="3641" y="5232"/>
                  </a:lnTo>
                  <a:lnTo>
                    <a:pt x="3725" y="5085"/>
                  </a:lnTo>
                  <a:lnTo>
                    <a:pt x="3829" y="4939"/>
                  </a:lnTo>
                  <a:lnTo>
                    <a:pt x="3808" y="4918"/>
                  </a:lnTo>
                  <a:lnTo>
                    <a:pt x="3808" y="4855"/>
                  </a:lnTo>
                  <a:lnTo>
                    <a:pt x="3871" y="4750"/>
                  </a:lnTo>
                  <a:lnTo>
                    <a:pt x="3871" y="4730"/>
                  </a:lnTo>
                  <a:lnTo>
                    <a:pt x="3955" y="4709"/>
                  </a:lnTo>
                  <a:lnTo>
                    <a:pt x="4122" y="4709"/>
                  </a:lnTo>
                  <a:lnTo>
                    <a:pt x="4227" y="4541"/>
                  </a:lnTo>
                  <a:lnTo>
                    <a:pt x="4436" y="4458"/>
                  </a:lnTo>
                  <a:lnTo>
                    <a:pt x="4394" y="4416"/>
                  </a:lnTo>
                  <a:lnTo>
                    <a:pt x="4457" y="4332"/>
                  </a:lnTo>
                  <a:lnTo>
                    <a:pt x="4499" y="4332"/>
                  </a:lnTo>
                  <a:lnTo>
                    <a:pt x="4687" y="4102"/>
                  </a:lnTo>
                  <a:lnTo>
                    <a:pt x="4708" y="4081"/>
                  </a:lnTo>
                  <a:lnTo>
                    <a:pt x="4289" y="3683"/>
                  </a:lnTo>
                  <a:lnTo>
                    <a:pt x="4289" y="1403"/>
                  </a:lnTo>
                  <a:lnTo>
                    <a:pt x="4854" y="900"/>
                  </a:lnTo>
                  <a:lnTo>
                    <a:pt x="4687" y="900"/>
                  </a:lnTo>
                  <a:lnTo>
                    <a:pt x="4478" y="942"/>
                  </a:lnTo>
                  <a:lnTo>
                    <a:pt x="4373" y="880"/>
                  </a:lnTo>
                  <a:lnTo>
                    <a:pt x="4289" y="754"/>
                  </a:lnTo>
                  <a:lnTo>
                    <a:pt x="4227" y="733"/>
                  </a:lnTo>
                  <a:lnTo>
                    <a:pt x="3955" y="754"/>
                  </a:lnTo>
                  <a:lnTo>
                    <a:pt x="3913" y="775"/>
                  </a:lnTo>
                  <a:lnTo>
                    <a:pt x="3808" y="775"/>
                  </a:lnTo>
                  <a:lnTo>
                    <a:pt x="3704" y="838"/>
                  </a:lnTo>
                  <a:lnTo>
                    <a:pt x="3641" y="900"/>
                  </a:lnTo>
                  <a:lnTo>
                    <a:pt x="3494" y="1152"/>
                  </a:lnTo>
                  <a:lnTo>
                    <a:pt x="3285" y="1152"/>
                  </a:lnTo>
                  <a:lnTo>
                    <a:pt x="3181" y="1110"/>
                  </a:lnTo>
                  <a:lnTo>
                    <a:pt x="3013" y="1152"/>
                  </a:lnTo>
                  <a:lnTo>
                    <a:pt x="2888" y="1089"/>
                  </a:lnTo>
                  <a:lnTo>
                    <a:pt x="2699" y="1089"/>
                  </a:lnTo>
                  <a:lnTo>
                    <a:pt x="2595" y="1047"/>
                  </a:lnTo>
                  <a:lnTo>
                    <a:pt x="2511" y="942"/>
                  </a:lnTo>
                  <a:lnTo>
                    <a:pt x="2365" y="859"/>
                  </a:lnTo>
                  <a:lnTo>
                    <a:pt x="2134" y="628"/>
                  </a:lnTo>
                  <a:lnTo>
                    <a:pt x="2030" y="545"/>
                  </a:lnTo>
                  <a:lnTo>
                    <a:pt x="1737" y="566"/>
                  </a:lnTo>
                  <a:lnTo>
                    <a:pt x="1611" y="524"/>
                  </a:lnTo>
                  <a:lnTo>
                    <a:pt x="1465" y="566"/>
                  </a:lnTo>
                  <a:lnTo>
                    <a:pt x="1339" y="545"/>
                  </a:lnTo>
                  <a:lnTo>
                    <a:pt x="1256" y="440"/>
                  </a:lnTo>
                  <a:lnTo>
                    <a:pt x="1256" y="105"/>
                  </a:lnTo>
                  <a:lnTo>
                    <a:pt x="1151" y="64"/>
                  </a:lnTo>
                  <a:lnTo>
                    <a:pt x="1046" y="105"/>
                  </a:lnTo>
                  <a:lnTo>
                    <a:pt x="984" y="1"/>
                  </a:lnTo>
                  <a:close/>
                </a:path>
              </a:pathLst>
            </a:custGeom>
            <a:solidFill>
              <a:srgbClr val="5F7D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FF6B65"/>
                </a:solidFill>
                <a:latin typeface="Arial"/>
                <a:ea typeface="Arial"/>
                <a:cs typeface="Arial"/>
                <a:sym typeface="Arial"/>
              </a:endParaRPr>
            </a:p>
          </p:txBody>
        </p:sp>
        <p:sp>
          <p:nvSpPr>
            <p:cNvPr id="6054" name="Google Shape;6054;p36"/>
            <p:cNvSpPr/>
            <p:nvPr/>
          </p:nvSpPr>
          <p:spPr>
            <a:xfrm>
              <a:off x="3963598" y="3151999"/>
              <a:ext cx="5239" cy="11"/>
            </a:xfrm>
            <a:custGeom>
              <a:rect b="b" l="l" r="r" t="t"/>
              <a:pathLst>
                <a:path extrusionOk="0" h="1" w="440">
                  <a:moveTo>
                    <a:pt x="1" y="1"/>
                  </a:moveTo>
                  <a:lnTo>
                    <a:pt x="210" y="1"/>
                  </a:lnTo>
                  <a:lnTo>
                    <a:pt x="440" y="1"/>
                  </a:lnTo>
                  <a:lnTo>
                    <a:pt x="22" y="1"/>
                  </a:lnTo>
                  <a:close/>
                </a:path>
              </a:pathLst>
            </a:custGeom>
            <a:solidFill>
              <a:srgbClr val="5F7D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055" name="Google Shape;6055;p36"/>
            <p:cNvSpPr/>
            <p:nvPr/>
          </p:nvSpPr>
          <p:spPr>
            <a:xfrm>
              <a:off x="3949392" y="3117029"/>
              <a:ext cx="39878" cy="37609"/>
            </a:xfrm>
            <a:custGeom>
              <a:rect b="b" l="l" r="r" t="t"/>
              <a:pathLst>
                <a:path extrusionOk="0" h="3307" w="3349">
                  <a:moveTo>
                    <a:pt x="2700" y="0"/>
                  </a:moveTo>
                  <a:lnTo>
                    <a:pt x="2679" y="21"/>
                  </a:lnTo>
                  <a:lnTo>
                    <a:pt x="2554" y="105"/>
                  </a:lnTo>
                  <a:lnTo>
                    <a:pt x="2491" y="209"/>
                  </a:lnTo>
                  <a:lnTo>
                    <a:pt x="2365" y="251"/>
                  </a:lnTo>
                  <a:lnTo>
                    <a:pt x="2240" y="209"/>
                  </a:lnTo>
                  <a:lnTo>
                    <a:pt x="2031" y="230"/>
                  </a:lnTo>
                  <a:lnTo>
                    <a:pt x="1884" y="272"/>
                  </a:lnTo>
                  <a:lnTo>
                    <a:pt x="1779" y="272"/>
                  </a:lnTo>
                  <a:lnTo>
                    <a:pt x="1759" y="314"/>
                  </a:lnTo>
                  <a:lnTo>
                    <a:pt x="1675" y="272"/>
                  </a:lnTo>
                  <a:lnTo>
                    <a:pt x="1612" y="356"/>
                  </a:lnTo>
                  <a:lnTo>
                    <a:pt x="1612" y="440"/>
                  </a:lnTo>
                  <a:lnTo>
                    <a:pt x="1549" y="440"/>
                  </a:lnTo>
                  <a:lnTo>
                    <a:pt x="1403" y="419"/>
                  </a:lnTo>
                  <a:lnTo>
                    <a:pt x="1403" y="314"/>
                  </a:lnTo>
                  <a:lnTo>
                    <a:pt x="1298" y="272"/>
                  </a:lnTo>
                  <a:lnTo>
                    <a:pt x="1215" y="314"/>
                  </a:lnTo>
                  <a:lnTo>
                    <a:pt x="1047" y="251"/>
                  </a:lnTo>
                  <a:lnTo>
                    <a:pt x="942" y="209"/>
                  </a:lnTo>
                  <a:lnTo>
                    <a:pt x="880" y="272"/>
                  </a:lnTo>
                  <a:lnTo>
                    <a:pt x="880" y="356"/>
                  </a:lnTo>
                  <a:lnTo>
                    <a:pt x="901" y="419"/>
                  </a:lnTo>
                  <a:lnTo>
                    <a:pt x="880" y="440"/>
                  </a:lnTo>
                  <a:lnTo>
                    <a:pt x="838" y="544"/>
                  </a:lnTo>
                  <a:lnTo>
                    <a:pt x="796" y="628"/>
                  </a:lnTo>
                  <a:lnTo>
                    <a:pt x="796" y="774"/>
                  </a:lnTo>
                  <a:lnTo>
                    <a:pt x="775" y="984"/>
                  </a:lnTo>
                  <a:lnTo>
                    <a:pt x="733" y="1109"/>
                  </a:lnTo>
                  <a:lnTo>
                    <a:pt x="817" y="1172"/>
                  </a:lnTo>
                  <a:lnTo>
                    <a:pt x="880" y="1256"/>
                  </a:lnTo>
                  <a:lnTo>
                    <a:pt x="922" y="1318"/>
                  </a:lnTo>
                  <a:lnTo>
                    <a:pt x="901" y="1402"/>
                  </a:lnTo>
                  <a:lnTo>
                    <a:pt x="608" y="1800"/>
                  </a:lnTo>
                  <a:lnTo>
                    <a:pt x="419" y="2009"/>
                  </a:lnTo>
                  <a:lnTo>
                    <a:pt x="378" y="2092"/>
                  </a:lnTo>
                  <a:lnTo>
                    <a:pt x="147" y="2511"/>
                  </a:lnTo>
                  <a:lnTo>
                    <a:pt x="106" y="2553"/>
                  </a:lnTo>
                  <a:lnTo>
                    <a:pt x="106" y="2720"/>
                  </a:lnTo>
                  <a:lnTo>
                    <a:pt x="85" y="2929"/>
                  </a:lnTo>
                  <a:lnTo>
                    <a:pt x="1" y="3139"/>
                  </a:lnTo>
                  <a:lnTo>
                    <a:pt x="43" y="3264"/>
                  </a:lnTo>
                  <a:lnTo>
                    <a:pt x="1" y="3285"/>
                  </a:lnTo>
                  <a:lnTo>
                    <a:pt x="43" y="3306"/>
                  </a:lnTo>
                  <a:lnTo>
                    <a:pt x="106" y="3285"/>
                  </a:lnTo>
                  <a:lnTo>
                    <a:pt x="210" y="3201"/>
                  </a:lnTo>
                  <a:lnTo>
                    <a:pt x="273" y="3243"/>
                  </a:lnTo>
                  <a:lnTo>
                    <a:pt x="315" y="3285"/>
                  </a:lnTo>
                  <a:lnTo>
                    <a:pt x="398" y="3285"/>
                  </a:lnTo>
                  <a:lnTo>
                    <a:pt x="461" y="3243"/>
                  </a:lnTo>
                  <a:lnTo>
                    <a:pt x="461" y="3160"/>
                  </a:lnTo>
                  <a:lnTo>
                    <a:pt x="566" y="3160"/>
                  </a:lnTo>
                  <a:lnTo>
                    <a:pt x="566" y="3180"/>
                  </a:lnTo>
                  <a:lnTo>
                    <a:pt x="608" y="3139"/>
                  </a:lnTo>
                  <a:lnTo>
                    <a:pt x="670" y="3139"/>
                  </a:lnTo>
                  <a:lnTo>
                    <a:pt x="712" y="3076"/>
                  </a:lnTo>
                  <a:lnTo>
                    <a:pt x="1633" y="3076"/>
                  </a:lnTo>
                  <a:lnTo>
                    <a:pt x="2407" y="3034"/>
                  </a:lnTo>
                  <a:lnTo>
                    <a:pt x="2575" y="2469"/>
                  </a:lnTo>
                  <a:lnTo>
                    <a:pt x="2595" y="2323"/>
                  </a:lnTo>
                  <a:lnTo>
                    <a:pt x="2700" y="2197"/>
                  </a:lnTo>
                  <a:lnTo>
                    <a:pt x="2784" y="2051"/>
                  </a:lnTo>
                  <a:lnTo>
                    <a:pt x="2867" y="1988"/>
                  </a:lnTo>
                  <a:lnTo>
                    <a:pt x="2909" y="1883"/>
                  </a:lnTo>
                  <a:lnTo>
                    <a:pt x="2972" y="1820"/>
                  </a:lnTo>
                  <a:lnTo>
                    <a:pt x="2972" y="1779"/>
                  </a:lnTo>
                  <a:lnTo>
                    <a:pt x="3181" y="1779"/>
                  </a:lnTo>
                  <a:lnTo>
                    <a:pt x="3223" y="1632"/>
                  </a:lnTo>
                  <a:lnTo>
                    <a:pt x="3223" y="1528"/>
                  </a:lnTo>
                  <a:lnTo>
                    <a:pt x="3349" y="1381"/>
                  </a:lnTo>
                  <a:lnTo>
                    <a:pt x="3349" y="1276"/>
                  </a:lnTo>
                  <a:lnTo>
                    <a:pt x="3328" y="1151"/>
                  </a:lnTo>
                  <a:lnTo>
                    <a:pt x="3244" y="1067"/>
                  </a:lnTo>
                  <a:lnTo>
                    <a:pt x="3307" y="1004"/>
                  </a:lnTo>
                  <a:lnTo>
                    <a:pt x="3223" y="963"/>
                  </a:lnTo>
                  <a:lnTo>
                    <a:pt x="3139" y="900"/>
                  </a:lnTo>
                  <a:lnTo>
                    <a:pt x="3077" y="753"/>
                  </a:lnTo>
                  <a:lnTo>
                    <a:pt x="2930" y="628"/>
                  </a:lnTo>
                  <a:lnTo>
                    <a:pt x="2930" y="481"/>
                  </a:lnTo>
                  <a:lnTo>
                    <a:pt x="2909" y="356"/>
                  </a:lnTo>
                  <a:lnTo>
                    <a:pt x="2826" y="356"/>
                  </a:lnTo>
                  <a:lnTo>
                    <a:pt x="2826" y="251"/>
                  </a:lnTo>
                  <a:lnTo>
                    <a:pt x="2784" y="230"/>
                  </a:lnTo>
                  <a:lnTo>
                    <a:pt x="2763" y="63"/>
                  </a:lnTo>
                  <a:lnTo>
                    <a:pt x="2700" y="0"/>
                  </a:lnTo>
                  <a:close/>
                </a:path>
              </a:pathLst>
            </a:custGeom>
            <a:solidFill>
              <a:srgbClr val="5F7D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056" name="Google Shape;6056;p36"/>
            <p:cNvSpPr/>
            <p:nvPr/>
          </p:nvSpPr>
          <p:spPr>
            <a:xfrm>
              <a:off x="3845999" y="3071334"/>
              <a:ext cx="89711" cy="57841"/>
            </a:xfrm>
            <a:custGeom>
              <a:rect b="b" l="l" r="r" t="t"/>
              <a:pathLst>
                <a:path extrusionOk="0" h="5086" w="7534">
                  <a:moveTo>
                    <a:pt x="4750" y="1"/>
                  </a:moveTo>
                  <a:lnTo>
                    <a:pt x="4708" y="64"/>
                  </a:lnTo>
                  <a:lnTo>
                    <a:pt x="4583" y="147"/>
                  </a:lnTo>
                  <a:lnTo>
                    <a:pt x="4499" y="84"/>
                  </a:lnTo>
                  <a:lnTo>
                    <a:pt x="4374" y="84"/>
                  </a:lnTo>
                  <a:lnTo>
                    <a:pt x="4269" y="168"/>
                  </a:lnTo>
                  <a:lnTo>
                    <a:pt x="4123" y="252"/>
                  </a:lnTo>
                  <a:lnTo>
                    <a:pt x="4081" y="315"/>
                  </a:lnTo>
                  <a:lnTo>
                    <a:pt x="4123" y="398"/>
                  </a:lnTo>
                  <a:lnTo>
                    <a:pt x="4039" y="419"/>
                  </a:lnTo>
                  <a:lnTo>
                    <a:pt x="3934" y="587"/>
                  </a:lnTo>
                  <a:lnTo>
                    <a:pt x="3872" y="587"/>
                  </a:lnTo>
                  <a:lnTo>
                    <a:pt x="3830" y="566"/>
                  </a:lnTo>
                  <a:lnTo>
                    <a:pt x="3746" y="670"/>
                  </a:lnTo>
                  <a:lnTo>
                    <a:pt x="3746" y="733"/>
                  </a:lnTo>
                  <a:lnTo>
                    <a:pt x="3662" y="796"/>
                  </a:lnTo>
                  <a:lnTo>
                    <a:pt x="3641" y="900"/>
                  </a:lnTo>
                  <a:lnTo>
                    <a:pt x="3662" y="984"/>
                  </a:lnTo>
                  <a:lnTo>
                    <a:pt x="3641" y="1089"/>
                  </a:lnTo>
                  <a:lnTo>
                    <a:pt x="3537" y="1131"/>
                  </a:lnTo>
                  <a:lnTo>
                    <a:pt x="3432" y="1214"/>
                  </a:lnTo>
                  <a:lnTo>
                    <a:pt x="3202" y="1235"/>
                  </a:lnTo>
                  <a:lnTo>
                    <a:pt x="3035" y="1256"/>
                  </a:lnTo>
                  <a:lnTo>
                    <a:pt x="2909" y="1235"/>
                  </a:lnTo>
                  <a:lnTo>
                    <a:pt x="2804" y="1193"/>
                  </a:lnTo>
                  <a:lnTo>
                    <a:pt x="2679" y="1214"/>
                  </a:lnTo>
                  <a:lnTo>
                    <a:pt x="2595" y="1193"/>
                  </a:lnTo>
                  <a:lnTo>
                    <a:pt x="2511" y="1235"/>
                  </a:lnTo>
                  <a:lnTo>
                    <a:pt x="2491" y="1340"/>
                  </a:lnTo>
                  <a:lnTo>
                    <a:pt x="2595" y="1445"/>
                  </a:lnTo>
                  <a:lnTo>
                    <a:pt x="2658" y="1445"/>
                  </a:lnTo>
                  <a:lnTo>
                    <a:pt x="2679" y="1528"/>
                  </a:lnTo>
                  <a:lnTo>
                    <a:pt x="2511" y="1633"/>
                  </a:lnTo>
                  <a:lnTo>
                    <a:pt x="2449" y="1737"/>
                  </a:lnTo>
                  <a:lnTo>
                    <a:pt x="2281" y="1737"/>
                  </a:lnTo>
                  <a:lnTo>
                    <a:pt x="1947" y="1821"/>
                  </a:lnTo>
                  <a:lnTo>
                    <a:pt x="1821" y="1926"/>
                  </a:lnTo>
                  <a:lnTo>
                    <a:pt x="1633" y="1968"/>
                  </a:lnTo>
                  <a:lnTo>
                    <a:pt x="1507" y="2072"/>
                  </a:lnTo>
                  <a:lnTo>
                    <a:pt x="1403" y="2093"/>
                  </a:lnTo>
                  <a:lnTo>
                    <a:pt x="1340" y="2051"/>
                  </a:lnTo>
                  <a:lnTo>
                    <a:pt x="1298" y="1926"/>
                  </a:lnTo>
                  <a:lnTo>
                    <a:pt x="1235" y="1863"/>
                  </a:lnTo>
                  <a:lnTo>
                    <a:pt x="1151" y="1926"/>
                  </a:lnTo>
                  <a:lnTo>
                    <a:pt x="1151" y="2051"/>
                  </a:lnTo>
                  <a:lnTo>
                    <a:pt x="1110" y="2177"/>
                  </a:lnTo>
                  <a:lnTo>
                    <a:pt x="942" y="2177"/>
                  </a:lnTo>
                  <a:lnTo>
                    <a:pt x="838" y="2198"/>
                  </a:lnTo>
                  <a:lnTo>
                    <a:pt x="733" y="2198"/>
                  </a:lnTo>
                  <a:lnTo>
                    <a:pt x="712" y="2072"/>
                  </a:lnTo>
                  <a:lnTo>
                    <a:pt x="670" y="2030"/>
                  </a:lnTo>
                  <a:lnTo>
                    <a:pt x="670" y="2051"/>
                  </a:lnTo>
                  <a:lnTo>
                    <a:pt x="566" y="2198"/>
                  </a:lnTo>
                  <a:lnTo>
                    <a:pt x="461" y="2240"/>
                  </a:lnTo>
                  <a:lnTo>
                    <a:pt x="398" y="2365"/>
                  </a:lnTo>
                  <a:lnTo>
                    <a:pt x="294" y="2553"/>
                  </a:lnTo>
                  <a:lnTo>
                    <a:pt x="252" y="2679"/>
                  </a:lnTo>
                  <a:lnTo>
                    <a:pt x="147" y="2867"/>
                  </a:lnTo>
                  <a:lnTo>
                    <a:pt x="63" y="2867"/>
                  </a:lnTo>
                  <a:lnTo>
                    <a:pt x="1" y="2930"/>
                  </a:lnTo>
                  <a:lnTo>
                    <a:pt x="42" y="3077"/>
                  </a:lnTo>
                  <a:lnTo>
                    <a:pt x="84" y="3223"/>
                  </a:lnTo>
                  <a:lnTo>
                    <a:pt x="63" y="3349"/>
                  </a:lnTo>
                  <a:lnTo>
                    <a:pt x="84" y="3516"/>
                  </a:lnTo>
                  <a:lnTo>
                    <a:pt x="105" y="3641"/>
                  </a:lnTo>
                  <a:lnTo>
                    <a:pt x="105" y="3872"/>
                  </a:lnTo>
                  <a:lnTo>
                    <a:pt x="168" y="3934"/>
                  </a:lnTo>
                  <a:lnTo>
                    <a:pt x="314" y="4018"/>
                  </a:lnTo>
                  <a:lnTo>
                    <a:pt x="419" y="4123"/>
                  </a:lnTo>
                  <a:lnTo>
                    <a:pt x="461" y="4248"/>
                  </a:lnTo>
                  <a:lnTo>
                    <a:pt x="607" y="4458"/>
                  </a:lnTo>
                  <a:lnTo>
                    <a:pt x="691" y="4604"/>
                  </a:lnTo>
                  <a:lnTo>
                    <a:pt x="775" y="4688"/>
                  </a:lnTo>
                  <a:lnTo>
                    <a:pt x="942" y="4813"/>
                  </a:lnTo>
                  <a:lnTo>
                    <a:pt x="942" y="4960"/>
                  </a:lnTo>
                  <a:lnTo>
                    <a:pt x="942" y="5022"/>
                  </a:lnTo>
                  <a:lnTo>
                    <a:pt x="984" y="5085"/>
                  </a:lnTo>
                  <a:lnTo>
                    <a:pt x="1005" y="5085"/>
                  </a:lnTo>
                  <a:lnTo>
                    <a:pt x="1256" y="4667"/>
                  </a:lnTo>
                  <a:lnTo>
                    <a:pt x="1403" y="4499"/>
                  </a:lnTo>
                  <a:lnTo>
                    <a:pt x="1507" y="4478"/>
                  </a:lnTo>
                  <a:lnTo>
                    <a:pt x="1549" y="4437"/>
                  </a:lnTo>
                  <a:lnTo>
                    <a:pt x="1779" y="4332"/>
                  </a:lnTo>
                  <a:lnTo>
                    <a:pt x="1884" y="4353"/>
                  </a:lnTo>
                  <a:lnTo>
                    <a:pt x="1947" y="4290"/>
                  </a:lnTo>
                  <a:lnTo>
                    <a:pt x="2135" y="4290"/>
                  </a:lnTo>
                  <a:lnTo>
                    <a:pt x="2156" y="4353"/>
                  </a:lnTo>
                  <a:lnTo>
                    <a:pt x="2260" y="4395"/>
                  </a:lnTo>
                  <a:lnTo>
                    <a:pt x="2302" y="4374"/>
                  </a:lnTo>
                  <a:lnTo>
                    <a:pt x="2386" y="4353"/>
                  </a:lnTo>
                  <a:lnTo>
                    <a:pt x="2386" y="4269"/>
                  </a:lnTo>
                  <a:lnTo>
                    <a:pt x="2407" y="4185"/>
                  </a:lnTo>
                  <a:lnTo>
                    <a:pt x="2470" y="4144"/>
                  </a:lnTo>
                  <a:lnTo>
                    <a:pt x="2365" y="4018"/>
                  </a:lnTo>
                  <a:lnTo>
                    <a:pt x="2365" y="3955"/>
                  </a:lnTo>
                  <a:lnTo>
                    <a:pt x="2449" y="3955"/>
                  </a:lnTo>
                  <a:lnTo>
                    <a:pt x="2491" y="3913"/>
                  </a:lnTo>
                  <a:lnTo>
                    <a:pt x="2491" y="3851"/>
                  </a:lnTo>
                  <a:lnTo>
                    <a:pt x="2553" y="3767"/>
                  </a:lnTo>
                  <a:lnTo>
                    <a:pt x="2553" y="3704"/>
                  </a:lnTo>
                  <a:lnTo>
                    <a:pt x="2595" y="3662"/>
                  </a:lnTo>
                  <a:lnTo>
                    <a:pt x="2679" y="3662"/>
                  </a:lnTo>
                  <a:lnTo>
                    <a:pt x="2763" y="3558"/>
                  </a:lnTo>
                  <a:lnTo>
                    <a:pt x="2867" y="3600"/>
                  </a:lnTo>
                  <a:lnTo>
                    <a:pt x="2867" y="3537"/>
                  </a:lnTo>
                  <a:lnTo>
                    <a:pt x="2930" y="3537"/>
                  </a:lnTo>
                  <a:lnTo>
                    <a:pt x="3014" y="3600"/>
                  </a:lnTo>
                  <a:lnTo>
                    <a:pt x="3076" y="3621"/>
                  </a:lnTo>
                  <a:lnTo>
                    <a:pt x="3244" y="3746"/>
                  </a:lnTo>
                  <a:lnTo>
                    <a:pt x="3327" y="3767"/>
                  </a:lnTo>
                  <a:lnTo>
                    <a:pt x="3495" y="3913"/>
                  </a:lnTo>
                  <a:lnTo>
                    <a:pt x="3516" y="3955"/>
                  </a:lnTo>
                  <a:lnTo>
                    <a:pt x="3641" y="3934"/>
                  </a:lnTo>
                  <a:lnTo>
                    <a:pt x="3767" y="4018"/>
                  </a:lnTo>
                  <a:lnTo>
                    <a:pt x="3913" y="4018"/>
                  </a:lnTo>
                  <a:lnTo>
                    <a:pt x="3976" y="4039"/>
                  </a:lnTo>
                  <a:lnTo>
                    <a:pt x="4060" y="3976"/>
                  </a:lnTo>
                  <a:lnTo>
                    <a:pt x="4144" y="3976"/>
                  </a:lnTo>
                  <a:lnTo>
                    <a:pt x="4248" y="4039"/>
                  </a:lnTo>
                  <a:lnTo>
                    <a:pt x="4374" y="4060"/>
                  </a:lnTo>
                  <a:lnTo>
                    <a:pt x="4436" y="4081"/>
                  </a:lnTo>
                  <a:lnTo>
                    <a:pt x="4562" y="4060"/>
                  </a:lnTo>
                  <a:lnTo>
                    <a:pt x="4583" y="4018"/>
                  </a:lnTo>
                  <a:lnTo>
                    <a:pt x="4541" y="3955"/>
                  </a:lnTo>
                  <a:lnTo>
                    <a:pt x="4499" y="3913"/>
                  </a:lnTo>
                  <a:lnTo>
                    <a:pt x="4604" y="3809"/>
                  </a:lnTo>
                  <a:lnTo>
                    <a:pt x="4688" y="3704"/>
                  </a:lnTo>
                  <a:lnTo>
                    <a:pt x="4792" y="3704"/>
                  </a:lnTo>
                  <a:lnTo>
                    <a:pt x="4897" y="3725"/>
                  </a:lnTo>
                  <a:lnTo>
                    <a:pt x="4980" y="3809"/>
                  </a:lnTo>
                  <a:lnTo>
                    <a:pt x="5064" y="3767"/>
                  </a:lnTo>
                  <a:lnTo>
                    <a:pt x="5294" y="3746"/>
                  </a:lnTo>
                  <a:lnTo>
                    <a:pt x="5336" y="3704"/>
                  </a:lnTo>
                  <a:lnTo>
                    <a:pt x="5420" y="3641"/>
                  </a:lnTo>
                  <a:lnTo>
                    <a:pt x="5650" y="3537"/>
                  </a:lnTo>
                  <a:lnTo>
                    <a:pt x="5734" y="3558"/>
                  </a:lnTo>
                  <a:lnTo>
                    <a:pt x="5755" y="3600"/>
                  </a:lnTo>
                  <a:lnTo>
                    <a:pt x="5796" y="3600"/>
                  </a:lnTo>
                  <a:lnTo>
                    <a:pt x="5817" y="3662"/>
                  </a:lnTo>
                  <a:lnTo>
                    <a:pt x="5859" y="3662"/>
                  </a:lnTo>
                  <a:lnTo>
                    <a:pt x="5943" y="3621"/>
                  </a:lnTo>
                  <a:lnTo>
                    <a:pt x="6068" y="3621"/>
                  </a:lnTo>
                  <a:lnTo>
                    <a:pt x="6152" y="3600"/>
                  </a:lnTo>
                  <a:lnTo>
                    <a:pt x="6236" y="3600"/>
                  </a:lnTo>
                  <a:lnTo>
                    <a:pt x="6320" y="3495"/>
                  </a:lnTo>
                  <a:lnTo>
                    <a:pt x="6278" y="3453"/>
                  </a:lnTo>
                  <a:lnTo>
                    <a:pt x="6278" y="3411"/>
                  </a:lnTo>
                  <a:lnTo>
                    <a:pt x="6361" y="3411"/>
                  </a:lnTo>
                  <a:lnTo>
                    <a:pt x="6445" y="3453"/>
                  </a:lnTo>
                  <a:lnTo>
                    <a:pt x="6633" y="3453"/>
                  </a:lnTo>
                  <a:lnTo>
                    <a:pt x="6675" y="3495"/>
                  </a:lnTo>
                  <a:lnTo>
                    <a:pt x="6759" y="3516"/>
                  </a:lnTo>
                  <a:lnTo>
                    <a:pt x="6843" y="3558"/>
                  </a:lnTo>
                  <a:lnTo>
                    <a:pt x="7073" y="3558"/>
                  </a:lnTo>
                  <a:lnTo>
                    <a:pt x="7094" y="3600"/>
                  </a:lnTo>
                  <a:lnTo>
                    <a:pt x="7282" y="3516"/>
                  </a:lnTo>
                  <a:lnTo>
                    <a:pt x="7408" y="3516"/>
                  </a:lnTo>
                  <a:lnTo>
                    <a:pt x="7512" y="3558"/>
                  </a:lnTo>
                  <a:lnTo>
                    <a:pt x="7533" y="3600"/>
                  </a:lnTo>
                  <a:lnTo>
                    <a:pt x="7533" y="3558"/>
                  </a:lnTo>
                  <a:lnTo>
                    <a:pt x="7491" y="3495"/>
                  </a:lnTo>
                  <a:lnTo>
                    <a:pt x="7387" y="3432"/>
                  </a:lnTo>
                  <a:lnTo>
                    <a:pt x="7303" y="3390"/>
                  </a:lnTo>
                  <a:lnTo>
                    <a:pt x="7303" y="3202"/>
                  </a:lnTo>
                  <a:lnTo>
                    <a:pt x="7303" y="3139"/>
                  </a:lnTo>
                  <a:lnTo>
                    <a:pt x="7219" y="3077"/>
                  </a:lnTo>
                  <a:lnTo>
                    <a:pt x="7010" y="3035"/>
                  </a:lnTo>
                  <a:lnTo>
                    <a:pt x="6968" y="2972"/>
                  </a:lnTo>
                  <a:lnTo>
                    <a:pt x="6989" y="2867"/>
                  </a:lnTo>
                  <a:lnTo>
                    <a:pt x="6947" y="2805"/>
                  </a:lnTo>
                  <a:lnTo>
                    <a:pt x="6843" y="2784"/>
                  </a:lnTo>
                  <a:lnTo>
                    <a:pt x="6780" y="2721"/>
                  </a:lnTo>
                  <a:lnTo>
                    <a:pt x="6759" y="2553"/>
                  </a:lnTo>
                  <a:lnTo>
                    <a:pt x="6738" y="2491"/>
                  </a:lnTo>
                  <a:lnTo>
                    <a:pt x="6550" y="2365"/>
                  </a:lnTo>
                  <a:lnTo>
                    <a:pt x="6487" y="2386"/>
                  </a:lnTo>
                  <a:lnTo>
                    <a:pt x="6382" y="2344"/>
                  </a:lnTo>
                  <a:lnTo>
                    <a:pt x="6361" y="2365"/>
                  </a:lnTo>
                  <a:lnTo>
                    <a:pt x="6257" y="2344"/>
                  </a:lnTo>
                  <a:lnTo>
                    <a:pt x="6131" y="2240"/>
                  </a:lnTo>
                  <a:lnTo>
                    <a:pt x="6173" y="2177"/>
                  </a:lnTo>
                  <a:lnTo>
                    <a:pt x="6215" y="2135"/>
                  </a:lnTo>
                  <a:lnTo>
                    <a:pt x="6278" y="2072"/>
                  </a:lnTo>
                  <a:lnTo>
                    <a:pt x="6320" y="1989"/>
                  </a:lnTo>
                  <a:lnTo>
                    <a:pt x="6257" y="1926"/>
                  </a:lnTo>
                  <a:lnTo>
                    <a:pt x="6152" y="1926"/>
                  </a:lnTo>
                  <a:lnTo>
                    <a:pt x="6048" y="1863"/>
                  </a:lnTo>
                  <a:lnTo>
                    <a:pt x="6006" y="1779"/>
                  </a:lnTo>
                  <a:lnTo>
                    <a:pt x="5922" y="1737"/>
                  </a:lnTo>
                  <a:lnTo>
                    <a:pt x="5817" y="1737"/>
                  </a:lnTo>
                  <a:lnTo>
                    <a:pt x="5692" y="1654"/>
                  </a:lnTo>
                  <a:lnTo>
                    <a:pt x="5608" y="1612"/>
                  </a:lnTo>
                  <a:lnTo>
                    <a:pt x="5587" y="1465"/>
                  </a:lnTo>
                  <a:lnTo>
                    <a:pt x="5629" y="1403"/>
                  </a:lnTo>
                  <a:lnTo>
                    <a:pt x="5545" y="1361"/>
                  </a:lnTo>
                  <a:lnTo>
                    <a:pt x="5399" y="1361"/>
                  </a:lnTo>
                  <a:lnTo>
                    <a:pt x="5336" y="1424"/>
                  </a:lnTo>
                  <a:lnTo>
                    <a:pt x="5211" y="1424"/>
                  </a:lnTo>
                  <a:lnTo>
                    <a:pt x="5106" y="1340"/>
                  </a:lnTo>
                  <a:lnTo>
                    <a:pt x="5106" y="1152"/>
                  </a:lnTo>
                  <a:lnTo>
                    <a:pt x="5169" y="1047"/>
                  </a:lnTo>
                  <a:lnTo>
                    <a:pt x="5190" y="1005"/>
                  </a:lnTo>
                  <a:lnTo>
                    <a:pt x="5211" y="880"/>
                  </a:lnTo>
                  <a:lnTo>
                    <a:pt x="5190" y="796"/>
                  </a:lnTo>
                  <a:lnTo>
                    <a:pt x="5085" y="566"/>
                  </a:lnTo>
                  <a:lnTo>
                    <a:pt x="4918" y="377"/>
                  </a:lnTo>
                  <a:lnTo>
                    <a:pt x="4897" y="294"/>
                  </a:lnTo>
                  <a:lnTo>
                    <a:pt x="4771" y="189"/>
                  </a:lnTo>
                  <a:lnTo>
                    <a:pt x="4813" y="168"/>
                  </a:lnTo>
                  <a:lnTo>
                    <a:pt x="4813" y="84"/>
                  </a:lnTo>
                  <a:lnTo>
                    <a:pt x="4750" y="1"/>
                  </a:lnTo>
                  <a:close/>
                </a:path>
              </a:pathLst>
            </a:custGeom>
            <a:solidFill>
              <a:srgbClr val="5F7D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057" name="Google Shape;6057;p36"/>
            <p:cNvSpPr/>
            <p:nvPr/>
          </p:nvSpPr>
          <p:spPr>
            <a:xfrm>
              <a:off x="3809372" y="2919523"/>
              <a:ext cx="106405" cy="94483"/>
            </a:xfrm>
            <a:custGeom>
              <a:rect b="b" l="l" r="r" t="t"/>
              <a:pathLst>
                <a:path extrusionOk="0" h="8308" w="8936">
                  <a:moveTo>
                    <a:pt x="1068" y="1"/>
                  </a:moveTo>
                  <a:lnTo>
                    <a:pt x="1047" y="42"/>
                  </a:lnTo>
                  <a:lnTo>
                    <a:pt x="1089" y="252"/>
                  </a:lnTo>
                  <a:lnTo>
                    <a:pt x="1152" y="314"/>
                  </a:lnTo>
                  <a:lnTo>
                    <a:pt x="1026" y="482"/>
                  </a:lnTo>
                  <a:lnTo>
                    <a:pt x="670" y="691"/>
                  </a:lnTo>
                  <a:lnTo>
                    <a:pt x="670" y="775"/>
                  </a:lnTo>
                  <a:lnTo>
                    <a:pt x="566" y="900"/>
                  </a:lnTo>
                  <a:lnTo>
                    <a:pt x="440" y="900"/>
                  </a:lnTo>
                  <a:lnTo>
                    <a:pt x="357" y="963"/>
                  </a:lnTo>
                  <a:lnTo>
                    <a:pt x="357" y="1047"/>
                  </a:lnTo>
                  <a:lnTo>
                    <a:pt x="336" y="1109"/>
                  </a:lnTo>
                  <a:lnTo>
                    <a:pt x="398" y="1298"/>
                  </a:lnTo>
                  <a:lnTo>
                    <a:pt x="398" y="1423"/>
                  </a:lnTo>
                  <a:lnTo>
                    <a:pt x="357" y="1465"/>
                  </a:lnTo>
                  <a:lnTo>
                    <a:pt x="357" y="1507"/>
                  </a:lnTo>
                  <a:lnTo>
                    <a:pt x="336" y="1570"/>
                  </a:lnTo>
                  <a:lnTo>
                    <a:pt x="294" y="1674"/>
                  </a:lnTo>
                  <a:lnTo>
                    <a:pt x="189" y="1716"/>
                  </a:lnTo>
                  <a:lnTo>
                    <a:pt x="147" y="1737"/>
                  </a:lnTo>
                  <a:lnTo>
                    <a:pt x="85" y="1737"/>
                  </a:lnTo>
                  <a:lnTo>
                    <a:pt x="22" y="1800"/>
                  </a:lnTo>
                  <a:lnTo>
                    <a:pt x="22" y="2009"/>
                  </a:lnTo>
                  <a:lnTo>
                    <a:pt x="85" y="2030"/>
                  </a:lnTo>
                  <a:lnTo>
                    <a:pt x="147" y="2156"/>
                  </a:lnTo>
                  <a:lnTo>
                    <a:pt x="147" y="2553"/>
                  </a:lnTo>
                  <a:lnTo>
                    <a:pt x="189" y="2762"/>
                  </a:lnTo>
                  <a:lnTo>
                    <a:pt x="189" y="2825"/>
                  </a:lnTo>
                  <a:lnTo>
                    <a:pt x="189" y="3139"/>
                  </a:lnTo>
                  <a:lnTo>
                    <a:pt x="252" y="3286"/>
                  </a:lnTo>
                  <a:lnTo>
                    <a:pt x="210" y="3599"/>
                  </a:lnTo>
                  <a:lnTo>
                    <a:pt x="189" y="3662"/>
                  </a:lnTo>
                  <a:lnTo>
                    <a:pt x="231" y="3788"/>
                  </a:lnTo>
                  <a:lnTo>
                    <a:pt x="252" y="3997"/>
                  </a:lnTo>
                  <a:lnTo>
                    <a:pt x="210" y="4081"/>
                  </a:lnTo>
                  <a:lnTo>
                    <a:pt x="85" y="4185"/>
                  </a:lnTo>
                  <a:lnTo>
                    <a:pt x="43" y="4227"/>
                  </a:lnTo>
                  <a:lnTo>
                    <a:pt x="1" y="4290"/>
                  </a:lnTo>
                  <a:lnTo>
                    <a:pt x="85" y="4353"/>
                  </a:lnTo>
                  <a:lnTo>
                    <a:pt x="210" y="4541"/>
                  </a:lnTo>
                  <a:lnTo>
                    <a:pt x="315" y="4771"/>
                  </a:lnTo>
                  <a:lnTo>
                    <a:pt x="357" y="4813"/>
                  </a:lnTo>
                  <a:lnTo>
                    <a:pt x="398" y="4938"/>
                  </a:lnTo>
                  <a:lnTo>
                    <a:pt x="357" y="5022"/>
                  </a:lnTo>
                  <a:lnTo>
                    <a:pt x="398" y="5169"/>
                  </a:lnTo>
                  <a:lnTo>
                    <a:pt x="440" y="5252"/>
                  </a:lnTo>
                  <a:lnTo>
                    <a:pt x="461" y="5357"/>
                  </a:lnTo>
                  <a:lnTo>
                    <a:pt x="545" y="5441"/>
                  </a:lnTo>
                  <a:lnTo>
                    <a:pt x="984" y="5441"/>
                  </a:lnTo>
                  <a:lnTo>
                    <a:pt x="1089" y="5503"/>
                  </a:lnTo>
                  <a:lnTo>
                    <a:pt x="1173" y="5650"/>
                  </a:lnTo>
                  <a:lnTo>
                    <a:pt x="1277" y="5880"/>
                  </a:lnTo>
                  <a:lnTo>
                    <a:pt x="1340" y="5922"/>
                  </a:lnTo>
                  <a:lnTo>
                    <a:pt x="1403" y="6006"/>
                  </a:lnTo>
                  <a:lnTo>
                    <a:pt x="1486" y="6089"/>
                  </a:lnTo>
                  <a:lnTo>
                    <a:pt x="2491" y="6319"/>
                  </a:lnTo>
                  <a:lnTo>
                    <a:pt x="2595" y="6424"/>
                  </a:lnTo>
                  <a:lnTo>
                    <a:pt x="3118" y="6215"/>
                  </a:lnTo>
                  <a:lnTo>
                    <a:pt x="3746" y="5964"/>
                  </a:lnTo>
                  <a:lnTo>
                    <a:pt x="8391" y="8307"/>
                  </a:lnTo>
                  <a:lnTo>
                    <a:pt x="8391" y="8098"/>
                  </a:lnTo>
                  <a:lnTo>
                    <a:pt x="8935" y="8056"/>
                  </a:lnTo>
                  <a:lnTo>
                    <a:pt x="8705" y="2344"/>
                  </a:lnTo>
                  <a:lnTo>
                    <a:pt x="8621" y="2051"/>
                  </a:lnTo>
                  <a:lnTo>
                    <a:pt x="8580" y="1905"/>
                  </a:lnTo>
                  <a:lnTo>
                    <a:pt x="8621" y="1716"/>
                  </a:lnTo>
                  <a:lnTo>
                    <a:pt x="8705" y="1507"/>
                  </a:lnTo>
                  <a:lnTo>
                    <a:pt x="8705" y="1381"/>
                  </a:lnTo>
                  <a:lnTo>
                    <a:pt x="8663" y="1214"/>
                  </a:lnTo>
                  <a:lnTo>
                    <a:pt x="8705" y="984"/>
                  </a:lnTo>
                  <a:lnTo>
                    <a:pt x="8726" y="879"/>
                  </a:lnTo>
                  <a:lnTo>
                    <a:pt x="8684" y="733"/>
                  </a:lnTo>
                  <a:lnTo>
                    <a:pt x="8600" y="649"/>
                  </a:lnTo>
                  <a:lnTo>
                    <a:pt x="8496" y="628"/>
                  </a:lnTo>
                  <a:lnTo>
                    <a:pt x="8391" y="649"/>
                  </a:lnTo>
                  <a:lnTo>
                    <a:pt x="7994" y="586"/>
                  </a:lnTo>
                  <a:lnTo>
                    <a:pt x="7931" y="524"/>
                  </a:lnTo>
                  <a:lnTo>
                    <a:pt x="7764" y="524"/>
                  </a:lnTo>
                  <a:lnTo>
                    <a:pt x="7575" y="461"/>
                  </a:lnTo>
                  <a:lnTo>
                    <a:pt x="7533" y="377"/>
                  </a:lnTo>
                  <a:lnTo>
                    <a:pt x="7575" y="356"/>
                  </a:lnTo>
                  <a:lnTo>
                    <a:pt x="7554" y="314"/>
                  </a:lnTo>
                  <a:lnTo>
                    <a:pt x="7324" y="168"/>
                  </a:lnTo>
                  <a:lnTo>
                    <a:pt x="7199" y="168"/>
                  </a:lnTo>
                  <a:lnTo>
                    <a:pt x="7010" y="126"/>
                  </a:lnTo>
                  <a:lnTo>
                    <a:pt x="6948" y="105"/>
                  </a:lnTo>
                  <a:lnTo>
                    <a:pt x="6885" y="147"/>
                  </a:lnTo>
                  <a:lnTo>
                    <a:pt x="6780" y="63"/>
                  </a:lnTo>
                  <a:lnTo>
                    <a:pt x="6717" y="63"/>
                  </a:lnTo>
                  <a:lnTo>
                    <a:pt x="6529" y="168"/>
                  </a:lnTo>
                  <a:lnTo>
                    <a:pt x="6257" y="210"/>
                  </a:lnTo>
                  <a:lnTo>
                    <a:pt x="6006" y="314"/>
                  </a:lnTo>
                  <a:lnTo>
                    <a:pt x="5880" y="440"/>
                  </a:lnTo>
                  <a:lnTo>
                    <a:pt x="5839" y="586"/>
                  </a:lnTo>
                  <a:lnTo>
                    <a:pt x="5776" y="670"/>
                  </a:lnTo>
                  <a:lnTo>
                    <a:pt x="5755" y="963"/>
                  </a:lnTo>
                  <a:lnTo>
                    <a:pt x="5859" y="1109"/>
                  </a:lnTo>
                  <a:lnTo>
                    <a:pt x="5943" y="1361"/>
                  </a:lnTo>
                  <a:lnTo>
                    <a:pt x="5880" y="1486"/>
                  </a:lnTo>
                  <a:lnTo>
                    <a:pt x="5734" y="1633"/>
                  </a:lnTo>
                  <a:lnTo>
                    <a:pt x="5692" y="1695"/>
                  </a:lnTo>
                  <a:lnTo>
                    <a:pt x="5525" y="1842"/>
                  </a:lnTo>
                  <a:lnTo>
                    <a:pt x="5378" y="1905"/>
                  </a:lnTo>
                  <a:lnTo>
                    <a:pt x="5148" y="1800"/>
                  </a:lnTo>
                  <a:lnTo>
                    <a:pt x="4918" y="1612"/>
                  </a:lnTo>
                  <a:lnTo>
                    <a:pt x="4730" y="1486"/>
                  </a:lnTo>
                  <a:lnTo>
                    <a:pt x="4479" y="1319"/>
                  </a:lnTo>
                  <a:lnTo>
                    <a:pt x="4060" y="1172"/>
                  </a:lnTo>
                  <a:lnTo>
                    <a:pt x="3872" y="1151"/>
                  </a:lnTo>
                  <a:lnTo>
                    <a:pt x="3788" y="1172"/>
                  </a:lnTo>
                  <a:lnTo>
                    <a:pt x="3579" y="1172"/>
                  </a:lnTo>
                  <a:lnTo>
                    <a:pt x="3390" y="1068"/>
                  </a:lnTo>
                  <a:lnTo>
                    <a:pt x="3223" y="733"/>
                  </a:lnTo>
                  <a:lnTo>
                    <a:pt x="3223" y="545"/>
                  </a:lnTo>
                  <a:lnTo>
                    <a:pt x="3056" y="356"/>
                  </a:lnTo>
                  <a:lnTo>
                    <a:pt x="2700" y="314"/>
                  </a:lnTo>
                  <a:lnTo>
                    <a:pt x="2512" y="168"/>
                  </a:lnTo>
                  <a:lnTo>
                    <a:pt x="2198" y="168"/>
                  </a:lnTo>
                  <a:lnTo>
                    <a:pt x="2010" y="105"/>
                  </a:lnTo>
                  <a:lnTo>
                    <a:pt x="1591" y="168"/>
                  </a:lnTo>
                  <a:lnTo>
                    <a:pt x="1298" y="126"/>
                  </a:lnTo>
                  <a:lnTo>
                    <a:pt x="1194" y="21"/>
                  </a:lnTo>
                  <a:lnTo>
                    <a:pt x="1068" y="1"/>
                  </a:lnTo>
                  <a:close/>
                </a:path>
              </a:pathLst>
            </a:custGeom>
            <a:solidFill>
              <a:srgbClr val="5F7D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058" name="Google Shape;6058;p36"/>
            <p:cNvSpPr/>
            <p:nvPr/>
          </p:nvSpPr>
          <p:spPr>
            <a:xfrm>
              <a:off x="3795917" y="2888589"/>
              <a:ext cx="27173" cy="50699"/>
            </a:xfrm>
            <a:custGeom>
              <a:rect b="b" l="l" r="r" t="t"/>
              <a:pathLst>
                <a:path extrusionOk="0" h="4458" w="2282">
                  <a:moveTo>
                    <a:pt x="1235" y="0"/>
                  </a:moveTo>
                  <a:lnTo>
                    <a:pt x="1110" y="21"/>
                  </a:lnTo>
                  <a:lnTo>
                    <a:pt x="1110" y="105"/>
                  </a:lnTo>
                  <a:lnTo>
                    <a:pt x="1026" y="21"/>
                  </a:lnTo>
                  <a:lnTo>
                    <a:pt x="859" y="42"/>
                  </a:lnTo>
                  <a:lnTo>
                    <a:pt x="650" y="147"/>
                  </a:lnTo>
                  <a:lnTo>
                    <a:pt x="524" y="272"/>
                  </a:lnTo>
                  <a:lnTo>
                    <a:pt x="503" y="356"/>
                  </a:lnTo>
                  <a:lnTo>
                    <a:pt x="524" y="440"/>
                  </a:lnTo>
                  <a:lnTo>
                    <a:pt x="503" y="586"/>
                  </a:lnTo>
                  <a:lnTo>
                    <a:pt x="503" y="775"/>
                  </a:lnTo>
                  <a:lnTo>
                    <a:pt x="399" y="1047"/>
                  </a:lnTo>
                  <a:lnTo>
                    <a:pt x="440" y="1193"/>
                  </a:lnTo>
                  <a:lnTo>
                    <a:pt x="503" y="1298"/>
                  </a:lnTo>
                  <a:lnTo>
                    <a:pt x="524" y="1319"/>
                  </a:lnTo>
                  <a:lnTo>
                    <a:pt x="482" y="1381"/>
                  </a:lnTo>
                  <a:lnTo>
                    <a:pt x="419" y="1465"/>
                  </a:lnTo>
                  <a:lnTo>
                    <a:pt x="503" y="1528"/>
                  </a:lnTo>
                  <a:lnTo>
                    <a:pt x="440" y="1591"/>
                  </a:lnTo>
                  <a:lnTo>
                    <a:pt x="419" y="1800"/>
                  </a:lnTo>
                  <a:lnTo>
                    <a:pt x="336" y="1842"/>
                  </a:lnTo>
                  <a:lnTo>
                    <a:pt x="294" y="1925"/>
                  </a:lnTo>
                  <a:lnTo>
                    <a:pt x="210" y="1946"/>
                  </a:lnTo>
                  <a:lnTo>
                    <a:pt x="85" y="2114"/>
                  </a:lnTo>
                  <a:lnTo>
                    <a:pt x="1" y="2365"/>
                  </a:lnTo>
                  <a:lnTo>
                    <a:pt x="64" y="2407"/>
                  </a:lnTo>
                  <a:lnTo>
                    <a:pt x="106" y="2553"/>
                  </a:lnTo>
                  <a:lnTo>
                    <a:pt x="85" y="2616"/>
                  </a:lnTo>
                  <a:lnTo>
                    <a:pt x="168" y="2741"/>
                  </a:lnTo>
                  <a:lnTo>
                    <a:pt x="210" y="2741"/>
                  </a:lnTo>
                  <a:lnTo>
                    <a:pt x="399" y="2888"/>
                  </a:lnTo>
                  <a:lnTo>
                    <a:pt x="419" y="3034"/>
                  </a:lnTo>
                  <a:lnTo>
                    <a:pt x="545" y="3076"/>
                  </a:lnTo>
                  <a:lnTo>
                    <a:pt x="608" y="3139"/>
                  </a:lnTo>
                  <a:lnTo>
                    <a:pt x="712" y="3160"/>
                  </a:lnTo>
                  <a:lnTo>
                    <a:pt x="838" y="3306"/>
                  </a:lnTo>
                  <a:lnTo>
                    <a:pt x="1215" y="4457"/>
                  </a:lnTo>
                  <a:lnTo>
                    <a:pt x="1277" y="4457"/>
                  </a:lnTo>
                  <a:lnTo>
                    <a:pt x="1319" y="4436"/>
                  </a:lnTo>
                  <a:lnTo>
                    <a:pt x="1424" y="4394"/>
                  </a:lnTo>
                  <a:lnTo>
                    <a:pt x="1466" y="4290"/>
                  </a:lnTo>
                  <a:lnTo>
                    <a:pt x="1487" y="4227"/>
                  </a:lnTo>
                  <a:lnTo>
                    <a:pt x="1487" y="4185"/>
                  </a:lnTo>
                  <a:lnTo>
                    <a:pt x="1528" y="4143"/>
                  </a:lnTo>
                  <a:lnTo>
                    <a:pt x="1528" y="4018"/>
                  </a:lnTo>
                  <a:lnTo>
                    <a:pt x="1466" y="3829"/>
                  </a:lnTo>
                  <a:lnTo>
                    <a:pt x="1487" y="3767"/>
                  </a:lnTo>
                  <a:lnTo>
                    <a:pt x="1487" y="3683"/>
                  </a:lnTo>
                  <a:lnTo>
                    <a:pt x="1570" y="3620"/>
                  </a:lnTo>
                  <a:lnTo>
                    <a:pt x="1696" y="3620"/>
                  </a:lnTo>
                  <a:lnTo>
                    <a:pt x="1800" y="3495"/>
                  </a:lnTo>
                  <a:lnTo>
                    <a:pt x="1800" y="3411"/>
                  </a:lnTo>
                  <a:lnTo>
                    <a:pt x="2156" y="3202"/>
                  </a:lnTo>
                  <a:lnTo>
                    <a:pt x="2282" y="3034"/>
                  </a:lnTo>
                  <a:lnTo>
                    <a:pt x="2219" y="2972"/>
                  </a:lnTo>
                  <a:lnTo>
                    <a:pt x="2177" y="2762"/>
                  </a:lnTo>
                  <a:lnTo>
                    <a:pt x="2198" y="2721"/>
                  </a:lnTo>
                  <a:lnTo>
                    <a:pt x="2156" y="2679"/>
                  </a:lnTo>
                  <a:lnTo>
                    <a:pt x="1968" y="2574"/>
                  </a:lnTo>
                  <a:lnTo>
                    <a:pt x="1947" y="2532"/>
                  </a:lnTo>
                  <a:lnTo>
                    <a:pt x="1947" y="2448"/>
                  </a:lnTo>
                  <a:lnTo>
                    <a:pt x="1863" y="2407"/>
                  </a:lnTo>
                  <a:lnTo>
                    <a:pt x="1842" y="2428"/>
                  </a:lnTo>
                  <a:lnTo>
                    <a:pt x="1842" y="2469"/>
                  </a:lnTo>
                  <a:lnTo>
                    <a:pt x="1779" y="2511"/>
                  </a:lnTo>
                  <a:lnTo>
                    <a:pt x="1696" y="2469"/>
                  </a:lnTo>
                  <a:lnTo>
                    <a:pt x="1675" y="2365"/>
                  </a:lnTo>
                  <a:lnTo>
                    <a:pt x="1591" y="2407"/>
                  </a:lnTo>
                  <a:lnTo>
                    <a:pt x="1424" y="2260"/>
                  </a:lnTo>
                  <a:lnTo>
                    <a:pt x="1340" y="2114"/>
                  </a:lnTo>
                  <a:lnTo>
                    <a:pt x="1382" y="1925"/>
                  </a:lnTo>
                  <a:lnTo>
                    <a:pt x="1675" y="1737"/>
                  </a:lnTo>
                  <a:lnTo>
                    <a:pt x="1842" y="1570"/>
                  </a:lnTo>
                  <a:lnTo>
                    <a:pt x="1884" y="1507"/>
                  </a:lnTo>
                  <a:lnTo>
                    <a:pt x="1842" y="1465"/>
                  </a:lnTo>
                  <a:lnTo>
                    <a:pt x="1884" y="1381"/>
                  </a:lnTo>
                  <a:lnTo>
                    <a:pt x="1863" y="1298"/>
                  </a:lnTo>
                  <a:lnTo>
                    <a:pt x="1842" y="1277"/>
                  </a:lnTo>
                  <a:lnTo>
                    <a:pt x="1842" y="1088"/>
                  </a:lnTo>
                  <a:lnTo>
                    <a:pt x="1654" y="1005"/>
                  </a:lnTo>
                  <a:lnTo>
                    <a:pt x="1528" y="837"/>
                  </a:lnTo>
                  <a:lnTo>
                    <a:pt x="1549" y="670"/>
                  </a:lnTo>
                  <a:lnTo>
                    <a:pt x="1675" y="586"/>
                  </a:lnTo>
                  <a:lnTo>
                    <a:pt x="1696" y="482"/>
                  </a:lnTo>
                  <a:lnTo>
                    <a:pt x="1800" y="314"/>
                  </a:lnTo>
                  <a:lnTo>
                    <a:pt x="1800" y="210"/>
                  </a:lnTo>
                  <a:lnTo>
                    <a:pt x="1759" y="147"/>
                  </a:lnTo>
                  <a:lnTo>
                    <a:pt x="1549" y="335"/>
                  </a:lnTo>
                  <a:lnTo>
                    <a:pt x="1487" y="419"/>
                  </a:lnTo>
                  <a:lnTo>
                    <a:pt x="1424" y="377"/>
                  </a:lnTo>
                  <a:lnTo>
                    <a:pt x="1340" y="168"/>
                  </a:lnTo>
                  <a:lnTo>
                    <a:pt x="1277" y="168"/>
                  </a:lnTo>
                  <a:lnTo>
                    <a:pt x="1277" y="63"/>
                  </a:lnTo>
                  <a:lnTo>
                    <a:pt x="1235" y="0"/>
                  </a:lnTo>
                  <a:close/>
                </a:path>
              </a:pathLst>
            </a:custGeom>
            <a:solidFill>
              <a:srgbClr val="5F7D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059" name="Google Shape;6059;p36"/>
            <p:cNvSpPr/>
            <p:nvPr/>
          </p:nvSpPr>
          <p:spPr>
            <a:xfrm>
              <a:off x="3689035" y="2890250"/>
              <a:ext cx="138044" cy="127554"/>
            </a:xfrm>
            <a:custGeom>
              <a:rect b="b" l="l" r="r" t="t"/>
              <a:pathLst>
                <a:path extrusionOk="0" h="11216" w="11593">
                  <a:moveTo>
                    <a:pt x="8307" y="1"/>
                  </a:moveTo>
                  <a:lnTo>
                    <a:pt x="8161" y="22"/>
                  </a:lnTo>
                  <a:lnTo>
                    <a:pt x="8140" y="106"/>
                  </a:lnTo>
                  <a:lnTo>
                    <a:pt x="8035" y="126"/>
                  </a:lnTo>
                  <a:lnTo>
                    <a:pt x="7994" y="210"/>
                  </a:lnTo>
                  <a:lnTo>
                    <a:pt x="7910" y="189"/>
                  </a:lnTo>
                  <a:lnTo>
                    <a:pt x="7805" y="189"/>
                  </a:lnTo>
                  <a:lnTo>
                    <a:pt x="7701" y="294"/>
                  </a:lnTo>
                  <a:lnTo>
                    <a:pt x="7575" y="294"/>
                  </a:lnTo>
                  <a:lnTo>
                    <a:pt x="7491" y="168"/>
                  </a:lnTo>
                  <a:lnTo>
                    <a:pt x="7324" y="168"/>
                  </a:lnTo>
                  <a:lnTo>
                    <a:pt x="7261" y="126"/>
                  </a:lnTo>
                  <a:lnTo>
                    <a:pt x="7115" y="168"/>
                  </a:lnTo>
                  <a:lnTo>
                    <a:pt x="6989" y="126"/>
                  </a:lnTo>
                  <a:lnTo>
                    <a:pt x="6947" y="168"/>
                  </a:lnTo>
                  <a:lnTo>
                    <a:pt x="6843" y="106"/>
                  </a:lnTo>
                  <a:lnTo>
                    <a:pt x="6759" y="126"/>
                  </a:lnTo>
                  <a:lnTo>
                    <a:pt x="6696" y="273"/>
                  </a:lnTo>
                  <a:lnTo>
                    <a:pt x="6571" y="273"/>
                  </a:lnTo>
                  <a:lnTo>
                    <a:pt x="6466" y="210"/>
                  </a:lnTo>
                  <a:lnTo>
                    <a:pt x="6320" y="336"/>
                  </a:lnTo>
                  <a:lnTo>
                    <a:pt x="6236" y="336"/>
                  </a:lnTo>
                  <a:lnTo>
                    <a:pt x="6110" y="273"/>
                  </a:lnTo>
                  <a:lnTo>
                    <a:pt x="5964" y="315"/>
                  </a:lnTo>
                  <a:lnTo>
                    <a:pt x="5629" y="315"/>
                  </a:lnTo>
                  <a:lnTo>
                    <a:pt x="5336" y="524"/>
                  </a:lnTo>
                  <a:lnTo>
                    <a:pt x="5190" y="545"/>
                  </a:lnTo>
                  <a:lnTo>
                    <a:pt x="5106" y="545"/>
                  </a:lnTo>
                  <a:lnTo>
                    <a:pt x="4981" y="629"/>
                  </a:lnTo>
                  <a:lnTo>
                    <a:pt x="4960" y="712"/>
                  </a:lnTo>
                  <a:lnTo>
                    <a:pt x="4897" y="817"/>
                  </a:lnTo>
                  <a:lnTo>
                    <a:pt x="4813" y="817"/>
                  </a:lnTo>
                  <a:lnTo>
                    <a:pt x="4792" y="796"/>
                  </a:lnTo>
                  <a:lnTo>
                    <a:pt x="4709" y="796"/>
                  </a:lnTo>
                  <a:lnTo>
                    <a:pt x="4646" y="817"/>
                  </a:lnTo>
                  <a:lnTo>
                    <a:pt x="4604" y="859"/>
                  </a:lnTo>
                  <a:lnTo>
                    <a:pt x="4457" y="901"/>
                  </a:lnTo>
                  <a:lnTo>
                    <a:pt x="4332" y="942"/>
                  </a:lnTo>
                  <a:lnTo>
                    <a:pt x="4248" y="1026"/>
                  </a:lnTo>
                  <a:lnTo>
                    <a:pt x="4227" y="1068"/>
                  </a:lnTo>
                  <a:lnTo>
                    <a:pt x="4123" y="1214"/>
                  </a:lnTo>
                  <a:lnTo>
                    <a:pt x="3934" y="1256"/>
                  </a:lnTo>
                  <a:lnTo>
                    <a:pt x="3767" y="1256"/>
                  </a:lnTo>
                  <a:lnTo>
                    <a:pt x="3830" y="1340"/>
                  </a:lnTo>
                  <a:lnTo>
                    <a:pt x="3851" y="1382"/>
                  </a:lnTo>
                  <a:lnTo>
                    <a:pt x="3913" y="1486"/>
                  </a:lnTo>
                  <a:lnTo>
                    <a:pt x="3934" y="1591"/>
                  </a:lnTo>
                  <a:lnTo>
                    <a:pt x="3955" y="1633"/>
                  </a:lnTo>
                  <a:lnTo>
                    <a:pt x="3955" y="1800"/>
                  </a:lnTo>
                  <a:lnTo>
                    <a:pt x="3955" y="2051"/>
                  </a:lnTo>
                  <a:lnTo>
                    <a:pt x="3976" y="2114"/>
                  </a:lnTo>
                  <a:lnTo>
                    <a:pt x="4039" y="2575"/>
                  </a:lnTo>
                  <a:lnTo>
                    <a:pt x="4123" y="2721"/>
                  </a:lnTo>
                  <a:lnTo>
                    <a:pt x="4144" y="2847"/>
                  </a:lnTo>
                  <a:lnTo>
                    <a:pt x="4227" y="2847"/>
                  </a:lnTo>
                  <a:lnTo>
                    <a:pt x="4269" y="2909"/>
                  </a:lnTo>
                  <a:lnTo>
                    <a:pt x="4353" y="2930"/>
                  </a:lnTo>
                  <a:lnTo>
                    <a:pt x="4395" y="2951"/>
                  </a:lnTo>
                  <a:lnTo>
                    <a:pt x="4332" y="3119"/>
                  </a:lnTo>
                  <a:lnTo>
                    <a:pt x="4353" y="3160"/>
                  </a:lnTo>
                  <a:lnTo>
                    <a:pt x="4269" y="3265"/>
                  </a:lnTo>
                  <a:lnTo>
                    <a:pt x="3600" y="3265"/>
                  </a:lnTo>
                  <a:lnTo>
                    <a:pt x="3453" y="3307"/>
                  </a:lnTo>
                  <a:lnTo>
                    <a:pt x="3307" y="3516"/>
                  </a:lnTo>
                  <a:lnTo>
                    <a:pt x="3202" y="3621"/>
                  </a:lnTo>
                  <a:lnTo>
                    <a:pt x="3118" y="3746"/>
                  </a:lnTo>
                  <a:lnTo>
                    <a:pt x="3139" y="3935"/>
                  </a:lnTo>
                  <a:lnTo>
                    <a:pt x="3097" y="4060"/>
                  </a:lnTo>
                  <a:lnTo>
                    <a:pt x="2700" y="4311"/>
                  </a:lnTo>
                  <a:lnTo>
                    <a:pt x="2072" y="4688"/>
                  </a:lnTo>
                  <a:lnTo>
                    <a:pt x="1612" y="4939"/>
                  </a:lnTo>
                  <a:lnTo>
                    <a:pt x="1361" y="5002"/>
                  </a:lnTo>
                  <a:lnTo>
                    <a:pt x="1152" y="5002"/>
                  </a:lnTo>
                  <a:lnTo>
                    <a:pt x="1047" y="5043"/>
                  </a:lnTo>
                  <a:lnTo>
                    <a:pt x="880" y="5043"/>
                  </a:lnTo>
                  <a:lnTo>
                    <a:pt x="587" y="5106"/>
                  </a:lnTo>
                  <a:lnTo>
                    <a:pt x="398" y="5211"/>
                  </a:lnTo>
                  <a:lnTo>
                    <a:pt x="294" y="5357"/>
                  </a:lnTo>
                  <a:lnTo>
                    <a:pt x="43" y="5546"/>
                  </a:lnTo>
                  <a:lnTo>
                    <a:pt x="43" y="6048"/>
                  </a:lnTo>
                  <a:lnTo>
                    <a:pt x="1" y="6194"/>
                  </a:lnTo>
                  <a:lnTo>
                    <a:pt x="2093" y="7617"/>
                  </a:lnTo>
                  <a:lnTo>
                    <a:pt x="5901" y="10128"/>
                  </a:lnTo>
                  <a:lnTo>
                    <a:pt x="5943" y="10379"/>
                  </a:lnTo>
                  <a:lnTo>
                    <a:pt x="6069" y="10484"/>
                  </a:lnTo>
                  <a:lnTo>
                    <a:pt x="6278" y="10484"/>
                  </a:lnTo>
                  <a:lnTo>
                    <a:pt x="6445" y="10546"/>
                  </a:lnTo>
                  <a:lnTo>
                    <a:pt x="6550" y="10672"/>
                  </a:lnTo>
                  <a:lnTo>
                    <a:pt x="6696" y="10735"/>
                  </a:lnTo>
                  <a:lnTo>
                    <a:pt x="6801" y="10797"/>
                  </a:lnTo>
                  <a:lnTo>
                    <a:pt x="6801" y="10902"/>
                  </a:lnTo>
                  <a:lnTo>
                    <a:pt x="6738" y="11090"/>
                  </a:lnTo>
                  <a:lnTo>
                    <a:pt x="6780" y="11174"/>
                  </a:lnTo>
                  <a:lnTo>
                    <a:pt x="6906" y="11216"/>
                  </a:lnTo>
                  <a:lnTo>
                    <a:pt x="7178" y="11195"/>
                  </a:lnTo>
                  <a:lnTo>
                    <a:pt x="7408" y="11111"/>
                  </a:lnTo>
                  <a:lnTo>
                    <a:pt x="8266" y="10902"/>
                  </a:lnTo>
                  <a:lnTo>
                    <a:pt x="8998" y="10253"/>
                  </a:lnTo>
                  <a:lnTo>
                    <a:pt x="11592" y="8663"/>
                  </a:lnTo>
                  <a:lnTo>
                    <a:pt x="11509" y="8580"/>
                  </a:lnTo>
                  <a:lnTo>
                    <a:pt x="11446" y="8496"/>
                  </a:lnTo>
                  <a:lnTo>
                    <a:pt x="11383" y="8454"/>
                  </a:lnTo>
                  <a:lnTo>
                    <a:pt x="11279" y="8224"/>
                  </a:lnTo>
                  <a:lnTo>
                    <a:pt x="11195" y="8077"/>
                  </a:lnTo>
                  <a:lnTo>
                    <a:pt x="11090" y="8015"/>
                  </a:lnTo>
                  <a:lnTo>
                    <a:pt x="10651" y="8015"/>
                  </a:lnTo>
                  <a:lnTo>
                    <a:pt x="10567" y="7931"/>
                  </a:lnTo>
                  <a:lnTo>
                    <a:pt x="10546" y="7826"/>
                  </a:lnTo>
                  <a:lnTo>
                    <a:pt x="10504" y="7743"/>
                  </a:lnTo>
                  <a:lnTo>
                    <a:pt x="10463" y="7596"/>
                  </a:lnTo>
                  <a:lnTo>
                    <a:pt x="10504" y="7512"/>
                  </a:lnTo>
                  <a:lnTo>
                    <a:pt x="10463" y="7387"/>
                  </a:lnTo>
                  <a:lnTo>
                    <a:pt x="10421" y="7345"/>
                  </a:lnTo>
                  <a:lnTo>
                    <a:pt x="10316" y="7115"/>
                  </a:lnTo>
                  <a:lnTo>
                    <a:pt x="10191" y="6927"/>
                  </a:lnTo>
                  <a:lnTo>
                    <a:pt x="10107" y="6864"/>
                  </a:lnTo>
                  <a:lnTo>
                    <a:pt x="10149" y="6801"/>
                  </a:lnTo>
                  <a:lnTo>
                    <a:pt x="10191" y="6759"/>
                  </a:lnTo>
                  <a:lnTo>
                    <a:pt x="10316" y="6655"/>
                  </a:lnTo>
                  <a:lnTo>
                    <a:pt x="10358" y="6571"/>
                  </a:lnTo>
                  <a:lnTo>
                    <a:pt x="10337" y="6362"/>
                  </a:lnTo>
                  <a:lnTo>
                    <a:pt x="10295" y="6236"/>
                  </a:lnTo>
                  <a:lnTo>
                    <a:pt x="10316" y="6173"/>
                  </a:lnTo>
                  <a:lnTo>
                    <a:pt x="10358" y="5860"/>
                  </a:lnTo>
                  <a:lnTo>
                    <a:pt x="10295" y="5713"/>
                  </a:lnTo>
                  <a:lnTo>
                    <a:pt x="10295" y="5399"/>
                  </a:lnTo>
                  <a:lnTo>
                    <a:pt x="10295" y="5336"/>
                  </a:lnTo>
                  <a:lnTo>
                    <a:pt x="10253" y="5127"/>
                  </a:lnTo>
                  <a:lnTo>
                    <a:pt x="10253" y="4730"/>
                  </a:lnTo>
                  <a:lnTo>
                    <a:pt x="10191" y="4604"/>
                  </a:lnTo>
                  <a:lnTo>
                    <a:pt x="10128" y="4583"/>
                  </a:lnTo>
                  <a:lnTo>
                    <a:pt x="10128" y="4374"/>
                  </a:lnTo>
                  <a:lnTo>
                    <a:pt x="10191" y="4311"/>
                  </a:lnTo>
                  <a:lnTo>
                    <a:pt x="9814" y="3160"/>
                  </a:lnTo>
                  <a:lnTo>
                    <a:pt x="9688" y="3014"/>
                  </a:lnTo>
                  <a:lnTo>
                    <a:pt x="9584" y="2993"/>
                  </a:lnTo>
                  <a:lnTo>
                    <a:pt x="9521" y="2930"/>
                  </a:lnTo>
                  <a:lnTo>
                    <a:pt x="9395" y="2888"/>
                  </a:lnTo>
                  <a:lnTo>
                    <a:pt x="9375" y="2742"/>
                  </a:lnTo>
                  <a:lnTo>
                    <a:pt x="9186" y="2595"/>
                  </a:lnTo>
                  <a:lnTo>
                    <a:pt x="9144" y="2595"/>
                  </a:lnTo>
                  <a:lnTo>
                    <a:pt x="9061" y="2470"/>
                  </a:lnTo>
                  <a:lnTo>
                    <a:pt x="9082" y="2407"/>
                  </a:lnTo>
                  <a:lnTo>
                    <a:pt x="9040" y="2261"/>
                  </a:lnTo>
                  <a:lnTo>
                    <a:pt x="8977" y="2219"/>
                  </a:lnTo>
                  <a:lnTo>
                    <a:pt x="9061" y="1968"/>
                  </a:lnTo>
                  <a:lnTo>
                    <a:pt x="9186" y="1800"/>
                  </a:lnTo>
                  <a:lnTo>
                    <a:pt x="9270" y="1779"/>
                  </a:lnTo>
                  <a:lnTo>
                    <a:pt x="9312" y="1696"/>
                  </a:lnTo>
                  <a:lnTo>
                    <a:pt x="9395" y="1654"/>
                  </a:lnTo>
                  <a:lnTo>
                    <a:pt x="9416" y="1445"/>
                  </a:lnTo>
                  <a:lnTo>
                    <a:pt x="9479" y="1382"/>
                  </a:lnTo>
                  <a:lnTo>
                    <a:pt x="9395" y="1319"/>
                  </a:lnTo>
                  <a:lnTo>
                    <a:pt x="9458" y="1235"/>
                  </a:lnTo>
                  <a:lnTo>
                    <a:pt x="9500" y="1173"/>
                  </a:lnTo>
                  <a:lnTo>
                    <a:pt x="9479" y="1152"/>
                  </a:lnTo>
                  <a:lnTo>
                    <a:pt x="9416" y="1047"/>
                  </a:lnTo>
                  <a:lnTo>
                    <a:pt x="9375" y="901"/>
                  </a:lnTo>
                  <a:lnTo>
                    <a:pt x="9479" y="629"/>
                  </a:lnTo>
                  <a:lnTo>
                    <a:pt x="9479" y="440"/>
                  </a:lnTo>
                  <a:lnTo>
                    <a:pt x="9500" y="294"/>
                  </a:lnTo>
                  <a:lnTo>
                    <a:pt x="9479" y="210"/>
                  </a:lnTo>
                  <a:lnTo>
                    <a:pt x="9500" y="126"/>
                  </a:lnTo>
                  <a:lnTo>
                    <a:pt x="9479" y="106"/>
                  </a:lnTo>
                  <a:lnTo>
                    <a:pt x="9291" y="126"/>
                  </a:lnTo>
                  <a:lnTo>
                    <a:pt x="9207" y="106"/>
                  </a:lnTo>
                  <a:lnTo>
                    <a:pt x="8977" y="189"/>
                  </a:lnTo>
                  <a:lnTo>
                    <a:pt x="8851" y="85"/>
                  </a:lnTo>
                  <a:lnTo>
                    <a:pt x="8684" y="22"/>
                  </a:lnTo>
                  <a:lnTo>
                    <a:pt x="8684" y="85"/>
                  </a:lnTo>
                  <a:lnTo>
                    <a:pt x="8579" y="189"/>
                  </a:lnTo>
                  <a:lnTo>
                    <a:pt x="8370" y="168"/>
                  </a:lnTo>
                  <a:lnTo>
                    <a:pt x="8370" y="64"/>
                  </a:lnTo>
                  <a:lnTo>
                    <a:pt x="8307" y="1"/>
                  </a:lnTo>
                  <a:close/>
                </a:path>
              </a:pathLst>
            </a:custGeom>
            <a:solidFill>
              <a:srgbClr val="5F7D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060" name="Google Shape;6060;p36"/>
            <p:cNvSpPr/>
            <p:nvPr/>
          </p:nvSpPr>
          <p:spPr>
            <a:xfrm>
              <a:off x="3661636" y="2898825"/>
              <a:ext cx="79733" cy="60206"/>
            </a:xfrm>
            <a:custGeom>
              <a:rect b="b" l="l" r="r" t="t"/>
              <a:pathLst>
                <a:path extrusionOk="0" h="5294" w="6696">
                  <a:moveTo>
                    <a:pt x="4269" y="0"/>
                  </a:moveTo>
                  <a:lnTo>
                    <a:pt x="4164" y="42"/>
                  </a:lnTo>
                  <a:lnTo>
                    <a:pt x="4122" y="84"/>
                  </a:lnTo>
                  <a:lnTo>
                    <a:pt x="4038" y="84"/>
                  </a:lnTo>
                  <a:lnTo>
                    <a:pt x="3913" y="188"/>
                  </a:lnTo>
                  <a:lnTo>
                    <a:pt x="3871" y="502"/>
                  </a:lnTo>
                  <a:lnTo>
                    <a:pt x="3766" y="691"/>
                  </a:lnTo>
                  <a:lnTo>
                    <a:pt x="3745" y="921"/>
                  </a:lnTo>
                  <a:lnTo>
                    <a:pt x="3662" y="1046"/>
                  </a:lnTo>
                  <a:lnTo>
                    <a:pt x="3411" y="1318"/>
                  </a:lnTo>
                  <a:lnTo>
                    <a:pt x="3327" y="1318"/>
                  </a:lnTo>
                  <a:lnTo>
                    <a:pt x="3222" y="1402"/>
                  </a:lnTo>
                  <a:lnTo>
                    <a:pt x="2992" y="1465"/>
                  </a:lnTo>
                  <a:lnTo>
                    <a:pt x="2825" y="1632"/>
                  </a:lnTo>
                  <a:lnTo>
                    <a:pt x="2783" y="1632"/>
                  </a:lnTo>
                  <a:lnTo>
                    <a:pt x="2553" y="1779"/>
                  </a:lnTo>
                  <a:lnTo>
                    <a:pt x="2406" y="1841"/>
                  </a:lnTo>
                  <a:lnTo>
                    <a:pt x="2344" y="1967"/>
                  </a:lnTo>
                  <a:lnTo>
                    <a:pt x="2072" y="2155"/>
                  </a:lnTo>
                  <a:lnTo>
                    <a:pt x="2155" y="2365"/>
                  </a:lnTo>
                  <a:lnTo>
                    <a:pt x="2155" y="2490"/>
                  </a:lnTo>
                  <a:lnTo>
                    <a:pt x="1925" y="2699"/>
                  </a:lnTo>
                  <a:lnTo>
                    <a:pt x="1758" y="3013"/>
                  </a:lnTo>
                  <a:lnTo>
                    <a:pt x="1758" y="3118"/>
                  </a:lnTo>
                  <a:lnTo>
                    <a:pt x="1862" y="3327"/>
                  </a:lnTo>
                  <a:lnTo>
                    <a:pt x="1779" y="3536"/>
                  </a:lnTo>
                  <a:lnTo>
                    <a:pt x="1841" y="3599"/>
                  </a:lnTo>
                  <a:lnTo>
                    <a:pt x="1883" y="3662"/>
                  </a:lnTo>
                  <a:lnTo>
                    <a:pt x="1862" y="3829"/>
                  </a:lnTo>
                  <a:lnTo>
                    <a:pt x="1507" y="4248"/>
                  </a:lnTo>
                  <a:lnTo>
                    <a:pt x="1444" y="4394"/>
                  </a:lnTo>
                  <a:lnTo>
                    <a:pt x="1297" y="4582"/>
                  </a:lnTo>
                  <a:lnTo>
                    <a:pt x="1109" y="4603"/>
                  </a:lnTo>
                  <a:lnTo>
                    <a:pt x="712" y="4959"/>
                  </a:lnTo>
                  <a:lnTo>
                    <a:pt x="147" y="5064"/>
                  </a:lnTo>
                  <a:lnTo>
                    <a:pt x="0" y="5273"/>
                  </a:lnTo>
                  <a:lnTo>
                    <a:pt x="2344" y="5294"/>
                  </a:lnTo>
                  <a:lnTo>
                    <a:pt x="2344" y="4792"/>
                  </a:lnTo>
                  <a:lnTo>
                    <a:pt x="2595" y="4603"/>
                  </a:lnTo>
                  <a:lnTo>
                    <a:pt x="2699" y="4457"/>
                  </a:lnTo>
                  <a:lnTo>
                    <a:pt x="2888" y="4352"/>
                  </a:lnTo>
                  <a:lnTo>
                    <a:pt x="3181" y="4289"/>
                  </a:lnTo>
                  <a:lnTo>
                    <a:pt x="3348" y="4289"/>
                  </a:lnTo>
                  <a:lnTo>
                    <a:pt x="3453" y="4248"/>
                  </a:lnTo>
                  <a:lnTo>
                    <a:pt x="3662" y="4248"/>
                  </a:lnTo>
                  <a:lnTo>
                    <a:pt x="3913" y="4185"/>
                  </a:lnTo>
                  <a:lnTo>
                    <a:pt x="4373" y="3934"/>
                  </a:lnTo>
                  <a:lnTo>
                    <a:pt x="5001" y="3557"/>
                  </a:lnTo>
                  <a:lnTo>
                    <a:pt x="5398" y="3306"/>
                  </a:lnTo>
                  <a:lnTo>
                    <a:pt x="5440" y="3181"/>
                  </a:lnTo>
                  <a:lnTo>
                    <a:pt x="5419" y="2992"/>
                  </a:lnTo>
                  <a:lnTo>
                    <a:pt x="5503" y="2867"/>
                  </a:lnTo>
                  <a:lnTo>
                    <a:pt x="5608" y="2762"/>
                  </a:lnTo>
                  <a:lnTo>
                    <a:pt x="5754" y="2553"/>
                  </a:lnTo>
                  <a:lnTo>
                    <a:pt x="5901" y="2511"/>
                  </a:lnTo>
                  <a:lnTo>
                    <a:pt x="6570" y="2511"/>
                  </a:lnTo>
                  <a:lnTo>
                    <a:pt x="6654" y="2406"/>
                  </a:lnTo>
                  <a:lnTo>
                    <a:pt x="6633" y="2365"/>
                  </a:lnTo>
                  <a:lnTo>
                    <a:pt x="6696" y="2197"/>
                  </a:lnTo>
                  <a:lnTo>
                    <a:pt x="6654" y="2176"/>
                  </a:lnTo>
                  <a:lnTo>
                    <a:pt x="6570" y="2155"/>
                  </a:lnTo>
                  <a:lnTo>
                    <a:pt x="6528" y="2093"/>
                  </a:lnTo>
                  <a:lnTo>
                    <a:pt x="6445" y="2093"/>
                  </a:lnTo>
                  <a:lnTo>
                    <a:pt x="6424" y="1967"/>
                  </a:lnTo>
                  <a:lnTo>
                    <a:pt x="6340" y="1821"/>
                  </a:lnTo>
                  <a:lnTo>
                    <a:pt x="6277" y="1360"/>
                  </a:lnTo>
                  <a:lnTo>
                    <a:pt x="6256" y="1297"/>
                  </a:lnTo>
                  <a:lnTo>
                    <a:pt x="6256" y="1046"/>
                  </a:lnTo>
                  <a:lnTo>
                    <a:pt x="6256" y="879"/>
                  </a:lnTo>
                  <a:lnTo>
                    <a:pt x="6235" y="837"/>
                  </a:lnTo>
                  <a:lnTo>
                    <a:pt x="6214" y="732"/>
                  </a:lnTo>
                  <a:lnTo>
                    <a:pt x="6152" y="628"/>
                  </a:lnTo>
                  <a:lnTo>
                    <a:pt x="6131" y="586"/>
                  </a:lnTo>
                  <a:lnTo>
                    <a:pt x="6068" y="502"/>
                  </a:lnTo>
                  <a:lnTo>
                    <a:pt x="6005" y="523"/>
                  </a:lnTo>
                  <a:lnTo>
                    <a:pt x="5691" y="502"/>
                  </a:lnTo>
                  <a:lnTo>
                    <a:pt x="5608" y="419"/>
                  </a:lnTo>
                  <a:lnTo>
                    <a:pt x="5587" y="314"/>
                  </a:lnTo>
                  <a:lnTo>
                    <a:pt x="5524" y="293"/>
                  </a:lnTo>
                  <a:lnTo>
                    <a:pt x="5419" y="398"/>
                  </a:lnTo>
                  <a:lnTo>
                    <a:pt x="5231" y="460"/>
                  </a:lnTo>
                  <a:lnTo>
                    <a:pt x="5064" y="398"/>
                  </a:lnTo>
                  <a:lnTo>
                    <a:pt x="4959" y="398"/>
                  </a:lnTo>
                  <a:lnTo>
                    <a:pt x="4854" y="460"/>
                  </a:lnTo>
                  <a:lnTo>
                    <a:pt x="4666" y="481"/>
                  </a:lnTo>
                  <a:lnTo>
                    <a:pt x="4541" y="460"/>
                  </a:lnTo>
                  <a:lnTo>
                    <a:pt x="4373" y="293"/>
                  </a:lnTo>
                  <a:lnTo>
                    <a:pt x="4331" y="251"/>
                  </a:lnTo>
                  <a:lnTo>
                    <a:pt x="4290" y="147"/>
                  </a:lnTo>
                  <a:lnTo>
                    <a:pt x="4290" y="84"/>
                  </a:lnTo>
                  <a:lnTo>
                    <a:pt x="4290" y="42"/>
                  </a:lnTo>
                  <a:lnTo>
                    <a:pt x="4269" y="0"/>
                  </a:lnTo>
                  <a:close/>
                </a:path>
              </a:pathLst>
            </a:custGeom>
            <a:solidFill>
              <a:srgbClr val="5F7D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061" name="Google Shape;6061;p36"/>
            <p:cNvSpPr/>
            <p:nvPr/>
          </p:nvSpPr>
          <p:spPr>
            <a:xfrm>
              <a:off x="3632974" y="2958780"/>
              <a:ext cx="56573" cy="43318"/>
            </a:xfrm>
            <a:custGeom>
              <a:rect b="b" l="l" r="r" t="t"/>
              <a:pathLst>
                <a:path extrusionOk="0" h="3809" w="4751">
                  <a:moveTo>
                    <a:pt x="2407" y="1"/>
                  </a:moveTo>
                  <a:lnTo>
                    <a:pt x="2177" y="315"/>
                  </a:lnTo>
                  <a:lnTo>
                    <a:pt x="2177" y="524"/>
                  </a:lnTo>
                  <a:lnTo>
                    <a:pt x="2072" y="545"/>
                  </a:lnTo>
                  <a:lnTo>
                    <a:pt x="1675" y="754"/>
                  </a:lnTo>
                  <a:lnTo>
                    <a:pt x="1633" y="859"/>
                  </a:lnTo>
                  <a:lnTo>
                    <a:pt x="1466" y="942"/>
                  </a:lnTo>
                  <a:lnTo>
                    <a:pt x="1528" y="1089"/>
                  </a:lnTo>
                  <a:lnTo>
                    <a:pt x="1194" y="1612"/>
                  </a:lnTo>
                  <a:lnTo>
                    <a:pt x="1152" y="1779"/>
                  </a:lnTo>
                  <a:lnTo>
                    <a:pt x="901" y="2030"/>
                  </a:lnTo>
                  <a:lnTo>
                    <a:pt x="796" y="2093"/>
                  </a:lnTo>
                  <a:lnTo>
                    <a:pt x="671" y="2365"/>
                  </a:lnTo>
                  <a:lnTo>
                    <a:pt x="671" y="2470"/>
                  </a:lnTo>
                  <a:lnTo>
                    <a:pt x="461" y="2763"/>
                  </a:lnTo>
                  <a:lnTo>
                    <a:pt x="419" y="2847"/>
                  </a:lnTo>
                  <a:lnTo>
                    <a:pt x="503" y="2888"/>
                  </a:lnTo>
                  <a:lnTo>
                    <a:pt x="398" y="2930"/>
                  </a:lnTo>
                  <a:lnTo>
                    <a:pt x="210" y="3265"/>
                  </a:lnTo>
                  <a:lnTo>
                    <a:pt x="147" y="3286"/>
                  </a:lnTo>
                  <a:lnTo>
                    <a:pt x="64" y="3370"/>
                  </a:lnTo>
                  <a:lnTo>
                    <a:pt x="85" y="3495"/>
                  </a:lnTo>
                  <a:lnTo>
                    <a:pt x="1" y="3621"/>
                  </a:lnTo>
                  <a:lnTo>
                    <a:pt x="43" y="3809"/>
                  </a:lnTo>
                  <a:lnTo>
                    <a:pt x="2344" y="3809"/>
                  </a:lnTo>
                  <a:lnTo>
                    <a:pt x="2303" y="2742"/>
                  </a:lnTo>
                  <a:lnTo>
                    <a:pt x="2386" y="2575"/>
                  </a:lnTo>
                  <a:lnTo>
                    <a:pt x="2512" y="2512"/>
                  </a:lnTo>
                  <a:lnTo>
                    <a:pt x="2658" y="2470"/>
                  </a:lnTo>
                  <a:lnTo>
                    <a:pt x="2867" y="2470"/>
                  </a:lnTo>
                  <a:lnTo>
                    <a:pt x="2888" y="963"/>
                  </a:lnTo>
                  <a:lnTo>
                    <a:pt x="4709" y="984"/>
                  </a:lnTo>
                  <a:lnTo>
                    <a:pt x="4709" y="168"/>
                  </a:lnTo>
                  <a:lnTo>
                    <a:pt x="4751" y="22"/>
                  </a:lnTo>
                  <a:lnTo>
                    <a:pt x="2407" y="1"/>
                  </a:lnTo>
                  <a:close/>
                </a:path>
              </a:pathLst>
            </a:custGeom>
            <a:solidFill>
              <a:srgbClr val="5F7D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062" name="Google Shape;6062;p36"/>
            <p:cNvSpPr/>
            <p:nvPr/>
          </p:nvSpPr>
          <p:spPr>
            <a:xfrm>
              <a:off x="3632736" y="2960691"/>
              <a:ext cx="81233" cy="85430"/>
            </a:xfrm>
            <a:custGeom>
              <a:rect b="b" l="l" r="r" t="t"/>
              <a:pathLst>
                <a:path extrusionOk="0" h="7512" w="6822">
                  <a:moveTo>
                    <a:pt x="4729" y="0"/>
                  </a:moveTo>
                  <a:lnTo>
                    <a:pt x="4729" y="816"/>
                  </a:lnTo>
                  <a:lnTo>
                    <a:pt x="2908" y="795"/>
                  </a:lnTo>
                  <a:lnTo>
                    <a:pt x="2887" y="2302"/>
                  </a:lnTo>
                  <a:lnTo>
                    <a:pt x="2678" y="2302"/>
                  </a:lnTo>
                  <a:lnTo>
                    <a:pt x="2532" y="2344"/>
                  </a:lnTo>
                  <a:lnTo>
                    <a:pt x="2406" y="2407"/>
                  </a:lnTo>
                  <a:lnTo>
                    <a:pt x="2323" y="2574"/>
                  </a:lnTo>
                  <a:lnTo>
                    <a:pt x="2364" y="3641"/>
                  </a:lnTo>
                  <a:lnTo>
                    <a:pt x="63" y="3641"/>
                  </a:lnTo>
                  <a:lnTo>
                    <a:pt x="63" y="3662"/>
                  </a:lnTo>
                  <a:lnTo>
                    <a:pt x="0" y="3808"/>
                  </a:lnTo>
                  <a:lnTo>
                    <a:pt x="0" y="4039"/>
                  </a:lnTo>
                  <a:lnTo>
                    <a:pt x="126" y="3871"/>
                  </a:lnTo>
                  <a:lnTo>
                    <a:pt x="188" y="4018"/>
                  </a:lnTo>
                  <a:lnTo>
                    <a:pt x="209" y="4039"/>
                  </a:lnTo>
                  <a:lnTo>
                    <a:pt x="293" y="3976"/>
                  </a:lnTo>
                  <a:lnTo>
                    <a:pt x="439" y="4248"/>
                  </a:lnTo>
                  <a:lnTo>
                    <a:pt x="398" y="4331"/>
                  </a:lnTo>
                  <a:lnTo>
                    <a:pt x="418" y="4436"/>
                  </a:lnTo>
                  <a:lnTo>
                    <a:pt x="398" y="4645"/>
                  </a:lnTo>
                  <a:lnTo>
                    <a:pt x="314" y="4645"/>
                  </a:lnTo>
                  <a:lnTo>
                    <a:pt x="230" y="4687"/>
                  </a:lnTo>
                  <a:lnTo>
                    <a:pt x="418" y="4917"/>
                  </a:lnTo>
                  <a:lnTo>
                    <a:pt x="523" y="5524"/>
                  </a:lnTo>
                  <a:lnTo>
                    <a:pt x="481" y="5943"/>
                  </a:lnTo>
                  <a:lnTo>
                    <a:pt x="335" y="6131"/>
                  </a:lnTo>
                  <a:lnTo>
                    <a:pt x="272" y="6487"/>
                  </a:lnTo>
                  <a:lnTo>
                    <a:pt x="209" y="6738"/>
                  </a:lnTo>
                  <a:lnTo>
                    <a:pt x="314" y="6654"/>
                  </a:lnTo>
                  <a:lnTo>
                    <a:pt x="398" y="6654"/>
                  </a:lnTo>
                  <a:lnTo>
                    <a:pt x="523" y="6549"/>
                  </a:lnTo>
                  <a:lnTo>
                    <a:pt x="837" y="6487"/>
                  </a:lnTo>
                  <a:lnTo>
                    <a:pt x="1130" y="6382"/>
                  </a:lnTo>
                  <a:lnTo>
                    <a:pt x="1235" y="6382"/>
                  </a:lnTo>
                  <a:lnTo>
                    <a:pt x="1486" y="6466"/>
                  </a:lnTo>
                  <a:lnTo>
                    <a:pt x="1653" y="6487"/>
                  </a:lnTo>
                  <a:lnTo>
                    <a:pt x="1779" y="6654"/>
                  </a:lnTo>
                  <a:lnTo>
                    <a:pt x="1779" y="6738"/>
                  </a:lnTo>
                  <a:lnTo>
                    <a:pt x="1862" y="6759"/>
                  </a:lnTo>
                  <a:lnTo>
                    <a:pt x="1946" y="6696"/>
                  </a:lnTo>
                  <a:lnTo>
                    <a:pt x="1988" y="6738"/>
                  </a:lnTo>
                  <a:lnTo>
                    <a:pt x="2071" y="6738"/>
                  </a:lnTo>
                  <a:lnTo>
                    <a:pt x="2113" y="6780"/>
                  </a:lnTo>
                  <a:lnTo>
                    <a:pt x="2155" y="6905"/>
                  </a:lnTo>
                  <a:lnTo>
                    <a:pt x="2281" y="7010"/>
                  </a:lnTo>
                  <a:lnTo>
                    <a:pt x="2281" y="7156"/>
                  </a:lnTo>
                  <a:lnTo>
                    <a:pt x="2406" y="7177"/>
                  </a:lnTo>
                  <a:lnTo>
                    <a:pt x="2427" y="7303"/>
                  </a:lnTo>
                  <a:lnTo>
                    <a:pt x="2532" y="7324"/>
                  </a:lnTo>
                  <a:lnTo>
                    <a:pt x="2699" y="7428"/>
                  </a:lnTo>
                  <a:lnTo>
                    <a:pt x="2720" y="7512"/>
                  </a:lnTo>
                  <a:lnTo>
                    <a:pt x="2846" y="7407"/>
                  </a:lnTo>
                  <a:lnTo>
                    <a:pt x="3034" y="7407"/>
                  </a:lnTo>
                  <a:lnTo>
                    <a:pt x="3097" y="7261"/>
                  </a:lnTo>
                  <a:lnTo>
                    <a:pt x="3097" y="7177"/>
                  </a:lnTo>
                  <a:lnTo>
                    <a:pt x="3097" y="6947"/>
                  </a:lnTo>
                  <a:lnTo>
                    <a:pt x="3264" y="6884"/>
                  </a:lnTo>
                  <a:lnTo>
                    <a:pt x="3411" y="6884"/>
                  </a:lnTo>
                  <a:lnTo>
                    <a:pt x="3431" y="7052"/>
                  </a:lnTo>
                  <a:lnTo>
                    <a:pt x="3515" y="7219"/>
                  </a:lnTo>
                  <a:lnTo>
                    <a:pt x="3578" y="7282"/>
                  </a:lnTo>
                  <a:lnTo>
                    <a:pt x="3724" y="6989"/>
                  </a:lnTo>
                  <a:lnTo>
                    <a:pt x="3996" y="6863"/>
                  </a:lnTo>
                  <a:lnTo>
                    <a:pt x="4143" y="6905"/>
                  </a:lnTo>
                  <a:lnTo>
                    <a:pt x="4164" y="7093"/>
                  </a:lnTo>
                  <a:lnTo>
                    <a:pt x="4206" y="7156"/>
                  </a:lnTo>
                  <a:lnTo>
                    <a:pt x="4310" y="7052"/>
                  </a:lnTo>
                  <a:lnTo>
                    <a:pt x="4394" y="7052"/>
                  </a:lnTo>
                  <a:lnTo>
                    <a:pt x="4457" y="7114"/>
                  </a:lnTo>
                  <a:lnTo>
                    <a:pt x="4520" y="7156"/>
                  </a:lnTo>
                  <a:lnTo>
                    <a:pt x="6570" y="7156"/>
                  </a:lnTo>
                  <a:lnTo>
                    <a:pt x="6758" y="6633"/>
                  </a:lnTo>
                  <a:lnTo>
                    <a:pt x="6570" y="6528"/>
                  </a:lnTo>
                  <a:lnTo>
                    <a:pt x="6131" y="1423"/>
                  </a:lnTo>
                  <a:lnTo>
                    <a:pt x="6821" y="1423"/>
                  </a:lnTo>
                  <a:lnTo>
                    <a:pt x="4729" y="0"/>
                  </a:lnTo>
                  <a:close/>
                </a:path>
              </a:pathLst>
            </a:custGeom>
            <a:solidFill>
              <a:srgbClr val="5F7D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063" name="Google Shape;6063;p36"/>
            <p:cNvSpPr/>
            <p:nvPr/>
          </p:nvSpPr>
          <p:spPr>
            <a:xfrm>
              <a:off x="3665125" y="2976874"/>
              <a:ext cx="112121" cy="99236"/>
            </a:xfrm>
            <a:custGeom>
              <a:rect b="b" l="l" r="r" t="t"/>
              <a:pathLst>
                <a:path extrusionOk="0" h="8726" w="9416">
                  <a:moveTo>
                    <a:pt x="3411" y="0"/>
                  </a:moveTo>
                  <a:lnTo>
                    <a:pt x="3850" y="5105"/>
                  </a:lnTo>
                  <a:lnTo>
                    <a:pt x="4038" y="5210"/>
                  </a:lnTo>
                  <a:lnTo>
                    <a:pt x="3850" y="5733"/>
                  </a:lnTo>
                  <a:lnTo>
                    <a:pt x="1800" y="5733"/>
                  </a:lnTo>
                  <a:lnTo>
                    <a:pt x="1737" y="5691"/>
                  </a:lnTo>
                  <a:lnTo>
                    <a:pt x="1674" y="5629"/>
                  </a:lnTo>
                  <a:lnTo>
                    <a:pt x="1590" y="5629"/>
                  </a:lnTo>
                  <a:lnTo>
                    <a:pt x="1486" y="5733"/>
                  </a:lnTo>
                  <a:lnTo>
                    <a:pt x="1444" y="5670"/>
                  </a:lnTo>
                  <a:lnTo>
                    <a:pt x="1423" y="5482"/>
                  </a:lnTo>
                  <a:lnTo>
                    <a:pt x="1276" y="5440"/>
                  </a:lnTo>
                  <a:lnTo>
                    <a:pt x="1004" y="5566"/>
                  </a:lnTo>
                  <a:lnTo>
                    <a:pt x="858" y="5859"/>
                  </a:lnTo>
                  <a:lnTo>
                    <a:pt x="795" y="5796"/>
                  </a:lnTo>
                  <a:lnTo>
                    <a:pt x="711" y="5629"/>
                  </a:lnTo>
                  <a:lnTo>
                    <a:pt x="691" y="5461"/>
                  </a:lnTo>
                  <a:lnTo>
                    <a:pt x="544" y="5461"/>
                  </a:lnTo>
                  <a:lnTo>
                    <a:pt x="377" y="5524"/>
                  </a:lnTo>
                  <a:lnTo>
                    <a:pt x="377" y="5754"/>
                  </a:lnTo>
                  <a:lnTo>
                    <a:pt x="377" y="5838"/>
                  </a:lnTo>
                  <a:lnTo>
                    <a:pt x="314" y="5984"/>
                  </a:lnTo>
                  <a:lnTo>
                    <a:pt x="126" y="5984"/>
                  </a:lnTo>
                  <a:lnTo>
                    <a:pt x="0" y="6089"/>
                  </a:lnTo>
                  <a:lnTo>
                    <a:pt x="84" y="6173"/>
                  </a:lnTo>
                  <a:lnTo>
                    <a:pt x="84" y="6277"/>
                  </a:lnTo>
                  <a:lnTo>
                    <a:pt x="105" y="6361"/>
                  </a:lnTo>
                  <a:lnTo>
                    <a:pt x="63" y="6591"/>
                  </a:lnTo>
                  <a:lnTo>
                    <a:pt x="84" y="6675"/>
                  </a:lnTo>
                  <a:lnTo>
                    <a:pt x="209" y="6800"/>
                  </a:lnTo>
                  <a:lnTo>
                    <a:pt x="272" y="6926"/>
                  </a:lnTo>
                  <a:lnTo>
                    <a:pt x="335" y="7010"/>
                  </a:lnTo>
                  <a:lnTo>
                    <a:pt x="398" y="6989"/>
                  </a:lnTo>
                  <a:lnTo>
                    <a:pt x="481" y="7030"/>
                  </a:lnTo>
                  <a:lnTo>
                    <a:pt x="502" y="7114"/>
                  </a:lnTo>
                  <a:lnTo>
                    <a:pt x="586" y="7219"/>
                  </a:lnTo>
                  <a:lnTo>
                    <a:pt x="586" y="7261"/>
                  </a:lnTo>
                  <a:lnTo>
                    <a:pt x="523" y="7344"/>
                  </a:lnTo>
                  <a:lnTo>
                    <a:pt x="544" y="7428"/>
                  </a:lnTo>
                  <a:lnTo>
                    <a:pt x="691" y="7512"/>
                  </a:lnTo>
                  <a:lnTo>
                    <a:pt x="691" y="7616"/>
                  </a:lnTo>
                  <a:lnTo>
                    <a:pt x="649" y="7679"/>
                  </a:lnTo>
                  <a:lnTo>
                    <a:pt x="732" y="7721"/>
                  </a:lnTo>
                  <a:lnTo>
                    <a:pt x="837" y="7658"/>
                  </a:lnTo>
                  <a:lnTo>
                    <a:pt x="921" y="7679"/>
                  </a:lnTo>
                  <a:lnTo>
                    <a:pt x="1046" y="7784"/>
                  </a:lnTo>
                  <a:lnTo>
                    <a:pt x="1214" y="7784"/>
                  </a:lnTo>
                  <a:lnTo>
                    <a:pt x="1318" y="7721"/>
                  </a:lnTo>
                  <a:lnTo>
                    <a:pt x="1381" y="7679"/>
                  </a:lnTo>
                  <a:lnTo>
                    <a:pt x="1486" y="7533"/>
                  </a:lnTo>
                  <a:lnTo>
                    <a:pt x="1632" y="7533"/>
                  </a:lnTo>
                  <a:lnTo>
                    <a:pt x="1779" y="7616"/>
                  </a:lnTo>
                  <a:lnTo>
                    <a:pt x="1800" y="7554"/>
                  </a:lnTo>
                  <a:lnTo>
                    <a:pt x="1904" y="7533"/>
                  </a:lnTo>
                  <a:lnTo>
                    <a:pt x="1946" y="7574"/>
                  </a:lnTo>
                  <a:lnTo>
                    <a:pt x="2072" y="7679"/>
                  </a:lnTo>
                  <a:lnTo>
                    <a:pt x="2113" y="7826"/>
                  </a:lnTo>
                  <a:lnTo>
                    <a:pt x="2092" y="7972"/>
                  </a:lnTo>
                  <a:lnTo>
                    <a:pt x="2155" y="8035"/>
                  </a:lnTo>
                  <a:lnTo>
                    <a:pt x="2281" y="8056"/>
                  </a:lnTo>
                  <a:lnTo>
                    <a:pt x="2281" y="8098"/>
                  </a:lnTo>
                  <a:lnTo>
                    <a:pt x="2176" y="8265"/>
                  </a:lnTo>
                  <a:lnTo>
                    <a:pt x="2113" y="8411"/>
                  </a:lnTo>
                  <a:lnTo>
                    <a:pt x="2113" y="8411"/>
                  </a:lnTo>
                  <a:lnTo>
                    <a:pt x="2218" y="8390"/>
                  </a:lnTo>
                  <a:lnTo>
                    <a:pt x="2281" y="8307"/>
                  </a:lnTo>
                  <a:lnTo>
                    <a:pt x="2364" y="8307"/>
                  </a:lnTo>
                  <a:lnTo>
                    <a:pt x="2364" y="8411"/>
                  </a:lnTo>
                  <a:lnTo>
                    <a:pt x="2385" y="8495"/>
                  </a:lnTo>
                  <a:lnTo>
                    <a:pt x="2385" y="8558"/>
                  </a:lnTo>
                  <a:lnTo>
                    <a:pt x="2532" y="8579"/>
                  </a:lnTo>
                  <a:lnTo>
                    <a:pt x="2595" y="8621"/>
                  </a:lnTo>
                  <a:lnTo>
                    <a:pt x="2595" y="8704"/>
                  </a:lnTo>
                  <a:lnTo>
                    <a:pt x="2783" y="8600"/>
                  </a:lnTo>
                  <a:lnTo>
                    <a:pt x="2846" y="8600"/>
                  </a:lnTo>
                  <a:lnTo>
                    <a:pt x="2992" y="8683"/>
                  </a:lnTo>
                  <a:lnTo>
                    <a:pt x="3222" y="8683"/>
                  </a:lnTo>
                  <a:lnTo>
                    <a:pt x="3264" y="8662"/>
                  </a:lnTo>
                  <a:lnTo>
                    <a:pt x="3264" y="8600"/>
                  </a:lnTo>
                  <a:lnTo>
                    <a:pt x="3452" y="8558"/>
                  </a:lnTo>
                  <a:lnTo>
                    <a:pt x="3620" y="8579"/>
                  </a:lnTo>
                  <a:lnTo>
                    <a:pt x="3578" y="8621"/>
                  </a:lnTo>
                  <a:lnTo>
                    <a:pt x="3620" y="8683"/>
                  </a:lnTo>
                  <a:lnTo>
                    <a:pt x="3787" y="8725"/>
                  </a:lnTo>
                  <a:lnTo>
                    <a:pt x="3892" y="8579"/>
                  </a:lnTo>
                  <a:lnTo>
                    <a:pt x="3976" y="8516"/>
                  </a:lnTo>
                  <a:lnTo>
                    <a:pt x="3997" y="8390"/>
                  </a:lnTo>
                  <a:lnTo>
                    <a:pt x="3976" y="8307"/>
                  </a:lnTo>
                  <a:lnTo>
                    <a:pt x="3976" y="8181"/>
                  </a:lnTo>
                  <a:lnTo>
                    <a:pt x="4080" y="8160"/>
                  </a:lnTo>
                  <a:lnTo>
                    <a:pt x="4059" y="7993"/>
                  </a:lnTo>
                  <a:lnTo>
                    <a:pt x="4038" y="7888"/>
                  </a:lnTo>
                  <a:lnTo>
                    <a:pt x="4143" y="7826"/>
                  </a:lnTo>
                  <a:lnTo>
                    <a:pt x="4269" y="7679"/>
                  </a:lnTo>
                  <a:lnTo>
                    <a:pt x="4457" y="7407"/>
                  </a:lnTo>
                  <a:lnTo>
                    <a:pt x="4561" y="7219"/>
                  </a:lnTo>
                  <a:lnTo>
                    <a:pt x="4582" y="7135"/>
                  </a:lnTo>
                  <a:lnTo>
                    <a:pt x="4708" y="6926"/>
                  </a:lnTo>
                  <a:lnTo>
                    <a:pt x="4792" y="6905"/>
                  </a:lnTo>
                  <a:lnTo>
                    <a:pt x="4813" y="6821"/>
                  </a:lnTo>
                  <a:lnTo>
                    <a:pt x="4980" y="6800"/>
                  </a:lnTo>
                  <a:lnTo>
                    <a:pt x="5043" y="6821"/>
                  </a:lnTo>
                  <a:lnTo>
                    <a:pt x="5336" y="6738"/>
                  </a:lnTo>
                  <a:lnTo>
                    <a:pt x="5398" y="6612"/>
                  </a:lnTo>
                  <a:lnTo>
                    <a:pt x="5712" y="6403"/>
                  </a:lnTo>
                  <a:lnTo>
                    <a:pt x="6152" y="6173"/>
                  </a:lnTo>
                  <a:lnTo>
                    <a:pt x="6277" y="6047"/>
                  </a:lnTo>
                  <a:lnTo>
                    <a:pt x="6465" y="5942"/>
                  </a:lnTo>
                  <a:lnTo>
                    <a:pt x="6758" y="5901"/>
                  </a:lnTo>
                  <a:lnTo>
                    <a:pt x="6884" y="5880"/>
                  </a:lnTo>
                  <a:lnTo>
                    <a:pt x="7072" y="5942"/>
                  </a:lnTo>
                  <a:lnTo>
                    <a:pt x="7177" y="5942"/>
                  </a:lnTo>
                  <a:lnTo>
                    <a:pt x="7198" y="5984"/>
                  </a:lnTo>
                  <a:lnTo>
                    <a:pt x="7219" y="5963"/>
                  </a:lnTo>
                  <a:lnTo>
                    <a:pt x="7344" y="5984"/>
                  </a:lnTo>
                  <a:lnTo>
                    <a:pt x="7742" y="5963"/>
                  </a:lnTo>
                  <a:lnTo>
                    <a:pt x="7867" y="5963"/>
                  </a:lnTo>
                  <a:lnTo>
                    <a:pt x="8035" y="5880"/>
                  </a:lnTo>
                  <a:lnTo>
                    <a:pt x="8390" y="5880"/>
                  </a:lnTo>
                  <a:lnTo>
                    <a:pt x="8558" y="5775"/>
                  </a:lnTo>
                  <a:lnTo>
                    <a:pt x="8746" y="5775"/>
                  </a:lnTo>
                  <a:lnTo>
                    <a:pt x="8893" y="5670"/>
                  </a:lnTo>
                  <a:lnTo>
                    <a:pt x="9186" y="5524"/>
                  </a:lnTo>
                  <a:lnTo>
                    <a:pt x="9227" y="5377"/>
                  </a:lnTo>
                  <a:lnTo>
                    <a:pt x="9269" y="5210"/>
                  </a:lnTo>
                  <a:lnTo>
                    <a:pt x="9332" y="5126"/>
                  </a:lnTo>
                  <a:lnTo>
                    <a:pt x="9395" y="4624"/>
                  </a:lnTo>
                  <a:lnTo>
                    <a:pt x="9416" y="3494"/>
                  </a:lnTo>
                  <a:lnTo>
                    <a:pt x="9186" y="3578"/>
                  </a:lnTo>
                  <a:lnTo>
                    <a:pt x="8914" y="3599"/>
                  </a:lnTo>
                  <a:lnTo>
                    <a:pt x="8788" y="3557"/>
                  </a:lnTo>
                  <a:lnTo>
                    <a:pt x="8746" y="3473"/>
                  </a:lnTo>
                  <a:lnTo>
                    <a:pt x="8809" y="3285"/>
                  </a:lnTo>
                  <a:lnTo>
                    <a:pt x="8809" y="3180"/>
                  </a:lnTo>
                  <a:lnTo>
                    <a:pt x="8704" y="3118"/>
                  </a:lnTo>
                  <a:lnTo>
                    <a:pt x="8558" y="3055"/>
                  </a:lnTo>
                  <a:lnTo>
                    <a:pt x="8453" y="2929"/>
                  </a:lnTo>
                  <a:lnTo>
                    <a:pt x="8286" y="2867"/>
                  </a:lnTo>
                  <a:lnTo>
                    <a:pt x="8077" y="2867"/>
                  </a:lnTo>
                  <a:lnTo>
                    <a:pt x="7951" y="2762"/>
                  </a:lnTo>
                  <a:lnTo>
                    <a:pt x="7909" y="2511"/>
                  </a:lnTo>
                  <a:lnTo>
                    <a:pt x="4101" y="0"/>
                  </a:lnTo>
                  <a:close/>
                </a:path>
              </a:pathLst>
            </a:custGeom>
            <a:solidFill>
              <a:srgbClr val="5F7D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064" name="Google Shape;6064;p36"/>
            <p:cNvSpPr/>
            <p:nvPr/>
          </p:nvSpPr>
          <p:spPr>
            <a:xfrm>
              <a:off x="3712457" y="3043733"/>
              <a:ext cx="51833" cy="35948"/>
            </a:xfrm>
            <a:custGeom>
              <a:rect b="b" l="l" r="r" t="t"/>
              <a:pathLst>
                <a:path extrusionOk="0" h="3161" w="4353">
                  <a:moveTo>
                    <a:pt x="2909" y="1"/>
                  </a:moveTo>
                  <a:lnTo>
                    <a:pt x="2783" y="22"/>
                  </a:lnTo>
                  <a:lnTo>
                    <a:pt x="2490" y="63"/>
                  </a:lnTo>
                  <a:lnTo>
                    <a:pt x="2302" y="168"/>
                  </a:lnTo>
                  <a:lnTo>
                    <a:pt x="2177" y="294"/>
                  </a:lnTo>
                  <a:lnTo>
                    <a:pt x="1737" y="524"/>
                  </a:lnTo>
                  <a:lnTo>
                    <a:pt x="1423" y="733"/>
                  </a:lnTo>
                  <a:lnTo>
                    <a:pt x="1361" y="859"/>
                  </a:lnTo>
                  <a:lnTo>
                    <a:pt x="1068" y="942"/>
                  </a:lnTo>
                  <a:lnTo>
                    <a:pt x="1005" y="921"/>
                  </a:lnTo>
                  <a:lnTo>
                    <a:pt x="838" y="942"/>
                  </a:lnTo>
                  <a:lnTo>
                    <a:pt x="817" y="1026"/>
                  </a:lnTo>
                  <a:lnTo>
                    <a:pt x="733" y="1047"/>
                  </a:lnTo>
                  <a:lnTo>
                    <a:pt x="607" y="1256"/>
                  </a:lnTo>
                  <a:lnTo>
                    <a:pt x="586" y="1340"/>
                  </a:lnTo>
                  <a:lnTo>
                    <a:pt x="482" y="1528"/>
                  </a:lnTo>
                  <a:lnTo>
                    <a:pt x="294" y="1800"/>
                  </a:lnTo>
                  <a:lnTo>
                    <a:pt x="168" y="1947"/>
                  </a:lnTo>
                  <a:lnTo>
                    <a:pt x="63" y="2009"/>
                  </a:lnTo>
                  <a:lnTo>
                    <a:pt x="84" y="2114"/>
                  </a:lnTo>
                  <a:lnTo>
                    <a:pt x="105" y="2281"/>
                  </a:lnTo>
                  <a:lnTo>
                    <a:pt x="1" y="2302"/>
                  </a:lnTo>
                  <a:lnTo>
                    <a:pt x="1" y="2428"/>
                  </a:lnTo>
                  <a:lnTo>
                    <a:pt x="22" y="2511"/>
                  </a:lnTo>
                  <a:lnTo>
                    <a:pt x="1" y="2637"/>
                  </a:lnTo>
                  <a:lnTo>
                    <a:pt x="22" y="2637"/>
                  </a:lnTo>
                  <a:lnTo>
                    <a:pt x="189" y="2783"/>
                  </a:lnTo>
                  <a:lnTo>
                    <a:pt x="398" y="2888"/>
                  </a:lnTo>
                  <a:lnTo>
                    <a:pt x="503" y="2888"/>
                  </a:lnTo>
                  <a:lnTo>
                    <a:pt x="545" y="2930"/>
                  </a:lnTo>
                  <a:lnTo>
                    <a:pt x="649" y="2930"/>
                  </a:lnTo>
                  <a:lnTo>
                    <a:pt x="754" y="2993"/>
                  </a:lnTo>
                  <a:lnTo>
                    <a:pt x="838" y="3097"/>
                  </a:lnTo>
                  <a:lnTo>
                    <a:pt x="1026" y="3160"/>
                  </a:lnTo>
                  <a:lnTo>
                    <a:pt x="1151" y="3139"/>
                  </a:lnTo>
                  <a:lnTo>
                    <a:pt x="1256" y="3055"/>
                  </a:lnTo>
                  <a:lnTo>
                    <a:pt x="1340" y="3055"/>
                  </a:lnTo>
                  <a:lnTo>
                    <a:pt x="1423" y="3139"/>
                  </a:lnTo>
                  <a:lnTo>
                    <a:pt x="1549" y="3139"/>
                  </a:lnTo>
                  <a:lnTo>
                    <a:pt x="1549" y="2993"/>
                  </a:lnTo>
                  <a:lnTo>
                    <a:pt x="1465" y="2825"/>
                  </a:lnTo>
                  <a:lnTo>
                    <a:pt x="1423" y="2783"/>
                  </a:lnTo>
                  <a:lnTo>
                    <a:pt x="1361" y="2595"/>
                  </a:lnTo>
                  <a:lnTo>
                    <a:pt x="1382" y="2470"/>
                  </a:lnTo>
                  <a:lnTo>
                    <a:pt x="1591" y="2428"/>
                  </a:lnTo>
                  <a:lnTo>
                    <a:pt x="2365" y="2428"/>
                  </a:lnTo>
                  <a:lnTo>
                    <a:pt x="2574" y="2386"/>
                  </a:lnTo>
                  <a:lnTo>
                    <a:pt x="2721" y="2386"/>
                  </a:lnTo>
                  <a:lnTo>
                    <a:pt x="2846" y="2323"/>
                  </a:lnTo>
                  <a:lnTo>
                    <a:pt x="2930" y="2323"/>
                  </a:lnTo>
                  <a:lnTo>
                    <a:pt x="3537" y="2491"/>
                  </a:lnTo>
                  <a:lnTo>
                    <a:pt x="3558" y="2428"/>
                  </a:lnTo>
                  <a:lnTo>
                    <a:pt x="3683" y="2386"/>
                  </a:lnTo>
                  <a:lnTo>
                    <a:pt x="3683" y="2281"/>
                  </a:lnTo>
                  <a:lnTo>
                    <a:pt x="3767" y="2198"/>
                  </a:lnTo>
                  <a:lnTo>
                    <a:pt x="3767" y="2093"/>
                  </a:lnTo>
                  <a:lnTo>
                    <a:pt x="3871" y="2051"/>
                  </a:lnTo>
                  <a:lnTo>
                    <a:pt x="3955" y="2072"/>
                  </a:lnTo>
                  <a:lnTo>
                    <a:pt x="4143" y="1967"/>
                  </a:lnTo>
                  <a:lnTo>
                    <a:pt x="4206" y="1967"/>
                  </a:lnTo>
                  <a:lnTo>
                    <a:pt x="4353" y="1800"/>
                  </a:lnTo>
                  <a:lnTo>
                    <a:pt x="4353" y="1737"/>
                  </a:lnTo>
                  <a:lnTo>
                    <a:pt x="4311" y="1737"/>
                  </a:lnTo>
                  <a:lnTo>
                    <a:pt x="4185" y="1570"/>
                  </a:lnTo>
                  <a:lnTo>
                    <a:pt x="4248" y="1465"/>
                  </a:lnTo>
                  <a:lnTo>
                    <a:pt x="4248" y="1361"/>
                  </a:lnTo>
                  <a:lnTo>
                    <a:pt x="4185" y="1319"/>
                  </a:lnTo>
                  <a:lnTo>
                    <a:pt x="4185" y="1256"/>
                  </a:lnTo>
                  <a:lnTo>
                    <a:pt x="4102" y="1214"/>
                  </a:lnTo>
                  <a:lnTo>
                    <a:pt x="3871" y="1340"/>
                  </a:lnTo>
                  <a:lnTo>
                    <a:pt x="3662" y="1214"/>
                  </a:lnTo>
                  <a:lnTo>
                    <a:pt x="3662" y="963"/>
                  </a:lnTo>
                  <a:lnTo>
                    <a:pt x="3118" y="607"/>
                  </a:lnTo>
                  <a:lnTo>
                    <a:pt x="3118" y="419"/>
                  </a:lnTo>
                  <a:lnTo>
                    <a:pt x="3202" y="314"/>
                  </a:lnTo>
                  <a:lnTo>
                    <a:pt x="3202" y="168"/>
                  </a:lnTo>
                  <a:lnTo>
                    <a:pt x="3223" y="105"/>
                  </a:lnTo>
                  <a:lnTo>
                    <a:pt x="3202" y="63"/>
                  </a:lnTo>
                  <a:lnTo>
                    <a:pt x="3097" y="63"/>
                  </a:lnTo>
                  <a:lnTo>
                    <a:pt x="2909" y="1"/>
                  </a:lnTo>
                  <a:close/>
                </a:path>
              </a:pathLst>
            </a:custGeom>
            <a:solidFill>
              <a:srgbClr val="5F7D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065" name="Google Shape;6065;p36"/>
            <p:cNvSpPr/>
            <p:nvPr/>
          </p:nvSpPr>
          <p:spPr>
            <a:xfrm>
              <a:off x="3628997" y="3033259"/>
              <a:ext cx="44355" cy="30956"/>
            </a:xfrm>
            <a:custGeom>
              <a:rect b="b" l="l" r="r" t="t"/>
              <a:pathLst>
                <a:path extrusionOk="0" h="2722" w="3725">
                  <a:moveTo>
                    <a:pt x="1444" y="1"/>
                  </a:moveTo>
                  <a:lnTo>
                    <a:pt x="1151" y="106"/>
                  </a:lnTo>
                  <a:lnTo>
                    <a:pt x="837" y="168"/>
                  </a:lnTo>
                  <a:lnTo>
                    <a:pt x="712" y="273"/>
                  </a:lnTo>
                  <a:lnTo>
                    <a:pt x="628" y="273"/>
                  </a:lnTo>
                  <a:lnTo>
                    <a:pt x="523" y="357"/>
                  </a:lnTo>
                  <a:lnTo>
                    <a:pt x="502" y="524"/>
                  </a:lnTo>
                  <a:lnTo>
                    <a:pt x="377" y="817"/>
                  </a:lnTo>
                  <a:lnTo>
                    <a:pt x="0" y="1131"/>
                  </a:lnTo>
                  <a:lnTo>
                    <a:pt x="188" y="1298"/>
                  </a:lnTo>
                  <a:lnTo>
                    <a:pt x="314" y="1528"/>
                  </a:lnTo>
                  <a:lnTo>
                    <a:pt x="419" y="1528"/>
                  </a:lnTo>
                  <a:lnTo>
                    <a:pt x="419" y="1654"/>
                  </a:lnTo>
                  <a:lnTo>
                    <a:pt x="398" y="1654"/>
                  </a:lnTo>
                  <a:lnTo>
                    <a:pt x="523" y="1759"/>
                  </a:lnTo>
                  <a:lnTo>
                    <a:pt x="440" y="1821"/>
                  </a:lnTo>
                  <a:lnTo>
                    <a:pt x="481" y="1863"/>
                  </a:lnTo>
                  <a:lnTo>
                    <a:pt x="732" y="1863"/>
                  </a:lnTo>
                  <a:lnTo>
                    <a:pt x="795" y="1842"/>
                  </a:lnTo>
                  <a:lnTo>
                    <a:pt x="900" y="1842"/>
                  </a:lnTo>
                  <a:lnTo>
                    <a:pt x="1109" y="1675"/>
                  </a:lnTo>
                  <a:lnTo>
                    <a:pt x="1256" y="1612"/>
                  </a:lnTo>
                  <a:lnTo>
                    <a:pt x="1360" y="1633"/>
                  </a:lnTo>
                  <a:lnTo>
                    <a:pt x="1486" y="1633"/>
                  </a:lnTo>
                  <a:lnTo>
                    <a:pt x="1674" y="1759"/>
                  </a:lnTo>
                  <a:lnTo>
                    <a:pt x="1779" y="1759"/>
                  </a:lnTo>
                  <a:lnTo>
                    <a:pt x="2051" y="1926"/>
                  </a:lnTo>
                  <a:lnTo>
                    <a:pt x="2093" y="1884"/>
                  </a:lnTo>
                  <a:lnTo>
                    <a:pt x="2155" y="1968"/>
                  </a:lnTo>
                  <a:lnTo>
                    <a:pt x="2093" y="2052"/>
                  </a:lnTo>
                  <a:lnTo>
                    <a:pt x="1967" y="2052"/>
                  </a:lnTo>
                  <a:lnTo>
                    <a:pt x="1779" y="1968"/>
                  </a:lnTo>
                  <a:lnTo>
                    <a:pt x="1632" y="1926"/>
                  </a:lnTo>
                  <a:lnTo>
                    <a:pt x="1528" y="1926"/>
                  </a:lnTo>
                  <a:lnTo>
                    <a:pt x="1381" y="1821"/>
                  </a:lnTo>
                  <a:lnTo>
                    <a:pt x="1318" y="1842"/>
                  </a:lnTo>
                  <a:lnTo>
                    <a:pt x="1235" y="1926"/>
                  </a:lnTo>
                  <a:lnTo>
                    <a:pt x="1214" y="1884"/>
                  </a:lnTo>
                  <a:lnTo>
                    <a:pt x="1130" y="1863"/>
                  </a:lnTo>
                  <a:lnTo>
                    <a:pt x="1005" y="1947"/>
                  </a:lnTo>
                  <a:lnTo>
                    <a:pt x="900" y="1968"/>
                  </a:lnTo>
                  <a:lnTo>
                    <a:pt x="795" y="2093"/>
                  </a:lnTo>
                  <a:lnTo>
                    <a:pt x="419" y="2093"/>
                  </a:lnTo>
                  <a:lnTo>
                    <a:pt x="377" y="2156"/>
                  </a:lnTo>
                  <a:lnTo>
                    <a:pt x="377" y="2282"/>
                  </a:lnTo>
                  <a:lnTo>
                    <a:pt x="314" y="2344"/>
                  </a:lnTo>
                  <a:lnTo>
                    <a:pt x="335" y="2386"/>
                  </a:lnTo>
                  <a:lnTo>
                    <a:pt x="481" y="2303"/>
                  </a:lnTo>
                  <a:lnTo>
                    <a:pt x="691" y="2386"/>
                  </a:lnTo>
                  <a:lnTo>
                    <a:pt x="544" y="2470"/>
                  </a:lnTo>
                  <a:lnTo>
                    <a:pt x="502" y="2449"/>
                  </a:lnTo>
                  <a:lnTo>
                    <a:pt x="398" y="2407"/>
                  </a:lnTo>
                  <a:lnTo>
                    <a:pt x="398" y="2407"/>
                  </a:lnTo>
                  <a:lnTo>
                    <a:pt x="440" y="2470"/>
                  </a:lnTo>
                  <a:lnTo>
                    <a:pt x="419" y="2575"/>
                  </a:lnTo>
                  <a:lnTo>
                    <a:pt x="586" y="2616"/>
                  </a:lnTo>
                  <a:lnTo>
                    <a:pt x="753" y="2512"/>
                  </a:lnTo>
                  <a:lnTo>
                    <a:pt x="1151" y="2554"/>
                  </a:lnTo>
                  <a:lnTo>
                    <a:pt x="1256" y="2407"/>
                  </a:lnTo>
                  <a:lnTo>
                    <a:pt x="1465" y="2344"/>
                  </a:lnTo>
                  <a:lnTo>
                    <a:pt x="1988" y="2344"/>
                  </a:lnTo>
                  <a:lnTo>
                    <a:pt x="2113" y="2386"/>
                  </a:lnTo>
                  <a:lnTo>
                    <a:pt x="2113" y="2365"/>
                  </a:lnTo>
                  <a:lnTo>
                    <a:pt x="2260" y="2344"/>
                  </a:lnTo>
                  <a:lnTo>
                    <a:pt x="2595" y="2365"/>
                  </a:lnTo>
                  <a:lnTo>
                    <a:pt x="2825" y="2470"/>
                  </a:lnTo>
                  <a:lnTo>
                    <a:pt x="2929" y="2554"/>
                  </a:lnTo>
                  <a:lnTo>
                    <a:pt x="3118" y="2554"/>
                  </a:lnTo>
                  <a:lnTo>
                    <a:pt x="3306" y="2616"/>
                  </a:lnTo>
                  <a:lnTo>
                    <a:pt x="3411" y="2554"/>
                  </a:lnTo>
                  <a:lnTo>
                    <a:pt x="3515" y="2575"/>
                  </a:lnTo>
                  <a:lnTo>
                    <a:pt x="3557" y="2616"/>
                  </a:lnTo>
                  <a:lnTo>
                    <a:pt x="3683" y="2616"/>
                  </a:lnTo>
                  <a:lnTo>
                    <a:pt x="3683" y="2721"/>
                  </a:lnTo>
                  <a:lnTo>
                    <a:pt x="3725" y="2658"/>
                  </a:lnTo>
                  <a:lnTo>
                    <a:pt x="3725" y="2554"/>
                  </a:lnTo>
                  <a:lnTo>
                    <a:pt x="3578" y="2470"/>
                  </a:lnTo>
                  <a:lnTo>
                    <a:pt x="3557" y="2386"/>
                  </a:lnTo>
                  <a:lnTo>
                    <a:pt x="3620" y="2303"/>
                  </a:lnTo>
                  <a:lnTo>
                    <a:pt x="3620" y="2261"/>
                  </a:lnTo>
                  <a:lnTo>
                    <a:pt x="3536" y="2156"/>
                  </a:lnTo>
                  <a:lnTo>
                    <a:pt x="3515" y="2072"/>
                  </a:lnTo>
                  <a:lnTo>
                    <a:pt x="3432" y="2031"/>
                  </a:lnTo>
                  <a:lnTo>
                    <a:pt x="3369" y="2052"/>
                  </a:lnTo>
                  <a:lnTo>
                    <a:pt x="3306" y="1968"/>
                  </a:lnTo>
                  <a:lnTo>
                    <a:pt x="3243" y="1842"/>
                  </a:lnTo>
                  <a:lnTo>
                    <a:pt x="3118" y="1717"/>
                  </a:lnTo>
                  <a:lnTo>
                    <a:pt x="3097" y="1633"/>
                  </a:lnTo>
                  <a:lnTo>
                    <a:pt x="3139" y="1403"/>
                  </a:lnTo>
                  <a:lnTo>
                    <a:pt x="3118" y="1319"/>
                  </a:lnTo>
                  <a:lnTo>
                    <a:pt x="3118" y="1215"/>
                  </a:lnTo>
                  <a:lnTo>
                    <a:pt x="3034" y="1131"/>
                  </a:lnTo>
                  <a:lnTo>
                    <a:pt x="3013" y="1047"/>
                  </a:lnTo>
                  <a:lnTo>
                    <a:pt x="2846" y="943"/>
                  </a:lnTo>
                  <a:lnTo>
                    <a:pt x="2741" y="922"/>
                  </a:lnTo>
                  <a:lnTo>
                    <a:pt x="2720" y="796"/>
                  </a:lnTo>
                  <a:lnTo>
                    <a:pt x="2595" y="775"/>
                  </a:lnTo>
                  <a:lnTo>
                    <a:pt x="2595" y="629"/>
                  </a:lnTo>
                  <a:lnTo>
                    <a:pt x="2469" y="524"/>
                  </a:lnTo>
                  <a:lnTo>
                    <a:pt x="2427" y="399"/>
                  </a:lnTo>
                  <a:lnTo>
                    <a:pt x="2385" y="357"/>
                  </a:lnTo>
                  <a:lnTo>
                    <a:pt x="2302" y="357"/>
                  </a:lnTo>
                  <a:lnTo>
                    <a:pt x="2260" y="315"/>
                  </a:lnTo>
                  <a:lnTo>
                    <a:pt x="2176" y="378"/>
                  </a:lnTo>
                  <a:lnTo>
                    <a:pt x="2093" y="357"/>
                  </a:lnTo>
                  <a:lnTo>
                    <a:pt x="2093" y="273"/>
                  </a:lnTo>
                  <a:lnTo>
                    <a:pt x="1967" y="106"/>
                  </a:lnTo>
                  <a:lnTo>
                    <a:pt x="1800" y="85"/>
                  </a:lnTo>
                  <a:lnTo>
                    <a:pt x="1549" y="1"/>
                  </a:lnTo>
                  <a:close/>
                </a:path>
              </a:pathLst>
            </a:custGeom>
            <a:solidFill>
              <a:srgbClr val="5F7D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066" name="Google Shape;6066;p36"/>
            <p:cNvSpPr/>
            <p:nvPr/>
          </p:nvSpPr>
          <p:spPr>
            <a:xfrm>
              <a:off x="3633975" y="3059916"/>
              <a:ext cx="21195" cy="12146"/>
            </a:xfrm>
            <a:custGeom>
              <a:rect b="b" l="l" r="r" t="t"/>
              <a:pathLst>
                <a:path extrusionOk="0" h="1068" w="1780">
                  <a:moveTo>
                    <a:pt x="1047" y="0"/>
                  </a:moveTo>
                  <a:lnTo>
                    <a:pt x="838" y="63"/>
                  </a:lnTo>
                  <a:lnTo>
                    <a:pt x="733" y="210"/>
                  </a:lnTo>
                  <a:lnTo>
                    <a:pt x="335" y="168"/>
                  </a:lnTo>
                  <a:lnTo>
                    <a:pt x="168" y="272"/>
                  </a:lnTo>
                  <a:lnTo>
                    <a:pt x="1" y="231"/>
                  </a:lnTo>
                  <a:lnTo>
                    <a:pt x="1" y="231"/>
                  </a:lnTo>
                  <a:lnTo>
                    <a:pt x="63" y="314"/>
                  </a:lnTo>
                  <a:lnTo>
                    <a:pt x="273" y="335"/>
                  </a:lnTo>
                  <a:lnTo>
                    <a:pt x="335" y="335"/>
                  </a:lnTo>
                  <a:lnTo>
                    <a:pt x="231" y="419"/>
                  </a:lnTo>
                  <a:lnTo>
                    <a:pt x="335" y="524"/>
                  </a:lnTo>
                  <a:lnTo>
                    <a:pt x="440" y="524"/>
                  </a:lnTo>
                  <a:lnTo>
                    <a:pt x="482" y="586"/>
                  </a:lnTo>
                  <a:lnTo>
                    <a:pt x="545" y="586"/>
                  </a:lnTo>
                  <a:lnTo>
                    <a:pt x="691" y="544"/>
                  </a:lnTo>
                  <a:lnTo>
                    <a:pt x="838" y="524"/>
                  </a:lnTo>
                  <a:lnTo>
                    <a:pt x="1005" y="586"/>
                  </a:lnTo>
                  <a:lnTo>
                    <a:pt x="942" y="649"/>
                  </a:lnTo>
                  <a:lnTo>
                    <a:pt x="649" y="649"/>
                  </a:lnTo>
                  <a:lnTo>
                    <a:pt x="691" y="691"/>
                  </a:lnTo>
                  <a:lnTo>
                    <a:pt x="796" y="691"/>
                  </a:lnTo>
                  <a:lnTo>
                    <a:pt x="838" y="754"/>
                  </a:lnTo>
                  <a:lnTo>
                    <a:pt x="817" y="796"/>
                  </a:lnTo>
                  <a:lnTo>
                    <a:pt x="859" y="796"/>
                  </a:lnTo>
                  <a:lnTo>
                    <a:pt x="733" y="963"/>
                  </a:lnTo>
                  <a:lnTo>
                    <a:pt x="963" y="942"/>
                  </a:lnTo>
                  <a:lnTo>
                    <a:pt x="963" y="1047"/>
                  </a:lnTo>
                  <a:lnTo>
                    <a:pt x="1005" y="1068"/>
                  </a:lnTo>
                  <a:lnTo>
                    <a:pt x="1131" y="1047"/>
                  </a:lnTo>
                  <a:lnTo>
                    <a:pt x="1214" y="879"/>
                  </a:lnTo>
                  <a:lnTo>
                    <a:pt x="1319" y="858"/>
                  </a:lnTo>
                  <a:lnTo>
                    <a:pt x="1465" y="775"/>
                  </a:lnTo>
                  <a:lnTo>
                    <a:pt x="1675" y="733"/>
                  </a:lnTo>
                  <a:lnTo>
                    <a:pt x="1758" y="670"/>
                  </a:lnTo>
                  <a:lnTo>
                    <a:pt x="1779" y="565"/>
                  </a:lnTo>
                  <a:lnTo>
                    <a:pt x="1695" y="482"/>
                  </a:lnTo>
                  <a:lnTo>
                    <a:pt x="1695" y="314"/>
                  </a:lnTo>
                  <a:lnTo>
                    <a:pt x="1737" y="210"/>
                  </a:lnTo>
                  <a:lnTo>
                    <a:pt x="1695" y="42"/>
                  </a:lnTo>
                  <a:lnTo>
                    <a:pt x="1570" y="0"/>
                  </a:lnTo>
                  <a:close/>
                </a:path>
              </a:pathLst>
            </a:custGeom>
            <a:solidFill>
              <a:srgbClr val="5F7D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nvGrpSpPr>
            <p:cNvPr id="6067" name="Google Shape;6067;p36"/>
            <p:cNvGrpSpPr/>
            <p:nvPr/>
          </p:nvGrpSpPr>
          <p:grpSpPr>
            <a:xfrm>
              <a:off x="3632736" y="3051591"/>
              <a:ext cx="63288" cy="45217"/>
              <a:chOff x="3450375" y="3038225"/>
              <a:chExt cx="132875" cy="99400"/>
            </a:xfrm>
          </p:grpSpPr>
          <p:sp>
            <p:nvSpPr>
              <p:cNvPr id="6068" name="Google Shape;6068;p36"/>
              <p:cNvSpPr/>
              <p:nvPr/>
            </p:nvSpPr>
            <p:spPr>
              <a:xfrm>
                <a:off x="3450375" y="3038225"/>
                <a:ext cx="46050" cy="13625"/>
              </a:xfrm>
              <a:custGeom>
                <a:rect b="b" l="l" r="r" t="t"/>
                <a:pathLst>
                  <a:path extrusionOk="0" h="545" w="1842">
                    <a:moveTo>
                      <a:pt x="942" y="0"/>
                    </a:moveTo>
                    <a:lnTo>
                      <a:pt x="795" y="63"/>
                    </a:lnTo>
                    <a:lnTo>
                      <a:pt x="586" y="230"/>
                    </a:lnTo>
                    <a:lnTo>
                      <a:pt x="481" y="230"/>
                    </a:lnTo>
                    <a:lnTo>
                      <a:pt x="418" y="251"/>
                    </a:lnTo>
                    <a:lnTo>
                      <a:pt x="167" y="251"/>
                    </a:lnTo>
                    <a:lnTo>
                      <a:pt x="188" y="335"/>
                    </a:lnTo>
                    <a:lnTo>
                      <a:pt x="314" y="419"/>
                    </a:lnTo>
                    <a:lnTo>
                      <a:pt x="439" y="377"/>
                    </a:lnTo>
                    <a:lnTo>
                      <a:pt x="439" y="377"/>
                    </a:lnTo>
                    <a:lnTo>
                      <a:pt x="377" y="460"/>
                    </a:lnTo>
                    <a:lnTo>
                      <a:pt x="209" y="460"/>
                    </a:lnTo>
                    <a:lnTo>
                      <a:pt x="105" y="314"/>
                    </a:lnTo>
                    <a:lnTo>
                      <a:pt x="0" y="419"/>
                    </a:lnTo>
                    <a:lnTo>
                      <a:pt x="63" y="481"/>
                    </a:lnTo>
                    <a:lnTo>
                      <a:pt x="63" y="544"/>
                    </a:lnTo>
                    <a:lnTo>
                      <a:pt x="105" y="481"/>
                    </a:lnTo>
                    <a:lnTo>
                      <a:pt x="481" y="481"/>
                    </a:lnTo>
                    <a:lnTo>
                      <a:pt x="586" y="356"/>
                    </a:lnTo>
                    <a:lnTo>
                      <a:pt x="691" y="335"/>
                    </a:lnTo>
                    <a:lnTo>
                      <a:pt x="816" y="251"/>
                    </a:lnTo>
                    <a:lnTo>
                      <a:pt x="900" y="272"/>
                    </a:lnTo>
                    <a:lnTo>
                      <a:pt x="921" y="314"/>
                    </a:lnTo>
                    <a:lnTo>
                      <a:pt x="1004" y="230"/>
                    </a:lnTo>
                    <a:lnTo>
                      <a:pt x="1067" y="209"/>
                    </a:lnTo>
                    <a:lnTo>
                      <a:pt x="1214" y="314"/>
                    </a:lnTo>
                    <a:lnTo>
                      <a:pt x="1318" y="314"/>
                    </a:lnTo>
                    <a:lnTo>
                      <a:pt x="1465" y="356"/>
                    </a:lnTo>
                    <a:lnTo>
                      <a:pt x="1653" y="440"/>
                    </a:lnTo>
                    <a:lnTo>
                      <a:pt x="1779" y="440"/>
                    </a:lnTo>
                    <a:lnTo>
                      <a:pt x="1841" y="356"/>
                    </a:lnTo>
                    <a:lnTo>
                      <a:pt x="1779" y="272"/>
                    </a:lnTo>
                    <a:lnTo>
                      <a:pt x="1737" y="314"/>
                    </a:lnTo>
                    <a:lnTo>
                      <a:pt x="1465" y="147"/>
                    </a:lnTo>
                    <a:lnTo>
                      <a:pt x="1360" y="147"/>
                    </a:lnTo>
                    <a:lnTo>
                      <a:pt x="1172" y="21"/>
                    </a:lnTo>
                    <a:lnTo>
                      <a:pt x="1046" y="21"/>
                    </a:lnTo>
                    <a:lnTo>
                      <a:pt x="942" y="0"/>
                    </a:lnTo>
                    <a:close/>
                  </a:path>
                </a:pathLst>
              </a:custGeom>
              <a:solidFill>
                <a:srgbClr val="5F7D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069" name="Google Shape;6069;p36"/>
              <p:cNvSpPr/>
              <p:nvPr/>
            </p:nvSpPr>
            <p:spPr>
              <a:xfrm>
                <a:off x="3481225" y="3056525"/>
                <a:ext cx="102025" cy="81100"/>
              </a:xfrm>
              <a:custGeom>
                <a:rect b="b" l="l" r="r" t="t"/>
                <a:pathLst>
                  <a:path extrusionOk="0" h="3244" w="4081">
                    <a:moveTo>
                      <a:pt x="712" y="0"/>
                    </a:moveTo>
                    <a:lnTo>
                      <a:pt x="565" y="21"/>
                    </a:lnTo>
                    <a:lnTo>
                      <a:pt x="565" y="42"/>
                    </a:lnTo>
                    <a:lnTo>
                      <a:pt x="607" y="210"/>
                    </a:lnTo>
                    <a:lnTo>
                      <a:pt x="565" y="314"/>
                    </a:lnTo>
                    <a:lnTo>
                      <a:pt x="565" y="482"/>
                    </a:lnTo>
                    <a:lnTo>
                      <a:pt x="649" y="565"/>
                    </a:lnTo>
                    <a:lnTo>
                      <a:pt x="628" y="670"/>
                    </a:lnTo>
                    <a:lnTo>
                      <a:pt x="545" y="733"/>
                    </a:lnTo>
                    <a:lnTo>
                      <a:pt x="335" y="775"/>
                    </a:lnTo>
                    <a:lnTo>
                      <a:pt x="189" y="858"/>
                    </a:lnTo>
                    <a:lnTo>
                      <a:pt x="84" y="879"/>
                    </a:lnTo>
                    <a:lnTo>
                      <a:pt x="1" y="1046"/>
                    </a:lnTo>
                    <a:lnTo>
                      <a:pt x="21" y="1005"/>
                    </a:lnTo>
                    <a:lnTo>
                      <a:pt x="105" y="1109"/>
                    </a:lnTo>
                    <a:lnTo>
                      <a:pt x="42" y="1319"/>
                    </a:lnTo>
                    <a:lnTo>
                      <a:pt x="189" y="1507"/>
                    </a:lnTo>
                    <a:lnTo>
                      <a:pt x="314" y="1528"/>
                    </a:lnTo>
                    <a:lnTo>
                      <a:pt x="398" y="1570"/>
                    </a:lnTo>
                    <a:lnTo>
                      <a:pt x="440" y="1486"/>
                    </a:lnTo>
                    <a:lnTo>
                      <a:pt x="545" y="1528"/>
                    </a:lnTo>
                    <a:lnTo>
                      <a:pt x="503" y="1570"/>
                    </a:lnTo>
                    <a:lnTo>
                      <a:pt x="503" y="1674"/>
                    </a:lnTo>
                    <a:lnTo>
                      <a:pt x="545" y="1716"/>
                    </a:lnTo>
                    <a:lnTo>
                      <a:pt x="670" y="1716"/>
                    </a:lnTo>
                    <a:lnTo>
                      <a:pt x="733" y="1904"/>
                    </a:lnTo>
                    <a:lnTo>
                      <a:pt x="879" y="1988"/>
                    </a:lnTo>
                    <a:lnTo>
                      <a:pt x="963" y="2051"/>
                    </a:lnTo>
                    <a:lnTo>
                      <a:pt x="1047" y="2030"/>
                    </a:lnTo>
                    <a:lnTo>
                      <a:pt x="1235" y="1946"/>
                    </a:lnTo>
                    <a:lnTo>
                      <a:pt x="1235" y="1884"/>
                    </a:lnTo>
                    <a:lnTo>
                      <a:pt x="1381" y="1716"/>
                    </a:lnTo>
                    <a:lnTo>
                      <a:pt x="1486" y="1632"/>
                    </a:lnTo>
                    <a:lnTo>
                      <a:pt x="1612" y="1570"/>
                    </a:lnTo>
                    <a:lnTo>
                      <a:pt x="2114" y="1570"/>
                    </a:lnTo>
                    <a:lnTo>
                      <a:pt x="2197" y="1716"/>
                    </a:lnTo>
                    <a:lnTo>
                      <a:pt x="2239" y="1821"/>
                    </a:lnTo>
                    <a:lnTo>
                      <a:pt x="2407" y="2093"/>
                    </a:lnTo>
                    <a:lnTo>
                      <a:pt x="2386" y="2156"/>
                    </a:lnTo>
                    <a:lnTo>
                      <a:pt x="2490" y="2260"/>
                    </a:lnTo>
                    <a:lnTo>
                      <a:pt x="2490" y="2365"/>
                    </a:lnTo>
                    <a:lnTo>
                      <a:pt x="2407" y="2407"/>
                    </a:lnTo>
                    <a:lnTo>
                      <a:pt x="2407" y="2511"/>
                    </a:lnTo>
                    <a:lnTo>
                      <a:pt x="2449" y="2532"/>
                    </a:lnTo>
                    <a:lnTo>
                      <a:pt x="2449" y="2574"/>
                    </a:lnTo>
                    <a:lnTo>
                      <a:pt x="2595" y="2532"/>
                    </a:lnTo>
                    <a:lnTo>
                      <a:pt x="2637" y="2532"/>
                    </a:lnTo>
                    <a:lnTo>
                      <a:pt x="2867" y="2449"/>
                    </a:lnTo>
                    <a:lnTo>
                      <a:pt x="3014" y="2511"/>
                    </a:lnTo>
                    <a:lnTo>
                      <a:pt x="3055" y="2637"/>
                    </a:lnTo>
                    <a:lnTo>
                      <a:pt x="3181" y="2721"/>
                    </a:lnTo>
                    <a:lnTo>
                      <a:pt x="3160" y="2930"/>
                    </a:lnTo>
                    <a:lnTo>
                      <a:pt x="3139" y="3055"/>
                    </a:lnTo>
                    <a:lnTo>
                      <a:pt x="3286" y="3202"/>
                    </a:lnTo>
                    <a:lnTo>
                      <a:pt x="3369" y="3202"/>
                    </a:lnTo>
                    <a:lnTo>
                      <a:pt x="3537" y="3076"/>
                    </a:lnTo>
                    <a:lnTo>
                      <a:pt x="3578" y="3076"/>
                    </a:lnTo>
                    <a:lnTo>
                      <a:pt x="3683" y="3181"/>
                    </a:lnTo>
                    <a:lnTo>
                      <a:pt x="3704" y="3244"/>
                    </a:lnTo>
                    <a:lnTo>
                      <a:pt x="3704" y="3202"/>
                    </a:lnTo>
                    <a:lnTo>
                      <a:pt x="3809" y="3181"/>
                    </a:lnTo>
                    <a:lnTo>
                      <a:pt x="3976" y="2846"/>
                    </a:lnTo>
                    <a:lnTo>
                      <a:pt x="3976" y="2721"/>
                    </a:lnTo>
                    <a:lnTo>
                      <a:pt x="3955" y="2658"/>
                    </a:lnTo>
                    <a:lnTo>
                      <a:pt x="3850" y="2553"/>
                    </a:lnTo>
                    <a:lnTo>
                      <a:pt x="3850" y="2469"/>
                    </a:lnTo>
                    <a:lnTo>
                      <a:pt x="3913" y="2428"/>
                    </a:lnTo>
                    <a:lnTo>
                      <a:pt x="3997" y="2449"/>
                    </a:lnTo>
                    <a:lnTo>
                      <a:pt x="4018" y="2365"/>
                    </a:lnTo>
                    <a:lnTo>
                      <a:pt x="3955" y="2239"/>
                    </a:lnTo>
                    <a:lnTo>
                      <a:pt x="3871" y="2218"/>
                    </a:lnTo>
                    <a:lnTo>
                      <a:pt x="3871" y="2009"/>
                    </a:lnTo>
                    <a:lnTo>
                      <a:pt x="3892" y="1925"/>
                    </a:lnTo>
                    <a:lnTo>
                      <a:pt x="3871" y="1674"/>
                    </a:lnTo>
                    <a:lnTo>
                      <a:pt x="3809" y="1612"/>
                    </a:lnTo>
                    <a:lnTo>
                      <a:pt x="3809" y="1507"/>
                    </a:lnTo>
                    <a:lnTo>
                      <a:pt x="4060" y="1423"/>
                    </a:lnTo>
                    <a:lnTo>
                      <a:pt x="4081" y="1402"/>
                    </a:lnTo>
                    <a:lnTo>
                      <a:pt x="4081" y="1319"/>
                    </a:lnTo>
                    <a:lnTo>
                      <a:pt x="4018" y="1277"/>
                    </a:lnTo>
                    <a:lnTo>
                      <a:pt x="3871" y="1256"/>
                    </a:lnTo>
                    <a:lnTo>
                      <a:pt x="3871" y="1193"/>
                    </a:lnTo>
                    <a:lnTo>
                      <a:pt x="3850" y="1109"/>
                    </a:lnTo>
                    <a:lnTo>
                      <a:pt x="3850" y="1005"/>
                    </a:lnTo>
                    <a:lnTo>
                      <a:pt x="3767" y="1005"/>
                    </a:lnTo>
                    <a:lnTo>
                      <a:pt x="3704" y="1088"/>
                    </a:lnTo>
                    <a:lnTo>
                      <a:pt x="3599" y="1109"/>
                    </a:lnTo>
                    <a:lnTo>
                      <a:pt x="3599" y="1109"/>
                    </a:lnTo>
                    <a:lnTo>
                      <a:pt x="3662" y="963"/>
                    </a:lnTo>
                    <a:lnTo>
                      <a:pt x="3767" y="796"/>
                    </a:lnTo>
                    <a:lnTo>
                      <a:pt x="3767" y="754"/>
                    </a:lnTo>
                    <a:lnTo>
                      <a:pt x="3641" y="733"/>
                    </a:lnTo>
                    <a:lnTo>
                      <a:pt x="3578" y="670"/>
                    </a:lnTo>
                    <a:lnTo>
                      <a:pt x="3599" y="524"/>
                    </a:lnTo>
                    <a:lnTo>
                      <a:pt x="3558" y="377"/>
                    </a:lnTo>
                    <a:lnTo>
                      <a:pt x="3432" y="272"/>
                    </a:lnTo>
                    <a:lnTo>
                      <a:pt x="3390" y="231"/>
                    </a:lnTo>
                    <a:lnTo>
                      <a:pt x="3286" y="252"/>
                    </a:lnTo>
                    <a:lnTo>
                      <a:pt x="3265" y="314"/>
                    </a:lnTo>
                    <a:lnTo>
                      <a:pt x="3118" y="231"/>
                    </a:lnTo>
                    <a:lnTo>
                      <a:pt x="2972" y="231"/>
                    </a:lnTo>
                    <a:lnTo>
                      <a:pt x="2867" y="377"/>
                    </a:lnTo>
                    <a:lnTo>
                      <a:pt x="2804" y="419"/>
                    </a:lnTo>
                    <a:lnTo>
                      <a:pt x="2700" y="482"/>
                    </a:lnTo>
                    <a:lnTo>
                      <a:pt x="2532" y="482"/>
                    </a:lnTo>
                    <a:lnTo>
                      <a:pt x="2407" y="377"/>
                    </a:lnTo>
                    <a:lnTo>
                      <a:pt x="2323" y="356"/>
                    </a:lnTo>
                    <a:lnTo>
                      <a:pt x="2218" y="419"/>
                    </a:lnTo>
                    <a:lnTo>
                      <a:pt x="2135" y="377"/>
                    </a:lnTo>
                    <a:lnTo>
                      <a:pt x="2135" y="272"/>
                    </a:lnTo>
                    <a:lnTo>
                      <a:pt x="2009" y="272"/>
                    </a:lnTo>
                    <a:lnTo>
                      <a:pt x="1967" y="231"/>
                    </a:lnTo>
                    <a:lnTo>
                      <a:pt x="1863" y="210"/>
                    </a:lnTo>
                    <a:lnTo>
                      <a:pt x="1758" y="272"/>
                    </a:lnTo>
                    <a:lnTo>
                      <a:pt x="1570" y="210"/>
                    </a:lnTo>
                    <a:lnTo>
                      <a:pt x="1381" y="210"/>
                    </a:lnTo>
                    <a:lnTo>
                      <a:pt x="1277" y="126"/>
                    </a:lnTo>
                    <a:lnTo>
                      <a:pt x="1047" y="21"/>
                    </a:lnTo>
                    <a:lnTo>
                      <a:pt x="712" y="0"/>
                    </a:lnTo>
                    <a:close/>
                  </a:path>
                </a:pathLst>
              </a:custGeom>
              <a:solidFill>
                <a:srgbClr val="5F7D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6070" name="Google Shape;6070;p36"/>
            <p:cNvSpPr/>
            <p:nvPr/>
          </p:nvSpPr>
          <p:spPr>
            <a:xfrm>
              <a:off x="3657897" y="3077759"/>
              <a:ext cx="19195" cy="21903"/>
            </a:xfrm>
            <a:custGeom>
              <a:rect b="b" l="l" r="r" t="t"/>
              <a:pathLst>
                <a:path extrusionOk="0" h="1926" w="1612">
                  <a:moveTo>
                    <a:pt x="733" y="1"/>
                  </a:moveTo>
                  <a:lnTo>
                    <a:pt x="607" y="63"/>
                  </a:lnTo>
                  <a:lnTo>
                    <a:pt x="502" y="147"/>
                  </a:lnTo>
                  <a:lnTo>
                    <a:pt x="356" y="315"/>
                  </a:lnTo>
                  <a:lnTo>
                    <a:pt x="356" y="377"/>
                  </a:lnTo>
                  <a:lnTo>
                    <a:pt x="168" y="461"/>
                  </a:lnTo>
                  <a:lnTo>
                    <a:pt x="84" y="482"/>
                  </a:lnTo>
                  <a:lnTo>
                    <a:pt x="42" y="587"/>
                  </a:lnTo>
                  <a:lnTo>
                    <a:pt x="0" y="670"/>
                  </a:lnTo>
                  <a:lnTo>
                    <a:pt x="105" y="733"/>
                  </a:lnTo>
                  <a:lnTo>
                    <a:pt x="42" y="880"/>
                  </a:lnTo>
                  <a:lnTo>
                    <a:pt x="63" y="963"/>
                  </a:lnTo>
                  <a:lnTo>
                    <a:pt x="168" y="984"/>
                  </a:lnTo>
                  <a:lnTo>
                    <a:pt x="251" y="1172"/>
                  </a:lnTo>
                  <a:lnTo>
                    <a:pt x="251" y="1298"/>
                  </a:lnTo>
                  <a:lnTo>
                    <a:pt x="377" y="1424"/>
                  </a:lnTo>
                  <a:lnTo>
                    <a:pt x="482" y="1382"/>
                  </a:lnTo>
                  <a:lnTo>
                    <a:pt x="482" y="1403"/>
                  </a:lnTo>
                  <a:lnTo>
                    <a:pt x="419" y="1507"/>
                  </a:lnTo>
                  <a:lnTo>
                    <a:pt x="502" y="1591"/>
                  </a:lnTo>
                  <a:lnTo>
                    <a:pt x="586" y="1675"/>
                  </a:lnTo>
                  <a:lnTo>
                    <a:pt x="565" y="1737"/>
                  </a:lnTo>
                  <a:lnTo>
                    <a:pt x="691" y="1779"/>
                  </a:lnTo>
                  <a:lnTo>
                    <a:pt x="1005" y="1926"/>
                  </a:lnTo>
                  <a:lnTo>
                    <a:pt x="1046" y="1926"/>
                  </a:lnTo>
                  <a:lnTo>
                    <a:pt x="1088" y="1842"/>
                  </a:lnTo>
                  <a:lnTo>
                    <a:pt x="1151" y="1696"/>
                  </a:lnTo>
                  <a:lnTo>
                    <a:pt x="1298" y="1633"/>
                  </a:lnTo>
                  <a:lnTo>
                    <a:pt x="1402" y="1507"/>
                  </a:lnTo>
                  <a:lnTo>
                    <a:pt x="1402" y="1403"/>
                  </a:lnTo>
                  <a:lnTo>
                    <a:pt x="1444" y="1256"/>
                  </a:lnTo>
                  <a:lnTo>
                    <a:pt x="1528" y="1214"/>
                  </a:lnTo>
                  <a:lnTo>
                    <a:pt x="1528" y="1152"/>
                  </a:lnTo>
                  <a:lnTo>
                    <a:pt x="1549" y="1005"/>
                  </a:lnTo>
                  <a:lnTo>
                    <a:pt x="1570" y="1005"/>
                  </a:lnTo>
                  <a:lnTo>
                    <a:pt x="1570" y="963"/>
                  </a:lnTo>
                  <a:lnTo>
                    <a:pt x="1528" y="942"/>
                  </a:lnTo>
                  <a:lnTo>
                    <a:pt x="1528" y="838"/>
                  </a:lnTo>
                  <a:lnTo>
                    <a:pt x="1611" y="796"/>
                  </a:lnTo>
                  <a:lnTo>
                    <a:pt x="1611" y="691"/>
                  </a:lnTo>
                  <a:lnTo>
                    <a:pt x="1507" y="587"/>
                  </a:lnTo>
                  <a:lnTo>
                    <a:pt x="1528" y="524"/>
                  </a:lnTo>
                  <a:lnTo>
                    <a:pt x="1360" y="252"/>
                  </a:lnTo>
                  <a:lnTo>
                    <a:pt x="1318" y="147"/>
                  </a:lnTo>
                  <a:lnTo>
                    <a:pt x="1235" y="1"/>
                  </a:lnTo>
                  <a:close/>
                </a:path>
              </a:pathLst>
            </a:custGeom>
            <a:solidFill>
              <a:srgbClr val="5F7D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071" name="Google Shape;6071;p36"/>
            <p:cNvSpPr/>
            <p:nvPr/>
          </p:nvSpPr>
          <p:spPr>
            <a:xfrm>
              <a:off x="3670352" y="3087756"/>
              <a:ext cx="27911" cy="28568"/>
            </a:xfrm>
            <a:custGeom>
              <a:rect b="b" l="l" r="r" t="t"/>
              <a:pathLst>
                <a:path extrusionOk="0" h="2512" w="2344">
                  <a:moveTo>
                    <a:pt x="942" y="1"/>
                  </a:moveTo>
                  <a:lnTo>
                    <a:pt x="712" y="84"/>
                  </a:lnTo>
                  <a:lnTo>
                    <a:pt x="670" y="84"/>
                  </a:lnTo>
                  <a:lnTo>
                    <a:pt x="524" y="126"/>
                  </a:lnTo>
                  <a:lnTo>
                    <a:pt x="503" y="126"/>
                  </a:lnTo>
                  <a:lnTo>
                    <a:pt x="482" y="273"/>
                  </a:lnTo>
                  <a:lnTo>
                    <a:pt x="482" y="335"/>
                  </a:lnTo>
                  <a:lnTo>
                    <a:pt x="398" y="377"/>
                  </a:lnTo>
                  <a:lnTo>
                    <a:pt x="356" y="524"/>
                  </a:lnTo>
                  <a:lnTo>
                    <a:pt x="356" y="628"/>
                  </a:lnTo>
                  <a:lnTo>
                    <a:pt x="252" y="754"/>
                  </a:lnTo>
                  <a:lnTo>
                    <a:pt x="105" y="817"/>
                  </a:lnTo>
                  <a:lnTo>
                    <a:pt x="42" y="963"/>
                  </a:lnTo>
                  <a:lnTo>
                    <a:pt x="0" y="1047"/>
                  </a:lnTo>
                  <a:lnTo>
                    <a:pt x="168" y="1047"/>
                  </a:lnTo>
                  <a:lnTo>
                    <a:pt x="252" y="1109"/>
                  </a:lnTo>
                  <a:lnTo>
                    <a:pt x="210" y="1172"/>
                  </a:lnTo>
                  <a:lnTo>
                    <a:pt x="293" y="1235"/>
                  </a:lnTo>
                  <a:lnTo>
                    <a:pt x="461" y="1444"/>
                  </a:lnTo>
                  <a:lnTo>
                    <a:pt x="524" y="1444"/>
                  </a:lnTo>
                  <a:lnTo>
                    <a:pt x="775" y="1591"/>
                  </a:lnTo>
                  <a:lnTo>
                    <a:pt x="796" y="1591"/>
                  </a:lnTo>
                  <a:lnTo>
                    <a:pt x="1130" y="1967"/>
                  </a:lnTo>
                  <a:lnTo>
                    <a:pt x="1256" y="1988"/>
                  </a:lnTo>
                  <a:lnTo>
                    <a:pt x="1716" y="2302"/>
                  </a:lnTo>
                  <a:lnTo>
                    <a:pt x="2260" y="2511"/>
                  </a:lnTo>
                  <a:lnTo>
                    <a:pt x="2260" y="2386"/>
                  </a:lnTo>
                  <a:lnTo>
                    <a:pt x="2197" y="2281"/>
                  </a:lnTo>
                  <a:lnTo>
                    <a:pt x="2260" y="2156"/>
                  </a:lnTo>
                  <a:lnTo>
                    <a:pt x="2239" y="2072"/>
                  </a:lnTo>
                  <a:lnTo>
                    <a:pt x="2260" y="1967"/>
                  </a:lnTo>
                  <a:lnTo>
                    <a:pt x="2302" y="1884"/>
                  </a:lnTo>
                  <a:lnTo>
                    <a:pt x="2260" y="1800"/>
                  </a:lnTo>
                  <a:lnTo>
                    <a:pt x="2344" y="1758"/>
                  </a:lnTo>
                  <a:lnTo>
                    <a:pt x="2302" y="1653"/>
                  </a:lnTo>
                  <a:lnTo>
                    <a:pt x="2239" y="1633"/>
                  </a:lnTo>
                  <a:lnTo>
                    <a:pt x="2156" y="1570"/>
                  </a:lnTo>
                  <a:lnTo>
                    <a:pt x="2093" y="1465"/>
                  </a:lnTo>
                  <a:lnTo>
                    <a:pt x="2030" y="1444"/>
                  </a:lnTo>
                  <a:lnTo>
                    <a:pt x="1967" y="1444"/>
                  </a:lnTo>
                  <a:lnTo>
                    <a:pt x="1884" y="1361"/>
                  </a:lnTo>
                  <a:lnTo>
                    <a:pt x="1779" y="1361"/>
                  </a:lnTo>
                  <a:lnTo>
                    <a:pt x="1758" y="1381"/>
                  </a:lnTo>
                  <a:lnTo>
                    <a:pt x="1653" y="1361"/>
                  </a:lnTo>
                  <a:lnTo>
                    <a:pt x="1633" y="1256"/>
                  </a:lnTo>
                  <a:lnTo>
                    <a:pt x="1716" y="1151"/>
                  </a:lnTo>
                  <a:lnTo>
                    <a:pt x="1821" y="942"/>
                  </a:lnTo>
                  <a:lnTo>
                    <a:pt x="1758" y="837"/>
                  </a:lnTo>
                  <a:lnTo>
                    <a:pt x="1779" y="796"/>
                  </a:lnTo>
                  <a:lnTo>
                    <a:pt x="1758" y="733"/>
                  </a:lnTo>
                  <a:lnTo>
                    <a:pt x="1653" y="628"/>
                  </a:lnTo>
                  <a:lnTo>
                    <a:pt x="1612" y="628"/>
                  </a:lnTo>
                  <a:lnTo>
                    <a:pt x="1444" y="754"/>
                  </a:lnTo>
                  <a:lnTo>
                    <a:pt x="1361" y="754"/>
                  </a:lnTo>
                  <a:lnTo>
                    <a:pt x="1214" y="607"/>
                  </a:lnTo>
                  <a:lnTo>
                    <a:pt x="1235" y="482"/>
                  </a:lnTo>
                  <a:lnTo>
                    <a:pt x="1256" y="273"/>
                  </a:lnTo>
                  <a:lnTo>
                    <a:pt x="1130" y="189"/>
                  </a:lnTo>
                  <a:lnTo>
                    <a:pt x="1089" y="63"/>
                  </a:lnTo>
                  <a:lnTo>
                    <a:pt x="942" y="1"/>
                  </a:lnTo>
                  <a:close/>
                </a:path>
              </a:pathLst>
            </a:custGeom>
            <a:solidFill>
              <a:srgbClr val="5F7D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072" name="Google Shape;6072;p36"/>
            <p:cNvSpPr/>
            <p:nvPr/>
          </p:nvSpPr>
          <p:spPr>
            <a:xfrm>
              <a:off x="3689785" y="3073722"/>
              <a:ext cx="42617" cy="42840"/>
            </a:xfrm>
            <a:custGeom>
              <a:rect b="b" l="l" r="r" t="t"/>
              <a:pathLst>
                <a:path extrusionOk="0" h="3767" w="3579">
                  <a:moveTo>
                    <a:pt x="1905" y="0"/>
                  </a:moveTo>
                  <a:lnTo>
                    <a:pt x="1821" y="63"/>
                  </a:lnTo>
                  <a:lnTo>
                    <a:pt x="1716" y="209"/>
                  </a:lnTo>
                  <a:lnTo>
                    <a:pt x="1549" y="167"/>
                  </a:lnTo>
                  <a:lnTo>
                    <a:pt x="1507" y="105"/>
                  </a:lnTo>
                  <a:lnTo>
                    <a:pt x="1549" y="63"/>
                  </a:lnTo>
                  <a:lnTo>
                    <a:pt x="1381" y="42"/>
                  </a:lnTo>
                  <a:lnTo>
                    <a:pt x="1193" y="84"/>
                  </a:lnTo>
                  <a:lnTo>
                    <a:pt x="1193" y="146"/>
                  </a:lnTo>
                  <a:lnTo>
                    <a:pt x="1151" y="167"/>
                  </a:lnTo>
                  <a:lnTo>
                    <a:pt x="921" y="167"/>
                  </a:lnTo>
                  <a:lnTo>
                    <a:pt x="775" y="84"/>
                  </a:lnTo>
                  <a:lnTo>
                    <a:pt x="712" y="84"/>
                  </a:lnTo>
                  <a:lnTo>
                    <a:pt x="503" y="209"/>
                  </a:lnTo>
                  <a:lnTo>
                    <a:pt x="252" y="293"/>
                  </a:lnTo>
                  <a:lnTo>
                    <a:pt x="252" y="398"/>
                  </a:lnTo>
                  <a:lnTo>
                    <a:pt x="314" y="460"/>
                  </a:lnTo>
                  <a:lnTo>
                    <a:pt x="335" y="711"/>
                  </a:lnTo>
                  <a:lnTo>
                    <a:pt x="314" y="795"/>
                  </a:lnTo>
                  <a:lnTo>
                    <a:pt x="314" y="1004"/>
                  </a:lnTo>
                  <a:lnTo>
                    <a:pt x="398" y="1025"/>
                  </a:lnTo>
                  <a:lnTo>
                    <a:pt x="461" y="1151"/>
                  </a:lnTo>
                  <a:lnTo>
                    <a:pt x="440" y="1235"/>
                  </a:lnTo>
                  <a:lnTo>
                    <a:pt x="356" y="1214"/>
                  </a:lnTo>
                  <a:lnTo>
                    <a:pt x="293" y="1255"/>
                  </a:lnTo>
                  <a:lnTo>
                    <a:pt x="293" y="1339"/>
                  </a:lnTo>
                  <a:lnTo>
                    <a:pt x="398" y="1444"/>
                  </a:lnTo>
                  <a:lnTo>
                    <a:pt x="419" y="1507"/>
                  </a:lnTo>
                  <a:lnTo>
                    <a:pt x="419" y="1632"/>
                  </a:lnTo>
                  <a:lnTo>
                    <a:pt x="252" y="1967"/>
                  </a:lnTo>
                  <a:lnTo>
                    <a:pt x="147" y="1988"/>
                  </a:lnTo>
                  <a:lnTo>
                    <a:pt x="147" y="2030"/>
                  </a:lnTo>
                  <a:lnTo>
                    <a:pt x="126" y="2071"/>
                  </a:lnTo>
                  <a:lnTo>
                    <a:pt x="189" y="2176"/>
                  </a:lnTo>
                  <a:lnTo>
                    <a:pt x="84" y="2385"/>
                  </a:lnTo>
                  <a:lnTo>
                    <a:pt x="1" y="2490"/>
                  </a:lnTo>
                  <a:lnTo>
                    <a:pt x="21" y="2595"/>
                  </a:lnTo>
                  <a:lnTo>
                    <a:pt x="126" y="2615"/>
                  </a:lnTo>
                  <a:lnTo>
                    <a:pt x="147" y="2595"/>
                  </a:lnTo>
                  <a:lnTo>
                    <a:pt x="252" y="2595"/>
                  </a:lnTo>
                  <a:lnTo>
                    <a:pt x="335" y="2678"/>
                  </a:lnTo>
                  <a:lnTo>
                    <a:pt x="398" y="2678"/>
                  </a:lnTo>
                  <a:lnTo>
                    <a:pt x="461" y="2699"/>
                  </a:lnTo>
                  <a:lnTo>
                    <a:pt x="524" y="2804"/>
                  </a:lnTo>
                  <a:lnTo>
                    <a:pt x="607" y="2867"/>
                  </a:lnTo>
                  <a:lnTo>
                    <a:pt x="670" y="2887"/>
                  </a:lnTo>
                  <a:lnTo>
                    <a:pt x="712" y="2992"/>
                  </a:lnTo>
                  <a:lnTo>
                    <a:pt x="628" y="3034"/>
                  </a:lnTo>
                  <a:lnTo>
                    <a:pt x="670" y="3118"/>
                  </a:lnTo>
                  <a:lnTo>
                    <a:pt x="628" y="3201"/>
                  </a:lnTo>
                  <a:lnTo>
                    <a:pt x="607" y="3306"/>
                  </a:lnTo>
                  <a:lnTo>
                    <a:pt x="628" y="3390"/>
                  </a:lnTo>
                  <a:lnTo>
                    <a:pt x="565" y="3515"/>
                  </a:lnTo>
                  <a:lnTo>
                    <a:pt x="628" y="3620"/>
                  </a:lnTo>
                  <a:lnTo>
                    <a:pt x="628" y="3745"/>
                  </a:lnTo>
                  <a:lnTo>
                    <a:pt x="712" y="3766"/>
                  </a:lnTo>
                  <a:lnTo>
                    <a:pt x="879" y="3599"/>
                  </a:lnTo>
                  <a:lnTo>
                    <a:pt x="1026" y="3599"/>
                  </a:lnTo>
                  <a:lnTo>
                    <a:pt x="1068" y="3536"/>
                  </a:lnTo>
                  <a:lnTo>
                    <a:pt x="1465" y="3390"/>
                  </a:lnTo>
                  <a:lnTo>
                    <a:pt x="1465" y="3327"/>
                  </a:lnTo>
                  <a:lnTo>
                    <a:pt x="1674" y="3306"/>
                  </a:lnTo>
                  <a:lnTo>
                    <a:pt x="2449" y="3306"/>
                  </a:lnTo>
                  <a:lnTo>
                    <a:pt x="2742" y="3201"/>
                  </a:lnTo>
                  <a:lnTo>
                    <a:pt x="3014" y="3327"/>
                  </a:lnTo>
                  <a:lnTo>
                    <a:pt x="3034" y="3201"/>
                  </a:lnTo>
                  <a:lnTo>
                    <a:pt x="3139" y="3180"/>
                  </a:lnTo>
                  <a:lnTo>
                    <a:pt x="3223" y="3306"/>
                  </a:lnTo>
                  <a:lnTo>
                    <a:pt x="3244" y="3285"/>
                  </a:lnTo>
                  <a:lnTo>
                    <a:pt x="3348" y="3285"/>
                  </a:lnTo>
                  <a:lnTo>
                    <a:pt x="3453" y="3243"/>
                  </a:lnTo>
                  <a:lnTo>
                    <a:pt x="3453" y="3097"/>
                  </a:lnTo>
                  <a:lnTo>
                    <a:pt x="3390" y="2992"/>
                  </a:lnTo>
                  <a:lnTo>
                    <a:pt x="3265" y="2971"/>
                  </a:lnTo>
                  <a:lnTo>
                    <a:pt x="3244" y="2804"/>
                  </a:lnTo>
                  <a:lnTo>
                    <a:pt x="3160" y="2595"/>
                  </a:lnTo>
                  <a:lnTo>
                    <a:pt x="3076" y="2511"/>
                  </a:lnTo>
                  <a:lnTo>
                    <a:pt x="3118" y="2469"/>
                  </a:lnTo>
                  <a:lnTo>
                    <a:pt x="3139" y="2448"/>
                  </a:lnTo>
                  <a:lnTo>
                    <a:pt x="3139" y="2176"/>
                  </a:lnTo>
                  <a:lnTo>
                    <a:pt x="3181" y="2092"/>
                  </a:lnTo>
                  <a:lnTo>
                    <a:pt x="3223" y="1967"/>
                  </a:lnTo>
                  <a:lnTo>
                    <a:pt x="3244" y="1883"/>
                  </a:lnTo>
                  <a:lnTo>
                    <a:pt x="3244" y="1758"/>
                  </a:lnTo>
                  <a:lnTo>
                    <a:pt x="3432" y="1507"/>
                  </a:lnTo>
                  <a:lnTo>
                    <a:pt x="3537" y="1423"/>
                  </a:lnTo>
                  <a:lnTo>
                    <a:pt x="3537" y="1318"/>
                  </a:lnTo>
                  <a:lnTo>
                    <a:pt x="3578" y="1193"/>
                  </a:lnTo>
                  <a:lnTo>
                    <a:pt x="3537" y="1025"/>
                  </a:lnTo>
                  <a:lnTo>
                    <a:pt x="3453" y="942"/>
                  </a:lnTo>
                  <a:lnTo>
                    <a:pt x="3453" y="879"/>
                  </a:lnTo>
                  <a:lnTo>
                    <a:pt x="3390" y="732"/>
                  </a:lnTo>
                  <a:lnTo>
                    <a:pt x="3453" y="565"/>
                  </a:lnTo>
                  <a:lnTo>
                    <a:pt x="3453" y="502"/>
                  </a:lnTo>
                  <a:lnTo>
                    <a:pt x="3327" y="502"/>
                  </a:lnTo>
                  <a:lnTo>
                    <a:pt x="3244" y="418"/>
                  </a:lnTo>
                  <a:lnTo>
                    <a:pt x="3160" y="418"/>
                  </a:lnTo>
                  <a:lnTo>
                    <a:pt x="3055" y="502"/>
                  </a:lnTo>
                  <a:lnTo>
                    <a:pt x="2930" y="523"/>
                  </a:lnTo>
                  <a:lnTo>
                    <a:pt x="2742" y="460"/>
                  </a:lnTo>
                  <a:lnTo>
                    <a:pt x="2658" y="356"/>
                  </a:lnTo>
                  <a:lnTo>
                    <a:pt x="2553" y="293"/>
                  </a:lnTo>
                  <a:lnTo>
                    <a:pt x="2449" y="293"/>
                  </a:lnTo>
                  <a:lnTo>
                    <a:pt x="2407" y="251"/>
                  </a:lnTo>
                  <a:lnTo>
                    <a:pt x="2302" y="251"/>
                  </a:lnTo>
                  <a:lnTo>
                    <a:pt x="2093" y="146"/>
                  </a:lnTo>
                  <a:lnTo>
                    <a:pt x="1926" y="0"/>
                  </a:lnTo>
                  <a:close/>
                </a:path>
              </a:pathLst>
            </a:custGeom>
            <a:solidFill>
              <a:srgbClr val="5F7D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073" name="Google Shape;6073;p36"/>
            <p:cNvSpPr/>
            <p:nvPr/>
          </p:nvSpPr>
          <p:spPr>
            <a:xfrm>
              <a:off x="3726412" y="3070151"/>
              <a:ext cx="29161" cy="43557"/>
            </a:xfrm>
            <a:custGeom>
              <a:rect b="b" l="l" r="r" t="t"/>
              <a:pathLst>
                <a:path extrusionOk="0" h="3830" w="2449">
                  <a:moveTo>
                    <a:pt x="1674" y="0"/>
                  </a:moveTo>
                  <a:lnTo>
                    <a:pt x="1549" y="63"/>
                  </a:lnTo>
                  <a:lnTo>
                    <a:pt x="1402" y="63"/>
                  </a:lnTo>
                  <a:lnTo>
                    <a:pt x="1193" y="105"/>
                  </a:lnTo>
                  <a:lnTo>
                    <a:pt x="419" y="105"/>
                  </a:lnTo>
                  <a:lnTo>
                    <a:pt x="210" y="147"/>
                  </a:lnTo>
                  <a:lnTo>
                    <a:pt x="189" y="272"/>
                  </a:lnTo>
                  <a:lnTo>
                    <a:pt x="251" y="460"/>
                  </a:lnTo>
                  <a:lnTo>
                    <a:pt x="293" y="502"/>
                  </a:lnTo>
                  <a:lnTo>
                    <a:pt x="377" y="670"/>
                  </a:lnTo>
                  <a:lnTo>
                    <a:pt x="377" y="816"/>
                  </a:lnTo>
                  <a:lnTo>
                    <a:pt x="377" y="879"/>
                  </a:lnTo>
                  <a:lnTo>
                    <a:pt x="314" y="1046"/>
                  </a:lnTo>
                  <a:lnTo>
                    <a:pt x="377" y="1193"/>
                  </a:lnTo>
                  <a:lnTo>
                    <a:pt x="377" y="1256"/>
                  </a:lnTo>
                  <a:lnTo>
                    <a:pt x="461" y="1339"/>
                  </a:lnTo>
                  <a:lnTo>
                    <a:pt x="502" y="1507"/>
                  </a:lnTo>
                  <a:lnTo>
                    <a:pt x="461" y="1632"/>
                  </a:lnTo>
                  <a:lnTo>
                    <a:pt x="461" y="1737"/>
                  </a:lnTo>
                  <a:lnTo>
                    <a:pt x="356" y="1821"/>
                  </a:lnTo>
                  <a:lnTo>
                    <a:pt x="168" y="2072"/>
                  </a:lnTo>
                  <a:lnTo>
                    <a:pt x="168" y="2197"/>
                  </a:lnTo>
                  <a:lnTo>
                    <a:pt x="147" y="2281"/>
                  </a:lnTo>
                  <a:lnTo>
                    <a:pt x="105" y="2406"/>
                  </a:lnTo>
                  <a:lnTo>
                    <a:pt x="63" y="2490"/>
                  </a:lnTo>
                  <a:lnTo>
                    <a:pt x="63" y="2762"/>
                  </a:lnTo>
                  <a:lnTo>
                    <a:pt x="42" y="2783"/>
                  </a:lnTo>
                  <a:lnTo>
                    <a:pt x="0" y="2825"/>
                  </a:lnTo>
                  <a:lnTo>
                    <a:pt x="84" y="2909"/>
                  </a:lnTo>
                  <a:lnTo>
                    <a:pt x="168" y="3118"/>
                  </a:lnTo>
                  <a:lnTo>
                    <a:pt x="189" y="3285"/>
                  </a:lnTo>
                  <a:lnTo>
                    <a:pt x="314" y="3306"/>
                  </a:lnTo>
                  <a:lnTo>
                    <a:pt x="377" y="3411"/>
                  </a:lnTo>
                  <a:lnTo>
                    <a:pt x="377" y="3557"/>
                  </a:lnTo>
                  <a:lnTo>
                    <a:pt x="272" y="3599"/>
                  </a:lnTo>
                  <a:lnTo>
                    <a:pt x="168" y="3599"/>
                  </a:lnTo>
                  <a:lnTo>
                    <a:pt x="147" y="3620"/>
                  </a:lnTo>
                  <a:lnTo>
                    <a:pt x="168" y="3662"/>
                  </a:lnTo>
                  <a:lnTo>
                    <a:pt x="482" y="3725"/>
                  </a:lnTo>
                  <a:lnTo>
                    <a:pt x="712" y="3829"/>
                  </a:lnTo>
                  <a:lnTo>
                    <a:pt x="1214" y="3599"/>
                  </a:lnTo>
                  <a:lnTo>
                    <a:pt x="1549" y="3557"/>
                  </a:lnTo>
                  <a:lnTo>
                    <a:pt x="1863" y="3306"/>
                  </a:lnTo>
                  <a:lnTo>
                    <a:pt x="2135" y="3181"/>
                  </a:lnTo>
                  <a:lnTo>
                    <a:pt x="2448" y="3118"/>
                  </a:lnTo>
                  <a:lnTo>
                    <a:pt x="2386" y="3034"/>
                  </a:lnTo>
                  <a:lnTo>
                    <a:pt x="2302" y="2971"/>
                  </a:lnTo>
                  <a:lnTo>
                    <a:pt x="2260" y="2929"/>
                  </a:lnTo>
                  <a:lnTo>
                    <a:pt x="2197" y="2804"/>
                  </a:lnTo>
                  <a:lnTo>
                    <a:pt x="2176" y="2657"/>
                  </a:lnTo>
                  <a:lnTo>
                    <a:pt x="2197" y="2490"/>
                  </a:lnTo>
                  <a:lnTo>
                    <a:pt x="2197" y="2448"/>
                  </a:lnTo>
                  <a:lnTo>
                    <a:pt x="2260" y="2302"/>
                  </a:lnTo>
                  <a:lnTo>
                    <a:pt x="2260" y="1967"/>
                  </a:lnTo>
                  <a:lnTo>
                    <a:pt x="2197" y="1883"/>
                  </a:lnTo>
                  <a:lnTo>
                    <a:pt x="2239" y="1674"/>
                  </a:lnTo>
                  <a:lnTo>
                    <a:pt x="2176" y="1611"/>
                  </a:lnTo>
                  <a:lnTo>
                    <a:pt x="2239" y="1528"/>
                  </a:lnTo>
                  <a:lnTo>
                    <a:pt x="2197" y="1423"/>
                  </a:lnTo>
                  <a:lnTo>
                    <a:pt x="2155" y="1360"/>
                  </a:lnTo>
                  <a:lnTo>
                    <a:pt x="2176" y="1297"/>
                  </a:lnTo>
                  <a:lnTo>
                    <a:pt x="2197" y="1214"/>
                  </a:lnTo>
                  <a:lnTo>
                    <a:pt x="2197" y="1004"/>
                  </a:lnTo>
                  <a:lnTo>
                    <a:pt x="2155" y="1004"/>
                  </a:lnTo>
                  <a:lnTo>
                    <a:pt x="2093" y="942"/>
                  </a:lnTo>
                  <a:lnTo>
                    <a:pt x="2093" y="732"/>
                  </a:lnTo>
                  <a:lnTo>
                    <a:pt x="2135" y="586"/>
                  </a:lnTo>
                  <a:lnTo>
                    <a:pt x="1988" y="502"/>
                  </a:lnTo>
                  <a:lnTo>
                    <a:pt x="1946" y="419"/>
                  </a:lnTo>
                  <a:lnTo>
                    <a:pt x="1821" y="293"/>
                  </a:lnTo>
                  <a:lnTo>
                    <a:pt x="1821" y="209"/>
                  </a:lnTo>
                  <a:lnTo>
                    <a:pt x="1758" y="168"/>
                  </a:lnTo>
                  <a:lnTo>
                    <a:pt x="1716" y="0"/>
                  </a:lnTo>
                  <a:close/>
                </a:path>
              </a:pathLst>
            </a:custGeom>
            <a:solidFill>
              <a:srgbClr val="5F7D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074" name="Google Shape;6074;p36"/>
            <p:cNvSpPr/>
            <p:nvPr/>
          </p:nvSpPr>
          <p:spPr>
            <a:xfrm>
              <a:off x="3746846" y="3070151"/>
              <a:ext cx="13956" cy="35459"/>
            </a:xfrm>
            <a:custGeom>
              <a:rect b="b" l="l" r="r" t="t"/>
              <a:pathLst>
                <a:path extrusionOk="0" h="3118" w="1172">
                  <a:moveTo>
                    <a:pt x="0" y="0"/>
                  </a:moveTo>
                  <a:lnTo>
                    <a:pt x="42" y="168"/>
                  </a:lnTo>
                  <a:lnTo>
                    <a:pt x="105" y="209"/>
                  </a:lnTo>
                  <a:lnTo>
                    <a:pt x="105" y="293"/>
                  </a:lnTo>
                  <a:lnTo>
                    <a:pt x="230" y="419"/>
                  </a:lnTo>
                  <a:lnTo>
                    <a:pt x="272" y="502"/>
                  </a:lnTo>
                  <a:lnTo>
                    <a:pt x="419" y="586"/>
                  </a:lnTo>
                  <a:lnTo>
                    <a:pt x="377" y="732"/>
                  </a:lnTo>
                  <a:lnTo>
                    <a:pt x="377" y="942"/>
                  </a:lnTo>
                  <a:lnTo>
                    <a:pt x="439" y="1004"/>
                  </a:lnTo>
                  <a:lnTo>
                    <a:pt x="481" y="1004"/>
                  </a:lnTo>
                  <a:lnTo>
                    <a:pt x="481" y="1214"/>
                  </a:lnTo>
                  <a:lnTo>
                    <a:pt x="460" y="1297"/>
                  </a:lnTo>
                  <a:lnTo>
                    <a:pt x="439" y="1360"/>
                  </a:lnTo>
                  <a:lnTo>
                    <a:pt x="481" y="1423"/>
                  </a:lnTo>
                  <a:lnTo>
                    <a:pt x="523" y="1528"/>
                  </a:lnTo>
                  <a:lnTo>
                    <a:pt x="460" y="1611"/>
                  </a:lnTo>
                  <a:lnTo>
                    <a:pt x="523" y="1674"/>
                  </a:lnTo>
                  <a:lnTo>
                    <a:pt x="481" y="1883"/>
                  </a:lnTo>
                  <a:lnTo>
                    <a:pt x="544" y="1967"/>
                  </a:lnTo>
                  <a:lnTo>
                    <a:pt x="544" y="2302"/>
                  </a:lnTo>
                  <a:lnTo>
                    <a:pt x="481" y="2448"/>
                  </a:lnTo>
                  <a:lnTo>
                    <a:pt x="481" y="2490"/>
                  </a:lnTo>
                  <a:lnTo>
                    <a:pt x="460" y="2657"/>
                  </a:lnTo>
                  <a:lnTo>
                    <a:pt x="481" y="2804"/>
                  </a:lnTo>
                  <a:lnTo>
                    <a:pt x="544" y="2929"/>
                  </a:lnTo>
                  <a:lnTo>
                    <a:pt x="586" y="2971"/>
                  </a:lnTo>
                  <a:lnTo>
                    <a:pt x="670" y="3034"/>
                  </a:lnTo>
                  <a:lnTo>
                    <a:pt x="732" y="3118"/>
                  </a:lnTo>
                  <a:lnTo>
                    <a:pt x="774" y="3118"/>
                  </a:lnTo>
                  <a:lnTo>
                    <a:pt x="1088" y="2929"/>
                  </a:lnTo>
                  <a:lnTo>
                    <a:pt x="1151" y="2929"/>
                  </a:lnTo>
                  <a:lnTo>
                    <a:pt x="1172" y="2825"/>
                  </a:lnTo>
                  <a:lnTo>
                    <a:pt x="1088" y="2699"/>
                  </a:lnTo>
                  <a:lnTo>
                    <a:pt x="1088" y="2553"/>
                  </a:lnTo>
                  <a:lnTo>
                    <a:pt x="1046" y="2385"/>
                  </a:lnTo>
                  <a:lnTo>
                    <a:pt x="1067" y="1716"/>
                  </a:lnTo>
                  <a:lnTo>
                    <a:pt x="1067" y="1611"/>
                  </a:lnTo>
                  <a:lnTo>
                    <a:pt x="1109" y="1528"/>
                  </a:lnTo>
                  <a:lnTo>
                    <a:pt x="1109" y="1402"/>
                  </a:lnTo>
                  <a:lnTo>
                    <a:pt x="1088" y="1297"/>
                  </a:lnTo>
                  <a:lnTo>
                    <a:pt x="1088" y="1130"/>
                  </a:lnTo>
                  <a:lnTo>
                    <a:pt x="1046" y="900"/>
                  </a:lnTo>
                  <a:lnTo>
                    <a:pt x="900" y="586"/>
                  </a:lnTo>
                  <a:lnTo>
                    <a:pt x="858" y="565"/>
                  </a:lnTo>
                  <a:lnTo>
                    <a:pt x="774" y="481"/>
                  </a:lnTo>
                  <a:lnTo>
                    <a:pt x="649" y="398"/>
                  </a:lnTo>
                  <a:lnTo>
                    <a:pt x="628" y="209"/>
                  </a:lnTo>
                  <a:lnTo>
                    <a:pt x="649" y="168"/>
                  </a:lnTo>
                  <a:lnTo>
                    <a:pt x="42" y="0"/>
                  </a:lnTo>
                  <a:close/>
                </a:path>
              </a:pathLst>
            </a:custGeom>
            <a:solidFill>
              <a:srgbClr val="5F7D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075" name="Google Shape;6075;p36"/>
            <p:cNvSpPr/>
            <p:nvPr/>
          </p:nvSpPr>
          <p:spPr>
            <a:xfrm>
              <a:off x="3754312" y="3061110"/>
              <a:ext cx="21445" cy="42840"/>
            </a:xfrm>
            <a:custGeom>
              <a:rect b="b" l="l" r="r" t="t"/>
              <a:pathLst>
                <a:path extrusionOk="0" h="3767" w="1801">
                  <a:moveTo>
                    <a:pt x="1047" y="0"/>
                  </a:moveTo>
                  <a:lnTo>
                    <a:pt x="984" y="105"/>
                  </a:lnTo>
                  <a:lnTo>
                    <a:pt x="1005" y="147"/>
                  </a:lnTo>
                  <a:lnTo>
                    <a:pt x="900" y="209"/>
                  </a:lnTo>
                  <a:lnTo>
                    <a:pt x="838" y="209"/>
                  </a:lnTo>
                  <a:lnTo>
                    <a:pt x="838" y="272"/>
                  </a:lnTo>
                  <a:lnTo>
                    <a:pt x="691" y="439"/>
                  </a:lnTo>
                  <a:lnTo>
                    <a:pt x="628" y="439"/>
                  </a:lnTo>
                  <a:lnTo>
                    <a:pt x="440" y="544"/>
                  </a:lnTo>
                  <a:lnTo>
                    <a:pt x="356" y="523"/>
                  </a:lnTo>
                  <a:lnTo>
                    <a:pt x="252" y="565"/>
                  </a:lnTo>
                  <a:lnTo>
                    <a:pt x="252" y="670"/>
                  </a:lnTo>
                  <a:lnTo>
                    <a:pt x="168" y="753"/>
                  </a:lnTo>
                  <a:lnTo>
                    <a:pt x="168" y="858"/>
                  </a:lnTo>
                  <a:lnTo>
                    <a:pt x="43" y="900"/>
                  </a:lnTo>
                  <a:lnTo>
                    <a:pt x="22" y="963"/>
                  </a:lnTo>
                  <a:lnTo>
                    <a:pt x="1" y="1004"/>
                  </a:lnTo>
                  <a:lnTo>
                    <a:pt x="22" y="1193"/>
                  </a:lnTo>
                  <a:lnTo>
                    <a:pt x="147" y="1276"/>
                  </a:lnTo>
                  <a:lnTo>
                    <a:pt x="231" y="1360"/>
                  </a:lnTo>
                  <a:lnTo>
                    <a:pt x="273" y="1381"/>
                  </a:lnTo>
                  <a:lnTo>
                    <a:pt x="419" y="1695"/>
                  </a:lnTo>
                  <a:lnTo>
                    <a:pt x="461" y="1925"/>
                  </a:lnTo>
                  <a:lnTo>
                    <a:pt x="461" y="2092"/>
                  </a:lnTo>
                  <a:lnTo>
                    <a:pt x="482" y="2197"/>
                  </a:lnTo>
                  <a:lnTo>
                    <a:pt x="482" y="2323"/>
                  </a:lnTo>
                  <a:lnTo>
                    <a:pt x="440" y="2406"/>
                  </a:lnTo>
                  <a:lnTo>
                    <a:pt x="440" y="2511"/>
                  </a:lnTo>
                  <a:lnTo>
                    <a:pt x="419" y="3180"/>
                  </a:lnTo>
                  <a:lnTo>
                    <a:pt x="461" y="3348"/>
                  </a:lnTo>
                  <a:lnTo>
                    <a:pt x="461" y="3494"/>
                  </a:lnTo>
                  <a:lnTo>
                    <a:pt x="545" y="3620"/>
                  </a:lnTo>
                  <a:lnTo>
                    <a:pt x="524" y="3724"/>
                  </a:lnTo>
                  <a:lnTo>
                    <a:pt x="733" y="3766"/>
                  </a:lnTo>
                  <a:lnTo>
                    <a:pt x="1110" y="3620"/>
                  </a:lnTo>
                  <a:lnTo>
                    <a:pt x="1152" y="3620"/>
                  </a:lnTo>
                  <a:lnTo>
                    <a:pt x="1110" y="3515"/>
                  </a:lnTo>
                  <a:lnTo>
                    <a:pt x="1152" y="3243"/>
                  </a:lnTo>
                  <a:lnTo>
                    <a:pt x="1110" y="3139"/>
                  </a:lnTo>
                  <a:lnTo>
                    <a:pt x="1152" y="3055"/>
                  </a:lnTo>
                  <a:lnTo>
                    <a:pt x="1110" y="2825"/>
                  </a:lnTo>
                  <a:lnTo>
                    <a:pt x="1110" y="2720"/>
                  </a:lnTo>
                  <a:lnTo>
                    <a:pt x="1110" y="2657"/>
                  </a:lnTo>
                  <a:lnTo>
                    <a:pt x="1089" y="2616"/>
                  </a:lnTo>
                  <a:lnTo>
                    <a:pt x="1110" y="2553"/>
                  </a:lnTo>
                  <a:lnTo>
                    <a:pt x="1089" y="2469"/>
                  </a:lnTo>
                  <a:lnTo>
                    <a:pt x="1089" y="2427"/>
                  </a:lnTo>
                  <a:lnTo>
                    <a:pt x="1089" y="2302"/>
                  </a:lnTo>
                  <a:lnTo>
                    <a:pt x="1110" y="2218"/>
                  </a:lnTo>
                  <a:lnTo>
                    <a:pt x="1110" y="2113"/>
                  </a:lnTo>
                  <a:lnTo>
                    <a:pt x="1152" y="2051"/>
                  </a:lnTo>
                  <a:lnTo>
                    <a:pt x="1256" y="2009"/>
                  </a:lnTo>
                  <a:lnTo>
                    <a:pt x="1298" y="2009"/>
                  </a:lnTo>
                  <a:lnTo>
                    <a:pt x="1361" y="1946"/>
                  </a:lnTo>
                  <a:lnTo>
                    <a:pt x="1403" y="1841"/>
                  </a:lnTo>
                  <a:lnTo>
                    <a:pt x="1486" y="1716"/>
                  </a:lnTo>
                  <a:lnTo>
                    <a:pt x="1528" y="1611"/>
                  </a:lnTo>
                  <a:lnTo>
                    <a:pt x="1612" y="1569"/>
                  </a:lnTo>
                  <a:lnTo>
                    <a:pt x="1696" y="1569"/>
                  </a:lnTo>
                  <a:lnTo>
                    <a:pt x="1716" y="1507"/>
                  </a:lnTo>
                  <a:lnTo>
                    <a:pt x="1591" y="1381"/>
                  </a:lnTo>
                  <a:lnTo>
                    <a:pt x="1591" y="1318"/>
                  </a:lnTo>
                  <a:lnTo>
                    <a:pt x="1633" y="1255"/>
                  </a:lnTo>
                  <a:lnTo>
                    <a:pt x="1779" y="1255"/>
                  </a:lnTo>
                  <a:lnTo>
                    <a:pt x="1800" y="1172"/>
                  </a:lnTo>
                  <a:lnTo>
                    <a:pt x="1737" y="963"/>
                  </a:lnTo>
                  <a:lnTo>
                    <a:pt x="1716" y="837"/>
                  </a:lnTo>
                  <a:lnTo>
                    <a:pt x="1570" y="691"/>
                  </a:lnTo>
                  <a:lnTo>
                    <a:pt x="1528" y="628"/>
                  </a:lnTo>
                  <a:lnTo>
                    <a:pt x="1570" y="481"/>
                  </a:lnTo>
                  <a:lnTo>
                    <a:pt x="1591" y="481"/>
                  </a:lnTo>
                  <a:lnTo>
                    <a:pt x="1465" y="314"/>
                  </a:lnTo>
                  <a:lnTo>
                    <a:pt x="1319" y="272"/>
                  </a:lnTo>
                  <a:lnTo>
                    <a:pt x="1214" y="147"/>
                  </a:lnTo>
                  <a:lnTo>
                    <a:pt x="1047" y="0"/>
                  </a:lnTo>
                  <a:close/>
                </a:path>
              </a:pathLst>
            </a:custGeom>
            <a:solidFill>
              <a:srgbClr val="5F7D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076" name="Google Shape;6076;p36"/>
            <p:cNvSpPr/>
            <p:nvPr/>
          </p:nvSpPr>
          <p:spPr>
            <a:xfrm>
              <a:off x="3838283" y="2987337"/>
              <a:ext cx="71755" cy="108994"/>
            </a:xfrm>
            <a:custGeom>
              <a:rect b="b" l="l" r="r" t="t"/>
              <a:pathLst>
                <a:path extrusionOk="0" h="9584" w="6026">
                  <a:moveTo>
                    <a:pt x="1318" y="1"/>
                  </a:moveTo>
                  <a:lnTo>
                    <a:pt x="690" y="252"/>
                  </a:lnTo>
                  <a:lnTo>
                    <a:pt x="732" y="336"/>
                  </a:lnTo>
                  <a:lnTo>
                    <a:pt x="1025" y="1110"/>
                  </a:lnTo>
                  <a:lnTo>
                    <a:pt x="1004" y="1277"/>
                  </a:lnTo>
                  <a:lnTo>
                    <a:pt x="962" y="1361"/>
                  </a:lnTo>
                  <a:lnTo>
                    <a:pt x="1360" y="1821"/>
                  </a:lnTo>
                  <a:lnTo>
                    <a:pt x="1339" y="2030"/>
                  </a:lnTo>
                  <a:lnTo>
                    <a:pt x="1255" y="2114"/>
                  </a:lnTo>
                  <a:lnTo>
                    <a:pt x="1109" y="3202"/>
                  </a:lnTo>
                  <a:lnTo>
                    <a:pt x="1130" y="4039"/>
                  </a:lnTo>
                  <a:lnTo>
                    <a:pt x="167" y="5022"/>
                  </a:lnTo>
                  <a:lnTo>
                    <a:pt x="126" y="5085"/>
                  </a:lnTo>
                  <a:lnTo>
                    <a:pt x="0" y="5085"/>
                  </a:lnTo>
                  <a:lnTo>
                    <a:pt x="0" y="5169"/>
                  </a:lnTo>
                  <a:lnTo>
                    <a:pt x="21" y="5901"/>
                  </a:lnTo>
                  <a:lnTo>
                    <a:pt x="105" y="5922"/>
                  </a:lnTo>
                  <a:lnTo>
                    <a:pt x="272" y="6131"/>
                  </a:lnTo>
                  <a:lnTo>
                    <a:pt x="335" y="6278"/>
                  </a:lnTo>
                  <a:lnTo>
                    <a:pt x="628" y="6424"/>
                  </a:lnTo>
                  <a:lnTo>
                    <a:pt x="753" y="6529"/>
                  </a:lnTo>
                  <a:lnTo>
                    <a:pt x="795" y="6717"/>
                  </a:lnTo>
                  <a:lnTo>
                    <a:pt x="837" y="6759"/>
                  </a:lnTo>
                  <a:lnTo>
                    <a:pt x="858" y="6864"/>
                  </a:lnTo>
                  <a:lnTo>
                    <a:pt x="942" y="7031"/>
                  </a:lnTo>
                  <a:lnTo>
                    <a:pt x="942" y="7115"/>
                  </a:lnTo>
                  <a:lnTo>
                    <a:pt x="921" y="7157"/>
                  </a:lnTo>
                  <a:lnTo>
                    <a:pt x="900" y="7219"/>
                  </a:lnTo>
                  <a:lnTo>
                    <a:pt x="962" y="7282"/>
                  </a:lnTo>
                  <a:lnTo>
                    <a:pt x="921" y="7429"/>
                  </a:lnTo>
                  <a:lnTo>
                    <a:pt x="837" y="7491"/>
                  </a:lnTo>
                  <a:lnTo>
                    <a:pt x="858" y="7596"/>
                  </a:lnTo>
                  <a:lnTo>
                    <a:pt x="962" y="7763"/>
                  </a:lnTo>
                  <a:lnTo>
                    <a:pt x="1046" y="7805"/>
                  </a:lnTo>
                  <a:lnTo>
                    <a:pt x="1067" y="7910"/>
                  </a:lnTo>
                  <a:lnTo>
                    <a:pt x="1234" y="8056"/>
                  </a:lnTo>
                  <a:lnTo>
                    <a:pt x="1276" y="8077"/>
                  </a:lnTo>
                  <a:lnTo>
                    <a:pt x="1234" y="8119"/>
                  </a:lnTo>
                  <a:lnTo>
                    <a:pt x="1151" y="8098"/>
                  </a:lnTo>
                  <a:lnTo>
                    <a:pt x="1067" y="8077"/>
                  </a:lnTo>
                  <a:lnTo>
                    <a:pt x="942" y="8056"/>
                  </a:lnTo>
                  <a:lnTo>
                    <a:pt x="900" y="8077"/>
                  </a:lnTo>
                  <a:lnTo>
                    <a:pt x="795" y="8056"/>
                  </a:lnTo>
                  <a:lnTo>
                    <a:pt x="690" y="8077"/>
                  </a:lnTo>
                  <a:lnTo>
                    <a:pt x="628" y="8056"/>
                  </a:lnTo>
                  <a:lnTo>
                    <a:pt x="439" y="8056"/>
                  </a:lnTo>
                  <a:lnTo>
                    <a:pt x="439" y="8161"/>
                  </a:lnTo>
                  <a:lnTo>
                    <a:pt x="418" y="8203"/>
                  </a:lnTo>
                  <a:lnTo>
                    <a:pt x="418" y="8307"/>
                  </a:lnTo>
                  <a:lnTo>
                    <a:pt x="418" y="8370"/>
                  </a:lnTo>
                  <a:lnTo>
                    <a:pt x="502" y="8412"/>
                  </a:lnTo>
                  <a:lnTo>
                    <a:pt x="502" y="8496"/>
                  </a:lnTo>
                  <a:lnTo>
                    <a:pt x="607" y="8517"/>
                  </a:lnTo>
                  <a:lnTo>
                    <a:pt x="816" y="8705"/>
                  </a:lnTo>
                  <a:lnTo>
                    <a:pt x="1025" y="8914"/>
                  </a:lnTo>
                  <a:lnTo>
                    <a:pt x="1109" y="8998"/>
                  </a:lnTo>
                  <a:lnTo>
                    <a:pt x="1214" y="9144"/>
                  </a:lnTo>
                  <a:lnTo>
                    <a:pt x="1276" y="9312"/>
                  </a:lnTo>
                  <a:lnTo>
                    <a:pt x="1318" y="9416"/>
                  </a:lnTo>
                  <a:lnTo>
                    <a:pt x="1360" y="9458"/>
                  </a:lnTo>
                  <a:lnTo>
                    <a:pt x="1381" y="9584"/>
                  </a:lnTo>
                  <a:lnTo>
                    <a:pt x="1486" y="9584"/>
                  </a:lnTo>
                  <a:lnTo>
                    <a:pt x="1590" y="9563"/>
                  </a:lnTo>
                  <a:lnTo>
                    <a:pt x="1758" y="9563"/>
                  </a:lnTo>
                  <a:lnTo>
                    <a:pt x="1799" y="9437"/>
                  </a:lnTo>
                  <a:lnTo>
                    <a:pt x="1799" y="9312"/>
                  </a:lnTo>
                  <a:lnTo>
                    <a:pt x="1883" y="9249"/>
                  </a:lnTo>
                  <a:lnTo>
                    <a:pt x="1946" y="9312"/>
                  </a:lnTo>
                  <a:lnTo>
                    <a:pt x="1988" y="9437"/>
                  </a:lnTo>
                  <a:lnTo>
                    <a:pt x="2051" y="9479"/>
                  </a:lnTo>
                  <a:lnTo>
                    <a:pt x="2155" y="9458"/>
                  </a:lnTo>
                  <a:lnTo>
                    <a:pt x="2281" y="9354"/>
                  </a:lnTo>
                  <a:lnTo>
                    <a:pt x="2469" y="9312"/>
                  </a:lnTo>
                  <a:lnTo>
                    <a:pt x="2595" y="9207"/>
                  </a:lnTo>
                  <a:lnTo>
                    <a:pt x="2929" y="9123"/>
                  </a:lnTo>
                  <a:lnTo>
                    <a:pt x="3097" y="9123"/>
                  </a:lnTo>
                  <a:lnTo>
                    <a:pt x="3159" y="9019"/>
                  </a:lnTo>
                  <a:lnTo>
                    <a:pt x="3327" y="8914"/>
                  </a:lnTo>
                  <a:lnTo>
                    <a:pt x="3306" y="8831"/>
                  </a:lnTo>
                  <a:lnTo>
                    <a:pt x="3243" y="8831"/>
                  </a:lnTo>
                  <a:lnTo>
                    <a:pt x="3139" y="8726"/>
                  </a:lnTo>
                  <a:lnTo>
                    <a:pt x="3159" y="8621"/>
                  </a:lnTo>
                  <a:lnTo>
                    <a:pt x="3243" y="8579"/>
                  </a:lnTo>
                  <a:lnTo>
                    <a:pt x="3327" y="8600"/>
                  </a:lnTo>
                  <a:lnTo>
                    <a:pt x="3452" y="8579"/>
                  </a:lnTo>
                  <a:lnTo>
                    <a:pt x="3557" y="8621"/>
                  </a:lnTo>
                  <a:lnTo>
                    <a:pt x="3683" y="8642"/>
                  </a:lnTo>
                  <a:lnTo>
                    <a:pt x="3850" y="8621"/>
                  </a:lnTo>
                  <a:lnTo>
                    <a:pt x="4080" y="8600"/>
                  </a:lnTo>
                  <a:lnTo>
                    <a:pt x="4185" y="8517"/>
                  </a:lnTo>
                  <a:lnTo>
                    <a:pt x="4289" y="8475"/>
                  </a:lnTo>
                  <a:lnTo>
                    <a:pt x="4310" y="8370"/>
                  </a:lnTo>
                  <a:lnTo>
                    <a:pt x="4289" y="8286"/>
                  </a:lnTo>
                  <a:lnTo>
                    <a:pt x="4310" y="8182"/>
                  </a:lnTo>
                  <a:lnTo>
                    <a:pt x="4394" y="8119"/>
                  </a:lnTo>
                  <a:lnTo>
                    <a:pt x="4394" y="8056"/>
                  </a:lnTo>
                  <a:lnTo>
                    <a:pt x="4478" y="7952"/>
                  </a:lnTo>
                  <a:lnTo>
                    <a:pt x="4520" y="7973"/>
                  </a:lnTo>
                  <a:lnTo>
                    <a:pt x="4582" y="7973"/>
                  </a:lnTo>
                  <a:lnTo>
                    <a:pt x="4687" y="7805"/>
                  </a:lnTo>
                  <a:lnTo>
                    <a:pt x="4771" y="7784"/>
                  </a:lnTo>
                  <a:lnTo>
                    <a:pt x="4729" y="7701"/>
                  </a:lnTo>
                  <a:lnTo>
                    <a:pt x="4771" y="7638"/>
                  </a:lnTo>
                  <a:lnTo>
                    <a:pt x="4917" y="7554"/>
                  </a:lnTo>
                  <a:lnTo>
                    <a:pt x="5022" y="7470"/>
                  </a:lnTo>
                  <a:lnTo>
                    <a:pt x="5147" y="7470"/>
                  </a:lnTo>
                  <a:lnTo>
                    <a:pt x="5231" y="7533"/>
                  </a:lnTo>
                  <a:lnTo>
                    <a:pt x="5356" y="7450"/>
                  </a:lnTo>
                  <a:lnTo>
                    <a:pt x="5398" y="7387"/>
                  </a:lnTo>
                  <a:lnTo>
                    <a:pt x="5419" y="7366"/>
                  </a:lnTo>
                  <a:lnTo>
                    <a:pt x="5419" y="7282"/>
                  </a:lnTo>
                  <a:lnTo>
                    <a:pt x="5461" y="7219"/>
                  </a:lnTo>
                  <a:lnTo>
                    <a:pt x="5419" y="7136"/>
                  </a:lnTo>
                  <a:lnTo>
                    <a:pt x="5189" y="7052"/>
                  </a:lnTo>
                  <a:lnTo>
                    <a:pt x="5147" y="6947"/>
                  </a:lnTo>
                  <a:lnTo>
                    <a:pt x="5147" y="6822"/>
                  </a:lnTo>
                  <a:lnTo>
                    <a:pt x="5105" y="6717"/>
                  </a:lnTo>
                  <a:lnTo>
                    <a:pt x="5147" y="6634"/>
                  </a:lnTo>
                  <a:lnTo>
                    <a:pt x="5084" y="6592"/>
                  </a:lnTo>
                  <a:lnTo>
                    <a:pt x="5126" y="6529"/>
                  </a:lnTo>
                  <a:lnTo>
                    <a:pt x="5126" y="6445"/>
                  </a:lnTo>
                  <a:lnTo>
                    <a:pt x="5084" y="6424"/>
                  </a:lnTo>
                  <a:lnTo>
                    <a:pt x="4938" y="6529"/>
                  </a:lnTo>
                  <a:lnTo>
                    <a:pt x="4875" y="6445"/>
                  </a:lnTo>
                  <a:lnTo>
                    <a:pt x="4875" y="6320"/>
                  </a:lnTo>
                  <a:lnTo>
                    <a:pt x="5043" y="6131"/>
                  </a:lnTo>
                  <a:lnTo>
                    <a:pt x="5105" y="6027"/>
                  </a:lnTo>
                  <a:lnTo>
                    <a:pt x="5084" y="5922"/>
                  </a:lnTo>
                  <a:lnTo>
                    <a:pt x="4980" y="5880"/>
                  </a:lnTo>
                  <a:lnTo>
                    <a:pt x="5001" y="5797"/>
                  </a:lnTo>
                  <a:lnTo>
                    <a:pt x="5126" y="5713"/>
                  </a:lnTo>
                  <a:lnTo>
                    <a:pt x="5189" y="5587"/>
                  </a:lnTo>
                  <a:lnTo>
                    <a:pt x="5126" y="5545"/>
                  </a:lnTo>
                  <a:lnTo>
                    <a:pt x="5105" y="5441"/>
                  </a:lnTo>
                  <a:lnTo>
                    <a:pt x="5210" y="5357"/>
                  </a:lnTo>
                  <a:lnTo>
                    <a:pt x="5252" y="5357"/>
                  </a:lnTo>
                  <a:lnTo>
                    <a:pt x="5461" y="5085"/>
                  </a:lnTo>
                  <a:lnTo>
                    <a:pt x="5524" y="4960"/>
                  </a:lnTo>
                  <a:lnTo>
                    <a:pt x="5461" y="4876"/>
                  </a:lnTo>
                  <a:lnTo>
                    <a:pt x="5461" y="4750"/>
                  </a:lnTo>
                  <a:lnTo>
                    <a:pt x="5566" y="4667"/>
                  </a:lnTo>
                  <a:lnTo>
                    <a:pt x="5712" y="4667"/>
                  </a:lnTo>
                  <a:lnTo>
                    <a:pt x="5817" y="4729"/>
                  </a:lnTo>
                  <a:lnTo>
                    <a:pt x="5921" y="4646"/>
                  </a:lnTo>
                  <a:lnTo>
                    <a:pt x="6026" y="4625"/>
                  </a:lnTo>
                  <a:lnTo>
                    <a:pt x="5963" y="2344"/>
                  </a:lnTo>
                  <a:lnTo>
                    <a:pt x="1318" y="1"/>
                  </a:lnTo>
                  <a:close/>
                </a:path>
              </a:pathLst>
            </a:custGeom>
            <a:solidFill>
              <a:srgbClr val="5F7D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077" name="Google Shape;6077;p36"/>
            <p:cNvSpPr/>
            <p:nvPr/>
          </p:nvSpPr>
          <p:spPr>
            <a:xfrm>
              <a:off x="3829555" y="3057778"/>
              <a:ext cx="2251" cy="1194"/>
            </a:xfrm>
            <a:custGeom>
              <a:rect b="b" l="l" r="r" t="t"/>
              <a:pathLst>
                <a:path extrusionOk="0" h="105" w="189">
                  <a:moveTo>
                    <a:pt x="189" y="0"/>
                  </a:moveTo>
                  <a:lnTo>
                    <a:pt x="1" y="42"/>
                  </a:lnTo>
                  <a:lnTo>
                    <a:pt x="63" y="105"/>
                  </a:lnTo>
                  <a:lnTo>
                    <a:pt x="168" y="84"/>
                  </a:lnTo>
                  <a:lnTo>
                    <a:pt x="189" y="0"/>
                  </a:lnTo>
                  <a:close/>
                </a:path>
              </a:pathLst>
            </a:custGeom>
            <a:solidFill>
              <a:srgbClr val="5F7D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078" name="Google Shape;6078;p36"/>
            <p:cNvSpPr/>
            <p:nvPr/>
          </p:nvSpPr>
          <p:spPr>
            <a:xfrm>
              <a:off x="3749584" y="2988770"/>
              <a:ext cx="104905" cy="77822"/>
            </a:xfrm>
            <a:custGeom>
              <a:rect b="b" l="l" r="r" t="t"/>
              <a:pathLst>
                <a:path extrusionOk="0" h="6843" w="8810">
                  <a:moveTo>
                    <a:pt x="6507" y="0"/>
                  </a:moveTo>
                  <a:lnTo>
                    <a:pt x="3913" y="1590"/>
                  </a:lnTo>
                  <a:lnTo>
                    <a:pt x="3181" y="2239"/>
                  </a:lnTo>
                  <a:lnTo>
                    <a:pt x="2323" y="2448"/>
                  </a:lnTo>
                  <a:lnTo>
                    <a:pt x="2302" y="3578"/>
                  </a:lnTo>
                  <a:lnTo>
                    <a:pt x="2239" y="4080"/>
                  </a:lnTo>
                  <a:lnTo>
                    <a:pt x="2176" y="4164"/>
                  </a:lnTo>
                  <a:lnTo>
                    <a:pt x="2134" y="4331"/>
                  </a:lnTo>
                  <a:lnTo>
                    <a:pt x="2093" y="4478"/>
                  </a:lnTo>
                  <a:lnTo>
                    <a:pt x="1800" y="4624"/>
                  </a:lnTo>
                  <a:lnTo>
                    <a:pt x="1653" y="4729"/>
                  </a:lnTo>
                  <a:lnTo>
                    <a:pt x="1465" y="4729"/>
                  </a:lnTo>
                  <a:lnTo>
                    <a:pt x="1297" y="4834"/>
                  </a:lnTo>
                  <a:lnTo>
                    <a:pt x="942" y="4834"/>
                  </a:lnTo>
                  <a:lnTo>
                    <a:pt x="774" y="4917"/>
                  </a:lnTo>
                  <a:lnTo>
                    <a:pt x="649" y="4917"/>
                  </a:lnTo>
                  <a:lnTo>
                    <a:pt x="251" y="4938"/>
                  </a:lnTo>
                  <a:lnTo>
                    <a:pt x="126" y="4917"/>
                  </a:lnTo>
                  <a:lnTo>
                    <a:pt x="84" y="5001"/>
                  </a:lnTo>
                  <a:lnTo>
                    <a:pt x="84" y="5147"/>
                  </a:lnTo>
                  <a:lnTo>
                    <a:pt x="0" y="5252"/>
                  </a:lnTo>
                  <a:lnTo>
                    <a:pt x="0" y="5440"/>
                  </a:lnTo>
                  <a:lnTo>
                    <a:pt x="544" y="5796"/>
                  </a:lnTo>
                  <a:lnTo>
                    <a:pt x="544" y="6047"/>
                  </a:lnTo>
                  <a:lnTo>
                    <a:pt x="753" y="6173"/>
                  </a:lnTo>
                  <a:lnTo>
                    <a:pt x="984" y="6047"/>
                  </a:lnTo>
                  <a:lnTo>
                    <a:pt x="1067" y="6089"/>
                  </a:lnTo>
                  <a:lnTo>
                    <a:pt x="1067" y="6152"/>
                  </a:lnTo>
                  <a:lnTo>
                    <a:pt x="1130" y="6194"/>
                  </a:lnTo>
                  <a:lnTo>
                    <a:pt x="1130" y="6298"/>
                  </a:lnTo>
                  <a:lnTo>
                    <a:pt x="1067" y="6403"/>
                  </a:lnTo>
                  <a:lnTo>
                    <a:pt x="1193" y="6570"/>
                  </a:lnTo>
                  <a:lnTo>
                    <a:pt x="1297" y="6570"/>
                  </a:lnTo>
                  <a:lnTo>
                    <a:pt x="1402" y="6508"/>
                  </a:lnTo>
                  <a:lnTo>
                    <a:pt x="1381" y="6466"/>
                  </a:lnTo>
                  <a:lnTo>
                    <a:pt x="1444" y="6361"/>
                  </a:lnTo>
                  <a:lnTo>
                    <a:pt x="1611" y="6508"/>
                  </a:lnTo>
                  <a:lnTo>
                    <a:pt x="1716" y="6633"/>
                  </a:lnTo>
                  <a:lnTo>
                    <a:pt x="1862" y="6675"/>
                  </a:lnTo>
                  <a:lnTo>
                    <a:pt x="1988" y="6842"/>
                  </a:lnTo>
                  <a:lnTo>
                    <a:pt x="2072" y="6780"/>
                  </a:lnTo>
                  <a:lnTo>
                    <a:pt x="2072" y="6717"/>
                  </a:lnTo>
                  <a:lnTo>
                    <a:pt x="2009" y="6696"/>
                  </a:lnTo>
                  <a:lnTo>
                    <a:pt x="1925" y="6528"/>
                  </a:lnTo>
                  <a:lnTo>
                    <a:pt x="1967" y="6487"/>
                  </a:lnTo>
                  <a:lnTo>
                    <a:pt x="1967" y="6403"/>
                  </a:lnTo>
                  <a:lnTo>
                    <a:pt x="2072" y="6298"/>
                  </a:lnTo>
                  <a:lnTo>
                    <a:pt x="2176" y="6298"/>
                  </a:lnTo>
                  <a:lnTo>
                    <a:pt x="2176" y="6215"/>
                  </a:lnTo>
                  <a:lnTo>
                    <a:pt x="2113" y="6173"/>
                  </a:lnTo>
                  <a:lnTo>
                    <a:pt x="2093" y="6068"/>
                  </a:lnTo>
                  <a:lnTo>
                    <a:pt x="2113" y="6005"/>
                  </a:lnTo>
                  <a:lnTo>
                    <a:pt x="2134" y="5984"/>
                  </a:lnTo>
                  <a:lnTo>
                    <a:pt x="2113" y="5943"/>
                  </a:lnTo>
                  <a:lnTo>
                    <a:pt x="2113" y="5880"/>
                  </a:lnTo>
                  <a:lnTo>
                    <a:pt x="2239" y="5775"/>
                  </a:lnTo>
                  <a:lnTo>
                    <a:pt x="2323" y="5754"/>
                  </a:lnTo>
                  <a:lnTo>
                    <a:pt x="2385" y="5733"/>
                  </a:lnTo>
                  <a:lnTo>
                    <a:pt x="2490" y="5692"/>
                  </a:lnTo>
                  <a:lnTo>
                    <a:pt x="2804" y="5692"/>
                  </a:lnTo>
                  <a:lnTo>
                    <a:pt x="2846" y="5650"/>
                  </a:lnTo>
                  <a:lnTo>
                    <a:pt x="2930" y="5650"/>
                  </a:lnTo>
                  <a:lnTo>
                    <a:pt x="3013" y="5671"/>
                  </a:lnTo>
                  <a:lnTo>
                    <a:pt x="3160" y="5692"/>
                  </a:lnTo>
                  <a:lnTo>
                    <a:pt x="3243" y="5733"/>
                  </a:lnTo>
                  <a:lnTo>
                    <a:pt x="3327" y="5754"/>
                  </a:lnTo>
                  <a:lnTo>
                    <a:pt x="3494" y="5796"/>
                  </a:lnTo>
                  <a:lnTo>
                    <a:pt x="3557" y="5880"/>
                  </a:lnTo>
                  <a:lnTo>
                    <a:pt x="3683" y="6068"/>
                  </a:lnTo>
                  <a:lnTo>
                    <a:pt x="3787" y="6152"/>
                  </a:lnTo>
                  <a:lnTo>
                    <a:pt x="3850" y="6110"/>
                  </a:lnTo>
                  <a:lnTo>
                    <a:pt x="3913" y="6047"/>
                  </a:lnTo>
                  <a:lnTo>
                    <a:pt x="3997" y="6005"/>
                  </a:lnTo>
                  <a:lnTo>
                    <a:pt x="4080" y="5984"/>
                  </a:lnTo>
                  <a:lnTo>
                    <a:pt x="4227" y="5964"/>
                  </a:lnTo>
                  <a:lnTo>
                    <a:pt x="4269" y="5943"/>
                  </a:lnTo>
                  <a:lnTo>
                    <a:pt x="4373" y="5943"/>
                  </a:lnTo>
                  <a:lnTo>
                    <a:pt x="4478" y="6005"/>
                  </a:lnTo>
                  <a:lnTo>
                    <a:pt x="4478" y="6068"/>
                  </a:lnTo>
                  <a:lnTo>
                    <a:pt x="4582" y="6089"/>
                  </a:lnTo>
                  <a:lnTo>
                    <a:pt x="4750" y="6194"/>
                  </a:lnTo>
                  <a:lnTo>
                    <a:pt x="4896" y="6215"/>
                  </a:lnTo>
                  <a:lnTo>
                    <a:pt x="5126" y="6298"/>
                  </a:lnTo>
                  <a:lnTo>
                    <a:pt x="5231" y="6319"/>
                  </a:lnTo>
                  <a:lnTo>
                    <a:pt x="5357" y="6256"/>
                  </a:lnTo>
                  <a:lnTo>
                    <a:pt x="5524" y="6047"/>
                  </a:lnTo>
                  <a:lnTo>
                    <a:pt x="5629" y="5984"/>
                  </a:lnTo>
                  <a:lnTo>
                    <a:pt x="5943" y="6005"/>
                  </a:lnTo>
                  <a:lnTo>
                    <a:pt x="6068" y="5964"/>
                  </a:lnTo>
                  <a:lnTo>
                    <a:pt x="6319" y="5984"/>
                  </a:lnTo>
                  <a:lnTo>
                    <a:pt x="6507" y="6068"/>
                  </a:lnTo>
                  <a:lnTo>
                    <a:pt x="6675" y="6089"/>
                  </a:lnTo>
                  <a:lnTo>
                    <a:pt x="6717" y="6110"/>
                  </a:lnTo>
                  <a:lnTo>
                    <a:pt x="6905" y="6068"/>
                  </a:lnTo>
                  <a:lnTo>
                    <a:pt x="6926" y="6047"/>
                  </a:lnTo>
                  <a:lnTo>
                    <a:pt x="7031" y="5984"/>
                  </a:lnTo>
                  <a:lnTo>
                    <a:pt x="7093" y="5943"/>
                  </a:lnTo>
                  <a:lnTo>
                    <a:pt x="7156" y="5901"/>
                  </a:lnTo>
                  <a:lnTo>
                    <a:pt x="7240" y="5943"/>
                  </a:lnTo>
                  <a:lnTo>
                    <a:pt x="7303" y="5901"/>
                  </a:lnTo>
                  <a:lnTo>
                    <a:pt x="7323" y="5838"/>
                  </a:lnTo>
                  <a:lnTo>
                    <a:pt x="7365" y="5733"/>
                  </a:lnTo>
                  <a:lnTo>
                    <a:pt x="7470" y="5775"/>
                  </a:lnTo>
                  <a:lnTo>
                    <a:pt x="7470" y="5775"/>
                  </a:lnTo>
                  <a:lnTo>
                    <a:pt x="7449" y="5043"/>
                  </a:lnTo>
                  <a:lnTo>
                    <a:pt x="7449" y="4959"/>
                  </a:lnTo>
                  <a:lnTo>
                    <a:pt x="7575" y="4959"/>
                  </a:lnTo>
                  <a:lnTo>
                    <a:pt x="7616" y="4896"/>
                  </a:lnTo>
                  <a:lnTo>
                    <a:pt x="8579" y="3913"/>
                  </a:lnTo>
                  <a:lnTo>
                    <a:pt x="8558" y="3076"/>
                  </a:lnTo>
                  <a:lnTo>
                    <a:pt x="8704" y="1988"/>
                  </a:lnTo>
                  <a:lnTo>
                    <a:pt x="8788" y="1904"/>
                  </a:lnTo>
                  <a:lnTo>
                    <a:pt x="8809" y="1695"/>
                  </a:lnTo>
                  <a:lnTo>
                    <a:pt x="8411" y="1235"/>
                  </a:lnTo>
                  <a:lnTo>
                    <a:pt x="8453" y="1151"/>
                  </a:lnTo>
                  <a:lnTo>
                    <a:pt x="8474" y="984"/>
                  </a:lnTo>
                  <a:lnTo>
                    <a:pt x="8181" y="210"/>
                  </a:lnTo>
                  <a:lnTo>
                    <a:pt x="8139" y="126"/>
                  </a:lnTo>
                  <a:lnTo>
                    <a:pt x="7616" y="335"/>
                  </a:lnTo>
                  <a:lnTo>
                    <a:pt x="7512" y="230"/>
                  </a:lnTo>
                  <a:lnTo>
                    <a:pt x="6507" y="0"/>
                  </a:lnTo>
                  <a:close/>
                </a:path>
              </a:pathLst>
            </a:custGeom>
            <a:solidFill>
              <a:srgbClr val="5F7D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A6CBC2"/>
                </a:solidFill>
                <a:latin typeface="Arial"/>
                <a:ea typeface="Arial"/>
                <a:cs typeface="Arial"/>
                <a:sym typeface="Arial"/>
              </a:endParaRPr>
            </a:p>
          </p:txBody>
        </p:sp>
        <p:sp>
          <p:nvSpPr>
            <p:cNvPr id="6079" name="Google Shape;6079;p36"/>
            <p:cNvSpPr/>
            <p:nvPr/>
          </p:nvSpPr>
          <p:spPr>
            <a:xfrm>
              <a:off x="3767267" y="3053013"/>
              <a:ext cx="78744" cy="64493"/>
            </a:xfrm>
            <a:custGeom>
              <a:rect b="b" l="l" r="r" t="t"/>
              <a:pathLst>
                <a:path extrusionOk="0" h="5671" w="6613">
                  <a:moveTo>
                    <a:pt x="1361" y="1"/>
                  </a:moveTo>
                  <a:lnTo>
                    <a:pt x="1319" y="43"/>
                  </a:lnTo>
                  <a:lnTo>
                    <a:pt x="1005" y="43"/>
                  </a:lnTo>
                  <a:lnTo>
                    <a:pt x="900" y="84"/>
                  </a:lnTo>
                  <a:lnTo>
                    <a:pt x="838" y="105"/>
                  </a:lnTo>
                  <a:lnTo>
                    <a:pt x="754" y="126"/>
                  </a:lnTo>
                  <a:lnTo>
                    <a:pt x="628" y="231"/>
                  </a:lnTo>
                  <a:lnTo>
                    <a:pt x="628" y="294"/>
                  </a:lnTo>
                  <a:lnTo>
                    <a:pt x="649" y="335"/>
                  </a:lnTo>
                  <a:lnTo>
                    <a:pt x="628" y="356"/>
                  </a:lnTo>
                  <a:lnTo>
                    <a:pt x="608" y="419"/>
                  </a:lnTo>
                  <a:lnTo>
                    <a:pt x="628" y="524"/>
                  </a:lnTo>
                  <a:lnTo>
                    <a:pt x="691" y="566"/>
                  </a:lnTo>
                  <a:lnTo>
                    <a:pt x="691" y="649"/>
                  </a:lnTo>
                  <a:lnTo>
                    <a:pt x="587" y="649"/>
                  </a:lnTo>
                  <a:lnTo>
                    <a:pt x="482" y="754"/>
                  </a:lnTo>
                  <a:lnTo>
                    <a:pt x="482" y="838"/>
                  </a:lnTo>
                  <a:lnTo>
                    <a:pt x="440" y="879"/>
                  </a:lnTo>
                  <a:lnTo>
                    <a:pt x="524" y="1047"/>
                  </a:lnTo>
                  <a:lnTo>
                    <a:pt x="587" y="1068"/>
                  </a:lnTo>
                  <a:lnTo>
                    <a:pt x="587" y="1131"/>
                  </a:lnTo>
                  <a:lnTo>
                    <a:pt x="503" y="1193"/>
                  </a:lnTo>
                  <a:lnTo>
                    <a:pt x="482" y="1193"/>
                  </a:lnTo>
                  <a:lnTo>
                    <a:pt x="440" y="1340"/>
                  </a:lnTo>
                  <a:lnTo>
                    <a:pt x="482" y="1403"/>
                  </a:lnTo>
                  <a:lnTo>
                    <a:pt x="628" y="1549"/>
                  </a:lnTo>
                  <a:lnTo>
                    <a:pt x="649" y="1675"/>
                  </a:lnTo>
                  <a:lnTo>
                    <a:pt x="712" y="1884"/>
                  </a:lnTo>
                  <a:lnTo>
                    <a:pt x="691" y="1967"/>
                  </a:lnTo>
                  <a:lnTo>
                    <a:pt x="545" y="1967"/>
                  </a:lnTo>
                  <a:lnTo>
                    <a:pt x="503" y="2030"/>
                  </a:lnTo>
                  <a:lnTo>
                    <a:pt x="503" y="2093"/>
                  </a:lnTo>
                  <a:lnTo>
                    <a:pt x="628" y="2219"/>
                  </a:lnTo>
                  <a:lnTo>
                    <a:pt x="608" y="2281"/>
                  </a:lnTo>
                  <a:lnTo>
                    <a:pt x="524" y="2281"/>
                  </a:lnTo>
                  <a:lnTo>
                    <a:pt x="440" y="2323"/>
                  </a:lnTo>
                  <a:lnTo>
                    <a:pt x="398" y="2428"/>
                  </a:lnTo>
                  <a:lnTo>
                    <a:pt x="315" y="2553"/>
                  </a:lnTo>
                  <a:lnTo>
                    <a:pt x="273" y="2658"/>
                  </a:lnTo>
                  <a:lnTo>
                    <a:pt x="210" y="2721"/>
                  </a:lnTo>
                  <a:lnTo>
                    <a:pt x="168" y="2721"/>
                  </a:lnTo>
                  <a:lnTo>
                    <a:pt x="64" y="2763"/>
                  </a:lnTo>
                  <a:lnTo>
                    <a:pt x="22" y="2825"/>
                  </a:lnTo>
                  <a:lnTo>
                    <a:pt x="22" y="2930"/>
                  </a:lnTo>
                  <a:lnTo>
                    <a:pt x="1" y="3014"/>
                  </a:lnTo>
                  <a:lnTo>
                    <a:pt x="1" y="3139"/>
                  </a:lnTo>
                  <a:lnTo>
                    <a:pt x="1" y="3181"/>
                  </a:lnTo>
                  <a:lnTo>
                    <a:pt x="22" y="3265"/>
                  </a:lnTo>
                  <a:lnTo>
                    <a:pt x="1" y="3328"/>
                  </a:lnTo>
                  <a:lnTo>
                    <a:pt x="22" y="3369"/>
                  </a:lnTo>
                  <a:lnTo>
                    <a:pt x="22" y="3432"/>
                  </a:lnTo>
                  <a:lnTo>
                    <a:pt x="22" y="3537"/>
                  </a:lnTo>
                  <a:lnTo>
                    <a:pt x="64" y="3767"/>
                  </a:lnTo>
                  <a:lnTo>
                    <a:pt x="22" y="3851"/>
                  </a:lnTo>
                  <a:lnTo>
                    <a:pt x="64" y="3955"/>
                  </a:lnTo>
                  <a:lnTo>
                    <a:pt x="22" y="4227"/>
                  </a:lnTo>
                  <a:lnTo>
                    <a:pt x="64" y="4332"/>
                  </a:lnTo>
                  <a:lnTo>
                    <a:pt x="294" y="4395"/>
                  </a:lnTo>
                  <a:lnTo>
                    <a:pt x="482" y="4311"/>
                  </a:lnTo>
                  <a:lnTo>
                    <a:pt x="900" y="4541"/>
                  </a:lnTo>
                  <a:lnTo>
                    <a:pt x="1131" y="4750"/>
                  </a:lnTo>
                  <a:lnTo>
                    <a:pt x="1256" y="5043"/>
                  </a:lnTo>
                  <a:lnTo>
                    <a:pt x="1256" y="5232"/>
                  </a:lnTo>
                  <a:lnTo>
                    <a:pt x="1340" y="5273"/>
                  </a:lnTo>
                  <a:lnTo>
                    <a:pt x="1424" y="5462"/>
                  </a:lnTo>
                  <a:lnTo>
                    <a:pt x="1549" y="5587"/>
                  </a:lnTo>
                  <a:lnTo>
                    <a:pt x="1758" y="5671"/>
                  </a:lnTo>
                  <a:lnTo>
                    <a:pt x="2323" y="5629"/>
                  </a:lnTo>
                  <a:lnTo>
                    <a:pt x="2428" y="5566"/>
                  </a:lnTo>
                  <a:lnTo>
                    <a:pt x="2512" y="5587"/>
                  </a:lnTo>
                  <a:lnTo>
                    <a:pt x="2784" y="5483"/>
                  </a:lnTo>
                  <a:lnTo>
                    <a:pt x="2888" y="5545"/>
                  </a:lnTo>
                  <a:lnTo>
                    <a:pt x="3014" y="5524"/>
                  </a:lnTo>
                  <a:lnTo>
                    <a:pt x="3056" y="5357"/>
                  </a:lnTo>
                  <a:lnTo>
                    <a:pt x="3160" y="5462"/>
                  </a:lnTo>
                  <a:lnTo>
                    <a:pt x="3223" y="5441"/>
                  </a:lnTo>
                  <a:lnTo>
                    <a:pt x="3223" y="5357"/>
                  </a:lnTo>
                  <a:lnTo>
                    <a:pt x="3369" y="5211"/>
                  </a:lnTo>
                  <a:lnTo>
                    <a:pt x="3432" y="5043"/>
                  </a:lnTo>
                  <a:lnTo>
                    <a:pt x="3432" y="4918"/>
                  </a:lnTo>
                  <a:lnTo>
                    <a:pt x="3411" y="4792"/>
                  </a:lnTo>
                  <a:lnTo>
                    <a:pt x="3474" y="4729"/>
                  </a:lnTo>
                  <a:lnTo>
                    <a:pt x="3474" y="4646"/>
                  </a:lnTo>
                  <a:lnTo>
                    <a:pt x="3558" y="4583"/>
                  </a:lnTo>
                  <a:lnTo>
                    <a:pt x="3662" y="4499"/>
                  </a:lnTo>
                  <a:lnTo>
                    <a:pt x="3725" y="4436"/>
                  </a:lnTo>
                  <a:lnTo>
                    <a:pt x="3893" y="4311"/>
                  </a:lnTo>
                  <a:lnTo>
                    <a:pt x="3872" y="4206"/>
                  </a:lnTo>
                  <a:lnTo>
                    <a:pt x="3893" y="4123"/>
                  </a:lnTo>
                  <a:lnTo>
                    <a:pt x="4039" y="4123"/>
                  </a:lnTo>
                  <a:lnTo>
                    <a:pt x="4081" y="4060"/>
                  </a:lnTo>
                  <a:lnTo>
                    <a:pt x="4102" y="4081"/>
                  </a:lnTo>
                  <a:lnTo>
                    <a:pt x="4269" y="4123"/>
                  </a:lnTo>
                  <a:lnTo>
                    <a:pt x="4353" y="4123"/>
                  </a:lnTo>
                  <a:lnTo>
                    <a:pt x="4458" y="4185"/>
                  </a:lnTo>
                  <a:lnTo>
                    <a:pt x="4499" y="4311"/>
                  </a:lnTo>
                  <a:lnTo>
                    <a:pt x="4604" y="4374"/>
                  </a:lnTo>
                  <a:lnTo>
                    <a:pt x="4688" y="4395"/>
                  </a:lnTo>
                  <a:lnTo>
                    <a:pt x="4792" y="4332"/>
                  </a:lnTo>
                  <a:lnTo>
                    <a:pt x="4876" y="4206"/>
                  </a:lnTo>
                  <a:lnTo>
                    <a:pt x="4876" y="4164"/>
                  </a:lnTo>
                  <a:lnTo>
                    <a:pt x="4918" y="4081"/>
                  </a:lnTo>
                  <a:lnTo>
                    <a:pt x="5002" y="4060"/>
                  </a:lnTo>
                  <a:lnTo>
                    <a:pt x="5085" y="3955"/>
                  </a:lnTo>
                  <a:lnTo>
                    <a:pt x="5085" y="3872"/>
                  </a:lnTo>
                  <a:lnTo>
                    <a:pt x="5106" y="3746"/>
                  </a:lnTo>
                  <a:lnTo>
                    <a:pt x="5294" y="3558"/>
                  </a:lnTo>
                  <a:lnTo>
                    <a:pt x="5315" y="3453"/>
                  </a:lnTo>
                  <a:lnTo>
                    <a:pt x="5294" y="3369"/>
                  </a:lnTo>
                  <a:lnTo>
                    <a:pt x="5336" y="3286"/>
                  </a:lnTo>
                  <a:lnTo>
                    <a:pt x="5504" y="3139"/>
                  </a:lnTo>
                  <a:lnTo>
                    <a:pt x="5608" y="3056"/>
                  </a:lnTo>
                  <a:lnTo>
                    <a:pt x="5629" y="2930"/>
                  </a:lnTo>
                  <a:lnTo>
                    <a:pt x="5650" y="2846"/>
                  </a:lnTo>
                  <a:lnTo>
                    <a:pt x="5629" y="2658"/>
                  </a:lnTo>
                  <a:lnTo>
                    <a:pt x="5734" y="2595"/>
                  </a:lnTo>
                  <a:lnTo>
                    <a:pt x="5880" y="2553"/>
                  </a:lnTo>
                  <a:lnTo>
                    <a:pt x="5964" y="2428"/>
                  </a:lnTo>
                  <a:lnTo>
                    <a:pt x="5985" y="2302"/>
                  </a:lnTo>
                  <a:lnTo>
                    <a:pt x="5985" y="2135"/>
                  </a:lnTo>
                  <a:lnTo>
                    <a:pt x="5985" y="2030"/>
                  </a:lnTo>
                  <a:lnTo>
                    <a:pt x="6048" y="1926"/>
                  </a:lnTo>
                  <a:lnTo>
                    <a:pt x="6152" y="1758"/>
                  </a:lnTo>
                  <a:lnTo>
                    <a:pt x="6194" y="1695"/>
                  </a:lnTo>
                  <a:lnTo>
                    <a:pt x="6236" y="1654"/>
                  </a:lnTo>
                  <a:lnTo>
                    <a:pt x="6341" y="1570"/>
                  </a:lnTo>
                  <a:lnTo>
                    <a:pt x="6382" y="1570"/>
                  </a:lnTo>
                  <a:lnTo>
                    <a:pt x="6466" y="1465"/>
                  </a:lnTo>
                  <a:lnTo>
                    <a:pt x="6592" y="1403"/>
                  </a:lnTo>
                  <a:lnTo>
                    <a:pt x="6613" y="1340"/>
                  </a:lnTo>
                  <a:lnTo>
                    <a:pt x="6571" y="1193"/>
                  </a:lnTo>
                  <a:lnTo>
                    <a:pt x="6571" y="1131"/>
                  </a:lnTo>
                  <a:lnTo>
                    <a:pt x="6550" y="1047"/>
                  </a:lnTo>
                  <a:lnTo>
                    <a:pt x="6445" y="984"/>
                  </a:lnTo>
                  <a:lnTo>
                    <a:pt x="6382" y="921"/>
                  </a:lnTo>
                  <a:lnTo>
                    <a:pt x="6382" y="733"/>
                  </a:lnTo>
                  <a:lnTo>
                    <a:pt x="6362" y="628"/>
                  </a:lnTo>
                  <a:lnTo>
                    <a:pt x="6299" y="503"/>
                  </a:lnTo>
                  <a:lnTo>
                    <a:pt x="6236" y="356"/>
                  </a:lnTo>
                  <a:lnTo>
                    <a:pt x="6069" y="147"/>
                  </a:lnTo>
                  <a:lnTo>
                    <a:pt x="5985" y="126"/>
                  </a:lnTo>
                  <a:lnTo>
                    <a:pt x="5880" y="84"/>
                  </a:lnTo>
                  <a:lnTo>
                    <a:pt x="5838" y="189"/>
                  </a:lnTo>
                  <a:lnTo>
                    <a:pt x="5818" y="252"/>
                  </a:lnTo>
                  <a:lnTo>
                    <a:pt x="5755" y="294"/>
                  </a:lnTo>
                  <a:lnTo>
                    <a:pt x="5671" y="252"/>
                  </a:lnTo>
                  <a:lnTo>
                    <a:pt x="5608" y="294"/>
                  </a:lnTo>
                  <a:lnTo>
                    <a:pt x="5546" y="335"/>
                  </a:lnTo>
                  <a:lnTo>
                    <a:pt x="5441" y="398"/>
                  </a:lnTo>
                  <a:lnTo>
                    <a:pt x="5399" y="503"/>
                  </a:lnTo>
                  <a:lnTo>
                    <a:pt x="5294" y="524"/>
                  </a:lnTo>
                  <a:lnTo>
                    <a:pt x="5232" y="461"/>
                  </a:lnTo>
                  <a:lnTo>
                    <a:pt x="5190" y="440"/>
                  </a:lnTo>
                  <a:lnTo>
                    <a:pt x="5022" y="419"/>
                  </a:lnTo>
                  <a:lnTo>
                    <a:pt x="4834" y="335"/>
                  </a:lnTo>
                  <a:lnTo>
                    <a:pt x="4583" y="315"/>
                  </a:lnTo>
                  <a:lnTo>
                    <a:pt x="4458" y="356"/>
                  </a:lnTo>
                  <a:lnTo>
                    <a:pt x="4144" y="335"/>
                  </a:lnTo>
                  <a:lnTo>
                    <a:pt x="4039" y="398"/>
                  </a:lnTo>
                  <a:lnTo>
                    <a:pt x="3872" y="607"/>
                  </a:lnTo>
                  <a:lnTo>
                    <a:pt x="3746" y="670"/>
                  </a:lnTo>
                  <a:lnTo>
                    <a:pt x="3641" y="649"/>
                  </a:lnTo>
                  <a:lnTo>
                    <a:pt x="3411" y="566"/>
                  </a:lnTo>
                  <a:lnTo>
                    <a:pt x="3265" y="545"/>
                  </a:lnTo>
                  <a:lnTo>
                    <a:pt x="3097" y="440"/>
                  </a:lnTo>
                  <a:lnTo>
                    <a:pt x="2993" y="419"/>
                  </a:lnTo>
                  <a:lnTo>
                    <a:pt x="2993" y="356"/>
                  </a:lnTo>
                  <a:lnTo>
                    <a:pt x="2888" y="294"/>
                  </a:lnTo>
                  <a:lnTo>
                    <a:pt x="2784" y="294"/>
                  </a:lnTo>
                  <a:lnTo>
                    <a:pt x="2742" y="315"/>
                  </a:lnTo>
                  <a:lnTo>
                    <a:pt x="2595" y="335"/>
                  </a:lnTo>
                  <a:lnTo>
                    <a:pt x="2512" y="356"/>
                  </a:lnTo>
                  <a:lnTo>
                    <a:pt x="2428" y="398"/>
                  </a:lnTo>
                  <a:lnTo>
                    <a:pt x="2365" y="461"/>
                  </a:lnTo>
                  <a:lnTo>
                    <a:pt x="2302" y="503"/>
                  </a:lnTo>
                  <a:lnTo>
                    <a:pt x="2198" y="419"/>
                  </a:lnTo>
                  <a:lnTo>
                    <a:pt x="2072" y="231"/>
                  </a:lnTo>
                  <a:lnTo>
                    <a:pt x="2009" y="147"/>
                  </a:lnTo>
                  <a:lnTo>
                    <a:pt x="1842" y="105"/>
                  </a:lnTo>
                  <a:lnTo>
                    <a:pt x="1758" y="84"/>
                  </a:lnTo>
                  <a:lnTo>
                    <a:pt x="1675" y="43"/>
                  </a:lnTo>
                  <a:lnTo>
                    <a:pt x="1528" y="22"/>
                  </a:lnTo>
                  <a:lnTo>
                    <a:pt x="1445" y="1"/>
                  </a:lnTo>
                  <a:close/>
                </a:path>
              </a:pathLst>
            </a:custGeom>
            <a:solidFill>
              <a:srgbClr val="5F7D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080" name="Google Shape;6080;p36"/>
            <p:cNvSpPr/>
            <p:nvPr/>
          </p:nvSpPr>
          <p:spPr>
            <a:xfrm>
              <a:off x="3805645" y="3058722"/>
              <a:ext cx="52322" cy="74968"/>
            </a:xfrm>
            <a:custGeom>
              <a:rect b="b" l="l" r="r" t="t"/>
              <a:pathLst>
                <a:path extrusionOk="0" h="6592" w="4394">
                  <a:moveTo>
                    <a:pt x="3076" y="1"/>
                  </a:moveTo>
                  <a:lnTo>
                    <a:pt x="3139" y="126"/>
                  </a:lnTo>
                  <a:lnTo>
                    <a:pt x="3159" y="231"/>
                  </a:lnTo>
                  <a:lnTo>
                    <a:pt x="3159" y="419"/>
                  </a:lnTo>
                  <a:lnTo>
                    <a:pt x="3222" y="482"/>
                  </a:lnTo>
                  <a:lnTo>
                    <a:pt x="3327" y="545"/>
                  </a:lnTo>
                  <a:lnTo>
                    <a:pt x="3348" y="629"/>
                  </a:lnTo>
                  <a:lnTo>
                    <a:pt x="3348" y="691"/>
                  </a:lnTo>
                  <a:lnTo>
                    <a:pt x="3390" y="838"/>
                  </a:lnTo>
                  <a:lnTo>
                    <a:pt x="3369" y="901"/>
                  </a:lnTo>
                  <a:lnTo>
                    <a:pt x="3243" y="963"/>
                  </a:lnTo>
                  <a:lnTo>
                    <a:pt x="3159" y="1068"/>
                  </a:lnTo>
                  <a:lnTo>
                    <a:pt x="3118" y="1068"/>
                  </a:lnTo>
                  <a:lnTo>
                    <a:pt x="3013" y="1152"/>
                  </a:lnTo>
                  <a:lnTo>
                    <a:pt x="2971" y="1193"/>
                  </a:lnTo>
                  <a:lnTo>
                    <a:pt x="2929" y="1256"/>
                  </a:lnTo>
                  <a:lnTo>
                    <a:pt x="2825" y="1424"/>
                  </a:lnTo>
                  <a:lnTo>
                    <a:pt x="2762" y="1528"/>
                  </a:lnTo>
                  <a:lnTo>
                    <a:pt x="2762" y="1633"/>
                  </a:lnTo>
                  <a:lnTo>
                    <a:pt x="2762" y="1800"/>
                  </a:lnTo>
                  <a:lnTo>
                    <a:pt x="2741" y="1926"/>
                  </a:lnTo>
                  <a:lnTo>
                    <a:pt x="2657" y="2051"/>
                  </a:lnTo>
                  <a:lnTo>
                    <a:pt x="2511" y="2093"/>
                  </a:lnTo>
                  <a:lnTo>
                    <a:pt x="2406" y="2156"/>
                  </a:lnTo>
                  <a:lnTo>
                    <a:pt x="2427" y="2344"/>
                  </a:lnTo>
                  <a:lnTo>
                    <a:pt x="2406" y="2428"/>
                  </a:lnTo>
                  <a:lnTo>
                    <a:pt x="2385" y="2554"/>
                  </a:lnTo>
                  <a:lnTo>
                    <a:pt x="2281" y="2637"/>
                  </a:lnTo>
                  <a:lnTo>
                    <a:pt x="2113" y="2784"/>
                  </a:lnTo>
                  <a:lnTo>
                    <a:pt x="2071" y="2867"/>
                  </a:lnTo>
                  <a:lnTo>
                    <a:pt x="2092" y="2951"/>
                  </a:lnTo>
                  <a:lnTo>
                    <a:pt x="2071" y="3056"/>
                  </a:lnTo>
                  <a:lnTo>
                    <a:pt x="1883" y="3244"/>
                  </a:lnTo>
                  <a:lnTo>
                    <a:pt x="1862" y="3370"/>
                  </a:lnTo>
                  <a:lnTo>
                    <a:pt x="1862" y="3453"/>
                  </a:lnTo>
                  <a:lnTo>
                    <a:pt x="1779" y="3558"/>
                  </a:lnTo>
                  <a:lnTo>
                    <a:pt x="1695" y="3579"/>
                  </a:lnTo>
                  <a:lnTo>
                    <a:pt x="1653" y="3662"/>
                  </a:lnTo>
                  <a:lnTo>
                    <a:pt x="1653" y="3704"/>
                  </a:lnTo>
                  <a:lnTo>
                    <a:pt x="1569" y="3830"/>
                  </a:lnTo>
                  <a:lnTo>
                    <a:pt x="1465" y="3893"/>
                  </a:lnTo>
                  <a:lnTo>
                    <a:pt x="1381" y="3872"/>
                  </a:lnTo>
                  <a:lnTo>
                    <a:pt x="1276" y="3809"/>
                  </a:lnTo>
                  <a:lnTo>
                    <a:pt x="1235" y="3683"/>
                  </a:lnTo>
                  <a:lnTo>
                    <a:pt x="1130" y="3621"/>
                  </a:lnTo>
                  <a:lnTo>
                    <a:pt x="1046" y="3621"/>
                  </a:lnTo>
                  <a:lnTo>
                    <a:pt x="879" y="3579"/>
                  </a:lnTo>
                  <a:lnTo>
                    <a:pt x="858" y="3558"/>
                  </a:lnTo>
                  <a:lnTo>
                    <a:pt x="816" y="3621"/>
                  </a:lnTo>
                  <a:lnTo>
                    <a:pt x="670" y="3621"/>
                  </a:lnTo>
                  <a:lnTo>
                    <a:pt x="649" y="3704"/>
                  </a:lnTo>
                  <a:lnTo>
                    <a:pt x="670" y="3809"/>
                  </a:lnTo>
                  <a:lnTo>
                    <a:pt x="502" y="3934"/>
                  </a:lnTo>
                  <a:lnTo>
                    <a:pt x="439" y="3997"/>
                  </a:lnTo>
                  <a:lnTo>
                    <a:pt x="335" y="4081"/>
                  </a:lnTo>
                  <a:lnTo>
                    <a:pt x="251" y="4144"/>
                  </a:lnTo>
                  <a:lnTo>
                    <a:pt x="251" y="4227"/>
                  </a:lnTo>
                  <a:lnTo>
                    <a:pt x="188" y="4290"/>
                  </a:lnTo>
                  <a:lnTo>
                    <a:pt x="209" y="4416"/>
                  </a:lnTo>
                  <a:lnTo>
                    <a:pt x="209" y="4541"/>
                  </a:lnTo>
                  <a:lnTo>
                    <a:pt x="146" y="4709"/>
                  </a:lnTo>
                  <a:lnTo>
                    <a:pt x="0" y="4855"/>
                  </a:lnTo>
                  <a:lnTo>
                    <a:pt x="0" y="4939"/>
                  </a:lnTo>
                  <a:lnTo>
                    <a:pt x="84" y="4960"/>
                  </a:lnTo>
                  <a:lnTo>
                    <a:pt x="188" y="4918"/>
                  </a:lnTo>
                  <a:lnTo>
                    <a:pt x="230" y="5274"/>
                  </a:lnTo>
                  <a:lnTo>
                    <a:pt x="335" y="5274"/>
                  </a:lnTo>
                  <a:lnTo>
                    <a:pt x="398" y="5357"/>
                  </a:lnTo>
                  <a:lnTo>
                    <a:pt x="565" y="5274"/>
                  </a:lnTo>
                  <a:lnTo>
                    <a:pt x="649" y="5399"/>
                  </a:lnTo>
                  <a:lnTo>
                    <a:pt x="628" y="5483"/>
                  </a:lnTo>
                  <a:lnTo>
                    <a:pt x="628" y="5650"/>
                  </a:lnTo>
                  <a:lnTo>
                    <a:pt x="732" y="5797"/>
                  </a:lnTo>
                  <a:lnTo>
                    <a:pt x="732" y="6006"/>
                  </a:lnTo>
                  <a:lnTo>
                    <a:pt x="649" y="6215"/>
                  </a:lnTo>
                  <a:lnTo>
                    <a:pt x="753" y="6299"/>
                  </a:lnTo>
                  <a:lnTo>
                    <a:pt x="649" y="6403"/>
                  </a:lnTo>
                  <a:lnTo>
                    <a:pt x="649" y="6403"/>
                  </a:lnTo>
                  <a:lnTo>
                    <a:pt x="732" y="6383"/>
                  </a:lnTo>
                  <a:lnTo>
                    <a:pt x="816" y="6383"/>
                  </a:lnTo>
                  <a:lnTo>
                    <a:pt x="837" y="6403"/>
                  </a:lnTo>
                  <a:lnTo>
                    <a:pt x="1507" y="6403"/>
                  </a:lnTo>
                  <a:lnTo>
                    <a:pt x="1548" y="6383"/>
                  </a:lnTo>
                  <a:lnTo>
                    <a:pt x="1590" y="6341"/>
                  </a:lnTo>
                  <a:lnTo>
                    <a:pt x="1653" y="6383"/>
                  </a:lnTo>
                  <a:lnTo>
                    <a:pt x="1695" y="6320"/>
                  </a:lnTo>
                  <a:lnTo>
                    <a:pt x="1862" y="6341"/>
                  </a:lnTo>
                  <a:lnTo>
                    <a:pt x="1904" y="6320"/>
                  </a:lnTo>
                  <a:lnTo>
                    <a:pt x="2092" y="6320"/>
                  </a:lnTo>
                  <a:lnTo>
                    <a:pt x="2134" y="6341"/>
                  </a:lnTo>
                  <a:lnTo>
                    <a:pt x="2239" y="6320"/>
                  </a:lnTo>
                  <a:lnTo>
                    <a:pt x="2323" y="6320"/>
                  </a:lnTo>
                  <a:lnTo>
                    <a:pt x="2323" y="6341"/>
                  </a:lnTo>
                  <a:lnTo>
                    <a:pt x="2490" y="6383"/>
                  </a:lnTo>
                  <a:lnTo>
                    <a:pt x="2511" y="6341"/>
                  </a:lnTo>
                  <a:lnTo>
                    <a:pt x="2553" y="6341"/>
                  </a:lnTo>
                  <a:lnTo>
                    <a:pt x="2595" y="6403"/>
                  </a:lnTo>
                  <a:lnTo>
                    <a:pt x="3327" y="6403"/>
                  </a:lnTo>
                  <a:lnTo>
                    <a:pt x="3390" y="6424"/>
                  </a:lnTo>
                  <a:lnTo>
                    <a:pt x="3431" y="6403"/>
                  </a:lnTo>
                  <a:lnTo>
                    <a:pt x="3452" y="6403"/>
                  </a:lnTo>
                  <a:lnTo>
                    <a:pt x="3536" y="6487"/>
                  </a:lnTo>
                  <a:lnTo>
                    <a:pt x="3578" y="6445"/>
                  </a:lnTo>
                  <a:lnTo>
                    <a:pt x="3662" y="6487"/>
                  </a:lnTo>
                  <a:lnTo>
                    <a:pt x="3683" y="6529"/>
                  </a:lnTo>
                  <a:lnTo>
                    <a:pt x="3745" y="6508"/>
                  </a:lnTo>
                  <a:lnTo>
                    <a:pt x="3766" y="6487"/>
                  </a:lnTo>
                  <a:lnTo>
                    <a:pt x="3808" y="6487"/>
                  </a:lnTo>
                  <a:lnTo>
                    <a:pt x="3892" y="6550"/>
                  </a:lnTo>
                  <a:lnTo>
                    <a:pt x="3955" y="6529"/>
                  </a:lnTo>
                  <a:lnTo>
                    <a:pt x="4059" y="6529"/>
                  </a:lnTo>
                  <a:lnTo>
                    <a:pt x="4101" y="6550"/>
                  </a:lnTo>
                  <a:lnTo>
                    <a:pt x="4206" y="6550"/>
                  </a:lnTo>
                  <a:lnTo>
                    <a:pt x="4206" y="6592"/>
                  </a:lnTo>
                  <a:lnTo>
                    <a:pt x="4289" y="6592"/>
                  </a:lnTo>
                  <a:lnTo>
                    <a:pt x="4310" y="6529"/>
                  </a:lnTo>
                  <a:lnTo>
                    <a:pt x="4268" y="6424"/>
                  </a:lnTo>
                  <a:lnTo>
                    <a:pt x="4268" y="6403"/>
                  </a:lnTo>
                  <a:lnTo>
                    <a:pt x="4331" y="6299"/>
                  </a:lnTo>
                  <a:lnTo>
                    <a:pt x="4373" y="6215"/>
                  </a:lnTo>
                  <a:lnTo>
                    <a:pt x="4394" y="6194"/>
                  </a:lnTo>
                  <a:lnTo>
                    <a:pt x="4373" y="6194"/>
                  </a:lnTo>
                  <a:lnTo>
                    <a:pt x="4331" y="6131"/>
                  </a:lnTo>
                  <a:lnTo>
                    <a:pt x="4331" y="6069"/>
                  </a:lnTo>
                  <a:lnTo>
                    <a:pt x="4331" y="5922"/>
                  </a:lnTo>
                  <a:lnTo>
                    <a:pt x="4164" y="5797"/>
                  </a:lnTo>
                  <a:lnTo>
                    <a:pt x="4080" y="5713"/>
                  </a:lnTo>
                  <a:lnTo>
                    <a:pt x="3996" y="5567"/>
                  </a:lnTo>
                  <a:lnTo>
                    <a:pt x="3850" y="5357"/>
                  </a:lnTo>
                  <a:lnTo>
                    <a:pt x="3808" y="5232"/>
                  </a:lnTo>
                  <a:lnTo>
                    <a:pt x="3703" y="5127"/>
                  </a:lnTo>
                  <a:lnTo>
                    <a:pt x="3557" y="5043"/>
                  </a:lnTo>
                  <a:lnTo>
                    <a:pt x="3494" y="4981"/>
                  </a:lnTo>
                  <a:lnTo>
                    <a:pt x="3494" y="4750"/>
                  </a:lnTo>
                  <a:lnTo>
                    <a:pt x="3473" y="4625"/>
                  </a:lnTo>
                  <a:lnTo>
                    <a:pt x="3452" y="4458"/>
                  </a:lnTo>
                  <a:lnTo>
                    <a:pt x="3473" y="4332"/>
                  </a:lnTo>
                  <a:lnTo>
                    <a:pt x="3431" y="4186"/>
                  </a:lnTo>
                  <a:lnTo>
                    <a:pt x="3390" y="4039"/>
                  </a:lnTo>
                  <a:lnTo>
                    <a:pt x="3452" y="3976"/>
                  </a:lnTo>
                  <a:lnTo>
                    <a:pt x="3536" y="3976"/>
                  </a:lnTo>
                  <a:lnTo>
                    <a:pt x="3641" y="3788"/>
                  </a:lnTo>
                  <a:lnTo>
                    <a:pt x="3683" y="3662"/>
                  </a:lnTo>
                  <a:lnTo>
                    <a:pt x="3787" y="3474"/>
                  </a:lnTo>
                  <a:lnTo>
                    <a:pt x="3850" y="3349"/>
                  </a:lnTo>
                  <a:lnTo>
                    <a:pt x="3955" y="3307"/>
                  </a:lnTo>
                  <a:lnTo>
                    <a:pt x="4059" y="3160"/>
                  </a:lnTo>
                  <a:lnTo>
                    <a:pt x="4059" y="3139"/>
                  </a:lnTo>
                  <a:lnTo>
                    <a:pt x="4017" y="3035"/>
                  </a:lnTo>
                  <a:lnTo>
                    <a:pt x="3955" y="2867"/>
                  </a:lnTo>
                  <a:lnTo>
                    <a:pt x="3850" y="2721"/>
                  </a:lnTo>
                  <a:lnTo>
                    <a:pt x="3766" y="2637"/>
                  </a:lnTo>
                  <a:lnTo>
                    <a:pt x="3557" y="2428"/>
                  </a:lnTo>
                  <a:lnTo>
                    <a:pt x="3348" y="2240"/>
                  </a:lnTo>
                  <a:lnTo>
                    <a:pt x="3243" y="2219"/>
                  </a:lnTo>
                  <a:lnTo>
                    <a:pt x="3243" y="2135"/>
                  </a:lnTo>
                  <a:lnTo>
                    <a:pt x="3159" y="2093"/>
                  </a:lnTo>
                  <a:lnTo>
                    <a:pt x="3159" y="2030"/>
                  </a:lnTo>
                  <a:lnTo>
                    <a:pt x="3159" y="1926"/>
                  </a:lnTo>
                  <a:lnTo>
                    <a:pt x="3180" y="1884"/>
                  </a:lnTo>
                  <a:lnTo>
                    <a:pt x="3180" y="1779"/>
                  </a:lnTo>
                  <a:lnTo>
                    <a:pt x="3369" y="1779"/>
                  </a:lnTo>
                  <a:lnTo>
                    <a:pt x="3431" y="1800"/>
                  </a:lnTo>
                  <a:lnTo>
                    <a:pt x="3536" y="1779"/>
                  </a:lnTo>
                  <a:lnTo>
                    <a:pt x="3641" y="1800"/>
                  </a:lnTo>
                  <a:lnTo>
                    <a:pt x="3683" y="1779"/>
                  </a:lnTo>
                  <a:lnTo>
                    <a:pt x="3808" y="1800"/>
                  </a:lnTo>
                  <a:lnTo>
                    <a:pt x="3892" y="1821"/>
                  </a:lnTo>
                  <a:lnTo>
                    <a:pt x="3975" y="1842"/>
                  </a:lnTo>
                  <a:lnTo>
                    <a:pt x="4017" y="1800"/>
                  </a:lnTo>
                  <a:lnTo>
                    <a:pt x="3975" y="1779"/>
                  </a:lnTo>
                  <a:lnTo>
                    <a:pt x="3808" y="1633"/>
                  </a:lnTo>
                  <a:lnTo>
                    <a:pt x="3787" y="1528"/>
                  </a:lnTo>
                  <a:lnTo>
                    <a:pt x="3703" y="1486"/>
                  </a:lnTo>
                  <a:lnTo>
                    <a:pt x="3599" y="1319"/>
                  </a:lnTo>
                  <a:lnTo>
                    <a:pt x="3578" y="1214"/>
                  </a:lnTo>
                  <a:lnTo>
                    <a:pt x="3662" y="1152"/>
                  </a:lnTo>
                  <a:lnTo>
                    <a:pt x="3703" y="1005"/>
                  </a:lnTo>
                  <a:lnTo>
                    <a:pt x="3641" y="942"/>
                  </a:lnTo>
                  <a:lnTo>
                    <a:pt x="3662" y="880"/>
                  </a:lnTo>
                  <a:lnTo>
                    <a:pt x="3683" y="838"/>
                  </a:lnTo>
                  <a:lnTo>
                    <a:pt x="3683" y="754"/>
                  </a:lnTo>
                  <a:lnTo>
                    <a:pt x="3599" y="587"/>
                  </a:lnTo>
                  <a:lnTo>
                    <a:pt x="3578" y="482"/>
                  </a:lnTo>
                  <a:lnTo>
                    <a:pt x="3536" y="440"/>
                  </a:lnTo>
                  <a:lnTo>
                    <a:pt x="3494" y="252"/>
                  </a:lnTo>
                  <a:lnTo>
                    <a:pt x="3369" y="147"/>
                  </a:lnTo>
                  <a:lnTo>
                    <a:pt x="3076" y="1"/>
                  </a:lnTo>
                  <a:close/>
                </a:path>
              </a:pathLst>
            </a:custGeom>
            <a:solidFill>
              <a:srgbClr val="5F7D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081" name="Google Shape;6081;p36"/>
            <p:cNvSpPr/>
            <p:nvPr/>
          </p:nvSpPr>
          <p:spPr>
            <a:xfrm>
              <a:off x="3805883" y="3130585"/>
              <a:ext cx="39378" cy="40702"/>
            </a:xfrm>
            <a:custGeom>
              <a:rect b="b" l="l" r="r" t="t"/>
              <a:pathLst>
                <a:path extrusionOk="0" h="3579" w="3307">
                  <a:moveTo>
                    <a:pt x="1675" y="1"/>
                  </a:moveTo>
                  <a:lnTo>
                    <a:pt x="1633" y="64"/>
                  </a:lnTo>
                  <a:lnTo>
                    <a:pt x="1570" y="22"/>
                  </a:lnTo>
                  <a:lnTo>
                    <a:pt x="1528" y="64"/>
                  </a:lnTo>
                  <a:lnTo>
                    <a:pt x="1487" y="84"/>
                  </a:lnTo>
                  <a:lnTo>
                    <a:pt x="1487" y="754"/>
                  </a:lnTo>
                  <a:lnTo>
                    <a:pt x="712" y="754"/>
                  </a:lnTo>
                  <a:lnTo>
                    <a:pt x="691" y="733"/>
                  </a:lnTo>
                  <a:lnTo>
                    <a:pt x="608" y="754"/>
                  </a:lnTo>
                  <a:lnTo>
                    <a:pt x="524" y="817"/>
                  </a:lnTo>
                  <a:lnTo>
                    <a:pt x="482" y="796"/>
                  </a:lnTo>
                  <a:lnTo>
                    <a:pt x="482" y="921"/>
                  </a:lnTo>
                  <a:lnTo>
                    <a:pt x="336" y="942"/>
                  </a:lnTo>
                  <a:lnTo>
                    <a:pt x="440" y="1131"/>
                  </a:lnTo>
                  <a:lnTo>
                    <a:pt x="629" y="1172"/>
                  </a:lnTo>
                  <a:lnTo>
                    <a:pt x="378" y="1235"/>
                  </a:lnTo>
                  <a:lnTo>
                    <a:pt x="315" y="1152"/>
                  </a:lnTo>
                  <a:lnTo>
                    <a:pt x="294" y="1340"/>
                  </a:lnTo>
                  <a:lnTo>
                    <a:pt x="273" y="1654"/>
                  </a:lnTo>
                  <a:lnTo>
                    <a:pt x="168" y="1737"/>
                  </a:lnTo>
                  <a:lnTo>
                    <a:pt x="22" y="1675"/>
                  </a:lnTo>
                  <a:lnTo>
                    <a:pt x="1" y="1758"/>
                  </a:lnTo>
                  <a:lnTo>
                    <a:pt x="126" y="1988"/>
                  </a:lnTo>
                  <a:lnTo>
                    <a:pt x="210" y="2051"/>
                  </a:lnTo>
                  <a:lnTo>
                    <a:pt x="210" y="2156"/>
                  </a:lnTo>
                  <a:lnTo>
                    <a:pt x="315" y="2281"/>
                  </a:lnTo>
                  <a:lnTo>
                    <a:pt x="315" y="2470"/>
                  </a:lnTo>
                  <a:lnTo>
                    <a:pt x="398" y="2533"/>
                  </a:lnTo>
                  <a:lnTo>
                    <a:pt x="440" y="2679"/>
                  </a:lnTo>
                  <a:lnTo>
                    <a:pt x="608" y="2805"/>
                  </a:lnTo>
                  <a:lnTo>
                    <a:pt x="545" y="2825"/>
                  </a:lnTo>
                  <a:lnTo>
                    <a:pt x="712" y="2993"/>
                  </a:lnTo>
                  <a:lnTo>
                    <a:pt x="963" y="3202"/>
                  </a:lnTo>
                  <a:lnTo>
                    <a:pt x="1026" y="3328"/>
                  </a:lnTo>
                  <a:lnTo>
                    <a:pt x="1235" y="3432"/>
                  </a:lnTo>
                  <a:lnTo>
                    <a:pt x="1256" y="3537"/>
                  </a:lnTo>
                  <a:lnTo>
                    <a:pt x="1361" y="3558"/>
                  </a:lnTo>
                  <a:lnTo>
                    <a:pt x="1382" y="3579"/>
                  </a:lnTo>
                  <a:lnTo>
                    <a:pt x="1466" y="3474"/>
                  </a:lnTo>
                  <a:lnTo>
                    <a:pt x="1466" y="3411"/>
                  </a:lnTo>
                  <a:lnTo>
                    <a:pt x="1528" y="3369"/>
                  </a:lnTo>
                  <a:lnTo>
                    <a:pt x="1633" y="3369"/>
                  </a:lnTo>
                  <a:lnTo>
                    <a:pt x="1675" y="3307"/>
                  </a:lnTo>
                  <a:lnTo>
                    <a:pt x="1696" y="3307"/>
                  </a:lnTo>
                  <a:lnTo>
                    <a:pt x="1884" y="3432"/>
                  </a:lnTo>
                  <a:lnTo>
                    <a:pt x="1884" y="3328"/>
                  </a:lnTo>
                  <a:lnTo>
                    <a:pt x="1863" y="3035"/>
                  </a:lnTo>
                  <a:lnTo>
                    <a:pt x="1779" y="2951"/>
                  </a:lnTo>
                  <a:lnTo>
                    <a:pt x="1696" y="2930"/>
                  </a:lnTo>
                  <a:lnTo>
                    <a:pt x="1633" y="2951"/>
                  </a:lnTo>
                  <a:lnTo>
                    <a:pt x="1549" y="2993"/>
                  </a:lnTo>
                  <a:lnTo>
                    <a:pt x="1549" y="2846"/>
                  </a:lnTo>
                  <a:lnTo>
                    <a:pt x="1528" y="2784"/>
                  </a:lnTo>
                  <a:lnTo>
                    <a:pt x="1570" y="2721"/>
                  </a:lnTo>
                  <a:lnTo>
                    <a:pt x="1675" y="2721"/>
                  </a:lnTo>
                  <a:lnTo>
                    <a:pt x="1800" y="2784"/>
                  </a:lnTo>
                  <a:lnTo>
                    <a:pt x="1863" y="2721"/>
                  </a:lnTo>
                  <a:lnTo>
                    <a:pt x="1884" y="2679"/>
                  </a:lnTo>
                  <a:lnTo>
                    <a:pt x="1968" y="2679"/>
                  </a:lnTo>
                  <a:lnTo>
                    <a:pt x="2177" y="2637"/>
                  </a:lnTo>
                  <a:lnTo>
                    <a:pt x="2198" y="2574"/>
                  </a:lnTo>
                  <a:lnTo>
                    <a:pt x="2177" y="2407"/>
                  </a:lnTo>
                  <a:lnTo>
                    <a:pt x="2219" y="2365"/>
                  </a:lnTo>
                  <a:lnTo>
                    <a:pt x="2365" y="2365"/>
                  </a:lnTo>
                  <a:lnTo>
                    <a:pt x="2428" y="2595"/>
                  </a:lnTo>
                  <a:lnTo>
                    <a:pt x="2512" y="2700"/>
                  </a:lnTo>
                  <a:lnTo>
                    <a:pt x="2637" y="2637"/>
                  </a:lnTo>
                  <a:lnTo>
                    <a:pt x="2721" y="2679"/>
                  </a:lnTo>
                  <a:lnTo>
                    <a:pt x="2805" y="2616"/>
                  </a:lnTo>
                  <a:lnTo>
                    <a:pt x="2909" y="2616"/>
                  </a:lnTo>
                  <a:lnTo>
                    <a:pt x="3035" y="2679"/>
                  </a:lnTo>
                  <a:lnTo>
                    <a:pt x="3056" y="2742"/>
                  </a:lnTo>
                  <a:lnTo>
                    <a:pt x="3119" y="2742"/>
                  </a:lnTo>
                  <a:lnTo>
                    <a:pt x="3119" y="2637"/>
                  </a:lnTo>
                  <a:lnTo>
                    <a:pt x="3098" y="2533"/>
                  </a:lnTo>
                  <a:lnTo>
                    <a:pt x="3244" y="2114"/>
                  </a:lnTo>
                  <a:lnTo>
                    <a:pt x="3307" y="1884"/>
                  </a:lnTo>
                  <a:lnTo>
                    <a:pt x="3307" y="1779"/>
                  </a:lnTo>
                  <a:lnTo>
                    <a:pt x="3244" y="1696"/>
                  </a:lnTo>
                  <a:lnTo>
                    <a:pt x="3223" y="1654"/>
                  </a:lnTo>
                  <a:lnTo>
                    <a:pt x="3139" y="1570"/>
                  </a:lnTo>
                  <a:lnTo>
                    <a:pt x="3119" y="1528"/>
                  </a:lnTo>
                  <a:lnTo>
                    <a:pt x="3035" y="1486"/>
                  </a:lnTo>
                  <a:lnTo>
                    <a:pt x="3014" y="1444"/>
                  </a:lnTo>
                  <a:lnTo>
                    <a:pt x="2993" y="1382"/>
                  </a:lnTo>
                  <a:lnTo>
                    <a:pt x="2993" y="1340"/>
                  </a:lnTo>
                  <a:lnTo>
                    <a:pt x="3035" y="1319"/>
                  </a:lnTo>
                  <a:lnTo>
                    <a:pt x="3056" y="1277"/>
                  </a:lnTo>
                  <a:lnTo>
                    <a:pt x="3119" y="1277"/>
                  </a:lnTo>
                  <a:lnTo>
                    <a:pt x="3098" y="1214"/>
                  </a:lnTo>
                  <a:lnTo>
                    <a:pt x="3056" y="1172"/>
                  </a:lnTo>
                  <a:lnTo>
                    <a:pt x="3056" y="1110"/>
                  </a:lnTo>
                  <a:lnTo>
                    <a:pt x="3202" y="1026"/>
                  </a:lnTo>
                  <a:lnTo>
                    <a:pt x="3307" y="1005"/>
                  </a:lnTo>
                  <a:lnTo>
                    <a:pt x="3307" y="900"/>
                  </a:lnTo>
                  <a:lnTo>
                    <a:pt x="3265" y="838"/>
                  </a:lnTo>
                  <a:lnTo>
                    <a:pt x="3307" y="754"/>
                  </a:lnTo>
                  <a:lnTo>
                    <a:pt x="3307" y="587"/>
                  </a:lnTo>
                  <a:lnTo>
                    <a:pt x="3244" y="545"/>
                  </a:lnTo>
                  <a:lnTo>
                    <a:pt x="3056" y="524"/>
                  </a:lnTo>
                  <a:lnTo>
                    <a:pt x="2930" y="587"/>
                  </a:lnTo>
                  <a:lnTo>
                    <a:pt x="2805" y="628"/>
                  </a:lnTo>
                  <a:lnTo>
                    <a:pt x="2721" y="608"/>
                  </a:lnTo>
                  <a:lnTo>
                    <a:pt x="2616" y="649"/>
                  </a:lnTo>
                  <a:lnTo>
                    <a:pt x="2575" y="608"/>
                  </a:lnTo>
                  <a:lnTo>
                    <a:pt x="2595" y="545"/>
                  </a:lnTo>
                  <a:lnTo>
                    <a:pt x="2575" y="440"/>
                  </a:lnTo>
                  <a:lnTo>
                    <a:pt x="2575" y="315"/>
                  </a:lnTo>
                  <a:lnTo>
                    <a:pt x="2533" y="189"/>
                  </a:lnTo>
                  <a:lnTo>
                    <a:pt x="2575" y="84"/>
                  </a:lnTo>
                  <a:lnTo>
                    <a:pt x="2533" y="22"/>
                  </a:lnTo>
                  <a:lnTo>
                    <a:pt x="2491" y="22"/>
                  </a:lnTo>
                  <a:lnTo>
                    <a:pt x="2470" y="64"/>
                  </a:lnTo>
                  <a:lnTo>
                    <a:pt x="2303" y="22"/>
                  </a:lnTo>
                  <a:lnTo>
                    <a:pt x="2303" y="1"/>
                  </a:lnTo>
                  <a:lnTo>
                    <a:pt x="2219" y="1"/>
                  </a:lnTo>
                  <a:lnTo>
                    <a:pt x="2114" y="22"/>
                  </a:lnTo>
                  <a:lnTo>
                    <a:pt x="2072" y="1"/>
                  </a:lnTo>
                  <a:lnTo>
                    <a:pt x="1884" y="1"/>
                  </a:lnTo>
                  <a:lnTo>
                    <a:pt x="1842" y="22"/>
                  </a:lnTo>
                  <a:lnTo>
                    <a:pt x="1675" y="1"/>
                  </a:lnTo>
                  <a:close/>
                </a:path>
              </a:pathLst>
            </a:custGeom>
            <a:solidFill>
              <a:srgbClr val="5F7D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082" name="Google Shape;6082;p36"/>
            <p:cNvSpPr/>
            <p:nvPr/>
          </p:nvSpPr>
          <p:spPr>
            <a:xfrm>
              <a:off x="3809622" y="3131301"/>
              <a:ext cx="13967" cy="8575"/>
            </a:xfrm>
            <a:custGeom>
              <a:rect b="b" l="l" r="r" t="t"/>
              <a:pathLst>
                <a:path extrusionOk="0" h="754" w="1173">
                  <a:moveTo>
                    <a:pt x="398" y="1"/>
                  </a:moveTo>
                  <a:lnTo>
                    <a:pt x="315" y="21"/>
                  </a:lnTo>
                  <a:lnTo>
                    <a:pt x="294" y="42"/>
                  </a:lnTo>
                  <a:lnTo>
                    <a:pt x="336" y="147"/>
                  </a:lnTo>
                  <a:lnTo>
                    <a:pt x="168" y="335"/>
                  </a:lnTo>
                  <a:lnTo>
                    <a:pt x="1" y="628"/>
                  </a:lnTo>
                  <a:lnTo>
                    <a:pt x="168" y="691"/>
                  </a:lnTo>
                  <a:lnTo>
                    <a:pt x="168" y="733"/>
                  </a:lnTo>
                  <a:lnTo>
                    <a:pt x="210" y="754"/>
                  </a:lnTo>
                  <a:lnTo>
                    <a:pt x="294" y="691"/>
                  </a:lnTo>
                  <a:lnTo>
                    <a:pt x="377" y="670"/>
                  </a:lnTo>
                  <a:lnTo>
                    <a:pt x="398" y="691"/>
                  </a:lnTo>
                  <a:lnTo>
                    <a:pt x="1173" y="691"/>
                  </a:lnTo>
                  <a:lnTo>
                    <a:pt x="1173" y="21"/>
                  </a:lnTo>
                  <a:lnTo>
                    <a:pt x="503" y="21"/>
                  </a:lnTo>
                  <a:lnTo>
                    <a:pt x="482" y="1"/>
                  </a:lnTo>
                  <a:close/>
                </a:path>
              </a:pathLst>
            </a:custGeom>
            <a:solidFill>
              <a:srgbClr val="5F7D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083" name="Google Shape;6083;p36"/>
            <p:cNvSpPr/>
            <p:nvPr/>
          </p:nvSpPr>
          <p:spPr>
            <a:xfrm>
              <a:off x="3822327" y="3120122"/>
              <a:ext cx="52834" cy="59023"/>
            </a:xfrm>
            <a:custGeom>
              <a:rect b="b" l="l" r="r" t="t"/>
              <a:pathLst>
                <a:path extrusionOk="0" h="5190" w="4437">
                  <a:moveTo>
                    <a:pt x="3935" y="0"/>
                  </a:moveTo>
                  <a:lnTo>
                    <a:pt x="3872" y="63"/>
                  </a:lnTo>
                  <a:lnTo>
                    <a:pt x="3767" y="42"/>
                  </a:lnTo>
                  <a:lnTo>
                    <a:pt x="3537" y="147"/>
                  </a:lnTo>
                  <a:lnTo>
                    <a:pt x="3495" y="188"/>
                  </a:lnTo>
                  <a:lnTo>
                    <a:pt x="3391" y="209"/>
                  </a:lnTo>
                  <a:lnTo>
                    <a:pt x="3244" y="377"/>
                  </a:lnTo>
                  <a:lnTo>
                    <a:pt x="2972" y="816"/>
                  </a:lnTo>
                  <a:lnTo>
                    <a:pt x="2930" y="900"/>
                  </a:lnTo>
                  <a:lnTo>
                    <a:pt x="2867" y="1004"/>
                  </a:lnTo>
                  <a:lnTo>
                    <a:pt x="2867" y="1025"/>
                  </a:lnTo>
                  <a:lnTo>
                    <a:pt x="2909" y="1130"/>
                  </a:lnTo>
                  <a:lnTo>
                    <a:pt x="2888" y="1193"/>
                  </a:lnTo>
                  <a:lnTo>
                    <a:pt x="2805" y="1193"/>
                  </a:lnTo>
                  <a:lnTo>
                    <a:pt x="2805" y="1151"/>
                  </a:lnTo>
                  <a:lnTo>
                    <a:pt x="2700" y="1151"/>
                  </a:lnTo>
                  <a:lnTo>
                    <a:pt x="2658" y="1130"/>
                  </a:lnTo>
                  <a:lnTo>
                    <a:pt x="2554" y="1130"/>
                  </a:lnTo>
                  <a:lnTo>
                    <a:pt x="2491" y="1151"/>
                  </a:lnTo>
                  <a:lnTo>
                    <a:pt x="2407" y="1088"/>
                  </a:lnTo>
                  <a:lnTo>
                    <a:pt x="2365" y="1088"/>
                  </a:lnTo>
                  <a:lnTo>
                    <a:pt x="2344" y="1109"/>
                  </a:lnTo>
                  <a:lnTo>
                    <a:pt x="2282" y="1130"/>
                  </a:lnTo>
                  <a:lnTo>
                    <a:pt x="2261" y="1088"/>
                  </a:lnTo>
                  <a:lnTo>
                    <a:pt x="2177" y="1046"/>
                  </a:lnTo>
                  <a:lnTo>
                    <a:pt x="2135" y="1088"/>
                  </a:lnTo>
                  <a:lnTo>
                    <a:pt x="2051" y="1004"/>
                  </a:lnTo>
                  <a:lnTo>
                    <a:pt x="2030" y="1004"/>
                  </a:lnTo>
                  <a:lnTo>
                    <a:pt x="1989" y="1025"/>
                  </a:lnTo>
                  <a:lnTo>
                    <a:pt x="1926" y="1004"/>
                  </a:lnTo>
                  <a:lnTo>
                    <a:pt x="1194" y="1004"/>
                  </a:lnTo>
                  <a:lnTo>
                    <a:pt x="1152" y="1109"/>
                  </a:lnTo>
                  <a:lnTo>
                    <a:pt x="1194" y="1235"/>
                  </a:lnTo>
                  <a:lnTo>
                    <a:pt x="1194" y="1360"/>
                  </a:lnTo>
                  <a:lnTo>
                    <a:pt x="1214" y="1465"/>
                  </a:lnTo>
                  <a:lnTo>
                    <a:pt x="1194" y="1528"/>
                  </a:lnTo>
                  <a:lnTo>
                    <a:pt x="1235" y="1569"/>
                  </a:lnTo>
                  <a:lnTo>
                    <a:pt x="1340" y="1528"/>
                  </a:lnTo>
                  <a:lnTo>
                    <a:pt x="1424" y="1548"/>
                  </a:lnTo>
                  <a:lnTo>
                    <a:pt x="1549" y="1507"/>
                  </a:lnTo>
                  <a:lnTo>
                    <a:pt x="1675" y="1444"/>
                  </a:lnTo>
                  <a:lnTo>
                    <a:pt x="1863" y="1465"/>
                  </a:lnTo>
                  <a:lnTo>
                    <a:pt x="1926" y="1507"/>
                  </a:lnTo>
                  <a:lnTo>
                    <a:pt x="1926" y="1674"/>
                  </a:lnTo>
                  <a:lnTo>
                    <a:pt x="1884" y="1758"/>
                  </a:lnTo>
                  <a:lnTo>
                    <a:pt x="1926" y="1820"/>
                  </a:lnTo>
                  <a:lnTo>
                    <a:pt x="1926" y="1925"/>
                  </a:lnTo>
                  <a:lnTo>
                    <a:pt x="1821" y="1946"/>
                  </a:lnTo>
                  <a:lnTo>
                    <a:pt x="1675" y="2030"/>
                  </a:lnTo>
                  <a:lnTo>
                    <a:pt x="1675" y="2092"/>
                  </a:lnTo>
                  <a:lnTo>
                    <a:pt x="1717" y="2134"/>
                  </a:lnTo>
                  <a:lnTo>
                    <a:pt x="1738" y="2197"/>
                  </a:lnTo>
                  <a:lnTo>
                    <a:pt x="1675" y="2197"/>
                  </a:lnTo>
                  <a:lnTo>
                    <a:pt x="1654" y="2239"/>
                  </a:lnTo>
                  <a:lnTo>
                    <a:pt x="1612" y="2260"/>
                  </a:lnTo>
                  <a:lnTo>
                    <a:pt x="1612" y="2302"/>
                  </a:lnTo>
                  <a:lnTo>
                    <a:pt x="1633" y="2364"/>
                  </a:lnTo>
                  <a:lnTo>
                    <a:pt x="1654" y="2406"/>
                  </a:lnTo>
                  <a:lnTo>
                    <a:pt x="1738" y="2448"/>
                  </a:lnTo>
                  <a:lnTo>
                    <a:pt x="1758" y="2490"/>
                  </a:lnTo>
                  <a:lnTo>
                    <a:pt x="1842" y="2574"/>
                  </a:lnTo>
                  <a:lnTo>
                    <a:pt x="1863" y="2616"/>
                  </a:lnTo>
                  <a:lnTo>
                    <a:pt x="1926" y="2699"/>
                  </a:lnTo>
                  <a:lnTo>
                    <a:pt x="1926" y="2804"/>
                  </a:lnTo>
                  <a:lnTo>
                    <a:pt x="1863" y="3034"/>
                  </a:lnTo>
                  <a:lnTo>
                    <a:pt x="1717" y="3453"/>
                  </a:lnTo>
                  <a:lnTo>
                    <a:pt x="1738" y="3557"/>
                  </a:lnTo>
                  <a:lnTo>
                    <a:pt x="1738" y="3662"/>
                  </a:lnTo>
                  <a:lnTo>
                    <a:pt x="1675" y="3662"/>
                  </a:lnTo>
                  <a:lnTo>
                    <a:pt x="1654" y="3599"/>
                  </a:lnTo>
                  <a:lnTo>
                    <a:pt x="1528" y="3536"/>
                  </a:lnTo>
                  <a:lnTo>
                    <a:pt x="1424" y="3536"/>
                  </a:lnTo>
                  <a:lnTo>
                    <a:pt x="1340" y="3599"/>
                  </a:lnTo>
                  <a:lnTo>
                    <a:pt x="1256" y="3557"/>
                  </a:lnTo>
                  <a:lnTo>
                    <a:pt x="1131" y="3620"/>
                  </a:lnTo>
                  <a:lnTo>
                    <a:pt x="1047" y="3515"/>
                  </a:lnTo>
                  <a:lnTo>
                    <a:pt x="984" y="3285"/>
                  </a:lnTo>
                  <a:lnTo>
                    <a:pt x="838" y="3285"/>
                  </a:lnTo>
                  <a:lnTo>
                    <a:pt x="796" y="3327"/>
                  </a:lnTo>
                  <a:lnTo>
                    <a:pt x="817" y="3494"/>
                  </a:lnTo>
                  <a:lnTo>
                    <a:pt x="796" y="3557"/>
                  </a:lnTo>
                  <a:lnTo>
                    <a:pt x="587" y="3599"/>
                  </a:lnTo>
                  <a:lnTo>
                    <a:pt x="503" y="3599"/>
                  </a:lnTo>
                  <a:lnTo>
                    <a:pt x="482" y="3641"/>
                  </a:lnTo>
                  <a:lnTo>
                    <a:pt x="419" y="3704"/>
                  </a:lnTo>
                  <a:lnTo>
                    <a:pt x="294" y="3641"/>
                  </a:lnTo>
                  <a:lnTo>
                    <a:pt x="189" y="3641"/>
                  </a:lnTo>
                  <a:lnTo>
                    <a:pt x="147" y="3704"/>
                  </a:lnTo>
                  <a:lnTo>
                    <a:pt x="168" y="3766"/>
                  </a:lnTo>
                  <a:lnTo>
                    <a:pt x="168" y="3913"/>
                  </a:lnTo>
                  <a:lnTo>
                    <a:pt x="252" y="3871"/>
                  </a:lnTo>
                  <a:lnTo>
                    <a:pt x="315" y="3850"/>
                  </a:lnTo>
                  <a:lnTo>
                    <a:pt x="398" y="3871"/>
                  </a:lnTo>
                  <a:lnTo>
                    <a:pt x="482" y="3955"/>
                  </a:lnTo>
                  <a:lnTo>
                    <a:pt x="503" y="4248"/>
                  </a:lnTo>
                  <a:lnTo>
                    <a:pt x="503" y="4352"/>
                  </a:lnTo>
                  <a:lnTo>
                    <a:pt x="315" y="4227"/>
                  </a:lnTo>
                  <a:lnTo>
                    <a:pt x="294" y="4227"/>
                  </a:lnTo>
                  <a:lnTo>
                    <a:pt x="252" y="4289"/>
                  </a:lnTo>
                  <a:lnTo>
                    <a:pt x="147" y="4289"/>
                  </a:lnTo>
                  <a:lnTo>
                    <a:pt x="85" y="4331"/>
                  </a:lnTo>
                  <a:lnTo>
                    <a:pt x="85" y="4394"/>
                  </a:lnTo>
                  <a:lnTo>
                    <a:pt x="1" y="4499"/>
                  </a:lnTo>
                  <a:lnTo>
                    <a:pt x="106" y="4603"/>
                  </a:lnTo>
                  <a:lnTo>
                    <a:pt x="168" y="4687"/>
                  </a:lnTo>
                  <a:lnTo>
                    <a:pt x="315" y="4792"/>
                  </a:lnTo>
                  <a:lnTo>
                    <a:pt x="315" y="4896"/>
                  </a:lnTo>
                  <a:lnTo>
                    <a:pt x="419" y="5001"/>
                  </a:lnTo>
                  <a:lnTo>
                    <a:pt x="419" y="5126"/>
                  </a:lnTo>
                  <a:lnTo>
                    <a:pt x="482" y="5189"/>
                  </a:lnTo>
                  <a:lnTo>
                    <a:pt x="524" y="5168"/>
                  </a:lnTo>
                  <a:lnTo>
                    <a:pt x="608" y="5022"/>
                  </a:lnTo>
                  <a:lnTo>
                    <a:pt x="629" y="5022"/>
                  </a:lnTo>
                  <a:lnTo>
                    <a:pt x="712" y="4980"/>
                  </a:lnTo>
                  <a:lnTo>
                    <a:pt x="775" y="4875"/>
                  </a:lnTo>
                  <a:lnTo>
                    <a:pt x="838" y="4854"/>
                  </a:lnTo>
                  <a:lnTo>
                    <a:pt x="942" y="4771"/>
                  </a:lnTo>
                  <a:lnTo>
                    <a:pt x="1005" y="4771"/>
                  </a:lnTo>
                  <a:lnTo>
                    <a:pt x="1047" y="4813"/>
                  </a:lnTo>
                  <a:lnTo>
                    <a:pt x="1110" y="4896"/>
                  </a:lnTo>
                  <a:lnTo>
                    <a:pt x="1110" y="5001"/>
                  </a:lnTo>
                  <a:lnTo>
                    <a:pt x="1131" y="4980"/>
                  </a:lnTo>
                  <a:lnTo>
                    <a:pt x="1194" y="5001"/>
                  </a:lnTo>
                  <a:lnTo>
                    <a:pt x="1298" y="4959"/>
                  </a:lnTo>
                  <a:lnTo>
                    <a:pt x="1319" y="5001"/>
                  </a:lnTo>
                  <a:lnTo>
                    <a:pt x="1319" y="5064"/>
                  </a:lnTo>
                  <a:lnTo>
                    <a:pt x="1424" y="5064"/>
                  </a:lnTo>
                  <a:lnTo>
                    <a:pt x="1507" y="4980"/>
                  </a:lnTo>
                  <a:lnTo>
                    <a:pt x="1507" y="4875"/>
                  </a:lnTo>
                  <a:lnTo>
                    <a:pt x="1570" y="4854"/>
                  </a:lnTo>
                  <a:lnTo>
                    <a:pt x="1654" y="4875"/>
                  </a:lnTo>
                  <a:lnTo>
                    <a:pt x="1758" y="4771"/>
                  </a:lnTo>
                  <a:lnTo>
                    <a:pt x="1947" y="4708"/>
                  </a:lnTo>
                  <a:lnTo>
                    <a:pt x="1947" y="4771"/>
                  </a:lnTo>
                  <a:lnTo>
                    <a:pt x="1863" y="4896"/>
                  </a:lnTo>
                  <a:lnTo>
                    <a:pt x="1884" y="4917"/>
                  </a:lnTo>
                  <a:lnTo>
                    <a:pt x="1947" y="5022"/>
                  </a:lnTo>
                  <a:lnTo>
                    <a:pt x="2072" y="5105"/>
                  </a:lnTo>
                  <a:lnTo>
                    <a:pt x="2198" y="5022"/>
                  </a:lnTo>
                  <a:lnTo>
                    <a:pt x="2282" y="4917"/>
                  </a:lnTo>
                  <a:lnTo>
                    <a:pt x="2512" y="4687"/>
                  </a:lnTo>
                  <a:lnTo>
                    <a:pt x="2574" y="4603"/>
                  </a:lnTo>
                  <a:lnTo>
                    <a:pt x="2658" y="4541"/>
                  </a:lnTo>
                  <a:lnTo>
                    <a:pt x="2763" y="4499"/>
                  </a:lnTo>
                  <a:lnTo>
                    <a:pt x="2867" y="4352"/>
                  </a:lnTo>
                  <a:lnTo>
                    <a:pt x="2867" y="4248"/>
                  </a:lnTo>
                  <a:lnTo>
                    <a:pt x="2888" y="4080"/>
                  </a:lnTo>
                  <a:lnTo>
                    <a:pt x="2909" y="3766"/>
                  </a:lnTo>
                  <a:lnTo>
                    <a:pt x="2888" y="3745"/>
                  </a:lnTo>
                  <a:lnTo>
                    <a:pt x="2867" y="3557"/>
                  </a:lnTo>
                  <a:lnTo>
                    <a:pt x="2909" y="3453"/>
                  </a:lnTo>
                  <a:lnTo>
                    <a:pt x="3098" y="3285"/>
                  </a:lnTo>
                  <a:lnTo>
                    <a:pt x="3098" y="3139"/>
                  </a:lnTo>
                  <a:lnTo>
                    <a:pt x="3202" y="3013"/>
                  </a:lnTo>
                  <a:lnTo>
                    <a:pt x="3328" y="2908"/>
                  </a:lnTo>
                  <a:lnTo>
                    <a:pt x="3411" y="2929"/>
                  </a:lnTo>
                  <a:lnTo>
                    <a:pt x="3516" y="2867"/>
                  </a:lnTo>
                  <a:lnTo>
                    <a:pt x="3621" y="2825"/>
                  </a:lnTo>
                  <a:lnTo>
                    <a:pt x="3809" y="2511"/>
                  </a:lnTo>
                  <a:lnTo>
                    <a:pt x="3809" y="2344"/>
                  </a:lnTo>
                  <a:lnTo>
                    <a:pt x="3851" y="2155"/>
                  </a:lnTo>
                  <a:lnTo>
                    <a:pt x="3935" y="2092"/>
                  </a:lnTo>
                  <a:lnTo>
                    <a:pt x="3955" y="1946"/>
                  </a:lnTo>
                  <a:lnTo>
                    <a:pt x="3935" y="1925"/>
                  </a:lnTo>
                  <a:lnTo>
                    <a:pt x="3955" y="1737"/>
                  </a:lnTo>
                  <a:lnTo>
                    <a:pt x="3955" y="1653"/>
                  </a:lnTo>
                  <a:lnTo>
                    <a:pt x="3955" y="1507"/>
                  </a:lnTo>
                  <a:lnTo>
                    <a:pt x="4060" y="1402"/>
                  </a:lnTo>
                  <a:lnTo>
                    <a:pt x="4060" y="1256"/>
                  </a:lnTo>
                  <a:lnTo>
                    <a:pt x="4081" y="1130"/>
                  </a:lnTo>
                  <a:lnTo>
                    <a:pt x="4039" y="921"/>
                  </a:lnTo>
                  <a:lnTo>
                    <a:pt x="4290" y="607"/>
                  </a:lnTo>
                  <a:lnTo>
                    <a:pt x="4332" y="502"/>
                  </a:lnTo>
                  <a:lnTo>
                    <a:pt x="4437" y="460"/>
                  </a:lnTo>
                  <a:lnTo>
                    <a:pt x="4437" y="209"/>
                  </a:lnTo>
                  <a:lnTo>
                    <a:pt x="4374" y="105"/>
                  </a:lnTo>
                  <a:lnTo>
                    <a:pt x="4374" y="63"/>
                  </a:lnTo>
                  <a:lnTo>
                    <a:pt x="4290" y="84"/>
                  </a:lnTo>
                  <a:lnTo>
                    <a:pt x="4248" y="105"/>
                  </a:lnTo>
                  <a:lnTo>
                    <a:pt x="4144" y="63"/>
                  </a:lnTo>
                  <a:lnTo>
                    <a:pt x="4123" y="0"/>
                  </a:lnTo>
                  <a:close/>
                </a:path>
              </a:pathLst>
            </a:custGeom>
            <a:solidFill>
              <a:srgbClr val="5F7D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084" name="Google Shape;6084;p36"/>
            <p:cNvSpPr/>
            <p:nvPr/>
          </p:nvSpPr>
          <p:spPr>
            <a:xfrm>
              <a:off x="3828067" y="3174369"/>
              <a:ext cx="7478" cy="9769"/>
            </a:xfrm>
            <a:custGeom>
              <a:rect b="b" l="l" r="r" t="t"/>
              <a:pathLst>
                <a:path extrusionOk="0" h="859" w="628">
                  <a:moveTo>
                    <a:pt x="460" y="1"/>
                  </a:moveTo>
                  <a:lnTo>
                    <a:pt x="356" y="84"/>
                  </a:lnTo>
                  <a:lnTo>
                    <a:pt x="293" y="105"/>
                  </a:lnTo>
                  <a:lnTo>
                    <a:pt x="230" y="210"/>
                  </a:lnTo>
                  <a:lnTo>
                    <a:pt x="147" y="252"/>
                  </a:lnTo>
                  <a:lnTo>
                    <a:pt x="126" y="252"/>
                  </a:lnTo>
                  <a:lnTo>
                    <a:pt x="42" y="398"/>
                  </a:lnTo>
                  <a:lnTo>
                    <a:pt x="0" y="419"/>
                  </a:lnTo>
                  <a:lnTo>
                    <a:pt x="84" y="503"/>
                  </a:lnTo>
                  <a:lnTo>
                    <a:pt x="105" y="670"/>
                  </a:lnTo>
                  <a:lnTo>
                    <a:pt x="42" y="775"/>
                  </a:lnTo>
                  <a:lnTo>
                    <a:pt x="84" y="859"/>
                  </a:lnTo>
                  <a:lnTo>
                    <a:pt x="188" y="775"/>
                  </a:lnTo>
                  <a:lnTo>
                    <a:pt x="293" y="775"/>
                  </a:lnTo>
                  <a:lnTo>
                    <a:pt x="356" y="712"/>
                  </a:lnTo>
                  <a:lnTo>
                    <a:pt x="335" y="503"/>
                  </a:lnTo>
                  <a:lnTo>
                    <a:pt x="398" y="440"/>
                  </a:lnTo>
                  <a:lnTo>
                    <a:pt x="523" y="335"/>
                  </a:lnTo>
                  <a:lnTo>
                    <a:pt x="628" y="231"/>
                  </a:lnTo>
                  <a:lnTo>
                    <a:pt x="628" y="126"/>
                  </a:lnTo>
                  <a:lnTo>
                    <a:pt x="565" y="43"/>
                  </a:lnTo>
                  <a:lnTo>
                    <a:pt x="523" y="1"/>
                  </a:lnTo>
                  <a:close/>
                </a:path>
              </a:pathLst>
            </a:custGeom>
            <a:solidFill>
              <a:srgbClr val="5F7D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085" name="Google Shape;6085;p36"/>
            <p:cNvSpPr/>
            <p:nvPr/>
          </p:nvSpPr>
          <p:spPr>
            <a:xfrm>
              <a:off x="3947654" y="3151533"/>
              <a:ext cx="76994" cy="74956"/>
            </a:xfrm>
            <a:custGeom>
              <a:rect b="b" l="l" r="r" t="t"/>
              <a:pathLst>
                <a:path extrusionOk="0" h="6591" w="6466">
                  <a:moveTo>
                    <a:pt x="2553" y="0"/>
                  </a:moveTo>
                  <a:lnTo>
                    <a:pt x="1779" y="42"/>
                  </a:lnTo>
                  <a:lnTo>
                    <a:pt x="858" y="42"/>
                  </a:lnTo>
                  <a:lnTo>
                    <a:pt x="816" y="105"/>
                  </a:lnTo>
                  <a:lnTo>
                    <a:pt x="754" y="105"/>
                  </a:lnTo>
                  <a:lnTo>
                    <a:pt x="712" y="146"/>
                  </a:lnTo>
                  <a:lnTo>
                    <a:pt x="775" y="230"/>
                  </a:lnTo>
                  <a:lnTo>
                    <a:pt x="858" y="314"/>
                  </a:lnTo>
                  <a:lnTo>
                    <a:pt x="858" y="356"/>
                  </a:lnTo>
                  <a:lnTo>
                    <a:pt x="921" y="439"/>
                  </a:lnTo>
                  <a:lnTo>
                    <a:pt x="963" y="628"/>
                  </a:lnTo>
                  <a:lnTo>
                    <a:pt x="984" y="732"/>
                  </a:lnTo>
                  <a:lnTo>
                    <a:pt x="942" y="795"/>
                  </a:lnTo>
                  <a:lnTo>
                    <a:pt x="942" y="879"/>
                  </a:lnTo>
                  <a:lnTo>
                    <a:pt x="879" y="942"/>
                  </a:lnTo>
                  <a:lnTo>
                    <a:pt x="816" y="963"/>
                  </a:lnTo>
                  <a:lnTo>
                    <a:pt x="754" y="963"/>
                  </a:lnTo>
                  <a:lnTo>
                    <a:pt x="733" y="942"/>
                  </a:lnTo>
                  <a:lnTo>
                    <a:pt x="733" y="983"/>
                  </a:lnTo>
                  <a:lnTo>
                    <a:pt x="754" y="1046"/>
                  </a:lnTo>
                  <a:lnTo>
                    <a:pt x="754" y="1109"/>
                  </a:lnTo>
                  <a:lnTo>
                    <a:pt x="858" y="1151"/>
                  </a:lnTo>
                  <a:lnTo>
                    <a:pt x="858" y="1214"/>
                  </a:lnTo>
                  <a:lnTo>
                    <a:pt x="942" y="1214"/>
                  </a:lnTo>
                  <a:lnTo>
                    <a:pt x="963" y="1402"/>
                  </a:lnTo>
                  <a:lnTo>
                    <a:pt x="963" y="1486"/>
                  </a:lnTo>
                  <a:lnTo>
                    <a:pt x="858" y="1590"/>
                  </a:lnTo>
                  <a:lnTo>
                    <a:pt x="775" y="1674"/>
                  </a:lnTo>
                  <a:lnTo>
                    <a:pt x="733" y="1716"/>
                  </a:lnTo>
                  <a:lnTo>
                    <a:pt x="565" y="1883"/>
                  </a:lnTo>
                  <a:lnTo>
                    <a:pt x="461" y="2030"/>
                  </a:lnTo>
                  <a:lnTo>
                    <a:pt x="293" y="2092"/>
                  </a:lnTo>
                  <a:lnTo>
                    <a:pt x="0" y="2092"/>
                  </a:lnTo>
                  <a:lnTo>
                    <a:pt x="84" y="2553"/>
                  </a:lnTo>
                  <a:lnTo>
                    <a:pt x="210" y="3243"/>
                  </a:lnTo>
                  <a:lnTo>
                    <a:pt x="628" y="3808"/>
                  </a:lnTo>
                  <a:lnTo>
                    <a:pt x="754" y="4248"/>
                  </a:lnTo>
                  <a:lnTo>
                    <a:pt x="942" y="4352"/>
                  </a:lnTo>
                  <a:lnTo>
                    <a:pt x="1026" y="4352"/>
                  </a:lnTo>
                  <a:lnTo>
                    <a:pt x="1130" y="4394"/>
                  </a:lnTo>
                  <a:lnTo>
                    <a:pt x="1172" y="4394"/>
                  </a:lnTo>
                  <a:lnTo>
                    <a:pt x="1256" y="4436"/>
                  </a:lnTo>
                  <a:lnTo>
                    <a:pt x="1256" y="4499"/>
                  </a:lnTo>
                  <a:lnTo>
                    <a:pt x="1340" y="4561"/>
                  </a:lnTo>
                  <a:lnTo>
                    <a:pt x="1444" y="4561"/>
                  </a:lnTo>
                  <a:lnTo>
                    <a:pt x="1695" y="4645"/>
                  </a:lnTo>
                  <a:lnTo>
                    <a:pt x="1779" y="4645"/>
                  </a:lnTo>
                  <a:lnTo>
                    <a:pt x="1821" y="4708"/>
                  </a:lnTo>
                  <a:lnTo>
                    <a:pt x="1884" y="4729"/>
                  </a:lnTo>
                  <a:lnTo>
                    <a:pt x="1925" y="4812"/>
                  </a:lnTo>
                  <a:lnTo>
                    <a:pt x="2030" y="4917"/>
                  </a:lnTo>
                  <a:lnTo>
                    <a:pt x="2093" y="4917"/>
                  </a:lnTo>
                  <a:lnTo>
                    <a:pt x="2093" y="4938"/>
                  </a:lnTo>
                  <a:lnTo>
                    <a:pt x="2114" y="4917"/>
                  </a:lnTo>
                  <a:lnTo>
                    <a:pt x="2177" y="4917"/>
                  </a:lnTo>
                  <a:lnTo>
                    <a:pt x="2197" y="4980"/>
                  </a:lnTo>
                  <a:lnTo>
                    <a:pt x="2281" y="4980"/>
                  </a:lnTo>
                  <a:lnTo>
                    <a:pt x="2302" y="5022"/>
                  </a:lnTo>
                  <a:lnTo>
                    <a:pt x="2323" y="4980"/>
                  </a:lnTo>
                  <a:lnTo>
                    <a:pt x="2407" y="5022"/>
                  </a:lnTo>
                  <a:lnTo>
                    <a:pt x="2428" y="5043"/>
                  </a:lnTo>
                  <a:lnTo>
                    <a:pt x="2490" y="5043"/>
                  </a:lnTo>
                  <a:lnTo>
                    <a:pt x="2511" y="5084"/>
                  </a:lnTo>
                  <a:lnTo>
                    <a:pt x="2553" y="5126"/>
                  </a:lnTo>
                  <a:lnTo>
                    <a:pt x="2637" y="5189"/>
                  </a:lnTo>
                  <a:lnTo>
                    <a:pt x="2825" y="5398"/>
                  </a:lnTo>
                  <a:lnTo>
                    <a:pt x="2846" y="5608"/>
                  </a:lnTo>
                  <a:lnTo>
                    <a:pt x="2846" y="6591"/>
                  </a:lnTo>
                  <a:lnTo>
                    <a:pt x="2951" y="6193"/>
                  </a:lnTo>
                  <a:lnTo>
                    <a:pt x="3495" y="6173"/>
                  </a:lnTo>
                  <a:lnTo>
                    <a:pt x="3599" y="6131"/>
                  </a:lnTo>
                  <a:lnTo>
                    <a:pt x="3641" y="6110"/>
                  </a:lnTo>
                  <a:lnTo>
                    <a:pt x="3704" y="6089"/>
                  </a:lnTo>
                  <a:lnTo>
                    <a:pt x="3704" y="6131"/>
                  </a:lnTo>
                  <a:lnTo>
                    <a:pt x="3788" y="6173"/>
                  </a:lnTo>
                  <a:lnTo>
                    <a:pt x="3871" y="6214"/>
                  </a:lnTo>
                  <a:lnTo>
                    <a:pt x="3955" y="6214"/>
                  </a:lnTo>
                  <a:lnTo>
                    <a:pt x="3997" y="6298"/>
                  </a:lnTo>
                  <a:lnTo>
                    <a:pt x="3976" y="6319"/>
                  </a:lnTo>
                  <a:lnTo>
                    <a:pt x="4164" y="6298"/>
                  </a:lnTo>
                  <a:lnTo>
                    <a:pt x="4269" y="6193"/>
                  </a:lnTo>
                  <a:lnTo>
                    <a:pt x="4332" y="6193"/>
                  </a:lnTo>
                  <a:lnTo>
                    <a:pt x="4394" y="6131"/>
                  </a:lnTo>
                  <a:lnTo>
                    <a:pt x="4436" y="6173"/>
                  </a:lnTo>
                  <a:lnTo>
                    <a:pt x="4436" y="6214"/>
                  </a:lnTo>
                  <a:lnTo>
                    <a:pt x="4520" y="6214"/>
                  </a:lnTo>
                  <a:lnTo>
                    <a:pt x="4604" y="6277"/>
                  </a:lnTo>
                  <a:lnTo>
                    <a:pt x="4729" y="6214"/>
                  </a:lnTo>
                  <a:lnTo>
                    <a:pt x="4897" y="6193"/>
                  </a:lnTo>
                  <a:lnTo>
                    <a:pt x="4918" y="6110"/>
                  </a:lnTo>
                  <a:lnTo>
                    <a:pt x="4897" y="6068"/>
                  </a:lnTo>
                  <a:lnTo>
                    <a:pt x="4938" y="6005"/>
                  </a:lnTo>
                  <a:lnTo>
                    <a:pt x="5043" y="6026"/>
                  </a:lnTo>
                  <a:lnTo>
                    <a:pt x="5127" y="6026"/>
                  </a:lnTo>
                  <a:lnTo>
                    <a:pt x="5210" y="6089"/>
                  </a:lnTo>
                  <a:lnTo>
                    <a:pt x="5315" y="6068"/>
                  </a:lnTo>
                  <a:lnTo>
                    <a:pt x="5357" y="6026"/>
                  </a:lnTo>
                  <a:lnTo>
                    <a:pt x="5566" y="5963"/>
                  </a:lnTo>
                  <a:lnTo>
                    <a:pt x="5650" y="5984"/>
                  </a:lnTo>
                  <a:lnTo>
                    <a:pt x="5754" y="5963"/>
                  </a:lnTo>
                  <a:lnTo>
                    <a:pt x="5775" y="5900"/>
                  </a:lnTo>
                  <a:lnTo>
                    <a:pt x="5901" y="5900"/>
                  </a:lnTo>
                  <a:lnTo>
                    <a:pt x="5985" y="5817"/>
                  </a:lnTo>
                  <a:lnTo>
                    <a:pt x="6110" y="5796"/>
                  </a:lnTo>
                  <a:lnTo>
                    <a:pt x="6194" y="5712"/>
                  </a:lnTo>
                  <a:lnTo>
                    <a:pt x="6278" y="5649"/>
                  </a:lnTo>
                  <a:lnTo>
                    <a:pt x="6382" y="5670"/>
                  </a:lnTo>
                  <a:lnTo>
                    <a:pt x="6424" y="5608"/>
                  </a:lnTo>
                  <a:lnTo>
                    <a:pt x="6466" y="5587"/>
                  </a:lnTo>
                  <a:lnTo>
                    <a:pt x="6424" y="5587"/>
                  </a:lnTo>
                  <a:lnTo>
                    <a:pt x="6424" y="5545"/>
                  </a:lnTo>
                  <a:lnTo>
                    <a:pt x="6298" y="5440"/>
                  </a:lnTo>
                  <a:lnTo>
                    <a:pt x="6173" y="5398"/>
                  </a:lnTo>
                  <a:lnTo>
                    <a:pt x="5964" y="5189"/>
                  </a:lnTo>
                  <a:lnTo>
                    <a:pt x="5985" y="5126"/>
                  </a:lnTo>
                  <a:lnTo>
                    <a:pt x="5901" y="4938"/>
                  </a:lnTo>
                  <a:lnTo>
                    <a:pt x="5859" y="4875"/>
                  </a:lnTo>
                  <a:lnTo>
                    <a:pt x="5901" y="4771"/>
                  </a:lnTo>
                  <a:lnTo>
                    <a:pt x="5859" y="4729"/>
                  </a:lnTo>
                  <a:lnTo>
                    <a:pt x="5838" y="4624"/>
                  </a:lnTo>
                  <a:lnTo>
                    <a:pt x="5796" y="4540"/>
                  </a:lnTo>
                  <a:lnTo>
                    <a:pt x="5838" y="4540"/>
                  </a:lnTo>
                  <a:lnTo>
                    <a:pt x="5775" y="4394"/>
                  </a:lnTo>
                  <a:lnTo>
                    <a:pt x="5754" y="4248"/>
                  </a:lnTo>
                  <a:lnTo>
                    <a:pt x="5838" y="4206"/>
                  </a:lnTo>
                  <a:lnTo>
                    <a:pt x="5838" y="4038"/>
                  </a:lnTo>
                  <a:lnTo>
                    <a:pt x="5754" y="3976"/>
                  </a:lnTo>
                  <a:lnTo>
                    <a:pt x="5754" y="3766"/>
                  </a:lnTo>
                  <a:lnTo>
                    <a:pt x="5775" y="3620"/>
                  </a:lnTo>
                  <a:lnTo>
                    <a:pt x="5859" y="3578"/>
                  </a:lnTo>
                  <a:lnTo>
                    <a:pt x="5880" y="3599"/>
                  </a:lnTo>
                  <a:lnTo>
                    <a:pt x="5943" y="3515"/>
                  </a:lnTo>
                  <a:lnTo>
                    <a:pt x="5859" y="3306"/>
                  </a:lnTo>
                  <a:lnTo>
                    <a:pt x="5775" y="3306"/>
                  </a:lnTo>
                  <a:lnTo>
                    <a:pt x="5650" y="3180"/>
                  </a:lnTo>
                  <a:lnTo>
                    <a:pt x="5482" y="3055"/>
                  </a:lnTo>
                  <a:lnTo>
                    <a:pt x="5482" y="2929"/>
                  </a:lnTo>
                  <a:lnTo>
                    <a:pt x="5566" y="2657"/>
                  </a:lnTo>
                  <a:lnTo>
                    <a:pt x="5692" y="2302"/>
                  </a:lnTo>
                  <a:lnTo>
                    <a:pt x="5754" y="2239"/>
                  </a:lnTo>
                  <a:lnTo>
                    <a:pt x="5734" y="2134"/>
                  </a:lnTo>
                  <a:lnTo>
                    <a:pt x="5692" y="2113"/>
                  </a:lnTo>
                  <a:lnTo>
                    <a:pt x="5734" y="2113"/>
                  </a:lnTo>
                  <a:lnTo>
                    <a:pt x="5022" y="1611"/>
                  </a:lnTo>
                  <a:lnTo>
                    <a:pt x="4959" y="1527"/>
                  </a:lnTo>
                  <a:lnTo>
                    <a:pt x="4938" y="1486"/>
                  </a:lnTo>
                  <a:lnTo>
                    <a:pt x="4959" y="1402"/>
                  </a:lnTo>
                  <a:lnTo>
                    <a:pt x="4834" y="1214"/>
                  </a:lnTo>
                  <a:lnTo>
                    <a:pt x="2741" y="0"/>
                  </a:lnTo>
                  <a:close/>
                </a:path>
              </a:pathLst>
            </a:custGeom>
            <a:solidFill>
              <a:srgbClr val="5F7D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086" name="Google Shape;6086;p36"/>
            <p:cNvSpPr/>
            <p:nvPr/>
          </p:nvSpPr>
          <p:spPr>
            <a:xfrm>
              <a:off x="3945415" y="3152954"/>
              <a:ext cx="13956" cy="10963"/>
            </a:xfrm>
            <a:custGeom>
              <a:rect b="b" l="l" r="r" t="t"/>
              <a:pathLst>
                <a:path extrusionOk="0" h="964" w="1172">
                  <a:moveTo>
                    <a:pt x="795" y="1"/>
                  </a:moveTo>
                  <a:lnTo>
                    <a:pt x="795" y="84"/>
                  </a:lnTo>
                  <a:lnTo>
                    <a:pt x="732" y="126"/>
                  </a:lnTo>
                  <a:lnTo>
                    <a:pt x="649" y="126"/>
                  </a:lnTo>
                  <a:lnTo>
                    <a:pt x="607" y="84"/>
                  </a:lnTo>
                  <a:lnTo>
                    <a:pt x="544" y="42"/>
                  </a:lnTo>
                  <a:lnTo>
                    <a:pt x="440" y="126"/>
                  </a:lnTo>
                  <a:lnTo>
                    <a:pt x="377" y="147"/>
                  </a:lnTo>
                  <a:lnTo>
                    <a:pt x="335" y="126"/>
                  </a:lnTo>
                  <a:lnTo>
                    <a:pt x="209" y="231"/>
                  </a:lnTo>
                  <a:lnTo>
                    <a:pt x="105" y="356"/>
                  </a:lnTo>
                  <a:lnTo>
                    <a:pt x="0" y="733"/>
                  </a:lnTo>
                  <a:lnTo>
                    <a:pt x="0" y="817"/>
                  </a:lnTo>
                  <a:lnTo>
                    <a:pt x="209" y="817"/>
                  </a:lnTo>
                  <a:lnTo>
                    <a:pt x="272" y="921"/>
                  </a:lnTo>
                  <a:lnTo>
                    <a:pt x="335" y="963"/>
                  </a:lnTo>
                  <a:lnTo>
                    <a:pt x="398" y="921"/>
                  </a:lnTo>
                  <a:lnTo>
                    <a:pt x="419" y="921"/>
                  </a:lnTo>
                  <a:lnTo>
                    <a:pt x="481" y="963"/>
                  </a:lnTo>
                  <a:lnTo>
                    <a:pt x="607" y="921"/>
                  </a:lnTo>
                  <a:lnTo>
                    <a:pt x="607" y="858"/>
                  </a:lnTo>
                  <a:lnTo>
                    <a:pt x="691" y="670"/>
                  </a:lnTo>
                  <a:lnTo>
                    <a:pt x="649" y="566"/>
                  </a:lnTo>
                  <a:lnTo>
                    <a:pt x="712" y="566"/>
                  </a:lnTo>
                  <a:lnTo>
                    <a:pt x="753" y="628"/>
                  </a:lnTo>
                  <a:lnTo>
                    <a:pt x="816" y="628"/>
                  </a:lnTo>
                  <a:lnTo>
                    <a:pt x="858" y="733"/>
                  </a:lnTo>
                  <a:lnTo>
                    <a:pt x="921" y="754"/>
                  </a:lnTo>
                  <a:lnTo>
                    <a:pt x="921" y="817"/>
                  </a:lnTo>
                  <a:lnTo>
                    <a:pt x="942" y="838"/>
                  </a:lnTo>
                  <a:lnTo>
                    <a:pt x="1004" y="838"/>
                  </a:lnTo>
                  <a:lnTo>
                    <a:pt x="1067" y="817"/>
                  </a:lnTo>
                  <a:lnTo>
                    <a:pt x="1130" y="754"/>
                  </a:lnTo>
                  <a:lnTo>
                    <a:pt x="1130" y="670"/>
                  </a:lnTo>
                  <a:lnTo>
                    <a:pt x="1172" y="607"/>
                  </a:lnTo>
                  <a:lnTo>
                    <a:pt x="1151" y="503"/>
                  </a:lnTo>
                  <a:lnTo>
                    <a:pt x="1109" y="314"/>
                  </a:lnTo>
                  <a:lnTo>
                    <a:pt x="1046" y="231"/>
                  </a:lnTo>
                  <a:lnTo>
                    <a:pt x="1046" y="189"/>
                  </a:lnTo>
                  <a:lnTo>
                    <a:pt x="963" y="105"/>
                  </a:lnTo>
                  <a:lnTo>
                    <a:pt x="900" y="21"/>
                  </a:lnTo>
                  <a:lnTo>
                    <a:pt x="900" y="1"/>
                  </a:lnTo>
                  <a:close/>
                </a:path>
              </a:pathLst>
            </a:custGeom>
            <a:solidFill>
              <a:srgbClr val="5F7D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087" name="Google Shape;6087;p36"/>
            <p:cNvSpPr/>
            <p:nvPr/>
          </p:nvSpPr>
          <p:spPr>
            <a:xfrm>
              <a:off x="3945415" y="3159380"/>
              <a:ext cx="13706" cy="15956"/>
            </a:xfrm>
            <a:custGeom>
              <a:rect b="b" l="l" r="r" t="t"/>
              <a:pathLst>
                <a:path extrusionOk="0" h="1403" w="1151">
                  <a:moveTo>
                    <a:pt x="649" y="1"/>
                  </a:moveTo>
                  <a:lnTo>
                    <a:pt x="691" y="105"/>
                  </a:lnTo>
                  <a:lnTo>
                    <a:pt x="607" y="293"/>
                  </a:lnTo>
                  <a:lnTo>
                    <a:pt x="607" y="356"/>
                  </a:lnTo>
                  <a:lnTo>
                    <a:pt x="481" y="398"/>
                  </a:lnTo>
                  <a:lnTo>
                    <a:pt x="419" y="356"/>
                  </a:lnTo>
                  <a:lnTo>
                    <a:pt x="398" y="356"/>
                  </a:lnTo>
                  <a:lnTo>
                    <a:pt x="335" y="398"/>
                  </a:lnTo>
                  <a:lnTo>
                    <a:pt x="272" y="356"/>
                  </a:lnTo>
                  <a:lnTo>
                    <a:pt x="209" y="252"/>
                  </a:lnTo>
                  <a:lnTo>
                    <a:pt x="0" y="252"/>
                  </a:lnTo>
                  <a:lnTo>
                    <a:pt x="0" y="314"/>
                  </a:lnTo>
                  <a:lnTo>
                    <a:pt x="63" y="419"/>
                  </a:lnTo>
                  <a:lnTo>
                    <a:pt x="84" y="565"/>
                  </a:lnTo>
                  <a:lnTo>
                    <a:pt x="84" y="712"/>
                  </a:lnTo>
                  <a:lnTo>
                    <a:pt x="188" y="1402"/>
                  </a:lnTo>
                  <a:lnTo>
                    <a:pt x="481" y="1402"/>
                  </a:lnTo>
                  <a:lnTo>
                    <a:pt x="649" y="1340"/>
                  </a:lnTo>
                  <a:lnTo>
                    <a:pt x="753" y="1193"/>
                  </a:lnTo>
                  <a:lnTo>
                    <a:pt x="921" y="1026"/>
                  </a:lnTo>
                  <a:lnTo>
                    <a:pt x="963" y="984"/>
                  </a:lnTo>
                  <a:lnTo>
                    <a:pt x="1046" y="900"/>
                  </a:lnTo>
                  <a:lnTo>
                    <a:pt x="1151" y="796"/>
                  </a:lnTo>
                  <a:lnTo>
                    <a:pt x="1151" y="712"/>
                  </a:lnTo>
                  <a:lnTo>
                    <a:pt x="1130" y="524"/>
                  </a:lnTo>
                  <a:lnTo>
                    <a:pt x="1046" y="524"/>
                  </a:lnTo>
                  <a:lnTo>
                    <a:pt x="1046" y="461"/>
                  </a:lnTo>
                  <a:lnTo>
                    <a:pt x="942" y="419"/>
                  </a:lnTo>
                  <a:lnTo>
                    <a:pt x="942" y="356"/>
                  </a:lnTo>
                  <a:lnTo>
                    <a:pt x="921" y="293"/>
                  </a:lnTo>
                  <a:lnTo>
                    <a:pt x="921" y="252"/>
                  </a:lnTo>
                  <a:lnTo>
                    <a:pt x="921" y="189"/>
                  </a:lnTo>
                  <a:lnTo>
                    <a:pt x="858" y="168"/>
                  </a:lnTo>
                  <a:lnTo>
                    <a:pt x="816" y="63"/>
                  </a:lnTo>
                  <a:lnTo>
                    <a:pt x="753" y="63"/>
                  </a:lnTo>
                  <a:lnTo>
                    <a:pt x="712" y="1"/>
                  </a:lnTo>
                  <a:close/>
                </a:path>
              </a:pathLst>
            </a:custGeom>
            <a:solidFill>
              <a:srgbClr val="5F7D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088" name="Google Shape;6088;p36"/>
            <p:cNvSpPr/>
            <p:nvPr/>
          </p:nvSpPr>
          <p:spPr>
            <a:xfrm>
              <a:off x="3829055" y="3110126"/>
              <a:ext cx="131316" cy="124222"/>
            </a:xfrm>
            <a:custGeom>
              <a:rect b="b" l="l" r="r" t="t"/>
              <a:pathLst>
                <a:path extrusionOk="0" h="10923" w="11028">
                  <a:moveTo>
                    <a:pt x="7701" y="0"/>
                  </a:moveTo>
                  <a:lnTo>
                    <a:pt x="7701" y="42"/>
                  </a:lnTo>
                  <a:lnTo>
                    <a:pt x="7743" y="84"/>
                  </a:lnTo>
                  <a:lnTo>
                    <a:pt x="7659" y="189"/>
                  </a:lnTo>
                  <a:lnTo>
                    <a:pt x="7575" y="189"/>
                  </a:lnTo>
                  <a:lnTo>
                    <a:pt x="7491" y="210"/>
                  </a:lnTo>
                  <a:lnTo>
                    <a:pt x="7366" y="210"/>
                  </a:lnTo>
                  <a:lnTo>
                    <a:pt x="7282" y="251"/>
                  </a:lnTo>
                  <a:lnTo>
                    <a:pt x="7240" y="251"/>
                  </a:lnTo>
                  <a:lnTo>
                    <a:pt x="7219" y="189"/>
                  </a:lnTo>
                  <a:lnTo>
                    <a:pt x="7178" y="189"/>
                  </a:lnTo>
                  <a:lnTo>
                    <a:pt x="7157" y="147"/>
                  </a:lnTo>
                  <a:lnTo>
                    <a:pt x="7073" y="126"/>
                  </a:lnTo>
                  <a:lnTo>
                    <a:pt x="6843" y="230"/>
                  </a:lnTo>
                  <a:lnTo>
                    <a:pt x="6759" y="293"/>
                  </a:lnTo>
                  <a:lnTo>
                    <a:pt x="6717" y="335"/>
                  </a:lnTo>
                  <a:lnTo>
                    <a:pt x="6487" y="356"/>
                  </a:lnTo>
                  <a:lnTo>
                    <a:pt x="6403" y="398"/>
                  </a:lnTo>
                  <a:lnTo>
                    <a:pt x="6320" y="314"/>
                  </a:lnTo>
                  <a:lnTo>
                    <a:pt x="6215" y="293"/>
                  </a:lnTo>
                  <a:lnTo>
                    <a:pt x="6111" y="293"/>
                  </a:lnTo>
                  <a:lnTo>
                    <a:pt x="6027" y="398"/>
                  </a:lnTo>
                  <a:lnTo>
                    <a:pt x="5922" y="502"/>
                  </a:lnTo>
                  <a:lnTo>
                    <a:pt x="5964" y="544"/>
                  </a:lnTo>
                  <a:lnTo>
                    <a:pt x="6006" y="607"/>
                  </a:lnTo>
                  <a:lnTo>
                    <a:pt x="5985" y="649"/>
                  </a:lnTo>
                  <a:lnTo>
                    <a:pt x="5859" y="670"/>
                  </a:lnTo>
                  <a:lnTo>
                    <a:pt x="5797" y="649"/>
                  </a:lnTo>
                  <a:lnTo>
                    <a:pt x="5671" y="628"/>
                  </a:lnTo>
                  <a:lnTo>
                    <a:pt x="5567" y="565"/>
                  </a:lnTo>
                  <a:lnTo>
                    <a:pt x="5483" y="565"/>
                  </a:lnTo>
                  <a:lnTo>
                    <a:pt x="5399" y="628"/>
                  </a:lnTo>
                  <a:lnTo>
                    <a:pt x="5336" y="607"/>
                  </a:lnTo>
                  <a:lnTo>
                    <a:pt x="5190" y="607"/>
                  </a:lnTo>
                  <a:lnTo>
                    <a:pt x="5064" y="523"/>
                  </a:lnTo>
                  <a:lnTo>
                    <a:pt x="4939" y="544"/>
                  </a:lnTo>
                  <a:lnTo>
                    <a:pt x="4918" y="502"/>
                  </a:lnTo>
                  <a:lnTo>
                    <a:pt x="4750" y="356"/>
                  </a:lnTo>
                  <a:lnTo>
                    <a:pt x="4667" y="335"/>
                  </a:lnTo>
                  <a:lnTo>
                    <a:pt x="4499" y="210"/>
                  </a:lnTo>
                  <a:lnTo>
                    <a:pt x="4437" y="189"/>
                  </a:lnTo>
                  <a:lnTo>
                    <a:pt x="4353" y="126"/>
                  </a:lnTo>
                  <a:lnTo>
                    <a:pt x="4290" y="126"/>
                  </a:lnTo>
                  <a:lnTo>
                    <a:pt x="4290" y="189"/>
                  </a:lnTo>
                  <a:lnTo>
                    <a:pt x="4186" y="147"/>
                  </a:lnTo>
                  <a:lnTo>
                    <a:pt x="4102" y="251"/>
                  </a:lnTo>
                  <a:lnTo>
                    <a:pt x="4018" y="251"/>
                  </a:lnTo>
                  <a:lnTo>
                    <a:pt x="3976" y="293"/>
                  </a:lnTo>
                  <a:lnTo>
                    <a:pt x="3976" y="356"/>
                  </a:lnTo>
                  <a:lnTo>
                    <a:pt x="3914" y="440"/>
                  </a:lnTo>
                  <a:lnTo>
                    <a:pt x="3914" y="502"/>
                  </a:lnTo>
                  <a:lnTo>
                    <a:pt x="3872" y="544"/>
                  </a:lnTo>
                  <a:lnTo>
                    <a:pt x="3788" y="544"/>
                  </a:lnTo>
                  <a:lnTo>
                    <a:pt x="3788" y="607"/>
                  </a:lnTo>
                  <a:lnTo>
                    <a:pt x="3893" y="733"/>
                  </a:lnTo>
                  <a:lnTo>
                    <a:pt x="3830" y="774"/>
                  </a:lnTo>
                  <a:lnTo>
                    <a:pt x="3809" y="858"/>
                  </a:lnTo>
                  <a:lnTo>
                    <a:pt x="3809" y="984"/>
                  </a:lnTo>
                  <a:lnTo>
                    <a:pt x="3872" y="1088"/>
                  </a:lnTo>
                  <a:lnTo>
                    <a:pt x="3872" y="1339"/>
                  </a:lnTo>
                  <a:lnTo>
                    <a:pt x="3767" y="1381"/>
                  </a:lnTo>
                  <a:lnTo>
                    <a:pt x="3725" y="1486"/>
                  </a:lnTo>
                  <a:lnTo>
                    <a:pt x="3474" y="1800"/>
                  </a:lnTo>
                  <a:lnTo>
                    <a:pt x="3516" y="2009"/>
                  </a:lnTo>
                  <a:lnTo>
                    <a:pt x="3495" y="2135"/>
                  </a:lnTo>
                  <a:lnTo>
                    <a:pt x="3495" y="2281"/>
                  </a:lnTo>
                  <a:lnTo>
                    <a:pt x="3390" y="2386"/>
                  </a:lnTo>
                  <a:lnTo>
                    <a:pt x="3390" y="2532"/>
                  </a:lnTo>
                  <a:lnTo>
                    <a:pt x="3390" y="2616"/>
                  </a:lnTo>
                  <a:lnTo>
                    <a:pt x="3370" y="2804"/>
                  </a:lnTo>
                  <a:lnTo>
                    <a:pt x="3390" y="2825"/>
                  </a:lnTo>
                  <a:lnTo>
                    <a:pt x="3370" y="2971"/>
                  </a:lnTo>
                  <a:lnTo>
                    <a:pt x="3286" y="3034"/>
                  </a:lnTo>
                  <a:lnTo>
                    <a:pt x="3244" y="3223"/>
                  </a:lnTo>
                  <a:lnTo>
                    <a:pt x="3244" y="3390"/>
                  </a:lnTo>
                  <a:lnTo>
                    <a:pt x="3056" y="3704"/>
                  </a:lnTo>
                  <a:lnTo>
                    <a:pt x="2951" y="3746"/>
                  </a:lnTo>
                  <a:lnTo>
                    <a:pt x="2846" y="3808"/>
                  </a:lnTo>
                  <a:lnTo>
                    <a:pt x="2763" y="3787"/>
                  </a:lnTo>
                  <a:lnTo>
                    <a:pt x="2637" y="3892"/>
                  </a:lnTo>
                  <a:lnTo>
                    <a:pt x="2533" y="4018"/>
                  </a:lnTo>
                  <a:lnTo>
                    <a:pt x="2533" y="4164"/>
                  </a:lnTo>
                  <a:lnTo>
                    <a:pt x="2344" y="4332"/>
                  </a:lnTo>
                  <a:lnTo>
                    <a:pt x="2302" y="4436"/>
                  </a:lnTo>
                  <a:lnTo>
                    <a:pt x="2323" y="4624"/>
                  </a:lnTo>
                  <a:lnTo>
                    <a:pt x="2344" y="4645"/>
                  </a:lnTo>
                  <a:lnTo>
                    <a:pt x="2323" y="4959"/>
                  </a:lnTo>
                  <a:lnTo>
                    <a:pt x="2302" y="5127"/>
                  </a:lnTo>
                  <a:lnTo>
                    <a:pt x="2302" y="5231"/>
                  </a:lnTo>
                  <a:lnTo>
                    <a:pt x="2198" y="5378"/>
                  </a:lnTo>
                  <a:lnTo>
                    <a:pt x="2093" y="5420"/>
                  </a:lnTo>
                  <a:lnTo>
                    <a:pt x="2009" y="5482"/>
                  </a:lnTo>
                  <a:lnTo>
                    <a:pt x="1947" y="5566"/>
                  </a:lnTo>
                  <a:lnTo>
                    <a:pt x="1717" y="5796"/>
                  </a:lnTo>
                  <a:lnTo>
                    <a:pt x="1633" y="5901"/>
                  </a:lnTo>
                  <a:lnTo>
                    <a:pt x="1507" y="5984"/>
                  </a:lnTo>
                  <a:lnTo>
                    <a:pt x="1382" y="5901"/>
                  </a:lnTo>
                  <a:lnTo>
                    <a:pt x="1319" y="5796"/>
                  </a:lnTo>
                  <a:lnTo>
                    <a:pt x="1298" y="5775"/>
                  </a:lnTo>
                  <a:lnTo>
                    <a:pt x="1382" y="5650"/>
                  </a:lnTo>
                  <a:lnTo>
                    <a:pt x="1382" y="5587"/>
                  </a:lnTo>
                  <a:lnTo>
                    <a:pt x="1193" y="5650"/>
                  </a:lnTo>
                  <a:lnTo>
                    <a:pt x="1089" y="5754"/>
                  </a:lnTo>
                  <a:lnTo>
                    <a:pt x="1005" y="5733"/>
                  </a:lnTo>
                  <a:lnTo>
                    <a:pt x="942" y="5754"/>
                  </a:lnTo>
                  <a:lnTo>
                    <a:pt x="942" y="5859"/>
                  </a:lnTo>
                  <a:lnTo>
                    <a:pt x="859" y="5943"/>
                  </a:lnTo>
                  <a:lnTo>
                    <a:pt x="754" y="5943"/>
                  </a:lnTo>
                  <a:lnTo>
                    <a:pt x="754" y="5880"/>
                  </a:lnTo>
                  <a:lnTo>
                    <a:pt x="733" y="5838"/>
                  </a:lnTo>
                  <a:lnTo>
                    <a:pt x="629" y="5880"/>
                  </a:lnTo>
                  <a:lnTo>
                    <a:pt x="566" y="5859"/>
                  </a:lnTo>
                  <a:lnTo>
                    <a:pt x="440" y="5984"/>
                  </a:lnTo>
                  <a:lnTo>
                    <a:pt x="315" y="6089"/>
                  </a:lnTo>
                  <a:lnTo>
                    <a:pt x="252" y="6152"/>
                  </a:lnTo>
                  <a:lnTo>
                    <a:pt x="273" y="6361"/>
                  </a:lnTo>
                  <a:lnTo>
                    <a:pt x="210" y="6424"/>
                  </a:lnTo>
                  <a:lnTo>
                    <a:pt x="105" y="6424"/>
                  </a:lnTo>
                  <a:lnTo>
                    <a:pt x="1" y="6508"/>
                  </a:lnTo>
                  <a:lnTo>
                    <a:pt x="22" y="6570"/>
                  </a:lnTo>
                  <a:lnTo>
                    <a:pt x="210" y="6591"/>
                  </a:lnTo>
                  <a:lnTo>
                    <a:pt x="252" y="6633"/>
                  </a:lnTo>
                  <a:lnTo>
                    <a:pt x="273" y="6633"/>
                  </a:lnTo>
                  <a:lnTo>
                    <a:pt x="273" y="6612"/>
                  </a:lnTo>
                  <a:lnTo>
                    <a:pt x="315" y="6591"/>
                  </a:lnTo>
                  <a:lnTo>
                    <a:pt x="377" y="6591"/>
                  </a:lnTo>
                  <a:lnTo>
                    <a:pt x="482" y="6570"/>
                  </a:lnTo>
                  <a:lnTo>
                    <a:pt x="566" y="6528"/>
                  </a:lnTo>
                  <a:lnTo>
                    <a:pt x="1256" y="6528"/>
                  </a:lnTo>
                  <a:lnTo>
                    <a:pt x="1424" y="6570"/>
                  </a:lnTo>
                  <a:lnTo>
                    <a:pt x="1633" y="6528"/>
                  </a:lnTo>
                  <a:lnTo>
                    <a:pt x="2637" y="6528"/>
                  </a:lnTo>
                  <a:lnTo>
                    <a:pt x="2637" y="6612"/>
                  </a:lnTo>
                  <a:lnTo>
                    <a:pt x="2637" y="6633"/>
                  </a:lnTo>
                  <a:lnTo>
                    <a:pt x="2637" y="6717"/>
                  </a:lnTo>
                  <a:lnTo>
                    <a:pt x="2679" y="6780"/>
                  </a:lnTo>
                  <a:lnTo>
                    <a:pt x="2721" y="6842"/>
                  </a:lnTo>
                  <a:lnTo>
                    <a:pt x="2679" y="6905"/>
                  </a:lnTo>
                  <a:lnTo>
                    <a:pt x="2679" y="6989"/>
                  </a:lnTo>
                  <a:lnTo>
                    <a:pt x="2742" y="7093"/>
                  </a:lnTo>
                  <a:lnTo>
                    <a:pt x="2763" y="7219"/>
                  </a:lnTo>
                  <a:lnTo>
                    <a:pt x="2784" y="7261"/>
                  </a:lnTo>
                  <a:lnTo>
                    <a:pt x="2784" y="7345"/>
                  </a:lnTo>
                  <a:lnTo>
                    <a:pt x="2846" y="7365"/>
                  </a:lnTo>
                  <a:lnTo>
                    <a:pt x="2888" y="7449"/>
                  </a:lnTo>
                  <a:lnTo>
                    <a:pt x="2972" y="7554"/>
                  </a:lnTo>
                  <a:lnTo>
                    <a:pt x="2993" y="7763"/>
                  </a:lnTo>
                  <a:lnTo>
                    <a:pt x="3056" y="7784"/>
                  </a:lnTo>
                  <a:lnTo>
                    <a:pt x="3202" y="7784"/>
                  </a:lnTo>
                  <a:lnTo>
                    <a:pt x="3307" y="7763"/>
                  </a:lnTo>
                  <a:lnTo>
                    <a:pt x="3390" y="7784"/>
                  </a:lnTo>
                  <a:lnTo>
                    <a:pt x="3579" y="7826"/>
                  </a:lnTo>
                  <a:lnTo>
                    <a:pt x="3662" y="7763"/>
                  </a:lnTo>
                  <a:lnTo>
                    <a:pt x="4102" y="7742"/>
                  </a:lnTo>
                  <a:lnTo>
                    <a:pt x="4102" y="7575"/>
                  </a:lnTo>
                  <a:lnTo>
                    <a:pt x="4081" y="7470"/>
                  </a:lnTo>
                  <a:lnTo>
                    <a:pt x="4123" y="7449"/>
                  </a:lnTo>
                  <a:lnTo>
                    <a:pt x="4186" y="7345"/>
                  </a:lnTo>
                  <a:lnTo>
                    <a:pt x="4186" y="7198"/>
                  </a:lnTo>
                  <a:lnTo>
                    <a:pt x="4750" y="7156"/>
                  </a:lnTo>
                  <a:lnTo>
                    <a:pt x="4750" y="7114"/>
                  </a:lnTo>
                  <a:lnTo>
                    <a:pt x="4939" y="7135"/>
                  </a:lnTo>
                  <a:lnTo>
                    <a:pt x="4918" y="7219"/>
                  </a:lnTo>
                  <a:lnTo>
                    <a:pt x="4876" y="7261"/>
                  </a:lnTo>
                  <a:lnTo>
                    <a:pt x="4918" y="7324"/>
                  </a:lnTo>
                  <a:lnTo>
                    <a:pt x="5567" y="7365"/>
                  </a:lnTo>
                  <a:lnTo>
                    <a:pt x="5587" y="7449"/>
                  </a:lnTo>
                  <a:lnTo>
                    <a:pt x="5587" y="7533"/>
                  </a:lnTo>
                  <a:lnTo>
                    <a:pt x="5587" y="7617"/>
                  </a:lnTo>
                  <a:lnTo>
                    <a:pt x="5546" y="7721"/>
                  </a:lnTo>
                  <a:lnTo>
                    <a:pt x="5504" y="7826"/>
                  </a:lnTo>
                  <a:lnTo>
                    <a:pt x="5567" y="7889"/>
                  </a:lnTo>
                  <a:lnTo>
                    <a:pt x="5567" y="7972"/>
                  </a:lnTo>
                  <a:lnTo>
                    <a:pt x="5546" y="8035"/>
                  </a:lnTo>
                  <a:lnTo>
                    <a:pt x="5546" y="8056"/>
                  </a:lnTo>
                  <a:lnTo>
                    <a:pt x="5567" y="8140"/>
                  </a:lnTo>
                  <a:lnTo>
                    <a:pt x="5567" y="8349"/>
                  </a:lnTo>
                  <a:lnTo>
                    <a:pt x="5504" y="8453"/>
                  </a:lnTo>
                  <a:lnTo>
                    <a:pt x="5567" y="8495"/>
                  </a:lnTo>
                  <a:lnTo>
                    <a:pt x="5567" y="8579"/>
                  </a:lnTo>
                  <a:lnTo>
                    <a:pt x="5608" y="8621"/>
                  </a:lnTo>
                  <a:lnTo>
                    <a:pt x="5608" y="8705"/>
                  </a:lnTo>
                  <a:lnTo>
                    <a:pt x="5650" y="8725"/>
                  </a:lnTo>
                  <a:lnTo>
                    <a:pt x="5671" y="8788"/>
                  </a:lnTo>
                  <a:lnTo>
                    <a:pt x="5713" y="8809"/>
                  </a:lnTo>
                  <a:lnTo>
                    <a:pt x="5755" y="8872"/>
                  </a:lnTo>
                  <a:lnTo>
                    <a:pt x="5713" y="8935"/>
                  </a:lnTo>
                  <a:lnTo>
                    <a:pt x="5713" y="9018"/>
                  </a:lnTo>
                  <a:lnTo>
                    <a:pt x="5797" y="9081"/>
                  </a:lnTo>
                  <a:lnTo>
                    <a:pt x="5797" y="9144"/>
                  </a:lnTo>
                  <a:lnTo>
                    <a:pt x="5776" y="9186"/>
                  </a:lnTo>
                  <a:lnTo>
                    <a:pt x="5776" y="9311"/>
                  </a:lnTo>
                  <a:lnTo>
                    <a:pt x="5859" y="9353"/>
                  </a:lnTo>
                  <a:lnTo>
                    <a:pt x="5818" y="9437"/>
                  </a:lnTo>
                  <a:lnTo>
                    <a:pt x="5818" y="9458"/>
                  </a:lnTo>
                  <a:lnTo>
                    <a:pt x="5776" y="9500"/>
                  </a:lnTo>
                  <a:lnTo>
                    <a:pt x="5776" y="9625"/>
                  </a:lnTo>
                  <a:lnTo>
                    <a:pt x="5797" y="9646"/>
                  </a:lnTo>
                  <a:lnTo>
                    <a:pt x="5859" y="9646"/>
                  </a:lnTo>
                  <a:lnTo>
                    <a:pt x="5901" y="9625"/>
                  </a:lnTo>
                  <a:lnTo>
                    <a:pt x="5964" y="9604"/>
                  </a:lnTo>
                  <a:lnTo>
                    <a:pt x="5985" y="9562"/>
                  </a:lnTo>
                  <a:lnTo>
                    <a:pt x="6027" y="9562"/>
                  </a:lnTo>
                  <a:lnTo>
                    <a:pt x="6111" y="9625"/>
                  </a:lnTo>
                  <a:lnTo>
                    <a:pt x="6173" y="9646"/>
                  </a:lnTo>
                  <a:lnTo>
                    <a:pt x="6320" y="9646"/>
                  </a:lnTo>
                  <a:lnTo>
                    <a:pt x="6383" y="9667"/>
                  </a:lnTo>
                  <a:lnTo>
                    <a:pt x="6424" y="9646"/>
                  </a:lnTo>
                  <a:lnTo>
                    <a:pt x="6508" y="9625"/>
                  </a:lnTo>
                  <a:lnTo>
                    <a:pt x="6592" y="9562"/>
                  </a:lnTo>
                  <a:lnTo>
                    <a:pt x="6696" y="9541"/>
                  </a:lnTo>
                  <a:lnTo>
                    <a:pt x="6801" y="9541"/>
                  </a:lnTo>
                  <a:lnTo>
                    <a:pt x="6843" y="9604"/>
                  </a:lnTo>
                  <a:lnTo>
                    <a:pt x="6906" y="9562"/>
                  </a:lnTo>
                  <a:lnTo>
                    <a:pt x="7010" y="9625"/>
                  </a:lnTo>
                  <a:lnTo>
                    <a:pt x="7031" y="9646"/>
                  </a:lnTo>
                  <a:lnTo>
                    <a:pt x="7031" y="9751"/>
                  </a:lnTo>
                  <a:lnTo>
                    <a:pt x="7052" y="9772"/>
                  </a:lnTo>
                  <a:lnTo>
                    <a:pt x="7073" y="9814"/>
                  </a:lnTo>
                  <a:lnTo>
                    <a:pt x="7157" y="9751"/>
                  </a:lnTo>
                  <a:lnTo>
                    <a:pt x="7240" y="9709"/>
                  </a:lnTo>
                  <a:lnTo>
                    <a:pt x="7324" y="9709"/>
                  </a:lnTo>
                  <a:lnTo>
                    <a:pt x="7345" y="9667"/>
                  </a:lnTo>
                  <a:lnTo>
                    <a:pt x="7491" y="9625"/>
                  </a:lnTo>
                  <a:lnTo>
                    <a:pt x="7554" y="9625"/>
                  </a:lnTo>
                  <a:lnTo>
                    <a:pt x="7554" y="9751"/>
                  </a:lnTo>
                  <a:lnTo>
                    <a:pt x="7575" y="9814"/>
                  </a:lnTo>
                  <a:lnTo>
                    <a:pt x="7575" y="9876"/>
                  </a:lnTo>
                  <a:lnTo>
                    <a:pt x="7575" y="9939"/>
                  </a:lnTo>
                  <a:lnTo>
                    <a:pt x="7638" y="9939"/>
                  </a:lnTo>
                  <a:lnTo>
                    <a:pt x="7743" y="9981"/>
                  </a:lnTo>
                  <a:lnTo>
                    <a:pt x="7784" y="9981"/>
                  </a:lnTo>
                  <a:lnTo>
                    <a:pt x="7910" y="10065"/>
                  </a:lnTo>
                  <a:lnTo>
                    <a:pt x="8056" y="10086"/>
                  </a:lnTo>
                  <a:lnTo>
                    <a:pt x="8182" y="10127"/>
                  </a:lnTo>
                  <a:lnTo>
                    <a:pt x="8182" y="10148"/>
                  </a:lnTo>
                  <a:lnTo>
                    <a:pt x="8287" y="10148"/>
                  </a:lnTo>
                  <a:lnTo>
                    <a:pt x="8433" y="10086"/>
                  </a:lnTo>
                  <a:lnTo>
                    <a:pt x="8475" y="10044"/>
                  </a:lnTo>
                  <a:lnTo>
                    <a:pt x="8517" y="9876"/>
                  </a:lnTo>
                  <a:lnTo>
                    <a:pt x="8600" y="9876"/>
                  </a:lnTo>
                  <a:lnTo>
                    <a:pt x="8642" y="9855"/>
                  </a:lnTo>
                  <a:lnTo>
                    <a:pt x="8684" y="9855"/>
                  </a:lnTo>
                  <a:lnTo>
                    <a:pt x="8684" y="10023"/>
                  </a:lnTo>
                  <a:lnTo>
                    <a:pt x="8789" y="10127"/>
                  </a:lnTo>
                  <a:lnTo>
                    <a:pt x="8789" y="10190"/>
                  </a:lnTo>
                  <a:lnTo>
                    <a:pt x="8935" y="10274"/>
                  </a:lnTo>
                  <a:lnTo>
                    <a:pt x="9144" y="10337"/>
                  </a:lnTo>
                  <a:lnTo>
                    <a:pt x="9270" y="10441"/>
                  </a:lnTo>
                  <a:lnTo>
                    <a:pt x="9375" y="10588"/>
                  </a:lnTo>
                  <a:lnTo>
                    <a:pt x="9479" y="10671"/>
                  </a:lnTo>
                  <a:lnTo>
                    <a:pt x="9584" y="10797"/>
                  </a:lnTo>
                  <a:lnTo>
                    <a:pt x="9730" y="10922"/>
                  </a:lnTo>
                  <a:lnTo>
                    <a:pt x="9793" y="10922"/>
                  </a:lnTo>
                  <a:lnTo>
                    <a:pt x="9898" y="10902"/>
                  </a:lnTo>
                  <a:lnTo>
                    <a:pt x="9981" y="10860"/>
                  </a:lnTo>
                  <a:lnTo>
                    <a:pt x="10002" y="10881"/>
                  </a:lnTo>
                  <a:lnTo>
                    <a:pt x="10044" y="10902"/>
                  </a:lnTo>
                  <a:lnTo>
                    <a:pt x="10107" y="10922"/>
                  </a:lnTo>
                  <a:lnTo>
                    <a:pt x="10170" y="10881"/>
                  </a:lnTo>
                  <a:lnTo>
                    <a:pt x="10107" y="10253"/>
                  </a:lnTo>
                  <a:lnTo>
                    <a:pt x="10065" y="10232"/>
                  </a:lnTo>
                  <a:lnTo>
                    <a:pt x="9940" y="10253"/>
                  </a:lnTo>
                  <a:lnTo>
                    <a:pt x="9940" y="10337"/>
                  </a:lnTo>
                  <a:lnTo>
                    <a:pt x="9981" y="10378"/>
                  </a:lnTo>
                  <a:lnTo>
                    <a:pt x="9688" y="10378"/>
                  </a:lnTo>
                  <a:lnTo>
                    <a:pt x="9647" y="10295"/>
                  </a:lnTo>
                  <a:lnTo>
                    <a:pt x="9626" y="10232"/>
                  </a:lnTo>
                  <a:lnTo>
                    <a:pt x="9458" y="10065"/>
                  </a:lnTo>
                  <a:lnTo>
                    <a:pt x="9375" y="9981"/>
                  </a:lnTo>
                  <a:lnTo>
                    <a:pt x="9375" y="9855"/>
                  </a:lnTo>
                  <a:lnTo>
                    <a:pt x="9375" y="9521"/>
                  </a:lnTo>
                  <a:lnTo>
                    <a:pt x="9375" y="9437"/>
                  </a:lnTo>
                  <a:lnTo>
                    <a:pt x="9479" y="9332"/>
                  </a:lnTo>
                  <a:lnTo>
                    <a:pt x="9542" y="9290"/>
                  </a:lnTo>
                  <a:lnTo>
                    <a:pt x="9521" y="9249"/>
                  </a:lnTo>
                  <a:lnTo>
                    <a:pt x="9563" y="9228"/>
                  </a:lnTo>
                  <a:lnTo>
                    <a:pt x="9563" y="9102"/>
                  </a:lnTo>
                  <a:lnTo>
                    <a:pt x="9563" y="9018"/>
                  </a:lnTo>
                  <a:lnTo>
                    <a:pt x="9563" y="8935"/>
                  </a:lnTo>
                  <a:lnTo>
                    <a:pt x="9563" y="8872"/>
                  </a:lnTo>
                  <a:lnTo>
                    <a:pt x="9584" y="8809"/>
                  </a:lnTo>
                  <a:lnTo>
                    <a:pt x="9626" y="8767"/>
                  </a:lnTo>
                  <a:lnTo>
                    <a:pt x="9542" y="8725"/>
                  </a:lnTo>
                  <a:lnTo>
                    <a:pt x="9479" y="8663"/>
                  </a:lnTo>
                  <a:lnTo>
                    <a:pt x="9458" y="8558"/>
                  </a:lnTo>
                  <a:lnTo>
                    <a:pt x="9688" y="8077"/>
                  </a:lnTo>
                  <a:lnTo>
                    <a:pt x="10630" y="7868"/>
                  </a:lnTo>
                  <a:lnTo>
                    <a:pt x="10714" y="7889"/>
                  </a:lnTo>
                  <a:lnTo>
                    <a:pt x="10588" y="7449"/>
                  </a:lnTo>
                  <a:lnTo>
                    <a:pt x="10170" y="6884"/>
                  </a:lnTo>
                  <a:lnTo>
                    <a:pt x="10044" y="6194"/>
                  </a:lnTo>
                  <a:lnTo>
                    <a:pt x="9960" y="5733"/>
                  </a:lnTo>
                  <a:lnTo>
                    <a:pt x="9856" y="5043"/>
                  </a:lnTo>
                  <a:lnTo>
                    <a:pt x="9856" y="4896"/>
                  </a:lnTo>
                  <a:lnTo>
                    <a:pt x="9835" y="4750"/>
                  </a:lnTo>
                  <a:lnTo>
                    <a:pt x="9772" y="4645"/>
                  </a:lnTo>
                  <a:lnTo>
                    <a:pt x="9772" y="4583"/>
                  </a:lnTo>
                  <a:lnTo>
                    <a:pt x="9772" y="4499"/>
                  </a:lnTo>
                  <a:lnTo>
                    <a:pt x="9877" y="4122"/>
                  </a:lnTo>
                  <a:lnTo>
                    <a:pt x="9981" y="3997"/>
                  </a:lnTo>
                  <a:lnTo>
                    <a:pt x="10107" y="3892"/>
                  </a:lnTo>
                  <a:lnTo>
                    <a:pt x="10149" y="3871"/>
                  </a:lnTo>
                  <a:lnTo>
                    <a:pt x="10107" y="3746"/>
                  </a:lnTo>
                  <a:lnTo>
                    <a:pt x="10191" y="3536"/>
                  </a:lnTo>
                  <a:lnTo>
                    <a:pt x="10212" y="3327"/>
                  </a:lnTo>
                  <a:lnTo>
                    <a:pt x="10212" y="3160"/>
                  </a:lnTo>
                  <a:lnTo>
                    <a:pt x="10253" y="3118"/>
                  </a:lnTo>
                  <a:lnTo>
                    <a:pt x="10484" y="2699"/>
                  </a:lnTo>
                  <a:lnTo>
                    <a:pt x="10525" y="2616"/>
                  </a:lnTo>
                  <a:lnTo>
                    <a:pt x="10714" y="2407"/>
                  </a:lnTo>
                  <a:lnTo>
                    <a:pt x="11007" y="2009"/>
                  </a:lnTo>
                  <a:lnTo>
                    <a:pt x="11028" y="1925"/>
                  </a:lnTo>
                  <a:lnTo>
                    <a:pt x="10986" y="1863"/>
                  </a:lnTo>
                  <a:lnTo>
                    <a:pt x="10923" y="1779"/>
                  </a:lnTo>
                  <a:lnTo>
                    <a:pt x="10839" y="1716"/>
                  </a:lnTo>
                  <a:lnTo>
                    <a:pt x="10881" y="1591"/>
                  </a:lnTo>
                  <a:lnTo>
                    <a:pt x="10902" y="1381"/>
                  </a:lnTo>
                  <a:lnTo>
                    <a:pt x="10902" y="1235"/>
                  </a:lnTo>
                  <a:lnTo>
                    <a:pt x="10944" y="1151"/>
                  </a:lnTo>
                  <a:lnTo>
                    <a:pt x="10986" y="1047"/>
                  </a:lnTo>
                  <a:lnTo>
                    <a:pt x="10944" y="1026"/>
                  </a:lnTo>
                  <a:lnTo>
                    <a:pt x="10776" y="1026"/>
                  </a:lnTo>
                  <a:lnTo>
                    <a:pt x="10776" y="942"/>
                  </a:lnTo>
                  <a:lnTo>
                    <a:pt x="10735" y="858"/>
                  </a:lnTo>
                  <a:lnTo>
                    <a:pt x="10693" y="837"/>
                  </a:lnTo>
                  <a:lnTo>
                    <a:pt x="10672" y="733"/>
                  </a:lnTo>
                  <a:lnTo>
                    <a:pt x="10588" y="670"/>
                  </a:lnTo>
                  <a:lnTo>
                    <a:pt x="10463" y="628"/>
                  </a:lnTo>
                  <a:lnTo>
                    <a:pt x="10400" y="565"/>
                  </a:lnTo>
                  <a:lnTo>
                    <a:pt x="10358" y="502"/>
                  </a:lnTo>
                  <a:lnTo>
                    <a:pt x="10274" y="335"/>
                  </a:lnTo>
                  <a:lnTo>
                    <a:pt x="10212" y="314"/>
                  </a:lnTo>
                  <a:lnTo>
                    <a:pt x="10086" y="314"/>
                  </a:lnTo>
                  <a:lnTo>
                    <a:pt x="10044" y="398"/>
                  </a:lnTo>
                  <a:lnTo>
                    <a:pt x="9981" y="440"/>
                  </a:lnTo>
                  <a:lnTo>
                    <a:pt x="9877" y="502"/>
                  </a:lnTo>
                  <a:lnTo>
                    <a:pt x="9835" y="502"/>
                  </a:lnTo>
                  <a:lnTo>
                    <a:pt x="9793" y="440"/>
                  </a:lnTo>
                  <a:lnTo>
                    <a:pt x="9584" y="440"/>
                  </a:lnTo>
                  <a:lnTo>
                    <a:pt x="9521" y="502"/>
                  </a:lnTo>
                  <a:lnTo>
                    <a:pt x="9479" y="544"/>
                  </a:lnTo>
                  <a:lnTo>
                    <a:pt x="9416" y="565"/>
                  </a:lnTo>
                  <a:lnTo>
                    <a:pt x="9312" y="523"/>
                  </a:lnTo>
                  <a:lnTo>
                    <a:pt x="9165" y="440"/>
                  </a:lnTo>
                  <a:lnTo>
                    <a:pt x="9124" y="356"/>
                  </a:lnTo>
                  <a:lnTo>
                    <a:pt x="9040" y="335"/>
                  </a:lnTo>
                  <a:lnTo>
                    <a:pt x="8998" y="293"/>
                  </a:lnTo>
                  <a:lnTo>
                    <a:pt x="8956" y="189"/>
                  </a:lnTo>
                  <a:lnTo>
                    <a:pt x="8935" y="147"/>
                  </a:lnTo>
                  <a:lnTo>
                    <a:pt x="8831" y="105"/>
                  </a:lnTo>
                  <a:lnTo>
                    <a:pt x="8705" y="105"/>
                  </a:lnTo>
                  <a:lnTo>
                    <a:pt x="8517" y="189"/>
                  </a:lnTo>
                  <a:lnTo>
                    <a:pt x="8496" y="147"/>
                  </a:lnTo>
                  <a:lnTo>
                    <a:pt x="8266" y="147"/>
                  </a:lnTo>
                  <a:lnTo>
                    <a:pt x="8182" y="105"/>
                  </a:lnTo>
                  <a:lnTo>
                    <a:pt x="8098" y="84"/>
                  </a:lnTo>
                  <a:lnTo>
                    <a:pt x="8056" y="42"/>
                  </a:lnTo>
                  <a:lnTo>
                    <a:pt x="7868" y="42"/>
                  </a:lnTo>
                  <a:lnTo>
                    <a:pt x="7784" y="0"/>
                  </a:lnTo>
                  <a:close/>
                </a:path>
              </a:pathLst>
            </a:custGeom>
            <a:solidFill>
              <a:srgbClr val="5F7D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A6CBC2"/>
                </a:solidFill>
                <a:latin typeface="Arial"/>
                <a:ea typeface="Arial"/>
                <a:cs typeface="Arial"/>
                <a:sym typeface="Arial"/>
              </a:endParaRPr>
            </a:p>
          </p:txBody>
        </p:sp>
        <p:sp>
          <p:nvSpPr>
            <p:cNvPr id="6089" name="Google Shape;6089;p36"/>
            <p:cNvSpPr/>
            <p:nvPr/>
          </p:nvSpPr>
          <p:spPr>
            <a:xfrm>
              <a:off x="3970326" y="3207451"/>
              <a:ext cx="21934" cy="52837"/>
            </a:xfrm>
            <a:custGeom>
              <a:rect b="b" l="l" r="r" t="t"/>
              <a:pathLst>
                <a:path extrusionOk="0" h="4646" w="1842">
                  <a:moveTo>
                    <a:pt x="210" y="0"/>
                  </a:moveTo>
                  <a:lnTo>
                    <a:pt x="189" y="21"/>
                  </a:lnTo>
                  <a:lnTo>
                    <a:pt x="210" y="105"/>
                  </a:lnTo>
                  <a:lnTo>
                    <a:pt x="231" y="126"/>
                  </a:lnTo>
                  <a:lnTo>
                    <a:pt x="273" y="209"/>
                  </a:lnTo>
                  <a:lnTo>
                    <a:pt x="377" y="251"/>
                  </a:lnTo>
                  <a:lnTo>
                    <a:pt x="419" y="272"/>
                  </a:lnTo>
                  <a:lnTo>
                    <a:pt x="419" y="314"/>
                  </a:lnTo>
                  <a:lnTo>
                    <a:pt x="377" y="460"/>
                  </a:lnTo>
                  <a:lnTo>
                    <a:pt x="377" y="523"/>
                  </a:lnTo>
                  <a:lnTo>
                    <a:pt x="482" y="586"/>
                  </a:lnTo>
                  <a:lnTo>
                    <a:pt x="503" y="670"/>
                  </a:lnTo>
                  <a:lnTo>
                    <a:pt x="503" y="795"/>
                  </a:lnTo>
                  <a:lnTo>
                    <a:pt x="482" y="837"/>
                  </a:lnTo>
                  <a:lnTo>
                    <a:pt x="482" y="879"/>
                  </a:lnTo>
                  <a:lnTo>
                    <a:pt x="335" y="1004"/>
                  </a:lnTo>
                  <a:lnTo>
                    <a:pt x="335" y="1088"/>
                  </a:lnTo>
                  <a:lnTo>
                    <a:pt x="377" y="1193"/>
                  </a:lnTo>
                  <a:lnTo>
                    <a:pt x="377" y="1276"/>
                  </a:lnTo>
                  <a:lnTo>
                    <a:pt x="398" y="1360"/>
                  </a:lnTo>
                  <a:lnTo>
                    <a:pt x="335" y="1423"/>
                  </a:lnTo>
                  <a:lnTo>
                    <a:pt x="398" y="1507"/>
                  </a:lnTo>
                  <a:lnTo>
                    <a:pt x="398" y="1590"/>
                  </a:lnTo>
                  <a:lnTo>
                    <a:pt x="335" y="1611"/>
                  </a:lnTo>
                  <a:lnTo>
                    <a:pt x="377" y="1695"/>
                  </a:lnTo>
                  <a:lnTo>
                    <a:pt x="398" y="1737"/>
                  </a:lnTo>
                  <a:lnTo>
                    <a:pt x="440" y="1779"/>
                  </a:lnTo>
                  <a:lnTo>
                    <a:pt x="440" y="1820"/>
                  </a:lnTo>
                  <a:lnTo>
                    <a:pt x="398" y="1820"/>
                  </a:lnTo>
                  <a:lnTo>
                    <a:pt x="377" y="1904"/>
                  </a:lnTo>
                  <a:lnTo>
                    <a:pt x="293" y="1925"/>
                  </a:lnTo>
                  <a:lnTo>
                    <a:pt x="168" y="2030"/>
                  </a:lnTo>
                  <a:lnTo>
                    <a:pt x="126" y="2051"/>
                  </a:lnTo>
                  <a:lnTo>
                    <a:pt x="126" y="2134"/>
                  </a:lnTo>
                  <a:lnTo>
                    <a:pt x="168" y="2197"/>
                  </a:lnTo>
                  <a:lnTo>
                    <a:pt x="126" y="2260"/>
                  </a:lnTo>
                  <a:lnTo>
                    <a:pt x="126" y="2344"/>
                  </a:lnTo>
                  <a:lnTo>
                    <a:pt x="63" y="2448"/>
                  </a:lnTo>
                  <a:lnTo>
                    <a:pt x="1" y="2469"/>
                  </a:lnTo>
                  <a:lnTo>
                    <a:pt x="1" y="2532"/>
                  </a:lnTo>
                  <a:lnTo>
                    <a:pt x="84" y="2636"/>
                  </a:lnTo>
                  <a:lnTo>
                    <a:pt x="126" y="2741"/>
                  </a:lnTo>
                  <a:lnTo>
                    <a:pt x="168" y="2783"/>
                  </a:lnTo>
                  <a:lnTo>
                    <a:pt x="314" y="2762"/>
                  </a:lnTo>
                  <a:lnTo>
                    <a:pt x="335" y="2825"/>
                  </a:lnTo>
                  <a:lnTo>
                    <a:pt x="377" y="2867"/>
                  </a:lnTo>
                  <a:lnTo>
                    <a:pt x="419" y="2929"/>
                  </a:lnTo>
                  <a:lnTo>
                    <a:pt x="419" y="2992"/>
                  </a:lnTo>
                  <a:lnTo>
                    <a:pt x="524" y="3055"/>
                  </a:lnTo>
                  <a:lnTo>
                    <a:pt x="586" y="3034"/>
                  </a:lnTo>
                  <a:lnTo>
                    <a:pt x="628" y="3034"/>
                  </a:lnTo>
                  <a:lnTo>
                    <a:pt x="691" y="2971"/>
                  </a:lnTo>
                  <a:lnTo>
                    <a:pt x="817" y="2971"/>
                  </a:lnTo>
                  <a:lnTo>
                    <a:pt x="963" y="2992"/>
                  </a:lnTo>
                  <a:lnTo>
                    <a:pt x="1026" y="3097"/>
                  </a:lnTo>
                  <a:lnTo>
                    <a:pt x="1026" y="3264"/>
                  </a:lnTo>
                  <a:lnTo>
                    <a:pt x="1005" y="3390"/>
                  </a:lnTo>
                  <a:lnTo>
                    <a:pt x="900" y="3515"/>
                  </a:lnTo>
                  <a:lnTo>
                    <a:pt x="837" y="3662"/>
                  </a:lnTo>
                  <a:lnTo>
                    <a:pt x="796" y="3766"/>
                  </a:lnTo>
                  <a:lnTo>
                    <a:pt x="796" y="3871"/>
                  </a:lnTo>
                  <a:lnTo>
                    <a:pt x="837" y="3996"/>
                  </a:lnTo>
                  <a:lnTo>
                    <a:pt x="837" y="4080"/>
                  </a:lnTo>
                  <a:lnTo>
                    <a:pt x="942" y="4206"/>
                  </a:lnTo>
                  <a:lnTo>
                    <a:pt x="1047" y="4289"/>
                  </a:lnTo>
                  <a:lnTo>
                    <a:pt x="1130" y="4331"/>
                  </a:lnTo>
                  <a:lnTo>
                    <a:pt x="1172" y="4394"/>
                  </a:lnTo>
                  <a:lnTo>
                    <a:pt x="1256" y="4499"/>
                  </a:lnTo>
                  <a:lnTo>
                    <a:pt x="1235" y="4541"/>
                  </a:lnTo>
                  <a:lnTo>
                    <a:pt x="1256" y="4645"/>
                  </a:lnTo>
                  <a:lnTo>
                    <a:pt x="1361" y="4624"/>
                  </a:lnTo>
                  <a:lnTo>
                    <a:pt x="1381" y="4499"/>
                  </a:lnTo>
                  <a:lnTo>
                    <a:pt x="1361" y="4352"/>
                  </a:lnTo>
                  <a:lnTo>
                    <a:pt x="1423" y="4248"/>
                  </a:lnTo>
                  <a:lnTo>
                    <a:pt x="1423" y="4143"/>
                  </a:lnTo>
                  <a:lnTo>
                    <a:pt x="1486" y="3996"/>
                  </a:lnTo>
                  <a:lnTo>
                    <a:pt x="1591" y="3976"/>
                  </a:lnTo>
                  <a:lnTo>
                    <a:pt x="1674" y="3913"/>
                  </a:lnTo>
                  <a:lnTo>
                    <a:pt x="1695" y="3808"/>
                  </a:lnTo>
                  <a:lnTo>
                    <a:pt x="1737" y="3599"/>
                  </a:lnTo>
                  <a:lnTo>
                    <a:pt x="1653" y="3515"/>
                  </a:lnTo>
                  <a:lnTo>
                    <a:pt x="1674" y="3473"/>
                  </a:lnTo>
                  <a:lnTo>
                    <a:pt x="1653" y="3452"/>
                  </a:lnTo>
                  <a:lnTo>
                    <a:pt x="1674" y="3390"/>
                  </a:lnTo>
                  <a:lnTo>
                    <a:pt x="1737" y="3390"/>
                  </a:lnTo>
                  <a:lnTo>
                    <a:pt x="1758" y="3306"/>
                  </a:lnTo>
                  <a:lnTo>
                    <a:pt x="1842" y="3306"/>
                  </a:lnTo>
                  <a:lnTo>
                    <a:pt x="1842" y="3243"/>
                  </a:lnTo>
                  <a:lnTo>
                    <a:pt x="1779" y="3160"/>
                  </a:lnTo>
                  <a:lnTo>
                    <a:pt x="1737" y="3034"/>
                  </a:lnTo>
                  <a:lnTo>
                    <a:pt x="1591" y="2846"/>
                  </a:lnTo>
                  <a:lnTo>
                    <a:pt x="1570" y="2741"/>
                  </a:lnTo>
                  <a:lnTo>
                    <a:pt x="1361" y="2553"/>
                  </a:lnTo>
                  <a:lnTo>
                    <a:pt x="1319" y="2532"/>
                  </a:lnTo>
                  <a:lnTo>
                    <a:pt x="1277" y="2469"/>
                  </a:lnTo>
                  <a:lnTo>
                    <a:pt x="1172" y="2406"/>
                  </a:lnTo>
                  <a:lnTo>
                    <a:pt x="1005" y="2323"/>
                  </a:lnTo>
                  <a:lnTo>
                    <a:pt x="921" y="1779"/>
                  </a:lnTo>
                  <a:lnTo>
                    <a:pt x="942" y="1674"/>
                  </a:lnTo>
                  <a:lnTo>
                    <a:pt x="942" y="691"/>
                  </a:lnTo>
                  <a:lnTo>
                    <a:pt x="921" y="481"/>
                  </a:lnTo>
                  <a:lnTo>
                    <a:pt x="733" y="272"/>
                  </a:lnTo>
                  <a:lnTo>
                    <a:pt x="649" y="209"/>
                  </a:lnTo>
                  <a:lnTo>
                    <a:pt x="607" y="167"/>
                  </a:lnTo>
                  <a:lnTo>
                    <a:pt x="586" y="126"/>
                  </a:lnTo>
                  <a:lnTo>
                    <a:pt x="524" y="126"/>
                  </a:lnTo>
                  <a:lnTo>
                    <a:pt x="503" y="105"/>
                  </a:lnTo>
                  <a:lnTo>
                    <a:pt x="419" y="63"/>
                  </a:lnTo>
                  <a:lnTo>
                    <a:pt x="398" y="105"/>
                  </a:lnTo>
                  <a:lnTo>
                    <a:pt x="377" y="63"/>
                  </a:lnTo>
                  <a:lnTo>
                    <a:pt x="293" y="63"/>
                  </a:lnTo>
                  <a:lnTo>
                    <a:pt x="273" y="0"/>
                  </a:lnTo>
                  <a:close/>
                </a:path>
              </a:pathLst>
            </a:custGeom>
            <a:solidFill>
              <a:srgbClr val="5F7D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090" name="Google Shape;6090;p36"/>
            <p:cNvSpPr/>
            <p:nvPr/>
          </p:nvSpPr>
          <p:spPr>
            <a:xfrm>
              <a:off x="3895082" y="3199593"/>
              <a:ext cx="81233" cy="66165"/>
            </a:xfrm>
            <a:custGeom>
              <a:rect b="b" l="l" r="r" t="t"/>
              <a:pathLst>
                <a:path extrusionOk="0" h="5818" w="6822">
                  <a:moveTo>
                    <a:pt x="5085" y="1"/>
                  </a:moveTo>
                  <a:lnTo>
                    <a:pt x="4143" y="210"/>
                  </a:lnTo>
                  <a:lnTo>
                    <a:pt x="3913" y="691"/>
                  </a:lnTo>
                  <a:lnTo>
                    <a:pt x="3934" y="796"/>
                  </a:lnTo>
                  <a:lnTo>
                    <a:pt x="3997" y="858"/>
                  </a:lnTo>
                  <a:lnTo>
                    <a:pt x="4081" y="900"/>
                  </a:lnTo>
                  <a:lnTo>
                    <a:pt x="4039" y="942"/>
                  </a:lnTo>
                  <a:lnTo>
                    <a:pt x="4018" y="1005"/>
                  </a:lnTo>
                  <a:lnTo>
                    <a:pt x="4018" y="1068"/>
                  </a:lnTo>
                  <a:lnTo>
                    <a:pt x="4018" y="1151"/>
                  </a:lnTo>
                  <a:lnTo>
                    <a:pt x="4018" y="1235"/>
                  </a:lnTo>
                  <a:lnTo>
                    <a:pt x="4018" y="1361"/>
                  </a:lnTo>
                  <a:lnTo>
                    <a:pt x="3976" y="1382"/>
                  </a:lnTo>
                  <a:lnTo>
                    <a:pt x="3997" y="1423"/>
                  </a:lnTo>
                  <a:lnTo>
                    <a:pt x="3934" y="1465"/>
                  </a:lnTo>
                  <a:lnTo>
                    <a:pt x="3830" y="1570"/>
                  </a:lnTo>
                  <a:lnTo>
                    <a:pt x="3830" y="1654"/>
                  </a:lnTo>
                  <a:lnTo>
                    <a:pt x="3830" y="1988"/>
                  </a:lnTo>
                  <a:lnTo>
                    <a:pt x="3830" y="2114"/>
                  </a:lnTo>
                  <a:lnTo>
                    <a:pt x="3913" y="2198"/>
                  </a:lnTo>
                  <a:lnTo>
                    <a:pt x="4081" y="2365"/>
                  </a:lnTo>
                  <a:lnTo>
                    <a:pt x="4102" y="2428"/>
                  </a:lnTo>
                  <a:lnTo>
                    <a:pt x="4143" y="2511"/>
                  </a:lnTo>
                  <a:lnTo>
                    <a:pt x="4436" y="2511"/>
                  </a:lnTo>
                  <a:lnTo>
                    <a:pt x="4395" y="2470"/>
                  </a:lnTo>
                  <a:lnTo>
                    <a:pt x="4395" y="2386"/>
                  </a:lnTo>
                  <a:lnTo>
                    <a:pt x="4520" y="2365"/>
                  </a:lnTo>
                  <a:lnTo>
                    <a:pt x="4562" y="2386"/>
                  </a:lnTo>
                  <a:lnTo>
                    <a:pt x="4625" y="3014"/>
                  </a:lnTo>
                  <a:lnTo>
                    <a:pt x="4562" y="3055"/>
                  </a:lnTo>
                  <a:lnTo>
                    <a:pt x="4499" y="3035"/>
                  </a:lnTo>
                  <a:lnTo>
                    <a:pt x="4457" y="3014"/>
                  </a:lnTo>
                  <a:lnTo>
                    <a:pt x="4436" y="2993"/>
                  </a:lnTo>
                  <a:lnTo>
                    <a:pt x="4353" y="3035"/>
                  </a:lnTo>
                  <a:lnTo>
                    <a:pt x="4248" y="3055"/>
                  </a:lnTo>
                  <a:lnTo>
                    <a:pt x="4185" y="3055"/>
                  </a:lnTo>
                  <a:lnTo>
                    <a:pt x="4039" y="2930"/>
                  </a:lnTo>
                  <a:lnTo>
                    <a:pt x="3934" y="2804"/>
                  </a:lnTo>
                  <a:lnTo>
                    <a:pt x="3830" y="2721"/>
                  </a:lnTo>
                  <a:lnTo>
                    <a:pt x="3725" y="2574"/>
                  </a:lnTo>
                  <a:lnTo>
                    <a:pt x="3599" y="2470"/>
                  </a:lnTo>
                  <a:lnTo>
                    <a:pt x="3390" y="2407"/>
                  </a:lnTo>
                  <a:lnTo>
                    <a:pt x="3244" y="2323"/>
                  </a:lnTo>
                  <a:lnTo>
                    <a:pt x="3244" y="2260"/>
                  </a:lnTo>
                  <a:lnTo>
                    <a:pt x="3139" y="2156"/>
                  </a:lnTo>
                  <a:lnTo>
                    <a:pt x="3139" y="1988"/>
                  </a:lnTo>
                  <a:lnTo>
                    <a:pt x="3097" y="1988"/>
                  </a:lnTo>
                  <a:lnTo>
                    <a:pt x="3055" y="2009"/>
                  </a:lnTo>
                  <a:lnTo>
                    <a:pt x="2972" y="2009"/>
                  </a:lnTo>
                  <a:lnTo>
                    <a:pt x="2930" y="2177"/>
                  </a:lnTo>
                  <a:lnTo>
                    <a:pt x="2888" y="2219"/>
                  </a:lnTo>
                  <a:lnTo>
                    <a:pt x="2742" y="2281"/>
                  </a:lnTo>
                  <a:lnTo>
                    <a:pt x="2637" y="2281"/>
                  </a:lnTo>
                  <a:lnTo>
                    <a:pt x="2637" y="2260"/>
                  </a:lnTo>
                  <a:lnTo>
                    <a:pt x="2511" y="2219"/>
                  </a:lnTo>
                  <a:lnTo>
                    <a:pt x="2365" y="2198"/>
                  </a:lnTo>
                  <a:lnTo>
                    <a:pt x="2239" y="2114"/>
                  </a:lnTo>
                  <a:lnTo>
                    <a:pt x="2198" y="2114"/>
                  </a:lnTo>
                  <a:lnTo>
                    <a:pt x="2093" y="2072"/>
                  </a:lnTo>
                  <a:lnTo>
                    <a:pt x="2030" y="2072"/>
                  </a:lnTo>
                  <a:lnTo>
                    <a:pt x="2030" y="2009"/>
                  </a:lnTo>
                  <a:lnTo>
                    <a:pt x="2030" y="1947"/>
                  </a:lnTo>
                  <a:lnTo>
                    <a:pt x="2009" y="1884"/>
                  </a:lnTo>
                  <a:lnTo>
                    <a:pt x="2009" y="1758"/>
                  </a:lnTo>
                  <a:lnTo>
                    <a:pt x="1946" y="1758"/>
                  </a:lnTo>
                  <a:lnTo>
                    <a:pt x="1800" y="1800"/>
                  </a:lnTo>
                  <a:lnTo>
                    <a:pt x="1779" y="1842"/>
                  </a:lnTo>
                  <a:lnTo>
                    <a:pt x="1695" y="1842"/>
                  </a:lnTo>
                  <a:lnTo>
                    <a:pt x="1612" y="1884"/>
                  </a:lnTo>
                  <a:lnTo>
                    <a:pt x="1528" y="1947"/>
                  </a:lnTo>
                  <a:lnTo>
                    <a:pt x="1507" y="1905"/>
                  </a:lnTo>
                  <a:lnTo>
                    <a:pt x="1486" y="1884"/>
                  </a:lnTo>
                  <a:lnTo>
                    <a:pt x="1486" y="1779"/>
                  </a:lnTo>
                  <a:lnTo>
                    <a:pt x="1465" y="1758"/>
                  </a:lnTo>
                  <a:lnTo>
                    <a:pt x="1361" y="1695"/>
                  </a:lnTo>
                  <a:lnTo>
                    <a:pt x="1298" y="1737"/>
                  </a:lnTo>
                  <a:lnTo>
                    <a:pt x="1256" y="1674"/>
                  </a:lnTo>
                  <a:lnTo>
                    <a:pt x="1256" y="1695"/>
                  </a:lnTo>
                  <a:lnTo>
                    <a:pt x="1256" y="1758"/>
                  </a:lnTo>
                  <a:lnTo>
                    <a:pt x="1214" y="1779"/>
                  </a:lnTo>
                  <a:lnTo>
                    <a:pt x="1256" y="2009"/>
                  </a:lnTo>
                  <a:lnTo>
                    <a:pt x="1256" y="2219"/>
                  </a:lnTo>
                  <a:lnTo>
                    <a:pt x="1256" y="2365"/>
                  </a:lnTo>
                  <a:lnTo>
                    <a:pt x="1298" y="2470"/>
                  </a:lnTo>
                  <a:lnTo>
                    <a:pt x="1298" y="2574"/>
                  </a:lnTo>
                  <a:lnTo>
                    <a:pt x="1277" y="2616"/>
                  </a:lnTo>
                  <a:lnTo>
                    <a:pt x="1256" y="2783"/>
                  </a:lnTo>
                  <a:lnTo>
                    <a:pt x="1277" y="2825"/>
                  </a:lnTo>
                  <a:lnTo>
                    <a:pt x="42" y="2825"/>
                  </a:lnTo>
                  <a:lnTo>
                    <a:pt x="1" y="4771"/>
                  </a:lnTo>
                  <a:lnTo>
                    <a:pt x="22" y="4813"/>
                  </a:lnTo>
                  <a:lnTo>
                    <a:pt x="105" y="4918"/>
                  </a:lnTo>
                  <a:lnTo>
                    <a:pt x="168" y="4980"/>
                  </a:lnTo>
                  <a:lnTo>
                    <a:pt x="231" y="5043"/>
                  </a:lnTo>
                  <a:lnTo>
                    <a:pt x="314" y="5085"/>
                  </a:lnTo>
                  <a:lnTo>
                    <a:pt x="419" y="5232"/>
                  </a:lnTo>
                  <a:lnTo>
                    <a:pt x="482" y="5294"/>
                  </a:lnTo>
                  <a:lnTo>
                    <a:pt x="566" y="5336"/>
                  </a:lnTo>
                  <a:lnTo>
                    <a:pt x="628" y="5399"/>
                  </a:lnTo>
                  <a:lnTo>
                    <a:pt x="670" y="5462"/>
                  </a:lnTo>
                  <a:lnTo>
                    <a:pt x="754" y="5504"/>
                  </a:lnTo>
                  <a:lnTo>
                    <a:pt x="775" y="5608"/>
                  </a:lnTo>
                  <a:lnTo>
                    <a:pt x="1319" y="5462"/>
                  </a:lnTo>
                  <a:lnTo>
                    <a:pt x="1402" y="5504"/>
                  </a:lnTo>
                  <a:lnTo>
                    <a:pt x="1528" y="5441"/>
                  </a:lnTo>
                  <a:lnTo>
                    <a:pt x="1570" y="5462"/>
                  </a:lnTo>
                  <a:lnTo>
                    <a:pt x="1591" y="5462"/>
                  </a:lnTo>
                  <a:lnTo>
                    <a:pt x="1612" y="5504"/>
                  </a:lnTo>
                  <a:lnTo>
                    <a:pt x="1695" y="5504"/>
                  </a:lnTo>
                  <a:lnTo>
                    <a:pt x="1716" y="5524"/>
                  </a:lnTo>
                  <a:lnTo>
                    <a:pt x="1737" y="5524"/>
                  </a:lnTo>
                  <a:lnTo>
                    <a:pt x="1821" y="5629"/>
                  </a:lnTo>
                  <a:lnTo>
                    <a:pt x="1884" y="5629"/>
                  </a:lnTo>
                  <a:lnTo>
                    <a:pt x="2030" y="5650"/>
                  </a:lnTo>
                  <a:lnTo>
                    <a:pt x="2135" y="5713"/>
                  </a:lnTo>
                  <a:lnTo>
                    <a:pt x="2198" y="5755"/>
                  </a:lnTo>
                  <a:lnTo>
                    <a:pt x="2239" y="5755"/>
                  </a:lnTo>
                  <a:lnTo>
                    <a:pt x="2344" y="5671"/>
                  </a:lnTo>
                  <a:lnTo>
                    <a:pt x="2470" y="5650"/>
                  </a:lnTo>
                  <a:lnTo>
                    <a:pt x="2532" y="5713"/>
                  </a:lnTo>
                  <a:lnTo>
                    <a:pt x="2553" y="5671"/>
                  </a:lnTo>
                  <a:lnTo>
                    <a:pt x="2574" y="5713"/>
                  </a:lnTo>
                  <a:lnTo>
                    <a:pt x="2616" y="5713"/>
                  </a:lnTo>
                  <a:lnTo>
                    <a:pt x="2679" y="5776"/>
                  </a:lnTo>
                  <a:lnTo>
                    <a:pt x="2783" y="5817"/>
                  </a:lnTo>
                  <a:lnTo>
                    <a:pt x="2951" y="5755"/>
                  </a:lnTo>
                  <a:lnTo>
                    <a:pt x="3139" y="5504"/>
                  </a:lnTo>
                  <a:lnTo>
                    <a:pt x="3390" y="5190"/>
                  </a:lnTo>
                  <a:lnTo>
                    <a:pt x="3725" y="4939"/>
                  </a:lnTo>
                  <a:lnTo>
                    <a:pt x="3934" y="4876"/>
                  </a:lnTo>
                  <a:lnTo>
                    <a:pt x="3976" y="4834"/>
                  </a:lnTo>
                  <a:lnTo>
                    <a:pt x="3997" y="4792"/>
                  </a:lnTo>
                  <a:lnTo>
                    <a:pt x="3976" y="4729"/>
                  </a:lnTo>
                  <a:lnTo>
                    <a:pt x="3997" y="4687"/>
                  </a:lnTo>
                  <a:lnTo>
                    <a:pt x="3997" y="4625"/>
                  </a:lnTo>
                  <a:lnTo>
                    <a:pt x="4039" y="4562"/>
                  </a:lnTo>
                  <a:lnTo>
                    <a:pt x="4206" y="4457"/>
                  </a:lnTo>
                  <a:lnTo>
                    <a:pt x="4290" y="4415"/>
                  </a:lnTo>
                  <a:lnTo>
                    <a:pt x="4353" y="4395"/>
                  </a:lnTo>
                  <a:lnTo>
                    <a:pt x="4499" y="4353"/>
                  </a:lnTo>
                  <a:lnTo>
                    <a:pt x="4646" y="4353"/>
                  </a:lnTo>
                  <a:lnTo>
                    <a:pt x="4667" y="4395"/>
                  </a:lnTo>
                  <a:lnTo>
                    <a:pt x="4729" y="4374"/>
                  </a:lnTo>
                  <a:lnTo>
                    <a:pt x="4855" y="4395"/>
                  </a:lnTo>
                  <a:lnTo>
                    <a:pt x="4918" y="4395"/>
                  </a:lnTo>
                  <a:lnTo>
                    <a:pt x="4918" y="4311"/>
                  </a:lnTo>
                  <a:lnTo>
                    <a:pt x="4876" y="4143"/>
                  </a:lnTo>
                  <a:lnTo>
                    <a:pt x="4918" y="4060"/>
                  </a:lnTo>
                  <a:lnTo>
                    <a:pt x="5148" y="3955"/>
                  </a:lnTo>
                  <a:lnTo>
                    <a:pt x="5273" y="3955"/>
                  </a:lnTo>
                  <a:lnTo>
                    <a:pt x="5859" y="3683"/>
                  </a:lnTo>
                  <a:lnTo>
                    <a:pt x="5964" y="3662"/>
                  </a:lnTo>
                  <a:lnTo>
                    <a:pt x="6299" y="3537"/>
                  </a:lnTo>
                  <a:lnTo>
                    <a:pt x="6487" y="3474"/>
                  </a:lnTo>
                  <a:lnTo>
                    <a:pt x="6445" y="3432"/>
                  </a:lnTo>
                  <a:lnTo>
                    <a:pt x="6403" y="3327"/>
                  </a:lnTo>
                  <a:lnTo>
                    <a:pt x="6320" y="3223"/>
                  </a:lnTo>
                  <a:lnTo>
                    <a:pt x="6320" y="3160"/>
                  </a:lnTo>
                  <a:lnTo>
                    <a:pt x="6382" y="3139"/>
                  </a:lnTo>
                  <a:lnTo>
                    <a:pt x="6445" y="3035"/>
                  </a:lnTo>
                  <a:lnTo>
                    <a:pt x="6445" y="2951"/>
                  </a:lnTo>
                  <a:lnTo>
                    <a:pt x="6487" y="2888"/>
                  </a:lnTo>
                  <a:lnTo>
                    <a:pt x="6445" y="2825"/>
                  </a:lnTo>
                  <a:lnTo>
                    <a:pt x="6445" y="2742"/>
                  </a:lnTo>
                  <a:lnTo>
                    <a:pt x="6487" y="2721"/>
                  </a:lnTo>
                  <a:lnTo>
                    <a:pt x="6612" y="2616"/>
                  </a:lnTo>
                  <a:lnTo>
                    <a:pt x="6696" y="2595"/>
                  </a:lnTo>
                  <a:lnTo>
                    <a:pt x="6717" y="2511"/>
                  </a:lnTo>
                  <a:lnTo>
                    <a:pt x="6759" y="2511"/>
                  </a:lnTo>
                  <a:lnTo>
                    <a:pt x="6759" y="2470"/>
                  </a:lnTo>
                  <a:lnTo>
                    <a:pt x="6717" y="2428"/>
                  </a:lnTo>
                  <a:lnTo>
                    <a:pt x="6696" y="2386"/>
                  </a:lnTo>
                  <a:lnTo>
                    <a:pt x="6654" y="2302"/>
                  </a:lnTo>
                  <a:lnTo>
                    <a:pt x="6717" y="2281"/>
                  </a:lnTo>
                  <a:lnTo>
                    <a:pt x="6717" y="2198"/>
                  </a:lnTo>
                  <a:lnTo>
                    <a:pt x="6654" y="2114"/>
                  </a:lnTo>
                  <a:lnTo>
                    <a:pt x="6717" y="2051"/>
                  </a:lnTo>
                  <a:lnTo>
                    <a:pt x="6696" y="1967"/>
                  </a:lnTo>
                  <a:lnTo>
                    <a:pt x="6696" y="1884"/>
                  </a:lnTo>
                  <a:lnTo>
                    <a:pt x="6654" y="1779"/>
                  </a:lnTo>
                  <a:lnTo>
                    <a:pt x="6654" y="1695"/>
                  </a:lnTo>
                  <a:lnTo>
                    <a:pt x="6801" y="1570"/>
                  </a:lnTo>
                  <a:lnTo>
                    <a:pt x="6801" y="1528"/>
                  </a:lnTo>
                  <a:lnTo>
                    <a:pt x="6822" y="1486"/>
                  </a:lnTo>
                  <a:lnTo>
                    <a:pt x="6822" y="1361"/>
                  </a:lnTo>
                  <a:lnTo>
                    <a:pt x="6801" y="1277"/>
                  </a:lnTo>
                  <a:lnTo>
                    <a:pt x="6696" y="1214"/>
                  </a:lnTo>
                  <a:lnTo>
                    <a:pt x="6696" y="1151"/>
                  </a:lnTo>
                  <a:lnTo>
                    <a:pt x="6738" y="1005"/>
                  </a:lnTo>
                  <a:lnTo>
                    <a:pt x="6738" y="963"/>
                  </a:lnTo>
                  <a:lnTo>
                    <a:pt x="6696" y="942"/>
                  </a:lnTo>
                  <a:lnTo>
                    <a:pt x="6592" y="900"/>
                  </a:lnTo>
                  <a:lnTo>
                    <a:pt x="6550" y="817"/>
                  </a:lnTo>
                  <a:lnTo>
                    <a:pt x="6529" y="796"/>
                  </a:lnTo>
                  <a:lnTo>
                    <a:pt x="6508" y="712"/>
                  </a:lnTo>
                  <a:lnTo>
                    <a:pt x="6508" y="691"/>
                  </a:lnTo>
                  <a:lnTo>
                    <a:pt x="6445" y="691"/>
                  </a:lnTo>
                  <a:lnTo>
                    <a:pt x="6340" y="586"/>
                  </a:lnTo>
                  <a:lnTo>
                    <a:pt x="6299" y="503"/>
                  </a:lnTo>
                  <a:lnTo>
                    <a:pt x="6236" y="482"/>
                  </a:lnTo>
                  <a:lnTo>
                    <a:pt x="6194" y="419"/>
                  </a:lnTo>
                  <a:lnTo>
                    <a:pt x="6110" y="419"/>
                  </a:lnTo>
                  <a:lnTo>
                    <a:pt x="5859" y="335"/>
                  </a:lnTo>
                  <a:lnTo>
                    <a:pt x="5755" y="335"/>
                  </a:lnTo>
                  <a:lnTo>
                    <a:pt x="5671" y="273"/>
                  </a:lnTo>
                  <a:lnTo>
                    <a:pt x="5671" y="210"/>
                  </a:lnTo>
                  <a:lnTo>
                    <a:pt x="5587" y="168"/>
                  </a:lnTo>
                  <a:lnTo>
                    <a:pt x="5545" y="168"/>
                  </a:lnTo>
                  <a:lnTo>
                    <a:pt x="5441" y="126"/>
                  </a:lnTo>
                  <a:lnTo>
                    <a:pt x="5357" y="126"/>
                  </a:lnTo>
                  <a:lnTo>
                    <a:pt x="5169" y="22"/>
                  </a:lnTo>
                  <a:lnTo>
                    <a:pt x="5085" y="1"/>
                  </a:lnTo>
                  <a:close/>
                </a:path>
              </a:pathLst>
            </a:custGeom>
            <a:solidFill>
              <a:srgbClr val="5F7D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091" name="Google Shape;6091;p36"/>
            <p:cNvSpPr/>
            <p:nvPr/>
          </p:nvSpPr>
          <p:spPr>
            <a:xfrm>
              <a:off x="3824328" y="3184365"/>
              <a:ext cx="86210" cy="81393"/>
            </a:xfrm>
            <a:custGeom>
              <a:rect b="b" l="l" r="r" t="t"/>
              <a:pathLst>
                <a:path extrusionOk="0" h="7157" w="7240">
                  <a:moveTo>
                    <a:pt x="963" y="0"/>
                  </a:moveTo>
                  <a:lnTo>
                    <a:pt x="879" y="42"/>
                  </a:lnTo>
                  <a:lnTo>
                    <a:pt x="774" y="63"/>
                  </a:lnTo>
                  <a:lnTo>
                    <a:pt x="712" y="63"/>
                  </a:lnTo>
                  <a:lnTo>
                    <a:pt x="670" y="84"/>
                  </a:lnTo>
                  <a:lnTo>
                    <a:pt x="670" y="105"/>
                  </a:lnTo>
                  <a:lnTo>
                    <a:pt x="649" y="105"/>
                  </a:lnTo>
                  <a:lnTo>
                    <a:pt x="502" y="189"/>
                  </a:lnTo>
                  <a:lnTo>
                    <a:pt x="544" y="273"/>
                  </a:lnTo>
                  <a:lnTo>
                    <a:pt x="544" y="356"/>
                  </a:lnTo>
                  <a:lnTo>
                    <a:pt x="858" y="712"/>
                  </a:lnTo>
                  <a:lnTo>
                    <a:pt x="879" y="1151"/>
                  </a:lnTo>
                  <a:lnTo>
                    <a:pt x="1046" y="1402"/>
                  </a:lnTo>
                  <a:lnTo>
                    <a:pt x="1026" y="1633"/>
                  </a:lnTo>
                  <a:lnTo>
                    <a:pt x="837" y="1863"/>
                  </a:lnTo>
                  <a:lnTo>
                    <a:pt x="942" y="1925"/>
                  </a:lnTo>
                  <a:lnTo>
                    <a:pt x="942" y="2135"/>
                  </a:lnTo>
                  <a:lnTo>
                    <a:pt x="1046" y="2260"/>
                  </a:lnTo>
                  <a:lnTo>
                    <a:pt x="1046" y="2407"/>
                  </a:lnTo>
                  <a:lnTo>
                    <a:pt x="1256" y="2783"/>
                  </a:lnTo>
                  <a:lnTo>
                    <a:pt x="1256" y="2867"/>
                  </a:lnTo>
                  <a:lnTo>
                    <a:pt x="1339" y="2972"/>
                  </a:lnTo>
                  <a:lnTo>
                    <a:pt x="1339" y="3453"/>
                  </a:lnTo>
                  <a:lnTo>
                    <a:pt x="1088" y="3871"/>
                  </a:lnTo>
                  <a:lnTo>
                    <a:pt x="1026" y="3871"/>
                  </a:lnTo>
                  <a:lnTo>
                    <a:pt x="754" y="4081"/>
                  </a:lnTo>
                  <a:lnTo>
                    <a:pt x="754" y="4227"/>
                  </a:lnTo>
                  <a:lnTo>
                    <a:pt x="440" y="4499"/>
                  </a:lnTo>
                  <a:lnTo>
                    <a:pt x="440" y="4687"/>
                  </a:lnTo>
                  <a:lnTo>
                    <a:pt x="398" y="4750"/>
                  </a:lnTo>
                  <a:lnTo>
                    <a:pt x="398" y="5210"/>
                  </a:lnTo>
                  <a:lnTo>
                    <a:pt x="230" y="5399"/>
                  </a:lnTo>
                  <a:lnTo>
                    <a:pt x="210" y="5608"/>
                  </a:lnTo>
                  <a:lnTo>
                    <a:pt x="42" y="5796"/>
                  </a:lnTo>
                  <a:lnTo>
                    <a:pt x="42" y="6006"/>
                  </a:lnTo>
                  <a:lnTo>
                    <a:pt x="21" y="6173"/>
                  </a:lnTo>
                  <a:lnTo>
                    <a:pt x="21" y="6466"/>
                  </a:lnTo>
                  <a:lnTo>
                    <a:pt x="0" y="6654"/>
                  </a:lnTo>
                  <a:lnTo>
                    <a:pt x="21" y="6696"/>
                  </a:lnTo>
                  <a:lnTo>
                    <a:pt x="105" y="6738"/>
                  </a:lnTo>
                  <a:lnTo>
                    <a:pt x="126" y="6759"/>
                  </a:lnTo>
                  <a:lnTo>
                    <a:pt x="189" y="6738"/>
                  </a:lnTo>
                  <a:lnTo>
                    <a:pt x="210" y="6654"/>
                  </a:lnTo>
                  <a:lnTo>
                    <a:pt x="398" y="6654"/>
                  </a:lnTo>
                  <a:lnTo>
                    <a:pt x="461" y="6696"/>
                  </a:lnTo>
                  <a:lnTo>
                    <a:pt x="523" y="6675"/>
                  </a:lnTo>
                  <a:lnTo>
                    <a:pt x="523" y="6591"/>
                  </a:lnTo>
                  <a:lnTo>
                    <a:pt x="712" y="6466"/>
                  </a:lnTo>
                  <a:lnTo>
                    <a:pt x="754" y="6466"/>
                  </a:lnTo>
                  <a:lnTo>
                    <a:pt x="858" y="6529"/>
                  </a:lnTo>
                  <a:lnTo>
                    <a:pt x="879" y="6529"/>
                  </a:lnTo>
                  <a:lnTo>
                    <a:pt x="921" y="6487"/>
                  </a:lnTo>
                  <a:lnTo>
                    <a:pt x="963" y="6466"/>
                  </a:lnTo>
                  <a:lnTo>
                    <a:pt x="1046" y="6529"/>
                  </a:lnTo>
                  <a:lnTo>
                    <a:pt x="1046" y="6550"/>
                  </a:lnTo>
                  <a:lnTo>
                    <a:pt x="1130" y="6571"/>
                  </a:lnTo>
                  <a:lnTo>
                    <a:pt x="1088" y="6633"/>
                  </a:lnTo>
                  <a:lnTo>
                    <a:pt x="1151" y="6654"/>
                  </a:lnTo>
                  <a:lnTo>
                    <a:pt x="1256" y="6759"/>
                  </a:lnTo>
                  <a:lnTo>
                    <a:pt x="1381" y="6801"/>
                  </a:lnTo>
                  <a:lnTo>
                    <a:pt x="1486" y="6759"/>
                  </a:lnTo>
                  <a:lnTo>
                    <a:pt x="1507" y="6759"/>
                  </a:lnTo>
                  <a:lnTo>
                    <a:pt x="1590" y="6696"/>
                  </a:lnTo>
                  <a:lnTo>
                    <a:pt x="1653" y="6696"/>
                  </a:lnTo>
                  <a:lnTo>
                    <a:pt x="1674" y="6738"/>
                  </a:lnTo>
                  <a:lnTo>
                    <a:pt x="3850" y="6738"/>
                  </a:lnTo>
                  <a:lnTo>
                    <a:pt x="3871" y="6759"/>
                  </a:lnTo>
                  <a:lnTo>
                    <a:pt x="3913" y="6863"/>
                  </a:lnTo>
                  <a:lnTo>
                    <a:pt x="3976" y="6905"/>
                  </a:lnTo>
                  <a:lnTo>
                    <a:pt x="4101" y="6968"/>
                  </a:lnTo>
                  <a:lnTo>
                    <a:pt x="4206" y="6989"/>
                  </a:lnTo>
                  <a:lnTo>
                    <a:pt x="4311" y="6968"/>
                  </a:lnTo>
                  <a:lnTo>
                    <a:pt x="4373" y="6989"/>
                  </a:lnTo>
                  <a:lnTo>
                    <a:pt x="4394" y="7052"/>
                  </a:lnTo>
                  <a:lnTo>
                    <a:pt x="4478" y="7073"/>
                  </a:lnTo>
                  <a:lnTo>
                    <a:pt x="4541" y="7010"/>
                  </a:lnTo>
                  <a:lnTo>
                    <a:pt x="4645" y="6989"/>
                  </a:lnTo>
                  <a:lnTo>
                    <a:pt x="4792" y="7010"/>
                  </a:lnTo>
                  <a:lnTo>
                    <a:pt x="4855" y="7010"/>
                  </a:lnTo>
                  <a:lnTo>
                    <a:pt x="4896" y="6947"/>
                  </a:lnTo>
                  <a:lnTo>
                    <a:pt x="4917" y="6968"/>
                  </a:lnTo>
                  <a:lnTo>
                    <a:pt x="4959" y="6968"/>
                  </a:lnTo>
                  <a:lnTo>
                    <a:pt x="5106" y="7094"/>
                  </a:lnTo>
                  <a:lnTo>
                    <a:pt x="5210" y="7115"/>
                  </a:lnTo>
                  <a:lnTo>
                    <a:pt x="5357" y="7115"/>
                  </a:lnTo>
                  <a:lnTo>
                    <a:pt x="5357" y="7073"/>
                  </a:lnTo>
                  <a:lnTo>
                    <a:pt x="5440" y="7052"/>
                  </a:lnTo>
                  <a:lnTo>
                    <a:pt x="5482" y="7073"/>
                  </a:lnTo>
                  <a:lnTo>
                    <a:pt x="5545" y="7094"/>
                  </a:lnTo>
                  <a:lnTo>
                    <a:pt x="5587" y="7073"/>
                  </a:lnTo>
                  <a:lnTo>
                    <a:pt x="5629" y="7115"/>
                  </a:lnTo>
                  <a:lnTo>
                    <a:pt x="5671" y="7115"/>
                  </a:lnTo>
                  <a:lnTo>
                    <a:pt x="5692" y="7156"/>
                  </a:lnTo>
                  <a:lnTo>
                    <a:pt x="5838" y="7156"/>
                  </a:lnTo>
                  <a:lnTo>
                    <a:pt x="6717" y="6947"/>
                  </a:lnTo>
                  <a:lnTo>
                    <a:pt x="6696" y="6843"/>
                  </a:lnTo>
                  <a:lnTo>
                    <a:pt x="6612" y="6801"/>
                  </a:lnTo>
                  <a:lnTo>
                    <a:pt x="6570" y="6738"/>
                  </a:lnTo>
                  <a:lnTo>
                    <a:pt x="6508" y="6675"/>
                  </a:lnTo>
                  <a:lnTo>
                    <a:pt x="6424" y="6633"/>
                  </a:lnTo>
                  <a:lnTo>
                    <a:pt x="6361" y="6571"/>
                  </a:lnTo>
                  <a:lnTo>
                    <a:pt x="6256" y="6424"/>
                  </a:lnTo>
                  <a:lnTo>
                    <a:pt x="6173" y="6382"/>
                  </a:lnTo>
                  <a:lnTo>
                    <a:pt x="6110" y="6319"/>
                  </a:lnTo>
                  <a:lnTo>
                    <a:pt x="6047" y="6257"/>
                  </a:lnTo>
                  <a:lnTo>
                    <a:pt x="5964" y="6152"/>
                  </a:lnTo>
                  <a:lnTo>
                    <a:pt x="5943" y="6110"/>
                  </a:lnTo>
                  <a:lnTo>
                    <a:pt x="5984" y="4164"/>
                  </a:lnTo>
                  <a:lnTo>
                    <a:pt x="7219" y="4164"/>
                  </a:lnTo>
                  <a:lnTo>
                    <a:pt x="7198" y="4122"/>
                  </a:lnTo>
                  <a:lnTo>
                    <a:pt x="7219" y="3955"/>
                  </a:lnTo>
                  <a:lnTo>
                    <a:pt x="7240" y="3913"/>
                  </a:lnTo>
                  <a:lnTo>
                    <a:pt x="7240" y="3809"/>
                  </a:lnTo>
                  <a:lnTo>
                    <a:pt x="7198" y="3704"/>
                  </a:lnTo>
                  <a:lnTo>
                    <a:pt x="7198" y="3558"/>
                  </a:lnTo>
                  <a:lnTo>
                    <a:pt x="7198" y="3348"/>
                  </a:lnTo>
                  <a:lnTo>
                    <a:pt x="7156" y="3118"/>
                  </a:lnTo>
                  <a:lnTo>
                    <a:pt x="7198" y="3097"/>
                  </a:lnTo>
                  <a:lnTo>
                    <a:pt x="7198" y="3034"/>
                  </a:lnTo>
                  <a:lnTo>
                    <a:pt x="7198" y="3013"/>
                  </a:lnTo>
                  <a:lnTo>
                    <a:pt x="7093" y="3013"/>
                  </a:lnTo>
                  <a:lnTo>
                    <a:pt x="6989" y="3034"/>
                  </a:lnTo>
                  <a:lnTo>
                    <a:pt x="6905" y="3097"/>
                  </a:lnTo>
                  <a:lnTo>
                    <a:pt x="6821" y="3118"/>
                  </a:lnTo>
                  <a:lnTo>
                    <a:pt x="6780" y="3139"/>
                  </a:lnTo>
                  <a:lnTo>
                    <a:pt x="6717" y="3118"/>
                  </a:lnTo>
                  <a:lnTo>
                    <a:pt x="6570" y="3118"/>
                  </a:lnTo>
                  <a:lnTo>
                    <a:pt x="6508" y="3097"/>
                  </a:lnTo>
                  <a:lnTo>
                    <a:pt x="6424" y="3034"/>
                  </a:lnTo>
                  <a:lnTo>
                    <a:pt x="6382" y="3034"/>
                  </a:lnTo>
                  <a:lnTo>
                    <a:pt x="6361" y="3076"/>
                  </a:lnTo>
                  <a:lnTo>
                    <a:pt x="6298" y="3097"/>
                  </a:lnTo>
                  <a:lnTo>
                    <a:pt x="6256" y="3118"/>
                  </a:lnTo>
                  <a:lnTo>
                    <a:pt x="6194" y="3118"/>
                  </a:lnTo>
                  <a:lnTo>
                    <a:pt x="6173" y="3097"/>
                  </a:lnTo>
                  <a:lnTo>
                    <a:pt x="6173" y="2972"/>
                  </a:lnTo>
                  <a:lnTo>
                    <a:pt x="6215" y="2930"/>
                  </a:lnTo>
                  <a:lnTo>
                    <a:pt x="6215" y="2909"/>
                  </a:lnTo>
                  <a:lnTo>
                    <a:pt x="6256" y="2825"/>
                  </a:lnTo>
                  <a:lnTo>
                    <a:pt x="6173" y="2783"/>
                  </a:lnTo>
                  <a:lnTo>
                    <a:pt x="6173" y="2658"/>
                  </a:lnTo>
                  <a:lnTo>
                    <a:pt x="6194" y="2616"/>
                  </a:lnTo>
                  <a:lnTo>
                    <a:pt x="6194" y="2553"/>
                  </a:lnTo>
                  <a:lnTo>
                    <a:pt x="6110" y="2490"/>
                  </a:lnTo>
                  <a:lnTo>
                    <a:pt x="6110" y="2407"/>
                  </a:lnTo>
                  <a:lnTo>
                    <a:pt x="6152" y="2344"/>
                  </a:lnTo>
                  <a:lnTo>
                    <a:pt x="6110" y="2281"/>
                  </a:lnTo>
                  <a:lnTo>
                    <a:pt x="6068" y="2260"/>
                  </a:lnTo>
                  <a:lnTo>
                    <a:pt x="6047" y="2197"/>
                  </a:lnTo>
                  <a:lnTo>
                    <a:pt x="6005" y="2177"/>
                  </a:lnTo>
                  <a:lnTo>
                    <a:pt x="6005" y="2093"/>
                  </a:lnTo>
                  <a:lnTo>
                    <a:pt x="5964" y="2051"/>
                  </a:lnTo>
                  <a:lnTo>
                    <a:pt x="5964" y="1967"/>
                  </a:lnTo>
                  <a:lnTo>
                    <a:pt x="5901" y="1925"/>
                  </a:lnTo>
                  <a:lnTo>
                    <a:pt x="5964" y="1821"/>
                  </a:lnTo>
                  <a:lnTo>
                    <a:pt x="5964" y="1612"/>
                  </a:lnTo>
                  <a:lnTo>
                    <a:pt x="5943" y="1528"/>
                  </a:lnTo>
                  <a:lnTo>
                    <a:pt x="5943" y="1507"/>
                  </a:lnTo>
                  <a:lnTo>
                    <a:pt x="5964" y="1444"/>
                  </a:lnTo>
                  <a:lnTo>
                    <a:pt x="5964" y="1361"/>
                  </a:lnTo>
                  <a:lnTo>
                    <a:pt x="5901" y="1298"/>
                  </a:lnTo>
                  <a:lnTo>
                    <a:pt x="5943" y="1193"/>
                  </a:lnTo>
                  <a:lnTo>
                    <a:pt x="5984" y="1089"/>
                  </a:lnTo>
                  <a:lnTo>
                    <a:pt x="5984" y="1005"/>
                  </a:lnTo>
                  <a:lnTo>
                    <a:pt x="5984" y="921"/>
                  </a:lnTo>
                  <a:lnTo>
                    <a:pt x="5964" y="837"/>
                  </a:lnTo>
                  <a:lnTo>
                    <a:pt x="5315" y="796"/>
                  </a:lnTo>
                  <a:lnTo>
                    <a:pt x="5273" y="733"/>
                  </a:lnTo>
                  <a:lnTo>
                    <a:pt x="5315" y="691"/>
                  </a:lnTo>
                  <a:lnTo>
                    <a:pt x="5336" y="607"/>
                  </a:lnTo>
                  <a:lnTo>
                    <a:pt x="5147" y="586"/>
                  </a:lnTo>
                  <a:lnTo>
                    <a:pt x="5147" y="628"/>
                  </a:lnTo>
                  <a:lnTo>
                    <a:pt x="4583" y="670"/>
                  </a:lnTo>
                  <a:lnTo>
                    <a:pt x="4583" y="817"/>
                  </a:lnTo>
                  <a:lnTo>
                    <a:pt x="4520" y="921"/>
                  </a:lnTo>
                  <a:lnTo>
                    <a:pt x="4478" y="942"/>
                  </a:lnTo>
                  <a:lnTo>
                    <a:pt x="4499" y="1047"/>
                  </a:lnTo>
                  <a:lnTo>
                    <a:pt x="4499" y="1214"/>
                  </a:lnTo>
                  <a:lnTo>
                    <a:pt x="4059" y="1235"/>
                  </a:lnTo>
                  <a:lnTo>
                    <a:pt x="3976" y="1298"/>
                  </a:lnTo>
                  <a:lnTo>
                    <a:pt x="3787" y="1256"/>
                  </a:lnTo>
                  <a:lnTo>
                    <a:pt x="3704" y="1235"/>
                  </a:lnTo>
                  <a:lnTo>
                    <a:pt x="3599" y="1256"/>
                  </a:lnTo>
                  <a:lnTo>
                    <a:pt x="3453" y="1256"/>
                  </a:lnTo>
                  <a:lnTo>
                    <a:pt x="3390" y="1235"/>
                  </a:lnTo>
                  <a:lnTo>
                    <a:pt x="3369" y="1026"/>
                  </a:lnTo>
                  <a:lnTo>
                    <a:pt x="3285" y="921"/>
                  </a:lnTo>
                  <a:lnTo>
                    <a:pt x="3243" y="837"/>
                  </a:lnTo>
                  <a:lnTo>
                    <a:pt x="3181" y="817"/>
                  </a:lnTo>
                  <a:lnTo>
                    <a:pt x="3181" y="733"/>
                  </a:lnTo>
                  <a:lnTo>
                    <a:pt x="3160" y="691"/>
                  </a:lnTo>
                  <a:lnTo>
                    <a:pt x="3139" y="565"/>
                  </a:lnTo>
                  <a:lnTo>
                    <a:pt x="3076" y="461"/>
                  </a:lnTo>
                  <a:lnTo>
                    <a:pt x="3076" y="377"/>
                  </a:lnTo>
                  <a:lnTo>
                    <a:pt x="3118" y="314"/>
                  </a:lnTo>
                  <a:lnTo>
                    <a:pt x="3076" y="252"/>
                  </a:lnTo>
                  <a:lnTo>
                    <a:pt x="3034" y="189"/>
                  </a:lnTo>
                  <a:lnTo>
                    <a:pt x="3034" y="105"/>
                  </a:lnTo>
                  <a:lnTo>
                    <a:pt x="3034" y="84"/>
                  </a:lnTo>
                  <a:lnTo>
                    <a:pt x="3034" y="0"/>
                  </a:lnTo>
                  <a:lnTo>
                    <a:pt x="2030" y="0"/>
                  </a:lnTo>
                  <a:lnTo>
                    <a:pt x="1821" y="42"/>
                  </a:lnTo>
                  <a:lnTo>
                    <a:pt x="1653" y="0"/>
                  </a:lnTo>
                  <a:close/>
                </a:path>
              </a:pathLst>
            </a:custGeom>
            <a:solidFill>
              <a:srgbClr val="5F7D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092" name="Google Shape;6092;p36"/>
            <p:cNvSpPr/>
            <p:nvPr/>
          </p:nvSpPr>
          <p:spPr>
            <a:xfrm>
              <a:off x="3916754" y="3249086"/>
              <a:ext cx="53834" cy="46889"/>
            </a:xfrm>
            <a:custGeom>
              <a:rect b="b" l="l" r="r" t="t"/>
              <a:pathLst>
                <a:path extrusionOk="0" h="4123" w="4521">
                  <a:moveTo>
                    <a:pt x="2679" y="1"/>
                  </a:moveTo>
                  <a:lnTo>
                    <a:pt x="2533" y="43"/>
                  </a:lnTo>
                  <a:lnTo>
                    <a:pt x="2470" y="63"/>
                  </a:lnTo>
                  <a:lnTo>
                    <a:pt x="2386" y="105"/>
                  </a:lnTo>
                  <a:lnTo>
                    <a:pt x="2219" y="210"/>
                  </a:lnTo>
                  <a:lnTo>
                    <a:pt x="2177" y="273"/>
                  </a:lnTo>
                  <a:lnTo>
                    <a:pt x="2177" y="335"/>
                  </a:lnTo>
                  <a:lnTo>
                    <a:pt x="2156" y="377"/>
                  </a:lnTo>
                  <a:lnTo>
                    <a:pt x="2177" y="440"/>
                  </a:lnTo>
                  <a:lnTo>
                    <a:pt x="2156" y="482"/>
                  </a:lnTo>
                  <a:lnTo>
                    <a:pt x="2114" y="524"/>
                  </a:lnTo>
                  <a:lnTo>
                    <a:pt x="1905" y="587"/>
                  </a:lnTo>
                  <a:lnTo>
                    <a:pt x="1570" y="838"/>
                  </a:lnTo>
                  <a:lnTo>
                    <a:pt x="1319" y="1152"/>
                  </a:lnTo>
                  <a:lnTo>
                    <a:pt x="1131" y="1403"/>
                  </a:lnTo>
                  <a:lnTo>
                    <a:pt x="963" y="1465"/>
                  </a:lnTo>
                  <a:lnTo>
                    <a:pt x="859" y="1424"/>
                  </a:lnTo>
                  <a:lnTo>
                    <a:pt x="796" y="1361"/>
                  </a:lnTo>
                  <a:lnTo>
                    <a:pt x="754" y="1361"/>
                  </a:lnTo>
                  <a:lnTo>
                    <a:pt x="733" y="1319"/>
                  </a:lnTo>
                  <a:lnTo>
                    <a:pt x="712" y="1361"/>
                  </a:lnTo>
                  <a:lnTo>
                    <a:pt x="650" y="1298"/>
                  </a:lnTo>
                  <a:lnTo>
                    <a:pt x="524" y="1319"/>
                  </a:lnTo>
                  <a:lnTo>
                    <a:pt x="419" y="1403"/>
                  </a:lnTo>
                  <a:lnTo>
                    <a:pt x="378" y="1403"/>
                  </a:lnTo>
                  <a:lnTo>
                    <a:pt x="315" y="1361"/>
                  </a:lnTo>
                  <a:lnTo>
                    <a:pt x="210" y="1298"/>
                  </a:lnTo>
                  <a:lnTo>
                    <a:pt x="64" y="1277"/>
                  </a:lnTo>
                  <a:lnTo>
                    <a:pt x="1" y="1277"/>
                  </a:lnTo>
                  <a:lnTo>
                    <a:pt x="22" y="1319"/>
                  </a:lnTo>
                  <a:lnTo>
                    <a:pt x="22" y="1382"/>
                  </a:lnTo>
                  <a:lnTo>
                    <a:pt x="22" y="1424"/>
                  </a:lnTo>
                  <a:lnTo>
                    <a:pt x="22" y="1486"/>
                  </a:lnTo>
                  <a:lnTo>
                    <a:pt x="106" y="1570"/>
                  </a:lnTo>
                  <a:lnTo>
                    <a:pt x="168" y="1591"/>
                  </a:lnTo>
                  <a:lnTo>
                    <a:pt x="231" y="1633"/>
                  </a:lnTo>
                  <a:lnTo>
                    <a:pt x="294" y="1716"/>
                  </a:lnTo>
                  <a:lnTo>
                    <a:pt x="294" y="1779"/>
                  </a:lnTo>
                  <a:lnTo>
                    <a:pt x="315" y="1800"/>
                  </a:lnTo>
                  <a:lnTo>
                    <a:pt x="378" y="1884"/>
                  </a:lnTo>
                  <a:lnTo>
                    <a:pt x="398" y="1988"/>
                  </a:lnTo>
                  <a:lnTo>
                    <a:pt x="440" y="2030"/>
                  </a:lnTo>
                  <a:lnTo>
                    <a:pt x="503" y="2114"/>
                  </a:lnTo>
                  <a:lnTo>
                    <a:pt x="545" y="2156"/>
                  </a:lnTo>
                  <a:lnTo>
                    <a:pt x="587" y="2156"/>
                  </a:lnTo>
                  <a:lnTo>
                    <a:pt x="629" y="2240"/>
                  </a:lnTo>
                  <a:lnTo>
                    <a:pt x="796" y="2512"/>
                  </a:lnTo>
                  <a:lnTo>
                    <a:pt x="901" y="2574"/>
                  </a:lnTo>
                  <a:lnTo>
                    <a:pt x="1005" y="2637"/>
                  </a:lnTo>
                  <a:lnTo>
                    <a:pt x="1047" y="2679"/>
                  </a:lnTo>
                  <a:lnTo>
                    <a:pt x="1131" y="2742"/>
                  </a:lnTo>
                  <a:lnTo>
                    <a:pt x="1131" y="2763"/>
                  </a:lnTo>
                  <a:lnTo>
                    <a:pt x="1131" y="2825"/>
                  </a:lnTo>
                  <a:lnTo>
                    <a:pt x="1152" y="2867"/>
                  </a:lnTo>
                  <a:lnTo>
                    <a:pt x="1256" y="2888"/>
                  </a:lnTo>
                  <a:lnTo>
                    <a:pt x="1340" y="2972"/>
                  </a:lnTo>
                  <a:lnTo>
                    <a:pt x="1319" y="3056"/>
                  </a:lnTo>
                  <a:lnTo>
                    <a:pt x="1340" y="3181"/>
                  </a:lnTo>
                  <a:lnTo>
                    <a:pt x="1340" y="3265"/>
                  </a:lnTo>
                  <a:lnTo>
                    <a:pt x="1382" y="3369"/>
                  </a:lnTo>
                  <a:lnTo>
                    <a:pt x="1487" y="3453"/>
                  </a:lnTo>
                  <a:lnTo>
                    <a:pt x="1549" y="3558"/>
                  </a:lnTo>
                  <a:lnTo>
                    <a:pt x="1675" y="3579"/>
                  </a:lnTo>
                  <a:lnTo>
                    <a:pt x="1759" y="3558"/>
                  </a:lnTo>
                  <a:lnTo>
                    <a:pt x="1884" y="3600"/>
                  </a:lnTo>
                  <a:lnTo>
                    <a:pt x="1968" y="3600"/>
                  </a:lnTo>
                  <a:lnTo>
                    <a:pt x="2093" y="3683"/>
                  </a:lnTo>
                  <a:lnTo>
                    <a:pt x="2156" y="3683"/>
                  </a:lnTo>
                  <a:lnTo>
                    <a:pt x="2198" y="3725"/>
                  </a:lnTo>
                  <a:lnTo>
                    <a:pt x="2198" y="3788"/>
                  </a:lnTo>
                  <a:lnTo>
                    <a:pt x="2261" y="3830"/>
                  </a:lnTo>
                  <a:lnTo>
                    <a:pt x="2303" y="3893"/>
                  </a:lnTo>
                  <a:lnTo>
                    <a:pt x="2491" y="3872"/>
                  </a:lnTo>
                  <a:lnTo>
                    <a:pt x="2616" y="3893"/>
                  </a:lnTo>
                  <a:lnTo>
                    <a:pt x="2679" y="3976"/>
                  </a:lnTo>
                  <a:lnTo>
                    <a:pt x="2742" y="3976"/>
                  </a:lnTo>
                  <a:lnTo>
                    <a:pt x="2888" y="4018"/>
                  </a:lnTo>
                  <a:lnTo>
                    <a:pt x="2909" y="4039"/>
                  </a:lnTo>
                  <a:lnTo>
                    <a:pt x="3014" y="4018"/>
                  </a:lnTo>
                  <a:lnTo>
                    <a:pt x="3160" y="3997"/>
                  </a:lnTo>
                  <a:lnTo>
                    <a:pt x="3349" y="4039"/>
                  </a:lnTo>
                  <a:lnTo>
                    <a:pt x="3453" y="4123"/>
                  </a:lnTo>
                  <a:lnTo>
                    <a:pt x="4081" y="3474"/>
                  </a:lnTo>
                  <a:lnTo>
                    <a:pt x="4081" y="3286"/>
                  </a:lnTo>
                  <a:lnTo>
                    <a:pt x="4102" y="3202"/>
                  </a:lnTo>
                  <a:lnTo>
                    <a:pt x="4144" y="3056"/>
                  </a:lnTo>
                  <a:lnTo>
                    <a:pt x="4165" y="2972"/>
                  </a:lnTo>
                  <a:lnTo>
                    <a:pt x="4144" y="2867"/>
                  </a:lnTo>
                  <a:lnTo>
                    <a:pt x="4165" y="2784"/>
                  </a:lnTo>
                  <a:lnTo>
                    <a:pt x="4248" y="2784"/>
                  </a:lnTo>
                  <a:lnTo>
                    <a:pt x="4269" y="2742"/>
                  </a:lnTo>
                  <a:lnTo>
                    <a:pt x="4374" y="2637"/>
                  </a:lnTo>
                  <a:lnTo>
                    <a:pt x="4458" y="2532"/>
                  </a:lnTo>
                  <a:lnTo>
                    <a:pt x="4416" y="2449"/>
                  </a:lnTo>
                  <a:lnTo>
                    <a:pt x="4374" y="2407"/>
                  </a:lnTo>
                  <a:lnTo>
                    <a:pt x="4374" y="2302"/>
                  </a:lnTo>
                  <a:lnTo>
                    <a:pt x="4416" y="2240"/>
                  </a:lnTo>
                  <a:lnTo>
                    <a:pt x="4395" y="2135"/>
                  </a:lnTo>
                  <a:lnTo>
                    <a:pt x="4290" y="2051"/>
                  </a:lnTo>
                  <a:lnTo>
                    <a:pt x="4290" y="2009"/>
                  </a:lnTo>
                  <a:lnTo>
                    <a:pt x="4374" y="1988"/>
                  </a:lnTo>
                  <a:lnTo>
                    <a:pt x="4374" y="1842"/>
                  </a:lnTo>
                  <a:lnTo>
                    <a:pt x="4374" y="1737"/>
                  </a:lnTo>
                  <a:lnTo>
                    <a:pt x="4479" y="1696"/>
                  </a:lnTo>
                  <a:lnTo>
                    <a:pt x="4500" y="1612"/>
                  </a:lnTo>
                  <a:lnTo>
                    <a:pt x="4416" y="1612"/>
                  </a:lnTo>
                  <a:lnTo>
                    <a:pt x="4374" y="1570"/>
                  </a:lnTo>
                  <a:lnTo>
                    <a:pt x="4416" y="1465"/>
                  </a:lnTo>
                  <a:lnTo>
                    <a:pt x="4458" y="1298"/>
                  </a:lnTo>
                  <a:lnTo>
                    <a:pt x="4500" y="1214"/>
                  </a:lnTo>
                  <a:lnTo>
                    <a:pt x="4500" y="1152"/>
                  </a:lnTo>
                  <a:lnTo>
                    <a:pt x="4479" y="1068"/>
                  </a:lnTo>
                  <a:lnTo>
                    <a:pt x="4500" y="984"/>
                  </a:lnTo>
                  <a:lnTo>
                    <a:pt x="4479" y="900"/>
                  </a:lnTo>
                  <a:lnTo>
                    <a:pt x="4520" y="796"/>
                  </a:lnTo>
                  <a:lnTo>
                    <a:pt x="4520" y="733"/>
                  </a:lnTo>
                  <a:lnTo>
                    <a:pt x="4395" y="691"/>
                  </a:lnTo>
                  <a:lnTo>
                    <a:pt x="4353" y="628"/>
                  </a:lnTo>
                  <a:lnTo>
                    <a:pt x="4248" y="545"/>
                  </a:lnTo>
                  <a:lnTo>
                    <a:pt x="4060" y="545"/>
                  </a:lnTo>
                  <a:lnTo>
                    <a:pt x="3956" y="524"/>
                  </a:lnTo>
                  <a:lnTo>
                    <a:pt x="3851" y="377"/>
                  </a:lnTo>
                  <a:lnTo>
                    <a:pt x="3683" y="273"/>
                  </a:lnTo>
                  <a:lnTo>
                    <a:pt x="3537" y="252"/>
                  </a:lnTo>
                  <a:lnTo>
                    <a:pt x="3474" y="315"/>
                  </a:lnTo>
                  <a:lnTo>
                    <a:pt x="3432" y="335"/>
                  </a:lnTo>
                  <a:lnTo>
                    <a:pt x="3411" y="252"/>
                  </a:lnTo>
                  <a:lnTo>
                    <a:pt x="3328" y="252"/>
                  </a:lnTo>
                  <a:lnTo>
                    <a:pt x="3119" y="231"/>
                  </a:lnTo>
                  <a:lnTo>
                    <a:pt x="3098" y="43"/>
                  </a:lnTo>
                  <a:lnTo>
                    <a:pt x="3035" y="43"/>
                  </a:lnTo>
                  <a:lnTo>
                    <a:pt x="2909" y="22"/>
                  </a:lnTo>
                  <a:lnTo>
                    <a:pt x="2847" y="43"/>
                  </a:lnTo>
                  <a:lnTo>
                    <a:pt x="2826" y="1"/>
                  </a:lnTo>
                  <a:close/>
                </a:path>
              </a:pathLst>
            </a:custGeom>
            <a:solidFill>
              <a:srgbClr val="5F7D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093" name="Google Shape;6093;p36"/>
            <p:cNvSpPr/>
            <p:nvPr/>
          </p:nvSpPr>
          <p:spPr>
            <a:xfrm>
              <a:off x="3879638" y="3263609"/>
              <a:ext cx="64539" cy="61639"/>
            </a:xfrm>
            <a:custGeom>
              <a:rect b="b" l="l" r="r" t="t"/>
              <a:pathLst>
                <a:path extrusionOk="0" h="5420" w="5420">
                  <a:moveTo>
                    <a:pt x="3118" y="0"/>
                  </a:moveTo>
                  <a:lnTo>
                    <a:pt x="3013" y="21"/>
                  </a:lnTo>
                  <a:lnTo>
                    <a:pt x="2825" y="105"/>
                  </a:lnTo>
                  <a:lnTo>
                    <a:pt x="2762" y="147"/>
                  </a:lnTo>
                  <a:lnTo>
                    <a:pt x="2679" y="126"/>
                  </a:lnTo>
                  <a:lnTo>
                    <a:pt x="2658" y="105"/>
                  </a:lnTo>
                  <a:lnTo>
                    <a:pt x="2511" y="105"/>
                  </a:lnTo>
                  <a:lnTo>
                    <a:pt x="2407" y="230"/>
                  </a:lnTo>
                  <a:lnTo>
                    <a:pt x="2281" y="356"/>
                  </a:lnTo>
                  <a:lnTo>
                    <a:pt x="2093" y="502"/>
                  </a:lnTo>
                  <a:lnTo>
                    <a:pt x="2051" y="502"/>
                  </a:lnTo>
                  <a:lnTo>
                    <a:pt x="2072" y="419"/>
                  </a:lnTo>
                  <a:lnTo>
                    <a:pt x="2093" y="356"/>
                  </a:lnTo>
                  <a:lnTo>
                    <a:pt x="2051" y="335"/>
                  </a:lnTo>
                  <a:lnTo>
                    <a:pt x="2030" y="251"/>
                  </a:lnTo>
                  <a:lnTo>
                    <a:pt x="1988" y="230"/>
                  </a:lnTo>
                  <a:lnTo>
                    <a:pt x="1883" y="230"/>
                  </a:lnTo>
                  <a:lnTo>
                    <a:pt x="1716" y="293"/>
                  </a:lnTo>
                  <a:lnTo>
                    <a:pt x="1151" y="419"/>
                  </a:lnTo>
                  <a:lnTo>
                    <a:pt x="733" y="419"/>
                  </a:lnTo>
                  <a:lnTo>
                    <a:pt x="628" y="2490"/>
                  </a:lnTo>
                  <a:lnTo>
                    <a:pt x="105" y="2490"/>
                  </a:lnTo>
                  <a:lnTo>
                    <a:pt x="0" y="4310"/>
                  </a:lnTo>
                  <a:lnTo>
                    <a:pt x="210" y="4436"/>
                  </a:lnTo>
                  <a:lnTo>
                    <a:pt x="272" y="4624"/>
                  </a:lnTo>
                  <a:lnTo>
                    <a:pt x="419" y="4938"/>
                  </a:lnTo>
                  <a:lnTo>
                    <a:pt x="398" y="5105"/>
                  </a:lnTo>
                  <a:lnTo>
                    <a:pt x="314" y="5273"/>
                  </a:lnTo>
                  <a:lnTo>
                    <a:pt x="314" y="5377"/>
                  </a:lnTo>
                  <a:lnTo>
                    <a:pt x="482" y="5357"/>
                  </a:lnTo>
                  <a:lnTo>
                    <a:pt x="628" y="5419"/>
                  </a:lnTo>
                  <a:lnTo>
                    <a:pt x="712" y="5357"/>
                  </a:lnTo>
                  <a:lnTo>
                    <a:pt x="879" y="5377"/>
                  </a:lnTo>
                  <a:lnTo>
                    <a:pt x="942" y="5294"/>
                  </a:lnTo>
                  <a:lnTo>
                    <a:pt x="1088" y="5273"/>
                  </a:lnTo>
                  <a:lnTo>
                    <a:pt x="1193" y="5210"/>
                  </a:lnTo>
                  <a:lnTo>
                    <a:pt x="1235" y="5126"/>
                  </a:lnTo>
                  <a:lnTo>
                    <a:pt x="1423" y="5043"/>
                  </a:lnTo>
                  <a:lnTo>
                    <a:pt x="1528" y="4938"/>
                  </a:lnTo>
                  <a:lnTo>
                    <a:pt x="1611" y="4708"/>
                  </a:lnTo>
                  <a:lnTo>
                    <a:pt x="1758" y="4582"/>
                  </a:lnTo>
                  <a:lnTo>
                    <a:pt x="1925" y="4540"/>
                  </a:lnTo>
                  <a:lnTo>
                    <a:pt x="2093" y="4603"/>
                  </a:lnTo>
                  <a:lnTo>
                    <a:pt x="2155" y="4645"/>
                  </a:lnTo>
                  <a:lnTo>
                    <a:pt x="2239" y="4687"/>
                  </a:lnTo>
                  <a:lnTo>
                    <a:pt x="2448" y="4771"/>
                  </a:lnTo>
                  <a:lnTo>
                    <a:pt x="2511" y="4771"/>
                  </a:lnTo>
                  <a:lnTo>
                    <a:pt x="2616" y="4812"/>
                  </a:lnTo>
                  <a:lnTo>
                    <a:pt x="2762" y="4771"/>
                  </a:lnTo>
                  <a:lnTo>
                    <a:pt x="2888" y="4771"/>
                  </a:lnTo>
                  <a:lnTo>
                    <a:pt x="2992" y="4750"/>
                  </a:lnTo>
                  <a:lnTo>
                    <a:pt x="3013" y="4812"/>
                  </a:lnTo>
                  <a:lnTo>
                    <a:pt x="3097" y="4854"/>
                  </a:lnTo>
                  <a:lnTo>
                    <a:pt x="3223" y="4750"/>
                  </a:lnTo>
                  <a:lnTo>
                    <a:pt x="3202" y="4729"/>
                  </a:lnTo>
                  <a:lnTo>
                    <a:pt x="3223" y="4624"/>
                  </a:lnTo>
                  <a:lnTo>
                    <a:pt x="3223" y="4540"/>
                  </a:lnTo>
                  <a:lnTo>
                    <a:pt x="3285" y="4499"/>
                  </a:lnTo>
                  <a:lnTo>
                    <a:pt x="3285" y="4331"/>
                  </a:lnTo>
                  <a:lnTo>
                    <a:pt x="3327" y="4227"/>
                  </a:lnTo>
                  <a:lnTo>
                    <a:pt x="3432" y="4206"/>
                  </a:lnTo>
                  <a:lnTo>
                    <a:pt x="3515" y="4164"/>
                  </a:lnTo>
                  <a:lnTo>
                    <a:pt x="3599" y="4164"/>
                  </a:lnTo>
                  <a:lnTo>
                    <a:pt x="3641" y="4101"/>
                  </a:lnTo>
                  <a:lnTo>
                    <a:pt x="3662" y="4080"/>
                  </a:lnTo>
                  <a:lnTo>
                    <a:pt x="3704" y="3996"/>
                  </a:lnTo>
                  <a:lnTo>
                    <a:pt x="3767" y="3955"/>
                  </a:lnTo>
                  <a:lnTo>
                    <a:pt x="3850" y="3913"/>
                  </a:lnTo>
                  <a:lnTo>
                    <a:pt x="3871" y="3871"/>
                  </a:lnTo>
                  <a:lnTo>
                    <a:pt x="3955" y="3850"/>
                  </a:lnTo>
                  <a:lnTo>
                    <a:pt x="3955" y="3766"/>
                  </a:lnTo>
                  <a:lnTo>
                    <a:pt x="3934" y="3704"/>
                  </a:lnTo>
                  <a:lnTo>
                    <a:pt x="3955" y="3578"/>
                  </a:lnTo>
                  <a:lnTo>
                    <a:pt x="4080" y="3369"/>
                  </a:lnTo>
                  <a:lnTo>
                    <a:pt x="4185" y="3327"/>
                  </a:lnTo>
                  <a:lnTo>
                    <a:pt x="4248" y="3327"/>
                  </a:lnTo>
                  <a:lnTo>
                    <a:pt x="4290" y="3264"/>
                  </a:lnTo>
                  <a:lnTo>
                    <a:pt x="4373" y="3243"/>
                  </a:lnTo>
                  <a:lnTo>
                    <a:pt x="4394" y="3180"/>
                  </a:lnTo>
                  <a:lnTo>
                    <a:pt x="4457" y="3139"/>
                  </a:lnTo>
                  <a:lnTo>
                    <a:pt x="4541" y="3076"/>
                  </a:lnTo>
                  <a:lnTo>
                    <a:pt x="4645" y="2971"/>
                  </a:lnTo>
                  <a:lnTo>
                    <a:pt x="4771" y="2950"/>
                  </a:lnTo>
                  <a:lnTo>
                    <a:pt x="4792" y="2971"/>
                  </a:lnTo>
                  <a:lnTo>
                    <a:pt x="4855" y="2950"/>
                  </a:lnTo>
                  <a:lnTo>
                    <a:pt x="4959" y="2950"/>
                  </a:lnTo>
                  <a:lnTo>
                    <a:pt x="5022" y="2867"/>
                  </a:lnTo>
                  <a:lnTo>
                    <a:pt x="5106" y="2867"/>
                  </a:lnTo>
                  <a:lnTo>
                    <a:pt x="5127" y="2762"/>
                  </a:lnTo>
                  <a:lnTo>
                    <a:pt x="5127" y="2720"/>
                  </a:lnTo>
                  <a:lnTo>
                    <a:pt x="5189" y="2657"/>
                  </a:lnTo>
                  <a:lnTo>
                    <a:pt x="5294" y="2657"/>
                  </a:lnTo>
                  <a:lnTo>
                    <a:pt x="5336" y="2616"/>
                  </a:lnTo>
                  <a:lnTo>
                    <a:pt x="5420" y="2616"/>
                  </a:lnTo>
                  <a:lnTo>
                    <a:pt x="5378" y="2553"/>
                  </a:lnTo>
                  <a:lnTo>
                    <a:pt x="5315" y="2511"/>
                  </a:lnTo>
                  <a:lnTo>
                    <a:pt x="5315" y="2448"/>
                  </a:lnTo>
                  <a:lnTo>
                    <a:pt x="5273" y="2406"/>
                  </a:lnTo>
                  <a:lnTo>
                    <a:pt x="5210" y="2406"/>
                  </a:lnTo>
                  <a:lnTo>
                    <a:pt x="5085" y="2323"/>
                  </a:lnTo>
                  <a:lnTo>
                    <a:pt x="5001" y="2323"/>
                  </a:lnTo>
                  <a:lnTo>
                    <a:pt x="4876" y="2281"/>
                  </a:lnTo>
                  <a:lnTo>
                    <a:pt x="4792" y="2302"/>
                  </a:lnTo>
                  <a:lnTo>
                    <a:pt x="4666" y="2281"/>
                  </a:lnTo>
                  <a:lnTo>
                    <a:pt x="4604" y="2176"/>
                  </a:lnTo>
                  <a:lnTo>
                    <a:pt x="4499" y="2092"/>
                  </a:lnTo>
                  <a:lnTo>
                    <a:pt x="4457" y="1988"/>
                  </a:lnTo>
                  <a:lnTo>
                    <a:pt x="4457" y="1904"/>
                  </a:lnTo>
                  <a:lnTo>
                    <a:pt x="4436" y="1779"/>
                  </a:lnTo>
                  <a:lnTo>
                    <a:pt x="4457" y="1695"/>
                  </a:lnTo>
                  <a:lnTo>
                    <a:pt x="4373" y="1611"/>
                  </a:lnTo>
                  <a:lnTo>
                    <a:pt x="4269" y="1590"/>
                  </a:lnTo>
                  <a:lnTo>
                    <a:pt x="4248" y="1548"/>
                  </a:lnTo>
                  <a:lnTo>
                    <a:pt x="4248" y="1486"/>
                  </a:lnTo>
                  <a:lnTo>
                    <a:pt x="4248" y="1465"/>
                  </a:lnTo>
                  <a:lnTo>
                    <a:pt x="4164" y="1402"/>
                  </a:lnTo>
                  <a:lnTo>
                    <a:pt x="4122" y="1360"/>
                  </a:lnTo>
                  <a:lnTo>
                    <a:pt x="4018" y="1297"/>
                  </a:lnTo>
                  <a:lnTo>
                    <a:pt x="3913" y="1235"/>
                  </a:lnTo>
                  <a:lnTo>
                    <a:pt x="3746" y="963"/>
                  </a:lnTo>
                  <a:lnTo>
                    <a:pt x="3704" y="879"/>
                  </a:lnTo>
                  <a:lnTo>
                    <a:pt x="3662" y="879"/>
                  </a:lnTo>
                  <a:lnTo>
                    <a:pt x="3620" y="837"/>
                  </a:lnTo>
                  <a:lnTo>
                    <a:pt x="3557" y="753"/>
                  </a:lnTo>
                  <a:lnTo>
                    <a:pt x="3515" y="711"/>
                  </a:lnTo>
                  <a:lnTo>
                    <a:pt x="3495" y="607"/>
                  </a:lnTo>
                  <a:lnTo>
                    <a:pt x="3432" y="523"/>
                  </a:lnTo>
                  <a:lnTo>
                    <a:pt x="3411" y="502"/>
                  </a:lnTo>
                  <a:lnTo>
                    <a:pt x="3411" y="439"/>
                  </a:lnTo>
                  <a:lnTo>
                    <a:pt x="3348" y="356"/>
                  </a:lnTo>
                  <a:lnTo>
                    <a:pt x="3285" y="314"/>
                  </a:lnTo>
                  <a:lnTo>
                    <a:pt x="3223" y="293"/>
                  </a:lnTo>
                  <a:lnTo>
                    <a:pt x="3139" y="209"/>
                  </a:lnTo>
                  <a:lnTo>
                    <a:pt x="3139" y="147"/>
                  </a:lnTo>
                  <a:lnTo>
                    <a:pt x="3139" y="105"/>
                  </a:lnTo>
                  <a:lnTo>
                    <a:pt x="3139" y="42"/>
                  </a:lnTo>
                  <a:lnTo>
                    <a:pt x="3118" y="0"/>
                  </a:lnTo>
                  <a:close/>
                </a:path>
              </a:pathLst>
            </a:custGeom>
            <a:solidFill>
              <a:srgbClr val="5F7D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094" name="Google Shape;6094;p36"/>
            <p:cNvSpPr/>
            <p:nvPr/>
          </p:nvSpPr>
          <p:spPr>
            <a:xfrm>
              <a:off x="3824578" y="3257889"/>
              <a:ext cx="92188" cy="82826"/>
            </a:xfrm>
            <a:custGeom>
              <a:rect b="b" l="l" r="r" t="t"/>
              <a:pathLst>
                <a:path extrusionOk="0" h="7283" w="7742">
                  <a:moveTo>
                    <a:pt x="691" y="1"/>
                  </a:moveTo>
                  <a:lnTo>
                    <a:pt x="502" y="126"/>
                  </a:lnTo>
                  <a:lnTo>
                    <a:pt x="502" y="210"/>
                  </a:lnTo>
                  <a:lnTo>
                    <a:pt x="440" y="231"/>
                  </a:lnTo>
                  <a:lnTo>
                    <a:pt x="377" y="189"/>
                  </a:lnTo>
                  <a:lnTo>
                    <a:pt x="189" y="189"/>
                  </a:lnTo>
                  <a:lnTo>
                    <a:pt x="168" y="273"/>
                  </a:lnTo>
                  <a:lnTo>
                    <a:pt x="105" y="294"/>
                  </a:lnTo>
                  <a:lnTo>
                    <a:pt x="84" y="273"/>
                  </a:lnTo>
                  <a:lnTo>
                    <a:pt x="0" y="231"/>
                  </a:lnTo>
                  <a:lnTo>
                    <a:pt x="21" y="733"/>
                  </a:lnTo>
                  <a:lnTo>
                    <a:pt x="377" y="1068"/>
                  </a:lnTo>
                  <a:lnTo>
                    <a:pt x="544" y="1382"/>
                  </a:lnTo>
                  <a:lnTo>
                    <a:pt x="837" y="2051"/>
                  </a:lnTo>
                  <a:lnTo>
                    <a:pt x="858" y="2302"/>
                  </a:lnTo>
                  <a:lnTo>
                    <a:pt x="1151" y="2700"/>
                  </a:lnTo>
                  <a:lnTo>
                    <a:pt x="1151" y="2847"/>
                  </a:lnTo>
                  <a:lnTo>
                    <a:pt x="1465" y="3307"/>
                  </a:lnTo>
                  <a:lnTo>
                    <a:pt x="1465" y="3537"/>
                  </a:lnTo>
                  <a:lnTo>
                    <a:pt x="1381" y="3579"/>
                  </a:lnTo>
                  <a:lnTo>
                    <a:pt x="1465" y="3872"/>
                  </a:lnTo>
                  <a:lnTo>
                    <a:pt x="1486" y="4311"/>
                  </a:lnTo>
                  <a:lnTo>
                    <a:pt x="1674" y="4751"/>
                  </a:lnTo>
                  <a:lnTo>
                    <a:pt x="1653" y="5023"/>
                  </a:lnTo>
                  <a:lnTo>
                    <a:pt x="1695" y="5190"/>
                  </a:lnTo>
                  <a:lnTo>
                    <a:pt x="1632" y="5232"/>
                  </a:lnTo>
                  <a:lnTo>
                    <a:pt x="1674" y="5315"/>
                  </a:lnTo>
                  <a:lnTo>
                    <a:pt x="1737" y="5629"/>
                  </a:lnTo>
                  <a:lnTo>
                    <a:pt x="1800" y="5650"/>
                  </a:lnTo>
                  <a:lnTo>
                    <a:pt x="1862" y="5755"/>
                  </a:lnTo>
                  <a:lnTo>
                    <a:pt x="1800" y="5797"/>
                  </a:lnTo>
                  <a:lnTo>
                    <a:pt x="1800" y="5943"/>
                  </a:lnTo>
                  <a:lnTo>
                    <a:pt x="1883" y="6027"/>
                  </a:lnTo>
                  <a:lnTo>
                    <a:pt x="1904" y="6257"/>
                  </a:lnTo>
                  <a:lnTo>
                    <a:pt x="2009" y="6383"/>
                  </a:lnTo>
                  <a:lnTo>
                    <a:pt x="2155" y="6676"/>
                  </a:lnTo>
                  <a:lnTo>
                    <a:pt x="2281" y="6801"/>
                  </a:lnTo>
                  <a:lnTo>
                    <a:pt x="2302" y="6885"/>
                  </a:lnTo>
                  <a:lnTo>
                    <a:pt x="2511" y="7031"/>
                  </a:lnTo>
                  <a:lnTo>
                    <a:pt x="2595" y="6989"/>
                  </a:lnTo>
                  <a:lnTo>
                    <a:pt x="2720" y="6968"/>
                  </a:lnTo>
                  <a:lnTo>
                    <a:pt x="2720" y="6885"/>
                  </a:lnTo>
                  <a:lnTo>
                    <a:pt x="2678" y="6843"/>
                  </a:lnTo>
                  <a:lnTo>
                    <a:pt x="2720" y="6759"/>
                  </a:lnTo>
                  <a:lnTo>
                    <a:pt x="2888" y="6696"/>
                  </a:lnTo>
                  <a:lnTo>
                    <a:pt x="2930" y="6801"/>
                  </a:lnTo>
                  <a:lnTo>
                    <a:pt x="3055" y="6822"/>
                  </a:lnTo>
                  <a:lnTo>
                    <a:pt x="3013" y="6927"/>
                  </a:lnTo>
                  <a:lnTo>
                    <a:pt x="3097" y="7115"/>
                  </a:lnTo>
                  <a:lnTo>
                    <a:pt x="3264" y="7136"/>
                  </a:lnTo>
                  <a:lnTo>
                    <a:pt x="3411" y="7220"/>
                  </a:lnTo>
                  <a:lnTo>
                    <a:pt x="3515" y="7199"/>
                  </a:lnTo>
                  <a:lnTo>
                    <a:pt x="3557" y="7220"/>
                  </a:lnTo>
                  <a:lnTo>
                    <a:pt x="3662" y="7240"/>
                  </a:lnTo>
                  <a:lnTo>
                    <a:pt x="3725" y="7199"/>
                  </a:lnTo>
                  <a:lnTo>
                    <a:pt x="3787" y="7199"/>
                  </a:lnTo>
                  <a:lnTo>
                    <a:pt x="3850" y="7282"/>
                  </a:lnTo>
                  <a:lnTo>
                    <a:pt x="3976" y="7282"/>
                  </a:lnTo>
                  <a:lnTo>
                    <a:pt x="3997" y="7178"/>
                  </a:lnTo>
                  <a:lnTo>
                    <a:pt x="4038" y="7115"/>
                  </a:lnTo>
                  <a:lnTo>
                    <a:pt x="4101" y="7094"/>
                  </a:lnTo>
                  <a:lnTo>
                    <a:pt x="4164" y="6968"/>
                  </a:lnTo>
                  <a:lnTo>
                    <a:pt x="4310" y="6885"/>
                  </a:lnTo>
                  <a:lnTo>
                    <a:pt x="4499" y="6906"/>
                  </a:lnTo>
                  <a:lnTo>
                    <a:pt x="4562" y="6906"/>
                  </a:lnTo>
                  <a:lnTo>
                    <a:pt x="4624" y="4813"/>
                  </a:lnTo>
                  <a:lnTo>
                    <a:pt x="4729" y="2993"/>
                  </a:lnTo>
                  <a:lnTo>
                    <a:pt x="5252" y="2993"/>
                  </a:lnTo>
                  <a:lnTo>
                    <a:pt x="5357" y="922"/>
                  </a:lnTo>
                  <a:lnTo>
                    <a:pt x="5775" y="922"/>
                  </a:lnTo>
                  <a:lnTo>
                    <a:pt x="6340" y="796"/>
                  </a:lnTo>
                  <a:lnTo>
                    <a:pt x="6507" y="733"/>
                  </a:lnTo>
                  <a:lnTo>
                    <a:pt x="6612" y="733"/>
                  </a:lnTo>
                  <a:lnTo>
                    <a:pt x="6654" y="754"/>
                  </a:lnTo>
                  <a:lnTo>
                    <a:pt x="6675" y="838"/>
                  </a:lnTo>
                  <a:lnTo>
                    <a:pt x="6717" y="859"/>
                  </a:lnTo>
                  <a:lnTo>
                    <a:pt x="6696" y="922"/>
                  </a:lnTo>
                  <a:lnTo>
                    <a:pt x="6675" y="1005"/>
                  </a:lnTo>
                  <a:lnTo>
                    <a:pt x="6717" y="1005"/>
                  </a:lnTo>
                  <a:lnTo>
                    <a:pt x="6905" y="859"/>
                  </a:lnTo>
                  <a:lnTo>
                    <a:pt x="7031" y="733"/>
                  </a:lnTo>
                  <a:lnTo>
                    <a:pt x="7135" y="608"/>
                  </a:lnTo>
                  <a:lnTo>
                    <a:pt x="7282" y="608"/>
                  </a:lnTo>
                  <a:lnTo>
                    <a:pt x="7303" y="629"/>
                  </a:lnTo>
                  <a:lnTo>
                    <a:pt x="7386" y="650"/>
                  </a:lnTo>
                  <a:lnTo>
                    <a:pt x="7449" y="608"/>
                  </a:lnTo>
                  <a:lnTo>
                    <a:pt x="7637" y="524"/>
                  </a:lnTo>
                  <a:lnTo>
                    <a:pt x="7742" y="503"/>
                  </a:lnTo>
                  <a:lnTo>
                    <a:pt x="7658" y="398"/>
                  </a:lnTo>
                  <a:lnTo>
                    <a:pt x="7637" y="398"/>
                  </a:lnTo>
                  <a:lnTo>
                    <a:pt x="7616" y="378"/>
                  </a:lnTo>
                  <a:lnTo>
                    <a:pt x="7533" y="378"/>
                  </a:lnTo>
                  <a:lnTo>
                    <a:pt x="7512" y="336"/>
                  </a:lnTo>
                  <a:lnTo>
                    <a:pt x="7491" y="336"/>
                  </a:lnTo>
                  <a:lnTo>
                    <a:pt x="7449" y="315"/>
                  </a:lnTo>
                  <a:lnTo>
                    <a:pt x="7323" y="378"/>
                  </a:lnTo>
                  <a:lnTo>
                    <a:pt x="7240" y="336"/>
                  </a:lnTo>
                  <a:lnTo>
                    <a:pt x="6696" y="482"/>
                  </a:lnTo>
                  <a:lnTo>
                    <a:pt x="5817" y="691"/>
                  </a:lnTo>
                  <a:lnTo>
                    <a:pt x="5671" y="691"/>
                  </a:lnTo>
                  <a:lnTo>
                    <a:pt x="5650" y="650"/>
                  </a:lnTo>
                  <a:lnTo>
                    <a:pt x="5608" y="650"/>
                  </a:lnTo>
                  <a:lnTo>
                    <a:pt x="5566" y="608"/>
                  </a:lnTo>
                  <a:lnTo>
                    <a:pt x="5524" y="629"/>
                  </a:lnTo>
                  <a:lnTo>
                    <a:pt x="5461" y="608"/>
                  </a:lnTo>
                  <a:lnTo>
                    <a:pt x="5419" y="587"/>
                  </a:lnTo>
                  <a:lnTo>
                    <a:pt x="5336" y="608"/>
                  </a:lnTo>
                  <a:lnTo>
                    <a:pt x="5336" y="650"/>
                  </a:lnTo>
                  <a:lnTo>
                    <a:pt x="5189" y="650"/>
                  </a:lnTo>
                  <a:lnTo>
                    <a:pt x="5085" y="629"/>
                  </a:lnTo>
                  <a:lnTo>
                    <a:pt x="4938" y="503"/>
                  </a:lnTo>
                  <a:lnTo>
                    <a:pt x="4896" y="503"/>
                  </a:lnTo>
                  <a:lnTo>
                    <a:pt x="4875" y="482"/>
                  </a:lnTo>
                  <a:lnTo>
                    <a:pt x="4834" y="545"/>
                  </a:lnTo>
                  <a:lnTo>
                    <a:pt x="4771" y="545"/>
                  </a:lnTo>
                  <a:lnTo>
                    <a:pt x="4624" y="524"/>
                  </a:lnTo>
                  <a:lnTo>
                    <a:pt x="4520" y="545"/>
                  </a:lnTo>
                  <a:lnTo>
                    <a:pt x="4457" y="608"/>
                  </a:lnTo>
                  <a:lnTo>
                    <a:pt x="4373" y="587"/>
                  </a:lnTo>
                  <a:lnTo>
                    <a:pt x="4352" y="524"/>
                  </a:lnTo>
                  <a:lnTo>
                    <a:pt x="4290" y="503"/>
                  </a:lnTo>
                  <a:lnTo>
                    <a:pt x="4185" y="524"/>
                  </a:lnTo>
                  <a:lnTo>
                    <a:pt x="4080" y="503"/>
                  </a:lnTo>
                  <a:lnTo>
                    <a:pt x="3955" y="440"/>
                  </a:lnTo>
                  <a:lnTo>
                    <a:pt x="3892" y="398"/>
                  </a:lnTo>
                  <a:lnTo>
                    <a:pt x="3850" y="294"/>
                  </a:lnTo>
                  <a:lnTo>
                    <a:pt x="3829" y="273"/>
                  </a:lnTo>
                  <a:lnTo>
                    <a:pt x="1653" y="273"/>
                  </a:lnTo>
                  <a:lnTo>
                    <a:pt x="1632" y="231"/>
                  </a:lnTo>
                  <a:lnTo>
                    <a:pt x="1569" y="231"/>
                  </a:lnTo>
                  <a:lnTo>
                    <a:pt x="1486" y="294"/>
                  </a:lnTo>
                  <a:lnTo>
                    <a:pt x="1465" y="294"/>
                  </a:lnTo>
                  <a:lnTo>
                    <a:pt x="1360" y="336"/>
                  </a:lnTo>
                  <a:lnTo>
                    <a:pt x="1235" y="294"/>
                  </a:lnTo>
                  <a:lnTo>
                    <a:pt x="1130" y="189"/>
                  </a:lnTo>
                  <a:lnTo>
                    <a:pt x="1067" y="168"/>
                  </a:lnTo>
                  <a:lnTo>
                    <a:pt x="1109" y="106"/>
                  </a:lnTo>
                  <a:lnTo>
                    <a:pt x="1025" y="85"/>
                  </a:lnTo>
                  <a:lnTo>
                    <a:pt x="1025" y="64"/>
                  </a:lnTo>
                  <a:lnTo>
                    <a:pt x="942" y="1"/>
                  </a:lnTo>
                  <a:lnTo>
                    <a:pt x="900" y="22"/>
                  </a:lnTo>
                  <a:lnTo>
                    <a:pt x="858" y="64"/>
                  </a:lnTo>
                  <a:lnTo>
                    <a:pt x="837" y="64"/>
                  </a:lnTo>
                  <a:lnTo>
                    <a:pt x="733" y="1"/>
                  </a:lnTo>
                  <a:close/>
                </a:path>
              </a:pathLst>
            </a:custGeom>
            <a:solidFill>
              <a:srgbClr val="5F7D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FF6B65"/>
                </a:solidFill>
                <a:latin typeface="Arial"/>
                <a:ea typeface="Arial"/>
                <a:cs typeface="Arial"/>
                <a:sym typeface="Arial"/>
              </a:endParaRPr>
            </a:p>
          </p:txBody>
        </p:sp>
        <p:sp>
          <p:nvSpPr>
            <p:cNvPr id="6095" name="Google Shape;6095;p36"/>
            <p:cNvSpPr/>
            <p:nvPr/>
          </p:nvSpPr>
          <p:spPr>
            <a:xfrm>
              <a:off x="3953131" y="3215060"/>
              <a:ext cx="71767" cy="110427"/>
            </a:xfrm>
            <a:custGeom>
              <a:rect b="b" l="l" r="r" t="t"/>
              <a:pathLst>
                <a:path extrusionOk="0" h="9710" w="6027">
                  <a:moveTo>
                    <a:pt x="6006" y="1"/>
                  </a:moveTo>
                  <a:lnTo>
                    <a:pt x="5964" y="22"/>
                  </a:lnTo>
                  <a:lnTo>
                    <a:pt x="5922" y="84"/>
                  </a:lnTo>
                  <a:lnTo>
                    <a:pt x="5818" y="63"/>
                  </a:lnTo>
                  <a:lnTo>
                    <a:pt x="5734" y="126"/>
                  </a:lnTo>
                  <a:lnTo>
                    <a:pt x="5650" y="210"/>
                  </a:lnTo>
                  <a:lnTo>
                    <a:pt x="5525" y="231"/>
                  </a:lnTo>
                  <a:lnTo>
                    <a:pt x="5441" y="314"/>
                  </a:lnTo>
                  <a:lnTo>
                    <a:pt x="5315" y="314"/>
                  </a:lnTo>
                  <a:lnTo>
                    <a:pt x="5294" y="377"/>
                  </a:lnTo>
                  <a:lnTo>
                    <a:pt x="5190" y="398"/>
                  </a:lnTo>
                  <a:lnTo>
                    <a:pt x="5106" y="377"/>
                  </a:lnTo>
                  <a:lnTo>
                    <a:pt x="4897" y="440"/>
                  </a:lnTo>
                  <a:lnTo>
                    <a:pt x="4855" y="482"/>
                  </a:lnTo>
                  <a:lnTo>
                    <a:pt x="4750" y="503"/>
                  </a:lnTo>
                  <a:lnTo>
                    <a:pt x="4667" y="440"/>
                  </a:lnTo>
                  <a:lnTo>
                    <a:pt x="4583" y="440"/>
                  </a:lnTo>
                  <a:lnTo>
                    <a:pt x="4478" y="419"/>
                  </a:lnTo>
                  <a:lnTo>
                    <a:pt x="4437" y="482"/>
                  </a:lnTo>
                  <a:lnTo>
                    <a:pt x="4458" y="524"/>
                  </a:lnTo>
                  <a:lnTo>
                    <a:pt x="4437" y="607"/>
                  </a:lnTo>
                  <a:lnTo>
                    <a:pt x="4269" y="628"/>
                  </a:lnTo>
                  <a:lnTo>
                    <a:pt x="4144" y="691"/>
                  </a:lnTo>
                  <a:lnTo>
                    <a:pt x="4060" y="628"/>
                  </a:lnTo>
                  <a:lnTo>
                    <a:pt x="3976" y="628"/>
                  </a:lnTo>
                  <a:lnTo>
                    <a:pt x="3976" y="587"/>
                  </a:lnTo>
                  <a:lnTo>
                    <a:pt x="3934" y="545"/>
                  </a:lnTo>
                  <a:lnTo>
                    <a:pt x="3872" y="607"/>
                  </a:lnTo>
                  <a:lnTo>
                    <a:pt x="3809" y="607"/>
                  </a:lnTo>
                  <a:lnTo>
                    <a:pt x="3704" y="712"/>
                  </a:lnTo>
                  <a:lnTo>
                    <a:pt x="3516" y="733"/>
                  </a:lnTo>
                  <a:lnTo>
                    <a:pt x="3537" y="712"/>
                  </a:lnTo>
                  <a:lnTo>
                    <a:pt x="3495" y="628"/>
                  </a:lnTo>
                  <a:lnTo>
                    <a:pt x="3411" y="628"/>
                  </a:lnTo>
                  <a:lnTo>
                    <a:pt x="3328" y="587"/>
                  </a:lnTo>
                  <a:lnTo>
                    <a:pt x="3244" y="545"/>
                  </a:lnTo>
                  <a:lnTo>
                    <a:pt x="3244" y="503"/>
                  </a:lnTo>
                  <a:lnTo>
                    <a:pt x="3181" y="524"/>
                  </a:lnTo>
                  <a:lnTo>
                    <a:pt x="3139" y="545"/>
                  </a:lnTo>
                  <a:lnTo>
                    <a:pt x="3035" y="587"/>
                  </a:lnTo>
                  <a:lnTo>
                    <a:pt x="2491" y="607"/>
                  </a:lnTo>
                  <a:lnTo>
                    <a:pt x="2365" y="1110"/>
                  </a:lnTo>
                  <a:lnTo>
                    <a:pt x="2449" y="1654"/>
                  </a:lnTo>
                  <a:lnTo>
                    <a:pt x="2616" y="1737"/>
                  </a:lnTo>
                  <a:lnTo>
                    <a:pt x="2721" y="1800"/>
                  </a:lnTo>
                  <a:lnTo>
                    <a:pt x="2763" y="1863"/>
                  </a:lnTo>
                  <a:lnTo>
                    <a:pt x="2805" y="1884"/>
                  </a:lnTo>
                  <a:lnTo>
                    <a:pt x="3014" y="2072"/>
                  </a:lnTo>
                  <a:lnTo>
                    <a:pt x="3035" y="2177"/>
                  </a:lnTo>
                  <a:lnTo>
                    <a:pt x="3181" y="2365"/>
                  </a:lnTo>
                  <a:lnTo>
                    <a:pt x="3223" y="2491"/>
                  </a:lnTo>
                  <a:lnTo>
                    <a:pt x="3286" y="2574"/>
                  </a:lnTo>
                  <a:lnTo>
                    <a:pt x="3286" y="2637"/>
                  </a:lnTo>
                  <a:lnTo>
                    <a:pt x="3202" y="2637"/>
                  </a:lnTo>
                  <a:lnTo>
                    <a:pt x="3181" y="2721"/>
                  </a:lnTo>
                  <a:lnTo>
                    <a:pt x="3118" y="2721"/>
                  </a:lnTo>
                  <a:lnTo>
                    <a:pt x="3097" y="2783"/>
                  </a:lnTo>
                  <a:lnTo>
                    <a:pt x="3118" y="2804"/>
                  </a:lnTo>
                  <a:lnTo>
                    <a:pt x="3097" y="2846"/>
                  </a:lnTo>
                  <a:lnTo>
                    <a:pt x="3181" y="2930"/>
                  </a:lnTo>
                  <a:lnTo>
                    <a:pt x="3139" y="3139"/>
                  </a:lnTo>
                  <a:lnTo>
                    <a:pt x="3118" y="3244"/>
                  </a:lnTo>
                  <a:lnTo>
                    <a:pt x="3035" y="3307"/>
                  </a:lnTo>
                  <a:lnTo>
                    <a:pt x="2930" y="3327"/>
                  </a:lnTo>
                  <a:lnTo>
                    <a:pt x="2867" y="3474"/>
                  </a:lnTo>
                  <a:lnTo>
                    <a:pt x="2867" y="3579"/>
                  </a:lnTo>
                  <a:lnTo>
                    <a:pt x="2805" y="3683"/>
                  </a:lnTo>
                  <a:lnTo>
                    <a:pt x="2825" y="3830"/>
                  </a:lnTo>
                  <a:lnTo>
                    <a:pt x="2805" y="3955"/>
                  </a:lnTo>
                  <a:lnTo>
                    <a:pt x="2700" y="3976"/>
                  </a:lnTo>
                  <a:lnTo>
                    <a:pt x="2679" y="3872"/>
                  </a:lnTo>
                  <a:lnTo>
                    <a:pt x="2700" y="3830"/>
                  </a:lnTo>
                  <a:lnTo>
                    <a:pt x="2616" y="3725"/>
                  </a:lnTo>
                  <a:lnTo>
                    <a:pt x="2574" y="3662"/>
                  </a:lnTo>
                  <a:lnTo>
                    <a:pt x="2491" y="3620"/>
                  </a:lnTo>
                  <a:lnTo>
                    <a:pt x="2386" y="3537"/>
                  </a:lnTo>
                  <a:lnTo>
                    <a:pt x="2281" y="3411"/>
                  </a:lnTo>
                  <a:lnTo>
                    <a:pt x="2281" y="3327"/>
                  </a:lnTo>
                  <a:lnTo>
                    <a:pt x="2240" y="3202"/>
                  </a:lnTo>
                  <a:lnTo>
                    <a:pt x="2240" y="3097"/>
                  </a:lnTo>
                  <a:lnTo>
                    <a:pt x="2281" y="2993"/>
                  </a:lnTo>
                  <a:lnTo>
                    <a:pt x="2344" y="2846"/>
                  </a:lnTo>
                  <a:lnTo>
                    <a:pt x="2449" y="2721"/>
                  </a:lnTo>
                  <a:lnTo>
                    <a:pt x="2470" y="2595"/>
                  </a:lnTo>
                  <a:lnTo>
                    <a:pt x="2470" y="2428"/>
                  </a:lnTo>
                  <a:lnTo>
                    <a:pt x="2407" y="2323"/>
                  </a:lnTo>
                  <a:lnTo>
                    <a:pt x="2261" y="2302"/>
                  </a:lnTo>
                  <a:lnTo>
                    <a:pt x="2135" y="2302"/>
                  </a:lnTo>
                  <a:lnTo>
                    <a:pt x="2072" y="2365"/>
                  </a:lnTo>
                  <a:lnTo>
                    <a:pt x="2030" y="2365"/>
                  </a:lnTo>
                  <a:lnTo>
                    <a:pt x="1968" y="2386"/>
                  </a:lnTo>
                  <a:lnTo>
                    <a:pt x="1863" y="2323"/>
                  </a:lnTo>
                  <a:lnTo>
                    <a:pt x="1863" y="2260"/>
                  </a:lnTo>
                  <a:lnTo>
                    <a:pt x="1821" y="2198"/>
                  </a:lnTo>
                  <a:lnTo>
                    <a:pt x="1779" y="2156"/>
                  </a:lnTo>
                  <a:lnTo>
                    <a:pt x="1758" y="2093"/>
                  </a:lnTo>
                  <a:lnTo>
                    <a:pt x="1612" y="2114"/>
                  </a:lnTo>
                  <a:lnTo>
                    <a:pt x="1424" y="2177"/>
                  </a:lnTo>
                  <a:lnTo>
                    <a:pt x="1089" y="2302"/>
                  </a:lnTo>
                  <a:lnTo>
                    <a:pt x="984" y="2323"/>
                  </a:lnTo>
                  <a:lnTo>
                    <a:pt x="398" y="2595"/>
                  </a:lnTo>
                  <a:lnTo>
                    <a:pt x="273" y="2595"/>
                  </a:lnTo>
                  <a:lnTo>
                    <a:pt x="43" y="2700"/>
                  </a:lnTo>
                  <a:lnTo>
                    <a:pt x="1" y="2783"/>
                  </a:lnTo>
                  <a:lnTo>
                    <a:pt x="43" y="2951"/>
                  </a:lnTo>
                  <a:lnTo>
                    <a:pt x="43" y="3035"/>
                  </a:lnTo>
                  <a:lnTo>
                    <a:pt x="64" y="3223"/>
                  </a:lnTo>
                  <a:lnTo>
                    <a:pt x="273" y="3244"/>
                  </a:lnTo>
                  <a:lnTo>
                    <a:pt x="356" y="3244"/>
                  </a:lnTo>
                  <a:lnTo>
                    <a:pt x="377" y="3327"/>
                  </a:lnTo>
                  <a:lnTo>
                    <a:pt x="419" y="3307"/>
                  </a:lnTo>
                  <a:lnTo>
                    <a:pt x="482" y="3244"/>
                  </a:lnTo>
                  <a:lnTo>
                    <a:pt x="628" y="3265"/>
                  </a:lnTo>
                  <a:lnTo>
                    <a:pt x="796" y="3369"/>
                  </a:lnTo>
                  <a:lnTo>
                    <a:pt x="901" y="3516"/>
                  </a:lnTo>
                  <a:lnTo>
                    <a:pt x="1005" y="3537"/>
                  </a:lnTo>
                  <a:lnTo>
                    <a:pt x="1193" y="3537"/>
                  </a:lnTo>
                  <a:lnTo>
                    <a:pt x="1298" y="3620"/>
                  </a:lnTo>
                  <a:lnTo>
                    <a:pt x="1340" y="3683"/>
                  </a:lnTo>
                  <a:lnTo>
                    <a:pt x="1465" y="3725"/>
                  </a:lnTo>
                  <a:lnTo>
                    <a:pt x="1465" y="3788"/>
                  </a:lnTo>
                  <a:lnTo>
                    <a:pt x="1424" y="3892"/>
                  </a:lnTo>
                  <a:lnTo>
                    <a:pt x="1445" y="3976"/>
                  </a:lnTo>
                  <a:lnTo>
                    <a:pt x="1424" y="4060"/>
                  </a:lnTo>
                  <a:lnTo>
                    <a:pt x="1445" y="4144"/>
                  </a:lnTo>
                  <a:lnTo>
                    <a:pt x="1445" y="4206"/>
                  </a:lnTo>
                  <a:lnTo>
                    <a:pt x="1403" y="4290"/>
                  </a:lnTo>
                  <a:lnTo>
                    <a:pt x="1361" y="4457"/>
                  </a:lnTo>
                  <a:lnTo>
                    <a:pt x="1319" y="4562"/>
                  </a:lnTo>
                  <a:lnTo>
                    <a:pt x="1361" y="4604"/>
                  </a:lnTo>
                  <a:lnTo>
                    <a:pt x="1445" y="4604"/>
                  </a:lnTo>
                  <a:lnTo>
                    <a:pt x="1424" y="4688"/>
                  </a:lnTo>
                  <a:lnTo>
                    <a:pt x="1319" y="4729"/>
                  </a:lnTo>
                  <a:lnTo>
                    <a:pt x="1319" y="4834"/>
                  </a:lnTo>
                  <a:lnTo>
                    <a:pt x="1319" y="4980"/>
                  </a:lnTo>
                  <a:lnTo>
                    <a:pt x="1235" y="5001"/>
                  </a:lnTo>
                  <a:lnTo>
                    <a:pt x="1235" y="5043"/>
                  </a:lnTo>
                  <a:lnTo>
                    <a:pt x="1340" y="5127"/>
                  </a:lnTo>
                  <a:lnTo>
                    <a:pt x="1361" y="5232"/>
                  </a:lnTo>
                  <a:lnTo>
                    <a:pt x="1319" y="5294"/>
                  </a:lnTo>
                  <a:lnTo>
                    <a:pt x="1319" y="5399"/>
                  </a:lnTo>
                  <a:lnTo>
                    <a:pt x="1361" y="5441"/>
                  </a:lnTo>
                  <a:lnTo>
                    <a:pt x="1403" y="5524"/>
                  </a:lnTo>
                  <a:lnTo>
                    <a:pt x="1319" y="5629"/>
                  </a:lnTo>
                  <a:lnTo>
                    <a:pt x="1214" y="5734"/>
                  </a:lnTo>
                  <a:lnTo>
                    <a:pt x="1193" y="5776"/>
                  </a:lnTo>
                  <a:lnTo>
                    <a:pt x="1110" y="5776"/>
                  </a:lnTo>
                  <a:lnTo>
                    <a:pt x="1089" y="5859"/>
                  </a:lnTo>
                  <a:lnTo>
                    <a:pt x="1110" y="5964"/>
                  </a:lnTo>
                  <a:lnTo>
                    <a:pt x="1089" y="6048"/>
                  </a:lnTo>
                  <a:lnTo>
                    <a:pt x="1047" y="6194"/>
                  </a:lnTo>
                  <a:lnTo>
                    <a:pt x="1026" y="6278"/>
                  </a:lnTo>
                  <a:lnTo>
                    <a:pt x="1026" y="6466"/>
                  </a:lnTo>
                  <a:lnTo>
                    <a:pt x="398" y="7115"/>
                  </a:lnTo>
                  <a:lnTo>
                    <a:pt x="461" y="7282"/>
                  </a:lnTo>
                  <a:lnTo>
                    <a:pt x="482" y="7429"/>
                  </a:lnTo>
                  <a:lnTo>
                    <a:pt x="566" y="7554"/>
                  </a:lnTo>
                  <a:lnTo>
                    <a:pt x="566" y="7847"/>
                  </a:lnTo>
                  <a:lnTo>
                    <a:pt x="524" y="7868"/>
                  </a:lnTo>
                  <a:lnTo>
                    <a:pt x="524" y="7973"/>
                  </a:lnTo>
                  <a:lnTo>
                    <a:pt x="587" y="8077"/>
                  </a:lnTo>
                  <a:lnTo>
                    <a:pt x="608" y="8224"/>
                  </a:lnTo>
                  <a:lnTo>
                    <a:pt x="608" y="8684"/>
                  </a:lnTo>
                  <a:lnTo>
                    <a:pt x="566" y="8851"/>
                  </a:lnTo>
                  <a:lnTo>
                    <a:pt x="566" y="9019"/>
                  </a:lnTo>
                  <a:lnTo>
                    <a:pt x="566" y="9207"/>
                  </a:lnTo>
                  <a:lnTo>
                    <a:pt x="566" y="9228"/>
                  </a:lnTo>
                  <a:lnTo>
                    <a:pt x="628" y="9270"/>
                  </a:lnTo>
                  <a:lnTo>
                    <a:pt x="691" y="9333"/>
                  </a:lnTo>
                  <a:lnTo>
                    <a:pt x="733" y="9395"/>
                  </a:lnTo>
                  <a:lnTo>
                    <a:pt x="712" y="9437"/>
                  </a:lnTo>
                  <a:lnTo>
                    <a:pt x="712" y="9521"/>
                  </a:lnTo>
                  <a:lnTo>
                    <a:pt x="691" y="9626"/>
                  </a:lnTo>
                  <a:lnTo>
                    <a:pt x="691" y="9646"/>
                  </a:lnTo>
                  <a:lnTo>
                    <a:pt x="733" y="9646"/>
                  </a:lnTo>
                  <a:lnTo>
                    <a:pt x="942" y="9709"/>
                  </a:lnTo>
                  <a:lnTo>
                    <a:pt x="1047" y="9709"/>
                  </a:lnTo>
                  <a:lnTo>
                    <a:pt x="1089" y="9605"/>
                  </a:lnTo>
                  <a:lnTo>
                    <a:pt x="1131" y="9500"/>
                  </a:lnTo>
                  <a:lnTo>
                    <a:pt x="1152" y="9333"/>
                  </a:lnTo>
                  <a:lnTo>
                    <a:pt x="1131" y="9291"/>
                  </a:lnTo>
                  <a:lnTo>
                    <a:pt x="1110" y="9291"/>
                  </a:lnTo>
                  <a:lnTo>
                    <a:pt x="1089" y="9395"/>
                  </a:lnTo>
                  <a:lnTo>
                    <a:pt x="1005" y="9374"/>
                  </a:lnTo>
                  <a:lnTo>
                    <a:pt x="942" y="9437"/>
                  </a:lnTo>
                  <a:lnTo>
                    <a:pt x="942" y="9333"/>
                  </a:lnTo>
                  <a:lnTo>
                    <a:pt x="901" y="9228"/>
                  </a:lnTo>
                  <a:lnTo>
                    <a:pt x="880" y="9207"/>
                  </a:lnTo>
                  <a:lnTo>
                    <a:pt x="921" y="9165"/>
                  </a:lnTo>
                  <a:lnTo>
                    <a:pt x="984" y="9165"/>
                  </a:lnTo>
                  <a:lnTo>
                    <a:pt x="1026" y="9019"/>
                  </a:lnTo>
                  <a:lnTo>
                    <a:pt x="1110" y="8977"/>
                  </a:lnTo>
                  <a:lnTo>
                    <a:pt x="1131" y="8893"/>
                  </a:lnTo>
                  <a:lnTo>
                    <a:pt x="1298" y="8872"/>
                  </a:lnTo>
                  <a:lnTo>
                    <a:pt x="1465" y="8663"/>
                  </a:lnTo>
                  <a:lnTo>
                    <a:pt x="1989" y="8579"/>
                  </a:lnTo>
                  <a:lnTo>
                    <a:pt x="2365" y="8391"/>
                  </a:lnTo>
                  <a:lnTo>
                    <a:pt x="2574" y="8182"/>
                  </a:lnTo>
                  <a:lnTo>
                    <a:pt x="2616" y="8035"/>
                  </a:lnTo>
                  <a:lnTo>
                    <a:pt x="2679" y="7931"/>
                  </a:lnTo>
                  <a:lnTo>
                    <a:pt x="2679" y="7847"/>
                  </a:lnTo>
                  <a:lnTo>
                    <a:pt x="2574" y="7910"/>
                  </a:lnTo>
                  <a:lnTo>
                    <a:pt x="2553" y="7805"/>
                  </a:lnTo>
                  <a:lnTo>
                    <a:pt x="2595" y="7805"/>
                  </a:lnTo>
                  <a:lnTo>
                    <a:pt x="2595" y="7701"/>
                  </a:lnTo>
                  <a:lnTo>
                    <a:pt x="2658" y="7617"/>
                  </a:lnTo>
                  <a:lnTo>
                    <a:pt x="2658" y="7533"/>
                  </a:lnTo>
                  <a:lnTo>
                    <a:pt x="2721" y="7345"/>
                  </a:lnTo>
                  <a:lnTo>
                    <a:pt x="2700" y="7324"/>
                  </a:lnTo>
                  <a:lnTo>
                    <a:pt x="2700" y="7177"/>
                  </a:lnTo>
                  <a:lnTo>
                    <a:pt x="2763" y="7115"/>
                  </a:lnTo>
                  <a:lnTo>
                    <a:pt x="2763" y="6968"/>
                  </a:lnTo>
                  <a:lnTo>
                    <a:pt x="2721" y="6968"/>
                  </a:lnTo>
                  <a:lnTo>
                    <a:pt x="2721" y="6822"/>
                  </a:lnTo>
                  <a:lnTo>
                    <a:pt x="2658" y="6968"/>
                  </a:lnTo>
                  <a:lnTo>
                    <a:pt x="2658" y="7073"/>
                  </a:lnTo>
                  <a:lnTo>
                    <a:pt x="2595" y="7094"/>
                  </a:lnTo>
                  <a:lnTo>
                    <a:pt x="2574" y="6968"/>
                  </a:lnTo>
                  <a:lnTo>
                    <a:pt x="2595" y="6592"/>
                  </a:lnTo>
                  <a:lnTo>
                    <a:pt x="2553" y="6466"/>
                  </a:lnTo>
                  <a:lnTo>
                    <a:pt x="2553" y="6340"/>
                  </a:lnTo>
                  <a:lnTo>
                    <a:pt x="2470" y="6236"/>
                  </a:lnTo>
                  <a:lnTo>
                    <a:pt x="2407" y="6194"/>
                  </a:lnTo>
                  <a:lnTo>
                    <a:pt x="2491" y="6152"/>
                  </a:lnTo>
                  <a:lnTo>
                    <a:pt x="2491" y="6068"/>
                  </a:lnTo>
                  <a:lnTo>
                    <a:pt x="2302" y="5838"/>
                  </a:lnTo>
                  <a:lnTo>
                    <a:pt x="2386" y="5755"/>
                  </a:lnTo>
                  <a:lnTo>
                    <a:pt x="2365" y="5650"/>
                  </a:lnTo>
                  <a:lnTo>
                    <a:pt x="2407" y="5608"/>
                  </a:lnTo>
                  <a:lnTo>
                    <a:pt x="2407" y="5524"/>
                  </a:lnTo>
                  <a:lnTo>
                    <a:pt x="2365" y="5441"/>
                  </a:lnTo>
                  <a:lnTo>
                    <a:pt x="2365" y="5399"/>
                  </a:lnTo>
                  <a:lnTo>
                    <a:pt x="2407" y="5399"/>
                  </a:lnTo>
                  <a:lnTo>
                    <a:pt x="2512" y="5462"/>
                  </a:lnTo>
                  <a:lnTo>
                    <a:pt x="2574" y="5399"/>
                  </a:lnTo>
                  <a:lnTo>
                    <a:pt x="2721" y="5399"/>
                  </a:lnTo>
                  <a:lnTo>
                    <a:pt x="2825" y="5315"/>
                  </a:lnTo>
                  <a:lnTo>
                    <a:pt x="2805" y="5190"/>
                  </a:lnTo>
                  <a:lnTo>
                    <a:pt x="3118" y="4980"/>
                  </a:lnTo>
                  <a:lnTo>
                    <a:pt x="3244" y="4980"/>
                  </a:lnTo>
                  <a:lnTo>
                    <a:pt x="3244" y="4897"/>
                  </a:lnTo>
                  <a:lnTo>
                    <a:pt x="3307" y="4876"/>
                  </a:lnTo>
                  <a:lnTo>
                    <a:pt x="3349" y="4813"/>
                  </a:lnTo>
                  <a:lnTo>
                    <a:pt x="3349" y="4771"/>
                  </a:lnTo>
                  <a:lnTo>
                    <a:pt x="3600" y="4625"/>
                  </a:lnTo>
                  <a:lnTo>
                    <a:pt x="3621" y="4562"/>
                  </a:lnTo>
                  <a:lnTo>
                    <a:pt x="3662" y="4520"/>
                  </a:lnTo>
                  <a:lnTo>
                    <a:pt x="3704" y="4374"/>
                  </a:lnTo>
                  <a:lnTo>
                    <a:pt x="3746" y="4478"/>
                  </a:lnTo>
                  <a:lnTo>
                    <a:pt x="3830" y="4416"/>
                  </a:lnTo>
                  <a:lnTo>
                    <a:pt x="3955" y="4269"/>
                  </a:lnTo>
                  <a:lnTo>
                    <a:pt x="3955" y="4185"/>
                  </a:lnTo>
                  <a:lnTo>
                    <a:pt x="4018" y="4248"/>
                  </a:lnTo>
                  <a:lnTo>
                    <a:pt x="4248" y="4081"/>
                  </a:lnTo>
                  <a:lnTo>
                    <a:pt x="4437" y="3997"/>
                  </a:lnTo>
                  <a:lnTo>
                    <a:pt x="4437" y="3976"/>
                  </a:lnTo>
                  <a:lnTo>
                    <a:pt x="4562" y="3976"/>
                  </a:lnTo>
                  <a:lnTo>
                    <a:pt x="4918" y="3788"/>
                  </a:lnTo>
                  <a:lnTo>
                    <a:pt x="4960" y="3725"/>
                  </a:lnTo>
                  <a:lnTo>
                    <a:pt x="5022" y="3683"/>
                  </a:lnTo>
                  <a:lnTo>
                    <a:pt x="5399" y="3474"/>
                  </a:lnTo>
                  <a:lnTo>
                    <a:pt x="5399" y="3369"/>
                  </a:lnTo>
                  <a:lnTo>
                    <a:pt x="5504" y="3369"/>
                  </a:lnTo>
                  <a:lnTo>
                    <a:pt x="5608" y="3223"/>
                  </a:lnTo>
                  <a:lnTo>
                    <a:pt x="5608" y="3139"/>
                  </a:lnTo>
                  <a:lnTo>
                    <a:pt x="5734" y="2993"/>
                  </a:lnTo>
                  <a:lnTo>
                    <a:pt x="5818" y="2951"/>
                  </a:lnTo>
                  <a:lnTo>
                    <a:pt x="5818" y="2846"/>
                  </a:lnTo>
                  <a:lnTo>
                    <a:pt x="5859" y="2783"/>
                  </a:lnTo>
                  <a:lnTo>
                    <a:pt x="5797" y="2783"/>
                  </a:lnTo>
                  <a:lnTo>
                    <a:pt x="5755" y="2804"/>
                  </a:lnTo>
                  <a:lnTo>
                    <a:pt x="5734" y="2742"/>
                  </a:lnTo>
                  <a:lnTo>
                    <a:pt x="5838" y="2679"/>
                  </a:lnTo>
                  <a:lnTo>
                    <a:pt x="5901" y="2679"/>
                  </a:lnTo>
                  <a:lnTo>
                    <a:pt x="5922" y="2616"/>
                  </a:lnTo>
                  <a:lnTo>
                    <a:pt x="5901" y="2574"/>
                  </a:lnTo>
                  <a:lnTo>
                    <a:pt x="5943" y="2532"/>
                  </a:lnTo>
                  <a:lnTo>
                    <a:pt x="6006" y="2470"/>
                  </a:lnTo>
                  <a:lnTo>
                    <a:pt x="5964" y="2219"/>
                  </a:lnTo>
                  <a:lnTo>
                    <a:pt x="5943" y="2198"/>
                  </a:lnTo>
                  <a:lnTo>
                    <a:pt x="5838" y="2198"/>
                  </a:lnTo>
                  <a:lnTo>
                    <a:pt x="5797" y="2177"/>
                  </a:lnTo>
                  <a:lnTo>
                    <a:pt x="5818" y="2114"/>
                  </a:lnTo>
                  <a:lnTo>
                    <a:pt x="5901" y="2114"/>
                  </a:lnTo>
                  <a:lnTo>
                    <a:pt x="5901" y="1863"/>
                  </a:lnTo>
                  <a:lnTo>
                    <a:pt x="5859" y="1800"/>
                  </a:lnTo>
                  <a:lnTo>
                    <a:pt x="5901" y="1800"/>
                  </a:lnTo>
                  <a:lnTo>
                    <a:pt x="5922" y="1528"/>
                  </a:lnTo>
                  <a:lnTo>
                    <a:pt x="5901" y="1361"/>
                  </a:lnTo>
                  <a:lnTo>
                    <a:pt x="5964" y="1319"/>
                  </a:lnTo>
                  <a:lnTo>
                    <a:pt x="5943" y="1151"/>
                  </a:lnTo>
                  <a:lnTo>
                    <a:pt x="5922" y="1131"/>
                  </a:lnTo>
                  <a:lnTo>
                    <a:pt x="5922" y="963"/>
                  </a:lnTo>
                  <a:lnTo>
                    <a:pt x="5964" y="942"/>
                  </a:lnTo>
                  <a:lnTo>
                    <a:pt x="5901" y="817"/>
                  </a:lnTo>
                  <a:lnTo>
                    <a:pt x="5859" y="628"/>
                  </a:lnTo>
                  <a:lnTo>
                    <a:pt x="5922" y="587"/>
                  </a:lnTo>
                  <a:lnTo>
                    <a:pt x="5901" y="545"/>
                  </a:lnTo>
                  <a:lnTo>
                    <a:pt x="5901" y="503"/>
                  </a:lnTo>
                  <a:lnTo>
                    <a:pt x="5901" y="440"/>
                  </a:lnTo>
                  <a:lnTo>
                    <a:pt x="6027" y="273"/>
                  </a:lnTo>
                  <a:lnTo>
                    <a:pt x="5964" y="231"/>
                  </a:lnTo>
                  <a:lnTo>
                    <a:pt x="6027" y="168"/>
                  </a:lnTo>
                  <a:lnTo>
                    <a:pt x="6027" y="22"/>
                  </a:lnTo>
                  <a:lnTo>
                    <a:pt x="6006" y="1"/>
                  </a:lnTo>
                  <a:close/>
                </a:path>
              </a:pathLst>
            </a:custGeom>
            <a:solidFill>
              <a:srgbClr val="5F7D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096" name="Google Shape;6096;p36"/>
            <p:cNvSpPr/>
            <p:nvPr/>
          </p:nvSpPr>
          <p:spPr>
            <a:xfrm>
              <a:off x="3951893" y="3317378"/>
              <a:ext cx="9978" cy="10724"/>
            </a:xfrm>
            <a:custGeom>
              <a:rect b="b" l="l" r="r" t="t"/>
              <a:pathLst>
                <a:path extrusionOk="0" h="943" w="838">
                  <a:moveTo>
                    <a:pt x="314" y="1"/>
                  </a:moveTo>
                  <a:lnTo>
                    <a:pt x="209" y="43"/>
                  </a:lnTo>
                  <a:lnTo>
                    <a:pt x="188" y="189"/>
                  </a:lnTo>
                  <a:lnTo>
                    <a:pt x="63" y="440"/>
                  </a:lnTo>
                  <a:lnTo>
                    <a:pt x="0" y="566"/>
                  </a:lnTo>
                  <a:lnTo>
                    <a:pt x="42" y="649"/>
                  </a:lnTo>
                  <a:lnTo>
                    <a:pt x="105" y="712"/>
                  </a:lnTo>
                  <a:lnTo>
                    <a:pt x="168" y="817"/>
                  </a:lnTo>
                  <a:lnTo>
                    <a:pt x="377" y="921"/>
                  </a:lnTo>
                  <a:lnTo>
                    <a:pt x="586" y="942"/>
                  </a:lnTo>
                  <a:lnTo>
                    <a:pt x="670" y="921"/>
                  </a:lnTo>
                  <a:lnTo>
                    <a:pt x="712" y="817"/>
                  </a:lnTo>
                  <a:lnTo>
                    <a:pt x="691" y="712"/>
                  </a:lnTo>
                  <a:lnTo>
                    <a:pt x="774" y="691"/>
                  </a:lnTo>
                  <a:lnTo>
                    <a:pt x="795" y="649"/>
                  </a:lnTo>
                  <a:lnTo>
                    <a:pt x="795" y="629"/>
                  </a:lnTo>
                  <a:lnTo>
                    <a:pt x="816" y="524"/>
                  </a:lnTo>
                  <a:lnTo>
                    <a:pt x="816" y="440"/>
                  </a:lnTo>
                  <a:lnTo>
                    <a:pt x="837" y="398"/>
                  </a:lnTo>
                  <a:lnTo>
                    <a:pt x="795" y="336"/>
                  </a:lnTo>
                  <a:lnTo>
                    <a:pt x="732" y="273"/>
                  </a:lnTo>
                  <a:lnTo>
                    <a:pt x="670" y="231"/>
                  </a:lnTo>
                  <a:lnTo>
                    <a:pt x="670" y="210"/>
                  </a:lnTo>
                  <a:lnTo>
                    <a:pt x="565" y="189"/>
                  </a:lnTo>
                  <a:lnTo>
                    <a:pt x="481" y="105"/>
                  </a:lnTo>
                  <a:lnTo>
                    <a:pt x="314" y="1"/>
                  </a:lnTo>
                  <a:close/>
                </a:path>
              </a:pathLst>
            </a:custGeom>
            <a:solidFill>
              <a:srgbClr val="5F7D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097" name="Google Shape;6097;p36"/>
            <p:cNvSpPr/>
            <p:nvPr/>
          </p:nvSpPr>
          <p:spPr>
            <a:xfrm>
              <a:off x="3925232" y="3338554"/>
              <a:ext cx="15956" cy="14295"/>
            </a:xfrm>
            <a:custGeom>
              <a:rect b="b" l="l" r="r" t="t"/>
              <a:pathLst>
                <a:path extrusionOk="0" h="1257" w="1340">
                  <a:moveTo>
                    <a:pt x="775" y="1"/>
                  </a:moveTo>
                  <a:lnTo>
                    <a:pt x="754" y="43"/>
                  </a:lnTo>
                  <a:lnTo>
                    <a:pt x="670" y="106"/>
                  </a:lnTo>
                  <a:lnTo>
                    <a:pt x="628" y="147"/>
                  </a:lnTo>
                  <a:lnTo>
                    <a:pt x="419" y="189"/>
                  </a:lnTo>
                  <a:lnTo>
                    <a:pt x="293" y="315"/>
                  </a:lnTo>
                  <a:lnTo>
                    <a:pt x="231" y="440"/>
                  </a:lnTo>
                  <a:lnTo>
                    <a:pt x="84" y="566"/>
                  </a:lnTo>
                  <a:lnTo>
                    <a:pt x="0" y="629"/>
                  </a:lnTo>
                  <a:lnTo>
                    <a:pt x="42" y="733"/>
                  </a:lnTo>
                  <a:lnTo>
                    <a:pt x="126" y="796"/>
                  </a:lnTo>
                  <a:lnTo>
                    <a:pt x="126" y="859"/>
                  </a:lnTo>
                  <a:lnTo>
                    <a:pt x="210" y="943"/>
                  </a:lnTo>
                  <a:lnTo>
                    <a:pt x="210" y="1047"/>
                  </a:lnTo>
                  <a:lnTo>
                    <a:pt x="293" y="1131"/>
                  </a:lnTo>
                  <a:lnTo>
                    <a:pt x="356" y="1194"/>
                  </a:lnTo>
                  <a:lnTo>
                    <a:pt x="503" y="1256"/>
                  </a:lnTo>
                  <a:lnTo>
                    <a:pt x="607" y="1256"/>
                  </a:lnTo>
                  <a:lnTo>
                    <a:pt x="628" y="1194"/>
                  </a:lnTo>
                  <a:lnTo>
                    <a:pt x="670" y="1152"/>
                  </a:lnTo>
                  <a:lnTo>
                    <a:pt x="712" y="1026"/>
                  </a:lnTo>
                  <a:lnTo>
                    <a:pt x="816" y="984"/>
                  </a:lnTo>
                  <a:lnTo>
                    <a:pt x="879" y="943"/>
                  </a:lnTo>
                  <a:lnTo>
                    <a:pt x="984" y="922"/>
                  </a:lnTo>
                  <a:lnTo>
                    <a:pt x="1067" y="943"/>
                  </a:lnTo>
                  <a:lnTo>
                    <a:pt x="1172" y="859"/>
                  </a:lnTo>
                  <a:lnTo>
                    <a:pt x="1193" y="775"/>
                  </a:lnTo>
                  <a:lnTo>
                    <a:pt x="1151" y="733"/>
                  </a:lnTo>
                  <a:lnTo>
                    <a:pt x="1130" y="650"/>
                  </a:lnTo>
                  <a:lnTo>
                    <a:pt x="1235" y="608"/>
                  </a:lnTo>
                  <a:lnTo>
                    <a:pt x="1339" y="524"/>
                  </a:lnTo>
                  <a:lnTo>
                    <a:pt x="1339" y="399"/>
                  </a:lnTo>
                  <a:lnTo>
                    <a:pt x="1256" y="147"/>
                  </a:lnTo>
                  <a:lnTo>
                    <a:pt x="1130" y="43"/>
                  </a:lnTo>
                  <a:lnTo>
                    <a:pt x="1026" y="85"/>
                  </a:lnTo>
                  <a:lnTo>
                    <a:pt x="942" y="22"/>
                  </a:lnTo>
                  <a:lnTo>
                    <a:pt x="921" y="43"/>
                  </a:lnTo>
                  <a:lnTo>
                    <a:pt x="858" y="22"/>
                  </a:lnTo>
                  <a:lnTo>
                    <a:pt x="775" y="1"/>
                  </a:lnTo>
                  <a:close/>
                </a:path>
              </a:pathLst>
            </a:custGeom>
            <a:solidFill>
              <a:srgbClr val="5F7D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098" name="Google Shape;6098;p36"/>
            <p:cNvSpPr/>
            <p:nvPr/>
          </p:nvSpPr>
          <p:spPr>
            <a:xfrm>
              <a:off x="4226694" y="2879548"/>
              <a:ext cx="50095" cy="39508"/>
            </a:xfrm>
            <a:custGeom>
              <a:rect b="b" l="l" r="r" t="t"/>
              <a:pathLst>
                <a:path extrusionOk="0" h="3474" w="4207">
                  <a:moveTo>
                    <a:pt x="1507" y="0"/>
                  </a:moveTo>
                  <a:lnTo>
                    <a:pt x="1466" y="63"/>
                  </a:lnTo>
                  <a:lnTo>
                    <a:pt x="1403" y="105"/>
                  </a:lnTo>
                  <a:lnTo>
                    <a:pt x="1298" y="105"/>
                  </a:lnTo>
                  <a:lnTo>
                    <a:pt x="1256" y="126"/>
                  </a:lnTo>
                  <a:lnTo>
                    <a:pt x="1152" y="63"/>
                  </a:lnTo>
                  <a:lnTo>
                    <a:pt x="1068" y="63"/>
                  </a:lnTo>
                  <a:lnTo>
                    <a:pt x="1026" y="105"/>
                  </a:lnTo>
                  <a:lnTo>
                    <a:pt x="880" y="293"/>
                  </a:lnTo>
                  <a:lnTo>
                    <a:pt x="629" y="398"/>
                  </a:lnTo>
                  <a:lnTo>
                    <a:pt x="231" y="503"/>
                  </a:lnTo>
                  <a:lnTo>
                    <a:pt x="252" y="586"/>
                  </a:lnTo>
                  <a:lnTo>
                    <a:pt x="1" y="754"/>
                  </a:lnTo>
                  <a:lnTo>
                    <a:pt x="22" y="1005"/>
                  </a:lnTo>
                  <a:lnTo>
                    <a:pt x="106" y="1067"/>
                  </a:lnTo>
                  <a:lnTo>
                    <a:pt x="189" y="1047"/>
                  </a:lnTo>
                  <a:lnTo>
                    <a:pt x="294" y="1005"/>
                  </a:lnTo>
                  <a:lnTo>
                    <a:pt x="419" y="1151"/>
                  </a:lnTo>
                  <a:lnTo>
                    <a:pt x="566" y="1277"/>
                  </a:lnTo>
                  <a:lnTo>
                    <a:pt x="733" y="1360"/>
                  </a:lnTo>
                  <a:lnTo>
                    <a:pt x="754" y="1486"/>
                  </a:lnTo>
                  <a:lnTo>
                    <a:pt x="901" y="1549"/>
                  </a:lnTo>
                  <a:lnTo>
                    <a:pt x="901" y="1674"/>
                  </a:lnTo>
                  <a:lnTo>
                    <a:pt x="754" y="1779"/>
                  </a:lnTo>
                  <a:lnTo>
                    <a:pt x="754" y="1904"/>
                  </a:lnTo>
                  <a:lnTo>
                    <a:pt x="650" y="1946"/>
                  </a:lnTo>
                  <a:lnTo>
                    <a:pt x="650" y="2114"/>
                  </a:lnTo>
                  <a:lnTo>
                    <a:pt x="754" y="2302"/>
                  </a:lnTo>
                  <a:lnTo>
                    <a:pt x="859" y="2679"/>
                  </a:lnTo>
                  <a:lnTo>
                    <a:pt x="880" y="2846"/>
                  </a:lnTo>
                  <a:lnTo>
                    <a:pt x="1089" y="3034"/>
                  </a:lnTo>
                  <a:lnTo>
                    <a:pt x="1298" y="3097"/>
                  </a:lnTo>
                  <a:lnTo>
                    <a:pt x="1507" y="3160"/>
                  </a:lnTo>
                  <a:lnTo>
                    <a:pt x="1570" y="3327"/>
                  </a:lnTo>
                  <a:lnTo>
                    <a:pt x="1759" y="3348"/>
                  </a:lnTo>
                  <a:lnTo>
                    <a:pt x="1884" y="3306"/>
                  </a:lnTo>
                  <a:lnTo>
                    <a:pt x="2031" y="3348"/>
                  </a:lnTo>
                  <a:lnTo>
                    <a:pt x="2031" y="3474"/>
                  </a:lnTo>
                  <a:lnTo>
                    <a:pt x="2093" y="3432"/>
                  </a:lnTo>
                  <a:lnTo>
                    <a:pt x="2240" y="3139"/>
                  </a:lnTo>
                  <a:lnTo>
                    <a:pt x="2428" y="2992"/>
                  </a:lnTo>
                  <a:lnTo>
                    <a:pt x="2554" y="2992"/>
                  </a:lnTo>
                  <a:lnTo>
                    <a:pt x="2637" y="2846"/>
                  </a:lnTo>
                  <a:lnTo>
                    <a:pt x="2763" y="2846"/>
                  </a:lnTo>
                  <a:lnTo>
                    <a:pt x="3077" y="3055"/>
                  </a:lnTo>
                  <a:lnTo>
                    <a:pt x="3244" y="2951"/>
                  </a:lnTo>
                  <a:lnTo>
                    <a:pt x="3391" y="3034"/>
                  </a:lnTo>
                  <a:lnTo>
                    <a:pt x="3453" y="3202"/>
                  </a:lnTo>
                  <a:lnTo>
                    <a:pt x="3600" y="3202"/>
                  </a:lnTo>
                  <a:lnTo>
                    <a:pt x="3851" y="3327"/>
                  </a:lnTo>
                  <a:lnTo>
                    <a:pt x="3997" y="3139"/>
                  </a:lnTo>
                  <a:lnTo>
                    <a:pt x="4102" y="3202"/>
                  </a:lnTo>
                  <a:lnTo>
                    <a:pt x="4123" y="3264"/>
                  </a:lnTo>
                  <a:lnTo>
                    <a:pt x="4207" y="3139"/>
                  </a:lnTo>
                  <a:lnTo>
                    <a:pt x="4165" y="2930"/>
                  </a:lnTo>
                  <a:lnTo>
                    <a:pt x="4102" y="2679"/>
                  </a:lnTo>
                  <a:lnTo>
                    <a:pt x="3955" y="2637"/>
                  </a:lnTo>
                  <a:lnTo>
                    <a:pt x="3851" y="2386"/>
                  </a:lnTo>
                  <a:lnTo>
                    <a:pt x="3851" y="2114"/>
                  </a:lnTo>
                  <a:lnTo>
                    <a:pt x="3767" y="1967"/>
                  </a:lnTo>
                  <a:lnTo>
                    <a:pt x="3579" y="1863"/>
                  </a:lnTo>
                  <a:lnTo>
                    <a:pt x="3432" y="1695"/>
                  </a:lnTo>
                  <a:lnTo>
                    <a:pt x="3328" y="1423"/>
                  </a:lnTo>
                  <a:lnTo>
                    <a:pt x="3139" y="1319"/>
                  </a:lnTo>
                  <a:lnTo>
                    <a:pt x="2909" y="1235"/>
                  </a:lnTo>
                  <a:lnTo>
                    <a:pt x="2867" y="1109"/>
                  </a:lnTo>
                  <a:lnTo>
                    <a:pt x="2763" y="1067"/>
                  </a:lnTo>
                  <a:lnTo>
                    <a:pt x="2554" y="1067"/>
                  </a:lnTo>
                  <a:lnTo>
                    <a:pt x="2323" y="1047"/>
                  </a:lnTo>
                  <a:lnTo>
                    <a:pt x="2240" y="963"/>
                  </a:lnTo>
                  <a:lnTo>
                    <a:pt x="2177" y="900"/>
                  </a:lnTo>
                  <a:lnTo>
                    <a:pt x="2135" y="733"/>
                  </a:lnTo>
                  <a:lnTo>
                    <a:pt x="2010" y="649"/>
                  </a:lnTo>
                  <a:lnTo>
                    <a:pt x="1759" y="272"/>
                  </a:lnTo>
                  <a:lnTo>
                    <a:pt x="1675" y="84"/>
                  </a:lnTo>
                  <a:lnTo>
                    <a:pt x="1591" y="0"/>
                  </a:lnTo>
                  <a:close/>
                </a:path>
              </a:pathLst>
            </a:custGeom>
            <a:solidFill>
              <a:srgbClr val="5F7D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099" name="Google Shape;6099;p36"/>
            <p:cNvSpPr/>
            <p:nvPr/>
          </p:nvSpPr>
          <p:spPr>
            <a:xfrm>
              <a:off x="4226694" y="2879548"/>
              <a:ext cx="50095" cy="39508"/>
            </a:xfrm>
            <a:custGeom>
              <a:rect b="b" l="l" r="r" t="t"/>
              <a:pathLst>
                <a:path extrusionOk="0" h="3474" w="4207">
                  <a:moveTo>
                    <a:pt x="1507" y="0"/>
                  </a:moveTo>
                  <a:lnTo>
                    <a:pt x="1466" y="63"/>
                  </a:lnTo>
                  <a:lnTo>
                    <a:pt x="1403" y="105"/>
                  </a:lnTo>
                  <a:lnTo>
                    <a:pt x="1298" y="105"/>
                  </a:lnTo>
                  <a:lnTo>
                    <a:pt x="1256" y="126"/>
                  </a:lnTo>
                  <a:lnTo>
                    <a:pt x="1152" y="63"/>
                  </a:lnTo>
                  <a:lnTo>
                    <a:pt x="1068" y="63"/>
                  </a:lnTo>
                  <a:lnTo>
                    <a:pt x="1026" y="105"/>
                  </a:lnTo>
                  <a:lnTo>
                    <a:pt x="880" y="293"/>
                  </a:lnTo>
                  <a:lnTo>
                    <a:pt x="629" y="398"/>
                  </a:lnTo>
                  <a:lnTo>
                    <a:pt x="231" y="503"/>
                  </a:lnTo>
                  <a:lnTo>
                    <a:pt x="252" y="586"/>
                  </a:lnTo>
                  <a:lnTo>
                    <a:pt x="1" y="754"/>
                  </a:lnTo>
                  <a:lnTo>
                    <a:pt x="22" y="1005"/>
                  </a:lnTo>
                  <a:lnTo>
                    <a:pt x="106" y="1067"/>
                  </a:lnTo>
                  <a:lnTo>
                    <a:pt x="189" y="1047"/>
                  </a:lnTo>
                  <a:lnTo>
                    <a:pt x="294" y="1005"/>
                  </a:lnTo>
                  <a:lnTo>
                    <a:pt x="419" y="1151"/>
                  </a:lnTo>
                  <a:lnTo>
                    <a:pt x="566" y="1277"/>
                  </a:lnTo>
                  <a:lnTo>
                    <a:pt x="733" y="1360"/>
                  </a:lnTo>
                  <a:lnTo>
                    <a:pt x="754" y="1486"/>
                  </a:lnTo>
                  <a:lnTo>
                    <a:pt x="901" y="1549"/>
                  </a:lnTo>
                  <a:lnTo>
                    <a:pt x="901" y="1674"/>
                  </a:lnTo>
                  <a:lnTo>
                    <a:pt x="754" y="1779"/>
                  </a:lnTo>
                  <a:lnTo>
                    <a:pt x="754" y="1904"/>
                  </a:lnTo>
                  <a:lnTo>
                    <a:pt x="650" y="1946"/>
                  </a:lnTo>
                  <a:lnTo>
                    <a:pt x="650" y="2114"/>
                  </a:lnTo>
                  <a:lnTo>
                    <a:pt x="754" y="2302"/>
                  </a:lnTo>
                  <a:lnTo>
                    <a:pt x="859" y="2679"/>
                  </a:lnTo>
                  <a:lnTo>
                    <a:pt x="880" y="2846"/>
                  </a:lnTo>
                  <a:lnTo>
                    <a:pt x="1089" y="3034"/>
                  </a:lnTo>
                  <a:lnTo>
                    <a:pt x="1298" y="3097"/>
                  </a:lnTo>
                  <a:lnTo>
                    <a:pt x="1507" y="3160"/>
                  </a:lnTo>
                  <a:lnTo>
                    <a:pt x="1570" y="3327"/>
                  </a:lnTo>
                  <a:lnTo>
                    <a:pt x="1759" y="3348"/>
                  </a:lnTo>
                  <a:lnTo>
                    <a:pt x="1884" y="3306"/>
                  </a:lnTo>
                  <a:lnTo>
                    <a:pt x="2031" y="3348"/>
                  </a:lnTo>
                  <a:lnTo>
                    <a:pt x="2031" y="3474"/>
                  </a:lnTo>
                  <a:lnTo>
                    <a:pt x="2093" y="3432"/>
                  </a:lnTo>
                  <a:lnTo>
                    <a:pt x="2240" y="3139"/>
                  </a:lnTo>
                  <a:lnTo>
                    <a:pt x="2428" y="2992"/>
                  </a:lnTo>
                  <a:lnTo>
                    <a:pt x="2554" y="2992"/>
                  </a:lnTo>
                  <a:lnTo>
                    <a:pt x="2637" y="2846"/>
                  </a:lnTo>
                  <a:lnTo>
                    <a:pt x="2763" y="2846"/>
                  </a:lnTo>
                  <a:lnTo>
                    <a:pt x="3077" y="3055"/>
                  </a:lnTo>
                  <a:lnTo>
                    <a:pt x="3244" y="2951"/>
                  </a:lnTo>
                  <a:lnTo>
                    <a:pt x="3391" y="3034"/>
                  </a:lnTo>
                  <a:lnTo>
                    <a:pt x="3453" y="3202"/>
                  </a:lnTo>
                  <a:lnTo>
                    <a:pt x="3600" y="3202"/>
                  </a:lnTo>
                  <a:lnTo>
                    <a:pt x="3851" y="3327"/>
                  </a:lnTo>
                  <a:lnTo>
                    <a:pt x="3997" y="3139"/>
                  </a:lnTo>
                  <a:lnTo>
                    <a:pt x="4102" y="3202"/>
                  </a:lnTo>
                  <a:lnTo>
                    <a:pt x="4123" y="3264"/>
                  </a:lnTo>
                  <a:lnTo>
                    <a:pt x="4207" y="3139"/>
                  </a:lnTo>
                  <a:lnTo>
                    <a:pt x="4165" y="2930"/>
                  </a:lnTo>
                  <a:lnTo>
                    <a:pt x="4102" y="2679"/>
                  </a:lnTo>
                  <a:lnTo>
                    <a:pt x="3955" y="2637"/>
                  </a:lnTo>
                  <a:lnTo>
                    <a:pt x="3851" y="2386"/>
                  </a:lnTo>
                  <a:lnTo>
                    <a:pt x="3851" y="2114"/>
                  </a:lnTo>
                  <a:lnTo>
                    <a:pt x="3767" y="1967"/>
                  </a:lnTo>
                  <a:lnTo>
                    <a:pt x="3579" y="1863"/>
                  </a:lnTo>
                  <a:lnTo>
                    <a:pt x="3432" y="1695"/>
                  </a:lnTo>
                  <a:lnTo>
                    <a:pt x="3328" y="1423"/>
                  </a:lnTo>
                  <a:lnTo>
                    <a:pt x="3139" y="1319"/>
                  </a:lnTo>
                  <a:lnTo>
                    <a:pt x="2909" y="1235"/>
                  </a:lnTo>
                  <a:lnTo>
                    <a:pt x="2867" y="1109"/>
                  </a:lnTo>
                  <a:lnTo>
                    <a:pt x="2763" y="1067"/>
                  </a:lnTo>
                  <a:lnTo>
                    <a:pt x="2554" y="1067"/>
                  </a:lnTo>
                  <a:lnTo>
                    <a:pt x="2323" y="1047"/>
                  </a:lnTo>
                  <a:lnTo>
                    <a:pt x="2240" y="963"/>
                  </a:lnTo>
                  <a:lnTo>
                    <a:pt x="2177" y="900"/>
                  </a:lnTo>
                  <a:lnTo>
                    <a:pt x="2135" y="733"/>
                  </a:lnTo>
                  <a:lnTo>
                    <a:pt x="2010" y="649"/>
                  </a:lnTo>
                  <a:lnTo>
                    <a:pt x="1759" y="272"/>
                  </a:lnTo>
                  <a:lnTo>
                    <a:pt x="1675" y="84"/>
                  </a:lnTo>
                  <a:lnTo>
                    <a:pt x="1591" y="0"/>
                  </a:lnTo>
                  <a:close/>
                </a:path>
              </a:pathLst>
            </a:custGeom>
            <a:solidFill>
              <a:srgbClr val="5F7D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100" name="Google Shape;6100;p36"/>
            <p:cNvSpPr/>
            <p:nvPr/>
          </p:nvSpPr>
          <p:spPr>
            <a:xfrm>
              <a:off x="4014919" y="2846238"/>
              <a:ext cx="33651" cy="9053"/>
            </a:xfrm>
            <a:custGeom>
              <a:rect b="b" l="l" r="r" t="t"/>
              <a:pathLst>
                <a:path extrusionOk="0" h="796" w="2826">
                  <a:moveTo>
                    <a:pt x="2240" y="0"/>
                  </a:moveTo>
                  <a:cubicBezTo>
                    <a:pt x="2240" y="0"/>
                    <a:pt x="1717" y="230"/>
                    <a:pt x="1612" y="230"/>
                  </a:cubicBezTo>
                  <a:cubicBezTo>
                    <a:pt x="1507" y="230"/>
                    <a:pt x="1382" y="105"/>
                    <a:pt x="1382" y="105"/>
                  </a:cubicBezTo>
                  <a:lnTo>
                    <a:pt x="733" y="126"/>
                  </a:lnTo>
                  <a:lnTo>
                    <a:pt x="754" y="293"/>
                  </a:lnTo>
                  <a:cubicBezTo>
                    <a:pt x="775" y="419"/>
                    <a:pt x="231" y="419"/>
                    <a:pt x="22" y="419"/>
                  </a:cubicBezTo>
                  <a:lnTo>
                    <a:pt x="22" y="439"/>
                  </a:lnTo>
                  <a:lnTo>
                    <a:pt x="1" y="481"/>
                  </a:lnTo>
                  <a:lnTo>
                    <a:pt x="85" y="481"/>
                  </a:lnTo>
                  <a:lnTo>
                    <a:pt x="105" y="586"/>
                  </a:lnTo>
                  <a:lnTo>
                    <a:pt x="189" y="586"/>
                  </a:lnTo>
                  <a:lnTo>
                    <a:pt x="231" y="502"/>
                  </a:lnTo>
                  <a:lnTo>
                    <a:pt x="398" y="544"/>
                  </a:lnTo>
                  <a:lnTo>
                    <a:pt x="461" y="544"/>
                  </a:lnTo>
                  <a:lnTo>
                    <a:pt x="545" y="460"/>
                  </a:lnTo>
                  <a:lnTo>
                    <a:pt x="649" y="502"/>
                  </a:lnTo>
                  <a:lnTo>
                    <a:pt x="880" y="711"/>
                  </a:lnTo>
                  <a:lnTo>
                    <a:pt x="984" y="732"/>
                  </a:lnTo>
                  <a:lnTo>
                    <a:pt x="1173" y="691"/>
                  </a:lnTo>
                  <a:lnTo>
                    <a:pt x="1424" y="628"/>
                  </a:lnTo>
                  <a:lnTo>
                    <a:pt x="1507" y="649"/>
                  </a:lnTo>
                  <a:lnTo>
                    <a:pt x="1821" y="649"/>
                  </a:lnTo>
                  <a:lnTo>
                    <a:pt x="1863" y="691"/>
                  </a:lnTo>
                  <a:lnTo>
                    <a:pt x="1863" y="586"/>
                  </a:lnTo>
                  <a:lnTo>
                    <a:pt x="2072" y="502"/>
                  </a:lnTo>
                  <a:lnTo>
                    <a:pt x="2386" y="691"/>
                  </a:lnTo>
                  <a:lnTo>
                    <a:pt x="2595" y="691"/>
                  </a:lnTo>
                  <a:lnTo>
                    <a:pt x="2805" y="795"/>
                  </a:lnTo>
                  <a:lnTo>
                    <a:pt x="2826" y="586"/>
                  </a:lnTo>
                  <a:lnTo>
                    <a:pt x="2742" y="481"/>
                  </a:lnTo>
                  <a:lnTo>
                    <a:pt x="2595" y="377"/>
                  </a:lnTo>
                  <a:lnTo>
                    <a:pt x="2637" y="188"/>
                  </a:lnTo>
                  <a:cubicBezTo>
                    <a:pt x="2628" y="188"/>
                    <a:pt x="2594" y="197"/>
                    <a:pt x="2555" y="197"/>
                  </a:cubicBezTo>
                  <a:cubicBezTo>
                    <a:pt x="2507" y="197"/>
                    <a:pt x="2451" y="184"/>
                    <a:pt x="2428" y="126"/>
                  </a:cubicBezTo>
                  <a:cubicBezTo>
                    <a:pt x="2386" y="21"/>
                    <a:pt x="2240" y="0"/>
                    <a:pt x="2240" y="0"/>
                  </a:cubicBezTo>
                  <a:close/>
                </a:path>
              </a:pathLst>
            </a:custGeom>
            <a:solidFill>
              <a:srgbClr val="5F7D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101" name="Google Shape;6101;p36"/>
            <p:cNvSpPr/>
            <p:nvPr/>
          </p:nvSpPr>
          <p:spPr>
            <a:xfrm>
              <a:off x="4036853" y="2853608"/>
              <a:ext cx="1250" cy="1205"/>
            </a:xfrm>
            <a:custGeom>
              <a:rect b="b" l="l" r="r" t="t"/>
              <a:pathLst>
                <a:path extrusionOk="0" fill="none" h="106" w="105">
                  <a:moveTo>
                    <a:pt x="105" y="105"/>
                  </a:moveTo>
                  <a:lnTo>
                    <a:pt x="0" y="1"/>
                  </a:lnTo>
                </a:path>
              </a:pathLst>
            </a:custGeom>
            <a:solidFill>
              <a:srgbClr val="5F7D95"/>
            </a:solidFill>
            <a:ln cap="rnd" cmpd="sng" w="9525">
              <a:solidFill>
                <a:srgbClr val="000000"/>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102" name="Google Shape;6102;p36"/>
            <p:cNvSpPr/>
            <p:nvPr/>
          </p:nvSpPr>
          <p:spPr>
            <a:xfrm>
              <a:off x="4346543" y="2948318"/>
              <a:ext cx="21183" cy="11907"/>
            </a:xfrm>
            <a:custGeom>
              <a:rect b="b" l="l" r="r" t="t"/>
              <a:pathLst>
                <a:path extrusionOk="0" h="1047" w="1779">
                  <a:moveTo>
                    <a:pt x="753" y="0"/>
                  </a:moveTo>
                  <a:lnTo>
                    <a:pt x="586" y="21"/>
                  </a:lnTo>
                  <a:lnTo>
                    <a:pt x="314" y="189"/>
                  </a:lnTo>
                  <a:lnTo>
                    <a:pt x="188" y="440"/>
                  </a:lnTo>
                  <a:lnTo>
                    <a:pt x="63" y="502"/>
                  </a:lnTo>
                  <a:lnTo>
                    <a:pt x="63" y="628"/>
                  </a:lnTo>
                  <a:lnTo>
                    <a:pt x="0" y="733"/>
                  </a:lnTo>
                  <a:lnTo>
                    <a:pt x="105" y="921"/>
                  </a:lnTo>
                  <a:lnTo>
                    <a:pt x="314" y="942"/>
                  </a:lnTo>
                  <a:lnTo>
                    <a:pt x="398" y="879"/>
                  </a:lnTo>
                  <a:lnTo>
                    <a:pt x="691" y="1046"/>
                  </a:lnTo>
                  <a:lnTo>
                    <a:pt x="837" y="1046"/>
                  </a:lnTo>
                  <a:lnTo>
                    <a:pt x="942" y="921"/>
                  </a:lnTo>
                  <a:lnTo>
                    <a:pt x="1067" y="879"/>
                  </a:lnTo>
                  <a:lnTo>
                    <a:pt x="1172" y="942"/>
                  </a:lnTo>
                  <a:lnTo>
                    <a:pt x="1381" y="879"/>
                  </a:lnTo>
                  <a:lnTo>
                    <a:pt x="1549" y="921"/>
                  </a:lnTo>
                  <a:lnTo>
                    <a:pt x="1779" y="837"/>
                  </a:lnTo>
                  <a:lnTo>
                    <a:pt x="1779" y="733"/>
                  </a:lnTo>
                  <a:lnTo>
                    <a:pt x="1779" y="565"/>
                  </a:lnTo>
                  <a:lnTo>
                    <a:pt x="1590" y="502"/>
                  </a:lnTo>
                  <a:lnTo>
                    <a:pt x="1590" y="398"/>
                  </a:lnTo>
                  <a:lnTo>
                    <a:pt x="1632" y="230"/>
                  </a:lnTo>
                  <a:lnTo>
                    <a:pt x="1590" y="230"/>
                  </a:lnTo>
                  <a:lnTo>
                    <a:pt x="1528" y="126"/>
                  </a:lnTo>
                  <a:lnTo>
                    <a:pt x="1360" y="105"/>
                  </a:lnTo>
                  <a:lnTo>
                    <a:pt x="1214" y="189"/>
                  </a:lnTo>
                  <a:lnTo>
                    <a:pt x="1109" y="126"/>
                  </a:lnTo>
                  <a:lnTo>
                    <a:pt x="837" y="105"/>
                  </a:lnTo>
                  <a:lnTo>
                    <a:pt x="753" y="0"/>
                  </a:lnTo>
                  <a:close/>
                </a:path>
              </a:pathLst>
            </a:custGeom>
            <a:solidFill>
              <a:srgbClr val="5F7D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103" name="Google Shape;6103;p36"/>
            <p:cNvSpPr/>
            <p:nvPr/>
          </p:nvSpPr>
          <p:spPr>
            <a:xfrm>
              <a:off x="3878888" y="2847660"/>
              <a:ext cx="16706" cy="13579"/>
            </a:xfrm>
            <a:custGeom>
              <a:rect b="b" l="l" r="r" t="t"/>
              <a:pathLst>
                <a:path extrusionOk="0" h="1194" w="1403">
                  <a:moveTo>
                    <a:pt x="900" y="1"/>
                  </a:moveTo>
                  <a:lnTo>
                    <a:pt x="754" y="42"/>
                  </a:lnTo>
                  <a:lnTo>
                    <a:pt x="628" y="42"/>
                  </a:lnTo>
                  <a:lnTo>
                    <a:pt x="419" y="84"/>
                  </a:lnTo>
                  <a:lnTo>
                    <a:pt x="314" y="168"/>
                  </a:lnTo>
                  <a:lnTo>
                    <a:pt x="210" y="189"/>
                  </a:lnTo>
                  <a:lnTo>
                    <a:pt x="42" y="273"/>
                  </a:lnTo>
                  <a:lnTo>
                    <a:pt x="63" y="356"/>
                  </a:lnTo>
                  <a:lnTo>
                    <a:pt x="21" y="398"/>
                  </a:lnTo>
                  <a:lnTo>
                    <a:pt x="21" y="377"/>
                  </a:lnTo>
                  <a:lnTo>
                    <a:pt x="1" y="586"/>
                  </a:lnTo>
                  <a:lnTo>
                    <a:pt x="21" y="796"/>
                  </a:lnTo>
                  <a:lnTo>
                    <a:pt x="126" y="942"/>
                  </a:lnTo>
                  <a:lnTo>
                    <a:pt x="168" y="1089"/>
                  </a:lnTo>
                  <a:lnTo>
                    <a:pt x="314" y="1193"/>
                  </a:lnTo>
                  <a:lnTo>
                    <a:pt x="314" y="1151"/>
                  </a:lnTo>
                  <a:lnTo>
                    <a:pt x="524" y="1026"/>
                  </a:lnTo>
                  <a:lnTo>
                    <a:pt x="691" y="984"/>
                  </a:lnTo>
                  <a:lnTo>
                    <a:pt x="691" y="921"/>
                  </a:lnTo>
                  <a:lnTo>
                    <a:pt x="837" y="838"/>
                  </a:lnTo>
                  <a:lnTo>
                    <a:pt x="1110" y="879"/>
                  </a:lnTo>
                  <a:lnTo>
                    <a:pt x="1256" y="796"/>
                  </a:lnTo>
                  <a:lnTo>
                    <a:pt x="1361" y="775"/>
                  </a:lnTo>
                  <a:lnTo>
                    <a:pt x="1402" y="712"/>
                  </a:lnTo>
                  <a:lnTo>
                    <a:pt x="1402" y="607"/>
                  </a:lnTo>
                  <a:lnTo>
                    <a:pt x="1382" y="461"/>
                  </a:lnTo>
                  <a:lnTo>
                    <a:pt x="1214" y="189"/>
                  </a:lnTo>
                  <a:lnTo>
                    <a:pt x="984" y="1"/>
                  </a:lnTo>
                  <a:close/>
                </a:path>
              </a:pathLst>
            </a:custGeom>
            <a:solidFill>
              <a:srgbClr val="5F7D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104" name="Google Shape;6104;p36"/>
            <p:cNvSpPr/>
            <p:nvPr/>
          </p:nvSpPr>
          <p:spPr>
            <a:xfrm>
              <a:off x="3865182" y="2817204"/>
              <a:ext cx="27923" cy="34993"/>
            </a:xfrm>
            <a:custGeom>
              <a:rect b="b" l="l" r="r" t="t"/>
              <a:pathLst>
                <a:path extrusionOk="0" h="3077" w="2345">
                  <a:moveTo>
                    <a:pt x="461" y="0"/>
                  </a:moveTo>
                  <a:lnTo>
                    <a:pt x="336" y="105"/>
                  </a:lnTo>
                  <a:lnTo>
                    <a:pt x="315" y="147"/>
                  </a:lnTo>
                  <a:lnTo>
                    <a:pt x="210" y="147"/>
                  </a:lnTo>
                  <a:lnTo>
                    <a:pt x="64" y="210"/>
                  </a:lnTo>
                  <a:lnTo>
                    <a:pt x="1" y="272"/>
                  </a:lnTo>
                  <a:lnTo>
                    <a:pt x="22" y="314"/>
                  </a:lnTo>
                  <a:lnTo>
                    <a:pt x="64" y="461"/>
                  </a:lnTo>
                  <a:lnTo>
                    <a:pt x="105" y="628"/>
                  </a:lnTo>
                  <a:lnTo>
                    <a:pt x="168" y="670"/>
                  </a:lnTo>
                  <a:lnTo>
                    <a:pt x="273" y="691"/>
                  </a:lnTo>
                  <a:lnTo>
                    <a:pt x="273" y="754"/>
                  </a:lnTo>
                  <a:lnTo>
                    <a:pt x="231" y="754"/>
                  </a:lnTo>
                  <a:lnTo>
                    <a:pt x="105" y="775"/>
                  </a:lnTo>
                  <a:lnTo>
                    <a:pt x="126" y="879"/>
                  </a:lnTo>
                  <a:lnTo>
                    <a:pt x="147" y="900"/>
                  </a:lnTo>
                  <a:lnTo>
                    <a:pt x="210" y="879"/>
                  </a:lnTo>
                  <a:lnTo>
                    <a:pt x="273" y="879"/>
                  </a:lnTo>
                  <a:lnTo>
                    <a:pt x="252" y="1047"/>
                  </a:lnTo>
                  <a:lnTo>
                    <a:pt x="147" y="1193"/>
                  </a:lnTo>
                  <a:lnTo>
                    <a:pt x="147" y="1277"/>
                  </a:lnTo>
                  <a:lnTo>
                    <a:pt x="315" y="1402"/>
                  </a:lnTo>
                  <a:lnTo>
                    <a:pt x="419" y="1423"/>
                  </a:lnTo>
                  <a:lnTo>
                    <a:pt x="461" y="1486"/>
                  </a:lnTo>
                  <a:lnTo>
                    <a:pt x="440" y="1570"/>
                  </a:lnTo>
                  <a:lnTo>
                    <a:pt x="336" y="1507"/>
                  </a:lnTo>
                  <a:lnTo>
                    <a:pt x="273" y="1528"/>
                  </a:lnTo>
                  <a:lnTo>
                    <a:pt x="273" y="1674"/>
                  </a:lnTo>
                  <a:lnTo>
                    <a:pt x="419" y="1821"/>
                  </a:lnTo>
                  <a:lnTo>
                    <a:pt x="356" y="1842"/>
                  </a:lnTo>
                  <a:lnTo>
                    <a:pt x="482" y="1988"/>
                  </a:lnTo>
                  <a:lnTo>
                    <a:pt x="482" y="2051"/>
                  </a:lnTo>
                  <a:lnTo>
                    <a:pt x="545" y="2135"/>
                  </a:lnTo>
                  <a:lnTo>
                    <a:pt x="670" y="2135"/>
                  </a:lnTo>
                  <a:lnTo>
                    <a:pt x="754" y="2218"/>
                  </a:lnTo>
                  <a:lnTo>
                    <a:pt x="900" y="2239"/>
                  </a:lnTo>
                  <a:lnTo>
                    <a:pt x="900" y="2365"/>
                  </a:lnTo>
                  <a:lnTo>
                    <a:pt x="838" y="2448"/>
                  </a:lnTo>
                  <a:lnTo>
                    <a:pt x="796" y="2511"/>
                  </a:lnTo>
                  <a:lnTo>
                    <a:pt x="859" y="2532"/>
                  </a:lnTo>
                  <a:lnTo>
                    <a:pt x="942" y="2658"/>
                  </a:lnTo>
                  <a:lnTo>
                    <a:pt x="984" y="2658"/>
                  </a:lnTo>
                  <a:lnTo>
                    <a:pt x="1089" y="2741"/>
                  </a:lnTo>
                  <a:lnTo>
                    <a:pt x="1152" y="2846"/>
                  </a:lnTo>
                  <a:lnTo>
                    <a:pt x="1152" y="2992"/>
                  </a:lnTo>
                  <a:lnTo>
                    <a:pt x="1172" y="3076"/>
                  </a:lnTo>
                  <a:lnTo>
                    <a:pt x="1214" y="3034"/>
                  </a:lnTo>
                  <a:lnTo>
                    <a:pt x="1193" y="2951"/>
                  </a:lnTo>
                  <a:lnTo>
                    <a:pt x="1361" y="2867"/>
                  </a:lnTo>
                  <a:lnTo>
                    <a:pt x="1465" y="2846"/>
                  </a:lnTo>
                  <a:lnTo>
                    <a:pt x="1570" y="2762"/>
                  </a:lnTo>
                  <a:lnTo>
                    <a:pt x="1779" y="2720"/>
                  </a:lnTo>
                  <a:lnTo>
                    <a:pt x="1905" y="2720"/>
                  </a:lnTo>
                  <a:lnTo>
                    <a:pt x="2051" y="2679"/>
                  </a:lnTo>
                  <a:lnTo>
                    <a:pt x="2135" y="2679"/>
                  </a:lnTo>
                  <a:lnTo>
                    <a:pt x="2198" y="2574"/>
                  </a:lnTo>
                  <a:lnTo>
                    <a:pt x="2114" y="2469"/>
                  </a:lnTo>
                  <a:lnTo>
                    <a:pt x="2093" y="2365"/>
                  </a:lnTo>
                  <a:lnTo>
                    <a:pt x="2302" y="2197"/>
                  </a:lnTo>
                  <a:lnTo>
                    <a:pt x="2344" y="2051"/>
                  </a:lnTo>
                  <a:lnTo>
                    <a:pt x="2261" y="1925"/>
                  </a:lnTo>
                  <a:lnTo>
                    <a:pt x="2093" y="1737"/>
                  </a:lnTo>
                  <a:lnTo>
                    <a:pt x="2030" y="1507"/>
                  </a:lnTo>
                  <a:lnTo>
                    <a:pt x="2114" y="1423"/>
                  </a:lnTo>
                  <a:lnTo>
                    <a:pt x="2093" y="1319"/>
                  </a:lnTo>
                  <a:lnTo>
                    <a:pt x="2051" y="1193"/>
                  </a:lnTo>
                  <a:lnTo>
                    <a:pt x="2030" y="1109"/>
                  </a:lnTo>
                  <a:lnTo>
                    <a:pt x="2135" y="984"/>
                  </a:lnTo>
                  <a:lnTo>
                    <a:pt x="1926" y="963"/>
                  </a:lnTo>
                  <a:lnTo>
                    <a:pt x="1842" y="1088"/>
                  </a:lnTo>
                  <a:lnTo>
                    <a:pt x="1737" y="1005"/>
                  </a:lnTo>
                  <a:lnTo>
                    <a:pt x="1633" y="1047"/>
                  </a:lnTo>
                  <a:lnTo>
                    <a:pt x="1591" y="963"/>
                  </a:lnTo>
                  <a:lnTo>
                    <a:pt x="1382" y="879"/>
                  </a:lnTo>
                  <a:lnTo>
                    <a:pt x="1361" y="837"/>
                  </a:lnTo>
                  <a:lnTo>
                    <a:pt x="1424" y="691"/>
                  </a:lnTo>
                  <a:lnTo>
                    <a:pt x="1277" y="565"/>
                  </a:lnTo>
                  <a:lnTo>
                    <a:pt x="1110" y="482"/>
                  </a:lnTo>
                  <a:lnTo>
                    <a:pt x="1089" y="377"/>
                  </a:lnTo>
                  <a:lnTo>
                    <a:pt x="900" y="168"/>
                  </a:lnTo>
                  <a:lnTo>
                    <a:pt x="880" y="105"/>
                  </a:lnTo>
                  <a:lnTo>
                    <a:pt x="754" y="63"/>
                  </a:lnTo>
                  <a:lnTo>
                    <a:pt x="670" y="42"/>
                  </a:lnTo>
                  <a:lnTo>
                    <a:pt x="566" y="21"/>
                  </a:lnTo>
                  <a:lnTo>
                    <a:pt x="461" y="0"/>
                  </a:lnTo>
                  <a:close/>
                </a:path>
              </a:pathLst>
            </a:custGeom>
            <a:solidFill>
              <a:srgbClr val="5F7D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6105" name="Google Shape;6105;p36"/>
          <p:cNvGrpSpPr/>
          <p:nvPr/>
        </p:nvGrpSpPr>
        <p:grpSpPr>
          <a:xfrm>
            <a:off x="3530618" y="1021765"/>
            <a:ext cx="2078182" cy="1366558"/>
            <a:chOff x="235800" y="830650"/>
            <a:chExt cx="6978450" cy="4588844"/>
          </a:xfrm>
        </p:grpSpPr>
        <p:sp>
          <p:nvSpPr>
            <p:cNvPr id="6106" name="Google Shape;6106;p36"/>
            <p:cNvSpPr/>
            <p:nvPr/>
          </p:nvSpPr>
          <p:spPr>
            <a:xfrm>
              <a:off x="235800" y="1224769"/>
              <a:ext cx="2592225" cy="4194725"/>
            </a:xfrm>
            <a:custGeom>
              <a:rect b="b" l="l" r="r" t="t"/>
              <a:pathLst>
                <a:path extrusionOk="0" h="167789" w="103689">
                  <a:moveTo>
                    <a:pt x="13807" y="0"/>
                  </a:moveTo>
                  <a:cubicBezTo>
                    <a:pt x="11526" y="0"/>
                    <a:pt x="9194" y="921"/>
                    <a:pt x="7431" y="2357"/>
                  </a:cubicBezTo>
                  <a:cubicBezTo>
                    <a:pt x="6418" y="3183"/>
                    <a:pt x="7559" y="5231"/>
                    <a:pt x="8433" y="6203"/>
                  </a:cubicBezTo>
                  <a:cubicBezTo>
                    <a:pt x="9308" y="7175"/>
                    <a:pt x="10393" y="8259"/>
                    <a:pt x="10189" y="9549"/>
                  </a:cubicBezTo>
                  <a:cubicBezTo>
                    <a:pt x="9355" y="9975"/>
                    <a:pt x="8287" y="10084"/>
                    <a:pt x="7292" y="10084"/>
                  </a:cubicBezTo>
                  <a:cubicBezTo>
                    <a:pt x="7024" y="10084"/>
                    <a:pt x="6762" y="10076"/>
                    <a:pt x="6511" y="10065"/>
                  </a:cubicBezTo>
                  <a:cubicBezTo>
                    <a:pt x="6102" y="10046"/>
                    <a:pt x="5686" y="9992"/>
                    <a:pt x="5277" y="9992"/>
                  </a:cubicBezTo>
                  <a:cubicBezTo>
                    <a:pt x="4990" y="9992"/>
                    <a:pt x="4705" y="10019"/>
                    <a:pt x="4430" y="10104"/>
                  </a:cubicBezTo>
                  <a:cubicBezTo>
                    <a:pt x="3763" y="10310"/>
                    <a:pt x="3182" y="11034"/>
                    <a:pt x="3440" y="11683"/>
                  </a:cubicBezTo>
                  <a:cubicBezTo>
                    <a:pt x="2981" y="12481"/>
                    <a:pt x="2431" y="12899"/>
                    <a:pt x="2962" y="13650"/>
                  </a:cubicBezTo>
                  <a:cubicBezTo>
                    <a:pt x="3377" y="14235"/>
                    <a:pt x="4081" y="14716"/>
                    <a:pt x="4076" y="15434"/>
                  </a:cubicBezTo>
                  <a:cubicBezTo>
                    <a:pt x="4071" y="16003"/>
                    <a:pt x="3591" y="16462"/>
                    <a:pt x="3082" y="16719"/>
                  </a:cubicBezTo>
                  <a:cubicBezTo>
                    <a:pt x="2572" y="16973"/>
                    <a:pt x="2000" y="17102"/>
                    <a:pt x="1518" y="17408"/>
                  </a:cubicBezTo>
                  <a:cubicBezTo>
                    <a:pt x="13" y="18366"/>
                    <a:pt x="0" y="20519"/>
                    <a:pt x="159" y="22295"/>
                  </a:cubicBezTo>
                  <a:cubicBezTo>
                    <a:pt x="1133" y="23491"/>
                    <a:pt x="1285" y="25550"/>
                    <a:pt x="817" y="27017"/>
                  </a:cubicBezTo>
                  <a:cubicBezTo>
                    <a:pt x="639" y="27577"/>
                    <a:pt x="351" y="28172"/>
                    <a:pt x="552" y="28724"/>
                  </a:cubicBezTo>
                  <a:cubicBezTo>
                    <a:pt x="782" y="29356"/>
                    <a:pt x="1526" y="29605"/>
                    <a:pt x="2177" y="29773"/>
                  </a:cubicBezTo>
                  <a:cubicBezTo>
                    <a:pt x="2891" y="29958"/>
                    <a:pt x="3669" y="30130"/>
                    <a:pt x="4408" y="30130"/>
                  </a:cubicBezTo>
                  <a:cubicBezTo>
                    <a:pt x="5109" y="30130"/>
                    <a:pt x="5775" y="29975"/>
                    <a:pt x="6314" y="29528"/>
                  </a:cubicBezTo>
                  <a:cubicBezTo>
                    <a:pt x="7583" y="28478"/>
                    <a:pt x="9157" y="28121"/>
                    <a:pt x="10834" y="28121"/>
                  </a:cubicBezTo>
                  <a:cubicBezTo>
                    <a:pt x="13016" y="28121"/>
                    <a:pt x="15374" y="28725"/>
                    <a:pt x="17464" y="29196"/>
                  </a:cubicBezTo>
                  <a:cubicBezTo>
                    <a:pt x="18740" y="29482"/>
                    <a:pt x="20083" y="29952"/>
                    <a:pt x="20830" y="31028"/>
                  </a:cubicBezTo>
                  <a:cubicBezTo>
                    <a:pt x="21824" y="32461"/>
                    <a:pt x="21400" y="34451"/>
                    <a:pt x="20580" y="35993"/>
                  </a:cubicBezTo>
                  <a:cubicBezTo>
                    <a:pt x="19762" y="37533"/>
                    <a:pt x="18587" y="38903"/>
                    <a:pt x="18068" y="40567"/>
                  </a:cubicBezTo>
                  <a:cubicBezTo>
                    <a:pt x="17582" y="42129"/>
                    <a:pt x="17717" y="43806"/>
                    <a:pt x="17859" y="45436"/>
                  </a:cubicBezTo>
                  <a:cubicBezTo>
                    <a:pt x="18032" y="47441"/>
                    <a:pt x="18242" y="49554"/>
                    <a:pt x="19405" y="51198"/>
                  </a:cubicBezTo>
                  <a:cubicBezTo>
                    <a:pt x="20624" y="52922"/>
                    <a:pt x="21392" y="55494"/>
                    <a:pt x="21294" y="57601"/>
                  </a:cubicBezTo>
                  <a:cubicBezTo>
                    <a:pt x="21216" y="59294"/>
                    <a:pt x="20619" y="60958"/>
                    <a:pt x="20775" y="62645"/>
                  </a:cubicBezTo>
                  <a:cubicBezTo>
                    <a:pt x="21057" y="65704"/>
                    <a:pt x="23699" y="67999"/>
                    <a:pt x="26397" y="69471"/>
                  </a:cubicBezTo>
                  <a:cubicBezTo>
                    <a:pt x="29219" y="71013"/>
                    <a:pt x="31651" y="73637"/>
                    <a:pt x="32623" y="76701"/>
                  </a:cubicBezTo>
                  <a:cubicBezTo>
                    <a:pt x="33112" y="78241"/>
                    <a:pt x="33257" y="79868"/>
                    <a:pt x="33688" y="81425"/>
                  </a:cubicBezTo>
                  <a:cubicBezTo>
                    <a:pt x="34432" y="84119"/>
                    <a:pt x="36051" y="86565"/>
                    <a:pt x="38239" y="88307"/>
                  </a:cubicBezTo>
                  <a:cubicBezTo>
                    <a:pt x="39834" y="89575"/>
                    <a:pt x="42451" y="90023"/>
                    <a:pt x="44455" y="90388"/>
                  </a:cubicBezTo>
                  <a:cubicBezTo>
                    <a:pt x="45495" y="90578"/>
                    <a:pt x="46617" y="90728"/>
                    <a:pt x="47400" y="91437"/>
                  </a:cubicBezTo>
                  <a:cubicBezTo>
                    <a:pt x="47762" y="91764"/>
                    <a:pt x="48023" y="92187"/>
                    <a:pt x="48369" y="92530"/>
                  </a:cubicBezTo>
                  <a:cubicBezTo>
                    <a:pt x="50044" y="94188"/>
                    <a:pt x="53127" y="93507"/>
                    <a:pt x="54821" y="95145"/>
                  </a:cubicBezTo>
                  <a:cubicBezTo>
                    <a:pt x="55259" y="95566"/>
                    <a:pt x="55558" y="96107"/>
                    <a:pt x="55941" y="96579"/>
                  </a:cubicBezTo>
                  <a:cubicBezTo>
                    <a:pt x="56887" y="97736"/>
                    <a:pt x="58370" y="98428"/>
                    <a:pt x="59861" y="98428"/>
                  </a:cubicBezTo>
                  <a:cubicBezTo>
                    <a:pt x="60003" y="98428"/>
                    <a:pt x="60145" y="98421"/>
                    <a:pt x="60286" y="98409"/>
                  </a:cubicBezTo>
                  <a:lnTo>
                    <a:pt x="60286" y="98409"/>
                  </a:lnTo>
                  <a:cubicBezTo>
                    <a:pt x="59905" y="99653"/>
                    <a:pt x="61397" y="101114"/>
                    <a:pt x="60936" y="102330"/>
                  </a:cubicBezTo>
                  <a:cubicBezTo>
                    <a:pt x="60565" y="103312"/>
                    <a:pt x="59445" y="103741"/>
                    <a:pt x="58674" y="104452"/>
                  </a:cubicBezTo>
                  <a:cubicBezTo>
                    <a:pt x="57337" y="105685"/>
                    <a:pt x="57129" y="107795"/>
                    <a:pt x="57705" y="109521"/>
                  </a:cubicBezTo>
                  <a:cubicBezTo>
                    <a:pt x="58282" y="111246"/>
                    <a:pt x="59498" y="112671"/>
                    <a:pt x="60717" y="114022"/>
                  </a:cubicBezTo>
                  <a:cubicBezTo>
                    <a:pt x="62978" y="116530"/>
                    <a:pt x="65696" y="117746"/>
                    <a:pt x="68148" y="120066"/>
                  </a:cubicBezTo>
                  <a:cubicBezTo>
                    <a:pt x="70420" y="122216"/>
                    <a:pt x="70937" y="125696"/>
                    <a:pt x="70438" y="128784"/>
                  </a:cubicBezTo>
                  <a:cubicBezTo>
                    <a:pt x="69938" y="131872"/>
                    <a:pt x="68585" y="134744"/>
                    <a:pt x="67620" y="137718"/>
                  </a:cubicBezTo>
                  <a:cubicBezTo>
                    <a:pt x="65814" y="143276"/>
                    <a:pt x="65376" y="149382"/>
                    <a:pt x="67102" y="154963"/>
                  </a:cubicBezTo>
                  <a:cubicBezTo>
                    <a:pt x="68828" y="160546"/>
                    <a:pt x="72869" y="165522"/>
                    <a:pt x="78283" y="167717"/>
                  </a:cubicBezTo>
                  <a:cubicBezTo>
                    <a:pt x="78404" y="167766"/>
                    <a:pt x="78530" y="167788"/>
                    <a:pt x="78658" y="167788"/>
                  </a:cubicBezTo>
                  <a:cubicBezTo>
                    <a:pt x="79167" y="167788"/>
                    <a:pt x="79705" y="167444"/>
                    <a:pt x="80056" y="167066"/>
                  </a:cubicBezTo>
                  <a:cubicBezTo>
                    <a:pt x="80495" y="166591"/>
                    <a:pt x="80589" y="165833"/>
                    <a:pt x="80281" y="165265"/>
                  </a:cubicBezTo>
                  <a:cubicBezTo>
                    <a:pt x="79304" y="163467"/>
                    <a:pt x="77566" y="161932"/>
                    <a:pt x="76298" y="160326"/>
                  </a:cubicBezTo>
                  <a:cubicBezTo>
                    <a:pt x="75898" y="159821"/>
                    <a:pt x="75478" y="159248"/>
                    <a:pt x="75530" y="158607"/>
                  </a:cubicBezTo>
                  <a:cubicBezTo>
                    <a:pt x="75589" y="157886"/>
                    <a:pt x="76208" y="157367"/>
                    <a:pt x="76666" y="156807"/>
                  </a:cubicBezTo>
                  <a:cubicBezTo>
                    <a:pt x="77361" y="155947"/>
                    <a:pt x="77729" y="154867"/>
                    <a:pt x="77704" y="153762"/>
                  </a:cubicBezTo>
                  <a:cubicBezTo>
                    <a:pt x="77674" y="152733"/>
                    <a:pt x="77075" y="151726"/>
                    <a:pt x="77111" y="150697"/>
                  </a:cubicBezTo>
                  <a:cubicBezTo>
                    <a:pt x="77146" y="149667"/>
                    <a:pt x="77701" y="148583"/>
                    <a:pt x="78676" y="148251"/>
                  </a:cubicBezTo>
                  <a:cubicBezTo>
                    <a:pt x="79120" y="148100"/>
                    <a:pt x="79614" y="148115"/>
                    <a:pt x="80042" y="147926"/>
                  </a:cubicBezTo>
                  <a:cubicBezTo>
                    <a:pt x="81453" y="147303"/>
                    <a:pt x="81228" y="145153"/>
                    <a:pt x="82249" y="143996"/>
                  </a:cubicBezTo>
                  <a:cubicBezTo>
                    <a:pt x="82722" y="143460"/>
                    <a:pt x="83419" y="143193"/>
                    <a:pt x="84064" y="142883"/>
                  </a:cubicBezTo>
                  <a:cubicBezTo>
                    <a:pt x="86792" y="141571"/>
                    <a:pt x="89035" y="138972"/>
                    <a:pt x="89283" y="135957"/>
                  </a:cubicBezTo>
                  <a:cubicBezTo>
                    <a:pt x="89483" y="133544"/>
                    <a:pt x="88605" y="130615"/>
                    <a:pt x="90438" y="129034"/>
                  </a:cubicBezTo>
                  <a:cubicBezTo>
                    <a:pt x="91238" y="128344"/>
                    <a:pt x="92244" y="128199"/>
                    <a:pt x="93314" y="128199"/>
                  </a:cubicBezTo>
                  <a:cubicBezTo>
                    <a:pt x="94087" y="128199"/>
                    <a:pt x="94894" y="128275"/>
                    <a:pt x="95682" y="128275"/>
                  </a:cubicBezTo>
                  <a:cubicBezTo>
                    <a:pt x="96098" y="128275"/>
                    <a:pt x="96509" y="128254"/>
                    <a:pt x="96908" y="128189"/>
                  </a:cubicBezTo>
                  <a:cubicBezTo>
                    <a:pt x="97800" y="128044"/>
                    <a:pt x="98396" y="127214"/>
                    <a:pt x="98814" y="126412"/>
                  </a:cubicBezTo>
                  <a:cubicBezTo>
                    <a:pt x="99231" y="125609"/>
                    <a:pt x="99280" y="124658"/>
                    <a:pt x="99129" y="123766"/>
                  </a:cubicBezTo>
                  <a:cubicBezTo>
                    <a:pt x="98945" y="122668"/>
                    <a:pt x="98473" y="121597"/>
                    <a:pt x="98577" y="120489"/>
                  </a:cubicBezTo>
                  <a:cubicBezTo>
                    <a:pt x="98723" y="118930"/>
                    <a:pt x="99942" y="117730"/>
                    <a:pt x="100886" y="116480"/>
                  </a:cubicBezTo>
                  <a:cubicBezTo>
                    <a:pt x="102003" y="114998"/>
                    <a:pt x="102797" y="113297"/>
                    <a:pt x="103214" y="111488"/>
                  </a:cubicBezTo>
                  <a:cubicBezTo>
                    <a:pt x="103689" y="109429"/>
                    <a:pt x="102371" y="106997"/>
                    <a:pt x="100524" y="105970"/>
                  </a:cubicBezTo>
                  <a:cubicBezTo>
                    <a:pt x="98677" y="104943"/>
                    <a:pt x="96462" y="104915"/>
                    <a:pt x="94350" y="104853"/>
                  </a:cubicBezTo>
                  <a:cubicBezTo>
                    <a:pt x="92237" y="104794"/>
                    <a:pt x="89999" y="104633"/>
                    <a:pt x="88273" y="103414"/>
                  </a:cubicBezTo>
                  <a:cubicBezTo>
                    <a:pt x="86692" y="102296"/>
                    <a:pt x="85799" y="100469"/>
                    <a:pt x="84550" y="98991"/>
                  </a:cubicBezTo>
                  <a:cubicBezTo>
                    <a:pt x="82441" y="96497"/>
                    <a:pt x="79375" y="95057"/>
                    <a:pt x="76410" y="93690"/>
                  </a:cubicBezTo>
                  <a:cubicBezTo>
                    <a:pt x="75559" y="93298"/>
                    <a:pt x="74630" y="92901"/>
                    <a:pt x="73720" y="92901"/>
                  </a:cubicBezTo>
                  <a:cubicBezTo>
                    <a:pt x="73431" y="92901"/>
                    <a:pt x="73144" y="92941"/>
                    <a:pt x="72862" y="93034"/>
                  </a:cubicBezTo>
                  <a:cubicBezTo>
                    <a:pt x="72400" y="93185"/>
                    <a:pt x="71985" y="93473"/>
                    <a:pt x="71508" y="93564"/>
                  </a:cubicBezTo>
                  <a:cubicBezTo>
                    <a:pt x="71390" y="93586"/>
                    <a:pt x="71274" y="93597"/>
                    <a:pt x="71159" y="93597"/>
                  </a:cubicBezTo>
                  <a:cubicBezTo>
                    <a:pt x="70006" y="93597"/>
                    <a:pt x="69033" y="92520"/>
                    <a:pt x="67966" y="91944"/>
                  </a:cubicBezTo>
                  <a:cubicBezTo>
                    <a:pt x="67424" y="91651"/>
                    <a:pt x="66830" y="91518"/>
                    <a:pt x="66231" y="91518"/>
                  </a:cubicBezTo>
                  <a:cubicBezTo>
                    <a:pt x="64138" y="91518"/>
                    <a:pt x="61986" y="93147"/>
                    <a:pt x="61817" y="95293"/>
                  </a:cubicBezTo>
                  <a:cubicBezTo>
                    <a:pt x="61476" y="95410"/>
                    <a:pt x="61056" y="95468"/>
                    <a:pt x="60611" y="95468"/>
                  </a:cubicBezTo>
                  <a:cubicBezTo>
                    <a:pt x="59413" y="95468"/>
                    <a:pt x="58031" y="95047"/>
                    <a:pt x="57510" y="94228"/>
                  </a:cubicBezTo>
                  <a:cubicBezTo>
                    <a:pt x="56995" y="93419"/>
                    <a:pt x="56789" y="92287"/>
                    <a:pt x="55904" y="91918"/>
                  </a:cubicBezTo>
                  <a:cubicBezTo>
                    <a:pt x="55432" y="91722"/>
                    <a:pt x="54840" y="91796"/>
                    <a:pt x="54455" y="91458"/>
                  </a:cubicBezTo>
                  <a:cubicBezTo>
                    <a:pt x="53818" y="90898"/>
                    <a:pt x="54313" y="89881"/>
                    <a:pt x="54428" y="89040"/>
                  </a:cubicBezTo>
                  <a:cubicBezTo>
                    <a:pt x="54609" y="87696"/>
                    <a:pt x="53607" y="86419"/>
                    <a:pt x="52383" y="85834"/>
                  </a:cubicBezTo>
                  <a:cubicBezTo>
                    <a:pt x="51161" y="85249"/>
                    <a:pt x="49761" y="85202"/>
                    <a:pt x="48407" y="85159"/>
                  </a:cubicBezTo>
                  <a:cubicBezTo>
                    <a:pt x="47051" y="85115"/>
                    <a:pt x="45649" y="85054"/>
                    <a:pt x="44436" y="84447"/>
                  </a:cubicBezTo>
                  <a:cubicBezTo>
                    <a:pt x="42077" y="83264"/>
                    <a:pt x="41111" y="80063"/>
                    <a:pt x="42146" y="77635"/>
                  </a:cubicBezTo>
                  <a:cubicBezTo>
                    <a:pt x="43156" y="75267"/>
                    <a:pt x="45760" y="73783"/>
                    <a:pt x="48337" y="73783"/>
                  </a:cubicBezTo>
                  <a:cubicBezTo>
                    <a:pt x="48401" y="73783"/>
                    <a:pt x="48464" y="73784"/>
                    <a:pt x="48528" y="73786"/>
                  </a:cubicBezTo>
                  <a:cubicBezTo>
                    <a:pt x="51112" y="73862"/>
                    <a:pt x="53842" y="75749"/>
                    <a:pt x="53870" y="78335"/>
                  </a:cubicBezTo>
                  <a:cubicBezTo>
                    <a:pt x="53875" y="78746"/>
                    <a:pt x="54287" y="78928"/>
                    <a:pt x="54735" y="78928"/>
                  </a:cubicBezTo>
                  <a:cubicBezTo>
                    <a:pt x="55004" y="78928"/>
                    <a:pt x="55285" y="78863"/>
                    <a:pt x="55498" y="78741"/>
                  </a:cubicBezTo>
                  <a:cubicBezTo>
                    <a:pt x="56067" y="78416"/>
                    <a:pt x="56365" y="77760"/>
                    <a:pt x="56505" y="77119"/>
                  </a:cubicBezTo>
                  <a:cubicBezTo>
                    <a:pt x="56645" y="76478"/>
                    <a:pt x="56664" y="75812"/>
                    <a:pt x="56860" y="75186"/>
                  </a:cubicBezTo>
                  <a:cubicBezTo>
                    <a:pt x="57310" y="73749"/>
                    <a:pt x="58757" y="72690"/>
                    <a:pt x="60261" y="72690"/>
                  </a:cubicBezTo>
                  <a:cubicBezTo>
                    <a:pt x="60273" y="72690"/>
                    <a:pt x="60285" y="72690"/>
                    <a:pt x="60297" y="72690"/>
                  </a:cubicBezTo>
                  <a:cubicBezTo>
                    <a:pt x="60306" y="72690"/>
                    <a:pt x="60314" y="72690"/>
                    <a:pt x="60323" y="72690"/>
                  </a:cubicBezTo>
                  <a:cubicBezTo>
                    <a:pt x="61893" y="72690"/>
                    <a:pt x="62998" y="71122"/>
                    <a:pt x="64116" y="70013"/>
                  </a:cubicBezTo>
                  <a:cubicBezTo>
                    <a:pt x="65241" y="68896"/>
                    <a:pt x="65913" y="67214"/>
                    <a:pt x="65469" y="65693"/>
                  </a:cubicBezTo>
                  <a:cubicBezTo>
                    <a:pt x="65229" y="64873"/>
                    <a:pt x="64683" y="64046"/>
                    <a:pt x="64956" y="63238"/>
                  </a:cubicBezTo>
                  <a:cubicBezTo>
                    <a:pt x="65170" y="62604"/>
                    <a:pt x="65822" y="62237"/>
                    <a:pt x="66438" y="61978"/>
                  </a:cubicBezTo>
                  <a:cubicBezTo>
                    <a:pt x="67992" y="61328"/>
                    <a:pt x="69657" y="60995"/>
                    <a:pt x="71338" y="60995"/>
                  </a:cubicBezTo>
                  <a:cubicBezTo>
                    <a:pt x="71514" y="60995"/>
                    <a:pt x="71689" y="60998"/>
                    <a:pt x="71865" y="61005"/>
                  </a:cubicBezTo>
                  <a:cubicBezTo>
                    <a:pt x="71916" y="61008"/>
                    <a:pt x="71966" y="61009"/>
                    <a:pt x="72016" y="61009"/>
                  </a:cubicBezTo>
                  <a:cubicBezTo>
                    <a:pt x="73530" y="61009"/>
                    <a:pt x="74333" y="60016"/>
                    <a:pt x="75129" y="58671"/>
                  </a:cubicBezTo>
                  <a:cubicBezTo>
                    <a:pt x="75724" y="57667"/>
                    <a:pt x="75988" y="56400"/>
                    <a:pt x="76935" y="55719"/>
                  </a:cubicBezTo>
                  <a:cubicBezTo>
                    <a:pt x="77461" y="55341"/>
                    <a:pt x="78061" y="55227"/>
                    <a:pt x="78697" y="55227"/>
                  </a:cubicBezTo>
                  <a:cubicBezTo>
                    <a:pt x="79669" y="55227"/>
                    <a:pt x="80723" y="55493"/>
                    <a:pt x="81724" y="55493"/>
                  </a:cubicBezTo>
                  <a:cubicBezTo>
                    <a:pt x="81835" y="55493"/>
                    <a:pt x="81945" y="55490"/>
                    <a:pt x="82055" y="55483"/>
                  </a:cubicBezTo>
                  <a:cubicBezTo>
                    <a:pt x="84597" y="55311"/>
                    <a:pt x="86582" y="52458"/>
                    <a:pt x="85860" y="50015"/>
                  </a:cubicBezTo>
                  <a:cubicBezTo>
                    <a:pt x="85517" y="48852"/>
                    <a:pt x="84704" y="47901"/>
                    <a:pt x="84043" y="46884"/>
                  </a:cubicBezTo>
                  <a:cubicBezTo>
                    <a:pt x="83131" y="45481"/>
                    <a:pt x="82492" y="43918"/>
                    <a:pt x="82159" y="42277"/>
                  </a:cubicBezTo>
                  <a:cubicBezTo>
                    <a:pt x="81854" y="40773"/>
                    <a:pt x="81767" y="39118"/>
                    <a:pt x="80776" y="37947"/>
                  </a:cubicBezTo>
                  <a:cubicBezTo>
                    <a:pt x="79227" y="38020"/>
                    <a:pt x="77350" y="37975"/>
                    <a:pt x="75971" y="38686"/>
                  </a:cubicBezTo>
                  <a:cubicBezTo>
                    <a:pt x="75699" y="37108"/>
                    <a:pt x="75398" y="35461"/>
                    <a:pt x="74423" y="34192"/>
                  </a:cubicBezTo>
                  <a:cubicBezTo>
                    <a:pt x="73732" y="33291"/>
                    <a:pt x="72587" y="32657"/>
                    <a:pt x="71488" y="32657"/>
                  </a:cubicBezTo>
                  <a:cubicBezTo>
                    <a:pt x="71039" y="32657"/>
                    <a:pt x="70597" y="32763"/>
                    <a:pt x="70198" y="32999"/>
                  </a:cubicBezTo>
                  <a:cubicBezTo>
                    <a:pt x="68851" y="33794"/>
                    <a:pt x="68559" y="35642"/>
                    <a:pt x="68807" y="37187"/>
                  </a:cubicBezTo>
                  <a:cubicBezTo>
                    <a:pt x="69057" y="38731"/>
                    <a:pt x="69698" y="40227"/>
                    <a:pt x="69655" y="41791"/>
                  </a:cubicBezTo>
                  <a:cubicBezTo>
                    <a:pt x="69615" y="43336"/>
                    <a:pt x="68552" y="45042"/>
                    <a:pt x="67017" y="45042"/>
                  </a:cubicBezTo>
                  <a:cubicBezTo>
                    <a:pt x="66998" y="45042"/>
                    <a:pt x="66979" y="45041"/>
                    <a:pt x="66960" y="45041"/>
                  </a:cubicBezTo>
                  <a:cubicBezTo>
                    <a:pt x="66146" y="45019"/>
                    <a:pt x="65416" y="44522"/>
                    <a:pt x="64843" y="43941"/>
                  </a:cubicBezTo>
                  <a:cubicBezTo>
                    <a:pt x="64022" y="43112"/>
                    <a:pt x="63372" y="42052"/>
                    <a:pt x="62317" y="41553"/>
                  </a:cubicBezTo>
                  <a:cubicBezTo>
                    <a:pt x="61507" y="41171"/>
                    <a:pt x="60577" y="41179"/>
                    <a:pt x="59704" y="40982"/>
                  </a:cubicBezTo>
                  <a:cubicBezTo>
                    <a:pt x="56728" y="40316"/>
                    <a:pt x="54688" y="36902"/>
                    <a:pt x="55510" y="33965"/>
                  </a:cubicBezTo>
                  <a:cubicBezTo>
                    <a:pt x="56182" y="31564"/>
                    <a:pt x="58657" y="29882"/>
                    <a:pt x="61117" y="29882"/>
                  </a:cubicBezTo>
                  <a:cubicBezTo>
                    <a:pt x="61664" y="29882"/>
                    <a:pt x="62211" y="29966"/>
                    <a:pt x="62737" y="30143"/>
                  </a:cubicBezTo>
                  <a:cubicBezTo>
                    <a:pt x="66237" y="28861"/>
                    <a:pt x="67660" y="24447"/>
                    <a:pt x="66265" y="20991"/>
                  </a:cubicBezTo>
                  <a:cubicBezTo>
                    <a:pt x="64868" y="17535"/>
                    <a:pt x="61115" y="15389"/>
                    <a:pt x="57392" y="15226"/>
                  </a:cubicBezTo>
                  <a:cubicBezTo>
                    <a:pt x="56302" y="15179"/>
                    <a:pt x="55191" y="15275"/>
                    <a:pt x="54134" y="15007"/>
                  </a:cubicBezTo>
                  <a:cubicBezTo>
                    <a:pt x="51145" y="14251"/>
                    <a:pt x="49582" y="10965"/>
                    <a:pt x="46980" y="9310"/>
                  </a:cubicBezTo>
                  <a:cubicBezTo>
                    <a:pt x="46287" y="8869"/>
                    <a:pt x="45224" y="8778"/>
                    <a:pt x="44079" y="8778"/>
                  </a:cubicBezTo>
                  <a:cubicBezTo>
                    <a:pt x="43277" y="8778"/>
                    <a:pt x="42435" y="8823"/>
                    <a:pt x="41651" y="8823"/>
                  </a:cubicBezTo>
                  <a:cubicBezTo>
                    <a:pt x="40795" y="8823"/>
                    <a:pt x="40007" y="8769"/>
                    <a:pt x="39418" y="8547"/>
                  </a:cubicBezTo>
                  <a:cubicBezTo>
                    <a:pt x="38499" y="8200"/>
                    <a:pt x="37525" y="8023"/>
                    <a:pt x="36546" y="8023"/>
                  </a:cubicBezTo>
                  <a:cubicBezTo>
                    <a:pt x="36275" y="8023"/>
                    <a:pt x="36003" y="8037"/>
                    <a:pt x="35731" y="8064"/>
                  </a:cubicBezTo>
                  <a:cubicBezTo>
                    <a:pt x="34635" y="9104"/>
                    <a:pt x="32585" y="9398"/>
                    <a:pt x="31077" y="9499"/>
                  </a:cubicBezTo>
                  <a:cubicBezTo>
                    <a:pt x="29526" y="7990"/>
                    <a:pt x="27655" y="6585"/>
                    <a:pt x="25725" y="5605"/>
                  </a:cubicBezTo>
                  <a:cubicBezTo>
                    <a:pt x="24435" y="4951"/>
                    <a:pt x="22930" y="4260"/>
                    <a:pt x="22532" y="2870"/>
                  </a:cubicBezTo>
                  <a:cubicBezTo>
                    <a:pt x="22012" y="1053"/>
                    <a:pt x="19376" y="125"/>
                    <a:pt x="17200" y="125"/>
                  </a:cubicBezTo>
                  <a:cubicBezTo>
                    <a:pt x="16716" y="125"/>
                    <a:pt x="16254" y="171"/>
                    <a:pt x="15844" y="263"/>
                  </a:cubicBezTo>
                  <a:cubicBezTo>
                    <a:pt x="15181" y="84"/>
                    <a:pt x="14496" y="0"/>
                    <a:pt x="13807" y="0"/>
                  </a:cubicBezTo>
                  <a:close/>
                </a:path>
              </a:pathLst>
            </a:custGeom>
            <a:solidFill>
              <a:srgbClr val="BAC8D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107" name="Google Shape;6107;p36"/>
            <p:cNvSpPr/>
            <p:nvPr/>
          </p:nvSpPr>
          <p:spPr>
            <a:xfrm>
              <a:off x="2370225" y="830650"/>
              <a:ext cx="1016975" cy="1158500"/>
            </a:xfrm>
            <a:custGeom>
              <a:rect b="b" l="l" r="r" t="t"/>
              <a:pathLst>
                <a:path extrusionOk="0" h="46340" w="40679">
                  <a:moveTo>
                    <a:pt x="15780" y="0"/>
                  </a:moveTo>
                  <a:cubicBezTo>
                    <a:pt x="14989" y="0"/>
                    <a:pt x="14213" y="109"/>
                    <a:pt x="13470" y="421"/>
                  </a:cubicBezTo>
                  <a:cubicBezTo>
                    <a:pt x="9879" y="1928"/>
                    <a:pt x="10933" y="5468"/>
                    <a:pt x="8580" y="7572"/>
                  </a:cubicBezTo>
                  <a:cubicBezTo>
                    <a:pt x="6546" y="9390"/>
                    <a:pt x="2788" y="7963"/>
                    <a:pt x="1150" y="10460"/>
                  </a:cubicBezTo>
                  <a:cubicBezTo>
                    <a:pt x="0" y="12215"/>
                    <a:pt x="1289" y="14606"/>
                    <a:pt x="2962" y="15871"/>
                  </a:cubicBezTo>
                  <a:cubicBezTo>
                    <a:pt x="4636" y="17135"/>
                    <a:pt x="6731" y="17894"/>
                    <a:pt x="8056" y="19522"/>
                  </a:cubicBezTo>
                  <a:cubicBezTo>
                    <a:pt x="10183" y="22136"/>
                    <a:pt x="9577" y="26004"/>
                    <a:pt x="8413" y="29169"/>
                  </a:cubicBezTo>
                  <a:cubicBezTo>
                    <a:pt x="7247" y="32332"/>
                    <a:pt x="5603" y="35532"/>
                    <a:pt x="6005" y="38881"/>
                  </a:cubicBezTo>
                  <a:cubicBezTo>
                    <a:pt x="6193" y="40459"/>
                    <a:pt x="6837" y="41956"/>
                    <a:pt x="7675" y="43307"/>
                  </a:cubicBezTo>
                  <a:cubicBezTo>
                    <a:pt x="8488" y="44615"/>
                    <a:pt x="9597" y="45873"/>
                    <a:pt x="11095" y="46235"/>
                  </a:cubicBezTo>
                  <a:cubicBezTo>
                    <a:pt x="11391" y="46306"/>
                    <a:pt x="11688" y="46339"/>
                    <a:pt x="11983" y="46339"/>
                  </a:cubicBezTo>
                  <a:cubicBezTo>
                    <a:pt x="13586" y="46339"/>
                    <a:pt x="15150" y="45367"/>
                    <a:pt x="16368" y="44250"/>
                  </a:cubicBezTo>
                  <a:cubicBezTo>
                    <a:pt x="17812" y="42927"/>
                    <a:pt x="19065" y="41325"/>
                    <a:pt x="20822" y="40465"/>
                  </a:cubicBezTo>
                  <a:cubicBezTo>
                    <a:pt x="23353" y="39224"/>
                    <a:pt x="26610" y="39686"/>
                    <a:pt x="28815" y="37929"/>
                  </a:cubicBezTo>
                  <a:cubicBezTo>
                    <a:pt x="31544" y="35754"/>
                    <a:pt x="31140" y="31606"/>
                    <a:pt x="31890" y="28199"/>
                  </a:cubicBezTo>
                  <a:cubicBezTo>
                    <a:pt x="33150" y="22476"/>
                    <a:pt x="38102" y="18249"/>
                    <a:pt x="40038" y="12718"/>
                  </a:cubicBezTo>
                  <a:cubicBezTo>
                    <a:pt x="40418" y="11636"/>
                    <a:pt x="40679" y="10499"/>
                    <a:pt x="40652" y="9352"/>
                  </a:cubicBezTo>
                  <a:cubicBezTo>
                    <a:pt x="40569" y="5649"/>
                    <a:pt x="37449" y="2571"/>
                    <a:pt x="33956" y="1339"/>
                  </a:cubicBezTo>
                  <a:cubicBezTo>
                    <a:pt x="31938" y="627"/>
                    <a:pt x="29911" y="457"/>
                    <a:pt x="27871" y="457"/>
                  </a:cubicBezTo>
                  <a:cubicBezTo>
                    <a:pt x="26007" y="457"/>
                    <a:pt x="24132" y="599"/>
                    <a:pt x="22245" y="599"/>
                  </a:cubicBezTo>
                  <a:cubicBezTo>
                    <a:pt x="21785" y="599"/>
                    <a:pt x="21325" y="591"/>
                    <a:pt x="20863" y="570"/>
                  </a:cubicBezTo>
                  <a:cubicBezTo>
                    <a:pt x="19225" y="496"/>
                    <a:pt x="17470" y="0"/>
                    <a:pt x="15780" y="0"/>
                  </a:cubicBezTo>
                  <a:close/>
                </a:path>
              </a:pathLst>
            </a:custGeom>
            <a:solidFill>
              <a:srgbClr val="BAC8D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108" name="Google Shape;6108;p36"/>
            <p:cNvSpPr/>
            <p:nvPr/>
          </p:nvSpPr>
          <p:spPr>
            <a:xfrm>
              <a:off x="3143325" y="1089650"/>
              <a:ext cx="4064350" cy="3503975"/>
            </a:xfrm>
            <a:custGeom>
              <a:rect b="b" l="l" r="r" t="t"/>
              <a:pathLst>
                <a:path extrusionOk="0" h="140159" w="162574">
                  <a:moveTo>
                    <a:pt x="149391" y="0"/>
                  </a:moveTo>
                  <a:cubicBezTo>
                    <a:pt x="148360" y="0"/>
                    <a:pt x="147330" y="156"/>
                    <a:pt x="146349" y="477"/>
                  </a:cubicBezTo>
                  <a:cubicBezTo>
                    <a:pt x="145329" y="812"/>
                    <a:pt x="144363" y="1309"/>
                    <a:pt x="143326" y="1583"/>
                  </a:cubicBezTo>
                  <a:cubicBezTo>
                    <a:pt x="142494" y="1801"/>
                    <a:pt x="141638" y="1870"/>
                    <a:pt x="140776" y="1870"/>
                  </a:cubicBezTo>
                  <a:cubicBezTo>
                    <a:pt x="140050" y="1870"/>
                    <a:pt x="139319" y="1821"/>
                    <a:pt x="138596" y="1772"/>
                  </a:cubicBezTo>
                  <a:lnTo>
                    <a:pt x="130106" y="1191"/>
                  </a:lnTo>
                  <a:cubicBezTo>
                    <a:pt x="129237" y="1132"/>
                    <a:pt x="128350" y="1076"/>
                    <a:pt x="127469" y="1076"/>
                  </a:cubicBezTo>
                  <a:cubicBezTo>
                    <a:pt x="125783" y="1076"/>
                    <a:pt x="124119" y="1281"/>
                    <a:pt x="122644" y="2056"/>
                  </a:cubicBezTo>
                  <a:cubicBezTo>
                    <a:pt x="119360" y="3782"/>
                    <a:pt x="117499" y="8084"/>
                    <a:pt x="113816" y="8529"/>
                  </a:cubicBezTo>
                  <a:cubicBezTo>
                    <a:pt x="113611" y="8554"/>
                    <a:pt x="113408" y="8566"/>
                    <a:pt x="113207" y="8566"/>
                  </a:cubicBezTo>
                  <a:cubicBezTo>
                    <a:pt x="110853" y="8566"/>
                    <a:pt x="108715" y="6973"/>
                    <a:pt x="106473" y="6087"/>
                  </a:cubicBezTo>
                  <a:cubicBezTo>
                    <a:pt x="105100" y="5543"/>
                    <a:pt x="103627" y="5279"/>
                    <a:pt x="102152" y="5279"/>
                  </a:cubicBezTo>
                  <a:cubicBezTo>
                    <a:pt x="99404" y="5279"/>
                    <a:pt x="96647" y="6196"/>
                    <a:pt x="94512" y="7933"/>
                  </a:cubicBezTo>
                  <a:cubicBezTo>
                    <a:pt x="93279" y="7304"/>
                    <a:pt x="93660" y="5468"/>
                    <a:pt x="93225" y="4153"/>
                  </a:cubicBezTo>
                  <a:cubicBezTo>
                    <a:pt x="92771" y="2782"/>
                    <a:pt x="91297" y="1954"/>
                    <a:pt x="89858" y="1828"/>
                  </a:cubicBezTo>
                  <a:cubicBezTo>
                    <a:pt x="89687" y="1813"/>
                    <a:pt x="89517" y="1806"/>
                    <a:pt x="89348" y="1806"/>
                  </a:cubicBezTo>
                  <a:cubicBezTo>
                    <a:pt x="88082" y="1806"/>
                    <a:pt x="86834" y="2194"/>
                    <a:pt x="85623" y="2590"/>
                  </a:cubicBezTo>
                  <a:cubicBezTo>
                    <a:pt x="82664" y="3556"/>
                    <a:pt x="79224" y="5204"/>
                    <a:pt x="78950" y="8303"/>
                  </a:cubicBezTo>
                  <a:cubicBezTo>
                    <a:pt x="78873" y="9176"/>
                    <a:pt x="79068" y="10104"/>
                    <a:pt x="78702" y="10900"/>
                  </a:cubicBezTo>
                  <a:cubicBezTo>
                    <a:pt x="78178" y="12033"/>
                    <a:pt x="76762" y="12408"/>
                    <a:pt x="75881" y="13291"/>
                  </a:cubicBezTo>
                  <a:cubicBezTo>
                    <a:pt x="74831" y="14345"/>
                    <a:pt x="74664" y="15971"/>
                    <a:pt x="74621" y="17458"/>
                  </a:cubicBezTo>
                  <a:cubicBezTo>
                    <a:pt x="74577" y="18944"/>
                    <a:pt x="74563" y="20541"/>
                    <a:pt x="73703" y="21754"/>
                  </a:cubicBezTo>
                  <a:cubicBezTo>
                    <a:pt x="73148" y="22537"/>
                    <a:pt x="71069" y="23068"/>
                    <a:pt x="69376" y="23068"/>
                  </a:cubicBezTo>
                  <a:cubicBezTo>
                    <a:pt x="68445" y="23068"/>
                    <a:pt x="67630" y="22907"/>
                    <a:pt x="67252" y="22539"/>
                  </a:cubicBezTo>
                  <a:cubicBezTo>
                    <a:pt x="66636" y="21940"/>
                    <a:pt x="65905" y="21693"/>
                    <a:pt x="65124" y="21693"/>
                  </a:cubicBezTo>
                  <a:cubicBezTo>
                    <a:pt x="63293" y="21693"/>
                    <a:pt x="61194" y="23048"/>
                    <a:pt x="59696" y="24392"/>
                  </a:cubicBezTo>
                  <a:lnTo>
                    <a:pt x="53326" y="30110"/>
                  </a:lnTo>
                  <a:cubicBezTo>
                    <a:pt x="51731" y="31541"/>
                    <a:pt x="50013" y="33034"/>
                    <a:pt x="47899" y="33389"/>
                  </a:cubicBezTo>
                  <a:cubicBezTo>
                    <a:pt x="47672" y="33427"/>
                    <a:pt x="47440" y="33446"/>
                    <a:pt x="47206" y="33446"/>
                  </a:cubicBezTo>
                  <a:cubicBezTo>
                    <a:pt x="45267" y="33446"/>
                    <a:pt x="43232" y="32171"/>
                    <a:pt x="43155" y="30259"/>
                  </a:cubicBezTo>
                  <a:cubicBezTo>
                    <a:pt x="43563" y="29875"/>
                    <a:pt x="44085" y="29761"/>
                    <a:pt x="44655" y="29761"/>
                  </a:cubicBezTo>
                  <a:cubicBezTo>
                    <a:pt x="45498" y="29761"/>
                    <a:pt x="46445" y="30012"/>
                    <a:pt x="47276" y="30012"/>
                  </a:cubicBezTo>
                  <a:cubicBezTo>
                    <a:pt x="47872" y="30012"/>
                    <a:pt x="48409" y="29883"/>
                    <a:pt x="48805" y="29438"/>
                  </a:cubicBezTo>
                  <a:cubicBezTo>
                    <a:pt x="49977" y="28121"/>
                    <a:pt x="48243" y="26238"/>
                    <a:pt x="46718" y="25356"/>
                  </a:cubicBezTo>
                  <a:cubicBezTo>
                    <a:pt x="43929" y="23744"/>
                    <a:pt x="41047" y="22101"/>
                    <a:pt x="37854" y="21667"/>
                  </a:cubicBezTo>
                  <a:cubicBezTo>
                    <a:pt x="37395" y="21605"/>
                    <a:pt x="36928" y="21573"/>
                    <a:pt x="36459" y="21573"/>
                  </a:cubicBezTo>
                  <a:cubicBezTo>
                    <a:pt x="33662" y="21573"/>
                    <a:pt x="30804" y="22696"/>
                    <a:pt x="29384" y="25062"/>
                  </a:cubicBezTo>
                  <a:cubicBezTo>
                    <a:pt x="27966" y="27426"/>
                    <a:pt x="28225" y="30512"/>
                    <a:pt x="26820" y="32884"/>
                  </a:cubicBezTo>
                  <a:cubicBezTo>
                    <a:pt x="25941" y="34369"/>
                    <a:pt x="24491" y="35431"/>
                    <a:pt x="23493" y="36839"/>
                  </a:cubicBezTo>
                  <a:cubicBezTo>
                    <a:pt x="22495" y="38247"/>
                    <a:pt x="22067" y="40372"/>
                    <a:pt x="23291" y="41591"/>
                  </a:cubicBezTo>
                  <a:cubicBezTo>
                    <a:pt x="24277" y="42574"/>
                    <a:pt x="25957" y="42576"/>
                    <a:pt x="26934" y="43568"/>
                  </a:cubicBezTo>
                  <a:cubicBezTo>
                    <a:pt x="27686" y="44334"/>
                    <a:pt x="27942" y="45612"/>
                    <a:pt x="28928" y="46032"/>
                  </a:cubicBezTo>
                  <a:cubicBezTo>
                    <a:pt x="29116" y="46112"/>
                    <a:pt x="29308" y="46149"/>
                    <a:pt x="29499" y="46149"/>
                  </a:cubicBezTo>
                  <a:cubicBezTo>
                    <a:pt x="30453" y="46149"/>
                    <a:pt x="31375" y="45228"/>
                    <a:pt x="31599" y="44232"/>
                  </a:cubicBezTo>
                  <a:cubicBezTo>
                    <a:pt x="31870" y="43035"/>
                    <a:pt x="31491" y="41803"/>
                    <a:pt x="31294" y="40594"/>
                  </a:cubicBezTo>
                  <a:cubicBezTo>
                    <a:pt x="30707" y="36976"/>
                    <a:pt x="32524" y="32527"/>
                    <a:pt x="36153" y="32010"/>
                  </a:cubicBezTo>
                  <a:cubicBezTo>
                    <a:pt x="36979" y="32041"/>
                    <a:pt x="37253" y="33221"/>
                    <a:pt x="36881" y="33960"/>
                  </a:cubicBezTo>
                  <a:cubicBezTo>
                    <a:pt x="36512" y="34700"/>
                    <a:pt x="35790" y="35213"/>
                    <a:pt x="35400" y="35941"/>
                  </a:cubicBezTo>
                  <a:cubicBezTo>
                    <a:pt x="34663" y="37314"/>
                    <a:pt x="35518" y="39272"/>
                    <a:pt x="37026" y="39667"/>
                  </a:cubicBezTo>
                  <a:cubicBezTo>
                    <a:pt x="38598" y="40078"/>
                    <a:pt x="41223" y="39748"/>
                    <a:pt x="41017" y="41358"/>
                  </a:cubicBezTo>
                  <a:cubicBezTo>
                    <a:pt x="40797" y="43068"/>
                    <a:pt x="37630" y="41948"/>
                    <a:pt x="36606" y="43336"/>
                  </a:cubicBezTo>
                  <a:cubicBezTo>
                    <a:pt x="36002" y="44155"/>
                    <a:pt x="36537" y="45296"/>
                    <a:pt x="36521" y="46313"/>
                  </a:cubicBezTo>
                  <a:cubicBezTo>
                    <a:pt x="36494" y="48303"/>
                    <a:pt x="34299" y="49599"/>
                    <a:pt x="32313" y="49739"/>
                  </a:cubicBezTo>
                  <a:cubicBezTo>
                    <a:pt x="32097" y="49755"/>
                    <a:pt x="31880" y="49762"/>
                    <a:pt x="31663" y="49762"/>
                  </a:cubicBezTo>
                  <a:cubicBezTo>
                    <a:pt x="30164" y="49762"/>
                    <a:pt x="28664" y="49439"/>
                    <a:pt x="27166" y="49439"/>
                  </a:cubicBezTo>
                  <a:cubicBezTo>
                    <a:pt x="26898" y="49439"/>
                    <a:pt x="26629" y="49449"/>
                    <a:pt x="26361" y="49474"/>
                  </a:cubicBezTo>
                  <a:cubicBezTo>
                    <a:pt x="24379" y="49654"/>
                    <a:pt x="22222" y="51058"/>
                    <a:pt x="22312" y="53044"/>
                  </a:cubicBezTo>
                  <a:cubicBezTo>
                    <a:pt x="19567" y="54331"/>
                    <a:pt x="16715" y="55374"/>
                    <a:pt x="13788" y="56164"/>
                  </a:cubicBezTo>
                  <a:cubicBezTo>
                    <a:pt x="13912" y="58317"/>
                    <a:pt x="17975" y="58517"/>
                    <a:pt x="17960" y="60675"/>
                  </a:cubicBezTo>
                  <a:cubicBezTo>
                    <a:pt x="17949" y="61887"/>
                    <a:pt x="16542" y="62556"/>
                    <a:pt x="15302" y="62556"/>
                  </a:cubicBezTo>
                  <a:cubicBezTo>
                    <a:pt x="15219" y="62556"/>
                    <a:pt x="15137" y="62553"/>
                    <a:pt x="15056" y="62547"/>
                  </a:cubicBezTo>
                  <a:cubicBezTo>
                    <a:pt x="14072" y="62475"/>
                    <a:pt x="13082" y="62160"/>
                    <a:pt x="12113" y="62160"/>
                  </a:cubicBezTo>
                  <a:cubicBezTo>
                    <a:pt x="11810" y="62160"/>
                    <a:pt x="11508" y="62191"/>
                    <a:pt x="11210" y="62270"/>
                  </a:cubicBezTo>
                  <a:cubicBezTo>
                    <a:pt x="9047" y="62839"/>
                    <a:pt x="8290" y="65880"/>
                    <a:pt x="9487" y="67769"/>
                  </a:cubicBezTo>
                  <a:cubicBezTo>
                    <a:pt x="10572" y="69481"/>
                    <a:pt x="12694" y="70258"/>
                    <a:pt x="14741" y="70258"/>
                  </a:cubicBezTo>
                  <a:cubicBezTo>
                    <a:pt x="14954" y="70258"/>
                    <a:pt x="15165" y="70249"/>
                    <a:pt x="15375" y="70233"/>
                  </a:cubicBezTo>
                  <a:cubicBezTo>
                    <a:pt x="16269" y="70162"/>
                    <a:pt x="17225" y="69924"/>
                    <a:pt x="17785" y="69223"/>
                  </a:cubicBezTo>
                  <a:cubicBezTo>
                    <a:pt x="18318" y="68554"/>
                    <a:pt x="18362" y="67634"/>
                    <a:pt x="18586" y="66808"/>
                  </a:cubicBezTo>
                  <a:cubicBezTo>
                    <a:pt x="19089" y="64960"/>
                    <a:pt x="20667" y="63445"/>
                    <a:pt x="22534" y="63019"/>
                  </a:cubicBezTo>
                  <a:cubicBezTo>
                    <a:pt x="23588" y="62778"/>
                    <a:pt x="24878" y="62758"/>
                    <a:pt x="25444" y="61839"/>
                  </a:cubicBezTo>
                  <a:cubicBezTo>
                    <a:pt x="27854" y="63143"/>
                    <a:pt x="29550" y="65685"/>
                    <a:pt x="29826" y="68413"/>
                  </a:cubicBezTo>
                  <a:cubicBezTo>
                    <a:pt x="30020" y="68663"/>
                    <a:pt x="30274" y="68770"/>
                    <a:pt x="30543" y="68770"/>
                  </a:cubicBezTo>
                  <a:cubicBezTo>
                    <a:pt x="31347" y="68770"/>
                    <a:pt x="32287" y="67809"/>
                    <a:pt x="32159" y="66868"/>
                  </a:cubicBezTo>
                  <a:cubicBezTo>
                    <a:pt x="31991" y="65614"/>
                    <a:pt x="30882" y="64743"/>
                    <a:pt x="30003" y="63834"/>
                  </a:cubicBezTo>
                  <a:cubicBezTo>
                    <a:pt x="29122" y="62923"/>
                    <a:pt x="28387" y="61510"/>
                    <a:pt x="29078" y="60448"/>
                  </a:cubicBezTo>
                  <a:lnTo>
                    <a:pt x="29078" y="60448"/>
                  </a:lnTo>
                  <a:cubicBezTo>
                    <a:pt x="33197" y="61658"/>
                    <a:pt x="36527" y="65238"/>
                    <a:pt x="37435" y="69435"/>
                  </a:cubicBezTo>
                  <a:cubicBezTo>
                    <a:pt x="38871" y="69149"/>
                    <a:pt x="39664" y="67205"/>
                    <a:pt x="38838" y="65997"/>
                  </a:cubicBezTo>
                  <a:cubicBezTo>
                    <a:pt x="39003" y="65628"/>
                    <a:pt x="39328" y="65472"/>
                    <a:pt x="39697" y="65472"/>
                  </a:cubicBezTo>
                  <a:cubicBezTo>
                    <a:pt x="40331" y="65472"/>
                    <a:pt x="41094" y="65932"/>
                    <a:pt x="41391" y="66558"/>
                  </a:cubicBezTo>
                  <a:cubicBezTo>
                    <a:pt x="41862" y="67549"/>
                    <a:pt x="41819" y="68770"/>
                    <a:pt x="42492" y="69636"/>
                  </a:cubicBezTo>
                  <a:cubicBezTo>
                    <a:pt x="43175" y="70517"/>
                    <a:pt x="44261" y="70711"/>
                    <a:pt x="45451" y="70711"/>
                  </a:cubicBezTo>
                  <a:cubicBezTo>
                    <a:pt x="46388" y="70711"/>
                    <a:pt x="47390" y="70590"/>
                    <a:pt x="48312" y="70590"/>
                  </a:cubicBezTo>
                  <a:cubicBezTo>
                    <a:pt x="49551" y="70590"/>
                    <a:pt x="50643" y="70808"/>
                    <a:pt x="51235" y="71828"/>
                  </a:cubicBezTo>
                  <a:cubicBezTo>
                    <a:pt x="52336" y="73723"/>
                    <a:pt x="49909" y="75927"/>
                    <a:pt x="47711" y="75927"/>
                  </a:cubicBezTo>
                  <a:cubicBezTo>
                    <a:pt x="47678" y="75927"/>
                    <a:pt x="47645" y="75926"/>
                    <a:pt x="47613" y="75925"/>
                  </a:cubicBezTo>
                  <a:cubicBezTo>
                    <a:pt x="45391" y="75856"/>
                    <a:pt x="43361" y="74585"/>
                    <a:pt x="41147" y="74365"/>
                  </a:cubicBezTo>
                  <a:cubicBezTo>
                    <a:pt x="40897" y="74340"/>
                    <a:pt x="40647" y="74329"/>
                    <a:pt x="40397" y="74329"/>
                  </a:cubicBezTo>
                  <a:cubicBezTo>
                    <a:pt x="38218" y="74329"/>
                    <a:pt x="36082" y="75200"/>
                    <a:pt x="33896" y="75455"/>
                  </a:cubicBezTo>
                  <a:cubicBezTo>
                    <a:pt x="33619" y="75487"/>
                    <a:pt x="33335" y="75503"/>
                    <a:pt x="33048" y="75503"/>
                  </a:cubicBezTo>
                  <a:cubicBezTo>
                    <a:pt x="30807" y="75503"/>
                    <a:pt x="28395" y="74514"/>
                    <a:pt x="27939" y="72388"/>
                  </a:cubicBezTo>
                  <a:cubicBezTo>
                    <a:pt x="27802" y="71741"/>
                    <a:pt x="27855" y="71030"/>
                    <a:pt x="27514" y="70464"/>
                  </a:cubicBezTo>
                  <a:cubicBezTo>
                    <a:pt x="27109" y="69793"/>
                    <a:pt x="26279" y="69553"/>
                    <a:pt x="25473" y="69553"/>
                  </a:cubicBezTo>
                  <a:cubicBezTo>
                    <a:pt x="25313" y="69553"/>
                    <a:pt x="25154" y="69562"/>
                    <a:pt x="24999" y="69580"/>
                  </a:cubicBezTo>
                  <a:cubicBezTo>
                    <a:pt x="21817" y="69942"/>
                    <a:pt x="18598" y="72595"/>
                    <a:pt x="15740" y="72595"/>
                  </a:cubicBezTo>
                  <a:cubicBezTo>
                    <a:pt x="14956" y="72595"/>
                    <a:pt x="14199" y="72395"/>
                    <a:pt x="13478" y="71894"/>
                  </a:cubicBezTo>
                  <a:cubicBezTo>
                    <a:pt x="11337" y="76062"/>
                    <a:pt x="6101" y="77629"/>
                    <a:pt x="3179" y="81294"/>
                  </a:cubicBezTo>
                  <a:cubicBezTo>
                    <a:pt x="0" y="85282"/>
                    <a:pt x="268" y="91440"/>
                    <a:pt x="3354" y="95500"/>
                  </a:cubicBezTo>
                  <a:cubicBezTo>
                    <a:pt x="6050" y="99045"/>
                    <a:pt x="10552" y="100957"/>
                    <a:pt x="15019" y="100957"/>
                  </a:cubicBezTo>
                  <a:cubicBezTo>
                    <a:pt x="15667" y="100957"/>
                    <a:pt x="16314" y="100917"/>
                    <a:pt x="16954" y="100836"/>
                  </a:cubicBezTo>
                  <a:cubicBezTo>
                    <a:pt x="17630" y="100750"/>
                    <a:pt x="18327" y="100626"/>
                    <a:pt x="19005" y="100626"/>
                  </a:cubicBezTo>
                  <a:cubicBezTo>
                    <a:pt x="19489" y="100626"/>
                    <a:pt x="19963" y="100690"/>
                    <a:pt x="20413" y="100875"/>
                  </a:cubicBezTo>
                  <a:cubicBezTo>
                    <a:pt x="21482" y="101317"/>
                    <a:pt x="22166" y="102352"/>
                    <a:pt x="23058" y="103088"/>
                  </a:cubicBezTo>
                  <a:cubicBezTo>
                    <a:pt x="23580" y="103519"/>
                    <a:pt x="24303" y="103823"/>
                    <a:pt x="24961" y="103823"/>
                  </a:cubicBezTo>
                  <a:cubicBezTo>
                    <a:pt x="25427" y="103823"/>
                    <a:pt x="25861" y="103670"/>
                    <a:pt x="26168" y="103301"/>
                  </a:cubicBezTo>
                  <a:lnTo>
                    <a:pt x="26168" y="103301"/>
                  </a:lnTo>
                  <a:cubicBezTo>
                    <a:pt x="25321" y="105399"/>
                    <a:pt x="25557" y="107902"/>
                    <a:pt x="26779" y="109805"/>
                  </a:cubicBezTo>
                  <a:cubicBezTo>
                    <a:pt x="28099" y="111859"/>
                    <a:pt x="30559" y="113484"/>
                    <a:pt x="30509" y="115926"/>
                  </a:cubicBezTo>
                  <a:cubicBezTo>
                    <a:pt x="30482" y="117190"/>
                    <a:pt x="29748" y="118318"/>
                    <a:pt x="29403" y="119536"/>
                  </a:cubicBezTo>
                  <a:cubicBezTo>
                    <a:pt x="27829" y="125109"/>
                    <a:pt x="34415" y="129657"/>
                    <a:pt x="35455" y="135354"/>
                  </a:cubicBezTo>
                  <a:cubicBezTo>
                    <a:pt x="35736" y="136888"/>
                    <a:pt x="35735" y="138735"/>
                    <a:pt x="37029" y="139601"/>
                  </a:cubicBezTo>
                  <a:cubicBezTo>
                    <a:pt x="37625" y="139999"/>
                    <a:pt x="38374" y="140081"/>
                    <a:pt x="39090" y="140127"/>
                  </a:cubicBezTo>
                  <a:cubicBezTo>
                    <a:pt x="39409" y="140148"/>
                    <a:pt x="39736" y="140158"/>
                    <a:pt x="40067" y="140158"/>
                  </a:cubicBezTo>
                  <a:cubicBezTo>
                    <a:pt x="43538" y="140158"/>
                    <a:pt x="47454" y="138962"/>
                    <a:pt x="48151" y="135675"/>
                  </a:cubicBezTo>
                  <a:cubicBezTo>
                    <a:pt x="48366" y="134657"/>
                    <a:pt x="48212" y="133602"/>
                    <a:pt x="48243" y="132560"/>
                  </a:cubicBezTo>
                  <a:cubicBezTo>
                    <a:pt x="48336" y="129451"/>
                    <a:pt x="50239" y="126459"/>
                    <a:pt x="53017" y="125056"/>
                  </a:cubicBezTo>
                  <a:cubicBezTo>
                    <a:pt x="53771" y="124675"/>
                    <a:pt x="54600" y="124390"/>
                    <a:pt x="55202" y="123799"/>
                  </a:cubicBezTo>
                  <a:cubicBezTo>
                    <a:pt x="56528" y="122495"/>
                    <a:pt x="56234" y="120283"/>
                    <a:pt x="55553" y="118553"/>
                  </a:cubicBezTo>
                  <a:cubicBezTo>
                    <a:pt x="54872" y="116821"/>
                    <a:pt x="53881" y="115076"/>
                    <a:pt x="54120" y="113231"/>
                  </a:cubicBezTo>
                  <a:cubicBezTo>
                    <a:pt x="54502" y="110269"/>
                    <a:pt x="57681" y="108706"/>
                    <a:pt x="60090" y="106941"/>
                  </a:cubicBezTo>
                  <a:cubicBezTo>
                    <a:pt x="63716" y="104284"/>
                    <a:pt x="66206" y="100125"/>
                    <a:pt x="66835" y="95675"/>
                  </a:cubicBezTo>
                  <a:lnTo>
                    <a:pt x="66835" y="95675"/>
                  </a:lnTo>
                  <a:cubicBezTo>
                    <a:pt x="65061" y="96232"/>
                    <a:pt x="63075" y="96745"/>
                    <a:pt x="61220" y="96745"/>
                  </a:cubicBezTo>
                  <a:cubicBezTo>
                    <a:pt x="59581" y="96745"/>
                    <a:pt x="58045" y="96344"/>
                    <a:pt x="56849" y="95215"/>
                  </a:cubicBezTo>
                  <a:cubicBezTo>
                    <a:pt x="55965" y="94380"/>
                    <a:pt x="55421" y="93259"/>
                    <a:pt x="54897" y="92162"/>
                  </a:cubicBezTo>
                  <a:lnTo>
                    <a:pt x="50173" y="82291"/>
                  </a:lnTo>
                  <a:cubicBezTo>
                    <a:pt x="49966" y="81857"/>
                    <a:pt x="49755" y="81362"/>
                    <a:pt x="49925" y="80912"/>
                  </a:cubicBezTo>
                  <a:cubicBezTo>
                    <a:pt x="50074" y="80517"/>
                    <a:pt x="50366" y="80356"/>
                    <a:pt x="50717" y="80356"/>
                  </a:cubicBezTo>
                  <a:cubicBezTo>
                    <a:pt x="51453" y="80356"/>
                    <a:pt x="52449" y="81064"/>
                    <a:pt x="52928" y="81807"/>
                  </a:cubicBezTo>
                  <a:cubicBezTo>
                    <a:pt x="55452" y="85724"/>
                    <a:pt x="57718" y="89804"/>
                    <a:pt x="59707" y="94020"/>
                  </a:cubicBezTo>
                  <a:cubicBezTo>
                    <a:pt x="63791" y="93273"/>
                    <a:pt x="67648" y="91596"/>
                    <a:pt x="70980" y="89118"/>
                  </a:cubicBezTo>
                  <a:cubicBezTo>
                    <a:pt x="72037" y="88329"/>
                    <a:pt x="73088" y="87386"/>
                    <a:pt x="73445" y="86117"/>
                  </a:cubicBezTo>
                  <a:cubicBezTo>
                    <a:pt x="73802" y="84846"/>
                    <a:pt x="73146" y="83218"/>
                    <a:pt x="71846" y="82993"/>
                  </a:cubicBezTo>
                  <a:cubicBezTo>
                    <a:pt x="71723" y="82971"/>
                    <a:pt x="71600" y="82963"/>
                    <a:pt x="71476" y="82963"/>
                  </a:cubicBezTo>
                  <a:cubicBezTo>
                    <a:pt x="71093" y="82963"/>
                    <a:pt x="70708" y="83045"/>
                    <a:pt x="70324" y="83086"/>
                  </a:cubicBezTo>
                  <a:cubicBezTo>
                    <a:pt x="70133" y="83106"/>
                    <a:pt x="69943" y="83115"/>
                    <a:pt x="69755" y="83115"/>
                  </a:cubicBezTo>
                  <a:cubicBezTo>
                    <a:pt x="66927" y="83115"/>
                    <a:pt x="64468" y="80925"/>
                    <a:pt x="62588" y="78727"/>
                  </a:cubicBezTo>
                  <a:cubicBezTo>
                    <a:pt x="63132" y="78118"/>
                    <a:pt x="63852" y="77890"/>
                    <a:pt x="64640" y="77890"/>
                  </a:cubicBezTo>
                  <a:cubicBezTo>
                    <a:pt x="65842" y="77890"/>
                    <a:pt x="67201" y="78421"/>
                    <a:pt x="68334" y="78941"/>
                  </a:cubicBezTo>
                  <a:cubicBezTo>
                    <a:pt x="71699" y="80486"/>
                    <a:pt x="75249" y="81588"/>
                    <a:pt x="78895" y="82221"/>
                  </a:cubicBezTo>
                  <a:cubicBezTo>
                    <a:pt x="79803" y="82378"/>
                    <a:pt x="80736" y="82513"/>
                    <a:pt x="81554" y="82936"/>
                  </a:cubicBezTo>
                  <a:cubicBezTo>
                    <a:pt x="82126" y="83232"/>
                    <a:pt x="82622" y="83658"/>
                    <a:pt x="83095" y="84096"/>
                  </a:cubicBezTo>
                  <a:cubicBezTo>
                    <a:pt x="87298" y="87967"/>
                    <a:pt x="90407" y="93013"/>
                    <a:pt x="91975" y="98509"/>
                  </a:cubicBezTo>
                  <a:cubicBezTo>
                    <a:pt x="92104" y="98538"/>
                    <a:pt x="92231" y="98552"/>
                    <a:pt x="92354" y="98552"/>
                  </a:cubicBezTo>
                  <a:cubicBezTo>
                    <a:pt x="93754" y="98552"/>
                    <a:pt x="94717" y="96760"/>
                    <a:pt x="94833" y="95252"/>
                  </a:cubicBezTo>
                  <a:cubicBezTo>
                    <a:pt x="94960" y="93612"/>
                    <a:pt x="94769" y="91722"/>
                    <a:pt x="95948" y="90578"/>
                  </a:cubicBezTo>
                  <a:cubicBezTo>
                    <a:pt x="96875" y="89678"/>
                    <a:pt x="98399" y="89556"/>
                    <a:pt x="99214" y="88552"/>
                  </a:cubicBezTo>
                  <a:cubicBezTo>
                    <a:pt x="100238" y="87289"/>
                    <a:pt x="99703" y="85157"/>
                    <a:pt x="100900" y="84056"/>
                  </a:cubicBezTo>
                  <a:cubicBezTo>
                    <a:pt x="101284" y="83704"/>
                    <a:pt x="101728" y="83552"/>
                    <a:pt x="102190" y="83552"/>
                  </a:cubicBezTo>
                  <a:cubicBezTo>
                    <a:pt x="103537" y="83552"/>
                    <a:pt x="105034" y="84844"/>
                    <a:pt x="105630" y="86240"/>
                  </a:cubicBezTo>
                  <a:cubicBezTo>
                    <a:pt x="106431" y="88116"/>
                    <a:pt x="106723" y="90422"/>
                    <a:pt x="108410" y="91569"/>
                  </a:cubicBezTo>
                  <a:lnTo>
                    <a:pt x="111137" y="91176"/>
                  </a:lnTo>
                  <a:cubicBezTo>
                    <a:pt x="111152" y="95778"/>
                    <a:pt x="112750" y="100362"/>
                    <a:pt x="115602" y="103975"/>
                  </a:cubicBezTo>
                  <a:cubicBezTo>
                    <a:pt x="117157" y="103161"/>
                    <a:pt x="116453" y="100795"/>
                    <a:pt x="115480" y="99330"/>
                  </a:cubicBezTo>
                  <a:cubicBezTo>
                    <a:pt x="114508" y="97866"/>
                    <a:pt x="113554" y="95681"/>
                    <a:pt x="114936" y="94596"/>
                  </a:cubicBezTo>
                  <a:lnTo>
                    <a:pt x="114936" y="94596"/>
                  </a:lnTo>
                  <a:cubicBezTo>
                    <a:pt x="116854" y="94614"/>
                    <a:pt x="117747" y="97259"/>
                    <a:pt x="119611" y="97712"/>
                  </a:cubicBezTo>
                  <a:cubicBezTo>
                    <a:pt x="119777" y="97752"/>
                    <a:pt x="119940" y="97771"/>
                    <a:pt x="120101" y="97771"/>
                  </a:cubicBezTo>
                  <a:cubicBezTo>
                    <a:pt x="121744" y="97771"/>
                    <a:pt x="123089" y="95790"/>
                    <a:pt x="122784" y="94080"/>
                  </a:cubicBezTo>
                  <a:cubicBezTo>
                    <a:pt x="122451" y="92201"/>
                    <a:pt x="120835" y="90820"/>
                    <a:pt x="119169" y="89895"/>
                  </a:cubicBezTo>
                  <a:cubicBezTo>
                    <a:pt x="117675" y="88258"/>
                    <a:pt x="119833" y="85644"/>
                    <a:pt x="122018" y="85274"/>
                  </a:cubicBezTo>
                  <a:cubicBezTo>
                    <a:pt x="122730" y="85153"/>
                    <a:pt x="123464" y="85138"/>
                    <a:pt x="124199" y="85138"/>
                  </a:cubicBezTo>
                  <a:cubicBezTo>
                    <a:pt x="124443" y="85138"/>
                    <a:pt x="124686" y="85140"/>
                    <a:pt x="124930" y="85140"/>
                  </a:cubicBezTo>
                  <a:cubicBezTo>
                    <a:pt x="126201" y="85140"/>
                    <a:pt x="127452" y="85095"/>
                    <a:pt x="128573" y="84531"/>
                  </a:cubicBezTo>
                  <a:cubicBezTo>
                    <a:pt x="130946" y="83339"/>
                    <a:pt x="131739" y="80207"/>
                    <a:pt x="131200" y="77607"/>
                  </a:cubicBezTo>
                  <a:cubicBezTo>
                    <a:pt x="130659" y="75007"/>
                    <a:pt x="129117" y="72748"/>
                    <a:pt x="127857" y="70410"/>
                  </a:cubicBezTo>
                  <a:cubicBezTo>
                    <a:pt x="126781" y="68413"/>
                    <a:pt x="126249" y="65298"/>
                    <a:pt x="128341" y="64420"/>
                  </a:cubicBezTo>
                  <a:cubicBezTo>
                    <a:pt x="128900" y="64186"/>
                    <a:pt x="129528" y="64195"/>
                    <a:pt x="130135" y="64170"/>
                  </a:cubicBezTo>
                  <a:cubicBezTo>
                    <a:pt x="138047" y="63837"/>
                    <a:pt x="144592" y="55459"/>
                    <a:pt x="143005" y="47701"/>
                  </a:cubicBezTo>
                  <a:cubicBezTo>
                    <a:pt x="142706" y="46238"/>
                    <a:pt x="142140" y="44786"/>
                    <a:pt x="141097" y="43719"/>
                  </a:cubicBezTo>
                  <a:cubicBezTo>
                    <a:pt x="139216" y="41800"/>
                    <a:pt x="136024" y="41349"/>
                    <a:pt x="134619" y="39057"/>
                  </a:cubicBezTo>
                  <a:cubicBezTo>
                    <a:pt x="132900" y="36255"/>
                    <a:pt x="135025" y="32537"/>
                    <a:pt x="137778" y="30737"/>
                  </a:cubicBezTo>
                  <a:cubicBezTo>
                    <a:pt x="140529" y="28938"/>
                    <a:pt x="143891" y="28156"/>
                    <a:pt x="146461" y="26105"/>
                  </a:cubicBezTo>
                  <a:cubicBezTo>
                    <a:pt x="147145" y="26087"/>
                    <a:pt x="147512" y="25417"/>
                    <a:pt x="147638" y="24743"/>
                  </a:cubicBezTo>
                  <a:cubicBezTo>
                    <a:pt x="147716" y="24319"/>
                    <a:pt x="147611" y="23887"/>
                    <a:pt x="147608" y="23456"/>
                  </a:cubicBezTo>
                  <a:cubicBezTo>
                    <a:pt x="147598" y="22276"/>
                    <a:pt x="148442" y="21139"/>
                    <a:pt x="149574" y="20805"/>
                  </a:cubicBezTo>
                  <a:cubicBezTo>
                    <a:pt x="149811" y="20736"/>
                    <a:pt x="150056" y="20702"/>
                    <a:pt x="150302" y="20702"/>
                  </a:cubicBezTo>
                  <a:cubicBezTo>
                    <a:pt x="151231" y="20702"/>
                    <a:pt x="152165" y="21179"/>
                    <a:pt x="152664" y="21968"/>
                  </a:cubicBezTo>
                  <a:cubicBezTo>
                    <a:pt x="153442" y="23198"/>
                    <a:pt x="153129" y="24821"/>
                    <a:pt x="152563" y="26163"/>
                  </a:cubicBezTo>
                  <a:cubicBezTo>
                    <a:pt x="151998" y="27505"/>
                    <a:pt x="151199" y="28790"/>
                    <a:pt x="151051" y="30239"/>
                  </a:cubicBezTo>
                  <a:cubicBezTo>
                    <a:pt x="150905" y="31687"/>
                    <a:pt x="151726" y="33391"/>
                    <a:pt x="153173" y="33553"/>
                  </a:cubicBezTo>
                  <a:cubicBezTo>
                    <a:pt x="153252" y="33562"/>
                    <a:pt x="153330" y="33566"/>
                    <a:pt x="153406" y="33566"/>
                  </a:cubicBezTo>
                  <a:cubicBezTo>
                    <a:pt x="155043" y="33566"/>
                    <a:pt x="156090" y="31574"/>
                    <a:pt x="156201" y="29877"/>
                  </a:cubicBezTo>
                  <a:cubicBezTo>
                    <a:pt x="156318" y="28099"/>
                    <a:pt x="155972" y="26160"/>
                    <a:pt x="156925" y="24659"/>
                  </a:cubicBezTo>
                  <a:cubicBezTo>
                    <a:pt x="158377" y="22374"/>
                    <a:pt x="162385" y="21839"/>
                    <a:pt x="162490" y="19133"/>
                  </a:cubicBezTo>
                  <a:cubicBezTo>
                    <a:pt x="162574" y="16945"/>
                    <a:pt x="159821" y="15661"/>
                    <a:pt x="159327" y="13530"/>
                  </a:cubicBezTo>
                  <a:cubicBezTo>
                    <a:pt x="159129" y="12668"/>
                    <a:pt x="159325" y="11773"/>
                    <a:pt x="159405" y="10894"/>
                  </a:cubicBezTo>
                  <a:cubicBezTo>
                    <a:pt x="159709" y="7612"/>
                    <a:pt x="158263" y="4218"/>
                    <a:pt x="155688" y="2163"/>
                  </a:cubicBezTo>
                  <a:cubicBezTo>
                    <a:pt x="153919" y="751"/>
                    <a:pt x="151652" y="0"/>
                    <a:pt x="149391" y="0"/>
                  </a:cubicBezTo>
                  <a:close/>
                </a:path>
              </a:pathLst>
            </a:custGeom>
            <a:solidFill>
              <a:srgbClr val="BAC8D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109" name="Google Shape;6109;p36"/>
            <p:cNvSpPr/>
            <p:nvPr/>
          </p:nvSpPr>
          <p:spPr>
            <a:xfrm>
              <a:off x="6146600" y="3671525"/>
              <a:ext cx="342925" cy="189500"/>
            </a:xfrm>
            <a:custGeom>
              <a:rect b="b" l="l" r="r" t="t"/>
              <a:pathLst>
                <a:path extrusionOk="0" h="7580" w="13717">
                  <a:moveTo>
                    <a:pt x="9951" y="0"/>
                  </a:moveTo>
                  <a:cubicBezTo>
                    <a:pt x="6355" y="0"/>
                    <a:pt x="1" y="1281"/>
                    <a:pt x="2486" y="4894"/>
                  </a:cubicBezTo>
                  <a:cubicBezTo>
                    <a:pt x="3169" y="5885"/>
                    <a:pt x="4297" y="6467"/>
                    <a:pt x="5404" y="6938"/>
                  </a:cubicBezTo>
                  <a:cubicBezTo>
                    <a:pt x="6217" y="7282"/>
                    <a:pt x="7136" y="7580"/>
                    <a:pt x="8003" y="7580"/>
                  </a:cubicBezTo>
                  <a:cubicBezTo>
                    <a:pt x="8565" y="7580"/>
                    <a:pt x="9106" y="7454"/>
                    <a:pt x="9581" y="7134"/>
                  </a:cubicBezTo>
                  <a:cubicBezTo>
                    <a:pt x="10406" y="6577"/>
                    <a:pt x="13156" y="2774"/>
                    <a:pt x="13348" y="1948"/>
                  </a:cubicBezTo>
                  <a:cubicBezTo>
                    <a:pt x="13716" y="358"/>
                    <a:pt x="13186" y="447"/>
                    <a:pt x="11597" y="126"/>
                  </a:cubicBezTo>
                  <a:cubicBezTo>
                    <a:pt x="11194" y="44"/>
                    <a:pt x="10620" y="0"/>
                    <a:pt x="9951" y="0"/>
                  </a:cubicBezTo>
                  <a:close/>
                </a:path>
              </a:pathLst>
            </a:custGeom>
            <a:solidFill>
              <a:srgbClr val="BAC8D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110" name="Google Shape;6110;p36"/>
            <p:cNvSpPr/>
            <p:nvPr/>
          </p:nvSpPr>
          <p:spPr>
            <a:xfrm>
              <a:off x="5901600" y="3652500"/>
              <a:ext cx="558700" cy="402875"/>
            </a:xfrm>
            <a:custGeom>
              <a:rect b="b" l="l" r="r" t="t"/>
              <a:pathLst>
                <a:path extrusionOk="0" h="16115" w="22348">
                  <a:moveTo>
                    <a:pt x="946" y="1"/>
                  </a:moveTo>
                  <a:cubicBezTo>
                    <a:pt x="616" y="1"/>
                    <a:pt x="299" y="66"/>
                    <a:pt x="1" y="208"/>
                  </a:cubicBezTo>
                  <a:cubicBezTo>
                    <a:pt x="742" y="1762"/>
                    <a:pt x="2032" y="3475"/>
                    <a:pt x="2935" y="5119"/>
                  </a:cubicBezTo>
                  <a:cubicBezTo>
                    <a:pt x="6575" y="11745"/>
                    <a:pt x="13987" y="16115"/>
                    <a:pt x="21544" y="16115"/>
                  </a:cubicBezTo>
                  <a:cubicBezTo>
                    <a:pt x="21635" y="16115"/>
                    <a:pt x="21726" y="16114"/>
                    <a:pt x="21817" y="16113"/>
                  </a:cubicBezTo>
                  <a:cubicBezTo>
                    <a:pt x="22347" y="15571"/>
                    <a:pt x="21564" y="14744"/>
                    <a:pt x="20866" y="14448"/>
                  </a:cubicBezTo>
                  <a:cubicBezTo>
                    <a:pt x="18934" y="13634"/>
                    <a:pt x="16857" y="13226"/>
                    <a:pt x="14879" y="12532"/>
                  </a:cubicBezTo>
                  <a:cubicBezTo>
                    <a:pt x="12900" y="11839"/>
                    <a:pt x="10943" y="10790"/>
                    <a:pt x="9769" y="9051"/>
                  </a:cubicBezTo>
                  <a:cubicBezTo>
                    <a:pt x="9280" y="8326"/>
                    <a:pt x="8945" y="7508"/>
                    <a:pt x="8542" y="6731"/>
                  </a:cubicBezTo>
                  <a:cubicBezTo>
                    <a:pt x="7503" y="4729"/>
                    <a:pt x="3759" y="1"/>
                    <a:pt x="946" y="1"/>
                  </a:cubicBezTo>
                  <a:close/>
                </a:path>
              </a:pathLst>
            </a:custGeom>
            <a:solidFill>
              <a:srgbClr val="BAC8D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111" name="Google Shape;6111;p36"/>
            <p:cNvSpPr/>
            <p:nvPr/>
          </p:nvSpPr>
          <p:spPr>
            <a:xfrm>
              <a:off x="6249675" y="4061675"/>
              <a:ext cx="964575" cy="811125"/>
            </a:xfrm>
            <a:custGeom>
              <a:rect b="b" l="l" r="r" t="t"/>
              <a:pathLst>
                <a:path extrusionOk="0" h="32445" w="38583">
                  <a:moveTo>
                    <a:pt x="17573" y="0"/>
                  </a:moveTo>
                  <a:cubicBezTo>
                    <a:pt x="14431" y="0"/>
                    <a:pt x="10968" y="2180"/>
                    <a:pt x="9011" y="4369"/>
                  </a:cubicBezTo>
                  <a:cubicBezTo>
                    <a:pt x="8028" y="5468"/>
                    <a:pt x="7111" y="6810"/>
                    <a:pt x="5676" y="7153"/>
                  </a:cubicBezTo>
                  <a:cubicBezTo>
                    <a:pt x="4830" y="7356"/>
                    <a:pt x="3925" y="7164"/>
                    <a:pt x="3076" y="7361"/>
                  </a:cubicBezTo>
                  <a:cubicBezTo>
                    <a:pt x="581" y="7938"/>
                    <a:pt x="1" y="11293"/>
                    <a:pt x="569" y="13791"/>
                  </a:cubicBezTo>
                  <a:cubicBezTo>
                    <a:pt x="1136" y="16289"/>
                    <a:pt x="2307" y="18910"/>
                    <a:pt x="1374" y="21296"/>
                  </a:cubicBezTo>
                  <a:cubicBezTo>
                    <a:pt x="1185" y="21776"/>
                    <a:pt x="913" y="22246"/>
                    <a:pt x="921" y="22762"/>
                  </a:cubicBezTo>
                  <a:cubicBezTo>
                    <a:pt x="932" y="23380"/>
                    <a:pt x="1355" y="23921"/>
                    <a:pt x="1849" y="24293"/>
                  </a:cubicBezTo>
                  <a:cubicBezTo>
                    <a:pt x="2646" y="24890"/>
                    <a:pt x="3559" y="25128"/>
                    <a:pt x="4517" y="25128"/>
                  </a:cubicBezTo>
                  <a:cubicBezTo>
                    <a:pt x="6301" y="25128"/>
                    <a:pt x="8239" y="24301"/>
                    <a:pt x="9868" y="23418"/>
                  </a:cubicBezTo>
                  <a:cubicBezTo>
                    <a:pt x="11665" y="22444"/>
                    <a:pt x="13735" y="21414"/>
                    <a:pt x="15685" y="21414"/>
                  </a:cubicBezTo>
                  <a:cubicBezTo>
                    <a:pt x="16453" y="21414"/>
                    <a:pt x="17203" y="21574"/>
                    <a:pt x="17910" y="21960"/>
                  </a:cubicBezTo>
                  <a:cubicBezTo>
                    <a:pt x="20585" y="23420"/>
                    <a:pt x="20837" y="27119"/>
                    <a:pt x="22486" y="29685"/>
                  </a:cubicBezTo>
                  <a:cubicBezTo>
                    <a:pt x="23522" y="31296"/>
                    <a:pt x="25450" y="32445"/>
                    <a:pt x="27291" y="32445"/>
                  </a:cubicBezTo>
                  <a:cubicBezTo>
                    <a:pt x="28027" y="32445"/>
                    <a:pt x="28749" y="32261"/>
                    <a:pt x="29394" y="31851"/>
                  </a:cubicBezTo>
                  <a:cubicBezTo>
                    <a:pt x="30163" y="31362"/>
                    <a:pt x="30731" y="30624"/>
                    <a:pt x="31285" y="29900"/>
                  </a:cubicBezTo>
                  <a:lnTo>
                    <a:pt x="34684" y="25460"/>
                  </a:lnTo>
                  <a:cubicBezTo>
                    <a:pt x="36183" y="23501"/>
                    <a:pt x="37736" y="21414"/>
                    <a:pt x="38025" y="18965"/>
                  </a:cubicBezTo>
                  <a:cubicBezTo>
                    <a:pt x="38582" y="14235"/>
                    <a:pt x="34390" y="10436"/>
                    <a:pt x="30609" y="7540"/>
                  </a:cubicBezTo>
                  <a:cubicBezTo>
                    <a:pt x="30407" y="6031"/>
                    <a:pt x="30190" y="4479"/>
                    <a:pt x="29421" y="3165"/>
                  </a:cubicBezTo>
                  <a:cubicBezTo>
                    <a:pt x="28683" y="1906"/>
                    <a:pt x="27576" y="1186"/>
                    <a:pt x="26718" y="1186"/>
                  </a:cubicBezTo>
                  <a:cubicBezTo>
                    <a:pt x="25783" y="1186"/>
                    <a:pt x="25141" y="2039"/>
                    <a:pt x="25589" y="3982"/>
                  </a:cubicBezTo>
                  <a:cubicBezTo>
                    <a:pt x="25561" y="3983"/>
                    <a:pt x="25533" y="3983"/>
                    <a:pt x="25505" y="3983"/>
                  </a:cubicBezTo>
                  <a:cubicBezTo>
                    <a:pt x="23077" y="3983"/>
                    <a:pt x="21095" y="399"/>
                    <a:pt x="18382" y="51"/>
                  </a:cubicBezTo>
                  <a:cubicBezTo>
                    <a:pt x="18115" y="17"/>
                    <a:pt x="17846" y="0"/>
                    <a:pt x="17573" y="0"/>
                  </a:cubicBezTo>
                  <a:close/>
                </a:path>
              </a:pathLst>
            </a:custGeom>
            <a:solidFill>
              <a:srgbClr val="BAC8D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6112" name="Google Shape;6112;p36"/>
          <p:cNvGrpSpPr/>
          <p:nvPr/>
        </p:nvGrpSpPr>
        <p:grpSpPr>
          <a:xfrm>
            <a:off x="719115" y="2852867"/>
            <a:ext cx="2622876" cy="1333540"/>
            <a:chOff x="238125" y="1038125"/>
            <a:chExt cx="7146800" cy="3633625"/>
          </a:xfrm>
        </p:grpSpPr>
        <p:sp>
          <p:nvSpPr>
            <p:cNvPr id="6113" name="Google Shape;6113;p36"/>
            <p:cNvSpPr/>
            <p:nvPr/>
          </p:nvSpPr>
          <p:spPr>
            <a:xfrm>
              <a:off x="6256150" y="3780375"/>
              <a:ext cx="62400" cy="53425"/>
            </a:xfrm>
            <a:custGeom>
              <a:rect b="b" l="l" r="r" t="t"/>
              <a:pathLst>
                <a:path extrusionOk="0" h="2137" w="2496">
                  <a:moveTo>
                    <a:pt x="1065" y="0"/>
                  </a:moveTo>
                  <a:cubicBezTo>
                    <a:pt x="472" y="0"/>
                    <a:pt x="0" y="480"/>
                    <a:pt x="0" y="1065"/>
                  </a:cubicBezTo>
                  <a:cubicBezTo>
                    <a:pt x="0" y="1709"/>
                    <a:pt x="525" y="2137"/>
                    <a:pt x="1074" y="2137"/>
                  </a:cubicBezTo>
                  <a:cubicBezTo>
                    <a:pt x="1336" y="2137"/>
                    <a:pt x="1603" y="2039"/>
                    <a:pt x="1821" y="1821"/>
                  </a:cubicBezTo>
                  <a:cubicBezTo>
                    <a:pt x="2496" y="1146"/>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114" name="Google Shape;6114;p36"/>
            <p:cNvSpPr/>
            <p:nvPr/>
          </p:nvSpPr>
          <p:spPr>
            <a:xfrm>
              <a:off x="6256150" y="3856775"/>
              <a:ext cx="62200" cy="53250"/>
            </a:xfrm>
            <a:custGeom>
              <a:rect b="b" l="l" r="r" t="t"/>
              <a:pathLst>
                <a:path extrusionOk="0" h="2130" w="2488">
                  <a:moveTo>
                    <a:pt x="1065" y="1"/>
                  </a:moveTo>
                  <a:cubicBezTo>
                    <a:pt x="480" y="1"/>
                    <a:pt x="0" y="472"/>
                    <a:pt x="0" y="1066"/>
                  </a:cubicBezTo>
                  <a:cubicBezTo>
                    <a:pt x="0" y="1704"/>
                    <a:pt x="524" y="2129"/>
                    <a:pt x="1070" y="2129"/>
                  </a:cubicBezTo>
                  <a:cubicBezTo>
                    <a:pt x="1331" y="2129"/>
                    <a:pt x="1597" y="2032"/>
                    <a:pt x="1813" y="1814"/>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115" name="Google Shape;6115;p36"/>
            <p:cNvSpPr/>
            <p:nvPr/>
          </p:nvSpPr>
          <p:spPr>
            <a:xfrm>
              <a:off x="6256150" y="3932800"/>
              <a:ext cx="62200" cy="53425"/>
            </a:xfrm>
            <a:custGeom>
              <a:rect b="b" l="l" r="r" t="t"/>
              <a:pathLst>
                <a:path extrusionOk="0" h="2137" w="2488">
                  <a:moveTo>
                    <a:pt x="1065" y="0"/>
                  </a:moveTo>
                  <a:cubicBezTo>
                    <a:pt x="472" y="0"/>
                    <a:pt x="0" y="480"/>
                    <a:pt x="0" y="1065"/>
                  </a:cubicBezTo>
                  <a:cubicBezTo>
                    <a:pt x="0" y="1709"/>
                    <a:pt x="525" y="2137"/>
                    <a:pt x="1071" y="2137"/>
                  </a:cubicBezTo>
                  <a:cubicBezTo>
                    <a:pt x="1332" y="2137"/>
                    <a:pt x="1597" y="2039"/>
                    <a:pt x="1813" y="1821"/>
                  </a:cubicBezTo>
                  <a:cubicBezTo>
                    <a:pt x="2488" y="1155"/>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116" name="Google Shape;6116;p36"/>
            <p:cNvSpPr/>
            <p:nvPr/>
          </p:nvSpPr>
          <p:spPr>
            <a:xfrm>
              <a:off x="6332350" y="3856775"/>
              <a:ext cx="62225" cy="53250"/>
            </a:xfrm>
            <a:custGeom>
              <a:rect b="b" l="l" r="r" t="t"/>
              <a:pathLst>
                <a:path extrusionOk="0" h="2130" w="2489">
                  <a:moveTo>
                    <a:pt x="1066" y="1"/>
                  </a:moveTo>
                  <a:cubicBezTo>
                    <a:pt x="472" y="1"/>
                    <a:pt x="1" y="472"/>
                    <a:pt x="1" y="1066"/>
                  </a:cubicBezTo>
                  <a:cubicBezTo>
                    <a:pt x="1" y="1704"/>
                    <a:pt x="525" y="2129"/>
                    <a:pt x="1071" y="2129"/>
                  </a:cubicBezTo>
                  <a:cubicBezTo>
                    <a:pt x="1332" y="2129"/>
                    <a:pt x="1598" y="2032"/>
                    <a:pt x="1813" y="1814"/>
                  </a:cubicBezTo>
                  <a:cubicBezTo>
                    <a:pt x="2488" y="1147"/>
                    <a:pt x="2009"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117" name="Google Shape;6117;p36"/>
            <p:cNvSpPr/>
            <p:nvPr/>
          </p:nvSpPr>
          <p:spPr>
            <a:xfrm>
              <a:off x="6332350" y="3932800"/>
              <a:ext cx="62225" cy="53425"/>
            </a:xfrm>
            <a:custGeom>
              <a:rect b="b" l="l" r="r" t="t"/>
              <a:pathLst>
                <a:path extrusionOk="0" h="2137" w="2489">
                  <a:moveTo>
                    <a:pt x="1066" y="0"/>
                  </a:moveTo>
                  <a:cubicBezTo>
                    <a:pt x="472" y="8"/>
                    <a:pt x="1" y="480"/>
                    <a:pt x="1" y="1065"/>
                  </a:cubicBezTo>
                  <a:cubicBezTo>
                    <a:pt x="1" y="1709"/>
                    <a:pt x="526" y="2137"/>
                    <a:pt x="1072" y="2137"/>
                  </a:cubicBezTo>
                  <a:cubicBezTo>
                    <a:pt x="1333" y="2137"/>
                    <a:pt x="1598" y="2039"/>
                    <a:pt x="1813" y="1821"/>
                  </a:cubicBezTo>
                  <a:cubicBezTo>
                    <a:pt x="2488" y="1146"/>
                    <a:pt x="2009"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118" name="Google Shape;6118;p36"/>
            <p:cNvSpPr/>
            <p:nvPr/>
          </p:nvSpPr>
          <p:spPr>
            <a:xfrm>
              <a:off x="6408350" y="3856775"/>
              <a:ext cx="62425" cy="53250"/>
            </a:xfrm>
            <a:custGeom>
              <a:rect b="b" l="l" r="r" t="t"/>
              <a:pathLst>
                <a:path extrusionOk="0" h="2130" w="2497">
                  <a:moveTo>
                    <a:pt x="1074" y="1"/>
                  </a:moveTo>
                  <a:cubicBezTo>
                    <a:pt x="481" y="1"/>
                    <a:pt x="9" y="472"/>
                    <a:pt x="1" y="1066"/>
                  </a:cubicBezTo>
                  <a:cubicBezTo>
                    <a:pt x="1" y="1704"/>
                    <a:pt x="525" y="2129"/>
                    <a:pt x="1074" y="2129"/>
                  </a:cubicBezTo>
                  <a:cubicBezTo>
                    <a:pt x="1336" y="2129"/>
                    <a:pt x="1604" y="2032"/>
                    <a:pt x="1822" y="1814"/>
                  </a:cubicBezTo>
                  <a:cubicBezTo>
                    <a:pt x="2497" y="1147"/>
                    <a:pt x="2017" y="1"/>
                    <a:pt x="1074"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119" name="Google Shape;6119;p36"/>
            <p:cNvSpPr/>
            <p:nvPr/>
          </p:nvSpPr>
          <p:spPr>
            <a:xfrm>
              <a:off x="6408350" y="3932800"/>
              <a:ext cx="62425" cy="53425"/>
            </a:xfrm>
            <a:custGeom>
              <a:rect b="b" l="l" r="r" t="t"/>
              <a:pathLst>
                <a:path extrusionOk="0" h="2137" w="2497">
                  <a:moveTo>
                    <a:pt x="1074" y="0"/>
                  </a:moveTo>
                  <a:cubicBezTo>
                    <a:pt x="481" y="0"/>
                    <a:pt x="1" y="480"/>
                    <a:pt x="1" y="1065"/>
                  </a:cubicBezTo>
                  <a:cubicBezTo>
                    <a:pt x="1" y="1709"/>
                    <a:pt x="526" y="2137"/>
                    <a:pt x="1075" y="2137"/>
                  </a:cubicBezTo>
                  <a:cubicBezTo>
                    <a:pt x="1337" y="2137"/>
                    <a:pt x="1604" y="2039"/>
                    <a:pt x="1822" y="1821"/>
                  </a:cubicBezTo>
                  <a:cubicBezTo>
                    <a:pt x="2497" y="1155"/>
                    <a:pt x="2017" y="0"/>
                    <a:pt x="1074"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120" name="Google Shape;6120;p36"/>
            <p:cNvSpPr/>
            <p:nvPr/>
          </p:nvSpPr>
          <p:spPr>
            <a:xfrm>
              <a:off x="6408350" y="4085225"/>
              <a:ext cx="62425" cy="53350"/>
            </a:xfrm>
            <a:custGeom>
              <a:rect b="b" l="l" r="r" t="t"/>
              <a:pathLst>
                <a:path extrusionOk="0" h="2134" w="2497">
                  <a:moveTo>
                    <a:pt x="1074" y="0"/>
                  </a:moveTo>
                  <a:cubicBezTo>
                    <a:pt x="481" y="0"/>
                    <a:pt x="9" y="480"/>
                    <a:pt x="1" y="1065"/>
                  </a:cubicBezTo>
                  <a:cubicBezTo>
                    <a:pt x="1" y="1709"/>
                    <a:pt x="526" y="2133"/>
                    <a:pt x="1075" y="2133"/>
                  </a:cubicBezTo>
                  <a:cubicBezTo>
                    <a:pt x="1337" y="2133"/>
                    <a:pt x="1604" y="2037"/>
                    <a:pt x="1822" y="1821"/>
                  </a:cubicBezTo>
                  <a:cubicBezTo>
                    <a:pt x="2497" y="1147"/>
                    <a:pt x="2017" y="0"/>
                    <a:pt x="1074"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121" name="Google Shape;6121;p36"/>
            <p:cNvSpPr/>
            <p:nvPr/>
          </p:nvSpPr>
          <p:spPr>
            <a:xfrm>
              <a:off x="6484575" y="3856775"/>
              <a:ext cx="62425" cy="53250"/>
            </a:xfrm>
            <a:custGeom>
              <a:rect b="b" l="l" r="r" t="t"/>
              <a:pathLst>
                <a:path extrusionOk="0" h="2130" w="2497">
                  <a:moveTo>
                    <a:pt x="1065" y="1"/>
                  </a:moveTo>
                  <a:cubicBezTo>
                    <a:pt x="480" y="1"/>
                    <a:pt x="1" y="472"/>
                    <a:pt x="1" y="1066"/>
                  </a:cubicBezTo>
                  <a:cubicBezTo>
                    <a:pt x="1" y="1704"/>
                    <a:pt x="525" y="2129"/>
                    <a:pt x="1073" y="2129"/>
                  </a:cubicBezTo>
                  <a:cubicBezTo>
                    <a:pt x="1335" y="2129"/>
                    <a:pt x="1603" y="2032"/>
                    <a:pt x="1822" y="1814"/>
                  </a:cubicBezTo>
                  <a:cubicBezTo>
                    <a:pt x="2496" y="1147"/>
                    <a:pt x="2017"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122" name="Google Shape;6122;p36"/>
            <p:cNvSpPr/>
            <p:nvPr/>
          </p:nvSpPr>
          <p:spPr>
            <a:xfrm>
              <a:off x="6484575" y="3932800"/>
              <a:ext cx="62425" cy="53425"/>
            </a:xfrm>
            <a:custGeom>
              <a:rect b="b" l="l" r="r" t="t"/>
              <a:pathLst>
                <a:path extrusionOk="0" h="2137" w="2497">
                  <a:moveTo>
                    <a:pt x="1065" y="0"/>
                  </a:moveTo>
                  <a:cubicBezTo>
                    <a:pt x="480" y="0"/>
                    <a:pt x="1" y="480"/>
                    <a:pt x="1" y="1065"/>
                  </a:cubicBezTo>
                  <a:cubicBezTo>
                    <a:pt x="1" y="1709"/>
                    <a:pt x="526" y="2137"/>
                    <a:pt x="1074" y="2137"/>
                  </a:cubicBezTo>
                  <a:cubicBezTo>
                    <a:pt x="1336" y="2137"/>
                    <a:pt x="1603" y="2039"/>
                    <a:pt x="1822" y="1821"/>
                  </a:cubicBezTo>
                  <a:cubicBezTo>
                    <a:pt x="2496" y="1146"/>
                    <a:pt x="2017"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123" name="Google Shape;6123;p36"/>
            <p:cNvSpPr/>
            <p:nvPr/>
          </p:nvSpPr>
          <p:spPr>
            <a:xfrm>
              <a:off x="6484575" y="4161425"/>
              <a:ext cx="62425" cy="53300"/>
            </a:xfrm>
            <a:custGeom>
              <a:rect b="b" l="l" r="r" t="t"/>
              <a:pathLst>
                <a:path extrusionOk="0" h="2132" w="2497">
                  <a:moveTo>
                    <a:pt x="1065" y="1"/>
                  </a:moveTo>
                  <a:cubicBezTo>
                    <a:pt x="480" y="1"/>
                    <a:pt x="1" y="472"/>
                    <a:pt x="1" y="1066"/>
                  </a:cubicBezTo>
                  <a:cubicBezTo>
                    <a:pt x="1" y="1708"/>
                    <a:pt x="523" y="2131"/>
                    <a:pt x="1070" y="2131"/>
                  </a:cubicBezTo>
                  <a:cubicBezTo>
                    <a:pt x="1333" y="2131"/>
                    <a:pt x="1602" y="2033"/>
                    <a:pt x="1822" y="1814"/>
                  </a:cubicBezTo>
                  <a:cubicBezTo>
                    <a:pt x="2496" y="1147"/>
                    <a:pt x="2017"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124" name="Google Shape;6124;p36"/>
            <p:cNvSpPr/>
            <p:nvPr/>
          </p:nvSpPr>
          <p:spPr>
            <a:xfrm>
              <a:off x="6484575" y="4085225"/>
              <a:ext cx="62425" cy="53350"/>
            </a:xfrm>
            <a:custGeom>
              <a:rect b="b" l="l" r="r" t="t"/>
              <a:pathLst>
                <a:path extrusionOk="0" h="2134" w="2497">
                  <a:moveTo>
                    <a:pt x="1065" y="0"/>
                  </a:moveTo>
                  <a:cubicBezTo>
                    <a:pt x="480" y="0"/>
                    <a:pt x="1" y="480"/>
                    <a:pt x="1" y="1065"/>
                  </a:cubicBezTo>
                  <a:cubicBezTo>
                    <a:pt x="1" y="1709"/>
                    <a:pt x="526" y="2133"/>
                    <a:pt x="1075" y="2133"/>
                  </a:cubicBezTo>
                  <a:cubicBezTo>
                    <a:pt x="1336" y="2133"/>
                    <a:pt x="1604" y="2037"/>
                    <a:pt x="1822" y="1821"/>
                  </a:cubicBezTo>
                  <a:cubicBezTo>
                    <a:pt x="2496" y="1147"/>
                    <a:pt x="2017"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125" name="Google Shape;6125;p36"/>
            <p:cNvSpPr/>
            <p:nvPr/>
          </p:nvSpPr>
          <p:spPr>
            <a:xfrm>
              <a:off x="6484575" y="4009000"/>
              <a:ext cx="62425" cy="53350"/>
            </a:xfrm>
            <a:custGeom>
              <a:rect b="b" l="l" r="r" t="t"/>
              <a:pathLst>
                <a:path extrusionOk="0" h="2134" w="2497">
                  <a:moveTo>
                    <a:pt x="1065" y="1"/>
                  </a:moveTo>
                  <a:cubicBezTo>
                    <a:pt x="480" y="1"/>
                    <a:pt x="1" y="480"/>
                    <a:pt x="1" y="1066"/>
                  </a:cubicBezTo>
                  <a:cubicBezTo>
                    <a:pt x="1" y="1710"/>
                    <a:pt x="526" y="2134"/>
                    <a:pt x="1075" y="2134"/>
                  </a:cubicBezTo>
                  <a:cubicBezTo>
                    <a:pt x="1336" y="2134"/>
                    <a:pt x="1604" y="2037"/>
                    <a:pt x="1822" y="1822"/>
                  </a:cubicBezTo>
                  <a:cubicBezTo>
                    <a:pt x="2496" y="1147"/>
                    <a:pt x="2017"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126" name="Google Shape;6126;p36"/>
            <p:cNvSpPr/>
            <p:nvPr/>
          </p:nvSpPr>
          <p:spPr>
            <a:xfrm>
              <a:off x="6638425" y="3856775"/>
              <a:ext cx="62425" cy="53250"/>
            </a:xfrm>
            <a:custGeom>
              <a:rect b="b" l="l" r="r" t="t"/>
              <a:pathLst>
                <a:path extrusionOk="0" h="2130" w="2497">
                  <a:moveTo>
                    <a:pt x="1065" y="1"/>
                  </a:moveTo>
                  <a:cubicBezTo>
                    <a:pt x="480" y="1"/>
                    <a:pt x="9" y="472"/>
                    <a:pt x="1" y="1066"/>
                  </a:cubicBezTo>
                  <a:cubicBezTo>
                    <a:pt x="1" y="1704"/>
                    <a:pt x="525" y="2129"/>
                    <a:pt x="1073" y="2129"/>
                  </a:cubicBezTo>
                  <a:cubicBezTo>
                    <a:pt x="1335" y="2129"/>
                    <a:pt x="1603" y="2032"/>
                    <a:pt x="1822" y="1814"/>
                  </a:cubicBezTo>
                  <a:cubicBezTo>
                    <a:pt x="2496" y="1147"/>
                    <a:pt x="2017"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127" name="Google Shape;6127;p36"/>
            <p:cNvSpPr/>
            <p:nvPr/>
          </p:nvSpPr>
          <p:spPr>
            <a:xfrm>
              <a:off x="6638425" y="3932800"/>
              <a:ext cx="62425" cy="53425"/>
            </a:xfrm>
            <a:custGeom>
              <a:rect b="b" l="l" r="r" t="t"/>
              <a:pathLst>
                <a:path extrusionOk="0" h="2137" w="2497">
                  <a:moveTo>
                    <a:pt x="1065" y="0"/>
                  </a:moveTo>
                  <a:cubicBezTo>
                    <a:pt x="480" y="0"/>
                    <a:pt x="1" y="480"/>
                    <a:pt x="1" y="1065"/>
                  </a:cubicBezTo>
                  <a:cubicBezTo>
                    <a:pt x="1" y="1709"/>
                    <a:pt x="526" y="2137"/>
                    <a:pt x="1074" y="2137"/>
                  </a:cubicBezTo>
                  <a:cubicBezTo>
                    <a:pt x="1336" y="2137"/>
                    <a:pt x="1603" y="2039"/>
                    <a:pt x="1822" y="1821"/>
                  </a:cubicBezTo>
                  <a:cubicBezTo>
                    <a:pt x="2496" y="1146"/>
                    <a:pt x="2017"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128" name="Google Shape;6128;p36"/>
            <p:cNvSpPr/>
            <p:nvPr/>
          </p:nvSpPr>
          <p:spPr>
            <a:xfrm>
              <a:off x="6638425" y="4161425"/>
              <a:ext cx="62425" cy="53300"/>
            </a:xfrm>
            <a:custGeom>
              <a:rect b="b" l="l" r="r" t="t"/>
              <a:pathLst>
                <a:path extrusionOk="0" h="2132" w="2497">
                  <a:moveTo>
                    <a:pt x="1065" y="1"/>
                  </a:moveTo>
                  <a:cubicBezTo>
                    <a:pt x="480" y="1"/>
                    <a:pt x="1" y="472"/>
                    <a:pt x="1" y="1066"/>
                  </a:cubicBezTo>
                  <a:cubicBezTo>
                    <a:pt x="1" y="1708"/>
                    <a:pt x="526" y="2131"/>
                    <a:pt x="1073" y="2131"/>
                  </a:cubicBezTo>
                  <a:cubicBezTo>
                    <a:pt x="1337" y="2131"/>
                    <a:pt x="1605" y="2033"/>
                    <a:pt x="1822" y="1814"/>
                  </a:cubicBezTo>
                  <a:cubicBezTo>
                    <a:pt x="2496" y="1147"/>
                    <a:pt x="2017"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129" name="Google Shape;6129;p36"/>
            <p:cNvSpPr/>
            <p:nvPr/>
          </p:nvSpPr>
          <p:spPr>
            <a:xfrm>
              <a:off x="6638425" y="4085225"/>
              <a:ext cx="62425" cy="53350"/>
            </a:xfrm>
            <a:custGeom>
              <a:rect b="b" l="l" r="r" t="t"/>
              <a:pathLst>
                <a:path extrusionOk="0" h="2134" w="2497">
                  <a:moveTo>
                    <a:pt x="1065" y="0"/>
                  </a:moveTo>
                  <a:cubicBezTo>
                    <a:pt x="480" y="0"/>
                    <a:pt x="9" y="480"/>
                    <a:pt x="1" y="1065"/>
                  </a:cubicBezTo>
                  <a:cubicBezTo>
                    <a:pt x="1" y="1709"/>
                    <a:pt x="526" y="2133"/>
                    <a:pt x="1074" y="2133"/>
                  </a:cubicBezTo>
                  <a:cubicBezTo>
                    <a:pt x="1336" y="2133"/>
                    <a:pt x="1604" y="2037"/>
                    <a:pt x="1822" y="1821"/>
                  </a:cubicBezTo>
                  <a:cubicBezTo>
                    <a:pt x="2496" y="1147"/>
                    <a:pt x="2017"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130" name="Google Shape;6130;p36"/>
            <p:cNvSpPr/>
            <p:nvPr/>
          </p:nvSpPr>
          <p:spPr>
            <a:xfrm>
              <a:off x="6638425" y="4009000"/>
              <a:ext cx="62425" cy="53350"/>
            </a:xfrm>
            <a:custGeom>
              <a:rect b="b" l="l" r="r" t="t"/>
              <a:pathLst>
                <a:path extrusionOk="0" h="2134" w="2497">
                  <a:moveTo>
                    <a:pt x="1065" y="1"/>
                  </a:moveTo>
                  <a:cubicBezTo>
                    <a:pt x="480" y="1"/>
                    <a:pt x="1" y="480"/>
                    <a:pt x="1" y="1066"/>
                  </a:cubicBezTo>
                  <a:cubicBezTo>
                    <a:pt x="1" y="1710"/>
                    <a:pt x="530" y="2134"/>
                    <a:pt x="1078" y="2134"/>
                  </a:cubicBezTo>
                  <a:cubicBezTo>
                    <a:pt x="1340" y="2134"/>
                    <a:pt x="1606" y="2037"/>
                    <a:pt x="1822" y="1822"/>
                  </a:cubicBezTo>
                  <a:cubicBezTo>
                    <a:pt x="2496" y="1147"/>
                    <a:pt x="2017"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131" name="Google Shape;6131;p36"/>
            <p:cNvSpPr/>
            <p:nvPr/>
          </p:nvSpPr>
          <p:spPr>
            <a:xfrm>
              <a:off x="6715450" y="3932800"/>
              <a:ext cx="62225" cy="53425"/>
            </a:xfrm>
            <a:custGeom>
              <a:rect b="b" l="l" r="r" t="t"/>
              <a:pathLst>
                <a:path extrusionOk="0" h="2137" w="2489">
                  <a:moveTo>
                    <a:pt x="1066" y="0"/>
                  </a:moveTo>
                  <a:cubicBezTo>
                    <a:pt x="480" y="0"/>
                    <a:pt x="1" y="480"/>
                    <a:pt x="1" y="1065"/>
                  </a:cubicBezTo>
                  <a:cubicBezTo>
                    <a:pt x="1" y="1709"/>
                    <a:pt x="526" y="2137"/>
                    <a:pt x="1074" y="2137"/>
                  </a:cubicBezTo>
                  <a:cubicBezTo>
                    <a:pt x="1336" y="2137"/>
                    <a:pt x="1604" y="2039"/>
                    <a:pt x="1822" y="1821"/>
                  </a:cubicBezTo>
                  <a:cubicBezTo>
                    <a:pt x="2488" y="1146"/>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132" name="Google Shape;6132;p36"/>
            <p:cNvSpPr/>
            <p:nvPr/>
          </p:nvSpPr>
          <p:spPr>
            <a:xfrm>
              <a:off x="6715450" y="4085225"/>
              <a:ext cx="62225" cy="53350"/>
            </a:xfrm>
            <a:custGeom>
              <a:rect b="b" l="l" r="r" t="t"/>
              <a:pathLst>
                <a:path extrusionOk="0" h="2134" w="2489">
                  <a:moveTo>
                    <a:pt x="1066" y="0"/>
                  </a:moveTo>
                  <a:cubicBezTo>
                    <a:pt x="480" y="0"/>
                    <a:pt x="1" y="480"/>
                    <a:pt x="1" y="1065"/>
                  </a:cubicBezTo>
                  <a:cubicBezTo>
                    <a:pt x="1" y="1709"/>
                    <a:pt x="526" y="2133"/>
                    <a:pt x="1075" y="2133"/>
                  </a:cubicBezTo>
                  <a:cubicBezTo>
                    <a:pt x="1336" y="2133"/>
                    <a:pt x="1604" y="2037"/>
                    <a:pt x="1822" y="1821"/>
                  </a:cubicBezTo>
                  <a:cubicBezTo>
                    <a:pt x="2488" y="1147"/>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133" name="Google Shape;6133;p36"/>
            <p:cNvSpPr/>
            <p:nvPr/>
          </p:nvSpPr>
          <p:spPr>
            <a:xfrm>
              <a:off x="6715450" y="4009000"/>
              <a:ext cx="62225" cy="53350"/>
            </a:xfrm>
            <a:custGeom>
              <a:rect b="b" l="l" r="r" t="t"/>
              <a:pathLst>
                <a:path extrusionOk="0" h="2134" w="2489">
                  <a:moveTo>
                    <a:pt x="1066" y="1"/>
                  </a:moveTo>
                  <a:cubicBezTo>
                    <a:pt x="480" y="1"/>
                    <a:pt x="1" y="480"/>
                    <a:pt x="1" y="1066"/>
                  </a:cubicBezTo>
                  <a:cubicBezTo>
                    <a:pt x="1" y="1710"/>
                    <a:pt x="526" y="2134"/>
                    <a:pt x="1075" y="2134"/>
                  </a:cubicBezTo>
                  <a:cubicBezTo>
                    <a:pt x="1336" y="2134"/>
                    <a:pt x="1604" y="2037"/>
                    <a:pt x="1822" y="1822"/>
                  </a:cubicBezTo>
                  <a:cubicBezTo>
                    <a:pt x="2488"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134" name="Google Shape;6134;p36"/>
            <p:cNvSpPr/>
            <p:nvPr/>
          </p:nvSpPr>
          <p:spPr>
            <a:xfrm>
              <a:off x="6408350" y="4009000"/>
              <a:ext cx="62425" cy="53350"/>
            </a:xfrm>
            <a:custGeom>
              <a:rect b="b" l="l" r="r" t="t"/>
              <a:pathLst>
                <a:path extrusionOk="0" h="2134" w="2497">
                  <a:moveTo>
                    <a:pt x="1074" y="1"/>
                  </a:moveTo>
                  <a:cubicBezTo>
                    <a:pt x="481" y="1"/>
                    <a:pt x="1" y="480"/>
                    <a:pt x="1" y="1066"/>
                  </a:cubicBezTo>
                  <a:cubicBezTo>
                    <a:pt x="1" y="1710"/>
                    <a:pt x="530" y="2134"/>
                    <a:pt x="1079" y="2134"/>
                  </a:cubicBezTo>
                  <a:cubicBezTo>
                    <a:pt x="1340" y="2134"/>
                    <a:pt x="1607" y="2037"/>
                    <a:pt x="1822" y="1822"/>
                  </a:cubicBezTo>
                  <a:cubicBezTo>
                    <a:pt x="2497" y="1147"/>
                    <a:pt x="2017" y="1"/>
                    <a:pt x="1074"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135" name="Google Shape;6135;p36"/>
            <p:cNvSpPr/>
            <p:nvPr/>
          </p:nvSpPr>
          <p:spPr>
            <a:xfrm>
              <a:off x="6332350" y="4009000"/>
              <a:ext cx="62225" cy="53350"/>
            </a:xfrm>
            <a:custGeom>
              <a:rect b="b" l="l" r="r" t="t"/>
              <a:pathLst>
                <a:path extrusionOk="0" h="2134" w="2489">
                  <a:moveTo>
                    <a:pt x="1066" y="1"/>
                  </a:moveTo>
                  <a:cubicBezTo>
                    <a:pt x="472" y="1"/>
                    <a:pt x="1" y="480"/>
                    <a:pt x="1" y="1066"/>
                  </a:cubicBezTo>
                  <a:cubicBezTo>
                    <a:pt x="1" y="1710"/>
                    <a:pt x="526" y="2134"/>
                    <a:pt x="1072" y="2134"/>
                  </a:cubicBezTo>
                  <a:cubicBezTo>
                    <a:pt x="1333" y="2134"/>
                    <a:pt x="1598" y="2037"/>
                    <a:pt x="1813" y="1822"/>
                  </a:cubicBezTo>
                  <a:cubicBezTo>
                    <a:pt x="2488" y="1147"/>
                    <a:pt x="2009"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136" name="Google Shape;6136;p36"/>
            <p:cNvSpPr/>
            <p:nvPr/>
          </p:nvSpPr>
          <p:spPr>
            <a:xfrm>
              <a:off x="6256150" y="4009000"/>
              <a:ext cx="62200" cy="53350"/>
            </a:xfrm>
            <a:custGeom>
              <a:rect b="b" l="l" r="r" t="t"/>
              <a:pathLst>
                <a:path extrusionOk="0" h="2134" w="2488">
                  <a:moveTo>
                    <a:pt x="1065" y="1"/>
                  </a:moveTo>
                  <a:cubicBezTo>
                    <a:pt x="472" y="1"/>
                    <a:pt x="0" y="480"/>
                    <a:pt x="0" y="1066"/>
                  </a:cubicBezTo>
                  <a:cubicBezTo>
                    <a:pt x="0" y="1710"/>
                    <a:pt x="525" y="2134"/>
                    <a:pt x="1071" y="2134"/>
                  </a:cubicBezTo>
                  <a:cubicBezTo>
                    <a:pt x="1332" y="2134"/>
                    <a:pt x="1598" y="2037"/>
                    <a:pt x="1813" y="1822"/>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137" name="Google Shape;6137;p36"/>
            <p:cNvSpPr/>
            <p:nvPr/>
          </p:nvSpPr>
          <p:spPr>
            <a:xfrm>
              <a:off x="5951475" y="3932800"/>
              <a:ext cx="62225" cy="53425"/>
            </a:xfrm>
            <a:custGeom>
              <a:rect b="b" l="l" r="r" t="t"/>
              <a:pathLst>
                <a:path extrusionOk="0" h="2137" w="2489">
                  <a:moveTo>
                    <a:pt x="1066" y="0"/>
                  </a:moveTo>
                  <a:cubicBezTo>
                    <a:pt x="472" y="8"/>
                    <a:pt x="1" y="480"/>
                    <a:pt x="1" y="1065"/>
                  </a:cubicBezTo>
                  <a:cubicBezTo>
                    <a:pt x="1" y="1709"/>
                    <a:pt x="526" y="2137"/>
                    <a:pt x="1072" y="2137"/>
                  </a:cubicBezTo>
                  <a:cubicBezTo>
                    <a:pt x="1333" y="2137"/>
                    <a:pt x="1598" y="2039"/>
                    <a:pt x="1814" y="1821"/>
                  </a:cubicBezTo>
                  <a:cubicBezTo>
                    <a:pt x="2489" y="1146"/>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138" name="Google Shape;6138;p36"/>
            <p:cNvSpPr/>
            <p:nvPr/>
          </p:nvSpPr>
          <p:spPr>
            <a:xfrm>
              <a:off x="5951475" y="4009000"/>
              <a:ext cx="62225" cy="53350"/>
            </a:xfrm>
            <a:custGeom>
              <a:rect b="b" l="l" r="r" t="t"/>
              <a:pathLst>
                <a:path extrusionOk="0" h="2134" w="2489">
                  <a:moveTo>
                    <a:pt x="1066" y="1"/>
                  </a:moveTo>
                  <a:cubicBezTo>
                    <a:pt x="472" y="1"/>
                    <a:pt x="1" y="480"/>
                    <a:pt x="1" y="1066"/>
                  </a:cubicBezTo>
                  <a:cubicBezTo>
                    <a:pt x="1" y="1710"/>
                    <a:pt x="526" y="2134"/>
                    <a:pt x="1075" y="2134"/>
                  </a:cubicBezTo>
                  <a:cubicBezTo>
                    <a:pt x="1337" y="2134"/>
                    <a:pt x="1604" y="2037"/>
                    <a:pt x="1822" y="1822"/>
                  </a:cubicBezTo>
                  <a:cubicBezTo>
                    <a:pt x="2489"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139" name="Google Shape;6139;p36"/>
            <p:cNvSpPr/>
            <p:nvPr/>
          </p:nvSpPr>
          <p:spPr>
            <a:xfrm>
              <a:off x="6027500" y="3856775"/>
              <a:ext cx="62425" cy="53250"/>
            </a:xfrm>
            <a:custGeom>
              <a:rect b="b" l="l" r="r" t="t"/>
              <a:pathLst>
                <a:path extrusionOk="0" h="2130" w="2497">
                  <a:moveTo>
                    <a:pt x="1073" y="1"/>
                  </a:moveTo>
                  <a:cubicBezTo>
                    <a:pt x="480" y="1"/>
                    <a:pt x="9" y="472"/>
                    <a:pt x="0" y="1066"/>
                  </a:cubicBezTo>
                  <a:cubicBezTo>
                    <a:pt x="0" y="1704"/>
                    <a:pt x="529" y="2129"/>
                    <a:pt x="1077" y="2129"/>
                  </a:cubicBezTo>
                  <a:cubicBezTo>
                    <a:pt x="1339" y="2129"/>
                    <a:pt x="1606" y="2032"/>
                    <a:pt x="1821" y="1814"/>
                  </a:cubicBezTo>
                  <a:cubicBezTo>
                    <a:pt x="2496" y="1147"/>
                    <a:pt x="2016" y="1"/>
                    <a:pt x="1073"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140" name="Google Shape;6140;p36"/>
            <p:cNvSpPr/>
            <p:nvPr/>
          </p:nvSpPr>
          <p:spPr>
            <a:xfrm>
              <a:off x="6027500" y="3932800"/>
              <a:ext cx="62425" cy="53425"/>
            </a:xfrm>
            <a:custGeom>
              <a:rect b="b" l="l" r="r" t="t"/>
              <a:pathLst>
                <a:path extrusionOk="0" h="2137" w="2497">
                  <a:moveTo>
                    <a:pt x="1073" y="0"/>
                  </a:moveTo>
                  <a:cubicBezTo>
                    <a:pt x="480" y="0"/>
                    <a:pt x="9" y="480"/>
                    <a:pt x="0" y="1065"/>
                  </a:cubicBezTo>
                  <a:cubicBezTo>
                    <a:pt x="0" y="1709"/>
                    <a:pt x="529" y="2137"/>
                    <a:pt x="1078" y="2137"/>
                  </a:cubicBezTo>
                  <a:cubicBezTo>
                    <a:pt x="1340" y="2137"/>
                    <a:pt x="1606" y="2039"/>
                    <a:pt x="1821" y="1821"/>
                  </a:cubicBezTo>
                  <a:cubicBezTo>
                    <a:pt x="2496" y="1155"/>
                    <a:pt x="2016" y="0"/>
                    <a:pt x="1073"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141" name="Google Shape;6141;p36"/>
            <p:cNvSpPr/>
            <p:nvPr/>
          </p:nvSpPr>
          <p:spPr>
            <a:xfrm>
              <a:off x="6027500" y="4009000"/>
              <a:ext cx="62425" cy="53350"/>
            </a:xfrm>
            <a:custGeom>
              <a:rect b="b" l="l" r="r" t="t"/>
              <a:pathLst>
                <a:path extrusionOk="0" h="2134" w="2497">
                  <a:moveTo>
                    <a:pt x="1073" y="1"/>
                  </a:moveTo>
                  <a:cubicBezTo>
                    <a:pt x="480" y="1"/>
                    <a:pt x="9" y="480"/>
                    <a:pt x="0" y="1066"/>
                  </a:cubicBezTo>
                  <a:cubicBezTo>
                    <a:pt x="0" y="1710"/>
                    <a:pt x="529" y="2134"/>
                    <a:pt x="1078" y="2134"/>
                  </a:cubicBezTo>
                  <a:cubicBezTo>
                    <a:pt x="1340" y="2134"/>
                    <a:pt x="1606" y="2037"/>
                    <a:pt x="1821" y="1822"/>
                  </a:cubicBezTo>
                  <a:cubicBezTo>
                    <a:pt x="2496" y="1147"/>
                    <a:pt x="2016" y="1"/>
                    <a:pt x="1073"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142" name="Google Shape;6142;p36"/>
            <p:cNvSpPr/>
            <p:nvPr/>
          </p:nvSpPr>
          <p:spPr>
            <a:xfrm>
              <a:off x="6103700" y="3780375"/>
              <a:ext cx="62425" cy="53475"/>
            </a:xfrm>
            <a:custGeom>
              <a:rect b="b" l="l" r="r" t="t"/>
              <a:pathLst>
                <a:path extrusionOk="0" h="2139" w="2497">
                  <a:moveTo>
                    <a:pt x="1066" y="0"/>
                  </a:moveTo>
                  <a:cubicBezTo>
                    <a:pt x="481" y="0"/>
                    <a:pt x="1" y="480"/>
                    <a:pt x="1" y="1073"/>
                  </a:cubicBezTo>
                  <a:cubicBezTo>
                    <a:pt x="6" y="1715"/>
                    <a:pt x="530" y="2139"/>
                    <a:pt x="1078" y="2139"/>
                  </a:cubicBezTo>
                  <a:cubicBezTo>
                    <a:pt x="1342" y="2139"/>
                    <a:pt x="1611" y="2040"/>
                    <a:pt x="1830" y="1821"/>
                  </a:cubicBezTo>
                  <a:cubicBezTo>
                    <a:pt x="2497" y="1146"/>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143" name="Google Shape;6143;p36"/>
            <p:cNvSpPr/>
            <p:nvPr/>
          </p:nvSpPr>
          <p:spPr>
            <a:xfrm>
              <a:off x="6103700" y="3856775"/>
              <a:ext cx="62425" cy="53300"/>
            </a:xfrm>
            <a:custGeom>
              <a:rect b="b" l="l" r="r" t="t"/>
              <a:pathLst>
                <a:path extrusionOk="0" h="2132" w="2497">
                  <a:moveTo>
                    <a:pt x="1066" y="1"/>
                  </a:moveTo>
                  <a:cubicBezTo>
                    <a:pt x="481" y="1"/>
                    <a:pt x="1" y="480"/>
                    <a:pt x="1" y="1066"/>
                  </a:cubicBezTo>
                  <a:cubicBezTo>
                    <a:pt x="6" y="1708"/>
                    <a:pt x="530" y="2131"/>
                    <a:pt x="1075" y="2131"/>
                  </a:cubicBezTo>
                  <a:cubicBezTo>
                    <a:pt x="1338" y="2131"/>
                    <a:pt x="1605" y="2033"/>
                    <a:pt x="1822" y="1814"/>
                  </a:cubicBezTo>
                  <a:cubicBezTo>
                    <a:pt x="2497"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144" name="Google Shape;6144;p36"/>
            <p:cNvSpPr/>
            <p:nvPr/>
          </p:nvSpPr>
          <p:spPr>
            <a:xfrm>
              <a:off x="6103700" y="3932800"/>
              <a:ext cx="62425" cy="53475"/>
            </a:xfrm>
            <a:custGeom>
              <a:rect b="b" l="l" r="r" t="t"/>
              <a:pathLst>
                <a:path extrusionOk="0" h="2139" w="2497">
                  <a:moveTo>
                    <a:pt x="1066" y="0"/>
                  </a:moveTo>
                  <a:cubicBezTo>
                    <a:pt x="481" y="0"/>
                    <a:pt x="1" y="480"/>
                    <a:pt x="1" y="1073"/>
                  </a:cubicBezTo>
                  <a:cubicBezTo>
                    <a:pt x="6" y="1715"/>
                    <a:pt x="530" y="2139"/>
                    <a:pt x="1075" y="2139"/>
                  </a:cubicBezTo>
                  <a:cubicBezTo>
                    <a:pt x="1338" y="2139"/>
                    <a:pt x="1605" y="2041"/>
                    <a:pt x="1822" y="1821"/>
                  </a:cubicBezTo>
                  <a:cubicBezTo>
                    <a:pt x="2497" y="1146"/>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145" name="Google Shape;6145;p36"/>
            <p:cNvSpPr/>
            <p:nvPr/>
          </p:nvSpPr>
          <p:spPr>
            <a:xfrm>
              <a:off x="6103700" y="4009000"/>
              <a:ext cx="62425" cy="53350"/>
            </a:xfrm>
            <a:custGeom>
              <a:rect b="b" l="l" r="r" t="t"/>
              <a:pathLst>
                <a:path extrusionOk="0" h="2134" w="2497">
                  <a:moveTo>
                    <a:pt x="1066" y="1"/>
                  </a:moveTo>
                  <a:cubicBezTo>
                    <a:pt x="481" y="1"/>
                    <a:pt x="1" y="480"/>
                    <a:pt x="1" y="1066"/>
                  </a:cubicBezTo>
                  <a:cubicBezTo>
                    <a:pt x="1" y="1710"/>
                    <a:pt x="530" y="2134"/>
                    <a:pt x="1079" y="2134"/>
                  </a:cubicBezTo>
                  <a:cubicBezTo>
                    <a:pt x="1340" y="2134"/>
                    <a:pt x="1607" y="2037"/>
                    <a:pt x="1822" y="1822"/>
                  </a:cubicBezTo>
                  <a:cubicBezTo>
                    <a:pt x="2497"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146" name="Google Shape;6146;p36"/>
            <p:cNvSpPr/>
            <p:nvPr/>
          </p:nvSpPr>
          <p:spPr>
            <a:xfrm>
              <a:off x="6179925" y="3704150"/>
              <a:ext cx="62225" cy="53450"/>
            </a:xfrm>
            <a:custGeom>
              <a:rect b="b" l="l" r="r" t="t"/>
              <a:pathLst>
                <a:path extrusionOk="0" h="2138" w="2489">
                  <a:moveTo>
                    <a:pt x="1065" y="1"/>
                  </a:moveTo>
                  <a:cubicBezTo>
                    <a:pt x="480" y="1"/>
                    <a:pt x="0" y="480"/>
                    <a:pt x="0" y="1066"/>
                  </a:cubicBezTo>
                  <a:cubicBezTo>
                    <a:pt x="0" y="1709"/>
                    <a:pt x="526" y="2137"/>
                    <a:pt x="1074" y="2137"/>
                  </a:cubicBezTo>
                  <a:cubicBezTo>
                    <a:pt x="1336" y="2137"/>
                    <a:pt x="1603" y="2040"/>
                    <a:pt x="1821" y="1822"/>
                  </a:cubicBezTo>
                  <a:cubicBezTo>
                    <a:pt x="2488" y="1147"/>
                    <a:pt x="2017"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147" name="Google Shape;6147;p36"/>
            <p:cNvSpPr/>
            <p:nvPr/>
          </p:nvSpPr>
          <p:spPr>
            <a:xfrm>
              <a:off x="6179925" y="3780375"/>
              <a:ext cx="62425" cy="53425"/>
            </a:xfrm>
            <a:custGeom>
              <a:rect b="b" l="l" r="r" t="t"/>
              <a:pathLst>
                <a:path extrusionOk="0" h="2137" w="2497">
                  <a:moveTo>
                    <a:pt x="1065" y="0"/>
                  </a:moveTo>
                  <a:cubicBezTo>
                    <a:pt x="480" y="0"/>
                    <a:pt x="0" y="480"/>
                    <a:pt x="0" y="1065"/>
                  </a:cubicBezTo>
                  <a:cubicBezTo>
                    <a:pt x="0" y="1709"/>
                    <a:pt x="529" y="2137"/>
                    <a:pt x="1078" y="2137"/>
                  </a:cubicBezTo>
                  <a:cubicBezTo>
                    <a:pt x="1340" y="2137"/>
                    <a:pt x="1606" y="2039"/>
                    <a:pt x="1821" y="1821"/>
                  </a:cubicBezTo>
                  <a:cubicBezTo>
                    <a:pt x="2496" y="1146"/>
                    <a:pt x="2017"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148" name="Google Shape;6148;p36"/>
            <p:cNvSpPr/>
            <p:nvPr/>
          </p:nvSpPr>
          <p:spPr>
            <a:xfrm>
              <a:off x="6179925" y="4009000"/>
              <a:ext cx="62225" cy="53350"/>
            </a:xfrm>
            <a:custGeom>
              <a:rect b="b" l="l" r="r" t="t"/>
              <a:pathLst>
                <a:path extrusionOk="0" h="2134" w="2489">
                  <a:moveTo>
                    <a:pt x="1065" y="1"/>
                  </a:moveTo>
                  <a:cubicBezTo>
                    <a:pt x="480" y="1"/>
                    <a:pt x="0" y="480"/>
                    <a:pt x="0" y="1066"/>
                  </a:cubicBezTo>
                  <a:cubicBezTo>
                    <a:pt x="0" y="1710"/>
                    <a:pt x="526" y="2134"/>
                    <a:pt x="1074" y="2134"/>
                  </a:cubicBezTo>
                  <a:cubicBezTo>
                    <a:pt x="1336" y="2134"/>
                    <a:pt x="1603" y="2037"/>
                    <a:pt x="1821" y="1822"/>
                  </a:cubicBezTo>
                  <a:cubicBezTo>
                    <a:pt x="2488" y="1147"/>
                    <a:pt x="2017"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149" name="Google Shape;6149;p36"/>
            <p:cNvSpPr/>
            <p:nvPr/>
          </p:nvSpPr>
          <p:spPr>
            <a:xfrm>
              <a:off x="6179925" y="3932800"/>
              <a:ext cx="62225" cy="53425"/>
            </a:xfrm>
            <a:custGeom>
              <a:rect b="b" l="l" r="r" t="t"/>
              <a:pathLst>
                <a:path extrusionOk="0" h="2137" w="2489">
                  <a:moveTo>
                    <a:pt x="1065" y="0"/>
                  </a:moveTo>
                  <a:cubicBezTo>
                    <a:pt x="480" y="0"/>
                    <a:pt x="0" y="480"/>
                    <a:pt x="0" y="1065"/>
                  </a:cubicBezTo>
                  <a:cubicBezTo>
                    <a:pt x="0" y="1709"/>
                    <a:pt x="526" y="2137"/>
                    <a:pt x="1074" y="2137"/>
                  </a:cubicBezTo>
                  <a:cubicBezTo>
                    <a:pt x="1336" y="2137"/>
                    <a:pt x="1603" y="2039"/>
                    <a:pt x="1821" y="1821"/>
                  </a:cubicBezTo>
                  <a:cubicBezTo>
                    <a:pt x="2488" y="1146"/>
                    <a:pt x="2017"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150" name="Google Shape;6150;p36"/>
            <p:cNvSpPr/>
            <p:nvPr/>
          </p:nvSpPr>
          <p:spPr>
            <a:xfrm>
              <a:off x="6179925" y="3856775"/>
              <a:ext cx="62225" cy="53250"/>
            </a:xfrm>
            <a:custGeom>
              <a:rect b="b" l="l" r="r" t="t"/>
              <a:pathLst>
                <a:path extrusionOk="0" h="2130" w="2489">
                  <a:moveTo>
                    <a:pt x="1065" y="1"/>
                  </a:moveTo>
                  <a:cubicBezTo>
                    <a:pt x="480" y="1"/>
                    <a:pt x="0" y="472"/>
                    <a:pt x="0" y="1066"/>
                  </a:cubicBezTo>
                  <a:cubicBezTo>
                    <a:pt x="0" y="1704"/>
                    <a:pt x="525" y="2129"/>
                    <a:pt x="1073" y="2129"/>
                  </a:cubicBezTo>
                  <a:cubicBezTo>
                    <a:pt x="1335" y="2129"/>
                    <a:pt x="1603" y="2032"/>
                    <a:pt x="1821" y="1814"/>
                  </a:cubicBezTo>
                  <a:cubicBezTo>
                    <a:pt x="2488" y="1147"/>
                    <a:pt x="2017"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151" name="Google Shape;6151;p36"/>
            <p:cNvSpPr/>
            <p:nvPr/>
          </p:nvSpPr>
          <p:spPr>
            <a:xfrm>
              <a:off x="7170300" y="3780375"/>
              <a:ext cx="62400" cy="53425"/>
            </a:xfrm>
            <a:custGeom>
              <a:rect b="b" l="l" r="r" t="t"/>
              <a:pathLst>
                <a:path extrusionOk="0" h="2137" w="2496">
                  <a:moveTo>
                    <a:pt x="1065" y="0"/>
                  </a:moveTo>
                  <a:cubicBezTo>
                    <a:pt x="480" y="0"/>
                    <a:pt x="0" y="480"/>
                    <a:pt x="0" y="1065"/>
                  </a:cubicBezTo>
                  <a:cubicBezTo>
                    <a:pt x="0" y="1709"/>
                    <a:pt x="525" y="2137"/>
                    <a:pt x="1074" y="2137"/>
                  </a:cubicBezTo>
                  <a:cubicBezTo>
                    <a:pt x="1336" y="2137"/>
                    <a:pt x="1603" y="2039"/>
                    <a:pt x="1821" y="1821"/>
                  </a:cubicBezTo>
                  <a:cubicBezTo>
                    <a:pt x="2496" y="1146"/>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152" name="Google Shape;6152;p36"/>
            <p:cNvSpPr/>
            <p:nvPr/>
          </p:nvSpPr>
          <p:spPr>
            <a:xfrm>
              <a:off x="6865650" y="3856775"/>
              <a:ext cx="62200" cy="53250"/>
            </a:xfrm>
            <a:custGeom>
              <a:rect b="b" l="l" r="r" t="t"/>
              <a:pathLst>
                <a:path extrusionOk="0" h="2130" w="2488">
                  <a:moveTo>
                    <a:pt x="1065" y="1"/>
                  </a:moveTo>
                  <a:cubicBezTo>
                    <a:pt x="480" y="1"/>
                    <a:pt x="0" y="472"/>
                    <a:pt x="0" y="1066"/>
                  </a:cubicBezTo>
                  <a:cubicBezTo>
                    <a:pt x="0" y="1704"/>
                    <a:pt x="525" y="2129"/>
                    <a:pt x="1073" y="2129"/>
                  </a:cubicBezTo>
                  <a:cubicBezTo>
                    <a:pt x="1335" y="2129"/>
                    <a:pt x="1603" y="2032"/>
                    <a:pt x="1821" y="1814"/>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153" name="Google Shape;6153;p36"/>
            <p:cNvSpPr/>
            <p:nvPr/>
          </p:nvSpPr>
          <p:spPr>
            <a:xfrm>
              <a:off x="6865650" y="3780375"/>
              <a:ext cx="62400" cy="53425"/>
            </a:xfrm>
            <a:custGeom>
              <a:rect b="b" l="l" r="r" t="t"/>
              <a:pathLst>
                <a:path extrusionOk="0" h="2137" w="2496">
                  <a:moveTo>
                    <a:pt x="1065" y="0"/>
                  </a:moveTo>
                  <a:cubicBezTo>
                    <a:pt x="480" y="0"/>
                    <a:pt x="0" y="480"/>
                    <a:pt x="0" y="1065"/>
                  </a:cubicBezTo>
                  <a:cubicBezTo>
                    <a:pt x="0" y="1709"/>
                    <a:pt x="525" y="2137"/>
                    <a:pt x="1074" y="2137"/>
                  </a:cubicBezTo>
                  <a:cubicBezTo>
                    <a:pt x="1336" y="2137"/>
                    <a:pt x="1603" y="2039"/>
                    <a:pt x="1821" y="1821"/>
                  </a:cubicBezTo>
                  <a:cubicBezTo>
                    <a:pt x="2496" y="1146"/>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154" name="Google Shape;6154;p36"/>
            <p:cNvSpPr/>
            <p:nvPr/>
          </p:nvSpPr>
          <p:spPr>
            <a:xfrm>
              <a:off x="6941850" y="3704150"/>
              <a:ext cx="62225" cy="53450"/>
            </a:xfrm>
            <a:custGeom>
              <a:rect b="b" l="l" r="r" t="t"/>
              <a:pathLst>
                <a:path extrusionOk="0" h="2138" w="2489">
                  <a:moveTo>
                    <a:pt x="1066" y="1"/>
                  </a:moveTo>
                  <a:cubicBezTo>
                    <a:pt x="472" y="1"/>
                    <a:pt x="1" y="480"/>
                    <a:pt x="1" y="1066"/>
                  </a:cubicBezTo>
                  <a:cubicBezTo>
                    <a:pt x="1" y="1709"/>
                    <a:pt x="526" y="2137"/>
                    <a:pt x="1072" y="2137"/>
                  </a:cubicBezTo>
                  <a:cubicBezTo>
                    <a:pt x="1333" y="2137"/>
                    <a:pt x="1598" y="2040"/>
                    <a:pt x="1814" y="1822"/>
                  </a:cubicBezTo>
                  <a:cubicBezTo>
                    <a:pt x="2488"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155" name="Google Shape;6155;p36"/>
            <p:cNvSpPr/>
            <p:nvPr/>
          </p:nvSpPr>
          <p:spPr>
            <a:xfrm>
              <a:off x="6789225" y="3627950"/>
              <a:ext cx="62425" cy="53425"/>
            </a:xfrm>
            <a:custGeom>
              <a:rect b="b" l="l" r="r" t="t"/>
              <a:pathLst>
                <a:path extrusionOk="0" h="2137" w="2497">
                  <a:moveTo>
                    <a:pt x="1074" y="0"/>
                  </a:moveTo>
                  <a:cubicBezTo>
                    <a:pt x="480" y="8"/>
                    <a:pt x="9" y="480"/>
                    <a:pt x="1" y="1073"/>
                  </a:cubicBezTo>
                  <a:cubicBezTo>
                    <a:pt x="1" y="1711"/>
                    <a:pt x="529" y="2137"/>
                    <a:pt x="1077" y="2137"/>
                  </a:cubicBezTo>
                  <a:cubicBezTo>
                    <a:pt x="1339" y="2137"/>
                    <a:pt x="1606" y="2039"/>
                    <a:pt x="1822" y="1821"/>
                  </a:cubicBezTo>
                  <a:cubicBezTo>
                    <a:pt x="2496" y="1154"/>
                    <a:pt x="2017" y="8"/>
                    <a:pt x="1074"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156" name="Google Shape;6156;p36"/>
            <p:cNvSpPr/>
            <p:nvPr/>
          </p:nvSpPr>
          <p:spPr>
            <a:xfrm>
              <a:off x="6637000" y="3475725"/>
              <a:ext cx="62225" cy="53350"/>
            </a:xfrm>
            <a:custGeom>
              <a:rect b="b" l="l" r="r" t="t"/>
              <a:pathLst>
                <a:path extrusionOk="0" h="2134" w="2489">
                  <a:moveTo>
                    <a:pt x="1066" y="0"/>
                  </a:moveTo>
                  <a:cubicBezTo>
                    <a:pt x="472" y="0"/>
                    <a:pt x="1" y="472"/>
                    <a:pt x="1" y="1065"/>
                  </a:cubicBezTo>
                  <a:cubicBezTo>
                    <a:pt x="1" y="1709"/>
                    <a:pt x="526" y="2133"/>
                    <a:pt x="1072" y="2133"/>
                  </a:cubicBezTo>
                  <a:cubicBezTo>
                    <a:pt x="1333" y="2133"/>
                    <a:pt x="1598" y="2037"/>
                    <a:pt x="1813" y="1821"/>
                  </a:cubicBezTo>
                  <a:cubicBezTo>
                    <a:pt x="2488" y="1146"/>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157" name="Google Shape;6157;p36"/>
            <p:cNvSpPr/>
            <p:nvPr/>
          </p:nvSpPr>
          <p:spPr>
            <a:xfrm>
              <a:off x="6256150" y="3399500"/>
              <a:ext cx="62200" cy="53350"/>
            </a:xfrm>
            <a:custGeom>
              <a:rect b="b" l="l" r="r" t="t"/>
              <a:pathLst>
                <a:path extrusionOk="0" h="2134" w="2488">
                  <a:moveTo>
                    <a:pt x="1065" y="1"/>
                  </a:moveTo>
                  <a:cubicBezTo>
                    <a:pt x="472" y="1"/>
                    <a:pt x="0" y="480"/>
                    <a:pt x="0" y="1066"/>
                  </a:cubicBezTo>
                  <a:cubicBezTo>
                    <a:pt x="0" y="1709"/>
                    <a:pt x="525" y="2134"/>
                    <a:pt x="1071" y="2134"/>
                  </a:cubicBezTo>
                  <a:cubicBezTo>
                    <a:pt x="1332" y="2134"/>
                    <a:pt x="1598" y="2037"/>
                    <a:pt x="1813" y="1822"/>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158" name="Google Shape;6158;p36"/>
            <p:cNvSpPr/>
            <p:nvPr/>
          </p:nvSpPr>
          <p:spPr>
            <a:xfrm>
              <a:off x="6484575" y="3551925"/>
              <a:ext cx="62425" cy="53250"/>
            </a:xfrm>
            <a:custGeom>
              <a:rect b="b" l="l" r="r" t="t"/>
              <a:pathLst>
                <a:path extrusionOk="0" h="2130" w="2497">
                  <a:moveTo>
                    <a:pt x="1065" y="1"/>
                  </a:moveTo>
                  <a:cubicBezTo>
                    <a:pt x="480" y="1"/>
                    <a:pt x="1" y="472"/>
                    <a:pt x="1" y="1066"/>
                  </a:cubicBezTo>
                  <a:cubicBezTo>
                    <a:pt x="1" y="1704"/>
                    <a:pt x="525" y="2129"/>
                    <a:pt x="1073" y="2129"/>
                  </a:cubicBezTo>
                  <a:cubicBezTo>
                    <a:pt x="1335" y="2129"/>
                    <a:pt x="1603" y="2032"/>
                    <a:pt x="1822" y="1814"/>
                  </a:cubicBezTo>
                  <a:cubicBezTo>
                    <a:pt x="2496" y="1147"/>
                    <a:pt x="2017"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159" name="Google Shape;6159;p36"/>
            <p:cNvSpPr/>
            <p:nvPr/>
          </p:nvSpPr>
          <p:spPr>
            <a:xfrm>
              <a:off x="6484575" y="3475725"/>
              <a:ext cx="62425" cy="53350"/>
            </a:xfrm>
            <a:custGeom>
              <a:rect b="b" l="l" r="r" t="t"/>
              <a:pathLst>
                <a:path extrusionOk="0" h="2134" w="2497">
                  <a:moveTo>
                    <a:pt x="1065" y="0"/>
                  </a:moveTo>
                  <a:cubicBezTo>
                    <a:pt x="480" y="0"/>
                    <a:pt x="1" y="480"/>
                    <a:pt x="1" y="1065"/>
                  </a:cubicBezTo>
                  <a:cubicBezTo>
                    <a:pt x="1" y="1709"/>
                    <a:pt x="526" y="2133"/>
                    <a:pt x="1075" y="2133"/>
                  </a:cubicBezTo>
                  <a:cubicBezTo>
                    <a:pt x="1336" y="2133"/>
                    <a:pt x="1604" y="2037"/>
                    <a:pt x="1822" y="1821"/>
                  </a:cubicBezTo>
                  <a:cubicBezTo>
                    <a:pt x="2496" y="1146"/>
                    <a:pt x="2017"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160" name="Google Shape;6160;p36"/>
            <p:cNvSpPr/>
            <p:nvPr/>
          </p:nvSpPr>
          <p:spPr>
            <a:xfrm>
              <a:off x="6408350" y="3551925"/>
              <a:ext cx="62425" cy="53250"/>
            </a:xfrm>
            <a:custGeom>
              <a:rect b="b" l="l" r="r" t="t"/>
              <a:pathLst>
                <a:path extrusionOk="0" h="2130" w="2497">
                  <a:moveTo>
                    <a:pt x="1074" y="1"/>
                  </a:moveTo>
                  <a:cubicBezTo>
                    <a:pt x="481" y="1"/>
                    <a:pt x="9" y="472"/>
                    <a:pt x="1" y="1066"/>
                  </a:cubicBezTo>
                  <a:cubicBezTo>
                    <a:pt x="1" y="1704"/>
                    <a:pt x="525" y="2129"/>
                    <a:pt x="1074" y="2129"/>
                  </a:cubicBezTo>
                  <a:cubicBezTo>
                    <a:pt x="1336" y="2129"/>
                    <a:pt x="1604" y="2032"/>
                    <a:pt x="1822" y="1814"/>
                  </a:cubicBezTo>
                  <a:cubicBezTo>
                    <a:pt x="2497" y="1147"/>
                    <a:pt x="2017" y="1"/>
                    <a:pt x="1074"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161" name="Google Shape;6161;p36"/>
            <p:cNvSpPr/>
            <p:nvPr/>
          </p:nvSpPr>
          <p:spPr>
            <a:xfrm>
              <a:off x="6408350" y="3475725"/>
              <a:ext cx="62425" cy="53350"/>
            </a:xfrm>
            <a:custGeom>
              <a:rect b="b" l="l" r="r" t="t"/>
              <a:pathLst>
                <a:path extrusionOk="0" h="2134" w="2497">
                  <a:moveTo>
                    <a:pt x="1074" y="0"/>
                  </a:moveTo>
                  <a:cubicBezTo>
                    <a:pt x="481" y="0"/>
                    <a:pt x="1" y="472"/>
                    <a:pt x="1" y="1065"/>
                  </a:cubicBezTo>
                  <a:cubicBezTo>
                    <a:pt x="1" y="1709"/>
                    <a:pt x="526" y="2133"/>
                    <a:pt x="1075" y="2133"/>
                  </a:cubicBezTo>
                  <a:cubicBezTo>
                    <a:pt x="1337" y="2133"/>
                    <a:pt x="1604" y="2037"/>
                    <a:pt x="1822" y="1821"/>
                  </a:cubicBezTo>
                  <a:cubicBezTo>
                    <a:pt x="2497" y="1146"/>
                    <a:pt x="2017" y="0"/>
                    <a:pt x="1074"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162" name="Google Shape;6162;p36"/>
            <p:cNvSpPr/>
            <p:nvPr/>
          </p:nvSpPr>
          <p:spPr>
            <a:xfrm>
              <a:off x="6332350" y="3475725"/>
              <a:ext cx="62225" cy="53350"/>
            </a:xfrm>
            <a:custGeom>
              <a:rect b="b" l="l" r="r" t="t"/>
              <a:pathLst>
                <a:path extrusionOk="0" h="2134" w="2489">
                  <a:moveTo>
                    <a:pt x="1066" y="0"/>
                  </a:moveTo>
                  <a:cubicBezTo>
                    <a:pt x="472" y="0"/>
                    <a:pt x="1" y="480"/>
                    <a:pt x="1" y="1065"/>
                  </a:cubicBezTo>
                  <a:cubicBezTo>
                    <a:pt x="1" y="1709"/>
                    <a:pt x="526" y="2133"/>
                    <a:pt x="1072" y="2133"/>
                  </a:cubicBezTo>
                  <a:cubicBezTo>
                    <a:pt x="1333" y="2133"/>
                    <a:pt x="1598" y="2037"/>
                    <a:pt x="1813" y="1821"/>
                  </a:cubicBezTo>
                  <a:cubicBezTo>
                    <a:pt x="2488" y="1146"/>
                    <a:pt x="2009"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163" name="Google Shape;6163;p36"/>
            <p:cNvSpPr/>
            <p:nvPr/>
          </p:nvSpPr>
          <p:spPr>
            <a:xfrm>
              <a:off x="6332350" y="3399500"/>
              <a:ext cx="62225" cy="53350"/>
            </a:xfrm>
            <a:custGeom>
              <a:rect b="b" l="l" r="r" t="t"/>
              <a:pathLst>
                <a:path extrusionOk="0" h="2134" w="2489">
                  <a:moveTo>
                    <a:pt x="1066" y="1"/>
                  </a:moveTo>
                  <a:cubicBezTo>
                    <a:pt x="472" y="1"/>
                    <a:pt x="1" y="480"/>
                    <a:pt x="1" y="1066"/>
                  </a:cubicBezTo>
                  <a:cubicBezTo>
                    <a:pt x="1" y="1709"/>
                    <a:pt x="526" y="2134"/>
                    <a:pt x="1072" y="2134"/>
                  </a:cubicBezTo>
                  <a:cubicBezTo>
                    <a:pt x="1333" y="2134"/>
                    <a:pt x="1598" y="2037"/>
                    <a:pt x="1813" y="1822"/>
                  </a:cubicBezTo>
                  <a:cubicBezTo>
                    <a:pt x="2488" y="1147"/>
                    <a:pt x="2009"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164" name="Google Shape;6164;p36"/>
            <p:cNvSpPr/>
            <p:nvPr/>
          </p:nvSpPr>
          <p:spPr>
            <a:xfrm>
              <a:off x="7094075" y="4237450"/>
              <a:ext cx="62425" cy="53425"/>
            </a:xfrm>
            <a:custGeom>
              <a:rect b="b" l="l" r="r" t="t"/>
              <a:pathLst>
                <a:path extrusionOk="0" h="2137" w="2497">
                  <a:moveTo>
                    <a:pt x="1066" y="0"/>
                  </a:moveTo>
                  <a:cubicBezTo>
                    <a:pt x="480" y="8"/>
                    <a:pt x="1" y="480"/>
                    <a:pt x="1" y="1073"/>
                  </a:cubicBezTo>
                  <a:cubicBezTo>
                    <a:pt x="1" y="1711"/>
                    <a:pt x="525" y="2137"/>
                    <a:pt x="1073" y="2137"/>
                  </a:cubicBezTo>
                  <a:cubicBezTo>
                    <a:pt x="1336" y="2137"/>
                    <a:pt x="1603" y="2040"/>
                    <a:pt x="1822" y="1821"/>
                  </a:cubicBezTo>
                  <a:cubicBezTo>
                    <a:pt x="2496" y="1155"/>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165" name="Google Shape;6165;p36"/>
            <p:cNvSpPr/>
            <p:nvPr/>
          </p:nvSpPr>
          <p:spPr>
            <a:xfrm>
              <a:off x="7017875" y="4389875"/>
              <a:ext cx="62400" cy="53350"/>
            </a:xfrm>
            <a:custGeom>
              <a:rect b="b" l="l" r="r" t="t"/>
              <a:pathLst>
                <a:path extrusionOk="0" h="2134" w="2496">
                  <a:moveTo>
                    <a:pt x="1073" y="0"/>
                  </a:moveTo>
                  <a:cubicBezTo>
                    <a:pt x="480" y="0"/>
                    <a:pt x="8" y="480"/>
                    <a:pt x="0" y="1065"/>
                  </a:cubicBezTo>
                  <a:cubicBezTo>
                    <a:pt x="0" y="1709"/>
                    <a:pt x="529" y="2133"/>
                    <a:pt x="1078" y="2133"/>
                  </a:cubicBezTo>
                  <a:cubicBezTo>
                    <a:pt x="1340" y="2133"/>
                    <a:pt x="1606" y="2037"/>
                    <a:pt x="1821" y="1821"/>
                  </a:cubicBezTo>
                  <a:cubicBezTo>
                    <a:pt x="2496" y="1147"/>
                    <a:pt x="2016" y="0"/>
                    <a:pt x="1073"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166" name="Google Shape;6166;p36"/>
            <p:cNvSpPr/>
            <p:nvPr/>
          </p:nvSpPr>
          <p:spPr>
            <a:xfrm>
              <a:off x="7017875" y="4313650"/>
              <a:ext cx="62400" cy="53450"/>
            </a:xfrm>
            <a:custGeom>
              <a:rect b="b" l="l" r="r" t="t"/>
              <a:pathLst>
                <a:path extrusionOk="0" h="2138" w="2496">
                  <a:moveTo>
                    <a:pt x="1073" y="1"/>
                  </a:moveTo>
                  <a:cubicBezTo>
                    <a:pt x="480" y="1"/>
                    <a:pt x="8" y="480"/>
                    <a:pt x="0" y="1066"/>
                  </a:cubicBezTo>
                  <a:cubicBezTo>
                    <a:pt x="0" y="1709"/>
                    <a:pt x="529" y="2137"/>
                    <a:pt x="1078" y="2137"/>
                  </a:cubicBezTo>
                  <a:cubicBezTo>
                    <a:pt x="1339" y="2137"/>
                    <a:pt x="1606" y="2040"/>
                    <a:pt x="1821" y="1822"/>
                  </a:cubicBezTo>
                  <a:cubicBezTo>
                    <a:pt x="2496" y="1147"/>
                    <a:pt x="2016" y="1"/>
                    <a:pt x="1073"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167" name="Google Shape;6167;p36"/>
            <p:cNvSpPr/>
            <p:nvPr/>
          </p:nvSpPr>
          <p:spPr>
            <a:xfrm>
              <a:off x="6941850" y="4389875"/>
              <a:ext cx="62225" cy="53350"/>
            </a:xfrm>
            <a:custGeom>
              <a:rect b="b" l="l" r="r" t="t"/>
              <a:pathLst>
                <a:path extrusionOk="0" h="2134" w="2489">
                  <a:moveTo>
                    <a:pt x="1066" y="0"/>
                  </a:moveTo>
                  <a:cubicBezTo>
                    <a:pt x="472" y="0"/>
                    <a:pt x="1" y="480"/>
                    <a:pt x="1" y="1065"/>
                  </a:cubicBezTo>
                  <a:cubicBezTo>
                    <a:pt x="1" y="1709"/>
                    <a:pt x="526" y="2133"/>
                    <a:pt x="1072" y="2133"/>
                  </a:cubicBezTo>
                  <a:cubicBezTo>
                    <a:pt x="1333" y="2133"/>
                    <a:pt x="1598" y="2037"/>
                    <a:pt x="1814" y="1821"/>
                  </a:cubicBezTo>
                  <a:cubicBezTo>
                    <a:pt x="2488" y="1147"/>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168" name="Google Shape;6168;p36"/>
            <p:cNvSpPr/>
            <p:nvPr/>
          </p:nvSpPr>
          <p:spPr>
            <a:xfrm>
              <a:off x="6484575" y="4389875"/>
              <a:ext cx="62425" cy="53350"/>
            </a:xfrm>
            <a:custGeom>
              <a:rect b="b" l="l" r="r" t="t"/>
              <a:pathLst>
                <a:path extrusionOk="0" h="2134" w="2497">
                  <a:moveTo>
                    <a:pt x="1065" y="0"/>
                  </a:moveTo>
                  <a:cubicBezTo>
                    <a:pt x="480" y="0"/>
                    <a:pt x="1" y="480"/>
                    <a:pt x="1" y="1065"/>
                  </a:cubicBezTo>
                  <a:cubicBezTo>
                    <a:pt x="1" y="1709"/>
                    <a:pt x="526" y="2133"/>
                    <a:pt x="1075" y="2133"/>
                  </a:cubicBezTo>
                  <a:cubicBezTo>
                    <a:pt x="1336" y="2133"/>
                    <a:pt x="1604" y="2037"/>
                    <a:pt x="1822" y="1821"/>
                  </a:cubicBezTo>
                  <a:cubicBezTo>
                    <a:pt x="2496" y="1147"/>
                    <a:pt x="2017"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169" name="Google Shape;6169;p36"/>
            <p:cNvSpPr/>
            <p:nvPr/>
          </p:nvSpPr>
          <p:spPr>
            <a:xfrm>
              <a:off x="6560800" y="4237450"/>
              <a:ext cx="62200" cy="53425"/>
            </a:xfrm>
            <a:custGeom>
              <a:rect b="b" l="l" r="r" t="t"/>
              <a:pathLst>
                <a:path extrusionOk="0" h="2137" w="2488">
                  <a:moveTo>
                    <a:pt x="1065" y="0"/>
                  </a:moveTo>
                  <a:cubicBezTo>
                    <a:pt x="480" y="8"/>
                    <a:pt x="0" y="480"/>
                    <a:pt x="0" y="1073"/>
                  </a:cubicBezTo>
                  <a:cubicBezTo>
                    <a:pt x="0" y="1711"/>
                    <a:pt x="524" y="2137"/>
                    <a:pt x="1073" y="2137"/>
                  </a:cubicBezTo>
                  <a:cubicBezTo>
                    <a:pt x="1335" y="2137"/>
                    <a:pt x="1603" y="2040"/>
                    <a:pt x="1821" y="1821"/>
                  </a:cubicBezTo>
                  <a:cubicBezTo>
                    <a:pt x="2488" y="1155"/>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170" name="Google Shape;6170;p36"/>
            <p:cNvSpPr/>
            <p:nvPr/>
          </p:nvSpPr>
          <p:spPr>
            <a:xfrm>
              <a:off x="6560800" y="4161425"/>
              <a:ext cx="62200" cy="53300"/>
            </a:xfrm>
            <a:custGeom>
              <a:rect b="b" l="l" r="r" t="t"/>
              <a:pathLst>
                <a:path extrusionOk="0" h="2132" w="2488">
                  <a:moveTo>
                    <a:pt x="1065" y="1"/>
                  </a:moveTo>
                  <a:cubicBezTo>
                    <a:pt x="480" y="1"/>
                    <a:pt x="0" y="472"/>
                    <a:pt x="0" y="1066"/>
                  </a:cubicBezTo>
                  <a:cubicBezTo>
                    <a:pt x="0" y="1708"/>
                    <a:pt x="522" y="2131"/>
                    <a:pt x="1069" y="2131"/>
                  </a:cubicBezTo>
                  <a:cubicBezTo>
                    <a:pt x="1333" y="2131"/>
                    <a:pt x="1602" y="2033"/>
                    <a:pt x="1821" y="1814"/>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171" name="Google Shape;6171;p36"/>
            <p:cNvSpPr/>
            <p:nvPr/>
          </p:nvSpPr>
          <p:spPr>
            <a:xfrm>
              <a:off x="6560800" y="4085225"/>
              <a:ext cx="62200" cy="53350"/>
            </a:xfrm>
            <a:custGeom>
              <a:rect b="b" l="l" r="r" t="t"/>
              <a:pathLst>
                <a:path extrusionOk="0" h="2134" w="2488">
                  <a:moveTo>
                    <a:pt x="1065" y="0"/>
                  </a:moveTo>
                  <a:cubicBezTo>
                    <a:pt x="480" y="0"/>
                    <a:pt x="0" y="480"/>
                    <a:pt x="0" y="1065"/>
                  </a:cubicBezTo>
                  <a:cubicBezTo>
                    <a:pt x="0" y="1709"/>
                    <a:pt x="525" y="2133"/>
                    <a:pt x="1074" y="2133"/>
                  </a:cubicBezTo>
                  <a:cubicBezTo>
                    <a:pt x="1336" y="2133"/>
                    <a:pt x="1603" y="2037"/>
                    <a:pt x="1821" y="1821"/>
                  </a:cubicBezTo>
                  <a:cubicBezTo>
                    <a:pt x="2488" y="1147"/>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172" name="Google Shape;6172;p36"/>
            <p:cNvSpPr/>
            <p:nvPr/>
          </p:nvSpPr>
          <p:spPr>
            <a:xfrm>
              <a:off x="6560800" y="4009000"/>
              <a:ext cx="62200" cy="53350"/>
            </a:xfrm>
            <a:custGeom>
              <a:rect b="b" l="l" r="r" t="t"/>
              <a:pathLst>
                <a:path extrusionOk="0" h="2134" w="2488">
                  <a:moveTo>
                    <a:pt x="1065" y="1"/>
                  </a:moveTo>
                  <a:cubicBezTo>
                    <a:pt x="480" y="1"/>
                    <a:pt x="0" y="480"/>
                    <a:pt x="0" y="1066"/>
                  </a:cubicBezTo>
                  <a:cubicBezTo>
                    <a:pt x="0" y="1710"/>
                    <a:pt x="525" y="2134"/>
                    <a:pt x="1074" y="2134"/>
                  </a:cubicBezTo>
                  <a:cubicBezTo>
                    <a:pt x="1336" y="2134"/>
                    <a:pt x="1603" y="2037"/>
                    <a:pt x="1821" y="1822"/>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173" name="Google Shape;6173;p36"/>
            <p:cNvSpPr/>
            <p:nvPr/>
          </p:nvSpPr>
          <p:spPr>
            <a:xfrm>
              <a:off x="6560800" y="3932800"/>
              <a:ext cx="62200" cy="53425"/>
            </a:xfrm>
            <a:custGeom>
              <a:rect b="b" l="l" r="r" t="t"/>
              <a:pathLst>
                <a:path extrusionOk="0" h="2137" w="2488">
                  <a:moveTo>
                    <a:pt x="1065" y="0"/>
                  </a:moveTo>
                  <a:cubicBezTo>
                    <a:pt x="480" y="0"/>
                    <a:pt x="0" y="480"/>
                    <a:pt x="0" y="1065"/>
                  </a:cubicBezTo>
                  <a:cubicBezTo>
                    <a:pt x="0" y="1709"/>
                    <a:pt x="525" y="2137"/>
                    <a:pt x="1074" y="2137"/>
                  </a:cubicBezTo>
                  <a:cubicBezTo>
                    <a:pt x="1336" y="2137"/>
                    <a:pt x="1603" y="2039"/>
                    <a:pt x="1821" y="1821"/>
                  </a:cubicBezTo>
                  <a:cubicBezTo>
                    <a:pt x="2488" y="1146"/>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174" name="Google Shape;6174;p36"/>
            <p:cNvSpPr/>
            <p:nvPr/>
          </p:nvSpPr>
          <p:spPr>
            <a:xfrm>
              <a:off x="6560800" y="3856775"/>
              <a:ext cx="62200" cy="53250"/>
            </a:xfrm>
            <a:custGeom>
              <a:rect b="b" l="l" r="r" t="t"/>
              <a:pathLst>
                <a:path extrusionOk="0" h="2130" w="2488">
                  <a:moveTo>
                    <a:pt x="1065" y="1"/>
                  </a:moveTo>
                  <a:cubicBezTo>
                    <a:pt x="480" y="1"/>
                    <a:pt x="0" y="472"/>
                    <a:pt x="0" y="1066"/>
                  </a:cubicBezTo>
                  <a:cubicBezTo>
                    <a:pt x="0" y="1704"/>
                    <a:pt x="524" y="2129"/>
                    <a:pt x="1073" y="2129"/>
                  </a:cubicBezTo>
                  <a:cubicBezTo>
                    <a:pt x="1335" y="2129"/>
                    <a:pt x="1603" y="2032"/>
                    <a:pt x="1821" y="1814"/>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175" name="Google Shape;6175;p36"/>
            <p:cNvSpPr/>
            <p:nvPr/>
          </p:nvSpPr>
          <p:spPr>
            <a:xfrm>
              <a:off x="6560800" y="3780375"/>
              <a:ext cx="62400" cy="53425"/>
            </a:xfrm>
            <a:custGeom>
              <a:rect b="b" l="l" r="r" t="t"/>
              <a:pathLst>
                <a:path extrusionOk="0" h="2137" w="2496">
                  <a:moveTo>
                    <a:pt x="1065" y="0"/>
                  </a:moveTo>
                  <a:cubicBezTo>
                    <a:pt x="480" y="0"/>
                    <a:pt x="0" y="480"/>
                    <a:pt x="0" y="1065"/>
                  </a:cubicBezTo>
                  <a:cubicBezTo>
                    <a:pt x="0" y="1709"/>
                    <a:pt x="529" y="2137"/>
                    <a:pt x="1077" y="2137"/>
                  </a:cubicBezTo>
                  <a:cubicBezTo>
                    <a:pt x="1339" y="2137"/>
                    <a:pt x="1606" y="2039"/>
                    <a:pt x="1821" y="1821"/>
                  </a:cubicBezTo>
                  <a:cubicBezTo>
                    <a:pt x="2496" y="1146"/>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176" name="Google Shape;6176;p36"/>
            <p:cNvSpPr/>
            <p:nvPr/>
          </p:nvSpPr>
          <p:spPr>
            <a:xfrm>
              <a:off x="6484575" y="4237450"/>
              <a:ext cx="62425" cy="53425"/>
            </a:xfrm>
            <a:custGeom>
              <a:rect b="b" l="l" r="r" t="t"/>
              <a:pathLst>
                <a:path extrusionOk="0" h="2137" w="2497">
                  <a:moveTo>
                    <a:pt x="1065" y="0"/>
                  </a:moveTo>
                  <a:cubicBezTo>
                    <a:pt x="480" y="8"/>
                    <a:pt x="1" y="480"/>
                    <a:pt x="1" y="1073"/>
                  </a:cubicBezTo>
                  <a:cubicBezTo>
                    <a:pt x="1" y="1711"/>
                    <a:pt x="525" y="2137"/>
                    <a:pt x="1073" y="2137"/>
                  </a:cubicBezTo>
                  <a:cubicBezTo>
                    <a:pt x="1335" y="2137"/>
                    <a:pt x="1603" y="2040"/>
                    <a:pt x="1822" y="1821"/>
                  </a:cubicBezTo>
                  <a:cubicBezTo>
                    <a:pt x="2496" y="1155"/>
                    <a:pt x="2017"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177" name="Google Shape;6177;p36"/>
            <p:cNvSpPr/>
            <p:nvPr/>
          </p:nvSpPr>
          <p:spPr>
            <a:xfrm>
              <a:off x="6484575" y="3780375"/>
              <a:ext cx="62425" cy="53425"/>
            </a:xfrm>
            <a:custGeom>
              <a:rect b="b" l="l" r="r" t="t"/>
              <a:pathLst>
                <a:path extrusionOk="0" h="2137" w="2497">
                  <a:moveTo>
                    <a:pt x="1065" y="0"/>
                  </a:moveTo>
                  <a:cubicBezTo>
                    <a:pt x="480" y="0"/>
                    <a:pt x="1" y="480"/>
                    <a:pt x="1" y="1065"/>
                  </a:cubicBezTo>
                  <a:cubicBezTo>
                    <a:pt x="1" y="1709"/>
                    <a:pt x="529" y="2137"/>
                    <a:pt x="1078" y="2137"/>
                  </a:cubicBezTo>
                  <a:cubicBezTo>
                    <a:pt x="1340" y="2137"/>
                    <a:pt x="1606" y="2039"/>
                    <a:pt x="1822" y="1821"/>
                  </a:cubicBezTo>
                  <a:cubicBezTo>
                    <a:pt x="2496" y="1146"/>
                    <a:pt x="2017"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178" name="Google Shape;6178;p36"/>
            <p:cNvSpPr/>
            <p:nvPr/>
          </p:nvSpPr>
          <p:spPr>
            <a:xfrm>
              <a:off x="6484575" y="3704150"/>
              <a:ext cx="62425" cy="53450"/>
            </a:xfrm>
            <a:custGeom>
              <a:rect b="b" l="l" r="r" t="t"/>
              <a:pathLst>
                <a:path extrusionOk="0" h="2138" w="2497">
                  <a:moveTo>
                    <a:pt x="1065" y="1"/>
                  </a:moveTo>
                  <a:cubicBezTo>
                    <a:pt x="480" y="1"/>
                    <a:pt x="1" y="480"/>
                    <a:pt x="1" y="1066"/>
                  </a:cubicBezTo>
                  <a:cubicBezTo>
                    <a:pt x="1" y="1709"/>
                    <a:pt x="526" y="2137"/>
                    <a:pt x="1074" y="2137"/>
                  </a:cubicBezTo>
                  <a:cubicBezTo>
                    <a:pt x="1336" y="2137"/>
                    <a:pt x="1603" y="2040"/>
                    <a:pt x="1822" y="1822"/>
                  </a:cubicBezTo>
                  <a:cubicBezTo>
                    <a:pt x="2496" y="1147"/>
                    <a:pt x="2017"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179" name="Google Shape;6179;p36"/>
            <p:cNvSpPr/>
            <p:nvPr/>
          </p:nvSpPr>
          <p:spPr>
            <a:xfrm>
              <a:off x="6408350" y="4237450"/>
              <a:ext cx="62425" cy="53425"/>
            </a:xfrm>
            <a:custGeom>
              <a:rect b="b" l="l" r="r" t="t"/>
              <a:pathLst>
                <a:path extrusionOk="0" h="2137" w="2497">
                  <a:moveTo>
                    <a:pt x="1074" y="0"/>
                  </a:moveTo>
                  <a:cubicBezTo>
                    <a:pt x="481" y="8"/>
                    <a:pt x="9" y="480"/>
                    <a:pt x="1" y="1073"/>
                  </a:cubicBezTo>
                  <a:cubicBezTo>
                    <a:pt x="1" y="1711"/>
                    <a:pt x="525" y="2137"/>
                    <a:pt x="1074" y="2137"/>
                  </a:cubicBezTo>
                  <a:cubicBezTo>
                    <a:pt x="1336" y="2137"/>
                    <a:pt x="1604" y="2040"/>
                    <a:pt x="1822" y="1821"/>
                  </a:cubicBezTo>
                  <a:cubicBezTo>
                    <a:pt x="2497" y="1155"/>
                    <a:pt x="2017" y="0"/>
                    <a:pt x="1074"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180" name="Google Shape;6180;p36"/>
            <p:cNvSpPr/>
            <p:nvPr/>
          </p:nvSpPr>
          <p:spPr>
            <a:xfrm>
              <a:off x="6408350" y="4161425"/>
              <a:ext cx="62425" cy="53300"/>
            </a:xfrm>
            <a:custGeom>
              <a:rect b="b" l="l" r="r" t="t"/>
              <a:pathLst>
                <a:path extrusionOk="0" h="2132" w="2497">
                  <a:moveTo>
                    <a:pt x="1074" y="1"/>
                  </a:moveTo>
                  <a:cubicBezTo>
                    <a:pt x="481" y="1"/>
                    <a:pt x="1" y="472"/>
                    <a:pt x="1" y="1066"/>
                  </a:cubicBezTo>
                  <a:cubicBezTo>
                    <a:pt x="1" y="1708"/>
                    <a:pt x="527" y="2131"/>
                    <a:pt x="1074" y="2131"/>
                  </a:cubicBezTo>
                  <a:cubicBezTo>
                    <a:pt x="1337" y="2131"/>
                    <a:pt x="1605" y="2033"/>
                    <a:pt x="1822" y="1814"/>
                  </a:cubicBezTo>
                  <a:cubicBezTo>
                    <a:pt x="2497" y="1147"/>
                    <a:pt x="2017" y="1"/>
                    <a:pt x="1074"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181" name="Google Shape;6181;p36"/>
            <p:cNvSpPr/>
            <p:nvPr/>
          </p:nvSpPr>
          <p:spPr>
            <a:xfrm>
              <a:off x="6408350" y="3780375"/>
              <a:ext cx="62425" cy="53425"/>
            </a:xfrm>
            <a:custGeom>
              <a:rect b="b" l="l" r="r" t="t"/>
              <a:pathLst>
                <a:path extrusionOk="0" h="2137" w="2497">
                  <a:moveTo>
                    <a:pt x="1074" y="0"/>
                  </a:moveTo>
                  <a:cubicBezTo>
                    <a:pt x="481" y="0"/>
                    <a:pt x="1" y="480"/>
                    <a:pt x="1" y="1065"/>
                  </a:cubicBezTo>
                  <a:cubicBezTo>
                    <a:pt x="1" y="1709"/>
                    <a:pt x="530" y="2137"/>
                    <a:pt x="1081" y="2137"/>
                  </a:cubicBezTo>
                  <a:cubicBezTo>
                    <a:pt x="1344" y="2137"/>
                    <a:pt x="1612" y="2039"/>
                    <a:pt x="1830" y="1821"/>
                  </a:cubicBezTo>
                  <a:cubicBezTo>
                    <a:pt x="2497" y="1146"/>
                    <a:pt x="2025" y="0"/>
                    <a:pt x="1074"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182" name="Google Shape;6182;p36"/>
            <p:cNvSpPr/>
            <p:nvPr/>
          </p:nvSpPr>
          <p:spPr>
            <a:xfrm>
              <a:off x="6408350" y="3704150"/>
              <a:ext cx="62425" cy="53450"/>
            </a:xfrm>
            <a:custGeom>
              <a:rect b="b" l="l" r="r" t="t"/>
              <a:pathLst>
                <a:path extrusionOk="0" h="2138" w="2497">
                  <a:moveTo>
                    <a:pt x="1074" y="1"/>
                  </a:moveTo>
                  <a:cubicBezTo>
                    <a:pt x="481" y="1"/>
                    <a:pt x="9" y="480"/>
                    <a:pt x="1" y="1066"/>
                  </a:cubicBezTo>
                  <a:cubicBezTo>
                    <a:pt x="1" y="1709"/>
                    <a:pt x="526" y="2137"/>
                    <a:pt x="1075" y="2137"/>
                  </a:cubicBezTo>
                  <a:cubicBezTo>
                    <a:pt x="1337" y="2137"/>
                    <a:pt x="1604" y="2040"/>
                    <a:pt x="1822" y="1822"/>
                  </a:cubicBezTo>
                  <a:cubicBezTo>
                    <a:pt x="2497" y="1147"/>
                    <a:pt x="2017" y="1"/>
                    <a:pt x="1074"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183" name="Google Shape;6183;p36"/>
            <p:cNvSpPr/>
            <p:nvPr/>
          </p:nvSpPr>
          <p:spPr>
            <a:xfrm>
              <a:off x="6332350" y="4161425"/>
              <a:ext cx="62225" cy="53300"/>
            </a:xfrm>
            <a:custGeom>
              <a:rect b="b" l="l" r="r" t="t"/>
              <a:pathLst>
                <a:path extrusionOk="0" h="2132" w="2489">
                  <a:moveTo>
                    <a:pt x="1066" y="1"/>
                  </a:moveTo>
                  <a:cubicBezTo>
                    <a:pt x="472" y="1"/>
                    <a:pt x="1" y="472"/>
                    <a:pt x="1" y="1066"/>
                  </a:cubicBezTo>
                  <a:cubicBezTo>
                    <a:pt x="1" y="1708"/>
                    <a:pt x="523" y="2131"/>
                    <a:pt x="1067" y="2131"/>
                  </a:cubicBezTo>
                  <a:cubicBezTo>
                    <a:pt x="1329" y="2131"/>
                    <a:pt x="1597" y="2033"/>
                    <a:pt x="1813" y="1814"/>
                  </a:cubicBezTo>
                  <a:cubicBezTo>
                    <a:pt x="2488" y="1147"/>
                    <a:pt x="2009"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184" name="Google Shape;6184;p36"/>
            <p:cNvSpPr/>
            <p:nvPr/>
          </p:nvSpPr>
          <p:spPr>
            <a:xfrm>
              <a:off x="6332350" y="4085225"/>
              <a:ext cx="62225" cy="53350"/>
            </a:xfrm>
            <a:custGeom>
              <a:rect b="b" l="l" r="r" t="t"/>
              <a:pathLst>
                <a:path extrusionOk="0" h="2134" w="2489">
                  <a:moveTo>
                    <a:pt x="1066" y="0"/>
                  </a:moveTo>
                  <a:cubicBezTo>
                    <a:pt x="472" y="0"/>
                    <a:pt x="1" y="480"/>
                    <a:pt x="1" y="1065"/>
                  </a:cubicBezTo>
                  <a:cubicBezTo>
                    <a:pt x="1" y="1709"/>
                    <a:pt x="526" y="2133"/>
                    <a:pt x="1072" y="2133"/>
                  </a:cubicBezTo>
                  <a:cubicBezTo>
                    <a:pt x="1333" y="2133"/>
                    <a:pt x="1598" y="2037"/>
                    <a:pt x="1813" y="1821"/>
                  </a:cubicBezTo>
                  <a:cubicBezTo>
                    <a:pt x="2488" y="1147"/>
                    <a:pt x="2009"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185" name="Google Shape;6185;p36"/>
            <p:cNvSpPr/>
            <p:nvPr/>
          </p:nvSpPr>
          <p:spPr>
            <a:xfrm>
              <a:off x="6332350" y="3780375"/>
              <a:ext cx="62425" cy="53425"/>
            </a:xfrm>
            <a:custGeom>
              <a:rect b="b" l="l" r="r" t="t"/>
              <a:pathLst>
                <a:path extrusionOk="0" h="2137" w="2497">
                  <a:moveTo>
                    <a:pt x="1066" y="0"/>
                  </a:moveTo>
                  <a:cubicBezTo>
                    <a:pt x="472" y="0"/>
                    <a:pt x="1" y="480"/>
                    <a:pt x="1" y="1065"/>
                  </a:cubicBezTo>
                  <a:cubicBezTo>
                    <a:pt x="1" y="1709"/>
                    <a:pt x="526" y="2137"/>
                    <a:pt x="1074" y="2137"/>
                  </a:cubicBezTo>
                  <a:cubicBezTo>
                    <a:pt x="1336" y="2137"/>
                    <a:pt x="1604" y="2039"/>
                    <a:pt x="1822" y="1821"/>
                  </a:cubicBezTo>
                  <a:cubicBezTo>
                    <a:pt x="2496" y="1146"/>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186" name="Google Shape;6186;p36"/>
            <p:cNvSpPr/>
            <p:nvPr/>
          </p:nvSpPr>
          <p:spPr>
            <a:xfrm>
              <a:off x="6332350" y="3704150"/>
              <a:ext cx="62225" cy="53450"/>
            </a:xfrm>
            <a:custGeom>
              <a:rect b="b" l="l" r="r" t="t"/>
              <a:pathLst>
                <a:path extrusionOk="0" h="2138" w="2489">
                  <a:moveTo>
                    <a:pt x="1066" y="1"/>
                  </a:moveTo>
                  <a:cubicBezTo>
                    <a:pt x="472" y="1"/>
                    <a:pt x="1" y="480"/>
                    <a:pt x="1" y="1066"/>
                  </a:cubicBezTo>
                  <a:cubicBezTo>
                    <a:pt x="1" y="1709"/>
                    <a:pt x="526" y="2137"/>
                    <a:pt x="1072" y="2137"/>
                  </a:cubicBezTo>
                  <a:cubicBezTo>
                    <a:pt x="1333" y="2137"/>
                    <a:pt x="1598" y="2040"/>
                    <a:pt x="1813" y="1822"/>
                  </a:cubicBezTo>
                  <a:cubicBezTo>
                    <a:pt x="2488" y="1147"/>
                    <a:pt x="2009"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187" name="Google Shape;6187;p36"/>
            <p:cNvSpPr/>
            <p:nvPr/>
          </p:nvSpPr>
          <p:spPr>
            <a:xfrm>
              <a:off x="6256150" y="4085225"/>
              <a:ext cx="62200" cy="53350"/>
            </a:xfrm>
            <a:custGeom>
              <a:rect b="b" l="l" r="r" t="t"/>
              <a:pathLst>
                <a:path extrusionOk="0" h="2134" w="2488">
                  <a:moveTo>
                    <a:pt x="1065" y="0"/>
                  </a:moveTo>
                  <a:cubicBezTo>
                    <a:pt x="480" y="0"/>
                    <a:pt x="0" y="480"/>
                    <a:pt x="0" y="1065"/>
                  </a:cubicBezTo>
                  <a:cubicBezTo>
                    <a:pt x="0" y="1709"/>
                    <a:pt x="525" y="2133"/>
                    <a:pt x="1071" y="2133"/>
                  </a:cubicBezTo>
                  <a:cubicBezTo>
                    <a:pt x="1332" y="2133"/>
                    <a:pt x="1598" y="2037"/>
                    <a:pt x="1813" y="1821"/>
                  </a:cubicBezTo>
                  <a:cubicBezTo>
                    <a:pt x="2488" y="1147"/>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188" name="Google Shape;6188;p36"/>
            <p:cNvSpPr/>
            <p:nvPr/>
          </p:nvSpPr>
          <p:spPr>
            <a:xfrm>
              <a:off x="6256150" y="3704150"/>
              <a:ext cx="62200" cy="53450"/>
            </a:xfrm>
            <a:custGeom>
              <a:rect b="b" l="l" r="r" t="t"/>
              <a:pathLst>
                <a:path extrusionOk="0" h="2138" w="2488">
                  <a:moveTo>
                    <a:pt x="1065" y="1"/>
                  </a:moveTo>
                  <a:cubicBezTo>
                    <a:pt x="480" y="1"/>
                    <a:pt x="0" y="480"/>
                    <a:pt x="0" y="1066"/>
                  </a:cubicBezTo>
                  <a:cubicBezTo>
                    <a:pt x="0" y="1709"/>
                    <a:pt x="525" y="2137"/>
                    <a:pt x="1071" y="2137"/>
                  </a:cubicBezTo>
                  <a:cubicBezTo>
                    <a:pt x="1332" y="2137"/>
                    <a:pt x="1597" y="2040"/>
                    <a:pt x="1813" y="1822"/>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189" name="Google Shape;6189;p36"/>
            <p:cNvSpPr/>
            <p:nvPr/>
          </p:nvSpPr>
          <p:spPr>
            <a:xfrm>
              <a:off x="6256150" y="3627950"/>
              <a:ext cx="62200" cy="53425"/>
            </a:xfrm>
            <a:custGeom>
              <a:rect b="b" l="l" r="r" t="t"/>
              <a:pathLst>
                <a:path extrusionOk="0" h="2137" w="2488">
                  <a:moveTo>
                    <a:pt x="1065" y="0"/>
                  </a:moveTo>
                  <a:cubicBezTo>
                    <a:pt x="472" y="8"/>
                    <a:pt x="0" y="480"/>
                    <a:pt x="0" y="1073"/>
                  </a:cubicBezTo>
                  <a:cubicBezTo>
                    <a:pt x="0" y="1711"/>
                    <a:pt x="524" y="2137"/>
                    <a:pt x="1070" y="2137"/>
                  </a:cubicBezTo>
                  <a:cubicBezTo>
                    <a:pt x="1331" y="2137"/>
                    <a:pt x="1597" y="2039"/>
                    <a:pt x="1813" y="1821"/>
                  </a:cubicBezTo>
                  <a:cubicBezTo>
                    <a:pt x="2488" y="1154"/>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190" name="Google Shape;6190;p36"/>
            <p:cNvSpPr/>
            <p:nvPr/>
          </p:nvSpPr>
          <p:spPr>
            <a:xfrm>
              <a:off x="6179925" y="4085225"/>
              <a:ext cx="62225" cy="53350"/>
            </a:xfrm>
            <a:custGeom>
              <a:rect b="b" l="l" r="r" t="t"/>
              <a:pathLst>
                <a:path extrusionOk="0" h="2134" w="2489">
                  <a:moveTo>
                    <a:pt x="1065" y="0"/>
                  </a:moveTo>
                  <a:cubicBezTo>
                    <a:pt x="480" y="0"/>
                    <a:pt x="0" y="480"/>
                    <a:pt x="0" y="1065"/>
                  </a:cubicBezTo>
                  <a:cubicBezTo>
                    <a:pt x="0" y="1709"/>
                    <a:pt x="526" y="2133"/>
                    <a:pt x="1074" y="2133"/>
                  </a:cubicBezTo>
                  <a:cubicBezTo>
                    <a:pt x="1336" y="2133"/>
                    <a:pt x="1603" y="2037"/>
                    <a:pt x="1821" y="1821"/>
                  </a:cubicBezTo>
                  <a:cubicBezTo>
                    <a:pt x="2488" y="1147"/>
                    <a:pt x="2017"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191" name="Google Shape;6191;p36"/>
            <p:cNvSpPr/>
            <p:nvPr/>
          </p:nvSpPr>
          <p:spPr>
            <a:xfrm>
              <a:off x="6179925" y="3627950"/>
              <a:ext cx="62225" cy="53425"/>
            </a:xfrm>
            <a:custGeom>
              <a:rect b="b" l="l" r="r" t="t"/>
              <a:pathLst>
                <a:path extrusionOk="0" h="2137" w="2489">
                  <a:moveTo>
                    <a:pt x="1065" y="0"/>
                  </a:moveTo>
                  <a:cubicBezTo>
                    <a:pt x="480" y="8"/>
                    <a:pt x="0" y="480"/>
                    <a:pt x="0" y="1073"/>
                  </a:cubicBezTo>
                  <a:cubicBezTo>
                    <a:pt x="0" y="1711"/>
                    <a:pt x="525" y="2137"/>
                    <a:pt x="1073" y="2137"/>
                  </a:cubicBezTo>
                  <a:cubicBezTo>
                    <a:pt x="1335" y="2137"/>
                    <a:pt x="1603" y="2039"/>
                    <a:pt x="1821" y="1821"/>
                  </a:cubicBezTo>
                  <a:cubicBezTo>
                    <a:pt x="2488" y="1154"/>
                    <a:pt x="2017"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192" name="Google Shape;6192;p36"/>
            <p:cNvSpPr/>
            <p:nvPr/>
          </p:nvSpPr>
          <p:spPr>
            <a:xfrm>
              <a:off x="6103700" y="4085225"/>
              <a:ext cx="62425" cy="53350"/>
            </a:xfrm>
            <a:custGeom>
              <a:rect b="b" l="l" r="r" t="t"/>
              <a:pathLst>
                <a:path extrusionOk="0" h="2134" w="2497">
                  <a:moveTo>
                    <a:pt x="1066" y="0"/>
                  </a:moveTo>
                  <a:cubicBezTo>
                    <a:pt x="481" y="0"/>
                    <a:pt x="9" y="480"/>
                    <a:pt x="1" y="1065"/>
                  </a:cubicBezTo>
                  <a:cubicBezTo>
                    <a:pt x="1" y="1709"/>
                    <a:pt x="526" y="2133"/>
                    <a:pt x="1075" y="2133"/>
                  </a:cubicBezTo>
                  <a:cubicBezTo>
                    <a:pt x="1337" y="2133"/>
                    <a:pt x="1604" y="2037"/>
                    <a:pt x="1822" y="1821"/>
                  </a:cubicBezTo>
                  <a:cubicBezTo>
                    <a:pt x="2497" y="1147"/>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193" name="Google Shape;6193;p36"/>
            <p:cNvSpPr/>
            <p:nvPr/>
          </p:nvSpPr>
          <p:spPr>
            <a:xfrm>
              <a:off x="6103700" y="3704150"/>
              <a:ext cx="62425" cy="53450"/>
            </a:xfrm>
            <a:custGeom>
              <a:rect b="b" l="l" r="r" t="t"/>
              <a:pathLst>
                <a:path extrusionOk="0" h="2138" w="2497">
                  <a:moveTo>
                    <a:pt x="1066" y="1"/>
                  </a:moveTo>
                  <a:cubicBezTo>
                    <a:pt x="481" y="1"/>
                    <a:pt x="9" y="480"/>
                    <a:pt x="1" y="1066"/>
                  </a:cubicBezTo>
                  <a:cubicBezTo>
                    <a:pt x="1" y="1709"/>
                    <a:pt x="526" y="2137"/>
                    <a:pt x="1075" y="2137"/>
                  </a:cubicBezTo>
                  <a:cubicBezTo>
                    <a:pt x="1337" y="2137"/>
                    <a:pt x="1604" y="2040"/>
                    <a:pt x="1822" y="1822"/>
                  </a:cubicBezTo>
                  <a:cubicBezTo>
                    <a:pt x="2497"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194" name="Google Shape;6194;p36"/>
            <p:cNvSpPr/>
            <p:nvPr/>
          </p:nvSpPr>
          <p:spPr>
            <a:xfrm>
              <a:off x="6027500" y="4085225"/>
              <a:ext cx="62425" cy="53350"/>
            </a:xfrm>
            <a:custGeom>
              <a:rect b="b" l="l" r="r" t="t"/>
              <a:pathLst>
                <a:path extrusionOk="0" h="2134" w="2497">
                  <a:moveTo>
                    <a:pt x="1073" y="0"/>
                  </a:moveTo>
                  <a:cubicBezTo>
                    <a:pt x="480" y="0"/>
                    <a:pt x="9" y="480"/>
                    <a:pt x="0" y="1065"/>
                  </a:cubicBezTo>
                  <a:cubicBezTo>
                    <a:pt x="0" y="1709"/>
                    <a:pt x="529" y="2133"/>
                    <a:pt x="1078" y="2133"/>
                  </a:cubicBezTo>
                  <a:cubicBezTo>
                    <a:pt x="1340" y="2133"/>
                    <a:pt x="1606" y="2037"/>
                    <a:pt x="1821" y="1821"/>
                  </a:cubicBezTo>
                  <a:cubicBezTo>
                    <a:pt x="2496" y="1147"/>
                    <a:pt x="2016" y="0"/>
                    <a:pt x="1073"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195" name="Google Shape;6195;p36"/>
            <p:cNvSpPr/>
            <p:nvPr/>
          </p:nvSpPr>
          <p:spPr>
            <a:xfrm>
              <a:off x="6027500" y="3780375"/>
              <a:ext cx="62425" cy="53425"/>
            </a:xfrm>
            <a:custGeom>
              <a:rect b="b" l="l" r="r" t="t"/>
              <a:pathLst>
                <a:path extrusionOk="0" h="2137" w="2497">
                  <a:moveTo>
                    <a:pt x="1073" y="0"/>
                  </a:moveTo>
                  <a:cubicBezTo>
                    <a:pt x="480" y="0"/>
                    <a:pt x="9" y="480"/>
                    <a:pt x="0" y="1065"/>
                  </a:cubicBezTo>
                  <a:cubicBezTo>
                    <a:pt x="0" y="1709"/>
                    <a:pt x="529" y="2137"/>
                    <a:pt x="1080" y="2137"/>
                  </a:cubicBezTo>
                  <a:cubicBezTo>
                    <a:pt x="1343" y="2137"/>
                    <a:pt x="1611" y="2039"/>
                    <a:pt x="1830" y="1821"/>
                  </a:cubicBezTo>
                  <a:cubicBezTo>
                    <a:pt x="2496" y="1146"/>
                    <a:pt x="2025" y="0"/>
                    <a:pt x="1073"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196" name="Google Shape;6196;p36"/>
            <p:cNvSpPr/>
            <p:nvPr/>
          </p:nvSpPr>
          <p:spPr>
            <a:xfrm>
              <a:off x="6027500" y="3704150"/>
              <a:ext cx="62425" cy="53450"/>
            </a:xfrm>
            <a:custGeom>
              <a:rect b="b" l="l" r="r" t="t"/>
              <a:pathLst>
                <a:path extrusionOk="0" h="2138" w="2497">
                  <a:moveTo>
                    <a:pt x="1073" y="1"/>
                  </a:moveTo>
                  <a:cubicBezTo>
                    <a:pt x="480" y="1"/>
                    <a:pt x="9" y="480"/>
                    <a:pt x="0" y="1066"/>
                  </a:cubicBezTo>
                  <a:cubicBezTo>
                    <a:pt x="0" y="1709"/>
                    <a:pt x="529" y="2137"/>
                    <a:pt x="1078" y="2137"/>
                  </a:cubicBezTo>
                  <a:cubicBezTo>
                    <a:pt x="1340" y="2137"/>
                    <a:pt x="1606" y="2040"/>
                    <a:pt x="1821" y="1822"/>
                  </a:cubicBezTo>
                  <a:cubicBezTo>
                    <a:pt x="2496" y="1147"/>
                    <a:pt x="2016" y="1"/>
                    <a:pt x="1073"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197" name="Google Shape;6197;p36"/>
            <p:cNvSpPr/>
            <p:nvPr/>
          </p:nvSpPr>
          <p:spPr>
            <a:xfrm>
              <a:off x="5951475" y="4085225"/>
              <a:ext cx="62225" cy="53350"/>
            </a:xfrm>
            <a:custGeom>
              <a:rect b="b" l="l" r="r" t="t"/>
              <a:pathLst>
                <a:path extrusionOk="0" h="2134" w="2489">
                  <a:moveTo>
                    <a:pt x="1066" y="0"/>
                  </a:moveTo>
                  <a:cubicBezTo>
                    <a:pt x="472" y="0"/>
                    <a:pt x="1" y="480"/>
                    <a:pt x="1" y="1065"/>
                  </a:cubicBezTo>
                  <a:cubicBezTo>
                    <a:pt x="1" y="1709"/>
                    <a:pt x="526" y="2133"/>
                    <a:pt x="1072" y="2133"/>
                  </a:cubicBezTo>
                  <a:cubicBezTo>
                    <a:pt x="1333" y="2133"/>
                    <a:pt x="1598" y="2037"/>
                    <a:pt x="1814" y="1821"/>
                  </a:cubicBezTo>
                  <a:cubicBezTo>
                    <a:pt x="2489" y="1147"/>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198" name="Google Shape;6198;p36"/>
            <p:cNvSpPr/>
            <p:nvPr/>
          </p:nvSpPr>
          <p:spPr>
            <a:xfrm>
              <a:off x="5951475" y="3856775"/>
              <a:ext cx="62225" cy="53250"/>
            </a:xfrm>
            <a:custGeom>
              <a:rect b="b" l="l" r="r" t="t"/>
              <a:pathLst>
                <a:path extrusionOk="0" h="2130" w="2489">
                  <a:moveTo>
                    <a:pt x="1066" y="1"/>
                  </a:moveTo>
                  <a:cubicBezTo>
                    <a:pt x="472" y="1"/>
                    <a:pt x="1" y="472"/>
                    <a:pt x="1" y="1066"/>
                  </a:cubicBezTo>
                  <a:cubicBezTo>
                    <a:pt x="1" y="1704"/>
                    <a:pt x="525" y="2129"/>
                    <a:pt x="1071" y="2129"/>
                  </a:cubicBezTo>
                  <a:cubicBezTo>
                    <a:pt x="1332" y="2129"/>
                    <a:pt x="1598" y="2032"/>
                    <a:pt x="1814" y="1814"/>
                  </a:cubicBezTo>
                  <a:cubicBezTo>
                    <a:pt x="2489"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199" name="Google Shape;6199;p36"/>
            <p:cNvSpPr/>
            <p:nvPr/>
          </p:nvSpPr>
          <p:spPr>
            <a:xfrm>
              <a:off x="5951475" y="3780375"/>
              <a:ext cx="62425" cy="53425"/>
            </a:xfrm>
            <a:custGeom>
              <a:rect b="b" l="l" r="r" t="t"/>
              <a:pathLst>
                <a:path extrusionOk="0" h="2137" w="2497">
                  <a:moveTo>
                    <a:pt x="1066" y="0"/>
                  </a:moveTo>
                  <a:cubicBezTo>
                    <a:pt x="472" y="0"/>
                    <a:pt x="1" y="480"/>
                    <a:pt x="1" y="1065"/>
                  </a:cubicBezTo>
                  <a:cubicBezTo>
                    <a:pt x="1" y="1709"/>
                    <a:pt x="526" y="2137"/>
                    <a:pt x="1075" y="2137"/>
                  </a:cubicBezTo>
                  <a:cubicBezTo>
                    <a:pt x="1337" y="2137"/>
                    <a:pt x="1604" y="2039"/>
                    <a:pt x="1822" y="1821"/>
                  </a:cubicBezTo>
                  <a:cubicBezTo>
                    <a:pt x="2497" y="1146"/>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200" name="Google Shape;6200;p36"/>
            <p:cNvSpPr/>
            <p:nvPr/>
          </p:nvSpPr>
          <p:spPr>
            <a:xfrm>
              <a:off x="5875275" y="4085225"/>
              <a:ext cx="62225" cy="53350"/>
            </a:xfrm>
            <a:custGeom>
              <a:rect b="b" l="l" r="r" t="t"/>
              <a:pathLst>
                <a:path extrusionOk="0" h="2134" w="2489">
                  <a:moveTo>
                    <a:pt x="1065" y="0"/>
                  </a:moveTo>
                  <a:cubicBezTo>
                    <a:pt x="480" y="0"/>
                    <a:pt x="0" y="480"/>
                    <a:pt x="0" y="1065"/>
                  </a:cubicBezTo>
                  <a:cubicBezTo>
                    <a:pt x="0" y="1709"/>
                    <a:pt x="526" y="2133"/>
                    <a:pt x="1074" y="2133"/>
                  </a:cubicBezTo>
                  <a:cubicBezTo>
                    <a:pt x="1336" y="2133"/>
                    <a:pt x="1603" y="2037"/>
                    <a:pt x="1821" y="1821"/>
                  </a:cubicBezTo>
                  <a:cubicBezTo>
                    <a:pt x="2488" y="1147"/>
                    <a:pt x="2017"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201" name="Google Shape;6201;p36"/>
            <p:cNvSpPr/>
            <p:nvPr/>
          </p:nvSpPr>
          <p:spPr>
            <a:xfrm>
              <a:off x="5875275" y="4009000"/>
              <a:ext cx="62225" cy="53350"/>
            </a:xfrm>
            <a:custGeom>
              <a:rect b="b" l="l" r="r" t="t"/>
              <a:pathLst>
                <a:path extrusionOk="0" h="2134" w="2489">
                  <a:moveTo>
                    <a:pt x="1065" y="1"/>
                  </a:moveTo>
                  <a:cubicBezTo>
                    <a:pt x="480" y="1"/>
                    <a:pt x="0" y="480"/>
                    <a:pt x="0" y="1066"/>
                  </a:cubicBezTo>
                  <a:cubicBezTo>
                    <a:pt x="0" y="1710"/>
                    <a:pt x="526" y="2134"/>
                    <a:pt x="1074" y="2134"/>
                  </a:cubicBezTo>
                  <a:cubicBezTo>
                    <a:pt x="1336" y="2134"/>
                    <a:pt x="1603" y="2037"/>
                    <a:pt x="1821" y="1822"/>
                  </a:cubicBezTo>
                  <a:cubicBezTo>
                    <a:pt x="2488" y="1147"/>
                    <a:pt x="2017"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202" name="Google Shape;6202;p36"/>
            <p:cNvSpPr/>
            <p:nvPr/>
          </p:nvSpPr>
          <p:spPr>
            <a:xfrm>
              <a:off x="5875275" y="3932800"/>
              <a:ext cx="62225" cy="53425"/>
            </a:xfrm>
            <a:custGeom>
              <a:rect b="b" l="l" r="r" t="t"/>
              <a:pathLst>
                <a:path extrusionOk="0" h="2137" w="2489">
                  <a:moveTo>
                    <a:pt x="1065" y="0"/>
                  </a:moveTo>
                  <a:cubicBezTo>
                    <a:pt x="480" y="0"/>
                    <a:pt x="0" y="480"/>
                    <a:pt x="0" y="1065"/>
                  </a:cubicBezTo>
                  <a:cubicBezTo>
                    <a:pt x="0" y="1709"/>
                    <a:pt x="526" y="2137"/>
                    <a:pt x="1074" y="2137"/>
                  </a:cubicBezTo>
                  <a:cubicBezTo>
                    <a:pt x="1336" y="2137"/>
                    <a:pt x="1603" y="2039"/>
                    <a:pt x="1821" y="1821"/>
                  </a:cubicBezTo>
                  <a:cubicBezTo>
                    <a:pt x="2488" y="1155"/>
                    <a:pt x="2017"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203" name="Google Shape;6203;p36"/>
            <p:cNvSpPr/>
            <p:nvPr/>
          </p:nvSpPr>
          <p:spPr>
            <a:xfrm>
              <a:off x="5875275" y="3856775"/>
              <a:ext cx="62225" cy="53250"/>
            </a:xfrm>
            <a:custGeom>
              <a:rect b="b" l="l" r="r" t="t"/>
              <a:pathLst>
                <a:path extrusionOk="0" h="2130" w="2489">
                  <a:moveTo>
                    <a:pt x="1065" y="1"/>
                  </a:moveTo>
                  <a:cubicBezTo>
                    <a:pt x="480" y="1"/>
                    <a:pt x="0" y="472"/>
                    <a:pt x="0" y="1066"/>
                  </a:cubicBezTo>
                  <a:cubicBezTo>
                    <a:pt x="0" y="1704"/>
                    <a:pt x="525" y="2129"/>
                    <a:pt x="1073" y="2129"/>
                  </a:cubicBezTo>
                  <a:cubicBezTo>
                    <a:pt x="1335" y="2129"/>
                    <a:pt x="1603" y="2032"/>
                    <a:pt x="1821" y="1814"/>
                  </a:cubicBezTo>
                  <a:cubicBezTo>
                    <a:pt x="2488" y="1147"/>
                    <a:pt x="2017"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204" name="Google Shape;6204;p36"/>
            <p:cNvSpPr/>
            <p:nvPr/>
          </p:nvSpPr>
          <p:spPr>
            <a:xfrm>
              <a:off x="4504050" y="3856775"/>
              <a:ext cx="62200" cy="53250"/>
            </a:xfrm>
            <a:custGeom>
              <a:rect b="b" l="l" r="r" t="t"/>
              <a:pathLst>
                <a:path extrusionOk="0" h="2130" w="2488">
                  <a:moveTo>
                    <a:pt x="1065" y="1"/>
                  </a:moveTo>
                  <a:cubicBezTo>
                    <a:pt x="480" y="1"/>
                    <a:pt x="0" y="472"/>
                    <a:pt x="0" y="1066"/>
                  </a:cubicBezTo>
                  <a:cubicBezTo>
                    <a:pt x="0" y="1704"/>
                    <a:pt x="525" y="2129"/>
                    <a:pt x="1073" y="2129"/>
                  </a:cubicBezTo>
                  <a:cubicBezTo>
                    <a:pt x="1335" y="2129"/>
                    <a:pt x="1603" y="2032"/>
                    <a:pt x="1821" y="1814"/>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205" name="Google Shape;6205;p36"/>
            <p:cNvSpPr/>
            <p:nvPr/>
          </p:nvSpPr>
          <p:spPr>
            <a:xfrm>
              <a:off x="4504050" y="3780375"/>
              <a:ext cx="62400" cy="53425"/>
            </a:xfrm>
            <a:custGeom>
              <a:rect b="b" l="l" r="r" t="t"/>
              <a:pathLst>
                <a:path extrusionOk="0" h="2137" w="2496">
                  <a:moveTo>
                    <a:pt x="1065" y="0"/>
                  </a:moveTo>
                  <a:cubicBezTo>
                    <a:pt x="480" y="0"/>
                    <a:pt x="0" y="480"/>
                    <a:pt x="0" y="1065"/>
                  </a:cubicBezTo>
                  <a:cubicBezTo>
                    <a:pt x="0" y="1709"/>
                    <a:pt x="529" y="2137"/>
                    <a:pt x="1077" y="2137"/>
                  </a:cubicBezTo>
                  <a:cubicBezTo>
                    <a:pt x="1339" y="2137"/>
                    <a:pt x="1606" y="2039"/>
                    <a:pt x="1821" y="1821"/>
                  </a:cubicBezTo>
                  <a:cubicBezTo>
                    <a:pt x="2496" y="1146"/>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206" name="Google Shape;6206;p36"/>
            <p:cNvSpPr/>
            <p:nvPr/>
          </p:nvSpPr>
          <p:spPr>
            <a:xfrm>
              <a:off x="4504050" y="3704150"/>
              <a:ext cx="62200" cy="53450"/>
            </a:xfrm>
            <a:custGeom>
              <a:rect b="b" l="l" r="r" t="t"/>
              <a:pathLst>
                <a:path extrusionOk="0" h="2138" w="2488">
                  <a:moveTo>
                    <a:pt x="1065" y="1"/>
                  </a:moveTo>
                  <a:cubicBezTo>
                    <a:pt x="480" y="1"/>
                    <a:pt x="0" y="480"/>
                    <a:pt x="0" y="1066"/>
                  </a:cubicBezTo>
                  <a:cubicBezTo>
                    <a:pt x="0" y="1709"/>
                    <a:pt x="525" y="2137"/>
                    <a:pt x="1074" y="2137"/>
                  </a:cubicBezTo>
                  <a:cubicBezTo>
                    <a:pt x="1336" y="2137"/>
                    <a:pt x="1603" y="2040"/>
                    <a:pt x="1821" y="1822"/>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207" name="Google Shape;6207;p36"/>
            <p:cNvSpPr/>
            <p:nvPr/>
          </p:nvSpPr>
          <p:spPr>
            <a:xfrm>
              <a:off x="4427825" y="3932800"/>
              <a:ext cx="62425" cy="53425"/>
            </a:xfrm>
            <a:custGeom>
              <a:rect b="b" l="l" r="r" t="t"/>
              <a:pathLst>
                <a:path extrusionOk="0" h="2137" w="2497">
                  <a:moveTo>
                    <a:pt x="1065" y="0"/>
                  </a:moveTo>
                  <a:cubicBezTo>
                    <a:pt x="480" y="8"/>
                    <a:pt x="9" y="480"/>
                    <a:pt x="1" y="1065"/>
                  </a:cubicBezTo>
                  <a:cubicBezTo>
                    <a:pt x="1" y="1709"/>
                    <a:pt x="526" y="2137"/>
                    <a:pt x="1074" y="2137"/>
                  </a:cubicBezTo>
                  <a:cubicBezTo>
                    <a:pt x="1336" y="2137"/>
                    <a:pt x="1603" y="2039"/>
                    <a:pt x="1822" y="1821"/>
                  </a:cubicBezTo>
                  <a:cubicBezTo>
                    <a:pt x="2496" y="1146"/>
                    <a:pt x="2017"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208" name="Google Shape;6208;p36"/>
            <p:cNvSpPr/>
            <p:nvPr/>
          </p:nvSpPr>
          <p:spPr>
            <a:xfrm>
              <a:off x="4427825" y="3856775"/>
              <a:ext cx="62350" cy="53250"/>
            </a:xfrm>
            <a:custGeom>
              <a:rect b="b" l="l" r="r" t="t"/>
              <a:pathLst>
                <a:path extrusionOk="0" h="2130" w="2494">
                  <a:moveTo>
                    <a:pt x="1075" y="1"/>
                  </a:moveTo>
                  <a:cubicBezTo>
                    <a:pt x="1072" y="1"/>
                    <a:pt x="1069" y="1"/>
                    <a:pt x="1065" y="1"/>
                  </a:cubicBezTo>
                  <a:cubicBezTo>
                    <a:pt x="480" y="1"/>
                    <a:pt x="9" y="472"/>
                    <a:pt x="1" y="1066"/>
                  </a:cubicBezTo>
                  <a:cubicBezTo>
                    <a:pt x="1" y="1704"/>
                    <a:pt x="525" y="2129"/>
                    <a:pt x="1073" y="2129"/>
                  </a:cubicBezTo>
                  <a:cubicBezTo>
                    <a:pt x="1335" y="2129"/>
                    <a:pt x="1603" y="2032"/>
                    <a:pt x="1822" y="1814"/>
                  </a:cubicBezTo>
                  <a:cubicBezTo>
                    <a:pt x="2494" y="1149"/>
                    <a:pt x="2020" y="1"/>
                    <a:pt x="107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209" name="Google Shape;6209;p36"/>
            <p:cNvSpPr/>
            <p:nvPr/>
          </p:nvSpPr>
          <p:spPr>
            <a:xfrm>
              <a:off x="4427825" y="3780375"/>
              <a:ext cx="62425" cy="53425"/>
            </a:xfrm>
            <a:custGeom>
              <a:rect b="b" l="l" r="r" t="t"/>
              <a:pathLst>
                <a:path extrusionOk="0" h="2137" w="2497">
                  <a:moveTo>
                    <a:pt x="1065" y="0"/>
                  </a:moveTo>
                  <a:cubicBezTo>
                    <a:pt x="480" y="0"/>
                    <a:pt x="1" y="480"/>
                    <a:pt x="1" y="1065"/>
                  </a:cubicBezTo>
                  <a:cubicBezTo>
                    <a:pt x="1" y="1709"/>
                    <a:pt x="529" y="2137"/>
                    <a:pt x="1080" y="2137"/>
                  </a:cubicBezTo>
                  <a:cubicBezTo>
                    <a:pt x="1343" y="2137"/>
                    <a:pt x="1612" y="2039"/>
                    <a:pt x="1830" y="1821"/>
                  </a:cubicBezTo>
                  <a:cubicBezTo>
                    <a:pt x="2496" y="1146"/>
                    <a:pt x="2017"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210" name="Google Shape;6210;p36"/>
            <p:cNvSpPr/>
            <p:nvPr/>
          </p:nvSpPr>
          <p:spPr>
            <a:xfrm>
              <a:off x="4351600" y="3171075"/>
              <a:ext cx="62425" cy="53350"/>
            </a:xfrm>
            <a:custGeom>
              <a:rect b="b" l="l" r="r" t="t"/>
              <a:pathLst>
                <a:path extrusionOk="0" h="2134" w="2497">
                  <a:moveTo>
                    <a:pt x="1074" y="0"/>
                  </a:moveTo>
                  <a:cubicBezTo>
                    <a:pt x="481" y="0"/>
                    <a:pt x="9" y="472"/>
                    <a:pt x="1" y="1065"/>
                  </a:cubicBezTo>
                  <a:cubicBezTo>
                    <a:pt x="1" y="1709"/>
                    <a:pt x="530" y="2133"/>
                    <a:pt x="1079" y="2133"/>
                  </a:cubicBezTo>
                  <a:cubicBezTo>
                    <a:pt x="1340" y="2133"/>
                    <a:pt x="1607" y="2037"/>
                    <a:pt x="1822" y="1821"/>
                  </a:cubicBezTo>
                  <a:cubicBezTo>
                    <a:pt x="2497" y="1146"/>
                    <a:pt x="2017" y="0"/>
                    <a:pt x="1074"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211" name="Google Shape;6211;p36"/>
            <p:cNvSpPr/>
            <p:nvPr/>
          </p:nvSpPr>
          <p:spPr>
            <a:xfrm>
              <a:off x="4351600" y="3247075"/>
              <a:ext cx="62425" cy="53450"/>
            </a:xfrm>
            <a:custGeom>
              <a:rect b="b" l="l" r="r" t="t"/>
              <a:pathLst>
                <a:path extrusionOk="0" h="2138" w="2497">
                  <a:moveTo>
                    <a:pt x="1074" y="1"/>
                  </a:moveTo>
                  <a:cubicBezTo>
                    <a:pt x="481" y="9"/>
                    <a:pt x="9" y="480"/>
                    <a:pt x="1" y="1074"/>
                  </a:cubicBezTo>
                  <a:cubicBezTo>
                    <a:pt x="1" y="1712"/>
                    <a:pt x="529" y="2137"/>
                    <a:pt x="1077" y="2137"/>
                  </a:cubicBezTo>
                  <a:cubicBezTo>
                    <a:pt x="1339" y="2137"/>
                    <a:pt x="1606" y="2040"/>
                    <a:pt x="1822" y="1822"/>
                  </a:cubicBezTo>
                  <a:cubicBezTo>
                    <a:pt x="2497" y="1155"/>
                    <a:pt x="2017" y="1"/>
                    <a:pt x="1074"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212" name="Google Shape;6212;p36"/>
            <p:cNvSpPr/>
            <p:nvPr/>
          </p:nvSpPr>
          <p:spPr>
            <a:xfrm>
              <a:off x="3970950" y="2790200"/>
              <a:ext cx="62225" cy="53350"/>
            </a:xfrm>
            <a:custGeom>
              <a:rect b="b" l="l" r="r" t="t"/>
              <a:pathLst>
                <a:path extrusionOk="0" h="2134" w="2489">
                  <a:moveTo>
                    <a:pt x="1065" y="1"/>
                  </a:moveTo>
                  <a:cubicBezTo>
                    <a:pt x="472" y="1"/>
                    <a:pt x="1" y="480"/>
                    <a:pt x="1" y="1066"/>
                  </a:cubicBezTo>
                  <a:cubicBezTo>
                    <a:pt x="1" y="1709"/>
                    <a:pt x="526" y="2134"/>
                    <a:pt x="1072" y="2134"/>
                  </a:cubicBezTo>
                  <a:cubicBezTo>
                    <a:pt x="1333" y="2134"/>
                    <a:pt x="1598" y="2037"/>
                    <a:pt x="1813" y="1822"/>
                  </a:cubicBezTo>
                  <a:cubicBezTo>
                    <a:pt x="2488" y="1147"/>
                    <a:pt x="2017"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213" name="Google Shape;6213;p36"/>
            <p:cNvSpPr/>
            <p:nvPr/>
          </p:nvSpPr>
          <p:spPr>
            <a:xfrm>
              <a:off x="3970950" y="2866425"/>
              <a:ext cx="62225" cy="53275"/>
            </a:xfrm>
            <a:custGeom>
              <a:rect b="b" l="l" r="r" t="t"/>
              <a:pathLst>
                <a:path extrusionOk="0" h="2131" w="2489">
                  <a:moveTo>
                    <a:pt x="1065" y="0"/>
                  </a:moveTo>
                  <a:cubicBezTo>
                    <a:pt x="472" y="0"/>
                    <a:pt x="1" y="472"/>
                    <a:pt x="1" y="1065"/>
                  </a:cubicBezTo>
                  <a:cubicBezTo>
                    <a:pt x="1" y="1707"/>
                    <a:pt x="523" y="2131"/>
                    <a:pt x="1067" y="2131"/>
                  </a:cubicBezTo>
                  <a:cubicBezTo>
                    <a:pt x="1329" y="2131"/>
                    <a:pt x="1597" y="2032"/>
                    <a:pt x="1813" y="1813"/>
                  </a:cubicBezTo>
                  <a:cubicBezTo>
                    <a:pt x="2488" y="1146"/>
                    <a:pt x="2017"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214" name="Google Shape;6214;p36"/>
            <p:cNvSpPr/>
            <p:nvPr/>
          </p:nvSpPr>
          <p:spPr>
            <a:xfrm>
              <a:off x="3970950" y="2942425"/>
              <a:ext cx="62225" cy="53450"/>
            </a:xfrm>
            <a:custGeom>
              <a:rect b="b" l="l" r="r" t="t"/>
              <a:pathLst>
                <a:path extrusionOk="0" h="2138" w="2489">
                  <a:moveTo>
                    <a:pt x="1065" y="1"/>
                  </a:moveTo>
                  <a:cubicBezTo>
                    <a:pt x="472" y="1"/>
                    <a:pt x="1" y="480"/>
                    <a:pt x="1" y="1066"/>
                  </a:cubicBezTo>
                  <a:cubicBezTo>
                    <a:pt x="1" y="1709"/>
                    <a:pt x="526" y="2137"/>
                    <a:pt x="1072" y="2137"/>
                  </a:cubicBezTo>
                  <a:cubicBezTo>
                    <a:pt x="1332" y="2137"/>
                    <a:pt x="1598" y="2040"/>
                    <a:pt x="1813" y="1822"/>
                  </a:cubicBezTo>
                  <a:cubicBezTo>
                    <a:pt x="2488" y="1155"/>
                    <a:pt x="2017"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215" name="Google Shape;6215;p36"/>
            <p:cNvSpPr/>
            <p:nvPr/>
          </p:nvSpPr>
          <p:spPr>
            <a:xfrm>
              <a:off x="3970950" y="3018650"/>
              <a:ext cx="62225" cy="53425"/>
            </a:xfrm>
            <a:custGeom>
              <a:rect b="b" l="l" r="r" t="t"/>
              <a:pathLst>
                <a:path extrusionOk="0" h="2137" w="2489">
                  <a:moveTo>
                    <a:pt x="1065" y="0"/>
                  </a:moveTo>
                  <a:cubicBezTo>
                    <a:pt x="472" y="0"/>
                    <a:pt x="1" y="480"/>
                    <a:pt x="1" y="1065"/>
                  </a:cubicBezTo>
                  <a:cubicBezTo>
                    <a:pt x="1" y="1709"/>
                    <a:pt x="526" y="2137"/>
                    <a:pt x="1072" y="2137"/>
                  </a:cubicBezTo>
                  <a:cubicBezTo>
                    <a:pt x="1332" y="2137"/>
                    <a:pt x="1598" y="2039"/>
                    <a:pt x="1813" y="1821"/>
                  </a:cubicBezTo>
                  <a:cubicBezTo>
                    <a:pt x="2488" y="1146"/>
                    <a:pt x="2017"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216" name="Google Shape;6216;p36"/>
            <p:cNvSpPr/>
            <p:nvPr/>
          </p:nvSpPr>
          <p:spPr>
            <a:xfrm>
              <a:off x="3970950" y="3094850"/>
              <a:ext cx="62225" cy="53350"/>
            </a:xfrm>
            <a:custGeom>
              <a:rect b="b" l="l" r="r" t="t"/>
              <a:pathLst>
                <a:path extrusionOk="0" h="2134" w="2489">
                  <a:moveTo>
                    <a:pt x="1065" y="1"/>
                  </a:moveTo>
                  <a:cubicBezTo>
                    <a:pt x="472" y="1"/>
                    <a:pt x="1" y="480"/>
                    <a:pt x="1" y="1066"/>
                  </a:cubicBezTo>
                  <a:cubicBezTo>
                    <a:pt x="1" y="1709"/>
                    <a:pt x="526" y="2134"/>
                    <a:pt x="1072" y="2134"/>
                  </a:cubicBezTo>
                  <a:cubicBezTo>
                    <a:pt x="1333" y="2134"/>
                    <a:pt x="1598" y="2037"/>
                    <a:pt x="1813" y="1822"/>
                  </a:cubicBezTo>
                  <a:cubicBezTo>
                    <a:pt x="2488" y="1147"/>
                    <a:pt x="2017"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217" name="Google Shape;6217;p36"/>
            <p:cNvSpPr/>
            <p:nvPr/>
          </p:nvSpPr>
          <p:spPr>
            <a:xfrm>
              <a:off x="3970950" y="3171075"/>
              <a:ext cx="62225" cy="53350"/>
            </a:xfrm>
            <a:custGeom>
              <a:rect b="b" l="l" r="r" t="t"/>
              <a:pathLst>
                <a:path extrusionOk="0" h="2134" w="2489">
                  <a:moveTo>
                    <a:pt x="1065" y="0"/>
                  </a:moveTo>
                  <a:cubicBezTo>
                    <a:pt x="472" y="0"/>
                    <a:pt x="1" y="472"/>
                    <a:pt x="1" y="1065"/>
                  </a:cubicBezTo>
                  <a:cubicBezTo>
                    <a:pt x="1" y="1709"/>
                    <a:pt x="526" y="2133"/>
                    <a:pt x="1072" y="2133"/>
                  </a:cubicBezTo>
                  <a:cubicBezTo>
                    <a:pt x="1333" y="2133"/>
                    <a:pt x="1598" y="2037"/>
                    <a:pt x="1813" y="1821"/>
                  </a:cubicBezTo>
                  <a:cubicBezTo>
                    <a:pt x="2488" y="1146"/>
                    <a:pt x="2017"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218" name="Google Shape;6218;p36"/>
            <p:cNvSpPr/>
            <p:nvPr/>
          </p:nvSpPr>
          <p:spPr>
            <a:xfrm>
              <a:off x="3970950" y="3247075"/>
              <a:ext cx="62225" cy="53450"/>
            </a:xfrm>
            <a:custGeom>
              <a:rect b="b" l="l" r="r" t="t"/>
              <a:pathLst>
                <a:path extrusionOk="0" h="2138" w="2489">
                  <a:moveTo>
                    <a:pt x="1065" y="1"/>
                  </a:moveTo>
                  <a:cubicBezTo>
                    <a:pt x="472" y="9"/>
                    <a:pt x="1" y="480"/>
                    <a:pt x="1" y="1074"/>
                  </a:cubicBezTo>
                  <a:cubicBezTo>
                    <a:pt x="1" y="1712"/>
                    <a:pt x="525" y="2137"/>
                    <a:pt x="1071" y="2137"/>
                  </a:cubicBezTo>
                  <a:cubicBezTo>
                    <a:pt x="1332" y="2137"/>
                    <a:pt x="1598" y="2040"/>
                    <a:pt x="1813" y="1822"/>
                  </a:cubicBezTo>
                  <a:cubicBezTo>
                    <a:pt x="2488" y="1155"/>
                    <a:pt x="2017"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219" name="Google Shape;6219;p36"/>
            <p:cNvSpPr/>
            <p:nvPr/>
          </p:nvSpPr>
          <p:spPr>
            <a:xfrm>
              <a:off x="3970950" y="3323300"/>
              <a:ext cx="62225" cy="53425"/>
            </a:xfrm>
            <a:custGeom>
              <a:rect b="b" l="l" r="r" t="t"/>
              <a:pathLst>
                <a:path extrusionOk="0" h="2137" w="2489">
                  <a:moveTo>
                    <a:pt x="1065" y="0"/>
                  </a:moveTo>
                  <a:cubicBezTo>
                    <a:pt x="472" y="0"/>
                    <a:pt x="1" y="480"/>
                    <a:pt x="1" y="1065"/>
                  </a:cubicBezTo>
                  <a:cubicBezTo>
                    <a:pt x="1" y="1709"/>
                    <a:pt x="526" y="2137"/>
                    <a:pt x="1072" y="2137"/>
                  </a:cubicBezTo>
                  <a:cubicBezTo>
                    <a:pt x="1332" y="2137"/>
                    <a:pt x="1598" y="2039"/>
                    <a:pt x="1813" y="1821"/>
                  </a:cubicBezTo>
                  <a:cubicBezTo>
                    <a:pt x="2488" y="1154"/>
                    <a:pt x="2017"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220" name="Google Shape;6220;p36"/>
            <p:cNvSpPr/>
            <p:nvPr/>
          </p:nvSpPr>
          <p:spPr>
            <a:xfrm>
              <a:off x="3970950" y="3399500"/>
              <a:ext cx="62225" cy="53350"/>
            </a:xfrm>
            <a:custGeom>
              <a:rect b="b" l="l" r="r" t="t"/>
              <a:pathLst>
                <a:path extrusionOk="0" h="2134" w="2489">
                  <a:moveTo>
                    <a:pt x="1065" y="1"/>
                  </a:moveTo>
                  <a:cubicBezTo>
                    <a:pt x="472" y="1"/>
                    <a:pt x="1" y="480"/>
                    <a:pt x="1" y="1066"/>
                  </a:cubicBezTo>
                  <a:cubicBezTo>
                    <a:pt x="1" y="1709"/>
                    <a:pt x="526" y="2134"/>
                    <a:pt x="1072" y="2134"/>
                  </a:cubicBezTo>
                  <a:cubicBezTo>
                    <a:pt x="1333" y="2134"/>
                    <a:pt x="1598" y="2037"/>
                    <a:pt x="1813" y="1822"/>
                  </a:cubicBezTo>
                  <a:cubicBezTo>
                    <a:pt x="2488" y="1147"/>
                    <a:pt x="2017"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221" name="Google Shape;6221;p36"/>
            <p:cNvSpPr/>
            <p:nvPr/>
          </p:nvSpPr>
          <p:spPr>
            <a:xfrm>
              <a:off x="3970950" y="3475725"/>
              <a:ext cx="62225" cy="53350"/>
            </a:xfrm>
            <a:custGeom>
              <a:rect b="b" l="l" r="r" t="t"/>
              <a:pathLst>
                <a:path extrusionOk="0" h="2134" w="2489">
                  <a:moveTo>
                    <a:pt x="1065" y="0"/>
                  </a:moveTo>
                  <a:cubicBezTo>
                    <a:pt x="472" y="0"/>
                    <a:pt x="1" y="472"/>
                    <a:pt x="1" y="1065"/>
                  </a:cubicBezTo>
                  <a:cubicBezTo>
                    <a:pt x="1" y="1709"/>
                    <a:pt x="526" y="2133"/>
                    <a:pt x="1072" y="2133"/>
                  </a:cubicBezTo>
                  <a:cubicBezTo>
                    <a:pt x="1333" y="2133"/>
                    <a:pt x="1598" y="2037"/>
                    <a:pt x="1813" y="1821"/>
                  </a:cubicBezTo>
                  <a:cubicBezTo>
                    <a:pt x="2488" y="1146"/>
                    <a:pt x="2017"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222" name="Google Shape;6222;p36"/>
            <p:cNvSpPr/>
            <p:nvPr/>
          </p:nvSpPr>
          <p:spPr>
            <a:xfrm>
              <a:off x="3970950" y="3551925"/>
              <a:ext cx="62225" cy="53250"/>
            </a:xfrm>
            <a:custGeom>
              <a:rect b="b" l="l" r="r" t="t"/>
              <a:pathLst>
                <a:path extrusionOk="0" h="2130" w="2489">
                  <a:moveTo>
                    <a:pt x="1065" y="1"/>
                  </a:moveTo>
                  <a:cubicBezTo>
                    <a:pt x="472" y="1"/>
                    <a:pt x="1" y="472"/>
                    <a:pt x="1" y="1066"/>
                  </a:cubicBezTo>
                  <a:cubicBezTo>
                    <a:pt x="1" y="1704"/>
                    <a:pt x="525" y="2129"/>
                    <a:pt x="1071" y="2129"/>
                  </a:cubicBezTo>
                  <a:cubicBezTo>
                    <a:pt x="1332" y="2129"/>
                    <a:pt x="1598" y="2032"/>
                    <a:pt x="1813" y="1814"/>
                  </a:cubicBezTo>
                  <a:cubicBezTo>
                    <a:pt x="2488" y="1147"/>
                    <a:pt x="2017"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223" name="Google Shape;6223;p36"/>
            <p:cNvSpPr/>
            <p:nvPr/>
          </p:nvSpPr>
          <p:spPr>
            <a:xfrm>
              <a:off x="3970950" y="3627950"/>
              <a:ext cx="62225" cy="53425"/>
            </a:xfrm>
            <a:custGeom>
              <a:rect b="b" l="l" r="r" t="t"/>
              <a:pathLst>
                <a:path extrusionOk="0" h="2137" w="2489">
                  <a:moveTo>
                    <a:pt x="1065" y="0"/>
                  </a:moveTo>
                  <a:cubicBezTo>
                    <a:pt x="472" y="8"/>
                    <a:pt x="1" y="480"/>
                    <a:pt x="1" y="1073"/>
                  </a:cubicBezTo>
                  <a:cubicBezTo>
                    <a:pt x="1" y="1711"/>
                    <a:pt x="525" y="2137"/>
                    <a:pt x="1071" y="2137"/>
                  </a:cubicBezTo>
                  <a:cubicBezTo>
                    <a:pt x="1332" y="2137"/>
                    <a:pt x="1598" y="2039"/>
                    <a:pt x="1813" y="1821"/>
                  </a:cubicBezTo>
                  <a:cubicBezTo>
                    <a:pt x="2488" y="1154"/>
                    <a:pt x="2017"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224" name="Google Shape;6224;p36"/>
            <p:cNvSpPr/>
            <p:nvPr/>
          </p:nvSpPr>
          <p:spPr>
            <a:xfrm>
              <a:off x="3970950" y="3704150"/>
              <a:ext cx="62225" cy="53450"/>
            </a:xfrm>
            <a:custGeom>
              <a:rect b="b" l="l" r="r" t="t"/>
              <a:pathLst>
                <a:path extrusionOk="0" h="2138" w="2489">
                  <a:moveTo>
                    <a:pt x="1065" y="1"/>
                  </a:moveTo>
                  <a:cubicBezTo>
                    <a:pt x="472" y="1"/>
                    <a:pt x="1" y="480"/>
                    <a:pt x="1" y="1066"/>
                  </a:cubicBezTo>
                  <a:cubicBezTo>
                    <a:pt x="1" y="1709"/>
                    <a:pt x="526" y="2137"/>
                    <a:pt x="1072" y="2137"/>
                  </a:cubicBezTo>
                  <a:cubicBezTo>
                    <a:pt x="1332" y="2137"/>
                    <a:pt x="1598" y="2040"/>
                    <a:pt x="1813" y="1822"/>
                  </a:cubicBezTo>
                  <a:cubicBezTo>
                    <a:pt x="2488" y="1147"/>
                    <a:pt x="2017"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225" name="Google Shape;6225;p36"/>
            <p:cNvSpPr/>
            <p:nvPr/>
          </p:nvSpPr>
          <p:spPr>
            <a:xfrm>
              <a:off x="3970950" y="3780375"/>
              <a:ext cx="62425" cy="53425"/>
            </a:xfrm>
            <a:custGeom>
              <a:rect b="b" l="l" r="r" t="t"/>
              <a:pathLst>
                <a:path extrusionOk="0" h="2137" w="2497">
                  <a:moveTo>
                    <a:pt x="1065" y="0"/>
                  </a:moveTo>
                  <a:cubicBezTo>
                    <a:pt x="472" y="0"/>
                    <a:pt x="1" y="480"/>
                    <a:pt x="1" y="1065"/>
                  </a:cubicBezTo>
                  <a:cubicBezTo>
                    <a:pt x="1" y="1709"/>
                    <a:pt x="526" y="2137"/>
                    <a:pt x="1074" y="2137"/>
                  </a:cubicBezTo>
                  <a:cubicBezTo>
                    <a:pt x="1336" y="2137"/>
                    <a:pt x="1603" y="2039"/>
                    <a:pt x="1822" y="1821"/>
                  </a:cubicBezTo>
                  <a:cubicBezTo>
                    <a:pt x="2496" y="1146"/>
                    <a:pt x="2017"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226" name="Google Shape;6226;p36"/>
            <p:cNvSpPr/>
            <p:nvPr/>
          </p:nvSpPr>
          <p:spPr>
            <a:xfrm>
              <a:off x="3970950" y="3856775"/>
              <a:ext cx="62225" cy="53250"/>
            </a:xfrm>
            <a:custGeom>
              <a:rect b="b" l="l" r="r" t="t"/>
              <a:pathLst>
                <a:path extrusionOk="0" h="2130" w="2489">
                  <a:moveTo>
                    <a:pt x="1065" y="1"/>
                  </a:moveTo>
                  <a:cubicBezTo>
                    <a:pt x="472" y="1"/>
                    <a:pt x="1" y="472"/>
                    <a:pt x="1" y="1066"/>
                  </a:cubicBezTo>
                  <a:cubicBezTo>
                    <a:pt x="1" y="1704"/>
                    <a:pt x="525" y="2129"/>
                    <a:pt x="1071" y="2129"/>
                  </a:cubicBezTo>
                  <a:cubicBezTo>
                    <a:pt x="1332" y="2129"/>
                    <a:pt x="1598" y="2032"/>
                    <a:pt x="1813" y="1814"/>
                  </a:cubicBezTo>
                  <a:cubicBezTo>
                    <a:pt x="2488" y="1147"/>
                    <a:pt x="2017"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227" name="Google Shape;6227;p36"/>
            <p:cNvSpPr/>
            <p:nvPr/>
          </p:nvSpPr>
          <p:spPr>
            <a:xfrm>
              <a:off x="3970950" y="4009000"/>
              <a:ext cx="62225" cy="53350"/>
            </a:xfrm>
            <a:custGeom>
              <a:rect b="b" l="l" r="r" t="t"/>
              <a:pathLst>
                <a:path extrusionOk="0" h="2134" w="2489">
                  <a:moveTo>
                    <a:pt x="1065" y="1"/>
                  </a:moveTo>
                  <a:cubicBezTo>
                    <a:pt x="472" y="1"/>
                    <a:pt x="1" y="480"/>
                    <a:pt x="1" y="1066"/>
                  </a:cubicBezTo>
                  <a:cubicBezTo>
                    <a:pt x="1" y="1710"/>
                    <a:pt x="526" y="2134"/>
                    <a:pt x="1072" y="2134"/>
                  </a:cubicBezTo>
                  <a:cubicBezTo>
                    <a:pt x="1333" y="2134"/>
                    <a:pt x="1598" y="2037"/>
                    <a:pt x="1813" y="1822"/>
                  </a:cubicBezTo>
                  <a:cubicBezTo>
                    <a:pt x="2488" y="1147"/>
                    <a:pt x="2017"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228" name="Google Shape;6228;p36"/>
            <p:cNvSpPr/>
            <p:nvPr/>
          </p:nvSpPr>
          <p:spPr>
            <a:xfrm>
              <a:off x="4046950" y="2790200"/>
              <a:ext cx="62425" cy="53350"/>
            </a:xfrm>
            <a:custGeom>
              <a:rect b="b" l="l" r="r" t="t"/>
              <a:pathLst>
                <a:path extrusionOk="0" h="2134" w="2497">
                  <a:moveTo>
                    <a:pt x="1074" y="1"/>
                  </a:moveTo>
                  <a:cubicBezTo>
                    <a:pt x="481" y="1"/>
                    <a:pt x="9" y="480"/>
                    <a:pt x="1" y="1066"/>
                  </a:cubicBezTo>
                  <a:cubicBezTo>
                    <a:pt x="1" y="1709"/>
                    <a:pt x="530" y="2134"/>
                    <a:pt x="1079" y="2134"/>
                  </a:cubicBezTo>
                  <a:cubicBezTo>
                    <a:pt x="1340" y="2134"/>
                    <a:pt x="1607" y="2037"/>
                    <a:pt x="1822" y="1822"/>
                  </a:cubicBezTo>
                  <a:cubicBezTo>
                    <a:pt x="2497" y="1147"/>
                    <a:pt x="2017" y="1"/>
                    <a:pt x="1074"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229" name="Google Shape;6229;p36"/>
            <p:cNvSpPr/>
            <p:nvPr/>
          </p:nvSpPr>
          <p:spPr>
            <a:xfrm>
              <a:off x="4046950" y="2866425"/>
              <a:ext cx="62425" cy="53275"/>
            </a:xfrm>
            <a:custGeom>
              <a:rect b="b" l="l" r="r" t="t"/>
              <a:pathLst>
                <a:path extrusionOk="0" h="2131" w="2497">
                  <a:moveTo>
                    <a:pt x="1074" y="0"/>
                  </a:moveTo>
                  <a:cubicBezTo>
                    <a:pt x="481" y="0"/>
                    <a:pt x="9" y="472"/>
                    <a:pt x="1" y="1065"/>
                  </a:cubicBezTo>
                  <a:cubicBezTo>
                    <a:pt x="1" y="1707"/>
                    <a:pt x="527" y="2131"/>
                    <a:pt x="1074" y="2131"/>
                  </a:cubicBezTo>
                  <a:cubicBezTo>
                    <a:pt x="1337" y="2131"/>
                    <a:pt x="1605" y="2032"/>
                    <a:pt x="1822" y="1813"/>
                  </a:cubicBezTo>
                  <a:cubicBezTo>
                    <a:pt x="2497" y="1146"/>
                    <a:pt x="2017" y="0"/>
                    <a:pt x="1074"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230" name="Google Shape;6230;p36"/>
            <p:cNvSpPr/>
            <p:nvPr/>
          </p:nvSpPr>
          <p:spPr>
            <a:xfrm>
              <a:off x="4046950" y="2942425"/>
              <a:ext cx="62425" cy="53450"/>
            </a:xfrm>
            <a:custGeom>
              <a:rect b="b" l="l" r="r" t="t"/>
              <a:pathLst>
                <a:path extrusionOk="0" h="2138" w="2497">
                  <a:moveTo>
                    <a:pt x="1074" y="1"/>
                  </a:moveTo>
                  <a:cubicBezTo>
                    <a:pt x="481" y="9"/>
                    <a:pt x="9" y="480"/>
                    <a:pt x="1" y="1066"/>
                  </a:cubicBezTo>
                  <a:cubicBezTo>
                    <a:pt x="1" y="1709"/>
                    <a:pt x="530" y="2137"/>
                    <a:pt x="1078" y="2137"/>
                  </a:cubicBezTo>
                  <a:cubicBezTo>
                    <a:pt x="1340" y="2137"/>
                    <a:pt x="1607" y="2040"/>
                    <a:pt x="1822" y="1822"/>
                  </a:cubicBezTo>
                  <a:cubicBezTo>
                    <a:pt x="2497" y="1147"/>
                    <a:pt x="2017" y="1"/>
                    <a:pt x="1074"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231" name="Google Shape;6231;p36"/>
            <p:cNvSpPr/>
            <p:nvPr/>
          </p:nvSpPr>
          <p:spPr>
            <a:xfrm>
              <a:off x="4046950" y="3018650"/>
              <a:ext cx="62425" cy="53425"/>
            </a:xfrm>
            <a:custGeom>
              <a:rect b="b" l="l" r="r" t="t"/>
              <a:pathLst>
                <a:path extrusionOk="0" h="2137" w="2497">
                  <a:moveTo>
                    <a:pt x="1074" y="0"/>
                  </a:moveTo>
                  <a:cubicBezTo>
                    <a:pt x="481" y="0"/>
                    <a:pt x="9" y="480"/>
                    <a:pt x="1" y="1065"/>
                  </a:cubicBezTo>
                  <a:cubicBezTo>
                    <a:pt x="1" y="1709"/>
                    <a:pt x="530" y="2137"/>
                    <a:pt x="1078" y="2137"/>
                  </a:cubicBezTo>
                  <a:cubicBezTo>
                    <a:pt x="1340" y="2137"/>
                    <a:pt x="1607" y="2039"/>
                    <a:pt x="1822" y="1821"/>
                  </a:cubicBezTo>
                  <a:cubicBezTo>
                    <a:pt x="2497" y="1146"/>
                    <a:pt x="2017" y="0"/>
                    <a:pt x="1074"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232" name="Google Shape;6232;p36"/>
            <p:cNvSpPr/>
            <p:nvPr/>
          </p:nvSpPr>
          <p:spPr>
            <a:xfrm>
              <a:off x="4046950" y="3094850"/>
              <a:ext cx="62425" cy="53350"/>
            </a:xfrm>
            <a:custGeom>
              <a:rect b="b" l="l" r="r" t="t"/>
              <a:pathLst>
                <a:path extrusionOk="0" h="2134" w="2497">
                  <a:moveTo>
                    <a:pt x="1074" y="1"/>
                  </a:moveTo>
                  <a:cubicBezTo>
                    <a:pt x="481" y="1"/>
                    <a:pt x="9" y="480"/>
                    <a:pt x="1" y="1066"/>
                  </a:cubicBezTo>
                  <a:cubicBezTo>
                    <a:pt x="1" y="1709"/>
                    <a:pt x="530" y="2134"/>
                    <a:pt x="1079" y="2134"/>
                  </a:cubicBezTo>
                  <a:cubicBezTo>
                    <a:pt x="1340" y="2134"/>
                    <a:pt x="1607" y="2037"/>
                    <a:pt x="1822" y="1822"/>
                  </a:cubicBezTo>
                  <a:cubicBezTo>
                    <a:pt x="2497" y="1147"/>
                    <a:pt x="2017" y="1"/>
                    <a:pt x="1074"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233" name="Google Shape;6233;p36"/>
            <p:cNvSpPr/>
            <p:nvPr/>
          </p:nvSpPr>
          <p:spPr>
            <a:xfrm>
              <a:off x="4046950" y="3171075"/>
              <a:ext cx="62425" cy="53275"/>
            </a:xfrm>
            <a:custGeom>
              <a:rect b="b" l="l" r="r" t="t"/>
              <a:pathLst>
                <a:path extrusionOk="0" h="2131" w="2497">
                  <a:moveTo>
                    <a:pt x="1074" y="0"/>
                  </a:moveTo>
                  <a:cubicBezTo>
                    <a:pt x="481" y="0"/>
                    <a:pt x="9" y="472"/>
                    <a:pt x="1" y="1065"/>
                  </a:cubicBezTo>
                  <a:cubicBezTo>
                    <a:pt x="1" y="1707"/>
                    <a:pt x="527" y="2131"/>
                    <a:pt x="1074" y="2131"/>
                  </a:cubicBezTo>
                  <a:cubicBezTo>
                    <a:pt x="1337" y="2131"/>
                    <a:pt x="1605" y="2032"/>
                    <a:pt x="1822" y="1813"/>
                  </a:cubicBezTo>
                  <a:cubicBezTo>
                    <a:pt x="2497" y="1146"/>
                    <a:pt x="2017" y="0"/>
                    <a:pt x="1074"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234" name="Google Shape;6234;p36"/>
            <p:cNvSpPr/>
            <p:nvPr/>
          </p:nvSpPr>
          <p:spPr>
            <a:xfrm>
              <a:off x="4046950" y="3247075"/>
              <a:ext cx="62425" cy="53450"/>
            </a:xfrm>
            <a:custGeom>
              <a:rect b="b" l="l" r="r" t="t"/>
              <a:pathLst>
                <a:path extrusionOk="0" h="2138" w="2497">
                  <a:moveTo>
                    <a:pt x="1074" y="1"/>
                  </a:moveTo>
                  <a:cubicBezTo>
                    <a:pt x="481" y="9"/>
                    <a:pt x="9" y="480"/>
                    <a:pt x="1" y="1074"/>
                  </a:cubicBezTo>
                  <a:cubicBezTo>
                    <a:pt x="1" y="1712"/>
                    <a:pt x="529" y="2137"/>
                    <a:pt x="1077" y="2137"/>
                  </a:cubicBezTo>
                  <a:cubicBezTo>
                    <a:pt x="1339" y="2137"/>
                    <a:pt x="1606" y="2040"/>
                    <a:pt x="1822" y="1822"/>
                  </a:cubicBezTo>
                  <a:cubicBezTo>
                    <a:pt x="2497" y="1155"/>
                    <a:pt x="2017" y="1"/>
                    <a:pt x="1074"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235" name="Google Shape;6235;p36"/>
            <p:cNvSpPr/>
            <p:nvPr/>
          </p:nvSpPr>
          <p:spPr>
            <a:xfrm>
              <a:off x="4046950" y="3323300"/>
              <a:ext cx="62425" cy="53425"/>
            </a:xfrm>
            <a:custGeom>
              <a:rect b="b" l="l" r="r" t="t"/>
              <a:pathLst>
                <a:path extrusionOk="0" h="2137" w="2497">
                  <a:moveTo>
                    <a:pt x="1074" y="0"/>
                  </a:moveTo>
                  <a:cubicBezTo>
                    <a:pt x="481" y="8"/>
                    <a:pt x="9" y="480"/>
                    <a:pt x="1" y="1065"/>
                  </a:cubicBezTo>
                  <a:cubicBezTo>
                    <a:pt x="1" y="1709"/>
                    <a:pt x="526" y="2137"/>
                    <a:pt x="1075" y="2137"/>
                  </a:cubicBezTo>
                  <a:cubicBezTo>
                    <a:pt x="1337" y="2137"/>
                    <a:pt x="1604" y="2039"/>
                    <a:pt x="1822" y="1821"/>
                  </a:cubicBezTo>
                  <a:cubicBezTo>
                    <a:pt x="2497" y="1154"/>
                    <a:pt x="2017" y="0"/>
                    <a:pt x="1074"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236" name="Google Shape;6236;p36"/>
            <p:cNvSpPr/>
            <p:nvPr/>
          </p:nvSpPr>
          <p:spPr>
            <a:xfrm>
              <a:off x="4046950" y="3399500"/>
              <a:ext cx="62425" cy="53350"/>
            </a:xfrm>
            <a:custGeom>
              <a:rect b="b" l="l" r="r" t="t"/>
              <a:pathLst>
                <a:path extrusionOk="0" h="2134" w="2497">
                  <a:moveTo>
                    <a:pt x="1074" y="1"/>
                  </a:moveTo>
                  <a:cubicBezTo>
                    <a:pt x="481" y="1"/>
                    <a:pt x="9" y="480"/>
                    <a:pt x="1" y="1066"/>
                  </a:cubicBezTo>
                  <a:cubicBezTo>
                    <a:pt x="1" y="1709"/>
                    <a:pt x="530" y="2134"/>
                    <a:pt x="1079" y="2134"/>
                  </a:cubicBezTo>
                  <a:cubicBezTo>
                    <a:pt x="1340" y="2134"/>
                    <a:pt x="1607" y="2037"/>
                    <a:pt x="1822" y="1822"/>
                  </a:cubicBezTo>
                  <a:cubicBezTo>
                    <a:pt x="2497" y="1147"/>
                    <a:pt x="2017" y="1"/>
                    <a:pt x="1074"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237" name="Google Shape;6237;p36"/>
            <p:cNvSpPr/>
            <p:nvPr/>
          </p:nvSpPr>
          <p:spPr>
            <a:xfrm>
              <a:off x="4046950" y="3475725"/>
              <a:ext cx="62425" cy="53350"/>
            </a:xfrm>
            <a:custGeom>
              <a:rect b="b" l="l" r="r" t="t"/>
              <a:pathLst>
                <a:path extrusionOk="0" h="2134" w="2497">
                  <a:moveTo>
                    <a:pt x="1074" y="0"/>
                  </a:moveTo>
                  <a:cubicBezTo>
                    <a:pt x="481" y="0"/>
                    <a:pt x="9" y="480"/>
                    <a:pt x="1" y="1065"/>
                  </a:cubicBezTo>
                  <a:cubicBezTo>
                    <a:pt x="1" y="1709"/>
                    <a:pt x="530" y="2133"/>
                    <a:pt x="1079" y="2133"/>
                  </a:cubicBezTo>
                  <a:cubicBezTo>
                    <a:pt x="1340" y="2133"/>
                    <a:pt x="1607" y="2037"/>
                    <a:pt x="1822" y="1821"/>
                  </a:cubicBezTo>
                  <a:cubicBezTo>
                    <a:pt x="2497" y="1146"/>
                    <a:pt x="2017" y="0"/>
                    <a:pt x="1074"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238" name="Google Shape;6238;p36"/>
            <p:cNvSpPr/>
            <p:nvPr/>
          </p:nvSpPr>
          <p:spPr>
            <a:xfrm>
              <a:off x="4046950" y="3551925"/>
              <a:ext cx="62425" cy="53250"/>
            </a:xfrm>
            <a:custGeom>
              <a:rect b="b" l="l" r="r" t="t"/>
              <a:pathLst>
                <a:path extrusionOk="0" h="2130" w="2497">
                  <a:moveTo>
                    <a:pt x="1074" y="1"/>
                  </a:moveTo>
                  <a:cubicBezTo>
                    <a:pt x="481" y="1"/>
                    <a:pt x="9" y="472"/>
                    <a:pt x="1" y="1066"/>
                  </a:cubicBezTo>
                  <a:cubicBezTo>
                    <a:pt x="1" y="1704"/>
                    <a:pt x="529" y="2129"/>
                    <a:pt x="1077" y="2129"/>
                  </a:cubicBezTo>
                  <a:cubicBezTo>
                    <a:pt x="1339" y="2129"/>
                    <a:pt x="1606" y="2032"/>
                    <a:pt x="1822" y="1814"/>
                  </a:cubicBezTo>
                  <a:cubicBezTo>
                    <a:pt x="2497" y="1147"/>
                    <a:pt x="2017" y="1"/>
                    <a:pt x="1074"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239" name="Google Shape;6239;p36"/>
            <p:cNvSpPr/>
            <p:nvPr/>
          </p:nvSpPr>
          <p:spPr>
            <a:xfrm>
              <a:off x="4046950" y="3627950"/>
              <a:ext cx="62425" cy="53425"/>
            </a:xfrm>
            <a:custGeom>
              <a:rect b="b" l="l" r="r" t="t"/>
              <a:pathLst>
                <a:path extrusionOk="0" h="2137" w="2497">
                  <a:moveTo>
                    <a:pt x="1074" y="0"/>
                  </a:moveTo>
                  <a:cubicBezTo>
                    <a:pt x="481" y="8"/>
                    <a:pt x="9" y="480"/>
                    <a:pt x="1" y="1073"/>
                  </a:cubicBezTo>
                  <a:cubicBezTo>
                    <a:pt x="1" y="1711"/>
                    <a:pt x="529" y="2137"/>
                    <a:pt x="1077" y="2137"/>
                  </a:cubicBezTo>
                  <a:cubicBezTo>
                    <a:pt x="1339" y="2137"/>
                    <a:pt x="1606" y="2039"/>
                    <a:pt x="1822" y="1821"/>
                  </a:cubicBezTo>
                  <a:cubicBezTo>
                    <a:pt x="2497" y="1154"/>
                    <a:pt x="2017" y="0"/>
                    <a:pt x="1074"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240" name="Google Shape;6240;p36"/>
            <p:cNvSpPr/>
            <p:nvPr/>
          </p:nvSpPr>
          <p:spPr>
            <a:xfrm>
              <a:off x="4046950" y="3704150"/>
              <a:ext cx="62425" cy="53450"/>
            </a:xfrm>
            <a:custGeom>
              <a:rect b="b" l="l" r="r" t="t"/>
              <a:pathLst>
                <a:path extrusionOk="0" h="2138" w="2497">
                  <a:moveTo>
                    <a:pt x="1074" y="1"/>
                  </a:moveTo>
                  <a:cubicBezTo>
                    <a:pt x="481" y="1"/>
                    <a:pt x="9" y="480"/>
                    <a:pt x="1" y="1066"/>
                  </a:cubicBezTo>
                  <a:cubicBezTo>
                    <a:pt x="1" y="1709"/>
                    <a:pt x="530" y="2137"/>
                    <a:pt x="1078" y="2137"/>
                  </a:cubicBezTo>
                  <a:cubicBezTo>
                    <a:pt x="1340" y="2137"/>
                    <a:pt x="1607" y="2040"/>
                    <a:pt x="1822" y="1822"/>
                  </a:cubicBezTo>
                  <a:cubicBezTo>
                    <a:pt x="2497" y="1147"/>
                    <a:pt x="2017" y="1"/>
                    <a:pt x="1074"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241" name="Google Shape;6241;p36"/>
            <p:cNvSpPr/>
            <p:nvPr/>
          </p:nvSpPr>
          <p:spPr>
            <a:xfrm>
              <a:off x="4123175" y="2790200"/>
              <a:ext cx="62425" cy="53350"/>
            </a:xfrm>
            <a:custGeom>
              <a:rect b="b" l="l" r="r" t="t"/>
              <a:pathLst>
                <a:path extrusionOk="0" h="2134" w="2497">
                  <a:moveTo>
                    <a:pt x="1065" y="1"/>
                  </a:moveTo>
                  <a:cubicBezTo>
                    <a:pt x="480" y="1"/>
                    <a:pt x="0" y="480"/>
                    <a:pt x="0" y="1066"/>
                  </a:cubicBezTo>
                  <a:cubicBezTo>
                    <a:pt x="0" y="1709"/>
                    <a:pt x="526" y="2134"/>
                    <a:pt x="1074" y="2134"/>
                  </a:cubicBezTo>
                  <a:cubicBezTo>
                    <a:pt x="1336" y="2134"/>
                    <a:pt x="1604" y="2037"/>
                    <a:pt x="1821" y="1822"/>
                  </a:cubicBezTo>
                  <a:cubicBezTo>
                    <a:pt x="2496" y="1147"/>
                    <a:pt x="2017"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242" name="Google Shape;6242;p36"/>
            <p:cNvSpPr/>
            <p:nvPr/>
          </p:nvSpPr>
          <p:spPr>
            <a:xfrm>
              <a:off x="4123175" y="2866425"/>
              <a:ext cx="62425" cy="53275"/>
            </a:xfrm>
            <a:custGeom>
              <a:rect b="b" l="l" r="r" t="t"/>
              <a:pathLst>
                <a:path extrusionOk="0" h="2131" w="2497">
                  <a:moveTo>
                    <a:pt x="1065" y="0"/>
                  </a:moveTo>
                  <a:cubicBezTo>
                    <a:pt x="480" y="0"/>
                    <a:pt x="0" y="472"/>
                    <a:pt x="0" y="1065"/>
                  </a:cubicBezTo>
                  <a:cubicBezTo>
                    <a:pt x="0" y="1707"/>
                    <a:pt x="523" y="2131"/>
                    <a:pt x="1070" y="2131"/>
                  </a:cubicBezTo>
                  <a:cubicBezTo>
                    <a:pt x="1333" y="2131"/>
                    <a:pt x="1602" y="2032"/>
                    <a:pt x="1821" y="1813"/>
                  </a:cubicBezTo>
                  <a:cubicBezTo>
                    <a:pt x="2496" y="1146"/>
                    <a:pt x="2017"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243" name="Google Shape;6243;p36"/>
            <p:cNvSpPr/>
            <p:nvPr/>
          </p:nvSpPr>
          <p:spPr>
            <a:xfrm>
              <a:off x="4123175" y="2942425"/>
              <a:ext cx="62425" cy="53450"/>
            </a:xfrm>
            <a:custGeom>
              <a:rect b="b" l="l" r="r" t="t"/>
              <a:pathLst>
                <a:path extrusionOk="0" h="2138" w="2497">
                  <a:moveTo>
                    <a:pt x="1065" y="1"/>
                  </a:moveTo>
                  <a:cubicBezTo>
                    <a:pt x="480" y="1"/>
                    <a:pt x="0" y="480"/>
                    <a:pt x="0" y="1066"/>
                  </a:cubicBezTo>
                  <a:cubicBezTo>
                    <a:pt x="0" y="1709"/>
                    <a:pt x="526" y="2137"/>
                    <a:pt x="1074" y="2137"/>
                  </a:cubicBezTo>
                  <a:cubicBezTo>
                    <a:pt x="1336" y="2137"/>
                    <a:pt x="1603" y="2040"/>
                    <a:pt x="1821" y="1822"/>
                  </a:cubicBezTo>
                  <a:cubicBezTo>
                    <a:pt x="2496" y="1155"/>
                    <a:pt x="2017"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244" name="Google Shape;6244;p36"/>
            <p:cNvSpPr/>
            <p:nvPr/>
          </p:nvSpPr>
          <p:spPr>
            <a:xfrm>
              <a:off x="4123175" y="3018650"/>
              <a:ext cx="62425" cy="53425"/>
            </a:xfrm>
            <a:custGeom>
              <a:rect b="b" l="l" r="r" t="t"/>
              <a:pathLst>
                <a:path extrusionOk="0" h="2137" w="2497">
                  <a:moveTo>
                    <a:pt x="1065" y="0"/>
                  </a:moveTo>
                  <a:cubicBezTo>
                    <a:pt x="480" y="0"/>
                    <a:pt x="0" y="480"/>
                    <a:pt x="0" y="1065"/>
                  </a:cubicBezTo>
                  <a:cubicBezTo>
                    <a:pt x="0" y="1709"/>
                    <a:pt x="526" y="2137"/>
                    <a:pt x="1074" y="2137"/>
                  </a:cubicBezTo>
                  <a:cubicBezTo>
                    <a:pt x="1336" y="2137"/>
                    <a:pt x="1603" y="2039"/>
                    <a:pt x="1821" y="1821"/>
                  </a:cubicBezTo>
                  <a:cubicBezTo>
                    <a:pt x="2496" y="1146"/>
                    <a:pt x="2017"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245" name="Google Shape;6245;p36"/>
            <p:cNvSpPr/>
            <p:nvPr/>
          </p:nvSpPr>
          <p:spPr>
            <a:xfrm>
              <a:off x="4123175" y="3094850"/>
              <a:ext cx="62425" cy="53350"/>
            </a:xfrm>
            <a:custGeom>
              <a:rect b="b" l="l" r="r" t="t"/>
              <a:pathLst>
                <a:path extrusionOk="0" h="2134" w="2497">
                  <a:moveTo>
                    <a:pt x="1065" y="1"/>
                  </a:moveTo>
                  <a:cubicBezTo>
                    <a:pt x="480" y="1"/>
                    <a:pt x="0" y="480"/>
                    <a:pt x="0" y="1066"/>
                  </a:cubicBezTo>
                  <a:cubicBezTo>
                    <a:pt x="0" y="1709"/>
                    <a:pt x="526" y="2134"/>
                    <a:pt x="1074" y="2134"/>
                  </a:cubicBezTo>
                  <a:cubicBezTo>
                    <a:pt x="1336" y="2134"/>
                    <a:pt x="1604" y="2037"/>
                    <a:pt x="1821" y="1822"/>
                  </a:cubicBezTo>
                  <a:cubicBezTo>
                    <a:pt x="2496" y="1147"/>
                    <a:pt x="2017"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246" name="Google Shape;6246;p36"/>
            <p:cNvSpPr/>
            <p:nvPr/>
          </p:nvSpPr>
          <p:spPr>
            <a:xfrm>
              <a:off x="4123175" y="3171075"/>
              <a:ext cx="62425" cy="53350"/>
            </a:xfrm>
            <a:custGeom>
              <a:rect b="b" l="l" r="r" t="t"/>
              <a:pathLst>
                <a:path extrusionOk="0" h="2134" w="2497">
                  <a:moveTo>
                    <a:pt x="1065" y="0"/>
                  </a:moveTo>
                  <a:cubicBezTo>
                    <a:pt x="480" y="0"/>
                    <a:pt x="0" y="472"/>
                    <a:pt x="0" y="1065"/>
                  </a:cubicBezTo>
                  <a:cubicBezTo>
                    <a:pt x="0" y="1709"/>
                    <a:pt x="526" y="2133"/>
                    <a:pt x="1074" y="2133"/>
                  </a:cubicBezTo>
                  <a:cubicBezTo>
                    <a:pt x="1336" y="2133"/>
                    <a:pt x="1604" y="2037"/>
                    <a:pt x="1821" y="1821"/>
                  </a:cubicBezTo>
                  <a:cubicBezTo>
                    <a:pt x="2496" y="1146"/>
                    <a:pt x="2017"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247" name="Google Shape;6247;p36"/>
            <p:cNvSpPr/>
            <p:nvPr/>
          </p:nvSpPr>
          <p:spPr>
            <a:xfrm>
              <a:off x="4123175" y="3247075"/>
              <a:ext cx="62425" cy="53450"/>
            </a:xfrm>
            <a:custGeom>
              <a:rect b="b" l="l" r="r" t="t"/>
              <a:pathLst>
                <a:path extrusionOk="0" h="2138" w="2497">
                  <a:moveTo>
                    <a:pt x="1065" y="1"/>
                  </a:moveTo>
                  <a:cubicBezTo>
                    <a:pt x="480" y="9"/>
                    <a:pt x="0" y="480"/>
                    <a:pt x="0" y="1074"/>
                  </a:cubicBezTo>
                  <a:cubicBezTo>
                    <a:pt x="0" y="1712"/>
                    <a:pt x="525" y="2137"/>
                    <a:pt x="1073" y="2137"/>
                  </a:cubicBezTo>
                  <a:cubicBezTo>
                    <a:pt x="1335" y="2137"/>
                    <a:pt x="1603" y="2040"/>
                    <a:pt x="1821" y="1822"/>
                  </a:cubicBezTo>
                  <a:cubicBezTo>
                    <a:pt x="2496" y="1155"/>
                    <a:pt x="2017"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248" name="Google Shape;6248;p36"/>
            <p:cNvSpPr/>
            <p:nvPr/>
          </p:nvSpPr>
          <p:spPr>
            <a:xfrm>
              <a:off x="4123175" y="3323300"/>
              <a:ext cx="62425" cy="53425"/>
            </a:xfrm>
            <a:custGeom>
              <a:rect b="b" l="l" r="r" t="t"/>
              <a:pathLst>
                <a:path extrusionOk="0" h="2137" w="2497">
                  <a:moveTo>
                    <a:pt x="1065" y="0"/>
                  </a:moveTo>
                  <a:cubicBezTo>
                    <a:pt x="480" y="0"/>
                    <a:pt x="0" y="480"/>
                    <a:pt x="0" y="1065"/>
                  </a:cubicBezTo>
                  <a:cubicBezTo>
                    <a:pt x="0" y="1709"/>
                    <a:pt x="526" y="2137"/>
                    <a:pt x="1074" y="2137"/>
                  </a:cubicBezTo>
                  <a:cubicBezTo>
                    <a:pt x="1336" y="2137"/>
                    <a:pt x="1603" y="2039"/>
                    <a:pt x="1821" y="1821"/>
                  </a:cubicBezTo>
                  <a:cubicBezTo>
                    <a:pt x="2496" y="1154"/>
                    <a:pt x="2017"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249" name="Google Shape;6249;p36"/>
            <p:cNvSpPr/>
            <p:nvPr/>
          </p:nvSpPr>
          <p:spPr>
            <a:xfrm>
              <a:off x="4123175" y="3399500"/>
              <a:ext cx="62425" cy="53350"/>
            </a:xfrm>
            <a:custGeom>
              <a:rect b="b" l="l" r="r" t="t"/>
              <a:pathLst>
                <a:path extrusionOk="0" h="2134" w="2497">
                  <a:moveTo>
                    <a:pt x="1065" y="1"/>
                  </a:moveTo>
                  <a:cubicBezTo>
                    <a:pt x="480" y="1"/>
                    <a:pt x="0" y="480"/>
                    <a:pt x="0" y="1066"/>
                  </a:cubicBezTo>
                  <a:cubicBezTo>
                    <a:pt x="0" y="1709"/>
                    <a:pt x="526" y="2134"/>
                    <a:pt x="1074" y="2134"/>
                  </a:cubicBezTo>
                  <a:cubicBezTo>
                    <a:pt x="1336" y="2134"/>
                    <a:pt x="1604" y="2037"/>
                    <a:pt x="1821" y="1822"/>
                  </a:cubicBezTo>
                  <a:cubicBezTo>
                    <a:pt x="2496" y="1147"/>
                    <a:pt x="2017"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250" name="Google Shape;6250;p36"/>
            <p:cNvSpPr/>
            <p:nvPr/>
          </p:nvSpPr>
          <p:spPr>
            <a:xfrm>
              <a:off x="4123175" y="3475725"/>
              <a:ext cx="62425" cy="53350"/>
            </a:xfrm>
            <a:custGeom>
              <a:rect b="b" l="l" r="r" t="t"/>
              <a:pathLst>
                <a:path extrusionOk="0" h="2134" w="2497">
                  <a:moveTo>
                    <a:pt x="1065" y="0"/>
                  </a:moveTo>
                  <a:cubicBezTo>
                    <a:pt x="480" y="0"/>
                    <a:pt x="0" y="472"/>
                    <a:pt x="0" y="1065"/>
                  </a:cubicBezTo>
                  <a:cubicBezTo>
                    <a:pt x="0" y="1709"/>
                    <a:pt x="526" y="2133"/>
                    <a:pt x="1074" y="2133"/>
                  </a:cubicBezTo>
                  <a:cubicBezTo>
                    <a:pt x="1336" y="2133"/>
                    <a:pt x="1604" y="2037"/>
                    <a:pt x="1821" y="1821"/>
                  </a:cubicBezTo>
                  <a:cubicBezTo>
                    <a:pt x="2496" y="1146"/>
                    <a:pt x="2017"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251" name="Google Shape;6251;p36"/>
            <p:cNvSpPr/>
            <p:nvPr/>
          </p:nvSpPr>
          <p:spPr>
            <a:xfrm>
              <a:off x="4123175" y="3551925"/>
              <a:ext cx="62425" cy="53250"/>
            </a:xfrm>
            <a:custGeom>
              <a:rect b="b" l="l" r="r" t="t"/>
              <a:pathLst>
                <a:path extrusionOk="0" h="2130" w="2497">
                  <a:moveTo>
                    <a:pt x="1065" y="1"/>
                  </a:moveTo>
                  <a:cubicBezTo>
                    <a:pt x="480" y="1"/>
                    <a:pt x="0" y="472"/>
                    <a:pt x="0" y="1066"/>
                  </a:cubicBezTo>
                  <a:cubicBezTo>
                    <a:pt x="0" y="1704"/>
                    <a:pt x="525" y="2129"/>
                    <a:pt x="1073" y="2129"/>
                  </a:cubicBezTo>
                  <a:cubicBezTo>
                    <a:pt x="1335" y="2129"/>
                    <a:pt x="1603" y="2032"/>
                    <a:pt x="1821" y="1814"/>
                  </a:cubicBezTo>
                  <a:cubicBezTo>
                    <a:pt x="2496" y="1147"/>
                    <a:pt x="2017"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252" name="Google Shape;6252;p36"/>
            <p:cNvSpPr/>
            <p:nvPr/>
          </p:nvSpPr>
          <p:spPr>
            <a:xfrm>
              <a:off x="4123175" y="3627950"/>
              <a:ext cx="62425" cy="53425"/>
            </a:xfrm>
            <a:custGeom>
              <a:rect b="b" l="l" r="r" t="t"/>
              <a:pathLst>
                <a:path extrusionOk="0" h="2137" w="2497">
                  <a:moveTo>
                    <a:pt x="1065" y="0"/>
                  </a:moveTo>
                  <a:cubicBezTo>
                    <a:pt x="480" y="8"/>
                    <a:pt x="0" y="480"/>
                    <a:pt x="0" y="1073"/>
                  </a:cubicBezTo>
                  <a:cubicBezTo>
                    <a:pt x="0" y="1711"/>
                    <a:pt x="525" y="2137"/>
                    <a:pt x="1073" y="2137"/>
                  </a:cubicBezTo>
                  <a:cubicBezTo>
                    <a:pt x="1335" y="2137"/>
                    <a:pt x="1603" y="2039"/>
                    <a:pt x="1821" y="1821"/>
                  </a:cubicBezTo>
                  <a:cubicBezTo>
                    <a:pt x="2496" y="1154"/>
                    <a:pt x="2017"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253" name="Google Shape;6253;p36"/>
            <p:cNvSpPr/>
            <p:nvPr/>
          </p:nvSpPr>
          <p:spPr>
            <a:xfrm>
              <a:off x="4199400" y="3018650"/>
              <a:ext cx="62200" cy="53425"/>
            </a:xfrm>
            <a:custGeom>
              <a:rect b="b" l="l" r="r" t="t"/>
              <a:pathLst>
                <a:path extrusionOk="0" h="2137" w="2488">
                  <a:moveTo>
                    <a:pt x="1065" y="0"/>
                  </a:moveTo>
                  <a:cubicBezTo>
                    <a:pt x="480" y="0"/>
                    <a:pt x="0" y="480"/>
                    <a:pt x="0" y="1065"/>
                  </a:cubicBezTo>
                  <a:cubicBezTo>
                    <a:pt x="0" y="1709"/>
                    <a:pt x="525" y="2137"/>
                    <a:pt x="1074" y="2137"/>
                  </a:cubicBezTo>
                  <a:cubicBezTo>
                    <a:pt x="1336" y="2137"/>
                    <a:pt x="1603" y="2039"/>
                    <a:pt x="1821" y="1821"/>
                  </a:cubicBezTo>
                  <a:cubicBezTo>
                    <a:pt x="2488" y="1146"/>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254" name="Google Shape;6254;p36"/>
            <p:cNvSpPr/>
            <p:nvPr/>
          </p:nvSpPr>
          <p:spPr>
            <a:xfrm>
              <a:off x="4199400" y="3094850"/>
              <a:ext cx="62200" cy="53350"/>
            </a:xfrm>
            <a:custGeom>
              <a:rect b="b" l="l" r="r" t="t"/>
              <a:pathLst>
                <a:path extrusionOk="0" h="2134" w="2488">
                  <a:moveTo>
                    <a:pt x="1065" y="1"/>
                  </a:moveTo>
                  <a:cubicBezTo>
                    <a:pt x="480" y="1"/>
                    <a:pt x="0" y="480"/>
                    <a:pt x="0" y="1066"/>
                  </a:cubicBezTo>
                  <a:cubicBezTo>
                    <a:pt x="0" y="1709"/>
                    <a:pt x="525" y="2134"/>
                    <a:pt x="1074" y="2134"/>
                  </a:cubicBezTo>
                  <a:cubicBezTo>
                    <a:pt x="1336" y="2134"/>
                    <a:pt x="1603" y="2037"/>
                    <a:pt x="1821" y="1822"/>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255" name="Google Shape;6255;p36"/>
            <p:cNvSpPr/>
            <p:nvPr/>
          </p:nvSpPr>
          <p:spPr>
            <a:xfrm>
              <a:off x="4199400" y="3171075"/>
              <a:ext cx="62200" cy="53275"/>
            </a:xfrm>
            <a:custGeom>
              <a:rect b="b" l="l" r="r" t="t"/>
              <a:pathLst>
                <a:path extrusionOk="0" h="2131" w="2488">
                  <a:moveTo>
                    <a:pt x="1065" y="0"/>
                  </a:moveTo>
                  <a:cubicBezTo>
                    <a:pt x="480" y="0"/>
                    <a:pt x="0" y="472"/>
                    <a:pt x="0" y="1065"/>
                  </a:cubicBezTo>
                  <a:cubicBezTo>
                    <a:pt x="0" y="1707"/>
                    <a:pt x="522" y="2131"/>
                    <a:pt x="1069" y="2131"/>
                  </a:cubicBezTo>
                  <a:cubicBezTo>
                    <a:pt x="1333" y="2131"/>
                    <a:pt x="1602" y="2032"/>
                    <a:pt x="1821" y="1813"/>
                  </a:cubicBezTo>
                  <a:cubicBezTo>
                    <a:pt x="2488" y="1146"/>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256" name="Google Shape;6256;p36"/>
            <p:cNvSpPr/>
            <p:nvPr/>
          </p:nvSpPr>
          <p:spPr>
            <a:xfrm>
              <a:off x="4199400" y="3247075"/>
              <a:ext cx="62200" cy="53450"/>
            </a:xfrm>
            <a:custGeom>
              <a:rect b="b" l="l" r="r" t="t"/>
              <a:pathLst>
                <a:path extrusionOk="0" h="2138" w="2488">
                  <a:moveTo>
                    <a:pt x="1065" y="1"/>
                  </a:moveTo>
                  <a:cubicBezTo>
                    <a:pt x="480" y="9"/>
                    <a:pt x="0" y="480"/>
                    <a:pt x="0" y="1074"/>
                  </a:cubicBezTo>
                  <a:cubicBezTo>
                    <a:pt x="0" y="1712"/>
                    <a:pt x="524" y="2137"/>
                    <a:pt x="1073" y="2137"/>
                  </a:cubicBezTo>
                  <a:cubicBezTo>
                    <a:pt x="1335" y="2137"/>
                    <a:pt x="1603" y="2040"/>
                    <a:pt x="1821" y="1822"/>
                  </a:cubicBezTo>
                  <a:cubicBezTo>
                    <a:pt x="2488" y="1155"/>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257" name="Google Shape;6257;p36"/>
            <p:cNvSpPr/>
            <p:nvPr/>
          </p:nvSpPr>
          <p:spPr>
            <a:xfrm>
              <a:off x="4275600" y="3018650"/>
              <a:ext cx="62225" cy="53425"/>
            </a:xfrm>
            <a:custGeom>
              <a:rect b="b" l="l" r="r" t="t"/>
              <a:pathLst>
                <a:path extrusionOk="0" h="2137" w="2489">
                  <a:moveTo>
                    <a:pt x="1066" y="0"/>
                  </a:moveTo>
                  <a:cubicBezTo>
                    <a:pt x="472" y="0"/>
                    <a:pt x="1" y="480"/>
                    <a:pt x="1" y="1065"/>
                  </a:cubicBezTo>
                  <a:cubicBezTo>
                    <a:pt x="1" y="1709"/>
                    <a:pt x="526" y="2137"/>
                    <a:pt x="1074" y="2137"/>
                  </a:cubicBezTo>
                  <a:cubicBezTo>
                    <a:pt x="1336" y="2137"/>
                    <a:pt x="1604" y="2039"/>
                    <a:pt x="1822" y="1821"/>
                  </a:cubicBezTo>
                  <a:cubicBezTo>
                    <a:pt x="2488" y="1146"/>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258" name="Google Shape;6258;p36"/>
            <p:cNvSpPr/>
            <p:nvPr/>
          </p:nvSpPr>
          <p:spPr>
            <a:xfrm>
              <a:off x="4275600" y="3094850"/>
              <a:ext cx="62225" cy="53350"/>
            </a:xfrm>
            <a:custGeom>
              <a:rect b="b" l="l" r="r" t="t"/>
              <a:pathLst>
                <a:path extrusionOk="0" h="2134" w="2489">
                  <a:moveTo>
                    <a:pt x="1066" y="1"/>
                  </a:moveTo>
                  <a:cubicBezTo>
                    <a:pt x="472" y="1"/>
                    <a:pt x="1" y="480"/>
                    <a:pt x="1" y="1066"/>
                  </a:cubicBezTo>
                  <a:cubicBezTo>
                    <a:pt x="1" y="1709"/>
                    <a:pt x="526" y="2134"/>
                    <a:pt x="1072" y="2134"/>
                  </a:cubicBezTo>
                  <a:cubicBezTo>
                    <a:pt x="1333" y="2134"/>
                    <a:pt x="1598" y="2037"/>
                    <a:pt x="1813" y="1822"/>
                  </a:cubicBezTo>
                  <a:cubicBezTo>
                    <a:pt x="2488"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259" name="Google Shape;6259;p36"/>
            <p:cNvSpPr/>
            <p:nvPr/>
          </p:nvSpPr>
          <p:spPr>
            <a:xfrm>
              <a:off x="4275600" y="3171075"/>
              <a:ext cx="62225" cy="53275"/>
            </a:xfrm>
            <a:custGeom>
              <a:rect b="b" l="l" r="r" t="t"/>
              <a:pathLst>
                <a:path extrusionOk="0" h="2131" w="2489">
                  <a:moveTo>
                    <a:pt x="1066" y="0"/>
                  </a:moveTo>
                  <a:cubicBezTo>
                    <a:pt x="472" y="0"/>
                    <a:pt x="1" y="472"/>
                    <a:pt x="1" y="1065"/>
                  </a:cubicBezTo>
                  <a:cubicBezTo>
                    <a:pt x="1" y="1707"/>
                    <a:pt x="523" y="2131"/>
                    <a:pt x="1067" y="2131"/>
                  </a:cubicBezTo>
                  <a:cubicBezTo>
                    <a:pt x="1329" y="2131"/>
                    <a:pt x="1597" y="2032"/>
                    <a:pt x="1813" y="1813"/>
                  </a:cubicBezTo>
                  <a:cubicBezTo>
                    <a:pt x="2488" y="1146"/>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260" name="Google Shape;6260;p36"/>
            <p:cNvSpPr/>
            <p:nvPr/>
          </p:nvSpPr>
          <p:spPr>
            <a:xfrm>
              <a:off x="4275600" y="3247075"/>
              <a:ext cx="62225" cy="53450"/>
            </a:xfrm>
            <a:custGeom>
              <a:rect b="b" l="l" r="r" t="t"/>
              <a:pathLst>
                <a:path extrusionOk="0" h="2138" w="2489">
                  <a:moveTo>
                    <a:pt x="1066" y="1"/>
                  </a:moveTo>
                  <a:cubicBezTo>
                    <a:pt x="472" y="9"/>
                    <a:pt x="1" y="480"/>
                    <a:pt x="1" y="1074"/>
                  </a:cubicBezTo>
                  <a:cubicBezTo>
                    <a:pt x="1" y="1712"/>
                    <a:pt x="525" y="2137"/>
                    <a:pt x="1073" y="2137"/>
                  </a:cubicBezTo>
                  <a:cubicBezTo>
                    <a:pt x="1336" y="2137"/>
                    <a:pt x="1603" y="2040"/>
                    <a:pt x="1822" y="1822"/>
                  </a:cubicBezTo>
                  <a:cubicBezTo>
                    <a:pt x="2488" y="1155"/>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261" name="Google Shape;6261;p36"/>
            <p:cNvSpPr/>
            <p:nvPr/>
          </p:nvSpPr>
          <p:spPr>
            <a:xfrm>
              <a:off x="4275475" y="3323300"/>
              <a:ext cx="62350" cy="53425"/>
            </a:xfrm>
            <a:custGeom>
              <a:rect b="b" l="l" r="r" t="t"/>
              <a:pathLst>
                <a:path extrusionOk="0" h="2137" w="2494">
                  <a:moveTo>
                    <a:pt x="1071" y="0"/>
                  </a:moveTo>
                  <a:cubicBezTo>
                    <a:pt x="485" y="8"/>
                    <a:pt x="6" y="480"/>
                    <a:pt x="6" y="1065"/>
                  </a:cubicBezTo>
                  <a:cubicBezTo>
                    <a:pt x="0" y="1709"/>
                    <a:pt x="527" y="2137"/>
                    <a:pt x="1075" y="2137"/>
                  </a:cubicBezTo>
                  <a:cubicBezTo>
                    <a:pt x="1337" y="2137"/>
                    <a:pt x="1603" y="2039"/>
                    <a:pt x="1818" y="1821"/>
                  </a:cubicBezTo>
                  <a:cubicBezTo>
                    <a:pt x="2493" y="1154"/>
                    <a:pt x="2022" y="0"/>
                    <a:pt x="1071"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262" name="Google Shape;6262;p36"/>
            <p:cNvSpPr/>
            <p:nvPr/>
          </p:nvSpPr>
          <p:spPr>
            <a:xfrm>
              <a:off x="4199400" y="3323300"/>
              <a:ext cx="62200" cy="53425"/>
            </a:xfrm>
            <a:custGeom>
              <a:rect b="b" l="l" r="r" t="t"/>
              <a:pathLst>
                <a:path extrusionOk="0" h="2137" w="2488">
                  <a:moveTo>
                    <a:pt x="1065" y="0"/>
                  </a:moveTo>
                  <a:cubicBezTo>
                    <a:pt x="480" y="0"/>
                    <a:pt x="0" y="480"/>
                    <a:pt x="0" y="1065"/>
                  </a:cubicBezTo>
                  <a:cubicBezTo>
                    <a:pt x="0" y="1709"/>
                    <a:pt x="525" y="2137"/>
                    <a:pt x="1074" y="2137"/>
                  </a:cubicBezTo>
                  <a:cubicBezTo>
                    <a:pt x="1336" y="2137"/>
                    <a:pt x="1603" y="2039"/>
                    <a:pt x="1821" y="1821"/>
                  </a:cubicBezTo>
                  <a:cubicBezTo>
                    <a:pt x="2488" y="1154"/>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263" name="Google Shape;6263;p36"/>
            <p:cNvSpPr/>
            <p:nvPr/>
          </p:nvSpPr>
          <p:spPr>
            <a:xfrm>
              <a:off x="4199400" y="3399500"/>
              <a:ext cx="62200" cy="53350"/>
            </a:xfrm>
            <a:custGeom>
              <a:rect b="b" l="l" r="r" t="t"/>
              <a:pathLst>
                <a:path extrusionOk="0" h="2134" w="2488">
                  <a:moveTo>
                    <a:pt x="1065" y="1"/>
                  </a:moveTo>
                  <a:cubicBezTo>
                    <a:pt x="480" y="1"/>
                    <a:pt x="0" y="480"/>
                    <a:pt x="0" y="1066"/>
                  </a:cubicBezTo>
                  <a:cubicBezTo>
                    <a:pt x="0" y="1709"/>
                    <a:pt x="525" y="2134"/>
                    <a:pt x="1074" y="2134"/>
                  </a:cubicBezTo>
                  <a:cubicBezTo>
                    <a:pt x="1336" y="2134"/>
                    <a:pt x="1603" y="2037"/>
                    <a:pt x="1821" y="1822"/>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264" name="Google Shape;6264;p36"/>
            <p:cNvSpPr/>
            <p:nvPr/>
          </p:nvSpPr>
          <p:spPr>
            <a:xfrm>
              <a:off x="4199400" y="3475725"/>
              <a:ext cx="62200" cy="53350"/>
            </a:xfrm>
            <a:custGeom>
              <a:rect b="b" l="l" r="r" t="t"/>
              <a:pathLst>
                <a:path extrusionOk="0" h="2134" w="2488">
                  <a:moveTo>
                    <a:pt x="1065" y="0"/>
                  </a:moveTo>
                  <a:cubicBezTo>
                    <a:pt x="480" y="0"/>
                    <a:pt x="0" y="480"/>
                    <a:pt x="0" y="1065"/>
                  </a:cubicBezTo>
                  <a:cubicBezTo>
                    <a:pt x="0" y="1709"/>
                    <a:pt x="525" y="2133"/>
                    <a:pt x="1074" y="2133"/>
                  </a:cubicBezTo>
                  <a:cubicBezTo>
                    <a:pt x="1336" y="2133"/>
                    <a:pt x="1603" y="2037"/>
                    <a:pt x="1821" y="1821"/>
                  </a:cubicBezTo>
                  <a:cubicBezTo>
                    <a:pt x="2488" y="1146"/>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265" name="Google Shape;6265;p36"/>
            <p:cNvSpPr/>
            <p:nvPr/>
          </p:nvSpPr>
          <p:spPr>
            <a:xfrm>
              <a:off x="4199400" y="3551925"/>
              <a:ext cx="62200" cy="53250"/>
            </a:xfrm>
            <a:custGeom>
              <a:rect b="b" l="l" r="r" t="t"/>
              <a:pathLst>
                <a:path extrusionOk="0" h="2130" w="2488">
                  <a:moveTo>
                    <a:pt x="1065" y="1"/>
                  </a:moveTo>
                  <a:cubicBezTo>
                    <a:pt x="480" y="1"/>
                    <a:pt x="0" y="472"/>
                    <a:pt x="0" y="1066"/>
                  </a:cubicBezTo>
                  <a:cubicBezTo>
                    <a:pt x="0" y="1704"/>
                    <a:pt x="524" y="2129"/>
                    <a:pt x="1073" y="2129"/>
                  </a:cubicBezTo>
                  <a:cubicBezTo>
                    <a:pt x="1335" y="2129"/>
                    <a:pt x="1603" y="2032"/>
                    <a:pt x="1821" y="1814"/>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266" name="Google Shape;6266;p36"/>
            <p:cNvSpPr/>
            <p:nvPr/>
          </p:nvSpPr>
          <p:spPr>
            <a:xfrm>
              <a:off x="4199400" y="3627950"/>
              <a:ext cx="62200" cy="53425"/>
            </a:xfrm>
            <a:custGeom>
              <a:rect b="b" l="l" r="r" t="t"/>
              <a:pathLst>
                <a:path extrusionOk="0" h="2137" w="2488">
                  <a:moveTo>
                    <a:pt x="1065" y="0"/>
                  </a:moveTo>
                  <a:cubicBezTo>
                    <a:pt x="480" y="8"/>
                    <a:pt x="0" y="480"/>
                    <a:pt x="0" y="1073"/>
                  </a:cubicBezTo>
                  <a:cubicBezTo>
                    <a:pt x="0" y="1711"/>
                    <a:pt x="524" y="2137"/>
                    <a:pt x="1073" y="2137"/>
                  </a:cubicBezTo>
                  <a:cubicBezTo>
                    <a:pt x="1335" y="2137"/>
                    <a:pt x="1603" y="2039"/>
                    <a:pt x="1821" y="1821"/>
                  </a:cubicBezTo>
                  <a:cubicBezTo>
                    <a:pt x="2488" y="1154"/>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267" name="Google Shape;6267;p36"/>
            <p:cNvSpPr/>
            <p:nvPr/>
          </p:nvSpPr>
          <p:spPr>
            <a:xfrm>
              <a:off x="4199400" y="3704150"/>
              <a:ext cx="62200" cy="53450"/>
            </a:xfrm>
            <a:custGeom>
              <a:rect b="b" l="l" r="r" t="t"/>
              <a:pathLst>
                <a:path extrusionOk="0" h="2138" w="2488">
                  <a:moveTo>
                    <a:pt x="1065" y="1"/>
                  </a:moveTo>
                  <a:cubicBezTo>
                    <a:pt x="480" y="1"/>
                    <a:pt x="0" y="480"/>
                    <a:pt x="0" y="1066"/>
                  </a:cubicBezTo>
                  <a:cubicBezTo>
                    <a:pt x="0" y="1709"/>
                    <a:pt x="525" y="2137"/>
                    <a:pt x="1074" y="2137"/>
                  </a:cubicBezTo>
                  <a:cubicBezTo>
                    <a:pt x="1336" y="2137"/>
                    <a:pt x="1603" y="2040"/>
                    <a:pt x="1821" y="1822"/>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268" name="Google Shape;6268;p36"/>
            <p:cNvSpPr/>
            <p:nvPr/>
          </p:nvSpPr>
          <p:spPr>
            <a:xfrm>
              <a:off x="4123175" y="3704150"/>
              <a:ext cx="62425" cy="53450"/>
            </a:xfrm>
            <a:custGeom>
              <a:rect b="b" l="l" r="r" t="t"/>
              <a:pathLst>
                <a:path extrusionOk="0" h="2138" w="2497">
                  <a:moveTo>
                    <a:pt x="1065" y="1"/>
                  </a:moveTo>
                  <a:cubicBezTo>
                    <a:pt x="480" y="1"/>
                    <a:pt x="0" y="480"/>
                    <a:pt x="0" y="1066"/>
                  </a:cubicBezTo>
                  <a:cubicBezTo>
                    <a:pt x="0" y="1709"/>
                    <a:pt x="526" y="2137"/>
                    <a:pt x="1074" y="2137"/>
                  </a:cubicBezTo>
                  <a:cubicBezTo>
                    <a:pt x="1336" y="2137"/>
                    <a:pt x="1603" y="2040"/>
                    <a:pt x="1821" y="1822"/>
                  </a:cubicBezTo>
                  <a:cubicBezTo>
                    <a:pt x="2496" y="1147"/>
                    <a:pt x="2017"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269" name="Google Shape;6269;p36"/>
            <p:cNvSpPr/>
            <p:nvPr/>
          </p:nvSpPr>
          <p:spPr>
            <a:xfrm>
              <a:off x="4123175" y="3780375"/>
              <a:ext cx="62425" cy="53425"/>
            </a:xfrm>
            <a:custGeom>
              <a:rect b="b" l="l" r="r" t="t"/>
              <a:pathLst>
                <a:path extrusionOk="0" h="2137" w="2497">
                  <a:moveTo>
                    <a:pt x="1065" y="0"/>
                  </a:moveTo>
                  <a:cubicBezTo>
                    <a:pt x="480" y="0"/>
                    <a:pt x="0" y="480"/>
                    <a:pt x="0" y="1065"/>
                  </a:cubicBezTo>
                  <a:cubicBezTo>
                    <a:pt x="0" y="1709"/>
                    <a:pt x="529" y="2137"/>
                    <a:pt x="1078" y="2137"/>
                  </a:cubicBezTo>
                  <a:cubicBezTo>
                    <a:pt x="1340" y="2137"/>
                    <a:pt x="1606" y="2039"/>
                    <a:pt x="1821" y="1821"/>
                  </a:cubicBezTo>
                  <a:cubicBezTo>
                    <a:pt x="2496" y="1146"/>
                    <a:pt x="2017"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270" name="Google Shape;6270;p36"/>
            <p:cNvSpPr/>
            <p:nvPr/>
          </p:nvSpPr>
          <p:spPr>
            <a:xfrm>
              <a:off x="4046950" y="3780375"/>
              <a:ext cx="62425" cy="53425"/>
            </a:xfrm>
            <a:custGeom>
              <a:rect b="b" l="l" r="r" t="t"/>
              <a:pathLst>
                <a:path extrusionOk="0" h="2137" w="2497">
                  <a:moveTo>
                    <a:pt x="1074" y="0"/>
                  </a:moveTo>
                  <a:cubicBezTo>
                    <a:pt x="481" y="0"/>
                    <a:pt x="9" y="480"/>
                    <a:pt x="1" y="1065"/>
                  </a:cubicBezTo>
                  <a:cubicBezTo>
                    <a:pt x="1" y="1709"/>
                    <a:pt x="530" y="2137"/>
                    <a:pt x="1081" y="2137"/>
                  </a:cubicBezTo>
                  <a:cubicBezTo>
                    <a:pt x="1344" y="2137"/>
                    <a:pt x="1612" y="2039"/>
                    <a:pt x="1830" y="1821"/>
                  </a:cubicBezTo>
                  <a:cubicBezTo>
                    <a:pt x="2497" y="1146"/>
                    <a:pt x="2025" y="0"/>
                    <a:pt x="1074"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271" name="Google Shape;6271;p36"/>
            <p:cNvSpPr/>
            <p:nvPr/>
          </p:nvSpPr>
          <p:spPr>
            <a:xfrm>
              <a:off x="4046950" y="3856775"/>
              <a:ext cx="62425" cy="53250"/>
            </a:xfrm>
            <a:custGeom>
              <a:rect b="b" l="l" r="r" t="t"/>
              <a:pathLst>
                <a:path extrusionOk="0" h="2130" w="2497">
                  <a:moveTo>
                    <a:pt x="1074" y="1"/>
                  </a:moveTo>
                  <a:cubicBezTo>
                    <a:pt x="481" y="1"/>
                    <a:pt x="9" y="472"/>
                    <a:pt x="1" y="1066"/>
                  </a:cubicBezTo>
                  <a:cubicBezTo>
                    <a:pt x="1" y="1704"/>
                    <a:pt x="529" y="2129"/>
                    <a:pt x="1077" y="2129"/>
                  </a:cubicBezTo>
                  <a:cubicBezTo>
                    <a:pt x="1339" y="2129"/>
                    <a:pt x="1606" y="2032"/>
                    <a:pt x="1822" y="1814"/>
                  </a:cubicBezTo>
                  <a:cubicBezTo>
                    <a:pt x="2497" y="1147"/>
                    <a:pt x="2017" y="1"/>
                    <a:pt x="1074"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272" name="Google Shape;6272;p36"/>
            <p:cNvSpPr/>
            <p:nvPr/>
          </p:nvSpPr>
          <p:spPr>
            <a:xfrm>
              <a:off x="4046950" y="4009000"/>
              <a:ext cx="62425" cy="53350"/>
            </a:xfrm>
            <a:custGeom>
              <a:rect b="b" l="l" r="r" t="t"/>
              <a:pathLst>
                <a:path extrusionOk="0" h="2134" w="2497">
                  <a:moveTo>
                    <a:pt x="1074" y="1"/>
                  </a:moveTo>
                  <a:cubicBezTo>
                    <a:pt x="481" y="1"/>
                    <a:pt x="9" y="480"/>
                    <a:pt x="1" y="1066"/>
                  </a:cubicBezTo>
                  <a:cubicBezTo>
                    <a:pt x="1" y="1710"/>
                    <a:pt x="530" y="2134"/>
                    <a:pt x="1079" y="2134"/>
                  </a:cubicBezTo>
                  <a:cubicBezTo>
                    <a:pt x="1340" y="2134"/>
                    <a:pt x="1607" y="2037"/>
                    <a:pt x="1822" y="1822"/>
                  </a:cubicBezTo>
                  <a:cubicBezTo>
                    <a:pt x="2497" y="1147"/>
                    <a:pt x="2017" y="1"/>
                    <a:pt x="1074"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273" name="Google Shape;6273;p36"/>
            <p:cNvSpPr/>
            <p:nvPr/>
          </p:nvSpPr>
          <p:spPr>
            <a:xfrm>
              <a:off x="4046950" y="3932800"/>
              <a:ext cx="62425" cy="53425"/>
            </a:xfrm>
            <a:custGeom>
              <a:rect b="b" l="l" r="r" t="t"/>
              <a:pathLst>
                <a:path extrusionOk="0" h="2137" w="2497">
                  <a:moveTo>
                    <a:pt x="1074" y="0"/>
                  </a:moveTo>
                  <a:cubicBezTo>
                    <a:pt x="481" y="8"/>
                    <a:pt x="9" y="480"/>
                    <a:pt x="1" y="1065"/>
                  </a:cubicBezTo>
                  <a:cubicBezTo>
                    <a:pt x="1" y="1709"/>
                    <a:pt x="530" y="2137"/>
                    <a:pt x="1078" y="2137"/>
                  </a:cubicBezTo>
                  <a:cubicBezTo>
                    <a:pt x="1340" y="2137"/>
                    <a:pt x="1607" y="2039"/>
                    <a:pt x="1822" y="1821"/>
                  </a:cubicBezTo>
                  <a:cubicBezTo>
                    <a:pt x="2497" y="1146"/>
                    <a:pt x="2017" y="0"/>
                    <a:pt x="1074"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274" name="Google Shape;6274;p36"/>
            <p:cNvSpPr/>
            <p:nvPr/>
          </p:nvSpPr>
          <p:spPr>
            <a:xfrm>
              <a:off x="3970950" y="3932800"/>
              <a:ext cx="62225" cy="53425"/>
            </a:xfrm>
            <a:custGeom>
              <a:rect b="b" l="l" r="r" t="t"/>
              <a:pathLst>
                <a:path extrusionOk="0" h="2137" w="2489">
                  <a:moveTo>
                    <a:pt x="1065" y="0"/>
                  </a:moveTo>
                  <a:cubicBezTo>
                    <a:pt x="472" y="0"/>
                    <a:pt x="1" y="480"/>
                    <a:pt x="1" y="1065"/>
                  </a:cubicBezTo>
                  <a:cubicBezTo>
                    <a:pt x="1" y="1709"/>
                    <a:pt x="526" y="2137"/>
                    <a:pt x="1072" y="2137"/>
                  </a:cubicBezTo>
                  <a:cubicBezTo>
                    <a:pt x="1332" y="2137"/>
                    <a:pt x="1598" y="2039"/>
                    <a:pt x="1813" y="1821"/>
                  </a:cubicBezTo>
                  <a:cubicBezTo>
                    <a:pt x="2488" y="1155"/>
                    <a:pt x="2017"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275" name="Google Shape;6275;p36"/>
            <p:cNvSpPr/>
            <p:nvPr/>
          </p:nvSpPr>
          <p:spPr>
            <a:xfrm>
              <a:off x="3589875" y="2637775"/>
              <a:ext cx="62225" cy="53450"/>
            </a:xfrm>
            <a:custGeom>
              <a:rect b="b" l="l" r="r" t="t"/>
              <a:pathLst>
                <a:path extrusionOk="0" h="2138" w="2489">
                  <a:moveTo>
                    <a:pt x="1066" y="1"/>
                  </a:moveTo>
                  <a:cubicBezTo>
                    <a:pt x="480" y="9"/>
                    <a:pt x="1" y="480"/>
                    <a:pt x="1" y="1074"/>
                  </a:cubicBezTo>
                  <a:cubicBezTo>
                    <a:pt x="1" y="1712"/>
                    <a:pt x="525" y="2137"/>
                    <a:pt x="1073" y="2137"/>
                  </a:cubicBezTo>
                  <a:cubicBezTo>
                    <a:pt x="1336" y="2137"/>
                    <a:pt x="1603" y="2040"/>
                    <a:pt x="1822" y="1822"/>
                  </a:cubicBezTo>
                  <a:cubicBezTo>
                    <a:pt x="2488"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276" name="Google Shape;6276;p36"/>
            <p:cNvSpPr/>
            <p:nvPr/>
          </p:nvSpPr>
          <p:spPr>
            <a:xfrm>
              <a:off x="3589875" y="2714000"/>
              <a:ext cx="62225" cy="53350"/>
            </a:xfrm>
            <a:custGeom>
              <a:rect b="b" l="l" r="r" t="t"/>
              <a:pathLst>
                <a:path extrusionOk="0" h="2134" w="2489">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277" name="Google Shape;6277;p36"/>
            <p:cNvSpPr/>
            <p:nvPr/>
          </p:nvSpPr>
          <p:spPr>
            <a:xfrm>
              <a:off x="3589875" y="2790200"/>
              <a:ext cx="62225" cy="53350"/>
            </a:xfrm>
            <a:custGeom>
              <a:rect b="b" l="l" r="r" t="t"/>
              <a:pathLst>
                <a:path extrusionOk="0" h="2134" w="2489">
                  <a:moveTo>
                    <a:pt x="1066" y="1"/>
                  </a:moveTo>
                  <a:cubicBezTo>
                    <a:pt x="480" y="1"/>
                    <a:pt x="1" y="480"/>
                    <a:pt x="1" y="1066"/>
                  </a:cubicBezTo>
                  <a:cubicBezTo>
                    <a:pt x="1" y="1709"/>
                    <a:pt x="526" y="2134"/>
                    <a:pt x="1075" y="2134"/>
                  </a:cubicBezTo>
                  <a:cubicBezTo>
                    <a:pt x="1337" y="2134"/>
                    <a:pt x="1604" y="2037"/>
                    <a:pt x="1822" y="1822"/>
                  </a:cubicBezTo>
                  <a:cubicBezTo>
                    <a:pt x="2488"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278" name="Google Shape;6278;p36"/>
            <p:cNvSpPr/>
            <p:nvPr/>
          </p:nvSpPr>
          <p:spPr>
            <a:xfrm>
              <a:off x="3589875" y="2866425"/>
              <a:ext cx="62225" cy="53275"/>
            </a:xfrm>
            <a:custGeom>
              <a:rect b="b" l="l" r="r" t="t"/>
              <a:pathLst>
                <a:path extrusionOk="0" h="2131" w="2489">
                  <a:moveTo>
                    <a:pt x="1066" y="0"/>
                  </a:moveTo>
                  <a:cubicBezTo>
                    <a:pt x="480" y="0"/>
                    <a:pt x="1" y="472"/>
                    <a:pt x="1" y="1065"/>
                  </a:cubicBezTo>
                  <a:cubicBezTo>
                    <a:pt x="1" y="1707"/>
                    <a:pt x="523" y="2131"/>
                    <a:pt x="1070" y="2131"/>
                  </a:cubicBezTo>
                  <a:cubicBezTo>
                    <a:pt x="1333" y="2131"/>
                    <a:pt x="1602" y="2032"/>
                    <a:pt x="1822" y="1813"/>
                  </a:cubicBezTo>
                  <a:cubicBezTo>
                    <a:pt x="2488" y="1146"/>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279" name="Google Shape;6279;p36"/>
            <p:cNvSpPr/>
            <p:nvPr/>
          </p:nvSpPr>
          <p:spPr>
            <a:xfrm>
              <a:off x="3589875" y="2942425"/>
              <a:ext cx="62225" cy="53450"/>
            </a:xfrm>
            <a:custGeom>
              <a:rect b="b" l="l" r="r" t="t"/>
              <a:pathLst>
                <a:path extrusionOk="0" h="2138" w="2489">
                  <a:moveTo>
                    <a:pt x="1066" y="1"/>
                  </a:moveTo>
                  <a:cubicBezTo>
                    <a:pt x="480" y="9"/>
                    <a:pt x="1" y="480"/>
                    <a:pt x="1" y="1066"/>
                  </a:cubicBezTo>
                  <a:cubicBezTo>
                    <a:pt x="1" y="1709"/>
                    <a:pt x="526" y="2137"/>
                    <a:pt x="1075" y="2137"/>
                  </a:cubicBezTo>
                  <a:cubicBezTo>
                    <a:pt x="1337" y="2137"/>
                    <a:pt x="1604" y="2040"/>
                    <a:pt x="1822" y="1822"/>
                  </a:cubicBezTo>
                  <a:cubicBezTo>
                    <a:pt x="2488"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280" name="Google Shape;6280;p36"/>
            <p:cNvSpPr/>
            <p:nvPr/>
          </p:nvSpPr>
          <p:spPr>
            <a:xfrm>
              <a:off x="3589875" y="3018650"/>
              <a:ext cx="62225" cy="53425"/>
            </a:xfrm>
            <a:custGeom>
              <a:rect b="b" l="l" r="r" t="t"/>
              <a:pathLst>
                <a:path extrusionOk="0" h="2137" w="2489">
                  <a:moveTo>
                    <a:pt x="1066" y="0"/>
                  </a:moveTo>
                  <a:cubicBezTo>
                    <a:pt x="480" y="0"/>
                    <a:pt x="1" y="480"/>
                    <a:pt x="1" y="1065"/>
                  </a:cubicBezTo>
                  <a:cubicBezTo>
                    <a:pt x="1" y="1709"/>
                    <a:pt x="526" y="2137"/>
                    <a:pt x="1075" y="2137"/>
                  </a:cubicBezTo>
                  <a:cubicBezTo>
                    <a:pt x="1337" y="2137"/>
                    <a:pt x="1604" y="2039"/>
                    <a:pt x="1822" y="1821"/>
                  </a:cubicBezTo>
                  <a:cubicBezTo>
                    <a:pt x="2488" y="1146"/>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281" name="Google Shape;6281;p36"/>
            <p:cNvSpPr/>
            <p:nvPr/>
          </p:nvSpPr>
          <p:spPr>
            <a:xfrm>
              <a:off x="3589875" y="3094850"/>
              <a:ext cx="62225" cy="53350"/>
            </a:xfrm>
            <a:custGeom>
              <a:rect b="b" l="l" r="r" t="t"/>
              <a:pathLst>
                <a:path extrusionOk="0" h="2134" w="2489">
                  <a:moveTo>
                    <a:pt x="1066" y="1"/>
                  </a:moveTo>
                  <a:cubicBezTo>
                    <a:pt x="480" y="1"/>
                    <a:pt x="1" y="480"/>
                    <a:pt x="1" y="1066"/>
                  </a:cubicBezTo>
                  <a:cubicBezTo>
                    <a:pt x="1" y="1709"/>
                    <a:pt x="526" y="2134"/>
                    <a:pt x="1075" y="2134"/>
                  </a:cubicBezTo>
                  <a:cubicBezTo>
                    <a:pt x="1337" y="2134"/>
                    <a:pt x="1604" y="2037"/>
                    <a:pt x="1822" y="1822"/>
                  </a:cubicBezTo>
                  <a:cubicBezTo>
                    <a:pt x="2488"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282" name="Google Shape;6282;p36"/>
            <p:cNvSpPr/>
            <p:nvPr/>
          </p:nvSpPr>
          <p:spPr>
            <a:xfrm>
              <a:off x="3285225" y="2866425"/>
              <a:ext cx="62225" cy="53275"/>
            </a:xfrm>
            <a:custGeom>
              <a:rect b="b" l="l" r="r" t="t"/>
              <a:pathLst>
                <a:path extrusionOk="0" h="2131" w="2489">
                  <a:moveTo>
                    <a:pt x="1066" y="0"/>
                  </a:moveTo>
                  <a:cubicBezTo>
                    <a:pt x="480" y="0"/>
                    <a:pt x="1" y="472"/>
                    <a:pt x="1" y="1065"/>
                  </a:cubicBezTo>
                  <a:cubicBezTo>
                    <a:pt x="1" y="1707"/>
                    <a:pt x="523" y="2131"/>
                    <a:pt x="1070" y="2131"/>
                  </a:cubicBezTo>
                  <a:cubicBezTo>
                    <a:pt x="1333" y="2131"/>
                    <a:pt x="1602" y="2032"/>
                    <a:pt x="1822" y="1813"/>
                  </a:cubicBezTo>
                  <a:cubicBezTo>
                    <a:pt x="2488" y="1146"/>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283" name="Google Shape;6283;p36"/>
            <p:cNvSpPr/>
            <p:nvPr/>
          </p:nvSpPr>
          <p:spPr>
            <a:xfrm>
              <a:off x="3285225" y="2942425"/>
              <a:ext cx="62225" cy="53450"/>
            </a:xfrm>
            <a:custGeom>
              <a:rect b="b" l="l" r="r" t="t"/>
              <a:pathLst>
                <a:path extrusionOk="0" h="2138" w="2489">
                  <a:moveTo>
                    <a:pt x="1066" y="1"/>
                  </a:moveTo>
                  <a:cubicBezTo>
                    <a:pt x="480" y="9"/>
                    <a:pt x="1" y="480"/>
                    <a:pt x="1" y="1066"/>
                  </a:cubicBezTo>
                  <a:cubicBezTo>
                    <a:pt x="1" y="1709"/>
                    <a:pt x="526" y="2137"/>
                    <a:pt x="1075" y="2137"/>
                  </a:cubicBezTo>
                  <a:cubicBezTo>
                    <a:pt x="1336" y="2137"/>
                    <a:pt x="1604" y="2040"/>
                    <a:pt x="1822" y="1822"/>
                  </a:cubicBezTo>
                  <a:cubicBezTo>
                    <a:pt x="2488"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284" name="Google Shape;6284;p36"/>
            <p:cNvSpPr/>
            <p:nvPr/>
          </p:nvSpPr>
          <p:spPr>
            <a:xfrm>
              <a:off x="3285225" y="3018650"/>
              <a:ext cx="62225" cy="53425"/>
            </a:xfrm>
            <a:custGeom>
              <a:rect b="b" l="l" r="r" t="t"/>
              <a:pathLst>
                <a:path extrusionOk="0" h="2137" w="2489">
                  <a:moveTo>
                    <a:pt x="1066" y="0"/>
                  </a:moveTo>
                  <a:cubicBezTo>
                    <a:pt x="480" y="0"/>
                    <a:pt x="1" y="480"/>
                    <a:pt x="1" y="1065"/>
                  </a:cubicBezTo>
                  <a:cubicBezTo>
                    <a:pt x="1" y="1709"/>
                    <a:pt x="526" y="2137"/>
                    <a:pt x="1075" y="2137"/>
                  </a:cubicBezTo>
                  <a:cubicBezTo>
                    <a:pt x="1336" y="2137"/>
                    <a:pt x="1604" y="2039"/>
                    <a:pt x="1822" y="1821"/>
                  </a:cubicBezTo>
                  <a:cubicBezTo>
                    <a:pt x="2488" y="1146"/>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285" name="Google Shape;6285;p36"/>
            <p:cNvSpPr/>
            <p:nvPr/>
          </p:nvSpPr>
          <p:spPr>
            <a:xfrm>
              <a:off x="3361450" y="2790200"/>
              <a:ext cx="62200" cy="53350"/>
            </a:xfrm>
            <a:custGeom>
              <a:rect b="b" l="l" r="r" t="t"/>
              <a:pathLst>
                <a:path extrusionOk="0" h="2134" w="2488">
                  <a:moveTo>
                    <a:pt x="1065" y="1"/>
                  </a:moveTo>
                  <a:cubicBezTo>
                    <a:pt x="472" y="1"/>
                    <a:pt x="0" y="480"/>
                    <a:pt x="0" y="1066"/>
                  </a:cubicBezTo>
                  <a:cubicBezTo>
                    <a:pt x="0" y="1709"/>
                    <a:pt x="526" y="2134"/>
                    <a:pt x="1072" y="2134"/>
                  </a:cubicBezTo>
                  <a:cubicBezTo>
                    <a:pt x="1332" y="2134"/>
                    <a:pt x="1598" y="2037"/>
                    <a:pt x="1813" y="1822"/>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286" name="Google Shape;6286;p36"/>
            <p:cNvSpPr/>
            <p:nvPr/>
          </p:nvSpPr>
          <p:spPr>
            <a:xfrm>
              <a:off x="3361450" y="2866425"/>
              <a:ext cx="62200" cy="53275"/>
            </a:xfrm>
            <a:custGeom>
              <a:rect b="b" l="l" r="r" t="t"/>
              <a:pathLst>
                <a:path extrusionOk="0" h="2131" w="2488">
                  <a:moveTo>
                    <a:pt x="1065" y="0"/>
                  </a:moveTo>
                  <a:cubicBezTo>
                    <a:pt x="472" y="0"/>
                    <a:pt x="0" y="472"/>
                    <a:pt x="0" y="1065"/>
                  </a:cubicBezTo>
                  <a:cubicBezTo>
                    <a:pt x="0" y="1707"/>
                    <a:pt x="523" y="2131"/>
                    <a:pt x="1069" y="2131"/>
                  </a:cubicBezTo>
                  <a:cubicBezTo>
                    <a:pt x="1333" y="2131"/>
                    <a:pt x="1602" y="2032"/>
                    <a:pt x="1821" y="1813"/>
                  </a:cubicBezTo>
                  <a:cubicBezTo>
                    <a:pt x="2488" y="1146"/>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287" name="Google Shape;6287;p36"/>
            <p:cNvSpPr/>
            <p:nvPr/>
          </p:nvSpPr>
          <p:spPr>
            <a:xfrm>
              <a:off x="3361450" y="2942425"/>
              <a:ext cx="62200" cy="53450"/>
            </a:xfrm>
            <a:custGeom>
              <a:rect b="b" l="l" r="r" t="t"/>
              <a:pathLst>
                <a:path extrusionOk="0" h="2138" w="2488">
                  <a:moveTo>
                    <a:pt x="1065" y="1"/>
                  </a:moveTo>
                  <a:cubicBezTo>
                    <a:pt x="472" y="9"/>
                    <a:pt x="0" y="480"/>
                    <a:pt x="0" y="1066"/>
                  </a:cubicBezTo>
                  <a:cubicBezTo>
                    <a:pt x="0" y="1709"/>
                    <a:pt x="525" y="2137"/>
                    <a:pt x="1072" y="2137"/>
                  </a:cubicBezTo>
                  <a:cubicBezTo>
                    <a:pt x="1332" y="2137"/>
                    <a:pt x="1598" y="2040"/>
                    <a:pt x="1813" y="1822"/>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288" name="Google Shape;6288;p36"/>
            <p:cNvSpPr/>
            <p:nvPr/>
          </p:nvSpPr>
          <p:spPr>
            <a:xfrm>
              <a:off x="3361450" y="3018650"/>
              <a:ext cx="62200" cy="53425"/>
            </a:xfrm>
            <a:custGeom>
              <a:rect b="b" l="l" r="r" t="t"/>
              <a:pathLst>
                <a:path extrusionOk="0" h="2137" w="2488">
                  <a:moveTo>
                    <a:pt x="1065" y="0"/>
                  </a:moveTo>
                  <a:cubicBezTo>
                    <a:pt x="472" y="0"/>
                    <a:pt x="0" y="480"/>
                    <a:pt x="0" y="1065"/>
                  </a:cubicBezTo>
                  <a:cubicBezTo>
                    <a:pt x="0" y="1709"/>
                    <a:pt x="525" y="2137"/>
                    <a:pt x="1074" y="2137"/>
                  </a:cubicBezTo>
                  <a:cubicBezTo>
                    <a:pt x="1336" y="2137"/>
                    <a:pt x="1603" y="2039"/>
                    <a:pt x="1821" y="1821"/>
                  </a:cubicBezTo>
                  <a:cubicBezTo>
                    <a:pt x="2488" y="1146"/>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289" name="Google Shape;6289;p36"/>
            <p:cNvSpPr/>
            <p:nvPr/>
          </p:nvSpPr>
          <p:spPr>
            <a:xfrm>
              <a:off x="3361450" y="3094850"/>
              <a:ext cx="62200" cy="53350"/>
            </a:xfrm>
            <a:custGeom>
              <a:rect b="b" l="l" r="r" t="t"/>
              <a:pathLst>
                <a:path extrusionOk="0" h="2134" w="2488">
                  <a:moveTo>
                    <a:pt x="1065" y="1"/>
                  </a:moveTo>
                  <a:cubicBezTo>
                    <a:pt x="472" y="1"/>
                    <a:pt x="0" y="480"/>
                    <a:pt x="0" y="1066"/>
                  </a:cubicBezTo>
                  <a:cubicBezTo>
                    <a:pt x="0" y="1709"/>
                    <a:pt x="526" y="2134"/>
                    <a:pt x="1072" y="2134"/>
                  </a:cubicBezTo>
                  <a:cubicBezTo>
                    <a:pt x="1332" y="2134"/>
                    <a:pt x="1598" y="2037"/>
                    <a:pt x="1813" y="1822"/>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290" name="Google Shape;6290;p36"/>
            <p:cNvSpPr/>
            <p:nvPr/>
          </p:nvSpPr>
          <p:spPr>
            <a:xfrm>
              <a:off x="3437450" y="2637775"/>
              <a:ext cx="62425" cy="53450"/>
            </a:xfrm>
            <a:custGeom>
              <a:rect b="b" l="l" r="r" t="t"/>
              <a:pathLst>
                <a:path extrusionOk="0" h="2138" w="2497">
                  <a:moveTo>
                    <a:pt x="1074" y="1"/>
                  </a:moveTo>
                  <a:cubicBezTo>
                    <a:pt x="480" y="9"/>
                    <a:pt x="9" y="480"/>
                    <a:pt x="1" y="1074"/>
                  </a:cubicBezTo>
                  <a:cubicBezTo>
                    <a:pt x="1" y="1712"/>
                    <a:pt x="529" y="2137"/>
                    <a:pt x="1077" y="2137"/>
                  </a:cubicBezTo>
                  <a:cubicBezTo>
                    <a:pt x="1339" y="2137"/>
                    <a:pt x="1606" y="2040"/>
                    <a:pt x="1822" y="1822"/>
                  </a:cubicBezTo>
                  <a:cubicBezTo>
                    <a:pt x="2496" y="1147"/>
                    <a:pt x="2017" y="1"/>
                    <a:pt x="1074"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291" name="Google Shape;6291;p36"/>
            <p:cNvSpPr/>
            <p:nvPr/>
          </p:nvSpPr>
          <p:spPr>
            <a:xfrm>
              <a:off x="3437450" y="2714000"/>
              <a:ext cx="62425" cy="53350"/>
            </a:xfrm>
            <a:custGeom>
              <a:rect b="b" l="l" r="r" t="t"/>
              <a:pathLst>
                <a:path extrusionOk="0" h="2134" w="2497">
                  <a:moveTo>
                    <a:pt x="1074" y="0"/>
                  </a:moveTo>
                  <a:cubicBezTo>
                    <a:pt x="480" y="0"/>
                    <a:pt x="9" y="480"/>
                    <a:pt x="1" y="1065"/>
                  </a:cubicBezTo>
                  <a:cubicBezTo>
                    <a:pt x="1" y="1709"/>
                    <a:pt x="530" y="2133"/>
                    <a:pt x="1078" y="2133"/>
                  </a:cubicBezTo>
                  <a:cubicBezTo>
                    <a:pt x="1340" y="2133"/>
                    <a:pt x="1606" y="2036"/>
                    <a:pt x="1822" y="1821"/>
                  </a:cubicBezTo>
                  <a:cubicBezTo>
                    <a:pt x="2496" y="1146"/>
                    <a:pt x="2017" y="0"/>
                    <a:pt x="1074"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292" name="Google Shape;6292;p36"/>
            <p:cNvSpPr/>
            <p:nvPr/>
          </p:nvSpPr>
          <p:spPr>
            <a:xfrm>
              <a:off x="3437450" y="2790200"/>
              <a:ext cx="62425" cy="53350"/>
            </a:xfrm>
            <a:custGeom>
              <a:rect b="b" l="l" r="r" t="t"/>
              <a:pathLst>
                <a:path extrusionOk="0" h="2134" w="2497">
                  <a:moveTo>
                    <a:pt x="1074" y="1"/>
                  </a:moveTo>
                  <a:cubicBezTo>
                    <a:pt x="480" y="1"/>
                    <a:pt x="9" y="480"/>
                    <a:pt x="1" y="1066"/>
                  </a:cubicBezTo>
                  <a:cubicBezTo>
                    <a:pt x="1" y="1709"/>
                    <a:pt x="530" y="2134"/>
                    <a:pt x="1078" y="2134"/>
                  </a:cubicBezTo>
                  <a:cubicBezTo>
                    <a:pt x="1340" y="2134"/>
                    <a:pt x="1606" y="2037"/>
                    <a:pt x="1822" y="1822"/>
                  </a:cubicBezTo>
                  <a:cubicBezTo>
                    <a:pt x="2496" y="1147"/>
                    <a:pt x="2017" y="1"/>
                    <a:pt x="1074"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293" name="Google Shape;6293;p36"/>
            <p:cNvSpPr/>
            <p:nvPr/>
          </p:nvSpPr>
          <p:spPr>
            <a:xfrm>
              <a:off x="3437450" y="2866425"/>
              <a:ext cx="62425" cy="53275"/>
            </a:xfrm>
            <a:custGeom>
              <a:rect b="b" l="l" r="r" t="t"/>
              <a:pathLst>
                <a:path extrusionOk="0" h="2131" w="2497">
                  <a:moveTo>
                    <a:pt x="1074" y="0"/>
                  </a:moveTo>
                  <a:cubicBezTo>
                    <a:pt x="480" y="0"/>
                    <a:pt x="9" y="472"/>
                    <a:pt x="1" y="1065"/>
                  </a:cubicBezTo>
                  <a:cubicBezTo>
                    <a:pt x="1" y="1707"/>
                    <a:pt x="527" y="2131"/>
                    <a:pt x="1073" y="2131"/>
                  </a:cubicBezTo>
                  <a:cubicBezTo>
                    <a:pt x="1337" y="2131"/>
                    <a:pt x="1605" y="2032"/>
                    <a:pt x="1822" y="1813"/>
                  </a:cubicBezTo>
                  <a:cubicBezTo>
                    <a:pt x="2496" y="1146"/>
                    <a:pt x="2017" y="0"/>
                    <a:pt x="1074"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294" name="Google Shape;6294;p36"/>
            <p:cNvSpPr/>
            <p:nvPr/>
          </p:nvSpPr>
          <p:spPr>
            <a:xfrm>
              <a:off x="3437450" y="2942425"/>
              <a:ext cx="62425" cy="53450"/>
            </a:xfrm>
            <a:custGeom>
              <a:rect b="b" l="l" r="r" t="t"/>
              <a:pathLst>
                <a:path extrusionOk="0" h="2138" w="2497">
                  <a:moveTo>
                    <a:pt x="1074" y="1"/>
                  </a:moveTo>
                  <a:cubicBezTo>
                    <a:pt x="480" y="9"/>
                    <a:pt x="9" y="480"/>
                    <a:pt x="1" y="1066"/>
                  </a:cubicBezTo>
                  <a:cubicBezTo>
                    <a:pt x="1" y="1709"/>
                    <a:pt x="530" y="2137"/>
                    <a:pt x="1078" y="2137"/>
                  </a:cubicBezTo>
                  <a:cubicBezTo>
                    <a:pt x="1340" y="2137"/>
                    <a:pt x="1606" y="2040"/>
                    <a:pt x="1822" y="1822"/>
                  </a:cubicBezTo>
                  <a:cubicBezTo>
                    <a:pt x="2496" y="1147"/>
                    <a:pt x="2017" y="1"/>
                    <a:pt x="1074"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295" name="Google Shape;6295;p36"/>
            <p:cNvSpPr/>
            <p:nvPr/>
          </p:nvSpPr>
          <p:spPr>
            <a:xfrm>
              <a:off x="3437450" y="3018650"/>
              <a:ext cx="62425" cy="53425"/>
            </a:xfrm>
            <a:custGeom>
              <a:rect b="b" l="l" r="r" t="t"/>
              <a:pathLst>
                <a:path extrusionOk="0" h="2137" w="2497">
                  <a:moveTo>
                    <a:pt x="1074" y="0"/>
                  </a:moveTo>
                  <a:cubicBezTo>
                    <a:pt x="480" y="0"/>
                    <a:pt x="9" y="480"/>
                    <a:pt x="1" y="1065"/>
                  </a:cubicBezTo>
                  <a:cubicBezTo>
                    <a:pt x="1" y="1709"/>
                    <a:pt x="530" y="2137"/>
                    <a:pt x="1078" y="2137"/>
                  </a:cubicBezTo>
                  <a:cubicBezTo>
                    <a:pt x="1340" y="2137"/>
                    <a:pt x="1606" y="2039"/>
                    <a:pt x="1822" y="1821"/>
                  </a:cubicBezTo>
                  <a:cubicBezTo>
                    <a:pt x="2496" y="1146"/>
                    <a:pt x="2017" y="0"/>
                    <a:pt x="1074"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296" name="Google Shape;6296;p36"/>
            <p:cNvSpPr/>
            <p:nvPr/>
          </p:nvSpPr>
          <p:spPr>
            <a:xfrm>
              <a:off x="3437450" y="3094850"/>
              <a:ext cx="62425" cy="53350"/>
            </a:xfrm>
            <a:custGeom>
              <a:rect b="b" l="l" r="r" t="t"/>
              <a:pathLst>
                <a:path extrusionOk="0" h="2134" w="2497">
                  <a:moveTo>
                    <a:pt x="1074" y="1"/>
                  </a:moveTo>
                  <a:cubicBezTo>
                    <a:pt x="480" y="1"/>
                    <a:pt x="9" y="480"/>
                    <a:pt x="1" y="1066"/>
                  </a:cubicBezTo>
                  <a:cubicBezTo>
                    <a:pt x="1" y="1709"/>
                    <a:pt x="530" y="2134"/>
                    <a:pt x="1078" y="2134"/>
                  </a:cubicBezTo>
                  <a:cubicBezTo>
                    <a:pt x="1340" y="2134"/>
                    <a:pt x="1606" y="2037"/>
                    <a:pt x="1822" y="1822"/>
                  </a:cubicBezTo>
                  <a:cubicBezTo>
                    <a:pt x="2496" y="1147"/>
                    <a:pt x="2017" y="1"/>
                    <a:pt x="1074"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297" name="Google Shape;6297;p36"/>
            <p:cNvSpPr/>
            <p:nvPr/>
          </p:nvSpPr>
          <p:spPr>
            <a:xfrm>
              <a:off x="3513675" y="2637775"/>
              <a:ext cx="62425" cy="53450"/>
            </a:xfrm>
            <a:custGeom>
              <a:rect b="b" l="l" r="r" t="t"/>
              <a:pathLst>
                <a:path extrusionOk="0" h="2138" w="2497">
                  <a:moveTo>
                    <a:pt x="1065" y="1"/>
                  </a:moveTo>
                  <a:cubicBezTo>
                    <a:pt x="480" y="9"/>
                    <a:pt x="0" y="480"/>
                    <a:pt x="0" y="1074"/>
                  </a:cubicBezTo>
                  <a:cubicBezTo>
                    <a:pt x="0" y="1712"/>
                    <a:pt x="525" y="2137"/>
                    <a:pt x="1073" y="2137"/>
                  </a:cubicBezTo>
                  <a:cubicBezTo>
                    <a:pt x="1335" y="2137"/>
                    <a:pt x="1603" y="2040"/>
                    <a:pt x="1821" y="1822"/>
                  </a:cubicBezTo>
                  <a:cubicBezTo>
                    <a:pt x="2496"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298" name="Google Shape;6298;p36"/>
            <p:cNvSpPr/>
            <p:nvPr/>
          </p:nvSpPr>
          <p:spPr>
            <a:xfrm>
              <a:off x="3513675" y="2714000"/>
              <a:ext cx="62425" cy="53350"/>
            </a:xfrm>
            <a:custGeom>
              <a:rect b="b" l="l" r="r" t="t"/>
              <a:pathLst>
                <a:path extrusionOk="0" h="2134" w="2497">
                  <a:moveTo>
                    <a:pt x="1065" y="0"/>
                  </a:moveTo>
                  <a:cubicBezTo>
                    <a:pt x="480" y="0"/>
                    <a:pt x="0"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299" name="Google Shape;6299;p36"/>
            <p:cNvSpPr/>
            <p:nvPr/>
          </p:nvSpPr>
          <p:spPr>
            <a:xfrm>
              <a:off x="3513675" y="2790200"/>
              <a:ext cx="62425" cy="53350"/>
            </a:xfrm>
            <a:custGeom>
              <a:rect b="b" l="l" r="r" t="t"/>
              <a:pathLst>
                <a:path extrusionOk="0" h="2134" w="2497">
                  <a:moveTo>
                    <a:pt x="1065" y="1"/>
                  </a:moveTo>
                  <a:cubicBezTo>
                    <a:pt x="480" y="1"/>
                    <a:pt x="0" y="480"/>
                    <a:pt x="0" y="1066"/>
                  </a:cubicBezTo>
                  <a:cubicBezTo>
                    <a:pt x="0" y="1709"/>
                    <a:pt x="526" y="2134"/>
                    <a:pt x="1074" y="2134"/>
                  </a:cubicBezTo>
                  <a:cubicBezTo>
                    <a:pt x="1336" y="2134"/>
                    <a:pt x="1603" y="2037"/>
                    <a:pt x="1821" y="1822"/>
                  </a:cubicBezTo>
                  <a:cubicBezTo>
                    <a:pt x="2496"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300" name="Google Shape;6300;p36"/>
            <p:cNvSpPr/>
            <p:nvPr/>
          </p:nvSpPr>
          <p:spPr>
            <a:xfrm>
              <a:off x="3513675" y="2866425"/>
              <a:ext cx="62425" cy="53275"/>
            </a:xfrm>
            <a:custGeom>
              <a:rect b="b" l="l" r="r" t="t"/>
              <a:pathLst>
                <a:path extrusionOk="0" h="2131" w="2497">
                  <a:moveTo>
                    <a:pt x="1065" y="0"/>
                  </a:moveTo>
                  <a:cubicBezTo>
                    <a:pt x="480" y="0"/>
                    <a:pt x="0" y="472"/>
                    <a:pt x="0" y="1065"/>
                  </a:cubicBezTo>
                  <a:cubicBezTo>
                    <a:pt x="0" y="1707"/>
                    <a:pt x="522" y="2131"/>
                    <a:pt x="1069" y="2131"/>
                  </a:cubicBezTo>
                  <a:cubicBezTo>
                    <a:pt x="1333" y="2131"/>
                    <a:pt x="1602" y="2032"/>
                    <a:pt x="1821" y="1813"/>
                  </a:cubicBezTo>
                  <a:cubicBezTo>
                    <a:pt x="2496" y="1146"/>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301" name="Google Shape;6301;p36"/>
            <p:cNvSpPr/>
            <p:nvPr/>
          </p:nvSpPr>
          <p:spPr>
            <a:xfrm>
              <a:off x="3513675" y="2942425"/>
              <a:ext cx="62425" cy="53450"/>
            </a:xfrm>
            <a:custGeom>
              <a:rect b="b" l="l" r="r" t="t"/>
              <a:pathLst>
                <a:path extrusionOk="0" h="2138" w="2497">
                  <a:moveTo>
                    <a:pt x="1065" y="1"/>
                  </a:moveTo>
                  <a:cubicBezTo>
                    <a:pt x="480" y="9"/>
                    <a:pt x="0" y="480"/>
                    <a:pt x="0" y="1066"/>
                  </a:cubicBezTo>
                  <a:cubicBezTo>
                    <a:pt x="0" y="1709"/>
                    <a:pt x="525" y="2137"/>
                    <a:pt x="1074" y="2137"/>
                  </a:cubicBezTo>
                  <a:cubicBezTo>
                    <a:pt x="1336" y="2137"/>
                    <a:pt x="1603" y="2040"/>
                    <a:pt x="1821" y="1822"/>
                  </a:cubicBezTo>
                  <a:cubicBezTo>
                    <a:pt x="2496"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302" name="Google Shape;6302;p36"/>
            <p:cNvSpPr/>
            <p:nvPr/>
          </p:nvSpPr>
          <p:spPr>
            <a:xfrm>
              <a:off x="3513675" y="3018650"/>
              <a:ext cx="62425" cy="53425"/>
            </a:xfrm>
            <a:custGeom>
              <a:rect b="b" l="l" r="r" t="t"/>
              <a:pathLst>
                <a:path extrusionOk="0" h="2137" w="2497">
                  <a:moveTo>
                    <a:pt x="1065" y="0"/>
                  </a:moveTo>
                  <a:cubicBezTo>
                    <a:pt x="480" y="0"/>
                    <a:pt x="0" y="480"/>
                    <a:pt x="0" y="1065"/>
                  </a:cubicBezTo>
                  <a:cubicBezTo>
                    <a:pt x="0" y="1709"/>
                    <a:pt x="525" y="2137"/>
                    <a:pt x="1074" y="2137"/>
                  </a:cubicBezTo>
                  <a:cubicBezTo>
                    <a:pt x="1336" y="2137"/>
                    <a:pt x="1603" y="2039"/>
                    <a:pt x="1821" y="1821"/>
                  </a:cubicBezTo>
                  <a:cubicBezTo>
                    <a:pt x="2496" y="1146"/>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303" name="Google Shape;6303;p36"/>
            <p:cNvSpPr/>
            <p:nvPr/>
          </p:nvSpPr>
          <p:spPr>
            <a:xfrm>
              <a:off x="3513675" y="3094850"/>
              <a:ext cx="62425" cy="53350"/>
            </a:xfrm>
            <a:custGeom>
              <a:rect b="b" l="l" r="r" t="t"/>
              <a:pathLst>
                <a:path extrusionOk="0" h="2134" w="2497">
                  <a:moveTo>
                    <a:pt x="1065" y="1"/>
                  </a:moveTo>
                  <a:cubicBezTo>
                    <a:pt x="480" y="1"/>
                    <a:pt x="0" y="480"/>
                    <a:pt x="0" y="1066"/>
                  </a:cubicBezTo>
                  <a:cubicBezTo>
                    <a:pt x="0" y="1709"/>
                    <a:pt x="526" y="2134"/>
                    <a:pt x="1074" y="2134"/>
                  </a:cubicBezTo>
                  <a:cubicBezTo>
                    <a:pt x="1336" y="2134"/>
                    <a:pt x="1603" y="2037"/>
                    <a:pt x="1821" y="1822"/>
                  </a:cubicBezTo>
                  <a:cubicBezTo>
                    <a:pt x="2496"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304" name="Google Shape;6304;p36"/>
            <p:cNvSpPr/>
            <p:nvPr/>
          </p:nvSpPr>
          <p:spPr>
            <a:xfrm>
              <a:off x="3513675" y="3171075"/>
              <a:ext cx="62425" cy="53275"/>
            </a:xfrm>
            <a:custGeom>
              <a:rect b="b" l="l" r="r" t="t"/>
              <a:pathLst>
                <a:path extrusionOk="0" h="2131" w="2497">
                  <a:moveTo>
                    <a:pt x="1065" y="0"/>
                  </a:moveTo>
                  <a:cubicBezTo>
                    <a:pt x="480" y="0"/>
                    <a:pt x="0" y="472"/>
                    <a:pt x="0" y="1065"/>
                  </a:cubicBezTo>
                  <a:cubicBezTo>
                    <a:pt x="0" y="1707"/>
                    <a:pt x="522" y="2131"/>
                    <a:pt x="1069" y="2131"/>
                  </a:cubicBezTo>
                  <a:cubicBezTo>
                    <a:pt x="1333" y="2131"/>
                    <a:pt x="1602" y="2032"/>
                    <a:pt x="1821" y="1813"/>
                  </a:cubicBezTo>
                  <a:cubicBezTo>
                    <a:pt x="2496" y="1146"/>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305" name="Google Shape;6305;p36"/>
            <p:cNvSpPr/>
            <p:nvPr/>
          </p:nvSpPr>
          <p:spPr>
            <a:xfrm>
              <a:off x="3589875" y="3171075"/>
              <a:ext cx="62225" cy="53275"/>
            </a:xfrm>
            <a:custGeom>
              <a:rect b="b" l="l" r="r" t="t"/>
              <a:pathLst>
                <a:path extrusionOk="0" h="2131" w="2489">
                  <a:moveTo>
                    <a:pt x="1066" y="0"/>
                  </a:moveTo>
                  <a:cubicBezTo>
                    <a:pt x="480" y="0"/>
                    <a:pt x="1" y="472"/>
                    <a:pt x="1" y="1065"/>
                  </a:cubicBezTo>
                  <a:cubicBezTo>
                    <a:pt x="1" y="1707"/>
                    <a:pt x="523" y="2131"/>
                    <a:pt x="1070" y="2131"/>
                  </a:cubicBezTo>
                  <a:cubicBezTo>
                    <a:pt x="1333" y="2131"/>
                    <a:pt x="1602" y="2032"/>
                    <a:pt x="1822" y="1813"/>
                  </a:cubicBezTo>
                  <a:cubicBezTo>
                    <a:pt x="2488" y="1146"/>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306" name="Google Shape;6306;p36"/>
            <p:cNvSpPr/>
            <p:nvPr/>
          </p:nvSpPr>
          <p:spPr>
            <a:xfrm>
              <a:off x="3666100" y="2637775"/>
              <a:ext cx="62200" cy="53450"/>
            </a:xfrm>
            <a:custGeom>
              <a:rect b="b" l="l" r="r" t="t"/>
              <a:pathLst>
                <a:path extrusionOk="0" h="2138" w="2488">
                  <a:moveTo>
                    <a:pt x="1065" y="1"/>
                  </a:moveTo>
                  <a:cubicBezTo>
                    <a:pt x="480" y="9"/>
                    <a:pt x="0" y="480"/>
                    <a:pt x="0" y="1074"/>
                  </a:cubicBezTo>
                  <a:cubicBezTo>
                    <a:pt x="0" y="1712"/>
                    <a:pt x="525" y="2137"/>
                    <a:pt x="1073" y="2137"/>
                  </a:cubicBezTo>
                  <a:cubicBezTo>
                    <a:pt x="1335" y="2137"/>
                    <a:pt x="1603" y="2040"/>
                    <a:pt x="1821" y="1822"/>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307" name="Google Shape;6307;p36"/>
            <p:cNvSpPr/>
            <p:nvPr/>
          </p:nvSpPr>
          <p:spPr>
            <a:xfrm>
              <a:off x="3666100" y="2714000"/>
              <a:ext cx="62200" cy="53350"/>
            </a:xfrm>
            <a:custGeom>
              <a:rect b="b" l="l" r="r" t="t"/>
              <a:pathLst>
                <a:path extrusionOk="0" h="2134" w="2488">
                  <a:moveTo>
                    <a:pt x="1065" y="0"/>
                  </a:moveTo>
                  <a:cubicBezTo>
                    <a:pt x="480" y="0"/>
                    <a:pt x="0" y="480"/>
                    <a:pt x="0" y="1065"/>
                  </a:cubicBezTo>
                  <a:cubicBezTo>
                    <a:pt x="0" y="1709"/>
                    <a:pt x="526"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308" name="Google Shape;6308;p36"/>
            <p:cNvSpPr/>
            <p:nvPr/>
          </p:nvSpPr>
          <p:spPr>
            <a:xfrm>
              <a:off x="3666100" y="2790200"/>
              <a:ext cx="62200" cy="53350"/>
            </a:xfrm>
            <a:custGeom>
              <a:rect b="b" l="l" r="r" t="t"/>
              <a:pathLst>
                <a:path extrusionOk="0" h="2134" w="2488">
                  <a:moveTo>
                    <a:pt x="1065" y="1"/>
                  </a:moveTo>
                  <a:cubicBezTo>
                    <a:pt x="480" y="1"/>
                    <a:pt x="0" y="480"/>
                    <a:pt x="0" y="1066"/>
                  </a:cubicBezTo>
                  <a:cubicBezTo>
                    <a:pt x="0" y="1709"/>
                    <a:pt x="526" y="2134"/>
                    <a:pt x="1074" y="2134"/>
                  </a:cubicBezTo>
                  <a:cubicBezTo>
                    <a:pt x="1336" y="2134"/>
                    <a:pt x="1603" y="2037"/>
                    <a:pt x="1821" y="1822"/>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309" name="Google Shape;6309;p36"/>
            <p:cNvSpPr/>
            <p:nvPr/>
          </p:nvSpPr>
          <p:spPr>
            <a:xfrm>
              <a:off x="3666100" y="2942425"/>
              <a:ext cx="62200" cy="53450"/>
            </a:xfrm>
            <a:custGeom>
              <a:rect b="b" l="l" r="r" t="t"/>
              <a:pathLst>
                <a:path extrusionOk="0" h="2138" w="2488">
                  <a:moveTo>
                    <a:pt x="1065" y="1"/>
                  </a:moveTo>
                  <a:cubicBezTo>
                    <a:pt x="480" y="9"/>
                    <a:pt x="0" y="480"/>
                    <a:pt x="0" y="1066"/>
                  </a:cubicBezTo>
                  <a:cubicBezTo>
                    <a:pt x="0" y="1709"/>
                    <a:pt x="526" y="2137"/>
                    <a:pt x="1074" y="2137"/>
                  </a:cubicBezTo>
                  <a:cubicBezTo>
                    <a:pt x="1336" y="2137"/>
                    <a:pt x="1603" y="2040"/>
                    <a:pt x="1821" y="1822"/>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310" name="Google Shape;6310;p36"/>
            <p:cNvSpPr/>
            <p:nvPr/>
          </p:nvSpPr>
          <p:spPr>
            <a:xfrm>
              <a:off x="3666100" y="3018650"/>
              <a:ext cx="62200" cy="53425"/>
            </a:xfrm>
            <a:custGeom>
              <a:rect b="b" l="l" r="r" t="t"/>
              <a:pathLst>
                <a:path extrusionOk="0" h="2137" w="2488">
                  <a:moveTo>
                    <a:pt x="1065" y="0"/>
                  </a:moveTo>
                  <a:cubicBezTo>
                    <a:pt x="480" y="0"/>
                    <a:pt x="0" y="480"/>
                    <a:pt x="0" y="1065"/>
                  </a:cubicBezTo>
                  <a:cubicBezTo>
                    <a:pt x="0" y="1709"/>
                    <a:pt x="526" y="2137"/>
                    <a:pt x="1074" y="2137"/>
                  </a:cubicBezTo>
                  <a:cubicBezTo>
                    <a:pt x="1336" y="2137"/>
                    <a:pt x="1603" y="2039"/>
                    <a:pt x="1821" y="1821"/>
                  </a:cubicBezTo>
                  <a:cubicBezTo>
                    <a:pt x="2488" y="1146"/>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311" name="Google Shape;6311;p36"/>
            <p:cNvSpPr/>
            <p:nvPr/>
          </p:nvSpPr>
          <p:spPr>
            <a:xfrm>
              <a:off x="3666100" y="3094850"/>
              <a:ext cx="62200" cy="53350"/>
            </a:xfrm>
            <a:custGeom>
              <a:rect b="b" l="l" r="r" t="t"/>
              <a:pathLst>
                <a:path extrusionOk="0" h="2134" w="2488">
                  <a:moveTo>
                    <a:pt x="1065" y="1"/>
                  </a:moveTo>
                  <a:cubicBezTo>
                    <a:pt x="480" y="1"/>
                    <a:pt x="0" y="480"/>
                    <a:pt x="0" y="1066"/>
                  </a:cubicBezTo>
                  <a:cubicBezTo>
                    <a:pt x="0" y="1709"/>
                    <a:pt x="526" y="2134"/>
                    <a:pt x="1074" y="2134"/>
                  </a:cubicBezTo>
                  <a:cubicBezTo>
                    <a:pt x="1336" y="2134"/>
                    <a:pt x="1603" y="2037"/>
                    <a:pt x="1821" y="1822"/>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312" name="Google Shape;6312;p36"/>
            <p:cNvSpPr/>
            <p:nvPr/>
          </p:nvSpPr>
          <p:spPr>
            <a:xfrm>
              <a:off x="3666100" y="3171075"/>
              <a:ext cx="62200" cy="53275"/>
            </a:xfrm>
            <a:custGeom>
              <a:rect b="b" l="l" r="r" t="t"/>
              <a:pathLst>
                <a:path extrusionOk="0" h="2131" w="2488">
                  <a:moveTo>
                    <a:pt x="1065" y="0"/>
                  </a:moveTo>
                  <a:cubicBezTo>
                    <a:pt x="480" y="0"/>
                    <a:pt x="0" y="472"/>
                    <a:pt x="0" y="1065"/>
                  </a:cubicBezTo>
                  <a:cubicBezTo>
                    <a:pt x="0" y="1707"/>
                    <a:pt x="523" y="2131"/>
                    <a:pt x="1069" y="2131"/>
                  </a:cubicBezTo>
                  <a:cubicBezTo>
                    <a:pt x="1333" y="2131"/>
                    <a:pt x="1602" y="2032"/>
                    <a:pt x="1821" y="1813"/>
                  </a:cubicBezTo>
                  <a:cubicBezTo>
                    <a:pt x="2488" y="1146"/>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313" name="Google Shape;6313;p36"/>
            <p:cNvSpPr/>
            <p:nvPr/>
          </p:nvSpPr>
          <p:spPr>
            <a:xfrm>
              <a:off x="3742300" y="2637775"/>
              <a:ext cx="62225" cy="53450"/>
            </a:xfrm>
            <a:custGeom>
              <a:rect b="b" l="l" r="r" t="t"/>
              <a:pathLst>
                <a:path extrusionOk="0" h="2138" w="2489">
                  <a:moveTo>
                    <a:pt x="1066" y="1"/>
                  </a:moveTo>
                  <a:cubicBezTo>
                    <a:pt x="481" y="1"/>
                    <a:pt x="1" y="480"/>
                    <a:pt x="1" y="1074"/>
                  </a:cubicBezTo>
                  <a:cubicBezTo>
                    <a:pt x="1" y="1712"/>
                    <a:pt x="525" y="2137"/>
                    <a:pt x="1071" y="2137"/>
                  </a:cubicBezTo>
                  <a:cubicBezTo>
                    <a:pt x="1332" y="2137"/>
                    <a:pt x="1598" y="2040"/>
                    <a:pt x="1814" y="1822"/>
                  </a:cubicBezTo>
                  <a:cubicBezTo>
                    <a:pt x="2489" y="1155"/>
                    <a:pt x="2017" y="9"/>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314" name="Google Shape;6314;p36"/>
            <p:cNvSpPr/>
            <p:nvPr/>
          </p:nvSpPr>
          <p:spPr>
            <a:xfrm>
              <a:off x="3742300" y="2714000"/>
              <a:ext cx="62225" cy="53350"/>
            </a:xfrm>
            <a:custGeom>
              <a:rect b="b" l="l" r="r" t="t"/>
              <a:pathLst>
                <a:path extrusionOk="0" h="2134" w="2489">
                  <a:moveTo>
                    <a:pt x="1066" y="0"/>
                  </a:moveTo>
                  <a:cubicBezTo>
                    <a:pt x="481" y="0"/>
                    <a:pt x="1" y="480"/>
                    <a:pt x="1" y="1065"/>
                  </a:cubicBezTo>
                  <a:cubicBezTo>
                    <a:pt x="1" y="1709"/>
                    <a:pt x="526" y="2133"/>
                    <a:pt x="1072" y="2133"/>
                  </a:cubicBezTo>
                  <a:cubicBezTo>
                    <a:pt x="1333" y="2133"/>
                    <a:pt x="1598" y="2036"/>
                    <a:pt x="1814" y="1821"/>
                  </a:cubicBezTo>
                  <a:cubicBezTo>
                    <a:pt x="2489" y="1155"/>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315" name="Google Shape;6315;p36"/>
            <p:cNvSpPr/>
            <p:nvPr/>
          </p:nvSpPr>
          <p:spPr>
            <a:xfrm>
              <a:off x="3742300" y="2790200"/>
              <a:ext cx="62225" cy="53350"/>
            </a:xfrm>
            <a:custGeom>
              <a:rect b="b" l="l" r="r" t="t"/>
              <a:pathLst>
                <a:path extrusionOk="0" h="2134" w="2489">
                  <a:moveTo>
                    <a:pt x="1066" y="1"/>
                  </a:moveTo>
                  <a:cubicBezTo>
                    <a:pt x="481" y="1"/>
                    <a:pt x="1" y="472"/>
                    <a:pt x="1" y="1066"/>
                  </a:cubicBezTo>
                  <a:cubicBezTo>
                    <a:pt x="1" y="1709"/>
                    <a:pt x="526" y="2134"/>
                    <a:pt x="1072" y="2134"/>
                  </a:cubicBezTo>
                  <a:cubicBezTo>
                    <a:pt x="1333" y="2134"/>
                    <a:pt x="1598" y="2037"/>
                    <a:pt x="1814" y="1822"/>
                  </a:cubicBezTo>
                  <a:cubicBezTo>
                    <a:pt x="2489"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316" name="Google Shape;6316;p36"/>
            <p:cNvSpPr/>
            <p:nvPr/>
          </p:nvSpPr>
          <p:spPr>
            <a:xfrm>
              <a:off x="3742300" y="2942425"/>
              <a:ext cx="62225" cy="53450"/>
            </a:xfrm>
            <a:custGeom>
              <a:rect b="b" l="l" r="r" t="t"/>
              <a:pathLst>
                <a:path extrusionOk="0" h="2138" w="2489">
                  <a:moveTo>
                    <a:pt x="1066" y="1"/>
                  </a:moveTo>
                  <a:cubicBezTo>
                    <a:pt x="481" y="1"/>
                    <a:pt x="1" y="480"/>
                    <a:pt x="1" y="1066"/>
                  </a:cubicBezTo>
                  <a:cubicBezTo>
                    <a:pt x="1" y="1709"/>
                    <a:pt x="526" y="2137"/>
                    <a:pt x="1072" y="2137"/>
                  </a:cubicBezTo>
                  <a:cubicBezTo>
                    <a:pt x="1333" y="2137"/>
                    <a:pt x="1598" y="2040"/>
                    <a:pt x="1814" y="1822"/>
                  </a:cubicBezTo>
                  <a:cubicBezTo>
                    <a:pt x="2489" y="1155"/>
                    <a:pt x="2017" y="9"/>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317" name="Google Shape;6317;p36"/>
            <p:cNvSpPr/>
            <p:nvPr/>
          </p:nvSpPr>
          <p:spPr>
            <a:xfrm>
              <a:off x="3742300" y="3018650"/>
              <a:ext cx="62225" cy="53350"/>
            </a:xfrm>
            <a:custGeom>
              <a:rect b="b" l="l" r="r" t="t"/>
              <a:pathLst>
                <a:path extrusionOk="0" h="2134" w="2489">
                  <a:moveTo>
                    <a:pt x="1066" y="0"/>
                  </a:moveTo>
                  <a:cubicBezTo>
                    <a:pt x="481" y="0"/>
                    <a:pt x="1" y="480"/>
                    <a:pt x="1" y="1065"/>
                  </a:cubicBezTo>
                  <a:cubicBezTo>
                    <a:pt x="1" y="1709"/>
                    <a:pt x="526" y="2133"/>
                    <a:pt x="1072" y="2133"/>
                  </a:cubicBezTo>
                  <a:cubicBezTo>
                    <a:pt x="1333" y="2133"/>
                    <a:pt x="1598" y="2036"/>
                    <a:pt x="1814" y="1821"/>
                  </a:cubicBezTo>
                  <a:cubicBezTo>
                    <a:pt x="2489" y="1155"/>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318" name="Google Shape;6318;p36"/>
            <p:cNvSpPr/>
            <p:nvPr/>
          </p:nvSpPr>
          <p:spPr>
            <a:xfrm>
              <a:off x="3742300" y="3094850"/>
              <a:ext cx="62225" cy="53350"/>
            </a:xfrm>
            <a:custGeom>
              <a:rect b="b" l="l" r="r" t="t"/>
              <a:pathLst>
                <a:path extrusionOk="0" h="2134" w="2489">
                  <a:moveTo>
                    <a:pt x="1066" y="1"/>
                  </a:moveTo>
                  <a:cubicBezTo>
                    <a:pt x="481" y="1"/>
                    <a:pt x="1" y="480"/>
                    <a:pt x="1" y="1066"/>
                  </a:cubicBezTo>
                  <a:cubicBezTo>
                    <a:pt x="1" y="1709"/>
                    <a:pt x="526" y="2134"/>
                    <a:pt x="1072" y="2134"/>
                  </a:cubicBezTo>
                  <a:cubicBezTo>
                    <a:pt x="1333" y="2134"/>
                    <a:pt x="1598" y="2037"/>
                    <a:pt x="1814" y="1822"/>
                  </a:cubicBezTo>
                  <a:cubicBezTo>
                    <a:pt x="2489"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319" name="Google Shape;6319;p36"/>
            <p:cNvSpPr/>
            <p:nvPr/>
          </p:nvSpPr>
          <p:spPr>
            <a:xfrm>
              <a:off x="3742300" y="3171075"/>
              <a:ext cx="62225" cy="53300"/>
            </a:xfrm>
            <a:custGeom>
              <a:rect b="b" l="l" r="r" t="t"/>
              <a:pathLst>
                <a:path extrusionOk="0" h="2132" w="2489">
                  <a:moveTo>
                    <a:pt x="1066" y="0"/>
                  </a:moveTo>
                  <a:cubicBezTo>
                    <a:pt x="481" y="0"/>
                    <a:pt x="1" y="472"/>
                    <a:pt x="1" y="1065"/>
                  </a:cubicBezTo>
                  <a:cubicBezTo>
                    <a:pt x="1" y="1705"/>
                    <a:pt x="528" y="2131"/>
                    <a:pt x="1076" y="2131"/>
                  </a:cubicBezTo>
                  <a:cubicBezTo>
                    <a:pt x="1335" y="2131"/>
                    <a:pt x="1599" y="2036"/>
                    <a:pt x="1814" y="1821"/>
                  </a:cubicBezTo>
                  <a:cubicBezTo>
                    <a:pt x="2489" y="1146"/>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320" name="Google Shape;6320;p36"/>
            <p:cNvSpPr/>
            <p:nvPr/>
          </p:nvSpPr>
          <p:spPr>
            <a:xfrm>
              <a:off x="3742300" y="3247075"/>
              <a:ext cx="62225" cy="53450"/>
            </a:xfrm>
            <a:custGeom>
              <a:rect b="b" l="l" r="r" t="t"/>
              <a:pathLst>
                <a:path extrusionOk="0" h="2138" w="2489">
                  <a:moveTo>
                    <a:pt x="1066" y="1"/>
                  </a:moveTo>
                  <a:cubicBezTo>
                    <a:pt x="481" y="9"/>
                    <a:pt x="1" y="480"/>
                    <a:pt x="1" y="1074"/>
                  </a:cubicBezTo>
                  <a:cubicBezTo>
                    <a:pt x="1" y="1712"/>
                    <a:pt x="525" y="2137"/>
                    <a:pt x="1071" y="2137"/>
                  </a:cubicBezTo>
                  <a:cubicBezTo>
                    <a:pt x="1332" y="2137"/>
                    <a:pt x="1598" y="2040"/>
                    <a:pt x="1814" y="1822"/>
                  </a:cubicBezTo>
                  <a:cubicBezTo>
                    <a:pt x="2489" y="1155"/>
                    <a:pt x="2017" y="9"/>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321" name="Google Shape;6321;p36"/>
            <p:cNvSpPr/>
            <p:nvPr/>
          </p:nvSpPr>
          <p:spPr>
            <a:xfrm>
              <a:off x="3818525" y="2714000"/>
              <a:ext cx="62225" cy="53350"/>
            </a:xfrm>
            <a:custGeom>
              <a:rect b="b" l="l" r="r" t="t"/>
              <a:pathLst>
                <a:path extrusionOk="0" h="2134" w="2489">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322" name="Google Shape;6322;p36"/>
            <p:cNvSpPr/>
            <p:nvPr/>
          </p:nvSpPr>
          <p:spPr>
            <a:xfrm>
              <a:off x="3818525" y="2790200"/>
              <a:ext cx="62225" cy="53350"/>
            </a:xfrm>
            <a:custGeom>
              <a:rect b="b" l="l" r="r" t="t"/>
              <a:pathLst>
                <a:path extrusionOk="0" h="2134" w="2489">
                  <a:moveTo>
                    <a:pt x="1065" y="1"/>
                  </a:moveTo>
                  <a:cubicBezTo>
                    <a:pt x="480" y="1"/>
                    <a:pt x="0" y="480"/>
                    <a:pt x="0" y="1066"/>
                  </a:cubicBezTo>
                  <a:cubicBezTo>
                    <a:pt x="0" y="1709"/>
                    <a:pt x="526" y="2134"/>
                    <a:pt x="1074" y="2134"/>
                  </a:cubicBezTo>
                  <a:cubicBezTo>
                    <a:pt x="1336" y="2134"/>
                    <a:pt x="1603" y="2037"/>
                    <a:pt x="1821" y="1822"/>
                  </a:cubicBezTo>
                  <a:cubicBezTo>
                    <a:pt x="2488" y="1147"/>
                    <a:pt x="2017"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323" name="Google Shape;6323;p36"/>
            <p:cNvSpPr/>
            <p:nvPr/>
          </p:nvSpPr>
          <p:spPr>
            <a:xfrm>
              <a:off x="3818525" y="2942425"/>
              <a:ext cx="62225" cy="53450"/>
            </a:xfrm>
            <a:custGeom>
              <a:rect b="b" l="l" r="r" t="t"/>
              <a:pathLst>
                <a:path extrusionOk="0" h="2138" w="2489">
                  <a:moveTo>
                    <a:pt x="1065" y="1"/>
                  </a:moveTo>
                  <a:cubicBezTo>
                    <a:pt x="480" y="1"/>
                    <a:pt x="0" y="480"/>
                    <a:pt x="0" y="1066"/>
                  </a:cubicBezTo>
                  <a:cubicBezTo>
                    <a:pt x="0" y="1709"/>
                    <a:pt x="526" y="2137"/>
                    <a:pt x="1074" y="2137"/>
                  </a:cubicBezTo>
                  <a:cubicBezTo>
                    <a:pt x="1336" y="2137"/>
                    <a:pt x="1603" y="2040"/>
                    <a:pt x="1821" y="1822"/>
                  </a:cubicBezTo>
                  <a:cubicBezTo>
                    <a:pt x="2488" y="1147"/>
                    <a:pt x="2017"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324" name="Google Shape;6324;p36"/>
            <p:cNvSpPr/>
            <p:nvPr/>
          </p:nvSpPr>
          <p:spPr>
            <a:xfrm>
              <a:off x="3818525" y="3018650"/>
              <a:ext cx="62225" cy="53425"/>
            </a:xfrm>
            <a:custGeom>
              <a:rect b="b" l="l" r="r" t="t"/>
              <a:pathLst>
                <a:path extrusionOk="0" h="2137" w="2489">
                  <a:moveTo>
                    <a:pt x="1065" y="0"/>
                  </a:moveTo>
                  <a:cubicBezTo>
                    <a:pt x="480" y="0"/>
                    <a:pt x="0" y="480"/>
                    <a:pt x="0" y="1065"/>
                  </a:cubicBezTo>
                  <a:cubicBezTo>
                    <a:pt x="0" y="1709"/>
                    <a:pt x="526" y="2137"/>
                    <a:pt x="1074" y="2137"/>
                  </a:cubicBezTo>
                  <a:cubicBezTo>
                    <a:pt x="1336" y="2137"/>
                    <a:pt x="1603" y="2039"/>
                    <a:pt x="1821" y="1821"/>
                  </a:cubicBezTo>
                  <a:cubicBezTo>
                    <a:pt x="2488" y="1146"/>
                    <a:pt x="2017"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325" name="Google Shape;6325;p36"/>
            <p:cNvSpPr/>
            <p:nvPr/>
          </p:nvSpPr>
          <p:spPr>
            <a:xfrm>
              <a:off x="3818525" y="3094850"/>
              <a:ext cx="62225" cy="53350"/>
            </a:xfrm>
            <a:custGeom>
              <a:rect b="b" l="l" r="r" t="t"/>
              <a:pathLst>
                <a:path extrusionOk="0" h="2134" w="2489">
                  <a:moveTo>
                    <a:pt x="1065" y="1"/>
                  </a:moveTo>
                  <a:cubicBezTo>
                    <a:pt x="480" y="1"/>
                    <a:pt x="0" y="480"/>
                    <a:pt x="0" y="1066"/>
                  </a:cubicBezTo>
                  <a:cubicBezTo>
                    <a:pt x="0" y="1709"/>
                    <a:pt x="526" y="2134"/>
                    <a:pt x="1074" y="2134"/>
                  </a:cubicBezTo>
                  <a:cubicBezTo>
                    <a:pt x="1336" y="2134"/>
                    <a:pt x="1603" y="2037"/>
                    <a:pt x="1821" y="1822"/>
                  </a:cubicBezTo>
                  <a:cubicBezTo>
                    <a:pt x="2488" y="1147"/>
                    <a:pt x="2017"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326" name="Google Shape;6326;p36"/>
            <p:cNvSpPr/>
            <p:nvPr/>
          </p:nvSpPr>
          <p:spPr>
            <a:xfrm>
              <a:off x="3818525" y="3171075"/>
              <a:ext cx="62225" cy="53275"/>
            </a:xfrm>
            <a:custGeom>
              <a:rect b="b" l="l" r="r" t="t"/>
              <a:pathLst>
                <a:path extrusionOk="0" h="2131" w="2489">
                  <a:moveTo>
                    <a:pt x="1065" y="0"/>
                  </a:moveTo>
                  <a:cubicBezTo>
                    <a:pt x="480" y="0"/>
                    <a:pt x="0" y="472"/>
                    <a:pt x="0" y="1065"/>
                  </a:cubicBezTo>
                  <a:cubicBezTo>
                    <a:pt x="0" y="1707"/>
                    <a:pt x="523" y="2131"/>
                    <a:pt x="1070" y="2131"/>
                  </a:cubicBezTo>
                  <a:cubicBezTo>
                    <a:pt x="1333" y="2131"/>
                    <a:pt x="1602" y="2032"/>
                    <a:pt x="1821" y="1813"/>
                  </a:cubicBezTo>
                  <a:cubicBezTo>
                    <a:pt x="2488" y="1146"/>
                    <a:pt x="2017"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327" name="Google Shape;6327;p36"/>
            <p:cNvSpPr/>
            <p:nvPr/>
          </p:nvSpPr>
          <p:spPr>
            <a:xfrm>
              <a:off x="3818525" y="3247075"/>
              <a:ext cx="62225" cy="53450"/>
            </a:xfrm>
            <a:custGeom>
              <a:rect b="b" l="l" r="r" t="t"/>
              <a:pathLst>
                <a:path extrusionOk="0" h="2138" w="2489">
                  <a:moveTo>
                    <a:pt x="1065" y="1"/>
                  </a:moveTo>
                  <a:cubicBezTo>
                    <a:pt x="480" y="9"/>
                    <a:pt x="0" y="480"/>
                    <a:pt x="0" y="1074"/>
                  </a:cubicBezTo>
                  <a:cubicBezTo>
                    <a:pt x="0" y="1712"/>
                    <a:pt x="525" y="2137"/>
                    <a:pt x="1073" y="2137"/>
                  </a:cubicBezTo>
                  <a:cubicBezTo>
                    <a:pt x="1335" y="2137"/>
                    <a:pt x="1603" y="2040"/>
                    <a:pt x="1821" y="1822"/>
                  </a:cubicBezTo>
                  <a:cubicBezTo>
                    <a:pt x="2488" y="1155"/>
                    <a:pt x="2017"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328" name="Google Shape;6328;p36"/>
            <p:cNvSpPr/>
            <p:nvPr/>
          </p:nvSpPr>
          <p:spPr>
            <a:xfrm>
              <a:off x="3818525" y="3323300"/>
              <a:ext cx="62225" cy="53425"/>
            </a:xfrm>
            <a:custGeom>
              <a:rect b="b" l="l" r="r" t="t"/>
              <a:pathLst>
                <a:path extrusionOk="0" h="2137" w="2489">
                  <a:moveTo>
                    <a:pt x="1065" y="0"/>
                  </a:moveTo>
                  <a:cubicBezTo>
                    <a:pt x="480" y="0"/>
                    <a:pt x="0" y="480"/>
                    <a:pt x="0" y="1065"/>
                  </a:cubicBezTo>
                  <a:cubicBezTo>
                    <a:pt x="0" y="1709"/>
                    <a:pt x="526" y="2137"/>
                    <a:pt x="1074" y="2137"/>
                  </a:cubicBezTo>
                  <a:cubicBezTo>
                    <a:pt x="1336" y="2137"/>
                    <a:pt x="1603" y="2039"/>
                    <a:pt x="1821" y="1821"/>
                  </a:cubicBezTo>
                  <a:cubicBezTo>
                    <a:pt x="2488" y="1154"/>
                    <a:pt x="2017"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329" name="Google Shape;6329;p36"/>
            <p:cNvSpPr/>
            <p:nvPr/>
          </p:nvSpPr>
          <p:spPr>
            <a:xfrm>
              <a:off x="3818525" y="3399500"/>
              <a:ext cx="62225" cy="53350"/>
            </a:xfrm>
            <a:custGeom>
              <a:rect b="b" l="l" r="r" t="t"/>
              <a:pathLst>
                <a:path extrusionOk="0" h="2134" w="2489">
                  <a:moveTo>
                    <a:pt x="1065" y="1"/>
                  </a:moveTo>
                  <a:cubicBezTo>
                    <a:pt x="480" y="1"/>
                    <a:pt x="0" y="480"/>
                    <a:pt x="0" y="1066"/>
                  </a:cubicBezTo>
                  <a:cubicBezTo>
                    <a:pt x="0" y="1709"/>
                    <a:pt x="526" y="2134"/>
                    <a:pt x="1074" y="2134"/>
                  </a:cubicBezTo>
                  <a:cubicBezTo>
                    <a:pt x="1336" y="2134"/>
                    <a:pt x="1603" y="2037"/>
                    <a:pt x="1821" y="1822"/>
                  </a:cubicBezTo>
                  <a:cubicBezTo>
                    <a:pt x="2488" y="1147"/>
                    <a:pt x="2017"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330" name="Google Shape;6330;p36"/>
            <p:cNvSpPr/>
            <p:nvPr/>
          </p:nvSpPr>
          <p:spPr>
            <a:xfrm>
              <a:off x="3818525" y="3780375"/>
              <a:ext cx="62425" cy="53425"/>
            </a:xfrm>
            <a:custGeom>
              <a:rect b="b" l="l" r="r" t="t"/>
              <a:pathLst>
                <a:path extrusionOk="0" h="2137" w="2497">
                  <a:moveTo>
                    <a:pt x="1065" y="0"/>
                  </a:moveTo>
                  <a:cubicBezTo>
                    <a:pt x="480" y="0"/>
                    <a:pt x="0" y="480"/>
                    <a:pt x="0" y="1065"/>
                  </a:cubicBezTo>
                  <a:cubicBezTo>
                    <a:pt x="0" y="1709"/>
                    <a:pt x="529" y="2137"/>
                    <a:pt x="1078" y="2137"/>
                  </a:cubicBezTo>
                  <a:cubicBezTo>
                    <a:pt x="1340" y="2137"/>
                    <a:pt x="1606" y="2039"/>
                    <a:pt x="1821" y="1821"/>
                  </a:cubicBezTo>
                  <a:cubicBezTo>
                    <a:pt x="2496" y="1146"/>
                    <a:pt x="2017"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331" name="Google Shape;6331;p36"/>
            <p:cNvSpPr/>
            <p:nvPr/>
          </p:nvSpPr>
          <p:spPr>
            <a:xfrm>
              <a:off x="3894725" y="2790200"/>
              <a:ext cx="62225" cy="53350"/>
            </a:xfrm>
            <a:custGeom>
              <a:rect b="b" l="l" r="r" t="t"/>
              <a:pathLst>
                <a:path extrusionOk="0" h="2134" w="2489">
                  <a:moveTo>
                    <a:pt x="1066" y="1"/>
                  </a:moveTo>
                  <a:cubicBezTo>
                    <a:pt x="481" y="1"/>
                    <a:pt x="1" y="480"/>
                    <a:pt x="1" y="1066"/>
                  </a:cubicBezTo>
                  <a:cubicBezTo>
                    <a:pt x="1" y="1709"/>
                    <a:pt x="526" y="2134"/>
                    <a:pt x="1075" y="2134"/>
                  </a:cubicBezTo>
                  <a:cubicBezTo>
                    <a:pt x="1337" y="2134"/>
                    <a:pt x="1604" y="2037"/>
                    <a:pt x="1822" y="1822"/>
                  </a:cubicBezTo>
                  <a:cubicBezTo>
                    <a:pt x="2489"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332" name="Google Shape;6332;p36"/>
            <p:cNvSpPr/>
            <p:nvPr/>
          </p:nvSpPr>
          <p:spPr>
            <a:xfrm>
              <a:off x="3894725" y="3932800"/>
              <a:ext cx="62225" cy="53425"/>
            </a:xfrm>
            <a:custGeom>
              <a:rect b="b" l="l" r="r" t="t"/>
              <a:pathLst>
                <a:path extrusionOk="0" h="2137" w="2489">
                  <a:moveTo>
                    <a:pt x="1066" y="0"/>
                  </a:moveTo>
                  <a:cubicBezTo>
                    <a:pt x="481" y="0"/>
                    <a:pt x="1" y="480"/>
                    <a:pt x="1" y="1065"/>
                  </a:cubicBezTo>
                  <a:cubicBezTo>
                    <a:pt x="1" y="1709"/>
                    <a:pt x="526" y="2137"/>
                    <a:pt x="1075" y="2137"/>
                  </a:cubicBezTo>
                  <a:cubicBezTo>
                    <a:pt x="1337" y="2137"/>
                    <a:pt x="1604" y="2039"/>
                    <a:pt x="1822" y="1821"/>
                  </a:cubicBezTo>
                  <a:cubicBezTo>
                    <a:pt x="2489" y="1146"/>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333" name="Google Shape;6333;p36"/>
            <p:cNvSpPr/>
            <p:nvPr/>
          </p:nvSpPr>
          <p:spPr>
            <a:xfrm>
              <a:off x="3894725" y="3856775"/>
              <a:ext cx="62175" cy="53250"/>
            </a:xfrm>
            <a:custGeom>
              <a:rect b="b" l="l" r="r" t="t"/>
              <a:pathLst>
                <a:path extrusionOk="0" h="2130" w="2487">
                  <a:moveTo>
                    <a:pt x="1076" y="1"/>
                  </a:moveTo>
                  <a:cubicBezTo>
                    <a:pt x="1073" y="1"/>
                    <a:pt x="1069" y="1"/>
                    <a:pt x="1066" y="1"/>
                  </a:cubicBezTo>
                  <a:cubicBezTo>
                    <a:pt x="481" y="1"/>
                    <a:pt x="1" y="472"/>
                    <a:pt x="1" y="1066"/>
                  </a:cubicBezTo>
                  <a:cubicBezTo>
                    <a:pt x="1" y="1704"/>
                    <a:pt x="525" y="2129"/>
                    <a:pt x="1074" y="2129"/>
                  </a:cubicBezTo>
                  <a:cubicBezTo>
                    <a:pt x="1336" y="2129"/>
                    <a:pt x="1604" y="2032"/>
                    <a:pt x="1822" y="1814"/>
                  </a:cubicBezTo>
                  <a:cubicBezTo>
                    <a:pt x="2486" y="1149"/>
                    <a:pt x="2020" y="1"/>
                    <a:pt x="107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334" name="Google Shape;6334;p36"/>
            <p:cNvSpPr/>
            <p:nvPr/>
          </p:nvSpPr>
          <p:spPr>
            <a:xfrm>
              <a:off x="3894725" y="3780375"/>
              <a:ext cx="62425" cy="53425"/>
            </a:xfrm>
            <a:custGeom>
              <a:rect b="b" l="l" r="r" t="t"/>
              <a:pathLst>
                <a:path extrusionOk="0" h="2137" w="2497">
                  <a:moveTo>
                    <a:pt x="1066" y="0"/>
                  </a:moveTo>
                  <a:cubicBezTo>
                    <a:pt x="481" y="0"/>
                    <a:pt x="1" y="480"/>
                    <a:pt x="1" y="1065"/>
                  </a:cubicBezTo>
                  <a:cubicBezTo>
                    <a:pt x="1" y="1709"/>
                    <a:pt x="526" y="2137"/>
                    <a:pt x="1075" y="2137"/>
                  </a:cubicBezTo>
                  <a:cubicBezTo>
                    <a:pt x="1337" y="2137"/>
                    <a:pt x="1604" y="2039"/>
                    <a:pt x="1822" y="1821"/>
                  </a:cubicBezTo>
                  <a:cubicBezTo>
                    <a:pt x="2497" y="1146"/>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335" name="Google Shape;6335;p36"/>
            <p:cNvSpPr/>
            <p:nvPr/>
          </p:nvSpPr>
          <p:spPr>
            <a:xfrm>
              <a:off x="3894725" y="3704150"/>
              <a:ext cx="62225" cy="53450"/>
            </a:xfrm>
            <a:custGeom>
              <a:rect b="b" l="l" r="r" t="t"/>
              <a:pathLst>
                <a:path extrusionOk="0" h="2138" w="2489">
                  <a:moveTo>
                    <a:pt x="1066" y="1"/>
                  </a:moveTo>
                  <a:cubicBezTo>
                    <a:pt x="481" y="1"/>
                    <a:pt x="1" y="480"/>
                    <a:pt x="1" y="1066"/>
                  </a:cubicBezTo>
                  <a:cubicBezTo>
                    <a:pt x="1" y="1709"/>
                    <a:pt x="526" y="2137"/>
                    <a:pt x="1075" y="2137"/>
                  </a:cubicBezTo>
                  <a:cubicBezTo>
                    <a:pt x="1337" y="2137"/>
                    <a:pt x="1604" y="2040"/>
                    <a:pt x="1822" y="1822"/>
                  </a:cubicBezTo>
                  <a:cubicBezTo>
                    <a:pt x="2489"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336" name="Google Shape;6336;p36"/>
            <p:cNvSpPr/>
            <p:nvPr/>
          </p:nvSpPr>
          <p:spPr>
            <a:xfrm>
              <a:off x="3894725" y="3627950"/>
              <a:ext cx="62225" cy="53425"/>
            </a:xfrm>
            <a:custGeom>
              <a:rect b="b" l="l" r="r" t="t"/>
              <a:pathLst>
                <a:path extrusionOk="0" h="2137" w="2489">
                  <a:moveTo>
                    <a:pt x="1066" y="0"/>
                  </a:moveTo>
                  <a:cubicBezTo>
                    <a:pt x="481" y="8"/>
                    <a:pt x="1" y="480"/>
                    <a:pt x="1" y="1073"/>
                  </a:cubicBezTo>
                  <a:cubicBezTo>
                    <a:pt x="1" y="1711"/>
                    <a:pt x="525" y="2137"/>
                    <a:pt x="1074" y="2137"/>
                  </a:cubicBezTo>
                  <a:cubicBezTo>
                    <a:pt x="1336" y="2137"/>
                    <a:pt x="1604" y="2039"/>
                    <a:pt x="1822" y="1821"/>
                  </a:cubicBezTo>
                  <a:cubicBezTo>
                    <a:pt x="2489" y="1154"/>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337" name="Google Shape;6337;p36"/>
            <p:cNvSpPr/>
            <p:nvPr/>
          </p:nvSpPr>
          <p:spPr>
            <a:xfrm>
              <a:off x="3894725" y="3551925"/>
              <a:ext cx="62175" cy="53250"/>
            </a:xfrm>
            <a:custGeom>
              <a:rect b="b" l="l" r="r" t="t"/>
              <a:pathLst>
                <a:path extrusionOk="0" h="2130" w="2487">
                  <a:moveTo>
                    <a:pt x="1076" y="1"/>
                  </a:moveTo>
                  <a:cubicBezTo>
                    <a:pt x="1073" y="1"/>
                    <a:pt x="1069" y="1"/>
                    <a:pt x="1066" y="1"/>
                  </a:cubicBezTo>
                  <a:cubicBezTo>
                    <a:pt x="481" y="1"/>
                    <a:pt x="1" y="472"/>
                    <a:pt x="1" y="1066"/>
                  </a:cubicBezTo>
                  <a:cubicBezTo>
                    <a:pt x="1" y="1704"/>
                    <a:pt x="525" y="2129"/>
                    <a:pt x="1074" y="2129"/>
                  </a:cubicBezTo>
                  <a:cubicBezTo>
                    <a:pt x="1336" y="2129"/>
                    <a:pt x="1604" y="2032"/>
                    <a:pt x="1822" y="1814"/>
                  </a:cubicBezTo>
                  <a:cubicBezTo>
                    <a:pt x="2486" y="1149"/>
                    <a:pt x="2020" y="1"/>
                    <a:pt x="107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338" name="Google Shape;6338;p36"/>
            <p:cNvSpPr/>
            <p:nvPr/>
          </p:nvSpPr>
          <p:spPr>
            <a:xfrm>
              <a:off x="3894725" y="3475725"/>
              <a:ext cx="62225" cy="53350"/>
            </a:xfrm>
            <a:custGeom>
              <a:rect b="b" l="l" r="r" t="t"/>
              <a:pathLst>
                <a:path extrusionOk="0" h="2134" w="2489">
                  <a:moveTo>
                    <a:pt x="1066" y="0"/>
                  </a:moveTo>
                  <a:cubicBezTo>
                    <a:pt x="472" y="0"/>
                    <a:pt x="1" y="480"/>
                    <a:pt x="1" y="1065"/>
                  </a:cubicBezTo>
                  <a:cubicBezTo>
                    <a:pt x="1" y="1709"/>
                    <a:pt x="526" y="2133"/>
                    <a:pt x="1075" y="2133"/>
                  </a:cubicBezTo>
                  <a:cubicBezTo>
                    <a:pt x="1337" y="2133"/>
                    <a:pt x="1604" y="2037"/>
                    <a:pt x="1822" y="1821"/>
                  </a:cubicBezTo>
                  <a:cubicBezTo>
                    <a:pt x="2489" y="1146"/>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339" name="Google Shape;6339;p36"/>
            <p:cNvSpPr/>
            <p:nvPr/>
          </p:nvSpPr>
          <p:spPr>
            <a:xfrm>
              <a:off x="3894725" y="3399500"/>
              <a:ext cx="62225" cy="53350"/>
            </a:xfrm>
            <a:custGeom>
              <a:rect b="b" l="l" r="r" t="t"/>
              <a:pathLst>
                <a:path extrusionOk="0" h="2134" w="2489">
                  <a:moveTo>
                    <a:pt x="1066" y="1"/>
                  </a:moveTo>
                  <a:cubicBezTo>
                    <a:pt x="481" y="1"/>
                    <a:pt x="1" y="480"/>
                    <a:pt x="1" y="1066"/>
                  </a:cubicBezTo>
                  <a:cubicBezTo>
                    <a:pt x="1" y="1709"/>
                    <a:pt x="526" y="2134"/>
                    <a:pt x="1075" y="2134"/>
                  </a:cubicBezTo>
                  <a:cubicBezTo>
                    <a:pt x="1337" y="2134"/>
                    <a:pt x="1604" y="2037"/>
                    <a:pt x="1822" y="1822"/>
                  </a:cubicBezTo>
                  <a:cubicBezTo>
                    <a:pt x="2489"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340" name="Google Shape;6340;p36"/>
            <p:cNvSpPr/>
            <p:nvPr/>
          </p:nvSpPr>
          <p:spPr>
            <a:xfrm>
              <a:off x="3894600" y="3323300"/>
              <a:ext cx="62350" cy="53425"/>
            </a:xfrm>
            <a:custGeom>
              <a:rect b="b" l="l" r="r" t="t"/>
              <a:pathLst>
                <a:path extrusionOk="0" h="2137" w="2494">
                  <a:moveTo>
                    <a:pt x="1071" y="0"/>
                  </a:moveTo>
                  <a:cubicBezTo>
                    <a:pt x="486" y="8"/>
                    <a:pt x="6" y="480"/>
                    <a:pt x="6" y="1065"/>
                  </a:cubicBezTo>
                  <a:cubicBezTo>
                    <a:pt x="0" y="1709"/>
                    <a:pt x="528" y="2137"/>
                    <a:pt x="1076" y="2137"/>
                  </a:cubicBezTo>
                  <a:cubicBezTo>
                    <a:pt x="1337" y="2137"/>
                    <a:pt x="1603" y="2039"/>
                    <a:pt x="1819" y="1821"/>
                  </a:cubicBezTo>
                  <a:cubicBezTo>
                    <a:pt x="2494" y="1154"/>
                    <a:pt x="2022" y="0"/>
                    <a:pt x="1071"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341" name="Google Shape;6341;p36"/>
            <p:cNvSpPr/>
            <p:nvPr/>
          </p:nvSpPr>
          <p:spPr>
            <a:xfrm>
              <a:off x="3894725" y="3247075"/>
              <a:ext cx="62225" cy="53450"/>
            </a:xfrm>
            <a:custGeom>
              <a:rect b="b" l="l" r="r" t="t"/>
              <a:pathLst>
                <a:path extrusionOk="0" h="2138" w="2489">
                  <a:moveTo>
                    <a:pt x="1066" y="1"/>
                  </a:moveTo>
                  <a:cubicBezTo>
                    <a:pt x="481" y="9"/>
                    <a:pt x="1" y="480"/>
                    <a:pt x="1" y="1074"/>
                  </a:cubicBezTo>
                  <a:cubicBezTo>
                    <a:pt x="1" y="1712"/>
                    <a:pt x="525" y="2137"/>
                    <a:pt x="1074" y="2137"/>
                  </a:cubicBezTo>
                  <a:cubicBezTo>
                    <a:pt x="1336" y="2137"/>
                    <a:pt x="1604" y="2040"/>
                    <a:pt x="1822" y="1822"/>
                  </a:cubicBezTo>
                  <a:cubicBezTo>
                    <a:pt x="2489" y="1155"/>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342" name="Google Shape;6342;p36"/>
            <p:cNvSpPr/>
            <p:nvPr/>
          </p:nvSpPr>
          <p:spPr>
            <a:xfrm>
              <a:off x="3894725" y="3171075"/>
              <a:ext cx="62225" cy="53275"/>
            </a:xfrm>
            <a:custGeom>
              <a:rect b="b" l="l" r="r" t="t"/>
              <a:pathLst>
                <a:path extrusionOk="0" h="2131" w="2489">
                  <a:moveTo>
                    <a:pt x="1066" y="0"/>
                  </a:moveTo>
                  <a:cubicBezTo>
                    <a:pt x="481" y="0"/>
                    <a:pt x="1" y="472"/>
                    <a:pt x="1" y="1065"/>
                  </a:cubicBezTo>
                  <a:cubicBezTo>
                    <a:pt x="1" y="1707"/>
                    <a:pt x="523" y="2131"/>
                    <a:pt x="1070" y="2131"/>
                  </a:cubicBezTo>
                  <a:cubicBezTo>
                    <a:pt x="1334" y="2131"/>
                    <a:pt x="1603" y="2032"/>
                    <a:pt x="1822" y="1813"/>
                  </a:cubicBezTo>
                  <a:cubicBezTo>
                    <a:pt x="2489" y="1146"/>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343" name="Google Shape;6343;p36"/>
            <p:cNvSpPr/>
            <p:nvPr/>
          </p:nvSpPr>
          <p:spPr>
            <a:xfrm>
              <a:off x="3894725" y="3094850"/>
              <a:ext cx="62225" cy="53350"/>
            </a:xfrm>
            <a:custGeom>
              <a:rect b="b" l="l" r="r" t="t"/>
              <a:pathLst>
                <a:path extrusionOk="0" h="2134" w="2489">
                  <a:moveTo>
                    <a:pt x="1066" y="1"/>
                  </a:moveTo>
                  <a:cubicBezTo>
                    <a:pt x="481" y="1"/>
                    <a:pt x="1" y="480"/>
                    <a:pt x="1" y="1066"/>
                  </a:cubicBezTo>
                  <a:cubicBezTo>
                    <a:pt x="1" y="1709"/>
                    <a:pt x="526" y="2134"/>
                    <a:pt x="1075" y="2134"/>
                  </a:cubicBezTo>
                  <a:cubicBezTo>
                    <a:pt x="1337" y="2134"/>
                    <a:pt x="1604" y="2037"/>
                    <a:pt x="1822" y="1822"/>
                  </a:cubicBezTo>
                  <a:cubicBezTo>
                    <a:pt x="2489"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344" name="Google Shape;6344;p36"/>
            <p:cNvSpPr/>
            <p:nvPr/>
          </p:nvSpPr>
          <p:spPr>
            <a:xfrm>
              <a:off x="3894725" y="3018650"/>
              <a:ext cx="62225" cy="53425"/>
            </a:xfrm>
            <a:custGeom>
              <a:rect b="b" l="l" r="r" t="t"/>
              <a:pathLst>
                <a:path extrusionOk="0" h="2137" w="2489">
                  <a:moveTo>
                    <a:pt x="1066" y="0"/>
                  </a:moveTo>
                  <a:cubicBezTo>
                    <a:pt x="481" y="0"/>
                    <a:pt x="1" y="480"/>
                    <a:pt x="1" y="1065"/>
                  </a:cubicBezTo>
                  <a:cubicBezTo>
                    <a:pt x="1" y="1709"/>
                    <a:pt x="526" y="2137"/>
                    <a:pt x="1075" y="2137"/>
                  </a:cubicBezTo>
                  <a:cubicBezTo>
                    <a:pt x="1337" y="2137"/>
                    <a:pt x="1604" y="2039"/>
                    <a:pt x="1822" y="1821"/>
                  </a:cubicBezTo>
                  <a:cubicBezTo>
                    <a:pt x="2489" y="1146"/>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345" name="Google Shape;6345;p36"/>
            <p:cNvSpPr/>
            <p:nvPr/>
          </p:nvSpPr>
          <p:spPr>
            <a:xfrm>
              <a:off x="3894725" y="2942425"/>
              <a:ext cx="62225" cy="53450"/>
            </a:xfrm>
            <a:custGeom>
              <a:rect b="b" l="l" r="r" t="t"/>
              <a:pathLst>
                <a:path extrusionOk="0" h="2138" w="2489">
                  <a:moveTo>
                    <a:pt x="1066" y="1"/>
                  </a:moveTo>
                  <a:cubicBezTo>
                    <a:pt x="481" y="9"/>
                    <a:pt x="1" y="480"/>
                    <a:pt x="1" y="1066"/>
                  </a:cubicBezTo>
                  <a:cubicBezTo>
                    <a:pt x="1" y="1709"/>
                    <a:pt x="526" y="2137"/>
                    <a:pt x="1075" y="2137"/>
                  </a:cubicBezTo>
                  <a:cubicBezTo>
                    <a:pt x="1337" y="2137"/>
                    <a:pt x="1604" y="2040"/>
                    <a:pt x="1822" y="1822"/>
                  </a:cubicBezTo>
                  <a:cubicBezTo>
                    <a:pt x="2489"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346" name="Google Shape;6346;p36"/>
            <p:cNvSpPr/>
            <p:nvPr/>
          </p:nvSpPr>
          <p:spPr>
            <a:xfrm>
              <a:off x="3894725" y="2866425"/>
              <a:ext cx="62225" cy="53275"/>
            </a:xfrm>
            <a:custGeom>
              <a:rect b="b" l="l" r="r" t="t"/>
              <a:pathLst>
                <a:path extrusionOk="0" h="2131" w="2489">
                  <a:moveTo>
                    <a:pt x="1066" y="0"/>
                  </a:moveTo>
                  <a:cubicBezTo>
                    <a:pt x="481" y="0"/>
                    <a:pt x="1" y="472"/>
                    <a:pt x="1" y="1065"/>
                  </a:cubicBezTo>
                  <a:cubicBezTo>
                    <a:pt x="1" y="1707"/>
                    <a:pt x="523" y="2131"/>
                    <a:pt x="1070" y="2131"/>
                  </a:cubicBezTo>
                  <a:cubicBezTo>
                    <a:pt x="1334" y="2131"/>
                    <a:pt x="1603" y="2032"/>
                    <a:pt x="1822" y="1813"/>
                  </a:cubicBezTo>
                  <a:cubicBezTo>
                    <a:pt x="2489" y="1146"/>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347" name="Google Shape;6347;p36"/>
            <p:cNvSpPr/>
            <p:nvPr/>
          </p:nvSpPr>
          <p:spPr>
            <a:xfrm>
              <a:off x="3818525" y="2866425"/>
              <a:ext cx="62225" cy="53275"/>
            </a:xfrm>
            <a:custGeom>
              <a:rect b="b" l="l" r="r" t="t"/>
              <a:pathLst>
                <a:path extrusionOk="0" h="2131" w="2489">
                  <a:moveTo>
                    <a:pt x="1065" y="0"/>
                  </a:moveTo>
                  <a:cubicBezTo>
                    <a:pt x="480" y="0"/>
                    <a:pt x="0" y="472"/>
                    <a:pt x="0" y="1065"/>
                  </a:cubicBezTo>
                  <a:cubicBezTo>
                    <a:pt x="0" y="1707"/>
                    <a:pt x="523" y="2131"/>
                    <a:pt x="1070" y="2131"/>
                  </a:cubicBezTo>
                  <a:cubicBezTo>
                    <a:pt x="1333" y="2131"/>
                    <a:pt x="1602" y="2032"/>
                    <a:pt x="1821" y="1813"/>
                  </a:cubicBezTo>
                  <a:cubicBezTo>
                    <a:pt x="2488" y="1146"/>
                    <a:pt x="2017"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348" name="Google Shape;6348;p36"/>
            <p:cNvSpPr/>
            <p:nvPr/>
          </p:nvSpPr>
          <p:spPr>
            <a:xfrm>
              <a:off x="3742300" y="2866425"/>
              <a:ext cx="62225" cy="53225"/>
            </a:xfrm>
            <a:custGeom>
              <a:rect b="b" l="l" r="r" t="t"/>
              <a:pathLst>
                <a:path extrusionOk="0" h="2129" w="2489">
                  <a:moveTo>
                    <a:pt x="1066" y="0"/>
                  </a:moveTo>
                  <a:cubicBezTo>
                    <a:pt x="481" y="0"/>
                    <a:pt x="1" y="472"/>
                    <a:pt x="1" y="1065"/>
                  </a:cubicBezTo>
                  <a:cubicBezTo>
                    <a:pt x="1" y="1703"/>
                    <a:pt x="525" y="2129"/>
                    <a:pt x="1071" y="2129"/>
                  </a:cubicBezTo>
                  <a:cubicBezTo>
                    <a:pt x="1332" y="2129"/>
                    <a:pt x="1598" y="2031"/>
                    <a:pt x="1814" y="1813"/>
                  </a:cubicBezTo>
                  <a:cubicBezTo>
                    <a:pt x="2489" y="1146"/>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349" name="Google Shape;6349;p36"/>
            <p:cNvSpPr/>
            <p:nvPr/>
          </p:nvSpPr>
          <p:spPr>
            <a:xfrm>
              <a:off x="3666100" y="2866425"/>
              <a:ext cx="62200" cy="53275"/>
            </a:xfrm>
            <a:custGeom>
              <a:rect b="b" l="l" r="r" t="t"/>
              <a:pathLst>
                <a:path extrusionOk="0" h="2131" w="2488">
                  <a:moveTo>
                    <a:pt x="1065" y="0"/>
                  </a:moveTo>
                  <a:cubicBezTo>
                    <a:pt x="480" y="0"/>
                    <a:pt x="0" y="472"/>
                    <a:pt x="0" y="1065"/>
                  </a:cubicBezTo>
                  <a:cubicBezTo>
                    <a:pt x="0" y="1707"/>
                    <a:pt x="523" y="2131"/>
                    <a:pt x="1069" y="2131"/>
                  </a:cubicBezTo>
                  <a:cubicBezTo>
                    <a:pt x="1333" y="2131"/>
                    <a:pt x="1602" y="2032"/>
                    <a:pt x="1821" y="1813"/>
                  </a:cubicBezTo>
                  <a:cubicBezTo>
                    <a:pt x="2488" y="1146"/>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350" name="Google Shape;6350;p36"/>
            <p:cNvSpPr/>
            <p:nvPr/>
          </p:nvSpPr>
          <p:spPr>
            <a:xfrm>
              <a:off x="4504050" y="3247075"/>
              <a:ext cx="62200" cy="53450"/>
            </a:xfrm>
            <a:custGeom>
              <a:rect b="b" l="l" r="r" t="t"/>
              <a:pathLst>
                <a:path extrusionOk="0" h="2138" w="2488">
                  <a:moveTo>
                    <a:pt x="1065" y="1"/>
                  </a:moveTo>
                  <a:cubicBezTo>
                    <a:pt x="480" y="9"/>
                    <a:pt x="0" y="480"/>
                    <a:pt x="0" y="1074"/>
                  </a:cubicBezTo>
                  <a:cubicBezTo>
                    <a:pt x="0" y="1712"/>
                    <a:pt x="525" y="2137"/>
                    <a:pt x="1073" y="2137"/>
                  </a:cubicBezTo>
                  <a:cubicBezTo>
                    <a:pt x="1335" y="2137"/>
                    <a:pt x="1603" y="2040"/>
                    <a:pt x="1821" y="1822"/>
                  </a:cubicBezTo>
                  <a:cubicBezTo>
                    <a:pt x="2488" y="1155"/>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351" name="Google Shape;6351;p36"/>
            <p:cNvSpPr/>
            <p:nvPr/>
          </p:nvSpPr>
          <p:spPr>
            <a:xfrm>
              <a:off x="4504050" y="3171075"/>
              <a:ext cx="62200" cy="53350"/>
            </a:xfrm>
            <a:custGeom>
              <a:rect b="b" l="l" r="r" t="t"/>
              <a:pathLst>
                <a:path extrusionOk="0" h="2134" w="2488">
                  <a:moveTo>
                    <a:pt x="1065" y="0"/>
                  </a:moveTo>
                  <a:cubicBezTo>
                    <a:pt x="480" y="0"/>
                    <a:pt x="0" y="472"/>
                    <a:pt x="0" y="1065"/>
                  </a:cubicBezTo>
                  <a:cubicBezTo>
                    <a:pt x="0" y="1709"/>
                    <a:pt x="525" y="2133"/>
                    <a:pt x="1074" y="2133"/>
                  </a:cubicBezTo>
                  <a:cubicBezTo>
                    <a:pt x="1336" y="2133"/>
                    <a:pt x="1603" y="2037"/>
                    <a:pt x="1821" y="1821"/>
                  </a:cubicBezTo>
                  <a:cubicBezTo>
                    <a:pt x="2488" y="1146"/>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352" name="Google Shape;6352;p36"/>
            <p:cNvSpPr/>
            <p:nvPr/>
          </p:nvSpPr>
          <p:spPr>
            <a:xfrm>
              <a:off x="4504050" y="3094850"/>
              <a:ext cx="62200" cy="53350"/>
            </a:xfrm>
            <a:custGeom>
              <a:rect b="b" l="l" r="r" t="t"/>
              <a:pathLst>
                <a:path extrusionOk="0" h="2134" w="2488">
                  <a:moveTo>
                    <a:pt x="1065" y="1"/>
                  </a:moveTo>
                  <a:cubicBezTo>
                    <a:pt x="480" y="1"/>
                    <a:pt x="0" y="480"/>
                    <a:pt x="0" y="1066"/>
                  </a:cubicBezTo>
                  <a:cubicBezTo>
                    <a:pt x="0" y="1709"/>
                    <a:pt x="525" y="2134"/>
                    <a:pt x="1074" y="2134"/>
                  </a:cubicBezTo>
                  <a:cubicBezTo>
                    <a:pt x="1336" y="2134"/>
                    <a:pt x="1603" y="2037"/>
                    <a:pt x="1821" y="1822"/>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353" name="Google Shape;6353;p36"/>
            <p:cNvSpPr/>
            <p:nvPr/>
          </p:nvSpPr>
          <p:spPr>
            <a:xfrm>
              <a:off x="4427825" y="3323300"/>
              <a:ext cx="62425" cy="53425"/>
            </a:xfrm>
            <a:custGeom>
              <a:rect b="b" l="l" r="r" t="t"/>
              <a:pathLst>
                <a:path extrusionOk="0" h="2137" w="2497">
                  <a:moveTo>
                    <a:pt x="1065" y="0"/>
                  </a:moveTo>
                  <a:cubicBezTo>
                    <a:pt x="480" y="8"/>
                    <a:pt x="9" y="480"/>
                    <a:pt x="1" y="1065"/>
                  </a:cubicBezTo>
                  <a:cubicBezTo>
                    <a:pt x="1" y="1709"/>
                    <a:pt x="526" y="2137"/>
                    <a:pt x="1074" y="2137"/>
                  </a:cubicBezTo>
                  <a:cubicBezTo>
                    <a:pt x="1336" y="2137"/>
                    <a:pt x="1603" y="2039"/>
                    <a:pt x="1822" y="1821"/>
                  </a:cubicBezTo>
                  <a:cubicBezTo>
                    <a:pt x="2496" y="1154"/>
                    <a:pt x="2017"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354" name="Google Shape;6354;p36"/>
            <p:cNvSpPr/>
            <p:nvPr/>
          </p:nvSpPr>
          <p:spPr>
            <a:xfrm>
              <a:off x="4427825" y="3247075"/>
              <a:ext cx="62425" cy="53450"/>
            </a:xfrm>
            <a:custGeom>
              <a:rect b="b" l="l" r="r" t="t"/>
              <a:pathLst>
                <a:path extrusionOk="0" h="2138" w="2497">
                  <a:moveTo>
                    <a:pt x="1065" y="1"/>
                  </a:moveTo>
                  <a:cubicBezTo>
                    <a:pt x="480" y="9"/>
                    <a:pt x="1" y="480"/>
                    <a:pt x="1" y="1074"/>
                  </a:cubicBezTo>
                  <a:cubicBezTo>
                    <a:pt x="1" y="1712"/>
                    <a:pt x="529" y="2137"/>
                    <a:pt x="1077" y="2137"/>
                  </a:cubicBezTo>
                  <a:cubicBezTo>
                    <a:pt x="1339" y="2137"/>
                    <a:pt x="1606" y="2040"/>
                    <a:pt x="1822" y="1822"/>
                  </a:cubicBezTo>
                  <a:cubicBezTo>
                    <a:pt x="2496" y="1155"/>
                    <a:pt x="2017"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355" name="Google Shape;6355;p36"/>
            <p:cNvSpPr/>
            <p:nvPr/>
          </p:nvSpPr>
          <p:spPr>
            <a:xfrm>
              <a:off x="4427825" y="3171075"/>
              <a:ext cx="62425" cy="53275"/>
            </a:xfrm>
            <a:custGeom>
              <a:rect b="b" l="l" r="r" t="t"/>
              <a:pathLst>
                <a:path extrusionOk="0" h="2131" w="2497">
                  <a:moveTo>
                    <a:pt x="1065" y="0"/>
                  </a:moveTo>
                  <a:cubicBezTo>
                    <a:pt x="480" y="0"/>
                    <a:pt x="9" y="472"/>
                    <a:pt x="1" y="1065"/>
                  </a:cubicBezTo>
                  <a:cubicBezTo>
                    <a:pt x="1" y="1707"/>
                    <a:pt x="523" y="2131"/>
                    <a:pt x="1070" y="2131"/>
                  </a:cubicBezTo>
                  <a:cubicBezTo>
                    <a:pt x="1333" y="2131"/>
                    <a:pt x="1602" y="2032"/>
                    <a:pt x="1822" y="1813"/>
                  </a:cubicBezTo>
                  <a:cubicBezTo>
                    <a:pt x="2496" y="1146"/>
                    <a:pt x="2017"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356" name="Google Shape;6356;p36"/>
            <p:cNvSpPr/>
            <p:nvPr/>
          </p:nvSpPr>
          <p:spPr>
            <a:xfrm>
              <a:off x="4427825" y="3094850"/>
              <a:ext cx="62425" cy="53350"/>
            </a:xfrm>
            <a:custGeom>
              <a:rect b="b" l="l" r="r" t="t"/>
              <a:pathLst>
                <a:path extrusionOk="0" h="2134" w="2497">
                  <a:moveTo>
                    <a:pt x="1065" y="1"/>
                  </a:moveTo>
                  <a:cubicBezTo>
                    <a:pt x="480" y="1"/>
                    <a:pt x="1" y="480"/>
                    <a:pt x="1" y="1066"/>
                  </a:cubicBezTo>
                  <a:cubicBezTo>
                    <a:pt x="1" y="1709"/>
                    <a:pt x="526" y="2134"/>
                    <a:pt x="1075" y="2134"/>
                  </a:cubicBezTo>
                  <a:cubicBezTo>
                    <a:pt x="1336" y="2134"/>
                    <a:pt x="1604" y="2037"/>
                    <a:pt x="1822" y="1822"/>
                  </a:cubicBezTo>
                  <a:cubicBezTo>
                    <a:pt x="2496" y="1147"/>
                    <a:pt x="2017"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357" name="Google Shape;6357;p36"/>
            <p:cNvSpPr/>
            <p:nvPr/>
          </p:nvSpPr>
          <p:spPr>
            <a:xfrm>
              <a:off x="4427825" y="3018650"/>
              <a:ext cx="62425" cy="53425"/>
            </a:xfrm>
            <a:custGeom>
              <a:rect b="b" l="l" r="r" t="t"/>
              <a:pathLst>
                <a:path extrusionOk="0" h="2137" w="2497">
                  <a:moveTo>
                    <a:pt x="1065" y="0"/>
                  </a:moveTo>
                  <a:cubicBezTo>
                    <a:pt x="480" y="0"/>
                    <a:pt x="1" y="480"/>
                    <a:pt x="1" y="1065"/>
                  </a:cubicBezTo>
                  <a:cubicBezTo>
                    <a:pt x="1" y="1709"/>
                    <a:pt x="529" y="2137"/>
                    <a:pt x="1078" y="2137"/>
                  </a:cubicBezTo>
                  <a:cubicBezTo>
                    <a:pt x="1340" y="2137"/>
                    <a:pt x="1606" y="2039"/>
                    <a:pt x="1822" y="1821"/>
                  </a:cubicBezTo>
                  <a:cubicBezTo>
                    <a:pt x="2496" y="1146"/>
                    <a:pt x="2017"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358" name="Google Shape;6358;p36"/>
            <p:cNvSpPr/>
            <p:nvPr/>
          </p:nvSpPr>
          <p:spPr>
            <a:xfrm>
              <a:off x="4351600" y="3399500"/>
              <a:ext cx="62425" cy="53350"/>
            </a:xfrm>
            <a:custGeom>
              <a:rect b="b" l="l" r="r" t="t"/>
              <a:pathLst>
                <a:path extrusionOk="0" h="2134" w="2497">
                  <a:moveTo>
                    <a:pt x="1074" y="1"/>
                  </a:moveTo>
                  <a:cubicBezTo>
                    <a:pt x="481" y="1"/>
                    <a:pt x="9" y="480"/>
                    <a:pt x="1" y="1066"/>
                  </a:cubicBezTo>
                  <a:cubicBezTo>
                    <a:pt x="1" y="1709"/>
                    <a:pt x="530" y="2134"/>
                    <a:pt x="1079" y="2134"/>
                  </a:cubicBezTo>
                  <a:cubicBezTo>
                    <a:pt x="1340" y="2134"/>
                    <a:pt x="1607" y="2037"/>
                    <a:pt x="1822" y="1822"/>
                  </a:cubicBezTo>
                  <a:cubicBezTo>
                    <a:pt x="2497" y="1147"/>
                    <a:pt x="2017" y="1"/>
                    <a:pt x="1074"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359" name="Google Shape;6359;p36"/>
            <p:cNvSpPr/>
            <p:nvPr/>
          </p:nvSpPr>
          <p:spPr>
            <a:xfrm>
              <a:off x="4351600" y="3323300"/>
              <a:ext cx="62425" cy="53425"/>
            </a:xfrm>
            <a:custGeom>
              <a:rect b="b" l="l" r="r" t="t"/>
              <a:pathLst>
                <a:path extrusionOk="0" h="2137" w="2497">
                  <a:moveTo>
                    <a:pt x="1074" y="0"/>
                  </a:moveTo>
                  <a:cubicBezTo>
                    <a:pt x="481" y="0"/>
                    <a:pt x="9" y="480"/>
                    <a:pt x="1" y="1065"/>
                  </a:cubicBezTo>
                  <a:cubicBezTo>
                    <a:pt x="1" y="1709"/>
                    <a:pt x="530" y="2137"/>
                    <a:pt x="1078" y="2137"/>
                  </a:cubicBezTo>
                  <a:cubicBezTo>
                    <a:pt x="1340" y="2137"/>
                    <a:pt x="1607" y="2039"/>
                    <a:pt x="1822" y="1821"/>
                  </a:cubicBezTo>
                  <a:cubicBezTo>
                    <a:pt x="2497" y="1154"/>
                    <a:pt x="2017" y="0"/>
                    <a:pt x="1074"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360" name="Google Shape;6360;p36"/>
            <p:cNvSpPr/>
            <p:nvPr/>
          </p:nvSpPr>
          <p:spPr>
            <a:xfrm>
              <a:off x="4351600" y="3094850"/>
              <a:ext cx="62425" cy="53350"/>
            </a:xfrm>
            <a:custGeom>
              <a:rect b="b" l="l" r="r" t="t"/>
              <a:pathLst>
                <a:path extrusionOk="0" h="2134" w="2497">
                  <a:moveTo>
                    <a:pt x="1074" y="1"/>
                  </a:moveTo>
                  <a:cubicBezTo>
                    <a:pt x="481" y="1"/>
                    <a:pt x="9" y="480"/>
                    <a:pt x="1" y="1066"/>
                  </a:cubicBezTo>
                  <a:cubicBezTo>
                    <a:pt x="1" y="1709"/>
                    <a:pt x="530" y="2134"/>
                    <a:pt x="1079" y="2134"/>
                  </a:cubicBezTo>
                  <a:cubicBezTo>
                    <a:pt x="1340" y="2134"/>
                    <a:pt x="1607" y="2037"/>
                    <a:pt x="1822" y="1822"/>
                  </a:cubicBezTo>
                  <a:cubicBezTo>
                    <a:pt x="2497" y="1147"/>
                    <a:pt x="2017" y="1"/>
                    <a:pt x="1074"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361" name="Google Shape;6361;p36"/>
            <p:cNvSpPr/>
            <p:nvPr/>
          </p:nvSpPr>
          <p:spPr>
            <a:xfrm>
              <a:off x="4351600" y="3018650"/>
              <a:ext cx="62425" cy="53425"/>
            </a:xfrm>
            <a:custGeom>
              <a:rect b="b" l="l" r="r" t="t"/>
              <a:pathLst>
                <a:path extrusionOk="0" h="2137" w="2497">
                  <a:moveTo>
                    <a:pt x="1074" y="0"/>
                  </a:moveTo>
                  <a:cubicBezTo>
                    <a:pt x="481" y="0"/>
                    <a:pt x="9" y="480"/>
                    <a:pt x="1" y="1065"/>
                  </a:cubicBezTo>
                  <a:cubicBezTo>
                    <a:pt x="1" y="1709"/>
                    <a:pt x="530" y="2137"/>
                    <a:pt x="1078" y="2137"/>
                  </a:cubicBezTo>
                  <a:cubicBezTo>
                    <a:pt x="1340" y="2137"/>
                    <a:pt x="1607" y="2039"/>
                    <a:pt x="1822" y="1821"/>
                  </a:cubicBezTo>
                  <a:cubicBezTo>
                    <a:pt x="2497" y="1146"/>
                    <a:pt x="2017" y="0"/>
                    <a:pt x="1074"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362" name="Google Shape;6362;p36"/>
            <p:cNvSpPr/>
            <p:nvPr/>
          </p:nvSpPr>
          <p:spPr>
            <a:xfrm>
              <a:off x="4351600" y="2942425"/>
              <a:ext cx="62425" cy="53450"/>
            </a:xfrm>
            <a:custGeom>
              <a:rect b="b" l="l" r="r" t="t"/>
              <a:pathLst>
                <a:path extrusionOk="0" h="2138" w="2497">
                  <a:moveTo>
                    <a:pt x="1074" y="1"/>
                  </a:moveTo>
                  <a:cubicBezTo>
                    <a:pt x="481" y="1"/>
                    <a:pt x="9" y="480"/>
                    <a:pt x="1" y="1066"/>
                  </a:cubicBezTo>
                  <a:cubicBezTo>
                    <a:pt x="1" y="1709"/>
                    <a:pt x="530" y="2137"/>
                    <a:pt x="1078" y="2137"/>
                  </a:cubicBezTo>
                  <a:cubicBezTo>
                    <a:pt x="1340" y="2137"/>
                    <a:pt x="1607" y="2040"/>
                    <a:pt x="1822" y="1822"/>
                  </a:cubicBezTo>
                  <a:cubicBezTo>
                    <a:pt x="2497" y="1155"/>
                    <a:pt x="2017" y="1"/>
                    <a:pt x="1074"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363" name="Google Shape;6363;p36"/>
            <p:cNvSpPr/>
            <p:nvPr/>
          </p:nvSpPr>
          <p:spPr>
            <a:xfrm>
              <a:off x="4275600" y="3780375"/>
              <a:ext cx="62425" cy="53425"/>
            </a:xfrm>
            <a:custGeom>
              <a:rect b="b" l="l" r="r" t="t"/>
              <a:pathLst>
                <a:path extrusionOk="0" h="2137" w="2497">
                  <a:moveTo>
                    <a:pt x="1066" y="0"/>
                  </a:moveTo>
                  <a:cubicBezTo>
                    <a:pt x="472" y="0"/>
                    <a:pt x="1" y="480"/>
                    <a:pt x="1" y="1065"/>
                  </a:cubicBezTo>
                  <a:cubicBezTo>
                    <a:pt x="1" y="1709"/>
                    <a:pt x="526" y="2137"/>
                    <a:pt x="1074" y="2137"/>
                  </a:cubicBezTo>
                  <a:cubicBezTo>
                    <a:pt x="1336" y="2137"/>
                    <a:pt x="1604" y="2039"/>
                    <a:pt x="1822" y="1821"/>
                  </a:cubicBezTo>
                  <a:cubicBezTo>
                    <a:pt x="2496" y="1146"/>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364" name="Google Shape;6364;p36"/>
            <p:cNvSpPr/>
            <p:nvPr/>
          </p:nvSpPr>
          <p:spPr>
            <a:xfrm>
              <a:off x="4275600" y="3704150"/>
              <a:ext cx="62225" cy="53450"/>
            </a:xfrm>
            <a:custGeom>
              <a:rect b="b" l="l" r="r" t="t"/>
              <a:pathLst>
                <a:path extrusionOk="0" h="2138" w="2489">
                  <a:moveTo>
                    <a:pt x="1066" y="1"/>
                  </a:moveTo>
                  <a:cubicBezTo>
                    <a:pt x="472" y="1"/>
                    <a:pt x="1" y="480"/>
                    <a:pt x="1" y="1066"/>
                  </a:cubicBezTo>
                  <a:cubicBezTo>
                    <a:pt x="1" y="1709"/>
                    <a:pt x="526" y="2137"/>
                    <a:pt x="1072" y="2137"/>
                  </a:cubicBezTo>
                  <a:cubicBezTo>
                    <a:pt x="1333" y="2137"/>
                    <a:pt x="1598" y="2040"/>
                    <a:pt x="1813" y="1822"/>
                  </a:cubicBezTo>
                  <a:cubicBezTo>
                    <a:pt x="2488"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365" name="Google Shape;6365;p36"/>
            <p:cNvSpPr/>
            <p:nvPr/>
          </p:nvSpPr>
          <p:spPr>
            <a:xfrm>
              <a:off x="4275600" y="3627950"/>
              <a:ext cx="62225" cy="53425"/>
            </a:xfrm>
            <a:custGeom>
              <a:rect b="b" l="l" r="r" t="t"/>
              <a:pathLst>
                <a:path extrusionOk="0" h="2137" w="2489">
                  <a:moveTo>
                    <a:pt x="1066" y="0"/>
                  </a:moveTo>
                  <a:cubicBezTo>
                    <a:pt x="472" y="8"/>
                    <a:pt x="1" y="480"/>
                    <a:pt x="1" y="1073"/>
                  </a:cubicBezTo>
                  <a:cubicBezTo>
                    <a:pt x="1" y="1711"/>
                    <a:pt x="525" y="2137"/>
                    <a:pt x="1073" y="2137"/>
                  </a:cubicBezTo>
                  <a:cubicBezTo>
                    <a:pt x="1336" y="2137"/>
                    <a:pt x="1603" y="2039"/>
                    <a:pt x="1822" y="1821"/>
                  </a:cubicBezTo>
                  <a:cubicBezTo>
                    <a:pt x="2488" y="1154"/>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366" name="Google Shape;6366;p36"/>
            <p:cNvSpPr/>
            <p:nvPr/>
          </p:nvSpPr>
          <p:spPr>
            <a:xfrm>
              <a:off x="4275600" y="3551925"/>
              <a:ext cx="62225" cy="53250"/>
            </a:xfrm>
            <a:custGeom>
              <a:rect b="b" l="l" r="r" t="t"/>
              <a:pathLst>
                <a:path extrusionOk="0" h="2130" w="2489">
                  <a:moveTo>
                    <a:pt x="1066" y="1"/>
                  </a:moveTo>
                  <a:cubicBezTo>
                    <a:pt x="472" y="1"/>
                    <a:pt x="1" y="472"/>
                    <a:pt x="1" y="1066"/>
                  </a:cubicBezTo>
                  <a:cubicBezTo>
                    <a:pt x="1" y="1704"/>
                    <a:pt x="525" y="2129"/>
                    <a:pt x="1071" y="2129"/>
                  </a:cubicBezTo>
                  <a:cubicBezTo>
                    <a:pt x="1332" y="2129"/>
                    <a:pt x="1598" y="2032"/>
                    <a:pt x="1813" y="1814"/>
                  </a:cubicBezTo>
                  <a:cubicBezTo>
                    <a:pt x="2488"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367" name="Google Shape;6367;p36"/>
            <p:cNvSpPr/>
            <p:nvPr/>
          </p:nvSpPr>
          <p:spPr>
            <a:xfrm>
              <a:off x="4275600" y="3475725"/>
              <a:ext cx="62225" cy="53350"/>
            </a:xfrm>
            <a:custGeom>
              <a:rect b="b" l="l" r="r" t="t"/>
              <a:pathLst>
                <a:path extrusionOk="0" h="2134" w="2489">
                  <a:moveTo>
                    <a:pt x="1066" y="0"/>
                  </a:moveTo>
                  <a:cubicBezTo>
                    <a:pt x="472" y="0"/>
                    <a:pt x="1" y="480"/>
                    <a:pt x="1" y="1065"/>
                  </a:cubicBezTo>
                  <a:cubicBezTo>
                    <a:pt x="1" y="1709"/>
                    <a:pt x="526" y="2133"/>
                    <a:pt x="1075" y="2133"/>
                  </a:cubicBezTo>
                  <a:cubicBezTo>
                    <a:pt x="1336" y="2133"/>
                    <a:pt x="1604" y="2037"/>
                    <a:pt x="1822" y="1821"/>
                  </a:cubicBezTo>
                  <a:cubicBezTo>
                    <a:pt x="2488" y="1146"/>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368" name="Google Shape;6368;p36"/>
            <p:cNvSpPr/>
            <p:nvPr/>
          </p:nvSpPr>
          <p:spPr>
            <a:xfrm>
              <a:off x="4275600" y="3399500"/>
              <a:ext cx="62225" cy="53350"/>
            </a:xfrm>
            <a:custGeom>
              <a:rect b="b" l="l" r="r" t="t"/>
              <a:pathLst>
                <a:path extrusionOk="0" h="2134" w="2489">
                  <a:moveTo>
                    <a:pt x="1066" y="1"/>
                  </a:moveTo>
                  <a:cubicBezTo>
                    <a:pt x="472" y="1"/>
                    <a:pt x="1" y="480"/>
                    <a:pt x="1" y="1066"/>
                  </a:cubicBezTo>
                  <a:cubicBezTo>
                    <a:pt x="1" y="1709"/>
                    <a:pt x="526" y="2134"/>
                    <a:pt x="1075" y="2134"/>
                  </a:cubicBezTo>
                  <a:cubicBezTo>
                    <a:pt x="1336" y="2134"/>
                    <a:pt x="1604" y="2037"/>
                    <a:pt x="1822" y="1822"/>
                  </a:cubicBezTo>
                  <a:cubicBezTo>
                    <a:pt x="2488"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369" name="Google Shape;6369;p36"/>
            <p:cNvSpPr/>
            <p:nvPr/>
          </p:nvSpPr>
          <p:spPr>
            <a:xfrm>
              <a:off x="4275600" y="2942425"/>
              <a:ext cx="62225" cy="53450"/>
            </a:xfrm>
            <a:custGeom>
              <a:rect b="b" l="l" r="r" t="t"/>
              <a:pathLst>
                <a:path extrusionOk="0" h="2138" w="2489">
                  <a:moveTo>
                    <a:pt x="1066" y="1"/>
                  </a:moveTo>
                  <a:cubicBezTo>
                    <a:pt x="472" y="9"/>
                    <a:pt x="1" y="480"/>
                    <a:pt x="1" y="1066"/>
                  </a:cubicBezTo>
                  <a:cubicBezTo>
                    <a:pt x="1" y="1709"/>
                    <a:pt x="526" y="2137"/>
                    <a:pt x="1072" y="2137"/>
                  </a:cubicBezTo>
                  <a:cubicBezTo>
                    <a:pt x="1333" y="2137"/>
                    <a:pt x="1598" y="2040"/>
                    <a:pt x="1813" y="1822"/>
                  </a:cubicBezTo>
                  <a:cubicBezTo>
                    <a:pt x="2488"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370" name="Google Shape;6370;p36"/>
            <p:cNvSpPr/>
            <p:nvPr/>
          </p:nvSpPr>
          <p:spPr>
            <a:xfrm>
              <a:off x="4275600" y="2866425"/>
              <a:ext cx="62225" cy="53275"/>
            </a:xfrm>
            <a:custGeom>
              <a:rect b="b" l="l" r="r" t="t"/>
              <a:pathLst>
                <a:path extrusionOk="0" h="2131" w="2489">
                  <a:moveTo>
                    <a:pt x="1066" y="0"/>
                  </a:moveTo>
                  <a:cubicBezTo>
                    <a:pt x="472" y="0"/>
                    <a:pt x="1" y="472"/>
                    <a:pt x="1" y="1065"/>
                  </a:cubicBezTo>
                  <a:cubicBezTo>
                    <a:pt x="1" y="1707"/>
                    <a:pt x="523" y="2131"/>
                    <a:pt x="1070" y="2131"/>
                  </a:cubicBezTo>
                  <a:cubicBezTo>
                    <a:pt x="1333" y="2131"/>
                    <a:pt x="1602" y="2032"/>
                    <a:pt x="1822" y="1813"/>
                  </a:cubicBezTo>
                  <a:cubicBezTo>
                    <a:pt x="2488" y="1146"/>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371" name="Google Shape;6371;p36"/>
            <p:cNvSpPr/>
            <p:nvPr/>
          </p:nvSpPr>
          <p:spPr>
            <a:xfrm>
              <a:off x="4199400" y="3856775"/>
              <a:ext cx="62200" cy="53250"/>
            </a:xfrm>
            <a:custGeom>
              <a:rect b="b" l="l" r="r" t="t"/>
              <a:pathLst>
                <a:path extrusionOk="0" h="2130" w="2488">
                  <a:moveTo>
                    <a:pt x="1065" y="1"/>
                  </a:moveTo>
                  <a:cubicBezTo>
                    <a:pt x="480" y="1"/>
                    <a:pt x="0" y="472"/>
                    <a:pt x="0" y="1066"/>
                  </a:cubicBezTo>
                  <a:cubicBezTo>
                    <a:pt x="0" y="1704"/>
                    <a:pt x="524" y="2129"/>
                    <a:pt x="1073" y="2129"/>
                  </a:cubicBezTo>
                  <a:cubicBezTo>
                    <a:pt x="1335" y="2129"/>
                    <a:pt x="1603" y="2032"/>
                    <a:pt x="1821" y="1814"/>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372" name="Google Shape;6372;p36"/>
            <p:cNvSpPr/>
            <p:nvPr/>
          </p:nvSpPr>
          <p:spPr>
            <a:xfrm>
              <a:off x="4199400" y="3780375"/>
              <a:ext cx="62400" cy="53425"/>
            </a:xfrm>
            <a:custGeom>
              <a:rect b="b" l="l" r="r" t="t"/>
              <a:pathLst>
                <a:path extrusionOk="0" h="2137" w="2496">
                  <a:moveTo>
                    <a:pt x="1065" y="0"/>
                  </a:moveTo>
                  <a:cubicBezTo>
                    <a:pt x="480" y="0"/>
                    <a:pt x="0" y="480"/>
                    <a:pt x="0" y="1065"/>
                  </a:cubicBezTo>
                  <a:cubicBezTo>
                    <a:pt x="0" y="1709"/>
                    <a:pt x="529" y="2137"/>
                    <a:pt x="1077" y="2137"/>
                  </a:cubicBezTo>
                  <a:cubicBezTo>
                    <a:pt x="1339" y="2137"/>
                    <a:pt x="1606" y="2039"/>
                    <a:pt x="1821" y="1821"/>
                  </a:cubicBezTo>
                  <a:cubicBezTo>
                    <a:pt x="2496" y="1146"/>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373" name="Google Shape;6373;p36"/>
            <p:cNvSpPr/>
            <p:nvPr/>
          </p:nvSpPr>
          <p:spPr>
            <a:xfrm>
              <a:off x="4199400" y="2866425"/>
              <a:ext cx="62200" cy="53275"/>
            </a:xfrm>
            <a:custGeom>
              <a:rect b="b" l="l" r="r" t="t"/>
              <a:pathLst>
                <a:path extrusionOk="0" h="2131" w="2488">
                  <a:moveTo>
                    <a:pt x="1065" y="0"/>
                  </a:moveTo>
                  <a:cubicBezTo>
                    <a:pt x="480" y="0"/>
                    <a:pt x="0" y="472"/>
                    <a:pt x="0" y="1065"/>
                  </a:cubicBezTo>
                  <a:cubicBezTo>
                    <a:pt x="0" y="1707"/>
                    <a:pt x="522" y="2131"/>
                    <a:pt x="1069" y="2131"/>
                  </a:cubicBezTo>
                  <a:cubicBezTo>
                    <a:pt x="1333" y="2131"/>
                    <a:pt x="1602" y="2032"/>
                    <a:pt x="1821" y="1813"/>
                  </a:cubicBezTo>
                  <a:cubicBezTo>
                    <a:pt x="2488" y="1146"/>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374" name="Google Shape;6374;p36"/>
            <p:cNvSpPr/>
            <p:nvPr/>
          </p:nvSpPr>
          <p:spPr>
            <a:xfrm>
              <a:off x="4199400" y="2790200"/>
              <a:ext cx="62200" cy="53350"/>
            </a:xfrm>
            <a:custGeom>
              <a:rect b="b" l="l" r="r" t="t"/>
              <a:pathLst>
                <a:path extrusionOk="0" h="2134" w="2488">
                  <a:moveTo>
                    <a:pt x="1065" y="1"/>
                  </a:moveTo>
                  <a:cubicBezTo>
                    <a:pt x="480" y="1"/>
                    <a:pt x="0" y="480"/>
                    <a:pt x="0" y="1066"/>
                  </a:cubicBezTo>
                  <a:cubicBezTo>
                    <a:pt x="0" y="1709"/>
                    <a:pt x="525" y="2134"/>
                    <a:pt x="1074" y="2134"/>
                  </a:cubicBezTo>
                  <a:cubicBezTo>
                    <a:pt x="1336" y="2134"/>
                    <a:pt x="1603" y="2037"/>
                    <a:pt x="1821" y="1822"/>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375" name="Google Shape;6375;p36"/>
            <p:cNvSpPr/>
            <p:nvPr/>
          </p:nvSpPr>
          <p:spPr>
            <a:xfrm>
              <a:off x="4123175" y="4085225"/>
              <a:ext cx="62425" cy="53350"/>
            </a:xfrm>
            <a:custGeom>
              <a:rect b="b" l="l" r="r" t="t"/>
              <a:pathLst>
                <a:path extrusionOk="0" h="2134" w="2497">
                  <a:moveTo>
                    <a:pt x="1065" y="0"/>
                  </a:moveTo>
                  <a:cubicBezTo>
                    <a:pt x="480" y="0"/>
                    <a:pt x="0" y="480"/>
                    <a:pt x="0" y="1065"/>
                  </a:cubicBezTo>
                  <a:cubicBezTo>
                    <a:pt x="0" y="1709"/>
                    <a:pt x="526" y="2133"/>
                    <a:pt x="1074" y="2133"/>
                  </a:cubicBezTo>
                  <a:cubicBezTo>
                    <a:pt x="1336" y="2133"/>
                    <a:pt x="1604" y="2037"/>
                    <a:pt x="1821" y="1821"/>
                  </a:cubicBezTo>
                  <a:cubicBezTo>
                    <a:pt x="2496" y="1147"/>
                    <a:pt x="2017"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376" name="Google Shape;6376;p36"/>
            <p:cNvSpPr/>
            <p:nvPr/>
          </p:nvSpPr>
          <p:spPr>
            <a:xfrm>
              <a:off x="4123175" y="4009000"/>
              <a:ext cx="62425" cy="53350"/>
            </a:xfrm>
            <a:custGeom>
              <a:rect b="b" l="l" r="r" t="t"/>
              <a:pathLst>
                <a:path extrusionOk="0" h="2134" w="2497">
                  <a:moveTo>
                    <a:pt x="1065" y="1"/>
                  </a:moveTo>
                  <a:cubicBezTo>
                    <a:pt x="480" y="1"/>
                    <a:pt x="0" y="480"/>
                    <a:pt x="0" y="1066"/>
                  </a:cubicBezTo>
                  <a:cubicBezTo>
                    <a:pt x="0" y="1710"/>
                    <a:pt x="526" y="2134"/>
                    <a:pt x="1074" y="2134"/>
                  </a:cubicBezTo>
                  <a:cubicBezTo>
                    <a:pt x="1336" y="2134"/>
                    <a:pt x="1604" y="2037"/>
                    <a:pt x="1821" y="1822"/>
                  </a:cubicBezTo>
                  <a:cubicBezTo>
                    <a:pt x="2496" y="1147"/>
                    <a:pt x="2017"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377" name="Google Shape;6377;p36"/>
            <p:cNvSpPr/>
            <p:nvPr/>
          </p:nvSpPr>
          <p:spPr>
            <a:xfrm>
              <a:off x="4123175" y="3932800"/>
              <a:ext cx="62425" cy="53425"/>
            </a:xfrm>
            <a:custGeom>
              <a:rect b="b" l="l" r="r" t="t"/>
              <a:pathLst>
                <a:path extrusionOk="0" h="2137" w="2497">
                  <a:moveTo>
                    <a:pt x="1065" y="0"/>
                  </a:moveTo>
                  <a:cubicBezTo>
                    <a:pt x="480" y="0"/>
                    <a:pt x="0" y="480"/>
                    <a:pt x="0" y="1065"/>
                  </a:cubicBezTo>
                  <a:cubicBezTo>
                    <a:pt x="0" y="1709"/>
                    <a:pt x="526" y="2137"/>
                    <a:pt x="1074" y="2137"/>
                  </a:cubicBezTo>
                  <a:cubicBezTo>
                    <a:pt x="1336" y="2137"/>
                    <a:pt x="1603" y="2039"/>
                    <a:pt x="1821" y="1821"/>
                  </a:cubicBezTo>
                  <a:cubicBezTo>
                    <a:pt x="2496" y="1155"/>
                    <a:pt x="2017"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378" name="Google Shape;6378;p36"/>
            <p:cNvSpPr/>
            <p:nvPr/>
          </p:nvSpPr>
          <p:spPr>
            <a:xfrm>
              <a:off x="4123175" y="3856775"/>
              <a:ext cx="62425" cy="53250"/>
            </a:xfrm>
            <a:custGeom>
              <a:rect b="b" l="l" r="r" t="t"/>
              <a:pathLst>
                <a:path extrusionOk="0" h="2130" w="2497">
                  <a:moveTo>
                    <a:pt x="1065" y="1"/>
                  </a:moveTo>
                  <a:cubicBezTo>
                    <a:pt x="480" y="1"/>
                    <a:pt x="0" y="472"/>
                    <a:pt x="0" y="1066"/>
                  </a:cubicBezTo>
                  <a:cubicBezTo>
                    <a:pt x="0" y="1704"/>
                    <a:pt x="525" y="2129"/>
                    <a:pt x="1073" y="2129"/>
                  </a:cubicBezTo>
                  <a:cubicBezTo>
                    <a:pt x="1335" y="2129"/>
                    <a:pt x="1603" y="2032"/>
                    <a:pt x="1821" y="1814"/>
                  </a:cubicBezTo>
                  <a:cubicBezTo>
                    <a:pt x="2496" y="1147"/>
                    <a:pt x="2017"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379" name="Google Shape;6379;p36"/>
            <p:cNvSpPr/>
            <p:nvPr/>
          </p:nvSpPr>
          <p:spPr>
            <a:xfrm>
              <a:off x="4123175" y="2714000"/>
              <a:ext cx="62425" cy="53350"/>
            </a:xfrm>
            <a:custGeom>
              <a:rect b="b" l="l" r="r" t="t"/>
              <a:pathLst>
                <a:path extrusionOk="0" h="2134" w="2497">
                  <a:moveTo>
                    <a:pt x="1065" y="0"/>
                  </a:moveTo>
                  <a:cubicBezTo>
                    <a:pt x="480" y="0"/>
                    <a:pt x="0" y="480"/>
                    <a:pt x="0" y="1065"/>
                  </a:cubicBezTo>
                  <a:cubicBezTo>
                    <a:pt x="0" y="1709"/>
                    <a:pt x="526" y="2133"/>
                    <a:pt x="1074" y="2133"/>
                  </a:cubicBezTo>
                  <a:cubicBezTo>
                    <a:pt x="1336" y="2133"/>
                    <a:pt x="1604" y="2036"/>
                    <a:pt x="1821" y="1821"/>
                  </a:cubicBezTo>
                  <a:cubicBezTo>
                    <a:pt x="2496" y="1146"/>
                    <a:pt x="2017"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380" name="Google Shape;6380;p36"/>
            <p:cNvSpPr/>
            <p:nvPr/>
          </p:nvSpPr>
          <p:spPr>
            <a:xfrm>
              <a:off x="4046950" y="4085225"/>
              <a:ext cx="62425" cy="53350"/>
            </a:xfrm>
            <a:custGeom>
              <a:rect b="b" l="l" r="r" t="t"/>
              <a:pathLst>
                <a:path extrusionOk="0" h="2134" w="2497">
                  <a:moveTo>
                    <a:pt x="1074" y="0"/>
                  </a:moveTo>
                  <a:cubicBezTo>
                    <a:pt x="481" y="0"/>
                    <a:pt x="9" y="480"/>
                    <a:pt x="1" y="1065"/>
                  </a:cubicBezTo>
                  <a:cubicBezTo>
                    <a:pt x="1" y="1709"/>
                    <a:pt x="530" y="2133"/>
                    <a:pt x="1079" y="2133"/>
                  </a:cubicBezTo>
                  <a:cubicBezTo>
                    <a:pt x="1340" y="2133"/>
                    <a:pt x="1607" y="2037"/>
                    <a:pt x="1822" y="1821"/>
                  </a:cubicBezTo>
                  <a:cubicBezTo>
                    <a:pt x="2497" y="1147"/>
                    <a:pt x="2017" y="0"/>
                    <a:pt x="1074"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381" name="Google Shape;6381;p36"/>
            <p:cNvSpPr/>
            <p:nvPr/>
          </p:nvSpPr>
          <p:spPr>
            <a:xfrm>
              <a:off x="4046950" y="2714000"/>
              <a:ext cx="62425" cy="53350"/>
            </a:xfrm>
            <a:custGeom>
              <a:rect b="b" l="l" r="r" t="t"/>
              <a:pathLst>
                <a:path extrusionOk="0" h="2134" w="2497">
                  <a:moveTo>
                    <a:pt x="1074" y="0"/>
                  </a:moveTo>
                  <a:cubicBezTo>
                    <a:pt x="481" y="0"/>
                    <a:pt x="9" y="480"/>
                    <a:pt x="1" y="1065"/>
                  </a:cubicBezTo>
                  <a:cubicBezTo>
                    <a:pt x="1" y="1709"/>
                    <a:pt x="530" y="2133"/>
                    <a:pt x="1079" y="2133"/>
                  </a:cubicBezTo>
                  <a:cubicBezTo>
                    <a:pt x="1340" y="2133"/>
                    <a:pt x="1607" y="2036"/>
                    <a:pt x="1822" y="1821"/>
                  </a:cubicBezTo>
                  <a:cubicBezTo>
                    <a:pt x="2497" y="1146"/>
                    <a:pt x="2017" y="0"/>
                    <a:pt x="1074"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382" name="Google Shape;6382;p36"/>
            <p:cNvSpPr/>
            <p:nvPr/>
          </p:nvSpPr>
          <p:spPr>
            <a:xfrm>
              <a:off x="4046950" y="2637775"/>
              <a:ext cx="62425" cy="53450"/>
            </a:xfrm>
            <a:custGeom>
              <a:rect b="b" l="l" r="r" t="t"/>
              <a:pathLst>
                <a:path extrusionOk="0" h="2138" w="2497">
                  <a:moveTo>
                    <a:pt x="1074" y="1"/>
                  </a:moveTo>
                  <a:cubicBezTo>
                    <a:pt x="481" y="9"/>
                    <a:pt x="9" y="480"/>
                    <a:pt x="1" y="1074"/>
                  </a:cubicBezTo>
                  <a:cubicBezTo>
                    <a:pt x="1" y="1712"/>
                    <a:pt x="529" y="2137"/>
                    <a:pt x="1077" y="2137"/>
                  </a:cubicBezTo>
                  <a:cubicBezTo>
                    <a:pt x="1339" y="2137"/>
                    <a:pt x="1606" y="2040"/>
                    <a:pt x="1822" y="1822"/>
                  </a:cubicBezTo>
                  <a:cubicBezTo>
                    <a:pt x="2497" y="1147"/>
                    <a:pt x="2017" y="1"/>
                    <a:pt x="1074"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383" name="Google Shape;6383;p36"/>
            <p:cNvSpPr/>
            <p:nvPr/>
          </p:nvSpPr>
          <p:spPr>
            <a:xfrm>
              <a:off x="3970950" y="4085225"/>
              <a:ext cx="62225" cy="53350"/>
            </a:xfrm>
            <a:custGeom>
              <a:rect b="b" l="l" r="r" t="t"/>
              <a:pathLst>
                <a:path extrusionOk="0" h="2134" w="2489">
                  <a:moveTo>
                    <a:pt x="1065" y="0"/>
                  </a:moveTo>
                  <a:cubicBezTo>
                    <a:pt x="472" y="0"/>
                    <a:pt x="1" y="480"/>
                    <a:pt x="1" y="1065"/>
                  </a:cubicBezTo>
                  <a:cubicBezTo>
                    <a:pt x="1" y="1709"/>
                    <a:pt x="526" y="2133"/>
                    <a:pt x="1072" y="2133"/>
                  </a:cubicBezTo>
                  <a:cubicBezTo>
                    <a:pt x="1333" y="2133"/>
                    <a:pt x="1598" y="2037"/>
                    <a:pt x="1813" y="1821"/>
                  </a:cubicBezTo>
                  <a:cubicBezTo>
                    <a:pt x="2488" y="1147"/>
                    <a:pt x="2017"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384" name="Google Shape;6384;p36"/>
            <p:cNvSpPr/>
            <p:nvPr/>
          </p:nvSpPr>
          <p:spPr>
            <a:xfrm>
              <a:off x="3970950" y="2714000"/>
              <a:ext cx="62225" cy="53350"/>
            </a:xfrm>
            <a:custGeom>
              <a:rect b="b" l="l" r="r" t="t"/>
              <a:pathLst>
                <a:path extrusionOk="0" h="2134" w="2489">
                  <a:moveTo>
                    <a:pt x="1065" y="0"/>
                  </a:moveTo>
                  <a:cubicBezTo>
                    <a:pt x="472" y="0"/>
                    <a:pt x="1" y="480"/>
                    <a:pt x="1" y="1065"/>
                  </a:cubicBezTo>
                  <a:cubicBezTo>
                    <a:pt x="1" y="1709"/>
                    <a:pt x="526" y="2133"/>
                    <a:pt x="1072" y="2133"/>
                  </a:cubicBezTo>
                  <a:cubicBezTo>
                    <a:pt x="1333" y="2133"/>
                    <a:pt x="1598" y="2036"/>
                    <a:pt x="1813" y="1821"/>
                  </a:cubicBezTo>
                  <a:cubicBezTo>
                    <a:pt x="2488" y="1146"/>
                    <a:pt x="2017"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385" name="Google Shape;6385;p36"/>
            <p:cNvSpPr/>
            <p:nvPr/>
          </p:nvSpPr>
          <p:spPr>
            <a:xfrm>
              <a:off x="3970950" y="2637775"/>
              <a:ext cx="62225" cy="53450"/>
            </a:xfrm>
            <a:custGeom>
              <a:rect b="b" l="l" r="r" t="t"/>
              <a:pathLst>
                <a:path extrusionOk="0" h="2138" w="2489">
                  <a:moveTo>
                    <a:pt x="1065" y="1"/>
                  </a:moveTo>
                  <a:cubicBezTo>
                    <a:pt x="472" y="1"/>
                    <a:pt x="1" y="480"/>
                    <a:pt x="1" y="1074"/>
                  </a:cubicBezTo>
                  <a:cubicBezTo>
                    <a:pt x="1" y="1712"/>
                    <a:pt x="525" y="2137"/>
                    <a:pt x="1071" y="2137"/>
                  </a:cubicBezTo>
                  <a:cubicBezTo>
                    <a:pt x="1332" y="2137"/>
                    <a:pt x="1598" y="2040"/>
                    <a:pt x="1813" y="1822"/>
                  </a:cubicBezTo>
                  <a:cubicBezTo>
                    <a:pt x="2488" y="1155"/>
                    <a:pt x="2017"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386" name="Google Shape;6386;p36"/>
            <p:cNvSpPr/>
            <p:nvPr/>
          </p:nvSpPr>
          <p:spPr>
            <a:xfrm>
              <a:off x="3894725" y="4085225"/>
              <a:ext cx="62225" cy="53350"/>
            </a:xfrm>
            <a:custGeom>
              <a:rect b="b" l="l" r="r" t="t"/>
              <a:pathLst>
                <a:path extrusionOk="0" h="2134" w="2489">
                  <a:moveTo>
                    <a:pt x="1066" y="0"/>
                  </a:moveTo>
                  <a:cubicBezTo>
                    <a:pt x="481" y="0"/>
                    <a:pt x="1" y="480"/>
                    <a:pt x="1" y="1065"/>
                  </a:cubicBezTo>
                  <a:cubicBezTo>
                    <a:pt x="1" y="1709"/>
                    <a:pt x="526" y="2133"/>
                    <a:pt x="1075" y="2133"/>
                  </a:cubicBezTo>
                  <a:cubicBezTo>
                    <a:pt x="1337" y="2133"/>
                    <a:pt x="1604" y="2037"/>
                    <a:pt x="1822" y="1821"/>
                  </a:cubicBezTo>
                  <a:cubicBezTo>
                    <a:pt x="2489" y="1147"/>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387" name="Google Shape;6387;p36"/>
            <p:cNvSpPr/>
            <p:nvPr/>
          </p:nvSpPr>
          <p:spPr>
            <a:xfrm>
              <a:off x="3894725" y="4009000"/>
              <a:ext cx="62225" cy="53350"/>
            </a:xfrm>
            <a:custGeom>
              <a:rect b="b" l="l" r="r" t="t"/>
              <a:pathLst>
                <a:path extrusionOk="0" h="2134" w="2489">
                  <a:moveTo>
                    <a:pt x="1066" y="1"/>
                  </a:moveTo>
                  <a:cubicBezTo>
                    <a:pt x="481" y="1"/>
                    <a:pt x="1" y="480"/>
                    <a:pt x="1" y="1066"/>
                  </a:cubicBezTo>
                  <a:cubicBezTo>
                    <a:pt x="1" y="1710"/>
                    <a:pt x="526" y="2134"/>
                    <a:pt x="1075" y="2134"/>
                  </a:cubicBezTo>
                  <a:cubicBezTo>
                    <a:pt x="1337" y="2134"/>
                    <a:pt x="1604" y="2037"/>
                    <a:pt x="1822" y="1822"/>
                  </a:cubicBezTo>
                  <a:cubicBezTo>
                    <a:pt x="2489"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388" name="Google Shape;6388;p36"/>
            <p:cNvSpPr/>
            <p:nvPr/>
          </p:nvSpPr>
          <p:spPr>
            <a:xfrm>
              <a:off x="3894725" y="2714000"/>
              <a:ext cx="62225" cy="53350"/>
            </a:xfrm>
            <a:custGeom>
              <a:rect b="b" l="l" r="r" t="t"/>
              <a:pathLst>
                <a:path extrusionOk="0" h="2134" w="2489">
                  <a:moveTo>
                    <a:pt x="1066" y="0"/>
                  </a:moveTo>
                  <a:cubicBezTo>
                    <a:pt x="481" y="0"/>
                    <a:pt x="1" y="480"/>
                    <a:pt x="1" y="1065"/>
                  </a:cubicBezTo>
                  <a:cubicBezTo>
                    <a:pt x="1" y="1709"/>
                    <a:pt x="526" y="2133"/>
                    <a:pt x="1075" y="2133"/>
                  </a:cubicBezTo>
                  <a:cubicBezTo>
                    <a:pt x="1337" y="2133"/>
                    <a:pt x="1604" y="2036"/>
                    <a:pt x="1822" y="1821"/>
                  </a:cubicBezTo>
                  <a:cubicBezTo>
                    <a:pt x="2489" y="1146"/>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389" name="Google Shape;6389;p36"/>
            <p:cNvSpPr/>
            <p:nvPr/>
          </p:nvSpPr>
          <p:spPr>
            <a:xfrm>
              <a:off x="3894725" y="2637775"/>
              <a:ext cx="62225" cy="53450"/>
            </a:xfrm>
            <a:custGeom>
              <a:rect b="b" l="l" r="r" t="t"/>
              <a:pathLst>
                <a:path extrusionOk="0" h="2138" w="2489">
                  <a:moveTo>
                    <a:pt x="1066" y="1"/>
                  </a:moveTo>
                  <a:cubicBezTo>
                    <a:pt x="481" y="9"/>
                    <a:pt x="1" y="480"/>
                    <a:pt x="1" y="1074"/>
                  </a:cubicBezTo>
                  <a:cubicBezTo>
                    <a:pt x="1" y="1712"/>
                    <a:pt x="525" y="2137"/>
                    <a:pt x="1074" y="2137"/>
                  </a:cubicBezTo>
                  <a:cubicBezTo>
                    <a:pt x="1336" y="2137"/>
                    <a:pt x="1604" y="2040"/>
                    <a:pt x="1822" y="1822"/>
                  </a:cubicBezTo>
                  <a:cubicBezTo>
                    <a:pt x="2489"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390" name="Google Shape;6390;p36"/>
            <p:cNvSpPr/>
            <p:nvPr/>
          </p:nvSpPr>
          <p:spPr>
            <a:xfrm>
              <a:off x="3818525" y="4009000"/>
              <a:ext cx="62225" cy="53350"/>
            </a:xfrm>
            <a:custGeom>
              <a:rect b="b" l="l" r="r" t="t"/>
              <a:pathLst>
                <a:path extrusionOk="0" h="2134" w="2489">
                  <a:moveTo>
                    <a:pt x="1065" y="1"/>
                  </a:moveTo>
                  <a:cubicBezTo>
                    <a:pt x="480" y="1"/>
                    <a:pt x="0" y="480"/>
                    <a:pt x="0" y="1066"/>
                  </a:cubicBezTo>
                  <a:cubicBezTo>
                    <a:pt x="0" y="1710"/>
                    <a:pt x="526" y="2134"/>
                    <a:pt x="1074" y="2134"/>
                  </a:cubicBezTo>
                  <a:cubicBezTo>
                    <a:pt x="1336" y="2134"/>
                    <a:pt x="1603" y="2037"/>
                    <a:pt x="1821" y="1822"/>
                  </a:cubicBezTo>
                  <a:cubicBezTo>
                    <a:pt x="2488" y="1147"/>
                    <a:pt x="2017"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391" name="Google Shape;6391;p36"/>
            <p:cNvSpPr/>
            <p:nvPr/>
          </p:nvSpPr>
          <p:spPr>
            <a:xfrm>
              <a:off x="3818525" y="3932800"/>
              <a:ext cx="62225" cy="53425"/>
            </a:xfrm>
            <a:custGeom>
              <a:rect b="b" l="l" r="r" t="t"/>
              <a:pathLst>
                <a:path extrusionOk="0" h="2137" w="2489">
                  <a:moveTo>
                    <a:pt x="1065" y="0"/>
                  </a:moveTo>
                  <a:cubicBezTo>
                    <a:pt x="480" y="0"/>
                    <a:pt x="0" y="480"/>
                    <a:pt x="0" y="1065"/>
                  </a:cubicBezTo>
                  <a:cubicBezTo>
                    <a:pt x="0" y="1709"/>
                    <a:pt x="526" y="2137"/>
                    <a:pt x="1074" y="2137"/>
                  </a:cubicBezTo>
                  <a:cubicBezTo>
                    <a:pt x="1336" y="2137"/>
                    <a:pt x="1603" y="2039"/>
                    <a:pt x="1821" y="1821"/>
                  </a:cubicBezTo>
                  <a:cubicBezTo>
                    <a:pt x="2488" y="1146"/>
                    <a:pt x="2017"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392" name="Google Shape;6392;p36"/>
            <p:cNvSpPr/>
            <p:nvPr/>
          </p:nvSpPr>
          <p:spPr>
            <a:xfrm>
              <a:off x="3818525" y="3856775"/>
              <a:ext cx="62225" cy="53250"/>
            </a:xfrm>
            <a:custGeom>
              <a:rect b="b" l="l" r="r" t="t"/>
              <a:pathLst>
                <a:path extrusionOk="0" h="2130" w="2489">
                  <a:moveTo>
                    <a:pt x="1065" y="1"/>
                  </a:moveTo>
                  <a:cubicBezTo>
                    <a:pt x="480" y="1"/>
                    <a:pt x="0" y="472"/>
                    <a:pt x="0" y="1066"/>
                  </a:cubicBezTo>
                  <a:cubicBezTo>
                    <a:pt x="0" y="1704"/>
                    <a:pt x="525" y="2129"/>
                    <a:pt x="1073" y="2129"/>
                  </a:cubicBezTo>
                  <a:cubicBezTo>
                    <a:pt x="1335" y="2129"/>
                    <a:pt x="1603" y="2032"/>
                    <a:pt x="1821" y="1814"/>
                  </a:cubicBezTo>
                  <a:cubicBezTo>
                    <a:pt x="2488" y="1147"/>
                    <a:pt x="2017"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393" name="Google Shape;6393;p36"/>
            <p:cNvSpPr/>
            <p:nvPr/>
          </p:nvSpPr>
          <p:spPr>
            <a:xfrm>
              <a:off x="3818525" y="3704150"/>
              <a:ext cx="62225" cy="53450"/>
            </a:xfrm>
            <a:custGeom>
              <a:rect b="b" l="l" r="r" t="t"/>
              <a:pathLst>
                <a:path extrusionOk="0" h="2138" w="2489">
                  <a:moveTo>
                    <a:pt x="1065" y="1"/>
                  </a:moveTo>
                  <a:cubicBezTo>
                    <a:pt x="480" y="1"/>
                    <a:pt x="0" y="480"/>
                    <a:pt x="0" y="1066"/>
                  </a:cubicBezTo>
                  <a:cubicBezTo>
                    <a:pt x="0" y="1709"/>
                    <a:pt x="526" y="2137"/>
                    <a:pt x="1074" y="2137"/>
                  </a:cubicBezTo>
                  <a:cubicBezTo>
                    <a:pt x="1336" y="2137"/>
                    <a:pt x="1603" y="2040"/>
                    <a:pt x="1821" y="1822"/>
                  </a:cubicBezTo>
                  <a:cubicBezTo>
                    <a:pt x="2488" y="1147"/>
                    <a:pt x="2017"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394" name="Google Shape;6394;p36"/>
            <p:cNvSpPr/>
            <p:nvPr/>
          </p:nvSpPr>
          <p:spPr>
            <a:xfrm>
              <a:off x="3818525" y="3627950"/>
              <a:ext cx="62225" cy="53425"/>
            </a:xfrm>
            <a:custGeom>
              <a:rect b="b" l="l" r="r" t="t"/>
              <a:pathLst>
                <a:path extrusionOk="0" h="2137" w="2489">
                  <a:moveTo>
                    <a:pt x="1065" y="0"/>
                  </a:moveTo>
                  <a:cubicBezTo>
                    <a:pt x="480" y="8"/>
                    <a:pt x="0" y="480"/>
                    <a:pt x="0" y="1073"/>
                  </a:cubicBezTo>
                  <a:cubicBezTo>
                    <a:pt x="0" y="1711"/>
                    <a:pt x="525" y="2137"/>
                    <a:pt x="1073" y="2137"/>
                  </a:cubicBezTo>
                  <a:cubicBezTo>
                    <a:pt x="1335" y="2137"/>
                    <a:pt x="1603" y="2039"/>
                    <a:pt x="1821" y="1821"/>
                  </a:cubicBezTo>
                  <a:cubicBezTo>
                    <a:pt x="2488" y="1154"/>
                    <a:pt x="2017"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395" name="Google Shape;6395;p36"/>
            <p:cNvSpPr/>
            <p:nvPr/>
          </p:nvSpPr>
          <p:spPr>
            <a:xfrm>
              <a:off x="3818525" y="3551925"/>
              <a:ext cx="62225" cy="53250"/>
            </a:xfrm>
            <a:custGeom>
              <a:rect b="b" l="l" r="r" t="t"/>
              <a:pathLst>
                <a:path extrusionOk="0" h="2130" w="2489">
                  <a:moveTo>
                    <a:pt x="1065" y="1"/>
                  </a:moveTo>
                  <a:cubicBezTo>
                    <a:pt x="480" y="1"/>
                    <a:pt x="0" y="472"/>
                    <a:pt x="0" y="1066"/>
                  </a:cubicBezTo>
                  <a:cubicBezTo>
                    <a:pt x="0" y="1704"/>
                    <a:pt x="525" y="2129"/>
                    <a:pt x="1073" y="2129"/>
                  </a:cubicBezTo>
                  <a:cubicBezTo>
                    <a:pt x="1335" y="2129"/>
                    <a:pt x="1603" y="2032"/>
                    <a:pt x="1821" y="1814"/>
                  </a:cubicBezTo>
                  <a:cubicBezTo>
                    <a:pt x="2488" y="1147"/>
                    <a:pt x="2017"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396" name="Google Shape;6396;p36"/>
            <p:cNvSpPr/>
            <p:nvPr/>
          </p:nvSpPr>
          <p:spPr>
            <a:xfrm>
              <a:off x="3818525" y="3475725"/>
              <a:ext cx="62225" cy="53350"/>
            </a:xfrm>
            <a:custGeom>
              <a:rect b="b" l="l" r="r" t="t"/>
              <a:pathLst>
                <a:path extrusionOk="0" h="2134" w="2489">
                  <a:moveTo>
                    <a:pt x="1065" y="0"/>
                  </a:moveTo>
                  <a:cubicBezTo>
                    <a:pt x="480" y="0"/>
                    <a:pt x="0" y="480"/>
                    <a:pt x="0" y="1065"/>
                  </a:cubicBezTo>
                  <a:cubicBezTo>
                    <a:pt x="0" y="1709"/>
                    <a:pt x="526" y="2133"/>
                    <a:pt x="1074" y="2133"/>
                  </a:cubicBezTo>
                  <a:cubicBezTo>
                    <a:pt x="1336" y="2133"/>
                    <a:pt x="1603" y="2037"/>
                    <a:pt x="1821" y="1821"/>
                  </a:cubicBezTo>
                  <a:cubicBezTo>
                    <a:pt x="2488" y="1146"/>
                    <a:pt x="2017"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397" name="Google Shape;6397;p36"/>
            <p:cNvSpPr/>
            <p:nvPr/>
          </p:nvSpPr>
          <p:spPr>
            <a:xfrm>
              <a:off x="3818525" y="2637775"/>
              <a:ext cx="62225" cy="53450"/>
            </a:xfrm>
            <a:custGeom>
              <a:rect b="b" l="l" r="r" t="t"/>
              <a:pathLst>
                <a:path extrusionOk="0" h="2138" w="2489">
                  <a:moveTo>
                    <a:pt x="1065" y="1"/>
                  </a:moveTo>
                  <a:cubicBezTo>
                    <a:pt x="480" y="9"/>
                    <a:pt x="0" y="480"/>
                    <a:pt x="0" y="1074"/>
                  </a:cubicBezTo>
                  <a:cubicBezTo>
                    <a:pt x="0" y="1712"/>
                    <a:pt x="525" y="2137"/>
                    <a:pt x="1073" y="2137"/>
                  </a:cubicBezTo>
                  <a:cubicBezTo>
                    <a:pt x="1335" y="2137"/>
                    <a:pt x="1603" y="2040"/>
                    <a:pt x="1821" y="1822"/>
                  </a:cubicBezTo>
                  <a:cubicBezTo>
                    <a:pt x="2488" y="1147"/>
                    <a:pt x="2017"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398" name="Google Shape;6398;p36"/>
            <p:cNvSpPr/>
            <p:nvPr/>
          </p:nvSpPr>
          <p:spPr>
            <a:xfrm>
              <a:off x="3742300" y="3780375"/>
              <a:ext cx="62225" cy="53425"/>
            </a:xfrm>
            <a:custGeom>
              <a:rect b="b" l="l" r="r" t="t"/>
              <a:pathLst>
                <a:path extrusionOk="0" h="2137" w="2489">
                  <a:moveTo>
                    <a:pt x="1066" y="0"/>
                  </a:moveTo>
                  <a:cubicBezTo>
                    <a:pt x="481" y="0"/>
                    <a:pt x="1" y="480"/>
                    <a:pt x="1" y="1065"/>
                  </a:cubicBezTo>
                  <a:cubicBezTo>
                    <a:pt x="1" y="1709"/>
                    <a:pt x="526" y="2137"/>
                    <a:pt x="1075" y="2137"/>
                  </a:cubicBezTo>
                  <a:cubicBezTo>
                    <a:pt x="1337" y="2137"/>
                    <a:pt x="1604" y="2039"/>
                    <a:pt x="1822" y="1821"/>
                  </a:cubicBezTo>
                  <a:cubicBezTo>
                    <a:pt x="2489" y="1155"/>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399" name="Google Shape;6399;p36"/>
            <p:cNvSpPr/>
            <p:nvPr/>
          </p:nvSpPr>
          <p:spPr>
            <a:xfrm>
              <a:off x="3742300" y="3704150"/>
              <a:ext cx="62225" cy="53450"/>
            </a:xfrm>
            <a:custGeom>
              <a:rect b="b" l="l" r="r" t="t"/>
              <a:pathLst>
                <a:path extrusionOk="0" h="2138" w="2489">
                  <a:moveTo>
                    <a:pt x="1066" y="1"/>
                  </a:moveTo>
                  <a:cubicBezTo>
                    <a:pt x="481" y="1"/>
                    <a:pt x="1" y="480"/>
                    <a:pt x="1" y="1066"/>
                  </a:cubicBezTo>
                  <a:cubicBezTo>
                    <a:pt x="1" y="1709"/>
                    <a:pt x="526" y="2137"/>
                    <a:pt x="1072" y="2137"/>
                  </a:cubicBezTo>
                  <a:cubicBezTo>
                    <a:pt x="1333" y="2137"/>
                    <a:pt x="1598" y="2040"/>
                    <a:pt x="1814" y="1822"/>
                  </a:cubicBezTo>
                  <a:cubicBezTo>
                    <a:pt x="2489" y="1155"/>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400" name="Google Shape;6400;p36"/>
            <p:cNvSpPr/>
            <p:nvPr/>
          </p:nvSpPr>
          <p:spPr>
            <a:xfrm>
              <a:off x="3742300" y="3475725"/>
              <a:ext cx="62225" cy="53350"/>
            </a:xfrm>
            <a:custGeom>
              <a:rect b="b" l="l" r="r" t="t"/>
              <a:pathLst>
                <a:path extrusionOk="0" h="2134" w="2489">
                  <a:moveTo>
                    <a:pt x="1066" y="0"/>
                  </a:moveTo>
                  <a:cubicBezTo>
                    <a:pt x="481" y="0"/>
                    <a:pt x="1" y="480"/>
                    <a:pt x="1" y="1065"/>
                  </a:cubicBezTo>
                  <a:cubicBezTo>
                    <a:pt x="1" y="1709"/>
                    <a:pt x="526" y="2133"/>
                    <a:pt x="1072" y="2133"/>
                  </a:cubicBezTo>
                  <a:cubicBezTo>
                    <a:pt x="1333" y="2133"/>
                    <a:pt x="1598" y="2037"/>
                    <a:pt x="1814" y="1821"/>
                  </a:cubicBezTo>
                  <a:cubicBezTo>
                    <a:pt x="2489" y="1146"/>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401" name="Google Shape;6401;p36"/>
            <p:cNvSpPr/>
            <p:nvPr/>
          </p:nvSpPr>
          <p:spPr>
            <a:xfrm>
              <a:off x="3742300" y="3399500"/>
              <a:ext cx="62225" cy="53350"/>
            </a:xfrm>
            <a:custGeom>
              <a:rect b="b" l="l" r="r" t="t"/>
              <a:pathLst>
                <a:path extrusionOk="0" h="2134" w="2489">
                  <a:moveTo>
                    <a:pt x="1066" y="1"/>
                  </a:moveTo>
                  <a:cubicBezTo>
                    <a:pt x="481" y="1"/>
                    <a:pt x="1" y="480"/>
                    <a:pt x="1" y="1066"/>
                  </a:cubicBezTo>
                  <a:cubicBezTo>
                    <a:pt x="1" y="1709"/>
                    <a:pt x="526" y="2134"/>
                    <a:pt x="1072" y="2134"/>
                  </a:cubicBezTo>
                  <a:cubicBezTo>
                    <a:pt x="1333" y="2134"/>
                    <a:pt x="1598" y="2037"/>
                    <a:pt x="1814" y="1822"/>
                  </a:cubicBezTo>
                  <a:cubicBezTo>
                    <a:pt x="2489"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402" name="Google Shape;6402;p36"/>
            <p:cNvSpPr/>
            <p:nvPr/>
          </p:nvSpPr>
          <p:spPr>
            <a:xfrm>
              <a:off x="3742175" y="3323300"/>
              <a:ext cx="62350" cy="53425"/>
            </a:xfrm>
            <a:custGeom>
              <a:rect b="b" l="l" r="r" t="t"/>
              <a:pathLst>
                <a:path extrusionOk="0" h="2137" w="2494">
                  <a:moveTo>
                    <a:pt x="1071" y="0"/>
                  </a:moveTo>
                  <a:cubicBezTo>
                    <a:pt x="486" y="0"/>
                    <a:pt x="6" y="480"/>
                    <a:pt x="6" y="1065"/>
                  </a:cubicBezTo>
                  <a:cubicBezTo>
                    <a:pt x="0" y="1709"/>
                    <a:pt x="524" y="2137"/>
                    <a:pt x="1072" y="2137"/>
                  </a:cubicBezTo>
                  <a:cubicBezTo>
                    <a:pt x="1333" y="2137"/>
                    <a:pt x="1601" y="2039"/>
                    <a:pt x="1819" y="1821"/>
                  </a:cubicBezTo>
                  <a:cubicBezTo>
                    <a:pt x="2494" y="1154"/>
                    <a:pt x="2022" y="0"/>
                    <a:pt x="1071"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403" name="Google Shape;6403;p36"/>
            <p:cNvSpPr/>
            <p:nvPr/>
          </p:nvSpPr>
          <p:spPr>
            <a:xfrm>
              <a:off x="3742300" y="2561575"/>
              <a:ext cx="62225" cy="53425"/>
            </a:xfrm>
            <a:custGeom>
              <a:rect b="b" l="l" r="r" t="t"/>
              <a:pathLst>
                <a:path extrusionOk="0" h="2137" w="2489">
                  <a:moveTo>
                    <a:pt x="1066" y="0"/>
                  </a:moveTo>
                  <a:cubicBezTo>
                    <a:pt x="481" y="8"/>
                    <a:pt x="1" y="480"/>
                    <a:pt x="1" y="1073"/>
                  </a:cubicBezTo>
                  <a:cubicBezTo>
                    <a:pt x="1" y="1711"/>
                    <a:pt x="525" y="2137"/>
                    <a:pt x="1071" y="2137"/>
                  </a:cubicBezTo>
                  <a:cubicBezTo>
                    <a:pt x="1332" y="2137"/>
                    <a:pt x="1598" y="2039"/>
                    <a:pt x="1814" y="1821"/>
                  </a:cubicBezTo>
                  <a:cubicBezTo>
                    <a:pt x="2489" y="1154"/>
                    <a:pt x="2017" y="8"/>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404" name="Google Shape;6404;p36"/>
            <p:cNvSpPr/>
            <p:nvPr/>
          </p:nvSpPr>
          <p:spPr>
            <a:xfrm>
              <a:off x="3665950" y="3323300"/>
              <a:ext cx="62350" cy="53425"/>
            </a:xfrm>
            <a:custGeom>
              <a:rect b="b" l="l" r="r" t="t"/>
              <a:pathLst>
                <a:path extrusionOk="0" h="2137" w="2494">
                  <a:moveTo>
                    <a:pt x="1071" y="0"/>
                  </a:moveTo>
                  <a:cubicBezTo>
                    <a:pt x="486" y="0"/>
                    <a:pt x="6" y="480"/>
                    <a:pt x="6" y="1065"/>
                  </a:cubicBezTo>
                  <a:cubicBezTo>
                    <a:pt x="1" y="1709"/>
                    <a:pt x="524" y="2137"/>
                    <a:pt x="1072" y="2137"/>
                  </a:cubicBezTo>
                  <a:cubicBezTo>
                    <a:pt x="1334" y="2137"/>
                    <a:pt x="1601" y="2039"/>
                    <a:pt x="1819" y="1821"/>
                  </a:cubicBezTo>
                  <a:cubicBezTo>
                    <a:pt x="2494" y="1154"/>
                    <a:pt x="2022" y="0"/>
                    <a:pt x="1071"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405" name="Google Shape;6405;p36"/>
            <p:cNvSpPr/>
            <p:nvPr/>
          </p:nvSpPr>
          <p:spPr>
            <a:xfrm>
              <a:off x="3666100" y="3247075"/>
              <a:ext cx="62200" cy="53450"/>
            </a:xfrm>
            <a:custGeom>
              <a:rect b="b" l="l" r="r" t="t"/>
              <a:pathLst>
                <a:path extrusionOk="0" h="2138" w="2488">
                  <a:moveTo>
                    <a:pt x="1065" y="1"/>
                  </a:moveTo>
                  <a:cubicBezTo>
                    <a:pt x="480" y="9"/>
                    <a:pt x="0" y="480"/>
                    <a:pt x="0" y="1074"/>
                  </a:cubicBezTo>
                  <a:cubicBezTo>
                    <a:pt x="0" y="1712"/>
                    <a:pt x="525" y="2137"/>
                    <a:pt x="1073" y="2137"/>
                  </a:cubicBezTo>
                  <a:cubicBezTo>
                    <a:pt x="1335" y="2137"/>
                    <a:pt x="1603" y="2040"/>
                    <a:pt x="1821" y="1822"/>
                  </a:cubicBezTo>
                  <a:cubicBezTo>
                    <a:pt x="2488" y="1155"/>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406" name="Google Shape;6406;p36"/>
            <p:cNvSpPr/>
            <p:nvPr/>
          </p:nvSpPr>
          <p:spPr>
            <a:xfrm>
              <a:off x="3666100" y="2561575"/>
              <a:ext cx="62200" cy="53425"/>
            </a:xfrm>
            <a:custGeom>
              <a:rect b="b" l="l" r="r" t="t"/>
              <a:pathLst>
                <a:path extrusionOk="0" h="2137" w="2488">
                  <a:moveTo>
                    <a:pt x="1065" y="0"/>
                  </a:moveTo>
                  <a:cubicBezTo>
                    <a:pt x="480" y="8"/>
                    <a:pt x="0" y="480"/>
                    <a:pt x="0" y="1073"/>
                  </a:cubicBezTo>
                  <a:cubicBezTo>
                    <a:pt x="0" y="1711"/>
                    <a:pt x="525" y="2137"/>
                    <a:pt x="1073" y="2137"/>
                  </a:cubicBezTo>
                  <a:cubicBezTo>
                    <a:pt x="1335" y="2137"/>
                    <a:pt x="1603" y="2039"/>
                    <a:pt x="1821" y="1821"/>
                  </a:cubicBezTo>
                  <a:cubicBezTo>
                    <a:pt x="2488" y="1154"/>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407" name="Google Shape;6407;p36"/>
            <p:cNvSpPr/>
            <p:nvPr/>
          </p:nvSpPr>
          <p:spPr>
            <a:xfrm>
              <a:off x="3589875" y="3247075"/>
              <a:ext cx="62225" cy="53450"/>
            </a:xfrm>
            <a:custGeom>
              <a:rect b="b" l="l" r="r" t="t"/>
              <a:pathLst>
                <a:path extrusionOk="0" h="2138" w="2489">
                  <a:moveTo>
                    <a:pt x="1066" y="1"/>
                  </a:moveTo>
                  <a:cubicBezTo>
                    <a:pt x="480" y="9"/>
                    <a:pt x="1" y="480"/>
                    <a:pt x="1" y="1074"/>
                  </a:cubicBezTo>
                  <a:cubicBezTo>
                    <a:pt x="1" y="1712"/>
                    <a:pt x="525" y="2137"/>
                    <a:pt x="1073" y="2137"/>
                  </a:cubicBezTo>
                  <a:cubicBezTo>
                    <a:pt x="1336" y="2137"/>
                    <a:pt x="1603" y="2040"/>
                    <a:pt x="1822" y="1822"/>
                  </a:cubicBezTo>
                  <a:cubicBezTo>
                    <a:pt x="2488" y="1155"/>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408" name="Google Shape;6408;p36"/>
            <p:cNvSpPr/>
            <p:nvPr/>
          </p:nvSpPr>
          <p:spPr>
            <a:xfrm>
              <a:off x="3589875" y="2561575"/>
              <a:ext cx="62225" cy="53425"/>
            </a:xfrm>
            <a:custGeom>
              <a:rect b="b" l="l" r="r" t="t"/>
              <a:pathLst>
                <a:path extrusionOk="0" h="2137" w="2489">
                  <a:moveTo>
                    <a:pt x="1066" y="0"/>
                  </a:moveTo>
                  <a:cubicBezTo>
                    <a:pt x="480" y="8"/>
                    <a:pt x="1" y="480"/>
                    <a:pt x="1" y="1073"/>
                  </a:cubicBezTo>
                  <a:cubicBezTo>
                    <a:pt x="1" y="1711"/>
                    <a:pt x="525" y="2137"/>
                    <a:pt x="1073" y="2137"/>
                  </a:cubicBezTo>
                  <a:cubicBezTo>
                    <a:pt x="1336" y="2137"/>
                    <a:pt x="1603" y="2039"/>
                    <a:pt x="1822" y="1821"/>
                  </a:cubicBezTo>
                  <a:cubicBezTo>
                    <a:pt x="2488" y="1154"/>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409" name="Google Shape;6409;p36"/>
            <p:cNvSpPr/>
            <p:nvPr/>
          </p:nvSpPr>
          <p:spPr>
            <a:xfrm>
              <a:off x="3589875" y="2485550"/>
              <a:ext cx="62225" cy="53300"/>
            </a:xfrm>
            <a:custGeom>
              <a:rect b="b" l="l" r="r" t="t"/>
              <a:pathLst>
                <a:path extrusionOk="0" h="2132" w="2489">
                  <a:moveTo>
                    <a:pt x="1066" y="1"/>
                  </a:moveTo>
                  <a:cubicBezTo>
                    <a:pt x="480" y="1"/>
                    <a:pt x="1" y="480"/>
                    <a:pt x="1" y="1066"/>
                  </a:cubicBezTo>
                  <a:cubicBezTo>
                    <a:pt x="1" y="1708"/>
                    <a:pt x="523" y="2131"/>
                    <a:pt x="1070" y="2131"/>
                  </a:cubicBezTo>
                  <a:cubicBezTo>
                    <a:pt x="1333" y="2131"/>
                    <a:pt x="1602" y="2033"/>
                    <a:pt x="1822" y="1814"/>
                  </a:cubicBezTo>
                  <a:cubicBezTo>
                    <a:pt x="2488"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410" name="Google Shape;6410;p36"/>
            <p:cNvSpPr/>
            <p:nvPr/>
          </p:nvSpPr>
          <p:spPr>
            <a:xfrm>
              <a:off x="3513675" y="3247075"/>
              <a:ext cx="62425" cy="53450"/>
            </a:xfrm>
            <a:custGeom>
              <a:rect b="b" l="l" r="r" t="t"/>
              <a:pathLst>
                <a:path extrusionOk="0" h="2138" w="2497">
                  <a:moveTo>
                    <a:pt x="1065" y="1"/>
                  </a:moveTo>
                  <a:cubicBezTo>
                    <a:pt x="480" y="9"/>
                    <a:pt x="0" y="480"/>
                    <a:pt x="0" y="1074"/>
                  </a:cubicBezTo>
                  <a:cubicBezTo>
                    <a:pt x="0" y="1712"/>
                    <a:pt x="525" y="2137"/>
                    <a:pt x="1073" y="2137"/>
                  </a:cubicBezTo>
                  <a:cubicBezTo>
                    <a:pt x="1335" y="2137"/>
                    <a:pt x="1603" y="2040"/>
                    <a:pt x="1821" y="1822"/>
                  </a:cubicBezTo>
                  <a:cubicBezTo>
                    <a:pt x="2496" y="1155"/>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411" name="Google Shape;6411;p36"/>
            <p:cNvSpPr/>
            <p:nvPr/>
          </p:nvSpPr>
          <p:spPr>
            <a:xfrm>
              <a:off x="3513675" y="2561575"/>
              <a:ext cx="62425" cy="53425"/>
            </a:xfrm>
            <a:custGeom>
              <a:rect b="b" l="l" r="r" t="t"/>
              <a:pathLst>
                <a:path extrusionOk="0" h="2137" w="2497">
                  <a:moveTo>
                    <a:pt x="1065" y="0"/>
                  </a:moveTo>
                  <a:cubicBezTo>
                    <a:pt x="480" y="8"/>
                    <a:pt x="0" y="480"/>
                    <a:pt x="0" y="1073"/>
                  </a:cubicBezTo>
                  <a:cubicBezTo>
                    <a:pt x="0" y="1711"/>
                    <a:pt x="525" y="2137"/>
                    <a:pt x="1073" y="2137"/>
                  </a:cubicBezTo>
                  <a:cubicBezTo>
                    <a:pt x="1335" y="2137"/>
                    <a:pt x="1603" y="2039"/>
                    <a:pt x="1821" y="1821"/>
                  </a:cubicBezTo>
                  <a:cubicBezTo>
                    <a:pt x="2496" y="1154"/>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412" name="Google Shape;6412;p36"/>
            <p:cNvSpPr/>
            <p:nvPr/>
          </p:nvSpPr>
          <p:spPr>
            <a:xfrm>
              <a:off x="3513675" y="2485550"/>
              <a:ext cx="62425" cy="53300"/>
            </a:xfrm>
            <a:custGeom>
              <a:rect b="b" l="l" r="r" t="t"/>
              <a:pathLst>
                <a:path extrusionOk="0" h="2132" w="2497">
                  <a:moveTo>
                    <a:pt x="1065" y="1"/>
                  </a:moveTo>
                  <a:cubicBezTo>
                    <a:pt x="480" y="1"/>
                    <a:pt x="0" y="480"/>
                    <a:pt x="0" y="1066"/>
                  </a:cubicBezTo>
                  <a:cubicBezTo>
                    <a:pt x="0" y="1708"/>
                    <a:pt x="522" y="2131"/>
                    <a:pt x="1069" y="2131"/>
                  </a:cubicBezTo>
                  <a:cubicBezTo>
                    <a:pt x="1333" y="2131"/>
                    <a:pt x="1602" y="2033"/>
                    <a:pt x="1821" y="1814"/>
                  </a:cubicBezTo>
                  <a:cubicBezTo>
                    <a:pt x="2496"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413" name="Google Shape;6413;p36"/>
            <p:cNvSpPr/>
            <p:nvPr/>
          </p:nvSpPr>
          <p:spPr>
            <a:xfrm>
              <a:off x="3437450" y="3247075"/>
              <a:ext cx="62425" cy="53450"/>
            </a:xfrm>
            <a:custGeom>
              <a:rect b="b" l="l" r="r" t="t"/>
              <a:pathLst>
                <a:path extrusionOk="0" h="2138" w="2497">
                  <a:moveTo>
                    <a:pt x="1074" y="1"/>
                  </a:moveTo>
                  <a:cubicBezTo>
                    <a:pt x="480" y="9"/>
                    <a:pt x="9" y="480"/>
                    <a:pt x="1" y="1074"/>
                  </a:cubicBezTo>
                  <a:cubicBezTo>
                    <a:pt x="1" y="1712"/>
                    <a:pt x="529" y="2137"/>
                    <a:pt x="1077" y="2137"/>
                  </a:cubicBezTo>
                  <a:cubicBezTo>
                    <a:pt x="1339" y="2137"/>
                    <a:pt x="1606" y="2040"/>
                    <a:pt x="1822" y="1822"/>
                  </a:cubicBezTo>
                  <a:cubicBezTo>
                    <a:pt x="2496" y="1155"/>
                    <a:pt x="2017" y="1"/>
                    <a:pt x="1074"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414" name="Google Shape;6414;p36"/>
            <p:cNvSpPr/>
            <p:nvPr/>
          </p:nvSpPr>
          <p:spPr>
            <a:xfrm>
              <a:off x="3437450" y="3171075"/>
              <a:ext cx="62425" cy="53275"/>
            </a:xfrm>
            <a:custGeom>
              <a:rect b="b" l="l" r="r" t="t"/>
              <a:pathLst>
                <a:path extrusionOk="0" h="2131" w="2497">
                  <a:moveTo>
                    <a:pt x="1074" y="0"/>
                  </a:moveTo>
                  <a:cubicBezTo>
                    <a:pt x="480" y="0"/>
                    <a:pt x="9" y="472"/>
                    <a:pt x="1" y="1065"/>
                  </a:cubicBezTo>
                  <a:cubicBezTo>
                    <a:pt x="1" y="1707"/>
                    <a:pt x="527" y="2131"/>
                    <a:pt x="1073" y="2131"/>
                  </a:cubicBezTo>
                  <a:cubicBezTo>
                    <a:pt x="1337" y="2131"/>
                    <a:pt x="1605" y="2032"/>
                    <a:pt x="1822" y="1813"/>
                  </a:cubicBezTo>
                  <a:cubicBezTo>
                    <a:pt x="2496" y="1146"/>
                    <a:pt x="2017" y="0"/>
                    <a:pt x="1074"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415" name="Google Shape;6415;p36"/>
            <p:cNvSpPr/>
            <p:nvPr/>
          </p:nvSpPr>
          <p:spPr>
            <a:xfrm>
              <a:off x="3437450" y="2561575"/>
              <a:ext cx="62425" cy="53425"/>
            </a:xfrm>
            <a:custGeom>
              <a:rect b="b" l="l" r="r" t="t"/>
              <a:pathLst>
                <a:path extrusionOk="0" h="2137" w="2497">
                  <a:moveTo>
                    <a:pt x="1074" y="0"/>
                  </a:moveTo>
                  <a:cubicBezTo>
                    <a:pt x="480" y="8"/>
                    <a:pt x="9" y="480"/>
                    <a:pt x="1" y="1073"/>
                  </a:cubicBezTo>
                  <a:cubicBezTo>
                    <a:pt x="1" y="1711"/>
                    <a:pt x="529" y="2137"/>
                    <a:pt x="1077" y="2137"/>
                  </a:cubicBezTo>
                  <a:cubicBezTo>
                    <a:pt x="1339" y="2137"/>
                    <a:pt x="1606" y="2039"/>
                    <a:pt x="1822" y="1821"/>
                  </a:cubicBezTo>
                  <a:cubicBezTo>
                    <a:pt x="2496" y="1154"/>
                    <a:pt x="2017" y="0"/>
                    <a:pt x="1074"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416" name="Google Shape;6416;p36"/>
            <p:cNvSpPr/>
            <p:nvPr/>
          </p:nvSpPr>
          <p:spPr>
            <a:xfrm>
              <a:off x="3437450" y="2485550"/>
              <a:ext cx="62425" cy="53300"/>
            </a:xfrm>
            <a:custGeom>
              <a:rect b="b" l="l" r="r" t="t"/>
              <a:pathLst>
                <a:path extrusionOk="0" h="2132" w="2497">
                  <a:moveTo>
                    <a:pt x="1074" y="1"/>
                  </a:moveTo>
                  <a:cubicBezTo>
                    <a:pt x="480" y="1"/>
                    <a:pt x="9" y="480"/>
                    <a:pt x="1" y="1066"/>
                  </a:cubicBezTo>
                  <a:cubicBezTo>
                    <a:pt x="1" y="1708"/>
                    <a:pt x="527" y="2131"/>
                    <a:pt x="1073" y="2131"/>
                  </a:cubicBezTo>
                  <a:cubicBezTo>
                    <a:pt x="1337" y="2131"/>
                    <a:pt x="1605" y="2033"/>
                    <a:pt x="1822" y="1814"/>
                  </a:cubicBezTo>
                  <a:cubicBezTo>
                    <a:pt x="2496" y="1147"/>
                    <a:pt x="2017" y="1"/>
                    <a:pt x="1074"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417" name="Google Shape;6417;p36"/>
            <p:cNvSpPr/>
            <p:nvPr/>
          </p:nvSpPr>
          <p:spPr>
            <a:xfrm>
              <a:off x="3361450" y="3171075"/>
              <a:ext cx="62200" cy="53275"/>
            </a:xfrm>
            <a:custGeom>
              <a:rect b="b" l="l" r="r" t="t"/>
              <a:pathLst>
                <a:path extrusionOk="0" h="2131" w="2488">
                  <a:moveTo>
                    <a:pt x="1065" y="0"/>
                  </a:moveTo>
                  <a:cubicBezTo>
                    <a:pt x="472" y="0"/>
                    <a:pt x="0" y="472"/>
                    <a:pt x="0" y="1065"/>
                  </a:cubicBezTo>
                  <a:cubicBezTo>
                    <a:pt x="0" y="1707"/>
                    <a:pt x="523" y="2131"/>
                    <a:pt x="1067" y="2131"/>
                  </a:cubicBezTo>
                  <a:cubicBezTo>
                    <a:pt x="1329" y="2131"/>
                    <a:pt x="1597" y="2032"/>
                    <a:pt x="1813" y="1813"/>
                  </a:cubicBezTo>
                  <a:cubicBezTo>
                    <a:pt x="2488" y="1146"/>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418" name="Google Shape;6418;p36"/>
            <p:cNvSpPr/>
            <p:nvPr/>
          </p:nvSpPr>
          <p:spPr>
            <a:xfrm>
              <a:off x="3361450" y="2714000"/>
              <a:ext cx="62200" cy="53350"/>
            </a:xfrm>
            <a:custGeom>
              <a:rect b="b" l="l" r="r" t="t"/>
              <a:pathLst>
                <a:path extrusionOk="0" h="2134" w="2488">
                  <a:moveTo>
                    <a:pt x="1065" y="0"/>
                  </a:moveTo>
                  <a:cubicBezTo>
                    <a:pt x="472" y="0"/>
                    <a:pt x="0" y="480"/>
                    <a:pt x="0" y="1065"/>
                  </a:cubicBezTo>
                  <a:cubicBezTo>
                    <a:pt x="0" y="1709"/>
                    <a:pt x="526" y="2133"/>
                    <a:pt x="1072" y="2133"/>
                  </a:cubicBezTo>
                  <a:cubicBezTo>
                    <a:pt x="1332" y="2133"/>
                    <a:pt x="1598" y="2036"/>
                    <a:pt x="1813" y="1821"/>
                  </a:cubicBezTo>
                  <a:cubicBezTo>
                    <a:pt x="2488" y="1146"/>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419" name="Google Shape;6419;p36"/>
            <p:cNvSpPr/>
            <p:nvPr/>
          </p:nvSpPr>
          <p:spPr>
            <a:xfrm>
              <a:off x="3361450" y="2637775"/>
              <a:ext cx="62200" cy="53450"/>
            </a:xfrm>
            <a:custGeom>
              <a:rect b="b" l="l" r="r" t="t"/>
              <a:pathLst>
                <a:path extrusionOk="0" h="2138" w="2488">
                  <a:moveTo>
                    <a:pt x="1065" y="1"/>
                  </a:moveTo>
                  <a:cubicBezTo>
                    <a:pt x="472" y="9"/>
                    <a:pt x="0" y="480"/>
                    <a:pt x="0" y="1074"/>
                  </a:cubicBezTo>
                  <a:cubicBezTo>
                    <a:pt x="0" y="1712"/>
                    <a:pt x="525" y="2137"/>
                    <a:pt x="1073" y="2137"/>
                  </a:cubicBezTo>
                  <a:cubicBezTo>
                    <a:pt x="1335" y="2137"/>
                    <a:pt x="1603" y="2040"/>
                    <a:pt x="1821" y="1822"/>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420" name="Google Shape;6420;p36"/>
            <p:cNvSpPr/>
            <p:nvPr/>
          </p:nvSpPr>
          <p:spPr>
            <a:xfrm>
              <a:off x="3361450" y="2561575"/>
              <a:ext cx="62200" cy="53425"/>
            </a:xfrm>
            <a:custGeom>
              <a:rect b="b" l="l" r="r" t="t"/>
              <a:pathLst>
                <a:path extrusionOk="0" h="2137" w="2488">
                  <a:moveTo>
                    <a:pt x="1065" y="0"/>
                  </a:moveTo>
                  <a:cubicBezTo>
                    <a:pt x="472" y="8"/>
                    <a:pt x="0" y="480"/>
                    <a:pt x="0" y="1073"/>
                  </a:cubicBezTo>
                  <a:cubicBezTo>
                    <a:pt x="0" y="1711"/>
                    <a:pt x="525" y="2137"/>
                    <a:pt x="1070" y="2137"/>
                  </a:cubicBezTo>
                  <a:cubicBezTo>
                    <a:pt x="1332" y="2137"/>
                    <a:pt x="1597" y="2039"/>
                    <a:pt x="1813" y="1821"/>
                  </a:cubicBezTo>
                  <a:cubicBezTo>
                    <a:pt x="2488" y="1154"/>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421" name="Google Shape;6421;p36"/>
            <p:cNvSpPr/>
            <p:nvPr/>
          </p:nvSpPr>
          <p:spPr>
            <a:xfrm>
              <a:off x="3285225" y="3171075"/>
              <a:ext cx="62225" cy="53275"/>
            </a:xfrm>
            <a:custGeom>
              <a:rect b="b" l="l" r="r" t="t"/>
              <a:pathLst>
                <a:path extrusionOk="0" h="2131" w="2489">
                  <a:moveTo>
                    <a:pt x="1066" y="0"/>
                  </a:moveTo>
                  <a:cubicBezTo>
                    <a:pt x="480" y="0"/>
                    <a:pt x="1" y="472"/>
                    <a:pt x="1" y="1065"/>
                  </a:cubicBezTo>
                  <a:cubicBezTo>
                    <a:pt x="1" y="1707"/>
                    <a:pt x="523" y="2131"/>
                    <a:pt x="1070" y="2131"/>
                  </a:cubicBezTo>
                  <a:cubicBezTo>
                    <a:pt x="1333" y="2131"/>
                    <a:pt x="1602" y="2032"/>
                    <a:pt x="1822" y="1813"/>
                  </a:cubicBezTo>
                  <a:cubicBezTo>
                    <a:pt x="2488" y="1146"/>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422" name="Google Shape;6422;p36"/>
            <p:cNvSpPr/>
            <p:nvPr/>
          </p:nvSpPr>
          <p:spPr>
            <a:xfrm>
              <a:off x="3285225" y="3094850"/>
              <a:ext cx="62225" cy="53350"/>
            </a:xfrm>
            <a:custGeom>
              <a:rect b="b" l="l" r="r" t="t"/>
              <a:pathLst>
                <a:path extrusionOk="0" h="2134" w="2489">
                  <a:moveTo>
                    <a:pt x="1066" y="1"/>
                  </a:moveTo>
                  <a:cubicBezTo>
                    <a:pt x="480" y="1"/>
                    <a:pt x="1" y="480"/>
                    <a:pt x="1" y="1066"/>
                  </a:cubicBezTo>
                  <a:cubicBezTo>
                    <a:pt x="1" y="1709"/>
                    <a:pt x="526" y="2134"/>
                    <a:pt x="1075" y="2134"/>
                  </a:cubicBezTo>
                  <a:cubicBezTo>
                    <a:pt x="1337" y="2134"/>
                    <a:pt x="1604" y="2037"/>
                    <a:pt x="1822" y="1822"/>
                  </a:cubicBezTo>
                  <a:cubicBezTo>
                    <a:pt x="2488"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423" name="Google Shape;6423;p36"/>
            <p:cNvSpPr/>
            <p:nvPr/>
          </p:nvSpPr>
          <p:spPr>
            <a:xfrm>
              <a:off x="3285225" y="2790200"/>
              <a:ext cx="62225" cy="53350"/>
            </a:xfrm>
            <a:custGeom>
              <a:rect b="b" l="l" r="r" t="t"/>
              <a:pathLst>
                <a:path extrusionOk="0" h="2134" w="2489">
                  <a:moveTo>
                    <a:pt x="1066" y="1"/>
                  </a:moveTo>
                  <a:cubicBezTo>
                    <a:pt x="480" y="1"/>
                    <a:pt x="1" y="480"/>
                    <a:pt x="1" y="1066"/>
                  </a:cubicBezTo>
                  <a:cubicBezTo>
                    <a:pt x="1" y="1709"/>
                    <a:pt x="526" y="2134"/>
                    <a:pt x="1075" y="2134"/>
                  </a:cubicBezTo>
                  <a:cubicBezTo>
                    <a:pt x="1337" y="2134"/>
                    <a:pt x="1604" y="2037"/>
                    <a:pt x="1822" y="1822"/>
                  </a:cubicBezTo>
                  <a:cubicBezTo>
                    <a:pt x="2488"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424" name="Google Shape;6424;p36"/>
            <p:cNvSpPr/>
            <p:nvPr/>
          </p:nvSpPr>
          <p:spPr>
            <a:xfrm>
              <a:off x="3285225" y="2714000"/>
              <a:ext cx="62225" cy="53350"/>
            </a:xfrm>
            <a:custGeom>
              <a:rect b="b" l="l" r="r" t="t"/>
              <a:pathLst>
                <a:path extrusionOk="0" h="2134" w="2489">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425" name="Google Shape;6425;p36"/>
            <p:cNvSpPr/>
            <p:nvPr/>
          </p:nvSpPr>
          <p:spPr>
            <a:xfrm>
              <a:off x="3209025" y="3094850"/>
              <a:ext cx="62200" cy="53350"/>
            </a:xfrm>
            <a:custGeom>
              <a:rect b="b" l="l" r="r" t="t"/>
              <a:pathLst>
                <a:path extrusionOk="0" h="2134" w="2488">
                  <a:moveTo>
                    <a:pt x="1065" y="1"/>
                  </a:moveTo>
                  <a:cubicBezTo>
                    <a:pt x="480" y="1"/>
                    <a:pt x="0" y="480"/>
                    <a:pt x="0" y="1066"/>
                  </a:cubicBezTo>
                  <a:cubicBezTo>
                    <a:pt x="0" y="1709"/>
                    <a:pt x="526" y="2134"/>
                    <a:pt x="1074" y="2134"/>
                  </a:cubicBezTo>
                  <a:cubicBezTo>
                    <a:pt x="1336" y="2134"/>
                    <a:pt x="1603" y="2037"/>
                    <a:pt x="1821" y="1822"/>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426" name="Google Shape;6426;p36"/>
            <p:cNvSpPr/>
            <p:nvPr/>
          </p:nvSpPr>
          <p:spPr>
            <a:xfrm>
              <a:off x="3209025" y="3018650"/>
              <a:ext cx="62200" cy="53425"/>
            </a:xfrm>
            <a:custGeom>
              <a:rect b="b" l="l" r="r" t="t"/>
              <a:pathLst>
                <a:path extrusionOk="0" h="2137" w="2488">
                  <a:moveTo>
                    <a:pt x="1065" y="0"/>
                  </a:moveTo>
                  <a:cubicBezTo>
                    <a:pt x="480" y="0"/>
                    <a:pt x="0" y="480"/>
                    <a:pt x="0" y="1065"/>
                  </a:cubicBezTo>
                  <a:cubicBezTo>
                    <a:pt x="0" y="1709"/>
                    <a:pt x="525" y="2137"/>
                    <a:pt x="1074" y="2137"/>
                  </a:cubicBezTo>
                  <a:cubicBezTo>
                    <a:pt x="1336" y="2137"/>
                    <a:pt x="1603" y="2039"/>
                    <a:pt x="1821" y="1821"/>
                  </a:cubicBezTo>
                  <a:cubicBezTo>
                    <a:pt x="2488" y="1146"/>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427" name="Google Shape;6427;p36"/>
            <p:cNvSpPr/>
            <p:nvPr/>
          </p:nvSpPr>
          <p:spPr>
            <a:xfrm>
              <a:off x="3209025" y="2942425"/>
              <a:ext cx="62200" cy="53450"/>
            </a:xfrm>
            <a:custGeom>
              <a:rect b="b" l="l" r="r" t="t"/>
              <a:pathLst>
                <a:path extrusionOk="0" h="2138" w="2488">
                  <a:moveTo>
                    <a:pt x="1065" y="1"/>
                  </a:moveTo>
                  <a:cubicBezTo>
                    <a:pt x="480" y="9"/>
                    <a:pt x="0" y="480"/>
                    <a:pt x="0" y="1066"/>
                  </a:cubicBezTo>
                  <a:cubicBezTo>
                    <a:pt x="0" y="1709"/>
                    <a:pt x="525" y="2137"/>
                    <a:pt x="1074" y="2137"/>
                  </a:cubicBezTo>
                  <a:cubicBezTo>
                    <a:pt x="1336" y="2137"/>
                    <a:pt x="1603" y="2040"/>
                    <a:pt x="1821" y="1822"/>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428" name="Google Shape;6428;p36"/>
            <p:cNvSpPr/>
            <p:nvPr/>
          </p:nvSpPr>
          <p:spPr>
            <a:xfrm>
              <a:off x="3209025" y="2866425"/>
              <a:ext cx="62200" cy="53275"/>
            </a:xfrm>
            <a:custGeom>
              <a:rect b="b" l="l" r="r" t="t"/>
              <a:pathLst>
                <a:path extrusionOk="0" h="2131" w="2488">
                  <a:moveTo>
                    <a:pt x="1065" y="0"/>
                  </a:moveTo>
                  <a:cubicBezTo>
                    <a:pt x="480" y="0"/>
                    <a:pt x="0" y="472"/>
                    <a:pt x="0" y="1065"/>
                  </a:cubicBezTo>
                  <a:cubicBezTo>
                    <a:pt x="0" y="1707"/>
                    <a:pt x="522" y="2131"/>
                    <a:pt x="1069" y="2131"/>
                  </a:cubicBezTo>
                  <a:cubicBezTo>
                    <a:pt x="1333" y="2131"/>
                    <a:pt x="1602" y="2032"/>
                    <a:pt x="1821" y="1813"/>
                  </a:cubicBezTo>
                  <a:cubicBezTo>
                    <a:pt x="2488" y="1146"/>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429" name="Google Shape;6429;p36"/>
            <p:cNvSpPr/>
            <p:nvPr/>
          </p:nvSpPr>
          <p:spPr>
            <a:xfrm>
              <a:off x="3209025" y="2790200"/>
              <a:ext cx="62200" cy="53350"/>
            </a:xfrm>
            <a:custGeom>
              <a:rect b="b" l="l" r="r" t="t"/>
              <a:pathLst>
                <a:path extrusionOk="0" h="2134" w="2488">
                  <a:moveTo>
                    <a:pt x="1065" y="1"/>
                  </a:moveTo>
                  <a:cubicBezTo>
                    <a:pt x="480" y="1"/>
                    <a:pt x="0" y="480"/>
                    <a:pt x="0" y="1066"/>
                  </a:cubicBezTo>
                  <a:cubicBezTo>
                    <a:pt x="0" y="1709"/>
                    <a:pt x="526" y="2134"/>
                    <a:pt x="1074" y="2134"/>
                  </a:cubicBezTo>
                  <a:cubicBezTo>
                    <a:pt x="1336" y="2134"/>
                    <a:pt x="1603" y="2037"/>
                    <a:pt x="1821" y="1822"/>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430" name="Google Shape;6430;p36"/>
            <p:cNvSpPr/>
            <p:nvPr/>
          </p:nvSpPr>
          <p:spPr>
            <a:xfrm>
              <a:off x="4199400" y="2942425"/>
              <a:ext cx="62200" cy="53450"/>
            </a:xfrm>
            <a:custGeom>
              <a:rect b="b" l="l" r="r" t="t"/>
              <a:pathLst>
                <a:path extrusionOk="0" h="2138" w="2488">
                  <a:moveTo>
                    <a:pt x="1065" y="1"/>
                  </a:moveTo>
                  <a:cubicBezTo>
                    <a:pt x="480" y="1"/>
                    <a:pt x="0" y="480"/>
                    <a:pt x="0" y="1066"/>
                  </a:cubicBezTo>
                  <a:cubicBezTo>
                    <a:pt x="0" y="1709"/>
                    <a:pt x="525" y="2137"/>
                    <a:pt x="1074" y="2137"/>
                  </a:cubicBezTo>
                  <a:cubicBezTo>
                    <a:pt x="1336" y="2137"/>
                    <a:pt x="1603" y="2040"/>
                    <a:pt x="1821" y="1822"/>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431" name="Google Shape;6431;p36"/>
            <p:cNvSpPr/>
            <p:nvPr/>
          </p:nvSpPr>
          <p:spPr>
            <a:xfrm>
              <a:off x="3132800" y="1114325"/>
              <a:ext cx="62425" cy="53350"/>
            </a:xfrm>
            <a:custGeom>
              <a:rect b="b" l="l" r="r" t="t"/>
              <a:pathLst>
                <a:path extrusionOk="0" h="2134" w="2497">
                  <a:moveTo>
                    <a:pt x="1066" y="1"/>
                  </a:moveTo>
                  <a:cubicBezTo>
                    <a:pt x="480" y="1"/>
                    <a:pt x="1" y="480"/>
                    <a:pt x="1" y="1065"/>
                  </a:cubicBezTo>
                  <a:cubicBezTo>
                    <a:pt x="1" y="1709"/>
                    <a:pt x="526" y="2133"/>
                    <a:pt x="1075" y="2133"/>
                  </a:cubicBezTo>
                  <a:cubicBezTo>
                    <a:pt x="1337" y="2133"/>
                    <a:pt x="1604" y="2037"/>
                    <a:pt x="1822" y="1822"/>
                  </a:cubicBezTo>
                  <a:cubicBezTo>
                    <a:pt x="2496"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432" name="Google Shape;6432;p36"/>
            <p:cNvSpPr/>
            <p:nvPr/>
          </p:nvSpPr>
          <p:spPr>
            <a:xfrm>
              <a:off x="3056800" y="1114325"/>
              <a:ext cx="62200" cy="53350"/>
            </a:xfrm>
            <a:custGeom>
              <a:rect b="b" l="l" r="r" t="t"/>
              <a:pathLst>
                <a:path extrusionOk="0" h="2134" w="2488">
                  <a:moveTo>
                    <a:pt x="1065" y="1"/>
                  </a:moveTo>
                  <a:cubicBezTo>
                    <a:pt x="480" y="1"/>
                    <a:pt x="0" y="480"/>
                    <a:pt x="0" y="1065"/>
                  </a:cubicBezTo>
                  <a:cubicBezTo>
                    <a:pt x="0" y="1709"/>
                    <a:pt x="526"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433" name="Google Shape;6433;p36"/>
            <p:cNvSpPr/>
            <p:nvPr/>
          </p:nvSpPr>
          <p:spPr>
            <a:xfrm>
              <a:off x="4351600" y="1647400"/>
              <a:ext cx="62425" cy="53450"/>
            </a:xfrm>
            <a:custGeom>
              <a:rect b="b" l="l" r="r" t="t"/>
              <a:pathLst>
                <a:path extrusionOk="0" h="2138" w="2497">
                  <a:moveTo>
                    <a:pt x="1074" y="1"/>
                  </a:moveTo>
                  <a:cubicBezTo>
                    <a:pt x="481" y="1"/>
                    <a:pt x="9" y="481"/>
                    <a:pt x="1" y="1066"/>
                  </a:cubicBezTo>
                  <a:cubicBezTo>
                    <a:pt x="1" y="1710"/>
                    <a:pt x="530" y="2138"/>
                    <a:pt x="1078" y="2138"/>
                  </a:cubicBezTo>
                  <a:cubicBezTo>
                    <a:pt x="1340" y="2138"/>
                    <a:pt x="1607" y="2040"/>
                    <a:pt x="1822" y="1822"/>
                  </a:cubicBezTo>
                  <a:cubicBezTo>
                    <a:pt x="2497" y="1155"/>
                    <a:pt x="2017" y="1"/>
                    <a:pt x="1074"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434" name="Google Shape;6434;p36"/>
            <p:cNvSpPr/>
            <p:nvPr/>
          </p:nvSpPr>
          <p:spPr>
            <a:xfrm>
              <a:off x="4351600" y="1723625"/>
              <a:ext cx="62425" cy="53350"/>
            </a:xfrm>
            <a:custGeom>
              <a:rect b="b" l="l" r="r" t="t"/>
              <a:pathLst>
                <a:path extrusionOk="0" h="2134" w="2497">
                  <a:moveTo>
                    <a:pt x="1074" y="1"/>
                  </a:moveTo>
                  <a:cubicBezTo>
                    <a:pt x="481" y="1"/>
                    <a:pt x="9" y="480"/>
                    <a:pt x="1" y="1065"/>
                  </a:cubicBezTo>
                  <a:cubicBezTo>
                    <a:pt x="1" y="1709"/>
                    <a:pt x="530" y="2133"/>
                    <a:pt x="1079" y="2133"/>
                  </a:cubicBezTo>
                  <a:cubicBezTo>
                    <a:pt x="1340" y="2133"/>
                    <a:pt x="1607" y="2037"/>
                    <a:pt x="1822" y="1822"/>
                  </a:cubicBezTo>
                  <a:cubicBezTo>
                    <a:pt x="2497" y="1147"/>
                    <a:pt x="2017" y="1"/>
                    <a:pt x="1074"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435" name="Google Shape;6435;p36"/>
            <p:cNvSpPr/>
            <p:nvPr/>
          </p:nvSpPr>
          <p:spPr>
            <a:xfrm>
              <a:off x="4351600" y="1799850"/>
              <a:ext cx="62425" cy="53325"/>
            </a:xfrm>
            <a:custGeom>
              <a:rect b="b" l="l" r="r" t="t"/>
              <a:pathLst>
                <a:path extrusionOk="0" h="2133" w="2497">
                  <a:moveTo>
                    <a:pt x="1074" y="0"/>
                  </a:moveTo>
                  <a:cubicBezTo>
                    <a:pt x="481" y="0"/>
                    <a:pt x="9" y="480"/>
                    <a:pt x="1" y="1065"/>
                  </a:cubicBezTo>
                  <a:cubicBezTo>
                    <a:pt x="1" y="1709"/>
                    <a:pt x="530" y="2133"/>
                    <a:pt x="1079" y="2133"/>
                  </a:cubicBezTo>
                  <a:cubicBezTo>
                    <a:pt x="1340" y="2133"/>
                    <a:pt x="1607" y="2036"/>
                    <a:pt x="1822" y="1821"/>
                  </a:cubicBezTo>
                  <a:cubicBezTo>
                    <a:pt x="2497" y="1146"/>
                    <a:pt x="2017" y="0"/>
                    <a:pt x="1074"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436" name="Google Shape;6436;p36"/>
            <p:cNvSpPr/>
            <p:nvPr/>
          </p:nvSpPr>
          <p:spPr>
            <a:xfrm>
              <a:off x="4351600" y="1876050"/>
              <a:ext cx="62425" cy="53350"/>
            </a:xfrm>
            <a:custGeom>
              <a:rect b="b" l="l" r="r" t="t"/>
              <a:pathLst>
                <a:path extrusionOk="0" h="2134" w="2497">
                  <a:moveTo>
                    <a:pt x="1074" y="1"/>
                  </a:moveTo>
                  <a:cubicBezTo>
                    <a:pt x="481" y="1"/>
                    <a:pt x="9" y="472"/>
                    <a:pt x="1" y="1066"/>
                  </a:cubicBezTo>
                  <a:cubicBezTo>
                    <a:pt x="1" y="1709"/>
                    <a:pt x="530" y="2133"/>
                    <a:pt x="1079" y="2133"/>
                  </a:cubicBezTo>
                  <a:cubicBezTo>
                    <a:pt x="1340" y="2133"/>
                    <a:pt x="1607" y="2037"/>
                    <a:pt x="1822" y="1822"/>
                  </a:cubicBezTo>
                  <a:cubicBezTo>
                    <a:pt x="2497" y="1147"/>
                    <a:pt x="2017" y="1"/>
                    <a:pt x="1074"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437" name="Google Shape;6437;p36"/>
            <p:cNvSpPr/>
            <p:nvPr/>
          </p:nvSpPr>
          <p:spPr>
            <a:xfrm>
              <a:off x="4351600" y="1952050"/>
              <a:ext cx="62425" cy="53450"/>
            </a:xfrm>
            <a:custGeom>
              <a:rect b="b" l="l" r="r" t="t"/>
              <a:pathLst>
                <a:path extrusionOk="0" h="2138" w="2497">
                  <a:moveTo>
                    <a:pt x="1074" y="1"/>
                  </a:moveTo>
                  <a:cubicBezTo>
                    <a:pt x="481" y="9"/>
                    <a:pt x="9" y="481"/>
                    <a:pt x="1" y="1074"/>
                  </a:cubicBezTo>
                  <a:cubicBezTo>
                    <a:pt x="1" y="1712"/>
                    <a:pt x="529" y="2138"/>
                    <a:pt x="1077" y="2138"/>
                  </a:cubicBezTo>
                  <a:cubicBezTo>
                    <a:pt x="1339" y="2138"/>
                    <a:pt x="1606" y="2040"/>
                    <a:pt x="1822" y="1822"/>
                  </a:cubicBezTo>
                  <a:cubicBezTo>
                    <a:pt x="2497" y="1155"/>
                    <a:pt x="2017" y="1"/>
                    <a:pt x="1074"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438" name="Google Shape;6438;p36"/>
            <p:cNvSpPr/>
            <p:nvPr/>
          </p:nvSpPr>
          <p:spPr>
            <a:xfrm>
              <a:off x="4351600" y="2028275"/>
              <a:ext cx="62425" cy="53450"/>
            </a:xfrm>
            <a:custGeom>
              <a:rect b="b" l="l" r="r" t="t"/>
              <a:pathLst>
                <a:path extrusionOk="0" h="2138" w="2497">
                  <a:moveTo>
                    <a:pt x="1074" y="1"/>
                  </a:moveTo>
                  <a:cubicBezTo>
                    <a:pt x="481" y="1"/>
                    <a:pt x="9" y="480"/>
                    <a:pt x="1" y="1065"/>
                  </a:cubicBezTo>
                  <a:cubicBezTo>
                    <a:pt x="1" y="1709"/>
                    <a:pt x="530" y="2137"/>
                    <a:pt x="1078" y="2137"/>
                  </a:cubicBezTo>
                  <a:cubicBezTo>
                    <a:pt x="1340" y="2137"/>
                    <a:pt x="1607" y="2040"/>
                    <a:pt x="1822" y="1821"/>
                  </a:cubicBezTo>
                  <a:cubicBezTo>
                    <a:pt x="2497" y="1147"/>
                    <a:pt x="2017" y="1"/>
                    <a:pt x="1074"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439" name="Google Shape;6439;p36"/>
            <p:cNvSpPr/>
            <p:nvPr/>
          </p:nvSpPr>
          <p:spPr>
            <a:xfrm>
              <a:off x="4351600" y="2104500"/>
              <a:ext cx="62425" cy="53325"/>
            </a:xfrm>
            <a:custGeom>
              <a:rect b="b" l="l" r="r" t="t"/>
              <a:pathLst>
                <a:path extrusionOk="0" h="2133" w="2497">
                  <a:moveTo>
                    <a:pt x="1074" y="0"/>
                  </a:moveTo>
                  <a:cubicBezTo>
                    <a:pt x="481" y="0"/>
                    <a:pt x="9" y="480"/>
                    <a:pt x="1" y="1065"/>
                  </a:cubicBezTo>
                  <a:cubicBezTo>
                    <a:pt x="1" y="1709"/>
                    <a:pt x="530" y="2133"/>
                    <a:pt x="1079" y="2133"/>
                  </a:cubicBezTo>
                  <a:cubicBezTo>
                    <a:pt x="1340" y="2133"/>
                    <a:pt x="1607" y="2036"/>
                    <a:pt x="1822" y="1821"/>
                  </a:cubicBezTo>
                  <a:cubicBezTo>
                    <a:pt x="2497" y="1146"/>
                    <a:pt x="2017" y="0"/>
                    <a:pt x="1074"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440" name="Google Shape;6440;p36"/>
            <p:cNvSpPr/>
            <p:nvPr/>
          </p:nvSpPr>
          <p:spPr>
            <a:xfrm>
              <a:off x="3970950" y="1876050"/>
              <a:ext cx="62225" cy="53350"/>
            </a:xfrm>
            <a:custGeom>
              <a:rect b="b" l="l" r="r" t="t"/>
              <a:pathLst>
                <a:path extrusionOk="0" h="2134" w="2489">
                  <a:moveTo>
                    <a:pt x="1065" y="1"/>
                  </a:moveTo>
                  <a:cubicBezTo>
                    <a:pt x="472" y="1"/>
                    <a:pt x="1" y="472"/>
                    <a:pt x="1" y="1066"/>
                  </a:cubicBezTo>
                  <a:cubicBezTo>
                    <a:pt x="1" y="1709"/>
                    <a:pt x="526" y="2133"/>
                    <a:pt x="1072" y="2133"/>
                  </a:cubicBezTo>
                  <a:cubicBezTo>
                    <a:pt x="1333" y="2133"/>
                    <a:pt x="1598" y="2037"/>
                    <a:pt x="1813" y="1822"/>
                  </a:cubicBezTo>
                  <a:cubicBezTo>
                    <a:pt x="2488" y="1147"/>
                    <a:pt x="2017"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441" name="Google Shape;6441;p36"/>
            <p:cNvSpPr/>
            <p:nvPr/>
          </p:nvSpPr>
          <p:spPr>
            <a:xfrm>
              <a:off x="3970950" y="1952050"/>
              <a:ext cx="62225" cy="53450"/>
            </a:xfrm>
            <a:custGeom>
              <a:rect b="b" l="l" r="r" t="t"/>
              <a:pathLst>
                <a:path extrusionOk="0" h="2138" w="2489">
                  <a:moveTo>
                    <a:pt x="1065" y="1"/>
                  </a:moveTo>
                  <a:cubicBezTo>
                    <a:pt x="472" y="9"/>
                    <a:pt x="1" y="481"/>
                    <a:pt x="1" y="1074"/>
                  </a:cubicBezTo>
                  <a:cubicBezTo>
                    <a:pt x="1" y="1712"/>
                    <a:pt x="525" y="2138"/>
                    <a:pt x="1071" y="2138"/>
                  </a:cubicBezTo>
                  <a:cubicBezTo>
                    <a:pt x="1332" y="2138"/>
                    <a:pt x="1598" y="2040"/>
                    <a:pt x="1813" y="1822"/>
                  </a:cubicBezTo>
                  <a:cubicBezTo>
                    <a:pt x="2488" y="1155"/>
                    <a:pt x="2017"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442" name="Google Shape;6442;p36"/>
            <p:cNvSpPr/>
            <p:nvPr/>
          </p:nvSpPr>
          <p:spPr>
            <a:xfrm>
              <a:off x="3666100" y="1952050"/>
              <a:ext cx="62200" cy="53450"/>
            </a:xfrm>
            <a:custGeom>
              <a:rect b="b" l="l" r="r" t="t"/>
              <a:pathLst>
                <a:path extrusionOk="0" h="2138" w="2488">
                  <a:moveTo>
                    <a:pt x="1065" y="1"/>
                  </a:moveTo>
                  <a:cubicBezTo>
                    <a:pt x="480" y="9"/>
                    <a:pt x="0" y="481"/>
                    <a:pt x="0" y="1074"/>
                  </a:cubicBezTo>
                  <a:cubicBezTo>
                    <a:pt x="0" y="1712"/>
                    <a:pt x="525" y="2138"/>
                    <a:pt x="1073" y="2138"/>
                  </a:cubicBezTo>
                  <a:cubicBezTo>
                    <a:pt x="1335" y="2138"/>
                    <a:pt x="1603" y="2040"/>
                    <a:pt x="1821" y="1822"/>
                  </a:cubicBezTo>
                  <a:cubicBezTo>
                    <a:pt x="2488" y="1155"/>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443" name="Google Shape;6443;p36"/>
            <p:cNvSpPr/>
            <p:nvPr/>
          </p:nvSpPr>
          <p:spPr>
            <a:xfrm>
              <a:off x="3742300" y="2028275"/>
              <a:ext cx="62225" cy="53450"/>
            </a:xfrm>
            <a:custGeom>
              <a:rect b="b" l="l" r="r" t="t"/>
              <a:pathLst>
                <a:path extrusionOk="0" h="2138" w="2489">
                  <a:moveTo>
                    <a:pt x="1066" y="1"/>
                  </a:moveTo>
                  <a:cubicBezTo>
                    <a:pt x="481" y="1"/>
                    <a:pt x="1" y="480"/>
                    <a:pt x="1" y="1065"/>
                  </a:cubicBezTo>
                  <a:cubicBezTo>
                    <a:pt x="1" y="1709"/>
                    <a:pt x="526" y="2137"/>
                    <a:pt x="1072" y="2137"/>
                  </a:cubicBezTo>
                  <a:cubicBezTo>
                    <a:pt x="1333" y="2137"/>
                    <a:pt x="1598" y="2040"/>
                    <a:pt x="1814" y="1821"/>
                  </a:cubicBezTo>
                  <a:cubicBezTo>
                    <a:pt x="2489" y="1155"/>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444" name="Google Shape;6444;p36"/>
            <p:cNvSpPr/>
            <p:nvPr/>
          </p:nvSpPr>
          <p:spPr>
            <a:xfrm>
              <a:off x="3742300" y="1952050"/>
              <a:ext cx="62225" cy="53450"/>
            </a:xfrm>
            <a:custGeom>
              <a:rect b="b" l="l" r="r" t="t"/>
              <a:pathLst>
                <a:path extrusionOk="0" h="2138" w="2489">
                  <a:moveTo>
                    <a:pt x="1066" y="1"/>
                  </a:moveTo>
                  <a:cubicBezTo>
                    <a:pt x="481" y="9"/>
                    <a:pt x="1" y="481"/>
                    <a:pt x="1" y="1074"/>
                  </a:cubicBezTo>
                  <a:cubicBezTo>
                    <a:pt x="1" y="1712"/>
                    <a:pt x="525" y="2138"/>
                    <a:pt x="1071" y="2138"/>
                  </a:cubicBezTo>
                  <a:cubicBezTo>
                    <a:pt x="1332" y="2138"/>
                    <a:pt x="1598" y="2040"/>
                    <a:pt x="1814" y="1822"/>
                  </a:cubicBezTo>
                  <a:cubicBezTo>
                    <a:pt x="2489" y="1155"/>
                    <a:pt x="2017" y="9"/>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445" name="Google Shape;6445;p36"/>
            <p:cNvSpPr/>
            <p:nvPr/>
          </p:nvSpPr>
          <p:spPr>
            <a:xfrm>
              <a:off x="3818525" y="1952050"/>
              <a:ext cx="62225" cy="53450"/>
            </a:xfrm>
            <a:custGeom>
              <a:rect b="b" l="l" r="r" t="t"/>
              <a:pathLst>
                <a:path extrusionOk="0" h="2138" w="2489">
                  <a:moveTo>
                    <a:pt x="1065" y="1"/>
                  </a:moveTo>
                  <a:cubicBezTo>
                    <a:pt x="480" y="9"/>
                    <a:pt x="0" y="481"/>
                    <a:pt x="0" y="1074"/>
                  </a:cubicBezTo>
                  <a:cubicBezTo>
                    <a:pt x="0" y="1712"/>
                    <a:pt x="525" y="2138"/>
                    <a:pt x="1073" y="2138"/>
                  </a:cubicBezTo>
                  <a:cubicBezTo>
                    <a:pt x="1335" y="2138"/>
                    <a:pt x="1603" y="2040"/>
                    <a:pt x="1821" y="1822"/>
                  </a:cubicBezTo>
                  <a:cubicBezTo>
                    <a:pt x="2488" y="1155"/>
                    <a:pt x="2017"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446" name="Google Shape;6446;p36"/>
            <p:cNvSpPr/>
            <p:nvPr/>
          </p:nvSpPr>
          <p:spPr>
            <a:xfrm>
              <a:off x="3894725" y="1952050"/>
              <a:ext cx="62225" cy="53450"/>
            </a:xfrm>
            <a:custGeom>
              <a:rect b="b" l="l" r="r" t="t"/>
              <a:pathLst>
                <a:path extrusionOk="0" h="2138" w="2489">
                  <a:moveTo>
                    <a:pt x="1066" y="1"/>
                  </a:moveTo>
                  <a:cubicBezTo>
                    <a:pt x="481" y="9"/>
                    <a:pt x="1" y="481"/>
                    <a:pt x="1" y="1074"/>
                  </a:cubicBezTo>
                  <a:cubicBezTo>
                    <a:pt x="1" y="1712"/>
                    <a:pt x="525" y="2138"/>
                    <a:pt x="1074" y="2138"/>
                  </a:cubicBezTo>
                  <a:cubicBezTo>
                    <a:pt x="1336" y="2138"/>
                    <a:pt x="1604" y="2040"/>
                    <a:pt x="1822" y="1822"/>
                  </a:cubicBezTo>
                  <a:cubicBezTo>
                    <a:pt x="2489" y="1155"/>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447" name="Google Shape;6447;p36"/>
            <p:cNvSpPr/>
            <p:nvPr/>
          </p:nvSpPr>
          <p:spPr>
            <a:xfrm>
              <a:off x="3894725" y="2028275"/>
              <a:ext cx="62225" cy="53450"/>
            </a:xfrm>
            <a:custGeom>
              <a:rect b="b" l="l" r="r" t="t"/>
              <a:pathLst>
                <a:path extrusionOk="0" h="2138" w="2489">
                  <a:moveTo>
                    <a:pt x="1066" y="1"/>
                  </a:moveTo>
                  <a:cubicBezTo>
                    <a:pt x="481" y="1"/>
                    <a:pt x="1" y="480"/>
                    <a:pt x="1" y="1065"/>
                  </a:cubicBezTo>
                  <a:cubicBezTo>
                    <a:pt x="1" y="1709"/>
                    <a:pt x="526" y="2137"/>
                    <a:pt x="1075" y="2137"/>
                  </a:cubicBezTo>
                  <a:cubicBezTo>
                    <a:pt x="1337" y="2137"/>
                    <a:pt x="1604" y="2040"/>
                    <a:pt x="1822" y="1821"/>
                  </a:cubicBezTo>
                  <a:cubicBezTo>
                    <a:pt x="2489"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448" name="Google Shape;6448;p36"/>
            <p:cNvSpPr/>
            <p:nvPr/>
          </p:nvSpPr>
          <p:spPr>
            <a:xfrm>
              <a:off x="3970950" y="2028275"/>
              <a:ext cx="62225" cy="53450"/>
            </a:xfrm>
            <a:custGeom>
              <a:rect b="b" l="l" r="r" t="t"/>
              <a:pathLst>
                <a:path extrusionOk="0" h="2138" w="2489">
                  <a:moveTo>
                    <a:pt x="1065" y="1"/>
                  </a:moveTo>
                  <a:cubicBezTo>
                    <a:pt x="472" y="1"/>
                    <a:pt x="1" y="480"/>
                    <a:pt x="1" y="1065"/>
                  </a:cubicBezTo>
                  <a:cubicBezTo>
                    <a:pt x="1" y="1709"/>
                    <a:pt x="526" y="2137"/>
                    <a:pt x="1072" y="2137"/>
                  </a:cubicBezTo>
                  <a:cubicBezTo>
                    <a:pt x="1332" y="2137"/>
                    <a:pt x="1598" y="2040"/>
                    <a:pt x="1813" y="1821"/>
                  </a:cubicBezTo>
                  <a:cubicBezTo>
                    <a:pt x="2488" y="1147"/>
                    <a:pt x="2017"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449" name="Google Shape;6449;p36"/>
            <p:cNvSpPr/>
            <p:nvPr/>
          </p:nvSpPr>
          <p:spPr>
            <a:xfrm>
              <a:off x="3970950" y="2104500"/>
              <a:ext cx="62225" cy="53325"/>
            </a:xfrm>
            <a:custGeom>
              <a:rect b="b" l="l" r="r" t="t"/>
              <a:pathLst>
                <a:path extrusionOk="0" h="2133" w="2489">
                  <a:moveTo>
                    <a:pt x="1065" y="0"/>
                  </a:moveTo>
                  <a:cubicBezTo>
                    <a:pt x="472" y="0"/>
                    <a:pt x="1" y="480"/>
                    <a:pt x="1" y="1065"/>
                  </a:cubicBezTo>
                  <a:cubicBezTo>
                    <a:pt x="1" y="1709"/>
                    <a:pt x="526" y="2133"/>
                    <a:pt x="1072" y="2133"/>
                  </a:cubicBezTo>
                  <a:cubicBezTo>
                    <a:pt x="1333" y="2133"/>
                    <a:pt x="1598" y="2036"/>
                    <a:pt x="1813" y="1821"/>
                  </a:cubicBezTo>
                  <a:cubicBezTo>
                    <a:pt x="2488" y="1146"/>
                    <a:pt x="2017"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450" name="Google Shape;6450;p36"/>
            <p:cNvSpPr/>
            <p:nvPr/>
          </p:nvSpPr>
          <p:spPr>
            <a:xfrm>
              <a:off x="4046950" y="1876050"/>
              <a:ext cx="62425" cy="53275"/>
            </a:xfrm>
            <a:custGeom>
              <a:rect b="b" l="l" r="r" t="t"/>
              <a:pathLst>
                <a:path extrusionOk="0" h="2131" w="2497">
                  <a:moveTo>
                    <a:pt x="1074" y="1"/>
                  </a:moveTo>
                  <a:cubicBezTo>
                    <a:pt x="481" y="1"/>
                    <a:pt x="9" y="472"/>
                    <a:pt x="1" y="1066"/>
                  </a:cubicBezTo>
                  <a:cubicBezTo>
                    <a:pt x="1" y="1707"/>
                    <a:pt x="527" y="2131"/>
                    <a:pt x="1074" y="2131"/>
                  </a:cubicBezTo>
                  <a:cubicBezTo>
                    <a:pt x="1337" y="2131"/>
                    <a:pt x="1605" y="2033"/>
                    <a:pt x="1822" y="1813"/>
                  </a:cubicBezTo>
                  <a:cubicBezTo>
                    <a:pt x="2497" y="1147"/>
                    <a:pt x="2017" y="1"/>
                    <a:pt x="1074"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451" name="Google Shape;6451;p36"/>
            <p:cNvSpPr/>
            <p:nvPr/>
          </p:nvSpPr>
          <p:spPr>
            <a:xfrm>
              <a:off x="4046950" y="1952050"/>
              <a:ext cx="62425" cy="53450"/>
            </a:xfrm>
            <a:custGeom>
              <a:rect b="b" l="l" r="r" t="t"/>
              <a:pathLst>
                <a:path extrusionOk="0" h="2138" w="2497">
                  <a:moveTo>
                    <a:pt x="1074" y="1"/>
                  </a:moveTo>
                  <a:cubicBezTo>
                    <a:pt x="481" y="9"/>
                    <a:pt x="9" y="481"/>
                    <a:pt x="1" y="1074"/>
                  </a:cubicBezTo>
                  <a:cubicBezTo>
                    <a:pt x="1" y="1712"/>
                    <a:pt x="529" y="2138"/>
                    <a:pt x="1077" y="2138"/>
                  </a:cubicBezTo>
                  <a:cubicBezTo>
                    <a:pt x="1339" y="2138"/>
                    <a:pt x="1606" y="2040"/>
                    <a:pt x="1822" y="1822"/>
                  </a:cubicBezTo>
                  <a:cubicBezTo>
                    <a:pt x="2497" y="1155"/>
                    <a:pt x="2017" y="1"/>
                    <a:pt x="1074"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452" name="Google Shape;6452;p36"/>
            <p:cNvSpPr/>
            <p:nvPr/>
          </p:nvSpPr>
          <p:spPr>
            <a:xfrm>
              <a:off x="4046950" y="2028275"/>
              <a:ext cx="62425" cy="53450"/>
            </a:xfrm>
            <a:custGeom>
              <a:rect b="b" l="l" r="r" t="t"/>
              <a:pathLst>
                <a:path extrusionOk="0" h="2138" w="2497">
                  <a:moveTo>
                    <a:pt x="1074" y="1"/>
                  </a:moveTo>
                  <a:cubicBezTo>
                    <a:pt x="481" y="1"/>
                    <a:pt x="9" y="480"/>
                    <a:pt x="1" y="1065"/>
                  </a:cubicBezTo>
                  <a:cubicBezTo>
                    <a:pt x="1" y="1709"/>
                    <a:pt x="530" y="2137"/>
                    <a:pt x="1078" y="2137"/>
                  </a:cubicBezTo>
                  <a:cubicBezTo>
                    <a:pt x="1340" y="2137"/>
                    <a:pt x="1607" y="2040"/>
                    <a:pt x="1822" y="1821"/>
                  </a:cubicBezTo>
                  <a:cubicBezTo>
                    <a:pt x="2497" y="1147"/>
                    <a:pt x="2017" y="1"/>
                    <a:pt x="1074"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453" name="Google Shape;6453;p36"/>
            <p:cNvSpPr/>
            <p:nvPr/>
          </p:nvSpPr>
          <p:spPr>
            <a:xfrm>
              <a:off x="4046950" y="2104500"/>
              <a:ext cx="62425" cy="53325"/>
            </a:xfrm>
            <a:custGeom>
              <a:rect b="b" l="l" r="r" t="t"/>
              <a:pathLst>
                <a:path extrusionOk="0" h="2133" w="2497">
                  <a:moveTo>
                    <a:pt x="1074" y="0"/>
                  </a:moveTo>
                  <a:cubicBezTo>
                    <a:pt x="481" y="0"/>
                    <a:pt x="9" y="480"/>
                    <a:pt x="1" y="1065"/>
                  </a:cubicBezTo>
                  <a:cubicBezTo>
                    <a:pt x="1" y="1709"/>
                    <a:pt x="530" y="2133"/>
                    <a:pt x="1079" y="2133"/>
                  </a:cubicBezTo>
                  <a:cubicBezTo>
                    <a:pt x="1340" y="2133"/>
                    <a:pt x="1607" y="2036"/>
                    <a:pt x="1822" y="1821"/>
                  </a:cubicBezTo>
                  <a:cubicBezTo>
                    <a:pt x="2497" y="1146"/>
                    <a:pt x="2017" y="0"/>
                    <a:pt x="1074"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454" name="Google Shape;6454;p36"/>
            <p:cNvSpPr/>
            <p:nvPr/>
          </p:nvSpPr>
          <p:spPr>
            <a:xfrm>
              <a:off x="4123175" y="1723625"/>
              <a:ext cx="62425" cy="53350"/>
            </a:xfrm>
            <a:custGeom>
              <a:rect b="b" l="l" r="r" t="t"/>
              <a:pathLst>
                <a:path extrusionOk="0" h="2134" w="2497">
                  <a:moveTo>
                    <a:pt x="1065" y="1"/>
                  </a:moveTo>
                  <a:cubicBezTo>
                    <a:pt x="480" y="1"/>
                    <a:pt x="0" y="480"/>
                    <a:pt x="0" y="1065"/>
                  </a:cubicBezTo>
                  <a:cubicBezTo>
                    <a:pt x="0" y="1709"/>
                    <a:pt x="526" y="2133"/>
                    <a:pt x="1074" y="2133"/>
                  </a:cubicBezTo>
                  <a:cubicBezTo>
                    <a:pt x="1336" y="2133"/>
                    <a:pt x="1604" y="2037"/>
                    <a:pt x="1821" y="1822"/>
                  </a:cubicBezTo>
                  <a:cubicBezTo>
                    <a:pt x="2496" y="1147"/>
                    <a:pt x="2017"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455" name="Google Shape;6455;p36"/>
            <p:cNvSpPr/>
            <p:nvPr/>
          </p:nvSpPr>
          <p:spPr>
            <a:xfrm>
              <a:off x="4123175" y="1799850"/>
              <a:ext cx="62425" cy="53325"/>
            </a:xfrm>
            <a:custGeom>
              <a:rect b="b" l="l" r="r" t="t"/>
              <a:pathLst>
                <a:path extrusionOk="0" h="2133" w="2497">
                  <a:moveTo>
                    <a:pt x="1065" y="0"/>
                  </a:moveTo>
                  <a:cubicBezTo>
                    <a:pt x="480" y="0"/>
                    <a:pt x="0" y="480"/>
                    <a:pt x="0" y="1065"/>
                  </a:cubicBezTo>
                  <a:cubicBezTo>
                    <a:pt x="0" y="1709"/>
                    <a:pt x="526" y="2133"/>
                    <a:pt x="1074" y="2133"/>
                  </a:cubicBezTo>
                  <a:cubicBezTo>
                    <a:pt x="1336" y="2133"/>
                    <a:pt x="1604" y="2036"/>
                    <a:pt x="1821" y="1821"/>
                  </a:cubicBezTo>
                  <a:cubicBezTo>
                    <a:pt x="2496" y="1146"/>
                    <a:pt x="2017"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456" name="Google Shape;6456;p36"/>
            <p:cNvSpPr/>
            <p:nvPr/>
          </p:nvSpPr>
          <p:spPr>
            <a:xfrm>
              <a:off x="4123175" y="1876050"/>
              <a:ext cx="62425" cy="53350"/>
            </a:xfrm>
            <a:custGeom>
              <a:rect b="b" l="l" r="r" t="t"/>
              <a:pathLst>
                <a:path extrusionOk="0" h="2134" w="2497">
                  <a:moveTo>
                    <a:pt x="1065" y="1"/>
                  </a:moveTo>
                  <a:cubicBezTo>
                    <a:pt x="480" y="1"/>
                    <a:pt x="0" y="472"/>
                    <a:pt x="0" y="1066"/>
                  </a:cubicBezTo>
                  <a:cubicBezTo>
                    <a:pt x="0" y="1709"/>
                    <a:pt x="526" y="2133"/>
                    <a:pt x="1074" y="2133"/>
                  </a:cubicBezTo>
                  <a:cubicBezTo>
                    <a:pt x="1336" y="2133"/>
                    <a:pt x="1604" y="2037"/>
                    <a:pt x="1821" y="1822"/>
                  </a:cubicBezTo>
                  <a:cubicBezTo>
                    <a:pt x="2496" y="1147"/>
                    <a:pt x="2017"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457" name="Google Shape;6457;p36"/>
            <p:cNvSpPr/>
            <p:nvPr/>
          </p:nvSpPr>
          <p:spPr>
            <a:xfrm>
              <a:off x="4123175" y="1952050"/>
              <a:ext cx="62425" cy="53450"/>
            </a:xfrm>
            <a:custGeom>
              <a:rect b="b" l="l" r="r" t="t"/>
              <a:pathLst>
                <a:path extrusionOk="0" h="2138" w="2497">
                  <a:moveTo>
                    <a:pt x="1065" y="1"/>
                  </a:moveTo>
                  <a:cubicBezTo>
                    <a:pt x="480" y="9"/>
                    <a:pt x="0" y="481"/>
                    <a:pt x="0" y="1074"/>
                  </a:cubicBezTo>
                  <a:cubicBezTo>
                    <a:pt x="0" y="1712"/>
                    <a:pt x="525" y="2138"/>
                    <a:pt x="1073" y="2138"/>
                  </a:cubicBezTo>
                  <a:cubicBezTo>
                    <a:pt x="1335" y="2138"/>
                    <a:pt x="1603" y="2040"/>
                    <a:pt x="1821" y="1822"/>
                  </a:cubicBezTo>
                  <a:cubicBezTo>
                    <a:pt x="2496" y="1155"/>
                    <a:pt x="2017"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458" name="Google Shape;6458;p36"/>
            <p:cNvSpPr/>
            <p:nvPr/>
          </p:nvSpPr>
          <p:spPr>
            <a:xfrm>
              <a:off x="4123175" y="2028275"/>
              <a:ext cx="62425" cy="53450"/>
            </a:xfrm>
            <a:custGeom>
              <a:rect b="b" l="l" r="r" t="t"/>
              <a:pathLst>
                <a:path extrusionOk="0" h="2138" w="2497">
                  <a:moveTo>
                    <a:pt x="1065" y="1"/>
                  </a:moveTo>
                  <a:cubicBezTo>
                    <a:pt x="480" y="1"/>
                    <a:pt x="0" y="480"/>
                    <a:pt x="0" y="1065"/>
                  </a:cubicBezTo>
                  <a:cubicBezTo>
                    <a:pt x="0" y="1709"/>
                    <a:pt x="526" y="2137"/>
                    <a:pt x="1074" y="2137"/>
                  </a:cubicBezTo>
                  <a:cubicBezTo>
                    <a:pt x="1336" y="2137"/>
                    <a:pt x="1603" y="2040"/>
                    <a:pt x="1821" y="1821"/>
                  </a:cubicBezTo>
                  <a:cubicBezTo>
                    <a:pt x="2496" y="1147"/>
                    <a:pt x="2017"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459" name="Google Shape;6459;p36"/>
            <p:cNvSpPr/>
            <p:nvPr/>
          </p:nvSpPr>
          <p:spPr>
            <a:xfrm>
              <a:off x="4123175" y="2104500"/>
              <a:ext cx="62425" cy="53325"/>
            </a:xfrm>
            <a:custGeom>
              <a:rect b="b" l="l" r="r" t="t"/>
              <a:pathLst>
                <a:path extrusionOk="0" h="2133" w="2497">
                  <a:moveTo>
                    <a:pt x="1065" y="0"/>
                  </a:moveTo>
                  <a:cubicBezTo>
                    <a:pt x="480" y="0"/>
                    <a:pt x="0" y="480"/>
                    <a:pt x="0" y="1065"/>
                  </a:cubicBezTo>
                  <a:cubicBezTo>
                    <a:pt x="0" y="1709"/>
                    <a:pt x="526" y="2133"/>
                    <a:pt x="1074" y="2133"/>
                  </a:cubicBezTo>
                  <a:cubicBezTo>
                    <a:pt x="1336" y="2133"/>
                    <a:pt x="1604" y="2036"/>
                    <a:pt x="1821" y="1821"/>
                  </a:cubicBezTo>
                  <a:cubicBezTo>
                    <a:pt x="2496" y="1146"/>
                    <a:pt x="2017"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460" name="Google Shape;6460;p36"/>
            <p:cNvSpPr/>
            <p:nvPr/>
          </p:nvSpPr>
          <p:spPr>
            <a:xfrm>
              <a:off x="4199400" y="1723625"/>
              <a:ext cx="62200" cy="53350"/>
            </a:xfrm>
            <a:custGeom>
              <a:rect b="b" l="l" r="r" t="t"/>
              <a:pathLst>
                <a:path extrusionOk="0" h="2134" w="2488">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461" name="Google Shape;6461;p36"/>
            <p:cNvSpPr/>
            <p:nvPr/>
          </p:nvSpPr>
          <p:spPr>
            <a:xfrm>
              <a:off x="4199400" y="1799850"/>
              <a:ext cx="62200" cy="53325"/>
            </a:xfrm>
            <a:custGeom>
              <a:rect b="b" l="l" r="r" t="t"/>
              <a:pathLst>
                <a:path extrusionOk="0" h="2133" w="2488">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462" name="Google Shape;6462;p36"/>
            <p:cNvSpPr/>
            <p:nvPr/>
          </p:nvSpPr>
          <p:spPr>
            <a:xfrm>
              <a:off x="4199400" y="1876050"/>
              <a:ext cx="62200" cy="53275"/>
            </a:xfrm>
            <a:custGeom>
              <a:rect b="b" l="l" r="r" t="t"/>
              <a:pathLst>
                <a:path extrusionOk="0" h="2131" w="2488">
                  <a:moveTo>
                    <a:pt x="1065" y="1"/>
                  </a:moveTo>
                  <a:cubicBezTo>
                    <a:pt x="480" y="1"/>
                    <a:pt x="0" y="472"/>
                    <a:pt x="0" y="1066"/>
                  </a:cubicBezTo>
                  <a:cubicBezTo>
                    <a:pt x="0" y="1707"/>
                    <a:pt x="522" y="2131"/>
                    <a:pt x="1069" y="2131"/>
                  </a:cubicBezTo>
                  <a:cubicBezTo>
                    <a:pt x="1333" y="2131"/>
                    <a:pt x="1602" y="2033"/>
                    <a:pt x="1821" y="1813"/>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463" name="Google Shape;6463;p36"/>
            <p:cNvSpPr/>
            <p:nvPr/>
          </p:nvSpPr>
          <p:spPr>
            <a:xfrm>
              <a:off x="4199400" y="1952050"/>
              <a:ext cx="62200" cy="53450"/>
            </a:xfrm>
            <a:custGeom>
              <a:rect b="b" l="l" r="r" t="t"/>
              <a:pathLst>
                <a:path extrusionOk="0" h="2138" w="2488">
                  <a:moveTo>
                    <a:pt x="1065" y="1"/>
                  </a:moveTo>
                  <a:cubicBezTo>
                    <a:pt x="480" y="9"/>
                    <a:pt x="0" y="481"/>
                    <a:pt x="0" y="1074"/>
                  </a:cubicBezTo>
                  <a:cubicBezTo>
                    <a:pt x="0" y="1712"/>
                    <a:pt x="524" y="2138"/>
                    <a:pt x="1073" y="2138"/>
                  </a:cubicBezTo>
                  <a:cubicBezTo>
                    <a:pt x="1335" y="2138"/>
                    <a:pt x="1603" y="2040"/>
                    <a:pt x="1821" y="1822"/>
                  </a:cubicBezTo>
                  <a:cubicBezTo>
                    <a:pt x="2488" y="1155"/>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464" name="Google Shape;6464;p36"/>
            <p:cNvSpPr/>
            <p:nvPr/>
          </p:nvSpPr>
          <p:spPr>
            <a:xfrm>
              <a:off x="4199400" y="2028275"/>
              <a:ext cx="62200" cy="53450"/>
            </a:xfrm>
            <a:custGeom>
              <a:rect b="b" l="l" r="r" t="t"/>
              <a:pathLst>
                <a:path extrusionOk="0" h="2138" w="2488">
                  <a:moveTo>
                    <a:pt x="1065" y="1"/>
                  </a:moveTo>
                  <a:cubicBezTo>
                    <a:pt x="480" y="1"/>
                    <a:pt x="0" y="480"/>
                    <a:pt x="0" y="1065"/>
                  </a:cubicBezTo>
                  <a:cubicBezTo>
                    <a:pt x="0" y="1709"/>
                    <a:pt x="525" y="2137"/>
                    <a:pt x="1074" y="2137"/>
                  </a:cubicBezTo>
                  <a:cubicBezTo>
                    <a:pt x="1336" y="2137"/>
                    <a:pt x="1603" y="2040"/>
                    <a:pt x="1821" y="1821"/>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465" name="Google Shape;6465;p36"/>
            <p:cNvSpPr/>
            <p:nvPr/>
          </p:nvSpPr>
          <p:spPr>
            <a:xfrm>
              <a:off x="4199400" y="2104500"/>
              <a:ext cx="62200" cy="53325"/>
            </a:xfrm>
            <a:custGeom>
              <a:rect b="b" l="l" r="r" t="t"/>
              <a:pathLst>
                <a:path extrusionOk="0" h="2133" w="2488">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466" name="Google Shape;6466;p36"/>
            <p:cNvSpPr/>
            <p:nvPr/>
          </p:nvSpPr>
          <p:spPr>
            <a:xfrm>
              <a:off x="4199400" y="2180700"/>
              <a:ext cx="62200" cy="53350"/>
            </a:xfrm>
            <a:custGeom>
              <a:rect b="b" l="l" r="r" t="t"/>
              <a:pathLst>
                <a:path extrusionOk="0" h="2134" w="2488">
                  <a:moveTo>
                    <a:pt x="1065" y="1"/>
                  </a:moveTo>
                  <a:cubicBezTo>
                    <a:pt x="480" y="1"/>
                    <a:pt x="0" y="480"/>
                    <a:pt x="0" y="1066"/>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467" name="Google Shape;6467;p36"/>
            <p:cNvSpPr/>
            <p:nvPr/>
          </p:nvSpPr>
          <p:spPr>
            <a:xfrm>
              <a:off x="4275600" y="1647400"/>
              <a:ext cx="62225" cy="53450"/>
            </a:xfrm>
            <a:custGeom>
              <a:rect b="b" l="l" r="r" t="t"/>
              <a:pathLst>
                <a:path extrusionOk="0" h="2138" w="2489">
                  <a:moveTo>
                    <a:pt x="1066" y="1"/>
                  </a:moveTo>
                  <a:cubicBezTo>
                    <a:pt x="472" y="9"/>
                    <a:pt x="1" y="481"/>
                    <a:pt x="1" y="1066"/>
                  </a:cubicBezTo>
                  <a:cubicBezTo>
                    <a:pt x="1" y="1710"/>
                    <a:pt x="526" y="2138"/>
                    <a:pt x="1072" y="2138"/>
                  </a:cubicBezTo>
                  <a:cubicBezTo>
                    <a:pt x="1333" y="2138"/>
                    <a:pt x="1598" y="2040"/>
                    <a:pt x="1813" y="1822"/>
                  </a:cubicBezTo>
                  <a:cubicBezTo>
                    <a:pt x="2488"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468" name="Google Shape;6468;p36"/>
            <p:cNvSpPr/>
            <p:nvPr/>
          </p:nvSpPr>
          <p:spPr>
            <a:xfrm>
              <a:off x="4275600" y="1723625"/>
              <a:ext cx="62225" cy="53350"/>
            </a:xfrm>
            <a:custGeom>
              <a:rect b="b" l="l" r="r" t="t"/>
              <a:pathLst>
                <a:path extrusionOk="0" h="2134" w="2489">
                  <a:moveTo>
                    <a:pt x="1066" y="1"/>
                  </a:moveTo>
                  <a:cubicBezTo>
                    <a:pt x="472" y="1"/>
                    <a:pt x="1" y="480"/>
                    <a:pt x="1" y="1065"/>
                  </a:cubicBezTo>
                  <a:cubicBezTo>
                    <a:pt x="1" y="1709"/>
                    <a:pt x="526" y="2133"/>
                    <a:pt x="1072" y="2133"/>
                  </a:cubicBezTo>
                  <a:cubicBezTo>
                    <a:pt x="1333" y="2133"/>
                    <a:pt x="1598" y="2037"/>
                    <a:pt x="1813" y="1822"/>
                  </a:cubicBezTo>
                  <a:cubicBezTo>
                    <a:pt x="2488"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469" name="Google Shape;6469;p36"/>
            <p:cNvSpPr/>
            <p:nvPr/>
          </p:nvSpPr>
          <p:spPr>
            <a:xfrm>
              <a:off x="4275600" y="1799850"/>
              <a:ext cx="62225" cy="53325"/>
            </a:xfrm>
            <a:custGeom>
              <a:rect b="b" l="l" r="r" t="t"/>
              <a:pathLst>
                <a:path extrusionOk="0" h="2133" w="2489">
                  <a:moveTo>
                    <a:pt x="1066" y="0"/>
                  </a:moveTo>
                  <a:cubicBezTo>
                    <a:pt x="472" y="0"/>
                    <a:pt x="1" y="480"/>
                    <a:pt x="1" y="1065"/>
                  </a:cubicBezTo>
                  <a:cubicBezTo>
                    <a:pt x="1" y="1709"/>
                    <a:pt x="526" y="2133"/>
                    <a:pt x="1072" y="2133"/>
                  </a:cubicBezTo>
                  <a:cubicBezTo>
                    <a:pt x="1333" y="2133"/>
                    <a:pt x="1598" y="2036"/>
                    <a:pt x="1813" y="1821"/>
                  </a:cubicBezTo>
                  <a:cubicBezTo>
                    <a:pt x="2488" y="1146"/>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470" name="Google Shape;6470;p36"/>
            <p:cNvSpPr/>
            <p:nvPr/>
          </p:nvSpPr>
          <p:spPr>
            <a:xfrm>
              <a:off x="4275600" y="1876050"/>
              <a:ext cx="62225" cy="53275"/>
            </a:xfrm>
            <a:custGeom>
              <a:rect b="b" l="l" r="r" t="t"/>
              <a:pathLst>
                <a:path extrusionOk="0" h="2131" w="2489">
                  <a:moveTo>
                    <a:pt x="1066" y="1"/>
                  </a:moveTo>
                  <a:cubicBezTo>
                    <a:pt x="472" y="1"/>
                    <a:pt x="1" y="472"/>
                    <a:pt x="1" y="1066"/>
                  </a:cubicBezTo>
                  <a:cubicBezTo>
                    <a:pt x="1" y="1707"/>
                    <a:pt x="523" y="2131"/>
                    <a:pt x="1067" y="2131"/>
                  </a:cubicBezTo>
                  <a:cubicBezTo>
                    <a:pt x="1329" y="2131"/>
                    <a:pt x="1597" y="2033"/>
                    <a:pt x="1813" y="1813"/>
                  </a:cubicBezTo>
                  <a:cubicBezTo>
                    <a:pt x="2488"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471" name="Google Shape;6471;p36"/>
            <p:cNvSpPr/>
            <p:nvPr/>
          </p:nvSpPr>
          <p:spPr>
            <a:xfrm>
              <a:off x="4275600" y="1952050"/>
              <a:ext cx="62225" cy="53450"/>
            </a:xfrm>
            <a:custGeom>
              <a:rect b="b" l="l" r="r" t="t"/>
              <a:pathLst>
                <a:path extrusionOk="0" h="2138" w="2489">
                  <a:moveTo>
                    <a:pt x="1066" y="1"/>
                  </a:moveTo>
                  <a:cubicBezTo>
                    <a:pt x="472" y="9"/>
                    <a:pt x="1" y="481"/>
                    <a:pt x="1" y="1074"/>
                  </a:cubicBezTo>
                  <a:cubicBezTo>
                    <a:pt x="1" y="1712"/>
                    <a:pt x="525" y="2138"/>
                    <a:pt x="1071" y="2138"/>
                  </a:cubicBezTo>
                  <a:cubicBezTo>
                    <a:pt x="1332" y="2138"/>
                    <a:pt x="1598" y="2040"/>
                    <a:pt x="1813" y="1822"/>
                  </a:cubicBezTo>
                  <a:cubicBezTo>
                    <a:pt x="2488" y="1155"/>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472" name="Google Shape;6472;p36"/>
            <p:cNvSpPr/>
            <p:nvPr/>
          </p:nvSpPr>
          <p:spPr>
            <a:xfrm>
              <a:off x="4275600" y="2028275"/>
              <a:ext cx="62225" cy="53450"/>
            </a:xfrm>
            <a:custGeom>
              <a:rect b="b" l="l" r="r" t="t"/>
              <a:pathLst>
                <a:path extrusionOk="0" h="2138" w="2489">
                  <a:moveTo>
                    <a:pt x="1066" y="1"/>
                  </a:moveTo>
                  <a:cubicBezTo>
                    <a:pt x="472" y="1"/>
                    <a:pt x="1" y="480"/>
                    <a:pt x="1" y="1065"/>
                  </a:cubicBezTo>
                  <a:cubicBezTo>
                    <a:pt x="1" y="1709"/>
                    <a:pt x="526" y="2137"/>
                    <a:pt x="1072" y="2137"/>
                  </a:cubicBezTo>
                  <a:cubicBezTo>
                    <a:pt x="1333" y="2137"/>
                    <a:pt x="1598" y="2040"/>
                    <a:pt x="1813" y="1821"/>
                  </a:cubicBezTo>
                  <a:cubicBezTo>
                    <a:pt x="2488"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473" name="Google Shape;6473;p36"/>
            <p:cNvSpPr/>
            <p:nvPr/>
          </p:nvSpPr>
          <p:spPr>
            <a:xfrm>
              <a:off x="4275600" y="2104500"/>
              <a:ext cx="62225" cy="53325"/>
            </a:xfrm>
            <a:custGeom>
              <a:rect b="b" l="l" r="r" t="t"/>
              <a:pathLst>
                <a:path extrusionOk="0" h="2133" w="2489">
                  <a:moveTo>
                    <a:pt x="1066" y="0"/>
                  </a:moveTo>
                  <a:cubicBezTo>
                    <a:pt x="472" y="0"/>
                    <a:pt x="1" y="480"/>
                    <a:pt x="1" y="1065"/>
                  </a:cubicBezTo>
                  <a:cubicBezTo>
                    <a:pt x="1" y="1709"/>
                    <a:pt x="526" y="2133"/>
                    <a:pt x="1072" y="2133"/>
                  </a:cubicBezTo>
                  <a:cubicBezTo>
                    <a:pt x="1333" y="2133"/>
                    <a:pt x="1598" y="2036"/>
                    <a:pt x="1813" y="1821"/>
                  </a:cubicBezTo>
                  <a:cubicBezTo>
                    <a:pt x="2488" y="1146"/>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474" name="Google Shape;6474;p36"/>
            <p:cNvSpPr/>
            <p:nvPr/>
          </p:nvSpPr>
          <p:spPr>
            <a:xfrm>
              <a:off x="4275600" y="2180700"/>
              <a:ext cx="62225" cy="53350"/>
            </a:xfrm>
            <a:custGeom>
              <a:rect b="b" l="l" r="r" t="t"/>
              <a:pathLst>
                <a:path extrusionOk="0" h="2134" w="2489">
                  <a:moveTo>
                    <a:pt x="1066" y="1"/>
                  </a:moveTo>
                  <a:cubicBezTo>
                    <a:pt x="472" y="1"/>
                    <a:pt x="1" y="480"/>
                    <a:pt x="1" y="1066"/>
                  </a:cubicBezTo>
                  <a:cubicBezTo>
                    <a:pt x="1" y="1709"/>
                    <a:pt x="526" y="2133"/>
                    <a:pt x="1072" y="2133"/>
                  </a:cubicBezTo>
                  <a:cubicBezTo>
                    <a:pt x="1333" y="2133"/>
                    <a:pt x="1598" y="2037"/>
                    <a:pt x="1813" y="1822"/>
                  </a:cubicBezTo>
                  <a:cubicBezTo>
                    <a:pt x="2488"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475" name="Google Shape;6475;p36"/>
            <p:cNvSpPr/>
            <p:nvPr/>
          </p:nvSpPr>
          <p:spPr>
            <a:xfrm>
              <a:off x="4351600" y="2180700"/>
              <a:ext cx="62425" cy="53350"/>
            </a:xfrm>
            <a:custGeom>
              <a:rect b="b" l="l" r="r" t="t"/>
              <a:pathLst>
                <a:path extrusionOk="0" h="2134" w="2497">
                  <a:moveTo>
                    <a:pt x="1074" y="1"/>
                  </a:moveTo>
                  <a:cubicBezTo>
                    <a:pt x="481" y="1"/>
                    <a:pt x="9" y="480"/>
                    <a:pt x="1" y="1066"/>
                  </a:cubicBezTo>
                  <a:cubicBezTo>
                    <a:pt x="1" y="1709"/>
                    <a:pt x="530" y="2133"/>
                    <a:pt x="1079" y="2133"/>
                  </a:cubicBezTo>
                  <a:cubicBezTo>
                    <a:pt x="1340" y="2133"/>
                    <a:pt x="1607" y="2037"/>
                    <a:pt x="1822" y="1822"/>
                  </a:cubicBezTo>
                  <a:cubicBezTo>
                    <a:pt x="2497" y="1147"/>
                    <a:pt x="2017" y="1"/>
                    <a:pt x="1074"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476" name="Google Shape;6476;p36"/>
            <p:cNvSpPr/>
            <p:nvPr/>
          </p:nvSpPr>
          <p:spPr>
            <a:xfrm>
              <a:off x="4427825" y="1647400"/>
              <a:ext cx="62425" cy="53450"/>
            </a:xfrm>
            <a:custGeom>
              <a:rect b="b" l="l" r="r" t="t"/>
              <a:pathLst>
                <a:path extrusionOk="0" h="2138" w="2497">
                  <a:moveTo>
                    <a:pt x="1065" y="1"/>
                  </a:moveTo>
                  <a:cubicBezTo>
                    <a:pt x="480" y="9"/>
                    <a:pt x="9" y="481"/>
                    <a:pt x="1" y="1066"/>
                  </a:cubicBezTo>
                  <a:cubicBezTo>
                    <a:pt x="1" y="1710"/>
                    <a:pt x="526" y="2138"/>
                    <a:pt x="1074" y="2138"/>
                  </a:cubicBezTo>
                  <a:cubicBezTo>
                    <a:pt x="1336" y="2138"/>
                    <a:pt x="1603" y="2040"/>
                    <a:pt x="1822" y="1822"/>
                  </a:cubicBezTo>
                  <a:cubicBezTo>
                    <a:pt x="2496" y="1147"/>
                    <a:pt x="2017"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477" name="Google Shape;6477;p36"/>
            <p:cNvSpPr/>
            <p:nvPr/>
          </p:nvSpPr>
          <p:spPr>
            <a:xfrm>
              <a:off x="4427825" y="1723625"/>
              <a:ext cx="62425" cy="53350"/>
            </a:xfrm>
            <a:custGeom>
              <a:rect b="b" l="l" r="r" t="t"/>
              <a:pathLst>
                <a:path extrusionOk="0" h="2134" w="2497">
                  <a:moveTo>
                    <a:pt x="1065" y="1"/>
                  </a:moveTo>
                  <a:cubicBezTo>
                    <a:pt x="480" y="1"/>
                    <a:pt x="9" y="480"/>
                    <a:pt x="1" y="1065"/>
                  </a:cubicBezTo>
                  <a:cubicBezTo>
                    <a:pt x="1" y="1709"/>
                    <a:pt x="526" y="2133"/>
                    <a:pt x="1075" y="2133"/>
                  </a:cubicBezTo>
                  <a:cubicBezTo>
                    <a:pt x="1336" y="2133"/>
                    <a:pt x="1604" y="2037"/>
                    <a:pt x="1822" y="1822"/>
                  </a:cubicBezTo>
                  <a:cubicBezTo>
                    <a:pt x="2496" y="1147"/>
                    <a:pt x="2017"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478" name="Google Shape;6478;p36"/>
            <p:cNvSpPr/>
            <p:nvPr/>
          </p:nvSpPr>
          <p:spPr>
            <a:xfrm>
              <a:off x="4427825" y="1799850"/>
              <a:ext cx="62425" cy="53325"/>
            </a:xfrm>
            <a:custGeom>
              <a:rect b="b" l="l" r="r" t="t"/>
              <a:pathLst>
                <a:path extrusionOk="0" h="2133" w="2497">
                  <a:moveTo>
                    <a:pt x="1065" y="0"/>
                  </a:moveTo>
                  <a:cubicBezTo>
                    <a:pt x="480" y="0"/>
                    <a:pt x="9" y="480"/>
                    <a:pt x="1" y="1065"/>
                  </a:cubicBezTo>
                  <a:cubicBezTo>
                    <a:pt x="1" y="1709"/>
                    <a:pt x="526" y="2133"/>
                    <a:pt x="1075" y="2133"/>
                  </a:cubicBezTo>
                  <a:cubicBezTo>
                    <a:pt x="1336" y="2133"/>
                    <a:pt x="1604" y="2036"/>
                    <a:pt x="1822" y="1821"/>
                  </a:cubicBezTo>
                  <a:cubicBezTo>
                    <a:pt x="2496" y="1146"/>
                    <a:pt x="2017"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479" name="Google Shape;6479;p36"/>
            <p:cNvSpPr/>
            <p:nvPr/>
          </p:nvSpPr>
          <p:spPr>
            <a:xfrm>
              <a:off x="4427825" y="1876050"/>
              <a:ext cx="62425" cy="53275"/>
            </a:xfrm>
            <a:custGeom>
              <a:rect b="b" l="l" r="r" t="t"/>
              <a:pathLst>
                <a:path extrusionOk="0" h="2131" w="2497">
                  <a:moveTo>
                    <a:pt x="1065" y="1"/>
                  </a:moveTo>
                  <a:cubicBezTo>
                    <a:pt x="480" y="1"/>
                    <a:pt x="9" y="472"/>
                    <a:pt x="1" y="1066"/>
                  </a:cubicBezTo>
                  <a:cubicBezTo>
                    <a:pt x="1" y="1707"/>
                    <a:pt x="523" y="2131"/>
                    <a:pt x="1070" y="2131"/>
                  </a:cubicBezTo>
                  <a:cubicBezTo>
                    <a:pt x="1333" y="2131"/>
                    <a:pt x="1602" y="2033"/>
                    <a:pt x="1822" y="1813"/>
                  </a:cubicBezTo>
                  <a:cubicBezTo>
                    <a:pt x="2496" y="1147"/>
                    <a:pt x="2017"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480" name="Google Shape;6480;p36"/>
            <p:cNvSpPr/>
            <p:nvPr/>
          </p:nvSpPr>
          <p:spPr>
            <a:xfrm>
              <a:off x="4427825" y="1952050"/>
              <a:ext cx="62425" cy="53450"/>
            </a:xfrm>
            <a:custGeom>
              <a:rect b="b" l="l" r="r" t="t"/>
              <a:pathLst>
                <a:path extrusionOk="0" h="2138" w="2497">
                  <a:moveTo>
                    <a:pt x="1065" y="1"/>
                  </a:moveTo>
                  <a:cubicBezTo>
                    <a:pt x="480" y="9"/>
                    <a:pt x="9" y="481"/>
                    <a:pt x="1" y="1074"/>
                  </a:cubicBezTo>
                  <a:cubicBezTo>
                    <a:pt x="1" y="1712"/>
                    <a:pt x="525" y="2138"/>
                    <a:pt x="1073" y="2138"/>
                  </a:cubicBezTo>
                  <a:cubicBezTo>
                    <a:pt x="1335" y="2138"/>
                    <a:pt x="1603" y="2040"/>
                    <a:pt x="1822" y="1822"/>
                  </a:cubicBezTo>
                  <a:cubicBezTo>
                    <a:pt x="2496" y="1155"/>
                    <a:pt x="2017"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481" name="Google Shape;6481;p36"/>
            <p:cNvSpPr/>
            <p:nvPr/>
          </p:nvSpPr>
          <p:spPr>
            <a:xfrm>
              <a:off x="4427825" y="2028275"/>
              <a:ext cx="62425" cy="53450"/>
            </a:xfrm>
            <a:custGeom>
              <a:rect b="b" l="l" r="r" t="t"/>
              <a:pathLst>
                <a:path extrusionOk="0" h="2138" w="2497">
                  <a:moveTo>
                    <a:pt x="1065" y="1"/>
                  </a:moveTo>
                  <a:cubicBezTo>
                    <a:pt x="480" y="1"/>
                    <a:pt x="9" y="480"/>
                    <a:pt x="1" y="1065"/>
                  </a:cubicBezTo>
                  <a:cubicBezTo>
                    <a:pt x="1" y="1709"/>
                    <a:pt x="526" y="2137"/>
                    <a:pt x="1074" y="2137"/>
                  </a:cubicBezTo>
                  <a:cubicBezTo>
                    <a:pt x="1336" y="2137"/>
                    <a:pt x="1603" y="2040"/>
                    <a:pt x="1822" y="1821"/>
                  </a:cubicBezTo>
                  <a:cubicBezTo>
                    <a:pt x="2496" y="1147"/>
                    <a:pt x="2017"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482" name="Google Shape;6482;p36"/>
            <p:cNvSpPr/>
            <p:nvPr/>
          </p:nvSpPr>
          <p:spPr>
            <a:xfrm>
              <a:off x="4427825" y="2104500"/>
              <a:ext cx="62425" cy="53325"/>
            </a:xfrm>
            <a:custGeom>
              <a:rect b="b" l="l" r="r" t="t"/>
              <a:pathLst>
                <a:path extrusionOk="0" h="2133" w="2497">
                  <a:moveTo>
                    <a:pt x="1065" y="0"/>
                  </a:moveTo>
                  <a:cubicBezTo>
                    <a:pt x="480" y="0"/>
                    <a:pt x="9" y="480"/>
                    <a:pt x="1" y="1065"/>
                  </a:cubicBezTo>
                  <a:cubicBezTo>
                    <a:pt x="1" y="1709"/>
                    <a:pt x="526" y="2133"/>
                    <a:pt x="1075" y="2133"/>
                  </a:cubicBezTo>
                  <a:cubicBezTo>
                    <a:pt x="1336" y="2133"/>
                    <a:pt x="1604" y="2036"/>
                    <a:pt x="1822" y="1821"/>
                  </a:cubicBezTo>
                  <a:cubicBezTo>
                    <a:pt x="2496" y="1146"/>
                    <a:pt x="2017"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483" name="Google Shape;6483;p36"/>
            <p:cNvSpPr/>
            <p:nvPr/>
          </p:nvSpPr>
          <p:spPr>
            <a:xfrm>
              <a:off x="4427825" y="2180700"/>
              <a:ext cx="62425" cy="53350"/>
            </a:xfrm>
            <a:custGeom>
              <a:rect b="b" l="l" r="r" t="t"/>
              <a:pathLst>
                <a:path extrusionOk="0" h="2134" w="2497">
                  <a:moveTo>
                    <a:pt x="1065" y="1"/>
                  </a:moveTo>
                  <a:cubicBezTo>
                    <a:pt x="480" y="1"/>
                    <a:pt x="9" y="480"/>
                    <a:pt x="1" y="1066"/>
                  </a:cubicBezTo>
                  <a:cubicBezTo>
                    <a:pt x="1" y="1709"/>
                    <a:pt x="526" y="2133"/>
                    <a:pt x="1075" y="2133"/>
                  </a:cubicBezTo>
                  <a:cubicBezTo>
                    <a:pt x="1336" y="2133"/>
                    <a:pt x="1604" y="2037"/>
                    <a:pt x="1822" y="1822"/>
                  </a:cubicBezTo>
                  <a:cubicBezTo>
                    <a:pt x="2496" y="1147"/>
                    <a:pt x="2017"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484" name="Google Shape;6484;p36"/>
            <p:cNvSpPr/>
            <p:nvPr/>
          </p:nvSpPr>
          <p:spPr>
            <a:xfrm>
              <a:off x="4427825" y="1571400"/>
              <a:ext cx="62350" cy="53250"/>
            </a:xfrm>
            <a:custGeom>
              <a:rect b="b" l="l" r="r" t="t"/>
              <a:pathLst>
                <a:path extrusionOk="0" h="2130" w="2494">
                  <a:moveTo>
                    <a:pt x="1075" y="1"/>
                  </a:moveTo>
                  <a:cubicBezTo>
                    <a:pt x="1072" y="1"/>
                    <a:pt x="1069" y="1"/>
                    <a:pt x="1065" y="1"/>
                  </a:cubicBezTo>
                  <a:cubicBezTo>
                    <a:pt x="480" y="1"/>
                    <a:pt x="9" y="472"/>
                    <a:pt x="1" y="1066"/>
                  </a:cubicBezTo>
                  <a:cubicBezTo>
                    <a:pt x="1" y="1703"/>
                    <a:pt x="525" y="2129"/>
                    <a:pt x="1073" y="2129"/>
                  </a:cubicBezTo>
                  <a:cubicBezTo>
                    <a:pt x="1335" y="2129"/>
                    <a:pt x="1603" y="2032"/>
                    <a:pt x="1822" y="1813"/>
                  </a:cubicBezTo>
                  <a:cubicBezTo>
                    <a:pt x="2494" y="1149"/>
                    <a:pt x="2020" y="1"/>
                    <a:pt x="107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485" name="Google Shape;6485;p36"/>
            <p:cNvSpPr/>
            <p:nvPr/>
          </p:nvSpPr>
          <p:spPr>
            <a:xfrm>
              <a:off x="4351600" y="1571400"/>
              <a:ext cx="62425" cy="53250"/>
            </a:xfrm>
            <a:custGeom>
              <a:rect b="b" l="l" r="r" t="t"/>
              <a:pathLst>
                <a:path extrusionOk="0" h="2130" w="2497">
                  <a:moveTo>
                    <a:pt x="1074" y="1"/>
                  </a:moveTo>
                  <a:cubicBezTo>
                    <a:pt x="481" y="1"/>
                    <a:pt x="9" y="472"/>
                    <a:pt x="1" y="1066"/>
                  </a:cubicBezTo>
                  <a:cubicBezTo>
                    <a:pt x="1" y="1703"/>
                    <a:pt x="529" y="2129"/>
                    <a:pt x="1077" y="2129"/>
                  </a:cubicBezTo>
                  <a:cubicBezTo>
                    <a:pt x="1339" y="2129"/>
                    <a:pt x="1606" y="2032"/>
                    <a:pt x="1822" y="1813"/>
                  </a:cubicBezTo>
                  <a:cubicBezTo>
                    <a:pt x="2497" y="1147"/>
                    <a:pt x="2017" y="1"/>
                    <a:pt x="1074"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486" name="Google Shape;6486;p36"/>
            <p:cNvSpPr/>
            <p:nvPr/>
          </p:nvSpPr>
          <p:spPr>
            <a:xfrm>
              <a:off x="4275600" y="1571400"/>
              <a:ext cx="62225" cy="53250"/>
            </a:xfrm>
            <a:custGeom>
              <a:rect b="b" l="l" r="r" t="t"/>
              <a:pathLst>
                <a:path extrusionOk="0" h="2130" w="2489">
                  <a:moveTo>
                    <a:pt x="1066" y="1"/>
                  </a:moveTo>
                  <a:cubicBezTo>
                    <a:pt x="472" y="1"/>
                    <a:pt x="1" y="472"/>
                    <a:pt x="1" y="1066"/>
                  </a:cubicBezTo>
                  <a:cubicBezTo>
                    <a:pt x="1" y="1703"/>
                    <a:pt x="525" y="2129"/>
                    <a:pt x="1071" y="2129"/>
                  </a:cubicBezTo>
                  <a:cubicBezTo>
                    <a:pt x="1332" y="2129"/>
                    <a:pt x="1598" y="2032"/>
                    <a:pt x="1813" y="1813"/>
                  </a:cubicBezTo>
                  <a:cubicBezTo>
                    <a:pt x="2488"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487" name="Google Shape;6487;p36"/>
            <p:cNvSpPr/>
            <p:nvPr/>
          </p:nvSpPr>
          <p:spPr>
            <a:xfrm>
              <a:off x="4275600" y="1418975"/>
              <a:ext cx="62225" cy="53350"/>
            </a:xfrm>
            <a:custGeom>
              <a:rect b="b" l="l" r="r" t="t"/>
              <a:pathLst>
                <a:path extrusionOk="0" h="2134" w="2489">
                  <a:moveTo>
                    <a:pt x="1066" y="1"/>
                  </a:moveTo>
                  <a:cubicBezTo>
                    <a:pt x="472" y="1"/>
                    <a:pt x="1" y="480"/>
                    <a:pt x="1" y="1065"/>
                  </a:cubicBezTo>
                  <a:cubicBezTo>
                    <a:pt x="1" y="1709"/>
                    <a:pt x="526" y="2133"/>
                    <a:pt x="1072" y="2133"/>
                  </a:cubicBezTo>
                  <a:cubicBezTo>
                    <a:pt x="1333" y="2133"/>
                    <a:pt x="1598" y="2037"/>
                    <a:pt x="1813" y="1822"/>
                  </a:cubicBezTo>
                  <a:cubicBezTo>
                    <a:pt x="2488"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488" name="Google Shape;6488;p36"/>
            <p:cNvSpPr/>
            <p:nvPr/>
          </p:nvSpPr>
          <p:spPr>
            <a:xfrm>
              <a:off x="4199400" y="1647400"/>
              <a:ext cx="62200" cy="53450"/>
            </a:xfrm>
            <a:custGeom>
              <a:rect b="b" l="l" r="r" t="t"/>
              <a:pathLst>
                <a:path extrusionOk="0" h="2138" w="2488">
                  <a:moveTo>
                    <a:pt x="1065" y="1"/>
                  </a:moveTo>
                  <a:cubicBezTo>
                    <a:pt x="480" y="1"/>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489" name="Google Shape;6489;p36"/>
            <p:cNvSpPr/>
            <p:nvPr/>
          </p:nvSpPr>
          <p:spPr>
            <a:xfrm>
              <a:off x="4199400" y="1571400"/>
              <a:ext cx="62200" cy="53250"/>
            </a:xfrm>
            <a:custGeom>
              <a:rect b="b" l="l" r="r" t="t"/>
              <a:pathLst>
                <a:path extrusionOk="0" h="2130" w="2488">
                  <a:moveTo>
                    <a:pt x="1065" y="1"/>
                  </a:moveTo>
                  <a:cubicBezTo>
                    <a:pt x="480" y="1"/>
                    <a:pt x="0" y="472"/>
                    <a:pt x="0" y="1066"/>
                  </a:cubicBezTo>
                  <a:cubicBezTo>
                    <a:pt x="0" y="1703"/>
                    <a:pt x="524" y="2129"/>
                    <a:pt x="1073" y="2129"/>
                  </a:cubicBezTo>
                  <a:cubicBezTo>
                    <a:pt x="1335" y="2129"/>
                    <a:pt x="1603" y="2032"/>
                    <a:pt x="1821" y="1813"/>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490" name="Google Shape;6490;p36"/>
            <p:cNvSpPr/>
            <p:nvPr/>
          </p:nvSpPr>
          <p:spPr>
            <a:xfrm>
              <a:off x="4199400" y="1495200"/>
              <a:ext cx="62200" cy="53325"/>
            </a:xfrm>
            <a:custGeom>
              <a:rect b="b" l="l" r="r" t="t"/>
              <a:pathLst>
                <a:path extrusionOk="0" h="2133" w="2488">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491" name="Google Shape;6491;p36"/>
            <p:cNvSpPr/>
            <p:nvPr/>
          </p:nvSpPr>
          <p:spPr>
            <a:xfrm>
              <a:off x="4199400" y="1418975"/>
              <a:ext cx="62200" cy="53350"/>
            </a:xfrm>
            <a:custGeom>
              <a:rect b="b" l="l" r="r" t="t"/>
              <a:pathLst>
                <a:path extrusionOk="0" h="2134" w="2488">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492" name="Google Shape;6492;p36"/>
            <p:cNvSpPr/>
            <p:nvPr/>
          </p:nvSpPr>
          <p:spPr>
            <a:xfrm>
              <a:off x="4123175" y="2180700"/>
              <a:ext cx="62425" cy="53350"/>
            </a:xfrm>
            <a:custGeom>
              <a:rect b="b" l="l" r="r" t="t"/>
              <a:pathLst>
                <a:path extrusionOk="0" h="2134" w="2497">
                  <a:moveTo>
                    <a:pt x="1065" y="1"/>
                  </a:moveTo>
                  <a:cubicBezTo>
                    <a:pt x="480" y="1"/>
                    <a:pt x="0" y="480"/>
                    <a:pt x="0" y="1066"/>
                  </a:cubicBezTo>
                  <a:cubicBezTo>
                    <a:pt x="0" y="1709"/>
                    <a:pt x="526" y="2133"/>
                    <a:pt x="1074" y="2133"/>
                  </a:cubicBezTo>
                  <a:cubicBezTo>
                    <a:pt x="1336" y="2133"/>
                    <a:pt x="1604" y="2037"/>
                    <a:pt x="1821" y="1822"/>
                  </a:cubicBezTo>
                  <a:cubicBezTo>
                    <a:pt x="2496" y="1147"/>
                    <a:pt x="2017"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493" name="Google Shape;6493;p36"/>
            <p:cNvSpPr/>
            <p:nvPr/>
          </p:nvSpPr>
          <p:spPr>
            <a:xfrm>
              <a:off x="4123175" y="1647400"/>
              <a:ext cx="62425" cy="53450"/>
            </a:xfrm>
            <a:custGeom>
              <a:rect b="b" l="l" r="r" t="t"/>
              <a:pathLst>
                <a:path extrusionOk="0" h="2138" w="2497">
                  <a:moveTo>
                    <a:pt x="1065" y="1"/>
                  </a:moveTo>
                  <a:cubicBezTo>
                    <a:pt x="480" y="1"/>
                    <a:pt x="0" y="481"/>
                    <a:pt x="0" y="1066"/>
                  </a:cubicBezTo>
                  <a:cubicBezTo>
                    <a:pt x="0" y="1710"/>
                    <a:pt x="526" y="2138"/>
                    <a:pt x="1074" y="2138"/>
                  </a:cubicBezTo>
                  <a:cubicBezTo>
                    <a:pt x="1336" y="2138"/>
                    <a:pt x="1603" y="2040"/>
                    <a:pt x="1821" y="1822"/>
                  </a:cubicBezTo>
                  <a:cubicBezTo>
                    <a:pt x="2496" y="1155"/>
                    <a:pt x="2017"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494" name="Google Shape;6494;p36"/>
            <p:cNvSpPr/>
            <p:nvPr/>
          </p:nvSpPr>
          <p:spPr>
            <a:xfrm>
              <a:off x="4123175" y="1571400"/>
              <a:ext cx="62425" cy="53250"/>
            </a:xfrm>
            <a:custGeom>
              <a:rect b="b" l="l" r="r" t="t"/>
              <a:pathLst>
                <a:path extrusionOk="0" h="2130" w="2497">
                  <a:moveTo>
                    <a:pt x="1065" y="1"/>
                  </a:moveTo>
                  <a:cubicBezTo>
                    <a:pt x="480" y="1"/>
                    <a:pt x="0" y="472"/>
                    <a:pt x="0" y="1066"/>
                  </a:cubicBezTo>
                  <a:cubicBezTo>
                    <a:pt x="0" y="1703"/>
                    <a:pt x="525" y="2129"/>
                    <a:pt x="1073" y="2129"/>
                  </a:cubicBezTo>
                  <a:cubicBezTo>
                    <a:pt x="1335" y="2129"/>
                    <a:pt x="1603" y="2032"/>
                    <a:pt x="1821" y="1813"/>
                  </a:cubicBezTo>
                  <a:cubicBezTo>
                    <a:pt x="2496" y="1147"/>
                    <a:pt x="2017"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495" name="Google Shape;6495;p36"/>
            <p:cNvSpPr/>
            <p:nvPr/>
          </p:nvSpPr>
          <p:spPr>
            <a:xfrm>
              <a:off x="4123175" y="1495200"/>
              <a:ext cx="62425" cy="53325"/>
            </a:xfrm>
            <a:custGeom>
              <a:rect b="b" l="l" r="r" t="t"/>
              <a:pathLst>
                <a:path extrusionOk="0" h="2133" w="2497">
                  <a:moveTo>
                    <a:pt x="1065" y="0"/>
                  </a:moveTo>
                  <a:cubicBezTo>
                    <a:pt x="480" y="0"/>
                    <a:pt x="0" y="480"/>
                    <a:pt x="0" y="1065"/>
                  </a:cubicBezTo>
                  <a:cubicBezTo>
                    <a:pt x="0" y="1709"/>
                    <a:pt x="526" y="2133"/>
                    <a:pt x="1074" y="2133"/>
                  </a:cubicBezTo>
                  <a:cubicBezTo>
                    <a:pt x="1336" y="2133"/>
                    <a:pt x="1604" y="2036"/>
                    <a:pt x="1821" y="1821"/>
                  </a:cubicBezTo>
                  <a:cubicBezTo>
                    <a:pt x="2496" y="1146"/>
                    <a:pt x="2017"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496" name="Google Shape;6496;p36"/>
            <p:cNvSpPr/>
            <p:nvPr/>
          </p:nvSpPr>
          <p:spPr>
            <a:xfrm>
              <a:off x="4123175" y="1418975"/>
              <a:ext cx="62425" cy="53350"/>
            </a:xfrm>
            <a:custGeom>
              <a:rect b="b" l="l" r="r" t="t"/>
              <a:pathLst>
                <a:path extrusionOk="0" h="2134" w="2497">
                  <a:moveTo>
                    <a:pt x="1065" y="1"/>
                  </a:moveTo>
                  <a:cubicBezTo>
                    <a:pt x="480" y="1"/>
                    <a:pt x="0" y="480"/>
                    <a:pt x="0" y="1065"/>
                  </a:cubicBezTo>
                  <a:cubicBezTo>
                    <a:pt x="0" y="1709"/>
                    <a:pt x="526" y="2133"/>
                    <a:pt x="1074" y="2133"/>
                  </a:cubicBezTo>
                  <a:cubicBezTo>
                    <a:pt x="1336" y="2133"/>
                    <a:pt x="1604" y="2037"/>
                    <a:pt x="1821" y="1822"/>
                  </a:cubicBezTo>
                  <a:cubicBezTo>
                    <a:pt x="2496" y="1147"/>
                    <a:pt x="2017"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497" name="Google Shape;6497;p36"/>
            <p:cNvSpPr/>
            <p:nvPr/>
          </p:nvSpPr>
          <p:spPr>
            <a:xfrm>
              <a:off x="4123175" y="1342750"/>
              <a:ext cx="62425" cy="53450"/>
            </a:xfrm>
            <a:custGeom>
              <a:rect b="b" l="l" r="r" t="t"/>
              <a:pathLst>
                <a:path extrusionOk="0" h="2138" w="2497">
                  <a:moveTo>
                    <a:pt x="1065" y="1"/>
                  </a:moveTo>
                  <a:cubicBezTo>
                    <a:pt x="480" y="1"/>
                    <a:pt x="0" y="481"/>
                    <a:pt x="0" y="1066"/>
                  </a:cubicBezTo>
                  <a:cubicBezTo>
                    <a:pt x="0" y="1710"/>
                    <a:pt x="526" y="2138"/>
                    <a:pt x="1074" y="2138"/>
                  </a:cubicBezTo>
                  <a:cubicBezTo>
                    <a:pt x="1336" y="2138"/>
                    <a:pt x="1603" y="2040"/>
                    <a:pt x="1821" y="1822"/>
                  </a:cubicBezTo>
                  <a:cubicBezTo>
                    <a:pt x="2496" y="1147"/>
                    <a:pt x="2017"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498" name="Google Shape;6498;p36"/>
            <p:cNvSpPr/>
            <p:nvPr/>
          </p:nvSpPr>
          <p:spPr>
            <a:xfrm>
              <a:off x="4046950" y="2180700"/>
              <a:ext cx="62425" cy="53350"/>
            </a:xfrm>
            <a:custGeom>
              <a:rect b="b" l="l" r="r" t="t"/>
              <a:pathLst>
                <a:path extrusionOk="0" h="2134" w="2497">
                  <a:moveTo>
                    <a:pt x="1074" y="1"/>
                  </a:moveTo>
                  <a:cubicBezTo>
                    <a:pt x="481" y="1"/>
                    <a:pt x="9" y="480"/>
                    <a:pt x="1" y="1066"/>
                  </a:cubicBezTo>
                  <a:cubicBezTo>
                    <a:pt x="1" y="1709"/>
                    <a:pt x="530" y="2133"/>
                    <a:pt x="1079" y="2133"/>
                  </a:cubicBezTo>
                  <a:cubicBezTo>
                    <a:pt x="1340" y="2133"/>
                    <a:pt x="1607" y="2037"/>
                    <a:pt x="1822" y="1822"/>
                  </a:cubicBezTo>
                  <a:cubicBezTo>
                    <a:pt x="2497" y="1147"/>
                    <a:pt x="2017" y="1"/>
                    <a:pt x="1074"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499" name="Google Shape;6499;p36"/>
            <p:cNvSpPr/>
            <p:nvPr/>
          </p:nvSpPr>
          <p:spPr>
            <a:xfrm>
              <a:off x="4046950" y="1799850"/>
              <a:ext cx="62425" cy="53325"/>
            </a:xfrm>
            <a:custGeom>
              <a:rect b="b" l="l" r="r" t="t"/>
              <a:pathLst>
                <a:path extrusionOk="0" h="2133" w="2497">
                  <a:moveTo>
                    <a:pt x="1074" y="0"/>
                  </a:moveTo>
                  <a:cubicBezTo>
                    <a:pt x="481" y="0"/>
                    <a:pt x="9" y="480"/>
                    <a:pt x="1" y="1065"/>
                  </a:cubicBezTo>
                  <a:cubicBezTo>
                    <a:pt x="1" y="1709"/>
                    <a:pt x="530" y="2133"/>
                    <a:pt x="1079" y="2133"/>
                  </a:cubicBezTo>
                  <a:cubicBezTo>
                    <a:pt x="1340" y="2133"/>
                    <a:pt x="1607" y="2036"/>
                    <a:pt x="1822" y="1821"/>
                  </a:cubicBezTo>
                  <a:cubicBezTo>
                    <a:pt x="2497" y="1146"/>
                    <a:pt x="2017" y="0"/>
                    <a:pt x="1074"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00" name="Google Shape;6500;p36"/>
            <p:cNvSpPr/>
            <p:nvPr/>
          </p:nvSpPr>
          <p:spPr>
            <a:xfrm>
              <a:off x="4046950" y="1723625"/>
              <a:ext cx="62425" cy="53350"/>
            </a:xfrm>
            <a:custGeom>
              <a:rect b="b" l="l" r="r" t="t"/>
              <a:pathLst>
                <a:path extrusionOk="0" h="2134" w="2497">
                  <a:moveTo>
                    <a:pt x="1074" y="1"/>
                  </a:moveTo>
                  <a:cubicBezTo>
                    <a:pt x="481" y="1"/>
                    <a:pt x="9" y="480"/>
                    <a:pt x="1" y="1065"/>
                  </a:cubicBezTo>
                  <a:cubicBezTo>
                    <a:pt x="1" y="1709"/>
                    <a:pt x="530" y="2133"/>
                    <a:pt x="1079" y="2133"/>
                  </a:cubicBezTo>
                  <a:cubicBezTo>
                    <a:pt x="1340" y="2133"/>
                    <a:pt x="1607" y="2037"/>
                    <a:pt x="1822" y="1822"/>
                  </a:cubicBezTo>
                  <a:cubicBezTo>
                    <a:pt x="2497" y="1147"/>
                    <a:pt x="2017" y="1"/>
                    <a:pt x="1074"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01" name="Google Shape;6501;p36"/>
            <p:cNvSpPr/>
            <p:nvPr/>
          </p:nvSpPr>
          <p:spPr>
            <a:xfrm>
              <a:off x="4046950" y="1647400"/>
              <a:ext cx="62425" cy="53450"/>
            </a:xfrm>
            <a:custGeom>
              <a:rect b="b" l="l" r="r" t="t"/>
              <a:pathLst>
                <a:path extrusionOk="0" h="2138" w="2497">
                  <a:moveTo>
                    <a:pt x="1074" y="1"/>
                  </a:moveTo>
                  <a:cubicBezTo>
                    <a:pt x="481" y="9"/>
                    <a:pt x="9" y="481"/>
                    <a:pt x="1" y="1066"/>
                  </a:cubicBezTo>
                  <a:cubicBezTo>
                    <a:pt x="1" y="1710"/>
                    <a:pt x="530" y="2138"/>
                    <a:pt x="1078" y="2138"/>
                  </a:cubicBezTo>
                  <a:cubicBezTo>
                    <a:pt x="1340" y="2138"/>
                    <a:pt x="1607" y="2040"/>
                    <a:pt x="1822" y="1822"/>
                  </a:cubicBezTo>
                  <a:cubicBezTo>
                    <a:pt x="2497" y="1147"/>
                    <a:pt x="2017" y="1"/>
                    <a:pt x="1074"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02" name="Google Shape;6502;p36"/>
            <p:cNvSpPr/>
            <p:nvPr/>
          </p:nvSpPr>
          <p:spPr>
            <a:xfrm>
              <a:off x="4046950" y="1571400"/>
              <a:ext cx="62425" cy="53250"/>
            </a:xfrm>
            <a:custGeom>
              <a:rect b="b" l="l" r="r" t="t"/>
              <a:pathLst>
                <a:path extrusionOk="0" h="2130" w="2497">
                  <a:moveTo>
                    <a:pt x="1074" y="1"/>
                  </a:moveTo>
                  <a:cubicBezTo>
                    <a:pt x="481" y="1"/>
                    <a:pt x="9" y="472"/>
                    <a:pt x="1" y="1066"/>
                  </a:cubicBezTo>
                  <a:cubicBezTo>
                    <a:pt x="1" y="1703"/>
                    <a:pt x="529" y="2129"/>
                    <a:pt x="1077" y="2129"/>
                  </a:cubicBezTo>
                  <a:cubicBezTo>
                    <a:pt x="1339" y="2129"/>
                    <a:pt x="1606" y="2032"/>
                    <a:pt x="1822" y="1813"/>
                  </a:cubicBezTo>
                  <a:cubicBezTo>
                    <a:pt x="2497" y="1147"/>
                    <a:pt x="2017" y="1"/>
                    <a:pt x="1074"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03" name="Google Shape;6503;p36"/>
            <p:cNvSpPr/>
            <p:nvPr/>
          </p:nvSpPr>
          <p:spPr>
            <a:xfrm>
              <a:off x="4046950" y="1495200"/>
              <a:ext cx="62425" cy="53325"/>
            </a:xfrm>
            <a:custGeom>
              <a:rect b="b" l="l" r="r" t="t"/>
              <a:pathLst>
                <a:path extrusionOk="0" h="2133" w="2497">
                  <a:moveTo>
                    <a:pt x="1074" y="0"/>
                  </a:moveTo>
                  <a:cubicBezTo>
                    <a:pt x="481" y="0"/>
                    <a:pt x="9" y="480"/>
                    <a:pt x="1" y="1065"/>
                  </a:cubicBezTo>
                  <a:cubicBezTo>
                    <a:pt x="1" y="1709"/>
                    <a:pt x="530" y="2133"/>
                    <a:pt x="1079" y="2133"/>
                  </a:cubicBezTo>
                  <a:cubicBezTo>
                    <a:pt x="1340" y="2133"/>
                    <a:pt x="1607" y="2036"/>
                    <a:pt x="1822" y="1821"/>
                  </a:cubicBezTo>
                  <a:cubicBezTo>
                    <a:pt x="2497" y="1146"/>
                    <a:pt x="2017" y="0"/>
                    <a:pt x="1074"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04" name="Google Shape;6504;p36"/>
            <p:cNvSpPr/>
            <p:nvPr/>
          </p:nvSpPr>
          <p:spPr>
            <a:xfrm>
              <a:off x="4046950" y="1418975"/>
              <a:ext cx="62425" cy="53350"/>
            </a:xfrm>
            <a:custGeom>
              <a:rect b="b" l="l" r="r" t="t"/>
              <a:pathLst>
                <a:path extrusionOk="0" h="2134" w="2497">
                  <a:moveTo>
                    <a:pt x="1074" y="1"/>
                  </a:moveTo>
                  <a:cubicBezTo>
                    <a:pt x="481" y="1"/>
                    <a:pt x="9" y="480"/>
                    <a:pt x="1" y="1065"/>
                  </a:cubicBezTo>
                  <a:cubicBezTo>
                    <a:pt x="1" y="1709"/>
                    <a:pt x="530" y="2133"/>
                    <a:pt x="1079" y="2133"/>
                  </a:cubicBezTo>
                  <a:cubicBezTo>
                    <a:pt x="1340" y="2133"/>
                    <a:pt x="1607" y="2037"/>
                    <a:pt x="1822" y="1822"/>
                  </a:cubicBezTo>
                  <a:cubicBezTo>
                    <a:pt x="2497" y="1147"/>
                    <a:pt x="2017" y="1"/>
                    <a:pt x="1074"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05" name="Google Shape;6505;p36"/>
            <p:cNvSpPr/>
            <p:nvPr/>
          </p:nvSpPr>
          <p:spPr>
            <a:xfrm>
              <a:off x="4046950" y="1342750"/>
              <a:ext cx="62425" cy="53450"/>
            </a:xfrm>
            <a:custGeom>
              <a:rect b="b" l="l" r="r" t="t"/>
              <a:pathLst>
                <a:path extrusionOk="0" h="2138" w="2497">
                  <a:moveTo>
                    <a:pt x="1074" y="1"/>
                  </a:moveTo>
                  <a:cubicBezTo>
                    <a:pt x="481" y="1"/>
                    <a:pt x="9" y="481"/>
                    <a:pt x="1" y="1066"/>
                  </a:cubicBezTo>
                  <a:cubicBezTo>
                    <a:pt x="1" y="1710"/>
                    <a:pt x="530" y="2138"/>
                    <a:pt x="1078" y="2138"/>
                  </a:cubicBezTo>
                  <a:cubicBezTo>
                    <a:pt x="1340" y="2138"/>
                    <a:pt x="1607" y="2040"/>
                    <a:pt x="1822" y="1822"/>
                  </a:cubicBezTo>
                  <a:cubicBezTo>
                    <a:pt x="2497" y="1147"/>
                    <a:pt x="2017" y="1"/>
                    <a:pt x="1074"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06" name="Google Shape;6506;p36"/>
            <p:cNvSpPr/>
            <p:nvPr/>
          </p:nvSpPr>
          <p:spPr>
            <a:xfrm>
              <a:off x="3970950" y="2256925"/>
              <a:ext cx="62350" cy="53425"/>
            </a:xfrm>
            <a:custGeom>
              <a:rect b="b" l="l" r="r" t="t"/>
              <a:pathLst>
                <a:path extrusionOk="0" h="2137" w="2494">
                  <a:moveTo>
                    <a:pt x="1075" y="0"/>
                  </a:moveTo>
                  <a:cubicBezTo>
                    <a:pt x="1072" y="0"/>
                    <a:pt x="1069" y="0"/>
                    <a:pt x="1065" y="0"/>
                  </a:cubicBezTo>
                  <a:cubicBezTo>
                    <a:pt x="472" y="0"/>
                    <a:pt x="1" y="480"/>
                    <a:pt x="1" y="1065"/>
                  </a:cubicBezTo>
                  <a:cubicBezTo>
                    <a:pt x="1" y="1709"/>
                    <a:pt x="526" y="2137"/>
                    <a:pt x="1074" y="2137"/>
                  </a:cubicBezTo>
                  <a:cubicBezTo>
                    <a:pt x="1336" y="2137"/>
                    <a:pt x="1603" y="2039"/>
                    <a:pt x="1822" y="1821"/>
                  </a:cubicBezTo>
                  <a:cubicBezTo>
                    <a:pt x="2494" y="1149"/>
                    <a:pt x="2020" y="0"/>
                    <a:pt x="107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07" name="Google Shape;6507;p36"/>
            <p:cNvSpPr/>
            <p:nvPr/>
          </p:nvSpPr>
          <p:spPr>
            <a:xfrm>
              <a:off x="3970950" y="2180700"/>
              <a:ext cx="62225" cy="53350"/>
            </a:xfrm>
            <a:custGeom>
              <a:rect b="b" l="l" r="r" t="t"/>
              <a:pathLst>
                <a:path extrusionOk="0" h="2134" w="2489">
                  <a:moveTo>
                    <a:pt x="1065" y="1"/>
                  </a:moveTo>
                  <a:cubicBezTo>
                    <a:pt x="472" y="1"/>
                    <a:pt x="1" y="480"/>
                    <a:pt x="1" y="1066"/>
                  </a:cubicBezTo>
                  <a:cubicBezTo>
                    <a:pt x="1" y="1709"/>
                    <a:pt x="526" y="2133"/>
                    <a:pt x="1072" y="2133"/>
                  </a:cubicBezTo>
                  <a:cubicBezTo>
                    <a:pt x="1333" y="2133"/>
                    <a:pt x="1598" y="2037"/>
                    <a:pt x="1813" y="1822"/>
                  </a:cubicBezTo>
                  <a:cubicBezTo>
                    <a:pt x="2488" y="1147"/>
                    <a:pt x="2017"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08" name="Google Shape;6508;p36"/>
            <p:cNvSpPr/>
            <p:nvPr/>
          </p:nvSpPr>
          <p:spPr>
            <a:xfrm>
              <a:off x="3970950" y="1799850"/>
              <a:ext cx="62225" cy="53325"/>
            </a:xfrm>
            <a:custGeom>
              <a:rect b="b" l="l" r="r" t="t"/>
              <a:pathLst>
                <a:path extrusionOk="0" h="2133" w="2489">
                  <a:moveTo>
                    <a:pt x="1065" y="0"/>
                  </a:moveTo>
                  <a:cubicBezTo>
                    <a:pt x="472" y="0"/>
                    <a:pt x="1" y="480"/>
                    <a:pt x="1" y="1065"/>
                  </a:cubicBezTo>
                  <a:cubicBezTo>
                    <a:pt x="1" y="1709"/>
                    <a:pt x="526" y="2133"/>
                    <a:pt x="1072" y="2133"/>
                  </a:cubicBezTo>
                  <a:cubicBezTo>
                    <a:pt x="1333" y="2133"/>
                    <a:pt x="1598" y="2036"/>
                    <a:pt x="1813" y="1821"/>
                  </a:cubicBezTo>
                  <a:cubicBezTo>
                    <a:pt x="2488" y="1146"/>
                    <a:pt x="2017"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09" name="Google Shape;6509;p36"/>
            <p:cNvSpPr/>
            <p:nvPr/>
          </p:nvSpPr>
          <p:spPr>
            <a:xfrm>
              <a:off x="3970950" y="1647400"/>
              <a:ext cx="62225" cy="53450"/>
            </a:xfrm>
            <a:custGeom>
              <a:rect b="b" l="l" r="r" t="t"/>
              <a:pathLst>
                <a:path extrusionOk="0" h="2138" w="2489">
                  <a:moveTo>
                    <a:pt x="1065" y="1"/>
                  </a:moveTo>
                  <a:cubicBezTo>
                    <a:pt x="472" y="1"/>
                    <a:pt x="1" y="481"/>
                    <a:pt x="1" y="1066"/>
                  </a:cubicBezTo>
                  <a:cubicBezTo>
                    <a:pt x="1" y="1710"/>
                    <a:pt x="526" y="2138"/>
                    <a:pt x="1072" y="2138"/>
                  </a:cubicBezTo>
                  <a:cubicBezTo>
                    <a:pt x="1332" y="2138"/>
                    <a:pt x="1598" y="2040"/>
                    <a:pt x="1813" y="1822"/>
                  </a:cubicBezTo>
                  <a:cubicBezTo>
                    <a:pt x="2488" y="1155"/>
                    <a:pt x="2017"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10" name="Google Shape;6510;p36"/>
            <p:cNvSpPr/>
            <p:nvPr/>
          </p:nvSpPr>
          <p:spPr>
            <a:xfrm>
              <a:off x="3970950" y="1571400"/>
              <a:ext cx="62225" cy="53250"/>
            </a:xfrm>
            <a:custGeom>
              <a:rect b="b" l="l" r="r" t="t"/>
              <a:pathLst>
                <a:path extrusionOk="0" h="2130" w="2489">
                  <a:moveTo>
                    <a:pt x="1065" y="1"/>
                  </a:moveTo>
                  <a:cubicBezTo>
                    <a:pt x="472" y="1"/>
                    <a:pt x="1" y="472"/>
                    <a:pt x="1" y="1066"/>
                  </a:cubicBezTo>
                  <a:cubicBezTo>
                    <a:pt x="1" y="1703"/>
                    <a:pt x="525" y="2129"/>
                    <a:pt x="1071" y="2129"/>
                  </a:cubicBezTo>
                  <a:cubicBezTo>
                    <a:pt x="1332" y="2129"/>
                    <a:pt x="1598" y="2032"/>
                    <a:pt x="1813" y="1813"/>
                  </a:cubicBezTo>
                  <a:cubicBezTo>
                    <a:pt x="2488" y="1147"/>
                    <a:pt x="2017"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11" name="Google Shape;6511;p36"/>
            <p:cNvSpPr/>
            <p:nvPr/>
          </p:nvSpPr>
          <p:spPr>
            <a:xfrm>
              <a:off x="3970950" y="1495200"/>
              <a:ext cx="62225" cy="53325"/>
            </a:xfrm>
            <a:custGeom>
              <a:rect b="b" l="l" r="r" t="t"/>
              <a:pathLst>
                <a:path extrusionOk="0" h="2133" w="2489">
                  <a:moveTo>
                    <a:pt x="1065" y="0"/>
                  </a:moveTo>
                  <a:cubicBezTo>
                    <a:pt x="472" y="0"/>
                    <a:pt x="1" y="480"/>
                    <a:pt x="1" y="1065"/>
                  </a:cubicBezTo>
                  <a:cubicBezTo>
                    <a:pt x="1" y="1709"/>
                    <a:pt x="526" y="2133"/>
                    <a:pt x="1072" y="2133"/>
                  </a:cubicBezTo>
                  <a:cubicBezTo>
                    <a:pt x="1333" y="2133"/>
                    <a:pt x="1598" y="2036"/>
                    <a:pt x="1813" y="1821"/>
                  </a:cubicBezTo>
                  <a:cubicBezTo>
                    <a:pt x="2488" y="1146"/>
                    <a:pt x="2017"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12" name="Google Shape;6512;p36"/>
            <p:cNvSpPr/>
            <p:nvPr/>
          </p:nvSpPr>
          <p:spPr>
            <a:xfrm>
              <a:off x="3970950" y="1418975"/>
              <a:ext cx="62225" cy="53350"/>
            </a:xfrm>
            <a:custGeom>
              <a:rect b="b" l="l" r="r" t="t"/>
              <a:pathLst>
                <a:path extrusionOk="0" h="2134" w="2489">
                  <a:moveTo>
                    <a:pt x="1065" y="1"/>
                  </a:moveTo>
                  <a:cubicBezTo>
                    <a:pt x="472" y="1"/>
                    <a:pt x="1" y="480"/>
                    <a:pt x="1" y="1065"/>
                  </a:cubicBezTo>
                  <a:cubicBezTo>
                    <a:pt x="1" y="1709"/>
                    <a:pt x="526" y="2133"/>
                    <a:pt x="1072" y="2133"/>
                  </a:cubicBezTo>
                  <a:cubicBezTo>
                    <a:pt x="1333" y="2133"/>
                    <a:pt x="1598" y="2037"/>
                    <a:pt x="1813" y="1822"/>
                  </a:cubicBezTo>
                  <a:cubicBezTo>
                    <a:pt x="2488" y="1147"/>
                    <a:pt x="2017"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13" name="Google Shape;6513;p36"/>
            <p:cNvSpPr/>
            <p:nvPr/>
          </p:nvSpPr>
          <p:spPr>
            <a:xfrm>
              <a:off x="3970950" y="1342750"/>
              <a:ext cx="62225" cy="53450"/>
            </a:xfrm>
            <a:custGeom>
              <a:rect b="b" l="l" r="r" t="t"/>
              <a:pathLst>
                <a:path extrusionOk="0" h="2138" w="2489">
                  <a:moveTo>
                    <a:pt x="1065" y="1"/>
                  </a:moveTo>
                  <a:cubicBezTo>
                    <a:pt x="472" y="1"/>
                    <a:pt x="1" y="481"/>
                    <a:pt x="1" y="1066"/>
                  </a:cubicBezTo>
                  <a:cubicBezTo>
                    <a:pt x="1" y="1710"/>
                    <a:pt x="526" y="2138"/>
                    <a:pt x="1072" y="2138"/>
                  </a:cubicBezTo>
                  <a:cubicBezTo>
                    <a:pt x="1332" y="2138"/>
                    <a:pt x="1598" y="2040"/>
                    <a:pt x="1813" y="1822"/>
                  </a:cubicBezTo>
                  <a:cubicBezTo>
                    <a:pt x="2488" y="1147"/>
                    <a:pt x="2017"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14" name="Google Shape;6514;p36"/>
            <p:cNvSpPr/>
            <p:nvPr/>
          </p:nvSpPr>
          <p:spPr>
            <a:xfrm>
              <a:off x="3970950" y="1114325"/>
              <a:ext cx="62225" cy="53350"/>
            </a:xfrm>
            <a:custGeom>
              <a:rect b="b" l="l" r="r" t="t"/>
              <a:pathLst>
                <a:path extrusionOk="0" h="2134" w="2489">
                  <a:moveTo>
                    <a:pt x="1065" y="1"/>
                  </a:moveTo>
                  <a:cubicBezTo>
                    <a:pt x="472" y="1"/>
                    <a:pt x="1" y="480"/>
                    <a:pt x="1" y="1065"/>
                  </a:cubicBezTo>
                  <a:cubicBezTo>
                    <a:pt x="1" y="1709"/>
                    <a:pt x="526" y="2133"/>
                    <a:pt x="1072" y="2133"/>
                  </a:cubicBezTo>
                  <a:cubicBezTo>
                    <a:pt x="1333" y="2133"/>
                    <a:pt x="1598" y="2037"/>
                    <a:pt x="1813" y="1822"/>
                  </a:cubicBezTo>
                  <a:cubicBezTo>
                    <a:pt x="2488" y="1147"/>
                    <a:pt x="2017"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15" name="Google Shape;6515;p36"/>
            <p:cNvSpPr/>
            <p:nvPr/>
          </p:nvSpPr>
          <p:spPr>
            <a:xfrm>
              <a:off x="3894725" y="2104500"/>
              <a:ext cx="62225" cy="53325"/>
            </a:xfrm>
            <a:custGeom>
              <a:rect b="b" l="l" r="r" t="t"/>
              <a:pathLst>
                <a:path extrusionOk="0" h="2133" w="2489">
                  <a:moveTo>
                    <a:pt x="1066" y="0"/>
                  </a:moveTo>
                  <a:cubicBezTo>
                    <a:pt x="481" y="0"/>
                    <a:pt x="1" y="480"/>
                    <a:pt x="1" y="1065"/>
                  </a:cubicBezTo>
                  <a:cubicBezTo>
                    <a:pt x="1" y="1709"/>
                    <a:pt x="526" y="2133"/>
                    <a:pt x="1075" y="2133"/>
                  </a:cubicBezTo>
                  <a:cubicBezTo>
                    <a:pt x="1337" y="2133"/>
                    <a:pt x="1604" y="2036"/>
                    <a:pt x="1822" y="1821"/>
                  </a:cubicBezTo>
                  <a:cubicBezTo>
                    <a:pt x="2489" y="1146"/>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16" name="Google Shape;6516;p36"/>
            <p:cNvSpPr/>
            <p:nvPr/>
          </p:nvSpPr>
          <p:spPr>
            <a:xfrm>
              <a:off x="3894725" y="1876050"/>
              <a:ext cx="62225" cy="53275"/>
            </a:xfrm>
            <a:custGeom>
              <a:rect b="b" l="l" r="r" t="t"/>
              <a:pathLst>
                <a:path extrusionOk="0" h="2131" w="2489">
                  <a:moveTo>
                    <a:pt x="1066" y="1"/>
                  </a:moveTo>
                  <a:cubicBezTo>
                    <a:pt x="481" y="1"/>
                    <a:pt x="1" y="472"/>
                    <a:pt x="1" y="1066"/>
                  </a:cubicBezTo>
                  <a:cubicBezTo>
                    <a:pt x="1" y="1707"/>
                    <a:pt x="523" y="2131"/>
                    <a:pt x="1070" y="2131"/>
                  </a:cubicBezTo>
                  <a:cubicBezTo>
                    <a:pt x="1334" y="2131"/>
                    <a:pt x="1603" y="2033"/>
                    <a:pt x="1822" y="1813"/>
                  </a:cubicBezTo>
                  <a:cubicBezTo>
                    <a:pt x="2489"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17" name="Google Shape;6517;p36"/>
            <p:cNvSpPr/>
            <p:nvPr/>
          </p:nvSpPr>
          <p:spPr>
            <a:xfrm>
              <a:off x="3894725" y="1799850"/>
              <a:ext cx="62225" cy="53325"/>
            </a:xfrm>
            <a:custGeom>
              <a:rect b="b" l="l" r="r" t="t"/>
              <a:pathLst>
                <a:path extrusionOk="0" h="2133" w="2489">
                  <a:moveTo>
                    <a:pt x="1066" y="0"/>
                  </a:moveTo>
                  <a:cubicBezTo>
                    <a:pt x="481" y="0"/>
                    <a:pt x="1" y="480"/>
                    <a:pt x="1" y="1065"/>
                  </a:cubicBezTo>
                  <a:cubicBezTo>
                    <a:pt x="1" y="1709"/>
                    <a:pt x="526" y="2133"/>
                    <a:pt x="1075" y="2133"/>
                  </a:cubicBezTo>
                  <a:cubicBezTo>
                    <a:pt x="1337" y="2133"/>
                    <a:pt x="1604" y="2036"/>
                    <a:pt x="1822" y="1821"/>
                  </a:cubicBezTo>
                  <a:cubicBezTo>
                    <a:pt x="2489" y="1146"/>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18" name="Google Shape;6518;p36"/>
            <p:cNvSpPr/>
            <p:nvPr/>
          </p:nvSpPr>
          <p:spPr>
            <a:xfrm>
              <a:off x="3894725" y="1723625"/>
              <a:ext cx="62225" cy="53350"/>
            </a:xfrm>
            <a:custGeom>
              <a:rect b="b" l="l" r="r" t="t"/>
              <a:pathLst>
                <a:path extrusionOk="0" h="2134" w="2489">
                  <a:moveTo>
                    <a:pt x="1066" y="1"/>
                  </a:moveTo>
                  <a:cubicBezTo>
                    <a:pt x="481" y="1"/>
                    <a:pt x="1" y="480"/>
                    <a:pt x="1" y="1065"/>
                  </a:cubicBezTo>
                  <a:cubicBezTo>
                    <a:pt x="1" y="1709"/>
                    <a:pt x="526" y="2133"/>
                    <a:pt x="1075" y="2133"/>
                  </a:cubicBezTo>
                  <a:cubicBezTo>
                    <a:pt x="1337" y="2133"/>
                    <a:pt x="1604" y="2037"/>
                    <a:pt x="1822" y="1822"/>
                  </a:cubicBezTo>
                  <a:cubicBezTo>
                    <a:pt x="2489"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19" name="Google Shape;6519;p36"/>
            <p:cNvSpPr/>
            <p:nvPr/>
          </p:nvSpPr>
          <p:spPr>
            <a:xfrm>
              <a:off x="3894725" y="1647400"/>
              <a:ext cx="62225" cy="53450"/>
            </a:xfrm>
            <a:custGeom>
              <a:rect b="b" l="l" r="r" t="t"/>
              <a:pathLst>
                <a:path extrusionOk="0" h="2138" w="2489">
                  <a:moveTo>
                    <a:pt x="1066" y="1"/>
                  </a:moveTo>
                  <a:cubicBezTo>
                    <a:pt x="481" y="9"/>
                    <a:pt x="1" y="481"/>
                    <a:pt x="1" y="1066"/>
                  </a:cubicBezTo>
                  <a:cubicBezTo>
                    <a:pt x="1" y="1710"/>
                    <a:pt x="526" y="2138"/>
                    <a:pt x="1075" y="2138"/>
                  </a:cubicBezTo>
                  <a:cubicBezTo>
                    <a:pt x="1337" y="2138"/>
                    <a:pt x="1604" y="2040"/>
                    <a:pt x="1822" y="1822"/>
                  </a:cubicBezTo>
                  <a:cubicBezTo>
                    <a:pt x="2489"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20" name="Google Shape;6520;p36"/>
            <p:cNvSpPr/>
            <p:nvPr/>
          </p:nvSpPr>
          <p:spPr>
            <a:xfrm>
              <a:off x="3894725" y="1571400"/>
              <a:ext cx="62175" cy="53250"/>
            </a:xfrm>
            <a:custGeom>
              <a:rect b="b" l="l" r="r" t="t"/>
              <a:pathLst>
                <a:path extrusionOk="0" h="2130" w="2487">
                  <a:moveTo>
                    <a:pt x="1076" y="1"/>
                  </a:moveTo>
                  <a:cubicBezTo>
                    <a:pt x="1073" y="1"/>
                    <a:pt x="1069" y="1"/>
                    <a:pt x="1066" y="1"/>
                  </a:cubicBezTo>
                  <a:cubicBezTo>
                    <a:pt x="481" y="1"/>
                    <a:pt x="1" y="472"/>
                    <a:pt x="1" y="1066"/>
                  </a:cubicBezTo>
                  <a:cubicBezTo>
                    <a:pt x="1" y="1703"/>
                    <a:pt x="525" y="2129"/>
                    <a:pt x="1074" y="2129"/>
                  </a:cubicBezTo>
                  <a:cubicBezTo>
                    <a:pt x="1336" y="2129"/>
                    <a:pt x="1604" y="2032"/>
                    <a:pt x="1822" y="1813"/>
                  </a:cubicBezTo>
                  <a:cubicBezTo>
                    <a:pt x="2486" y="1149"/>
                    <a:pt x="2020" y="1"/>
                    <a:pt x="107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21" name="Google Shape;6521;p36"/>
            <p:cNvSpPr/>
            <p:nvPr/>
          </p:nvSpPr>
          <p:spPr>
            <a:xfrm>
              <a:off x="3894725" y="1495200"/>
              <a:ext cx="62225" cy="53325"/>
            </a:xfrm>
            <a:custGeom>
              <a:rect b="b" l="l" r="r" t="t"/>
              <a:pathLst>
                <a:path extrusionOk="0" h="2133" w="2489">
                  <a:moveTo>
                    <a:pt x="1066" y="0"/>
                  </a:moveTo>
                  <a:cubicBezTo>
                    <a:pt x="481" y="0"/>
                    <a:pt x="1" y="480"/>
                    <a:pt x="1" y="1065"/>
                  </a:cubicBezTo>
                  <a:cubicBezTo>
                    <a:pt x="1" y="1709"/>
                    <a:pt x="526" y="2133"/>
                    <a:pt x="1075" y="2133"/>
                  </a:cubicBezTo>
                  <a:cubicBezTo>
                    <a:pt x="1337" y="2133"/>
                    <a:pt x="1604" y="2036"/>
                    <a:pt x="1822" y="1821"/>
                  </a:cubicBezTo>
                  <a:cubicBezTo>
                    <a:pt x="2489" y="1146"/>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22" name="Google Shape;6522;p36"/>
            <p:cNvSpPr/>
            <p:nvPr/>
          </p:nvSpPr>
          <p:spPr>
            <a:xfrm>
              <a:off x="3894725" y="1418975"/>
              <a:ext cx="62225" cy="53350"/>
            </a:xfrm>
            <a:custGeom>
              <a:rect b="b" l="l" r="r" t="t"/>
              <a:pathLst>
                <a:path extrusionOk="0" h="2134" w="2489">
                  <a:moveTo>
                    <a:pt x="1066" y="1"/>
                  </a:moveTo>
                  <a:cubicBezTo>
                    <a:pt x="481" y="1"/>
                    <a:pt x="1" y="480"/>
                    <a:pt x="1" y="1065"/>
                  </a:cubicBezTo>
                  <a:cubicBezTo>
                    <a:pt x="1" y="1709"/>
                    <a:pt x="526" y="2133"/>
                    <a:pt x="1075" y="2133"/>
                  </a:cubicBezTo>
                  <a:cubicBezTo>
                    <a:pt x="1337" y="2133"/>
                    <a:pt x="1604" y="2037"/>
                    <a:pt x="1822" y="1822"/>
                  </a:cubicBezTo>
                  <a:cubicBezTo>
                    <a:pt x="2489"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23" name="Google Shape;6523;p36"/>
            <p:cNvSpPr/>
            <p:nvPr/>
          </p:nvSpPr>
          <p:spPr>
            <a:xfrm>
              <a:off x="3894725" y="1342750"/>
              <a:ext cx="62225" cy="53450"/>
            </a:xfrm>
            <a:custGeom>
              <a:rect b="b" l="l" r="r" t="t"/>
              <a:pathLst>
                <a:path extrusionOk="0" h="2138" w="2489">
                  <a:moveTo>
                    <a:pt x="1066" y="1"/>
                  </a:moveTo>
                  <a:cubicBezTo>
                    <a:pt x="481" y="1"/>
                    <a:pt x="1" y="481"/>
                    <a:pt x="1" y="1066"/>
                  </a:cubicBezTo>
                  <a:cubicBezTo>
                    <a:pt x="1" y="1710"/>
                    <a:pt x="526" y="2138"/>
                    <a:pt x="1075" y="2138"/>
                  </a:cubicBezTo>
                  <a:cubicBezTo>
                    <a:pt x="1337" y="2138"/>
                    <a:pt x="1604" y="2040"/>
                    <a:pt x="1822" y="1822"/>
                  </a:cubicBezTo>
                  <a:cubicBezTo>
                    <a:pt x="2489"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24" name="Google Shape;6524;p36"/>
            <p:cNvSpPr/>
            <p:nvPr/>
          </p:nvSpPr>
          <p:spPr>
            <a:xfrm>
              <a:off x="3894725" y="1114325"/>
              <a:ext cx="62225" cy="53350"/>
            </a:xfrm>
            <a:custGeom>
              <a:rect b="b" l="l" r="r" t="t"/>
              <a:pathLst>
                <a:path extrusionOk="0" h="2134" w="2489">
                  <a:moveTo>
                    <a:pt x="1066" y="1"/>
                  </a:moveTo>
                  <a:cubicBezTo>
                    <a:pt x="481" y="1"/>
                    <a:pt x="1" y="480"/>
                    <a:pt x="1" y="1065"/>
                  </a:cubicBezTo>
                  <a:cubicBezTo>
                    <a:pt x="1" y="1709"/>
                    <a:pt x="526" y="2133"/>
                    <a:pt x="1075" y="2133"/>
                  </a:cubicBezTo>
                  <a:cubicBezTo>
                    <a:pt x="1337" y="2133"/>
                    <a:pt x="1604" y="2037"/>
                    <a:pt x="1822" y="1822"/>
                  </a:cubicBezTo>
                  <a:cubicBezTo>
                    <a:pt x="2489"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25" name="Google Shape;6525;p36"/>
            <p:cNvSpPr/>
            <p:nvPr/>
          </p:nvSpPr>
          <p:spPr>
            <a:xfrm>
              <a:off x="3818525" y="2256925"/>
              <a:ext cx="62350" cy="53425"/>
            </a:xfrm>
            <a:custGeom>
              <a:rect b="b" l="l" r="r" t="t"/>
              <a:pathLst>
                <a:path extrusionOk="0" h="2137" w="2494">
                  <a:moveTo>
                    <a:pt x="1075" y="0"/>
                  </a:moveTo>
                  <a:cubicBezTo>
                    <a:pt x="1072" y="0"/>
                    <a:pt x="1069" y="0"/>
                    <a:pt x="1065" y="0"/>
                  </a:cubicBezTo>
                  <a:cubicBezTo>
                    <a:pt x="480" y="0"/>
                    <a:pt x="0" y="480"/>
                    <a:pt x="0" y="1065"/>
                  </a:cubicBezTo>
                  <a:cubicBezTo>
                    <a:pt x="0" y="1709"/>
                    <a:pt x="529" y="2137"/>
                    <a:pt x="1080" y="2137"/>
                  </a:cubicBezTo>
                  <a:cubicBezTo>
                    <a:pt x="1343" y="2137"/>
                    <a:pt x="1612" y="2039"/>
                    <a:pt x="1830" y="1821"/>
                  </a:cubicBezTo>
                  <a:cubicBezTo>
                    <a:pt x="2494" y="1149"/>
                    <a:pt x="2020" y="0"/>
                    <a:pt x="107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26" name="Google Shape;6526;p36"/>
            <p:cNvSpPr/>
            <p:nvPr/>
          </p:nvSpPr>
          <p:spPr>
            <a:xfrm>
              <a:off x="3818525" y="2180700"/>
              <a:ext cx="62225" cy="53350"/>
            </a:xfrm>
            <a:custGeom>
              <a:rect b="b" l="l" r="r" t="t"/>
              <a:pathLst>
                <a:path extrusionOk="0" h="2134" w="2489">
                  <a:moveTo>
                    <a:pt x="1065" y="1"/>
                  </a:moveTo>
                  <a:cubicBezTo>
                    <a:pt x="480" y="1"/>
                    <a:pt x="0" y="480"/>
                    <a:pt x="0" y="1066"/>
                  </a:cubicBezTo>
                  <a:cubicBezTo>
                    <a:pt x="0" y="1709"/>
                    <a:pt x="526" y="2133"/>
                    <a:pt x="1074" y="2133"/>
                  </a:cubicBezTo>
                  <a:cubicBezTo>
                    <a:pt x="1336" y="2133"/>
                    <a:pt x="1603" y="2037"/>
                    <a:pt x="1821" y="1822"/>
                  </a:cubicBezTo>
                  <a:cubicBezTo>
                    <a:pt x="2488" y="1147"/>
                    <a:pt x="2017"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27" name="Google Shape;6527;p36"/>
            <p:cNvSpPr/>
            <p:nvPr/>
          </p:nvSpPr>
          <p:spPr>
            <a:xfrm>
              <a:off x="3818525" y="2028275"/>
              <a:ext cx="62225" cy="53450"/>
            </a:xfrm>
            <a:custGeom>
              <a:rect b="b" l="l" r="r" t="t"/>
              <a:pathLst>
                <a:path extrusionOk="0" h="2138" w="2489">
                  <a:moveTo>
                    <a:pt x="1065" y="1"/>
                  </a:moveTo>
                  <a:cubicBezTo>
                    <a:pt x="480" y="1"/>
                    <a:pt x="0" y="480"/>
                    <a:pt x="0" y="1065"/>
                  </a:cubicBezTo>
                  <a:cubicBezTo>
                    <a:pt x="0" y="1709"/>
                    <a:pt x="526" y="2137"/>
                    <a:pt x="1074" y="2137"/>
                  </a:cubicBezTo>
                  <a:cubicBezTo>
                    <a:pt x="1336" y="2137"/>
                    <a:pt x="1603" y="2040"/>
                    <a:pt x="1821" y="1821"/>
                  </a:cubicBezTo>
                  <a:cubicBezTo>
                    <a:pt x="2488" y="1147"/>
                    <a:pt x="2017"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28" name="Google Shape;6528;p36"/>
            <p:cNvSpPr/>
            <p:nvPr/>
          </p:nvSpPr>
          <p:spPr>
            <a:xfrm>
              <a:off x="3818525" y="1876050"/>
              <a:ext cx="62225" cy="53275"/>
            </a:xfrm>
            <a:custGeom>
              <a:rect b="b" l="l" r="r" t="t"/>
              <a:pathLst>
                <a:path extrusionOk="0" h="2131" w="2489">
                  <a:moveTo>
                    <a:pt x="1065" y="1"/>
                  </a:moveTo>
                  <a:cubicBezTo>
                    <a:pt x="480" y="1"/>
                    <a:pt x="0" y="472"/>
                    <a:pt x="0" y="1066"/>
                  </a:cubicBezTo>
                  <a:cubicBezTo>
                    <a:pt x="0" y="1707"/>
                    <a:pt x="523" y="2131"/>
                    <a:pt x="1070" y="2131"/>
                  </a:cubicBezTo>
                  <a:cubicBezTo>
                    <a:pt x="1333" y="2131"/>
                    <a:pt x="1602" y="2033"/>
                    <a:pt x="1821" y="1813"/>
                  </a:cubicBezTo>
                  <a:cubicBezTo>
                    <a:pt x="2488" y="1147"/>
                    <a:pt x="2017"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29" name="Google Shape;6529;p36"/>
            <p:cNvSpPr/>
            <p:nvPr/>
          </p:nvSpPr>
          <p:spPr>
            <a:xfrm>
              <a:off x="3818525" y="1723625"/>
              <a:ext cx="62225" cy="53350"/>
            </a:xfrm>
            <a:custGeom>
              <a:rect b="b" l="l" r="r" t="t"/>
              <a:pathLst>
                <a:path extrusionOk="0" h="2134" w="2489">
                  <a:moveTo>
                    <a:pt x="1065" y="1"/>
                  </a:moveTo>
                  <a:cubicBezTo>
                    <a:pt x="480" y="1"/>
                    <a:pt x="0" y="480"/>
                    <a:pt x="0" y="1065"/>
                  </a:cubicBezTo>
                  <a:cubicBezTo>
                    <a:pt x="0" y="1709"/>
                    <a:pt x="526" y="2133"/>
                    <a:pt x="1074" y="2133"/>
                  </a:cubicBezTo>
                  <a:cubicBezTo>
                    <a:pt x="1336" y="2133"/>
                    <a:pt x="1603" y="2037"/>
                    <a:pt x="1821" y="1822"/>
                  </a:cubicBezTo>
                  <a:cubicBezTo>
                    <a:pt x="2488" y="1147"/>
                    <a:pt x="2017"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30" name="Google Shape;6530;p36"/>
            <p:cNvSpPr/>
            <p:nvPr/>
          </p:nvSpPr>
          <p:spPr>
            <a:xfrm>
              <a:off x="3818525" y="1647400"/>
              <a:ext cx="62225" cy="53450"/>
            </a:xfrm>
            <a:custGeom>
              <a:rect b="b" l="l" r="r" t="t"/>
              <a:pathLst>
                <a:path extrusionOk="0" h="2138" w="2489">
                  <a:moveTo>
                    <a:pt x="1065" y="1"/>
                  </a:moveTo>
                  <a:cubicBezTo>
                    <a:pt x="480" y="1"/>
                    <a:pt x="0" y="481"/>
                    <a:pt x="0" y="1066"/>
                  </a:cubicBezTo>
                  <a:cubicBezTo>
                    <a:pt x="0" y="1710"/>
                    <a:pt x="526" y="2138"/>
                    <a:pt x="1074" y="2138"/>
                  </a:cubicBezTo>
                  <a:cubicBezTo>
                    <a:pt x="1336" y="2138"/>
                    <a:pt x="1603" y="2040"/>
                    <a:pt x="1821" y="1822"/>
                  </a:cubicBezTo>
                  <a:cubicBezTo>
                    <a:pt x="2488" y="1147"/>
                    <a:pt x="2017"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31" name="Google Shape;6531;p36"/>
            <p:cNvSpPr/>
            <p:nvPr/>
          </p:nvSpPr>
          <p:spPr>
            <a:xfrm>
              <a:off x="3818525" y="1571400"/>
              <a:ext cx="62225" cy="53250"/>
            </a:xfrm>
            <a:custGeom>
              <a:rect b="b" l="l" r="r" t="t"/>
              <a:pathLst>
                <a:path extrusionOk="0" h="2130" w="2489">
                  <a:moveTo>
                    <a:pt x="1065" y="1"/>
                  </a:moveTo>
                  <a:cubicBezTo>
                    <a:pt x="480" y="1"/>
                    <a:pt x="0" y="472"/>
                    <a:pt x="0" y="1066"/>
                  </a:cubicBezTo>
                  <a:cubicBezTo>
                    <a:pt x="0" y="1703"/>
                    <a:pt x="525" y="2129"/>
                    <a:pt x="1073" y="2129"/>
                  </a:cubicBezTo>
                  <a:cubicBezTo>
                    <a:pt x="1335" y="2129"/>
                    <a:pt x="1603" y="2032"/>
                    <a:pt x="1821" y="1813"/>
                  </a:cubicBezTo>
                  <a:cubicBezTo>
                    <a:pt x="2488" y="1147"/>
                    <a:pt x="2017"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32" name="Google Shape;6532;p36"/>
            <p:cNvSpPr/>
            <p:nvPr/>
          </p:nvSpPr>
          <p:spPr>
            <a:xfrm>
              <a:off x="3818525" y="1495200"/>
              <a:ext cx="62225" cy="53325"/>
            </a:xfrm>
            <a:custGeom>
              <a:rect b="b" l="l" r="r" t="t"/>
              <a:pathLst>
                <a:path extrusionOk="0" h="2133" w="2489">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33" name="Google Shape;6533;p36"/>
            <p:cNvSpPr/>
            <p:nvPr/>
          </p:nvSpPr>
          <p:spPr>
            <a:xfrm>
              <a:off x="3818525" y="1418975"/>
              <a:ext cx="62225" cy="53350"/>
            </a:xfrm>
            <a:custGeom>
              <a:rect b="b" l="l" r="r" t="t"/>
              <a:pathLst>
                <a:path extrusionOk="0" h="2134" w="2489">
                  <a:moveTo>
                    <a:pt x="1065" y="1"/>
                  </a:moveTo>
                  <a:cubicBezTo>
                    <a:pt x="480" y="1"/>
                    <a:pt x="0" y="480"/>
                    <a:pt x="0" y="1065"/>
                  </a:cubicBezTo>
                  <a:cubicBezTo>
                    <a:pt x="0" y="1709"/>
                    <a:pt x="526" y="2133"/>
                    <a:pt x="1074" y="2133"/>
                  </a:cubicBezTo>
                  <a:cubicBezTo>
                    <a:pt x="1336" y="2133"/>
                    <a:pt x="1603" y="2037"/>
                    <a:pt x="1821" y="1822"/>
                  </a:cubicBezTo>
                  <a:cubicBezTo>
                    <a:pt x="2488" y="1147"/>
                    <a:pt x="2017"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34" name="Google Shape;6534;p36"/>
            <p:cNvSpPr/>
            <p:nvPr/>
          </p:nvSpPr>
          <p:spPr>
            <a:xfrm>
              <a:off x="3818525" y="1190550"/>
              <a:ext cx="62225" cy="53325"/>
            </a:xfrm>
            <a:custGeom>
              <a:rect b="b" l="l" r="r" t="t"/>
              <a:pathLst>
                <a:path extrusionOk="0" h="2133" w="2489">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35" name="Google Shape;6535;p36"/>
            <p:cNvSpPr/>
            <p:nvPr/>
          </p:nvSpPr>
          <p:spPr>
            <a:xfrm>
              <a:off x="3818525" y="1114325"/>
              <a:ext cx="62225" cy="53350"/>
            </a:xfrm>
            <a:custGeom>
              <a:rect b="b" l="l" r="r" t="t"/>
              <a:pathLst>
                <a:path extrusionOk="0" h="2134" w="2489">
                  <a:moveTo>
                    <a:pt x="1065" y="1"/>
                  </a:moveTo>
                  <a:cubicBezTo>
                    <a:pt x="480" y="1"/>
                    <a:pt x="0" y="480"/>
                    <a:pt x="0" y="1065"/>
                  </a:cubicBezTo>
                  <a:cubicBezTo>
                    <a:pt x="0" y="1709"/>
                    <a:pt x="526" y="2133"/>
                    <a:pt x="1074" y="2133"/>
                  </a:cubicBezTo>
                  <a:cubicBezTo>
                    <a:pt x="1336" y="2133"/>
                    <a:pt x="1603" y="2037"/>
                    <a:pt x="1821" y="1822"/>
                  </a:cubicBezTo>
                  <a:cubicBezTo>
                    <a:pt x="2488" y="1147"/>
                    <a:pt x="2017"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36" name="Google Shape;6536;p36"/>
            <p:cNvSpPr/>
            <p:nvPr/>
          </p:nvSpPr>
          <p:spPr>
            <a:xfrm>
              <a:off x="3742300" y="2180700"/>
              <a:ext cx="62225" cy="53350"/>
            </a:xfrm>
            <a:custGeom>
              <a:rect b="b" l="l" r="r" t="t"/>
              <a:pathLst>
                <a:path extrusionOk="0" h="2134" w="2489">
                  <a:moveTo>
                    <a:pt x="1066" y="1"/>
                  </a:moveTo>
                  <a:cubicBezTo>
                    <a:pt x="481" y="1"/>
                    <a:pt x="1" y="472"/>
                    <a:pt x="1" y="1066"/>
                  </a:cubicBezTo>
                  <a:cubicBezTo>
                    <a:pt x="1" y="1709"/>
                    <a:pt x="526" y="2133"/>
                    <a:pt x="1072" y="2133"/>
                  </a:cubicBezTo>
                  <a:cubicBezTo>
                    <a:pt x="1333" y="2133"/>
                    <a:pt x="1598" y="2037"/>
                    <a:pt x="1814" y="1822"/>
                  </a:cubicBezTo>
                  <a:cubicBezTo>
                    <a:pt x="2489"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37" name="Google Shape;6537;p36"/>
            <p:cNvSpPr/>
            <p:nvPr/>
          </p:nvSpPr>
          <p:spPr>
            <a:xfrm>
              <a:off x="3742300" y="2104500"/>
              <a:ext cx="62225" cy="53325"/>
            </a:xfrm>
            <a:custGeom>
              <a:rect b="b" l="l" r="r" t="t"/>
              <a:pathLst>
                <a:path extrusionOk="0" h="2133" w="2489">
                  <a:moveTo>
                    <a:pt x="1066" y="0"/>
                  </a:moveTo>
                  <a:cubicBezTo>
                    <a:pt x="481" y="0"/>
                    <a:pt x="1" y="480"/>
                    <a:pt x="1" y="1065"/>
                  </a:cubicBezTo>
                  <a:cubicBezTo>
                    <a:pt x="1" y="1709"/>
                    <a:pt x="526" y="2133"/>
                    <a:pt x="1072" y="2133"/>
                  </a:cubicBezTo>
                  <a:cubicBezTo>
                    <a:pt x="1333" y="2133"/>
                    <a:pt x="1598" y="2036"/>
                    <a:pt x="1814" y="1821"/>
                  </a:cubicBezTo>
                  <a:cubicBezTo>
                    <a:pt x="2489" y="1154"/>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38" name="Google Shape;6538;p36"/>
            <p:cNvSpPr/>
            <p:nvPr/>
          </p:nvSpPr>
          <p:spPr>
            <a:xfrm>
              <a:off x="3742300" y="1876050"/>
              <a:ext cx="62225" cy="53300"/>
            </a:xfrm>
            <a:custGeom>
              <a:rect b="b" l="l" r="r" t="t"/>
              <a:pathLst>
                <a:path extrusionOk="0" h="2132" w="2489">
                  <a:moveTo>
                    <a:pt x="1066" y="1"/>
                  </a:moveTo>
                  <a:cubicBezTo>
                    <a:pt x="481" y="1"/>
                    <a:pt x="1" y="472"/>
                    <a:pt x="1" y="1066"/>
                  </a:cubicBezTo>
                  <a:cubicBezTo>
                    <a:pt x="1" y="1705"/>
                    <a:pt x="528" y="2132"/>
                    <a:pt x="1076" y="2132"/>
                  </a:cubicBezTo>
                  <a:cubicBezTo>
                    <a:pt x="1335" y="2132"/>
                    <a:pt x="1599" y="2036"/>
                    <a:pt x="1814" y="1822"/>
                  </a:cubicBezTo>
                  <a:cubicBezTo>
                    <a:pt x="2489"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39" name="Google Shape;6539;p36"/>
            <p:cNvSpPr/>
            <p:nvPr/>
          </p:nvSpPr>
          <p:spPr>
            <a:xfrm>
              <a:off x="3742300" y="1799850"/>
              <a:ext cx="62225" cy="53325"/>
            </a:xfrm>
            <a:custGeom>
              <a:rect b="b" l="l" r="r" t="t"/>
              <a:pathLst>
                <a:path extrusionOk="0" h="2133" w="2489">
                  <a:moveTo>
                    <a:pt x="1066" y="0"/>
                  </a:moveTo>
                  <a:cubicBezTo>
                    <a:pt x="481" y="0"/>
                    <a:pt x="1" y="472"/>
                    <a:pt x="1" y="1065"/>
                  </a:cubicBezTo>
                  <a:cubicBezTo>
                    <a:pt x="1" y="1709"/>
                    <a:pt x="526" y="2133"/>
                    <a:pt x="1072" y="2133"/>
                  </a:cubicBezTo>
                  <a:cubicBezTo>
                    <a:pt x="1333" y="2133"/>
                    <a:pt x="1598" y="2036"/>
                    <a:pt x="1814" y="1821"/>
                  </a:cubicBezTo>
                  <a:cubicBezTo>
                    <a:pt x="2489" y="1146"/>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40" name="Google Shape;6540;p36"/>
            <p:cNvSpPr/>
            <p:nvPr/>
          </p:nvSpPr>
          <p:spPr>
            <a:xfrm>
              <a:off x="3742300" y="1723625"/>
              <a:ext cx="62225" cy="53350"/>
            </a:xfrm>
            <a:custGeom>
              <a:rect b="b" l="l" r="r" t="t"/>
              <a:pathLst>
                <a:path extrusionOk="0" h="2134" w="2489">
                  <a:moveTo>
                    <a:pt x="1066" y="1"/>
                  </a:moveTo>
                  <a:cubicBezTo>
                    <a:pt x="481" y="1"/>
                    <a:pt x="1" y="480"/>
                    <a:pt x="1" y="1065"/>
                  </a:cubicBezTo>
                  <a:cubicBezTo>
                    <a:pt x="1" y="1709"/>
                    <a:pt x="526" y="2133"/>
                    <a:pt x="1072" y="2133"/>
                  </a:cubicBezTo>
                  <a:cubicBezTo>
                    <a:pt x="1333" y="2133"/>
                    <a:pt x="1598" y="2037"/>
                    <a:pt x="1814" y="1822"/>
                  </a:cubicBezTo>
                  <a:cubicBezTo>
                    <a:pt x="2489" y="1155"/>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41" name="Google Shape;6541;p36"/>
            <p:cNvSpPr/>
            <p:nvPr/>
          </p:nvSpPr>
          <p:spPr>
            <a:xfrm>
              <a:off x="3742300" y="1647400"/>
              <a:ext cx="62225" cy="53450"/>
            </a:xfrm>
            <a:custGeom>
              <a:rect b="b" l="l" r="r" t="t"/>
              <a:pathLst>
                <a:path extrusionOk="0" h="2138" w="2489">
                  <a:moveTo>
                    <a:pt x="1066" y="1"/>
                  </a:moveTo>
                  <a:cubicBezTo>
                    <a:pt x="481" y="1"/>
                    <a:pt x="1" y="481"/>
                    <a:pt x="1" y="1066"/>
                  </a:cubicBezTo>
                  <a:cubicBezTo>
                    <a:pt x="1" y="1710"/>
                    <a:pt x="526" y="2138"/>
                    <a:pt x="1072" y="2138"/>
                  </a:cubicBezTo>
                  <a:cubicBezTo>
                    <a:pt x="1333" y="2138"/>
                    <a:pt x="1598" y="2040"/>
                    <a:pt x="1814" y="1822"/>
                  </a:cubicBezTo>
                  <a:cubicBezTo>
                    <a:pt x="2489" y="1155"/>
                    <a:pt x="2017" y="9"/>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42" name="Google Shape;6542;p36"/>
            <p:cNvSpPr/>
            <p:nvPr/>
          </p:nvSpPr>
          <p:spPr>
            <a:xfrm>
              <a:off x="3742300" y="1571400"/>
              <a:ext cx="62225" cy="53250"/>
            </a:xfrm>
            <a:custGeom>
              <a:rect b="b" l="l" r="r" t="t"/>
              <a:pathLst>
                <a:path extrusionOk="0" h="2130" w="2489">
                  <a:moveTo>
                    <a:pt x="1066" y="1"/>
                  </a:moveTo>
                  <a:cubicBezTo>
                    <a:pt x="481" y="1"/>
                    <a:pt x="1" y="472"/>
                    <a:pt x="1" y="1066"/>
                  </a:cubicBezTo>
                  <a:cubicBezTo>
                    <a:pt x="1" y="1703"/>
                    <a:pt x="525" y="2129"/>
                    <a:pt x="1071" y="2129"/>
                  </a:cubicBezTo>
                  <a:cubicBezTo>
                    <a:pt x="1332" y="2129"/>
                    <a:pt x="1598" y="2032"/>
                    <a:pt x="1814" y="1813"/>
                  </a:cubicBezTo>
                  <a:cubicBezTo>
                    <a:pt x="2489"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43" name="Google Shape;6543;p36"/>
            <p:cNvSpPr/>
            <p:nvPr/>
          </p:nvSpPr>
          <p:spPr>
            <a:xfrm>
              <a:off x="3742300" y="1495200"/>
              <a:ext cx="62225" cy="53325"/>
            </a:xfrm>
            <a:custGeom>
              <a:rect b="b" l="l" r="r" t="t"/>
              <a:pathLst>
                <a:path extrusionOk="0" h="2133" w="2489">
                  <a:moveTo>
                    <a:pt x="1066" y="0"/>
                  </a:moveTo>
                  <a:cubicBezTo>
                    <a:pt x="481" y="0"/>
                    <a:pt x="1" y="472"/>
                    <a:pt x="1" y="1065"/>
                  </a:cubicBezTo>
                  <a:cubicBezTo>
                    <a:pt x="1" y="1709"/>
                    <a:pt x="526" y="2133"/>
                    <a:pt x="1072" y="2133"/>
                  </a:cubicBezTo>
                  <a:cubicBezTo>
                    <a:pt x="1333" y="2133"/>
                    <a:pt x="1598" y="2036"/>
                    <a:pt x="1814" y="1821"/>
                  </a:cubicBezTo>
                  <a:cubicBezTo>
                    <a:pt x="2489" y="1146"/>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44" name="Google Shape;6544;p36"/>
            <p:cNvSpPr/>
            <p:nvPr/>
          </p:nvSpPr>
          <p:spPr>
            <a:xfrm>
              <a:off x="3742300" y="1114325"/>
              <a:ext cx="62225" cy="53350"/>
            </a:xfrm>
            <a:custGeom>
              <a:rect b="b" l="l" r="r" t="t"/>
              <a:pathLst>
                <a:path extrusionOk="0" h="2134" w="2489">
                  <a:moveTo>
                    <a:pt x="1066" y="1"/>
                  </a:moveTo>
                  <a:cubicBezTo>
                    <a:pt x="481" y="1"/>
                    <a:pt x="1" y="480"/>
                    <a:pt x="1" y="1065"/>
                  </a:cubicBezTo>
                  <a:cubicBezTo>
                    <a:pt x="1" y="1709"/>
                    <a:pt x="526" y="2133"/>
                    <a:pt x="1072" y="2133"/>
                  </a:cubicBezTo>
                  <a:cubicBezTo>
                    <a:pt x="1333" y="2133"/>
                    <a:pt x="1598" y="2037"/>
                    <a:pt x="1814" y="1822"/>
                  </a:cubicBezTo>
                  <a:cubicBezTo>
                    <a:pt x="2489" y="1155"/>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45" name="Google Shape;6545;p36"/>
            <p:cNvSpPr/>
            <p:nvPr/>
          </p:nvSpPr>
          <p:spPr>
            <a:xfrm>
              <a:off x="3666100" y="2104500"/>
              <a:ext cx="62200" cy="53325"/>
            </a:xfrm>
            <a:custGeom>
              <a:rect b="b" l="l" r="r" t="t"/>
              <a:pathLst>
                <a:path extrusionOk="0" h="2133" w="2488">
                  <a:moveTo>
                    <a:pt x="1065" y="0"/>
                  </a:moveTo>
                  <a:cubicBezTo>
                    <a:pt x="480" y="0"/>
                    <a:pt x="0" y="480"/>
                    <a:pt x="0" y="1065"/>
                  </a:cubicBezTo>
                  <a:cubicBezTo>
                    <a:pt x="0" y="1709"/>
                    <a:pt x="526"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46" name="Google Shape;6546;p36"/>
            <p:cNvSpPr/>
            <p:nvPr/>
          </p:nvSpPr>
          <p:spPr>
            <a:xfrm>
              <a:off x="3666100" y="2028275"/>
              <a:ext cx="62200" cy="53450"/>
            </a:xfrm>
            <a:custGeom>
              <a:rect b="b" l="l" r="r" t="t"/>
              <a:pathLst>
                <a:path extrusionOk="0" h="2138" w="2488">
                  <a:moveTo>
                    <a:pt x="1065" y="1"/>
                  </a:moveTo>
                  <a:cubicBezTo>
                    <a:pt x="480" y="1"/>
                    <a:pt x="0" y="480"/>
                    <a:pt x="0" y="1065"/>
                  </a:cubicBezTo>
                  <a:cubicBezTo>
                    <a:pt x="0" y="1709"/>
                    <a:pt x="526" y="2137"/>
                    <a:pt x="1074" y="2137"/>
                  </a:cubicBezTo>
                  <a:cubicBezTo>
                    <a:pt x="1336" y="2137"/>
                    <a:pt x="1603" y="2040"/>
                    <a:pt x="1821" y="1821"/>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47" name="Google Shape;6547;p36"/>
            <p:cNvSpPr/>
            <p:nvPr/>
          </p:nvSpPr>
          <p:spPr>
            <a:xfrm>
              <a:off x="3666100" y="1876050"/>
              <a:ext cx="62200" cy="53275"/>
            </a:xfrm>
            <a:custGeom>
              <a:rect b="b" l="l" r="r" t="t"/>
              <a:pathLst>
                <a:path extrusionOk="0" h="2131" w="2488">
                  <a:moveTo>
                    <a:pt x="1065" y="1"/>
                  </a:moveTo>
                  <a:cubicBezTo>
                    <a:pt x="480" y="1"/>
                    <a:pt x="0" y="472"/>
                    <a:pt x="0" y="1066"/>
                  </a:cubicBezTo>
                  <a:cubicBezTo>
                    <a:pt x="0" y="1707"/>
                    <a:pt x="523" y="2131"/>
                    <a:pt x="1069" y="2131"/>
                  </a:cubicBezTo>
                  <a:cubicBezTo>
                    <a:pt x="1333" y="2131"/>
                    <a:pt x="1602" y="2033"/>
                    <a:pt x="1821" y="1813"/>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48" name="Google Shape;6548;p36"/>
            <p:cNvSpPr/>
            <p:nvPr/>
          </p:nvSpPr>
          <p:spPr>
            <a:xfrm>
              <a:off x="3666100" y="1647400"/>
              <a:ext cx="62200" cy="53450"/>
            </a:xfrm>
            <a:custGeom>
              <a:rect b="b" l="l" r="r" t="t"/>
              <a:pathLst>
                <a:path extrusionOk="0" h="2138" w="2488">
                  <a:moveTo>
                    <a:pt x="1065" y="1"/>
                  </a:moveTo>
                  <a:cubicBezTo>
                    <a:pt x="480" y="1"/>
                    <a:pt x="0" y="481"/>
                    <a:pt x="0" y="1066"/>
                  </a:cubicBezTo>
                  <a:cubicBezTo>
                    <a:pt x="0" y="1710"/>
                    <a:pt x="526" y="2138"/>
                    <a:pt x="1074" y="2138"/>
                  </a:cubicBezTo>
                  <a:cubicBezTo>
                    <a:pt x="1336" y="2138"/>
                    <a:pt x="1603" y="2040"/>
                    <a:pt x="1821" y="1822"/>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49" name="Google Shape;6549;p36"/>
            <p:cNvSpPr/>
            <p:nvPr/>
          </p:nvSpPr>
          <p:spPr>
            <a:xfrm>
              <a:off x="3666100" y="1571400"/>
              <a:ext cx="62150" cy="53250"/>
            </a:xfrm>
            <a:custGeom>
              <a:rect b="b" l="l" r="r" t="t"/>
              <a:pathLst>
                <a:path extrusionOk="0" h="2130" w="2486">
                  <a:moveTo>
                    <a:pt x="1075" y="1"/>
                  </a:moveTo>
                  <a:cubicBezTo>
                    <a:pt x="1072" y="1"/>
                    <a:pt x="1069" y="1"/>
                    <a:pt x="1065" y="1"/>
                  </a:cubicBezTo>
                  <a:cubicBezTo>
                    <a:pt x="480" y="1"/>
                    <a:pt x="0" y="472"/>
                    <a:pt x="0" y="1066"/>
                  </a:cubicBezTo>
                  <a:cubicBezTo>
                    <a:pt x="0" y="1703"/>
                    <a:pt x="525" y="2129"/>
                    <a:pt x="1073" y="2129"/>
                  </a:cubicBezTo>
                  <a:cubicBezTo>
                    <a:pt x="1335" y="2129"/>
                    <a:pt x="1603" y="2032"/>
                    <a:pt x="1821" y="1813"/>
                  </a:cubicBezTo>
                  <a:cubicBezTo>
                    <a:pt x="2486" y="1149"/>
                    <a:pt x="2020" y="1"/>
                    <a:pt x="107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50" name="Google Shape;6550;p36"/>
            <p:cNvSpPr/>
            <p:nvPr/>
          </p:nvSpPr>
          <p:spPr>
            <a:xfrm>
              <a:off x="3589875" y="2180700"/>
              <a:ext cx="62225" cy="53350"/>
            </a:xfrm>
            <a:custGeom>
              <a:rect b="b" l="l" r="r" t="t"/>
              <a:pathLst>
                <a:path extrusionOk="0" h="2134" w="2489">
                  <a:moveTo>
                    <a:pt x="1066" y="1"/>
                  </a:moveTo>
                  <a:cubicBezTo>
                    <a:pt x="480" y="1"/>
                    <a:pt x="1" y="480"/>
                    <a:pt x="1" y="1066"/>
                  </a:cubicBezTo>
                  <a:cubicBezTo>
                    <a:pt x="1" y="1709"/>
                    <a:pt x="526" y="2133"/>
                    <a:pt x="1075" y="2133"/>
                  </a:cubicBezTo>
                  <a:cubicBezTo>
                    <a:pt x="1337" y="2133"/>
                    <a:pt x="1604" y="2037"/>
                    <a:pt x="1822" y="1822"/>
                  </a:cubicBezTo>
                  <a:cubicBezTo>
                    <a:pt x="2488"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51" name="Google Shape;6551;p36"/>
            <p:cNvSpPr/>
            <p:nvPr/>
          </p:nvSpPr>
          <p:spPr>
            <a:xfrm>
              <a:off x="3589875" y="2104500"/>
              <a:ext cx="62225" cy="53325"/>
            </a:xfrm>
            <a:custGeom>
              <a:rect b="b" l="l" r="r" t="t"/>
              <a:pathLst>
                <a:path extrusionOk="0" h="2133" w="2489">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52" name="Google Shape;6552;p36"/>
            <p:cNvSpPr/>
            <p:nvPr/>
          </p:nvSpPr>
          <p:spPr>
            <a:xfrm>
              <a:off x="3589875" y="2028275"/>
              <a:ext cx="62225" cy="53450"/>
            </a:xfrm>
            <a:custGeom>
              <a:rect b="b" l="l" r="r" t="t"/>
              <a:pathLst>
                <a:path extrusionOk="0" h="2138" w="2489">
                  <a:moveTo>
                    <a:pt x="1066" y="1"/>
                  </a:moveTo>
                  <a:cubicBezTo>
                    <a:pt x="480" y="1"/>
                    <a:pt x="1" y="480"/>
                    <a:pt x="1" y="1065"/>
                  </a:cubicBezTo>
                  <a:cubicBezTo>
                    <a:pt x="1" y="1709"/>
                    <a:pt x="526" y="2137"/>
                    <a:pt x="1075" y="2137"/>
                  </a:cubicBezTo>
                  <a:cubicBezTo>
                    <a:pt x="1337" y="2137"/>
                    <a:pt x="1604" y="2040"/>
                    <a:pt x="1822" y="1821"/>
                  </a:cubicBezTo>
                  <a:cubicBezTo>
                    <a:pt x="2488"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53" name="Google Shape;6553;p36"/>
            <p:cNvSpPr/>
            <p:nvPr/>
          </p:nvSpPr>
          <p:spPr>
            <a:xfrm>
              <a:off x="3589875" y="1952050"/>
              <a:ext cx="62225" cy="53450"/>
            </a:xfrm>
            <a:custGeom>
              <a:rect b="b" l="l" r="r" t="t"/>
              <a:pathLst>
                <a:path extrusionOk="0" h="2138" w="2489">
                  <a:moveTo>
                    <a:pt x="1066" y="1"/>
                  </a:moveTo>
                  <a:cubicBezTo>
                    <a:pt x="480" y="9"/>
                    <a:pt x="1" y="481"/>
                    <a:pt x="1" y="1074"/>
                  </a:cubicBezTo>
                  <a:cubicBezTo>
                    <a:pt x="1" y="1712"/>
                    <a:pt x="525" y="2138"/>
                    <a:pt x="1073" y="2138"/>
                  </a:cubicBezTo>
                  <a:cubicBezTo>
                    <a:pt x="1336" y="2138"/>
                    <a:pt x="1603" y="2040"/>
                    <a:pt x="1822" y="1822"/>
                  </a:cubicBezTo>
                  <a:cubicBezTo>
                    <a:pt x="2488" y="1155"/>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54" name="Google Shape;6554;p36"/>
            <p:cNvSpPr/>
            <p:nvPr/>
          </p:nvSpPr>
          <p:spPr>
            <a:xfrm>
              <a:off x="3589875" y="1647400"/>
              <a:ext cx="62225" cy="53450"/>
            </a:xfrm>
            <a:custGeom>
              <a:rect b="b" l="l" r="r" t="t"/>
              <a:pathLst>
                <a:path extrusionOk="0" h="2138" w="2489">
                  <a:moveTo>
                    <a:pt x="1066" y="1"/>
                  </a:moveTo>
                  <a:cubicBezTo>
                    <a:pt x="480" y="9"/>
                    <a:pt x="1" y="481"/>
                    <a:pt x="1" y="1066"/>
                  </a:cubicBezTo>
                  <a:cubicBezTo>
                    <a:pt x="1" y="1710"/>
                    <a:pt x="526" y="2138"/>
                    <a:pt x="1075" y="2138"/>
                  </a:cubicBezTo>
                  <a:cubicBezTo>
                    <a:pt x="1337" y="2138"/>
                    <a:pt x="1604" y="2040"/>
                    <a:pt x="1822" y="1822"/>
                  </a:cubicBezTo>
                  <a:cubicBezTo>
                    <a:pt x="2488"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55" name="Google Shape;6555;p36"/>
            <p:cNvSpPr/>
            <p:nvPr/>
          </p:nvSpPr>
          <p:spPr>
            <a:xfrm>
              <a:off x="3513675" y="2256925"/>
              <a:ext cx="62550" cy="53425"/>
            </a:xfrm>
            <a:custGeom>
              <a:rect b="b" l="l" r="r" t="t"/>
              <a:pathLst>
                <a:path extrusionOk="0" h="2137" w="2502">
                  <a:moveTo>
                    <a:pt x="1075" y="0"/>
                  </a:moveTo>
                  <a:cubicBezTo>
                    <a:pt x="1072" y="0"/>
                    <a:pt x="1069" y="0"/>
                    <a:pt x="1065" y="0"/>
                  </a:cubicBezTo>
                  <a:cubicBezTo>
                    <a:pt x="480" y="0"/>
                    <a:pt x="0" y="480"/>
                    <a:pt x="0" y="1065"/>
                  </a:cubicBezTo>
                  <a:cubicBezTo>
                    <a:pt x="0" y="1709"/>
                    <a:pt x="529" y="2137"/>
                    <a:pt x="1080" y="2137"/>
                  </a:cubicBezTo>
                  <a:cubicBezTo>
                    <a:pt x="1343" y="2137"/>
                    <a:pt x="1611" y="2039"/>
                    <a:pt x="1829" y="1821"/>
                  </a:cubicBezTo>
                  <a:cubicBezTo>
                    <a:pt x="2502" y="1149"/>
                    <a:pt x="2028" y="0"/>
                    <a:pt x="107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56" name="Google Shape;6556;p36"/>
            <p:cNvSpPr/>
            <p:nvPr/>
          </p:nvSpPr>
          <p:spPr>
            <a:xfrm>
              <a:off x="3513675" y="2180700"/>
              <a:ext cx="62425" cy="53350"/>
            </a:xfrm>
            <a:custGeom>
              <a:rect b="b" l="l" r="r" t="t"/>
              <a:pathLst>
                <a:path extrusionOk="0" h="2134" w="2497">
                  <a:moveTo>
                    <a:pt x="1065" y="1"/>
                  </a:moveTo>
                  <a:cubicBezTo>
                    <a:pt x="480" y="1"/>
                    <a:pt x="0" y="480"/>
                    <a:pt x="0" y="1066"/>
                  </a:cubicBezTo>
                  <a:cubicBezTo>
                    <a:pt x="0" y="1709"/>
                    <a:pt x="526" y="2133"/>
                    <a:pt x="1074" y="2133"/>
                  </a:cubicBezTo>
                  <a:cubicBezTo>
                    <a:pt x="1336" y="2133"/>
                    <a:pt x="1603" y="2037"/>
                    <a:pt x="1821" y="1822"/>
                  </a:cubicBezTo>
                  <a:cubicBezTo>
                    <a:pt x="2496"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57" name="Google Shape;6557;p36"/>
            <p:cNvSpPr/>
            <p:nvPr/>
          </p:nvSpPr>
          <p:spPr>
            <a:xfrm>
              <a:off x="3513675" y="2104500"/>
              <a:ext cx="62425" cy="53325"/>
            </a:xfrm>
            <a:custGeom>
              <a:rect b="b" l="l" r="r" t="t"/>
              <a:pathLst>
                <a:path extrusionOk="0" h="2133" w="2497">
                  <a:moveTo>
                    <a:pt x="1065" y="0"/>
                  </a:moveTo>
                  <a:cubicBezTo>
                    <a:pt x="480" y="0"/>
                    <a:pt x="0"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58" name="Google Shape;6558;p36"/>
            <p:cNvSpPr/>
            <p:nvPr/>
          </p:nvSpPr>
          <p:spPr>
            <a:xfrm>
              <a:off x="3513675" y="2028275"/>
              <a:ext cx="62425" cy="53450"/>
            </a:xfrm>
            <a:custGeom>
              <a:rect b="b" l="l" r="r" t="t"/>
              <a:pathLst>
                <a:path extrusionOk="0" h="2138" w="2497">
                  <a:moveTo>
                    <a:pt x="1065" y="1"/>
                  </a:moveTo>
                  <a:cubicBezTo>
                    <a:pt x="480" y="1"/>
                    <a:pt x="0" y="480"/>
                    <a:pt x="0" y="1065"/>
                  </a:cubicBezTo>
                  <a:cubicBezTo>
                    <a:pt x="0" y="1709"/>
                    <a:pt x="525" y="2137"/>
                    <a:pt x="1074" y="2137"/>
                  </a:cubicBezTo>
                  <a:cubicBezTo>
                    <a:pt x="1336" y="2137"/>
                    <a:pt x="1603" y="2040"/>
                    <a:pt x="1821" y="1821"/>
                  </a:cubicBezTo>
                  <a:cubicBezTo>
                    <a:pt x="2496"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59" name="Google Shape;6559;p36"/>
            <p:cNvSpPr/>
            <p:nvPr/>
          </p:nvSpPr>
          <p:spPr>
            <a:xfrm>
              <a:off x="3513675" y="1952050"/>
              <a:ext cx="62425" cy="53450"/>
            </a:xfrm>
            <a:custGeom>
              <a:rect b="b" l="l" r="r" t="t"/>
              <a:pathLst>
                <a:path extrusionOk="0" h="2138" w="2497">
                  <a:moveTo>
                    <a:pt x="1065" y="1"/>
                  </a:moveTo>
                  <a:cubicBezTo>
                    <a:pt x="480" y="9"/>
                    <a:pt x="0" y="481"/>
                    <a:pt x="0" y="1074"/>
                  </a:cubicBezTo>
                  <a:cubicBezTo>
                    <a:pt x="0" y="1712"/>
                    <a:pt x="525" y="2138"/>
                    <a:pt x="1073" y="2138"/>
                  </a:cubicBezTo>
                  <a:cubicBezTo>
                    <a:pt x="1335" y="2138"/>
                    <a:pt x="1603" y="2040"/>
                    <a:pt x="1821" y="1822"/>
                  </a:cubicBezTo>
                  <a:cubicBezTo>
                    <a:pt x="2496" y="1155"/>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60" name="Google Shape;6560;p36"/>
            <p:cNvSpPr/>
            <p:nvPr/>
          </p:nvSpPr>
          <p:spPr>
            <a:xfrm>
              <a:off x="3513675" y="1876050"/>
              <a:ext cx="62425" cy="53275"/>
            </a:xfrm>
            <a:custGeom>
              <a:rect b="b" l="l" r="r" t="t"/>
              <a:pathLst>
                <a:path extrusionOk="0" h="2131" w="2497">
                  <a:moveTo>
                    <a:pt x="1065" y="1"/>
                  </a:moveTo>
                  <a:cubicBezTo>
                    <a:pt x="480" y="1"/>
                    <a:pt x="0" y="472"/>
                    <a:pt x="0" y="1066"/>
                  </a:cubicBezTo>
                  <a:cubicBezTo>
                    <a:pt x="0" y="1707"/>
                    <a:pt x="522" y="2131"/>
                    <a:pt x="1069" y="2131"/>
                  </a:cubicBezTo>
                  <a:cubicBezTo>
                    <a:pt x="1333" y="2131"/>
                    <a:pt x="1602" y="2033"/>
                    <a:pt x="1821" y="1813"/>
                  </a:cubicBezTo>
                  <a:cubicBezTo>
                    <a:pt x="2496"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61" name="Google Shape;6561;p36"/>
            <p:cNvSpPr/>
            <p:nvPr/>
          </p:nvSpPr>
          <p:spPr>
            <a:xfrm>
              <a:off x="3513675" y="1799850"/>
              <a:ext cx="62425" cy="53325"/>
            </a:xfrm>
            <a:custGeom>
              <a:rect b="b" l="l" r="r" t="t"/>
              <a:pathLst>
                <a:path extrusionOk="0" h="2133" w="2497">
                  <a:moveTo>
                    <a:pt x="1065" y="0"/>
                  </a:moveTo>
                  <a:cubicBezTo>
                    <a:pt x="480" y="0"/>
                    <a:pt x="0"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62" name="Google Shape;6562;p36"/>
            <p:cNvSpPr/>
            <p:nvPr/>
          </p:nvSpPr>
          <p:spPr>
            <a:xfrm>
              <a:off x="3437450" y="2333125"/>
              <a:ext cx="62425" cy="53450"/>
            </a:xfrm>
            <a:custGeom>
              <a:rect b="b" l="l" r="r" t="t"/>
              <a:pathLst>
                <a:path extrusionOk="0" h="2138" w="2497">
                  <a:moveTo>
                    <a:pt x="1074" y="1"/>
                  </a:moveTo>
                  <a:cubicBezTo>
                    <a:pt x="480" y="1"/>
                    <a:pt x="9" y="480"/>
                    <a:pt x="1" y="1066"/>
                  </a:cubicBezTo>
                  <a:cubicBezTo>
                    <a:pt x="1" y="1709"/>
                    <a:pt x="530" y="2137"/>
                    <a:pt x="1078" y="2137"/>
                  </a:cubicBezTo>
                  <a:cubicBezTo>
                    <a:pt x="1340" y="2137"/>
                    <a:pt x="1606" y="2040"/>
                    <a:pt x="1822" y="1822"/>
                  </a:cubicBezTo>
                  <a:cubicBezTo>
                    <a:pt x="2496" y="1147"/>
                    <a:pt x="2017" y="1"/>
                    <a:pt x="1074"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63" name="Google Shape;6563;p36"/>
            <p:cNvSpPr/>
            <p:nvPr/>
          </p:nvSpPr>
          <p:spPr>
            <a:xfrm>
              <a:off x="3437450" y="2256925"/>
              <a:ext cx="62575" cy="53425"/>
            </a:xfrm>
            <a:custGeom>
              <a:rect b="b" l="l" r="r" t="t"/>
              <a:pathLst>
                <a:path extrusionOk="0" h="2137" w="2503">
                  <a:moveTo>
                    <a:pt x="1084" y="0"/>
                  </a:moveTo>
                  <a:cubicBezTo>
                    <a:pt x="1080" y="0"/>
                    <a:pt x="1077" y="0"/>
                    <a:pt x="1074" y="0"/>
                  </a:cubicBezTo>
                  <a:cubicBezTo>
                    <a:pt x="480" y="0"/>
                    <a:pt x="9" y="480"/>
                    <a:pt x="1" y="1065"/>
                  </a:cubicBezTo>
                  <a:cubicBezTo>
                    <a:pt x="1" y="1709"/>
                    <a:pt x="530" y="2137"/>
                    <a:pt x="1081" y="2137"/>
                  </a:cubicBezTo>
                  <a:cubicBezTo>
                    <a:pt x="1344" y="2137"/>
                    <a:pt x="1612" y="2039"/>
                    <a:pt x="1830" y="1821"/>
                  </a:cubicBezTo>
                  <a:cubicBezTo>
                    <a:pt x="2502" y="1149"/>
                    <a:pt x="2028" y="0"/>
                    <a:pt x="1084"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64" name="Google Shape;6564;p36"/>
            <p:cNvSpPr/>
            <p:nvPr/>
          </p:nvSpPr>
          <p:spPr>
            <a:xfrm>
              <a:off x="3437450" y="2180700"/>
              <a:ext cx="62425" cy="53350"/>
            </a:xfrm>
            <a:custGeom>
              <a:rect b="b" l="l" r="r" t="t"/>
              <a:pathLst>
                <a:path extrusionOk="0" h="2134" w="2497">
                  <a:moveTo>
                    <a:pt x="1074" y="1"/>
                  </a:moveTo>
                  <a:cubicBezTo>
                    <a:pt x="480" y="1"/>
                    <a:pt x="9" y="480"/>
                    <a:pt x="1" y="1066"/>
                  </a:cubicBezTo>
                  <a:cubicBezTo>
                    <a:pt x="1" y="1709"/>
                    <a:pt x="530" y="2133"/>
                    <a:pt x="1078" y="2133"/>
                  </a:cubicBezTo>
                  <a:cubicBezTo>
                    <a:pt x="1340" y="2133"/>
                    <a:pt x="1606" y="2037"/>
                    <a:pt x="1822" y="1822"/>
                  </a:cubicBezTo>
                  <a:cubicBezTo>
                    <a:pt x="2496" y="1147"/>
                    <a:pt x="2017" y="1"/>
                    <a:pt x="1074"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65" name="Google Shape;6565;p36"/>
            <p:cNvSpPr/>
            <p:nvPr/>
          </p:nvSpPr>
          <p:spPr>
            <a:xfrm>
              <a:off x="3437450" y="2028275"/>
              <a:ext cx="62425" cy="53450"/>
            </a:xfrm>
            <a:custGeom>
              <a:rect b="b" l="l" r="r" t="t"/>
              <a:pathLst>
                <a:path extrusionOk="0" h="2138" w="2497">
                  <a:moveTo>
                    <a:pt x="1074" y="1"/>
                  </a:moveTo>
                  <a:cubicBezTo>
                    <a:pt x="480" y="1"/>
                    <a:pt x="9" y="480"/>
                    <a:pt x="1" y="1065"/>
                  </a:cubicBezTo>
                  <a:cubicBezTo>
                    <a:pt x="1" y="1709"/>
                    <a:pt x="530" y="2137"/>
                    <a:pt x="1078" y="2137"/>
                  </a:cubicBezTo>
                  <a:cubicBezTo>
                    <a:pt x="1340" y="2137"/>
                    <a:pt x="1606" y="2040"/>
                    <a:pt x="1822" y="1821"/>
                  </a:cubicBezTo>
                  <a:cubicBezTo>
                    <a:pt x="2496" y="1147"/>
                    <a:pt x="2017" y="1"/>
                    <a:pt x="1074"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66" name="Google Shape;6566;p36"/>
            <p:cNvSpPr/>
            <p:nvPr/>
          </p:nvSpPr>
          <p:spPr>
            <a:xfrm>
              <a:off x="3437450" y="1876050"/>
              <a:ext cx="62425" cy="53275"/>
            </a:xfrm>
            <a:custGeom>
              <a:rect b="b" l="l" r="r" t="t"/>
              <a:pathLst>
                <a:path extrusionOk="0" h="2131" w="2497">
                  <a:moveTo>
                    <a:pt x="1074" y="1"/>
                  </a:moveTo>
                  <a:cubicBezTo>
                    <a:pt x="480" y="1"/>
                    <a:pt x="9" y="472"/>
                    <a:pt x="1" y="1066"/>
                  </a:cubicBezTo>
                  <a:cubicBezTo>
                    <a:pt x="1" y="1707"/>
                    <a:pt x="527" y="2131"/>
                    <a:pt x="1073" y="2131"/>
                  </a:cubicBezTo>
                  <a:cubicBezTo>
                    <a:pt x="1337" y="2131"/>
                    <a:pt x="1605" y="2033"/>
                    <a:pt x="1822" y="1813"/>
                  </a:cubicBezTo>
                  <a:cubicBezTo>
                    <a:pt x="2496" y="1147"/>
                    <a:pt x="2017" y="1"/>
                    <a:pt x="1074"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67" name="Google Shape;6567;p36"/>
            <p:cNvSpPr/>
            <p:nvPr/>
          </p:nvSpPr>
          <p:spPr>
            <a:xfrm>
              <a:off x="3437450" y="1799850"/>
              <a:ext cx="62425" cy="53325"/>
            </a:xfrm>
            <a:custGeom>
              <a:rect b="b" l="l" r="r" t="t"/>
              <a:pathLst>
                <a:path extrusionOk="0" h="2133" w="2497">
                  <a:moveTo>
                    <a:pt x="1074" y="0"/>
                  </a:moveTo>
                  <a:cubicBezTo>
                    <a:pt x="480" y="0"/>
                    <a:pt x="9" y="480"/>
                    <a:pt x="1" y="1065"/>
                  </a:cubicBezTo>
                  <a:cubicBezTo>
                    <a:pt x="1" y="1709"/>
                    <a:pt x="530" y="2133"/>
                    <a:pt x="1078" y="2133"/>
                  </a:cubicBezTo>
                  <a:cubicBezTo>
                    <a:pt x="1340" y="2133"/>
                    <a:pt x="1606" y="2036"/>
                    <a:pt x="1822" y="1821"/>
                  </a:cubicBezTo>
                  <a:cubicBezTo>
                    <a:pt x="2496" y="1146"/>
                    <a:pt x="2017" y="0"/>
                    <a:pt x="1074"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68" name="Google Shape;6568;p36"/>
            <p:cNvSpPr/>
            <p:nvPr/>
          </p:nvSpPr>
          <p:spPr>
            <a:xfrm>
              <a:off x="3437450" y="1723625"/>
              <a:ext cx="62425" cy="53350"/>
            </a:xfrm>
            <a:custGeom>
              <a:rect b="b" l="l" r="r" t="t"/>
              <a:pathLst>
                <a:path extrusionOk="0" h="2134" w="2497">
                  <a:moveTo>
                    <a:pt x="1074" y="1"/>
                  </a:moveTo>
                  <a:cubicBezTo>
                    <a:pt x="480" y="1"/>
                    <a:pt x="9" y="480"/>
                    <a:pt x="1" y="1065"/>
                  </a:cubicBezTo>
                  <a:cubicBezTo>
                    <a:pt x="1" y="1709"/>
                    <a:pt x="530" y="2133"/>
                    <a:pt x="1078" y="2133"/>
                  </a:cubicBezTo>
                  <a:cubicBezTo>
                    <a:pt x="1340" y="2133"/>
                    <a:pt x="1606" y="2037"/>
                    <a:pt x="1822" y="1822"/>
                  </a:cubicBezTo>
                  <a:cubicBezTo>
                    <a:pt x="2496" y="1147"/>
                    <a:pt x="2017" y="1"/>
                    <a:pt x="1074"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69" name="Google Shape;6569;p36"/>
            <p:cNvSpPr/>
            <p:nvPr/>
          </p:nvSpPr>
          <p:spPr>
            <a:xfrm>
              <a:off x="3361450" y="2333125"/>
              <a:ext cx="62200" cy="53450"/>
            </a:xfrm>
            <a:custGeom>
              <a:rect b="b" l="l" r="r" t="t"/>
              <a:pathLst>
                <a:path extrusionOk="0" h="2138" w="2488">
                  <a:moveTo>
                    <a:pt x="1065" y="1"/>
                  </a:moveTo>
                  <a:cubicBezTo>
                    <a:pt x="472" y="1"/>
                    <a:pt x="0" y="480"/>
                    <a:pt x="0" y="1066"/>
                  </a:cubicBezTo>
                  <a:cubicBezTo>
                    <a:pt x="0" y="1709"/>
                    <a:pt x="525" y="2137"/>
                    <a:pt x="1072" y="2137"/>
                  </a:cubicBezTo>
                  <a:cubicBezTo>
                    <a:pt x="1332" y="2137"/>
                    <a:pt x="1598" y="2040"/>
                    <a:pt x="1813" y="1822"/>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70" name="Google Shape;6570;p36"/>
            <p:cNvSpPr/>
            <p:nvPr/>
          </p:nvSpPr>
          <p:spPr>
            <a:xfrm>
              <a:off x="3361450" y="2256925"/>
              <a:ext cx="62350" cy="53425"/>
            </a:xfrm>
            <a:custGeom>
              <a:rect b="b" l="l" r="r" t="t"/>
              <a:pathLst>
                <a:path extrusionOk="0" h="2137" w="2494">
                  <a:moveTo>
                    <a:pt x="1075" y="0"/>
                  </a:moveTo>
                  <a:cubicBezTo>
                    <a:pt x="1072" y="0"/>
                    <a:pt x="1069" y="0"/>
                    <a:pt x="1065" y="0"/>
                  </a:cubicBezTo>
                  <a:cubicBezTo>
                    <a:pt x="472" y="0"/>
                    <a:pt x="0" y="480"/>
                    <a:pt x="0" y="1065"/>
                  </a:cubicBezTo>
                  <a:cubicBezTo>
                    <a:pt x="0" y="1709"/>
                    <a:pt x="525" y="2137"/>
                    <a:pt x="1074" y="2137"/>
                  </a:cubicBezTo>
                  <a:cubicBezTo>
                    <a:pt x="1336" y="2137"/>
                    <a:pt x="1603" y="2039"/>
                    <a:pt x="1821" y="1821"/>
                  </a:cubicBezTo>
                  <a:cubicBezTo>
                    <a:pt x="2494" y="1149"/>
                    <a:pt x="2020" y="0"/>
                    <a:pt x="107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71" name="Google Shape;6571;p36"/>
            <p:cNvSpPr/>
            <p:nvPr/>
          </p:nvSpPr>
          <p:spPr>
            <a:xfrm>
              <a:off x="3361450" y="2180700"/>
              <a:ext cx="62200" cy="53350"/>
            </a:xfrm>
            <a:custGeom>
              <a:rect b="b" l="l" r="r" t="t"/>
              <a:pathLst>
                <a:path extrusionOk="0" h="2134" w="2488">
                  <a:moveTo>
                    <a:pt x="1065" y="1"/>
                  </a:moveTo>
                  <a:cubicBezTo>
                    <a:pt x="472" y="1"/>
                    <a:pt x="0" y="480"/>
                    <a:pt x="0" y="1066"/>
                  </a:cubicBezTo>
                  <a:cubicBezTo>
                    <a:pt x="0" y="1709"/>
                    <a:pt x="526" y="2133"/>
                    <a:pt x="1072" y="2133"/>
                  </a:cubicBezTo>
                  <a:cubicBezTo>
                    <a:pt x="1332" y="2133"/>
                    <a:pt x="1598" y="2037"/>
                    <a:pt x="1813" y="1822"/>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72" name="Google Shape;6572;p36"/>
            <p:cNvSpPr/>
            <p:nvPr/>
          </p:nvSpPr>
          <p:spPr>
            <a:xfrm>
              <a:off x="3361450" y="1799850"/>
              <a:ext cx="62200" cy="53325"/>
            </a:xfrm>
            <a:custGeom>
              <a:rect b="b" l="l" r="r" t="t"/>
              <a:pathLst>
                <a:path extrusionOk="0" h="2133" w="2488">
                  <a:moveTo>
                    <a:pt x="1065" y="0"/>
                  </a:moveTo>
                  <a:cubicBezTo>
                    <a:pt x="472" y="0"/>
                    <a:pt x="0" y="480"/>
                    <a:pt x="0" y="1065"/>
                  </a:cubicBezTo>
                  <a:cubicBezTo>
                    <a:pt x="0" y="1709"/>
                    <a:pt x="526" y="2133"/>
                    <a:pt x="1072" y="2133"/>
                  </a:cubicBezTo>
                  <a:cubicBezTo>
                    <a:pt x="1332" y="2133"/>
                    <a:pt x="1598" y="2036"/>
                    <a:pt x="1813" y="1821"/>
                  </a:cubicBezTo>
                  <a:cubicBezTo>
                    <a:pt x="2488" y="1146"/>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73" name="Google Shape;6573;p36"/>
            <p:cNvSpPr/>
            <p:nvPr/>
          </p:nvSpPr>
          <p:spPr>
            <a:xfrm>
              <a:off x="3285225" y="1876050"/>
              <a:ext cx="62225" cy="53275"/>
            </a:xfrm>
            <a:custGeom>
              <a:rect b="b" l="l" r="r" t="t"/>
              <a:pathLst>
                <a:path extrusionOk="0" h="2131" w="2489">
                  <a:moveTo>
                    <a:pt x="1066" y="1"/>
                  </a:moveTo>
                  <a:cubicBezTo>
                    <a:pt x="480" y="1"/>
                    <a:pt x="1" y="472"/>
                    <a:pt x="1" y="1066"/>
                  </a:cubicBezTo>
                  <a:cubicBezTo>
                    <a:pt x="1" y="1707"/>
                    <a:pt x="523" y="2131"/>
                    <a:pt x="1070" y="2131"/>
                  </a:cubicBezTo>
                  <a:cubicBezTo>
                    <a:pt x="1333" y="2131"/>
                    <a:pt x="1602" y="2033"/>
                    <a:pt x="1822" y="1813"/>
                  </a:cubicBezTo>
                  <a:cubicBezTo>
                    <a:pt x="2488"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74" name="Google Shape;6574;p36"/>
            <p:cNvSpPr/>
            <p:nvPr/>
          </p:nvSpPr>
          <p:spPr>
            <a:xfrm>
              <a:off x="3132800" y="1647400"/>
              <a:ext cx="62425" cy="53450"/>
            </a:xfrm>
            <a:custGeom>
              <a:rect b="b" l="l" r="r" t="t"/>
              <a:pathLst>
                <a:path extrusionOk="0" h="2138" w="2497">
                  <a:moveTo>
                    <a:pt x="1066" y="1"/>
                  </a:moveTo>
                  <a:cubicBezTo>
                    <a:pt x="480" y="1"/>
                    <a:pt x="1" y="481"/>
                    <a:pt x="1" y="1066"/>
                  </a:cubicBezTo>
                  <a:cubicBezTo>
                    <a:pt x="1" y="1710"/>
                    <a:pt x="526" y="2138"/>
                    <a:pt x="1074" y="2138"/>
                  </a:cubicBezTo>
                  <a:cubicBezTo>
                    <a:pt x="1336" y="2138"/>
                    <a:pt x="1604" y="2040"/>
                    <a:pt x="1822" y="1822"/>
                  </a:cubicBezTo>
                  <a:cubicBezTo>
                    <a:pt x="2496"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75" name="Google Shape;6575;p36"/>
            <p:cNvSpPr/>
            <p:nvPr/>
          </p:nvSpPr>
          <p:spPr>
            <a:xfrm>
              <a:off x="3056800" y="1723625"/>
              <a:ext cx="62200" cy="53350"/>
            </a:xfrm>
            <a:custGeom>
              <a:rect b="b" l="l" r="r" t="t"/>
              <a:pathLst>
                <a:path extrusionOk="0" h="2134" w="2488">
                  <a:moveTo>
                    <a:pt x="1065" y="1"/>
                  </a:moveTo>
                  <a:cubicBezTo>
                    <a:pt x="480" y="1"/>
                    <a:pt x="0" y="480"/>
                    <a:pt x="0" y="1065"/>
                  </a:cubicBezTo>
                  <a:cubicBezTo>
                    <a:pt x="0" y="1709"/>
                    <a:pt x="526"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76" name="Google Shape;6576;p36"/>
            <p:cNvSpPr/>
            <p:nvPr/>
          </p:nvSpPr>
          <p:spPr>
            <a:xfrm>
              <a:off x="3056800" y="1647400"/>
              <a:ext cx="62200" cy="53450"/>
            </a:xfrm>
            <a:custGeom>
              <a:rect b="b" l="l" r="r" t="t"/>
              <a:pathLst>
                <a:path extrusionOk="0" h="2138" w="2488">
                  <a:moveTo>
                    <a:pt x="1065" y="1"/>
                  </a:moveTo>
                  <a:cubicBezTo>
                    <a:pt x="480" y="1"/>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77" name="Google Shape;6577;p36"/>
            <p:cNvSpPr/>
            <p:nvPr/>
          </p:nvSpPr>
          <p:spPr>
            <a:xfrm>
              <a:off x="2980575" y="1723625"/>
              <a:ext cx="62225" cy="53350"/>
            </a:xfrm>
            <a:custGeom>
              <a:rect b="b" l="l" r="r" t="t"/>
              <a:pathLst>
                <a:path extrusionOk="0" h="2134" w="2489">
                  <a:moveTo>
                    <a:pt x="1066" y="1"/>
                  </a:moveTo>
                  <a:cubicBezTo>
                    <a:pt x="480" y="1"/>
                    <a:pt x="1" y="480"/>
                    <a:pt x="1" y="1065"/>
                  </a:cubicBezTo>
                  <a:cubicBezTo>
                    <a:pt x="1" y="1709"/>
                    <a:pt x="526" y="2133"/>
                    <a:pt x="1075" y="2133"/>
                  </a:cubicBezTo>
                  <a:cubicBezTo>
                    <a:pt x="1337" y="2133"/>
                    <a:pt x="1604" y="2037"/>
                    <a:pt x="1822" y="1822"/>
                  </a:cubicBezTo>
                  <a:cubicBezTo>
                    <a:pt x="2488"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78" name="Google Shape;6578;p36"/>
            <p:cNvSpPr/>
            <p:nvPr/>
          </p:nvSpPr>
          <p:spPr>
            <a:xfrm>
              <a:off x="2980575" y="1647400"/>
              <a:ext cx="62225" cy="53450"/>
            </a:xfrm>
            <a:custGeom>
              <a:rect b="b" l="l" r="r" t="t"/>
              <a:pathLst>
                <a:path extrusionOk="0" h="2138" w="2489">
                  <a:moveTo>
                    <a:pt x="1066" y="1"/>
                  </a:moveTo>
                  <a:cubicBezTo>
                    <a:pt x="480" y="9"/>
                    <a:pt x="1" y="481"/>
                    <a:pt x="1" y="1066"/>
                  </a:cubicBezTo>
                  <a:cubicBezTo>
                    <a:pt x="1" y="1710"/>
                    <a:pt x="526" y="2138"/>
                    <a:pt x="1075" y="2138"/>
                  </a:cubicBezTo>
                  <a:cubicBezTo>
                    <a:pt x="1336" y="2138"/>
                    <a:pt x="1604" y="2040"/>
                    <a:pt x="1822" y="1822"/>
                  </a:cubicBezTo>
                  <a:cubicBezTo>
                    <a:pt x="2488"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79" name="Google Shape;6579;p36"/>
            <p:cNvSpPr/>
            <p:nvPr/>
          </p:nvSpPr>
          <p:spPr>
            <a:xfrm>
              <a:off x="2980575" y="1342750"/>
              <a:ext cx="62225" cy="53450"/>
            </a:xfrm>
            <a:custGeom>
              <a:rect b="b" l="l" r="r" t="t"/>
              <a:pathLst>
                <a:path extrusionOk="0" h="2138" w="2489">
                  <a:moveTo>
                    <a:pt x="1066" y="1"/>
                  </a:moveTo>
                  <a:cubicBezTo>
                    <a:pt x="480" y="1"/>
                    <a:pt x="1" y="481"/>
                    <a:pt x="1" y="1066"/>
                  </a:cubicBezTo>
                  <a:cubicBezTo>
                    <a:pt x="1" y="1710"/>
                    <a:pt x="526" y="2138"/>
                    <a:pt x="1075" y="2138"/>
                  </a:cubicBezTo>
                  <a:cubicBezTo>
                    <a:pt x="1336" y="2138"/>
                    <a:pt x="1604" y="2040"/>
                    <a:pt x="1822" y="1822"/>
                  </a:cubicBezTo>
                  <a:cubicBezTo>
                    <a:pt x="2488"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80" name="Google Shape;6580;p36"/>
            <p:cNvSpPr/>
            <p:nvPr/>
          </p:nvSpPr>
          <p:spPr>
            <a:xfrm>
              <a:off x="2980575" y="1266550"/>
              <a:ext cx="62225" cy="53450"/>
            </a:xfrm>
            <a:custGeom>
              <a:rect b="b" l="l" r="r" t="t"/>
              <a:pathLst>
                <a:path extrusionOk="0" h="2138" w="2489">
                  <a:moveTo>
                    <a:pt x="1066" y="0"/>
                  </a:moveTo>
                  <a:cubicBezTo>
                    <a:pt x="480" y="9"/>
                    <a:pt x="1" y="480"/>
                    <a:pt x="1" y="1074"/>
                  </a:cubicBezTo>
                  <a:cubicBezTo>
                    <a:pt x="1" y="1711"/>
                    <a:pt x="525" y="2137"/>
                    <a:pt x="1073" y="2137"/>
                  </a:cubicBezTo>
                  <a:cubicBezTo>
                    <a:pt x="1336" y="2137"/>
                    <a:pt x="1603" y="2040"/>
                    <a:pt x="1822" y="1821"/>
                  </a:cubicBezTo>
                  <a:cubicBezTo>
                    <a:pt x="2488" y="1155"/>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81" name="Google Shape;6581;p36"/>
            <p:cNvSpPr/>
            <p:nvPr/>
          </p:nvSpPr>
          <p:spPr>
            <a:xfrm>
              <a:off x="2980575" y="1190550"/>
              <a:ext cx="62225" cy="53325"/>
            </a:xfrm>
            <a:custGeom>
              <a:rect b="b" l="l" r="r" t="t"/>
              <a:pathLst>
                <a:path extrusionOk="0" h="2133" w="2489">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82" name="Google Shape;6582;p36"/>
            <p:cNvSpPr/>
            <p:nvPr/>
          </p:nvSpPr>
          <p:spPr>
            <a:xfrm>
              <a:off x="2980575" y="1114325"/>
              <a:ext cx="62225" cy="53350"/>
            </a:xfrm>
            <a:custGeom>
              <a:rect b="b" l="l" r="r" t="t"/>
              <a:pathLst>
                <a:path extrusionOk="0" h="2134" w="2489">
                  <a:moveTo>
                    <a:pt x="1066" y="1"/>
                  </a:moveTo>
                  <a:cubicBezTo>
                    <a:pt x="480" y="1"/>
                    <a:pt x="1" y="480"/>
                    <a:pt x="1" y="1065"/>
                  </a:cubicBezTo>
                  <a:cubicBezTo>
                    <a:pt x="1" y="1709"/>
                    <a:pt x="526" y="2133"/>
                    <a:pt x="1075" y="2133"/>
                  </a:cubicBezTo>
                  <a:cubicBezTo>
                    <a:pt x="1337" y="2133"/>
                    <a:pt x="1604" y="2037"/>
                    <a:pt x="1822" y="1822"/>
                  </a:cubicBezTo>
                  <a:cubicBezTo>
                    <a:pt x="2488"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83" name="Google Shape;6583;p36"/>
            <p:cNvSpPr/>
            <p:nvPr/>
          </p:nvSpPr>
          <p:spPr>
            <a:xfrm>
              <a:off x="2904375" y="1495200"/>
              <a:ext cx="62200" cy="53325"/>
            </a:xfrm>
            <a:custGeom>
              <a:rect b="b" l="l" r="r" t="t"/>
              <a:pathLst>
                <a:path extrusionOk="0" h="2133" w="2488">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84" name="Google Shape;6584;p36"/>
            <p:cNvSpPr/>
            <p:nvPr/>
          </p:nvSpPr>
          <p:spPr>
            <a:xfrm>
              <a:off x="2904375" y="1418975"/>
              <a:ext cx="62200" cy="53350"/>
            </a:xfrm>
            <a:custGeom>
              <a:rect b="b" l="l" r="r" t="t"/>
              <a:pathLst>
                <a:path extrusionOk="0" h="2134" w="2488">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85" name="Google Shape;6585;p36"/>
            <p:cNvSpPr/>
            <p:nvPr/>
          </p:nvSpPr>
          <p:spPr>
            <a:xfrm>
              <a:off x="2904375" y="1342750"/>
              <a:ext cx="62200" cy="53450"/>
            </a:xfrm>
            <a:custGeom>
              <a:rect b="b" l="l" r="r" t="t"/>
              <a:pathLst>
                <a:path extrusionOk="0" h="2138" w="2488">
                  <a:moveTo>
                    <a:pt x="1065" y="1"/>
                  </a:moveTo>
                  <a:cubicBezTo>
                    <a:pt x="480" y="1"/>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86" name="Google Shape;6586;p36"/>
            <p:cNvSpPr/>
            <p:nvPr/>
          </p:nvSpPr>
          <p:spPr>
            <a:xfrm>
              <a:off x="2904375" y="1266550"/>
              <a:ext cx="62200" cy="53450"/>
            </a:xfrm>
            <a:custGeom>
              <a:rect b="b" l="l" r="r" t="t"/>
              <a:pathLst>
                <a:path extrusionOk="0" h="2138" w="2488">
                  <a:moveTo>
                    <a:pt x="1065" y="0"/>
                  </a:moveTo>
                  <a:cubicBezTo>
                    <a:pt x="480" y="9"/>
                    <a:pt x="0" y="480"/>
                    <a:pt x="0" y="1074"/>
                  </a:cubicBezTo>
                  <a:cubicBezTo>
                    <a:pt x="0" y="1711"/>
                    <a:pt x="525" y="2137"/>
                    <a:pt x="1073" y="2137"/>
                  </a:cubicBezTo>
                  <a:cubicBezTo>
                    <a:pt x="1335" y="2137"/>
                    <a:pt x="1603" y="2040"/>
                    <a:pt x="1821" y="1821"/>
                  </a:cubicBezTo>
                  <a:cubicBezTo>
                    <a:pt x="2488" y="1155"/>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87" name="Google Shape;6587;p36"/>
            <p:cNvSpPr/>
            <p:nvPr/>
          </p:nvSpPr>
          <p:spPr>
            <a:xfrm>
              <a:off x="2904375" y="1190550"/>
              <a:ext cx="62200" cy="53325"/>
            </a:xfrm>
            <a:custGeom>
              <a:rect b="b" l="l" r="r" t="t"/>
              <a:pathLst>
                <a:path extrusionOk="0" h="2133" w="2488">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88" name="Google Shape;6588;p36"/>
            <p:cNvSpPr/>
            <p:nvPr/>
          </p:nvSpPr>
          <p:spPr>
            <a:xfrm>
              <a:off x="2904375" y="1114325"/>
              <a:ext cx="62200" cy="53350"/>
            </a:xfrm>
            <a:custGeom>
              <a:rect b="b" l="l" r="r" t="t"/>
              <a:pathLst>
                <a:path extrusionOk="0" h="2134" w="2488">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89" name="Google Shape;6589;p36"/>
            <p:cNvSpPr/>
            <p:nvPr/>
          </p:nvSpPr>
          <p:spPr>
            <a:xfrm>
              <a:off x="2904375" y="1038125"/>
              <a:ext cx="62200" cy="53325"/>
            </a:xfrm>
            <a:custGeom>
              <a:rect b="b" l="l" r="r" t="t"/>
              <a:pathLst>
                <a:path extrusionOk="0" h="2133" w="2488">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90" name="Google Shape;6590;p36"/>
            <p:cNvSpPr/>
            <p:nvPr/>
          </p:nvSpPr>
          <p:spPr>
            <a:xfrm>
              <a:off x="2828150" y="1571400"/>
              <a:ext cx="62150" cy="53250"/>
            </a:xfrm>
            <a:custGeom>
              <a:rect b="b" l="l" r="r" t="t"/>
              <a:pathLst>
                <a:path extrusionOk="0" h="2130" w="2486">
                  <a:moveTo>
                    <a:pt x="1076" y="1"/>
                  </a:moveTo>
                  <a:cubicBezTo>
                    <a:pt x="1072" y="1"/>
                    <a:pt x="1069" y="1"/>
                    <a:pt x="1066" y="1"/>
                  </a:cubicBezTo>
                  <a:cubicBezTo>
                    <a:pt x="480" y="1"/>
                    <a:pt x="1" y="472"/>
                    <a:pt x="1" y="1066"/>
                  </a:cubicBezTo>
                  <a:cubicBezTo>
                    <a:pt x="1" y="1703"/>
                    <a:pt x="525" y="2129"/>
                    <a:pt x="1073" y="2129"/>
                  </a:cubicBezTo>
                  <a:cubicBezTo>
                    <a:pt x="1336" y="2129"/>
                    <a:pt x="1603" y="2032"/>
                    <a:pt x="1822" y="1813"/>
                  </a:cubicBezTo>
                  <a:cubicBezTo>
                    <a:pt x="2486" y="1149"/>
                    <a:pt x="2020" y="1"/>
                    <a:pt x="107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91" name="Google Shape;6591;p36"/>
            <p:cNvSpPr/>
            <p:nvPr/>
          </p:nvSpPr>
          <p:spPr>
            <a:xfrm>
              <a:off x="2828150" y="1495200"/>
              <a:ext cx="62225" cy="53325"/>
            </a:xfrm>
            <a:custGeom>
              <a:rect b="b" l="l" r="r" t="t"/>
              <a:pathLst>
                <a:path extrusionOk="0" h="2133" w="2489">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92" name="Google Shape;6592;p36"/>
            <p:cNvSpPr/>
            <p:nvPr/>
          </p:nvSpPr>
          <p:spPr>
            <a:xfrm>
              <a:off x="2828150" y="1418975"/>
              <a:ext cx="62225" cy="53350"/>
            </a:xfrm>
            <a:custGeom>
              <a:rect b="b" l="l" r="r" t="t"/>
              <a:pathLst>
                <a:path extrusionOk="0" h="2134" w="2489">
                  <a:moveTo>
                    <a:pt x="1066" y="1"/>
                  </a:moveTo>
                  <a:cubicBezTo>
                    <a:pt x="480" y="1"/>
                    <a:pt x="1" y="480"/>
                    <a:pt x="1" y="1065"/>
                  </a:cubicBezTo>
                  <a:cubicBezTo>
                    <a:pt x="1" y="1709"/>
                    <a:pt x="526" y="2133"/>
                    <a:pt x="1075" y="2133"/>
                  </a:cubicBezTo>
                  <a:cubicBezTo>
                    <a:pt x="1336" y="2133"/>
                    <a:pt x="1604" y="2037"/>
                    <a:pt x="1822" y="1822"/>
                  </a:cubicBezTo>
                  <a:cubicBezTo>
                    <a:pt x="2488"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93" name="Google Shape;6593;p36"/>
            <p:cNvSpPr/>
            <p:nvPr/>
          </p:nvSpPr>
          <p:spPr>
            <a:xfrm>
              <a:off x="2828150" y="1342750"/>
              <a:ext cx="62225" cy="53450"/>
            </a:xfrm>
            <a:custGeom>
              <a:rect b="b" l="l" r="r" t="t"/>
              <a:pathLst>
                <a:path extrusionOk="0" h="2138" w="2489">
                  <a:moveTo>
                    <a:pt x="1066" y="1"/>
                  </a:moveTo>
                  <a:cubicBezTo>
                    <a:pt x="480" y="1"/>
                    <a:pt x="1" y="481"/>
                    <a:pt x="1" y="1066"/>
                  </a:cubicBezTo>
                  <a:cubicBezTo>
                    <a:pt x="1" y="1710"/>
                    <a:pt x="526" y="2138"/>
                    <a:pt x="1074" y="2138"/>
                  </a:cubicBezTo>
                  <a:cubicBezTo>
                    <a:pt x="1336" y="2138"/>
                    <a:pt x="1604" y="2040"/>
                    <a:pt x="1822" y="1822"/>
                  </a:cubicBezTo>
                  <a:cubicBezTo>
                    <a:pt x="2488"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94" name="Google Shape;6594;p36"/>
            <p:cNvSpPr/>
            <p:nvPr/>
          </p:nvSpPr>
          <p:spPr>
            <a:xfrm>
              <a:off x="2828150" y="1266550"/>
              <a:ext cx="62225" cy="53450"/>
            </a:xfrm>
            <a:custGeom>
              <a:rect b="b" l="l" r="r" t="t"/>
              <a:pathLst>
                <a:path extrusionOk="0" h="2138" w="2489">
                  <a:moveTo>
                    <a:pt x="1066" y="0"/>
                  </a:moveTo>
                  <a:cubicBezTo>
                    <a:pt x="480" y="9"/>
                    <a:pt x="1" y="480"/>
                    <a:pt x="1" y="1074"/>
                  </a:cubicBezTo>
                  <a:cubicBezTo>
                    <a:pt x="1" y="1711"/>
                    <a:pt x="525" y="2137"/>
                    <a:pt x="1073" y="2137"/>
                  </a:cubicBezTo>
                  <a:cubicBezTo>
                    <a:pt x="1336" y="2137"/>
                    <a:pt x="1603" y="2040"/>
                    <a:pt x="1822" y="1821"/>
                  </a:cubicBezTo>
                  <a:cubicBezTo>
                    <a:pt x="2488" y="1155"/>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95" name="Google Shape;6595;p36"/>
            <p:cNvSpPr/>
            <p:nvPr/>
          </p:nvSpPr>
          <p:spPr>
            <a:xfrm>
              <a:off x="2828150" y="1190550"/>
              <a:ext cx="62225" cy="53325"/>
            </a:xfrm>
            <a:custGeom>
              <a:rect b="b" l="l" r="r" t="t"/>
              <a:pathLst>
                <a:path extrusionOk="0" h="2133" w="2489">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96" name="Google Shape;6596;p36"/>
            <p:cNvSpPr/>
            <p:nvPr/>
          </p:nvSpPr>
          <p:spPr>
            <a:xfrm>
              <a:off x="2828150" y="1114325"/>
              <a:ext cx="62225" cy="53350"/>
            </a:xfrm>
            <a:custGeom>
              <a:rect b="b" l="l" r="r" t="t"/>
              <a:pathLst>
                <a:path extrusionOk="0" h="2134" w="2489">
                  <a:moveTo>
                    <a:pt x="1066" y="1"/>
                  </a:moveTo>
                  <a:cubicBezTo>
                    <a:pt x="480" y="1"/>
                    <a:pt x="1" y="480"/>
                    <a:pt x="1" y="1065"/>
                  </a:cubicBezTo>
                  <a:cubicBezTo>
                    <a:pt x="1" y="1709"/>
                    <a:pt x="526" y="2133"/>
                    <a:pt x="1075" y="2133"/>
                  </a:cubicBezTo>
                  <a:cubicBezTo>
                    <a:pt x="1336" y="2133"/>
                    <a:pt x="1604" y="2037"/>
                    <a:pt x="1822" y="1822"/>
                  </a:cubicBezTo>
                  <a:cubicBezTo>
                    <a:pt x="2488"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97" name="Google Shape;6597;p36"/>
            <p:cNvSpPr/>
            <p:nvPr/>
          </p:nvSpPr>
          <p:spPr>
            <a:xfrm>
              <a:off x="2828150" y="1038125"/>
              <a:ext cx="62225" cy="53325"/>
            </a:xfrm>
            <a:custGeom>
              <a:rect b="b" l="l" r="r" t="t"/>
              <a:pathLst>
                <a:path extrusionOk="0" h="2133" w="2489">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98" name="Google Shape;6598;p36"/>
            <p:cNvSpPr/>
            <p:nvPr/>
          </p:nvSpPr>
          <p:spPr>
            <a:xfrm>
              <a:off x="2751950" y="1571400"/>
              <a:ext cx="62200" cy="53250"/>
            </a:xfrm>
            <a:custGeom>
              <a:rect b="b" l="l" r="r" t="t"/>
              <a:pathLst>
                <a:path extrusionOk="0" h="2130" w="2488">
                  <a:moveTo>
                    <a:pt x="1065" y="1"/>
                  </a:moveTo>
                  <a:cubicBezTo>
                    <a:pt x="480" y="1"/>
                    <a:pt x="0" y="472"/>
                    <a:pt x="0" y="1066"/>
                  </a:cubicBezTo>
                  <a:cubicBezTo>
                    <a:pt x="0" y="1703"/>
                    <a:pt x="525" y="2129"/>
                    <a:pt x="1073" y="2129"/>
                  </a:cubicBezTo>
                  <a:cubicBezTo>
                    <a:pt x="1335" y="2129"/>
                    <a:pt x="1603" y="2032"/>
                    <a:pt x="1821" y="1813"/>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99" name="Google Shape;6599;p36"/>
            <p:cNvSpPr/>
            <p:nvPr/>
          </p:nvSpPr>
          <p:spPr>
            <a:xfrm>
              <a:off x="2751950" y="1495200"/>
              <a:ext cx="62200" cy="53325"/>
            </a:xfrm>
            <a:custGeom>
              <a:rect b="b" l="l" r="r" t="t"/>
              <a:pathLst>
                <a:path extrusionOk="0" h="2133" w="2488">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600" name="Google Shape;6600;p36"/>
            <p:cNvSpPr/>
            <p:nvPr/>
          </p:nvSpPr>
          <p:spPr>
            <a:xfrm>
              <a:off x="2751950" y="1418975"/>
              <a:ext cx="62200" cy="53350"/>
            </a:xfrm>
            <a:custGeom>
              <a:rect b="b" l="l" r="r" t="t"/>
              <a:pathLst>
                <a:path extrusionOk="0" h="2134" w="2488">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601" name="Google Shape;6601;p36"/>
            <p:cNvSpPr/>
            <p:nvPr/>
          </p:nvSpPr>
          <p:spPr>
            <a:xfrm>
              <a:off x="2751950" y="1342750"/>
              <a:ext cx="62200" cy="53450"/>
            </a:xfrm>
            <a:custGeom>
              <a:rect b="b" l="l" r="r" t="t"/>
              <a:pathLst>
                <a:path extrusionOk="0" h="2138" w="2488">
                  <a:moveTo>
                    <a:pt x="1065" y="1"/>
                  </a:moveTo>
                  <a:cubicBezTo>
                    <a:pt x="480" y="1"/>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602" name="Google Shape;6602;p36"/>
            <p:cNvSpPr/>
            <p:nvPr/>
          </p:nvSpPr>
          <p:spPr>
            <a:xfrm>
              <a:off x="2751950" y="1266550"/>
              <a:ext cx="62200" cy="53450"/>
            </a:xfrm>
            <a:custGeom>
              <a:rect b="b" l="l" r="r" t="t"/>
              <a:pathLst>
                <a:path extrusionOk="0" h="2138" w="2488">
                  <a:moveTo>
                    <a:pt x="1065" y="0"/>
                  </a:moveTo>
                  <a:cubicBezTo>
                    <a:pt x="480" y="9"/>
                    <a:pt x="0" y="480"/>
                    <a:pt x="0" y="1074"/>
                  </a:cubicBezTo>
                  <a:cubicBezTo>
                    <a:pt x="0" y="1711"/>
                    <a:pt x="525" y="2137"/>
                    <a:pt x="1073" y="2137"/>
                  </a:cubicBezTo>
                  <a:cubicBezTo>
                    <a:pt x="1335" y="2137"/>
                    <a:pt x="1603" y="2040"/>
                    <a:pt x="1821" y="1821"/>
                  </a:cubicBezTo>
                  <a:cubicBezTo>
                    <a:pt x="2488" y="1155"/>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603" name="Google Shape;6603;p36"/>
            <p:cNvSpPr/>
            <p:nvPr/>
          </p:nvSpPr>
          <p:spPr>
            <a:xfrm>
              <a:off x="2751950" y="1190550"/>
              <a:ext cx="62200" cy="53325"/>
            </a:xfrm>
            <a:custGeom>
              <a:rect b="b" l="l" r="r" t="t"/>
              <a:pathLst>
                <a:path extrusionOk="0" h="2133" w="2488">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604" name="Google Shape;6604;p36"/>
            <p:cNvSpPr/>
            <p:nvPr/>
          </p:nvSpPr>
          <p:spPr>
            <a:xfrm>
              <a:off x="2751950" y="1114325"/>
              <a:ext cx="62200" cy="53350"/>
            </a:xfrm>
            <a:custGeom>
              <a:rect b="b" l="l" r="r" t="t"/>
              <a:pathLst>
                <a:path extrusionOk="0" h="2134" w="2488">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605" name="Google Shape;6605;p36"/>
            <p:cNvSpPr/>
            <p:nvPr/>
          </p:nvSpPr>
          <p:spPr>
            <a:xfrm>
              <a:off x="2751950" y="1038125"/>
              <a:ext cx="62200" cy="53325"/>
            </a:xfrm>
            <a:custGeom>
              <a:rect b="b" l="l" r="r" t="t"/>
              <a:pathLst>
                <a:path extrusionOk="0" h="2133" w="2488">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606" name="Google Shape;6606;p36"/>
            <p:cNvSpPr/>
            <p:nvPr/>
          </p:nvSpPr>
          <p:spPr>
            <a:xfrm>
              <a:off x="2675925" y="1571400"/>
              <a:ext cx="62225" cy="53250"/>
            </a:xfrm>
            <a:custGeom>
              <a:rect b="b" l="l" r="r" t="t"/>
              <a:pathLst>
                <a:path extrusionOk="0" h="2130" w="2489">
                  <a:moveTo>
                    <a:pt x="1066" y="1"/>
                  </a:moveTo>
                  <a:cubicBezTo>
                    <a:pt x="472" y="1"/>
                    <a:pt x="1" y="472"/>
                    <a:pt x="1" y="1066"/>
                  </a:cubicBezTo>
                  <a:cubicBezTo>
                    <a:pt x="1" y="1703"/>
                    <a:pt x="525" y="2129"/>
                    <a:pt x="1071" y="2129"/>
                  </a:cubicBezTo>
                  <a:cubicBezTo>
                    <a:pt x="1332" y="2129"/>
                    <a:pt x="1598" y="2032"/>
                    <a:pt x="1814" y="1813"/>
                  </a:cubicBezTo>
                  <a:cubicBezTo>
                    <a:pt x="2488"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607" name="Google Shape;6607;p36"/>
            <p:cNvSpPr/>
            <p:nvPr/>
          </p:nvSpPr>
          <p:spPr>
            <a:xfrm>
              <a:off x="2675925" y="1495200"/>
              <a:ext cx="62225" cy="53325"/>
            </a:xfrm>
            <a:custGeom>
              <a:rect b="b" l="l" r="r" t="t"/>
              <a:pathLst>
                <a:path extrusionOk="0" h="2133" w="2489">
                  <a:moveTo>
                    <a:pt x="1066" y="0"/>
                  </a:moveTo>
                  <a:cubicBezTo>
                    <a:pt x="472" y="0"/>
                    <a:pt x="1" y="480"/>
                    <a:pt x="1" y="1065"/>
                  </a:cubicBezTo>
                  <a:cubicBezTo>
                    <a:pt x="1" y="1709"/>
                    <a:pt x="526" y="2133"/>
                    <a:pt x="1072" y="2133"/>
                  </a:cubicBezTo>
                  <a:cubicBezTo>
                    <a:pt x="1333" y="2133"/>
                    <a:pt x="1598" y="2036"/>
                    <a:pt x="1814" y="1821"/>
                  </a:cubicBezTo>
                  <a:cubicBezTo>
                    <a:pt x="2488" y="1146"/>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608" name="Google Shape;6608;p36"/>
            <p:cNvSpPr/>
            <p:nvPr/>
          </p:nvSpPr>
          <p:spPr>
            <a:xfrm>
              <a:off x="2675925" y="1418975"/>
              <a:ext cx="62225" cy="53350"/>
            </a:xfrm>
            <a:custGeom>
              <a:rect b="b" l="l" r="r" t="t"/>
              <a:pathLst>
                <a:path extrusionOk="0" h="2134" w="2489">
                  <a:moveTo>
                    <a:pt x="1066" y="1"/>
                  </a:moveTo>
                  <a:cubicBezTo>
                    <a:pt x="472" y="1"/>
                    <a:pt x="1" y="480"/>
                    <a:pt x="1" y="1065"/>
                  </a:cubicBezTo>
                  <a:cubicBezTo>
                    <a:pt x="1" y="1709"/>
                    <a:pt x="526" y="2133"/>
                    <a:pt x="1072" y="2133"/>
                  </a:cubicBezTo>
                  <a:cubicBezTo>
                    <a:pt x="1333" y="2133"/>
                    <a:pt x="1598" y="2037"/>
                    <a:pt x="1814" y="1822"/>
                  </a:cubicBezTo>
                  <a:cubicBezTo>
                    <a:pt x="2488"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609" name="Google Shape;6609;p36"/>
            <p:cNvSpPr/>
            <p:nvPr/>
          </p:nvSpPr>
          <p:spPr>
            <a:xfrm>
              <a:off x="2675925" y="1342750"/>
              <a:ext cx="62225" cy="53450"/>
            </a:xfrm>
            <a:custGeom>
              <a:rect b="b" l="l" r="r" t="t"/>
              <a:pathLst>
                <a:path extrusionOk="0" h="2138" w="2489">
                  <a:moveTo>
                    <a:pt x="1066" y="1"/>
                  </a:moveTo>
                  <a:cubicBezTo>
                    <a:pt x="472" y="1"/>
                    <a:pt x="1" y="481"/>
                    <a:pt x="1" y="1066"/>
                  </a:cubicBezTo>
                  <a:cubicBezTo>
                    <a:pt x="1" y="1710"/>
                    <a:pt x="526" y="2138"/>
                    <a:pt x="1072" y="2138"/>
                  </a:cubicBezTo>
                  <a:cubicBezTo>
                    <a:pt x="1333" y="2138"/>
                    <a:pt x="1598" y="2040"/>
                    <a:pt x="1814" y="1822"/>
                  </a:cubicBezTo>
                  <a:cubicBezTo>
                    <a:pt x="2488"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610" name="Google Shape;6610;p36"/>
            <p:cNvSpPr/>
            <p:nvPr/>
          </p:nvSpPr>
          <p:spPr>
            <a:xfrm>
              <a:off x="2675925" y="1266550"/>
              <a:ext cx="62225" cy="53450"/>
            </a:xfrm>
            <a:custGeom>
              <a:rect b="b" l="l" r="r" t="t"/>
              <a:pathLst>
                <a:path extrusionOk="0" h="2138" w="2489">
                  <a:moveTo>
                    <a:pt x="1066" y="0"/>
                  </a:moveTo>
                  <a:cubicBezTo>
                    <a:pt x="472" y="9"/>
                    <a:pt x="1" y="480"/>
                    <a:pt x="1" y="1074"/>
                  </a:cubicBezTo>
                  <a:cubicBezTo>
                    <a:pt x="1" y="1711"/>
                    <a:pt x="525" y="2137"/>
                    <a:pt x="1071" y="2137"/>
                  </a:cubicBezTo>
                  <a:cubicBezTo>
                    <a:pt x="1332" y="2137"/>
                    <a:pt x="1598" y="2040"/>
                    <a:pt x="1814" y="1821"/>
                  </a:cubicBezTo>
                  <a:cubicBezTo>
                    <a:pt x="2488" y="1155"/>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611" name="Google Shape;6611;p36"/>
            <p:cNvSpPr/>
            <p:nvPr/>
          </p:nvSpPr>
          <p:spPr>
            <a:xfrm>
              <a:off x="2675925" y="1190550"/>
              <a:ext cx="62225" cy="53325"/>
            </a:xfrm>
            <a:custGeom>
              <a:rect b="b" l="l" r="r" t="t"/>
              <a:pathLst>
                <a:path extrusionOk="0" h="2133" w="2489">
                  <a:moveTo>
                    <a:pt x="1066" y="0"/>
                  </a:moveTo>
                  <a:cubicBezTo>
                    <a:pt x="472" y="0"/>
                    <a:pt x="1" y="480"/>
                    <a:pt x="1" y="1065"/>
                  </a:cubicBezTo>
                  <a:cubicBezTo>
                    <a:pt x="1" y="1709"/>
                    <a:pt x="526" y="2133"/>
                    <a:pt x="1072" y="2133"/>
                  </a:cubicBezTo>
                  <a:cubicBezTo>
                    <a:pt x="1333" y="2133"/>
                    <a:pt x="1598" y="2036"/>
                    <a:pt x="1814" y="1821"/>
                  </a:cubicBezTo>
                  <a:cubicBezTo>
                    <a:pt x="2488" y="1146"/>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612" name="Google Shape;6612;p36"/>
            <p:cNvSpPr/>
            <p:nvPr/>
          </p:nvSpPr>
          <p:spPr>
            <a:xfrm>
              <a:off x="2675925" y="1114325"/>
              <a:ext cx="62225" cy="53350"/>
            </a:xfrm>
            <a:custGeom>
              <a:rect b="b" l="l" r="r" t="t"/>
              <a:pathLst>
                <a:path extrusionOk="0" h="2134" w="2489">
                  <a:moveTo>
                    <a:pt x="1066" y="1"/>
                  </a:moveTo>
                  <a:cubicBezTo>
                    <a:pt x="472" y="1"/>
                    <a:pt x="1" y="480"/>
                    <a:pt x="1" y="1065"/>
                  </a:cubicBezTo>
                  <a:cubicBezTo>
                    <a:pt x="1" y="1709"/>
                    <a:pt x="526" y="2133"/>
                    <a:pt x="1072" y="2133"/>
                  </a:cubicBezTo>
                  <a:cubicBezTo>
                    <a:pt x="1333" y="2133"/>
                    <a:pt x="1598" y="2037"/>
                    <a:pt x="1814" y="1822"/>
                  </a:cubicBezTo>
                  <a:cubicBezTo>
                    <a:pt x="2488"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613" name="Google Shape;6613;p36"/>
            <p:cNvSpPr/>
            <p:nvPr/>
          </p:nvSpPr>
          <p:spPr>
            <a:xfrm>
              <a:off x="2675925" y="1038125"/>
              <a:ext cx="62225" cy="53325"/>
            </a:xfrm>
            <a:custGeom>
              <a:rect b="b" l="l" r="r" t="t"/>
              <a:pathLst>
                <a:path extrusionOk="0" h="2133" w="2489">
                  <a:moveTo>
                    <a:pt x="1066" y="0"/>
                  </a:moveTo>
                  <a:cubicBezTo>
                    <a:pt x="472" y="0"/>
                    <a:pt x="1" y="480"/>
                    <a:pt x="1" y="1065"/>
                  </a:cubicBezTo>
                  <a:cubicBezTo>
                    <a:pt x="1" y="1709"/>
                    <a:pt x="526" y="2133"/>
                    <a:pt x="1072" y="2133"/>
                  </a:cubicBezTo>
                  <a:cubicBezTo>
                    <a:pt x="1333" y="2133"/>
                    <a:pt x="1598" y="2036"/>
                    <a:pt x="1814" y="1821"/>
                  </a:cubicBezTo>
                  <a:cubicBezTo>
                    <a:pt x="2488" y="1146"/>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614" name="Google Shape;6614;p36"/>
            <p:cNvSpPr/>
            <p:nvPr/>
          </p:nvSpPr>
          <p:spPr>
            <a:xfrm>
              <a:off x="2599725" y="1647400"/>
              <a:ext cx="62200" cy="53450"/>
            </a:xfrm>
            <a:custGeom>
              <a:rect b="b" l="l" r="r" t="t"/>
              <a:pathLst>
                <a:path extrusionOk="0" h="2138" w="2488">
                  <a:moveTo>
                    <a:pt x="1065" y="1"/>
                  </a:moveTo>
                  <a:cubicBezTo>
                    <a:pt x="480" y="9"/>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615" name="Google Shape;6615;p36"/>
            <p:cNvSpPr/>
            <p:nvPr/>
          </p:nvSpPr>
          <p:spPr>
            <a:xfrm>
              <a:off x="2599725" y="1571400"/>
              <a:ext cx="62200" cy="53250"/>
            </a:xfrm>
            <a:custGeom>
              <a:rect b="b" l="l" r="r" t="t"/>
              <a:pathLst>
                <a:path extrusionOk="0" h="2130" w="2488">
                  <a:moveTo>
                    <a:pt x="1065" y="1"/>
                  </a:moveTo>
                  <a:cubicBezTo>
                    <a:pt x="480" y="1"/>
                    <a:pt x="0" y="472"/>
                    <a:pt x="0" y="1066"/>
                  </a:cubicBezTo>
                  <a:cubicBezTo>
                    <a:pt x="0" y="1703"/>
                    <a:pt x="525" y="2129"/>
                    <a:pt x="1073" y="2129"/>
                  </a:cubicBezTo>
                  <a:cubicBezTo>
                    <a:pt x="1335" y="2129"/>
                    <a:pt x="1603" y="2032"/>
                    <a:pt x="1821" y="1813"/>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616" name="Google Shape;6616;p36"/>
            <p:cNvSpPr/>
            <p:nvPr/>
          </p:nvSpPr>
          <p:spPr>
            <a:xfrm>
              <a:off x="2599725" y="1495200"/>
              <a:ext cx="62200" cy="53325"/>
            </a:xfrm>
            <a:custGeom>
              <a:rect b="b" l="l" r="r" t="t"/>
              <a:pathLst>
                <a:path extrusionOk="0" h="2133" w="2488">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617" name="Google Shape;6617;p36"/>
            <p:cNvSpPr/>
            <p:nvPr/>
          </p:nvSpPr>
          <p:spPr>
            <a:xfrm>
              <a:off x="2599725" y="1418975"/>
              <a:ext cx="62200" cy="53350"/>
            </a:xfrm>
            <a:custGeom>
              <a:rect b="b" l="l" r="r" t="t"/>
              <a:pathLst>
                <a:path extrusionOk="0" h="2134" w="2488">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618" name="Google Shape;6618;p36"/>
            <p:cNvSpPr/>
            <p:nvPr/>
          </p:nvSpPr>
          <p:spPr>
            <a:xfrm>
              <a:off x="2599725" y="1342750"/>
              <a:ext cx="62200" cy="53450"/>
            </a:xfrm>
            <a:custGeom>
              <a:rect b="b" l="l" r="r" t="t"/>
              <a:pathLst>
                <a:path extrusionOk="0" h="2138" w="2488">
                  <a:moveTo>
                    <a:pt x="1065" y="1"/>
                  </a:moveTo>
                  <a:cubicBezTo>
                    <a:pt x="480" y="1"/>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619" name="Google Shape;6619;p36"/>
            <p:cNvSpPr/>
            <p:nvPr/>
          </p:nvSpPr>
          <p:spPr>
            <a:xfrm>
              <a:off x="2599725" y="1266550"/>
              <a:ext cx="62200" cy="53450"/>
            </a:xfrm>
            <a:custGeom>
              <a:rect b="b" l="l" r="r" t="t"/>
              <a:pathLst>
                <a:path extrusionOk="0" h="2138" w="2488">
                  <a:moveTo>
                    <a:pt x="1065" y="0"/>
                  </a:moveTo>
                  <a:cubicBezTo>
                    <a:pt x="480" y="9"/>
                    <a:pt x="0" y="480"/>
                    <a:pt x="0" y="1074"/>
                  </a:cubicBezTo>
                  <a:cubicBezTo>
                    <a:pt x="0" y="1711"/>
                    <a:pt x="525" y="2137"/>
                    <a:pt x="1073" y="2137"/>
                  </a:cubicBezTo>
                  <a:cubicBezTo>
                    <a:pt x="1335" y="2137"/>
                    <a:pt x="1603" y="2040"/>
                    <a:pt x="1821" y="1821"/>
                  </a:cubicBezTo>
                  <a:cubicBezTo>
                    <a:pt x="2488" y="1155"/>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620" name="Google Shape;6620;p36"/>
            <p:cNvSpPr/>
            <p:nvPr/>
          </p:nvSpPr>
          <p:spPr>
            <a:xfrm>
              <a:off x="2599725" y="1190550"/>
              <a:ext cx="62200" cy="53325"/>
            </a:xfrm>
            <a:custGeom>
              <a:rect b="b" l="l" r="r" t="t"/>
              <a:pathLst>
                <a:path extrusionOk="0" h="2133" w="2488">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621" name="Google Shape;6621;p36"/>
            <p:cNvSpPr/>
            <p:nvPr/>
          </p:nvSpPr>
          <p:spPr>
            <a:xfrm>
              <a:off x="2599725" y="1114325"/>
              <a:ext cx="62200" cy="53350"/>
            </a:xfrm>
            <a:custGeom>
              <a:rect b="b" l="l" r="r" t="t"/>
              <a:pathLst>
                <a:path extrusionOk="0" h="2134" w="2488">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622" name="Google Shape;6622;p36"/>
            <p:cNvSpPr/>
            <p:nvPr/>
          </p:nvSpPr>
          <p:spPr>
            <a:xfrm>
              <a:off x="2599725" y="1038125"/>
              <a:ext cx="62200" cy="53325"/>
            </a:xfrm>
            <a:custGeom>
              <a:rect b="b" l="l" r="r" t="t"/>
              <a:pathLst>
                <a:path extrusionOk="0" h="2133" w="2488">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623" name="Google Shape;6623;p36"/>
            <p:cNvSpPr/>
            <p:nvPr/>
          </p:nvSpPr>
          <p:spPr>
            <a:xfrm>
              <a:off x="2523500" y="1723625"/>
              <a:ext cx="62225" cy="53350"/>
            </a:xfrm>
            <a:custGeom>
              <a:rect b="b" l="l" r="r" t="t"/>
              <a:pathLst>
                <a:path extrusionOk="0" h="2134" w="2489">
                  <a:moveTo>
                    <a:pt x="1066" y="1"/>
                  </a:moveTo>
                  <a:cubicBezTo>
                    <a:pt x="480" y="1"/>
                    <a:pt x="1" y="480"/>
                    <a:pt x="1" y="1065"/>
                  </a:cubicBezTo>
                  <a:cubicBezTo>
                    <a:pt x="1" y="1709"/>
                    <a:pt x="526" y="2133"/>
                    <a:pt x="1075" y="2133"/>
                  </a:cubicBezTo>
                  <a:cubicBezTo>
                    <a:pt x="1336" y="2133"/>
                    <a:pt x="1604" y="2037"/>
                    <a:pt x="1822" y="1822"/>
                  </a:cubicBezTo>
                  <a:cubicBezTo>
                    <a:pt x="2488"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624" name="Google Shape;6624;p36"/>
            <p:cNvSpPr/>
            <p:nvPr/>
          </p:nvSpPr>
          <p:spPr>
            <a:xfrm>
              <a:off x="2523500" y="1647400"/>
              <a:ext cx="62225" cy="53450"/>
            </a:xfrm>
            <a:custGeom>
              <a:rect b="b" l="l" r="r" t="t"/>
              <a:pathLst>
                <a:path extrusionOk="0" h="2138" w="2489">
                  <a:moveTo>
                    <a:pt x="1066" y="1"/>
                  </a:moveTo>
                  <a:cubicBezTo>
                    <a:pt x="480" y="1"/>
                    <a:pt x="1" y="481"/>
                    <a:pt x="1" y="1066"/>
                  </a:cubicBezTo>
                  <a:cubicBezTo>
                    <a:pt x="1" y="1710"/>
                    <a:pt x="526" y="2138"/>
                    <a:pt x="1074" y="2138"/>
                  </a:cubicBezTo>
                  <a:cubicBezTo>
                    <a:pt x="1336" y="2138"/>
                    <a:pt x="1604" y="2040"/>
                    <a:pt x="1822" y="1822"/>
                  </a:cubicBezTo>
                  <a:cubicBezTo>
                    <a:pt x="2488"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625" name="Google Shape;6625;p36"/>
            <p:cNvSpPr/>
            <p:nvPr/>
          </p:nvSpPr>
          <p:spPr>
            <a:xfrm>
              <a:off x="2523500" y="1571400"/>
              <a:ext cx="62225" cy="53250"/>
            </a:xfrm>
            <a:custGeom>
              <a:rect b="b" l="l" r="r" t="t"/>
              <a:pathLst>
                <a:path extrusionOk="0" h="2130" w="2489">
                  <a:moveTo>
                    <a:pt x="1066" y="1"/>
                  </a:moveTo>
                  <a:cubicBezTo>
                    <a:pt x="480" y="1"/>
                    <a:pt x="1" y="472"/>
                    <a:pt x="1" y="1066"/>
                  </a:cubicBezTo>
                  <a:cubicBezTo>
                    <a:pt x="1" y="1703"/>
                    <a:pt x="525" y="2129"/>
                    <a:pt x="1073" y="2129"/>
                  </a:cubicBezTo>
                  <a:cubicBezTo>
                    <a:pt x="1336" y="2129"/>
                    <a:pt x="1603" y="2032"/>
                    <a:pt x="1822" y="1813"/>
                  </a:cubicBezTo>
                  <a:cubicBezTo>
                    <a:pt x="2488"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626" name="Google Shape;6626;p36"/>
            <p:cNvSpPr/>
            <p:nvPr/>
          </p:nvSpPr>
          <p:spPr>
            <a:xfrm>
              <a:off x="2523500" y="1495200"/>
              <a:ext cx="62225" cy="53325"/>
            </a:xfrm>
            <a:custGeom>
              <a:rect b="b" l="l" r="r" t="t"/>
              <a:pathLst>
                <a:path extrusionOk="0" h="2133" w="2489">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627" name="Google Shape;6627;p36"/>
            <p:cNvSpPr/>
            <p:nvPr/>
          </p:nvSpPr>
          <p:spPr>
            <a:xfrm>
              <a:off x="2523500" y="1418975"/>
              <a:ext cx="62225" cy="53350"/>
            </a:xfrm>
            <a:custGeom>
              <a:rect b="b" l="l" r="r" t="t"/>
              <a:pathLst>
                <a:path extrusionOk="0" h="2134" w="2489">
                  <a:moveTo>
                    <a:pt x="1066" y="1"/>
                  </a:moveTo>
                  <a:cubicBezTo>
                    <a:pt x="480" y="1"/>
                    <a:pt x="1" y="480"/>
                    <a:pt x="1" y="1065"/>
                  </a:cubicBezTo>
                  <a:cubicBezTo>
                    <a:pt x="1" y="1709"/>
                    <a:pt x="526" y="2133"/>
                    <a:pt x="1075" y="2133"/>
                  </a:cubicBezTo>
                  <a:cubicBezTo>
                    <a:pt x="1336" y="2133"/>
                    <a:pt x="1604" y="2037"/>
                    <a:pt x="1822" y="1822"/>
                  </a:cubicBezTo>
                  <a:cubicBezTo>
                    <a:pt x="2488"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628" name="Google Shape;6628;p36"/>
            <p:cNvSpPr/>
            <p:nvPr/>
          </p:nvSpPr>
          <p:spPr>
            <a:xfrm>
              <a:off x="2523500" y="1342750"/>
              <a:ext cx="62225" cy="53450"/>
            </a:xfrm>
            <a:custGeom>
              <a:rect b="b" l="l" r="r" t="t"/>
              <a:pathLst>
                <a:path extrusionOk="0" h="2138" w="2489">
                  <a:moveTo>
                    <a:pt x="1066" y="1"/>
                  </a:moveTo>
                  <a:cubicBezTo>
                    <a:pt x="480" y="1"/>
                    <a:pt x="1" y="481"/>
                    <a:pt x="1" y="1066"/>
                  </a:cubicBezTo>
                  <a:cubicBezTo>
                    <a:pt x="1" y="1710"/>
                    <a:pt x="526" y="2138"/>
                    <a:pt x="1074" y="2138"/>
                  </a:cubicBezTo>
                  <a:cubicBezTo>
                    <a:pt x="1336" y="2138"/>
                    <a:pt x="1604" y="2040"/>
                    <a:pt x="1822" y="1822"/>
                  </a:cubicBezTo>
                  <a:cubicBezTo>
                    <a:pt x="2488"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629" name="Google Shape;6629;p36"/>
            <p:cNvSpPr/>
            <p:nvPr/>
          </p:nvSpPr>
          <p:spPr>
            <a:xfrm>
              <a:off x="2523500" y="1266550"/>
              <a:ext cx="62225" cy="53450"/>
            </a:xfrm>
            <a:custGeom>
              <a:rect b="b" l="l" r="r" t="t"/>
              <a:pathLst>
                <a:path extrusionOk="0" h="2138" w="2489">
                  <a:moveTo>
                    <a:pt x="1066" y="0"/>
                  </a:moveTo>
                  <a:cubicBezTo>
                    <a:pt x="480" y="9"/>
                    <a:pt x="1" y="480"/>
                    <a:pt x="1" y="1074"/>
                  </a:cubicBezTo>
                  <a:cubicBezTo>
                    <a:pt x="1" y="1711"/>
                    <a:pt x="525" y="2137"/>
                    <a:pt x="1073" y="2137"/>
                  </a:cubicBezTo>
                  <a:cubicBezTo>
                    <a:pt x="1336" y="2137"/>
                    <a:pt x="1603" y="2040"/>
                    <a:pt x="1822" y="1821"/>
                  </a:cubicBezTo>
                  <a:cubicBezTo>
                    <a:pt x="2488" y="1155"/>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630" name="Google Shape;6630;p36"/>
            <p:cNvSpPr/>
            <p:nvPr/>
          </p:nvSpPr>
          <p:spPr>
            <a:xfrm>
              <a:off x="2523500" y="1190550"/>
              <a:ext cx="62225" cy="53425"/>
            </a:xfrm>
            <a:custGeom>
              <a:rect b="b" l="l" r="r" t="t"/>
              <a:pathLst>
                <a:path extrusionOk="0" h="2137" w="2489">
                  <a:moveTo>
                    <a:pt x="1066" y="0"/>
                  </a:moveTo>
                  <a:cubicBezTo>
                    <a:pt x="480" y="0"/>
                    <a:pt x="1" y="480"/>
                    <a:pt x="1" y="1065"/>
                  </a:cubicBezTo>
                  <a:cubicBezTo>
                    <a:pt x="1" y="1709"/>
                    <a:pt x="526" y="2137"/>
                    <a:pt x="1074" y="2137"/>
                  </a:cubicBezTo>
                  <a:cubicBezTo>
                    <a:pt x="1336" y="2137"/>
                    <a:pt x="1604" y="2039"/>
                    <a:pt x="1822" y="1821"/>
                  </a:cubicBezTo>
                  <a:cubicBezTo>
                    <a:pt x="2488" y="1146"/>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631" name="Google Shape;6631;p36"/>
            <p:cNvSpPr/>
            <p:nvPr/>
          </p:nvSpPr>
          <p:spPr>
            <a:xfrm>
              <a:off x="2523500" y="1114325"/>
              <a:ext cx="62225" cy="53350"/>
            </a:xfrm>
            <a:custGeom>
              <a:rect b="b" l="l" r="r" t="t"/>
              <a:pathLst>
                <a:path extrusionOk="0" h="2134" w="2489">
                  <a:moveTo>
                    <a:pt x="1066" y="1"/>
                  </a:moveTo>
                  <a:cubicBezTo>
                    <a:pt x="480" y="1"/>
                    <a:pt x="1" y="480"/>
                    <a:pt x="1" y="1065"/>
                  </a:cubicBezTo>
                  <a:cubicBezTo>
                    <a:pt x="1" y="1709"/>
                    <a:pt x="526" y="2133"/>
                    <a:pt x="1075" y="2133"/>
                  </a:cubicBezTo>
                  <a:cubicBezTo>
                    <a:pt x="1336" y="2133"/>
                    <a:pt x="1604" y="2037"/>
                    <a:pt x="1822" y="1822"/>
                  </a:cubicBezTo>
                  <a:cubicBezTo>
                    <a:pt x="2488"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632" name="Google Shape;6632;p36"/>
            <p:cNvSpPr/>
            <p:nvPr/>
          </p:nvSpPr>
          <p:spPr>
            <a:xfrm>
              <a:off x="2523500" y="1038125"/>
              <a:ext cx="62225" cy="53325"/>
            </a:xfrm>
            <a:custGeom>
              <a:rect b="b" l="l" r="r" t="t"/>
              <a:pathLst>
                <a:path extrusionOk="0" h="2133" w="2489">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633" name="Google Shape;6633;p36"/>
            <p:cNvSpPr/>
            <p:nvPr/>
          </p:nvSpPr>
          <p:spPr>
            <a:xfrm>
              <a:off x="2447300" y="1723625"/>
              <a:ext cx="62400" cy="53350"/>
            </a:xfrm>
            <a:custGeom>
              <a:rect b="b" l="l" r="r" t="t"/>
              <a:pathLst>
                <a:path extrusionOk="0" h="2134" w="2496">
                  <a:moveTo>
                    <a:pt x="1065" y="1"/>
                  </a:moveTo>
                  <a:cubicBezTo>
                    <a:pt x="480" y="1"/>
                    <a:pt x="0" y="480"/>
                    <a:pt x="0" y="1065"/>
                  </a:cubicBezTo>
                  <a:cubicBezTo>
                    <a:pt x="0" y="1709"/>
                    <a:pt x="525" y="2133"/>
                    <a:pt x="1074" y="2133"/>
                  </a:cubicBezTo>
                  <a:cubicBezTo>
                    <a:pt x="1336" y="2133"/>
                    <a:pt x="1603" y="2037"/>
                    <a:pt x="1821" y="1822"/>
                  </a:cubicBezTo>
                  <a:cubicBezTo>
                    <a:pt x="2496"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634" name="Google Shape;6634;p36"/>
            <p:cNvSpPr/>
            <p:nvPr/>
          </p:nvSpPr>
          <p:spPr>
            <a:xfrm>
              <a:off x="2447300" y="1647400"/>
              <a:ext cx="62400" cy="53450"/>
            </a:xfrm>
            <a:custGeom>
              <a:rect b="b" l="l" r="r" t="t"/>
              <a:pathLst>
                <a:path extrusionOk="0" h="2138" w="2496">
                  <a:moveTo>
                    <a:pt x="1065" y="1"/>
                  </a:moveTo>
                  <a:cubicBezTo>
                    <a:pt x="480" y="9"/>
                    <a:pt x="8" y="481"/>
                    <a:pt x="0" y="1066"/>
                  </a:cubicBezTo>
                  <a:cubicBezTo>
                    <a:pt x="0" y="1710"/>
                    <a:pt x="525" y="2138"/>
                    <a:pt x="1074" y="2138"/>
                  </a:cubicBezTo>
                  <a:cubicBezTo>
                    <a:pt x="1336" y="2138"/>
                    <a:pt x="1603" y="2040"/>
                    <a:pt x="1821" y="1822"/>
                  </a:cubicBezTo>
                  <a:cubicBezTo>
                    <a:pt x="2496"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635" name="Google Shape;6635;p36"/>
            <p:cNvSpPr/>
            <p:nvPr/>
          </p:nvSpPr>
          <p:spPr>
            <a:xfrm>
              <a:off x="2447300" y="1571400"/>
              <a:ext cx="62400" cy="53250"/>
            </a:xfrm>
            <a:custGeom>
              <a:rect b="b" l="l" r="r" t="t"/>
              <a:pathLst>
                <a:path extrusionOk="0" h="2130" w="2496">
                  <a:moveTo>
                    <a:pt x="1065" y="1"/>
                  </a:moveTo>
                  <a:cubicBezTo>
                    <a:pt x="480" y="1"/>
                    <a:pt x="8" y="472"/>
                    <a:pt x="0" y="1066"/>
                  </a:cubicBezTo>
                  <a:cubicBezTo>
                    <a:pt x="0" y="1703"/>
                    <a:pt x="525" y="2129"/>
                    <a:pt x="1073" y="2129"/>
                  </a:cubicBezTo>
                  <a:cubicBezTo>
                    <a:pt x="1335" y="2129"/>
                    <a:pt x="1603" y="2032"/>
                    <a:pt x="1821" y="1813"/>
                  </a:cubicBezTo>
                  <a:cubicBezTo>
                    <a:pt x="2496"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636" name="Google Shape;6636;p36"/>
            <p:cNvSpPr/>
            <p:nvPr/>
          </p:nvSpPr>
          <p:spPr>
            <a:xfrm>
              <a:off x="2447300" y="1495200"/>
              <a:ext cx="62400" cy="53325"/>
            </a:xfrm>
            <a:custGeom>
              <a:rect b="b" l="l" r="r" t="t"/>
              <a:pathLst>
                <a:path extrusionOk="0" h="2133" w="2496">
                  <a:moveTo>
                    <a:pt x="1065" y="0"/>
                  </a:moveTo>
                  <a:cubicBezTo>
                    <a:pt x="480" y="0"/>
                    <a:pt x="0" y="480"/>
                    <a:pt x="0" y="1065"/>
                  </a:cubicBezTo>
                  <a:cubicBezTo>
                    <a:pt x="0" y="1709"/>
                    <a:pt x="525"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637" name="Google Shape;6637;p36"/>
            <p:cNvSpPr/>
            <p:nvPr/>
          </p:nvSpPr>
          <p:spPr>
            <a:xfrm>
              <a:off x="2447300" y="1418975"/>
              <a:ext cx="62400" cy="53350"/>
            </a:xfrm>
            <a:custGeom>
              <a:rect b="b" l="l" r="r" t="t"/>
              <a:pathLst>
                <a:path extrusionOk="0" h="2134" w="2496">
                  <a:moveTo>
                    <a:pt x="1065" y="1"/>
                  </a:moveTo>
                  <a:cubicBezTo>
                    <a:pt x="480" y="1"/>
                    <a:pt x="8" y="480"/>
                    <a:pt x="0" y="1065"/>
                  </a:cubicBezTo>
                  <a:cubicBezTo>
                    <a:pt x="0" y="1709"/>
                    <a:pt x="525" y="2133"/>
                    <a:pt x="1074" y="2133"/>
                  </a:cubicBezTo>
                  <a:cubicBezTo>
                    <a:pt x="1336" y="2133"/>
                    <a:pt x="1603" y="2037"/>
                    <a:pt x="1821" y="1822"/>
                  </a:cubicBezTo>
                  <a:cubicBezTo>
                    <a:pt x="2496"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638" name="Google Shape;6638;p36"/>
            <p:cNvSpPr/>
            <p:nvPr/>
          </p:nvSpPr>
          <p:spPr>
            <a:xfrm>
              <a:off x="2447300" y="1342750"/>
              <a:ext cx="62400" cy="53450"/>
            </a:xfrm>
            <a:custGeom>
              <a:rect b="b" l="l" r="r" t="t"/>
              <a:pathLst>
                <a:path extrusionOk="0" h="2138" w="2496">
                  <a:moveTo>
                    <a:pt x="1065" y="1"/>
                  </a:moveTo>
                  <a:cubicBezTo>
                    <a:pt x="480" y="1"/>
                    <a:pt x="0" y="481"/>
                    <a:pt x="0" y="1066"/>
                  </a:cubicBezTo>
                  <a:cubicBezTo>
                    <a:pt x="0" y="1710"/>
                    <a:pt x="525" y="2138"/>
                    <a:pt x="1074" y="2138"/>
                  </a:cubicBezTo>
                  <a:cubicBezTo>
                    <a:pt x="1336" y="2138"/>
                    <a:pt x="1603" y="2040"/>
                    <a:pt x="1821" y="1822"/>
                  </a:cubicBezTo>
                  <a:cubicBezTo>
                    <a:pt x="2496"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639" name="Google Shape;6639;p36"/>
            <p:cNvSpPr/>
            <p:nvPr/>
          </p:nvSpPr>
          <p:spPr>
            <a:xfrm>
              <a:off x="2447300" y="1266550"/>
              <a:ext cx="62400" cy="53450"/>
            </a:xfrm>
            <a:custGeom>
              <a:rect b="b" l="l" r="r" t="t"/>
              <a:pathLst>
                <a:path extrusionOk="0" h="2138" w="2496">
                  <a:moveTo>
                    <a:pt x="1065" y="0"/>
                  </a:moveTo>
                  <a:cubicBezTo>
                    <a:pt x="480" y="9"/>
                    <a:pt x="8" y="480"/>
                    <a:pt x="0" y="1074"/>
                  </a:cubicBezTo>
                  <a:cubicBezTo>
                    <a:pt x="0" y="1711"/>
                    <a:pt x="525" y="2137"/>
                    <a:pt x="1073" y="2137"/>
                  </a:cubicBezTo>
                  <a:cubicBezTo>
                    <a:pt x="1335" y="2137"/>
                    <a:pt x="1603" y="2040"/>
                    <a:pt x="1821" y="1821"/>
                  </a:cubicBezTo>
                  <a:cubicBezTo>
                    <a:pt x="2496" y="1155"/>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640" name="Google Shape;6640;p36"/>
            <p:cNvSpPr/>
            <p:nvPr/>
          </p:nvSpPr>
          <p:spPr>
            <a:xfrm>
              <a:off x="2447300" y="1190550"/>
              <a:ext cx="62400" cy="53325"/>
            </a:xfrm>
            <a:custGeom>
              <a:rect b="b" l="l" r="r" t="t"/>
              <a:pathLst>
                <a:path extrusionOk="0" h="2133" w="2496">
                  <a:moveTo>
                    <a:pt x="1065" y="0"/>
                  </a:moveTo>
                  <a:cubicBezTo>
                    <a:pt x="480" y="0"/>
                    <a:pt x="8" y="480"/>
                    <a:pt x="0" y="1065"/>
                  </a:cubicBezTo>
                  <a:cubicBezTo>
                    <a:pt x="0" y="1709"/>
                    <a:pt x="525"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641" name="Google Shape;6641;p36"/>
            <p:cNvSpPr/>
            <p:nvPr/>
          </p:nvSpPr>
          <p:spPr>
            <a:xfrm>
              <a:off x="2447300" y="1114325"/>
              <a:ext cx="62400" cy="53350"/>
            </a:xfrm>
            <a:custGeom>
              <a:rect b="b" l="l" r="r" t="t"/>
              <a:pathLst>
                <a:path extrusionOk="0" h="2134" w="2496">
                  <a:moveTo>
                    <a:pt x="1065" y="1"/>
                  </a:moveTo>
                  <a:cubicBezTo>
                    <a:pt x="480" y="1"/>
                    <a:pt x="0" y="480"/>
                    <a:pt x="0" y="1065"/>
                  </a:cubicBezTo>
                  <a:cubicBezTo>
                    <a:pt x="0" y="1709"/>
                    <a:pt x="525" y="2133"/>
                    <a:pt x="1074" y="2133"/>
                  </a:cubicBezTo>
                  <a:cubicBezTo>
                    <a:pt x="1336" y="2133"/>
                    <a:pt x="1603" y="2037"/>
                    <a:pt x="1821" y="1822"/>
                  </a:cubicBezTo>
                  <a:cubicBezTo>
                    <a:pt x="2496"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642" name="Google Shape;6642;p36"/>
            <p:cNvSpPr/>
            <p:nvPr/>
          </p:nvSpPr>
          <p:spPr>
            <a:xfrm>
              <a:off x="2447300" y="1038125"/>
              <a:ext cx="62400" cy="53325"/>
            </a:xfrm>
            <a:custGeom>
              <a:rect b="b" l="l" r="r" t="t"/>
              <a:pathLst>
                <a:path extrusionOk="0" h="2133" w="2496">
                  <a:moveTo>
                    <a:pt x="1065" y="0"/>
                  </a:moveTo>
                  <a:cubicBezTo>
                    <a:pt x="480" y="0"/>
                    <a:pt x="8" y="480"/>
                    <a:pt x="0" y="1065"/>
                  </a:cubicBezTo>
                  <a:cubicBezTo>
                    <a:pt x="0" y="1709"/>
                    <a:pt x="525"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643" name="Google Shape;6643;p36"/>
            <p:cNvSpPr/>
            <p:nvPr/>
          </p:nvSpPr>
          <p:spPr>
            <a:xfrm>
              <a:off x="2371275" y="1647400"/>
              <a:ext cx="62225" cy="53450"/>
            </a:xfrm>
            <a:custGeom>
              <a:rect b="b" l="l" r="r" t="t"/>
              <a:pathLst>
                <a:path extrusionOk="0" h="2138" w="2489">
                  <a:moveTo>
                    <a:pt x="1066" y="1"/>
                  </a:moveTo>
                  <a:cubicBezTo>
                    <a:pt x="472" y="1"/>
                    <a:pt x="1" y="481"/>
                    <a:pt x="1" y="1066"/>
                  </a:cubicBezTo>
                  <a:cubicBezTo>
                    <a:pt x="1" y="1710"/>
                    <a:pt x="526" y="2138"/>
                    <a:pt x="1072" y="2138"/>
                  </a:cubicBezTo>
                  <a:cubicBezTo>
                    <a:pt x="1333" y="2138"/>
                    <a:pt x="1598" y="2040"/>
                    <a:pt x="1814" y="1822"/>
                  </a:cubicBezTo>
                  <a:cubicBezTo>
                    <a:pt x="2488" y="1147"/>
                    <a:pt x="2009"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644" name="Google Shape;6644;p36"/>
            <p:cNvSpPr/>
            <p:nvPr/>
          </p:nvSpPr>
          <p:spPr>
            <a:xfrm>
              <a:off x="2371275" y="1571400"/>
              <a:ext cx="62225" cy="53250"/>
            </a:xfrm>
            <a:custGeom>
              <a:rect b="b" l="l" r="r" t="t"/>
              <a:pathLst>
                <a:path extrusionOk="0" h="2130" w="2489">
                  <a:moveTo>
                    <a:pt x="1066" y="1"/>
                  </a:moveTo>
                  <a:cubicBezTo>
                    <a:pt x="472" y="1"/>
                    <a:pt x="1" y="472"/>
                    <a:pt x="1" y="1066"/>
                  </a:cubicBezTo>
                  <a:cubicBezTo>
                    <a:pt x="1" y="1703"/>
                    <a:pt x="525" y="2129"/>
                    <a:pt x="1071" y="2129"/>
                  </a:cubicBezTo>
                  <a:cubicBezTo>
                    <a:pt x="1332" y="2129"/>
                    <a:pt x="1598" y="2032"/>
                    <a:pt x="1814" y="1813"/>
                  </a:cubicBezTo>
                  <a:cubicBezTo>
                    <a:pt x="2488" y="1147"/>
                    <a:pt x="2009"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645" name="Google Shape;6645;p36"/>
            <p:cNvSpPr/>
            <p:nvPr/>
          </p:nvSpPr>
          <p:spPr>
            <a:xfrm>
              <a:off x="2371275" y="1495200"/>
              <a:ext cx="62225" cy="53325"/>
            </a:xfrm>
            <a:custGeom>
              <a:rect b="b" l="l" r="r" t="t"/>
              <a:pathLst>
                <a:path extrusionOk="0" h="2133" w="2489">
                  <a:moveTo>
                    <a:pt x="1066" y="0"/>
                  </a:moveTo>
                  <a:cubicBezTo>
                    <a:pt x="472" y="0"/>
                    <a:pt x="1" y="480"/>
                    <a:pt x="1" y="1065"/>
                  </a:cubicBezTo>
                  <a:cubicBezTo>
                    <a:pt x="1" y="1709"/>
                    <a:pt x="526" y="2133"/>
                    <a:pt x="1072" y="2133"/>
                  </a:cubicBezTo>
                  <a:cubicBezTo>
                    <a:pt x="1333" y="2133"/>
                    <a:pt x="1598" y="2036"/>
                    <a:pt x="1814" y="1821"/>
                  </a:cubicBezTo>
                  <a:cubicBezTo>
                    <a:pt x="2488" y="1146"/>
                    <a:pt x="2009"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646" name="Google Shape;6646;p36"/>
            <p:cNvSpPr/>
            <p:nvPr/>
          </p:nvSpPr>
          <p:spPr>
            <a:xfrm>
              <a:off x="2371275" y="1418975"/>
              <a:ext cx="62225" cy="53350"/>
            </a:xfrm>
            <a:custGeom>
              <a:rect b="b" l="l" r="r" t="t"/>
              <a:pathLst>
                <a:path extrusionOk="0" h="2134" w="2489">
                  <a:moveTo>
                    <a:pt x="1066" y="1"/>
                  </a:moveTo>
                  <a:cubicBezTo>
                    <a:pt x="472" y="1"/>
                    <a:pt x="1" y="480"/>
                    <a:pt x="1" y="1065"/>
                  </a:cubicBezTo>
                  <a:cubicBezTo>
                    <a:pt x="1" y="1709"/>
                    <a:pt x="526" y="2133"/>
                    <a:pt x="1072" y="2133"/>
                  </a:cubicBezTo>
                  <a:cubicBezTo>
                    <a:pt x="1333" y="2133"/>
                    <a:pt x="1598" y="2037"/>
                    <a:pt x="1814" y="1822"/>
                  </a:cubicBezTo>
                  <a:cubicBezTo>
                    <a:pt x="2488" y="1147"/>
                    <a:pt x="2009"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647" name="Google Shape;6647;p36"/>
            <p:cNvSpPr/>
            <p:nvPr/>
          </p:nvSpPr>
          <p:spPr>
            <a:xfrm>
              <a:off x="2371275" y="1342750"/>
              <a:ext cx="62225" cy="53450"/>
            </a:xfrm>
            <a:custGeom>
              <a:rect b="b" l="l" r="r" t="t"/>
              <a:pathLst>
                <a:path extrusionOk="0" h="2138" w="2489">
                  <a:moveTo>
                    <a:pt x="1066" y="1"/>
                  </a:moveTo>
                  <a:cubicBezTo>
                    <a:pt x="472" y="1"/>
                    <a:pt x="1" y="481"/>
                    <a:pt x="1" y="1066"/>
                  </a:cubicBezTo>
                  <a:cubicBezTo>
                    <a:pt x="1" y="1710"/>
                    <a:pt x="526" y="2138"/>
                    <a:pt x="1072" y="2138"/>
                  </a:cubicBezTo>
                  <a:cubicBezTo>
                    <a:pt x="1333" y="2138"/>
                    <a:pt x="1598" y="2040"/>
                    <a:pt x="1814" y="1822"/>
                  </a:cubicBezTo>
                  <a:cubicBezTo>
                    <a:pt x="2488" y="1147"/>
                    <a:pt x="2009"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648" name="Google Shape;6648;p36"/>
            <p:cNvSpPr/>
            <p:nvPr/>
          </p:nvSpPr>
          <p:spPr>
            <a:xfrm>
              <a:off x="2371275" y="1266550"/>
              <a:ext cx="62225" cy="53450"/>
            </a:xfrm>
            <a:custGeom>
              <a:rect b="b" l="l" r="r" t="t"/>
              <a:pathLst>
                <a:path extrusionOk="0" h="2138" w="2489">
                  <a:moveTo>
                    <a:pt x="1066" y="0"/>
                  </a:moveTo>
                  <a:cubicBezTo>
                    <a:pt x="472" y="9"/>
                    <a:pt x="1" y="480"/>
                    <a:pt x="1" y="1074"/>
                  </a:cubicBezTo>
                  <a:cubicBezTo>
                    <a:pt x="1" y="1711"/>
                    <a:pt x="525" y="2137"/>
                    <a:pt x="1071" y="2137"/>
                  </a:cubicBezTo>
                  <a:cubicBezTo>
                    <a:pt x="1332" y="2137"/>
                    <a:pt x="1598" y="2040"/>
                    <a:pt x="1814" y="1821"/>
                  </a:cubicBezTo>
                  <a:cubicBezTo>
                    <a:pt x="2488" y="1155"/>
                    <a:pt x="2009"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649" name="Google Shape;6649;p36"/>
            <p:cNvSpPr/>
            <p:nvPr/>
          </p:nvSpPr>
          <p:spPr>
            <a:xfrm>
              <a:off x="2371275" y="1190550"/>
              <a:ext cx="62225" cy="53325"/>
            </a:xfrm>
            <a:custGeom>
              <a:rect b="b" l="l" r="r" t="t"/>
              <a:pathLst>
                <a:path extrusionOk="0" h="2133" w="2489">
                  <a:moveTo>
                    <a:pt x="1066" y="0"/>
                  </a:moveTo>
                  <a:cubicBezTo>
                    <a:pt x="472" y="0"/>
                    <a:pt x="1" y="480"/>
                    <a:pt x="1" y="1065"/>
                  </a:cubicBezTo>
                  <a:cubicBezTo>
                    <a:pt x="1" y="1709"/>
                    <a:pt x="526" y="2133"/>
                    <a:pt x="1072" y="2133"/>
                  </a:cubicBezTo>
                  <a:cubicBezTo>
                    <a:pt x="1333" y="2133"/>
                    <a:pt x="1598" y="2036"/>
                    <a:pt x="1814" y="1821"/>
                  </a:cubicBezTo>
                  <a:cubicBezTo>
                    <a:pt x="2488" y="1146"/>
                    <a:pt x="2009"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650" name="Google Shape;6650;p36"/>
            <p:cNvSpPr/>
            <p:nvPr/>
          </p:nvSpPr>
          <p:spPr>
            <a:xfrm>
              <a:off x="2371275" y="1114325"/>
              <a:ext cx="62225" cy="53350"/>
            </a:xfrm>
            <a:custGeom>
              <a:rect b="b" l="l" r="r" t="t"/>
              <a:pathLst>
                <a:path extrusionOk="0" h="2134" w="2489">
                  <a:moveTo>
                    <a:pt x="1066" y="1"/>
                  </a:moveTo>
                  <a:cubicBezTo>
                    <a:pt x="472" y="1"/>
                    <a:pt x="1" y="480"/>
                    <a:pt x="1" y="1065"/>
                  </a:cubicBezTo>
                  <a:cubicBezTo>
                    <a:pt x="1" y="1709"/>
                    <a:pt x="526" y="2133"/>
                    <a:pt x="1072" y="2133"/>
                  </a:cubicBezTo>
                  <a:cubicBezTo>
                    <a:pt x="1333" y="2133"/>
                    <a:pt x="1598" y="2037"/>
                    <a:pt x="1814" y="1822"/>
                  </a:cubicBezTo>
                  <a:cubicBezTo>
                    <a:pt x="2488" y="1147"/>
                    <a:pt x="2009"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651" name="Google Shape;6651;p36"/>
            <p:cNvSpPr/>
            <p:nvPr/>
          </p:nvSpPr>
          <p:spPr>
            <a:xfrm>
              <a:off x="2371275" y="1038125"/>
              <a:ext cx="62225" cy="53325"/>
            </a:xfrm>
            <a:custGeom>
              <a:rect b="b" l="l" r="r" t="t"/>
              <a:pathLst>
                <a:path extrusionOk="0" h="2133" w="2489">
                  <a:moveTo>
                    <a:pt x="1066" y="0"/>
                  </a:moveTo>
                  <a:cubicBezTo>
                    <a:pt x="472" y="0"/>
                    <a:pt x="1" y="480"/>
                    <a:pt x="1" y="1065"/>
                  </a:cubicBezTo>
                  <a:cubicBezTo>
                    <a:pt x="1" y="1709"/>
                    <a:pt x="526" y="2133"/>
                    <a:pt x="1072" y="2133"/>
                  </a:cubicBezTo>
                  <a:cubicBezTo>
                    <a:pt x="1333" y="2133"/>
                    <a:pt x="1598" y="2036"/>
                    <a:pt x="1814" y="1821"/>
                  </a:cubicBezTo>
                  <a:cubicBezTo>
                    <a:pt x="2488" y="1146"/>
                    <a:pt x="2009"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652" name="Google Shape;6652;p36"/>
            <p:cNvSpPr/>
            <p:nvPr/>
          </p:nvSpPr>
          <p:spPr>
            <a:xfrm>
              <a:off x="2295075" y="1342750"/>
              <a:ext cx="62200" cy="53450"/>
            </a:xfrm>
            <a:custGeom>
              <a:rect b="b" l="l" r="r" t="t"/>
              <a:pathLst>
                <a:path extrusionOk="0" h="2138" w="2488">
                  <a:moveTo>
                    <a:pt x="1065" y="1"/>
                  </a:moveTo>
                  <a:cubicBezTo>
                    <a:pt x="472" y="1"/>
                    <a:pt x="0" y="481"/>
                    <a:pt x="0" y="1066"/>
                  </a:cubicBezTo>
                  <a:cubicBezTo>
                    <a:pt x="0" y="1710"/>
                    <a:pt x="525" y="2138"/>
                    <a:pt x="1071" y="2138"/>
                  </a:cubicBezTo>
                  <a:cubicBezTo>
                    <a:pt x="1332" y="2138"/>
                    <a:pt x="1598" y="2040"/>
                    <a:pt x="1813" y="1822"/>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653" name="Google Shape;6653;p36"/>
            <p:cNvSpPr/>
            <p:nvPr/>
          </p:nvSpPr>
          <p:spPr>
            <a:xfrm>
              <a:off x="2295075" y="1266550"/>
              <a:ext cx="62200" cy="53450"/>
            </a:xfrm>
            <a:custGeom>
              <a:rect b="b" l="l" r="r" t="t"/>
              <a:pathLst>
                <a:path extrusionOk="0" h="2138" w="2488">
                  <a:moveTo>
                    <a:pt x="1065" y="0"/>
                  </a:moveTo>
                  <a:cubicBezTo>
                    <a:pt x="472" y="9"/>
                    <a:pt x="0" y="480"/>
                    <a:pt x="0" y="1074"/>
                  </a:cubicBezTo>
                  <a:cubicBezTo>
                    <a:pt x="0" y="1711"/>
                    <a:pt x="525" y="2137"/>
                    <a:pt x="1070" y="2137"/>
                  </a:cubicBezTo>
                  <a:cubicBezTo>
                    <a:pt x="1331" y="2137"/>
                    <a:pt x="1597" y="2040"/>
                    <a:pt x="1813" y="1821"/>
                  </a:cubicBezTo>
                  <a:cubicBezTo>
                    <a:pt x="2488" y="1155"/>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654" name="Google Shape;6654;p36"/>
            <p:cNvSpPr/>
            <p:nvPr/>
          </p:nvSpPr>
          <p:spPr>
            <a:xfrm>
              <a:off x="2295075" y="1190550"/>
              <a:ext cx="62200" cy="53325"/>
            </a:xfrm>
            <a:custGeom>
              <a:rect b="b" l="l" r="r" t="t"/>
              <a:pathLst>
                <a:path extrusionOk="0" h="2133" w="2488">
                  <a:moveTo>
                    <a:pt x="1065" y="0"/>
                  </a:moveTo>
                  <a:cubicBezTo>
                    <a:pt x="472" y="0"/>
                    <a:pt x="0" y="480"/>
                    <a:pt x="0" y="1065"/>
                  </a:cubicBezTo>
                  <a:cubicBezTo>
                    <a:pt x="0" y="1709"/>
                    <a:pt x="525" y="2133"/>
                    <a:pt x="1072" y="2133"/>
                  </a:cubicBezTo>
                  <a:cubicBezTo>
                    <a:pt x="1332" y="2133"/>
                    <a:pt x="1598" y="2036"/>
                    <a:pt x="1813" y="1821"/>
                  </a:cubicBezTo>
                  <a:cubicBezTo>
                    <a:pt x="2488" y="1146"/>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655" name="Google Shape;6655;p36"/>
            <p:cNvSpPr/>
            <p:nvPr/>
          </p:nvSpPr>
          <p:spPr>
            <a:xfrm>
              <a:off x="2295075" y="1114325"/>
              <a:ext cx="62200" cy="53350"/>
            </a:xfrm>
            <a:custGeom>
              <a:rect b="b" l="l" r="r" t="t"/>
              <a:pathLst>
                <a:path extrusionOk="0" h="2134" w="2488">
                  <a:moveTo>
                    <a:pt x="1065" y="1"/>
                  </a:moveTo>
                  <a:cubicBezTo>
                    <a:pt x="472" y="1"/>
                    <a:pt x="0" y="480"/>
                    <a:pt x="0" y="1065"/>
                  </a:cubicBezTo>
                  <a:cubicBezTo>
                    <a:pt x="0" y="1709"/>
                    <a:pt x="525" y="2133"/>
                    <a:pt x="1072" y="2133"/>
                  </a:cubicBezTo>
                  <a:cubicBezTo>
                    <a:pt x="1332" y="2133"/>
                    <a:pt x="1598" y="2037"/>
                    <a:pt x="1813" y="1822"/>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656" name="Google Shape;6656;p36"/>
            <p:cNvSpPr/>
            <p:nvPr/>
          </p:nvSpPr>
          <p:spPr>
            <a:xfrm>
              <a:off x="2218650" y="1266550"/>
              <a:ext cx="62225" cy="53450"/>
            </a:xfrm>
            <a:custGeom>
              <a:rect b="b" l="l" r="r" t="t"/>
              <a:pathLst>
                <a:path extrusionOk="0" h="2138" w="2489">
                  <a:moveTo>
                    <a:pt x="1074" y="0"/>
                  </a:moveTo>
                  <a:cubicBezTo>
                    <a:pt x="480" y="9"/>
                    <a:pt x="0" y="480"/>
                    <a:pt x="0" y="1074"/>
                  </a:cubicBezTo>
                  <a:cubicBezTo>
                    <a:pt x="0" y="1711"/>
                    <a:pt x="525" y="2137"/>
                    <a:pt x="1073" y="2137"/>
                  </a:cubicBezTo>
                  <a:cubicBezTo>
                    <a:pt x="1335" y="2137"/>
                    <a:pt x="1603" y="2040"/>
                    <a:pt x="1821" y="1821"/>
                  </a:cubicBezTo>
                  <a:cubicBezTo>
                    <a:pt x="2488" y="1155"/>
                    <a:pt x="2017" y="9"/>
                    <a:pt x="1074"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657" name="Google Shape;6657;p36"/>
            <p:cNvSpPr/>
            <p:nvPr/>
          </p:nvSpPr>
          <p:spPr>
            <a:xfrm>
              <a:off x="2218650" y="1190550"/>
              <a:ext cx="62225" cy="53325"/>
            </a:xfrm>
            <a:custGeom>
              <a:rect b="b" l="l" r="r" t="t"/>
              <a:pathLst>
                <a:path extrusionOk="0" h="2133" w="2489">
                  <a:moveTo>
                    <a:pt x="1074" y="0"/>
                  </a:moveTo>
                  <a:cubicBezTo>
                    <a:pt x="480" y="0"/>
                    <a:pt x="0" y="480"/>
                    <a:pt x="0" y="1065"/>
                  </a:cubicBezTo>
                  <a:cubicBezTo>
                    <a:pt x="0" y="1709"/>
                    <a:pt x="526" y="2133"/>
                    <a:pt x="1074" y="2133"/>
                  </a:cubicBezTo>
                  <a:cubicBezTo>
                    <a:pt x="1336" y="2133"/>
                    <a:pt x="1603" y="2036"/>
                    <a:pt x="1821" y="1821"/>
                  </a:cubicBezTo>
                  <a:cubicBezTo>
                    <a:pt x="2488" y="1154"/>
                    <a:pt x="2017" y="0"/>
                    <a:pt x="1074"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658" name="Google Shape;6658;p36"/>
            <p:cNvSpPr/>
            <p:nvPr/>
          </p:nvSpPr>
          <p:spPr>
            <a:xfrm>
              <a:off x="2218650" y="1114325"/>
              <a:ext cx="62225" cy="53350"/>
            </a:xfrm>
            <a:custGeom>
              <a:rect b="b" l="l" r="r" t="t"/>
              <a:pathLst>
                <a:path extrusionOk="0" h="2134" w="2489">
                  <a:moveTo>
                    <a:pt x="1074" y="1"/>
                  </a:moveTo>
                  <a:cubicBezTo>
                    <a:pt x="480" y="1"/>
                    <a:pt x="0" y="480"/>
                    <a:pt x="0" y="1065"/>
                  </a:cubicBezTo>
                  <a:cubicBezTo>
                    <a:pt x="0" y="1709"/>
                    <a:pt x="526" y="2133"/>
                    <a:pt x="1074" y="2133"/>
                  </a:cubicBezTo>
                  <a:cubicBezTo>
                    <a:pt x="1336" y="2133"/>
                    <a:pt x="1603" y="2037"/>
                    <a:pt x="1821" y="1822"/>
                  </a:cubicBezTo>
                  <a:cubicBezTo>
                    <a:pt x="2488" y="1155"/>
                    <a:pt x="2017" y="1"/>
                    <a:pt x="1074"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659" name="Google Shape;6659;p36"/>
            <p:cNvSpPr/>
            <p:nvPr/>
          </p:nvSpPr>
          <p:spPr>
            <a:xfrm>
              <a:off x="2142425" y="1266550"/>
              <a:ext cx="62425" cy="53450"/>
            </a:xfrm>
            <a:custGeom>
              <a:rect b="b" l="l" r="r" t="t"/>
              <a:pathLst>
                <a:path extrusionOk="0" h="2138" w="2497">
                  <a:moveTo>
                    <a:pt x="1074" y="0"/>
                  </a:moveTo>
                  <a:cubicBezTo>
                    <a:pt x="481" y="9"/>
                    <a:pt x="9" y="480"/>
                    <a:pt x="1" y="1074"/>
                  </a:cubicBezTo>
                  <a:cubicBezTo>
                    <a:pt x="1" y="1711"/>
                    <a:pt x="529" y="2137"/>
                    <a:pt x="1077" y="2137"/>
                  </a:cubicBezTo>
                  <a:cubicBezTo>
                    <a:pt x="1339" y="2137"/>
                    <a:pt x="1606" y="2040"/>
                    <a:pt x="1822" y="1821"/>
                  </a:cubicBezTo>
                  <a:cubicBezTo>
                    <a:pt x="2497" y="1155"/>
                    <a:pt x="2017" y="0"/>
                    <a:pt x="1074"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660" name="Google Shape;6660;p36"/>
            <p:cNvSpPr/>
            <p:nvPr/>
          </p:nvSpPr>
          <p:spPr>
            <a:xfrm>
              <a:off x="2142425" y="1190550"/>
              <a:ext cx="62425" cy="53325"/>
            </a:xfrm>
            <a:custGeom>
              <a:rect b="b" l="l" r="r" t="t"/>
              <a:pathLst>
                <a:path extrusionOk="0" h="2133" w="2497">
                  <a:moveTo>
                    <a:pt x="1074" y="0"/>
                  </a:moveTo>
                  <a:cubicBezTo>
                    <a:pt x="481" y="0"/>
                    <a:pt x="9" y="480"/>
                    <a:pt x="1" y="1065"/>
                  </a:cubicBezTo>
                  <a:cubicBezTo>
                    <a:pt x="1" y="1709"/>
                    <a:pt x="530" y="2133"/>
                    <a:pt x="1079" y="2133"/>
                  </a:cubicBezTo>
                  <a:cubicBezTo>
                    <a:pt x="1340" y="2133"/>
                    <a:pt x="1607" y="2036"/>
                    <a:pt x="1822" y="1821"/>
                  </a:cubicBezTo>
                  <a:cubicBezTo>
                    <a:pt x="2497" y="1146"/>
                    <a:pt x="2017" y="0"/>
                    <a:pt x="1074"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661" name="Google Shape;6661;p36"/>
            <p:cNvSpPr/>
            <p:nvPr/>
          </p:nvSpPr>
          <p:spPr>
            <a:xfrm>
              <a:off x="2751950" y="3627950"/>
              <a:ext cx="62200" cy="53425"/>
            </a:xfrm>
            <a:custGeom>
              <a:rect b="b" l="l" r="r" t="t"/>
              <a:pathLst>
                <a:path extrusionOk="0" h="2137" w="2488">
                  <a:moveTo>
                    <a:pt x="1065" y="0"/>
                  </a:moveTo>
                  <a:cubicBezTo>
                    <a:pt x="480" y="8"/>
                    <a:pt x="0" y="480"/>
                    <a:pt x="0" y="1073"/>
                  </a:cubicBezTo>
                  <a:cubicBezTo>
                    <a:pt x="0" y="1711"/>
                    <a:pt x="525" y="2137"/>
                    <a:pt x="1073" y="2137"/>
                  </a:cubicBezTo>
                  <a:cubicBezTo>
                    <a:pt x="1335" y="2137"/>
                    <a:pt x="1603" y="2039"/>
                    <a:pt x="1821" y="1821"/>
                  </a:cubicBezTo>
                  <a:cubicBezTo>
                    <a:pt x="2488" y="1154"/>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662" name="Google Shape;6662;p36"/>
            <p:cNvSpPr/>
            <p:nvPr/>
          </p:nvSpPr>
          <p:spPr>
            <a:xfrm>
              <a:off x="2751950" y="3551925"/>
              <a:ext cx="62350" cy="53300"/>
            </a:xfrm>
            <a:custGeom>
              <a:rect b="b" l="l" r="r" t="t"/>
              <a:pathLst>
                <a:path extrusionOk="0" h="2132" w="2494">
                  <a:moveTo>
                    <a:pt x="1075" y="1"/>
                  </a:moveTo>
                  <a:cubicBezTo>
                    <a:pt x="1072" y="1"/>
                    <a:pt x="1068" y="1"/>
                    <a:pt x="1065" y="1"/>
                  </a:cubicBezTo>
                  <a:cubicBezTo>
                    <a:pt x="480" y="1"/>
                    <a:pt x="0" y="480"/>
                    <a:pt x="0" y="1066"/>
                  </a:cubicBezTo>
                  <a:cubicBezTo>
                    <a:pt x="6" y="1708"/>
                    <a:pt x="530" y="2131"/>
                    <a:pt x="1075" y="2131"/>
                  </a:cubicBezTo>
                  <a:cubicBezTo>
                    <a:pt x="1337" y="2131"/>
                    <a:pt x="1604" y="2033"/>
                    <a:pt x="1821" y="1814"/>
                  </a:cubicBezTo>
                  <a:cubicBezTo>
                    <a:pt x="2493" y="1141"/>
                    <a:pt x="2020" y="1"/>
                    <a:pt x="107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663" name="Google Shape;6663;p36"/>
            <p:cNvSpPr/>
            <p:nvPr/>
          </p:nvSpPr>
          <p:spPr>
            <a:xfrm>
              <a:off x="2751950" y="3475725"/>
              <a:ext cx="62350" cy="53275"/>
            </a:xfrm>
            <a:custGeom>
              <a:rect b="b" l="l" r="r" t="t"/>
              <a:pathLst>
                <a:path extrusionOk="0" h="2131" w="2494">
                  <a:moveTo>
                    <a:pt x="1075" y="0"/>
                  </a:moveTo>
                  <a:cubicBezTo>
                    <a:pt x="1072" y="0"/>
                    <a:pt x="1068" y="0"/>
                    <a:pt x="1065" y="0"/>
                  </a:cubicBezTo>
                  <a:cubicBezTo>
                    <a:pt x="480" y="0"/>
                    <a:pt x="0" y="480"/>
                    <a:pt x="0" y="1065"/>
                  </a:cubicBezTo>
                  <a:cubicBezTo>
                    <a:pt x="0" y="1707"/>
                    <a:pt x="526" y="2131"/>
                    <a:pt x="1073" y="2131"/>
                  </a:cubicBezTo>
                  <a:cubicBezTo>
                    <a:pt x="1336" y="2131"/>
                    <a:pt x="1604" y="2032"/>
                    <a:pt x="1821" y="1813"/>
                  </a:cubicBezTo>
                  <a:cubicBezTo>
                    <a:pt x="2493" y="1149"/>
                    <a:pt x="2020" y="0"/>
                    <a:pt x="107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664" name="Google Shape;6664;p36"/>
            <p:cNvSpPr/>
            <p:nvPr/>
          </p:nvSpPr>
          <p:spPr>
            <a:xfrm>
              <a:off x="2675925" y="3856775"/>
              <a:ext cx="62225" cy="53300"/>
            </a:xfrm>
            <a:custGeom>
              <a:rect b="b" l="l" r="r" t="t"/>
              <a:pathLst>
                <a:path extrusionOk="0" h="2132" w="2489">
                  <a:moveTo>
                    <a:pt x="1066" y="1"/>
                  </a:moveTo>
                  <a:cubicBezTo>
                    <a:pt x="472" y="1"/>
                    <a:pt x="1" y="480"/>
                    <a:pt x="1" y="1066"/>
                  </a:cubicBezTo>
                  <a:cubicBezTo>
                    <a:pt x="1" y="1708"/>
                    <a:pt x="523" y="2131"/>
                    <a:pt x="1067" y="2131"/>
                  </a:cubicBezTo>
                  <a:cubicBezTo>
                    <a:pt x="1330" y="2131"/>
                    <a:pt x="1597" y="2033"/>
                    <a:pt x="1814" y="1814"/>
                  </a:cubicBezTo>
                  <a:cubicBezTo>
                    <a:pt x="2488" y="1147"/>
                    <a:pt x="2009"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665" name="Google Shape;6665;p36"/>
            <p:cNvSpPr/>
            <p:nvPr/>
          </p:nvSpPr>
          <p:spPr>
            <a:xfrm>
              <a:off x="2675725" y="3780375"/>
              <a:ext cx="62425" cy="53475"/>
            </a:xfrm>
            <a:custGeom>
              <a:rect b="b" l="l" r="r" t="t"/>
              <a:pathLst>
                <a:path extrusionOk="0" h="2139" w="2497">
                  <a:moveTo>
                    <a:pt x="1074" y="0"/>
                  </a:moveTo>
                  <a:cubicBezTo>
                    <a:pt x="480" y="0"/>
                    <a:pt x="1" y="480"/>
                    <a:pt x="9" y="1073"/>
                  </a:cubicBezTo>
                  <a:cubicBezTo>
                    <a:pt x="9" y="1715"/>
                    <a:pt x="535" y="2139"/>
                    <a:pt x="1081" y="2139"/>
                  </a:cubicBezTo>
                  <a:cubicBezTo>
                    <a:pt x="1345" y="2139"/>
                    <a:pt x="1613" y="2040"/>
                    <a:pt x="1830" y="1821"/>
                  </a:cubicBezTo>
                  <a:cubicBezTo>
                    <a:pt x="2496" y="1146"/>
                    <a:pt x="2025" y="0"/>
                    <a:pt x="1074"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666" name="Google Shape;6666;p36"/>
            <p:cNvSpPr/>
            <p:nvPr/>
          </p:nvSpPr>
          <p:spPr>
            <a:xfrm>
              <a:off x="2675925" y="3704150"/>
              <a:ext cx="62225" cy="53450"/>
            </a:xfrm>
            <a:custGeom>
              <a:rect b="b" l="l" r="r" t="t"/>
              <a:pathLst>
                <a:path extrusionOk="0" h="2138" w="2489">
                  <a:moveTo>
                    <a:pt x="1066" y="1"/>
                  </a:moveTo>
                  <a:cubicBezTo>
                    <a:pt x="472" y="1"/>
                    <a:pt x="1" y="480"/>
                    <a:pt x="1" y="1066"/>
                  </a:cubicBezTo>
                  <a:cubicBezTo>
                    <a:pt x="1" y="1709"/>
                    <a:pt x="526" y="2137"/>
                    <a:pt x="1072" y="2137"/>
                  </a:cubicBezTo>
                  <a:cubicBezTo>
                    <a:pt x="1333" y="2137"/>
                    <a:pt x="1598" y="2040"/>
                    <a:pt x="1814" y="1822"/>
                  </a:cubicBezTo>
                  <a:cubicBezTo>
                    <a:pt x="2488"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667" name="Google Shape;6667;p36"/>
            <p:cNvSpPr/>
            <p:nvPr/>
          </p:nvSpPr>
          <p:spPr>
            <a:xfrm>
              <a:off x="2675925" y="3627950"/>
              <a:ext cx="62225" cy="53425"/>
            </a:xfrm>
            <a:custGeom>
              <a:rect b="b" l="l" r="r" t="t"/>
              <a:pathLst>
                <a:path extrusionOk="0" h="2137" w="2489">
                  <a:moveTo>
                    <a:pt x="1066" y="0"/>
                  </a:moveTo>
                  <a:cubicBezTo>
                    <a:pt x="472" y="8"/>
                    <a:pt x="1" y="480"/>
                    <a:pt x="1" y="1073"/>
                  </a:cubicBezTo>
                  <a:cubicBezTo>
                    <a:pt x="1" y="1711"/>
                    <a:pt x="525" y="2137"/>
                    <a:pt x="1073" y="2137"/>
                  </a:cubicBezTo>
                  <a:cubicBezTo>
                    <a:pt x="1336" y="2137"/>
                    <a:pt x="1603" y="2039"/>
                    <a:pt x="1822" y="1821"/>
                  </a:cubicBezTo>
                  <a:cubicBezTo>
                    <a:pt x="2488" y="1154"/>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668" name="Google Shape;6668;p36"/>
            <p:cNvSpPr/>
            <p:nvPr/>
          </p:nvSpPr>
          <p:spPr>
            <a:xfrm>
              <a:off x="2675925" y="3551925"/>
              <a:ext cx="62225" cy="53300"/>
            </a:xfrm>
            <a:custGeom>
              <a:rect b="b" l="l" r="r" t="t"/>
              <a:pathLst>
                <a:path extrusionOk="0" h="2132" w="2489">
                  <a:moveTo>
                    <a:pt x="1066" y="1"/>
                  </a:moveTo>
                  <a:cubicBezTo>
                    <a:pt x="472" y="1"/>
                    <a:pt x="1" y="480"/>
                    <a:pt x="1" y="1066"/>
                  </a:cubicBezTo>
                  <a:cubicBezTo>
                    <a:pt x="1" y="1708"/>
                    <a:pt x="523" y="2131"/>
                    <a:pt x="1067" y="2131"/>
                  </a:cubicBezTo>
                  <a:cubicBezTo>
                    <a:pt x="1330" y="2131"/>
                    <a:pt x="1597" y="2033"/>
                    <a:pt x="1814" y="1814"/>
                  </a:cubicBezTo>
                  <a:cubicBezTo>
                    <a:pt x="2488" y="1147"/>
                    <a:pt x="2009"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669" name="Google Shape;6669;p36"/>
            <p:cNvSpPr/>
            <p:nvPr/>
          </p:nvSpPr>
          <p:spPr>
            <a:xfrm>
              <a:off x="2675925" y="3475725"/>
              <a:ext cx="62225" cy="53350"/>
            </a:xfrm>
            <a:custGeom>
              <a:rect b="b" l="l" r="r" t="t"/>
              <a:pathLst>
                <a:path extrusionOk="0" h="2134" w="2489">
                  <a:moveTo>
                    <a:pt x="1066" y="0"/>
                  </a:moveTo>
                  <a:cubicBezTo>
                    <a:pt x="472" y="0"/>
                    <a:pt x="1" y="480"/>
                    <a:pt x="1" y="1065"/>
                  </a:cubicBezTo>
                  <a:cubicBezTo>
                    <a:pt x="1" y="1709"/>
                    <a:pt x="526" y="2133"/>
                    <a:pt x="1072" y="2133"/>
                  </a:cubicBezTo>
                  <a:cubicBezTo>
                    <a:pt x="1333" y="2133"/>
                    <a:pt x="1598" y="2037"/>
                    <a:pt x="1814" y="1821"/>
                  </a:cubicBezTo>
                  <a:cubicBezTo>
                    <a:pt x="2488" y="1146"/>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670" name="Google Shape;6670;p36"/>
            <p:cNvSpPr/>
            <p:nvPr/>
          </p:nvSpPr>
          <p:spPr>
            <a:xfrm>
              <a:off x="2599725" y="3856775"/>
              <a:ext cx="62200" cy="53300"/>
            </a:xfrm>
            <a:custGeom>
              <a:rect b="b" l="l" r="r" t="t"/>
              <a:pathLst>
                <a:path extrusionOk="0" h="2132" w="2488">
                  <a:moveTo>
                    <a:pt x="1065" y="1"/>
                  </a:moveTo>
                  <a:cubicBezTo>
                    <a:pt x="472" y="1"/>
                    <a:pt x="0" y="480"/>
                    <a:pt x="0" y="1066"/>
                  </a:cubicBezTo>
                  <a:cubicBezTo>
                    <a:pt x="0" y="1708"/>
                    <a:pt x="522" y="2131"/>
                    <a:pt x="1069" y="2131"/>
                  </a:cubicBezTo>
                  <a:cubicBezTo>
                    <a:pt x="1333" y="2131"/>
                    <a:pt x="1602" y="2033"/>
                    <a:pt x="1821" y="1814"/>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671" name="Google Shape;6671;p36"/>
            <p:cNvSpPr/>
            <p:nvPr/>
          </p:nvSpPr>
          <p:spPr>
            <a:xfrm>
              <a:off x="2599725" y="3780375"/>
              <a:ext cx="62400" cy="53475"/>
            </a:xfrm>
            <a:custGeom>
              <a:rect b="b" l="l" r="r" t="t"/>
              <a:pathLst>
                <a:path extrusionOk="0" h="2139" w="2496">
                  <a:moveTo>
                    <a:pt x="1065" y="0"/>
                  </a:moveTo>
                  <a:cubicBezTo>
                    <a:pt x="472" y="0"/>
                    <a:pt x="0" y="480"/>
                    <a:pt x="0" y="1073"/>
                  </a:cubicBezTo>
                  <a:cubicBezTo>
                    <a:pt x="0" y="1715"/>
                    <a:pt x="526" y="2139"/>
                    <a:pt x="1073" y="2139"/>
                  </a:cubicBezTo>
                  <a:cubicBezTo>
                    <a:pt x="1336" y="2139"/>
                    <a:pt x="1604" y="2040"/>
                    <a:pt x="1821" y="1821"/>
                  </a:cubicBezTo>
                  <a:cubicBezTo>
                    <a:pt x="2496" y="1146"/>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672" name="Google Shape;6672;p36"/>
            <p:cNvSpPr/>
            <p:nvPr/>
          </p:nvSpPr>
          <p:spPr>
            <a:xfrm>
              <a:off x="2599725" y="3704150"/>
              <a:ext cx="62200" cy="53450"/>
            </a:xfrm>
            <a:custGeom>
              <a:rect b="b" l="l" r="r" t="t"/>
              <a:pathLst>
                <a:path extrusionOk="0" h="2138" w="2488">
                  <a:moveTo>
                    <a:pt x="1065" y="1"/>
                  </a:moveTo>
                  <a:cubicBezTo>
                    <a:pt x="480" y="1"/>
                    <a:pt x="0" y="480"/>
                    <a:pt x="0" y="1066"/>
                  </a:cubicBezTo>
                  <a:cubicBezTo>
                    <a:pt x="0" y="1709"/>
                    <a:pt x="525" y="2137"/>
                    <a:pt x="1074" y="2137"/>
                  </a:cubicBezTo>
                  <a:cubicBezTo>
                    <a:pt x="1336" y="2137"/>
                    <a:pt x="1603" y="2040"/>
                    <a:pt x="1821" y="1822"/>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673" name="Google Shape;6673;p36"/>
            <p:cNvSpPr/>
            <p:nvPr/>
          </p:nvSpPr>
          <p:spPr>
            <a:xfrm>
              <a:off x="2599725" y="3627950"/>
              <a:ext cx="62200" cy="53425"/>
            </a:xfrm>
            <a:custGeom>
              <a:rect b="b" l="l" r="r" t="t"/>
              <a:pathLst>
                <a:path extrusionOk="0" h="2137" w="2488">
                  <a:moveTo>
                    <a:pt x="1065" y="0"/>
                  </a:moveTo>
                  <a:cubicBezTo>
                    <a:pt x="480" y="8"/>
                    <a:pt x="0" y="480"/>
                    <a:pt x="0" y="1073"/>
                  </a:cubicBezTo>
                  <a:cubicBezTo>
                    <a:pt x="0" y="1711"/>
                    <a:pt x="525" y="2137"/>
                    <a:pt x="1073" y="2137"/>
                  </a:cubicBezTo>
                  <a:cubicBezTo>
                    <a:pt x="1335" y="2137"/>
                    <a:pt x="1603" y="2039"/>
                    <a:pt x="1821" y="1821"/>
                  </a:cubicBezTo>
                  <a:cubicBezTo>
                    <a:pt x="2488" y="1154"/>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674" name="Google Shape;6674;p36"/>
            <p:cNvSpPr/>
            <p:nvPr/>
          </p:nvSpPr>
          <p:spPr>
            <a:xfrm>
              <a:off x="2599725" y="3551925"/>
              <a:ext cx="62200" cy="53300"/>
            </a:xfrm>
            <a:custGeom>
              <a:rect b="b" l="l" r="r" t="t"/>
              <a:pathLst>
                <a:path extrusionOk="0" h="2132" w="2488">
                  <a:moveTo>
                    <a:pt x="1065" y="1"/>
                  </a:moveTo>
                  <a:cubicBezTo>
                    <a:pt x="472" y="1"/>
                    <a:pt x="0" y="480"/>
                    <a:pt x="0" y="1066"/>
                  </a:cubicBezTo>
                  <a:cubicBezTo>
                    <a:pt x="0" y="1708"/>
                    <a:pt x="522" y="2131"/>
                    <a:pt x="1069" y="2131"/>
                  </a:cubicBezTo>
                  <a:cubicBezTo>
                    <a:pt x="1333" y="2131"/>
                    <a:pt x="1602" y="2033"/>
                    <a:pt x="1821" y="1814"/>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675" name="Google Shape;6675;p36"/>
            <p:cNvSpPr/>
            <p:nvPr/>
          </p:nvSpPr>
          <p:spPr>
            <a:xfrm>
              <a:off x="2599725" y="3475725"/>
              <a:ext cx="62200" cy="53350"/>
            </a:xfrm>
            <a:custGeom>
              <a:rect b="b" l="l" r="r" t="t"/>
              <a:pathLst>
                <a:path extrusionOk="0" h="2134" w="2488">
                  <a:moveTo>
                    <a:pt x="1065" y="0"/>
                  </a:moveTo>
                  <a:cubicBezTo>
                    <a:pt x="472" y="0"/>
                    <a:pt x="0" y="480"/>
                    <a:pt x="0" y="1065"/>
                  </a:cubicBezTo>
                  <a:cubicBezTo>
                    <a:pt x="0" y="1709"/>
                    <a:pt x="525" y="2133"/>
                    <a:pt x="1074" y="2133"/>
                  </a:cubicBezTo>
                  <a:cubicBezTo>
                    <a:pt x="1336" y="2133"/>
                    <a:pt x="1603" y="2037"/>
                    <a:pt x="1821" y="1821"/>
                  </a:cubicBezTo>
                  <a:cubicBezTo>
                    <a:pt x="2488" y="1146"/>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676" name="Google Shape;6676;p36"/>
            <p:cNvSpPr/>
            <p:nvPr/>
          </p:nvSpPr>
          <p:spPr>
            <a:xfrm>
              <a:off x="2523500" y="3932800"/>
              <a:ext cx="62225" cy="53475"/>
            </a:xfrm>
            <a:custGeom>
              <a:rect b="b" l="l" r="r" t="t"/>
              <a:pathLst>
                <a:path extrusionOk="0" h="2139" w="2489">
                  <a:moveTo>
                    <a:pt x="1066" y="0"/>
                  </a:moveTo>
                  <a:cubicBezTo>
                    <a:pt x="480" y="0"/>
                    <a:pt x="1" y="480"/>
                    <a:pt x="1" y="1073"/>
                  </a:cubicBezTo>
                  <a:cubicBezTo>
                    <a:pt x="6" y="1715"/>
                    <a:pt x="530" y="2139"/>
                    <a:pt x="1075" y="2139"/>
                  </a:cubicBezTo>
                  <a:cubicBezTo>
                    <a:pt x="1338" y="2139"/>
                    <a:pt x="1605" y="2041"/>
                    <a:pt x="1822" y="1821"/>
                  </a:cubicBezTo>
                  <a:cubicBezTo>
                    <a:pt x="2488" y="1146"/>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677" name="Google Shape;6677;p36"/>
            <p:cNvSpPr/>
            <p:nvPr/>
          </p:nvSpPr>
          <p:spPr>
            <a:xfrm>
              <a:off x="2523500" y="3856775"/>
              <a:ext cx="62225" cy="53300"/>
            </a:xfrm>
            <a:custGeom>
              <a:rect b="b" l="l" r="r" t="t"/>
              <a:pathLst>
                <a:path extrusionOk="0" h="2132" w="2489">
                  <a:moveTo>
                    <a:pt x="1066" y="1"/>
                  </a:moveTo>
                  <a:cubicBezTo>
                    <a:pt x="480" y="1"/>
                    <a:pt x="1" y="480"/>
                    <a:pt x="1" y="1066"/>
                  </a:cubicBezTo>
                  <a:cubicBezTo>
                    <a:pt x="1" y="1708"/>
                    <a:pt x="527" y="2131"/>
                    <a:pt x="1073" y="2131"/>
                  </a:cubicBezTo>
                  <a:cubicBezTo>
                    <a:pt x="1337" y="2131"/>
                    <a:pt x="1605" y="2033"/>
                    <a:pt x="1822" y="1814"/>
                  </a:cubicBezTo>
                  <a:cubicBezTo>
                    <a:pt x="2488"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678" name="Google Shape;6678;p36"/>
            <p:cNvSpPr/>
            <p:nvPr/>
          </p:nvSpPr>
          <p:spPr>
            <a:xfrm>
              <a:off x="2523500" y="3780375"/>
              <a:ext cx="62425" cy="53475"/>
            </a:xfrm>
            <a:custGeom>
              <a:rect b="b" l="l" r="r" t="t"/>
              <a:pathLst>
                <a:path extrusionOk="0" h="2139" w="2497">
                  <a:moveTo>
                    <a:pt x="1066" y="0"/>
                  </a:moveTo>
                  <a:cubicBezTo>
                    <a:pt x="480" y="0"/>
                    <a:pt x="1" y="480"/>
                    <a:pt x="1" y="1073"/>
                  </a:cubicBezTo>
                  <a:cubicBezTo>
                    <a:pt x="6" y="1715"/>
                    <a:pt x="530" y="2139"/>
                    <a:pt x="1078" y="2139"/>
                  </a:cubicBezTo>
                  <a:cubicBezTo>
                    <a:pt x="1341" y="2139"/>
                    <a:pt x="1610" y="2040"/>
                    <a:pt x="1830" y="1821"/>
                  </a:cubicBezTo>
                  <a:cubicBezTo>
                    <a:pt x="2496" y="1146"/>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679" name="Google Shape;6679;p36"/>
            <p:cNvSpPr/>
            <p:nvPr/>
          </p:nvSpPr>
          <p:spPr>
            <a:xfrm>
              <a:off x="2523500" y="3704150"/>
              <a:ext cx="62225" cy="53450"/>
            </a:xfrm>
            <a:custGeom>
              <a:rect b="b" l="l" r="r" t="t"/>
              <a:pathLst>
                <a:path extrusionOk="0" h="2138" w="2489">
                  <a:moveTo>
                    <a:pt x="1066" y="1"/>
                  </a:moveTo>
                  <a:cubicBezTo>
                    <a:pt x="480" y="1"/>
                    <a:pt x="1" y="480"/>
                    <a:pt x="1" y="1066"/>
                  </a:cubicBezTo>
                  <a:cubicBezTo>
                    <a:pt x="1" y="1709"/>
                    <a:pt x="526" y="2137"/>
                    <a:pt x="1074" y="2137"/>
                  </a:cubicBezTo>
                  <a:cubicBezTo>
                    <a:pt x="1336" y="2137"/>
                    <a:pt x="1604" y="2040"/>
                    <a:pt x="1822" y="1822"/>
                  </a:cubicBezTo>
                  <a:cubicBezTo>
                    <a:pt x="2488"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680" name="Google Shape;6680;p36"/>
            <p:cNvSpPr/>
            <p:nvPr/>
          </p:nvSpPr>
          <p:spPr>
            <a:xfrm>
              <a:off x="2523500" y="3627950"/>
              <a:ext cx="62225" cy="53475"/>
            </a:xfrm>
            <a:custGeom>
              <a:rect b="b" l="l" r="r" t="t"/>
              <a:pathLst>
                <a:path extrusionOk="0" h="2139" w="2489">
                  <a:moveTo>
                    <a:pt x="1066" y="0"/>
                  </a:moveTo>
                  <a:cubicBezTo>
                    <a:pt x="480" y="8"/>
                    <a:pt x="1" y="488"/>
                    <a:pt x="1" y="1073"/>
                  </a:cubicBezTo>
                  <a:cubicBezTo>
                    <a:pt x="1" y="1715"/>
                    <a:pt x="527" y="2139"/>
                    <a:pt x="1073" y="2139"/>
                  </a:cubicBezTo>
                  <a:cubicBezTo>
                    <a:pt x="1337" y="2139"/>
                    <a:pt x="1605" y="2040"/>
                    <a:pt x="1822" y="1821"/>
                  </a:cubicBezTo>
                  <a:cubicBezTo>
                    <a:pt x="2488" y="1146"/>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681" name="Google Shape;6681;p36"/>
            <p:cNvSpPr/>
            <p:nvPr/>
          </p:nvSpPr>
          <p:spPr>
            <a:xfrm>
              <a:off x="2523500" y="3551925"/>
              <a:ext cx="62225" cy="53300"/>
            </a:xfrm>
            <a:custGeom>
              <a:rect b="b" l="l" r="r" t="t"/>
              <a:pathLst>
                <a:path extrusionOk="0" h="2132" w="2489">
                  <a:moveTo>
                    <a:pt x="1066" y="1"/>
                  </a:moveTo>
                  <a:cubicBezTo>
                    <a:pt x="480" y="1"/>
                    <a:pt x="1" y="480"/>
                    <a:pt x="1" y="1066"/>
                  </a:cubicBezTo>
                  <a:cubicBezTo>
                    <a:pt x="1" y="1708"/>
                    <a:pt x="527" y="2131"/>
                    <a:pt x="1073" y="2131"/>
                  </a:cubicBezTo>
                  <a:cubicBezTo>
                    <a:pt x="1337" y="2131"/>
                    <a:pt x="1605" y="2033"/>
                    <a:pt x="1822" y="1814"/>
                  </a:cubicBezTo>
                  <a:cubicBezTo>
                    <a:pt x="2488"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682" name="Google Shape;6682;p36"/>
            <p:cNvSpPr/>
            <p:nvPr/>
          </p:nvSpPr>
          <p:spPr>
            <a:xfrm>
              <a:off x="2523500" y="3475725"/>
              <a:ext cx="62225" cy="53350"/>
            </a:xfrm>
            <a:custGeom>
              <a:rect b="b" l="l" r="r" t="t"/>
              <a:pathLst>
                <a:path extrusionOk="0" h="2134" w="2489">
                  <a:moveTo>
                    <a:pt x="1066" y="0"/>
                  </a:moveTo>
                  <a:cubicBezTo>
                    <a:pt x="480" y="0"/>
                    <a:pt x="1" y="480"/>
                    <a:pt x="1" y="1065"/>
                  </a:cubicBezTo>
                  <a:cubicBezTo>
                    <a:pt x="1" y="1709"/>
                    <a:pt x="526" y="2133"/>
                    <a:pt x="1075" y="2133"/>
                  </a:cubicBezTo>
                  <a:cubicBezTo>
                    <a:pt x="1336" y="2133"/>
                    <a:pt x="1604" y="2037"/>
                    <a:pt x="1822" y="1821"/>
                  </a:cubicBezTo>
                  <a:cubicBezTo>
                    <a:pt x="2488" y="1146"/>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683" name="Google Shape;6683;p36"/>
            <p:cNvSpPr/>
            <p:nvPr/>
          </p:nvSpPr>
          <p:spPr>
            <a:xfrm>
              <a:off x="2523500" y="3399500"/>
              <a:ext cx="62225" cy="53350"/>
            </a:xfrm>
            <a:custGeom>
              <a:rect b="b" l="l" r="r" t="t"/>
              <a:pathLst>
                <a:path extrusionOk="0" h="2134" w="2489">
                  <a:moveTo>
                    <a:pt x="1066" y="1"/>
                  </a:moveTo>
                  <a:cubicBezTo>
                    <a:pt x="480" y="1"/>
                    <a:pt x="1" y="480"/>
                    <a:pt x="1" y="1066"/>
                  </a:cubicBezTo>
                  <a:cubicBezTo>
                    <a:pt x="1" y="1709"/>
                    <a:pt x="526" y="2134"/>
                    <a:pt x="1075" y="2134"/>
                  </a:cubicBezTo>
                  <a:cubicBezTo>
                    <a:pt x="1336" y="2134"/>
                    <a:pt x="1604" y="2037"/>
                    <a:pt x="1822" y="1822"/>
                  </a:cubicBezTo>
                  <a:cubicBezTo>
                    <a:pt x="2488"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684" name="Google Shape;6684;p36"/>
            <p:cNvSpPr/>
            <p:nvPr/>
          </p:nvSpPr>
          <p:spPr>
            <a:xfrm>
              <a:off x="2447300" y="4085225"/>
              <a:ext cx="62400" cy="53350"/>
            </a:xfrm>
            <a:custGeom>
              <a:rect b="b" l="l" r="r" t="t"/>
              <a:pathLst>
                <a:path extrusionOk="0" h="2134" w="2496">
                  <a:moveTo>
                    <a:pt x="1065" y="0"/>
                  </a:moveTo>
                  <a:cubicBezTo>
                    <a:pt x="480" y="0"/>
                    <a:pt x="8" y="480"/>
                    <a:pt x="0" y="1065"/>
                  </a:cubicBezTo>
                  <a:cubicBezTo>
                    <a:pt x="0" y="1709"/>
                    <a:pt x="525" y="2133"/>
                    <a:pt x="1074" y="2133"/>
                  </a:cubicBezTo>
                  <a:cubicBezTo>
                    <a:pt x="1336" y="2133"/>
                    <a:pt x="1603" y="2037"/>
                    <a:pt x="1821" y="1821"/>
                  </a:cubicBezTo>
                  <a:cubicBezTo>
                    <a:pt x="2496" y="1147"/>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685" name="Google Shape;6685;p36"/>
            <p:cNvSpPr/>
            <p:nvPr/>
          </p:nvSpPr>
          <p:spPr>
            <a:xfrm>
              <a:off x="2447300" y="4009000"/>
              <a:ext cx="62400" cy="53350"/>
            </a:xfrm>
            <a:custGeom>
              <a:rect b="b" l="l" r="r" t="t"/>
              <a:pathLst>
                <a:path extrusionOk="0" h="2134" w="2496">
                  <a:moveTo>
                    <a:pt x="1065" y="1"/>
                  </a:moveTo>
                  <a:cubicBezTo>
                    <a:pt x="480" y="1"/>
                    <a:pt x="0" y="480"/>
                    <a:pt x="0" y="1066"/>
                  </a:cubicBezTo>
                  <a:cubicBezTo>
                    <a:pt x="0" y="1710"/>
                    <a:pt x="529" y="2134"/>
                    <a:pt x="1078" y="2134"/>
                  </a:cubicBezTo>
                  <a:cubicBezTo>
                    <a:pt x="1339" y="2134"/>
                    <a:pt x="1606" y="2037"/>
                    <a:pt x="1821" y="1822"/>
                  </a:cubicBezTo>
                  <a:cubicBezTo>
                    <a:pt x="2496"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686" name="Google Shape;6686;p36"/>
            <p:cNvSpPr/>
            <p:nvPr/>
          </p:nvSpPr>
          <p:spPr>
            <a:xfrm>
              <a:off x="2447300" y="3932800"/>
              <a:ext cx="62200" cy="53475"/>
            </a:xfrm>
            <a:custGeom>
              <a:rect b="b" l="l" r="r" t="t"/>
              <a:pathLst>
                <a:path extrusionOk="0" h="2139" w="2488">
                  <a:moveTo>
                    <a:pt x="1065" y="0"/>
                  </a:moveTo>
                  <a:cubicBezTo>
                    <a:pt x="480" y="0"/>
                    <a:pt x="0" y="480"/>
                    <a:pt x="0" y="1073"/>
                  </a:cubicBezTo>
                  <a:cubicBezTo>
                    <a:pt x="6" y="1715"/>
                    <a:pt x="530" y="2139"/>
                    <a:pt x="1075" y="2139"/>
                  </a:cubicBezTo>
                  <a:cubicBezTo>
                    <a:pt x="1337" y="2139"/>
                    <a:pt x="1604" y="2041"/>
                    <a:pt x="1821" y="1821"/>
                  </a:cubicBezTo>
                  <a:cubicBezTo>
                    <a:pt x="2488" y="1146"/>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687" name="Google Shape;6687;p36"/>
            <p:cNvSpPr/>
            <p:nvPr/>
          </p:nvSpPr>
          <p:spPr>
            <a:xfrm>
              <a:off x="2447300" y="3856775"/>
              <a:ext cx="62200" cy="53300"/>
            </a:xfrm>
            <a:custGeom>
              <a:rect b="b" l="l" r="r" t="t"/>
              <a:pathLst>
                <a:path extrusionOk="0" h="2132" w="2488">
                  <a:moveTo>
                    <a:pt x="1065" y="1"/>
                  </a:moveTo>
                  <a:cubicBezTo>
                    <a:pt x="480" y="1"/>
                    <a:pt x="0" y="480"/>
                    <a:pt x="0" y="1066"/>
                  </a:cubicBezTo>
                  <a:cubicBezTo>
                    <a:pt x="0" y="1708"/>
                    <a:pt x="526" y="2131"/>
                    <a:pt x="1073" y="2131"/>
                  </a:cubicBezTo>
                  <a:cubicBezTo>
                    <a:pt x="1336" y="2131"/>
                    <a:pt x="1604" y="2033"/>
                    <a:pt x="1821" y="1814"/>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688" name="Google Shape;6688;p36"/>
            <p:cNvSpPr/>
            <p:nvPr/>
          </p:nvSpPr>
          <p:spPr>
            <a:xfrm>
              <a:off x="2447300" y="3780375"/>
              <a:ext cx="62400" cy="53475"/>
            </a:xfrm>
            <a:custGeom>
              <a:rect b="b" l="l" r="r" t="t"/>
              <a:pathLst>
                <a:path extrusionOk="0" h="2139" w="2496">
                  <a:moveTo>
                    <a:pt x="1065" y="0"/>
                  </a:moveTo>
                  <a:cubicBezTo>
                    <a:pt x="480" y="0"/>
                    <a:pt x="0" y="480"/>
                    <a:pt x="0" y="1073"/>
                  </a:cubicBezTo>
                  <a:cubicBezTo>
                    <a:pt x="6" y="1715"/>
                    <a:pt x="530" y="2139"/>
                    <a:pt x="1077" y="2139"/>
                  </a:cubicBezTo>
                  <a:cubicBezTo>
                    <a:pt x="1341" y="2139"/>
                    <a:pt x="1610" y="2040"/>
                    <a:pt x="1829" y="1821"/>
                  </a:cubicBezTo>
                  <a:cubicBezTo>
                    <a:pt x="2496" y="1146"/>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689" name="Google Shape;6689;p36"/>
            <p:cNvSpPr/>
            <p:nvPr/>
          </p:nvSpPr>
          <p:spPr>
            <a:xfrm>
              <a:off x="2447300" y="3704150"/>
              <a:ext cx="62400" cy="53450"/>
            </a:xfrm>
            <a:custGeom>
              <a:rect b="b" l="l" r="r" t="t"/>
              <a:pathLst>
                <a:path extrusionOk="0" h="2138" w="2496">
                  <a:moveTo>
                    <a:pt x="1065" y="1"/>
                  </a:moveTo>
                  <a:cubicBezTo>
                    <a:pt x="480" y="1"/>
                    <a:pt x="8" y="480"/>
                    <a:pt x="0" y="1066"/>
                  </a:cubicBezTo>
                  <a:cubicBezTo>
                    <a:pt x="0" y="1709"/>
                    <a:pt x="525" y="2137"/>
                    <a:pt x="1074" y="2137"/>
                  </a:cubicBezTo>
                  <a:cubicBezTo>
                    <a:pt x="1336" y="2137"/>
                    <a:pt x="1603" y="2040"/>
                    <a:pt x="1821" y="1822"/>
                  </a:cubicBezTo>
                  <a:cubicBezTo>
                    <a:pt x="2496"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690" name="Google Shape;6690;p36"/>
            <p:cNvSpPr/>
            <p:nvPr/>
          </p:nvSpPr>
          <p:spPr>
            <a:xfrm>
              <a:off x="2447300" y="3627950"/>
              <a:ext cx="62400" cy="53425"/>
            </a:xfrm>
            <a:custGeom>
              <a:rect b="b" l="l" r="r" t="t"/>
              <a:pathLst>
                <a:path extrusionOk="0" h="2137" w="2496">
                  <a:moveTo>
                    <a:pt x="1065" y="0"/>
                  </a:moveTo>
                  <a:cubicBezTo>
                    <a:pt x="480" y="8"/>
                    <a:pt x="0" y="480"/>
                    <a:pt x="0" y="1073"/>
                  </a:cubicBezTo>
                  <a:cubicBezTo>
                    <a:pt x="0" y="1711"/>
                    <a:pt x="528" y="2137"/>
                    <a:pt x="1076" y="2137"/>
                  </a:cubicBezTo>
                  <a:cubicBezTo>
                    <a:pt x="1339" y="2137"/>
                    <a:pt x="1605" y="2039"/>
                    <a:pt x="1821" y="1821"/>
                  </a:cubicBezTo>
                  <a:cubicBezTo>
                    <a:pt x="2496" y="1154"/>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691" name="Google Shape;6691;p36"/>
            <p:cNvSpPr/>
            <p:nvPr/>
          </p:nvSpPr>
          <p:spPr>
            <a:xfrm>
              <a:off x="2447300" y="3551925"/>
              <a:ext cx="62200" cy="53300"/>
            </a:xfrm>
            <a:custGeom>
              <a:rect b="b" l="l" r="r" t="t"/>
              <a:pathLst>
                <a:path extrusionOk="0" h="2132" w="2488">
                  <a:moveTo>
                    <a:pt x="1065" y="1"/>
                  </a:moveTo>
                  <a:cubicBezTo>
                    <a:pt x="480" y="1"/>
                    <a:pt x="0" y="480"/>
                    <a:pt x="0" y="1066"/>
                  </a:cubicBezTo>
                  <a:cubicBezTo>
                    <a:pt x="0" y="1708"/>
                    <a:pt x="526" y="2131"/>
                    <a:pt x="1073" y="2131"/>
                  </a:cubicBezTo>
                  <a:cubicBezTo>
                    <a:pt x="1336" y="2131"/>
                    <a:pt x="1604" y="2033"/>
                    <a:pt x="1821" y="1814"/>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692" name="Google Shape;6692;p36"/>
            <p:cNvSpPr/>
            <p:nvPr/>
          </p:nvSpPr>
          <p:spPr>
            <a:xfrm>
              <a:off x="2447300" y="3475725"/>
              <a:ext cx="62400" cy="53350"/>
            </a:xfrm>
            <a:custGeom>
              <a:rect b="b" l="l" r="r" t="t"/>
              <a:pathLst>
                <a:path extrusionOk="0" h="2134" w="2496">
                  <a:moveTo>
                    <a:pt x="1065" y="0"/>
                  </a:moveTo>
                  <a:cubicBezTo>
                    <a:pt x="480" y="0"/>
                    <a:pt x="0" y="480"/>
                    <a:pt x="0" y="1065"/>
                  </a:cubicBezTo>
                  <a:cubicBezTo>
                    <a:pt x="0" y="1709"/>
                    <a:pt x="525" y="2133"/>
                    <a:pt x="1074" y="2133"/>
                  </a:cubicBezTo>
                  <a:cubicBezTo>
                    <a:pt x="1336" y="2133"/>
                    <a:pt x="1603" y="2037"/>
                    <a:pt x="1821" y="1821"/>
                  </a:cubicBezTo>
                  <a:cubicBezTo>
                    <a:pt x="2496" y="1146"/>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693" name="Google Shape;6693;p36"/>
            <p:cNvSpPr/>
            <p:nvPr/>
          </p:nvSpPr>
          <p:spPr>
            <a:xfrm>
              <a:off x="2447300" y="3399500"/>
              <a:ext cx="62400" cy="53350"/>
            </a:xfrm>
            <a:custGeom>
              <a:rect b="b" l="l" r="r" t="t"/>
              <a:pathLst>
                <a:path extrusionOk="0" h="2134" w="2496">
                  <a:moveTo>
                    <a:pt x="1065" y="1"/>
                  </a:moveTo>
                  <a:cubicBezTo>
                    <a:pt x="480" y="1"/>
                    <a:pt x="0" y="480"/>
                    <a:pt x="0" y="1066"/>
                  </a:cubicBezTo>
                  <a:cubicBezTo>
                    <a:pt x="0" y="1709"/>
                    <a:pt x="525" y="2134"/>
                    <a:pt x="1074" y="2134"/>
                  </a:cubicBezTo>
                  <a:cubicBezTo>
                    <a:pt x="1336" y="2134"/>
                    <a:pt x="1603" y="2037"/>
                    <a:pt x="1821" y="1822"/>
                  </a:cubicBezTo>
                  <a:cubicBezTo>
                    <a:pt x="2496"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694" name="Google Shape;6694;p36"/>
            <p:cNvSpPr/>
            <p:nvPr/>
          </p:nvSpPr>
          <p:spPr>
            <a:xfrm>
              <a:off x="2447300" y="3323300"/>
              <a:ext cx="62400" cy="53425"/>
            </a:xfrm>
            <a:custGeom>
              <a:rect b="b" l="l" r="r" t="t"/>
              <a:pathLst>
                <a:path extrusionOk="0" h="2137" w="2496">
                  <a:moveTo>
                    <a:pt x="1065" y="0"/>
                  </a:moveTo>
                  <a:cubicBezTo>
                    <a:pt x="480" y="0"/>
                    <a:pt x="8" y="480"/>
                    <a:pt x="0" y="1065"/>
                  </a:cubicBezTo>
                  <a:cubicBezTo>
                    <a:pt x="0" y="1709"/>
                    <a:pt x="525" y="2137"/>
                    <a:pt x="1074" y="2137"/>
                  </a:cubicBezTo>
                  <a:cubicBezTo>
                    <a:pt x="1336" y="2137"/>
                    <a:pt x="1603" y="2039"/>
                    <a:pt x="1821" y="1821"/>
                  </a:cubicBezTo>
                  <a:cubicBezTo>
                    <a:pt x="2496" y="1154"/>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695" name="Google Shape;6695;p36"/>
            <p:cNvSpPr/>
            <p:nvPr/>
          </p:nvSpPr>
          <p:spPr>
            <a:xfrm>
              <a:off x="2371275" y="4237450"/>
              <a:ext cx="62225" cy="53425"/>
            </a:xfrm>
            <a:custGeom>
              <a:rect b="b" l="l" r="r" t="t"/>
              <a:pathLst>
                <a:path extrusionOk="0" h="2137" w="2489">
                  <a:moveTo>
                    <a:pt x="1066" y="0"/>
                  </a:moveTo>
                  <a:cubicBezTo>
                    <a:pt x="472" y="8"/>
                    <a:pt x="1" y="480"/>
                    <a:pt x="1" y="1073"/>
                  </a:cubicBezTo>
                  <a:cubicBezTo>
                    <a:pt x="1" y="1711"/>
                    <a:pt x="525" y="2137"/>
                    <a:pt x="1071" y="2137"/>
                  </a:cubicBezTo>
                  <a:cubicBezTo>
                    <a:pt x="1332" y="2137"/>
                    <a:pt x="1598" y="2040"/>
                    <a:pt x="1814" y="1821"/>
                  </a:cubicBezTo>
                  <a:cubicBezTo>
                    <a:pt x="2488" y="1155"/>
                    <a:pt x="2009"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696" name="Google Shape;6696;p36"/>
            <p:cNvSpPr/>
            <p:nvPr/>
          </p:nvSpPr>
          <p:spPr>
            <a:xfrm>
              <a:off x="2371275" y="4161425"/>
              <a:ext cx="62225" cy="53300"/>
            </a:xfrm>
            <a:custGeom>
              <a:rect b="b" l="l" r="r" t="t"/>
              <a:pathLst>
                <a:path extrusionOk="0" h="2132" w="2489">
                  <a:moveTo>
                    <a:pt x="1066" y="1"/>
                  </a:moveTo>
                  <a:cubicBezTo>
                    <a:pt x="472" y="1"/>
                    <a:pt x="1" y="472"/>
                    <a:pt x="1" y="1066"/>
                  </a:cubicBezTo>
                  <a:cubicBezTo>
                    <a:pt x="1" y="1708"/>
                    <a:pt x="523" y="2131"/>
                    <a:pt x="1067" y="2131"/>
                  </a:cubicBezTo>
                  <a:cubicBezTo>
                    <a:pt x="1329" y="2131"/>
                    <a:pt x="1597" y="2033"/>
                    <a:pt x="1814" y="1814"/>
                  </a:cubicBezTo>
                  <a:cubicBezTo>
                    <a:pt x="2488" y="1147"/>
                    <a:pt x="2009"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697" name="Google Shape;6697;p36"/>
            <p:cNvSpPr/>
            <p:nvPr/>
          </p:nvSpPr>
          <p:spPr>
            <a:xfrm>
              <a:off x="2371275" y="4085225"/>
              <a:ext cx="62225" cy="53350"/>
            </a:xfrm>
            <a:custGeom>
              <a:rect b="b" l="l" r="r" t="t"/>
              <a:pathLst>
                <a:path extrusionOk="0" h="2134" w="2489">
                  <a:moveTo>
                    <a:pt x="1066" y="0"/>
                  </a:moveTo>
                  <a:cubicBezTo>
                    <a:pt x="472" y="0"/>
                    <a:pt x="1" y="480"/>
                    <a:pt x="1" y="1065"/>
                  </a:cubicBezTo>
                  <a:cubicBezTo>
                    <a:pt x="1" y="1709"/>
                    <a:pt x="526" y="2133"/>
                    <a:pt x="1072" y="2133"/>
                  </a:cubicBezTo>
                  <a:cubicBezTo>
                    <a:pt x="1333" y="2133"/>
                    <a:pt x="1598" y="2037"/>
                    <a:pt x="1814" y="1821"/>
                  </a:cubicBezTo>
                  <a:cubicBezTo>
                    <a:pt x="2488" y="1147"/>
                    <a:pt x="2009"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698" name="Google Shape;6698;p36"/>
            <p:cNvSpPr/>
            <p:nvPr/>
          </p:nvSpPr>
          <p:spPr>
            <a:xfrm>
              <a:off x="2371275" y="4009000"/>
              <a:ext cx="62225" cy="53350"/>
            </a:xfrm>
            <a:custGeom>
              <a:rect b="b" l="l" r="r" t="t"/>
              <a:pathLst>
                <a:path extrusionOk="0" h="2134" w="2489">
                  <a:moveTo>
                    <a:pt x="1066" y="1"/>
                  </a:moveTo>
                  <a:cubicBezTo>
                    <a:pt x="472" y="1"/>
                    <a:pt x="1" y="480"/>
                    <a:pt x="1" y="1066"/>
                  </a:cubicBezTo>
                  <a:cubicBezTo>
                    <a:pt x="1" y="1710"/>
                    <a:pt x="526" y="2134"/>
                    <a:pt x="1072" y="2134"/>
                  </a:cubicBezTo>
                  <a:cubicBezTo>
                    <a:pt x="1333" y="2134"/>
                    <a:pt x="1598" y="2037"/>
                    <a:pt x="1814" y="1822"/>
                  </a:cubicBezTo>
                  <a:cubicBezTo>
                    <a:pt x="2488" y="1147"/>
                    <a:pt x="2009"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699" name="Google Shape;6699;p36"/>
            <p:cNvSpPr/>
            <p:nvPr/>
          </p:nvSpPr>
          <p:spPr>
            <a:xfrm>
              <a:off x="2371075" y="3932800"/>
              <a:ext cx="62425" cy="53475"/>
            </a:xfrm>
            <a:custGeom>
              <a:rect b="b" l="l" r="r" t="t"/>
              <a:pathLst>
                <a:path extrusionOk="0" h="2139" w="2497">
                  <a:moveTo>
                    <a:pt x="1074" y="0"/>
                  </a:moveTo>
                  <a:cubicBezTo>
                    <a:pt x="480" y="0"/>
                    <a:pt x="1" y="480"/>
                    <a:pt x="1" y="1073"/>
                  </a:cubicBezTo>
                  <a:cubicBezTo>
                    <a:pt x="6" y="1715"/>
                    <a:pt x="530" y="2139"/>
                    <a:pt x="1075" y="2139"/>
                  </a:cubicBezTo>
                  <a:cubicBezTo>
                    <a:pt x="1337" y="2139"/>
                    <a:pt x="1605" y="2041"/>
                    <a:pt x="1822" y="1821"/>
                  </a:cubicBezTo>
                  <a:cubicBezTo>
                    <a:pt x="2496" y="1146"/>
                    <a:pt x="2017" y="0"/>
                    <a:pt x="1074"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700" name="Google Shape;6700;p36"/>
            <p:cNvSpPr/>
            <p:nvPr/>
          </p:nvSpPr>
          <p:spPr>
            <a:xfrm>
              <a:off x="2371075" y="3856775"/>
              <a:ext cx="62425" cy="53300"/>
            </a:xfrm>
            <a:custGeom>
              <a:rect b="b" l="l" r="r" t="t"/>
              <a:pathLst>
                <a:path extrusionOk="0" h="2132" w="2497">
                  <a:moveTo>
                    <a:pt x="1074" y="1"/>
                  </a:moveTo>
                  <a:cubicBezTo>
                    <a:pt x="480" y="1"/>
                    <a:pt x="1" y="480"/>
                    <a:pt x="1" y="1066"/>
                  </a:cubicBezTo>
                  <a:cubicBezTo>
                    <a:pt x="6" y="1708"/>
                    <a:pt x="530" y="2131"/>
                    <a:pt x="1075" y="2131"/>
                  </a:cubicBezTo>
                  <a:cubicBezTo>
                    <a:pt x="1337" y="2131"/>
                    <a:pt x="1605" y="2033"/>
                    <a:pt x="1822" y="1814"/>
                  </a:cubicBezTo>
                  <a:cubicBezTo>
                    <a:pt x="2496" y="1147"/>
                    <a:pt x="2017" y="1"/>
                    <a:pt x="1074"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701" name="Google Shape;6701;p36"/>
            <p:cNvSpPr/>
            <p:nvPr/>
          </p:nvSpPr>
          <p:spPr>
            <a:xfrm>
              <a:off x="2371075" y="3780375"/>
              <a:ext cx="62425" cy="53475"/>
            </a:xfrm>
            <a:custGeom>
              <a:rect b="b" l="l" r="r" t="t"/>
              <a:pathLst>
                <a:path extrusionOk="0" h="2139" w="2497">
                  <a:moveTo>
                    <a:pt x="1074" y="0"/>
                  </a:moveTo>
                  <a:cubicBezTo>
                    <a:pt x="480" y="0"/>
                    <a:pt x="1" y="480"/>
                    <a:pt x="1" y="1073"/>
                  </a:cubicBezTo>
                  <a:cubicBezTo>
                    <a:pt x="6" y="1715"/>
                    <a:pt x="530" y="2139"/>
                    <a:pt x="1078" y="2139"/>
                  </a:cubicBezTo>
                  <a:cubicBezTo>
                    <a:pt x="1341" y="2139"/>
                    <a:pt x="1610" y="2040"/>
                    <a:pt x="1830" y="1821"/>
                  </a:cubicBezTo>
                  <a:cubicBezTo>
                    <a:pt x="2496" y="1146"/>
                    <a:pt x="2025" y="0"/>
                    <a:pt x="1074"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702" name="Google Shape;6702;p36"/>
            <p:cNvSpPr/>
            <p:nvPr/>
          </p:nvSpPr>
          <p:spPr>
            <a:xfrm>
              <a:off x="2371275" y="3704150"/>
              <a:ext cx="62225" cy="53450"/>
            </a:xfrm>
            <a:custGeom>
              <a:rect b="b" l="l" r="r" t="t"/>
              <a:pathLst>
                <a:path extrusionOk="0" h="2138" w="2489">
                  <a:moveTo>
                    <a:pt x="1066" y="1"/>
                  </a:moveTo>
                  <a:cubicBezTo>
                    <a:pt x="472" y="1"/>
                    <a:pt x="1" y="480"/>
                    <a:pt x="1" y="1066"/>
                  </a:cubicBezTo>
                  <a:cubicBezTo>
                    <a:pt x="1" y="1709"/>
                    <a:pt x="526" y="2137"/>
                    <a:pt x="1072" y="2137"/>
                  </a:cubicBezTo>
                  <a:cubicBezTo>
                    <a:pt x="1333" y="2137"/>
                    <a:pt x="1598" y="2040"/>
                    <a:pt x="1814" y="1822"/>
                  </a:cubicBezTo>
                  <a:cubicBezTo>
                    <a:pt x="2488" y="1147"/>
                    <a:pt x="2009"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703" name="Google Shape;6703;p36"/>
            <p:cNvSpPr/>
            <p:nvPr/>
          </p:nvSpPr>
          <p:spPr>
            <a:xfrm>
              <a:off x="2371275" y="3627950"/>
              <a:ext cx="62225" cy="53425"/>
            </a:xfrm>
            <a:custGeom>
              <a:rect b="b" l="l" r="r" t="t"/>
              <a:pathLst>
                <a:path extrusionOk="0" h="2137" w="2489">
                  <a:moveTo>
                    <a:pt x="1066" y="0"/>
                  </a:moveTo>
                  <a:cubicBezTo>
                    <a:pt x="472" y="8"/>
                    <a:pt x="1" y="480"/>
                    <a:pt x="1" y="1073"/>
                  </a:cubicBezTo>
                  <a:cubicBezTo>
                    <a:pt x="1" y="1711"/>
                    <a:pt x="525" y="2137"/>
                    <a:pt x="1071" y="2137"/>
                  </a:cubicBezTo>
                  <a:cubicBezTo>
                    <a:pt x="1332" y="2137"/>
                    <a:pt x="1598" y="2039"/>
                    <a:pt x="1814" y="1821"/>
                  </a:cubicBezTo>
                  <a:cubicBezTo>
                    <a:pt x="2488" y="1154"/>
                    <a:pt x="2009"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704" name="Google Shape;6704;p36"/>
            <p:cNvSpPr/>
            <p:nvPr/>
          </p:nvSpPr>
          <p:spPr>
            <a:xfrm>
              <a:off x="2371075" y="3551925"/>
              <a:ext cx="62425" cy="53300"/>
            </a:xfrm>
            <a:custGeom>
              <a:rect b="b" l="l" r="r" t="t"/>
              <a:pathLst>
                <a:path extrusionOk="0" h="2132" w="2497">
                  <a:moveTo>
                    <a:pt x="1074" y="1"/>
                  </a:moveTo>
                  <a:cubicBezTo>
                    <a:pt x="480" y="1"/>
                    <a:pt x="1" y="480"/>
                    <a:pt x="1" y="1066"/>
                  </a:cubicBezTo>
                  <a:cubicBezTo>
                    <a:pt x="6" y="1708"/>
                    <a:pt x="530" y="2131"/>
                    <a:pt x="1075" y="2131"/>
                  </a:cubicBezTo>
                  <a:cubicBezTo>
                    <a:pt x="1337" y="2131"/>
                    <a:pt x="1605" y="2033"/>
                    <a:pt x="1822" y="1814"/>
                  </a:cubicBezTo>
                  <a:cubicBezTo>
                    <a:pt x="2496" y="1147"/>
                    <a:pt x="2017" y="1"/>
                    <a:pt x="1074"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705" name="Google Shape;6705;p36"/>
            <p:cNvSpPr/>
            <p:nvPr/>
          </p:nvSpPr>
          <p:spPr>
            <a:xfrm>
              <a:off x="2371075" y="3475725"/>
              <a:ext cx="62425" cy="53350"/>
            </a:xfrm>
            <a:custGeom>
              <a:rect b="b" l="l" r="r" t="t"/>
              <a:pathLst>
                <a:path extrusionOk="0" h="2134" w="2497">
                  <a:moveTo>
                    <a:pt x="1074" y="0"/>
                  </a:moveTo>
                  <a:cubicBezTo>
                    <a:pt x="480" y="0"/>
                    <a:pt x="9" y="480"/>
                    <a:pt x="1" y="1065"/>
                  </a:cubicBezTo>
                  <a:cubicBezTo>
                    <a:pt x="1" y="1709"/>
                    <a:pt x="530" y="2133"/>
                    <a:pt x="1078" y="2133"/>
                  </a:cubicBezTo>
                  <a:cubicBezTo>
                    <a:pt x="1340" y="2133"/>
                    <a:pt x="1606" y="2037"/>
                    <a:pt x="1822" y="1821"/>
                  </a:cubicBezTo>
                  <a:cubicBezTo>
                    <a:pt x="2496" y="1146"/>
                    <a:pt x="2017" y="0"/>
                    <a:pt x="1074"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706" name="Google Shape;6706;p36"/>
            <p:cNvSpPr/>
            <p:nvPr/>
          </p:nvSpPr>
          <p:spPr>
            <a:xfrm>
              <a:off x="2371075" y="3399500"/>
              <a:ext cx="62425" cy="53350"/>
            </a:xfrm>
            <a:custGeom>
              <a:rect b="b" l="l" r="r" t="t"/>
              <a:pathLst>
                <a:path extrusionOk="0" h="2134" w="2497">
                  <a:moveTo>
                    <a:pt x="1074" y="1"/>
                  </a:moveTo>
                  <a:cubicBezTo>
                    <a:pt x="480" y="1"/>
                    <a:pt x="9" y="480"/>
                    <a:pt x="1" y="1066"/>
                  </a:cubicBezTo>
                  <a:cubicBezTo>
                    <a:pt x="1" y="1709"/>
                    <a:pt x="526" y="2134"/>
                    <a:pt x="1075" y="2134"/>
                  </a:cubicBezTo>
                  <a:cubicBezTo>
                    <a:pt x="1336" y="2134"/>
                    <a:pt x="1604" y="2037"/>
                    <a:pt x="1822" y="1822"/>
                  </a:cubicBezTo>
                  <a:cubicBezTo>
                    <a:pt x="2496" y="1147"/>
                    <a:pt x="2017" y="1"/>
                    <a:pt x="1074"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707" name="Google Shape;6707;p36"/>
            <p:cNvSpPr/>
            <p:nvPr/>
          </p:nvSpPr>
          <p:spPr>
            <a:xfrm>
              <a:off x="2371075" y="3323300"/>
              <a:ext cx="62425" cy="53425"/>
            </a:xfrm>
            <a:custGeom>
              <a:rect b="b" l="l" r="r" t="t"/>
              <a:pathLst>
                <a:path extrusionOk="0" h="2137" w="2497">
                  <a:moveTo>
                    <a:pt x="1074" y="0"/>
                  </a:moveTo>
                  <a:cubicBezTo>
                    <a:pt x="480" y="0"/>
                    <a:pt x="9" y="480"/>
                    <a:pt x="1" y="1065"/>
                  </a:cubicBezTo>
                  <a:cubicBezTo>
                    <a:pt x="1" y="1709"/>
                    <a:pt x="526" y="2137"/>
                    <a:pt x="1074" y="2137"/>
                  </a:cubicBezTo>
                  <a:cubicBezTo>
                    <a:pt x="1336" y="2137"/>
                    <a:pt x="1603" y="2039"/>
                    <a:pt x="1822" y="1821"/>
                  </a:cubicBezTo>
                  <a:cubicBezTo>
                    <a:pt x="2496" y="1154"/>
                    <a:pt x="2025" y="0"/>
                    <a:pt x="1074"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708" name="Google Shape;6708;p36"/>
            <p:cNvSpPr/>
            <p:nvPr/>
          </p:nvSpPr>
          <p:spPr>
            <a:xfrm>
              <a:off x="2371075" y="3247075"/>
              <a:ext cx="62425" cy="53450"/>
            </a:xfrm>
            <a:custGeom>
              <a:rect b="b" l="l" r="r" t="t"/>
              <a:pathLst>
                <a:path extrusionOk="0" h="2138" w="2497">
                  <a:moveTo>
                    <a:pt x="1074" y="1"/>
                  </a:moveTo>
                  <a:cubicBezTo>
                    <a:pt x="480" y="9"/>
                    <a:pt x="9" y="480"/>
                    <a:pt x="1" y="1066"/>
                  </a:cubicBezTo>
                  <a:cubicBezTo>
                    <a:pt x="1" y="1709"/>
                    <a:pt x="526" y="2137"/>
                    <a:pt x="1074" y="2137"/>
                  </a:cubicBezTo>
                  <a:cubicBezTo>
                    <a:pt x="1336" y="2137"/>
                    <a:pt x="1603" y="2040"/>
                    <a:pt x="1822" y="1822"/>
                  </a:cubicBezTo>
                  <a:cubicBezTo>
                    <a:pt x="2496" y="1155"/>
                    <a:pt x="2025" y="1"/>
                    <a:pt x="1074"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709" name="Google Shape;6709;p36"/>
            <p:cNvSpPr/>
            <p:nvPr/>
          </p:nvSpPr>
          <p:spPr>
            <a:xfrm>
              <a:off x="2295075" y="4313650"/>
              <a:ext cx="62200" cy="53450"/>
            </a:xfrm>
            <a:custGeom>
              <a:rect b="b" l="l" r="r" t="t"/>
              <a:pathLst>
                <a:path extrusionOk="0" h="2138" w="2488">
                  <a:moveTo>
                    <a:pt x="1065" y="1"/>
                  </a:moveTo>
                  <a:cubicBezTo>
                    <a:pt x="472" y="1"/>
                    <a:pt x="0" y="480"/>
                    <a:pt x="0" y="1066"/>
                  </a:cubicBezTo>
                  <a:cubicBezTo>
                    <a:pt x="0" y="1709"/>
                    <a:pt x="525" y="2137"/>
                    <a:pt x="1071" y="2137"/>
                  </a:cubicBezTo>
                  <a:cubicBezTo>
                    <a:pt x="1332" y="2137"/>
                    <a:pt x="1598" y="2040"/>
                    <a:pt x="1813" y="1822"/>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710" name="Google Shape;6710;p36"/>
            <p:cNvSpPr/>
            <p:nvPr/>
          </p:nvSpPr>
          <p:spPr>
            <a:xfrm>
              <a:off x="2295075" y="4237450"/>
              <a:ext cx="62200" cy="53425"/>
            </a:xfrm>
            <a:custGeom>
              <a:rect b="b" l="l" r="r" t="t"/>
              <a:pathLst>
                <a:path extrusionOk="0" h="2137" w="2488">
                  <a:moveTo>
                    <a:pt x="1065" y="0"/>
                  </a:moveTo>
                  <a:cubicBezTo>
                    <a:pt x="472" y="8"/>
                    <a:pt x="0" y="480"/>
                    <a:pt x="0" y="1073"/>
                  </a:cubicBezTo>
                  <a:cubicBezTo>
                    <a:pt x="0" y="1711"/>
                    <a:pt x="525" y="2137"/>
                    <a:pt x="1070" y="2137"/>
                  </a:cubicBezTo>
                  <a:cubicBezTo>
                    <a:pt x="1331" y="2137"/>
                    <a:pt x="1597" y="2040"/>
                    <a:pt x="1813" y="1821"/>
                  </a:cubicBezTo>
                  <a:cubicBezTo>
                    <a:pt x="2488" y="1155"/>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711" name="Google Shape;6711;p36"/>
            <p:cNvSpPr/>
            <p:nvPr/>
          </p:nvSpPr>
          <p:spPr>
            <a:xfrm>
              <a:off x="2295075" y="4161425"/>
              <a:ext cx="62200" cy="53300"/>
            </a:xfrm>
            <a:custGeom>
              <a:rect b="b" l="l" r="r" t="t"/>
              <a:pathLst>
                <a:path extrusionOk="0" h="2132" w="2488">
                  <a:moveTo>
                    <a:pt x="1065" y="1"/>
                  </a:moveTo>
                  <a:cubicBezTo>
                    <a:pt x="472" y="1"/>
                    <a:pt x="0" y="472"/>
                    <a:pt x="0" y="1066"/>
                  </a:cubicBezTo>
                  <a:cubicBezTo>
                    <a:pt x="0" y="1708"/>
                    <a:pt x="522" y="2131"/>
                    <a:pt x="1069" y="2131"/>
                  </a:cubicBezTo>
                  <a:cubicBezTo>
                    <a:pt x="1333" y="2131"/>
                    <a:pt x="1602" y="2033"/>
                    <a:pt x="1821" y="1814"/>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712" name="Google Shape;6712;p36"/>
            <p:cNvSpPr/>
            <p:nvPr/>
          </p:nvSpPr>
          <p:spPr>
            <a:xfrm>
              <a:off x="2295075" y="4085225"/>
              <a:ext cx="62200" cy="53350"/>
            </a:xfrm>
            <a:custGeom>
              <a:rect b="b" l="l" r="r" t="t"/>
              <a:pathLst>
                <a:path extrusionOk="0" h="2134" w="2488">
                  <a:moveTo>
                    <a:pt x="1065" y="0"/>
                  </a:moveTo>
                  <a:cubicBezTo>
                    <a:pt x="472" y="0"/>
                    <a:pt x="0" y="480"/>
                    <a:pt x="0" y="1065"/>
                  </a:cubicBezTo>
                  <a:cubicBezTo>
                    <a:pt x="0" y="1709"/>
                    <a:pt x="525" y="2133"/>
                    <a:pt x="1072" y="2133"/>
                  </a:cubicBezTo>
                  <a:cubicBezTo>
                    <a:pt x="1332" y="2133"/>
                    <a:pt x="1598" y="2037"/>
                    <a:pt x="1813" y="1821"/>
                  </a:cubicBezTo>
                  <a:cubicBezTo>
                    <a:pt x="2488" y="1147"/>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713" name="Google Shape;6713;p36"/>
            <p:cNvSpPr/>
            <p:nvPr/>
          </p:nvSpPr>
          <p:spPr>
            <a:xfrm>
              <a:off x="2295075" y="4009000"/>
              <a:ext cx="62200" cy="53350"/>
            </a:xfrm>
            <a:custGeom>
              <a:rect b="b" l="l" r="r" t="t"/>
              <a:pathLst>
                <a:path extrusionOk="0" h="2134" w="2488">
                  <a:moveTo>
                    <a:pt x="1065" y="1"/>
                  </a:moveTo>
                  <a:cubicBezTo>
                    <a:pt x="472" y="1"/>
                    <a:pt x="0" y="480"/>
                    <a:pt x="0" y="1066"/>
                  </a:cubicBezTo>
                  <a:cubicBezTo>
                    <a:pt x="0" y="1710"/>
                    <a:pt x="525" y="2134"/>
                    <a:pt x="1074" y="2134"/>
                  </a:cubicBezTo>
                  <a:cubicBezTo>
                    <a:pt x="1336" y="2134"/>
                    <a:pt x="1603" y="2037"/>
                    <a:pt x="1821" y="1822"/>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714" name="Google Shape;6714;p36"/>
            <p:cNvSpPr/>
            <p:nvPr/>
          </p:nvSpPr>
          <p:spPr>
            <a:xfrm>
              <a:off x="2294850" y="3932800"/>
              <a:ext cx="62425" cy="53475"/>
            </a:xfrm>
            <a:custGeom>
              <a:rect b="b" l="l" r="r" t="t"/>
              <a:pathLst>
                <a:path extrusionOk="0" h="2139" w="2497">
                  <a:moveTo>
                    <a:pt x="1074" y="0"/>
                  </a:moveTo>
                  <a:cubicBezTo>
                    <a:pt x="481" y="0"/>
                    <a:pt x="1" y="480"/>
                    <a:pt x="9" y="1073"/>
                  </a:cubicBezTo>
                  <a:cubicBezTo>
                    <a:pt x="9" y="1715"/>
                    <a:pt x="531" y="2139"/>
                    <a:pt x="1078" y="2139"/>
                  </a:cubicBezTo>
                  <a:cubicBezTo>
                    <a:pt x="1342" y="2139"/>
                    <a:pt x="1611" y="2041"/>
                    <a:pt x="1830" y="1821"/>
                  </a:cubicBezTo>
                  <a:cubicBezTo>
                    <a:pt x="2497" y="1146"/>
                    <a:pt x="2017" y="0"/>
                    <a:pt x="1074"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715" name="Google Shape;6715;p36"/>
            <p:cNvSpPr/>
            <p:nvPr/>
          </p:nvSpPr>
          <p:spPr>
            <a:xfrm>
              <a:off x="2295075" y="3856775"/>
              <a:ext cx="62200" cy="53300"/>
            </a:xfrm>
            <a:custGeom>
              <a:rect b="b" l="l" r="r" t="t"/>
              <a:pathLst>
                <a:path extrusionOk="0" h="2132" w="2488">
                  <a:moveTo>
                    <a:pt x="1065" y="1"/>
                  </a:moveTo>
                  <a:cubicBezTo>
                    <a:pt x="472" y="1"/>
                    <a:pt x="0" y="480"/>
                    <a:pt x="0" y="1066"/>
                  </a:cubicBezTo>
                  <a:cubicBezTo>
                    <a:pt x="0" y="1708"/>
                    <a:pt x="522" y="2131"/>
                    <a:pt x="1069" y="2131"/>
                  </a:cubicBezTo>
                  <a:cubicBezTo>
                    <a:pt x="1333" y="2131"/>
                    <a:pt x="1602" y="2033"/>
                    <a:pt x="1821" y="1814"/>
                  </a:cubicBezTo>
                  <a:cubicBezTo>
                    <a:pt x="2488" y="1147"/>
                    <a:pt x="2008"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716" name="Google Shape;6716;p36"/>
            <p:cNvSpPr/>
            <p:nvPr/>
          </p:nvSpPr>
          <p:spPr>
            <a:xfrm>
              <a:off x="2294850" y="3780375"/>
              <a:ext cx="62625" cy="53475"/>
            </a:xfrm>
            <a:custGeom>
              <a:rect b="b" l="l" r="r" t="t"/>
              <a:pathLst>
                <a:path extrusionOk="0" h="2139" w="2505">
                  <a:moveTo>
                    <a:pt x="1074" y="0"/>
                  </a:moveTo>
                  <a:cubicBezTo>
                    <a:pt x="481" y="0"/>
                    <a:pt x="1" y="480"/>
                    <a:pt x="9" y="1073"/>
                  </a:cubicBezTo>
                  <a:cubicBezTo>
                    <a:pt x="9" y="1715"/>
                    <a:pt x="535" y="2139"/>
                    <a:pt x="1082" y="2139"/>
                  </a:cubicBezTo>
                  <a:cubicBezTo>
                    <a:pt x="1345" y="2139"/>
                    <a:pt x="1613" y="2040"/>
                    <a:pt x="1830" y="1821"/>
                  </a:cubicBezTo>
                  <a:cubicBezTo>
                    <a:pt x="2505" y="1146"/>
                    <a:pt x="2025" y="0"/>
                    <a:pt x="1074"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717" name="Google Shape;6717;p36"/>
            <p:cNvSpPr/>
            <p:nvPr/>
          </p:nvSpPr>
          <p:spPr>
            <a:xfrm>
              <a:off x="2295075" y="3704150"/>
              <a:ext cx="62200" cy="53450"/>
            </a:xfrm>
            <a:custGeom>
              <a:rect b="b" l="l" r="r" t="t"/>
              <a:pathLst>
                <a:path extrusionOk="0" h="2138" w="2488">
                  <a:moveTo>
                    <a:pt x="1065" y="1"/>
                  </a:moveTo>
                  <a:cubicBezTo>
                    <a:pt x="472" y="1"/>
                    <a:pt x="0" y="480"/>
                    <a:pt x="0" y="1066"/>
                  </a:cubicBezTo>
                  <a:cubicBezTo>
                    <a:pt x="0" y="1709"/>
                    <a:pt x="525" y="2137"/>
                    <a:pt x="1071" y="2137"/>
                  </a:cubicBezTo>
                  <a:cubicBezTo>
                    <a:pt x="1332" y="2137"/>
                    <a:pt x="1598" y="2040"/>
                    <a:pt x="1813" y="1822"/>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718" name="Google Shape;6718;p36"/>
            <p:cNvSpPr/>
            <p:nvPr/>
          </p:nvSpPr>
          <p:spPr>
            <a:xfrm>
              <a:off x="2295075" y="3627950"/>
              <a:ext cx="62200" cy="53425"/>
            </a:xfrm>
            <a:custGeom>
              <a:rect b="b" l="l" r="r" t="t"/>
              <a:pathLst>
                <a:path extrusionOk="0" h="2137" w="2488">
                  <a:moveTo>
                    <a:pt x="1065" y="0"/>
                  </a:moveTo>
                  <a:cubicBezTo>
                    <a:pt x="472" y="8"/>
                    <a:pt x="0" y="480"/>
                    <a:pt x="0" y="1073"/>
                  </a:cubicBezTo>
                  <a:cubicBezTo>
                    <a:pt x="0" y="1711"/>
                    <a:pt x="525" y="2137"/>
                    <a:pt x="1073" y="2137"/>
                  </a:cubicBezTo>
                  <a:cubicBezTo>
                    <a:pt x="1335" y="2137"/>
                    <a:pt x="1603" y="2039"/>
                    <a:pt x="1821" y="1821"/>
                  </a:cubicBezTo>
                  <a:cubicBezTo>
                    <a:pt x="2488" y="1154"/>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719" name="Google Shape;6719;p36"/>
            <p:cNvSpPr/>
            <p:nvPr/>
          </p:nvSpPr>
          <p:spPr>
            <a:xfrm>
              <a:off x="2295075" y="3551925"/>
              <a:ext cx="62200" cy="53300"/>
            </a:xfrm>
            <a:custGeom>
              <a:rect b="b" l="l" r="r" t="t"/>
              <a:pathLst>
                <a:path extrusionOk="0" h="2132" w="2488">
                  <a:moveTo>
                    <a:pt x="1065" y="1"/>
                  </a:moveTo>
                  <a:cubicBezTo>
                    <a:pt x="472" y="1"/>
                    <a:pt x="0" y="480"/>
                    <a:pt x="0" y="1066"/>
                  </a:cubicBezTo>
                  <a:cubicBezTo>
                    <a:pt x="0" y="1708"/>
                    <a:pt x="522" y="2131"/>
                    <a:pt x="1069" y="2131"/>
                  </a:cubicBezTo>
                  <a:cubicBezTo>
                    <a:pt x="1333" y="2131"/>
                    <a:pt x="1602" y="2033"/>
                    <a:pt x="1821" y="1814"/>
                  </a:cubicBezTo>
                  <a:cubicBezTo>
                    <a:pt x="2488" y="1147"/>
                    <a:pt x="2008"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720" name="Google Shape;6720;p36"/>
            <p:cNvSpPr/>
            <p:nvPr/>
          </p:nvSpPr>
          <p:spPr>
            <a:xfrm>
              <a:off x="2295075" y="3475725"/>
              <a:ext cx="62200" cy="53350"/>
            </a:xfrm>
            <a:custGeom>
              <a:rect b="b" l="l" r="r" t="t"/>
              <a:pathLst>
                <a:path extrusionOk="0" h="2134" w="2488">
                  <a:moveTo>
                    <a:pt x="1065" y="0"/>
                  </a:moveTo>
                  <a:cubicBezTo>
                    <a:pt x="472" y="0"/>
                    <a:pt x="0" y="480"/>
                    <a:pt x="0" y="1065"/>
                  </a:cubicBezTo>
                  <a:cubicBezTo>
                    <a:pt x="0" y="1709"/>
                    <a:pt x="525" y="2133"/>
                    <a:pt x="1074" y="2133"/>
                  </a:cubicBezTo>
                  <a:cubicBezTo>
                    <a:pt x="1336" y="2133"/>
                    <a:pt x="1603" y="2037"/>
                    <a:pt x="1821" y="1821"/>
                  </a:cubicBezTo>
                  <a:cubicBezTo>
                    <a:pt x="2488" y="1146"/>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721" name="Google Shape;6721;p36"/>
            <p:cNvSpPr/>
            <p:nvPr/>
          </p:nvSpPr>
          <p:spPr>
            <a:xfrm>
              <a:off x="2295075" y="3399500"/>
              <a:ext cx="62200" cy="53350"/>
            </a:xfrm>
            <a:custGeom>
              <a:rect b="b" l="l" r="r" t="t"/>
              <a:pathLst>
                <a:path extrusionOk="0" h="2134" w="2488">
                  <a:moveTo>
                    <a:pt x="1065" y="1"/>
                  </a:moveTo>
                  <a:cubicBezTo>
                    <a:pt x="472" y="1"/>
                    <a:pt x="0" y="480"/>
                    <a:pt x="0" y="1066"/>
                  </a:cubicBezTo>
                  <a:cubicBezTo>
                    <a:pt x="0" y="1709"/>
                    <a:pt x="525" y="2134"/>
                    <a:pt x="1072" y="2134"/>
                  </a:cubicBezTo>
                  <a:cubicBezTo>
                    <a:pt x="1332" y="2134"/>
                    <a:pt x="1598" y="2037"/>
                    <a:pt x="1813" y="1822"/>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722" name="Google Shape;6722;p36"/>
            <p:cNvSpPr/>
            <p:nvPr/>
          </p:nvSpPr>
          <p:spPr>
            <a:xfrm>
              <a:off x="2294925" y="3323300"/>
              <a:ext cx="62350" cy="53425"/>
            </a:xfrm>
            <a:custGeom>
              <a:rect b="b" l="l" r="r" t="t"/>
              <a:pathLst>
                <a:path extrusionOk="0" h="2137" w="2494">
                  <a:moveTo>
                    <a:pt x="1071" y="0"/>
                  </a:moveTo>
                  <a:cubicBezTo>
                    <a:pt x="486" y="8"/>
                    <a:pt x="6" y="480"/>
                    <a:pt x="6" y="1065"/>
                  </a:cubicBezTo>
                  <a:cubicBezTo>
                    <a:pt x="1" y="1709"/>
                    <a:pt x="528" y="2137"/>
                    <a:pt x="1076" y="2137"/>
                  </a:cubicBezTo>
                  <a:cubicBezTo>
                    <a:pt x="1337" y="2137"/>
                    <a:pt x="1604" y="2039"/>
                    <a:pt x="1819" y="1821"/>
                  </a:cubicBezTo>
                  <a:cubicBezTo>
                    <a:pt x="2494" y="1154"/>
                    <a:pt x="2022" y="0"/>
                    <a:pt x="1071"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723" name="Google Shape;6723;p36"/>
            <p:cNvSpPr/>
            <p:nvPr/>
          </p:nvSpPr>
          <p:spPr>
            <a:xfrm>
              <a:off x="2294925" y="3247075"/>
              <a:ext cx="62350" cy="53450"/>
            </a:xfrm>
            <a:custGeom>
              <a:rect b="b" l="l" r="r" t="t"/>
              <a:pathLst>
                <a:path extrusionOk="0" h="2138" w="2494">
                  <a:moveTo>
                    <a:pt x="1071" y="1"/>
                  </a:moveTo>
                  <a:cubicBezTo>
                    <a:pt x="486" y="9"/>
                    <a:pt x="6" y="480"/>
                    <a:pt x="6" y="1066"/>
                  </a:cubicBezTo>
                  <a:cubicBezTo>
                    <a:pt x="1" y="1709"/>
                    <a:pt x="524" y="2137"/>
                    <a:pt x="1072" y="2137"/>
                  </a:cubicBezTo>
                  <a:cubicBezTo>
                    <a:pt x="1334" y="2137"/>
                    <a:pt x="1601" y="2040"/>
                    <a:pt x="1819" y="1822"/>
                  </a:cubicBezTo>
                  <a:cubicBezTo>
                    <a:pt x="2494" y="1155"/>
                    <a:pt x="2022" y="1"/>
                    <a:pt x="1071"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724" name="Google Shape;6724;p36"/>
            <p:cNvSpPr/>
            <p:nvPr/>
          </p:nvSpPr>
          <p:spPr>
            <a:xfrm>
              <a:off x="2295075" y="3171075"/>
              <a:ext cx="62200" cy="53275"/>
            </a:xfrm>
            <a:custGeom>
              <a:rect b="b" l="l" r="r" t="t"/>
              <a:pathLst>
                <a:path extrusionOk="0" h="2131" w="2488">
                  <a:moveTo>
                    <a:pt x="1065" y="0"/>
                  </a:moveTo>
                  <a:cubicBezTo>
                    <a:pt x="472" y="0"/>
                    <a:pt x="0" y="472"/>
                    <a:pt x="0" y="1065"/>
                  </a:cubicBezTo>
                  <a:cubicBezTo>
                    <a:pt x="0" y="1707"/>
                    <a:pt x="522" y="2131"/>
                    <a:pt x="1067" y="2131"/>
                  </a:cubicBezTo>
                  <a:cubicBezTo>
                    <a:pt x="1329" y="2131"/>
                    <a:pt x="1596" y="2032"/>
                    <a:pt x="1813" y="1813"/>
                  </a:cubicBezTo>
                  <a:cubicBezTo>
                    <a:pt x="2488" y="1146"/>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725" name="Google Shape;6725;p36"/>
            <p:cNvSpPr/>
            <p:nvPr/>
          </p:nvSpPr>
          <p:spPr>
            <a:xfrm>
              <a:off x="2295075" y="2028275"/>
              <a:ext cx="62200" cy="53450"/>
            </a:xfrm>
            <a:custGeom>
              <a:rect b="b" l="l" r="r" t="t"/>
              <a:pathLst>
                <a:path extrusionOk="0" h="2138" w="2488">
                  <a:moveTo>
                    <a:pt x="1065" y="1"/>
                  </a:moveTo>
                  <a:cubicBezTo>
                    <a:pt x="472" y="1"/>
                    <a:pt x="0" y="480"/>
                    <a:pt x="0" y="1065"/>
                  </a:cubicBezTo>
                  <a:cubicBezTo>
                    <a:pt x="0" y="1709"/>
                    <a:pt x="525" y="2137"/>
                    <a:pt x="1071" y="2137"/>
                  </a:cubicBezTo>
                  <a:cubicBezTo>
                    <a:pt x="1332" y="2137"/>
                    <a:pt x="1598" y="2040"/>
                    <a:pt x="1813" y="1821"/>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726" name="Google Shape;6726;p36"/>
            <p:cNvSpPr/>
            <p:nvPr/>
          </p:nvSpPr>
          <p:spPr>
            <a:xfrm>
              <a:off x="2218650" y="4389875"/>
              <a:ext cx="62225" cy="53350"/>
            </a:xfrm>
            <a:custGeom>
              <a:rect b="b" l="l" r="r" t="t"/>
              <a:pathLst>
                <a:path extrusionOk="0" h="2134" w="2489">
                  <a:moveTo>
                    <a:pt x="1074" y="0"/>
                  </a:moveTo>
                  <a:cubicBezTo>
                    <a:pt x="480" y="0"/>
                    <a:pt x="0" y="480"/>
                    <a:pt x="0" y="1065"/>
                  </a:cubicBezTo>
                  <a:cubicBezTo>
                    <a:pt x="0" y="1709"/>
                    <a:pt x="526" y="2133"/>
                    <a:pt x="1074" y="2133"/>
                  </a:cubicBezTo>
                  <a:cubicBezTo>
                    <a:pt x="1336" y="2133"/>
                    <a:pt x="1603" y="2037"/>
                    <a:pt x="1821" y="1821"/>
                  </a:cubicBezTo>
                  <a:cubicBezTo>
                    <a:pt x="2488" y="1147"/>
                    <a:pt x="2017" y="0"/>
                    <a:pt x="1074"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727" name="Google Shape;6727;p36"/>
            <p:cNvSpPr/>
            <p:nvPr/>
          </p:nvSpPr>
          <p:spPr>
            <a:xfrm>
              <a:off x="2218650" y="4313650"/>
              <a:ext cx="62225" cy="53450"/>
            </a:xfrm>
            <a:custGeom>
              <a:rect b="b" l="l" r="r" t="t"/>
              <a:pathLst>
                <a:path extrusionOk="0" h="2138" w="2489">
                  <a:moveTo>
                    <a:pt x="1074" y="1"/>
                  </a:moveTo>
                  <a:cubicBezTo>
                    <a:pt x="480" y="1"/>
                    <a:pt x="0" y="480"/>
                    <a:pt x="0" y="1066"/>
                  </a:cubicBezTo>
                  <a:cubicBezTo>
                    <a:pt x="0" y="1709"/>
                    <a:pt x="526" y="2137"/>
                    <a:pt x="1074" y="2137"/>
                  </a:cubicBezTo>
                  <a:cubicBezTo>
                    <a:pt x="1336" y="2137"/>
                    <a:pt x="1603" y="2040"/>
                    <a:pt x="1821" y="1822"/>
                  </a:cubicBezTo>
                  <a:cubicBezTo>
                    <a:pt x="2488" y="1155"/>
                    <a:pt x="2017" y="1"/>
                    <a:pt x="1074"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728" name="Google Shape;6728;p36"/>
            <p:cNvSpPr/>
            <p:nvPr/>
          </p:nvSpPr>
          <p:spPr>
            <a:xfrm>
              <a:off x="2218650" y="4237450"/>
              <a:ext cx="62225" cy="53425"/>
            </a:xfrm>
            <a:custGeom>
              <a:rect b="b" l="l" r="r" t="t"/>
              <a:pathLst>
                <a:path extrusionOk="0" h="2137" w="2489">
                  <a:moveTo>
                    <a:pt x="1074" y="0"/>
                  </a:moveTo>
                  <a:cubicBezTo>
                    <a:pt x="480" y="8"/>
                    <a:pt x="0" y="480"/>
                    <a:pt x="0" y="1073"/>
                  </a:cubicBezTo>
                  <a:cubicBezTo>
                    <a:pt x="0" y="1711"/>
                    <a:pt x="525" y="2137"/>
                    <a:pt x="1073" y="2137"/>
                  </a:cubicBezTo>
                  <a:cubicBezTo>
                    <a:pt x="1335" y="2137"/>
                    <a:pt x="1603" y="2040"/>
                    <a:pt x="1821" y="1821"/>
                  </a:cubicBezTo>
                  <a:cubicBezTo>
                    <a:pt x="2488" y="1155"/>
                    <a:pt x="2017" y="8"/>
                    <a:pt x="1074"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729" name="Google Shape;6729;p36"/>
            <p:cNvSpPr/>
            <p:nvPr/>
          </p:nvSpPr>
          <p:spPr>
            <a:xfrm>
              <a:off x="2218650" y="4161425"/>
              <a:ext cx="62225" cy="53250"/>
            </a:xfrm>
            <a:custGeom>
              <a:rect b="b" l="l" r="r" t="t"/>
              <a:pathLst>
                <a:path extrusionOk="0" h="2130" w="2489">
                  <a:moveTo>
                    <a:pt x="1074" y="1"/>
                  </a:moveTo>
                  <a:cubicBezTo>
                    <a:pt x="480" y="1"/>
                    <a:pt x="0" y="472"/>
                    <a:pt x="0" y="1066"/>
                  </a:cubicBezTo>
                  <a:cubicBezTo>
                    <a:pt x="0" y="1704"/>
                    <a:pt x="525" y="2129"/>
                    <a:pt x="1073" y="2129"/>
                  </a:cubicBezTo>
                  <a:cubicBezTo>
                    <a:pt x="1335" y="2129"/>
                    <a:pt x="1603" y="2032"/>
                    <a:pt x="1821" y="1814"/>
                  </a:cubicBezTo>
                  <a:cubicBezTo>
                    <a:pt x="2488" y="1147"/>
                    <a:pt x="2017" y="1"/>
                    <a:pt x="1074"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730" name="Google Shape;6730;p36"/>
            <p:cNvSpPr/>
            <p:nvPr/>
          </p:nvSpPr>
          <p:spPr>
            <a:xfrm>
              <a:off x="2218650" y="4085225"/>
              <a:ext cx="62225" cy="53350"/>
            </a:xfrm>
            <a:custGeom>
              <a:rect b="b" l="l" r="r" t="t"/>
              <a:pathLst>
                <a:path extrusionOk="0" h="2134" w="2489">
                  <a:moveTo>
                    <a:pt x="1074" y="0"/>
                  </a:moveTo>
                  <a:cubicBezTo>
                    <a:pt x="480" y="0"/>
                    <a:pt x="0" y="472"/>
                    <a:pt x="0" y="1065"/>
                  </a:cubicBezTo>
                  <a:cubicBezTo>
                    <a:pt x="0" y="1709"/>
                    <a:pt x="526" y="2133"/>
                    <a:pt x="1074" y="2133"/>
                  </a:cubicBezTo>
                  <a:cubicBezTo>
                    <a:pt x="1336" y="2133"/>
                    <a:pt x="1603" y="2037"/>
                    <a:pt x="1821" y="1821"/>
                  </a:cubicBezTo>
                  <a:cubicBezTo>
                    <a:pt x="2488" y="1147"/>
                    <a:pt x="2017" y="0"/>
                    <a:pt x="1074"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731" name="Google Shape;6731;p36"/>
            <p:cNvSpPr/>
            <p:nvPr/>
          </p:nvSpPr>
          <p:spPr>
            <a:xfrm>
              <a:off x="2218650" y="4009000"/>
              <a:ext cx="62225" cy="53350"/>
            </a:xfrm>
            <a:custGeom>
              <a:rect b="b" l="l" r="r" t="t"/>
              <a:pathLst>
                <a:path extrusionOk="0" h="2134" w="2489">
                  <a:moveTo>
                    <a:pt x="1074" y="1"/>
                  </a:moveTo>
                  <a:cubicBezTo>
                    <a:pt x="480" y="1"/>
                    <a:pt x="0" y="480"/>
                    <a:pt x="0" y="1066"/>
                  </a:cubicBezTo>
                  <a:cubicBezTo>
                    <a:pt x="0" y="1710"/>
                    <a:pt x="526" y="2134"/>
                    <a:pt x="1074" y="2134"/>
                  </a:cubicBezTo>
                  <a:cubicBezTo>
                    <a:pt x="1336" y="2134"/>
                    <a:pt x="1603" y="2037"/>
                    <a:pt x="1821" y="1822"/>
                  </a:cubicBezTo>
                  <a:cubicBezTo>
                    <a:pt x="2488" y="1147"/>
                    <a:pt x="2017" y="1"/>
                    <a:pt x="1074"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732" name="Google Shape;6732;p36"/>
            <p:cNvSpPr/>
            <p:nvPr/>
          </p:nvSpPr>
          <p:spPr>
            <a:xfrm>
              <a:off x="2218650" y="3932800"/>
              <a:ext cx="62225" cy="53475"/>
            </a:xfrm>
            <a:custGeom>
              <a:rect b="b" l="l" r="r" t="t"/>
              <a:pathLst>
                <a:path extrusionOk="0" h="2139" w="2489">
                  <a:moveTo>
                    <a:pt x="1074" y="0"/>
                  </a:moveTo>
                  <a:cubicBezTo>
                    <a:pt x="480" y="0"/>
                    <a:pt x="0" y="480"/>
                    <a:pt x="0" y="1073"/>
                  </a:cubicBezTo>
                  <a:cubicBezTo>
                    <a:pt x="6" y="1715"/>
                    <a:pt x="530" y="2139"/>
                    <a:pt x="1075" y="2139"/>
                  </a:cubicBezTo>
                  <a:cubicBezTo>
                    <a:pt x="1337" y="2139"/>
                    <a:pt x="1605" y="2041"/>
                    <a:pt x="1821" y="1821"/>
                  </a:cubicBezTo>
                  <a:cubicBezTo>
                    <a:pt x="2488" y="1146"/>
                    <a:pt x="2017" y="8"/>
                    <a:pt x="1074"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733" name="Google Shape;6733;p36"/>
            <p:cNvSpPr/>
            <p:nvPr/>
          </p:nvSpPr>
          <p:spPr>
            <a:xfrm>
              <a:off x="2218650" y="3856775"/>
              <a:ext cx="62225" cy="53300"/>
            </a:xfrm>
            <a:custGeom>
              <a:rect b="b" l="l" r="r" t="t"/>
              <a:pathLst>
                <a:path extrusionOk="0" h="2132" w="2489">
                  <a:moveTo>
                    <a:pt x="1074" y="1"/>
                  </a:moveTo>
                  <a:cubicBezTo>
                    <a:pt x="480" y="1"/>
                    <a:pt x="0" y="472"/>
                    <a:pt x="0" y="1066"/>
                  </a:cubicBezTo>
                  <a:cubicBezTo>
                    <a:pt x="0" y="1708"/>
                    <a:pt x="523" y="2131"/>
                    <a:pt x="1070" y="2131"/>
                  </a:cubicBezTo>
                  <a:cubicBezTo>
                    <a:pt x="1333" y="2131"/>
                    <a:pt x="1602" y="2033"/>
                    <a:pt x="1821" y="1814"/>
                  </a:cubicBezTo>
                  <a:cubicBezTo>
                    <a:pt x="2488" y="1147"/>
                    <a:pt x="2017" y="1"/>
                    <a:pt x="1074"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734" name="Google Shape;6734;p36"/>
            <p:cNvSpPr/>
            <p:nvPr/>
          </p:nvSpPr>
          <p:spPr>
            <a:xfrm>
              <a:off x="2218650" y="3780375"/>
              <a:ext cx="62425" cy="53475"/>
            </a:xfrm>
            <a:custGeom>
              <a:rect b="b" l="l" r="r" t="t"/>
              <a:pathLst>
                <a:path extrusionOk="0" h="2139" w="2497">
                  <a:moveTo>
                    <a:pt x="1074" y="0"/>
                  </a:moveTo>
                  <a:cubicBezTo>
                    <a:pt x="480" y="0"/>
                    <a:pt x="0" y="480"/>
                    <a:pt x="0" y="1073"/>
                  </a:cubicBezTo>
                  <a:cubicBezTo>
                    <a:pt x="6" y="1715"/>
                    <a:pt x="530" y="2139"/>
                    <a:pt x="1077" y="2139"/>
                  </a:cubicBezTo>
                  <a:cubicBezTo>
                    <a:pt x="1341" y="2139"/>
                    <a:pt x="1610" y="2040"/>
                    <a:pt x="1830" y="1821"/>
                  </a:cubicBezTo>
                  <a:cubicBezTo>
                    <a:pt x="2496" y="1146"/>
                    <a:pt x="2017" y="0"/>
                    <a:pt x="1074"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735" name="Google Shape;6735;p36"/>
            <p:cNvSpPr/>
            <p:nvPr/>
          </p:nvSpPr>
          <p:spPr>
            <a:xfrm>
              <a:off x="2218650" y="3704150"/>
              <a:ext cx="62225" cy="53450"/>
            </a:xfrm>
            <a:custGeom>
              <a:rect b="b" l="l" r="r" t="t"/>
              <a:pathLst>
                <a:path extrusionOk="0" h="2138" w="2489">
                  <a:moveTo>
                    <a:pt x="1074" y="1"/>
                  </a:moveTo>
                  <a:cubicBezTo>
                    <a:pt x="480" y="1"/>
                    <a:pt x="0" y="480"/>
                    <a:pt x="0" y="1066"/>
                  </a:cubicBezTo>
                  <a:cubicBezTo>
                    <a:pt x="0" y="1709"/>
                    <a:pt x="526" y="2137"/>
                    <a:pt x="1074" y="2137"/>
                  </a:cubicBezTo>
                  <a:cubicBezTo>
                    <a:pt x="1336" y="2137"/>
                    <a:pt x="1603" y="2040"/>
                    <a:pt x="1821" y="1822"/>
                  </a:cubicBezTo>
                  <a:cubicBezTo>
                    <a:pt x="2488" y="1155"/>
                    <a:pt x="2017" y="1"/>
                    <a:pt x="1074"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736" name="Google Shape;6736;p36"/>
            <p:cNvSpPr/>
            <p:nvPr/>
          </p:nvSpPr>
          <p:spPr>
            <a:xfrm>
              <a:off x="2218650" y="3627950"/>
              <a:ext cx="62225" cy="53425"/>
            </a:xfrm>
            <a:custGeom>
              <a:rect b="b" l="l" r="r" t="t"/>
              <a:pathLst>
                <a:path extrusionOk="0" h="2137" w="2489">
                  <a:moveTo>
                    <a:pt x="1074" y="0"/>
                  </a:moveTo>
                  <a:cubicBezTo>
                    <a:pt x="480" y="8"/>
                    <a:pt x="0" y="480"/>
                    <a:pt x="0" y="1073"/>
                  </a:cubicBezTo>
                  <a:cubicBezTo>
                    <a:pt x="0" y="1711"/>
                    <a:pt x="525" y="2137"/>
                    <a:pt x="1073" y="2137"/>
                  </a:cubicBezTo>
                  <a:cubicBezTo>
                    <a:pt x="1335" y="2137"/>
                    <a:pt x="1603" y="2039"/>
                    <a:pt x="1821" y="1821"/>
                  </a:cubicBezTo>
                  <a:cubicBezTo>
                    <a:pt x="2488" y="1154"/>
                    <a:pt x="2017" y="8"/>
                    <a:pt x="1074"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737" name="Google Shape;6737;p36"/>
            <p:cNvSpPr/>
            <p:nvPr/>
          </p:nvSpPr>
          <p:spPr>
            <a:xfrm>
              <a:off x="2218650" y="3551925"/>
              <a:ext cx="62225" cy="53300"/>
            </a:xfrm>
            <a:custGeom>
              <a:rect b="b" l="l" r="r" t="t"/>
              <a:pathLst>
                <a:path extrusionOk="0" h="2132" w="2489">
                  <a:moveTo>
                    <a:pt x="1074" y="1"/>
                  </a:moveTo>
                  <a:cubicBezTo>
                    <a:pt x="480" y="1"/>
                    <a:pt x="0" y="472"/>
                    <a:pt x="0" y="1066"/>
                  </a:cubicBezTo>
                  <a:cubicBezTo>
                    <a:pt x="0" y="1708"/>
                    <a:pt x="523" y="2131"/>
                    <a:pt x="1070" y="2131"/>
                  </a:cubicBezTo>
                  <a:cubicBezTo>
                    <a:pt x="1333" y="2131"/>
                    <a:pt x="1602" y="2033"/>
                    <a:pt x="1821" y="1814"/>
                  </a:cubicBezTo>
                  <a:cubicBezTo>
                    <a:pt x="2488" y="1147"/>
                    <a:pt x="2017" y="1"/>
                    <a:pt x="1074"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738" name="Google Shape;6738;p36"/>
            <p:cNvSpPr/>
            <p:nvPr/>
          </p:nvSpPr>
          <p:spPr>
            <a:xfrm>
              <a:off x="2218650" y="3475725"/>
              <a:ext cx="62225" cy="53350"/>
            </a:xfrm>
            <a:custGeom>
              <a:rect b="b" l="l" r="r" t="t"/>
              <a:pathLst>
                <a:path extrusionOk="0" h="2134" w="2489">
                  <a:moveTo>
                    <a:pt x="1074" y="0"/>
                  </a:moveTo>
                  <a:cubicBezTo>
                    <a:pt x="480" y="0"/>
                    <a:pt x="0" y="480"/>
                    <a:pt x="0" y="1065"/>
                  </a:cubicBezTo>
                  <a:cubicBezTo>
                    <a:pt x="0" y="1709"/>
                    <a:pt x="526" y="2133"/>
                    <a:pt x="1074" y="2133"/>
                  </a:cubicBezTo>
                  <a:cubicBezTo>
                    <a:pt x="1336" y="2133"/>
                    <a:pt x="1603" y="2037"/>
                    <a:pt x="1821" y="1821"/>
                  </a:cubicBezTo>
                  <a:cubicBezTo>
                    <a:pt x="2488" y="1146"/>
                    <a:pt x="2017" y="0"/>
                    <a:pt x="1074"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739" name="Google Shape;6739;p36"/>
            <p:cNvSpPr/>
            <p:nvPr/>
          </p:nvSpPr>
          <p:spPr>
            <a:xfrm>
              <a:off x="2218650" y="3399500"/>
              <a:ext cx="62425" cy="53350"/>
            </a:xfrm>
            <a:custGeom>
              <a:rect b="b" l="l" r="r" t="t"/>
              <a:pathLst>
                <a:path extrusionOk="0" h="2134" w="2497">
                  <a:moveTo>
                    <a:pt x="1074" y="1"/>
                  </a:moveTo>
                  <a:cubicBezTo>
                    <a:pt x="480" y="1"/>
                    <a:pt x="9" y="480"/>
                    <a:pt x="0" y="1066"/>
                  </a:cubicBezTo>
                  <a:cubicBezTo>
                    <a:pt x="0" y="1709"/>
                    <a:pt x="526" y="2134"/>
                    <a:pt x="1074" y="2134"/>
                  </a:cubicBezTo>
                  <a:cubicBezTo>
                    <a:pt x="1336" y="2134"/>
                    <a:pt x="1603" y="2037"/>
                    <a:pt x="1821" y="1822"/>
                  </a:cubicBezTo>
                  <a:cubicBezTo>
                    <a:pt x="2496" y="1155"/>
                    <a:pt x="2017" y="1"/>
                    <a:pt x="1074"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740" name="Google Shape;6740;p36"/>
            <p:cNvSpPr/>
            <p:nvPr/>
          </p:nvSpPr>
          <p:spPr>
            <a:xfrm>
              <a:off x="2218650" y="3323300"/>
              <a:ext cx="62425" cy="53425"/>
            </a:xfrm>
            <a:custGeom>
              <a:rect b="b" l="l" r="r" t="t"/>
              <a:pathLst>
                <a:path extrusionOk="0" h="2137" w="2497">
                  <a:moveTo>
                    <a:pt x="1074" y="0"/>
                  </a:moveTo>
                  <a:cubicBezTo>
                    <a:pt x="480" y="0"/>
                    <a:pt x="9" y="480"/>
                    <a:pt x="0" y="1065"/>
                  </a:cubicBezTo>
                  <a:cubicBezTo>
                    <a:pt x="0" y="1709"/>
                    <a:pt x="526" y="2137"/>
                    <a:pt x="1074" y="2137"/>
                  </a:cubicBezTo>
                  <a:cubicBezTo>
                    <a:pt x="1336" y="2137"/>
                    <a:pt x="1603" y="2039"/>
                    <a:pt x="1821" y="1821"/>
                  </a:cubicBezTo>
                  <a:cubicBezTo>
                    <a:pt x="2496" y="1154"/>
                    <a:pt x="2017" y="8"/>
                    <a:pt x="1074"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741" name="Google Shape;6741;p36"/>
            <p:cNvSpPr/>
            <p:nvPr/>
          </p:nvSpPr>
          <p:spPr>
            <a:xfrm>
              <a:off x="2218650" y="3247075"/>
              <a:ext cx="62425" cy="53500"/>
            </a:xfrm>
            <a:custGeom>
              <a:rect b="b" l="l" r="r" t="t"/>
              <a:pathLst>
                <a:path extrusionOk="0" h="2140" w="2497">
                  <a:moveTo>
                    <a:pt x="1074" y="1"/>
                  </a:moveTo>
                  <a:cubicBezTo>
                    <a:pt x="480" y="9"/>
                    <a:pt x="9" y="480"/>
                    <a:pt x="0" y="1066"/>
                  </a:cubicBezTo>
                  <a:cubicBezTo>
                    <a:pt x="0" y="1711"/>
                    <a:pt x="529" y="2140"/>
                    <a:pt x="1079" y="2140"/>
                  </a:cubicBezTo>
                  <a:cubicBezTo>
                    <a:pt x="1339" y="2140"/>
                    <a:pt x="1605" y="2044"/>
                    <a:pt x="1821" y="1830"/>
                  </a:cubicBezTo>
                  <a:cubicBezTo>
                    <a:pt x="2496" y="1155"/>
                    <a:pt x="2017" y="9"/>
                    <a:pt x="1074"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742" name="Google Shape;6742;p36"/>
            <p:cNvSpPr/>
            <p:nvPr/>
          </p:nvSpPr>
          <p:spPr>
            <a:xfrm>
              <a:off x="2218650" y="3171075"/>
              <a:ext cx="62225" cy="53300"/>
            </a:xfrm>
            <a:custGeom>
              <a:rect b="b" l="l" r="r" t="t"/>
              <a:pathLst>
                <a:path extrusionOk="0" h="2132" w="2489">
                  <a:moveTo>
                    <a:pt x="1074" y="0"/>
                  </a:moveTo>
                  <a:cubicBezTo>
                    <a:pt x="480" y="0"/>
                    <a:pt x="0" y="472"/>
                    <a:pt x="0" y="1065"/>
                  </a:cubicBezTo>
                  <a:cubicBezTo>
                    <a:pt x="0" y="1705"/>
                    <a:pt x="528" y="2131"/>
                    <a:pt x="1078" y="2131"/>
                  </a:cubicBezTo>
                  <a:cubicBezTo>
                    <a:pt x="1339" y="2131"/>
                    <a:pt x="1604" y="2036"/>
                    <a:pt x="1821" y="1821"/>
                  </a:cubicBezTo>
                  <a:cubicBezTo>
                    <a:pt x="2488" y="1146"/>
                    <a:pt x="2017" y="0"/>
                    <a:pt x="1074"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743" name="Google Shape;6743;p36"/>
            <p:cNvSpPr/>
            <p:nvPr/>
          </p:nvSpPr>
          <p:spPr>
            <a:xfrm>
              <a:off x="2218650" y="2180700"/>
              <a:ext cx="62225" cy="53350"/>
            </a:xfrm>
            <a:custGeom>
              <a:rect b="b" l="l" r="r" t="t"/>
              <a:pathLst>
                <a:path extrusionOk="0" h="2134" w="2489">
                  <a:moveTo>
                    <a:pt x="1074" y="1"/>
                  </a:moveTo>
                  <a:cubicBezTo>
                    <a:pt x="480" y="1"/>
                    <a:pt x="0" y="472"/>
                    <a:pt x="0" y="1066"/>
                  </a:cubicBezTo>
                  <a:cubicBezTo>
                    <a:pt x="0" y="1709"/>
                    <a:pt x="526" y="2133"/>
                    <a:pt x="1074" y="2133"/>
                  </a:cubicBezTo>
                  <a:cubicBezTo>
                    <a:pt x="1336" y="2133"/>
                    <a:pt x="1603" y="2037"/>
                    <a:pt x="1821" y="1822"/>
                  </a:cubicBezTo>
                  <a:cubicBezTo>
                    <a:pt x="2488" y="1147"/>
                    <a:pt x="2017" y="1"/>
                    <a:pt x="1074"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744" name="Google Shape;6744;p36"/>
            <p:cNvSpPr/>
            <p:nvPr/>
          </p:nvSpPr>
          <p:spPr>
            <a:xfrm>
              <a:off x="2218650" y="2028275"/>
              <a:ext cx="62225" cy="53450"/>
            </a:xfrm>
            <a:custGeom>
              <a:rect b="b" l="l" r="r" t="t"/>
              <a:pathLst>
                <a:path extrusionOk="0" h="2138" w="2489">
                  <a:moveTo>
                    <a:pt x="1074" y="1"/>
                  </a:moveTo>
                  <a:cubicBezTo>
                    <a:pt x="480" y="1"/>
                    <a:pt x="0" y="480"/>
                    <a:pt x="0" y="1065"/>
                  </a:cubicBezTo>
                  <a:cubicBezTo>
                    <a:pt x="0" y="1709"/>
                    <a:pt x="526" y="2137"/>
                    <a:pt x="1074" y="2137"/>
                  </a:cubicBezTo>
                  <a:cubicBezTo>
                    <a:pt x="1336" y="2137"/>
                    <a:pt x="1603" y="2040"/>
                    <a:pt x="1821" y="1821"/>
                  </a:cubicBezTo>
                  <a:cubicBezTo>
                    <a:pt x="2488" y="1155"/>
                    <a:pt x="2017" y="1"/>
                    <a:pt x="1074"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745" name="Google Shape;6745;p36"/>
            <p:cNvSpPr/>
            <p:nvPr/>
          </p:nvSpPr>
          <p:spPr>
            <a:xfrm>
              <a:off x="2218650" y="1952050"/>
              <a:ext cx="62225" cy="53450"/>
            </a:xfrm>
            <a:custGeom>
              <a:rect b="b" l="l" r="r" t="t"/>
              <a:pathLst>
                <a:path extrusionOk="0" h="2138" w="2489">
                  <a:moveTo>
                    <a:pt x="1074" y="1"/>
                  </a:moveTo>
                  <a:cubicBezTo>
                    <a:pt x="480" y="9"/>
                    <a:pt x="0" y="481"/>
                    <a:pt x="0" y="1074"/>
                  </a:cubicBezTo>
                  <a:cubicBezTo>
                    <a:pt x="0" y="1712"/>
                    <a:pt x="525" y="2138"/>
                    <a:pt x="1073" y="2138"/>
                  </a:cubicBezTo>
                  <a:cubicBezTo>
                    <a:pt x="1335" y="2138"/>
                    <a:pt x="1603" y="2040"/>
                    <a:pt x="1821" y="1822"/>
                  </a:cubicBezTo>
                  <a:cubicBezTo>
                    <a:pt x="2488" y="1155"/>
                    <a:pt x="2017" y="9"/>
                    <a:pt x="1074"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746" name="Google Shape;6746;p36"/>
            <p:cNvSpPr/>
            <p:nvPr/>
          </p:nvSpPr>
          <p:spPr>
            <a:xfrm>
              <a:off x="2142425" y="4618300"/>
              <a:ext cx="62425" cy="53450"/>
            </a:xfrm>
            <a:custGeom>
              <a:rect b="b" l="l" r="r" t="t"/>
              <a:pathLst>
                <a:path extrusionOk="0" h="2138" w="2497">
                  <a:moveTo>
                    <a:pt x="1074" y="1"/>
                  </a:moveTo>
                  <a:cubicBezTo>
                    <a:pt x="481" y="9"/>
                    <a:pt x="9" y="480"/>
                    <a:pt x="1" y="1066"/>
                  </a:cubicBezTo>
                  <a:cubicBezTo>
                    <a:pt x="1" y="1709"/>
                    <a:pt x="530" y="2137"/>
                    <a:pt x="1078" y="2137"/>
                  </a:cubicBezTo>
                  <a:cubicBezTo>
                    <a:pt x="1340" y="2137"/>
                    <a:pt x="1606" y="2040"/>
                    <a:pt x="1822" y="1822"/>
                  </a:cubicBezTo>
                  <a:cubicBezTo>
                    <a:pt x="2497" y="1147"/>
                    <a:pt x="2017" y="1"/>
                    <a:pt x="1074"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747" name="Google Shape;6747;p36"/>
            <p:cNvSpPr/>
            <p:nvPr/>
          </p:nvSpPr>
          <p:spPr>
            <a:xfrm>
              <a:off x="2142425" y="4389875"/>
              <a:ext cx="62425" cy="53350"/>
            </a:xfrm>
            <a:custGeom>
              <a:rect b="b" l="l" r="r" t="t"/>
              <a:pathLst>
                <a:path extrusionOk="0" h="2134" w="2497">
                  <a:moveTo>
                    <a:pt x="1074" y="0"/>
                  </a:moveTo>
                  <a:cubicBezTo>
                    <a:pt x="481" y="0"/>
                    <a:pt x="9" y="480"/>
                    <a:pt x="1" y="1065"/>
                  </a:cubicBezTo>
                  <a:cubicBezTo>
                    <a:pt x="1" y="1709"/>
                    <a:pt x="530" y="2133"/>
                    <a:pt x="1079" y="2133"/>
                  </a:cubicBezTo>
                  <a:cubicBezTo>
                    <a:pt x="1340" y="2133"/>
                    <a:pt x="1607" y="2037"/>
                    <a:pt x="1822" y="1821"/>
                  </a:cubicBezTo>
                  <a:cubicBezTo>
                    <a:pt x="2497" y="1147"/>
                    <a:pt x="2017" y="0"/>
                    <a:pt x="1074"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748" name="Google Shape;6748;p36"/>
            <p:cNvSpPr/>
            <p:nvPr/>
          </p:nvSpPr>
          <p:spPr>
            <a:xfrm>
              <a:off x="2142425" y="4313650"/>
              <a:ext cx="62425" cy="53450"/>
            </a:xfrm>
            <a:custGeom>
              <a:rect b="b" l="l" r="r" t="t"/>
              <a:pathLst>
                <a:path extrusionOk="0" h="2138" w="2497">
                  <a:moveTo>
                    <a:pt x="1074" y="1"/>
                  </a:moveTo>
                  <a:cubicBezTo>
                    <a:pt x="481" y="1"/>
                    <a:pt x="9" y="480"/>
                    <a:pt x="1" y="1066"/>
                  </a:cubicBezTo>
                  <a:cubicBezTo>
                    <a:pt x="1" y="1709"/>
                    <a:pt x="530" y="2137"/>
                    <a:pt x="1078" y="2137"/>
                  </a:cubicBezTo>
                  <a:cubicBezTo>
                    <a:pt x="1340" y="2137"/>
                    <a:pt x="1606" y="2040"/>
                    <a:pt x="1822" y="1822"/>
                  </a:cubicBezTo>
                  <a:cubicBezTo>
                    <a:pt x="2497" y="1147"/>
                    <a:pt x="2017" y="1"/>
                    <a:pt x="1074"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749" name="Google Shape;6749;p36"/>
            <p:cNvSpPr/>
            <p:nvPr/>
          </p:nvSpPr>
          <p:spPr>
            <a:xfrm>
              <a:off x="2142425" y="4237450"/>
              <a:ext cx="62425" cy="53425"/>
            </a:xfrm>
            <a:custGeom>
              <a:rect b="b" l="l" r="r" t="t"/>
              <a:pathLst>
                <a:path extrusionOk="0" h="2137" w="2497">
                  <a:moveTo>
                    <a:pt x="1074" y="0"/>
                  </a:moveTo>
                  <a:cubicBezTo>
                    <a:pt x="481" y="8"/>
                    <a:pt x="9" y="480"/>
                    <a:pt x="1" y="1073"/>
                  </a:cubicBezTo>
                  <a:cubicBezTo>
                    <a:pt x="1" y="1711"/>
                    <a:pt x="529" y="2137"/>
                    <a:pt x="1077" y="2137"/>
                  </a:cubicBezTo>
                  <a:cubicBezTo>
                    <a:pt x="1339" y="2137"/>
                    <a:pt x="1606" y="2040"/>
                    <a:pt x="1822" y="1821"/>
                  </a:cubicBezTo>
                  <a:cubicBezTo>
                    <a:pt x="2497" y="1155"/>
                    <a:pt x="2017" y="0"/>
                    <a:pt x="1074"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750" name="Google Shape;6750;p36"/>
            <p:cNvSpPr/>
            <p:nvPr/>
          </p:nvSpPr>
          <p:spPr>
            <a:xfrm>
              <a:off x="2142425" y="4161425"/>
              <a:ext cx="62425" cy="53300"/>
            </a:xfrm>
            <a:custGeom>
              <a:rect b="b" l="l" r="r" t="t"/>
              <a:pathLst>
                <a:path extrusionOk="0" h="2132" w="2497">
                  <a:moveTo>
                    <a:pt x="1074" y="1"/>
                  </a:moveTo>
                  <a:cubicBezTo>
                    <a:pt x="481" y="1"/>
                    <a:pt x="9" y="472"/>
                    <a:pt x="1" y="1066"/>
                  </a:cubicBezTo>
                  <a:cubicBezTo>
                    <a:pt x="1" y="1708"/>
                    <a:pt x="527" y="2131"/>
                    <a:pt x="1074" y="2131"/>
                  </a:cubicBezTo>
                  <a:cubicBezTo>
                    <a:pt x="1337" y="2131"/>
                    <a:pt x="1605" y="2033"/>
                    <a:pt x="1822" y="1814"/>
                  </a:cubicBezTo>
                  <a:cubicBezTo>
                    <a:pt x="2497" y="1147"/>
                    <a:pt x="2017" y="1"/>
                    <a:pt x="1074"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751" name="Google Shape;6751;p36"/>
            <p:cNvSpPr/>
            <p:nvPr/>
          </p:nvSpPr>
          <p:spPr>
            <a:xfrm>
              <a:off x="2142425" y="4085225"/>
              <a:ext cx="62425" cy="53350"/>
            </a:xfrm>
            <a:custGeom>
              <a:rect b="b" l="l" r="r" t="t"/>
              <a:pathLst>
                <a:path extrusionOk="0" h="2134" w="2497">
                  <a:moveTo>
                    <a:pt x="1074" y="0"/>
                  </a:moveTo>
                  <a:cubicBezTo>
                    <a:pt x="481" y="0"/>
                    <a:pt x="9" y="480"/>
                    <a:pt x="1" y="1065"/>
                  </a:cubicBezTo>
                  <a:cubicBezTo>
                    <a:pt x="1" y="1709"/>
                    <a:pt x="530" y="2133"/>
                    <a:pt x="1079" y="2133"/>
                  </a:cubicBezTo>
                  <a:cubicBezTo>
                    <a:pt x="1340" y="2133"/>
                    <a:pt x="1607" y="2037"/>
                    <a:pt x="1822" y="1821"/>
                  </a:cubicBezTo>
                  <a:cubicBezTo>
                    <a:pt x="2497" y="1147"/>
                    <a:pt x="2017" y="0"/>
                    <a:pt x="1074"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752" name="Google Shape;6752;p36"/>
            <p:cNvSpPr/>
            <p:nvPr/>
          </p:nvSpPr>
          <p:spPr>
            <a:xfrm>
              <a:off x="2142425" y="4009000"/>
              <a:ext cx="62425" cy="53350"/>
            </a:xfrm>
            <a:custGeom>
              <a:rect b="b" l="l" r="r" t="t"/>
              <a:pathLst>
                <a:path extrusionOk="0" h="2134" w="2497">
                  <a:moveTo>
                    <a:pt x="1074" y="1"/>
                  </a:moveTo>
                  <a:cubicBezTo>
                    <a:pt x="481" y="1"/>
                    <a:pt x="9" y="480"/>
                    <a:pt x="1" y="1066"/>
                  </a:cubicBezTo>
                  <a:cubicBezTo>
                    <a:pt x="1" y="1710"/>
                    <a:pt x="530" y="2134"/>
                    <a:pt x="1079" y="2134"/>
                  </a:cubicBezTo>
                  <a:cubicBezTo>
                    <a:pt x="1340" y="2134"/>
                    <a:pt x="1607" y="2037"/>
                    <a:pt x="1822" y="1822"/>
                  </a:cubicBezTo>
                  <a:cubicBezTo>
                    <a:pt x="2497" y="1147"/>
                    <a:pt x="2017" y="1"/>
                    <a:pt x="1074"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753" name="Google Shape;6753;p36"/>
            <p:cNvSpPr/>
            <p:nvPr/>
          </p:nvSpPr>
          <p:spPr>
            <a:xfrm>
              <a:off x="2142425" y="3932800"/>
              <a:ext cx="62425" cy="53475"/>
            </a:xfrm>
            <a:custGeom>
              <a:rect b="b" l="l" r="r" t="t"/>
              <a:pathLst>
                <a:path extrusionOk="0" h="2139" w="2497">
                  <a:moveTo>
                    <a:pt x="1074" y="0"/>
                  </a:moveTo>
                  <a:cubicBezTo>
                    <a:pt x="481" y="0"/>
                    <a:pt x="1" y="480"/>
                    <a:pt x="1" y="1073"/>
                  </a:cubicBezTo>
                  <a:cubicBezTo>
                    <a:pt x="6" y="1715"/>
                    <a:pt x="530" y="2139"/>
                    <a:pt x="1075" y="2139"/>
                  </a:cubicBezTo>
                  <a:cubicBezTo>
                    <a:pt x="1338" y="2139"/>
                    <a:pt x="1605" y="2041"/>
                    <a:pt x="1822" y="1821"/>
                  </a:cubicBezTo>
                  <a:cubicBezTo>
                    <a:pt x="2497" y="1146"/>
                    <a:pt x="2017" y="0"/>
                    <a:pt x="1074"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754" name="Google Shape;6754;p36"/>
            <p:cNvSpPr/>
            <p:nvPr/>
          </p:nvSpPr>
          <p:spPr>
            <a:xfrm>
              <a:off x="2142425" y="3856775"/>
              <a:ext cx="62425" cy="53300"/>
            </a:xfrm>
            <a:custGeom>
              <a:rect b="b" l="l" r="r" t="t"/>
              <a:pathLst>
                <a:path extrusionOk="0" h="2132" w="2497">
                  <a:moveTo>
                    <a:pt x="1074" y="1"/>
                  </a:moveTo>
                  <a:cubicBezTo>
                    <a:pt x="481" y="1"/>
                    <a:pt x="1" y="480"/>
                    <a:pt x="1" y="1066"/>
                  </a:cubicBezTo>
                  <a:cubicBezTo>
                    <a:pt x="6" y="1708"/>
                    <a:pt x="530" y="2131"/>
                    <a:pt x="1075" y="2131"/>
                  </a:cubicBezTo>
                  <a:cubicBezTo>
                    <a:pt x="1338" y="2131"/>
                    <a:pt x="1605" y="2033"/>
                    <a:pt x="1822" y="1814"/>
                  </a:cubicBezTo>
                  <a:cubicBezTo>
                    <a:pt x="2497" y="1147"/>
                    <a:pt x="2017" y="1"/>
                    <a:pt x="1074"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755" name="Google Shape;6755;p36"/>
            <p:cNvSpPr/>
            <p:nvPr/>
          </p:nvSpPr>
          <p:spPr>
            <a:xfrm>
              <a:off x="2142425" y="3780375"/>
              <a:ext cx="62425" cy="53475"/>
            </a:xfrm>
            <a:custGeom>
              <a:rect b="b" l="l" r="r" t="t"/>
              <a:pathLst>
                <a:path extrusionOk="0" h="2139" w="2497">
                  <a:moveTo>
                    <a:pt x="1074" y="0"/>
                  </a:moveTo>
                  <a:cubicBezTo>
                    <a:pt x="481" y="0"/>
                    <a:pt x="1" y="480"/>
                    <a:pt x="1" y="1073"/>
                  </a:cubicBezTo>
                  <a:cubicBezTo>
                    <a:pt x="6" y="1715"/>
                    <a:pt x="530" y="2139"/>
                    <a:pt x="1078" y="2139"/>
                  </a:cubicBezTo>
                  <a:cubicBezTo>
                    <a:pt x="1342" y="2139"/>
                    <a:pt x="1611" y="2040"/>
                    <a:pt x="1830" y="1821"/>
                  </a:cubicBezTo>
                  <a:cubicBezTo>
                    <a:pt x="2497" y="1146"/>
                    <a:pt x="2017" y="0"/>
                    <a:pt x="1074"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756" name="Google Shape;6756;p36"/>
            <p:cNvSpPr/>
            <p:nvPr/>
          </p:nvSpPr>
          <p:spPr>
            <a:xfrm>
              <a:off x="2142425" y="3704150"/>
              <a:ext cx="62425" cy="53450"/>
            </a:xfrm>
            <a:custGeom>
              <a:rect b="b" l="l" r="r" t="t"/>
              <a:pathLst>
                <a:path extrusionOk="0" h="2138" w="2497">
                  <a:moveTo>
                    <a:pt x="1074" y="1"/>
                  </a:moveTo>
                  <a:cubicBezTo>
                    <a:pt x="481" y="1"/>
                    <a:pt x="9" y="480"/>
                    <a:pt x="1" y="1066"/>
                  </a:cubicBezTo>
                  <a:cubicBezTo>
                    <a:pt x="1" y="1709"/>
                    <a:pt x="530" y="2137"/>
                    <a:pt x="1078" y="2137"/>
                  </a:cubicBezTo>
                  <a:cubicBezTo>
                    <a:pt x="1340" y="2137"/>
                    <a:pt x="1606" y="2040"/>
                    <a:pt x="1822" y="1822"/>
                  </a:cubicBezTo>
                  <a:cubicBezTo>
                    <a:pt x="2497" y="1147"/>
                    <a:pt x="2017" y="1"/>
                    <a:pt x="1074"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757" name="Google Shape;6757;p36"/>
            <p:cNvSpPr/>
            <p:nvPr/>
          </p:nvSpPr>
          <p:spPr>
            <a:xfrm>
              <a:off x="2142425" y="3627950"/>
              <a:ext cx="62425" cy="53425"/>
            </a:xfrm>
            <a:custGeom>
              <a:rect b="b" l="l" r="r" t="t"/>
              <a:pathLst>
                <a:path extrusionOk="0" h="2137" w="2497">
                  <a:moveTo>
                    <a:pt x="1074" y="0"/>
                  </a:moveTo>
                  <a:cubicBezTo>
                    <a:pt x="481" y="8"/>
                    <a:pt x="9" y="480"/>
                    <a:pt x="1" y="1073"/>
                  </a:cubicBezTo>
                  <a:cubicBezTo>
                    <a:pt x="1" y="1711"/>
                    <a:pt x="529" y="2137"/>
                    <a:pt x="1077" y="2137"/>
                  </a:cubicBezTo>
                  <a:cubicBezTo>
                    <a:pt x="1339" y="2137"/>
                    <a:pt x="1606" y="2039"/>
                    <a:pt x="1822" y="1821"/>
                  </a:cubicBezTo>
                  <a:cubicBezTo>
                    <a:pt x="2497" y="1154"/>
                    <a:pt x="2017" y="0"/>
                    <a:pt x="1074"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758" name="Google Shape;6758;p36"/>
            <p:cNvSpPr/>
            <p:nvPr/>
          </p:nvSpPr>
          <p:spPr>
            <a:xfrm>
              <a:off x="2142425" y="3551925"/>
              <a:ext cx="62425" cy="53300"/>
            </a:xfrm>
            <a:custGeom>
              <a:rect b="b" l="l" r="r" t="t"/>
              <a:pathLst>
                <a:path extrusionOk="0" h="2132" w="2497">
                  <a:moveTo>
                    <a:pt x="1074" y="1"/>
                  </a:moveTo>
                  <a:cubicBezTo>
                    <a:pt x="481" y="1"/>
                    <a:pt x="1" y="480"/>
                    <a:pt x="1" y="1066"/>
                  </a:cubicBezTo>
                  <a:cubicBezTo>
                    <a:pt x="6" y="1708"/>
                    <a:pt x="530" y="2131"/>
                    <a:pt x="1075" y="2131"/>
                  </a:cubicBezTo>
                  <a:cubicBezTo>
                    <a:pt x="1338" y="2131"/>
                    <a:pt x="1605" y="2033"/>
                    <a:pt x="1822" y="1814"/>
                  </a:cubicBezTo>
                  <a:cubicBezTo>
                    <a:pt x="2497" y="1147"/>
                    <a:pt x="2017" y="1"/>
                    <a:pt x="1074"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759" name="Google Shape;6759;p36"/>
            <p:cNvSpPr/>
            <p:nvPr/>
          </p:nvSpPr>
          <p:spPr>
            <a:xfrm>
              <a:off x="2142425" y="3475725"/>
              <a:ext cx="62425" cy="53350"/>
            </a:xfrm>
            <a:custGeom>
              <a:rect b="b" l="l" r="r" t="t"/>
              <a:pathLst>
                <a:path extrusionOk="0" h="2134" w="2497">
                  <a:moveTo>
                    <a:pt x="1074" y="0"/>
                  </a:moveTo>
                  <a:cubicBezTo>
                    <a:pt x="481" y="0"/>
                    <a:pt x="1" y="480"/>
                    <a:pt x="1" y="1065"/>
                  </a:cubicBezTo>
                  <a:cubicBezTo>
                    <a:pt x="1" y="1709"/>
                    <a:pt x="530" y="2133"/>
                    <a:pt x="1079" y="2133"/>
                  </a:cubicBezTo>
                  <a:cubicBezTo>
                    <a:pt x="1340" y="2133"/>
                    <a:pt x="1607" y="2037"/>
                    <a:pt x="1822" y="1821"/>
                  </a:cubicBezTo>
                  <a:cubicBezTo>
                    <a:pt x="2497" y="1146"/>
                    <a:pt x="2017" y="0"/>
                    <a:pt x="1074"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760" name="Google Shape;6760;p36"/>
            <p:cNvSpPr/>
            <p:nvPr/>
          </p:nvSpPr>
          <p:spPr>
            <a:xfrm>
              <a:off x="2142425" y="3399500"/>
              <a:ext cx="62425" cy="53350"/>
            </a:xfrm>
            <a:custGeom>
              <a:rect b="b" l="l" r="r" t="t"/>
              <a:pathLst>
                <a:path extrusionOk="0" h="2134" w="2497">
                  <a:moveTo>
                    <a:pt x="1074" y="1"/>
                  </a:moveTo>
                  <a:cubicBezTo>
                    <a:pt x="481" y="1"/>
                    <a:pt x="9" y="480"/>
                    <a:pt x="1" y="1066"/>
                  </a:cubicBezTo>
                  <a:cubicBezTo>
                    <a:pt x="1" y="1709"/>
                    <a:pt x="526" y="2134"/>
                    <a:pt x="1075" y="2134"/>
                  </a:cubicBezTo>
                  <a:cubicBezTo>
                    <a:pt x="1337" y="2134"/>
                    <a:pt x="1604" y="2037"/>
                    <a:pt x="1822" y="1822"/>
                  </a:cubicBezTo>
                  <a:cubicBezTo>
                    <a:pt x="2497" y="1147"/>
                    <a:pt x="2017" y="1"/>
                    <a:pt x="1074"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761" name="Google Shape;6761;p36"/>
            <p:cNvSpPr/>
            <p:nvPr/>
          </p:nvSpPr>
          <p:spPr>
            <a:xfrm>
              <a:off x="2142425" y="3323300"/>
              <a:ext cx="62425" cy="53425"/>
            </a:xfrm>
            <a:custGeom>
              <a:rect b="b" l="l" r="r" t="t"/>
              <a:pathLst>
                <a:path extrusionOk="0" h="2137" w="2497">
                  <a:moveTo>
                    <a:pt x="1074" y="0"/>
                  </a:moveTo>
                  <a:cubicBezTo>
                    <a:pt x="481" y="0"/>
                    <a:pt x="9" y="480"/>
                    <a:pt x="1" y="1065"/>
                  </a:cubicBezTo>
                  <a:cubicBezTo>
                    <a:pt x="1" y="1709"/>
                    <a:pt x="526" y="2137"/>
                    <a:pt x="1075" y="2137"/>
                  </a:cubicBezTo>
                  <a:cubicBezTo>
                    <a:pt x="1337" y="2137"/>
                    <a:pt x="1604" y="2039"/>
                    <a:pt x="1822" y="1821"/>
                  </a:cubicBezTo>
                  <a:cubicBezTo>
                    <a:pt x="2497" y="1154"/>
                    <a:pt x="2017" y="0"/>
                    <a:pt x="1074"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762" name="Google Shape;6762;p36"/>
            <p:cNvSpPr/>
            <p:nvPr/>
          </p:nvSpPr>
          <p:spPr>
            <a:xfrm>
              <a:off x="2142425" y="3247075"/>
              <a:ext cx="62425" cy="53450"/>
            </a:xfrm>
            <a:custGeom>
              <a:rect b="b" l="l" r="r" t="t"/>
              <a:pathLst>
                <a:path extrusionOk="0" h="2138" w="2497">
                  <a:moveTo>
                    <a:pt x="1074" y="1"/>
                  </a:moveTo>
                  <a:cubicBezTo>
                    <a:pt x="481" y="9"/>
                    <a:pt x="9" y="480"/>
                    <a:pt x="1" y="1066"/>
                  </a:cubicBezTo>
                  <a:cubicBezTo>
                    <a:pt x="1" y="1709"/>
                    <a:pt x="526" y="2137"/>
                    <a:pt x="1075" y="2137"/>
                  </a:cubicBezTo>
                  <a:cubicBezTo>
                    <a:pt x="1337" y="2137"/>
                    <a:pt x="1604" y="2040"/>
                    <a:pt x="1822" y="1822"/>
                  </a:cubicBezTo>
                  <a:cubicBezTo>
                    <a:pt x="2497" y="1155"/>
                    <a:pt x="2017" y="1"/>
                    <a:pt x="1074"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763" name="Google Shape;6763;p36"/>
            <p:cNvSpPr/>
            <p:nvPr/>
          </p:nvSpPr>
          <p:spPr>
            <a:xfrm>
              <a:off x="2142425" y="3171075"/>
              <a:ext cx="62425" cy="53275"/>
            </a:xfrm>
            <a:custGeom>
              <a:rect b="b" l="l" r="r" t="t"/>
              <a:pathLst>
                <a:path extrusionOk="0" h="2131" w="2497">
                  <a:moveTo>
                    <a:pt x="1074" y="0"/>
                  </a:moveTo>
                  <a:cubicBezTo>
                    <a:pt x="481" y="0"/>
                    <a:pt x="9" y="472"/>
                    <a:pt x="1" y="1065"/>
                  </a:cubicBezTo>
                  <a:cubicBezTo>
                    <a:pt x="1" y="1707"/>
                    <a:pt x="527" y="2131"/>
                    <a:pt x="1074" y="2131"/>
                  </a:cubicBezTo>
                  <a:cubicBezTo>
                    <a:pt x="1337" y="2131"/>
                    <a:pt x="1605" y="2032"/>
                    <a:pt x="1822" y="1813"/>
                  </a:cubicBezTo>
                  <a:cubicBezTo>
                    <a:pt x="2497" y="1146"/>
                    <a:pt x="2017" y="0"/>
                    <a:pt x="1074"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764" name="Google Shape;6764;p36"/>
            <p:cNvSpPr/>
            <p:nvPr/>
          </p:nvSpPr>
          <p:spPr>
            <a:xfrm>
              <a:off x="2142425" y="2180700"/>
              <a:ext cx="62425" cy="53350"/>
            </a:xfrm>
            <a:custGeom>
              <a:rect b="b" l="l" r="r" t="t"/>
              <a:pathLst>
                <a:path extrusionOk="0" h="2134" w="2497">
                  <a:moveTo>
                    <a:pt x="1074" y="1"/>
                  </a:moveTo>
                  <a:cubicBezTo>
                    <a:pt x="481" y="1"/>
                    <a:pt x="9" y="480"/>
                    <a:pt x="1" y="1066"/>
                  </a:cubicBezTo>
                  <a:cubicBezTo>
                    <a:pt x="1" y="1709"/>
                    <a:pt x="530" y="2133"/>
                    <a:pt x="1079" y="2133"/>
                  </a:cubicBezTo>
                  <a:cubicBezTo>
                    <a:pt x="1340" y="2133"/>
                    <a:pt x="1607" y="2037"/>
                    <a:pt x="1822" y="1822"/>
                  </a:cubicBezTo>
                  <a:cubicBezTo>
                    <a:pt x="2497" y="1147"/>
                    <a:pt x="2017" y="1"/>
                    <a:pt x="1074"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765" name="Google Shape;6765;p36"/>
            <p:cNvSpPr/>
            <p:nvPr/>
          </p:nvSpPr>
          <p:spPr>
            <a:xfrm>
              <a:off x="2142425" y="2028275"/>
              <a:ext cx="62425" cy="53450"/>
            </a:xfrm>
            <a:custGeom>
              <a:rect b="b" l="l" r="r" t="t"/>
              <a:pathLst>
                <a:path extrusionOk="0" h="2138" w="2497">
                  <a:moveTo>
                    <a:pt x="1074" y="1"/>
                  </a:moveTo>
                  <a:cubicBezTo>
                    <a:pt x="481" y="1"/>
                    <a:pt x="9" y="480"/>
                    <a:pt x="1" y="1065"/>
                  </a:cubicBezTo>
                  <a:cubicBezTo>
                    <a:pt x="1" y="1709"/>
                    <a:pt x="530" y="2137"/>
                    <a:pt x="1078" y="2137"/>
                  </a:cubicBezTo>
                  <a:cubicBezTo>
                    <a:pt x="1340" y="2137"/>
                    <a:pt x="1606" y="2040"/>
                    <a:pt x="1822" y="1821"/>
                  </a:cubicBezTo>
                  <a:cubicBezTo>
                    <a:pt x="2497" y="1147"/>
                    <a:pt x="2017" y="1"/>
                    <a:pt x="1074"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766" name="Google Shape;6766;p36"/>
            <p:cNvSpPr/>
            <p:nvPr/>
          </p:nvSpPr>
          <p:spPr>
            <a:xfrm>
              <a:off x="2142425" y="1952050"/>
              <a:ext cx="62425" cy="53450"/>
            </a:xfrm>
            <a:custGeom>
              <a:rect b="b" l="l" r="r" t="t"/>
              <a:pathLst>
                <a:path extrusionOk="0" h="2138" w="2497">
                  <a:moveTo>
                    <a:pt x="1074" y="1"/>
                  </a:moveTo>
                  <a:cubicBezTo>
                    <a:pt x="481" y="9"/>
                    <a:pt x="9" y="481"/>
                    <a:pt x="1" y="1074"/>
                  </a:cubicBezTo>
                  <a:cubicBezTo>
                    <a:pt x="1" y="1712"/>
                    <a:pt x="529" y="2138"/>
                    <a:pt x="1077" y="2138"/>
                  </a:cubicBezTo>
                  <a:cubicBezTo>
                    <a:pt x="1339" y="2138"/>
                    <a:pt x="1606" y="2040"/>
                    <a:pt x="1822" y="1822"/>
                  </a:cubicBezTo>
                  <a:cubicBezTo>
                    <a:pt x="2497" y="1155"/>
                    <a:pt x="2017" y="1"/>
                    <a:pt x="1074"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767" name="Google Shape;6767;p36"/>
            <p:cNvSpPr/>
            <p:nvPr/>
          </p:nvSpPr>
          <p:spPr>
            <a:xfrm>
              <a:off x="2142425" y="1876050"/>
              <a:ext cx="62425" cy="53275"/>
            </a:xfrm>
            <a:custGeom>
              <a:rect b="b" l="l" r="r" t="t"/>
              <a:pathLst>
                <a:path extrusionOk="0" h="2131" w="2497">
                  <a:moveTo>
                    <a:pt x="1074" y="1"/>
                  </a:moveTo>
                  <a:cubicBezTo>
                    <a:pt x="481" y="1"/>
                    <a:pt x="9" y="472"/>
                    <a:pt x="1" y="1066"/>
                  </a:cubicBezTo>
                  <a:cubicBezTo>
                    <a:pt x="1" y="1707"/>
                    <a:pt x="527" y="2131"/>
                    <a:pt x="1074" y="2131"/>
                  </a:cubicBezTo>
                  <a:cubicBezTo>
                    <a:pt x="1337" y="2131"/>
                    <a:pt x="1605" y="2033"/>
                    <a:pt x="1822" y="1813"/>
                  </a:cubicBezTo>
                  <a:cubicBezTo>
                    <a:pt x="2497" y="1147"/>
                    <a:pt x="2017" y="1"/>
                    <a:pt x="1074"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768" name="Google Shape;6768;p36"/>
            <p:cNvSpPr/>
            <p:nvPr/>
          </p:nvSpPr>
          <p:spPr>
            <a:xfrm>
              <a:off x="2142425" y="1799850"/>
              <a:ext cx="62425" cy="53325"/>
            </a:xfrm>
            <a:custGeom>
              <a:rect b="b" l="l" r="r" t="t"/>
              <a:pathLst>
                <a:path extrusionOk="0" h="2133" w="2497">
                  <a:moveTo>
                    <a:pt x="1074" y="0"/>
                  </a:moveTo>
                  <a:cubicBezTo>
                    <a:pt x="481" y="0"/>
                    <a:pt x="9" y="480"/>
                    <a:pt x="1" y="1065"/>
                  </a:cubicBezTo>
                  <a:cubicBezTo>
                    <a:pt x="1" y="1709"/>
                    <a:pt x="530" y="2133"/>
                    <a:pt x="1079" y="2133"/>
                  </a:cubicBezTo>
                  <a:cubicBezTo>
                    <a:pt x="1340" y="2133"/>
                    <a:pt x="1607" y="2036"/>
                    <a:pt x="1822" y="1821"/>
                  </a:cubicBezTo>
                  <a:cubicBezTo>
                    <a:pt x="2497" y="1146"/>
                    <a:pt x="2017" y="0"/>
                    <a:pt x="1074"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769" name="Google Shape;6769;p36"/>
            <p:cNvSpPr/>
            <p:nvPr/>
          </p:nvSpPr>
          <p:spPr>
            <a:xfrm>
              <a:off x="2142425" y="1571400"/>
              <a:ext cx="62425" cy="53250"/>
            </a:xfrm>
            <a:custGeom>
              <a:rect b="b" l="l" r="r" t="t"/>
              <a:pathLst>
                <a:path extrusionOk="0" h="2130" w="2497">
                  <a:moveTo>
                    <a:pt x="1074" y="1"/>
                  </a:moveTo>
                  <a:cubicBezTo>
                    <a:pt x="481" y="1"/>
                    <a:pt x="9" y="472"/>
                    <a:pt x="1" y="1066"/>
                  </a:cubicBezTo>
                  <a:cubicBezTo>
                    <a:pt x="1" y="1703"/>
                    <a:pt x="529" y="2129"/>
                    <a:pt x="1077" y="2129"/>
                  </a:cubicBezTo>
                  <a:cubicBezTo>
                    <a:pt x="1339" y="2129"/>
                    <a:pt x="1606" y="2032"/>
                    <a:pt x="1822" y="1813"/>
                  </a:cubicBezTo>
                  <a:cubicBezTo>
                    <a:pt x="2497" y="1147"/>
                    <a:pt x="2017" y="1"/>
                    <a:pt x="1074"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770" name="Google Shape;6770;p36"/>
            <p:cNvSpPr/>
            <p:nvPr/>
          </p:nvSpPr>
          <p:spPr>
            <a:xfrm>
              <a:off x="2142425" y="1495200"/>
              <a:ext cx="62425" cy="53325"/>
            </a:xfrm>
            <a:custGeom>
              <a:rect b="b" l="l" r="r" t="t"/>
              <a:pathLst>
                <a:path extrusionOk="0" h="2133" w="2497">
                  <a:moveTo>
                    <a:pt x="1074" y="0"/>
                  </a:moveTo>
                  <a:cubicBezTo>
                    <a:pt x="481" y="0"/>
                    <a:pt x="9" y="480"/>
                    <a:pt x="1" y="1065"/>
                  </a:cubicBezTo>
                  <a:cubicBezTo>
                    <a:pt x="1" y="1709"/>
                    <a:pt x="530" y="2133"/>
                    <a:pt x="1079" y="2133"/>
                  </a:cubicBezTo>
                  <a:cubicBezTo>
                    <a:pt x="1340" y="2133"/>
                    <a:pt x="1607" y="2036"/>
                    <a:pt x="1822" y="1821"/>
                  </a:cubicBezTo>
                  <a:cubicBezTo>
                    <a:pt x="2497" y="1146"/>
                    <a:pt x="2017" y="0"/>
                    <a:pt x="1074"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771" name="Google Shape;6771;p36"/>
            <p:cNvSpPr/>
            <p:nvPr/>
          </p:nvSpPr>
          <p:spPr>
            <a:xfrm>
              <a:off x="2142425" y="1038125"/>
              <a:ext cx="62425" cy="53325"/>
            </a:xfrm>
            <a:custGeom>
              <a:rect b="b" l="l" r="r" t="t"/>
              <a:pathLst>
                <a:path extrusionOk="0" h="2133" w="2497">
                  <a:moveTo>
                    <a:pt x="1074" y="0"/>
                  </a:moveTo>
                  <a:cubicBezTo>
                    <a:pt x="481" y="0"/>
                    <a:pt x="9" y="480"/>
                    <a:pt x="1" y="1065"/>
                  </a:cubicBezTo>
                  <a:cubicBezTo>
                    <a:pt x="1" y="1709"/>
                    <a:pt x="530" y="2133"/>
                    <a:pt x="1079" y="2133"/>
                  </a:cubicBezTo>
                  <a:cubicBezTo>
                    <a:pt x="1340" y="2133"/>
                    <a:pt x="1607" y="2036"/>
                    <a:pt x="1822" y="1821"/>
                  </a:cubicBezTo>
                  <a:cubicBezTo>
                    <a:pt x="2497" y="1146"/>
                    <a:pt x="2017" y="0"/>
                    <a:pt x="1074"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772" name="Google Shape;6772;p36"/>
            <p:cNvSpPr/>
            <p:nvPr/>
          </p:nvSpPr>
          <p:spPr>
            <a:xfrm>
              <a:off x="2066425" y="4618300"/>
              <a:ext cx="62225" cy="53450"/>
            </a:xfrm>
            <a:custGeom>
              <a:rect b="b" l="l" r="r" t="t"/>
              <a:pathLst>
                <a:path extrusionOk="0" h="2138" w="2489">
                  <a:moveTo>
                    <a:pt x="1065" y="1"/>
                  </a:moveTo>
                  <a:cubicBezTo>
                    <a:pt x="472" y="9"/>
                    <a:pt x="0" y="480"/>
                    <a:pt x="0" y="1066"/>
                  </a:cubicBezTo>
                  <a:cubicBezTo>
                    <a:pt x="0" y="1709"/>
                    <a:pt x="526" y="2137"/>
                    <a:pt x="1072" y="2137"/>
                  </a:cubicBezTo>
                  <a:cubicBezTo>
                    <a:pt x="1332" y="2137"/>
                    <a:pt x="1598" y="2040"/>
                    <a:pt x="1813" y="1822"/>
                  </a:cubicBezTo>
                  <a:cubicBezTo>
                    <a:pt x="2488" y="1147"/>
                    <a:pt x="2008"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773" name="Google Shape;6773;p36"/>
            <p:cNvSpPr/>
            <p:nvPr/>
          </p:nvSpPr>
          <p:spPr>
            <a:xfrm>
              <a:off x="2066425" y="4542300"/>
              <a:ext cx="62225" cy="53275"/>
            </a:xfrm>
            <a:custGeom>
              <a:rect b="b" l="l" r="r" t="t"/>
              <a:pathLst>
                <a:path extrusionOk="0" h="2131" w="2489">
                  <a:moveTo>
                    <a:pt x="1065" y="0"/>
                  </a:moveTo>
                  <a:cubicBezTo>
                    <a:pt x="472" y="0"/>
                    <a:pt x="0" y="472"/>
                    <a:pt x="0" y="1065"/>
                  </a:cubicBezTo>
                  <a:cubicBezTo>
                    <a:pt x="0" y="1707"/>
                    <a:pt x="523" y="2131"/>
                    <a:pt x="1067" y="2131"/>
                  </a:cubicBezTo>
                  <a:cubicBezTo>
                    <a:pt x="1329" y="2131"/>
                    <a:pt x="1597" y="2033"/>
                    <a:pt x="1813" y="1813"/>
                  </a:cubicBezTo>
                  <a:cubicBezTo>
                    <a:pt x="2488" y="1147"/>
                    <a:pt x="2008"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774" name="Google Shape;6774;p36"/>
            <p:cNvSpPr/>
            <p:nvPr/>
          </p:nvSpPr>
          <p:spPr>
            <a:xfrm>
              <a:off x="2066425" y="4466075"/>
              <a:ext cx="62225" cy="53300"/>
            </a:xfrm>
            <a:custGeom>
              <a:rect b="b" l="l" r="r" t="t"/>
              <a:pathLst>
                <a:path extrusionOk="0" h="2132" w="2489">
                  <a:moveTo>
                    <a:pt x="1065" y="1"/>
                  </a:moveTo>
                  <a:cubicBezTo>
                    <a:pt x="472" y="1"/>
                    <a:pt x="0" y="472"/>
                    <a:pt x="0" y="1066"/>
                  </a:cubicBezTo>
                  <a:cubicBezTo>
                    <a:pt x="0" y="1708"/>
                    <a:pt x="523" y="2131"/>
                    <a:pt x="1067" y="2131"/>
                  </a:cubicBezTo>
                  <a:cubicBezTo>
                    <a:pt x="1329" y="2131"/>
                    <a:pt x="1597" y="2033"/>
                    <a:pt x="1813" y="1814"/>
                  </a:cubicBezTo>
                  <a:cubicBezTo>
                    <a:pt x="2488" y="1147"/>
                    <a:pt x="2008"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775" name="Google Shape;6775;p36"/>
            <p:cNvSpPr/>
            <p:nvPr/>
          </p:nvSpPr>
          <p:spPr>
            <a:xfrm>
              <a:off x="2066425" y="4389875"/>
              <a:ext cx="62225" cy="53350"/>
            </a:xfrm>
            <a:custGeom>
              <a:rect b="b" l="l" r="r" t="t"/>
              <a:pathLst>
                <a:path extrusionOk="0" h="2134" w="2489">
                  <a:moveTo>
                    <a:pt x="1065" y="0"/>
                  </a:moveTo>
                  <a:cubicBezTo>
                    <a:pt x="472" y="0"/>
                    <a:pt x="0" y="480"/>
                    <a:pt x="0" y="1065"/>
                  </a:cubicBezTo>
                  <a:cubicBezTo>
                    <a:pt x="0" y="1709"/>
                    <a:pt x="526" y="2133"/>
                    <a:pt x="1072" y="2133"/>
                  </a:cubicBezTo>
                  <a:cubicBezTo>
                    <a:pt x="1333" y="2133"/>
                    <a:pt x="1598" y="2037"/>
                    <a:pt x="1813" y="1821"/>
                  </a:cubicBezTo>
                  <a:cubicBezTo>
                    <a:pt x="2488" y="1147"/>
                    <a:pt x="2008"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776" name="Google Shape;6776;p36"/>
            <p:cNvSpPr/>
            <p:nvPr/>
          </p:nvSpPr>
          <p:spPr>
            <a:xfrm>
              <a:off x="2066425" y="4313650"/>
              <a:ext cx="62225" cy="53450"/>
            </a:xfrm>
            <a:custGeom>
              <a:rect b="b" l="l" r="r" t="t"/>
              <a:pathLst>
                <a:path extrusionOk="0" h="2138" w="2489">
                  <a:moveTo>
                    <a:pt x="1065" y="1"/>
                  </a:moveTo>
                  <a:cubicBezTo>
                    <a:pt x="472" y="1"/>
                    <a:pt x="0" y="480"/>
                    <a:pt x="0" y="1066"/>
                  </a:cubicBezTo>
                  <a:cubicBezTo>
                    <a:pt x="0" y="1709"/>
                    <a:pt x="526" y="2137"/>
                    <a:pt x="1072" y="2137"/>
                  </a:cubicBezTo>
                  <a:cubicBezTo>
                    <a:pt x="1332" y="2137"/>
                    <a:pt x="1598" y="2040"/>
                    <a:pt x="1813" y="1822"/>
                  </a:cubicBezTo>
                  <a:cubicBezTo>
                    <a:pt x="2488" y="1147"/>
                    <a:pt x="2008"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777" name="Google Shape;6777;p36"/>
            <p:cNvSpPr/>
            <p:nvPr/>
          </p:nvSpPr>
          <p:spPr>
            <a:xfrm>
              <a:off x="2066425" y="4237450"/>
              <a:ext cx="62225" cy="53425"/>
            </a:xfrm>
            <a:custGeom>
              <a:rect b="b" l="l" r="r" t="t"/>
              <a:pathLst>
                <a:path extrusionOk="0" h="2137" w="2489">
                  <a:moveTo>
                    <a:pt x="1065" y="0"/>
                  </a:moveTo>
                  <a:cubicBezTo>
                    <a:pt x="472" y="8"/>
                    <a:pt x="0" y="480"/>
                    <a:pt x="0" y="1073"/>
                  </a:cubicBezTo>
                  <a:cubicBezTo>
                    <a:pt x="0" y="1711"/>
                    <a:pt x="525" y="2137"/>
                    <a:pt x="1071" y="2137"/>
                  </a:cubicBezTo>
                  <a:cubicBezTo>
                    <a:pt x="1332" y="2137"/>
                    <a:pt x="1598" y="2040"/>
                    <a:pt x="1813" y="1821"/>
                  </a:cubicBezTo>
                  <a:cubicBezTo>
                    <a:pt x="2488" y="1155"/>
                    <a:pt x="2008"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778" name="Google Shape;6778;p36"/>
            <p:cNvSpPr/>
            <p:nvPr/>
          </p:nvSpPr>
          <p:spPr>
            <a:xfrm>
              <a:off x="2066425" y="4161425"/>
              <a:ext cx="62225" cy="53300"/>
            </a:xfrm>
            <a:custGeom>
              <a:rect b="b" l="l" r="r" t="t"/>
              <a:pathLst>
                <a:path extrusionOk="0" h="2132" w="2489">
                  <a:moveTo>
                    <a:pt x="1065" y="1"/>
                  </a:moveTo>
                  <a:cubicBezTo>
                    <a:pt x="472" y="1"/>
                    <a:pt x="0" y="472"/>
                    <a:pt x="0" y="1066"/>
                  </a:cubicBezTo>
                  <a:cubicBezTo>
                    <a:pt x="0" y="1708"/>
                    <a:pt x="523" y="2131"/>
                    <a:pt x="1067" y="2131"/>
                  </a:cubicBezTo>
                  <a:cubicBezTo>
                    <a:pt x="1329" y="2131"/>
                    <a:pt x="1597" y="2033"/>
                    <a:pt x="1813" y="1814"/>
                  </a:cubicBezTo>
                  <a:cubicBezTo>
                    <a:pt x="2488" y="1147"/>
                    <a:pt x="2008"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779" name="Google Shape;6779;p36"/>
            <p:cNvSpPr/>
            <p:nvPr/>
          </p:nvSpPr>
          <p:spPr>
            <a:xfrm>
              <a:off x="2066425" y="3704150"/>
              <a:ext cx="62225" cy="53450"/>
            </a:xfrm>
            <a:custGeom>
              <a:rect b="b" l="l" r="r" t="t"/>
              <a:pathLst>
                <a:path extrusionOk="0" h="2138" w="2489">
                  <a:moveTo>
                    <a:pt x="1065" y="1"/>
                  </a:moveTo>
                  <a:cubicBezTo>
                    <a:pt x="472" y="1"/>
                    <a:pt x="0" y="480"/>
                    <a:pt x="0" y="1066"/>
                  </a:cubicBezTo>
                  <a:cubicBezTo>
                    <a:pt x="0" y="1709"/>
                    <a:pt x="526" y="2137"/>
                    <a:pt x="1072" y="2137"/>
                  </a:cubicBezTo>
                  <a:cubicBezTo>
                    <a:pt x="1332" y="2137"/>
                    <a:pt x="1598" y="2040"/>
                    <a:pt x="1813" y="1822"/>
                  </a:cubicBezTo>
                  <a:cubicBezTo>
                    <a:pt x="2488" y="1147"/>
                    <a:pt x="2008"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780" name="Google Shape;6780;p36"/>
            <p:cNvSpPr/>
            <p:nvPr/>
          </p:nvSpPr>
          <p:spPr>
            <a:xfrm>
              <a:off x="2066425" y="3627950"/>
              <a:ext cx="62225" cy="53425"/>
            </a:xfrm>
            <a:custGeom>
              <a:rect b="b" l="l" r="r" t="t"/>
              <a:pathLst>
                <a:path extrusionOk="0" h="2137" w="2489">
                  <a:moveTo>
                    <a:pt x="1065" y="0"/>
                  </a:moveTo>
                  <a:cubicBezTo>
                    <a:pt x="472" y="8"/>
                    <a:pt x="0" y="480"/>
                    <a:pt x="0" y="1073"/>
                  </a:cubicBezTo>
                  <a:cubicBezTo>
                    <a:pt x="0" y="1711"/>
                    <a:pt x="525" y="2137"/>
                    <a:pt x="1071" y="2137"/>
                  </a:cubicBezTo>
                  <a:cubicBezTo>
                    <a:pt x="1332" y="2137"/>
                    <a:pt x="1598" y="2039"/>
                    <a:pt x="1813" y="1821"/>
                  </a:cubicBezTo>
                  <a:cubicBezTo>
                    <a:pt x="2488" y="1154"/>
                    <a:pt x="2008"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781" name="Google Shape;6781;p36"/>
            <p:cNvSpPr/>
            <p:nvPr/>
          </p:nvSpPr>
          <p:spPr>
            <a:xfrm>
              <a:off x="2066425" y="3551925"/>
              <a:ext cx="62225" cy="53300"/>
            </a:xfrm>
            <a:custGeom>
              <a:rect b="b" l="l" r="r" t="t"/>
              <a:pathLst>
                <a:path extrusionOk="0" h="2132" w="2489">
                  <a:moveTo>
                    <a:pt x="1065" y="1"/>
                  </a:moveTo>
                  <a:cubicBezTo>
                    <a:pt x="472" y="1"/>
                    <a:pt x="0" y="480"/>
                    <a:pt x="0" y="1066"/>
                  </a:cubicBezTo>
                  <a:cubicBezTo>
                    <a:pt x="0" y="1708"/>
                    <a:pt x="523" y="2131"/>
                    <a:pt x="1067" y="2131"/>
                  </a:cubicBezTo>
                  <a:cubicBezTo>
                    <a:pt x="1329" y="2131"/>
                    <a:pt x="1597" y="2033"/>
                    <a:pt x="1813" y="1814"/>
                  </a:cubicBezTo>
                  <a:cubicBezTo>
                    <a:pt x="2488" y="1147"/>
                    <a:pt x="2008"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782" name="Google Shape;6782;p36"/>
            <p:cNvSpPr/>
            <p:nvPr/>
          </p:nvSpPr>
          <p:spPr>
            <a:xfrm>
              <a:off x="2066425" y="3475725"/>
              <a:ext cx="62225" cy="53350"/>
            </a:xfrm>
            <a:custGeom>
              <a:rect b="b" l="l" r="r" t="t"/>
              <a:pathLst>
                <a:path extrusionOk="0" h="2134" w="2489">
                  <a:moveTo>
                    <a:pt x="1065" y="0"/>
                  </a:moveTo>
                  <a:cubicBezTo>
                    <a:pt x="472" y="0"/>
                    <a:pt x="0" y="480"/>
                    <a:pt x="0" y="1065"/>
                  </a:cubicBezTo>
                  <a:cubicBezTo>
                    <a:pt x="0" y="1709"/>
                    <a:pt x="526" y="2133"/>
                    <a:pt x="1072" y="2133"/>
                  </a:cubicBezTo>
                  <a:cubicBezTo>
                    <a:pt x="1333" y="2133"/>
                    <a:pt x="1598" y="2037"/>
                    <a:pt x="1813" y="1821"/>
                  </a:cubicBezTo>
                  <a:cubicBezTo>
                    <a:pt x="2488" y="1146"/>
                    <a:pt x="2008"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783" name="Google Shape;6783;p36"/>
            <p:cNvSpPr/>
            <p:nvPr/>
          </p:nvSpPr>
          <p:spPr>
            <a:xfrm>
              <a:off x="2066275" y="3399500"/>
              <a:ext cx="62375" cy="53350"/>
            </a:xfrm>
            <a:custGeom>
              <a:rect b="b" l="l" r="r" t="t"/>
              <a:pathLst>
                <a:path extrusionOk="0" h="2134" w="2495">
                  <a:moveTo>
                    <a:pt x="1071" y="1"/>
                  </a:moveTo>
                  <a:cubicBezTo>
                    <a:pt x="478" y="1"/>
                    <a:pt x="6" y="480"/>
                    <a:pt x="6" y="1066"/>
                  </a:cubicBezTo>
                  <a:cubicBezTo>
                    <a:pt x="1" y="1709"/>
                    <a:pt x="528" y="2134"/>
                    <a:pt x="1076" y="2134"/>
                  </a:cubicBezTo>
                  <a:cubicBezTo>
                    <a:pt x="1338" y="2134"/>
                    <a:pt x="1604" y="2037"/>
                    <a:pt x="1819" y="1822"/>
                  </a:cubicBezTo>
                  <a:cubicBezTo>
                    <a:pt x="2494" y="1147"/>
                    <a:pt x="2014" y="1"/>
                    <a:pt x="1071"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784" name="Google Shape;6784;p36"/>
            <p:cNvSpPr/>
            <p:nvPr/>
          </p:nvSpPr>
          <p:spPr>
            <a:xfrm>
              <a:off x="2066275" y="3323300"/>
              <a:ext cx="62375" cy="53425"/>
            </a:xfrm>
            <a:custGeom>
              <a:rect b="b" l="l" r="r" t="t"/>
              <a:pathLst>
                <a:path extrusionOk="0" h="2137" w="2495">
                  <a:moveTo>
                    <a:pt x="1071" y="0"/>
                  </a:moveTo>
                  <a:cubicBezTo>
                    <a:pt x="478" y="8"/>
                    <a:pt x="6" y="480"/>
                    <a:pt x="6" y="1065"/>
                  </a:cubicBezTo>
                  <a:cubicBezTo>
                    <a:pt x="1" y="1709"/>
                    <a:pt x="524" y="2137"/>
                    <a:pt x="1072" y="2137"/>
                  </a:cubicBezTo>
                  <a:cubicBezTo>
                    <a:pt x="1334" y="2137"/>
                    <a:pt x="1601" y="2039"/>
                    <a:pt x="1819" y="1821"/>
                  </a:cubicBezTo>
                  <a:cubicBezTo>
                    <a:pt x="2494" y="1154"/>
                    <a:pt x="2023" y="0"/>
                    <a:pt x="1071"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785" name="Google Shape;6785;p36"/>
            <p:cNvSpPr/>
            <p:nvPr/>
          </p:nvSpPr>
          <p:spPr>
            <a:xfrm>
              <a:off x="2066275" y="3247075"/>
              <a:ext cx="62375" cy="53450"/>
            </a:xfrm>
            <a:custGeom>
              <a:rect b="b" l="l" r="r" t="t"/>
              <a:pathLst>
                <a:path extrusionOk="0" h="2138" w="2495">
                  <a:moveTo>
                    <a:pt x="1071" y="1"/>
                  </a:moveTo>
                  <a:cubicBezTo>
                    <a:pt x="486" y="9"/>
                    <a:pt x="6" y="480"/>
                    <a:pt x="6" y="1066"/>
                  </a:cubicBezTo>
                  <a:cubicBezTo>
                    <a:pt x="1" y="1709"/>
                    <a:pt x="524" y="2137"/>
                    <a:pt x="1072" y="2137"/>
                  </a:cubicBezTo>
                  <a:cubicBezTo>
                    <a:pt x="1334" y="2137"/>
                    <a:pt x="1601" y="2040"/>
                    <a:pt x="1819" y="1822"/>
                  </a:cubicBezTo>
                  <a:cubicBezTo>
                    <a:pt x="2494" y="1155"/>
                    <a:pt x="2023" y="1"/>
                    <a:pt x="1071"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786" name="Google Shape;6786;p36"/>
            <p:cNvSpPr/>
            <p:nvPr/>
          </p:nvSpPr>
          <p:spPr>
            <a:xfrm>
              <a:off x="2066425" y="3171075"/>
              <a:ext cx="62225" cy="53275"/>
            </a:xfrm>
            <a:custGeom>
              <a:rect b="b" l="l" r="r" t="t"/>
              <a:pathLst>
                <a:path extrusionOk="0" h="2131" w="2489">
                  <a:moveTo>
                    <a:pt x="1065" y="0"/>
                  </a:moveTo>
                  <a:cubicBezTo>
                    <a:pt x="472" y="0"/>
                    <a:pt x="0" y="472"/>
                    <a:pt x="0" y="1065"/>
                  </a:cubicBezTo>
                  <a:cubicBezTo>
                    <a:pt x="0" y="1707"/>
                    <a:pt x="523" y="2131"/>
                    <a:pt x="1067" y="2131"/>
                  </a:cubicBezTo>
                  <a:cubicBezTo>
                    <a:pt x="1329" y="2131"/>
                    <a:pt x="1597" y="2032"/>
                    <a:pt x="1813" y="1813"/>
                  </a:cubicBezTo>
                  <a:cubicBezTo>
                    <a:pt x="2488" y="1146"/>
                    <a:pt x="2008"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787" name="Google Shape;6787;p36"/>
            <p:cNvSpPr/>
            <p:nvPr/>
          </p:nvSpPr>
          <p:spPr>
            <a:xfrm>
              <a:off x="2066425" y="3094850"/>
              <a:ext cx="62225" cy="53350"/>
            </a:xfrm>
            <a:custGeom>
              <a:rect b="b" l="l" r="r" t="t"/>
              <a:pathLst>
                <a:path extrusionOk="0" h="2134" w="2489">
                  <a:moveTo>
                    <a:pt x="1065" y="1"/>
                  </a:moveTo>
                  <a:cubicBezTo>
                    <a:pt x="472" y="1"/>
                    <a:pt x="0" y="480"/>
                    <a:pt x="0" y="1066"/>
                  </a:cubicBezTo>
                  <a:cubicBezTo>
                    <a:pt x="0" y="1709"/>
                    <a:pt x="526" y="2134"/>
                    <a:pt x="1072" y="2134"/>
                  </a:cubicBezTo>
                  <a:cubicBezTo>
                    <a:pt x="1333" y="2134"/>
                    <a:pt x="1598" y="2037"/>
                    <a:pt x="1813" y="1822"/>
                  </a:cubicBezTo>
                  <a:cubicBezTo>
                    <a:pt x="2488" y="1147"/>
                    <a:pt x="2008"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788" name="Google Shape;6788;p36"/>
            <p:cNvSpPr/>
            <p:nvPr/>
          </p:nvSpPr>
          <p:spPr>
            <a:xfrm>
              <a:off x="2066425" y="2942425"/>
              <a:ext cx="62225" cy="53450"/>
            </a:xfrm>
            <a:custGeom>
              <a:rect b="b" l="l" r="r" t="t"/>
              <a:pathLst>
                <a:path extrusionOk="0" h="2138" w="2489">
                  <a:moveTo>
                    <a:pt x="1065" y="1"/>
                  </a:moveTo>
                  <a:cubicBezTo>
                    <a:pt x="472" y="9"/>
                    <a:pt x="0" y="480"/>
                    <a:pt x="0" y="1066"/>
                  </a:cubicBezTo>
                  <a:cubicBezTo>
                    <a:pt x="0" y="1709"/>
                    <a:pt x="526" y="2137"/>
                    <a:pt x="1072" y="2137"/>
                  </a:cubicBezTo>
                  <a:cubicBezTo>
                    <a:pt x="1332" y="2137"/>
                    <a:pt x="1598" y="2040"/>
                    <a:pt x="1813" y="1822"/>
                  </a:cubicBezTo>
                  <a:cubicBezTo>
                    <a:pt x="2488" y="1147"/>
                    <a:pt x="2008"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789" name="Google Shape;6789;p36"/>
            <p:cNvSpPr/>
            <p:nvPr/>
          </p:nvSpPr>
          <p:spPr>
            <a:xfrm>
              <a:off x="2066425" y="2256925"/>
              <a:ext cx="62350" cy="53425"/>
            </a:xfrm>
            <a:custGeom>
              <a:rect b="b" l="l" r="r" t="t"/>
              <a:pathLst>
                <a:path extrusionOk="0" h="2137" w="2494">
                  <a:moveTo>
                    <a:pt x="1075" y="0"/>
                  </a:moveTo>
                  <a:cubicBezTo>
                    <a:pt x="1072" y="0"/>
                    <a:pt x="1069" y="0"/>
                    <a:pt x="1065" y="0"/>
                  </a:cubicBezTo>
                  <a:cubicBezTo>
                    <a:pt x="472" y="0"/>
                    <a:pt x="0" y="480"/>
                    <a:pt x="0" y="1065"/>
                  </a:cubicBezTo>
                  <a:cubicBezTo>
                    <a:pt x="0" y="1709"/>
                    <a:pt x="526" y="2137"/>
                    <a:pt x="1074" y="2137"/>
                  </a:cubicBezTo>
                  <a:cubicBezTo>
                    <a:pt x="1336" y="2137"/>
                    <a:pt x="1603" y="2039"/>
                    <a:pt x="1821" y="1821"/>
                  </a:cubicBezTo>
                  <a:cubicBezTo>
                    <a:pt x="2494" y="1149"/>
                    <a:pt x="2020" y="0"/>
                    <a:pt x="107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790" name="Google Shape;6790;p36"/>
            <p:cNvSpPr/>
            <p:nvPr/>
          </p:nvSpPr>
          <p:spPr>
            <a:xfrm>
              <a:off x="2066425" y="2180700"/>
              <a:ext cx="62225" cy="53350"/>
            </a:xfrm>
            <a:custGeom>
              <a:rect b="b" l="l" r="r" t="t"/>
              <a:pathLst>
                <a:path extrusionOk="0" h="2134" w="2489">
                  <a:moveTo>
                    <a:pt x="1065" y="1"/>
                  </a:moveTo>
                  <a:cubicBezTo>
                    <a:pt x="472" y="1"/>
                    <a:pt x="0" y="480"/>
                    <a:pt x="0" y="1066"/>
                  </a:cubicBezTo>
                  <a:cubicBezTo>
                    <a:pt x="0" y="1709"/>
                    <a:pt x="526" y="2133"/>
                    <a:pt x="1072" y="2133"/>
                  </a:cubicBezTo>
                  <a:cubicBezTo>
                    <a:pt x="1333" y="2133"/>
                    <a:pt x="1598" y="2037"/>
                    <a:pt x="1813" y="1822"/>
                  </a:cubicBezTo>
                  <a:cubicBezTo>
                    <a:pt x="2488" y="1147"/>
                    <a:pt x="2008"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791" name="Google Shape;6791;p36"/>
            <p:cNvSpPr/>
            <p:nvPr/>
          </p:nvSpPr>
          <p:spPr>
            <a:xfrm>
              <a:off x="2066425" y="2104500"/>
              <a:ext cx="62225" cy="53325"/>
            </a:xfrm>
            <a:custGeom>
              <a:rect b="b" l="l" r="r" t="t"/>
              <a:pathLst>
                <a:path extrusionOk="0" h="2133" w="2489">
                  <a:moveTo>
                    <a:pt x="1065" y="0"/>
                  </a:moveTo>
                  <a:cubicBezTo>
                    <a:pt x="472" y="0"/>
                    <a:pt x="0" y="480"/>
                    <a:pt x="0" y="1065"/>
                  </a:cubicBezTo>
                  <a:cubicBezTo>
                    <a:pt x="0" y="1709"/>
                    <a:pt x="526" y="2133"/>
                    <a:pt x="1072" y="2133"/>
                  </a:cubicBezTo>
                  <a:cubicBezTo>
                    <a:pt x="1333" y="2133"/>
                    <a:pt x="1598" y="2036"/>
                    <a:pt x="1813" y="1821"/>
                  </a:cubicBezTo>
                  <a:cubicBezTo>
                    <a:pt x="2488" y="1146"/>
                    <a:pt x="2008"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792" name="Google Shape;6792;p36"/>
            <p:cNvSpPr/>
            <p:nvPr/>
          </p:nvSpPr>
          <p:spPr>
            <a:xfrm>
              <a:off x="2066425" y="2028275"/>
              <a:ext cx="62225" cy="53450"/>
            </a:xfrm>
            <a:custGeom>
              <a:rect b="b" l="l" r="r" t="t"/>
              <a:pathLst>
                <a:path extrusionOk="0" h="2138" w="2489">
                  <a:moveTo>
                    <a:pt x="1065" y="1"/>
                  </a:moveTo>
                  <a:cubicBezTo>
                    <a:pt x="472" y="1"/>
                    <a:pt x="0" y="480"/>
                    <a:pt x="0" y="1065"/>
                  </a:cubicBezTo>
                  <a:cubicBezTo>
                    <a:pt x="0" y="1709"/>
                    <a:pt x="526" y="2137"/>
                    <a:pt x="1072" y="2137"/>
                  </a:cubicBezTo>
                  <a:cubicBezTo>
                    <a:pt x="1332" y="2137"/>
                    <a:pt x="1598" y="2040"/>
                    <a:pt x="1813" y="1821"/>
                  </a:cubicBezTo>
                  <a:cubicBezTo>
                    <a:pt x="2488" y="1147"/>
                    <a:pt x="2008"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793" name="Google Shape;6793;p36"/>
            <p:cNvSpPr/>
            <p:nvPr/>
          </p:nvSpPr>
          <p:spPr>
            <a:xfrm>
              <a:off x="2066425" y="1876050"/>
              <a:ext cx="62225" cy="53275"/>
            </a:xfrm>
            <a:custGeom>
              <a:rect b="b" l="l" r="r" t="t"/>
              <a:pathLst>
                <a:path extrusionOk="0" h="2131" w="2489">
                  <a:moveTo>
                    <a:pt x="1065" y="1"/>
                  </a:moveTo>
                  <a:cubicBezTo>
                    <a:pt x="472" y="1"/>
                    <a:pt x="0" y="472"/>
                    <a:pt x="0" y="1066"/>
                  </a:cubicBezTo>
                  <a:cubicBezTo>
                    <a:pt x="0" y="1707"/>
                    <a:pt x="523" y="2131"/>
                    <a:pt x="1067" y="2131"/>
                  </a:cubicBezTo>
                  <a:cubicBezTo>
                    <a:pt x="1329" y="2131"/>
                    <a:pt x="1597" y="2033"/>
                    <a:pt x="1813" y="1813"/>
                  </a:cubicBezTo>
                  <a:cubicBezTo>
                    <a:pt x="2488" y="1147"/>
                    <a:pt x="2008"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794" name="Google Shape;6794;p36"/>
            <p:cNvSpPr/>
            <p:nvPr/>
          </p:nvSpPr>
          <p:spPr>
            <a:xfrm>
              <a:off x="2066425" y="1647400"/>
              <a:ext cx="62225" cy="53450"/>
            </a:xfrm>
            <a:custGeom>
              <a:rect b="b" l="l" r="r" t="t"/>
              <a:pathLst>
                <a:path extrusionOk="0" h="2138" w="2489">
                  <a:moveTo>
                    <a:pt x="1065" y="1"/>
                  </a:moveTo>
                  <a:cubicBezTo>
                    <a:pt x="472" y="9"/>
                    <a:pt x="0" y="481"/>
                    <a:pt x="0" y="1066"/>
                  </a:cubicBezTo>
                  <a:cubicBezTo>
                    <a:pt x="0" y="1710"/>
                    <a:pt x="526" y="2138"/>
                    <a:pt x="1072" y="2138"/>
                  </a:cubicBezTo>
                  <a:cubicBezTo>
                    <a:pt x="1332" y="2138"/>
                    <a:pt x="1598" y="2040"/>
                    <a:pt x="1813" y="1822"/>
                  </a:cubicBezTo>
                  <a:cubicBezTo>
                    <a:pt x="2488" y="1147"/>
                    <a:pt x="2008"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795" name="Google Shape;6795;p36"/>
            <p:cNvSpPr/>
            <p:nvPr/>
          </p:nvSpPr>
          <p:spPr>
            <a:xfrm>
              <a:off x="2066425" y="1571400"/>
              <a:ext cx="62225" cy="53250"/>
            </a:xfrm>
            <a:custGeom>
              <a:rect b="b" l="l" r="r" t="t"/>
              <a:pathLst>
                <a:path extrusionOk="0" h="2130" w="2489">
                  <a:moveTo>
                    <a:pt x="1065" y="1"/>
                  </a:moveTo>
                  <a:cubicBezTo>
                    <a:pt x="472" y="1"/>
                    <a:pt x="0" y="472"/>
                    <a:pt x="0" y="1066"/>
                  </a:cubicBezTo>
                  <a:cubicBezTo>
                    <a:pt x="0" y="1703"/>
                    <a:pt x="525" y="2129"/>
                    <a:pt x="1071" y="2129"/>
                  </a:cubicBezTo>
                  <a:cubicBezTo>
                    <a:pt x="1332" y="2129"/>
                    <a:pt x="1598" y="2032"/>
                    <a:pt x="1813" y="1813"/>
                  </a:cubicBezTo>
                  <a:cubicBezTo>
                    <a:pt x="2488" y="1147"/>
                    <a:pt x="2008"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796" name="Google Shape;6796;p36"/>
            <p:cNvSpPr/>
            <p:nvPr/>
          </p:nvSpPr>
          <p:spPr>
            <a:xfrm>
              <a:off x="2066425" y="1495200"/>
              <a:ext cx="62225" cy="53325"/>
            </a:xfrm>
            <a:custGeom>
              <a:rect b="b" l="l" r="r" t="t"/>
              <a:pathLst>
                <a:path extrusionOk="0" h="2133" w="2489">
                  <a:moveTo>
                    <a:pt x="1065" y="0"/>
                  </a:moveTo>
                  <a:cubicBezTo>
                    <a:pt x="472" y="0"/>
                    <a:pt x="0" y="480"/>
                    <a:pt x="0" y="1065"/>
                  </a:cubicBezTo>
                  <a:cubicBezTo>
                    <a:pt x="0" y="1709"/>
                    <a:pt x="526" y="2133"/>
                    <a:pt x="1072" y="2133"/>
                  </a:cubicBezTo>
                  <a:cubicBezTo>
                    <a:pt x="1333" y="2133"/>
                    <a:pt x="1598" y="2036"/>
                    <a:pt x="1813" y="1821"/>
                  </a:cubicBezTo>
                  <a:cubicBezTo>
                    <a:pt x="2488" y="1146"/>
                    <a:pt x="2008"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797" name="Google Shape;6797;p36"/>
            <p:cNvSpPr/>
            <p:nvPr/>
          </p:nvSpPr>
          <p:spPr>
            <a:xfrm>
              <a:off x="2066425" y="1418975"/>
              <a:ext cx="62225" cy="53350"/>
            </a:xfrm>
            <a:custGeom>
              <a:rect b="b" l="l" r="r" t="t"/>
              <a:pathLst>
                <a:path extrusionOk="0" h="2134" w="2489">
                  <a:moveTo>
                    <a:pt x="1065" y="1"/>
                  </a:moveTo>
                  <a:cubicBezTo>
                    <a:pt x="472" y="1"/>
                    <a:pt x="0" y="480"/>
                    <a:pt x="0" y="1065"/>
                  </a:cubicBezTo>
                  <a:cubicBezTo>
                    <a:pt x="0" y="1709"/>
                    <a:pt x="526" y="2133"/>
                    <a:pt x="1072" y="2133"/>
                  </a:cubicBezTo>
                  <a:cubicBezTo>
                    <a:pt x="1333" y="2133"/>
                    <a:pt x="1598" y="2037"/>
                    <a:pt x="1813" y="1822"/>
                  </a:cubicBezTo>
                  <a:cubicBezTo>
                    <a:pt x="2488" y="1147"/>
                    <a:pt x="2008"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798" name="Google Shape;6798;p36"/>
            <p:cNvSpPr/>
            <p:nvPr/>
          </p:nvSpPr>
          <p:spPr>
            <a:xfrm>
              <a:off x="2066425" y="1114325"/>
              <a:ext cx="62225" cy="53350"/>
            </a:xfrm>
            <a:custGeom>
              <a:rect b="b" l="l" r="r" t="t"/>
              <a:pathLst>
                <a:path extrusionOk="0" h="2134" w="2489">
                  <a:moveTo>
                    <a:pt x="1065" y="1"/>
                  </a:moveTo>
                  <a:cubicBezTo>
                    <a:pt x="472" y="1"/>
                    <a:pt x="0" y="480"/>
                    <a:pt x="0" y="1065"/>
                  </a:cubicBezTo>
                  <a:cubicBezTo>
                    <a:pt x="0" y="1709"/>
                    <a:pt x="526" y="2133"/>
                    <a:pt x="1072" y="2133"/>
                  </a:cubicBezTo>
                  <a:cubicBezTo>
                    <a:pt x="1333" y="2133"/>
                    <a:pt x="1598" y="2037"/>
                    <a:pt x="1813" y="1822"/>
                  </a:cubicBezTo>
                  <a:cubicBezTo>
                    <a:pt x="2488" y="1147"/>
                    <a:pt x="2008"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799" name="Google Shape;6799;p36"/>
            <p:cNvSpPr/>
            <p:nvPr/>
          </p:nvSpPr>
          <p:spPr>
            <a:xfrm>
              <a:off x="2066425" y="1038125"/>
              <a:ext cx="62225" cy="53325"/>
            </a:xfrm>
            <a:custGeom>
              <a:rect b="b" l="l" r="r" t="t"/>
              <a:pathLst>
                <a:path extrusionOk="0" h="2133" w="2489">
                  <a:moveTo>
                    <a:pt x="1065" y="0"/>
                  </a:moveTo>
                  <a:cubicBezTo>
                    <a:pt x="472" y="0"/>
                    <a:pt x="0" y="480"/>
                    <a:pt x="0" y="1065"/>
                  </a:cubicBezTo>
                  <a:cubicBezTo>
                    <a:pt x="0" y="1709"/>
                    <a:pt x="526" y="2133"/>
                    <a:pt x="1072" y="2133"/>
                  </a:cubicBezTo>
                  <a:cubicBezTo>
                    <a:pt x="1333" y="2133"/>
                    <a:pt x="1598" y="2036"/>
                    <a:pt x="1813" y="1821"/>
                  </a:cubicBezTo>
                  <a:cubicBezTo>
                    <a:pt x="2488" y="1146"/>
                    <a:pt x="2008"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800" name="Google Shape;6800;p36"/>
            <p:cNvSpPr/>
            <p:nvPr/>
          </p:nvSpPr>
          <p:spPr>
            <a:xfrm>
              <a:off x="1990200" y="4542300"/>
              <a:ext cx="62225" cy="53275"/>
            </a:xfrm>
            <a:custGeom>
              <a:rect b="b" l="l" r="r" t="t"/>
              <a:pathLst>
                <a:path extrusionOk="0" h="2131" w="2489">
                  <a:moveTo>
                    <a:pt x="1066" y="0"/>
                  </a:moveTo>
                  <a:cubicBezTo>
                    <a:pt x="481" y="0"/>
                    <a:pt x="1" y="472"/>
                    <a:pt x="1" y="1065"/>
                  </a:cubicBezTo>
                  <a:cubicBezTo>
                    <a:pt x="1" y="1707"/>
                    <a:pt x="523" y="2131"/>
                    <a:pt x="1070" y="2131"/>
                  </a:cubicBezTo>
                  <a:cubicBezTo>
                    <a:pt x="1333" y="2131"/>
                    <a:pt x="1603" y="2033"/>
                    <a:pt x="1822" y="1813"/>
                  </a:cubicBezTo>
                  <a:cubicBezTo>
                    <a:pt x="2489" y="1147"/>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801" name="Google Shape;6801;p36"/>
            <p:cNvSpPr/>
            <p:nvPr/>
          </p:nvSpPr>
          <p:spPr>
            <a:xfrm>
              <a:off x="1990200" y="4466075"/>
              <a:ext cx="62225" cy="53300"/>
            </a:xfrm>
            <a:custGeom>
              <a:rect b="b" l="l" r="r" t="t"/>
              <a:pathLst>
                <a:path extrusionOk="0" h="2132" w="2489">
                  <a:moveTo>
                    <a:pt x="1066" y="1"/>
                  </a:moveTo>
                  <a:cubicBezTo>
                    <a:pt x="481" y="1"/>
                    <a:pt x="1" y="472"/>
                    <a:pt x="1" y="1066"/>
                  </a:cubicBezTo>
                  <a:cubicBezTo>
                    <a:pt x="1" y="1708"/>
                    <a:pt x="523" y="2131"/>
                    <a:pt x="1070" y="2131"/>
                  </a:cubicBezTo>
                  <a:cubicBezTo>
                    <a:pt x="1333" y="2131"/>
                    <a:pt x="1603" y="2033"/>
                    <a:pt x="1822" y="1814"/>
                  </a:cubicBezTo>
                  <a:cubicBezTo>
                    <a:pt x="2489"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802" name="Google Shape;6802;p36"/>
            <p:cNvSpPr/>
            <p:nvPr/>
          </p:nvSpPr>
          <p:spPr>
            <a:xfrm>
              <a:off x="1990200" y="4389875"/>
              <a:ext cx="62225" cy="53350"/>
            </a:xfrm>
            <a:custGeom>
              <a:rect b="b" l="l" r="r" t="t"/>
              <a:pathLst>
                <a:path extrusionOk="0" h="2134" w="2489">
                  <a:moveTo>
                    <a:pt x="1066" y="0"/>
                  </a:moveTo>
                  <a:cubicBezTo>
                    <a:pt x="481" y="0"/>
                    <a:pt x="1" y="480"/>
                    <a:pt x="1" y="1065"/>
                  </a:cubicBezTo>
                  <a:cubicBezTo>
                    <a:pt x="1" y="1709"/>
                    <a:pt x="526" y="2133"/>
                    <a:pt x="1075" y="2133"/>
                  </a:cubicBezTo>
                  <a:cubicBezTo>
                    <a:pt x="1337" y="2133"/>
                    <a:pt x="1604" y="2037"/>
                    <a:pt x="1822" y="1821"/>
                  </a:cubicBezTo>
                  <a:cubicBezTo>
                    <a:pt x="2489" y="1147"/>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803" name="Google Shape;6803;p36"/>
            <p:cNvSpPr/>
            <p:nvPr/>
          </p:nvSpPr>
          <p:spPr>
            <a:xfrm>
              <a:off x="1990200" y="3627950"/>
              <a:ext cx="62225" cy="53425"/>
            </a:xfrm>
            <a:custGeom>
              <a:rect b="b" l="l" r="r" t="t"/>
              <a:pathLst>
                <a:path extrusionOk="0" h="2137" w="2489">
                  <a:moveTo>
                    <a:pt x="1066" y="0"/>
                  </a:moveTo>
                  <a:cubicBezTo>
                    <a:pt x="481" y="8"/>
                    <a:pt x="1" y="480"/>
                    <a:pt x="1" y="1073"/>
                  </a:cubicBezTo>
                  <a:cubicBezTo>
                    <a:pt x="1" y="1711"/>
                    <a:pt x="525" y="2137"/>
                    <a:pt x="1074" y="2137"/>
                  </a:cubicBezTo>
                  <a:cubicBezTo>
                    <a:pt x="1336" y="2137"/>
                    <a:pt x="1604" y="2039"/>
                    <a:pt x="1822" y="1821"/>
                  </a:cubicBezTo>
                  <a:cubicBezTo>
                    <a:pt x="2489" y="1154"/>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804" name="Google Shape;6804;p36"/>
            <p:cNvSpPr/>
            <p:nvPr/>
          </p:nvSpPr>
          <p:spPr>
            <a:xfrm>
              <a:off x="1990200" y="3551925"/>
              <a:ext cx="62225" cy="53300"/>
            </a:xfrm>
            <a:custGeom>
              <a:rect b="b" l="l" r="r" t="t"/>
              <a:pathLst>
                <a:path extrusionOk="0" h="2132" w="2489">
                  <a:moveTo>
                    <a:pt x="1066" y="1"/>
                  </a:moveTo>
                  <a:cubicBezTo>
                    <a:pt x="472" y="1"/>
                    <a:pt x="1" y="480"/>
                    <a:pt x="1" y="1066"/>
                  </a:cubicBezTo>
                  <a:cubicBezTo>
                    <a:pt x="1" y="1708"/>
                    <a:pt x="523" y="2131"/>
                    <a:pt x="1070" y="2131"/>
                  </a:cubicBezTo>
                  <a:cubicBezTo>
                    <a:pt x="1333" y="2131"/>
                    <a:pt x="1603" y="2033"/>
                    <a:pt x="1822" y="1814"/>
                  </a:cubicBezTo>
                  <a:cubicBezTo>
                    <a:pt x="2489"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805" name="Google Shape;6805;p36"/>
            <p:cNvSpPr/>
            <p:nvPr/>
          </p:nvSpPr>
          <p:spPr>
            <a:xfrm>
              <a:off x="1990200" y="3475725"/>
              <a:ext cx="62225" cy="53350"/>
            </a:xfrm>
            <a:custGeom>
              <a:rect b="b" l="l" r="r" t="t"/>
              <a:pathLst>
                <a:path extrusionOk="0" h="2134" w="2489">
                  <a:moveTo>
                    <a:pt x="1066" y="0"/>
                  </a:moveTo>
                  <a:cubicBezTo>
                    <a:pt x="472" y="0"/>
                    <a:pt x="1" y="480"/>
                    <a:pt x="1" y="1065"/>
                  </a:cubicBezTo>
                  <a:cubicBezTo>
                    <a:pt x="1" y="1709"/>
                    <a:pt x="526" y="2133"/>
                    <a:pt x="1075" y="2133"/>
                  </a:cubicBezTo>
                  <a:cubicBezTo>
                    <a:pt x="1337" y="2133"/>
                    <a:pt x="1604" y="2037"/>
                    <a:pt x="1822" y="1821"/>
                  </a:cubicBezTo>
                  <a:cubicBezTo>
                    <a:pt x="2489" y="1146"/>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806" name="Google Shape;6806;p36"/>
            <p:cNvSpPr/>
            <p:nvPr/>
          </p:nvSpPr>
          <p:spPr>
            <a:xfrm>
              <a:off x="1990200" y="3399500"/>
              <a:ext cx="62225" cy="53350"/>
            </a:xfrm>
            <a:custGeom>
              <a:rect b="b" l="l" r="r" t="t"/>
              <a:pathLst>
                <a:path extrusionOk="0" h="2134" w="2489">
                  <a:moveTo>
                    <a:pt x="1066" y="1"/>
                  </a:moveTo>
                  <a:cubicBezTo>
                    <a:pt x="481" y="1"/>
                    <a:pt x="1" y="480"/>
                    <a:pt x="1" y="1066"/>
                  </a:cubicBezTo>
                  <a:cubicBezTo>
                    <a:pt x="1" y="1709"/>
                    <a:pt x="526" y="2134"/>
                    <a:pt x="1075" y="2134"/>
                  </a:cubicBezTo>
                  <a:cubicBezTo>
                    <a:pt x="1337" y="2134"/>
                    <a:pt x="1604" y="2037"/>
                    <a:pt x="1822" y="1822"/>
                  </a:cubicBezTo>
                  <a:cubicBezTo>
                    <a:pt x="2489"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807" name="Google Shape;6807;p36"/>
            <p:cNvSpPr/>
            <p:nvPr/>
          </p:nvSpPr>
          <p:spPr>
            <a:xfrm>
              <a:off x="1990075" y="3323300"/>
              <a:ext cx="62350" cy="53425"/>
            </a:xfrm>
            <a:custGeom>
              <a:rect b="b" l="l" r="r" t="t"/>
              <a:pathLst>
                <a:path extrusionOk="0" h="2137" w="2494">
                  <a:moveTo>
                    <a:pt x="1071" y="0"/>
                  </a:moveTo>
                  <a:cubicBezTo>
                    <a:pt x="486" y="8"/>
                    <a:pt x="6" y="480"/>
                    <a:pt x="6" y="1065"/>
                  </a:cubicBezTo>
                  <a:cubicBezTo>
                    <a:pt x="0" y="1709"/>
                    <a:pt x="528" y="2137"/>
                    <a:pt x="1075" y="2137"/>
                  </a:cubicBezTo>
                  <a:cubicBezTo>
                    <a:pt x="1337" y="2137"/>
                    <a:pt x="1603" y="2039"/>
                    <a:pt x="1819" y="1821"/>
                  </a:cubicBezTo>
                  <a:cubicBezTo>
                    <a:pt x="2494" y="1154"/>
                    <a:pt x="2022" y="0"/>
                    <a:pt x="1071"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808" name="Google Shape;6808;p36"/>
            <p:cNvSpPr/>
            <p:nvPr/>
          </p:nvSpPr>
          <p:spPr>
            <a:xfrm>
              <a:off x="1990075" y="3247075"/>
              <a:ext cx="62350" cy="53450"/>
            </a:xfrm>
            <a:custGeom>
              <a:rect b="b" l="l" r="r" t="t"/>
              <a:pathLst>
                <a:path extrusionOk="0" h="2138" w="2494">
                  <a:moveTo>
                    <a:pt x="1071" y="1"/>
                  </a:moveTo>
                  <a:cubicBezTo>
                    <a:pt x="486" y="9"/>
                    <a:pt x="6" y="480"/>
                    <a:pt x="6" y="1066"/>
                  </a:cubicBezTo>
                  <a:cubicBezTo>
                    <a:pt x="0" y="1709"/>
                    <a:pt x="528" y="2137"/>
                    <a:pt x="1075" y="2137"/>
                  </a:cubicBezTo>
                  <a:cubicBezTo>
                    <a:pt x="1337" y="2137"/>
                    <a:pt x="1603" y="2040"/>
                    <a:pt x="1819" y="1822"/>
                  </a:cubicBezTo>
                  <a:cubicBezTo>
                    <a:pt x="2494" y="1155"/>
                    <a:pt x="2022" y="1"/>
                    <a:pt x="1071"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809" name="Google Shape;6809;p36"/>
            <p:cNvSpPr/>
            <p:nvPr/>
          </p:nvSpPr>
          <p:spPr>
            <a:xfrm>
              <a:off x="1990200" y="3171075"/>
              <a:ext cx="62225" cy="53275"/>
            </a:xfrm>
            <a:custGeom>
              <a:rect b="b" l="l" r="r" t="t"/>
              <a:pathLst>
                <a:path extrusionOk="0" h="2131" w="2489">
                  <a:moveTo>
                    <a:pt x="1066" y="0"/>
                  </a:moveTo>
                  <a:cubicBezTo>
                    <a:pt x="481" y="0"/>
                    <a:pt x="1" y="472"/>
                    <a:pt x="1" y="1065"/>
                  </a:cubicBezTo>
                  <a:cubicBezTo>
                    <a:pt x="1" y="1707"/>
                    <a:pt x="523" y="2131"/>
                    <a:pt x="1070" y="2131"/>
                  </a:cubicBezTo>
                  <a:cubicBezTo>
                    <a:pt x="1333" y="2131"/>
                    <a:pt x="1603" y="2032"/>
                    <a:pt x="1822" y="1813"/>
                  </a:cubicBezTo>
                  <a:cubicBezTo>
                    <a:pt x="2489" y="1146"/>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810" name="Google Shape;6810;p36"/>
            <p:cNvSpPr/>
            <p:nvPr/>
          </p:nvSpPr>
          <p:spPr>
            <a:xfrm>
              <a:off x="1990200" y="2942425"/>
              <a:ext cx="62225" cy="53450"/>
            </a:xfrm>
            <a:custGeom>
              <a:rect b="b" l="l" r="r" t="t"/>
              <a:pathLst>
                <a:path extrusionOk="0" h="2138" w="2489">
                  <a:moveTo>
                    <a:pt x="1066" y="1"/>
                  </a:moveTo>
                  <a:cubicBezTo>
                    <a:pt x="481" y="9"/>
                    <a:pt x="1" y="480"/>
                    <a:pt x="1" y="1066"/>
                  </a:cubicBezTo>
                  <a:cubicBezTo>
                    <a:pt x="1" y="1709"/>
                    <a:pt x="526" y="2137"/>
                    <a:pt x="1075" y="2137"/>
                  </a:cubicBezTo>
                  <a:cubicBezTo>
                    <a:pt x="1337" y="2137"/>
                    <a:pt x="1604" y="2040"/>
                    <a:pt x="1822" y="1822"/>
                  </a:cubicBezTo>
                  <a:cubicBezTo>
                    <a:pt x="2489"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811" name="Google Shape;6811;p36"/>
            <p:cNvSpPr/>
            <p:nvPr/>
          </p:nvSpPr>
          <p:spPr>
            <a:xfrm>
              <a:off x="1990200" y="2866425"/>
              <a:ext cx="62225" cy="53275"/>
            </a:xfrm>
            <a:custGeom>
              <a:rect b="b" l="l" r="r" t="t"/>
              <a:pathLst>
                <a:path extrusionOk="0" h="2131" w="2489">
                  <a:moveTo>
                    <a:pt x="1066" y="0"/>
                  </a:moveTo>
                  <a:cubicBezTo>
                    <a:pt x="481" y="0"/>
                    <a:pt x="1" y="472"/>
                    <a:pt x="1" y="1065"/>
                  </a:cubicBezTo>
                  <a:cubicBezTo>
                    <a:pt x="1" y="1707"/>
                    <a:pt x="523" y="2131"/>
                    <a:pt x="1070" y="2131"/>
                  </a:cubicBezTo>
                  <a:cubicBezTo>
                    <a:pt x="1333" y="2131"/>
                    <a:pt x="1603" y="2032"/>
                    <a:pt x="1822" y="1813"/>
                  </a:cubicBezTo>
                  <a:cubicBezTo>
                    <a:pt x="2489" y="1146"/>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812" name="Google Shape;6812;p36"/>
            <p:cNvSpPr/>
            <p:nvPr/>
          </p:nvSpPr>
          <p:spPr>
            <a:xfrm>
              <a:off x="1990200" y="2333125"/>
              <a:ext cx="62225" cy="53450"/>
            </a:xfrm>
            <a:custGeom>
              <a:rect b="b" l="l" r="r" t="t"/>
              <a:pathLst>
                <a:path extrusionOk="0" h="2138" w="2489">
                  <a:moveTo>
                    <a:pt x="1066" y="1"/>
                  </a:moveTo>
                  <a:cubicBezTo>
                    <a:pt x="481" y="1"/>
                    <a:pt x="1" y="480"/>
                    <a:pt x="1" y="1066"/>
                  </a:cubicBezTo>
                  <a:cubicBezTo>
                    <a:pt x="1" y="1709"/>
                    <a:pt x="526" y="2137"/>
                    <a:pt x="1075" y="2137"/>
                  </a:cubicBezTo>
                  <a:cubicBezTo>
                    <a:pt x="1337" y="2137"/>
                    <a:pt x="1604" y="2040"/>
                    <a:pt x="1822" y="1822"/>
                  </a:cubicBezTo>
                  <a:cubicBezTo>
                    <a:pt x="2489"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813" name="Google Shape;6813;p36"/>
            <p:cNvSpPr/>
            <p:nvPr/>
          </p:nvSpPr>
          <p:spPr>
            <a:xfrm>
              <a:off x="1990200" y="2256925"/>
              <a:ext cx="62375" cy="53425"/>
            </a:xfrm>
            <a:custGeom>
              <a:rect b="b" l="l" r="r" t="t"/>
              <a:pathLst>
                <a:path extrusionOk="0" h="2137" w="2495">
                  <a:moveTo>
                    <a:pt x="1076" y="0"/>
                  </a:moveTo>
                  <a:cubicBezTo>
                    <a:pt x="1073" y="0"/>
                    <a:pt x="1069" y="0"/>
                    <a:pt x="1066" y="0"/>
                  </a:cubicBezTo>
                  <a:cubicBezTo>
                    <a:pt x="472" y="0"/>
                    <a:pt x="1" y="480"/>
                    <a:pt x="1" y="1065"/>
                  </a:cubicBezTo>
                  <a:cubicBezTo>
                    <a:pt x="1" y="1709"/>
                    <a:pt x="530" y="2137"/>
                    <a:pt x="1078" y="2137"/>
                  </a:cubicBezTo>
                  <a:cubicBezTo>
                    <a:pt x="1340" y="2137"/>
                    <a:pt x="1607" y="2039"/>
                    <a:pt x="1822" y="1821"/>
                  </a:cubicBezTo>
                  <a:cubicBezTo>
                    <a:pt x="2494" y="1149"/>
                    <a:pt x="2020" y="0"/>
                    <a:pt x="1076"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814" name="Google Shape;6814;p36"/>
            <p:cNvSpPr/>
            <p:nvPr/>
          </p:nvSpPr>
          <p:spPr>
            <a:xfrm>
              <a:off x="1990200" y="2180700"/>
              <a:ext cx="62225" cy="53350"/>
            </a:xfrm>
            <a:custGeom>
              <a:rect b="b" l="l" r="r" t="t"/>
              <a:pathLst>
                <a:path extrusionOk="0" h="2134" w="2489">
                  <a:moveTo>
                    <a:pt x="1066" y="1"/>
                  </a:moveTo>
                  <a:cubicBezTo>
                    <a:pt x="481" y="1"/>
                    <a:pt x="1" y="480"/>
                    <a:pt x="1" y="1066"/>
                  </a:cubicBezTo>
                  <a:cubicBezTo>
                    <a:pt x="1" y="1709"/>
                    <a:pt x="526" y="2133"/>
                    <a:pt x="1075" y="2133"/>
                  </a:cubicBezTo>
                  <a:cubicBezTo>
                    <a:pt x="1337" y="2133"/>
                    <a:pt x="1604" y="2037"/>
                    <a:pt x="1822" y="1822"/>
                  </a:cubicBezTo>
                  <a:cubicBezTo>
                    <a:pt x="2489"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815" name="Google Shape;6815;p36"/>
            <p:cNvSpPr/>
            <p:nvPr/>
          </p:nvSpPr>
          <p:spPr>
            <a:xfrm>
              <a:off x="1990200" y="2104500"/>
              <a:ext cx="62225" cy="53325"/>
            </a:xfrm>
            <a:custGeom>
              <a:rect b="b" l="l" r="r" t="t"/>
              <a:pathLst>
                <a:path extrusionOk="0" h="2133" w="2489">
                  <a:moveTo>
                    <a:pt x="1066" y="0"/>
                  </a:moveTo>
                  <a:cubicBezTo>
                    <a:pt x="481" y="0"/>
                    <a:pt x="1" y="480"/>
                    <a:pt x="1" y="1065"/>
                  </a:cubicBezTo>
                  <a:cubicBezTo>
                    <a:pt x="1" y="1709"/>
                    <a:pt x="526" y="2133"/>
                    <a:pt x="1075" y="2133"/>
                  </a:cubicBezTo>
                  <a:cubicBezTo>
                    <a:pt x="1337" y="2133"/>
                    <a:pt x="1604" y="2036"/>
                    <a:pt x="1822" y="1821"/>
                  </a:cubicBezTo>
                  <a:cubicBezTo>
                    <a:pt x="2489" y="1146"/>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816" name="Google Shape;6816;p36"/>
            <p:cNvSpPr/>
            <p:nvPr/>
          </p:nvSpPr>
          <p:spPr>
            <a:xfrm>
              <a:off x="1990200" y="2028275"/>
              <a:ext cx="62225" cy="53450"/>
            </a:xfrm>
            <a:custGeom>
              <a:rect b="b" l="l" r="r" t="t"/>
              <a:pathLst>
                <a:path extrusionOk="0" h="2138" w="2489">
                  <a:moveTo>
                    <a:pt x="1066" y="1"/>
                  </a:moveTo>
                  <a:cubicBezTo>
                    <a:pt x="481" y="1"/>
                    <a:pt x="1" y="480"/>
                    <a:pt x="1" y="1065"/>
                  </a:cubicBezTo>
                  <a:cubicBezTo>
                    <a:pt x="1" y="1709"/>
                    <a:pt x="526" y="2137"/>
                    <a:pt x="1075" y="2137"/>
                  </a:cubicBezTo>
                  <a:cubicBezTo>
                    <a:pt x="1337" y="2137"/>
                    <a:pt x="1604" y="2040"/>
                    <a:pt x="1822" y="1821"/>
                  </a:cubicBezTo>
                  <a:cubicBezTo>
                    <a:pt x="2489"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817" name="Google Shape;6817;p36"/>
            <p:cNvSpPr/>
            <p:nvPr/>
          </p:nvSpPr>
          <p:spPr>
            <a:xfrm>
              <a:off x="1990200" y="1952050"/>
              <a:ext cx="62225" cy="53450"/>
            </a:xfrm>
            <a:custGeom>
              <a:rect b="b" l="l" r="r" t="t"/>
              <a:pathLst>
                <a:path extrusionOk="0" h="2138" w="2489">
                  <a:moveTo>
                    <a:pt x="1066" y="1"/>
                  </a:moveTo>
                  <a:cubicBezTo>
                    <a:pt x="481" y="9"/>
                    <a:pt x="1" y="481"/>
                    <a:pt x="1" y="1074"/>
                  </a:cubicBezTo>
                  <a:cubicBezTo>
                    <a:pt x="1" y="1712"/>
                    <a:pt x="525" y="2138"/>
                    <a:pt x="1074" y="2138"/>
                  </a:cubicBezTo>
                  <a:cubicBezTo>
                    <a:pt x="1336" y="2138"/>
                    <a:pt x="1604" y="2040"/>
                    <a:pt x="1822" y="1822"/>
                  </a:cubicBezTo>
                  <a:cubicBezTo>
                    <a:pt x="2489" y="1155"/>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818" name="Google Shape;6818;p36"/>
            <p:cNvSpPr/>
            <p:nvPr/>
          </p:nvSpPr>
          <p:spPr>
            <a:xfrm>
              <a:off x="1990200" y="1876050"/>
              <a:ext cx="62225" cy="53275"/>
            </a:xfrm>
            <a:custGeom>
              <a:rect b="b" l="l" r="r" t="t"/>
              <a:pathLst>
                <a:path extrusionOk="0" h="2131" w="2489">
                  <a:moveTo>
                    <a:pt x="1066" y="1"/>
                  </a:moveTo>
                  <a:cubicBezTo>
                    <a:pt x="481" y="1"/>
                    <a:pt x="1" y="472"/>
                    <a:pt x="1" y="1066"/>
                  </a:cubicBezTo>
                  <a:cubicBezTo>
                    <a:pt x="1" y="1707"/>
                    <a:pt x="523" y="2131"/>
                    <a:pt x="1070" y="2131"/>
                  </a:cubicBezTo>
                  <a:cubicBezTo>
                    <a:pt x="1333" y="2131"/>
                    <a:pt x="1603" y="2033"/>
                    <a:pt x="1822" y="1813"/>
                  </a:cubicBezTo>
                  <a:cubicBezTo>
                    <a:pt x="2489"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819" name="Google Shape;6819;p36"/>
            <p:cNvSpPr/>
            <p:nvPr/>
          </p:nvSpPr>
          <p:spPr>
            <a:xfrm>
              <a:off x="1990200" y="1799850"/>
              <a:ext cx="62225" cy="53325"/>
            </a:xfrm>
            <a:custGeom>
              <a:rect b="b" l="l" r="r" t="t"/>
              <a:pathLst>
                <a:path extrusionOk="0" h="2133" w="2489">
                  <a:moveTo>
                    <a:pt x="1066" y="0"/>
                  </a:moveTo>
                  <a:cubicBezTo>
                    <a:pt x="481" y="0"/>
                    <a:pt x="1" y="480"/>
                    <a:pt x="1" y="1065"/>
                  </a:cubicBezTo>
                  <a:cubicBezTo>
                    <a:pt x="1" y="1709"/>
                    <a:pt x="526" y="2133"/>
                    <a:pt x="1075" y="2133"/>
                  </a:cubicBezTo>
                  <a:cubicBezTo>
                    <a:pt x="1337" y="2133"/>
                    <a:pt x="1604" y="2036"/>
                    <a:pt x="1822" y="1821"/>
                  </a:cubicBezTo>
                  <a:cubicBezTo>
                    <a:pt x="2489" y="1146"/>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820" name="Google Shape;6820;p36"/>
            <p:cNvSpPr/>
            <p:nvPr/>
          </p:nvSpPr>
          <p:spPr>
            <a:xfrm>
              <a:off x="1990200" y="1647400"/>
              <a:ext cx="62225" cy="53450"/>
            </a:xfrm>
            <a:custGeom>
              <a:rect b="b" l="l" r="r" t="t"/>
              <a:pathLst>
                <a:path extrusionOk="0" h="2138" w="2489">
                  <a:moveTo>
                    <a:pt x="1066" y="1"/>
                  </a:moveTo>
                  <a:cubicBezTo>
                    <a:pt x="481" y="9"/>
                    <a:pt x="1" y="481"/>
                    <a:pt x="1" y="1066"/>
                  </a:cubicBezTo>
                  <a:cubicBezTo>
                    <a:pt x="1" y="1710"/>
                    <a:pt x="526" y="2138"/>
                    <a:pt x="1075" y="2138"/>
                  </a:cubicBezTo>
                  <a:cubicBezTo>
                    <a:pt x="1337" y="2138"/>
                    <a:pt x="1604" y="2040"/>
                    <a:pt x="1822" y="1822"/>
                  </a:cubicBezTo>
                  <a:cubicBezTo>
                    <a:pt x="2489"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821" name="Google Shape;6821;p36"/>
            <p:cNvSpPr/>
            <p:nvPr/>
          </p:nvSpPr>
          <p:spPr>
            <a:xfrm>
              <a:off x="1990200" y="1571400"/>
              <a:ext cx="62225" cy="53250"/>
            </a:xfrm>
            <a:custGeom>
              <a:rect b="b" l="l" r="r" t="t"/>
              <a:pathLst>
                <a:path extrusionOk="0" h="2130" w="2489">
                  <a:moveTo>
                    <a:pt x="1066" y="1"/>
                  </a:moveTo>
                  <a:cubicBezTo>
                    <a:pt x="481" y="1"/>
                    <a:pt x="1" y="472"/>
                    <a:pt x="1" y="1066"/>
                  </a:cubicBezTo>
                  <a:cubicBezTo>
                    <a:pt x="1" y="1703"/>
                    <a:pt x="525" y="2129"/>
                    <a:pt x="1074" y="2129"/>
                  </a:cubicBezTo>
                  <a:cubicBezTo>
                    <a:pt x="1336" y="2129"/>
                    <a:pt x="1604" y="2032"/>
                    <a:pt x="1822" y="1813"/>
                  </a:cubicBezTo>
                  <a:cubicBezTo>
                    <a:pt x="2489"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822" name="Google Shape;6822;p36"/>
            <p:cNvSpPr/>
            <p:nvPr/>
          </p:nvSpPr>
          <p:spPr>
            <a:xfrm>
              <a:off x="1990200" y="1495200"/>
              <a:ext cx="62225" cy="53325"/>
            </a:xfrm>
            <a:custGeom>
              <a:rect b="b" l="l" r="r" t="t"/>
              <a:pathLst>
                <a:path extrusionOk="0" h="2133" w="2489">
                  <a:moveTo>
                    <a:pt x="1066" y="0"/>
                  </a:moveTo>
                  <a:cubicBezTo>
                    <a:pt x="481" y="0"/>
                    <a:pt x="1" y="480"/>
                    <a:pt x="1" y="1065"/>
                  </a:cubicBezTo>
                  <a:cubicBezTo>
                    <a:pt x="1" y="1709"/>
                    <a:pt x="526" y="2133"/>
                    <a:pt x="1075" y="2133"/>
                  </a:cubicBezTo>
                  <a:cubicBezTo>
                    <a:pt x="1337" y="2133"/>
                    <a:pt x="1604" y="2036"/>
                    <a:pt x="1822" y="1821"/>
                  </a:cubicBezTo>
                  <a:cubicBezTo>
                    <a:pt x="2489" y="1146"/>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823" name="Google Shape;6823;p36"/>
            <p:cNvSpPr/>
            <p:nvPr/>
          </p:nvSpPr>
          <p:spPr>
            <a:xfrm>
              <a:off x="1990200" y="1418975"/>
              <a:ext cx="62225" cy="53350"/>
            </a:xfrm>
            <a:custGeom>
              <a:rect b="b" l="l" r="r" t="t"/>
              <a:pathLst>
                <a:path extrusionOk="0" h="2134" w="2489">
                  <a:moveTo>
                    <a:pt x="1066" y="1"/>
                  </a:moveTo>
                  <a:cubicBezTo>
                    <a:pt x="481" y="1"/>
                    <a:pt x="1" y="480"/>
                    <a:pt x="1" y="1065"/>
                  </a:cubicBezTo>
                  <a:cubicBezTo>
                    <a:pt x="1" y="1709"/>
                    <a:pt x="526" y="2133"/>
                    <a:pt x="1075" y="2133"/>
                  </a:cubicBezTo>
                  <a:cubicBezTo>
                    <a:pt x="1337" y="2133"/>
                    <a:pt x="1604" y="2037"/>
                    <a:pt x="1822" y="1822"/>
                  </a:cubicBezTo>
                  <a:cubicBezTo>
                    <a:pt x="2489"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824" name="Google Shape;6824;p36"/>
            <p:cNvSpPr/>
            <p:nvPr/>
          </p:nvSpPr>
          <p:spPr>
            <a:xfrm>
              <a:off x="1990200" y="1114325"/>
              <a:ext cx="62225" cy="53350"/>
            </a:xfrm>
            <a:custGeom>
              <a:rect b="b" l="l" r="r" t="t"/>
              <a:pathLst>
                <a:path extrusionOk="0" h="2134" w="2489">
                  <a:moveTo>
                    <a:pt x="1066" y="1"/>
                  </a:moveTo>
                  <a:cubicBezTo>
                    <a:pt x="481" y="1"/>
                    <a:pt x="1" y="480"/>
                    <a:pt x="1" y="1065"/>
                  </a:cubicBezTo>
                  <a:cubicBezTo>
                    <a:pt x="1" y="1709"/>
                    <a:pt x="526" y="2133"/>
                    <a:pt x="1075" y="2133"/>
                  </a:cubicBezTo>
                  <a:cubicBezTo>
                    <a:pt x="1337" y="2133"/>
                    <a:pt x="1604" y="2037"/>
                    <a:pt x="1822" y="1822"/>
                  </a:cubicBezTo>
                  <a:cubicBezTo>
                    <a:pt x="2489"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825" name="Google Shape;6825;p36"/>
            <p:cNvSpPr/>
            <p:nvPr/>
          </p:nvSpPr>
          <p:spPr>
            <a:xfrm>
              <a:off x="1990200" y="1038125"/>
              <a:ext cx="62225" cy="53325"/>
            </a:xfrm>
            <a:custGeom>
              <a:rect b="b" l="l" r="r" t="t"/>
              <a:pathLst>
                <a:path extrusionOk="0" h="2133" w="2489">
                  <a:moveTo>
                    <a:pt x="1066" y="0"/>
                  </a:moveTo>
                  <a:cubicBezTo>
                    <a:pt x="481" y="0"/>
                    <a:pt x="1" y="480"/>
                    <a:pt x="1" y="1065"/>
                  </a:cubicBezTo>
                  <a:cubicBezTo>
                    <a:pt x="1" y="1709"/>
                    <a:pt x="526" y="2133"/>
                    <a:pt x="1075" y="2133"/>
                  </a:cubicBezTo>
                  <a:cubicBezTo>
                    <a:pt x="1337" y="2133"/>
                    <a:pt x="1604" y="2036"/>
                    <a:pt x="1822" y="1821"/>
                  </a:cubicBezTo>
                  <a:cubicBezTo>
                    <a:pt x="2489" y="1146"/>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826" name="Google Shape;6826;p36"/>
            <p:cNvSpPr/>
            <p:nvPr/>
          </p:nvSpPr>
          <p:spPr>
            <a:xfrm>
              <a:off x="1914000" y="3551925"/>
              <a:ext cx="62225" cy="53300"/>
            </a:xfrm>
            <a:custGeom>
              <a:rect b="b" l="l" r="r" t="t"/>
              <a:pathLst>
                <a:path extrusionOk="0" h="2132" w="2489">
                  <a:moveTo>
                    <a:pt x="1065" y="1"/>
                  </a:moveTo>
                  <a:cubicBezTo>
                    <a:pt x="480" y="1"/>
                    <a:pt x="0" y="480"/>
                    <a:pt x="0" y="1066"/>
                  </a:cubicBezTo>
                  <a:cubicBezTo>
                    <a:pt x="0" y="1708"/>
                    <a:pt x="526" y="2131"/>
                    <a:pt x="1073" y="2131"/>
                  </a:cubicBezTo>
                  <a:cubicBezTo>
                    <a:pt x="1337" y="2131"/>
                    <a:pt x="1605" y="2033"/>
                    <a:pt x="1821" y="1814"/>
                  </a:cubicBezTo>
                  <a:cubicBezTo>
                    <a:pt x="2488" y="1147"/>
                    <a:pt x="2017"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827" name="Google Shape;6827;p36"/>
            <p:cNvSpPr/>
            <p:nvPr/>
          </p:nvSpPr>
          <p:spPr>
            <a:xfrm>
              <a:off x="1914000" y="3475725"/>
              <a:ext cx="62225" cy="53350"/>
            </a:xfrm>
            <a:custGeom>
              <a:rect b="b" l="l" r="r" t="t"/>
              <a:pathLst>
                <a:path extrusionOk="0" h="2134" w="2489">
                  <a:moveTo>
                    <a:pt x="1065" y="0"/>
                  </a:moveTo>
                  <a:cubicBezTo>
                    <a:pt x="480" y="0"/>
                    <a:pt x="0" y="480"/>
                    <a:pt x="0" y="1065"/>
                  </a:cubicBezTo>
                  <a:cubicBezTo>
                    <a:pt x="0" y="1709"/>
                    <a:pt x="526" y="2133"/>
                    <a:pt x="1074" y="2133"/>
                  </a:cubicBezTo>
                  <a:cubicBezTo>
                    <a:pt x="1336" y="2133"/>
                    <a:pt x="1603" y="2037"/>
                    <a:pt x="1821" y="1821"/>
                  </a:cubicBezTo>
                  <a:cubicBezTo>
                    <a:pt x="2488" y="1146"/>
                    <a:pt x="2017"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828" name="Google Shape;6828;p36"/>
            <p:cNvSpPr/>
            <p:nvPr/>
          </p:nvSpPr>
          <p:spPr>
            <a:xfrm>
              <a:off x="1914000" y="3399500"/>
              <a:ext cx="62225" cy="53350"/>
            </a:xfrm>
            <a:custGeom>
              <a:rect b="b" l="l" r="r" t="t"/>
              <a:pathLst>
                <a:path extrusionOk="0" h="2134" w="2489">
                  <a:moveTo>
                    <a:pt x="1065" y="1"/>
                  </a:moveTo>
                  <a:cubicBezTo>
                    <a:pt x="480" y="1"/>
                    <a:pt x="0" y="480"/>
                    <a:pt x="0" y="1066"/>
                  </a:cubicBezTo>
                  <a:cubicBezTo>
                    <a:pt x="0" y="1709"/>
                    <a:pt x="526" y="2134"/>
                    <a:pt x="1074" y="2134"/>
                  </a:cubicBezTo>
                  <a:cubicBezTo>
                    <a:pt x="1336" y="2134"/>
                    <a:pt x="1603" y="2037"/>
                    <a:pt x="1821" y="1822"/>
                  </a:cubicBezTo>
                  <a:cubicBezTo>
                    <a:pt x="2488" y="1147"/>
                    <a:pt x="2017"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829" name="Google Shape;6829;p36"/>
            <p:cNvSpPr/>
            <p:nvPr/>
          </p:nvSpPr>
          <p:spPr>
            <a:xfrm>
              <a:off x="1914000" y="3323300"/>
              <a:ext cx="62225" cy="53425"/>
            </a:xfrm>
            <a:custGeom>
              <a:rect b="b" l="l" r="r" t="t"/>
              <a:pathLst>
                <a:path extrusionOk="0" h="2137" w="2489">
                  <a:moveTo>
                    <a:pt x="1065" y="0"/>
                  </a:moveTo>
                  <a:cubicBezTo>
                    <a:pt x="480" y="8"/>
                    <a:pt x="0" y="480"/>
                    <a:pt x="0" y="1065"/>
                  </a:cubicBezTo>
                  <a:cubicBezTo>
                    <a:pt x="0" y="1709"/>
                    <a:pt x="526" y="2137"/>
                    <a:pt x="1074" y="2137"/>
                  </a:cubicBezTo>
                  <a:cubicBezTo>
                    <a:pt x="1336" y="2137"/>
                    <a:pt x="1603" y="2039"/>
                    <a:pt x="1821" y="1821"/>
                  </a:cubicBezTo>
                  <a:cubicBezTo>
                    <a:pt x="2488" y="1154"/>
                    <a:pt x="2017"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830" name="Google Shape;6830;p36"/>
            <p:cNvSpPr/>
            <p:nvPr/>
          </p:nvSpPr>
          <p:spPr>
            <a:xfrm>
              <a:off x="1914000" y="3247075"/>
              <a:ext cx="62425" cy="53450"/>
            </a:xfrm>
            <a:custGeom>
              <a:rect b="b" l="l" r="r" t="t"/>
              <a:pathLst>
                <a:path extrusionOk="0" h="2138" w="2497">
                  <a:moveTo>
                    <a:pt x="1065" y="1"/>
                  </a:moveTo>
                  <a:cubicBezTo>
                    <a:pt x="480" y="9"/>
                    <a:pt x="9" y="480"/>
                    <a:pt x="0" y="1066"/>
                  </a:cubicBezTo>
                  <a:cubicBezTo>
                    <a:pt x="0" y="1709"/>
                    <a:pt x="526" y="2137"/>
                    <a:pt x="1074" y="2137"/>
                  </a:cubicBezTo>
                  <a:cubicBezTo>
                    <a:pt x="1336" y="2137"/>
                    <a:pt x="1603" y="2040"/>
                    <a:pt x="1821" y="1822"/>
                  </a:cubicBezTo>
                  <a:cubicBezTo>
                    <a:pt x="2496" y="1155"/>
                    <a:pt x="2017"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831" name="Google Shape;6831;p36"/>
            <p:cNvSpPr/>
            <p:nvPr/>
          </p:nvSpPr>
          <p:spPr>
            <a:xfrm>
              <a:off x="1914000" y="3171075"/>
              <a:ext cx="62225" cy="53275"/>
            </a:xfrm>
            <a:custGeom>
              <a:rect b="b" l="l" r="r" t="t"/>
              <a:pathLst>
                <a:path extrusionOk="0" h="2131" w="2489">
                  <a:moveTo>
                    <a:pt x="1065" y="0"/>
                  </a:moveTo>
                  <a:cubicBezTo>
                    <a:pt x="480" y="0"/>
                    <a:pt x="0" y="472"/>
                    <a:pt x="0" y="1065"/>
                  </a:cubicBezTo>
                  <a:cubicBezTo>
                    <a:pt x="0" y="1707"/>
                    <a:pt x="523" y="2131"/>
                    <a:pt x="1070" y="2131"/>
                  </a:cubicBezTo>
                  <a:cubicBezTo>
                    <a:pt x="1333" y="2131"/>
                    <a:pt x="1602" y="2032"/>
                    <a:pt x="1821" y="1813"/>
                  </a:cubicBezTo>
                  <a:cubicBezTo>
                    <a:pt x="2488" y="1146"/>
                    <a:pt x="2017"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832" name="Google Shape;6832;p36"/>
            <p:cNvSpPr/>
            <p:nvPr/>
          </p:nvSpPr>
          <p:spPr>
            <a:xfrm>
              <a:off x="1914000" y="2866425"/>
              <a:ext cx="62225" cy="53275"/>
            </a:xfrm>
            <a:custGeom>
              <a:rect b="b" l="l" r="r" t="t"/>
              <a:pathLst>
                <a:path extrusionOk="0" h="2131" w="2489">
                  <a:moveTo>
                    <a:pt x="1065" y="0"/>
                  </a:moveTo>
                  <a:cubicBezTo>
                    <a:pt x="480" y="0"/>
                    <a:pt x="0" y="472"/>
                    <a:pt x="0" y="1065"/>
                  </a:cubicBezTo>
                  <a:cubicBezTo>
                    <a:pt x="0" y="1707"/>
                    <a:pt x="523" y="2131"/>
                    <a:pt x="1070" y="2131"/>
                  </a:cubicBezTo>
                  <a:cubicBezTo>
                    <a:pt x="1333" y="2131"/>
                    <a:pt x="1602" y="2032"/>
                    <a:pt x="1821" y="1813"/>
                  </a:cubicBezTo>
                  <a:cubicBezTo>
                    <a:pt x="2488" y="1146"/>
                    <a:pt x="2017"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833" name="Google Shape;6833;p36"/>
            <p:cNvSpPr/>
            <p:nvPr/>
          </p:nvSpPr>
          <p:spPr>
            <a:xfrm>
              <a:off x="1914000" y="2714000"/>
              <a:ext cx="62225" cy="53350"/>
            </a:xfrm>
            <a:custGeom>
              <a:rect b="b" l="l" r="r" t="t"/>
              <a:pathLst>
                <a:path extrusionOk="0" h="2134" w="2489">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834" name="Google Shape;6834;p36"/>
            <p:cNvSpPr/>
            <p:nvPr/>
          </p:nvSpPr>
          <p:spPr>
            <a:xfrm>
              <a:off x="1914000" y="2409350"/>
              <a:ext cx="62225" cy="53350"/>
            </a:xfrm>
            <a:custGeom>
              <a:rect b="b" l="l" r="r" t="t"/>
              <a:pathLst>
                <a:path extrusionOk="0" h="2134" w="2489">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835" name="Google Shape;6835;p36"/>
            <p:cNvSpPr/>
            <p:nvPr/>
          </p:nvSpPr>
          <p:spPr>
            <a:xfrm>
              <a:off x="1914000" y="2333125"/>
              <a:ext cx="62225" cy="53450"/>
            </a:xfrm>
            <a:custGeom>
              <a:rect b="b" l="l" r="r" t="t"/>
              <a:pathLst>
                <a:path extrusionOk="0" h="2138" w="2489">
                  <a:moveTo>
                    <a:pt x="1065" y="1"/>
                  </a:moveTo>
                  <a:cubicBezTo>
                    <a:pt x="480" y="1"/>
                    <a:pt x="0" y="480"/>
                    <a:pt x="0" y="1066"/>
                  </a:cubicBezTo>
                  <a:cubicBezTo>
                    <a:pt x="0" y="1709"/>
                    <a:pt x="526" y="2137"/>
                    <a:pt x="1074" y="2137"/>
                  </a:cubicBezTo>
                  <a:cubicBezTo>
                    <a:pt x="1336" y="2137"/>
                    <a:pt x="1603" y="2040"/>
                    <a:pt x="1821" y="1822"/>
                  </a:cubicBezTo>
                  <a:cubicBezTo>
                    <a:pt x="2488" y="1147"/>
                    <a:pt x="2017"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836" name="Google Shape;6836;p36"/>
            <p:cNvSpPr/>
            <p:nvPr/>
          </p:nvSpPr>
          <p:spPr>
            <a:xfrm>
              <a:off x="1914000" y="2256925"/>
              <a:ext cx="62350" cy="53425"/>
            </a:xfrm>
            <a:custGeom>
              <a:rect b="b" l="l" r="r" t="t"/>
              <a:pathLst>
                <a:path extrusionOk="0" h="2137" w="2494">
                  <a:moveTo>
                    <a:pt x="1075" y="0"/>
                  </a:moveTo>
                  <a:cubicBezTo>
                    <a:pt x="1072" y="0"/>
                    <a:pt x="1069" y="0"/>
                    <a:pt x="1065" y="0"/>
                  </a:cubicBezTo>
                  <a:cubicBezTo>
                    <a:pt x="480" y="0"/>
                    <a:pt x="0" y="480"/>
                    <a:pt x="0" y="1065"/>
                  </a:cubicBezTo>
                  <a:cubicBezTo>
                    <a:pt x="0" y="1709"/>
                    <a:pt x="529" y="2137"/>
                    <a:pt x="1080" y="2137"/>
                  </a:cubicBezTo>
                  <a:cubicBezTo>
                    <a:pt x="1343" y="2137"/>
                    <a:pt x="1611" y="2039"/>
                    <a:pt x="1830" y="1821"/>
                  </a:cubicBezTo>
                  <a:cubicBezTo>
                    <a:pt x="2494" y="1149"/>
                    <a:pt x="2020" y="0"/>
                    <a:pt x="107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837" name="Google Shape;6837;p36"/>
            <p:cNvSpPr/>
            <p:nvPr/>
          </p:nvSpPr>
          <p:spPr>
            <a:xfrm>
              <a:off x="1914000" y="2180700"/>
              <a:ext cx="62225" cy="53350"/>
            </a:xfrm>
            <a:custGeom>
              <a:rect b="b" l="l" r="r" t="t"/>
              <a:pathLst>
                <a:path extrusionOk="0" h="2134" w="2489">
                  <a:moveTo>
                    <a:pt x="1065" y="1"/>
                  </a:moveTo>
                  <a:cubicBezTo>
                    <a:pt x="480" y="1"/>
                    <a:pt x="0" y="480"/>
                    <a:pt x="0" y="1066"/>
                  </a:cubicBezTo>
                  <a:cubicBezTo>
                    <a:pt x="0" y="1709"/>
                    <a:pt x="526" y="2133"/>
                    <a:pt x="1074" y="2133"/>
                  </a:cubicBezTo>
                  <a:cubicBezTo>
                    <a:pt x="1336" y="2133"/>
                    <a:pt x="1603" y="2037"/>
                    <a:pt x="1821" y="1822"/>
                  </a:cubicBezTo>
                  <a:cubicBezTo>
                    <a:pt x="2488" y="1147"/>
                    <a:pt x="2017"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838" name="Google Shape;6838;p36"/>
            <p:cNvSpPr/>
            <p:nvPr/>
          </p:nvSpPr>
          <p:spPr>
            <a:xfrm>
              <a:off x="1914000" y="2104500"/>
              <a:ext cx="62225" cy="53325"/>
            </a:xfrm>
            <a:custGeom>
              <a:rect b="b" l="l" r="r" t="t"/>
              <a:pathLst>
                <a:path extrusionOk="0" h="2133" w="2489">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839" name="Google Shape;6839;p36"/>
            <p:cNvSpPr/>
            <p:nvPr/>
          </p:nvSpPr>
          <p:spPr>
            <a:xfrm>
              <a:off x="1914000" y="2028275"/>
              <a:ext cx="62225" cy="53450"/>
            </a:xfrm>
            <a:custGeom>
              <a:rect b="b" l="l" r="r" t="t"/>
              <a:pathLst>
                <a:path extrusionOk="0" h="2138" w="2489">
                  <a:moveTo>
                    <a:pt x="1065" y="1"/>
                  </a:moveTo>
                  <a:cubicBezTo>
                    <a:pt x="480" y="1"/>
                    <a:pt x="0" y="480"/>
                    <a:pt x="0" y="1065"/>
                  </a:cubicBezTo>
                  <a:cubicBezTo>
                    <a:pt x="0" y="1709"/>
                    <a:pt x="526" y="2137"/>
                    <a:pt x="1074" y="2137"/>
                  </a:cubicBezTo>
                  <a:cubicBezTo>
                    <a:pt x="1336" y="2137"/>
                    <a:pt x="1603" y="2040"/>
                    <a:pt x="1821" y="1821"/>
                  </a:cubicBezTo>
                  <a:cubicBezTo>
                    <a:pt x="2488" y="1147"/>
                    <a:pt x="2017"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840" name="Google Shape;6840;p36"/>
            <p:cNvSpPr/>
            <p:nvPr/>
          </p:nvSpPr>
          <p:spPr>
            <a:xfrm>
              <a:off x="1914000" y="1647400"/>
              <a:ext cx="62225" cy="53450"/>
            </a:xfrm>
            <a:custGeom>
              <a:rect b="b" l="l" r="r" t="t"/>
              <a:pathLst>
                <a:path extrusionOk="0" h="2138" w="2489">
                  <a:moveTo>
                    <a:pt x="1065" y="1"/>
                  </a:moveTo>
                  <a:cubicBezTo>
                    <a:pt x="480" y="1"/>
                    <a:pt x="0" y="481"/>
                    <a:pt x="0" y="1066"/>
                  </a:cubicBezTo>
                  <a:cubicBezTo>
                    <a:pt x="0" y="1710"/>
                    <a:pt x="526" y="2138"/>
                    <a:pt x="1074" y="2138"/>
                  </a:cubicBezTo>
                  <a:cubicBezTo>
                    <a:pt x="1336" y="2138"/>
                    <a:pt x="1603" y="2040"/>
                    <a:pt x="1821" y="1822"/>
                  </a:cubicBezTo>
                  <a:cubicBezTo>
                    <a:pt x="2488" y="1147"/>
                    <a:pt x="2017"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841" name="Google Shape;6841;p36"/>
            <p:cNvSpPr/>
            <p:nvPr/>
          </p:nvSpPr>
          <p:spPr>
            <a:xfrm>
              <a:off x="1914000" y="1418975"/>
              <a:ext cx="62225" cy="53350"/>
            </a:xfrm>
            <a:custGeom>
              <a:rect b="b" l="l" r="r" t="t"/>
              <a:pathLst>
                <a:path extrusionOk="0" h="2134" w="2489">
                  <a:moveTo>
                    <a:pt x="1065" y="1"/>
                  </a:moveTo>
                  <a:cubicBezTo>
                    <a:pt x="480" y="1"/>
                    <a:pt x="0" y="480"/>
                    <a:pt x="0" y="1065"/>
                  </a:cubicBezTo>
                  <a:cubicBezTo>
                    <a:pt x="0" y="1709"/>
                    <a:pt x="526" y="2133"/>
                    <a:pt x="1074" y="2133"/>
                  </a:cubicBezTo>
                  <a:cubicBezTo>
                    <a:pt x="1336" y="2133"/>
                    <a:pt x="1603" y="2037"/>
                    <a:pt x="1821" y="1822"/>
                  </a:cubicBezTo>
                  <a:cubicBezTo>
                    <a:pt x="2488" y="1147"/>
                    <a:pt x="2017"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842" name="Google Shape;6842;p36"/>
            <p:cNvSpPr/>
            <p:nvPr/>
          </p:nvSpPr>
          <p:spPr>
            <a:xfrm>
              <a:off x="1914000" y="1190550"/>
              <a:ext cx="62225" cy="53325"/>
            </a:xfrm>
            <a:custGeom>
              <a:rect b="b" l="l" r="r" t="t"/>
              <a:pathLst>
                <a:path extrusionOk="0" h="2133" w="2489">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843" name="Google Shape;6843;p36"/>
            <p:cNvSpPr/>
            <p:nvPr/>
          </p:nvSpPr>
          <p:spPr>
            <a:xfrm>
              <a:off x="1914000" y="1114325"/>
              <a:ext cx="62225" cy="53350"/>
            </a:xfrm>
            <a:custGeom>
              <a:rect b="b" l="l" r="r" t="t"/>
              <a:pathLst>
                <a:path extrusionOk="0" h="2134" w="2489">
                  <a:moveTo>
                    <a:pt x="1065" y="1"/>
                  </a:moveTo>
                  <a:cubicBezTo>
                    <a:pt x="480" y="1"/>
                    <a:pt x="0" y="480"/>
                    <a:pt x="0" y="1065"/>
                  </a:cubicBezTo>
                  <a:cubicBezTo>
                    <a:pt x="0" y="1709"/>
                    <a:pt x="526" y="2133"/>
                    <a:pt x="1074" y="2133"/>
                  </a:cubicBezTo>
                  <a:cubicBezTo>
                    <a:pt x="1336" y="2133"/>
                    <a:pt x="1603" y="2037"/>
                    <a:pt x="1821" y="1822"/>
                  </a:cubicBezTo>
                  <a:cubicBezTo>
                    <a:pt x="2488" y="1147"/>
                    <a:pt x="2017"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844" name="Google Shape;6844;p36"/>
            <p:cNvSpPr/>
            <p:nvPr/>
          </p:nvSpPr>
          <p:spPr>
            <a:xfrm>
              <a:off x="1837775" y="3171075"/>
              <a:ext cx="62425" cy="53275"/>
            </a:xfrm>
            <a:custGeom>
              <a:rect b="b" l="l" r="r" t="t"/>
              <a:pathLst>
                <a:path extrusionOk="0" h="2131" w="2497">
                  <a:moveTo>
                    <a:pt x="1066" y="0"/>
                  </a:moveTo>
                  <a:cubicBezTo>
                    <a:pt x="481" y="0"/>
                    <a:pt x="9" y="472"/>
                    <a:pt x="1" y="1065"/>
                  </a:cubicBezTo>
                  <a:cubicBezTo>
                    <a:pt x="1" y="1707"/>
                    <a:pt x="523" y="2131"/>
                    <a:pt x="1070" y="2131"/>
                  </a:cubicBezTo>
                  <a:cubicBezTo>
                    <a:pt x="1333" y="2131"/>
                    <a:pt x="1603" y="2032"/>
                    <a:pt x="1822" y="1813"/>
                  </a:cubicBezTo>
                  <a:cubicBezTo>
                    <a:pt x="2497" y="1146"/>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845" name="Google Shape;6845;p36"/>
            <p:cNvSpPr/>
            <p:nvPr/>
          </p:nvSpPr>
          <p:spPr>
            <a:xfrm>
              <a:off x="1837775" y="2866425"/>
              <a:ext cx="62425" cy="53275"/>
            </a:xfrm>
            <a:custGeom>
              <a:rect b="b" l="l" r="r" t="t"/>
              <a:pathLst>
                <a:path extrusionOk="0" h="2131" w="2497">
                  <a:moveTo>
                    <a:pt x="1066" y="0"/>
                  </a:moveTo>
                  <a:cubicBezTo>
                    <a:pt x="481" y="0"/>
                    <a:pt x="1" y="472"/>
                    <a:pt x="1" y="1065"/>
                  </a:cubicBezTo>
                  <a:cubicBezTo>
                    <a:pt x="1" y="1707"/>
                    <a:pt x="527" y="2131"/>
                    <a:pt x="1074" y="2131"/>
                  </a:cubicBezTo>
                  <a:cubicBezTo>
                    <a:pt x="1337" y="2131"/>
                    <a:pt x="1605" y="2032"/>
                    <a:pt x="1822" y="1813"/>
                  </a:cubicBezTo>
                  <a:cubicBezTo>
                    <a:pt x="2497" y="1146"/>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846" name="Google Shape;6846;p36"/>
            <p:cNvSpPr/>
            <p:nvPr/>
          </p:nvSpPr>
          <p:spPr>
            <a:xfrm>
              <a:off x="1837775" y="2714000"/>
              <a:ext cx="62425" cy="53350"/>
            </a:xfrm>
            <a:custGeom>
              <a:rect b="b" l="l" r="r" t="t"/>
              <a:pathLst>
                <a:path extrusionOk="0" h="2134" w="2497">
                  <a:moveTo>
                    <a:pt x="1066" y="0"/>
                  </a:moveTo>
                  <a:cubicBezTo>
                    <a:pt x="481" y="0"/>
                    <a:pt x="1" y="480"/>
                    <a:pt x="1" y="1065"/>
                  </a:cubicBezTo>
                  <a:cubicBezTo>
                    <a:pt x="1" y="1709"/>
                    <a:pt x="526" y="2133"/>
                    <a:pt x="1075" y="2133"/>
                  </a:cubicBezTo>
                  <a:cubicBezTo>
                    <a:pt x="1337" y="2133"/>
                    <a:pt x="1604" y="2036"/>
                    <a:pt x="1822" y="1821"/>
                  </a:cubicBezTo>
                  <a:cubicBezTo>
                    <a:pt x="2497" y="1146"/>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847" name="Google Shape;6847;p36"/>
            <p:cNvSpPr/>
            <p:nvPr/>
          </p:nvSpPr>
          <p:spPr>
            <a:xfrm>
              <a:off x="1837775" y="2637775"/>
              <a:ext cx="62425" cy="53450"/>
            </a:xfrm>
            <a:custGeom>
              <a:rect b="b" l="l" r="r" t="t"/>
              <a:pathLst>
                <a:path extrusionOk="0" h="2138" w="2497">
                  <a:moveTo>
                    <a:pt x="1066" y="1"/>
                  </a:moveTo>
                  <a:cubicBezTo>
                    <a:pt x="481" y="9"/>
                    <a:pt x="1" y="480"/>
                    <a:pt x="1" y="1074"/>
                  </a:cubicBezTo>
                  <a:cubicBezTo>
                    <a:pt x="1" y="1712"/>
                    <a:pt x="529" y="2137"/>
                    <a:pt x="1077" y="2137"/>
                  </a:cubicBezTo>
                  <a:cubicBezTo>
                    <a:pt x="1339" y="2137"/>
                    <a:pt x="1606" y="2040"/>
                    <a:pt x="1822" y="1822"/>
                  </a:cubicBezTo>
                  <a:cubicBezTo>
                    <a:pt x="2497"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848" name="Google Shape;6848;p36"/>
            <p:cNvSpPr/>
            <p:nvPr/>
          </p:nvSpPr>
          <p:spPr>
            <a:xfrm>
              <a:off x="1837775" y="2561575"/>
              <a:ext cx="62425" cy="53425"/>
            </a:xfrm>
            <a:custGeom>
              <a:rect b="b" l="l" r="r" t="t"/>
              <a:pathLst>
                <a:path extrusionOk="0" h="2137" w="2497">
                  <a:moveTo>
                    <a:pt x="1066" y="0"/>
                  </a:moveTo>
                  <a:cubicBezTo>
                    <a:pt x="481" y="8"/>
                    <a:pt x="9" y="480"/>
                    <a:pt x="1" y="1073"/>
                  </a:cubicBezTo>
                  <a:cubicBezTo>
                    <a:pt x="1" y="1711"/>
                    <a:pt x="525" y="2137"/>
                    <a:pt x="1074" y="2137"/>
                  </a:cubicBezTo>
                  <a:cubicBezTo>
                    <a:pt x="1336" y="2137"/>
                    <a:pt x="1604" y="2039"/>
                    <a:pt x="1822" y="1821"/>
                  </a:cubicBezTo>
                  <a:cubicBezTo>
                    <a:pt x="2497" y="1154"/>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849" name="Google Shape;6849;p36"/>
            <p:cNvSpPr/>
            <p:nvPr/>
          </p:nvSpPr>
          <p:spPr>
            <a:xfrm>
              <a:off x="1837775" y="2485550"/>
              <a:ext cx="62425" cy="53300"/>
            </a:xfrm>
            <a:custGeom>
              <a:rect b="b" l="l" r="r" t="t"/>
              <a:pathLst>
                <a:path extrusionOk="0" h="2132" w="2497">
                  <a:moveTo>
                    <a:pt x="1066" y="1"/>
                  </a:moveTo>
                  <a:cubicBezTo>
                    <a:pt x="481" y="1"/>
                    <a:pt x="1" y="480"/>
                    <a:pt x="1" y="1066"/>
                  </a:cubicBezTo>
                  <a:cubicBezTo>
                    <a:pt x="1" y="1708"/>
                    <a:pt x="527" y="2131"/>
                    <a:pt x="1074" y="2131"/>
                  </a:cubicBezTo>
                  <a:cubicBezTo>
                    <a:pt x="1337" y="2131"/>
                    <a:pt x="1605" y="2033"/>
                    <a:pt x="1822" y="1814"/>
                  </a:cubicBezTo>
                  <a:cubicBezTo>
                    <a:pt x="2497"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850" name="Google Shape;6850;p36"/>
            <p:cNvSpPr/>
            <p:nvPr/>
          </p:nvSpPr>
          <p:spPr>
            <a:xfrm>
              <a:off x="1837775" y="2409350"/>
              <a:ext cx="62425" cy="53350"/>
            </a:xfrm>
            <a:custGeom>
              <a:rect b="b" l="l" r="r" t="t"/>
              <a:pathLst>
                <a:path extrusionOk="0" h="2134" w="2497">
                  <a:moveTo>
                    <a:pt x="1066" y="0"/>
                  </a:moveTo>
                  <a:cubicBezTo>
                    <a:pt x="481" y="0"/>
                    <a:pt x="9" y="480"/>
                    <a:pt x="1" y="1065"/>
                  </a:cubicBezTo>
                  <a:cubicBezTo>
                    <a:pt x="1" y="1709"/>
                    <a:pt x="526" y="2133"/>
                    <a:pt x="1075" y="2133"/>
                  </a:cubicBezTo>
                  <a:cubicBezTo>
                    <a:pt x="1337" y="2133"/>
                    <a:pt x="1604" y="2036"/>
                    <a:pt x="1822" y="1821"/>
                  </a:cubicBezTo>
                  <a:cubicBezTo>
                    <a:pt x="2497" y="1146"/>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851" name="Google Shape;6851;p36"/>
            <p:cNvSpPr/>
            <p:nvPr/>
          </p:nvSpPr>
          <p:spPr>
            <a:xfrm>
              <a:off x="1837775" y="2333125"/>
              <a:ext cx="62425" cy="53450"/>
            </a:xfrm>
            <a:custGeom>
              <a:rect b="b" l="l" r="r" t="t"/>
              <a:pathLst>
                <a:path extrusionOk="0" h="2138" w="2497">
                  <a:moveTo>
                    <a:pt x="1066" y="1"/>
                  </a:moveTo>
                  <a:cubicBezTo>
                    <a:pt x="481" y="1"/>
                    <a:pt x="1" y="480"/>
                    <a:pt x="1" y="1066"/>
                  </a:cubicBezTo>
                  <a:cubicBezTo>
                    <a:pt x="1" y="1709"/>
                    <a:pt x="526" y="2137"/>
                    <a:pt x="1075" y="2137"/>
                  </a:cubicBezTo>
                  <a:cubicBezTo>
                    <a:pt x="1337" y="2137"/>
                    <a:pt x="1604" y="2040"/>
                    <a:pt x="1822" y="1822"/>
                  </a:cubicBezTo>
                  <a:cubicBezTo>
                    <a:pt x="2497"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852" name="Google Shape;6852;p36"/>
            <p:cNvSpPr/>
            <p:nvPr/>
          </p:nvSpPr>
          <p:spPr>
            <a:xfrm>
              <a:off x="1837775" y="2256925"/>
              <a:ext cx="62575" cy="53425"/>
            </a:xfrm>
            <a:custGeom>
              <a:rect b="b" l="l" r="r" t="t"/>
              <a:pathLst>
                <a:path extrusionOk="0" h="2137" w="2503">
                  <a:moveTo>
                    <a:pt x="1076" y="0"/>
                  </a:moveTo>
                  <a:cubicBezTo>
                    <a:pt x="1073" y="0"/>
                    <a:pt x="1069" y="0"/>
                    <a:pt x="1066" y="0"/>
                  </a:cubicBezTo>
                  <a:cubicBezTo>
                    <a:pt x="481" y="0"/>
                    <a:pt x="1" y="480"/>
                    <a:pt x="1" y="1065"/>
                  </a:cubicBezTo>
                  <a:cubicBezTo>
                    <a:pt x="1" y="1709"/>
                    <a:pt x="530" y="2137"/>
                    <a:pt x="1081" y="2137"/>
                  </a:cubicBezTo>
                  <a:cubicBezTo>
                    <a:pt x="1344" y="2137"/>
                    <a:pt x="1612" y="2039"/>
                    <a:pt x="1830" y="1821"/>
                  </a:cubicBezTo>
                  <a:cubicBezTo>
                    <a:pt x="2502" y="1149"/>
                    <a:pt x="2028" y="0"/>
                    <a:pt x="1076"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853" name="Google Shape;6853;p36"/>
            <p:cNvSpPr/>
            <p:nvPr/>
          </p:nvSpPr>
          <p:spPr>
            <a:xfrm>
              <a:off x="1837775" y="2180700"/>
              <a:ext cx="62425" cy="53350"/>
            </a:xfrm>
            <a:custGeom>
              <a:rect b="b" l="l" r="r" t="t"/>
              <a:pathLst>
                <a:path extrusionOk="0" h="2134" w="2497">
                  <a:moveTo>
                    <a:pt x="1066" y="1"/>
                  </a:moveTo>
                  <a:cubicBezTo>
                    <a:pt x="481" y="1"/>
                    <a:pt x="9" y="480"/>
                    <a:pt x="1" y="1066"/>
                  </a:cubicBezTo>
                  <a:cubicBezTo>
                    <a:pt x="1" y="1709"/>
                    <a:pt x="526" y="2133"/>
                    <a:pt x="1075" y="2133"/>
                  </a:cubicBezTo>
                  <a:cubicBezTo>
                    <a:pt x="1337" y="2133"/>
                    <a:pt x="1604" y="2037"/>
                    <a:pt x="1822" y="1822"/>
                  </a:cubicBezTo>
                  <a:cubicBezTo>
                    <a:pt x="2497"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854" name="Google Shape;6854;p36"/>
            <p:cNvSpPr/>
            <p:nvPr/>
          </p:nvSpPr>
          <p:spPr>
            <a:xfrm>
              <a:off x="1837775" y="2104500"/>
              <a:ext cx="62425" cy="53325"/>
            </a:xfrm>
            <a:custGeom>
              <a:rect b="b" l="l" r="r" t="t"/>
              <a:pathLst>
                <a:path extrusionOk="0" h="2133" w="2497">
                  <a:moveTo>
                    <a:pt x="1066" y="0"/>
                  </a:moveTo>
                  <a:cubicBezTo>
                    <a:pt x="481" y="0"/>
                    <a:pt x="1" y="480"/>
                    <a:pt x="1" y="1065"/>
                  </a:cubicBezTo>
                  <a:cubicBezTo>
                    <a:pt x="1" y="1709"/>
                    <a:pt x="526" y="2133"/>
                    <a:pt x="1075" y="2133"/>
                  </a:cubicBezTo>
                  <a:cubicBezTo>
                    <a:pt x="1337" y="2133"/>
                    <a:pt x="1604" y="2036"/>
                    <a:pt x="1822" y="1821"/>
                  </a:cubicBezTo>
                  <a:cubicBezTo>
                    <a:pt x="2497" y="1146"/>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855" name="Google Shape;6855;p36"/>
            <p:cNvSpPr/>
            <p:nvPr/>
          </p:nvSpPr>
          <p:spPr>
            <a:xfrm>
              <a:off x="1837775" y="2028275"/>
              <a:ext cx="62425" cy="53450"/>
            </a:xfrm>
            <a:custGeom>
              <a:rect b="b" l="l" r="r" t="t"/>
              <a:pathLst>
                <a:path extrusionOk="0" h="2138" w="2497">
                  <a:moveTo>
                    <a:pt x="1066" y="1"/>
                  </a:moveTo>
                  <a:cubicBezTo>
                    <a:pt x="481" y="1"/>
                    <a:pt x="9" y="480"/>
                    <a:pt x="1" y="1065"/>
                  </a:cubicBezTo>
                  <a:cubicBezTo>
                    <a:pt x="1" y="1709"/>
                    <a:pt x="526" y="2137"/>
                    <a:pt x="1075" y="2137"/>
                  </a:cubicBezTo>
                  <a:cubicBezTo>
                    <a:pt x="1337" y="2137"/>
                    <a:pt x="1604" y="2040"/>
                    <a:pt x="1822" y="1821"/>
                  </a:cubicBezTo>
                  <a:cubicBezTo>
                    <a:pt x="2497"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856" name="Google Shape;6856;p36"/>
            <p:cNvSpPr/>
            <p:nvPr/>
          </p:nvSpPr>
          <p:spPr>
            <a:xfrm>
              <a:off x="1837775" y="1952050"/>
              <a:ext cx="62425" cy="53450"/>
            </a:xfrm>
            <a:custGeom>
              <a:rect b="b" l="l" r="r" t="t"/>
              <a:pathLst>
                <a:path extrusionOk="0" h="2138" w="2497">
                  <a:moveTo>
                    <a:pt x="1066" y="1"/>
                  </a:moveTo>
                  <a:cubicBezTo>
                    <a:pt x="481" y="9"/>
                    <a:pt x="9" y="481"/>
                    <a:pt x="1" y="1074"/>
                  </a:cubicBezTo>
                  <a:cubicBezTo>
                    <a:pt x="1" y="1712"/>
                    <a:pt x="525" y="2138"/>
                    <a:pt x="1074" y="2138"/>
                  </a:cubicBezTo>
                  <a:cubicBezTo>
                    <a:pt x="1336" y="2138"/>
                    <a:pt x="1604" y="2040"/>
                    <a:pt x="1822" y="1822"/>
                  </a:cubicBezTo>
                  <a:cubicBezTo>
                    <a:pt x="2497" y="1155"/>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857" name="Google Shape;6857;p36"/>
            <p:cNvSpPr/>
            <p:nvPr/>
          </p:nvSpPr>
          <p:spPr>
            <a:xfrm>
              <a:off x="1837775" y="1647400"/>
              <a:ext cx="62425" cy="53450"/>
            </a:xfrm>
            <a:custGeom>
              <a:rect b="b" l="l" r="r" t="t"/>
              <a:pathLst>
                <a:path extrusionOk="0" h="2138" w="2497">
                  <a:moveTo>
                    <a:pt x="1066" y="1"/>
                  </a:moveTo>
                  <a:cubicBezTo>
                    <a:pt x="481" y="9"/>
                    <a:pt x="9" y="481"/>
                    <a:pt x="1" y="1066"/>
                  </a:cubicBezTo>
                  <a:cubicBezTo>
                    <a:pt x="1" y="1710"/>
                    <a:pt x="526" y="2138"/>
                    <a:pt x="1075" y="2138"/>
                  </a:cubicBezTo>
                  <a:cubicBezTo>
                    <a:pt x="1337" y="2138"/>
                    <a:pt x="1604" y="2040"/>
                    <a:pt x="1822" y="1822"/>
                  </a:cubicBezTo>
                  <a:cubicBezTo>
                    <a:pt x="2497"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858" name="Google Shape;6858;p36"/>
            <p:cNvSpPr/>
            <p:nvPr/>
          </p:nvSpPr>
          <p:spPr>
            <a:xfrm>
              <a:off x="1837775" y="1571400"/>
              <a:ext cx="62425" cy="53250"/>
            </a:xfrm>
            <a:custGeom>
              <a:rect b="b" l="l" r="r" t="t"/>
              <a:pathLst>
                <a:path extrusionOk="0" h="2130" w="2497">
                  <a:moveTo>
                    <a:pt x="1066" y="1"/>
                  </a:moveTo>
                  <a:cubicBezTo>
                    <a:pt x="481" y="1"/>
                    <a:pt x="9" y="472"/>
                    <a:pt x="1" y="1066"/>
                  </a:cubicBezTo>
                  <a:cubicBezTo>
                    <a:pt x="1" y="1703"/>
                    <a:pt x="525" y="2129"/>
                    <a:pt x="1074" y="2129"/>
                  </a:cubicBezTo>
                  <a:cubicBezTo>
                    <a:pt x="1336" y="2129"/>
                    <a:pt x="1604" y="2032"/>
                    <a:pt x="1822" y="1813"/>
                  </a:cubicBezTo>
                  <a:cubicBezTo>
                    <a:pt x="2497"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859" name="Google Shape;6859;p36"/>
            <p:cNvSpPr/>
            <p:nvPr/>
          </p:nvSpPr>
          <p:spPr>
            <a:xfrm>
              <a:off x="1837775" y="1418975"/>
              <a:ext cx="62425" cy="53350"/>
            </a:xfrm>
            <a:custGeom>
              <a:rect b="b" l="l" r="r" t="t"/>
              <a:pathLst>
                <a:path extrusionOk="0" h="2134" w="2497">
                  <a:moveTo>
                    <a:pt x="1066" y="1"/>
                  </a:moveTo>
                  <a:cubicBezTo>
                    <a:pt x="481" y="1"/>
                    <a:pt x="9" y="480"/>
                    <a:pt x="1" y="1065"/>
                  </a:cubicBezTo>
                  <a:cubicBezTo>
                    <a:pt x="1" y="1709"/>
                    <a:pt x="526" y="2133"/>
                    <a:pt x="1075" y="2133"/>
                  </a:cubicBezTo>
                  <a:cubicBezTo>
                    <a:pt x="1337" y="2133"/>
                    <a:pt x="1604" y="2037"/>
                    <a:pt x="1822" y="1822"/>
                  </a:cubicBezTo>
                  <a:cubicBezTo>
                    <a:pt x="2497"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860" name="Google Shape;6860;p36"/>
            <p:cNvSpPr/>
            <p:nvPr/>
          </p:nvSpPr>
          <p:spPr>
            <a:xfrm>
              <a:off x="1837775" y="1190550"/>
              <a:ext cx="62425" cy="53325"/>
            </a:xfrm>
            <a:custGeom>
              <a:rect b="b" l="l" r="r" t="t"/>
              <a:pathLst>
                <a:path extrusionOk="0" h="2133" w="2497">
                  <a:moveTo>
                    <a:pt x="1066" y="0"/>
                  </a:moveTo>
                  <a:cubicBezTo>
                    <a:pt x="481" y="0"/>
                    <a:pt x="9" y="480"/>
                    <a:pt x="1" y="1065"/>
                  </a:cubicBezTo>
                  <a:cubicBezTo>
                    <a:pt x="1" y="1709"/>
                    <a:pt x="526" y="2133"/>
                    <a:pt x="1075" y="2133"/>
                  </a:cubicBezTo>
                  <a:cubicBezTo>
                    <a:pt x="1337" y="2133"/>
                    <a:pt x="1604" y="2036"/>
                    <a:pt x="1822" y="1821"/>
                  </a:cubicBezTo>
                  <a:cubicBezTo>
                    <a:pt x="2497" y="1146"/>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861" name="Google Shape;6861;p36"/>
            <p:cNvSpPr/>
            <p:nvPr/>
          </p:nvSpPr>
          <p:spPr>
            <a:xfrm>
              <a:off x="1837775" y="1114325"/>
              <a:ext cx="62425" cy="53350"/>
            </a:xfrm>
            <a:custGeom>
              <a:rect b="b" l="l" r="r" t="t"/>
              <a:pathLst>
                <a:path extrusionOk="0" h="2134" w="2497">
                  <a:moveTo>
                    <a:pt x="1066" y="1"/>
                  </a:moveTo>
                  <a:cubicBezTo>
                    <a:pt x="481" y="1"/>
                    <a:pt x="1" y="480"/>
                    <a:pt x="1" y="1065"/>
                  </a:cubicBezTo>
                  <a:cubicBezTo>
                    <a:pt x="1" y="1709"/>
                    <a:pt x="526" y="2133"/>
                    <a:pt x="1075" y="2133"/>
                  </a:cubicBezTo>
                  <a:cubicBezTo>
                    <a:pt x="1337" y="2133"/>
                    <a:pt x="1604" y="2037"/>
                    <a:pt x="1822" y="1822"/>
                  </a:cubicBezTo>
                  <a:cubicBezTo>
                    <a:pt x="2497"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862" name="Google Shape;6862;p36"/>
            <p:cNvSpPr/>
            <p:nvPr/>
          </p:nvSpPr>
          <p:spPr>
            <a:xfrm>
              <a:off x="1761775" y="3171075"/>
              <a:ext cx="62225" cy="53275"/>
            </a:xfrm>
            <a:custGeom>
              <a:rect b="b" l="l" r="r" t="t"/>
              <a:pathLst>
                <a:path extrusionOk="0" h="2131" w="2489">
                  <a:moveTo>
                    <a:pt x="1065" y="0"/>
                  </a:moveTo>
                  <a:cubicBezTo>
                    <a:pt x="472" y="0"/>
                    <a:pt x="0" y="472"/>
                    <a:pt x="0" y="1065"/>
                  </a:cubicBezTo>
                  <a:cubicBezTo>
                    <a:pt x="0" y="1707"/>
                    <a:pt x="523" y="2131"/>
                    <a:pt x="1067" y="2131"/>
                  </a:cubicBezTo>
                  <a:cubicBezTo>
                    <a:pt x="1329" y="2131"/>
                    <a:pt x="1597" y="2032"/>
                    <a:pt x="1813" y="1813"/>
                  </a:cubicBezTo>
                  <a:cubicBezTo>
                    <a:pt x="2488" y="1146"/>
                    <a:pt x="2008"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863" name="Google Shape;6863;p36"/>
            <p:cNvSpPr/>
            <p:nvPr/>
          </p:nvSpPr>
          <p:spPr>
            <a:xfrm>
              <a:off x="1761775" y="3094850"/>
              <a:ext cx="62225" cy="53350"/>
            </a:xfrm>
            <a:custGeom>
              <a:rect b="b" l="l" r="r" t="t"/>
              <a:pathLst>
                <a:path extrusionOk="0" h="2134" w="2489">
                  <a:moveTo>
                    <a:pt x="1065" y="1"/>
                  </a:moveTo>
                  <a:cubicBezTo>
                    <a:pt x="472" y="1"/>
                    <a:pt x="0" y="480"/>
                    <a:pt x="0" y="1066"/>
                  </a:cubicBezTo>
                  <a:cubicBezTo>
                    <a:pt x="0" y="1709"/>
                    <a:pt x="526" y="2134"/>
                    <a:pt x="1072" y="2134"/>
                  </a:cubicBezTo>
                  <a:cubicBezTo>
                    <a:pt x="1333" y="2134"/>
                    <a:pt x="1598" y="2037"/>
                    <a:pt x="1813" y="1822"/>
                  </a:cubicBezTo>
                  <a:cubicBezTo>
                    <a:pt x="2488" y="1147"/>
                    <a:pt x="2008"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864" name="Google Shape;6864;p36"/>
            <p:cNvSpPr/>
            <p:nvPr/>
          </p:nvSpPr>
          <p:spPr>
            <a:xfrm>
              <a:off x="1761775" y="3018650"/>
              <a:ext cx="62225" cy="53425"/>
            </a:xfrm>
            <a:custGeom>
              <a:rect b="b" l="l" r="r" t="t"/>
              <a:pathLst>
                <a:path extrusionOk="0" h="2137" w="2489">
                  <a:moveTo>
                    <a:pt x="1065" y="0"/>
                  </a:moveTo>
                  <a:cubicBezTo>
                    <a:pt x="472" y="0"/>
                    <a:pt x="0" y="480"/>
                    <a:pt x="0" y="1065"/>
                  </a:cubicBezTo>
                  <a:cubicBezTo>
                    <a:pt x="0" y="1709"/>
                    <a:pt x="526" y="2137"/>
                    <a:pt x="1072" y="2137"/>
                  </a:cubicBezTo>
                  <a:cubicBezTo>
                    <a:pt x="1332" y="2137"/>
                    <a:pt x="1598" y="2039"/>
                    <a:pt x="1813" y="1821"/>
                  </a:cubicBezTo>
                  <a:cubicBezTo>
                    <a:pt x="2488" y="1146"/>
                    <a:pt x="2008"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865" name="Google Shape;6865;p36"/>
            <p:cNvSpPr/>
            <p:nvPr/>
          </p:nvSpPr>
          <p:spPr>
            <a:xfrm>
              <a:off x="1761775" y="2561575"/>
              <a:ext cx="62225" cy="53425"/>
            </a:xfrm>
            <a:custGeom>
              <a:rect b="b" l="l" r="r" t="t"/>
              <a:pathLst>
                <a:path extrusionOk="0" h="2137" w="2489">
                  <a:moveTo>
                    <a:pt x="1065" y="0"/>
                  </a:moveTo>
                  <a:cubicBezTo>
                    <a:pt x="472" y="8"/>
                    <a:pt x="0" y="480"/>
                    <a:pt x="0" y="1073"/>
                  </a:cubicBezTo>
                  <a:cubicBezTo>
                    <a:pt x="0" y="1711"/>
                    <a:pt x="525" y="2137"/>
                    <a:pt x="1071" y="2137"/>
                  </a:cubicBezTo>
                  <a:cubicBezTo>
                    <a:pt x="1332" y="2137"/>
                    <a:pt x="1598" y="2039"/>
                    <a:pt x="1813" y="1821"/>
                  </a:cubicBezTo>
                  <a:cubicBezTo>
                    <a:pt x="2488" y="1154"/>
                    <a:pt x="2008"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866" name="Google Shape;6866;p36"/>
            <p:cNvSpPr/>
            <p:nvPr/>
          </p:nvSpPr>
          <p:spPr>
            <a:xfrm>
              <a:off x="1761775" y="2485550"/>
              <a:ext cx="62225" cy="53300"/>
            </a:xfrm>
            <a:custGeom>
              <a:rect b="b" l="l" r="r" t="t"/>
              <a:pathLst>
                <a:path extrusionOk="0" h="2132" w="2489">
                  <a:moveTo>
                    <a:pt x="1065" y="1"/>
                  </a:moveTo>
                  <a:cubicBezTo>
                    <a:pt x="472" y="1"/>
                    <a:pt x="0" y="480"/>
                    <a:pt x="0" y="1066"/>
                  </a:cubicBezTo>
                  <a:cubicBezTo>
                    <a:pt x="0" y="1708"/>
                    <a:pt x="523" y="2131"/>
                    <a:pt x="1067" y="2131"/>
                  </a:cubicBezTo>
                  <a:cubicBezTo>
                    <a:pt x="1329" y="2131"/>
                    <a:pt x="1597" y="2033"/>
                    <a:pt x="1813" y="1814"/>
                  </a:cubicBezTo>
                  <a:cubicBezTo>
                    <a:pt x="2488" y="1147"/>
                    <a:pt x="2008"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867" name="Google Shape;6867;p36"/>
            <p:cNvSpPr/>
            <p:nvPr/>
          </p:nvSpPr>
          <p:spPr>
            <a:xfrm>
              <a:off x="1761775" y="2409350"/>
              <a:ext cx="62225" cy="53350"/>
            </a:xfrm>
            <a:custGeom>
              <a:rect b="b" l="l" r="r" t="t"/>
              <a:pathLst>
                <a:path extrusionOk="0" h="2134" w="2489">
                  <a:moveTo>
                    <a:pt x="1065" y="0"/>
                  </a:moveTo>
                  <a:cubicBezTo>
                    <a:pt x="472" y="0"/>
                    <a:pt x="0" y="480"/>
                    <a:pt x="0" y="1065"/>
                  </a:cubicBezTo>
                  <a:cubicBezTo>
                    <a:pt x="0" y="1709"/>
                    <a:pt x="526" y="2133"/>
                    <a:pt x="1072" y="2133"/>
                  </a:cubicBezTo>
                  <a:cubicBezTo>
                    <a:pt x="1333" y="2133"/>
                    <a:pt x="1598" y="2036"/>
                    <a:pt x="1813" y="1821"/>
                  </a:cubicBezTo>
                  <a:cubicBezTo>
                    <a:pt x="2488" y="1146"/>
                    <a:pt x="2008"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868" name="Google Shape;6868;p36"/>
            <p:cNvSpPr/>
            <p:nvPr/>
          </p:nvSpPr>
          <p:spPr>
            <a:xfrm>
              <a:off x="1761775" y="2333125"/>
              <a:ext cx="62225" cy="53450"/>
            </a:xfrm>
            <a:custGeom>
              <a:rect b="b" l="l" r="r" t="t"/>
              <a:pathLst>
                <a:path extrusionOk="0" h="2138" w="2489">
                  <a:moveTo>
                    <a:pt x="1065" y="1"/>
                  </a:moveTo>
                  <a:cubicBezTo>
                    <a:pt x="472" y="1"/>
                    <a:pt x="0" y="480"/>
                    <a:pt x="0" y="1066"/>
                  </a:cubicBezTo>
                  <a:cubicBezTo>
                    <a:pt x="0" y="1709"/>
                    <a:pt x="526" y="2137"/>
                    <a:pt x="1072" y="2137"/>
                  </a:cubicBezTo>
                  <a:cubicBezTo>
                    <a:pt x="1332" y="2137"/>
                    <a:pt x="1598" y="2040"/>
                    <a:pt x="1813" y="1822"/>
                  </a:cubicBezTo>
                  <a:cubicBezTo>
                    <a:pt x="2488" y="1147"/>
                    <a:pt x="2008"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869" name="Google Shape;6869;p36"/>
            <p:cNvSpPr/>
            <p:nvPr/>
          </p:nvSpPr>
          <p:spPr>
            <a:xfrm>
              <a:off x="1761775" y="2256925"/>
              <a:ext cx="62350" cy="53425"/>
            </a:xfrm>
            <a:custGeom>
              <a:rect b="b" l="l" r="r" t="t"/>
              <a:pathLst>
                <a:path extrusionOk="0" h="2137" w="2494">
                  <a:moveTo>
                    <a:pt x="1075" y="0"/>
                  </a:moveTo>
                  <a:cubicBezTo>
                    <a:pt x="1072" y="0"/>
                    <a:pt x="1069" y="0"/>
                    <a:pt x="1065" y="0"/>
                  </a:cubicBezTo>
                  <a:cubicBezTo>
                    <a:pt x="472" y="0"/>
                    <a:pt x="0" y="480"/>
                    <a:pt x="0" y="1065"/>
                  </a:cubicBezTo>
                  <a:cubicBezTo>
                    <a:pt x="0" y="1709"/>
                    <a:pt x="526" y="2137"/>
                    <a:pt x="1074" y="2137"/>
                  </a:cubicBezTo>
                  <a:cubicBezTo>
                    <a:pt x="1336" y="2137"/>
                    <a:pt x="1603" y="2039"/>
                    <a:pt x="1821" y="1821"/>
                  </a:cubicBezTo>
                  <a:cubicBezTo>
                    <a:pt x="2494" y="1149"/>
                    <a:pt x="2020" y="0"/>
                    <a:pt x="107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870" name="Google Shape;6870;p36"/>
            <p:cNvSpPr/>
            <p:nvPr/>
          </p:nvSpPr>
          <p:spPr>
            <a:xfrm>
              <a:off x="1761775" y="2180700"/>
              <a:ext cx="62225" cy="53350"/>
            </a:xfrm>
            <a:custGeom>
              <a:rect b="b" l="l" r="r" t="t"/>
              <a:pathLst>
                <a:path extrusionOk="0" h="2134" w="2489">
                  <a:moveTo>
                    <a:pt x="1065" y="1"/>
                  </a:moveTo>
                  <a:cubicBezTo>
                    <a:pt x="472" y="1"/>
                    <a:pt x="0" y="480"/>
                    <a:pt x="0" y="1066"/>
                  </a:cubicBezTo>
                  <a:cubicBezTo>
                    <a:pt x="0" y="1709"/>
                    <a:pt x="526" y="2133"/>
                    <a:pt x="1072" y="2133"/>
                  </a:cubicBezTo>
                  <a:cubicBezTo>
                    <a:pt x="1333" y="2133"/>
                    <a:pt x="1598" y="2037"/>
                    <a:pt x="1813" y="1822"/>
                  </a:cubicBezTo>
                  <a:cubicBezTo>
                    <a:pt x="2488" y="1147"/>
                    <a:pt x="2008"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871" name="Google Shape;6871;p36"/>
            <p:cNvSpPr/>
            <p:nvPr/>
          </p:nvSpPr>
          <p:spPr>
            <a:xfrm>
              <a:off x="1761775" y="2104500"/>
              <a:ext cx="62225" cy="53325"/>
            </a:xfrm>
            <a:custGeom>
              <a:rect b="b" l="l" r="r" t="t"/>
              <a:pathLst>
                <a:path extrusionOk="0" h="2133" w="2489">
                  <a:moveTo>
                    <a:pt x="1065" y="0"/>
                  </a:moveTo>
                  <a:cubicBezTo>
                    <a:pt x="472" y="0"/>
                    <a:pt x="0" y="480"/>
                    <a:pt x="0" y="1065"/>
                  </a:cubicBezTo>
                  <a:cubicBezTo>
                    <a:pt x="0" y="1709"/>
                    <a:pt x="526" y="2133"/>
                    <a:pt x="1072" y="2133"/>
                  </a:cubicBezTo>
                  <a:cubicBezTo>
                    <a:pt x="1333" y="2133"/>
                    <a:pt x="1598" y="2036"/>
                    <a:pt x="1813" y="1821"/>
                  </a:cubicBezTo>
                  <a:cubicBezTo>
                    <a:pt x="2488" y="1146"/>
                    <a:pt x="2008"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872" name="Google Shape;6872;p36"/>
            <p:cNvSpPr/>
            <p:nvPr/>
          </p:nvSpPr>
          <p:spPr>
            <a:xfrm>
              <a:off x="1761775" y="2028275"/>
              <a:ext cx="62225" cy="53450"/>
            </a:xfrm>
            <a:custGeom>
              <a:rect b="b" l="l" r="r" t="t"/>
              <a:pathLst>
                <a:path extrusionOk="0" h="2138" w="2489">
                  <a:moveTo>
                    <a:pt x="1065" y="1"/>
                  </a:moveTo>
                  <a:cubicBezTo>
                    <a:pt x="472" y="1"/>
                    <a:pt x="0" y="480"/>
                    <a:pt x="0" y="1065"/>
                  </a:cubicBezTo>
                  <a:cubicBezTo>
                    <a:pt x="0" y="1709"/>
                    <a:pt x="526" y="2137"/>
                    <a:pt x="1072" y="2137"/>
                  </a:cubicBezTo>
                  <a:cubicBezTo>
                    <a:pt x="1332" y="2137"/>
                    <a:pt x="1598" y="2040"/>
                    <a:pt x="1813" y="1821"/>
                  </a:cubicBezTo>
                  <a:cubicBezTo>
                    <a:pt x="2488" y="1147"/>
                    <a:pt x="2008"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873" name="Google Shape;6873;p36"/>
            <p:cNvSpPr/>
            <p:nvPr/>
          </p:nvSpPr>
          <p:spPr>
            <a:xfrm>
              <a:off x="1761775" y="1952050"/>
              <a:ext cx="62225" cy="53450"/>
            </a:xfrm>
            <a:custGeom>
              <a:rect b="b" l="l" r="r" t="t"/>
              <a:pathLst>
                <a:path extrusionOk="0" h="2138" w="2489">
                  <a:moveTo>
                    <a:pt x="1065" y="1"/>
                  </a:moveTo>
                  <a:cubicBezTo>
                    <a:pt x="472" y="9"/>
                    <a:pt x="0" y="481"/>
                    <a:pt x="0" y="1074"/>
                  </a:cubicBezTo>
                  <a:cubicBezTo>
                    <a:pt x="0" y="1712"/>
                    <a:pt x="525" y="2138"/>
                    <a:pt x="1071" y="2138"/>
                  </a:cubicBezTo>
                  <a:cubicBezTo>
                    <a:pt x="1332" y="2138"/>
                    <a:pt x="1598" y="2040"/>
                    <a:pt x="1813" y="1822"/>
                  </a:cubicBezTo>
                  <a:cubicBezTo>
                    <a:pt x="2488" y="1155"/>
                    <a:pt x="2008"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874" name="Google Shape;6874;p36"/>
            <p:cNvSpPr/>
            <p:nvPr/>
          </p:nvSpPr>
          <p:spPr>
            <a:xfrm>
              <a:off x="1761775" y="1647400"/>
              <a:ext cx="62225" cy="53450"/>
            </a:xfrm>
            <a:custGeom>
              <a:rect b="b" l="l" r="r" t="t"/>
              <a:pathLst>
                <a:path extrusionOk="0" h="2138" w="2489">
                  <a:moveTo>
                    <a:pt x="1065" y="1"/>
                  </a:moveTo>
                  <a:cubicBezTo>
                    <a:pt x="472" y="1"/>
                    <a:pt x="0" y="481"/>
                    <a:pt x="0" y="1066"/>
                  </a:cubicBezTo>
                  <a:cubicBezTo>
                    <a:pt x="0" y="1710"/>
                    <a:pt x="526" y="2138"/>
                    <a:pt x="1072" y="2138"/>
                  </a:cubicBezTo>
                  <a:cubicBezTo>
                    <a:pt x="1332" y="2138"/>
                    <a:pt x="1598" y="2040"/>
                    <a:pt x="1813" y="1822"/>
                  </a:cubicBezTo>
                  <a:cubicBezTo>
                    <a:pt x="2488" y="1147"/>
                    <a:pt x="2008"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875" name="Google Shape;6875;p36"/>
            <p:cNvSpPr/>
            <p:nvPr/>
          </p:nvSpPr>
          <p:spPr>
            <a:xfrm>
              <a:off x="1761775" y="1418975"/>
              <a:ext cx="62225" cy="53350"/>
            </a:xfrm>
            <a:custGeom>
              <a:rect b="b" l="l" r="r" t="t"/>
              <a:pathLst>
                <a:path extrusionOk="0" h="2134" w="2489">
                  <a:moveTo>
                    <a:pt x="1065" y="1"/>
                  </a:moveTo>
                  <a:cubicBezTo>
                    <a:pt x="472" y="1"/>
                    <a:pt x="0" y="480"/>
                    <a:pt x="0" y="1065"/>
                  </a:cubicBezTo>
                  <a:cubicBezTo>
                    <a:pt x="0" y="1709"/>
                    <a:pt x="526" y="2133"/>
                    <a:pt x="1072" y="2133"/>
                  </a:cubicBezTo>
                  <a:cubicBezTo>
                    <a:pt x="1333" y="2133"/>
                    <a:pt x="1598" y="2037"/>
                    <a:pt x="1813" y="1822"/>
                  </a:cubicBezTo>
                  <a:cubicBezTo>
                    <a:pt x="2488" y="1147"/>
                    <a:pt x="2008"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876" name="Google Shape;6876;p36"/>
            <p:cNvSpPr/>
            <p:nvPr/>
          </p:nvSpPr>
          <p:spPr>
            <a:xfrm>
              <a:off x="1761775" y="1190550"/>
              <a:ext cx="62225" cy="53325"/>
            </a:xfrm>
            <a:custGeom>
              <a:rect b="b" l="l" r="r" t="t"/>
              <a:pathLst>
                <a:path extrusionOk="0" h="2133" w="2489">
                  <a:moveTo>
                    <a:pt x="1065" y="0"/>
                  </a:moveTo>
                  <a:cubicBezTo>
                    <a:pt x="472" y="0"/>
                    <a:pt x="0" y="480"/>
                    <a:pt x="0" y="1065"/>
                  </a:cubicBezTo>
                  <a:cubicBezTo>
                    <a:pt x="0" y="1709"/>
                    <a:pt x="526" y="2133"/>
                    <a:pt x="1072" y="2133"/>
                  </a:cubicBezTo>
                  <a:cubicBezTo>
                    <a:pt x="1333" y="2133"/>
                    <a:pt x="1598" y="2036"/>
                    <a:pt x="1813" y="1821"/>
                  </a:cubicBezTo>
                  <a:cubicBezTo>
                    <a:pt x="2488" y="1146"/>
                    <a:pt x="2008"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877" name="Google Shape;6877;p36"/>
            <p:cNvSpPr/>
            <p:nvPr/>
          </p:nvSpPr>
          <p:spPr>
            <a:xfrm>
              <a:off x="1761775" y="1114325"/>
              <a:ext cx="62225" cy="53350"/>
            </a:xfrm>
            <a:custGeom>
              <a:rect b="b" l="l" r="r" t="t"/>
              <a:pathLst>
                <a:path extrusionOk="0" h="2134" w="2489">
                  <a:moveTo>
                    <a:pt x="1065" y="1"/>
                  </a:moveTo>
                  <a:cubicBezTo>
                    <a:pt x="472" y="1"/>
                    <a:pt x="0" y="480"/>
                    <a:pt x="0" y="1065"/>
                  </a:cubicBezTo>
                  <a:cubicBezTo>
                    <a:pt x="0" y="1709"/>
                    <a:pt x="526" y="2133"/>
                    <a:pt x="1072" y="2133"/>
                  </a:cubicBezTo>
                  <a:cubicBezTo>
                    <a:pt x="1333" y="2133"/>
                    <a:pt x="1598" y="2037"/>
                    <a:pt x="1813" y="1822"/>
                  </a:cubicBezTo>
                  <a:cubicBezTo>
                    <a:pt x="2488" y="1147"/>
                    <a:pt x="2008"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878" name="Google Shape;6878;p36"/>
            <p:cNvSpPr/>
            <p:nvPr/>
          </p:nvSpPr>
          <p:spPr>
            <a:xfrm>
              <a:off x="1685550" y="3018650"/>
              <a:ext cx="62225" cy="53425"/>
            </a:xfrm>
            <a:custGeom>
              <a:rect b="b" l="l" r="r" t="t"/>
              <a:pathLst>
                <a:path extrusionOk="0" h="2137" w="2489">
                  <a:moveTo>
                    <a:pt x="1066" y="0"/>
                  </a:moveTo>
                  <a:cubicBezTo>
                    <a:pt x="472" y="0"/>
                    <a:pt x="1" y="480"/>
                    <a:pt x="1" y="1065"/>
                  </a:cubicBezTo>
                  <a:cubicBezTo>
                    <a:pt x="1" y="1709"/>
                    <a:pt x="526" y="2137"/>
                    <a:pt x="1075" y="2137"/>
                  </a:cubicBezTo>
                  <a:cubicBezTo>
                    <a:pt x="1337" y="2137"/>
                    <a:pt x="1604" y="2039"/>
                    <a:pt x="1822" y="1821"/>
                  </a:cubicBezTo>
                  <a:cubicBezTo>
                    <a:pt x="2489" y="1146"/>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879" name="Google Shape;6879;p36"/>
            <p:cNvSpPr/>
            <p:nvPr/>
          </p:nvSpPr>
          <p:spPr>
            <a:xfrm>
              <a:off x="1685550" y="2942425"/>
              <a:ext cx="62225" cy="53450"/>
            </a:xfrm>
            <a:custGeom>
              <a:rect b="b" l="l" r="r" t="t"/>
              <a:pathLst>
                <a:path extrusionOk="0" h="2138" w="2489">
                  <a:moveTo>
                    <a:pt x="1066" y="1"/>
                  </a:moveTo>
                  <a:cubicBezTo>
                    <a:pt x="472" y="9"/>
                    <a:pt x="1" y="480"/>
                    <a:pt x="1" y="1066"/>
                  </a:cubicBezTo>
                  <a:cubicBezTo>
                    <a:pt x="1" y="1709"/>
                    <a:pt x="526" y="2137"/>
                    <a:pt x="1072" y="2137"/>
                  </a:cubicBezTo>
                  <a:cubicBezTo>
                    <a:pt x="1333" y="2137"/>
                    <a:pt x="1598" y="2040"/>
                    <a:pt x="1814" y="1822"/>
                  </a:cubicBezTo>
                  <a:cubicBezTo>
                    <a:pt x="2489"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880" name="Google Shape;6880;p36"/>
            <p:cNvSpPr/>
            <p:nvPr/>
          </p:nvSpPr>
          <p:spPr>
            <a:xfrm>
              <a:off x="1685550" y="2866425"/>
              <a:ext cx="62225" cy="53275"/>
            </a:xfrm>
            <a:custGeom>
              <a:rect b="b" l="l" r="r" t="t"/>
              <a:pathLst>
                <a:path extrusionOk="0" h="2131" w="2489">
                  <a:moveTo>
                    <a:pt x="1066" y="0"/>
                  </a:moveTo>
                  <a:cubicBezTo>
                    <a:pt x="472" y="0"/>
                    <a:pt x="1" y="472"/>
                    <a:pt x="1" y="1065"/>
                  </a:cubicBezTo>
                  <a:cubicBezTo>
                    <a:pt x="1" y="1707"/>
                    <a:pt x="523" y="2131"/>
                    <a:pt x="1070" y="2131"/>
                  </a:cubicBezTo>
                  <a:cubicBezTo>
                    <a:pt x="1333" y="2131"/>
                    <a:pt x="1603" y="2032"/>
                    <a:pt x="1822" y="1813"/>
                  </a:cubicBezTo>
                  <a:cubicBezTo>
                    <a:pt x="2489" y="1146"/>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881" name="Google Shape;6881;p36"/>
            <p:cNvSpPr/>
            <p:nvPr/>
          </p:nvSpPr>
          <p:spPr>
            <a:xfrm>
              <a:off x="1685550" y="2561575"/>
              <a:ext cx="62225" cy="53425"/>
            </a:xfrm>
            <a:custGeom>
              <a:rect b="b" l="l" r="r" t="t"/>
              <a:pathLst>
                <a:path extrusionOk="0" h="2137" w="2489">
                  <a:moveTo>
                    <a:pt x="1066" y="0"/>
                  </a:moveTo>
                  <a:cubicBezTo>
                    <a:pt x="472" y="8"/>
                    <a:pt x="1" y="480"/>
                    <a:pt x="1" y="1073"/>
                  </a:cubicBezTo>
                  <a:cubicBezTo>
                    <a:pt x="1" y="1711"/>
                    <a:pt x="525" y="2137"/>
                    <a:pt x="1071" y="2137"/>
                  </a:cubicBezTo>
                  <a:cubicBezTo>
                    <a:pt x="1332" y="2137"/>
                    <a:pt x="1598" y="2039"/>
                    <a:pt x="1814" y="1821"/>
                  </a:cubicBezTo>
                  <a:cubicBezTo>
                    <a:pt x="2489" y="1154"/>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882" name="Google Shape;6882;p36"/>
            <p:cNvSpPr/>
            <p:nvPr/>
          </p:nvSpPr>
          <p:spPr>
            <a:xfrm>
              <a:off x="1685550" y="2485550"/>
              <a:ext cx="62225" cy="53300"/>
            </a:xfrm>
            <a:custGeom>
              <a:rect b="b" l="l" r="r" t="t"/>
              <a:pathLst>
                <a:path extrusionOk="0" h="2132" w="2489">
                  <a:moveTo>
                    <a:pt x="1066" y="1"/>
                  </a:moveTo>
                  <a:cubicBezTo>
                    <a:pt x="472" y="1"/>
                    <a:pt x="1" y="480"/>
                    <a:pt x="1" y="1066"/>
                  </a:cubicBezTo>
                  <a:cubicBezTo>
                    <a:pt x="1" y="1708"/>
                    <a:pt x="523" y="2131"/>
                    <a:pt x="1070" y="2131"/>
                  </a:cubicBezTo>
                  <a:cubicBezTo>
                    <a:pt x="1333" y="2131"/>
                    <a:pt x="1603" y="2033"/>
                    <a:pt x="1822" y="1814"/>
                  </a:cubicBezTo>
                  <a:cubicBezTo>
                    <a:pt x="2489"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883" name="Google Shape;6883;p36"/>
            <p:cNvSpPr/>
            <p:nvPr/>
          </p:nvSpPr>
          <p:spPr>
            <a:xfrm>
              <a:off x="1685550" y="2409350"/>
              <a:ext cx="62225" cy="53350"/>
            </a:xfrm>
            <a:custGeom>
              <a:rect b="b" l="l" r="r" t="t"/>
              <a:pathLst>
                <a:path extrusionOk="0" h="2134" w="2489">
                  <a:moveTo>
                    <a:pt x="1066" y="0"/>
                  </a:moveTo>
                  <a:cubicBezTo>
                    <a:pt x="472" y="0"/>
                    <a:pt x="1" y="480"/>
                    <a:pt x="1" y="1065"/>
                  </a:cubicBezTo>
                  <a:cubicBezTo>
                    <a:pt x="1" y="1709"/>
                    <a:pt x="526" y="2133"/>
                    <a:pt x="1072" y="2133"/>
                  </a:cubicBezTo>
                  <a:cubicBezTo>
                    <a:pt x="1333" y="2133"/>
                    <a:pt x="1598" y="2036"/>
                    <a:pt x="1814" y="1821"/>
                  </a:cubicBezTo>
                  <a:cubicBezTo>
                    <a:pt x="2489" y="1146"/>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884" name="Google Shape;6884;p36"/>
            <p:cNvSpPr/>
            <p:nvPr/>
          </p:nvSpPr>
          <p:spPr>
            <a:xfrm>
              <a:off x="1685550" y="2333125"/>
              <a:ext cx="62225" cy="53450"/>
            </a:xfrm>
            <a:custGeom>
              <a:rect b="b" l="l" r="r" t="t"/>
              <a:pathLst>
                <a:path extrusionOk="0" h="2138" w="2489">
                  <a:moveTo>
                    <a:pt x="1066" y="1"/>
                  </a:moveTo>
                  <a:cubicBezTo>
                    <a:pt x="472" y="1"/>
                    <a:pt x="1" y="480"/>
                    <a:pt x="1" y="1066"/>
                  </a:cubicBezTo>
                  <a:cubicBezTo>
                    <a:pt x="1" y="1709"/>
                    <a:pt x="526" y="2137"/>
                    <a:pt x="1072" y="2137"/>
                  </a:cubicBezTo>
                  <a:cubicBezTo>
                    <a:pt x="1333" y="2137"/>
                    <a:pt x="1598" y="2040"/>
                    <a:pt x="1814" y="1822"/>
                  </a:cubicBezTo>
                  <a:cubicBezTo>
                    <a:pt x="2489"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885" name="Google Shape;6885;p36"/>
            <p:cNvSpPr/>
            <p:nvPr/>
          </p:nvSpPr>
          <p:spPr>
            <a:xfrm>
              <a:off x="1685550" y="2256925"/>
              <a:ext cx="62375" cy="53425"/>
            </a:xfrm>
            <a:custGeom>
              <a:rect b="b" l="l" r="r" t="t"/>
              <a:pathLst>
                <a:path extrusionOk="0" h="2137" w="2495">
                  <a:moveTo>
                    <a:pt x="1076" y="0"/>
                  </a:moveTo>
                  <a:cubicBezTo>
                    <a:pt x="1073" y="0"/>
                    <a:pt x="1069" y="0"/>
                    <a:pt x="1066" y="0"/>
                  </a:cubicBezTo>
                  <a:cubicBezTo>
                    <a:pt x="472" y="0"/>
                    <a:pt x="1" y="480"/>
                    <a:pt x="1" y="1065"/>
                  </a:cubicBezTo>
                  <a:cubicBezTo>
                    <a:pt x="1" y="1709"/>
                    <a:pt x="526" y="2137"/>
                    <a:pt x="1075" y="2137"/>
                  </a:cubicBezTo>
                  <a:cubicBezTo>
                    <a:pt x="1337" y="2137"/>
                    <a:pt x="1604" y="2039"/>
                    <a:pt x="1822" y="1821"/>
                  </a:cubicBezTo>
                  <a:cubicBezTo>
                    <a:pt x="2494" y="1149"/>
                    <a:pt x="2020" y="0"/>
                    <a:pt x="1076"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886" name="Google Shape;6886;p36"/>
            <p:cNvSpPr/>
            <p:nvPr/>
          </p:nvSpPr>
          <p:spPr>
            <a:xfrm>
              <a:off x="1685550" y="2180700"/>
              <a:ext cx="62225" cy="53350"/>
            </a:xfrm>
            <a:custGeom>
              <a:rect b="b" l="l" r="r" t="t"/>
              <a:pathLst>
                <a:path extrusionOk="0" h="2134" w="2489">
                  <a:moveTo>
                    <a:pt x="1066" y="1"/>
                  </a:moveTo>
                  <a:cubicBezTo>
                    <a:pt x="472" y="1"/>
                    <a:pt x="1" y="480"/>
                    <a:pt x="1" y="1066"/>
                  </a:cubicBezTo>
                  <a:cubicBezTo>
                    <a:pt x="1" y="1709"/>
                    <a:pt x="526" y="2133"/>
                    <a:pt x="1072" y="2133"/>
                  </a:cubicBezTo>
                  <a:cubicBezTo>
                    <a:pt x="1333" y="2133"/>
                    <a:pt x="1598" y="2037"/>
                    <a:pt x="1814" y="1822"/>
                  </a:cubicBezTo>
                  <a:cubicBezTo>
                    <a:pt x="2489"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887" name="Google Shape;6887;p36"/>
            <p:cNvSpPr/>
            <p:nvPr/>
          </p:nvSpPr>
          <p:spPr>
            <a:xfrm>
              <a:off x="1685550" y="2104500"/>
              <a:ext cx="62225" cy="53325"/>
            </a:xfrm>
            <a:custGeom>
              <a:rect b="b" l="l" r="r" t="t"/>
              <a:pathLst>
                <a:path extrusionOk="0" h="2133" w="2489">
                  <a:moveTo>
                    <a:pt x="1066" y="0"/>
                  </a:moveTo>
                  <a:cubicBezTo>
                    <a:pt x="472" y="0"/>
                    <a:pt x="1" y="480"/>
                    <a:pt x="1" y="1065"/>
                  </a:cubicBezTo>
                  <a:cubicBezTo>
                    <a:pt x="1" y="1709"/>
                    <a:pt x="526" y="2133"/>
                    <a:pt x="1072" y="2133"/>
                  </a:cubicBezTo>
                  <a:cubicBezTo>
                    <a:pt x="1333" y="2133"/>
                    <a:pt x="1598" y="2036"/>
                    <a:pt x="1814" y="1821"/>
                  </a:cubicBezTo>
                  <a:cubicBezTo>
                    <a:pt x="2489" y="1146"/>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888" name="Google Shape;6888;p36"/>
            <p:cNvSpPr/>
            <p:nvPr/>
          </p:nvSpPr>
          <p:spPr>
            <a:xfrm>
              <a:off x="1685550" y="2028275"/>
              <a:ext cx="62225" cy="53450"/>
            </a:xfrm>
            <a:custGeom>
              <a:rect b="b" l="l" r="r" t="t"/>
              <a:pathLst>
                <a:path extrusionOk="0" h="2138" w="2489">
                  <a:moveTo>
                    <a:pt x="1066" y="1"/>
                  </a:moveTo>
                  <a:cubicBezTo>
                    <a:pt x="472" y="1"/>
                    <a:pt x="1" y="480"/>
                    <a:pt x="1" y="1065"/>
                  </a:cubicBezTo>
                  <a:cubicBezTo>
                    <a:pt x="1" y="1709"/>
                    <a:pt x="526" y="2137"/>
                    <a:pt x="1072" y="2137"/>
                  </a:cubicBezTo>
                  <a:cubicBezTo>
                    <a:pt x="1333" y="2137"/>
                    <a:pt x="1598" y="2040"/>
                    <a:pt x="1814" y="1821"/>
                  </a:cubicBezTo>
                  <a:cubicBezTo>
                    <a:pt x="2489"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889" name="Google Shape;6889;p36"/>
            <p:cNvSpPr/>
            <p:nvPr/>
          </p:nvSpPr>
          <p:spPr>
            <a:xfrm>
              <a:off x="1685550" y="1952050"/>
              <a:ext cx="62225" cy="53450"/>
            </a:xfrm>
            <a:custGeom>
              <a:rect b="b" l="l" r="r" t="t"/>
              <a:pathLst>
                <a:path extrusionOk="0" h="2138" w="2489">
                  <a:moveTo>
                    <a:pt x="1066" y="1"/>
                  </a:moveTo>
                  <a:cubicBezTo>
                    <a:pt x="472" y="9"/>
                    <a:pt x="1" y="481"/>
                    <a:pt x="1" y="1074"/>
                  </a:cubicBezTo>
                  <a:cubicBezTo>
                    <a:pt x="1" y="1712"/>
                    <a:pt x="525" y="2138"/>
                    <a:pt x="1071" y="2138"/>
                  </a:cubicBezTo>
                  <a:cubicBezTo>
                    <a:pt x="1332" y="2138"/>
                    <a:pt x="1598" y="2040"/>
                    <a:pt x="1814" y="1822"/>
                  </a:cubicBezTo>
                  <a:cubicBezTo>
                    <a:pt x="2489" y="1155"/>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890" name="Google Shape;6890;p36"/>
            <p:cNvSpPr/>
            <p:nvPr/>
          </p:nvSpPr>
          <p:spPr>
            <a:xfrm>
              <a:off x="1685550" y="1876050"/>
              <a:ext cx="62225" cy="53275"/>
            </a:xfrm>
            <a:custGeom>
              <a:rect b="b" l="l" r="r" t="t"/>
              <a:pathLst>
                <a:path extrusionOk="0" h="2131" w="2489">
                  <a:moveTo>
                    <a:pt x="1066" y="1"/>
                  </a:moveTo>
                  <a:cubicBezTo>
                    <a:pt x="472" y="1"/>
                    <a:pt x="1" y="472"/>
                    <a:pt x="1" y="1066"/>
                  </a:cubicBezTo>
                  <a:cubicBezTo>
                    <a:pt x="1" y="1707"/>
                    <a:pt x="523" y="2131"/>
                    <a:pt x="1068" y="2131"/>
                  </a:cubicBezTo>
                  <a:cubicBezTo>
                    <a:pt x="1330" y="2131"/>
                    <a:pt x="1597" y="2033"/>
                    <a:pt x="1814" y="1813"/>
                  </a:cubicBezTo>
                  <a:cubicBezTo>
                    <a:pt x="2489"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891" name="Google Shape;6891;p36"/>
            <p:cNvSpPr/>
            <p:nvPr/>
          </p:nvSpPr>
          <p:spPr>
            <a:xfrm>
              <a:off x="1685550" y="1647400"/>
              <a:ext cx="62225" cy="53450"/>
            </a:xfrm>
            <a:custGeom>
              <a:rect b="b" l="l" r="r" t="t"/>
              <a:pathLst>
                <a:path extrusionOk="0" h="2138" w="2489">
                  <a:moveTo>
                    <a:pt x="1066" y="1"/>
                  </a:moveTo>
                  <a:cubicBezTo>
                    <a:pt x="472" y="9"/>
                    <a:pt x="1" y="481"/>
                    <a:pt x="1" y="1066"/>
                  </a:cubicBezTo>
                  <a:cubicBezTo>
                    <a:pt x="1" y="1710"/>
                    <a:pt x="526" y="2138"/>
                    <a:pt x="1072" y="2138"/>
                  </a:cubicBezTo>
                  <a:cubicBezTo>
                    <a:pt x="1333" y="2138"/>
                    <a:pt x="1598" y="2040"/>
                    <a:pt x="1814" y="1822"/>
                  </a:cubicBezTo>
                  <a:cubicBezTo>
                    <a:pt x="2489"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892" name="Google Shape;6892;p36"/>
            <p:cNvSpPr/>
            <p:nvPr/>
          </p:nvSpPr>
          <p:spPr>
            <a:xfrm>
              <a:off x="1685550" y="1342750"/>
              <a:ext cx="62225" cy="53450"/>
            </a:xfrm>
            <a:custGeom>
              <a:rect b="b" l="l" r="r" t="t"/>
              <a:pathLst>
                <a:path extrusionOk="0" h="2138" w="2489">
                  <a:moveTo>
                    <a:pt x="1066" y="1"/>
                  </a:moveTo>
                  <a:cubicBezTo>
                    <a:pt x="472" y="1"/>
                    <a:pt x="1" y="481"/>
                    <a:pt x="1" y="1066"/>
                  </a:cubicBezTo>
                  <a:cubicBezTo>
                    <a:pt x="1" y="1710"/>
                    <a:pt x="526" y="2138"/>
                    <a:pt x="1072" y="2138"/>
                  </a:cubicBezTo>
                  <a:cubicBezTo>
                    <a:pt x="1333" y="2138"/>
                    <a:pt x="1598" y="2040"/>
                    <a:pt x="1814" y="1822"/>
                  </a:cubicBezTo>
                  <a:cubicBezTo>
                    <a:pt x="2489"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893" name="Google Shape;6893;p36"/>
            <p:cNvSpPr/>
            <p:nvPr/>
          </p:nvSpPr>
          <p:spPr>
            <a:xfrm>
              <a:off x="1685550" y="1114325"/>
              <a:ext cx="62225" cy="53350"/>
            </a:xfrm>
            <a:custGeom>
              <a:rect b="b" l="l" r="r" t="t"/>
              <a:pathLst>
                <a:path extrusionOk="0" h="2134" w="2489">
                  <a:moveTo>
                    <a:pt x="1066" y="1"/>
                  </a:moveTo>
                  <a:cubicBezTo>
                    <a:pt x="472" y="1"/>
                    <a:pt x="1" y="480"/>
                    <a:pt x="1" y="1065"/>
                  </a:cubicBezTo>
                  <a:cubicBezTo>
                    <a:pt x="1" y="1709"/>
                    <a:pt x="526" y="2133"/>
                    <a:pt x="1072" y="2133"/>
                  </a:cubicBezTo>
                  <a:cubicBezTo>
                    <a:pt x="1333" y="2133"/>
                    <a:pt x="1598" y="2037"/>
                    <a:pt x="1814" y="1822"/>
                  </a:cubicBezTo>
                  <a:cubicBezTo>
                    <a:pt x="2489"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894" name="Google Shape;6894;p36"/>
            <p:cNvSpPr/>
            <p:nvPr/>
          </p:nvSpPr>
          <p:spPr>
            <a:xfrm>
              <a:off x="1609350" y="2942425"/>
              <a:ext cx="62200" cy="53450"/>
            </a:xfrm>
            <a:custGeom>
              <a:rect b="b" l="l" r="r" t="t"/>
              <a:pathLst>
                <a:path extrusionOk="0" h="2138" w="2488">
                  <a:moveTo>
                    <a:pt x="1065" y="1"/>
                  </a:moveTo>
                  <a:cubicBezTo>
                    <a:pt x="480" y="9"/>
                    <a:pt x="0" y="480"/>
                    <a:pt x="0" y="1066"/>
                  </a:cubicBezTo>
                  <a:cubicBezTo>
                    <a:pt x="0" y="1709"/>
                    <a:pt x="526" y="2137"/>
                    <a:pt x="1074" y="2137"/>
                  </a:cubicBezTo>
                  <a:cubicBezTo>
                    <a:pt x="1336" y="2137"/>
                    <a:pt x="1603" y="2040"/>
                    <a:pt x="1821" y="1822"/>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895" name="Google Shape;6895;p36"/>
            <p:cNvSpPr/>
            <p:nvPr/>
          </p:nvSpPr>
          <p:spPr>
            <a:xfrm>
              <a:off x="1609350" y="2866425"/>
              <a:ext cx="62200" cy="53275"/>
            </a:xfrm>
            <a:custGeom>
              <a:rect b="b" l="l" r="r" t="t"/>
              <a:pathLst>
                <a:path extrusionOk="0" h="2131" w="2488">
                  <a:moveTo>
                    <a:pt x="1065" y="0"/>
                  </a:moveTo>
                  <a:cubicBezTo>
                    <a:pt x="480" y="0"/>
                    <a:pt x="0" y="472"/>
                    <a:pt x="0" y="1065"/>
                  </a:cubicBezTo>
                  <a:cubicBezTo>
                    <a:pt x="0" y="1707"/>
                    <a:pt x="523" y="2131"/>
                    <a:pt x="1069" y="2131"/>
                  </a:cubicBezTo>
                  <a:cubicBezTo>
                    <a:pt x="1333" y="2131"/>
                    <a:pt x="1602" y="2032"/>
                    <a:pt x="1821" y="1813"/>
                  </a:cubicBezTo>
                  <a:cubicBezTo>
                    <a:pt x="2488" y="1146"/>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896" name="Google Shape;6896;p36"/>
            <p:cNvSpPr/>
            <p:nvPr/>
          </p:nvSpPr>
          <p:spPr>
            <a:xfrm>
              <a:off x="1609350" y="2561575"/>
              <a:ext cx="62200" cy="53425"/>
            </a:xfrm>
            <a:custGeom>
              <a:rect b="b" l="l" r="r" t="t"/>
              <a:pathLst>
                <a:path extrusionOk="0" h="2137" w="2488">
                  <a:moveTo>
                    <a:pt x="1065" y="0"/>
                  </a:moveTo>
                  <a:cubicBezTo>
                    <a:pt x="480" y="8"/>
                    <a:pt x="0" y="480"/>
                    <a:pt x="0" y="1073"/>
                  </a:cubicBezTo>
                  <a:cubicBezTo>
                    <a:pt x="0" y="1711"/>
                    <a:pt x="525" y="2137"/>
                    <a:pt x="1073" y="2137"/>
                  </a:cubicBezTo>
                  <a:cubicBezTo>
                    <a:pt x="1335" y="2137"/>
                    <a:pt x="1603" y="2039"/>
                    <a:pt x="1821" y="1821"/>
                  </a:cubicBezTo>
                  <a:cubicBezTo>
                    <a:pt x="2488" y="1154"/>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897" name="Google Shape;6897;p36"/>
            <p:cNvSpPr/>
            <p:nvPr/>
          </p:nvSpPr>
          <p:spPr>
            <a:xfrm>
              <a:off x="1609350" y="2485550"/>
              <a:ext cx="62200" cy="53300"/>
            </a:xfrm>
            <a:custGeom>
              <a:rect b="b" l="l" r="r" t="t"/>
              <a:pathLst>
                <a:path extrusionOk="0" h="2132" w="2488">
                  <a:moveTo>
                    <a:pt x="1065" y="1"/>
                  </a:moveTo>
                  <a:cubicBezTo>
                    <a:pt x="480" y="1"/>
                    <a:pt x="0" y="480"/>
                    <a:pt x="0" y="1066"/>
                  </a:cubicBezTo>
                  <a:cubicBezTo>
                    <a:pt x="0" y="1708"/>
                    <a:pt x="523" y="2131"/>
                    <a:pt x="1069" y="2131"/>
                  </a:cubicBezTo>
                  <a:cubicBezTo>
                    <a:pt x="1333" y="2131"/>
                    <a:pt x="1602" y="2033"/>
                    <a:pt x="1821" y="1814"/>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898" name="Google Shape;6898;p36"/>
            <p:cNvSpPr/>
            <p:nvPr/>
          </p:nvSpPr>
          <p:spPr>
            <a:xfrm>
              <a:off x="1609350" y="2409350"/>
              <a:ext cx="62200" cy="53350"/>
            </a:xfrm>
            <a:custGeom>
              <a:rect b="b" l="l" r="r" t="t"/>
              <a:pathLst>
                <a:path extrusionOk="0" h="2134" w="2488">
                  <a:moveTo>
                    <a:pt x="1065" y="0"/>
                  </a:moveTo>
                  <a:cubicBezTo>
                    <a:pt x="480" y="0"/>
                    <a:pt x="0" y="480"/>
                    <a:pt x="0" y="1065"/>
                  </a:cubicBezTo>
                  <a:cubicBezTo>
                    <a:pt x="0" y="1709"/>
                    <a:pt x="526"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899" name="Google Shape;6899;p36"/>
            <p:cNvSpPr/>
            <p:nvPr/>
          </p:nvSpPr>
          <p:spPr>
            <a:xfrm>
              <a:off x="1609350" y="2333125"/>
              <a:ext cx="62200" cy="53450"/>
            </a:xfrm>
            <a:custGeom>
              <a:rect b="b" l="l" r="r" t="t"/>
              <a:pathLst>
                <a:path extrusionOk="0" h="2138" w="2488">
                  <a:moveTo>
                    <a:pt x="1065" y="1"/>
                  </a:moveTo>
                  <a:cubicBezTo>
                    <a:pt x="480" y="1"/>
                    <a:pt x="0" y="480"/>
                    <a:pt x="0" y="1066"/>
                  </a:cubicBezTo>
                  <a:cubicBezTo>
                    <a:pt x="0" y="1709"/>
                    <a:pt x="526" y="2137"/>
                    <a:pt x="1074" y="2137"/>
                  </a:cubicBezTo>
                  <a:cubicBezTo>
                    <a:pt x="1336" y="2137"/>
                    <a:pt x="1603" y="2040"/>
                    <a:pt x="1821" y="1822"/>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900" name="Google Shape;6900;p36"/>
            <p:cNvSpPr/>
            <p:nvPr/>
          </p:nvSpPr>
          <p:spPr>
            <a:xfrm>
              <a:off x="1609350" y="2256925"/>
              <a:ext cx="62350" cy="53425"/>
            </a:xfrm>
            <a:custGeom>
              <a:rect b="b" l="l" r="r" t="t"/>
              <a:pathLst>
                <a:path extrusionOk="0" h="2137" w="2494">
                  <a:moveTo>
                    <a:pt x="1075" y="0"/>
                  </a:moveTo>
                  <a:cubicBezTo>
                    <a:pt x="1072" y="0"/>
                    <a:pt x="1069" y="0"/>
                    <a:pt x="1065" y="0"/>
                  </a:cubicBezTo>
                  <a:cubicBezTo>
                    <a:pt x="480" y="0"/>
                    <a:pt x="0" y="480"/>
                    <a:pt x="0" y="1065"/>
                  </a:cubicBezTo>
                  <a:cubicBezTo>
                    <a:pt x="0" y="1709"/>
                    <a:pt x="529" y="2137"/>
                    <a:pt x="1078" y="2137"/>
                  </a:cubicBezTo>
                  <a:cubicBezTo>
                    <a:pt x="1340" y="2137"/>
                    <a:pt x="1606" y="2039"/>
                    <a:pt x="1821" y="1821"/>
                  </a:cubicBezTo>
                  <a:cubicBezTo>
                    <a:pt x="2494" y="1149"/>
                    <a:pt x="2020" y="0"/>
                    <a:pt x="107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901" name="Google Shape;6901;p36"/>
            <p:cNvSpPr/>
            <p:nvPr/>
          </p:nvSpPr>
          <p:spPr>
            <a:xfrm>
              <a:off x="1609350" y="2180700"/>
              <a:ext cx="62200" cy="53350"/>
            </a:xfrm>
            <a:custGeom>
              <a:rect b="b" l="l" r="r" t="t"/>
              <a:pathLst>
                <a:path extrusionOk="0" h="2134" w="2488">
                  <a:moveTo>
                    <a:pt x="1065" y="1"/>
                  </a:moveTo>
                  <a:cubicBezTo>
                    <a:pt x="480" y="1"/>
                    <a:pt x="0" y="480"/>
                    <a:pt x="0" y="1066"/>
                  </a:cubicBezTo>
                  <a:cubicBezTo>
                    <a:pt x="0" y="1709"/>
                    <a:pt x="526"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902" name="Google Shape;6902;p36"/>
            <p:cNvSpPr/>
            <p:nvPr/>
          </p:nvSpPr>
          <p:spPr>
            <a:xfrm>
              <a:off x="1609350" y="2104500"/>
              <a:ext cx="62200" cy="53325"/>
            </a:xfrm>
            <a:custGeom>
              <a:rect b="b" l="l" r="r" t="t"/>
              <a:pathLst>
                <a:path extrusionOk="0" h="2133" w="2488">
                  <a:moveTo>
                    <a:pt x="1065" y="0"/>
                  </a:moveTo>
                  <a:cubicBezTo>
                    <a:pt x="480" y="0"/>
                    <a:pt x="0" y="480"/>
                    <a:pt x="0" y="1065"/>
                  </a:cubicBezTo>
                  <a:cubicBezTo>
                    <a:pt x="0" y="1709"/>
                    <a:pt x="526"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903" name="Google Shape;6903;p36"/>
            <p:cNvSpPr/>
            <p:nvPr/>
          </p:nvSpPr>
          <p:spPr>
            <a:xfrm>
              <a:off x="1609350" y="2028275"/>
              <a:ext cx="62200" cy="53450"/>
            </a:xfrm>
            <a:custGeom>
              <a:rect b="b" l="l" r="r" t="t"/>
              <a:pathLst>
                <a:path extrusionOk="0" h="2138" w="2488">
                  <a:moveTo>
                    <a:pt x="1065" y="1"/>
                  </a:moveTo>
                  <a:cubicBezTo>
                    <a:pt x="480" y="1"/>
                    <a:pt x="0" y="480"/>
                    <a:pt x="0" y="1065"/>
                  </a:cubicBezTo>
                  <a:cubicBezTo>
                    <a:pt x="0" y="1709"/>
                    <a:pt x="526" y="2137"/>
                    <a:pt x="1074" y="2137"/>
                  </a:cubicBezTo>
                  <a:cubicBezTo>
                    <a:pt x="1336" y="2137"/>
                    <a:pt x="1603" y="2040"/>
                    <a:pt x="1821" y="1821"/>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904" name="Google Shape;6904;p36"/>
            <p:cNvSpPr/>
            <p:nvPr/>
          </p:nvSpPr>
          <p:spPr>
            <a:xfrm>
              <a:off x="1609350" y="1952050"/>
              <a:ext cx="62200" cy="53450"/>
            </a:xfrm>
            <a:custGeom>
              <a:rect b="b" l="l" r="r" t="t"/>
              <a:pathLst>
                <a:path extrusionOk="0" h="2138" w="2488">
                  <a:moveTo>
                    <a:pt x="1065" y="1"/>
                  </a:moveTo>
                  <a:cubicBezTo>
                    <a:pt x="480" y="9"/>
                    <a:pt x="0" y="481"/>
                    <a:pt x="0" y="1074"/>
                  </a:cubicBezTo>
                  <a:cubicBezTo>
                    <a:pt x="0" y="1712"/>
                    <a:pt x="525" y="2138"/>
                    <a:pt x="1073" y="2138"/>
                  </a:cubicBezTo>
                  <a:cubicBezTo>
                    <a:pt x="1335" y="2138"/>
                    <a:pt x="1603" y="2040"/>
                    <a:pt x="1821" y="1822"/>
                  </a:cubicBezTo>
                  <a:cubicBezTo>
                    <a:pt x="2488" y="1155"/>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905" name="Google Shape;6905;p36"/>
            <p:cNvSpPr/>
            <p:nvPr/>
          </p:nvSpPr>
          <p:spPr>
            <a:xfrm>
              <a:off x="1609350" y="1876050"/>
              <a:ext cx="62200" cy="53275"/>
            </a:xfrm>
            <a:custGeom>
              <a:rect b="b" l="l" r="r" t="t"/>
              <a:pathLst>
                <a:path extrusionOk="0" h="2131" w="2488">
                  <a:moveTo>
                    <a:pt x="1065" y="1"/>
                  </a:moveTo>
                  <a:cubicBezTo>
                    <a:pt x="480" y="1"/>
                    <a:pt x="0" y="472"/>
                    <a:pt x="0" y="1066"/>
                  </a:cubicBezTo>
                  <a:cubicBezTo>
                    <a:pt x="0" y="1707"/>
                    <a:pt x="523" y="2131"/>
                    <a:pt x="1069" y="2131"/>
                  </a:cubicBezTo>
                  <a:cubicBezTo>
                    <a:pt x="1333" y="2131"/>
                    <a:pt x="1602" y="2033"/>
                    <a:pt x="1821" y="1813"/>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906" name="Google Shape;6906;p36"/>
            <p:cNvSpPr/>
            <p:nvPr/>
          </p:nvSpPr>
          <p:spPr>
            <a:xfrm>
              <a:off x="1609350" y="1723625"/>
              <a:ext cx="62200" cy="53350"/>
            </a:xfrm>
            <a:custGeom>
              <a:rect b="b" l="l" r="r" t="t"/>
              <a:pathLst>
                <a:path extrusionOk="0" h="2134" w="2488">
                  <a:moveTo>
                    <a:pt x="1065" y="1"/>
                  </a:moveTo>
                  <a:cubicBezTo>
                    <a:pt x="480" y="1"/>
                    <a:pt x="0" y="480"/>
                    <a:pt x="0" y="1065"/>
                  </a:cubicBezTo>
                  <a:cubicBezTo>
                    <a:pt x="0" y="1709"/>
                    <a:pt x="526"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907" name="Google Shape;6907;p36"/>
            <p:cNvSpPr/>
            <p:nvPr/>
          </p:nvSpPr>
          <p:spPr>
            <a:xfrm>
              <a:off x="1609350" y="1647400"/>
              <a:ext cx="62200" cy="53450"/>
            </a:xfrm>
            <a:custGeom>
              <a:rect b="b" l="l" r="r" t="t"/>
              <a:pathLst>
                <a:path extrusionOk="0" h="2138" w="2488">
                  <a:moveTo>
                    <a:pt x="1065" y="1"/>
                  </a:moveTo>
                  <a:cubicBezTo>
                    <a:pt x="480" y="9"/>
                    <a:pt x="0" y="481"/>
                    <a:pt x="0" y="1066"/>
                  </a:cubicBezTo>
                  <a:cubicBezTo>
                    <a:pt x="0" y="1710"/>
                    <a:pt x="526" y="2138"/>
                    <a:pt x="1074" y="2138"/>
                  </a:cubicBezTo>
                  <a:cubicBezTo>
                    <a:pt x="1336" y="2138"/>
                    <a:pt x="1603" y="2040"/>
                    <a:pt x="1821" y="1822"/>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908" name="Google Shape;6908;p36"/>
            <p:cNvSpPr/>
            <p:nvPr/>
          </p:nvSpPr>
          <p:spPr>
            <a:xfrm>
              <a:off x="1609350" y="1571400"/>
              <a:ext cx="62200" cy="53250"/>
            </a:xfrm>
            <a:custGeom>
              <a:rect b="b" l="l" r="r" t="t"/>
              <a:pathLst>
                <a:path extrusionOk="0" h="2130" w="2488">
                  <a:moveTo>
                    <a:pt x="1065" y="1"/>
                  </a:moveTo>
                  <a:cubicBezTo>
                    <a:pt x="480" y="1"/>
                    <a:pt x="0" y="472"/>
                    <a:pt x="0" y="1066"/>
                  </a:cubicBezTo>
                  <a:cubicBezTo>
                    <a:pt x="0" y="1703"/>
                    <a:pt x="525" y="2129"/>
                    <a:pt x="1073" y="2129"/>
                  </a:cubicBezTo>
                  <a:cubicBezTo>
                    <a:pt x="1335" y="2129"/>
                    <a:pt x="1603" y="2032"/>
                    <a:pt x="1821" y="1813"/>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909" name="Google Shape;6909;p36"/>
            <p:cNvSpPr/>
            <p:nvPr/>
          </p:nvSpPr>
          <p:spPr>
            <a:xfrm>
              <a:off x="1609350" y="1495200"/>
              <a:ext cx="62200" cy="53325"/>
            </a:xfrm>
            <a:custGeom>
              <a:rect b="b" l="l" r="r" t="t"/>
              <a:pathLst>
                <a:path extrusionOk="0" h="2133" w="2488">
                  <a:moveTo>
                    <a:pt x="1065" y="0"/>
                  </a:moveTo>
                  <a:cubicBezTo>
                    <a:pt x="480" y="0"/>
                    <a:pt x="0" y="480"/>
                    <a:pt x="0" y="1065"/>
                  </a:cubicBezTo>
                  <a:cubicBezTo>
                    <a:pt x="0" y="1709"/>
                    <a:pt x="526"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910" name="Google Shape;6910;p36"/>
            <p:cNvSpPr/>
            <p:nvPr/>
          </p:nvSpPr>
          <p:spPr>
            <a:xfrm>
              <a:off x="1609350" y="1266550"/>
              <a:ext cx="62200" cy="53450"/>
            </a:xfrm>
            <a:custGeom>
              <a:rect b="b" l="l" r="r" t="t"/>
              <a:pathLst>
                <a:path extrusionOk="0" h="2138" w="2488">
                  <a:moveTo>
                    <a:pt x="1065" y="0"/>
                  </a:moveTo>
                  <a:cubicBezTo>
                    <a:pt x="480" y="9"/>
                    <a:pt x="0" y="480"/>
                    <a:pt x="0" y="1074"/>
                  </a:cubicBezTo>
                  <a:cubicBezTo>
                    <a:pt x="0" y="1711"/>
                    <a:pt x="525" y="2137"/>
                    <a:pt x="1073" y="2137"/>
                  </a:cubicBezTo>
                  <a:cubicBezTo>
                    <a:pt x="1335" y="2137"/>
                    <a:pt x="1603" y="2040"/>
                    <a:pt x="1821" y="1821"/>
                  </a:cubicBezTo>
                  <a:cubicBezTo>
                    <a:pt x="2488" y="1155"/>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911" name="Google Shape;6911;p36"/>
            <p:cNvSpPr/>
            <p:nvPr/>
          </p:nvSpPr>
          <p:spPr>
            <a:xfrm>
              <a:off x="1609350" y="1114325"/>
              <a:ext cx="62200" cy="53350"/>
            </a:xfrm>
            <a:custGeom>
              <a:rect b="b" l="l" r="r" t="t"/>
              <a:pathLst>
                <a:path extrusionOk="0" h="2134" w="2488">
                  <a:moveTo>
                    <a:pt x="1065" y="1"/>
                  </a:moveTo>
                  <a:cubicBezTo>
                    <a:pt x="480" y="1"/>
                    <a:pt x="0" y="480"/>
                    <a:pt x="0" y="1065"/>
                  </a:cubicBezTo>
                  <a:cubicBezTo>
                    <a:pt x="0" y="1709"/>
                    <a:pt x="526"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912" name="Google Shape;6912;p36"/>
            <p:cNvSpPr/>
            <p:nvPr/>
          </p:nvSpPr>
          <p:spPr>
            <a:xfrm>
              <a:off x="1533125" y="2942425"/>
              <a:ext cx="62425" cy="53450"/>
            </a:xfrm>
            <a:custGeom>
              <a:rect b="b" l="l" r="r" t="t"/>
              <a:pathLst>
                <a:path extrusionOk="0" h="2138" w="2497">
                  <a:moveTo>
                    <a:pt x="1066" y="1"/>
                  </a:moveTo>
                  <a:cubicBezTo>
                    <a:pt x="480" y="9"/>
                    <a:pt x="1" y="480"/>
                    <a:pt x="1" y="1066"/>
                  </a:cubicBezTo>
                  <a:cubicBezTo>
                    <a:pt x="1" y="1709"/>
                    <a:pt x="526" y="2137"/>
                    <a:pt x="1075" y="2137"/>
                  </a:cubicBezTo>
                  <a:cubicBezTo>
                    <a:pt x="1337" y="2137"/>
                    <a:pt x="1604" y="2040"/>
                    <a:pt x="1822" y="1822"/>
                  </a:cubicBezTo>
                  <a:cubicBezTo>
                    <a:pt x="2497"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913" name="Google Shape;6913;p36"/>
            <p:cNvSpPr/>
            <p:nvPr/>
          </p:nvSpPr>
          <p:spPr>
            <a:xfrm>
              <a:off x="1533125" y="2866425"/>
              <a:ext cx="62425" cy="53275"/>
            </a:xfrm>
            <a:custGeom>
              <a:rect b="b" l="l" r="r" t="t"/>
              <a:pathLst>
                <a:path extrusionOk="0" h="2131" w="2497">
                  <a:moveTo>
                    <a:pt x="1066" y="0"/>
                  </a:moveTo>
                  <a:cubicBezTo>
                    <a:pt x="480" y="0"/>
                    <a:pt x="1" y="472"/>
                    <a:pt x="1" y="1065"/>
                  </a:cubicBezTo>
                  <a:cubicBezTo>
                    <a:pt x="1" y="1707"/>
                    <a:pt x="523" y="2131"/>
                    <a:pt x="1070" y="2131"/>
                  </a:cubicBezTo>
                  <a:cubicBezTo>
                    <a:pt x="1333" y="2131"/>
                    <a:pt x="1602" y="2032"/>
                    <a:pt x="1822" y="1813"/>
                  </a:cubicBezTo>
                  <a:cubicBezTo>
                    <a:pt x="2497" y="1146"/>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914" name="Google Shape;6914;p36"/>
            <p:cNvSpPr/>
            <p:nvPr/>
          </p:nvSpPr>
          <p:spPr>
            <a:xfrm>
              <a:off x="1533125" y="2561575"/>
              <a:ext cx="62425" cy="53425"/>
            </a:xfrm>
            <a:custGeom>
              <a:rect b="b" l="l" r="r" t="t"/>
              <a:pathLst>
                <a:path extrusionOk="0" h="2137" w="2497">
                  <a:moveTo>
                    <a:pt x="1066" y="0"/>
                  </a:moveTo>
                  <a:cubicBezTo>
                    <a:pt x="480" y="8"/>
                    <a:pt x="1" y="480"/>
                    <a:pt x="1" y="1073"/>
                  </a:cubicBezTo>
                  <a:cubicBezTo>
                    <a:pt x="1" y="1711"/>
                    <a:pt x="525" y="2137"/>
                    <a:pt x="1073" y="2137"/>
                  </a:cubicBezTo>
                  <a:cubicBezTo>
                    <a:pt x="1336" y="2137"/>
                    <a:pt x="1603" y="2039"/>
                    <a:pt x="1822" y="1821"/>
                  </a:cubicBezTo>
                  <a:cubicBezTo>
                    <a:pt x="2497" y="1154"/>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915" name="Google Shape;6915;p36"/>
            <p:cNvSpPr/>
            <p:nvPr/>
          </p:nvSpPr>
          <p:spPr>
            <a:xfrm>
              <a:off x="1533125" y="2485550"/>
              <a:ext cx="62425" cy="53300"/>
            </a:xfrm>
            <a:custGeom>
              <a:rect b="b" l="l" r="r" t="t"/>
              <a:pathLst>
                <a:path extrusionOk="0" h="2132" w="2497">
                  <a:moveTo>
                    <a:pt x="1066" y="1"/>
                  </a:moveTo>
                  <a:cubicBezTo>
                    <a:pt x="480" y="1"/>
                    <a:pt x="1" y="480"/>
                    <a:pt x="1" y="1066"/>
                  </a:cubicBezTo>
                  <a:cubicBezTo>
                    <a:pt x="1" y="1708"/>
                    <a:pt x="523" y="2131"/>
                    <a:pt x="1070" y="2131"/>
                  </a:cubicBezTo>
                  <a:cubicBezTo>
                    <a:pt x="1333" y="2131"/>
                    <a:pt x="1602" y="2033"/>
                    <a:pt x="1822" y="1814"/>
                  </a:cubicBezTo>
                  <a:cubicBezTo>
                    <a:pt x="2497"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916" name="Google Shape;6916;p36"/>
            <p:cNvSpPr/>
            <p:nvPr/>
          </p:nvSpPr>
          <p:spPr>
            <a:xfrm>
              <a:off x="1533125" y="2409350"/>
              <a:ext cx="62425" cy="53350"/>
            </a:xfrm>
            <a:custGeom>
              <a:rect b="b" l="l" r="r" t="t"/>
              <a:pathLst>
                <a:path extrusionOk="0" h="2134" w="2497">
                  <a:moveTo>
                    <a:pt x="1066" y="0"/>
                  </a:moveTo>
                  <a:cubicBezTo>
                    <a:pt x="480" y="0"/>
                    <a:pt x="1" y="480"/>
                    <a:pt x="1" y="1065"/>
                  </a:cubicBezTo>
                  <a:cubicBezTo>
                    <a:pt x="1" y="1709"/>
                    <a:pt x="526" y="2133"/>
                    <a:pt x="1075" y="2133"/>
                  </a:cubicBezTo>
                  <a:cubicBezTo>
                    <a:pt x="1337" y="2133"/>
                    <a:pt x="1604" y="2036"/>
                    <a:pt x="1822" y="1821"/>
                  </a:cubicBezTo>
                  <a:cubicBezTo>
                    <a:pt x="2497" y="1146"/>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917" name="Google Shape;6917;p36"/>
            <p:cNvSpPr/>
            <p:nvPr/>
          </p:nvSpPr>
          <p:spPr>
            <a:xfrm>
              <a:off x="1533125" y="2333125"/>
              <a:ext cx="62425" cy="53450"/>
            </a:xfrm>
            <a:custGeom>
              <a:rect b="b" l="l" r="r" t="t"/>
              <a:pathLst>
                <a:path extrusionOk="0" h="2138" w="2497">
                  <a:moveTo>
                    <a:pt x="1066" y="1"/>
                  </a:moveTo>
                  <a:cubicBezTo>
                    <a:pt x="480" y="1"/>
                    <a:pt x="1" y="480"/>
                    <a:pt x="1" y="1066"/>
                  </a:cubicBezTo>
                  <a:cubicBezTo>
                    <a:pt x="1" y="1709"/>
                    <a:pt x="526" y="2137"/>
                    <a:pt x="1075" y="2137"/>
                  </a:cubicBezTo>
                  <a:cubicBezTo>
                    <a:pt x="1337" y="2137"/>
                    <a:pt x="1604" y="2040"/>
                    <a:pt x="1822" y="1822"/>
                  </a:cubicBezTo>
                  <a:cubicBezTo>
                    <a:pt x="2497"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918" name="Google Shape;6918;p36"/>
            <p:cNvSpPr/>
            <p:nvPr/>
          </p:nvSpPr>
          <p:spPr>
            <a:xfrm>
              <a:off x="1533125" y="2256925"/>
              <a:ext cx="62575" cy="53425"/>
            </a:xfrm>
            <a:custGeom>
              <a:rect b="b" l="l" r="r" t="t"/>
              <a:pathLst>
                <a:path extrusionOk="0" h="2137" w="2503">
                  <a:moveTo>
                    <a:pt x="1076" y="0"/>
                  </a:moveTo>
                  <a:cubicBezTo>
                    <a:pt x="1073" y="0"/>
                    <a:pt x="1069" y="0"/>
                    <a:pt x="1066" y="0"/>
                  </a:cubicBezTo>
                  <a:cubicBezTo>
                    <a:pt x="480" y="0"/>
                    <a:pt x="1" y="480"/>
                    <a:pt x="1" y="1065"/>
                  </a:cubicBezTo>
                  <a:cubicBezTo>
                    <a:pt x="1" y="1709"/>
                    <a:pt x="530" y="2137"/>
                    <a:pt x="1081" y="2137"/>
                  </a:cubicBezTo>
                  <a:cubicBezTo>
                    <a:pt x="1344" y="2137"/>
                    <a:pt x="1612" y="2039"/>
                    <a:pt x="1830" y="1821"/>
                  </a:cubicBezTo>
                  <a:cubicBezTo>
                    <a:pt x="2502" y="1149"/>
                    <a:pt x="2028" y="0"/>
                    <a:pt x="1076"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919" name="Google Shape;6919;p36"/>
            <p:cNvSpPr/>
            <p:nvPr/>
          </p:nvSpPr>
          <p:spPr>
            <a:xfrm>
              <a:off x="1533125" y="2180700"/>
              <a:ext cx="62425" cy="53350"/>
            </a:xfrm>
            <a:custGeom>
              <a:rect b="b" l="l" r="r" t="t"/>
              <a:pathLst>
                <a:path extrusionOk="0" h="2134" w="2497">
                  <a:moveTo>
                    <a:pt x="1066" y="1"/>
                  </a:moveTo>
                  <a:cubicBezTo>
                    <a:pt x="480" y="1"/>
                    <a:pt x="1" y="480"/>
                    <a:pt x="1" y="1066"/>
                  </a:cubicBezTo>
                  <a:cubicBezTo>
                    <a:pt x="1" y="1709"/>
                    <a:pt x="526" y="2133"/>
                    <a:pt x="1075" y="2133"/>
                  </a:cubicBezTo>
                  <a:cubicBezTo>
                    <a:pt x="1337" y="2133"/>
                    <a:pt x="1604" y="2037"/>
                    <a:pt x="1822" y="1822"/>
                  </a:cubicBezTo>
                  <a:cubicBezTo>
                    <a:pt x="2497"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920" name="Google Shape;6920;p36"/>
            <p:cNvSpPr/>
            <p:nvPr/>
          </p:nvSpPr>
          <p:spPr>
            <a:xfrm>
              <a:off x="1533125" y="2104500"/>
              <a:ext cx="62425" cy="53325"/>
            </a:xfrm>
            <a:custGeom>
              <a:rect b="b" l="l" r="r" t="t"/>
              <a:pathLst>
                <a:path extrusionOk="0" h="2133" w="2497">
                  <a:moveTo>
                    <a:pt x="1066" y="0"/>
                  </a:moveTo>
                  <a:cubicBezTo>
                    <a:pt x="480" y="0"/>
                    <a:pt x="1" y="480"/>
                    <a:pt x="1" y="1065"/>
                  </a:cubicBezTo>
                  <a:cubicBezTo>
                    <a:pt x="1" y="1709"/>
                    <a:pt x="526" y="2133"/>
                    <a:pt x="1075" y="2133"/>
                  </a:cubicBezTo>
                  <a:cubicBezTo>
                    <a:pt x="1337" y="2133"/>
                    <a:pt x="1604" y="2036"/>
                    <a:pt x="1822" y="1821"/>
                  </a:cubicBezTo>
                  <a:cubicBezTo>
                    <a:pt x="2497" y="1146"/>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921" name="Google Shape;6921;p36"/>
            <p:cNvSpPr/>
            <p:nvPr/>
          </p:nvSpPr>
          <p:spPr>
            <a:xfrm>
              <a:off x="1533125" y="2028275"/>
              <a:ext cx="62425" cy="53450"/>
            </a:xfrm>
            <a:custGeom>
              <a:rect b="b" l="l" r="r" t="t"/>
              <a:pathLst>
                <a:path extrusionOk="0" h="2138" w="2497">
                  <a:moveTo>
                    <a:pt x="1066" y="1"/>
                  </a:moveTo>
                  <a:cubicBezTo>
                    <a:pt x="480" y="1"/>
                    <a:pt x="1" y="480"/>
                    <a:pt x="1" y="1065"/>
                  </a:cubicBezTo>
                  <a:cubicBezTo>
                    <a:pt x="1" y="1709"/>
                    <a:pt x="526" y="2137"/>
                    <a:pt x="1075" y="2137"/>
                  </a:cubicBezTo>
                  <a:cubicBezTo>
                    <a:pt x="1337" y="2137"/>
                    <a:pt x="1604" y="2040"/>
                    <a:pt x="1822" y="1821"/>
                  </a:cubicBezTo>
                  <a:cubicBezTo>
                    <a:pt x="2497"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922" name="Google Shape;6922;p36"/>
            <p:cNvSpPr/>
            <p:nvPr/>
          </p:nvSpPr>
          <p:spPr>
            <a:xfrm>
              <a:off x="1533125" y="1952050"/>
              <a:ext cx="62425" cy="53450"/>
            </a:xfrm>
            <a:custGeom>
              <a:rect b="b" l="l" r="r" t="t"/>
              <a:pathLst>
                <a:path extrusionOk="0" h="2138" w="2497">
                  <a:moveTo>
                    <a:pt x="1066" y="1"/>
                  </a:moveTo>
                  <a:cubicBezTo>
                    <a:pt x="480" y="9"/>
                    <a:pt x="1" y="481"/>
                    <a:pt x="1" y="1074"/>
                  </a:cubicBezTo>
                  <a:cubicBezTo>
                    <a:pt x="1" y="1712"/>
                    <a:pt x="525" y="2138"/>
                    <a:pt x="1073" y="2138"/>
                  </a:cubicBezTo>
                  <a:cubicBezTo>
                    <a:pt x="1336" y="2138"/>
                    <a:pt x="1603" y="2040"/>
                    <a:pt x="1822" y="1822"/>
                  </a:cubicBezTo>
                  <a:cubicBezTo>
                    <a:pt x="2497" y="1155"/>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923" name="Google Shape;6923;p36"/>
            <p:cNvSpPr/>
            <p:nvPr/>
          </p:nvSpPr>
          <p:spPr>
            <a:xfrm>
              <a:off x="1533125" y="1876050"/>
              <a:ext cx="62425" cy="53275"/>
            </a:xfrm>
            <a:custGeom>
              <a:rect b="b" l="l" r="r" t="t"/>
              <a:pathLst>
                <a:path extrusionOk="0" h="2131" w="2497">
                  <a:moveTo>
                    <a:pt x="1066" y="1"/>
                  </a:moveTo>
                  <a:cubicBezTo>
                    <a:pt x="480" y="1"/>
                    <a:pt x="1" y="472"/>
                    <a:pt x="1" y="1066"/>
                  </a:cubicBezTo>
                  <a:cubicBezTo>
                    <a:pt x="1" y="1707"/>
                    <a:pt x="523" y="2131"/>
                    <a:pt x="1070" y="2131"/>
                  </a:cubicBezTo>
                  <a:cubicBezTo>
                    <a:pt x="1333" y="2131"/>
                    <a:pt x="1602" y="2033"/>
                    <a:pt x="1822" y="1813"/>
                  </a:cubicBezTo>
                  <a:cubicBezTo>
                    <a:pt x="2497"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924" name="Google Shape;6924;p36"/>
            <p:cNvSpPr/>
            <p:nvPr/>
          </p:nvSpPr>
          <p:spPr>
            <a:xfrm>
              <a:off x="1533125" y="1799850"/>
              <a:ext cx="62425" cy="53325"/>
            </a:xfrm>
            <a:custGeom>
              <a:rect b="b" l="l" r="r" t="t"/>
              <a:pathLst>
                <a:path extrusionOk="0" h="2133" w="2497">
                  <a:moveTo>
                    <a:pt x="1066" y="0"/>
                  </a:moveTo>
                  <a:cubicBezTo>
                    <a:pt x="480" y="0"/>
                    <a:pt x="1" y="480"/>
                    <a:pt x="1" y="1065"/>
                  </a:cubicBezTo>
                  <a:cubicBezTo>
                    <a:pt x="1" y="1709"/>
                    <a:pt x="526" y="2133"/>
                    <a:pt x="1075" y="2133"/>
                  </a:cubicBezTo>
                  <a:cubicBezTo>
                    <a:pt x="1337" y="2133"/>
                    <a:pt x="1604" y="2036"/>
                    <a:pt x="1822" y="1821"/>
                  </a:cubicBezTo>
                  <a:cubicBezTo>
                    <a:pt x="2497" y="1146"/>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925" name="Google Shape;6925;p36"/>
            <p:cNvSpPr/>
            <p:nvPr/>
          </p:nvSpPr>
          <p:spPr>
            <a:xfrm>
              <a:off x="1533125" y="1723625"/>
              <a:ext cx="62425" cy="53350"/>
            </a:xfrm>
            <a:custGeom>
              <a:rect b="b" l="l" r="r" t="t"/>
              <a:pathLst>
                <a:path extrusionOk="0" h="2134" w="2497">
                  <a:moveTo>
                    <a:pt x="1066" y="1"/>
                  </a:moveTo>
                  <a:cubicBezTo>
                    <a:pt x="480" y="1"/>
                    <a:pt x="1" y="480"/>
                    <a:pt x="1" y="1065"/>
                  </a:cubicBezTo>
                  <a:cubicBezTo>
                    <a:pt x="1" y="1709"/>
                    <a:pt x="526" y="2133"/>
                    <a:pt x="1075" y="2133"/>
                  </a:cubicBezTo>
                  <a:cubicBezTo>
                    <a:pt x="1337" y="2133"/>
                    <a:pt x="1604" y="2037"/>
                    <a:pt x="1822" y="1822"/>
                  </a:cubicBezTo>
                  <a:cubicBezTo>
                    <a:pt x="2497"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926" name="Google Shape;6926;p36"/>
            <p:cNvSpPr/>
            <p:nvPr/>
          </p:nvSpPr>
          <p:spPr>
            <a:xfrm>
              <a:off x="1533125" y="1647400"/>
              <a:ext cx="62425" cy="53450"/>
            </a:xfrm>
            <a:custGeom>
              <a:rect b="b" l="l" r="r" t="t"/>
              <a:pathLst>
                <a:path extrusionOk="0" h="2138" w="2497">
                  <a:moveTo>
                    <a:pt x="1066" y="1"/>
                  </a:moveTo>
                  <a:cubicBezTo>
                    <a:pt x="480" y="1"/>
                    <a:pt x="1" y="481"/>
                    <a:pt x="1" y="1066"/>
                  </a:cubicBezTo>
                  <a:cubicBezTo>
                    <a:pt x="1" y="1710"/>
                    <a:pt x="526" y="2138"/>
                    <a:pt x="1075" y="2138"/>
                  </a:cubicBezTo>
                  <a:cubicBezTo>
                    <a:pt x="1337" y="2138"/>
                    <a:pt x="1604" y="2040"/>
                    <a:pt x="1822" y="1822"/>
                  </a:cubicBezTo>
                  <a:cubicBezTo>
                    <a:pt x="2497"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927" name="Google Shape;6927;p36"/>
            <p:cNvSpPr/>
            <p:nvPr/>
          </p:nvSpPr>
          <p:spPr>
            <a:xfrm>
              <a:off x="1533125" y="1342750"/>
              <a:ext cx="62425" cy="53450"/>
            </a:xfrm>
            <a:custGeom>
              <a:rect b="b" l="l" r="r" t="t"/>
              <a:pathLst>
                <a:path extrusionOk="0" h="2138" w="2497">
                  <a:moveTo>
                    <a:pt x="1066" y="1"/>
                  </a:moveTo>
                  <a:cubicBezTo>
                    <a:pt x="480" y="1"/>
                    <a:pt x="1" y="481"/>
                    <a:pt x="1" y="1066"/>
                  </a:cubicBezTo>
                  <a:cubicBezTo>
                    <a:pt x="1" y="1710"/>
                    <a:pt x="526" y="2138"/>
                    <a:pt x="1075" y="2138"/>
                  </a:cubicBezTo>
                  <a:cubicBezTo>
                    <a:pt x="1337" y="2138"/>
                    <a:pt x="1604" y="2040"/>
                    <a:pt x="1822" y="1822"/>
                  </a:cubicBezTo>
                  <a:cubicBezTo>
                    <a:pt x="2497"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928" name="Google Shape;6928;p36"/>
            <p:cNvSpPr/>
            <p:nvPr/>
          </p:nvSpPr>
          <p:spPr>
            <a:xfrm>
              <a:off x="1456925" y="2866425"/>
              <a:ext cx="62425" cy="53275"/>
            </a:xfrm>
            <a:custGeom>
              <a:rect b="b" l="l" r="r" t="t"/>
              <a:pathLst>
                <a:path extrusionOk="0" h="2131" w="2497">
                  <a:moveTo>
                    <a:pt x="1065" y="0"/>
                  </a:moveTo>
                  <a:cubicBezTo>
                    <a:pt x="480" y="0"/>
                    <a:pt x="0" y="472"/>
                    <a:pt x="0" y="1065"/>
                  </a:cubicBezTo>
                  <a:cubicBezTo>
                    <a:pt x="0" y="1707"/>
                    <a:pt x="526" y="2131"/>
                    <a:pt x="1073" y="2131"/>
                  </a:cubicBezTo>
                  <a:cubicBezTo>
                    <a:pt x="1336" y="2131"/>
                    <a:pt x="1605" y="2032"/>
                    <a:pt x="1821" y="1813"/>
                  </a:cubicBezTo>
                  <a:cubicBezTo>
                    <a:pt x="2496" y="1146"/>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929" name="Google Shape;6929;p36"/>
            <p:cNvSpPr/>
            <p:nvPr/>
          </p:nvSpPr>
          <p:spPr>
            <a:xfrm>
              <a:off x="1456925" y="2790200"/>
              <a:ext cx="62425" cy="53350"/>
            </a:xfrm>
            <a:custGeom>
              <a:rect b="b" l="l" r="r" t="t"/>
              <a:pathLst>
                <a:path extrusionOk="0" h="2134" w="2497">
                  <a:moveTo>
                    <a:pt x="1065" y="1"/>
                  </a:moveTo>
                  <a:cubicBezTo>
                    <a:pt x="480" y="1"/>
                    <a:pt x="8" y="480"/>
                    <a:pt x="0" y="1066"/>
                  </a:cubicBezTo>
                  <a:cubicBezTo>
                    <a:pt x="0" y="1709"/>
                    <a:pt x="526" y="2134"/>
                    <a:pt x="1074" y="2134"/>
                  </a:cubicBezTo>
                  <a:cubicBezTo>
                    <a:pt x="1336" y="2134"/>
                    <a:pt x="1603" y="2037"/>
                    <a:pt x="1821" y="1822"/>
                  </a:cubicBezTo>
                  <a:cubicBezTo>
                    <a:pt x="2496"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930" name="Google Shape;6930;p36"/>
            <p:cNvSpPr/>
            <p:nvPr/>
          </p:nvSpPr>
          <p:spPr>
            <a:xfrm>
              <a:off x="1456925" y="2714000"/>
              <a:ext cx="62425" cy="53350"/>
            </a:xfrm>
            <a:custGeom>
              <a:rect b="b" l="l" r="r" t="t"/>
              <a:pathLst>
                <a:path extrusionOk="0" h="2134" w="2497">
                  <a:moveTo>
                    <a:pt x="1065" y="0"/>
                  </a:moveTo>
                  <a:cubicBezTo>
                    <a:pt x="480" y="0"/>
                    <a:pt x="0"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931" name="Google Shape;6931;p36"/>
            <p:cNvSpPr/>
            <p:nvPr/>
          </p:nvSpPr>
          <p:spPr>
            <a:xfrm>
              <a:off x="1456925" y="2637775"/>
              <a:ext cx="62425" cy="53450"/>
            </a:xfrm>
            <a:custGeom>
              <a:rect b="b" l="l" r="r" t="t"/>
              <a:pathLst>
                <a:path extrusionOk="0" h="2138" w="2497">
                  <a:moveTo>
                    <a:pt x="1065" y="1"/>
                  </a:moveTo>
                  <a:cubicBezTo>
                    <a:pt x="480" y="9"/>
                    <a:pt x="0" y="480"/>
                    <a:pt x="0" y="1074"/>
                  </a:cubicBezTo>
                  <a:cubicBezTo>
                    <a:pt x="0" y="1712"/>
                    <a:pt x="528" y="2137"/>
                    <a:pt x="1077" y="2137"/>
                  </a:cubicBezTo>
                  <a:cubicBezTo>
                    <a:pt x="1339" y="2137"/>
                    <a:pt x="1606" y="2040"/>
                    <a:pt x="1821" y="1822"/>
                  </a:cubicBezTo>
                  <a:cubicBezTo>
                    <a:pt x="2496"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932" name="Google Shape;6932;p36"/>
            <p:cNvSpPr/>
            <p:nvPr/>
          </p:nvSpPr>
          <p:spPr>
            <a:xfrm>
              <a:off x="1456925" y="2561575"/>
              <a:ext cx="62425" cy="53425"/>
            </a:xfrm>
            <a:custGeom>
              <a:rect b="b" l="l" r="r" t="t"/>
              <a:pathLst>
                <a:path extrusionOk="0" h="2137" w="2497">
                  <a:moveTo>
                    <a:pt x="1065" y="0"/>
                  </a:moveTo>
                  <a:cubicBezTo>
                    <a:pt x="480" y="8"/>
                    <a:pt x="8" y="480"/>
                    <a:pt x="0" y="1073"/>
                  </a:cubicBezTo>
                  <a:cubicBezTo>
                    <a:pt x="0" y="1711"/>
                    <a:pt x="525" y="2137"/>
                    <a:pt x="1073" y="2137"/>
                  </a:cubicBezTo>
                  <a:cubicBezTo>
                    <a:pt x="1335" y="2137"/>
                    <a:pt x="1603" y="2039"/>
                    <a:pt x="1821" y="1821"/>
                  </a:cubicBezTo>
                  <a:cubicBezTo>
                    <a:pt x="2496" y="1154"/>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933" name="Google Shape;6933;p36"/>
            <p:cNvSpPr/>
            <p:nvPr/>
          </p:nvSpPr>
          <p:spPr>
            <a:xfrm>
              <a:off x="1456925" y="2485550"/>
              <a:ext cx="62425" cy="53300"/>
            </a:xfrm>
            <a:custGeom>
              <a:rect b="b" l="l" r="r" t="t"/>
              <a:pathLst>
                <a:path extrusionOk="0" h="2132" w="2497">
                  <a:moveTo>
                    <a:pt x="1065" y="1"/>
                  </a:moveTo>
                  <a:cubicBezTo>
                    <a:pt x="480" y="1"/>
                    <a:pt x="0" y="480"/>
                    <a:pt x="0" y="1066"/>
                  </a:cubicBezTo>
                  <a:cubicBezTo>
                    <a:pt x="0" y="1708"/>
                    <a:pt x="526" y="2131"/>
                    <a:pt x="1073" y="2131"/>
                  </a:cubicBezTo>
                  <a:cubicBezTo>
                    <a:pt x="1336" y="2131"/>
                    <a:pt x="1605" y="2033"/>
                    <a:pt x="1821" y="1814"/>
                  </a:cubicBezTo>
                  <a:cubicBezTo>
                    <a:pt x="2496"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934" name="Google Shape;6934;p36"/>
            <p:cNvSpPr/>
            <p:nvPr/>
          </p:nvSpPr>
          <p:spPr>
            <a:xfrm>
              <a:off x="1456925" y="2409350"/>
              <a:ext cx="62425" cy="53350"/>
            </a:xfrm>
            <a:custGeom>
              <a:rect b="b" l="l" r="r" t="t"/>
              <a:pathLst>
                <a:path extrusionOk="0" h="2134" w="2497">
                  <a:moveTo>
                    <a:pt x="1065" y="0"/>
                  </a:moveTo>
                  <a:cubicBezTo>
                    <a:pt x="480" y="0"/>
                    <a:pt x="8"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935" name="Google Shape;6935;p36"/>
            <p:cNvSpPr/>
            <p:nvPr/>
          </p:nvSpPr>
          <p:spPr>
            <a:xfrm>
              <a:off x="1456925" y="2333125"/>
              <a:ext cx="62425" cy="53450"/>
            </a:xfrm>
            <a:custGeom>
              <a:rect b="b" l="l" r="r" t="t"/>
              <a:pathLst>
                <a:path extrusionOk="0" h="2138" w="2497">
                  <a:moveTo>
                    <a:pt x="1065" y="1"/>
                  </a:moveTo>
                  <a:cubicBezTo>
                    <a:pt x="480" y="1"/>
                    <a:pt x="0" y="480"/>
                    <a:pt x="0" y="1066"/>
                  </a:cubicBezTo>
                  <a:cubicBezTo>
                    <a:pt x="0" y="1709"/>
                    <a:pt x="525" y="2137"/>
                    <a:pt x="1074" y="2137"/>
                  </a:cubicBezTo>
                  <a:cubicBezTo>
                    <a:pt x="1336" y="2137"/>
                    <a:pt x="1603" y="2040"/>
                    <a:pt x="1821" y="1822"/>
                  </a:cubicBezTo>
                  <a:cubicBezTo>
                    <a:pt x="2496"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936" name="Google Shape;6936;p36"/>
            <p:cNvSpPr/>
            <p:nvPr/>
          </p:nvSpPr>
          <p:spPr>
            <a:xfrm>
              <a:off x="1456925" y="2256925"/>
              <a:ext cx="62550" cy="53425"/>
            </a:xfrm>
            <a:custGeom>
              <a:rect b="b" l="l" r="r" t="t"/>
              <a:pathLst>
                <a:path extrusionOk="0" h="2137" w="2502">
                  <a:moveTo>
                    <a:pt x="1075" y="0"/>
                  </a:moveTo>
                  <a:cubicBezTo>
                    <a:pt x="1072" y="0"/>
                    <a:pt x="1069" y="0"/>
                    <a:pt x="1065" y="0"/>
                  </a:cubicBezTo>
                  <a:cubicBezTo>
                    <a:pt x="480" y="0"/>
                    <a:pt x="0" y="480"/>
                    <a:pt x="0" y="1065"/>
                  </a:cubicBezTo>
                  <a:cubicBezTo>
                    <a:pt x="0" y="1709"/>
                    <a:pt x="529" y="2137"/>
                    <a:pt x="1080" y="2137"/>
                  </a:cubicBezTo>
                  <a:cubicBezTo>
                    <a:pt x="1343" y="2137"/>
                    <a:pt x="1611" y="2039"/>
                    <a:pt x="1829" y="1821"/>
                  </a:cubicBezTo>
                  <a:cubicBezTo>
                    <a:pt x="2502" y="1149"/>
                    <a:pt x="2028" y="0"/>
                    <a:pt x="107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937" name="Google Shape;6937;p36"/>
            <p:cNvSpPr/>
            <p:nvPr/>
          </p:nvSpPr>
          <p:spPr>
            <a:xfrm>
              <a:off x="1456925" y="2180700"/>
              <a:ext cx="62425" cy="53350"/>
            </a:xfrm>
            <a:custGeom>
              <a:rect b="b" l="l" r="r" t="t"/>
              <a:pathLst>
                <a:path extrusionOk="0" h="2134" w="2497">
                  <a:moveTo>
                    <a:pt x="1065" y="1"/>
                  </a:moveTo>
                  <a:cubicBezTo>
                    <a:pt x="480" y="1"/>
                    <a:pt x="8" y="480"/>
                    <a:pt x="0" y="1066"/>
                  </a:cubicBezTo>
                  <a:cubicBezTo>
                    <a:pt x="0" y="1709"/>
                    <a:pt x="526" y="2133"/>
                    <a:pt x="1074" y="2133"/>
                  </a:cubicBezTo>
                  <a:cubicBezTo>
                    <a:pt x="1336" y="2133"/>
                    <a:pt x="1603" y="2037"/>
                    <a:pt x="1821" y="1822"/>
                  </a:cubicBezTo>
                  <a:cubicBezTo>
                    <a:pt x="2496"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938" name="Google Shape;6938;p36"/>
            <p:cNvSpPr/>
            <p:nvPr/>
          </p:nvSpPr>
          <p:spPr>
            <a:xfrm>
              <a:off x="1456925" y="2104500"/>
              <a:ext cx="62425" cy="53325"/>
            </a:xfrm>
            <a:custGeom>
              <a:rect b="b" l="l" r="r" t="t"/>
              <a:pathLst>
                <a:path extrusionOk="0" h="2133" w="2497">
                  <a:moveTo>
                    <a:pt x="1065" y="0"/>
                  </a:moveTo>
                  <a:cubicBezTo>
                    <a:pt x="480" y="0"/>
                    <a:pt x="0"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939" name="Google Shape;6939;p36"/>
            <p:cNvSpPr/>
            <p:nvPr/>
          </p:nvSpPr>
          <p:spPr>
            <a:xfrm>
              <a:off x="1456925" y="2028275"/>
              <a:ext cx="62425" cy="53450"/>
            </a:xfrm>
            <a:custGeom>
              <a:rect b="b" l="l" r="r" t="t"/>
              <a:pathLst>
                <a:path extrusionOk="0" h="2138" w="2497">
                  <a:moveTo>
                    <a:pt x="1065" y="1"/>
                  </a:moveTo>
                  <a:cubicBezTo>
                    <a:pt x="480" y="1"/>
                    <a:pt x="8" y="480"/>
                    <a:pt x="0" y="1065"/>
                  </a:cubicBezTo>
                  <a:cubicBezTo>
                    <a:pt x="0" y="1709"/>
                    <a:pt x="525" y="2137"/>
                    <a:pt x="1074" y="2137"/>
                  </a:cubicBezTo>
                  <a:cubicBezTo>
                    <a:pt x="1336" y="2137"/>
                    <a:pt x="1603" y="2040"/>
                    <a:pt x="1821" y="1821"/>
                  </a:cubicBezTo>
                  <a:cubicBezTo>
                    <a:pt x="2496"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940" name="Google Shape;6940;p36"/>
            <p:cNvSpPr/>
            <p:nvPr/>
          </p:nvSpPr>
          <p:spPr>
            <a:xfrm>
              <a:off x="1456925" y="1952050"/>
              <a:ext cx="62425" cy="53450"/>
            </a:xfrm>
            <a:custGeom>
              <a:rect b="b" l="l" r="r" t="t"/>
              <a:pathLst>
                <a:path extrusionOk="0" h="2138" w="2497">
                  <a:moveTo>
                    <a:pt x="1065" y="1"/>
                  </a:moveTo>
                  <a:cubicBezTo>
                    <a:pt x="480" y="9"/>
                    <a:pt x="8" y="481"/>
                    <a:pt x="0" y="1074"/>
                  </a:cubicBezTo>
                  <a:cubicBezTo>
                    <a:pt x="0" y="1712"/>
                    <a:pt x="525" y="2138"/>
                    <a:pt x="1073" y="2138"/>
                  </a:cubicBezTo>
                  <a:cubicBezTo>
                    <a:pt x="1335" y="2138"/>
                    <a:pt x="1603" y="2040"/>
                    <a:pt x="1821" y="1822"/>
                  </a:cubicBezTo>
                  <a:cubicBezTo>
                    <a:pt x="2496" y="1155"/>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941" name="Google Shape;6941;p36"/>
            <p:cNvSpPr/>
            <p:nvPr/>
          </p:nvSpPr>
          <p:spPr>
            <a:xfrm>
              <a:off x="1456925" y="1876050"/>
              <a:ext cx="62425" cy="53275"/>
            </a:xfrm>
            <a:custGeom>
              <a:rect b="b" l="l" r="r" t="t"/>
              <a:pathLst>
                <a:path extrusionOk="0" h="2131" w="2497">
                  <a:moveTo>
                    <a:pt x="1065" y="1"/>
                  </a:moveTo>
                  <a:cubicBezTo>
                    <a:pt x="480" y="1"/>
                    <a:pt x="0" y="472"/>
                    <a:pt x="0" y="1066"/>
                  </a:cubicBezTo>
                  <a:cubicBezTo>
                    <a:pt x="0" y="1707"/>
                    <a:pt x="522" y="2131"/>
                    <a:pt x="1069" y="2131"/>
                  </a:cubicBezTo>
                  <a:cubicBezTo>
                    <a:pt x="1333" y="2131"/>
                    <a:pt x="1602" y="2033"/>
                    <a:pt x="1821" y="1813"/>
                  </a:cubicBezTo>
                  <a:cubicBezTo>
                    <a:pt x="2496"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942" name="Google Shape;6942;p36"/>
            <p:cNvSpPr/>
            <p:nvPr/>
          </p:nvSpPr>
          <p:spPr>
            <a:xfrm>
              <a:off x="1456925" y="1799850"/>
              <a:ext cx="62425" cy="53325"/>
            </a:xfrm>
            <a:custGeom>
              <a:rect b="b" l="l" r="r" t="t"/>
              <a:pathLst>
                <a:path extrusionOk="0" h="2133" w="2497">
                  <a:moveTo>
                    <a:pt x="1065" y="0"/>
                  </a:moveTo>
                  <a:cubicBezTo>
                    <a:pt x="480" y="0"/>
                    <a:pt x="8"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943" name="Google Shape;6943;p36"/>
            <p:cNvSpPr/>
            <p:nvPr/>
          </p:nvSpPr>
          <p:spPr>
            <a:xfrm>
              <a:off x="1456925" y="1723625"/>
              <a:ext cx="62425" cy="53350"/>
            </a:xfrm>
            <a:custGeom>
              <a:rect b="b" l="l" r="r" t="t"/>
              <a:pathLst>
                <a:path extrusionOk="0" h="2134" w="2497">
                  <a:moveTo>
                    <a:pt x="1065" y="1"/>
                  </a:moveTo>
                  <a:cubicBezTo>
                    <a:pt x="480" y="1"/>
                    <a:pt x="0" y="480"/>
                    <a:pt x="0" y="1065"/>
                  </a:cubicBezTo>
                  <a:cubicBezTo>
                    <a:pt x="0" y="1709"/>
                    <a:pt x="526" y="2133"/>
                    <a:pt x="1074" y="2133"/>
                  </a:cubicBezTo>
                  <a:cubicBezTo>
                    <a:pt x="1336" y="2133"/>
                    <a:pt x="1603" y="2037"/>
                    <a:pt x="1821" y="1822"/>
                  </a:cubicBezTo>
                  <a:cubicBezTo>
                    <a:pt x="2496"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944" name="Google Shape;6944;p36"/>
            <p:cNvSpPr/>
            <p:nvPr/>
          </p:nvSpPr>
          <p:spPr>
            <a:xfrm>
              <a:off x="1456925" y="1647400"/>
              <a:ext cx="62425" cy="53450"/>
            </a:xfrm>
            <a:custGeom>
              <a:rect b="b" l="l" r="r" t="t"/>
              <a:pathLst>
                <a:path extrusionOk="0" h="2138" w="2497">
                  <a:moveTo>
                    <a:pt x="1065" y="1"/>
                  </a:moveTo>
                  <a:cubicBezTo>
                    <a:pt x="480" y="9"/>
                    <a:pt x="8" y="481"/>
                    <a:pt x="0" y="1066"/>
                  </a:cubicBezTo>
                  <a:cubicBezTo>
                    <a:pt x="0" y="1710"/>
                    <a:pt x="525" y="2138"/>
                    <a:pt x="1074" y="2138"/>
                  </a:cubicBezTo>
                  <a:cubicBezTo>
                    <a:pt x="1336" y="2138"/>
                    <a:pt x="1603" y="2040"/>
                    <a:pt x="1821" y="1822"/>
                  </a:cubicBezTo>
                  <a:cubicBezTo>
                    <a:pt x="2496"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945" name="Google Shape;6945;p36"/>
            <p:cNvSpPr/>
            <p:nvPr/>
          </p:nvSpPr>
          <p:spPr>
            <a:xfrm>
              <a:off x="1456925" y="1571400"/>
              <a:ext cx="62425" cy="53250"/>
            </a:xfrm>
            <a:custGeom>
              <a:rect b="b" l="l" r="r" t="t"/>
              <a:pathLst>
                <a:path extrusionOk="0" h="2130" w="2497">
                  <a:moveTo>
                    <a:pt x="1065" y="1"/>
                  </a:moveTo>
                  <a:cubicBezTo>
                    <a:pt x="480" y="1"/>
                    <a:pt x="8" y="472"/>
                    <a:pt x="0" y="1066"/>
                  </a:cubicBezTo>
                  <a:cubicBezTo>
                    <a:pt x="0" y="1703"/>
                    <a:pt x="525" y="2129"/>
                    <a:pt x="1073" y="2129"/>
                  </a:cubicBezTo>
                  <a:cubicBezTo>
                    <a:pt x="1335" y="2129"/>
                    <a:pt x="1603" y="2032"/>
                    <a:pt x="1821" y="1813"/>
                  </a:cubicBezTo>
                  <a:cubicBezTo>
                    <a:pt x="2496"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946" name="Google Shape;6946;p36"/>
            <p:cNvSpPr/>
            <p:nvPr/>
          </p:nvSpPr>
          <p:spPr>
            <a:xfrm>
              <a:off x="1456925" y="1266550"/>
              <a:ext cx="62425" cy="53450"/>
            </a:xfrm>
            <a:custGeom>
              <a:rect b="b" l="l" r="r" t="t"/>
              <a:pathLst>
                <a:path extrusionOk="0" h="2138" w="2497">
                  <a:moveTo>
                    <a:pt x="1065" y="0"/>
                  </a:moveTo>
                  <a:cubicBezTo>
                    <a:pt x="480" y="9"/>
                    <a:pt x="8" y="480"/>
                    <a:pt x="0" y="1074"/>
                  </a:cubicBezTo>
                  <a:cubicBezTo>
                    <a:pt x="0" y="1711"/>
                    <a:pt x="525" y="2137"/>
                    <a:pt x="1073" y="2137"/>
                  </a:cubicBezTo>
                  <a:cubicBezTo>
                    <a:pt x="1335" y="2137"/>
                    <a:pt x="1603" y="2040"/>
                    <a:pt x="1821" y="1821"/>
                  </a:cubicBezTo>
                  <a:cubicBezTo>
                    <a:pt x="2496" y="1155"/>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947" name="Google Shape;6947;p36"/>
            <p:cNvSpPr/>
            <p:nvPr/>
          </p:nvSpPr>
          <p:spPr>
            <a:xfrm>
              <a:off x="1380900" y="2790200"/>
              <a:ext cx="62225" cy="53350"/>
            </a:xfrm>
            <a:custGeom>
              <a:rect b="b" l="l" r="r" t="t"/>
              <a:pathLst>
                <a:path extrusionOk="0" h="2134" w="2489">
                  <a:moveTo>
                    <a:pt x="1066" y="1"/>
                  </a:moveTo>
                  <a:cubicBezTo>
                    <a:pt x="472" y="1"/>
                    <a:pt x="1" y="480"/>
                    <a:pt x="1" y="1066"/>
                  </a:cubicBezTo>
                  <a:cubicBezTo>
                    <a:pt x="1" y="1709"/>
                    <a:pt x="526" y="2134"/>
                    <a:pt x="1072" y="2134"/>
                  </a:cubicBezTo>
                  <a:cubicBezTo>
                    <a:pt x="1333" y="2134"/>
                    <a:pt x="1598" y="2037"/>
                    <a:pt x="1814" y="1822"/>
                  </a:cubicBezTo>
                  <a:cubicBezTo>
                    <a:pt x="2488" y="1147"/>
                    <a:pt x="2009"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948" name="Google Shape;6948;p36"/>
            <p:cNvSpPr/>
            <p:nvPr/>
          </p:nvSpPr>
          <p:spPr>
            <a:xfrm>
              <a:off x="1380900" y="2714000"/>
              <a:ext cx="62225" cy="53350"/>
            </a:xfrm>
            <a:custGeom>
              <a:rect b="b" l="l" r="r" t="t"/>
              <a:pathLst>
                <a:path extrusionOk="0" h="2134" w="2489">
                  <a:moveTo>
                    <a:pt x="1066" y="0"/>
                  </a:moveTo>
                  <a:cubicBezTo>
                    <a:pt x="472" y="0"/>
                    <a:pt x="1" y="480"/>
                    <a:pt x="1" y="1065"/>
                  </a:cubicBezTo>
                  <a:cubicBezTo>
                    <a:pt x="1" y="1709"/>
                    <a:pt x="526" y="2133"/>
                    <a:pt x="1072" y="2133"/>
                  </a:cubicBezTo>
                  <a:cubicBezTo>
                    <a:pt x="1333" y="2133"/>
                    <a:pt x="1598" y="2036"/>
                    <a:pt x="1814" y="1821"/>
                  </a:cubicBezTo>
                  <a:cubicBezTo>
                    <a:pt x="2488" y="1146"/>
                    <a:pt x="2009"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949" name="Google Shape;6949;p36"/>
            <p:cNvSpPr/>
            <p:nvPr/>
          </p:nvSpPr>
          <p:spPr>
            <a:xfrm>
              <a:off x="1380900" y="2637775"/>
              <a:ext cx="62225" cy="53450"/>
            </a:xfrm>
            <a:custGeom>
              <a:rect b="b" l="l" r="r" t="t"/>
              <a:pathLst>
                <a:path extrusionOk="0" h="2138" w="2489">
                  <a:moveTo>
                    <a:pt x="1066" y="1"/>
                  </a:moveTo>
                  <a:cubicBezTo>
                    <a:pt x="472" y="9"/>
                    <a:pt x="1" y="480"/>
                    <a:pt x="1" y="1074"/>
                  </a:cubicBezTo>
                  <a:cubicBezTo>
                    <a:pt x="1" y="1712"/>
                    <a:pt x="525" y="2137"/>
                    <a:pt x="1071" y="2137"/>
                  </a:cubicBezTo>
                  <a:cubicBezTo>
                    <a:pt x="1332" y="2137"/>
                    <a:pt x="1598" y="2040"/>
                    <a:pt x="1814" y="1822"/>
                  </a:cubicBezTo>
                  <a:cubicBezTo>
                    <a:pt x="2488" y="1147"/>
                    <a:pt x="2009"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950" name="Google Shape;6950;p36"/>
            <p:cNvSpPr/>
            <p:nvPr/>
          </p:nvSpPr>
          <p:spPr>
            <a:xfrm>
              <a:off x="1380900" y="2561575"/>
              <a:ext cx="62225" cy="53425"/>
            </a:xfrm>
            <a:custGeom>
              <a:rect b="b" l="l" r="r" t="t"/>
              <a:pathLst>
                <a:path extrusionOk="0" h="2137" w="2489">
                  <a:moveTo>
                    <a:pt x="1066" y="0"/>
                  </a:moveTo>
                  <a:cubicBezTo>
                    <a:pt x="472" y="8"/>
                    <a:pt x="1" y="480"/>
                    <a:pt x="1" y="1073"/>
                  </a:cubicBezTo>
                  <a:cubicBezTo>
                    <a:pt x="1" y="1711"/>
                    <a:pt x="525" y="2137"/>
                    <a:pt x="1071" y="2137"/>
                  </a:cubicBezTo>
                  <a:cubicBezTo>
                    <a:pt x="1332" y="2137"/>
                    <a:pt x="1598" y="2039"/>
                    <a:pt x="1814" y="1821"/>
                  </a:cubicBezTo>
                  <a:cubicBezTo>
                    <a:pt x="2488" y="1154"/>
                    <a:pt x="2009"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951" name="Google Shape;6951;p36"/>
            <p:cNvSpPr/>
            <p:nvPr/>
          </p:nvSpPr>
          <p:spPr>
            <a:xfrm>
              <a:off x="1380900" y="2485550"/>
              <a:ext cx="62225" cy="53300"/>
            </a:xfrm>
            <a:custGeom>
              <a:rect b="b" l="l" r="r" t="t"/>
              <a:pathLst>
                <a:path extrusionOk="0" h="2132" w="2489">
                  <a:moveTo>
                    <a:pt x="1066" y="1"/>
                  </a:moveTo>
                  <a:cubicBezTo>
                    <a:pt x="472" y="1"/>
                    <a:pt x="1" y="480"/>
                    <a:pt x="1" y="1066"/>
                  </a:cubicBezTo>
                  <a:cubicBezTo>
                    <a:pt x="1" y="1708"/>
                    <a:pt x="523" y="2131"/>
                    <a:pt x="1067" y="2131"/>
                  </a:cubicBezTo>
                  <a:cubicBezTo>
                    <a:pt x="1330" y="2131"/>
                    <a:pt x="1597" y="2033"/>
                    <a:pt x="1814" y="1814"/>
                  </a:cubicBezTo>
                  <a:cubicBezTo>
                    <a:pt x="2488" y="1147"/>
                    <a:pt x="2009"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952" name="Google Shape;6952;p36"/>
            <p:cNvSpPr/>
            <p:nvPr/>
          </p:nvSpPr>
          <p:spPr>
            <a:xfrm>
              <a:off x="1380900" y="2409350"/>
              <a:ext cx="62225" cy="53350"/>
            </a:xfrm>
            <a:custGeom>
              <a:rect b="b" l="l" r="r" t="t"/>
              <a:pathLst>
                <a:path extrusionOk="0" h="2134" w="2489">
                  <a:moveTo>
                    <a:pt x="1066" y="0"/>
                  </a:moveTo>
                  <a:cubicBezTo>
                    <a:pt x="472" y="0"/>
                    <a:pt x="1" y="480"/>
                    <a:pt x="1" y="1065"/>
                  </a:cubicBezTo>
                  <a:cubicBezTo>
                    <a:pt x="1" y="1709"/>
                    <a:pt x="526" y="2133"/>
                    <a:pt x="1072" y="2133"/>
                  </a:cubicBezTo>
                  <a:cubicBezTo>
                    <a:pt x="1333" y="2133"/>
                    <a:pt x="1598" y="2036"/>
                    <a:pt x="1814" y="1821"/>
                  </a:cubicBezTo>
                  <a:cubicBezTo>
                    <a:pt x="2488" y="1146"/>
                    <a:pt x="2009"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953" name="Google Shape;6953;p36"/>
            <p:cNvSpPr/>
            <p:nvPr/>
          </p:nvSpPr>
          <p:spPr>
            <a:xfrm>
              <a:off x="1380900" y="2333125"/>
              <a:ext cx="62225" cy="53450"/>
            </a:xfrm>
            <a:custGeom>
              <a:rect b="b" l="l" r="r" t="t"/>
              <a:pathLst>
                <a:path extrusionOk="0" h="2138" w="2489">
                  <a:moveTo>
                    <a:pt x="1066" y="1"/>
                  </a:moveTo>
                  <a:cubicBezTo>
                    <a:pt x="472" y="1"/>
                    <a:pt x="1" y="480"/>
                    <a:pt x="1" y="1066"/>
                  </a:cubicBezTo>
                  <a:cubicBezTo>
                    <a:pt x="1" y="1709"/>
                    <a:pt x="526" y="2137"/>
                    <a:pt x="1072" y="2137"/>
                  </a:cubicBezTo>
                  <a:cubicBezTo>
                    <a:pt x="1333" y="2137"/>
                    <a:pt x="1598" y="2040"/>
                    <a:pt x="1814" y="1822"/>
                  </a:cubicBezTo>
                  <a:cubicBezTo>
                    <a:pt x="2488" y="1147"/>
                    <a:pt x="2009"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954" name="Google Shape;6954;p36"/>
            <p:cNvSpPr/>
            <p:nvPr/>
          </p:nvSpPr>
          <p:spPr>
            <a:xfrm>
              <a:off x="1380900" y="2256925"/>
              <a:ext cx="62375" cy="53425"/>
            </a:xfrm>
            <a:custGeom>
              <a:rect b="b" l="l" r="r" t="t"/>
              <a:pathLst>
                <a:path extrusionOk="0" h="2137" w="2495">
                  <a:moveTo>
                    <a:pt x="1076" y="0"/>
                  </a:moveTo>
                  <a:cubicBezTo>
                    <a:pt x="1072" y="0"/>
                    <a:pt x="1069" y="0"/>
                    <a:pt x="1066" y="0"/>
                  </a:cubicBezTo>
                  <a:cubicBezTo>
                    <a:pt x="472" y="0"/>
                    <a:pt x="1" y="480"/>
                    <a:pt x="1" y="1065"/>
                  </a:cubicBezTo>
                  <a:cubicBezTo>
                    <a:pt x="1" y="1709"/>
                    <a:pt x="526" y="2137"/>
                    <a:pt x="1075" y="2137"/>
                  </a:cubicBezTo>
                  <a:cubicBezTo>
                    <a:pt x="1337" y="2137"/>
                    <a:pt x="1604" y="2039"/>
                    <a:pt x="1822" y="1821"/>
                  </a:cubicBezTo>
                  <a:cubicBezTo>
                    <a:pt x="2494" y="1149"/>
                    <a:pt x="2020" y="0"/>
                    <a:pt x="1076"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955" name="Google Shape;6955;p36"/>
            <p:cNvSpPr/>
            <p:nvPr/>
          </p:nvSpPr>
          <p:spPr>
            <a:xfrm>
              <a:off x="1380900" y="2180700"/>
              <a:ext cx="62225" cy="53350"/>
            </a:xfrm>
            <a:custGeom>
              <a:rect b="b" l="l" r="r" t="t"/>
              <a:pathLst>
                <a:path extrusionOk="0" h="2134" w="2489">
                  <a:moveTo>
                    <a:pt x="1066" y="1"/>
                  </a:moveTo>
                  <a:cubicBezTo>
                    <a:pt x="472" y="1"/>
                    <a:pt x="1" y="480"/>
                    <a:pt x="1" y="1066"/>
                  </a:cubicBezTo>
                  <a:cubicBezTo>
                    <a:pt x="1" y="1709"/>
                    <a:pt x="526" y="2133"/>
                    <a:pt x="1072" y="2133"/>
                  </a:cubicBezTo>
                  <a:cubicBezTo>
                    <a:pt x="1333" y="2133"/>
                    <a:pt x="1598" y="2037"/>
                    <a:pt x="1814" y="1822"/>
                  </a:cubicBezTo>
                  <a:cubicBezTo>
                    <a:pt x="2488" y="1147"/>
                    <a:pt x="2009"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956" name="Google Shape;6956;p36"/>
            <p:cNvSpPr/>
            <p:nvPr/>
          </p:nvSpPr>
          <p:spPr>
            <a:xfrm>
              <a:off x="1380900" y="2104500"/>
              <a:ext cx="62225" cy="53325"/>
            </a:xfrm>
            <a:custGeom>
              <a:rect b="b" l="l" r="r" t="t"/>
              <a:pathLst>
                <a:path extrusionOk="0" h="2133" w="2489">
                  <a:moveTo>
                    <a:pt x="1066" y="0"/>
                  </a:moveTo>
                  <a:cubicBezTo>
                    <a:pt x="472" y="0"/>
                    <a:pt x="1" y="480"/>
                    <a:pt x="1" y="1065"/>
                  </a:cubicBezTo>
                  <a:cubicBezTo>
                    <a:pt x="1" y="1709"/>
                    <a:pt x="526" y="2133"/>
                    <a:pt x="1072" y="2133"/>
                  </a:cubicBezTo>
                  <a:cubicBezTo>
                    <a:pt x="1333" y="2133"/>
                    <a:pt x="1598" y="2036"/>
                    <a:pt x="1814" y="1821"/>
                  </a:cubicBezTo>
                  <a:cubicBezTo>
                    <a:pt x="2488" y="1146"/>
                    <a:pt x="2009"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957" name="Google Shape;6957;p36"/>
            <p:cNvSpPr/>
            <p:nvPr/>
          </p:nvSpPr>
          <p:spPr>
            <a:xfrm>
              <a:off x="1380900" y="2028275"/>
              <a:ext cx="62225" cy="53450"/>
            </a:xfrm>
            <a:custGeom>
              <a:rect b="b" l="l" r="r" t="t"/>
              <a:pathLst>
                <a:path extrusionOk="0" h="2138" w="2489">
                  <a:moveTo>
                    <a:pt x="1066" y="1"/>
                  </a:moveTo>
                  <a:cubicBezTo>
                    <a:pt x="472" y="1"/>
                    <a:pt x="1" y="480"/>
                    <a:pt x="1" y="1065"/>
                  </a:cubicBezTo>
                  <a:cubicBezTo>
                    <a:pt x="1" y="1709"/>
                    <a:pt x="526" y="2137"/>
                    <a:pt x="1072" y="2137"/>
                  </a:cubicBezTo>
                  <a:cubicBezTo>
                    <a:pt x="1333" y="2137"/>
                    <a:pt x="1598" y="2040"/>
                    <a:pt x="1814" y="1821"/>
                  </a:cubicBezTo>
                  <a:cubicBezTo>
                    <a:pt x="2488" y="1147"/>
                    <a:pt x="2009"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958" name="Google Shape;6958;p36"/>
            <p:cNvSpPr/>
            <p:nvPr/>
          </p:nvSpPr>
          <p:spPr>
            <a:xfrm>
              <a:off x="1380900" y="1952050"/>
              <a:ext cx="62225" cy="53450"/>
            </a:xfrm>
            <a:custGeom>
              <a:rect b="b" l="l" r="r" t="t"/>
              <a:pathLst>
                <a:path extrusionOk="0" h="2138" w="2489">
                  <a:moveTo>
                    <a:pt x="1066" y="1"/>
                  </a:moveTo>
                  <a:cubicBezTo>
                    <a:pt x="472" y="9"/>
                    <a:pt x="1" y="481"/>
                    <a:pt x="1" y="1074"/>
                  </a:cubicBezTo>
                  <a:cubicBezTo>
                    <a:pt x="1" y="1712"/>
                    <a:pt x="525" y="2138"/>
                    <a:pt x="1071" y="2138"/>
                  </a:cubicBezTo>
                  <a:cubicBezTo>
                    <a:pt x="1332" y="2138"/>
                    <a:pt x="1598" y="2040"/>
                    <a:pt x="1814" y="1822"/>
                  </a:cubicBezTo>
                  <a:cubicBezTo>
                    <a:pt x="2488" y="1155"/>
                    <a:pt x="2009"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959" name="Google Shape;6959;p36"/>
            <p:cNvSpPr/>
            <p:nvPr/>
          </p:nvSpPr>
          <p:spPr>
            <a:xfrm>
              <a:off x="1380900" y="1876050"/>
              <a:ext cx="62225" cy="53275"/>
            </a:xfrm>
            <a:custGeom>
              <a:rect b="b" l="l" r="r" t="t"/>
              <a:pathLst>
                <a:path extrusionOk="0" h="2131" w="2489">
                  <a:moveTo>
                    <a:pt x="1066" y="1"/>
                  </a:moveTo>
                  <a:cubicBezTo>
                    <a:pt x="472" y="1"/>
                    <a:pt x="1" y="472"/>
                    <a:pt x="1" y="1066"/>
                  </a:cubicBezTo>
                  <a:cubicBezTo>
                    <a:pt x="1" y="1707"/>
                    <a:pt x="523" y="2131"/>
                    <a:pt x="1067" y="2131"/>
                  </a:cubicBezTo>
                  <a:cubicBezTo>
                    <a:pt x="1330" y="2131"/>
                    <a:pt x="1597" y="2033"/>
                    <a:pt x="1814" y="1813"/>
                  </a:cubicBezTo>
                  <a:cubicBezTo>
                    <a:pt x="2488" y="1147"/>
                    <a:pt x="2009"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960" name="Google Shape;6960;p36"/>
            <p:cNvSpPr/>
            <p:nvPr/>
          </p:nvSpPr>
          <p:spPr>
            <a:xfrm>
              <a:off x="1380900" y="1799850"/>
              <a:ext cx="62225" cy="53325"/>
            </a:xfrm>
            <a:custGeom>
              <a:rect b="b" l="l" r="r" t="t"/>
              <a:pathLst>
                <a:path extrusionOk="0" h="2133" w="2489">
                  <a:moveTo>
                    <a:pt x="1066" y="0"/>
                  </a:moveTo>
                  <a:cubicBezTo>
                    <a:pt x="472" y="0"/>
                    <a:pt x="1" y="480"/>
                    <a:pt x="1" y="1065"/>
                  </a:cubicBezTo>
                  <a:cubicBezTo>
                    <a:pt x="1" y="1709"/>
                    <a:pt x="526" y="2133"/>
                    <a:pt x="1072" y="2133"/>
                  </a:cubicBezTo>
                  <a:cubicBezTo>
                    <a:pt x="1333" y="2133"/>
                    <a:pt x="1598" y="2036"/>
                    <a:pt x="1814" y="1821"/>
                  </a:cubicBezTo>
                  <a:cubicBezTo>
                    <a:pt x="2488" y="1146"/>
                    <a:pt x="2009"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961" name="Google Shape;6961;p36"/>
            <p:cNvSpPr/>
            <p:nvPr/>
          </p:nvSpPr>
          <p:spPr>
            <a:xfrm>
              <a:off x="1380900" y="1723625"/>
              <a:ext cx="62225" cy="53350"/>
            </a:xfrm>
            <a:custGeom>
              <a:rect b="b" l="l" r="r" t="t"/>
              <a:pathLst>
                <a:path extrusionOk="0" h="2134" w="2489">
                  <a:moveTo>
                    <a:pt x="1066" y="1"/>
                  </a:moveTo>
                  <a:cubicBezTo>
                    <a:pt x="472" y="1"/>
                    <a:pt x="1" y="480"/>
                    <a:pt x="1" y="1065"/>
                  </a:cubicBezTo>
                  <a:cubicBezTo>
                    <a:pt x="1" y="1709"/>
                    <a:pt x="526" y="2133"/>
                    <a:pt x="1072" y="2133"/>
                  </a:cubicBezTo>
                  <a:cubicBezTo>
                    <a:pt x="1333" y="2133"/>
                    <a:pt x="1598" y="2037"/>
                    <a:pt x="1814" y="1822"/>
                  </a:cubicBezTo>
                  <a:cubicBezTo>
                    <a:pt x="2488" y="1147"/>
                    <a:pt x="2009"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962" name="Google Shape;6962;p36"/>
            <p:cNvSpPr/>
            <p:nvPr/>
          </p:nvSpPr>
          <p:spPr>
            <a:xfrm>
              <a:off x="1380900" y="1647400"/>
              <a:ext cx="62225" cy="53450"/>
            </a:xfrm>
            <a:custGeom>
              <a:rect b="b" l="l" r="r" t="t"/>
              <a:pathLst>
                <a:path extrusionOk="0" h="2138" w="2489">
                  <a:moveTo>
                    <a:pt x="1066" y="1"/>
                  </a:moveTo>
                  <a:cubicBezTo>
                    <a:pt x="472" y="1"/>
                    <a:pt x="1" y="481"/>
                    <a:pt x="1" y="1066"/>
                  </a:cubicBezTo>
                  <a:cubicBezTo>
                    <a:pt x="1" y="1710"/>
                    <a:pt x="526" y="2138"/>
                    <a:pt x="1072" y="2138"/>
                  </a:cubicBezTo>
                  <a:cubicBezTo>
                    <a:pt x="1333" y="2138"/>
                    <a:pt x="1598" y="2040"/>
                    <a:pt x="1814" y="1822"/>
                  </a:cubicBezTo>
                  <a:cubicBezTo>
                    <a:pt x="2488" y="1147"/>
                    <a:pt x="2009"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963" name="Google Shape;6963;p36"/>
            <p:cNvSpPr/>
            <p:nvPr/>
          </p:nvSpPr>
          <p:spPr>
            <a:xfrm>
              <a:off x="1380900" y="1571400"/>
              <a:ext cx="62225" cy="53250"/>
            </a:xfrm>
            <a:custGeom>
              <a:rect b="b" l="l" r="r" t="t"/>
              <a:pathLst>
                <a:path extrusionOk="0" h="2130" w="2489">
                  <a:moveTo>
                    <a:pt x="1066" y="1"/>
                  </a:moveTo>
                  <a:cubicBezTo>
                    <a:pt x="472" y="1"/>
                    <a:pt x="1" y="472"/>
                    <a:pt x="1" y="1066"/>
                  </a:cubicBezTo>
                  <a:cubicBezTo>
                    <a:pt x="1" y="1703"/>
                    <a:pt x="525" y="2129"/>
                    <a:pt x="1071" y="2129"/>
                  </a:cubicBezTo>
                  <a:cubicBezTo>
                    <a:pt x="1332" y="2129"/>
                    <a:pt x="1598" y="2032"/>
                    <a:pt x="1814" y="1813"/>
                  </a:cubicBezTo>
                  <a:cubicBezTo>
                    <a:pt x="2488" y="1147"/>
                    <a:pt x="2009"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964" name="Google Shape;6964;p36"/>
            <p:cNvSpPr/>
            <p:nvPr/>
          </p:nvSpPr>
          <p:spPr>
            <a:xfrm>
              <a:off x="1380900" y="1495200"/>
              <a:ext cx="62225" cy="53325"/>
            </a:xfrm>
            <a:custGeom>
              <a:rect b="b" l="l" r="r" t="t"/>
              <a:pathLst>
                <a:path extrusionOk="0" h="2133" w="2489">
                  <a:moveTo>
                    <a:pt x="1066" y="0"/>
                  </a:moveTo>
                  <a:cubicBezTo>
                    <a:pt x="472" y="0"/>
                    <a:pt x="1" y="480"/>
                    <a:pt x="1" y="1065"/>
                  </a:cubicBezTo>
                  <a:cubicBezTo>
                    <a:pt x="1" y="1709"/>
                    <a:pt x="526" y="2133"/>
                    <a:pt x="1072" y="2133"/>
                  </a:cubicBezTo>
                  <a:cubicBezTo>
                    <a:pt x="1333" y="2133"/>
                    <a:pt x="1598" y="2036"/>
                    <a:pt x="1814" y="1821"/>
                  </a:cubicBezTo>
                  <a:cubicBezTo>
                    <a:pt x="2488" y="1146"/>
                    <a:pt x="2009"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965" name="Google Shape;6965;p36"/>
            <p:cNvSpPr/>
            <p:nvPr/>
          </p:nvSpPr>
          <p:spPr>
            <a:xfrm>
              <a:off x="1304700" y="2561575"/>
              <a:ext cx="62200" cy="53425"/>
            </a:xfrm>
            <a:custGeom>
              <a:rect b="b" l="l" r="r" t="t"/>
              <a:pathLst>
                <a:path extrusionOk="0" h="2137" w="2488">
                  <a:moveTo>
                    <a:pt x="1065" y="0"/>
                  </a:moveTo>
                  <a:cubicBezTo>
                    <a:pt x="480" y="8"/>
                    <a:pt x="0" y="480"/>
                    <a:pt x="0" y="1073"/>
                  </a:cubicBezTo>
                  <a:cubicBezTo>
                    <a:pt x="0" y="1711"/>
                    <a:pt x="525" y="2137"/>
                    <a:pt x="1073" y="2137"/>
                  </a:cubicBezTo>
                  <a:cubicBezTo>
                    <a:pt x="1335" y="2137"/>
                    <a:pt x="1603" y="2039"/>
                    <a:pt x="1821" y="1821"/>
                  </a:cubicBezTo>
                  <a:cubicBezTo>
                    <a:pt x="2488" y="1154"/>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966" name="Google Shape;6966;p36"/>
            <p:cNvSpPr/>
            <p:nvPr/>
          </p:nvSpPr>
          <p:spPr>
            <a:xfrm>
              <a:off x="1304700" y="2485550"/>
              <a:ext cx="62200" cy="53300"/>
            </a:xfrm>
            <a:custGeom>
              <a:rect b="b" l="l" r="r" t="t"/>
              <a:pathLst>
                <a:path extrusionOk="0" h="2132" w="2488">
                  <a:moveTo>
                    <a:pt x="1065" y="1"/>
                  </a:moveTo>
                  <a:cubicBezTo>
                    <a:pt x="480" y="1"/>
                    <a:pt x="0" y="480"/>
                    <a:pt x="0" y="1066"/>
                  </a:cubicBezTo>
                  <a:cubicBezTo>
                    <a:pt x="0" y="1708"/>
                    <a:pt x="523" y="2131"/>
                    <a:pt x="1069" y="2131"/>
                  </a:cubicBezTo>
                  <a:cubicBezTo>
                    <a:pt x="1333" y="2131"/>
                    <a:pt x="1602" y="2033"/>
                    <a:pt x="1821" y="1814"/>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967" name="Google Shape;6967;p36"/>
            <p:cNvSpPr/>
            <p:nvPr/>
          </p:nvSpPr>
          <p:spPr>
            <a:xfrm>
              <a:off x="1304700" y="2409350"/>
              <a:ext cx="62200" cy="53350"/>
            </a:xfrm>
            <a:custGeom>
              <a:rect b="b" l="l" r="r" t="t"/>
              <a:pathLst>
                <a:path extrusionOk="0" h="2134" w="2488">
                  <a:moveTo>
                    <a:pt x="1065" y="0"/>
                  </a:moveTo>
                  <a:cubicBezTo>
                    <a:pt x="480" y="0"/>
                    <a:pt x="0" y="480"/>
                    <a:pt x="0" y="1065"/>
                  </a:cubicBezTo>
                  <a:cubicBezTo>
                    <a:pt x="0" y="1709"/>
                    <a:pt x="526"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968" name="Google Shape;6968;p36"/>
            <p:cNvSpPr/>
            <p:nvPr/>
          </p:nvSpPr>
          <p:spPr>
            <a:xfrm>
              <a:off x="1304700" y="2333125"/>
              <a:ext cx="62200" cy="53450"/>
            </a:xfrm>
            <a:custGeom>
              <a:rect b="b" l="l" r="r" t="t"/>
              <a:pathLst>
                <a:path extrusionOk="0" h="2138" w="2488">
                  <a:moveTo>
                    <a:pt x="1065" y="1"/>
                  </a:moveTo>
                  <a:cubicBezTo>
                    <a:pt x="480" y="1"/>
                    <a:pt x="0" y="480"/>
                    <a:pt x="0" y="1066"/>
                  </a:cubicBezTo>
                  <a:cubicBezTo>
                    <a:pt x="0" y="1709"/>
                    <a:pt x="525" y="2137"/>
                    <a:pt x="1074" y="2137"/>
                  </a:cubicBezTo>
                  <a:cubicBezTo>
                    <a:pt x="1336" y="2137"/>
                    <a:pt x="1603" y="2040"/>
                    <a:pt x="1821" y="1822"/>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969" name="Google Shape;6969;p36"/>
            <p:cNvSpPr/>
            <p:nvPr/>
          </p:nvSpPr>
          <p:spPr>
            <a:xfrm>
              <a:off x="1304700" y="2256925"/>
              <a:ext cx="62350" cy="53425"/>
            </a:xfrm>
            <a:custGeom>
              <a:rect b="b" l="l" r="r" t="t"/>
              <a:pathLst>
                <a:path extrusionOk="0" h="2137" w="2494">
                  <a:moveTo>
                    <a:pt x="1075" y="0"/>
                  </a:moveTo>
                  <a:cubicBezTo>
                    <a:pt x="1072" y="0"/>
                    <a:pt x="1069" y="0"/>
                    <a:pt x="1065" y="0"/>
                  </a:cubicBezTo>
                  <a:cubicBezTo>
                    <a:pt x="472" y="0"/>
                    <a:pt x="0" y="480"/>
                    <a:pt x="0" y="1065"/>
                  </a:cubicBezTo>
                  <a:cubicBezTo>
                    <a:pt x="0" y="1709"/>
                    <a:pt x="529" y="2137"/>
                    <a:pt x="1078" y="2137"/>
                  </a:cubicBezTo>
                  <a:cubicBezTo>
                    <a:pt x="1340" y="2137"/>
                    <a:pt x="1606" y="2039"/>
                    <a:pt x="1821" y="1821"/>
                  </a:cubicBezTo>
                  <a:cubicBezTo>
                    <a:pt x="2494" y="1149"/>
                    <a:pt x="2020" y="0"/>
                    <a:pt x="107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970" name="Google Shape;6970;p36"/>
            <p:cNvSpPr/>
            <p:nvPr/>
          </p:nvSpPr>
          <p:spPr>
            <a:xfrm>
              <a:off x="1304700" y="2180700"/>
              <a:ext cx="62200" cy="53350"/>
            </a:xfrm>
            <a:custGeom>
              <a:rect b="b" l="l" r="r" t="t"/>
              <a:pathLst>
                <a:path extrusionOk="0" h="2134" w="2488">
                  <a:moveTo>
                    <a:pt x="1065" y="1"/>
                  </a:moveTo>
                  <a:cubicBezTo>
                    <a:pt x="480" y="1"/>
                    <a:pt x="0" y="480"/>
                    <a:pt x="0" y="1066"/>
                  </a:cubicBezTo>
                  <a:cubicBezTo>
                    <a:pt x="0" y="1709"/>
                    <a:pt x="526"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971" name="Google Shape;6971;p36"/>
            <p:cNvSpPr/>
            <p:nvPr/>
          </p:nvSpPr>
          <p:spPr>
            <a:xfrm>
              <a:off x="1304700" y="2104500"/>
              <a:ext cx="62200" cy="53325"/>
            </a:xfrm>
            <a:custGeom>
              <a:rect b="b" l="l" r="r" t="t"/>
              <a:pathLst>
                <a:path extrusionOk="0" h="2133" w="2488">
                  <a:moveTo>
                    <a:pt x="1065" y="0"/>
                  </a:moveTo>
                  <a:cubicBezTo>
                    <a:pt x="480" y="0"/>
                    <a:pt x="0" y="480"/>
                    <a:pt x="0" y="1065"/>
                  </a:cubicBezTo>
                  <a:cubicBezTo>
                    <a:pt x="0" y="1709"/>
                    <a:pt x="526"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972" name="Google Shape;6972;p36"/>
            <p:cNvSpPr/>
            <p:nvPr/>
          </p:nvSpPr>
          <p:spPr>
            <a:xfrm>
              <a:off x="1304700" y="2028275"/>
              <a:ext cx="62200" cy="53450"/>
            </a:xfrm>
            <a:custGeom>
              <a:rect b="b" l="l" r="r" t="t"/>
              <a:pathLst>
                <a:path extrusionOk="0" h="2138" w="2488">
                  <a:moveTo>
                    <a:pt x="1065" y="1"/>
                  </a:moveTo>
                  <a:cubicBezTo>
                    <a:pt x="480" y="1"/>
                    <a:pt x="0" y="480"/>
                    <a:pt x="0" y="1065"/>
                  </a:cubicBezTo>
                  <a:cubicBezTo>
                    <a:pt x="0" y="1709"/>
                    <a:pt x="525" y="2137"/>
                    <a:pt x="1074" y="2137"/>
                  </a:cubicBezTo>
                  <a:cubicBezTo>
                    <a:pt x="1336" y="2137"/>
                    <a:pt x="1603" y="2040"/>
                    <a:pt x="1821" y="1821"/>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973" name="Google Shape;6973;p36"/>
            <p:cNvSpPr/>
            <p:nvPr/>
          </p:nvSpPr>
          <p:spPr>
            <a:xfrm>
              <a:off x="1304700" y="1952050"/>
              <a:ext cx="62200" cy="53450"/>
            </a:xfrm>
            <a:custGeom>
              <a:rect b="b" l="l" r="r" t="t"/>
              <a:pathLst>
                <a:path extrusionOk="0" h="2138" w="2488">
                  <a:moveTo>
                    <a:pt x="1065" y="1"/>
                  </a:moveTo>
                  <a:cubicBezTo>
                    <a:pt x="480" y="9"/>
                    <a:pt x="0" y="481"/>
                    <a:pt x="0" y="1074"/>
                  </a:cubicBezTo>
                  <a:cubicBezTo>
                    <a:pt x="0" y="1712"/>
                    <a:pt x="525" y="2138"/>
                    <a:pt x="1073" y="2138"/>
                  </a:cubicBezTo>
                  <a:cubicBezTo>
                    <a:pt x="1335" y="2138"/>
                    <a:pt x="1603" y="2040"/>
                    <a:pt x="1821" y="1822"/>
                  </a:cubicBezTo>
                  <a:cubicBezTo>
                    <a:pt x="2488" y="1155"/>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974" name="Google Shape;6974;p36"/>
            <p:cNvSpPr/>
            <p:nvPr/>
          </p:nvSpPr>
          <p:spPr>
            <a:xfrm>
              <a:off x="1304700" y="1876050"/>
              <a:ext cx="62200" cy="53275"/>
            </a:xfrm>
            <a:custGeom>
              <a:rect b="b" l="l" r="r" t="t"/>
              <a:pathLst>
                <a:path extrusionOk="0" h="2131" w="2488">
                  <a:moveTo>
                    <a:pt x="1065" y="1"/>
                  </a:moveTo>
                  <a:cubicBezTo>
                    <a:pt x="480" y="1"/>
                    <a:pt x="0" y="472"/>
                    <a:pt x="0" y="1066"/>
                  </a:cubicBezTo>
                  <a:cubicBezTo>
                    <a:pt x="0" y="1707"/>
                    <a:pt x="523" y="2131"/>
                    <a:pt x="1069" y="2131"/>
                  </a:cubicBezTo>
                  <a:cubicBezTo>
                    <a:pt x="1333" y="2131"/>
                    <a:pt x="1602" y="2033"/>
                    <a:pt x="1821" y="1813"/>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975" name="Google Shape;6975;p36"/>
            <p:cNvSpPr/>
            <p:nvPr/>
          </p:nvSpPr>
          <p:spPr>
            <a:xfrm>
              <a:off x="1304700" y="1799850"/>
              <a:ext cx="62200" cy="53325"/>
            </a:xfrm>
            <a:custGeom>
              <a:rect b="b" l="l" r="r" t="t"/>
              <a:pathLst>
                <a:path extrusionOk="0" h="2133" w="2488">
                  <a:moveTo>
                    <a:pt x="1065" y="0"/>
                  </a:moveTo>
                  <a:cubicBezTo>
                    <a:pt x="480" y="0"/>
                    <a:pt x="0" y="480"/>
                    <a:pt x="0" y="1065"/>
                  </a:cubicBezTo>
                  <a:cubicBezTo>
                    <a:pt x="0" y="1709"/>
                    <a:pt x="526"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976" name="Google Shape;6976;p36"/>
            <p:cNvSpPr/>
            <p:nvPr/>
          </p:nvSpPr>
          <p:spPr>
            <a:xfrm>
              <a:off x="1304700" y="1723625"/>
              <a:ext cx="62200" cy="53350"/>
            </a:xfrm>
            <a:custGeom>
              <a:rect b="b" l="l" r="r" t="t"/>
              <a:pathLst>
                <a:path extrusionOk="0" h="2134" w="2488">
                  <a:moveTo>
                    <a:pt x="1065" y="1"/>
                  </a:moveTo>
                  <a:cubicBezTo>
                    <a:pt x="480" y="1"/>
                    <a:pt x="0" y="480"/>
                    <a:pt x="0" y="1065"/>
                  </a:cubicBezTo>
                  <a:cubicBezTo>
                    <a:pt x="0" y="1709"/>
                    <a:pt x="526"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977" name="Google Shape;6977;p36"/>
            <p:cNvSpPr/>
            <p:nvPr/>
          </p:nvSpPr>
          <p:spPr>
            <a:xfrm>
              <a:off x="1304700" y="1647400"/>
              <a:ext cx="62200" cy="53450"/>
            </a:xfrm>
            <a:custGeom>
              <a:rect b="b" l="l" r="r" t="t"/>
              <a:pathLst>
                <a:path extrusionOk="0" h="2138" w="2488">
                  <a:moveTo>
                    <a:pt x="1065" y="1"/>
                  </a:moveTo>
                  <a:cubicBezTo>
                    <a:pt x="480" y="9"/>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978" name="Google Shape;6978;p36"/>
            <p:cNvSpPr/>
            <p:nvPr/>
          </p:nvSpPr>
          <p:spPr>
            <a:xfrm>
              <a:off x="1304700" y="1571400"/>
              <a:ext cx="62200" cy="53250"/>
            </a:xfrm>
            <a:custGeom>
              <a:rect b="b" l="l" r="r" t="t"/>
              <a:pathLst>
                <a:path extrusionOk="0" h="2130" w="2488">
                  <a:moveTo>
                    <a:pt x="1065" y="1"/>
                  </a:moveTo>
                  <a:cubicBezTo>
                    <a:pt x="480" y="1"/>
                    <a:pt x="0" y="472"/>
                    <a:pt x="0" y="1066"/>
                  </a:cubicBezTo>
                  <a:cubicBezTo>
                    <a:pt x="0" y="1703"/>
                    <a:pt x="525" y="2129"/>
                    <a:pt x="1073" y="2129"/>
                  </a:cubicBezTo>
                  <a:cubicBezTo>
                    <a:pt x="1335" y="2129"/>
                    <a:pt x="1603" y="2032"/>
                    <a:pt x="1821" y="1813"/>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979" name="Google Shape;6979;p36"/>
            <p:cNvSpPr/>
            <p:nvPr/>
          </p:nvSpPr>
          <p:spPr>
            <a:xfrm>
              <a:off x="1304700" y="1495200"/>
              <a:ext cx="62200" cy="53325"/>
            </a:xfrm>
            <a:custGeom>
              <a:rect b="b" l="l" r="r" t="t"/>
              <a:pathLst>
                <a:path extrusionOk="0" h="2133" w="2488">
                  <a:moveTo>
                    <a:pt x="1065" y="0"/>
                  </a:moveTo>
                  <a:cubicBezTo>
                    <a:pt x="480" y="0"/>
                    <a:pt x="0" y="480"/>
                    <a:pt x="0" y="1065"/>
                  </a:cubicBezTo>
                  <a:cubicBezTo>
                    <a:pt x="0" y="1709"/>
                    <a:pt x="526"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980" name="Google Shape;6980;p36"/>
            <p:cNvSpPr/>
            <p:nvPr/>
          </p:nvSpPr>
          <p:spPr>
            <a:xfrm>
              <a:off x="1304700" y="1418975"/>
              <a:ext cx="62200" cy="53350"/>
            </a:xfrm>
            <a:custGeom>
              <a:rect b="b" l="l" r="r" t="t"/>
              <a:pathLst>
                <a:path extrusionOk="0" h="2134" w="2488">
                  <a:moveTo>
                    <a:pt x="1065" y="1"/>
                  </a:moveTo>
                  <a:cubicBezTo>
                    <a:pt x="480" y="1"/>
                    <a:pt x="0" y="480"/>
                    <a:pt x="0" y="1065"/>
                  </a:cubicBezTo>
                  <a:cubicBezTo>
                    <a:pt x="0" y="1709"/>
                    <a:pt x="526"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981" name="Google Shape;6981;p36"/>
            <p:cNvSpPr/>
            <p:nvPr/>
          </p:nvSpPr>
          <p:spPr>
            <a:xfrm>
              <a:off x="1304700" y="1190550"/>
              <a:ext cx="62200" cy="53325"/>
            </a:xfrm>
            <a:custGeom>
              <a:rect b="b" l="l" r="r" t="t"/>
              <a:pathLst>
                <a:path extrusionOk="0" h="2133" w="2488">
                  <a:moveTo>
                    <a:pt x="1065" y="0"/>
                  </a:moveTo>
                  <a:cubicBezTo>
                    <a:pt x="480" y="0"/>
                    <a:pt x="0" y="480"/>
                    <a:pt x="0" y="1065"/>
                  </a:cubicBezTo>
                  <a:cubicBezTo>
                    <a:pt x="0" y="1709"/>
                    <a:pt x="526"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982" name="Google Shape;6982;p36"/>
            <p:cNvSpPr/>
            <p:nvPr/>
          </p:nvSpPr>
          <p:spPr>
            <a:xfrm>
              <a:off x="1228475" y="2714000"/>
              <a:ext cx="62225" cy="53350"/>
            </a:xfrm>
            <a:custGeom>
              <a:rect b="b" l="l" r="r" t="t"/>
              <a:pathLst>
                <a:path extrusionOk="0" h="2134" w="2489">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983" name="Google Shape;6983;p36"/>
            <p:cNvSpPr/>
            <p:nvPr/>
          </p:nvSpPr>
          <p:spPr>
            <a:xfrm>
              <a:off x="1228475" y="2637775"/>
              <a:ext cx="62225" cy="53450"/>
            </a:xfrm>
            <a:custGeom>
              <a:rect b="b" l="l" r="r" t="t"/>
              <a:pathLst>
                <a:path extrusionOk="0" h="2138" w="2489">
                  <a:moveTo>
                    <a:pt x="1066" y="1"/>
                  </a:moveTo>
                  <a:cubicBezTo>
                    <a:pt x="480" y="9"/>
                    <a:pt x="1" y="480"/>
                    <a:pt x="1" y="1074"/>
                  </a:cubicBezTo>
                  <a:cubicBezTo>
                    <a:pt x="1" y="1712"/>
                    <a:pt x="525" y="2137"/>
                    <a:pt x="1073" y="2137"/>
                  </a:cubicBezTo>
                  <a:cubicBezTo>
                    <a:pt x="1336" y="2137"/>
                    <a:pt x="1603" y="2040"/>
                    <a:pt x="1822" y="1822"/>
                  </a:cubicBezTo>
                  <a:cubicBezTo>
                    <a:pt x="2488"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984" name="Google Shape;6984;p36"/>
            <p:cNvSpPr/>
            <p:nvPr/>
          </p:nvSpPr>
          <p:spPr>
            <a:xfrm>
              <a:off x="1228475" y="2561575"/>
              <a:ext cx="62225" cy="53425"/>
            </a:xfrm>
            <a:custGeom>
              <a:rect b="b" l="l" r="r" t="t"/>
              <a:pathLst>
                <a:path extrusionOk="0" h="2137" w="2489">
                  <a:moveTo>
                    <a:pt x="1066" y="0"/>
                  </a:moveTo>
                  <a:cubicBezTo>
                    <a:pt x="480" y="8"/>
                    <a:pt x="1" y="480"/>
                    <a:pt x="1" y="1073"/>
                  </a:cubicBezTo>
                  <a:cubicBezTo>
                    <a:pt x="1" y="1711"/>
                    <a:pt x="525" y="2137"/>
                    <a:pt x="1073" y="2137"/>
                  </a:cubicBezTo>
                  <a:cubicBezTo>
                    <a:pt x="1336" y="2137"/>
                    <a:pt x="1603" y="2039"/>
                    <a:pt x="1822" y="1821"/>
                  </a:cubicBezTo>
                  <a:cubicBezTo>
                    <a:pt x="2488" y="1154"/>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985" name="Google Shape;6985;p36"/>
            <p:cNvSpPr/>
            <p:nvPr/>
          </p:nvSpPr>
          <p:spPr>
            <a:xfrm>
              <a:off x="1228475" y="2485550"/>
              <a:ext cx="62225" cy="53300"/>
            </a:xfrm>
            <a:custGeom>
              <a:rect b="b" l="l" r="r" t="t"/>
              <a:pathLst>
                <a:path extrusionOk="0" h="2132" w="2489">
                  <a:moveTo>
                    <a:pt x="1066" y="1"/>
                  </a:moveTo>
                  <a:cubicBezTo>
                    <a:pt x="480" y="1"/>
                    <a:pt x="1" y="480"/>
                    <a:pt x="1" y="1066"/>
                  </a:cubicBezTo>
                  <a:cubicBezTo>
                    <a:pt x="1" y="1708"/>
                    <a:pt x="523" y="2131"/>
                    <a:pt x="1070" y="2131"/>
                  </a:cubicBezTo>
                  <a:cubicBezTo>
                    <a:pt x="1333" y="2131"/>
                    <a:pt x="1602" y="2033"/>
                    <a:pt x="1822" y="1814"/>
                  </a:cubicBezTo>
                  <a:cubicBezTo>
                    <a:pt x="2488"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986" name="Google Shape;6986;p36"/>
            <p:cNvSpPr/>
            <p:nvPr/>
          </p:nvSpPr>
          <p:spPr>
            <a:xfrm>
              <a:off x="1228475" y="2409350"/>
              <a:ext cx="62225" cy="53350"/>
            </a:xfrm>
            <a:custGeom>
              <a:rect b="b" l="l" r="r" t="t"/>
              <a:pathLst>
                <a:path extrusionOk="0" h="2134" w="2489">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987" name="Google Shape;6987;p36"/>
            <p:cNvSpPr/>
            <p:nvPr/>
          </p:nvSpPr>
          <p:spPr>
            <a:xfrm>
              <a:off x="1228475" y="2333125"/>
              <a:ext cx="62225" cy="53450"/>
            </a:xfrm>
            <a:custGeom>
              <a:rect b="b" l="l" r="r" t="t"/>
              <a:pathLst>
                <a:path extrusionOk="0" h="2138" w="2489">
                  <a:moveTo>
                    <a:pt x="1066" y="1"/>
                  </a:moveTo>
                  <a:cubicBezTo>
                    <a:pt x="480" y="1"/>
                    <a:pt x="1" y="480"/>
                    <a:pt x="1" y="1066"/>
                  </a:cubicBezTo>
                  <a:cubicBezTo>
                    <a:pt x="1" y="1709"/>
                    <a:pt x="526" y="2137"/>
                    <a:pt x="1075" y="2137"/>
                  </a:cubicBezTo>
                  <a:cubicBezTo>
                    <a:pt x="1336" y="2137"/>
                    <a:pt x="1604" y="2040"/>
                    <a:pt x="1822" y="1822"/>
                  </a:cubicBezTo>
                  <a:cubicBezTo>
                    <a:pt x="2488"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988" name="Google Shape;6988;p36"/>
            <p:cNvSpPr/>
            <p:nvPr/>
          </p:nvSpPr>
          <p:spPr>
            <a:xfrm>
              <a:off x="1228475" y="2256925"/>
              <a:ext cx="62375" cy="53425"/>
            </a:xfrm>
            <a:custGeom>
              <a:rect b="b" l="l" r="r" t="t"/>
              <a:pathLst>
                <a:path extrusionOk="0" h="2137" w="2495">
                  <a:moveTo>
                    <a:pt x="1076" y="0"/>
                  </a:moveTo>
                  <a:cubicBezTo>
                    <a:pt x="1072" y="0"/>
                    <a:pt x="1069" y="0"/>
                    <a:pt x="1066" y="0"/>
                  </a:cubicBezTo>
                  <a:cubicBezTo>
                    <a:pt x="480" y="0"/>
                    <a:pt x="1" y="480"/>
                    <a:pt x="1" y="1065"/>
                  </a:cubicBezTo>
                  <a:cubicBezTo>
                    <a:pt x="1" y="1709"/>
                    <a:pt x="530" y="2137"/>
                    <a:pt x="1081" y="2137"/>
                  </a:cubicBezTo>
                  <a:cubicBezTo>
                    <a:pt x="1344" y="2137"/>
                    <a:pt x="1612" y="2039"/>
                    <a:pt x="1830" y="1821"/>
                  </a:cubicBezTo>
                  <a:cubicBezTo>
                    <a:pt x="2494" y="1149"/>
                    <a:pt x="2020" y="0"/>
                    <a:pt x="1076"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989" name="Google Shape;6989;p36"/>
            <p:cNvSpPr/>
            <p:nvPr/>
          </p:nvSpPr>
          <p:spPr>
            <a:xfrm>
              <a:off x="1228475" y="2180700"/>
              <a:ext cx="62225" cy="53350"/>
            </a:xfrm>
            <a:custGeom>
              <a:rect b="b" l="l" r="r" t="t"/>
              <a:pathLst>
                <a:path extrusionOk="0" h="2134" w="2489">
                  <a:moveTo>
                    <a:pt x="1066" y="1"/>
                  </a:moveTo>
                  <a:cubicBezTo>
                    <a:pt x="480" y="1"/>
                    <a:pt x="1" y="480"/>
                    <a:pt x="1" y="1066"/>
                  </a:cubicBezTo>
                  <a:cubicBezTo>
                    <a:pt x="1" y="1709"/>
                    <a:pt x="526" y="2133"/>
                    <a:pt x="1075" y="2133"/>
                  </a:cubicBezTo>
                  <a:cubicBezTo>
                    <a:pt x="1337" y="2133"/>
                    <a:pt x="1604" y="2037"/>
                    <a:pt x="1822" y="1822"/>
                  </a:cubicBezTo>
                  <a:cubicBezTo>
                    <a:pt x="2488"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990" name="Google Shape;6990;p36"/>
            <p:cNvSpPr/>
            <p:nvPr/>
          </p:nvSpPr>
          <p:spPr>
            <a:xfrm>
              <a:off x="1228475" y="2104500"/>
              <a:ext cx="62225" cy="53325"/>
            </a:xfrm>
            <a:custGeom>
              <a:rect b="b" l="l" r="r" t="t"/>
              <a:pathLst>
                <a:path extrusionOk="0" h="2133" w="2489">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991" name="Google Shape;6991;p36"/>
            <p:cNvSpPr/>
            <p:nvPr/>
          </p:nvSpPr>
          <p:spPr>
            <a:xfrm>
              <a:off x="1228475" y="2028275"/>
              <a:ext cx="62225" cy="53450"/>
            </a:xfrm>
            <a:custGeom>
              <a:rect b="b" l="l" r="r" t="t"/>
              <a:pathLst>
                <a:path extrusionOk="0" h="2138" w="2489">
                  <a:moveTo>
                    <a:pt x="1066" y="1"/>
                  </a:moveTo>
                  <a:cubicBezTo>
                    <a:pt x="480" y="1"/>
                    <a:pt x="1" y="480"/>
                    <a:pt x="1" y="1065"/>
                  </a:cubicBezTo>
                  <a:cubicBezTo>
                    <a:pt x="1" y="1709"/>
                    <a:pt x="526" y="2137"/>
                    <a:pt x="1075" y="2137"/>
                  </a:cubicBezTo>
                  <a:cubicBezTo>
                    <a:pt x="1336" y="2137"/>
                    <a:pt x="1604" y="2040"/>
                    <a:pt x="1822" y="1821"/>
                  </a:cubicBezTo>
                  <a:cubicBezTo>
                    <a:pt x="2488"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992" name="Google Shape;6992;p36"/>
            <p:cNvSpPr/>
            <p:nvPr/>
          </p:nvSpPr>
          <p:spPr>
            <a:xfrm>
              <a:off x="1228475" y="1952050"/>
              <a:ext cx="62225" cy="53450"/>
            </a:xfrm>
            <a:custGeom>
              <a:rect b="b" l="l" r="r" t="t"/>
              <a:pathLst>
                <a:path extrusionOk="0" h="2138" w="2489">
                  <a:moveTo>
                    <a:pt x="1066" y="1"/>
                  </a:moveTo>
                  <a:cubicBezTo>
                    <a:pt x="480" y="9"/>
                    <a:pt x="1" y="481"/>
                    <a:pt x="1" y="1074"/>
                  </a:cubicBezTo>
                  <a:cubicBezTo>
                    <a:pt x="1" y="1712"/>
                    <a:pt x="525" y="2138"/>
                    <a:pt x="1073" y="2138"/>
                  </a:cubicBezTo>
                  <a:cubicBezTo>
                    <a:pt x="1336" y="2138"/>
                    <a:pt x="1603" y="2040"/>
                    <a:pt x="1822" y="1822"/>
                  </a:cubicBezTo>
                  <a:cubicBezTo>
                    <a:pt x="2488" y="1155"/>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993" name="Google Shape;6993;p36"/>
            <p:cNvSpPr/>
            <p:nvPr/>
          </p:nvSpPr>
          <p:spPr>
            <a:xfrm>
              <a:off x="1228475" y="1876050"/>
              <a:ext cx="62225" cy="53275"/>
            </a:xfrm>
            <a:custGeom>
              <a:rect b="b" l="l" r="r" t="t"/>
              <a:pathLst>
                <a:path extrusionOk="0" h="2131" w="2489">
                  <a:moveTo>
                    <a:pt x="1066" y="1"/>
                  </a:moveTo>
                  <a:cubicBezTo>
                    <a:pt x="480" y="1"/>
                    <a:pt x="1" y="472"/>
                    <a:pt x="1" y="1066"/>
                  </a:cubicBezTo>
                  <a:cubicBezTo>
                    <a:pt x="1" y="1707"/>
                    <a:pt x="523" y="2131"/>
                    <a:pt x="1070" y="2131"/>
                  </a:cubicBezTo>
                  <a:cubicBezTo>
                    <a:pt x="1333" y="2131"/>
                    <a:pt x="1602" y="2033"/>
                    <a:pt x="1822" y="1813"/>
                  </a:cubicBezTo>
                  <a:cubicBezTo>
                    <a:pt x="2488"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994" name="Google Shape;6994;p36"/>
            <p:cNvSpPr/>
            <p:nvPr/>
          </p:nvSpPr>
          <p:spPr>
            <a:xfrm>
              <a:off x="1228475" y="1799850"/>
              <a:ext cx="62225" cy="53325"/>
            </a:xfrm>
            <a:custGeom>
              <a:rect b="b" l="l" r="r" t="t"/>
              <a:pathLst>
                <a:path extrusionOk="0" h="2133" w="2489">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995" name="Google Shape;6995;p36"/>
            <p:cNvSpPr/>
            <p:nvPr/>
          </p:nvSpPr>
          <p:spPr>
            <a:xfrm>
              <a:off x="1228475" y="1723625"/>
              <a:ext cx="62225" cy="53350"/>
            </a:xfrm>
            <a:custGeom>
              <a:rect b="b" l="l" r="r" t="t"/>
              <a:pathLst>
                <a:path extrusionOk="0" h="2134" w="2489">
                  <a:moveTo>
                    <a:pt x="1066" y="1"/>
                  </a:moveTo>
                  <a:cubicBezTo>
                    <a:pt x="480" y="1"/>
                    <a:pt x="1" y="480"/>
                    <a:pt x="1" y="1065"/>
                  </a:cubicBezTo>
                  <a:cubicBezTo>
                    <a:pt x="1" y="1709"/>
                    <a:pt x="526" y="2133"/>
                    <a:pt x="1075" y="2133"/>
                  </a:cubicBezTo>
                  <a:cubicBezTo>
                    <a:pt x="1337" y="2133"/>
                    <a:pt x="1604" y="2037"/>
                    <a:pt x="1822" y="1822"/>
                  </a:cubicBezTo>
                  <a:cubicBezTo>
                    <a:pt x="2488"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996" name="Google Shape;6996;p36"/>
            <p:cNvSpPr/>
            <p:nvPr/>
          </p:nvSpPr>
          <p:spPr>
            <a:xfrm>
              <a:off x="1228475" y="1647400"/>
              <a:ext cx="62225" cy="53450"/>
            </a:xfrm>
            <a:custGeom>
              <a:rect b="b" l="l" r="r" t="t"/>
              <a:pathLst>
                <a:path extrusionOk="0" h="2138" w="2489">
                  <a:moveTo>
                    <a:pt x="1066" y="1"/>
                  </a:moveTo>
                  <a:cubicBezTo>
                    <a:pt x="480" y="9"/>
                    <a:pt x="1" y="481"/>
                    <a:pt x="1" y="1066"/>
                  </a:cubicBezTo>
                  <a:cubicBezTo>
                    <a:pt x="1" y="1710"/>
                    <a:pt x="526" y="2138"/>
                    <a:pt x="1075" y="2138"/>
                  </a:cubicBezTo>
                  <a:cubicBezTo>
                    <a:pt x="1336" y="2138"/>
                    <a:pt x="1604" y="2040"/>
                    <a:pt x="1822" y="1822"/>
                  </a:cubicBezTo>
                  <a:cubicBezTo>
                    <a:pt x="2488"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997" name="Google Shape;6997;p36"/>
            <p:cNvSpPr/>
            <p:nvPr/>
          </p:nvSpPr>
          <p:spPr>
            <a:xfrm>
              <a:off x="1228475" y="1571400"/>
              <a:ext cx="62225" cy="53250"/>
            </a:xfrm>
            <a:custGeom>
              <a:rect b="b" l="l" r="r" t="t"/>
              <a:pathLst>
                <a:path extrusionOk="0" h="2130" w="2489">
                  <a:moveTo>
                    <a:pt x="1066" y="1"/>
                  </a:moveTo>
                  <a:cubicBezTo>
                    <a:pt x="480" y="1"/>
                    <a:pt x="1" y="472"/>
                    <a:pt x="1" y="1066"/>
                  </a:cubicBezTo>
                  <a:cubicBezTo>
                    <a:pt x="1" y="1703"/>
                    <a:pt x="525" y="2129"/>
                    <a:pt x="1073" y="2129"/>
                  </a:cubicBezTo>
                  <a:cubicBezTo>
                    <a:pt x="1336" y="2129"/>
                    <a:pt x="1603" y="2032"/>
                    <a:pt x="1822" y="1813"/>
                  </a:cubicBezTo>
                  <a:cubicBezTo>
                    <a:pt x="2488"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998" name="Google Shape;6998;p36"/>
            <p:cNvSpPr/>
            <p:nvPr/>
          </p:nvSpPr>
          <p:spPr>
            <a:xfrm>
              <a:off x="1228475" y="1495200"/>
              <a:ext cx="62225" cy="53325"/>
            </a:xfrm>
            <a:custGeom>
              <a:rect b="b" l="l" r="r" t="t"/>
              <a:pathLst>
                <a:path extrusionOk="0" h="2133" w="2489">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999" name="Google Shape;6999;p36"/>
            <p:cNvSpPr/>
            <p:nvPr/>
          </p:nvSpPr>
          <p:spPr>
            <a:xfrm>
              <a:off x="1228475" y="1266550"/>
              <a:ext cx="62225" cy="53450"/>
            </a:xfrm>
            <a:custGeom>
              <a:rect b="b" l="l" r="r" t="t"/>
              <a:pathLst>
                <a:path extrusionOk="0" h="2138" w="2489">
                  <a:moveTo>
                    <a:pt x="1066" y="0"/>
                  </a:moveTo>
                  <a:cubicBezTo>
                    <a:pt x="480" y="9"/>
                    <a:pt x="1" y="480"/>
                    <a:pt x="1" y="1074"/>
                  </a:cubicBezTo>
                  <a:cubicBezTo>
                    <a:pt x="1" y="1711"/>
                    <a:pt x="525" y="2137"/>
                    <a:pt x="1073" y="2137"/>
                  </a:cubicBezTo>
                  <a:cubicBezTo>
                    <a:pt x="1336" y="2137"/>
                    <a:pt x="1603" y="2040"/>
                    <a:pt x="1822" y="1821"/>
                  </a:cubicBezTo>
                  <a:cubicBezTo>
                    <a:pt x="2488" y="1155"/>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000" name="Google Shape;7000;p36"/>
            <p:cNvSpPr/>
            <p:nvPr/>
          </p:nvSpPr>
          <p:spPr>
            <a:xfrm>
              <a:off x="1152275" y="2561575"/>
              <a:ext cx="62400" cy="53425"/>
            </a:xfrm>
            <a:custGeom>
              <a:rect b="b" l="l" r="r" t="t"/>
              <a:pathLst>
                <a:path extrusionOk="0" h="2137" w="2496">
                  <a:moveTo>
                    <a:pt x="1065" y="0"/>
                  </a:moveTo>
                  <a:cubicBezTo>
                    <a:pt x="480" y="8"/>
                    <a:pt x="8" y="480"/>
                    <a:pt x="0" y="1073"/>
                  </a:cubicBezTo>
                  <a:cubicBezTo>
                    <a:pt x="0" y="1711"/>
                    <a:pt x="525" y="2137"/>
                    <a:pt x="1073" y="2137"/>
                  </a:cubicBezTo>
                  <a:cubicBezTo>
                    <a:pt x="1335" y="2137"/>
                    <a:pt x="1603" y="2039"/>
                    <a:pt x="1821" y="1821"/>
                  </a:cubicBezTo>
                  <a:cubicBezTo>
                    <a:pt x="2496" y="1154"/>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001" name="Google Shape;7001;p36"/>
            <p:cNvSpPr/>
            <p:nvPr/>
          </p:nvSpPr>
          <p:spPr>
            <a:xfrm>
              <a:off x="1152275" y="2485550"/>
              <a:ext cx="62400" cy="53300"/>
            </a:xfrm>
            <a:custGeom>
              <a:rect b="b" l="l" r="r" t="t"/>
              <a:pathLst>
                <a:path extrusionOk="0" h="2132" w="2496">
                  <a:moveTo>
                    <a:pt x="1065" y="1"/>
                  </a:moveTo>
                  <a:cubicBezTo>
                    <a:pt x="480" y="1"/>
                    <a:pt x="0" y="480"/>
                    <a:pt x="0" y="1066"/>
                  </a:cubicBezTo>
                  <a:cubicBezTo>
                    <a:pt x="0" y="1708"/>
                    <a:pt x="526" y="2131"/>
                    <a:pt x="1073" y="2131"/>
                  </a:cubicBezTo>
                  <a:cubicBezTo>
                    <a:pt x="1336" y="2131"/>
                    <a:pt x="1605" y="2033"/>
                    <a:pt x="1821" y="1814"/>
                  </a:cubicBezTo>
                  <a:cubicBezTo>
                    <a:pt x="2496"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002" name="Google Shape;7002;p36"/>
            <p:cNvSpPr/>
            <p:nvPr/>
          </p:nvSpPr>
          <p:spPr>
            <a:xfrm>
              <a:off x="1152275" y="2409350"/>
              <a:ext cx="62400" cy="53350"/>
            </a:xfrm>
            <a:custGeom>
              <a:rect b="b" l="l" r="r" t="t"/>
              <a:pathLst>
                <a:path extrusionOk="0" h="2134" w="2496">
                  <a:moveTo>
                    <a:pt x="1065" y="0"/>
                  </a:moveTo>
                  <a:cubicBezTo>
                    <a:pt x="480" y="0"/>
                    <a:pt x="8"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003" name="Google Shape;7003;p36"/>
            <p:cNvSpPr/>
            <p:nvPr/>
          </p:nvSpPr>
          <p:spPr>
            <a:xfrm>
              <a:off x="1152275" y="2333125"/>
              <a:ext cx="62400" cy="53450"/>
            </a:xfrm>
            <a:custGeom>
              <a:rect b="b" l="l" r="r" t="t"/>
              <a:pathLst>
                <a:path extrusionOk="0" h="2138" w="2496">
                  <a:moveTo>
                    <a:pt x="1065" y="1"/>
                  </a:moveTo>
                  <a:cubicBezTo>
                    <a:pt x="480" y="1"/>
                    <a:pt x="0" y="480"/>
                    <a:pt x="0" y="1066"/>
                  </a:cubicBezTo>
                  <a:cubicBezTo>
                    <a:pt x="0" y="1709"/>
                    <a:pt x="525" y="2137"/>
                    <a:pt x="1074" y="2137"/>
                  </a:cubicBezTo>
                  <a:cubicBezTo>
                    <a:pt x="1336" y="2137"/>
                    <a:pt x="1603" y="2040"/>
                    <a:pt x="1821" y="1822"/>
                  </a:cubicBezTo>
                  <a:cubicBezTo>
                    <a:pt x="2496"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004" name="Google Shape;7004;p36"/>
            <p:cNvSpPr/>
            <p:nvPr/>
          </p:nvSpPr>
          <p:spPr>
            <a:xfrm>
              <a:off x="1152275" y="2256925"/>
              <a:ext cx="62550" cy="53425"/>
            </a:xfrm>
            <a:custGeom>
              <a:rect b="b" l="l" r="r" t="t"/>
              <a:pathLst>
                <a:path extrusionOk="0" h="2137" w="2502">
                  <a:moveTo>
                    <a:pt x="1075" y="0"/>
                  </a:moveTo>
                  <a:cubicBezTo>
                    <a:pt x="1072" y="0"/>
                    <a:pt x="1069" y="0"/>
                    <a:pt x="1065" y="0"/>
                  </a:cubicBezTo>
                  <a:cubicBezTo>
                    <a:pt x="480" y="0"/>
                    <a:pt x="0" y="480"/>
                    <a:pt x="0" y="1065"/>
                  </a:cubicBezTo>
                  <a:cubicBezTo>
                    <a:pt x="0" y="1709"/>
                    <a:pt x="529" y="2137"/>
                    <a:pt x="1080" y="2137"/>
                  </a:cubicBezTo>
                  <a:cubicBezTo>
                    <a:pt x="1343" y="2137"/>
                    <a:pt x="1611" y="2039"/>
                    <a:pt x="1829" y="1821"/>
                  </a:cubicBezTo>
                  <a:cubicBezTo>
                    <a:pt x="2502" y="1149"/>
                    <a:pt x="2028" y="0"/>
                    <a:pt x="107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005" name="Google Shape;7005;p36"/>
            <p:cNvSpPr/>
            <p:nvPr/>
          </p:nvSpPr>
          <p:spPr>
            <a:xfrm>
              <a:off x="1152275" y="2180700"/>
              <a:ext cx="62400" cy="53350"/>
            </a:xfrm>
            <a:custGeom>
              <a:rect b="b" l="l" r="r" t="t"/>
              <a:pathLst>
                <a:path extrusionOk="0" h="2134" w="2496">
                  <a:moveTo>
                    <a:pt x="1065" y="1"/>
                  </a:moveTo>
                  <a:cubicBezTo>
                    <a:pt x="480" y="1"/>
                    <a:pt x="0" y="480"/>
                    <a:pt x="0" y="1066"/>
                  </a:cubicBezTo>
                  <a:cubicBezTo>
                    <a:pt x="0" y="1709"/>
                    <a:pt x="526" y="2133"/>
                    <a:pt x="1074" y="2133"/>
                  </a:cubicBezTo>
                  <a:cubicBezTo>
                    <a:pt x="1336" y="2133"/>
                    <a:pt x="1603" y="2037"/>
                    <a:pt x="1821" y="1822"/>
                  </a:cubicBezTo>
                  <a:cubicBezTo>
                    <a:pt x="2496"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006" name="Google Shape;7006;p36"/>
            <p:cNvSpPr/>
            <p:nvPr/>
          </p:nvSpPr>
          <p:spPr>
            <a:xfrm>
              <a:off x="1152275" y="2104500"/>
              <a:ext cx="62400" cy="53325"/>
            </a:xfrm>
            <a:custGeom>
              <a:rect b="b" l="l" r="r" t="t"/>
              <a:pathLst>
                <a:path extrusionOk="0" h="2133" w="2496">
                  <a:moveTo>
                    <a:pt x="1065" y="0"/>
                  </a:moveTo>
                  <a:cubicBezTo>
                    <a:pt x="480" y="0"/>
                    <a:pt x="0"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007" name="Google Shape;7007;p36"/>
            <p:cNvSpPr/>
            <p:nvPr/>
          </p:nvSpPr>
          <p:spPr>
            <a:xfrm>
              <a:off x="1152275" y="2028275"/>
              <a:ext cx="62400" cy="53450"/>
            </a:xfrm>
            <a:custGeom>
              <a:rect b="b" l="l" r="r" t="t"/>
              <a:pathLst>
                <a:path extrusionOk="0" h="2138" w="2496">
                  <a:moveTo>
                    <a:pt x="1065" y="1"/>
                  </a:moveTo>
                  <a:cubicBezTo>
                    <a:pt x="480" y="1"/>
                    <a:pt x="0" y="480"/>
                    <a:pt x="0" y="1065"/>
                  </a:cubicBezTo>
                  <a:cubicBezTo>
                    <a:pt x="0" y="1709"/>
                    <a:pt x="525" y="2137"/>
                    <a:pt x="1074" y="2137"/>
                  </a:cubicBezTo>
                  <a:cubicBezTo>
                    <a:pt x="1336" y="2137"/>
                    <a:pt x="1603" y="2040"/>
                    <a:pt x="1821" y="1821"/>
                  </a:cubicBezTo>
                  <a:cubicBezTo>
                    <a:pt x="2496"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008" name="Google Shape;7008;p36"/>
            <p:cNvSpPr/>
            <p:nvPr/>
          </p:nvSpPr>
          <p:spPr>
            <a:xfrm>
              <a:off x="1152275" y="1952050"/>
              <a:ext cx="62400" cy="53450"/>
            </a:xfrm>
            <a:custGeom>
              <a:rect b="b" l="l" r="r" t="t"/>
              <a:pathLst>
                <a:path extrusionOk="0" h="2138" w="2496">
                  <a:moveTo>
                    <a:pt x="1065" y="1"/>
                  </a:moveTo>
                  <a:cubicBezTo>
                    <a:pt x="480" y="9"/>
                    <a:pt x="0" y="481"/>
                    <a:pt x="0" y="1074"/>
                  </a:cubicBezTo>
                  <a:cubicBezTo>
                    <a:pt x="0" y="1712"/>
                    <a:pt x="525" y="2138"/>
                    <a:pt x="1073" y="2138"/>
                  </a:cubicBezTo>
                  <a:cubicBezTo>
                    <a:pt x="1335" y="2138"/>
                    <a:pt x="1603" y="2040"/>
                    <a:pt x="1821" y="1822"/>
                  </a:cubicBezTo>
                  <a:cubicBezTo>
                    <a:pt x="2496" y="1155"/>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009" name="Google Shape;7009;p36"/>
            <p:cNvSpPr/>
            <p:nvPr/>
          </p:nvSpPr>
          <p:spPr>
            <a:xfrm>
              <a:off x="1152275" y="1876050"/>
              <a:ext cx="62400" cy="53275"/>
            </a:xfrm>
            <a:custGeom>
              <a:rect b="b" l="l" r="r" t="t"/>
              <a:pathLst>
                <a:path extrusionOk="0" h="2131" w="2496">
                  <a:moveTo>
                    <a:pt x="1065" y="1"/>
                  </a:moveTo>
                  <a:cubicBezTo>
                    <a:pt x="480" y="1"/>
                    <a:pt x="0" y="472"/>
                    <a:pt x="0" y="1066"/>
                  </a:cubicBezTo>
                  <a:cubicBezTo>
                    <a:pt x="0" y="1707"/>
                    <a:pt x="522" y="2131"/>
                    <a:pt x="1069" y="2131"/>
                  </a:cubicBezTo>
                  <a:cubicBezTo>
                    <a:pt x="1333" y="2131"/>
                    <a:pt x="1602" y="2033"/>
                    <a:pt x="1821" y="1813"/>
                  </a:cubicBezTo>
                  <a:cubicBezTo>
                    <a:pt x="2496"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010" name="Google Shape;7010;p36"/>
            <p:cNvSpPr/>
            <p:nvPr/>
          </p:nvSpPr>
          <p:spPr>
            <a:xfrm>
              <a:off x="1152275" y="1799850"/>
              <a:ext cx="62400" cy="53325"/>
            </a:xfrm>
            <a:custGeom>
              <a:rect b="b" l="l" r="r" t="t"/>
              <a:pathLst>
                <a:path extrusionOk="0" h="2133" w="2496">
                  <a:moveTo>
                    <a:pt x="1065" y="0"/>
                  </a:moveTo>
                  <a:cubicBezTo>
                    <a:pt x="480" y="0"/>
                    <a:pt x="0"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011" name="Google Shape;7011;p36"/>
            <p:cNvSpPr/>
            <p:nvPr/>
          </p:nvSpPr>
          <p:spPr>
            <a:xfrm>
              <a:off x="1152275" y="1723625"/>
              <a:ext cx="62400" cy="53350"/>
            </a:xfrm>
            <a:custGeom>
              <a:rect b="b" l="l" r="r" t="t"/>
              <a:pathLst>
                <a:path extrusionOk="0" h="2134" w="2496">
                  <a:moveTo>
                    <a:pt x="1065" y="1"/>
                  </a:moveTo>
                  <a:cubicBezTo>
                    <a:pt x="480" y="1"/>
                    <a:pt x="0" y="480"/>
                    <a:pt x="0" y="1065"/>
                  </a:cubicBezTo>
                  <a:cubicBezTo>
                    <a:pt x="0" y="1709"/>
                    <a:pt x="526" y="2133"/>
                    <a:pt x="1074" y="2133"/>
                  </a:cubicBezTo>
                  <a:cubicBezTo>
                    <a:pt x="1336" y="2133"/>
                    <a:pt x="1603" y="2037"/>
                    <a:pt x="1821" y="1822"/>
                  </a:cubicBezTo>
                  <a:cubicBezTo>
                    <a:pt x="2496"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012" name="Google Shape;7012;p36"/>
            <p:cNvSpPr/>
            <p:nvPr/>
          </p:nvSpPr>
          <p:spPr>
            <a:xfrm>
              <a:off x="1152275" y="1647400"/>
              <a:ext cx="62400" cy="53450"/>
            </a:xfrm>
            <a:custGeom>
              <a:rect b="b" l="l" r="r" t="t"/>
              <a:pathLst>
                <a:path extrusionOk="0" h="2138" w="2496">
                  <a:moveTo>
                    <a:pt x="1065" y="1"/>
                  </a:moveTo>
                  <a:cubicBezTo>
                    <a:pt x="480" y="1"/>
                    <a:pt x="0" y="481"/>
                    <a:pt x="0" y="1066"/>
                  </a:cubicBezTo>
                  <a:cubicBezTo>
                    <a:pt x="0" y="1710"/>
                    <a:pt x="525" y="2138"/>
                    <a:pt x="1074" y="2138"/>
                  </a:cubicBezTo>
                  <a:cubicBezTo>
                    <a:pt x="1336" y="2138"/>
                    <a:pt x="1603" y="2040"/>
                    <a:pt x="1821" y="1822"/>
                  </a:cubicBezTo>
                  <a:cubicBezTo>
                    <a:pt x="2496"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013" name="Google Shape;7013;p36"/>
            <p:cNvSpPr/>
            <p:nvPr/>
          </p:nvSpPr>
          <p:spPr>
            <a:xfrm>
              <a:off x="1152275" y="1571400"/>
              <a:ext cx="62400" cy="53250"/>
            </a:xfrm>
            <a:custGeom>
              <a:rect b="b" l="l" r="r" t="t"/>
              <a:pathLst>
                <a:path extrusionOk="0" h="2130" w="2496">
                  <a:moveTo>
                    <a:pt x="1065" y="1"/>
                  </a:moveTo>
                  <a:cubicBezTo>
                    <a:pt x="480" y="1"/>
                    <a:pt x="0" y="472"/>
                    <a:pt x="0" y="1066"/>
                  </a:cubicBezTo>
                  <a:cubicBezTo>
                    <a:pt x="0" y="1703"/>
                    <a:pt x="525" y="2129"/>
                    <a:pt x="1073" y="2129"/>
                  </a:cubicBezTo>
                  <a:cubicBezTo>
                    <a:pt x="1335" y="2129"/>
                    <a:pt x="1603" y="2032"/>
                    <a:pt x="1821" y="1813"/>
                  </a:cubicBezTo>
                  <a:cubicBezTo>
                    <a:pt x="2496"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014" name="Google Shape;7014;p36"/>
            <p:cNvSpPr/>
            <p:nvPr/>
          </p:nvSpPr>
          <p:spPr>
            <a:xfrm>
              <a:off x="1152275" y="1342750"/>
              <a:ext cx="62400" cy="53450"/>
            </a:xfrm>
            <a:custGeom>
              <a:rect b="b" l="l" r="r" t="t"/>
              <a:pathLst>
                <a:path extrusionOk="0" h="2138" w="2496">
                  <a:moveTo>
                    <a:pt x="1065" y="1"/>
                  </a:moveTo>
                  <a:cubicBezTo>
                    <a:pt x="480" y="1"/>
                    <a:pt x="0" y="481"/>
                    <a:pt x="0" y="1066"/>
                  </a:cubicBezTo>
                  <a:cubicBezTo>
                    <a:pt x="0" y="1710"/>
                    <a:pt x="525" y="2138"/>
                    <a:pt x="1074" y="2138"/>
                  </a:cubicBezTo>
                  <a:cubicBezTo>
                    <a:pt x="1336" y="2138"/>
                    <a:pt x="1603" y="2040"/>
                    <a:pt x="1821" y="1822"/>
                  </a:cubicBezTo>
                  <a:cubicBezTo>
                    <a:pt x="2496"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015" name="Google Shape;7015;p36"/>
            <p:cNvSpPr/>
            <p:nvPr/>
          </p:nvSpPr>
          <p:spPr>
            <a:xfrm>
              <a:off x="1076050" y="2409350"/>
              <a:ext cx="62425" cy="53350"/>
            </a:xfrm>
            <a:custGeom>
              <a:rect b="b" l="l" r="r" t="t"/>
              <a:pathLst>
                <a:path extrusionOk="0" h="2134" w="2497">
                  <a:moveTo>
                    <a:pt x="1074" y="0"/>
                  </a:moveTo>
                  <a:cubicBezTo>
                    <a:pt x="480" y="0"/>
                    <a:pt x="9" y="480"/>
                    <a:pt x="1" y="1065"/>
                  </a:cubicBezTo>
                  <a:cubicBezTo>
                    <a:pt x="1" y="1709"/>
                    <a:pt x="530" y="2133"/>
                    <a:pt x="1078" y="2133"/>
                  </a:cubicBezTo>
                  <a:cubicBezTo>
                    <a:pt x="1340" y="2133"/>
                    <a:pt x="1606" y="2036"/>
                    <a:pt x="1822" y="1821"/>
                  </a:cubicBezTo>
                  <a:cubicBezTo>
                    <a:pt x="2496" y="1146"/>
                    <a:pt x="2017" y="0"/>
                    <a:pt x="1074"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016" name="Google Shape;7016;p36"/>
            <p:cNvSpPr/>
            <p:nvPr/>
          </p:nvSpPr>
          <p:spPr>
            <a:xfrm>
              <a:off x="1076050" y="2333125"/>
              <a:ext cx="62425" cy="53450"/>
            </a:xfrm>
            <a:custGeom>
              <a:rect b="b" l="l" r="r" t="t"/>
              <a:pathLst>
                <a:path extrusionOk="0" h="2138" w="2497">
                  <a:moveTo>
                    <a:pt x="1074" y="1"/>
                  </a:moveTo>
                  <a:cubicBezTo>
                    <a:pt x="480" y="1"/>
                    <a:pt x="9" y="480"/>
                    <a:pt x="1" y="1066"/>
                  </a:cubicBezTo>
                  <a:cubicBezTo>
                    <a:pt x="1" y="1709"/>
                    <a:pt x="530" y="2137"/>
                    <a:pt x="1078" y="2137"/>
                  </a:cubicBezTo>
                  <a:cubicBezTo>
                    <a:pt x="1340" y="2137"/>
                    <a:pt x="1606" y="2040"/>
                    <a:pt x="1822" y="1822"/>
                  </a:cubicBezTo>
                  <a:cubicBezTo>
                    <a:pt x="2496" y="1147"/>
                    <a:pt x="2017" y="1"/>
                    <a:pt x="1074"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017" name="Google Shape;7017;p36"/>
            <p:cNvSpPr/>
            <p:nvPr/>
          </p:nvSpPr>
          <p:spPr>
            <a:xfrm>
              <a:off x="1076050" y="2256925"/>
              <a:ext cx="62575" cy="53425"/>
            </a:xfrm>
            <a:custGeom>
              <a:rect b="b" l="l" r="r" t="t"/>
              <a:pathLst>
                <a:path extrusionOk="0" h="2137" w="2503">
                  <a:moveTo>
                    <a:pt x="1084" y="0"/>
                  </a:moveTo>
                  <a:cubicBezTo>
                    <a:pt x="1080" y="0"/>
                    <a:pt x="1077" y="0"/>
                    <a:pt x="1074" y="0"/>
                  </a:cubicBezTo>
                  <a:cubicBezTo>
                    <a:pt x="480" y="0"/>
                    <a:pt x="9" y="480"/>
                    <a:pt x="1" y="1065"/>
                  </a:cubicBezTo>
                  <a:cubicBezTo>
                    <a:pt x="1" y="1709"/>
                    <a:pt x="530" y="2137"/>
                    <a:pt x="1081" y="2137"/>
                  </a:cubicBezTo>
                  <a:cubicBezTo>
                    <a:pt x="1344" y="2137"/>
                    <a:pt x="1612" y="2039"/>
                    <a:pt x="1830" y="1821"/>
                  </a:cubicBezTo>
                  <a:cubicBezTo>
                    <a:pt x="2502" y="1149"/>
                    <a:pt x="2028" y="0"/>
                    <a:pt x="1084"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018" name="Google Shape;7018;p36"/>
            <p:cNvSpPr/>
            <p:nvPr/>
          </p:nvSpPr>
          <p:spPr>
            <a:xfrm>
              <a:off x="1076050" y="2180700"/>
              <a:ext cx="62425" cy="53350"/>
            </a:xfrm>
            <a:custGeom>
              <a:rect b="b" l="l" r="r" t="t"/>
              <a:pathLst>
                <a:path extrusionOk="0" h="2134" w="2497">
                  <a:moveTo>
                    <a:pt x="1074" y="1"/>
                  </a:moveTo>
                  <a:cubicBezTo>
                    <a:pt x="480" y="1"/>
                    <a:pt x="9" y="480"/>
                    <a:pt x="1" y="1066"/>
                  </a:cubicBezTo>
                  <a:cubicBezTo>
                    <a:pt x="1" y="1709"/>
                    <a:pt x="530" y="2133"/>
                    <a:pt x="1078" y="2133"/>
                  </a:cubicBezTo>
                  <a:cubicBezTo>
                    <a:pt x="1340" y="2133"/>
                    <a:pt x="1606" y="2037"/>
                    <a:pt x="1822" y="1822"/>
                  </a:cubicBezTo>
                  <a:cubicBezTo>
                    <a:pt x="2496" y="1147"/>
                    <a:pt x="2017" y="1"/>
                    <a:pt x="1074"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019" name="Google Shape;7019;p36"/>
            <p:cNvSpPr/>
            <p:nvPr/>
          </p:nvSpPr>
          <p:spPr>
            <a:xfrm>
              <a:off x="1076050" y="2104500"/>
              <a:ext cx="62425" cy="53325"/>
            </a:xfrm>
            <a:custGeom>
              <a:rect b="b" l="l" r="r" t="t"/>
              <a:pathLst>
                <a:path extrusionOk="0" h="2133" w="2497">
                  <a:moveTo>
                    <a:pt x="1074" y="0"/>
                  </a:moveTo>
                  <a:cubicBezTo>
                    <a:pt x="480" y="0"/>
                    <a:pt x="9" y="480"/>
                    <a:pt x="1" y="1065"/>
                  </a:cubicBezTo>
                  <a:cubicBezTo>
                    <a:pt x="1" y="1709"/>
                    <a:pt x="530" y="2133"/>
                    <a:pt x="1078" y="2133"/>
                  </a:cubicBezTo>
                  <a:cubicBezTo>
                    <a:pt x="1340" y="2133"/>
                    <a:pt x="1606" y="2036"/>
                    <a:pt x="1822" y="1821"/>
                  </a:cubicBezTo>
                  <a:cubicBezTo>
                    <a:pt x="2496" y="1146"/>
                    <a:pt x="2017" y="0"/>
                    <a:pt x="1074"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020" name="Google Shape;7020;p36"/>
            <p:cNvSpPr/>
            <p:nvPr/>
          </p:nvSpPr>
          <p:spPr>
            <a:xfrm>
              <a:off x="1076050" y="2028275"/>
              <a:ext cx="62425" cy="53450"/>
            </a:xfrm>
            <a:custGeom>
              <a:rect b="b" l="l" r="r" t="t"/>
              <a:pathLst>
                <a:path extrusionOk="0" h="2138" w="2497">
                  <a:moveTo>
                    <a:pt x="1074" y="1"/>
                  </a:moveTo>
                  <a:cubicBezTo>
                    <a:pt x="480" y="1"/>
                    <a:pt x="9" y="480"/>
                    <a:pt x="1" y="1065"/>
                  </a:cubicBezTo>
                  <a:cubicBezTo>
                    <a:pt x="1" y="1709"/>
                    <a:pt x="530" y="2137"/>
                    <a:pt x="1078" y="2137"/>
                  </a:cubicBezTo>
                  <a:cubicBezTo>
                    <a:pt x="1340" y="2137"/>
                    <a:pt x="1606" y="2040"/>
                    <a:pt x="1822" y="1821"/>
                  </a:cubicBezTo>
                  <a:cubicBezTo>
                    <a:pt x="2496" y="1147"/>
                    <a:pt x="2017" y="1"/>
                    <a:pt x="1074"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021" name="Google Shape;7021;p36"/>
            <p:cNvSpPr/>
            <p:nvPr/>
          </p:nvSpPr>
          <p:spPr>
            <a:xfrm>
              <a:off x="1076050" y="1952050"/>
              <a:ext cx="62425" cy="53450"/>
            </a:xfrm>
            <a:custGeom>
              <a:rect b="b" l="l" r="r" t="t"/>
              <a:pathLst>
                <a:path extrusionOk="0" h="2138" w="2497">
                  <a:moveTo>
                    <a:pt x="1074" y="1"/>
                  </a:moveTo>
                  <a:cubicBezTo>
                    <a:pt x="480" y="9"/>
                    <a:pt x="9" y="481"/>
                    <a:pt x="1" y="1074"/>
                  </a:cubicBezTo>
                  <a:cubicBezTo>
                    <a:pt x="1" y="1712"/>
                    <a:pt x="529" y="2138"/>
                    <a:pt x="1077" y="2138"/>
                  </a:cubicBezTo>
                  <a:cubicBezTo>
                    <a:pt x="1339" y="2138"/>
                    <a:pt x="1606" y="2040"/>
                    <a:pt x="1822" y="1822"/>
                  </a:cubicBezTo>
                  <a:cubicBezTo>
                    <a:pt x="2496" y="1155"/>
                    <a:pt x="2017" y="1"/>
                    <a:pt x="1074"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022" name="Google Shape;7022;p36"/>
            <p:cNvSpPr/>
            <p:nvPr/>
          </p:nvSpPr>
          <p:spPr>
            <a:xfrm>
              <a:off x="1076050" y="1876050"/>
              <a:ext cx="62425" cy="53275"/>
            </a:xfrm>
            <a:custGeom>
              <a:rect b="b" l="l" r="r" t="t"/>
              <a:pathLst>
                <a:path extrusionOk="0" h="2131" w="2497">
                  <a:moveTo>
                    <a:pt x="1074" y="1"/>
                  </a:moveTo>
                  <a:cubicBezTo>
                    <a:pt x="480" y="1"/>
                    <a:pt x="9" y="472"/>
                    <a:pt x="1" y="1066"/>
                  </a:cubicBezTo>
                  <a:cubicBezTo>
                    <a:pt x="1" y="1707"/>
                    <a:pt x="527" y="2131"/>
                    <a:pt x="1073" y="2131"/>
                  </a:cubicBezTo>
                  <a:cubicBezTo>
                    <a:pt x="1337" y="2131"/>
                    <a:pt x="1605" y="2033"/>
                    <a:pt x="1822" y="1813"/>
                  </a:cubicBezTo>
                  <a:cubicBezTo>
                    <a:pt x="2496" y="1147"/>
                    <a:pt x="2017" y="1"/>
                    <a:pt x="1074"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023" name="Google Shape;7023;p36"/>
            <p:cNvSpPr/>
            <p:nvPr/>
          </p:nvSpPr>
          <p:spPr>
            <a:xfrm>
              <a:off x="1076050" y="1799850"/>
              <a:ext cx="62425" cy="53325"/>
            </a:xfrm>
            <a:custGeom>
              <a:rect b="b" l="l" r="r" t="t"/>
              <a:pathLst>
                <a:path extrusionOk="0" h="2133" w="2497">
                  <a:moveTo>
                    <a:pt x="1074" y="0"/>
                  </a:moveTo>
                  <a:cubicBezTo>
                    <a:pt x="480" y="0"/>
                    <a:pt x="9" y="480"/>
                    <a:pt x="1" y="1065"/>
                  </a:cubicBezTo>
                  <a:cubicBezTo>
                    <a:pt x="1" y="1709"/>
                    <a:pt x="530" y="2133"/>
                    <a:pt x="1078" y="2133"/>
                  </a:cubicBezTo>
                  <a:cubicBezTo>
                    <a:pt x="1340" y="2133"/>
                    <a:pt x="1606" y="2036"/>
                    <a:pt x="1822" y="1821"/>
                  </a:cubicBezTo>
                  <a:cubicBezTo>
                    <a:pt x="2496" y="1146"/>
                    <a:pt x="2017" y="0"/>
                    <a:pt x="1074"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024" name="Google Shape;7024;p36"/>
            <p:cNvSpPr/>
            <p:nvPr/>
          </p:nvSpPr>
          <p:spPr>
            <a:xfrm>
              <a:off x="1076050" y="1723625"/>
              <a:ext cx="62425" cy="53350"/>
            </a:xfrm>
            <a:custGeom>
              <a:rect b="b" l="l" r="r" t="t"/>
              <a:pathLst>
                <a:path extrusionOk="0" h="2134" w="2497">
                  <a:moveTo>
                    <a:pt x="1074" y="1"/>
                  </a:moveTo>
                  <a:cubicBezTo>
                    <a:pt x="480" y="1"/>
                    <a:pt x="9" y="480"/>
                    <a:pt x="1" y="1065"/>
                  </a:cubicBezTo>
                  <a:cubicBezTo>
                    <a:pt x="1" y="1709"/>
                    <a:pt x="530" y="2133"/>
                    <a:pt x="1078" y="2133"/>
                  </a:cubicBezTo>
                  <a:cubicBezTo>
                    <a:pt x="1340" y="2133"/>
                    <a:pt x="1606" y="2037"/>
                    <a:pt x="1822" y="1822"/>
                  </a:cubicBezTo>
                  <a:cubicBezTo>
                    <a:pt x="2496" y="1147"/>
                    <a:pt x="2017" y="1"/>
                    <a:pt x="1074"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025" name="Google Shape;7025;p36"/>
            <p:cNvSpPr/>
            <p:nvPr/>
          </p:nvSpPr>
          <p:spPr>
            <a:xfrm>
              <a:off x="1076050" y="1647400"/>
              <a:ext cx="62425" cy="53450"/>
            </a:xfrm>
            <a:custGeom>
              <a:rect b="b" l="l" r="r" t="t"/>
              <a:pathLst>
                <a:path extrusionOk="0" h="2138" w="2497">
                  <a:moveTo>
                    <a:pt x="1074" y="1"/>
                  </a:moveTo>
                  <a:cubicBezTo>
                    <a:pt x="480" y="9"/>
                    <a:pt x="9" y="481"/>
                    <a:pt x="1" y="1066"/>
                  </a:cubicBezTo>
                  <a:cubicBezTo>
                    <a:pt x="1" y="1710"/>
                    <a:pt x="530" y="2138"/>
                    <a:pt x="1078" y="2138"/>
                  </a:cubicBezTo>
                  <a:cubicBezTo>
                    <a:pt x="1340" y="2138"/>
                    <a:pt x="1606" y="2040"/>
                    <a:pt x="1822" y="1822"/>
                  </a:cubicBezTo>
                  <a:cubicBezTo>
                    <a:pt x="2496" y="1147"/>
                    <a:pt x="2017" y="1"/>
                    <a:pt x="1074"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026" name="Google Shape;7026;p36"/>
            <p:cNvSpPr/>
            <p:nvPr/>
          </p:nvSpPr>
          <p:spPr>
            <a:xfrm>
              <a:off x="1076050" y="1571400"/>
              <a:ext cx="62425" cy="53250"/>
            </a:xfrm>
            <a:custGeom>
              <a:rect b="b" l="l" r="r" t="t"/>
              <a:pathLst>
                <a:path extrusionOk="0" h="2130" w="2497">
                  <a:moveTo>
                    <a:pt x="1074" y="1"/>
                  </a:moveTo>
                  <a:cubicBezTo>
                    <a:pt x="480" y="1"/>
                    <a:pt x="9" y="472"/>
                    <a:pt x="1" y="1066"/>
                  </a:cubicBezTo>
                  <a:cubicBezTo>
                    <a:pt x="1" y="1703"/>
                    <a:pt x="529" y="2129"/>
                    <a:pt x="1077" y="2129"/>
                  </a:cubicBezTo>
                  <a:cubicBezTo>
                    <a:pt x="1339" y="2129"/>
                    <a:pt x="1606" y="2032"/>
                    <a:pt x="1822" y="1813"/>
                  </a:cubicBezTo>
                  <a:cubicBezTo>
                    <a:pt x="2496" y="1147"/>
                    <a:pt x="2017" y="1"/>
                    <a:pt x="1074"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027" name="Google Shape;7027;p36"/>
            <p:cNvSpPr/>
            <p:nvPr/>
          </p:nvSpPr>
          <p:spPr>
            <a:xfrm>
              <a:off x="1076050" y="1418975"/>
              <a:ext cx="62425" cy="53350"/>
            </a:xfrm>
            <a:custGeom>
              <a:rect b="b" l="l" r="r" t="t"/>
              <a:pathLst>
                <a:path extrusionOk="0" h="2134" w="2497">
                  <a:moveTo>
                    <a:pt x="1074" y="1"/>
                  </a:moveTo>
                  <a:cubicBezTo>
                    <a:pt x="480" y="1"/>
                    <a:pt x="9" y="480"/>
                    <a:pt x="1" y="1065"/>
                  </a:cubicBezTo>
                  <a:cubicBezTo>
                    <a:pt x="1" y="1709"/>
                    <a:pt x="530" y="2133"/>
                    <a:pt x="1078" y="2133"/>
                  </a:cubicBezTo>
                  <a:cubicBezTo>
                    <a:pt x="1340" y="2133"/>
                    <a:pt x="1606" y="2037"/>
                    <a:pt x="1822" y="1822"/>
                  </a:cubicBezTo>
                  <a:cubicBezTo>
                    <a:pt x="2496" y="1147"/>
                    <a:pt x="2017" y="1"/>
                    <a:pt x="1074"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028" name="Google Shape;7028;p36"/>
            <p:cNvSpPr/>
            <p:nvPr/>
          </p:nvSpPr>
          <p:spPr>
            <a:xfrm>
              <a:off x="1076050" y="1342750"/>
              <a:ext cx="62425" cy="53450"/>
            </a:xfrm>
            <a:custGeom>
              <a:rect b="b" l="l" r="r" t="t"/>
              <a:pathLst>
                <a:path extrusionOk="0" h="2138" w="2497">
                  <a:moveTo>
                    <a:pt x="1074" y="1"/>
                  </a:moveTo>
                  <a:cubicBezTo>
                    <a:pt x="480" y="1"/>
                    <a:pt x="9" y="481"/>
                    <a:pt x="1" y="1066"/>
                  </a:cubicBezTo>
                  <a:cubicBezTo>
                    <a:pt x="1" y="1710"/>
                    <a:pt x="530" y="2138"/>
                    <a:pt x="1078" y="2138"/>
                  </a:cubicBezTo>
                  <a:cubicBezTo>
                    <a:pt x="1340" y="2138"/>
                    <a:pt x="1606" y="2040"/>
                    <a:pt x="1822" y="1822"/>
                  </a:cubicBezTo>
                  <a:cubicBezTo>
                    <a:pt x="2496" y="1147"/>
                    <a:pt x="2017" y="1"/>
                    <a:pt x="1074"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029" name="Google Shape;7029;p36"/>
            <p:cNvSpPr/>
            <p:nvPr/>
          </p:nvSpPr>
          <p:spPr>
            <a:xfrm>
              <a:off x="1076050" y="1266550"/>
              <a:ext cx="62425" cy="53450"/>
            </a:xfrm>
            <a:custGeom>
              <a:rect b="b" l="l" r="r" t="t"/>
              <a:pathLst>
                <a:path extrusionOk="0" h="2138" w="2497">
                  <a:moveTo>
                    <a:pt x="1074" y="0"/>
                  </a:moveTo>
                  <a:cubicBezTo>
                    <a:pt x="480" y="9"/>
                    <a:pt x="9" y="480"/>
                    <a:pt x="1" y="1074"/>
                  </a:cubicBezTo>
                  <a:cubicBezTo>
                    <a:pt x="1" y="1711"/>
                    <a:pt x="529" y="2137"/>
                    <a:pt x="1077" y="2137"/>
                  </a:cubicBezTo>
                  <a:cubicBezTo>
                    <a:pt x="1339" y="2137"/>
                    <a:pt x="1606" y="2040"/>
                    <a:pt x="1822" y="1821"/>
                  </a:cubicBezTo>
                  <a:cubicBezTo>
                    <a:pt x="2496" y="1155"/>
                    <a:pt x="2017" y="0"/>
                    <a:pt x="1074"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030" name="Google Shape;7030;p36"/>
            <p:cNvSpPr/>
            <p:nvPr/>
          </p:nvSpPr>
          <p:spPr>
            <a:xfrm>
              <a:off x="1000050" y="2104500"/>
              <a:ext cx="62200" cy="53325"/>
            </a:xfrm>
            <a:custGeom>
              <a:rect b="b" l="l" r="r" t="t"/>
              <a:pathLst>
                <a:path extrusionOk="0" h="2133" w="2488">
                  <a:moveTo>
                    <a:pt x="1065" y="0"/>
                  </a:moveTo>
                  <a:cubicBezTo>
                    <a:pt x="472" y="0"/>
                    <a:pt x="0" y="480"/>
                    <a:pt x="0" y="1065"/>
                  </a:cubicBezTo>
                  <a:cubicBezTo>
                    <a:pt x="0" y="1709"/>
                    <a:pt x="526" y="2133"/>
                    <a:pt x="1072" y="2133"/>
                  </a:cubicBezTo>
                  <a:cubicBezTo>
                    <a:pt x="1332" y="2133"/>
                    <a:pt x="1598" y="2036"/>
                    <a:pt x="1813" y="1821"/>
                  </a:cubicBezTo>
                  <a:cubicBezTo>
                    <a:pt x="2488" y="1146"/>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031" name="Google Shape;7031;p36"/>
            <p:cNvSpPr/>
            <p:nvPr/>
          </p:nvSpPr>
          <p:spPr>
            <a:xfrm>
              <a:off x="1000050" y="2028275"/>
              <a:ext cx="62200" cy="53450"/>
            </a:xfrm>
            <a:custGeom>
              <a:rect b="b" l="l" r="r" t="t"/>
              <a:pathLst>
                <a:path extrusionOk="0" h="2138" w="2488">
                  <a:moveTo>
                    <a:pt x="1065" y="1"/>
                  </a:moveTo>
                  <a:cubicBezTo>
                    <a:pt x="472" y="1"/>
                    <a:pt x="0" y="480"/>
                    <a:pt x="0" y="1065"/>
                  </a:cubicBezTo>
                  <a:cubicBezTo>
                    <a:pt x="0" y="1709"/>
                    <a:pt x="525" y="2137"/>
                    <a:pt x="1072" y="2137"/>
                  </a:cubicBezTo>
                  <a:cubicBezTo>
                    <a:pt x="1332" y="2137"/>
                    <a:pt x="1598" y="2040"/>
                    <a:pt x="1813" y="1821"/>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032" name="Google Shape;7032;p36"/>
            <p:cNvSpPr/>
            <p:nvPr/>
          </p:nvSpPr>
          <p:spPr>
            <a:xfrm>
              <a:off x="1000050" y="1952050"/>
              <a:ext cx="62200" cy="53450"/>
            </a:xfrm>
            <a:custGeom>
              <a:rect b="b" l="l" r="r" t="t"/>
              <a:pathLst>
                <a:path extrusionOk="0" h="2138" w="2488">
                  <a:moveTo>
                    <a:pt x="1065" y="1"/>
                  </a:moveTo>
                  <a:cubicBezTo>
                    <a:pt x="472" y="9"/>
                    <a:pt x="0" y="481"/>
                    <a:pt x="0" y="1074"/>
                  </a:cubicBezTo>
                  <a:cubicBezTo>
                    <a:pt x="0" y="1712"/>
                    <a:pt x="525" y="2138"/>
                    <a:pt x="1070" y="2138"/>
                  </a:cubicBezTo>
                  <a:cubicBezTo>
                    <a:pt x="1332" y="2138"/>
                    <a:pt x="1597" y="2040"/>
                    <a:pt x="1813" y="1822"/>
                  </a:cubicBezTo>
                  <a:cubicBezTo>
                    <a:pt x="2488" y="1155"/>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033" name="Google Shape;7033;p36"/>
            <p:cNvSpPr/>
            <p:nvPr/>
          </p:nvSpPr>
          <p:spPr>
            <a:xfrm>
              <a:off x="1000050" y="1876050"/>
              <a:ext cx="62200" cy="53275"/>
            </a:xfrm>
            <a:custGeom>
              <a:rect b="b" l="l" r="r" t="t"/>
              <a:pathLst>
                <a:path extrusionOk="0" h="2131" w="2488">
                  <a:moveTo>
                    <a:pt x="1065" y="1"/>
                  </a:moveTo>
                  <a:cubicBezTo>
                    <a:pt x="472" y="1"/>
                    <a:pt x="0" y="472"/>
                    <a:pt x="0" y="1066"/>
                  </a:cubicBezTo>
                  <a:cubicBezTo>
                    <a:pt x="0" y="1707"/>
                    <a:pt x="522" y="2131"/>
                    <a:pt x="1067" y="2131"/>
                  </a:cubicBezTo>
                  <a:cubicBezTo>
                    <a:pt x="1329" y="2131"/>
                    <a:pt x="1596" y="2033"/>
                    <a:pt x="1813" y="1813"/>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034" name="Google Shape;7034;p36"/>
            <p:cNvSpPr/>
            <p:nvPr/>
          </p:nvSpPr>
          <p:spPr>
            <a:xfrm>
              <a:off x="1000050" y="1799850"/>
              <a:ext cx="62200" cy="53325"/>
            </a:xfrm>
            <a:custGeom>
              <a:rect b="b" l="l" r="r" t="t"/>
              <a:pathLst>
                <a:path extrusionOk="0" h="2133" w="2488">
                  <a:moveTo>
                    <a:pt x="1065" y="0"/>
                  </a:moveTo>
                  <a:cubicBezTo>
                    <a:pt x="472" y="0"/>
                    <a:pt x="0" y="480"/>
                    <a:pt x="0" y="1065"/>
                  </a:cubicBezTo>
                  <a:cubicBezTo>
                    <a:pt x="0" y="1709"/>
                    <a:pt x="526" y="2133"/>
                    <a:pt x="1072" y="2133"/>
                  </a:cubicBezTo>
                  <a:cubicBezTo>
                    <a:pt x="1332" y="2133"/>
                    <a:pt x="1598" y="2036"/>
                    <a:pt x="1813" y="1821"/>
                  </a:cubicBezTo>
                  <a:cubicBezTo>
                    <a:pt x="2488" y="1146"/>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035" name="Google Shape;7035;p36"/>
            <p:cNvSpPr/>
            <p:nvPr/>
          </p:nvSpPr>
          <p:spPr>
            <a:xfrm>
              <a:off x="1000050" y="1723625"/>
              <a:ext cx="62200" cy="53350"/>
            </a:xfrm>
            <a:custGeom>
              <a:rect b="b" l="l" r="r" t="t"/>
              <a:pathLst>
                <a:path extrusionOk="0" h="2134" w="2488">
                  <a:moveTo>
                    <a:pt x="1065" y="1"/>
                  </a:moveTo>
                  <a:cubicBezTo>
                    <a:pt x="472" y="1"/>
                    <a:pt x="0" y="480"/>
                    <a:pt x="0" y="1065"/>
                  </a:cubicBezTo>
                  <a:cubicBezTo>
                    <a:pt x="0" y="1709"/>
                    <a:pt x="526" y="2133"/>
                    <a:pt x="1072" y="2133"/>
                  </a:cubicBezTo>
                  <a:cubicBezTo>
                    <a:pt x="1332" y="2133"/>
                    <a:pt x="1598" y="2037"/>
                    <a:pt x="1813" y="1822"/>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036" name="Google Shape;7036;p36"/>
            <p:cNvSpPr/>
            <p:nvPr/>
          </p:nvSpPr>
          <p:spPr>
            <a:xfrm>
              <a:off x="1000050" y="1647400"/>
              <a:ext cx="62200" cy="53450"/>
            </a:xfrm>
            <a:custGeom>
              <a:rect b="b" l="l" r="r" t="t"/>
              <a:pathLst>
                <a:path extrusionOk="0" h="2138" w="2488">
                  <a:moveTo>
                    <a:pt x="1065" y="1"/>
                  </a:moveTo>
                  <a:cubicBezTo>
                    <a:pt x="472" y="1"/>
                    <a:pt x="0" y="481"/>
                    <a:pt x="0" y="1066"/>
                  </a:cubicBezTo>
                  <a:cubicBezTo>
                    <a:pt x="0" y="1710"/>
                    <a:pt x="525" y="2138"/>
                    <a:pt x="1072" y="2138"/>
                  </a:cubicBezTo>
                  <a:cubicBezTo>
                    <a:pt x="1332" y="2138"/>
                    <a:pt x="1598" y="2040"/>
                    <a:pt x="1813" y="1822"/>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037" name="Google Shape;7037;p36"/>
            <p:cNvSpPr/>
            <p:nvPr/>
          </p:nvSpPr>
          <p:spPr>
            <a:xfrm>
              <a:off x="1000050" y="1571400"/>
              <a:ext cx="62200" cy="53250"/>
            </a:xfrm>
            <a:custGeom>
              <a:rect b="b" l="l" r="r" t="t"/>
              <a:pathLst>
                <a:path extrusionOk="0" h="2130" w="2488">
                  <a:moveTo>
                    <a:pt x="1065" y="1"/>
                  </a:moveTo>
                  <a:cubicBezTo>
                    <a:pt x="472" y="1"/>
                    <a:pt x="0" y="472"/>
                    <a:pt x="0" y="1066"/>
                  </a:cubicBezTo>
                  <a:cubicBezTo>
                    <a:pt x="0" y="1703"/>
                    <a:pt x="525" y="2129"/>
                    <a:pt x="1070" y="2129"/>
                  </a:cubicBezTo>
                  <a:cubicBezTo>
                    <a:pt x="1332" y="2129"/>
                    <a:pt x="1597" y="2032"/>
                    <a:pt x="1813" y="1813"/>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038" name="Google Shape;7038;p36"/>
            <p:cNvSpPr/>
            <p:nvPr/>
          </p:nvSpPr>
          <p:spPr>
            <a:xfrm>
              <a:off x="1000050" y="1342750"/>
              <a:ext cx="62200" cy="53450"/>
            </a:xfrm>
            <a:custGeom>
              <a:rect b="b" l="l" r="r" t="t"/>
              <a:pathLst>
                <a:path extrusionOk="0" h="2138" w="2488">
                  <a:moveTo>
                    <a:pt x="1065" y="1"/>
                  </a:moveTo>
                  <a:cubicBezTo>
                    <a:pt x="472" y="1"/>
                    <a:pt x="0" y="481"/>
                    <a:pt x="0" y="1066"/>
                  </a:cubicBezTo>
                  <a:cubicBezTo>
                    <a:pt x="0" y="1710"/>
                    <a:pt x="525" y="2138"/>
                    <a:pt x="1072" y="2138"/>
                  </a:cubicBezTo>
                  <a:cubicBezTo>
                    <a:pt x="1332" y="2138"/>
                    <a:pt x="1598" y="2040"/>
                    <a:pt x="1813" y="1822"/>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039" name="Google Shape;7039;p36"/>
            <p:cNvSpPr/>
            <p:nvPr/>
          </p:nvSpPr>
          <p:spPr>
            <a:xfrm>
              <a:off x="923825" y="2028275"/>
              <a:ext cx="62225" cy="53450"/>
            </a:xfrm>
            <a:custGeom>
              <a:rect b="b" l="l" r="r" t="t"/>
              <a:pathLst>
                <a:path extrusionOk="0" h="2138" w="2489">
                  <a:moveTo>
                    <a:pt x="1066" y="1"/>
                  </a:moveTo>
                  <a:cubicBezTo>
                    <a:pt x="480" y="1"/>
                    <a:pt x="1" y="480"/>
                    <a:pt x="1" y="1065"/>
                  </a:cubicBezTo>
                  <a:cubicBezTo>
                    <a:pt x="1" y="1709"/>
                    <a:pt x="526" y="2137"/>
                    <a:pt x="1075" y="2137"/>
                  </a:cubicBezTo>
                  <a:cubicBezTo>
                    <a:pt x="1336" y="2137"/>
                    <a:pt x="1604" y="2040"/>
                    <a:pt x="1822" y="1821"/>
                  </a:cubicBezTo>
                  <a:cubicBezTo>
                    <a:pt x="2488"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040" name="Google Shape;7040;p36"/>
            <p:cNvSpPr/>
            <p:nvPr/>
          </p:nvSpPr>
          <p:spPr>
            <a:xfrm>
              <a:off x="923825" y="1952050"/>
              <a:ext cx="62225" cy="53450"/>
            </a:xfrm>
            <a:custGeom>
              <a:rect b="b" l="l" r="r" t="t"/>
              <a:pathLst>
                <a:path extrusionOk="0" h="2138" w="2489">
                  <a:moveTo>
                    <a:pt x="1066" y="1"/>
                  </a:moveTo>
                  <a:cubicBezTo>
                    <a:pt x="480" y="9"/>
                    <a:pt x="1" y="481"/>
                    <a:pt x="1" y="1074"/>
                  </a:cubicBezTo>
                  <a:cubicBezTo>
                    <a:pt x="1" y="1712"/>
                    <a:pt x="525" y="2138"/>
                    <a:pt x="1073" y="2138"/>
                  </a:cubicBezTo>
                  <a:cubicBezTo>
                    <a:pt x="1336" y="2138"/>
                    <a:pt x="1603" y="2040"/>
                    <a:pt x="1822" y="1822"/>
                  </a:cubicBezTo>
                  <a:cubicBezTo>
                    <a:pt x="2488" y="1155"/>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041" name="Google Shape;7041;p36"/>
            <p:cNvSpPr/>
            <p:nvPr/>
          </p:nvSpPr>
          <p:spPr>
            <a:xfrm>
              <a:off x="923825" y="1876050"/>
              <a:ext cx="62225" cy="53350"/>
            </a:xfrm>
            <a:custGeom>
              <a:rect b="b" l="l" r="r" t="t"/>
              <a:pathLst>
                <a:path extrusionOk="0" h="2134" w="2489">
                  <a:moveTo>
                    <a:pt x="1066" y="1"/>
                  </a:moveTo>
                  <a:cubicBezTo>
                    <a:pt x="480" y="1"/>
                    <a:pt x="1" y="472"/>
                    <a:pt x="1" y="1066"/>
                  </a:cubicBezTo>
                  <a:cubicBezTo>
                    <a:pt x="1" y="1709"/>
                    <a:pt x="526" y="2133"/>
                    <a:pt x="1075" y="2133"/>
                  </a:cubicBezTo>
                  <a:cubicBezTo>
                    <a:pt x="1337" y="2133"/>
                    <a:pt x="1604" y="2037"/>
                    <a:pt x="1822" y="1822"/>
                  </a:cubicBezTo>
                  <a:cubicBezTo>
                    <a:pt x="2488"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042" name="Google Shape;7042;p36"/>
            <p:cNvSpPr/>
            <p:nvPr/>
          </p:nvSpPr>
          <p:spPr>
            <a:xfrm>
              <a:off x="923825" y="1799850"/>
              <a:ext cx="62225" cy="53325"/>
            </a:xfrm>
            <a:custGeom>
              <a:rect b="b" l="l" r="r" t="t"/>
              <a:pathLst>
                <a:path extrusionOk="0" h="2133" w="2489">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043" name="Google Shape;7043;p36"/>
            <p:cNvSpPr/>
            <p:nvPr/>
          </p:nvSpPr>
          <p:spPr>
            <a:xfrm>
              <a:off x="923825" y="1723625"/>
              <a:ext cx="62225" cy="53350"/>
            </a:xfrm>
            <a:custGeom>
              <a:rect b="b" l="l" r="r" t="t"/>
              <a:pathLst>
                <a:path extrusionOk="0" h="2134" w="2489">
                  <a:moveTo>
                    <a:pt x="1066" y="1"/>
                  </a:moveTo>
                  <a:cubicBezTo>
                    <a:pt x="480" y="1"/>
                    <a:pt x="1" y="480"/>
                    <a:pt x="1" y="1065"/>
                  </a:cubicBezTo>
                  <a:cubicBezTo>
                    <a:pt x="1" y="1709"/>
                    <a:pt x="526" y="2133"/>
                    <a:pt x="1075" y="2133"/>
                  </a:cubicBezTo>
                  <a:cubicBezTo>
                    <a:pt x="1337" y="2133"/>
                    <a:pt x="1604" y="2037"/>
                    <a:pt x="1822" y="1822"/>
                  </a:cubicBezTo>
                  <a:cubicBezTo>
                    <a:pt x="2488"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044" name="Google Shape;7044;p36"/>
            <p:cNvSpPr/>
            <p:nvPr/>
          </p:nvSpPr>
          <p:spPr>
            <a:xfrm>
              <a:off x="923825" y="1647400"/>
              <a:ext cx="62225" cy="53450"/>
            </a:xfrm>
            <a:custGeom>
              <a:rect b="b" l="l" r="r" t="t"/>
              <a:pathLst>
                <a:path extrusionOk="0" h="2138" w="2489">
                  <a:moveTo>
                    <a:pt x="1066" y="1"/>
                  </a:moveTo>
                  <a:cubicBezTo>
                    <a:pt x="480" y="9"/>
                    <a:pt x="1" y="481"/>
                    <a:pt x="1" y="1066"/>
                  </a:cubicBezTo>
                  <a:cubicBezTo>
                    <a:pt x="1" y="1710"/>
                    <a:pt x="526" y="2138"/>
                    <a:pt x="1075" y="2138"/>
                  </a:cubicBezTo>
                  <a:cubicBezTo>
                    <a:pt x="1336" y="2138"/>
                    <a:pt x="1604" y="2040"/>
                    <a:pt x="1822" y="1822"/>
                  </a:cubicBezTo>
                  <a:cubicBezTo>
                    <a:pt x="2488"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045" name="Google Shape;7045;p36"/>
            <p:cNvSpPr/>
            <p:nvPr/>
          </p:nvSpPr>
          <p:spPr>
            <a:xfrm>
              <a:off x="923825" y="1571400"/>
              <a:ext cx="62225" cy="53250"/>
            </a:xfrm>
            <a:custGeom>
              <a:rect b="b" l="l" r="r" t="t"/>
              <a:pathLst>
                <a:path extrusionOk="0" h="2130" w="2489">
                  <a:moveTo>
                    <a:pt x="1066" y="1"/>
                  </a:moveTo>
                  <a:cubicBezTo>
                    <a:pt x="480" y="1"/>
                    <a:pt x="1" y="472"/>
                    <a:pt x="1" y="1066"/>
                  </a:cubicBezTo>
                  <a:cubicBezTo>
                    <a:pt x="1" y="1703"/>
                    <a:pt x="525" y="2129"/>
                    <a:pt x="1073" y="2129"/>
                  </a:cubicBezTo>
                  <a:cubicBezTo>
                    <a:pt x="1336" y="2129"/>
                    <a:pt x="1603" y="2032"/>
                    <a:pt x="1822" y="1813"/>
                  </a:cubicBezTo>
                  <a:cubicBezTo>
                    <a:pt x="2488"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046" name="Google Shape;7046;p36"/>
            <p:cNvSpPr/>
            <p:nvPr/>
          </p:nvSpPr>
          <p:spPr>
            <a:xfrm>
              <a:off x="847625" y="1952050"/>
              <a:ext cx="62200" cy="53450"/>
            </a:xfrm>
            <a:custGeom>
              <a:rect b="b" l="l" r="r" t="t"/>
              <a:pathLst>
                <a:path extrusionOk="0" h="2138" w="2488">
                  <a:moveTo>
                    <a:pt x="1065" y="1"/>
                  </a:moveTo>
                  <a:cubicBezTo>
                    <a:pt x="480" y="9"/>
                    <a:pt x="0" y="481"/>
                    <a:pt x="0" y="1074"/>
                  </a:cubicBezTo>
                  <a:cubicBezTo>
                    <a:pt x="0" y="1712"/>
                    <a:pt x="525" y="2138"/>
                    <a:pt x="1073" y="2138"/>
                  </a:cubicBezTo>
                  <a:cubicBezTo>
                    <a:pt x="1335" y="2138"/>
                    <a:pt x="1603" y="2040"/>
                    <a:pt x="1821" y="1822"/>
                  </a:cubicBezTo>
                  <a:cubicBezTo>
                    <a:pt x="2488" y="1155"/>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047" name="Google Shape;7047;p36"/>
            <p:cNvSpPr/>
            <p:nvPr/>
          </p:nvSpPr>
          <p:spPr>
            <a:xfrm>
              <a:off x="847625" y="1876050"/>
              <a:ext cx="62200" cy="53275"/>
            </a:xfrm>
            <a:custGeom>
              <a:rect b="b" l="l" r="r" t="t"/>
              <a:pathLst>
                <a:path extrusionOk="0" h="2131" w="2488">
                  <a:moveTo>
                    <a:pt x="1065" y="1"/>
                  </a:moveTo>
                  <a:cubicBezTo>
                    <a:pt x="480" y="1"/>
                    <a:pt x="0" y="472"/>
                    <a:pt x="0" y="1066"/>
                  </a:cubicBezTo>
                  <a:cubicBezTo>
                    <a:pt x="0" y="1707"/>
                    <a:pt x="522" y="2131"/>
                    <a:pt x="1069" y="2131"/>
                  </a:cubicBezTo>
                  <a:cubicBezTo>
                    <a:pt x="1333" y="2131"/>
                    <a:pt x="1602" y="2033"/>
                    <a:pt x="1821" y="1813"/>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048" name="Google Shape;7048;p36"/>
            <p:cNvSpPr/>
            <p:nvPr/>
          </p:nvSpPr>
          <p:spPr>
            <a:xfrm>
              <a:off x="847625" y="1799850"/>
              <a:ext cx="62200" cy="53325"/>
            </a:xfrm>
            <a:custGeom>
              <a:rect b="b" l="l" r="r" t="t"/>
              <a:pathLst>
                <a:path extrusionOk="0" h="2133" w="2488">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049" name="Google Shape;7049;p36"/>
            <p:cNvSpPr/>
            <p:nvPr/>
          </p:nvSpPr>
          <p:spPr>
            <a:xfrm>
              <a:off x="847625" y="1723625"/>
              <a:ext cx="62200" cy="53350"/>
            </a:xfrm>
            <a:custGeom>
              <a:rect b="b" l="l" r="r" t="t"/>
              <a:pathLst>
                <a:path extrusionOk="0" h="2134" w="2488">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050" name="Google Shape;7050;p36"/>
            <p:cNvSpPr/>
            <p:nvPr/>
          </p:nvSpPr>
          <p:spPr>
            <a:xfrm>
              <a:off x="847625" y="1647400"/>
              <a:ext cx="62200" cy="53450"/>
            </a:xfrm>
            <a:custGeom>
              <a:rect b="b" l="l" r="r" t="t"/>
              <a:pathLst>
                <a:path extrusionOk="0" h="2138" w="2488">
                  <a:moveTo>
                    <a:pt x="1065" y="1"/>
                  </a:moveTo>
                  <a:cubicBezTo>
                    <a:pt x="480" y="9"/>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051" name="Google Shape;7051;p36"/>
            <p:cNvSpPr/>
            <p:nvPr/>
          </p:nvSpPr>
          <p:spPr>
            <a:xfrm>
              <a:off x="847625" y="1571400"/>
              <a:ext cx="62200" cy="53250"/>
            </a:xfrm>
            <a:custGeom>
              <a:rect b="b" l="l" r="r" t="t"/>
              <a:pathLst>
                <a:path extrusionOk="0" h="2130" w="2488">
                  <a:moveTo>
                    <a:pt x="1065" y="1"/>
                  </a:moveTo>
                  <a:cubicBezTo>
                    <a:pt x="480" y="1"/>
                    <a:pt x="0" y="472"/>
                    <a:pt x="0" y="1066"/>
                  </a:cubicBezTo>
                  <a:cubicBezTo>
                    <a:pt x="0" y="1703"/>
                    <a:pt x="525" y="2129"/>
                    <a:pt x="1073" y="2129"/>
                  </a:cubicBezTo>
                  <a:cubicBezTo>
                    <a:pt x="1335" y="2129"/>
                    <a:pt x="1603" y="2032"/>
                    <a:pt x="1821" y="1813"/>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052" name="Google Shape;7052;p36"/>
            <p:cNvSpPr/>
            <p:nvPr/>
          </p:nvSpPr>
          <p:spPr>
            <a:xfrm>
              <a:off x="771400" y="1799850"/>
              <a:ext cx="62425" cy="53325"/>
            </a:xfrm>
            <a:custGeom>
              <a:rect b="b" l="l" r="r" t="t"/>
              <a:pathLst>
                <a:path extrusionOk="0" h="2133" w="2497">
                  <a:moveTo>
                    <a:pt x="1066" y="0"/>
                  </a:moveTo>
                  <a:cubicBezTo>
                    <a:pt x="480" y="0"/>
                    <a:pt x="1" y="480"/>
                    <a:pt x="1" y="1065"/>
                  </a:cubicBezTo>
                  <a:cubicBezTo>
                    <a:pt x="1" y="1709"/>
                    <a:pt x="526" y="2133"/>
                    <a:pt x="1075" y="2133"/>
                  </a:cubicBezTo>
                  <a:cubicBezTo>
                    <a:pt x="1337" y="2133"/>
                    <a:pt x="1604" y="2036"/>
                    <a:pt x="1822" y="1821"/>
                  </a:cubicBezTo>
                  <a:cubicBezTo>
                    <a:pt x="2496" y="1146"/>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053" name="Google Shape;7053;p36"/>
            <p:cNvSpPr/>
            <p:nvPr/>
          </p:nvSpPr>
          <p:spPr>
            <a:xfrm>
              <a:off x="771400" y="1723625"/>
              <a:ext cx="62425" cy="53350"/>
            </a:xfrm>
            <a:custGeom>
              <a:rect b="b" l="l" r="r" t="t"/>
              <a:pathLst>
                <a:path extrusionOk="0" h="2134" w="2497">
                  <a:moveTo>
                    <a:pt x="1066" y="1"/>
                  </a:moveTo>
                  <a:cubicBezTo>
                    <a:pt x="480" y="1"/>
                    <a:pt x="1" y="480"/>
                    <a:pt x="1" y="1065"/>
                  </a:cubicBezTo>
                  <a:cubicBezTo>
                    <a:pt x="1" y="1709"/>
                    <a:pt x="526" y="2133"/>
                    <a:pt x="1075" y="2133"/>
                  </a:cubicBezTo>
                  <a:cubicBezTo>
                    <a:pt x="1337" y="2133"/>
                    <a:pt x="1604" y="2037"/>
                    <a:pt x="1822" y="1822"/>
                  </a:cubicBezTo>
                  <a:cubicBezTo>
                    <a:pt x="2496"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054" name="Google Shape;7054;p36"/>
            <p:cNvSpPr/>
            <p:nvPr/>
          </p:nvSpPr>
          <p:spPr>
            <a:xfrm>
              <a:off x="771400" y="1647400"/>
              <a:ext cx="62425" cy="53450"/>
            </a:xfrm>
            <a:custGeom>
              <a:rect b="b" l="l" r="r" t="t"/>
              <a:pathLst>
                <a:path extrusionOk="0" h="2138" w="2497">
                  <a:moveTo>
                    <a:pt x="1066" y="1"/>
                  </a:moveTo>
                  <a:cubicBezTo>
                    <a:pt x="480" y="1"/>
                    <a:pt x="1" y="481"/>
                    <a:pt x="1" y="1066"/>
                  </a:cubicBezTo>
                  <a:cubicBezTo>
                    <a:pt x="1" y="1710"/>
                    <a:pt x="526" y="2138"/>
                    <a:pt x="1074" y="2138"/>
                  </a:cubicBezTo>
                  <a:cubicBezTo>
                    <a:pt x="1336" y="2138"/>
                    <a:pt x="1604" y="2040"/>
                    <a:pt x="1822" y="1822"/>
                  </a:cubicBezTo>
                  <a:cubicBezTo>
                    <a:pt x="2496"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055" name="Google Shape;7055;p36"/>
            <p:cNvSpPr/>
            <p:nvPr/>
          </p:nvSpPr>
          <p:spPr>
            <a:xfrm>
              <a:off x="771400" y="1571400"/>
              <a:ext cx="62425" cy="53250"/>
            </a:xfrm>
            <a:custGeom>
              <a:rect b="b" l="l" r="r" t="t"/>
              <a:pathLst>
                <a:path extrusionOk="0" h="2130" w="2497">
                  <a:moveTo>
                    <a:pt x="1066" y="1"/>
                  </a:moveTo>
                  <a:cubicBezTo>
                    <a:pt x="480" y="1"/>
                    <a:pt x="1" y="472"/>
                    <a:pt x="1" y="1066"/>
                  </a:cubicBezTo>
                  <a:cubicBezTo>
                    <a:pt x="1" y="1703"/>
                    <a:pt x="525" y="2129"/>
                    <a:pt x="1073" y="2129"/>
                  </a:cubicBezTo>
                  <a:cubicBezTo>
                    <a:pt x="1336" y="2129"/>
                    <a:pt x="1603" y="2032"/>
                    <a:pt x="1822" y="1813"/>
                  </a:cubicBezTo>
                  <a:cubicBezTo>
                    <a:pt x="2496"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056" name="Google Shape;7056;p36"/>
            <p:cNvSpPr/>
            <p:nvPr/>
          </p:nvSpPr>
          <p:spPr>
            <a:xfrm>
              <a:off x="695200" y="1799850"/>
              <a:ext cx="62200" cy="53325"/>
            </a:xfrm>
            <a:custGeom>
              <a:rect b="b" l="l" r="r" t="t"/>
              <a:pathLst>
                <a:path extrusionOk="0" h="2133" w="2488">
                  <a:moveTo>
                    <a:pt x="1065" y="0"/>
                  </a:moveTo>
                  <a:cubicBezTo>
                    <a:pt x="480" y="0"/>
                    <a:pt x="0" y="472"/>
                    <a:pt x="0" y="1065"/>
                  </a:cubicBezTo>
                  <a:cubicBezTo>
                    <a:pt x="0" y="1709"/>
                    <a:pt x="525" y="2133"/>
                    <a:pt x="1072" y="2133"/>
                  </a:cubicBezTo>
                  <a:cubicBezTo>
                    <a:pt x="1332" y="2133"/>
                    <a:pt x="1598" y="2036"/>
                    <a:pt x="1813" y="1821"/>
                  </a:cubicBezTo>
                  <a:cubicBezTo>
                    <a:pt x="2488" y="1146"/>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057" name="Google Shape;7057;p36"/>
            <p:cNvSpPr/>
            <p:nvPr/>
          </p:nvSpPr>
          <p:spPr>
            <a:xfrm>
              <a:off x="695200" y="1723625"/>
              <a:ext cx="62200" cy="53350"/>
            </a:xfrm>
            <a:custGeom>
              <a:rect b="b" l="l" r="r" t="t"/>
              <a:pathLst>
                <a:path extrusionOk="0" h="2134" w="2488">
                  <a:moveTo>
                    <a:pt x="1065" y="1"/>
                  </a:moveTo>
                  <a:cubicBezTo>
                    <a:pt x="480" y="1"/>
                    <a:pt x="0" y="480"/>
                    <a:pt x="0" y="1065"/>
                  </a:cubicBezTo>
                  <a:cubicBezTo>
                    <a:pt x="0" y="1709"/>
                    <a:pt x="525" y="2133"/>
                    <a:pt x="1072" y="2133"/>
                  </a:cubicBezTo>
                  <a:cubicBezTo>
                    <a:pt x="1332" y="2133"/>
                    <a:pt x="1598" y="2037"/>
                    <a:pt x="1813" y="1822"/>
                  </a:cubicBezTo>
                  <a:cubicBezTo>
                    <a:pt x="2488" y="1155"/>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058" name="Google Shape;7058;p36"/>
            <p:cNvSpPr/>
            <p:nvPr/>
          </p:nvSpPr>
          <p:spPr>
            <a:xfrm>
              <a:off x="695200" y="1647400"/>
              <a:ext cx="62200" cy="53450"/>
            </a:xfrm>
            <a:custGeom>
              <a:rect b="b" l="l" r="r" t="t"/>
              <a:pathLst>
                <a:path extrusionOk="0" h="2138" w="2488">
                  <a:moveTo>
                    <a:pt x="1065" y="1"/>
                  </a:moveTo>
                  <a:cubicBezTo>
                    <a:pt x="480" y="1"/>
                    <a:pt x="0" y="481"/>
                    <a:pt x="0" y="1066"/>
                  </a:cubicBezTo>
                  <a:cubicBezTo>
                    <a:pt x="0" y="1710"/>
                    <a:pt x="525" y="2138"/>
                    <a:pt x="1071" y="2138"/>
                  </a:cubicBezTo>
                  <a:cubicBezTo>
                    <a:pt x="1332" y="2138"/>
                    <a:pt x="1598" y="2040"/>
                    <a:pt x="1813" y="1822"/>
                  </a:cubicBezTo>
                  <a:cubicBezTo>
                    <a:pt x="2488" y="1155"/>
                    <a:pt x="2016" y="9"/>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059" name="Google Shape;7059;p36"/>
            <p:cNvSpPr/>
            <p:nvPr/>
          </p:nvSpPr>
          <p:spPr>
            <a:xfrm>
              <a:off x="695200" y="1571400"/>
              <a:ext cx="62200" cy="53250"/>
            </a:xfrm>
            <a:custGeom>
              <a:rect b="b" l="l" r="r" t="t"/>
              <a:pathLst>
                <a:path extrusionOk="0" h="2130" w="2488">
                  <a:moveTo>
                    <a:pt x="1065" y="1"/>
                  </a:moveTo>
                  <a:cubicBezTo>
                    <a:pt x="480" y="1"/>
                    <a:pt x="0" y="472"/>
                    <a:pt x="0" y="1066"/>
                  </a:cubicBezTo>
                  <a:cubicBezTo>
                    <a:pt x="0" y="1703"/>
                    <a:pt x="525" y="2129"/>
                    <a:pt x="1070" y="2129"/>
                  </a:cubicBezTo>
                  <a:cubicBezTo>
                    <a:pt x="1331" y="2129"/>
                    <a:pt x="1597" y="2032"/>
                    <a:pt x="1813" y="1813"/>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060" name="Google Shape;7060;p36"/>
            <p:cNvSpPr/>
            <p:nvPr/>
          </p:nvSpPr>
          <p:spPr>
            <a:xfrm>
              <a:off x="618975" y="1799850"/>
              <a:ext cx="62225" cy="53325"/>
            </a:xfrm>
            <a:custGeom>
              <a:rect b="b" l="l" r="r" t="t"/>
              <a:pathLst>
                <a:path extrusionOk="0" h="2133" w="2489">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061" name="Google Shape;7061;p36"/>
            <p:cNvSpPr/>
            <p:nvPr/>
          </p:nvSpPr>
          <p:spPr>
            <a:xfrm>
              <a:off x="618975" y="1723625"/>
              <a:ext cx="62225" cy="53350"/>
            </a:xfrm>
            <a:custGeom>
              <a:rect b="b" l="l" r="r" t="t"/>
              <a:pathLst>
                <a:path extrusionOk="0" h="2134" w="2489">
                  <a:moveTo>
                    <a:pt x="1066" y="1"/>
                  </a:moveTo>
                  <a:cubicBezTo>
                    <a:pt x="480" y="1"/>
                    <a:pt x="1" y="480"/>
                    <a:pt x="1" y="1065"/>
                  </a:cubicBezTo>
                  <a:cubicBezTo>
                    <a:pt x="1" y="1709"/>
                    <a:pt x="526" y="2133"/>
                    <a:pt x="1075" y="2133"/>
                  </a:cubicBezTo>
                  <a:cubicBezTo>
                    <a:pt x="1336" y="2133"/>
                    <a:pt x="1604" y="2037"/>
                    <a:pt x="1822" y="1822"/>
                  </a:cubicBezTo>
                  <a:cubicBezTo>
                    <a:pt x="2488"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062" name="Google Shape;7062;p36"/>
            <p:cNvSpPr/>
            <p:nvPr/>
          </p:nvSpPr>
          <p:spPr>
            <a:xfrm>
              <a:off x="618975" y="1647400"/>
              <a:ext cx="62225" cy="53450"/>
            </a:xfrm>
            <a:custGeom>
              <a:rect b="b" l="l" r="r" t="t"/>
              <a:pathLst>
                <a:path extrusionOk="0" h="2138" w="2489">
                  <a:moveTo>
                    <a:pt x="1066" y="1"/>
                  </a:moveTo>
                  <a:cubicBezTo>
                    <a:pt x="480" y="9"/>
                    <a:pt x="1" y="481"/>
                    <a:pt x="1" y="1066"/>
                  </a:cubicBezTo>
                  <a:cubicBezTo>
                    <a:pt x="1" y="1710"/>
                    <a:pt x="526" y="2138"/>
                    <a:pt x="1074" y="2138"/>
                  </a:cubicBezTo>
                  <a:cubicBezTo>
                    <a:pt x="1336" y="2138"/>
                    <a:pt x="1604" y="2040"/>
                    <a:pt x="1822" y="1822"/>
                  </a:cubicBezTo>
                  <a:cubicBezTo>
                    <a:pt x="2488"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063" name="Google Shape;7063;p36"/>
            <p:cNvSpPr/>
            <p:nvPr/>
          </p:nvSpPr>
          <p:spPr>
            <a:xfrm>
              <a:off x="618975" y="1571400"/>
              <a:ext cx="62225" cy="53250"/>
            </a:xfrm>
            <a:custGeom>
              <a:rect b="b" l="l" r="r" t="t"/>
              <a:pathLst>
                <a:path extrusionOk="0" h="2130" w="2489">
                  <a:moveTo>
                    <a:pt x="1066" y="1"/>
                  </a:moveTo>
                  <a:cubicBezTo>
                    <a:pt x="480" y="1"/>
                    <a:pt x="1" y="472"/>
                    <a:pt x="1" y="1066"/>
                  </a:cubicBezTo>
                  <a:cubicBezTo>
                    <a:pt x="1" y="1703"/>
                    <a:pt x="525" y="2129"/>
                    <a:pt x="1073" y="2129"/>
                  </a:cubicBezTo>
                  <a:cubicBezTo>
                    <a:pt x="1336" y="2129"/>
                    <a:pt x="1603" y="2032"/>
                    <a:pt x="1822" y="1813"/>
                  </a:cubicBezTo>
                  <a:cubicBezTo>
                    <a:pt x="2488"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064" name="Google Shape;7064;p36"/>
            <p:cNvSpPr/>
            <p:nvPr/>
          </p:nvSpPr>
          <p:spPr>
            <a:xfrm>
              <a:off x="542775" y="1799850"/>
              <a:ext cx="62400" cy="53325"/>
            </a:xfrm>
            <a:custGeom>
              <a:rect b="b" l="l" r="r" t="t"/>
              <a:pathLst>
                <a:path extrusionOk="0" h="2133" w="2496">
                  <a:moveTo>
                    <a:pt x="1065" y="0"/>
                  </a:moveTo>
                  <a:cubicBezTo>
                    <a:pt x="480" y="0"/>
                    <a:pt x="0" y="480"/>
                    <a:pt x="0" y="1065"/>
                  </a:cubicBezTo>
                  <a:cubicBezTo>
                    <a:pt x="0" y="1709"/>
                    <a:pt x="525"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065" name="Google Shape;7065;p36"/>
            <p:cNvSpPr/>
            <p:nvPr/>
          </p:nvSpPr>
          <p:spPr>
            <a:xfrm>
              <a:off x="542775" y="1723625"/>
              <a:ext cx="62400" cy="53350"/>
            </a:xfrm>
            <a:custGeom>
              <a:rect b="b" l="l" r="r" t="t"/>
              <a:pathLst>
                <a:path extrusionOk="0" h="2134" w="2496">
                  <a:moveTo>
                    <a:pt x="1065" y="1"/>
                  </a:moveTo>
                  <a:cubicBezTo>
                    <a:pt x="480" y="1"/>
                    <a:pt x="0" y="480"/>
                    <a:pt x="0" y="1065"/>
                  </a:cubicBezTo>
                  <a:cubicBezTo>
                    <a:pt x="0" y="1709"/>
                    <a:pt x="525" y="2133"/>
                    <a:pt x="1074" y="2133"/>
                  </a:cubicBezTo>
                  <a:cubicBezTo>
                    <a:pt x="1336" y="2133"/>
                    <a:pt x="1603" y="2037"/>
                    <a:pt x="1821" y="1822"/>
                  </a:cubicBezTo>
                  <a:cubicBezTo>
                    <a:pt x="2496"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066" name="Google Shape;7066;p36"/>
            <p:cNvSpPr/>
            <p:nvPr/>
          </p:nvSpPr>
          <p:spPr>
            <a:xfrm>
              <a:off x="542775" y="1647400"/>
              <a:ext cx="62400" cy="53450"/>
            </a:xfrm>
            <a:custGeom>
              <a:rect b="b" l="l" r="r" t="t"/>
              <a:pathLst>
                <a:path extrusionOk="0" h="2138" w="2496">
                  <a:moveTo>
                    <a:pt x="1065" y="1"/>
                  </a:moveTo>
                  <a:cubicBezTo>
                    <a:pt x="480" y="1"/>
                    <a:pt x="0" y="481"/>
                    <a:pt x="0" y="1066"/>
                  </a:cubicBezTo>
                  <a:cubicBezTo>
                    <a:pt x="0" y="1710"/>
                    <a:pt x="525" y="2138"/>
                    <a:pt x="1074" y="2138"/>
                  </a:cubicBezTo>
                  <a:cubicBezTo>
                    <a:pt x="1336" y="2138"/>
                    <a:pt x="1603" y="2040"/>
                    <a:pt x="1821" y="1822"/>
                  </a:cubicBezTo>
                  <a:cubicBezTo>
                    <a:pt x="2496"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067" name="Google Shape;7067;p36"/>
            <p:cNvSpPr/>
            <p:nvPr/>
          </p:nvSpPr>
          <p:spPr>
            <a:xfrm>
              <a:off x="542775" y="1571400"/>
              <a:ext cx="62400" cy="53250"/>
            </a:xfrm>
            <a:custGeom>
              <a:rect b="b" l="l" r="r" t="t"/>
              <a:pathLst>
                <a:path extrusionOk="0" h="2130" w="2496">
                  <a:moveTo>
                    <a:pt x="1065" y="1"/>
                  </a:moveTo>
                  <a:cubicBezTo>
                    <a:pt x="480" y="1"/>
                    <a:pt x="0" y="472"/>
                    <a:pt x="0" y="1066"/>
                  </a:cubicBezTo>
                  <a:cubicBezTo>
                    <a:pt x="0" y="1703"/>
                    <a:pt x="524" y="2129"/>
                    <a:pt x="1073" y="2129"/>
                  </a:cubicBezTo>
                  <a:cubicBezTo>
                    <a:pt x="1335" y="2129"/>
                    <a:pt x="1603" y="2032"/>
                    <a:pt x="1821" y="1813"/>
                  </a:cubicBezTo>
                  <a:cubicBezTo>
                    <a:pt x="2496"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068" name="Google Shape;7068;p36"/>
            <p:cNvSpPr/>
            <p:nvPr/>
          </p:nvSpPr>
          <p:spPr>
            <a:xfrm>
              <a:off x="466550" y="1799850"/>
              <a:ext cx="62425" cy="53325"/>
            </a:xfrm>
            <a:custGeom>
              <a:rect b="b" l="l" r="r" t="t"/>
              <a:pathLst>
                <a:path extrusionOk="0" h="2133" w="2497">
                  <a:moveTo>
                    <a:pt x="1074" y="0"/>
                  </a:moveTo>
                  <a:cubicBezTo>
                    <a:pt x="480" y="0"/>
                    <a:pt x="9" y="480"/>
                    <a:pt x="0" y="1065"/>
                  </a:cubicBezTo>
                  <a:cubicBezTo>
                    <a:pt x="0" y="1709"/>
                    <a:pt x="530" y="2133"/>
                    <a:pt x="1078" y="2133"/>
                  </a:cubicBezTo>
                  <a:cubicBezTo>
                    <a:pt x="1340" y="2133"/>
                    <a:pt x="1606" y="2036"/>
                    <a:pt x="1821" y="1821"/>
                  </a:cubicBezTo>
                  <a:cubicBezTo>
                    <a:pt x="2496" y="1146"/>
                    <a:pt x="2017" y="0"/>
                    <a:pt x="1074"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069" name="Google Shape;7069;p36"/>
            <p:cNvSpPr/>
            <p:nvPr/>
          </p:nvSpPr>
          <p:spPr>
            <a:xfrm>
              <a:off x="466550" y="1723625"/>
              <a:ext cx="62425" cy="53350"/>
            </a:xfrm>
            <a:custGeom>
              <a:rect b="b" l="l" r="r" t="t"/>
              <a:pathLst>
                <a:path extrusionOk="0" h="2134" w="2497">
                  <a:moveTo>
                    <a:pt x="1074" y="1"/>
                  </a:moveTo>
                  <a:cubicBezTo>
                    <a:pt x="480" y="1"/>
                    <a:pt x="9" y="480"/>
                    <a:pt x="0" y="1065"/>
                  </a:cubicBezTo>
                  <a:cubicBezTo>
                    <a:pt x="0" y="1709"/>
                    <a:pt x="530" y="2133"/>
                    <a:pt x="1078" y="2133"/>
                  </a:cubicBezTo>
                  <a:cubicBezTo>
                    <a:pt x="1340" y="2133"/>
                    <a:pt x="1606" y="2037"/>
                    <a:pt x="1821" y="1822"/>
                  </a:cubicBezTo>
                  <a:cubicBezTo>
                    <a:pt x="2496" y="1147"/>
                    <a:pt x="2017" y="1"/>
                    <a:pt x="1074"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070" name="Google Shape;7070;p36"/>
            <p:cNvSpPr/>
            <p:nvPr/>
          </p:nvSpPr>
          <p:spPr>
            <a:xfrm>
              <a:off x="466550" y="1647400"/>
              <a:ext cx="62425" cy="53450"/>
            </a:xfrm>
            <a:custGeom>
              <a:rect b="b" l="l" r="r" t="t"/>
              <a:pathLst>
                <a:path extrusionOk="0" h="2138" w="2497">
                  <a:moveTo>
                    <a:pt x="1074" y="1"/>
                  </a:moveTo>
                  <a:cubicBezTo>
                    <a:pt x="480" y="9"/>
                    <a:pt x="9" y="481"/>
                    <a:pt x="0" y="1066"/>
                  </a:cubicBezTo>
                  <a:cubicBezTo>
                    <a:pt x="0" y="1710"/>
                    <a:pt x="529" y="2138"/>
                    <a:pt x="1078" y="2138"/>
                  </a:cubicBezTo>
                  <a:cubicBezTo>
                    <a:pt x="1340" y="2138"/>
                    <a:pt x="1606" y="2040"/>
                    <a:pt x="1821" y="1822"/>
                  </a:cubicBezTo>
                  <a:cubicBezTo>
                    <a:pt x="2496" y="1147"/>
                    <a:pt x="2017" y="1"/>
                    <a:pt x="1074"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071" name="Google Shape;7071;p36"/>
            <p:cNvSpPr/>
            <p:nvPr/>
          </p:nvSpPr>
          <p:spPr>
            <a:xfrm>
              <a:off x="466550" y="1571400"/>
              <a:ext cx="62425" cy="53250"/>
            </a:xfrm>
            <a:custGeom>
              <a:rect b="b" l="l" r="r" t="t"/>
              <a:pathLst>
                <a:path extrusionOk="0" h="2130" w="2497">
                  <a:moveTo>
                    <a:pt x="1074" y="1"/>
                  </a:moveTo>
                  <a:cubicBezTo>
                    <a:pt x="480" y="1"/>
                    <a:pt x="9" y="472"/>
                    <a:pt x="0" y="1066"/>
                  </a:cubicBezTo>
                  <a:cubicBezTo>
                    <a:pt x="0" y="1703"/>
                    <a:pt x="529" y="2129"/>
                    <a:pt x="1077" y="2129"/>
                  </a:cubicBezTo>
                  <a:cubicBezTo>
                    <a:pt x="1339" y="2129"/>
                    <a:pt x="1606" y="2032"/>
                    <a:pt x="1821" y="1813"/>
                  </a:cubicBezTo>
                  <a:cubicBezTo>
                    <a:pt x="2496" y="1147"/>
                    <a:pt x="2017" y="1"/>
                    <a:pt x="1074"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072" name="Google Shape;7072;p36"/>
            <p:cNvSpPr/>
            <p:nvPr/>
          </p:nvSpPr>
          <p:spPr>
            <a:xfrm>
              <a:off x="390550" y="1876050"/>
              <a:ext cx="62350" cy="53275"/>
            </a:xfrm>
            <a:custGeom>
              <a:rect b="b" l="l" r="r" t="t"/>
              <a:pathLst>
                <a:path extrusionOk="0" h="2131" w="2494">
                  <a:moveTo>
                    <a:pt x="1075" y="1"/>
                  </a:moveTo>
                  <a:cubicBezTo>
                    <a:pt x="1072" y="1"/>
                    <a:pt x="1068" y="1"/>
                    <a:pt x="1065" y="1"/>
                  </a:cubicBezTo>
                  <a:cubicBezTo>
                    <a:pt x="480" y="1"/>
                    <a:pt x="0" y="480"/>
                    <a:pt x="0" y="1066"/>
                  </a:cubicBezTo>
                  <a:cubicBezTo>
                    <a:pt x="0" y="1707"/>
                    <a:pt x="522" y="2131"/>
                    <a:pt x="1069" y="2131"/>
                  </a:cubicBezTo>
                  <a:cubicBezTo>
                    <a:pt x="1333" y="2131"/>
                    <a:pt x="1602" y="2033"/>
                    <a:pt x="1821" y="1813"/>
                  </a:cubicBezTo>
                  <a:cubicBezTo>
                    <a:pt x="2493" y="1149"/>
                    <a:pt x="2020" y="1"/>
                    <a:pt x="107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073" name="Google Shape;7073;p36"/>
            <p:cNvSpPr/>
            <p:nvPr/>
          </p:nvSpPr>
          <p:spPr>
            <a:xfrm>
              <a:off x="390550" y="1799825"/>
              <a:ext cx="62350" cy="53300"/>
            </a:xfrm>
            <a:custGeom>
              <a:rect b="b" l="l" r="r" t="t"/>
              <a:pathLst>
                <a:path extrusionOk="0" h="2132" w="2494">
                  <a:moveTo>
                    <a:pt x="1075" y="1"/>
                  </a:moveTo>
                  <a:cubicBezTo>
                    <a:pt x="1072" y="1"/>
                    <a:pt x="1068" y="1"/>
                    <a:pt x="1065" y="1"/>
                  </a:cubicBezTo>
                  <a:cubicBezTo>
                    <a:pt x="480" y="1"/>
                    <a:pt x="0" y="481"/>
                    <a:pt x="0" y="1066"/>
                  </a:cubicBezTo>
                  <a:cubicBezTo>
                    <a:pt x="0" y="1708"/>
                    <a:pt x="526" y="2131"/>
                    <a:pt x="1073" y="2131"/>
                  </a:cubicBezTo>
                  <a:cubicBezTo>
                    <a:pt x="1336" y="2131"/>
                    <a:pt x="1604" y="2033"/>
                    <a:pt x="1821" y="1814"/>
                  </a:cubicBezTo>
                  <a:cubicBezTo>
                    <a:pt x="2493" y="1150"/>
                    <a:pt x="2020" y="1"/>
                    <a:pt x="107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074" name="Google Shape;7074;p36"/>
            <p:cNvSpPr/>
            <p:nvPr/>
          </p:nvSpPr>
          <p:spPr>
            <a:xfrm>
              <a:off x="390550" y="1723625"/>
              <a:ext cx="62400" cy="53350"/>
            </a:xfrm>
            <a:custGeom>
              <a:rect b="b" l="l" r="r" t="t"/>
              <a:pathLst>
                <a:path extrusionOk="0" h="2134" w="2496">
                  <a:moveTo>
                    <a:pt x="1065" y="1"/>
                  </a:moveTo>
                  <a:cubicBezTo>
                    <a:pt x="480" y="1"/>
                    <a:pt x="0" y="480"/>
                    <a:pt x="0" y="1065"/>
                  </a:cubicBezTo>
                  <a:cubicBezTo>
                    <a:pt x="0" y="1709"/>
                    <a:pt x="529" y="2133"/>
                    <a:pt x="1078" y="2133"/>
                  </a:cubicBezTo>
                  <a:cubicBezTo>
                    <a:pt x="1339" y="2133"/>
                    <a:pt x="1606" y="2037"/>
                    <a:pt x="1821" y="1822"/>
                  </a:cubicBezTo>
                  <a:cubicBezTo>
                    <a:pt x="2496"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075" name="Google Shape;7075;p36"/>
            <p:cNvSpPr/>
            <p:nvPr/>
          </p:nvSpPr>
          <p:spPr>
            <a:xfrm>
              <a:off x="390550" y="1647400"/>
              <a:ext cx="62400" cy="53450"/>
            </a:xfrm>
            <a:custGeom>
              <a:rect b="b" l="l" r="r" t="t"/>
              <a:pathLst>
                <a:path extrusionOk="0" h="2138" w="2496">
                  <a:moveTo>
                    <a:pt x="1065" y="1"/>
                  </a:moveTo>
                  <a:cubicBezTo>
                    <a:pt x="480" y="9"/>
                    <a:pt x="0" y="481"/>
                    <a:pt x="0" y="1066"/>
                  </a:cubicBezTo>
                  <a:cubicBezTo>
                    <a:pt x="0" y="1710"/>
                    <a:pt x="525" y="2138"/>
                    <a:pt x="1074" y="2138"/>
                  </a:cubicBezTo>
                  <a:cubicBezTo>
                    <a:pt x="1336" y="2138"/>
                    <a:pt x="1603" y="2040"/>
                    <a:pt x="1821" y="1822"/>
                  </a:cubicBezTo>
                  <a:cubicBezTo>
                    <a:pt x="2496"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076" name="Google Shape;7076;p36"/>
            <p:cNvSpPr/>
            <p:nvPr/>
          </p:nvSpPr>
          <p:spPr>
            <a:xfrm>
              <a:off x="390550" y="1571400"/>
              <a:ext cx="62350" cy="53275"/>
            </a:xfrm>
            <a:custGeom>
              <a:rect b="b" l="l" r="r" t="t"/>
              <a:pathLst>
                <a:path extrusionOk="0" h="2131" w="2494">
                  <a:moveTo>
                    <a:pt x="1075" y="1"/>
                  </a:moveTo>
                  <a:cubicBezTo>
                    <a:pt x="1072" y="1"/>
                    <a:pt x="1068" y="1"/>
                    <a:pt x="1065" y="1"/>
                  </a:cubicBezTo>
                  <a:cubicBezTo>
                    <a:pt x="480" y="1"/>
                    <a:pt x="0" y="472"/>
                    <a:pt x="0" y="1066"/>
                  </a:cubicBezTo>
                  <a:cubicBezTo>
                    <a:pt x="0" y="1708"/>
                    <a:pt x="522" y="2131"/>
                    <a:pt x="1069" y="2131"/>
                  </a:cubicBezTo>
                  <a:cubicBezTo>
                    <a:pt x="1333" y="2131"/>
                    <a:pt x="1602" y="2033"/>
                    <a:pt x="1821" y="1813"/>
                  </a:cubicBezTo>
                  <a:cubicBezTo>
                    <a:pt x="2493" y="1141"/>
                    <a:pt x="2020" y="1"/>
                    <a:pt x="107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077" name="Google Shape;7077;p36"/>
            <p:cNvSpPr/>
            <p:nvPr/>
          </p:nvSpPr>
          <p:spPr>
            <a:xfrm>
              <a:off x="314325" y="1952050"/>
              <a:ext cx="62225" cy="53450"/>
            </a:xfrm>
            <a:custGeom>
              <a:rect b="b" l="l" r="r" t="t"/>
              <a:pathLst>
                <a:path extrusionOk="0" h="2138" w="2489">
                  <a:moveTo>
                    <a:pt x="1065" y="1"/>
                  </a:moveTo>
                  <a:cubicBezTo>
                    <a:pt x="480" y="9"/>
                    <a:pt x="1" y="481"/>
                    <a:pt x="1" y="1074"/>
                  </a:cubicBezTo>
                  <a:cubicBezTo>
                    <a:pt x="1" y="1712"/>
                    <a:pt x="525" y="2138"/>
                    <a:pt x="1073" y="2138"/>
                  </a:cubicBezTo>
                  <a:cubicBezTo>
                    <a:pt x="1335" y="2138"/>
                    <a:pt x="1603" y="2040"/>
                    <a:pt x="1822" y="1822"/>
                  </a:cubicBezTo>
                  <a:cubicBezTo>
                    <a:pt x="2488" y="1147"/>
                    <a:pt x="2017"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078" name="Google Shape;7078;p36"/>
            <p:cNvSpPr/>
            <p:nvPr/>
          </p:nvSpPr>
          <p:spPr>
            <a:xfrm>
              <a:off x="314325" y="1876050"/>
              <a:ext cx="62225" cy="53275"/>
            </a:xfrm>
            <a:custGeom>
              <a:rect b="b" l="l" r="r" t="t"/>
              <a:pathLst>
                <a:path extrusionOk="0" h="2131" w="2489">
                  <a:moveTo>
                    <a:pt x="1065" y="1"/>
                  </a:moveTo>
                  <a:cubicBezTo>
                    <a:pt x="480" y="1"/>
                    <a:pt x="1" y="472"/>
                    <a:pt x="1" y="1066"/>
                  </a:cubicBezTo>
                  <a:cubicBezTo>
                    <a:pt x="1" y="1707"/>
                    <a:pt x="523" y="2131"/>
                    <a:pt x="1070" y="2131"/>
                  </a:cubicBezTo>
                  <a:cubicBezTo>
                    <a:pt x="1333" y="2131"/>
                    <a:pt x="1602" y="2033"/>
                    <a:pt x="1822" y="1813"/>
                  </a:cubicBezTo>
                  <a:cubicBezTo>
                    <a:pt x="2488" y="1147"/>
                    <a:pt x="2017"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079" name="Google Shape;7079;p36"/>
            <p:cNvSpPr/>
            <p:nvPr/>
          </p:nvSpPr>
          <p:spPr>
            <a:xfrm>
              <a:off x="314325" y="1799850"/>
              <a:ext cx="62225" cy="53325"/>
            </a:xfrm>
            <a:custGeom>
              <a:rect b="b" l="l" r="r" t="t"/>
              <a:pathLst>
                <a:path extrusionOk="0" h="2133" w="2489">
                  <a:moveTo>
                    <a:pt x="1065" y="0"/>
                  </a:moveTo>
                  <a:cubicBezTo>
                    <a:pt x="480" y="0"/>
                    <a:pt x="1" y="480"/>
                    <a:pt x="1" y="1065"/>
                  </a:cubicBezTo>
                  <a:cubicBezTo>
                    <a:pt x="1" y="1709"/>
                    <a:pt x="526" y="2133"/>
                    <a:pt x="1075" y="2133"/>
                  </a:cubicBezTo>
                  <a:cubicBezTo>
                    <a:pt x="1336" y="2133"/>
                    <a:pt x="1604" y="2036"/>
                    <a:pt x="1822" y="1821"/>
                  </a:cubicBezTo>
                  <a:cubicBezTo>
                    <a:pt x="2488" y="1146"/>
                    <a:pt x="2017"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080" name="Google Shape;7080;p36"/>
            <p:cNvSpPr/>
            <p:nvPr/>
          </p:nvSpPr>
          <p:spPr>
            <a:xfrm>
              <a:off x="314325" y="1723625"/>
              <a:ext cx="62225" cy="53350"/>
            </a:xfrm>
            <a:custGeom>
              <a:rect b="b" l="l" r="r" t="t"/>
              <a:pathLst>
                <a:path extrusionOk="0" h="2134" w="2489">
                  <a:moveTo>
                    <a:pt x="1065" y="1"/>
                  </a:moveTo>
                  <a:cubicBezTo>
                    <a:pt x="480" y="1"/>
                    <a:pt x="1" y="480"/>
                    <a:pt x="1" y="1065"/>
                  </a:cubicBezTo>
                  <a:cubicBezTo>
                    <a:pt x="1" y="1709"/>
                    <a:pt x="526" y="2133"/>
                    <a:pt x="1075" y="2133"/>
                  </a:cubicBezTo>
                  <a:cubicBezTo>
                    <a:pt x="1336" y="2133"/>
                    <a:pt x="1604" y="2037"/>
                    <a:pt x="1822" y="1822"/>
                  </a:cubicBezTo>
                  <a:cubicBezTo>
                    <a:pt x="2488" y="1147"/>
                    <a:pt x="2017"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081" name="Google Shape;7081;p36"/>
            <p:cNvSpPr/>
            <p:nvPr/>
          </p:nvSpPr>
          <p:spPr>
            <a:xfrm>
              <a:off x="314325" y="1647400"/>
              <a:ext cx="62225" cy="53450"/>
            </a:xfrm>
            <a:custGeom>
              <a:rect b="b" l="l" r="r" t="t"/>
              <a:pathLst>
                <a:path extrusionOk="0" h="2138" w="2489">
                  <a:moveTo>
                    <a:pt x="1065" y="1"/>
                  </a:moveTo>
                  <a:cubicBezTo>
                    <a:pt x="480" y="9"/>
                    <a:pt x="1" y="481"/>
                    <a:pt x="1" y="1066"/>
                  </a:cubicBezTo>
                  <a:cubicBezTo>
                    <a:pt x="1" y="1710"/>
                    <a:pt x="526" y="2138"/>
                    <a:pt x="1074" y="2138"/>
                  </a:cubicBezTo>
                  <a:cubicBezTo>
                    <a:pt x="1336" y="2138"/>
                    <a:pt x="1604" y="2040"/>
                    <a:pt x="1822" y="1822"/>
                  </a:cubicBezTo>
                  <a:cubicBezTo>
                    <a:pt x="2488" y="1147"/>
                    <a:pt x="2017"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082" name="Google Shape;7082;p36"/>
            <p:cNvSpPr/>
            <p:nvPr/>
          </p:nvSpPr>
          <p:spPr>
            <a:xfrm>
              <a:off x="314325" y="1571400"/>
              <a:ext cx="62150" cy="53250"/>
            </a:xfrm>
            <a:custGeom>
              <a:rect b="b" l="l" r="r" t="t"/>
              <a:pathLst>
                <a:path extrusionOk="0" h="2130" w="2486">
                  <a:moveTo>
                    <a:pt x="1075" y="1"/>
                  </a:moveTo>
                  <a:cubicBezTo>
                    <a:pt x="1072" y="1"/>
                    <a:pt x="1069" y="1"/>
                    <a:pt x="1065" y="1"/>
                  </a:cubicBezTo>
                  <a:cubicBezTo>
                    <a:pt x="480" y="1"/>
                    <a:pt x="1" y="472"/>
                    <a:pt x="1" y="1066"/>
                  </a:cubicBezTo>
                  <a:cubicBezTo>
                    <a:pt x="1" y="1703"/>
                    <a:pt x="525" y="2129"/>
                    <a:pt x="1073" y="2129"/>
                  </a:cubicBezTo>
                  <a:cubicBezTo>
                    <a:pt x="1335" y="2129"/>
                    <a:pt x="1603" y="2032"/>
                    <a:pt x="1822" y="1813"/>
                  </a:cubicBezTo>
                  <a:cubicBezTo>
                    <a:pt x="2486" y="1149"/>
                    <a:pt x="2020" y="1"/>
                    <a:pt x="107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083" name="Google Shape;7083;p36"/>
            <p:cNvSpPr/>
            <p:nvPr/>
          </p:nvSpPr>
          <p:spPr>
            <a:xfrm>
              <a:off x="238125" y="1952050"/>
              <a:ext cx="62200" cy="53450"/>
            </a:xfrm>
            <a:custGeom>
              <a:rect b="b" l="l" r="r" t="t"/>
              <a:pathLst>
                <a:path extrusionOk="0" h="2138" w="2488">
                  <a:moveTo>
                    <a:pt x="1065" y="1"/>
                  </a:moveTo>
                  <a:cubicBezTo>
                    <a:pt x="480" y="9"/>
                    <a:pt x="0" y="481"/>
                    <a:pt x="0" y="1074"/>
                  </a:cubicBezTo>
                  <a:cubicBezTo>
                    <a:pt x="0" y="1712"/>
                    <a:pt x="524" y="2138"/>
                    <a:pt x="1073" y="2138"/>
                  </a:cubicBezTo>
                  <a:cubicBezTo>
                    <a:pt x="1335" y="2138"/>
                    <a:pt x="1603" y="2040"/>
                    <a:pt x="1821" y="1822"/>
                  </a:cubicBezTo>
                  <a:cubicBezTo>
                    <a:pt x="2488" y="1155"/>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084" name="Google Shape;7084;p36"/>
            <p:cNvSpPr/>
            <p:nvPr/>
          </p:nvSpPr>
          <p:spPr>
            <a:xfrm>
              <a:off x="238125" y="1799850"/>
              <a:ext cx="62200" cy="53325"/>
            </a:xfrm>
            <a:custGeom>
              <a:rect b="b" l="l" r="r" t="t"/>
              <a:pathLst>
                <a:path extrusionOk="0" h="2133" w="2488">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085" name="Google Shape;7085;p36"/>
            <p:cNvSpPr/>
            <p:nvPr/>
          </p:nvSpPr>
          <p:spPr>
            <a:xfrm>
              <a:off x="238125" y="1723625"/>
              <a:ext cx="62200" cy="53350"/>
            </a:xfrm>
            <a:custGeom>
              <a:rect b="b" l="l" r="r" t="t"/>
              <a:pathLst>
                <a:path extrusionOk="0" h="2134" w="2488">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086" name="Google Shape;7086;p36"/>
            <p:cNvSpPr/>
            <p:nvPr/>
          </p:nvSpPr>
          <p:spPr>
            <a:xfrm>
              <a:off x="238125" y="1647400"/>
              <a:ext cx="62200" cy="53450"/>
            </a:xfrm>
            <a:custGeom>
              <a:rect b="b" l="l" r="r" t="t"/>
              <a:pathLst>
                <a:path extrusionOk="0" h="2138" w="2488">
                  <a:moveTo>
                    <a:pt x="1065" y="1"/>
                  </a:moveTo>
                  <a:cubicBezTo>
                    <a:pt x="480" y="9"/>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087" name="Google Shape;7087;p36"/>
            <p:cNvSpPr/>
            <p:nvPr/>
          </p:nvSpPr>
          <p:spPr>
            <a:xfrm>
              <a:off x="4427825" y="2637775"/>
              <a:ext cx="62425" cy="53450"/>
            </a:xfrm>
            <a:custGeom>
              <a:rect b="b" l="l" r="r" t="t"/>
              <a:pathLst>
                <a:path extrusionOk="0" h="2138" w="2497">
                  <a:moveTo>
                    <a:pt x="1065" y="1"/>
                  </a:moveTo>
                  <a:cubicBezTo>
                    <a:pt x="480" y="9"/>
                    <a:pt x="1" y="480"/>
                    <a:pt x="1" y="1074"/>
                  </a:cubicBezTo>
                  <a:cubicBezTo>
                    <a:pt x="1" y="1712"/>
                    <a:pt x="529" y="2137"/>
                    <a:pt x="1077" y="2137"/>
                  </a:cubicBezTo>
                  <a:cubicBezTo>
                    <a:pt x="1339" y="2137"/>
                    <a:pt x="1606" y="2040"/>
                    <a:pt x="1822" y="1822"/>
                  </a:cubicBezTo>
                  <a:cubicBezTo>
                    <a:pt x="2496" y="1147"/>
                    <a:pt x="2017"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088" name="Google Shape;7088;p36"/>
            <p:cNvSpPr/>
            <p:nvPr/>
          </p:nvSpPr>
          <p:spPr>
            <a:xfrm>
              <a:off x="4427825" y="2714000"/>
              <a:ext cx="62425" cy="53350"/>
            </a:xfrm>
            <a:custGeom>
              <a:rect b="b" l="l" r="r" t="t"/>
              <a:pathLst>
                <a:path extrusionOk="0" h="2134" w="2497">
                  <a:moveTo>
                    <a:pt x="1065" y="0"/>
                  </a:moveTo>
                  <a:cubicBezTo>
                    <a:pt x="480" y="0"/>
                    <a:pt x="1" y="480"/>
                    <a:pt x="1" y="1065"/>
                  </a:cubicBezTo>
                  <a:cubicBezTo>
                    <a:pt x="1" y="1709"/>
                    <a:pt x="526" y="2133"/>
                    <a:pt x="1075" y="2133"/>
                  </a:cubicBezTo>
                  <a:cubicBezTo>
                    <a:pt x="1336" y="2133"/>
                    <a:pt x="1604" y="2036"/>
                    <a:pt x="1822" y="1821"/>
                  </a:cubicBezTo>
                  <a:cubicBezTo>
                    <a:pt x="2496" y="1146"/>
                    <a:pt x="2017"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089" name="Google Shape;7089;p36"/>
            <p:cNvSpPr/>
            <p:nvPr/>
          </p:nvSpPr>
          <p:spPr>
            <a:xfrm>
              <a:off x="4504050" y="2714000"/>
              <a:ext cx="62200" cy="53350"/>
            </a:xfrm>
            <a:custGeom>
              <a:rect b="b" l="l" r="r" t="t"/>
              <a:pathLst>
                <a:path extrusionOk="0" h="2134" w="2488">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090" name="Google Shape;7090;p36"/>
            <p:cNvSpPr/>
            <p:nvPr/>
          </p:nvSpPr>
          <p:spPr>
            <a:xfrm>
              <a:off x="4504050" y="2866425"/>
              <a:ext cx="62200" cy="53275"/>
            </a:xfrm>
            <a:custGeom>
              <a:rect b="b" l="l" r="r" t="t"/>
              <a:pathLst>
                <a:path extrusionOk="0" h="2131" w="2488">
                  <a:moveTo>
                    <a:pt x="1065" y="0"/>
                  </a:moveTo>
                  <a:cubicBezTo>
                    <a:pt x="480" y="0"/>
                    <a:pt x="0" y="472"/>
                    <a:pt x="0" y="1065"/>
                  </a:cubicBezTo>
                  <a:cubicBezTo>
                    <a:pt x="0" y="1707"/>
                    <a:pt x="522" y="2131"/>
                    <a:pt x="1069" y="2131"/>
                  </a:cubicBezTo>
                  <a:cubicBezTo>
                    <a:pt x="1333" y="2131"/>
                    <a:pt x="1602" y="2032"/>
                    <a:pt x="1821" y="1813"/>
                  </a:cubicBezTo>
                  <a:cubicBezTo>
                    <a:pt x="2488" y="1146"/>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091" name="Google Shape;7091;p36"/>
            <p:cNvSpPr/>
            <p:nvPr/>
          </p:nvSpPr>
          <p:spPr>
            <a:xfrm>
              <a:off x="4580250" y="2790200"/>
              <a:ext cx="62225" cy="53350"/>
            </a:xfrm>
            <a:custGeom>
              <a:rect b="b" l="l" r="r" t="t"/>
              <a:pathLst>
                <a:path extrusionOk="0" h="2134" w="2489">
                  <a:moveTo>
                    <a:pt x="1066" y="1"/>
                  </a:moveTo>
                  <a:cubicBezTo>
                    <a:pt x="480" y="1"/>
                    <a:pt x="1" y="480"/>
                    <a:pt x="1" y="1066"/>
                  </a:cubicBezTo>
                  <a:cubicBezTo>
                    <a:pt x="1" y="1709"/>
                    <a:pt x="526" y="2134"/>
                    <a:pt x="1075" y="2134"/>
                  </a:cubicBezTo>
                  <a:cubicBezTo>
                    <a:pt x="1336" y="2134"/>
                    <a:pt x="1604" y="2037"/>
                    <a:pt x="1822" y="1822"/>
                  </a:cubicBezTo>
                  <a:cubicBezTo>
                    <a:pt x="2488"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092" name="Google Shape;7092;p36"/>
            <p:cNvSpPr/>
            <p:nvPr/>
          </p:nvSpPr>
          <p:spPr>
            <a:xfrm>
              <a:off x="4504050" y="2790200"/>
              <a:ext cx="62200" cy="53350"/>
            </a:xfrm>
            <a:custGeom>
              <a:rect b="b" l="l" r="r" t="t"/>
              <a:pathLst>
                <a:path extrusionOk="0" h="2134" w="2488">
                  <a:moveTo>
                    <a:pt x="1065" y="1"/>
                  </a:moveTo>
                  <a:cubicBezTo>
                    <a:pt x="480" y="1"/>
                    <a:pt x="0" y="480"/>
                    <a:pt x="0" y="1066"/>
                  </a:cubicBezTo>
                  <a:cubicBezTo>
                    <a:pt x="0" y="1709"/>
                    <a:pt x="525" y="2134"/>
                    <a:pt x="1074" y="2134"/>
                  </a:cubicBezTo>
                  <a:cubicBezTo>
                    <a:pt x="1336" y="2134"/>
                    <a:pt x="1603" y="2037"/>
                    <a:pt x="1821" y="1822"/>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093" name="Google Shape;7093;p36"/>
            <p:cNvSpPr/>
            <p:nvPr/>
          </p:nvSpPr>
          <p:spPr>
            <a:xfrm>
              <a:off x="5113350" y="1495200"/>
              <a:ext cx="62400" cy="53325"/>
            </a:xfrm>
            <a:custGeom>
              <a:rect b="b" l="l" r="r" t="t"/>
              <a:pathLst>
                <a:path extrusionOk="0" h="2133" w="2496">
                  <a:moveTo>
                    <a:pt x="1073" y="0"/>
                  </a:moveTo>
                  <a:cubicBezTo>
                    <a:pt x="480" y="0"/>
                    <a:pt x="8" y="480"/>
                    <a:pt x="0" y="1065"/>
                  </a:cubicBezTo>
                  <a:cubicBezTo>
                    <a:pt x="0" y="1709"/>
                    <a:pt x="525" y="2133"/>
                    <a:pt x="1074" y="2133"/>
                  </a:cubicBezTo>
                  <a:cubicBezTo>
                    <a:pt x="1336" y="2133"/>
                    <a:pt x="1603" y="2036"/>
                    <a:pt x="1821" y="1821"/>
                  </a:cubicBezTo>
                  <a:cubicBezTo>
                    <a:pt x="2496" y="1146"/>
                    <a:pt x="2016" y="0"/>
                    <a:pt x="1073"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094" name="Google Shape;7094;p36"/>
            <p:cNvSpPr/>
            <p:nvPr/>
          </p:nvSpPr>
          <p:spPr>
            <a:xfrm>
              <a:off x="5113350" y="1571400"/>
              <a:ext cx="62400" cy="53250"/>
            </a:xfrm>
            <a:custGeom>
              <a:rect b="b" l="l" r="r" t="t"/>
              <a:pathLst>
                <a:path extrusionOk="0" h="2130" w="2496">
                  <a:moveTo>
                    <a:pt x="1073" y="1"/>
                  </a:moveTo>
                  <a:cubicBezTo>
                    <a:pt x="480" y="1"/>
                    <a:pt x="8" y="472"/>
                    <a:pt x="0" y="1066"/>
                  </a:cubicBezTo>
                  <a:cubicBezTo>
                    <a:pt x="0" y="1703"/>
                    <a:pt x="525" y="2129"/>
                    <a:pt x="1073" y="2129"/>
                  </a:cubicBezTo>
                  <a:cubicBezTo>
                    <a:pt x="1335" y="2129"/>
                    <a:pt x="1603" y="2032"/>
                    <a:pt x="1821" y="1813"/>
                  </a:cubicBezTo>
                  <a:cubicBezTo>
                    <a:pt x="2496" y="1147"/>
                    <a:pt x="2016" y="1"/>
                    <a:pt x="1073"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095" name="Google Shape;7095;p36"/>
            <p:cNvSpPr/>
            <p:nvPr/>
          </p:nvSpPr>
          <p:spPr>
            <a:xfrm>
              <a:off x="5113350" y="1647400"/>
              <a:ext cx="62400" cy="53450"/>
            </a:xfrm>
            <a:custGeom>
              <a:rect b="b" l="l" r="r" t="t"/>
              <a:pathLst>
                <a:path extrusionOk="0" h="2138" w="2496">
                  <a:moveTo>
                    <a:pt x="1073" y="1"/>
                  </a:moveTo>
                  <a:cubicBezTo>
                    <a:pt x="480" y="1"/>
                    <a:pt x="8" y="481"/>
                    <a:pt x="0" y="1066"/>
                  </a:cubicBezTo>
                  <a:cubicBezTo>
                    <a:pt x="0" y="1710"/>
                    <a:pt x="525" y="2138"/>
                    <a:pt x="1074" y="2138"/>
                  </a:cubicBezTo>
                  <a:cubicBezTo>
                    <a:pt x="1336" y="2138"/>
                    <a:pt x="1603" y="2040"/>
                    <a:pt x="1821" y="1822"/>
                  </a:cubicBezTo>
                  <a:cubicBezTo>
                    <a:pt x="2496" y="1155"/>
                    <a:pt x="2016" y="1"/>
                    <a:pt x="1073"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096" name="Google Shape;7096;p36"/>
            <p:cNvSpPr/>
            <p:nvPr/>
          </p:nvSpPr>
          <p:spPr>
            <a:xfrm>
              <a:off x="5113350" y="1723625"/>
              <a:ext cx="62400" cy="53350"/>
            </a:xfrm>
            <a:custGeom>
              <a:rect b="b" l="l" r="r" t="t"/>
              <a:pathLst>
                <a:path extrusionOk="0" h="2134" w="2496">
                  <a:moveTo>
                    <a:pt x="1073" y="1"/>
                  </a:moveTo>
                  <a:cubicBezTo>
                    <a:pt x="480" y="1"/>
                    <a:pt x="8" y="480"/>
                    <a:pt x="0" y="1065"/>
                  </a:cubicBezTo>
                  <a:cubicBezTo>
                    <a:pt x="0" y="1709"/>
                    <a:pt x="525" y="2133"/>
                    <a:pt x="1074" y="2133"/>
                  </a:cubicBezTo>
                  <a:cubicBezTo>
                    <a:pt x="1336" y="2133"/>
                    <a:pt x="1603" y="2037"/>
                    <a:pt x="1821" y="1822"/>
                  </a:cubicBezTo>
                  <a:cubicBezTo>
                    <a:pt x="2496" y="1147"/>
                    <a:pt x="2016" y="1"/>
                    <a:pt x="1073"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097" name="Google Shape;7097;p36"/>
            <p:cNvSpPr/>
            <p:nvPr/>
          </p:nvSpPr>
          <p:spPr>
            <a:xfrm>
              <a:off x="5113350" y="1799850"/>
              <a:ext cx="62400" cy="53325"/>
            </a:xfrm>
            <a:custGeom>
              <a:rect b="b" l="l" r="r" t="t"/>
              <a:pathLst>
                <a:path extrusionOk="0" h="2133" w="2496">
                  <a:moveTo>
                    <a:pt x="1073" y="0"/>
                  </a:moveTo>
                  <a:cubicBezTo>
                    <a:pt x="480" y="0"/>
                    <a:pt x="8" y="480"/>
                    <a:pt x="0" y="1065"/>
                  </a:cubicBezTo>
                  <a:cubicBezTo>
                    <a:pt x="0" y="1709"/>
                    <a:pt x="525" y="2133"/>
                    <a:pt x="1074" y="2133"/>
                  </a:cubicBezTo>
                  <a:cubicBezTo>
                    <a:pt x="1336" y="2133"/>
                    <a:pt x="1603" y="2036"/>
                    <a:pt x="1821" y="1821"/>
                  </a:cubicBezTo>
                  <a:cubicBezTo>
                    <a:pt x="2496" y="1146"/>
                    <a:pt x="2016" y="0"/>
                    <a:pt x="1073"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098" name="Google Shape;7098;p36"/>
            <p:cNvSpPr/>
            <p:nvPr/>
          </p:nvSpPr>
          <p:spPr>
            <a:xfrm>
              <a:off x="5113350" y="1876050"/>
              <a:ext cx="62400" cy="53350"/>
            </a:xfrm>
            <a:custGeom>
              <a:rect b="b" l="l" r="r" t="t"/>
              <a:pathLst>
                <a:path extrusionOk="0" h="2134" w="2496">
                  <a:moveTo>
                    <a:pt x="1073" y="1"/>
                  </a:moveTo>
                  <a:cubicBezTo>
                    <a:pt x="480" y="1"/>
                    <a:pt x="8" y="472"/>
                    <a:pt x="0" y="1066"/>
                  </a:cubicBezTo>
                  <a:cubicBezTo>
                    <a:pt x="0" y="1709"/>
                    <a:pt x="525" y="2133"/>
                    <a:pt x="1074" y="2133"/>
                  </a:cubicBezTo>
                  <a:cubicBezTo>
                    <a:pt x="1336" y="2133"/>
                    <a:pt x="1603" y="2037"/>
                    <a:pt x="1821" y="1822"/>
                  </a:cubicBezTo>
                  <a:cubicBezTo>
                    <a:pt x="2496" y="1147"/>
                    <a:pt x="2016" y="1"/>
                    <a:pt x="1073"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099" name="Google Shape;7099;p36"/>
            <p:cNvSpPr/>
            <p:nvPr/>
          </p:nvSpPr>
          <p:spPr>
            <a:xfrm>
              <a:off x="5113350" y="1952050"/>
              <a:ext cx="62400" cy="53450"/>
            </a:xfrm>
            <a:custGeom>
              <a:rect b="b" l="l" r="r" t="t"/>
              <a:pathLst>
                <a:path extrusionOk="0" h="2138" w="2496">
                  <a:moveTo>
                    <a:pt x="1073" y="1"/>
                  </a:moveTo>
                  <a:cubicBezTo>
                    <a:pt x="480" y="9"/>
                    <a:pt x="8" y="481"/>
                    <a:pt x="0" y="1074"/>
                  </a:cubicBezTo>
                  <a:cubicBezTo>
                    <a:pt x="0" y="1712"/>
                    <a:pt x="525" y="2138"/>
                    <a:pt x="1073" y="2138"/>
                  </a:cubicBezTo>
                  <a:cubicBezTo>
                    <a:pt x="1335" y="2138"/>
                    <a:pt x="1603" y="2040"/>
                    <a:pt x="1821" y="1822"/>
                  </a:cubicBezTo>
                  <a:cubicBezTo>
                    <a:pt x="2496" y="1155"/>
                    <a:pt x="2016" y="1"/>
                    <a:pt x="1073"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100" name="Google Shape;7100;p36"/>
            <p:cNvSpPr/>
            <p:nvPr/>
          </p:nvSpPr>
          <p:spPr>
            <a:xfrm>
              <a:off x="5113350" y="2028275"/>
              <a:ext cx="62400" cy="53450"/>
            </a:xfrm>
            <a:custGeom>
              <a:rect b="b" l="l" r="r" t="t"/>
              <a:pathLst>
                <a:path extrusionOk="0" h="2138" w="2496">
                  <a:moveTo>
                    <a:pt x="1073" y="1"/>
                  </a:moveTo>
                  <a:cubicBezTo>
                    <a:pt x="480" y="1"/>
                    <a:pt x="8" y="480"/>
                    <a:pt x="0" y="1065"/>
                  </a:cubicBezTo>
                  <a:cubicBezTo>
                    <a:pt x="0" y="1709"/>
                    <a:pt x="525" y="2137"/>
                    <a:pt x="1074" y="2137"/>
                  </a:cubicBezTo>
                  <a:cubicBezTo>
                    <a:pt x="1336" y="2137"/>
                    <a:pt x="1603" y="2040"/>
                    <a:pt x="1821" y="1821"/>
                  </a:cubicBezTo>
                  <a:cubicBezTo>
                    <a:pt x="2496" y="1147"/>
                    <a:pt x="2016" y="1"/>
                    <a:pt x="1073"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101" name="Google Shape;7101;p36"/>
            <p:cNvSpPr/>
            <p:nvPr/>
          </p:nvSpPr>
          <p:spPr>
            <a:xfrm>
              <a:off x="5113350" y="2104500"/>
              <a:ext cx="62400" cy="53325"/>
            </a:xfrm>
            <a:custGeom>
              <a:rect b="b" l="l" r="r" t="t"/>
              <a:pathLst>
                <a:path extrusionOk="0" h="2133" w="2496">
                  <a:moveTo>
                    <a:pt x="1073" y="0"/>
                  </a:moveTo>
                  <a:cubicBezTo>
                    <a:pt x="480" y="0"/>
                    <a:pt x="8" y="480"/>
                    <a:pt x="0" y="1065"/>
                  </a:cubicBezTo>
                  <a:cubicBezTo>
                    <a:pt x="0" y="1709"/>
                    <a:pt x="525" y="2133"/>
                    <a:pt x="1074" y="2133"/>
                  </a:cubicBezTo>
                  <a:cubicBezTo>
                    <a:pt x="1336" y="2133"/>
                    <a:pt x="1603" y="2036"/>
                    <a:pt x="1821" y="1821"/>
                  </a:cubicBezTo>
                  <a:cubicBezTo>
                    <a:pt x="2496" y="1146"/>
                    <a:pt x="2016" y="0"/>
                    <a:pt x="1073"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102" name="Google Shape;7102;p36"/>
            <p:cNvSpPr/>
            <p:nvPr/>
          </p:nvSpPr>
          <p:spPr>
            <a:xfrm>
              <a:off x="5113350" y="2180700"/>
              <a:ext cx="62400" cy="53350"/>
            </a:xfrm>
            <a:custGeom>
              <a:rect b="b" l="l" r="r" t="t"/>
              <a:pathLst>
                <a:path extrusionOk="0" h="2134" w="2496">
                  <a:moveTo>
                    <a:pt x="1073" y="1"/>
                  </a:moveTo>
                  <a:cubicBezTo>
                    <a:pt x="480" y="1"/>
                    <a:pt x="8" y="480"/>
                    <a:pt x="0" y="1066"/>
                  </a:cubicBezTo>
                  <a:cubicBezTo>
                    <a:pt x="0" y="1709"/>
                    <a:pt x="525" y="2133"/>
                    <a:pt x="1074" y="2133"/>
                  </a:cubicBezTo>
                  <a:cubicBezTo>
                    <a:pt x="1336" y="2133"/>
                    <a:pt x="1603" y="2037"/>
                    <a:pt x="1821" y="1822"/>
                  </a:cubicBezTo>
                  <a:cubicBezTo>
                    <a:pt x="2496" y="1147"/>
                    <a:pt x="2016" y="1"/>
                    <a:pt x="1073"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103" name="Google Shape;7103;p36"/>
            <p:cNvSpPr/>
            <p:nvPr/>
          </p:nvSpPr>
          <p:spPr>
            <a:xfrm>
              <a:off x="5113350" y="2256925"/>
              <a:ext cx="62550" cy="53425"/>
            </a:xfrm>
            <a:custGeom>
              <a:rect b="b" l="l" r="r" t="t"/>
              <a:pathLst>
                <a:path extrusionOk="0" h="2137" w="2502">
                  <a:moveTo>
                    <a:pt x="1083" y="0"/>
                  </a:moveTo>
                  <a:cubicBezTo>
                    <a:pt x="1080" y="0"/>
                    <a:pt x="1077" y="0"/>
                    <a:pt x="1073" y="0"/>
                  </a:cubicBezTo>
                  <a:cubicBezTo>
                    <a:pt x="480" y="0"/>
                    <a:pt x="0" y="480"/>
                    <a:pt x="0" y="1065"/>
                  </a:cubicBezTo>
                  <a:cubicBezTo>
                    <a:pt x="0" y="1709"/>
                    <a:pt x="529" y="2137"/>
                    <a:pt x="1080" y="2137"/>
                  </a:cubicBezTo>
                  <a:cubicBezTo>
                    <a:pt x="1343" y="2137"/>
                    <a:pt x="1611" y="2039"/>
                    <a:pt x="1829" y="1821"/>
                  </a:cubicBezTo>
                  <a:cubicBezTo>
                    <a:pt x="2502" y="1149"/>
                    <a:pt x="2028" y="0"/>
                    <a:pt x="1083"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104" name="Google Shape;7104;p36"/>
            <p:cNvSpPr/>
            <p:nvPr/>
          </p:nvSpPr>
          <p:spPr>
            <a:xfrm>
              <a:off x="5113350" y="2333125"/>
              <a:ext cx="62400" cy="53450"/>
            </a:xfrm>
            <a:custGeom>
              <a:rect b="b" l="l" r="r" t="t"/>
              <a:pathLst>
                <a:path extrusionOk="0" h="2138" w="2496">
                  <a:moveTo>
                    <a:pt x="1073" y="1"/>
                  </a:moveTo>
                  <a:cubicBezTo>
                    <a:pt x="480" y="1"/>
                    <a:pt x="0" y="480"/>
                    <a:pt x="0" y="1066"/>
                  </a:cubicBezTo>
                  <a:cubicBezTo>
                    <a:pt x="0" y="1709"/>
                    <a:pt x="525" y="2137"/>
                    <a:pt x="1074" y="2137"/>
                  </a:cubicBezTo>
                  <a:cubicBezTo>
                    <a:pt x="1336" y="2137"/>
                    <a:pt x="1603" y="2040"/>
                    <a:pt x="1821" y="1822"/>
                  </a:cubicBezTo>
                  <a:cubicBezTo>
                    <a:pt x="2496" y="1147"/>
                    <a:pt x="2016" y="1"/>
                    <a:pt x="1073"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105" name="Google Shape;7105;p36"/>
            <p:cNvSpPr/>
            <p:nvPr/>
          </p:nvSpPr>
          <p:spPr>
            <a:xfrm>
              <a:off x="5113350" y="2409350"/>
              <a:ext cx="62400" cy="53350"/>
            </a:xfrm>
            <a:custGeom>
              <a:rect b="b" l="l" r="r" t="t"/>
              <a:pathLst>
                <a:path extrusionOk="0" h="2134" w="2496">
                  <a:moveTo>
                    <a:pt x="1073" y="0"/>
                  </a:moveTo>
                  <a:cubicBezTo>
                    <a:pt x="480" y="0"/>
                    <a:pt x="8" y="480"/>
                    <a:pt x="0" y="1065"/>
                  </a:cubicBezTo>
                  <a:cubicBezTo>
                    <a:pt x="0" y="1709"/>
                    <a:pt x="525" y="2133"/>
                    <a:pt x="1074" y="2133"/>
                  </a:cubicBezTo>
                  <a:cubicBezTo>
                    <a:pt x="1336" y="2133"/>
                    <a:pt x="1603" y="2036"/>
                    <a:pt x="1821" y="1821"/>
                  </a:cubicBezTo>
                  <a:cubicBezTo>
                    <a:pt x="2496" y="1146"/>
                    <a:pt x="2016" y="0"/>
                    <a:pt x="1073"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106" name="Google Shape;7106;p36"/>
            <p:cNvSpPr/>
            <p:nvPr/>
          </p:nvSpPr>
          <p:spPr>
            <a:xfrm>
              <a:off x="5113350" y="2485550"/>
              <a:ext cx="62400" cy="53300"/>
            </a:xfrm>
            <a:custGeom>
              <a:rect b="b" l="l" r="r" t="t"/>
              <a:pathLst>
                <a:path extrusionOk="0" h="2132" w="2496">
                  <a:moveTo>
                    <a:pt x="1073" y="1"/>
                  </a:moveTo>
                  <a:cubicBezTo>
                    <a:pt x="480" y="1"/>
                    <a:pt x="0" y="472"/>
                    <a:pt x="0" y="1066"/>
                  </a:cubicBezTo>
                  <a:cubicBezTo>
                    <a:pt x="0" y="1708"/>
                    <a:pt x="526" y="2131"/>
                    <a:pt x="1073" y="2131"/>
                  </a:cubicBezTo>
                  <a:cubicBezTo>
                    <a:pt x="1336" y="2131"/>
                    <a:pt x="1604" y="2033"/>
                    <a:pt x="1821" y="1814"/>
                  </a:cubicBezTo>
                  <a:cubicBezTo>
                    <a:pt x="2496" y="1147"/>
                    <a:pt x="2016" y="1"/>
                    <a:pt x="1073"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107" name="Google Shape;7107;p36"/>
            <p:cNvSpPr/>
            <p:nvPr/>
          </p:nvSpPr>
          <p:spPr>
            <a:xfrm>
              <a:off x="4732475" y="1495200"/>
              <a:ext cx="62425" cy="53325"/>
            </a:xfrm>
            <a:custGeom>
              <a:rect b="b" l="l" r="r" t="t"/>
              <a:pathLst>
                <a:path extrusionOk="0" h="2133" w="2497">
                  <a:moveTo>
                    <a:pt x="1074" y="0"/>
                  </a:moveTo>
                  <a:cubicBezTo>
                    <a:pt x="480" y="0"/>
                    <a:pt x="9" y="480"/>
                    <a:pt x="1" y="1065"/>
                  </a:cubicBezTo>
                  <a:cubicBezTo>
                    <a:pt x="1" y="1709"/>
                    <a:pt x="526" y="2133"/>
                    <a:pt x="1075" y="2133"/>
                  </a:cubicBezTo>
                  <a:cubicBezTo>
                    <a:pt x="1336" y="2133"/>
                    <a:pt x="1604" y="2036"/>
                    <a:pt x="1822" y="1821"/>
                  </a:cubicBezTo>
                  <a:cubicBezTo>
                    <a:pt x="2496" y="1146"/>
                    <a:pt x="2017" y="0"/>
                    <a:pt x="1074"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108" name="Google Shape;7108;p36"/>
            <p:cNvSpPr/>
            <p:nvPr/>
          </p:nvSpPr>
          <p:spPr>
            <a:xfrm>
              <a:off x="4732475" y="1571400"/>
              <a:ext cx="62425" cy="53250"/>
            </a:xfrm>
            <a:custGeom>
              <a:rect b="b" l="l" r="r" t="t"/>
              <a:pathLst>
                <a:path extrusionOk="0" h="2130" w="2497">
                  <a:moveTo>
                    <a:pt x="1074" y="1"/>
                  </a:moveTo>
                  <a:cubicBezTo>
                    <a:pt x="480" y="1"/>
                    <a:pt x="9" y="472"/>
                    <a:pt x="1" y="1066"/>
                  </a:cubicBezTo>
                  <a:cubicBezTo>
                    <a:pt x="1" y="1703"/>
                    <a:pt x="525" y="2129"/>
                    <a:pt x="1073" y="2129"/>
                  </a:cubicBezTo>
                  <a:cubicBezTo>
                    <a:pt x="1335" y="2129"/>
                    <a:pt x="1603" y="2032"/>
                    <a:pt x="1822" y="1813"/>
                  </a:cubicBezTo>
                  <a:cubicBezTo>
                    <a:pt x="2496" y="1147"/>
                    <a:pt x="2017" y="1"/>
                    <a:pt x="1074"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109" name="Google Shape;7109;p36"/>
            <p:cNvSpPr/>
            <p:nvPr/>
          </p:nvSpPr>
          <p:spPr>
            <a:xfrm>
              <a:off x="4732475" y="1647400"/>
              <a:ext cx="62425" cy="53450"/>
            </a:xfrm>
            <a:custGeom>
              <a:rect b="b" l="l" r="r" t="t"/>
              <a:pathLst>
                <a:path extrusionOk="0" h="2138" w="2497">
                  <a:moveTo>
                    <a:pt x="1074" y="1"/>
                  </a:moveTo>
                  <a:cubicBezTo>
                    <a:pt x="480" y="1"/>
                    <a:pt x="9" y="481"/>
                    <a:pt x="1" y="1066"/>
                  </a:cubicBezTo>
                  <a:cubicBezTo>
                    <a:pt x="1" y="1710"/>
                    <a:pt x="526" y="2138"/>
                    <a:pt x="1074" y="2138"/>
                  </a:cubicBezTo>
                  <a:cubicBezTo>
                    <a:pt x="1336" y="2138"/>
                    <a:pt x="1604" y="2040"/>
                    <a:pt x="1822" y="1822"/>
                  </a:cubicBezTo>
                  <a:cubicBezTo>
                    <a:pt x="2496" y="1155"/>
                    <a:pt x="2017" y="1"/>
                    <a:pt x="1074"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110" name="Google Shape;7110;p36"/>
            <p:cNvSpPr/>
            <p:nvPr/>
          </p:nvSpPr>
          <p:spPr>
            <a:xfrm>
              <a:off x="4732475" y="1723625"/>
              <a:ext cx="62425" cy="53350"/>
            </a:xfrm>
            <a:custGeom>
              <a:rect b="b" l="l" r="r" t="t"/>
              <a:pathLst>
                <a:path extrusionOk="0" h="2134" w="2497">
                  <a:moveTo>
                    <a:pt x="1074" y="1"/>
                  </a:moveTo>
                  <a:cubicBezTo>
                    <a:pt x="480" y="1"/>
                    <a:pt x="9" y="480"/>
                    <a:pt x="1" y="1065"/>
                  </a:cubicBezTo>
                  <a:cubicBezTo>
                    <a:pt x="1" y="1709"/>
                    <a:pt x="526" y="2133"/>
                    <a:pt x="1075" y="2133"/>
                  </a:cubicBezTo>
                  <a:cubicBezTo>
                    <a:pt x="1336" y="2133"/>
                    <a:pt x="1604" y="2037"/>
                    <a:pt x="1822" y="1822"/>
                  </a:cubicBezTo>
                  <a:cubicBezTo>
                    <a:pt x="2496" y="1147"/>
                    <a:pt x="2017" y="1"/>
                    <a:pt x="1074"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111" name="Google Shape;7111;p36"/>
            <p:cNvSpPr/>
            <p:nvPr/>
          </p:nvSpPr>
          <p:spPr>
            <a:xfrm>
              <a:off x="4732475" y="1799850"/>
              <a:ext cx="62425" cy="53325"/>
            </a:xfrm>
            <a:custGeom>
              <a:rect b="b" l="l" r="r" t="t"/>
              <a:pathLst>
                <a:path extrusionOk="0" h="2133" w="2497">
                  <a:moveTo>
                    <a:pt x="1074" y="0"/>
                  </a:moveTo>
                  <a:cubicBezTo>
                    <a:pt x="480" y="0"/>
                    <a:pt x="9" y="480"/>
                    <a:pt x="1" y="1065"/>
                  </a:cubicBezTo>
                  <a:cubicBezTo>
                    <a:pt x="1" y="1709"/>
                    <a:pt x="526" y="2133"/>
                    <a:pt x="1075" y="2133"/>
                  </a:cubicBezTo>
                  <a:cubicBezTo>
                    <a:pt x="1336" y="2133"/>
                    <a:pt x="1604" y="2036"/>
                    <a:pt x="1822" y="1821"/>
                  </a:cubicBezTo>
                  <a:cubicBezTo>
                    <a:pt x="2496" y="1146"/>
                    <a:pt x="2017" y="0"/>
                    <a:pt x="1074"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112" name="Google Shape;7112;p36"/>
            <p:cNvSpPr/>
            <p:nvPr/>
          </p:nvSpPr>
          <p:spPr>
            <a:xfrm>
              <a:off x="4732475" y="1876050"/>
              <a:ext cx="62425" cy="53350"/>
            </a:xfrm>
            <a:custGeom>
              <a:rect b="b" l="l" r="r" t="t"/>
              <a:pathLst>
                <a:path extrusionOk="0" h="2134" w="2497">
                  <a:moveTo>
                    <a:pt x="1074" y="1"/>
                  </a:moveTo>
                  <a:cubicBezTo>
                    <a:pt x="480" y="1"/>
                    <a:pt x="9" y="472"/>
                    <a:pt x="1" y="1066"/>
                  </a:cubicBezTo>
                  <a:cubicBezTo>
                    <a:pt x="1" y="1709"/>
                    <a:pt x="526" y="2133"/>
                    <a:pt x="1075" y="2133"/>
                  </a:cubicBezTo>
                  <a:cubicBezTo>
                    <a:pt x="1336" y="2133"/>
                    <a:pt x="1604" y="2037"/>
                    <a:pt x="1822" y="1822"/>
                  </a:cubicBezTo>
                  <a:cubicBezTo>
                    <a:pt x="2496" y="1147"/>
                    <a:pt x="2017" y="1"/>
                    <a:pt x="1074"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113" name="Google Shape;7113;p36"/>
            <p:cNvSpPr/>
            <p:nvPr/>
          </p:nvSpPr>
          <p:spPr>
            <a:xfrm>
              <a:off x="4732475" y="1952050"/>
              <a:ext cx="62425" cy="53450"/>
            </a:xfrm>
            <a:custGeom>
              <a:rect b="b" l="l" r="r" t="t"/>
              <a:pathLst>
                <a:path extrusionOk="0" h="2138" w="2497">
                  <a:moveTo>
                    <a:pt x="1074" y="1"/>
                  </a:moveTo>
                  <a:cubicBezTo>
                    <a:pt x="480" y="9"/>
                    <a:pt x="9" y="481"/>
                    <a:pt x="1" y="1074"/>
                  </a:cubicBezTo>
                  <a:cubicBezTo>
                    <a:pt x="1" y="1712"/>
                    <a:pt x="525" y="2138"/>
                    <a:pt x="1073" y="2138"/>
                  </a:cubicBezTo>
                  <a:cubicBezTo>
                    <a:pt x="1335" y="2138"/>
                    <a:pt x="1603" y="2040"/>
                    <a:pt x="1822" y="1822"/>
                  </a:cubicBezTo>
                  <a:cubicBezTo>
                    <a:pt x="2496" y="1155"/>
                    <a:pt x="2017" y="1"/>
                    <a:pt x="1074"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114" name="Google Shape;7114;p36"/>
            <p:cNvSpPr/>
            <p:nvPr/>
          </p:nvSpPr>
          <p:spPr>
            <a:xfrm>
              <a:off x="4732475" y="2028275"/>
              <a:ext cx="62425" cy="53450"/>
            </a:xfrm>
            <a:custGeom>
              <a:rect b="b" l="l" r="r" t="t"/>
              <a:pathLst>
                <a:path extrusionOk="0" h="2138" w="2497">
                  <a:moveTo>
                    <a:pt x="1074" y="1"/>
                  </a:moveTo>
                  <a:cubicBezTo>
                    <a:pt x="480" y="1"/>
                    <a:pt x="9" y="480"/>
                    <a:pt x="1" y="1065"/>
                  </a:cubicBezTo>
                  <a:cubicBezTo>
                    <a:pt x="1" y="1709"/>
                    <a:pt x="526" y="2137"/>
                    <a:pt x="1074" y="2137"/>
                  </a:cubicBezTo>
                  <a:cubicBezTo>
                    <a:pt x="1336" y="2137"/>
                    <a:pt x="1604" y="2040"/>
                    <a:pt x="1822" y="1821"/>
                  </a:cubicBezTo>
                  <a:cubicBezTo>
                    <a:pt x="2496" y="1147"/>
                    <a:pt x="2017" y="1"/>
                    <a:pt x="1074"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115" name="Google Shape;7115;p36"/>
            <p:cNvSpPr/>
            <p:nvPr/>
          </p:nvSpPr>
          <p:spPr>
            <a:xfrm>
              <a:off x="4732475" y="2104500"/>
              <a:ext cx="62425" cy="53325"/>
            </a:xfrm>
            <a:custGeom>
              <a:rect b="b" l="l" r="r" t="t"/>
              <a:pathLst>
                <a:path extrusionOk="0" h="2133" w="2497">
                  <a:moveTo>
                    <a:pt x="1074" y="0"/>
                  </a:moveTo>
                  <a:cubicBezTo>
                    <a:pt x="480" y="0"/>
                    <a:pt x="9" y="480"/>
                    <a:pt x="1" y="1065"/>
                  </a:cubicBezTo>
                  <a:cubicBezTo>
                    <a:pt x="1" y="1709"/>
                    <a:pt x="526" y="2133"/>
                    <a:pt x="1075" y="2133"/>
                  </a:cubicBezTo>
                  <a:cubicBezTo>
                    <a:pt x="1336" y="2133"/>
                    <a:pt x="1604" y="2036"/>
                    <a:pt x="1822" y="1821"/>
                  </a:cubicBezTo>
                  <a:cubicBezTo>
                    <a:pt x="2496" y="1146"/>
                    <a:pt x="2017" y="0"/>
                    <a:pt x="1074"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116" name="Google Shape;7116;p36"/>
            <p:cNvSpPr/>
            <p:nvPr/>
          </p:nvSpPr>
          <p:spPr>
            <a:xfrm>
              <a:off x="4732475" y="2180700"/>
              <a:ext cx="62425" cy="53350"/>
            </a:xfrm>
            <a:custGeom>
              <a:rect b="b" l="l" r="r" t="t"/>
              <a:pathLst>
                <a:path extrusionOk="0" h="2134" w="2497">
                  <a:moveTo>
                    <a:pt x="1074" y="1"/>
                  </a:moveTo>
                  <a:cubicBezTo>
                    <a:pt x="480" y="1"/>
                    <a:pt x="9" y="480"/>
                    <a:pt x="1" y="1066"/>
                  </a:cubicBezTo>
                  <a:cubicBezTo>
                    <a:pt x="1" y="1709"/>
                    <a:pt x="526" y="2133"/>
                    <a:pt x="1075" y="2133"/>
                  </a:cubicBezTo>
                  <a:cubicBezTo>
                    <a:pt x="1336" y="2133"/>
                    <a:pt x="1604" y="2037"/>
                    <a:pt x="1822" y="1822"/>
                  </a:cubicBezTo>
                  <a:cubicBezTo>
                    <a:pt x="2496" y="1147"/>
                    <a:pt x="2017" y="1"/>
                    <a:pt x="1074"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117" name="Google Shape;7117;p36"/>
            <p:cNvSpPr/>
            <p:nvPr/>
          </p:nvSpPr>
          <p:spPr>
            <a:xfrm>
              <a:off x="4732475" y="2256925"/>
              <a:ext cx="62575" cy="53425"/>
            </a:xfrm>
            <a:custGeom>
              <a:rect b="b" l="l" r="r" t="t"/>
              <a:pathLst>
                <a:path extrusionOk="0" h="2137" w="2503">
                  <a:moveTo>
                    <a:pt x="1084" y="0"/>
                  </a:moveTo>
                  <a:cubicBezTo>
                    <a:pt x="1080" y="0"/>
                    <a:pt x="1077" y="0"/>
                    <a:pt x="1074" y="0"/>
                  </a:cubicBezTo>
                  <a:cubicBezTo>
                    <a:pt x="480" y="0"/>
                    <a:pt x="1" y="480"/>
                    <a:pt x="1" y="1065"/>
                  </a:cubicBezTo>
                  <a:cubicBezTo>
                    <a:pt x="1" y="1709"/>
                    <a:pt x="529" y="2137"/>
                    <a:pt x="1080" y="2137"/>
                  </a:cubicBezTo>
                  <a:cubicBezTo>
                    <a:pt x="1344" y="2137"/>
                    <a:pt x="1612" y="2039"/>
                    <a:pt x="1830" y="1821"/>
                  </a:cubicBezTo>
                  <a:cubicBezTo>
                    <a:pt x="2502" y="1149"/>
                    <a:pt x="2028" y="0"/>
                    <a:pt x="1084"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118" name="Google Shape;7118;p36"/>
            <p:cNvSpPr/>
            <p:nvPr/>
          </p:nvSpPr>
          <p:spPr>
            <a:xfrm>
              <a:off x="4732475" y="2333125"/>
              <a:ext cx="62425" cy="53450"/>
            </a:xfrm>
            <a:custGeom>
              <a:rect b="b" l="l" r="r" t="t"/>
              <a:pathLst>
                <a:path extrusionOk="0" h="2138" w="2497">
                  <a:moveTo>
                    <a:pt x="1074" y="1"/>
                  </a:moveTo>
                  <a:cubicBezTo>
                    <a:pt x="480" y="1"/>
                    <a:pt x="1" y="480"/>
                    <a:pt x="1" y="1066"/>
                  </a:cubicBezTo>
                  <a:cubicBezTo>
                    <a:pt x="1" y="1709"/>
                    <a:pt x="526" y="2137"/>
                    <a:pt x="1074" y="2137"/>
                  </a:cubicBezTo>
                  <a:cubicBezTo>
                    <a:pt x="1336" y="2137"/>
                    <a:pt x="1604" y="2040"/>
                    <a:pt x="1822" y="1822"/>
                  </a:cubicBezTo>
                  <a:cubicBezTo>
                    <a:pt x="2496" y="1147"/>
                    <a:pt x="2017" y="1"/>
                    <a:pt x="1074"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119" name="Google Shape;7119;p36"/>
            <p:cNvSpPr/>
            <p:nvPr/>
          </p:nvSpPr>
          <p:spPr>
            <a:xfrm>
              <a:off x="4351600" y="2256925"/>
              <a:ext cx="62575" cy="53425"/>
            </a:xfrm>
            <a:custGeom>
              <a:rect b="b" l="l" r="r" t="t"/>
              <a:pathLst>
                <a:path extrusionOk="0" h="2137" w="2503">
                  <a:moveTo>
                    <a:pt x="1084" y="0"/>
                  </a:moveTo>
                  <a:cubicBezTo>
                    <a:pt x="1081" y="0"/>
                    <a:pt x="1077" y="0"/>
                    <a:pt x="1074" y="0"/>
                  </a:cubicBezTo>
                  <a:cubicBezTo>
                    <a:pt x="481" y="0"/>
                    <a:pt x="9" y="480"/>
                    <a:pt x="1" y="1065"/>
                  </a:cubicBezTo>
                  <a:cubicBezTo>
                    <a:pt x="1" y="1709"/>
                    <a:pt x="530" y="2137"/>
                    <a:pt x="1081" y="2137"/>
                  </a:cubicBezTo>
                  <a:cubicBezTo>
                    <a:pt x="1344" y="2137"/>
                    <a:pt x="1612" y="2039"/>
                    <a:pt x="1830" y="1821"/>
                  </a:cubicBezTo>
                  <a:cubicBezTo>
                    <a:pt x="2502" y="1149"/>
                    <a:pt x="2029" y="0"/>
                    <a:pt x="1084"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120" name="Google Shape;7120;p36"/>
            <p:cNvSpPr/>
            <p:nvPr/>
          </p:nvSpPr>
          <p:spPr>
            <a:xfrm>
              <a:off x="4351600" y="2485550"/>
              <a:ext cx="62425" cy="53300"/>
            </a:xfrm>
            <a:custGeom>
              <a:rect b="b" l="l" r="r" t="t"/>
              <a:pathLst>
                <a:path extrusionOk="0" h="2132" w="2497">
                  <a:moveTo>
                    <a:pt x="1074" y="1"/>
                  </a:moveTo>
                  <a:cubicBezTo>
                    <a:pt x="481" y="1"/>
                    <a:pt x="9" y="472"/>
                    <a:pt x="1" y="1066"/>
                  </a:cubicBezTo>
                  <a:cubicBezTo>
                    <a:pt x="1" y="1708"/>
                    <a:pt x="527" y="2131"/>
                    <a:pt x="1074" y="2131"/>
                  </a:cubicBezTo>
                  <a:cubicBezTo>
                    <a:pt x="1337" y="2131"/>
                    <a:pt x="1605" y="2033"/>
                    <a:pt x="1822" y="1814"/>
                  </a:cubicBezTo>
                  <a:cubicBezTo>
                    <a:pt x="2497" y="1147"/>
                    <a:pt x="2017" y="1"/>
                    <a:pt x="1074"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121" name="Google Shape;7121;p36"/>
            <p:cNvSpPr/>
            <p:nvPr/>
          </p:nvSpPr>
          <p:spPr>
            <a:xfrm>
              <a:off x="4351600" y="2409350"/>
              <a:ext cx="62425" cy="53350"/>
            </a:xfrm>
            <a:custGeom>
              <a:rect b="b" l="l" r="r" t="t"/>
              <a:pathLst>
                <a:path extrusionOk="0" h="2134" w="2497">
                  <a:moveTo>
                    <a:pt x="1074" y="0"/>
                  </a:moveTo>
                  <a:cubicBezTo>
                    <a:pt x="481" y="0"/>
                    <a:pt x="9" y="480"/>
                    <a:pt x="1" y="1065"/>
                  </a:cubicBezTo>
                  <a:cubicBezTo>
                    <a:pt x="1" y="1709"/>
                    <a:pt x="530" y="2133"/>
                    <a:pt x="1079" y="2133"/>
                  </a:cubicBezTo>
                  <a:cubicBezTo>
                    <a:pt x="1340" y="2133"/>
                    <a:pt x="1607" y="2036"/>
                    <a:pt x="1822" y="1821"/>
                  </a:cubicBezTo>
                  <a:cubicBezTo>
                    <a:pt x="2497" y="1146"/>
                    <a:pt x="2017" y="0"/>
                    <a:pt x="1074"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122" name="Google Shape;7122;p36"/>
            <p:cNvSpPr/>
            <p:nvPr/>
          </p:nvSpPr>
          <p:spPr>
            <a:xfrm>
              <a:off x="4351600" y="2333125"/>
              <a:ext cx="62425" cy="53450"/>
            </a:xfrm>
            <a:custGeom>
              <a:rect b="b" l="l" r="r" t="t"/>
              <a:pathLst>
                <a:path extrusionOk="0" h="2138" w="2497">
                  <a:moveTo>
                    <a:pt x="1074" y="1"/>
                  </a:moveTo>
                  <a:cubicBezTo>
                    <a:pt x="481" y="1"/>
                    <a:pt x="9" y="480"/>
                    <a:pt x="1" y="1066"/>
                  </a:cubicBezTo>
                  <a:cubicBezTo>
                    <a:pt x="1" y="1709"/>
                    <a:pt x="530" y="2137"/>
                    <a:pt x="1078" y="2137"/>
                  </a:cubicBezTo>
                  <a:cubicBezTo>
                    <a:pt x="1340" y="2137"/>
                    <a:pt x="1607" y="2040"/>
                    <a:pt x="1822" y="1822"/>
                  </a:cubicBezTo>
                  <a:cubicBezTo>
                    <a:pt x="2497" y="1147"/>
                    <a:pt x="2017" y="1"/>
                    <a:pt x="1074"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123" name="Google Shape;7123;p36"/>
            <p:cNvSpPr/>
            <p:nvPr/>
          </p:nvSpPr>
          <p:spPr>
            <a:xfrm>
              <a:off x="4427825" y="2256925"/>
              <a:ext cx="62575" cy="53425"/>
            </a:xfrm>
            <a:custGeom>
              <a:rect b="b" l="l" r="r" t="t"/>
              <a:pathLst>
                <a:path extrusionOk="0" h="2137" w="2503">
                  <a:moveTo>
                    <a:pt x="1076" y="0"/>
                  </a:moveTo>
                  <a:cubicBezTo>
                    <a:pt x="1072" y="0"/>
                    <a:pt x="1069" y="0"/>
                    <a:pt x="1065" y="0"/>
                  </a:cubicBezTo>
                  <a:cubicBezTo>
                    <a:pt x="480" y="0"/>
                    <a:pt x="1" y="480"/>
                    <a:pt x="1" y="1065"/>
                  </a:cubicBezTo>
                  <a:cubicBezTo>
                    <a:pt x="1" y="1709"/>
                    <a:pt x="529" y="2137"/>
                    <a:pt x="1080" y="2137"/>
                  </a:cubicBezTo>
                  <a:cubicBezTo>
                    <a:pt x="1343" y="2137"/>
                    <a:pt x="1612" y="2039"/>
                    <a:pt x="1830" y="1821"/>
                  </a:cubicBezTo>
                  <a:cubicBezTo>
                    <a:pt x="2502" y="1149"/>
                    <a:pt x="2028" y="0"/>
                    <a:pt x="1076"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124" name="Google Shape;7124;p36"/>
            <p:cNvSpPr/>
            <p:nvPr/>
          </p:nvSpPr>
          <p:spPr>
            <a:xfrm>
              <a:off x="4427825" y="2333125"/>
              <a:ext cx="62425" cy="53450"/>
            </a:xfrm>
            <a:custGeom>
              <a:rect b="b" l="l" r="r" t="t"/>
              <a:pathLst>
                <a:path extrusionOk="0" h="2138" w="2497">
                  <a:moveTo>
                    <a:pt x="1065" y="1"/>
                  </a:moveTo>
                  <a:cubicBezTo>
                    <a:pt x="480" y="1"/>
                    <a:pt x="1" y="480"/>
                    <a:pt x="1" y="1066"/>
                  </a:cubicBezTo>
                  <a:cubicBezTo>
                    <a:pt x="1" y="1709"/>
                    <a:pt x="526" y="2137"/>
                    <a:pt x="1074" y="2137"/>
                  </a:cubicBezTo>
                  <a:cubicBezTo>
                    <a:pt x="1336" y="2137"/>
                    <a:pt x="1603" y="2040"/>
                    <a:pt x="1822" y="1822"/>
                  </a:cubicBezTo>
                  <a:cubicBezTo>
                    <a:pt x="2496" y="1147"/>
                    <a:pt x="2017"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125" name="Google Shape;7125;p36"/>
            <p:cNvSpPr/>
            <p:nvPr/>
          </p:nvSpPr>
          <p:spPr>
            <a:xfrm>
              <a:off x="4504050" y="1571400"/>
              <a:ext cx="62200" cy="53250"/>
            </a:xfrm>
            <a:custGeom>
              <a:rect b="b" l="l" r="r" t="t"/>
              <a:pathLst>
                <a:path extrusionOk="0" h="2130" w="2488">
                  <a:moveTo>
                    <a:pt x="1065" y="1"/>
                  </a:moveTo>
                  <a:cubicBezTo>
                    <a:pt x="480" y="1"/>
                    <a:pt x="0" y="472"/>
                    <a:pt x="0" y="1066"/>
                  </a:cubicBezTo>
                  <a:cubicBezTo>
                    <a:pt x="0" y="1703"/>
                    <a:pt x="525" y="2129"/>
                    <a:pt x="1073" y="2129"/>
                  </a:cubicBezTo>
                  <a:cubicBezTo>
                    <a:pt x="1335" y="2129"/>
                    <a:pt x="1603" y="2032"/>
                    <a:pt x="1821" y="1813"/>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126" name="Google Shape;7126;p36"/>
            <p:cNvSpPr/>
            <p:nvPr/>
          </p:nvSpPr>
          <p:spPr>
            <a:xfrm>
              <a:off x="4504050" y="1647400"/>
              <a:ext cx="62200" cy="53450"/>
            </a:xfrm>
            <a:custGeom>
              <a:rect b="b" l="l" r="r" t="t"/>
              <a:pathLst>
                <a:path extrusionOk="0" h="2138" w="2488">
                  <a:moveTo>
                    <a:pt x="1065" y="1"/>
                  </a:moveTo>
                  <a:cubicBezTo>
                    <a:pt x="480" y="1"/>
                    <a:pt x="0" y="481"/>
                    <a:pt x="0" y="1066"/>
                  </a:cubicBezTo>
                  <a:cubicBezTo>
                    <a:pt x="0" y="1710"/>
                    <a:pt x="525" y="2138"/>
                    <a:pt x="1074" y="2138"/>
                  </a:cubicBezTo>
                  <a:cubicBezTo>
                    <a:pt x="1336" y="2138"/>
                    <a:pt x="1603" y="2040"/>
                    <a:pt x="1821" y="1822"/>
                  </a:cubicBezTo>
                  <a:cubicBezTo>
                    <a:pt x="2488" y="1155"/>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127" name="Google Shape;7127;p36"/>
            <p:cNvSpPr/>
            <p:nvPr/>
          </p:nvSpPr>
          <p:spPr>
            <a:xfrm>
              <a:off x="4504050" y="1723625"/>
              <a:ext cx="62200" cy="53350"/>
            </a:xfrm>
            <a:custGeom>
              <a:rect b="b" l="l" r="r" t="t"/>
              <a:pathLst>
                <a:path extrusionOk="0" h="2134" w="2488">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128" name="Google Shape;7128;p36"/>
            <p:cNvSpPr/>
            <p:nvPr/>
          </p:nvSpPr>
          <p:spPr>
            <a:xfrm>
              <a:off x="4504050" y="1799850"/>
              <a:ext cx="62200" cy="53325"/>
            </a:xfrm>
            <a:custGeom>
              <a:rect b="b" l="l" r="r" t="t"/>
              <a:pathLst>
                <a:path extrusionOk="0" h="2133" w="2488">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129" name="Google Shape;7129;p36"/>
            <p:cNvSpPr/>
            <p:nvPr/>
          </p:nvSpPr>
          <p:spPr>
            <a:xfrm>
              <a:off x="4504050" y="1876050"/>
              <a:ext cx="62200" cy="53350"/>
            </a:xfrm>
            <a:custGeom>
              <a:rect b="b" l="l" r="r" t="t"/>
              <a:pathLst>
                <a:path extrusionOk="0" h="2134" w="2488">
                  <a:moveTo>
                    <a:pt x="1065" y="1"/>
                  </a:moveTo>
                  <a:cubicBezTo>
                    <a:pt x="480" y="1"/>
                    <a:pt x="0" y="472"/>
                    <a:pt x="0" y="1066"/>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130" name="Google Shape;7130;p36"/>
            <p:cNvSpPr/>
            <p:nvPr/>
          </p:nvSpPr>
          <p:spPr>
            <a:xfrm>
              <a:off x="4504050" y="1952050"/>
              <a:ext cx="62200" cy="53450"/>
            </a:xfrm>
            <a:custGeom>
              <a:rect b="b" l="l" r="r" t="t"/>
              <a:pathLst>
                <a:path extrusionOk="0" h="2138" w="2488">
                  <a:moveTo>
                    <a:pt x="1065" y="1"/>
                  </a:moveTo>
                  <a:cubicBezTo>
                    <a:pt x="480" y="9"/>
                    <a:pt x="0" y="481"/>
                    <a:pt x="0" y="1074"/>
                  </a:cubicBezTo>
                  <a:cubicBezTo>
                    <a:pt x="0" y="1712"/>
                    <a:pt x="525" y="2138"/>
                    <a:pt x="1073" y="2138"/>
                  </a:cubicBezTo>
                  <a:cubicBezTo>
                    <a:pt x="1335" y="2138"/>
                    <a:pt x="1603" y="2040"/>
                    <a:pt x="1821" y="1822"/>
                  </a:cubicBezTo>
                  <a:cubicBezTo>
                    <a:pt x="2488" y="1155"/>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131" name="Google Shape;7131;p36"/>
            <p:cNvSpPr/>
            <p:nvPr/>
          </p:nvSpPr>
          <p:spPr>
            <a:xfrm>
              <a:off x="4504050" y="2028275"/>
              <a:ext cx="62200" cy="53450"/>
            </a:xfrm>
            <a:custGeom>
              <a:rect b="b" l="l" r="r" t="t"/>
              <a:pathLst>
                <a:path extrusionOk="0" h="2138" w="2488">
                  <a:moveTo>
                    <a:pt x="1065" y="1"/>
                  </a:moveTo>
                  <a:cubicBezTo>
                    <a:pt x="480" y="1"/>
                    <a:pt x="0" y="480"/>
                    <a:pt x="0" y="1065"/>
                  </a:cubicBezTo>
                  <a:cubicBezTo>
                    <a:pt x="0" y="1709"/>
                    <a:pt x="525" y="2137"/>
                    <a:pt x="1074" y="2137"/>
                  </a:cubicBezTo>
                  <a:cubicBezTo>
                    <a:pt x="1336" y="2137"/>
                    <a:pt x="1603" y="2040"/>
                    <a:pt x="1821" y="1821"/>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132" name="Google Shape;7132;p36"/>
            <p:cNvSpPr/>
            <p:nvPr/>
          </p:nvSpPr>
          <p:spPr>
            <a:xfrm>
              <a:off x="4504050" y="2104500"/>
              <a:ext cx="62200" cy="53325"/>
            </a:xfrm>
            <a:custGeom>
              <a:rect b="b" l="l" r="r" t="t"/>
              <a:pathLst>
                <a:path extrusionOk="0" h="2133" w="2488">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133" name="Google Shape;7133;p36"/>
            <p:cNvSpPr/>
            <p:nvPr/>
          </p:nvSpPr>
          <p:spPr>
            <a:xfrm>
              <a:off x="4504050" y="2180700"/>
              <a:ext cx="62200" cy="53350"/>
            </a:xfrm>
            <a:custGeom>
              <a:rect b="b" l="l" r="r" t="t"/>
              <a:pathLst>
                <a:path extrusionOk="0" h="2134" w="2488">
                  <a:moveTo>
                    <a:pt x="1065" y="1"/>
                  </a:moveTo>
                  <a:cubicBezTo>
                    <a:pt x="480" y="1"/>
                    <a:pt x="0" y="480"/>
                    <a:pt x="0" y="1066"/>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134" name="Google Shape;7134;p36"/>
            <p:cNvSpPr/>
            <p:nvPr/>
          </p:nvSpPr>
          <p:spPr>
            <a:xfrm>
              <a:off x="4504050" y="2256925"/>
              <a:ext cx="62350" cy="53425"/>
            </a:xfrm>
            <a:custGeom>
              <a:rect b="b" l="l" r="r" t="t"/>
              <a:pathLst>
                <a:path extrusionOk="0" h="2137" w="2494">
                  <a:moveTo>
                    <a:pt x="1075" y="0"/>
                  </a:moveTo>
                  <a:cubicBezTo>
                    <a:pt x="1072" y="0"/>
                    <a:pt x="1068" y="0"/>
                    <a:pt x="1065" y="0"/>
                  </a:cubicBezTo>
                  <a:cubicBezTo>
                    <a:pt x="480" y="0"/>
                    <a:pt x="0" y="480"/>
                    <a:pt x="0" y="1065"/>
                  </a:cubicBezTo>
                  <a:cubicBezTo>
                    <a:pt x="0" y="1709"/>
                    <a:pt x="529" y="2137"/>
                    <a:pt x="1080" y="2137"/>
                  </a:cubicBezTo>
                  <a:cubicBezTo>
                    <a:pt x="1343" y="2137"/>
                    <a:pt x="1611" y="2039"/>
                    <a:pt x="1829" y="1821"/>
                  </a:cubicBezTo>
                  <a:cubicBezTo>
                    <a:pt x="2493" y="1149"/>
                    <a:pt x="2020" y="0"/>
                    <a:pt x="107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135" name="Google Shape;7135;p36"/>
            <p:cNvSpPr/>
            <p:nvPr/>
          </p:nvSpPr>
          <p:spPr>
            <a:xfrm>
              <a:off x="4504050" y="2333125"/>
              <a:ext cx="62200" cy="53450"/>
            </a:xfrm>
            <a:custGeom>
              <a:rect b="b" l="l" r="r" t="t"/>
              <a:pathLst>
                <a:path extrusionOk="0" h="2138" w="2488">
                  <a:moveTo>
                    <a:pt x="1065" y="1"/>
                  </a:moveTo>
                  <a:cubicBezTo>
                    <a:pt x="480" y="1"/>
                    <a:pt x="0" y="480"/>
                    <a:pt x="0" y="1066"/>
                  </a:cubicBezTo>
                  <a:cubicBezTo>
                    <a:pt x="0" y="1709"/>
                    <a:pt x="525" y="2137"/>
                    <a:pt x="1074" y="2137"/>
                  </a:cubicBezTo>
                  <a:cubicBezTo>
                    <a:pt x="1336" y="2137"/>
                    <a:pt x="1603" y="2040"/>
                    <a:pt x="1821" y="1822"/>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136" name="Google Shape;7136;p36"/>
            <p:cNvSpPr/>
            <p:nvPr/>
          </p:nvSpPr>
          <p:spPr>
            <a:xfrm>
              <a:off x="4504050" y="2409350"/>
              <a:ext cx="62200" cy="53350"/>
            </a:xfrm>
            <a:custGeom>
              <a:rect b="b" l="l" r="r" t="t"/>
              <a:pathLst>
                <a:path extrusionOk="0" h="2134" w="2488">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137" name="Google Shape;7137;p36"/>
            <p:cNvSpPr/>
            <p:nvPr/>
          </p:nvSpPr>
          <p:spPr>
            <a:xfrm>
              <a:off x="4580250" y="1571400"/>
              <a:ext cx="62225" cy="53250"/>
            </a:xfrm>
            <a:custGeom>
              <a:rect b="b" l="l" r="r" t="t"/>
              <a:pathLst>
                <a:path extrusionOk="0" h="2130" w="2489">
                  <a:moveTo>
                    <a:pt x="1066" y="1"/>
                  </a:moveTo>
                  <a:cubicBezTo>
                    <a:pt x="480" y="1"/>
                    <a:pt x="1" y="472"/>
                    <a:pt x="1" y="1066"/>
                  </a:cubicBezTo>
                  <a:cubicBezTo>
                    <a:pt x="1" y="1703"/>
                    <a:pt x="525" y="2129"/>
                    <a:pt x="1073" y="2129"/>
                  </a:cubicBezTo>
                  <a:cubicBezTo>
                    <a:pt x="1336" y="2129"/>
                    <a:pt x="1603" y="2032"/>
                    <a:pt x="1822" y="1813"/>
                  </a:cubicBezTo>
                  <a:cubicBezTo>
                    <a:pt x="2488"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138" name="Google Shape;7138;p36"/>
            <p:cNvSpPr/>
            <p:nvPr/>
          </p:nvSpPr>
          <p:spPr>
            <a:xfrm>
              <a:off x="4580250" y="1647400"/>
              <a:ext cx="62225" cy="53450"/>
            </a:xfrm>
            <a:custGeom>
              <a:rect b="b" l="l" r="r" t="t"/>
              <a:pathLst>
                <a:path extrusionOk="0" h="2138" w="2489">
                  <a:moveTo>
                    <a:pt x="1066" y="1"/>
                  </a:moveTo>
                  <a:cubicBezTo>
                    <a:pt x="480" y="1"/>
                    <a:pt x="1" y="481"/>
                    <a:pt x="1" y="1066"/>
                  </a:cubicBezTo>
                  <a:cubicBezTo>
                    <a:pt x="1" y="1710"/>
                    <a:pt x="526" y="2138"/>
                    <a:pt x="1074" y="2138"/>
                  </a:cubicBezTo>
                  <a:cubicBezTo>
                    <a:pt x="1336" y="2138"/>
                    <a:pt x="1604" y="2040"/>
                    <a:pt x="1822" y="1822"/>
                  </a:cubicBezTo>
                  <a:cubicBezTo>
                    <a:pt x="2488"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139" name="Google Shape;7139;p36"/>
            <p:cNvSpPr/>
            <p:nvPr/>
          </p:nvSpPr>
          <p:spPr>
            <a:xfrm>
              <a:off x="4580250" y="1723625"/>
              <a:ext cx="62225" cy="53350"/>
            </a:xfrm>
            <a:custGeom>
              <a:rect b="b" l="l" r="r" t="t"/>
              <a:pathLst>
                <a:path extrusionOk="0" h="2134" w="2489">
                  <a:moveTo>
                    <a:pt x="1066" y="1"/>
                  </a:moveTo>
                  <a:cubicBezTo>
                    <a:pt x="480" y="1"/>
                    <a:pt x="1" y="480"/>
                    <a:pt x="1" y="1065"/>
                  </a:cubicBezTo>
                  <a:cubicBezTo>
                    <a:pt x="1" y="1709"/>
                    <a:pt x="526" y="2133"/>
                    <a:pt x="1075" y="2133"/>
                  </a:cubicBezTo>
                  <a:cubicBezTo>
                    <a:pt x="1336" y="2133"/>
                    <a:pt x="1604" y="2037"/>
                    <a:pt x="1822" y="1822"/>
                  </a:cubicBezTo>
                  <a:cubicBezTo>
                    <a:pt x="2488"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140" name="Google Shape;7140;p36"/>
            <p:cNvSpPr/>
            <p:nvPr/>
          </p:nvSpPr>
          <p:spPr>
            <a:xfrm>
              <a:off x="4580250" y="1799850"/>
              <a:ext cx="62225" cy="53325"/>
            </a:xfrm>
            <a:custGeom>
              <a:rect b="b" l="l" r="r" t="t"/>
              <a:pathLst>
                <a:path extrusionOk="0" h="2133" w="2489">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141" name="Google Shape;7141;p36"/>
            <p:cNvSpPr/>
            <p:nvPr/>
          </p:nvSpPr>
          <p:spPr>
            <a:xfrm>
              <a:off x="4580250" y="1876050"/>
              <a:ext cx="62225" cy="53275"/>
            </a:xfrm>
            <a:custGeom>
              <a:rect b="b" l="l" r="r" t="t"/>
              <a:pathLst>
                <a:path extrusionOk="0" h="2131" w="2489">
                  <a:moveTo>
                    <a:pt x="1066" y="1"/>
                  </a:moveTo>
                  <a:cubicBezTo>
                    <a:pt x="480" y="1"/>
                    <a:pt x="1" y="472"/>
                    <a:pt x="1" y="1066"/>
                  </a:cubicBezTo>
                  <a:cubicBezTo>
                    <a:pt x="1" y="1707"/>
                    <a:pt x="523" y="2131"/>
                    <a:pt x="1070" y="2131"/>
                  </a:cubicBezTo>
                  <a:cubicBezTo>
                    <a:pt x="1333" y="2131"/>
                    <a:pt x="1602" y="2033"/>
                    <a:pt x="1822" y="1813"/>
                  </a:cubicBezTo>
                  <a:cubicBezTo>
                    <a:pt x="2488"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142" name="Google Shape;7142;p36"/>
            <p:cNvSpPr/>
            <p:nvPr/>
          </p:nvSpPr>
          <p:spPr>
            <a:xfrm>
              <a:off x="4580250" y="1952050"/>
              <a:ext cx="62225" cy="53450"/>
            </a:xfrm>
            <a:custGeom>
              <a:rect b="b" l="l" r="r" t="t"/>
              <a:pathLst>
                <a:path extrusionOk="0" h="2138" w="2489">
                  <a:moveTo>
                    <a:pt x="1066" y="1"/>
                  </a:moveTo>
                  <a:cubicBezTo>
                    <a:pt x="480" y="9"/>
                    <a:pt x="1" y="481"/>
                    <a:pt x="1" y="1074"/>
                  </a:cubicBezTo>
                  <a:cubicBezTo>
                    <a:pt x="1" y="1712"/>
                    <a:pt x="525" y="2138"/>
                    <a:pt x="1073" y="2138"/>
                  </a:cubicBezTo>
                  <a:cubicBezTo>
                    <a:pt x="1336" y="2138"/>
                    <a:pt x="1603" y="2040"/>
                    <a:pt x="1822" y="1822"/>
                  </a:cubicBezTo>
                  <a:cubicBezTo>
                    <a:pt x="2488" y="1155"/>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143" name="Google Shape;7143;p36"/>
            <p:cNvSpPr/>
            <p:nvPr/>
          </p:nvSpPr>
          <p:spPr>
            <a:xfrm>
              <a:off x="4580250" y="2028275"/>
              <a:ext cx="62225" cy="53450"/>
            </a:xfrm>
            <a:custGeom>
              <a:rect b="b" l="l" r="r" t="t"/>
              <a:pathLst>
                <a:path extrusionOk="0" h="2138" w="2489">
                  <a:moveTo>
                    <a:pt x="1066" y="1"/>
                  </a:moveTo>
                  <a:cubicBezTo>
                    <a:pt x="480" y="1"/>
                    <a:pt x="1" y="480"/>
                    <a:pt x="1" y="1065"/>
                  </a:cubicBezTo>
                  <a:cubicBezTo>
                    <a:pt x="1" y="1709"/>
                    <a:pt x="526" y="2137"/>
                    <a:pt x="1074" y="2137"/>
                  </a:cubicBezTo>
                  <a:cubicBezTo>
                    <a:pt x="1336" y="2137"/>
                    <a:pt x="1604" y="2040"/>
                    <a:pt x="1822" y="1821"/>
                  </a:cubicBezTo>
                  <a:cubicBezTo>
                    <a:pt x="2488"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144" name="Google Shape;7144;p36"/>
            <p:cNvSpPr/>
            <p:nvPr/>
          </p:nvSpPr>
          <p:spPr>
            <a:xfrm>
              <a:off x="4580250" y="2104500"/>
              <a:ext cx="62225" cy="53325"/>
            </a:xfrm>
            <a:custGeom>
              <a:rect b="b" l="l" r="r" t="t"/>
              <a:pathLst>
                <a:path extrusionOk="0" h="2133" w="2489">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145" name="Google Shape;7145;p36"/>
            <p:cNvSpPr/>
            <p:nvPr/>
          </p:nvSpPr>
          <p:spPr>
            <a:xfrm>
              <a:off x="4580250" y="2180700"/>
              <a:ext cx="62225" cy="53350"/>
            </a:xfrm>
            <a:custGeom>
              <a:rect b="b" l="l" r="r" t="t"/>
              <a:pathLst>
                <a:path extrusionOk="0" h="2134" w="2489">
                  <a:moveTo>
                    <a:pt x="1066" y="1"/>
                  </a:moveTo>
                  <a:cubicBezTo>
                    <a:pt x="480" y="1"/>
                    <a:pt x="1" y="480"/>
                    <a:pt x="1" y="1066"/>
                  </a:cubicBezTo>
                  <a:cubicBezTo>
                    <a:pt x="1" y="1709"/>
                    <a:pt x="526" y="2133"/>
                    <a:pt x="1075" y="2133"/>
                  </a:cubicBezTo>
                  <a:cubicBezTo>
                    <a:pt x="1336" y="2133"/>
                    <a:pt x="1604" y="2037"/>
                    <a:pt x="1822" y="1822"/>
                  </a:cubicBezTo>
                  <a:cubicBezTo>
                    <a:pt x="2488"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146" name="Google Shape;7146;p36"/>
            <p:cNvSpPr/>
            <p:nvPr/>
          </p:nvSpPr>
          <p:spPr>
            <a:xfrm>
              <a:off x="4580250" y="2256925"/>
              <a:ext cx="62350" cy="53425"/>
            </a:xfrm>
            <a:custGeom>
              <a:rect b="b" l="l" r="r" t="t"/>
              <a:pathLst>
                <a:path extrusionOk="0" h="2137" w="2494">
                  <a:moveTo>
                    <a:pt x="1076" y="0"/>
                  </a:moveTo>
                  <a:cubicBezTo>
                    <a:pt x="1072" y="0"/>
                    <a:pt x="1069" y="0"/>
                    <a:pt x="1066" y="0"/>
                  </a:cubicBezTo>
                  <a:cubicBezTo>
                    <a:pt x="480" y="0"/>
                    <a:pt x="1" y="480"/>
                    <a:pt x="1" y="1065"/>
                  </a:cubicBezTo>
                  <a:cubicBezTo>
                    <a:pt x="1" y="1709"/>
                    <a:pt x="529" y="2137"/>
                    <a:pt x="1078" y="2137"/>
                  </a:cubicBezTo>
                  <a:cubicBezTo>
                    <a:pt x="1340" y="2137"/>
                    <a:pt x="1606" y="2039"/>
                    <a:pt x="1822" y="1821"/>
                  </a:cubicBezTo>
                  <a:cubicBezTo>
                    <a:pt x="2494" y="1149"/>
                    <a:pt x="2020" y="0"/>
                    <a:pt x="1076"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147" name="Google Shape;7147;p36"/>
            <p:cNvSpPr/>
            <p:nvPr/>
          </p:nvSpPr>
          <p:spPr>
            <a:xfrm>
              <a:off x="4580250" y="2333125"/>
              <a:ext cx="62225" cy="53450"/>
            </a:xfrm>
            <a:custGeom>
              <a:rect b="b" l="l" r="r" t="t"/>
              <a:pathLst>
                <a:path extrusionOk="0" h="2138" w="2489">
                  <a:moveTo>
                    <a:pt x="1066" y="1"/>
                  </a:moveTo>
                  <a:cubicBezTo>
                    <a:pt x="480" y="1"/>
                    <a:pt x="1" y="480"/>
                    <a:pt x="1" y="1066"/>
                  </a:cubicBezTo>
                  <a:cubicBezTo>
                    <a:pt x="1" y="1709"/>
                    <a:pt x="526" y="2137"/>
                    <a:pt x="1074" y="2137"/>
                  </a:cubicBezTo>
                  <a:cubicBezTo>
                    <a:pt x="1336" y="2137"/>
                    <a:pt x="1604" y="2040"/>
                    <a:pt x="1822" y="1822"/>
                  </a:cubicBezTo>
                  <a:cubicBezTo>
                    <a:pt x="2488"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148" name="Google Shape;7148;p36"/>
            <p:cNvSpPr/>
            <p:nvPr/>
          </p:nvSpPr>
          <p:spPr>
            <a:xfrm>
              <a:off x="4580250" y="2409350"/>
              <a:ext cx="62225" cy="53350"/>
            </a:xfrm>
            <a:custGeom>
              <a:rect b="b" l="l" r="r" t="t"/>
              <a:pathLst>
                <a:path extrusionOk="0" h="2134" w="2489">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149" name="Google Shape;7149;p36"/>
            <p:cNvSpPr/>
            <p:nvPr/>
          </p:nvSpPr>
          <p:spPr>
            <a:xfrm>
              <a:off x="4656475" y="1571400"/>
              <a:ext cx="62200" cy="53250"/>
            </a:xfrm>
            <a:custGeom>
              <a:rect b="b" l="l" r="r" t="t"/>
              <a:pathLst>
                <a:path extrusionOk="0" h="2130" w="2488">
                  <a:moveTo>
                    <a:pt x="1065" y="1"/>
                  </a:moveTo>
                  <a:cubicBezTo>
                    <a:pt x="472" y="1"/>
                    <a:pt x="0" y="472"/>
                    <a:pt x="0" y="1066"/>
                  </a:cubicBezTo>
                  <a:cubicBezTo>
                    <a:pt x="0" y="1703"/>
                    <a:pt x="525" y="2129"/>
                    <a:pt x="1070" y="2129"/>
                  </a:cubicBezTo>
                  <a:cubicBezTo>
                    <a:pt x="1331" y="2129"/>
                    <a:pt x="1597" y="2032"/>
                    <a:pt x="1813" y="1813"/>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150" name="Google Shape;7150;p36"/>
            <p:cNvSpPr/>
            <p:nvPr/>
          </p:nvSpPr>
          <p:spPr>
            <a:xfrm>
              <a:off x="4656475" y="1647400"/>
              <a:ext cx="62200" cy="53450"/>
            </a:xfrm>
            <a:custGeom>
              <a:rect b="b" l="l" r="r" t="t"/>
              <a:pathLst>
                <a:path extrusionOk="0" h="2138" w="2488">
                  <a:moveTo>
                    <a:pt x="1065" y="1"/>
                  </a:moveTo>
                  <a:cubicBezTo>
                    <a:pt x="472" y="9"/>
                    <a:pt x="0" y="481"/>
                    <a:pt x="0" y="1066"/>
                  </a:cubicBezTo>
                  <a:cubicBezTo>
                    <a:pt x="0" y="1710"/>
                    <a:pt x="525" y="2138"/>
                    <a:pt x="1071" y="2138"/>
                  </a:cubicBezTo>
                  <a:cubicBezTo>
                    <a:pt x="1332" y="2138"/>
                    <a:pt x="1598" y="2040"/>
                    <a:pt x="1813" y="1822"/>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151" name="Google Shape;7151;p36"/>
            <p:cNvSpPr/>
            <p:nvPr/>
          </p:nvSpPr>
          <p:spPr>
            <a:xfrm>
              <a:off x="4656475" y="1723625"/>
              <a:ext cx="62200" cy="53350"/>
            </a:xfrm>
            <a:custGeom>
              <a:rect b="b" l="l" r="r" t="t"/>
              <a:pathLst>
                <a:path extrusionOk="0" h="2134" w="2488">
                  <a:moveTo>
                    <a:pt x="1065" y="1"/>
                  </a:moveTo>
                  <a:cubicBezTo>
                    <a:pt x="472" y="1"/>
                    <a:pt x="0" y="480"/>
                    <a:pt x="0" y="1065"/>
                  </a:cubicBezTo>
                  <a:cubicBezTo>
                    <a:pt x="0" y="1709"/>
                    <a:pt x="525" y="2133"/>
                    <a:pt x="1072" y="2133"/>
                  </a:cubicBezTo>
                  <a:cubicBezTo>
                    <a:pt x="1332" y="2133"/>
                    <a:pt x="1598" y="2037"/>
                    <a:pt x="1813" y="1822"/>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152" name="Google Shape;7152;p36"/>
            <p:cNvSpPr/>
            <p:nvPr/>
          </p:nvSpPr>
          <p:spPr>
            <a:xfrm>
              <a:off x="4656475" y="1799850"/>
              <a:ext cx="62200" cy="53325"/>
            </a:xfrm>
            <a:custGeom>
              <a:rect b="b" l="l" r="r" t="t"/>
              <a:pathLst>
                <a:path extrusionOk="0" h="2133" w="2488">
                  <a:moveTo>
                    <a:pt x="1065" y="0"/>
                  </a:moveTo>
                  <a:cubicBezTo>
                    <a:pt x="472" y="0"/>
                    <a:pt x="0" y="480"/>
                    <a:pt x="0" y="1065"/>
                  </a:cubicBezTo>
                  <a:cubicBezTo>
                    <a:pt x="0" y="1709"/>
                    <a:pt x="525" y="2133"/>
                    <a:pt x="1072" y="2133"/>
                  </a:cubicBezTo>
                  <a:cubicBezTo>
                    <a:pt x="1332" y="2133"/>
                    <a:pt x="1598" y="2036"/>
                    <a:pt x="1813" y="1821"/>
                  </a:cubicBezTo>
                  <a:cubicBezTo>
                    <a:pt x="2488" y="1146"/>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153" name="Google Shape;7153;p36"/>
            <p:cNvSpPr/>
            <p:nvPr/>
          </p:nvSpPr>
          <p:spPr>
            <a:xfrm>
              <a:off x="4656475" y="1876050"/>
              <a:ext cx="62200" cy="53275"/>
            </a:xfrm>
            <a:custGeom>
              <a:rect b="b" l="l" r="r" t="t"/>
              <a:pathLst>
                <a:path extrusionOk="0" h="2131" w="2488">
                  <a:moveTo>
                    <a:pt x="1065" y="1"/>
                  </a:moveTo>
                  <a:cubicBezTo>
                    <a:pt x="472" y="1"/>
                    <a:pt x="0" y="472"/>
                    <a:pt x="0" y="1066"/>
                  </a:cubicBezTo>
                  <a:cubicBezTo>
                    <a:pt x="0" y="1707"/>
                    <a:pt x="522" y="2131"/>
                    <a:pt x="1067" y="2131"/>
                  </a:cubicBezTo>
                  <a:cubicBezTo>
                    <a:pt x="1329" y="2131"/>
                    <a:pt x="1596" y="2033"/>
                    <a:pt x="1813" y="1813"/>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154" name="Google Shape;7154;p36"/>
            <p:cNvSpPr/>
            <p:nvPr/>
          </p:nvSpPr>
          <p:spPr>
            <a:xfrm>
              <a:off x="4656475" y="1952050"/>
              <a:ext cx="62200" cy="53450"/>
            </a:xfrm>
            <a:custGeom>
              <a:rect b="b" l="l" r="r" t="t"/>
              <a:pathLst>
                <a:path extrusionOk="0" h="2138" w="2488">
                  <a:moveTo>
                    <a:pt x="1065" y="1"/>
                  </a:moveTo>
                  <a:cubicBezTo>
                    <a:pt x="472" y="9"/>
                    <a:pt x="0" y="481"/>
                    <a:pt x="0" y="1074"/>
                  </a:cubicBezTo>
                  <a:cubicBezTo>
                    <a:pt x="0" y="1712"/>
                    <a:pt x="525" y="2138"/>
                    <a:pt x="1070" y="2138"/>
                  </a:cubicBezTo>
                  <a:cubicBezTo>
                    <a:pt x="1331" y="2138"/>
                    <a:pt x="1597" y="2040"/>
                    <a:pt x="1813" y="1822"/>
                  </a:cubicBezTo>
                  <a:cubicBezTo>
                    <a:pt x="2488" y="1155"/>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155" name="Google Shape;7155;p36"/>
            <p:cNvSpPr/>
            <p:nvPr/>
          </p:nvSpPr>
          <p:spPr>
            <a:xfrm>
              <a:off x="4656475" y="2028275"/>
              <a:ext cx="62200" cy="53450"/>
            </a:xfrm>
            <a:custGeom>
              <a:rect b="b" l="l" r="r" t="t"/>
              <a:pathLst>
                <a:path extrusionOk="0" h="2138" w="2488">
                  <a:moveTo>
                    <a:pt x="1065" y="1"/>
                  </a:moveTo>
                  <a:cubicBezTo>
                    <a:pt x="472" y="1"/>
                    <a:pt x="0" y="480"/>
                    <a:pt x="0" y="1065"/>
                  </a:cubicBezTo>
                  <a:cubicBezTo>
                    <a:pt x="0" y="1709"/>
                    <a:pt x="525" y="2137"/>
                    <a:pt x="1071" y="2137"/>
                  </a:cubicBezTo>
                  <a:cubicBezTo>
                    <a:pt x="1332" y="2137"/>
                    <a:pt x="1598" y="2040"/>
                    <a:pt x="1813" y="1821"/>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156" name="Google Shape;7156;p36"/>
            <p:cNvSpPr/>
            <p:nvPr/>
          </p:nvSpPr>
          <p:spPr>
            <a:xfrm>
              <a:off x="4656475" y="2104500"/>
              <a:ext cx="62200" cy="53325"/>
            </a:xfrm>
            <a:custGeom>
              <a:rect b="b" l="l" r="r" t="t"/>
              <a:pathLst>
                <a:path extrusionOk="0" h="2133" w="2488">
                  <a:moveTo>
                    <a:pt x="1065" y="0"/>
                  </a:moveTo>
                  <a:cubicBezTo>
                    <a:pt x="472" y="0"/>
                    <a:pt x="0" y="480"/>
                    <a:pt x="0" y="1065"/>
                  </a:cubicBezTo>
                  <a:cubicBezTo>
                    <a:pt x="0" y="1709"/>
                    <a:pt x="525" y="2133"/>
                    <a:pt x="1072" y="2133"/>
                  </a:cubicBezTo>
                  <a:cubicBezTo>
                    <a:pt x="1332" y="2133"/>
                    <a:pt x="1598" y="2036"/>
                    <a:pt x="1813" y="1821"/>
                  </a:cubicBezTo>
                  <a:cubicBezTo>
                    <a:pt x="2488" y="1146"/>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157" name="Google Shape;7157;p36"/>
            <p:cNvSpPr/>
            <p:nvPr/>
          </p:nvSpPr>
          <p:spPr>
            <a:xfrm>
              <a:off x="4656475" y="2180700"/>
              <a:ext cx="62200" cy="53350"/>
            </a:xfrm>
            <a:custGeom>
              <a:rect b="b" l="l" r="r" t="t"/>
              <a:pathLst>
                <a:path extrusionOk="0" h="2134" w="2488">
                  <a:moveTo>
                    <a:pt x="1065" y="1"/>
                  </a:moveTo>
                  <a:cubicBezTo>
                    <a:pt x="472" y="1"/>
                    <a:pt x="0" y="480"/>
                    <a:pt x="0" y="1066"/>
                  </a:cubicBezTo>
                  <a:cubicBezTo>
                    <a:pt x="0" y="1709"/>
                    <a:pt x="525" y="2133"/>
                    <a:pt x="1072" y="2133"/>
                  </a:cubicBezTo>
                  <a:cubicBezTo>
                    <a:pt x="1332" y="2133"/>
                    <a:pt x="1598" y="2037"/>
                    <a:pt x="1813" y="1822"/>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158" name="Google Shape;7158;p36"/>
            <p:cNvSpPr/>
            <p:nvPr/>
          </p:nvSpPr>
          <p:spPr>
            <a:xfrm>
              <a:off x="4656475" y="2256925"/>
              <a:ext cx="62350" cy="53425"/>
            </a:xfrm>
            <a:custGeom>
              <a:rect b="b" l="l" r="r" t="t"/>
              <a:pathLst>
                <a:path extrusionOk="0" h="2137" w="2494">
                  <a:moveTo>
                    <a:pt x="1075" y="0"/>
                  </a:moveTo>
                  <a:cubicBezTo>
                    <a:pt x="1072" y="0"/>
                    <a:pt x="1068" y="0"/>
                    <a:pt x="1065" y="0"/>
                  </a:cubicBezTo>
                  <a:cubicBezTo>
                    <a:pt x="472" y="0"/>
                    <a:pt x="0" y="480"/>
                    <a:pt x="0" y="1065"/>
                  </a:cubicBezTo>
                  <a:cubicBezTo>
                    <a:pt x="0" y="1709"/>
                    <a:pt x="525" y="2137"/>
                    <a:pt x="1074" y="2137"/>
                  </a:cubicBezTo>
                  <a:cubicBezTo>
                    <a:pt x="1336" y="2137"/>
                    <a:pt x="1603" y="2039"/>
                    <a:pt x="1821" y="1821"/>
                  </a:cubicBezTo>
                  <a:cubicBezTo>
                    <a:pt x="2494" y="1149"/>
                    <a:pt x="2020" y="0"/>
                    <a:pt x="107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159" name="Google Shape;7159;p36"/>
            <p:cNvSpPr/>
            <p:nvPr/>
          </p:nvSpPr>
          <p:spPr>
            <a:xfrm>
              <a:off x="4656475" y="2333125"/>
              <a:ext cx="62200" cy="53450"/>
            </a:xfrm>
            <a:custGeom>
              <a:rect b="b" l="l" r="r" t="t"/>
              <a:pathLst>
                <a:path extrusionOk="0" h="2138" w="2488">
                  <a:moveTo>
                    <a:pt x="1065" y="1"/>
                  </a:moveTo>
                  <a:cubicBezTo>
                    <a:pt x="472" y="1"/>
                    <a:pt x="0" y="480"/>
                    <a:pt x="0" y="1066"/>
                  </a:cubicBezTo>
                  <a:cubicBezTo>
                    <a:pt x="0" y="1709"/>
                    <a:pt x="525" y="2137"/>
                    <a:pt x="1071" y="2137"/>
                  </a:cubicBezTo>
                  <a:cubicBezTo>
                    <a:pt x="1332" y="2137"/>
                    <a:pt x="1598" y="2040"/>
                    <a:pt x="1813" y="1822"/>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160" name="Google Shape;7160;p36"/>
            <p:cNvSpPr/>
            <p:nvPr/>
          </p:nvSpPr>
          <p:spPr>
            <a:xfrm>
              <a:off x="4656475" y="2409350"/>
              <a:ext cx="62200" cy="53350"/>
            </a:xfrm>
            <a:custGeom>
              <a:rect b="b" l="l" r="r" t="t"/>
              <a:pathLst>
                <a:path extrusionOk="0" h="2134" w="2488">
                  <a:moveTo>
                    <a:pt x="1065" y="0"/>
                  </a:moveTo>
                  <a:cubicBezTo>
                    <a:pt x="472" y="0"/>
                    <a:pt x="0" y="480"/>
                    <a:pt x="0" y="1065"/>
                  </a:cubicBezTo>
                  <a:cubicBezTo>
                    <a:pt x="0" y="1709"/>
                    <a:pt x="525" y="2133"/>
                    <a:pt x="1072" y="2133"/>
                  </a:cubicBezTo>
                  <a:cubicBezTo>
                    <a:pt x="1332" y="2133"/>
                    <a:pt x="1598" y="2036"/>
                    <a:pt x="1813" y="1821"/>
                  </a:cubicBezTo>
                  <a:cubicBezTo>
                    <a:pt x="2488" y="1146"/>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161" name="Google Shape;7161;p36"/>
            <p:cNvSpPr/>
            <p:nvPr/>
          </p:nvSpPr>
          <p:spPr>
            <a:xfrm>
              <a:off x="4732475" y="2409350"/>
              <a:ext cx="62425" cy="53350"/>
            </a:xfrm>
            <a:custGeom>
              <a:rect b="b" l="l" r="r" t="t"/>
              <a:pathLst>
                <a:path extrusionOk="0" h="2134" w="2497">
                  <a:moveTo>
                    <a:pt x="1074" y="0"/>
                  </a:moveTo>
                  <a:cubicBezTo>
                    <a:pt x="480" y="0"/>
                    <a:pt x="9" y="480"/>
                    <a:pt x="1" y="1065"/>
                  </a:cubicBezTo>
                  <a:cubicBezTo>
                    <a:pt x="1" y="1709"/>
                    <a:pt x="526" y="2133"/>
                    <a:pt x="1075" y="2133"/>
                  </a:cubicBezTo>
                  <a:cubicBezTo>
                    <a:pt x="1336" y="2133"/>
                    <a:pt x="1604" y="2036"/>
                    <a:pt x="1822" y="1821"/>
                  </a:cubicBezTo>
                  <a:cubicBezTo>
                    <a:pt x="2496" y="1146"/>
                    <a:pt x="2017" y="0"/>
                    <a:pt x="1074"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162" name="Google Shape;7162;p36"/>
            <p:cNvSpPr/>
            <p:nvPr/>
          </p:nvSpPr>
          <p:spPr>
            <a:xfrm>
              <a:off x="4732475" y="2485550"/>
              <a:ext cx="62425" cy="53300"/>
            </a:xfrm>
            <a:custGeom>
              <a:rect b="b" l="l" r="r" t="t"/>
              <a:pathLst>
                <a:path extrusionOk="0" h="2132" w="2497">
                  <a:moveTo>
                    <a:pt x="1074" y="1"/>
                  </a:moveTo>
                  <a:cubicBezTo>
                    <a:pt x="480" y="1"/>
                    <a:pt x="1" y="472"/>
                    <a:pt x="1" y="1066"/>
                  </a:cubicBezTo>
                  <a:cubicBezTo>
                    <a:pt x="1" y="1708"/>
                    <a:pt x="526" y="2131"/>
                    <a:pt x="1073" y="2131"/>
                  </a:cubicBezTo>
                  <a:cubicBezTo>
                    <a:pt x="1337" y="2131"/>
                    <a:pt x="1605" y="2033"/>
                    <a:pt x="1822" y="1814"/>
                  </a:cubicBezTo>
                  <a:cubicBezTo>
                    <a:pt x="2496" y="1147"/>
                    <a:pt x="2017" y="1"/>
                    <a:pt x="1074"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163" name="Google Shape;7163;p36"/>
            <p:cNvSpPr/>
            <p:nvPr/>
          </p:nvSpPr>
          <p:spPr>
            <a:xfrm>
              <a:off x="4808700" y="1495200"/>
              <a:ext cx="62400" cy="53325"/>
            </a:xfrm>
            <a:custGeom>
              <a:rect b="b" l="l" r="r" t="t"/>
              <a:pathLst>
                <a:path extrusionOk="0" h="2133" w="2496">
                  <a:moveTo>
                    <a:pt x="1065" y="0"/>
                  </a:moveTo>
                  <a:cubicBezTo>
                    <a:pt x="480" y="0"/>
                    <a:pt x="0" y="480"/>
                    <a:pt x="0" y="1065"/>
                  </a:cubicBezTo>
                  <a:cubicBezTo>
                    <a:pt x="0" y="1709"/>
                    <a:pt x="525"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164" name="Google Shape;7164;p36"/>
            <p:cNvSpPr/>
            <p:nvPr/>
          </p:nvSpPr>
          <p:spPr>
            <a:xfrm>
              <a:off x="4808700" y="1571400"/>
              <a:ext cx="62400" cy="53250"/>
            </a:xfrm>
            <a:custGeom>
              <a:rect b="b" l="l" r="r" t="t"/>
              <a:pathLst>
                <a:path extrusionOk="0" h="2130" w="2496">
                  <a:moveTo>
                    <a:pt x="1065" y="1"/>
                  </a:moveTo>
                  <a:cubicBezTo>
                    <a:pt x="480" y="1"/>
                    <a:pt x="0" y="472"/>
                    <a:pt x="0" y="1066"/>
                  </a:cubicBezTo>
                  <a:cubicBezTo>
                    <a:pt x="0" y="1703"/>
                    <a:pt x="525" y="2129"/>
                    <a:pt x="1073" y="2129"/>
                  </a:cubicBezTo>
                  <a:cubicBezTo>
                    <a:pt x="1335" y="2129"/>
                    <a:pt x="1603" y="2032"/>
                    <a:pt x="1821" y="1813"/>
                  </a:cubicBezTo>
                  <a:cubicBezTo>
                    <a:pt x="2496"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165" name="Google Shape;7165;p36"/>
            <p:cNvSpPr/>
            <p:nvPr/>
          </p:nvSpPr>
          <p:spPr>
            <a:xfrm>
              <a:off x="4808700" y="1647400"/>
              <a:ext cx="62400" cy="53450"/>
            </a:xfrm>
            <a:custGeom>
              <a:rect b="b" l="l" r="r" t="t"/>
              <a:pathLst>
                <a:path extrusionOk="0" h="2138" w="2496">
                  <a:moveTo>
                    <a:pt x="1065" y="1"/>
                  </a:moveTo>
                  <a:cubicBezTo>
                    <a:pt x="480" y="9"/>
                    <a:pt x="0" y="481"/>
                    <a:pt x="0" y="1066"/>
                  </a:cubicBezTo>
                  <a:cubicBezTo>
                    <a:pt x="0" y="1710"/>
                    <a:pt x="525" y="2138"/>
                    <a:pt x="1074" y="2138"/>
                  </a:cubicBezTo>
                  <a:cubicBezTo>
                    <a:pt x="1336" y="2138"/>
                    <a:pt x="1603" y="2040"/>
                    <a:pt x="1821" y="1822"/>
                  </a:cubicBezTo>
                  <a:cubicBezTo>
                    <a:pt x="2496"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166" name="Google Shape;7166;p36"/>
            <p:cNvSpPr/>
            <p:nvPr/>
          </p:nvSpPr>
          <p:spPr>
            <a:xfrm>
              <a:off x="4808700" y="1723625"/>
              <a:ext cx="62400" cy="53350"/>
            </a:xfrm>
            <a:custGeom>
              <a:rect b="b" l="l" r="r" t="t"/>
              <a:pathLst>
                <a:path extrusionOk="0" h="2134" w="2496">
                  <a:moveTo>
                    <a:pt x="1065" y="1"/>
                  </a:moveTo>
                  <a:cubicBezTo>
                    <a:pt x="480" y="1"/>
                    <a:pt x="0" y="480"/>
                    <a:pt x="0" y="1065"/>
                  </a:cubicBezTo>
                  <a:cubicBezTo>
                    <a:pt x="0" y="1709"/>
                    <a:pt x="525" y="2133"/>
                    <a:pt x="1074" y="2133"/>
                  </a:cubicBezTo>
                  <a:cubicBezTo>
                    <a:pt x="1336" y="2133"/>
                    <a:pt x="1603" y="2037"/>
                    <a:pt x="1821" y="1822"/>
                  </a:cubicBezTo>
                  <a:cubicBezTo>
                    <a:pt x="2496"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167" name="Google Shape;7167;p36"/>
            <p:cNvSpPr/>
            <p:nvPr/>
          </p:nvSpPr>
          <p:spPr>
            <a:xfrm>
              <a:off x="4808700" y="1799850"/>
              <a:ext cx="62400" cy="53325"/>
            </a:xfrm>
            <a:custGeom>
              <a:rect b="b" l="l" r="r" t="t"/>
              <a:pathLst>
                <a:path extrusionOk="0" h="2133" w="2496">
                  <a:moveTo>
                    <a:pt x="1065" y="0"/>
                  </a:moveTo>
                  <a:cubicBezTo>
                    <a:pt x="480" y="0"/>
                    <a:pt x="0" y="480"/>
                    <a:pt x="0" y="1065"/>
                  </a:cubicBezTo>
                  <a:cubicBezTo>
                    <a:pt x="0" y="1709"/>
                    <a:pt x="525"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168" name="Google Shape;7168;p36"/>
            <p:cNvSpPr/>
            <p:nvPr/>
          </p:nvSpPr>
          <p:spPr>
            <a:xfrm>
              <a:off x="4808700" y="1876050"/>
              <a:ext cx="62400" cy="53275"/>
            </a:xfrm>
            <a:custGeom>
              <a:rect b="b" l="l" r="r" t="t"/>
              <a:pathLst>
                <a:path extrusionOk="0" h="2131" w="2496">
                  <a:moveTo>
                    <a:pt x="1065" y="1"/>
                  </a:moveTo>
                  <a:cubicBezTo>
                    <a:pt x="480" y="1"/>
                    <a:pt x="0" y="472"/>
                    <a:pt x="0" y="1066"/>
                  </a:cubicBezTo>
                  <a:cubicBezTo>
                    <a:pt x="0" y="1707"/>
                    <a:pt x="522" y="2131"/>
                    <a:pt x="1069" y="2131"/>
                  </a:cubicBezTo>
                  <a:cubicBezTo>
                    <a:pt x="1333" y="2131"/>
                    <a:pt x="1602" y="2033"/>
                    <a:pt x="1821" y="1813"/>
                  </a:cubicBezTo>
                  <a:cubicBezTo>
                    <a:pt x="2496"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169" name="Google Shape;7169;p36"/>
            <p:cNvSpPr/>
            <p:nvPr/>
          </p:nvSpPr>
          <p:spPr>
            <a:xfrm>
              <a:off x="4808700" y="1952050"/>
              <a:ext cx="62400" cy="53450"/>
            </a:xfrm>
            <a:custGeom>
              <a:rect b="b" l="l" r="r" t="t"/>
              <a:pathLst>
                <a:path extrusionOk="0" h="2138" w="2496">
                  <a:moveTo>
                    <a:pt x="1065" y="1"/>
                  </a:moveTo>
                  <a:cubicBezTo>
                    <a:pt x="480" y="9"/>
                    <a:pt x="0" y="481"/>
                    <a:pt x="0" y="1074"/>
                  </a:cubicBezTo>
                  <a:cubicBezTo>
                    <a:pt x="0" y="1712"/>
                    <a:pt x="525" y="2138"/>
                    <a:pt x="1073" y="2138"/>
                  </a:cubicBezTo>
                  <a:cubicBezTo>
                    <a:pt x="1335" y="2138"/>
                    <a:pt x="1603" y="2040"/>
                    <a:pt x="1821" y="1822"/>
                  </a:cubicBezTo>
                  <a:cubicBezTo>
                    <a:pt x="2496" y="1155"/>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170" name="Google Shape;7170;p36"/>
            <p:cNvSpPr/>
            <p:nvPr/>
          </p:nvSpPr>
          <p:spPr>
            <a:xfrm>
              <a:off x="4808700" y="2028275"/>
              <a:ext cx="62400" cy="53450"/>
            </a:xfrm>
            <a:custGeom>
              <a:rect b="b" l="l" r="r" t="t"/>
              <a:pathLst>
                <a:path extrusionOk="0" h="2138" w="2496">
                  <a:moveTo>
                    <a:pt x="1065" y="1"/>
                  </a:moveTo>
                  <a:cubicBezTo>
                    <a:pt x="480" y="1"/>
                    <a:pt x="0" y="480"/>
                    <a:pt x="0" y="1065"/>
                  </a:cubicBezTo>
                  <a:cubicBezTo>
                    <a:pt x="0" y="1709"/>
                    <a:pt x="525" y="2137"/>
                    <a:pt x="1074" y="2137"/>
                  </a:cubicBezTo>
                  <a:cubicBezTo>
                    <a:pt x="1336" y="2137"/>
                    <a:pt x="1603" y="2040"/>
                    <a:pt x="1821" y="1821"/>
                  </a:cubicBezTo>
                  <a:cubicBezTo>
                    <a:pt x="2496"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171" name="Google Shape;7171;p36"/>
            <p:cNvSpPr/>
            <p:nvPr/>
          </p:nvSpPr>
          <p:spPr>
            <a:xfrm>
              <a:off x="4808700" y="2104500"/>
              <a:ext cx="62400" cy="53325"/>
            </a:xfrm>
            <a:custGeom>
              <a:rect b="b" l="l" r="r" t="t"/>
              <a:pathLst>
                <a:path extrusionOk="0" h="2133" w="2496">
                  <a:moveTo>
                    <a:pt x="1065" y="0"/>
                  </a:moveTo>
                  <a:cubicBezTo>
                    <a:pt x="480" y="0"/>
                    <a:pt x="0" y="480"/>
                    <a:pt x="0" y="1065"/>
                  </a:cubicBezTo>
                  <a:cubicBezTo>
                    <a:pt x="0" y="1709"/>
                    <a:pt x="525"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172" name="Google Shape;7172;p36"/>
            <p:cNvSpPr/>
            <p:nvPr/>
          </p:nvSpPr>
          <p:spPr>
            <a:xfrm>
              <a:off x="4808700" y="2180700"/>
              <a:ext cx="62400" cy="53350"/>
            </a:xfrm>
            <a:custGeom>
              <a:rect b="b" l="l" r="r" t="t"/>
              <a:pathLst>
                <a:path extrusionOk="0" h="2134" w="2496">
                  <a:moveTo>
                    <a:pt x="1065" y="1"/>
                  </a:moveTo>
                  <a:cubicBezTo>
                    <a:pt x="480" y="1"/>
                    <a:pt x="0" y="480"/>
                    <a:pt x="0" y="1066"/>
                  </a:cubicBezTo>
                  <a:cubicBezTo>
                    <a:pt x="0" y="1709"/>
                    <a:pt x="525" y="2133"/>
                    <a:pt x="1074" y="2133"/>
                  </a:cubicBezTo>
                  <a:cubicBezTo>
                    <a:pt x="1336" y="2133"/>
                    <a:pt x="1603" y="2037"/>
                    <a:pt x="1821" y="1822"/>
                  </a:cubicBezTo>
                  <a:cubicBezTo>
                    <a:pt x="2496"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173" name="Google Shape;7173;p36"/>
            <p:cNvSpPr/>
            <p:nvPr/>
          </p:nvSpPr>
          <p:spPr>
            <a:xfrm>
              <a:off x="4808700" y="2256925"/>
              <a:ext cx="62550" cy="53425"/>
            </a:xfrm>
            <a:custGeom>
              <a:rect b="b" l="l" r="r" t="t"/>
              <a:pathLst>
                <a:path extrusionOk="0" h="2137" w="2502">
                  <a:moveTo>
                    <a:pt x="1075" y="0"/>
                  </a:moveTo>
                  <a:cubicBezTo>
                    <a:pt x="1072" y="0"/>
                    <a:pt x="1068" y="0"/>
                    <a:pt x="1065" y="0"/>
                  </a:cubicBezTo>
                  <a:cubicBezTo>
                    <a:pt x="480" y="0"/>
                    <a:pt x="0" y="480"/>
                    <a:pt x="0" y="1065"/>
                  </a:cubicBezTo>
                  <a:cubicBezTo>
                    <a:pt x="0" y="1709"/>
                    <a:pt x="529" y="2137"/>
                    <a:pt x="1080" y="2137"/>
                  </a:cubicBezTo>
                  <a:cubicBezTo>
                    <a:pt x="1343" y="2137"/>
                    <a:pt x="1611" y="2039"/>
                    <a:pt x="1829" y="1821"/>
                  </a:cubicBezTo>
                  <a:cubicBezTo>
                    <a:pt x="2502" y="1149"/>
                    <a:pt x="2028" y="0"/>
                    <a:pt x="107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174" name="Google Shape;7174;p36"/>
            <p:cNvSpPr/>
            <p:nvPr/>
          </p:nvSpPr>
          <p:spPr>
            <a:xfrm>
              <a:off x="4808700" y="2333125"/>
              <a:ext cx="62400" cy="53450"/>
            </a:xfrm>
            <a:custGeom>
              <a:rect b="b" l="l" r="r" t="t"/>
              <a:pathLst>
                <a:path extrusionOk="0" h="2138" w="2496">
                  <a:moveTo>
                    <a:pt x="1065" y="1"/>
                  </a:moveTo>
                  <a:cubicBezTo>
                    <a:pt x="480" y="1"/>
                    <a:pt x="0" y="480"/>
                    <a:pt x="0" y="1066"/>
                  </a:cubicBezTo>
                  <a:cubicBezTo>
                    <a:pt x="0" y="1709"/>
                    <a:pt x="525" y="2137"/>
                    <a:pt x="1074" y="2137"/>
                  </a:cubicBezTo>
                  <a:cubicBezTo>
                    <a:pt x="1336" y="2137"/>
                    <a:pt x="1603" y="2040"/>
                    <a:pt x="1821" y="1822"/>
                  </a:cubicBezTo>
                  <a:cubicBezTo>
                    <a:pt x="2496"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175" name="Google Shape;7175;p36"/>
            <p:cNvSpPr/>
            <p:nvPr/>
          </p:nvSpPr>
          <p:spPr>
            <a:xfrm>
              <a:off x="4808700" y="2409350"/>
              <a:ext cx="62400" cy="53350"/>
            </a:xfrm>
            <a:custGeom>
              <a:rect b="b" l="l" r="r" t="t"/>
              <a:pathLst>
                <a:path extrusionOk="0" h="2134" w="2496">
                  <a:moveTo>
                    <a:pt x="1065" y="0"/>
                  </a:moveTo>
                  <a:cubicBezTo>
                    <a:pt x="480" y="0"/>
                    <a:pt x="0" y="480"/>
                    <a:pt x="0" y="1065"/>
                  </a:cubicBezTo>
                  <a:cubicBezTo>
                    <a:pt x="0" y="1709"/>
                    <a:pt x="525"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176" name="Google Shape;7176;p36"/>
            <p:cNvSpPr/>
            <p:nvPr/>
          </p:nvSpPr>
          <p:spPr>
            <a:xfrm>
              <a:off x="4808700" y="2485550"/>
              <a:ext cx="62400" cy="53300"/>
            </a:xfrm>
            <a:custGeom>
              <a:rect b="b" l="l" r="r" t="t"/>
              <a:pathLst>
                <a:path extrusionOk="0" h="2132" w="2496">
                  <a:moveTo>
                    <a:pt x="1065" y="1"/>
                  </a:moveTo>
                  <a:cubicBezTo>
                    <a:pt x="480" y="1"/>
                    <a:pt x="0" y="480"/>
                    <a:pt x="0" y="1066"/>
                  </a:cubicBezTo>
                  <a:cubicBezTo>
                    <a:pt x="0" y="1708"/>
                    <a:pt x="522" y="2131"/>
                    <a:pt x="1069" y="2131"/>
                  </a:cubicBezTo>
                  <a:cubicBezTo>
                    <a:pt x="1333" y="2131"/>
                    <a:pt x="1602" y="2033"/>
                    <a:pt x="1821" y="1814"/>
                  </a:cubicBezTo>
                  <a:cubicBezTo>
                    <a:pt x="2496"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177" name="Google Shape;7177;p36"/>
            <p:cNvSpPr/>
            <p:nvPr/>
          </p:nvSpPr>
          <p:spPr>
            <a:xfrm>
              <a:off x="4884900" y="1495200"/>
              <a:ext cx="62225" cy="53325"/>
            </a:xfrm>
            <a:custGeom>
              <a:rect b="b" l="l" r="r" t="t"/>
              <a:pathLst>
                <a:path extrusionOk="0" h="2133" w="2489">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178" name="Google Shape;7178;p36"/>
            <p:cNvSpPr/>
            <p:nvPr/>
          </p:nvSpPr>
          <p:spPr>
            <a:xfrm>
              <a:off x="4884900" y="1571400"/>
              <a:ext cx="62225" cy="53250"/>
            </a:xfrm>
            <a:custGeom>
              <a:rect b="b" l="l" r="r" t="t"/>
              <a:pathLst>
                <a:path extrusionOk="0" h="2130" w="2489">
                  <a:moveTo>
                    <a:pt x="1066" y="1"/>
                  </a:moveTo>
                  <a:cubicBezTo>
                    <a:pt x="480" y="1"/>
                    <a:pt x="1" y="472"/>
                    <a:pt x="1" y="1066"/>
                  </a:cubicBezTo>
                  <a:cubicBezTo>
                    <a:pt x="1" y="1703"/>
                    <a:pt x="525" y="2129"/>
                    <a:pt x="1073" y="2129"/>
                  </a:cubicBezTo>
                  <a:cubicBezTo>
                    <a:pt x="1336" y="2129"/>
                    <a:pt x="1603" y="2032"/>
                    <a:pt x="1822" y="1813"/>
                  </a:cubicBezTo>
                  <a:cubicBezTo>
                    <a:pt x="2488"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179" name="Google Shape;7179;p36"/>
            <p:cNvSpPr/>
            <p:nvPr/>
          </p:nvSpPr>
          <p:spPr>
            <a:xfrm>
              <a:off x="4884900" y="1647400"/>
              <a:ext cx="62225" cy="53450"/>
            </a:xfrm>
            <a:custGeom>
              <a:rect b="b" l="l" r="r" t="t"/>
              <a:pathLst>
                <a:path extrusionOk="0" h="2138" w="2489">
                  <a:moveTo>
                    <a:pt x="1066" y="1"/>
                  </a:moveTo>
                  <a:cubicBezTo>
                    <a:pt x="480" y="1"/>
                    <a:pt x="1" y="481"/>
                    <a:pt x="1" y="1066"/>
                  </a:cubicBezTo>
                  <a:cubicBezTo>
                    <a:pt x="1" y="1710"/>
                    <a:pt x="526" y="2138"/>
                    <a:pt x="1074" y="2138"/>
                  </a:cubicBezTo>
                  <a:cubicBezTo>
                    <a:pt x="1336" y="2138"/>
                    <a:pt x="1604" y="2040"/>
                    <a:pt x="1822" y="1822"/>
                  </a:cubicBezTo>
                  <a:cubicBezTo>
                    <a:pt x="2488" y="1155"/>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180" name="Google Shape;7180;p36"/>
            <p:cNvSpPr/>
            <p:nvPr/>
          </p:nvSpPr>
          <p:spPr>
            <a:xfrm>
              <a:off x="4884900" y="1723625"/>
              <a:ext cx="62225" cy="53350"/>
            </a:xfrm>
            <a:custGeom>
              <a:rect b="b" l="l" r="r" t="t"/>
              <a:pathLst>
                <a:path extrusionOk="0" h="2134" w="2489">
                  <a:moveTo>
                    <a:pt x="1066" y="1"/>
                  </a:moveTo>
                  <a:cubicBezTo>
                    <a:pt x="480" y="1"/>
                    <a:pt x="1" y="480"/>
                    <a:pt x="1" y="1065"/>
                  </a:cubicBezTo>
                  <a:cubicBezTo>
                    <a:pt x="1" y="1709"/>
                    <a:pt x="526" y="2133"/>
                    <a:pt x="1075" y="2133"/>
                  </a:cubicBezTo>
                  <a:cubicBezTo>
                    <a:pt x="1336" y="2133"/>
                    <a:pt x="1604" y="2037"/>
                    <a:pt x="1822" y="1822"/>
                  </a:cubicBezTo>
                  <a:cubicBezTo>
                    <a:pt x="2488"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181" name="Google Shape;7181;p36"/>
            <p:cNvSpPr/>
            <p:nvPr/>
          </p:nvSpPr>
          <p:spPr>
            <a:xfrm>
              <a:off x="4884900" y="1799850"/>
              <a:ext cx="62225" cy="53325"/>
            </a:xfrm>
            <a:custGeom>
              <a:rect b="b" l="l" r="r" t="t"/>
              <a:pathLst>
                <a:path extrusionOk="0" h="2133" w="2489">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182" name="Google Shape;7182;p36"/>
            <p:cNvSpPr/>
            <p:nvPr/>
          </p:nvSpPr>
          <p:spPr>
            <a:xfrm>
              <a:off x="4884900" y="1876050"/>
              <a:ext cx="62225" cy="53350"/>
            </a:xfrm>
            <a:custGeom>
              <a:rect b="b" l="l" r="r" t="t"/>
              <a:pathLst>
                <a:path extrusionOk="0" h="2134" w="2489">
                  <a:moveTo>
                    <a:pt x="1066" y="1"/>
                  </a:moveTo>
                  <a:cubicBezTo>
                    <a:pt x="480" y="1"/>
                    <a:pt x="1" y="472"/>
                    <a:pt x="1" y="1066"/>
                  </a:cubicBezTo>
                  <a:cubicBezTo>
                    <a:pt x="1" y="1709"/>
                    <a:pt x="526" y="2133"/>
                    <a:pt x="1075" y="2133"/>
                  </a:cubicBezTo>
                  <a:cubicBezTo>
                    <a:pt x="1336" y="2133"/>
                    <a:pt x="1604" y="2037"/>
                    <a:pt x="1822" y="1822"/>
                  </a:cubicBezTo>
                  <a:cubicBezTo>
                    <a:pt x="2488"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183" name="Google Shape;7183;p36"/>
            <p:cNvSpPr/>
            <p:nvPr/>
          </p:nvSpPr>
          <p:spPr>
            <a:xfrm>
              <a:off x="4884900" y="1952050"/>
              <a:ext cx="62225" cy="53450"/>
            </a:xfrm>
            <a:custGeom>
              <a:rect b="b" l="l" r="r" t="t"/>
              <a:pathLst>
                <a:path extrusionOk="0" h="2138" w="2489">
                  <a:moveTo>
                    <a:pt x="1066" y="1"/>
                  </a:moveTo>
                  <a:cubicBezTo>
                    <a:pt x="480" y="9"/>
                    <a:pt x="1" y="481"/>
                    <a:pt x="1" y="1074"/>
                  </a:cubicBezTo>
                  <a:cubicBezTo>
                    <a:pt x="1" y="1712"/>
                    <a:pt x="525" y="2138"/>
                    <a:pt x="1073" y="2138"/>
                  </a:cubicBezTo>
                  <a:cubicBezTo>
                    <a:pt x="1336" y="2138"/>
                    <a:pt x="1603" y="2040"/>
                    <a:pt x="1822" y="1822"/>
                  </a:cubicBezTo>
                  <a:cubicBezTo>
                    <a:pt x="2488" y="1155"/>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184" name="Google Shape;7184;p36"/>
            <p:cNvSpPr/>
            <p:nvPr/>
          </p:nvSpPr>
          <p:spPr>
            <a:xfrm>
              <a:off x="4884900" y="2028275"/>
              <a:ext cx="62225" cy="53450"/>
            </a:xfrm>
            <a:custGeom>
              <a:rect b="b" l="l" r="r" t="t"/>
              <a:pathLst>
                <a:path extrusionOk="0" h="2138" w="2489">
                  <a:moveTo>
                    <a:pt x="1066" y="1"/>
                  </a:moveTo>
                  <a:cubicBezTo>
                    <a:pt x="480" y="1"/>
                    <a:pt x="1" y="480"/>
                    <a:pt x="1" y="1065"/>
                  </a:cubicBezTo>
                  <a:cubicBezTo>
                    <a:pt x="1" y="1709"/>
                    <a:pt x="526" y="2137"/>
                    <a:pt x="1074" y="2137"/>
                  </a:cubicBezTo>
                  <a:cubicBezTo>
                    <a:pt x="1336" y="2137"/>
                    <a:pt x="1604" y="2040"/>
                    <a:pt x="1822" y="1821"/>
                  </a:cubicBezTo>
                  <a:cubicBezTo>
                    <a:pt x="2488"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185" name="Google Shape;7185;p36"/>
            <p:cNvSpPr/>
            <p:nvPr/>
          </p:nvSpPr>
          <p:spPr>
            <a:xfrm>
              <a:off x="4884900" y="2104500"/>
              <a:ext cx="62225" cy="53325"/>
            </a:xfrm>
            <a:custGeom>
              <a:rect b="b" l="l" r="r" t="t"/>
              <a:pathLst>
                <a:path extrusionOk="0" h="2133" w="2489">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186" name="Google Shape;7186;p36"/>
            <p:cNvSpPr/>
            <p:nvPr/>
          </p:nvSpPr>
          <p:spPr>
            <a:xfrm>
              <a:off x="4884900" y="2180700"/>
              <a:ext cx="62225" cy="53350"/>
            </a:xfrm>
            <a:custGeom>
              <a:rect b="b" l="l" r="r" t="t"/>
              <a:pathLst>
                <a:path extrusionOk="0" h="2134" w="2489">
                  <a:moveTo>
                    <a:pt x="1066" y="1"/>
                  </a:moveTo>
                  <a:cubicBezTo>
                    <a:pt x="480" y="1"/>
                    <a:pt x="1" y="480"/>
                    <a:pt x="1" y="1066"/>
                  </a:cubicBezTo>
                  <a:cubicBezTo>
                    <a:pt x="1" y="1709"/>
                    <a:pt x="526" y="2133"/>
                    <a:pt x="1075" y="2133"/>
                  </a:cubicBezTo>
                  <a:cubicBezTo>
                    <a:pt x="1336" y="2133"/>
                    <a:pt x="1604" y="2037"/>
                    <a:pt x="1822" y="1822"/>
                  </a:cubicBezTo>
                  <a:cubicBezTo>
                    <a:pt x="2488"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187" name="Google Shape;7187;p36"/>
            <p:cNvSpPr/>
            <p:nvPr/>
          </p:nvSpPr>
          <p:spPr>
            <a:xfrm>
              <a:off x="4884900" y="2256925"/>
              <a:ext cx="62375" cy="53425"/>
            </a:xfrm>
            <a:custGeom>
              <a:rect b="b" l="l" r="r" t="t"/>
              <a:pathLst>
                <a:path extrusionOk="0" h="2137" w="2495">
                  <a:moveTo>
                    <a:pt x="1076" y="0"/>
                  </a:moveTo>
                  <a:cubicBezTo>
                    <a:pt x="1072" y="0"/>
                    <a:pt x="1069" y="0"/>
                    <a:pt x="1066" y="0"/>
                  </a:cubicBezTo>
                  <a:cubicBezTo>
                    <a:pt x="480" y="0"/>
                    <a:pt x="1" y="480"/>
                    <a:pt x="1" y="1065"/>
                  </a:cubicBezTo>
                  <a:cubicBezTo>
                    <a:pt x="1" y="1709"/>
                    <a:pt x="530" y="2137"/>
                    <a:pt x="1078" y="2137"/>
                  </a:cubicBezTo>
                  <a:cubicBezTo>
                    <a:pt x="1340" y="2137"/>
                    <a:pt x="1606" y="2039"/>
                    <a:pt x="1822" y="1821"/>
                  </a:cubicBezTo>
                  <a:cubicBezTo>
                    <a:pt x="2494" y="1149"/>
                    <a:pt x="2020" y="0"/>
                    <a:pt x="1076"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188" name="Google Shape;7188;p36"/>
            <p:cNvSpPr/>
            <p:nvPr/>
          </p:nvSpPr>
          <p:spPr>
            <a:xfrm>
              <a:off x="4884900" y="2333125"/>
              <a:ext cx="62225" cy="53450"/>
            </a:xfrm>
            <a:custGeom>
              <a:rect b="b" l="l" r="r" t="t"/>
              <a:pathLst>
                <a:path extrusionOk="0" h="2138" w="2489">
                  <a:moveTo>
                    <a:pt x="1066" y="1"/>
                  </a:moveTo>
                  <a:cubicBezTo>
                    <a:pt x="480" y="1"/>
                    <a:pt x="1" y="480"/>
                    <a:pt x="1" y="1066"/>
                  </a:cubicBezTo>
                  <a:cubicBezTo>
                    <a:pt x="1" y="1709"/>
                    <a:pt x="526" y="2137"/>
                    <a:pt x="1074" y="2137"/>
                  </a:cubicBezTo>
                  <a:cubicBezTo>
                    <a:pt x="1336" y="2137"/>
                    <a:pt x="1604" y="2040"/>
                    <a:pt x="1822" y="1822"/>
                  </a:cubicBezTo>
                  <a:cubicBezTo>
                    <a:pt x="2488"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189" name="Google Shape;7189;p36"/>
            <p:cNvSpPr/>
            <p:nvPr/>
          </p:nvSpPr>
          <p:spPr>
            <a:xfrm>
              <a:off x="4884900" y="2409350"/>
              <a:ext cx="62225" cy="53350"/>
            </a:xfrm>
            <a:custGeom>
              <a:rect b="b" l="l" r="r" t="t"/>
              <a:pathLst>
                <a:path extrusionOk="0" h="2134" w="2489">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190" name="Google Shape;7190;p36"/>
            <p:cNvSpPr/>
            <p:nvPr/>
          </p:nvSpPr>
          <p:spPr>
            <a:xfrm>
              <a:off x="4884900" y="2485550"/>
              <a:ext cx="62225" cy="53300"/>
            </a:xfrm>
            <a:custGeom>
              <a:rect b="b" l="l" r="r" t="t"/>
              <a:pathLst>
                <a:path extrusionOk="0" h="2132" w="2489">
                  <a:moveTo>
                    <a:pt x="1066" y="1"/>
                  </a:moveTo>
                  <a:cubicBezTo>
                    <a:pt x="480" y="1"/>
                    <a:pt x="1" y="472"/>
                    <a:pt x="1" y="1066"/>
                  </a:cubicBezTo>
                  <a:cubicBezTo>
                    <a:pt x="1" y="1708"/>
                    <a:pt x="523" y="2131"/>
                    <a:pt x="1070" y="2131"/>
                  </a:cubicBezTo>
                  <a:cubicBezTo>
                    <a:pt x="1333" y="2131"/>
                    <a:pt x="1602" y="2033"/>
                    <a:pt x="1822" y="1814"/>
                  </a:cubicBezTo>
                  <a:cubicBezTo>
                    <a:pt x="2488"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191" name="Google Shape;7191;p36"/>
            <p:cNvSpPr/>
            <p:nvPr/>
          </p:nvSpPr>
          <p:spPr>
            <a:xfrm>
              <a:off x="4884900" y="2561575"/>
              <a:ext cx="62225" cy="53425"/>
            </a:xfrm>
            <a:custGeom>
              <a:rect b="b" l="l" r="r" t="t"/>
              <a:pathLst>
                <a:path extrusionOk="0" h="2137" w="2489">
                  <a:moveTo>
                    <a:pt x="1066" y="0"/>
                  </a:moveTo>
                  <a:cubicBezTo>
                    <a:pt x="480" y="8"/>
                    <a:pt x="1" y="480"/>
                    <a:pt x="1" y="1073"/>
                  </a:cubicBezTo>
                  <a:cubicBezTo>
                    <a:pt x="1" y="1711"/>
                    <a:pt x="525" y="2137"/>
                    <a:pt x="1073" y="2137"/>
                  </a:cubicBezTo>
                  <a:cubicBezTo>
                    <a:pt x="1336" y="2137"/>
                    <a:pt x="1603" y="2039"/>
                    <a:pt x="1822" y="1821"/>
                  </a:cubicBezTo>
                  <a:cubicBezTo>
                    <a:pt x="2488" y="1154"/>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192" name="Google Shape;7192;p36"/>
            <p:cNvSpPr/>
            <p:nvPr/>
          </p:nvSpPr>
          <p:spPr>
            <a:xfrm>
              <a:off x="4961125" y="1571400"/>
              <a:ext cx="62200" cy="53250"/>
            </a:xfrm>
            <a:custGeom>
              <a:rect b="b" l="l" r="r" t="t"/>
              <a:pathLst>
                <a:path extrusionOk="0" h="2130" w="2488">
                  <a:moveTo>
                    <a:pt x="1065" y="1"/>
                  </a:moveTo>
                  <a:cubicBezTo>
                    <a:pt x="480" y="1"/>
                    <a:pt x="0" y="472"/>
                    <a:pt x="0" y="1066"/>
                  </a:cubicBezTo>
                  <a:cubicBezTo>
                    <a:pt x="0" y="1703"/>
                    <a:pt x="525" y="2129"/>
                    <a:pt x="1073" y="2129"/>
                  </a:cubicBezTo>
                  <a:cubicBezTo>
                    <a:pt x="1335" y="2129"/>
                    <a:pt x="1603" y="2032"/>
                    <a:pt x="1821" y="1813"/>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193" name="Google Shape;7193;p36"/>
            <p:cNvSpPr/>
            <p:nvPr/>
          </p:nvSpPr>
          <p:spPr>
            <a:xfrm>
              <a:off x="4961125" y="1647400"/>
              <a:ext cx="62200" cy="53450"/>
            </a:xfrm>
            <a:custGeom>
              <a:rect b="b" l="l" r="r" t="t"/>
              <a:pathLst>
                <a:path extrusionOk="0" h="2138" w="2488">
                  <a:moveTo>
                    <a:pt x="1065" y="1"/>
                  </a:moveTo>
                  <a:cubicBezTo>
                    <a:pt x="480" y="1"/>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194" name="Google Shape;7194;p36"/>
            <p:cNvSpPr/>
            <p:nvPr/>
          </p:nvSpPr>
          <p:spPr>
            <a:xfrm>
              <a:off x="4961125" y="1723625"/>
              <a:ext cx="62200" cy="53350"/>
            </a:xfrm>
            <a:custGeom>
              <a:rect b="b" l="l" r="r" t="t"/>
              <a:pathLst>
                <a:path extrusionOk="0" h="2134" w="2488">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195" name="Google Shape;7195;p36"/>
            <p:cNvSpPr/>
            <p:nvPr/>
          </p:nvSpPr>
          <p:spPr>
            <a:xfrm>
              <a:off x="4961125" y="1799850"/>
              <a:ext cx="62200" cy="53325"/>
            </a:xfrm>
            <a:custGeom>
              <a:rect b="b" l="l" r="r" t="t"/>
              <a:pathLst>
                <a:path extrusionOk="0" h="2133" w="2488">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196" name="Google Shape;7196;p36"/>
            <p:cNvSpPr/>
            <p:nvPr/>
          </p:nvSpPr>
          <p:spPr>
            <a:xfrm>
              <a:off x="4961125" y="1876050"/>
              <a:ext cx="62200" cy="53275"/>
            </a:xfrm>
            <a:custGeom>
              <a:rect b="b" l="l" r="r" t="t"/>
              <a:pathLst>
                <a:path extrusionOk="0" h="2131" w="2488">
                  <a:moveTo>
                    <a:pt x="1065" y="1"/>
                  </a:moveTo>
                  <a:cubicBezTo>
                    <a:pt x="480" y="1"/>
                    <a:pt x="0" y="472"/>
                    <a:pt x="0" y="1066"/>
                  </a:cubicBezTo>
                  <a:cubicBezTo>
                    <a:pt x="0" y="1707"/>
                    <a:pt x="522" y="2131"/>
                    <a:pt x="1069" y="2131"/>
                  </a:cubicBezTo>
                  <a:cubicBezTo>
                    <a:pt x="1333" y="2131"/>
                    <a:pt x="1602" y="2033"/>
                    <a:pt x="1821" y="1813"/>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197" name="Google Shape;7197;p36"/>
            <p:cNvSpPr/>
            <p:nvPr/>
          </p:nvSpPr>
          <p:spPr>
            <a:xfrm>
              <a:off x="4961125" y="1952050"/>
              <a:ext cx="62200" cy="53450"/>
            </a:xfrm>
            <a:custGeom>
              <a:rect b="b" l="l" r="r" t="t"/>
              <a:pathLst>
                <a:path extrusionOk="0" h="2138" w="2488">
                  <a:moveTo>
                    <a:pt x="1065" y="1"/>
                  </a:moveTo>
                  <a:cubicBezTo>
                    <a:pt x="480" y="9"/>
                    <a:pt x="0" y="481"/>
                    <a:pt x="0" y="1074"/>
                  </a:cubicBezTo>
                  <a:cubicBezTo>
                    <a:pt x="0" y="1712"/>
                    <a:pt x="525" y="2138"/>
                    <a:pt x="1073" y="2138"/>
                  </a:cubicBezTo>
                  <a:cubicBezTo>
                    <a:pt x="1335" y="2138"/>
                    <a:pt x="1603" y="2040"/>
                    <a:pt x="1821" y="1822"/>
                  </a:cubicBezTo>
                  <a:cubicBezTo>
                    <a:pt x="2488" y="1155"/>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198" name="Google Shape;7198;p36"/>
            <p:cNvSpPr/>
            <p:nvPr/>
          </p:nvSpPr>
          <p:spPr>
            <a:xfrm>
              <a:off x="4961125" y="2028275"/>
              <a:ext cx="62200" cy="53450"/>
            </a:xfrm>
            <a:custGeom>
              <a:rect b="b" l="l" r="r" t="t"/>
              <a:pathLst>
                <a:path extrusionOk="0" h="2138" w="2488">
                  <a:moveTo>
                    <a:pt x="1065" y="1"/>
                  </a:moveTo>
                  <a:cubicBezTo>
                    <a:pt x="480" y="1"/>
                    <a:pt x="0" y="480"/>
                    <a:pt x="0" y="1065"/>
                  </a:cubicBezTo>
                  <a:cubicBezTo>
                    <a:pt x="0" y="1709"/>
                    <a:pt x="525" y="2137"/>
                    <a:pt x="1074" y="2137"/>
                  </a:cubicBezTo>
                  <a:cubicBezTo>
                    <a:pt x="1336" y="2137"/>
                    <a:pt x="1603" y="2040"/>
                    <a:pt x="1821" y="1821"/>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199" name="Google Shape;7199;p36"/>
            <p:cNvSpPr/>
            <p:nvPr/>
          </p:nvSpPr>
          <p:spPr>
            <a:xfrm>
              <a:off x="4961125" y="2104500"/>
              <a:ext cx="62200" cy="53325"/>
            </a:xfrm>
            <a:custGeom>
              <a:rect b="b" l="l" r="r" t="t"/>
              <a:pathLst>
                <a:path extrusionOk="0" h="2133" w="2488">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200" name="Google Shape;7200;p36"/>
            <p:cNvSpPr/>
            <p:nvPr/>
          </p:nvSpPr>
          <p:spPr>
            <a:xfrm>
              <a:off x="4961125" y="2180700"/>
              <a:ext cx="62200" cy="53350"/>
            </a:xfrm>
            <a:custGeom>
              <a:rect b="b" l="l" r="r" t="t"/>
              <a:pathLst>
                <a:path extrusionOk="0" h="2134" w="2488">
                  <a:moveTo>
                    <a:pt x="1065" y="1"/>
                  </a:moveTo>
                  <a:cubicBezTo>
                    <a:pt x="480" y="1"/>
                    <a:pt x="0" y="480"/>
                    <a:pt x="0" y="1066"/>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201" name="Google Shape;7201;p36"/>
            <p:cNvSpPr/>
            <p:nvPr/>
          </p:nvSpPr>
          <p:spPr>
            <a:xfrm>
              <a:off x="4961125" y="2256925"/>
              <a:ext cx="62350" cy="53425"/>
            </a:xfrm>
            <a:custGeom>
              <a:rect b="b" l="l" r="r" t="t"/>
              <a:pathLst>
                <a:path extrusionOk="0" h="2137" w="2494">
                  <a:moveTo>
                    <a:pt x="1075" y="0"/>
                  </a:moveTo>
                  <a:cubicBezTo>
                    <a:pt x="1072" y="0"/>
                    <a:pt x="1068" y="0"/>
                    <a:pt x="1065" y="0"/>
                  </a:cubicBezTo>
                  <a:cubicBezTo>
                    <a:pt x="472" y="0"/>
                    <a:pt x="0" y="480"/>
                    <a:pt x="0" y="1065"/>
                  </a:cubicBezTo>
                  <a:cubicBezTo>
                    <a:pt x="0" y="1709"/>
                    <a:pt x="529" y="2137"/>
                    <a:pt x="1078" y="2137"/>
                  </a:cubicBezTo>
                  <a:cubicBezTo>
                    <a:pt x="1339" y="2137"/>
                    <a:pt x="1606" y="2039"/>
                    <a:pt x="1821" y="1821"/>
                  </a:cubicBezTo>
                  <a:cubicBezTo>
                    <a:pt x="2494" y="1149"/>
                    <a:pt x="2020" y="0"/>
                    <a:pt x="107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202" name="Google Shape;7202;p36"/>
            <p:cNvSpPr/>
            <p:nvPr/>
          </p:nvSpPr>
          <p:spPr>
            <a:xfrm>
              <a:off x="4961125" y="2333125"/>
              <a:ext cx="62200" cy="53450"/>
            </a:xfrm>
            <a:custGeom>
              <a:rect b="b" l="l" r="r" t="t"/>
              <a:pathLst>
                <a:path extrusionOk="0" h="2138" w="2488">
                  <a:moveTo>
                    <a:pt x="1065" y="1"/>
                  </a:moveTo>
                  <a:cubicBezTo>
                    <a:pt x="480" y="1"/>
                    <a:pt x="0" y="480"/>
                    <a:pt x="0" y="1066"/>
                  </a:cubicBezTo>
                  <a:cubicBezTo>
                    <a:pt x="0" y="1709"/>
                    <a:pt x="525" y="2137"/>
                    <a:pt x="1074" y="2137"/>
                  </a:cubicBezTo>
                  <a:cubicBezTo>
                    <a:pt x="1336" y="2137"/>
                    <a:pt x="1603" y="2040"/>
                    <a:pt x="1821" y="1822"/>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203" name="Google Shape;7203;p36"/>
            <p:cNvSpPr/>
            <p:nvPr/>
          </p:nvSpPr>
          <p:spPr>
            <a:xfrm>
              <a:off x="4961125" y="2409350"/>
              <a:ext cx="62200" cy="53350"/>
            </a:xfrm>
            <a:custGeom>
              <a:rect b="b" l="l" r="r" t="t"/>
              <a:pathLst>
                <a:path extrusionOk="0" h="2134" w="2488">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204" name="Google Shape;7204;p36"/>
            <p:cNvSpPr/>
            <p:nvPr/>
          </p:nvSpPr>
          <p:spPr>
            <a:xfrm>
              <a:off x="4961125" y="2485550"/>
              <a:ext cx="62200" cy="53300"/>
            </a:xfrm>
            <a:custGeom>
              <a:rect b="b" l="l" r="r" t="t"/>
              <a:pathLst>
                <a:path extrusionOk="0" h="2132" w="2488">
                  <a:moveTo>
                    <a:pt x="1065" y="1"/>
                  </a:moveTo>
                  <a:cubicBezTo>
                    <a:pt x="472" y="1"/>
                    <a:pt x="0" y="472"/>
                    <a:pt x="0" y="1066"/>
                  </a:cubicBezTo>
                  <a:cubicBezTo>
                    <a:pt x="0" y="1708"/>
                    <a:pt x="522" y="2131"/>
                    <a:pt x="1069" y="2131"/>
                  </a:cubicBezTo>
                  <a:cubicBezTo>
                    <a:pt x="1333" y="2131"/>
                    <a:pt x="1602" y="2033"/>
                    <a:pt x="1821" y="1814"/>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205" name="Google Shape;7205;p36"/>
            <p:cNvSpPr/>
            <p:nvPr/>
          </p:nvSpPr>
          <p:spPr>
            <a:xfrm>
              <a:off x="4961125" y="2561575"/>
              <a:ext cx="62200" cy="53425"/>
            </a:xfrm>
            <a:custGeom>
              <a:rect b="b" l="l" r="r" t="t"/>
              <a:pathLst>
                <a:path extrusionOk="0" h="2137" w="2488">
                  <a:moveTo>
                    <a:pt x="1065" y="0"/>
                  </a:moveTo>
                  <a:cubicBezTo>
                    <a:pt x="480" y="8"/>
                    <a:pt x="0" y="480"/>
                    <a:pt x="0" y="1073"/>
                  </a:cubicBezTo>
                  <a:cubicBezTo>
                    <a:pt x="0" y="1711"/>
                    <a:pt x="525" y="2137"/>
                    <a:pt x="1073" y="2137"/>
                  </a:cubicBezTo>
                  <a:cubicBezTo>
                    <a:pt x="1335" y="2137"/>
                    <a:pt x="1603" y="2039"/>
                    <a:pt x="1821" y="1821"/>
                  </a:cubicBezTo>
                  <a:cubicBezTo>
                    <a:pt x="2488" y="1154"/>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206" name="Google Shape;7206;p36"/>
            <p:cNvSpPr/>
            <p:nvPr/>
          </p:nvSpPr>
          <p:spPr>
            <a:xfrm>
              <a:off x="5037325" y="1571400"/>
              <a:ext cx="62225" cy="53250"/>
            </a:xfrm>
            <a:custGeom>
              <a:rect b="b" l="l" r="r" t="t"/>
              <a:pathLst>
                <a:path extrusionOk="0" h="2130" w="2489">
                  <a:moveTo>
                    <a:pt x="1066" y="1"/>
                  </a:moveTo>
                  <a:cubicBezTo>
                    <a:pt x="472" y="1"/>
                    <a:pt x="1" y="472"/>
                    <a:pt x="1" y="1066"/>
                  </a:cubicBezTo>
                  <a:cubicBezTo>
                    <a:pt x="1" y="1703"/>
                    <a:pt x="525" y="2129"/>
                    <a:pt x="1071" y="2129"/>
                  </a:cubicBezTo>
                  <a:cubicBezTo>
                    <a:pt x="1332" y="2129"/>
                    <a:pt x="1598" y="2032"/>
                    <a:pt x="1814" y="1813"/>
                  </a:cubicBezTo>
                  <a:cubicBezTo>
                    <a:pt x="2488" y="1147"/>
                    <a:pt x="2009"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207" name="Google Shape;7207;p36"/>
            <p:cNvSpPr/>
            <p:nvPr/>
          </p:nvSpPr>
          <p:spPr>
            <a:xfrm>
              <a:off x="5037325" y="1647400"/>
              <a:ext cx="62225" cy="53450"/>
            </a:xfrm>
            <a:custGeom>
              <a:rect b="b" l="l" r="r" t="t"/>
              <a:pathLst>
                <a:path extrusionOk="0" h="2138" w="2489">
                  <a:moveTo>
                    <a:pt x="1066" y="1"/>
                  </a:moveTo>
                  <a:cubicBezTo>
                    <a:pt x="472" y="9"/>
                    <a:pt x="1" y="481"/>
                    <a:pt x="1" y="1066"/>
                  </a:cubicBezTo>
                  <a:cubicBezTo>
                    <a:pt x="1" y="1710"/>
                    <a:pt x="526" y="2138"/>
                    <a:pt x="1072" y="2138"/>
                  </a:cubicBezTo>
                  <a:cubicBezTo>
                    <a:pt x="1333" y="2138"/>
                    <a:pt x="1598" y="2040"/>
                    <a:pt x="1814" y="1822"/>
                  </a:cubicBezTo>
                  <a:cubicBezTo>
                    <a:pt x="2488" y="1147"/>
                    <a:pt x="2009"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208" name="Google Shape;7208;p36"/>
            <p:cNvSpPr/>
            <p:nvPr/>
          </p:nvSpPr>
          <p:spPr>
            <a:xfrm>
              <a:off x="5037325" y="1723625"/>
              <a:ext cx="62225" cy="53350"/>
            </a:xfrm>
            <a:custGeom>
              <a:rect b="b" l="l" r="r" t="t"/>
              <a:pathLst>
                <a:path extrusionOk="0" h="2134" w="2489">
                  <a:moveTo>
                    <a:pt x="1066" y="1"/>
                  </a:moveTo>
                  <a:cubicBezTo>
                    <a:pt x="472" y="1"/>
                    <a:pt x="1" y="480"/>
                    <a:pt x="1" y="1065"/>
                  </a:cubicBezTo>
                  <a:cubicBezTo>
                    <a:pt x="1" y="1709"/>
                    <a:pt x="526" y="2133"/>
                    <a:pt x="1072" y="2133"/>
                  </a:cubicBezTo>
                  <a:cubicBezTo>
                    <a:pt x="1333" y="2133"/>
                    <a:pt x="1598" y="2037"/>
                    <a:pt x="1814" y="1822"/>
                  </a:cubicBezTo>
                  <a:cubicBezTo>
                    <a:pt x="2488" y="1147"/>
                    <a:pt x="2009"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209" name="Google Shape;7209;p36"/>
            <p:cNvSpPr/>
            <p:nvPr/>
          </p:nvSpPr>
          <p:spPr>
            <a:xfrm>
              <a:off x="5037325" y="1799850"/>
              <a:ext cx="62225" cy="53325"/>
            </a:xfrm>
            <a:custGeom>
              <a:rect b="b" l="l" r="r" t="t"/>
              <a:pathLst>
                <a:path extrusionOk="0" h="2133" w="2489">
                  <a:moveTo>
                    <a:pt x="1066" y="0"/>
                  </a:moveTo>
                  <a:cubicBezTo>
                    <a:pt x="472" y="0"/>
                    <a:pt x="1" y="480"/>
                    <a:pt x="1" y="1065"/>
                  </a:cubicBezTo>
                  <a:cubicBezTo>
                    <a:pt x="1" y="1709"/>
                    <a:pt x="526" y="2133"/>
                    <a:pt x="1072" y="2133"/>
                  </a:cubicBezTo>
                  <a:cubicBezTo>
                    <a:pt x="1333" y="2133"/>
                    <a:pt x="1598" y="2036"/>
                    <a:pt x="1814" y="1821"/>
                  </a:cubicBezTo>
                  <a:cubicBezTo>
                    <a:pt x="2488" y="1146"/>
                    <a:pt x="2009"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210" name="Google Shape;7210;p36"/>
            <p:cNvSpPr/>
            <p:nvPr/>
          </p:nvSpPr>
          <p:spPr>
            <a:xfrm>
              <a:off x="5037325" y="1876050"/>
              <a:ext cx="62225" cy="53275"/>
            </a:xfrm>
            <a:custGeom>
              <a:rect b="b" l="l" r="r" t="t"/>
              <a:pathLst>
                <a:path extrusionOk="0" h="2131" w="2489">
                  <a:moveTo>
                    <a:pt x="1066" y="1"/>
                  </a:moveTo>
                  <a:cubicBezTo>
                    <a:pt x="472" y="1"/>
                    <a:pt x="1" y="472"/>
                    <a:pt x="1" y="1066"/>
                  </a:cubicBezTo>
                  <a:cubicBezTo>
                    <a:pt x="1" y="1707"/>
                    <a:pt x="523" y="2131"/>
                    <a:pt x="1067" y="2131"/>
                  </a:cubicBezTo>
                  <a:cubicBezTo>
                    <a:pt x="1330" y="2131"/>
                    <a:pt x="1597" y="2033"/>
                    <a:pt x="1814" y="1813"/>
                  </a:cubicBezTo>
                  <a:cubicBezTo>
                    <a:pt x="2488" y="1147"/>
                    <a:pt x="2009"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211" name="Google Shape;7211;p36"/>
            <p:cNvSpPr/>
            <p:nvPr/>
          </p:nvSpPr>
          <p:spPr>
            <a:xfrm>
              <a:off x="5037325" y="1952050"/>
              <a:ext cx="62225" cy="53450"/>
            </a:xfrm>
            <a:custGeom>
              <a:rect b="b" l="l" r="r" t="t"/>
              <a:pathLst>
                <a:path extrusionOk="0" h="2138" w="2489">
                  <a:moveTo>
                    <a:pt x="1066" y="1"/>
                  </a:moveTo>
                  <a:cubicBezTo>
                    <a:pt x="472" y="9"/>
                    <a:pt x="1" y="481"/>
                    <a:pt x="1" y="1074"/>
                  </a:cubicBezTo>
                  <a:cubicBezTo>
                    <a:pt x="1" y="1712"/>
                    <a:pt x="525" y="2138"/>
                    <a:pt x="1071" y="2138"/>
                  </a:cubicBezTo>
                  <a:cubicBezTo>
                    <a:pt x="1332" y="2138"/>
                    <a:pt x="1598" y="2040"/>
                    <a:pt x="1814" y="1822"/>
                  </a:cubicBezTo>
                  <a:cubicBezTo>
                    <a:pt x="2488" y="1155"/>
                    <a:pt x="2009"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212" name="Google Shape;7212;p36"/>
            <p:cNvSpPr/>
            <p:nvPr/>
          </p:nvSpPr>
          <p:spPr>
            <a:xfrm>
              <a:off x="5037325" y="2028275"/>
              <a:ext cx="62225" cy="53450"/>
            </a:xfrm>
            <a:custGeom>
              <a:rect b="b" l="l" r="r" t="t"/>
              <a:pathLst>
                <a:path extrusionOk="0" h="2138" w="2489">
                  <a:moveTo>
                    <a:pt x="1066" y="1"/>
                  </a:moveTo>
                  <a:cubicBezTo>
                    <a:pt x="472" y="1"/>
                    <a:pt x="1" y="480"/>
                    <a:pt x="1" y="1065"/>
                  </a:cubicBezTo>
                  <a:cubicBezTo>
                    <a:pt x="1" y="1709"/>
                    <a:pt x="526" y="2137"/>
                    <a:pt x="1072" y="2137"/>
                  </a:cubicBezTo>
                  <a:cubicBezTo>
                    <a:pt x="1333" y="2137"/>
                    <a:pt x="1598" y="2040"/>
                    <a:pt x="1814" y="1821"/>
                  </a:cubicBezTo>
                  <a:cubicBezTo>
                    <a:pt x="2488" y="1147"/>
                    <a:pt x="2009"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213" name="Google Shape;7213;p36"/>
            <p:cNvSpPr/>
            <p:nvPr/>
          </p:nvSpPr>
          <p:spPr>
            <a:xfrm>
              <a:off x="5037325" y="2104500"/>
              <a:ext cx="62225" cy="53325"/>
            </a:xfrm>
            <a:custGeom>
              <a:rect b="b" l="l" r="r" t="t"/>
              <a:pathLst>
                <a:path extrusionOk="0" h="2133" w="2489">
                  <a:moveTo>
                    <a:pt x="1066" y="0"/>
                  </a:moveTo>
                  <a:cubicBezTo>
                    <a:pt x="472" y="0"/>
                    <a:pt x="1" y="480"/>
                    <a:pt x="1" y="1065"/>
                  </a:cubicBezTo>
                  <a:cubicBezTo>
                    <a:pt x="1" y="1709"/>
                    <a:pt x="526" y="2133"/>
                    <a:pt x="1072" y="2133"/>
                  </a:cubicBezTo>
                  <a:cubicBezTo>
                    <a:pt x="1333" y="2133"/>
                    <a:pt x="1598" y="2036"/>
                    <a:pt x="1814" y="1821"/>
                  </a:cubicBezTo>
                  <a:cubicBezTo>
                    <a:pt x="2488" y="1146"/>
                    <a:pt x="2009"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214" name="Google Shape;7214;p36"/>
            <p:cNvSpPr/>
            <p:nvPr/>
          </p:nvSpPr>
          <p:spPr>
            <a:xfrm>
              <a:off x="5037325" y="2180700"/>
              <a:ext cx="62225" cy="53350"/>
            </a:xfrm>
            <a:custGeom>
              <a:rect b="b" l="l" r="r" t="t"/>
              <a:pathLst>
                <a:path extrusionOk="0" h="2134" w="2489">
                  <a:moveTo>
                    <a:pt x="1066" y="1"/>
                  </a:moveTo>
                  <a:cubicBezTo>
                    <a:pt x="472" y="1"/>
                    <a:pt x="1" y="480"/>
                    <a:pt x="1" y="1066"/>
                  </a:cubicBezTo>
                  <a:cubicBezTo>
                    <a:pt x="1" y="1709"/>
                    <a:pt x="526" y="2133"/>
                    <a:pt x="1072" y="2133"/>
                  </a:cubicBezTo>
                  <a:cubicBezTo>
                    <a:pt x="1333" y="2133"/>
                    <a:pt x="1598" y="2037"/>
                    <a:pt x="1814" y="1822"/>
                  </a:cubicBezTo>
                  <a:cubicBezTo>
                    <a:pt x="2488" y="1147"/>
                    <a:pt x="2009"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215" name="Google Shape;7215;p36"/>
            <p:cNvSpPr/>
            <p:nvPr/>
          </p:nvSpPr>
          <p:spPr>
            <a:xfrm>
              <a:off x="5037325" y="2256925"/>
              <a:ext cx="62375" cy="53425"/>
            </a:xfrm>
            <a:custGeom>
              <a:rect b="b" l="l" r="r" t="t"/>
              <a:pathLst>
                <a:path extrusionOk="0" h="2137" w="2495">
                  <a:moveTo>
                    <a:pt x="1076" y="0"/>
                  </a:moveTo>
                  <a:cubicBezTo>
                    <a:pt x="1072" y="0"/>
                    <a:pt x="1069" y="0"/>
                    <a:pt x="1066" y="0"/>
                  </a:cubicBezTo>
                  <a:cubicBezTo>
                    <a:pt x="472" y="0"/>
                    <a:pt x="1" y="480"/>
                    <a:pt x="1" y="1065"/>
                  </a:cubicBezTo>
                  <a:cubicBezTo>
                    <a:pt x="1" y="1709"/>
                    <a:pt x="526" y="2137"/>
                    <a:pt x="1075" y="2137"/>
                  </a:cubicBezTo>
                  <a:cubicBezTo>
                    <a:pt x="1336" y="2137"/>
                    <a:pt x="1604" y="2039"/>
                    <a:pt x="1822" y="1821"/>
                  </a:cubicBezTo>
                  <a:cubicBezTo>
                    <a:pt x="2494" y="1149"/>
                    <a:pt x="2020" y="0"/>
                    <a:pt x="1076"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216" name="Google Shape;7216;p36"/>
            <p:cNvSpPr/>
            <p:nvPr/>
          </p:nvSpPr>
          <p:spPr>
            <a:xfrm>
              <a:off x="5037325" y="2333125"/>
              <a:ext cx="62225" cy="53450"/>
            </a:xfrm>
            <a:custGeom>
              <a:rect b="b" l="l" r="r" t="t"/>
              <a:pathLst>
                <a:path extrusionOk="0" h="2138" w="2489">
                  <a:moveTo>
                    <a:pt x="1066" y="1"/>
                  </a:moveTo>
                  <a:cubicBezTo>
                    <a:pt x="472" y="1"/>
                    <a:pt x="1" y="480"/>
                    <a:pt x="1" y="1066"/>
                  </a:cubicBezTo>
                  <a:cubicBezTo>
                    <a:pt x="1" y="1709"/>
                    <a:pt x="526" y="2137"/>
                    <a:pt x="1072" y="2137"/>
                  </a:cubicBezTo>
                  <a:cubicBezTo>
                    <a:pt x="1333" y="2137"/>
                    <a:pt x="1598" y="2040"/>
                    <a:pt x="1814" y="1822"/>
                  </a:cubicBezTo>
                  <a:cubicBezTo>
                    <a:pt x="2488" y="1147"/>
                    <a:pt x="2009"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217" name="Google Shape;7217;p36"/>
            <p:cNvSpPr/>
            <p:nvPr/>
          </p:nvSpPr>
          <p:spPr>
            <a:xfrm>
              <a:off x="5037325" y="2409350"/>
              <a:ext cx="62225" cy="53350"/>
            </a:xfrm>
            <a:custGeom>
              <a:rect b="b" l="l" r="r" t="t"/>
              <a:pathLst>
                <a:path extrusionOk="0" h="2134" w="2489">
                  <a:moveTo>
                    <a:pt x="1066" y="0"/>
                  </a:moveTo>
                  <a:cubicBezTo>
                    <a:pt x="472" y="0"/>
                    <a:pt x="1" y="480"/>
                    <a:pt x="1" y="1065"/>
                  </a:cubicBezTo>
                  <a:cubicBezTo>
                    <a:pt x="1" y="1709"/>
                    <a:pt x="526" y="2133"/>
                    <a:pt x="1072" y="2133"/>
                  </a:cubicBezTo>
                  <a:cubicBezTo>
                    <a:pt x="1333" y="2133"/>
                    <a:pt x="1598" y="2036"/>
                    <a:pt x="1814" y="1821"/>
                  </a:cubicBezTo>
                  <a:cubicBezTo>
                    <a:pt x="2488" y="1146"/>
                    <a:pt x="2009"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218" name="Google Shape;7218;p36"/>
            <p:cNvSpPr/>
            <p:nvPr/>
          </p:nvSpPr>
          <p:spPr>
            <a:xfrm>
              <a:off x="5037325" y="2485550"/>
              <a:ext cx="62225" cy="53300"/>
            </a:xfrm>
            <a:custGeom>
              <a:rect b="b" l="l" r="r" t="t"/>
              <a:pathLst>
                <a:path extrusionOk="0" h="2132" w="2489">
                  <a:moveTo>
                    <a:pt x="1066" y="1"/>
                  </a:moveTo>
                  <a:cubicBezTo>
                    <a:pt x="472" y="1"/>
                    <a:pt x="1" y="480"/>
                    <a:pt x="1" y="1066"/>
                  </a:cubicBezTo>
                  <a:cubicBezTo>
                    <a:pt x="1" y="1708"/>
                    <a:pt x="523" y="2131"/>
                    <a:pt x="1067" y="2131"/>
                  </a:cubicBezTo>
                  <a:cubicBezTo>
                    <a:pt x="1330" y="2131"/>
                    <a:pt x="1597" y="2033"/>
                    <a:pt x="1814" y="1814"/>
                  </a:cubicBezTo>
                  <a:cubicBezTo>
                    <a:pt x="2488" y="1147"/>
                    <a:pt x="2009"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219" name="Google Shape;7219;p36"/>
            <p:cNvSpPr/>
            <p:nvPr/>
          </p:nvSpPr>
          <p:spPr>
            <a:xfrm>
              <a:off x="5037325" y="2561575"/>
              <a:ext cx="62225" cy="53425"/>
            </a:xfrm>
            <a:custGeom>
              <a:rect b="b" l="l" r="r" t="t"/>
              <a:pathLst>
                <a:path extrusionOk="0" h="2137" w="2489">
                  <a:moveTo>
                    <a:pt x="1066" y="0"/>
                  </a:moveTo>
                  <a:cubicBezTo>
                    <a:pt x="472" y="8"/>
                    <a:pt x="1" y="480"/>
                    <a:pt x="1" y="1073"/>
                  </a:cubicBezTo>
                  <a:cubicBezTo>
                    <a:pt x="1" y="1711"/>
                    <a:pt x="525" y="2137"/>
                    <a:pt x="1071" y="2137"/>
                  </a:cubicBezTo>
                  <a:cubicBezTo>
                    <a:pt x="1332" y="2137"/>
                    <a:pt x="1598" y="2039"/>
                    <a:pt x="1814" y="1821"/>
                  </a:cubicBezTo>
                  <a:cubicBezTo>
                    <a:pt x="2488" y="1154"/>
                    <a:pt x="2009"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220" name="Google Shape;7220;p36"/>
            <p:cNvSpPr/>
            <p:nvPr/>
          </p:nvSpPr>
          <p:spPr>
            <a:xfrm>
              <a:off x="5113350" y="2561575"/>
              <a:ext cx="62400" cy="53425"/>
            </a:xfrm>
            <a:custGeom>
              <a:rect b="b" l="l" r="r" t="t"/>
              <a:pathLst>
                <a:path extrusionOk="0" h="2137" w="2496">
                  <a:moveTo>
                    <a:pt x="1073" y="0"/>
                  </a:moveTo>
                  <a:cubicBezTo>
                    <a:pt x="480" y="8"/>
                    <a:pt x="8" y="480"/>
                    <a:pt x="0" y="1073"/>
                  </a:cubicBezTo>
                  <a:cubicBezTo>
                    <a:pt x="0" y="1711"/>
                    <a:pt x="525" y="2137"/>
                    <a:pt x="1073" y="2137"/>
                  </a:cubicBezTo>
                  <a:cubicBezTo>
                    <a:pt x="1335" y="2137"/>
                    <a:pt x="1603" y="2039"/>
                    <a:pt x="1821" y="1821"/>
                  </a:cubicBezTo>
                  <a:cubicBezTo>
                    <a:pt x="2496" y="1154"/>
                    <a:pt x="2016" y="0"/>
                    <a:pt x="1073"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221" name="Google Shape;7221;p36"/>
            <p:cNvSpPr/>
            <p:nvPr/>
          </p:nvSpPr>
          <p:spPr>
            <a:xfrm>
              <a:off x="5113350" y="2637775"/>
              <a:ext cx="62400" cy="53450"/>
            </a:xfrm>
            <a:custGeom>
              <a:rect b="b" l="l" r="r" t="t"/>
              <a:pathLst>
                <a:path extrusionOk="0" h="2138" w="2496">
                  <a:moveTo>
                    <a:pt x="1073" y="1"/>
                  </a:moveTo>
                  <a:cubicBezTo>
                    <a:pt x="480" y="1"/>
                    <a:pt x="0" y="480"/>
                    <a:pt x="0" y="1074"/>
                  </a:cubicBezTo>
                  <a:cubicBezTo>
                    <a:pt x="0" y="1712"/>
                    <a:pt x="528" y="2137"/>
                    <a:pt x="1076" y="2137"/>
                  </a:cubicBezTo>
                  <a:cubicBezTo>
                    <a:pt x="1339" y="2137"/>
                    <a:pt x="1605" y="2040"/>
                    <a:pt x="1821" y="1822"/>
                  </a:cubicBezTo>
                  <a:cubicBezTo>
                    <a:pt x="2496" y="1155"/>
                    <a:pt x="2016" y="1"/>
                    <a:pt x="1073"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222" name="Google Shape;7222;p36"/>
            <p:cNvSpPr/>
            <p:nvPr/>
          </p:nvSpPr>
          <p:spPr>
            <a:xfrm>
              <a:off x="5189550" y="1418975"/>
              <a:ext cx="62225" cy="53350"/>
            </a:xfrm>
            <a:custGeom>
              <a:rect b="b" l="l" r="r" t="t"/>
              <a:pathLst>
                <a:path extrusionOk="0" h="2134" w="2489">
                  <a:moveTo>
                    <a:pt x="1066" y="1"/>
                  </a:moveTo>
                  <a:cubicBezTo>
                    <a:pt x="480" y="1"/>
                    <a:pt x="1" y="480"/>
                    <a:pt x="1" y="1065"/>
                  </a:cubicBezTo>
                  <a:cubicBezTo>
                    <a:pt x="1" y="1709"/>
                    <a:pt x="526" y="2133"/>
                    <a:pt x="1072" y="2133"/>
                  </a:cubicBezTo>
                  <a:cubicBezTo>
                    <a:pt x="1333" y="2133"/>
                    <a:pt x="1598" y="2037"/>
                    <a:pt x="1814" y="1822"/>
                  </a:cubicBezTo>
                  <a:cubicBezTo>
                    <a:pt x="2488" y="1155"/>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223" name="Google Shape;7223;p36"/>
            <p:cNvSpPr/>
            <p:nvPr/>
          </p:nvSpPr>
          <p:spPr>
            <a:xfrm>
              <a:off x="5189550" y="1495200"/>
              <a:ext cx="62225" cy="53325"/>
            </a:xfrm>
            <a:custGeom>
              <a:rect b="b" l="l" r="r" t="t"/>
              <a:pathLst>
                <a:path extrusionOk="0" h="2133" w="2489">
                  <a:moveTo>
                    <a:pt x="1066" y="0"/>
                  </a:moveTo>
                  <a:cubicBezTo>
                    <a:pt x="480" y="0"/>
                    <a:pt x="1" y="472"/>
                    <a:pt x="1" y="1065"/>
                  </a:cubicBezTo>
                  <a:cubicBezTo>
                    <a:pt x="1" y="1709"/>
                    <a:pt x="522" y="2133"/>
                    <a:pt x="1069" y="2133"/>
                  </a:cubicBezTo>
                  <a:cubicBezTo>
                    <a:pt x="1329" y="2133"/>
                    <a:pt x="1596" y="2036"/>
                    <a:pt x="1814" y="1821"/>
                  </a:cubicBezTo>
                  <a:cubicBezTo>
                    <a:pt x="2488" y="1154"/>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224" name="Google Shape;7224;p36"/>
            <p:cNvSpPr/>
            <p:nvPr/>
          </p:nvSpPr>
          <p:spPr>
            <a:xfrm>
              <a:off x="5189550" y="1571400"/>
              <a:ext cx="62225" cy="53300"/>
            </a:xfrm>
            <a:custGeom>
              <a:rect b="b" l="l" r="r" t="t"/>
              <a:pathLst>
                <a:path extrusionOk="0" h="2132" w="2489">
                  <a:moveTo>
                    <a:pt x="1051" y="0"/>
                  </a:moveTo>
                  <a:cubicBezTo>
                    <a:pt x="472" y="0"/>
                    <a:pt x="1" y="477"/>
                    <a:pt x="1" y="1066"/>
                  </a:cubicBezTo>
                  <a:cubicBezTo>
                    <a:pt x="1" y="1705"/>
                    <a:pt x="524" y="2132"/>
                    <a:pt x="1072" y="2132"/>
                  </a:cubicBezTo>
                  <a:cubicBezTo>
                    <a:pt x="1332" y="2132"/>
                    <a:pt x="1597" y="2036"/>
                    <a:pt x="1814" y="1822"/>
                  </a:cubicBezTo>
                  <a:cubicBezTo>
                    <a:pt x="2488" y="1147"/>
                    <a:pt x="2017" y="1"/>
                    <a:pt x="1066" y="1"/>
                  </a:cubicBezTo>
                  <a:cubicBezTo>
                    <a:pt x="1061" y="1"/>
                    <a:pt x="1056" y="0"/>
                    <a:pt x="1051"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225" name="Google Shape;7225;p36"/>
            <p:cNvSpPr/>
            <p:nvPr/>
          </p:nvSpPr>
          <p:spPr>
            <a:xfrm>
              <a:off x="5189550" y="1647400"/>
              <a:ext cx="62225" cy="53450"/>
            </a:xfrm>
            <a:custGeom>
              <a:rect b="b" l="l" r="r" t="t"/>
              <a:pathLst>
                <a:path extrusionOk="0" h="2138" w="2489">
                  <a:moveTo>
                    <a:pt x="1066" y="1"/>
                  </a:moveTo>
                  <a:cubicBezTo>
                    <a:pt x="480" y="1"/>
                    <a:pt x="1" y="481"/>
                    <a:pt x="1" y="1066"/>
                  </a:cubicBezTo>
                  <a:cubicBezTo>
                    <a:pt x="1" y="1710"/>
                    <a:pt x="522" y="2138"/>
                    <a:pt x="1068" y="2138"/>
                  </a:cubicBezTo>
                  <a:cubicBezTo>
                    <a:pt x="1329" y="2138"/>
                    <a:pt x="1596" y="2040"/>
                    <a:pt x="1814" y="1822"/>
                  </a:cubicBezTo>
                  <a:cubicBezTo>
                    <a:pt x="2488" y="1155"/>
                    <a:pt x="2017" y="9"/>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226" name="Google Shape;7226;p36"/>
            <p:cNvSpPr/>
            <p:nvPr/>
          </p:nvSpPr>
          <p:spPr>
            <a:xfrm>
              <a:off x="5189550" y="1723625"/>
              <a:ext cx="62225" cy="53350"/>
            </a:xfrm>
            <a:custGeom>
              <a:rect b="b" l="l" r="r" t="t"/>
              <a:pathLst>
                <a:path extrusionOk="0" h="2134" w="2489">
                  <a:moveTo>
                    <a:pt x="1066" y="1"/>
                  </a:moveTo>
                  <a:cubicBezTo>
                    <a:pt x="480" y="1"/>
                    <a:pt x="1" y="480"/>
                    <a:pt x="1" y="1065"/>
                  </a:cubicBezTo>
                  <a:cubicBezTo>
                    <a:pt x="1" y="1709"/>
                    <a:pt x="526" y="2133"/>
                    <a:pt x="1072" y="2133"/>
                  </a:cubicBezTo>
                  <a:cubicBezTo>
                    <a:pt x="1333" y="2133"/>
                    <a:pt x="1598" y="2037"/>
                    <a:pt x="1814" y="1822"/>
                  </a:cubicBezTo>
                  <a:cubicBezTo>
                    <a:pt x="2488" y="1155"/>
                    <a:pt x="2017" y="9"/>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227" name="Google Shape;7227;p36"/>
            <p:cNvSpPr/>
            <p:nvPr/>
          </p:nvSpPr>
          <p:spPr>
            <a:xfrm>
              <a:off x="5189550" y="1799850"/>
              <a:ext cx="62225" cy="53325"/>
            </a:xfrm>
            <a:custGeom>
              <a:rect b="b" l="l" r="r" t="t"/>
              <a:pathLst>
                <a:path extrusionOk="0" h="2133" w="2489">
                  <a:moveTo>
                    <a:pt x="1066" y="0"/>
                  </a:moveTo>
                  <a:cubicBezTo>
                    <a:pt x="480" y="0"/>
                    <a:pt x="1" y="472"/>
                    <a:pt x="1" y="1065"/>
                  </a:cubicBezTo>
                  <a:cubicBezTo>
                    <a:pt x="1" y="1709"/>
                    <a:pt x="526" y="2133"/>
                    <a:pt x="1072" y="2133"/>
                  </a:cubicBezTo>
                  <a:cubicBezTo>
                    <a:pt x="1333" y="2133"/>
                    <a:pt x="1598" y="2036"/>
                    <a:pt x="1814" y="1821"/>
                  </a:cubicBezTo>
                  <a:cubicBezTo>
                    <a:pt x="2488" y="1146"/>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228" name="Google Shape;7228;p36"/>
            <p:cNvSpPr/>
            <p:nvPr/>
          </p:nvSpPr>
          <p:spPr>
            <a:xfrm>
              <a:off x="5189550" y="1876050"/>
              <a:ext cx="62225" cy="53300"/>
            </a:xfrm>
            <a:custGeom>
              <a:rect b="b" l="l" r="r" t="t"/>
              <a:pathLst>
                <a:path extrusionOk="0" h="2132" w="2489">
                  <a:moveTo>
                    <a:pt x="1066" y="1"/>
                  </a:moveTo>
                  <a:cubicBezTo>
                    <a:pt x="480" y="1"/>
                    <a:pt x="1" y="472"/>
                    <a:pt x="1" y="1066"/>
                  </a:cubicBezTo>
                  <a:cubicBezTo>
                    <a:pt x="1" y="1705"/>
                    <a:pt x="524" y="2132"/>
                    <a:pt x="1072" y="2132"/>
                  </a:cubicBezTo>
                  <a:cubicBezTo>
                    <a:pt x="1332" y="2132"/>
                    <a:pt x="1597" y="2036"/>
                    <a:pt x="1814" y="1822"/>
                  </a:cubicBezTo>
                  <a:cubicBezTo>
                    <a:pt x="2488"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229" name="Google Shape;7229;p36"/>
            <p:cNvSpPr/>
            <p:nvPr/>
          </p:nvSpPr>
          <p:spPr>
            <a:xfrm>
              <a:off x="5189550" y="1952050"/>
              <a:ext cx="62225" cy="53450"/>
            </a:xfrm>
            <a:custGeom>
              <a:rect b="b" l="l" r="r" t="t"/>
              <a:pathLst>
                <a:path extrusionOk="0" h="2138" w="2489">
                  <a:moveTo>
                    <a:pt x="1066" y="1"/>
                  </a:moveTo>
                  <a:cubicBezTo>
                    <a:pt x="480" y="1"/>
                    <a:pt x="1" y="481"/>
                    <a:pt x="1" y="1074"/>
                  </a:cubicBezTo>
                  <a:cubicBezTo>
                    <a:pt x="1" y="1712"/>
                    <a:pt x="525" y="2138"/>
                    <a:pt x="1071" y="2138"/>
                  </a:cubicBezTo>
                  <a:cubicBezTo>
                    <a:pt x="1332" y="2138"/>
                    <a:pt x="1598" y="2040"/>
                    <a:pt x="1814" y="1822"/>
                  </a:cubicBezTo>
                  <a:cubicBezTo>
                    <a:pt x="2488" y="1155"/>
                    <a:pt x="2017" y="9"/>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230" name="Google Shape;7230;p36"/>
            <p:cNvSpPr/>
            <p:nvPr/>
          </p:nvSpPr>
          <p:spPr>
            <a:xfrm>
              <a:off x="5189550" y="2028275"/>
              <a:ext cx="62225" cy="53350"/>
            </a:xfrm>
            <a:custGeom>
              <a:rect b="b" l="l" r="r" t="t"/>
              <a:pathLst>
                <a:path extrusionOk="0" h="2134" w="2489">
                  <a:moveTo>
                    <a:pt x="1066" y="1"/>
                  </a:moveTo>
                  <a:cubicBezTo>
                    <a:pt x="480" y="1"/>
                    <a:pt x="1" y="480"/>
                    <a:pt x="1" y="1065"/>
                  </a:cubicBezTo>
                  <a:cubicBezTo>
                    <a:pt x="1" y="1709"/>
                    <a:pt x="526" y="2133"/>
                    <a:pt x="1072" y="2133"/>
                  </a:cubicBezTo>
                  <a:cubicBezTo>
                    <a:pt x="1333" y="2133"/>
                    <a:pt x="1598" y="2037"/>
                    <a:pt x="1814" y="1821"/>
                  </a:cubicBezTo>
                  <a:cubicBezTo>
                    <a:pt x="2488" y="1155"/>
                    <a:pt x="2017" y="9"/>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231" name="Google Shape;7231;p36"/>
            <p:cNvSpPr/>
            <p:nvPr/>
          </p:nvSpPr>
          <p:spPr>
            <a:xfrm>
              <a:off x="5189550" y="2104500"/>
              <a:ext cx="62225" cy="53325"/>
            </a:xfrm>
            <a:custGeom>
              <a:rect b="b" l="l" r="r" t="t"/>
              <a:pathLst>
                <a:path extrusionOk="0" h="2133" w="2489">
                  <a:moveTo>
                    <a:pt x="1066" y="0"/>
                  </a:moveTo>
                  <a:cubicBezTo>
                    <a:pt x="480" y="0"/>
                    <a:pt x="1" y="480"/>
                    <a:pt x="1" y="1065"/>
                  </a:cubicBezTo>
                  <a:cubicBezTo>
                    <a:pt x="1" y="1709"/>
                    <a:pt x="522" y="2133"/>
                    <a:pt x="1069" y="2133"/>
                  </a:cubicBezTo>
                  <a:cubicBezTo>
                    <a:pt x="1329" y="2133"/>
                    <a:pt x="1596" y="2036"/>
                    <a:pt x="1814" y="1821"/>
                  </a:cubicBezTo>
                  <a:cubicBezTo>
                    <a:pt x="2488" y="1154"/>
                    <a:pt x="2017" y="8"/>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232" name="Google Shape;7232;p36"/>
            <p:cNvSpPr/>
            <p:nvPr/>
          </p:nvSpPr>
          <p:spPr>
            <a:xfrm>
              <a:off x="5189550" y="2180700"/>
              <a:ext cx="62225" cy="53350"/>
            </a:xfrm>
            <a:custGeom>
              <a:rect b="b" l="l" r="r" t="t"/>
              <a:pathLst>
                <a:path extrusionOk="0" h="2134" w="2489">
                  <a:moveTo>
                    <a:pt x="1066" y="1"/>
                  </a:moveTo>
                  <a:cubicBezTo>
                    <a:pt x="480" y="1"/>
                    <a:pt x="1" y="472"/>
                    <a:pt x="1" y="1066"/>
                  </a:cubicBezTo>
                  <a:cubicBezTo>
                    <a:pt x="1" y="1709"/>
                    <a:pt x="522" y="2133"/>
                    <a:pt x="1069" y="2133"/>
                  </a:cubicBezTo>
                  <a:cubicBezTo>
                    <a:pt x="1329" y="2133"/>
                    <a:pt x="1596" y="2037"/>
                    <a:pt x="1814" y="1822"/>
                  </a:cubicBezTo>
                  <a:cubicBezTo>
                    <a:pt x="2488" y="1155"/>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233" name="Google Shape;7233;p36"/>
            <p:cNvSpPr/>
            <p:nvPr/>
          </p:nvSpPr>
          <p:spPr>
            <a:xfrm>
              <a:off x="5189550" y="2256925"/>
              <a:ext cx="62425" cy="53425"/>
            </a:xfrm>
            <a:custGeom>
              <a:rect b="b" l="l" r="r" t="t"/>
              <a:pathLst>
                <a:path extrusionOk="0" h="2137" w="2497">
                  <a:moveTo>
                    <a:pt x="1066" y="0"/>
                  </a:moveTo>
                  <a:cubicBezTo>
                    <a:pt x="480" y="0"/>
                    <a:pt x="1" y="472"/>
                    <a:pt x="1" y="1065"/>
                  </a:cubicBezTo>
                  <a:cubicBezTo>
                    <a:pt x="1" y="1709"/>
                    <a:pt x="526" y="2137"/>
                    <a:pt x="1074" y="2137"/>
                  </a:cubicBezTo>
                  <a:cubicBezTo>
                    <a:pt x="1336" y="2137"/>
                    <a:pt x="1604" y="2039"/>
                    <a:pt x="1822" y="1821"/>
                  </a:cubicBezTo>
                  <a:cubicBezTo>
                    <a:pt x="2496" y="1146"/>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234" name="Google Shape;7234;p36"/>
            <p:cNvSpPr/>
            <p:nvPr/>
          </p:nvSpPr>
          <p:spPr>
            <a:xfrm>
              <a:off x="5189550" y="2333125"/>
              <a:ext cx="62225" cy="53350"/>
            </a:xfrm>
            <a:custGeom>
              <a:rect b="b" l="l" r="r" t="t"/>
              <a:pathLst>
                <a:path extrusionOk="0" h="2134" w="2489">
                  <a:moveTo>
                    <a:pt x="1066" y="1"/>
                  </a:moveTo>
                  <a:cubicBezTo>
                    <a:pt x="480" y="1"/>
                    <a:pt x="1" y="480"/>
                    <a:pt x="1" y="1066"/>
                  </a:cubicBezTo>
                  <a:cubicBezTo>
                    <a:pt x="1" y="1709"/>
                    <a:pt x="522" y="2134"/>
                    <a:pt x="1069" y="2134"/>
                  </a:cubicBezTo>
                  <a:cubicBezTo>
                    <a:pt x="1329" y="2134"/>
                    <a:pt x="1596" y="2037"/>
                    <a:pt x="1814" y="1822"/>
                  </a:cubicBezTo>
                  <a:cubicBezTo>
                    <a:pt x="2488" y="1155"/>
                    <a:pt x="2017" y="9"/>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235" name="Google Shape;7235;p36"/>
            <p:cNvSpPr/>
            <p:nvPr/>
          </p:nvSpPr>
          <p:spPr>
            <a:xfrm>
              <a:off x="5189550" y="2409350"/>
              <a:ext cx="62225" cy="53350"/>
            </a:xfrm>
            <a:custGeom>
              <a:rect b="b" l="l" r="r" t="t"/>
              <a:pathLst>
                <a:path extrusionOk="0" h="2134" w="2489">
                  <a:moveTo>
                    <a:pt x="1066" y="0"/>
                  </a:moveTo>
                  <a:cubicBezTo>
                    <a:pt x="480" y="0"/>
                    <a:pt x="1" y="472"/>
                    <a:pt x="1" y="1065"/>
                  </a:cubicBezTo>
                  <a:cubicBezTo>
                    <a:pt x="1" y="1709"/>
                    <a:pt x="526" y="2133"/>
                    <a:pt x="1072" y="2133"/>
                  </a:cubicBezTo>
                  <a:cubicBezTo>
                    <a:pt x="1333" y="2133"/>
                    <a:pt x="1598" y="2036"/>
                    <a:pt x="1814" y="1821"/>
                  </a:cubicBezTo>
                  <a:cubicBezTo>
                    <a:pt x="2488" y="1146"/>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236" name="Google Shape;7236;p36"/>
            <p:cNvSpPr/>
            <p:nvPr/>
          </p:nvSpPr>
          <p:spPr>
            <a:xfrm>
              <a:off x="5189550" y="2485550"/>
              <a:ext cx="62425" cy="53300"/>
            </a:xfrm>
            <a:custGeom>
              <a:rect b="b" l="l" r="r" t="t"/>
              <a:pathLst>
                <a:path extrusionOk="0" h="2132" w="2497">
                  <a:moveTo>
                    <a:pt x="1066" y="1"/>
                  </a:moveTo>
                  <a:cubicBezTo>
                    <a:pt x="480" y="1"/>
                    <a:pt x="1" y="480"/>
                    <a:pt x="1" y="1066"/>
                  </a:cubicBezTo>
                  <a:cubicBezTo>
                    <a:pt x="1" y="1708"/>
                    <a:pt x="523" y="2131"/>
                    <a:pt x="1070" y="2131"/>
                  </a:cubicBezTo>
                  <a:cubicBezTo>
                    <a:pt x="1333" y="2131"/>
                    <a:pt x="1602" y="2033"/>
                    <a:pt x="1822" y="1814"/>
                  </a:cubicBezTo>
                  <a:cubicBezTo>
                    <a:pt x="2496"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237" name="Google Shape;7237;p36"/>
            <p:cNvSpPr/>
            <p:nvPr/>
          </p:nvSpPr>
          <p:spPr>
            <a:xfrm>
              <a:off x="5189550" y="2561575"/>
              <a:ext cx="62225" cy="53425"/>
            </a:xfrm>
            <a:custGeom>
              <a:rect b="b" l="l" r="r" t="t"/>
              <a:pathLst>
                <a:path extrusionOk="0" h="2137" w="2489">
                  <a:moveTo>
                    <a:pt x="1066" y="0"/>
                  </a:moveTo>
                  <a:cubicBezTo>
                    <a:pt x="480" y="0"/>
                    <a:pt x="1" y="480"/>
                    <a:pt x="1" y="1073"/>
                  </a:cubicBezTo>
                  <a:cubicBezTo>
                    <a:pt x="1" y="1711"/>
                    <a:pt x="521" y="2137"/>
                    <a:pt x="1067" y="2137"/>
                  </a:cubicBezTo>
                  <a:cubicBezTo>
                    <a:pt x="1328" y="2137"/>
                    <a:pt x="1595" y="2039"/>
                    <a:pt x="1814" y="1821"/>
                  </a:cubicBezTo>
                  <a:cubicBezTo>
                    <a:pt x="2488" y="1154"/>
                    <a:pt x="2017" y="8"/>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238" name="Google Shape;7238;p36"/>
            <p:cNvSpPr/>
            <p:nvPr/>
          </p:nvSpPr>
          <p:spPr>
            <a:xfrm>
              <a:off x="5189550" y="2714000"/>
              <a:ext cx="62225" cy="53350"/>
            </a:xfrm>
            <a:custGeom>
              <a:rect b="b" l="l" r="r" t="t"/>
              <a:pathLst>
                <a:path extrusionOk="0" h="2134" w="2489">
                  <a:moveTo>
                    <a:pt x="1066" y="0"/>
                  </a:moveTo>
                  <a:cubicBezTo>
                    <a:pt x="480" y="0"/>
                    <a:pt x="1" y="480"/>
                    <a:pt x="1" y="1065"/>
                  </a:cubicBezTo>
                  <a:cubicBezTo>
                    <a:pt x="1" y="1709"/>
                    <a:pt x="522" y="2133"/>
                    <a:pt x="1069" y="2133"/>
                  </a:cubicBezTo>
                  <a:cubicBezTo>
                    <a:pt x="1329" y="2133"/>
                    <a:pt x="1596" y="2036"/>
                    <a:pt x="1814" y="1821"/>
                  </a:cubicBezTo>
                  <a:cubicBezTo>
                    <a:pt x="2488" y="1155"/>
                    <a:pt x="2017" y="8"/>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239" name="Google Shape;7239;p36"/>
            <p:cNvSpPr/>
            <p:nvPr/>
          </p:nvSpPr>
          <p:spPr>
            <a:xfrm>
              <a:off x="5189550" y="2637775"/>
              <a:ext cx="62425" cy="53450"/>
            </a:xfrm>
            <a:custGeom>
              <a:rect b="b" l="l" r="r" t="t"/>
              <a:pathLst>
                <a:path extrusionOk="0" h="2138" w="2497">
                  <a:moveTo>
                    <a:pt x="1066" y="1"/>
                  </a:moveTo>
                  <a:cubicBezTo>
                    <a:pt x="480" y="9"/>
                    <a:pt x="1" y="480"/>
                    <a:pt x="1" y="1074"/>
                  </a:cubicBezTo>
                  <a:cubicBezTo>
                    <a:pt x="1" y="1712"/>
                    <a:pt x="525" y="2137"/>
                    <a:pt x="1073" y="2137"/>
                  </a:cubicBezTo>
                  <a:cubicBezTo>
                    <a:pt x="1336" y="2137"/>
                    <a:pt x="1603" y="2040"/>
                    <a:pt x="1822" y="1822"/>
                  </a:cubicBezTo>
                  <a:cubicBezTo>
                    <a:pt x="2496"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240" name="Google Shape;7240;p36"/>
            <p:cNvSpPr/>
            <p:nvPr/>
          </p:nvSpPr>
          <p:spPr>
            <a:xfrm>
              <a:off x="5265775" y="1342750"/>
              <a:ext cx="62200" cy="53350"/>
            </a:xfrm>
            <a:custGeom>
              <a:rect b="b" l="l" r="r" t="t"/>
              <a:pathLst>
                <a:path extrusionOk="0" h="2134" w="2488">
                  <a:moveTo>
                    <a:pt x="1065" y="1"/>
                  </a:moveTo>
                  <a:cubicBezTo>
                    <a:pt x="480" y="1"/>
                    <a:pt x="0" y="481"/>
                    <a:pt x="0" y="1066"/>
                  </a:cubicBezTo>
                  <a:cubicBezTo>
                    <a:pt x="0" y="1710"/>
                    <a:pt x="522" y="2134"/>
                    <a:pt x="1068" y="2134"/>
                  </a:cubicBezTo>
                  <a:cubicBezTo>
                    <a:pt x="1329" y="2134"/>
                    <a:pt x="1595" y="2037"/>
                    <a:pt x="1813" y="1822"/>
                  </a:cubicBezTo>
                  <a:cubicBezTo>
                    <a:pt x="2488" y="1155"/>
                    <a:pt x="2016" y="9"/>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241" name="Google Shape;7241;p36"/>
            <p:cNvSpPr/>
            <p:nvPr/>
          </p:nvSpPr>
          <p:spPr>
            <a:xfrm>
              <a:off x="5265775" y="1418975"/>
              <a:ext cx="62200" cy="53350"/>
            </a:xfrm>
            <a:custGeom>
              <a:rect b="b" l="l" r="r" t="t"/>
              <a:pathLst>
                <a:path extrusionOk="0" h="2134" w="2488">
                  <a:moveTo>
                    <a:pt x="1065" y="1"/>
                  </a:moveTo>
                  <a:cubicBezTo>
                    <a:pt x="480" y="1"/>
                    <a:pt x="0" y="480"/>
                    <a:pt x="0" y="1065"/>
                  </a:cubicBezTo>
                  <a:cubicBezTo>
                    <a:pt x="0" y="1709"/>
                    <a:pt x="522" y="2133"/>
                    <a:pt x="1068" y="2133"/>
                  </a:cubicBezTo>
                  <a:cubicBezTo>
                    <a:pt x="1329" y="2133"/>
                    <a:pt x="1595" y="2037"/>
                    <a:pt x="1813" y="1822"/>
                  </a:cubicBezTo>
                  <a:cubicBezTo>
                    <a:pt x="2488" y="1155"/>
                    <a:pt x="2016" y="9"/>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242" name="Google Shape;7242;p36"/>
            <p:cNvSpPr/>
            <p:nvPr/>
          </p:nvSpPr>
          <p:spPr>
            <a:xfrm>
              <a:off x="5265775" y="1495200"/>
              <a:ext cx="62200" cy="53325"/>
            </a:xfrm>
            <a:custGeom>
              <a:rect b="b" l="l" r="r" t="t"/>
              <a:pathLst>
                <a:path extrusionOk="0" h="2133" w="2488">
                  <a:moveTo>
                    <a:pt x="1065" y="0"/>
                  </a:moveTo>
                  <a:cubicBezTo>
                    <a:pt x="480" y="0"/>
                    <a:pt x="0" y="472"/>
                    <a:pt x="0" y="1065"/>
                  </a:cubicBezTo>
                  <a:cubicBezTo>
                    <a:pt x="0" y="1709"/>
                    <a:pt x="522" y="2133"/>
                    <a:pt x="1068" y="2133"/>
                  </a:cubicBezTo>
                  <a:cubicBezTo>
                    <a:pt x="1329" y="2133"/>
                    <a:pt x="1595" y="2036"/>
                    <a:pt x="1813" y="1821"/>
                  </a:cubicBezTo>
                  <a:cubicBezTo>
                    <a:pt x="2488" y="1154"/>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243" name="Google Shape;7243;p36"/>
            <p:cNvSpPr/>
            <p:nvPr/>
          </p:nvSpPr>
          <p:spPr>
            <a:xfrm>
              <a:off x="5265775" y="1571400"/>
              <a:ext cx="62200" cy="53300"/>
            </a:xfrm>
            <a:custGeom>
              <a:rect b="b" l="l" r="r" t="t"/>
              <a:pathLst>
                <a:path extrusionOk="0" h="2132" w="2488">
                  <a:moveTo>
                    <a:pt x="1051" y="0"/>
                  </a:moveTo>
                  <a:cubicBezTo>
                    <a:pt x="472" y="0"/>
                    <a:pt x="0" y="477"/>
                    <a:pt x="0" y="1066"/>
                  </a:cubicBezTo>
                  <a:cubicBezTo>
                    <a:pt x="0" y="1705"/>
                    <a:pt x="524" y="2132"/>
                    <a:pt x="1072" y="2132"/>
                  </a:cubicBezTo>
                  <a:cubicBezTo>
                    <a:pt x="1331" y="2132"/>
                    <a:pt x="1596" y="2036"/>
                    <a:pt x="1813" y="1822"/>
                  </a:cubicBezTo>
                  <a:cubicBezTo>
                    <a:pt x="2488" y="1147"/>
                    <a:pt x="2016" y="1"/>
                    <a:pt x="1065" y="1"/>
                  </a:cubicBezTo>
                  <a:cubicBezTo>
                    <a:pt x="1060" y="1"/>
                    <a:pt x="1055" y="0"/>
                    <a:pt x="1051"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244" name="Google Shape;7244;p36"/>
            <p:cNvSpPr/>
            <p:nvPr/>
          </p:nvSpPr>
          <p:spPr>
            <a:xfrm>
              <a:off x="5265775" y="1647400"/>
              <a:ext cx="62200" cy="53450"/>
            </a:xfrm>
            <a:custGeom>
              <a:rect b="b" l="l" r="r" t="t"/>
              <a:pathLst>
                <a:path extrusionOk="0" h="2138" w="2488">
                  <a:moveTo>
                    <a:pt x="1065" y="1"/>
                  </a:moveTo>
                  <a:cubicBezTo>
                    <a:pt x="480" y="1"/>
                    <a:pt x="0" y="481"/>
                    <a:pt x="0" y="1066"/>
                  </a:cubicBezTo>
                  <a:cubicBezTo>
                    <a:pt x="0" y="1710"/>
                    <a:pt x="522" y="2138"/>
                    <a:pt x="1068" y="2138"/>
                  </a:cubicBezTo>
                  <a:cubicBezTo>
                    <a:pt x="1329" y="2138"/>
                    <a:pt x="1595" y="2040"/>
                    <a:pt x="1813" y="1822"/>
                  </a:cubicBezTo>
                  <a:cubicBezTo>
                    <a:pt x="2488" y="1155"/>
                    <a:pt x="2016" y="9"/>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245" name="Google Shape;7245;p36"/>
            <p:cNvSpPr/>
            <p:nvPr/>
          </p:nvSpPr>
          <p:spPr>
            <a:xfrm>
              <a:off x="5265775" y="1723625"/>
              <a:ext cx="62200" cy="53350"/>
            </a:xfrm>
            <a:custGeom>
              <a:rect b="b" l="l" r="r" t="t"/>
              <a:pathLst>
                <a:path extrusionOk="0" h="2134" w="2488">
                  <a:moveTo>
                    <a:pt x="1065" y="1"/>
                  </a:moveTo>
                  <a:cubicBezTo>
                    <a:pt x="480" y="1"/>
                    <a:pt x="0" y="480"/>
                    <a:pt x="0" y="1065"/>
                  </a:cubicBezTo>
                  <a:cubicBezTo>
                    <a:pt x="0" y="1709"/>
                    <a:pt x="522" y="2133"/>
                    <a:pt x="1068" y="2133"/>
                  </a:cubicBezTo>
                  <a:cubicBezTo>
                    <a:pt x="1329" y="2133"/>
                    <a:pt x="1595" y="2037"/>
                    <a:pt x="1813" y="1822"/>
                  </a:cubicBezTo>
                  <a:cubicBezTo>
                    <a:pt x="2488" y="1155"/>
                    <a:pt x="2016" y="9"/>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246" name="Google Shape;7246;p36"/>
            <p:cNvSpPr/>
            <p:nvPr/>
          </p:nvSpPr>
          <p:spPr>
            <a:xfrm>
              <a:off x="5265775" y="1799850"/>
              <a:ext cx="62200" cy="53325"/>
            </a:xfrm>
            <a:custGeom>
              <a:rect b="b" l="l" r="r" t="t"/>
              <a:pathLst>
                <a:path extrusionOk="0" h="2133" w="2488">
                  <a:moveTo>
                    <a:pt x="1065" y="0"/>
                  </a:moveTo>
                  <a:cubicBezTo>
                    <a:pt x="480" y="0"/>
                    <a:pt x="0" y="472"/>
                    <a:pt x="0" y="1065"/>
                  </a:cubicBezTo>
                  <a:cubicBezTo>
                    <a:pt x="0" y="1709"/>
                    <a:pt x="522" y="2133"/>
                    <a:pt x="1068" y="2133"/>
                  </a:cubicBezTo>
                  <a:cubicBezTo>
                    <a:pt x="1329" y="2133"/>
                    <a:pt x="1595" y="2036"/>
                    <a:pt x="1813" y="1821"/>
                  </a:cubicBezTo>
                  <a:cubicBezTo>
                    <a:pt x="2488" y="1154"/>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247" name="Google Shape;7247;p36"/>
            <p:cNvSpPr/>
            <p:nvPr/>
          </p:nvSpPr>
          <p:spPr>
            <a:xfrm>
              <a:off x="5265775" y="1876050"/>
              <a:ext cx="62200" cy="53300"/>
            </a:xfrm>
            <a:custGeom>
              <a:rect b="b" l="l" r="r" t="t"/>
              <a:pathLst>
                <a:path extrusionOk="0" h="2132" w="2488">
                  <a:moveTo>
                    <a:pt x="1065" y="1"/>
                  </a:moveTo>
                  <a:cubicBezTo>
                    <a:pt x="480" y="1"/>
                    <a:pt x="0" y="472"/>
                    <a:pt x="0" y="1066"/>
                  </a:cubicBezTo>
                  <a:cubicBezTo>
                    <a:pt x="0" y="1705"/>
                    <a:pt x="524" y="2132"/>
                    <a:pt x="1072" y="2132"/>
                  </a:cubicBezTo>
                  <a:cubicBezTo>
                    <a:pt x="1331" y="2132"/>
                    <a:pt x="1596" y="2036"/>
                    <a:pt x="1813" y="1822"/>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248" name="Google Shape;7248;p36"/>
            <p:cNvSpPr/>
            <p:nvPr/>
          </p:nvSpPr>
          <p:spPr>
            <a:xfrm>
              <a:off x="5265775" y="1952050"/>
              <a:ext cx="62200" cy="53450"/>
            </a:xfrm>
            <a:custGeom>
              <a:rect b="b" l="l" r="r" t="t"/>
              <a:pathLst>
                <a:path extrusionOk="0" h="2138" w="2488">
                  <a:moveTo>
                    <a:pt x="1065" y="1"/>
                  </a:moveTo>
                  <a:cubicBezTo>
                    <a:pt x="480" y="1"/>
                    <a:pt x="0" y="481"/>
                    <a:pt x="0" y="1074"/>
                  </a:cubicBezTo>
                  <a:cubicBezTo>
                    <a:pt x="0" y="1712"/>
                    <a:pt x="521" y="2138"/>
                    <a:pt x="1067" y="2138"/>
                  </a:cubicBezTo>
                  <a:cubicBezTo>
                    <a:pt x="1328" y="2138"/>
                    <a:pt x="1595" y="2040"/>
                    <a:pt x="1813" y="1822"/>
                  </a:cubicBezTo>
                  <a:cubicBezTo>
                    <a:pt x="2488" y="1155"/>
                    <a:pt x="2016" y="9"/>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249" name="Google Shape;7249;p36"/>
            <p:cNvSpPr/>
            <p:nvPr/>
          </p:nvSpPr>
          <p:spPr>
            <a:xfrm>
              <a:off x="5265775" y="2028275"/>
              <a:ext cx="62200" cy="53350"/>
            </a:xfrm>
            <a:custGeom>
              <a:rect b="b" l="l" r="r" t="t"/>
              <a:pathLst>
                <a:path extrusionOk="0" h="2134" w="2488">
                  <a:moveTo>
                    <a:pt x="1065" y="1"/>
                  </a:moveTo>
                  <a:cubicBezTo>
                    <a:pt x="480" y="1"/>
                    <a:pt x="0" y="480"/>
                    <a:pt x="0" y="1065"/>
                  </a:cubicBezTo>
                  <a:cubicBezTo>
                    <a:pt x="0" y="1709"/>
                    <a:pt x="522" y="2133"/>
                    <a:pt x="1068" y="2133"/>
                  </a:cubicBezTo>
                  <a:cubicBezTo>
                    <a:pt x="1329" y="2133"/>
                    <a:pt x="1595" y="2037"/>
                    <a:pt x="1813" y="1821"/>
                  </a:cubicBezTo>
                  <a:cubicBezTo>
                    <a:pt x="2488" y="1155"/>
                    <a:pt x="2016" y="9"/>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250" name="Google Shape;7250;p36"/>
            <p:cNvSpPr/>
            <p:nvPr/>
          </p:nvSpPr>
          <p:spPr>
            <a:xfrm>
              <a:off x="5265775" y="2104500"/>
              <a:ext cx="62200" cy="53325"/>
            </a:xfrm>
            <a:custGeom>
              <a:rect b="b" l="l" r="r" t="t"/>
              <a:pathLst>
                <a:path extrusionOk="0" h="2133" w="2488">
                  <a:moveTo>
                    <a:pt x="1065" y="0"/>
                  </a:moveTo>
                  <a:cubicBezTo>
                    <a:pt x="480" y="0"/>
                    <a:pt x="0" y="480"/>
                    <a:pt x="0" y="1065"/>
                  </a:cubicBezTo>
                  <a:cubicBezTo>
                    <a:pt x="0" y="1709"/>
                    <a:pt x="522" y="2133"/>
                    <a:pt x="1068" y="2133"/>
                  </a:cubicBezTo>
                  <a:cubicBezTo>
                    <a:pt x="1329" y="2133"/>
                    <a:pt x="1595" y="2036"/>
                    <a:pt x="1813" y="1821"/>
                  </a:cubicBezTo>
                  <a:cubicBezTo>
                    <a:pt x="2488" y="1154"/>
                    <a:pt x="2016" y="8"/>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251" name="Google Shape;7251;p36"/>
            <p:cNvSpPr/>
            <p:nvPr/>
          </p:nvSpPr>
          <p:spPr>
            <a:xfrm>
              <a:off x="5265775" y="2180700"/>
              <a:ext cx="62200" cy="53350"/>
            </a:xfrm>
            <a:custGeom>
              <a:rect b="b" l="l" r="r" t="t"/>
              <a:pathLst>
                <a:path extrusionOk="0" h="2134" w="2488">
                  <a:moveTo>
                    <a:pt x="1065" y="1"/>
                  </a:moveTo>
                  <a:cubicBezTo>
                    <a:pt x="480" y="1"/>
                    <a:pt x="0" y="472"/>
                    <a:pt x="0" y="1066"/>
                  </a:cubicBezTo>
                  <a:cubicBezTo>
                    <a:pt x="0" y="1709"/>
                    <a:pt x="522" y="2133"/>
                    <a:pt x="1068" y="2133"/>
                  </a:cubicBezTo>
                  <a:cubicBezTo>
                    <a:pt x="1329" y="2133"/>
                    <a:pt x="1595" y="2037"/>
                    <a:pt x="1813" y="1822"/>
                  </a:cubicBezTo>
                  <a:cubicBezTo>
                    <a:pt x="2488" y="1155"/>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252" name="Google Shape;7252;p36"/>
            <p:cNvSpPr/>
            <p:nvPr/>
          </p:nvSpPr>
          <p:spPr>
            <a:xfrm>
              <a:off x="5265775" y="2256925"/>
              <a:ext cx="62400" cy="53425"/>
            </a:xfrm>
            <a:custGeom>
              <a:rect b="b" l="l" r="r" t="t"/>
              <a:pathLst>
                <a:path extrusionOk="0" h="2137" w="2496">
                  <a:moveTo>
                    <a:pt x="1065" y="0"/>
                  </a:moveTo>
                  <a:cubicBezTo>
                    <a:pt x="480" y="0"/>
                    <a:pt x="0" y="472"/>
                    <a:pt x="0" y="1065"/>
                  </a:cubicBezTo>
                  <a:cubicBezTo>
                    <a:pt x="0" y="1709"/>
                    <a:pt x="525" y="2137"/>
                    <a:pt x="1074" y="2137"/>
                  </a:cubicBezTo>
                  <a:cubicBezTo>
                    <a:pt x="1336" y="2137"/>
                    <a:pt x="1603" y="2039"/>
                    <a:pt x="1821" y="1821"/>
                  </a:cubicBezTo>
                  <a:cubicBezTo>
                    <a:pt x="2496" y="1154"/>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253" name="Google Shape;7253;p36"/>
            <p:cNvSpPr/>
            <p:nvPr/>
          </p:nvSpPr>
          <p:spPr>
            <a:xfrm>
              <a:off x="5265775" y="2333125"/>
              <a:ext cx="62200" cy="53350"/>
            </a:xfrm>
            <a:custGeom>
              <a:rect b="b" l="l" r="r" t="t"/>
              <a:pathLst>
                <a:path extrusionOk="0" h="2134" w="2488">
                  <a:moveTo>
                    <a:pt x="1065" y="1"/>
                  </a:moveTo>
                  <a:cubicBezTo>
                    <a:pt x="480" y="1"/>
                    <a:pt x="0" y="480"/>
                    <a:pt x="0" y="1066"/>
                  </a:cubicBezTo>
                  <a:cubicBezTo>
                    <a:pt x="0" y="1709"/>
                    <a:pt x="522" y="2134"/>
                    <a:pt x="1068" y="2134"/>
                  </a:cubicBezTo>
                  <a:cubicBezTo>
                    <a:pt x="1329" y="2134"/>
                    <a:pt x="1595" y="2037"/>
                    <a:pt x="1813" y="1822"/>
                  </a:cubicBezTo>
                  <a:cubicBezTo>
                    <a:pt x="2488" y="1155"/>
                    <a:pt x="2016" y="9"/>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254" name="Google Shape;7254;p36"/>
            <p:cNvSpPr/>
            <p:nvPr/>
          </p:nvSpPr>
          <p:spPr>
            <a:xfrm>
              <a:off x="5265775" y="2409350"/>
              <a:ext cx="62200" cy="53350"/>
            </a:xfrm>
            <a:custGeom>
              <a:rect b="b" l="l" r="r" t="t"/>
              <a:pathLst>
                <a:path extrusionOk="0" h="2134" w="2488">
                  <a:moveTo>
                    <a:pt x="1065" y="0"/>
                  </a:moveTo>
                  <a:cubicBezTo>
                    <a:pt x="480" y="0"/>
                    <a:pt x="0" y="472"/>
                    <a:pt x="0" y="1065"/>
                  </a:cubicBezTo>
                  <a:cubicBezTo>
                    <a:pt x="0" y="1709"/>
                    <a:pt x="522" y="2133"/>
                    <a:pt x="1068" y="2133"/>
                  </a:cubicBezTo>
                  <a:cubicBezTo>
                    <a:pt x="1329" y="2133"/>
                    <a:pt x="1595" y="2036"/>
                    <a:pt x="1813" y="1821"/>
                  </a:cubicBezTo>
                  <a:cubicBezTo>
                    <a:pt x="2488" y="1155"/>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255" name="Google Shape;7255;p36"/>
            <p:cNvSpPr/>
            <p:nvPr/>
          </p:nvSpPr>
          <p:spPr>
            <a:xfrm>
              <a:off x="5265775" y="2485550"/>
              <a:ext cx="62200" cy="53350"/>
            </a:xfrm>
            <a:custGeom>
              <a:rect b="b" l="l" r="r" t="t"/>
              <a:pathLst>
                <a:path extrusionOk="0" h="2134" w="2488">
                  <a:moveTo>
                    <a:pt x="1065" y="1"/>
                  </a:moveTo>
                  <a:cubicBezTo>
                    <a:pt x="480" y="1"/>
                    <a:pt x="0" y="472"/>
                    <a:pt x="0" y="1066"/>
                  </a:cubicBezTo>
                  <a:cubicBezTo>
                    <a:pt x="0" y="1710"/>
                    <a:pt x="526" y="2134"/>
                    <a:pt x="1074" y="2134"/>
                  </a:cubicBezTo>
                  <a:cubicBezTo>
                    <a:pt x="1336" y="2134"/>
                    <a:pt x="1603" y="2037"/>
                    <a:pt x="1821" y="1822"/>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256" name="Google Shape;7256;p36"/>
            <p:cNvSpPr/>
            <p:nvPr/>
          </p:nvSpPr>
          <p:spPr>
            <a:xfrm>
              <a:off x="5265775" y="2561575"/>
              <a:ext cx="62200" cy="53425"/>
            </a:xfrm>
            <a:custGeom>
              <a:rect b="b" l="l" r="r" t="t"/>
              <a:pathLst>
                <a:path extrusionOk="0" h="2137" w="2488">
                  <a:moveTo>
                    <a:pt x="1065" y="0"/>
                  </a:moveTo>
                  <a:cubicBezTo>
                    <a:pt x="480" y="0"/>
                    <a:pt x="0" y="480"/>
                    <a:pt x="0" y="1073"/>
                  </a:cubicBezTo>
                  <a:cubicBezTo>
                    <a:pt x="0" y="1711"/>
                    <a:pt x="521" y="2137"/>
                    <a:pt x="1067" y="2137"/>
                  </a:cubicBezTo>
                  <a:cubicBezTo>
                    <a:pt x="1328" y="2137"/>
                    <a:pt x="1595" y="2039"/>
                    <a:pt x="1813" y="1821"/>
                  </a:cubicBezTo>
                  <a:cubicBezTo>
                    <a:pt x="2488" y="1154"/>
                    <a:pt x="2016" y="8"/>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257" name="Google Shape;7257;p36"/>
            <p:cNvSpPr/>
            <p:nvPr/>
          </p:nvSpPr>
          <p:spPr>
            <a:xfrm>
              <a:off x="5265775" y="2637775"/>
              <a:ext cx="62200" cy="53450"/>
            </a:xfrm>
            <a:custGeom>
              <a:rect b="b" l="l" r="r" t="t"/>
              <a:pathLst>
                <a:path extrusionOk="0" h="2138" w="2488">
                  <a:moveTo>
                    <a:pt x="1065" y="1"/>
                  </a:moveTo>
                  <a:cubicBezTo>
                    <a:pt x="480" y="1"/>
                    <a:pt x="0" y="480"/>
                    <a:pt x="0" y="1074"/>
                  </a:cubicBezTo>
                  <a:cubicBezTo>
                    <a:pt x="0" y="1712"/>
                    <a:pt x="525" y="2137"/>
                    <a:pt x="1073" y="2137"/>
                  </a:cubicBezTo>
                  <a:cubicBezTo>
                    <a:pt x="1335" y="2137"/>
                    <a:pt x="1603" y="2040"/>
                    <a:pt x="1821" y="1822"/>
                  </a:cubicBezTo>
                  <a:cubicBezTo>
                    <a:pt x="2488" y="1155"/>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258" name="Google Shape;7258;p36"/>
            <p:cNvSpPr/>
            <p:nvPr/>
          </p:nvSpPr>
          <p:spPr>
            <a:xfrm>
              <a:off x="5341975" y="1342750"/>
              <a:ext cx="62425" cy="53450"/>
            </a:xfrm>
            <a:custGeom>
              <a:rect b="b" l="l" r="r" t="t"/>
              <a:pathLst>
                <a:path extrusionOk="0" h="2138" w="2497">
                  <a:moveTo>
                    <a:pt x="1074" y="1"/>
                  </a:moveTo>
                  <a:cubicBezTo>
                    <a:pt x="480" y="1"/>
                    <a:pt x="9" y="481"/>
                    <a:pt x="1" y="1066"/>
                  </a:cubicBezTo>
                  <a:cubicBezTo>
                    <a:pt x="1" y="1710"/>
                    <a:pt x="530" y="2138"/>
                    <a:pt x="1078" y="2138"/>
                  </a:cubicBezTo>
                  <a:cubicBezTo>
                    <a:pt x="1340" y="2138"/>
                    <a:pt x="1606" y="2040"/>
                    <a:pt x="1822" y="1822"/>
                  </a:cubicBezTo>
                  <a:cubicBezTo>
                    <a:pt x="2497" y="1147"/>
                    <a:pt x="2017" y="1"/>
                    <a:pt x="1074"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259" name="Google Shape;7259;p36"/>
            <p:cNvSpPr/>
            <p:nvPr/>
          </p:nvSpPr>
          <p:spPr>
            <a:xfrm>
              <a:off x="5341975" y="1418975"/>
              <a:ext cx="62425" cy="53350"/>
            </a:xfrm>
            <a:custGeom>
              <a:rect b="b" l="l" r="r" t="t"/>
              <a:pathLst>
                <a:path extrusionOk="0" h="2134" w="2497">
                  <a:moveTo>
                    <a:pt x="1074" y="1"/>
                  </a:moveTo>
                  <a:cubicBezTo>
                    <a:pt x="480" y="1"/>
                    <a:pt x="9" y="480"/>
                    <a:pt x="1" y="1065"/>
                  </a:cubicBezTo>
                  <a:cubicBezTo>
                    <a:pt x="1" y="1709"/>
                    <a:pt x="530" y="2133"/>
                    <a:pt x="1078" y="2133"/>
                  </a:cubicBezTo>
                  <a:cubicBezTo>
                    <a:pt x="1340" y="2133"/>
                    <a:pt x="1606" y="2037"/>
                    <a:pt x="1822" y="1822"/>
                  </a:cubicBezTo>
                  <a:cubicBezTo>
                    <a:pt x="2497" y="1147"/>
                    <a:pt x="2017" y="1"/>
                    <a:pt x="1074"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260" name="Google Shape;7260;p36"/>
            <p:cNvSpPr/>
            <p:nvPr/>
          </p:nvSpPr>
          <p:spPr>
            <a:xfrm>
              <a:off x="5341975" y="1495200"/>
              <a:ext cx="62425" cy="53325"/>
            </a:xfrm>
            <a:custGeom>
              <a:rect b="b" l="l" r="r" t="t"/>
              <a:pathLst>
                <a:path extrusionOk="0" h="2133" w="2497">
                  <a:moveTo>
                    <a:pt x="1074" y="0"/>
                  </a:moveTo>
                  <a:cubicBezTo>
                    <a:pt x="480" y="0"/>
                    <a:pt x="9" y="480"/>
                    <a:pt x="1" y="1065"/>
                  </a:cubicBezTo>
                  <a:cubicBezTo>
                    <a:pt x="1" y="1709"/>
                    <a:pt x="530" y="2133"/>
                    <a:pt x="1078" y="2133"/>
                  </a:cubicBezTo>
                  <a:cubicBezTo>
                    <a:pt x="1340" y="2133"/>
                    <a:pt x="1606" y="2036"/>
                    <a:pt x="1822" y="1821"/>
                  </a:cubicBezTo>
                  <a:cubicBezTo>
                    <a:pt x="2497" y="1146"/>
                    <a:pt x="2017" y="0"/>
                    <a:pt x="1074"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261" name="Google Shape;7261;p36"/>
            <p:cNvSpPr/>
            <p:nvPr/>
          </p:nvSpPr>
          <p:spPr>
            <a:xfrm>
              <a:off x="5341975" y="1571400"/>
              <a:ext cx="62375" cy="53250"/>
            </a:xfrm>
            <a:custGeom>
              <a:rect b="b" l="l" r="r" t="t"/>
              <a:pathLst>
                <a:path extrusionOk="0" h="2130" w="2495">
                  <a:moveTo>
                    <a:pt x="1084" y="1"/>
                  </a:moveTo>
                  <a:cubicBezTo>
                    <a:pt x="1080" y="1"/>
                    <a:pt x="1077" y="1"/>
                    <a:pt x="1074" y="1"/>
                  </a:cubicBezTo>
                  <a:cubicBezTo>
                    <a:pt x="480" y="1"/>
                    <a:pt x="9" y="472"/>
                    <a:pt x="1" y="1066"/>
                  </a:cubicBezTo>
                  <a:cubicBezTo>
                    <a:pt x="1" y="1703"/>
                    <a:pt x="529" y="2129"/>
                    <a:pt x="1077" y="2129"/>
                  </a:cubicBezTo>
                  <a:cubicBezTo>
                    <a:pt x="1339" y="2129"/>
                    <a:pt x="1606" y="2032"/>
                    <a:pt x="1822" y="1813"/>
                  </a:cubicBezTo>
                  <a:cubicBezTo>
                    <a:pt x="2494" y="1149"/>
                    <a:pt x="2020" y="1"/>
                    <a:pt x="1084"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262" name="Google Shape;7262;p36"/>
            <p:cNvSpPr/>
            <p:nvPr/>
          </p:nvSpPr>
          <p:spPr>
            <a:xfrm>
              <a:off x="5341975" y="1647400"/>
              <a:ext cx="62425" cy="53450"/>
            </a:xfrm>
            <a:custGeom>
              <a:rect b="b" l="l" r="r" t="t"/>
              <a:pathLst>
                <a:path extrusionOk="0" h="2138" w="2497">
                  <a:moveTo>
                    <a:pt x="1074" y="1"/>
                  </a:moveTo>
                  <a:cubicBezTo>
                    <a:pt x="480" y="9"/>
                    <a:pt x="9" y="481"/>
                    <a:pt x="1" y="1066"/>
                  </a:cubicBezTo>
                  <a:cubicBezTo>
                    <a:pt x="1" y="1710"/>
                    <a:pt x="530" y="2138"/>
                    <a:pt x="1078" y="2138"/>
                  </a:cubicBezTo>
                  <a:cubicBezTo>
                    <a:pt x="1340" y="2138"/>
                    <a:pt x="1606" y="2040"/>
                    <a:pt x="1822" y="1822"/>
                  </a:cubicBezTo>
                  <a:cubicBezTo>
                    <a:pt x="2497" y="1147"/>
                    <a:pt x="2017" y="1"/>
                    <a:pt x="1074"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263" name="Google Shape;7263;p36"/>
            <p:cNvSpPr/>
            <p:nvPr/>
          </p:nvSpPr>
          <p:spPr>
            <a:xfrm>
              <a:off x="5341975" y="1723625"/>
              <a:ext cx="62425" cy="53350"/>
            </a:xfrm>
            <a:custGeom>
              <a:rect b="b" l="l" r="r" t="t"/>
              <a:pathLst>
                <a:path extrusionOk="0" h="2134" w="2497">
                  <a:moveTo>
                    <a:pt x="1074" y="1"/>
                  </a:moveTo>
                  <a:cubicBezTo>
                    <a:pt x="480" y="1"/>
                    <a:pt x="9" y="480"/>
                    <a:pt x="1" y="1065"/>
                  </a:cubicBezTo>
                  <a:cubicBezTo>
                    <a:pt x="1" y="1709"/>
                    <a:pt x="530" y="2133"/>
                    <a:pt x="1078" y="2133"/>
                  </a:cubicBezTo>
                  <a:cubicBezTo>
                    <a:pt x="1340" y="2133"/>
                    <a:pt x="1606" y="2037"/>
                    <a:pt x="1822" y="1822"/>
                  </a:cubicBezTo>
                  <a:cubicBezTo>
                    <a:pt x="2497" y="1147"/>
                    <a:pt x="2017" y="1"/>
                    <a:pt x="1074"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264" name="Google Shape;7264;p36"/>
            <p:cNvSpPr/>
            <p:nvPr/>
          </p:nvSpPr>
          <p:spPr>
            <a:xfrm>
              <a:off x="5341975" y="1799850"/>
              <a:ext cx="62425" cy="53325"/>
            </a:xfrm>
            <a:custGeom>
              <a:rect b="b" l="l" r="r" t="t"/>
              <a:pathLst>
                <a:path extrusionOk="0" h="2133" w="2497">
                  <a:moveTo>
                    <a:pt x="1074" y="0"/>
                  </a:moveTo>
                  <a:cubicBezTo>
                    <a:pt x="480" y="0"/>
                    <a:pt x="9" y="480"/>
                    <a:pt x="1" y="1065"/>
                  </a:cubicBezTo>
                  <a:cubicBezTo>
                    <a:pt x="1" y="1709"/>
                    <a:pt x="530" y="2133"/>
                    <a:pt x="1078" y="2133"/>
                  </a:cubicBezTo>
                  <a:cubicBezTo>
                    <a:pt x="1340" y="2133"/>
                    <a:pt x="1606" y="2036"/>
                    <a:pt x="1822" y="1821"/>
                  </a:cubicBezTo>
                  <a:cubicBezTo>
                    <a:pt x="2497" y="1146"/>
                    <a:pt x="2017" y="0"/>
                    <a:pt x="1074"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265" name="Google Shape;7265;p36"/>
            <p:cNvSpPr/>
            <p:nvPr/>
          </p:nvSpPr>
          <p:spPr>
            <a:xfrm>
              <a:off x="5341975" y="1876050"/>
              <a:ext cx="62425" cy="53275"/>
            </a:xfrm>
            <a:custGeom>
              <a:rect b="b" l="l" r="r" t="t"/>
              <a:pathLst>
                <a:path extrusionOk="0" h="2131" w="2497">
                  <a:moveTo>
                    <a:pt x="1074" y="1"/>
                  </a:moveTo>
                  <a:cubicBezTo>
                    <a:pt x="480" y="1"/>
                    <a:pt x="9" y="472"/>
                    <a:pt x="1" y="1066"/>
                  </a:cubicBezTo>
                  <a:cubicBezTo>
                    <a:pt x="1" y="1707"/>
                    <a:pt x="527" y="2131"/>
                    <a:pt x="1074" y="2131"/>
                  </a:cubicBezTo>
                  <a:cubicBezTo>
                    <a:pt x="1337" y="2131"/>
                    <a:pt x="1605" y="2033"/>
                    <a:pt x="1822" y="1813"/>
                  </a:cubicBezTo>
                  <a:cubicBezTo>
                    <a:pt x="2497" y="1147"/>
                    <a:pt x="2017" y="1"/>
                    <a:pt x="1074"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266" name="Google Shape;7266;p36"/>
            <p:cNvSpPr/>
            <p:nvPr/>
          </p:nvSpPr>
          <p:spPr>
            <a:xfrm>
              <a:off x="5341975" y="1952050"/>
              <a:ext cx="62425" cy="53450"/>
            </a:xfrm>
            <a:custGeom>
              <a:rect b="b" l="l" r="r" t="t"/>
              <a:pathLst>
                <a:path extrusionOk="0" h="2138" w="2497">
                  <a:moveTo>
                    <a:pt x="1074" y="1"/>
                  </a:moveTo>
                  <a:cubicBezTo>
                    <a:pt x="480" y="9"/>
                    <a:pt x="9" y="481"/>
                    <a:pt x="1" y="1074"/>
                  </a:cubicBezTo>
                  <a:cubicBezTo>
                    <a:pt x="1" y="1712"/>
                    <a:pt x="529" y="2138"/>
                    <a:pt x="1077" y="2138"/>
                  </a:cubicBezTo>
                  <a:cubicBezTo>
                    <a:pt x="1339" y="2138"/>
                    <a:pt x="1606" y="2040"/>
                    <a:pt x="1822" y="1822"/>
                  </a:cubicBezTo>
                  <a:cubicBezTo>
                    <a:pt x="2497" y="1155"/>
                    <a:pt x="2017" y="1"/>
                    <a:pt x="1074"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267" name="Google Shape;7267;p36"/>
            <p:cNvSpPr/>
            <p:nvPr/>
          </p:nvSpPr>
          <p:spPr>
            <a:xfrm>
              <a:off x="5341975" y="2028275"/>
              <a:ext cx="62425" cy="53450"/>
            </a:xfrm>
            <a:custGeom>
              <a:rect b="b" l="l" r="r" t="t"/>
              <a:pathLst>
                <a:path extrusionOk="0" h="2138" w="2497">
                  <a:moveTo>
                    <a:pt x="1074" y="1"/>
                  </a:moveTo>
                  <a:cubicBezTo>
                    <a:pt x="480" y="1"/>
                    <a:pt x="9" y="480"/>
                    <a:pt x="1" y="1065"/>
                  </a:cubicBezTo>
                  <a:cubicBezTo>
                    <a:pt x="1" y="1709"/>
                    <a:pt x="530" y="2137"/>
                    <a:pt x="1078" y="2137"/>
                  </a:cubicBezTo>
                  <a:cubicBezTo>
                    <a:pt x="1340" y="2137"/>
                    <a:pt x="1606" y="2040"/>
                    <a:pt x="1822" y="1821"/>
                  </a:cubicBezTo>
                  <a:cubicBezTo>
                    <a:pt x="2497" y="1147"/>
                    <a:pt x="2017" y="1"/>
                    <a:pt x="1074"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268" name="Google Shape;7268;p36"/>
            <p:cNvSpPr/>
            <p:nvPr/>
          </p:nvSpPr>
          <p:spPr>
            <a:xfrm>
              <a:off x="5341975" y="2104500"/>
              <a:ext cx="62425" cy="53325"/>
            </a:xfrm>
            <a:custGeom>
              <a:rect b="b" l="l" r="r" t="t"/>
              <a:pathLst>
                <a:path extrusionOk="0" h="2133" w="2497">
                  <a:moveTo>
                    <a:pt x="1074" y="0"/>
                  </a:moveTo>
                  <a:cubicBezTo>
                    <a:pt x="480" y="0"/>
                    <a:pt x="9" y="480"/>
                    <a:pt x="1" y="1065"/>
                  </a:cubicBezTo>
                  <a:cubicBezTo>
                    <a:pt x="1" y="1709"/>
                    <a:pt x="530" y="2133"/>
                    <a:pt x="1078" y="2133"/>
                  </a:cubicBezTo>
                  <a:cubicBezTo>
                    <a:pt x="1340" y="2133"/>
                    <a:pt x="1606" y="2036"/>
                    <a:pt x="1822" y="1821"/>
                  </a:cubicBezTo>
                  <a:cubicBezTo>
                    <a:pt x="2497" y="1146"/>
                    <a:pt x="2017" y="0"/>
                    <a:pt x="1074"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269" name="Google Shape;7269;p36"/>
            <p:cNvSpPr/>
            <p:nvPr/>
          </p:nvSpPr>
          <p:spPr>
            <a:xfrm>
              <a:off x="5341975" y="2180700"/>
              <a:ext cx="62425" cy="53350"/>
            </a:xfrm>
            <a:custGeom>
              <a:rect b="b" l="l" r="r" t="t"/>
              <a:pathLst>
                <a:path extrusionOk="0" h="2134" w="2497">
                  <a:moveTo>
                    <a:pt x="1074" y="1"/>
                  </a:moveTo>
                  <a:cubicBezTo>
                    <a:pt x="480" y="1"/>
                    <a:pt x="9" y="480"/>
                    <a:pt x="1" y="1066"/>
                  </a:cubicBezTo>
                  <a:cubicBezTo>
                    <a:pt x="1" y="1709"/>
                    <a:pt x="530" y="2133"/>
                    <a:pt x="1078" y="2133"/>
                  </a:cubicBezTo>
                  <a:cubicBezTo>
                    <a:pt x="1340" y="2133"/>
                    <a:pt x="1606" y="2037"/>
                    <a:pt x="1822" y="1822"/>
                  </a:cubicBezTo>
                  <a:cubicBezTo>
                    <a:pt x="2497" y="1147"/>
                    <a:pt x="2017" y="1"/>
                    <a:pt x="1074"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270" name="Google Shape;7270;p36"/>
            <p:cNvSpPr/>
            <p:nvPr/>
          </p:nvSpPr>
          <p:spPr>
            <a:xfrm>
              <a:off x="5341975" y="2256925"/>
              <a:ext cx="62575" cy="53425"/>
            </a:xfrm>
            <a:custGeom>
              <a:rect b="b" l="l" r="r" t="t"/>
              <a:pathLst>
                <a:path extrusionOk="0" h="2137" w="2503">
                  <a:moveTo>
                    <a:pt x="1084" y="0"/>
                  </a:moveTo>
                  <a:cubicBezTo>
                    <a:pt x="1081" y="0"/>
                    <a:pt x="1077" y="0"/>
                    <a:pt x="1074" y="0"/>
                  </a:cubicBezTo>
                  <a:cubicBezTo>
                    <a:pt x="480" y="0"/>
                    <a:pt x="9" y="480"/>
                    <a:pt x="1" y="1065"/>
                  </a:cubicBezTo>
                  <a:cubicBezTo>
                    <a:pt x="1" y="1709"/>
                    <a:pt x="530" y="2137"/>
                    <a:pt x="1081" y="2137"/>
                  </a:cubicBezTo>
                  <a:cubicBezTo>
                    <a:pt x="1344" y="2137"/>
                    <a:pt x="1612" y="2039"/>
                    <a:pt x="1830" y="1821"/>
                  </a:cubicBezTo>
                  <a:cubicBezTo>
                    <a:pt x="2502" y="1149"/>
                    <a:pt x="2028" y="0"/>
                    <a:pt x="1084"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271" name="Google Shape;7271;p36"/>
            <p:cNvSpPr/>
            <p:nvPr/>
          </p:nvSpPr>
          <p:spPr>
            <a:xfrm>
              <a:off x="5341975" y="2333125"/>
              <a:ext cx="62425" cy="53450"/>
            </a:xfrm>
            <a:custGeom>
              <a:rect b="b" l="l" r="r" t="t"/>
              <a:pathLst>
                <a:path extrusionOk="0" h="2138" w="2497">
                  <a:moveTo>
                    <a:pt x="1074" y="1"/>
                  </a:moveTo>
                  <a:cubicBezTo>
                    <a:pt x="480" y="1"/>
                    <a:pt x="9" y="480"/>
                    <a:pt x="1" y="1066"/>
                  </a:cubicBezTo>
                  <a:cubicBezTo>
                    <a:pt x="1" y="1709"/>
                    <a:pt x="530" y="2137"/>
                    <a:pt x="1078" y="2137"/>
                  </a:cubicBezTo>
                  <a:cubicBezTo>
                    <a:pt x="1340" y="2137"/>
                    <a:pt x="1606" y="2040"/>
                    <a:pt x="1822" y="1822"/>
                  </a:cubicBezTo>
                  <a:cubicBezTo>
                    <a:pt x="2497" y="1147"/>
                    <a:pt x="2017" y="1"/>
                    <a:pt x="1074"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272" name="Google Shape;7272;p36"/>
            <p:cNvSpPr/>
            <p:nvPr/>
          </p:nvSpPr>
          <p:spPr>
            <a:xfrm>
              <a:off x="5341975" y="2485550"/>
              <a:ext cx="62425" cy="53300"/>
            </a:xfrm>
            <a:custGeom>
              <a:rect b="b" l="l" r="r" t="t"/>
              <a:pathLst>
                <a:path extrusionOk="0" h="2132" w="2497">
                  <a:moveTo>
                    <a:pt x="1074" y="1"/>
                  </a:moveTo>
                  <a:cubicBezTo>
                    <a:pt x="480" y="1"/>
                    <a:pt x="9" y="480"/>
                    <a:pt x="1" y="1066"/>
                  </a:cubicBezTo>
                  <a:cubicBezTo>
                    <a:pt x="1" y="1708"/>
                    <a:pt x="527" y="2131"/>
                    <a:pt x="1074" y="2131"/>
                  </a:cubicBezTo>
                  <a:cubicBezTo>
                    <a:pt x="1337" y="2131"/>
                    <a:pt x="1605" y="2033"/>
                    <a:pt x="1822" y="1814"/>
                  </a:cubicBezTo>
                  <a:cubicBezTo>
                    <a:pt x="2497" y="1147"/>
                    <a:pt x="2017" y="1"/>
                    <a:pt x="1074"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273" name="Google Shape;7273;p36"/>
            <p:cNvSpPr/>
            <p:nvPr/>
          </p:nvSpPr>
          <p:spPr>
            <a:xfrm>
              <a:off x="5341975" y="2561575"/>
              <a:ext cx="62425" cy="53425"/>
            </a:xfrm>
            <a:custGeom>
              <a:rect b="b" l="l" r="r" t="t"/>
              <a:pathLst>
                <a:path extrusionOk="0" h="2137" w="2497">
                  <a:moveTo>
                    <a:pt x="1074" y="0"/>
                  </a:moveTo>
                  <a:cubicBezTo>
                    <a:pt x="480" y="8"/>
                    <a:pt x="9" y="480"/>
                    <a:pt x="1" y="1073"/>
                  </a:cubicBezTo>
                  <a:cubicBezTo>
                    <a:pt x="1" y="1711"/>
                    <a:pt x="529" y="2137"/>
                    <a:pt x="1077" y="2137"/>
                  </a:cubicBezTo>
                  <a:cubicBezTo>
                    <a:pt x="1339" y="2137"/>
                    <a:pt x="1606" y="2039"/>
                    <a:pt x="1822" y="1821"/>
                  </a:cubicBezTo>
                  <a:cubicBezTo>
                    <a:pt x="2497" y="1154"/>
                    <a:pt x="2017" y="0"/>
                    <a:pt x="1074"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274" name="Google Shape;7274;p36"/>
            <p:cNvSpPr/>
            <p:nvPr/>
          </p:nvSpPr>
          <p:spPr>
            <a:xfrm>
              <a:off x="5341975" y="2637775"/>
              <a:ext cx="62425" cy="53450"/>
            </a:xfrm>
            <a:custGeom>
              <a:rect b="b" l="l" r="r" t="t"/>
              <a:pathLst>
                <a:path extrusionOk="0" h="2138" w="2497">
                  <a:moveTo>
                    <a:pt x="1074" y="1"/>
                  </a:moveTo>
                  <a:cubicBezTo>
                    <a:pt x="480" y="9"/>
                    <a:pt x="9" y="480"/>
                    <a:pt x="1" y="1074"/>
                  </a:cubicBezTo>
                  <a:cubicBezTo>
                    <a:pt x="1" y="1712"/>
                    <a:pt x="529" y="2137"/>
                    <a:pt x="1077" y="2137"/>
                  </a:cubicBezTo>
                  <a:cubicBezTo>
                    <a:pt x="1339" y="2137"/>
                    <a:pt x="1606" y="2040"/>
                    <a:pt x="1822" y="1822"/>
                  </a:cubicBezTo>
                  <a:cubicBezTo>
                    <a:pt x="2497" y="1147"/>
                    <a:pt x="2017" y="1"/>
                    <a:pt x="1074"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275" name="Google Shape;7275;p36"/>
            <p:cNvSpPr/>
            <p:nvPr/>
          </p:nvSpPr>
          <p:spPr>
            <a:xfrm>
              <a:off x="5418200" y="1342750"/>
              <a:ext cx="62425" cy="53450"/>
            </a:xfrm>
            <a:custGeom>
              <a:rect b="b" l="l" r="r" t="t"/>
              <a:pathLst>
                <a:path extrusionOk="0" h="2138" w="2497">
                  <a:moveTo>
                    <a:pt x="1065" y="1"/>
                  </a:moveTo>
                  <a:cubicBezTo>
                    <a:pt x="480" y="1"/>
                    <a:pt x="0" y="481"/>
                    <a:pt x="0" y="1066"/>
                  </a:cubicBezTo>
                  <a:cubicBezTo>
                    <a:pt x="0" y="1710"/>
                    <a:pt x="525" y="2138"/>
                    <a:pt x="1074" y="2138"/>
                  </a:cubicBezTo>
                  <a:cubicBezTo>
                    <a:pt x="1336" y="2138"/>
                    <a:pt x="1603" y="2040"/>
                    <a:pt x="1821" y="1822"/>
                  </a:cubicBezTo>
                  <a:cubicBezTo>
                    <a:pt x="2496"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276" name="Google Shape;7276;p36"/>
            <p:cNvSpPr/>
            <p:nvPr/>
          </p:nvSpPr>
          <p:spPr>
            <a:xfrm>
              <a:off x="5418200" y="1418975"/>
              <a:ext cx="62425" cy="53350"/>
            </a:xfrm>
            <a:custGeom>
              <a:rect b="b" l="l" r="r" t="t"/>
              <a:pathLst>
                <a:path extrusionOk="0" h="2134" w="2497">
                  <a:moveTo>
                    <a:pt x="1065" y="1"/>
                  </a:moveTo>
                  <a:cubicBezTo>
                    <a:pt x="480" y="1"/>
                    <a:pt x="0" y="480"/>
                    <a:pt x="0" y="1065"/>
                  </a:cubicBezTo>
                  <a:cubicBezTo>
                    <a:pt x="0" y="1709"/>
                    <a:pt x="526" y="2133"/>
                    <a:pt x="1074" y="2133"/>
                  </a:cubicBezTo>
                  <a:cubicBezTo>
                    <a:pt x="1336" y="2133"/>
                    <a:pt x="1603" y="2037"/>
                    <a:pt x="1821" y="1822"/>
                  </a:cubicBezTo>
                  <a:cubicBezTo>
                    <a:pt x="2496"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277" name="Google Shape;7277;p36"/>
            <p:cNvSpPr/>
            <p:nvPr/>
          </p:nvSpPr>
          <p:spPr>
            <a:xfrm>
              <a:off x="5418200" y="1495200"/>
              <a:ext cx="62425" cy="53325"/>
            </a:xfrm>
            <a:custGeom>
              <a:rect b="b" l="l" r="r" t="t"/>
              <a:pathLst>
                <a:path extrusionOk="0" h="2133" w="2497">
                  <a:moveTo>
                    <a:pt x="1065" y="0"/>
                  </a:moveTo>
                  <a:cubicBezTo>
                    <a:pt x="480" y="0"/>
                    <a:pt x="0"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278" name="Google Shape;7278;p36"/>
            <p:cNvSpPr/>
            <p:nvPr/>
          </p:nvSpPr>
          <p:spPr>
            <a:xfrm>
              <a:off x="5418200" y="1571400"/>
              <a:ext cx="62425" cy="53250"/>
            </a:xfrm>
            <a:custGeom>
              <a:rect b="b" l="l" r="r" t="t"/>
              <a:pathLst>
                <a:path extrusionOk="0" h="2130" w="2497">
                  <a:moveTo>
                    <a:pt x="1065" y="1"/>
                  </a:moveTo>
                  <a:cubicBezTo>
                    <a:pt x="480" y="1"/>
                    <a:pt x="0" y="472"/>
                    <a:pt x="0" y="1066"/>
                  </a:cubicBezTo>
                  <a:cubicBezTo>
                    <a:pt x="0" y="1703"/>
                    <a:pt x="525" y="2129"/>
                    <a:pt x="1073" y="2129"/>
                  </a:cubicBezTo>
                  <a:cubicBezTo>
                    <a:pt x="1335" y="2129"/>
                    <a:pt x="1603" y="2032"/>
                    <a:pt x="1821" y="1813"/>
                  </a:cubicBezTo>
                  <a:cubicBezTo>
                    <a:pt x="2496"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279" name="Google Shape;7279;p36"/>
            <p:cNvSpPr/>
            <p:nvPr/>
          </p:nvSpPr>
          <p:spPr>
            <a:xfrm>
              <a:off x="5418200" y="1647400"/>
              <a:ext cx="62425" cy="53450"/>
            </a:xfrm>
            <a:custGeom>
              <a:rect b="b" l="l" r="r" t="t"/>
              <a:pathLst>
                <a:path extrusionOk="0" h="2138" w="2497">
                  <a:moveTo>
                    <a:pt x="1065" y="1"/>
                  </a:moveTo>
                  <a:cubicBezTo>
                    <a:pt x="480" y="1"/>
                    <a:pt x="0" y="481"/>
                    <a:pt x="0" y="1066"/>
                  </a:cubicBezTo>
                  <a:cubicBezTo>
                    <a:pt x="0" y="1710"/>
                    <a:pt x="525" y="2138"/>
                    <a:pt x="1074" y="2138"/>
                  </a:cubicBezTo>
                  <a:cubicBezTo>
                    <a:pt x="1336" y="2138"/>
                    <a:pt x="1603" y="2040"/>
                    <a:pt x="1821" y="1822"/>
                  </a:cubicBezTo>
                  <a:cubicBezTo>
                    <a:pt x="2496"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280" name="Google Shape;7280;p36"/>
            <p:cNvSpPr/>
            <p:nvPr/>
          </p:nvSpPr>
          <p:spPr>
            <a:xfrm>
              <a:off x="5418200" y="1723625"/>
              <a:ext cx="62425" cy="53350"/>
            </a:xfrm>
            <a:custGeom>
              <a:rect b="b" l="l" r="r" t="t"/>
              <a:pathLst>
                <a:path extrusionOk="0" h="2134" w="2497">
                  <a:moveTo>
                    <a:pt x="1065" y="1"/>
                  </a:moveTo>
                  <a:cubicBezTo>
                    <a:pt x="480" y="1"/>
                    <a:pt x="0" y="480"/>
                    <a:pt x="0" y="1065"/>
                  </a:cubicBezTo>
                  <a:cubicBezTo>
                    <a:pt x="0" y="1709"/>
                    <a:pt x="526" y="2133"/>
                    <a:pt x="1074" y="2133"/>
                  </a:cubicBezTo>
                  <a:cubicBezTo>
                    <a:pt x="1336" y="2133"/>
                    <a:pt x="1603" y="2037"/>
                    <a:pt x="1821" y="1822"/>
                  </a:cubicBezTo>
                  <a:cubicBezTo>
                    <a:pt x="2496"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281" name="Google Shape;7281;p36"/>
            <p:cNvSpPr/>
            <p:nvPr/>
          </p:nvSpPr>
          <p:spPr>
            <a:xfrm>
              <a:off x="5418200" y="1799850"/>
              <a:ext cx="62425" cy="53325"/>
            </a:xfrm>
            <a:custGeom>
              <a:rect b="b" l="l" r="r" t="t"/>
              <a:pathLst>
                <a:path extrusionOk="0" h="2133" w="2497">
                  <a:moveTo>
                    <a:pt x="1065" y="0"/>
                  </a:moveTo>
                  <a:cubicBezTo>
                    <a:pt x="480" y="0"/>
                    <a:pt x="0"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282" name="Google Shape;7282;p36"/>
            <p:cNvSpPr/>
            <p:nvPr/>
          </p:nvSpPr>
          <p:spPr>
            <a:xfrm>
              <a:off x="5418200" y="1876050"/>
              <a:ext cx="62425" cy="53275"/>
            </a:xfrm>
            <a:custGeom>
              <a:rect b="b" l="l" r="r" t="t"/>
              <a:pathLst>
                <a:path extrusionOk="0" h="2131" w="2497">
                  <a:moveTo>
                    <a:pt x="1065" y="1"/>
                  </a:moveTo>
                  <a:cubicBezTo>
                    <a:pt x="480" y="1"/>
                    <a:pt x="0" y="472"/>
                    <a:pt x="0" y="1066"/>
                  </a:cubicBezTo>
                  <a:cubicBezTo>
                    <a:pt x="0" y="1707"/>
                    <a:pt x="522" y="2131"/>
                    <a:pt x="1069" y="2131"/>
                  </a:cubicBezTo>
                  <a:cubicBezTo>
                    <a:pt x="1333" y="2131"/>
                    <a:pt x="1602" y="2033"/>
                    <a:pt x="1821" y="1813"/>
                  </a:cubicBezTo>
                  <a:cubicBezTo>
                    <a:pt x="2496"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283" name="Google Shape;7283;p36"/>
            <p:cNvSpPr/>
            <p:nvPr/>
          </p:nvSpPr>
          <p:spPr>
            <a:xfrm>
              <a:off x="5418200" y="1952050"/>
              <a:ext cx="62425" cy="53450"/>
            </a:xfrm>
            <a:custGeom>
              <a:rect b="b" l="l" r="r" t="t"/>
              <a:pathLst>
                <a:path extrusionOk="0" h="2138" w="2497">
                  <a:moveTo>
                    <a:pt x="1065" y="1"/>
                  </a:moveTo>
                  <a:cubicBezTo>
                    <a:pt x="480" y="9"/>
                    <a:pt x="0" y="481"/>
                    <a:pt x="0" y="1074"/>
                  </a:cubicBezTo>
                  <a:cubicBezTo>
                    <a:pt x="0" y="1712"/>
                    <a:pt x="525" y="2138"/>
                    <a:pt x="1073" y="2138"/>
                  </a:cubicBezTo>
                  <a:cubicBezTo>
                    <a:pt x="1335" y="2138"/>
                    <a:pt x="1603" y="2040"/>
                    <a:pt x="1821" y="1822"/>
                  </a:cubicBezTo>
                  <a:cubicBezTo>
                    <a:pt x="2496" y="1155"/>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284" name="Google Shape;7284;p36"/>
            <p:cNvSpPr/>
            <p:nvPr/>
          </p:nvSpPr>
          <p:spPr>
            <a:xfrm>
              <a:off x="5418200" y="2028275"/>
              <a:ext cx="62425" cy="53450"/>
            </a:xfrm>
            <a:custGeom>
              <a:rect b="b" l="l" r="r" t="t"/>
              <a:pathLst>
                <a:path extrusionOk="0" h="2138" w="2497">
                  <a:moveTo>
                    <a:pt x="1065" y="1"/>
                  </a:moveTo>
                  <a:cubicBezTo>
                    <a:pt x="480" y="1"/>
                    <a:pt x="0" y="480"/>
                    <a:pt x="0" y="1065"/>
                  </a:cubicBezTo>
                  <a:cubicBezTo>
                    <a:pt x="0" y="1709"/>
                    <a:pt x="525" y="2137"/>
                    <a:pt x="1074" y="2137"/>
                  </a:cubicBezTo>
                  <a:cubicBezTo>
                    <a:pt x="1336" y="2137"/>
                    <a:pt x="1603" y="2040"/>
                    <a:pt x="1821" y="1821"/>
                  </a:cubicBezTo>
                  <a:cubicBezTo>
                    <a:pt x="2496"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285" name="Google Shape;7285;p36"/>
            <p:cNvSpPr/>
            <p:nvPr/>
          </p:nvSpPr>
          <p:spPr>
            <a:xfrm>
              <a:off x="5418200" y="2104500"/>
              <a:ext cx="62425" cy="53325"/>
            </a:xfrm>
            <a:custGeom>
              <a:rect b="b" l="l" r="r" t="t"/>
              <a:pathLst>
                <a:path extrusionOk="0" h="2133" w="2497">
                  <a:moveTo>
                    <a:pt x="1065" y="0"/>
                  </a:moveTo>
                  <a:cubicBezTo>
                    <a:pt x="480" y="0"/>
                    <a:pt x="0"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286" name="Google Shape;7286;p36"/>
            <p:cNvSpPr/>
            <p:nvPr/>
          </p:nvSpPr>
          <p:spPr>
            <a:xfrm>
              <a:off x="5418200" y="2180700"/>
              <a:ext cx="62425" cy="53350"/>
            </a:xfrm>
            <a:custGeom>
              <a:rect b="b" l="l" r="r" t="t"/>
              <a:pathLst>
                <a:path extrusionOk="0" h="2134" w="2497">
                  <a:moveTo>
                    <a:pt x="1065" y="1"/>
                  </a:moveTo>
                  <a:cubicBezTo>
                    <a:pt x="480" y="1"/>
                    <a:pt x="0" y="480"/>
                    <a:pt x="0" y="1066"/>
                  </a:cubicBezTo>
                  <a:cubicBezTo>
                    <a:pt x="0" y="1709"/>
                    <a:pt x="526" y="2133"/>
                    <a:pt x="1074" y="2133"/>
                  </a:cubicBezTo>
                  <a:cubicBezTo>
                    <a:pt x="1336" y="2133"/>
                    <a:pt x="1603" y="2037"/>
                    <a:pt x="1821" y="1822"/>
                  </a:cubicBezTo>
                  <a:cubicBezTo>
                    <a:pt x="2496"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287" name="Google Shape;7287;p36"/>
            <p:cNvSpPr/>
            <p:nvPr/>
          </p:nvSpPr>
          <p:spPr>
            <a:xfrm>
              <a:off x="5418200" y="2256925"/>
              <a:ext cx="62550" cy="53425"/>
            </a:xfrm>
            <a:custGeom>
              <a:rect b="b" l="l" r="r" t="t"/>
              <a:pathLst>
                <a:path extrusionOk="0" h="2137" w="2502">
                  <a:moveTo>
                    <a:pt x="1075" y="0"/>
                  </a:moveTo>
                  <a:cubicBezTo>
                    <a:pt x="1072" y="0"/>
                    <a:pt x="1069" y="0"/>
                    <a:pt x="1065" y="0"/>
                  </a:cubicBezTo>
                  <a:cubicBezTo>
                    <a:pt x="480" y="0"/>
                    <a:pt x="0" y="480"/>
                    <a:pt x="0" y="1065"/>
                  </a:cubicBezTo>
                  <a:cubicBezTo>
                    <a:pt x="0" y="1709"/>
                    <a:pt x="529" y="2137"/>
                    <a:pt x="1080" y="2137"/>
                  </a:cubicBezTo>
                  <a:cubicBezTo>
                    <a:pt x="1343" y="2137"/>
                    <a:pt x="1611" y="2039"/>
                    <a:pt x="1829" y="1821"/>
                  </a:cubicBezTo>
                  <a:cubicBezTo>
                    <a:pt x="2502" y="1149"/>
                    <a:pt x="2028" y="0"/>
                    <a:pt x="107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288" name="Google Shape;7288;p36"/>
            <p:cNvSpPr/>
            <p:nvPr/>
          </p:nvSpPr>
          <p:spPr>
            <a:xfrm>
              <a:off x="5418200" y="2333125"/>
              <a:ext cx="62425" cy="53450"/>
            </a:xfrm>
            <a:custGeom>
              <a:rect b="b" l="l" r="r" t="t"/>
              <a:pathLst>
                <a:path extrusionOk="0" h="2138" w="2497">
                  <a:moveTo>
                    <a:pt x="1065" y="1"/>
                  </a:moveTo>
                  <a:cubicBezTo>
                    <a:pt x="480" y="1"/>
                    <a:pt x="0" y="480"/>
                    <a:pt x="0" y="1066"/>
                  </a:cubicBezTo>
                  <a:cubicBezTo>
                    <a:pt x="0" y="1709"/>
                    <a:pt x="525" y="2137"/>
                    <a:pt x="1074" y="2137"/>
                  </a:cubicBezTo>
                  <a:cubicBezTo>
                    <a:pt x="1336" y="2137"/>
                    <a:pt x="1603" y="2040"/>
                    <a:pt x="1821" y="1822"/>
                  </a:cubicBezTo>
                  <a:cubicBezTo>
                    <a:pt x="2496"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289" name="Google Shape;7289;p36"/>
            <p:cNvSpPr/>
            <p:nvPr/>
          </p:nvSpPr>
          <p:spPr>
            <a:xfrm>
              <a:off x="5418200" y="2485550"/>
              <a:ext cx="62425" cy="53300"/>
            </a:xfrm>
            <a:custGeom>
              <a:rect b="b" l="l" r="r" t="t"/>
              <a:pathLst>
                <a:path extrusionOk="0" h="2132" w="2497">
                  <a:moveTo>
                    <a:pt x="1065" y="1"/>
                  </a:moveTo>
                  <a:cubicBezTo>
                    <a:pt x="480" y="1"/>
                    <a:pt x="0" y="472"/>
                    <a:pt x="0" y="1066"/>
                  </a:cubicBezTo>
                  <a:cubicBezTo>
                    <a:pt x="0" y="1708"/>
                    <a:pt x="526" y="2131"/>
                    <a:pt x="1073" y="2131"/>
                  </a:cubicBezTo>
                  <a:cubicBezTo>
                    <a:pt x="1336" y="2131"/>
                    <a:pt x="1605" y="2033"/>
                    <a:pt x="1821" y="1814"/>
                  </a:cubicBezTo>
                  <a:cubicBezTo>
                    <a:pt x="2496"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290" name="Google Shape;7290;p36"/>
            <p:cNvSpPr/>
            <p:nvPr/>
          </p:nvSpPr>
          <p:spPr>
            <a:xfrm>
              <a:off x="5418200" y="2561575"/>
              <a:ext cx="62425" cy="53425"/>
            </a:xfrm>
            <a:custGeom>
              <a:rect b="b" l="l" r="r" t="t"/>
              <a:pathLst>
                <a:path extrusionOk="0" h="2137" w="2497">
                  <a:moveTo>
                    <a:pt x="1065" y="0"/>
                  </a:moveTo>
                  <a:cubicBezTo>
                    <a:pt x="480" y="8"/>
                    <a:pt x="0" y="480"/>
                    <a:pt x="0" y="1073"/>
                  </a:cubicBezTo>
                  <a:cubicBezTo>
                    <a:pt x="0" y="1711"/>
                    <a:pt x="525" y="2137"/>
                    <a:pt x="1073" y="2137"/>
                  </a:cubicBezTo>
                  <a:cubicBezTo>
                    <a:pt x="1335" y="2137"/>
                    <a:pt x="1603" y="2039"/>
                    <a:pt x="1821" y="1821"/>
                  </a:cubicBezTo>
                  <a:cubicBezTo>
                    <a:pt x="2496" y="1154"/>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291" name="Google Shape;7291;p36"/>
            <p:cNvSpPr/>
            <p:nvPr/>
          </p:nvSpPr>
          <p:spPr>
            <a:xfrm>
              <a:off x="5418200" y="2637775"/>
              <a:ext cx="62425" cy="53450"/>
            </a:xfrm>
            <a:custGeom>
              <a:rect b="b" l="l" r="r" t="t"/>
              <a:pathLst>
                <a:path extrusionOk="0" h="2138" w="2497">
                  <a:moveTo>
                    <a:pt x="1065" y="1"/>
                  </a:moveTo>
                  <a:cubicBezTo>
                    <a:pt x="480" y="9"/>
                    <a:pt x="0" y="480"/>
                    <a:pt x="0" y="1074"/>
                  </a:cubicBezTo>
                  <a:cubicBezTo>
                    <a:pt x="0" y="1712"/>
                    <a:pt x="528" y="2137"/>
                    <a:pt x="1077" y="2137"/>
                  </a:cubicBezTo>
                  <a:cubicBezTo>
                    <a:pt x="1339" y="2137"/>
                    <a:pt x="1606" y="2040"/>
                    <a:pt x="1821" y="1822"/>
                  </a:cubicBezTo>
                  <a:cubicBezTo>
                    <a:pt x="2496"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292" name="Google Shape;7292;p36"/>
            <p:cNvSpPr/>
            <p:nvPr/>
          </p:nvSpPr>
          <p:spPr>
            <a:xfrm>
              <a:off x="5418200" y="2714000"/>
              <a:ext cx="62425" cy="53350"/>
            </a:xfrm>
            <a:custGeom>
              <a:rect b="b" l="l" r="r" t="t"/>
              <a:pathLst>
                <a:path extrusionOk="0" h="2134" w="2497">
                  <a:moveTo>
                    <a:pt x="1065" y="0"/>
                  </a:moveTo>
                  <a:cubicBezTo>
                    <a:pt x="480" y="0"/>
                    <a:pt x="0"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293" name="Google Shape;7293;p36"/>
            <p:cNvSpPr/>
            <p:nvPr/>
          </p:nvSpPr>
          <p:spPr>
            <a:xfrm>
              <a:off x="5494400" y="1266550"/>
              <a:ext cx="62225" cy="53450"/>
            </a:xfrm>
            <a:custGeom>
              <a:rect b="b" l="l" r="r" t="t"/>
              <a:pathLst>
                <a:path extrusionOk="0" h="2138" w="2489">
                  <a:moveTo>
                    <a:pt x="1066" y="0"/>
                  </a:moveTo>
                  <a:cubicBezTo>
                    <a:pt x="480" y="9"/>
                    <a:pt x="1" y="480"/>
                    <a:pt x="1" y="1074"/>
                  </a:cubicBezTo>
                  <a:cubicBezTo>
                    <a:pt x="1" y="1711"/>
                    <a:pt x="525" y="2137"/>
                    <a:pt x="1074" y="2137"/>
                  </a:cubicBezTo>
                  <a:cubicBezTo>
                    <a:pt x="1336" y="2137"/>
                    <a:pt x="1604" y="2040"/>
                    <a:pt x="1822" y="1821"/>
                  </a:cubicBezTo>
                  <a:cubicBezTo>
                    <a:pt x="2488" y="1155"/>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294" name="Google Shape;7294;p36"/>
            <p:cNvSpPr/>
            <p:nvPr/>
          </p:nvSpPr>
          <p:spPr>
            <a:xfrm>
              <a:off x="5494400" y="1342750"/>
              <a:ext cx="62225" cy="53450"/>
            </a:xfrm>
            <a:custGeom>
              <a:rect b="b" l="l" r="r" t="t"/>
              <a:pathLst>
                <a:path extrusionOk="0" h="2138" w="2489">
                  <a:moveTo>
                    <a:pt x="1066" y="1"/>
                  </a:moveTo>
                  <a:cubicBezTo>
                    <a:pt x="480" y="1"/>
                    <a:pt x="1" y="481"/>
                    <a:pt x="1" y="1066"/>
                  </a:cubicBezTo>
                  <a:cubicBezTo>
                    <a:pt x="1" y="1710"/>
                    <a:pt x="526" y="2138"/>
                    <a:pt x="1075" y="2138"/>
                  </a:cubicBezTo>
                  <a:cubicBezTo>
                    <a:pt x="1337" y="2138"/>
                    <a:pt x="1604" y="2040"/>
                    <a:pt x="1822" y="1822"/>
                  </a:cubicBezTo>
                  <a:cubicBezTo>
                    <a:pt x="2488"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295" name="Google Shape;7295;p36"/>
            <p:cNvSpPr/>
            <p:nvPr/>
          </p:nvSpPr>
          <p:spPr>
            <a:xfrm>
              <a:off x="5494400" y="1418975"/>
              <a:ext cx="62225" cy="53350"/>
            </a:xfrm>
            <a:custGeom>
              <a:rect b="b" l="l" r="r" t="t"/>
              <a:pathLst>
                <a:path extrusionOk="0" h="2134" w="2489">
                  <a:moveTo>
                    <a:pt x="1066" y="1"/>
                  </a:moveTo>
                  <a:cubicBezTo>
                    <a:pt x="480" y="1"/>
                    <a:pt x="1" y="480"/>
                    <a:pt x="1" y="1065"/>
                  </a:cubicBezTo>
                  <a:cubicBezTo>
                    <a:pt x="1" y="1709"/>
                    <a:pt x="526" y="2133"/>
                    <a:pt x="1075" y="2133"/>
                  </a:cubicBezTo>
                  <a:cubicBezTo>
                    <a:pt x="1337" y="2133"/>
                    <a:pt x="1604" y="2037"/>
                    <a:pt x="1822" y="1822"/>
                  </a:cubicBezTo>
                  <a:cubicBezTo>
                    <a:pt x="2488"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296" name="Google Shape;7296;p36"/>
            <p:cNvSpPr/>
            <p:nvPr/>
          </p:nvSpPr>
          <p:spPr>
            <a:xfrm>
              <a:off x="5494400" y="1495200"/>
              <a:ext cx="62225" cy="53325"/>
            </a:xfrm>
            <a:custGeom>
              <a:rect b="b" l="l" r="r" t="t"/>
              <a:pathLst>
                <a:path extrusionOk="0" h="2133" w="2489">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297" name="Google Shape;7297;p36"/>
            <p:cNvSpPr/>
            <p:nvPr/>
          </p:nvSpPr>
          <p:spPr>
            <a:xfrm>
              <a:off x="5494400" y="1571400"/>
              <a:ext cx="62225" cy="53250"/>
            </a:xfrm>
            <a:custGeom>
              <a:rect b="b" l="l" r="r" t="t"/>
              <a:pathLst>
                <a:path extrusionOk="0" h="2130" w="2489">
                  <a:moveTo>
                    <a:pt x="1066" y="1"/>
                  </a:moveTo>
                  <a:cubicBezTo>
                    <a:pt x="480" y="1"/>
                    <a:pt x="1" y="472"/>
                    <a:pt x="1" y="1066"/>
                  </a:cubicBezTo>
                  <a:cubicBezTo>
                    <a:pt x="1" y="1703"/>
                    <a:pt x="525" y="2129"/>
                    <a:pt x="1074" y="2129"/>
                  </a:cubicBezTo>
                  <a:cubicBezTo>
                    <a:pt x="1336" y="2129"/>
                    <a:pt x="1604" y="2032"/>
                    <a:pt x="1822" y="1813"/>
                  </a:cubicBezTo>
                  <a:cubicBezTo>
                    <a:pt x="2488"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298" name="Google Shape;7298;p36"/>
            <p:cNvSpPr/>
            <p:nvPr/>
          </p:nvSpPr>
          <p:spPr>
            <a:xfrm>
              <a:off x="6332350" y="1418975"/>
              <a:ext cx="62225" cy="53350"/>
            </a:xfrm>
            <a:custGeom>
              <a:rect b="b" l="l" r="r" t="t"/>
              <a:pathLst>
                <a:path extrusionOk="0" h="2134" w="2489">
                  <a:moveTo>
                    <a:pt x="1066" y="1"/>
                  </a:moveTo>
                  <a:cubicBezTo>
                    <a:pt x="472" y="1"/>
                    <a:pt x="1" y="480"/>
                    <a:pt x="1" y="1065"/>
                  </a:cubicBezTo>
                  <a:cubicBezTo>
                    <a:pt x="1" y="1709"/>
                    <a:pt x="526" y="2133"/>
                    <a:pt x="1072" y="2133"/>
                  </a:cubicBezTo>
                  <a:cubicBezTo>
                    <a:pt x="1333" y="2133"/>
                    <a:pt x="1598" y="2037"/>
                    <a:pt x="1813" y="1822"/>
                  </a:cubicBezTo>
                  <a:cubicBezTo>
                    <a:pt x="2488" y="1147"/>
                    <a:pt x="2009"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299" name="Google Shape;7299;p36"/>
            <p:cNvSpPr/>
            <p:nvPr/>
          </p:nvSpPr>
          <p:spPr>
            <a:xfrm>
              <a:off x="6332350" y="1495200"/>
              <a:ext cx="62225" cy="53325"/>
            </a:xfrm>
            <a:custGeom>
              <a:rect b="b" l="l" r="r" t="t"/>
              <a:pathLst>
                <a:path extrusionOk="0" h="2133" w="2489">
                  <a:moveTo>
                    <a:pt x="1066" y="0"/>
                  </a:moveTo>
                  <a:cubicBezTo>
                    <a:pt x="472" y="0"/>
                    <a:pt x="1" y="480"/>
                    <a:pt x="1" y="1065"/>
                  </a:cubicBezTo>
                  <a:cubicBezTo>
                    <a:pt x="1" y="1709"/>
                    <a:pt x="526" y="2133"/>
                    <a:pt x="1072" y="2133"/>
                  </a:cubicBezTo>
                  <a:cubicBezTo>
                    <a:pt x="1333" y="2133"/>
                    <a:pt x="1598" y="2036"/>
                    <a:pt x="1813" y="1821"/>
                  </a:cubicBezTo>
                  <a:cubicBezTo>
                    <a:pt x="2488" y="1146"/>
                    <a:pt x="2009"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300" name="Google Shape;7300;p36"/>
            <p:cNvSpPr/>
            <p:nvPr/>
          </p:nvSpPr>
          <p:spPr>
            <a:xfrm>
              <a:off x="6408350" y="1418975"/>
              <a:ext cx="62425" cy="53350"/>
            </a:xfrm>
            <a:custGeom>
              <a:rect b="b" l="l" r="r" t="t"/>
              <a:pathLst>
                <a:path extrusionOk="0" h="2134" w="2497">
                  <a:moveTo>
                    <a:pt x="1074" y="1"/>
                  </a:moveTo>
                  <a:cubicBezTo>
                    <a:pt x="481" y="1"/>
                    <a:pt x="9" y="480"/>
                    <a:pt x="1" y="1065"/>
                  </a:cubicBezTo>
                  <a:cubicBezTo>
                    <a:pt x="1" y="1709"/>
                    <a:pt x="526" y="2133"/>
                    <a:pt x="1075" y="2133"/>
                  </a:cubicBezTo>
                  <a:cubicBezTo>
                    <a:pt x="1337" y="2133"/>
                    <a:pt x="1604" y="2037"/>
                    <a:pt x="1822" y="1822"/>
                  </a:cubicBezTo>
                  <a:cubicBezTo>
                    <a:pt x="2497" y="1147"/>
                    <a:pt x="2017" y="1"/>
                    <a:pt x="1074"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301" name="Google Shape;7301;p36"/>
            <p:cNvSpPr/>
            <p:nvPr/>
          </p:nvSpPr>
          <p:spPr>
            <a:xfrm>
              <a:off x="6408350" y="1495200"/>
              <a:ext cx="62425" cy="53325"/>
            </a:xfrm>
            <a:custGeom>
              <a:rect b="b" l="l" r="r" t="t"/>
              <a:pathLst>
                <a:path extrusionOk="0" h="2133" w="2497">
                  <a:moveTo>
                    <a:pt x="1074" y="0"/>
                  </a:moveTo>
                  <a:cubicBezTo>
                    <a:pt x="481" y="0"/>
                    <a:pt x="9" y="480"/>
                    <a:pt x="1" y="1065"/>
                  </a:cubicBezTo>
                  <a:cubicBezTo>
                    <a:pt x="1" y="1709"/>
                    <a:pt x="526" y="2133"/>
                    <a:pt x="1075" y="2133"/>
                  </a:cubicBezTo>
                  <a:cubicBezTo>
                    <a:pt x="1337" y="2133"/>
                    <a:pt x="1604" y="2036"/>
                    <a:pt x="1822" y="1821"/>
                  </a:cubicBezTo>
                  <a:cubicBezTo>
                    <a:pt x="2497" y="1146"/>
                    <a:pt x="2017" y="0"/>
                    <a:pt x="1074"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302" name="Google Shape;7302;p36"/>
            <p:cNvSpPr/>
            <p:nvPr/>
          </p:nvSpPr>
          <p:spPr>
            <a:xfrm>
              <a:off x="6484575" y="1342750"/>
              <a:ext cx="62425" cy="53450"/>
            </a:xfrm>
            <a:custGeom>
              <a:rect b="b" l="l" r="r" t="t"/>
              <a:pathLst>
                <a:path extrusionOk="0" h="2138" w="2497">
                  <a:moveTo>
                    <a:pt x="1065" y="1"/>
                  </a:moveTo>
                  <a:cubicBezTo>
                    <a:pt x="480" y="1"/>
                    <a:pt x="1" y="481"/>
                    <a:pt x="1" y="1066"/>
                  </a:cubicBezTo>
                  <a:cubicBezTo>
                    <a:pt x="1" y="1710"/>
                    <a:pt x="526" y="2138"/>
                    <a:pt x="1074" y="2138"/>
                  </a:cubicBezTo>
                  <a:cubicBezTo>
                    <a:pt x="1336" y="2138"/>
                    <a:pt x="1603" y="2040"/>
                    <a:pt x="1822" y="1822"/>
                  </a:cubicBezTo>
                  <a:cubicBezTo>
                    <a:pt x="2496" y="1147"/>
                    <a:pt x="2017"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303" name="Google Shape;7303;p36"/>
            <p:cNvSpPr/>
            <p:nvPr/>
          </p:nvSpPr>
          <p:spPr>
            <a:xfrm>
              <a:off x="6484575" y="1418975"/>
              <a:ext cx="62425" cy="53350"/>
            </a:xfrm>
            <a:custGeom>
              <a:rect b="b" l="l" r="r" t="t"/>
              <a:pathLst>
                <a:path extrusionOk="0" h="2134" w="2497">
                  <a:moveTo>
                    <a:pt x="1065" y="1"/>
                  </a:moveTo>
                  <a:cubicBezTo>
                    <a:pt x="480" y="1"/>
                    <a:pt x="1" y="480"/>
                    <a:pt x="1" y="1065"/>
                  </a:cubicBezTo>
                  <a:cubicBezTo>
                    <a:pt x="1" y="1709"/>
                    <a:pt x="526" y="2133"/>
                    <a:pt x="1075" y="2133"/>
                  </a:cubicBezTo>
                  <a:cubicBezTo>
                    <a:pt x="1336" y="2133"/>
                    <a:pt x="1604" y="2037"/>
                    <a:pt x="1822" y="1822"/>
                  </a:cubicBezTo>
                  <a:cubicBezTo>
                    <a:pt x="2496" y="1147"/>
                    <a:pt x="2017"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304" name="Google Shape;7304;p36"/>
            <p:cNvSpPr/>
            <p:nvPr/>
          </p:nvSpPr>
          <p:spPr>
            <a:xfrm>
              <a:off x="6484575" y="1495200"/>
              <a:ext cx="62425" cy="53325"/>
            </a:xfrm>
            <a:custGeom>
              <a:rect b="b" l="l" r="r" t="t"/>
              <a:pathLst>
                <a:path extrusionOk="0" h="2133" w="2497">
                  <a:moveTo>
                    <a:pt x="1065" y="0"/>
                  </a:moveTo>
                  <a:cubicBezTo>
                    <a:pt x="480" y="0"/>
                    <a:pt x="1" y="480"/>
                    <a:pt x="1" y="1065"/>
                  </a:cubicBezTo>
                  <a:cubicBezTo>
                    <a:pt x="1" y="1709"/>
                    <a:pt x="526" y="2133"/>
                    <a:pt x="1075" y="2133"/>
                  </a:cubicBezTo>
                  <a:cubicBezTo>
                    <a:pt x="1336" y="2133"/>
                    <a:pt x="1604" y="2036"/>
                    <a:pt x="1822" y="1821"/>
                  </a:cubicBezTo>
                  <a:cubicBezTo>
                    <a:pt x="2496" y="1146"/>
                    <a:pt x="2017"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305" name="Google Shape;7305;p36"/>
            <p:cNvSpPr/>
            <p:nvPr/>
          </p:nvSpPr>
          <p:spPr>
            <a:xfrm>
              <a:off x="6560800" y="1418975"/>
              <a:ext cx="62200" cy="53350"/>
            </a:xfrm>
            <a:custGeom>
              <a:rect b="b" l="l" r="r" t="t"/>
              <a:pathLst>
                <a:path extrusionOk="0" h="2134" w="2488">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306" name="Google Shape;7306;p36"/>
            <p:cNvSpPr/>
            <p:nvPr/>
          </p:nvSpPr>
          <p:spPr>
            <a:xfrm>
              <a:off x="6560800" y="1495200"/>
              <a:ext cx="62200" cy="53325"/>
            </a:xfrm>
            <a:custGeom>
              <a:rect b="b" l="l" r="r" t="t"/>
              <a:pathLst>
                <a:path extrusionOk="0" h="2133" w="2488">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307" name="Google Shape;7307;p36"/>
            <p:cNvSpPr/>
            <p:nvPr/>
          </p:nvSpPr>
          <p:spPr>
            <a:xfrm>
              <a:off x="6637000" y="1418975"/>
              <a:ext cx="62225" cy="53350"/>
            </a:xfrm>
            <a:custGeom>
              <a:rect b="b" l="l" r="r" t="t"/>
              <a:pathLst>
                <a:path extrusionOk="0" h="2134" w="2489">
                  <a:moveTo>
                    <a:pt x="1066" y="1"/>
                  </a:moveTo>
                  <a:cubicBezTo>
                    <a:pt x="480" y="1"/>
                    <a:pt x="1" y="480"/>
                    <a:pt x="1" y="1065"/>
                  </a:cubicBezTo>
                  <a:cubicBezTo>
                    <a:pt x="1" y="1709"/>
                    <a:pt x="526" y="2133"/>
                    <a:pt x="1072" y="2133"/>
                  </a:cubicBezTo>
                  <a:cubicBezTo>
                    <a:pt x="1333" y="2133"/>
                    <a:pt x="1598" y="2037"/>
                    <a:pt x="1813" y="1822"/>
                  </a:cubicBezTo>
                  <a:cubicBezTo>
                    <a:pt x="2488"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308" name="Google Shape;7308;p36"/>
            <p:cNvSpPr/>
            <p:nvPr/>
          </p:nvSpPr>
          <p:spPr>
            <a:xfrm>
              <a:off x="7094075" y="1495200"/>
              <a:ext cx="62425" cy="53325"/>
            </a:xfrm>
            <a:custGeom>
              <a:rect b="b" l="l" r="r" t="t"/>
              <a:pathLst>
                <a:path extrusionOk="0" h="2133" w="2497">
                  <a:moveTo>
                    <a:pt x="1066" y="0"/>
                  </a:moveTo>
                  <a:cubicBezTo>
                    <a:pt x="480" y="0"/>
                    <a:pt x="1" y="480"/>
                    <a:pt x="1" y="1065"/>
                  </a:cubicBezTo>
                  <a:cubicBezTo>
                    <a:pt x="1" y="1709"/>
                    <a:pt x="526" y="2133"/>
                    <a:pt x="1075" y="2133"/>
                  </a:cubicBezTo>
                  <a:cubicBezTo>
                    <a:pt x="1337" y="2133"/>
                    <a:pt x="1604" y="2036"/>
                    <a:pt x="1822" y="1821"/>
                  </a:cubicBezTo>
                  <a:cubicBezTo>
                    <a:pt x="2496" y="1146"/>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309" name="Google Shape;7309;p36"/>
            <p:cNvSpPr/>
            <p:nvPr/>
          </p:nvSpPr>
          <p:spPr>
            <a:xfrm>
              <a:off x="6713225" y="1418975"/>
              <a:ext cx="62200" cy="53350"/>
            </a:xfrm>
            <a:custGeom>
              <a:rect b="b" l="l" r="r" t="t"/>
              <a:pathLst>
                <a:path extrusionOk="0" h="2134" w="2488">
                  <a:moveTo>
                    <a:pt x="1065" y="1"/>
                  </a:moveTo>
                  <a:cubicBezTo>
                    <a:pt x="472" y="1"/>
                    <a:pt x="0" y="480"/>
                    <a:pt x="0" y="1065"/>
                  </a:cubicBezTo>
                  <a:cubicBezTo>
                    <a:pt x="0" y="1709"/>
                    <a:pt x="525" y="2133"/>
                    <a:pt x="1072" y="2133"/>
                  </a:cubicBezTo>
                  <a:cubicBezTo>
                    <a:pt x="1332" y="2133"/>
                    <a:pt x="1598" y="2037"/>
                    <a:pt x="1813" y="1822"/>
                  </a:cubicBezTo>
                  <a:cubicBezTo>
                    <a:pt x="2488" y="1147"/>
                    <a:pt x="2008"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310" name="Google Shape;7310;p36"/>
            <p:cNvSpPr/>
            <p:nvPr/>
          </p:nvSpPr>
          <p:spPr>
            <a:xfrm>
              <a:off x="6789225" y="1418975"/>
              <a:ext cx="62425" cy="53350"/>
            </a:xfrm>
            <a:custGeom>
              <a:rect b="b" l="l" r="r" t="t"/>
              <a:pathLst>
                <a:path extrusionOk="0" h="2134" w="2497">
                  <a:moveTo>
                    <a:pt x="1074" y="1"/>
                  </a:moveTo>
                  <a:cubicBezTo>
                    <a:pt x="480" y="1"/>
                    <a:pt x="9" y="480"/>
                    <a:pt x="1" y="1065"/>
                  </a:cubicBezTo>
                  <a:cubicBezTo>
                    <a:pt x="1" y="1709"/>
                    <a:pt x="526" y="2133"/>
                    <a:pt x="1075" y="2133"/>
                  </a:cubicBezTo>
                  <a:cubicBezTo>
                    <a:pt x="1336" y="2133"/>
                    <a:pt x="1604" y="2037"/>
                    <a:pt x="1822" y="1822"/>
                  </a:cubicBezTo>
                  <a:cubicBezTo>
                    <a:pt x="2496" y="1147"/>
                    <a:pt x="2025" y="1"/>
                    <a:pt x="1074"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311" name="Google Shape;7311;p36"/>
            <p:cNvSpPr/>
            <p:nvPr/>
          </p:nvSpPr>
          <p:spPr>
            <a:xfrm>
              <a:off x="6865650" y="1418975"/>
              <a:ext cx="62200" cy="53350"/>
            </a:xfrm>
            <a:custGeom>
              <a:rect b="b" l="l" r="r" t="t"/>
              <a:pathLst>
                <a:path extrusionOk="0" h="2134" w="2488">
                  <a:moveTo>
                    <a:pt x="1065" y="1"/>
                  </a:moveTo>
                  <a:cubicBezTo>
                    <a:pt x="480" y="1"/>
                    <a:pt x="0" y="480"/>
                    <a:pt x="0" y="1065"/>
                  </a:cubicBezTo>
                  <a:cubicBezTo>
                    <a:pt x="0" y="1709"/>
                    <a:pt x="526"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312" name="Google Shape;7312;p36"/>
            <p:cNvSpPr/>
            <p:nvPr/>
          </p:nvSpPr>
          <p:spPr>
            <a:xfrm>
              <a:off x="7017875" y="1495200"/>
              <a:ext cx="62400" cy="53325"/>
            </a:xfrm>
            <a:custGeom>
              <a:rect b="b" l="l" r="r" t="t"/>
              <a:pathLst>
                <a:path extrusionOk="0" h="2133" w="2496">
                  <a:moveTo>
                    <a:pt x="1073" y="0"/>
                  </a:moveTo>
                  <a:cubicBezTo>
                    <a:pt x="480" y="0"/>
                    <a:pt x="8" y="480"/>
                    <a:pt x="0" y="1065"/>
                  </a:cubicBezTo>
                  <a:cubicBezTo>
                    <a:pt x="0" y="1709"/>
                    <a:pt x="529" y="2133"/>
                    <a:pt x="1078" y="2133"/>
                  </a:cubicBezTo>
                  <a:cubicBezTo>
                    <a:pt x="1340" y="2133"/>
                    <a:pt x="1606" y="2036"/>
                    <a:pt x="1821" y="1821"/>
                  </a:cubicBezTo>
                  <a:cubicBezTo>
                    <a:pt x="2496" y="1146"/>
                    <a:pt x="2016" y="0"/>
                    <a:pt x="1073"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313" name="Google Shape;7313;p36"/>
            <p:cNvSpPr/>
            <p:nvPr/>
          </p:nvSpPr>
          <p:spPr>
            <a:xfrm>
              <a:off x="6941850" y="1495200"/>
              <a:ext cx="62225" cy="53325"/>
            </a:xfrm>
            <a:custGeom>
              <a:rect b="b" l="l" r="r" t="t"/>
              <a:pathLst>
                <a:path extrusionOk="0" h="2133" w="2489">
                  <a:moveTo>
                    <a:pt x="1066" y="0"/>
                  </a:moveTo>
                  <a:cubicBezTo>
                    <a:pt x="472" y="0"/>
                    <a:pt x="1" y="480"/>
                    <a:pt x="1" y="1065"/>
                  </a:cubicBezTo>
                  <a:cubicBezTo>
                    <a:pt x="1" y="1709"/>
                    <a:pt x="526" y="2133"/>
                    <a:pt x="1072" y="2133"/>
                  </a:cubicBezTo>
                  <a:cubicBezTo>
                    <a:pt x="1333" y="2133"/>
                    <a:pt x="1598" y="2036"/>
                    <a:pt x="1814" y="1821"/>
                  </a:cubicBezTo>
                  <a:cubicBezTo>
                    <a:pt x="2488" y="1146"/>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314" name="Google Shape;7314;p36"/>
            <p:cNvSpPr/>
            <p:nvPr/>
          </p:nvSpPr>
          <p:spPr>
            <a:xfrm>
              <a:off x="6865650" y="1495200"/>
              <a:ext cx="62200" cy="53325"/>
            </a:xfrm>
            <a:custGeom>
              <a:rect b="b" l="l" r="r" t="t"/>
              <a:pathLst>
                <a:path extrusionOk="0" h="2133" w="2488">
                  <a:moveTo>
                    <a:pt x="1065" y="0"/>
                  </a:moveTo>
                  <a:cubicBezTo>
                    <a:pt x="480" y="0"/>
                    <a:pt x="0" y="480"/>
                    <a:pt x="0" y="1065"/>
                  </a:cubicBezTo>
                  <a:cubicBezTo>
                    <a:pt x="0" y="1709"/>
                    <a:pt x="526"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315" name="Google Shape;7315;p36"/>
            <p:cNvSpPr/>
            <p:nvPr/>
          </p:nvSpPr>
          <p:spPr>
            <a:xfrm>
              <a:off x="6789225" y="1495200"/>
              <a:ext cx="62425" cy="53325"/>
            </a:xfrm>
            <a:custGeom>
              <a:rect b="b" l="l" r="r" t="t"/>
              <a:pathLst>
                <a:path extrusionOk="0" h="2133" w="2497">
                  <a:moveTo>
                    <a:pt x="1074" y="0"/>
                  </a:moveTo>
                  <a:cubicBezTo>
                    <a:pt x="480" y="0"/>
                    <a:pt x="9" y="480"/>
                    <a:pt x="1" y="1065"/>
                  </a:cubicBezTo>
                  <a:cubicBezTo>
                    <a:pt x="1" y="1709"/>
                    <a:pt x="526" y="2133"/>
                    <a:pt x="1075" y="2133"/>
                  </a:cubicBezTo>
                  <a:cubicBezTo>
                    <a:pt x="1336" y="2133"/>
                    <a:pt x="1604" y="2036"/>
                    <a:pt x="1822" y="1821"/>
                  </a:cubicBezTo>
                  <a:cubicBezTo>
                    <a:pt x="2496" y="1146"/>
                    <a:pt x="2025" y="0"/>
                    <a:pt x="1074"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316" name="Google Shape;7316;p36"/>
            <p:cNvSpPr/>
            <p:nvPr/>
          </p:nvSpPr>
          <p:spPr>
            <a:xfrm>
              <a:off x="6713225" y="1495200"/>
              <a:ext cx="62200" cy="53325"/>
            </a:xfrm>
            <a:custGeom>
              <a:rect b="b" l="l" r="r" t="t"/>
              <a:pathLst>
                <a:path extrusionOk="0" h="2133" w="2488">
                  <a:moveTo>
                    <a:pt x="1065" y="0"/>
                  </a:moveTo>
                  <a:cubicBezTo>
                    <a:pt x="472" y="0"/>
                    <a:pt x="0" y="480"/>
                    <a:pt x="0" y="1065"/>
                  </a:cubicBezTo>
                  <a:cubicBezTo>
                    <a:pt x="0" y="1709"/>
                    <a:pt x="525" y="2133"/>
                    <a:pt x="1072" y="2133"/>
                  </a:cubicBezTo>
                  <a:cubicBezTo>
                    <a:pt x="1332" y="2133"/>
                    <a:pt x="1598" y="2036"/>
                    <a:pt x="1813" y="1821"/>
                  </a:cubicBezTo>
                  <a:cubicBezTo>
                    <a:pt x="2488" y="1146"/>
                    <a:pt x="2008"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317" name="Google Shape;7317;p36"/>
            <p:cNvSpPr/>
            <p:nvPr/>
          </p:nvSpPr>
          <p:spPr>
            <a:xfrm>
              <a:off x="6637000" y="1495200"/>
              <a:ext cx="62225" cy="53325"/>
            </a:xfrm>
            <a:custGeom>
              <a:rect b="b" l="l" r="r" t="t"/>
              <a:pathLst>
                <a:path extrusionOk="0" h="2133" w="2489">
                  <a:moveTo>
                    <a:pt x="1066" y="0"/>
                  </a:moveTo>
                  <a:cubicBezTo>
                    <a:pt x="480" y="0"/>
                    <a:pt x="1" y="480"/>
                    <a:pt x="1" y="1065"/>
                  </a:cubicBezTo>
                  <a:cubicBezTo>
                    <a:pt x="1" y="1709"/>
                    <a:pt x="526" y="2133"/>
                    <a:pt x="1072" y="2133"/>
                  </a:cubicBezTo>
                  <a:cubicBezTo>
                    <a:pt x="1333" y="2133"/>
                    <a:pt x="1598" y="2036"/>
                    <a:pt x="1813" y="1821"/>
                  </a:cubicBezTo>
                  <a:cubicBezTo>
                    <a:pt x="2488" y="1146"/>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318" name="Google Shape;7318;p36"/>
            <p:cNvSpPr/>
            <p:nvPr/>
          </p:nvSpPr>
          <p:spPr>
            <a:xfrm>
              <a:off x="6637000" y="1571400"/>
              <a:ext cx="62225" cy="53250"/>
            </a:xfrm>
            <a:custGeom>
              <a:rect b="b" l="l" r="r" t="t"/>
              <a:pathLst>
                <a:path extrusionOk="0" h="2130" w="2489">
                  <a:moveTo>
                    <a:pt x="1066" y="1"/>
                  </a:moveTo>
                  <a:cubicBezTo>
                    <a:pt x="480" y="1"/>
                    <a:pt x="1" y="472"/>
                    <a:pt x="1" y="1066"/>
                  </a:cubicBezTo>
                  <a:cubicBezTo>
                    <a:pt x="1" y="1703"/>
                    <a:pt x="525" y="2129"/>
                    <a:pt x="1071" y="2129"/>
                  </a:cubicBezTo>
                  <a:cubicBezTo>
                    <a:pt x="1332" y="2129"/>
                    <a:pt x="1598" y="2032"/>
                    <a:pt x="1813" y="1813"/>
                  </a:cubicBezTo>
                  <a:cubicBezTo>
                    <a:pt x="2488"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319" name="Google Shape;7319;p36"/>
            <p:cNvSpPr/>
            <p:nvPr/>
          </p:nvSpPr>
          <p:spPr>
            <a:xfrm>
              <a:off x="6560800" y="1571400"/>
              <a:ext cx="62200" cy="53250"/>
            </a:xfrm>
            <a:custGeom>
              <a:rect b="b" l="l" r="r" t="t"/>
              <a:pathLst>
                <a:path extrusionOk="0" h="2130" w="2488">
                  <a:moveTo>
                    <a:pt x="1065" y="1"/>
                  </a:moveTo>
                  <a:cubicBezTo>
                    <a:pt x="480" y="1"/>
                    <a:pt x="0" y="472"/>
                    <a:pt x="0" y="1066"/>
                  </a:cubicBezTo>
                  <a:cubicBezTo>
                    <a:pt x="0" y="1703"/>
                    <a:pt x="524" y="2129"/>
                    <a:pt x="1073" y="2129"/>
                  </a:cubicBezTo>
                  <a:cubicBezTo>
                    <a:pt x="1335" y="2129"/>
                    <a:pt x="1603" y="2032"/>
                    <a:pt x="1821" y="1813"/>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320" name="Google Shape;7320;p36"/>
            <p:cNvSpPr/>
            <p:nvPr/>
          </p:nvSpPr>
          <p:spPr>
            <a:xfrm>
              <a:off x="6484575" y="1571400"/>
              <a:ext cx="62425" cy="53250"/>
            </a:xfrm>
            <a:custGeom>
              <a:rect b="b" l="l" r="r" t="t"/>
              <a:pathLst>
                <a:path extrusionOk="0" h="2130" w="2497">
                  <a:moveTo>
                    <a:pt x="1065" y="1"/>
                  </a:moveTo>
                  <a:cubicBezTo>
                    <a:pt x="480" y="1"/>
                    <a:pt x="1" y="472"/>
                    <a:pt x="1" y="1066"/>
                  </a:cubicBezTo>
                  <a:cubicBezTo>
                    <a:pt x="1" y="1703"/>
                    <a:pt x="525" y="2129"/>
                    <a:pt x="1073" y="2129"/>
                  </a:cubicBezTo>
                  <a:cubicBezTo>
                    <a:pt x="1335" y="2129"/>
                    <a:pt x="1603" y="2032"/>
                    <a:pt x="1822" y="1813"/>
                  </a:cubicBezTo>
                  <a:cubicBezTo>
                    <a:pt x="2496" y="1147"/>
                    <a:pt x="2017"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321" name="Google Shape;7321;p36"/>
            <p:cNvSpPr/>
            <p:nvPr/>
          </p:nvSpPr>
          <p:spPr>
            <a:xfrm>
              <a:off x="6408350" y="1571400"/>
              <a:ext cx="62425" cy="53250"/>
            </a:xfrm>
            <a:custGeom>
              <a:rect b="b" l="l" r="r" t="t"/>
              <a:pathLst>
                <a:path extrusionOk="0" h="2130" w="2497">
                  <a:moveTo>
                    <a:pt x="1074" y="1"/>
                  </a:moveTo>
                  <a:cubicBezTo>
                    <a:pt x="481" y="1"/>
                    <a:pt x="9" y="472"/>
                    <a:pt x="1" y="1066"/>
                  </a:cubicBezTo>
                  <a:cubicBezTo>
                    <a:pt x="1" y="1703"/>
                    <a:pt x="525" y="2129"/>
                    <a:pt x="1074" y="2129"/>
                  </a:cubicBezTo>
                  <a:cubicBezTo>
                    <a:pt x="1336" y="2129"/>
                    <a:pt x="1604" y="2032"/>
                    <a:pt x="1822" y="1813"/>
                  </a:cubicBezTo>
                  <a:cubicBezTo>
                    <a:pt x="2497" y="1147"/>
                    <a:pt x="2017" y="1"/>
                    <a:pt x="1074"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322" name="Google Shape;7322;p36"/>
            <p:cNvSpPr/>
            <p:nvPr/>
          </p:nvSpPr>
          <p:spPr>
            <a:xfrm>
              <a:off x="6332350" y="1571400"/>
              <a:ext cx="62225" cy="53250"/>
            </a:xfrm>
            <a:custGeom>
              <a:rect b="b" l="l" r="r" t="t"/>
              <a:pathLst>
                <a:path extrusionOk="0" h="2130" w="2489">
                  <a:moveTo>
                    <a:pt x="1066" y="1"/>
                  </a:moveTo>
                  <a:cubicBezTo>
                    <a:pt x="472" y="1"/>
                    <a:pt x="1" y="472"/>
                    <a:pt x="1" y="1066"/>
                  </a:cubicBezTo>
                  <a:cubicBezTo>
                    <a:pt x="1" y="1703"/>
                    <a:pt x="525" y="2129"/>
                    <a:pt x="1071" y="2129"/>
                  </a:cubicBezTo>
                  <a:cubicBezTo>
                    <a:pt x="1332" y="2129"/>
                    <a:pt x="1598" y="2032"/>
                    <a:pt x="1813" y="1813"/>
                  </a:cubicBezTo>
                  <a:cubicBezTo>
                    <a:pt x="2488" y="1147"/>
                    <a:pt x="2009"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323" name="Google Shape;7323;p36"/>
            <p:cNvSpPr/>
            <p:nvPr/>
          </p:nvSpPr>
          <p:spPr>
            <a:xfrm>
              <a:off x="5875275" y="2180700"/>
              <a:ext cx="62225" cy="53350"/>
            </a:xfrm>
            <a:custGeom>
              <a:rect b="b" l="l" r="r" t="t"/>
              <a:pathLst>
                <a:path extrusionOk="0" h="2134" w="2489">
                  <a:moveTo>
                    <a:pt x="1065" y="1"/>
                  </a:moveTo>
                  <a:cubicBezTo>
                    <a:pt x="480" y="1"/>
                    <a:pt x="0" y="480"/>
                    <a:pt x="0" y="1066"/>
                  </a:cubicBezTo>
                  <a:cubicBezTo>
                    <a:pt x="0" y="1709"/>
                    <a:pt x="526" y="2133"/>
                    <a:pt x="1074" y="2133"/>
                  </a:cubicBezTo>
                  <a:cubicBezTo>
                    <a:pt x="1336" y="2133"/>
                    <a:pt x="1603" y="2037"/>
                    <a:pt x="1821" y="1822"/>
                  </a:cubicBezTo>
                  <a:cubicBezTo>
                    <a:pt x="2488" y="1147"/>
                    <a:pt x="2017"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324" name="Google Shape;7324;p36"/>
            <p:cNvSpPr/>
            <p:nvPr/>
          </p:nvSpPr>
          <p:spPr>
            <a:xfrm>
              <a:off x="5875275" y="2409350"/>
              <a:ext cx="62225" cy="53350"/>
            </a:xfrm>
            <a:custGeom>
              <a:rect b="b" l="l" r="r" t="t"/>
              <a:pathLst>
                <a:path extrusionOk="0" h="2134" w="2489">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325" name="Google Shape;7325;p36"/>
            <p:cNvSpPr/>
            <p:nvPr/>
          </p:nvSpPr>
          <p:spPr>
            <a:xfrm>
              <a:off x="5951475" y="1418975"/>
              <a:ext cx="62225" cy="53350"/>
            </a:xfrm>
            <a:custGeom>
              <a:rect b="b" l="l" r="r" t="t"/>
              <a:pathLst>
                <a:path extrusionOk="0" h="2134" w="2489">
                  <a:moveTo>
                    <a:pt x="1066" y="1"/>
                  </a:moveTo>
                  <a:cubicBezTo>
                    <a:pt x="472" y="1"/>
                    <a:pt x="1" y="480"/>
                    <a:pt x="1" y="1065"/>
                  </a:cubicBezTo>
                  <a:cubicBezTo>
                    <a:pt x="1" y="1709"/>
                    <a:pt x="526" y="2133"/>
                    <a:pt x="1072" y="2133"/>
                  </a:cubicBezTo>
                  <a:cubicBezTo>
                    <a:pt x="1333" y="2133"/>
                    <a:pt x="1598" y="2037"/>
                    <a:pt x="1814" y="1822"/>
                  </a:cubicBezTo>
                  <a:cubicBezTo>
                    <a:pt x="2489"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326" name="Google Shape;7326;p36"/>
            <p:cNvSpPr/>
            <p:nvPr/>
          </p:nvSpPr>
          <p:spPr>
            <a:xfrm>
              <a:off x="5951475" y="1495200"/>
              <a:ext cx="62225" cy="53325"/>
            </a:xfrm>
            <a:custGeom>
              <a:rect b="b" l="l" r="r" t="t"/>
              <a:pathLst>
                <a:path extrusionOk="0" h="2133" w="2489">
                  <a:moveTo>
                    <a:pt x="1066" y="0"/>
                  </a:moveTo>
                  <a:cubicBezTo>
                    <a:pt x="472" y="0"/>
                    <a:pt x="1" y="480"/>
                    <a:pt x="1" y="1065"/>
                  </a:cubicBezTo>
                  <a:cubicBezTo>
                    <a:pt x="1" y="1709"/>
                    <a:pt x="526" y="2133"/>
                    <a:pt x="1072" y="2133"/>
                  </a:cubicBezTo>
                  <a:cubicBezTo>
                    <a:pt x="1333" y="2133"/>
                    <a:pt x="1598" y="2036"/>
                    <a:pt x="1814" y="1821"/>
                  </a:cubicBezTo>
                  <a:cubicBezTo>
                    <a:pt x="2489" y="1146"/>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327" name="Google Shape;7327;p36"/>
            <p:cNvSpPr/>
            <p:nvPr/>
          </p:nvSpPr>
          <p:spPr>
            <a:xfrm>
              <a:off x="5951475" y="1571400"/>
              <a:ext cx="62225" cy="53250"/>
            </a:xfrm>
            <a:custGeom>
              <a:rect b="b" l="l" r="r" t="t"/>
              <a:pathLst>
                <a:path extrusionOk="0" h="2130" w="2489">
                  <a:moveTo>
                    <a:pt x="1066" y="1"/>
                  </a:moveTo>
                  <a:cubicBezTo>
                    <a:pt x="472" y="1"/>
                    <a:pt x="1" y="472"/>
                    <a:pt x="1" y="1066"/>
                  </a:cubicBezTo>
                  <a:cubicBezTo>
                    <a:pt x="1" y="1703"/>
                    <a:pt x="525" y="2129"/>
                    <a:pt x="1071" y="2129"/>
                  </a:cubicBezTo>
                  <a:cubicBezTo>
                    <a:pt x="1332" y="2129"/>
                    <a:pt x="1598" y="2032"/>
                    <a:pt x="1814" y="1813"/>
                  </a:cubicBezTo>
                  <a:cubicBezTo>
                    <a:pt x="2489"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328" name="Google Shape;7328;p36"/>
            <p:cNvSpPr/>
            <p:nvPr/>
          </p:nvSpPr>
          <p:spPr>
            <a:xfrm>
              <a:off x="5951475" y="1647400"/>
              <a:ext cx="62225" cy="53450"/>
            </a:xfrm>
            <a:custGeom>
              <a:rect b="b" l="l" r="r" t="t"/>
              <a:pathLst>
                <a:path extrusionOk="0" h="2138" w="2489">
                  <a:moveTo>
                    <a:pt x="1066" y="1"/>
                  </a:moveTo>
                  <a:cubicBezTo>
                    <a:pt x="472" y="9"/>
                    <a:pt x="1" y="481"/>
                    <a:pt x="1" y="1066"/>
                  </a:cubicBezTo>
                  <a:cubicBezTo>
                    <a:pt x="1" y="1710"/>
                    <a:pt x="526" y="2138"/>
                    <a:pt x="1072" y="2138"/>
                  </a:cubicBezTo>
                  <a:cubicBezTo>
                    <a:pt x="1333" y="2138"/>
                    <a:pt x="1598" y="2040"/>
                    <a:pt x="1814" y="1822"/>
                  </a:cubicBezTo>
                  <a:cubicBezTo>
                    <a:pt x="2489"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329" name="Google Shape;7329;p36"/>
            <p:cNvSpPr/>
            <p:nvPr/>
          </p:nvSpPr>
          <p:spPr>
            <a:xfrm>
              <a:off x="5951475" y="1723625"/>
              <a:ext cx="62225" cy="53350"/>
            </a:xfrm>
            <a:custGeom>
              <a:rect b="b" l="l" r="r" t="t"/>
              <a:pathLst>
                <a:path extrusionOk="0" h="2134" w="2489">
                  <a:moveTo>
                    <a:pt x="1066" y="1"/>
                  </a:moveTo>
                  <a:cubicBezTo>
                    <a:pt x="472" y="1"/>
                    <a:pt x="1" y="480"/>
                    <a:pt x="1" y="1065"/>
                  </a:cubicBezTo>
                  <a:cubicBezTo>
                    <a:pt x="1" y="1709"/>
                    <a:pt x="526" y="2133"/>
                    <a:pt x="1072" y="2133"/>
                  </a:cubicBezTo>
                  <a:cubicBezTo>
                    <a:pt x="1333" y="2133"/>
                    <a:pt x="1598" y="2037"/>
                    <a:pt x="1814" y="1822"/>
                  </a:cubicBezTo>
                  <a:cubicBezTo>
                    <a:pt x="2489"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330" name="Google Shape;7330;p36"/>
            <p:cNvSpPr/>
            <p:nvPr/>
          </p:nvSpPr>
          <p:spPr>
            <a:xfrm>
              <a:off x="5951475" y="1799850"/>
              <a:ext cx="62225" cy="53325"/>
            </a:xfrm>
            <a:custGeom>
              <a:rect b="b" l="l" r="r" t="t"/>
              <a:pathLst>
                <a:path extrusionOk="0" h="2133" w="2489">
                  <a:moveTo>
                    <a:pt x="1066" y="0"/>
                  </a:moveTo>
                  <a:cubicBezTo>
                    <a:pt x="472" y="0"/>
                    <a:pt x="1" y="480"/>
                    <a:pt x="1" y="1065"/>
                  </a:cubicBezTo>
                  <a:cubicBezTo>
                    <a:pt x="1" y="1709"/>
                    <a:pt x="526" y="2133"/>
                    <a:pt x="1072" y="2133"/>
                  </a:cubicBezTo>
                  <a:cubicBezTo>
                    <a:pt x="1333" y="2133"/>
                    <a:pt x="1598" y="2036"/>
                    <a:pt x="1814" y="1821"/>
                  </a:cubicBezTo>
                  <a:cubicBezTo>
                    <a:pt x="2489" y="1146"/>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331" name="Google Shape;7331;p36"/>
            <p:cNvSpPr/>
            <p:nvPr/>
          </p:nvSpPr>
          <p:spPr>
            <a:xfrm>
              <a:off x="5951475" y="1876050"/>
              <a:ext cx="62225" cy="53275"/>
            </a:xfrm>
            <a:custGeom>
              <a:rect b="b" l="l" r="r" t="t"/>
              <a:pathLst>
                <a:path extrusionOk="0" h="2131" w="2489">
                  <a:moveTo>
                    <a:pt x="1066" y="1"/>
                  </a:moveTo>
                  <a:cubicBezTo>
                    <a:pt x="472" y="1"/>
                    <a:pt x="1" y="472"/>
                    <a:pt x="1" y="1066"/>
                  </a:cubicBezTo>
                  <a:cubicBezTo>
                    <a:pt x="1" y="1707"/>
                    <a:pt x="523" y="2131"/>
                    <a:pt x="1068" y="2131"/>
                  </a:cubicBezTo>
                  <a:cubicBezTo>
                    <a:pt x="1330" y="2131"/>
                    <a:pt x="1597" y="2033"/>
                    <a:pt x="1814" y="1813"/>
                  </a:cubicBezTo>
                  <a:cubicBezTo>
                    <a:pt x="2489"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332" name="Google Shape;7332;p36"/>
            <p:cNvSpPr/>
            <p:nvPr/>
          </p:nvSpPr>
          <p:spPr>
            <a:xfrm>
              <a:off x="5951475" y="1952050"/>
              <a:ext cx="62225" cy="53450"/>
            </a:xfrm>
            <a:custGeom>
              <a:rect b="b" l="l" r="r" t="t"/>
              <a:pathLst>
                <a:path extrusionOk="0" h="2138" w="2489">
                  <a:moveTo>
                    <a:pt x="1066" y="1"/>
                  </a:moveTo>
                  <a:cubicBezTo>
                    <a:pt x="472" y="9"/>
                    <a:pt x="1" y="481"/>
                    <a:pt x="1" y="1074"/>
                  </a:cubicBezTo>
                  <a:cubicBezTo>
                    <a:pt x="1" y="1712"/>
                    <a:pt x="525" y="2138"/>
                    <a:pt x="1071" y="2138"/>
                  </a:cubicBezTo>
                  <a:cubicBezTo>
                    <a:pt x="1332" y="2138"/>
                    <a:pt x="1598" y="2040"/>
                    <a:pt x="1814" y="1822"/>
                  </a:cubicBezTo>
                  <a:cubicBezTo>
                    <a:pt x="2489" y="1155"/>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333" name="Google Shape;7333;p36"/>
            <p:cNvSpPr/>
            <p:nvPr/>
          </p:nvSpPr>
          <p:spPr>
            <a:xfrm>
              <a:off x="5951475" y="2028275"/>
              <a:ext cx="62225" cy="53450"/>
            </a:xfrm>
            <a:custGeom>
              <a:rect b="b" l="l" r="r" t="t"/>
              <a:pathLst>
                <a:path extrusionOk="0" h="2138" w="2489">
                  <a:moveTo>
                    <a:pt x="1066" y="1"/>
                  </a:moveTo>
                  <a:cubicBezTo>
                    <a:pt x="472" y="1"/>
                    <a:pt x="1" y="480"/>
                    <a:pt x="1" y="1065"/>
                  </a:cubicBezTo>
                  <a:cubicBezTo>
                    <a:pt x="1" y="1709"/>
                    <a:pt x="526" y="2137"/>
                    <a:pt x="1072" y="2137"/>
                  </a:cubicBezTo>
                  <a:cubicBezTo>
                    <a:pt x="1333" y="2137"/>
                    <a:pt x="1598" y="2040"/>
                    <a:pt x="1814" y="1821"/>
                  </a:cubicBezTo>
                  <a:cubicBezTo>
                    <a:pt x="2489"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334" name="Google Shape;7334;p36"/>
            <p:cNvSpPr/>
            <p:nvPr/>
          </p:nvSpPr>
          <p:spPr>
            <a:xfrm>
              <a:off x="6027500" y="1418975"/>
              <a:ext cx="62425" cy="53350"/>
            </a:xfrm>
            <a:custGeom>
              <a:rect b="b" l="l" r="r" t="t"/>
              <a:pathLst>
                <a:path extrusionOk="0" h="2134" w="2497">
                  <a:moveTo>
                    <a:pt x="1073" y="1"/>
                  </a:moveTo>
                  <a:cubicBezTo>
                    <a:pt x="480" y="1"/>
                    <a:pt x="9" y="480"/>
                    <a:pt x="0" y="1065"/>
                  </a:cubicBezTo>
                  <a:cubicBezTo>
                    <a:pt x="0" y="1709"/>
                    <a:pt x="529" y="2133"/>
                    <a:pt x="1078" y="2133"/>
                  </a:cubicBezTo>
                  <a:cubicBezTo>
                    <a:pt x="1340" y="2133"/>
                    <a:pt x="1606" y="2037"/>
                    <a:pt x="1821" y="1822"/>
                  </a:cubicBezTo>
                  <a:cubicBezTo>
                    <a:pt x="2496" y="1147"/>
                    <a:pt x="2016" y="1"/>
                    <a:pt x="1073"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335" name="Google Shape;7335;p36"/>
            <p:cNvSpPr/>
            <p:nvPr/>
          </p:nvSpPr>
          <p:spPr>
            <a:xfrm>
              <a:off x="6027500" y="1495200"/>
              <a:ext cx="62425" cy="53325"/>
            </a:xfrm>
            <a:custGeom>
              <a:rect b="b" l="l" r="r" t="t"/>
              <a:pathLst>
                <a:path extrusionOk="0" h="2133" w="2497">
                  <a:moveTo>
                    <a:pt x="1073" y="0"/>
                  </a:moveTo>
                  <a:cubicBezTo>
                    <a:pt x="480" y="0"/>
                    <a:pt x="9" y="480"/>
                    <a:pt x="0" y="1065"/>
                  </a:cubicBezTo>
                  <a:cubicBezTo>
                    <a:pt x="0" y="1709"/>
                    <a:pt x="529" y="2133"/>
                    <a:pt x="1078" y="2133"/>
                  </a:cubicBezTo>
                  <a:cubicBezTo>
                    <a:pt x="1340" y="2133"/>
                    <a:pt x="1606" y="2036"/>
                    <a:pt x="1821" y="1821"/>
                  </a:cubicBezTo>
                  <a:cubicBezTo>
                    <a:pt x="2496" y="1146"/>
                    <a:pt x="2016" y="0"/>
                    <a:pt x="1073"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336" name="Google Shape;7336;p36"/>
            <p:cNvSpPr/>
            <p:nvPr/>
          </p:nvSpPr>
          <p:spPr>
            <a:xfrm>
              <a:off x="6027500" y="1571400"/>
              <a:ext cx="62425" cy="53250"/>
            </a:xfrm>
            <a:custGeom>
              <a:rect b="b" l="l" r="r" t="t"/>
              <a:pathLst>
                <a:path extrusionOk="0" h="2130" w="2497">
                  <a:moveTo>
                    <a:pt x="1073" y="1"/>
                  </a:moveTo>
                  <a:cubicBezTo>
                    <a:pt x="480" y="1"/>
                    <a:pt x="9" y="472"/>
                    <a:pt x="0" y="1066"/>
                  </a:cubicBezTo>
                  <a:cubicBezTo>
                    <a:pt x="0" y="1703"/>
                    <a:pt x="529" y="2129"/>
                    <a:pt x="1077" y="2129"/>
                  </a:cubicBezTo>
                  <a:cubicBezTo>
                    <a:pt x="1339" y="2129"/>
                    <a:pt x="1606" y="2032"/>
                    <a:pt x="1821" y="1813"/>
                  </a:cubicBezTo>
                  <a:cubicBezTo>
                    <a:pt x="2496" y="1147"/>
                    <a:pt x="2016" y="1"/>
                    <a:pt x="1073"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337" name="Google Shape;7337;p36"/>
            <p:cNvSpPr/>
            <p:nvPr/>
          </p:nvSpPr>
          <p:spPr>
            <a:xfrm>
              <a:off x="6027500" y="1647400"/>
              <a:ext cx="62425" cy="53450"/>
            </a:xfrm>
            <a:custGeom>
              <a:rect b="b" l="l" r="r" t="t"/>
              <a:pathLst>
                <a:path extrusionOk="0" h="2138" w="2497">
                  <a:moveTo>
                    <a:pt x="1073" y="1"/>
                  </a:moveTo>
                  <a:cubicBezTo>
                    <a:pt x="480" y="1"/>
                    <a:pt x="9" y="481"/>
                    <a:pt x="0" y="1066"/>
                  </a:cubicBezTo>
                  <a:cubicBezTo>
                    <a:pt x="0" y="1710"/>
                    <a:pt x="529" y="2138"/>
                    <a:pt x="1078" y="2138"/>
                  </a:cubicBezTo>
                  <a:cubicBezTo>
                    <a:pt x="1340" y="2138"/>
                    <a:pt x="1606" y="2040"/>
                    <a:pt x="1821" y="1822"/>
                  </a:cubicBezTo>
                  <a:cubicBezTo>
                    <a:pt x="2496" y="1155"/>
                    <a:pt x="2016" y="1"/>
                    <a:pt x="1073"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338" name="Google Shape;7338;p36"/>
            <p:cNvSpPr/>
            <p:nvPr/>
          </p:nvSpPr>
          <p:spPr>
            <a:xfrm>
              <a:off x="6027500" y="1723625"/>
              <a:ext cx="62425" cy="53350"/>
            </a:xfrm>
            <a:custGeom>
              <a:rect b="b" l="l" r="r" t="t"/>
              <a:pathLst>
                <a:path extrusionOk="0" h="2134" w="2497">
                  <a:moveTo>
                    <a:pt x="1073" y="1"/>
                  </a:moveTo>
                  <a:cubicBezTo>
                    <a:pt x="480" y="1"/>
                    <a:pt x="9" y="480"/>
                    <a:pt x="0" y="1065"/>
                  </a:cubicBezTo>
                  <a:cubicBezTo>
                    <a:pt x="0" y="1709"/>
                    <a:pt x="529" y="2133"/>
                    <a:pt x="1078" y="2133"/>
                  </a:cubicBezTo>
                  <a:cubicBezTo>
                    <a:pt x="1340" y="2133"/>
                    <a:pt x="1606" y="2037"/>
                    <a:pt x="1821" y="1822"/>
                  </a:cubicBezTo>
                  <a:cubicBezTo>
                    <a:pt x="2496" y="1147"/>
                    <a:pt x="2016" y="1"/>
                    <a:pt x="1073"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339" name="Google Shape;7339;p36"/>
            <p:cNvSpPr/>
            <p:nvPr/>
          </p:nvSpPr>
          <p:spPr>
            <a:xfrm>
              <a:off x="6027500" y="1799850"/>
              <a:ext cx="62425" cy="53325"/>
            </a:xfrm>
            <a:custGeom>
              <a:rect b="b" l="l" r="r" t="t"/>
              <a:pathLst>
                <a:path extrusionOk="0" h="2133" w="2497">
                  <a:moveTo>
                    <a:pt x="1073" y="0"/>
                  </a:moveTo>
                  <a:cubicBezTo>
                    <a:pt x="480" y="0"/>
                    <a:pt x="9" y="480"/>
                    <a:pt x="0" y="1065"/>
                  </a:cubicBezTo>
                  <a:cubicBezTo>
                    <a:pt x="0" y="1709"/>
                    <a:pt x="529" y="2133"/>
                    <a:pt x="1078" y="2133"/>
                  </a:cubicBezTo>
                  <a:cubicBezTo>
                    <a:pt x="1340" y="2133"/>
                    <a:pt x="1606" y="2036"/>
                    <a:pt x="1821" y="1821"/>
                  </a:cubicBezTo>
                  <a:cubicBezTo>
                    <a:pt x="2496" y="1146"/>
                    <a:pt x="2016" y="0"/>
                    <a:pt x="1073"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340" name="Google Shape;7340;p36"/>
            <p:cNvSpPr/>
            <p:nvPr/>
          </p:nvSpPr>
          <p:spPr>
            <a:xfrm>
              <a:off x="6027500" y="1876050"/>
              <a:ext cx="62425" cy="53350"/>
            </a:xfrm>
            <a:custGeom>
              <a:rect b="b" l="l" r="r" t="t"/>
              <a:pathLst>
                <a:path extrusionOk="0" h="2134" w="2497">
                  <a:moveTo>
                    <a:pt x="1073" y="1"/>
                  </a:moveTo>
                  <a:cubicBezTo>
                    <a:pt x="480" y="1"/>
                    <a:pt x="9" y="472"/>
                    <a:pt x="0" y="1066"/>
                  </a:cubicBezTo>
                  <a:cubicBezTo>
                    <a:pt x="0" y="1709"/>
                    <a:pt x="529" y="2133"/>
                    <a:pt x="1078" y="2133"/>
                  </a:cubicBezTo>
                  <a:cubicBezTo>
                    <a:pt x="1340" y="2133"/>
                    <a:pt x="1606" y="2037"/>
                    <a:pt x="1821" y="1822"/>
                  </a:cubicBezTo>
                  <a:cubicBezTo>
                    <a:pt x="2496" y="1147"/>
                    <a:pt x="2016" y="1"/>
                    <a:pt x="1073"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341" name="Google Shape;7341;p36"/>
            <p:cNvSpPr/>
            <p:nvPr/>
          </p:nvSpPr>
          <p:spPr>
            <a:xfrm>
              <a:off x="6027500" y="1952050"/>
              <a:ext cx="62425" cy="53450"/>
            </a:xfrm>
            <a:custGeom>
              <a:rect b="b" l="l" r="r" t="t"/>
              <a:pathLst>
                <a:path extrusionOk="0" h="2138" w="2497">
                  <a:moveTo>
                    <a:pt x="1073" y="1"/>
                  </a:moveTo>
                  <a:cubicBezTo>
                    <a:pt x="480" y="9"/>
                    <a:pt x="9" y="481"/>
                    <a:pt x="0" y="1074"/>
                  </a:cubicBezTo>
                  <a:cubicBezTo>
                    <a:pt x="0" y="1712"/>
                    <a:pt x="529" y="2138"/>
                    <a:pt x="1077" y="2138"/>
                  </a:cubicBezTo>
                  <a:cubicBezTo>
                    <a:pt x="1339" y="2138"/>
                    <a:pt x="1606" y="2040"/>
                    <a:pt x="1821" y="1822"/>
                  </a:cubicBezTo>
                  <a:cubicBezTo>
                    <a:pt x="2496" y="1155"/>
                    <a:pt x="2016" y="1"/>
                    <a:pt x="1073"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342" name="Google Shape;7342;p36"/>
            <p:cNvSpPr/>
            <p:nvPr/>
          </p:nvSpPr>
          <p:spPr>
            <a:xfrm>
              <a:off x="6103700" y="1418975"/>
              <a:ext cx="62425" cy="53350"/>
            </a:xfrm>
            <a:custGeom>
              <a:rect b="b" l="l" r="r" t="t"/>
              <a:pathLst>
                <a:path extrusionOk="0" h="2134" w="2497">
                  <a:moveTo>
                    <a:pt x="1066" y="1"/>
                  </a:moveTo>
                  <a:cubicBezTo>
                    <a:pt x="481" y="1"/>
                    <a:pt x="9" y="480"/>
                    <a:pt x="1" y="1065"/>
                  </a:cubicBezTo>
                  <a:cubicBezTo>
                    <a:pt x="1" y="1709"/>
                    <a:pt x="526" y="2133"/>
                    <a:pt x="1075" y="2133"/>
                  </a:cubicBezTo>
                  <a:cubicBezTo>
                    <a:pt x="1337" y="2133"/>
                    <a:pt x="1604" y="2037"/>
                    <a:pt x="1822" y="1822"/>
                  </a:cubicBezTo>
                  <a:cubicBezTo>
                    <a:pt x="2497"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343" name="Google Shape;7343;p36"/>
            <p:cNvSpPr/>
            <p:nvPr/>
          </p:nvSpPr>
          <p:spPr>
            <a:xfrm>
              <a:off x="6103700" y="1495200"/>
              <a:ext cx="62425" cy="53325"/>
            </a:xfrm>
            <a:custGeom>
              <a:rect b="b" l="l" r="r" t="t"/>
              <a:pathLst>
                <a:path extrusionOk="0" h="2133" w="2497">
                  <a:moveTo>
                    <a:pt x="1066" y="0"/>
                  </a:moveTo>
                  <a:cubicBezTo>
                    <a:pt x="481" y="0"/>
                    <a:pt x="9" y="480"/>
                    <a:pt x="1" y="1065"/>
                  </a:cubicBezTo>
                  <a:cubicBezTo>
                    <a:pt x="1" y="1709"/>
                    <a:pt x="526" y="2133"/>
                    <a:pt x="1075" y="2133"/>
                  </a:cubicBezTo>
                  <a:cubicBezTo>
                    <a:pt x="1337" y="2133"/>
                    <a:pt x="1604" y="2036"/>
                    <a:pt x="1822" y="1821"/>
                  </a:cubicBezTo>
                  <a:cubicBezTo>
                    <a:pt x="2497" y="1146"/>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344" name="Google Shape;7344;p36"/>
            <p:cNvSpPr/>
            <p:nvPr/>
          </p:nvSpPr>
          <p:spPr>
            <a:xfrm>
              <a:off x="6103700" y="1571400"/>
              <a:ext cx="62425" cy="53250"/>
            </a:xfrm>
            <a:custGeom>
              <a:rect b="b" l="l" r="r" t="t"/>
              <a:pathLst>
                <a:path extrusionOk="0" h="2130" w="2497">
                  <a:moveTo>
                    <a:pt x="1066" y="1"/>
                  </a:moveTo>
                  <a:cubicBezTo>
                    <a:pt x="481" y="1"/>
                    <a:pt x="9" y="472"/>
                    <a:pt x="1" y="1066"/>
                  </a:cubicBezTo>
                  <a:cubicBezTo>
                    <a:pt x="1" y="1703"/>
                    <a:pt x="525" y="2129"/>
                    <a:pt x="1074" y="2129"/>
                  </a:cubicBezTo>
                  <a:cubicBezTo>
                    <a:pt x="1336" y="2129"/>
                    <a:pt x="1604" y="2032"/>
                    <a:pt x="1822" y="1813"/>
                  </a:cubicBezTo>
                  <a:cubicBezTo>
                    <a:pt x="2497"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345" name="Google Shape;7345;p36"/>
            <p:cNvSpPr/>
            <p:nvPr/>
          </p:nvSpPr>
          <p:spPr>
            <a:xfrm>
              <a:off x="6103700" y="1647400"/>
              <a:ext cx="62425" cy="53450"/>
            </a:xfrm>
            <a:custGeom>
              <a:rect b="b" l="l" r="r" t="t"/>
              <a:pathLst>
                <a:path extrusionOk="0" h="2138" w="2497">
                  <a:moveTo>
                    <a:pt x="1066" y="1"/>
                  </a:moveTo>
                  <a:cubicBezTo>
                    <a:pt x="481" y="9"/>
                    <a:pt x="9" y="481"/>
                    <a:pt x="1" y="1066"/>
                  </a:cubicBezTo>
                  <a:cubicBezTo>
                    <a:pt x="1" y="1710"/>
                    <a:pt x="526" y="2138"/>
                    <a:pt x="1075" y="2138"/>
                  </a:cubicBezTo>
                  <a:cubicBezTo>
                    <a:pt x="1337" y="2138"/>
                    <a:pt x="1604" y="2040"/>
                    <a:pt x="1822" y="1822"/>
                  </a:cubicBezTo>
                  <a:cubicBezTo>
                    <a:pt x="2497"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346" name="Google Shape;7346;p36"/>
            <p:cNvSpPr/>
            <p:nvPr/>
          </p:nvSpPr>
          <p:spPr>
            <a:xfrm>
              <a:off x="6103700" y="1723625"/>
              <a:ext cx="62425" cy="53350"/>
            </a:xfrm>
            <a:custGeom>
              <a:rect b="b" l="l" r="r" t="t"/>
              <a:pathLst>
                <a:path extrusionOk="0" h="2134" w="2497">
                  <a:moveTo>
                    <a:pt x="1066" y="1"/>
                  </a:moveTo>
                  <a:cubicBezTo>
                    <a:pt x="481" y="1"/>
                    <a:pt x="9" y="480"/>
                    <a:pt x="1" y="1065"/>
                  </a:cubicBezTo>
                  <a:cubicBezTo>
                    <a:pt x="1" y="1709"/>
                    <a:pt x="526" y="2133"/>
                    <a:pt x="1075" y="2133"/>
                  </a:cubicBezTo>
                  <a:cubicBezTo>
                    <a:pt x="1337" y="2133"/>
                    <a:pt x="1604" y="2037"/>
                    <a:pt x="1822" y="1822"/>
                  </a:cubicBezTo>
                  <a:cubicBezTo>
                    <a:pt x="2497"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347" name="Google Shape;7347;p36"/>
            <p:cNvSpPr/>
            <p:nvPr/>
          </p:nvSpPr>
          <p:spPr>
            <a:xfrm>
              <a:off x="6103700" y="1799850"/>
              <a:ext cx="62425" cy="53325"/>
            </a:xfrm>
            <a:custGeom>
              <a:rect b="b" l="l" r="r" t="t"/>
              <a:pathLst>
                <a:path extrusionOk="0" h="2133" w="2497">
                  <a:moveTo>
                    <a:pt x="1066" y="0"/>
                  </a:moveTo>
                  <a:cubicBezTo>
                    <a:pt x="481" y="0"/>
                    <a:pt x="9" y="480"/>
                    <a:pt x="1" y="1065"/>
                  </a:cubicBezTo>
                  <a:cubicBezTo>
                    <a:pt x="1" y="1709"/>
                    <a:pt x="526" y="2133"/>
                    <a:pt x="1075" y="2133"/>
                  </a:cubicBezTo>
                  <a:cubicBezTo>
                    <a:pt x="1337" y="2133"/>
                    <a:pt x="1604" y="2036"/>
                    <a:pt x="1822" y="1821"/>
                  </a:cubicBezTo>
                  <a:cubicBezTo>
                    <a:pt x="2497" y="1146"/>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348" name="Google Shape;7348;p36"/>
            <p:cNvSpPr/>
            <p:nvPr/>
          </p:nvSpPr>
          <p:spPr>
            <a:xfrm>
              <a:off x="6103700" y="1876050"/>
              <a:ext cx="62425" cy="53275"/>
            </a:xfrm>
            <a:custGeom>
              <a:rect b="b" l="l" r="r" t="t"/>
              <a:pathLst>
                <a:path extrusionOk="0" h="2131" w="2497">
                  <a:moveTo>
                    <a:pt x="1066" y="1"/>
                  </a:moveTo>
                  <a:cubicBezTo>
                    <a:pt x="481" y="1"/>
                    <a:pt x="9" y="472"/>
                    <a:pt x="1" y="1066"/>
                  </a:cubicBezTo>
                  <a:cubicBezTo>
                    <a:pt x="1" y="1707"/>
                    <a:pt x="523" y="2131"/>
                    <a:pt x="1070" y="2131"/>
                  </a:cubicBezTo>
                  <a:cubicBezTo>
                    <a:pt x="1333" y="2131"/>
                    <a:pt x="1603" y="2033"/>
                    <a:pt x="1822" y="1813"/>
                  </a:cubicBezTo>
                  <a:cubicBezTo>
                    <a:pt x="2497"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349" name="Google Shape;7349;p36"/>
            <p:cNvSpPr/>
            <p:nvPr/>
          </p:nvSpPr>
          <p:spPr>
            <a:xfrm>
              <a:off x="6103700" y="1952050"/>
              <a:ext cx="62425" cy="53450"/>
            </a:xfrm>
            <a:custGeom>
              <a:rect b="b" l="l" r="r" t="t"/>
              <a:pathLst>
                <a:path extrusionOk="0" h="2138" w="2497">
                  <a:moveTo>
                    <a:pt x="1066" y="1"/>
                  </a:moveTo>
                  <a:cubicBezTo>
                    <a:pt x="481" y="9"/>
                    <a:pt x="9" y="481"/>
                    <a:pt x="1" y="1074"/>
                  </a:cubicBezTo>
                  <a:cubicBezTo>
                    <a:pt x="1" y="1712"/>
                    <a:pt x="525" y="2138"/>
                    <a:pt x="1074" y="2138"/>
                  </a:cubicBezTo>
                  <a:cubicBezTo>
                    <a:pt x="1336" y="2138"/>
                    <a:pt x="1604" y="2040"/>
                    <a:pt x="1822" y="1822"/>
                  </a:cubicBezTo>
                  <a:cubicBezTo>
                    <a:pt x="2497" y="1155"/>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350" name="Google Shape;7350;p36"/>
            <p:cNvSpPr/>
            <p:nvPr/>
          </p:nvSpPr>
          <p:spPr>
            <a:xfrm>
              <a:off x="6179925" y="1418975"/>
              <a:ext cx="62225" cy="53350"/>
            </a:xfrm>
            <a:custGeom>
              <a:rect b="b" l="l" r="r" t="t"/>
              <a:pathLst>
                <a:path extrusionOk="0" h="2134" w="2489">
                  <a:moveTo>
                    <a:pt x="1065" y="1"/>
                  </a:moveTo>
                  <a:cubicBezTo>
                    <a:pt x="480" y="1"/>
                    <a:pt x="0" y="480"/>
                    <a:pt x="0" y="1065"/>
                  </a:cubicBezTo>
                  <a:cubicBezTo>
                    <a:pt x="0" y="1709"/>
                    <a:pt x="526" y="2133"/>
                    <a:pt x="1074" y="2133"/>
                  </a:cubicBezTo>
                  <a:cubicBezTo>
                    <a:pt x="1336" y="2133"/>
                    <a:pt x="1603" y="2037"/>
                    <a:pt x="1821" y="1822"/>
                  </a:cubicBezTo>
                  <a:cubicBezTo>
                    <a:pt x="2488" y="1147"/>
                    <a:pt x="2017"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351" name="Google Shape;7351;p36"/>
            <p:cNvSpPr/>
            <p:nvPr/>
          </p:nvSpPr>
          <p:spPr>
            <a:xfrm>
              <a:off x="6179925" y="1495200"/>
              <a:ext cx="62225" cy="53325"/>
            </a:xfrm>
            <a:custGeom>
              <a:rect b="b" l="l" r="r" t="t"/>
              <a:pathLst>
                <a:path extrusionOk="0" h="2133" w="2489">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352" name="Google Shape;7352;p36"/>
            <p:cNvSpPr/>
            <p:nvPr/>
          </p:nvSpPr>
          <p:spPr>
            <a:xfrm>
              <a:off x="6179925" y="1571400"/>
              <a:ext cx="62225" cy="53250"/>
            </a:xfrm>
            <a:custGeom>
              <a:rect b="b" l="l" r="r" t="t"/>
              <a:pathLst>
                <a:path extrusionOk="0" h="2130" w="2489">
                  <a:moveTo>
                    <a:pt x="1065" y="1"/>
                  </a:moveTo>
                  <a:cubicBezTo>
                    <a:pt x="480" y="1"/>
                    <a:pt x="0" y="472"/>
                    <a:pt x="0" y="1066"/>
                  </a:cubicBezTo>
                  <a:cubicBezTo>
                    <a:pt x="0" y="1703"/>
                    <a:pt x="525" y="2129"/>
                    <a:pt x="1073" y="2129"/>
                  </a:cubicBezTo>
                  <a:cubicBezTo>
                    <a:pt x="1335" y="2129"/>
                    <a:pt x="1603" y="2032"/>
                    <a:pt x="1821" y="1813"/>
                  </a:cubicBezTo>
                  <a:cubicBezTo>
                    <a:pt x="2488" y="1147"/>
                    <a:pt x="2017"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353" name="Google Shape;7353;p36"/>
            <p:cNvSpPr/>
            <p:nvPr/>
          </p:nvSpPr>
          <p:spPr>
            <a:xfrm>
              <a:off x="6256150" y="1418975"/>
              <a:ext cx="62200" cy="53350"/>
            </a:xfrm>
            <a:custGeom>
              <a:rect b="b" l="l" r="r" t="t"/>
              <a:pathLst>
                <a:path extrusionOk="0" h="2134" w="2488">
                  <a:moveTo>
                    <a:pt x="1065" y="1"/>
                  </a:moveTo>
                  <a:cubicBezTo>
                    <a:pt x="480" y="1"/>
                    <a:pt x="0" y="480"/>
                    <a:pt x="0" y="1065"/>
                  </a:cubicBezTo>
                  <a:cubicBezTo>
                    <a:pt x="0" y="1709"/>
                    <a:pt x="525" y="2133"/>
                    <a:pt x="1071" y="2133"/>
                  </a:cubicBezTo>
                  <a:cubicBezTo>
                    <a:pt x="1332" y="2133"/>
                    <a:pt x="1598" y="2037"/>
                    <a:pt x="1813" y="1822"/>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354" name="Google Shape;7354;p36"/>
            <p:cNvSpPr/>
            <p:nvPr/>
          </p:nvSpPr>
          <p:spPr>
            <a:xfrm>
              <a:off x="6256150" y="1495200"/>
              <a:ext cx="62200" cy="53325"/>
            </a:xfrm>
            <a:custGeom>
              <a:rect b="b" l="l" r="r" t="t"/>
              <a:pathLst>
                <a:path extrusionOk="0" h="2133" w="2488">
                  <a:moveTo>
                    <a:pt x="1065" y="0"/>
                  </a:moveTo>
                  <a:cubicBezTo>
                    <a:pt x="480" y="0"/>
                    <a:pt x="0" y="480"/>
                    <a:pt x="0" y="1065"/>
                  </a:cubicBezTo>
                  <a:cubicBezTo>
                    <a:pt x="0" y="1709"/>
                    <a:pt x="525" y="2133"/>
                    <a:pt x="1071" y="2133"/>
                  </a:cubicBezTo>
                  <a:cubicBezTo>
                    <a:pt x="1332" y="2133"/>
                    <a:pt x="1598" y="2036"/>
                    <a:pt x="1813" y="1821"/>
                  </a:cubicBezTo>
                  <a:cubicBezTo>
                    <a:pt x="2488" y="1146"/>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355" name="Google Shape;7355;p36"/>
            <p:cNvSpPr/>
            <p:nvPr/>
          </p:nvSpPr>
          <p:spPr>
            <a:xfrm>
              <a:off x="6256150" y="1571400"/>
              <a:ext cx="62200" cy="53250"/>
            </a:xfrm>
            <a:custGeom>
              <a:rect b="b" l="l" r="r" t="t"/>
              <a:pathLst>
                <a:path extrusionOk="0" h="2130" w="2488">
                  <a:moveTo>
                    <a:pt x="1065" y="1"/>
                  </a:moveTo>
                  <a:cubicBezTo>
                    <a:pt x="480" y="1"/>
                    <a:pt x="0" y="472"/>
                    <a:pt x="0" y="1066"/>
                  </a:cubicBezTo>
                  <a:cubicBezTo>
                    <a:pt x="0" y="1703"/>
                    <a:pt x="524" y="2129"/>
                    <a:pt x="1070" y="2129"/>
                  </a:cubicBezTo>
                  <a:cubicBezTo>
                    <a:pt x="1331" y="2129"/>
                    <a:pt x="1597" y="2032"/>
                    <a:pt x="1813" y="1813"/>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356" name="Google Shape;7356;p36"/>
            <p:cNvSpPr/>
            <p:nvPr/>
          </p:nvSpPr>
          <p:spPr>
            <a:xfrm>
              <a:off x="6256150" y="1647400"/>
              <a:ext cx="62200" cy="53450"/>
            </a:xfrm>
            <a:custGeom>
              <a:rect b="b" l="l" r="r" t="t"/>
              <a:pathLst>
                <a:path extrusionOk="0" h="2138" w="2488">
                  <a:moveTo>
                    <a:pt x="1065" y="1"/>
                  </a:moveTo>
                  <a:cubicBezTo>
                    <a:pt x="480" y="1"/>
                    <a:pt x="0" y="481"/>
                    <a:pt x="0" y="1066"/>
                  </a:cubicBezTo>
                  <a:cubicBezTo>
                    <a:pt x="0" y="1710"/>
                    <a:pt x="525" y="2138"/>
                    <a:pt x="1071" y="2138"/>
                  </a:cubicBezTo>
                  <a:cubicBezTo>
                    <a:pt x="1332" y="2138"/>
                    <a:pt x="1597" y="2040"/>
                    <a:pt x="1813" y="1822"/>
                  </a:cubicBezTo>
                  <a:cubicBezTo>
                    <a:pt x="2488" y="1155"/>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357" name="Google Shape;7357;p36"/>
            <p:cNvSpPr/>
            <p:nvPr/>
          </p:nvSpPr>
          <p:spPr>
            <a:xfrm>
              <a:off x="6179925" y="1647400"/>
              <a:ext cx="62225" cy="53450"/>
            </a:xfrm>
            <a:custGeom>
              <a:rect b="b" l="l" r="r" t="t"/>
              <a:pathLst>
                <a:path extrusionOk="0" h="2138" w="2489">
                  <a:moveTo>
                    <a:pt x="1065" y="1"/>
                  </a:moveTo>
                  <a:cubicBezTo>
                    <a:pt x="480" y="1"/>
                    <a:pt x="0" y="481"/>
                    <a:pt x="0" y="1066"/>
                  </a:cubicBezTo>
                  <a:cubicBezTo>
                    <a:pt x="0" y="1710"/>
                    <a:pt x="526" y="2138"/>
                    <a:pt x="1074" y="2138"/>
                  </a:cubicBezTo>
                  <a:cubicBezTo>
                    <a:pt x="1336" y="2138"/>
                    <a:pt x="1603" y="2040"/>
                    <a:pt x="1821" y="1822"/>
                  </a:cubicBezTo>
                  <a:cubicBezTo>
                    <a:pt x="2488" y="1147"/>
                    <a:pt x="2017"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358" name="Google Shape;7358;p36"/>
            <p:cNvSpPr/>
            <p:nvPr/>
          </p:nvSpPr>
          <p:spPr>
            <a:xfrm>
              <a:off x="6179925" y="1723625"/>
              <a:ext cx="62225" cy="53350"/>
            </a:xfrm>
            <a:custGeom>
              <a:rect b="b" l="l" r="r" t="t"/>
              <a:pathLst>
                <a:path extrusionOk="0" h="2134" w="2489">
                  <a:moveTo>
                    <a:pt x="1065" y="1"/>
                  </a:moveTo>
                  <a:cubicBezTo>
                    <a:pt x="480" y="1"/>
                    <a:pt x="0" y="480"/>
                    <a:pt x="0" y="1065"/>
                  </a:cubicBezTo>
                  <a:cubicBezTo>
                    <a:pt x="0" y="1709"/>
                    <a:pt x="526" y="2133"/>
                    <a:pt x="1074" y="2133"/>
                  </a:cubicBezTo>
                  <a:cubicBezTo>
                    <a:pt x="1336" y="2133"/>
                    <a:pt x="1603" y="2037"/>
                    <a:pt x="1821" y="1822"/>
                  </a:cubicBezTo>
                  <a:cubicBezTo>
                    <a:pt x="2488" y="1147"/>
                    <a:pt x="2017"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359" name="Google Shape;7359;p36"/>
            <p:cNvSpPr/>
            <p:nvPr/>
          </p:nvSpPr>
          <p:spPr>
            <a:xfrm>
              <a:off x="6179925" y="1799850"/>
              <a:ext cx="62225" cy="53325"/>
            </a:xfrm>
            <a:custGeom>
              <a:rect b="b" l="l" r="r" t="t"/>
              <a:pathLst>
                <a:path extrusionOk="0" h="2133" w="2489">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360" name="Google Shape;7360;p36"/>
            <p:cNvSpPr/>
            <p:nvPr/>
          </p:nvSpPr>
          <p:spPr>
            <a:xfrm>
              <a:off x="6179925" y="1876050"/>
              <a:ext cx="62225" cy="53275"/>
            </a:xfrm>
            <a:custGeom>
              <a:rect b="b" l="l" r="r" t="t"/>
              <a:pathLst>
                <a:path extrusionOk="0" h="2131" w="2489">
                  <a:moveTo>
                    <a:pt x="1065" y="1"/>
                  </a:moveTo>
                  <a:cubicBezTo>
                    <a:pt x="480" y="1"/>
                    <a:pt x="0" y="472"/>
                    <a:pt x="0" y="1066"/>
                  </a:cubicBezTo>
                  <a:cubicBezTo>
                    <a:pt x="0" y="1707"/>
                    <a:pt x="523" y="2131"/>
                    <a:pt x="1070" y="2131"/>
                  </a:cubicBezTo>
                  <a:cubicBezTo>
                    <a:pt x="1333" y="2131"/>
                    <a:pt x="1602" y="2033"/>
                    <a:pt x="1821" y="1813"/>
                  </a:cubicBezTo>
                  <a:cubicBezTo>
                    <a:pt x="2488" y="1147"/>
                    <a:pt x="2017"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361" name="Google Shape;7361;p36"/>
            <p:cNvSpPr/>
            <p:nvPr/>
          </p:nvSpPr>
          <p:spPr>
            <a:xfrm>
              <a:off x="6179925" y="1952050"/>
              <a:ext cx="62225" cy="53450"/>
            </a:xfrm>
            <a:custGeom>
              <a:rect b="b" l="l" r="r" t="t"/>
              <a:pathLst>
                <a:path extrusionOk="0" h="2138" w="2489">
                  <a:moveTo>
                    <a:pt x="1065" y="1"/>
                  </a:moveTo>
                  <a:cubicBezTo>
                    <a:pt x="480" y="9"/>
                    <a:pt x="0" y="481"/>
                    <a:pt x="0" y="1074"/>
                  </a:cubicBezTo>
                  <a:cubicBezTo>
                    <a:pt x="0" y="1712"/>
                    <a:pt x="525" y="2138"/>
                    <a:pt x="1073" y="2138"/>
                  </a:cubicBezTo>
                  <a:cubicBezTo>
                    <a:pt x="1335" y="2138"/>
                    <a:pt x="1603" y="2040"/>
                    <a:pt x="1821" y="1822"/>
                  </a:cubicBezTo>
                  <a:cubicBezTo>
                    <a:pt x="2488" y="1155"/>
                    <a:pt x="2017"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362" name="Google Shape;7362;p36"/>
            <p:cNvSpPr/>
            <p:nvPr/>
          </p:nvSpPr>
          <p:spPr>
            <a:xfrm>
              <a:off x="6179925" y="2028275"/>
              <a:ext cx="62225" cy="53450"/>
            </a:xfrm>
            <a:custGeom>
              <a:rect b="b" l="l" r="r" t="t"/>
              <a:pathLst>
                <a:path extrusionOk="0" h="2138" w="2489">
                  <a:moveTo>
                    <a:pt x="1065" y="1"/>
                  </a:moveTo>
                  <a:cubicBezTo>
                    <a:pt x="480" y="1"/>
                    <a:pt x="0" y="480"/>
                    <a:pt x="0" y="1065"/>
                  </a:cubicBezTo>
                  <a:cubicBezTo>
                    <a:pt x="0" y="1709"/>
                    <a:pt x="526" y="2137"/>
                    <a:pt x="1074" y="2137"/>
                  </a:cubicBezTo>
                  <a:cubicBezTo>
                    <a:pt x="1336" y="2137"/>
                    <a:pt x="1603" y="2040"/>
                    <a:pt x="1821" y="1821"/>
                  </a:cubicBezTo>
                  <a:cubicBezTo>
                    <a:pt x="2488" y="1147"/>
                    <a:pt x="2017"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363" name="Google Shape;7363;p36"/>
            <p:cNvSpPr/>
            <p:nvPr/>
          </p:nvSpPr>
          <p:spPr>
            <a:xfrm>
              <a:off x="6103700" y="2028275"/>
              <a:ext cx="62425" cy="53450"/>
            </a:xfrm>
            <a:custGeom>
              <a:rect b="b" l="l" r="r" t="t"/>
              <a:pathLst>
                <a:path extrusionOk="0" h="2138" w="2497">
                  <a:moveTo>
                    <a:pt x="1066" y="1"/>
                  </a:moveTo>
                  <a:cubicBezTo>
                    <a:pt x="481" y="1"/>
                    <a:pt x="9" y="480"/>
                    <a:pt x="1" y="1065"/>
                  </a:cubicBezTo>
                  <a:cubicBezTo>
                    <a:pt x="1" y="1709"/>
                    <a:pt x="526" y="2137"/>
                    <a:pt x="1075" y="2137"/>
                  </a:cubicBezTo>
                  <a:cubicBezTo>
                    <a:pt x="1337" y="2137"/>
                    <a:pt x="1604" y="2040"/>
                    <a:pt x="1822" y="1821"/>
                  </a:cubicBezTo>
                  <a:cubicBezTo>
                    <a:pt x="2497"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364" name="Google Shape;7364;p36"/>
            <p:cNvSpPr/>
            <p:nvPr/>
          </p:nvSpPr>
          <p:spPr>
            <a:xfrm>
              <a:off x="6027500" y="2028275"/>
              <a:ext cx="62425" cy="53450"/>
            </a:xfrm>
            <a:custGeom>
              <a:rect b="b" l="l" r="r" t="t"/>
              <a:pathLst>
                <a:path extrusionOk="0" h="2138" w="2497">
                  <a:moveTo>
                    <a:pt x="1073" y="1"/>
                  </a:moveTo>
                  <a:cubicBezTo>
                    <a:pt x="480" y="1"/>
                    <a:pt x="9" y="480"/>
                    <a:pt x="0" y="1065"/>
                  </a:cubicBezTo>
                  <a:cubicBezTo>
                    <a:pt x="0" y="1709"/>
                    <a:pt x="529" y="2137"/>
                    <a:pt x="1078" y="2137"/>
                  </a:cubicBezTo>
                  <a:cubicBezTo>
                    <a:pt x="1340" y="2137"/>
                    <a:pt x="1606" y="2040"/>
                    <a:pt x="1821" y="1821"/>
                  </a:cubicBezTo>
                  <a:cubicBezTo>
                    <a:pt x="2496" y="1147"/>
                    <a:pt x="2016" y="1"/>
                    <a:pt x="1073"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365" name="Google Shape;7365;p36"/>
            <p:cNvSpPr/>
            <p:nvPr/>
          </p:nvSpPr>
          <p:spPr>
            <a:xfrm>
              <a:off x="6027500" y="2104500"/>
              <a:ext cx="62425" cy="53325"/>
            </a:xfrm>
            <a:custGeom>
              <a:rect b="b" l="l" r="r" t="t"/>
              <a:pathLst>
                <a:path extrusionOk="0" h="2133" w="2497">
                  <a:moveTo>
                    <a:pt x="1073" y="0"/>
                  </a:moveTo>
                  <a:cubicBezTo>
                    <a:pt x="480" y="0"/>
                    <a:pt x="9" y="480"/>
                    <a:pt x="0" y="1065"/>
                  </a:cubicBezTo>
                  <a:cubicBezTo>
                    <a:pt x="0" y="1709"/>
                    <a:pt x="529" y="2133"/>
                    <a:pt x="1078" y="2133"/>
                  </a:cubicBezTo>
                  <a:cubicBezTo>
                    <a:pt x="1340" y="2133"/>
                    <a:pt x="1606" y="2036"/>
                    <a:pt x="1821" y="1821"/>
                  </a:cubicBezTo>
                  <a:cubicBezTo>
                    <a:pt x="2496" y="1146"/>
                    <a:pt x="2016" y="0"/>
                    <a:pt x="1073"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366" name="Google Shape;7366;p36"/>
            <p:cNvSpPr/>
            <p:nvPr/>
          </p:nvSpPr>
          <p:spPr>
            <a:xfrm>
              <a:off x="5951475" y="2104500"/>
              <a:ext cx="62225" cy="53325"/>
            </a:xfrm>
            <a:custGeom>
              <a:rect b="b" l="l" r="r" t="t"/>
              <a:pathLst>
                <a:path extrusionOk="0" h="2133" w="2489">
                  <a:moveTo>
                    <a:pt x="1066" y="0"/>
                  </a:moveTo>
                  <a:cubicBezTo>
                    <a:pt x="472" y="0"/>
                    <a:pt x="1" y="480"/>
                    <a:pt x="1" y="1065"/>
                  </a:cubicBezTo>
                  <a:cubicBezTo>
                    <a:pt x="1" y="1709"/>
                    <a:pt x="526" y="2133"/>
                    <a:pt x="1072" y="2133"/>
                  </a:cubicBezTo>
                  <a:cubicBezTo>
                    <a:pt x="1333" y="2133"/>
                    <a:pt x="1598" y="2036"/>
                    <a:pt x="1814" y="1821"/>
                  </a:cubicBezTo>
                  <a:cubicBezTo>
                    <a:pt x="2489" y="1146"/>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367" name="Google Shape;7367;p36"/>
            <p:cNvSpPr/>
            <p:nvPr/>
          </p:nvSpPr>
          <p:spPr>
            <a:xfrm>
              <a:off x="5494400" y="1647400"/>
              <a:ext cx="62225" cy="53450"/>
            </a:xfrm>
            <a:custGeom>
              <a:rect b="b" l="l" r="r" t="t"/>
              <a:pathLst>
                <a:path extrusionOk="0" h="2138" w="2489">
                  <a:moveTo>
                    <a:pt x="1066" y="1"/>
                  </a:moveTo>
                  <a:cubicBezTo>
                    <a:pt x="480" y="1"/>
                    <a:pt x="1" y="481"/>
                    <a:pt x="1" y="1066"/>
                  </a:cubicBezTo>
                  <a:cubicBezTo>
                    <a:pt x="1" y="1710"/>
                    <a:pt x="526" y="2138"/>
                    <a:pt x="1075" y="2138"/>
                  </a:cubicBezTo>
                  <a:cubicBezTo>
                    <a:pt x="1337" y="2138"/>
                    <a:pt x="1604" y="2040"/>
                    <a:pt x="1822" y="1822"/>
                  </a:cubicBezTo>
                  <a:cubicBezTo>
                    <a:pt x="2488" y="1155"/>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368" name="Google Shape;7368;p36"/>
            <p:cNvSpPr/>
            <p:nvPr/>
          </p:nvSpPr>
          <p:spPr>
            <a:xfrm>
              <a:off x="5494400" y="1723625"/>
              <a:ext cx="62225" cy="53350"/>
            </a:xfrm>
            <a:custGeom>
              <a:rect b="b" l="l" r="r" t="t"/>
              <a:pathLst>
                <a:path extrusionOk="0" h="2134" w="2489">
                  <a:moveTo>
                    <a:pt x="1066" y="1"/>
                  </a:moveTo>
                  <a:cubicBezTo>
                    <a:pt x="480" y="1"/>
                    <a:pt x="1" y="480"/>
                    <a:pt x="1" y="1065"/>
                  </a:cubicBezTo>
                  <a:cubicBezTo>
                    <a:pt x="1" y="1709"/>
                    <a:pt x="526" y="2133"/>
                    <a:pt x="1075" y="2133"/>
                  </a:cubicBezTo>
                  <a:cubicBezTo>
                    <a:pt x="1337" y="2133"/>
                    <a:pt x="1604" y="2037"/>
                    <a:pt x="1822" y="1822"/>
                  </a:cubicBezTo>
                  <a:cubicBezTo>
                    <a:pt x="2488"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369" name="Google Shape;7369;p36"/>
            <p:cNvSpPr/>
            <p:nvPr/>
          </p:nvSpPr>
          <p:spPr>
            <a:xfrm>
              <a:off x="5494400" y="1799850"/>
              <a:ext cx="62225" cy="53325"/>
            </a:xfrm>
            <a:custGeom>
              <a:rect b="b" l="l" r="r" t="t"/>
              <a:pathLst>
                <a:path extrusionOk="0" h="2133" w="2489">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370" name="Google Shape;7370;p36"/>
            <p:cNvSpPr/>
            <p:nvPr/>
          </p:nvSpPr>
          <p:spPr>
            <a:xfrm>
              <a:off x="5494400" y="1876050"/>
              <a:ext cx="62225" cy="53300"/>
            </a:xfrm>
            <a:custGeom>
              <a:rect b="b" l="l" r="r" t="t"/>
              <a:pathLst>
                <a:path extrusionOk="0" h="2132" w="2489">
                  <a:moveTo>
                    <a:pt x="1066" y="1"/>
                  </a:moveTo>
                  <a:cubicBezTo>
                    <a:pt x="480" y="1"/>
                    <a:pt x="1" y="472"/>
                    <a:pt x="1" y="1066"/>
                  </a:cubicBezTo>
                  <a:cubicBezTo>
                    <a:pt x="1" y="1705"/>
                    <a:pt x="525" y="2132"/>
                    <a:pt x="1072" y="2132"/>
                  </a:cubicBezTo>
                  <a:cubicBezTo>
                    <a:pt x="1332" y="2132"/>
                    <a:pt x="1597" y="2036"/>
                    <a:pt x="1814" y="1822"/>
                  </a:cubicBezTo>
                  <a:cubicBezTo>
                    <a:pt x="2488"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371" name="Google Shape;7371;p36"/>
            <p:cNvSpPr/>
            <p:nvPr/>
          </p:nvSpPr>
          <p:spPr>
            <a:xfrm>
              <a:off x="5494400" y="1952050"/>
              <a:ext cx="62225" cy="53450"/>
            </a:xfrm>
            <a:custGeom>
              <a:rect b="b" l="l" r="r" t="t"/>
              <a:pathLst>
                <a:path extrusionOk="0" h="2138" w="2489">
                  <a:moveTo>
                    <a:pt x="1066" y="1"/>
                  </a:moveTo>
                  <a:cubicBezTo>
                    <a:pt x="480" y="9"/>
                    <a:pt x="1" y="481"/>
                    <a:pt x="1" y="1074"/>
                  </a:cubicBezTo>
                  <a:cubicBezTo>
                    <a:pt x="1" y="1712"/>
                    <a:pt x="525" y="2138"/>
                    <a:pt x="1074" y="2138"/>
                  </a:cubicBezTo>
                  <a:cubicBezTo>
                    <a:pt x="1336" y="2138"/>
                    <a:pt x="1604" y="2040"/>
                    <a:pt x="1822" y="1822"/>
                  </a:cubicBezTo>
                  <a:cubicBezTo>
                    <a:pt x="2488" y="1155"/>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372" name="Google Shape;7372;p36"/>
            <p:cNvSpPr/>
            <p:nvPr/>
          </p:nvSpPr>
          <p:spPr>
            <a:xfrm>
              <a:off x="5494400" y="2028275"/>
              <a:ext cx="62225" cy="53450"/>
            </a:xfrm>
            <a:custGeom>
              <a:rect b="b" l="l" r="r" t="t"/>
              <a:pathLst>
                <a:path extrusionOk="0" h="2138" w="2489">
                  <a:moveTo>
                    <a:pt x="1066" y="1"/>
                  </a:moveTo>
                  <a:cubicBezTo>
                    <a:pt x="480" y="1"/>
                    <a:pt x="1" y="480"/>
                    <a:pt x="1" y="1065"/>
                  </a:cubicBezTo>
                  <a:cubicBezTo>
                    <a:pt x="1" y="1709"/>
                    <a:pt x="526" y="2137"/>
                    <a:pt x="1075" y="2137"/>
                  </a:cubicBezTo>
                  <a:cubicBezTo>
                    <a:pt x="1337" y="2137"/>
                    <a:pt x="1604" y="2040"/>
                    <a:pt x="1822" y="1821"/>
                  </a:cubicBezTo>
                  <a:cubicBezTo>
                    <a:pt x="2488"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373" name="Google Shape;7373;p36"/>
            <p:cNvSpPr/>
            <p:nvPr/>
          </p:nvSpPr>
          <p:spPr>
            <a:xfrm>
              <a:off x="5494400" y="2104500"/>
              <a:ext cx="62225" cy="53325"/>
            </a:xfrm>
            <a:custGeom>
              <a:rect b="b" l="l" r="r" t="t"/>
              <a:pathLst>
                <a:path extrusionOk="0" h="2133" w="2489">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374" name="Google Shape;7374;p36"/>
            <p:cNvSpPr/>
            <p:nvPr/>
          </p:nvSpPr>
          <p:spPr>
            <a:xfrm>
              <a:off x="5494400" y="2180700"/>
              <a:ext cx="62225" cy="53350"/>
            </a:xfrm>
            <a:custGeom>
              <a:rect b="b" l="l" r="r" t="t"/>
              <a:pathLst>
                <a:path extrusionOk="0" h="2134" w="2489">
                  <a:moveTo>
                    <a:pt x="1066" y="1"/>
                  </a:moveTo>
                  <a:cubicBezTo>
                    <a:pt x="480" y="1"/>
                    <a:pt x="1" y="480"/>
                    <a:pt x="1" y="1066"/>
                  </a:cubicBezTo>
                  <a:cubicBezTo>
                    <a:pt x="1" y="1709"/>
                    <a:pt x="526" y="2133"/>
                    <a:pt x="1075" y="2133"/>
                  </a:cubicBezTo>
                  <a:cubicBezTo>
                    <a:pt x="1337" y="2133"/>
                    <a:pt x="1604" y="2037"/>
                    <a:pt x="1822" y="1822"/>
                  </a:cubicBezTo>
                  <a:cubicBezTo>
                    <a:pt x="2488"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375" name="Google Shape;7375;p36"/>
            <p:cNvSpPr/>
            <p:nvPr/>
          </p:nvSpPr>
          <p:spPr>
            <a:xfrm>
              <a:off x="5494400" y="2256925"/>
              <a:ext cx="62375" cy="53425"/>
            </a:xfrm>
            <a:custGeom>
              <a:rect b="b" l="l" r="r" t="t"/>
              <a:pathLst>
                <a:path extrusionOk="0" h="2137" w="2495">
                  <a:moveTo>
                    <a:pt x="1076" y="0"/>
                  </a:moveTo>
                  <a:cubicBezTo>
                    <a:pt x="1072" y="0"/>
                    <a:pt x="1069" y="0"/>
                    <a:pt x="1066" y="0"/>
                  </a:cubicBezTo>
                  <a:cubicBezTo>
                    <a:pt x="480" y="0"/>
                    <a:pt x="1" y="480"/>
                    <a:pt x="1" y="1065"/>
                  </a:cubicBezTo>
                  <a:cubicBezTo>
                    <a:pt x="1" y="1709"/>
                    <a:pt x="530" y="2137"/>
                    <a:pt x="1078" y="2137"/>
                  </a:cubicBezTo>
                  <a:cubicBezTo>
                    <a:pt x="1340" y="2137"/>
                    <a:pt x="1606" y="2039"/>
                    <a:pt x="1822" y="1821"/>
                  </a:cubicBezTo>
                  <a:cubicBezTo>
                    <a:pt x="2494" y="1149"/>
                    <a:pt x="2020" y="0"/>
                    <a:pt x="1076"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376" name="Google Shape;7376;p36"/>
            <p:cNvSpPr/>
            <p:nvPr/>
          </p:nvSpPr>
          <p:spPr>
            <a:xfrm>
              <a:off x="5494400" y="2333125"/>
              <a:ext cx="62225" cy="53450"/>
            </a:xfrm>
            <a:custGeom>
              <a:rect b="b" l="l" r="r" t="t"/>
              <a:pathLst>
                <a:path extrusionOk="0" h="2138" w="2489">
                  <a:moveTo>
                    <a:pt x="1066" y="1"/>
                  </a:moveTo>
                  <a:cubicBezTo>
                    <a:pt x="480" y="1"/>
                    <a:pt x="1" y="480"/>
                    <a:pt x="1" y="1066"/>
                  </a:cubicBezTo>
                  <a:cubicBezTo>
                    <a:pt x="1" y="1709"/>
                    <a:pt x="526" y="2137"/>
                    <a:pt x="1075" y="2137"/>
                  </a:cubicBezTo>
                  <a:cubicBezTo>
                    <a:pt x="1337" y="2137"/>
                    <a:pt x="1604" y="2040"/>
                    <a:pt x="1822" y="1822"/>
                  </a:cubicBezTo>
                  <a:cubicBezTo>
                    <a:pt x="2488"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377" name="Google Shape;7377;p36"/>
            <p:cNvSpPr/>
            <p:nvPr/>
          </p:nvSpPr>
          <p:spPr>
            <a:xfrm>
              <a:off x="5494400" y="2485550"/>
              <a:ext cx="62225" cy="53300"/>
            </a:xfrm>
            <a:custGeom>
              <a:rect b="b" l="l" r="r" t="t"/>
              <a:pathLst>
                <a:path extrusionOk="0" h="2132" w="2489">
                  <a:moveTo>
                    <a:pt x="1066" y="1"/>
                  </a:moveTo>
                  <a:cubicBezTo>
                    <a:pt x="480" y="1"/>
                    <a:pt x="1" y="472"/>
                    <a:pt x="1" y="1066"/>
                  </a:cubicBezTo>
                  <a:cubicBezTo>
                    <a:pt x="1" y="1708"/>
                    <a:pt x="523" y="2131"/>
                    <a:pt x="1070" y="2131"/>
                  </a:cubicBezTo>
                  <a:cubicBezTo>
                    <a:pt x="1333" y="2131"/>
                    <a:pt x="1603" y="2033"/>
                    <a:pt x="1822" y="1814"/>
                  </a:cubicBezTo>
                  <a:cubicBezTo>
                    <a:pt x="2488"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378" name="Google Shape;7378;p36"/>
            <p:cNvSpPr/>
            <p:nvPr/>
          </p:nvSpPr>
          <p:spPr>
            <a:xfrm>
              <a:off x="5494400" y="2561575"/>
              <a:ext cx="62225" cy="53425"/>
            </a:xfrm>
            <a:custGeom>
              <a:rect b="b" l="l" r="r" t="t"/>
              <a:pathLst>
                <a:path extrusionOk="0" h="2137" w="2489">
                  <a:moveTo>
                    <a:pt x="1066" y="0"/>
                  </a:moveTo>
                  <a:cubicBezTo>
                    <a:pt x="480" y="0"/>
                    <a:pt x="1" y="480"/>
                    <a:pt x="1" y="1073"/>
                  </a:cubicBezTo>
                  <a:cubicBezTo>
                    <a:pt x="1" y="1711"/>
                    <a:pt x="522" y="2137"/>
                    <a:pt x="1067" y="2137"/>
                  </a:cubicBezTo>
                  <a:cubicBezTo>
                    <a:pt x="1329" y="2137"/>
                    <a:pt x="1595" y="2039"/>
                    <a:pt x="1814" y="1821"/>
                  </a:cubicBezTo>
                  <a:cubicBezTo>
                    <a:pt x="2488" y="1154"/>
                    <a:pt x="2017" y="8"/>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379" name="Google Shape;7379;p36"/>
            <p:cNvSpPr/>
            <p:nvPr/>
          </p:nvSpPr>
          <p:spPr>
            <a:xfrm>
              <a:off x="5494400" y="2637775"/>
              <a:ext cx="62225" cy="53450"/>
            </a:xfrm>
            <a:custGeom>
              <a:rect b="b" l="l" r="r" t="t"/>
              <a:pathLst>
                <a:path extrusionOk="0" h="2138" w="2489">
                  <a:moveTo>
                    <a:pt x="1066" y="1"/>
                  </a:moveTo>
                  <a:cubicBezTo>
                    <a:pt x="480" y="1"/>
                    <a:pt x="1" y="480"/>
                    <a:pt x="1" y="1074"/>
                  </a:cubicBezTo>
                  <a:cubicBezTo>
                    <a:pt x="1" y="1712"/>
                    <a:pt x="525" y="2137"/>
                    <a:pt x="1074" y="2137"/>
                  </a:cubicBezTo>
                  <a:cubicBezTo>
                    <a:pt x="1336" y="2137"/>
                    <a:pt x="1604" y="2040"/>
                    <a:pt x="1822" y="1822"/>
                  </a:cubicBezTo>
                  <a:cubicBezTo>
                    <a:pt x="2488" y="1155"/>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380" name="Google Shape;7380;p36"/>
            <p:cNvSpPr/>
            <p:nvPr/>
          </p:nvSpPr>
          <p:spPr>
            <a:xfrm>
              <a:off x="5494400" y="2714000"/>
              <a:ext cx="62225" cy="53350"/>
            </a:xfrm>
            <a:custGeom>
              <a:rect b="b" l="l" r="r" t="t"/>
              <a:pathLst>
                <a:path extrusionOk="0" h="2134" w="2489">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381" name="Google Shape;7381;p36"/>
            <p:cNvSpPr/>
            <p:nvPr/>
          </p:nvSpPr>
          <p:spPr>
            <a:xfrm>
              <a:off x="5494400" y="2790200"/>
              <a:ext cx="62225" cy="53350"/>
            </a:xfrm>
            <a:custGeom>
              <a:rect b="b" l="l" r="r" t="t"/>
              <a:pathLst>
                <a:path extrusionOk="0" h="2134" w="2489">
                  <a:moveTo>
                    <a:pt x="1066" y="1"/>
                  </a:moveTo>
                  <a:cubicBezTo>
                    <a:pt x="480" y="1"/>
                    <a:pt x="1" y="480"/>
                    <a:pt x="1" y="1066"/>
                  </a:cubicBezTo>
                  <a:cubicBezTo>
                    <a:pt x="1" y="1709"/>
                    <a:pt x="526" y="2134"/>
                    <a:pt x="1075" y="2134"/>
                  </a:cubicBezTo>
                  <a:cubicBezTo>
                    <a:pt x="1337" y="2134"/>
                    <a:pt x="1604" y="2037"/>
                    <a:pt x="1822" y="1822"/>
                  </a:cubicBezTo>
                  <a:cubicBezTo>
                    <a:pt x="2488"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382" name="Google Shape;7382;p36"/>
            <p:cNvSpPr/>
            <p:nvPr/>
          </p:nvSpPr>
          <p:spPr>
            <a:xfrm>
              <a:off x="5570625" y="1266550"/>
              <a:ext cx="62200" cy="53450"/>
            </a:xfrm>
            <a:custGeom>
              <a:rect b="b" l="l" r="r" t="t"/>
              <a:pathLst>
                <a:path extrusionOk="0" h="2138" w="2488">
                  <a:moveTo>
                    <a:pt x="1065" y="0"/>
                  </a:moveTo>
                  <a:cubicBezTo>
                    <a:pt x="472" y="9"/>
                    <a:pt x="0" y="480"/>
                    <a:pt x="0" y="1074"/>
                  </a:cubicBezTo>
                  <a:cubicBezTo>
                    <a:pt x="0" y="1711"/>
                    <a:pt x="525" y="2137"/>
                    <a:pt x="1071" y="2137"/>
                  </a:cubicBezTo>
                  <a:cubicBezTo>
                    <a:pt x="1332" y="2137"/>
                    <a:pt x="1598" y="2040"/>
                    <a:pt x="1813" y="1821"/>
                  </a:cubicBezTo>
                  <a:cubicBezTo>
                    <a:pt x="2488" y="1155"/>
                    <a:pt x="2016" y="9"/>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383" name="Google Shape;7383;p36"/>
            <p:cNvSpPr/>
            <p:nvPr/>
          </p:nvSpPr>
          <p:spPr>
            <a:xfrm>
              <a:off x="5570625" y="1342750"/>
              <a:ext cx="62200" cy="53450"/>
            </a:xfrm>
            <a:custGeom>
              <a:rect b="b" l="l" r="r" t="t"/>
              <a:pathLst>
                <a:path extrusionOk="0" h="2138" w="2488">
                  <a:moveTo>
                    <a:pt x="1065" y="1"/>
                  </a:moveTo>
                  <a:cubicBezTo>
                    <a:pt x="472" y="1"/>
                    <a:pt x="0" y="481"/>
                    <a:pt x="0" y="1066"/>
                  </a:cubicBezTo>
                  <a:cubicBezTo>
                    <a:pt x="0" y="1710"/>
                    <a:pt x="526" y="2138"/>
                    <a:pt x="1072" y="2138"/>
                  </a:cubicBezTo>
                  <a:cubicBezTo>
                    <a:pt x="1332" y="2138"/>
                    <a:pt x="1598" y="2040"/>
                    <a:pt x="1813" y="1822"/>
                  </a:cubicBezTo>
                  <a:cubicBezTo>
                    <a:pt x="2488" y="1155"/>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384" name="Google Shape;7384;p36"/>
            <p:cNvSpPr/>
            <p:nvPr/>
          </p:nvSpPr>
          <p:spPr>
            <a:xfrm>
              <a:off x="5570625" y="1418975"/>
              <a:ext cx="62200" cy="53350"/>
            </a:xfrm>
            <a:custGeom>
              <a:rect b="b" l="l" r="r" t="t"/>
              <a:pathLst>
                <a:path extrusionOk="0" h="2134" w="2488">
                  <a:moveTo>
                    <a:pt x="1065" y="1"/>
                  </a:moveTo>
                  <a:cubicBezTo>
                    <a:pt x="472" y="1"/>
                    <a:pt x="0" y="480"/>
                    <a:pt x="0" y="1065"/>
                  </a:cubicBezTo>
                  <a:cubicBezTo>
                    <a:pt x="0" y="1709"/>
                    <a:pt x="526" y="2133"/>
                    <a:pt x="1072" y="2133"/>
                  </a:cubicBezTo>
                  <a:cubicBezTo>
                    <a:pt x="1333" y="2133"/>
                    <a:pt x="1598" y="2037"/>
                    <a:pt x="1813" y="1822"/>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385" name="Google Shape;7385;p36"/>
            <p:cNvSpPr/>
            <p:nvPr/>
          </p:nvSpPr>
          <p:spPr>
            <a:xfrm>
              <a:off x="5570625" y="1495200"/>
              <a:ext cx="62200" cy="53325"/>
            </a:xfrm>
            <a:custGeom>
              <a:rect b="b" l="l" r="r" t="t"/>
              <a:pathLst>
                <a:path extrusionOk="0" h="2133" w="2488">
                  <a:moveTo>
                    <a:pt x="1065" y="0"/>
                  </a:moveTo>
                  <a:cubicBezTo>
                    <a:pt x="472" y="0"/>
                    <a:pt x="0" y="472"/>
                    <a:pt x="0" y="1065"/>
                  </a:cubicBezTo>
                  <a:cubicBezTo>
                    <a:pt x="0" y="1709"/>
                    <a:pt x="526" y="2133"/>
                    <a:pt x="1072" y="2133"/>
                  </a:cubicBezTo>
                  <a:cubicBezTo>
                    <a:pt x="1333" y="2133"/>
                    <a:pt x="1598" y="2036"/>
                    <a:pt x="1813" y="1821"/>
                  </a:cubicBezTo>
                  <a:cubicBezTo>
                    <a:pt x="2488" y="1146"/>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386" name="Google Shape;7386;p36"/>
            <p:cNvSpPr/>
            <p:nvPr/>
          </p:nvSpPr>
          <p:spPr>
            <a:xfrm>
              <a:off x="5570625" y="1571400"/>
              <a:ext cx="62200" cy="53250"/>
            </a:xfrm>
            <a:custGeom>
              <a:rect b="b" l="l" r="r" t="t"/>
              <a:pathLst>
                <a:path extrusionOk="0" h="2130" w="2488">
                  <a:moveTo>
                    <a:pt x="1065" y="1"/>
                  </a:moveTo>
                  <a:cubicBezTo>
                    <a:pt x="472" y="1"/>
                    <a:pt x="0" y="472"/>
                    <a:pt x="0" y="1066"/>
                  </a:cubicBezTo>
                  <a:cubicBezTo>
                    <a:pt x="0" y="1703"/>
                    <a:pt x="525" y="2129"/>
                    <a:pt x="1071" y="2129"/>
                  </a:cubicBezTo>
                  <a:cubicBezTo>
                    <a:pt x="1332" y="2129"/>
                    <a:pt x="1598" y="2032"/>
                    <a:pt x="1813" y="1813"/>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387" name="Google Shape;7387;p36"/>
            <p:cNvSpPr/>
            <p:nvPr/>
          </p:nvSpPr>
          <p:spPr>
            <a:xfrm>
              <a:off x="5570625" y="1647400"/>
              <a:ext cx="62200" cy="53450"/>
            </a:xfrm>
            <a:custGeom>
              <a:rect b="b" l="l" r="r" t="t"/>
              <a:pathLst>
                <a:path extrusionOk="0" h="2138" w="2488">
                  <a:moveTo>
                    <a:pt x="1065" y="1"/>
                  </a:moveTo>
                  <a:cubicBezTo>
                    <a:pt x="472" y="1"/>
                    <a:pt x="0" y="481"/>
                    <a:pt x="0" y="1066"/>
                  </a:cubicBezTo>
                  <a:cubicBezTo>
                    <a:pt x="0" y="1710"/>
                    <a:pt x="526" y="2138"/>
                    <a:pt x="1072" y="2138"/>
                  </a:cubicBezTo>
                  <a:cubicBezTo>
                    <a:pt x="1332" y="2138"/>
                    <a:pt x="1598" y="2040"/>
                    <a:pt x="1813" y="1822"/>
                  </a:cubicBezTo>
                  <a:cubicBezTo>
                    <a:pt x="2488" y="1155"/>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388" name="Google Shape;7388;p36"/>
            <p:cNvSpPr/>
            <p:nvPr/>
          </p:nvSpPr>
          <p:spPr>
            <a:xfrm>
              <a:off x="5570625" y="1723625"/>
              <a:ext cx="62200" cy="53350"/>
            </a:xfrm>
            <a:custGeom>
              <a:rect b="b" l="l" r="r" t="t"/>
              <a:pathLst>
                <a:path extrusionOk="0" h="2134" w="2488">
                  <a:moveTo>
                    <a:pt x="1065" y="1"/>
                  </a:moveTo>
                  <a:cubicBezTo>
                    <a:pt x="472" y="1"/>
                    <a:pt x="0" y="480"/>
                    <a:pt x="0" y="1065"/>
                  </a:cubicBezTo>
                  <a:cubicBezTo>
                    <a:pt x="0" y="1709"/>
                    <a:pt x="526" y="2133"/>
                    <a:pt x="1072" y="2133"/>
                  </a:cubicBezTo>
                  <a:cubicBezTo>
                    <a:pt x="1333" y="2133"/>
                    <a:pt x="1598" y="2037"/>
                    <a:pt x="1813" y="1822"/>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389" name="Google Shape;7389;p36"/>
            <p:cNvSpPr/>
            <p:nvPr/>
          </p:nvSpPr>
          <p:spPr>
            <a:xfrm>
              <a:off x="5570625" y="1799850"/>
              <a:ext cx="62200" cy="53325"/>
            </a:xfrm>
            <a:custGeom>
              <a:rect b="b" l="l" r="r" t="t"/>
              <a:pathLst>
                <a:path extrusionOk="0" h="2133" w="2488">
                  <a:moveTo>
                    <a:pt x="1065" y="0"/>
                  </a:moveTo>
                  <a:cubicBezTo>
                    <a:pt x="472" y="0"/>
                    <a:pt x="0" y="480"/>
                    <a:pt x="0" y="1065"/>
                  </a:cubicBezTo>
                  <a:cubicBezTo>
                    <a:pt x="0" y="1709"/>
                    <a:pt x="526" y="2133"/>
                    <a:pt x="1072" y="2133"/>
                  </a:cubicBezTo>
                  <a:cubicBezTo>
                    <a:pt x="1333" y="2133"/>
                    <a:pt x="1598" y="2036"/>
                    <a:pt x="1813" y="1821"/>
                  </a:cubicBezTo>
                  <a:cubicBezTo>
                    <a:pt x="2488" y="1146"/>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390" name="Google Shape;7390;p36"/>
            <p:cNvSpPr/>
            <p:nvPr/>
          </p:nvSpPr>
          <p:spPr>
            <a:xfrm>
              <a:off x="5570625" y="1876050"/>
              <a:ext cx="62200" cy="53350"/>
            </a:xfrm>
            <a:custGeom>
              <a:rect b="b" l="l" r="r" t="t"/>
              <a:pathLst>
                <a:path extrusionOk="0" h="2134" w="2488">
                  <a:moveTo>
                    <a:pt x="1065" y="1"/>
                  </a:moveTo>
                  <a:cubicBezTo>
                    <a:pt x="472" y="1"/>
                    <a:pt x="0" y="472"/>
                    <a:pt x="0" y="1066"/>
                  </a:cubicBezTo>
                  <a:cubicBezTo>
                    <a:pt x="0" y="1709"/>
                    <a:pt x="526" y="2133"/>
                    <a:pt x="1072" y="2133"/>
                  </a:cubicBezTo>
                  <a:cubicBezTo>
                    <a:pt x="1333" y="2133"/>
                    <a:pt x="1598" y="2037"/>
                    <a:pt x="1813" y="1822"/>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391" name="Google Shape;7391;p36"/>
            <p:cNvSpPr/>
            <p:nvPr/>
          </p:nvSpPr>
          <p:spPr>
            <a:xfrm>
              <a:off x="5570625" y="1952050"/>
              <a:ext cx="62200" cy="53450"/>
            </a:xfrm>
            <a:custGeom>
              <a:rect b="b" l="l" r="r" t="t"/>
              <a:pathLst>
                <a:path extrusionOk="0" h="2138" w="2488">
                  <a:moveTo>
                    <a:pt x="1065" y="1"/>
                  </a:moveTo>
                  <a:cubicBezTo>
                    <a:pt x="472" y="9"/>
                    <a:pt x="0" y="481"/>
                    <a:pt x="0" y="1074"/>
                  </a:cubicBezTo>
                  <a:cubicBezTo>
                    <a:pt x="0" y="1712"/>
                    <a:pt x="525" y="2138"/>
                    <a:pt x="1071" y="2138"/>
                  </a:cubicBezTo>
                  <a:cubicBezTo>
                    <a:pt x="1332" y="2138"/>
                    <a:pt x="1598" y="2040"/>
                    <a:pt x="1813" y="1822"/>
                  </a:cubicBezTo>
                  <a:cubicBezTo>
                    <a:pt x="2488" y="1155"/>
                    <a:pt x="2016" y="9"/>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392" name="Google Shape;7392;p36"/>
            <p:cNvSpPr/>
            <p:nvPr/>
          </p:nvSpPr>
          <p:spPr>
            <a:xfrm>
              <a:off x="5570625" y="2028275"/>
              <a:ext cx="62200" cy="53450"/>
            </a:xfrm>
            <a:custGeom>
              <a:rect b="b" l="l" r="r" t="t"/>
              <a:pathLst>
                <a:path extrusionOk="0" h="2138" w="2488">
                  <a:moveTo>
                    <a:pt x="1065" y="1"/>
                  </a:moveTo>
                  <a:cubicBezTo>
                    <a:pt x="472" y="1"/>
                    <a:pt x="0" y="480"/>
                    <a:pt x="0" y="1065"/>
                  </a:cubicBezTo>
                  <a:cubicBezTo>
                    <a:pt x="0" y="1709"/>
                    <a:pt x="526" y="2137"/>
                    <a:pt x="1072" y="2137"/>
                  </a:cubicBezTo>
                  <a:cubicBezTo>
                    <a:pt x="1332" y="2137"/>
                    <a:pt x="1598" y="2040"/>
                    <a:pt x="1813" y="1821"/>
                  </a:cubicBezTo>
                  <a:cubicBezTo>
                    <a:pt x="2488" y="1155"/>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393" name="Google Shape;7393;p36"/>
            <p:cNvSpPr/>
            <p:nvPr/>
          </p:nvSpPr>
          <p:spPr>
            <a:xfrm>
              <a:off x="5570625" y="2104500"/>
              <a:ext cx="62200" cy="53325"/>
            </a:xfrm>
            <a:custGeom>
              <a:rect b="b" l="l" r="r" t="t"/>
              <a:pathLst>
                <a:path extrusionOk="0" h="2133" w="2488">
                  <a:moveTo>
                    <a:pt x="1065" y="0"/>
                  </a:moveTo>
                  <a:cubicBezTo>
                    <a:pt x="472" y="0"/>
                    <a:pt x="0" y="480"/>
                    <a:pt x="0" y="1065"/>
                  </a:cubicBezTo>
                  <a:cubicBezTo>
                    <a:pt x="0" y="1709"/>
                    <a:pt x="526" y="2133"/>
                    <a:pt x="1072" y="2133"/>
                  </a:cubicBezTo>
                  <a:cubicBezTo>
                    <a:pt x="1333" y="2133"/>
                    <a:pt x="1598" y="2036"/>
                    <a:pt x="1813" y="1821"/>
                  </a:cubicBezTo>
                  <a:cubicBezTo>
                    <a:pt x="2488" y="1146"/>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394" name="Google Shape;7394;p36"/>
            <p:cNvSpPr/>
            <p:nvPr/>
          </p:nvSpPr>
          <p:spPr>
            <a:xfrm>
              <a:off x="5570625" y="2180700"/>
              <a:ext cx="62200" cy="53350"/>
            </a:xfrm>
            <a:custGeom>
              <a:rect b="b" l="l" r="r" t="t"/>
              <a:pathLst>
                <a:path extrusionOk="0" h="2134" w="2488">
                  <a:moveTo>
                    <a:pt x="1065" y="1"/>
                  </a:moveTo>
                  <a:cubicBezTo>
                    <a:pt x="472" y="1"/>
                    <a:pt x="0" y="472"/>
                    <a:pt x="0" y="1066"/>
                  </a:cubicBezTo>
                  <a:cubicBezTo>
                    <a:pt x="0" y="1709"/>
                    <a:pt x="526" y="2133"/>
                    <a:pt x="1072" y="2133"/>
                  </a:cubicBezTo>
                  <a:cubicBezTo>
                    <a:pt x="1333" y="2133"/>
                    <a:pt x="1598" y="2037"/>
                    <a:pt x="1813" y="1822"/>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395" name="Google Shape;7395;p36"/>
            <p:cNvSpPr/>
            <p:nvPr/>
          </p:nvSpPr>
          <p:spPr>
            <a:xfrm>
              <a:off x="5570625" y="2256925"/>
              <a:ext cx="62425" cy="53425"/>
            </a:xfrm>
            <a:custGeom>
              <a:rect b="b" l="l" r="r" t="t"/>
              <a:pathLst>
                <a:path extrusionOk="0" h="2137" w="2497">
                  <a:moveTo>
                    <a:pt x="1065" y="0"/>
                  </a:moveTo>
                  <a:cubicBezTo>
                    <a:pt x="472" y="0"/>
                    <a:pt x="0" y="480"/>
                    <a:pt x="0" y="1065"/>
                  </a:cubicBezTo>
                  <a:cubicBezTo>
                    <a:pt x="0" y="1709"/>
                    <a:pt x="526" y="2137"/>
                    <a:pt x="1074" y="2137"/>
                  </a:cubicBezTo>
                  <a:cubicBezTo>
                    <a:pt x="1336" y="2137"/>
                    <a:pt x="1603" y="2039"/>
                    <a:pt x="1821" y="1821"/>
                  </a:cubicBezTo>
                  <a:cubicBezTo>
                    <a:pt x="2496" y="1146"/>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396" name="Google Shape;7396;p36"/>
            <p:cNvSpPr/>
            <p:nvPr/>
          </p:nvSpPr>
          <p:spPr>
            <a:xfrm>
              <a:off x="5570625" y="2333125"/>
              <a:ext cx="62200" cy="53450"/>
            </a:xfrm>
            <a:custGeom>
              <a:rect b="b" l="l" r="r" t="t"/>
              <a:pathLst>
                <a:path extrusionOk="0" h="2138" w="2488">
                  <a:moveTo>
                    <a:pt x="1065" y="1"/>
                  </a:moveTo>
                  <a:cubicBezTo>
                    <a:pt x="472" y="1"/>
                    <a:pt x="0" y="480"/>
                    <a:pt x="0" y="1066"/>
                  </a:cubicBezTo>
                  <a:cubicBezTo>
                    <a:pt x="0" y="1709"/>
                    <a:pt x="526" y="2137"/>
                    <a:pt x="1072" y="2137"/>
                  </a:cubicBezTo>
                  <a:cubicBezTo>
                    <a:pt x="1332" y="2137"/>
                    <a:pt x="1598" y="2040"/>
                    <a:pt x="1813" y="1822"/>
                  </a:cubicBezTo>
                  <a:cubicBezTo>
                    <a:pt x="2488" y="1155"/>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397" name="Google Shape;7397;p36"/>
            <p:cNvSpPr/>
            <p:nvPr/>
          </p:nvSpPr>
          <p:spPr>
            <a:xfrm>
              <a:off x="5570625" y="2485550"/>
              <a:ext cx="62200" cy="53300"/>
            </a:xfrm>
            <a:custGeom>
              <a:rect b="b" l="l" r="r" t="t"/>
              <a:pathLst>
                <a:path extrusionOk="0" h="2132" w="2488">
                  <a:moveTo>
                    <a:pt x="1065" y="1"/>
                  </a:moveTo>
                  <a:cubicBezTo>
                    <a:pt x="480" y="1"/>
                    <a:pt x="0" y="480"/>
                    <a:pt x="0" y="1066"/>
                  </a:cubicBezTo>
                  <a:cubicBezTo>
                    <a:pt x="0" y="1708"/>
                    <a:pt x="523" y="2131"/>
                    <a:pt x="1070" y="2131"/>
                  </a:cubicBezTo>
                  <a:cubicBezTo>
                    <a:pt x="1333" y="2131"/>
                    <a:pt x="1602" y="2033"/>
                    <a:pt x="1821" y="1814"/>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398" name="Google Shape;7398;p36"/>
            <p:cNvSpPr/>
            <p:nvPr/>
          </p:nvSpPr>
          <p:spPr>
            <a:xfrm>
              <a:off x="5570625" y="2561575"/>
              <a:ext cx="62200" cy="53425"/>
            </a:xfrm>
            <a:custGeom>
              <a:rect b="b" l="l" r="r" t="t"/>
              <a:pathLst>
                <a:path extrusionOk="0" h="2137" w="2488">
                  <a:moveTo>
                    <a:pt x="1065" y="0"/>
                  </a:moveTo>
                  <a:cubicBezTo>
                    <a:pt x="472" y="8"/>
                    <a:pt x="0" y="480"/>
                    <a:pt x="0" y="1073"/>
                  </a:cubicBezTo>
                  <a:cubicBezTo>
                    <a:pt x="0" y="1711"/>
                    <a:pt x="525" y="2137"/>
                    <a:pt x="1071" y="2137"/>
                  </a:cubicBezTo>
                  <a:cubicBezTo>
                    <a:pt x="1332" y="2137"/>
                    <a:pt x="1598" y="2039"/>
                    <a:pt x="1813" y="1821"/>
                  </a:cubicBezTo>
                  <a:cubicBezTo>
                    <a:pt x="2488" y="1154"/>
                    <a:pt x="2016" y="8"/>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399" name="Google Shape;7399;p36"/>
            <p:cNvSpPr/>
            <p:nvPr/>
          </p:nvSpPr>
          <p:spPr>
            <a:xfrm>
              <a:off x="5570625" y="2637775"/>
              <a:ext cx="62200" cy="53450"/>
            </a:xfrm>
            <a:custGeom>
              <a:rect b="b" l="l" r="r" t="t"/>
              <a:pathLst>
                <a:path extrusionOk="0" h="2138" w="2488">
                  <a:moveTo>
                    <a:pt x="1065" y="1"/>
                  </a:moveTo>
                  <a:cubicBezTo>
                    <a:pt x="480" y="9"/>
                    <a:pt x="0" y="480"/>
                    <a:pt x="0" y="1074"/>
                  </a:cubicBezTo>
                  <a:cubicBezTo>
                    <a:pt x="0" y="1712"/>
                    <a:pt x="525" y="2137"/>
                    <a:pt x="1073" y="2137"/>
                  </a:cubicBezTo>
                  <a:cubicBezTo>
                    <a:pt x="1335" y="2137"/>
                    <a:pt x="1603" y="2040"/>
                    <a:pt x="1821" y="1822"/>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400" name="Google Shape;7400;p36"/>
            <p:cNvSpPr/>
            <p:nvPr/>
          </p:nvSpPr>
          <p:spPr>
            <a:xfrm>
              <a:off x="5570625" y="2866425"/>
              <a:ext cx="62200" cy="53275"/>
            </a:xfrm>
            <a:custGeom>
              <a:rect b="b" l="l" r="r" t="t"/>
              <a:pathLst>
                <a:path extrusionOk="0" h="2131" w="2488">
                  <a:moveTo>
                    <a:pt x="1065" y="0"/>
                  </a:moveTo>
                  <a:cubicBezTo>
                    <a:pt x="480" y="0"/>
                    <a:pt x="0" y="472"/>
                    <a:pt x="0" y="1065"/>
                  </a:cubicBezTo>
                  <a:cubicBezTo>
                    <a:pt x="0" y="1707"/>
                    <a:pt x="523" y="2131"/>
                    <a:pt x="1070" y="2131"/>
                  </a:cubicBezTo>
                  <a:cubicBezTo>
                    <a:pt x="1333" y="2131"/>
                    <a:pt x="1602" y="2032"/>
                    <a:pt x="1821" y="1813"/>
                  </a:cubicBezTo>
                  <a:cubicBezTo>
                    <a:pt x="2488" y="1146"/>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401" name="Google Shape;7401;p36"/>
            <p:cNvSpPr/>
            <p:nvPr/>
          </p:nvSpPr>
          <p:spPr>
            <a:xfrm>
              <a:off x="5570625" y="2790200"/>
              <a:ext cx="62200" cy="53350"/>
            </a:xfrm>
            <a:custGeom>
              <a:rect b="b" l="l" r="r" t="t"/>
              <a:pathLst>
                <a:path extrusionOk="0" h="2134" w="2488">
                  <a:moveTo>
                    <a:pt x="1065" y="1"/>
                  </a:moveTo>
                  <a:cubicBezTo>
                    <a:pt x="472" y="1"/>
                    <a:pt x="0" y="472"/>
                    <a:pt x="0" y="1066"/>
                  </a:cubicBezTo>
                  <a:cubicBezTo>
                    <a:pt x="0" y="1709"/>
                    <a:pt x="526" y="2134"/>
                    <a:pt x="1072" y="2134"/>
                  </a:cubicBezTo>
                  <a:cubicBezTo>
                    <a:pt x="1333" y="2134"/>
                    <a:pt x="1598" y="2037"/>
                    <a:pt x="1813" y="1822"/>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402" name="Google Shape;7402;p36"/>
            <p:cNvSpPr/>
            <p:nvPr/>
          </p:nvSpPr>
          <p:spPr>
            <a:xfrm>
              <a:off x="5570625" y="2714000"/>
              <a:ext cx="62200" cy="53350"/>
            </a:xfrm>
            <a:custGeom>
              <a:rect b="b" l="l" r="r" t="t"/>
              <a:pathLst>
                <a:path extrusionOk="0" h="2134" w="2488">
                  <a:moveTo>
                    <a:pt x="1065" y="0"/>
                  </a:moveTo>
                  <a:cubicBezTo>
                    <a:pt x="472" y="0"/>
                    <a:pt x="0" y="480"/>
                    <a:pt x="0" y="1065"/>
                  </a:cubicBezTo>
                  <a:cubicBezTo>
                    <a:pt x="0" y="1709"/>
                    <a:pt x="526" y="2133"/>
                    <a:pt x="1072" y="2133"/>
                  </a:cubicBezTo>
                  <a:cubicBezTo>
                    <a:pt x="1333" y="2133"/>
                    <a:pt x="1598" y="2036"/>
                    <a:pt x="1813" y="1821"/>
                  </a:cubicBezTo>
                  <a:cubicBezTo>
                    <a:pt x="2488" y="1146"/>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403" name="Google Shape;7403;p36"/>
            <p:cNvSpPr/>
            <p:nvPr/>
          </p:nvSpPr>
          <p:spPr>
            <a:xfrm>
              <a:off x="5646825" y="1418975"/>
              <a:ext cx="62225" cy="53350"/>
            </a:xfrm>
            <a:custGeom>
              <a:rect b="b" l="l" r="r" t="t"/>
              <a:pathLst>
                <a:path extrusionOk="0" h="2134" w="2489">
                  <a:moveTo>
                    <a:pt x="1066" y="1"/>
                  </a:moveTo>
                  <a:cubicBezTo>
                    <a:pt x="472" y="1"/>
                    <a:pt x="1" y="480"/>
                    <a:pt x="1" y="1065"/>
                  </a:cubicBezTo>
                  <a:cubicBezTo>
                    <a:pt x="1" y="1709"/>
                    <a:pt x="526" y="2133"/>
                    <a:pt x="1072" y="2133"/>
                  </a:cubicBezTo>
                  <a:cubicBezTo>
                    <a:pt x="1333" y="2133"/>
                    <a:pt x="1598" y="2037"/>
                    <a:pt x="1814" y="1822"/>
                  </a:cubicBezTo>
                  <a:cubicBezTo>
                    <a:pt x="2489"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404" name="Google Shape;7404;p36"/>
            <p:cNvSpPr/>
            <p:nvPr/>
          </p:nvSpPr>
          <p:spPr>
            <a:xfrm>
              <a:off x="5646825" y="1495200"/>
              <a:ext cx="62225" cy="53325"/>
            </a:xfrm>
            <a:custGeom>
              <a:rect b="b" l="l" r="r" t="t"/>
              <a:pathLst>
                <a:path extrusionOk="0" h="2133" w="2489">
                  <a:moveTo>
                    <a:pt x="1066" y="0"/>
                  </a:moveTo>
                  <a:cubicBezTo>
                    <a:pt x="472" y="0"/>
                    <a:pt x="1" y="480"/>
                    <a:pt x="1" y="1065"/>
                  </a:cubicBezTo>
                  <a:cubicBezTo>
                    <a:pt x="1" y="1709"/>
                    <a:pt x="526" y="2133"/>
                    <a:pt x="1072" y="2133"/>
                  </a:cubicBezTo>
                  <a:cubicBezTo>
                    <a:pt x="1333" y="2133"/>
                    <a:pt x="1598" y="2036"/>
                    <a:pt x="1814" y="1821"/>
                  </a:cubicBezTo>
                  <a:cubicBezTo>
                    <a:pt x="2489" y="1146"/>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405" name="Google Shape;7405;p36"/>
            <p:cNvSpPr/>
            <p:nvPr/>
          </p:nvSpPr>
          <p:spPr>
            <a:xfrm>
              <a:off x="5646825" y="1571400"/>
              <a:ext cx="62225" cy="53250"/>
            </a:xfrm>
            <a:custGeom>
              <a:rect b="b" l="l" r="r" t="t"/>
              <a:pathLst>
                <a:path extrusionOk="0" h="2130" w="2489">
                  <a:moveTo>
                    <a:pt x="1066" y="1"/>
                  </a:moveTo>
                  <a:cubicBezTo>
                    <a:pt x="472" y="1"/>
                    <a:pt x="1" y="472"/>
                    <a:pt x="1" y="1066"/>
                  </a:cubicBezTo>
                  <a:cubicBezTo>
                    <a:pt x="1" y="1703"/>
                    <a:pt x="525" y="2129"/>
                    <a:pt x="1071" y="2129"/>
                  </a:cubicBezTo>
                  <a:cubicBezTo>
                    <a:pt x="1332" y="2129"/>
                    <a:pt x="1598" y="2032"/>
                    <a:pt x="1814" y="1813"/>
                  </a:cubicBezTo>
                  <a:cubicBezTo>
                    <a:pt x="2489"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406" name="Google Shape;7406;p36"/>
            <p:cNvSpPr/>
            <p:nvPr/>
          </p:nvSpPr>
          <p:spPr>
            <a:xfrm>
              <a:off x="5646825" y="1647400"/>
              <a:ext cx="62225" cy="53450"/>
            </a:xfrm>
            <a:custGeom>
              <a:rect b="b" l="l" r="r" t="t"/>
              <a:pathLst>
                <a:path extrusionOk="0" h="2138" w="2489">
                  <a:moveTo>
                    <a:pt x="1066" y="1"/>
                  </a:moveTo>
                  <a:cubicBezTo>
                    <a:pt x="472" y="1"/>
                    <a:pt x="1" y="481"/>
                    <a:pt x="1" y="1066"/>
                  </a:cubicBezTo>
                  <a:cubicBezTo>
                    <a:pt x="1" y="1710"/>
                    <a:pt x="526" y="2138"/>
                    <a:pt x="1072" y="2138"/>
                  </a:cubicBezTo>
                  <a:cubicBezTo>
                    <a:pt x="1333" y="2138"/>
                    <a:pt x="1598" y="2040"/>
                    <a:pt x="1814" y="1822"/>
                  </a:cubicBezTo>
                  <a:cubicBezTo>
                    <a:pt x="2489" y="1155"/>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407" name="Google Shape;7407;p36"/>
            <p:cNvSpPr/>
            <p:nvPr/>
          </p:nvSpPr>
          <p:spPr>
            <a:xfrm>
              <a:off x="5646825" y="1723625"/>
              <a:ext cx="62225" cy="53350"/>
            </a:xfrm>
            <a:custGeom>
              <a:rect b="b" l="l" r="r" t="t"/>
              <a:pathLst>
                <a:path extrusionOk="0" h="2134" w="2489">
                  <a:moveTo>
                    <a:pt x="1066" y="1"/>
                  </a:moveTo>
                  <a:cubicBezTo>
                    <a:pt x="472" y="1"/>
                    <a:pt x="1" y="480"/>
                    <a:pt x="1" y="1065"/>
                  </a:cubicBezTo>
                  <a:cubicBezTo>
                    <a:pt x="1" y="1709"/>
                    <a:pt x="526" y="2133"/>
                    <a:pt x="1072" y="2133"/>
                  </a:cubicBezTo>
                  <a:cubicBezTo>
                    <a:pt x="1333" y="2133"/>
                    <a:pt x="1598" y="2037"/>
                    <a:pt x="1814" y="1822"/>
                  </a:cubicBezTo>
                  <a:cubicBezTo>
                    <a:pt x="2489"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408" name="Google Shape;7408;p36"/>
            <p:cNvSpPr/>
            <p:nvPr/>
          </p:nvSpPr>
          <p:spPr>
            <a:xfrm>
              <a:off x="5646825" y="1799850"/>
              <a:ext cx="62225" cy="53325"/>
            </a:xfrm>
            <a:custGeom>
              <a:rect b="b" l="l" r="r" t="t"/>
              <a:pathLst>
                <a:path extrusionOk="0" h="2133" w="2489">
                  <a:moveTo>
                    <a:pt x="1066" y="0"/>
                  </a:moveTo>
                  <a:cubicBezTo>
                    <a:pt x="472" y="0"/>
                    <a:pt x="1" y="480"/>
                    <a:pt x="1" y="1065"/>
                  </a:cubicBezTo>
                  <a:cubicBezTo>
                    <a:pt x="1" y="1709"/>
                    <a:pt x="526" y="2133"/>
                    <a:pt x="1072" y="2133"/>
                  </a:cubicBezTo>
                  <a:cubicBezTo>
                    <a:pt x="1333" y="2133"/>
                    <a:pt x="1598" y="2036"/>
                    <a:pt x="1814" y="1821"/>
                  </a:cubicBezTo>
                  <a:cubicBezTo>
                    <a:pt x="2489" y="1146"/>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409" name="Google Shape;7409;p36"/>
            <p:cNvSpPr/>
            <p:nvPr/>
          </p:nvSpPr>
          <p:spPr>
            <a:xfrm>
              <a:off x="5646825" y="1876050"/>
              <a:ext cx="62225" cy="53350"/>
            </a:xfrm>
            <a:custGeom>
              <a:rect b="b" l="l" r="r" t="t"/>
              <a:pathLst>
                <a:path extrusionOk="0" h="2134" w="2489">
                  <a:moveTo>
                    <a:pt x="1066" y="1"/>
                  </a:moveTo>
                  <a:cubicBezTo>
                    <a:pt x="472" y="1"/>
                    <a:pt x="1" y="472"/>
                    <a:pt x="1" y="1066"/>
                  </a:cubicBezTo>
                  <a:cubicBezTo>
                    <a:pt x="1" y="1709"/>
                    <a:pt x="526" y="2133"/>
                    <a:pt x="1072" y="2133"/>
                  </a:cubicBezTo>
                  <a:cubicBezTo>
                    <a:pt x="1333" y="2133"/>
                    <a:pt x="1598" y="2037"/>
                    <a:pt x="1814" y="1822"/>
                  </a:cubicBezTo>
                  <a:cubicBezTo>
                    <a:pt x="2489"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410" name="Google Shape;7410;p36"/>
            <p:cNvSpPr/>
            <p:nvPr/>
          </p:nvSpPr>
          <p:spPr>
            <a:xfrm>
              <a:off x="5646825" y="1952050"/>
              <a:ext cx="62225" cy="53450"/>
            </a:xfrm>
            <a:custGeom>
              <a:rect b="b" l="l" r="r" t="t"/>
              <a:pathLst>
                <a:path extrusionOk="0" h="2138" w="2489">
                  <a:moveTo>
                    <a:pt x="1066" y="1"/>
                  </a:moveTo>
                  <a:cubicBezTo>
                    <a:pt x="472" y="9"/>
                    <a:pt x="1" y="481"/>
                    <a:pt x="1" y="1074"/>
                  </a:cubicBezTo>
                  <a:cubicBezTo>
                    <a:pt x="1" y="1712"/>
                    <a:pt x="525" y="2138"/>
                    <a:pt x="1071" y="2138"/>
                  </a:cubicBezTo>
                  <a:cubicBezTo>
                    <a:pt x="1332" y="2138"/>
                    <a:pt x="1598" y="2040"/>
                    <a:pt x="1814" y="1822"/>
                  </a:cubicBezTo>
                  <a:cubicBezTo>
                    <a:pt x="2489" y="1155"/>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411" name="Google Shape;7411;p36"/>
            <p:cNvSpPr/>
            <p:nvPr/>
          </p:nvSpPr>
          <p:spPr>
            <a:xfrm>
              <a:off x="5646825" y="2028275"/>
              <a:ext cx="62225" cy="53450"/>
            </a:xfrm>
            <a:custGeom>
              <a:rect b="b" l="l" r="r" t="t"/>
              <a:pathLst>
                <a:path extrusionOk="0" h="2138" w="2489">
                  <a:moveTo>
                    <a:pt x="1066" y="1"/>
                  </a:moveTo>
                  <a:cubicBezTo>
                    <a:pt x="472" y="1"/>
                    <a:pt x="1" y="480"/>
                    <a:pt x="1" y="1065"/>
                  </a:cubicBezTo>
                  <a:cubicBezTo>
                    <a:pt x="1" y="1709"/>
                    <a:pt x="526" y="2137"/>
                    <a:pt x="1072" y="2137"/>
                  </a:cubicBezTo>
                  <a:cubicBezTo>
                    <a:pt x="1333" y="2137"/>
                    <a:pt x="1598" y="2040"/>
                    <a:pt x="1814" y="1821"/>
                  </a:cubicBezTo>
                  <a:cubicBezTo>
                    <a:pt x="2489"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412" name="Google Shape;7412;p36"/>
            <p:cNvSpPr/>
            <p:nvPr/>
          </p:nvSpPr>
          <p:spPr>
            <a:xfrm>
              <a:off x="5646825" y="2104500"/>
              <a:ext cx="62225" cy="53325"/>
            </a:xfrm>
            <a:custGeom>
              <a:rect b="b" l="l" r="r" t="t"/>
              <a:pathLst>
                <a:path extrusionOk="0" h="2133" w="2489">
                  <a:moveTo>
                    <a:pt x="1066" y="0"/>
                  </a:moveTo>
                  <a:cubicBezTo>
                    <a:pt x="472" y="0"/>
                    <a:pt x="1" y="480"/>
                    <a:pt x="1" y="1065"/>
                  </a:cubicBezTo>
                  <a:cubicBezTo>
                    <a:pt x="1" y="1709"/>
                    <a:pt x="526" y="2133"/>
                    <a:pt x="1072" y="2133"/>
                  </a:cubicBezTo>
                  <a:cubicBezTo>
                    <a:pt x="1333" y="2133"/>
                    <a:pt x="1598" y="2036"/>
                    <a:pt x="1814" y="1821"/>
                  </a:cubicBezTo>
                  <a:cubicBezTo>
                    <a:pt x="2489" y="1146"/>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413" name="Google Shape;7413;p36"/>
            <p:cNvSpPr/>
            <p:nvPr/>
          </p:nvSpPr>
          <p:spPr>
            <a:xfrm>
              <a:off x="5646825" y="2180700"/>
              <a:ext cx="62225" cy="53350"/>
            </a:xfrm>
            <a:custGeom>
              <a:rect b="b" l="l" r="r" t="t"/>
              <a:pathLst>
                <a:path extrusionOk="0" h="2134" w="2489">
                  <a:moveTo>
                    <a:pt x="1066" y="1"/>
                  </a:moveTo>
                  <a:cubicBezTo>
                    <a:pt x="472" y="1"/>
                    <a:pt x="1" y="480"/>
                    <a:pt x="1" y="1066"/>
                  </a:cubicBezTo>
                  <a:cubicBezTo>
                    <a:pt x="1" y="1709"/>
                    <a:pt x="526" y="2133"/>
                    <a:pt x="1072" y="2133"/>
                  </a:cubicBezTo>
                  <a:cubicBezTo>
                    <a:pt x="1333" y="2133"/>
                    <a:pt x="1598" y="2037"/>
                    <a:pt x="1814" y="1822"/>
                  </a:cubicBezTo>
                  <a:cubicBezTo>
                    <a:pt x="2489"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414" name="Google Shape;7414;p36"/>
            <p:cNvSpPr/>
            <p:nvPr/>
          </p:nvSpPr>
          <p:spPr>
            <a:xfrm>
              <a:off x="5646825" y="2256925"/>
              <a:ext cx="62375" cy="53425"/>
            </a:xfrm>
            <a:custGeom>
              <a:rect b="b" l="l" r="r" t="t"/>
              <a:pathLst>
                <a:path extrusionOk="0" h="2137" w="2495">
                  <a:moveTo>
                    <a:pt x="1076" y="0"/>
                  </a:moveTo>
                  <a:cubicBezTo>
                    <a:pt x="1073" y="0"/>
                    <a:pt x="1069" y="0"/>
                    <a:pt x="1066" y="0"/>
                  </a:cubicBezTo>
                  <a:cubicBezTo>
                    <a:pt x="472" y="0"/>
                    <a:pt x="1" y="480"/>
                    <a:pt x="1" y="1065"/>
                  </a:cubicBezTo>
                  <a:cubicBezTo>
                    <a:pt x="1" y="1709"/>
                    <a:pt x="526" y="2137"/>
                    <a:pt x="1075" y="2137"/>
                  </a:cubicBezTo>
                  <a:cubicBezTo>
                    <a:pt x="1337" y="2137"/>
                    <a:pt x="1604" y="2039"/>
                    <a:pt x="1822" y="1821"/>
                  </a:cubicBezTo>
                  <a:cubicBezTo>
                    <a:pt x="2494" y="1149"/>
                    <a:pt x="2020" y="0"/>
                    <a:pt x="1076"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415" name="Google Shape;7415;p36"/>
            <p:cNvSpPr/>
            <p:nvPr/>
          </p:nvSpPr>
          <p:spPr>
            <a:xfrm>
              <a:off x="5646825" y="2333125"/>
              <a:ext cx="62225" cy="53450"/>
            </a:xfrm>
            <a:custGeom>
              <a:rect b="b" l="l" r="r" t="t"/>
              <a:pathLst>
                <a:path extrusionOk="0" h="2138" w="2489">
                  <a:moveTo>
                    <a:pt x="1066" y="1"/>
                  </a:moveTo>
                  <a:cubicBezTo>
                    <a:pt x="472" y="1"/>
                    <a:pt x="1" y="480"/>
                    <a:pt x="1" y="1066"/>
                  </a:cubicBezTo>
                  <a:cubicBezTo>
                    <a:pt x="1" y="1709"/>
                    <a:pt x="526" y="2137"/>
                    <a:pt x="1072" y="2137"/>
                  </a:cubicBezTo>
                  <a:cubicBezTo>
                    <a:pt x="1333" y="2137"/>
                    <a:pt x="1598" y="2040"/>
                    <a:pt x="1814" y="1822"/>
                  </a:cubicBezTo>
                  <a:cubicBezTo>
                    <a:pt x="2489"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416" name="Google Shape;7416;p36"/>
            <p:cNvSpPr/>
            <p:nvPr/>
          </p:nvSpPr>
          <p:spPr>
            <a:xfrm>
              <a:off x="5646825" y="2485550"/>
              <a:ext cx="62225" cy="53300"/>
            </a:xfrm>
            <a:custGeom>
              <a:rect b="b" l="l" r="r" t="t"/>
              <a:pathLst>
                <a:path extrusionOk="0" h="2132" w="2489">
                  <a:moveTo>
                    <a:pt x="1066" y="1"/>
                  </a:moveTo>
                  <a:cubicBezTo>
                    <a:pt x="472" y="1"/>
                    <a:pt x="1" y="472"/>
                    <a:pt x="1" y="1066"/>
                  </a:cubicBezTo>
                  <a:cubicBezTo>
                    <a:pt x="1" y="1708"/>
                    <a:pt x="523" y="2131"/>
                    <a:pt x="1068" y="2131"/>
                  </a:cubicBezTo>
                  <a:cubicBezTo>
                    <a:pt x="1330" y="2131"/>
                    <a:pt x="1597" y="2033"/>
                    <a:pt x="1814" y="1814"/>
                  </a:cubicBezTo>
                  <a:cubicBezTo>
                    <a:pt x="2489"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417" name="Google Shape;7417;p36"/>
            <p:cNvSpPr/>
            <p:nvPr/>
          </p:nvSpPr>
          <p:spPr>
            <a:xfrm>
              <a:off x="5646825" y="2561575"/>
              <a:ext cx="62225" cy="53425"/>
            </a:xfrm>
            <a:custGeom>
              <a:rect b="b" l="l" r="r" t="t"/>
              <a:pathLst>
                <a:path extrusionOk="0" h="2137" w="2489">
                  <a:moveTo>
                    <a:pt x="1066" y="0"/>
                  </a:moveTo>
                  <a:cubicBezTo>
                    <a:pt x="472" y="8"/>
                    <a:pt x="1" y="480"/>
                    <a:pt x="1" y="1073"/>
                  </a:cubicBezTo>
                  <a:cubicBezTo>
                    <a:pt x="1" y="1711"/>
                    <a:pt x="525" y="2137"/>
                    <a:pt x="1071" y="2137"/>
                  </a:cubicBezTo>
                  <a:cubicBezTo>
                    <a:pt x="1332" y="2137"/>
                    <a:pt x="1598" y="2039"/>
                    <a:pt x="1814" y="1821"/>
                  </a:cubicBezTo>
                  <a:cubicBezTo>
                    <a:pt x="2489" y="1154"/>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418" name="Google Shape;7418;p36"/>
            <p:cNvSpPr/>
            <p:nvPr/>
          </p:nvSpPr>
          <p:spPr>
            <a:xfrm>
              <a:off x="5646825" y="2714000"/>
              <a:ext cx="62225" cy="53350"/>
            </a:xfrm>
            <a:custGeom>
              <a:rect b="b" l="l" r="r" t="t"/>
              <a:pathLst>
                <a:path extrusionOk="0" h="2134" w="2489">
                  <a:moveTo>
                    <a:pt x="1066" y="0"/>
                  </a:moveTo>
                  <a:cubicBezTo>
                    <a:pt x="472" y="0"/>
                    <a:pt x="1" y="480"/>
                    <a:pt x="1" y="1065"/>
                  </a:cubicBezTo>
                  <a:cubicBezTo>
                    <a:pt x="1" y="1709"/>
                    <a:pt x="526" y="2133"/>
                    <a:pt x="1072" y="2133"/>
                  </a:cubicBezTo>
                  <a:cubicBezTo>
                    <a:pt x="1333" y="2133"/>
                    <a:pt x="1598" y="2036"/>
                    <a:pt x="1814" y="1821"/>
                  </a:cubicBezTo>
                  <a:cubicBezTo>
                    <a:pt x="2489" y="1146"/>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419" name="Google Shape;7419;p36"/>
            <p:cNvSpPr/>
            <p:nvPr/>
          </p:nvSpPr>
          <p:spPr>
            <a:xfrm>
              <a:off x="5646825" y="2637775"/>
              <a:ext cx="62225" cy="53450"/>
            </a:xfrm>
            <a:custGeom>
              <a:rect b="b" l="l" r="r" t="t"/>
              <a:pathLst>
                <a:path extrusionOk="0" h="2138" w="2489">
                  <a:moveTo>
                    <a:pt x="1066" y="1"/>
                  </a:moveTo>
                  <a:cubicBezTo>
                    <a:pt x="472" y="1"/>
                    <a:pt x="1" y="480"/>
                    <a:pt x="1" y="1074"/>
                  </a:cubicBezTo>
                  <a:cubicBezTo>
                    <a:pt x="1" y="1712"/>
                    <a:pt x="525" y="2137"/>
                    <a:pt x="1071" y="2137"/>
                  </a:cubicBezTo>
                  <a:cubicBezTo>
                    <a:pt x="1332" y="2137"/>
                    <a:pt x="1598" y="2040"/>
                    <a:pt x="1814" y="1822"/>
                  </a:cubicBezTo>
                  <a:cubicBezTo>
                    <a:pt x="2489" y="1155"/>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420" name="Google Shape;7420;p36"/>
            <p:cNvSpPr/>
            <p:nvPr/>
          </p:nvSpPr>
          <p:spPr>
            <a:xfrm>
              <a:off x="5723050" y="1418975"/>
              <a:ext cx="62225" cy="53350"/>
            </a:xfrm>
            <a:custGeom>
              <a:rect b="b" l="l" r="r" t="t"/>
              <a:pathLst>
                <a:path extrusionOk="0" h="2134" w="2489">
                  <a:moveTo>
                    <a:pt x="1065" y="1"/>
                  </a:moveTo>
                  <a:cubicBezTo>
                    <a:pt x="472" y="1"/>
                    <a:pt x="0" y="480"/>
                    <a:pt x="0" y="1065"/>
                  </a:cubicBezTo>
                  <a:cubicBezTo>
                    <a:pt x="0" y="1709"/>
                    <a:pt x="526" y="2133"/>
                    <a:pt x="1072" y="2133"/>
                  </a:cubicBezTo>
                  <a:cubicBezTo>
                    <a:pt x="1333" y="2133"/>
                    <a:pt x="1598" y="2037"/>
                    <a:pt x="1813" y="1822"/>
                  </a:cubicBezTo>
                  <a:cubicBezTo>
                    <a:pt x="2488" y="1147"/>
                    <a:pt x="2008"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421" name="Google Shape;7421;p36"/>
            <p:cNvSpPr/>
            <p:nvPr/>
          </p:nvSpPr>
          <p:spPr>
            <a:xfrm>
              <a:off x="5723050" y="1495200"/>
              <a:ext cx="62225" cy="53325"/>
            </a:xfrm>
            <a:custGeom>
              <a:rect b="b" l="l" r="r" t="t"/>
              <a:pathLst>
                <a:path extrusionOk="0" h="2133" w="2489">
                  <a:moveTo>
                    <a:pt x="1065" y="0"/>
                  </a:moveTo>
                  <a:cubicBezTo>
                    <a:pt x="472" y="0"/>
                    <a:pt x="0" y="480"/>
                    <a:pt x="0" y="1065"/>
                  </a:cubicBezTo>
                  <a:cubicBezTo>
                    <a:pt x="0" y="1709"/>
                    <a:pt x="526" y="2133"/>
                    <a:pt x="1072" y="2133"/>
                  </a:cubicBezTo>
                  <a:cubicBezTo>
                    <a:pt x="1333" y="2133"/>
                    <a:pt x="1598" y="2036"/>
                    <a:pt x="1813" y="1821"/>
                  </a:cubicBezTo>
                  <a:cubicBezTo>
                    <a:pt x="2488" y="1146"/>
                    <a:pt x="2008"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422" name="Google Shape;7422;p36"/>
            <p:cNvSpPr/>
            <p:nvPr/>
          </p:nvSpPr>
          <p:spPr>
            <a:xfrm>
              <a:off x="5723050" y="1571400"/>
              <a:ext cx="62150" cy="53250"/>
            </a:xfrm>
            <a:custGeom>
              <a:rect b="b" l="l" r="r" t="t"/>
              <a:pathLst>
                <a:path extrusionOk="0" h="2130" w="2486">
                  <a:moveTo>
                    <a:pt x="1075" y="1"/>
                  </a:moveTo>
                  <a:cubicBezTo>
                    <a:pt x="1072" y="1"/>
                    <a:pt x="1069" y="1"/>
                    <a:pt x="1065" y="1"/>
                  </a:cubicBezTo>
                  <a:cubicBezTo>
                    <a:pt x="472" y="1"/>
                    <a:pt x="0" y="472"/>
                    <a:pt x="0" y="1066"/>
                  </a:cubicBezTo>
                  <a:cubicBezTo>
                    <a:pt x="0" y="1703"/>
                    <a:pt x="525" y="2129"/>
                    <a:pt x="1071" y="2129"/>
                  </a:cubicBezTo>
                  <a:cubicBezTo>
                    <a:pt x="1332" y="2129"/>
                    <a:pt x="1598" y="2032"/>
                    <a:pt x="1813" y="1813"/>
                  </a:cubicBezTo>
                  <a:cubicBezTo>
                    <a:pt x="2486" y="1149"/>
                    <a:pt x="2012" y="1"/>
                    <a:pt x="107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423" name="Google Shape;7423;p36"/>
            <p:cNvSpPr/>
            <p:nvPr/>
          </p:nvSpPr>
          <p:spPr>
            <a:xfrm>
              <a:off x="5723050" y="1647400"/>
              <a:ext cx="62225" cy="53450"/>
            </a:xfrm>
            <a:custGeom>
              <a:rect b="b" l="l" r="r" t="t"/>
              <a:pathLst>
                <a:path extrusionOk="0" h="2138" w="2489">
                  <a:moveTo>
                    <a:pt x="1065" y="1"/>
                  </a:moveTo>
                  <a:cubicBezTo>
                    <a:pt x="472" y="9"/>
                    <a:pt x="0" y="481"/>
                    <a:pt x="0" y="1066"/>
                  </a:cubicBezTo>
                  <a:cubicBezTo>
                    <a:pt x="0" y="1710"/>
                    <a:pt x="526" y="2138"/>
                    <a:pt x="1072" y="2138"/>
                  </a:cubicBezTo>
                  <a:cubicBezTo>
                    <a:pt x="1332" y="2138"/>
                    <a:pt x="1598" y="2040"/>
                    <a:pt x="1813" y="1822"/>
                  </a:cubicBezTo>
                  <a:cubicBezTo>
                    <a:pt x="2488" y="1147"/>
                    <a:pt x="2008"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424" name="Google Shape;7424;p36"/>
            <p:cNvSpPr/>
            <p:nvPr/>
          </p:nvSpPr>
          <p:spPr>
            <a:xfrm>
              <a:off x="5723050" y="1723625"/>
              <a:ext cx="62225" cy="53350"/>
            </a:xfrm>
            <a:custGeom>
              <a:rect b="b" l="l" r="r" t="t"/>
              <a:pathLst>
                <a:path extrusionOk="0" h="2134" w="2489">
                  <a:moveTo>
                    <a:pt x="1065" y="1"/>
                  </a:moveTo>
                  <a:cubicBezTo>
                    <a:pt x="472" y="1"/>
                    <a:pt x="0" y="480"/>
                    <a:pt x="0" y="1065"/>
                  </a:cubicBezTo>
                  <a:cubicBezTo>
                    <a:pt x="0" y="1709"/>
                    <a:pt x="526" y="2133"/>
                    <a:pt x="1072" y="2133"/>
                  </a:cubicBezTo>
                  <a:cubicBezTo>
                    <a:pt x="1333" y="2133"/>
                    <a:pt x="1598" y="2037"/>
                    <a:pt x="1813" y="1822"/>
                  </a:cubicBezTo>
                  <a:cubicBezTo>
                    <a:pt x="2488" y="1147"/>
                    <a:pt x="2008"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425" name="Google Shape;7425;p36"/>
            <p:cNvSpPr/>
            <p:nvPr/>
          </p:nvSpPr>
          <p:spPr>
            <a:xfrm>
              <a:off x="5723050" y="1799850"/>
              <a:ext cx="62225" cy="53325"/>
            </a:xfrm>
            <a:custGeom>
              <a:rect b="b" l="l" r="r" t="t"/>
              <a:pathLst>
                <a:path extrusionOk="0" h="2133" w="2489">
                  <a:moveTo>
                    <a:pt x="1065" y="0"/>
                  </a:moveTo>
                  <a:cubicBezTo>
                    <a:pt x="472" y="0"/>
                    <a:pt x="0" y="480"/>
                    <a:pt x="0" y="1065"/>
                  </a:cubicBezTo>
                  <a:cubicBezTo>
                    <a:pt x="0" y="1709"/>
                    <a:pt x="526" y="2133"/>
                    <a:pt x="1072" y="2133"/>
                  </a:cubicBezTo>
                  <a:cubicBezTo>
                    <a:pt x="1333" y="2133"/>
                    <a:pt x="1598" y="2036"/>
                    <a:pt x="1813" y="1821"/>
                  </a:cubicBezTo>
                  <a:cubicBezTo>
                    <a:pt x="2488" y="1146"/>
                    <a:pt x="2008"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426" name="Google Shape;7426;p36"/>
            <p:cNvSpPr/>
            <p:nvPr/>
          </p:nvSpPr>
          <p:spPr>
            <a:xfrm>
              <a:off x="5723050" y="1876050"/>
              <a:ext cx="62225" cy="53275"/>
            </a:xfrm>
            <a:custGeom>
              <a:rect b="b" l="l" r="r" t="t"/>
              <a:pathLst>
                <a:path extrusionOk="0" h="2131" w="2489">
                  <a:moveTo>
                    <a:pt x="1065" y="1"/>
                  </a:moveTo>
                  <a:cubicBezTo>
                    <a:pt x="472" y="1"/>
                    <a:pt x="0" y="472"/>
                    <a:pt x="0" y="1066"/>
                  </a:cubicBezTo>
                  <a:cubicBezTo>
                    <a:pt x="0" y="1707"/>
                    <a:pt x="523" y="2131"/>
                    <a:pt x="1067" y="2131"/>
                  </a:cubicBezTo>
                  <a:cubicBezTo>
                    <a:pt x="1329" y="2131"/>
                    <a:pt x="1597" y="2033"/>
                    <a:pt x="1813" y="1813"/>
                  </a:cubicBezTo>
                  <a:cubicBezTo>
                    <a:pt x="2488" y="1147"/>
                    <a:pt x="2008"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427" name="Google Shape;7427;p36"/>
            <p:cNvSpPr/>
            <p:nvPr/>
          </p:nvSpPr>
          <p:spPr>
            <a:xfrm>
              <a:off x="5723050" y="1952050"/>
              <a:ext cx="62225" cy="53450"/>
            </a:xfrm>
            <a:custGeom>
              <a:rect b="b" l="l" r="r" t="t"/>
              <a:pathLst>
                <a:path extrusionOk="0" h="2138" w="2489">
                  <a:moveTo>
                    <a:pt x="1065" y="1"/>
                  </a:moveTo>
                  <a:cubicBezTo>
                    <a:pt x="472" y="9"/>
                    <a:pt x="0" y="481"/>
                    <a:pt x="0" y="1074"/>
                  </a:cubicBezTo>
                  <a:cubicBezTo>
                    <a:pt x="0" y="1712"/>
                    <a:pt x="525" y="2138"/>
                    <a:pt x="1071" y="2138"/>
                  </a:cubicBezTo>
                  <a:cubicBezTo>
                    <a:pt x="1332" y="2138"/>
                    <a:pt x="1598" y="2040"/>
                    <a:pt x="1813" y="1822"/>
                  </a:cubicBezTo>
                  <a:cubicBezTo>
                    <a:pt x="2488" y="1147"/>
                    <a:pt x="2008"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428" name="Google Shape;7428;p36"/>
            <p:cNvSpPr/>
            <p:nvPr/>
          </p:nvSpPr>
          <p:spPr>
            <a:xfrm>
              <a:off x="5723050" y="2028275"/>
              <a:ext cx="62225" cy="53450"/>
            </a:xfrm>
            <a:custGeom>
              <a:rect b="b" l="l" r="r" t="t"/>
              <a:pathLst>
                <a:path extrusionOk="0" h="2138" w="2489">
                  <a:moveTo>
                    <a:pt x="1065" y="1"/>
                  </a:moveTo>
                  <a:cubicBezTo>
                    <a:pt x="472" y="1"/>
                    <a:pt x="0" y="480"/>
                    <a:pt x="0" y="1065"/>
                  </a:cubicBezTo>
                  <a:cubicBezTo>
                    <a:pt x="0" y="1709"/>
                    <a:pt x="526" y="2137"/>
                    <a:pt x="1072" y="2137"/>
                  </a:cubicBezTo>
                  <a:cubicBezTo>
                    <a:pt x="1332" y="2137"/>
                    <a:pt x="1598" y="2040"/>
                    <a:pt x="1813" y="1821"/>
                  </a:cubicBezTo>
                  <a:cubicBezTo>
                    <a:pt x="2488" y="1147"/>
                    <a:pt x="2008"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429" name="Google Shape;7429;p36"/>
            <p:cNvSpPr/>
            <p:nvPr/>
          </p:nvSpPr>
          <p:spPr>
            <a:xfrm>
              <a:off x="5723050" y="2104500"/>
              <a:ext cx="62225" cy="53325"/>
            </a:xfrm>
            <a:custGeom>
              <a:rect b="b" l="l" r="r" t="t"/>
              <a:pathLst>
                <a:path extrusionOk="0" h="2133" w="2489">
                  <a:moveTo>
                    <a:pt x="1065" y="0"/>
                  </a:moveTo>
                  <a:cubicBezTo>
                    <a:pt x="472" y="0"/>
                    <a:pt x="0" y="480"/>
                    <a:pt x="0" y="1065"/>
                  </a:cubicBezTo>
                  <a:cubicBezTo>
                    <a:pt x="0" y="1709"/>
                    <a:pt x="526" y="2133"/>
                    <a:pt x="1072" y="2133"/>
                  </a:cubicBezTo>
                  <a:cubicBezTo>
                    <a:pt x="1333" y="2133"/>
                    <a:pt x="1598" y="2036"/>
                    <a:pt x="1813" y="1821"/>
                  </a:cubicBezTo>
                  <a:cubicBezTo>
                    <a:pt x="2488" y="1146"/>
                    <a:pt x="2008"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430" name="Google Shape;7430;p36"/>
            <p:cNvSpPr/>
            <p:nvPr/>
          </p:nvSpPr>
          <p:spPr>
            <a:xfrm>
              <a:off x="5723050" y="2180700"/>
              <a:ext cx="62225" cy="53350"/>
            </a:xfrm>
            <a:custGeom>
              <a:rect b="b" l="l" r="r" t="t"/>
              <a:pathLst>
                <a:path extrusionOk="0" h="2134" w="2489">
                  <a:moveTo>
                    <a:pt x="1065" y="1"/>
                  </a:moveTo>
                  <a:cubicBezTo>
                    <a:pt x="472" y="1"/>
                    <a:pt x="0" y="480"/>
                    <a:pt x="0" y="1066"/>
                  </a:cubicBezTo>
                  <a:cubicBezTo>
                    <a:pt x="0" y="1709"/>
                    <a:pt x="526" y="2133"/>
                    <a:pt x="1072" y="2133"/>
                  </a:cubicBezTo>
                  <a:cubicBezTo>
                    <a:pt x="1333" y="2133"/>
                    <a:pt x="1598" y="2037"/>
                    <a:pt x="1813" y="1822"/>
                  </a:cubicBezTo>
                  <a:cubicBezTo>
                    <a:pt x="2488" y="1147"/>
                    <a:pt x="2008"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431" name="Google Shape;7431;p36"/>
            <p:cNvSpPr/>
            <p:nvPr/>
          </p:nvSpPr>
          <p:spPr>
            <a:xfrm>
              <a:off x="5723050" y="2256925"/>
              <a:ext cx="62350" cy="53425"/>
            </a:xfrm>
            <a:custGeom>
              <a:rect b="b" l="l" r="r" t="t"/>
              <a:pathLst>
                <a:path extrusionOk="0" h="2137" w="2494">
                  <a:moveTo>
                    <a:pt x="1075" y="0"/>
                  </a:moveTo>
                  <a:cubicBezTo>
                    <a:pt x="1072" y="0"/>
                    <a:pt x="1069" y="0"/>
                    <a:pt x="1065" y="0"/>
                  </a:cubicBezTo>
                  <a:cubicBezTo>
                    <a:pt x="472" y="0"/>
                    <a:pt x="0" y="480"/>
                    <a:pt x="0" y="1065"/>
                  </a:cubicBezTo>
                  <a:cubicBezTo>
                    <a:pt x="0" y="1709"/>
                    <a:pt x="526" y="2137"/>
                    <a:pt x="1074" y="2137"/>
                  </a:cubicBezTo>
                  <a:cubicBezTo>
                    <a:pt x="1336" y="2137"/>
                    <a:pt x="1603" y="2039"/>
                    <a:pt x="1821" y="1821"/>
                  </a:cubicBezTo>
                  <a:cubicBezTo>
                    <a:pt x="2494" y="1149"/>
                    <a:pt x="2020" y="0"/>
                    <a:pt x="107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432" name="Google Shape;7432;p36"/>
            <p:cNvSpPr/>
            <p:nvPr/>
          </p:nvSpPr>
          <p:spPr>
            <a:xfrm>
              <a:off x="5723050" y="2333125"/>
              <a:ext cx="62225" cy="53450"/>
            </a:xfrm>
            <a:custGeom>
              <a:rect b="b" l="l" r="r" t="t"/>
              <a:pathLst>
                <a:path extrusionOk="0" h="2138" w="2489">
                  <a:moveTo>
                    <a:pt x="1065" y="1"/>
                  </a:moveTo>
                  <a:cubicBezTo>
                    <a:pt x="472" y="1"/>
                    <a:pt x="0" y="480"/>
                    <a:pt x="0" y="1066"/>
                  </a:cubicBezTo>
                  <a:cubicBezTo>
                    <a:pt x="0" y="1709"/>
                    <a:pt x="526" y="2137"/>
                    <a:pt x="1072" y="2137"/>
                  </a:cubicBezTo>
                  <a:cubicBezTo>
                    <a:pt x="1332" y="2137"/>
                    <a:pt x="1598" y="2040"/>
                    <a:pt x="1813" y="1822"/>
                  </a:cubicBezTo>
                  <a:cubicBezTo>
                    <a:pt x="2488" y="1147"/>
                    <a:pt x="2008"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433" name="Google Shape;7433;p36"/>
            <p:cNvSpPr/>
            <p:nvPr/>
          </p:nvSpPr>
          <p:spPr>
            <a:xfrm>
              <a:off x="5722850" y="2485550"/>
              <a:ext cx="62425" cy="53300"/>
            </a:xfrm>
            <a:custGeom>
              <a:rect b="b" l="l" r="r" t="t"/>
              <a:pathLst>
                <a:path extrusionOk="0" h="2132" w="2497">
                  <a:moveTo>
                    <a:pt x="1073" y="1"/>
                  </a:moveTo>
                  <a:cubicBezTo>
                    <a:pt x="480" y="1"/>
                    <a:pt x="8" y="480"/>
                    <a:pt x="0" y="1066"/>
                  </a:cubicBezTo>
                  <a:cubicBezTo>
                    <a:pt x="0" y="1708"/>
                    <a:pt x="526" y="2131"/>
                    <a:pt x="1073" y="2131"/>
                  </a:cubicBezTo>
                  <a:cubicBezTo>
                    <a:pt x="1336" y="2131"/>
                    <a:pt x="1605" y="2033"/>
                    <a:pt x="1821" y="1814"/>
                  </a:cubicBezTo>
                  <a:cubicBezTo>
                    <a:pt x="2496" y="1147"/>
                    <a:pt x="2016" y="1"/>
                    <a:pt x="1073"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434" name="Google Shape;7434;p36"/>
            <p:cNvSpPr/>
            <p:nvPr/>
          </p:nvSpPr>
          <p:spPr>
            <a:xfrm>
              <a:off x="5723050" y="2561575"/>
              <a:ext cx="62225" cy="53425"/>
            </a:xfrm>
            <a:custGeom>
              <a:rect b="b" l="l" r="r" t="t"/>
              <a:pathLst>
                <a:path extrusionOk="0" h="2137" w="2489">
                  <a:moveTo>
                    <a:pt x="1065" y="0"/>
                  </a:moveTo>
                  <a:cubicBezTo>
                    <a:pt x="472" y="8"/>
                    <a:pt x="0" y="480"/>
                    <a:pt x="0" y="1073"/>
                  </a:cubicBezTo>
                  <a:cubicBezTo>
                    <a:pt x="0" y="1711"/>
                    <a:pt x="525" y="2137"/>
                    <a:pt x="1071" y="2137"/>
                  </a:cubicBezTo>
                  <a:cubicBezTo>
                    <a:pt x="1332" y="2137"/>
                    <a:pt x="1598" y="2039"/>
                    <a:pt x="1813" y="1821"/>
                  </a:cubicBezTo>
                  <a:cubicBezTo>
                    <a:pt x="2488" y="1154"/>
                    <a:pt x="2008"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435" name="Google Shape;7435;p36"/>
            <p:cNvSpPr/>
            <p:nvPr/>
          </p:nvSpPr>
          <p:spPr>
            <a:xfrm>
              <a:off x="5722850" y="2637775"/>
              <a:ext cx="62425" cy="53450"/>
            </a:xfrm>
            <a:custGeom>
              <a:rect b="b" l="l" r="r" t="t"/>
              <a:pathLst>
                <a:path extrusionOk="0" h="2138" w="2497">
                  <a:moveTo>
                    <a:pt x="1073" y="1"/>
                  </a:moveTo>
                  <a:cubicBezTo>
                    <a:pt x="480" y="9"/>
                    <a:pt x="8" y="480"/>
                    <a:pt x="0" y="1074"/>
                  </a:cubicBezTo>
                  <a:cubicBezTo>
                    <a:pt x="0" y="1712"/>
                    <a:pt x="529" y="2137"/>
                    <a:pt x="1077" y="2137"/>
                  </a:cubicBezTo>
                  <a:cubicBezTo>
                    <a:pt x="1339" y="2137"/>
                    <a:pt x="1606" y="2040"/>
                    <a:pt x="1821" y="1822"/>
                  </a:cubicBezTo>
                  <a:cubicBezTo>
                    <a:pt x="2496" y="1147"/>
                    <a:pt x="2016" y="1"/>
                    <a:pt x="1073"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436" name="Google Shape;7436;p36"/>
            <p:cNvSpPr/>
            <p:nvPr/>
          </p:nvSpPr>
          <p:spPr>
            <a:xfrm>
              <a:off x="5799275" y="1418975"/>
              <a:ext cx="62200" cy="53350"/>
            </a:xfrm>
            <a:custGeom>
              <a:rect b="b" l="l" r="r" t="t"/>
              <a:pathLst>
                <a:path extrusionOk="0" h="2134" w="2488">
                  <a:moveTo>
                    <a:pt x="1057" y="1"/>
                  </a:moveTo>
                  <a:cubicBezTo>
                    <a:pt x="472" y="1"/>
                    <a:pt x="0" y="480"/>
                    <a:pt x="0" y="1065"/>
                  </a:cubicBezTo>
                  <a:cubicBezTo>
                    <a:pt x="0" y="1709"/>
                    <a:pt x="525" y="2133"/>
                    <a:pt x="1074" y="2133"/>
                  </a:cubicBezTo>
                  <a:cubicBezTo>
                    <a:pt x="1336" y="2133"/>
                    <a:pt x="1603" y="2037"/>
                    <a:pt x="1821" y="1822"/>
                  </a:cubicBezTo>
                  <a:cubicBezTo>
                    <a:pt x="2488" y="1147"/>
                    <a:pt x="2008" y="1"/>
                    <a:pt x="1057"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437" name="Google Shape;7437;p36"/>
            <p:cNvSpPr/>
            <p:nvPr/>
          </p:nvSpPr>
          <p:spPr>
            <a:xfrm>
              <a:off x="5799275" y="1495200"/>
              <a:ext cx="62150" cy="53275"/>
            </a:xfrm>
            <a:custGeom>
              <a:rect b="b" l="l" r="r" t="t"/>
              <a:pathLst>
                <a:path extrusionOk="0" h="2131" w="2486">
                  <a:moveTo>
                    <a:pt x="1067" y="0"/>
                  </a:moveTo>
                  <a:cubicBezTo>
                    <a:pt x="1064" y="0"/>
                    <a:pt x="1060" y="0"/>
                    <a:pt x="1057" y="0"/>
                  </a:cubicBezTo>
                  <a:cubicBezTo>
                    <a:pt x="472" y="0"/>
                    <a:pt x="0" y="480"/>
                    <a:pt x="0" y="1065"/>
                  </a:cubicBezTo>
                  <a:cubicBezTo>
                    <a:pt x="0" y="1707"/>
                    <a:pt x="522" y="2130"/>
                    <a:pt x="1067" y="2130"/>
                  </a:cubicBezTo>
                  <a:cubicBezTo>
                    <a:pt x="1329" y="2130"/>
                    <a:pt x="1596" y="2032"/>
                    <a:pt x="1813" y="1813"/>
                  </a:cubicBezTo>
                  <a:cubicBezTo>
                    <a:pt x="2485" y="1149"/>
                    <a:pt x="2011" y="0"/>
                    <a:pt x="1067"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438" name="Google Shape;7438;p36"/>
            <p:cNvSpPr/>
            <p:nvPr/>
          </p:nvSpPr>
          <p:spPr>
            <a:xfrm>
              <a:off x="5799275" y="1571400"/>
              <a:ext cx="62150" cy="53275"/>
            </a:xfrm>
            <a:custGeom>
              <a:rect b="b" l="l" r="r" t="t"/>
              <a:pathLst>
                <a:path extrusionOk="0" h="2131" w="2486">
                  <a:moveTo>
                    <a:pt x="1067" y="1"/>
                  </a:moveTo>
                  <a:cubicBezTo>
                    <a:pt x="1064" y="1"/>
                    <a:pt x="1060" y="1"/>
                    <a:pt x="1057" y="1"/>
                  </a:cubicBezTo>
                  <a:cubicBezTo>
                    <a:pt x="472" y="1"/>
                    <a:pt x="0" y="472"/>
                    <a:pt x="0" y="1066"/>
                  </a:cubicBezTo>
                  <a:cubicBezTo>
                    <a:pt x="0" y="1708"/>
                    <a:pt x="522" y="2131"/>
                    <a:pt x="1067" y="2131"/>
                  </a:cubicBezTo>
                  <a:cubicBezTo>
                    <a:pt x="1329" y="2131"/>
                    <a:pt x="1596" y="2033"/>
                    <a:pt x="1813" y="1813"/>
                  </a:cubicBezTo>
                  <a:cubicBezTo>
                    <a:pt x="2485" y="1141"/>
                    <a:pt x="2011" y="1"/>
                    <a:pt x="1067"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439" name="Google Shape;7439;p36"/>
            <p:cNvSpPr/>
            <p:nvPr/>
          </p:nvSpPr>
          <p:spPr>
            <a:xfrm>
              <a:off x="5799275" y="1647400"/>
              <a:ext cx="62200" cy="53450"/>
            </a:xfrm>
            <a:custGeom>
              <a:rect b="b" l="l" r="r" t="t"/>
              <a:pathLst>
                <a:path extrusionOk="0" h="2138" w="2488">
                  <a:moveTo>
                    <a:pt x="1057" y="1"/>
                  </a:moveTo>
                  <a:cubicBezTo>
                    <a:pt x="472" y="9"/>
                    <a:pt x="0" y="481"/>
                    <a:pt x="0" y="1066"/>
                  </a:cubicBezTo>
                  <a:cubicBezTo>
                    <a:pt x="0" y="1710"/>
                    <a:pt x="525" y="2138"/>
                    <a:pt x="1071" y="2138"/>
                  </a:cubicBezTo>
                  <a:cubicBezTo>
                    <a:pt x="1332" y="2138"/>
                    <a:pt x="1597" y="2040"/>
                    <a:pt x="1813" y="1822"/>
                  </a:cubicBezTo>
                  <a:cubicBezTo>
                    <a:pt x="2488" y="1147"/>
                    <a:pt x="2008" y="1"/>
                    <a:pt x="1057"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440" name="Google Shape;7440;p36"/>
            <p:cNvSpPr/>
            <p:nvPr/>
          </p:nvSpPr>
          <p:spPr>
            <a:xfrm>
              <a:off x="5799275" y="1723625"/>
              <a:ext cx="62200" cy="53350"/>
            </a:xfrm>
            <a:custGeom>
              <a:rect b="b" l="l" r="r" t="t"/>
              <a:pathLst>
                <a:path extrusionOk="0" h="2134" w="2488">
                  <a:moveTo>
                    <a:pt x="1057" y="1"/>
                  </a:moveTo>
                  <a:cubicBezTo>
                    <a:pt x="472" y="1"/>
                    <a:pt x="0" y="480"/>
                    <a:pt x="0" y="1065"/>
                  </a:cubicBezTo>
                  <a:cubicBezTo>
                    <a:pt x="0" y="1709"/>
                    <a:pt x="525" y="2133"/>
                    <a:pt x="1074" y="2133"/>
                  </a:cubicBezTo>
                  <a:cubicBezTo>
                    <a:pt x="1336" y="2133"/>
                    <a:pt x="1603" y="2037"/>
                    <a:pt x="1821" y="1822"/>
                  </a:cubicBezTo>
                  <a:cubicBezTo>
                    <a:pt x="2488" y="1147"/>
                    <a:pt x="2008" y="1"/>
                    <a:pt x="1057"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441" name="Google Shape;7441;p36"/>
            <p:cNvSpPr/>
            <p:nvPr/>
          </p:nvSpPr>
          <p:spPr>
            <a:xfrm>
              <a:off x="5799275" y="1799825"/>
              <a:ext cx="62150" cy="53300"/>
            </a:xfrm>
            <a:custGeom>
              <a:rect b="b" l="l" r="r" t="t"/>
              <a:pathLst>
                <a:path extrusionOk="0" h="2132" w="2486">
                  <a:moveTo>
                    <a:pt x="1067" y="1"/>
                  </a:moveTo>
                  <a:cubicBezTo>
                    <a:pt x="1064" y="1"/>
                    <a:pt x="1060" y="1"/>
                    <a:pt x="1057" y="1"/>
                  </a:cubicBezTo>
                  <a:cubicBezTo>
                    <a:pt x="472" y="1"/>
                    <a:pt x="0" y="481"/>
                    <a:pt x="0" y="1066"/>
                  </a:cubicBezTo>
                  <a:cubicBezTo>
                    <a:pt x="0" y="1708"/>
                    <a:pt x="522" y="2131"/>
                    <a:pt x="1069" y="2131"/>
                  </a:cubicBezTo>
                  <a:cubicBezTo>
                    <a:pt x="1333" y="2131"/>
                    <a:pt x="1602" y="2033"/>
                    <a:pt x="1821" y="1814"/>
                  </a:cubicBezTo>
                  <a:cubicBezTo>
                    <a:pt x="2485" y="1150"/>
                    <a:pt x="2011" y="1"/>
                    <a:pt x="1067"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442" name="Google Shape;7442;p36"/>
            <p:cNvSpPr/>
            <p:nvPr/>
          </p:nvSpPr>
          <p:spPr>
            <a:xfrm>
              <a:off x="5799275" y="1876050"/>
              <a:ext cx="62150" cy="53275"/>
            </a:xfrm>
            <a:custGeom>
              <a:rect b="b" l="l" r="r" t="t"/>
              <a:pathLst>
                <a:path extrusionOk="0" h="2131" w="2486">
                  <a:moveTo>
                    <a:pt x="1067" y="1"/>
                  </a:moveTo>
                  <a:cubicBezTo>
                    <a:pt x="1064" y="1"/>
                    <a:pt x="1060" y="1"/>
                    <a:pt x="1057" y="1"/>
                  </a:cubicBezTo>
                  <a:cubicBezTo>
                    <a:pt x="472" y="1"/>
                    <a:pt x="0" y="480"/>
                    <a:pt x="0" y="1066"/>
                  </a:cubicBezTo>
                  <a:cubicBezTo>
                    <a:pt x="0" y="1707"/>
                    <a:pt x="522" y="2131"/>
                    <a:pt x="1067" y="2131"/>
                  </a:cubicBezTo>
                  <a:cubicBezTo>
                    <a:pt x="1329" y="2131"/>
                    <a:pt x="1596" y="2033"/>
                    <a:pt x="1813" y="1813"/>
                  </a:cubicBezTo>
                  <a:cubicBezTo>
                    <a:pt x="2485" y="1149"/>
                    <a:pt x="2011" y="1"/>
                    <a:pt x="1067"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443" name="Google Shape;7443;p36"/>
            <p:cNvSpPr/>
            <p:nvPr/>
          </p:nvSpPr>
          <p:spPr>
            <a:xfrm>
              <a:off x="5799275" y="1952050"/>
              <a:ext cx="62200" cy="53500"/>
            </a:xfrm>
            <a:custGeom>
              <a:rect b="b" l="l" r="r" t="t"/>
              <a:pathLst>
                <a:path extrusionOk="0" h="2140" w="2488">
                  <a:moveTo>
                    <a:pt x="1057" y="1"/>
                  </a:moveTo>
                  <a:cubicBezTo>
                    <a:pt x="472" y="9"/>
                    <a:pt x="0" y="481"/>
                    <a:pt x="0" y="1074"/>
                  </a:cubicBezTo>
                  <a:cubicBezTo>
                    <a:pt x="0" y="1716"/>
                    <a:pt x="522" y="2139"/>
                    <a:pt x="1069" y="2139"/>
                  </a:cubicBezTo>
                  <a:cubicBezTo>
                    <a:pt x="1333" y="2139"/>
                    <a:pt x="1602" y="2041"/>
                    <a:pt x="1821" y="1822"/>
                  </a:cubicBezTo>
                  <a:cubicBezTo>
                    <a:pt x="2488" y="1147"/>
                    <a:pt x="2008" y="1"/>
                    <a:pt x="1057"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444" name="Google Shape;7444;p36"/>
            <p:cNvSpPr/>
            <p:nvPr/>
          </p:nvSpPr>
          <p:spPr>
            <a:xfrm>
              <a:off x="5799275" y="2028275"/>
              <a:ext cx="62200" cy="53450"/>
            </a:xfrm>
            <a:custGeom>
              <a:rect b="b" l="l" r="r" t="t"/>
              <a:pathLst>
                <a:path extrusionOk="0" h="2138" w="2488">
                  <a:moveTo>
                    <a:pt x="1057" y="1"/>
                  </a:moveTo>
                  <a:cubicBezTo>
                    <a:pt x="472" y="9"/>
                    <a:pt x="0" y="480"/>
                    <a:pt x="0" y="1065"/>
                  </a:cubicBezTo>
                  <a:cubicBezTo>
                    <a:pt x="0" y="1709"/>
                    <a:pt x="525" y="2137"/>
                    <a:pt x="1074" y="2137"/>
                  </a:cubicBezTo>
                  <a:cubicBezTo>
                    <a:pt x="1336" y="2137"/>
                    <a:pt x="1603" y="2040"/>
                    <a:pt x="1821" y="1821"/>
                  </a:cubicBezTo>
                  <a:cubicBezTo>
                    <a:pt x="2488" y="1147"/>
                    <a:pt x="2008" y="1"/>
                    <a:pt x="1057"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445" name="Google Shape;7445;p36"/>
            <p:cNvSpPr/>
            <p:nvPr/>
          </p:nvSpPr>
          <p:spPr>
            <a:xfrm>
              <a:off x="5875275" y="1418975"/>
              <a:ext cx="62225" cy="53350"/>
            </a:xfrm>
            <a:custGeom>
              <a:rect b="b" l="l" r="r" t="t"/>
              <a:pathLst>
                <a:path extrusionOk="0" h="2134" w="2489">
                  <a:moveTo>
                    <a:pt x="1065" y="1"/>
                  </a:moveTo>
                  <a:cubicBezTo>
                    <a:pt x="480" y="1"/>
                    <a:pt x="0" y="480"/>
                    <a:pt x="0" y="1065"/>
                  </a:cubicBezTo>
                  <a:cubicBezTo>
                    <a:pt x="0" y="1709"/>
                    <a:pt x="526" y="2133"/>
                    <a:pt x="1074" y="2133"/>
                  </a:cubicBezTo>
                  <a:cubicBezTo>
                    <a:pt x="1336" y="2133"/>
                    <a:pt x="1603" y="2037"/>
                    <a:pt x="1821" y="1822"/>
                  </a:cubicBezTo>
                  <a:cubicBezTo>
                    <a:pt x="2488" y="1147"/>
                    <a:pt x="2017"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446" name="Google Shape;7446;p36"/>
            <p:cNvSpPr/>
            <p:nvPr/>
          </p:nvSpPr>
          <p:spPr>
            <a:xfrm>
              <a:off x="5875275" y="1495200"/>
              <a:ext cx="62225" cy="53325"/>
            </a:xfrm>
            <a:custGeom>
              <a:rect b="b" l="l" r="r" t="t"/>
              <a:pathLst>
                <a:path extrusionOk="0" h="2133" w="2489">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447" name="Google Shape;7447;p36"/>
            <p:cNvSpPr/>
            <p:nvPr/>
          </p:nvSpPr>
          <p:spPr>
            <a:xfrm>
              <a:off x="5875275" y="1571400"/>
              <a:ext cx="62225" cy="53250"/>
            </a:xfrm>
            <a:custGeom>
              <a:rect b="b" l="l" r="r" t="t"/>
              <a:pathLst>
                <a:path extrusionOk="0" h="2130" w="2489">
                  <a:moveTo>
                    <a:pt x="1065" y="1"/>
                  </a:moveTo>
                  <a:cubicBezTo>
                    <a:pt x="480" y="1"/>
                    <a:pt x="0" y="472"/>
                    <a:pt x="0" y="1066"/>
                  </a:cubicBezTo>
                  <a:cubicBezTo>
                    <a:pt x="0" y="1703"/>
                    <a:pt x="525" y="2129"/>
                    <a:pt x="1073" y="2129"/>
                  </a:cubicBezTo>
                  <a:cubicBezTo>
                    <a:pt x="1335" y="2129"/>
                    <a:pt x="1603" y="2032"/>
                    <a:pt x="1821" y="1813"/>
                  </a:cubicBezTo>
                  <a:cubicBezTo>
                    <a:pt x="2488" y="1147"/>
                    <a:pt x="2017"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448" name="Google Shape;7448;p36"/>
            <p:cNvSpPr/>
            <p:nvPr/>
          </p:nvSpPr>
          <p:spPr>
            <a:xfrm>
              <a:off x="5875275" y="1647400"/>
              <a:ext cx="62225" cy="53450"/>
            </a:xfrm>
            <a:custGeom>
              <a:rect b="b" l="l" r="r" t="t"/>
              <a:pathLst>
                <a:path extrusionOk="0" h="2138" w="2489">
                  <a:moveTo>
                    <a:pt x="1065" y="1"/>
                  </a:moveTo>
                  <a:cubicBezTo>
                    <a:pt x="480" y="1"/>
                    <a:pt x="0" y="481"/>
                    <a:pt x="0" y="1066"/>
                  </a:cubicBezTo>
                  <a:cubicBezTo>
                    <a:pt x="0" y="1710"/>
                    <a:pt x="526" y="2138"/>
                    <a:pt x="1074" y="2138"/>
                  </a:cubicBezTo>
                  <a:cubicBezTo>
                    <a:pt x="1336" y="2138"/>
                    <a:pt x="1603" y="2040"/>
                    <a:pt x="1821" y="1822"/>
                  </a:cubicBezTo>
                  <a:cubicBezTo>
                    <a:pt x="2488" y="1155"/>
                    <a:pt x="2017"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449" name="Google Shape;7449;p36"/>
            <p:cNvSpPr/>
            <p:nvPr/>
          </p:nvSpPr>
          <p:spPr>
            <a:xfrm>
              <a:off x="5875275" y="1723625"/>
              <a:ext cx="62225" cy="53350"/>
            </a:xfrm>
            <a:custGeom>
              <a:rect b="b" l="l" r="r" t="t"/>
              <a:pathLst>
                <a:path extrusionOk="0" h="2134" w="2489">
                  <a:moveTo>
                    <a:pt x="1065" y="1"/>
                  </a:moveTo>
                  <a:cubicBezTo>
                    <a:pt x="480" y="1"/>
                    <a:pt x="0" y="480"/>
                    <a:pt x="0" y="1065"/>
                  </a:cubicBezTo>
                  <a:cubicBezTo>
                    <a:pt x="0" y="1709"/>
                    <a:pt x="526" y="2133"/>
                    <a:pt x="1074" y="2133"/>
                  </a:cubicBezTo>
                  <a:cubicBezTo>
                    <a:pt x="1336" y="2133"/>
                    <a:pt x="1603" y="2037"/>
                    <a:pt x="1821" y="1822"/>
                  </a:cubicBezTo>
                  <a:cubicBezTo>
                    <a:pt x="2488" y="1147"/>
                    <a:pt x="2017"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450" name="Google Shape;7450;p36"/>
            <p:cNvSpPr/>
            <p:nvPr/>
          </p:nvSpPr>
          <p:spPr>
            <a:xfrm>
              <a:off x="5875275" y="1799850"/>
              <a:ext cx="62225" cy="53325"/>
            </a:xfrm>
            <a:custGeom>
              <a:rect b="b" l="l" r="r" t="t"/>
              <a:pathLst>
                <a:path extrusionOk="0" h="2133" w="2489">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451" name="Google Shape;7451;p36"/>
            <p:cNvSpPr/>
            <p:nvPr/>
          </p:nvSpPr>
          <p:spPr>
            <a:xfrm>
              <a:off x="5875275" y="1876050"/>
              <a:ext cx="62225" cy="53350"/>
            </a:xfrm>
            <a:custGeom>
              <a:rect b="b" l="l" r="r" t="t"/>
              <a:pathLst>
                <a:path extrusionOk="0" h="2134" w="2489">
                  <a:moveTo>
                    <a:pt x="1065" y="1"/>
                  </a:moveTo>
                  <a:cubicBezTo>
                    <a:pt x="480" y="1"/>
                    <a:pt x="0" y="472"/>
                    <a:pt x="0" y="1066"/>
                  </a:cubicBezTo>
                  <a:cubicBezTo>
                    <a:pt x="0" y="1709"/>
                    <a:pt x="526" y="2133"/>
                    <a:pt x="1074" y="2133"/>
                  </a:cubicBezTo>
                  <a:cubicBezTo>
                    <a:pt x="1336" y="2133"/>
                    <a:pt x="1603" y="2037"/>
                    <a:pt x="1821" y="1822"/>
                  </a:cubicBezTo>
                  <a:cubicBezTo>
                    <a:pt x="2488" y="1147"/>
                    <a:pt x="2017"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452" name="Google Shape;7452;p36"/>
            <p:cNvSpPr/>
            <p:nvPr/>
          </p:nvSpPr>
          <p:spPr>
            <a:xfrm>
              <a:off x="5875275" y="1952050"/>
              <a:ext cx="62225" cy="53450"/>
            </a:xfrm>
            <a:custGeom>
              <a:rect b="b" l="l" r="r" t="t"/>
              <a:pathLst>
                <a:path extrusionOk="0" h="2138" w="2489">
                  <a:moveTo>
                    <a:pt x="1065" y="1"/>
                  </a:moveTo>
                  <a:cubicBezTo>
                    <a:pt x="480" y="9"/>
                    <a:pt x="0" y="481"/>
                    <a:pt x="0" y="1074"/>
                  </a:cubicBezTo>
                  <a:cubicBezTo>
                    <a:pt x="0" y="1712"/>
                    <a:pt x="525" y="2138"/>
                    <a:pt x="1073" y="2138"/>
                  </a:cubicBezTo>
                  <a:cubicBezTo>
                    <a:pt x="1335" y="2138"/>
                    <a:pt x="1603" y="2040"/>
                    <a:pt x="1821" y="1822"/>
                  </a:cubicBezTo>
                  <a:cubicBezTo>
                    <a:pt x="2488" y="1155"/>
                    <a:pt x="2017"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453" name="Google Shape;7453;p36"/>
            <p:cNvSpPr/>
            <p:nvPr/>
          </p:nvSpPr>
          <p:spPr>
            <a:xfrm>
              <a:off x="5875275" y="2028275"/>
              <a:ext cx="62225" cy="53450"/>
            </a:xfrm>
            <a:custGeom>
              <a:rect b="b" l="l" r="r" t="t"/>
              <a:pathLst>
                <a:path extrusionOk="0" h="2138" w="2489">
                  <a:moveTo>
                    <a:pt x="1065" y="1"/>
                  </a:moveTo>
                  <a:cubicBezTo>
                    <a:pt x="480" y="1"/>
                    <a:pt x="0" y="480"/>
                    <a:pt x="0" y="1065"/>
                  </a:cubicBezTo>
                  <a:cubicBezTo>
                    <a:pt x="0" y="1709"/>
                    <a:pt x="526" y="2137"/>
                    <a:pt x="1074" y="2137"/>
                  </a:cubicBezTo>
                  <a:cubicBezTo>
                    <a:pt x="1336" y="2137"/>
                    <a:pt x="1603" y="2040"/>
                    <a:pt x="1821" y="1821"/>
                  </a:cubicBezTo>
                  <a:cubicBezTo>
                    <a:pt x="2488" y="1147"/>
                    <a:pt x="2017"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454" name="Google Shape;7454;p36"/>
            <p:cNvSpPr/>
            <p:nvPr/>
          </p:nvSpPr>
          <p:spPr>
            <a:xfrm>
              <a:off x="5875275" y="2104500"/>
              <a:ext cx="62225" cy="53325"/>
            </a:xfrm>
            <a:custGeom>
              <a:rect b="b" l="l" r="r" t="t"/>
              <a:pathLst>
                <a:path extrusionOk="0" h="2133" w="2489">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455" name="Google Shape;7455;p36"/>
            <p:cNvSpPr/>
            <p:nvPr/>
          </p:nvSpPr>
          <p:spPr>
            <a:xfrm>
              <a:off x="5799275" y="2104500"/>
              <a:ext cx="62200" cy="53325"/>
            </a:xfrm>
            <a:custGeom>
              <a:rect b="b" l="l" r="r" t="t"/>
              <a:pathLst>
                <a:path extrusionOk="0" h="2133" w="2488">
                  <a:moveTo>
                    <a:pt x="1057" y="0"/>
                  </a:moveTo>
                  <a:cubicBezTo>
                    <a:pt x="472" y="0"/>
                    <a:pt x="0" y="480"/>
                    <a:pt x="0" y="1065"/>
                  </a:cubicBezTo>
                  <a:cubicBezTo>
                    <a:pt x="0" y="1709"/>
                    <a:pt x="525" y="2133"/>
                    <a:pt x="1071" y="2133"/>
                  </a:cubicBezTo>
                  <a:cubicBezTo>
                    <a:pt x="1332" y="2133"/>
                    <a:pt x="1598" y="2036"/>
                    <a:pt x="1813" y="1821"/>
                  </a:cubicBezTo>
                  <a:cubicBezTo>
                    <a:pt x="2488" y="1146"/>
                    <a:pt x="2008" y="0"/>
                    <a:pt x="1057"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456" name="Google Shape;7456;p36"/>
            <p:cNvSpPr/>
            <p:nvPr/>
          </p:nvSpPr>
          <p:spPr>
            <a:xfrm>
              <a:off x="5799275" y="2180700"/>
              <a:ext cx="62150" cy="53275"/>
            </a:xfrm>
            <a:custGeom>
              <a:rect b="b" l="l" r="r" t="t"/>
              <a:pathLst>
                <a:path extrusionOk="0" h="2131" w="2486">
                  <a:moveTo>
                    <a:pt x="1067" y="1"/>
                  </a:moveTo>
                  <a:cubicBezTo>
                    <a:pt x="1064" y="1"/>
                    <a:pt x="1060" y="1"/>
                    <a:pt x="1057" y="1"/>
                  </a:cubicBezTo>
                  <a:cubicBezTo>
                    <a:pt x="472" y="1"/>
                    <a:pt x="0" y="480"/>
                    <a:pt x="0" y="1066"/>
                  </a:cubicBezTo>
                  <a:cubicBezTo>
                    <a:pt x="0" y="1707"/>
                    <a:pt x="522" y="2131"/>
                    <a:pt x="1067" y="2131"/>
                  </a:cubicBezTo>
                  <a:cubicBezTo>
                    <a:pt x="1329" y="2131"/>
                    <a:pt x="1596" y="2033"/>
                    <a:pt x="1813" y="1813"/>
                  </a:cubicBezTo>
                  <a:cubicBezTo>
                    <a:pt x="2485" y="1149"/>
                    <a:pt x="2011" y="1"/>
                    <a:pt x="1067"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457" name="Google Shape;7457;p36"/>
            <p:cNvSpPr/>
            <p:nvPr/>
          </p:nvSpPr>
          <p:spPr>
            <a:xfrm>
              <a:off x="5799275" y="2256925"/>
              <a:ext cx="62350" cy="53425"/>
            </a:xfrm>
            <a:custGeom>
              <a:rect b="b" l="l" r="r" t="t"/>
              <a:pathLst>
                <a:path extrusionOk="0" h="2137" w="2494">
                  <a:moveTo>
                    <a:pt x="1067" y="0"/>
                  </a:moveTo>
                  <a:cubicBezTo>
                    <a:pt x="1064" y="0"/>
                    <a:pt x="1060" y="0"/>
                    <a:pt x="1057" y="0"/>
                  </a:cubicBezTo>
                  <a:cubicBezTo>
                    <a:pt x="472" y="0"/>
                    <a:pt x="0" y="480"/>
                    <a:pt x="0" y="1065"/>
                  </a:cubicBezTo>
                  <a:cubicBezTo>
                    <a:pt x="0" y="1709"/>
                    <a:pt x="529" y="2137"/>
                    <a:pt x="1077" y="2137"/>
                  </a:cubicBezTo>
                  <a:cubicBezTo>
                    <a:pt x="1339" y="2137"/>
                    <a:pt x="1606" y="2039"/>
                    <a:pt x="1821" y="1821"/>
                  </a:cubicBezTo>
                  <a:cubicBezTo>
                    <a:pt x="2493" y="1149"/>
                    <a:pt x="2019" y="0"/>
                    <a:pt x="1067"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458" name="Google Shape;7458;p36"/>
            <p:cNvSpPr/>
            <p:nvPr/>
          </p:nvSpPr>
          <p:spPr>
            <a:xfrm>
              <a:off x="5799275" y="2333125"/>
              <a:ext cx="62200" cy="53450"/>
            </a:xfrm>
            <a:custGeom>
              <a:rect b="b" l="l" r="r" t="t"/>
              <a:pathLst>
                <a:path extrusionOk="0" h="2138" w="2488">
                  <a:moveTo>
                    <a:pt x="1057" y="1"/>
                  </a:moveTo>
                  <a:cubicBezTo>
                    <a:pt x="472" y="9"/>
                    <a:pt x="0" y="480"/>
                    <a:pt x="0" y="1066"/>
                  </a:cubicBezTo>
                  <a:cubicBezTo>
                    <a:pt x="0" y="1709"/>
                    <a:pt x="525" y="2137"/>
                    <a:pt x="1071" y="2137"/>
                  </a:cubicBezTo>
                  <a:cubicBezTo>
                    <a:pt x="1332" y="2137"/>
                    <a:pt x="1597" y="2040"/>
                    <a:pt x="1813" y="1822"/>
                  </a:cubicBezTo>
                  <a:cubicBezTo>
                    <a:pt x="2488" y="1147"/>
                    <a:pt x="2008" y="1"/>
                    <a:pt x="1057"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459" name="Google Shape;7459;p36"/>
            <p:cNvSpPr/>
            <p:nvPr/>
          </p:nvSpPr>
          <p:spPr>
            <a:xfrm>
              <a:off x="5799050" y="2637775"/>
              <a:ext cx="62425" cy="53450"/>
            </a:xfrm>
            <a:custGeom>
              <a:rect b="b" l="l" r="r" t="t"/>
              <a:pathLst>
                <a:path extrusionOk="0" h="2138" w="2497">
                  <a:moveTo>
                    <a:pt x="1066" y="1"/>
                  </a:moveTo>
                  <a:cubicBezTo>
                    <a:pt x="481" y="9"/>
                    <a:pt x="1" y="480"/>
                    <a:pt x="1" y="1074"/>
                  </a:cubicBezTo>
                  <a:cubicBezTo>
                    <a:pt x="1" y="1712"/>
                    <a:pt x="525" y="2137"/>
                    <a:pt x="1074" y="2137"/>
                  </a:cubicBezTo>
                  <a:cubicBezTo>
                    <a:pt x="1336" y="2137"/>
                    <a:pt x="1604" y="2040"/>
                    <a:pt x="1822" y="1822"/>
                  </a:cubicBezTo>
                  <a:cubicBezTo>
                    <a:pt x="2497"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460" name="Google Shape;7460;p36"/>
            <p:cNvSpPr/>
            <p:nvPr/>
          </p:nvSpPr>
          <p:spPr>
            <a:xfrm>
              <a:off x="5799275" y="2561575"/>
              <a:ext cx="62200" cy="53425"/>
            </a:xfrm>
            <a:custGeom>
              <a:rect b="b" l="l" r="r" t="t"/>
              <a:pathLst>
                <a:path extrusionOk="0" h="2137" w="2488">
                  <a:moveTo>
                    <a:pt x="1057" y="0"/>
                  </a:moveTo>
                  <a:cubicBezTo>
                    <a:pt x="472" y="8"/>
                    <a:pt x="0" y="480"/>
                    <a:pt x="0" y="1073"/>
                  </a:cubicBezTo>
                  <a:cubicBezTo>
                    <a:pt x="0" y="1711"/>
                    <a:pt x="524" y="2137"/>
                    <a:pt x="1070" y="2137"/>
                  </a:cubicBezTo>
                  <a:cubicBezTo>
                    <a:pt x="1331" y="2137"/>
                    <a:pt x="1597" y="2039"/>
                    <a:pt x="1813" y="1821"/>
                  </a:cubicBezTo>
                  <a:cubicBezTo>
                    <a:pt x="2488" y="1146"/>
                    <a:pt x="2008" y="0"/>
                    <a:pt x="1057"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461" name="Google Shape;7461;p36"/>
            <p:cNvSpPr/>
            <p:nvPr/>
          </p:nvSpPr>
          <p:spPr>
            <a:xfrm>
              <a:off x="5799050" y="2485550"/>
              <a:ext cx="62425" cy="53300"/>
            </a:xfrm>
            <a:custGeom>
              <a:rect b="b" l="l" r="r" t="t"/>
              <a:pathLst>
                <a:path extrusionOk="0" h="2132" w="2497">
                  <a:moveTo>
                    <a:pt x="1066" y="1"/>
                  </a:moveTo>
                  <a:cubicBezTo>
                    <a:pt x="481" y="1"/>
                    <a:pt x="1" y="472"/>
                    <a:pt x="1" y="1066"/>
                  </a:cubicBezTo>
                  <a:cubicBezTo>
                    <a:pt x="1" y="1708"/>
                    <a:pt x="523" y="2131"/>
                    <a:pt x="1070" y="2131"/>
                  </a:cubicBezTo>
                  <a:cubicBezTo>
                    <a:pt x="1333" y="2131"/>
                    <a:pt x="1603" y="2033"/>
                    <a:pt x="1822" y="1814"/>
                  </a:cubicBezTo>
                  <a:cubicBezTo>
                    <a:pt x="2497"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462" name="Google Shape;7462;p36"/>
            <p:cNvSpPr/>
            <p:nvPr/>
          </p:nvSpPr>
          <p:spPr>
            <a:xfrm>
              <a:off x="5799275" y="2409350"/>
              <a:ext cx="62150" cy="53275"/>
            </a:xfrm>
            <a:custGeom>
              <a:rect b="b" l="l" r="r" t="t"/>
              <a:pathLst>
                <a:path extrusionOk="0" h="2131" w="2486">
                  <a:moveTo>
                    <a:pt x="1067" y="0"/>
                  </a:moveTo>
                  <a:cubicBezTo>
                    <a:pt x="1064" y="0"/>
                    <a:pt x="1060" y="0"/>
                    <a:pt x="1057" y="0"/>
                  </a:cubicBezTo>
                  <a:cubicBezTo>
                    <a:pt x="472" y="0"/>
                    <a:pt x="0" y="480"/>
                    <a:pt x="0" y="1065"/>
                  </a:cubicBezTo>
                  <a:cubicBezTo>
                    <a:pt x="0" y="1707"/>
                    <a:pt x="522" y="2131"/>
                    <a:pt x="1069" y="2131"/>
                  </a:cubicBezTo>
                  <a:cubicBezTo>
                    <a:pt x="1333" y="2131"/>
                    <a:pt x="1602" y="2032"/>
                    <a:pt x="1821" y="1813"/>
                  </a:cubicBezTo>
                  <a:cubicBezTo>
                    <a:pt x="2485" y="1149"/>
                    <a:pt x="2011" y="0"/>
                    <a:pt x="1067"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463" name="Google Shape;7463;p36"/>
            <p:cNvSpPr/>
            <p:nvPr/>
          </p:nvSpPr>
          <p:spPr>
            <a:xfrm>
              <a:off x="5723050" y="2409350"/>
              <a:ext cx="62225" cy="53350"/>
            </a:xfrm>
            <a:custGeom>
              <a:rect b="b" l="l" r="r" t="t"/>
              <a:pathLst>
                <a:path extrusionOk="0" h="2134" w="2489">
                  <a:moveTo>
                    <a:pt x="1065" y="0"/>
                  </a:moveTo>
                  <a:cubicBezTo>
                    <a:pt x="472" y="0"/>
                    <a:pt x="0" y="480"/>
                    <a:pt x="0" y="1065"/>
                  </a:cubicBezTo>
                  <a:cubicBezTo>
                    <a:pt x="0" y="1709"/>
                    <a:pt x="526" y="2133"/>
                    <a:pt x="1072" y="2133"/>
                  </a:cubicBezTo>
                  <a:cubicBezTo>
                    <a:pt x="1333" y="2133"/>
                    <a:pt x="1598" y="2036"/>
                    <a:pt x="1813" y="1821"/>
                  </a:cubicBezTo>
                  <a:cubicBezTo>
                    <a:pt x="2488" y="1146"/>
                    <a:pt x="2008"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464" name="Google Shape;7464;p36"/>
            <p:cNvSpPr/>
            <p:nvPr/>
          </p:nvSpPr>
          <p:spPr>
            <a:xfrm>
              <a:off x="5646825" y="2409350"/>
              <a:ext cx="62225" cy="53350"/>
            </a:xfrm>
            <a:custGeom>
              <a:rect b="b" l="l" r="r" t="t"/>
              <a:pathLst>
                <a:path extrusionOk="0" h="2134" w="2489">
                  <a:moveTo>
                    <a:pt x="1066" y="0"/>
                  </a:moveTo>
                  <a:cubicBezTo>
                    <a:pt x="472" y="0"/>
                    <a:pt x="1" y="480"/>
                    <a:pt x="1" y="1065"/>
                  </a:cubicBezTo>
                  <a:cubicBezTo>
                    <a:pt x="1" y="1709"/>
                    <a:pt x="526" y="2133"/>
                    <a:pt x="1072" y="2133"/>
                  </a:cubicBezTo>
                  <a:cubicBezTo>
                    <a:pt x="1333" y="2133"/>
                    <a:pt x="1598" y="2036"/>
                    <a:pt x="1814" y="1821"/>
                  </a:cubicBezTo>
                  <a:cubicBezTo>
                    <a:pt x="2489" y="1146"/>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465" name="Google Shape;7465;p36"/>
            <p:cNvSpPr/>
            <p:nvPr/>
          </p:nvSpPr>
          <p:spPr>
            <a:xfrm>
              <a:off x="5570625" y="2409350"/>
              <a:ext cx="62200" cy="53350"/>
            </a:xfrm>
            <a:custGeom>
              <a:rect b="b" l="l" r="r" t="t"/>
              <a:pathLst>
                <a:path extrusionOk="0" h="2134" w="2488">
                  <a:moveTo>
                    <a:pt x="1065" y="0"/>
                  </a:moveTo>
                  <a:cubicBezTo>
                    <a:pt x="472" y="0"/>
                    <a:pt x="0" y="480"/>
                    <a:pt x="0" y="1065"/>
                  </a:cubicBezTo>
                  <a:cubicBezTo>
                    <a:pt x="0" y="1709"/>
                    <a:pt x="526" y="2133"/>
                    <a:pt x="1072" y="2133"/>
                  </a:cubicBezTo>
                  <a:cubicBezTo>
                    <a:pt x="1333" y="2133"/>
                    <a:pt x="1598" y="2036"/>
                    <a:pt x="1813" y="1821"/>
                  </a:cubicBezTo>
                  <a:cubicBezTo>
                    <a:pt x="2488" y="1146"/>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466" name="Google Shape;7466;p36"/>
            <p:cNvSpPr/>
            <p:nvPr/>
          </p:nvSpPr>
          <p:spPr>
            <a:xfrm>
              <a:off x="5494400" y="2409350"/>
              <a:ext cx="62225" cy="53350"/>
            </a:xfrm>
            <a:custGeom>
              <a:rect b="b" l="l" r="r" t="t"/>
              <a:pathLst>
                <a:path extrusionOk="0" h="2134" w="2489">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467" name="Google Shape;7467;p36"/>
            <p:cNvSpPr/>
            <p:nvPr/>
          </p:nvSpPr>
          <p:spPr>
            <a:xfrm>
              <a:off x="5418200" y="2409350"/>
              <a:ext cx="62425" cy="53350"/>
            </a:xfrm>
            <a:custGeom>
              <a:rect b="b" l="l" r="r" t="t"/>
              <a:pathLst>
                <a:path extrusionOk="0" h="2134" w="2497">
                  <a:moveTo>
                    <a:pt x="1065" y="0"/>
                  </a:moveTo>
                  <a:cubicBezTo>
                    <a:pt x="480" y="0"/>
                    <a:pt x="0"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468" name="Google Shape;7468;p36"/>
            <p:cNvSpPr/>
            <p:nvPr/>
          </p:nvSpPr>
          <p:spPr>
            <a:xfrm>
              <a:off x="5341975" y="2409350"/>
              <a:ext cx="62425" cy="53350"/>
            </a:xfrm>
            <a:custGeom>
              <a:rect b="b" l="l" r="r" t="t"/>
              <a:pathLst>
                <a:path extrusionOk="0" h="2134" w="2497">
                  <a:moveTo>
                    <a:pt x="1074" y="0"/>
                  </a:moveTo>
                  <a:cubicBezTo>
                    <a:pt x="480" y="0"/>
                    <a:pt x="9" y="480"/>
                    <a:pt x="1" y="1065"/>
                  </a:cubicBezTo>
                  <a:cubicBezTo>
                    <a:pt x="1" y="1709"/>
                    <a:pt x="530" y="2133"/>
                    <a:pt x="1078" y="2133"/>
                  </a:cubicBezTo>
                  <a:cubicBezTo>
                    <a:pt x="1340" y="2133"/>
                    <a:pt x="1606" y="2036"/>
                    <a:pt x="1822" y="1821"/>
                  </a:cubicBezTo>
                  <a:cubicBezTo>
                    <a:pt x="2497" y="1146"/>
                    <a:pt x="2017" y="0"/>
                    <a:pt x="1074"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469" name="Google Shape;7469;p36"/>
            <p:cNvSpPr/>
            <p:nvPr/>
          </p:nvSpPr>
          <p:spPr>
            <a:xfrm>
              <a:off x="6027500" y="3399500"/>
              <a:ext cx="62425" cy="53350"/>
            </a:xfrm>
            <a:custGeom>
              <a:rect b="b" l="l" r="r" t="t"/>
              <a:pathLst>
                <a:path extrusionOk="0" h="2134" w="2497">
                  <a:moveTo>
                    <a:pt x="1073" y="1"/>
                  </a:moveTo>
                  <a:cubicBezTo>
                    <a:pt x="480" y="1"/>
                    <a:pt x="9" y="480"/>
                    <a:pt x="0" y="1066"/>
                  </a:cubicBezTo>
                  <a:cubicBezTo>
                    <a:pt x="0" y="1709"/>
                    <a:pt x="529" y="2134"/>
                    <a:pt x="1078" y="2134"/>
                  </a:cubicBezTo>
                  <a:cubicBezTo>
                    <a:pt x="1340" y="2134"/>
                    <a:pt x="1606" y="2037"/>
                    <a:pt x="1821" y="1822"/>
                  </a:cubicBezTo>
                  <a:cubicBezTo>
                    <a:pt x="2496" y="1147"/>
                    <a:pt x="2016" y="1"/>
                    <a:pt x="1073"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470" name="Google Shape;7470;p36"/>
            <p:cNvSpPr/>
            <p:nvPr/>
          </p:nvSpPr>
          <p:spPr>
            <a:xfrm>
              <a:off x="6027500" y="3323300"/>
              <a:ext cx="62425" cy="53425"/>
            </a:xfrm>
            <a:custGeom>
              <a:rect b="b" l="l" r="r" t="t"/>
              <a:pathLst>
                <a:path extrusionOk="0" h="2137" w="2497">
                  <a:moveTo>
                    <a:pt x="1073" y="0"/>
                  </a:moveTo>
                  <a:cubicBezTo>
                    <a:pt x="480" y="0"/>
                    <a:pt x="9" y="480"/>
                    <a:pt x="0" y="1065"/>
                  </a:cubicBezTo>
                  <a:cubicBezTo>
                    <a:pt x="0" y="1709"/>
                    <a:pt x="529" y="2137"/>
                    <a:pt x="1078" y="2137"/>
                  </a:cubicBezTo>
                  <a:cubicBezTo>
                    <a:pt x="1340" y="2137"/>
                    <a:pt x="1606" y="2039"/>
                    <a:pt x="1821" y="1821"/>
                  </a:cubicBezTo>
                  <a:cubicBezTo>
                    <a:pt x="2496" y="1154"/>
                    <a:pt x="2016" y="0"/>
                    <a:pt x="1073"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471" name="Google Shape;7471;p36"/>
            <p:cNvSpPr/>
            <p:nvPr/>
          </p:nvSpPr>
          <p:spPr>
            <a:xfrm>
              <a:off x="6103700" y="3171075"/>
              <a:ext cx="62425" cy="53275"/>
            </a:xfrm>
            <a:custGeom>
              <a:rect b="b" l="l" r="r" t="t"/>
              <a:pathLst>
                <a:path extrusionOk="0" h="2131" w="2497">
                  <a:moveTo>
                    <a:pt x="1066" y="0"/>
                  </a:moveTo>
                  <a:cubicBezTo>
                    <a:pt x="481" y="0"/>
                    <a:pt x="9" y="472"/>
                    <a:pt x="1" y="1065"/>
                  </a:cubicBezTo>
                  <a:cubicBezTo>
                    <a:pt x="1" y="1707"/>
                    <a:pt x="523" y="2131"/>
                    <a:pt x="1070" y="2131"/>
                  </a:cubicBezTo>
                  <a:cubicBezTo>
                    <a:pt x="1333" y="2131"/>
                    <a:pt x="1603" y="2032"/>
                    <a:pt x="1822" y="1813"/>
                  </a:cubicBezTo>
                  <a:cubicBezTo>
                    <a:pt x="2497" y="1146"/>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472" name="Google Shape;7472;p36"/>
            <p:cNvSpPr/>
            <p:nvPr/>
          </p:nvSpPr>
          <p:spPr>
            <a:xfrm>
              <a:off x="6103700" y="3094850"/>
              <a:ext cx="62425" cy="53350"/>
            </a:xfrm>
            <a:custGeom>
              <a:rect b="b" l="l" r="r" t="t"/>
              <a:pathLst>
                <a:path extrusionOk="0" h="2134" w="2497">
                  <a:moveTo>
                    <a:pt x="1066" y="1"/>
                  </a:moveTo>
                  <a:cubicBezTo>
                    <a:pt x="481" y="1"/>
                    <a:pt x="1" y="480"/>
                    <a:pt x="1" y="1066"/>
                  </a:cubicBezTo>
                  <a:cubicBezTo>
                    <a:pt x="1" y="1709"/>
                    <a:pt x="526" y="2134"/>
                    <a:pt x="1075" y="2134"/>
                  </a:cubicBezTo>
                  <a:cubicBezTo>
                    <a:pt x="1337" y="2134"/>
                    <a:pt x="1604" y="2037"/>
                    <a:pt x="1822" y="1822"/>
                  </a:cubicBezTo>
                  <a:cubicBezTo>
                    <a:pt x="2497"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473" name="Google Shape;7473;p36"/>
            <p:cNvSpPr/>
            <p:nvPr/>
          </p:nvSpPr>
          <p:spPr>
            <a:xfrm>
              <a:off x="5951475" y="3094850"/>
              <a:ext cx="62225" cy="53350"/>
            </a:xfrm>
            <a:custGeom>
              <a:rect b="b" l="l" r="r" t="t"/>
              <a:pathLst>
                <a:path extrusionOk="0" h="2134" w="2489">
                  <a:moveTo>
                    <a:pt x="1066" y="1"/>
                  </a:moveTo>
                  <a:cubicBezTo>
                    <a:pt x="472" y="1"/>
                    <a:pt x="1" y="480"/>
                    <a:pt x="1" y="1066"/>
                  </a:cubicBezTo>
                  <a:cubicBezTo>
                    <a:pt x="1" y="1709"/>
                    <a:pt x="526" y="2134"/>
                    <a:pt x="1072" y="2134"/>
                  </a:cubicBezTo>
                  <a:cubicBezTo>
                    <a:pt x="1333" y="2134"/>
                    <a:pt x="1598" y="2037"/>
                    <a:pt x="1814" y="1822"/>
                  </a:cubicBezTo>
                  <a:cubicBezTo>
                    <a:pt x="2489"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474" name="Google Shape;7474;p36"/>
            <p:cNvSpPr/>
            <p:nvPr/>
          </p:nvSpPr>
          <p:spPr>
            <a:xfrm>
              <a:off x="5951475" y="2942425"/>
              <a:ext cx="62225" cy="53450"/>
            </a:xfrm>
            <a:custGeom>
              <a:rect b="b" l="l" r="r" t="t"/>
              <a:pathLst>
                <a:path extrusionOk="0" h="2138" w="2489">
                  <a:moveTo>
                    <a:pt x="1066" y="1"/>
                  </a:moveTo>
                  <a:cubicBezTo>
                    <a:pt x="472" y="9"/>
                    <a:pt x="1" y="480"/>
                    <a:pt x="1" y="1066"/>
                  </a:cubicBezTo>
                  <a:cubicBezTo>
                    <a:pt x="1" y="1709"/>
                    <a:pt x="526" y="2137"/>
                    <a:pt x="1072" y="2137"/>
                  </a:cubicBezTo>
                  <a:cubicBezTo>
                    <a:pt x="1333" y="2137"/>
                    <a:pt x="1598" y="2040"/>
                    <a:pt x="1814" y="1822"/>
                  </a:cubicBezTo>
                  <a:cubicBezTo>
                    <a:pt x="2489"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475" name="Google Shape;7475;p36"/>
            <p:cNvSpPr/>
            <p:nvPr/>
          </p:nvSpPr>
          <p:spPr>
            <a:xfrm>
              <a:off x="5875275" y="3399500"/>
              <a:ext cx="62225" cy="53350"/>
            </a:xfrm>
            <a:custGeom>
              <a:rect b="b" l="l" r="r" t="t"/>
              <a:pathLst>
                <a:path extrusionOk="0" h="2134" w="2489">
                  <a:moveTo>
                    <a:pt x="1065" y="1"/>
                  </a:moveTo>
                  <a:cubicBezTo>
                    <a:pt x="480" y="1"/>
                    <a:pt x="0" y="480"/>
                    <a:pt x="0" y="1066"/>
                  </a:cubicBezTo>
                  <a:cubicBezTo>
                    <a:pt x="0" y="1709"/>
                    <a:pt x="526" y="2134"/>
                    <a:pt x="1074" y="2134"/>
                  </a:cubicBezTo>
                  <a:cubicBezTo>
                    <a:pt x="1336" y="2134"/>
                    <a:pt x="1603" y="2037"/>
                    <a:pt x="1821" y="1822"/>
                  </a:cubicBezTo>
                  <a:cubicBezTo>
                    <a:pt x="2488" y="1147"/>
                    <a:pt x="2017"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476" name="Google Shape;7476;p36"/>
            <p:cNvSpPr/>
            <p:nvPr/>
          </p:nvSpPr>
          <p:spPr>
            <a:xfrm>
              <a:off x="5875275" y="3323300"/>
              <a:ext cx="62225" cy="53425"/>
            </a:xfrm>
            <a:custGeom>
              <a:rect b="b" l="l" r="r" t="t"/>
              <a:pathLst>
                <a:path extrusionOk="0" h="2137" w="2489">
                  <a:moveTo>
                    <a:pt x="1065" y="0"/>
                  </a:moveTo>
                  <a:cubicBezTo>
                    <a:pt x="480" y="0"/>
                    <a:pt x="0" y="480"/>
                    <a:pt x="0" y="1065"/>
                  </a:cubicBezTo>
                  <a:cubicBezTo>
                    <a:pt x="0" y="1709"/>
                    <a:pt x="526" y="2137"/>
                    <a:pt x="1074" y="2137"/>
                  </a:cubicBezTo>
                  <a:cubicBezTo>
                    <a:pt x="1336" y="2137"/>
                    <a:pt x="1603" y="2039"/>
                    <a:pt x="1821" y="1821"/>
                  </a:cubicBezTo>
                  <a:cubicBezTo>
                    <a:pt x="2488" y="1154"/>
                    <a:pt x="2017"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477" name="Google Shape;7477;p36"/>
            <p:cNvSpPr/>
            <p:nvPr/>
          </p:nvSpPr>
          <p:spPr>
            <a:xfrm>
              <a:off x="5875275" y="3247075"/>
              <a:ext cx="62225" cy="53450"/>
            </a:xfrm>
            <a:custGeom>
              <a:rect b="b" l="l" r="r" t="t"/>
              <a:pathLst>
                <a:path extrusionOk="0" h="2138" w="2489">
                  <a:moveTo>
                    <a:pt x="1065" y="1"/>
                  </a:moveTo>
                  <a:cubicBezTo>
                    <a:pt x="480" y="9"/>
                    <a:pt x="0" y="480"/>
                    <a:pt x="0" y="1074"/>
                  </a:cubicBezTo>
                  <a:cubicBezTo>
                    <a:pt x="0" y="1712"/>
                    <a:pt x="525" y="2137"/>
                    <a:pt x="1073" y="2137"/>
                  </a:cubicBezTo>
                  <a:cubicBezTo>
                    <a:pt x="1335" y="2137"/>
                    <a:pt x="1603" y="2040"/>
                    <a:pt x="1821" y="1822"/>
                  </a:cubicBezTo>
                  <a:cubicBezTo>
                    <a:pt x="2488" y="1155"/>
                    <a:pt x="2017"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478" name="Google Shape;7478;p36"/>
            <p:cNvSpPr/>
            <p:nvPr/>
          </p:nvSpPr>
          <p:spPr>
            <a:xfrm>
              <a:off x="5799125" y="3399500"/>
              <a:ext cx="62350" cy="53450"/>
            </a:xfrm>
            <a:custGeom>
              <a:rect b="b" l="l" r="r" t="t"/>
              <a:pathLst>
                <a:path extrusionOk="0" h="2138" w="2494">
                  <a:moveTo>
                    <a:pt x="1063" y="1"/>
                  </a:moveTo>
                  <a:cubicBezTo>
                    <a:pt x="478" y="1"/>
                    <a:pt x="6" y="480"/>
                    <a:pt x="6" y="1066"/>
                  </a:cubicBezTo>
                  <a:cubicBezTo>
                    <a:pt x="1" y="1709"/>
                    <a:pt x="528" y="2137"/>
                    <a:pt x="1076" y="2137"/>
                  </a:cubicBezTo>
                  <a:cubicBezTo>
                    <a:pt x="1337" y="2137"/>
                    <a:pt x="1603" y="2040"/>
                    <a:pt x="1819" y="1822"/>
                  </a:cubicBezTo>
                  <a:cubicBezTo>
                    <a:pt x="2494" y="1147"/>
                    <a:pt x="2014" y="1"/>
                    <a:pt x="1063"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479" name="Google Shape;7479;p36"/>
            <p:cNvSpPr/>
            <p:nvPr/>
          </p:nvSpPr>
          <p:spPr>
            <a:xfrm>
              <a:off x="5799125" y="3323300"/>
              <a:ext cx="62350" cy="53425"/>
            </a:xfrm>
            <a:custGeom>
              <a:rect b="b" l="l" r="r" t="t"/>
              <a:pathLst>
                <a:path extrusionOk="0" h="2137" w="2494">
                  <a:moveTo>
                    <a:pt x="1063" y="0"/>
                  </a:moveTo>
                  <a:cubicBezTo>
                    <a:pt x="478" y="8"/>
                    <a:pt x="6" y="480"/>
                    <a:pt x="6" y="1065"/>
                  </a:cubicBezTo>
                  <a:cubicBezTo>
                    <a:pt x="1" y="1709"/>
                    <a:pt x="528" y="2137"/>
                    <a:pt x="1076" y="2137"/>
                  </a:cubicBezTo>
                  <a:cubicBezTo>
                    <a:pt x="1337" y="2137"/>
                    <a:pt x="1603" y="2039"/>
                    <a:pt x="1819" y="1821"/>
                  </a:cubicBezTo>
                  <a:cubicBezTo>
                    <a:pt x="2494" y="1146"/>
                    <a:pt x="2014" y="0"/>
                    <a:pt x="1063"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480" name="Google Shape;7480;p36"/>
            <p:cNvSpPr/>
            <p:nvPr/>
          </p:nvSpPr>
          <p:spPr>
            <a:xfrm>
              <a:off x="6027500" y="3551925"/>
              <a:ext cx="62425" cy="53250"/>
            </a:xfrm>
            <a:custGeom>
              <a:rect b="b" l="l" r="r" t="t"/>
              <a:pathLst>
                <a:path extrusionOk="0" h="2130" w="2497">
                  <a:moveTo>
                    <a:pt x="1073" y="1"/>
                  </a:moveTo>
                  <a:cubicBezTo>
                    <a:pt x="480" y="1"/>
                    <a:pt x="9" y="472"/>
                    <a:pt x="0" y="1066"/>
                  </a:cubicBezTo>
                  <a:cubicBezTo>
                    <a:pt x="0" y="1704"/>
                    <a:pt x="529" y="2129"/>
                    <a:pt x="1077" y="2129"/>
                  </a:cubicBezTo>
                  <a:cubicBezTo>
                    <a:pt x="1339" y="2129"/>
                    <a:pt x="1606" y="2032"/>
                    <a:pt x="1821" y="1814"/>
                  </a:cubicBezTo>
                  <a:cubicBezTo>
                    <a:pt x="2496" y="1147"/>
                    <a:pt x="2016" y="1"/>
                    <a:pt x="1073"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481" name="Google Shape;7481;p36"/>
            <p:cNvSpPr/>
            <p:nvPr/>
          </p:nvSpPr>
          <p:spPr>
            <a:xfrm>
              <a:off x="5951475" y="3551925"/>
              <a:ext cx="62225" cy="53250"/>
            </a:xfrm>
            <a:custGeom>
              <a:rect b="b" l="l" r="r" t="t"/>
              <a:pathLst>
                <a:path extrusionOk="0" h="2130" w="2489">
                  <a:moveTo>
                    <a:pt x="1066" y="1"/>
                  </a:moveTo>
                  <a:cubicBezTo>
                    <a:pt x="472" y="1"/>
                    <a:pt x="1" y="472"/>
                    <a:pt x="1" y="1066"/>
                  </a:cubicBezTo>
                  <a:cubicBezTo>
                    <a:pt x="1" y="1704"/>
                    <a:pt x="525" y="2129"/>
                    <a:pt x="1071" y="2129"/>
                  </a:cubicBezTo>
                  <a:cubicBezTo>
                    <a:pt x="1332" y="2129"/>
                    <a:pt x="1598" y="2032"/>
                    <a:pt x="1814" y="1814"/>
                  </a:cubicBezTo>
                  <a:cubicBezTo>
                    <a:pt x="2489"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482" name="Google Shape;7482;p36"/>
            <p:cNvSpPr/>
            <p:nvPr/>
          </p:nvSpPr>
          <p:spPr>
            <a:xfrm>
              <a:off x="5875275" y="3551925"/>
              <a:ext cx="62225" cy="53250"/>
            </a:xfrm>
            <a:custGeom>
              <a:rect b="b" l="l" r="r" t="t"/>
              <a:pathLst>
                <a:path extrusionOk="0" h="2130" w="2489">
                  <a:moveTo>
                    <a:pt x="1065" y="1"/>
                  </a:moveTo>
                  <a:cubicBezTo>
                    <a:pt x="480" y="1"/>
                    <a:pt x="0" y="472"/>
                    <a:pt x="0" y="1066"/>
                  </a:cubicBezTo>
                  <a:cubicBezTo>
                    <a:pt x="0" y="1704"/>
                    <a:pt x="525" y="2129"/>
                    <a:pt x="1073" y="2129"/>
                  </a:cubicBezTo>
                  <a:cubicBezTo>
                    <a:pt x="1335" y="2129"/>
                    <a:pt x="1603" y="2032"/>
                    <a:pt x="1821" y="1814"/>
                  </a:cubicBezTo>
                  <a:cubicBezTo>
                    <a:pt x="2488" y="1147"/>
                    <a:pt x="2017"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483" name="Google Shape;7483;p36"/>
            <p:cNvSpPr/>
            <p:nvPr/>
          </p:nvSpPr>
          <p:spPr>
            <a:xfrm>
              <a:off x="5799050" y="3551925"/>
              <a:ext cx="62375" cy="53300"/>
            </a:xfrm>
            <a:custGeom>
              <a:rect b="b" l="l" r="r" t="t"/>
              <a:pathLst>
                <a:path extrusionOk="0" h="2132" w="2495">
                  <a:moveTo>
                    <a:pt x="1076" y="1"/>
                  </a:moveTo>
                  <a:cubicBezTo>
                    <a:pt x="1073" y="1"/>
                    <a:pt x="1069" y="1"/>
                    <a:pt x="1066" y="1"/>
                  </a:cubicBezTo>
                  <a:cubicBezTo>
                    <a:pt x="481" y="1"/>
                    <a:pt x="1" y="480"/>
                    <a:pt x="9" y="1066"/>
                  </a:cubicBezTo>
                  <a:cubicBezTo>
                    <a:pt x="9" y="1708"/>
                    <a:pt x="531" y="2131"/>
                    <a:pt x="1078" y="2131"/>
                  </a:cubicBezTo>
                  <a:cubicBezTo>
                    <a:pt x="1342" y="2131"/>
                    <a:pt x="1611" y="2033"/>
                    <a:pt x="1830" y="1814"/>
                  </a:cubicBezTo>
                  <a:cubicBezTo>
                    <a:pt x="2494" y="1141"/>
                    <a:pt x="2020" y="1"/>
                    <a:pt x="107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484" name="Google Shape;7484;p36"/>
            <p:cNvSpPr/>
            <p:nvPr/>
          </p:nvSpPr>
          <p:spPr>
            <a:xfrm>
              <a:off x="5723050" y="3551925"/>
              <a:ext cx="62150" cy="53300"/>
            </a:xfrm>
            <a:custGeom>
              <a:rect b="b" l="l" r="r" t="t"/>
              <a:pathLst>
                <a:path extrusionOk="0" h="2132" w="2486">
                  <a:moveTo>
                    <a:pt x="1075" y="1"/>
                  </a:moveTo>
                  <a:cubicBezTo>
                    <a:pt x="1072" y="1"/>
                    <a:pt x="1069" y="1"/>
                    <a:pt x="1065" y="1"/>
                  </a:cubicBezTo>
                  <a:cubicBezTo>
                    <a:pt x="472" y="1"/>
                    <a:pt x="0" y="480"/>
                    <a:pt x="0" y="1066"/>
                  </a:cubicBezTo>
                  <a:cubicBezTo>
                    <a:pt x="0" y="1708"/>
                    <a:pt x="523" y="2131"/>
                    <a:pt x="1070" y="2131"/>
                  </a:cubicBezTo>
                  <a:cubicBezTo>
                    <a:pt x="1333" y="2131"/>
                    <a:pt x="1602" y="2033"/>
                    <a:pt x="1821" y="1814"/>
                  </a:cubicBezTo>
                  <a:cubicBezTo>
                    <a:pt x="2486" y="1141"/>
                    <a:pt x="2012" y="1"/>
                    <a:pt x="107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485" name="Google Shape;7485;p36"/>
            <p:cNvSpPr/>
            <p:nvPr/>
          </p:nvSpPr>
          <p:spPr>
            <a:xfrm>
              <a:off x="5723050" y="3475725"/>
              <a:ext cx="62225" cy="53350"/>
            </a:xfrm>
            <a:custGeom>
              <a:rect b="b" l="l" r="r" t="t"/>
              <a:pathLst>
                <a:path extrusionOk="0" h="2134" w="2489">
                  <a:moveTo>
                    <a:pt x="1065" y="0"/>
                  </a:moveTo>
                  <a:cubicBezTo>
                    <a:pt x="472" y="0"/>
                    <a:pt x="0" y="480"/>
                    <a:pt x="0" y="1065"/>
                  </a:cubicBezTo>
                  <a:cubicBezTo>
                    <a:pt x="0" y="1709"/>
                    <a:pt x="526" y="2133"/>
                    <a:pt x="1072" y="2133"/>
                  </a:cubicBezTo>
                  <a:cubicBezTo>
                    <a:pt x="1333" y="2133"/>
                    <a:pt x="1598" y="2037"/>
                    <a:pt x="1813" y="1821"/>
                  </a:cubicBezTo>
                  <a:cubicBezTo>
                    <a:pt x="2488" y="1146"/>
                    <a:pt x="2008"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486" name="Google Shape;7486;p36"/>
            <p:cNvSpPr/>
            <p:nvPr/>
          </p:nvSpPr>
          <p:spPr>
            <a:xfrm>
              <a:off x="5646825" y="3475725"/>
              <a:ext cx="62225" cy="53350"/>
            </a:xfrm>
            <a:custGeom>
              <a:rect b="b" l="l" r="r" t="t"/>
              <a:pathLst>
                <a:path extrusionOk="0" h="2134" w="2489">
                  <a:moveTo>
                    <a:pt x="1066" y="0"/>
                  </a:moveTo>
                  <a:cubicBezTo>
                    <a:pt x="472" y="0"/>
                    <a:pt x="1" y="480"/>
                    <a:pt x="1" y="1065"/>
                  </a:cubicBezTo>
                  <a:cubicBezTo>
                    <a:pt x="1" y="1709"/>
                    <a:pt x="526" y="2133"/>
                    <a:pt x="1072" y="2133"/>
                  </a:cubicBezTo>
                  <a:cubicBezTo>
                    <a:pt x="1333" y="2133"/>
                    <a:pt x="1598" y="2037"/>
                    <a:pt x="1814" y="1821"/>
                  </a:cubicBezTo>
                  <a:cubicBezTo>
                    <a:pt x="2489" y="1146"/>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487" name="Google Shape;7487;p36"/>
            <p:cNvSpPr/>
            <p:nvPr/>
          </p:nvSpPr>
          <p:spPr>
            <a:xfrm>
              <a:off x="5646700" y="3399500"/>
              <a:ext cx="62350" cy="53350"/>
            </a:xfrm>
            <a:custGeom>
              <a:rect b="b" l="l" r="r" t="t"/>
              <a:pathLst>
                <a:path extrusionOk="0" h="2134" w="2494">
                  <a:moveTo>
                    <a:pt x="1071" y="1"/>
                  </a:moveTo>
                  <a:cubicBezTo>
                    <a:pt x="477" y="1"/>
                    <a:pt x="6" y="480"/>
                    <a:pt x="6" y="1066"/>
                  </a:cubicBezTo>
                  <a:cubicBezTo>
                    <a:pt x="0" y="1709"/>
                    <a:pt x="528" y="2134"/>
                    <a:pt x="1076" y="2134"/>
                  </a:cubicBezTo>
                  <a:cubicBezTo>
                    <a:pt x="1337" y="2134"/>
                    <a:pt x="1603" y="2037"/>
                    <a:pt x="1819" y="1822"/>
                  </a:cubicBezTo>
                  <a:cubicBezTo>
                    <a:pt x="2494" y="1147"/>
                    <a:pt x="2022" y="1"/>
                    <a:pt x="1071"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488" name="Google Shape;7488;p36"/>
            <p:cNvSpPr/>
            <p:nvPr/>
          </p:nvSpPr>
          <p:spPr>
            <a:xfrm>
              <a:off x="5570475" y="3399500"/>
              <a:ext cx="62350" cy="53350"/>
            </a:xfrm>
            <a:custGeom>
              <a:rect b="b" l="l" r="r" t="t"/>
              <a:pathLst>
                <a:path extrusionOk="0" h="2134" w="2494">
                  <a:moveTo>
                    <a:pt x="1071" y="1"/>
                  </a:moveTo>
                  <a:cubicBezTo>
                    <a:pt x="486" y="1"/>
                    <a:pt x="6" y="480"/>
                    <a:pt x="6" y="1066"/>
                  </a:cubicBezTo>
                  <a:cubicBezTo>
                    <a:pt x="1" y="1709"/>
                    <a:pt x="528" y="2134"/>
                    <a:pt x="1076" y="2134"/>
                  </a:cubicBezTo>
                  <a:cubicBezTo>
                    <a:pt x="1338" y="2134"/>
                    <a:pt x="1604" y="2037"/>
                    <a:pt x="1819" y="1822"/>
                  </a:cubicBezTo>
                  <a:cubicBezTo>
                    <a:pt x="2494" y="1155"/>
                    <a:pt x="2022" y="1"/>
                    <a:pt x="1071"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489" name="Google Shape;7489;p36"/>
            <p:cNvSpPr/>
            <p:nvPr/>
          </p:nvSpPr>
          <p:spPr>
            <a:xfrm>
              <a:off x="5570475" y="3323300"/>
              <a:ext cx="62350" cy="53425"/>
            </a:xfrm>
            <a:custGeom>
              <a:rect b="b" l="l" r="r" t="t"/>
              <a:pathLst>
                <a:path extrusionOk="0" h="2137" w="2494">
                  <a:moveTo>
                    <a:pt x="1071" y="0"/>
                  </a:moveTo>
                  <a:cubicBezTo>
                    <a:pt x="486" y="0"/>
                    <a:pt x="6" y="480"/>
                    <a:pt x="6" y="1065"/>
                  </a:cubicBezTo>
                  <a:cubicBezTo>
                    <a:pt x="1" y="1709"/>
                    <a:pt x="524" y="2137"/>
                    <a:pt x="1072" y="2137"/>
                  </a:cubicBezTo>
                  <a:cubicBezTo>
                    <a:pt x="1334" y="2137"/>
                    <a:pt x="1601" y="2039"/>
                    <a:pt x="1819" y="1821"/>
                  </a:cubicBezTo>
                  <a:cubicBezTo>
                    <a:pt x="2494" y="1154"/>
                    <a:pt x="2022" y="0"/>
                    <a:pt x="1071"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490" name="Google Shape;7490;p36"/>
            <p:cNvSpPr/>
            <p:nvPr/>
          </p:nvSpPr>
          <p:spPr>
            <a:xfrm>
              <a:off x="5494275" y="3323300"/>
              <a:ext cx="62350" cy="53425"/>
            </a:xfrm>
            <a:custGeom>
              <a:rect b="b" l="l" r="r" t="t"/>
              <a:pathLst>
                <a:path extrusionOk="0" h="2137" w="2494">
                  <a:moveTo>
                    <a:pt x="1071" y="0"/>
                  </a:moveTo>
                  <a:cubicBezTo>
                    <a:pt x="485" y="0"/>
                    <a:pt x="6" y="480"/>
                    <a:pt x="6" y="1065"/>
                  </a:cubicBezTo>
                  <a:cubicBezTo>
                    <a:pt x="0" y="1709"/>
                    <a:pt x="524" y="2137"/>
                    <a:pt x="1072" y="2137"/>
                  </a:cubicBezTo>
                  <a:cubicBezTo>
                    <a:pt x="1333" y="2137"/>
                    <a:pt x="1601" y="2039"/>
                    <a:pt x="1819" y="1821"/>
                  </a:cubicBezTo>
                  <a:cubicBezTo>
                    <a:pt x="2493" y="1154"/>
                    <a:pt x="2022" y="8"/>
                    <a:pt x="1071"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491" name="Google Shape;7491;p36"/>
            <p:cNvSpPr/>
            <p:nvPr/>
          </p:nvSpPr>
          <p:spPr>
            <a:xfrm>
              <a:off x="5494275" y="3247075"/>
              <a:ext cx="62350" cy="53500"/>
            </a:xfrm>
            <a:custGeom>
              <a:rect b="b" l="l" r="r" t="t"/>
              <a:pathLst>
                <a:path extrusionOk="0" h="2140" w="2494">
                  <a:moveTo>
                    <a:pt x="1071" y="1"/>
                  </a:moveTo>
                  <a:cubicBezTo>
                    <a:pt x="485" y="1"/>
                    <a:pt x="6" y="480"/>
                    <a:pt x="6" y="1066"/>
                  </a:cubicBezTo>
                  <a:cubicBezTo>
                    <a:pt x="0" y="1711"/>
                    <a:pt x="527" y="2140"/>
                    <a:pt x="1077" y="2140"/>
                  </a:cubicBezTo>
                  <a:cubicBezTo>
                    <a:pt x="1337" y="2140"/>
                    <a:pt x="1602" y="2044"/>
                    <a:pt x="1819" y="1830"/>
                  </a:cubicBezTo>
                  <a:cubicBezTo>
                    <a:pt x="2493" y="1155"/>
                    <a:pt x="2022" y="9"/>
                    <a:pt x="1071"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492" name="Google Shape;7492;p36"/>
            <p:cNvSpPr/>
            <p:nvPr/>
          </p:nvSpPr>
          <p:spPr>
            <a:xfrm>
              <a:off x="5646700" y="3247075"/>
              <a:ext cx="62350" cy="53450"/>
            </a:xfrm>
            <a:custGeom>
              <a:rect b="b" l="l" r="r" t="t"/>
              <a:pathLst>
                <a:path extrusionOk="0" h="2138" w="2494">
                  <a:moveTo>
                    <a:pt x="1071" y="1"/>
                  </a:moveTo>
                  <a:cubicBezTo>
                    <a:pt x="486" y="9"/>
                    <a:pt x="6" y="480"/>
                    <a:pt x="6" y="1066"/>
                  </a:cubicBezTo>
                  <a:cubicBezTo>
                    <a:pt x="0" y="1709"/>
                    <a:pt x="524" y="2137"/>
                    <a:pt x="1072" y="2137"/>
                  </a:cubicBezTo>
                  <a:cubicBezTo>
                    <a:pt x="1333" y="2137"/>
                    <a:pt x="1601" y="2040"/>
                    <a:pt x="1819" y="1822"/>
                  </a:cubicBezTo>
                  <a:cubicBezTo>
                    <a:pt x="2494" y="1155"/>
                    <a:pt x="2022" y="1"/>
                    <a:pt x="1071"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493" name="Google Shape;7493;p36"/>
            <p:cNvSpPr/>
            <p:nvPr/>
          </p:nvSpPr>
          <p:spPr>
            <a:xfrm>
              <a:off x="5570625" y="3171075"/>
              <a:ext cx="62200" cy="53350"/>
            </a:xfrm>
            <a:custGeom>
              <a:rect b="b" l="l" r="r" t="t"/>
              <a:pathLst>
                <a:path extrusionOk="0" h="2134" w="2488">
                  <a:moveTo>
                    <a:pt x="1065" y="0"/>
                  </a:moveTo>
                  <a:cubicBezTo>
                    <a:pt x="472" y="0"/>
                    <a:pt x="0" y="472"/>
                    <a:pt x="0" y="1065"/>
                  </a:cubicBezTo>
                  <a:cubicBezTo>
                    <a:pt x="0" y="1709"/>
                    <a:pt x="526" y="2133"/>
                    <a:pt x="1072" y="2133"/>
                  </a:cubicBezTo>
                  <a:cubicBezTo>
                    <a:pt x="1333" y="2133"/>
                    <a:pt x="1598" y="2037"/>
                    <a:pt x="1813" y="1821"/>
                  </a:cubicBezTo>
                  <a:cubicBezTo>
                    <a:pt x="2488" y="1146"/>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494" name="Google Shape;7494;p36"/>
            <p:cNvSpPr/>
            <p:nvPr/>
          </p:nvSpPr>
          <p:spPr>
            <a:xfrm>
              <a:off x="5494400" y="3094850"/>
              <a:ext cx="62225" cy="53350"/>
            </a:xfrm>
            <a:custGeom>
              <a:rect b="b" l="l" r="r" t="t"/>
              <a:pathLst>
                <a:path extrusionOk="0" h="2134" w="2489">
                  <a:moveTo>
                    <a:pt x="1066" y="1"/>
                  </a:moveTo>
                  <a:cubicBezTo>
                    <a:pt x="480" y="1"/>
                    <a:pt x="1" y="480"/>
                    <a:pt x="1" y="1066"/>
                  </a:cubicBezTo>
                  <a:cubicBezTo>
                    <a:pt x="1" y="1709"/>
                    <a:pt x="526" y="2134"/>
                    <a:pt x="1075" y="2134"/>
                  </a:cubicBezTo>
                  <a:cubicBezTo>
                    <a:pt x="1337" y="2134"/>
                    <a:pt x="1604" y="2037"/>
                    <a:pt x="1822" y="1822"/>
                  </a:cubicBezTo>
                  <a:cubicBezTo>
                    <a:pt x="2488"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495" name="Google Shape;7495;p36"/>
            <p:cNvSpPr/>
            <p:nvPr/>
          </p:nvSpPr>
          <p:spPr>
            <a:xfrm>
              <a:off x="7322525" y="1495200"/>
              <a:ext cx="62400" cy="53325"/>
            </a:xfrm>
            <a:custGeom>
              <a:rect b="b" l="l" r="r" t="t"/>
              <a:pathLst>
                <a:path extrusionOk="0" h="2133" w="2496">
                  <a:moveTo>
                    <a:pt x="1073" y="0"/>
                  </a:moveTo>
                  <a:cubicBezTo>
                    <a:pt x="480" y="0"/>
                    <a:pt x="8" y="480"/>
                    <a:pt x="0" y="1065"/>
                  </a:cubicBezTo>
                  <a:cubicBezTo>
                    <a:pt x="0" y="1709"/>
                    <a:pt x="529" y="2133"/>
                    <a:pt x="1078" y="2133"/>
                  </a:cubicBezTo>
                  <a:cubicBezTo>
                    <a:pt x="1340" y="2133"/>
                    <a:pt x="1606" y="2036"/>
                    <a:pt x="1821" y="1821"/>
                  </a:cubicBezTo>
                  <a:cubicBezTo>
                    <a:pt x="2496" y="1146"/>
                    <a:pt x="2016" y="0"/>
                    <a:pt x="1073"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496" name="Google Shape;7496;p36"/>
            <p:cNvSpPr/>
            <p:nvPr/>
          </p:nvSpPr>
          <p:spPr>
            <a:xfrm>
              <a:off x="7246500" y="1495200"/>
              <a:ext cx="62225" cy="53325"/>
            </a:xfrm>
            <a:custGeom>
              <a:rect b="b" l="l" r="r" t="t"/>
              <a:pathLst>
                <a:path extrusionOk="0" h="2133" w="2489">
                  <a:moveTo>
                    <a:pt x="1066" y="0"/>
                  </a:moveTo>
                  <a:cubicBezTo>
                    <a:pt x="472" y="0"/>
                    <a:pt x="1" y="480"/>
                    <a:pt x="1" y="1065"/>
                  </a:cubicBezTo>
                  <a:cubicBezTo>
                    <a:pt x="1" y="1709"/>
                    <a:pt x="526" y="2133"/>
                    <a:pt x="1072" y="2133"/>
                  </a:cubicBezTo>
                  <a:cubicBezTo>
                    <a:pt x="1333" y="2133"/>
                    <a:pt x="1598" y="2036"/>
                    <a:pt x="1814" y="1821"/>
                  </a:cubicBezTo>
                  <a:cubicBezTo>
                    <a:pt x="2488" y="1146"/>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497" name="Google Shape;7497;p36"/>
            <p:cNvSpPr/>
            <p:nvPr/>
          </p:nvSpPr>
          <p:spPr>
            <a:xfrm>
              <a:off x="7246500" y="1418975"/>
              <a:ext cx="62225" cy="53350"/>
            </a:xfrm>
            <a:custGeom>
              <a:rect b="b" l="l" r="r" t="t"/>
              <a:pathLst>
                <a:path extrusionOk="0" h="2134" w="2489">
                  <a:moveTo>
                    <a:pt x="1066" y="1"/>
                  </a:moveTo>
                  <a:cubicBezTo>
                    <a:pt x="472" y="1"/>
                    <a:pt x="1" y="480"/>
                    <a:pt x="1" y="1065"/>
                  </a:cubicBezTo>
                  <a:cubicBezTo>
                    <a:pt x="1" y="1709"/>
                    <a:pt x="526" y="2133"/>
                    <a:pt x="1072" y="2133"/>
                  </a:cubicBezTo>
                  <a:cubicBezTo>
                    <a:pt x="1333" y="2133"/>
                    <a:pt x="1598" y="2037"/>
                    <a:pt x="1814" y="1822"/>
                  </a:cubicBezTo>
                  <a:cubicBezTo>
                    <a:pt x="2488"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498" name="Google Shape;7498;p36"/>
            <p:cNvSpPr/>
            <p:nvPr/>
          </p:nvSpPr>
          <p:spPr>
            <a:xfrm>
              <a:off x="7170300" y="1495200"/>
              <a:ext cx="62200" cy="53325"/>
            </a:xfrm>
            <a:custGeom>
              <a:rect b="b" l="l" r="r" t="t"/>
              <a:pathLst>
                <a:path extrusionOk="0" h="2133" w="2488">
                  <a:moveTo>
                    <a:pt x="1065" y="0"/>
                  </a:moveTo>
                  <a:cubicBezTo>
                    <a:pt x="480" y="0"/>
                    <a:pt x="0" y="480"/>
                    <a:pt x="0" y="1065"/>
                  </a:cubicBezTo>
                  <a:cubicBezTo>
                    <a:pt x="0" y="1709"/>
                    <a:pt x="526"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499" name="Google Shape;7499;p36"/>
            <p:cNvSpPr/>
            <p:nvPr/>
          </p:nvSpPr>
          <p:spPr>
            <a:xfrm>
              <a:off x="7170300" y="1418975"/>
              <a:ext cx="62200" cy="53350"/>
            </a:xfrm>
            <a:custGeom>
              <a:rect b="b" l="l" r="r" t="t"/>
              <a:pathLst>
                <a:path extrusionOk="0" h="2134" w="2488">
                  <a:moveTo>
                    <a:pt x="1065" y="1"/>
                  </a:moveTo>
                  <a:cubicBezTo>
                    <a:pt x="480" y="1"/>
                    <a:pt x="0" y="480"/>
                    <a:pt x="0" y="1065"/>
                  </a:cubicBezTo>
                  <a:cubicBezTo>
                    <a:pt x="0" y="1709"/>
                    <a:pt x="526"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500" name="Google Shape;7500;p36"/>
            <p:cNvSpPr/>
            <p:nvPr/>
          </p:nvSpPr>
          <p:spPr>
            <a:xfrm>
              <a:off x="7094075" y="1571400"/>
              <a:ext cx="62425" cy="53250"/>
            </a:xfrm>
            <a:custGeom>
              <a:rect b="b" l="l" r="r" t="t"/>
              <a:pathLst>
                <a:path extrusionOk="0" h="2130" w="2497">
                  <a:moveTo>
                    <a:pt x="1066" y="1"/>
                  </a:moveTo>
                  <a:cubicBezTo>
                    <a:pt x="480" y="1"/>
                    <a:pt x="1" y="472"/>
                    <a:pt x="1" y="1066"/>
                  </a:cubicBezTo>
                  <a:cubicBezTo>
                    <a:pt x="1" y="1703"/>
                    <a:pt x="525" y="2129"/>
                    <a:pt x="1073" y="2129"/>
                  </a:cubicBezTo>
                  <a:cubicBezTo>
                    <a:pt x="1336" y="2129"/>
                    <a:pt x="1603" y="2032"/>
                    <a:pt x="1822" y="1813"/>
                  </a:cubicBezTo>
                  <a:cubicBezTo>
                    <a:pt x="2496"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501" name="Google Shape;7501;p36"/>
            <p:cNvSpPr/>
            <p:nvPr/>
          </p:nvSpPr>
          <p:spPr>
            <a:xfrm>
              <a:off x="7094075" y="1418975"/>
              <a:ext cx="62425" cy="53350"/>
            </a:xfrm>
            <a:custGeom>
              <a:rect b="b" l="l" r="r" t="t"/>
              <a:pathLst>
                <a:path extrusionOk="0" h="2134" w="2497">
                  <a:moveTo>
                    <a:pt x="1066" y="1"/>
                  </a:moveTo>
                  <a:cubicBezTo>
                    <a:pt x="480" y="1"/>
                    <a:pt x="1" y="480"/>
                    <a:pt x="1" y="1065"/>
                  </a:cubicBezTo>
                  <a:cubicBezTo>
                    <a:pt x="1" y="1709"/>
                    <a:pt x="526" y="2133"/>
                    <a:pt x="1075" y="2133"/>
                  </a:cubicBezTo>
                  <a:cubicBezTo>
                    <a:pt x="1337" y="2133"/>
                    <a:pt x="1604" y="2037"/>
                    <a:pt x="1822" y="1822"/>
                  </a:cubicBezTo>
                  <a:cubicBezTo>
                    <a:pt x="2496"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502" name="Google Shape;7502;p36"/>
            <p:cNvSpPr/>
            <p:nvPr/>
          </p:nvSpPr>
          <p:spPr>
            <a:xfrm>
              <a:off x="7017875" y="1571400"/>
              <a:ext cx="62400" cy="53250"/>
            </a:xfrm>
            <a:custGeom>
              <a:rect b="b" l="l" r="r" t="t"/>
              <a:pathLst>
                <a:path extrusionOk="0" h="2130" w="2496">
                  <a:moveTo>
                    <a:pt x="1073" y="1"/>
                  </a:moveTo>
                  <a:cubicBezTo>
                    <a:pt x="480" y="1"/>
                    <a:pt x="8" y="472"/>
                    <a:pt x="0" y="1066"/>
                  </a:cubicBezTo>
                  <a:cubicBezTo>
                    <a:pt x="0" y="1703"/>
                    <a:pt x="528" y="2129"/>
                    <a:pt x="1076" y="2129"/>
                  </a:cubicBezTo>
                  <a:cubicBezTo>
                    <a:pt x="1339" y="2129"/>
                    <a:pt x="1605" y="2032"/>
                    <a:pt x="1821" y="1813"/>
                  </a:cubicBezTo>
                  <a:cubicBezTo>
                    <a:pt x="2496" y="1147"/>
                    <a:pt x="2016" y="1"/>
                    <a:pt x="1073"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503" name="Google Shape;7503;p36"/>
            <p:cNvSpPr/>
            <p:nvPr/>
          </p:nvSpPr>
          <p:spPr>
            <a:xfrm>
              <a:off x="7017875" y="1418975"/>
              <a:ext cx="62400" cy="53350"/>
            </a:xfrm>
            <a:custGeom>
              <a:rect b="b" l="l" r="r" t="t"/>
              <a:pathLst>
                <a:path extrusionOk="0" h="2134" w="2496">
                  <a:moveTo>
                    <a:pt x="1073" y="1"/>
                  </a:moveTo>
                  <a:cubicBezTo>
                    <a:pt x="480" y="1"/>
                    <a:pt x="8" y="480"/>
                    <a:pt x="0" y="1065"/>
                  </a:cubicBezTo>
                  <a:cubicBezTo>
                    <a:pt x="0" y="1709"/>
                    <a:pt x="529" y="2133"/>
                    <a:pt x="1078" y="2133"/>
                  </a:cubicBezTo>
                  <a:cubicBezTo>
                    <a:pt x="1340" y="2133"/>
                    <a:pt x="1606" y="2037"/>
                    <a:pt x="1821" y="1822"/>
                  </a:cubicBezTo>
                  <a:cubicBezTo>
                    <a:pt x="2496" y="1147"/>
                    <a:pt x="2016" y="1"/>
                    <a:pt x="1073"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504" name="Google Shape;7504;p36"/>
            <p:cNvSpPr/>
            <p:nvPr/>
          </p:nvSpPr>
          <p:spPr>
            <a:xfrm>
              <a:off x="6941850" y="1647400"/>
              <a:ext cx="62225" cy="53450"/>
            </a:xfrm>
            <a:custGeom>
              <a:rect b="b" l="l" r="r" t="t"/>
              <a:pathLst>
                <a:path extrusionOk="0" h="2138" w="2489">
                  <a:moveTo>
                    <a:pt x="1066" y="1"/>
                  </a:moveTo>
                  <a:cubicBezTo>
                    <a:pt x="472" y="1"/>
                    <a:pt x="1" y="481"/>
                    <a:pt x="1" y="1066"/>
                  </a:cubicBezTo>
                  <a:cubicBezTo>
                    <a:pt x="1" y="1710"/>
                    <a:pt x="526" y="2138"/>
                    <a:pt x="1072" y="2138"/>
                  </a:cubicBezTo>
                  <a:cubicBezTo>
                    <a:pt x="1333" y="2138"/>
                    <a:pt x="1598" y="2040"/>
                    <a:pt x="1814" y="1822"/>
                  </a:cubicBezTo>
                  <a:cubicBezTo>
                    <a:pt x="2488" y="1155"/>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505" name="Google Shape;7505;p36"/>
            <p:cNvSpPr/>
            <p:nvPr/>
          </p:nvSpPr>
          <p:spPr>
            <a:xfrm>
              <a:off x="6941850" y="1571400"/>
              <a:ext cx="62225" cy="53250"/>
            </a:xfrm>
            <a:custGeom>
              <a:rect b="b" l="l" r="r" t="t"/>
              <a:pathLst>
                <a:path extrusionOk="0" h="2130" w="2489">
                  <a:moveTo>
                    <a:pt x="1066" y="1"/>
                  </a:moveTo>
                  <a:cubicBezTo>
                    <a:pt x="472" y="1"/>
                    <a:pt x="1" y="472"/>
                    <a:pt x="1" y="1066"/>
                  </a:cubicBezTo>
                  <a:cubicBezTo>
                    <a:pt x="1" y="1703"/>
                    <a:pt x="525" y="2129"/>
                    <a:pt x="1071" y="2129"/>
                  </a:cubicBezTo>
                  <a:cubicBezTo>
                    <a:pt x="1332" y="2129"/>
                    <a:pt x="1598" y="2032"/>
                    <a:pt x="1814" y="1813"/>
                  </a:cubicBezTo>
                  <a:cubicBezTo>
                    <a:pt x="2488"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506" name="Google Shape;7506;p36"/>
            <p:cNvSpPr/>
            <p:nvPr/>
          </p:nvSpPr>
          <p:spPr>
            <a:xfrm>
              <a:off x="6941850" y="1418975"/>
              <a:ext cx="62225" cy="53350"/>
            </a:xfrm>
            <a:custGeom>
              <a:rect b="b" l="l" r="r" t="t"/>
              <a:pathLst>
                <a:path extrusionOk="0" h="2134" w="2489">
                  <a:moveTo>
                    <a:pt x="1066" y="1"/>
                  </a:moveTo>
                  <a:cubicBezTo>
                    <a:pt x="472" y="1"/>
                    <a:pt x="1" y="480"/>
                    <a:pt x="1" y="1065"/>
                  </a:cubicBezTo>
                  <a:cubicBezTo>
                    <a:pt x="1" y="1709"/>
                    <a:pt x="526" y="2133"/>
                    <a:pt x="1072" y="2133"/>
                  </a:cubicBezTo>
                  <a:cubicBezTo>
                    <a:pt x="1333" y="2133"/>
                    <a:pt x="1598" y="2037"/>
                    <a:pt x="1814" y="1822"/>
                  </a:cubicBezTo>
                  <a:cubicBezTo>
                    <a:pt x="2488"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507" name="Google Shape;7507;p36"/>
            <p:cNvSpPr/>
            <p:nvPr/>
          </p:nvSpPr>
          <p:spPr>
            <a:xfrm>
              <a:off x="6941850" y="1342750"/>
              <a:ext cx="62225" cy="53450"/>
            </a:xfrm>
            <a:custGeom>
              <a:rect b="b" l="l" r="r" t="t"/>
              <a:pathLst>
                <a:path extrusionOk="0" h="2138" w="2489">
                  <a:moveTo>
                    <a:pt x="1066" y="1"/>
                  </a:moveTo>
                  <a:cubicBezTo>
                    <a:pt x="472" y="1"/>
                    <a:pt x="1" y="481"/>
                    <a:pt x="1" y="1066"/>
                  </a:cubicBezTo>
                  <a:cubicBezTo>
                    <a:pt x="1" y="1710"/>
                    <a:pt x="526" y="2138"/>
                    <a:pt x="1072" y="2138"/>
                  </a:cubicBezTo>
                  <a:cubicBezTo>
                    <a:pt x="1333" y="2138"/>
                    <a:pt x="1598" y="2040"/>
                    <a:pt x="1814" y="1822"/>
                  </a:cubicBezTo>
                  <a:cubicBezTo>
                    <a:pt x="2488"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508" name="Google Shape;7508;p36"/>
            <p:cNvSpPr/>
            <p:nvPr/>
          </p:nvSpPr>
          <p:spPr>
            <a:xfrm>
              <a:off x="6865650" y="1723625"/>
              <a:ext cx="62200" cy="53350"/>
            </a:xfrm>
            <a:custGeom>
              <a:rect b="b" l="l" r="r" t="t"/>
              <a:pathLst>
                <a:path extrusionOk="0" h="2134" w="2488">
                  <a:moveTo>
                    <a:pt x="1065" y="1"/>
                  </a:moveTo>
                  <a:cubicBezTo>
                    <a:pt x="480" y="1"/>
                    <a:pt x="0" y="480"/>
                    <a:pt x="0" y="1065"/>
                  </a:cubicBezTo>
                  <a:cubicBezTo>
                    <a:pt x="0" y="1709"/>
                    <a:pt x="526"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509" name="Google Shape;7509;p36"/>
            <p:cNvSpPr/>
            <p:nvPr/>
          </p:nvSpPr>
          <p:spPr>
            <a:xfrm>
              <a:off x="6865650" y="1647400"/>
              <a:ext cx="62200" cy="53450"/>
            </a:xfrm>
            <a:custGeom>
              <a:rect b="b" l="l" r="r" t="t"/>
              <a:pathLst>
                <a:path extrusionOk="0" h="2138" w="2488">
                  <a:moveTo>
                    <a:pt x="1065" y="1"/>
                  </a:moveTo>
                  <a:cubicBezTo>
                    <a:pt x="480" y="9"/>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510" name="Google Shape;7510;p36"/>
            <p:cNvSpPr/>
            <p:nvPr/>
          </p:nvSpPr>
          <p:spPr>
            <a:xfrm>
              <a:off x="6865650" y="1571400"/>
              <a:ext cx="62200" cy="53250"/>
            </a:xfrm>
            <a:custGeom>
              <a:rect b="b" l="l" r="r" t="t"/>
              <a:pathLst>
                <a:path extrusionOk="0" h="2130" w="2488">
                  <a:moveTo>
                    <a:pt x="1065" y="1"/>
                  </a:moveTo>
                  <a:cubicBezTo>
                    <a:pt x="480" y="1"/>
                    <a:pt x="0" y="472"/>
                    <a:pt x="0" y="1066"/>
                  </a:cubicBezTo>
                  <a:cubicBezTo>
                    <a:pt x="0" y="1703"/>
                    <a:pt x="525" y="2129"/>
                    <a:pt x="1073" y="2129"/>
                  </a:cubicBezTo>
                  <a:cubicBezTo>
                    <a:pt x="1335" y="2129"/>
                    <a:pt x="1603" y="2032"/>
                    <a:pt x="1821" y="1813"/>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511" name="Google Shape;7511;p36"/>
            <p:cNvSpPr/>
            <p:nvPr/>
          </p:nvSpPr>
          <p:spPr>
            <a:xfrm>
              <a:off x="6865650" y="1342750"/>
              <a:ext cx="62200" cy="53450"/>
            </a:xfrm>
            <a:custGeom>
              <a:rect b="b" l="l" r="r" t="t"/>
              <a:pathLst>
                <a:path extrusionOk="0" h="2138" w="2488">
                  <a:moveTo>
                    <a:pt x="1065" y="1"/>
                  </a:moveTo>
                  <a:cubicBezTo>
                    <a:pt x="480" y="1"/>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512" name="Google Shape;7512;p36"/>
            <p:cNvSpPr/>
            <p:nvPr/>
          </p:nvSpPr>
          <p:spPr>
            <a:xfrm>
              <a:off x="6789225" y="1799850"/>
              <a:ext cx="62425" cy="53325"/>
            </a:xfrm>
            <a:custGeom>
              <a:rect b="b" l="l" r="r" t="t"/>
              <a:pathLst>
                <a:path extrusionOk="0" h="2133" w="2497">
                  <a:moveTo>
                    <a:pt x="1074" y="0"/>
                  </a:moveTo>
                  <a:cubicBezTo>
                    <a:pt x="480" y="0"/>
                    <a:pt x="9" y="480"/>
                    <a:pt x="1" y="1065"/>
                  </a:cubicBezTo>
                  <a:cubicBezTo>
                    <a:pt x="1" y="1709"/>
                    <a:pt x="526" y="2133"/>
                    <a:pt x="1075" y="2133"/>
                  </a:cubicBezTo>
                  <a:cubicBezTo>
                    <a:pt x="1336" y="2133"/>
                    <a:pt x="1604" y="2036"/>
                    <a:pt x="1822" y="1821"/>
                  </a:cubicBezTo>
                  <a:cubicBezTo>
                    <a:pt x="2496" y="1146"/>
                    <a:pt x="2025" y="0"/>
                    <a:pt x="1074"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513" name="Google Shape;7513;p36"/>
            <p:cNvSpPr/>
            <p:nvPr/>
          </p:nvSpPr>
          <p:spPr>
            <a:xfrm>
              <a:off x="6789225" y="1723625"/>
              <a:ext cx="62425" cy="53350"/>
            </a:xfrm>
            <a:custGeom>
              <a:rect b="b" l="l" r="r" t="t"/>
              <a:pathLst>
                <a:path extrusionOk="0" h="2134" w="2497">
                  <a:moveTo>
                    <a:pt x="1074" y="1"/>
                  </a:moveTo>
                  <a:cubicBezTo>
                    <a:pt x="480" y="1"/>
                    <a:pt x="9" y="480"/>
                    <a:pt x="1" y="1065"/>
                  </a:cubicBezTo>
                  <a:cubicBezTo>
                    <a:pt x="1" y="1709"/>
                    <a:pt x="526" y="2133"/>
                    <a:pt x="1075" y="2133"/>
                  </a:cubicBezTo>
                  <a:cubicBezTo>
                    <a:pt x="1336" y="2133"/>
                    <a:pt x="1604" y="2037"/>
                    <a:pt x="1822" y="1822"/>
                  </a:cubicBezTo>
                  <a:cubicBezTo>
                    <a:pt x="2496" y="1147"/>
                    <a:pt x="2025" y="1"/>
                    <a:pt x="1074"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514" name="Google Shape;7514;p36"/>
            <p:cNvSpPr/>
            <p:nvPr/>
          </p:nvSpPr>
          <p:spPr>
            <a:xfrm>
              <a:off x="6789225" y="1571400"/>
              <a:ext cx="62425" cy="53250"/>
            </a:xfrm>
            <a:custGeom>
              <a:rect b="b" l="l" r="r" t="t"/>
              <a:pathLst>
                <a:path extrusionOk="0" h="2130" w="2497">
                  <a:moveTo>
                    <a:pt x="1074" y="1"/>
                  </a:moveTo>
                  <a:cubicBezTo>
                    <a:pt x="480" y="1"/>
                    <a:pt x="9" y="472"/>
                    <a:pt x="1" y="1066"/>
                  </a:cubicBezTo>
                  <a:cubicBezTo>
                    <a:pt x="1" y="1703"/>
                    <a:pt x="525" y="2129"/>
                    <a:pt x="1073" y="2129"/>
                  </a:cubicBezTo>
                  <a:cubicBezTo>
                    <a:pt x="1335" y="2129"/>
                    <a:pt x="1603" y="2032"/>
                    <a:pt x="1822" y="1813"/>
                  </a:cubicBezTo>
                  <a:cubicBezTo>
                    <a:pt x="2496" y="1147"/>
                    <a:pt x="2025" y="1"/>
                    <a:pt x="1074"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515" name="Google Shape;7515;p36"/>
            <p:cNvSpPr/>
            <p:nvPr/>
          </p:nvSpPr>
          <p:spPr>
            <a:xfrm>
              <a:off x="6789225" y="1342750"/>
              <a:ext cx="62425" cy="53450"/>
            </a:xfrm>
            <a:custGeom>
              <a:rect b="b" l="l" r="r" t="t"/>
              <a:pathLst>
                <a:path extrusionOk="0" h="2138" w="2497">
                  <a:moveTo>
                    <a:pt x="1074" y="1"/>
                  </a:moveTo>
                  <a:cubicBezTo>
                    <a:pt x="480" y="1"/>
                    <a:pt x="9" y="481"/>
                    <a:pt x="1" y="1066"/>
                  </a:cubicBezTo>
                  <a:cubicBezTo>
                    <a:pt x="1" y="1710"/>
                    <a:pt x="526" y="2138"/>
                    <a:pt x="1074" y="2138"/>
                  </a:cubicBezTo>
                  <a:cubicBezTo>
                    <a:pt x="1336" y="2138"/>
                    <a:pt x="1604" y="2040"/>
                    <a:pt x="1822" y="1822"/>
                  </a:cubicBezTo>
                  <a:cubicBezTo>
                    <a:pt x="2496" y="1155"/>
                    <a:pt x="2025" y="1"/>
                    <a:pt x="1074"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516" name="Google Shape;7516;p36"/>
            <p:cNvSpPr/>
            <p:nvPr/>
          </p:nvSpPr>
          <p:spPr>
            <a:xfrm>
              <a:off x="6713225" y="1876050"/>
              <a:ext cx="62200" cy="53275"/>
            </a:xfrm>
            <a:custGeom>
              <a:rect b="b" l="l" r="r" t="t"/>
              <a:pathLst>
                <a:path extrusionOk="0" h="2131" w="2488">
                  <a:moveTo>
                    <a:pt x="1065" y="1"/>
                  </a:moveTo>
                  <a:cubicBezTo>
                    <a:pt x="472" y="1"/>
                    <a:pt x="0" y="472"/>
                    <a:pt x="0" y="1066"/>
                  </a:cubicBezTo>
                  <a:cubicBezTo>
                    <a:pt x="0" y="1707"/>
                    <a:pt x="522" y="2131"/>
                    <a:pt x="1067" y="2131"/>
                  </a:cubicBezTo>
                  <a:cubicBezTo>
                    <a:pt x="1329" y="2131"/>
                    <a:pt x="1596" y="2033"/>
                    <a:pt x="1813" y="1813"/>
                  </a:cubicBezTo>
                  <a:cubicBezTo>
                    <a:pt x="2488" y="1147"/>
                    <a:pt x="2008"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517" name="Google Shape;7517;p36"/>
            <p:cNvSpPr/>
            <p:nvPr/>
          </p:nvSpPr>
          <p:spPr>
            <a:xfrm>
              <a:off x="6713225" y="1799850"/>
              <a:ext cx="62200" cy="53325"/>
            </a:xfrm>
            <a:custGeom>
              <a:rect b="b" l="l" r="r" t="t"/>
              <a:pathLst>
                <a:path extrusionOk="0" h="2133" w="2488">
                  <a:moveTo>
                    <a:pt x="1065" y="0"/>
                  </a:moveTo>
                  <a:cubicBezTo>
                    <a:pt x="472" y="0"/>
                    <a:pt x="0" y="480"/>
                    <a:pt x="0" y="1065"/>
                  </a:cubicBezTo>
                  <a:cubicBezTo>
                    <a:pt x="0" y="1709"/>
                    <a:pt x="525" y="2133"/>
                    <a:pt x="1072" y="2133"/>
                  </a:cubicBezTo>
                  <a:cubicBezTo>
                    <a:pt x="1332" y="2133"/>
                    <a:pt x="1598" y="2036"/>
                    <a:pt x="1813" y="1821"/>
                  </a:cubicBezTo>
                  <a:cubicBezTo>
                    <a:pt x="2488" y="1146"/>
                    <a:pt x="2008"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518" name="Google Shape;7518;p36"/>
            <p:cNvSpPr/>
            <p:nvPr/>
          </p:nvSpPr>
          <p:spPr>
            <a:xfrm>
              <a:off x="6713225" y="1647400"/>
              <a:ext cx="62200" cy="53450"/>
            </a:xfrm>
            <a:custGeom>
              <a:rect b="b" l="l" r="r" t="t"/>
              <a:pathLst>
                <a:path extrusionOk="0" h="2138" w="2488">
                  <a:moveTo>
                    <a:pt x="1065" y="1"/>
                  </a:moveTo>
                  <a:cubicBezTo>
                    <a:pt x="472" y="9"/>
                    <a:pt x="0" y="481"/>
                    <a:pt x="0" y="1066"/>
                  </a:cubicBezTo>
                  <a:cubicBezTo>
                    <a:pt x="0" y="1710"/>
                    <a:pt x="525" y="2138"/>
                    <a:pt x="1071" y="2138"/>
                  </a:cubicBezTo>
                  <a:cubicBezTo>
                    <a:pt x="1332" y="2138"/>
                    <a:pt x="1598" y="2040"/>
                    <a:pt x="1813" y="1822"/>
                  </a:cubicBezTo>
                  <a:cubicBezTo>
                    <a:pt x="2488" y="1147"/>
                    <a:pt x="2008"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519" name="Google Shape;7519;p36"/>
            <p:cNvSpPr/>
            <p:nvPr/>
          </p:nvSpPr>
          <p:spPr>
            <a:xfrm>
              <a:off x="6713225" y="1571400"/>
              <a:ext cx="62200" cy="53250"/>
            </a:xfrm>
            <a:custGeom>
              <a:rect b="b" l="l" r="r" t="t"/>
              <a:pathLst>
                <a:path extrusionOk="0" h="2130" w="2488">
                  <a:moveTo>
                    <a:pt x="1065" y="1"/>
                  </a:moveTo>
                  <a:cubicBezTo>
                    <a:pt x="472" y="1"/>
                    <a:pt x="0" y="472"/>
                    <a:pt x="0" y="1066"/>
                  </a:cubicBezTo>
                  <a:cubicBezTo>
                    <a:pt x="0" y="1703"/>
                    <a:pt x="525" y="2129"/>
                    <a:pt x="1070" y="2129"/>
                  </a:cubicBezTo>
                  <a:cubicBezTo>
                    <a:pt x="1331" y="2129"/>
                    <a:pt x="1597" y="2032"/>
                    <a:pt x="1813" y="1813"/>
                  </a:cubicBezTo>
                  <a:cubicBezTo>
                    <a:pt x="2488" y="1147"/>
                    <a:pt x="2008"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520" name="Google Shape;7520;p36"/>
            <p:cNvSpPr/>
            <p:nvPr/>
          </p:nvSpPr>
          <p:spPr>
            <a:xfrm>
              <a:off x="6713225" y="1342750"/>
              <a:ext cx="62200" cy="53450"/>
            </a:xfrm>
            <a:custGeom>
              <a:rect b="b" l="l" r="r" t="t"/>
              <a:pathLst>
                <a:path extrusionOk="0" h="2138" w="2488">
                  <a:moveTo>
                    <a:pt x="1065" y="1"/>
                  </a:moveTo>
                  <a:cubicBezTo>
                    <a:pt x="472" y="1"/>
                    <a:pt x="0" y="481"/>
                    <a:pt x="0" y="1066"/>
                  </a:cubicBezTo>
                  <a:cubicBezTo>
                    <a:pt x="0" y="1710"/>
                    <a:pt x="525" y="2138"/>
                    <a:pt x="1071" y="2138"/>
                  </a:cubicBezTo>
                  <a:cubicBezTo>
                    <a:pt x="1332" y="2138"/>
                    <a:pt x="1598" y="2040"/>
                    <a:pt x="1813" y="1822"/>
                  </a:cubicBezTo>
                  <a:cubicBezTo>
                    <a:pt x="2488" y="1147"/>
                    <a:pt x="2008"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521" name="Google Shape;7521;p36"/>
            <p:cNvSpPr/>
            <p:nvPr/>
          </p:nvSpPr>
          <p:spPr>
            <a:xfrm>
              <a:off x="6637000" y="1647400"/>
              <a:ext cx="62225" cy="53450"/>
            </a:xfrm>
            <a:custGeom>
              <a:rect b="b" l="l" r="r" t="t"/>
              <a:pathLst>
                <a:path extrusionOk="0" h="2138" w="2489">
                  <a:moveTo>
                    <a:pt x="1066" y="1"/>
                  </a:moveTo>
                  <a:cubicBezTo>
                    <a:pt x="480" y="1"/>
                    <a:pt x="1" y="481"/>
                    <a:pt x="1" y="1066"/>
                  </a:cubicBezTo>
                  <a:cubicBezTo>
                    <a:pt x="1" y="1710"/>
                    <a:pt x="526" y="2138"/>
                    <a:pt x="1072" y="2138"/>
                  </a:cubicBezTo>
                  <a:cubicBezTo>
                    <a:pt x="1333" y="2138"/>
                    <a:pt x="1598" y="2040"/>
                    <a:pt x="1813" y="1822"/>
                  </a:cubicBezTo>
                  <a:cubicBezTo>
                    <a:pt x="2488" y="1155"/>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522" name="Google Shape;7522;p36"/>
            <p:cNvSpPr/>
            <p:nvPr/>
          </p:nvSpPr>
          <p:spPr>
            <a:xfrm>
              <a:off x="6637000" y="1342750"/>
              <a:ext cx="62225" cy="53450"/>
            </a:xfrm>
            <a:custGeom>
              <a:rect b="b" l="l" r="r" t="t"/>
              <a:pathLst>
                <a:path extrusionOk="0" h="2138" w="2489">
                  <a:moveTo>
                    <a:pt x="1066" y="1"/>
                  </a:moveTo>
                  <a:cubicBezTo>
                    <a:pt x="480" y="1"/>
                    <a:pt x="1" y="481"/>
                    <a:pt x="1" y="1066"/>
                  </a:cubicBezTo>
                  <a:cubicBezTo>
                    <a:pt x="1" y="1710"/>
                    <a:pt x="526" y="2138"/>
                    <a:pt x="1072" y="2138"/>
                  </a:cubicBezTo>
                  <a:cubicBezTo>
                    <a:pt x="1333" y="2138"/>
                    <a:pt x="1598" y="2040"/>
                    <a:pt x="1813" y="1822"/>
                  </a:cubicBezTo>
                  <a:cubicBezTo>
                    <a:pt x="2488"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523" name="Google Shape;7523;p36"/>
            <p:cNvSpPr/>
            <p:nvPr/>
          </p:nvSpPr>
          <p:spPr>
            <a:xfrm>
              <a:off x="6560800" y="1647400"/>
              <a:ext cx="62200" cy="53450"/>
            </a:xfrm>
            <a:custGeom>
              <a:rect b="b" l="l" r="r" t="t"/>
              <a:pathLst>
                <a:path extrusionOk="0" h="2138" w="2488">
                  <a:moveTo>
                    <a:pt x="1065" y="1"/>
                  </a:moveTo>
                  <a:cubicBezTo>
                    <a:pt x="480" y="1"/>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524" name="Google Shape;7524;p36"/>
            <p:cNvSpPr/>
            <p:nvPr/>
          </p:nvSpPr>
          <p:spPr>
            <a:xfrm>
              <a:off x="6560800" y="1342750"/>
              <a:ext cx="62200" cy="53450"/>
            </a:xfrm>
            <a:custGeom>
              <a:rect b="b" l="l" r="r" t="t"/>
              <a:pathLst>
                <a:path extrusionOk="0" h="2138" w="2488">
                  <a:moveTo>
                    <a:pt x="1065" y="1"/>
                  </a:moveTo>
                  <a:cubicBezTo>
                    <a:pt x="480" y="1"/>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525" name="Google Shape;7525;p36"/>
            <p:cNvSpPr/>
            <p:nvPr/>
          </p:nvSpPr>
          <p:spPr>
            <a:xfrm>
              <a:off x="6560800" y="1266550"/>
              <a:ext cx="62200" cy="53450"/>
            </a:xfrm>
            <a:custGeom>
              <a:rect b="b" l="l" r="r" t="t"/>
              <a:pathLst>
                <a:path extrusionOk="0" h="2138" w="2488">
                  <a:moveTo>
                    <a:pt x="1065" y="0"/>
                  </a:moveTo>
                  <a:cubicBezTo>
                    <a:pt x="480" y="9"/>
                    <a:pt x="0" y="480"/>
                    <a:pt x="0" y="1074"/>
                  </a:cubicBezTo>
                  <a:cubicBezTo>
                    <a:pt x="0" y="1711"/>
                    <a:pt x="524" y="2137"/>
                    <a:pt x="1073" y="2137"/>
                  </a:cubicBezTo>
                  <a:cubicBezTo>
                    <a:pt x="1335" y="2137"/>
                    <a:pt x="1603" y="2040"/>
                    <a:pt x="1821" y="1821"/>
                  </a:cubicBezTo>
                  <a:cubicBezTo>
                    <a:pt x="2488" y="1155"/>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526" name="Google Shape;7526;p36"/>
            <p:cNvSpPr/>
            <p:nvPr/>
          </p:nvSpPr>
          <p:spPr>
            <a:xfrm>
              <a:off x="6484575" y="1647400"/>
              <a:ext cx="62425" cy="53450"/>
            </a:xfrm>
            <a:custGeom>
              <a:rect b="b" l="l" r="r" t="t"/>
              <a:pathLst>
                <a:path extrusionOk="0" h="2138" w="2497">
                  <a:moveTo>
                    <a:pt x="1065" y="1"/>
                  </a:moveTo>
                  <a:cubicBezTo>
                    <a:pt x="480" y="9"/>
                    <a:pt x="1" y="481"/>
                    <a:pt x="1" y="1066"/>
                  </a:cubicBezTo>
                  <a:cubicBezTo>
                    <a:pt x="1" y="1710"/>
                    <a:pt x="526" y="2138"/>
                    <a:pt x="1074" y="2138"/>
                  </a:cubicBezTo>
                  <a:cubicBezTo>
                    <a:pt x="1336" y="2138"/>
                    <a:pt x="1603" y="2040"/>
                    <a:pt x="1822" y="1822"/>
                  </a:cubicBezTo>
                  <a:cubicBezTo>
                    <a:pt x="2496" y="1147"/>
                    <a:pt x="2017"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527" name="Google Shape;7527;p36"/>
            <p:cNvSpPr/>
            <p:nvPr/>
          </p:nvSpPr>
          <p:spPr>
            <a:xfrm>
              <a:off x="6484575" y="1266550"/>
              <a:ext cx="62425" cy="53450"/>
            </a:xfrm>
            <a:custGeom>
              <a:rect b="b" l="l" r="r" t="t"/>
              <a:pathLst>
                <a:path extrusionOk="0" h="2138" w="2497">
                  <a:moveTo>
                    <a:pt x="1065" y="0"/>
                  </a:moveTo>
                  <a:cubicBezTo>
                    <a:pt x="480" y="9"/>
                    <a:pt x="1" y="480"/>
                    <a:pt x="1" y="1074"/>
                  </a:cubicBezTo>
                  <a:cubicBezTo>
                    <a:pt x="1" y="1711"/>
                    <a:pt x="525" y="2137"/>
                    <a:pt x="1073" y="2137"/>
                  </a:cubicBezTo>
                  <a:cubicBezTo>
                    <a:pt x="1335" y="2137"/>
                    <a:pt x="1603" y="2040"/>
                    <a:pt x="1822" y="1821"/>
                  </a:cubicBezTo>
                  <a:cubicBezTo>
                    <a:pt x="2496" y="1155"/>
                    <a:pt x="2017"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528" name="Google Shape;7528;p36"/>
            <p:cNvSpPr/>
            <p:nvPr/>
          </p:nvSpPr>
          <p:spPr>
            <a:xfrm>
              <a:off x="6408350" y="2333125"/>
              <a:ext cx="62425" cy="53450"/>
            </a:xfrm>
            <a:custGeom>
              <a:rect b="b" l="l" r="r" t="t"/>
              <a:pathLst>
                <a:path extrusionOk="0" h="2138" w="2497">
                  <a:moveTo>
                    <a:pt x="1074" y="1"/>
                  </a:moveTo>
                  <a:cubicBezTo>
                    <a:pt x="481" y="1"/>
                    <a:pt x="1" y="480"/>
                    <a:pt x="1" y="1066"/>
                  </a:cubicBezTo>
                  <a:cubicBezTo>
                    <a:pt x="1" y="1709"/>
                    <a:pt x="526" y="2137"/>
                    <a:pt x="1075" y="2137"/>
                  </a:cubicBezTo>
                  <a:cubicBezTo>
                    <a:pt x="1337" y="2137"/>
                    <a:pt x="1604" y="2040"/>
                    <a:pt x="1822" y="1822"/>
                  </a:cubicBezTo>
                  <a:cubicBezTo>
                    <a:pt x="2497" y="1147"/>
                    <a:pt x="2017" y="1"/>
                    <a:pt x="1074"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529" name="Google Shape;7529;p36"/>
            <p:cNvSpPr/>
            <p:nvPr/>
          </p:nvSpPr>
          <p:spPr>
            <a:xfrm>
              <a:off x="6408350" y="2256925"/>
              <a:ext cx="62575" cy="53425"/>
            </a:xfrm>
            <a:custGeom>
              <a:rect b="b" l="l" r="r" t="t"/>
              <a:pathLst>
                <a:path extrusionOk="0" h="2137" w="2503">
                  <a:moveTo>
                    <a:pt x="1084" y="0"/>
                  </a:moveTo>
                  <a:cubicBezTo>
                    <a:pt x="1081" y="0"/>
                    <a:pt x="1077" y="0"/>
                    <a:pt x="1074" y="0"/>
                  </a:cubicBezTo>
                  <a:cubicBezTo>
                    <a:pt x="481" y="0"/>
                    <a:pt x="1" y="480"/>
                    <a:pt x="1" y="1065"/>
                  </a:cubicBezTo>
                  <a:cubicBezTo>
                    <a:pt x="1" y="1709"/>
                    <a:pt x="530" y="2137"/>
                    <a:pt x="1081" y="2137"/>
                  </a:cubicBezTo>
                  <a:cubicBezTo>
                    <a:pt x="1344" y="2137"/>
                    <a:pt x="1612" y="2039"/>
                    <a:pt x="1830" y="1821"/>
                  </a:cubicBezTo>
                  <a:cubicBezTo>
                    <a:pt x="2502" y="1149"/>
                    <a:pt x="2029" y="0"/>
                    <a:pt x="1084"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530" name="Google Shape;7530;p36"/>
            <p:cNvSpPr/>
            <p:nvPr/>
          </p:nvSpPr>
          <p:spPr>
            <a:xfrm>
              <a:off x="6408350" y="2104500"/>
              <a:ext cx="62425" cy="53325"/>
            </a:xfrm>
            <a:custGeom>
              <a:rect b="b" l="l" r="r" t="t"/>
              <a:pathLst>
                <a:path extrusionOk="0" h="2133" w="2497">
                  <a:moveTo>
                    <a:pt x="1074" y="0"/>
                  </a:moveTo>
                  <a:cubicBezTo>
                    <a:pt x="481" y="0"/>
                    <a:pt x="9" y="480"/>
                    <a:pt x="1" y="1065"/>
                  </a:cubicBezTo>
                  <a:cubicBezTo>
                    <a:pt x="1" y="1709"/>
                    <a:pt x="526" y="2133"/>
                    <a:pt x="1075" y="2133"/>
                  </a:cubicBezTo>
                  <a:cubicBezTo>
                    <a:pt x="1337" y="2133"/>
                    <a:pt x="1604" y="2036"/>
                    <a:pt x="1822" y="1821"/>
                  </a:cubicBezTo>
                  <a:cubicBezTo>
                    <a:pt x="2497" y="1146"/>
                    <a:pt x="2017" y="0"/>
                    <a:pt x="1074"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531" name="Google Shape;7531;p36"/>
            <p:cNvSpPr/>
            <p:nvPr/>
          </p:nvSpPr>
          <p:spPr>
            <a:xfrm>
              <a:off x="6408350" y="1799850"/>
              <a:ext cx="62425" cy="53325"/>
            </a:xfrm>
            <a:custGeom>
              <a:rect b="b" l="l" r="r" t="t"/>
              <a:pathLst>
                <a:path extrusionOk="0" h="2133" w="2497">
                  <a:moveTo>
                    <a:pt x="1074" y="0"/>
                  </a:moveTo>
                  <a:cubicBezTo>
                    <a:pt x="481" y="0"/>
                    <a:pt x="9" y="480"/>
                    <a:pt x="1" y="1065"/>
                  </a:cubicBezTo>
                  <a:cubicBezTo>
                    <a:pt x="1" y="1709"/>
                    <a:pt x="526" y="2133"/>
                    <a:pt x="1075" y="2133"/>
                  </a:cubicBezTo>
                  <a:cubicBezTo>
                    <a:pt x="1337" y="2133"/>
                    <a:pt x="1604" y="2036"/>
                    <a:pt x="1822" y="1821"/>
                  </a:cubicBezTo>
                  <a:cubicBezTo>
                    <a:pt x="2497" y="1146"/>
                    <a:pt x="2017" y="0"/>
                    <a:pt x="1074"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532" name="Google Shape;7532;p36"/>
            <p:cNvSpPr/>
            <p:nvPr/>
          </p:nvSpPr>
          <p:spPr>
            <a:xfrm>
              <a:off x="6408350" y="1647400"/>
              <a:ext cx="62425" cy="53450"/>
            </a:xfrm>
            <a:custGeom>
              <a:rect b="b" l="l" r="r" t="t"/>
              <a:pathLst>
                <a:path extrusionOk="0" h="2138" w="2497">
                  <a:moveTo>
                    <a:pt x="1074" y="1"/>
                  </a:moveTo>
                  <a:cubicBezTo>
                    <a:pt x="481" y="1"/>
                    <a:pt x="9" y="481"/>
                    <a:pt x="1" y="1066"/>
                  </a:cubicBezTo>
                  <a:cubicBezTo>
                    <a:pt x="1" y="1710"/>
                    <a:pt x="526" y="2138"/>
                    <a:pt x="1075" y="2138"/>
                  </a:cubicBezTo>
                  <a:cubicBezTo>
                    <a:pt x="1337" y="2138"/>
                    <a:pt x="1604" y="2040"/>
                    <a:pt x="1822" y="1822"/>
                  </a:cubicBezTo>
                  <a:cubicBezTo>
                    <a:pt x="2497" y="1155"/>
                    <a:pt x="2017" y="1"/>
                    <a:pt x="1074"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533" name="Google Shape;7533;p36"/>
            <p:cNvSpPr/>
            <p:nvPr/>
          </p:nvSpPr>
          <p:spPr>
            <a:xfrm>
              <a:off x="6408350" y="1342750"/>
              <a:ext cx="62425" cy="53450"/>
            </a:xfrm>
            <a:custGeom>
              <a:rect b="b" l="l" r="r" t="t"/>
              <a:pathLst>
                <a:path extrusionOk="0" h="2138" w="2497">
                  <a:moveTo>
                    <a:pt x="1074" y="1"/>
                  </a:moveTo>
                  <a:cubicBezTo>
                    <a:pt x="481" y="1"/>
                    <a:pt x="9" y="481"/>
                    <a:pt x="1" y="1066"/>
                  </a:cubicBezTo>
                  <a:cubicBezTo>
                    <a:pt x="1" y="1710"/>
                    <a:pt x="526" y="2138"/>
                    <a:pt x="1075" y="2138"/>
                  </a:cubicBezTo>
                  <a:cubicBezTo>
                    <a:pt x="1337" y="2138"/>
                    <a:pt x="1604" y="2040"/>
                    <a:pt x="1822" y="1822"/>
                  </a:cubicBezTo>
                  <a:cubicBezTo>
                    <a:pt x="2497" y="1147"/>
                    <a:pt x="2017" y="1"/>
                    <a:pt x="1074"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534" name="Google Shape;7534;p36"/>
            <p:cNvSpPr/>
            <p:nvPr/>
          </p:nvSpPr>
          <p:spPr>
            <a:xfrm>
              <a:off x="6408350" y="1266550"/>
              <a:ext cx="62425" cy="53450"/>
            </a:xfrm>
            <a:custGeom>
              <a:rect b="b" l="l" r="r" t="t"/>
              <a:pathLst>
                <a:path extrusionOk="0" h="2138" w="2497">
                  <a:moveTo>
                    <a:pt x="1074" y="0"/>
                  </a:moveTo>
                  <a:cubicBezTo>
                    <a:pt x="481" y="9"/>
                    <a:pt x="9" y="480"/>
                    <a:pt x="1" y="1074"/>
                  </a:cubicBezTo>
                  <a:cubicBezTo>
                    <a:pt x="1" y="1711"/>
                    <a:pt x="525" y="2137"/>
                    <a:pt x="1074" y="2137"/>
                  </a:cubicBezTo>
                  <a:cubicBezTo>
                    <a:pt x="1336" y="2137"/>
                    <a:pt x="1604" y="2040"/>
                    <a:pt x="1822" y="1821"/>
                  </a:cubicBezTo>
                  <a:cubicBezTo>
                    <a:pt x="2497" y="1155"/>
                    <a:pt x="2017" y="0"/>
                    <a:pt x="1074"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535" name="Google Shape;7535;p36"/>
            <p:cNvSpPr/>
            <p:nvPr/>
          </p:nvSpPr>
          <p:spPr>
            <a:xfrm>
              <a:off x="6332350" y="2409350"/>
              <a:ext cx="62225" cy="53350"/>
            </a:xfrm>
            <a:custGeom>
              <a:rect b="b" l="l" r="r" t="t"/>
              <a:pathLst>
                <a:path extrusionOk="0" h="2134" w="2489">
                  <a:moveTo>
                    <a:pt x="1066" y="0"/>
                  </a:moveTo>
                  <a:cubicBezTo>
                    <a:pt x="472" y="0"/>
                    <a:pt x="1" y="480"/>
                    <a:pt x="1" y="1065"/>
                  </a:cubicBezTo>
                  <a:cubicBezTo>
                    <a:pt x="1" y="1709"/>
                    <a:pt x="526" y="2133"/>
                    <a:pt x="1072" y="2133"/>
                  </a:cubicBezTo>
                  <a:cubicBezTo>
                    <a:pt x="1333" y="2133"/>
                    <a:pt x="1598" y="2036"/>
                    <a:pt x="1813" y="1821"/>
                  </a:cubicBezTo>
                  <a:cubicBezTo>
                    <a:pt x="2488" y="1146"/>
                    <a:pt x="2009"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536" name="Google Shape;7536;p36"/>
            <p:cNvSpPr/>
            <p:nvPr/>
          </p:nvSpPr>
          <p:spPr>
            <a:xfrm>
              <a:off x="6332350" y="2333125"/>
              <a:ext cx="62225" cy="53450"/>
            </a:xfrm>
            <a:custGeom>
              <a:rect b="b" l="l" r="r" t="t"/>
              <a:pathLst>
                <a:path extrusionOk="0" h="2138" w="2489">
                  <a:moveTo>
                    <a:pt x="1066" y="1"/>
                  </a:moveTo>
                  <a:cubicBezTo>
                    <a:pt x="472" y="1"/>
                    <a:pt x="1" y="480"/>
                    <a:pt x="1" y="1066"/>
                  </a:cubicBezTo>
                  <a:cubicBezTo>
                    <a:pt x="1" y="1709"/>
                    <a:pt x="526" y="2137"/>
                    <a:pt x="1072" y="2137"/>
                  </a:cubicBezTo>
                  <a:cubicBezTo>
                    <a:pt x="1333" y="2137"/>
                    <a:pt x="1598" y="2040"/>
                    <a:pt x="1813" y="1822"/>
                  </a:cubicBezTo>
                  <a:cubicBezTo>
                    <a:pt x="2488" y="1147"/>
                    <a:pt x="2009"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537" name="Google Shape;7537;p36"/>
            <p:cNvSpPr/>
            <p:nvPr/>
          </p:nvSpPr>
          <p:spPr>
            <a:xfrm>
              <a:off x="6332350" y="1952050"/>
              <a:ext cx="62225" cy="53450"/>
            </a:xfrm>
            <a:custGeom>
              <a:rect b="b" l="l" r="r" t="t"/>
              <a:pathLst>
                <a:path extrusionOk="0" h="2138" w="2489">
                  <a:moveTo>
                    <a:pt x="1066" y="1"/>
                  </a:moveTo>
                  <a:cubicBezTo>
                    <a:pt x="472" y="9"/>
                    <a:pt x="1" y="481"/>
                    <a:pt x="1" y="1074"/>
                  </a:cubicBezTo>
                  <a:cubicBezTo>
                    <a:pt x="1" y="1712"/>
                    <a:pt x="525" y="2138"/>
                    <a:pt x="1071" y="2138"/>
                  </a:cubicBezTo>
                  <a:cubicBezTo>
                    <a:pt x="1332" y="2138"/>
                    <a:pt x="1598" y="2040"/>
                    <a:pt x="1813" y="1822"/>
                  </a:cubicBezTo>
                  <a:cubicBezTo>
                    <a:pt x="2488" y="1155"/>
                    <a:pt x="2009"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538" name="Google Shape;7538;p36"/>
            <p:cNvSpPr/>
            <p:nvPr/>
          </p:nvSpPr>
          <p:spPr>
            <a:xfrm>
              <a:off x="6332350" y="1876050"/>
              <a:ext cx="62225" cy="53275"/>
            </a:xfrm>
            <a:custGeom>
              <a:rect b="b" l="l" r="r" t="t"/>
              <a:pathLst>
                <a:path extrusionOk="0" h="2131" w="2489">
                  <a:moveTo>
                    <a:pt x="1066" y="1"/>
                  </a:moveTo>
                  <a:cubicBezTo>
                    <a:pt x="472" y="1"/>
                    <a:pt x="1" y="472"/>
                    <a:pt x="1" y="1066"/>
                  </a:cubicBezTo>
                  <a:cubicBezTo>
                    <a:pt x="1" y="1707"/>
                    <a:pt x="523" y="2131"/>
                    <a:pt x="1067" y="2131"/>
                  </a:cubicBezTo>
                  <a:cubicBezTo>
                    <a:pt x="1329" y="2131"/>
                    <a:pt x="1597" y="2033"/>
                    <a:pt x="1813" y="1813"/>
                  </a:cubicBezTo>
                  <a:cubicBezTo>
                    <a:pt x="2488" y="1147"/>
                    <a:pt x="2009"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539" name="Google Shape;7539;p36"/>
            <p:cNvSpPr/>
            <p:nvPr/>
          </p:nvSpPr>
          <p:spPr>
            <a:xfrm>
              <a:off x="6332350" y="1723625"/>
              <a:ext cx="62225" cy="53350"/>
            </a:xfrm>
            <a:custGeom>
              <a:rect b="b" l="l" r="r" t="t"/>
              <a:pathLst>
                <a:path extrusionOk="0" h="2134" w="2489">
                  <a:moveTo>
                    <a:pt x="1066" y="1"/>
                  </a:moveTo>
                  <a:cubicBezTo>
                    <a:pt x="472" y="1"/>
                    <a:pt x="1" y="480"/>
                    <a:pt x="1" y="1065"/>
                  </a:cubicBezTo>
                  <a:cubicBezTo>
                    <a:pt x="1" y="1709"/>
                    <a:pt x="526" y="2133"/>
                    <a:pt x="1072" y="2133"/>
                  </a:cubicBezTo>
                  <a:cubicBezTo>
                    <a:pt x="1333" y="2133"/>
                    <a:pt x="1598" y="2037"/>
                    <a:pt x="1813" y="1822"/>
                  </a:cubicBezTo>
                  <a:cubicBezTo>
                    <a:pt x="2488" y="1147"/>
                    <a:pt x="2009"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540" name="Google Shape;7540;p36"/>
            <p:cNvSpPr/>
            <p:nvPr/>
          </p:nvSpPr>
          <p:spPr>
            <a:xfrm>
              <a:off x="6332350" y="1647400"/>
              <a:ext cx="62225" cy="53450"/>
            </a:xfrm>
            <a:custGeom>
              <a:rect b="b" l="l" r="r" t="t"/>
              <a:pathLst>
                <a:path extrusionOk="0" h="2138" w="2489">
                  <a:moveTo>
                    <a:pt x="1066" y="1"/>
                  </a:moveTo>
                  <a:cubicBezTo>
                    <a:pt x="472" y="9"/>
                    <a:pt x="1" y="481"/>
                    <a:pt x="1" y="1066"/>
                  </a:cubicBezTo>
                  <a:cubicBezTo>
                    <a:pt x="1" y="1710"/>
                    <a:pt x="526" y="2138"/>
                    <a:pt x="1072" y="2138"/>
                  </a:cubicBezTo>
                  <a:cubicBezTo>
                    <a:pt x="1333" y="2138"/>
                    <a:pt x="1598" y="2040"/>
                    <a:pt x="1813" y="1822"/>
                  </a:cubicBezTo>
                  <a:cubicBezTo>
                    <a:pt x="2488" y="1147"/>
                    <a:pt x="2009"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541" name="Google Shape;7541;p36"/>
            <p:cNvSpPr/>
            <p:nvPr/>
          </p:nvSpPr>
          <p:spPr>
            <a:xfrm>
              <a:off x="6332350" y="1342750"/>
              <a:ext cx="62225" cy="53450"/>
            </a:xfrm>
            <a:custGeom>
              <a:rect b="b" l="l" r="r" t="t"/>
              <a:pathLst>
                <a:path extrusionOk="0" h="2138" w="2489">
                  <a:moveTo>
                    <a:pt x="1066" y="1"/>
                  </a:moveTo>
                  <a:cubicBezTo>
                    <a:pt x="472" y="1"/>
                    <a:pt x="1" y="481"/>
                    <a:pt x="1" y="1066"/>
                  </a:cubicBezTo>
                  <a:cubicBezTo>
                    <a:pt x="1" y="1710"/>
                    <a:pt x="526" y="2138"/>
                    <a:pt x="1072" y="2138"/>
                  </a:cubicBezTo>
                  <a:cubicBezTo>
                    <a:pt x="1333" y="2138"/>
                    <a:pt x="1598" y="2040"/>
                    <a:pt x="1813" y="1822"/>
                  </a:cubicBezTo>
                  <a:cubicBezTo>
                    <a:pt x="2488" y="1147"/>
                    <a:pt x="2009"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542" name="Google Shape;7542;p36"/>
            <p:cNvSpPr/>
            <p:nvPr/>
          </p:nvSpPr>
          <p:spPr>
            <a:xfrm>
              <a:off x="6256150" y="2485550"/>
              <a:ext cx="62200" cy="53300"/>
            </a:xfrm>
            <a:custGeom>
              <a:rect b="b" l="l" r="r" t="t"/>
              <a:pathLst>
                <a:path extrusionOk="0" h="2132" w="2488">
                  <a:moveTo>
                    <a:pt x="1065" y="1"/>
                  </a:moveTo>
                  <a:cubicBezTo>
                    <a:pt x="472" y="1"/>
                    <a:pt x="0" y="472"/>
                    <a:pt x="0" y="1066"/>
                  </a:cubicBezTo>
                  <a:cubicBezTo>
                    <a:pt x="0" y="1708"/>
                    <a:pt x="522" y="2131"/>
                    <a:pt x="1067" y="2131"/>
                  </a:cubicBezTo>
                  <a:cubicBezTo>
                    <a:pt x="1329" y="2131"/>
                    <a:pt x="1596" y="2033"/>
                    <a:pt x="1813" y="1814"/>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543" name="Google Shape;7543;p36"/>
            <p:cNvSpPr/>
            <p:nvPr/>
          </p:nvSpPr>
          <p:spPr>
            <a:xfrm>
              <a:off x="6256150" y="2409350"/>
              <a:ext cx="62200" cy="53350"/>
            </a:xfrm>
            <a:custGeom>
              <a:rect b="b" l="l" r="r" t="t"/>
              <a:pathLst>
                <a:path extrusionOk="0" h="2134" w="2488">
                  <a:moveTo>
                    <a:pt x="1065" y="0"/>
                  </a:moveTo>
                  <a:cubicBezTo>
                    <a:pt x="480" y="0"/>
                    <a:pt x="0" y="480"/>
                    <a:pt x="0" y="1065"/>
                  </a:cubicBezTo>
                  <a:cubicBezTo>
                    <a:pt x="0" y="1709"/>
                    <a:pt x="525" y="2133"/>
                    <a:pt x="1071" y="2133"/>
                  </a:cubicBezTo>
                  <a:cubicBezTo>
                    <a:pt x="1332" y="2133"/>
                    <a:pt x="1598" y="2036"/>
                    <a:pt x="1813" y="1821"/>
                  </a:cubicBezTo>
                  <a:cubicBezTo>
                    <a:pt x="2488" y="1146"/>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544" name="Google Shape;7544;p36"/>
            <p:cNvSpPr/>
            <p:nvPr/>
          </p:nvSpPr>
          <p:spPr>
            <a:xfrm>
              <a:off x="6256150" y="2028275"/>
              <a:ext cx="62200" cy="53450"/>
            </a:xfrm>
            <a:custGeom>
              <a:rect b="b" l="l" r="r" t="t"/>
              <a:pathLst>
                <a:path extrusionOk="0" h="2138" w="2488">
                  <a:moveTo>
                    <a:pt x="1065" y="1"/>
                  </a:moveTo>
                  <a:cubicBezTo>
                    <a:pt x="480" y="1"/>
                    <a:pt x="0" y="480"/>
                    <a:pt x="0" y="1065"/>
                  </a:cubicBezTo>
                  <a:cubicBezTo>
                    <a:pt x="0" y="1709"/>
                    <a:pt x="525" y="2137"/>
                    <a:pt x="1071" y="2137"/>
                  </a:cubicBezTo>
                  <a:cubicBezTo>
                    <a:pt x="1332" y="2137"/>
                    <a:pt x="1597" y="2040"/>
                    <a:pt x="1813" y="1821"/>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545" name="Google Shape;7545;p36"/>
            <p:cNvSpPr/>
            <p:nvPr/>
          </p:nvSpPr>
          <p:spPr>
            <a:xfrm>
              <a:off x="6256150" y="1952050"/>
              <a:ext cx="62200" cy="53450"/>
            </a:xfrm>
            <a:custGeom>
              <a:rect b="b" l="l" r="r" t="t"/>
              <a:pathLst>
                <a:path extrusionOk="0" h="2138" w="2488">
                  <a:moveTo>
                    <a:pt x="1065" y="1"/>
                  </a:moveTo>
                  <a:cubicBezTo>
                    <a:pt x="480" y="9"/>
                    <a:pt x="0" y="481"/>
                    <a:pt x="0" y="1074"/>
                  </a:cubicBezTo>
                  <a:cubicBezTo>
                    <a:pt x="0" y="1712"/>
                    <a:pt x="524" y="2138"/>
                    <a:pt x="1070" y="2138"/>
                  </a:cubicBezTo>
                  <a:cubicBezTo>
                    <a:pt x="1331" y="2138"/>
                    <a:pt x="1597" y="2040"/>
                    <a:pt x="1813" y="1822"/>
                  </a:cubicBezTo>
                  <a:cubicBezTo>
                    <a:pt x="2488" y="1155"/>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546" name="Google Shape;7546;p36"/>
            <p:cNvSpPr/>
            <p:nvPr/>
          </p:nvSpPr>
          <p:spPr>
            <a:xfrm>
              <a:off x="6256150" y="1876050"/>
              <a:ext cx="62200" cy="53350"/>
            </a:xfrm>
            <a:custGeom>
              <a:rect b="b" l="l" r="r" t="t"/>
              <a:pathLst>
                <a:path extrusionOk="0" h="2134" w="2488">
                  <a:moveTo>
                    <a:pt x="1065" y="1"/>
                  </a:moveTo>
                  <a:cubicBezTo>
                    <a:pt x="480" y="1"/>
                    <a:pt x="0" y="472"/>
                    <a:pt x="0" y="1066"/>
                  </a:cubicBezTo>
                  <a:cubicBezTo>
                    <a:pt x="0" y="1709"/>
                    <a:pt x="525" y="2133"/>
                    <a:pt x="1071" y="2133"/>
                  </a:cubicBezTo>
                  <a:cubicBezTo>
                    <a:pt x="1332" y="2133"/>
                    <a:pt x="1598" y="2037"/>
                    <a:pt x="1813" y="1822"/>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547" name="Google Shape;7547;p36"/>
            <p:cNvSpPr/>
            <p:nvPr/>
          </p:nvSpPr>
          <p:spPr>
            <a:xfrm>
              <a:off x="6256150" y="1799850"/>
              <a:ext cx="62200" cy="53325"/>
            </a:xfrm>
            <a:custGeom>
              <a:rect b="b" l="l" r="r" t="t"/>
              <a:pathLst>
                <a:path extrusionOk="0" h="2133" w="2488">
                  <a:moveTo>
                    <a:pt x="1065" y="0"/>
                  </a:moveTo>
                  <a:cubicBezTo>
                    <a:pt x="480" y="0"/>
                    <a:pt x="0" y="480"/>
                    <a:pt x="0" y="1065"/>
                  </a:cubicBezTo>
                  <a:cubicBezTo>
                    <a:pt x="0" y="1709"/>
                    <a:pt x="525" y="2133"/>
                    <a:pt x="1071" y="2133"/>
                  </a:cubicBezTo>
                  <a:cubicBezTo>
                    <a:pt x="1332" y="2133"/>
                    <a:pt x="1598" y="2036"/>
                    <a:pt x="1813" y="1821"/>
                  </a:cubicBezTo>
                  <a:cubicBezTo>
                    <a:pt x="2488" y="1146"/>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548" name="Google Shape;7548;p36"/>
            <p:cNvSpPr/>
            <p:nvPr/>
          </p:nvSpPr>
          <p:spPr>
            <a:xfrm>
              <a:off x="6256150" y="1723625"/>
              <a:ext cx="62200" cy="53350"/>
            </a:xfrm>
            <a:custGeom>
              <a:rect b="b" l="l" r="r" t="t"/>
              <a:pathLst>
                <a:path extrusionOk="0" h="2134" w="2488">
                  <a:moveTo>
                    <a:pt x="1065" y="1"/>
                  </a:moveTo>
                  <a:cubicBezTo>
                    <a:pt x="480" y="1"/>
                    <a:pt x="0" y="480"/>
                    <a:pt x="0" y="1065"/>
                  </a:cubicBezTo>
                  <a:cubicBezTo>
                    <a:pt x="0" y="1709"/>
                    <a:pt x="525" y="2133"/>
                    <a:pt x="1071" y="2133"/>
                  </a:cubicBezTo>
                  <a:cubicBezTo>
                    <a:pt x="1332" y="2133"/>
                    <a:pt x="1598" y="2037"/>
                    <a:pt x="1813" y="1822"/>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549" name="Google Shape;7549;p36"/>
            <p:cNvSpPr/>
            <p:nvPr/>
          </p:nvSpPr>
          <p:spPr>
            <a:xfrm>
              <a:off x="6256150" y="1342750"/>
              <a:ext cx="62200" cy="53450"/>
            </a:xfrm>
            <a:custGeom>
              <a:rect b="b" l="l" r="r" t="t"/>
              <a:pathLst>
                <a:path extrusionOk="0" h="2138" w="2488">
                  <a:moveTo>
                    <a:pt x="1065" y="1"/>
                  </a:moveTo>
                  <a:cubicBezTo>
                    <a:pt x="480" y="1"/>
                    <a:pt x="0" y="481"/>
                    <a:pt x="0" y="1066"/>
                  </a:cubicBezTo>
                  <a:cubicBezTo>
                    <a:pt x="0" y="1710"/>
                    <a:pt x="525" y="2138"/>
                    <a:pt x="1071" y="2138"/>
                  </a:cubicBezTo>
                  <a:cubicBezTo>
                    <a:pt x="1332" y="2138"/>
                    <a:pt x="1597" y="2040"/>
                    <a:pt x="1813" y="1822"/>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550" name="Google Shape;7550;p36"/>
            <p:cNvSpPr/>
            <p:nvPr/>
          </p:nvSpPr>
          <p:spPr>
            <a:xfrm>
              <a:off x="6179925" y="2485550"/>
              <a:ext cx="62225" cy="53300"/>
            </a:xfrm>
            <a:custGeom>
              <a:rect b="b" l="l" r="r" t="t"/>
              <a:pathLst>
                <a:path extrusionOk="0" h="2132" w="2489">
                  <a:moveTo>
                    <a:pt x="1065" y="1"/>
                  </a:moveTo>
                  <a:cubicBezTo>
                    <a:pt x="480" y="1"/>
                    <a:pt x="0" y="472"/>
                    <a:pt x="0" y="1066"/>
                  </a:cubicBezTo>
                  <a:cubicBezTo>
                    <a:pt x="0" y="1708"/>
                    <a:pt x="523" y="2131"/>
                    <a:pt x="1070" y="2131"/>
                  </a:cubicBezTo>
                  <a:cubicBezTo>
                    <a:pt x="1333" y="2131"/>
                    <a:pt x="1602" y="2033"/>
                    <a:pt x="1821" y="1814"/>
                  </a:cubicBezTo>
                  <a:cubicBezTo>
                    <a:pt x="2488" y="1147"/>
                    <a:pt x="2017"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551" name="Google Shape;7551;p36"/>
            <p:cNvSpPr/>
            <p:nvPr/>
          </p:nvSpPr>
          <p:spPr>
            <a:xfrm>
              <a:off x="6179925" y="2409350"/>
              <a:ext cx="62225" cy="53350"/>
            </a:xfrm>
            <a:custGeom>
              <a:rect b="b" l="l" r="r" t="t"/>
              <a:pathLst>
                <a:path extrusionOk="0" h="2134" w="2489">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552" name="Google Shape;7552;p36"/>
            <p:cNvSpPr/>
            <p:nvPr/>
          </p:nvSpPr>
          <p:spPr>
            <a:xfrm>
              <a:off x="6179925" y="2104500"/>
              <a:ext cx="62225" cy="53325"/>
            </a:xfrm>
            <a:custGeom>
              <a:rect b="b" l="l" r="r" t="t"/>
              <a:pathLst>
                <a:path extrusionOk="0" h="2133" w="2489">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553" name="Google Shape;7553;p36"/>
            <p:cNvSpPr/>
            <p:nvPr/>
          </p:nvSpPr>
          <p:spPr>
            <a:xfrm>
              <a:off x="6179925" y="1342750"/>
              <a:ext cx="62225" cy="53450"/>
            </a:xfrm>
            <a:custGeom>
              <a:rect b="b" l="l" r="r" t="t"/>
              <a:pathLst>
                <a:path extrusionOk="0" h="2138" w="2489">
                  <a:moveTo>
                    <a:pt x="1065" y="1"/>
                  </a:moveTo>
                  <a:cubicBezTo>
                    <a:pt x="480" y="1"/>
                    <a:pt x="0" y="481"/>
                    <a:pt x="0" y="1066"/>
                  </a:cubicBezTo>
                  <a:cubicBezTo>
                    <a:pt x="0" y="1710"/>
                    <a:pt x="526" y="2138"/>
                    <a:pt x="1074" y="2138"/>
                  </a:cubicBezTo>
                  <a:cubicBezTo>
                    <a:pt x="1336" y="2138"/>
                    <a:pt x="1603" y="2040"/>
                    <a:pt x="1821" y="1822"/>
                  </a:cubicBezTo>
                  <a:cubicBezTo>
                    <a:pt x="2488" y="1147"/>
                    <a:pt x="2017"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554" name="Google Shape;7554;p36"/>
            <p:cNvSpPr/>
            <p:nvPr/>
          </p:nvSpPr>
          <p:spPr>
            <a:xfrm>
              <a:off x="6103700" y="2333125"/>
              <a:ext cx="62425" cy="53450"/>
            </a:xfrm>
            <a:custGeom>
              <a:rect b="b" l="l" r="r" t="t"/>
              <a:pathLst>
                <a:path extrusionOk="0" h="2138" w="2497">
                  <a:moveTo>
                    <a:pt x="1066" y="1"/>
                  </a:moveTo>
                  <a:cubicBezTo>
                    <a:pt x="481" y="1"/>
                    <a:pt x="1" y="480"/>
                    <a:pt x="1" y="1066"/>
                  </a:cubicBezTo>
                  <a:cubicBezTo>
                    <a:pt x="1" y="1709"/>
                    <a:pt x="526" y="2137"/>
                    <a:pt x="1075" y="2137"/>
                  </a:cubicBezTo>
                  <a:cubicBezTo>
                    <a:pt x="1337" y="2137"/>
                    <a:pt x="1604" y="2040"/>
                    <a:pt x="1822" y="1822"/>
                  </a:cubicBezTo>
                  <a:cubicBezTo>
                    <a:pt x="2497"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555" name="Google Shape;7555;p36"/>
            <p:cNvSpPr/>
            <p:nvPr/>
          </p:nvSpPr>
          <p:spPr>
            <a:xfrm>
              <a:off x="6103700" y="2256925"/>
              <a:ext cx="62575" cy="53425"/>
            </a:xfrm>
            <a:custGeom>
              <a:rect b="b" l="l" r="r" t="t"/>
              <a:pathLst>
                <a:path extrusionOk="0" h="2137" w="2503">
                  <a:moveTo>
                    <a:pt x="1076" y="0"/>
                  </a:moveTo>
                  <a:cubicBezTo>
                    <a:pt x="1073" y="0"/>
                    <a:pt x="1069" y="0"/>
                    <a:pt x="1066" y="0"/>
                  </a:cubicBezTo>
                  <a:cubicBezTo>
                    <a:pt x="481" y="0"/>
                    <a:pt x="1" y="480"/>
                    <a:pt x="1" y="1065"/>
                  </a:cubicBezTo>
                  <a:cubicBezTo>
                    <a:pt x="1" y="1709"/>
                    <a:pt x="530" y="2137"/>
                    <a:pt x="1081" y="2137"/>
                  </a:cubicBezTo>
                  <a:cubicBezTo>
                    <a:pt x="1344" y="2137"/>
                    <a:pt x="1612" y="2039"/>
                    <a:pt x="1830" y="1821"/>
                  </a:cubicBezTo>
                  <a:cubicBezTo>
                    <a:pt x="2502" y="1149"/>
                    <a:pt x="2029" y="0"/>
                    <a:pt x="1076"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556" name="Google Shape;7556;p36"/>
            <p:cNvSpPr/>
            <p:nvPr/>
          </p:nvSpPr>
          <p:spPr>
            <a:xfrm>
              <a:off x="6103700" y="2180700"/>
              <a:ext cx="62425" cy="53350"/>
            </a:xfrm>
            <a:custGeom>
              <a:rect b="b" l="l" r="r" t="t"/>
              <a:pathLst>
                <a:path extrusionOk="0" h="2134" w="2497">
                  <a:moveTo>
                    <a:pt x="1066" y="1"/>
                  </a:moveTo>
                  <a:cubicBezTo>
                    <a:pt x="481" y="1"/>
                    <a:pt x="9" y="480"/>
                    <a:pt x="1" y="1066"/>
                  </a:cubicBezTo>
                  <a:cubicBezTo>
                    <a:pt x="1" y="1709"/>
                    <a:pt x="526" y="2133"/>
                    <a:pt x="1075" y="2133"/>
                  </a:cubicBezTo>
                  <a:cubicBezTo>
                    <a:pt x="1337" y="2133"/>
                    <a:pt x="1604" y="2037"/>
                    <a:pt x="1822" y="1822"/>
                  </a:cubicBezTo>
                  <a:cubicBezTo>
                    <a:pt x="2497"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557" name="Google Shape;7557;p36"/>
            <p:cNvSpPr/>
            <p:nvPr/>
          </p:nvSpPr>
          <p:spPr>
            <a:xfrm>
              <a:off x="6103700" y="2104500"/>
              <a:ext cx="62425" cy="53325"/>
            </a:xfrm>
            <a:custGeom>
              <a:rect b="b" l="l" r="r" t="t"/>
              <a:pathLst>
                <a:path extrusionOk="0" h="2133" w="2497">
                  <a:moveTo>
                    <a:pt x="1066" y="0"/>
                  </a:moveTo>
                  <a:cubicBezTo>
                    <a:pt x="481" y="0"/>
                    <a:pt x="9" y="480"/>
                    <a:pt x="1" y="1065"/>
                  </a:cubicBezTo>
                  <a:cubicBezTo>
                    <a:pt x="1" y="1709"/>
                    <a:pt x="526" y="2133"/>
                    <a:pt x="1075" y="2133"/>
                  </a:cubicBezTo>
                  <a:cubicBezTo>
                    <a:pt x="1337" y="2133"/>
                    <a:pt x="1604" y="2036"/>
                    <a:pt x="1822" y="1821"/>
                  </a:cubicBezTo>
                  <a:cubicBezTo>
                    <a:pt x="2497" y="1146"/>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558" name="Google Shape;7558;p36"/>
            <p:cNvSpPr/>
            <p:nvPr/>
          </p:nvSpPr>
          <p:spPr>
            <a:xfrm>
              <a:off x="6103700" y="1342750"/>
              <a:ext cx="62425" cy="53450"/>
            </a:xfrm>
            <a:custGeom>
              <a:rect b="b" l="l" r="r" t="t"/>
              <a:pathLst>
                <a:path extrusionOk="0" h="2138" w="2497">
                  <a:moveTo>
                    <a:pt x="1066" y="1"/>
                  </a:moveTo>
                  <a:cubicBezTo>
                    <a:pt x="481" y="1"/>
                    <a:pt x="9" y="481"/>
                    <a:pt x="1" y="1066"/>
                  </a:cubicBezTo>
                  <a:cubicBezTo>
                    <a:pt x="1" y="1710"/>
                    <a:pt x="526" y="2138"/>
                    <a:pt x="1075" y="2138"/>
                  </a:cubicBezTo>
                  <a:cubicBezTo>
                    <a:pt x="1337" y="2138"/>
                    <a:pt x="1604" y="2040"/>
                    <a:pt x="1822" y="1822"/>
                  </a:cubicBezTo>
                  <a:cubicBezTo>
                    <a:pt x="2497"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559" name="Google Shape;7559;p36"/>
            <p:cNvSpPr/>
            <p:nvPr/>
          </p:nvSpPr>
          <p:spPr>
            <a:xfrm>
              <a:off x="6027500" y="2180700"/>
              <a:ext cx="62425" cy="53350"/>
            </a:xfrm>
            <a:custGeom>
              <a:rect b="b" l="l" r="r" t="t"/>
              <a:pathLst>
                <a:path extrusionOk="0" h="2134" w="2497">
                  <a:moveTo>
                    <a:pt x="1073" y="1"/>
                  </a:moveTo>
                  <a:cubicBezTo>
                    <a:pt x="480" y="1"/>
                    <a:pt x="9" y="480"/>
                    <a:pt x="0" y="1066"/>
                  </a:cubicBezTo>
                  <a:cubicBezTo>
                    <a:pt x="0" y="1709"/>
                    <a:pt x="529" y="2133"/>
                    <a:pt x="1078" y="2133"/>
                  </a:cubicBezTo>
                  <a:cubicBezTo>
                    <a:pt x="1340" y="2133"/>
                    <a:pt x="1606" y="2037"/>
                    <a:pt x="1821" y="1822"/>
                  </a:cubicBezTo>
                  <a:cubicBezTo>
                    <a:pt x="2496" y="1147"/>
                    <a:pt x="2016" y="1"/>
                    <a:pt x="1073"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560" name="Google Shape;7560;p36"/>
            <p:cNvSpPr/>
            <p:nvPr/>
          </p:nvSpPr>
          <p:spPr>
            <a:xfrm>
              <a:off x="6027500" y="1342750"/>
              <a:ext cx="62425" cy="53450"/>
            </a:xfrm>
            <a:custGeom>
              <a:rect b="b" l="l" r="r" t="t"/>
              <a:pathLst>
                <a:path extrusionOk="0" h="2138" w="2497">
                  <a:moveTo>
                    <a:pt x="1073" y="1"/>
                  </a:moveTo>
                  <a:cubicBezTo>
                    <a:pt x="480" y="1"/>
                    <a:pt x="9" y="481"/>
                    <a:pt x="0" y="1066"/>
                  </a:cubicBezTo>
                  <a:cubicBezTo>
                    <a:pt x="0" y="1710"/>
                    <a:pt x="529" y="2138"/>
                    <a:pt x="1078" y="2138"/>
                  </a:cubicBezTo>
                  <a:cubicBezTo>
                    <a:pt x="1340" y="2138"/>
                    <a:pt x="1606" y="2040"/>
                    <a:pt x="1821" y="1822"/>
                  </a:cubicBezTo>
                  <a:cubicBezTo>
                    <a:pt x="2496" y="1147"/>
                    <a:pt x="2016" y="1"/>
                    <a:pt x="1073"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561" name="Google Shape;7561;p36"/>
            <p:cNvSpPr/>
            <p:nvPr/>
          </p:nvSpPr>
          <p:spPr>
            <a:xfrm>
              <a:off x="5951475" y="2485550"/>
              <a:ext cx="62225" cy="53300"/>
            </a:xfrm>
            <a:custGeom>
              <a:rect b="b" l="l" r="r" t="t"/>
              <a:pathLst>
                <a:path extrusionOk="0" h="2132" w="2489">
                  <a:moveTo>
                    <a:pt x="1066" y="1"/>
                  </a:moveTo>
                  <a:cubicBezTo>
                    <a:pt x="472" y="1"/>
                    <a:pt x="1" y="480"/>
                    <a:pt x="1" y="1066"/>
                  </a:cubicBezTo>
                  <a:cubicBezTo>
                    <a:pt x="1" y="1708"/>
                    <a:pt x="523" y="2131"/>
                    <a:pt x="1070" y="2131"/>
                  </a:cubicBezTo>
                  <a:cubicBezTo>
                    <a:pt x="1333" y="2131"/>
                    <a:pt x="1603" y="2033"/>
                    <a:pt x="1822" y="1814"/>
                  </a:cubicBezTo>
                  <a:cubicBezTo>
                    <a:pt x="2489"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562" name="Google Shape;7562;p36"/>
            <p:cNvSpPr/>
            <p:nvPr/>
          </p:nvSpPr>
          <p:spPr>
            <a:xfrm>
              <a:off x="5951475" y="2409350"/>
              <a:ext cx="62225" cy="53350"/>
            </a:xfrm>
            <a:custGeom>
              <a:rect b="b" l="l" r="r" t="t"/>
              <a:pathLst>
                <a:path extrusionOk="0" h="2134" w="2489">
                  <a:moveTo>
                    <a:pt x="1066" y="0"/>
                  </a:moveTo>
                  <a:cubicBezTo>
                    <a:pt x="472" y="0"/>
                    <a:pt x="1" y="480"/>
                    <a:pt x="1" y="1065"/>
                  </a:cubicBezTo>
                  <a:cubicBezTo>
                    <a:pt x="1" y="1709"/>
                    <a:pt x="526" y="2133"/>
                    <a:pt x="1072" y="2133"/>
                  </a:cubicBezTo>
                  <a:cubicBezTo>
                    <a:pt x="1333" y="2133"/>
                    <a:pt x="1598" y="2036"/>
                    <a:pt x="1814" y="1821"/>
                  </a:cubicBezTo>
                  <a:cubicBezTo>
                    <a:pt x="2489" y="1146"/>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563" name="Google Shape;7563;p36"/>
            <p:cNvSpPr/>
            <p:nvPr/>
          </p:nvSpPr>
          <p:spPr>
            <a:xfrm>
              <a:off x="5951475" y="2333125"/>
              <a:ext cx="62225" cy="53450"/>
            </a:xfrm>
            <a:custGeom>
              <a:rect b="b" l="l" r="r" t="t"/>
              <a:pathLst>
                <a:path extrusionOk="0" h="2138" w="2489">
                  <a:moveTo>
                    <a:pt x="1066" y="1"/>
                  </a:moveTo>
                  <a:cubicBezTo>
                    <a:pt x="472" y="1"/>
                    <a:pt x="1" y="480"/>
                    <a:pt x="1" y="1066"/>
                  </a:cubicBezTo>
                  <a:cubicBezTo>
                    <a:pt x="1" y="1709"/>
                    <a:pt x="526" y="2137"/>
                    <a:pt x="1072" y="2137"/>
                  </a:cubicBezTo>
                  <a:cubicBezTo>
                    <a:pt x="1333" y="2137"/>
                    <a:pt x="1598" y="2040"/>
                    <a:pt x="1814" y="1822"/>
                  </a:cubicBezTo>
                  <a:cubicBezTo>
                    <a:pt x="2489"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564" name="Google Shape;7564;p36"/>
            <p:cNvSpPr/>
            <p:nvPr/>
          </p:nvSpPr>
          <p:spPr>
            <a:xfrm>
              <a:off x="5951475" y="2180700"/>
              <a:ext cx="62225" cy="53350"/>
            </a:xfrm>
            <a:custGeom>
              <a:rect b="b" l="l" r="r" t="t"/>
              <a:pathLst>
                <a:path extrusionOk="0" h="2134" w="2489">
                  <a:moveTo>
                    <a:pt x="1066" y="1"/>
                  </a:moveTo>
                  <a:cubicBezTo>
                    <a:pt x="472" y="1"/>
                    <a:pt x="1" y="480"/>
                    <a:pt x="1" y="1066"/>
                  </a:cubicBezTo>
                  <a:cubicBezTo>
                    <a:pt x="1" y="1709"/>
                    <a:pt x="526" y="2133"/>
                    <a:pt x="1072" y="2133"/>
                  </a:cubicBezTo>
                  <a:cubicBezTo>
                    <a:pt x="1333" y="2133"/>
                    <a:pt x="1598" y="2037"/>
                    <a:pt x="1814" y="1822"/>
                  </a:cubicBezTo>
                  <a:cubicBezTo>
                    <a:pt x="2489"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565" name="Google Shape;7565;p36"/>
            <p:cNvSpPr/>
            <p:nvPr/>
          </p:nvSpPr>
          <p:spPr>
            <a:xfrm>
              <a:off x="5951475" y="1342750"/>
              <a:ext cx="62225" cy="53450"/>
            </a:xfrm>
            <a:custGeom>
              <a:rect b="b" l="l" r="r" t="t"/>
              <a:pathLst>
                <a:path extrusionOk="0" h="2138" w="2489">
                  <a:moveTo>
                    <a:pt x="1066" y="1"/>
                  </a:moveTo>
                  <a:cubicBezTo>
                    <a:pt x="472" y="1"/>
                    <a:pt x="1" y="481"/>
                    <a:pt x="1" y="1066"/>
                  </a:cubicBezTo>
                  <a:cubicBezTo>
                    <a:pt x="1" y="1710"/>
                    <a:pt x="526" y="2138"/>
                    <a:pt x="1072" y="2138"/>
                  </a:cubicBezTo>
                  <a:cubicBezTo>
                    <a:pt x="1333" y="2138"/>
                    <a:pt x="1598" y="2040"/>
                    <a:pt x="1814" y="1822"/>
                  </a:cubicBezTo>
                  <a:cubicBezTo>
                    <a:pt x="2489"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566" name="Google Shape;7566;p36"/>
            <p:cNvSpPr/>
            <p:nvPr/>
          </p:nvSpPr>
          <p:spPr>
            <a:xfrm>
              <a:off x="5875275" y="2714000"/>
              <a:ext cx="62225" cy="53350"/>
            </a:xfrm>
            <a:custGeom>
              <a:rect b="b" l="l" r="r" t="t"/>
              <a:pathLst>
                <a:path extrusionOk="0" h="2134" w="2489">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567" name="Google Shape;7567;p36"/>
            <p:cNvSpPr/>
            <p:nvPr/>
          </p:nvSpPr>
          <p:spPr>
            <a:xfrm>
              <a:off x="5875275" y="2637775"/>
              <a:ext cx="62225" cy="53450"/>
            </a:xfrm>
            <a:custGeom>
              <a:rect b="b" l="l" r="r" t="t"/>
              <a:pathLst>
                <a:path extrusionOk="0" h="2138" w="2489">
                  <a:moveTo>
                    <a:pt x="1065" y="1"/>
                  </a:moveTo>
                  <a:cubicBezTo>
                    <a:pt x="480" y="1"/>
                    <a:pt x="0" y="480"/>
                    <a:pt x="0" y="1074"/>
                  </a:cubicBezTo>
                  <a:cubicBezTo>
                    <a:pt x="0" y="1712"/>
                    <a:pt x="525" y="2137"/>
                    <a:pt x="1073" y="2137"/>
                  </a:cubicBezTo>
                  <a:cubicBezTo>
                    <a:pt x="1335" y="2137"/>
                    <a:pt x="1603" y="2040"/>
                    <a:pt x="1821" y="1822"/>
                  </a:cubicBezTo>
                  <a:cubicBezTo>
                    <a:pt x="2488" y="1155"/>
                    <a:pt x="2017"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568" name="Google Shape;7568;p36"/>
            <p:cNvSpPr/>
            <p:nvPr/>
          </p:nvSpPr>
          <p:spPr>
            <a:xfrm>
              <a:off x="5875275" y="2561575"/>
              <a:ext cx="62225" cy="53425"/>
            </a:xfrm>
            <a:custGeom>
              <a:rect b="b" l="l" r="r" t="t"/>
              <a:pathLst>
                <a:path extrusionOk="0" h="2137" w="2489">
                  <a:moveTo>
                    <a:pt x="1065" y="0"/>
                  </a:moveTo>
                  <a:cubicBezTo>
                    <a:pt x="480" y="8"/>
                    <a:pt x="0" y="480"/>
                    <a:pt x="0" y="1073"/>
                  </a:cubicBezTo>
                  <a:cubicBezTo>
                    <a:pt x="0" y="1711"/>
                    <a:pt x="525" y="2137"/>
                    <a:pt x="1073" y="2137"/>
                  </a:cubicBezTo>
                  <a:cubicBezTo>
                    <a:pt x="1335" y="2137"/>
                    <a:pt x="1603" y="2039"/>
                    <a:pt x="1821" y="1821"/>
                  </a:cubicBezTo>
                  <a:cubicBezTo>
                    <a:pt x="2488" y="1154"/>
                    <a:pt x="2017"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569" name="Google Shape;7569;p36"/>
            <p:cNvSpPr/>
            <p:nvPr/>
          </p:nvSpPr>
          <p:spPr>
            <a:xfrm>
              <a:off x="5875275" y="2485550"/>
              <a:ext cx="62225" cy="53300"/>
            </a:xfrm>
            <a:custGeom>
              <a:rect b="b" l="l" r="r" t="t"/>
              <a:pathLst>
                <a:path extrusionOk="0" h="2132" w="2489">
                  <a:moveTo>
                    <a:pt x="1065" y="1"/>
                  </a:moveTo>
                  <a:cubicBezTo>
                    <a:pt x="480" y="1"/>
                    <a:pt x="0" y="472"/>
                    <a:pt x="0" y="1066"/>
                  </a:cubicBezTo>
                  <a:cubicBezTo>
                    <a:pt x="0" y="1708"/>
                    <a:pt x="523" y="2131"/>
                    <a:pt x="1070" y="2131"/>
                  </a:cubicBezTo>
                  <a:cubicBezTo>
                    <a:pt x="1333" y="2131"/>
                    <a:pt x="1602" y="2033"/>
                    <a:pt x="1821" y="1814"/>
                  </a:cubicBezTo>
                  <a:cubicBezTo>
                    <a:pt x="2488" y="1147"/>
                    <a:pt x="2017"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570" name="Google Shape;7570;p36"/>
            <p:cNvSpPr/>
            <p:nvPr/>
          </p:nvSpPr>
          <p:spPr>
            <a:xfrm>
              <a:off x="5875275" y="2333125"/>
              <a:ext cx="62225" cy="53450"/>
            </a:xfrm>
            <a:custGeom>
              <a:rect b="b" l="l" r="r" t="t"/>
              <a:pathLst>
                <a:path extrusionOk="0" h="2138" w="2489">
                  <a:moveTo>
                    <a:pt x="1065" y="1"/>
                  </a:moveTo>
                  <a:cubicBezTo>
                    <a:pt x="480" y="1"/>
                    <a:pt x="0" y="480"/>
                    <a:pt x="0" y="1066"/>
                  </a:cubicBezTo>
                  <a:cubicBezTo>
                    <a:pt x="0" y="1709"/>
                    <a:pt x="526" y="2137"/>
                    <a:pt x="1074" y="2137"/>
                  </a:cubicBezTo>
                  <a:cubicBezTo>
                    <a:pt x="1336" y="2137"/>
                    <a:pt x="1603" y="2040"/>
                    <a:pt x="1821" y="1822"/>
                  </a:cubicBezTo>
                  <a:cubicBezTo>
                    <a:pt x="2488" y="1147"/>
                    <a:pt x="2017"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571" name="Google Shape;7571;p36"/>
            <p:cNvSpPr/>
            <p:nvPr/>
          </p:nvSpPr>
          <p:spPr>
            <a:xfrm>
              <a:off x="5875275" y="2256925"/>
              <a:ext cx="62350" cy="53425"/>
            </a:xfrm>
            <a:custGeom>
              <a:rect b="b" l="l" r="r" t="t"/>
              <a:pathLst>
                <a:path extrusionOk="0" h="2137" w="2494">
                  <a:moveTo>
                    <a:pt x="1075" y="0"/>
                  </a:moveTo>
                  <a:cubicBezTo>
                    <a:pt x="1072" y="0"/>
                    <a:pt x="1069" y="0"/>
                    <a:pt x="1065" y="0"/>
                  </a:cubicBezTo>
                  <a:cubicBezTo>
                    <a:pt x="480" y="0"/>
                    <a:pt x="0" y="480"/>
                    <a:pt x="0" y="1065"/>
                  </a:cubicBezTo>
                  <a:cubicBezTo>
                    <a:pt x="0" y="1709"/>
                    <a:pt x="529" y="2137"/>
                    <a:pt x="1078" y="2137"/>
                  </a:cubicBezTo>
                  <a:cubicBezTo>
                    <a:pt x="1340" y="2137"/>
                    <a:pt x="1606" y="2039"/>
                    <a:pt x="1821" y="1821"/>
                  </a:cubicBezTo>
                  <a:cubicBezTo>
                    <a:pt x="2494" y="1149"/>
                    <a:pt x="2020" y="0"/>
                    <a:pt x="107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572" name="Google Shape;7572;p36"/>
            <p:cNvSpPr/>
            <p:nvPr/>
          </p:nvSpPr>
          <p:spPr>
            <a:xfrm>
              <a:off x="5875275" y="1342750"/>
              <a:ext cx="62225" cy="53450"/>
            </a:xfrm>
            <a:custGeom>
              <a:rect b="b" l="l" r="r" t="t"/>
              <a:pathLst>
                <a:path extrusionOk="0" h="2138" w="2489">
                  <a:moveTo>
                    <a:pt x="1065" y="1"/>
                  </a:moveTo>
                  <a:cubicBezTo>
                    <a:pt x="480" y="1"/>
                    <a:pt x="0" y="481"/>
                    <a:pt x="0" y="1066"/>
                  </a:cubicBezTo>
                  <a:cubicBezTo>
                    <a:pt x="0" y="1710"/>
                    <a:pt x="526" y="2138"/>
                    <a:pt x="1074" y="2138"/>
                  </a:cubicBezTo>
                  <a:cubicBezTo>
                    <a:pt x="1336" y="2138"/>
                    <a:pt x="1603" y="2040"/>
                    <a:pt x="1821" y="1822"/>
                  </a:cubicBezTo>
                  <a:cubicBezTo>
                    <a:pt x="2488" y="1147"/>
                    <a:pt x="2017"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573" name="Google Shape;7573;p36"/>
            <p:cNvSpPr/>
            <p:nvPr/>
          </p:nvSpPr>
          <p:spPr>
            <a:xfrm>
              <a:off x="5799275" y="2714000"/>
              <a:ext cx="62200" cy="53350"/>
            </a:xfrm>
            <a:custGeom>
              <a:rect b="b" l="l" r="r" t="t"/>
              <a:pathLst>
                <a:path extrusionOk="0" h="2134" w="2488">
                  <a:moveTo>
                    <a:pt x="1057" y="0"/>
                  </a:moveTo>
                  <a:cubicBezTo>
                    <a:pt x="472" y="0"/>
                    <a:pt x="0" y="480"/>
                    <a:pt x="0" y="1065"/>
                  </a:cubicBezTo>
                  <a:cubicBezTo>
                    <a:pt x="0" y="1709"/>
                    <a:pt x="525" y="2133"/>
                    <a:pt x="1071" y="2133"/>
                  </a:cubicBezTo>
                  <a:cubicBezTo>
                    <a:pt x="1332" y="2133"/>
                    <a:pt x="1598" y="2036"/>
                    <a:pt x="1813" y="1821"/>
                  </a:cubicBezTo>
                  <a:cubicBezTo>
                    <a:pt x="2488" y="1146"/>
                    <a:pt x="2008" y="0"/>
                    <a:pt x="1057"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574" name="Google Shape;7574;p36"/>
            <p:cNvSpPr/>
            <p:nvPr/>
          </p:nvSpPr>
          <p:spPr>
            <a:xfrm>
              <a:off x="5799275" y="1342750"/>
              <a:ext cx="62200" cy="53450"/>
            </a:xfrm>
            <a:custGeom>
              <a:rect b="b" l="l" r="r" t="t"/>
              <a:pathLst>
                <a:path extrusionOk="0" h="2138" w="2488">
                  <a:moveTo>
                    <a:pt x="1057" y="1"/>
                  </a:moveTo>
                  <a:cubicBezTo>
                    <a:pt x="472" y="9"/>
                    <a:pt x="0" y="481"/>
                    <a:pt x="0" y="1066"/>
                  </a:cubicBezTo>
                  <a:cubicBezTo>
                    <a:pt x="0" y="1710"/>
                    <a:pt x="525" y="2138"/>
                    <a:pt x="1071" y="2138"/>
                  </a:cubicBezTo>
                  <a:cubicBezTo>
                    <a:pt x="1332" y="2138"/>
                    <a:pt x="1597" y="2040"/>
                    <a:pt x="1813" y="1822"/>
                  </a:cubicBezTo>
                  <a:cubicBezTo>
                    <a:pt x="2488" y="1147"/>
                    <a:pt x="2008" y="1"/>
                    <a:pt x="1057"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575" name="Google Shape;7575;p36"/>
            <p:cNvSpPr/>
            <p:nvPr/>
          </p:nvSpPr>
          <p:spPr>
            <a:xfrm>
              <a:off x="5799125" y="1190550"/>
              <a:ext cx="62350" cy="53425"/>
            </a:xfrm>
            <a:custGeom>
              <a:rect b="b" l="l" r="r" t="t"/>
              <a:pathLst>
                <a:path extrusionOk="0" h="2137" w="2494">
                  <a:moveTo>
                    <a:pt x="1063" y="0"/>
                  </a:moveTo>
                  <a:cubicBezTo>
                    <a:pt x="478" y="0"/>
                    <a:pt x="6" y="480"/>
                    <a:pt x="6" y="1065"/>
                  </a:cubicBezTo>
                  <a:cubicBezTo>
                    <a:pt x="1" y="1709"/>
                    <a:pt x="528" y="2137"/>
                    <a:pt x="1076" y="2137"/>
                  </a:cubicBezTo>
                  <a:cubicBezTo>
                    <a:pt x="1337" y="2137"/>
                    <a:pt x="1603" y="2039"/>
                    <a:pt x="1819" y="1821"/>
                  </a:cubicBezTo>
                  <a:cubicBezTo>
                    <a:pt x="2494" y="1146"/>
                    <a:pt x="2014" y="0"/>
                    <a:pt x="1063"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576" name="Google Shape;7576;p36"/>
            <p:cNvSpPr/>
            <p:nvPr/>
          </p:nvSpPr>
          <p:spPr>
            <a:xfrm>
              <a:off x="5723050" y="3094850"/>
              <a:ext cx="62225" cy="53350"/>
            </a:xfrm>
            <a:custGeom>
              <a:rect b="b" l="l" r="r" t="t"/>
              <a:pathLst>
                <a:path extrusionOk="0" h="2134" w="2489">
                  <a:moveTo>
                    <a:pt x="1065" y="1"/>
                  </a:moveTo>
                  <a:cubicBezTo>
                    <a:pt x="472" y="1"/>
                    <a:pt x="0" y="480"/>
                    <a:pt x="0" y="1066"/>
                  </a:cubicBezTo>
                  <a:cubicBezTo>
                    <a:pt x="0" y="1709"/>
                    <a:pt x="526" y="2134"/>
                    <a:pt x="1072" y="2134"/>
                  </a:cubicBezTo>
                  <a:cubicBezTo>
                    <a:pt x="1333" y="2134"/>
                    <a:pt x="1598" y="2037"/>
                    <a:pt x="1813" y="1822"/>
                  </a:cubicBezTo>
                  <a:cubicBezTo>
                    <a:pt x="2488" y="1147"/>
                    <a:pt x="2008"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577" name="Google Shape;7577;p36"/>
            <p:cNvSpPr/>
            <p:nvPr/>
          </p:nvSpPr>
          <p:spPr>
            <a:xfrm>
              <a:off x="5723050" y="3018650"/>
              <a:ext cx="62225" cy="53425"/>
            </a:xfrm>
            <a:custGeom>
              <a:rect b="b" l="l" r="r" t="t"/>
              <a:pathLst>
                <a:path extrusionOk="0" h="2137" w="2489">
                  <a:moveTo>
                    <a:pt x="1065" y="0"/>
                  </a:moveTo>
                  <a:cubicBezTo>
                    <a:pt x="472" y="0"/>
                    <a:pt x="0" y="480"/>
                    <a:pt x="0" y="1065"/>
                  </a:cubicBezTo>
                  <a:cubicBezTo>
                    <a:pt x="0" y="1709"/>
                    <a:pt x="526" y="2137"/>
                    <a:pt x="1072" y="2137"/>
                  </a:cubicBezTo>
                  <a:cubicBezTo>
                    <a:pt x="1332" y="2137"/>
                    <a:pt x="1598" y="2039"/>
                    <a:pt x="1813" y="1821"/>
                  </a:cubicBezTo>
                  <a:cubicBezTo>
                    <a:pt x="2488" y="1146"/>
                    <a:pt x="2008"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578" name="Google Shape;7578;p36"/>
            <p:cNvSpPr/>
            <p:nvPr/>
          </p:nvSpPr>
          <p:spPr>
            <a:xfrm>
              <a:off x="5723050" y="2942425"/>
              <a:ext cx="62225" cy="53450"/>
            </a:xfrm>
            <a:custGeom>
              <a:rect b="b" l="l" r="r" t="t"/>
              <a:pathLst>
                <a:path extrusionOk="0" h="2138" w="2489">
                  <a:moveTo>
                    <a:pt x="1065" y="1"/>
                  </a:moveTo>
                  <a:cubicBezTo>
                    <a:pt x="472" y="9"/>
                    <a:pt x="0" y="480"/>
                    <a:pt x="0" y="1074"/>
                  </a:cubicBezTo>
                  <a:cubicBezTo>
                    <a:pt x="0" y="1712"/>
                    <a:pt x="525" y="2137"/>
                    <a:pt x="1071" y="2137"/>
                  </a:cubicBezTo>
                  <a:cubicBezTo>
                    <a:pt x="1332" y="2137"/>
                    <a:pt x="1598" y="2040"/>
                    <a:pt x="1813" y="1822"/>
                  </a:cubicBezTo>
                  <a:cubicBezTo>
                    <a:pt x="2488" y="1147"/>
                    <a:pt x="2008"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579" name="Google Shape;7579;p36"/>
            <p:cNvSpPr/>
            <p:nvPr/>
          </p:nvSpPr>
          <p:spPr>
            <a:xfrm>
              <a:off x="5723050" y="2714000"/>
              <a:ext cx="62225" cy="53350"/>
            </a:xfrm>
            <a:custGeom>
              <a:rect b="b" l="l" r="r" t="t"/>
              <a:pathLst>
                <a:path extrusionOk="0" h="2134" w="2489">
                  <a:moveTo>
                    <a:pt x="1065" y="0"/>
                  </a:moveTo>
                  <a:cubicBezTo>
                    <a:pt x="472" y="0"/>
                    <a:pt x="0" y="480"/>
                    <a:pt x="0" y="1065"/>
                  </a:cubicBezTo>
                  <a:cubicBezTo>
                    <a:pt x="0" y="1709"/>
                    <a:pt x="526" y="2133"/>
                    <a:pt x="1072" y="2133"/>
                  </a:cubicBezTo>
                  <a:cubicBezTo>
                    <a:pt x="1333" y="2133"/>
                    <a:pt x="1598" y="2036"/>
                    <a:pt x="1813" y="1821"/>
                  </a:cubicBezTo>
                  <a:cubicBezTo>
                    <a:pt x="2488" y="1146"/>
                    <a:pt x="2008"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580" name="Google Shape;7580;p36"/>
            <p:cNvSpPr/>
            <p:nvPr/>
          </p:nvSpPr>
          <p:spPr>
            <a:xfrm>
              <a:off x="5723050" y="1342750"/>
              <a:ext cx="62225" cy="53450"/>
            </a:xfrm>
            <a:custGeom>
              <a:rect b="b" l="l" r="r" t="t"/>
              <a:pathLst>
                <a:path extrusionOk="0" h="2138" w="2489">
                  <a:moveTo>
                    <a:pt x="1065" y="1"/>
                  </a:moveTo>
                  <a:cubicBezTo>
                    <a:pt x="472" y="1"/>
                    <a:pt x="0" y="481"/>
                    <a:pt x="0" y="1066"/>
                  </a:cubicBezTo>
                  <a:cubicBezTo>
                    <a:pt x="0" y="1710"/>
                    <a:pt x="526" y="2138"/>
                    <a:pt x="1072" y="2138"/>
                  </a:cubicBezTo>
                  <a:cubicBezTo>
                    <a:pt x="1332" y="2138"/>
                    <a:pt x="1598" y="2040"/>
                    <a:pt x="1813" y="1822"/>
                  </a:cubicBezTo>
                  <a:cubicBezTo>
                    <a:pt x="2488" y="1147"/>
                    <a:pt x="2008"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581" name="Google Shape;7581;p36"/>
            <p:cNvSpPr/>
            <p:nvPr/>
          </p:nvSpPr>
          <p:spPr>
            <a:xfrm>
              <a:off x="5722900" y="1190550"/>
              <a:ext cx="62375" cy="53425"/>
            </a:xfrm>
            <a:custGeom>
              <a:rect b="b" l="l" r="r" t="t"/>
              <a:pathLst>
                <a:path extrusionOk="0" h="2137" w="2495">
                  <a:moveTo>
                    <a:pt x="1071" y="0"/>
                  </a:moveTo>
                  <a:cubicBezTo>
                    <a:pt x="478" y="0"/>
                    <a:pt x="6" y="480"/>
                    <a:pt x="6" y="1065"/>
                  </a:cubicBezTo>
                  <a:cubicBezTo>
                    <a:pt x="1" y="1709"/>
                    <a:pt x="524" y="2137"/>
                    <a:pt x="1072" y="2137"/>
                  </a:cubicBezTo>
                  <a:cubicBezTo>
                    <a:pt x="1334" y="2137"/>
                    <a:pt x="1601" y="2039"/>
                    <a:pt x="1819" y="1821"/>
                  </a:cubicBezTo>
                  <a:cubicBezTo>
                    <a:pt x="2494" y="1146"/>
                    <a:pt x="2014" y="0"/>
                    <a:pt x="1071"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582" name="Google Shape;7582;p36"/>
            <p:cNvSpPr/>
            <p:nvPr/>
          </p:nvSpPr>
          <p:spPr>
            <a:xfrm>
              <a:off x="5646825" y="3018650"/>
              <a:ext cx="62225" cy="53425"/>
            </a:xfrm>
            <a:custGeom>
              <a:rect b="b" l="l" r="r" t="t"/>
              <a:pathLst>
                <a:path extrusionOk="0" h="2137" w="2489">
                  <a:moveTo>
                    <a:pt x="1066" y="0"/>
                  </a:moveTo>
                  <a:cubicBezTo>
                    <a:pt x="472" y="0"/>
                    <a:pt x="1" y="480"/>
                    <a:pt x="1" y="1065"/>
                  </a:cubicBezTo>
                  <a:cubicBezTo>
                    <a:pt x="1" y="1709"/>
                    <a:pt x="526" y="2137"/>
                    <a:pt x="1072" y="2137"/>
                  </a:cubicBezTo>
                  <a:cubicBezTo>
                    <a:pt x="1333" y="2137"/>
                    <a:pt x="1598" y="2039"/>
                    <a:pt x="1814" y="1821"/>
                  </a:cubicBezTo>
                  <a:cubicBezTo>
                    <a:pt x="2489" y="1146"/>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583" name="Google Shape;7583;p36"/>
            <p:cNvSpPr/>
            <p:nvPr/>
          </p:nvSpPr>
          <p:spPr>
            <a:xfrm>
              <a:off x="5646825" y="2866425"/>
              <a:ext cx="62225" cy="53275"/>
            </a:xfrm>
            <a:custGeom>
              <a:rect b="b" l="l" r="r" t="t"/>
              <a:pathLst>
                <a:path extrusionOk="0" h="2131" w="2489">
                  <a:moveTo>
                    <a:pt x="1066" y="0"/>
                  </a:moveTo>
                  <a:cubicBezTo>
                    <a:pt x="472" y="0"/>
                    <a:pt x="1" y="472"/>
                    <a:pt x="1" y="1065"/>
                  </a:cubicBezTo>
                  <a:cubicBezTo>
                    <a:pt x="1" y="1707"/>
                    <a:pt x="523" y="2131"/>
                    <a:pt x="1068" y="2131"/>
                  </a:cubicBezTo>
                  <a:cubicBezTo>
                    <a:pt x="1330" y="2131"/>
                    <a:pt x="1597" y="2032"/>
                    <a:pt x="1814" y="1813"/>
                  </a:cubicBezTo>
                  <a:cubicBezTo>
                    <a:pt x="2489" y="1146"/>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584" name="Google Shape;7584;p36"/>
            <p:cNvSpPr/>
            <p:nvPr/>
          </p:nvSpPr>
          <p:spPr>
            <a:xfrm>
              <a:off x="5646825" y="2790200"/>
              <a:ext cx="62225" cy="53350"/>
            </a:xfrm>
            <a:custGeom>
              <a:rect b="b" l="l" r="r" t="t"/>
              <a:pathLst>
                <a:path extrusionOk="0" h="2134" w="2489">
                  <a:moveTo>
                    <a:pt x="1066" y="1"/>
                  </a:moveTo>
                  <a:cubicBezTo>
                    <a:pt x="472" y="1"/>
                    <a:pt x="1" y="480"/>
                    <a:pt x="1" y="1066"/>
                  </a:cubicBezTo>
                  <a:cubicBezTo>
                    <a:pt x="1" y="1709"/>
                    <a:pt x="526" y="2134"/>
                    <a:pt x="1072" y="2134"/>
                  </a:cubicBezTo>
                  <a:cubicBezTo>
                    <a:pt x="1333" y="2134"/>
                    <a:pt x="1598" y="2037"/>
                    <a:pt x="1814" y="1822"/>
                  </a:cubicBezTo>
                  <a:cubicBezTo>
                    <a:pt x="2489"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585" name="Google Shape;7585;p36"/>
            <p:cNvSpPr/>
            <p:nvPr/>
          </p:nvSpPr>
          <p:spPr>
            <a:xfrm>
              <a:off x="5646825" y="1342750"/>
              <a:ext cx="62225" cy="53450"/>
            </a:xfrm>
            <a:custGeom>
              <a:rect b="b" l="l" r="r" t="t"/>
              <a:pathLst>
                <a:path extrusionOk="0" h="2138" w="2489">
                  <a:moveTo>
                    <a:pt x="1066" y="1"/>
                  </a:moveTo>
                  <a:cubicBezTo>
                    <a:pt x="472" y="1"/>
                    <a:pt x="1" y="481"/>
                    <a:pt x="1" y="1066"/>
                  </a:cubicBezTo>
                  <a:cubicBezTo>
                    <a:pt x="1" y="1710"/>
                    <a:pt x="526" y="2138"/>
                    <a:pt x="1072" y="2138"/>
                  </a:cubicBezTo>
                  <a:cubicBezTo>
                    <a:pt x="1333" y="2138"/>
                    <a:pt x="1598" y="2040"/>
                    <a:pt x="1814" y="1822"/>
                  </a:cubicBezTo>
                  <a:cubicBezTo>
                    <a:pt x="2489"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586" name="Google Shape;7586;p36"/>
            <p:cNvSpPr/>
            <p:nvPr/>
          </p:nvSpPr>
          <p:spPr>
            <a:xfrm>
              <a:off x="5646825" y="1266550"/>
              <a:ext cx="62225" cy="53450"/>
            </a:xfrm>
            <a:custGeom>
              <a:rect b="b" l="l" r="r" t="t"/>
              <a:pathLst>
                <a:path extrusionOk="0" h="2138" w="2489">
                  <a:moveTo>
                    <a:pt x="1066" y="0"/>
                  </a:moveTo>
                  <a:cubicBezTo>
                    <a:pt x="472" y="9"/>
                    <a:pt x="1" y="480"/>
                    <a:pt x="1" y="1074"/>
                  </a:cubicBezTo>
                  <a:cubicBezTo>
                    <a:pt x="1" y="1711"/>
                    <a:pt x="525" y="2137"/>
                    <a:pt x="1071" y="2137"/>
                  </a:cubicBezTo>
                  <a:cubicBezTo>
                    <a:pt x="1332" y="2137"/>
                    <a:pt x="1598" y="2040"/>
                    <a:pt x="1814" y="1821"/>
                  </a:cubicBezTo>
                  <a:cubicBezTo>
                    <a:pt x="2489" y="1155"/>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587" name="Google Shape;7587;p36"/>
            <p:cNvSpPr/>
            <p:nvPr/>
          </p:nvSpPr>
          <p:spPr>
            <a:xfrm>
              <a:off x="5646700" y="1190550"/>
              <a:ext cx="62350" cy="53425"/>
            </a:xfrm>
            <a:custGeom>
              <a:rect b="b" l="l" r="r" t="t"/>
              <a:pathLst>
                <a:path extrusionOk="0" h="2137" w="2494">
                  <a:moveTo>
                    <a:pt x="1071" y="0"/>
                  </a:moveTo>
                  <a:cubicBezTo>
                    <a:pt x="486" y="0"/>
                    <a:pt x="6" y="480"/>
                    <a:pt x="6" y="1065"/>
                  </a:cubicBezTo>
                  <a:cubicBezTo>
                    <a:pt x="0" y="1709"/>
                    <a:pt x="524" y="2137"/>
                    <a:pt x="1072" y="2137"/>
                  </a:cubicBezTo>
                  <a:cubicBezTo>
                    <a:pt x="1333" y="2137"/>
                    <a:pt x="1601" y="2039"/>
                    <a:pt x="1819" y="1821"/>
                  </a:cubicBezTo>
                  <a:cubicBezTo>
                    <a:pt x="2494" y="1154"/>
                    <a:pt x="2022" y="0"/>
                    <a:pt x="1071"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588" name="Google Shape;7588;p36"/>
            <p:cNvSpPr/>
            <p:nvPr/>
          </p:nvSpPr>
          <p:spPr>
            <a:xfrm>
              <a:off x="5570625" y="3018650"/>
              <a:ext cx="62200" cy="53425"/>
            </a:xfrm>
            <a:custGeom>
              <a:rect b="b" l="l" r="r" t="t"/>
              <a:pathLst>
                <a:path extrusionOk="0" h="2137" w="2488">
                  <a:moveTo>
                    <a:pt x="1065" y="0"/>
                  </a:moveTo>
                  <a:cubicBezTo>
                    <a:pt x="472" y="0"/>
                    <a:pt x="0" y="480"/>
                    <a:pt x="0" y="1065"/>
                  </a:cubicBezTo>
                  <a:cubicBezTo>
                    <a:pt x="0" y="1709"/>
                    <a:pt x="526" y="2137"/>
                    <a:pt x="1072" y="2137"/>
                  </a:cubicBezTo>
                  <a:cubicBezTo>
                    <a:pt x="1332" y="2137"/>
                    <a:pt x="1598" y="2039"/>
                    <a:pt x="1813" y="1821"/>
                  </a:cubicBezTo>
                  <a:cubicBezTo>
                    <a:pt x="2488" y="1155"/>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589" name="Google Shape;7589;p36"/>
            <p:cNvSpPr/>
            <p:nvPr/>
          </p:nvSpPr>
          <p:spPr>
            <a:xfrm>
              <a:off x="5570625" y="2942425"/>
              <a:ext cx="62200" cy="53450"/>
            </a:xfrm>
            <a:custGeom>
              <a:rect b="b" l="l" r="r" t="t"/>
              <a:pathLst>
                <a:path extrusionOk="0" h="2138" w="2488">
                  <a:moveTo>
                    <a:pt x="1065" y="1"/>
                  </a:moveTo>
                  <a:cubicBezTo>
                    <a:pt x="472" y="1"/>
                    <a:pt x="0" y="480"/>
                    <a:pt x="0" y="1074"/>
                  </a:cubicBezTo>
                  <a:cubicBezTo>
                    <a:pt x="0" y="1712"/>
                    <a:pt x="525" y="2137"/>
                    <a:pt x="1071" y="2137"/>
                  </a:cubicBezTo>
                  <a:cubicBezTo>
                    <a:pt x="1332" y="2137"/>
                    <a:pt x="1598" y="2040"/>
                    <a:pt x="1813" y="1822"/>
                  </a:cubicBezTo>
                  <a:cubicBezTo>
                    <a:pt x="2488" y="1155"/>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590" name="Google Shape;7590;p36"/>
            <p:cNvSpPr/>
            <p:nvPr/>
          </p:nvSpPr>
          <p:spPr>
            <a:xfrm>
              <a:off x="5570475" y="1190550"/>
              <a:ext cx="62350" cy="53325"/>
            </a:xfrm>
            <a:custGeom>
              <a:rect b="b" l="l" r="r" t="t"/>
              <a:pathLst>
                <a:path extrusionOk="0" h="2133" w="2494">
                  <a:moveTo>
                    <a:pt x="1071" y="0"/>
                  </a:moveTo>
                  <a:cubicBezTo>
                    <a:pt x="486" y="0"/>
                    <a:pt x="6" y="472"/>
                    <a:pt x="6" y="1065"/>
                  </a:cubicBezTo>
                  <a:cubicBezTo>
                    <a:pt x="1" y="1709"/>
                    <a:pt x="524" y="2133"/>
                    <a:pt x="1073" y="2133"/>
                  </a:cubicBezTo>
                  <a:cubicBezTo>
                    <a:pt x="1334" y="2133"/>
                    <a:pt x="1601" y="2036"/>
                    <a:pt x="1819" y="1821"/>
                  </a:cubicBezTo>
                  <a:cubicBezTo>
                    <a:pt x="2494" y="1154"/>
                    <a:pt x="2022" y="0"/>
                    <a:pt x="1071"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591" name="Google Shape;7591;p36"/>
            <p:cNvSpPr/>
            <p:nvPr/>
          </p:nvSpPr>
          <p:spPr>
            <a:xfrm>
              <a:off x="5494400" y="2942425"/>
              <a:ext cx="62225" cy="53450"/>
            </a:xfrm>
            <a:custGeom>
              <a:rect b="b" l="l" r="r" t="t"/>
              <a:pathLst>
                <a:path extrusionOk="0" h="2138" w="2489">
                  <a:moveTo>
                    <a:pt x="1066" y="1"/>
                  </a:moveTo>
                  <a:cubicBezTo>
                    <a:pt x="480" y="1"/>
                    <a:pt x="1" y="480"/>
                    <a:pt x="1" y="1066"/>
                  </a:cubicBezTo>
                  <a:cubicBezTo>
                    <a:pt x="1" y="1709"/>
                    <a:pt x="526" y="2137"/>
                    <a:pt x="1075" y="2137"/>
                  </a:cubicBezTo>
                  <a:cubicBezTo>
                    <a:pt x="1337" y="2137"/>
                    <a:pt x="1604" y="2040"/>
                    <a:pt x="1822" y="1822"/>
                  </a:cubicBezTo>
                  <a:cubicBezTo>
                    <a:pt x="2488" y="1155"/>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592" name="Google Shape;7592;p36"/>
            <p:cNvSpPr/>
            <p:nvPr/>
          </p:nvSpPr>
          <p:spPr>
            <a:xfrm>
              <a:off x="5494400" y="2866425"/>
              <a:ext cx="62225" cy="53275"/>
            </a:xfrm>
            <a:custGeom>
              <a:rect b="b" l="l" r="r" t="t"/>
              <a:pathLst>
                <a:path extrusionOk="0" h="2131" w="2489">
                  <a:moveTo>
                    <a:pt x="1066" y="0"/>
                  </a:moveTo>
                  <a:cubicBezTo>
                    <a:pt x="480" y="0"/>
                    <a:pt x="1" y="472"/>
                    <a:pt x="1" y="1065"/>
                  </a:cubicBezTo>
                  <a:cubicBezTo>
                    <a:pt x="1" y="1707"/>
                    <a:pt x="523" y="2131"/>
                    <a:pt x="1070" y="2131"/>
                  </a:cubicBezTo>
                  <a:cubicBezTo>
                    <a:pt x="1333" y="2131"/>
                    <a:pt x="1603" y="2032"/>
                    <a:pt x="1822" y="1813"/>
                  </a:cubicBezTo>
                  <a:cubicBezTo>
                    <a:pt x="2488" y="1146"/>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593" name="Google Shape;7593;p36"/>
            <p:cNvSpPr/>
            <p:nvPr/>
          </p:nvSpPr>
          <p:spPr>
            <a:xfrm>
              <a:off x="5494275" y="1190550"/>
              <a:ext cx="62350" cy="53325"/>
            </a:xfrm>
            <a:custGeom>
              <a:rect b="b" l="l" r="r" t="t"/>
              <a:pathLst>
                <a:path extrusionOk="0" h="2133" w="2494">
                  <a:moveTo>
                    <a:pt x="1071" y="0"/>
                  </a:moveTo>
                  <a:cubicBezTo>
                    <a:pt x="485" y="0"/>
                    <a:pt x="6" y="472"/>
                    <a:pt x="6" y="1065"/>
                  </a:cubicBezTo>
                  <a:cubicBezTo>
                    <a:pt x="0" y="1709"/>
                    <a:pt x="524" y="2133"/>
                    <a:pt x="1072" y="2133"/>
                  </a:cubicBezTo>
                  <a:cubicBezTo>
                    <a:pt x="1334" y="2133"/>
                    <a:pt x="1601" y="2036"/>
                    <a:pt x="1819" y="1821"/>
                  </a:cubicBezTo>
                  <a:cubicBezTo>
                    <a:pt x="2493" y="1154"/>
                    <a:pt x="2022" y="0"/>
                    <a:pt x="1071"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594" name="Google Shape;7594;p36"/>
            <p:cNvSpPr/>
            <p:nvPr/>
          </p:nvSpPr>
          <p:spPr>
            <a:xfrm>
              <a:off x="5418200" y="2866425"/>
              <a:ext cx="62425" cy="53275"/>
            </a:xfrm>
            <a:custGeom>
              <a:rect b="b" l="l" r="r" t="t"/>
              <a:pathLst>
                <a:path extrusionOk="0" h="2131" w="2497">
                  <a:moveTo>
                    <a:pt x="1065" y="0"/>
                  </a:moveTo>
                  <a:cubicBezTo>
                    <a:pt x="480" y="0"/>
                    <a:pt x="0" y="472"/>
                    <a:pt x="0" y="1065"/>
                  </a:cubicBezTo>
                  <a:cubicBezTo>
                    <a:pt x="0" y="1707"/>
                    <a:pt x="526" y="2131"/>
                    <a:pt x="1073" y="2131"/>
                  </a:cubicBezTo>
                  <a:cubicBezTo>
                    <a:pt x="1336" y="2131"/>
                    <a:pt x="1605" y="2032"/>
                    <a:pt x="1821" y="1813"/>
                  </a:cubicBezTo>
                  <a:cubicBezTo>
                    <a:pt x="2496" y="1146"/>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595" name="Google Shape;7595;p36"/>
            <p:cNvSpPr/>
            <p:nvPr/>
          </p:nvSpPr>
          <p:spPr>
            <a:xfrm>
              <a:off x="5418200" y="2790200"/>
              <a:ext cx="62425" cy="53350"/>
            </a:xfrm>
            <a:custGeom>
              <a:rect b="b" l="l" r="r" t="t"/>
              <a:pathLst>
                <a:path extrusionOk="0" h="2134" w="2497">
                  <a:moveTo>
                    <a:pt x="1065" y="1"/>
                  </a:moveTo>
                  <a:cubicBezTo>
                    <a:pt x="480" y="1"/>
                    <a:pt x="0" y="480"/>
                    <a:pt x="0" y="1066"/>
                  </a:cubicBezTo>
                  <a:cubicBezTo>
                    <a:pt x="0" y="1709"/>
                    <a:pt x="526" y="2134"/>
                    <a:pt x="1074" y="2134"/>
                  </a:cubicBezTo>
                  <a:cubicBezTo>
                    <a:pt x="1336" y="2134"/>
                    <a:pt x="1603" y="2037"/>
                    <a:pt x="1821" y="1822"/>
                  </a:cubicBezTo>
                  <a:cubicBezTo>
                    <a:pt x="2496"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596" name="Google Shape;7596;p36"/>
            <p:cNvSpPr/>
            <p:nvPr/>
          </p:nvSpPr>
          <p:spPr>
            <a:xfrm>
              <a:off x="5418200" y="1266550"/>
              <a:ext cx="62425" cy="53450"/>
            </a:xfrm>
            <a:custGeom>
              <a:rect b="b" l="l" r="r" t="t"/>
              <a:pathLst>
                <a:path extrusionOk="0" h="2138" w="2497">
                  <a:moveTo>
                    <a:pt x="1065" y="0"/>
                  </a:moveTo>
                  <a:cubicBezTo>
                    <a:pt x="480" y="9"/>
                    <a:pt x="0" y="480"/>
                    <a:pt x="0" y="1074"/>
                  </a:cubicBezTo>
                  <a:cubicBezTo>
                    <a:pt x="0" y="1711"/>
                    <a:pt x="525" y="2137"/>
                    <a:pt x="1073" y="2137"/>
                  </a:cubicBezTo>
                  <a:cubicBezTo>
                    <a:pt x="1335" y="2137"/>
                    <a:pt x="1603" y="2040"/>
                    <a:pt x="1821" y="1821"/>
                  </a:cubicBezTo>
                  <a:cubicBezTo>
                    <a:pt x="2496" y="1155"/>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597" name="Google Shape;7597;p36"/>
            <p:cNvSpPr/>
            <p:nvPr/>
          </p:nvSpPr>
          <p:spPr>
            <a:xfrm>
              <a:off x="5418200" y="1190550"/>
              <a:ext cx="62425" cy="53325"/>
            </a:xfrm>
            <a:custGeom>
              <a:rect b="b" l="l" r="r" t="t"/>
              <a:pathLst>
                <a:path extrusionOk="0" h="2133" w="2497">
                  <a:moveTo>
                    <a:pt x="1065" y="0"/>
                  </a:moveTo>
                  <a:cubicBezTo>
                    <a:pt x="480" y="0"/>
                    <a:pt x="0"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598" name="Google Shape;7598;p36"/>
            <p:cNvSpPr/>
            <p:nvPr/>
          </p:nvSpPr>
          <p:spPr>
            <a:xfrm>
              <a:off x="5341975" y="2714000"/>
              <a:ext cx="62425" cy="53350"/>
            </a:xfrm>
            <a:custGeom>
              <a:rect b="b" l="l" r="r" t="t"/>
              <a:pathLst>
                <a:path extrusionOk="0" h="2134" w="2497">
                  <a:moveTo>
                    <a:pt x="1074" y="0"/>
                  </a:moveTo>
                  <a:cubicBezTo>
                    <a:pt x="480" y="0"/>
                    <a:pt x="9" y="480"/>
                    <a:pt x="1" y="1065"/>
                  </a:cubicBezTo>
                  <a:cubicBezTo>
                    <a:pt x="1" y="1709"/>
                    <a:pt x="530" y="2133"/>
                    <a:pt x="1078" y="2133"/>
                  </a:cubicBezTo>
                  <a:cubicBezTo>
                    <a:pt x="1340" y="2133"/>
                    <a:pt x="1606" y="2036"/>
                    <a:pt x="1822" y="1821"/>
                  </a:cubicBezTo>
                  <a:cubicBezTo>
                    <a:pt x="2497" y="1146"/>
                    <a:pt x="2017" y="0"/>
                    <a:pt x="1074"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599" name="Google Shape;7599;p36"/>
            <p:cNvSpPr/>
            <p:nvPr/>
          </p:nvSpPr>
          <p:spPr>
            <a:xfrm>
              <a:off x="5341975" y="1266550"/>
              <a:ext cx="62425" cy="53450"/>
            </a:xfrm>
            <a:custGeom>
              <a:rect b="b" l="l" r="r" t="t"/>
              <a:pathLst>
                <a:path extrusionOk="0" h="2138" w="2497">
                  <a:moveTo>
                    <a:pt x="1074" y="0"/>
                  </a:moveTo>
                  <a:cubicBezTo>
                    <a:pt x="480" y="9"/>
                    <a:pt x="9" y="480"/>
                    <a:pt x="1" y="1074"/>
                  </a:cubicBezTo>
                  <a:cubicBezTo>
                    <a:pt x="1" y="1711"/>
                    <a:pt x="529" y="2137"/>
                    <a:pt x="1077" y="2137"/>
                  </a:cubicBezTo>
                  <a:cubicBezTo>
                    <a:pt x="1339" y="2137"/>
                    <a:pt x="1606" y="2040"/>
                    <a:pt x="1822" y="1821"/>
                  </a:cubicBezTo>
                  <a:cubicBezTo>
                    <a:pt x="2497" y="1155"/>
                    <a:pt x="2017" y="0"/>
                    <a:pt x="1074"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00" name="Google Shape;7600;p36"/>
            <p:cNvSpPr/>
            <p:nvPr/>
          </p:nvSpPr>
          <p:spPr>
            <a:xfrm>
              <a:off x="5265775" y="2790200"/>
              <a:ext cx="62200" cy="53350"/>
            </a:xfrm>
            <a:custGeom>
              <a:rect b="b" l="l" r="r" t="t"/>
              <a:pathLst>
                <a:path extrusionOk="0" h="2134" w="2488">
                  <a:moveTo>
                    <a:pt x="1065" y="1"/>
                  </a:moveTo>
                  <a:cubicBezTo>
                    <a:pt x="480" y="1"/>
                    <a:pt x="0" y="472"/>
                    <a:pt x="0" y="1066"/>
                  </a:cubicBezTo>
                  <a:cubicBezTo>
                    <a:pt x="0" y="1709"/>
                    <a:pt x="522" y="2134"/>
                    <a:pt x="1068" y="2134"/>
                  </a:cubicBezTo>
                  <a:cubicBezTo>
                    <a:pt x="1329" y="2134"/>
                    <a:pt x="1595" y="2037"/>
                    <a:pt x="1813" y="1822"/>
                  </a:cubicBezTo>
                  <a:cubicBezTo>
                    <a:pt x="2488" y="1155"/>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01" name="Google Shape;7601;p36"/>
            <p:cNvSpPr/>
            <p:nvPr/>
          </p:nvSpPr>
          <p:spPr>
            <a:xfrm>
              <a:off x="5265775" y="2714000"/>
              <a:ext cx="62200" cy="53350"/>
            </a:xfrm>
            <a:custGeom>
              <a:rect b="b" l="l" r="r" t="t"/>
              <a:pathLst>
                <a:path extrusionOk="0" h="2134" w="2488">
                  <a:moveTo>
                    <a:pt x="1065" y="0"/>
                  </a:moveTo>
                  <a:cubicBezTo>
                    <a:pt x="480" y="0"/>
                    <a:pt x="0" y="480"/>
                    <a:pt x="0" y="1065"/>
                  </a:cubicBezTo>
                  <a:cubicBezTo>
                    <a:pt x="0" y="1709"/>
                    <a:pt x="522" y="2133"/>
                    <a:pt x="1068" y="2133"/>
                  </a:cubicBezTo>
                  <a:cubicBezTo>
                    <a:pt x="1329" y="2133"/>
                    <a:pt x="1595" y="2036"/>
                    <a:pt x="1813" y="1821"/>
                  </a:cubicBezTo>
                  <a:cubicBezTo>
                    <a:pt x="2488" y="1155"/>
                    <a:pt x="2016" y="8"/>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02" name="Google Shape;7602;p36"/>
            <p:cNvSpPr/>
            <p:nvPr/>
          </p:nvSpPr>
          <p:spPr>
            <a:xfrm>
              <a:off x="5265775" y="1266550"/>
              <a:ext cx="62200" cy="53450"/>
            </a:xfrm>
            <a:custGeom>
              <a:rect b="b" l="l" r="r" t="t"/>
              <a:pathLst>
                <a:path extrusionOk="0" h="2138" w="2488">
                  <a:moveTo>
                    <a:pt x="1065" y="0"/>
                  </a:moveTo>
                  <a:cubicBezTo>
                    <a:pt x="480" y="0"/>
                    <a:pt x="0" y="480"/>
                    <a:pt x="0" y="1074"/>
                  </a:cubicBezTo>
                  <a:cubicBezTo>
                    <a:pt x="0" y="1711"/>
                    <a:pt x="521" y="2137"/>
                    <a:pt x="1067" y="2137"/>
                  </a:cubicBezTo>
                  <a:cubicBezTo>
                    <a:pt x="1328" y="2137"/>
                    <a:pt x="1595" y="2040"/>
                    <a:pt x="1813" y="1821"/>
                  </a:cubicBezTo>
                  <a:cubicBezTo>
                    <a:pt x="2488" y="1155"/>
                    <a:pt x="2016" y="9"/>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03" name="Google Shape;7603;p36"/>
            <p:cNvSpPr/>
            <p:nvPr/>
          </p:nvSpPr>
          <p:spPr>
            <a:xfrm>
              <a:off x="5189550" y="2866425"/>
              <a:ext cx="62425" cy="53275"/>
            </a:xfrm>
            <a:custGeom>
              <a:rect b="b" l="l" r="r" t="t"/>
              <a:pathLst>
                <a:path extrusionOk="0" h="2131" w="2497">
                  <a:moveTo>
                    <a:pt x="1066" y="0"/>
                  </a:moveTo>
                  <a:cubicBezTo>
                    <a:pt x="480" y="0"/>
                    <a:pt x="1" y="472"/>
                    <a:pt x="1" y="1065"/>
                  </a:cubicBezTo>
                  <a:cubicBezTo>
                    <a:pt x="1" y="1707"/>
                    <a:pt x="523" y="2131"/>
                    <a:pt x="1070" y="2131"/>
                  </a:cubicBezTo>
                  <a:cubicBezTo>
                    <a:pt x="1333" y="2131"/>
                    <a:pt x="1602" y="2032"/>
                    <a:pt x="1822" y="1813"/>
                  </a:cubicBezTo>
                  <a:cubicBezTo>
                    <a:pt x="2496" y="1146"/>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04" name="Google Shape;7604;p36"/>
            <p:cNvSpPr/>
            <p:nvPr/>
          </p:nvSpPr>
          <p:spPr>
            <a:xfrm>
              <a:off x="5189550" y="2790200"/>
              <a:ext cx="62225" cy="53350"/>
            </a:xfrm>
            <a:custGeom>
              <a:rect b="b" l="l" r="r" t="t"/>
              <a:pathLst>
                <a:path extrusionOk="0" h="2134" w="2489">
                  <a:moveTo>
                    <a:pt x="1066" y="1"/>
                  </a:moveTo>
                  <a:cubicBezTo>
                    <a:pt x="480" y="1"/>
                    <a:pt x="1" y="472"/>
                    <a:pt x="1" y="1066"/>
                  </a:cubicBezTo>
                  <a:cubicBezTo>
                    <a:pt x="1" y="1709"/>
                    <a:pt x="522" y="2134"/>
                    <a:pt x="1069" y="2134"/>
                  </a:cubicBezTo>
                  <a:cubicBezTo>
                    <a:pt x="1329" y="2134"/>
                    <a:pt x="1596" y="2037"/>
                    <a:pt x="1814" y="1822"/>
                  </a:cubicBezTo>
                  <a:cubicBezTo>
                    <a:pt x="2488" y="1155"/>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05" name="Google Shape;7605;p36"/>
            <p:cNvSpPr/>
            <p:nvPr/>
          </p:nvSpPr>
          <p:spPr>
            <a:xfrm>
              <a:off x="5189550" y="1342750"/>
              <a:ext cx="62225" cy="53350"/>
            </a:xfrm>
            <a:custGeom>
              <a:rect b="b" l="l" r="r" t="t"/>
              <a:pathLst>
                <a:path extrusionOk="0" h="2134" w="2489">
                  <a:moveTo>
                    <a:pt x="1066" y="1"/>
                  </a:moveTo>
                  <a:cubicBezTo>
                    <a:pt x="480" y="1"/>
                    <a:pt x="1" y="481"/>
                    <a:pt x="1" y="1066"/>
                  </a:cubicBezTo>
                  <a:cubicBezTo>
                    <a:pt x="1" y="1710"/>
                    <a:pt x="522" y="2134"/>
                    <a:pt x="1069" y="2134"/>
                  </a:cubicBezTo>
                  <a:cubicBezTo>
                    <a:pt x="1329" y="2134"/>
                    <a:pt x="1596" y="2037"/>
                    <a:pt x="1814" y="1822"/>
                  </a:cubicBezTo>
                  <a:cubicBezTo>
                    <a:pt x="2488" y="1155"/>
                    <a:pt x="2017" y="9"/>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06" name="Google Shape;7606;p36"/>
            <p:cNvSpPr/>
            <p:nvPr/>
          </p:nvSpPr>
          <p:spPr>
            <a:xfrm>
              <a:off x="5113350" y="3094850"/>
              <a:ext cx="62400" cy="53350"/>
            </a:xfrm>
            <a:custGeom>
              <a:rect b="b" l="l" r="r" t="t"/>
              <a:pathLst>
                <a:path extrusionOk="0" h="2134" w="2496">
                  <a:moveTo>
                    <a:pt x="1073" y="1"/>
                  </a:moveTo>
                  <a:cubicBezTo>
                    <a:pt x="480" y="1"/>
                    <a:pt x="0" y="480"/>
                    <a:pt x="0" y="1066"/>
                  </a:cubicBezTo>
                  <a:cubicBezTo>
                    <a:pt x="0" y="1709"/>
                    <a:pt x="525" y="2134"/>
                    <a:pt x="1074" y="2134"/>
                  </a:cubicBezTo>
                  <a:cubicBezTo>
                    <a:pt x="1336" y="2134"/>
                    <a:pt x="1603" y="2037"/>
                    <a:pt x="1821" y="1822"/>
                  </a:cubicBezTo>
                  <a:cubicBezTo>
                    <a:pt x="2496" y="1147"/>
                    <a:pt x="2016" y="1"/>
                    <a:pt x="1073"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07" name="Google Shape;7607;p36"/>
            <p:cNvSpPr/>
            <p:nvPr/>
          </p:nvSpPr>
          <p:spPr>
            <a:xfrm>
              <a:off x="5113350" y="3018650"/>
              <a:ext cx="62400" cy="53425"/>
            </a:xfrm>
            <a:custGeom>
              <a:rect b="b" l="l" r="r" t="t"/>
              <a:pathLst>
                <a:path extrusionOk="0" h="2137" w="2496">
                  <a:moveTo>
                    <a:pt x="1073" y="0"/>
                  </a:moveTo>
                  <a:cubicBezTo>
                    <a:pt x="480" y="0"/>
                    <a:pt x="0" y="480"/>
                    <a:pt x="0" y="1065"/>
                  </a:cubicBezTo>
                  <a:cubicBezTo>
                    <a:pt x="0" y="1709"/>
                    <a:pt x="529" y="2137"/>
                    <a:pt x="1078" y="2137"/>
                  </a:cubicBezTo>
                  <a:cubicBezTo>
                    <a:pt x="1339" y="2137"/>
                    <a:pt x="1606" y="2039"/>
                    <a:pt x="1821" y="1821"/>
                  </a:cubicBezTo>
                  <a:cubicBezTo>
                    <a:pt x="2496" y="1146"/>
                    <a:pt x="2016" y="0"/>
                    <a:pt x="1073"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08" name="Google Shape;7608;p36"/>
            <p:cNvSpPr/>
            <p:nvPr/>
          </p:nvSpPr>
          <p:spPr>
            <a:xfrm>
              <a:off x="5113350" y="2942425"/>
              <a:ext cx="62400" cy="53450"/>
            </a:xfrm>
            <a:custGeom>
              <a:rect b="b" l="l" r="r" t="t"/>
              <a:pathLst>
                <a:path extrusionOk="0" h="2138" w="2496">
                  <a:moveTo>
                    <a:pt x="1073" y="1"/>
                  </a:moveTo>
                  <a:cubicBezTo>
                    <a:pt x="480" y="1"/>
                    <a:pt x="8" y="480"/>
                    <a:pt x="0" y="1066"/>
                  </a:cubicBezTo>
                  <a:cubicBezTo>
                    <a:pt x="0" y="1709"/>
                    <a:pt x="525" y="2137"/>
                    <a:pt x="1074" y="2137"/>
                  </a:cubicBezTo>
                  <a:cubicBezTo>
                    <a:pt x="1336" y="2137"/>
                    <a:pt x="1603" y="2040"/>
                    <a:pt x="1821" y="1822"/>
                  </a:cubicBezTo>
                  <a:cubicBezTo>
                    <a:pt x="2496" y="1155"/>
                    <a:pt x="2016" y="1"/>
                    <a:pt x="1073"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09" name="Google Shape;7609;p36"/>
            <p:cNvSpPr/>
            <p:nvPr/>
          </p:nvSpPr>
          <p:spPr>
            <a:xfrm>
              <a:off x="5113350" y="2866425"/>
              <a:ext cx="62400" cy="53275"/>
            </a:xfrm>
            <a:custGeom>
              <a:rect b="b" l="l" r="r" t="t"/>
              <a:pathLst>
                <a:path extrusionOk="0" h="2131" w="2496">
                  <a:moveTo>
                    <a:pt x="1073" y="0"/>
                  </a:moveTo>
                  <a:cubicBezTo>
                    <a:pt x="480" y="0"/>
                    <a:pt x="0" y="472"/>
                    <a:pt x="0" y="1065"/>
                  </a:cubicBezTo>
                  <a:cubicBezTo>
                    <a:pt x="0" y="1707"/>
                    <a:pt x="526" y="2131"/>
                    <a:pt x="1073" y="2131"/>
                  </a:cubicBezTo>
                  <a:cubicBezTo>
                    <a:pt x="1336" y="2131"/>
                    <a:pt x="1604" y="2032"/>
                    <a:pt x="1821" y="1813"/>
                  </a:cubicBezTo>
                  <a:cubicBezTo>
                    <a:pt x="2496" y="1146"/>
                    <a:pt x="2016" y="0"/>
                    <a:pt x="1073"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10" name="Google Shape;7610;p36"/>
            <p:cNvSpPr/>
            <p:nvPr/>
          </p:nvSpPr>
          <p:spPr>
            <a:xfrm>
              <a:off x="5113350" y="2790200"/>
              <a:ext cx="62400" cy="53350"/>
            </a:xfrm>
            <a:custGeom>
              <a:rect b="b" l="l" r="r" t="t"/>
              <a:pathLst>
                <a:path extrusionOk="0" h="2134" w="2496">
                  <a:moveTo>
                    <a:pt x="1073" y="1"/>
                  </a:moveTo>
                  <a:cubicBezTo>
                    <a:pt x="480" y="1"/>
                    <a:pt x="8" y="480"/>
                    <a:pt x="0" y="1066"/>
                  </a:cubicBezTo>
                  <a:cubicBezTo>
                    <a:pt x="0" y="1709"/>
                    <a:pt x="525" y="2134"/>
                    <a:pt x="1074" y="2134"/>
                  </a:cubicBezTo>
                  <a:cubicBezTo>
                    <a:pt x="1336" y="2134"/>
                    <a:pt x="1603" y="2037"/>
                    <a:pt x="1821" y="1822"/>
                  </a:cubicBezTo>
                  <a:cubicBezTo>
                    <a:pt x="2496" y="1147"/>
                    <a:pt x="2016" y="1"/>
                    <a:pt x="1073"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11" name="Google Shape;7611;p36"/>
            <p:cNvSpPr/>
            <p:nvPr/>
          </p:nvSpPr>
          <p:spPr>
            <a:xfrm>
              <a:off x="5113350" y="2714000"/>
              <a:ext cx="62400" cy="53350"/>
            </a:xfrm>
            <a:custGeom>
              <a:rect b="b" l="l" r="r" t="t"/>
              <a:pathLst>
                <a:path extrusionOk="0" h="2134" w="2496">
                  <a:moveTo>
                    <a:pt x="1073" y="0"/>
                  </a:moveTo>
                  <a:cubicBezTo>
                    <a:pt x="480" y="0"/>
                    <a:pt x="0" y="480"/>
                    <a:pt x="0" y="1065"/>
                  </a:cubicBezTo>
                  <a:cubicBezTo>
                    <a:pt x="0" y="1709"/>
                    <a:pt x="525" y="2133"/>
                    <a:pt x="1074" y="2133"/>
                  </a:cubicBezTo>
                  <a:cubicBezTo>
                    <a:pt x="1336" y="2133"/>
                    <a:pt x="1603" y="2036"/>
                    <a:pt x="1821" y="1821"/>
                  </a:cubicBezTo>
                  <a:cubicBezTo>
                    <a:pt x="2496" y="1146"/>
                    <a:pt x="2016" y="0"/>
                    <a:pt x="1073"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12" name="Google Shape;7612;p36"/>
            <p:cNvSpPr/>
            <p:nvPr/>
          </p:nvSpPr>
          <p:spPr>
            <a:xfrm>
              <a:off x="5113350" y="1418975"/>
              <a:ext cx="62400" cy="53350"/>
            </a:xfrm>
            <a:custGeom>
              <a:rect b="b" l="l" r="r" t="t"/>
              <a:pathLst>
                <a:path extrusionOk="0" h="2134" w="2496">
                  <a:moveTo>
                    <a:pt x="1073" y="1"/>
                  </a:moveTo>
                  <a:cubicBezTo>
                    <a:pt x="480" y="1"/>
                    <a:pt x="8" y="480"/>
                    <a:pt x="0" y="1065"/>
                  </a:cubicBezTo>
                  <a:cubicBezTo>
                    <a:pt x="0" y="1709"/>
                    <a:pt x="525" y="2133"/>
                    <a:pt x="1074" y="2133"/>
                  </a:cubicBezTo>
                  <a:cubicBezTo>
                    <a:pt x="1336" y="2133"/>
                    <a:pt x="1603" y="2037"/>
                    <a:pt x="1821" y="1822"/>
                  </a:cubicBezTo>
                  <a:cubicBezTo>
                    <a:pt x="2496" y="1147"/>
                    <a:pt x="2016" y="1"/>
                    <a:pt x="1073"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13" name="Google Shape;7613;p36"/>
            <p:cNvSpPr/>
            <p:nvPr/>
          </p:nvSpPr>
          <p:spPr>
            <a:xfrm>
              <a:off x="5113350" y="1342750"/>
              <a:ext cx="62400" cy="53450"/>
            </a:xfrm>
            <a:custGeom>
              <a:rect b="b" l="l" r="r" t="t"/>
              <a:pathLst>
                <a:path extrusionOk="0" h="2138" w="2496">
                  <a:moveTo>
                    <a:pt x="1073" y="1"/>
                  </a:moveTo>
                  <a:cubicBezTo>
                    <a:pt x="480" y="1"/>
                    <a:pt x="8" y="481"/>
                    <a:pt x="0" y="1066"/>
                  </a:cubicBezTo>
                  <a:cubicBezTo>
                    <a:pt x="0" y="1710"/>
                    <a:pt x="525" y="2138"/>
                    <a:pt x="1074" y="2138"/>
                  </a:cubicBezTo>
                  <a:cubicBezTo>
                    <a:pt x="1336" y="2138"/>
                    <a:pt x="1603" y="2040"/>
                    <a:pt x="1821" y="1822"/>
                  </a:cubicBezTo>
                  <a:cubicBezTo>
                    <a:pt x="2496" y="1147"/>
                    <a:pt x="2016" y="1"/>
                    <a:pt x="1073"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14" name="Google Shape;7614;p36"/>
            <p:cNvSpPr/>
            <p:nvPr/>
          </p:nvSpPr>
          <p:spPr>
            <a:xfrm>
              <a:off x="5037325" y="3018650"/>
              <a:ext cx="62225" cy="53425"/>
            </a:xfrm>
            <a:custGeom>
              <a:rect b="b" l="l" r="r" t="t"/>
              <a:pathLst>
                <a:path extrusionOk="0" h="2137" w="2489">
                  <a:moveTo>
                    <a:pt x="1066" y="0"/>
                  </a:moveTo>
                  <a:cubicBezTo>
                    <a:pt x="472" y="0"/>
                    <a:pt x="1" y="480"/>
                    <a:pt x="1" y="1065"/>
                  </a:cubicBezTo>
                  <a:cubicBezTo>
                    <a:pt x="1" y="1709"/>
                    <a:pt x="526" y="2137"/>
                    <a:pt x="1072" y="2137"/>
                  </a:cubicBezTo>
                  <a:cubicBezTo>
                    <a:pt x="1333" y="2137"/>
                    <a:pt x="1598" y="2039"/>
                    <a:pt x="1814" y="1821"/>
                  </a:cubicBezTo>
                  <a:cubicBezTo>
                    <a:pt x="2488" y="1146"/>
                    <a:pt x="2009"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15" name="Google Shape;7615;p36"/>
            <p:cNvSpPr/>
            <p:nvPr/>
          </p:nvSpPr>
          <p:spPr>
            <a:xfrm>
              <a:off x="5037325" y="2942425"/>
              <a:ext cx="62225" cy="53450"/>
            </a:xfrm>
            <a:custGeom>
              <a:rect b="b" l="l" r="r" t="t"/>
              <a:pathLst>
                <a:path extrusionOk="0" h="2138" w="2489">
                  <a:moveTo>
                    <a:pt x="1066" y="1"/>
                  </a:moveTo>
                  <a:cubicBezTo>
                    <a:pt x="472" y="9"/>
                    <a:pt x="1" y="480"/>
                    <a:pt x="1" y="1066"/>
                  </a:cubicBezTo>
                  <a:cubicBezTo>
                    <a:pt x="1" y="1709"/>
                    <a:pt x="526" y="2137"/>
                    <a:pt x="1072" y="2137"/>
                  </a:cubicBezTo>
                  <a:cubicBezTo>
                    <a:pt x="1333" y="2137"/>
                    <a:pt x="1598" y="2040"/>
                    <a:pt x="1814" y="1822"/>
                  </a:cubicBezTo>
                  <a:cubicBezTo>
                    <a:pt x="2488" y="1147"/>
                    <a:pt x="2009"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16" name="Google Shape;7616;p36"/>
            <p:cNvSpPr/>
            <p:nvPr/>
          </p:nvSpPr>
          <p:spPr>
            <a:xfrm>
              <a:off x="5037325" y="2866425"/>
              <a:ext cx="62225" cy="53275"/>
            </a:xfrm>
            <a:custGeom>
              <a:rect b="b" l="l" r="r" t="t"/>
              <a:pathLst>
                <a:path extrusionOk="0" h="2131" w="2489">
                  <a:moveTo>
                    <a:pt x="1066" y="0"/>
                  </a:moveTo>
                  <a:cubicBezTo>
                    <a:pt x="472" y="0"/>
                    <a:pt x="1" y="472"/>
                    <a:pt x="1" y="1065"/>
                  </a:cubicBezTo>
                  <a:cubicBezTo>
                    <a:pt x="1" y="1707"/>
                    <a:pt x="523" y="2131"/>
                    <a:pt x="1067" y="2131"/>
                  </a:cubicBezTo>
                  <a:cubicBezTo>
                    <a:pt x="1330" y="2131"/>
                    <a:pt x="1597" y="2032"/>
                    <a:pt x="1814" y="1813"/>
                  </a:cubicBezTo>
                  <a:cubicBezTo>
                    <a:pt x="2488" y="1146"/>
                    <a:pt x="2009"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17" name="Google Shape;7617;p36"/>
            <p:cNvSpPr/>
            <p:nvPr/>
          </p:nvSpPr>
          <p:spPr>
            <a:xfrm>
              <a:off x="5037325" y="2790200"/>
              <a:ext cx="62225" cy="53350"/>
            </a:xfrm>
            <a:custGeom>
              <a:rect b="b" l="l" r="r" t="t"/>
              <a:pathLst>
                <a:path extrusionOk="0" h="2134" w="2489">
                  <a:moveTo>
                    <a:pt x="1066" y="1"/>
                  </a:moveTo>
                  <a:cubicBezTo>
                    <a:pt x="472" y="1"/>
                    <a:pt x="1" y="480"/>
                    <a:pt x="1" y="1066"/>
                  </a:cubicBezTo>
                  <a:cubicBezTo>
                    <a:pt x="1" y="1709"/>
                    <a:pt x="526" y="2134"/>
                    <a:pt x="1072" y="2134"/>
                  </a:cubicBezTo>
                  <a:cubicBezTo>
                    <a:pt x="1333" y="2134"/>
                    <a:pt x="1598" y="2037"/>
                    <a:pt x="1814" y="1822"/>
                  </a:cubicBezTo>
                  <a:cubicBezTo>
                    <a:pt x="2488" y="1147"/>
                    <a:pt x="2009"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18" name="Google Shape;7618;p36"/>
            <p:cNvSpPr/>
            <p:nvPr/>
          </p:nvSpPr>
          <p:spPr>
            <a:xfrm>
              <a:off x="5037325" y="2714000"/>
              <a:ext cx="62225" cy="53350"/>
            </a:xfrm>
            <a:custGeom>
              <a:rect b="b" l="l" r="r" t="t"/>
              <a:pathLst>
                <a:path extrusionOk="0" h="2134" w="2489">
                  <a:moveTo>
                    <a:pt x="1066" y="0"/>
                  </a:moveTo>
                  <a:cubicBezTo>
                    <a:pt x="472" y="0"/>
                    <a:pt x="1" y="480"/>
                    <a:pt x="1" y="1065"/>
                  </a:cubicBezTo>
                  <a:cubicBezTo>
                    <a:pt x="1" y="1709"/>
                    <a:pt x="526" y="2133"/>
                    <a:pt x="1072" y="2133"/>
                  </a:cubicBezTo>
                  <a:cubicBezTo>
                    <a:pt x="1333" y="2133"/>
                    <a:pt x="1598" y="2036"/>
                    <a:pt x="1814" y="1821"/>
                  </a:cubicBezTo>
                  <a:cubicBezTo>
                    <a:pt x="2488" y="1146"/>
                    <a:pt x="2009"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19" name="Google Shape;7619;p36"/>
            <p:cNvSpPr/>
            <p:nvPr/>
          </p:nvSpPr>
          <p:spPr>
            <a:xfrm>
              <a:off x="5037325" y="2637775"/>
              <a:ext cx="62225" cy="53450"/>
            </a:xfrm>
            <a:custGeom>
              <a:rect b="b" l="l" r="r" t="t"/>
              <a:pathLst>
                <a:path extrusionOk="0" h="2138" w="2489">
                  <a:moveTo>
                    <a:pt x="1066" y="1"/>
                  </a:moveTo>
                  <a:cubicBezTo>
                    <a:pt x="472" y="9"/>
                    <a:pt x="1" y="480"/>
                    <a:pt x="1" y="1074"/>
                  </a:cubicBezTo>
                  <a:cubicBezTo>
                    <a:pt x="1" y="1712"/>
                    <a:pt x="525" y="2137"/>
                    <a:pt x="1071" y="2137"/>
                  </a:cubicBezTo>
                  <a:cubicBezTo>
                    <a:pt x="1332" y="2137"/>
                    <a:pt x="1598" y="2040"/>
                    <a:pt x="1814" y="1822"/>
                  </a:cubicBezTo>
                  <a:cubicBezTo>
                    <a:pt x="2488" y="1147"/>
                    <a:pt x="2009"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20" name="Google Shape;7620;p36"/>
            <p:cNvSpPr/>
            <p:nvPr/>
          </p:nvSpPr>
          <p:spPr>
            <a:xfrm>
              <a:off x="5037325" y="1495200"/>
              <a:ext cx="62225" cy="53325"/>
            </a:xfrm>
            <a:custGeom>
              <a:rect b="b" l="l" r="r" t="t"/>
              <a:pathLst>
                <a:path extrusionOk="0" h="2133" w="2489">
                  <a:moveTo>
                    <a:pt x="1066" y="0"/>
                  </a:moveTo>
                  <a:cubicBezTo>
                    <a:pt x="472" y="0"/>
                    <a:pt x="1" y="480"/>
                    <a:pt x="1" y="1065"/>
                  </a:cubicBezTo>
                  <a:cubicBezTo>
                    <a:pt x="1" y="1709"/>
                    <a:pt x="526" y="2133"/>
                    <a:pt x="1072" y="2133"/>
                  </a:cubicBezTo>
                  <a:cubicBezTo>
                    <a:pt x="1333" y="2133"/>
                    <a:pt x="1598" y="2036"/>
                    <a:pt x="1814" y="1821"/>
                  </a:cubicBezTo>
                  <a:cubicBezTo>
                    <a:pt x="2488" y="1146"/>
                    <a:pt x="2009"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21" name="Google Shape;7621;p36"/>
            <p:cNvSpPr/>
            <p:nvPr/>
          </p:nvSpPr>
          <p:spPr>
            <a:xfrm>
              <a:off x="4961125" y="2714000"/>
              <a:ext cx="62200" cy="53350"/>
            </a:xfrm>
            <a:custGeom>
              <a:rect b="b" l="l" r="r" t="t"/>
              <a:pathLst>
                <a:path extrusionOk="0" h="2134" w="2488">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22" name="Google Shape;7622;p36"/>
            <p:cNvSpPr/>
            <p:nvPr/>
          </p:nvSpPr>
          <p:spPr>
            <a:xfrm>
              <a:off x="4961125" y="2637775"/>
              <a:ext cx="62200" cy="53450"/>
            </a:xfrm>
            <a:custGeom>
              <a:rect b="b" l="l" r="r" t="t"/>
              <a:pathLst>
                <a:path extrusionOk="0" h="2138" w="2488">
                  <a:moveTo>
                    <a:pt x="1065" y="1"/>
                  </a:moveTo>
                  <a:cubicBezTo>
                    <a:pt x="480" y="9"/>
                    <a:pt x="0" y="480"/>
                    <a:pt x="0" y="1074"/>
                  </a:cubicBezTo>
                  <a:cubicBezTo>
                    <a:pt x="0" y="1712"/>
                    <a:pt x="525" y="2137"/>
                    <a:pt x="1073" y="2137"/>
                  </a:cubicBezTo>
                  <a:cubicBezTo>
                    <a:pt x="1335" y="2137"/>
                    <a:pt x="1603" y="2040"/>
                    <a:pt x="1821" y="1822"/>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23" name="Google Shape;7623;p36"/>
            <p:cNvSpPr/>
            <p:nvPr/>
          </p:nvSpPr>
          <p:spPr>
            <a:xfrm>
              <a:off x="4961125" y="1495200"/>
              <a:ext cx="62200" cy="53325"/>
            </a:xfrm>
            <a:custGeom>
              <a:rect b="b" l="l" r="r" t="t"/>
              <a:pathLst>
                <a:path extrusionOk="0" h="2133" w="2488">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24" name="Google Shape;7624;p36"/>
            <p:cNvSpPr/>
            <p:nvPr/>
          </p:nvSpPr>
          <p:spPr>
            <a:xfrm>
              <a:off x="4961125" y="1418975"/>
              <a:ext cx="62200" cy="53350"/>
            </a:xfrm>
            <a:custGeom>
              <a:rect b="b" l="l" r="r" t="t"/>
              <a:pathLst>
                <a:path extrusionOk="0" h="2134" w="2488">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25" name="Google Shape;7625;p36"/>
            <p:cNvSpPr/>
            <p:nvPr/>
          </p:nvSpPr>
          <p:spPr>
            <a:xfrm>
              <a:off x="4961125" y="1342750"/>
              <a:ext cx="62200" cy="53450"/>
            </a:xfrm>
            <a:custGeom>
              <a:rect b="b" l="l" r="r" t="t"/>
              <a:pathLst>
                <a:path extrusionOk="0" h="2138" w="2488">
                  <a:moveTo>
                    <a:pt x="1065" y="1"/>
                  </a:moveTo>
                  <a:cubicBezTo>
                    <a:pt x="480" y="1"/>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26" name="Google Shape;7626;p36"/>
            <p:cNvSpPr/>
            <p:nvPr/>
          </p:nvSpPr>
          <p:spPr>
            <a:xfrm>
              <a:off x="4961125" y="1266550"/>
              <a:ext cx="62200" cy="53450"/>
            </a:xfrm>
            <a:custGeom>
              <a:rect b="b" l="l" r="r" t="t"/>
              <a:pathLst>
                <a:path extrusionOk="0" h="2138" w="2488">
                  <a:moveTo>
                    <a:pt x="1065" y="0"/>
                  </a:moveTo>
                  <a:cubicBezTo>
                    <a:pt x="480" y="9"/>
                    <a:pt x="0" y="480"/>
                    <a:pt x="0" y="1074"/>
                  </a:cubicBezTo>
                  <a:cubicBezTo>
                    <a:pt x="0" y="1711"/>
                    <a:pt x="525" y="2137"/>
                    <a:pt x="1073" y="2137"/>
                  </a:cubicBezTo>
                  <a:cubicBezTo>
                    <a:pt x="1335" y="2137"/>
                    <a:pt x="1603" y="2040"/>
                    <a:pt x="1821" y="1821"/>
                  </a:cubicBezTo>
                  <a:cubicBezTo>
                    <a:pt x="2488" y="1155"/>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27" name="Google Shape;7627;p36"/>
            <p:cNvSpPr/>
            <p:nvPr/>
          </p:nvSpPr>
          <p:spPr>
            <a:xfrm>
              <a:off x="4884900" y="2637775"/>
              <a:ext cx="62225" cy="53450"/>
            </a:xfrm>
            <a:custGeom>
              <a:rect b="b" l="l" r="r" t="t"/>
              <a:pathLst>
                <a:path extrusionOk="0" h="2138" w="2489">
                  <a:moveTo>
                    <a:pt x="1066" y="1"/>
                  </a:moveTo>
                  <a:cubicBezTo>
                    <a:pt x="480" y="1"/>
                    <a:pt x="1" y="480"/>
                    <a:pt x="1" y="1074"/>
                  </a:cubicBezTo>
                  <a:cubicBezTo>
                    <a:pt x="1" y="1712"/>
                    <a:pt x="525" y="2137"/>
                    <a:pt x="1073" y="2137"/>
                  </a:cubicBezTo>
                  <a:cubicBezTo>
                    <a:pt x="1336" y="2137"/>
                    <a:pt x="1603" y="2040"/>
                    <a:pt x="1822" y="1822"/>
                  </a:cubicBezTo>
                  <a:cubicBezTo>
                    <a:pt x="2488" y="1155"/>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28" name="Google Shape;7628;p36"/>
            <p:cNvSpPr/>
            <p:nvPr/>
          </p:nvSpPr>
          <p:spPr>
            <a:xfrm>
              <a:off x="4884900" y="1418975"/>
              <a:ext cx="62225" cy="53350"/>
            </a:xfrm>
            <a:custGeom>
              <a:rect b="b" l="l" r="r" t="t"/>
              <a:pathLst>
                <a:path extrusionOk="0" h="2134" w="2489">
                  <a:moveTo>
                    <a:pt x="1066" y="1"/>
                  </a:moveTo>
                  <a:cubicBezTo>
                    <a:pt x="480" y="1"/>
                    <a:pt x="1" y="480"/>
                    <a:pt x="1" y="1065"/>
                  </a:cubicBezTo>
                  <a:cubicBezTo>
                    <a:pt x="1" y="1709"/>
                    <a:pt x="526" y="2133"/>
                    <a:pt x="1075" y="2133"/>
                  </a:cubicBezTo>
                  <a:cubicBezTo>
                    <a:pt x="1336" y="2133"/>
                    <a:pt x="1604" y="2037"/>
                    <a:pt x="1822" y="1822"/>
                  </a:cubicBezTo>
                  <a:cubicBezTo>
                    <a:pt x="2488"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29" name="Google Shape;7629;p36"/>
            <p:cNvSpPr/>
            <p:nvPr/>
          </p:nvSpPr>
          <p:spPr>
            <a:xfrm>
              <a:off x="4884900" y="1342750"/>
              <a:ext cx="62225" cy="53450"/>
            </a:xfrm>
            <a:custGeom>
              <a:rect b="b" l="l" r="r" t="t"/>
              <a:pathLst>
                <a:path extrusionOk="0" h="2138" w="2489">
                  <a:moveTo>
                    <a:pt x="1066" y="1"/>
                  </a:moveTo>
                  <a:cubicBezTo>
                    <a:pt x="480" y="1"/>
                    <a:pt x="1" y="481"/>
                    <a:pt x="1" y="1066"/>
                  </a:cubicBezTo>
                  <a:cubicBezTo>
                    <a:pt x="1" y="1710"/>
                    <a:pt x="526" y="2138"/>
                    <a:pt x="1074" y="2138"/>
                  </a:cubicBezTo>
                  <a:cubicBezTo>
                    <a:pt x="1336" y="2138"/>
                    <a:pt x="1604" y="2040"/>
                    <a:pt x="1822" y="1822"/>
                  </a:cubicBezTo>
                  <a:cubicBezTo>
                    <a:pt x="2488"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30" name="Google Shape;7630;p36"/>
            <p:cNvSpPr/>
            <p:nvPr/>
          </p:nvSpPr>
          <p:spPr>
            <a:xfrm>
              <a:off x="4884900" y="1190550"/>
              <a:ext cx="62225" cy="53325"/>
            </a:xfrm>
            <a:custGeom>
              <a:rect b="b" l="l" r="r" t="t"/>
              <a:pathLst>
                <a:path extrusionOk="0" h="2133" w="2489">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31" name="Google Shape;7631;p36"/>
            <p:cNvSpPr/>
            <p:nvPr/>
          </p:nvSpPr>
          <p:spPr>
            <a:xfrm>
              <a:off x="4808700" y="2637775"/>
              <a:ext cx="62400" cy="53450"/>
            </a:xfrm>
            <a:custGeom>
              <a:rect b="b" l="l" r="r" t="t"/>
              <a:pathLst>
                <a:path extrusionOk="0" h="2138" w="2496">
                  <a:moveTo>
                    <a:pt x="1065" y="1"/>
                  </a:moveTo>
                  <a:cubicBezTo>
                    <a:pt x="480" y="9"/>
                    <a:pt x="0" y="480"/>
                    <a:pt x="0" y="1074"/>
                  </a:cubicBezTo>
                  <a:cubicBezTo>
                    <a:pt x="0" y="1712"/>
                    <a:pt x="525" y="2137"/>
                    <a:pt x="1073" y="2137"/>
                  </a:cubicBezTo>
                  <a:cubicBezTo>
                    <a:pt x="1335" y="2137"/>
                    <a:pt x="1603" y="2040"/>
                    <a:pt x="1821" y="1822"/>
                  </a:cubicBezTo>
                  <a:cubicBezTo>
                    <a:pt x="2496"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32" name="Google Shape;7632;p36"/>
            <p:cNvSpPr/>
            <p:nvPr/>
          </p:nvSpPr>
          <p:spPr>
            <a:xfrm>
              <a:off x="4808700" y="2561575"/>
              <a:ext cx="62400" cy="53425"/>
            </a:xfrm>
            <a:custGeom>
              <a:rect b="b" l="l" r="r" t="t"/>
              <a:pathLst>
                <a:path extrusionOk="0" h="2137" w="2496">
                  <a:moveTo>
                    <a:pt x="1065" y="0"/>
                  </a:moveTo>
                  <a:cubicBezTo>
                    <a:pt x="480" y="8"/>
                    <a:pt x="0" y="480"/>
                    <a:pt x="0" y="1073"/>
                  </a:cubicBezTo>
                  <a:cubicBezTo>
                    <a:pt x="0" y="1711"/>
                    <a:pt x="525" y="2137"/>
                    <a:pt x="1073" y="2137"/>
                  </a:cubicBezTo>
                  <a:cubicBezTo>
                    <a:pt x="1335" y="2137"/>
                    <a:pt x="1603" y="2039"/>
                    <a:pt x="1821" y="1821"/>
                  </a:cubicBezTo>
                  <a:cubicBezTo>
                    <a:pt x="2496" y="1154"/>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33" name="Google Shape;7633;p36"/>
            <p:cNvSpPr/>
            <p:nvPr/>
          </p:nvSpPr>
          <p:spPr>
            <a:xfrm>
              <a:off x="4808700" y="1418975"/>
              <a:ext cx="62400" cy="53350"/>
            </a:xfrm>
            <a:custGeom>
              <a:rect b="b" l="l" r="r" t="t"/>
              <a:pathLst>
                <a:path extrusionOk="0" h="2134" w="2496">
                  <a:moveTo>
                    <a:pt x="1065" y="1"/>
                  </a:moveTo>
                  <a:cubicBezTo>
                    <a:pt x="480" y="1"/>
                    <a:pt x="0" y="480"/>
                    <a:pt x="0" y="1065"/>
                  </a:cubicBezTo>
                  <a:cubicBezTo>
                    <a:pt x="0" y="1709"/>
                    <a:pt x="525" y="2133"/>
                    <a:pt x="1074" y="2133"/>
                  </a:cubicBezTo>
                  <a:cubicBezTo>
                    <a:pt x="1336" y="2133"/>
                    <a:pt x="1603" y="2037"/>
                    <a:pt x="1821" y="1822"/>
                  </a:cubicBezTo>
                  <a:cubicBezTo>
                    <a:pt x="2496"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34" name="Google Shape;7634;p36"/>
            <p:cNvSpPr/>
            <p:nvPr/>
          </p:nvSpPr>
          <p:spPr>
            <a:xfrm>
              <a:off x="4808700" y="1342750"/>
              <a:ext cx="62400" cy="53450"/>
            </a:xfrm>
            <a:custGeom>
              <a:rect b="b" l="l" r="r" t="t"/>
              <a:pathLst>
                <a:path extrusionOk="0" h="2138" w="2496">
                  <a:moveTo>
                    <a:pt x="1065" y="1"/>
                  </a:moveTo>
                  <a:cubicBezTo>
                    <a:pt x="480" y="1"/>
                    <a:pt x="0" y="481"/>
                    <a:pt x="0" y="1066"/>
                  </a:cubicBezTo>
                  <a:cubicBezTo>
                    <a:pt x="0" y="1710"/>
                    <a:pt x="525" y="2138"/>
                    <a:pt x="1074" y="2138"/>
                  </a:cubicBezTo>
                  <a:cubicBezTo>
                    <a:pt x="1336" y="2138"/>
                    <a:pt x="1603" y="2040"/>
                    <a:pt x="1821" y="1822"/>
                  </a:cubicBezTo>
                  <a:cubicBezTo>
                    <a:pt x="2496"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35" name="Google Shape;7635;p36"/>
            <p:cNvSpPr/>
            <p:nvPr/>
          </p:nvSpPr>
          <p:spPr>
            <a:xfrm>
              <a:off x="4808700" y="1190550"/>
              <a:ext cx="62400" cy="53325"/>
            </a:xfrm>
            <a:custGeom>
              <a:rect b="b" l="l" r="r" t="t"/>
              <a:pathLst>
                <a:path extrusionOk="0" h="2133" w="2496">
                  <a:moveTo>
                    <a:pt x="1065" y="0"/>
                  </a:moveTo>
                  <a:cubicBezTo>
                    <a:pt x="480" y="0"/>
                    <a:pt x="0" y="480"/>
                    <a:pt x="0" y="1065"/>
                  </a:cubicBezTo>
                  <a:cubicBezTo>
                    <a:pt x="0" y="1709"/>
                    <a:pt x="525"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36" name="Google Shape;7636;p36"/>
            <p:cNvSpPr/>
            <p:nvPr/>
          </p:nvSpPr>
          <p:spPr>
            <a:xfrm>
              <a:off x="4808700" y="1038125"/>
              <a:ext cx="62400" cy="53325"/>
            </a:xfrm>
            <a:custGeom>
              <a:rect b="b" l="l" r="r" t="t"/>
              <a:pathLst>
                <a:path extrusionOk="0" h="2133" w="2496">
                  <a:moveTo>
                    <a:pt x="1065" y="0"/>
                  </a:moveTo>
                  <a:cubicBezTo>
                    <a:pt x="480" y="0"/>
                    <a:pt x="0" y="480"/>
                    <a:pt x="0" y="1065"/>
                  </a:cubicBezTo>
                  <a:cubicBezTo>
                    <a:pt x="0" y="1709"/>
                    <a:pt x="525"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37" name="Google Shape;7637;p36"/>
            <p:cNvSpPr/>
            <p:nvPr/>
          </p:nvSpPr>
          <p:spPr>
            <a:xfrm>
              <a:off x="4732475" y="2790200"/>
              <a:ext cx="62425" cy="53350"/>
            </a:xfrm>
            <a:custGeom>
              <a:rect b="b" l="l" r="r" t="t"/>
              <a:pathLst>
                <a:path extrusionOk="0" h="2134" w="2497">
                  <a:moveTo>
                    <a:pt x="1074" y="1"/>
                  </a:moveTo>
                  <a:cubicBezTo>
                    <a:pt x="480" y="1"/>
                    <a:pt x="9" y="480"/>
                    <a:pt x="1" y="1066"/>
                  </a:cubicBezTo>
                  <a:cubicBezTo>
                    <a:pt x="1" y="1709"/>
                    <a:pt x="526" y="2134"/>
                    <a:pt x="1075" y="2134"/>
                  </a:cubicBezTo>
                  <a:cubicBezTo>
                    <a:pt x="1336" y="2134"/>
                    <a:pt x="1604" y="2037"/>
                    <a:pt x="1822" y="1822"/>
                  </a:cubicBezTo>
                  <a:cubicBezTo>
                    <a:pt x="2496" y="1147"/>
                    <a:pt x="2017" y="1"/>
                    <a:pt x="1074"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38" name="Google Shape;7638;p36"/>
            <p:cNvSpPr/>
            <p:nvPr/>
          </p:nvSpPr>
          <p:spPr>
            <a:xfrm>
              <a:off x="4732475" y="2714000"/>
              <a:ext cx="62425" cy="53350"/>
            </a:xfrm>
            <a:custGeom>
              <a:rect b="b" l="l" r="r" t="t"/>
              <a:pathLst>
                <a:path extrusionOk="0" h="2134" w="2497">
                  <a:moveTo>
                    <a:pt x="1074" y="0"/>
                  </a:moveTo>
                  <a:cubicBezTo>
                    <a:pt x="480" y="0"/>
                    <a:pt x="1" y="480"/>
                    <a:pt x="1" y="1065"/>
                  </a:cubicBezTo>
                  <a:cubicBezTo>
                    <a:pt x="1" y="1709"/>
                    <a:pt x="526" y="2133"/>
                    <a:pt x="1075" y="2133"/>
                  </a:cubicBezTo>
                  <a:cubicBezTo>
                    <a:pt x="1336" y="2133"/>
                    <a:pt x="1604" y="2036"/>
                    <a:pt x="1822" y="1821"/>
                  </a:cubicBezTo>
                  <a:cubicBezTo>
                    <a:pt x="2496" y="1146"/>
                    <a:pt x="2017" y="0"/>
                    <a:pt x="1074"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39" name="Google Shape;7639;p36"/>
            <p:cNvSpPr/>
            <p:nvPr/>
          </p:nvSpPr>
          <p:spPr>
            <a:xfrm>
              <a:off x="4732475" y="2561575"/>
              <a:ext cx="62425" cy="53425"/>
            </a:xfrm>
            <a:custGeom>
              <a:rect b="b" l="l" r="r" t="t"/>
              <a:pathLst>
                <a:path extrusionOk="0" h="2137" w="2497">
                  <a:moveTo>
                    <a:pt x="1074" y="0"/>
                  </a:moveTo>
                  <a:cubicBezTo>
                    <a:pt x="480" y="8"/>
                    <a:pt x="9" y="480"/>
                    <a:pt x="1" y="1073"/>
                  </a:cubicBezTo>
                  <a:cubicBezTo>
                    <a:pt x="1" y="1711"/>
                    <a:pt x="525" y="2137"/>
                    <a:pt x="1073" y="2137"/>
                  </a:cubicBezTo>
                  <a:cubicBezTo>
                    <a:pt x="1335" y="2137"/>
                    <a:pt x="1603" y="2039"/>
                    <a:pt x="1822" y="1821"/>
                  </a:cubicBezTo>
                  <a:cubicBezTo>
                    <a:pt x="2496" y="1154"/>
                    <a:pt x="2017" y="0"/>
                    <a:pt x="1074"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40" name="Google Shape;7640;p36"/>
            <p:cNvSpPr/>
            <p:nvPr/>
          </p:nvSpPr>
          <p:spPr>
            <a:xfrm>
              <a:off x="4732475" y="1418975"/>
              <a:ext cx="62425" cy="53350"/>
            </a:xfrm>
            <a:custGeom>
              <a:rect b="b" l="l" r="r" t="t"/>
              <a:pathLst>
                <a:path extrusionOk="0" h="2134" w="2497">
                  <a:moveTo>
                    <a:pt x="1074" y="1"/>
                  </a:moveTo>
                  <a:cubicBezTo>
                    <a:pt x="480" y="1"/>
                    <a:pt x="9" y="480"/>
                    <a:pt x="1" y="1065"/>
                  </a:cubicBezTo>
                  <a:cubicBezTo>
                    <a:pt x="1" y="1709"/>
                    <a:pt x="526" y="2133"/>
                    <a:pt x="1075" y="2133"/>
                  </a:cubicBezTo>
                  <a:cubicBezTo>
                    <a:pt x="1336" y="2133"/>
                    <a:pt x="1604" y="2037"/>
                    <a:pt x="1822" y="1822"/>
                  </a:cubicBezTo>
                  <a:cubicBezTo>
                    <a:pt x="2496" y="1147"/>
                    <a:pt x="2017" y="1"/>
                    <a:pt x="1074"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41" name="Google Shape;7641;p36"/>
            <p:cNvSpPr/>
            <p:nvPr/>
          </p:nvSpPr>
          <p:spPr>
            <a:xfrm>
              <a:off x="4732475" y="1190550"/>
              <a:ext cx="62425" cy="53325"/>
            </a:xfrm>
            <a:custGeom>
              <a:rect b="b" l="l" r="r" t="t"/>
              <a:pathLst>
                <a:path extrusionOk="0" h="2133" w="2497">
                  <a:moveTo>
                    <a:pt x="1074" y="0"/>
                  </a:moveTo>
                  <a:cubicBezTo>
                    <a:pt x="480" y="0"/>
                    <a:pt x="9" y="480"/>
                    <a:pt x="1" y="1065"/>
                  </a:cubicBezTo>
                  <a:cubicBezTo>
                    <a:pt x="1" y="1709"/>
                    <a:pt x="526" y="2133"/>
                    <a:pt x="1075" y="2133"/>
                  </a:cubicBezTo>
                  <a:cubicBezTo>
                    <a:pt x="1336" y="2133"/>
                    <a:pt x="1604" y="2036"/>
                    <a:pt x="1822" y="1821"/>
                  </a:cubicBezTo>
                  <a:cubicBezTo>
                    <a:pt x="2496" y="1146"/>
                    <a:pt x="2017" y="0"/>
                    <a:pt x="1074"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42" name="Google Shape;7642;p36"/>
            <p:cNvSpPr/>
            <p:nvPr/>
          </p:nvSpPr>
          <p:spPr>
            <a:xfrm>
              <a:off x="4656475" y="2866425"/>
              <a:ext cx="62200" cy="53275"/>
            </a:xfrm>
            <a:custGeom>
              <a:rect b="b" l="l" r="r" t="t"/>
              <a:pathLst>
                <a:path extrusionOk="0" h="2131" w="2488">
                  <a:moveTo>
                    <a:pt x="1065" y="0"/>
                  </a:moveTo>
                  <a:cubicBezTo>
                    <a:pt x="472" y="0"/>
                    <a:pt x="0" y="472"/>
                    <a:pt x="0" y="1065"/>
                  </a:cubicBezTo>
                  <a:cubicBezTo>
                    <a:pt x="0" y="1707"/>
                    <a:pt x="522" y="2131"/>
                    <a:pt x="1069" y="2131"/>
                  </a:cubicBezTo>
                  <a:cubicBezTo>
                    <a:pt x="1333" y="2131"/>
                    <a:pt x="1602" y="2032"/>
                    <a:pt x="1821" y="1813"/>
                  </a:cubicBezTo>
                  <a:cubicBezTo>
                    <a:pt x="2488" y="1146"/>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43" name="Google Shape;7643;p36"/>
            <p:cNvSpPr/>
            <p:nvPr/>
          </p:nvSpPr>
          <p:spPr>
            <a:xfrm>
              <a:off x="4656475" y="2790200"/>
              <a:ext cx="62200" cy="53350"/>
            </a:xfrm>
            <a:custGeom>
              <a:rect b="b" l="l" r="r" t="t"/>
              <a:pathLst>
                <a:path extrusionOk="0" h="2134" w="2488">
                  <a:moveTo>
                    <a:pt x="1065" y="1"/>
                  </a:moveTo>
                  <a:cubicBezTo>
                    <a:pt x="472" y="1"/>
                    <a:pt x="0" y="480"/>
                    <a:pt x="0" y="1066"/>
                  </a:cubicBezTo>
                  <a:cubicBezTo>
                    <a:pt x="0" y="1709"/>
                    <a:pt x="525" y="2134"/>
                    <a:pt x="1072" y="2134"/>
                  </a:cubicBezTo>
                  <a:cubicBezTo>
                    <a:pt x="1332" y="2134"/>
                    <a:pt x="1598" y="2037"/>
                    <a:pt x="1813" y="1822"/>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44" name="Google Shape;7644;p36"/>
            <p:cNvSpPr/>
            <p:nvPr/>
          </p:nvSpPr>
          <p:spPr>
            <a:xfrm>
              <a:off x="4656475" y="2714000"/>
              <a:ext cx="62200" cy="53350"/>
            </a:xfrm>
            <a:custGeom>
              <a:rect b="b" l="l" r="r" t="t"/>
              <a:pathLst>
                <a:path extrusionOk="0" h="2134" w="2488">
                  <a:moveTo>
                    <a:pt x="1065" y="0"/>
                  </a:moveTo>
                  <a:cubicBezTo>
                    <a:pt x="472" y="0"/>
                    <a:pt x="0" y="480"/>
                    <a:pt x="0" y="1065"/>
                  </a:cubicBezTo>
                  <a:cubicBezTo>
                    <a:pt x="0" y="1709"/>
                    <a:pt x="525" y="2133"/>
                    <a:pt x="1072" y="2133"/>
                  </a:cubicBezTo>
                  <a:cubicBezTo>
                    <a:pt x="1332" y="2133"/>
                    <a:pt x="1598" y="2036"/>
                    <a:pt x="1813" y="1821"/>
                  </a:cubicBezTo>
                  <a:cubicBezTo>
                    <a:pt x="2488" y="1146"/>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45" name="Google Shape;7645;p36"/>
            <p:cNvSpPr/>
            <p:nvPr/>
          </p:nvSpPr>
          <p:spPr>
            <a:xfrm>
              <a:off x="4656475" y="2485550"/>
              <a:ext cx="62200" cy="53300"/>
            </a:xfrm>
            <a:custGeom>
              <a:rect b="b" l="l" r="r" t="t"/>
              <a:pathLst>
                <a:path extrusionOk="0" h="2132" w="2488">
                  <a:moveTo>
                    <a:pt x="1065" y="1"/>
                  </a:moveTo>
                  <a:cubicBezTo>
                    <a:pt x="472" y="1"/>
                    <a:pt x="0" y="480"/>
                    <a:pt x="0" y="1066"/>
                  </a:cubicBezTo>
                  <a:cubicBezTo>
                    <a:pt x="0" y="1708"/>
                    <a:pt x="522" y="2131"/>
                    <a:pt x="1069" y="2131"/>
                  </a:cubicBezTo>
                  <a:cubicBezTo>
                    <a:pt x="1333" y="2131"/>
                    <a:pt x="1602" y="2033"/>
                    <a:pt x="1821" y="1814"/>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46" name="Google Shape;7646;p36"/>
            <p:cNvSpPr/>
            <p:nvPr/>
          </p:nvSpPr>
          <p:spPr>
            <a:xfrm>
              <a:off x="4656475" y="1495200"/>
              <a:ext cx="62200" cy="53325"/>
            </a:xfrm>
            <a:custGeom>
              <a:rect b="b" l="l" r="r" t="t"/>
              <a:pathLst>
                <a:path extrusionOk="0" h="2133" w="2488">
                  <a:moveTo>
                    <a:pt x="1065" y="0"/>
                  </a:moveTo>
                  <a:cubicBezTo>
                    <a:pt x="472" y="0"/>
                    <a:pt x="0" y="480"/>
                    <a:pt x="0" y="1065"/>
                  </a:cubicBezTo>
                  <a:cubicBezTo>
                    <a:pt x="0" y="1709"/>
                    <a:pt x="525" y="2133"/>
                    <a:pt x="1072" y="2133"/>
                  </a:cubicBezTo>
                  <a:cubicBezTo>
                    <a:pt x="1332" y="2133"/>
                    <a:pt x="1598" y="2036"/>
                    <a:pt x="1813" y="1821"/>
                  </a:cubicBezTo>
                  <a:cubicBezTo>
                    <a:pt x="2488" y="1146"/>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47" name="Google Shape;7647;p36"/>
            <p:cNvSpPr/>
            <p:nvPr/>
          </p:nvSpPr>
          <p:spPr>
            <a:xfrm>
              <a:off x="4656475" y="1418975"/>
              <a:ext cx="62200" cy="53350"/>
            </a:xfrm>
            <a:custGeom>
              <a:rect b="b" l="l" r="r" t="t"/>
              <a:pathLst>
                <a:path extrusionOk="0" h="2134" w="2488">
                  <a:moveTo>
                    <a:pt x="1065" y="1"/>
                  </a:moveTo>
                  <a:cubicBezTo>
                    <a:pt x="472" y="1"/>
                    <a:pt x="0" y="480"/>
                    <a:pt x="0" y="1065"/>
                  </a:cubicBezTo>
                  <a:cubicBezTo>
                    <a:pt x="0" y="1709"/>
                    <a:pt x="525" y="2133"/>
                    <a:pt x="1072" y="2133"/>
                  </a:cubicBezTo>
                  <a:cubicBezTo>
                    <a:pt x="1332" y="2133"/>
                    <a:pt x="1598" y="2037"/>
                    <a:pt x="1813" y="1822"/>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48" name="Google Shape;7648;p36"/>
            <p:cNvSpPr/>
            <p:nvPr/>
          </p:nvSpPr>
          <p:spPr>
            <a:xfrm>
              <a:off x="4656475" y="1266550"/>
              <a:ext cx="62200" cy="53450"/>
            </a:xfrm>
            <a:custGeom>
              <a:rect b="b" l="l" r="r" t="t"/>
              <a:pathLst>
                <a:path extrusionOk="0" h="2138" w="2488">
                  <a:moveTo>
                    <a:pt x="1065" y="0"/>
                  </a:moveTo>
                  <a:cubicBezTo>
                    <a:pt x="472" y="9"/>
                    <a:pt x="0" y="480"/>
                    <a:pt x="0" y="1074"/>
                  </a:cubicBezTo>
                  <a:cubicBezTo>
                    <a:pt x="0" y="1711"/>
                    <a:pt x="525" y="2137"/>
                    <a:pt x="1070" y="2137"/>
                  </a:cubicBezTo>
                  <a:cubicBezTo>
                    <a:pt x="1331" y="2137"/>
                    <a:pt x="1597" y="2040"/>
                    <a:pt x="1813" y="1821"/>
                  </a:cubicBezTo>
                  <a:cubicBezTo>
                    <a:pt x="2488" y="1155"/>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49" name="Google Shape;7649;p36"/>
            <p:cNvSpPr/>
            <p:nvPr/>
          </p:nvSpPr>
          <p:spPr>
            <a:xfrm>
              <a:off x="4656475" y="1038125"/>
              <a:ext cx="62200" cy="53325"/>
            </a:xfrm>
            <a:custGeom>
              <a:rect b="b" l="l" r="r" t="t"/>
              <a:pathLst>
                <a:path extrusionOk="0" h="2133" w="2488">
                  <a:moveTo>
                    <a:pt x="1065" y="0"/>
                  </a:moveTo>
                  <a:cubicBezTo>
                    <a:pt x="472" y="0"/>
                    <a:pt x="0" y="480"/>
                    <a:pt x="0" y="1065"/>
                  </a:cubicBezTo>
                  <a:cubicBezTo>
                    <a:pt x="0" y="1709"/>
                    <a:pt x="525" y="2133"/>
                    <a:pt x="1072" y="2133"/>
                  </a:cubicBezTo>
                  <a:cubicBezTo>
                    <a:pt x="1332" y="2133"/>
                    <a:pt x="1598" y="2036"/>
                    <a:pt x="1813" y="1821"/>
                  </a:cubicBezTo>
                  <a:cubicBezTo>
                    <a:pt x="2488" y="1146"/>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50" name="Google Shape;7650;p36"/>
            <p:cNvSpPr/>
            <p:nvPr/>
          </p:nvSpPr>
          <p:spPr>
            <a:xfrm>
              <a:off x="4580250" y="2942425"/>
              <a:ext cx="62225" cy="53450"/>
            </a:xfrm>
            <a:custGeom>
              <a:rect b="b" l="l" r="r" t="t"/>
              <a:pathLst>
                <a:path extrusionOk="0" h="2138" w="2489">
                  <a:moveTo>
                    <a:pt x="1066" y="1"/>
                  </a:moveTo>
                  <a:cubicBezTo>
                    <a:pt x="480" y="1"/>
                    <a:pt x="1" y="480"/>
                    <a:pt x="1" y="1066"/>
                  </a:cubicBezTo>
                  <a:cubicBezTo>
                    <a:pt x="1" y="1709"/>
                    <a:pt x="526" y="2137"/>
                    <a:pt x="1074" y="2137"/>
                  </a:cubicBezTo>
                  <a:cubicBezTo>
                    <a:pt x="1336" y="2137"/>
                    <a:pt x="1604" y="2040"/>
                    <a:pt x="1822" y="1822"/>
                  </a:cubicBezTo>
                  <a:cubicBezTo>
                    <a:pt x="2488"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51" name="Google Shape;7651;p36"/>
            <p:cNvSpPr/>
            <p:nvPr/>
          </p:nvSpPr>
          <p:spPr>
            <a:xfrm>
              <a:off x="4580250" y="2866425"/>
              <a:ext cx="62225" cy="53275"/>
            </a:xfrm>
            <a:custGeom>
              <a:rect b="b" l="l" r="r" t="t"/>
              <a:pathLst>
                <a:path extrusionOk="0" h="2131" w="2489">
                  <a:moveTo>
                    <a:pt x="1066" y="0"/>
                  </a:moveTo>
                  <a:cubicBezTo>
                    <a:pt x="480" y="0"/>
                    <a:pt x="1" y="472"/>
                    <a:pt x="1" y="1065"/>
                  </a:cubicBezTo>
                  <a:cubicBezTo>
                    <a:pt x="1" y="1707"/>
                    <a:pt x="523" y="2131"/>
                    <a:pt x="1070" y="2131"/>
                  </a:cubicBezTo>
                  <a:cubicBezTo>
                    <a:pt x="1333" y="2131"/>
                    <a:pt x="1602" y="2032"/>
                    <a:pt x="1822" y="1813"/>
                  </a:cubicBezTo>
                  <a:cubicBezTo>
                    <a:pt x="2488" y="1146"/>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52" name="Google Shape;7652;p36"/>
            <p:cNvSpPr/>
            <p:nvPr/>
          </p:nvSpPr>
          <p:spPr>
            <a:xfrm>
              <a:off x="4580250" y="2714000"/>
              <a:ext cx="62225" cy="53350"/>
            </a:xfrm>
            <a:custGeom>
              <a:rect b="b" l="l" r="r" t="t"/>
              <a:pathLst>
                <a:path extrusionOk="0" h="2134" w="2489">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53" name="Google Shape;7653;p36"/>
            <p:cNvSpPr/>
            <p:nvPr/>
          </p:nvSpPr>
          <p:spPr>
            <a:xfrm>
              <a:off x="4580250" y="2637775"/>
              <a:ext cx="62225" cy="53450"/>
            </a:xfrm>
            <a:custGeom>
              <a:rect b="b" l="l" r="r" t="t"/>
              <a:pathLst>
                <a:path extrusionOk="0" h="2138" w="2489">
                  <a:moveTo>
                    <a:pt x="1066" y="1"/>
                  </a:moveTo>
                  <a:cubicBezTo>
                    <a:pt x="480" y="9"/>
                    <a:pt x="1" y="480"/>
                    <a:pt x="1" y="1074"/>
                  </a:cubicBezTo>
                  <a:cubicBezTo>
                    <a:pt x="1" y="1712"/>
                    <a:pt x="525" y="2137"/>
                    <a:pt x="1073" y="2137"/>
                  </a:cubicBezTo>
                  <a:cubicBezTo>
                    <a:pt x="1336" y="2137"/>
                    <a:pt x="1603" y="2040"/>
                    <a:pt x="1822" y="1822"/>
                  </a:cubicBezTo>
                  <a:cubicBezTo>
                    <a:pt x="2488"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54" name="Google Shape;7654;p36"/>
            <p:cNvSpPr/>
            <p:nvPr/>
          </p:nvSpPr>
          <p:spPr>
            <a:xfrm>
              <a:off x="4580250" y="2485550"/>
              <a:ext cx="62225" cy="53300"/>
            </a:xfrm>
            <a:custGeom>
              <a:rect b="b" l="l" r="r" t="t"/>
              <a:pathLst>
                <a:path extrusionOk="0" h="2132" w="2489">
                  <a:moveTo>
                    <a:pt x="1066" y="1"/>
                  </a:moveTo>
                  <a:cubicBezTo>
                    <a:pt x="480" y="1"/>
                    <a:pt x="1" y="472"/>
                    <a:pt x="1" y="1066"/>
                  </a:cubicBezTo>
                  <a:cubicBezTo>
                    <a:pt x="1" y="1708"/>
                    <a:pt x="523" y="2131"/>
                    <a:pt x="1070" y="2131"/>
                  </a:cubicBezTo>
                  <a:cubicBezTo>
                    <a:pt x="1333" y="2131"/>
                    <a:pt x="1602" y="2033"/>
                    <a:pt x="1822" y="1814"/>
                  </a:cubicBezTo>
                  <a:cubicBezTo>
                    <a:pt x="2488"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55" name="Google Shape;7655;p36"/>
            <p:cNvSpPr/>
            <p:nvPr/>
          </p:nvSpPr>
          <p:spPr>
            <a:xfrm>
              <a:off x="4580250" y="1495200"/>
              <a:ext cx="62225" cy="53325"/>
            </a:xfrm>
            <a:custGeom>
              <a:rect b="b" l="l" r="r" t="t"/>
              <a:pathLst>
                <a:path extrusionOk="0" h="2133" w="2489">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56" name="Google Shape;7656;p36"/>
            <p:cNvSpPr/>
            <p:nvPr/>
          </p:nvSpPr>
          <p:spPr>
            <a:xfrm>
              <a:off x="4580250" y="1342750"/>
              <a:ext cx="62225" cy="53450"/>
            </a:xfrm>
            <a:custGeom>
              <a:rect b="b" l="l" r="r" t="t"/>
              <a:pathLst>
                <a:path extrusionOk="0" h="2138" w="2489">
                  <a:moveTo>
                    <a:pt x="1066" y="1"/>
                  </a:moveTo>
                  <a:cubicBezTo>
                    <a:pt x="480" y="1"/>
                    <a:pt x="1" y="481"/>
                    <a:pt x="1" y="1066"/>
                  </a:cubicBezTo>
                  <a:cubicBezTo>
                    <a:pt x="1" y="1710"/>
                    <a:pt x="526" y="2138"/>
                    <a:pt x="1074" y="2138"/>
                  </a:cubicBezTo>
                  <a:cubicBezTo>
                    <a:pt x="1336" y="2138"/>
                    <a:pt x="1604" y="2040"/>
                    <a:pt x="1822" y="1822"/>
                  </a:cubicBezTo>
                  <a:cubicBezTo>
                    <a:pt x="2488"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57" name="Google Shape;7657;p36"/>
            <p:cNvSpPr/>
            <p:nvPr/>
          </p:nvSpPr>
          <p:spPr>
            <a:xfrm>
              <a:off x="4580250" y="1266550"/>
              <a:ext cx="62225" cy="53450"/>
            </a:xfrm>
            <a:custGeom>
              <a:rect b="b" l="l" r="r" t="t"/>
              <a:pathLst>
                <a:path extrusionOk="0" h="2138" w="2489">
                  <a:moveTo>
                    <a:pt x="1066" y="0"/>
                  </a:moveTo>
                  <a:cubicBezTo>
                    <a:pt x="480" y="9"/>
                    <a:pt x="1" y="480"/>
                    <a:pt x="1" y="1074"/>
                  </a:cubicBezTo>
                  <a:cubicBezTo>
                    <a:pt x="1" y="1711"/>
                    <a:pt x="525" y="2137"/>
                    <a:pt x="1073" y="2137"/>
                  </a:cubicBezTo>
                  <a:cubicBezTo>
                    <a:pt x="1336" y="2137"/>
                    <a:pt x="1603" y="2040"/>
                    <a:pt x="1822" y="1821"/>
                  </a:cubicBezTo>
                  <a:cubicBezTo>
                    <a:pt x="2488" y="1155"/>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58" name="Google Shape;7658;p36"/>
            <p:cNvSpPr/>
            <p:nvPr/>
          </p:nvSpPr>
          <p:spPr>
            <a:xfrm>
              <a:off x="4504050" y="2942425"/>
              <a:ext cx="62200" cy="53450"/>
            </a:xfrm>
            <a:custGeom>
              <a:rect b="b" l="l" r="r" t="t"/>
              <a:pathLst>
                <a:path extrusionOk="0" h="2138" w="2488">
                  <a:moveTo>
                    <a:pt x="1065" y="1"/>
                  </a:moveTo>
                  <a:cubicBezTo>
                    <a:pt x="480" y="1"/>
                    <a:pt x="0" y="480"/>
                    <a:pt x="0" y="1066"/>
                  </a:cubicBezTo>
                  <a:cubicBezTo>
                    <a:pt x="0" y="1709"/>
                    <a:pt x="525" y="2137"/>
                    <a:pt x="1074" y="2137"/>
                  </a:cubicBezTo>
                  <a:cubicBezTo>
                    <a:pt x="1336" y="2137"/>
                    <a:pt x="1603" y="2040"/>
                    <a:pt x="1821" y="1822"/>
                  </a:cubicBezTo>
                  <a:cubicBezTo>
                    <a:pt x="2488" y="1155"/>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59" name="Google Shape;7659;p36"/>
            <p:cNvSpPr/>
            <p:nvPr/>
          </p:nvSpPr>
          <p:spPr>
            <a:xfrm>
              <a:off x="4504050" y="2637775"/>
              <a:ext cx="62200" cy="53450"/>
            </a:xfrm>
            <a:custGeom>
              <a:rect b="b" l="l" r="r" t="t"/>
              <a:pathLst>
                <a:path extrusionOk="0" h="2138" w="2488">
                  <a:moveTo>
                    <a:pt x="1065" y="1"/>
                  </a:moveTo>
                  <a:cubicBezTo>
                    <a:pt x="480" y="1"/>
                    <a:pt x="0" y="480"/>
                    <a:pt x="0" y="1074"/>
                  </a:cubicBezTo>
                  <a:cubicBezTo>
                    <a:pt x="0" y="1712"/>
                    <a:pt x="525" y="2137"/>
                    <a:pt x="1073" y="2137"/>
                  </a:cubicBezTo>
                  <a:cubicBezTo>
                    <a:pt x="1335" y="2137"/>
                    <a:pt x="1603" y="2040"/>
                    <a:pt x="1821" y="1822"/>
                  </a:cubicBezTo>
                  <a:cubicBezTo>
                    <a:pt x="2488" y="1155"/>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60" name="Google Shape;7660;p36"/>
            <p:cNvSpPr/>
            <p:nvPr/>
          </p:nvSpPr>
          <p:spPr>
            <a:xfrm>
              <a:off x="4504050" y="2561575"/>
              <a:ext cx="62200" cy="53425"/>
            </a:xfrm>
            <a:custGeom>
              <a:rect b="b" l="l" r="r" t="t"/>
              <a:pathLst>
                <a:path extrusionOk="0" h="2137" w="2488">
                  <a:moveTo>
                    <a:pt x="1065" y="0"/>
                  </a:moveTo>
                  <a:cubicBezTo>
                    <a:pt x="480" y="8"/>
                    <a:pt x="0" y="480"/>
                    <a:pt x="0" y="1073"/>
                  </a:cubicBezTo>
                  <a:cubicBezTo>
                    <a:pt x="0" y="1711"/>
                    <a:pt x="525" y="2137"/>
                    <a:pt x="1073" y="2137"/>
                  </a:cubicBezTo>
                  <a:cubicBezTo>
                    <a:pt x="1335" y="2137"/>
                    <a:pt x="1603" y="2039"/>
                    <a:pt x="1821" y="1821"/>
                  </a:cubicBezTo>
                  <a:cubicBezTo>
                    <a:pt x="2488" y="1154"/>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61" name="Google Shape;7661;p36"/>
            <p:cNvSpPr/>
            <p:nvPr/>
          </p:nvSpPr>
          <p:spPr>
            <a:xfrm>
              <a:off x="4504050" y="2485550"/>
              <a:ext cx="62200" cy="53300"/>
            </a:xfrm>
            <a:custGeom>
              <a:rect b="b" l="l" r="r" t="t"/>
              <a:pathLst>
                <a:path extrusionOk="0" h="2132" w="2488">
                  <a:moveTo>
                    <a:pt x="1065" y="1"/>
                  </a:moveTo>
                  <a:cubicBezTo>
                    <a:pt x="480" y="1"/>
                    <a:pt x="0" y="472"/>
                    <a:pt x="0" y="1066"/>
                  </a:cubicBezTo>
                  <a:cubicBezTo>
                    <a:pt x="0" y="1708"/>
                    <a:pt x="522" y="2131"/>
                    <a:pt x="1069" y="2131"/>
                  </a:cubicBezTo>
                  <a:cubicBezTo>
                    <a:pt x="1333" y="2131"/>
                    <a:pt x="1602" y="2033"/>
                    <a:pt x="1821" y="1814"/>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62" name="Google Shape;7662;p36"/>
            <p:cNvSpPr/>
            <p:nvPr/>
          </p:nvSpPr>
          <p:spPr>
            <a:xfrm>
              <a:off x="4504050" y="1495200"/>
              <a:ext cx="62200" cy="53325"/>
            </a:xfrm>
            <a:custGeom>
              <a:rect b="b" l="l" r="r" t="t"/>
              <a:pathLst>
                <a:path extrusionOk="0" h="2133" w="2488">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63" name="Google Shape;7663;p36"/>
            <p:cNvSpPr/>
            <p:nvPr/>
          </p:nvSpPr>
          <p:spPr>
            <a:xfrm>
              <a:off x="4504050" y="1114325"/>
              <a:ext cx="62200" cy="53350"/>
            </a:xfrm>
            <a:custGeom>
              <a:rect b="b" l="l" r="r" t="t"/>
              <a:pathLst>
                <a:path extrusionOk="0" h="2134" w="2488">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64" name="Google Shape;7664;p36"/>
            <p:cNvSpPr/>
            <p:nvPr/>
          </p:nvSpPr>
          <p:spPr>
            <a:xfrm>
              <a:off x="4427825" y="2942425"/>
              <a:ext cx="62425" cy="53450"/>
            </a:xfrm>
            <a:custGeom>
              <a:rect b="b" l="l" r="r" t="t"/>
              <a:pathLst>
                <a:path extrusionOk="0" h="2138" w="2497">
                  <a:moveTo>
                    <a:pt x="1065" y="1"/>
                  </a:moveTo>
                  <a:cubicBezTo>
                    <a:pt x="480" y="9"/>
                    <a:pt x="9" y="480"/>
                    <a:pt x="1" y="1066"/>
                  </a:cubicBezTo>
                  <a:cubicBezTo>
                    <a:pt x="1" y="1709"/>
                    <a:pt x="526" y="2137"/>
                    <a:pt x="1074" y="2137"/>
                  </a:cubicBezTo>
                  <a:cubicBezTo>
                    <a:pt x="1336" y="2137"/>
                    <a:pt x="1603" y="2040"/>
                    <a:pt x="1822" y="1822"/>
                  </a:cubicBezTo>
                  <a:cubicBezTo>
                    <a:pt x="2496" y="1147"/>
                    <a:pt x="2017"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65" name="Google Shape;7665;p36"/>
            <p:cNvSpPr/>
            <p:nvPr/>
          </p:nvSpPr>
          <p:spPr>
            <a:xfrm>
              <a:off x="4427825" y="2866425"/>
              <a:ext cx="62425" cy="53275"/>
            </a:xfrm>
            <a:custGeom>
              <a:rect b="b" l="l" r="r" t="t"/>
              <a:pathLst>
                <a:path extrusionOk="0" h="2131" w="2497">
                  <a:moveTo>
                    <a:pt x="1065" y="0"/>
                  </a:moveTo>
                  <a:cubicBezTo>
                    <a:pt x="480" y="0"/>
                    <a:pt x="1" y="472"/>
                    <a:pt x="1" y="1065"/>
                  </a:cubicBezTo>
                  <a:cubicBezTo>
                    <a:pt x="1" y="1707"/>
                    <a:pt x="526" y="2131"/>
                    <a:pt x="1073" y="2131"/>
                  </a:cubicBezTo>
                  <a:cubicBezTo>
                    <a:pt x="1337" y="2131"/>
                    <a:pt x="1605" y="2032"/>
                    <a:pt x="1822" y="1813"/>
                  </a:cubicBezTo>
                  <a:cubicBezTo>
                    <a:pt x="2496" y="1146"/>
                    <a:pt x="2017"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66" name="Google Shape;7666;p36"/>
            <p:cNvSpPr/>
            <p:nvPr/>
          </p:nvSpPr>
          <p:spPr>
            <a:xfrm>
              <a:off x="4427825" y="2790200"/>
              <a:ext cx="62425" cy="53350"/>
            </a:xfrm>
            <a:custGeom>
              <a:rect b="b" l="l" r="r" t="t"/>
              <a:pathLst>
                <a:path extrusionOk="0" h="2134" w="2497">
                  <a:moveTo>
                    <a:pt x="1065" y="1"/>
                  </a:moveTo>
                  <a:cubicBezTo>
                    <a:pt x="480" y="1"/>
                    <a:pt x="9" y="480"/>
                    <a:pt x="1" y="1066"/>
                  </a:cubicBezTo>
                  <a:cubicBezTo>
                    <a:pt x="1" y="1709"/>
                    <a:pt x="526" y="2134"/>
                    <a:pt x="1075" y="2134"/>
                  </a:cubicBezTo>
                  <a:cubicBezTo>
                    <a:pt x="1336" y="2134"/>
                    <a:pt x="1604" y="2037"/>
                    <a:pt x="1822" y="1822"/>
                  </a:cubicBezTo>
                  <a:cubicBezTo>
                    <a:pt x="2496" y="1147"/>
                    <a:pt x="2017"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67" name="Google Shape;7667;p36"/>
            <p:cNvSpPr/>
            <p:nvPr/>
          </p:nvSpPr>
          <p:spPr>
            <a:xfrm>
              <a:off x="4427825" y="2561575"/>
              <a:ext cx="62425" cy="53425"/>
            </a:xfrm>
            <a:custGeom>
              <a:rect b="b" l="l" r="r" t="t"/>
              <a:pathLst>
                <a:path extrusionOk="0" h="2137" w="2497">
                  <a:moveTo>
                    <a:pt x="1065" y="0"/>
                  </a:moveTo>
                  <a:cubicBezTo>
                    <a:pt x="480" y="8"/>
                    <a:pt x="9" y="480"/>
                    <a:pt x="1" y="1073"/>
                  </a:cubicBezTo>
                  <a:cubicBezTo>
                    <a:pt x="1" y="1711"/>
                    <a:pt x="525" y="2137"/>
                    <a:pt x="1073" y="2137"/>
                  </a:cubicBezTo>
                  <a:cubicBezTo>
                    <a:pt x="1335" y="2137"/>
                    <a:pt x="1603" y="2039"/>
                    <a:pt x="1822" y="1821"/>
                  </a:cubicBezTo>
                  <a:cubicBezTo>
                    <a:pt x="2496" y="1154"/>
                    <a:pt x="2017"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68" name="Google Shape;7668;p36"/>
            <p:cNvSpPr/>
            <p:nvPr/>
          </p:nvSpPr>
          <p:spPr>
            <a:xfrm>
              <a:off x="4427825" y="2485550"/>
              <a:ext cx="62425" cy="53300"/>
            </a:xfrm>
            <a:custGeom>
              <a:rect b="b" l="l" r="r" t="t"/>
              <a:pathLst>
                <a:path extrusionOk="0" h="2132" w="2497">
                  <a:moveTo>
                    <a:pt x="1065" y="1"/>
                  </a:moveTo>
                  <a:cubicBezTo>
                    <a:pt x="480" y="1"/>
                    <a:pt x="1" y="480"/>
                    <a:pt x="1" y="1066"/>
                  </a:cubicBezTo>
                  <a:cubicBezTo>
                    <a:pt x="1" y="1708"/>
                    <a:pt x="526" y="2131"/>
                    <a:pt x="1073" y="2131"/>
                  </a:cubicBezTo>
                  <a:cubicBezTo>
                    <a:pt x="1337" y="2131"/>
                    <a:pt x="1605" y="2033"/>
                    <a:pt x="1822" y="1814"/>
                  </a:cubicBezTo>
                  <a:cubicBezTo>
                    <a:pt x="2496" y="1147"/>
                    <a:pt x="2017"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69" name="Google Shape;7669;p36"/>
            <p:cNvSpPr/>
            <p:nvPr/>
          </p:nvSpPr>
          <p:spPr>
            <a:xfrm>
              <a:off x="4427825" y="2409350"/>
              <a:ext cx="62425" cy="53350"/>
            </a:xfrm>
            <a:custGeom>
              <a:rect b="b" l="l" r="r" t="t"/>
              <a:pathLst>
                <a:path extrusionOk="0" h="2134" w="2497">
                  <a:moveTo>
                    <a:pt x="1065" y="0"/>
                  </a:moveTo>
                  <a:cubicBezTo>
                    <a:pt x="480" y="0"/>
                    <a:pt x="9" y="480"/>
                    <a:pt x="1" y="1065"/>
                  </a:cubicBezTo>
                  <a:cubicBezTo>
                    <a:pt x="1" y="1709"/>
                    <a:pt x="526" y="2133"/>
                    <a:pt x="1075" y="2133"/>
                  </a:cubicBezTo>
                  <a:cubicBezTo>
                    <a:pt x="1336" y="2133"/>
                    <a:pt x="1604" y="2036"/>
                    <a:pt x="1822" y="1821"/>
                  </a:cubicBezTo>
                  <a:cubicBezTo>
                    <a:pt x="2496" y="1146"/>
                    <a:pt x="2017"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70" name="Google Shape;7670;p36"/>
            <p:cNvSpPr/>
            <p:nvPr/>
          </p:nvSpPr>
          <p:spPr>
            <a:xfrm>
              <a:off x="4351600" y="2790200"/>
              <a:ext cx="62425" cy="53350"/>
            </a:xfrm>
            <a:custGeom>
              <a:rect b="b" l="l" r="r" t="t"/>
              <a:pathLst>
                <a:path extrusionOk="0" h="2134" w="2497">
                  <a:moveTo>
                    <a:pt x="1074" y="1"/>
                  </a:moveTo>
                  <a:cubicBezTo>
                    <a:pt x="481" y="1"/>
                    <a:pt x="9" y="480"/>
                    <a:pt x="1" y="1066"/>
                  </a:cubicBezTo>
                  <a:cubicBezTo>
                    <a:pt x="1" y="1709"/>
                    <a:pt x="530" y="2134"/>
                    <a:pt x="1079" y="2134"/>
                  </a:cubicBezTo>
                  <a:cubicBezTo>
                    <a:pt x="1340" y="2134"/>
                    <a:pt x="1607" y="2037"/>
                    <a:pt x="1822" y="1822"/>
                  </a:cubicBezTo>
                  <a:cubicBezTo>
                    <a:pt x="2497" y="1147"/>
                    <a:pt x="2017" y="1"/>
                    <a:pt x="1074"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71" name="Google Shape;7671;p36"/>
            <p:cNvSpPr/>
            <p:nvPr/>
          </p:nvSpPr>
          <p:spPr>
            <a:xfrm>
              <a:off x="4351600" y="2714000"/>
              <a:ext cx="62425" cy="53350"/>
            </a:xfrm>
            <a:custGeom>
              <a:rect b="b" l="l" r="r" t="t"/>
              <a:pathLst>
                <a:path extrusionOk="0" h="2134" w="2497">
                  <a:moveTo>
                    <a:pt x="1074" y="0"/>
                  </a:moveTo>
                  <a:cubicBezTo>
                    <a:pt x="481" y="0"/>
                    <a:pt x="9" y="480"/>
                    <a:pt x="1" y="1065"/>
                  </a:cubicBezTo>
                  <a:cubicBezTo>
                    <a:pt x="1" y="1709"/>
                    <a:pt x="530" y="2133"/>
                    <a:pt x="1079" y="2133"/>
                  </a:cubicBezTo>
                  <a:cubicBezTo>
                    <a:pt x="1340" y="2133"/>
                    <a:pt x="1607" y="2036"/>
                    <a:pt x="1822" y="1821"/>
                  </a:cubicBezTo>
                  <a:cubicBezTo>
                    <a:pt x="2497" y="1146"/>
                    <a:pt x="2017" y="0"/>
                    <a:pt x="1074"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72" name="Google Shape;7672;p36"/>
            <p:cNvSpPr/>
            <p:nvPr/>
          </p:nvSpPr>
          <p:spPr>
            <a:xfrm>
              <a:off x="4351600" y="2637775"/>
              <a:ext cx="62425" cy="53450"/>
            </a:xfrm>
            <a:custGeom>
              <a:rect b="b" l="l" r="r" t="t"/>
              <a:pathLst>
                <a:path extrusionOk="0" h="2138" w="2497">
                  <a:moveTo>
                    <a:pt x="1074" y="1"/>
                  </a:moveTo>
                  <a:cubicBezTo>
                    <a:pt x="481" y="1"/>
                    <a:pt x="9" y="480"/>
                    <a:pt x="1" y="1074"/>
                  </a:cubicBezTo>
                  <a:cubicBezTo>
                    <a:pt x="1" y="1712"/>
                    <a:pt x="529" y="2137"/>
                    <a:pt x="1077" y="2137"/>
                  </a:cubicBezTo>
                  <a:cubicBezTo>
                    <a:pt x="1339" y="2137"/>
                    <a:pt x="1606" y="2040"/>
                    <a:pt x="1822" y="1822"/>
                  </a:cubicBezTo>
                  <a:cubicBezTo>
                    <a:pt x="2497" y="1155"/>
                    <a:pt x="2017" y="1"/>
                    <a:pt x="1074"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73" name="Google Shape;7673;p36"/>
            <p:cNvSpPr/>
            <p:nvPr/>
          </p:nvSpPr>
          <p:spPr>
            <a:xfrm>
              <a:off x="4351600" y="2561575"/>
              <a:ext cx="62425" cy="53425"/>
            </a:xfrm>
            <a:custGeom>
              <a:rect b="b" l="l" r="r" t="t"/>
              <a:pathLst>
                <a:path extrusionOk="0" h="2137" w="2497">
                  <a:moveTo>
                    <a:pt x="1074" y="0"/>
                  </a:moveTo>
                  <a:cubicBezTo>
                    <a:pt x="481" y="8"/>
                    <a:pt x="9" y="480"/>
                    <a:pt x="1" y="1073"/>
                  </a:cubicBezTo>
                  <a:cubicBezTo>
                    <a:pt x="1" y="1711"/>
                    <a:pt x="529" y="2137"/>
                    <a:pt x="1077" y="2137"/>
                  </a:cubicBezTo>
                  <a:cubicBezTo>
                    <a:pt x="1339" y="2137"/>
                    <a:pt x="1606" y="2039"/>
                    <a:pt x="1822" y="1821"/>
                  </a:cubicBezTo>
                  <a:cubicBezTo>
                    <a:pt x="2497" y="1154"/>
                    <a:pt x="2017" y="0"/>
                    <a:pt x="1074"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74" name="Google Shape;7674;p36"/>
            <p:cNvSpPr/>
            <p:nvPr/>
          </p:nvSpPr>
          <p:spPr>
            <a:xfrm>
              <a:off x="4275600" y="2637775"/>
              <a:ext cx="62225" cy="53450"/>
            </a:xfrm>
            <a:custGeom>
              <a:rect b="b" l="l" r="r" t="t"/>
              <a:pathLst>
                <a:path extrusionOk="0" h="2138" w="2489">
                  <a:moveTo>
                    <a:pt x="1066" y="1"/>
                  </a:moveTo>
                  <a:cubicBezTo>
                    <a:pt x="472" y="9"/>
                    <a:pt x="1" y="480"/>
                    <a:pt x="1" y="1074"/>
                  </a:cubicBezTo>
                  <a:cubicBezTo>
                    <a:pt x="1" y="1712"/>
                    <a:pt x="525" y="2137"/>
                    <a:pt x="1073" y="2137"/>
                  </a:cubicBezTo>
                  <a:cubicBezTo>
                    <a:pt x="1336" y="2137"/>
                    <a:pt x="1603" y="2040"/>
                    <a:pt x="1822" y="1822"/>
                  </a:cubicBezTo>
                  <a:cubicBezTo>
                    <a:pt x="2488"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75" name="Google Shape;7675;p36"/>
            <p:cNvSpPr/>
            <p:nvPr/>
          </p:nvSpPr>
          <p:spPr>
            <a:xfrm>
              <a:off x="4275600" y="2561575"/>
              <a:ext cx="62225" cy="53425"/>
            </a:xfrm>
            <a:custGeom>
              <a:rect b="b" l="l" r="r" t="t"/>
              <a:pathLst>
                <a:path extrusionOk="0" h="2137" w="2489">
                  <a:moveTo>
                    <a:pt x="1066" y="0"/>
                  </a:moveTo>
                  <a:cubicBezTo>
                    <a:pt x="472" y="8"/>
                    <a:pt x="1" y="480"/>
                    <a:pt x="1" y="1073"/>
                  </a:cubicBezTo>
                  <a:cubicBezTo>
                    <a:pt x="1" y="1711"/>
                    <a:pt x="525" y="2137"/>
                    <a:pt x="1071" y="2137"/>
                  </a:cubicBezTo>
                  <a:cubicBezTo>
                    <a:pt x="1332" y="2137"/>
                    <a:pt x="1598" y="2039"/>
                    <a:pt x="1813" y="1821"/>
                  </a:cubicBezTo>
                  <a:cubicBezTo>
                    <a:pt x="2488" y="1154"/>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76" name="Google Shape;7676;p36"/>
            <p:cNvSpPr/>
            <p:nvPr/>
          </p:nvSpPr>
          <p:spPr>
            <a:xfrm>
              <a:off x="4275600" y="2485550"/>
              <a:ext cx="62225" cy="53300"/>
            </a:xfrm>
            <a:custGeom>
              <a:rect b="b" l="l" r="r" t="t"/>
              <a:pathLst>
                <a:path extrusionOk="0" h="2132" w="2489">
                  <a:moveTo>
                    <a:pt x="1066" y="1"/>
                  </a:moveTo>
                  <a:cubicBezTo>
                    <a:pt x="472" y="1"/>
                    <a:pt x="1" y="480"/>
                    <a:pt x="1" y="1066"/>
                  </a:cubicBezTo>
                  <a:cubicBezTo>
                    <a:pt x="1" y="1708"/>
                    <a:pt x="523" y="2131"/>
                    <a:pt x="1070" y="2131"/>
                  </a:cubicBezTo>
                  <a:cubicBezTo>
                    <a:pt x="1333" y="2131"/>
                    <a:pt x="1602" y="2033"/>
                    <a:pt x="1822" y="1814"/>
                  </a:cubicBezTo>
                  <a:cubicBezTo>
                    <a:pt x="2488"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77" name="Google Shape;7677;p36"/>
            <p:cNvSpPr/>
            <p:nvPr/>
          </p:nvSpPr>
          <p:spPr>
            <a:xfrm>
              <a:off x="4275600" y="2409350"/>
              <a:ext cx="62225" cy="53350"/>
            </a:xfrm>
            <a:custGeom>
              <a:rect b="b" l="l" r="r" t="t"/>
              <a:pathLst>
                <a:path extrusionOk="0" h="2134" w="2489">
                  <a:moveTo>
                    <a:pt x="1066" y="0"/>
                  </a:moveTo>
                  <a:cubicBezTo>
                    <a:pt x="472" y="0"/>
                    <a:pt x="1" y="480"/>
                    <a:pt x="1" y="1065"/>
                  </a:cubicBezTo>
                  <a:cubicBezTo>
                    <a:pt x="1" y="1709"/>
                    <a:pt x="526" y="2133"/>
                    <a:pt x="1072" y="2133"/>
                  </a:cubicBezTo>
                  <a:cubicBezTo>
                    <a:pt x="1333" y="2133"/>
                    <a:pt x="1598" y="2036"/>
                    <a:pt x="1813" y="1821"/>
                  </a:cubicBezTo>
                  <a:cubicBezTo>
                    <a:pt x="2488" y="1146"/>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78" name="Google Shape;7678;p36"/>
            <p:cNvSpPr/>
            <p:nvPr/>
          </p:nvSpPr>
          <p:spPr>
            <a:xfrm>
              <a:off x="4275600" y="2333125"/>
              <a:ext cx="62225" cy="53450"/>
            </a:xfrm>
            <a:custGeom>
              <a:rect b="b" l="l" r="r" t="t"/>
              <a:pathLst>
                <a:path extrusionOk="0" h="2138" w="2489">
                  <a:moveTo>
                    <a:pt x="1066" y="1"/>
                  </a:moveTo>
                  <a:cubicBezTo>
                    <a:pt x="472" y="1"/>
                    <a:pt x="1" y="480"/>
                    <a:pt x="1" y="1066"/>
                  </a:cubicBezTo>
                  <a:cubicBezTo>
                    <a:pt x="1" y="1709"/>
                    <a:pt x="526" y="2137"/>
                    <a:pt x="1072" y="2137"/>
                  </a:cubicBezTo>
                  <a:cubicBezTo>
                    <a:pt x="1333" y="2137"/>
                    <a:pt x="1598" y="2040"/>
                    <a:pt x="1813" y="1822"/>
                  </a:cubicBezTo>
                  <a:cubicBezTo>
                    <a:pt x="2488"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79" name="Google Shape;7679;p36"/>
            <p:cNvSpPr/>
            <p:nvPr/>
          </p:nvSpPr>
          <p:spPr>
            <a:xfrm>
              <a:off x="4275600" y="2256925"/>
              <a:ext cx="62350" cy="53425"/>
            </a:xfrm>
            <a:custGeom>
              <a:rect b="b" l="l" r="r" t="t"/>
              <a:pathLst>
                <a:path extrusionOk="0" h="2137" w="2494">
                  <a:moveTo>
                    <a:pt x="1076" y="0"/>
                  </a:moveTo>
                  <a:cubicBezTo>
                    <a:pt x="1072" y="0"/>
                    <a:pt x="1069" y="0"/>
                    <a:pt x="1066" y="0"/>
                  </a:cubicBezTo>
                  <a:cubicBezTo>
                    <a:pt x="472" y="0"/>
                    <a:pt x="1" y="480"/>
                    <a:pt x="1" y="1065"/>
                  </a:cubicBezTo>
                  <a:cubicBezTo>
                    <a:pt x="1" y="1709"/>
                    <a:pt x="526" y="2137"/>
                    <a:pt x="1074" y="2137"/>
                  </a:cubicBezTo>
                  <a:cubicBezTo>
                    <a:pt x="1336" y="2137"/>
                    <a:pt x="1604" y="2039"/>
                    <a:pt x="1822" y="1821"/>
                  </a:cubicBezTo>
                  <a:cubicBezTo>
                    <a:pt x="2494" y="1149"/>
                    <a:pt x="2020" y="0"/>
                    <a:pt x="1076"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80" name="Google Shape;7680;p36"/>
            <p:cNvSpPr/>
            <p:nvPr/>
          </p:nvSpPr>
          <p:spPr>
            <a:xfrm>
              <a:off x="4199400" y="2485550"/>
              <a:ext cx="62200" cy="53300"/>
            </a:xfrm>
            <a:custGeom>
              <a:rect b="b" l="l" r="r" t="t"/>
              <a:pathLst>
                <a:path extrusionOk="0" h="2132" w="2488">
                  <a:moveTo>
                    <a:pt x="1065" y="1"/>
                  </a:moveTo>
                  <a:cubicBezTo>
                    <a:pt x="480" y="1"/>
                    <a:pt x="0" y="472"/>
                    <a:pt x="0" y="1066"/>
                  </a:cubicBezTo>
                  <a:cubicBezTo>
                    <a:pt x="0" y="1708"/>
                    <a:pt x="522" y="2131"/>
                    <a:pt x="1069" y="2131"/>
                  </a:cubicBezTo>
                  <a:cubicBezTo>
                    <a:pt x="1333" y="2131"/>
                    <a:pt x="1602" y="2033"/>
                    <a:pt x="1821" y="1814"/>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81" name="Google Shape;7681;p36"/>
            <p:cNvSpPr/>
            <p:nvPr/>
          </p:nvSpPr>
          <p:spPr>
            <a:xfrm>
              <a:off x="4199400" y="2333125"/>
              <a:ext cx="62200" cy="53450"/>
            </a:xfrm>
            <a:custGeom>
              <a:rect b="b" l="l" r="r" t="t"/>
              <a:pathLst>
                <a:path extrusionOk="0" h="2138" w="2488">
                  <a:moveTo>
                    <a:pt x="1065" y="1"/>
                  </a:moveTo>
                  <a:cubicBezTo>
                    <a:pt x="480" y="1"/>
                    <a:pt x="0" y="480"/>
                    <a:pt x="0" y="1066"/>
                  </a:cubicBezTo>
                  <a:cubicBezTo>
                    <a:pt x="0" y="1709"/>
                    <a:pt x="525" y="2137"/>
                    <a:pt x="1074" y="2137"/>
                  </a:cubicBezTo>
                  <a:cubicBezTo>
                    <a:pt x="1336" y="2137"/>
                    <a:pt x="1603" y="2040"/>
                    <a:pt x="1821" y="1822"/>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82" name="Google Shape;7682;p36"/>
            <p:cNvSpPr/>
            <p:nvPr/>
          </p:nvSpPr>
          <p:spPr>
            <a:xfrm>
              <a:off x="4199400" y="2256925"/>
              <a:ext cx="62350" cy="53425"/>
            </a:xfrm>
            <a:custGeom>
              <a:rect b="b" l="l" r="r" t="t"/>
              <a:pathLst>
                <a:path extrusionOk="0" h="2137" w="2494">
                  <a:moveTo>
                    <a:pt x="1075" y="0"/>
                  </a:moveTo>
                  <a:cubicBezTo>
                    <a:pt x="1072" y="0"/>
                    <a:pt x="1068" y="0"/>
                    <a:pt x="1065" y="0"/>
                  </a:cubicBezTo>
                  <a:cubicBezTo>
                    <a:pt x="480" y="0"/>
                    <a:pt x="0" y="480"/>
                    <a:pt x="0" y="1065"/>
                  </a:cubicBezTo>
                  <a:cubicBezTo>
                    <a:pt x="0" y="1709"/>
                    <a:pt x="529" y="2137"/>
                    <a:pt x="1080" y="2137"/>
                  </a:cubicBezTo>
                  <a:cubicBezTo>
                    <a:pt x="1343" y="2137"/>
                    <a:pt x="1611" y="2039"/>
                    <a:pt x="1829" y="1821"/>
                  </a:cubicBezTo>
                  <a:cubicBezTo>
                    <a:pt x="2493" y="1149"/>
                    <a:pt x="2019" y="0"/>
                    <a:pt x="107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83" name="Google Shape;7683;p36"/>
            <p:cNvSpPr/>
            <p:nvPr/>
          </p:nvSpPr>
          <p:spPr>
            <a:xfrm>
              <a:off x="4123175" y="2333125"/>
              <a:ext cx="62425" cy="53450"/>
            </a:xfrm>
            <a:custGeom>
              <a:rect b="b" l="l" r="r" t="t"/>
              <a:pathLst>
                <a:path extrusionOk="0" h="2138" w="2497">
                  <a:moveTo>
                    <a:pt x="1065" y="1"/>
                  </a:moveTo>
                  <a:cubicBezTo>
                    <a:pt x="480" y="1"/>
                    <a:pt x="0" y="480"/>
                    <a:pt x="0" y="1066"/>
                  </a:cubicBezTo>
                  <a:cubicBezTo>
                    <a:pt x="0" y="1709"/>
                    <a:pt x="526" y="2137"/>
                    <a:pt x="1074" y="2137"/>
                  </a:cubicBezTo>
                  <a:cubicBezTo>
                    <a:pt x="1336" y="2137"/>
                    <a:pt x="1603" y="2040"/>
                    <a:pt x="1821" y="1822"/>
                  </a:cubicBezTo>
                  <a:cubicBezTo>
                    <a:pt x="2496" y="1147"/>
                    <a:pt x="2017"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84" name="Google Shape;7684;p36"/>
            <p:cNvSpPr/>
            <p:nvPr/>
          </p:nvSpPr>
          <p:spPr>
            <a:xfrm>
              <a:off x="4123175" y="2256925"/>
              <a:ext cx="62350" cy="53425"/>
            </a:xfrm>
            <a:custGeom>
              <a:rect b="b" l="l" r="r" t="t"/>
              <a:pathLst>
                <a:path extrusionOk="0" h="2137" w="2494">
                  <a:moveTo>
                    <a:pt x="1076" y="0"/>
                  </a:moveTo>
                  <a:cubicBezTo>
                    <a:pt x="1072" y="0"/>
                    <a:pt x="1069" y="0"/>
                    <a:pt x="1065" y="0"/>
                  </a:cubicBezTo>
                  <a:cubicBezTo>
                    <a:pt x="480" y="0"/>
                    <a:pt x="0" y="480"/>
                    <a:pt x="0" y="1065"/>
                  </a:cubicBezTo>
                  <a:cubicBezTo>
                    <a:pt x="0" y="1709"/>
                    <a:pt x="529" y="2137"/>
                    <a:pt x="1080" y="2137"/>
                  </a:cubicBezTo>
                  <a:cubicBezTo>
                    <a:pt x="1343" y="2137"/>
                    <a:pt x="1612" y="2039"/>
                    <a:pt x="1830" y="1821"/>
                  </a:cubicBezTo>
                  <a:cubicBezTo>
                    <a:pt x="2494" y="1149"/>
                    <a:pt x="2028" y="0"/>
                    <a:pt x="1076"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7685" name="Google Shape;7685;p36"/>
          <p:cNvGrpSpPr/>
          <p:nvPr/>
        </p:nvGrpSpPr>
        <p:grpSpPr>
          <a:xfrm>
            <a:off x="5834043" y="994977"/>
            <a:ext cx="2590840" cy="1380235"/>
            <a:chOff x="233350" y="949250"/>
            <a:chExt cx="7137300" cy="3802300"/>
          </a:xfrm>
        </p:grpSpPr>
        <p:sp>
          <p:nvSpPr>
            <p:cNvPr id="7686" name="Google Shape;7686;p36"/>
            <p:cNvSpPr/>
            <p:nvPr/>
          </p:nvSpPr>
          <p:spPr>
            <a:xfrm>
              <a:off x="4428450" y="2808675"/>
              <a:ext cx="1478900" cy="330100"/>
            </a:xfrm>
            <a:custGeom>
              <a:rect b="b" l="l" r="r" t="t"/>
              <a:pathLst>
                <a:path extrusionOk="0" h="13204" w="59156">
                  <a:moveTo>
                    <a:pt x="1" y="0"/>
                  </a:moveTo>
                  <a:lnTo>
                    <a:pt x="1" y="0"/>
                  </a:lnTo>
                  <a:close/>
                  <a:moveTo>
                    <a:pt x="59155" y="13203"/>
                  </a:moveTo>
                  <a:close/>
                </a:path>
              </a:pathLst>
            </a:custGeom>
            <a:solidFill>
              <a:srgbClr val="A5B7C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87" name="Google Shape;7687;p36"/>
            <p:cNvSpPr/>
            <p:nvPr/>
          </p:nvSpPr>
          <p:spPr>
            <a:xfrm>
              <a:off x="2909400" y="1076125"/>
              <a:ext cx="4118650" cy="3109225"/>
            </a:xfrm>
            <a:custGeom>
              <a:rect b="b" l="l" r="r" t="t"/>
              <a:pathLst>
                <a:path extrusionOk="0" h="124369" w="164746">
                  <a:moveTo>
                    <a:pt x="49520" y="11070"/>
                  </a:moveTo>
                  <a:cubicBezTo>
                    <a:pt x="49737" y="11070"/>
                    <a:pt x="49861" y="11136"/>
                    <a:pt x="49875" y="11358"/>
                  </a:cubicBezTo>
                  <a:cubicBezTo>
                    <a:pt x="49875" y="11575"/>
                    <a:pt x="49818" y="11698"/>
                    <a:pt x="49684" y="11698"/>
                  </a:cubicBezTo>
                  <a:cubicBezTo>
                    <a:pt x="49636" y="11698"/>
                    <a:pt x="49580" y="11683"/>
                    <a:pt x="49512" y="11651"/>
                  </a:cubicBezTo>
                  <a:cubicBezTo>
                    <a:pt x="49305" y="11565"/>
                    <a:pt x="49115" y="11444"/>
                    <a:pt x="48925" y="11323"/>
                  </a:cubicBezTo>
                  <a:lnTo>
                    <a:pt x="49339" y="11081"/>
                  </a:lnTo>
                  <a:cubicBezTo>
                    <a:pt x="49405" y="11074"/>
                    <a:pt x="49465" y="11070"/>
                    <a:pt x="49520" y="11070"/>
                  </a:cubicBezTo>
                  <a:close/>
                  <a:moveTo>
                    <a:pt x="46983" y="11081"/>
                  </a:moveTo>
                  <a:cubicBezTo>
                    <a:pt x="47014" y="11081"/>
                    <a:pt x="47051" y="11087"/>
                    <a:pt x="47093" y="11098"/>
                  </a:cubicBezTo>
                  <a:cubicBezTo>
                    <a:pt x="47369" y="11185"/>
                    <a:pt x="47870" y="11168"/>
                    <a:pt x="47767" y="11686"/>
                  </a:cubicBezTo>
                  <a:cubicBezTo>
                    <a:pt x="47732" y="11893"/>
                    <a:pt x="47888" y="12274"/>
                    <a:pt x="47490" y="12343"/>
                  </a:cubicBezTo>
                  <a:cubicBezTo>
                    <a:pt x="47110" y="12222"/>
                    <a:pt x="46834" y="11893"/>
                    <a:pt x="46799" y="11496"/>
                  </a:cubicBezTo>
                  <a:cubicBezTo>
                    <a:pt x="46784" y="11302"/>
                    <a:pt x="46782" y="11081"/>
                    <a:pt x="46983" y="11081"/>
                  </a:cubicBezTo>
                  <a:close/>
                  <a:moveTo>
                    <a:pt x="38158" y="11530"/>
                  </a:moveTo>
                  <a:cubicBezTo>
                    <a:pt x="38279" y="11530"/>
                    <a:pt x="38417" y="11703"/>
                    <a:pt x="38642" y="11876"/>
                  </a:cubicBezTo>
                  <a:cubicBezTo>
                    <a:pt x="38366" y="12118"/>
                    <a:pt x="38089" y="12360"/>
                    <a:pt x="37778" y="12585"/>
                  </a:cubicBezTo>
                  <a:cubicBezTo>
                    <a:pt x="35549" y="13967"/>
                    <a:pt x="35514" y="15903"/>
                    <a:pt x="37692" y="17268"/>
                  </a:cubicBezTo>
                  <a:cubicBezTo>
                    <a:pt x="38003" y="17458"/>
                    <a:pt x="38227" y="17631"/>
                    <a:pt x="38158" y="18080"/>
                  </a:cubicBezTo>
                  <a:cubicBezTo>
                    <a:pt x="38106" y="18529"/>
                    <a:pt x="37951" y="18599"/>
                    <a:pt x="37553" y="18737"/>
                  </a:cubicBezTo>
                  <a:cubicBezTo>
                    <a:pt x="36568" y="19117"/>
                    <a:pt x="36309" y="19981"/>
                    <a:pt x="36378" y="20949"/>
                  </a:cubicBezTo>
                  <a:cubicBezTo>
                    <a:pt x="36427" y="21679"/>
                    <a:pt x="36279" y="22143"/>
                    <a:pt x="35819" y="22143"/>
                  </a:cubicBezTo>
                  <a:cubicBezTo>
                    <a:pt x="35625" y="22143"/>
                    <a:pt x="35377" y="22061"/>
                    <a:pt x="35065" y="21882"/>
                  </a:cubicBezTo>
                  <a:cubicBezTo>
                    <a:pt x="34913" y="21798"/>
                    <a:pt x="34745" y="21754"/>
                    <a:pt x="34578" y="21754"/>
                  </a:cubicBezTo>
                  <a:cubicBezTo>
                    <a:pt x="34403" y="21754"/>
                    <a:pt x="34230" y="21802"/>
                    <a:pt x="34080" y="21899"/>
                  </a:cubicBezTo>
                  <a:cubicBezTo>
                    <a:pt x="33134" y="22372"/>
                    <a:pt x="32094" y="22613"/>
                    <a:pt x="31041" y="22613"/>
                  </a:cubicBezTo>
                  <a:cubicBezTo>
                    <a:pt x="30747" y="22613"/>
                    <a:pt x="30451" y="22594"/>
                    <a:pt x="30157" y="22556"/>
                  </a:cubicBezTo>
                  <a:cubicBezTo>
                    <a:pt x="29915" y="22521"/>
                    <a:pt x="29759" y="22608"/>
                    <a:pt x="29829" y="22262"/>
                  </a:cubicBezTo>
                  <a:lnTo>
                    <a:pt x="29829" y="22262"/>
                  </a:lnTo>
                  <a:lnTo>
                    <a:pt x="29829" y="22279"/>
                  </a:lnTo>
                  <a:cubicBezTo>
                    <a:pt x="29898" y="21986"/>
                    <a:pt x="29984" y="21882"/>
                    <a:pt x="30364" y="21830"/>
                  </a:cubicBezTo>
                  <a:cubicBezTo>
                    <a:pt x="31505" y="21675"/>
                    <a:pt x="32836" y="21467"/>
                    <a:pt x="33354" y="20361"/>
                  </a:cubicBezTo>
                  <a:cubicBezTo>
                    <a:pt x="33821" y="19342"/>
                    <a:pt x="33872" y="18184"/>
                    <a:pt x="34927" y="17458"/>
                  </a:cubicBezTo>
                  <a:cubicBezTo>
                    <a:pt x="35238" y="17216"/>
                    <a:pt x="34978" y="16836"/>
                    <a:pt x="34667" y="16594"/>
                  </a:cubicBezTo>
                  <a:cubicBezTo>
                    <a:pt x="33216" y="15436"/>
                    <a:pt x="33907" y="14572"/>
                    <a:pt x="35099" y="13846"/>
                  </a:cubicBezTo>
                  <a:cubicBezTo>
                    <a:pt x="35860" y="13380"/>
                    <a:pt x="36724" y="13086"/>
                    <a:pt x="37018" y="12066"/>
                  </a:cubicBezTo>
                  <a:cubicBezTo>
                    <a:pt x="37156" y="11582"/>
                    <a:pt x="37709" y="11548"/>
                    <a:pt x="38158" y="11530"/>
                  </a:cubicBezTo>
                  <a:close/>
                  <a:moveTo>
                    <a:pt x="46802" y="32066"/>
                  </a:moveTo>
                  <a:cubicBezTo>
                    <a:pt x="47245" y="32066"/>
                    <a:pt x="47720" y="32469"/>
                    <a:pt x="47888" y="33080"/>
                  </a:cubicBezTo>
                  <a:cubicBezTo>
                    <a:pt x="48059" y="33754"/>
                    <a:pt x="48393" y="34225"/>
                    <a:pt x="48918" y="34225"/>
                  </a:cubicBezTo>
                  <a:cubicBezTo>
                    <a:pt x="49080" y="34225"/>
                    <a:pt x="49261" y="34181"/>
                    <a:pt x="49460" y="34083"/>
                  </a:cubicBezTo>
                  <a:cubicBezTo>
                    <a:pt x="50103" y="33764"/>
                    <a:pt x="50701" y="33627"/>
                    <a:pt x="51269" y="33627"/>
                  </a:cubicBezTo>
                  <a:cubicBezTo>
                    <a:pt x="52489" y="33627"/>
                    <a:pt x="53566" y="34260"/>
                    <a:pt x="54628" y="35085"/>
                  </a:cubicBezTo>
                  <a:cubicBezTo>
                    <a:pt x="54818" y="35223"/>
                    <a:pt x="55008" y="35396"/>
                    <a:pt x="55163" y="35586"/>
                  </a:cubicBezTo>
                  <a:cubicBezTo>
                    <a:pt x="55543" y="36053"/>
                    <a:pt x="56684" y="36070"/>
                    <a:pt x="56321" y="36917"/>
                  </a:cubicBezTo>
                  <a:lnTo>
                    <a:pt x="56321" y="36934"/>
                  </a:lnTo>
                  <a:cubicBezTo>
                    <a:pt x="56149" y="37350"/>
                    <a:pt x="55751" y="37415"/>
                    <a:pt x="55318" y="37415"/>
                  </a:cubicBezTo>
                  <a:cubicBezTo>
                    <a:pt x="55122" y="37415"/>
                    <a:pt x="54919" y="37401"/>
                    <a:pt x="54727" y="37401"/>
                  </a:cubicBezTo>
                  <a:cubicBezTo>
                    <a:pt x="54620" y="37401"/>
                    <a:pt x="54517" y="37405"/>
                    <a:pt x="54420" y="37418"/>
                  </a:cubicBezTo>
                  <a:cubicBezTo>
                    <a:pt x="54278" y="37432"/>
                    <a:pt x="54136" y="37440"/>
                    <a:pt x="53995" y="37440"/>
                  </a:cubicBezTo>
                  <a:cubicBezTo>
                    <a:pt x="53292" y="37440"/>
                    <a:pt x="52602" y="37262"/>
                    <a:pt x="51983" y="36917"/>
                  </a:cubicBezTo>
                  <a:cubicBezTo>
                    <a:pt x="51332" y="36539"/>
                    <a:pt x="50680" y="36418"/>
                    <a:pt x="50028" y="36418"/>
                  </a:cubicBezTo>
                  <a:cubicBezTo>
                    <a:pt x="48867" y="36418"/>
                    <a:pt x="47706" y="36802"/>
                    <a:pt x="46545" y="36802"/>
                  </a:cubicBezTo>
                  <a:cubicBezTo>
                    <a:pt x="46302" y="36802"/>
                    <a:pt x="46058" y="36785"/>
                    <a:pt x="45814" y="36744"/>
                  </a:cubicBezTo>
                  <a:cubicBezTo>
                    <a:pt x="44881" y="36588"/>
                    <a:pt x="44552" y="36105"/>
                    <a:pt x="44673" y="35241"/>
                  </a:cubicBezTo>
                  <a:cubicBezTo>
                    <a:pt x="44846" y="34083"/>
                    <a:pt x="45537" y="33115"/>
                    <a:pt x="46263" y="32320"/>
                  </a:cubicBezTo>
                  <a:cubicBezTo>
                    <a:pt x="46417" y="32145"/>
                    <a:pt x="46607" y="32066"/>
                    <a:pt x="46802" y="32066"/>
                  </a:cubicBezTo>
                  <a:close/>
                  <a:moveTo>
                    <a:pt x="64554" y="31370"/>
                  </a:moveTo>
                  <a:cubicBezTo>
                    <a:pt x="64860" y="31370"/>
                    <a:pt x="65185" y="31437"/>
                    <a:pt x="65532" y="31594"/>
                  </a:cubicBezTo>
                  <a:cubicBezTo>
                    <a:pt x="65878" y="31767"/>
                    <a:pt x="65930" y="32251"/>
                    <a:pt x="65636" y="32493"/>
                  </a:cubicBezTo>
                  <a:cubicBezTo>
                    <a:pt x="64063" y="34065"/>
                    <a:pt x="64184" y="35085"/>
                    <a:pt x="65895" y="36588"/>
                  </a:cubicBezTo>
                  <a:cubicBezTo>
                    <a:pt x="67243" y="37815"/>
                    <a:pt x="67762" y="39544"/>
                    <a:pt x="68211" y="41237"/>
                  </a:cubicBezTo>
                  <a:cubicBezTo>
                    <a:pt x="68364" y="41802"/>
                    <a:pt x="68057" y="41990"/>
                    <a:pt x="67435" y="41990"/>
                  </a:cubicBezTo>
                  <a:cubicBezTo>
                    <a:pt x="67353" y="41990"/>
                    <a:pt x="67266" y="41986"/>
                    <a:pt x="67174" y="41980"/>
                  </a:cubicBezTo>
                  <a:cubicBezTo>
                    <a:pt x="66517" y="41064"/>
                    <a:pt x="64271" y="41825"/>
                    <a:pt x="64547" y="39146"/>
                  </a:cubicBezTo>
                  <a:lnTo>
                    <a:pt x="64547" y="39146"/>
                  </a:lnTo>
                  <a:lnTo>
                    <a:pt x="64547" y="39181"/>
                  </a:lnTo>
                  <a:cubicBezTo>
                    <a:pt x="64685" y="37885"/>
                    <a:pt x="63113" y="36295"/>
                    <a:pt x="62076" y="35050"/>
                  </a:cubicBezTo>
                  <a:cubicBezTo>
                    <a:pt x="61281" y="34100"/>
                    <a:pt x="61385" y="33288"/>
                    <a:pt x="62076" y="32683"/>
                  </a:cubicBezTo>
                  <a:cubicBezTo>
                    <a:pt x="62786" y="32052"/>
                    <a:pt x="63577" y="31370"/>
                    <a:pt x="64554" y="31370"/>
                  </a:cubicBezTo>
                  <a:close/>
                  <a:moveTo>
                    <a:pt x="30705" y="33465"/>
                  </a:moveTo>
                  <a:cubicBezTo>
                    <a:pt x="30874" y="33465"/>
                    <a:pt x="31043" y="33637"/>
                    <a:pt x="31090" y="33720"/>
                  </a:cubicBezTo>
                  <a:cubicBezTo>
                    <a:pt x="31920" y="35120"/>
                    <a:pt x="33579" y="35258"/>
                    <a:pt x="34719" y="36226"/>
                  </a:cubicBezTo>
                  <a:cubicBezTo>
                    <a:pt x="36205" y="37487"/>
                    <a:pt x="36275" y="39354"/>
                    <a:pt x="37191" y="40822"/>
                  </a:cubicBezTo>
                  <a:cubicBezTo>
                    <a:pt x="37484" y="41289"/>
                    <a:pt x="37571" y="41980"/>
                    <a:pt x="37968" y="42274"/>
                  </a:cubicBezTo>
                  <a:cubicBezTo>
                    <a:pt x="38403" y="42594"/>
                    <a:pt x="39075" y="43217"/>
                    <a:pt x="39556" y="43217"/>
                  </a:cubicBezTo>
                  <a:cubicBezTo>
                    <a:pt x="39725" y="43217"/>
                    <a:pt x="39870" y="43141"/>
                    <a:pt x="39973" y="42948"/>
                  </a:cubicBezTo>
                  <a:cubicBezTo>
                    <a:pt x="40336" y="42274"/>
                    <a:pt x="41234" y="41289"/>
                    <a:pt x="40543" y="40183"/>
                  </a:cubicBezTo>
                  <a:cubicBezTo>
                    <a:pt x="40301" y="39803"/>
                    <a:pt x="39610" y="39215"/>
                    <a:pt x="40284" y="38904"/>
                  </a:cubicBezTo>
                  <a:cubicBezTo>
                    <a:pt x="40592" y="38765"/>
                    <a:pt x="41024" y="38302"/>
                    <a:pt x="41439" y="38302"/>
                  </a:cubicBezTo>
                  <a:cubicBezTo>
                    <a:pt x="41746" y="38302"/>
                    <a:pt x="42043" y="38557"/>
                    <a:pt x="42271" y="39388"/>
                  </a:cubicBezTo>
                  <a:cubicBezTo>
                    <a:pt x="42782" y="41200"/>
                    <a:pt x="43748" y="43327"/>
                    <a:pt x="46038" y="43327"/>
                  </a:cubicBezTo>
                  <a:cubicBezTo>
                    <a:pt x="46150" y="43327"/>
                    <a:pt x="46266" y="43321"/>
                    <a:pt x="46384" y="43311"/>
                  </a:cubicBezTo>
                  <a:cubicBezTo>
                    <a:pt x="46463" y="43304"/>
                    <a:pt x="46542" y="43300"/>
                    <a:pt x="46620" y="43300"/>
                  </a:cubicBezTo>
                  <a:cubicBezTo>
                    <a:pt x="47585" y="43300"/>
                    <a:pt x="48526" y="43802"/>
                    <a:pt x="49487" y="43802"/>
                  </a:cubicBezTo>
                  <a:cubicBezTo>
                    <a:pt x="49955" y="43802"/>
                    <a:pt x="50429" y="43683"/>
                    <a:pt x="50912" y="43328"/>
                  </a:cubicBezTo>
                  <a:cubicBezTo>
                    <a:pt x="51106" y="43191"/>
                    <a:pt x="51242" y="43135"/>
                    <a:pt x="51336" y="43135"/>
                  </a:cubicBezTo>
                  <a:cubicBezTo>
                    <a:pt x="51643" y="43135"/>
                    <a:pt x="51508" y="43736"/>
                    <a:pt x="51534" y="44054"/>
                  </a:cubicBezTo>
                  <a:cubicBezTo>
                    <a:pt x="51845" y="45488"/>
                    <a:pt x="50843" y="46629"/>
                    <a:pt x="50618" y="47942"/>
                  </a:cubicBezTo>
                  <a:cubicBezTo>
                    <a:pt x="50585" y="48144"/>
                    <a:pt x="50240" y="48444"/>
                    <a:pt x="50046" y="48444"/>
                  </a:cubicBezTo>
                  <a:cubicBezTo>
                    <a:pt x="50041" y="48444"/>
                    <a:pt x="50036" y="48444"/>
                    <a:pt x="50031" y="48444"/>
                  </a:cubicBezTo>
                  <a:cubicBezTo>
                    <a:pt x="49523" y="48389"/>
                    <a:pt x="49010" y="48372"/>
                    <a:pt x="48494" y="48372"/>
                  </a:cubicBezTo>
                  <a:cubicBezTo>
                    <a:pt x="47534" y="48372"/>
                    <a:pt x="46564" y="48433"/>
                    <a:pt x="45600" y="48433"/>
                  </a:cubicBezTo>
                  <a:cubicBezTo>
                    <a:pt x="43779" y="48433"/>
                    <a:pt x="41984" y="48215"/>
                    <a:pt x="40336" y="46957"/>
                  </a:cubicBezTo>
                  <a:cubicBezTo>
                    <a:pt x="40033" y="46726"/>
                    <a:pt x="39675" y="46623"/>
                    <a:pt x="39308" y="46623"/>
                  </a:cubicBezTo>
                  <a:cubicBezTo>
                    <a:pt x="38250" y="46623"/>
                    <a:pt x="37116" y="47478"/>
                    <a:pt x="37000" y="48582"/>
                  </a:cubicBezTo>
                  <a:cubicBezTo>
                    <a:pt x="36972" y="48947"/>
                    <a:pt x="36796" y="49426"/>
                    <a:pt x="36527" y="49426"/>
                  </a:cubicBezTo>
                  <a:cubicBezTo>
                    <a:pt x="36465" y="49426"/>
                    <a:pt x="36398" y="49400"/>
                    <a:pt x="36326" y="49342"/>
                  </a:cubicBezTo>
                  <a:cubicBezTo>
                    <a:pt x="35376" y="48582"/>
                    <a:pt x="34045" y="48772"/>
                    <a:pt x="33147" y="47752"/>
                  </a:cubicBezTo>
                  <a:cubicBezTo>
                    <a:pt x="32334" y="46819"/>
                    <a:pt x="30900" y="46785"/>
                    <a:pt x="29673" y="46525"/>
                  </a:cubicBezTo>
                  <a:cubicBezTo>
                    <a:pt x="28913" y="46370"/>
                    <a:pt x="27807" y="46422"/>
                    <a:pt x="28567" y="44953"/>
                  </a:cubicBezTo>
                  <a:cubicBezTo>
                    <a:pt x="28982" y="44158"/>
                    <a:pt x="29034" y="43000"/>
                    <a:pt x="28515" y="42257"/>
                  </a:cubicBezTo>
                  <a:cubicBezTo>
                    <a:pt x="28230" y="41853"/>
                    <a:pt x="27848" y="41722"/>
                    <a:pt x="27412" y="41722"/>
                  </a:cubicBezTo>
                  <a:cubicBezTo>
                    <a:pt x="27028" y="41722"/>
                    <a:pt x="26602" y="41823"/>
                    <a:pt x="26165" y="41928"/>
                  </a:cubicBezTo>
                  <a:cubicBezTo>
                    <a:pt x="25497" y="42091"/>
                    <a:pt x="24818" y="42128"/>
                    <a:pt x="24133" y="42128"/>
                  </a:cubicBezTo>
                  <a:cubicBezTo>
                    <a:pt x="23569" y="42128"/>
                    <a:pt x="23001" y="42103"/>
                    <a:pt x="22432" y="42103"/>
                  </a:cubicBezTo>
                  <a:cubicBezTo>
                    <a:pt x="21707" y="42103"/>
                    <a:pt x="20980" y="42143"/>
                    <a:pt x="20255" y="42326"/>
                  </a:cubicBezTo>
                  <a:cubicBezTo>
                    <a:pt x="19287" y="42585"/>
                    <a:pt x="18319" y="42862"/>
                    <a:pt x="17559" y="43380"/>
                  </a:cubicBezTo>
                  <a:cubicBezTo>
                    <a:pt x="17082" y="43705"/>
                    <a:pt x="16613" y="43798"/>
                    <a:pt x="16149" y="43798"/>
                  </a:cubicBezTo>
                  <a:cubicBezTo>
                    <a:pt x="15538" y="43798"/>
                    <a:pt x="14935" y="43638"/>
                    <a:pt x="14326" y="43638"/>
                  </a:cubicBezTo>
                  <a:cubicBezTo>
                    <a:pt x="14292" y="43638"/>
                    <a:pt x="14258" y="43638"/>
                    <a:pt x="14223" y="43639"/>
                  </a:cubicBezTo>
                  <a:cubicBezTo>
                    <a:pt x="14120" y="43622"/>
                    <a:pt x="14016" y="43570"/>
                    <a:pt x="13930" y="43466"/>
                  </a:cubicBezTo>
                  <a:cubicBezTo>
                    <a:pt x="14043" y="43169"/>
                    <a:pt x="14308" y="43115"/>
                    <a:pt x="14562" y="43115"/>
                  </a:cubicBezTo>
                  <a:cubicBezTo>
                    <a:pt x="14617" y="43115"/>
                    <a:pt x="14672" y="43118"/>
                    <a:pt x="14725" y="43121"/>
                  </a:cubicBezTo>
                  <a:cubicBezTo>
                    <a:pt x="14838" y="43129"/>
                    <a:pt x="14949" y="43134"/>
                    <a:pt x="15058" y="43134"/>
                  </a:cubicBezTo>
                  <a:cubicBezTo>
                    <a:pt x="16723" y="43134"/>
                    <a:pt x="17967" y="42165"/>
                    <a:pt x="18388" y="40771"/>
                  </a:cubicBezTo>
                  <a:cubicBezTo>
                    <a:pt x="18976" y="38921"/>
                    <a:pt x="20808" y="38282"/>
                    <a:pt x="21482" y="37090"/>
                  </a:cubicBezTo>
                  <a:cubicBezTo>
                    <a:pt x="22174" y="35865"/>
                    <a:pt x="22770" y="35535"/>
                    <a:pt x="23579" y="35535"/>
                  </a:cubicBezTo>
                  <a:cubicBezTo>
                    <a:pt x="23899" y="35535"/>
                    <a:pt x="24254" y="35587"/>
                    <a:pt x="24661" y="35655"/>
                  </a:cubicBezTo>
                  <a:cubicBezTo>
                    <a:pt x="24682" y="35658"/>
                    <a:pt x="24703" y="35660"/>
                    <a:pt x="24725" y="35660"/>
                  </a:cubicBezTo>
                  <a:cubicBezTo>
                    <a:pt x="25065" y="35660"/>
                    <a:pt x="25513" y="35293"/>
                    <a:pt x="25854" y="35033"/>
                  </a:cubicBezTo>
                  <a:cubicBezTo>
                    <a:pt x="26267" y="34730"/>
                    <a:pt x="26584" y="34570"/>
                    <a:pt x="26849" y="34570"/>
                  </a:cubicBezTo>
                  <a:cubicBezTo>
                    <a:pt x="27249" y="34570"/>
                    <a:pt x="27529" y="34935"/>
                    <a:pt x="27841" y="35724"/>
                  </a:cubicBezTo>
                  <a:cubicBezTo>
                    <a:pt x="28325" y="36969"/>
                    <a:pt x="29742" y="37574"/>
                    <a:pt x="30952" y="38161"/>
                  </a:cubicBezTo>
                  <a:cubicBezTo>
                    <a:pt x="31712" y="38524"/>
                    <a:pt x="32732" y="38852"/>
                    <a:pt x="32680" y="39716"/>
                  </a:cubicBezTo>
                  <a:cubicBezTo>
                    <a:pt x="32594" y="40753"/>
                    <a:pt x="31488" y="40546"/>
                    <a:pt x="30710" y="40615"/>
                  </a:cubicBezTo>
                  <a:cubicBezTo>
                    <a:pt x="30312" y="40650"/>
                    <a:pt x="29794" y="40598"/>
                    <a:pt x="29673" y="41134"/>
                  </a:cubicBezTo>
                  <a:cubicBezTo>
                    <a:pt x="29552" y="41669"/>
                    <a:pt x="30036" y="41825"/>
                    <a:pt x="30382" y="42032"/>
                  </a:cubicBezTo>
                  <a:cubicBezTo>
                    <a:pt x="30898" y="42336"/>
                    <a:pt x="31474" y="42934"/>
                    <a:pt x="32011" y="42934"/>
                  </a:cubicBezTo>
                  <a:cubicBezTo>
                    <a:pt x="32175" y="42934"/>
                    <a:pt x="32336" y="42878"/>
                    <a:pt x="32490" y="42741"/>
                  </a:cubicBezTo>
                  <a:cubicBezTo>
                    <a:pt x="33354" y="41963"/>
                    <a:pt x="33890" y="40788"/>
                    <a:pt x="34512" y="39751"/>
                  </a:cubicBezTo>
                  <a:cubicBezTo>
                    <a:pt x="34586" y="39617"/>
                    <a:pt x="34289" y="39329"/>
                    <a:pt x="34602" y="39329"/>
                  </a:cubicBezTo>
                  <a:cubicBezTo>
                    <a:pt x="34653" y="39329"/>
                    <a:pt x="34719" y="39337"/>
                    <a:pt x="34806" y="39354"/>
                  </a:cubicBezTo>
                  <a:cubicBezTo>
                    <a:pt x="34890" y="39373"/>
                    <a:pt x="34965" y="39381"/>
                    <a:pt x="35031" y="39381"/>
                  </a:cubicBezTo>
                  <a:cubicBezTo>
                    <a:pt x="35567" y="39381"/>
                    <a:pt x="35557" y="38814"/>
                    <a:pt x="35341" y="38507"/>
                  </a:cubicBezTo>
                  <a:cubicBezTo>
                    <a:pt x="34806" y="37781"/>
                    <a:pt x="34546" y="36658"/>
                    <a:pt x="33561" y="36468"/>
                  </a:cubicBezTo>
                  <a:cubicBezTo>
                    <a:pt x="32248" y="36208"/>
                    <a:pt x="31591" y="35206"/>
                    <a:pt x="30727" y="34411"/>
                  </a:cubicBezTo>
                  <a:cubicBezTo>
                    <a:pt x="30468" y="34169"/>
                    <a:pt x="30278" y="33910"/>
                    <a:pt x="30485" y="33599"/>
                  </a:cubicBezTo>
                  <a:cubicBezTo>
                    <a:pt x="30551" y="33501"/>
                    <a:pt x="30628" y="33465"/>
                    <a:pt x="30705" y="33465"/>
                  </a:cubicBezTo>
                  <a:close/>
                  <a:moveTo>
                    <a:pt x="65829" y="50622"/>
                  </a:moveTo>
                  <a:cubicBezTo>
                    <a:pt x="66138" y="50622"/>
                    <a:pt x="66376" y="50877"/>
                    <a:pt x="66569" y="51209"/>
                  </a:cubicBezTo>
                  <a:cubicBezTo>
                    <a:pt x="67601" y="52923"/>
                    <a:pt x="68767" y="54401"/>
                    <a:pt x="70703" y="54401"/>
                  </a:cubicBezTo>
                  <a:cubicBezTo>
                    <a:pt x="71167" y="54401"/>
                    <a:pt x="71676" y="54316"/>
                    <a:pt x="72237" y="54129"/>
                  </a:cubicBezTo>
                  <a:cubicBezTo>
                    <a:pt x="72263" y="54119"/>
                    <a:pt x="72291" y="54114"/>
                    <a:pt x="72320" y="54114"/>
                  </a:cubicBezTo>
                  <a:cubicBezTo>
                    <a:pt x="72487" y="54114"/>
                    <a:pt x="72701" y="54260"/>
                    <a:pt x="72877" y="54319"/>
                  </a:cubicBezTo>
                  <a:cubicBezTo>
                    <a:pt x="72687" y="54406"/>
                    <a:pt x="72514" y="54527"/>
                    <a:pt x="72358" y="54665"/>
                  </a:cubicBezTo>
                  <a:lnTo>
                    <a:pt x="72358" y="54682"/>
                  </a:lnTo>
                  <a:cubicBezTo>
                    <a:pt x="71675" y="55659"/>
                    <a:pt x="71022" y="56681"/>
                    <a:pt x="69648" y="56681"/>
                  </a:cubicBezTo>
                  <a:cubicBezTo>
                    <a:pt x="69564" y="56681"/>
                    <a:pt x="69476" y="56678"/>
                    <a:pt x="69386" y="56669"/>
                  </a:cubicBezTo>
                  <a:cubicBezTo>
                    <a:pt x="69196" y="56600"/>
                    <a:pt x="68850" y="56549"/>
                    <a:pt x="68850" y="56445"/>
                  </a:cubicBezTo>
                  <a:cubicBezTo>
                    <a:pt x="68660" y="54216"/>
                    <a:pt x="66258" y="53559"/>
                    <a:pt x="65532" y="51727"/>
                  </a:cubicBezTo>
                  <a:cubicBezTo>
                    <a:pt x="65394" y="51381"/>
                    <a:pt x="64945" y="50932"/>
                    <a:pt x="65584" y="50673"/>
                  </a:cubicBezTo>
                  <a:cubicBezTo>
                    <a:pt x="65670" y="50638"/>
                    <a:pt x="65752" y="50622"/>
                    <a:pt x="65829" y="50622"/>
                  </a:cubicBezTo>
                  <a:close/>
                  <a:moveTo>
                    <a:pt x="50497" y="52695"/>
                  </a:moveTo>
                  <a:lnTo>
                    <a:pt x="50497" y="52695"/>
                  </a:lnTo>
                  <a:cubicBezTo>
                    <a:pt x="51016" y="52885"/>
                    <a:pt x="51863" y="52937"/>
                    <a:pt x="52001" y="53265"/>
                  </a:cubicBezTo>
                  <a:cubicBezTo>
                    <a:pt x="53055" y="55840"/>
                    <a:pt x="55734" y="57464"/>
                    <a:pt x="56114" y="60420"/>
                  </a:cubicBezTo>
                  <a:cubicBezTo>
                    <a:pt x="56252" y="61439"/>
                    <a:pt x="57323" y="61802"/>
                    <a:pt x="57859" y="62580"/>
                  </a:cubicBezTo>
                  <a:cubicBezTo>
                    <a:pt x="59294" y="64654"/>
                    <a:pt x="60106" y="66952"/>
                    <a:pt x="60763" y="69337"/>
                  </a:cubicBezTo>
                  <a:cubicBezTo>
                    <a:pt x="58533" y="67643"/>
                    <a:pt x="56615" y="65656"/>
                    <a:pt x="55336" y="63133"/>
                  </a:cubicBezTo>
                  <a:cubicBezTo>
                    <a:pt x="55198" y="62874"/>
                    <a:pt x="55008" y="62614"/>
                    <a:pt x="55008" y="62355"/>
                  </a:cubicBezTo>
                  <a:cubicBezTo>
                    <a:pt x="54990" y="58916"/>
                    <a:pt x="52139" y="56739"/>
                    <a:pt x="51189" y="53697"/>
                  </a:cubicBezTo>
                  <a:cubicBezTo>
                    <a:pt x="51085" y="53334"/>
                    <a:pt x="50739" y="53040"/>
                    <a:pt x="50497" y="52695"/>
                  </a:cubicBezTo>
                  <a:close/>
                  <a:moveTo>
                    <a:pt x="87976" y="1"/>
                  </a:moveTo>
                  <a:cubicBezTo>
                    <a:pt x="87018" y="1"/>
                    <a:pt x="85745" y="1010"/>
                    <a:pt x="84455" y="1127"/>
                  </a:cubicBezTo>
                  <a:cubicBezTo>
                    <a:pt x="83776" y="1176"/>
                    <a:pt x="83111" y="1512"/>
                    <a:pt x="82448" y="1512"/>
                  </a:cubicBezTo>
                  <a:cubicBezTo>
                    <a:pt x="82403" y="1512"/>
                    <a:pt x="82358" y="1511"/>
                    <a:pt x="82313" y="1507"/>
                  </a:cubicBezTo>
                  <a:cubicBezTo>
                    <a:pt x="82281" y="1506"/>
                    <a:pt x="82250" y="1506"/>
                    <a:pt x="82218" y="1506"/>
                  </a:cubicBezTo>
                  <a:cubicBezTo>
                    <a:pt x="80376" y="1506"/>
                    <a:pt x="79245" y="3375"/>
                    <a:pt x="77443" y="3375"/>
                  </a:cubicBezTo>
                  <a:cubicBezTo>
                    <a:pt x="77340" y="3375"/>
                    <a:pt x="77235" y="3369"/>
                    <a:pt x="77128" y="3356"/>
                  </a:cubicBezTo>
                  <a:cubicBezTo>
                    <a:pt x="77026" y="3344"/>
                    <a:pt x="76928" y="3335"/>
                    <a:pt x="76837" y="3335"/>
                  </a:cubicBezTo>
                  <a:cubicBezTo>
                    <a:pt x="76434" y="3335"/>
                    <a:pt x="76136" y="3491"/>
                    <a:pt x="75953" y="4082"/>
                  </a:cubicBezTo>
                  <a:cubicBezTo>
                    <a:pt x="75843" y="4459"/>
                    <a:pt x="75132" y="4980"/>
                    <a:pt x="74758" y="4980"/>
                  </a:cubicBezTo>
                  <a:cubicBezTo>
                    <a:pt x="74720" y="4980"/>
                    <a:pt x="74687" y="4974"/>
                    <a:pt x="74657" y="4964"/>
                  </a:cubicBezTo>
                  <a:cubicBezTo>
                    <a:pt x="73910" y="4715"/>
                    <a:pt x="73366" y="4590"/>
                    <a:pt x="73013" y="4590"/>
                  </a:cubicBezTo>
                  <a:cubicBezTo>
                    <a:pt x="72190" y="4590"/>
                    <a:pt x="72409" y="5268"/>
                    <a:pt x="73534" y="6623"/>
                  </a:cubicBezTo>
                  <a:cubicBezTo>
                    <a:pt x="73585" y="6692"/>
                    <a:pt x="73499" y="6882"/>
                    <a:pt x="73482" y="7003"/>
                  </a:cubicBezTo>
                  <a:cubicBezTo>
                    <a:pt x="73413" y="6968"/>
                    <a:pt x="73292" y="6951"/>
                    <a:pt x="73240" y="6882"/>
                  </a:cubicBezTo>
                  <a:cubicBezTo>
                    <a:pt x="72877" y="6381"/>
                    <a:pt x="72324" y="5914"/>
                    <a:pt x="72220" y="5344"/>
                  </a:cubicBezTo>
                  <a:cubicBezTo>
                    <a:pt x="72065" y="4531"/>
                    <a:pt x="71961" y="3840"/>
                    <a:pt x="71010" y="3650"/>
                  </a:cubicBezTo>
                  <a:cubicBezTo>
                    <a:pt x="70839" y="3615"/>
                    <a:pt x="70680" y="3599"/>
                    <a:pt x="70533" y="3599"/>
                  </a:cubicBezTo>
                  <a:cubicBezTo>
                    <a:pt x="69359" y="3599"/>
                    <a:pt x="68898" y="4626"/>
                    <a:pt x="68315" y="5517"/>
                  </a:cubicBezTo>
                  <a:cubicBezTo>
                    <a:pt x="67865" y="6208"/>
                    <a:pt x="68349" y="6536"/>
                    <a:pt x="68729" y="6934"/>
                  </a:cubicBezTo>
                  <a:cubicBezTo>
                    <a:pt x="68798" y="7003"/>
                    <a:pt x="68850" y="7089"/>
                    <a:pt x="68902" y="7176"/>
                  </a:cubicBezTo>
                  <a:cubicBezTo>
                    <a:pt x="68817" y="7188"/>
                    <a:pt x="68731" y="7200"/>
                    <a:pt x="68645" y="7200"/>
                  </a:cubicBezTo>
                  <a:cubicBezTo>
                    <a:pt x="68610" y="7200"/>
                    <a:pt x="68575" y="7198"/>
                    <a:pt x="68539" y="7193"/>
                  </a:cubicBezTo>
                  <a:cubicBezTo>
                    <a:pt x="67376" y="7024"/>
                    <a:pt x="66212" y="6691"/>
                    <a:pt x="65033" y="6691"/>
                  </a:cubicBezTo>
                  <a:cubicBezTo>
                    <a:pt x="65003" y="6691"/>
                    <a:pt x="64974" y="6691"/>
                    <a:pt x="64945" y="6692"/>
                  </a:cubicBezTo>
                  <a:cubicBezTo>
                    <a:pt x="64584" y="6692"/>
                    <a:pt x="63909" y="6196"/>
                    <a:pt x="63437" y="6196"/>
                  </a:cubicBezTo>
                  <a:cubicBezTo>
                    <a:pt x="63072" y="6196"/>
                    <a:pt x="62827" y="6492"/>
                    <a:pt x="62940" y="7538"/>
                  </a:cubicBezTo>
                  <a:cubicBezTo>
                    <a:pt x="62940" y="7608"/>
                    <a:pt x="62525" y="7711"/>
                    <a:pt x="62283" y="7798"/>
                  </a:cubicBezTo>
                  <a:cubicBezTo>
                    <a:pt x="61879" y="7955"/>
                    <a:pt x="61464" y="8005"/>
                    <a:pt x="61043" y="8005"/>
                  </a:cubicBezTo>
                  <a:cubicBezTo>
                    <a:pt x="60325" y="8005"/>
                    <a:pt x="59591" y="7860"/>
                    <a:pt x="58870" y="7860"/>
                  </a:cubicBezTo>
                  <a:cubicBezTo>
                    <a:pt x="58295" y="7860"/>
                    <a:pt x="57729" y="7952"/>
                    <a:pt x="57185" y="8282"/>
                  </a:cubicBezTo>
                  <a:cubicBezTo>
                    <a:pt x="56736" y="8610"/>
                    <a:pt x="56304" y="8938"/>
                    <a:pt x="55837" y="9267"/>
                  </a:cubicBezTo>
                  <a:cubicBezTo>
                    <a:pt x="55671" y="9381"/>
                    <a:pt x="55417" y="9527"/>
                    <a:pt x="55226" y="9527"/>
                  </a:cubicBezTo>
                  <a:cubicBezTo>
                    <a:pt x="55100" y="9527"/>
                    <a:pt x="55001" y="9463"/>
                    <a:pt x="54973" y="9284"/>
                  </a:cubicBezTo>
                  <a:cubicBezTo>
                    <a:pt x="54819" y="8258"/>
                    <a:pt x="54209" y="8003"/>
                    <a:pt x="53545" y="8003"/>
                  </a:cubicBezTo>
                  <a:cubicBezTo>
                    <a:pt x="53313" y="8003"/>
                    <a:pt x="53075" y="8034"/>
                    <a:pt x="52848" y="8074"/>
                  </a:cubicBezTo>
                  <a:cubicBezTo>
                    <a:pt x="51897" y="8264"/>
                    <a:pt x="52416" y="9232"/>
                    <a:pt x="52295" y="9854"/>
                  </a:cubicBezTo>
                  <a:cubicBezTo>
                    <a:pt x="52156" y="10615"/>
                    <a:pt x="51344" y="10096"/>
                    <a:pt x="50998" y="10545"/>
                  </a:cubicBezTo>
                  <a:cubicBezTo>
                    <a:pt x="50949" y="10609"/>
                    <a:pt x="50910" y="10635"/>
                    <a:pt x="50880" y="10635"/>
                  </a:cubicBezTo>
                  <a:cubicBezTo>
                    <a:pt x="50805" y="10635"/>
                    <a:pt x="50789" y="10469"/>
                    <a:pt x="50826" y="10321"/>
                  </a:cubicBezTo>
                  <a:cubicBezTo>
                    <a:pt x="51033" y="8990"/>
                    <a:pt x="50221" y="8541"/>
                    <a:pt x="49115" y="8161"/>
                  </a:cubicBezTo>
                  <a:cubicBezTo>
                    <a:pt x="46903" y="7400"/>
                    <a:pt x="44535" y="7176"/>
                    <a:pt x="42392" y="6070"/>
                  </a:cubicBezTo>
                  <a:cubicBezTo>
                    <a:pt x="41667" y="5697"/>
                    <a:pt x="40852" y="5536"/>
                    <a:pt x="40032" y="5536"/>
                  </a:cubicBezTo>
                  <a:cubicBezTo>
                    <a:pt x="39367" y="5536"/>
                    <a:pt x="38699" y="5642"/>
                    <a:pt x="38072" y="5828"/>
                  </a:cubicBezTo>
                  <a:cubicBezTo>
                    <a:pt x="36033" y="6432"/>
                    <a:pt x="33838" y="6502"/>
                    <a:pt x="31989" y="7642"/>
                  </a:cubicBezTo>
                  <a:cubicBezTo>
                    <a:pt x="31263" y="8074"/>
                    <a:pt x="29206" y="7296"/>
                    <a:pt x="30226" y="9457"/>
                  </a:cubicBezTo>
                  <a:cubicBezTo>
                    <a:pt x="30278" y="9578"/>
                    <a:pt x="29984" y="9854"/>
                    <a:pt x="29863" y="10079"/>
                  </a:cubicBezTo>
                  <a:cubicBezTo>
                    <a:pt x="28653" y="12412"/>
                    <a:pt x="26234" y="13224"/>
                    <a:pt x="24229" y="14555"/>
                  </a:cubicBezTo>
                  <a:cubicBezTo>
                    <a:pt x="22536" y="15661"/>
                    <a:pt x="23486" y="17112"/>
                    <a:pt x="24022" y="18236"/>
                  </a:cubicBezTo>
                  <a:cubicBezTo>
                    <a:pt x="24328" y="18880"/>
                    <a:pt x="24972" y="19241"/>
                    <a:pt x="25627" y="19241"/>
                  </a:cubicBezTo>
                  <a:cubicBezTo>
                    <a:pt x="26008" y="19241"/>
                    <a:pt x="26393" y="19119"/>
                    <a:pt x="26718" y="18858"/>
                  </a:cubicBezTo>
                  <a:cubicBezTo>
                    <a:pt x="27228" y="18470"/>
                    <a:pt x="27609" y="18306"/>
                    <a:pt x="27903" y="18306"/>
                  </a:cubicBezTo>
                  <a:cubicBezTo>
                    <a:pt x="28524" y="18306"/>
                    <a:pt x="28748" y="19042"/>
                    <a:pt x="28947" y="19946"/>
                  </a:cubicBezTo>
                  <a:cubicBezTo>
                    <a:pt x="28982" y="20223"/>
                    <a:pt x="28999" y="20499"/>
                    <a:pt x="28982" y="20776"/>
                  </a:cubicBezTo>
                  <a:cubicBezTo>
                    <a:pt x="28774" y="20551"/>
                    <a:pt x="28446" y="20396"/>
                    <a:pt x="28342" y="20119"/>
                  </a:cubicBezTo>
                  <a:cubicBezTo>
                    <a:pt x="28124" y="19474"/>
                    <a:pt x="27849" y="19234"/>
                    <a:pt x="27528" y="19234"/>
                  </a:cubicBezTo>
                  <a:cubicBezTo>
                    <a:pt x="27212" y="19234"/>
                    <a:pt x="26853" y="19465"/>
                    <a:pt x="26459" y="19774"/>
                  </a:cubicBezTo>
                  <a:cubicBezTo>
                    <a:pt x="25646" y="20379"/>
                    <a:pt x="25958" y="21260"/>
                    <a:pt x="26130" y="21899"/>
                  </a:cubicBezTo>
                  <a:cubicBezTo>
                    <a:pt x="26459" y="23092"/>
                    <a:pt x="25802" y="23420"/>
                    <a:pt x="24938" y="23627"/>
                  </a:cubicBezTo>
                  <a:cubicBezTo>
                    <a:pt x="23901" y="23852"/>
                    <a:pt x="23072" y="24267"/>
                    <a:pt x="22553" y="25269"/>
                  </a:cubicBezTo>
                  <a:cubicBezTo>
                    <a:pt x="22273" y="25790"/>
                    <a:pt x="21682" y="26043"/>
                    <a:pt x="21157" y="26043"/>
                  </a:cubicBezTo>
                  <a:cubicBezTo>
                    <a:pt x="21003" y="26043"/>
                    <a:pt x="20855" y="26021"/>
                    <a:pt x="20721" y="25978"/>
                  </a:cubicBezTo>
                  <a:cubicBezTo>
                    <a:pt x="20116" y="25788"/>
                    <a:pt x="20963" y="25390"/>
                    <a:pt x="20946" y="24993"/>
                  </a:cubicBezTo>
                  <a:cubicBezTo>
                    <a:pt x="20929" y="24543"/>
                    <a:pt x="20738" y="24129"/>
                    <a:pt x="20410" y="23835"/>
                  </a:cubicBezTo>
                  <a:cubicBezTo>
                    <a:pt x="19477" y="22798"/>
                    <a:pt x="18354" y="21709"/>
                    <a:pt x="18215" y="20327"/>
                  </a:cubicBezTo>
                  <a:cubicBezTo>
                    <a:pt x="18098" y="19205"/>
                    <a:pt x="17332" y="17921"/>
                    <a:pt x="16200" y="17921"/>
                  </a:cubicBezTo>
                  <a:cubicBezTo>
                    <a:pt x="16163" y="17921"/>
                    <a:pt x="16127" y="17922"/>
                    <a:pt x="16090" y="17925"/>
                  </a:cubicBezTo>
                  <a:cubicBezTo>
                    <a:pt x="15105" y="17976"/>
                    <a:pt x="14068" y="18391"/>
                    <a:pt x="13930" y="19221"/>
                  </a:cubicBezTo>
                  <a:cubicBezTo>
                    <a:pt x="13670" y="20430"/>
                    <a:pt x="14137" y="21709"/>
                    <a:pt x="15122" y="22470"/>
                  </a:cubicBezTo>
                  <a:cubicBezTo>
                    <a:pt x="15952" y="23109"/>
                    <a:pt x="15952" y="23161"/>
                    <a:pt x="15589" y="23489"/>
                  </a:cubicBezTo>
                  <a:cubicBezTo>
                    <a:pt x="14448" y="24526"/>
                    <a:pt x="14915" y="26116"/>
                    <a:pt x="14292" y="27377"/>
                  </a:cubicBezTo>
                  <a:cubicBezTo>
                    <a:pt x="14143" y="27687"/>
                    <a:pt x="14420" y="27822"/>
                    <a:pt x="14760" y="27822"/>
                  </a:cubicBezTo>
                  <a:cubicBezTo>
                    <a:pt x="14932" y="27822"/>
                    <a:pt x="15121" y="27787"/>
                    <a:pt x="15278" y="27723"/>
                  </a:cubicBezTo>
                  <a:cubicBezTo>
                    <a:pt x="16510" y="27249"/>
                    <a:pt x="17772" y="26919"/>
                    <a:pt x="19089" y="26919"/>
                  </a:cubicBezTo>
                  <a:cubicBezTo>
                    <a:pt x="19212" y="26919"/>
                    <a:pt x="19336" y="26922"/>
                    <a:pt x="19460" y="26928"/>
                  </a:cubicBezTo>
                  <a:lnTo>
                    <a:pt x="19874" y="26928"/>
                  </a:lnTo>
                  <a:cubicBezTo>
                    <a:pt x="19840" y="26997"/>
                    <a:pt x="19823" y="27136"/>
                    <a:pt x="19753" y="27153"/>
                  </a:cubicBezTo>
                  <a:cubicBezTo>
                    <a:pt x="18630" y="27585"/>
                    <a:pt x="17507" y="28138"/>
                    <a:pt x="16349" y="28414"/>
                  </a:cubicBezTo>
                  <a:cubicBezTo>
                    <a:pt x="15692" y="28570"/>
                    <a:pt x="14915" y="28432"/>
                    <a:pt x="14707" y="29209"/>
                  </a:cubicBezTo>
                  <a:cubicBezTo>
                    <a:pt x="14500" y="30004"/>
                    <a:pt x="15260" y="30194"/>
                    <a:pt x="15813" y="30505"/>
                  </a:cubicBezTo>
                  <a:cubicBezTo>
                    <a:pt x="17161" y="31318"/>
                    <a:pt x="17369" y="32493"/>
                    <a:pt x="16867" y="33910"/>
                  </a:cubicBezTo>
                  <a:cubicBezTo>
                    <a:pt x="16664" y="34503"/>
                    <a:pt x="16349" y="34660"/>
                    <a:pt x="15995" y="34660"/>
                  </a:cubicBezTo>
                  <a:cubicBezTo>
                    <a:pt x="15626" y="34660"/>
                    <a:pt x="15216" y="34489"/>
                    <a:pt x="14846" y="34463"/>
                  </a:cubicBezTo>
                  <a:cubicBezTo>
                    <a:pt x="13916" y="34396"/>
                    <a:pt x="12987" y="34203"/>
                    <a:pt x="12042" y="34203"/>
                  </a:cubicBezTo>
                  <a:cubicBezTo>
                    <a:pt x="12003" y="34203"/>
                    <a:pt x="11964" y="34203"/>
                    <a:pt x="11925" y="34204"/>
                  </a:cubicBezTo>
                  <a:cubicBezTo>
                    <a:pt x="10957" y="34221"/>
                    <a:pt x="9834" y="34446"/>
                    <a:pt x="9989" y="35759"/>
                  </a:cubicBezTo>
                  <a:cubicBezTo>
                    <a:pt x="10128" y="37072"/>
                    <a:pt x="9834" y="38196"/>
                    <a:pt x="9592" y="39440"/>
                  </a:cubicBezTo>
                  <a:cubicBezTo>
                    <a:pt x="9385" y="40425"/>
                    <a:pt x="8693" y="42136"/>
                    <a:pt x="10542" y="42464"/>
                  </a:cubicBezTo>
                  <a:cubicBezTo>
                    <a:pt x="12305" y="42758"/>
                    <a:pt x="12668" y="43173"/>
                    <a:pt x="11735" y="44693"/>
                  </a:cubicBezTo>
                  <a:cubicBezTo>
                    <a:pt x="11389" y="45298"/>
                    <a:pt x="10888" y="45817"/>
                    <a:pt x="10300" y="46180"/>
                  </a:cubicBezTo>
                  <a:cubicBezTo>
                    <a:pt x="9108" y="46871"/>
                    <a:pt x="8175" y="47752"/>
                    <a:pt x="8313" y="49342"/>
                  </a:cubicBezTo>
                  <a:cubicBezTo>
                    <a:pt x="8365" y="49964"/>
                    <a:pt x="8140" y="50707"/>
                    <a:pt x="7535" y="50967"/>
                  </a:cubicBezTo>
                  <a:cubicBezTo>
                    <a:pt x="5168" y="52021"/>
                    <a:pt x="3768" y="53991"/>
                    <a:pt x="2662" y="56168"/>
                  </a:cubicBezTo>
                  <a:cubicBezTo>
                    <a:pt x="1781" y="57931"/>
                    <a:pt x="122" y="59469"/>
                    <a:pt x="1279" y="61888"/>
                  </a:cubicBezTo>
                  <a:cubicBezTo>
                    <a:pt x="1936" y="63236"/>
                    <a:pt x="1573" y="64792"/>
                    <a:pt x="830" y="66209"/>
                  </a:cubicBezTo>
                  <a:cubicBezTo>
                    <a:pt x="1" y="67781"/>
                    <a:pt x="744" y="70477"/>
                    <a:pt x="2126" y="71687"/>
                  </a:cubicBezTo>
                  <a:cubicBezTo>
                    <a:pt x="2420" y="71946"/>
                    <a:pt x="2662" y="72240"/>
                    <a:pt x="2818" y="72586"/>
                  </a:cubicBezTo>
                  <a:cubicBezTo>
                    <a:pt x="4027" y="75040"/>
                    <a:pt x="5462" y="77303"/>
                    <a:pt x="7881" y="78755"/>
                  </a:cubicBezTo>
                  <a:cubicBezTo>
                    <a:pt x="8455" y="79100"/>
                    <a:pt x="9053" y="79742"/>
                    <a:pt x="9645" y="79742"/>
                  </a:cubicBezTo>
                  <a:cubicBezTo>
                    <a:pt x="9766" y="79742"/>
                    <a:pt x="9887" y="79715"/>
                    <a:pt x="10007" y="79654"/>
                  </a:cubicBezTo>
                  <a:cubicBezTo>
                    <a:pt x="12824" y="78254"/>
                    <a:pt x="16142" y="79844"/>
                    <a:pt x="18889" y="77874"/>
                  </a:cubicBezTo>
                  <a:cubicBezTo>
                    <a:pt x="19326" y="77562"/>
                    <a:pt x="19938" y="77352"/>
                    <a:pt x="20558" y="77352"/>
                  </a:cubicBezTo>
                  <a:cubicBezTo>
                    <a:pt x="21313" y="77352"/>
                    <a:pt x="22079" y="77663"/>
                    <a:pt x="22553" y="78479"/>
                  </a:cubicBezTo>
                  <a:cubicBezTo>
                    <a:pt x="23034" y="79313"/>
                    <a:pt x="23538" y="79650"/>
                    <a:pt x="24283" y="79650"/>
                  </a:cubicBezTo>
                  <a:cubicBezTo>
                    <a:pt x="24448" y="79650"/>
                    <a:pt x="24626" y="79633"/>
                    <a:pt x="24817" y="79602"/>
                  </a:cubicBezTo>
                  <a:cubicBezTo>
                    <a:pt x="24994" y="79574"/>
                    <a:pt x="25161" y="79561"/>
                    <a:pt x="25317" y="79561"/>
                  </a:cubicBezTo>
                  <a:cubicBezTo>
                    <a:pt x="26715" y="79561"/>
                    <a:pt x="27271" y="80640"/>
                    <a:pt x="26960" y="82194"/>
                  </a:cubicBezTo>
                  <a:cubicBezTo>
                    <a:pt x="26683" y="83611"/>
                    <a:pt x="25750" y="85218"/>
                    <a:pt x="26545" y="86480"/>
                  </a:cubicBezTo>
                  <a:cubicBezTo>
                    <a:pt x="27461" y="87966"/>
                    <a:pt x="28515" y="89400"/>
                    <a:pt x="29206" y="90973"/>
                  </a:cubicBezTo>
                  <a:cubicBezTo>
                    <a:pt x="30416" y="93721"/>
                    <a:pt x="31298" y="96641"/>
                    <a:pt x="29777" y="99631"/>
                  </a:cubicBezTo>
                  <a:cubicBezTo>
                    <a:pt x="28809" y="101515"/>
                    <a:pt x="28619" y="103502"/>
                    <a:pt x="29535" y="105369"/>
                  </a:cubicBezTo>
                  <a:cubicBezTo>
                    <a:pt x="30503" y="107321"/>
                    <a:pt x="31228" y="109274"/>
                    <a:pt x="31488" y="111469"/>
                  </a:cubicBezTo>
                  <a:cubicBezTo>
                    <a:pt x="31712" y="113456"/>
                    <a:pt x="31695" y="115599"/>
                    <a:pt x="33371" y="117172"/>
                  </a:cubicBezTo>
                  <a:cubicBezTo>
                    <a:pt x="34322" y="118088"/>
                    <a:pt x="34581" y="119436"/>
                    <a:pt x="35013" y="120645"/>
                  </a:cubicBezTo>
                  <a:cubicBezTo>
                    <a:pt x="35393" y="121717"/>
                    <a:pt x="34546" y="123065"/>
                    <a:pt x="35843" y="123998"/>
                  </a:cubicBezTo>
                  <a:cubicBezTo>
                    <a:pt x="36206" y="124270"/>
                    <a:pt x="36549" y="124368"/>
                    <a:pt x="36881" y="124368"/>
                  </a:cubicBezTo>
                  <a:cubicBezTo>
                    <a:pt x="37735" y="124368"/>
                    <a:pt x="38515" y="123721"/>
                    <a:pt x="39372" y="123721"/>
                  </a:cubicBezTo>
                  <a:cubicBezTo>
                    <a:pt x="39388" y="123721"/>
                    <a:pt x="39404" y="123721"/>
                    <a:pt x="39420" y="123721"/>
                  </a:cubicBezTo>
                  <a:cubicBezTo>
                    <a:pt x="39526" y="123724"/>
                    <a:pt x="39630" y="123725"/>
                    <a:pt x="39734" y="123725"/>
                  </a:cubicBezTo>
                  <a:cubicBezTo>
                    <a:pt x="44937" y="123725"/>
                    <a:pt x="47636" y="120353"/>
                    <a:pt x="49754" y="116100"/>
                  </a:cubicBezTo>
                  <a:cubicBezTo>
                    <a:pt x="50186" y="115236"/>
                    <a:pt x="49720" y="113957"/>
                    <a:pt x="50826" y="113508"/>
                  </a:cubicBezTo>
                  <a:cubicBezTo>
                    <a:pt x="52761" y="112713"/>
                    <a:pt x="53193" y="111175"/>
                    <a:pt x="52692" y="109499"/>
                  </a:cubicBezTo>
                  <a:cubicBezTo>
                    <a:pt x="51949" y="107028"/>
                    <a:pt x="53297" y="106112"/>
                    <a:pt x="55181" y="105282"/>
                  </a:cubicBezTo>
                  <a:cubicBezTo>
                    <a:pt x="57773" y="104107"/>
                    <a:pt x="59449" y="98370"/>
                    <a:pt x="57963" y="96071"/>
                  </a:cubicBezTo>
                  <a:cubicBezTo>
                    <a:pt x="56770" y="94239"/>
                    <a:pt x="57099" y="92217"/>
                    <a:pt x="57444" y="90316"/>
                  </a:cubicBezTo>
                  <a:cubicBezTo>
                    <a:pt x="57911" y="87621"/>
                    <a:pt x="59933" y="85823"/>
                    <a:pt x="61851" y="84164"/>
                  </a:cubicBezTo>
                  <a:cubicBezTo>
                    <a:pt x="65601" y="80915"/>
                    <a:pt x="68055" y="76992"/>
                    <a:pt x="69109" y="72171"/>
                  </a:cubicBezTo>
                  <a:cubicBezTo>
                    <a:pt x="69271" y="71459"/>
                    <a:pt x="69266" y="70656"/>
                    <a:pt x="68371" y="70656"/>
                  </a:cubicBezTo>
                  <a:cubicBezTo>
                    <a:pt x="68311" y="70656"/>
                    <a:pt x="68246" y="70660"/>
                    <a:pt x="68176" y="70667"/>
                  </a:cubicBezTo>
                  <a:cubicBezTo>
                    <a:pt x="67157" y="70788"/>
                    <a:pt x="66154" y="71151"/>
                    <a:pt x="65152" y="71462"/>
                  </a:cubicBezTo>
                  <a:cubicBezTo>
                    <a:pt x="63960" y="71826"/>
                    <a:pt x="63201" y="72060"/>
                    <a:pt x="62664" y="72060"/>
                  </a:cubicBezTo>
                  <a:cubicBezTo>
                    <a:pt x="61727" y="72060"/>
                    <a:pt x="61469" y="71346"/>
                    <a:pt x="60772" y="69363"/>
                  </a:cubicBezTo>
                  <a:lnTo>
                    <a:pt x="60772" y="69363"/>
                  </a:lnTo>
                  <a:cubicBezTo>
                    <a:pt x="61180" y="69747"/>
                    <a:pt x="61467" y="70422"/>
                    <a:pt x="62074" y="70422"/>
                  </a:cubicBezTo>
                  <a:cubicBezTo>
                    <a:pt x="62180" y="70422"/>
                    <a:pt x="62295" y="70402"/>
                    <a:pt x="62422" y="70356"/>
                  </a:cubicBezTo>
                  <a:cubicBezTo>
                    <a:pt x="63925" y="69769"/>
                    <a:pt x="65359" y="68957"/>
                    <a:pt x="66897" y="68455"/>
                  </a:cubicBezTo>
                  <a:cubicBezTo>
                    <a:pt x="68660" y="67868"/>
                    <a:pt x="69732" y="66209"/>
                    <a:pt x="71391" y="65639"/>
                  </a:cubicBezTo>
                  <a:cubicBezTo>
                    <a:pt x="73706" y="64844"/>
                    <a:pt x="76713" y="61716"/>
                    <a:pt x="76852" y="59383"/>
                  </a:cubicBezTo>
                  <a:cubicBezTo>
                    <a:pt x="76834" y="59072"/>
                    <a:pt x="76713" y="58778"/>
                    <a:pt x="76506" y="58553"/>
                  </a:cubicBezTo>
                  <a:cubicBezTo>
                    <a:pt x="75918" y="57810"/>
                    <a:pt x="75279" y="57153"/>
                    <a:pt x="74294" y="56894"/>
                  </a:cubicBezTo>
                  <a:cubicBezTo>
                    <a:pt x="73724" y="56739"/>
                    <a:pt x="73378" y="56151"/>
                    <a:pt x="73516" y="55581"/>
                  </a:cubicBezTo>
                  <a:cubicBezTo>
                    <a:pt x="73547" y="55481"/>
                    <a:pt x="73596" y="55443"/>
                    <a:pt x="73658" y="55443"/>
                  </a:cubicBezTo>
                  <a:cubicBezTo>
                    <a:pt x="73842" y="55443"/>
                    <a:pt x="74139" y="55775"/>
                    <a:pt x="74398" y="55788"/>
                  </a:cubicBezTo>
                  <a:cubicBezTo>
                    <a:pt x="75366" y="55855"/>
                    <a:pt x="76333" y="56083"/>
                    <a:pt x="77301" y="56083"/>
                  </a:cubicBezTo>
                  <a:cubicBezTo>
                    <a:pt x="77336" y="56083"/>
                    <a:pt x="77370" y="56083"/>
                    <a:pt x="77405" y="56082"/>
                  </a:cubicBezTo>
                  <a:cubicBezTo>
                    <a:pt x="77727" y="56077"/>
                    <a:pt x="78047" y="56073"/>
                    <a:pt x="78365" y="56073"/>
                  </a:cubicBezTo>
                  <a:cubicBezTo>
                    <a:pt x="81373" y="56073"/>
                    <a:pt x="84145" y="56432"/>
                    <a:pt x="85786" y="59746"/>
                  </a:cubicBezTo>
                  <a:cubicBezTo>
                    <a:pt x="86136" y="60461"/>
                    <a:pt x="86996" y="61297"/>
                    <a:pt x="88011" y="61297"/>
                  </a:cubicBezTo>
                  <a:cubicBezTo>
                    <a:pt x="88148" y="61297"/>
                    <a:pt x="88288" y="61282"/>
                    <a:pt x="88430" y="61249"/>
                  </a:cubicBezTo>
                  <a:cubicBezTo>
                    <a:pt x="88585" y="61214"/>
                    <a:pt x="88707" y="61197"/>
                    <a:pt x="88805" y="61197"/>
                  </a:cubicBezTo>
                  <a:cubicBezTo>
                    <a:pt x="89186" y="61197"/>
                    <a:pt x="89184" y="61451"/>
                    <a:pt x="89225" y="61837"/>
                  </a:cubicBezTo>
                  <a:cubicBezTo>
                    <a:pt x="89830" y="66554"/>
                    <a:pt x="91990" y="70685"/>
                    <a:pt x="94133" y="74832"/>
                  </a:cubicBezTo>
                  <a:cubicBezTo>
                    <a:pt x="94475" y="75487"/>
                    <a:pt x="94875" y="75911"/>
                    <a:pt x="95290" y="75911"/>
                  </a:cubicBezTo>
                  <a:cubicBezTo>
                    <a:pt x="95652" y="75911"/>
                    <a:pt x="96025" y="75588"/>
                    <a:pt x="96380" y="74815"/>
                  </a:cubicBezTo>
                  <a:cubicBezTo>
                    <a:pt x="96622" y="74297"/>
                    <a:pt x="97036" y="73847"/>
                    <a:pt x="97382" y="73381"/>
                  </a:cubicBezTo>
                  <a:lnTo>
                    <a:pt x="97538" y="73225"/>
                  </a:lnTo>
                  <a:cubicBezTo>
                    <a:pt x="98212" y="71618"/>
                    <a:pt x="98056" y="69993"/>
                    <a:pt x="97831" y="68317"/>
                  </a:cubicBezTo>
                  <a:cubicBezTo>
                    <a:pt x="97762" y="67833"/>
                    <a:pt x="97589" y="67211"/>
                    <a:pt x="98194" y="67073"/>
                  </a:cubicBezTo>
                  <a:cubicBezTo>
                    <a:pt x="99784" y="66693"/>
                    <a:pt x="100268" y="65258"/>
                    <a:pt x="101149" y="64187"/>
                  </a:cubicBezTo>
                  <a:cubicBezTo>
                    <a:pt x="102117" y="63029"/>
                    <a:pt x="103137" y="61629"/>
                    <a:pt x="104243" y="60903"/>
                  </a:cubicBezTo>
                  <a:cubicBezTo>
                    <a:pt x="104825" y="60515"/>
                    <a:pt x="105739" y="59942"/>
                    <a:pt x="106690" y="59942"/>
                  </a:cubicBezTo>
                  <a:cubicBezTo>
                    <a:pt x="107432" y="59942"/>
                    <a:pt x="108196" y="60292"/>
                    <a:pt x="108840" y="61353"/>
                  </a:cubicBezTo>
                  <a:cubicBezTo>
                    <a:pt x="109600" y="62632"/>
                    <a:pt x="110965" y="63565"/>
                    <a:pt x="111017" y="65258"/>
                  </a:cubicBezTo>
                  <a:cubicBezTo>
                    <a:pt x="111034" y="65777"/>
                    <a:pt x="110793" y="66433"/>
                    <a:pt x="111536" y="66693"/>
                  </a:cubicBezTo>
                  <a:cubicBezTo>
                    <a:pt x="111822" y="66788"/>
                    <a:pt x="112112" y="66862"/>
                    <a:pt x="112391" y="66862"/>
                  </a:cubicBezTo>
                  <a:cubicBezTo>
                    <a:pt x="112769" y="66862"/>
                    <a:pt x="113129" y="66727"/>
                    <a:pt x="113437" y="66330"/>
                  </a:cubicBezTo>
                  <a:cubicBezTo>
                    <a:pt x="113540" y="66205"/>
                    <a:pt x="113700" y="66031"/>
                    <a:pt x="113856" y="66031"/>
                  </a:cubicBezTo>
                  <a:cubicBezTo>
                    <a:pt x="113960" y="66031"/>
                    <a:pt x="114062" y="66109"/>
                    <a:pt x="114145" y="66330"/>
                  </a:cubicBezTo>
                  <a:cubicBezTo>
                    <a:pt x="114543" y="67470"/>
                    <a:pt x="114802" y="68663"/>
                    <a:pt x="115286" y="69769"/>
                  </a:cubicBezTo>
                  <a:cubicBezTo>
                    <a:pt x="116271" y="72033"/>
                    <a:pt x="114940" y="74677"/>
                    <a:pt x="116858" y="76871"/>
                  </a:cubicBezTo>
                  <a:cubicBezTo>
                    <a:pt x="118241" y="78461"/>
                    <a:pt x="118362" y="80915"/>
                    <a:pt x="119900" y="82540"/>
                  </a:cubicBezTo>
                  <a:cubicBezTo>
                    <a:pt x="120401" y="82799"/>
                    <a:pt x="120885" y="83058"/>
                    <a:pt x="121386" y="83300"/>
                  </a:cubicBezTo>
                  <a:cubicBezTo>
                    <a:pt x="121538" y="83368"/>
                    <a:pt x="121699" y="83403"/>
                    <a:pt x="121846" y="83403"/>
                  </a:cubicBezTo>
                  <a:cubicBezTo>
                    <a:pt x="122184" y="83403"/>
                    <a:pt x="122445" y="83219"/>
                    <a:pt x="122337" y="82834"/>
                  </a:cubicBezTo>
                  <a:cubicBezTo>
                    <a:pt x="121818" y="80915"/>
                    <a:pt x="121991" y="78790"/>
                    <a:pt x="119969" y="77355"/>
                  </a:cubicBezTo>
                  <a:cubicBezTo>
                    <a:pt x="118414" y="76249"/>
                    <a:pt x="117239" y="74521"/>
                    <a:pt x="117463" y="72378"/>
                  </a:cubicBezTo>
                  <a:cubicBezTo>
                    <a:pt x="117528" y="71821"/>
                    <a:pt x="116912" y="70437"/>
                    <a:pt x="117695" y="70437"/>
                  </a:cubicBezTo>
                  <a:cubicBezTo>
                    <a:pt x="117955" y="70437"/>
                    <a:pt x="118371" y="70590"/>
                    <a:pt x="119019" y="70979"/>
                  </a:cubicBezTo>
                  <a:cubicBezTo>
                    <a:pt x="120194" y="71704"/>
                    <a:pt x="121386" y="72655"/>
                    <a:pt x="121749" y="73605"/>
                  </a:cubicBezTo>
                  <a:cubicBezTo>
                    <a:pt x="122096" y="74553"/>
                    <a:pt x="122434" y="74868"/>
                    <a:pt x="122776" y="74868"/>
                  </a:cubicBezTo>
                  <a:cubicBezTo>
                    <a:pt x="123251" y="74868"/>
                    <a:pt x="123732" y="74261"/>
                    <a:pt x="124255" y="73899"/>
                  </a:cubicBezTo>
                  <a:cubicBezTo>
                    <a:pt x="124531" y="73709"/>
                    <a:pt x="124721" y="73363"/>
                    <a:pt x="125015" y="73208"/>
                  </a:cubicBezTo>
                  <a:cubicBezTo>
                    <a:pt x="126743" y="72292"/>
                    <a:pt x="127210" y="70961"/>
                    <a:pt x="126743" y="69043"/>
                  </a:cubicBezTo>
                  <a:cubicBezTo>
                    <a:pt x="126294" y="67159"/>
                    <a:pt x="125292" y="65725"/>
                    <a:pt x="123892" y="64533"/>
                  </a:cubicBezTo>
                  <a:cubicBezTo>
                    <a:pt x="122596" y="63409"/>
                    <a:pt x="122285" y="62459"/>
                    <a:pt x="123546" y="61059"/>
                  </a:cubicBezTo>
                  <a:cubicBezTo>
                    <a:pt x="123952" y="60621"/>
                    <a:pt x="124332" y="60388"/>
                    <a:pt x="124705" y="60388"/>
                  </a:cubicBezTo>
                  <a:cubicBezTo>
                    <a:pt x="124936" y="60388"/>
                    <a:pt x="125164" y="60477"/>
                    <a:pt x="125395" y="60661"/>
                  </a:cubicBezTo>
                  <a:cubicBezTo>
                    <a:pt x="126000" y="61145"/>
                    <a:pt x="125810" y="61750"/>
                    <a:pt x="125119" y="62234"/>
                  </a:cubicBezTo>
                  <a:cubicBezTo>
                    <a:pt x="124618" y="62580"/>
                    <a:pt x="124445" y="63219"/>
                    <a:pt x="125050" y="63651"/>
                  </a:cubicBezTo>
                  <a:cubicBezTo>
                    <a:pt x="125442" y="63952"/>
                    <a:pt x="125858" y="64171"/>
                    <a:pt x="126268" y="64171"/>
                  </a:cubicBezTo>
                  <a:cubicBezTo>
                    <a:pt x="126635" y="64171"/>
                    <a:pt x="126996" y="63996"/>
                    <a:pt x="127331" y="63547"/>
                  </a:cubicBezTo>
                  <a:cubicBezTo>
                    <a:pt x="127694" y="63046"/>
                    <a:pt x="128247" y="62407"/>
                    <a:pt x="127469" y="61940"/>
                  </a:cubicBezTo>
                  <a:cubicBezTo>
                    <a:pt x="126398" y="61318"/>
                    <a:pt x="127037" y="61042"/>
                    <a:pt x="127590" y="60696"/>
                  </a:cubicBezTo>
                  <a:cubicBezTo>
                    <a:pt x="130061" y="59210"/>
                    <a:pt x="133449" y="59106"/>
                    <a:pt x="134693" y="55788"/>
                  </a:cubicBezTo>
                  <a:cubicBezTo>
                    <a:pt x="135298" y="54146"/>
                    <a:pt x="136093" y="52591"/>
                    <a:pt x="135851" y="50725"/>
                  </a:cubicBezTo>
                  <a:cubicBezTo>
                    <a:pt x="135522" y="48288"/>
                    <a:pt x="133932" y="46629"/>
                    <a:pt x="132498" y="44918"/>
                  </a:cubicBezTo>
                  <a:cubicBezTo>
                    <a:pt x="131772" y="44054"/>
                    <a:pt x="131859" y="43622"/>
                    <a:pt x="132775" y="43173"/>
                  </a:cubicBezTo>
                  <a:cubicBezTo>
                    <a:pt x="133120" y="43017"/>
                    <a:pt x="133397" y="42793"/>
                    <a:pt x="133362" y="42378"/>
                  </a:cubicBezTo>
                  <a:cubicBezTo>
                    <a:pt x="133345" y="41980"/>
                    <a:pt x="133051" y="41635"/>
                    <a:pt x="132671" y="41548"/>
                  </a:cubicBezTo>
                  <a:cubicBezTo>
                    <a:pt x="132227" y="41462"/>
                    <a:pt x="131713" y="41297"/>
                    <a:pt x="131292" y="41297"/>
                  </a:cubicBezTo>
                  <a:cubicBezTo>
                    <a:pt x="131122" y="41297"/>
                    <a:pt x="130968" y="41323"/>
                    <a:pt x="130839" y="41393"/>
                  </a:cubicBezTo>
                  <a:cubicBezTo>
                    <a:pt x="130667" y="41486"/>
                    <a:pt x="130517" y="41524"/>
                    <a:pt x="130385" y="41524"/>
                  </a:cubicBezTo>
                  <a:cubicBezTo>
                    <a:pt x="129751" y="41524"/>
                    <a:pt x="129496" y="40648"/>
                    <a:pt x="128935" y="40648"/>
                  </a:cubicBezTo>
                  <a:cubicBezTo>
                    <a:pt x="128871" y="40648"/>
                    <a:pt x="128804" y="40659"/>
                    <a:pt x="128731" y="40684"/>
                  </a:cubicBezTo>
                  <a:cubicBezTo>
                    <a:pt x="129025" y="40425"/>
                    <a:pt x="129336" y="40166"/>
                    <a:pt x="129612" y="39889"/>
                  </a:cubicBezTo>
                  <a:cubicBezTo>
                    <a:pt x="129699" y="39786"/>
                    <a:pt x="129768" y="39647"/>
                    <a:pt x="129802" y="39509"/>
                  </a:cubicBezTo>
                  <a:cubicBezTo>
                    <a:pt x="129896" y="39229"/>
                    <a:pt x="130059" y="38963"/>
                    <a:pt x="130355" y="38963"/>
                  </a:cubicBezTo>
                  <a:cubicBezTo>
                    <a:pt x="130388" y="38963"/>
                    <a:pt x="130423" y="38966"/>
                    <a:pt x="130459" y="38973"/>
                  </a:cubicBezTo>
                  <a:cubicBezTo>
                    <a:pt x="130822" y="39025"/>
                    <a:pt x="130718" y="39405"/>
                    <a:pt x="130753" y="39665"/>
                  </a:cubicBezTo>
                  <a:cubicBezTo>
                    <a:pt x="130885" y="40368"/>
                    <a:pt x="131150" y="40680"/>
                    <a:pt x="131522" y="40680"/>
                  </a:cubicBezTo>
                  <a:cubicBezTo>
                    <a:pt x="131781" y="40680"/>
                    <a:pt x="132092" y="40529"/>
                    <a:pt x="132446" y="40252"/>
                  </a:cubicBezTo>
                  <a:cubicBezTo>
                    <a:pt x="132816" y="39963"/>
                    <a:pt x="133198" y="39825"/>
                    <a:pt x="133552" y="39825"/>
                  </a:cubicBezTo>
                  <a:cubicBezTo>
                    <a:pt x="134190" y="39825"/>
                    <a:pt x="134735" y="40276"/>
                    <a:pt x="134935" y="41099"/>
                  </a:cubicBezTo>
                  <a:cubicBezTo>
                    <a:pt x="135004" y="41410"/>
                    <a:pt x="135246" y="41911"/>
                    <a:pt x="135436" y="41928"/>
                  </a:cubicBezTo>
                  <a:cubicBezTo>
                    <a:pt x="136836" y="42067"/>
                    <a:pt x="137130" y="43259"/>
                    <a:pt x="137441" y="44192"/>
                  </a:cubicBezTo>
                  <a:cubicBezTo>
                    <a:pt x="137757" y="45176"/>
                    <a:pt x="138205" y="45491"/>
                    <a:pt x="138710" y="45491"/>
                  </a:cubicBezTo>
                  <a:cubicBezTo>
                    <a:pt x="139226" y="45491"/>
                    <a:pt x="139803" y="45163"/>
                    <a:pt x="140361" y="44884"/>
                  </a:cubicBezTo>
                  <a:cubicBezTo>
                    <a:pt x="141813" y="44175"/>
                    <a:pt x="140586" y="43363"/>
                    <a:pt x="140327" y="42654"/>
                  </a:cubicBezTo>
                  <a:cubicBezTo>
                    <a:pt x="140188" y="42188"/>
                    <a:pt x="139739" y="41773"/>
                    <a:pt x="139324" y="41479"/>
                  </a:cubicBezTo>
                  <a:cubicBezTo>
                    <a:pt x="137717" y="40356"/>
                    <a:pt x="137648" y="38921"/>
                    <a:pt x="138305" y="37245"/>
                  </a:cubicBezTo>
                  <a:cubicBezTo>
                    <a:pt x="138533" y="36644"/>
                    <a:pt x="138753" y="36160"/>
                    <a:pt x="139216" y="36160"/>
                  </a:cubicBezTo>
                  <a:cubicBezTo>
                    <a:pt x="139418" y="36160"/>
                    <a:pt x="139666" y="36252"/>
                    <a:pt x="139981" y="36468"/>
                  </a:cubicBezTo>
                  <a:cubicBezTo>
                    <a:pt x="140121" y="36569"/>
                    <a:pt x="140268" y="36617"/>
                    <a:pt x="140413" y="36617"/>
                  </a:cubicBezTo>
                  <a:cubicBezTo>
                    <a:pt x="140661" y="36617"/>
                    <a:pt x="140902" y="36477"/>
                    <a:pt x="141087" y="36226"/>
                  </a:cubicBezTo>
                  <a:cubicBezTo>
                    <a:pt x="142573" y="34255"/>
                    <a:pt x="142850" y="29797"/>
                    <a:pt x="141640" y="27706"/>
                  </a:cubicBezTo>
                  <a:cubicBezTo>
                    <a:pt x="141485" y="27447"/>
                    <a:pt x="141104" y="27187"/>
                    <a:pt x="141398" y="26807"/>
                  </a:cubicBezTo>
                  <a:lnTo>
                    <a:pt x="141398" y="26807"/>
                  </a:lnTo>
                  <a:cubicBezTo>
                    <a:pt x="141623" y="26997"/>
                    <a:pt x="141917" y="27153"/>
                    <a:pt x="142072" y="27395"/>
                  </a:cubicBezTo>
                  <a:cubicBezTo>
                    <a:pt x="142988" y="28812"/>
                    <a:pt x="143869" y="30229"/>
                    <a:pt x="144733" y="31663"/>
                  </a:cubicBezTo>
                  <a:cubicBezTo>
                    <a:pt x="144984" y="32062"/>
                    <a:pt x="145261" y="32460"/>
                    <a:pt x="145713" y="32460"/>
                  </a:cubicBezTo>
                  <a:cubicBezTo>
                    <a:pt x="145790" y="32460"/>
                    <a:pt x="145872" y="32449"/>
                    <a:pt x="145960" y="32424"/>
                  </a:cubicBezTo>
                  <a:cubicBezTo>
                    <a:pt x="146323" y="32320"/>
                    <a:pt x="146825" y="32043"/>
                    <a:pt x="146928" y="31750"/>
                  </a:cubicBezTo>
                  <a:cubicBezTo>
                    <a:pt x="147118" y="31197"/>
                    <a:pt x="146496" y="30972"/>
                    <a:pt x="146151" y="30644"/>
                  </a:cubicBezTo>
                  <a:cubicBezTo>
                    <a:pt x="145805" y="30298"/>
                    <a:pt x="144889" y="29935"/>
                    <a:pt x="145511" y="29348"/>
                  </a:cubicBezTo>
                  <a:cubicBezTo>
                    <a:pt x="146220" y="28674"/>
                    <a:pt x="145701" y="28363"/>
                    <a:pt x="145373" y="27982"/>
                  </a:cubicBezTo>
                  <a:cubicBezTo>
                    <a:pt x="144924" y="27464"/>
                    <a:pt x="144353" y="27049"/>
                    <a:pt x="143904" y="26513"/>
                  </a:cubicBezTo>
                  <a:cubicBezTo>
                    <a:pt x="142452" y="24803"/>
                    <a:pt x="140309" y="24008"/>
                    <a:pt x="138927" y="23455"/>
                  </a:cubicBezTo>
                  <a:cubicBezTo>
                    <a:pt x="137233" y="22781"/>
                    <a:pt x="135350" y="23368"/>
                    <a:pt x="133794" y="22349"/>
                  </a:cubicBezTo>
                  <a:cubicBezTo>
                    <a:pt x="133621" y="22228"/>
                    <a:pt x="133120" y="22141"/>
                    <a:pt x="133379" y="21934"/>
                  </a:cubicBezTo>
                  <a:cubicBezTo>
                    <a:pt x="134416" y="21156"/>
                    <a:pt x="134192" y="19843"/>
                    <a:pt x="134814" y="18910"/>
                  </a:cubicBezTo>
                  <a:cubicBezTo>
                    <a:pt x="135183" y="18357"/>
                    <a:pt x="137525" y="17996"/>
                    <a:pt x="139389" y="17996"/>
                  </a:cubicBezTo>
                  <a:cubicBezTo>
                    <a:pt x="140321" y="17996"/>
                    <a:pt x="141133" y="18086"/>
                    <a:pt x="141519" y="18287"/>
                  </a:cubicBezTo>
                  <a:cubicBezTo>
                    <a:pt x="141913" y="18491"/>
                    <a:pt x="142318" y="18567"/>
                    <a:pt x="142722" y="18567"/>
                  </a:cubicBezTo>
                  <a:cubicBezTo>
                    <a:pt x="143310" y="18567"/>
                    <a:pt x="143896" y="18407"/>
                    <a:pt x="144440" y="18253"/>
                  </a:cubicBezTo>
                  <a:cubicBezTo>
                    <a:pt x="145183" y="18028"/>
                    <a:pt x="144301" y="17320"/>
                    <a:pt x="144440" y="16905"/>
                  </a:cubicBezTo>
                  <a:cubicBezTo>
                    <a:pt x="144595" y="16473"/>
                    <a:pt x="144232" y="15764"/>
                    <a:pt x="144803" y="15626"/>
                  </a:cubicBezTo>
                  <a:cubicBezTo>
                    <a:pt x="144894" y="15602"/>
                    <a:pt x="144986" y="15590"/>
                    <a:pt x="145078" y="15590"/>
                  </a:cubicBezTo>
                  <a:cubicBezTo>
                    <a:pt x="145503" y="15590"/>
                    <a:pt x="145922" y="15838"/>
                    <a:pt x="146306" y="16179"/>
                  </a:cubicBezTo>
                  <a:cubicBezTo>
                    <a:pt x="146709" y="16532"/>
                    <a:pt x="147171" y="16997"/>
                    <a:pt x="147617" y="16997"/>
                  </a:cubicBezTo>
                  <a:cubicBezTo>
                    <a:pt x="147935" y="16997"/>
                    <a:pt x="148244" y="16760"/>
                    <a:pt x="148518" y="16075"/>
                  </a:cubicBezTo>
                  <a:cubicBezTo>
                    <a:pt x="148584" y="15900"/>
                    <a:pt x="148692" y="15801"/>
                    <a:pt x="148828" y="15801"/>
                  </a:cubicBezTo>
                  <a:cubicBezTo>
                    <a:pt x="148906" y="15801"/>
                    <a:pt x="148994" y="15833"/>
                    <a:pt x="149088" y="15903"/>
                  </a:cubicBezTo>
                  <a:cubicBezTo>
                    <a:pt x="149348" y="16110"/>
                    <a:pt x="149348" y="16335"/>
                    <a:pt x="149192" y="16646"/>
                  </a:cubicBezTo>
                  <a:cubicBezTo>
                    <a:pt x="148743" y="17596"/>
                    <a:pt x="147965" y="18547"/>
                    <a:pt x="147965" y="19497"/>
                  </a:cubicBezTo>
                  <a:cubicBezTo>
                    <a:pt x="147931" y="21122"/>
                    <a:pt x="148708" y="22677"/>
                    <a:pt x="150022" y="23627"/>
                  </a:cubicBezTo>
                  <a:cubicBezTo>
                    <a:pt x="151231" y="24561"/>
                    <a:pt x="152631" y="25269"/>
                    <a:pt x="153582" y="26513"/>
                  </a:cubicBezTo>
                  <a:cubicBezTo>
                    <a:pt x="153835" y="26852"/>
                    <a:pt x="154112" y="27339"/>
                    <a:pt x="154580" y="27339"/>
                  </a:cubicBezTo>
                  <a:cubicBezTo>
                    <a:pt x="154686" y="27339"/>
                    <a:pt x="154802" y="27314"/>
                    <a:pt x="154930" y="27257"/>
                  </a:cubicBezTo>
                  <a:cubicBezTo>
                    <a:pt x="155621" y="26928"/>
                    <a:pt x="155673" y="26271"/>
                    <a:pt x="155604" y="25615"/>
                  </a:cubicBezTo>
                  <a:cubicBezTo>
                    <a:pt x="155448" y="24025"/>
                    <a:pt x="155863" y="22435"/>
                    <a:pt x="154739" y="20845"/>
                  </a:cubicBezTo>
                  <a:cubicBezTo>
                    <a:pt x="154065" y="19877"/>
                    <a:pt x="153772" y="18823"/>
                    <a:pt x="152406" y="18737"/>
                  </a:cubicBezTo>
                  <a:cubicBezTo>
                    <a:pt x="152044" y="18720"/>
                    <a:pt x="151940" y="18478"/>
                    <a:pt x="151888" y="18201"/>
                  </a:cubicBezTo>
                  <a:cubicBezTo>
                    <a:pt x="151820" y="17931"/>
                    <a:pt x="151918" y="17578"/>
                    <a:pt x="152229" y="17578"/>
                  </a:cubicBezTo>
                  <a:cubicBezTo>
                    <a:pt x="152236" y="17578"/>
                    <a:pt x="152243" y="17579"/>
                    <a:pt x="152251" y="17579"/>
                  </a:cubicBezTo>
                  <a:cubicBezTo>
                    <a:pt x="152284" y="17581"/>
                    <a:pt x="152317" y="17582"/>
                    <a:pt x="152350" y="17582"/>
                  </a:cubicBezTo>
                  <a:cubicBezTo>
                    <a:pt x="153000" y="17582"/>
                    <a:pt x="153628" y="17254"/>
                    <a:pt x="154277" y="17254"/>
                  </a:cubicBezTo>
                  <a:cubicBezTo>
                    <a:pt x="154558" y="17254"/>
                    <a:pt x="154844" y="17316"/>
                    <a:pt x="155137" y="17493"/>
                  </a:cubicBezTo>
                  <a:cubicBezTo>
                    <a:pt x="155393" y="17649"/>
                    <a:pt x="155627" y="17726"/>
                    <a:pt x="155836" y="17726"/>
                  </a:cubicBezTo>
                  <a:cubicBezTo>
                    <a:pt x="156249" y="17726"/>
                    <a:pt x="156566" y="17427"/>
                    <a:pt x="156761" y="16853"/>
                  </a:cubicBezTo>
                  <a:cubicBezTo>
                    <a:pt x="157072" y="15920"/>
                    <a:pt x="157954" y="15505"/>
                    <a:pt x="158662" y="15039"/>
                  </a:cubicBezTo>
                  <a:cubicBezTo>
                    <a:pt x="158771" y="14969"/>
                    <a:pt x="158912" y="14953"/>
                    <a:pt x="159064" y="14953"/>
                  </a:cubicBezTo>
                  <a:cubicBezTo>
                    <a:pt x="159192" y="14953"/>
                    <a:pt x="159327" y="14964"/>
                    <a:pt x="159458" y="14964"/>
                  </a:cubicBezTo>
                  <a:cubicBezTo>
                    <a:pt x="159792" y="14964"/>
                    <a:pt x="160100" y="14892"/>
                    <a:pt x="160183" y="14382"/>
                  </a:cubicBezTo>
                  <a:cubicBezTo>
                    <a:pt x="160304" y="13501"/>
                    <a:pt x="159475" y="13310"/>
                    <a:pt x="158887" y="12965"/>
                  </a:cubicBezTo>
                  <a:cubicBezTo>
                    <a:pt x="158662" y="12827"/>
                    <a:pt x="158334" y="12550"/>
                    <a:pt x="158351" y="12395"/>
                  </a:cubicBezTo>
                  <a:cubicBezTo>
                    <a:pt x="158404" y="12154"/>
                    <a:pt x="158582" y="12097"/>
                    <a:pt x="158776" y="12097"/>
                  </a:cubicBezTo>
                  <a:cubicBezTo>
                    <a:pt x="158903" y="12097"/>
                    <a:pt x="159037" y="12122"/>
                    <a:pt x="159146" y="12135"/>
                  </a:cubicBezTo>
                  <a:cubicBezTo>
                    <a:pt x="160460" y="12308"/>
                    <a:pt x="161652" y="12999"/>
                    <a:pt x="163017" y="12999"/>
                  </a:cubicBezTo>
                  <a:cubicBezTo>
                    <a:pt x="163570" y="12999"/>
                    <a:pt x="163795" y="12913"/>
                    <a:pt x="164002" y="12274"/>
                  </a:cubicBezTo>
                  <a:cubicBezTo>
                    <a:pt x="164745" y="10182"/>
                    <a:pt x="163311" y="10010"/>
                    <a:pt x="161998" y="9923"/>
                  </a:cubicBezTo>
                  <a:cubicBezTo>
                    <a:pt x="160218" y="9820"/>
                    <a:pt x="158438" y="9543"/>
                    <a:pt x="156710" y="9076"/>
                  </a:cubicBezTo>
                  <a:cubicBezTo>
                    <a:pt x="153313" y="8169"/>
                    <a:pt x="149984" y="6872"/>
                    <a:pt x="146431" y="6872"/>
                  </a:cubicBezTo>
                  <a:cubicBezTo>
                    <a:pt x="145249" y="6872"/>
                    <a:pt x="144041" y="7016"/>
                    <a:pt x="142798" y="7366"/>
                  </a:cubicBezTo>
                  <a:cubicBezTo>
                    <a:pt x="142441" y="7468"/>
                    <a:pt x="142044" y="7507"/>
                    <a:pt x="141624" y="7507"/>
                  </a:cubicBezTo>
                  <a:cubicBezTo>
                    <a:pt x="140475" y="7507"/>
                    <a:pt x="139148" y="7211"/>
                    <a:pt x="137959" y="7072"/>
                  </a:cubicBezTo>
                  <a:cubicBezTo>
                    <a:pt x="135760" y="6810"/>
                    <a:pt x="133765" y="5577"/>
                    <a:pt x="131513" y="5577"/>
                  </a:cubicBezTo>
                  <a:cubicBezTo>
                    <a:pt x="131235" y="5577"/>
                    <a:pt x="130953" y="5596"/>
                    <a:pt x="130666" y="5637"/>
                  </a:cubicBezTo>
                  <a:cubicBezTo>
                    <a:pt x="130197" y="5701"/>
                    <a:pt x="129713" y="5752"/>
                    <a:pt x="129231" y="5752"/>
                  </a:cubicBezTo>
                  <a:cubicBezTo>
                    <a:pt x="128525" y="5752"/>
                    <a:pt x="127823" y="5641"/>
                    <a:pt x="127175" y="5292"/>
                  </a:cubicBezTo>
                  <a:cubicBezTo>
                    <a:pt x="124583" y="3857"/>
                    <a:pt x="121352" y="4808"/>
                    <a:pt x="118811" y="3097"/>
                  </a:cubicBezTo>
                  <a:cubicBezTo>
                    <a:pt x="118623" y="2965"/>
                    <a:pt x="118385" y="2894"/>
                    <a:pt x="118144" y="2894"/>
                  </a:cubicBezTo>
                  <a:cubicBezTo>
                    <a:pt x="117786" y="2894"/>
                    <a:pt x="117421" y="3050"/>
                    <a:pt x="117204" y="3391"/>
                  </a:cubicBezTo>
                  <a:cubicBezTo>
                    <a:pt x="116737" y="4117"/>
                    <a:pt x="117601" y="4134"/>
                    <a:pt x="117930" y="4462"/>
                  </a:cubicBezTo>
                  <a:cubicBezTo>
                    <a:pt x="118103" y="4670"/>
                    <a:pt x="118154" y="4946"/>
                    <a:pt x="118068" y="5188"/>
                  </a:cubicBezTo>
                  <a:cubicBezTo>
                    <a:pt x="117958" y="5398"/>
                    <a:pt x="116241" y="5510"/>
                    <a:pt x="114740" y="5510"/>
                  </a:cubicBezTo>
                  <a:cubicBezTo>
                    <a:pt x="113645" y="5510"/>
                    <a:pt x="112664" y="5450"/>
                    <a:pt x="112503" y="5326"/>
                  </a:cubicBezTo>
                  <a:cubicBezTo>
                    <a:pt x="111242" y="4410"/>
                    <a:pt x="109825" y="3719"/>
                    <a:pt x="108321" y="3287"/>
                  </a:cubicBezTo>
                  <a:cubicBezTo>
                    <a:pt x="108108" y="3224"/>
                    <a:pt x="107902" y="3198"/>
                    <a:pt x="107703" y="3198"/>
                  </a:cubicBezTo>
                  <a:cubicBezTo>
                    <a:pt x="106742" y="3198"/>
                    <a:pt x="105934" y="3807"/>
                    <a:pt x="105084" y="3807"/>
                  </a:cubicBezTo>
                  <a:cubicBezTo>
                    <a:pt x="105000" y="3807"/>
                    <a:pt x="104915" y="3801"/>
                    <a:pt x="104830" y="3788"/>
                  </a:cubicBezTo>
                  <a:cubicBezTo>
                    <a:pt x="102083" y="3391"/>
                    <a:pt x="99266" y="3909"/>
                    <a:pt x="96760" y="1559"/>
                  </a:cubicBezTo>
                  <a:cubicBezTo>
                    <a:pt x="95295" y="185"/>
                    <a:pt x="93272" y="50"/>
                    <a:pt x="91223" y="50"/>
                  </a:cubicBezTo>
                  <a:cubicBezTo>
                    <a:pt x="90718" y="50"/>
                    <a:pt x="90212" y="58"/>
                    <a:pt x="89713" y="58"/>
                  </a:cubicBezTo>
                  <a:cubicBezTo>
                    <a:pt x="89152" y="58"/>
                    <a:pt x="88600" y="48"/>
                    <a:pt x="88067" y="4"/>
                  </a:cubicBezTo>
                  <a:cubicBezTo>
                    <a:pt x="88037" y="2"/>
                    <a:pt x="88007" y="1"/>
                    <a:pt x="87976" y="1"/>
                  </a:cubicBezTo>
                  <a:close/>
                </a:path>
              </a:pathLst>
            </a:custGeom>
            <a:solidFill>
              <a:srgbClr val="A5B7C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88" name="Google Shape;7688;p36"/>
            <p:cNvSpPr/>
            <p:nvPr/>
          </p:nvSpPr>
          <p:spPr>
            <a:xfrm>
              <a:off x="5913800" y="3523050"/>
              <a:ext cx="1109075" cy="813875"/>
            </a:xfrm>
            <a:custGeom>
              <a:rect b="b" l="l" r="r" t="t"/>
              <a:pathLst>
                <a:path extrusionOk="0" h="32555" w="44363">
                  <a:moveTo>
                    <a:pt x="28245" y="1"/>
                  </a:moveTo>
                  <a:cubicBezTo>
                    <a:pt x="27747" y="1"/>
                    <a:pt x="27602" y="373"/>
                    <a:pt x="27634" y="804"/>
                  </a:cubicBezTo>
                  <a:cubicBezTo>
                    <a:pt x="27737" y="2117"/>
                    <a:pt x="27979" y="3482"/>
                    <a:pt x="27996" y="4778"/>
                  </a:cubicBezTo>
                  <a:cubicBezTo>
                    <a:pt x="28014" y="5660"/>
                    <a:pt x="28567" y="7094"/>
                    <a:pt x="27634" y="7267"/>
                  </a:cubicBezTo>
                  <a:cubicBezTo>
                    <a:pt x="27521" y="7286"/>
                    <a:pt x="27406" y="7295"/>
                    <a:pt x="27290" y="7295"/>
                  </a:cubicBezTo>
                  <a:cubicBezTo>
                    <a:pt x="25431" y="7295"/>
                    <a:pt x="23230" y="4918"/>
                    <a:pt x="23555" y="3275"/>
                  </a:cubicBezTo>
                  <a:cubicBezTo>
                    <a:pt x="23754" y="2264"/>
                    <a:pt x="23333" y="1317"/>
                    <a:pt x="22034" y="1317"/>
                  </a:cubicBezTo>
                  <a:cubicBezTo>
                    <a:pt x="21978" y="1317"/>
                    <a:pt x="21920" y="1318"/>
                    <a:pt x="21862" y="1322"/>
                  </a:cubicBezTo>
                  <a:cubicBezTo>
                    <a:pt x="21814" y="1325"/>
                    <a:pt x="21765" y="1327"/>
                    <a:pt x="21716" y="1327"/>
                  </a:cubicBezTo>
                  <a:cubicBezTo>
                    <a:pt x="20777" y="1327"/>
                    <a:pt x="19668" y="752"/>
                    <a:pt x="18692" y="752"/>
                  </a:cubicBezTo>
                  <a:cubicBezTo>
                    <a:pt x="18107" y="752"/>
                    <a:pt x="17570" y="958"/>
                    <a:pt x="17144" y="1616"/>
                  </a:cubicBezTo>
                  <a:cubicBezTo>
                    <a:pt x="16642" y="2376"/>
                    <a:pt x="15295" y="2826"/>
                    <a:pt x="15191" y="4035"/>
                  </a:cubicBezTo>
                  <a:cubicBezTo>
                    <a:pt x="15162" y="4430"/>
                    <a:pt x="15144" y="4616"/>
                    <a:pt x="15002" y="4616"/>
                  </a:cubicBezTo>
                  <a:cubicBezTo>
                    <a:pt x="14889" y="4616"/>
                    <a:pt x="14698" y="4499"/>
                    <a:pt x="14361" y="4277"/>
                  </a:cubicBezTo>
                  <a:cubicBezTo>
                    <a:pt x="13724" y="3844"/>
                    <a:pt x="13113" y="3612"/>
                    <a:pt x="12606" y="3612"/>
                  </a:cubicBezTo>
                  <a:cubicBezTo>
                    <a:pt x="12042" y="3612"/>
                    <a:pt x="11607" y="3900"/>
                    <a:pt x="11406" y="4519"/>
                  </a:cubicBezTo>
                  <a:cubicBezTo>
                    <a:pt x="10784" y="6334"/>
                    <a:pt x="8710" y="7215"/>
                    <a:pt x="8624" y="9392"/>
                  </a:cubicBezTo>
                  <a:cubicBezTo>
                    <a:pt x="8607" y="10153"/>
                    <a:pt x="7933" y="10619"/>
                    <a:pt x="7086" y="10879"/>
                  </a:cubicBezTo>
                  <a:cubicBezTo>
                    <a:pt x="5669" y="11311"/>
                    <a:pt x="4355" y="11864"/>
                    <a:pt x="3007" y="12382"/>
                  </a:cubicBezTo>
                  <a:cubicBezTo>
                    <a:pt x="1003" y="13160"/>
                    <a:pt x="0" y="16910"/>
                    <a:pt x="1538" y="19018"/>
                  </a:cubicBezTo>
                  <a:cubicBezTo>
                    <a:pt x="2835" y="20798"/>
                    <a:pt x="3128" y="22595"/>
                    <a:pt x="3992" y="24375"/>
                  </a:cubicBezTo>
                  <a:cubicBezTo>
                    <a:pt x="4494" y="25360"/>
                    <a:pt x="4424" y="26276"/>
                    <a:pt x="3750" y="26950"/>
                  </a:cubicBezTo>
                  <a:cubicBezTo>
                    <a:pt x="3353" y="27348"/>
                    <a:pt x="3509" y="27797"/>
                    <a:pt x="4148" y="28298"/>
                  </a:cubicBezTo>
                  <a:cubicBezTo>
                    <a:pt x="5020" y="28962"/>
                    <a:pt x="5824" y="29302"/>
                    <a:pt x="6549" y="29302"/>
                  </a:cubicBezTo>
                  <a:cubicBezTo>
                    <a:pt x="7089" y="29302"/>
                    <a:pt x="7586" y="29114"/>
                    <a:pt x="8036" y="28730"/>
                  </a:cubicBezTo>
                  <a:cubicBezTo>
                    <a:pt x="8740" y="28095"/>
                    <a:pt x="9643" y="27747"/>
                    <a:pt x="10576" y="27747"/>
                  </a:cubicBezTo>
                  <a:cubicBezTo>
                    <a:pt x="10811" y="27747"/>
                    <a:pt x="11049" y="27769"/>
                    <a:pt x="11285" y="27814"/>
                  </a:cubicBezTo>
                  <a:cubicBezTo>
                    <a:pt x="11420" y="27836"/>
                    <a:pt x="11551" y="27846"/>
                    <a:pt x="11676" y="27846"/>
                  </a:cubicBezTo>
                  <a:cubicBezTo>
                    <a:pt x="12065" y="27846"/>
                    <a:pt x="12402" y="27743"/>
                    <a:pt x="12650" y="27521"/>
                  </a:cubicBezTo>
                  <a:cubicBezTo>
                    <a:pt x="14551" y="25793"/>
                    <a:pt x="17368" y="25343"/>
                    <a:pt x="20047" y="24790"/>
                  </a:cubicBezTo>
                  <a:cubicBezTo>
                    <a:pt x="20247" y="24746"/>
                    <a:pt x="20464" y="24721"/>
                    <a:pt x="20691" y="24721"/>
                  </a:cubicBezTo>
                  <a:cubicBezTo>
                    <a:pt x="21623" y="24721"/>
                    <a:pt x="22712" y="25150"/>
                    <a:pt x="23365" y="26484"/>
                  </a:cubicBezTo>
                  <a:cubicBezTo>
                    <a:pt x="23667" y="27105"/>
                    <a:pt x="23855" y="28198"/>
                    <a:pt x="25083" y="28198"/>
                  </a:cubicBezTo>
                  <a:cubicBezTo>
                    <a:pt x="25120" y="28198"/>
                    <a:pt x="25158" y="28197"/>
                    <a:pt x="25197" y="28195"/>
                  </a:cubicBezTo>
                  <a:cubicBezTo>
                    <a:pt x="25345" y="28183"/>
                    <a:pt x="25455" y="28022"/>
                    <a:pt x="25593" y="28022"/>
                  </a:cubicBezTo>
                  <a:cubicBezTo>
                    <a:pt x="25664" y="28022"/>
                    <a:pt x="25742" y="28065"/>
                    <a:pt x="25836" y="28195"/>
                  </a:cubicBezTo>
                  <a:cubicBezTo>
                    <a:pt x="25923" y="28298"/>
                    <a:pt x="25767" y="28592"/>
                    <a:pt x="25612" y="28713"/>
                  </a:cubicBezTo>
                  <a:cubicBezTo>
                    <a:pt x="25318" y="28938"/>
                    <a:pt x="24903" y="29128"/>
                    <a:pt x="25283" y="29646"/>
                  </a:cubicBezTo>
                  <a:cubicBezTo>
                    <a:pt x="25508" y="29871"/>
                    <a:pt x="25802" y="30026"/>
                    <a:pt x="26113" y="30078"/>
                  </a:cubicBezTo>
                  <a:cubicBezTo>
                    <a:pt x="26172" y="30086"/>
                    <a:pt x="26229" y="30090"/>
                    <a:pt x="26283" y="30090"/>
                  </a:cubicBezTo>
                  <a:cubicBezTo>
                    <a:pt x="26710" y="30090"/>
                    <a:pt x="27006" y="29856"/>
                    <a:pt x="27098" y="29473"/>
                  </a:cubicBezTo>
                  <a:cubicBezTo>
                    <a:pt x="27115" y="29335"/>
                    <a:pt x="27098" y="29197"/>
                    <a:pt x="27029" y="29076"/>
                  </a:cubicBezTo>
                  <a:cubicBezTo>
                    <a:pt x="26976" y="28903"/>
                    <a:pt x="26992" y="28848"/>
                    <a:pt x="27041" y="28848"/>
                  </a:cubicBezTo>
                  <a:cubicBezTo>
                    <a:pt x="27105" y="28848"/>
                    <a:pt x="27225" y="28941"/>
                    <a:pt x="27322" y="28990"/>
                  </a:cubicBezTo>
                  <a:cubicBezTo>
                    <a:pt x="27824" y="29266"/>
                    <a:pt x="28463" y="29473"/>
                    <a:pt x="28169" y="30113"/>
                  </a:cubicBezTo>
                  <a:cubicBezTo>
                    <a:pt x="27945" y="30597"/>
                    <a:pt x="28117" y="31029"/>
                    <a:pt x="28809" y="31461"/>
                  </a:cubicBezTo>
                  <a:cubicBezTo>
                    <a:pt x="30199" y="32318"/>
                    <a:pt x="31628" y="32554"/>
                    <a:pt x="32898" y="32554"/>
                  </a:cubicBezTo>
                  <a:cubicBezTo>
                    <a:pt x="33522" y="32554"/>
                    <a:pt x="34108" y="32497"/>
                    <a:pt x="34633" y="32429"/>
                  </a:cubicBezTo>
                  <a:cubicBezTo>
                    <a:pt x="36672" y="32135"/>
                    <a:pt x="39299" y="31824"/>
                    <a:pt x="39299" y="29145"/>
                  </a:cubicBezTo>
                  <a:cubicBezTo>
                    <a:pt x="39299" y="28938"/>
                    <a:pt x="39541" y="28799"/>
                    <a:pt x="39592" y="28575"/>
                  </a:cubicBezTo>
                  <a:cubicBezTo>
                    <a:pt x="40024" y="26968"/>
                    <a:pt x="41804" y="26363"/>
                    <a:pt x="42496" y="24998"/>
                  </a:cubicBezTo>
                  <a:cubicBezTo>
                    <a:pt x="44224" y="21559"/>
                    <a:pt x="44362" y="17722"/>
                    <a:pt x="40232" y="13661"/>
                  </a:cubicBezTo>
                  <a:cubicBezTo>
                    <a:pt x="38953" y="12399"/>
                    <a:pt x="38037" y="10671"/>
                    <a:pt x="36309" y="9859"/>
                  </a:cubicBezTo>
                  <a:cubicBezTo>
                    <a:pt x="34494" y="9012"/>
                    <a:pt x="34080" y="7716"/>
                    <a:pt x="33509" y="6472"/>
                  </a:cubicBezTo>
                  <a:cubicBezTo>
                    <a:pt x="33388" y="5608"/>
                    <a:pt x="33008" y="4761"/>
                    <a:pt x="32213" y="4346"/>
                  </a:cubicBezTo>
                  <a:cubicBezTo>
                    <a:pt x="30658" y="3465"/>
                    <a:pt x="30278" y="2100"/>
                    <a:pt x="29414" y="942"/>
                  </a:cubicBezTo>
                  <a:cubicBezTo>
                    <a:pt x="29120" y="544"/>
                    <a:pt x="28947" y="78"/>
                    <a:pt x="28377" y="9"/>
                  </a:cubicBezTo>
                  <a:cubicBezTo>
                    <a:pt x="28330" y="3"/>
                    <a:pt x="28287" y="1"/>
                    <a:pt x="28245" y="1"/>
                  </a:cubicBezTo>
                  <a:close/>
                </a:path>
              </a:pathLst>
            </a:custGeom>
            <a:solidFill>
              <a:srgbClr val="A5B7C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89" name="Google Shape;7689;p36"/>
            <p:cNvSpPr/>
            <p:nvPr/>
          </p:nvSpPr>
          <p:spPr>
            <a:xfrm>
              <a:off x="6442175" y="3238700"/>
              <a:ext cx="571625" cy="311800"/>
            </a:xfrm>
            <a:custGeom>
              <a:rect b="b" l="l" r="r" t="t"/>
              <a:pathLst>
                <a:path extrusionOk="0" h="12472" w="22865">
                  <a:moveTo>
                    <a:pt x="3070" y="1"/>
                  </a:moveTo>
                  <a:cubicBezTo>
                    <a:pt x="2939" y="1"/>
                    <a:pt x="2792" y="15"/>
                    <a:pt x="2627" y="46"/>
                  </a:cubicBezTo>
                  <a:cubicBezTo>
                    <a:pt x="1833" y="202"/>
                    <a:pt x="830" y="29"/>
                    <a:pt x="415" y="927"/>
                  </a:cubicBezTo>
                  <a:cubicBezTo>
                    <a:pt x="1" y="1826"/>
                    <a:pt x="934" y="1861"/>
                    <a:pt x="1400" y="2189"/>
                  </a:cubicBezTo>
                  <a:cubicBezTo>
                    <a:pt x="1504" y="2258"/>
                    <a:pt x="1366" y="2569"/>
                    <a:pt x="1435" y="2742"/>
                  </a:cubicBezTo>
                  <a:cubicBezTo>
                    <a:pt x="1757" y="3623"/>
                    <a:pt x="1963" y="4886"/>
                    <a:pt x="3062" y="4886"/>
                  </a:cubicBezTo>
                  <a:cubicBezTo>
                    <a:pt x="3084" y="4886"/>
                    <a:pt x="3106" y="4886"/>
                    <a:pt x="3129" y="4885"/>
                  </a:cubicBezTo>
                  <a:cubicBezTo>
                    <a:pt x="3207" y="4880"/>
                    <a:pt x="3284" y="4878"/>
                    <a:pt x="3360" y="4878"/>
                  </a:cubicBezTo>
                  <a:cubicBezTo>
                    <a:pt x="4698" y="4878"/>
                    <a:pt x="5731" y="5570"/>
                    <a:pt x="6810" y="6077"/>
                  </a:cubicBezTo>
                  <a:cubicBezTo>
                    <a:pt x="7328" y="6319"/>
                    <a:pt x="8019" y="7322"/>
                    <a:pt x="7207" y="8203"/>
                  </a:cubicBezTo>
                  <a:cubicBezTo>
                    <a:pt x="6913" y="8531"/>
                    <a:pt x="6948" y="8911"/>
                    <a:pt x="7121" y="9292"/>
                  </a:cubicBezTo>
                  <a:cubicBezTo>
                    <a:pt x="7274" y="9613"/>
                    <a:pt x="7597" y="9810"/>
                    <a:pt x="7934" y="9810"/>
                  </a:cubicBezTo>
                  <a:cubicBezTo>
                    <a:pt x="8014" y="9810"/>
                    <a:pt x="8095" y="9799"/>
                    <a:pt x="8175" y="9775"/>
                  </a:cubicBezTo>
                  <a:cubicBezTo>
                    <a:pt x="8275" y="9755"/>
                    <a:pt x="8368" y="9745"/>
                    <a:pt x="8457" y="9745"/>
                  </a:cubicBezTo>
                  <a:cubicBezTo>
                    <a:pt x="8811" y="9745"/>
                    <a:pt x="9087" y="9900"/>
                    <a:pt x="9419" y="10121"/>
                  </a:cubicBezTo>
                  <a:cubicBezTo>
                    <a:pt x="10079" y="10569"/>
                    <a:pt x="10930" y="10787"/>
                    <a:pt x="11688" y="10787"/>
                  </a:cubicBezTo>
                  <a:cubicBezTo>
                    <a:pt x="12538" y="10787"/>
                    <a:pt x="13270" y="10513"/>
                    <a:pt x="13480" y="9983"/>
                  </a:cubicBezTo>
                  <a:cubicBezTo>
                    <a:pt x="13648" y="9563"/>
                    <a:pt x="13555" y="9014"/>
                    <a:pt x="14230" y="9014"/>
                  </a:cubicBezTo>
                  <a:cubicBezTo>
                    <a:pt x="14250" y="9014"/>
                    <a:pt x="14271" y="9014"/>
                    <a:pt x="14293" y="9015"/>
                  </a:cubicBezTo>
                  <a:cubicBezTo>
                    <a:pt x="15036" y="9050"/>
                    <a:pt x="15381" y="9516"/>
                    <a:pt x="15450" y="10138"/>
                  </a:cubicBezTo>
                  <a:cubicBezTo>
                    <a:pt x="15640" y="11486"/>
                    <a:pt x="16522" y="11953"/>
                    <a:pt x="17697" y="11988"/>
                  </a:cubicBezTo>
                  <a:cubicBezTo>
                    <a:pt x="18224" y="11988"/>
                    <a:pt x="18870" y="12472"/>
                    <a:pt x="19366" y="12472"/>
                  </a:cubicBezTo>
                  <a:cubicBezTo>
                    <a:pt x="19602" y="12472"/>
                    <a:pt x="19804" y="12362"/>
                    <a:pt x="19944" y="12039"/>
                  </a:cubicBezTo>
                  <a:cubicBezTo>
                    <a:pt x="20289" y="11210"/>
                    <a:pt x="19287" y="10398"/>
                    <a:pt x="18596" y="9758"/>
                  </a:cubicBezTo>
                  <a:cubicBezTo>
                    <a:pt x="18164" y="9361"/>
                    <a:pt x="17420" y="8825"/>
                    <a:pt x="17749" y="8272"/>
                  </a:cubicBezTo>
                  <a:cubicBezTo>
                    <a:pt x="17984" y="7884"/>
                    <a:pt x="18253" y="7197"/>
                    <a:pt x="18937" y="7197"/>
                  </a:cubicBezTo>
                  <a:cubicBezTo>
                    <a:pt x="19107" y="7197"/>
                    <a:pt x="19302" y="7239"/>
                    <a:pt x="19529" y="7339"/>
                  </a:cubicBezTo>
                  <a:cubicBezTo>
                    <a:pt x="19732" y="7429"/>
                    <a:pt x="19935" y="7468"/>
                    <a:pt x="20135" y="7468"/>
                  </a:cubicBezTo>
                  <a:cubicBezTo>
                    <a:pt x="20854" y="7468"/>
                    <a:pt x="21544" y="6970"/>
                    <a:pt x="22138" y="6578"/>
                  </a:cubicBezTo>
                  <a:cubicBezTo>
                    <a:pt x="22795" y="6146"/>
                    <a:pt x="22864" y="5248"/>
                    <a:pt x="22311" y="4643"/>
                  </a:cubicBezTo>
                  <a:cubicBezTo>
                    <a:pt x="22115" y="4425"/>
                    <a:pt x="21948" y="4340"/>
                    <a:pt x="21799" y="4340"/>
                  </a:cubicBezTo>
                  <a:cubicBezTo>
                    <a:pt x="21465" y="4340"/>
                    <a:pt x="21227" y="4774"/>
                    <a:pt x="20963" y="5110"/>
                  </a:cubicBezTo>
                  <a:cubicBezTo>
                    <a:pt x="20756" y="5334"/>
                    <a:pt x="20479" y="5472"/>
                    <a:pt x="20168" y="5507"/>
                  </a:cubicBezTo>
                  <a:cubicBezTo>
                    <a:pt x="20112" y="5512"/>
                    <a:pt x="20051" y="5514"/>
                    <a:pt x="19986" y="5514"/>
                  </a:cubicBezTo>
                  <a:cubicBezTo>
                    <a:pt x="18639" y="5514"/>
                    <a:pt x="15548" y="4518"/>
                    <a:pt x="14344" y="3727"/>
                  </a:cubicBezTo>
                  <a:cubicBezTo>
                    <a:pt x="13999" y="3485"/>
                    <a:pt x="13636" y="3295"/>
                    <a:pt x="13238" y="3139"/>
                  </a:cubicBezTo>
                  <a:cubicBezTo>
                    <a:pt x="11925" y="2690"/>
                    <a:pt x="10473" y="2465"/>
                    <a:pt x="9298" y="1774"/>
                  </a:cubicBezTo>
                  <a:cubicBezTo>
                    <a:pt x="8770" y="1458"/>
                    <a:pt x="8301" y="1322"/>
                    <a:pt x="7877" y="1322"/>
                  </a:cubicBezTo>
                  <a:cubicBezTo>
                    <a:pt x="7093" y="1322"/>
                    <a:pt x="6459" y="1787"/>
                    <a:pt x="5876" y="2448"/>
                  </a:cubicBezTo>
                  <a:cubicBezTo>
                    <a:pt x="5497" y="2886"/>
                    <a:pt x="5240" y="3062"/>
                    <a:pt x="5050" y="3062"/>
                  </a:cubicBezTo>
                  <a:cubicBezTo>
                    <a:pt x="4739" y="3062"/>
                    <a:pt x="4614" y="2586"/>
                    <a:pt x="4442" y="2016"/>
                  </a:cubicBezTo>
                  <a:cubicBezTo>
                    <a:pt x="4193" y="1191"/>
                    <a:pt x="4266" y="1"/>
                    <a:pt x="3070" y="1"/>
                  </a:cubicBezTo>
                  <a:close/>
                </a:path>
              </a:pathLst>
            </a:custGeom>
            <a:solidFill>
              <a:srgbClr val="A5B7C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90" name="Google Shape;7690;p36"/>
            <p:cNvSpPr/>
            <p:nvPr/>
          </p:nvSpPr>
          <p:spPr>
            <a:xfrm>
              <a:off x="5898675" y="3029225"/>
              <a:ext cx="282150" cy="318450"/>
            </a:xfrm>
            <a:custGeom>
              <a:rect b="b" l="l" r="r" t="t"/>
              <a:pathLst>
                <a:path extrusionOk="0" h="12738" w="11286">
                  <a:moveTo>
                    <a:pt x="8163" y="0"/>
                  </a:moveTo>
                  <a:cubicBezTo>
                    <a:pt x="7646" y="0"/>
                    <a:pt x="7307" y="634"/>
                    <a:pt x="7121" y="1115"/>
                  </a:cubicBezTo>
                  <a:cubicBezTo>
                    <a:pt x="6498" y="2618"/>
                    <a:pt x="5081" y="3362"/>
                    <a:pt x="4027" y="4450"/>
                  </a:cubicBezTo>
                  <a:cubicBezTo>
                    <a:pt x="3562" y="4916"/>
                    <a:pt x="2753" y="5709"/>
                    <a:pt x="2170" y="5709"/>
                  </a:cubicBezTo>
                  <a:cubicBezTo>
                    <a:pt x="2125" y="5709"/>
                    <a:pt x="2082" y="5704"/>
                    <a:pt x="2040" y="5695"/>
                  </a:cubicBezTo>
                  <a:cubicBezTo>
                    <a:pt x="1767" y="5631"/>
                    <a:pt x="1536" y="5602"/>
                    <a:pt x="1339" y="5602"/>
                  </a:cubicBezTo>
                  <a:cubicBezTo>
                    <a:pt x="150" y="5602"/>
                    <a:pt x="215" y="6659"/>
                    <a:pt x="52" y="7475"/>
                  </a:cubicBezTo>
                  <a:cubicBezTo>
                    <a:pt x="1" y="9410"/>
                    <a:pt x="1625" y="11518"/>
                    <a:pt x="3267" y="12123"/>
                  </a:cubicBezTo>
                  <a:cubicBezTo>
                    <a:pt x="3638" y="12262"/>
                    <a:pt x="4019" y="12277"/>
                    <a:pt x="4389" y="12277"/>
                  </a:cubicBezTo>
                  <a:cubicBezTo>
                    <a:pt x="4488" y="12277"/>
                    <a:pt x="4586" y="12276"/>
                    <a:pt x="4683" y="12276"/>
                  </a:cubicBezTo>
                  <a:cubicBezTo>
                    <a:pt x="5034" y="12276"/>
                    <a:pt x="5369" y="12290"/>
                    <a:pt x="5669" y="12417"/>
                  </a:cubicBezTo>
                  <a:cubicBezTo>
                    <a:pt x="6156" y="12630"/>
                    <a:pt x="6559" y="12738"/>
                    <a:pt x="6895" y="12738"/>
                  </a:cubicBezTo>
                  <a:cubicBezTo>
                    <a:pt x="7678" y="12738"/>
                    <a:pt x="8093" y="12148"/>
                    <a:pt x="8348" y="10914"/>
                  </a:cubicBezTo>
                  <a:cubicBezTo>
                    <a:pt x="8572" y="9773"/>
                    <a:pt x="9073" y="8235"/>
                    <a:pt x="9937" y="7786"/>
                  </a:cubicBezTo>
                  <a:cubicBezTo>
                    <a:pt x="11268" y="7094"/>
                    <a:pt x="10577" y="6697"/>
                    <a:pt x="10231" y="6023"/>
                  </a:cubicBezTo>
                  <a:cubicBezTo>
                    <a:pt x="9782" y="5124"/>
                    <a:pt x="8797" y="4278"/>
                    <a:pt x="10058" y="3189"/>
                  </a:cubicBezTo>
                  <a:cubicBezTo>
                    <a:pt x="10404" y="2895"/>
                    <a:pt x="11285" y="2618"/>
                    <a:pt x="10853" y="1945"/>
                  </a:cubicBezTo>
                  <a:cubicBezTo>
                    <a:pt x="10266" y="1063"/>
                    <a:pt x="9402" y="286"/>
                    <a:pt x="8348" y="26"/>
                  </a:cubicBezTo>
                  <a:cubicBezTo>
                    <a:pt x="8284" y="9"/>
                    <a:pt x="8222" y="0"/>
                    <a:pt x="8163" y="0"/>
                  </a:cubicBezTo>
                  <a:close/>
                </a:path>
              </a:pathLst>
            </a:custGeom>
            <a:solidFill>
              <a:srgbClr val="A5B7C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91" name="Google Shape;7691;p36"/>
            <p:cNvSpPr/>
            <p:nvPr/>
          </p:nvSpPr>
          <p:spPr>
            <a:xfrm>
              <a:off x="5544400" y="3065225"/>
              <a:ext cx="541800" cy="430700"/>
            </a:xfrm>
            <a:custGeom>
              <a:rect b="b" l="l" r="r" t="t"/>
              <a:pathLst>
                <a:path extrusionOk="0" h="17228" w="21672">
                  <a:moveTo>
                    <a:pt x="7484" y="4583"/>
                  </a:moveTo>
                  <a:lnTo>
                    <a:pt x="7484" y="4583"/>
                  </a:lnTo>
                  <a:cubicBezTo>
                    <a:pt x="7486" y="4586"/>
                    <a:pt x="7488" y="4589"/>
                    <a:pt x="7491" y="4592"/>
                  </a:cubicBezTo>
                  <a:lnTo>
                    <a:pt x="7491" y="4592"/>
                  </a:lnTo>
                  <a:cubicBezTo>
                    <a:pt x="7494" y="4595"/>
                    <a:pt x="7498" y="4597"/>
                    <a:pt x="7501" y="4600"/>
                  </a:cubicBezTo>
                  <a:lnTo>
                    <a:pt x="7484" y="4583"/>
                  </a:lnTo>
                  <a:close/>
                  <a:moveTo>
                    <a:pt x="1210" y="0"/>
                  </a:moveTo>
                  <a:cubicBezTo>
                    <a:pt x="910" y="0"/>
                    <a:pt x="646" y="84"/>
                    <a:pt x="415" y="314"/>
                  </a:cubicBezTo>
                  <a:cubicBezTo>
                    <a:pt x="1" y="712"/>
                    <a:pt x="260" y="1127"/>
                    <a:pt x="571" y="1403"/>
                  </a:cubicBezTo>
                  <a:cubicBezTo>
                    <a:pt x="1833" y="2561"/>
                    <a:pt x="2939" y="3874"/>
                    <a:pt x="3872" y="5309"/>
                  </a:cubicBezTo>
                  <a:cubicBezTo>
                    <a:pt x="5894" y="8264"/>
                    <a:pt x="6948" y="12014"/>
                    <a:pt x="10663" y="13552"/>
                  </a:cubicBezTo>
                  <a:cubicBezTo>
                    <a:pt x="10715" y="13587"/>
                    <a:pt x="10733" y="13656"/>
                    <a:pt x="10733" y="13725"/>
                  </a:cubicBezTo>
                  <a:cubicBezTo>
                    <a:pt x="10007" y="15522"/>
                    <a:pt x="11579" y="15401"/>
                    <a:pt x="12478" y="15660"/>
                  </a:cubicBezTo>
                  <a:cubicBezTo>
                    <a:pt x="14932" y="16334"/>
                    <a:pt x="17420" y="16801"/>
                    <a:pt x="19961" y="17043"/>
                  </a:cubicBezTo>
                  <a:cubicBezTo>
                    <a:pt x="20276" y="17079"/>
                    <a:pt x="20618" y="17227"/>
                    <a:pt x="20904" y="17227"/>
                  </a:cubicBezTo>
                  <a:cubicBezTo>
                    <a:pt x="21167" y="17227"/>
                    <a:pt x="21382" y="17101"/>
                    <a:pt x="21482" y="16645"/>
                  </a:cubicBezTo>
                  <a:cubicBezTo>
                    <a:pt x="21672" y="15816"/>
                    <a:pt x="20842" y="15626"/>
                    <a:pt x="20306" y="15280"/>
                  </a:cubicBezTo>
                  <a:cubicBezTo>
                    <a:pt x="18129" y="13932"/>
                    <a:pt x="15502" y="14347"/>
                    <a:pt x="13204" y="13448"/>
                  </a:cubicBezTo>
                  <a:cubicBezTo>
                    <a:pt x="13103" y="13410"/>
                    <a:pt x="12986" y="13400"/>
                    <a:pt x="12863" y="13400"/>
                  </a:cubicBezTo>
                  <a:cubicBezTo>
                    <a:pt x="12726" y="13400"/>
                    <a:pt x="12582" y="13412"/>
                    <a:pt x="12448" y="13412"/>
                  </a:cubicBezTo>
                  <a:cubicBezTo>
                    <a:pt x="12162" y="13412"/>
                    <a:pt x="11919" y="13355"/>
                    <a:pt x="11873" y="12999"/>
                  </a:cubicBezTo>
                  <a:cubicBezTo>
                    <a:pt x="11769" y="12221"/>
                    <a:pt x="11614" y="11288"/>
                    <a:pt x="12409" y="10666"/>
                  </a:cubicBezTo>
                  <a:cubicBezTo>
                    <a:pt x="12979" y="10199"/>
                    <a:pt x="12806" y="9836"/>
                    <a:pt x="12478" y="9249"/>
                  </a:cubicBezTo>
                  <a:cubicBezTo>
                    <a:pt x="11908" y="8195"/>
                    <a:pt x="10352" y="8558"/>
                    <a:pt x="10076" y="7849"/>
                  </a:cubicBezTo>
                  <a:cubicBezTo>
                    <a:pt x="9542" y="6419"/>
                    <a:pt x="8354" y="5659"/>
                    <a:pt x="7491" y="4592"/>
                  </a:cubicBezTo>
                  <a:lnTo>
                    <a:pt x="7491" y="4592"/>
                  </a:lnTo>
                  <a:cubicBezTo>
                    <a:pt x="6993" y="4179"/>
                    <a:pt x="6512" y="3733"/>
                    <a:pt x="5980" y="3339"/>
                  </a:cubicBezTo>
                  <a:cubicBezTo>
                    <a:pt x="4563" y="2285"/>
                    <a:pt x="3682" y="522"/>
                    <a:pt x="1763" y="72"/>
                  </a:cubicBezTo>
                  <a:cubicBezTo>
                    <a:pt x="1567" y="28"/>
                    <a:pt x="1383" y="0"/>
                    <a:pt x="1210" y="0"/>
                  </a:cubicBezTo>
                  <a:close/>
                </a:path>
              </a:pathLst>
            </a:custGeom>
            <a:solidFill>
              <a:srgbClr val="A5B7C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92" name="Google Shape;7692;p36"/>
            <p:cNvSpPr/>
            <p:nvPr/>
          </p:nvSpPr>
          <p:spPr>
            <a:xfrm>
              <a:off x="4388700" y="3530600"/>
              <a:ext cx="227275" cy="395425"/>
            </a:xfrm>
            <a:custGeom>
              <a:rect b="b" l="l" r="r" t="t"/>
              <a:pathLst>
                <a:path extrusionOk="0" h="15817" w="9091">
                  <a:moveTo>
                    <a:pt x="7622" y="0"/>
                  </a:moveTo>
                  <a:cubicBezTo>
                    <a:pt x="7155" y="0"/>
                    <a:pt x="6965" y="363"/>
                    <a:pt x="6740" y="761"/>
                  </a:cubicBezTo>
                  <a:cubicBezTo>
                    <a:pt x="5963" y="2212"/>
                    <a:pt x="5323" y="3802"/>
                    <a:pt x="3405" y="4200"/>
                  </a:cubicBezTo>
                  <a:cubicBezTo>
                    <a:pt x="2645" y="4338"/>
                    <a:pt x="2247" y="4891"/>
                    <a:pt x="2109" y="5738"/>
                  </a:cubicBezTo>
                  <a:cubicBezTo>
                    <a:pt x="1781" y="7587"/>
                    <a:pt x="1971" y="9471"/>
                    <a:pt x="917" y="11285"/>
                  </a:cubicBezTo>
                  <a:cubicBezTo>
                    <a:pt x="1" y="12910"/>
                    <a:pt x="1660" y="15813"/>
                    <a:pt x="3077" y="15813"/>
                  </a:cubicBezTo>
                  <a:cubicBezTo>
                    <a:pt x="3125" y="15815"/>
                    <a:pt x="3172" y="15816"/>
                    <a:pt x="3219" y="15816"/>
                  </a:cubicBezTo>
                  <a:cubicBezTo>
                    <a:pt x="4640" y="15816"/>
                    <a:pt x="5279" y="14808"/>
                    <a:pt x="5496" y="13670"/>
                  </a:cubicBezTo>
                  <a:cubicBezTo>
                    <a:pt x="6049" y="11095"/>
                    <a:pt x="7034" y="8676"/>
                    <a:pt x="8002" y="6256"/>
                  </a:cubicBezTo>
                  <a:cubicBezTo>
                    <a:pt x="8745" y="4373"/>
                    <a:pt x="9091" y="2645"/>
                    <a:pt x="8192" y="778"/>
                  </a:cubicBezTo>
                  <a:cubicBezTo>
                    <a:pt x="8054" y="467"/>
                    <a:pt x="8106" y="18"/>
                    <a:pt x="7622" y="0"/>
                  </a:cubicBezTo>
                  <a:close/>
                </a:path>
              </a:pathLst>
            </a:custGeom>
            <a:solidFill>
              <a:srgbClr val="A5B7C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93" name="Google Shape;7693;p36"/>
            <p:cNvSpPr/>
            <p:nvPr/>
          </p:nvSpPr>
          <p:spPr>
            <a:xfrm>
              <a:off x="6438300" y="1893850"/>
              <a:ext cx="267450" cy="418275"/>
            </a:xfrm>
            <a:custGeom>
              <a:rect b="b" l="l" r="r" t="t"/>
              <a:pathLst>
                <a:path extrusionOk="0" h="16731" w="10698">
                  <a:moveTo>
                    <a:pt x="4909" y="1"/>
                  </a:moveTo>
                  <a:cubicBezTo>
                    <a:pt x="4667" y="1"/>
                    <a:pt x="4504" y="61"/>
                    <a:pt x="4562" y="216"/>
                  </a:cubicBezTo>
                  <a:cubicBezTo>
                    <a:pt x="5064" y="1633"/>
                    <a:pt x="3992" y="3465"/>
                    <a:pt x="5444" y="4502"/>
                  </a:cubicBezTo>
                  <a:cubicBezTo>
                    <a:pt x="6654" y="5366"/>
                    <a:pt x="6515" y="6627"/>
                    <a:pt x="6913" y="7647"/>
                  </a:cubicBezTo>
                  <a:cubicBezTo>
                    <a:pt x="6804" y="8207"/>
                    <a:pt x="6835" y="9062"/>
                    <a:pt x="6426" y="9062"/>
                  </a:cubicBezTo>
                  <a:cubicBezTo>
                    <a:pt x="6380" y="9062"/>
                    <a:pt x="6330" y="9052"/>
                    <a:pt x="6273" y="9029"/>
                  </a:cubicBezTo>
                  <a:cubicBezTo>
                    <a:pt x="6019" y="8928"/>
                    <a:pt x="5817" y="8884"/>
                    <a:pt x="5657" y="8884"/>
                  </a:cubicBezTo>
                  <a:cubicBezTo>
                    <a:pt x="5131" y="8884"/>
                    <a:pt x="5047" y="9360"/>
                    <a:pt x="4995" y="9876"/>
                  </a:cubicBezTo>
                  <a:cubicBezTo>
                    <a:pt x="4925" y="10533"/>
                    <a:pt x="4614" y="10757"/>
                    <a:pt x="4044" y="10896"/>
                  </a:cubicBezTo>
                  <a:cubicBezTo>
                    <a:pt x="726" y="11673"/>
                    <a:pt x="0" y="13229"/>
                    <a:pt x="1659" y="16028"/>
                  </a:cubicBezTo>
                  <a:cubicBezTo>
                    <a:pt x="1834" y="16314"/>
                    <a:pt x="1935" y="16730"/>
                    <a:pt x="2351" y="16730"/>
                  </a:cubicBezTo>
                  <a:cubicBezTo>
                    <a:pt x="2389" y="16730"/>
                    <a:pt x="2429" y="16727"/>
                    <a:pt x="2471" y="16720"/>
                  </a:cubicBezTo>
                  <a:cubicBezTo>
                    <a:pt x="3007" y="16633"/>
                    <a:pt x="3197" y="16236"/>
                    <a:pt x="3301" y="15752"/>
                  </a:cubicBezTo>
                  <a:cubicBezTo>
                    <a:pt x="3405" y="15251"/>
                    <a:pt x="3301" y="14784"/>
                    <a:pt x="4009" y="14542"/>
                  </a:cubicBezTo>
                  <a:cubicBezTo>
                    <a:pt x="5651" y="13955"/>
                    <a:pt x="7241" y="13194"/>
                    <a:pt x="8866" y="12555"/>
                  </a:cubicBezTo>
                  <a:cubicBezTo>
                    <a:pt x="9298" y="12399"/>
                    <a:pt x="9643" y="12261"/>
                    <a:pt x="9799" y="11829"/>
                  </a:cubicBezTo>
                  <a:cubicBezTo>
                    <a:pt x="10300" y="10308"/>
                    <a:pt x="8866" y="5746"/>
                    <a:pt x="7604" y="4709"/>
                  </a:cubicBezTo>
                  <a:cubicBezTo>
                    <a:pt x="7397" y="4536"/>
                    <a:pt x="6809" y="4571"/>
                    <a:pt x="7016" y="4139"/>
                  </a:cubicBezTo>
                  <a:cubicBezTo>
                    <a:pt x="7082" y="4008"/>
                    <a:pt x="7166" y="3963"/>
                    <a:pt x="7262" y="3963"/>
                  </a:cubicBezTo>
                  <a:cubicBezTo>
                    <a:pt x="7468" y="3963"/>
                    <a:pt x="7725" y="4173"/>
                    <a:pt x="7950" y="4173"/>
                  </a:cubicBezTo>
                  <a:cubicBezTo>
                    <a:pt x="7979" y="4174"/>
                    <a:pt x="8009" y="4175"/>
                    <a:pt x="8039" y="4175"/>
                  </a:cubicBezTo>
                  <a:cubicBezTo>
                    <a:pt x="9008" y="4175"/>
                    <a:pt x="9913" y="3634"/>
                    <a:pt x="10265" y="2946"/>
                  </a:cubicBezTo>
                  <a:cubicBezTo>
                    <a:pt x="10697" y="2117"/>
                    <a:pt x="9695" y="1667"/>
                    <a:pt x="8987" y="1581"/>
                  </a:cubicBezTo>
                  <a:cubicBezTo>
                    <a:pt x="7811" y="1443"/>
                    <a:pt x="6930" y="786"/>
                    <a:pt x="5962" y="250"/>
                  </a:cubicBezTo>
                  <a:cubicBezTo>
                    <a:pt x="5704" y="111"/>
                    <a:pt x="5235" y="1"/>
                    <a:pt x="4909" y="1"/>
                  </a:cubicBezTo>
                  <a:close/>
                </a:path>
              </a:pathLst>
            </a:custGeom>
            <a:solidFill>
              <a:srgbClr val="A5B7C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94" name="Google Shape;7694;p36"/>
            <p:cNvSpPr/>
            <p:nvPr/>
          </p:nvSpPr>
          <p:spPr>
            <a:xfrm>
              <a:off x="6901875" y="4220725"/>
              <a:ext cx="468775" cy="354550"/>
            </a:xfrm>
            <a:custGeom>
              <a:rect b="b" l="l" r="r" t="t"/>
              <a:pathLst>
                <a:path extrusionOk="0" h="14182" w="18751">
                  <a:moveTo>
                    <a:pt x="15666" y="0"/>
                  </a:moveTo>
                  <a:cubicBezTo>
                    <a:pt x="15588" y="0"/>
                    <a:pt x="15504" y="9"/>
                    <a:pt x="15415" y="28"/>
                  </a:cubicBezTo>
                  <a:cubicBezTo>
                    <a:pt x="14690" y="184"/>
                    <a:pt x="14759" y="772"/>
                    <a:pt x="14897" y="1290"/>
                  </a:cubicBezTo>
                  <a:cubicBezTo>
                    <a:pt x="15294" y="2845"/>
                    <a:pt x="14880" y="4038"/>
                    <a:pt x="13463" y="4850"/>
                  </a:cubicBezTo>
                  <a:cubicBezTo>
                    <a:pt x="13013" y="5109"/>
                    <a:pt x="12823" y="5472"/>
                    <a:pt x="13065" y="5991"/>
                  </a:cubicBezTo>
                  <a:cubicBezTo>
                    <a:pt x="13324" y="6578"/>
                    <a:pt x="12823" y="6803"/>
                    <a:pt x="12512" y="7097"/>
                  </a:cubicBezTo>
                  <a:cubicBezTo>
                    <a:pt x="12410" y="7191"/>
                    <a:pt x="12303" y="7233"/>
                    <a:pt x="12200" y="7233"/>
                  </a:cubicBezTo>
                  <a:cubicBezTo>
                    <a:pt x="12041" y="7233"/>
                    <a:pt x="11891" y="7133"/>
                    <a:pt x="11786" y="6976"/>
                  </a:cubicBezTo>
                  <a:cubicBezTo>
                    <a:pt x="11531" y="6610"/>
                    <a:pt x="11284" y="6477"/>
                    <a:pt x="11039" y="6477"/>
                  </a:cubicBezTo>
                  <a:cubicBezTo>
                    <a:pt x="10705" y="6477"/>
                    <a:pt x="10373" y="6726"/>
                    <a:pt x="10024" y="6976"/>
                  </a:cubicBezTo>
                  <a:cubicBezTo>
                    <a:pt x="8797" y="7891"/>
                    <a:pt x="7811" y="9188"/>
                    <a:pt x="6308" y="9637"/>
                  </a:cubicBezTo>
                  <a:cubicBezTo>
                    <a:pt x="4303" y="10242"/>
                    <a:pt x="2696" y="11572"/>
                    <a:pt x="812" y="12385"/>
                  </a:cubicBezTo>
                  <a:cubicBezTo>
                    <a:pt x="242" y="12627"/>
                    <a:pt x="0" y="13214"/>
                    <a:pt x="692" y="13577"/>
                  </a:cubicBezTo>
                  <a:cubicBezTo>
                    <a:pt x="1262" y="13888"/>
                    <a:pt x="1936" y="13992"/>
                    <a:pt x="2610" y="14182"/>
                  </a:cubicBezTo>
                  <a:cubicBezTo>
                    <a:pt x="3819" y="13854"/>
                    <a:pt x="4943" y="13249"/>
                    <a:pt x="5893" y="12436"/>
                  </a:cubicBezTo>
                  <a:cubicBezTo>
                    <a:pt x="7829" y="10743"/>
                    <a:pt x="10144" y="9447"/>
                    <a:pt x="12357" y="8496"/>
                  </a:cubicBezTo>
                  <a:cubicBezTo>
                    <a:pt x="14396" y="7615"/>
                    <a:pt x="15847" y="6042"/>
                    <a:pt x="17817" y="5213"/>
                  </a:cubicBezTo>
                  <a:cubicBezTo>
                    <a:pt x="18301" y="4988"/>
                    <a:pt x="18751" y="4452"/>
                    <a:pt x="18612" y="3848"/>
                  </a:cubicBezTo>
                  <a:cubicBezTo>
                    <a:pt x="18539" y="3538"/>
                    <a:pt x="18402" y="3442"/>
                    <a:pt x="18239" y="3442"/>
                  </a:cubicBezTo>
                  <a:cubicBezTo>
                    <a:pt x="18019" y="3442"/>
                    <a:pt x="17752" y="3615"/>
                    <a:pt x="17524" y="3675"/>
                  </a:cubicBezTo>
                  <a:cubicBezTo>
                    <a:pt x="17487" y="3682"/>
                    <a:pt x="17451" y="3686"/>
                    <a:pt x="17417" y="3686"/>
                  </a:cubicBezTo>
                  <a:cubicBezTo>
                    <a:pt x="17207" y="3686"/>
                    <a:pt x="17050" y="3554"/>
                    <a:pt x="17109" y="3346"/>
                  </a:cubicBezTo>
                  <a:cubicBezTo>
                    <a:pt x="17385" y="2431"/>
                    <a:pt x="16625" y="1791"/>
                    <a:pt x="16556" y="962"/>
                  </a:cubicBezTo>
                  <a:cubicBezTo>
                    <a:pt x="16526" y="461"/>
                    <a:pt x="16229" y="0"/>
                    <a:pt x="15666" y="0"/>
                  </a:cubicBezTo>
                  <a:close/>
                </a:path>
              </a:pathLst>
            </a:custGeom>
            <a:solidFill>
              <a:srgbClr val="A5B7C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95" name="Google Shape;7695;p36"/>
            <p:cNvSpPr/>
            <p:nvPr/>
          </p:nvSpPr>
          <p:spPr>
            <a:xfrm>
              <a:off x="6306100" y="2654825"/>
              <a:ext cx="232875" cy="385425"/>
            </a:xfrm>
            <a:custGeom>
              <a:rect b="b" l="l" r="r" t="t"/>
              <a:pathLst>
                <a:path extrusionOk="0" h="15417" w="9315">
                  <a:moveTo>
                    <a:pt x="6907" y="9941"/>
                  </a:moveTo>
                  <a:cubicBezTo>
                    <a:pt x="6738" y="10523"/>
                    <a:pt x="6645" y="11167"/>
                    <a:pt x="5910" y="11304"/>
                  </a:cubicBezTo>
                  <a:cubicBezTo>
                    <a:pt x="5905" y="11305"/>
                    <a:pt x="5899" y="11305"/>
                    <a:pt x="5892" y="11305"/>
                  </a:cubicBezTo>
                  <a:cubicBezTo>
                    <a:pt x="5767" y="11305"/>
                    <a:pt x="5547" y="11146"/>
                    <a:pt x="5547" y="11097"/>
                  </a:cubicBezTo>
                  <a:cubicBezTo>
                    <a:pt x="5616" y="10270"/>
                    <a:pt x="6304" y="10147"/>
                    <a:pt x="6907" y="9941"/>
                  </a:cubicBezTo>
                  <a:close/>
                  <a:moveTo>
                    <a:pt x="2345" y="1"/>
                  </a:moveTo>
                  <a:cubicBezTo>
                    <a:pt x="2049" y="1"/>
                    <a:pt x="1708" y="93"/>
                    <a:pt x="1419" y="93"/>
                  </a:cubicBezTo>
                  <a:cubicBezTo>
                    <a:pt x="1383" y="93"/>
                    <a:pt x="1348" y="92"/>
                    <a:pt x="1313" y="88"/>
                  </a:cubicBezTo>
                  <a:cubicBezTo>
                    <a:pt x="1306" y="88"/>
                    <a:pt x="1299" y="88"/>
                    <a:pt x="1292" y="88"/>
                  </a:cubicBezTo>
                  <a:cubicBezTo>
                    <a:pt x="885" y="88"/>
                    <a:pt x="504" y="561"/>
                    <a:pt x="639" y="883"/>
                  </a:cubicBezTo>
                  <a:cubicBezTo>
                    <a:pt x="1244" y="2283"/>
                    <a:pt x="0" y="3977"/>
                    <a:pt x="1348" y="5273"/>
                  </a:cubicBezTo>
                  <a:cubicBezTo>
                    <a:pt x="1538" y="5446"/>
                    <a:pt x="1383" y="5964"/>
                    <a:pt x="1538" y="6241"/>
                  </a:cubicBezTo>
                  <a:cubicBezTo>
                    <a:pt x="1851" y="6738"/>
                    <a:pt x="1941" y="7889"/>
                    <a:pt x="2501" y="7889"/>
                  </a:cubicBezTo>
                  <a:cubicBezTo>
                    <a:pt x="2623" y="7889"/>
                    <a:pt x="2766" y="7836"/>
                    <a:pt x="2938" y="7710"/>
                  </a:cubicBezTo>
                  <a:cubicBezTo>
                    <a:pt x="3345" y="7411"/>
                    <a:pt x="3664" y="7306"/>
                    <a:pt x="3951" y="7306"/>
                  </a:cubicBezTo>
                  <a:cubicBezTo>
                    <a:pt x="4345" y="7306"/>
                    <a:pt x="4678" y="7505"/>
                    <a:pt x="5098" y="7675"/>
                  </a:cubicBezTo>
                  <a:cubicBezTo>
                    <a:pt x="5375" y="7796"/>
                    <a:pt x="5651" y="7848"/>
                    <a:pt x="5668" y="8176"/>
                  </a:cubicBezTo>
                  <a:cubicBezTo>
                    <a:pt x="5668" y="8297"/>
                    <a:pt x="5547" y="8401"/>
                    <a:pt x="5478" y="8504"/>
                  </a:cubicBezTo>
                  <a:cubicBezTo>
                    <a:pt x="5288" y="8384"/>
                    <a:pt x="5098" y="8263"/>
                    <a:pt x="4908" y="8107"/>
                  </a:cubicBezTo>
                  <a:cubicBezTo>
                    <a:pt x="4670" y="7869"/>
                    <a:pt x="4349" y="7740"/>
                    <a:pt x="4020" y="7740"/>
                  </a:cubicBezTo>
                  <a:cubicBezTo>
                    <a:pt x="3895" y="7740"/>
                    <a:pt x="3770" y="7758"/>
                    <a:pt x="3646" y="7796"/>
                  </a:cubicBezTo>
                  <a:cubicBezTo>
                    <a:pt x="3059" y="7951"/>
                    <a:pt x="3284" y="8470"/>
                    <a:pt x="3249" y="8850"/>
                  </a:cubicBezTo>
                  <a:cubicBezTo>
                    <a:pt x="3180" y="10008"/>
                    <a:pt x="4701" y="11270"/>
                    <a:pt x="4580" y="11408"/>
                  </a:cubicBezTo>
                  <a:cubicBezTo>
                    <a:pt x="3042" y="13170"/>
                    <a:pt x="4251" y="13205"/>
                    <a:pt x="5599" y="13758"/>
                  </a:cubicBezTo>
                  <a:cubicBezTo>
                    <a:pt x="6014" y="13948"/>
                    <a:pt x="6429" y="15244"/>
                    <a:pt x="7379" y="15400"/>
                  </a:cubicBezTo>
                  <a:cubicBezTo>
                    <a:pt x="7454" y="15411"/>
                    <a:pt x="7523" y="15417"/>
                    <a:pt x="7586" y="15417"/>
                  </a:cubicBezTo>
                  <a:cubicBezTo>
                    <a:pt x="8462" y="15417"/>
                    <a:pt x="8316" y="14362"/>
                    <a:pt x="8606" y="13879"/>
                  </a:cubicBezTo>
                  <a:cubicBezTo>
                    <a:pt x="9315" y="12687"/>
                    <a:pt x="8554" y="11529"/>
                    <a:pt x="8105" y="10423"/>
                  </a:cubicBezTo>
                  <a:cubicBezTo>
                    <a:pt x="7967" y="10058"/>
                    <a:pt x="7709" y="9812"/>
                    <a:pt x="7353" y="9812"/>
                  </a:cubicBezTo>
                  <a:cubicBezTo>
                    <a:pt x="7222" y="9812"/>
                    <a:pt x="7078" y="9845"/>
                    <a:pt x="6922" y="9917"/>
                  </a:cubicBezTo>
                  <a:lnTo>
                    <a:pt x="6922" y="9917"/>
                  </a:lnTo>
                  <a:cubicBezTo>
                    <a:pt x="7290" y="9072"/>
                    <a:pt x="8114" y="7913"/>
                    <a:pt x="7103" y="7433"/>
                  </a:cubicBezTo>
                  <a:cubicBezTo>
                    <a:pt x="5789" y="6828"/>
                    <a:pt x="5530" y="5048"/>
                    <a:pt x="3854" y="4927"/>
                  </a:cubicBezTo>
                  <a:cubicBezTo>
                    <a:pt x="3335" y="4893"/>
                    <a:pt x="2886" y="4167"/>
                    <a:pt x="3318" y="3424"/>
                  </a:cubicBezTo>
                  <a:cubicBezTo>
                    <a:pt x="3975" y="2318"/>
                    <a:pt x="3353" y="1298"/>
                    <a:pt x="2955" y="348"/>
                  </a:cubicBezTo>
                  <a:cubicBezTo>
                    <a:pt x="2833" y="73"/>
                    <a:pt x="2607" y="1"/>
                    <a:pt x="2345" y="1"/>
                  </a:cubicBezTo>
                  <a:close/>
                </a:path>
              </a:pathLst>
            </a:custGeom>
            <a:solidFill>
              <a:srgbClr val="A5B7C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96" name="Google Shape;7696;p36"/>
            <p:cNvSpPr/>
            <p:nvPr/>
          </p:nvSpPr>
          <p:spPr>
            <a:xfrm>
              <a:off x="6139750" y="3178550"/>
              <a:ext cx="185375" cy="227425"/>
            </a:xfrm>
            <a:custGeom>
              <a:rect b="b" l="l" r="r" t="t"/>
              <a:pathLst>
                <a:path extrusionOk="0" h="9097" w="7415">
                  <a:moveTo>
                    <a:pt x="6576" y="0"/>
                  </a:moveTo>
                  <a:cubicBezTo>
                    <a:pt x="6440" y="0"/>
                    <a:pt x="6314" y="46"/>
                    <a:pt x="6222" y="154"/>
                  </a:cubicBezTo>
                  <a:cubicBezTo>
                    <a:pt x="5928" y="483"/>
                    <a:pt x="5611" y="592"/>
                    <a:pt x="5290" y="592"/>
                  </a:cubicBezTo>
                  <a:cubicBezTo>
                    <a:pt x="4988" y="592"/>
                    <a:pt x="4683" y="496"/>
                    <a:pt x="4390" y="396"/>
                  </a:cubicBezTo>
                  <a:cubicBezTo>
                    <a:pt x="3964" y="242"/>
                    <a:pt x="3597" y="173"/>
                    <a:pt x="3279" y="173"/>
                  </a:cubicBezTo>
                  <a:cubicBezTo>
                    <a:pt x="1986" y="173"/>
                    <a:pt x="1492" y="1318"/>
                    <a:pt x="1020" y="2608"/>
                  </a:cubicBezTo>
                  <a:cubicBezTo>
                    <a:pt x="364" y="4353"/>
                    <a:pt x="1" y="6064"/>
                    <a:pt x="796" y="7360"/>
                  </a:cubicBezTo>
                  <a:cubicBezTo>
                    <a:pt x="847" y="8362"/>
                    <a:pt x="761" y="8984"/>
                    <a:pt x="1470" y="9088"/>
                  </a:cubicBezTo>
                  <a:cubicBezTo>
                    <a:pt x="1519" y="9094"/>
                    <a:pt x="1568" y="9097"/>
                    <a:pt x="1614" y="9097"/>
                  </a:cubicBezTo>
                  <a:cubicBezTo>
                    <a:pt x="2117" y="9097"/>
                    <a:pt x="2435" y="8762"/>
                    <a:pt x="2593" y="8224"/>
                  </a:cubicBezTo>
                  <a:cubicBezTo>
                    <a:pt x="2634" y="8075"/>
                    <a:pt x="2578" y="7743"/>
                    <a:pt x="2746" y="7743"/>
                  </a:cubicBezTo>
                  <a:cubicBezTo>
                    <a:pt x="2792" y="7743"/>
                    <a:pt x="2854" y="7768"/>
                    <a:pt x="2938" y="7827"/>
                  </a:cubicBezTo>
                  <a:cubicBezTo>
                    <a:pt x="3173" y="7995"/>
                    <a:pt x="3380" y="8062"/>
                    <a:pt x="3567" y="8062"/>
                  </a:cubicBezTo>
                  <a:cubicBezTo>
                    <a:pt x="4013" y="8062"/>
                    <a:pt x="4340" y="7677"/>
                    <a:pt x="4632" y="7360"/>
                  </a:cubicBezTo>
                  <a:cubicBezTo>
                    <a:pt x="5116" y="6842"/>
                    <a:pt x="4563" y="6358"/>
                    <a:pt x="4373" y="5839"/>
                  </a:cubicBezTo>
                  <a:cubicBezTo>
                    <a:pt x="4183" y="5321"/>
                    <a:pt x="3491" y="4750"/>
                    <a:pt x="4442" y="4249"/>
                  </a:cubicBezTo>
                  <a:cubicBezTo>
                    <a:pt x="4943" y="3990"/>
                    <a:pt x="5790" y="3852"/>
                    <a:pt x="5427" y="3057"/>
                  </a:cubicBezTo>
                  <a:cubicBezTo>
                    <a:pt x="5274" y="2713"/>
                    <a:pt x="5030" y="2616"/>
                    <a:pt x="4752" y="2616"/>
                  </a:cubicBezTo>
                  <a:cubicBezTo>
                    <a:pt x="4400" y="2616"/>
                    <a:pt x="3994" y="2771"/>
                    <a:pt x="3647" y="2780"/>
                  </a:cubicBezTo>
                  <a:cubicBezTo>
                    <a:pt x="3388" y="2815"/>
                    <a:pt x="3129" y="2850"/>
                    <a:pt x="2887" y="2919"/>
                  </a:cubicBezTo>
                  <a:cubicBezTo>
                    <a:pt x="2887" y="2746"/>
                    <a:pt x="2800" y="2487"/>
                    <a:pt x="2887" y="2435"/>
                  </a:cubicBezTo>
                  <a:cubicBezTo>
                    <a:pt x="3111" y="2262"/>
                    <a:pt x="3405" y="2037"/>
                    <a:pt x="3664" y="2037"/>
                  </a:cubicBezTo>
                  <a:cubicBezTo>
                    <a:pt x="4321" y="2055"/>
                    <a:pt x="4995" y="2262"/>
                    <a:pt x="5634" y="2262"/>
                  </a:cubicBezTo>
                  <a:cubicBezTo>
                    <a:pt x="6481" y="2262"/>
                    <a:pt x="6861" y="1553"/>
                    <a:pt x="7242" y="931"/>
                  </a:cubicBezTo>
                  <a:cubicBezTo>
                    <a:pt x="7414" y="689"/>
                    <a:pt x="7328" y="344"/>
                    <a:pt x="7086" y="188"/>
                  </a:cubicBezTo>
                  <a:cubicBezTo>
                    <a:pt x="6932" y="73"/>
                    <a:pt x="6746" y="0"/>
                    <a:pt x="6576" y="0"/>
                  </a:cubicBezTo>
                  <a:close/>
                </a:path>
              </a:pathLst>
            </a:custGeom>
            <a:solidFill>
              <a:srgbClr val="A5B7C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97" name="Google Shape;7697;p36"/>
            <p:cNvSpPr/>
            <p:nvPr/>
          </p:nvSpPr>
          <p:spPr>
            <a:xfrm>
              <a:off x="4320000" y="1079225"/>
              <a:ext cx="260125" cy="163000"/>
            </a:xfrm>
            <a:custGeom>
              <a:rect b="b" l="l" r="r" t="t"/>
              <a:pathLst>
                <a:path extrusionOk="0" h="6520" w="10405">
                  <a:moveTo>
                    <a:pt x="8970" y="1"/>
                  </a:moveTo>
                  <a:cubicBezTo>
                    <a:pt x="6620" y="778"/>
                    <a:pt x="3786" y="294"/>
                    <a:pt x="1764" y="2576"/>
                  </a:cubicBezTo>
                  <a:cubicBezTo>
                    <a:pt x="502" y="3993"/>
                    <a:pt x="1" y="5410"/>
                    <a:pt x="1038" y="5876"/>
                  </a:cubicBezTo>
                  <a:cubicBezTo>
                    <a:pt x="2057" y="6274"/>
                    <a:pt x="3146" y="6499"/>
                    <a:pt x="4252" y="6516"/>
                  </a:cubicBezTo>
                  <a:cubicBezTo>
                    <a:pt x="4303" y="6518"/>
                    <a:pt x="4355" y="6520"/>
                    <a:pt x="4406" y="6520"/>
                  </a:cubicBezTo>
                  <a:cubicBezTo>
                    <a:pt x="4717" y="6520"/>
                    <a:pt x="5012" y="6455"/>
                    <a:pt x="5116" y="6084"/>
                  </a:cubicBezTo>
                  <a:cubicBezTo>
                    <a:pt x="5237" y="5652"/>
                    <a:pt x="4892" y="5479"/>
                    <a:pt x="4563" y="5323"/>
                  </a:cubicBezTo>
                  <a:cubicBezTo>
                    <a:pt x="3094" y="4598"/>
                    <a:pt x="3630" y="3924"/>
                    <a:pt x="4598" y="3198"/>
                  </a:cubicBezTo>
                  <a:cubicBezTo>
                    <a:pt x="5980" y="2144"/>
                    <a:pt x="7726" y="2126"/>
                    <a:pt x="9264" y="1487"/>
                  </a:cubicBezTo>
                  <a:cubicBezTo>
                    <a:pt x="9696" y="1331"/>
                    <a:pt x="10404" y="1556"/>
                    <a:pt x="10352" y="796"/>
                  </a:cubicBezTo>
                  <a:cubicBezTo>
                    <a:pt x="10301" y="35"/>
                    <a:pt x="9627" y="70"/>
                    <a:pt x="8970" y="1"/>
                  </a:cubicBezTo>
                  <a:close/>
                </a:path>
              </a:pathLst>
            </a:custGeom>
            <a:solidFill>
              <a:srgbClr val="A5B7C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98" name="Google Shape;7698;p36"/>
            <p:cNvSpPr/>
            <p:nvPr/>
          </p:nvSpPr>
          <p:spPr>
            <a:xfrm>
              <a:off x="3605850" y="1017225"/>
              <a:ext cx="246275" cy="88775"/>
            </a:xfrm>
            <a:custGeom>
              <a:rect b="b" l="l" r="r" t="t"/>
              <a:pathLst>
                <a:path extrusionOk="0" h="3551" w="9851">
                  <a:moveTo>
                    <a:pt x="3896" y="1"/>
                  </a:moveTo>
                  <a:cubicBezTo>
                    <a:pt x="2951" y="1"/>
                    <a:pt x="1998" y="113"/>
                    <a:pt x="1055" y="130"/>
                  </a:cubicBezTo>
                  <a:cubicBezTo>
                    <a:pt x="674" y="130"/>
                    <a:pt x="260" y="217"/>
                    <a:pt x="121" y="649"/>
                  </a:cubicBezTo>
                  <a:cubicBezTo>
                    <a:pt x="0" y="1046"/>
                    <a:pt x="173" y="1461"/>
                    <a:pt x="536" y="1651"/>
                  </a:cubicBezTo>
                  <a:cubicBezTo>
                    <a:pt x="1487" y="2256"/>
                    <a:pt x="2489" y="2792"/>
                    <a:pt x="3474" y="3345"/>
                  </a:cubicBezTo>
                  <a:cubicBezTo>
                    <a:pt x="3715" y="3472"/>
                    <a:pt x="3939" y="3551"/>
                    <a:pt x="4149" y="3551"/>
                  </a:cubicBezTo>
                  <a:cubicBezTo>
                    <a:pt x="4450" y="3551"/>
                    <a:pt x="4723" y="3389"/>
                    <a:pt x="4978" y="2982"/>
                  </a:cubicBezTo>
                  <a:cubicBezTo>
                    <a:pt x="5203" y="2650"/>
                    <a:pt x="5511" y="2104"/>
                    <a:pt x="5931" y="2104"/>
                  </a:cubicBezTo>
                  <a:cubicBezTo>
                    <a:pt x="6058" y="2104"/>
                    <a:pt x="6195" y="2153"/>
                    <a:pt x="6343" y="2273"/>
                  </a:cubicBezTo>
                  <a:cubicBezTo>
                    <a:pt x="6982" y="2809"/>
                    <a:pt x="7673" y="2826"/>
                    <a:pt x="8365" y="2895"/>
                  </a:cubicBezTo>
                  <a:cubicBezTo>
                    <a:pt x="8588" y="2920"/>
                    <a:pt x="8869" y="3004"/>
                    <a:pt x="9118" y="3004"/>
                  </a:cubicBezTo>
                  <a:cubicBezTo>
                    <a:pt x="9390" y="3004"/>
                    <a:pt x="9623" y="2904"/>
                    <a:pt x="9695" y="2515"/>
                  </a:cubicBezTo>
                  <a:cubicBezTo>
                    <a:pt x="9851" y="1789"/>
                    <a:pt x="9142" y="1668"/>
                    <a:pt x="8641" y="1478"/>
                  </a:cubicBezTo>
                  <a:lnTo>
                    <a:pt x="6585" y="493"/>
                  </a:lnTo>
                  <a:cubicBezTo>
                    <a:pt x="5704" y="104"/>
                    <a:pt x="4803" y="1"/>
                    <a:pt x="3896" y="1"/>
                  </a:cubicBezTo>
                  <a:close/>
                </a:path>
              </a:pathLst>
            </a:custGeom>
            <a:solidFill>
              <a:srgbClr val="A5B7C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99" name="Google Shape;7699;p36"/>
            <p:cNvSpPr/>
            <p:nvPr/>
          </p:nvSpPr>
          <p:spPr>
            <a:xfrm>
              <a:off x="3161275" y="1612775"/>
              <a:ext cx="115825" cy="115825"/>
            </a:xfrm>
            <a:custGeom>
              <a:rect b="b" l="l" r="r" t="t"/>
              <a:pathLst>
                <a:path extrusionOk="0" h="4633" w="4633">
                  <a:moveTo>
                    <a:pt x="2966" y="1"/>
                  </a:moveTo>
                  <a:cubicBezTo>
                    <a:pt x="2951" y="1"/>
                    <a:pt x="2936" y="1"/>
                    <a:pt x="2921" y="1"/>
                  </a:cubicBezTo>
                  <a:cubicBezTo>
                    <a:pt x="1729" y="36"/>
                    <a:pt x="1" y="2421"/>
                    <a:pt x="139" y="3803"/>
                  </a:cubicBezTo>
                  <a:cubicBezTo>
                    <a:pt x="139" y="4252"/>
                    <a:pt x="502" y="4615"/>
                    <a:pt x="951" y="4633"/>
                  </a:cubicBezTo>
                  <a:cubicBezTo>
                    <a:pt x="2956" y="4581"/>
                    <a:pt x="4632" y="3026"/>
                    <a:pt x="4529" y="1297"/>
                  </a:cubicBezTo>
                  <a:cubicBezTo>
                    <a:pt x="4478" y="482"/>
                    <a:pt x="3809" y="1"/>
                    <a:pt x="2966" y="1"/>
                  </a:cubicBezTo>
                  <a:close/>
                </a:path>
              </a:pathLst>
            </a:custGeom>
            <a:solidFill>
              <a:srgbClr val="A5B7C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700" name="Google Shape;7700;p36"/>
            <p:cNvSpPr/>
            <p:nvPr/>
          </p:nvSpPr>
          <p:spPr>
            <a:xfrm>
              <a:off x="6082850" y="3458350"/>
              <a:ext cx="215350" cy="82375"/>
            </a:xfrm>
            <a:custGeom>
              <a:rect b="b" l="l" r="r" t="t"/>
              <a:pathLst>
                <a:path extrusionOk="0" h="3295" w="8614">
                  <a:moveTo>
                    <a:pt x="8412" y="834"/>
                  </a:moveTo>
                  <a:lnTo>
                    <a:pt x="8412" y="834"/>
                  </a:lnTo>
                  <a:cubicBezTo>
                    <a:pt x="8408" y="835"/>
                    <a:pt x="8404" y="836"/>
                    <a:pt x="8401" y="837"/>
                  </a:cubicBezTo>
                  <a:lnTo>
                    <a:pt x="8401" y="837"/>
                  </a:lnTo>
                  <a:cubicBezTo>
                    <a:pt x="8399" y="842"/>
                    <a:pt x="8396" y="846"/>
                    <a:pt x="8394" y="851"/>
                  </a:cubicBezTo>
                  <a:lnTo>
                    <a:pt x="8412" y="834"/>
                  </a:lnTo>
                  <a:close/>
                  <a:moveTo>
                    <a:pt x="6441" y="1"/>
                  </a:moveTo>
                  <a:cubicBezTo>
                    <a:pt x="5426" y="1"/>
                    <a:pt x="4424" y="103"/>
                    <a:pt x="3504" y="557"/>
                  </a:cubicBezTo>
                  <a:cubicBezTo>
                    <a:pt x="3268" y="683"/>
                    <a:pt x="3156" y="756"/>
                    <a:pt x="3064" y="756"/>
                  </a:cubicBezTo>
                  <a:cubicBezTo>
                    <a:pt x="2968" y="756"/>
                    <a:pt x="2895" y="675"/>
                    <a:pt x="2726" y="488"/>
                  </a:cubicBezTo>
                  <a:cubicBezTo>
                    <a:pt x="2440" y="160"/>
                    <a:pt x="2158" y="41"/>
                    <a:pt x="1882" y="41"/>
                  </a:cubicBezTo>
                  <a:cubicBezTo>
                    <a:pt x="1373" y="41"/>
                    <a:pt x="881" y="443"/>
                    <a:pt x="410" y="678"/>
                  </a:cubicBezTo>
                  <a:cubicBezTo>
                    <a:pt x="0" y="866"/>
                    <a:pt x="164" y="1612"/>
                    <a:pt x="452" y="1612"/>
                  </a:cubicBezTo>
                  <a:cubicBezTo>
                    <a:pt x="455" y="1612"/>
                    <a:pt x="459" y="1612"/>
                    <a:pt x="462" y="1612"/>
                  </a:cubicBezTo>
                  <a:cubicBezTo>
                    <a:pt x="518" y="1607"/>
                    <a:pt x="572" y="1605"/>
                    <a:pt x="625" y="1605"/>
                  </a:cubicBezTo>
                  <a:cubicBezTo>
                    <a:pt x="1895" y="1605"/>
                    <a:pt x="2508" y="2753"/>
                    <a:pt x="3504" y="3184"/>
                  </a:cubicBezTo>
                  <a:cubicBezTo>
                    <a:pt x="3665" y="3259"/>
                    <a:pt x="3818" y="3295"/>
                    <a:pt x="3955" y="3295"/>
                  </a:cubicBezTo>
                  <a:cubicBezTo>
                    <a:pt x="4389" y="3295"/>
                    <a:pt x="4667" y="2934"/>
                    <a:pt x="4575" y="2303"/>
                  </a:cubicBezTo>
                  <a:cubicBezTo>
                    <a:pt x="4523" y="1905"/>
                    <a:pt x="4541" y="1784"/>
                    <a:pt x="4973" y="1698"/>
                  </a:cubicBezTo>
                  <a:cubicBezTo>
                    <a:pt x="6127" y="1457"/>
                    <a:pt x="7264" y="1130"/>
                    <a:pt x="8401" y="837"/>
                  </a:cubicBezTo>
                  <a:lnTo>
                    <a:pt x="8401" y="837"/>
                  </a:lnTo>
                  <a:cubicBezTo>
                    <a:pt x="8535" y="525"/>
                    <a:pt x="8613" y="56"/>
                    <a:pt x="8256" y="56"/>
                  </a:cubicBezTo>
                  <a:cubicBezTo>
                    <a:pt x="7656" y="37"/>
                    <a:pt x="7046" y="1"/>
                    <a:pt x="6441" y="1"/>
                  </a:cubicBezTo>
                  <a:close/>
                </a:path>
              </a:pathLst>
            </a:custGeom>
            <a:solidFill>
              <a:srgbClr val="A5B7C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701" name="Google Shape;7701;p36"/>
            <p:cNvSpPr/>
            <p:nvPr/>
          </p:nvSpPr>
          <p:spPr>
            <a:xfrm>
              <a:off x="5726825" y="1103850"/>
              <a:ext cx="262175" cy="54825"/>
            </a:xfrm>
            <a:custGeom>
              <a:rect b="b" l="l" r="r" t="t"/>
              <a:pathLst>
                <a:path extrusionOk="0" h="2193" w="10487">
                  <a:moveTo>
                    <a:pt x="2675" y="1"/>
                  </a:moveTo>
                  <a:cubicBezTo>
                    <a:pt x="2260" y="122"/>
                    <a:pt x="1984" y="208"/>
                    <a:pt x="1707" y="260"/>
                  </a:cubicBezTo>
                  <a:cubicBezTo>
                    <a:pt x="1625" y="276"/>
                    <a:pt x="1533" y="281"/>
                    <a:pt x="1436" y="281"/>
                  </a:cubicBezTo>
                  <a:cubicBezTo>
                    <a:pt x="1238" y="281"/>
                    <a:pt x="1018" y="259"/>
                    <a:pt x="814" y="259"/>
                  </a:cubicBezTo>
                  <a:cubicBezTo>
                    <a:pt x="370" y="259"/>
                    <a:pt x="1" y="367"/>
                    <a:pt x="83" y="1055"/>
                  </a:cubicBezTo>
                  <a:cubicBezTo>
                    <a:pt x="160" y="1671"/>
                    <a:pt x="629" y="1783"/>
                    <a:pt x="1147" y="1783"/>
                  </a:cubicBezTo>
                  <a:cubicBezTo>
                    <a:pt x="1443" y="1783"/>
                    <a:pt x="1754" y="1746"/>
                    <a:pt x="2018" y="1746"/>
                  </a:cubicBezTo>
                  <a:cubicBezTo>
                    <a:pt x="3176" y="1729"/>
                    <a:pt x="4334" y="1625"/>
                    <a:pt x="5488" y="1625"/>
                  </a:cubicBezTo>
                  <a:cubicBezTo>
                    <a:pt x="6641" y="1625"/>
                    <a:pt x="7790" y="1729"/>
                    <a:pt x="8931" y="2126"/>
                  </a:cubicBezTo>
                  <a:cubicBezTo>
                    <a:pt x="9064" y="2171"/>
                    <a:pt x="9201" y="2192"/>
                    <a:pt x="9336" y="2192"/>
                  </a:cubicBezTo>
                  <a:cubicBezTo>
                    <a:pt x="9780" y="2192"/>
                    <a:pt x="10194" y="1955"/>
                    <a:pt x="10314" y="1504"/>
                  </a:cubicBezTo>
                  <a:cubicBezTo>
                    <a:pt x="10486" y="813"/>
                    <a:pt x="9761" y="744"/>
                    <a:pt x="9294" y="606"/>
                  </a:cubicBezTo>
                  <a:cubicBezTo>
                    <a:pt x="8746" y="426"/>
                    <a:pt x="8189" y="370"/>
                    <a:pt x="7630" y="370"/>
                  </a:cubicBezTo>
                  <a:cubicBezTo>
                    <a:pt x="6715" y="370"/>
                    <a:pt x="5795" y="519"/>
                    <a:pt x="4900" y="519"/>
                  </a:cubicBezTo>
                  <a:cubicBezTo>
                    <a:pt x="4133" y="519"/>
                    <a:pt x="3384" y="409"/>
                    <a:pt x="2675" y="1"/>
                  </a:cubicBezTo>
                  <a:close/>
                </a:path>
              </a:pathLst>
            </a:custGeom>
            <a:solidFill>
              <a:srgbClr val="A5B7C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702" name="Google Shape;7702;p36"/>
            <p:cNvSpPr/>
            <p:nvPr/>
          </p:nvSpPr>
          <p:spPr>
            <a:xfrm>
              <a:off x="6497925" y="4391525"/>
              <a:ext cx="125725" cy="97375"/>
            </a:xfrm>
            <a:custGeom>
              <a:rect b="b" l="l" r="r" t="t"/>
              <a:pathLst>
                <a:path extrusionOk="0" h="3895" w="5029">
                  <a:moveTo>
                    <a:pt x="4062" y="0"/>
                  </a:moveTo>
                  <a:cubicBezTo>
                    <a:pt x="3557" y="0"/>
                    <a:pt x="2937" y="491"/>
                    <a:pt x="2445" y="491"/>
                  </a:cubicBezTo>
                  <a:cubicBezTo>
                    <a:pt x="2234" y="491"/>
                    <a:pt x="2046" y="401"/>
                    <a:pt x="1901" y="144"/>
                  </a:cubicBezTo>
                  <a:cubicBezTo>
                    <a:pt x="0" y="403"/>
                    <a:pt x="570" y="1975"/>
                    <a:pt x="225" y="2960"/>
                  </a:cubicBezTo>
                  <a:cubicBezTo>
                    <a:pt x="38" y="3485"/>
                    <a:pt x="566" y="3894"/>
                    <a:pt x="1172" y="3894"/>
                  </a:cubicBezTo>
                  <a:cubicBezTo>
                    <a:pt x="1185" y="3894"/>
                    <a:pt x="1197" y="3894"/>
                    <a:pt x="1210" y="3894"/>
                  </a:cubicBezTo>
                  <a:cubicBezTo>
                    <a:pt x="2298" y="3876"/>
                    <a:pt x="5029" y="1630"/>
                    <a:pt x="4804" y="783"/>
                  </a:cubicBezTo>
                  <a:cubicBezTo>
                    <a:pt x="4638" y="185"/>
                    <a:pt x="4372" y="0"/>
                    <a:pt x="4062" y="0"/>
                  </a:cubicBezTo>
                  <a:close/>
                </a:path>
              </a:pathLst>
            </a:custGeom>
            <a:solidFill>
              <a:srgbClr val="A5B7C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703" name="Google Shape;7703;p36"/>
            <p:cNvSpPr/>
            <p:nvPr/>
          </p:nvSpPr>
          <p:spPr>
            <a:xfrm>
              <a:off x="5334875" y="2906300"/>
              <a:ext cx="82100" cy="128050"/>
            </a:xfrm>
            <a:custGeom>
              <a:rect b="b" l="l" r="r" t="t"/>
              <a:pathLst>
                <a:path extrusionOk="0" h="5122" w="3284">
                  <a:moveTo>
                    <a:pt x="519" y="1"/>
                  </a:moveTo>
                  <a:lnTo>
                    <a:pt x="380" y="139"/>
                  </a:lnTo>
                  <a:cubicBezTo>
                    <a:pt x="104" y="1452"/>
                    <a:pt x="0" y="2766"/>
                    <a:pt x="380" y="4062"/>
                  </a:cubicBezTo>
                  <a:cubicBezTo>
                    <a:pt x="534" y="4660"/>
                    <a:pt x="796" y="5122"/>
                    <a:pt x="1420" y="5122"/>
                  </a:cubicBezTo>
                  <a:cubicBezTo>
                    <a:pt x="1500" y="5122"/>
                    <a:pt x="1585" y="5114"/>
                    <a:pt x="1676" y="5099"/>
                  </a:cubicBezTo>
                  <a:cubicBezTo>
                    <a:pt x="2471" y="4978"/>
                    <a:pt x="3284" y="4408"/>
                    <a:pt x="3111" y="3734"/>
                  </a:cubicBezTo>
                  <a:cubicBezTo>
                    <a:pt x="2748" y="2213"/>
                    <a:pt x="2108" y="744"/>
                    <a:pt x="519" y="1"/>
                  </a:cubicBezTo>
                  <a:close/>
                </a:path>
              </a:pathLst>
            </a:custGeom>
            <a:solidFill>
              <a:srgbClr val="A5B7C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704" name="Google Shape;7704;p36"/>
            <p:cNvSpPr/>
            <p:nvPr/>
          </p:nvSpPr>
          <p:spPr>
            <a:xfrm>
              <a:off x="4869125" y="997550"/>
              <a:ext cx="160750" cy="66150"/>
            </a:xfrm>
            <a:custGeom>
              <a:rect b="b" l="l" r="r" t="t"/>
              <a:pathLst>
                <a:path extrusionOk="0" h="2646" w="6430">
                  <a:moveTo>
                    <a:pt x="1040" y="1"/>
                  </a:moveTo>
                  <a:cubicBezTo>
                    <a:pt x="589" y="1"/>
                    <a:pt x="239" y="358"/>
                    <a:pt x="104" y="814"/>
                  </a:cubicBezTo>
                  <a:cubicBezTo>
                    <a:pt x="1" y="1108"/>
                    <a:pt x="191" y="1419"/>
                    <a:pt x="502" y="1470"/>
                  </a:cubicBezTo>
                  <a:cubicBezTo>
                    <a:pt x="1971" y="1885"/>
                    <a:pt x="3440" y="2283"/>
                    <a:pt x="4736" y="2646"/>
                  </a:cubicBezTo>
                  <a:cubicBezTo>
                    <a:pt x="5427" y="2611"/>
                    <a:pt x="5928" y="2611"/>
                    <a:pt x="6239" y="2127"/>
                  </a:cubicBezTo>
                  <a:cubicBezTo>
                    <a:pt x="6429" y="1851"/>
                    <a:pt x="6308" y="1470"/>
                    <a:pt x="6066" y="1419"/>
                  </a:cubicBezTo>
                  <a:cubicBezTo>
                    <a:pt x="4373" y="1021"/>
                    <a:pt x="2852" y="36"/>
                    <a:pt x="1072" y="2"/>
                  </a:cubicBezTo>
                  <a:cubicBezTo>
                    <a:pt x="1061" y="1"/>
                    <a:pt x="1051" y="1"/>
                    <a:pt x="1040" y="1"/>
                  </a:cubicBezTo>
                  <a:close/>
                </a:path>
              </a:pathLst>
            </a:custGeom>
            <a:solidFill>
              <a:srgbClr val="A5B7C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705" name="Google Shape;7705;p36"/>
            <p:cNvSpPr/>
            <p:nvPr/>
          </p:nvSpPr>
          <p:spPr>
            <a:xfrm>
              <a:off x="3763550" y="998475"/>
              <a:ext cx="117975" cy="55725"/>
            </a:xfrm>
            <a:custGeom>
              <a:rect b="b" l="l" r="r" t="t"/>
              <a:pathLst>
                <a:path extrusionOk="0" h="2229" w="4719">
                  <a:moveTo>
                    <a:pt x="747" y="0"/>
                  </a:moveTo>
                  <a:cubicBezTo>
                    <a:pt x="407" y="0"/>
                    <a:pt x="65" y="161"/>
                    <a:pt x="18" y="690"/>
                  </a:cubicBezTo>
                  <a:cubicBezTo>
                    <a:pt x="0" y="863"/>
                    <a:pt x="190" y="1053"/>
                    <a:pt x="277" y="1243"/>
                  </a:cubicBezTo>
                  <a:lnTo>
                    <a:pt x="2333" y="2228"/>
                  </a:lnTo>
                  <a:cubicBezTo>
                    <a:pt x="2437" y="2220"/>
                    <a:pt x="2541" y="2220"/>
                    <a:pt x="2644" y="2220"/>
                  </a:cubicBezTo>
                  <a:cubicBezTo>
                    <a:pt x="2748" y="2220"/>
                    <a:pt x="2852" y="2220"/>
                    <a:pt x="2955" y="2211"/>
                  </a:cubicBezTo>
                  <a:cubicBezTo>
                    <a:pt x="3647" y="2142"/>
                    <a:pt x="4718" y="2090"/>
                    <a:pt x="4511" y="1261"/>
                  </a:cubicBezTo>
                  <a:cubicBezTo>
                    <a:pt x="4255" y="308"/>
                    <a:pt x="3582" y="187"/>
                    <a:pt x="2842" y="187"/>
                  </a:cubicBezTo>
                  <a:cubicBezTo>
                    <a:pt x="2589" y="187"/>
                    <a:pt x="2328" y="201"/>
                    <a:pt x="2074" y="201"/>
                  </a:cubicBezTo>
                  <a:cubicBezTo>
                    <a:pt x="1762" y="201"/>
                    <a:pt x="1460" y="180"/>
                    <a:pt x="1193" y="85"/>
                  </a:cubicBezTo>
                  <a:cubicBezTo>
                    <a:pt x="1066" y="36"/>
                    <a:pt x="907" y="0"/>
                    <a:pt x="747" y="0"/>
                  </a:cubicBezTo>
                  <a:close/>
                </a:path>
              </a:pathLst>
            </a:custGeom>
            <a:solidFill>
              <a:srgbClr val="A5B7C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706" name="Google Shape;7706;p36"/>
            <p:cNvSpPr/>
            <p:nvPr/>
          </p:nvSpPr>
          <p:spPr>
            <a:xfrm>
              <a:off x="6244750" y="3463175"/>
              <a:ext cx="127900" cy="76650"/>
            </a:xfrm>
            <a:custGeom>
              <a:rect b="b" l="l" r="r" t="t"/>
              <a:pathLst>
                <a:path extrusionOk="0" h="3066" w="5116">
                  <a:moveTo>
                    <a:pt x="4184" y="1"/>
                  </a:moveTo>
                  <a:cubicBezTo>
                    <a:pt x="4093" y="1"/>
                    <a:pt x="4000" y="13"/>
                    <a:pt x="3906" y="36"/>
                  </a:cubicBezTo>
                  <a:cubicBezTo>
                    <a:pt x="3232" y="209"/>
                    <a:pt x="2575" y="416"/>
                    <a:pt x="1918" y="641"/>
                  </a:cubicBezTo>
                  <a:lnTo>
                    <a:pt x="1936" y="641"/>
                  </a:lnTo>
                  <a:cubicBezTo>
                    <a:pt x="1659" y="848"/>
                    <a:pt x="1383" y="1038"/>
                    <a:pt x="1089" y="1194"/>
                  </a:cubicBezTo>
                  <a:cubicBezTo>
                    <a:pt x="432" y="1505"/>
                    <a:pt x="0" y="2093"/>
                    <a:pt x="311" y="2680"/>
                  </a:cubicBezTo>
                  <a:cubicBezTo>
                    <a:pt x="460" y="2964"/>
                    <a:pt x="650" y="3065"/>
                    <a:pt x="856" y="3065"/>
                  </a:cubicBezTo>
                  <a:cubicBezTo>
                    <a:pt x="1178" y="3065"/>
                    <a:pt x="1537" y="2818"/>
                    <a:pt x="1832" y="2628"/>
                  </a:cubicBezTo>
                  <a:cubicBezTo>
                    <a:pt x="2558" y="2093"/>
                    <a:pt x="3370" y="1695"/>
                    <a:pt x="4234" y="1436"/>
                  </a:cubicBezTo>
                  <a:cubicBezTo>
                    <a:pt x="4631" y="1332"/>
                    <a:pt x="5115" y="1108"/>
                    <a:pt x="4994" y="606"/>
                  </a:cubicBezTo>
                  <a:cubicBezTo>
                    <a:pt x="4883" y="203"/>
                    <a:pt x="4559" y="1"/>
                    <a:pt x="4184" y="1"/>
                  </a:cubicBezTo>
                  <a:close/>
                </a:path>
              </a:pathLst>
            </a:custGeom>
            <a:solidFill>
              <a:srgbClr val="A5B7C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707" name="Google Shape;7707;p36"/>
            <p:cNvSpPr/>
            <p:nvPr/>
          </p:nvSpPr>
          <p:spPr>
            <a:xfrm>
              <a:off x="6286725" y="2464325"/>
              <a:ext cx="67775" cy="93850"/>
            </a:xfrm>
            <a:custGeom>
              <a:rect b="b" l="l" r="r" t="t"/>
              <a:pathLst>
                <a:path extrusionOk="0" h="3754" w="2711">
                  <a:moveTo>
                    <a:pt x="1532" y="0"/>
                  </a:moveTo>
                  <a:cubicBezTo>
                    <a:pt x="1516" y="0"/>
                    <a:pt x="1500" y="0"/>
                    <a:pt x="1484" y="1"/>
                  </a:cubicBezTo>
                  <a:cubicBezTo>
                    <a:pt x="187" y="53"/>
                    <a:pt x="239" y="1332"/>
                    <a:pt x="101" y="2265"/>
                  </a:cubicBezTo>
                  <a:cubicBezTo>
                    <a:pt x="1" y="3066"/>
                    <a:pt x="465" y="3754"/>
                    <a:pt x="1243" y="3754"/>
                  </a:cubicBezTo>
                  <a:cubicBezTo>
                    <a:pt x="1271" y="3754"/>
                    <a:pt x="1299" y="3753"/>
                    <a:pt x="1328" y="3751"/>
                  </a:cubicBezTo>
                  <a:cubicBezTo>
                    <a:pt x="2711" y="3682"/>
                    <a:pt x="1967" y="2403"/>
                    <a:pt x="2313" y="1815"/>
                  </a:cubicBezTo>
                  <a:cubicBezTo>
                    <a:pt x="2228" y="1050"/>
                    <a:pt x="2528" y="0"/>
                    <a:pt x="1532" y="0"/>
                  </a:cubicBezTo>
                  <a:close/>
                </a:path>
              </a:pathLst>
            </a:custGeom>
            <a:solidFill>
              <a:srgbClr val="A5B7C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708" name="Google Shape;7708;p36"/>
            <p:cNvSpPr/>
            <p:nvPr/>
          </p:nvSpPr>
          <p:spPr>
            <a:xfrm>
              <a:off x="6279300" y="2861375"/>
              <a:ext cx="75625" cy="97275"/>
            </a:xfrm>
            <a:custGeom>
              <a:rect b="b" l="l" r="r" t="t"/>
              <a:pathLst>
                <a:path extrusionOk="0" h="3891" w="3025">
                  <a:moveTo>
                    <a:pt x="2403" y="1"/>
                  </a:moveTo>
                  <a:cubicBezTo>
                    <a:pt x="2178" y="1"/>
                    <a:pt x="1971" y="104"/>
                    <a:pt x="1850" y="277"/>
                  </a:cubicBezTo>
                  <a:cubicBezTo>
                    <a:pt x="1504" y="1193"/>
                    <a:pt x="882" y="1884"/>
                    <a:pt x="277" y="2610"/>
                  </a:cubicBezTo>
                  <a:cubicBezTo>
                    <a:pt x="35" y="2869"/>
                    <a:pt x="1" y="3284"/>
                    <a:pt x="208" y="3578"/>
                  </a:cubicBezTo>
                  <a:cubicBezTo>
                    <a:pt x="326" y="3766"/>
                    <a:pt x="507" y="3890"/>
                    <a:pt x="682" y="3890"/>
                  </a:cubicBezTo>
                  <a:cubicBezTo>
                    <a:pt x="764" y="3890"/>
                    <a:pt x="845" y="3863"/>
                    <a:pt x="916" y="3802"/>
                  </a:cubicBezTo>
                  <a:cubicBezTo>
                    <a:pt x="1815" y="3128"/>
                    <a:pt x="2731" y="2420"/>
                    <a:pt x="3025" y="1452"/>
                  </a:cubicBezTo>
                  <a:cubicBezTo>
                    <a:pt x="2973" y="744"/>
                    <a:pt x="2921" y="225"/>
                    <a:pt x="2403" y="1"/>
                  </a:cubicBezTo>
                  <a:close/>
                </a:path>
              </a:pathLst>
            </a:custGeom>
            <a:solidFill>
              <a:srgbClr val="A5B7C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709" name="Google Shape;7709;p36"/>
            <p:cNvSpPr/>
            <p:nvPr/>
          </p:nvSpPr>
          <p:spPr>
            <a:xfrm>
              <a:off x="4145025" y="994975"/>
              <a:ext cx="111500" cy="47325"/>
            </a:xfrm>
            <a:custGeom>
              <a:rect b="b" l="l" r="r" t="t"/>
              <a:pathLst>
                <a:path extrusionOk="0" h="1893" w="4460">
                  <a:moveTo>
                    <a:pt x="1539" y="105"/>
                  </a:moveTo>
                  <a:cubicBezTo>
                    <a:pt x="969" y="243"/>
                    <a:pt x="139" y="1"/>
                    <a:pt x="70" y="744"/>
                  </a:cubicBezTo>
                  <a:cubicBezTo>
                    <a:pt x="1" y="1418"/>
                    <a:pt x="813" y="1418"/>
                    <a:pt x="1332" y="1556"/>
                  </a:cubicBezTo>
                  <a:cubicBezTo>
                    <a:pt x="1764" y="1677"/>
                    <a:pt x="2213" y="1764"/>
                    <a:pt x="2645" y="1815"/>
                  </a:cubicBezTo>
                  <a:cubicBezTo>
                    <a:pt x="2898" y="1847"/>
                    <a:pt x="3179" y="1893"/>
                    <a:pt x="3440" y="1893"/>
                  </a:cubicBezTo>
                  <a:cubicBezTo>
                    <a:pt x="3890" y="1893"/>
                    <a:pt x="4279" y="1756"/>
                    <a:pt x="4356" y="1176"/>
                  </a:cubicBezTo>
                  <a:cubicBezTo>
                    <a:pt x="4459" y="346"/>
                    <a:pt x="3561" y="416"/>
                    <a:pt x="2956" y="329"/>
                  </a:cubicBezTo>
                  <a:lnTo>
                    <a:pt x="1539" y="105"/>
                  </a:lnTo>
                  <a:close/>
                </a:path>
              </a:pathLst>
            </a:custGeom>
            <a:solidFill>
              <a:srgbClr val="A5B7C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710" name="Google Shape;7710;p36"/>
            <p:cNvSpPr/>
            <p:nvPr/>
          </p:nvSpPr>
          <p:spPr>
            <a:xfrm>
              <a:off x="7213625" y="3803350"/>
              <a:ext cx="74075" cy="80050"/>
            </a:xfrm>
            <a:custGeom>
              <a:rect b="b" l="l" r="r" t="t"/>
              <a:pathLst>
                <a:path extrusionOk="0" h="3202" w="2963">
                  <a:moveTo>
                    <a:pt x="573" y="1"/>
                  </a:moveTo>
                  <a:cubicBezTo>
                    <a:pt x="233" y="1"/>
                    <a:pt x="0" y="333"/>
                    <a:pt x="59" y="704"/>
                  </a:cubicBezTo>
                  <a:cubicBezTo>
                    <a:pt x="284" y="1965"/>
                    <a:pt x="1096" y="2777"/>
                    <a:pt x="2289" y="3175"/>
                  </a:cubicBezTo>
                  <a:cubicBezTo>
                    <a:pt x="2343" y="3193"/>
                    <a:pt x="2395" y="3202"/>
                    <a:pt x="2445" y="3202"/>
                  </a:cubicBezTo>
                  <a:cubicBezTo>
                    <a:pt x="2729" y="3202"/>
                    <a:pt x="2933" y="2914"/>
                    <a:pt x="2963" y="2414"/>
                  </a:cubicBezTo>
                  <a:cubicBezTo>
                    <a:pt x="2341" y="1619"/>
                    <a:pt x="1960" y="427"/>
                    <a:pt x="751" y="30"/>
                  </a:cubicBezTo>
                  <a:cubicBezTo>
                    <a:pt x="689" y="10"/>
                    <a:pt x="630" y="1"/>
                    <a:pt x="573" y="1"/>
                  </a:cubicBezTo>
                  <a:close/>
                </a:path>
              </a:pathLst>
            </a:custGeom>
            <a:solidFill>
              <a:srgbClr val="A5B7C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711" name="Google Shape;7711;p36"/>
            <p:cNvSpPr/>
            <p:nvPr/>
          </p:nvSpPr>
          <p:spPr>
            <a:xfrm>
              <a:off x="6542025" y="3118350"/>
              <a:ext cx="66075" cy="79800"/>
            </a:xfrm>
            <a:custGeom>
              <a:rect b="b" l="l" r="r" t="t"/>
              <a:pathLst>
                <a:path extrusionOk="0" h="3192" w="2643">
                  <a:moveTo>
                    <a:pt x="1295" y="1"/>
                  </a:moveTo>
                  <a:cubicBezTo>
                    <a:pt x="1273" y="1"/>
                    <a:pt x="1250" y="2"/>
                    <a:pt x="1226" y="4"/>
                  </a:cubicBezTo>
                  <a:cubicBezTo>
                    <a:pt x="275" y="108"/>
                    <a:pt x="51" y="954"/>
                    <a:pt x="33" y="1732"/>
                  </a:cubicBezTo>
                  <a:cubicBezTo>
                    <a:pt x="1" y="2354"/>
                    <a:pt x="200" y="3192"/>
                    <a:pt x="910" y="3192"/>
                  </a:cubicBezTo>
                  <a:cubicBezTo>
                    <a:pt x="950" y="3192"/>
                    <a:pt x="992" y="3189"/>
                    <a:pt x="1036" y="3184"/>
                  </a:cubicBezTo>
                  <a:cubicBezTo>
                    <a:pt x="2643" y="2959"/>
                    <a:pt x="1640" y="1767"/>
                    <a:pt x="1640" y="1110"/>
                  </a:cubicBezTo>
                  <a:cubicBezTo>
                    <a:pt x="1740" y="547"/>
                    <a:pt x="1792" y="1"/>
                    <a:pt x="1295" y="1"/>
                  </a:cubicBezTo>
                  <a:close/>
                </a:path>
              </a:pathLst>
            </a:custGeom>
            <a:solidFill>
              <a:srgbClr val="A5B7C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712" name="Google Shape;7712;p36"/>
            <p:cNvSpPr/>
            <p:nvPr/>
          </p:nvSpPr>
          <p:spPr>
            <a:xfrm>
              <a:off x="4278100" y="987200"/>
              <a:ext cx="87225" cy="50150"/>
            </a:xfrm>
            <a:custGeom>
              <a:rect b="b" l="l" r="r" t="t"/>
              <a:pathLst>
                <a:path extrusionOk="0" h="2006" w="3489">
                  <a:moveTo>
                    <a:pt x="2519" y="46"/>
                  </a:moveTo>
                  <a:cubicBezTo>
                    <a:pt x="2407" y="46"/>
                    <a:pt x="2296" y="60"/>
                    <a:pt x="2195" y="87"/>
                  </a:cubicBezTo>
                  <a:cubicBezTo>
                    <a:pt x="1435" y="312"/>
                    <a:pt x="191" y="1"/>
                    <a:pt x="87" y="1107"/>
                  </a:cubicBezTo>
                  <a:cubicBezTo>
                    <a:pt x="1" y="1798"/>
                    <a:pt x="986" y="1746"/>
                    <a:pt x="1642" y="1781"/>
                  </a:cubicBezTo>
                  <a:cubicBezTo>
                    <a:pt x="2299" y="1556"/>
                    <a:pt x="3422" y="2005"/>
                    <a:pt x="3474" y="813"/>
                  </a:cubicBezTo>
                  <a:cubicBezTo>
                    <a:pt x="3488" y="284"/>
                    <a:pt x="2986" y="46"/>
                    <a:pt x="2519" y="46"/>
                  </a:cubicBezTo>
                  <a:close/>
                </a:path>
              </a:pathLst>
            </a:custGeom>
            <a:solidFill>
              <a:srgbClr val="A5B7C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713" name="Google Shape;7713;p36"/>
            <p:cNvSpPr/>
            <p:nvPr/>
          </p:nvSpPr>
          <p:spPr>
            <a:xfrm>
              <a:off x="6595650" y="1204100"/>
              <a:ext cx="81075" cy="41800"/>
            </a:xfrm>
            <a:custGeom>
              <a:rect b="b" l="l" r="r" t="t"/>
              <a:pathLst>
                <a:path extrusionOk="0" h="1672" w="3243">
                  <a:moveTo>
                    <a:pt x="1466" y="121"/>
                  </a:moveTo>
                  <a:cubicBezTo>
                    <a:pt x="1366" y="163"/>
                    <a:pt x="1241" y="173"/>
                    <a:pt x="1106" y="173"/>
                  </a:cubicBezTo>
                  <a:cubicBezTo>
                    <a:pt x="987" y="173"/>
                    <a:pt x="861" y="165"/>
                    <a:pt x="738" y="165"/>
                  </a:cubicBezTo>
                  <a:cubicBezTo>
                    <a:pt x="371" y="165"/>
                    <a:pt x="34" y="234"/>
                    <a:pt x="14" y="778"/>
                  </a:cubicBezTo>
                  <a:cubicBezTo>
                    <a:pt x="0" y="1593"/>
                    <a:pt x="628" y="1660"/>
                    <a:pt x="1232" y="1660"/>
                  </a:cubicBezTo>
                  <a:cubicBezTo>
                    <a:pt x="1352" y="1660"/>
                    <a:pt x="1472" y="1658"/>
                    <a:pt x="1585" y="1658"/>
                  </a:cubicBezTo>
                  <a:cubicBezTo>
                    <a:pt x="1627" y="1658"/>
                    <a:pt x="1668" y="1658"/>
                    <a:pt x="1708" y="1659"/>
                  </a:cubicBezTo>
                  <a:cubicBezTo>
                    <a:pt x="1826" y="1666"/>
                    <a:pt x="1954" y="1672"/>
                    <a:pt x="2085" y="1672"/>
                  </a:cubicBezTo>
                  <a:cubicBezTo>
                    <a:pt x="2644" y="1672"/>
                    <a:pt x="3242" y="1563"/>
                    <a:pt x="3228" y="933"/>
                  </a:cubicBezTo>
                  <a:cubicBezTo>
                    <a:pt x="3194" y="0"/>
                    <a:pt x="2209" y="207"/>
                    <a:pt x="1466" y="121"/>
                  </a:cubicBezTo>
                  <a:close/>
                </a:path>
              </a:pathLst>
            </a:custGeom>
            <a:solidFill>
              <a:srgbClr val="A5B7C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714" name="Google Shape;7714;p36"/>
            <p:cNvSpPr/>
            <p:nvPr/>
          </p:nvSpPr>
          <p:spPr>
            <a:xfrm>
              <a:off x="5040350" y="1034625"/>
              <a:ext cx="81550" cy="46975"/>
            </a:xfrm>
            <a:custGeom>
              <a:rect b="b" l="l" r="r" t="t"/>
              <a:pathLst>
                <a:path extrusionOk="0" h="1879" w="3262">
                  <a:moveTo>
                    <a:pt x="1625" y="1"/>
                  </a:moveTo>
                  <a:cubicBezTo>
                    <a:pt x="803" y="1"/>
                    <a:pt x="279" y="461"/>
                    <a:pt x="99" y="1249"/>
                  </a:cubicBezTo>
                  <a:cubicBezTo>
                    <a:pt x="0" y="1616"/>
                    <a:pt x="339" y="1879"/>
                    <a:pt x="645" y="1879"/>
                  </a:cubicBezTo>
                  <a:cubicBezTo>
                    <a:pt x="714" y="1879"/>
                    <a:pt x="781" y="1865"/>
                    <a:pt x="842" y="1837"/>
                  </a:cubicBezTo>
                  <a:cubicBezTo>
                    <a:pt x="1620" y="1474"/>
                    <a:pt x="2829" y="1750"/>
                    <a:pt x="3106" y="800"/>
                  </a:cubicBezTo>
                  <a:cubicBezTo>
                    <a:pt x="3261" y="229"/>
                    <a:pt x="2363" y="22"/>
                    <a:pt x="1758" y="5"/>
                  </a:cubicBezTo>
                  <a:cubicBezTo>
                    <a:pt x="1713" y="2"/>
                    <a:pt x="1668" y="1"/>
                    <a:pt x="1625" y="1"/>
                  </a:cubicBezTo>
                  <a:close/>
                </a:path>
              </a:pathLst>
            </a:custGeom>
            <a:solidFill>
              <a:srgbClr val="A5B7C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715" name="Google Shape;7715;p36"/>
            <p:cNvSpPr/>
            <p:nvPr/>
          </p:nvSpPr>
          <p:spPr>
            <a:xfrm>
              <a:off x="6380950" y="3302475"/>
              <a:ext cx="77800" cy="40225"/>
            </a:xfrm>
            <a:custGeom>
              <a:rect b="b" l="l" r="r" t="t"/>
              <a:pathLst>
                <a:path extrusionOk="0" h="1609" w="3112">
                  <a:moveTo>
                    <a:pt x="843" y="80"/>
                  </a:moveTo>
                  <a:cubicBezTo>
                    <a:pt x="352" y="80"/>
                    <a:pt x="1" y="466"/>
                    <a:pt x="65" y="882"/>
                  </a:cubicBezTo>
                  <a:cubicBezTo>
                    <a:pt x="161" y="1545"/>
                    <a:pt x="602" y="1578"/>
                    <a:pt x="1054" y="1578"/>
                  </a:cubicBezTo>
                  <a:cubicBezTo>
                    <a:pt x="1103" y="1578"/>
                    <a:pt x="1152" y="1577"/>
                    <a:pt x="1201" y="1577"/>
                  </a:cubicBezTo>
                  <a:cubicBezTo>
                    <a:pt x="1347" y="1577"/>
                    <a:pt x="1491" y="1581"/>
                    <a:pt x="1620" y="1608"/>
                  </a:cubicBezTo>
                  <a:cubicBezTo>
                    <a:pt x="1746" y="1549"/>
                    <a:pt x="1903" y="1535"/>
                    <a:pt x="2065" y="1535"/>
                  </a:cubicBezTo>
                  <a:cubicBezTo>
                    <a:pt x="2212" y="1535"/>
                    <a:pt x="2363" y="1547"/>
                    <a:pt x="2502" y="1547"/>
                  </a:cubicBezTo>
                  <a:cubicBezTo>
                    <a:pt x="2845" y="1547"/>
                    <a:pt x="3112" y="1478"/>
                    <a:pt x="3037" y="1003"/>
                  </a:cubicBezTo>
                  <a:cubicBezTo>
                    <a:pt x="2882" y="1"/>
                    <a:pt x="1741" y="191"/>
                    <a:pt x="963" y="87"/>
                  </a:cubicBezTo>
                  <a:cubicBezTo>
                    <a:pt x="923" y="82"/>
                    <a:pt x="882" y="80"/>
                    <a:pt x="843" y="80"/>
                  </a:cubicBezTo>
                  <a:close/>
                </a:path>
              </a:pathLst>
            </a:custGeom>
            <a:solidFill>
              <a:srgbClr val="A5B7C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716" name="Google Shape;7716;p36"/>
            <p:cNvSpPr/>
            <p:nvPr/>
          </p:nvSpPr>
          <p:spPr>
            <a:xfrm>
              <a:off x="4384825" y="996700"/>
              <a:ext cx="62025" cy="39775"/>
            </a:xfrm>
            <a:custGeom>
              <a:rect b="b" l="l" r="r" t="t"/>
              <a:pathLst>
                <a:path extrusionOk="0" h="1591" w="2481">
                  <a:moveTo>
                    <a:pt x="1811" y="155"/>
                  </a:moveTo>
                  <a:cubicBezTo>
                    <a:pt x="1713" y="155"/>
                    <a:pt x="1613" y="168"/>
                    <a:pt x="1521" y="191"/>
                  </a:cubicBezTo>
                  <a:cubicBezTo>
                    <a:pt x="985" y="312"/>
                    <a:pt x="121" y="1"/>
                    <a:pt x="52" y="917"/>
                  </a:cubicBezTo>
                  <a:cubicBezTo>
                    <a:pt x="0" y="1487"/>
                    <a:pt x="536" y="1574"/>
                    <a:pt x="1054" y="1591"/>
                  </a:cubicBezTo>
                  <a:cubicBezTo>
                    <a:pt x="1573" y="1418"/>
                    <a:pt x="2385" y="1556"/>
                    <a:pt x="2454" y="727"/>
                  </a:cubicBezTo>
                  <a:cubicBezTo>
                    <a:pt x="2481" y="311"/>
                    <a:pt x="2153" y="155"/>
                    <a:pt x="1811" y="155"/>
                  </a:cubicBezTo>
                  <a:close/>
                </a:path>
              </a:pathLst>
            </a:custGeom>
            <a:solidFill>
              <a:srgbClr val="A5B7C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717" name="Google Shape;7717;p36"/>
            <p:cNvSpPr/>
            <p:nvPr/>
          </p:nvSpPr>
          <p:spPr>
            <a:xfrm>
              <a:off x="2100625" y="1004500"/>
              <a:ext cx="520200" cy="95050"/>
            </a:xfrm>
            <a:custGeom>
              <a:rect b="b" l="l" r="r" t="t"/>
              <a:pathLst>
                <a:path extrusionOk="0" h="3802" w="20808">
                  <a:moveTo>
                    <a:pt x="20756" y="0"/>
                  </a:moveTo>
                  <a:lnTo>
                    <a:pt x="20738" y="17"/>
                  </a:lnTo>
                  <a:lnTo>
                    <a:pt x="20773" y="17"/>
                  </a:lnTo>
                  <a:lnTo>
                    <a:pt x="20808" y="0"/>
                  </a:lnTo>
                  <a:close/>
                  <a:moveTo>
                    <a:pt x="1" y="3785"/>
                  </a:moveTo>
                  <a:lnTo>
                    <a:pt x="1" y="3802"/>
                  </a:lnTo>
                  <a:lnTo>
                    <a:pt x="18" y="3802"/>
                  </a:lnTo>
                  <a:lnTo>
                    <a:pt x="18" y="3785"/>
                  </a:lnTo>
                  <a:close/>
                </a:path>
              </a:pathLst>
            </a:custGeom>
            <a:solidFill>
              <a:srgbClr val="A5B7C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718" name="Google Shape;7718;p36"/>
            <p:cNvSpPr/>
            <p:nvPr/>
          </p:nvSpPr>
          <p:spPr>
            <a:xfrm>
              <a:off x="233350" y="949250"/>
              <a:ext cx="3232550" cy="3802300"/>
            </a:xfrm>
            <a:custGeom>
              <a:rect b="b" l="l" r="r" t="t"/>
              <a:pathLst>
                <a:path extrusionOk="0" h="152092" w="129302">
                  <a:moveTo>
                    <a:pt x="97270" y="1644"/>
                  </a:moveTo>
                  <a:cubicBezTo>
                    <a:pt x="97347" y="1644"/>
                    <a:pt x="97424" y="1648"/>
                    <a:pt x="97503" y="1657"/>
                  </a:cubicBezTo>
                  <a:cubicBezTo>
                    <a:pt x="97555" y="1674"/>
                    <a:pt x="97607" y="1692"/>
                    <a:pt x="97642" y="1709"/>
                  </a:cubicBezTo>
                  <a:lnTo>
                    <a:pt x="95601" y="2170"/>
                  </a:lnTo>
                  <a:lnTo>
                    <a:pt x="95601" y="2170"/>
                  </a:lnTo>
                  <a:cubicBezTo>
                    <a:pt x="96129" y="1917"/>
                    <a:pt x="96661" y="1644"/>
                    <a:pt x="97270" y="1644"/>
                  </a:cubicBezTo>
                  <a:close/>
                  <a:moveTo>
                    <a:pt x="95473" y="2210"/>
                  </a:moveTo>
                  <a:lnTo>
                    <a:pt x="95447" y="2227"/>
                  </a:lnTo>
                  <a:lnTo>
                    <a:pt x="95429" y="2227"/>
                  </a:lnTo>
                  <a:lnTo>
                    <a:pt x="95464" y="2210"/>
                  </a:lnTo>
                  <a:close/>
                  <a:moveTo>
                    <a:pt x="68358" y="8951"/>
                  </a:moveTo>
                  <a:cubicBezTo>
                    <a:pt x="68553" y="8951"/>
                    <a:pt x="68761" y="9049"/>
                    <a:pt x="68989" y="9313"/>
                  </a:cubicBezTo>
                  <a:cubicBezTo>
                    <a:pt x="69208" y="9280"/>
                    <a:pt x="69420" y="9268"/>
                    <a:pt x="69634" y="9268"/>
                  </a:cubicBezTo>
                  <a:cubicBezTo>
                    <a:pt x="69758" y="9268"/>
                    <a:pt x="69882" y="9272"/>
                    <a:pt x="70008" y="9278"/>
                  </a:cubicBezTo>
                  <a:cubicBezTo>
                    <a:pt x="70061" y="9286"/>
                    <a:pt x="70117" y="9289"/>
                    <a:pt x="70177" y="9289"/>
                  </a:cubicBezTo>
                  <a:cubicBezTo>
                    <a:pt x="70522" y="9289"/>
                    <a:pt x="70965" y="9176"/>
                    <a:pt x="71318" y="9176"/>
                  </a:cubicBezTo>
                  <a:cubicBezTo>
                    <a:pt x="71841" y="9176"/>
                    <a:pt x="72167" y="9425"/>
                    <a:pt x="71685" y="10661"/>
                  </a:cubicBezTo>
                  <a:cubicBezTo>
                    <a:pt x="71581" y="10937"/>
                    <a:pt x="71823" y="11265"/>
                    <a:pt x="72151" y="11386"/>
                  </a:cubicBezTo>
                  <a:cubicBezTo>
                    <a:pt x="72428" y="11438"/>
                    <a:pt x="72722" y="11490"/>
                    <a:pt x="72998" y="11507"/>
                  </a:cubicBezTo>
                  <a:cubicBezTo>
                    <a:pt x="72652" y="11922"/>
                    <a:pt x="72359" y="12406"/>
                    <a:pt x="71927" y="12717"/>
                  </a:cubicBezTo>
                  <a:cubicBezTo>
                    <a:pt x="71831" y="12786"/>
                    <a:pt x="71741" y="12813"/>
                    <a:pt x="71654" y="12813"/>
                  </a:cubicBezTo>
                  <a:cubicBezTo>
                    <a:pt x="71349" y="12813"/>
                    <a:pt x="71090" y="12473"/>
                    <a:pt x="70821" y="12406"/>
                  </a:cubicBezTo>
                  <a:cubicBezTo>
                    <a:pt x="69127" y="11939"/>
                    <a:pt x="69334" y="10488"/>
                    <a:pt x="68989" y="9313"/>
                  </a:cubicBezTo>
                  <a:lnTo>
                    <a:pt x="67330" y="9520"/>
                  </a:lnTo>
                  <a:cubicBezTo>
                    <a:pt x="67668" y="9295"/>
                    <a:pt x="67992" y="8951"/>
                    <a:pt x="68358" y="8951"/>
                  </a:cubicBezTo>
                  <a:close/>
                  <a:moveTo>
                    <a:pt x="51546" y="12467"/>
                  </a:moveTo>
                  <a:cubicBezTo>
                    <a:pt x="51593" y="12467"/>
                    <a:pt x="51647" y="12470"/>
                    <a:pt x="51707" y="12475"/>
                  </a:cubicBezTo>
                  <a:cubicBezTo>
                    <a:pt x="51897" y="12648"/>
                    <a:pt x="52157" y="12890"/>
                    <a:pt x="52433" y="13115"/>
                  </a:cubicBezTo>
                  <a:cubicBezTo>
                    <a:pt x="52260" y="13270"/>
                    <a:pt x="52053" y="13374"/>
                    <a:pt x="51845" y="13460"/>
                  </a:cubicBezTo>
                  <a:cubicBezTo>
                    <a:pt x="51802" y="13467"/>
                    <a:pt x="51764" y="13470"/>
                    <a:pt x="51729" y="13470"/>
                  </a:cubicBezTo>
                  <a:cubicBezTo>
                    <a:pt x="51300" y="13470"/>
                    <a:pt x="51439" y="13007"/>
                    <a:pt x="51327" y="12752"/>
                  </a:cubicBezTo>
                  <a:cubicBezTo>
                    <a:pt x="51225" y="12548"/>
                    <a:pt x="51295" y="12467"/>
                    <a:pt x="51546" y="12467"/>
                  </a:cubicBezTo>
                  <a:close/>
                  <a:moveTo>
                    <a:pt x="55481" y="12549"/>
                  </a:moveTo>
                  <a:cubicBezTo>
                    <a:pt x="55526" y="12549"/>
                    <a:pt x="55570" y="12553"/>
                    <a:pt x="55613" y="12562"/>
                  </a:cubicBezTo>
                  <a:lnTo>
                    <a:pt x="54576" y="13789"/>
                  </a:lnTo>
                  <a:lnTo>
                    <a:pt x="53954" y="13184"/>
                  </a:lnTo>
                  <a:cubicBezTo>
                    <a:pt x="54420" y="12976"/>
                    <a:pt x="54870" y="12752"/>
                    <a:pt x="55336" y="12562"/>
                  </a:cubicBezTo>
                  <a:cubicBezTo>
                    <a:pt x="55388" y="12553"/>
                    <a:pt x="55436" y="12549"/>
                    <a:pt x="55481" y="12549"/>
                  </a:cubicBezTo>
                  <a:close/>
                  <a:moveTo>
                    <a:pt x="116966" y="0"/>
                  </a:moveTo>
                  <a:cubicBezTo>
                    <a:pt x="112339" y="0"/>
                    <a:pt x="107712" y="747"/>
                    <a:pt x="103085" y="1035"/>
                  </a:cubicBezTo>
                  <a:cubicBezTo>
                    <a:pt x="101910" y="1104"/>
                    <a:pt x="100735" y="983"/>
                    <a:pt x="99542" y="1260"/>
                  </a:cubicBezTo>
                  <a:cubicBezTo>
                    <a:pt x="99533" y="1262"/>
                    <a:pt x="99523" y="1263"/>
                    <a:pt x="99512" y="1263"/>
                  </a:cubicBezTo>
                  <a:cubicBezTo>
                    <a:pt x="99194" y="1263"/>
                    <a:pt x="98389" y="307"/>
                    <a:pt x="97503" y="240"/>
                  </a:cubicBezTo>
                  <a:cubicBezTo>
                    <a:pt x="96554" y="172"/>
                    <a:pt x="95607" y="143"/>
                    <a:pt x="94661" y="143"/>
                  </a:cubicBezTo>
                  <a:cubicBezTo>
                    <a:pt x="91541" y="143"/>
                    <a:pt x="88432" y="459"/>
                    <a:pt x="85303" y="724"/>
                  </a:cubicBezTo>
                  <a:cubicBezTo>
                    <a:pt x="83379" y="875"/>
                    <a:pt x="81549" y="1637"/>
                    <a:pt x="79578" y="1637"/>
                  </a:cubicBezTo>
                  <a:cubicBezTo>
                    <a:pt x="79300" y="1637"/>
                    <a:pt x="79020" y="1622"/>
                    <a:pt x="78736" y="1588"/>
                  </a:cubicBezTo>
                  <a:cubicBezTo>
                    <a:pt x="78573" y="1568"/>
                    <a:pt x="78403" y="1557"/>
                    <a:pt x="78229" y="1557"/>
                  </a:cubicBezTo>
                  <a:cubicBezTo>
                    <a:pt x="77349" y="1557"/>
                    <a:pt x="76386" y="1840"/>
                    <a:pt x="75953" y="2677"/>
                  </a:cubicBezTo>
                  <a:cubicBezTo>
                    <a:pt x="75538" y="3489"/>
                    <a:pt x="76333" y="4163"/>
                    <a:pt x="76956" y="4750"/>
                  </a:cubicBezTo>
                  <a:cubicBezTo>
                    <a:pt x="77215" y="4992"/>
                    <a:pt x="77232" y="5511"/>
                    <a:pt x="77370" y="5891"/>
                  </a:cubicBezTo>
                  <a:cubicBezTo>
                    <a:pt x="77348" y="5890"/>
                    <a:pt x="77325" y="5889"/>
                    <a:pt x="77301" y="5889"/>
                  </a:cubicBezTo>
                  <a:cubicBezTo>
                    <a:pt x="77154" y="5889"/>
                    <a:pt x="76988" y="5912"/>
                    <a:pt x="76844" y="5912"/>
                  </a:cubicBezTo>
                  <a:cubicBezTo>
                    <a:pt x="76726" y="5912"/>
                    <a:pt x="76623" y="5896"/>
                    <a:pt x="76558" y="5839"/>
                  </a:cubicBezTo>
                  <a:cubicBezTo>
                    <a:pt x="76285" y="5586"/>
                    <a:pt x="76034" y="5489"/>
                    <a:pt x="75796" y="5489"/>
                  </a:cubicBezTo>
                  <a:cubicBezTo>
                    <a:pt x="75417" y="5489"/>
                    <a:pt x="75070" y="5733"/>
                    <a:pt x="74709" y="5977"/>
                  </a:cubicBezTo>
                  <a:lnTo>
                    <a:pt x="74709" y="5995"/>
                  </a:lnTo>
                  <a:lnTo>
                    <a:pt x="74692" y="5995"/>
                  </a:lnTo>
                  <a:cubicBezTo>
                    <a:pt x="74415" y="6358"/>
                    <a:pt x="73707" y="6479"/>
                    <a:pt x="73897" y="7066"/>
                  </a:cubicBezTo>
                  <a:cubicBezTo>
                    <a:pt x="74104" y="7654"/>
                    <a:pt x="74761" y="7671"/>
                    <a:pt x="75331" y="7723"/>
                  </a:cubicBezTo>
                  <a:lnTo>
                    <a:pt x="75625" y="7723"/>
                  </a:lnTo>
                  <a:lnTo>
                    <a:pt x="77146" y="7982"/>
                  </a:lnTo>
                  <a:cubicBezTo>
                    <a:pt x="76904" y="8068"/>
                    <a:pt x="76662" y="8120"/>
                    <a:pt x="76403" y="8120"/>
                  </a:cubicBezTo>
                  <a:cubicBezTo>
                    <a:pt x="76178" y="8103"/>
                    <a:pt x="75970" y="7930"/>
                    <a:pt x="75729" y="7861"/>
                  </a:cubicBezTo>
                  <a:cubicBezTo>
                    <a:pt x="75594" y="7823"/>
                    <a:pt x="75464" y="7807"/>
                    <a:pt x="75337" y="7807"/>
                  </a:cubicBezTo>
                  <a:cubicBezTo>
                    <a:pt x="74777" y="7807"/>
                    <a:pt x="74273" y="8116"/>
                    <a:pt x="73724" y="8172"/>
                  </a:cubicBezTo>
                  <a:cubicBezTo>
                    <a:pt x="73717" y="8173"/>
                    <a:pt x="73710" y="8174"/>
                    <a:pt x="73702" y="8174"/>
                  </a:cubicBezTo>
                  <a:cubicBezTo>
                    <a:pt x="73450" y="8174"/>
                    <a:pt x="72913" y="7613"/>
                    <a:pt x="72946" y="7394"/>
                  </a:cubicBezTo>
                  <a:cubicBezTo>
                    <a:pt x="73102" y="6479"/>
                    <a:pt x="73810" y="6098"/>
                    <a:pt x="74674" y="5995"/>
                  </a:cubicBezTo>
                  <a:lnTo>
                    <a:pt x="74674" y="5977"/>
                  </a:lnTo>
                  <a:cubicBezTo>
                    <a:pt x="74726" y="5545"/>
                    <a:pt x="74830" y="5113"/>
                    <a:pt x="74951" y="4681"/>
                  </a:cubicBezTo>
                  <a:cubicBezTo>
                    <a:pt x="75072" y="4370"/>
                    <a:pt x="75435" y="4076"/>
                    <a:pt x="75124" y="3748"/>
                  </a:cubicBezTo>
                  <a:cubicBezTo>
                    <a:pt x="74832" y="3467"/>
                    <a:pt x="74483" y="3396"/>
                    <a:pt x="74119" y="3396"/>
                  </a:cubicBezTo>
                  <a:cubicBezTo>
                    <a:pt x="73856" y="3396"/>
                    <a:pt x="73587" y="3433"/>
                    <a:pt x="73326" y="3454"/>
                  </a:cubicBezTo>
                  <a:cubicBezTo>
                    <a:pt x="72946" y="3506"/>
                    <a:pt x="72756" y="3748"/>
                    <a:pt x="72704" y="4180"/>
                  </a:cubicBezTo>
                  <a:cubicBezTo>
                    <a:pt x="72601" y="5252"/>
                    <a:pt x="72134" y="6098"/>
                    <a:pt x="70959" y="6340"/>
                  </a:cubicBezTo>
                  <a:cubicBezTo>
                    <a:pt x="70855" y="6427"/>
                    <a:pt x="70769" y="6513"/>
                    <a:pt x="70665" y="6617"/>
                  </a:cubicBezTo>
                  <a:cubicBezTo>
                    <a:pt x="70786" y="6859"/>
                    <a:pt x="70924" y="7083"/>
                    <a:pt x="71097" y="7291"/>
                  </a:cubicBezTo>
                  <a:cubicBezTo>
                    <a:pt x="71304" y="7412"/>
                    <a:pt x="71546" y="7515"/>
                    <a:pt x="71788" y="7567"/>
                  </a:cubicBezTo>
                  <a:cubicBezTo>
                    <a:pt x="71650" y="7550"/>
                    <a:pt x="71512" y="7541"/>
                    <a:pt x="71374" y="7541"/>
                  </a:cubicBezTo>
                  <a:cubicBezTo>
                    <a:pt x="71235" y="7541"/>
                    <a:pt x="71097" y="7550"/>
                    <a:pt x="70959" y="7567"/>
                  </a:cubicBezTo>
                  <a:cubicBezTo>
                    <a:pt x="70569" y="7671"/>
                    <a:pt x="70173" y="7708"/>
                    <a:pt x="69775" y="7708"/>
                  </a:cubicBezTo>
                  <a:cubicBezTo>
                    <a:pt x="68812" y="7708"/>
                    <a:pt x="67832" y="7494"/>
                    <a:pt x="66868" y="7494"/>
                  </a:cubicBezTo>
                  <a:cubicBezTo>
                    <a:pt x="66108" y="7494"/>
                    <a:pt x="65357" y="7627"/>
                    <a:pt x="64634" y="8103"/>
                  </a:cubicBezTo>
                  <a:cubicBezTo>
                    <a:pt x="64271" y="8345"/>
                    <a:pt x="63580" y="8379"/>
                    <a:pt x="63666" y="8863"/>
                  </a:cubicBezTo>
                  <a:cubicBezTo>
                    <a:pt x="63752" y="9382"/>
                    <a:pt x="64167" y="9900"/>
                    <a:pt x="64547" y="10315"/>
                  </a:cubicBezTo>
                  <a:cubicBezTo>
                    <a:pt x="64666" y="10447"/>
                    <a:pt x="64798" y="10498"/>
                    <a:pt x="64939" y="10498"/>
                  </a:cubicBezTo>
                  <a:cubicBezTo>
                    <a:pt x="65148" y="10498"/>
                    <a:pt x="65375" y="10387"/>
                    <a:pt x="65602" y="10263"/>
                  </a:cubicBezTo>
                  <a:cubicBezTo>
                    <a:pt x="66124" y="9977"/>
                    <a:pt x="66711" y="9789"/>
                    <a:pt x="67269" y="9556"/>
                  </a:cubicBezTo>
                  <a:lnTo>
                    <a:pt x="67269" y="9556"/>
                  </a:lnTo>
                  <a:cubicBezTo>
                    <a:pt x="66173" y="11022"/>
                    <a:pt x="64072" y="10911"/>
                    <a:pt x="62975" y="11974"/>
                  </a:cubicBezTo>
                  <a:cubicBezTo>
                    <a:pt x="62086" y="12850"/>
                    <a:pt x="61268" y="13162"/>
                    <a:pt x="60357" y="13162"/>
                  </a:cubicBezTo>
                  <a:cubicBezTo>
                    <a:pt x="59993" y="13162"/>
                    <a:pt x="59613" y="13112"/>
                    <a:pt x="59207" y="13028"/>
                  </a:cubicBezTo>
                  <a:cubicBezTo>
                    <a:pt x="58430" y="12873"/>
                    <a:pt x="57687" y="12510"/>
                    <a:pt x="56926" y="12233"/>
                  </a:cubicBezTo>
                  <a:cubicBezTo>
                    <a:pt x="57173" y="12050"/>
                    <a:pt x="57402" y="11981"/>
                    <a:pt x="57619" y="11981"/>
                  </a:cubicBezTo>
                  <a:cubicBezTo>
                    <a:pt x="58162" y="11981"/>
                    <a:pt x="58632" y="12416"/>
                    <a:pt x="59138" y="12613"/>
                  </a:cubicBezTo>
                  <a:cubicBezTo>
                    <a:pt x="59332" y="12687"/>
                    <a:pt x="59512" y="12718"/>
                    <a:pt x="59680" y="12718"/>
                  </a:cubicBezTo>
                  <a:cubicBezTo>
                    <a:pt x="60502" y="12718"/>
                    <a:pt x="61062" y="11967"/>
                    <a:pt x="61765" y="11680"/>
                  </a:cubicBezTo>
                  <a:cubicBezTo>
                    <a:pt x="62404" y="11421"/>
                    <a:pt x="61903" y="10851"/>
                    <a:pt x="61661" y="10384"/>
                  </a:cubicBezTo>
                  <a:cubicBezTo>
                    <a:pt x="61454" y="9987"/>
                    <a:pt x="61921" y="9745"/>
                    <a:pt x="62249" y="9537"/>
                  </a:cubicBezTo>
                  <a:cubicBezTo>
                    <a:pt x="62664" y="9295"/>
                    <a:pt x="63441" y="9226"/>
                    <a:pt x="63182" y="8518"/>
                  </a:cubicBezTo>
                  <a:cubicBezTo>
                    <a:pt x="63018" y="8098"/>
                    <a:pt x="62703" y="8030"/>
                    <a:pt x="62354" y="8030"/>
                  </a:cubicBezTo>
                  <a:cubicBezTo>
                    <a:pt x="62187" y="8030"/>
                    <a:pt x="62013" y="8045"/>
                    <a:pt x="61845" y="8045"/>
                  </a:cubicBezTo>
                  <a:cubicBezTo>
                    <a:pt x="61771" y="8045"/>
                    <a:pt x="61698" y="8042"/>
                    <a:pt x="61627" y="8034"/>
                  </a:cubicBezTo>
                  <a:cubicBezTo>
                    <a:pt x="61564" y="8027"/>
                    <a:pt x="61502" y="8024"/>
                    <a:pt x="61440" y="8024"/>
                  </a:cubicBezTo>
                  <a:cubicBezTo>
                    <a:pt x="60620" y="8024"/>
                    <a:pt x="59973" y="8583"/>
                    <a:pt x="59080" y="8583"/>
                  </a:cubicBezTo>
                  <a:cubicBezTo>
                    <a:pt x="59004" y="8583"/>
                    <a:pt x="58925" y="8579"/>
                    <a:pt x="58844" y="8570"/>
                  </a:cubicBezTo>
                  <a:cubicBezTo>
                    <a:pt x="57410" y="8414"/>
                    <a:pt x="56391" y="7671"/>
                    <a:pt x="55181" y="7187"/>
                  </a:cubicBezTo>
                  <a:cubicBezTo>
                    <a:pt x="54440" y="6892"/>
                    <a:pt x="53723" y="6767"/>
                    <a:pt x="53025" y="6767"/>
                  </a:cubicBezTo>
                  <a:cubicBezTo>
                    <a:pt x="51022" y="6767"/>
                    <a:pt x="49177" y="7799"/>
                    <a:pt x="47370" y="8812"/>
                  </a:cubicBezTo>
                  <a:cubicBezTo>
                    <a:pt x="46903" y="9071"/>
                    <a:pt x="46765" y="9434"/>
                    <a:pt x="46972" y="9969"/>
                  </a:cubicBezTo>
                  <a:cubicBezTo>
                    <a:pt x="47155" y="10426"/>
                    <a:pt x="47351" y="10748"/>
                    <a:pt x="47819" y="10748"/>
                  </a:cubicBezTo>
                  <a:cubicBezTo>
                    <a:pt x="47883" y="10748"/>
                    <a:pt x="47952" y="10742"/>
                    <a:pt x="48026" y="10730"/>
                  </a:cubicBezTo>
                  <a:lnTo>
                    <a:pt x="50498" y="10280"/>
                  </a:lnTo>
                  <a:cubicBezTo>
                    <a:pt x="50618" y="10263"/>
                    <a:pt x="50739" y="10229"/>
                    <a:pt x="50878" y="10194"/>
                  </a:cubicBezTo>
                  <a:lnTo>
                    <a:pt x="50878" y="10194"/>
                  </a:lnTo>
                  <a:cubicBezTo>
                    <a:pt x="50878" y="10298"/>
                    <a:pt x="50860" y="10401"/>
                    <a:pt x="50860" y="10505"/>
                  </a:cubicBezTo>
                  <a:cubicBezTo>
                    <a:pt x="50614" y="11663"/>
                    <a:pt x="50148" y="12321"/>
                    <a:pt x="49280" y="12321"/>
                  </a:cubicBezTo>
                  <a:cubicBezTo>
                    <a:pt x="48931" y="12321"/>
                    <a:pt x="48517" y="12214"/>
                    <a:pt x="48026" y="11991"/>
                  </a:cubicBezTo>
                  <a:cubicBezTo>
                    <a:pt x="46374" y="11254"/>
                    <a:pt x="44693" y="10979"/>
                    <a:pt x="42955" y="10979"/>
                  </a:cubicBezTo>
                  <a:cubicBezTo>
                    <a:pt x="42002" y="10979"/>
                    <a:pt x="41033" y="11062"/>
                    <a:pt x="40042" y="11196"/>
                  </a:cubicBezTo>
                  <a:cubicBezTo>
                    <a:pt x="38536" y="11404"/>
                    <a:pt x="37062" y="12285"/>
                    <a:pt x="35569" y="12285"/>
                  </a:cubicBezTo>
                  <a:cubicBezTo>
                    <a:pt x="35195" y="12285"/>
                    <a:pt x="34820" y="12230"/>
                    <a:pt x="34443" y="12095"/>
                  </a:cubicBezTo>
                  <a:cubicBezTo>
                    <a:pt x="32698" y="11490"/>
                    <a:pt x="30900" y="11110"/>
                    <a:pt x="29068" y="10920"/>
                  </a:cubicBezTo>
                  <a:cubicBezTo>
                    <a:pt x="27080" y="10698"/>
                    <a:pt x="25171" y="10202"/>
                    <a:pt x="23146" y="10202"/>
                  </a:cubicBezTo>
                  <a:cubicBezTo>
                    <a:pt x="22337" y="10202"/>
                    <a:pt x="21510" y="10281"/>
                    <a:pt x="20652" y="10488"/>
                  </a:cubicBezTo>
                  <a:cubicBezTo>
                    <a:pt x="18383" y="11055"/>
                    <a:pt x="16215" y="12269"/>
                    <a:pt x="13793" y="12269"/>
                  </a:cubicBezTo>
                  <a:cubicBezTo>
                    <a:pt x="13559" y="12269"/>
                    <a:pt x="13322" y="12258"/>
                    <a:pt x="13083" y="12233"/>
                  </a:cubicBezTo>
                  <a:cubicBezTo>
                    <a:pt x="13049" y="12230"/>
                    <a:pt x="13015" y="12229"/>
                    <a:pt x="12982" y="12229"/>
                  </a:cubicBezTo>
                  <a:cubicBezTo>
                    <a:pt x="12473" y="12229"/>
                    <a:pt x="12176" y="12605"/>
                    <a:pt x="12323" y="13287"/>
                  </a:cubicBezTo>
                  <a:cubicBezTo>
                    <a:pt x="12498" y="14071"/>
                    <a:pt x="12325" y="14707"/>
                    <a:pt x="11687" y="14707"/>
                  </a:cubicBezTo>
                  <a:cubicBezTo>
                    <a:pt x="11510" y="14707"/>
                    <a:pt x="11296" y="14658"/>
                    <a:pt x="11044" y="14549"/>
                  </a:cubicBezTo>
                  <a:cubicBezTo>
                    <a:pt x="10655" y="14378"/>
                    <a:pt x="10292" y="14308"/>
                    <a:pt x="9947" y="14308"/>
                  </a:cubicBezTo>
                  <a:cubicBezTo>
                    <a:pt x="9034" y="14308"/>
                    <a:pt x="8242" y="14801"/>
                    <a:pt x="7415" y="15240"/>
                  </a:cubicBezTo>
                  <a:cubicBezTo>
                    <a:pt x="6965" y="15482"/>
                    <a:pt x="6672" y="15914"/>
                    <a:pt x="6879" y="16467"/>
                  </a:cubicBezTo>
                  <a:cubicBezTo>
                    <a:pt x="7027" y="16886"/>
                    <a:pt x="7334" y="16988"/>
                    <a:pt x="7700" y="16988"/>
                  </a:cubicBezTo>
                  <a:cubicBezTo>
                    <a:pt x="7802" y="16988"/>
                    <a:pt x="7910" y="16980"/>
                    <a:pt x="8020" y="16968"/>
                  </a:cubicBezTo>
                  <a:cubicBezTo>
                    <a:pt x="8305" y="16929"/>
                    <a:pt x="8590" y="16910"/>
                    <a:pt x="8875" y="16910"/>
                  </a:cubicBezTo>
                  <a:cubicBezTo>
                    <a:pt x="8970" y="16910"/>
                    <a:pt x="9065" y="16912"/>
                    <a:pt x="9160" y="16917"/>
                  </a:cubicBezTo>
                  <a:cubicBezTo>
                    <a:pt x="9186" y="16919"/>
                    <a:pt x="9214" y="16920"/>
                    <a:pt x="9242" y="16920"/>
                  </a:cubicBezTo>
                  <a:cubicBezTo>
                    <a:pt x="9458" y="16920"/>
                    <a:pt x="9735" y="16862"/>
                    <a:pt x="9947" y="16862"/>
                  </a:cubicBezTo>
                  <a:cubicBezTo>
                    <a:pt x="10131" y="16862"/>
                    <a:pt x="10266" y="16906"/>
                    <a:pt x="10266" y="17072"/>
                  </a:cubicBezTo>
                  <a:cubicBezTo>
                    <a:pt x="10266" y="17498"/>
                    <a:pt x="9728" y="17637"/>
                    <a:pt x="9291" y="17637"/>
                  </a:cubicBezTo>
                  <a:cubicBezTo>
                    <a:pt x="9214" y="17637"/>
                    <a:pt x="9141" y="17633"/>
                    <a:pt x="9074" y="17625"/>
                  </a:cubicBezTo>
                  <a:cubicBezTo>
                    <a:pt x="8873" y="17604"/>
                    <a:pt x="8677" y="17594"/>
                    <a:pt x="8484" y="17594"/>
                  </a:cubicBezTo>
                  <a:cubicBezTo>
                    <a:pt x="6314" y="17594"/>
                    <a:pt x="4587" y="18859"/>
                    <a:pt x="2714" y="19716"/>
                  </a:cubicBezTo>
                  <a:cubicBezTo>
                    <a:pt x="1193" y="20407"/>
                    <a:pt x="2351" y="21548"/>
                    <a:pt x="2282" y="22429"/>
                  </a:cubicBezTo>
                  <a:cubicBezTo>
                    <a:pt x="2264" y="22814"/>
                    <a:pt x="2455" y="22907"/>
                    <a:pt x="2706" y="22907"/>
                  </a:cubicBezTo>
                  <a:cubicBezTo>
                    <a:pt x="2939" y="22907"/>
                    <a:pt x="3223" y="22827"/>
                    <a:pt x="3440" y="22827"/>
                  </a:cubicBezTo>
                  <a:cubicBezTo>
                    <a:pt x="3665" y="22827"/>
                    <a:pt x="3872" y="22982"/>
                    <a:pt x="4079" y="23069"/>
                  </a:cubicBezTo>
                  <a:cubicBezTo>
                    <a:pt x="3924" y="23242"/>
                    <a:pt x="3751" y="23380"/>
                    <a:pt x="3544" y="23501"/>
                  </a:cubicBezTo>
                  <a:cubicBezTo>
                    <a:pt x="2610" y="23881"/>
                    <a:pt x="1643" y="24192"/>
                    <a:pt x="709" y="24589"/>
                  </a:cubicBezTo>
                  <a:cubicBezTo>
                    <a:pt x="329" y="24745"/>
                    <a:pt x="1" y="25142"/>
                    <a:pt x="226" y="25609"/>
                  </a:cubicBezTo>
                  <a:cubicBezTo>
                    <a:pt x="325" y="25816"/>
                    <a:pt x="462" y="25880"/>
                    <a:pt x="615" y="25880"/>
                  </a:cubicBezTo>
                  <a:cubicBezTo>
                    <a:pt x="807" y="25880"/>
                    <a:pt x="1026" y="25778"/>
                    <a:pt x="1228" y="25730"/>
                  </a:cubicBezTo>
                  <a:cubicBezTo>
                    <a:pt x="2248" y="25454"/>
                    <a:pt x="3354" y="25350"/>
                    <a:pt x="4252" y="24866"/>
                  </a:cubicBezTo>
                  <a:cubicBezTo>
                    <a:pt x="4601" y="24679"/>
                    <a:pt x="4965" y="24620"/>
                    <a:pt x="5336" y="24620"/>
                  </a:cubicBezTo>
                  <a:cubicBezTo>
                    <a:pt x="5952" y="24620"/>
                    <a:pt x="6585" y="24782"/>
                    <a:pt x="7191" y="24782"/>
                  </a:cubicBezTo>
                  <a:cubicBezTo>
                    <a:pt x="7702" y="24782"/>
                    <a:pt x="8195" y="24667"/>
                    <a:pt x="8642" y="24244"/>
                  </a:cubicBezTo>
                  <a:cubicBezTo>
                    <a:pt x="9143" y="23760"/>
                    <a:pt x="9627" y="23276"/>
                    <a:pt x="10128" y="22809"/>
                  </a:cubicBezTo>
                  <a:cubicBezTo>
                    <a:pt x="10518" y="22438"/>
                    <a:pt x="10935" y="22335"/>
                    <a:pt x="11366" y="22335"/>
                  </a:cubicBezTo>
                  <a:cubicBezTo>
                    <a:pt x="11904" y="22335"/>
                    <a:pt x="12465" y="22495"/>
                    <a:pt x="13026" y="22495"/>
                  </a:cubicBezTo>
                  <a:cubicBezTo>
                    <a:pt x="13270" y="22495"/>
                    <a:pt x="13515" y="22465"/>
                    <a:pt x="13757" y="22377"/>
                  </a:cubicBezTo>
                  <a:cubicBezTo>
                    <a:pt x="14876" y="21972"/>
                    <a:pt x="15968" y="21278"/>
                    <a:pt x="17215" y="21278"/>
                  </a:cubicBezTo>
                  <a:cubicBezTo>
                    <a:pt x="17721" y="21278"/>
                    <a:pt x="18252" y="21392"/>
                    <a:pt x="18820" y="21686"/>
                  </a:cubicBezTo>
                  <a:cubicBezTo>
                    <a:pt x="20272" y="22429"/>
                    <a:pt x="22242" y="22343"/>
                    <a:pt x="21966" y="24780"/>
                  </a:cubicBezTo>
                  <a:cubicBezTo>
                    <a:pt x="21914" y="25212"/>
                    <a:pt x="22104" y="25868"/>
                    <a:pt x="22415" y="26127"/>
                  </a:cubicBezTo>
                  <a:cubicBezTo>
                    <a:pt x="23746" y="27251"/>
                    <a:pt x="23659" y="29411"/>
                    <a:pt x="23210" y="29981"/>
                  </a:cubicBezTo>
                  <a:cubicBezTo>
                    <a:pt x="22052" y="31485"/>
                    <a:pt x="22484" y="32573"/>
                    <a:pt x="22985" y="33973"/>
                  </a:cubicBezTo>
                  <a:cubicBezTo>
                    <a:pt x="23124" y="34405"/>
                    <a:pt x="22795" y="35045"/>
                    <a:pt x="22553" y="35529"/>
                  </a:cubicBezTo>
                  <a:cubicBezTo>
                    <a:pt x="21447" y="37844"/>
                    <a:pt x="19356" y="39469"/>
                    <a:pt x="18233" y="41802"/>
                  </a:cubicBezTo>
                  <a:cubicBezTo>
                    <a:pt x="17455" y="43409"/>
                    <a:pt x="17058" y="48783"/>
                    <a:pt x="18354" y="49734"/>
                  </a:cubicBezTo>
                  <a:cubicBezTo>
                    <a:pt x="20220" y="51116"/>
                    <a:pt x="19927" y="52862"/>
                    <a:pt x="20238" y="54659"/>
                  </a:cubicBezTo>
                  <a:cubicBezTo>
                    <a:pt x="20428" y="55748"/>
                    <a:pt x="20410" y="57528"/>
                    <a:pt x="20687" y="57752"/>
                  </a:cubicBezTo>
                  <a:cubicBezTo>
                    <a:pt x="22380" y="59083"/>
                    <a:pt x="22242" y="61364"/>
                    <a:pt x="23625" y="62764"/>
                  </a:cubicBezTo>
                  <a:cubicBezTo>
                    <a:pt x="23915" y="63066"/>
                    <a:pt x="24197" y="63258"/>
                    <a:pt x="24508" y="63258"/>
                  </a:cubicBezTo>
                  <a:cubicBezTo>
                    <a:pt x="24660" y="63258"/>
                    <a:pt x="24820" y="63212"/>
                    <a:pt x="24990" y="63110"/>
                  </a:cubicBezTo>
                  <a:cubicBezTo>
                    <a:pt x="25508" y="62816"/>
                    <a:pt x="25526" y="62246"/>
                    <a:pt x="25197" y="61831"/>
                  </a:cubicBezTo>
                  <a:cubicBezTo>
                    <a:pt x="23607" y="59671"/>
                    <a:pt x="23746" y="56888"/>
                    <a:pt x="22536" y="54590"/>
                  </a:cubicBezTo>
                  <a:cubicBezTo>
                    <a:pt x="22415" y="54348"/>
                    <a:pt x="22605" y="53933"/>
                    <a:pt x="22692" y="53605"/>
                  </a:cubicBezTo>
                  <a:cubicBezTo>
                    <a:pt x="22704" y="53568"/>
                    <a:pt x="22878" y="53539"/>
                    <a:pt x="22981" y="53539"/>
                  </a:cubicBezTo>
                  <a:cubicBezTo>
                    <a:pt x="23021" y="53539"/>
                    <a:pt x="23050" y="53543"/>
                    <a:pt x="23054" y="53553"/>
                  </a:cubicBezTo>
                  <a:cubicBezTo>
                    <a:pt x="23175" y="53812"/>
                    <a:pt x="23366" y="54106"/>
                    <a:pt x="23366" y="54400"/>
                  </a:cubicBezTo>
                  <a:cubicBezTo>
                    <a:pt x="23383" y="56819"/>
                    <a:pt x="24973" y="58617"/>
                    <a:pt x="26027" y="60569"/>
                  </a:cubicBezTo>
                  <a:cubicBezTo>
                    <a:pt x="26977" y="62297"/>
                    <a:pt x="28654" y="63663"/>
                    <a:pt x="27720" y="65978"/>
                  </a:cubicBezTo>
                  <a:cubicBezTo>
                    <a:pt x="27530" y="66445"/>
                    <a:pt x="27928" y="66791"/>
                    <a:pt x="28273" y="67136"/>
                  </a:cubicBezTo>
                  <a:cubicBezTo>
                    <a:pt x="29138" y="68000"/>
                    <a:pt x="30226" y="68536"/>
                    <a:pt x="31246" y="69193"/>
                  </a:cubicBezTo>
                  <a:cubicBezTo>
                    <a:pt x="32910" y="70222"/>
                    <a:pt x="34447" y="71516"/>
                    <a:pt x="36422" y="71516"/>
                  </a:cubicBezTo>
                  <a:cubicBezTo>
                    <a:pt x="36867" y="71516"/>
                    <a:pt x="37334" y="71451"/>
                    <a:pt x="37830" y="71301"/>
                  </a:cubicBezTo>
                  <a:cubicBezTo>
                    <a:pt x="37930" y="71272"/>
                    <a:pt x="38022" y="71258"/>
                    <a:pt x="38107" y="71258"/>
                  </a:cubicBezTo>
                  <a:cubicBezTo>
                    <a:pt x="38527" y="71258"/>
                    <a:pt x="38793" y="71582"/>
                    <a:pt x="39023" y="71941"/>
                  </a:cubicBezTo>
                  <a:cubicBezTo>
                    <a:pt x="39748" y="73098"/>
                    <a:pt x="40768" y="73721"/>
                    <a:pt x="42116" y="74032"/>
                  </a:cubicBezTo>
                  <a:cubicBezTo>
                    <a:pt x="43585" y="74360"/>
                    <a:pt x="45296" y="74775"/>
                    <a:pt x="45745" y="76399"/>
                  </a:cubicBezTo>
                  <a:cubicBezTo>
                    <a:pt x="46194" y="78110"/>
                    <a:pt x="47439" y="79112"/>
                    <a:pt x="48648" y="79907"/>
                  </a:cubicBezTo>
                  <a:cubicBezTo>
                    <a:pt x="49237" y="80296"/>
                    <a:pt x="50039" y="81326"/>
                    <a:pt x="50895" y="81326"/>
                  </a:cubicBezTo>
                  <a:cubicBezTo>
                    <a:pt x="51372" y="81326"/>
                    <a:pt x="51865" y="81007"/>
                    <a:pt x="52347" y="80080"/>
                  </a:cubicBezTo>
                  <a:cubicBezTo>
                    <a:pt x="52462" y="79850"/>
                    <a:pt x="52631" y="79714"/>
                    <a:pt x="52813" y="79714"/>
                  </a:cubicBezTo>
                  <a:cubicBezTo>
                    <a:pt x="53013" y="79714"/>
                    <a:pt x="53228" y="79880"/>
                    <a:pt x="53401" y="80270"/>
                  </a:cubicBezTo>
                  <a:cubicBezTo>
                    <a:pt x="54593" y="83156"/>
                    <a:pt x="53919" y="85697"/>
                    <a:pt x="51621" y="87943"/>
                  </a:cubicBezTo>
                  <a:cubicBezTo>
                    <a:pt x="50498" y="89049"/>
                    <a:pt x="49806" y="90604"/>
                    <a:pt x="50774" y="92194"/>
                  </a:cubicBezTo>
                  <a:cubicBezTo>
                    <a:pt x="51085" y="92730"/>
                    <a:pt x="51068" y="92886"/>
                    <a:pt x="50688" y="93283"/>
                  </a:cubicBezTo>
                  <a:cubicBezTo>
                    <a:pt x="49685" y="94337"/>
                    <a:pt x="49703" y="95875"/>
                    <a:pt x="50567" y="96636"/>
                  </a:cubicBezTo>
                  <a:cubicBezTo>
                    <a:pt x="52208" y="98087"/>
                    <a:pt x="52986" y="99971"/>
                    <a:pt x="53971" y="101803"/>
                  </a:cubicBezTo>
                  <a:cubicBezTo>
                    <a:pt x="55440" y="104516"/>
                    <a:pt x="56771" y="107281"/>
                    <a:pt x="59933" y="108629"/>
                  </a:cubicBezTo>
                  <a:cubicBezTo>
                    <a:pt x="61661" y="109372"/>
                    <a:pt x="62629" y="111014"/>
                    <a:pt x="62664" y="113122"/>
                  </a:cubicBezTo>
                  <a:cubicBezTo>
                    <a:pt x="62716" y="116319"/>
                    <a:pt x="62871" y="119516"/>
                    <a:pt x="63096" y="122713"/>
                  </a:cubicBezTo>
                  <a:cubicBezTo>
                    <a:pt x="63251" y="125115"/>
                    <a:pt x="64426" y="127431"/>
                    <a:pt x="63631" y="129920"/>
                  </a:cubicBezTo>
                  <a:cubicBezTo>
                    <a:pt x="63303" y="130922"/>
                    <a:pt x="63459" y="131907"/>
                    <a:pt x="63839" y="132875"/>
                  </a:cubicBezTo>
                  <a:cubicBezTo>
                    <a:pt x="64323" y="134067"/>
                    <a:pt x="64461" y="135363"/>
                    <a:pt x="64288" y="136642"/>
                  </a:cubicBezTo>
                  <a:cubicBezTo>
                    <a:pt x="64184" y="137593"/>
                    <a:pt x="64582" y="138664"/>
                    <a:pt x="65653" y="139148"/>
                  </a:cubicBezTo>
                  <a:cubicBezTo>
                    <a:pt x="65680" y="139159"/>
                    <a:pt x="65711" y="139163"/>
                    <a:pt x="65743" y="139163"/>
                  </a:cubicBezTo>
                  <a:cubicBezTo>
                    <a:pt x="65886" y="139163"/>
                    <a:pt x="66069" y="139076"/>
                    <a:pt x="66205" y="139076"/>
                  </a:cubicBezTo>
                  <a:cubicBezTo>
                    <a:pt x="66332" y="139076"/>
                    <a:pt x="66419" y="139151"/>
                    <a:pt x="66397" y="139442"/>
                  </a:cubicBezTo>
                  <a:cubicBezTo>
                    <a:pt x="66362" y="139995"/>
                    <a:pt x="67071" y="140565"/>
                    <a:pt x="66293" y="141135"/>
                  </a:cubicBezTo>
                  <a:cubicBezTo>
                    <a:pt x="65895" y="141412"/>
                    <a:pt x="65360" y="142259"/>
                    <a:pt x="65774" y="142414"/>
                  </a:cubicBezTo>
                  <a:cubicBezTo>
                    <a:pt x="66898" y="142846"/>
                    <a:pt x="66500" y="143797"/>
                    <a:pt x="66777" y="144488"/>
                  </a:cubicBezTo>
                  <a:cubicBezTo>
                    <a:pt x="67468" y="146164"/>
                    <a:pt x="68505" y="147668"/>
                    <a:pt x="69801" y="148929"/>
                  </a:cubicBezTo>
                  <a:cubicBezTo>
                    <a:pt x="71823" y="150906"/>
                    <a:pt x="74091" y="152091"/>
                    <a:pt x="76808" y="152091"/>
                  </a:cubicBezTo>
                  <a:cubicBezTo>
                    <a:pt x="77226" y="152091"/>
                    <a:pt x="77656" y="152063"/>
                    <a:pt x="78096" y="152005"/>
                  </a:cubicBezTo>
                  <a:cubicBezTo>
                    <a:pt x="78355" y="151953"/>
                    <a:pt x="78580" y="151781"/>
                    <a:pt x="78718" y="151556"/>
                  </a:cubicBezTo>
                  <a:cubicBezTo>
                    <a:pt x="78874" y="151262"/>
                    <a:pt x="78615" y="151038"/>
                    <a:pt x="78355" y="150882"/>
                  </a:cubicBezTo>
                  <a:cubicBezTo>
                    <a:pt x="77595" y="150415"/>
                    <a:pt x="76835" y="149914"/>
                    <a:pt x="76040" y="149482"/>
                  </a:cubicBezTo>
                  <a:cubicBezTo>
                    <a:pt x="73914" y="148342"/>
                    <a:pt x="73551" y="146648"/>
                    <a:pt x="74899" y="144695"/>
                  </a:cubicBezTo>
                  <a:cubicBezTo>
                    <a:pt x="75608" y="143658"/>
                    <a:pt x="75694" y="142570"/>
                    <a:pt x="74173" y="142017"/>
                  </a:cubicBezTo>
                  <a:cubicBezTo>
                    <a:pt x="73707" y="141861"/>
                    <a:pt x="72929" y="141550"/>
                    <a:pt x="73551" y="140997"/>
                  </a:cubicBezTo>
                  <a:cubicBezTo>
                    <a:pt x="74260" y="140340"/>
                    <a:pt x="74260" y="139597"/>
                    <a:pt x="74415" y="138837"/>
                  </a:cubicBezTo>
                  <a:cubicBezTo>
                    <a:pt x="74605" y="137783"/>
                    <a:pt x="73534" y="136193"/>
                    <a:pt x="75677" y="135985"/>
                  </a:cubicBezTo>
                  <a:cubicBezTo>
                    <a:pt x="75746" y="135985"/>
                    <a:pt x="75850" y="135588"/>
                    <a:pt x="75798" y="135432"/>
                  </a:cubicBezTo>
                  <a:cubicBezTo>
                    <a:pt x="75444" y="134260"/>
                    <a:pt x="75867" y="133923"/>
                    <a:pt x="76900" y="133923"/>
                  </a:cubicBezTo>
                  <a:cubicBezTo>
                    <a:pt x="76978" y="133923"/>
                    <a:pt x="77060" y="133925"/>
                    <a:pt x="77146" y="133929"/>
                  </a:cubicBezTo>
                  <a:cubicBezTo>
                    <a:pt x="77188" y="133931"/>
                    <a:pt x="77231" y="133932"/>
                    <a:pt x="77272" y="133932"/>
                  </a:cubicBezTo>
                  <a:cubicBezTo>
                    <a:pt x="78202" y="133932"/>
                    <a:pt x="78980" y="133388"/>
                    <a:pt x="79427" y="132512"/>
                  </a:cubicBezTo>
                  <a:cubicBezTo>
                    <a:pt x="79859" y="131648"/>
                    <a:pt x="79738" y="130836"/>
                    <a:pt x="79047" y="130110"/>
                  </a:cubicBezTo>
                  <a:cubicBezTo>
                    <a:pt x="78857" y="129902"/>
                    <a:pt x="78822" y="129557"/>
                    <a:pt x="78701" y="129280"/>
                  </a:cubicBezTo>
                  <a:lnTo>
                    <a:pt x="78701" y="129280"/>
                  </a:lnTo>
                  <a:cubicBezTo>
                    <a:pt x="78977" y="129298"/>
                    <a:pt x="79237" y="129332"/>
                    <a:pt x="79513" y="129384"/>
                  </a:cubicBezTo>
                  <a:cubicBezTo>
                    <a:pt x="79669" y="129427"/>
                    <a:pt x="79830" y="129448"/>
                    <a:pt x="79991" y="129448"/>
                  </a:cubicBezTo>
                  <a:cubicBezTo>
                    <a:pt x="80347" y="129448"/>
                    <a:pt x="80702" y="129344"/>
                    <a:pt x="80999" y="129142"/>
                  </a:cubicBezTo>
                  <a:cubicBezTo>
                    <a:pt x="82900" y="128001"/>
                    <a:pt x="83350" y="125841"/>
                    <a:pt x="84473" y="124148"/>
                  </a:cubicBezTo>
                  <a:cubicBezTo>
                    <a:pt x="85216" y="123024"/>
                    <a:pt x="86149" y="121815"/>
                    <a:pt x="85544" y="120225"/>
                  </a:cubicBezTo>
                  <a:cubicBezTo>
                    <a:pt x="85026" y="118808"/>
                    <a:pt x="85959" y="118186"/>
                    <a:pt x="86927" y="117356"/>
                  </a:cubicBezTo>
                  <a:cubicBezTo>
                    <a:pt x="88258" y="116233"/>
                    <a:pt x="90314" y="116371"/>
                    <a:pt x="91230" y="115213"/>
                  </a:cubicBezTo>
                  <a:cubicBezTo>
                    <a:pt x="93096" y="112846"/>
                    <a:pt x="93788" y="109908"/>
                    <a:pt x="93874" y="106866"/>
                  </a:cubicBezTo>
                  <a:cubicBezTo>
                    <a:pt x="93909" y="105743"/>
                    <a:pt x="93563" y="104637"/>
                    <a:pt x="94635" y="103635"/>
                  </a:cubicBezTo>
                  <a:cubicBezTo>
                    <a:pt x="95637" y="102650"/>
                    <a:pt x="96432" y="101492"/>
                    <a:pt x="97002" y="100213"/>
                  </a:cubicBezTo>
                  <a:cubicBezTo>
                    <a:pt x="98350" y="97189"/>
                    <a:pt x="97555" y="95668"/>
                    <a:pt x="93770" y="93404"/>
                  </a:cubicBezTo>
                  <a:cubicBezTo>
                    <a:pt x="92864" y="92866"/>
                    <a:pt x="92012" y="92178"/>
                    <a:pt x="90923" y="92178"/>
                  </a:cubicBezTo>
                  <a:cubicBezTo>
                    <a:pt x="90787" y="92178"/>
                    <a:pt x="90648" y="92189"/>
                    <a:pt x="90504" y="92212"/>
                  </a:cubicBezTo>
                  <a:cubicBezTo>
                    <a:pt x="90375" y="92232"/>
                    <a:pt x="90250" y="92241"/>
                    <a:pt x="90128" y="92241"/>
                  </a:cubicBezTo>
                  <a:cubicBezTo>
                    <a:pt x="89316" y="92241"/>
                    <a:pt x="88640" y="91827"/>
                    <a:pt x="87964" y="91451"/>
                  </a:cubicBezTo>
                  <a:cubicBezTo>
                    <a:pt x="86720" y="90760"/>
                    <a:pt x="85423" y="90190"/>
                    <a:pt x="84076" y="89740"/>
                  </a:cubicBezTo>
                  <a:cubicBezTo>
                    <a:pt x="83419" y="89533"/>
                    <a:pt x="82365" y="89412"/>
                    <a:pt x="82226" y="88306"/>
                  </a:cubicBezTo>
                  <a:cubicBezTo>
                    <a:pt x="81898" y="85511"/>
                    <a:pt x="80349" y="82231"/>
                    <a:pt x="77208" y="82231"/>
                  </a:cubicBezTo>
                  <a:cubicBezTo>
                    <a:pt x="77047" y="82231"/>
                    <a:pt x="76883" y="82240"/>
                    <a:pt x="76714" y="82258"/>
                  </a:cubicBezTo>
                  <a:cubicBezTo>
                    <a:pt x="76610" y="82274"/>
                    <a:pt x="76507" y="82282"/>
                    <a:pt x="76405" y="82282"/>
                  </a:cubicBezTo>
                  <a:cubicBezTo>
                    <a:pt x="75873" y="82282"/>
                    <a:pt x="75365" y="82061"/>
                    <a:pt x="75003" y="81670"/>
                  </a:cubicBezTo>
                  <a:cubicBezTo>
                    <a:pt x="73810" y="80478"/>
                    <a:pt x="72722" y="79147"/>
                    <a:pt x="71356" y="78179"/>
                  </a:cubicBezTo>
                  <a:cubicBezTo>
                    <a:pt x="70652" y="77672"/>
                    <a:pt x="69937" y="76844"/>
                    <a:pt x="68958" y="76844"/>
                  </a:cubicBezTo>
                  <a:cubicBezTo>
                    <a:pt x="68735" y="76844"/>
                    <a:pt x="68499" y="76887"/>
                    <a:pt x="68246" y="76987"/>
                  </a:cubicBezTo>
                  <a:cubicBezTo>
                    <a:pt x="68013" y="77081"/>
                    <a:pt x="67785" y="77113"/>
                    <a:pt x="67562" y="77113"/>
                  </a:cubicBezTo>
                  <a:cubicBezTo>
                    <a:pt x="67089" y="77113"/>
                    <a:pt x="66635" y="76969"/>
                    <a:pt x="66189" y="76969"/>
                  </a:cubicBezTo>
                  <a:cubicBezTo>
                    <a:pt x="64783" y="76969"/>
                    <a:pt x="63941" y="75706"/>
                    <a:pt x="62605" y="75706"/>
                  </a:cubicBezTo>
                  <a:cubicBezTo>
                    <a:pt x="62579" y="75706"/>
                    <a:pt x="62552" y="75707"/>
                    <a:pt x="62525" y="75708"/>
                  </a:cubicBezTo>
                  <a:cubicBezTo>
                    <a:pt x="62280" y="75708"/>
                    <a:pt x="61828" y="76012"/>
                    <a:pt x="61511" y="76012"/>
                  </a:cubicBezTo>
                  <a:cubicBezTo>
                    <a:pt x="61248" y="76012"/>
                    <a:pt x="61077" y="75802"/>
                    <a:pt x="61195" y="75034"/>
                  </a:cubicBezTo>
                  <a:cubicBezTo>
                    <a:pt x="61232" y="74788"/>
                    <a:pt x="60883" y="74612"/>
                    <a:pt x="60617" y="74612"/>
                  </a:cubicBezTo>
                  <a:cubicBezTo>
                    <a:pt x="60509" y="74612"/>
                    <a:pt x="60415" y="74641"/>
                    <a:pt x="60365" y="74706"/>
                  </a:cubicBezTo>
                  <a:cubicBezTo>
                    <a:pt x="59225" y="76088"/>
                    <a:pt x="57099" y="76071"/>
                    <a:pt x="56166" y="77747"/>
                  </a:cubicBezTo>
                  <a:cubicBezTo>
                    <a:pt x="55842" y="78325"/>
                    <a:pt x="55457" y="78771"/>
                    <a:pt x="54917" y="78771"/>
                  </a:cubicBezTo>
                  <a:cubicBezTo>
                    <a:pt x="54649" y="78771"/>
                    <a:pt x="54343" y="78661"/>
                    <a:pt x="53988" y="78404"/>
                  </a:cubicBezTo>
                  <a:cubicBezTo>
                    <a:pt x="53637" y="78125"/>
                    <a:pt x="53206" y="77982"/>
                    <a:pt x="52772" y="77982"/>
                  </a:cubicBezTo>
                  <a:cubicBezTo>
                    <a:pt x="52480" y="77982"/>
                    <a:pt x="52186" y="78047"/>
                    <a:pt x="51915" y="78179"/>
                  </a:cubicBezTo>
                  <a:cubicBezTo>
                    <a:pt x="51373" y="78410"/>
                    <a:pt x="50918" y="78527"/>
                    <a:pt x="50541" y="78527"/>
                  </a:cubicBezTo>
                  <a:cubicBezTo>
                    <a:pt x="49618" y="78527"/>
                    <a:pt x="49166" y="77825"/>
                    <a:pt x="49080" y="76365"/>
                  </a:cubicBezTo>
                  <a:cubicBezTo>
                    <a:pt x="49046" y="75397"/>
                    <a:pt x="49184" y="74446"/>
                    <a:pt x="49478" y="73530"/>
                  </a:cubicBezTo>
                  <a:cubicBezTo>
                    <a:pt x="50012" y="71861"/>
                    <a:pt x="49095" y="70692"/>
                    <a:pt x="47366" y="70692"/>
                  </a:cubicBezTo>
                  <a:cubicBezTo>
                    <a:pt x="47305" y="70692"/>
                    <a:pt x="47243" y="70693"/>
                    <a:pt x="47179" y="70696"/>
                  </a:cubicBezTo>
                  <a:cubicBezTo>
                    <a:pt x="46730" y="70714"/>
                    <a:pt x="46281" y="70765"/>
                    <a:pt x="45814" y="70783"/>
                  </a:cubicBezTo>
                  <a:cubicBezTo>
                    <a:pt x="45755" y="70784"/>
                    <a:pt x="45699" y="70786"/>
                    <a:pt x="45645" y="70786"/>
                  </a:cubicBezTo>
                  <a:cubicBezTo>
                    <a:pt x="45148" y="70786"/>
                    <a:pt x="44886" y="70683"/>
                    <a:pt x="45088" y="69919"/>
                  </a:cubicBezTo>
                  <a:cubicBezTo>
                    <a:pt x="45469" y="68484"/>
                    <a:pt x="46143" y="67240"/>
                    <a:pt x="46886" y="65996"/>
                  </a:cubicBezTo>
                  <a:cubicBezTo>
                    <a:pt x="47214" y="65443"/>
                    <a:pt x="47231" y="64993"/>
                    <a:pt x="46747" y="64613"/>
                  </a:cubicBezTo>
                  <a:cubicBezTo>
                    <a:pt x="46406" y="64334"/>
                    <a:pt x="45929" y="64209"/>
                    <a:pt x="45417" y="64209"/>
                  </a:cubicBezTo>
                  <a:cubicBezTo>
                    <a:pt x="44221" y="64209"/>
                    <a:pt x="42833" y="64889"/>
                    <a:pt x="42531" y="65857"/>
                  </a:cubicBezTo>
                  <a:cubicBezTo>
                    <a:pt x="42161" y="67044"/>
                    <a:pt x="40793" y="67929"/>
                    <a:pt x="39553" y="67929"/>
                  </a:cubicBezTo>
                  <a:cubicBezTo>
                    <a:pt x="39113" y="67929"/>
                    <a:pt x="38689" y="67817"/>
                    <a:pt x="38331" y="67568"/>
                  </a:cubicBezTo>
                  <a:cubicBezTo>
                    <a:pt x="36966" y="66601"/>
                    <a:pt x="35998" y="64872"/>
                    <a:pt x="36517" y="63455"/>
                  </a:cubicBezTo>
                  <a:cubicBezTo>
                    <a:pt x="37571" y="60569"/>
                    <a:pt x="37986" y="56802"/>
                    <a:pt x="41822" y="56093"/>
                  </a:cubicBezTo>
                  <a:cubicBezTo>
                    <a:pt x="44259" y="55627"/>
                    <a:pt x="46696" y="55299"/>
                    <a:pt x="49167" y="55126"/>
                  </a:cubicBezTo>
                  <a:cubicBezTo>
                    <a:pt x="49252" y="55120"/>
                    <a:pt x="49338" y="55117"/>
                    <a:pt x="49425" y="55117"/>
                  </a:cubicBezTo>
                  <a:cubicBezTo>
                    <a:pt x="50819" y="55117"/>
                    <a:pt x="52364" y="55920"/>
                    <a:pt x="51811" y="58133"/>
                  </a:cubicBezTo>
                  <a:cubicBezTo>
                    <a:pt x="51707" y="58582"/>
                    <a:pt x="52087" y="59204"/>
                    <a:pt x="52329" y="59688"/>
                  </a:cubicBezTo>
                  <a:cubicBezTo>
                    <a:pt x="52602" y="60250"/>
                    <a:pt x="52992" y="60846"/>
                    <a:pt x="53666" y="60846"/>
                  </a:cubicBezTo>
                  <a:cubicBezTo>
                    <a:pt x="53675" y="60846"/>
                    <a:pt x="53685" y="60846"/>
                    <a:pt x="53695" y="60846"/>
                  </a:cubicBezTo>
                  <a:cubicBezTo>
                    <a:pt x="54455" y="60811"/>
                    <a:pt x="54628" y="60085"/>
                    <a:pt x="54852" y="59498"/>
                  </a:cubicBezTo>
                  <a:cubicBezTo>
                    <a:pt x="55146" y="58703"/>
                    <a:pt x="55146" y="57822"/>
                    <a:pt x="54887" y="57027"/>
                  </a:cubicBezTo>
                  <a:cubicBezTo>
                    <a:pt x="54127" y="54642"/>
                    <a:pt x="54922" y="53017"/>
                    <a:pt x="57116" y="51894"/>
                  </a:cubicBezTo>
                  <a:cubicBezTo>
                    <a:pt x="58291" y="51307"/>
                    <a:pt x="59328" y="50442"/>
                    <a:pt x="60469" y="49786"/>
                  </a:cubicBezTo>
                  <a:cubicBezTo>
                    <a:pt x="62128" y="48818"/>
                    <a:pt x="61575" y="46641"/>
                    <a:pt x="63096" y="45448"/>
                  </a:cubicBezTo>
                  <a:cubicBezTo>
                    <a:pt x="64720" y="44169"/>
                    <a:pt x="65757" y="42113"/>
                    <a:pt x="68194" y="42061"/>
                  </a:cubicBezTo>
                  <a:cubicBezTo>
                    <a:pt x="68574" y="42044"/>
                    <a:pt x="69006" y="41888"/>
                    <a:pt x="69075" y="41456"/>
                  </a:cubicBezTo>
                  <a:cubicBezTo>
                    <a:pt x="69369" y="39711"/>
                    <a:pt x="70924" y="39417"/>
                    <a:pt x="72151" y="38760"/>
                  </a:cubicBezTo>
                  <a:cubicBezTo>
                    <a:pt x="72321" y="38667"/>
                    <a:pt x="72565" y="38512"/>
                    <a:pt x="72753" y="38512"/>
                  </a:cubicBezTo>
                  <a:cubicBezTo>
                    <a:pt x="72950" y="38512"/>
                    <a:pt x="73086" y="38680"/>
                    <a:pt x="73015" y="39261"/>
                  </a:cubicBezTo>
                  <a:cubicBezTo>
                    <a:pt x="72956" y="39796"/>
                    <a:pt x="73330" y="40078"/>
                    <a:pt x="73743" y="40078"/>
                  </a:cubicBezTo>
                  <a:cubicBezTo>
                    <a:pt x="73931" y="40078"/>
                    <a:pt x="74127" y="40020"/>
                    <a:pt x="74294" y="39901"/>
                  </a:cubicBezTo>
                  <a:cubicBezTo>
                    <a:pt x="75746" y="38898"/>
                    <a:pt x="77457" y="38501"/>
                    <a:pt x="78995" y="37723"/>
                  </a:cubicBezTo>
                  <a:cubicBezTo>
                    <a:pt x="79738" y="37326"/>
                    <a:pt x="80291" y="36773"/>
                    <a:pt x="79790" y="35995"/>
                  </a:cubicBezTo>
                  <a:cubicBezTo>
                    <a:pt x="79597" y="35708"/>
                    <a:pt x="79414" y="35603"/>
                    <a:pt x="79239" y="35603"/>
                  </a:cubicBezTo>
                  <a:cubicBezTo>
                    <a:pt x="78865" y="35603"/>
                    <a:pt x="78524" y="36083"/>
                    <a:pt x="78183" y="36306"/>
                  </a:cubicBezTo>
                  <a:cubicBezTo>
                    <a:pt x="77820" y="36545"/>
                    <a:pt x="77447" y="36741"/>
                    <a:pt x="77083" y="36741"/>
                  </a:cubicBezTo>
                  <a:cubicBezTo>
                    <a:pt x="76789" y="36741"/>
                    <a:pt x="76501" y="36612"/>
                    <a:pt x="76230" y="36272"/>
                  </a:cubicBezTo>
                  <a:cubicBezTo>
                    <a:pt x="75677" y="35563"/>
                    <a:pt x="76126" y="35148"/>
                    <a:pt x="76731" y="34751"/>
                  </a:cubicBezTo>
                  <a:cubicBezTo>
                    <a:pt x="77318" y="34371"/>
                    <a:pt x="77284" y="33818"/>
                    <a:pt x="77025" y="33196"/>
                  </a:cubicBezTo>
                  <a:cubicBezTo>
                    <a:pt x="76921" y="32919"/>
                    <a:pt x="76161" y="33023"/>
                    <a:pt x="76593" y="32643"/>
                  </a:cubicBezTo>
                  <a:cubicBezTo>
                    <a:pt x="76708" y="32536"/>
                    <a:pt x="76805" y="32492"/>
                    <a:pt x="76888" y="32492"/>
                  </a:cubicBezTo>
                  <a:cubicBezTo>
                    <a:pt x="77143" y="32492"/>
                    <a:pt x="77279" y="32892"/>
                    <a:pt x="77474" y="33126"/>
                  </a:cubicBezTo>
                  <a:cubicBezTo>
                    <a:pt x="77830" y="33563"/>
                    <a:pt x="78559" y="33892"/>
                    <a:pt x="79019" y="33892"/>
                  </a:cubicBezTo>
                  <a:cubicBezTo>
                    <a:pt x="79251" y="33892"/>
                    <a:pt x="79415" y="33808"/>
                    <a:pt x="79427" y="33610"/>
                  </a:cubicBezTo>
                  <a:cubicBezTo>
                    <a:pt x="79485" y="32639"/>
                    <a:pt x="79866" y="32465"/>
                    <a:pt x="80317" y="32465"/>
                  </a:cubicBezTo>
                  <a:cubicBezTo>
                    <a:pt x="80569" y="32465"/>
                    <a:pt x="80843" y="32519"/>
                    <a:pt x="81095" y="32519"/>
                  </a:cubicBezTo>
                  <a:cubicBezTo>
                    <a:pt x="81194" y="32519"/>
                    <a:pt x="81290" y="32511"/>
                    <a:pt x="81380" y="32487"/>
                  </a:cubicBezTo>
                  <a:cubicBezTo>
                    <a:pt x="81894" y="32340"/>
                    <a:pt x="82271" y="31830"/>
                    <a:pt x="82830" y="31830"/>
                  </a:cubicBezTo>
                  <a:cubicBezTo>
                    <a:pt x="82928" y="31830"/>
                    <a:pt x="83031" y="31846"/>
                    <a:pt x="83142" y="31882"/>
                  </a:cubicBezTo>
                  <a:cubicBezTo>
                    <a:pt x="82658" y="32470"/>
                    <a:pt x="82192" y="33075"/>
                    <a:pt x="81708" y="33679"/>
                  </a:cubicBezTo>
                  <a:cubicBezTo>
                    <a:pt x="81604" y="33766"/>
                    <a:pt x="81483" y="33835"/>
                    <a:pt x="81362" y="33904"/>
                  </a:cubicBezTo>
                  <a:cubicBezTo>
                    <a:pt x="81034" y="34129"/>
                    <a:pt x="80775" y="34423"/>
                    <a:pt x="80878" y="34872"/>
                  </a:cubicBezTo>
                  <a:cubicBezTo>
                    <a:pt x="80999" y="35304"/>
                    <a:pt x="81380" y="35252"/>
                    <a:pt x="81673" y="35425"/>
                  </a:cubicBezTo>
                  <a:cubicBezTo>
                    <a:pt x="81973" y="35596"/>
                    <a:pt x="82292" y="35648"/>
                    <a:pt x="82615" y="35648"/>
                  </a:cubicBezTo>
                  <a:cubicBezTo>
                    <a:pt x="83130" y="35648"/>
                    <a:pt x="83658" y="35514"/>
                    <a:pt x="84141" y="35514"/>
                  </a:cubicBezTo>
                  <a:cubicBezTo>
                    <a:pt x="84489" y="35514"/>
                    <a:pt x="84814" y="35584"/>
                    <a:pt x="85095" y="35822"/>
                  </a:cubicBezTo>
                  <a:cubicBezTo>
                    <a:pt x="85535" y="36187"/>
                    <a:pt x="85875" y="36332"/>
                    <a:pt x="86134" y="36332"/>
                  </a:cubicBezTo>
                  <a:cubicBezTo>
                    <a:pt x="86710" y="36332"/>
                    <a:pt x="86887" y="35618"/>
                    <a:pt x="86875" y="35010"/>
                  </a:cubicBezTo>
                  <a:cubicBezTo>
                    <a:pt x="86858" y="34215"/>
                    <a:pt x="87601" y="32729"/>
                    <a:pt x="85665" y="32625"/>
                  </a:cubicBezTo>
                  <a:cubicBezTo>
                    <a:pt x="84991" y="32591"/>
                    <a:pt x="85130" y="31986"/>
                    <a:pt x="85596" y="31485"/>
                  </a:cubicBezTo>
                  <a:cubicBezTo>
                    <a:pt x="87186" y="29791"/>
                    <a:pt x="86650" y="27527"/>
                    <a:pt x="84508" y="26767"/>
                  </a:cubicBezTo>
                  <a:cubicBezTo>
                    <a:pt x="84006" y="26594"/>
                    <a:pt x="83557" y="26214"/>
                    <a:pt x="83661" y="25834"/>
                  </a:cubicBezTo>
                  <a:cubicBezTo>
                    <a:pt x="83972" y="24503"/>
                    <a:pt x="83039" y="23432"/>
                    <a:pt x="83090" y="22170"/>
                  </a:cubicBezTo>
                  <a:cubicBezTo>
                    <a:pt x="83108" y="21773"/>
                    <a:pt x="83073" y="21375"/>
                    <a:pt x="82624" y="21220"/>
                  </a:cubicBezTo>
                  <a:cubicBezTo>
                    <a:pt x="82529" y="21188"/>
                    <a:pt x="82437" y="21174"/>
                    <a:pt x="82348" y="21174"/>
                  </a:cubicBezTo>
                  <a:cubicBezTo>
                    <a:pt x="82049" y="21174"/>
                    <a:pt x="81787" y="21339"/>
                    <a:pt x="81587" y="21565"/>
                  </a:cubicBezTo>
                  <a:cubicBezTo>
                    <a:pt x="81086" y="22135"/>
                    <a:pt x="80464" y="22602"/>
                    <a:pt x="79755" y="22913"/>
                  </a:cubicBezTo>
                  <a:cubicBezTo>
                    <a:pt x="79583" y="22995"/>
                    <a:pt x="79411" y="23071"/>
                    <a:pt x="79247" y="23071"/>
                  </a:cubicBezTo>
                  <a:cubicBezTo>
                    <a:pt x="79097" y="23071"/>
                    <a:pt x="78954" y="23008"/>
                    <a:pt x="78822" y="22827"/>
                  </a:cubicBezTo>
                  <a:cubicBezTo>
                    <a:pt x="78563" y="22498"/>
                    <a:pt x="78753" y="22274"/>
                    <a:pt x="78960" y="22015"/>
                  </a:cubicBezTo>
                  <a:cubicBezTo>
                    <a:pt x="79496" y="21254"/>
                    <a:pt x="79254" y="20736"/>
                    <a:pt x="78459" y="20338"/>
                  </a:cubicBezTo>
                  <a:cubicBezTo>
                    <a:pt x="78131" y="20165"/>
                    <a:pt x="77837" y="19941"/>
                    <a:pt x="77578" y="19664"/>
                  </a:cubicBezTo>
                  <a:cubicBezTo>
                    <a:pt x="77168" y="19146"/>
                    <a:pt x="76356" y="18913"/>
                    <a:pt x="75491" y="18913"/>
                  </a:cubicBezTo>
                  <a:cubicBezTo>
                    <a:pt x="74278" y="18913"/>
                    <a:pt x="72961" y="19371"/>
                    <a:pt x="72497" y="20148"/>
                  </a:cubicBezTo>
                  <a:cubicBezTo>
                    <a:pt x="72065" y="20874"/>
                    <a:pt x="71788" y="21824"/>
                    <a:pt x="70803" y="22170"/>
                  </a:cubicBezTo>
                  <a:cubicBezTo>
                    <a:pt x="70354" y="22326"/>
                    <a:pt x="70043" y="22792"/>
                    <a:pt x="70337" y="23276"/>
                  </a:cubicBezTo>
                  <a:cubicBezTo>
                    <a:pt x="71356" y="25004"/>
                    <a:pt x="70043" y="25488"/>
                    <a:pt x="68902" y="26024"/>
                  </a:cubicBezTo>
                  <a:cubicBezTo>
                    <a:pt x="67693" y="26577"/>
                    <a:pt x="66241" y="26801"/>
                    <a:pt x="66345" y="28685"/>
                  </a:cubicBezTo>
                  <a:cubicBezTo>
                    <a:pt x="66379" y="29117"/>
                    <a:pt x="65895" y="29601"/>
                    <a:pt x="65584" y="30016"/>
                  </a:cubicBezTo>
                  <a:cubicBezTo>
                    <a:pt x="65442" y="30197"/>
                    <a:pt x="65232" y="30465"/>
                    <a:pt x="64983" y="30465"/>
                  </a:cubicBezTo>
                  <a:cubicBezTo>
                    <a:pt x="64899" y="30465"/>
                    <a:pt x="64811" y="30435"/>
                    <a:pt x="64720" y="30361"/>
                  </a:cubicBezTo>
                  <a:cubicBezTo>
                    <a:pt x="64409" y="30120"/>
                    <a:pt x="64288" y="29705"/>
                    <a:pt x="64409" y="29342"/>
                  </a:cubicBezTo>
                  <a:cubicBezTo>
                    <a:pt x="64893" y="27596"/>
                    <a:pt x="65083" y="25989"/>
                    <a:pt x="62508" y="25903"/>
                  </a:cubicBezTo>
                  <a:cubicBezTo>
                    <a:pt x="62249" y="25903"/>
                    <a:pt x="61938" y="25644"/>
                    <a:pt x="61748" y="25436"/>
                  </a:cubicBezTo>
                  <a:cubicBezTo>
                    <a:pt x="61084" y="24759"/>
                    <a:pt x="60400" y="24243"/>
                    <a:pt x="59552" y="24243"/>
                  </a:cubicBezTo>
                  <a:cubicBezTo>
                    <a:pt x="59252" y="24243"/>
                    <a:pt x="58932" y="24307"/>
                    <a:pt x="58585" y="24451"/>
                  </a:cubicBezTo>
                  <a:cubicBezTo>
                    <a:pt x="58566" y="24457"/>
                    <a:pt x="58545" y="24459"/>
                    <a:pt x="58523" y="24459"/>
                  </a:cubicBezTo>
                  <a:cubicBezTo>
                    <a:pt x="58409" y="24459"/>
                    <a:pt x="58269" y="24394"/>
                    <a:pt x="58153" y="24365"/>
                  </a:cubicBezTo>
                  <a:cubicBezTo>
                    <a:pt x="58758" y="23501"/>
                    <a:pt x="57687" y="22429"/>
                    <a:pt x="58827" y="21462"/>
                  </a:cubicBezTo>
                  <a:cubicBezTo>
                    <a:pt x="61800" y="18990"/>
                    <a:pt x="65757" y="18558"/>
                    <a:pt x="68781" y="16294"/>
                  </a:cubicBezTo>
                  <a:lnTo>
                    <a:pt x="69455" y="15828"/>
                  </a:lnTo>
                  <a:cubicBezTo>
                    <a:pt x="70337" y="15586"/>
                    <a:pt x="71218" y="15206"/>
                    <a:pt x="72117" y="15119"/>
                  </a:cubicBezTo>
                  <a:cubicBezTo>
                    <a:pt x="74346" y="14912"/>
                    <a:pt x="75331" y="13910"/>
                    <a:pt x="75262" y="11767"/>
                  </a:cubicBezTo>
                  <a:cubicBezTo>
                    <a:pt x="75262" y="11596"/>
                    <a:pt x="75299" y="11543"/>
                    <a:pt x="75353" y="11543"/>
                  </a:cubicBezTo>
                  <a:cubicBezTo>
                    <a:pt x="75441" y="11543"/>
                    <a:pt x="75574" y="11687"/>
                    <a:pt x="75659" y="11698"/>
                  </a:cubicBezTo>
                  <a:cubicBezTo>
                    <a:pt x="76835" y="11749"/>
                    <a:pt x="77733" y="12683"/>
                    <a:pt x="78943" y="12752"/>
                  </a:cubicBezTo>
                  <a:cubicBezTo>
                    <a:pt x="79461" y="12769"/>
                    <a:pt x="79945" y="13391"/>
                    <a:pt x="80412" y="13789"/>
                  </a:cubicBezTo>
                  <a:cubicBezTo>
                    <a:pt x="80395" y="13944"/>
                    <a:pt x="80325" y="14082"/>
                    <a:pt x="80204" y="14203"/>
                  </a:cubicBezTo>
                  <a:cubicBezTo>
                    <a:pt x="79099" y="14649"/>
                    <a:pt x="78211" y="15599"/>
                    <a:pt x="76924" y="15599"/>
                  </a:cubicBezTo>
                  <a:cubicBezTo>
                    <a:pt x="76763" y="15599"/>
                    <a:pt x="76595" y="15584"/>
                    <a:pt x="76420" y="15551"/>
                  </a:cubicBezTo>
                  <a:cubicBezTo>
                    <a:pt x="76325" y="15534"/>
                    <a:pt x="76229" y="15525"/>
                    <a:pt x="76135" y="15525"/>
                  </a:cubicBezTo>
                  <a:cubicBezTo>
                    <a:pt x="75478" y="15525"/>
                    <a:pt x="74895" y="15947"/>
                    <a:pt x="74985" y="16778"/>
                  </a:cubicBezTo>
                  <a:cubicBezTo>
                    <a:pt x="75041" y="17437"/>
                    <a:pt x="75422" y="17620"/>
                    <a:pt x="75866" y="17620"/>
                  </a:cubicBezTo>
                  <a:cubicBezTo>
                    <a:pt x="76109" y="17620"/>
                    <a:pt x="76372" y="17565"/>
                    <a:pt x="76610" y="17504"/>
                  </a:cubicBezTo>
                  <a:cubicBezTo>
                    <a:pt x="76822" y="17451"/>
                    <a:pt x="77015" y="17425"/>
                    <a:pt x="77193" y="17425"/>
                  </a:cubicBezTo>
                  <a:cubicBezTo>
                    <a:pt x="77828" y="17425"/>
                    <a:pt x="78286" y="17750"/>
                    <a:pt x="78839" y="18316"/>
                  </a:cubicBezTo>
                  <a:cubicBezTo>
                    <a:pt x="79617" y="19094"/>
                    <a:pt x="80723" y="19612"/>
                    <a:pt x="81794" y="19993"/>
                  </a:cubicBezTo>
                  <a:cubicBezTo>
                    <a:pt x="81906" y="20034"/>
                    <a:pt x="82005" y="20053"/>
                    <a:pt x="82094" y="20053"/>
                  </a:cubicBezTo>
                  <a:cubicBezTo>
                    <a:pt x="82595" y="20053"/>
                    <a:pt x="82747" y="19445"/>
                    <a:pt x="82762" y="18887"/>
                  </a:cubicBezTo>
                  <a:cubicBezTo>
                    <a:pt x="82805" y="18878"/>
                    <a:pt x="82849" y="18874"/>
                    <a:pt x="82892" y="18874"/>
                  </a:cubicBezTo>
                  <a:cubicBezTo>
                    <a:pt x="82935" y="18874"/>
                    <a:pt x="82978" y="18878"/>
                    <a:pt x="83021" y="18887"/>
                  </a:cubicBezTo>
                  <a:cubicBezTo>
                    <a:pt x="83375" y="18985"/>
                    <a:pt x="83662" y="19030"/>
                    <a:pt x="83892" y="19030"/>
                  </a:cubicBezTo>
                  <a:cubicBezTo>
                    <a:pt x="85038" y="19030"/>
                    <a:pt x="84816" y="17932"/>
                    <a:pt x="84629" y="16882"/>
                  </a:cubicBezTo>
                  <a:cubicBezTo>
                    <a:pt x="84577" y="16588"/>
                    <a:pt x="84404" y="16122"/>
                    <a:pt x="84525" y="16018"/>
                  </a:cubicBezTo>
                  <a:cubicBezTo>
                    <a:pt x="84606" y="15948"/>
                    <a:pt x="84680" y="15920"/>
                    <a:pt x="84749" y="15920"/>
                  </a:cubicBezTo>
                  <a:cubicBezTo>
                    <a:pt x="84985" y="15920"/>
                    <a:pt x="85161" y="16252"/>
                    <a:pt x="85389" y="16346"/>
                  </a:cubicBezTo>
                  <a:cubicBezTo>
                    <a:pt x="85637" y="16436"/>
                    <a:pt x="85876" y="16474"/>
                    <a:pt x="86110" y="16474"/>
                  </a:cubicBezTo>
                  <a:cubicBezTo>
                    <a:pt x="86771" y="16474"/>
                    <a:pt x="87381" y="16174"/>
                    <a:pt x="87981" y="15931"/>
                  </a:cubicBezTo>
                  <a:cubicBezTo>
                    <a:pt x="88344" y="15793"/>
                    <a:pt x="88500" y="15275"/>
                    <a:pt x="88258" y="15033"/>
                  </a:cubicBezTo>
                  <a:cubicBezTo>
                    <a:pt x="87065" y="13754"/>
                    <a:pt x="85976" y="12406"/>
                    <a:pt x="84819" y="11110"/>
                  </a:cubicBezTo>
                  <a:cubicBezTo>
                    <a:pt x="84162" y="10350"/>
                    <a:pt x="83160" y="9779"/>
                    <a:pt x="82537" y="8915"/>
                  </a:cubicBezTo>
                  <a:cubicBezTo>
                    <a:pt x="82209" y="8379"/>
                    <a:pt x="81639" y="8034"/>
                    <a:pt x="81017" y="7999"/>
                  </a:cubicBezTo>
                  <a:cubicBezTo>
                    <a:pt x="80983" y="7995"/>
                    <a:pt x="80950" y="7994"/>
                    <a:pt x="80916" y="7994"/>
                  </a:cubicBezTo>
                  <a:cubicBezTo>
                    <a:pt x="80688" y="7994"/>
                    <a:pt x="80453" y="8074"/>
                    <a:pt x="80228" y="8074"/>
                  </a:cubicBezTo>
                  <a:cubicBezTo>
                    <a:pt x="80056" y="8074"/>
                    <a:pt x="79890" y="8027"/>
                    <a:pt x="79738" y="7861"/>
                  </a:cubicBezTo>
                  <a:cubicBezTo>
                    <a:pt x="80170" y="7757"/>
                    <a:pt x="80602" y="7654"/>
                    <a:pt x="81017" y="7585"/>
                  </a:cubicBezTo>
                  <a:cubicBezTo>
                    <a:pt x="81518" y="7481"/>
                    <a:pt x="82192" y="7567"/>
                    <a:pt x="82226" y="6859"/>
                  </a:cubicBezTo>
                  <a:cubicBezTo>
                    <a:pt x="82278" y="6202"/>
                    <a:pt x="81673" y="6167"/>
                    <a:pt x="81207" y="6046"/>
                  </a:cubicBezTo>
                  <a:cubicBezTo>
                    <a:pt x="81086" y="6012"/>
                    <a:pt x="80948" y="5960"/>
                    <a:pt x="80844" y="5891"/>
                  </a:cubicBezTo>
                  <a:cubicBezTo>
                    <a:pt x="80958" y="5878"/>
                    <a:pt x="81101" y="5837"/>
                    <a:pt x="81223" y="5837"/>
                  </a:cubicBezTo>
                  <a:cubicBezTo>
                    <a:pt x="81267" y="5837"/>
                    <a:pt x="81309" y="5843"/>
                    <a:pt x="81345" y="5856"/>
                  </a:cubicBezTo>
                  <a:cubicBezTo>
                    <a:pt x="81816" y="6065"/>
                    <a:pt x="82272" y="6151"/>
                    <a:pt x="82714" y="6151"/>
                  </a:cubicBezTo>
                  <a:cubicBezTo>
                    <a:pt x="83993" y="6151"/>
                    <a:pt x="85157" y="5437"/>
                    <a:pt x="86236" y="4923"/>
                  </a:cubicBezTo>
                  <a:cubicBezTo>
                    <a:pt x="89182" y="3528"/>
                    <a:pt x="92334" y="3094"/>
                    <a:pt x="95401" y="2235"/>
                  </a:cubicBezTo>
                  <a:lnTo>
                    <a:pt x="95401" y="2235"/>
                  </a:lnTo>
                  <a:cubicBezTo>
                    <a:pt x="93986" y="3267"/>
                    <a:pt x="92263" y="3834"/>
                    <a:pt x="90504" y="3834"/>
                  </a:cubicBezTo>
                  <a:cubicBezTo>
                    <a:pt x="90401" y="3834"/>
                    <a:pt x="90295" y="3831"/>
                    <a:pt x="90191" y="3831"/>
                  </a:cubicBezTo>
                  <a:cubicBezTo>
                    <a:pt x="89827" y="3831"/>
                    <a:pt x="89479" y="3873"/>
                    <a:pt x="89277" y="4249"/>
                  </a:cubicBezTo>
                  <a:cubicBezTo>
                    <a:pt x="89018" y="4802"/>
                    <a:pt x="89467" y="5113"/>
                    <a:pt x="89744" y="5528"/>
                  </a:cubicBezTo>
                  <a:cubicBezTo>
                    <a:pt x="90251" y="6307"/>
                    <a:pt x="90887" y="6586"/>
                    <a:pt x="91608" y="6586"/>
                  </a:cubicBezTo>
                  <a:cubicBezTo>
                    <a:pt x="91943" y="6586"/>
                    <a:pt x="92297" y="6525"/>
                    <a:pt x="92664" y="6427"/>
                  </a:cubicBezTo>
                  <a:cubicBezTo>
                    <a:pt x="93037" y="6322"/>
                    <a:pt x="93404" y="6272"/>
                    <a:pt x="93755" y="6272"/>
                  </a:cubicBezTo>
                  <a:cubicBezTo>
                    <a:pt x="95314" y="6272"/>
                    <a:pt x="96561" y="7243"/>
                    <a:pt x="96518" y="8639"/>
                  </a:cubicBezTo>
                  <a:cubicBezTo>
                    <a:pt x="96501" y="9123"/>
                    <a:pt x="96000" y="9710"/>
                    <a:pt x="96155" y="10073"/>
                  </a:cubicBezTo>
                  <a:cubicBezTo>
                    <a:pt x="96656" y="11300"/>
                    <a:pt x="95758" y="12302"/>
                    <a:pt x="95378" y="13045"/>
                  </a:cubicBezTo>
                  <a:cubicBezTo>
                    <a:pt x="94393" y="15016"/>
                    <a:pt x="93649" y="16709"/>
                    <a:pt x="95412" y="18541"/>
                  </a:cubicBezTo>
                  <a:cubicBezTo>
                    <a:pt x="95602" y="18714"/>
                    <a:pt x="95723" y="18938"/>
                    <a:pt x="95758" y="19180"/>
                  </a:cubicBezTo>
                  <a:cubicBezTo>
                    <a:pt x="95810" y="21358"/>
                    <a:pt x="97901" y="20788"/>
                    <a:pt x="99007" y="21479"/>
                  </a:cubicBezTo>
                  <a:cubicBezTo>
                    <a:pt x="99192" y="21597"/>
                    <a:pt x="99367" y="21648"/>
                    <a:pt x="99531" y="21648"/>
                  </a:cubicBezTo>
                  <a:cubicBezTo>
                    <a:pt x="100207" y="21648"/>
                    <a:pt x="100708" y="20784"/>
                    <a:pt x="101098" y="20200"/>
                  </a:cubicBezTo>
                  <a:cubicBezTo>
                    <a:pt x="102256" y="18472"/>
                    <a:pt x="104088" y="17055"/>
                    <a:pt x="105729" y="16536"/>
                  </a:cubicBezTo>
                  <a:cubicBezTo>
                    <a:pt x="109220" y="15396"/>
                    <a:pt x="112486" y="13547"/>
                    <a:pt x="116254" y="13115"/>
                  </a:cubicBezTo>
                  <a:cubicBezTo>
                    <a:pt x="117965" y="12907"/>
                    <a:pt x="119935" y="12320"/>
                    <a:pt x="120021" y="9883"/>
                  </a:cubicBezTo>
                  <a:cubicBezTo>
                    <a:pt x="120021" y="9693"/>
                    <a:pt x="120349" y="9485"/>
                    <a:pt x="120557" y="9330"/>
                  </a:cubicBezTo>
                  <a:cubicBezTo>
                    <a:pt x="121663" y="8552"/>
                    <a:pt x="123132" y="8034"/>
                    <a:pt x="122631" y="6202"/>
                  </a:cubicBezTo>
                  <a:cubicBezTo>
                    <a:pt x="122594" y="6055"/>
                    <a:pt x="122626" y="6020"/>
                    <a:pt x="122682" y="6020"/>
                  </a:cubicBezTo>
                  <a:cubicBezTo>
                    <a:pt x="122731" y="6020"/>
                    <a:pt x="122799" y="6046"/>
                    <a:pt x="122855" y="6046"/>
                  </a:cubicBezTo>
                  <a:cubicBezTo>
                    <a:pt x="122928" y="6051"/>
                    <a:pt x="122998" y="6053"/>
                    <a:pt x="123064" y="6053"/>
                  </a:cubicBezTo>
                  <a:cubicBezTo>
                    <a:pt x="124269" y="6053"/>
                    <a:pt x="124381" y="5321"/>
                    <a:pt x="123840" y="4387"/>
                  </a:cubicBezTo>
                  <a:cubicBezTo>
                    <a:pt x="123581" y="3921"/>
                    <a:pt x="123875" y="3955"/>
                    <a:pt x="124048" y="3817"/>
                  </a:cubicBezTo>
                  <a:cubicBezTo>
                    <a:pt x="125240" y="2867"/>
                    <a:pt x="126640" y="2728"/>
                    <a:pt x="128092" y="2659"/>
                  </a:cubicBezTo>
                  <a:cubicBezTo>
                    <a:pt x="128575" y="2625"/>
                    <a:pt x="129180" y="2521"/>
                    <a:pt x="129249" y="1934"/>
                  </a:cubicBezTo>
                  <a:cubicBezTo>
                    <a:pt x="129301" y="1363"/>
                    <a:pt x="128714" y="1242"/>
                    <a:pt x="128299" y="1190"/>
                  </a:cubicBezTo>
                  <a:cubicBezTo>
                    <a:pt x="125707" y="948"/>
                    <a:pt x="123132" y="430"/>
                    <a:pt x="120557" y="171"/>
                  </a:cubicBezTo>
                  <a:cubicBezTo>
                    <a:pt x="119360" y="50"/>
                    <a:pt x="118163" y="0"/>
                    <a:pt x="116966" y="0"/>
                  </a:cubicBezTo>
                  <a:close/>
                </a:path>
              </a:pathLst>
            </a:custGeom>
            <a:solidFill>
              <a:srgbClr val="A5B7C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719" name="Google Shape;7719;p36"/>
            <p:cNvSpPr/>
            <p:nvPr/>
          </p:nvSpPr>
          <p:spPr>
            <a:xfrm>
              <a:off x="1581325" y="1051125"/>
              <a:ext cx="283000" cy="91675"/>
            </a:xfrm>
            <a:custGeom>
              <a:rect b="b" l="l" r="r" t="t"/>
              <a:pathLst>
                <a:path extrusionOk="0" h="3667" w="11320">
                  <a:moveTo>
                    <a:pt x="6214" y="0"/>
                  </a:moveTo>
                  <a:cubicBezTo>
                    <a:pt x="5926" y="0"/>
                    <a:pt x="5584" y="48"/>
                    <a:pt x="5219" y="71"/>
                  </a:cubicBezTo>
                  <a:cubicBezTo>
                    <a:pt x="5082" y="56"/>
                    <a:pt x="4943" y="49"/>
                    <a:pt x="4804" y="49"/>
                  </a:cubicBezTo>
                  <a:cubicBezTo>
                    <a:pt x="3493" y="49"/>
                    <a:pt x="2115" y="667"/>
                    <a:pt x="709" y="1073"/>
                  </a:cubicBezTo>
                  <a:cubicBezTo>
                    <a:pt x="432" y="1177"/>
                    <a:pt x="208" y="1401"/>
                    <a:pt x="69" y="1678"/>
                  </a:cubicBezTo>
                  <a:cubicBezTo>
                    <a:pt x="0" y="1781"/>
                    <a:pt x="242" y="2213"/>
                    <a:pt x="363" y="2231"/>
                  </a:cubicBezTo>
                  <a:cubicBezTo>
                    <a:pt x="2163" y="2438"/>
                    <a:pt x="3786" y="3667"/>
                    <a:pt x="5640" y="3667"/>
                  </a:cubicBezTo>
                  <a:cubicBezTo>
                    <a:pt x="6100" y="3667"/>
                    <a:pt x="6574" y="3591"/>
                    <a:pt x="7068" y="3406"/>
                  </a:cubicBezTo>
                  <a:cubicBezTo>
                    <a:pt x="7396" y="3281"/>
                    <a:pt x="7767" y="3236"/>
                    <a:pt x="8142" y="3236"/>
                  </a:cubicBezTo>
                  <a:cubicBezTo>
                    <a:pt x="8439" y="3236"/>
                    <a:pt x="8738" y="3264"/>
                    <a:pt x="9021" y="3302"/>
                  </a:cubicBezTo>
                  <a:cubicBezTo>
                    <a:pt x="9277" y="3340"/>
                    <a:pt x="9523" y="3370"/>
                    <a:pt x="9759" y="3370"/>
                  </a:cubicBezTo>
                  <a:cubicBezTo>
                    <a:pt x="10271" y="3370"/>
                    <a:pt x="10728" y="3229"/>
                    <a:pt x="11095" y="2732"/>
                  </a:cubicBezTo>
                  <a:cubicBezTo>
                    <a:pt x="11320" y="2473"/>
                    <a:pt x="11268" y="2075"/>
                    <a:pt x="10991" y="1885"/>
                  </a:cubicBezTo>
                  <a:cubicBezTo>
                    <a:pt x="10479" y="1524"/>
                    <a:pt x="10006" y="1077"/>
                    <a:pt x="9430" y="1077"/>
                  </a:cubicBezTo>
                  <a:cubicBezTo>
                    <a:pt x="9151" y="1077"/>
                    <a:pt x="8847" y="1182"/>
                    <a:pt x="8503" y="1453"/>
                  </a:cubicBezTo>
                  <a:cubicBezTo>
                    <a:pt x="8280" y="1626"/>
                    <a:pt x="7919" y="1737"/>
                    <a:pt x="7612" y="1737"/>
                  </a:cubicBezTo>
                  <a:cubicBezTo>
                    <a:pt x="7277" y="1737"/>
                    <a:pt x="7006" y="1605"/>
                    <a:pt x="7051" y="1280"/>
                  </a:cubicBezTo>
                  <a:cubicBezTo>
                    <a:pt x="7179" y="207"/>
                    <a:pt x="6812" y="0"/>
                    <a:pt x="6214" y="0"/>
                  </a:cubicBezTo>
                  <a:close/>
                </a:path>
              </a:pathLst>
            </a:custGeom>
            <a:solidFill>
              <a:srgbClr val="A5B7C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720" name="Google Shape;7720;p36"/>
            <p:cNvSpPr/>
            <p:nvPr/>
          </p:nvSpPr>
          <p:spPr>
            <a:xfrm>
              <a:off x="3144425" y="1319375"/>
              <a:ext cx="213450" cy="95575"/>
            </a:xfrm>
            <a:custGeom>
              <a:rect b="b" l="l" r="r" t="t"/>
              <a:pathLst>
                <a:path extrusionOk="0" h="3823" w="8538">
                  <a:moveTo>
                    <a:pt x="6155" y="1"/>
                  </a:moveTo>
                  <a:cubicBezTo>
                    <a:pt x="6054" y="1"/>
                    <a:pt x="5950" y="7"/>
                    <a:pt x="5842" y="20"/>
                  </a:cubicBezTo>
                  <a:cubicBezTo>
                    <a:pt x="4846" y="139"/>
                    <a:pt x="3874" y="469"/>
                    <a:pt x="2859" y="469"/>
                  </a:cubicBezTo>
                  <a:cubicBezTo>
                    <a:pt x="2396" y="469"/>
                    <a:pt x="1923" y="400"/>
                    <a:pt x="1435" y="211"/>
                  </a:cubicBezTo>
                  <a:cubicBezTo>
                    <a:pt x="1292" y="150"/>
                    <a:pt x="1133" y="113"/>
                    <a:pt x="974" y="113"/>
                  </a:cubicBezTo>
                  <a:cubicBezTo>
                    <a:pt x="501" y="113"/>
                    <a:pt x="35" y="441"/>
                    <a:pt x="35" y="1438"/>
                  </a:cubicBezTo>
                  <a:cubicBezTo>
                    <a:pt x="1" y="3771"/>
                    <a:pt x="1573" y="3580"/>
                    <a:pt x="3025" y="3822"/>
                  </a:cubicBezTo>
                  <a:cubicBezTo>
                    <a:pt x="4338" y="3753"/>
                    <a:pt x="5617" y="3408"/>
                    <a:pt x="6792" y="2837"/>
                  </a:cubicBezTo>
                  <a:cubicBezTo>
                    <a:pt x="7415" y="2526"/>
                    <a:pt x="8538" y="2474"/>
                    <a:pt x="8192" y="1541"/>
                  </a:cubicBezTo>
                  <a:cubicBezTo>
                    <a:pt x="7892" y="720"/>
                    <a:pt x="7218" y="1"/>
                    <a:pt x="6155" y="1"/>
                  </a:cubicBezTo>
                  <a:close/>
                </a:path>
              </a:pathLst>
            </a:custGeom>
            <a:solidFill>
              <a:srgbClr val="A5B7C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721" name="Google Shape;7721;p36"/>
            <p:cNvSpPr/>
            <p:nvPr/>
          </p:nvSpPr>
          <p:spPr>
            <a:xfrm>
              <a:off x="1453000" y="2509000"/>
              <a:ext cx="263575" cy="113100"/>
            </a:xfrm>
            <a:custGeom>
              <a:rect b="b" l="l" r="r" t="t"/>
              <a:pathLst>
                <a:path extrusionOk="0" h="4524" w="10543">
                  <a:moveTo>
                    <a:pt x="3451" y="1"/>
                  </a:moveTo>
                  <a:cubicBezTo>
                    <a:pt x="2445" y="1"/>
                    <a:pt x="1486" y="228"/>
                    <a:pt x="761" y="702"/>
                  </a:cubicBezTo>
                  <a:cubicBezTo>
                    <a:pt x="398" y="927"/>
                    <a:pt x="1" y="1186"/>
                    <a:pt x="243" y="1687"/>
                  </a:cubicBezTo>
                  <a:cubicBezTo>
                    <a:pt x="390" y="1972"/>
                    <a:pt x="609" y="2083"/>
                    <a:pt x="855" y="2083"/>
                  </a:cubicBezTo>
                  <a:cubicBezTo>
                    <a:pt x="1012" y="2083"/>
                    <a:pt x="1180" y="2038"/>
                    <a:pt x="1349" y="1964"/>
                  </a:cubicBezTo>
                  <a:cubicBezTo>
                    <a:pt x="1677" y="1828"/>
                    <a:pt x="1990" y="1776"/>
                    <a:pt x="2298" y="1776"/>
                  </a:cubicBezTo>
                  <a:cubicBezTo>
                    <a:pt x="2932" y="1776"/>
                    <a:pt x="3543" y="1997"/>
                    <a:pt x="4217" y="2171"/>
                  </a:cubicBezTo>
                  <a:cubicBezTo>
                    <a:pt x="5708" y="2540"/>
                    <a:pt x="6405" y="4523"/>
                    <a:pt x="7868" y="4523"/>
                  </a:cubicBezTo>
                  <a:cubicBezTo>
                    <a:pt x="8118" y="4523"/>
                    <a:pt x="8391" y="4465"/>
                    <a:pt x="8693" y="4332"/>
                  </a:cubicBezTo>
                  <a:cubicBezTo>
                    <a:pt x="8824" y="4337"/>
                    <a:pt x="8947" y="4340"/>
                    <a:pt x="9062" y="4340"/>
                  </a:cubicBezTo>
                  <a:cubicBezTo>
                    <a:pt x="10032" y="4340"/>
                    <a:pt x="10475" y="4144"/>
                    <a:pt x="10491" y="3727"/>
                  </a:cubicBezTo>
                  <a:cubicBezTo>
                    <a:pt x="10542" y="2897"/>
                    <a:pt x="9817" y="2724"/>
                    <a:pt x="9264" y="2517"/>
                  </a:cubicBezTo>
                  <a:cubicBezTo>
                    <a:pt x="8711" y="2292"/>
                    <a:pt x="8209" y="1964"/>
                    <a:pt x="7777" y="1567"/>
                  </a:cubicBezTo>
                  <a:cubicBezTo>
                    <a:pt x="6685" y="547"/>
                    <a:pt x="5011" y="1"/>
                    <a:pt x="3451" y="1"/>
                  </a:cubicBezTo>
                  <a:close/>
                </a:path>
              </a:pathLst>
            </a:custGeom>
            <a:solidFill>
              <a:srgbClr val="A5B7C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722" name="Google Shape;7722;p36"/>
            <p:cNvSpPr/>
            <p:nvPr/>
          </p:nvSpPr>
          <p:spPr>
            <a:xfrm>
              <a:off x="1880725" y="1020350"/>
              <a:ext cx="162025" cy="112025"/>
            </a:xfrm>
            <a:custGeom>
              <a:rect b="b" l="l" r="r" t="t"/>
              <a:pathLst>
                <a:path extrusionOk="0" h="4481" w="6481">
                  <a:moveTo>
                    <a:pt x="4294" y="0"/>
                  </a:moveTo>
                  <a:cubicBezTo>
                    <a:pt x="4062" y="0"/>
                    <a:pt x="3818" y="44"/>
                    <a:pt x="3560" y="144"/>
                  </a:cubicBezTo>
                  <a:cubicBezTo>
                    <a:pt x="3094" y="317"/>
                    <a:pt x="2593" y="541"/>
                    <a:pt x="2886" y="1198"/>
                  </a:cubicBezTo>
                  <a:cubicBezTo>
                    <a:pt x="3042" y="1509"/>
                    <a:pt x="3232" y="1820"/>
                    <a:pt x="3457" y="2114"/>
                  </a:cubicBezTo>
                  <a:cubicBezTo>
                    <a:pt x="3147" y="2260"/>
                    <a:pt x="2851" y="2348"/>
                    <a:pt x="2545" y="2348"/>
                  </a:cubicBezTo>
                  <a:cubicBezTo>
                    <a:pt x="2270" y="2348"/>
                    <a:pt x="1987" y="2277"/>
                    <a:pt x="1677" y="2114"/>
                  </a:cubicBezTo>
                  <a:cubicBezTo>
                    <a:pt x="1531" y="2037"/>
                    <a:pt x="1393" y="2002"/>
                    <a:pt x="1262" y="2002"/>
                  </a:cubicBezTo>
                  <a:cubicBezTo>
                    <a:pt x="867" y="2002"/>
                    <a:pt x="545" y="2320"/>
                    <a:pt x="311" y="2736"/>
                  </a:cubicBezTo>
                  <a:cubicBezTo>
                    <a:pt x="0" y="3289"/>
                    <a:pt x="467" y="3479"/>
                    <a:pt x="813" y="3807"/>
                  </a:cubicBezTo>
                  <a:cubicBezTo>
                    <a:pt x="1327" y="4309"/>
                    <a:pt x="1837" y="4480"/>
                    <a:pt x="2344" y="4480"/>
                  </a:cubicBezTo>
                  <a:cubicBezTo>
                    <a:pt x="3164" y="4480"/>
                    <a:pt x="3976" y="4032"/>
                    <a:pt x="4787" y="3807"/>
                  </a:cubicBezTo>
                  <a:lnTo>
                    <a:pt x="5081" y="3514"/>
                  </a:lnTo>
                  <a:cubicBezTo>
                    <a:pt x="5237" y="2788"/>
                    <a:pt x="5098" y="1924"/>
                    <a:pt x="6204" y="1734"/>
                  </a:cubicBezTo>
                  <a:cubicBezTo>
                    <a:pt x="6464" y="1699"/>
                    <a:pt x="6481" y="1129"/>
                    <a:pt x="6222" y="921"/>
                  </a:cubicBezTo>
                  <a:cubicBezTo>
                    <a:pt x="5644" y="436"/>
                    <a:pt x="5027" y="0"/>
                    <a:pt x="4294" y="0"/>
                  </a:cubicBezTo>
                  <a:close/>
                </a:path>
              </a:pathLst>
            </a:custGeom>
            <a:solidFill>
              <a:srgbClr val="A5B7C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723" name="Google Shape;7723;p36"/>
            <p:cNvSpPr/>
            <p:nvPr/>
          </p:nvSpPr>
          <p:spPr>
            <a:xfrm>
              <a:off x="1688900" y="2603450"/>
              <a:ext cx="165050" cy="73950"/>
            </a:xfrm>
            <a:custGeom>
              <a:rect b="b" l="l" r="r" t="t"/>
              <a:pathLst>
                <a:path extrusionOk="0" h="2958" w="6602">
                  <a:moveTo>
                    <a:pt x="2842" y="0"/>
                  </a:moveTo>
                  <a:cubicBezTo>
                    <a:pt x="2588" y="0"/>
                    <a:pt x="2332" y="28"/>
                    <a:pt x="2074" y="87"/>
                  </a:cubicBezTo>
                  <a:cubicBezTo>
                    <a:pt x="1452" y="225"/>
                    <a:pt x="1055" y="1331"/>
                    <a:pt x="225" y="1694"/>
                  </a:cubicBezTo>
                  <a:cubicBezTo>
                    <a:pt x="0" y="1798"/>
                    <a:pt x="277" y="2247"/>
                    <a:pt x="536" y="2454"/>
                  </a:cubicBezTo>
                  <a:cubicBezTo>
                    <a:pt x="957" y="2789"/>
                    <a:pt x="2162" y="2958"/>
                    <a:pt x="3373" y="2958"/>
                  </a:cubicBezTo>
                  <a:cubicBezTo>
                    <a:pt x="4599" y="2958"/>
                    <a:pt x="5830" y="2785"/>
                    <a:pt x="6256" y="2437"/>
                  </a:cubicBezTo>
                  <a:cubicBezTo>
                    <a:pt x="6395" y="2282"/>
                    <a:pt x="6515" y="2109"/>
                    <a:pt x="6602" y="1919"/>
                  </a:cubicBezTo>
                  <a:cubicBezTo>
                    <a:pt x="6481" y="1711"/>
                    <a:pt x="6429" y="1469"/>
                    <a:pt x="6291" y="1366"/>
                  </a:cubicBezTo>
                  <a:cubicBezTo>
                    <a:pt x="5231" y="636"/>
                    <a:pt x="4065" y="0"/>
                    <a:pt x="2842" y="0"/>
                  </a:cubicBezTo>
                  <a:close/>
                </a:path>
              </a:pathLst>
            </a:custGeom>
            <a:solidFill>
              <a:srgbClr val="A5B7C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724" name="Google Shape;7724;p36"/>
            <p:cNvSpPr/>
            <p:nvPr/>
          </p:nvSpPr>
          <p:spPr>
            <a:xfrm>
              <a:off x="1922200" y="1344925"/>
              <a:ext cx="129625" cy="64525"/>
            </a:xfrm>
            <a:custGeom>
              <a:rect b="b" l="l" r="r" t="t"/>
              <a:pathLst>
                <a:path extrusionOk="0" h="2581" w="5185">
                  <a:moveTo>
                    <a:pt x="1901" y="1"/>
                  </a:moveTo>
                  <a:lnTo>
                    <a:pt x="1227" y="467"/>
                  </a:lnTo>
                  <a:cubicBezTo>
                    <a:pt x="934" y="1020"/>
                    <a:pt x="0" y="1383"/>
                    <a:pt x="415" y="2144"/>
                  </a:cubicBezTo>
                  <a:cubicBezTo>
                    <a:pt x="602" y="2475"/>
                    <a:pt x="838" y="2581"/>
                    <a:pt x="1096" y="2581"/>
                  </a:cubicBezTo>
                  <a:cubicBezTo>
                    <a:pt x="1482" y="2581"/>
                    <a:pt x="1915" y="2344"/>
                    <a:pt x="2299" y="2282"/>
                  </a:cubicBezTo>
                  <a:cubicBezTo>
                    <a:pt x="2552" y="2236"/>
                    <a:pt x="2806" y="2213"/>
                    <a:pt x="3064" y="2213"/>
                  </a:cubicBezTo>
                  <a:cubicBezTo>
                    <a:pt x="3194" y="2213"/>
                    <a:pt x="3324" y="2219"/>
                    <a:pt x="3457" y="2230"/>
                  </a:cubicBezTo>
                  <a:cubicBezTo>
                    <a:pt x="3730" y="2245"/>
                    <a:pt x="4039" y="2324"/>
                    <a:pt x="4314" y="2324"/>
                  </a:cubicBezTo>
                  <a:cubicBezTo>
                    <a:pt x="4665" y="2324"/>
                    <a:pt x="4959" y="2195"/>
                    <a:pt x="5047" y="1643"/>
                  </a:cubicBezTo>
                  <a:cubicBezTo>
                    <a:pt x="5185" y="744"/>
                    <a:pt x="4563" y="277"/>
                    <a:pt x="3768" y="122"/>
                  </a:cubicBezTo>
                  <a:cubicBezTo>
                    <a:pt x="3146" y="35"/>
                    <a:pt x="2523" y="1"/>
                    <a:pt x="1901" y="1"/>
                  </a:cubicBezTo>
                  <a:close/>
                </a:path>
              </a:pathLst>
            </a:custGeom>
            <a:solidFill>
              <a:srgbClr val="A5B7C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725" name="Google Shape;7725;p36"/>
            <p:cNvSpPr/>
            <p:nvPr/>
          </p:nvSpPr>
          <p:spPr>
            <a:xfrm>
              <a:off x="1787825" y="1030550"/>
              <a:ext cx="94250" cy="44825"/>
            </a:xfrm>
            <a:custGeom>
              <a:rect b="b" l="l" r="r" t="t"/>
              <a:pathLst>
                <a:path extrusionOk="0" h="1793" w="3770">
                  <a:moveTo>
                    <a:pt x="2929" y="0"/>
                  </a:moveTo>
                  <a:cubicBezTo>
                    <a:pt x="2800" y="0"/>
                    <a:pt x="2676" y="17"/>
                    <a:pt x="2576" y="47"/>
                  </a:cubicBezTo>
                  <a:cubicBezTo>
                    <a:pt x="2412" y="93"/>
                    <a:pt x="2229" y="105"/>
                    <a:pt x="2039" y="105"/>
                  </a:cubicBezTo>
                  <a:cubicBezTo>
                    <a:pt x="1817" y="105"/>
                    <a:pt x="1584" y="88"/>
                    <a:pt x="1360" y="88"/>
                  </a:cubicBezTo>
                  <a:cubicBezTo>
                    <a:pt x="763" y="88"/>
                    <a:pt x="227" y="208"/>
                    <a:pt x="105" y="1084"/>
                  </a:cubicBezTo>
                  <a:cubicBezTo>
                    <a:pt x="1" y="1792"/>
                    <a:pt x="865" y="1688"/>
                    <a:pt x="1504" y="1740"/>
                  </a:cubicBezTo>
                  <a:cubicBezTo>
                    <a:pt x="2265" y="1568"/>
                    <a:pt x="3405" y="1792"/>
                    <a:pt x="3665" y="652"/>
                  </a:cubicBezTo>
                  <a:cubicBezTo>
                    <a:pt x="3769" y="167"/>
                    <a:pt x="3329" y="0"/>
                    <a:pt x="2929" y="0"/>
                  </a:cubicBezTo>
                  <a:close/>
                </a:path>
              </a:pathLst>
            </a:custGeom>
            <a:solidFill>
              <a:srgbClr val="A5B7C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726" name="Google Shape;7726;p36"/>
            <p:cNvSpPr/>
            <p:nvPr/>
          </p:nvSpPr>
          <p:spPr>
            <a:xfrm>
              <a:off x="1870350" y="2639275"/>
              <a:ext cx="59225" cy="44325"/>
            </a:xfrm>
            <a:custGeom>
              <a:rect b="b" l="l" r="r" t="t"/>
              <a:pathLst>
                <a:path extrusionOk="0" h="1773" w="2369">
                  <a:moveTo>
                    <a:pt x="922" y="1"/>
                  </a:moveTo>
                  <a:cubicBezTo>
                    <a:pt x="435" y="1"/>
                    <a:pt x="1" y="156"/>
                    <a:pt x="1" y="762"/>
                  </a:cubicBezTo>
                  <a:cubicBezTo>
                    <a:pt x="1" y="1414"/>
                    <a:pt x="337" y="1773"/>
                    <a:pt x="982" y="1773"/>
                  </a:cubicBezTo>
                  <a:cubicBezTo>
                    <a:pt x="1038" y="1773"/>
                    <a:pt x="1097" y="1770"/>
                    <a:pt x="1158" y="1765"/>
                  </a:cubicBezTo>
                  <a:cubicBezTo>
                    <a:pt x="1711" y="1730"/>
                    <a:pt x="2368" y="1678"/>
                    <a:pt x="2299" y="901"/>
                  </a:cubicBezTo>
                  <a:cubicBezTo>
                    <a:pt x="2264" y="175"/>
                    <a:pt x="1642" y="2"/>
                    <a:pt x="1003" y="2"/>
                  </a:cubicBezTo>
                  <a:cubicBezTo>
                    <a:pt x="976" y="1"/>
                    <a:pt x="949" y="1"/>
                    <a:pt x="922" y="1"/>
                  </a:cubicBezTo>
                  <a:close/>
                </a:path>
              </a:pathLst>
            </a:custGeom>
            <a:solidFill>
              <a:srgbClr val="A5B7C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727" name="Google Shape;7727;p36"/>
            <p:cNvSpPr/>
            <p:nvPr/>
          </p:nvSpPr>
          <p:spPr>
            <a:xfrm>
              <a:off x="2264800" y="4630125"/>
              <a:ext cx="62675" cy="39225"/>
            </a:xfrm>
            <a:custGeom>
              <a:rect b="b" l="l" r="r" t="t"/>
              <a:pathLst>
                <a:path extrusionOk="0" h="1569" w="2507">
                  <a:moveTo>
                    <a:pt x="1176" y="52"/>
                  </a:moveTo>
                  <a:cubicBezTo>
                    <a:pt x="675" y="87"/>
                    <a:pt x="1" y="1"/>
                    <a:pt x="1" y="813"/>
                  </a:cubicBezTo>
                  <a:cubicBezTo>
                    <a:pt x="1" y="1241"/>
                    <a:pt x="341" y="1568"/>
                    <a:pt x="742" y="1568"/>
                  </a:cubicBezTo>
                  <a:cubicBezTo>
                    <a:pt x="811" y="1568"/>
                    <a:pt x="881" y="1559"/>
                    <a:pt x="951" y="1539"/>
                  </a:cubicBezTo>
                  <a:cubicBezTo>
                    <a:pt x="1077" y="1515"/>
                    <a:pt x="1221" y="1513"/>
                    <a:pt x="1369" y="1513"/>
                  </a:cubicBezTo>
                  <a:cubicBezTo>
                    <a:pt x="1403" y="1513"/>
                    <a:pt x="1437" y="1513"/>
                    <a:pt x="1471" y="1513"/>
                  </a:cubicBezTo>
                  <a:cubicBezTo>
                    <a:pt x="1947" y="1513"/>
                    <a:pt x="2434" y="1491"/>
                    <a:pt x="2472" y="830"/>
                  </a:cubicBezTo>
                  <a:cubicBezTo>
                    <a:pt x="2506" y="52"/>
                    <a:pt x="1781" y="87"/>
                    <a:pt x="1176" y="52"/>
                  </a:cubicBezTo>
                  <a:close/>
                </a:path>
              </a:pathLst>
            </a:custGeom>
            <a:solidFill>
              <a:srgbClr val="A5B7C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728" name="Google Shape;7728;p36"/>
            <p:cNvSpPr/>
            <p:nvPr/>
          </p:nvSpPr>
          <p:spPr>
            <a:xfrm>
              <a:off x="1604225" y="2645350"/>
              <a:ext cx="56175" cy="38275"/>
            </a:xfrm>
            <a:custGeom>
              <a:rect b="b" l="l" r="r" t="t"/>
              <a:pathLst>
                <a:path extrusionOk="0" h="1531" w="2247">
                  <a:moveTo>
                    <a:pt x="1003" y="1"/>
                  </a:moveTo>
                  <a:cubicBezTo>
                    <a:pt x="536" y="35"/>
                    <a:pt x="0" y="1"/>
                    <a:pt x="17" y="554"/>
                  </a:cubicBezTo>
                  <a:cubicBezTo>
                    <a:pt x="17" y="1297"/>
                    <a:pt x="640" y="1452"/>
                    <a:pt x="1262" y="1522"/>
                  </a:cubicBezTo>
                  <a:cubicBezTo>
                    <a:pt x="1319" y="1528"/>
                    <a:pt x="1377" y="1531"/>
                    <a:pt x="1434" y="1531"/>
                  </a:cubicBezTo>
                  <a:cubicBezTo>
                    <a:pt x="1857" y="1531"/>
                    <a:pt x="2247" y="1352"/>
                    <a:pt x="2247" y="865"/>
                  </a:cubicBezTo>
                  <a:cubicBezTo>
                    <a:pt x="2247" y="18"/>
                    <a:pt x="1504" y="139"/>
                    <a:pt x="1003" y="1"/>
                  </a:cubicBezTo>
                  <a:close/>
                </a:path>
              </a:pathLst>
            </a:custGeom>
            <a:solidFill>
              <a:srgbClr val="A5B7C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729" name="Google Shape;7729;p36"/>
            <p:cNvSpPr/>
            <p:nvPr/>
          </p:nvSpPr>
          <p:spPr>
            <a:xfrm>
              <a:off x="7045475" y="3384250"/>
              <a:ext cx="47375" cy="53550"/>
            </a:xfrm>
            <a:custGeom>
              <a:rect b="b" l="l" r="r" t="t"/>
              <a:pathLst>
                <a:path extrusionOk="0" h="2142" w="1895">
                  <a:moveTo>
                    <a:pt x="416" y="1"/>
                  </a:moveTo>
                  <a:cubicBezTo>
                    <a:pt x="93" y="1"/>
                    <a:pt x="0" y="338"/>
                    <a:pt x="63" y="618"/>
                  </a:cubicBezTo>
                  <a:cubicBezTo>
                    <a:pt x="201" y="1292"/>
                    <a:pt x="339" y="2035"/>
                    <a:pt x="1203" y="2139"/>
                  </a:cubicBezTo>
                  <a:cubicBezTo>
                    <a:pt x="1224" y="2141"/>
                    <a:pt x="1245" y="2142"/>
                    <a:pt x="1265" y="2142"/>
                  </a:cubicBezTo>
                  <a:cubicBezTo>
                    <a:pt x="1645" y="2142"/>
                    <a:pt x="1895" y="1835"/>
                    <a:pt x="1895" y="1327"/>
                  </a:cubicBezTo>
                  <a:cubicBezTo>
                    <a:pt x="1670" y="705"/>
                    <a:pt x="1273" y="169"/>
                    <a:pt x="529" y="13"/>
                  </a:cubicBezTo>
                  <a:cubicBezTo>
                    <a:pt x="489" y="5"/>
                    <a:pt x="451" y="1"/>
                    <a:pt x="416" y="1"/>
                  </a:cubicBezTo>
                  <a:close/>
                </a:path>
              </a:pathLst>
            </a:custGeom>
            <a:solidFill>
              <a:srgbClr val="A5B7C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730" name="Google Shape;7730;p36"/>
            <p:cNvSpPr/>
            <p:nvPr/>
          </p:nvSpPr>
          <p:spPr>
            <a:xfrm>
              <a:off x="4291500" y="1250400"/>
              <a:ext cx="54900" cy="37900"/>
            </a:xfrm>
            <a:custGeom>
              <a:rect b="b" l="l" r="r" t="t"/>
              <a:pathLst>
                <a:path extrusionOk="0" h="1516" w="2196">
                  <a:moveTo>
                    <a:pt x="1013" y="0"/>
                  </a:moveTo>
                  <a:cubicBezTo>
                    <a:pt x="676" y="0"/>
                    <a:pt x="369" y="181"/>
                    <a:pt x="190" y="464"/>
                  </a:cubicBezTo>
                  <a:cubicBezTo>
                    <a:pt x="0" y="706"/>
                    <a:pt x="35" y="1034"/>
                    <a:pt x="259" y="1224"/>
                  </a:cubicBezTo>
                  <a:cubicBezTo>
                    <a:pt x="466" y="1444"/>
                    <a:pt x="678" y="1515"/>
                    <a:pt x="892" y="1515"/>
                  </a:cubicBezTo>
                  <a:cubicBezTo>
                    <a:pt x="1233" y="1515"/>
                    <a:pt x="1579" y="1336"/>
                    <a:pt x="1919" y="1293"/>
                  </a:cubicBezTo>
                  <a:cubicBezTo>
                    <a:pt x="2195" y="567"/>
                    <a:pt x="1901" y="153"/>
                    <a:pt x="1175" y="14"/>
                  </a:cubicBezTo>
                  <a:cubicBezTo>
                    <a:pt x="1121" y="5"/>
                    <a:pt x="1066" y="0"/>
                    <a:pt x="1013" y="0"/>
                  </a:cubicBezTo>
                  <a:close/>
                </a:path>
              </a:pathLst>
            </a:custGeom>
            <a:solidFill>
              <a:srgbClr val="A5B7C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731" name="Google Shape;7731;p36"/>
            <p:cNvSpPr/>
            <p:nvPr/>
          </p:nvSpPr>
          <p:spPr>
            <a:xfrm>
              <a:off x="6323375" y="3314875"/>
              <a:ext cx="50125" cy="37325"/>
            </a:xfrm>
            <a:custGeom>
              <a:rect b="b" l="l" r="r" t="t"/>
              <a:pathLst>
                <a:path extrusionOk="0" h="1493" w="2005">
                  <a:moveTo>
                    <a:pt x="754" y="1"/>
                  </a:moveTo>
                  <a:cubicBezTo>
                    <a:pt x="409" y="1"/>
                    <a:pt x="93" y="129"/>
                    <a:pt x="52" y="542"/>
                  </a:cubicBezTo>
                  <a:cubicBezTo>
                    <a:pt x="0" y="1198"/>
                    <a:pt x="536" y="1371"/>
                    <a:pt x="1106" y="1492"/>
                  </a:cubicBezTo>
                  <a:cubicBezTo>
                    <a:pt x="1504" y="1475"/>
                    <a:pt x="1988" y="1440"/>
                    <a:pt x="1988" y="905"/>
                  </a:cubicBezTo>
                  <a:cubicBezTo>
                    <a:pt x="2005" y="317"/>
                    <a:pt x="1504" y="110"/>
                    <a:pt x="1020" y="23"/>
                  </a:cubicBezTo>
                  <a:cubicBezTo>
                    <a:pt x="932" y="9"/>
                    <a:pt x="842" y="1"/>
                    <a:pt x="754" y="1"/>
                  </a:cubicBezTo>
                  <a:close/>
                </a:path>
              </a:pathLst>
            </a:custGeom>
            <a:solidFill>
              <a:srgbClr val="A5B7C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732" name="Google Shape;7732;p36"/>
            <p:cNvSpPr/>
            <p:nvPr/>
          </p:nvSpPr>
          <p:spPr>
            <a:xfrm>
              <a:off x="6680225" y="1890750"/>
              <a:ext cx="46075" cy="42200"/>
            </a:xfrm>
            <a:custGeom>
              <a:rect b="b" l="l" r="r" t="t"/>
              <a:pathLst>
                <a:path extrusionOk="0" h="1688" w="1843">
                  <a:moveTo>
                    <a:pt x="1376" y="1"/>
                  </a:moveTo>
                  <a:cubicBezTo>
                    <a:pt x="1345" y="1"/>
                    <a:pt x="1312" y="4"/>
                    <a:pt x="1280" y="11"/>
                  </a:cubicBezTo>
                  <a:cubicBezTo>
                    <a:pt x="675" y="29"/>
                    <a:pt x="156" y="478"/>
                    <a:pt x="70" y="1083"/>
                  </a:cubicBezTo>
                  <a:cubicBezTo>
                    <a:pt x="1" y="1446"/>
                    <a:pt x="208" y="1670"/>
                    <a:pt x="675" y="1688"/>
                  </a:cubicBezTo>
                  <a:cubicBezTo>
                    <a:pt x="1193" y="1480"/>
                    <a:pt x="1643" y="1135"/>
                    <a:pt x="1781" y="513"/>
                  </a:cubicBezTo>
                  <a:cubicBezTo>
                    <a:pt x="1843" y="250"/>
                    <a:pt x="1642" y="1"/>
                    <a:pt x="1376" y="1"/>
                  </a:cubicBezTo>
                  <a:close/>
                </a:path>
              </a:pathLst>
            </a:custGeom>
            <a:solidFill>
              <a:srgbClr val="A5B7C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733" name="Google Shape;7733;p36"/>
            <p:cNvSpPr/>
            <p:nvPr/>
          </p:nvSpPr>
          <p:spPr>
            <a:xfrm>
              <a:off x="3550975" y="1955400"/>
              <a:ext cx="53600" cy="126175"/>
            </a:xfrm>
            <a:custGeom>
              <a:rect b="b" l="l" r="r" t="t"/>
              <a:pathLst>
                <a:path extrusionOk="0" h="5047" w="2144">
                  <a:moveTo>
                    <a:pt x="1297" y="0"/>
                  </a:moveTo>
                  <a:cubicBezTo>
                    <a:pt x="778" y="0"/>
                    <a:pt x="260" y="363"/>
                    <a:pt x="364" y="795"/>
                  </a:cubicBezTo>
                  <a:cubicBezTo>
                    <a:pt x="640" y="1850"/>
                    <a:pt x="122" y="2731"/>
                    <a:pt x="1" y="3491"/>
                  </a:cubicBezTo>
                  <a:cubicBezTo>
                    <a:pt x="70" y="4338"/>
                    <a:pt x="1" y="5047"/>
                    <a:pt x="951" y="5047"/>
                  </a:cubicBezTo>
                  <a:cubicBezTo>
                    <a:pt x="1781" y="5047"/>
                    <a:pt x="1971" y="4476"/>
                    <a:pt x="2040" y="3785"/>
                  </a:cubicBezTo>
                  <a:cubicBezTo>
                    <a:pt x="2144" y="2748"/>
                    <a:pt x="1642" y="1746"/>
                    <a:pt x="1936" y="692"/>
                  </a:cubicBezTo>
                  <a:cubicBezTo>
                    <a:pt x="2023" y="381"/>
                    <a:pt x="1712" y="0"/>
                    <a:pt x="1297" y="0"/>
                  </a:cubicBezTo>
                  <a:close/>
                </a:path>
              </a:pathLst>
            </a:custGeom>
            <a:solidFill>
              <a:srgbClr val="A5B7C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734" name="Google Shape;7734;p36"/>
            <p:cNvSpPr/>
            <p:nvPr/>
          </p:nvSpPr>
          <p:spPr>
            <a:xfrm>
              <a:off x="3910000" y="2161475"/>
              <a:ext cx="93775" cy="45400"/>
            </a:xfrm>
            <a:custGeom>
              <a:rect b="b" l="l" r="r" t="t"/>
              <a:pathLst>
                <a:path extrusionOk="0" h="1816" w="3751">
                  <a:moveTo>
                    <a:pt x="1383" y="1"/>
                  </a:moveTo>
                  <a:cubicBezTo>
                    <a:pt x="778" y="87"/>
                    <a:pt x="1" y="18"/>
                    <a:pt x="122" y="640"/>
                  </a:cubicBezTo>
                  <a:cubicBezTo>
                    <a:pt x="329" y="1625"/>
                    <a:pt x="1297" y="1815"/>
                    <a:pt x="2195" y="1815"/>
                  </a:cubicBezTo>
                  <a:cubicBezTo>
                    <a:pt x="2835" y="1815"/>
                    <a:pt x="3751" y="1712"/>
                    <a:pt x="3613" y="951"/>
                  </a:cubicBezTo>
                  <a:cubicBezTo>
                    <a:pt x="3466" y="240"/>
                    <a:pt x="2970" y="188"/>
                    <a:pt x="2455" y="188"/>
                  </a:cubicBezTo>
                  <a:cubicBezTo>
                    <a:pt x="2366" y="188"/>
                    <a:pt x="2276" y="189"/>
                    <a:pt x="2187" y="189"/>
                  </a:cubicBezTo>
                  <a:cubicBezTo>
                    <a:pt x="1880" y="189"/>
                    <a:pt x="1588" y="170"/>
                    <a:pt x="1383" y="1"/>
                  </a:cubicBezTo>
                  <a:close/>
                </a:path>
              </a:pathLst>
            </a:custGeom>
            <a:solidFill>
              <a:srgbClr val="A5B7C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735" name="Google Shape;7735;p36"/>
            <p:cNvSpPr/>
            <p:nvPr/>
          </p:nvSpPr>
          <p:spPr>
            <a:xfrm>
              <a:off x="4125600" y="2173875"/>
              <a:ext cx="50575" cy="37600"/>
            </a:xfrm>
            <a:custGeom>
              <a:rect b="b" l="l" r="r" t="t"/>
              <a:pathLst>
                <a:path extrusionOk="0" h="1504" w="2023">
                  <a:moveTo>
                    <a:pt x="1294" y="1"/>
                  </a:moveTo>
                  <a:cubicBezTo>
                    <a:pt x="1249" y="1"/>
                    <a:pt x="1204" y="3"/>
                    <a:pt x="1158" y="6"/>
                  </a:cubicBezTo>
                  <a:cubicBezTo>
                    <a:pt x="691" y="144"/>
                    <a:pt x="0" y="109"/>
                    <a:pt x="17" y="904"/>
                  </a:cubicBezTo>
                  <a:cubicBezTo>
                    <a:pt x="17" y="1352"/>
                    <a:pt x="364" y="1503"/>
                    <a:pt x="748" y="1503"/>
                  </a:cubicBezTo>
                  <a:cubicBezTo>
                    <a:pt x="809" y="1503"/>
                    <a:pt x="872" y="1499"/>
                    <a:pt x="933" y="1492"/>
                  </a:cubicBezTo>
                  <a:cubicBezTo>
                    <a:pt x="1486" y="1440"/>
                    <a:pt x="2022" y="1233"/>
                    <a:pt x="2022" y="593"/>
                  </a:cubicBezTo>
                  <a:cubicBezTo>
                    <a:pt x="2022" y="156"/>
                    <a:pt x="1711" y="1"/>
                    <a:pt x="1294" y="1"/>
                  </a:cubicBezTo>
                  <a:close/>
                </a:path>
              </a:pathLst>
            </a:custGeom>
            <a:solidFill>
              <a:srgbClr val="A5B7C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736" name="Google Shape;7736;p36"/>
            <p:cNvSpPr/>
            <p:nvPr/>
          </p:nvSpPr>
          <p:spPr>
            <a:xfrm>
              <a:off x="3415775" y="2038325"/>
              <a:ext cx="44925" cy="38175"/>
            </a:xfrm>
            <a:custGeom>
              <a:rect b="b" l="l" r="r" t="t"/>
              <a:pathLst>
                <a:path extrusionOk="0" h="1527" w="1797">
                  <a:moveTo>
                    <a:pt x="812" y="0"/>
                  </a:moveTo>
                  <a:cubicBezTo>
                    <a:pt x="383" y="0"/>
                    <a:pt x="1" y="211"/>
                    <a:pt x="34" y="710"/>
                  </a:cubicBezTo>
                  <a:cubicBezTo>
                    <a:pt x="34" y="1164"/>
                    <a:pt x="400" y="1527"/>
                    <a:pt x="845" y="1527"/>
                  </a:cubicBezTo>
                  <a:cubicBezTo>
                    <a:pt x="874" y="1527"/>
                    <a:pt x="903" y="1525"/>
                    <a:pt x="933" y="1522"/>
                  </a:cubicBezTo>
                  <a:cubicBezTo>
                    <a:pt x="1382" y="1522"/>
                    <a:pt x="1745" y="1315"/>
                    <a:pt x="1797" y="796"/>
                  </a:cubicBezTo>
                  <a:cubicBezTo>
                    <a:pt x="1745" y="226"/>
                    <a:pt x="1330" y="19"/>
                    <a:pt x="864" y="1"/>
                  </a:cubicBezTo>
                  <a:cubicBezTo>
                    <a:pt x="847" y="1"/>
                    <a:pt x="829" y="0"/>
                    <a:pt x="812" y="0"/>
                  </a:cubicBezTo>
                  <a:close/>
                </a:path>
              </a:pathLst>
            </a:custGeom>
            <a:solidFill>
              <a:srgbClr val="A5B7C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7737" name="Google Shape;7737;p36"/>
          <p:cNvGrpSpPr/>
          <p:nvPr/>
        </p:nvGrpSpPr>
        <p:grpSpPr>
          <a:xfrm>
            <a:off x="7648472" y="3039750"/>
            <a:ext cx="104231" cy="320340"/>
            <a:chOff x="7564426" y="3224343"/>
            <a:chExt cx="119985" cy="368801"/>
          </a:xfrm>
        </p:grpSpPr>
        <p:sp>
          <p:nvSpPr>
            <p:cNvPr id="7738" name="Google Shape;7738;p36"/>
            <p:cNvSpPr/>
            <p:nvPr/>
          </p:nvSpPr>
          <p:spPr>
            <a:xfrm>
              <a:off x="7564426" y="3224379"/>
              <a:ext cx="119985" cy="368765"/>
            </a:xfrm>
            <a:custGeom>
              <a:rect b="b" l="l" r="r" t="t"/>
              <a:pathLst>
                <a:path extrusionOk="0" h="40557" w="13196">
                  <a:moveTo>
                    <a:pt x="2529" y="1"/>
                  </a:moveTo>
                  <a:lnTo>
                    <a:pt x="2547" y="1348"/>
                  </a:lnTo>
                  <a:lnTo>
                    <a:pt x="10244" y="1459"/>
                  </a:lnTo>
                  <a:lnTo>
                    <a:pt x="10227" y="108"/>
                  </a:lnTo>
                  <a:lnTo>
                    <a:pt x="2529" y="1"/>
                  </a:lnTo>
                  <a:close/>
                  <a:moveTo>
                    <a:pt x="3107" y="1850"/>
                  </a:moveTo>
                  <a:lnTo>
                    <a:pt x="556" y="15262"/>
                  </a:lnTo>
                  <a:lnTo>
                    <a:pt x="12617" y="15439"/>
                  </a:lnTo>
                  <a:lnTo>
                    <a:pt x="9489" y="1872"/>
                  </a:lnTo>
                  <a:lnTo>
                    <a:pt x="3107" y="1850"/>
                  </a:lnTo>
                  <a:close/>
                  <a:moveTo>
                    <a:pt x="1" y="15688"/>
                  </a:moveTo>
                  <a:lnTo>
                    <a:pt x="23" y="17035"/>
                  </a:lnTo>
                  <a:lnTo>
                    <a:pt x="13195" y="17226"/>
                  </a:lnTo>
                  <a:lnTo>
                    <a:pt x="13177" y="15879"/>
                  </a:lnTo>
                  <a:lnTo>
                    <a:pt x="1" y="15688"/>
                  </a:lnTo>
                  <a:close/>
                  <a:moveTo>
                    <a:pt x="4658" y="17528"/>
                  </a:moveTo>
                  <a:lnTo>
                    <a:pt x="4658" y="17528"/>
                  </a:lnTo>
                  <a:cubicBezTo>
                    <a:pt x="4685" y="21359"/>
                    <a:pt x="6027" y="32838"/>
                    <a:pt x="6902" y="40557"/>
                  </a:cubicBezTo>
                  <a:cubicBezTo>
                    <a:pt x="6902" y="40557"/>
                    <a:pt x="8813" y="21274"/>
                    <a:pt x="8560" y="17586"/>
                  </a:cubicBezTo>
                  <a:lnTo>
                    <a:pt x="4658" y="17528"/>
                  </a:ln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739" name="Google Shape;7739;p36"/>
            <p:cNvSpPr/>
            <p:nvPr/>
          </p:nvSpPr>
          <p:spPr>
            <a:xfrm>
              <a:off x="7564426" y="3224343"/>
              <a:ext cx="119985" cy="368801"/>
            </a:xfrm>
            <a:custGeom>
              <a:rect b="b" l="l" r="r" t="t"/>
              <a:pathLst>
                <a:path extrusionOk="0" h="40561" w="13196">
                  <a:moveTo>
                    <a:pt x="2529" y="1"/>
                  </a:moveTo>
                  <a:lnTo>
                    <a:pt x="2529" y="5"/>
                  </a:lnTo>
                  <a:lnTo>
                    <a:pt x="2547" y="1352"/>
                  </a:lnTo>
                  <a:lnTo>
                    <a:pt x="10244" y="1463"/>
                  </a:lnTo>
                  <a:lnTo>
                    <a:pt x="10227" y="112"/>
                  </a:lnTo>
                  <a:lnTo>
                    <a:pt x="2529" y="1"/>
                  </a:lnTo>
                  <a:close/>
                  <a:moveTo>
                    <a:pt x="3107" y="1854"/>
                  </a:moveTo>
                  <a:lnTo>
                    <a:pt x="556" y="15266"/>
                  </a:lnTo>
                  <a:lnTo>
                    <a:pt x="12617" y="15443"/>
                  </a:lnTo>
                  <a:lnTo>
                    <a:pt x="9489" y="1876"/>
                  </a:lnTo>
                  <a:lnTo>
                    <a:pt x="3107" y="1854"/>
                  </a:lnTo>
                  <a:close/>
                  <a:moveTo>
                    <a:pt x="1" y="15692"/>
                  </a:moveTo>
                  <a:lnTo>
                    <a:pt x="23" y="17039"/>
                  </a:lnTo>
                  <a:lnTo>
                    <a:pt x="13195" y="17230"/>
                  </a:lnTo>
                  <a:lnTo>
                    <a:pt x="13177" y="15883"/>
                  </a:lnTo>
                  <a:lnTo>
                    <a:pt x="1" y="15692"/>
                  </a:lnTo>
                  <a:close/>
                  <a:moveTo>
                    <a:pt x="4658" y="17532"/>
                  </a:moveTo>
                  <a:lnTo>
                    <a:pt x="4658" y="17532"/>
                  </a:lnTo>
                  <a:cubicBezTo>
                    <a:pt x="4685" y="21363"/>
                    <a:pt x="6027" y="32842"/>
                    <a:pt x="6902" y="40561"/>
                  </a:cubicBezTo>
                  <a:cubicBezTo>
                    <a:pt x="6902" y="40561"/>
                    <a:pt x="8813" y="21278"/>
                    <a:pt x="8560" y="17590"/>
                  </a:cubicBezTo>
                  <a:lnTo>
                    <a:pt x="4658" y="17532"/>
                  </a:ln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7740" name="Google Shape;7740;p36"/>
          <p:cNvGrpSpPr/>
          <p:nvPr/>
        </p:nvGrpSpPr>
        <p:grpSpPr>
          <a:xfrm>
            <a:off x="7347961" y="3033852"/>
            <a:ext cx="189489" cy="332132"/>
            <a:chOff x="8370831" y="3202002"/>
            <a:chExt cx="218129" cy="382376"/>
          </a:xfrm>
        </p:grpSpPr>
        <p:sp>
          <p:nvSpPr>
            <p:cNvPr id="7741" name="Google Shape;7741;p36"/>
            <p:cNvSpPr/>
            <p:nvPr/>
          </p:nvSpPr>
          <p:spPr>
            <a:xfrm>
              <a:off x="8370831" y="3202002"/>
              <a:ext cx="218129" cy="382376"/>
            </a:xfrm>
            <a:custGeom>
              <a:rect b="b" l="l" r="r" t="t"/>
              <a:pathLst>
                <a:path extrusionOk="0" h="42054" w="23990">
                  <a:moveTo>
                    <a:pt x="11991" y="0"/>
                  </a:moveTo>
                  <a:cubicBezTo>
                    <a:pt x="11992" y="0"/>
                    <a:pt x="11992" y="0"/>
                    <a:pt x="11993" y="0"/>
                  </a:cubicBezTo>
                  <a:lnTo>
                    <a:pt x="11993" y="0"/>
                  </a:lnTo>
                  <a:cubicBezTo>
                    <a:pt x="11994" y="0"/>
                    <a:pt x="11995" y="0"/>
                    <a:pt x="11995" y="0"/>
                  </a:cubicBezTo>
                  <a:close/>
                  <a:moveTo>
                    <a:pt x="11993" y="0"/>
                  </a:moveTo>
                  <a:cubicBezTo>
                    <a:pt x="5373" y="1"/>
                    <a:pt x="1" y="4974"/>
                    <a:pt x="1" y="11110"/>
                  </a:cubicBezTo>
                  <a:cubicBezTo>
                    <a:pt x="1" y="14754"/>
                    <a:pt x="1894" y="17985"/>
                    <a:pt x="4823" y="20011"/>
                  </a:cubicBezTo>
                  <a:lnTo>
                    <a:pt x="12062" y="42054"/>
                  </a:lnTo>
                  <a:lnTo>
                    <a:pt x="18950" y="20154"/>
                  </a:lnTo>
                  <a:cubicBezTo>
                    <a:pt x="21999" y="18136"/>
                    <a:pt x="23990" y="14843"/>
                    <a:pt x="23990" y="11110"/>
                  </a:cubicBezTo>
                  <a:cubicBezTo>
                    <a:pt x="23990" y="4978"/>
                    <a:pt x="18618" y="1"/>
                    <a:pt x="11993" y="0"/>
                  </a:cubicBezTo>
                  <a:close/>
                </a:path>
              </a:pathLst>
            </a:custGeom>
            <a:solidFill>
              <a:srgbClr val="92A9B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742" name="Google Shape;7742;p36"/>
            <p:cNvSpPr/>
            <p:nvPr/>
          </p:nvSpPr>
          <p:spPr>
            <a:xfrm>
              <a:off x="8397745" y="3226607"/>
              <a:ext cx="164347" cy="152181"/>
            </a:xfrm>
            <a:custGeom>
              <a:rect b="b" l="l" r="r" t="t"/>
              <a:pathLst>
                <a:path extrusionOk="0" h="16737" w="18075">
                  <a:moveTo>
                    <a:pt x="9035" y="0"/>
                  </a:moveTo>
                  <a:cubicBezTo>
                    <a:pt x="4045" y="0"/>
                    <a:pt x="1" y="3747"/>
                    <a:pt x="1" y="8368"/>
                  </a:cubicBezTo>
                  <a:cubicBezTo>
                    <a:pt x="1" y="12990"/>
                    <a:pt x="4045" y="16736"/>
                    <a:pt x="9035" y="16736"/>
                  </a:cubicBezTo>
                  <a:cubicBezTo>
                    <a:pt x="14026" y="16736"/>
                    <a:pt x="18075" y="12990"/>
                    <a:pt x="18075" y="8368"/>
                  </a:cubicBezTo>
                  <a:cubicBezTo>
                    <a:pt x="18075" y="3747"/>
                    <a:pt x="14030" y="0"/>
                    <a:pt x="9035" y="0"/>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7743" name="Google Shape;7743;p36"/>
          <p:cNvGrpSpPr/>
          <p:nvPr/>
        </p:nvGrpSpPr>
        <p:grpSpPr>
          <a:xfrm>
            <a:off x="8071350" y="3444984"/>
            <a:ext cx="309429" cy="267000"/>
            <a:chOff x="6742064" y="3750480"/>
            <a:chExt cx="399315" cy="344560"/>
          </a:xfrm>
        </p:grpSpPr>
        <p:sp>
          <p:nvSpPr>
            <p:cNvPr id="7744" name="Google Shape;7744;p36"/>
            <p:cNvSpPr/>
            <p:nvPr/>
          </p:nvSpPr>
          <p:spPr>
            <a:xfrm>
              <a:off x="6742064" y="3750480"/>
              <a:ext cx="399315" cy="344560"/>
            </a:xfrm>
            <a:custGeom>
              <a:rect b="b" l="l" r="r" t="t"/>
              <a:pathLst>
                <a:path extrusionOk="0" h="37895" w="43917">
                  <a:moveTo>
                    <a:pt x="37846" y="1"/>
                  </a:moveTo>
                  <a:lnTo>
                    <a:pt x="6071" y="1"/>
                  </a:lnTo>
                  <a:cubicBezTo>
                    <a:pt x="2729" y="1"/>
                    <a:pt x="0" y="2734"/>
                    <a:pt x="0" y="6071"/>
                  </a:cubicBezTo>
                  <a:lnTo>
                    <a:pt x="0" y="18212"/>
                  </a:lnTo>
                  <a:cubicBezTo>
                    <a:pt x="0" y="21550"/>
                    <a:pt x="2729" y="24278"/>
                    <a:pt x="6071" y="24278"/>
                  </a:cubicBezTo>
                  <a:lnTo>
                    <a:pt x="18927" y="24278"/>
                  </a:lnTo>
                  <a:cubicBezTo>
                    <a:pt x="19332" y="24278"/>
                    <a:pt x="19754" y="24705"/>
                    <a:pt x="19821" y="25105"/>
                  </a:cubicBezTo>
                  <a:lnTo>
                    <a:pt x="21958" y="37895"/>
                  </a:lnTo>
                  <a:lnTo>
                    <a:pt x="24096" y="25101"/>
                  </a:lnTo>
                  <a:cubicBezTo>
                    <a:pt x="24162" y="24687"/>
                    <a:pt x="24629" y="24278"/>
                    <a:pt x="25051" y="24278"/>
                  </a:cubicBezTo>
                  <a:lnTo>
                    <a:pt x="37846" y="24278"/>
                  </a:lnTo>
                  <a:cubicBezTo>
                    <a:pt x="41183" y="24278"/>
                    <a:pt x="43916" y="21550"/>
                    <a:pt x="43916" y="18212"/>
                  </a:cubicBezTo>
                  <a:lnTo>
                    <a:pt x="43916" y="6071"/>
                  </a:lnTo>
                  <a:cubicBezTo>
                    <a:pt x="43916" y="2734"/>
                    <a:pt x="41183" y="1"/>
                    <a:pt x="37846" y="1"/>
                  </a:cubicBezTo>
                  <a:close/>
                </a:path>
              </a:pathLst>
            </a:custGeom>
            <a:solidFill>
              <a:srgbClr val="869FB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745" name="Google Shape;7745;p36"/>
            <p:cNvSpPr/>
            <p:nvPr/>
          </p:nvSpPr>
          <p:spPr>
            <a:xfrm>
              <a:off x="6764168" y="3772584"/>
              <a:ext cx="355108" cy="176549"/>
            </a:xfrm>
            <a:custGeom>
              <a:rect b="b" l="l" r="r" t="t"/>
              <a:pathLst>
                <a:path extrusionOk="0" h="19417" w="39055">
                  <a:moveTo>
                    <a:pt x="3755" y="1"/>
                  </a:moveTo>
                  <a:lnTo>
                    <a:pt x="35295" y="1"/>
                  </a:lnTo>
                  <a:cubicBezTo>
                    <a:pt x="37370" y="10"/>
                    <a:pt x="39045" y="1685"/>
                    <a:pt x="39054" y="3756"/>
                  </a:cubicBezTo>
                  <a:lnTo>
                    <a:pt x="39054" y="15666"/>
                  </a:lnTo>
                  <a:cubicBezTo>
                    <a:pt x="39045" y="17737"/>
                    <a:pt x="37370" y="19412"/>
                    <a:pt x="35295" y="19417"/>
                  </a:cubicBezTo>
                  <a:lnTo>
                    <a:pt x="3755" y="19417"/>
                  </a:lnTo>
                  <a:cubicBezTo>
                    <a:pt x="1680" y="19412"/>
                    <a:pt x="5" y="17737"/>
                    <a:pt x="0" y="15666"/>
                  </a:cubicBezTo>
                  <a:lnTo>
                    <a:pt x="0" y="3756"/>
                  </a:lnTo>
                  <a:cubicBezTo>
                    <a:pt x="5" y="1685"/>
                    <a:pt x="1680" y="10"/>
                    <a:pt x="3755" y="1"/>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7746" name="Google Shape;7746;p36"/>
          <p:cNvGrpSpPr/>
          <p:nvPr/>
        </p:nvGrpSpPr>
        <p:grpSpPr>
          <a:xfrm>
            <a:off x="7610369" y="3796031"/>
            <a:ext cx="180437" cy="281608"/>
            <a:chOff x="7248525" y="3739696"/>
            <a:chExt cx="230531" cy="359790"/>
          </a:xfrm>
        </p:grpSpPr>
        <p:sp>
          <p:nvSpPr>
            <p:cNvPr id="7747" name="Google Shape;7747;p36"/>
            <p:cNvSpPr/>
            <p:nvPr/>
          </p:nvSpPr>
          <p:spPr>
            <a:xfrm>
              <a:off x="7248525" y="3739696"/>
              <a:ext cx="230531" cy="359790"/>
            </a:xfrm>
            <a:custGeom>
              <a:rect b="b" l="l" r="r" t="t"/>
              <a:pathLst>
                <a:path extrusionOk="0" h="39570" w="25354">
                  <a:moveTo>
                    <a:pt x="19434" y="18"/>
                  </a:moveTo>
                  <a:lnTo>
                    <a:pt x="6338" y="5"/>
                  </a:lnTo>
                  <a:cubicBezTo>
                    <a:pt x="2854" y="0"/>
                    <a:pt x="1" y="2858"/>
                    <a:pt x="1" y="6342"/>
                  </a:cubicBezTo>
                  <a:lnTo>
                    <a:pt x="1" y="19016"/>
                  </a:lnTo>
                  <a:cubicBezTo>
                    <a:pt x="1" y="29006"/>
                    <a:pt x="6280" y="22820"/>
                    <a:pt x="12679" y="39570"/>
                  </a:cubicBezTo>
                  <a:cubicBezTo>
                    <a:pt x="19074" y="22820"/>
                    <a:pt x="25354" y="29006"/>
                    <a:pt x="25354" y="19016"/>
                  </a:cubicBezTo>
                  <a:lnTo>
                    <a:pt x="25354" y="6342"/>
                  </a:lnTo>
                  <a:cubicBezTo>
                    <a:pt x="25354" y="2858"/>
                    <a:pt x="22923" y="18"/>
                    <a:pt x="19434" y="18"/>
                  </a:cubicBezTo>
                  <a:close/>
                </a:path>
              </a:pathLst>
            </a:custGeom>
            <a:solidFill>
              <a:srgbClr val="667E9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748" name="Google Shape;7748;p36"/>
            <p:cNvSpPr/>
            <p:nvPr/>
          </p:nvSpPr>
          <p:spPr>
            <a:xfrm>
              <a:off x="7271639" y="3762810"/>
              <a:ext cx="184350" cy="184387"/>
            </a:xfrm>
            <a:custGeom>
              <a:rect b="b" l="l" r="r" t="t"/>
              <a:pathLst>
                <a:path extrusionOk="0" h="20279" w="20275">
                  <a:moveTo>
                    <a:pt x="3738" y="0"/>
                  </a:moveTo>
                  <a:lnTo>
                    <a:pt x="16532" y="0"/>
                  </a:lnTo>
                  <a:cubicBezTo>
                    <a:pt x="18594" y="5"/>
                    <a:pt x="20270" y="1680"/>
                    <a:pt x="20274" y="3742"/>
                  </a:cubicBezTo>
                  <a:lnTo>
                    <a:pt x="20274" y="16536"/>
                  </a:lnTo>
                  <a:cubicBezTo>
                    <a:pt x="20270" y="18598"/>
                    <a:pt x="18594" y="20274"/>
                    <a:pt x="16532" y="20278"/>
                  </a:cubicBezTo>
                  <a:lnTo>
                    <a:pt x="3738" y="20278"/>
                  </a:lnTo>
                  <a:cubicBezTo>
                    <a:pt x="1676" y="20274"/>
                    <a:pt x="5" y="18598"/>
                    <a:pt x="1" y="16536"/>
                  </a:cubicBezTo>
                  <a:lnTo>
                    <a:pt x="1" y="3742"/>
                  </a:lnTo>
                  <a:cubicBezTo>
                    <a:pt x="5" y="1680"/>
                    <a:pt x="1676" y="5"/>
                    <a:pt x="3738" y="0"/>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7749" name="Google Shape;7749;p36"/>
          <p:cNvGrpSpPr/>
          <p:nvPr/>
        </p:nvGrpSpPr>
        <p:grpSpPr>
          <a:xfrm>
            <a:off x="7856288" y="3439255"/>
            <a:ext cx="162896" cy="278710"/>
            <a:chOff x="7601242" y="3729267"/>
            <a:chExt cx="222566" cy="380803"/>
          </a:xfrm>
        </p:grpSpPr>
        <p:sp>
          <p:nvSpPr>
            <p:cNvPr id="7750" name="Google Shape;7750;p36"/>
            <p:cNvSpPr/>
            <p:nvPr/>
          </p:nvSpPr>
          <p:spPr>
            <a:xfrm>
              <a:off x="7601242" y="3729267"/>
              <a:ext cx="222566" cy="380803"/>
            </a:xfrm>
            <a:custGeom>
              <a:rect b="b" l="l" r="r" t="t"/>
              <a:pathLst>
                <a:path extrusionOk="0" h="41881" w="24478">
                  <a:moveTo>
                    <a:pt x="12239" y="1"/>
                  </a:moveTo>
                  <a:cubicBezTo>
                    <a:pt x="5480" y="1"/>
                    <a:pt x="0" y="5320"/>
                    <a:pt x="0" y="11875"/>
                  </a:cubicBezTo>
                  <a:cubicBezTo>
                    <a:pt x="0" y="17537"/>
                    <a:pt x="4080" y="22270"/>
                    <a:pt x="9537" y="23461"/>
                  </a:cubicBezTo>
                  <a:cubicBezTo>
                    <a:pt x="10235" y="23616"/>
                    <a:pt x="10190" y="24114"/>
                    <a:pt x="10270" y="24825"/>
                  </a:cubicBezTo>
                  <a:lnTo>
                    <a:pt x="12239" y="41881"/>
                  </a:lnTo>
                  <a:lnTo>
                    <a:pt x="14181" y="25065"/>
                  </a:lnTo>
                  <a:cubicBezTo>
                    <a:pt x="14257" y="24385"/>
                    <a:pt x="14230" y="23612"/>
                    <a:pt x="14897" y="23469"/>
                  </a:cubicBezTo>
                  <a:cubicBezTo>
                    <a:pt x="20381" y="22296"/>
                    <a:pt x="24478" y="17550"/>
                    <a:pt x="24478" y="11875"/>
                  </a:cubicBezTo>
                  <a:cubicBezTo>
                    <a:pt x="24478" y="5320"/>
                    <a:pt x="18998" y="1"/>
                    <a:pt x="12239" y="1"/>
                  </a:cubicBezTo>
                  <a:close/>
                </a:path>
              </a:pathLst>
            </a:custGeom>
            <a:solidFill>
              <a:srgbClr val="667E9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751" name="Google Shape;7751;p36"/>
            <p:cNvSpPr/>
            <p:nvPr/>
          </p:nvSpPr>
          <p:spPr>
            <a:xfrm>
              <a:off x="7621200" y="3748625"/>
              <a:ext cx="182696" cy="177276"/>
            </a:xfrm>
            <a:custGeom>
              <a:rect b="b" l="l" r="r" t="t"/>
              <a:pathLst>
                <a:path extrusionOk="0" h="19497" w="20093">
                  <a:moveTo>
                    <a:pt x="10044" y="19496"/>
                  </a:moveTo>
                  <a:cubicBezTo>
                    <a:pt x="15577" y="19496"/>
                    <a:pt x="20092" y="15119"/>
                    <a:pt x="20092" y="9751"/>
                  </a:cubicBezTo>
                  <a:cubicBezTo>
                    <a:pt x="20092" y="4378"/>
                    <a:pt x="15577" y="0"/>
                    <a:pt x="10044" y="0"/>
                  </a:cubicBezTo>
                  <a:cubicBezTo>
                    <a:pt x="4511" y="0"/>
                    <a:pt x="1" y="4378"/>
                    <a:pt x="1" y="9751"/>
                  </a:cubicBezTo>
                  <a:cubicBezTo>
                    <a:pt x="1" y="15119"/>
                    <a:pt x="4511" y="19496"/>
                    <a:pt x="10044" y="19496"/>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7752" name="Google Shape;7752;p36"/>
          <p:cNvSpPr/>
          <p:nvPr/>
        </p:nvSpPr>
        <p:spPr>
          <a:xfrm>
            <a:off x="7822314" y="3051612"/>
            <a:ext cx="230844" cy="296575"/>
          </a:xfrm>
          <a:custGeom>
            <a:rect b="b" l="l" r="r" t="t"/>
            <a:pathLst>
              <a:path extrusionOk="0" h="37553" w="29230">
                <a:moveTo>
                  <a:pt x="9655" y="0"/>
                </a:moveTo>
                <a:cubicBezTo>
                  <a:pt x="7693" y="0"/>
                  <a:pt x="5983" y="1692"/>
                  <a:pt x="5974" y="3671"/>
                </a:cubicBezTo>
                <a:cubicBezTo>
                  <a:pt x="5974" y="4182"/>
                  <a:pt x="6085" y="4693"/>
                  <a:pt x="6245" y="5036"/>
                </a:cubicBezTo>
                <a:cubicBezTo>
                  <a:pt x="7169" y="7653"/>
                  <a:pt x="7369" y="9675"/>
                  <a:pt x="6863" y="11515"/>
                </a:cubicBezTo>
                <a:lnTo>
                  <a:pt x="6716" y="11933"/>
                </a:lnTo>
                <a:cubicBezTo>
                  <a:pt x="6089" y="13821"/>
                  <a:pt x="5018" y="16181"/>
                  <a:pt x="1850" y="19345"/>
                </a:cubicBezTo>
                <a:cubicBezTo>
                  <a:pt x="1" y="21194"/>
                  <a:pt x="623" y="24331"/>
                  <a:pt x="3041" y="25340"/>
                </a:cubicBezTo>
                <a:cubicBezTo>
                  <a:pt x="3475" y="25523"/>
                  <a:pt x="3948" y="25620"/>
                  <a:pt x="4422" y="25620"/>
                </a:cubicBezTo>
                <a:cubicBezTo>
                  <a:pt x="4433" y="25620"/>
                  <a:pt x="4443" y="25620"/>
                  <a:pt x="4454" y="25620"/>
                </a:cubicBezTo>
                <a:lnTo>
                  <a:pt x="12866" y="25620"/>
                </a:lnTo>
                <a:lnTo>
                  <a:pt x="14862" y="37552"/>
                </a:lnTo>
                <a:lnTo>
                  <a:pt x="16848" y="25625"/>
                </a:lnTo>
                <a:lnTo>
                  <a:pt x="25243" y="25625"/>
                </a:lnTo>
                <a:cubicBezTo>
                  <a:pt x="25254" y="25625"/>
                  <a:pt x="25264" y="25625"/>
                  <a:pt x="25275" y="25625"/>
                </a:cubicBezTo>
                <a:cubicBezTo>
                  <a:pt x="25753" y="25625"/>
                  <a:pt x="26230" y="25527"/>
                  <a:pt x="26669" y="25345"/>
                </a:cubicBezTo>
                <a:cubicBezTo>
                  <a:pt x="27576" y="24976"/>
                  <a:pt x="28292" y="24256"/>
                  <a:pt x="28660" y="23354"/>
                </a:cubicBezTo>
                <a:cubicBezTo>
                  <a:pt x="29229" y="21980"/>
                  <a:pt x="28914" y="20398"/>
                  <a:pt x="27865" y="19345"/>
                </a:cubicBezTo>
                <a:cubicBezTo>
                  <a:pt x="24701" y="16177"/>
                  <a:pt x="23630" y="13821"/>
                  <a:pt x="22999" y="11933"/>
                </a:cubicBezTo>
                <a:cubicBezTo>
                  <a:pt x="22354" y="9999"/>
                  <a:pt x="22505" y="7880"/>
                  <a:pt x="23443" y="5213"/>
                </a:cubicBezTo>
                <a:cubicBezTo>
                  <a:pt x="23661" y="4733"/>
                  <a:pt x="23772" y="4218"/>
                  <a:pt x="23772" y="3693"/>
                </a:cubicBezTo>
                <a:cubicBezTo>
                  <a:pt x="23759" y="1670"/>
                  <a:pt x="22105" y="27"/>
                  <a:pt x="20100" y="27"/>
                </a:cubicBezTo>
                <a:cubicBezTo>
                  <a:pt x="20098" y="27"/>
                  <a:pt x="20095" y="27"/>
                  <a:pt x="20092" y="27"/>
                </a:cubicBezTo>
                <a:lnTo>
                  <a:pt x="9662" y="0"/>
                </a:lnTo>
                <a:cubicBezTo>
                  <a:pt x="9660" y="0"/>
                  <a:pt x="9657" y="0"/>
                  <a:pt x="9655" y="0"/>
                </a:cubicBezTo>
                <a:close/>
              </a:path>
            </a:pathLst>
          </a:custGeom>
          <a:solidFill>
            <a:srgbClr val="A5B7C6">
              <a:alpha val="72156"/>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nvGrpSpPr>
          <p:cNvPr id="7753" name="Google Shape;7753;p36"/>
          <p:cNvGrpSpPr/>
          <p:nvPr/>
        </p:nvGrpSpPr>
        <p:grpSpPr>
          <a:xfrm>
            <a:off x="7345934" y="3440396"/>
            <a:ext cx="193542" cy="275990"/>
            <a:chOff x="8304647" y="3738687"/>
            <a:chExt cx="225075" cy="320956"/>
          </a:xfrm>
        </p:grpSpPr>
        <p:sp>
          <p:nvSpPr>
            <p:cNvPr id="7754" name="Google Shape;7754;p36"/>
            <p:cNvSpPr/>
            <p:nvPr/>
          </p:nvSpPr>
          <p:spPr>
            <a:xfrm>
              <a:off x="8335725" y="3738687"/>
              <a:ext cx="12248" cy="309245"/>
            </a:xfrm>
            <a:custGeom>
              <a:rect b="b" l="l" r="r" t="t"/>
              <a:pathLst>
                <a:path extrusionOk="0" h="34011" w="1347">
                  <a:moveTo>
                    <a:pt x="0" y="0"/>
                  </a:moveTo>
                  <a:lnTo>
                    <a:pt x="0" y="34010"/>
                  </a:lnTo>
                  <a:lnTo>
                    <a:pt x="1347" y="34010"/>
                  </a:lnTo>
                  <a:lnTo>
                    <a:pt x="1347" y="0"/>
                  </a:lnTo>
                  <a:close/>
                </a:path>
              </a:pathLst>
            </a:custGeom>
            <a:solidFill>
              <a:srgbClr val="E1E7E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755" name="Google Shape;7755;p36"/>
            <p:cNvSpPr/>
            <p:nvPr/>
          </p:nvSpPr>
          <p:spPr>
            <a:xfrm>
              <a:off x="8337943" y="3738687"/>
              <a:ext cx="191779" cy="86151"/>
            </a:xfrm>
            <a:custGeom>
              <a:rect b="b" l="l" r="r" t="t"/>
              <a:pathLst>
                <a:path extrusionOk="0" h="9475" w="21092">
                  <a:moveTo>
                    <a:pt x="1" y="0"/>
                  </a:moveTo>
                  <a:lnTo>
                    <a:pt x="432" y="9475"/>
                  </a:lnTo>
                  <a:lnTo>
                    <a:pt x="21092" y="9475"/>
                  </a:lnTo>
                  <a:lnTo>
                    <a:pt x="17648" y="4524"/>
                  </a:lnTo>
                  <a:lnTo>
                    <a:pt x="21092" y="0"/>
                  </a:lnTo>
                  <a:close/>
                </a:path>
              </a:pathLst>
            </a:custGeom>
            <a:solidFill>
              <a:srgbClr val="E1E7E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756" name="Google Shape;7756;p36"/>
            <p:cNvSpPr/>
            <p:nvPr/>
          </p:nvSpPr>
          <p:spPr>
            <a:xfrm>
              <a:off x="8304647" y="4044004"/>
              <a:ext cx="76341" cy="15639"/>
            </a:xfrm>
            <a:custGeom>
              <a:rect b="b" l="l" r="r" t="t"/>
              <a:pathLst>
                <a:path extrusionOk="0" h="1720" w="8396">
                  <a:moveTo>
                    <a:pt x="4200" y="0"/>
                  </a:moveTo>
                  <a:cubicBezTo>
                    <a:pt x="1881" y="0"/>
                    <a:pt x="1" y="382"/>
                    <a:pt x="1" y="862"/>
                  </a:cubicBezTo>
                  <a:cubicBezTo>
                    <a:pt x="1" y="1338"/>
                    <a:pt x="1881" y="1720"/>
                    <a:pt x="4200" y="1720"/>
                  </a:cubicBezTo>
                  <a:cubicBezTo>
                    <a:pt x="6516" y="1720"/>
                    <a:pt x="8395" y="1338"/>
                    <a:pt x="8395" y="862"/>
                  </a:cubicBezTo>
                  <a:cubicBezTo>
                    <a:pt x="8395" y="382"/>
                    <a:pt x="6516" y="0"/>
                    <a:pt x="4200" y="0"/>
                  </a:cubicBezTo>
                  <a:close/>
                </a:path>
              </a:pathLst>
            </a:custGeom>
            <a:solidFill>
              <a:srgbClr val="E1E7E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7757" name="Google Shape;7757;p36"/>
          <p:cNvGrpSpPr/>
          <p:nvPr/>
        </p:nvGrpSpPr>
        <p:grpSpPr>
          <a:xfrm>
            <a:off x="7618426" y="3440396"/>
            <a:ext cx="178492" cy="275990"/>
            <a:chOff x="8615101" y="3738687"/>
            <a:chExt cx="207573" cy="320956"/>
          </a:xfrm>
        </p:grpSpPr>
        <p:sp>
          <p:nvSpPr>
            <p:cNvPr id="7758" name="Google Shape;7758;p36"/>
            <p:cNvSpPr/>
            <p:nvPr/>
          </p:nvSpPr>
          <p:spPr>
            <a:xfrm>
              <a:off x="8646134" y="3738687"/>
              <a:ext cx="12248" cy="309245"/>
            </a:xfrm>
            <a:custGeom>
              <a:rect b="b" l="l" r="r" t="t"/>
              <a:pathLst>
                <a:path extrusionOk="0" h="34011" w="1347">
                  <a:moveTo>
                    <a:pt x="0" y="0"/>
                  </a:moveTo>
                  <a:lnTo>
                    <a:pt x="0" y="34010"/>
                  </a:lnTo>
                  <a:lnTo>
                    <a:pt x="1347" y="34010"/>
                  </a:lnTo>
                  <a:lnTo>
                    <a:pt x="1347" y="0"/>
                  </a:ln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759" name="Google Shape;7759;p36"/>
            <p:cNvSpPr/>
            <p:nvPr/>
          </p:nvSpPr>
          <p:spPr>
            <a:xfrm>
              <a:off x="8615101" y="4044004"/>
              <a:ext cx="76332" cy="15639"/>
            </a:xfrm>
            <a:custGeom>
              <a:rect b="b" l="l" r="r" t="t"/>
              <a:pathLst>
                <a:path extrusionOk="0" h="1720" w="8395">
                  <a:moveTo>
                    <a:pt x="4195" y="0"/>
                  </a:moveTo>
                  <a:cubicBezTo>
                    <a:pt x="1875" y="0"/>
                    <a:pt x="0" y="382"/>
                    <a:pt x="0" y="862"/>
                  </a:cubicBezTo>
                  <a:cubicBezTo>
                    <a:pt x="0" y="1338"/>
                    <a:pt x="1875" y="1720"/>
                    <a:pt x="4195" y="1720"/>
                  </a:cubicBezTo>
                  <a:cubicBezTo>
                    <a:pt x="6515" y="1720"/>
                    <a:pt x="8395" y="1338"/>
                    <a:pt x="8395" y="862"/>
                  </a:cubicBezTo>
                  <a:cubicBezTo>
                    <a:pt x="8395" y="382"/>
                    <a:pt x="6515" y="0"/>
                    <a:pt x="4195" y="0"/>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760" name="Google Shape;7760;p36"/>
            <p:cNvSpPr/>
            <p:nvPr/>
          </p:nvSpPr>
          <p:spPr>
            <a:xfrm>
              <a:off x="8651953" y="3738687"/>
              <a:ext cx="170721" cy="99808"/>
            </a:xfrm>
            <a:custGeom>
              <a:rect b="b" l="l" r="r" t="t"/>
              <a:pathLst>
                <a:path extrusionOk="0" h="10977" w="18776">
                  <a:moveTo>
                    <a:pt x="707" y="0"/>
                  </a:moveTo>
                  <a:lnTo>
                    <a:pt x="0" y="10977"/>
                  </a:lnTo>
                  <a:lnTo>
                    <a:pt x="18776" y="4360"/>
                  </a:lnTo>
                  <a:lnTo>
                    <a:pt x="707" y="0"/>
                  </a:ln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7761" name="Google Shape;7761;p36"/>
          <p:cNvSpPr/>
          <p:nvPr/>
        </p:nvSpPr>
        <p:spPr>
          <a:xfrm>
            <a:off x="8114866" y="3030279"/>
            <a:ext cx="222397" cy="288694"/>
          </a:xfrm>
          <a:custGeom>
            <a:rect b="b" l="l" r="r" t="t"/>
            <a:pathLst>
              <a:path extrusionOk="0" h="3648" w="2810">
                <a:moveTo>
                  <a:pt x="1365" y="241"/>
                </a:moveTo>
                <a:cubicBezTo>
                  <a:pt x="1630" y="241"/>
                  <a:pt x="1899" y="338"/>
                  <a:pt x="2120" y="555"/>
                </a:cubicBezTo>
                <a:cubicBezTo>
                  <a:pt x="2810" y="1245"/>
                  <a:pt x="2329" y="2416"/>
                  <a:pt x="1356" y="2416"/>
                </a:cubicBezTo>
                <a:cubicBezTo>
                  <a:pt x="764" y="2416"/>
                  <a:pt x="272" y="1935"/>
                  <a:pt x="272" y="1344"/>
                </a:cubicBezTo>
                <a:cubicBezTo>
                  <a:pt x="263" y="681"/>
                  <a:pt x="802" y="241"/>
                  <a:pt x="1365" y="241"/>
                </a:cubicBezTo>
                <a:close/>
                <a:moveTo>
                  <a:pt x="1356" y="1"/>
                </a:moveTo>
                <a:cubicBezTo>
                  <a:pt x="604" y="1"/>
                  <a:pt x="0" y="604"/>
                  <a:pt x="0" y="1356"/>
                </a:cubicBezTo>
                <a:cubicBezTo>
                  <a:pt x="0" y="2391"/>
                  <a:pt x="1183" y="3512"/>
                  <a:pt x="1331" y="3648"/>
                </a:cubicBezTo>
                <a:lnTo>
                  <a:pt x="1368" y="3648"/>
                </a:lnTo>
                <a:cubicBezTo>
                  <a:pt x="1528" y="3512"/>
                  <a:pt x="2711" y="2453"/>
                  <a:pt x="2711" y="1356"/>
                </a:cubicBezTo>
                <a:cubicBezTo>
                  <a:pt x="2711" y="604"/>
                  <a:pt x="2095" y="1"/>
                  <a:pt x="1356" y="1"/>
                </a:cubicBez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nvGrpSpPr>
          <p:cNvPr id="7762" name="Google Shape;7762;p36"/>
          <p:cNvGrpSpPr/>
          <p:nvPr/>
        </p:nvGrpSpPr>
        <p:grpSpPr>
          <a:xfrm>
            <a:off x="6013131" y="3561884"/>
            <a:ext cx="557670" cy="511283"/>
            <a:chOff x="6015419" y="3716859"/>
            <a:chExt cx="557671" cy="511283"/>
          </a:xfrm>
        </p:grpSpPr>
        <p:sp>
          <p:nvSpPr>
            <p:cNvPr id="7763" name="Google Shape;7763;p36"/>
            <p:cNvSpPr/>
            <p:nvPr/>
          </p:nvSpPr>
          <p:spPr>
            <a:xfrm>
              <a:off x="6015419" y="3716859"/>
              <a:ext cx="557671" cy="511283"/>
            </a:xfrm>
            <a:custGeom>
              <a:rect b="b" l="l" r="r" t="t"/>
              <a:pathLst>
                <a:path extrusionOk="0" h="88649" w="96650">
                  <a:moveTo>
                    <a:pt x="48692" y="0"/>
                  </a:moveTo>
                  <a:cubicBezTo>
                    <a:pt x="46526" y="0"/>
                    <a:pt x="44332" y="152"/>
                    <a:pt x="42124" y="465"/>
                  </a:cubicBezTo>
                  <a:cubicBezTo>
                    <a:pt x="17336" y="3960"/>
                    <a:pt x="1" y="26441"/>
                    <a:pt x="3443" y="50679"/>
                  </a:cubicBezTo>
                  <a:cubicBezTo>
                    <a:pt x="6564" y="72751"/>
                    <a:pt x="25836" y="88649"/>
                    <a:pt x="48004" y="88649"/>
                  </a:cubicBezTo>
                  <a:cubicBezTo>
                    <a:pt x="50160" y="88649"/>
                    <a:pt x="52345" y="88498"/>
                    <a:pt x="54544" y="88188"/>
                  </a:cubicBezTo>
                  <a:cubicBezTo>
                    <a:pt x="79332" y="84675"/>
                    <a:pt x="96649" y="62194"/>
                    <a:pt x="93225" y="37975"/>
                  </a:cubicBezTo>
                  <a:cubicBezTo>
                    <a:pt x="90105" y="15895"/>
                    <a:pt x="70848" y="0"/>
                    <a:pt x="48692" y="0"/>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nvGrpSpPr>
            <p:cNvPr id="7764" name="Google Shape;7764;p36"/>
            <p:cNvGrpSpPr/>
            <p:nvPr/>
          </p:nvGrpSpPr>
          <p:grpSpPr>
            <a:xfrm>
              <a:off x="6036094" y="3716980"/>
              <a:ext cx="529860" cy="510469"/>
              <a:chOff x="6036094" y="3716980"/>
              <a:chExt cx="529860" cy="510469"/>
            </a:xfrm>
          </p:grpSpPr>
          <p:sp>
            <p:nvSpPr>
              <p:cNvPr id="7765" name="Google Shape;7765;p36"/>
              <p:cNvSpPr/>
              <p:nvPr/>
            </p:nvSpPr>
            <p:spPr>
              <a:xfrm>
                <a:off x="6220140" y="3716980"/>
                <a:ext cx="80065" cy="64273"/>
              </a:xfrm>
              <a:custGeom>
                <a:rect b="b" l="l" r="r" t="t"/>
                <a:pathLst>
                  <a:path extrusionOk="0" h="11144" w="13876">
                    <a:moveTo>
                      <a:pt x="11055" y="0"/>
                    </a:moveTo>
                    <a:cubicBezTo>
                      <a:pt x="9600" y="71"/>
                      <a:pt x="8127" y="213"/>
                      <a:pt x="6654" y="426"/>
                    </a:cubicBezTo>
                    <a:cubicBezTo>
                      <a:pt x="4401" y="746"/>
                      <a:pt x="2165" y="1225"/>
                      <a:pt x="1" y="1863"/>
                    </a:cubicBezTo>
                    <a:lnTo>
                      <a:pt x="54" y="2307"/>
                    </a:lnTo>
                    <a:lnTo>
                      <a:pt x="2165" y="2396"/>
                    </a:lnTo>
                    <a:lnTo>
                      <a:pt x="1739" y="4117"/>
                    </a:lnTo>
                    <a:lnTo>
                      <a:pt x="3194" y="4401"/>
                    </a:lnTo>
                    <a:lnTo>
                      <a:pt x="1828" y="5146"/>
                    </a:lnTo>
                    <a:cubicBezTo>
                      <a:pt x="2893" y="6015"/>
                      <a:pt x="1207" y="7417"/>
                      <a:pt x="2538" y="8393"/>
                    </a:cubicBezTo>
                    <a:cubicBezTo>
                      <a:pt x="3088" y="8783"/>
                      <a:pt x="3088" y="9937"/>
                      <a:pt x="3301" y="10611"/>
                    </a:cubicBezTo>
                    <a:lnTo>
                      <a:pt x="6335" y="11143"/>
                    </a:lnTo>
                    <a:cubicBezTo>
                      <a:pt x="6583" y="10611"/>
                      <a:pt x="6832" y="10061"/>
                      <a:pt x="7098" y="9493"/>
                    </a:cubicBezTo>
                    <a:cubicBezTo>
                      <a:pt x="7670" y="8245"/>
                      <a:pt x="7649" y="6456"/>
                      <a:pt x="9632" y="6456"/>
                    </a:cubicBezTo>
                    <a:cubicBezTo>
                      <a:pt x="9679" y="6456"/>
                      <a:pt x="9728" y="6457"/>
                      <a:pt x="9777" y="6459"/>
                    </a:cubicBezTo>
                    <a:cubicBezTo>
                      <a:pt x="10380" y="5217"/>
                      <a:pt x="11410" y="4791"/>
                      <a:pt x="12723" y="4685"/>
                    </a:cubicBezTo>
                    <a:cubicBezTo>
                      <a:pt x="13113" y="4649"/>
                      <a:pt x="13450" y="3939"/>
                      <a:pt x="13876" y="3443"/>
                    </a:cubicBezTo>
                    <a:cubicBezTo>
                      <a:pt x="13166" y="2378"/>
                      <a:pt x="12687" y="1012"/>
                      <a:pt x="11729" y="391"/>
                    </a:cubicBezTo>
                    <a:cubicBezTo>
                      <a:pt x="11516" y="249"/>
                      <a:pt x="11285" y="125"/>
                      <a:pt x="11055" y="0"/>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766" name="Google Shape;7766;p36"/>
              <p:cNvSpPr/>
              <p:nvPr/>
            </p:nvSpPr>
            <p:spPr>
              <a:xfrm>
                <a:off x="6368562" y="3771936"/>
                <a:ext cx="39115" cy="36745"/>
              </a:xfrm>
              <a:custGeom>
                <a:rect b="b" l="l" r="r" t="t"/>
                <a:pathLst>
                  <a:path extrusionOk="0" h="6371" w="6779">
                    <a:moveTo>
                      <a:pt x="870" y="1"/>
                    </a:moveTo>
                    <a:lnTo>
                      <a:pt x="1" y="1154"/>
                    </a:lnTo>
                    <a:lnTo>
                      <a:pt x="1509" y="2698"/>
                    </a:lnTo>
                    <a:lnTo>
                      <a:pt x="2272" y="3283"/>
                    </a:lnTo>
                    <a:cubicBezTo>
                      <a:pt x="3567" y="3922"/>
                      <a:pt x="3301" y="5625"/>
                      <a:pt x="4436" y="6370"/>
                    </a:cubicBezTo>
                    <a:cubicBezTo>
                      <a:pt x="4880" y="5341"/>
                      <a:pt x="5838" y="5554"/>
                      <a:pt x="6654" y="5377"/>
                    </a:cubicBezTo>
                    <a:cubicBezTo>
                      <a:pt x="6778" y="4117"/>
                      <a:pt x="5732" y="3549"/>
                      <a:pt x="4933" y="3265"/>
                    </a:cubicBezTo>
                    <a:cubicBezTo>
                      <a:pt x="3762" y="2875"/>
                      <a:pt x="2928" y="2360"/>
                      <a:pt x="2325" y="1278"/>
                    </a:cubicBezTo>
                    <a:cubicBezTo>
                      <a:pt x="2023" y="746"/>
                      <a:pt x="1367" y="426"/>
                      <a:pt x="870" y="1"/>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767" name="Google Shape;7767;p36"/>
              <p:cNvSpPr/>
              <p:nvPr/>
            </p:nvSpPr>
            <p:spPr>
              <a:xfrm>
                <a:off x="6304793" y="3747169"/>
                <a:ext cx="25088" cy="13311"/>
              </a:xfrm>
              <a:custGeom>
                <a:rect b="b" l="l" r="r" t="t"/>
                <a:pathLst>
                  <a:path extrusionOk="0" h="2308" w="4348">
                    <a:moveTo>
                      <a:pt x="3957" y="1"/>
                    </a:moveTo>
                    <a:cubicBezTo>
                      <a:pt x="2680" y="355"/>
                      <a:pt x="1296" y="143"/>
                      <a:pt x="0" y="906"/>
                    </a:cubicBezTo>
                    <a:cubicBezTo>
                      <a:pt x="728" y="1651"/>
                      <a:pt x="728" y="1615"/>
                      <a:pt x="1544" y="1757"/>
                    </a:cubicBezTo>
                    <a:cubicBezTo>
                      <a:pt x="2147" y="1917"/>
                      <a:pt x="2733" y="2094"/>
                      <a:pt x="3318" y="2307"/>
                    </a:cubicBezTo>
                    <a:lnTo>
                      <a:pt x="4348" y="639"/>
                    </a:lnTo>
                    <a:lnTo>
                      <a:pt x="3957" y="1"/>
                    </a:ln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768" name="Google Shape;7768;p36"/>
              <p:cNvSpPr/>
              <p:nvPr/>
            </p:nvSpPr>
            <p:spPr>
              <a:xfrm>
                <a:off x="6365182" y="3787492"/>
                <a:ext cx="18025" cy="16582"/>
              </a:xfrm>
              <a:custGeom>
                <a:rect b="b" l="l" r="r" t="t"/>
                <a:pathLst>
                  <a:path extrusionOk="0" h="2875" w="3124">
                    <a:moveTo>
                      <a:pt x="2095" y="1"/>
                    </a:moveTo>
                    <a:lnTo>
                      <a:pt x="1" y="1030"/>
                    </a:lnTo>
                    <a:cubicBezTo>
                      <a:pt x="498" y="1455"/>
                      <a:pt x="782" y="1615"/>
                      <a:pt x="941" y="1864"/>
                    </a:cubicBezTo>
                    <a:cubicBezTo>
                      <a:pt x="1119" y="2112"/>
                      <a:pt x="1154" y="2449"/>
                      <a:pt x="1279" y="2875"/>
                    </a:cubicBezTo>
                    <a:lnTo>
                      <a:pt x="3124" y="2467"/>
                    </a:lnTo>
                    <a:lnTo>
                      <a:pt x="2858" y="586"/>
                    </a:lnTo>
                    <a:lnTo>
                      <a:pt x="2095" y="1"/>
                    </a:ln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769" name="Google Shape;7769;p36"/>
              <p:cNvSpPr/>
              <p:nvPr/>
            </p:nvSpPr>
            <p:spPr>
              <a:xfrm>
                <a:off x="6367131" y="3727108"/>
                <a:ext cx="198823" cy="438001"/>
              </a:xfrm>
              <a:custGeom>
                <a:rect b="b" l="l" r="r" t="t"/>
                <a:pathLst>
                  <a:path extrusionOk="0" h="75943" w="34458">
                    <a:moveTo>
                      <a:pt x="8836" y="6211"/>
                    </a:moveTo>
                    <a:cubicBezTo>
                      <a:pt x="10061" y="6371"/>
                      <a:pt x="10061" y="6371"/>
                      <a:pt x="12438" y="9352"/>
                    </a:cubicBezTo>
                    <a:lnTo>
                      <a:pt x="10930" y="10416"/>
                    </a:lnTo>
                    <a:cubicBezTo>
                      <a:pt x="10646" y="10044"/>
                      <a:pt x="9244" y="10079"/>
                      <a:pt x="10309" y="8997"/>
                    </a:cubicBezTo>
                    <a:lnTo>
                      <a:pt x="8836" y="6211"/>
                    </a:lnTo>
                    <a:close/>
                    <a:moveTo>
                      <a:pt x="13237" y="17585"/>
                    </a:moveTo>
                    <a:cubicBezTo>
                      <a:pt x="14213" y="18330"/>
                      <a:pt x="14976" y="19235"/>
                      <a:pt x="15951" y="19572"/>
                    </a:cubicBezTo>
                    <a:cubicBezTo>
                      <a:pt x="17034" y="19945"/>
                      <a:pt x="17548" y="20761"/>
                      <a:pt x="18294" y="21506"/>
                    </a:cubicBezTo>
                    <a:lnTo>
                      <a:pt x="16892" y="22216"/>
                    </a:lnTo>
                    <a:lnTo>
                      <a:pt x="19092" y="23440"/>
                    </a:lnTo>
                    <a:lnTo>
                      <a:pt x="18826" y="19359"/>
                    </a:lnTo>
                    <a:lnTo>
                      <a:pt x="18826" y="19359"/>
                    </a:lnTo>
                    <a:cubicBezTo>
                      <a:pt x="19500" y="20264"/>
                      <a:pt x="19890" y="20867"/>
                      <a:pt x="20352" y="21382"/>
                    </a:cubicBezTo>
                    <a:cubicBezTo>
                      <a:pt x="20813" y="21914"/>
                      <a:pt x="21328" y="22340"/>
                      <a:pt x="22091" y="23050"/>
                    </a:cubicBezTo>
                    <a:lnTo>
                      <a:pt x="22587" y="21346"/>
                    </a:lnTo>
                    <a:lnTo>
                      <a:pt x="25267" y="23742"/>
                    </a:lnTo>
                    <a:lnTo>
                      <a:pt x="26402" y="22713"/>
                    </a:lnTo>
                    <a:lnTo>
                      <a:pt x="27999" y="26261"/>
                    </a:lnTo>
                    <a:cubicBezTo>
                      <a:pt x="27384" y="26597"/>
                      <a:pt x="26823" y="26720"/>
                      <a:pt x="26292" y="26720"/>
                    </a:cubicBezTo>
                    <a:cubicBezTo>
                      <a:pt x="24969" y="26720"/>
                      <a:pt x="23833" y="25957"/>
                      <a:pt x="22516" y="25818"/>
                    </a:cubicBezTo>
                    <a:cubicBezTo>
                      <a:pt x="22516" y="26527"/>
                      <a:pt x="22499" y="27131"/>
                      <a:pt x="22499" y="27787"/>
                    </a:cubicBezTo>
                    <a:cubicBezTo>
                      <a:pt x="22392" y="27787"/>
                      <a:pt x="22270" y="27819"/>
                      <a:pt x="22169" y="27819"/>
                    </a:cubicBezTo>
                    <a:cubicBezTo>
                      <a:pt x="22118" y="27819"/>
                      <a:pt x="22073" y="27811"/>
                      <a:pt x="22037" y="27787"/>
                    </a:cubicBezTo>
                    <a:cubicBezTo>
                      <a:pt x="21133" y="27288"/>
                      <a:pt x="20502" y="26308"/>
                      <a:pt x="19338" y="26308"/>
                    </a:cubicBezTo>
                    <a:cubicBezTo>
                      <a:pt x="19178" y="26308"/>
                      <a:pt x="19008" y="26327"/>
                      <a:pt x="18826" y="26368"/>
                    </a:cubicBezTo>
                    <a:cubicBezTo>
                      <a:pt x="18808" y="26372"/>
                      <a:pt x="18788" y="26375"/>
                      <a:pt x="18768" y="26375"/>
                    </a:cubicBezTo>
                    <a:cubicBezTo>
                      <a:pt x="18417" y="26375"/>
                      <a:pt x="17797" y="25667"/>
                      <a:pt x="17495" y="25197"/>
                    </a:cubicBezTo>
                    <a:cubicBezTo>
                      <a:pt x="16998" y="24416"/>
                      <a:pt x="16661" y="23529"/>
                      <a:pt x="16360" y="22925"/>
                    </a:cubicBezTo>
                    <a:cubicBezTo>
                      <a:pt x="16129" y="22764"/>
                      <a:pt x="15928" y="22701"/>
                      <a:pt x="15748" y="22701"/>
                    </a:cubicBezTo>
                    <a:cubicBezTo>
                      <a:pt x="15114" y="22701"/>
                      <a:pt x="14724" y="23479"/>
                      <a:pt x="14110" y="23479"/>
                    </a:cubicBezTo>
                    <a:cubicBezTo>
                      <a:pt x="13959" y="23479"/>
                      <a:pt x="13794" y="23432"/>
                      <a:pt x="13609" y="23316"/>
                    </a:cubicBezTo>
                    <a:cubicBezTo>
                      <a:pt x="13398" y="23182"/>
                      <a:pt x="13213" y="23127"/>
                      <a:pt x="13048" y="23127"/>
                    </a:cubicBezTo>
                    <a:cubicBezTo>
                      <a:pt x="12310" y="23127"/>
                      <a:pt x="11952" y="24236"/>
                      <a:pt x="11285" y="24540"/>
                    </a:cubicBezTo>
                    <a:cubicBezTo>
                      <a:pt x="10309" y="24984"/>
                      <a:pt x="9475" y="24913"/>
                      <a:pt x="8357" y="25126"/>
                    </a:cubicBezTo>
                    <a:cubicBezTo>
                      <a:pt x="8712" y="23440"/>
                      <a:pt x="10007" y="23263"/>
                      <a:pt x="10877" y="22588"/>
                    </a:cubicBezTo>
                    <a:cubicBezTo>
                      <a:pt x="9333" y="21453"/>
                      <a:pt x="11161" y="20583"/>
                      <a:pt x="11107" y="19732"/>
                    </a:cubicBezTo>
                    <a:cubicBezTo>
                      <a:pt x="10966" y="17815"/>
                      <a:pt x="13183" y="19075"/>
                      <a:pt x="13237" y="17585"/>
                    </a:cubicBezTo>
                    <a:close/>
                    <a:moveTo>
                      <a:pt x="444" y="1"/>
                    </a:moveTo>
                    <a:lnTo>
                      <a:pt x="444" y="1"/>
                    </a:lnTo>
                    <a:cubicBezTo>
                      <a:pt x="373" y="746"/>
                      <a:pt x="0" y="1438"/>
                      <a:pt x="1278" y="1758"/>
                    </a:cubicBezTo>
                    <a:cubicBezTo>
                      <a:pt x="2147" y="1953"/>
                      <a:pt x="2662" y="2929"/>
                      <a:pt x="2857" y="3869"/>
                    </a:cubicBezTo>
                    <a:cubicBezTo>
                      <a:pt x="3034" y="4756"/>
                      <a:pt x="3123" y="5643"/>
                      <a:pt x="3247" y="6530"/>
                    </a:cubicBezTo>
                    <a:lnTo>
                      <a:pt x="3549" y="6140"/>
                    </a:lnTo>
                    <a:lnTo>
                      <a:pt x="5412" y="8145"/>
                    </a:lnTo>
                    <a:lnTo>
                      <a:pt x="6654" y="6903"/>
                    </a:lnTo>
                    <a:lnTo>
                      <a:pt x="8393" y="10505"/>
                    </a:lnTo>
                    <a:lnTo>
                      <a:pt x="6654" y="14426"/>
                    </a:lnTo>
                    <a:lnTo>
                      <a:pt x="5944" y="14036"/>
                    </a:lnTo>
                    <a:cubicBezTo>
                      <a:pt x="5678" y="14338"/>
                      <a:pt x="5447" y="14657"/>
                      <a:pt x="5252" y="14976"/>
                    </a:cubicBezTo>
                    <a:cubicBezTo>
                      <a:pt x="5163" y="15154"/>
                      <a:pt x="5217" y="15402"/>
                      <a:pt x="5199" y="15615"/>
                    </a:cubicBezTo>
                    <a:cubicBezTo>
                      <a:pt x="7346" y="16591"/>
                      <a:pt x="7701" y="17017"/>
                      <a:pt x="8162" y="19004"/>
                    </a:cubicBezTo>
                    <a:lnTo>
                      <a:pt x="4471" y="18827"/>
                    </a:lnTo>
                    <a:lnTo>
                      <a:pt x="4471" y="18827"/>
                    </a:lnTo>
                    <a:cubicBezTo>
                      <a:pt x="4755" y="21754"/>
                      <a:pt x="5057" y="22606"/>
                      <a:pt x="6193" y="24114"/>
                    </a:cubicBezTo>
                    <a:lnTo>
                      <a:pt x="7754" y="24061"/>
                    </a:lnTo>
                    <a:lnTo>
                      <a:pt x="7754" y="24061"/>
                    </a:lnTo>
                    <a:cubicBezTo>
                      <a:pt x="8073" y="25480"/>
                      <a:pt x="7914" y="26740"/>
                      <a:pt x="6920" y="27379"/>
                    </a:cubicBezTo>
                    <a:cubicBezTo>
                      <a:pt x="5518" y="28319"/>
                      <a:pt x="7026" y="29703"/>
                      <a:pt x="5962" y="30857"/>
                    </a:cubicBezTo>
                    <a:cubicBezTo>
                      <a:pt x="4241" y="32720"/>
                      <a:pt x="3850" y="35399"/>
                      <a:pt x="2644" y="37812"/>
                    </a:cubicBezTo>
                    <a:lnTo>
                      <a:pt x="4471" y="38380"/>
                    </a:lnTo>
                    <a:cubicBezTo>
                      <a:pt x="4400" y="39161"/>
                      <a:pt x="4436" y="40012"/>
                      <a:pt x="4259" y="40829"/>
                    </a:cubicBezTo>
                    <a:cubicBezTo>
                      <a:pt x="3939" y="42319"/>
                      <a:pt x="4329" y="43579"/>
                      <a:pt x="5252" y="44732"/>
                    </a:cubicBezTo>
                    <a:cubicBezTo>
                      <a:pt x="5838" y="45460"/>
                      <a:pt x="6370" y="46240"/>
                      <a:pt x="7026" y="46932"/>
                    </a:cubicBezTo>
                    <a:cubicBezTo>
                      <a:pt x="7789" y="47731"/>
                      <a:pt x="9209" y="47678"/>
                      <a:pt x="9670" y="48920"/>
                    </a:cubicBezTo>
                    <a:cubicBezTo>
                      <a:pt x="9723" y="49026"/>
                      <a:pt x="9812" y="49097"/>
                      <a:pt x="9919" y="49132"/>
                    </a:cubicBezTo>
                    <a:cubicBezTo>
                      <a:pt x="10191" y="49213"/>
                      <a:pt x="10478" y="49350"/>
                      <a:pt x="10740" y="49350"/>
                    </a:cubicBezTo>
                    <a:cubicBezTo>
                      <a:pt x="10768" y="49350"/>
                      <a:pt x="10796" y="49349"/>
                      <a:pt x="10824" y="49345"/>
                    </a:cubicBezTo>
                    <a:cubicBezTo>
                      <a:pt x="11569" y="49257"/>
                      <a:pt x="12279" y="49257"/>
                      <a:pt x="12917" y="48547"/>
                    </a:cubicBezTo>
                    <a:cubicBezTo>
                      <a:pt x="12958" y="48500"/>
                      <a:pt x="13033" y="48481"/>
                      <a:pt x="13131" y="48481"/>
                    </a:cubicBezTo>
                    <a:cubicBezTo>
                      <a:pt x="13526" y="48481"/>
                      <a:pt x="14291" y="48790"/>
                      <a:pt x="14670" y="48790"/>
                    </a:cubicBezTo>
                    <a:cubicBezTo>
                      <a:pt x="14764" y="48790"/>
                      <a:pt x="14834" y="48771"/>
                      <a:pt x="14869" y="48724"/>
                    </a:cubicBezTo>
                    <a:cubicBezTo>
                      <a:pt x="15721" y="47642"/>
                      <a:pt x="16892" y="47944"/>
                      <a:pt x="17921" y="47695"/>
                    </a:cubicBezTo>
                    <a:cubicBezTo>
                      <a:pt x="17948" y="47687"/>
                      <a:pt x="17976" y="47684"/>
                      <a:pt x="18005" y="47684"/>
                    </a:cubicBezTo>
                    <a:cubicBezTo>
                      <a:pt x="18165" y="47684"/>
                      <a:pt x="18357" y="47795"/>
                      <a:pt x="18613" y="47855"/>
                    </a:cubicBezTo>
                    <a:cubicBezTo>
                      <a:pt x="18550" y="48716"/>
                      <a:pt x="18847" y="48890"/>
                      <a:pt x="19260" y="48890"/>
                    </a:cubicBezTo>
                    <a:cubicBezTo>
                      <a:pt x="19540" y="48890"/>
                      <a:pt x="19874" y="48810"/>
                      <a:pt x="20185" y="48810"/>
                    </a:cubicBezTo>
                    <a:cubicBezTo>
                      <a:pt x="20457" y="48810"/>
                      <a:pt x="20713" y="48871"/>
                      <a:pt x="20902" y="49097"/>
                    </a:cubicBezTo>
                    <a:cubicBezTo>
                      <a:pt x="20831" y="49558"/>
                      <a:pt x="20902" y="50233"/>
                      <a:pt x="20636" y="50765"/>
                    </a:cubicBezTo>
                    <a:cubicBezTo>
                      <a:pt x="20228" y="51546"/>
                      <a:pt x="21150" y="52592"/>
                      <a:pt x="20068" y="53178"/>
                    </a:cubicBezTo>
                    <a:cubicBezTo>
                      <a:pt x="21771" y="55112"/>
                      <a:pt x="20955" y="57649"/>
                      <a:pt x="21594" y="59424"/>
                    </a:cubicBezTo>
                    <a:cubicBezTo>
                      <a:pt x="20742" y="61713"/>
                      <a:pt x="19589" y="63327"/>
                      <a:pt x="19624" y="65776"/>
                    </a:cubicBezTo>
                    <a:cubicBezTo>
                      <a:pt x="19678" y="68597"/>
                      <a:pt x="18453" y="71436"/>
                      <a:pt x="17406" y="74168"/>
                    </a:cubicBezTo>
                    <a:cubicBezTo>
                      <a:pt x="17247" y="74577"/>
                      <a:pt x="17158" y="75002"/>
                      <a:pt x="16910" y="75943"/>
                    </a:cubicBezTo>
                    <a:cubicBezTo>
                      <a:pt x="28177" y="66379"/>
                      <a:pt x="34458" y="51617"/>
                      <a:pt x="32258" y="36144"/>
                    </a:cubicBezTo>
                    <a:cubicBezTo>
                      <a:pt x="29756" y="18472"/>
                      <a:pt x="16874" y="4756"/>
                      <a:pt x="444" y="1"/>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770" name="Google Shape;7770;p36"/>
              <p:cNvSpPr/>
              <p:nvPr/>
            </p:nvSpPr>
            <p:spPr>
              <a:xfrm>
                <a:off x="6036094" y="3734681"/>
                <a:ext cx="181628" cy="303024"/>
              </a:xfrm>
              <a:custGeom>
                <a:rect b="b" l="l" r="r" t="t"/>
                <a:pathLst>
                  <a:path extrusionOk="0" h="52540" w="31478">
                    <a:moveTo>
                      <a:pt x="28337" y="1"/>
                    </a:moveTo>
                    <a:cubicBezTo>
                      <a:pt x="13326" y="5785"/>
                      <a:pt x="2556" y="18986"/>
                      <a:pt x="1" y="34405"/>
                    </a:cubicBezTo>
                    <a:cubicBezTo>
                      <a:pt x="516" y="36961"/>
                      <a:pt x="764" y="39569"/>
                      <a:pt x="1154" y="42159"/>
                    </a:cubicBezTo>
                    <a:cubicBezTo>
                      <a:pt x="1172" y="42266"/>
                      <a:pt x="1438" y="42355"/>
                      <a:pt x="1687" y="42496"/>
                    </a:cubicBezTo>
                    <a:cubicBezTo>
                      <a:pt x="1687" y="41574"/>
                      <a:pt x="1704" y="40704"/>
                      <a:pt x="1704" y="39835"/>
                    </a:cubicBezTo>
                    <a:lnTo>
                      <a:pt x="2112" y="39817"/>
                    </a:lnTo>
                    <a:lnTo>
                      <a:pt x="3905" y="45513"/>
                    </a:lnTo>
                    <a:cubicBezTo>
                      <a:pt x="4490" y="45956"/>
                      <a:pt x="5289" y="46595"/>
                      <a:pt x="6122" y="47145"/>
                    </a:cubicBezTo>
                    <a:cubicBezTo>
                      <a:pt x="6548" y="47465"/>
                      <a:pt x="7045" y="47678"/>
                      <a:pt x="7560" y="47784"/>
                    </a:cubicBezTo>
                    <a:cubicBezTo>
                      <a:pt x="9813" y="48068"/>
                      <a:pt x="12492" y="48884"/>
                      <a:pt x="13557" y="50481"/>
                    </a:cubicBezTo>
                    <a:cubicBezTo>
                      <a:pt x="14515" y="51971"/>
                      <a:pt x="15810" y="52202"/>
                      <a:pt x="16751" y="52539"/>
                    </a:cubicBezTo>
                    <a:lnTo>
                      <a:pt x="18827" y="51652"/>
                    </a:lnTo>
                    <a:cubicBezTo>
                      <a:pt x="18720" y="51475"/>
                      <a:pt x="18632" y="51155"/>
                      <a:pt x="18525" y="51138"/>
                    </a:cubicBezTo>
                    <a:cubicBezTo>
                      <a:pt x="15367" y="50960"/>
                      <a:pt x="15367" y="50978"/>
                      <a:pt x="14905" y="48015"/>
                    </a:cubicBezTo>
                    <a:cubicBezTo>
                      <a:pt x="14870" y="47695"/>
                      <a:pt x="14799" y="47376"/>
                      <a:pt x="14675" y="46755"/>
                    </a:cubicBezTo>
                    <a:lnTo>
                      <a:pt x="11818" y="46152"/>
                    </a:lnTo>
                    <a:lnTo>
                      <a:pt x="12031" y="42461"/>
                    </a:lnTo>
                    <a:cubicBezTo>
                      <a:pt x="12009" y="42460"/>
                      <a:pt x="11988" y="42460"/>
                      <a:pt x="11967" y="42460"/>
                    </a:cubicBezTo>
                    <a:cubicBezTo>
                      <a:pt x="9761" y="42460"/>
                      <a:pt x="10756" y="45214"/>
                      <a:pt x="9157" y="45531"/>
                    </a:cubicBezTo>
                    <a:cubicBezTo>
                      <a:pt x="7577" y="44537"/>
                      <a:pt x="7577" y="44537"/>
                      <a:pt x="6832" y="39036"/>
                    </a:cubicBezTo>
                    <a:cubicBezTo>
                      <a:pt x="7471" y="36162"/>
                      <a:pt x="10807" y="37120"/>
                      <a:pt x="11570" y="34867"/>
                    </a:cubicBezTo>
                    <a:lnTo>
                      <a:pt x="13876" y="35683"/>
                    </a:lnTo>
                    <a:cubicBezTo>
                      <a:pt x="13930" y="37014"/>
                      <a:pt x="14213" y="38274"/>
                      <a:pt x="15651" y="39090"/>
                    </a:cubicBezTo>
                    <a:lnTo>
                      <a:pt x="14870" y="33554"/>
                    </a:lnTo>
                    <a:cubicBezTo>
                      <a:pt x="15012" y="33305"/>
                      <a:pt x="15189" y="33092"/>
                      <a:pt x="15367" y="32880"/>
                    </a:cubicBezTo>
                    <a:cubicBezTo>
                      <a:pt x="16733" y="31584"/>
                      <a:pt x="18720" y="30662"/>
                      <a:pt x="18277" y="28231"/>
                    </a:cubicBezTo>
                    <a:cubicBezTo>
                      <a:pt x="19217" y="27148"/>
                      <a:pt x="19501" y="25569"/>
                      <a:pt x="20903" y="24824"/>
                    </a:cubicBezTo>
                    <a:cubicBezTo>
                      <a:pt x="21169" y="24664"/>
                      <a:pt x="21701" y="24540"/>
                      <a:pt x="21701" y="24416"/>
                    </a:cubicBezTo>
                    <a:cubicBezTo>
                      <a:pt x="21701" y="22606"/>
                      <a:pt x="23298" y="22375"/>
                      <a:pt x="24345" y="21453"/>
                    </a:cubicBezTo>
                    <a:cubicBezTo>
                      <a:pt x="24698" y="21969"/>
                      <a:pt x="25002" y="22149"/>
                      <a:pt x="25280" y="22149"/>
                    </a:cubicBezTo>
                    <a:cubicBezTo>
                      <a:pt x="25925" y="22149"/>
                      <a:pt x="26432" y="21185"/>
                      <a:pt x="27082" y="21185"/>
                    </a:cubicBezTo>
                    <a:cubicBezTo>
                      <a:pt x="27098" y="21185"/>
                      <a:pt x="27114" y="21185"/>
                      <a:pt x="27131" y="21187"/>
                    </a:cubicBezTo>
                    <a:cubicBezTo>
                      <a:pt x="27184" y="21187"/>
                      <a:pt x="27237" y="20867"/>
                      <a:pt x="27255" y="20832"/>
                    </a:cubicBezTo>
                    <a:lnTo>
                      <a:pt x="25250" y="19909"/>
                    </a:lnTo>
                    <a:lnTo>
                      <a:pt x="25835" y="18348"/>
                    </a:lnTo>
                    <a:lnTo>
                      <a:pt x="24274" y="17851"/>
                    </a:lnTo>
                    <a:cubicBezTo>
                      <a:pt x="25161" y="17514"/>
                      <a:pt x="26048" y="17727"/>
                      <a:pt x="26829" y="17531"/>
                    </a:cubicBezTo>
                    <a:cubicBezTo>
                      <a:pt x="27610" y="17336"/>
                      <a:pt x="28266" y="16751"/>
                      <a:pt x="28976" y="16325"/>
                    </a:cubicBezTo>
                    <a:cubicBezTo>
                      <a:pt x="29774" y="15846"/>
                      <a:pt x="30573" y="15349"/>
                      <a:pt x="31478" y="14781"/>
                    </a:cubicBezTo>
                    <a:cubicBezTo>
                      <a:pt x="30466" y="12723"/>
                      <a:pt x="27769" y="12049"/>
                      <a:pt x="27698" y="9565"/>
                    </a:cubicBezTo>
                    <a:lnTo>
                      <a:pt x="25143" y="11836"/>
                    </a:lnTo>
                    <a:cubicBezTo>
                      <a:pt x="25764" y="8571"/>
                      <a:pt x="23600" y="8908"/>
                      <a:pt x="22269" y="8465"/>
                    </a:cubicBezTo>
                    <a:cubicBezTo>
                      <a:pt x="21932" y="8855"/>
                      <a:pt x="21559" y="9032"/>
                      <a:pt x="21027" y="9316"/>
                    </a:cubicBezTo>
                    <a:lnTo>
                      <a:pt x="21825" y="10132"/>
                    </a:lnTo>
                    <a:lnTo>
                      <a:pt x="20353" y="11197"/>
                    </a:lnTo>
                    <a:cubicBezTo>
                      <a:pt x="21772" y="12244"/>
                      <a:pt x="20956" y="13628"/>
                      <a:pt x="20690" y="13734"/>
                    </a:cubicBezTo>
                    <a:cubicBezTo>
                      <a:pt x="18756" y="14444"/>
                      <a:pt x="19217" y="16396"/>
                      <a:pt x="18401" y="17620"/>
                    </a:cubicBezTo>
                    <a:lnTo>
                      <a:pt x="17460" y="16910"/>
                    </a:lnTo>
                    <a:cubicBezTo>
                      <a:pt x="17052" y="16502"/>
                      <a:pt x="17886" y="16360"/>
                      <a:pt x="17851" y="16023"/>
                    </a:cubicBezTo>
                    <a:cubicBezTo>
                      <a:pt x="17833" y="15580"/>
                      <a:pt x="17744" y="15136"/>
                      <a:pt x="17673" y="14639"/>
                    </a:cubicBezTo>
                    <a:lnTo>
                      <a:pt x="14781" y="13805"/>
                    </a:lnTo>
                    <a:cubicBezTo>
                      <a:pt x="14391" y="10558"/>
                      <a:pt x="17727" y="10026"/>
                      <a:pt x="19075" y="8056"/>
                    </a:cubicBezTo>
                    <a:cubicBezTo>
                      <a:pt x="19476" y="8451"/>
                      <a:pt x="19895" y="8555"/>
                      <a:pt x="20323" y="8555"/>
                    </a:cubicBezTo>
                    <a:cubicBezTo>
                      <a:pt x="20808" y="8555"/>
                      <a:pt x="21305" y="8420"/>
                      <a:pt x="21802" y="8420"/>
                    </a:cubicBezTo>
                    <a:cubicBezTo>
                      <a:pt x="21952" y="8420"/>
                      <a:pt x="22102" y="8433"/>
                      <a:pt x="22251" y="8465"/>
                    </a:cubicBezTo>
                    <a:cubicBezTo>
                      <a:pt x="22127" y="7702"/>
                      <a:pt x="22056" y="7152"/>
                      <a:pt x="21967" y="6495"/>
                    </a:cubicBezTo>
                    <a:cubicBezTo>
                      <a:pt x="23198" y="6481"/>
                      <a:pt x="23566" y="4540"/>
                      <a:pt x="24952" y="4540"/>
                    </a:cubicBezTo>
                    <a:cubicBezTo>
                      <a:pt x="25264" y="4540"/>
                      <a:pt x="25629" y="4639"/>
                      <a:pt x="26066" y="4880"/>
                    </a:cubicBezTo>
                    <a:cubicBezTo>
                      <a:pt x="25374" y="5963"/>
                      <a:pt x="24274" y="6335"/>
                      <a:pt x="23458" y="7010"/>
                    </a:cubicBezTo>
                    <a:lnTo>
                      <a:pt x="26243" y="8376"/>
                    </a:lnTo>
                    <a:lnTo>
                      <a:pt x="28089" y="7205"/>
                    </a:lnTo>
                    <a:lnTo>
                      <a:pt x="28160" y="5324"/>
                    </a:lnTo>
                    <a:cubicBezTo>
                      <a:pt x="28332" y="5383"/>
                      <a:pt x="28506" y="5414"/>
                      <a:pt x="28690" y="5414"/>
                    </a:cubicBezTo>
                    <a:cubicBezTo>
                      <a:pt x="29226" y="5414"/>
                      <a:pt x="29853" y="5151"/>
                      <a:pt x="30804" y="4543"/>
                    </a:cubicBezTo>
                    <a:lnTo>
                      <a:pt x="29029" y="3621"/>
                    </a:lnTo>
                    <a:lnTo>
                      <a:pt x="29561" y="2733"/>
                    </a:lnTo>
                    <a:lnTo>
                      <a:pt x="28231" y="1722"/>
                    </a:lnTo>
                    <a:cubicBezTo>
                      <a:pt x="28355" y="1190"/>
                      <a:pt x="28692" y="586"/>
                      <a:pt x="28515" y="232"/>
                    </a:cubicBezTo>
                    <a:cubicBezTo>
                      <a:pt x="28479" y="161"/>
                      <a:pt x="28408" y="72"/>
                      <a:pt x="28337" y="1"/>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771" name="Google Shape;7771;p36"/>
              <p:cNvSpPr/>
              <p:nvPr/>
            </p:nvSpPr>
            <p:spPr>
              <a:xfrm>
                <a:off x="6143575" y="4010833"/>
                <a:ext cx="186233" cy="216616"/>
              </a:xfrm>
              <a:custGeom>
                <a:rect b="b" l="l" r="r" t="t"/>
                <a:pathLst>
                  <a:path extrusionOk="0" h="37558" w="32276">
                    <a:moveTo>
                      <a:pt x="3376" y="1"/>
                    </a:moveTo>
                    <a:cubicBezTo>
                      <a:pt x="3358" y="1"/>
                      <a:pt x="3345" y="4"/>
                      <a:pt x="3336" y="12"/>
                    </a:cubicBezTo>
                    <a:cubicBezTo>
                      <a:pt x="905" y="2621"/>
                      <a:pt x="905" y="2621"/>
                      <a:pt x="1243" y="6400"/>
                    </a:cubicBezTo>
                    <a:cubicBezTo>
                      <a:pt x="1260" y="6595"/>
                      <a:pt x="1118" y="6790"/>
                      <a:pt x="1065" y="7003"/>
                    </a:cubicBezTo>
                    <a:cubicBezTo>
                      <a:pt x="693" y="8405"/>
                      <a:pt x="338" y="9807"/>
                      <a:pt x="1" y="11155"/>
                    </a:cubicBezTo>
                    <a:lnTo>
                      <a:pt x="1118" y="14012"/>
                    </a:lnTo>
                    <a:cubicBezTo>
                      <a:pt x="2147" y="15148"/>
                      <a:pt x="3106" y="16283"/>
                      <a:pt x="4188" y="17330"/>
                    </a:cubicBezTo>
                    <a:cubicBezTo>
                      <a:pt x="5271" y="18413"/>
                      <a:pt x="5677" y="20424"/>
                      <a:pt x="7592" y="20424"/>
                    </a:cubicBezTo>
                    <a:cubicBezTo>
                      <a:pt x="7779" y="20424"/>
                      <a:pt x="7980" y="20405"/>
                      <a:pt x="8198" y="20364"/>
                    </a:cubicBezTo>
                    <a:cubicBezTo>
                      <a:pt x="9263" y="21234"/>
                      <a:pt x="10735" y="21553"/>
                      <a:pt x="11179" y="23221"/>
                    </a:cubicBezTo>
                    <a:cubicBezTo>
                      <a:pt x="11587" y="24711"/>
                      <a:pt x="12669" y="26024"/>
                      <a:pt x="13024" y="27515"/>
                    </a:cubicBezTo>
                    <a:cubicBezTo>
                      <a:pt x="13361" y="28863"/>
                      <a:pt x="14461" y="29662"/>
                      <a:pt x="14834" y="30780"/>
                    </a:cubicBezTo>
                    <a:cubicBezTo>
                      <a:pt x="15278" y="32128"/>
                      <a:pt x="15970" y="33246"/>
                      <a:pt x="16573" y="34470"/>
                    </a:cubicBezTo>
                    <a:cubicBezTo>
                      <a:pt x="17070" y="35428"/>
                      <a:pt x="18223" y="35038"/>
                      <a:pt x="18525" y="36191"/>
                    </a:cubicBezTo>
                    <a:cubicBezTo>
                      <a:pt x="18631" y="36564"/>
                      <a:pt x="18844" y="36901"/>
                      <a:pt x="19146" y="37185"/>
                    </a:cubicBezTo>
                    <a:cubicBezTo>
                      <a:pt x="20299" y="37345"/>
                      <a:pt x="21470" y="37469"/>
                      <a:pt x="22659" y="37558"/>
                    </a:cubicBezTo>
                    <a:cubicBezTo>
                      <a:pt x="22559" y="37158"/>
                      <a:pt x="22490" y="36790"/>
                      <a:pt x="21808" y="36790"/>
                    </a:cubicBezTo>
                    <a:cubicBezTo>
                      <a:pt x="21763" y="36790"/>
                      <a:pt x="21716" y="36791"/>
                      <a:pt x="21665" y="36795"/>
                    </a:cubicBezTo>
                    <a:cubicBezTo>
                      <a:pt x="21645" y="36796"/>
                      <a:pt x="21626" y="36796"/>
                      <a:pt x="21608" y="36796"/>
                    </a:cubicBezTo>
                    <a:cubicBezTo>
                      <a:pt x="20725" y="36796"/>
                      <a:pt x="22437" y="35547"/>
                      <a:pt x="21115" y="35251"/>
                    </a:cubicBezTo>
                    <a:cubicBezTo>
                      <a:pt x="20388" y="35073"/>
                      <a:pt x="22109" y="33707"/>
                      <a:pt x="20725" y="33246"/>
                    </a:cubicBezTo>
                    <a:lnTo>
                      <a:pt x="20920" y="32980"/>
                    </a:lnTo>
                    <a:lnTo>
                      <a:pt x="22783" y="32394"/>
                    </a:lnTo>
                    <a:lnTo>
                      <a:pt x="21860" y="30017"/>
                    </a:lnTo>
                    <a:lnTo>
                      <a:pt x="23191" y="29839"/>
                    </a:lnTo>
                    <a:cubicBezTo>
                      <a:pt x="23599" y="29041"/>
                      <a:pt x="24007" y="28313"/>
                      <a:pt x="24380" y="27550"/>
                    </a:cubicBezTo>
                    <a:cubicBezTo>
                      <a:pt x="24646" y="26982"/>
                      <a:pt x="25178" y="26308"/>
                      <a:pt x="25036" y="25829"/>
                    </a:cubicBezTo>
                    <a:cubicBezTo>
                      <a:pt x="24451" y="23718"/>
                      <a:pt x="26083" y="22972"/>
                      <a:pt x="27343" y="22529"/>
                    </a:cubicBezTo>
                    <a:cubicBezTo>
                      <a:pt x="28603" y="22068"/>
                      <a:pt x="29082" y="21482"/>
                      <a:pt x="29242" y="20311"/>
                    </a:cubicBezTo>
                    <a:cubicBezTo>
                      <a:pt x="29419" y="19069"/>
                      <a:pt x="29809" y="17862"/>
                      <a:pt x="29898" y="16620"/>
                    </a:cubicBezTo>
                    <a:cubicBezTo>
                      <a:pt x="29987" y="15467"/>
                      <a:pt x="30005" y="14438"/>
                      <a:pt x="31087" y="13675"/>
                    </a:cubicBezTo>
                    <a:cubicBezTo>
                      <a:pt x="31442" y="13444"/>
                      <a:pt x="31531" y="12788"/>
                      <a:pt x="31655" y="12309"/>
                    </a:cubicBezTo>
                    <a:cubicBezTo>
                      <a:pt x="32276" y="10144"/>
                      <a:pt x="31868" y="9612"/>
                      <a:pt x="29490" y="9133"/>
                    </a:cubicBezTo>
                    <a:cubicBezTo>
                      <a:pt x="29100" y="9062"/>
                      <a:pt x="28816" y="8494"/>
                      <a:pt x="28266" y="7926"/>
                    </a:cubicBezTo>
                    <a:lnTo>
                      <a:pt x="24895" y="8778"/>
                    </a:lnTo>
                    <a:cubicBezTo>
                      <a:pt x="24522" y="7678"/>
                      <a:pt x="23315" y="7678"/>
                      <a:pt x="22215" y="7465"/>
                    </a:cubicBezTo>
                    <a:lnTo>
                      <a:pt x="21647" y="8157"/>
                    </a:lnTo>
                    <a:lnTo>
                      <a:pt x="18063" y="3597"/>
                    </a:lnTo>
                    <a:cubicBezTo>
                      <a:pt x="16840" y="3528"/>
                      <a:pt x="15905" y="3374"/>
                      <a:pt x="15067" y="3374"/>
                    </a:cubicBezTo>
                    <a:cubicBezTo>
                      <a:pt x="14823" y="3374"/>
                      <a:pt x="14587" y="3387"/>
                      <a:pt x="14355" y="3419"/>
                    </a:cubicBezTo>
                    <a:cubicBezTo>
                      <a:pt x="14295" y="3427"/>
                      <a:pt x="14238" y="3430"/>
                      <a:pt x="14183" y="3430"/>
                    </a:cubicBezTo>
                    <a:cubicBezTo>
                      <a:pt x="13092" y="3430"/>
                      <a:pt x="13035" y="1981"/>
                      <a:pt x="11835" y="1964"/>
                    </a:cubicBezTo>
                    <a:cubicBezTo>
                      <a:pt x="11108" y="1964"/>
                      <a:pt x="9901" y="1467"/>
                      <a:pt x="9582" y="438"/>
                    </a:cubicBezTo>
                    <a:cubicBezTo>
                      <a:pt x="8677" y="793"/>
                      <a:pt x="7914" y="1361"/>
                      <a:pt x="7133" y="1361"/>
                    </a:cubicBezTo>
                    <a:cubicBezTo>
                      <a:pt x="7119" y="1361"/>
                      <a:pt x="7105" y="1361"/>
                      <a:pt x="7091" y="1361"/>
                    </a:cubicBezTo>
                    <a:cubicBezTo>
                      <a:pt x="6288" y="1361"/>
                      <a:pt x="5470" y="877"/>
                      <a:pt x="4703" y="616"/>
                    </a:cubicBezTo>
                    <a:lnTo>
                      <a:pt x="4170" y="1184"/>
                    </a:lnTo>
                    <a:lnTo>
                      <a:pt x="3585" y="48"/>
                    </a:lnTo>
                    <a:cubicBezTo>
                      <a:pt x="3517" y="34"/>
                      <a:pt x="3429" y="1"/>
                      <a:pt x="3376" y="1"/>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772" name="Google Shape;7772;p36"/>
              <p:cNvSpPr/>
              <p:nvPr/>
            </p:nvSpPr>
            <p:spPr>
              <a:xfrm>
                <a:off x="6110513" y="3969114"/>
                <a:ext cx="33997" cy="13957"/>
              </a:xfrm>
              <a:custGeom>
                <a:rect b="b" l="l" r="r" t="t"/>
                <a:pathLst>
                  <a:path extrusionOk="0" h="2420" w="5892">
                    <a:moveTo>
                      <a:pt x="2076" y="1"/>
                    </a:moveTo>
                    <a:cubicBezTo>
                      <a:pt x="1454" y="1"/>
                      <a:pt x="791" y="230"/>
                      <a:pt x="0" y="592"/>
                    </a:cubicBezTo>
                    <a:cubicBezTo>
                      <a:pt x="564" y="957"/>
                      <a:pt x="1113" y="1415"/>
                      <a:pt x="1254" y="1415"/>
                    </a:cubicBezTo>
                    <a:cubicBezTo>
                      <a:pt x="1264" y="1415"/>
                      <a:pt x="1272" y="1412"/>
                      <a:pt x="1278" y="1408"/>
                    </a:cubicBezTo>
                    <a:cubicBezTo>
                      <a:pt x="1606" y="1108"/>
                      <a:pt x="1874" y="952"/>
                      <a:pt x="2167" y="952"/>
                    </a:cubicBezTo>
                    <a:cubicBezTo>
                      <a:pt x="2429" y="952"/>
                      <a:pt x="2710" y="1077"/>
                      <a:pt x="3070" y="1337"/>
                    </a:cubicBezTo>
                    <a:cubicBezTo>
                      <a:pt x="3815" y="1869"/>
                      <a:pt x="4773" y="2011"/>
                      <a:pt x="5838" y="2419"/>
                    </a:cubicBezTo>
                    <a:lnTo>
                      <a:pt x="5891" y="1071"/>
                    </a:lnTo>
                    <a:cubicBezTo>
                      <a:pt x="5040" y="893"/>
                      <a:pt x="4170" y="964"/>
                      <a:pt x="3656" y="574"/>
                    </a:cubicBezTo>
                    <a:cubicBezTo>
                      <a:pt x="3121" y="171"/>
                      <a:pt x="2614" y="1"/>
                      <a:pt x="2076" y="1"/>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773" name="Google Shape;7773;p36"/>
              <p:cNvSpPr/>
              <p:nvPr/>
            </p:nvSpPr>
            <p:spPr>
              <a:xfrm>
                <a:off x="6151865" y="3979381"/>
                <a:ext cx="35739" cy="11875"/>
              </a:xfrm>
              <a:custGeom>
                <a:rect b="b" l="l" r="r" t="t"/>
                <a:pathLst>
                  <a:path extrusionOk="0" h="2059" w="6194">
                    <a:moveTo>
                      <a:pt x="6193" y="0"/>
                    </a:moveTo>
                    <a:lnTo>
                      <a:pt x="6193" y="0"/>
                    </a:lnTo>
                    <a:cubicBezTo>
                      <a:pt x="4801" y="195"/>
                      <a:pt x="3970" y="433"/>
                      <a:pt x="3202" y="433"/>
                    </a:cubicBezTo>
                    <a:cubicBezTo>
                      <a:pt x="3128" y="433"/>
                      <a:pt x="3055" y="431"/>
                      <a:pt x="2982" y="426"/>
                    </a:cubicBezTo>
                    <a:cubicBezTo>
                      <a:pt x="2453" y="395"/>
                      <a:pt x="1944" y="74"/>
                      <a:pt x="1353" y="74"/>
                    </a:cubicBezTo>
                    <a:cubicBezTo>
                      <a:pt x="951" y="74"/>
                      <a:pt x="511" y="222"/>
                      <a:pt x="1" y="710"/>
                    </a:cubicBezTo>
                    <a:lnTo>
                      <a:pt x="1473" y="2059"/>
                    </a:lnTo>
                    <a:cubicBezTo>
                      <a:pt x="2432" y="409"/>
                      <a:pt x="4472" y="1526"/>
                      <a:pt x="6193" y="0"/>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774" name="Google Shape;7774;p36"/>
              <p:cNvSpPr/>
              <p:nvPr/>
            </p:nvSpPr>
            <p:spPr>
              <a:xfrm>
                <a:off x="6203762" y="3831292"/>
                <a:ext cx="19768" cy="12285"/>
              </a:xfrm>
              <a:custGeom>
                <a:rect b="b" l="l" r="r" t="t"/>
                <a:pathLst>
                  <a:path extrusionOk="0" h="2130" w="3426">
                    <a:moveTo>
                      <a:pt x="1473" y="1"/>
                    </a:moveTo>
                    <a:lnTo>
                      <a:pt x="1" y="1828"/>
                    </a:lnTo>
                    <a:lnTo>
                      <a:pt x="3372" y="2130"/>
                    </a:lnTo>
                    <a:cubicBezTo>
                      <a:pt x="3407" y="1917"/>
                      <a:pt x="3425" y="1704"/>
                      <a:pt x="3425" y="1509"/>
                    </a:cubicBezTo>
                    <a:cubicBezTo>
                      <a:pt x="3390" y="1172"/>
                      <a:pt x="3301" y="870"/>
                      <a:pt x="3248" y="586"/>
                    </a:cubicBezTo>
                    <a:lnTo>
                      <a:pt x="1473" y="1"/>
                    </a:ln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grpSp>
        <p:nvGrpSpPr>
          <p:cNvPr id="7775" name="Google Shape;7775;p36"/>
          <p:cNvGrpSpPr/>
          <p:nvPr/>
        </p:nvGrpSpPr>
        <p:grpSpPr>
          <a:xfrm>
            <a:off x="6642016" y="2918653"/>
            <a:ext cx="576302" cy="511871"/>
            <a:chOff x="6644304" y="3073628"/>
            <a:chExt cx="576302" cy="511871"/>
          </a:xfrm>
        </p:grpSpPr>
        <p:sp>
          <p:nvSpPr>
            <p:cNvPr id="7776" name="Google Shape;7776;p36"/>
            <p:cNvSpPr/>
            <p:nvPr/>
          </p:nvSpPr>
          <p:spPr>
            <a:xfrm>
              <a:off x="6644304" y="3073628"/>
              <a:ext cx="576302" cy="511871"/>
            </a:xfrm>
            <a:custGeom>
              <a:rect b="b" l="l" r="r" t="t"/>
              <a:pathLst>
                <a:path extrusionOk="0" h="88751" w="99879">
                  <a:moveTo>
                    <a:pt x="50483" y="1"/>
                  </a:moveTo>
                  <a:cubicBezTo>
                    <a:pt x="46751" y="1"/>
                    <a:pt x="42953" y="456"/>
                    <a:pt x="39160" y="1409"/>
                  </a:cubicBezTo>
                  <a:cubicBezTo>
                    <a:pt x="14870" y="7513"/>
                    <a:pt x="1" y="31697"/>
                    <a:pt x="5963" y="55420"/>
                  </a:cubicBezTo>
                  <a:cubicBezTo>
                    <a:pt x="10993" y="75452"/>
                    <a:pt x="29236" y="88750"/>
                    <a:pt x="49406" y="88750"/>
                  </a:cubicBezTo>
                  <a:cubicBezTo>
                    <a:pt x="53141" y="88750"/>
                    <a:pt x="56941" y="88294"/>
                    <a:pt x="60736" y="87341"/>
                  </a:cubicBezTo>
                  <a:cubicBezTo>
                    <a:pt x="85027" y="81237"/>
                    <a:pt x="99878" y="57053"/>
                    <a:pt x="93917" y="33330"/>
                  </a:cubicBezTo>
                  <a:cubicBezTo>
                    <a:pt x="88901" y="13311"/>
                    <a:pt x="70655" y="1"/>
                    <a:pt x="50483" y="1"/>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nvGrpSpPr>
            <p:cNvPr id="7777" name="Google Shape;7777;p36"/>
            <p:cNvGrpSpPr/>
            <p:nvPr/>
          </p:nvGrpSpPr>
          <p:grpSpPr>
            <a:xfrm>
              <a:off x="6712169" y="3085440"/>
              <a:ext cx="481623" cy="494913"/>
              <a:chOff x="6712169" y="3085440"/>
              <a:chExt cx="481623" cy="494913"/>
            </a:xfrm>
          </p:grpSpPr>
          <p:sp>
            <p:nvSpPr>
              <p:cNvPr id="7778" name="Google Shape;7778;p36"/>
              <p:cNvSpPr/>
              <p:nvPr/>
            </p:nvSpPr>
            <p:spPr>
              <a:xfrm>
                <a:off x="6712169" y="3085440"/>
                <a:ext cx="238757" cy="315615"/>
              </a:xfrm>
              <a:custGeom>
                <a:rect b="b" l="l" r="r" t="t"/>
                <a:pathLst>
                  <a:path extrusionOk="0" h="54723" w="41379">
                    <a:moveTo>
                      <a:pt x="20938" y="3904"/>
                    </a:moveTo>
                    <a:lnTo>
                      <a:pt x="22677" y="6583"/>
                    </a:lnTo>
                    <a:lnTo>
                      <a:pt x="22091" y="7097"/>
                    </a:lnTo>
                    <a:lnTo>
                      <a:pt x="18951" y="4400"/>
                    </a:lnTo>
                    <a:lnTo>
                      <a:pt x="20938" y="3904"/>
                    </a:lnTo>
                    <a:close/>
                    <a:moveTo>
                      <a:pt x="25072" y="0"/>
                    </a:moveTo>
                    <a:lnTo>
                      <a:pt x="25072" y="0"/>
                    </a:lnTo>
                    <a:cubicBezTo>
                      <a:pt x="24433" y="195"/>
                      <a:pt x="23812" y="408"/>
                      <a:pt x="23191" y="621"/>
                    </a:cubicBezTo>
                    <a:lnTo>
                      <a:pt x="23493" y="1047"/>
                    </a:lnTo>
                    <a:lnTo>
                      <a:pt x="21861" y="1136"/>
                    </a:lnTo>
                    <a:cubicBezTo>
                      <a:pt x="20920" y="1491"/>
                      <a:pt x="19980" y="1899"/>
                      <a:pt x="19075" y="2307"/>
                    </a:cubicBezTo>
                    <a:lnTo>
                      <a:pt x="17709" y="4489"/>
                    </a:lnTo>
                    <a:lnTo>
                      <a:pt x="19341" y="6778"/>
                    </a:lnTo>
                    <a:lnTo>
                      <a:pt x="19341" y="6778"/>
                    </a:lnTo>
                    <a:lnTo>
                      <a:pt x="16697" y="6086"/>
                    </a:lnTo>
                    <a:lnTo>
                      <a:pt x="17017" y="4542"/>
                    </a:lnTo>
                    <a:lnTo>
                      <a:pt x="15473" y="4205"/>
                    </a:lnTo>
                    <a:cubicBezTo>
                      <a:pt x="14124" y="4968"/>
                      <a:pt x="12811" y="5820"/>
                      <a:pt x="11552" y="6725"/>
                    </a:cubicBezTo>
                    <a:lnTo>
                      <a:pt x="12581" y="6920"/>
                    </a:lnTo>
                    <a:lnTo>
                      <a:pt x="11836" y="8091"/>
                    </a:lnTo>
                    <a:cubicBezTo>
                      <a:pt x="11392" y="7967"/>
                      <a:pt x="10842" y="7772"/>
                      <a:pt x="10363" y="7612"/>
                    </a:cubicBezTo>
                    <a:cubicBezTo>
                      <a:pt x="6300" y="10753"/>
                      <a:pt x="2804" y="14567"/>
                      <a:pt x="1" y="18897"/>
                    </a:cubicBezTo>
                    <a:cubicBezTo>
                      <a:pt x="356" y="19536"/>
                      <a:pt x="498" y="20299"/>
                      <a:pt x="373" y="21026"/>
                    </a:cubicBezTo>
                    <a:cubicBezTo>
                      <a:pt x="285" y="21895"/>
                      <a:pt x="870" y="22800"/>
                      <a:pt x="977" y="23723"/>
                    </a:cubicBezTo>
                    <a:cubicBezTo>
                      <a:pt x="1101" y="24681"/>
                      <a:pt x="835" y="25710"/>
                      <a:pt x="1048" y="26633"/>
                    </a:cubicBezTo>
                    <a:cubicBezTo>
                      <a:pt x="1580" y="28922"/>
                      <a:pt x="1651" y="28904"/>
                      <a:pt x="1314" y="30696"/>
                    </a:cubicBezTo>
                    <a:cubicBezTo>
                      <a:pt x="1260" y="30998"/>
                      <a:pt x="1243" y="31335"/>
                      <a:pt x="1189" y="31654"/>
                    </a:cubicBezTo>
                    <a:cubicBezTo>
                      <a:pt x="906" y="33943"/>
                      <a:pt x="852" y="36090"/>
                      <a:pt x="2378" y="38184"/>
                    </a:cubicBezTo>
                    <a:cubicBezTo>
                      <a:pt x="3194" y="39302"/>
                      <a:pt x="4490" y="39461"/>
                      <a:pt x="5217" y="40473"/>
                    </a:cubicBezTo>
                    <a:cubicBezTo>
                      <a:pt x="5377" y="41147"/>
                      <a:pt x="5679" y="41821"/>
                      <a:pt x="5679" y="42496"/>
                    </a:cubicBezTo>
                    <a:cubicBezTo>
                      <a:pt x="5679" y="43170"/>
                      <a:pt x="7311" y="43347"/>
                      <a:pt x="6406" y="44146"/>
                    </a:cubicBezTo>
                    <a:lnTo>
                      <a:pt x="8429" y="45122"/>
                    </a:lnTo>
                    <a:lnTo>
                      <a:pt x="8429" y="45122"/>
                    </a:lnTo>
                    <a:lnTo>
                      <a:pt x="8269" y="43170"/>
                    </a:lnTo>
                    <a:lnTo>
                      <a:pt x="8269" y="43170"/>
                    </a:lnTo>
                    <a:cubicBezTo>
                      <a:pt x="8872" y="43613"/>
                      <a:pt x="9298" y="43826"/>
                      <a:pt x="9600" y="44146"/>
                    </a:cubicBezTo>
                    <a:cubicBezTo>
                      <a:pt x="10345" y="44909"/>
                      <a:pt x="10948" y="45849"/>
                      <a:pt x="11765" y="46523"/>
                    </a:cubicBezTo>
                    <a:cubicBezTo>
                      <a:pt x="12652" y="47251"/>
                      <a:pt x="13734" y="47730"/>
                      <a:pt x="13255" y="49167"/>
                    </a:cubicBezTo>
                    <a:cubicBezTo>
                      <a:pt x="15142" y="50239"/>
                      <a:pt x="17068" y="51273"/>
                      <a:pt x="19240" y="51273"/>
                    </a:cubicBezTo>
                    <a:cubicBezTo>
                      <a:pt x="19621" y="51273"/>
                      <a:pt x="20009" y="51241"/>
                      <a:pt x="20406" y="51172"/>
                    </a:cubicBezTo>
                    <a:cubicBezTo>
                      <a:pt x="21066" y="51051"/>
                      <a:pt x="21687" y="50867"/>
                      <a:pt x="22299" y="50867"/>
                    </a:cubicBezTo>
                    <a:cubicBezTo>
                      <a:pt x="22856" y="50867"/>
                      <a:pt x="23406" y="51019"/>
                      <a:pt x="23972" y="51509"/>
                    </a:cubicBezTo>
                    <a:cubicBezTo>
                      <a:pt x="24575" y="52042"/>
                      <a:pt x="25551" y="52219"/>
                      <a:pt x="26403" y="52414"/>
                    </a:cubicBezTo>
                    <a:cubicBezTo>
                      <a:pt x="26412" y="52417"/>
                      <a:pt x="26421" y="52418"/>
                      <a:pt x="26431" y="52418"/>
                    </a:cubicBezTo>
                    <a:cubicBezTo>
                      <a:pt x="26612" y="52418"/>
                      <a:pt x="26911" y="51958"/>
                      <a:pt x="27130" y="51722"/>
                    </a:cubicBezTo>
                    <a:cubicBezTo>
                      <a:pt x="29563" y="53875"/>
                      <a:pt x="30553" y="54722"/>
                      <a:pt x="31970" y="54722"/>
                    </a:cubicBezTo>
                    <a:cubicBezTo>
                      <a:pt x="32888" y="54722"/>
                      <a:pt x="33985" y="54367"/>
                      <a:pt x="35771" y="53780"/>
                    </a:cubicBezTo>
                    <a:cubicBezTo>
                      <a:pt x="35754" y="53674"/>
                      <a:pt x="35736" y="53568"/>
                      <a:pt x="35700" y="53461"/>
                    </a:cubicBezTo>
                    <a:cubicBezTo>
                      <a:pt x="35026" y="53479"/>
                      <a:pt x="34387" y="53550"/>
                      <a:pt x="33731" y="53568"/>
                    </a:cubicBezTo>
                    <a:cubicBezTo>
                      <a:pt x="33590" y="53572"/>
                      <a:pt x="33456" y="53574"/>
                      <a:pt x="33329" y="53574"/>
                    </a:cubicBezTo>
                    <a:cubicBezTo>
                      <a:pt x="31461" y="53574"/>
                      <a:pt x="31079" y="53047"/>
                      <a:pt x="30697" y="50871"/>
                    </a:cubicBezTo>
                    <a:cubicBezTo>
                      <a:pt x="30590" y="50179"/>
                      <a:pt x="30005" y="49575"/>
                      <a:pt x="29650" y="48972"/>
                    </a:cubicBezTo>
                    <a:lnTo>
                      <a:pt x="26030" y="49628"/>
                    </a:lnTo>
                    <a:lnTo>
                      <a:pt x="26030" y="49628"/>
                    </a:lnTo>
                    <a:lnTo>
                      <a:pt x="26385" y="45406"/>
                    </a:lnTo>
                    <a:lnTo>
                      <a:pt x="24167" y="45956"/>
                    </a:lnTo>
                    <a:cubicBezTo>
                      <a:pt x="23812" y="46931"/>
                      <a:pt x="24007" y="48085"/>
                      <a:pt x="22553" y="48564"/>
                    </a:cubicBezTo>
                    <a:cubicBezTo>
                      <a:pt x="22259" y="48659"/>
                      <a:pt x="21992" y="48700"/>
                      <a:pt x="21745" y="48700"/>
                    </a:cubicBezTo>
                    <a:cubicBezTo>
                      <a:pt x="20706" y="48700"/>
                      <a:pt x="20016" y="47976"/>
                      <a:pt x="19199" y="47517"/>
                    </a:cubicBezTo>
                    <a:lnTo>
                      <a:pt x="17851" y="42123"/>
                    </a:lnTo>
                    <a:cubicBezTo>
                      <a:pt x="19459" y="40109"/>
                      <a:pt x="19754" y="39740"/>
                      <a:pt x="21393" y="39740"/>
                    </a:cubicBezTo>
                    <a:cubicBezTo>
                      <a:pt x="21761" y="39740"/>
                      <a:pt x="22197" y="39758"/>
                      <a:pt x="22730" y="39781"/>
                    </a:cubicBezTo>
                    <a:lnTo>
                      <a:pt x="22890" y="38237"/>
                    </a:lnTo>
                    <a:lnTo>
                      <a:pt x="27042" y="38113"/>
                    </a:lnTo>
                    <a:lnTo>
                      <a:pt x="30324" y="41786"/>
                    </a:lnTo>
                    <a:cubicBezTo>
                      <a:pt x="30679" y="39550"/>
                      <a:pt x="29064" y="38290"/>
                      <a:pt x="28532" y="36374"/>
                    </a:cubicBezTo>
                    <a:cubicBezTo>
                      <a:pt x="29366" y="35363"/>
                      <a:pt x="30324" y="34280"/>
                      <a:pt x="31229" y="33163"/>
                    </a:cubicBezTo>
                    <a:cubicBezTo>
                      <a:pt x="32045" y="32133"/>
                      <a:pt x="31974" y="31885"/>
                      <a:pt x="30644" y="30359"/>
                    </a:cubicBezTo>
                    <a:cubicBezTo>
                      <a:pt x="31105" y="29916"/>
                      <a:pt x="31886" y="29490"/>
                      <a:pt x="31957" y="28993"/>
                    </a:cubicBezTo>
                    <a:cubicBezTo>
                      <a:pt x="32152" y="27378"/>
                      <a:pt x="33411" y="26757"/>
                      <a:pt x="34441" y="25906"/>
                    </a:cubicBezTo>
                    <a:lnTo>
                      <a:pt x="34245" y="24273"/>
                    </a:lnTo>
                    <a:lnTo>
                      <a:pt x="36588" y="22996"/>
                    </a:lnTo>
                    <a:lnTo>
                      <a:pt x="37120" y="24096"/>
                    </a:lnTo>
                    <a:lnTo>
                      <a:pt x="40438" y="20849"/>
                    </a:lnTo>
                    <a:lnTo>
                      <a:pt x="40048" y="20387"/>
                    </a:lnTo>
                    <a:lnTo>
                      <a:pt x="38184" y="21700"/>
                    </a:lnTo>
                    <a:lnTo>
                      <a:pt x="36410" y="20547"/>
                    </a:lnTo>
                    <a:cubicBezTo>
                      <a:pt x="37315" y="19429"/>
                      <a:pt x="38309" y="18631"/>
                      <a:pt x="38752" y="17584"/>
                    </a:cubicBezTo>
                    <a:cubicBezTo>
                      <a:pt x="39285" y="16377"/>
                      <a:pt x="40686" y="16271"/>
                      <a:pt x="41378" y="15295"/>
                    </a:cubicBezTo>
                    <a:cubicBezTo>
                      <a:pt x="40314" y="14177"/>
                      <a:pt x="39285" y="13663"/>
                      <a:pt x="37989" y="13521"/>
                    </a:cubicBezTo>
                    <a:cubicBezTo>
                      <a:pt x="37031" y="13467"/>
                      <a:pt x="36162" y="12971"/>
                      <a:pt x="35647" y="12154"/>
                    </a:cubicBezTo>
                    <a:cubicBezTo>
                      <a:pt x="35257" y="11622"/>
                      <a:pt x="34813" y="11161"/>
                      <a:pt x="34281" y="10770"/>
                    </a:cubicBezTo>
                    <a:cubicBezTo>
                      <a:pt x="34068" y="10593"/>
                      <a:pt x="33678" y="10628"/>
                      <a:pt x="33323" y="10557"/>
                    </a:cubicBezTo>
                    <a:lnTo>
                      <a:pt x="32773" y="12509"/>
                    </a:lnTo>
                    <a:cubicBezTo>
                      <a:pt x="31022" y="12013"/>
                      <a:pt x="29978" y="9739"/>
                      <a:pt x="28235" y="9739"/>
                    </a:cubicBezTo>
                    <a:cubicBezTo>
                      <a:pt x="27735" y="9739"/>
                      <a:pt x="27176" y="9927"/>
                      <a:pt x="26527" y="10398"/>
                    </a:cubicBezTo>
                    <a:cubicBezTo>
                      <a:pt x="26793" y="11711"/>
                      <a:pt x="25942" y="13290"/>
                      <a:pt x="27343" y="14479"/>
                    </a:cubicBezTo>
                    <a:cubicBezTo>
                      <a:pt x="27538" y="14638"/>
                      <a:pt x="27609" y="15295"/>
                      <a:pt x="27485" y="15419"/>
                    </a:cubicBezTo>
                    <a:cubicBezTo>
                      <a:pt x="26154" y="16590"/>
                      <a:pt x="27095" y="18169"/>
                      <a:pt x="26935" y="19447"/>
                    </a:cubicBezTo>
                    <a:cubicBezTo>
                      <a:pt x="26757" y="19471"/>
                      <a:pt x="26594" y="19483"/>
                      <a:pt x="26444" y="19483"/>
                    </a:cubicBezTo>
                    <a:cubicBezTo>
                      <a:pt x="24534" y="19483"/>
                      <a:pt x="24803" y="17604"/>
                      <a:pt x="24309" y="16732"/>
                    </a:cubicBezTo>
                    <a:cubicBezTo>
                      <a:pt x="23538" y="16756"/>
                      <a:pt x="22881" y="16829"/>
                      <a:pt x="22272" y="16829"/>
                    </a:cubicBezTo>
                    <a:cubicBezTo>
                      <a:pt x="21985" y="16829"/>
                      <a:pt x="21708" y="16813"/>
                      <a:pt x="21435" y="16768"/>
                    </a:cubicBezTo>
                    <a:cubicBezTo>
                      <a:pt x="20583" y="16626"/>
                      <a:pt x="19767" y="16235"/>
                      <a:pt x="18968" y="15880"/>
                    </a:cubicBezTo>
                    <a:cubicBezTo>
                      <a:pt x="18099" y="15508"/>
                      <a:pt x="17904" y="14745"/>
                      <a:pt x="18117" y="13929"/>
                    </a:cubicBezTo>
                    <a:cubicBezTo>
                      <a:pt x="18489" y="12562"/>
                      <a:pt x="19820" y="11799"/>
                      <a:pt x="20317" y="10433"/>
                    </a:cubicBezTo>
                    <a:cubicBezTo>
                      <a:pt x="20420" y="10159"/>
                      <a:pt x="20643" y="10069"/>
                      <a:pt x="20926" y="10069"/>
                    </a:cubicBezTo>
                    <a:cubicBezTo>
                      <a:pt x="21466" y="10069"/>
                      <a:pt x="22224" y="10398"/>
                      <a:pt x="22783" y="10398"/>
                    </a:cubicBezTo>
                    <a:cubicBezTo>
                      <a:pt x="23422" y="10398"/>
                      <a:pt x="24078" y="10114"/>
                      <a:pt x="25445" y="9777"/>
                    </a:cubicBezTo>
                    <a:lnTo>
                      <a:pt x="22925" y="8836"/>
                    </a:lnTo>
                    <a:cubicBezTo>
                      <a:pt x="23351" y="8002"/>
                      <a:pt x="23759" y="7435"/>
                      <a:pt x="23972" y="6796"/>
                    </a:cubicBezTo>
                    <a:cubicBezTo>
                      <a:pt x="24489" y="5333"/>
                      <a:pt x="24808" y="4715"/>
                      <a:pt x="25467" y="4715"/>
                    </a:cubicBezTo>
                    <a:cubicBezTo>
                      <a:pt x="25870" y="4715"/>
                      <a:pt x="26401" y="4947"/>
                      <a:pt x="27184" y="5359"/>
                    </a:cubicBezTo>
                    <a:cubicBezTo>
                      <a:pt x="27485" y="5518"/>
                      <a:pt x="27787" y="5713"/>
                      <a:pt x="28177" y="5944"/>
                    </a:cubicBezTo>
                    <a:lnTo>
                      <a:pt x="26012" y="8694"/>
                    </a:lnTo>
                    <a:cubicBezTo>
                      <a:pt x="26754" y="8600"/>
                      <a:pt x="27262" y="8535"/>
                      <a:pt x="27696" y="8535"/>
                    </a:cubicBezTo>
                    <a:cubicBezTo>
                      <a:pt x="28642" y="8535"/>
                      <a:pt x="29231" y="8844"/>
                      <a:pt x="31105" y="9830"/>
                    </a:cubicBezTo>
                    <a:lnTo>
                      <a:pt x="32844" y="8304"/>
                    </a:lnTo>
                    <a:lnTo>
                      <a:pt x="31886" y="7346"/>
                    </a:lnTo>
                    <a:lnTo>
                      <a:pt x="32861" y="5341"/>
                    </a:lnTo>
                    <a:lnTo>
                      <a:pt x="25232" y="2005"/>
                    </a:lnTo>
                    <a:lnTo>
                      <a:pt x="21577" y="2733"/>
                    </a:lnTo>
                    <a:lnTo>
                      <a:pt x="21452" y="2218"/>
                    </a:lnTo>
                    <a:lnTo>
                      <a:pt x="24540" y="1437"/>
                    </a:lnTo>
                    <a:lnTo>
                      <a:pt x="25072" y="0"/>
                    </a:ln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779" name="Google Shape;7779;p36"/>
              <p:cNvSpPr/>
              <p:nvPr/>
            </p:nvSpPr>
            <p:spPr>
              <a:xfrm>
                <a:off x="6913100" y="3367694"/>
                <a:ext cx="190537" cy="212659"/>
              </a:xfrm>
              <a:custGeom>
                <a:rect b="b" l="l" r="r" t="t"/>
                <a:pathLst>
                  <a:path extrusionOk="0" h="36872" w="33022">
                    <a:moveTo>
                      <a:pt x="11233" y="0"/>
                    </a:moveTo>
                    <a:cubicBezTo>
                      <a:pt x="10639" y="505"/>
                      <a:pt x="10418" y="1084"/>
                      <a:pt x="9687" y="1084"/>
                    </a:cubicBezTo>
                    <a:cubicBezTo>
                      <a:pt x="9544" y="1084"/>
                      <a:pt x="9381" y="1061"/>
                      <a:pt x="9192" y="1012"/>
                    </a:cubicBezTo>
                    <a:cubicBezTo>
                      <a:pt x="8542" y="845"/>
                      <a:pt x="7805" y="576"/>
                      <a:pt x="7089" y="576"/>
                    </a:cubicBezTo>
                    <a:cubicBezTo>
                      <a:pt x="6437" y="576"/>
                      <a:pt x="5804" y="799"/>
                      <a:pt x="5271" y="1526"/>
                    </a:cubicBezTo>
                    <a:lnTo>
                      <a:pt x="4632" y="231"/>
                    </a:lnTo>
                    <a:cubicBezTo>
                      <a:pt x="3940" y="1030"/>
                      <a:pt x="3780" y="2165"/>
                      <a:pt x="2591" y="2325"/>
                    </a:cubicBezTo>
                    <a:cubicBezTo>
                      <a:pt x="1208" y="2502"/>
                      <a:pt x="2538" y="4649"/>
                      <a:pt x="959" y="4844"/>
                    </a:cubicBezTo>
                    <a:lnTo>
                      <a:pt x="2006" y="8961"/>
                    </a:lnTo>
                    <a:lnTo>
                      <a:pt x="1" y="12190"/>
                    </a:lnTo>
                    <a:cubicBezTo>
                      <a:pt x="1190" y="12935"/>
                      <a:pt x="143" y="14302"/>
                      <a:pt x="640" y="15153"/>
                    </a:cubicBezTo>
                    <a:cubicBezTo>
                      <a:pt x="1882" y="15987"/>
                      <a:pt x="3071" y="16697"/>
                      <a:pt x="4135" y="17531"/>
                    </a:cubicBezTo>
                    <a:cubicBezTo>
                      <a:pt x="5058" y="18276"/>
                      <a:pt x="5732" y="19359"/>
                      <a:pt x="6726" y="19980"/>
                    </a:cubicBezTo>
                    <a:cubicBezTo>
                      <a:pt x="7808" y="20654"/>
                      <a:pt x="9121" y="20973"/>
                      <a:pt x="10044" y="21364"/>
                    </a:cubicBezTo>
                    <a:cubicBezTo>
                      <a:pt x="11250" y="25161"/>
                      <a:pt x="11587" y="28638"/>
                      <a:pt x="10878" y="32152"/>
                    </a:cubicBezTo>
                    <a:cubicBezTo>
                      <a:pt x="11091" y="32506"/>
                      <a:pt x="11623" y="32968"/>
                      <a:pt x="11605" y="33394"/>
                    </a:cubicBezTo>
                    <a:cubicBezTo>
                      <a:pt x="11552" y="34405"/>
                      <a:pt x="11605" y="35416"/>
                      <a:pt x="11783" y="36428"/>
                    </a:cubicBezTo>
                    <a:cubicBezTo>
                      <a:pt x="11800" y="36587"/>
                      <a:pt x="11836" y="36729"/>
                      <a:pt x="11871" y="36871"/>
                    </a:cubicBezTo>
                    <a:cubicBezTo>
                      <a:pt x="12634" y="36712"/>
                      <a:pt x="13379" y="36552"/>
                      <a:pt x="14125" y="36357"/>
                    </a:cubicBezTo>
                    <a:lnTo>
                      <a:pt x="14568" y="36233"/>
                    </a:lnTo>
                    <a:cubicBezTo>
                      <a:pt x="15172" y="34139"/>
                      <a:pt x="15828" y="32045"/>
                      <a:pt x="17798" y="30785"/>
                    </a:cubicBezTo>
                    <a:cubicBezTo>
                      <a:pt x="18543" y="30324"/>
                      <a:pt x="18951" y="29845"/>
                      <a:pt x="19235" y="29117"/>
                    </a:cubicBezTo>
                    <a:cubicBezTo>
                      <a:pt x="19377" y="28763"/>
                      <a:pt x="19465" y="28230"/>
                      <a:pt x="19732" y="28124"/>
                    </a:cubicBezTo>
                    <a:cubicBezTo>
                      <a:pt x="22233" y="27059"/>
                      <a:pt x="23334" y="24930"/>
                      <a:pt x="24008" y="22535"/>
                    </a:cubicBezTo>
                    <a:cubicBezTo>
                      <a:pt x="24345" y="21346"/>
                      <a:pt x="25232" y="20423"/>
                      <a:pt x="26403" y="20051"/>
                    </a:cubicBezTo>
                    <a:cubicBezTo>
                      <a:pt x="28550" y="19447"/>
                      <a:pt x="29065" y="17904"/>
                      <a:pt x="29615" y="16147"/>
                    </a:cubicBezTo>
                    <a:cubicBezTo>
                      <a:pt x="30449" y="13503"/>
                      <a:pt x="30999" y="10735"/>
                      <a:pt x="32844" y="8517"/>
                    </a:cubicBezTo>
                    <a:cubicBezTo>
                      <a:pt x="32933" y="8429"/>
                      <a:pt x="32986" y="8340"/>
                      <a:pt x="33021" y="8216"/>
                    </a:cubicBezTo>
                    <a:cubicBezTo>
                      <a:pt x="33021" y="7683"/>
                      <a:pt x="33021" y="7133"/>
                      <a:pt x="33021" y="6424"/>
                    </a:cubicBezTo>
                    <a:cubicBezTo>
                      <a:pt x="32898" y="6449"/>
                      <a:pt x="32778" y="6461"/>
                      <a:pt x="32662" y="6461"/>
                    </a:cubicBezTo>
                    <a:cubicBezTo>
                      <a:pt x="31610" y="6461"/>
                      <a:pt x="30838" y="5512"/>
                      <a:pt x="29835" y="5512"/>
                    </a:cubicBezTo>
                    <a:cubicBezTo>
                      <a:pt x="29647" y="5512"/>
                      <a:pt x="29450" y="5546"/>
                      <a:pt x="29242" y="5625"/>
                    </a:cubicBezTo>
                    <a:cubicBezTo>
                      <a:pt x="28763" y="5810"/>
                      <a:pt x="28295" y="5881"/>
                      <a:pt x="27833" y="5881"/>
                    </a:cubicBezTo>
                    <a:cubicBezTo>
                      <a:pt x="27010" y="5881"/>
                      <a:pt x="26203" y="5659"/>
                      <a:pt x="25374" y="5465"/>
                    </a:cubicBezTo>
                    <a:cubicBezTo>
                      <a:pt x="25322" y="5454"/>
                      <a:pt x="25270" y="5449"/>
                      <a:pt x="25215" y="5449"/>
                    </a:cubicBezTo>
                    <a:cubicBezTo>
                      <a:pt x="24767" y="5449"/>
                      <a:pt x="24231" y="5812"/>
                      <a:pt x="23582" y="6033"/>
                    </a:cubicBezTo>
                    <a:lnTo>
                      <a:pt x="20637" y="2112"/>
                    </a:lnTo>
                    <a:lnTo>
                      <a:pt x="16467" y="2201"/>
                    </a:lnTo>
                    <a:lnTo>
                      <a:pt x="11233" y="0"/>
                    </a:ln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780" name="Google Shape;7780;p36"/>
              <p:cNvSpPr/>
              <p:nvPr/>
            </p:nvSpPr>
            <p:spPr>
              <a:xfrm>
                <a:off x="7135734" y="3186037"/>
                <a:ext cx="58058" cy="152383"/>
              </a:xfrm>
              <a:custGeom>
                <a:rect b="b" l="l" r="r" t="t"/>
                <a:pathLst>
                  <a:path extrusionOk="0" h="26421" w="10062">
                    <a:moveTo>
                      <a:pt x="2520" y="1"/>
                    </a:moveTo>
                    <a:lnTo>
                      <a:pt x="2254" y="19"/>
                    </a:lnTo>
                    <a:cubicBezTo>
                      <a:pt x="2077" y="515"/>
                      <a:pt x="2041" y="1474"/>
                      <a:pt x="1545" y="1864"/>
                    </a:cubicBezTo>
                    <a:cubicBezTo>
                      <a:pt x="107" y="3035"/>
                      <a:pt x="214" y="4401"/>
                      <a:pt x="586" y="5927"/>
                    </a:cubicBezTo>
                    <a:cubicBezTo>
                      <a:pt x="746" y="6566"/>
                      <a:pt x="1012" y="7311"/>
                      <a:pt x="835" y="7897"/>
                    </a:cubicBezTo>
                    <a:cubicBezTo>
                      <a:pt x="1" y="10523"/>
                      <a:pt x="799" y="13202"/>
                      <a:pt x="72" y="15917"/>
                    </a:cubicBezTo>
                    <a:lnTo>
                      <a:pt x="1686" y="15846"/>
                    </a:lnTo>
                    <a:cubicBezTo>
                      <a:pt x="1811" y="17177"/>
                      <a:pt x="2698" y="18241"/>
                      <a:pt x="1970" y="19590"/>
                    </a:cubicBezTo>
                    <a:cubicBezTo>
                      <a:pt x="1740" y="20051"/>
                      <a:pt x="2024" y="21293"/>
                      <a:pt x="2414" y="21506"/>
                    </a:cubicBezTo>
                    <a:cubicBezTo>
                      <a:pt x="4596" y="22642"/>
                      <a:pt x="4632" y="25587"/>
                      <a:pt x="6885" y="26421"/>
                    </a:cubicBezTo>
                    <a:lnTo>
                      <a:pt x="10061" y="24079"/>
                    </a:lnTo>
                    <a:cubicBezTo>
                      <a:pt x="9973" y="15491"/>
                      <a:pt x="7364" y="7098"/>
                      <a:pt x="2520" y="1"/>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781" name="Google Shape;7781;p36"/>
              <p:cNvSpPr/>
              <p:nvPr/>
            </p:nvSpPr>
            <p:spPr>
              <a:xfrm>
                <a:off x="6870416" y="3332822"/>
                <a:ext cx="47510" cy="11685"/>
              </a:xfrm>
              <a:custGeom>
                <a:rect b="b" l="l" r="r" t="t"/>
                <a:pathLst>
                  <a:path extrusionOk="0" h="2026" w="8234">
                    <a:moveTo>
                      <a:pt x="3405" y="1"/>
                    </a:moveTo>
                    <a:cubicBezTo>
                      <a:pt x="2255" y="1"/>
                      <a:pt x="1201" y="655"/>
                      <a:pt x="1" y="919"/>
                    </a:cubicBezTo>
                    <a:cubicBezTo>
                      <a:pt x="371" y="1711"/>
                      <a:pt x="675" y="1974"/>
                      <a:pt x="943" y="1974"/>
                    </a:cubicBezTo>
                    <a:cubicBezTo>
                      <a:pt x="1419" y="1974"/>
                      <a:pt x="1781" y="1142"/>
                      <a:pt x="2201" y="972"/>
                    </a:cubicBezTo>
                    <a:cubicBezTo>
                      <a:pt x="2266" y="967"/>
                      <a:pt x="2330" y="964"/>
                      <a:pt x="2394" y="964"/>
                    </a:cubicBezTo>
                    <a:cubicBezTo>
                      <a:pt x="3717" y="964"/>
                      <a:pt x="4976" y="2025"/>
                      <a:pt x="6356" y="2025"/>
                    </a:cubicBezTo>
                    <a:cubicBezTo>
                      <a:pt x="6954" y="2025"/>
                      <a:pt x="7575" y="1826"/>
                      <a:pt x="8234" y="1256"/>
                    </a:cubicBezTo>
                    <a:cubicBezTo>
                      <a:pt x="7932" y="936"/>
                      <a:pt x="7684" y="440"/>
                      <a:pt x="7400" y="422"/>
                    </a:cubicBezTo>
                    <a:cubicBezTo>
                      <a:pt x="7374" y="421"/>
                      <a:pt x="7348" y="420"/>
                      <a:pt x="7322" y="420"/>
                    </a:cubicBezTo>
                    <a:cubicBezTo>
                      <a:pt x="6763" y="420"/>
                      <a:pt x="6090" y="679"/>
                      <a:pt x="5591" y="679"/>
                    </a:cubicBezTo>
                    <a:cubicBezTo>
                      <a:pt x="5418" y="679"/>
                      <a:pt x="5266" y="648"/>
                      <a:pt x="5147" y="564"/>
                    </a:cubicBezTo>
                    <a:cubicBezTo>
                      <a:pt x="4527" y="150"/>
                      <a:pt x="3955" y="1"/>
                      <a:pt x="3405" y="1"/>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782" name="Google Shape;7782;p36"/>
              <p:cNvSpPr/>
              <p:nvPr/>
            </p:nvSpPr>
            <p:spPr>
              <a:xfrm>
                <a:off x="6925590" y="3336277"/>
                <a:ext cx="38094" cy="14228"/>
              </a:xfrm>
              <a:custGeom>
                <a:rect b="b" l="l" r="r" t="t"/>
                <a:pathLst>
                  <a:path extrusionOk="0" h="2467" w="6602">
                    <a:moveTo>
                      <a:pt x="6601" y="0"/>
                    </a:moveTo>
                    <a:cubicBezTo>
                      <a:pt x="4188" y="231"/>
                      <a:pt x="2254" y="391"/>
                      <a:pt x="338" y="604"/>
                    </a:cubicBezTo>
                    <a:cubicBezTo>
                      <a:pt x="231" y="621"/>
                      <a:pt x="160" y="976"/>
                      <a:pt x="1" y="1384"/>
                    </a:cubicBezTo>
                    <a:lnTo>
                      <a:pt x="1438" y="2467"/>
                    </a:lnTo>
                    <a:cubicBezTo>
                      <a:pt x="2573" y="621"/>
                      <a:pt x="4862" y="1491"/>
                      <a:pt x="6601" y="0"/>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7783" name="Google Shape;7783;p36"/>
            <p:cNvSpPr/>
            <p:nvPr/>
          </p:nvSpPr>
          <p:spPr>
            <a:xfrm>
              <a:off x="6867451" y="3073651"/>
              <a:ext cx="102383" cy="56919"/>
            </a:xfrm>
            <a:custGeom>
              <a:rect b="b" l="l" r="r" t="t"/>
              <a:pathLst>
                <a:path extrusionOk="0" h="9869" w="17744">
                  <a:moveTo>
                    <a:pt x="11775" y="1"/>
                  </a:moveTo>
                  <a:cubicBezTo>
                    <a:pt x="7969" y="1"/>
                    <a:pt x="4175" y="474"/>
                    <a:pt x="479" y="1405"/>
                  </a:cubicBezTo>
                  <a:lnTo>
                    <a:pt x="0" y="1530"/>
                  </a:lnTo>
                  <a:cubicBezTo>
                    <a:pt x="266" y="1749"/>
                    <a:pt x="570" y="1886"/>
                    <a:pt x="955" y="1886"/>
                  </a:cubicBezTo>
                  <a:cubicBezTo>
                    <a:pt x="1161" y="1886"/>
                    <a:pt x="1391" y="1847"/>
                    <a:pt x="1651" y="1760"/>
                  </a:cubicBezTo>
                  <a:cubicBezTo>
                    <a:pt x="2029" y="1630"/>
                    <a:pt x="2392" y="1564"/>
                    <a:pt x="2739" y="1564"/>
                  </a:cubicBezTo>
                  <a:cubicBezTo>
                    <a:pt x="3580" y="1564"/>
                    <a:pt x="4337" y="1950"/>
                    <a:pt x="5040" y="2754"/>
                  </a:cubicBezTo>
                  <a:cubicBezTo>
                    <a:pt x="5749" y="3588"/>
                    <a:pt x="7204" y="3428"/>
                    <a:pt x="7967" y="4422"/>
                  </a:cubicBezTo>
                  <a:cubicBezTo>
                    <a:pt x="8017" y="4486"/>
                    <a:pt x="8125" y="4504"/>
                    <a:pt x="8257" y="4504"/>
                  </a:cubicBezTo>
                  <a:cubicBezTo>
                    <a:pt x="8429" y="4504"/>
                    <a:pt x="8642" y="4473"/>
                    <a:pt x="8821" y="4473"/>
                  </a:cubicBezTo>
                  <a:cubicBezTo>
                    <a:pt x="8844" y="4473"/>
                    <a:pt x="8868" y="4474"/>
                    <a:pt x="8890" y="4475"/>
                  </a:cubicBezTo>
                  <a:lnTo>
                    <a:pt x="8233" y="6054"/>
                  </a:lnTo>
                  <a:cubicBezTo>
                    <a:pt x="9475" y="6533"/>
                    <a:pt x="11019" y="6640"/>
                    <a:pt x="11605" y="7420"/>
                  </a:cubicBezTo>
                  <a:cubicBezTo>
                    <a:pt x="13095" y="9479"/>
                    <a:pt x="15065" y="9745"/>
                    <a:pt x="17744" y="9869"/>
                  </a:cubicBezTo>
                  <a:cubicBezTo>
                    <a:pt x="17105" y="8982"/>
                    <a:pt x="16271" y="8325"/>
                    <a:pt x="16342" y="7828"/>
                  </a:cubicBezTo>
                  <a:cubicBezTo>
                    <a:pt x="16502" y="6888"/>
                    <a:pt x="16892" y="6125"/>
                    <a:pt x="15632" y="5717"/>
                  </a:cubicBezTo>
                  <a:lnTo>
                    <a:pt x="16857" y="4706"/>
                  </a:lnTo>
                  <a:lnTo>
                    <a:pt x="16484" y="3215"/>
                  </a:lnTo>
                  <a:cubicBezTo>
                    <a:pt x="16786" y="3073"/>
                    <a:pt x="17123" y="3002"/>
                    <a:pt x="17336" y="2772"/>
                  </a:cubicBezTo>
                  <a:cubicBezTo>
                    <a:pt x="17531" y="2559"/>
                    <a:pt x="17549" y="2222"/>
                    <a:pt x="17744" y="1689"/>
                  </a:cubicBezTo>
                  <a:cubicBezTo>
                    <a:pt x="16928" y="1441"/>
                    <a:pt x="16218" y="1281"/>
                    <a:pt x="15579" y="660"/>
                  </a:cubicBezTo>
                  <a:cubicBezTo>
                    <a:pt x="15384" y="465"/>
                    <a:pt x="15171" y="270"/>
                    <a:pt x="14940" y="110"/>
                  </a:cubicBezTo>
                  <a:cubicBezTo>
                    <a:pt x="13885" y="37"/>
                    <a:pt x="12830" y="1"/>
                    <a:pt x="11775" y="1"/>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784" name="Google Shape;7784;p36"/>
            <p:cNvSpPr/>
            <p:nvPr/>
          </p:nvSpPr>
          <p:spPr>
            <a:xfrm>
              <a:off x="7069097" y="3119476"/>
              <a:ext cx="78535" cy="76898"/>
            </a:xfrm>
            <a:custGeom>
              <a:rect b="b" l="l" r="r" t="t"/>
              <a:pathLst>
                <a:path extrusionOk="0" h="13333" w="13611">
                  <a:moveTo>
                    <a:pt x="1947" y="1"/>
                  </a:moveTo>
                  <a:cubicBezTo>
                    <a:pt x="1321" y="1"/>
                    <a:pt x="678" y="263"/>
                    <a:pt x="1" y="842"/>
                  </a:cubicBezTo>
                  <a:lnTo>
                    <a:pt x="1420" y="2634"/>
                  </a:lnTo>
                  <a:lnTo>
                    <a:pt x="5856" y="2829"/>
                  </a:lnTo>
                  <a:lnTo>
                    <a:pt x="5342" y="5224"/>
                  </a:lnTo>
                  <a:lnTo>
                    <a:pt x="8802" y="7105"/>
                  </a:lnTo>
                  <a:lnTo>
                    <a:pt x="7453" y="8702"/>
                  </a:lnTo>
                  <a:lnTo>
                    <a:pt x="9884" y="12925"/>
                  </a:lnTo>
                  <a:lnTo>
                    <a:pt x="12386" y="13333"/>
                  </a:lnTo>
                  <a:cubicBezTo>
                    <a:pt x="11889" y="12109"/>
                    <a:pt x="13610" y="10813"/>
                    <a:pt x="11694" y="9891"/>
                  </a:cubicBezTo>
                  <a:cubicBezTo>
                    <a:pt x="11605" y="9181"/>
                    <a:pt x="11232" y="8436"/>
                    <a:pt x="11179" y="7726"/>
                  </a:cubicBezTo>
                  <a:cubicBezTo>
                    <a:pt x="8713" y="4852"/>
                    <a:pt x="5892" y="2297"/>
                    <a:pt x="2769" y="150"/>
                  </a:cubicBezTo>
                  <a:cubicBezTo>
                    <a:pt x="2497" y="52"/>
                    <a:pt x="2224" y="1"/>
                    <a:pt x="1947" y="1"/>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785" name="Google Shape;7785;p36"/>
            <p:cNvSpPr/>
            <p:nvPr/>
          </p:nvSpPr>
          <p:spPr>
            <a:xfrm>
              <a:off x="6946266" y="3181844"/>
              <a:ext cx="21095" cy="14742"/>
            </a:xfrm>
            <a:custGeom>
              <a:rect b="b" l="l" r="r" t="t"/>
              <a:pathLst>
                <a:path extrusionOk="0" h="2556" w="3656">
                  <a:moveTo>
                    <a:pt x="498" y="0"/>
                  </a:moveTo>
                  <a:cubicBezTo>
                    <a:pt x="444" y="426"/>
                    <a:pt x="373" y="852"/>
                    <a:pt x="302" y="1278"/>
                  </a:cubicBezTo>
                  <a:cubicBezTo>
                    <a:pt x="231" y="1686"/>
                    <a:pt x="107" y="2076"/>
                    <a:pt x="1" y="2555"/>
                  </a:cubicBezTo>
                  <a:lnTo>
                    <a:pt x="3656" y="2467"/>
                  </a:lnTo>
                  <a:lnTo>
                    <a:pt x="3319" y="1100"/>
                  </a:lnTo>
                  <a:lnTo>
                    <a:pt x="498" y="0"/>
                  </a:ln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7786" name="Google Shape;7786;p36"/>
          <p:cNvSpPr/>
          <p:nvPr/>
        </p:nvSpPr>
        <p:spPr>
          <a:xfrm>
            <a:off x="6986051" y="2935281"/>
            <a:ext cx="24269" cy="11004"/>
          </a:xfrm>
          <a:custGeom>
            <a:rect b="b" l="l" r="r" t="t"/>
            <a:pathLst>
              <a:path extrusionOk="0" h="1908" w="4206">
                <a:moveTo>
                  <a:pt x="2533" y="1"/>
                </a:moveTo>
                <a:cubicBezTo>
                  <a:pt x="1985" y="1"/>
                  <a:pt x="1354" y="226"/>
                  <a:pt x="0" y="709"/>
                </a:cubicBezTo>
                <a:cubicBezTo>
                  <a:pt x="1204" y="1500"/>
                  <a:pt x="1825" y="1908"/>
                  <a:pt x="2340" y="1908"/>
                </a:cubicBezTo>
                <a:cubicBezTo>
                  <a:pt x="2889" y="1908"/>
                  <a:pt x="3319" y="1447"/>
                  <a:pt x="4206" y="496"/>
                </a:cubicBezTo>
                <a:cubicBezTo>
                  <a:pt x="3427" y="173"/>
                  <a:pt x="3012" y="1"/>
                  <a:pt x="2533" y="1"/>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nvGrpSpPr>
          <p:cNvPr id="7787" name="Google Shape;7787;p36"/>
          <p:cNvGrpSpPr/>
          <p:nvPr/>
        </p:nvGrpSpPr>
        <p:grpSpPr>
          <a:xfrm>
            <a:off x="6649867" y="3561648"/>
            <a:ext cx="560631" cy="511352"/>
            <a:chOff x="6652154" y="3716623"/>
            <a:chExt cx="560631" cy="511352"/>
          </a:xfrm>
        </p:grpSpPr>
        <p:sp>
          <p:nvSpPr>
            <p:cNvPr id="7788" name="Google Shape;7788;p36"/>
            <p:cNvSpPr/>
            <p:nvPr/>
          </p:nvSpPr>
          <p:spPr>
            <a:xfrm>
              <a:off x="6652154" y="3716623"/>
              <a:ext cx="560631" cy="511352"/>
            </a:xfrm>
            <a:custGeom>
              <a:rect b="b" l="l" r="r" t="t"/>
              <a:pathLst>
                <a:path extrusionOk="0" h="88661" w="97163">
                  <a:moveTo>
                    <a:pt x="48942" y="1"/>
                  </a:moveTo>
                  <a:cubicBezTo>
                    <a:pt x="46560" y="1"/>
                    <a:pt x="44145" y="185"/>
                    <a:pt x="41715" y="565"/>
                  </a:cubicBezTo>
                  <a:cubicBezTo>
                    <a:pt x="16981" y="4433"/>
                    <a:pt x="0" y="27180"/>
                    <a:pt x="3779" y="51346"/>
                  </a:cubicBezTo>
                  <a:cubicBezTo>
                    <a:pt x="7187" y="73133"/>
                    <a:pt x="26312" y="88661"/>
                    <a:pt x="48182" y="88661"/>
                  </a:cubicBezTo>
                  <a:cubicBezTo>
                    <a:pt x="50571" y="88661"/>
                    <a:pt x="52993" y="88476"/>
                    <a:pt x="55431" y="88093"/>
                  </a:cubicBezTo>
                  <a:cubicBezTo>
                    <a:pt x="80165" y="84225"/>
                    <a:pt x="97163" y="61496"/>
                    <a:pt x="93366" y="37311"/>
                  </a:cubicBezTo>
                  <a:cubicBezTo>
                    <a:pt x="89958" y="15517"/>
                    <a:pt x="70820" y="1"/>
                    <a:pt x="48942" y="1"/>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nvGrpSpPr>
            <p:cNvPr id="7789" name="Google Shape;7789;p36"/>
            <p:cNvGrpSpPr/>
            <p:nvPr/>
          </p:nvGrpSpPr>
          <p:grpSpPr>
            <a:xfrm>
              <a:off x="6669657" y="3716715"/>
              <a:ext cx="466779" cy="464290"/>
              <a:chOff x="6669657" y="3716715"/>
              <a:chExt cx="466779" cy="464290"/>
            </a:xfrm>
          </p:grpSpPr>
          <p:sp>
            <p:nvSpPr>
              <p:cNvPr id="7790" name="Google Shape;7790;p36"/>
              <p:cNvSpPr/>
              <p:nvPr/>
            </p:nvSpPr>
            <p:spPr>
              <a:xfrm>
                <a:off x="6669657" y="3716715"/>
                <a:ext cx="386382" cy="464290"/>
              </a:xfrm>
              <a:custGeom>
                <a:rect b="b" l="l" r="r" t="t"/>
                <a:pathLst>
                  <a:path extrusionOk="0" h="80501" w="66964">
                    <a:moveTo>
                      <a:pt x="45863" y="0"/>
                    </a:moveTo>
                    <a:cubicBezTo>
                      <a:pt x="43461" y="0"/>
                      <a:pt x="41054" y="188"/>
                      <a:pt x="38663" y="566"/>
                    </a:cubicBezTo>
                    <a:cubicBezTo>
                      <a:pt x="20352" y="3441"/>
                      <a:pt x="6281" y="16660"/>
                      <a:pt x="1757" y="33161"/>
                    </a:cubicBezTo>
                    <a:lnTo>
                      <a:pt x="4081" y="32487"/>
                    </a:lnTo>
                    <a:lnTo>
                      <a:pt x="4081" y="32487"/>
                    </a:lnTo>
                    <a:cubicBezTo>
                      <a:pt x="4756" y="33871"/>
                      <a:pt x="3939" y="34971"/>
                      <a:pt x="3496" y="36213"/>
                    </a:cubicBezTo>
                    <a:cubicBezTo>
                      <a:pt x="3088" y="37384"/>
                      <a:pt x="2129" y="37207"/>
                      <a:pt x="1384" y="37295"/>
                    </a:cubicBezTo>
                    <a:cubicBezTo>
                      <a:pt x="1207" y="37313"/>
                      <a:pt x="1012" y="37348"/>
                      <a:pt x="816" y="37366"/>
                    </a:cubicBezTo>
                    <a:cubicBezTo>
                      <a:pt x="36" y="41997"/>
                      <a:pt x="0" y="46717"/>
                      <a:pt x="728" y="51348"/>
                    </a:cubicBezTo>
                    <a:cubicBezTo>
                      <a:pt x="2644" y="63591"/>
                      <a:pt x="9528" y="73847"/>
                      <a:pt x="19057" y="80501"/>
                    </a:cubicBezTo>
                    <a:cubicBezTo>
                      <a:pt x="18897" y="80217"/>
                      <a:pt x="18737" y="79950"/>
                      <a:pt x="18560" y="79684"/>
                    </a:cubicBezTo>
                    <a:cubicBezTo>
                      <a:pt x="18099" y="79010"/>
                      <a:pt x="17069" y="77928"/>
                      <a:pt x="17194" y="77768"/>
                    </a:cubicBezTo>
                    <a:cubicBezTo>
                      <a:pt x="18081" y="76703"/>
                      <a:pt x="16094" y="76632"/>
                      <a:pt x="16626" y="75834"/>
                    </a:cubicBezTo>
                    <a:cubicBezTo>
                      <a:pt x="15206" y="74876"/>
                      <a:pt x="14816" y="73652"/>
                      <a:pt x="15277" y="71948"/>
                    </a:cubicBezTo>
                    <a:cubicBezTo>
                      <a:pt x="15455" y="71292"/>
                      <a:pt x="15100" y="70529"/>
                      <a:pt x="14426" y="69854"/>
                    </a:cubicBezTo>
                    <a:cubicBezTo>
                      <a:pt x="13468" y="68896"/>
                      <a:pt x="12811" y="67601"/>
                      <a:pt x="12101" y="66394"/>
                    </a:cubicBezTo>
                    <a:cubicBezTo>
                      <a:pt x="11782" y="65862"/>
                      <a:pt x="11338" y="65152"/>
                      <a:pt x="11463" y="64620"/>
                    </a:cubicBezTo>
                    <a:cubicBezTo>
                      <a:pt x="11871" y="62739"/>
                      <a:pt x="12172" y="60734"/>
                      <a:pt x="13095" y="59102"/>
                    </a:cubicBezTo>
                    <a:cubicBezTo>
                      <a:pt x="14337" y="56919"/>
                      <a:pt x="14284" y="54914"/>
                      <a:pt x="13343" y="51969"/>
                    </a:cubicBezTo>
                    <a:lnTo>
                      <a:pt x="13343" y="51969"/>
                    </a:lnTo>
                    <a:cubicBezTo>
                      <a:pt x="12811" y="53619"/>
                      <a:pt x="11888" y="53229"/>
                      <a:pt x="11090" y="53353"/>
                    </a:cubicBezTo>
                    <a:cubicBezTo>
                      <a:pt x="10814" y="53401"/>
                      <a:pt x="10612" y="53439"/>
                      <a:pt x="10447" y="53439"/>
                    </a:cubicBezTo>
                    <a:cubicBezTo>
                      <a:pt x="9997" y="53439"/>
                      <a:pt x="9823" y="53151"/>
                      <a:pt x="9174" y="51969"/>
                    </a:cubicBezTo>
                    <a:cubicBezTo>
                      <a:pt x="7861" y="50763"/>
                      <a:pt x="6619" y="49485"/>
                      <a:pt x="5447" y="48136"/>
                    </a:cubicBezTo>
                    <a:cubicBezTo>
                      <a:pt x="5270" y="47853"/>
                      <a:pt x="5146" y="47551"/>
                      <a:pt x="5110" y="47214"/>
                    </a:cubicBezTo>
                    <a:cubicBezTo>
                      <a:pt x="4862" y="45759"/>
                      <a:pt x="4649" y="44304"/>
                      <a:pt x="4773" y="42796"/>
                    </a:cubicBezTo>
                    <a:lnTo>
                      <a:pt x="4773" y="42796"/>
                    </a:lnTo>
                    <a:lnTo>
                      <a:pt x="9653" y="51756"/>
                    </a:lnTo>
                    <a:cubicBezTo>
                      <a:pt x="11924" y="50745"/>
                      <a:pt x="13680" y="49201"/>
                      <a:pt x="15650" y="47995"/>
                    </a:cubicBezTo>
                    <a:cubicBezTo>
                      <a:pt x="17034" y="47161"/>
                      <a:pt x="17584" y="45954"/>
                      <a:pt x="18045" y="44606"/>
                    </a:cubicBezTo>
                    <a:cubicBezTo>
                      <a:pt x="18205" y="44109"/>
                      <a:pt x="18329" y="43594"/>
                      <a:pt x="18436" y="43080"/>
                    </a:cubicBezTo>
                    <a:lnTo>
                      <a:pt x="15597" y="40542"/>
                    </a:lnTo>
                    <a:lnTo>
                      <a:pt x="15224" y="41749"/>
                    </a:lnTo>
                    <a:cubicBezTo>
                      <a:pt x="14000" y="41092"/>
                      <a:pt x="12793" y="40507"/>
                      <a:pt x="11640" y="39833"/>
                    </a:cubicBezTo>
                    <a:cubicBezTo>
                      <a:pt x="10593" y="39212"/>
                      <a:pt x="10433" y="38395"/>
                      <a:pt x="11374" y="37082"/>
                    </a:cubicBezTo>
                    <a:lnTo>
                      <a:pt x="11374" y="37082"/>
                    </a:lnTo>
                    <a:cubicBezTo>
                      <a:pt x="12448" y="38789"/>
                      <a:pt x="13681" y="39825"/>
                      <a:pt x="15346" y="39825"/>
                    </a:cubicBezTo>
                    <a:cubicBezTo>
                      <a:pt x="15689" y="39825"/>
                      <a:pt x="16049" y="39781"/>
                      <a:pt x="16431" y="39691"/>
                    </a:cubicBezTo>
                    <a:cubicBezTo>
                      <a:pt x="16437" y="39689"/>
                      <a:pt x="16444" y="39688"/>
                      <a:pt x="16450" y="39688"/>
                    </a:cubicBezTo>
                    <a:cubicBezTo>
                      <a:pt x="16592" y="39688"/>
                      <a:pt x="16795" y="40029"/>
                      <a:pt x="16998" y="40063"/>
                    </a:cubicBezTo>
                    <a:cubicBezTo>
                      <a:pt x="17810" y="40257"/>
                      <a:pt x="18605" y="40492"/>
                      <a:pt x="19428" y="40492"/>
                    </a:cubicBezTo>
                    <a:cubicBezTo>
                      <a:pt x="19811" y="40492"/>
                      <a:pt x="20200" y="40441"/>
                      <a:pt x="20600" y="40312"/>
                    </a:cubicBezTo>
                    <a:cubicBezTo>
                      <a:pt x="21150" y="40152"/>
                      <a:pt x="21718" y="40045"/>
                      <a:pt x="22304" y="40010"/>
                    </a:cubicBezTo>
                    <a:cubicBezTo>
                      <a:pt x="24003" y="41489"/>
                      <a:pt x="25144" y="42940"/>
                      <a:pt x="27015" y="42940"/>
                    </a:cubicBezTo>
                    <a:cubicBezTo>
                      <a:pt x="27253" y="42940"/>
                      <a:pt x="27504" y="42917"/>
                      <a:pt x="27769" y="42867"/>
                    </a:cubicBezTo>
                    <a:cubicBezTo>
                      <a:pt x="27999" y="44251"/>
                      <a:pt x="27875" y="45564"/>
                      <a:pt x="28407" y="46486"/>
                    </a:cubicBezTo>
                    <a:cubicBezTo>
                      <a:pt x="29614" y="48616"/>
                      <a:pt x="31158" y="50532"/>
                      <a:pt x="32701" y="52732"/>
                    </a:cubicBezTo>
                    <a:lnTo>
                      <a:pt x="34600" y="50425"/>
                    </a:lnTo>
                    <a:lnTo>
                      <a:pt x="34103" y="47196"/>
                    </a:lnTo>
                    <a:cubicBezTo>
                      <a:pt x="34972" y="46096"/>
                      <a:pt x="36268" y="45173"/>
                      <a:pt x="36286" y="44251"/>
                    </a:cubicBezTo>
                    <a:cubicBezTo>
                      <a:pt x="36303" y="42707"/>
                      <a:pt x="38503" y="42955"/>
                      <a:pt x="38202" y="41394"/>
                    </a:cubicBezTo>
                    <a:cubicBezTo>
                      <a:pt x="38184" y="41305"/>
                      <a:pt x="39604" y="40986"/>
                      <a:pt x="40313" y="40702"/>
                    </a:cubicBezTo>
                    <a:cubicBezTo>
                      <a:pt x="40650" y="40560"/>
                      <a:pt x="40899" y="40223"/>
                      <a:pt x="41378" y="39797"/>
                    </a:cubicBezTo>
                    <a:lnTo>
                      <a:pt x="44785" y="44978"/>
                    </a:lnTo>
                    <a:lnTo>
                      <a:pt x="46630" y="43914"/>
                    </a:lnTo>
                    <a:cubicBezTo>
                      <a:pt x="47553" y="45102"/>
                      <a:pt x="46754" y="46699"/>
                      <a:pt x="48067" y="47480"/>
                    </a:cubicBezTo>
                    <a:cubicBezTo>
                      <a:pt x="47020" y="50124"/>
                      <a:pt x="48741" y="51508"/>
                      <a:pt x="50445" y="52980"/>
                    </a:cubicBezTo>
                    <a:cubicBezTo>
                      <a:pt x="50764" y="53247"/>
                      <a:pt x="50640" y="54010"/>
                      <a:pt x="50746" y="54684"/>
                    </a:cubicBezTo>
                    <a:cubicBezTo>
                      <a:pt x="49546" y="54279"/>
                      <a:pt x="48739" y="53108"/>
                      <a:pt x="47515" y="53108"/>
                    </a:cubicBezTo>
                    <a:cubicBezTo>
                      <a:pt x="47074" y="53108"/>
                      <a:pt x="46579" y="53260"/>
                      <a:pt x="45991" y="53655"/>
                    </a:cubicBezTo>
                    <a:cubicBezTo>
                      <a:pt x="46130" y="53637"/>
                      <a:pt x="46261" y="53629"/>
                      <a:pt x="46385" y="53629"/>
                    </a:cubicBezTo>
                    <a:cubicBezTo>
                      <a:pt x="47902" y="53629"/>
                      <a:pt x="48314" y="54868"/>
                      <a:pt x="48954" y="55606"/>
                    </a:cubicBezTo>
                    <a:cubicBezTo>
                      <a:pt x="49646" y="56387"/>
                      <a:pt x="51119" y="56937"/>
                      <a:pt x="50782" y="58712"/>
                    </a:cubicBezTo>
                    <a:cubicBezTo>
                      <a:pt x="50925" y="58653"/>
                      <a:pt x="51063" y="58628"/>
                      <a:pt x="51196" y="58628"/>
                    </a:cubicBezTo>
                    <a:cubicBezTo>
                      <a:pt x="52116" y="58628"/>
                      <a:pt x="52822" y="59846"/>
                      <a:pt x="53828" y="59846"/>
                    </a:cubicBezTo>
                    <a:cubicBezTo>
                      <a:pt x="54135" y="59846"/>
                      <a:pt x="54469" y="59733"/>
                      <a:pt x="54845" y="59439"/>
                    </a:cubicBezTo>
                    <a:lnTo>
                      <a:pt x="55431" y="57026"/>
                    </a:lnTo>
                    <a:cubicBezTo>
                      <a:pt x="55147" y="56955"/>
                      <a:pt x="54863" y="56902"/>
                      <a:pt x="54579" y="56849"/>
                    </a:cubicBezTo>
                    <a:cubicBezTo>
                      <a:pt x="53053" y="56760"/>
                      <a:pt x="51385" y="55819"/>
                      <a:pt x="51793" y="55269"/>
                    </a:cubicBezTo>
                    <a:lnTo>
                      <a:pt x="52787" y="54844"/>
                    </a:lnTo>
                    <a:lnTo>
                      <a:pt x="52414" y="52501"/>
                    </a:lnTo>
                    <a:cubicBezTo>
                      <a:pt x="48866" y="49893"/>
                      <a:pt x="48440" y="48917"/>
                      <a:pt x="49770" y="46291"/>
                    </a:cubicBezTo>
                    <a:lnTo>
                      <a:pt x="49770" y="46291"/>
                    </a:lnTo>
                    <a:cubicBezTo>
                      <a:pt x="50462" y="46859"/>
                      <a:pt x="51208" y="47338"/>
                      <a:pt x="51775" y="47977"/>
                    </a:cubicBezTo>
                    <a:cubicBezTo>
                      <a:pt x="52326" y="48562"/>
                      <a:pt x="52698" y="49325"/>
                      <a:pt x="53088" y="49929"/>
                    </a:cubicBezTo>
                    <a:lnTo>
                      <a:pt x="55821" y="46948"/>
                    </a:lnTo>
                    <a:lnTo>
                      <a:pt x="55200" y="42955"/>
                    </a:lnTo>
                    <a:lnTo>
                      <a:pt x="52805" y="41447"/>
                    </a:lnTo>
                    <a:lnTo>
                      <a:pt x="53585" y="38253"/>
                    </a:lnTo>
                    <a:lnTo>
                      <a:pt x="55111" y="39229"/>
                    </a:lnTo>
                    <a:cubicBezTo>
                      <a:pt x="55111" y="40045"/>
                      <a:pt x="55111" y="40542"/>
                      <a:pt x="55111" y="41039"/>
                    </a:cubicBezTo>
                    <a:lnTo>
                      <a:pt x="56300" y="41021"/>
                    </a:lnTo>
                    <a:lnTo>
                      <a:pt x="56034" y="38466"/>
                    </a:lnTo>
                    <a:cubicBezTo>
                      <a:pt x="59778" y="37011"/>
                      <a:pt x="60754" y="35876"/>
                      <a:pt x="62546" y="30925"/>
                    </a:cubicBezTo>
                    <a:lnTo>
                      <a:pt x="59370" y="25407"/>
                    </a:lnTo>
                    <a:lnTo>
                      <a:pt x="60754" y="24609"/>
                    </a:lnTo>
                    <a:cubicBezTo>
                      <a:pt x="60620" y="24079"/>
                      <a:pt x="60336" y="23926"/>
                      <a:pt x="59999" y="23926"/>
                    </a:cubicBezTo>
                    <a:cubicBezTo>
                      <a:pt x="59536" y="23926"/>
                      <a:pt x="58975" y="24215"/>
                      <a:pt x="58567" y="24215"/>
                    </a:cubicBezTo>
                    <a:cubicBezTo>
                      <a:pt x="58326" y="24215"/>
                      <a:pt x="58138" y="24114"/>
                      <a:pt x="58057" y="23792"/>
                    </a:cubicBezTo>
                    <a:lnTo>
                      <a:pt x="59316" y="21344"/>
                    </a:lnTo>
                    <a:lnTo>
                      <a:pt x="60062" y="22692"/>
                    </a:lnTo>
                    <a:lnTo>
                      <a:pt x="61286" y="21858"/>
                    </a:lnTo>
                    <a:lnTo>
                      <a:pt x="63504" y="23775"/>
                    </a:lnTo>
                    <a:lnTo>
                      <a:pt x="64178" y="27040"/>
                    </a:lnTo>
                    <a:cubicBezTo>
                      <a:pt x="64959" y="25993"/>
                      <a:pt x="65598" y="25478"/>
                      <a:pt x="65775" y="24822"/>
                    </a:cubicBezTo>
                    <a:cubicBezTo>
                      <a:pt x="66201" y="23367"/>
                      <a:pt x="64356" y="23225"/>
                      <a:pt x="64089" y="22515"/>
                    </a:cubicBezTo>
                    <a:lnTo>
                      <a:pt x="64444" y="18647"/>
                    </a:lnTo>
                    <a:cubicBezTo>
                      <a:pt x="66520" y="17955"/>
                      <a:pt x="66538" y="17902"/>
                      <a:pt x="66609" y="16305"/>
                    </a:cubicBezTo>
                    <a:cubicBezTo>
                      <a:pt x="66698" y="14229"/>
                      <a:pt x="66840" y="12171"/>
                      <a:pt x="66964" y="10059"/>
                    </a:cubicBezTo>
                    <a:cubicBezTo>
                      <a:pt x="65951" y="8994"/>
                      <a:pt x="64617" y="8884"/>
                      <a:pt x="63235" y="8884"/>
                    </a:cubicBezTo>
                    <a:cubicBezTo>
                      <a:pt x="62876" y="8884"/>
                      <a:pt x="62514" y="8891"/>
                      <a:pt x="62153" y="8891"/>
                    </a:cubicBezTo>
                    <a:cubicBezTo>
                      <a:pt x="62029" y="8891"/>
                      <a:pt x="61906" y="8890"/>
                      <a:pt x="61783" y="8888"/>
                    </a:cubicBezTo>
                    <a:cubicBezTo>
                      <a:pt x="61978" y="8001"/>
                      <a:pt x="62209" y="7362"/>
                      <a:pt x="62262" y="6741"/>
                    </a:cubicBezTo>
                    <a:cubicBezTo>
                      <a:pt x="62297" y="6102"/>
                      <a:pt x="62173" y="5464"/>
                      <a:pt x="62120" y="4701"/>
                    </a:cubicBezTo>
                    <a:lnTo>
                      <a:pt x="65119" y="4239"/>
                    </a:lnTo>
                    <a:cubicBezTo>
                      <a:pt x="59052" y="1427"/>
                      <a:pt x="52479" y="0"/>
                      <a:pt x="45863" y="0"/>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791" name="Google Shape;7791;p36"/>
              <p:cNvSpPr/>
              <p:nvPr/>
            </p:nvSpPr>
            <p:spPr>
              <a:xfrm>
                <a:off x="7010819" y="4061082"/>
                <a:ext cx="117645" cy="102137"/>
              </a:xfrm>
              <a:custGeom>
                <a:rect b="b" l="l" r="r" t="t"/>
                <a:pathLst>
                  <a:path extrusionOk="0" h="17709" w="20389">
                    <a:moveTo>
                      <a:pt x="17567" y="0"/>
                    </a:moveTo>
                    <a:lnTo>
                      <a:pt x="17567" y="0"/>
                    </a:lnTo>
                    <a:cubicBezTo>
                      <a:pt x="17070" y="1331"/>
                      <a:pt x="16644" y="2697"/>
                      <a:pt x="16307" y="4081"/>
                    </a:cubicBezTo>
                    <a:cubicBezTo>
                      <a:pt x="16278" y="4199"/>
                      <a:pt x="16114" y="4268"/>
                      <a:pt x="16100" y="4268"/>
                    </a:cubicBezTo>
                    <a:cubicBezTo>
                      <a:pt x="16097" y="4268"/>
                      <a:pt x="16100" y="4265"/>
                      <a:pt x="16112" y="4259"/>
                    </a:cubicBezTo>
                    <a:lnTo>
                      <a:pt x="13912" y="3034"/>
                    </a:lnTo>
                    <a:lnTo>
                      <a:pt x="14391" y="1437"/>
                    </a:lnTo>
                    <a:lnTo>
                      <a:pt x="12617" y="337"/>
                    </a:lnTo>
                    <a:cubicBezTo>
                      <a:pt x="12563" y="2112"/>
                      <a:pt x="10416" y="1970"/>
                      <a:pt x="10523" y="3655"/>
                    </a:cubicBezTo>
                    <a:cubicBezTo>
                      <a:pt x="10523" y="3709"/>
                      <a:pt x="10239" y="3797"/>
                      <a:pt x="10079" y="3815"/>
                    </a:cubicBezTo>
                    <a:cubicBezTo>
                      <a:pt x="8287" y="4028"/>
                      <a:pt x="8553" y="4418"/>
                      <a:pt x="7276" y="5305"/>
                    </a:cubicBezTo>
                    <a:cubicBezTo>
                      <a:pt x="5785" y="6352"/>
                      <a:pt x="5466" y="8730"/>
                      <a:pt x="3017" y="8765"/>
                    </a:cubicBezTo>
                    <a:cubicBezTo>
                      <a:pt x="2166" y="8783"/>
                      <a:pt x="1154" y="9919"/>
                      <a:pt x="569" y="10770"/>
                    </a:cubicBezTo>
                    <a:cubicBezTo>
                      <a:pt x="178" y="11356"/>
                      <a:pt x="1" y="12705"/>
                      <a:pt x="374" y="13095"/>
                    </a:cubicBezTo>
                    <a:cubicBezTo>
                      <a:pt x="1687" y="14443"/>
                      <a:pt x="746" y="15810"/>
                      <a:pt x="569" y="17708"/>
                    </a:cubicBezTo>
                    <a:cubicBezTo>
                      <a:pt x="3337" y="16519"/>
                      <a:pt x="5839" y="15668"/>
                      <a:pt x="8074" y="14213"/>
                    </a:cubicBezTo>
                    <a:lnTo>
                      <a:pt x="10558" y="15934"/>
                    </a:lnTo>
                    <a:lnTo>
                      <a:pt x="9866" y="17336"/>
                    </a:lnTo>
                    <a:cubicBezTo>
                      <a:pt x="11960" y="17300"/>
                      <a:pt x="13592" y="16998"/>
                      <a:pt x="14710" y="15508"/>
                    </a:cubicBezTo>
                    <a:cubicBezTo>
                      <a:pt x="16094" y="13645"/>
                      <a:pt x="17585" y="11835"/>
                      <a:pt x="18773" y="9866"/>
                    </a:cubicBezTo>
                    <a:cubicBezTo>
                      <a:pt x="19590" y="8482"/>
                      <a:pt x="20388" y="6885"/>
                      <a:pt x="18862" y="5305"/>
                    </a:cubicBezTo>
                    <a:cubicBezTo>
                      <a:pt x="18596" y="5039"/>
                      <a:pt x="18330" y="4330"/>
                      <a:pt x="18472" y="4099"/>
                    </a:cubicBezTo>
                    <a:cubicBezTo>
                      <a:pt x="19732" y="2307"/>
                      <a:pt x="17372" y="1491"/>
                      <a:pt x="17567" y="0"/>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792" name="Google Shape;7792;p36"/>
              <p:cNvSpPr/>
              <p:nvPr/>
            </p:nvSpPr>
            <p:spPr>
              <a:xfrm>
                <a:off x="6995058" y="4000087"/>
                <a:ext cx="41059" cy="51071"/>
              </a:xfrm>
              <a:custGeom>
                <a:rect b="b" l="l" r="r" t="t"/>
                <a:pathLst>
                  <a:path extrusionOk="0" h="8855" w="7116">
                    <a:moveTo>
                      <a:pt x="5359" y="0"/>
                    </a:moveTo>
                    <a:cubicBezTo>
                      <a:pt x="4649" y="976"/>
                      <a:pt x="3993" y="1774"/>
                      <a:pt x="3460" y="2644"/>
                    </a:cubicBezTo>
                    <a:cubicBezTo>
                      <a:pt x="2910" y="3513"/>
                      <a:pt x="1455" y="3638"/>
                      <a:pt x="1828" y="5181"/>
                    </a:cubicBezTo>
                    <a:cubicBezTo>
                      <a:pt x="1354" y="4803"/>
                      <a:pt x="1037" y="4660"/>
                      <a:pt x="815" y="4660"/>
                    </a:cubicBezTo>
                    <a:cubicBezTo>
                      <a:pt x="256" y="4660"/>
                      <a:pt x="305" y="5571"/>
                      <a:pt x="1" y="5926"/>
                    </a:cubicBezTo>
                    <a:cubicBezTo>
                      <a:pt x="1136" y="7417"/>
                      <a:pt x="1438" y="7577"/>
                      <a:pt x="5412" y="8854"/>
                    </a:cubicBezTo>
                    <a:cubicBezTo>
                      <a:pt x="5590" y="7896"/>
                      <a:pt x="5625" y="7239"/>
                      <a:pt x="5820" y="6636"/>
                    </a:cubicBezTo>
                    <a:cubicBezTo>
                      <a:pt x="6033" y="6015"/>
                      <a:pt x="6335" y="5430"/>
                      <a:pt x="6708" y="4880"/>
                    </a:cubicBezTo>
                    <a:cubicBezTo>
                      <a:pt x="7116" y="4294"/>
                      <a:pt x="5696" y="4170"/>
                      <a:pt x="6459" y="3354"/>
                    </a:cubicBezTo>
                    <a:cubicBezTo>
                      <a:pt x="6849" y="2928"/>
                      <a:pt x="6637" y="1686"/>
                      <a:pt x="6778" y="1384"/>
                    </a:cubicBezTo>
                    <a:cubicBezTo>
                      <a:pt x="6832" y="1224"/>
                      <a:pt x="6867" y="1047"/>
                      <a:pt x="6885" y="870"/>
                    </a:cubicBezTo>
                    <a:lnTo>
                      <a:pt x="5359" y="0"/>
                    </a:ln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793" name="Google Shape;7793;p36"/>
              <p:cNvSpPr/>
              <p:nvPr/>
            </p:nvSpPr>
            <p:spPr>
              <a:xfrm>
                <a:off x="7078892" y="4018504"/>
                <a:ext cx="57544" cy="36030"/>
              </a:xfrm>
              <a:custGeom>
                <a:rect b="b" l="l" r="r" t="t"/>
                <a:pathLst>
                  <a:path extrusionOk="0" h="6247" w="9973">
                    <a:moveTo>
                      <a:pt x="0" y="1"/>
                    </a:moveTo>
                    <a:lnTo>
                      <a:pt x="266" y="1722"/>
                    </a:lnTo>
                    <a:lnTo>
                      <a:pt x="1668" y="1970"/>
                    </a:lnTo>
                    <a:lnTo>
                      <a:pt x="870" y="3177"/>
                    </a:lnTo>
                    <a:cubicBezTo>
                      <a:pt x="1300" y="3058"/>
                      <a:pt x="1704" y="3001"/>
                      <a:pt x="2079" y="3001"/>
                    </a:cubicBezTo>
                    <a:cubicBezTo>
                      <a:pt x="3221" y="3001"/>
                      <a:pt x="4106" y="3533"/>
                      <a:pt x="4720" y="4508"/>
                    </a:cubicBezTo>
                    <a:cubicBezTo>
                      <a:pt x="5319" y="5452"/>
                      <a:pt x="5558" y="5867"/>
                      <a:pt x="5945" y="5867"/>
                    </a:cubicBezTo>
                    <a:cubicBezTo>
                      <a:pt x="6235" y="5867"/>
                      <a:pt x="6607" y="5635"/>
                      <a:pt x="7275" y="5218"/>
                    </a:cubicBezTo>
                    <a:cubicBezTo>
                      <a:pt x="7453" y="5111"/>
                      <a:pt x="7648" y="5058"/>
                      <a:pt x="7861" y="5022"/>
                    </a:cubicBezTo>
                    <a:lnTo>
                      <a:pt x="9564" y="6247"/>
                    </a:lnTo>
                    <a:lnTo>
                      <a:pt x="9972" y="5679"/>
                    </a:lnTo>
                    <a:cubicBezTo>
                      <a:pt x="9582" y="4809"/>
                      <a:pt x="9262" y="3887"/>
                      <a:pt x="8819" y="3035"/>
                    </a:cubicBezTo>
                    <a:cubicBezTo>
                      <a:pt x="8151" y="1821"/>
                      <a:pt x="7070" y="1194"/>
                      <a:pt x="5857" y="1194"/>
                    </a:cubicBezTo>
                    <a:cubicBezTo>
                      <a:pt x="5138" y="1194"/>
                      <a:pt x="4373" y="1415"/>
                      <a:pt x="3620" y="1864"/>
                    </a:cubicBezTo>
                    <a:cubicBezTo>
                      <a:pt x="3336" y="2024"/>
                      <a:pt x="3052" y="2166"/>
                      <a:pt x="2644" y="2396"/>
                    </a:cubicBezTo>
                    <a:lnTo>
                      <a:pt x="1970" y="462"/>
                    </a:lnTo>
                    <a:lnTo>
                      <a:pt x="0" y="1"/>
                    </a:ln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794" name="Google Shape;7794;p36"/>
              <p:cNvSpPr/>
              <p:nvPr/>
            </p:nvSpPr>
            <p:spPr>
              <a:xfrm>
                <a:off x="7051663" y="3806456"/>
                <a:ext cx="38503" cy="70819"/>
              </a:xfrm>
              <a:custGeom>
                <a:rect b="b" l="l" r="r" t="t"/>
                <a:pathLst>
                  <a:path extrusionOk="0" h="12279" w="6673">
                    <a:moveTo>
                      <a:pt x="6672" y="1"/>
                    </a:moveTo>
                    <a:lnTo>
                      <a:pt x="6672" y="1"/>
                    </a:lnTo>
                    <a:cubicBezTo>
                      <a:pt x="6223" y="198"/>
                      <a:pt x="5784" y="260"/>
                      <a:pt x="5357" y="260"/>
                    </a:cubicBezTo>
                    <a:cubicBezTo>
                      <a:pt x="4670" y="260"/>
                      <a:pt x="4013" y="100"/>
                      <a:pt x="3390" y="89"/>
                    </a:cubicBezTo>
                    <a:lnTo>
                      <a:pt x="3088" y="2786"/>
                    </a:lnTo>
                    <a:lnTo>
                      <a:pt x="4809" y="5164"/>
                    </a:lnTo>
                    <a:lnTo>
                      <a:pt x="1" y="10771"/>
                    </a:lnTo>
                    <a:lnTo>
                      <a:pt x="1083" y="12279"/>
                    </a:lnTo>
                    <a:lnTo>
                      <a:pt x="6388" y="7772"/>
                    </a:lnTo>
                    <a:cubicBezTo>
                      <a:pt x="4454" y="6495"/>
                      <a:pt x="6175" y="3709"/>
                      <a:pt x="4383" y="2502"/>
                    </a:cubicBezTo>
                    <a:lnTo>
                      <a:pt x="6672" y="1"/>
                    </a:ln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795" name="Google Shape;7795;p36"/>
              <p:cNvSpPr/>
              <p:nvPr/>
            </p:nvSpPr>
            <p:spPr>
              <a:xfrm>
                <a:off x="6984824" y="4061618"/>
                <a:ext cx="42081" cy="8893"/>
              </a:xfrm>
              <a:custGeom>
                <a:rect b="b" l="l" r="r" t="t"/>
                <a:pathLst>
                  <a:path extrusionOk="0" h="1542" w="7293">
                    <a:moveTo>
                      <a:pt x="4286" y="0"/>
                    </a:moveTo>
                    <a:cubicBezTo>
                      <a:pt x="2949" y="0"/>
                      <a:pt x="1596" y="367"/>
                      <a:pt x="0" y="510"/>
                    </a:cubicBezTo>
                    <a:cubicBezTo>
                      <a:pt x="787" y="973"/>
                      <a:pt x="1302" y="1542"/>
                      <a:pt x="1738" y="1542"/>
                    </a:cubicBezTo>
                    <a:cubicBezTo>
                      <a:pt x="1970" y="1542"/>
                      <a:pt x="2179" y="1380"/>
                      <a:pt x="2396" y="954"/>
                    </a:cubicBezTo>
                    <a:cubicBezTo>
                      <a:pt x="2708" y="1325"/>
                      <a:pt x="3056" y="1432"/>
                      <a:pt x="3417" y="1432"/>
                    </a:cubicBezTo>
                    <a:cubicBezTo>
                      <a:pt x="3816" y="1432"/>
                      <a:pt x="4231" y="1302"/>
                      <a:pt x="4631" y="1256"/>
                    </a:cubicBezTo>
                    <a:cubicBezTo>
                      <a:pt x="5394" y="1149"/>
                      <a:pt x="6157" y="1025"/>
                      <a:pt x="7293" y="830"/>
                    </a:cubicBezTo>
                    <a:cubicBezTo>
                      <a:pt x="6240" y="198"/>
                      <a:pt x="5268" y="0"/>
                      <a:pt x="4286" y="0"/>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796" name="Google Shape;7796;p36"/>
              <p:cNvSpPr/>
              <p:nvPr/>
            </p:nvSpPr>
            <p:spPr>
              <a:xfrm>
                <a:off x="7035181" y="4030478"/>
                <a:ext cx="15469" cy="21703"/>
              </a:xfrm>
              <a:custGeom>
                <a:rect b="b" l="l" r="r" t="t"/>
                <a:pathLst>
                  <a:path extrusionOk="0" h="3763" w="2681">
                    <a:moveTo>
                      <a:pt x="2662" y="1"/>
                    </a:moveTo>
                    <a:cubicBezTo>
                      <a:pt x="19" y="675"/>
                      <a:pt x="1" y="764"/>
                      <a:pt x="1012" y="3763"/>
                    </a:cubicBezTo>
                    <a:lnTo>
                      <a:pt x="1491" y="2148"/>
                    </a:lnTo>
                    <a:lnTo>
                      <a:pt x="2201" y="3408"/>
                    </a:lnTo>
                    <a:lnTo>
                      <a:pt x="2680" y="3372"/>
                    </a:lnTo>
                    <a:cubicBezTo>
                      <a:pt x="2574" y="2840"/>
                      <a:pt x="2485" y="2308"/>
                      <a:pt x="2450" y="1758"/>
                    </a:cubicBezTo>
                    <a:cubicBezTo>
                      <a:pt x="2485" y="1172"/>
                      <a:pt x="2556" y="586"/>
                      <a:pt x="2662" y="1"/>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797" name="Google Shape;7797;p36"/>
              <p:cNvSpPr/>
              <p:nvPr/>
            </p:nvSpPr>
            <p:spPr>
              <a:xfrm>
                <a:off x="7045011" y="3983609"/>
                <a:ext cx="19047" cy="18121"/>
              </a:xfrm>
              <a:custGeom>
                <a:rect b="b" l="l" r="r" t="t"/>
                <a:pathLst>
                  <a:path extrusionOk="0" h="3142" w="3301">
                    <a:moveTo>
                      <a:pt x="3301" y="0"/>
                    </a:moveTo>
                    <a:lnTo>
                      <a:pt x="0" y="1455"/>
                    </a:lnTo>
                    <a:lnTo>
                      <a:pt x="550" y="2520"/>
                    </a:lnTo>
                    <a:lnTo>
                      <a:pt x="1154" y="1793"/>
                    </a:lnTo>
                    <a:lnTo>
                      <a:pt x="2804" y="3141"/>
                    </a:lnTo>
                    <a:lnTo>
                      <a:pt x="3301" y="0"/>
                    </a:ln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798" name="Google Shape;7798;p36"/>
              <p:cNvSpPr/>
              <p:nvPr/>
            </p:nvSpPr>
            <p:spPr>
              <a:xfrm>
                <a:off x="7034362" y="3943182"/>
                <a:ext cx="9734" cy="24570"/>
              </a:xfrm>
              <a:custGeom>
                <a:rect b="b" l="l" r="r" t="t"/>
                <a:pathLst>
                  <a:path extrusionOk="0" h="4260" w="1687">
                    <a:moveTo>
                      <a:pt x="249" y="1"/>
                    </a:moveTo>
                    <a:cubicBezTo>
                      <a:pt x="1" y="2627"/>
                      <a:pt x="1" y="2627"/>
                      <a:pt x="977" y="4259"/>
                    </a:cubicBezTo>
                    <a:cubicBezTo>
                      <a:pt x="1687" y="1261"/>
                      <a:pt x="1687" y="1261"/>
                      <a:pt x="249" y="1"/>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799" name="Google Shape;7799;p36"/>
              <p:cNvSpPr/>
              <p:nvPr/>
            </p:nvSpPr>
            <p:spPr>
              <a:xfrm>
                <a:off x="6724214" y="4015234"/>
                <a:ext cx="1131" cy="513"/>
              </a:xfrm>
              <a:custGeom>
                <a:rect b="b" l="l" r="r" t="t"/>
                <a:pathLst>
                  <a:path extrusionOk="0" h="89" w="196">
                    <a:moveTo>
                      <a:pt x="196" y="0"/>
                    </a:moveTo>
                    <a:lnTo>
                      <a:pt x="1" y="89"/>
                    </a:lnTo>
                    <a:lnTo>
                      <a:pt x="1" y="89"/>
                    </a:lnTo>
                    <a:lnTo>
                      <a:pt x="196" y="18"/>
                    </a:lnTo>
                    <a:lnTo>
                      <a:pt x="196" y="0"/>
                    </a:ln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800" name="Google Shape;7800;p36"/>
              <p:cNvSpPr/>
              <p:nvPr/>
            </p:nvSpPr>
            <p:spPr>
              <a:xfrm>
                <a:off x="7071623" y="3755083"/>
                <a:ext cx="16589" cy="16380"/>
              </a:xfrm>
              <a:custGeom>
                <a:rect b="b" l="l" r="r" t="t"/>
                <a:pathLst>
                  <a:path extrusionOk="0" h="2840" w="2875">
                    <a:moveTo>
                      <a:pt x="1" y="0"/>
                    </a:moveTo>
                    <a:lnTo>
                      <a:pt x="1" y="0"/>
                    </a:lnTo>
                    <a:cubicBezTo>
                      <a:pt x="835" y="1029"/>
                      <a:pt x="1739" y="1970"/>
                      <a:pt x="2733" y="2839"/>
                    </a:cubicBezTo>
                    <a:cubicBezTo>
                      <a:pt x="2840" y="2520"/>
                      <a:pt x="2875" y="2201"/>
                      <a:pt x="2822" y="1881"/>
                    </a:cubicBezTo>
                    <a:cubicBezTo>
                      <a:pt x="1899" y="1225"/>
                      <a:pt x="959" y="604"/>
                      <a:pt x="1" y="0"/>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801" name="Google Shape;7801;p36"/>
              <p:cNvSpPr/>
              <p:nvPr/>
            </p:nvSpPr>
            <p:spPr>
              <a:xfrm>
                <a:off x="6722575" y="4015741"/>
                <a:ext cx="1541" cy="727"/>
              </a:xfrm>
              <a:custGeom>
                <a:rect b="b" l="l" r="r" t="t"/>
                <a:pathLst>
                  <a:path extrusionOk="0" h="126" w="267">
                    <a:moveTo>
                      <a:pt x="267" y="1"/>
                    </a:moveTo>
                    <a:cubicBezTo>
                      <a:pt x="178" y="36"/>
                      <a:pt x="89" y="72"/>
                      <a:pt x="1" y="125"/>
                    </a:cubicBezTo>
                    <a:cubicBezTo>
                      <a:pt x="107" y="90"/>
                      <a:pt x="178" y="36"/>
                      <a:pt x="267" y="1"/>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802" name="Google Shape;7802;p36"/>
              <p:cNvSpPr/>
              <p:nvPr/>
            </p:nvSpPr>
            <p:spPr>
              <a:xfrm>
                <a:off x="6772321" y="4116142"/>
                <a:ext cx="30927" cy="46769"/>
              </a:xfrm>
              <a:custGeom>
                <a:rect b="b" l="l" r="r" t="t"/>
                <a:pathLst>
                  <a:path extrusionOk="0" h="8109" w="5360">
                    <a:moveTo>
                      <a:pt x="1828" y="0"/>
                    </a:moveTo>
                    <a:lnTo>
                      <a:pt x="1" y="2946"/>
                    </a:lnTo>
                    <a:cubicBezTo>
                      <a:pt x="444" y="3762"/>
                      <a:pt x="1030" y="4738"/>
                      <a:pt x="1527" y="5785"/>
                    </a:cubicBezTo>
                    <a:cubicBezTo>
                      <a:pt x="2308" y="7328"/>
                      <a:pt x="3479" y="8091"/>
                      <a:pt x="5359" y="8109"/>
                    </a:cubicBezTo>
                    <a:cubicBezTo>
                      <a:pt x="4667" y="6689"/>
                      <a:pt x="3993" y="5625"/>
                      <a:pt x="3798" y="4205"/>
                    </a:cubicBezTo>
                    <a:cubicBezTo>
                      <a:pt x="3621" y="2768"/>
                      <a:pt x="2574" y="1491"/>
                      <a:pt x="1828" y="0"/>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grpSp>
        <p:nvGrpSpPr>
          <p:cNvPr id="7803" name="Google Shape;7803;p36"/>
          <p:cNvGrpSpPr/>
          <p:nvPr/>
        </p:nvGrpSpPr>
        <p:grpSpPr>
          <a:xfrm>
            <a:off x="7843958" y="3843056"/>
            <a:ext cx="187557" cy="187557"/>
            <a:chOff x="8565775" y="671075"/>
            <a:chExt cx="441000" cy="441000"/>
          </a:xfrm>
        </p:grpSpPr>
        <p:sp>
          <p:nvSpPr>
            <p:cNvPr id="7804" name="Google Shape;7804;p36"/>
            <p:cNvSpPr/>
            <p:nvPr/>
          </p:nvSpPr>
          <p:spPr>
            <a:xfrm>
              <a:off x="8565775" y="671075"/>
              <a:ext cx="441000" cy="441000"/>
            </a:xfrm>
            <a:prstGeom prst="ellipse">
              <a:avLst/>
            </a:prstGeom>
            <a:gradFill>
              <a:gsLst>
                <a:gs pos="0">
                  <a:srgbClr val="869FB1">
                    <a:alpha val="65882"/>
                  </a:srgbClr>
                </a:gs>
                <a:gs pos="100000">
                  <a:srgbClr val="FFFFFF">
                    <a:alpha val="65882"/>
                  </a:srgbClr>
                </a:gs>
              </a:gsLst>
              <a:path path="circle">
                <a:fillToRect b="50%" l="50%" r="50%" t="50%"/>
              </a:path>
              <a:tileRect/>
            </a:gra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805" name="Google Shape;7805;p36"/>
            <p:cNvSpPr/>
            <p:nvPr/>
          </p:nvSpPr>
          <p:spPr>
            <a:xfrm>
              <a:off x="8706625" y="811925"/>
              <a:ext cx="159300" cy="159300"/>
            </a:xfrm>
            <a:prstGeom prst="ellipse">
              <a:avLst/>
            </a:prstGeom>
            <a:solidFill>
              <a:srgbClr val="D7DFE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7806" name="Google Shape;7806;p36"/>
          <p:cNvSpPr/>
          <p:nvPr/>
        </p:nvSpPr>
        <p:spPr>
          <a:xfrm>
            <a:off x="8145172" y="3838977"/>
            <a:ext cx="193683" cy="195716"/>
          </a:xfrm>
          <a:custGeom>
            <a:rect b="b" l="l" r="r" t="t"/>
            <a:pathLst>
              <a:path extrusionOk="0" h="196207" w="194168">
                <a:moveTo>
                  <a:pt x="11576" y="0"/>
                </a:moveTo>
                <a:cubicBezTo>
                  <a:pt x="8883" y="0"/>
                  <a:pt x="6181" y="987"/>
                  <a:pt x="4103" y="3065"/>
                </a:cubicBezTo>
                <a:cubicBezTo>
                  <a:pt x="1026" y="5799"/>
                  <a:pt x="1" y="10243"/>
                  <a:pt x="1368" y="14004"/>
                </a:cubicBezTo>
                <a:lnTo>
                  <a:pt x="65293" y="189369"/>
                </a:lnTo>
                <a:cubicBezTo>
                  <a:pt x="67002" y="193471"/>
                  <a:pt x="70762" y="196206"/>
                  <a:pt x="74864" y="196206"/>
                </a:cubicBezTo>
                <a:cubicBezTo>
                  <a:pt x="79308" y="196206"/>
                  <a:pt x="83410" y="193813"/>
                  <a:pt x="85120" y="190053"/>
                </a:cubicBezTo>
                <a:lnTo>
                  <a:pt x="114176" y="124077"/>
                </a:lnTo>
                <a:cubicBezTo>
                  <a:pt x="115202" y="121342"/>
                  <a:pt x="117595" y="119291"/>
                  <a:pt x="119988" y="118266"/>
                </a:cubicBezTo>
                <a:lnTo>
                  <a:pt x="187331" y="92286"/>
                </a:lnTo>
                <a:cubicBezTo>
                  <a:pt x="191433" y="90577"/>
                  <a:pt x="193826" y="86816"/>
                  <a:pt x="193826" y="82714"/>
                </a:cubicBezTo>
                <a:cubicBezTo>
                  <a:pt x="194168" y="78270"/>
                  <a:pt x="191433" y="74510"/>
                  <a:pt x="187673" y="72801"/>
                </a:cubicBezTo>
                <a:lnTo>
                  <a:pt x="15384" y="672"/>
                </a:lnTo>
                <a:cubicBezTo>
                  <a:pt x="14163" y="228"/>
                  <a:pt x="12871" y="0"/>
                  <a:pt x="11576" y="0"/>
                </a:cubicBezTo>
                <a:close/>
              </a:path>
            </a:pathLst>
          </a:custGeom>
          <a:solidFill>
            <a:srgbClr val="7994A9">
              <a:alpha val="64705"/>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807" name="Google Shape;7807;p36"/>
          <p:cNvSpPr/>
          <p:nvPr/>
        </p:nvSpPr>
        <p:spPr>
          <a:xfrm flipH="1">
            <a:off x="7353411" y="3805432"/>
            <a:ext cx="178589" cy="262805"/>
          </a:xfrm>
          <a:custGeom>
            <a:rect b="b" l="l" r="r" t="t"/>
            <a:pathLst>
              <a:path extrusionOk="0" h="195758" w="133027">
                <a:moveTo>
                  <a:pt x="65846" y="26249"/>
                </a:moveTo>
                <a:cubicBezTo>
                  <a:pt x="87201" y="26249"/>
                  <a:pt x="104108" y="43156"/>
                  <a:pt x="104108" y="64511"/>
                </a:cubicBezTo>
                <a:cubicBezTo>
                  <a:pt x="104108" y="85422"/>
                  <a:pt x="87201" y="102328"/>
                  <a:pt x="65846" y="102328"/>
                </a:cubicBezTo>
                <a:cubicBezTo>
                  <a:pt x="44936" y="102328"/>
                  <a:pt x="28029" y="85422"/>
                  <a:pt x="28029" y="64511"/>
                </a:cubicBezTo>
                <a:cubicBezTo>
                  <a:pt x="28029" y="43156"/>
                  <a:pt x="44936" y="26249"/>
                  <a:pt x="65846" y="26249"/>
                </a:cubicBezTo>
                <a:close/>
                <a:moveTo>
                  <a:pt x="66291" y="0"/>
                </a:moveTo>
                <a:cubicBezTo>
                  <a:pt x="29809" y="0"/>
                  <a:pt x="0" y="29809"/>
                  <a:pt x="0" y="66291"/>
                </a:cubicBezTo>
                <a:cubicBezTo>
                  <a:pt x="0" y="84977"/>
                  <a:pt x="18241" y="118345"/>
                  <a:pt x="18241" y="118345"/>
                </a:cubicBezTo>
                <a:lnTo>
                  <a:pt x="64066" y="195758"/>
                </a:lnTo>
                <a:lnTo>
                  <a:pt x="111671" y="119234"/>
                </a:lnTo>
                <a:cubicBezTo>
                  <a:pt x="111671" y="119234"/>
                  <a:pt x="133027" y="87201"/>
                  <a:pt x="133027" y="66291"/>
                </a:cubicBezTo>
                <a:cubicBezTo>
                  <a:pt x="133027" y="29809"/>
                  <a:pt x="103218" y="0"/>
                  <a:pt x="66291" y="0"/>
                </a:cubicBezTo>
                <a:close/>
              </a:path>
            </a:pathLst>
          </a:custGeom>
          <a:solidFill>
            <a:srgbClr val="C9D4D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nvGrpSpPr>
          <p:cNvPr id="7808" name="Google Shape;7808;p36"/>
          <p:cNvGrpSpPr/>
          <p:nvPr/>
        </p:nvGrpSpPr>
        <p:grpSpPr>
          <a:xfrm>
            <a:off x="5997813" y="2921275"/>
            <a:ext cx="587871" cy="512373"/>
            <a:chOff x="6000100" y="3076250"/>
            <a:chExt cx="587871" cy="512373"/>
          </a:xfrm>
        </p:grpSpPr>
        <p:sp>
          <p:nvSpPr>
            <p:cNvPr id="7809" name="Google Shape;7809;p36"/>
            <p:cNvSpPr/>
            <p:nvPr/>
          </p:nvSpPr>
          <p:spPr>
            <a:xfrm>
              <a:off x="6000100" y="3076250"/>
              <a:ext cx="587871" cy="512373"/>
            </a:xfrm>
            <a:custGeom>
              <a:rect b="b" l="l" r="r" t="t"/>
              <a:pathLst>
                <a:path extrusionOk="0" h="88838" w="101884">
                  <a:moveTo>
                    <a:pt x="50272" y="0"/>
                  </a:moveTo>
                  <a:cubicBezTo>
                    <a:pt x="31897" y="0"/>
                    <a:pt x="14791" y="11087"/>
                    <a:pt x="8322" y="29000"/>
                  </a:cubicBezTo>
                  <a:cubicBezTo>
                    <a:pt x="1" y="51995"/>
                    <a:pt x="12332" y="77546"/>
                    <a:pt x="35878" y="86063"/>
                  </a:cubicBezTo>
                  <a:cubicBezTo>
                    <a:pt x="41078" y="87945"/>
                    <a:pt x="46391" y="88838"/>
                    <a:pt x="51602" y="88838"/>
                  </a:cubicBezTo>
                  <a:cubicBezTo>
                    <a:pt x="69970" y="88838"/>
                    <a:pt x="87079" y="77751"/>
                    <a:pt x="93562" y="59838"/>
                  </a:cubicBezTo>
                  <a:cubicBezTo>
                    <a:pt x="101883" y="36843"/>
                    <a:pt x="89534" y="11292"/>
                    <a:pt x="66006" y="2775"/>
                  </a:cubicBezTo>
                  <a:cubicBezTo>
                    <a:pt x="60802" y="893"/>
                    <a:pt x="55486" y="0"/>
                    <a:pt x="50272" y="0"/>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nvGrpSpPr>
            <p:cNvPr id="7810" name="Google Shape;7810;p36"/>
            <p:cNvGrpSpPr/>
            <p:nvPr/>
          </p:nvGrpSpPr>
          <p:grpSpPr>
            <a:xfrm>
              <a:off x="6031360" y="3076713"/>
              <a:ext cx="539107" cy="480965"/>
              <a:chOff x="6031360" y="3076713"/>
              <a:chExt cx="539107" cy="480965"/>
            </a:xfrm>
          </p:grpSpPr>
          <p:sp>
            <p:nvSpPr>
              <p:cNvPr id="7811" name="Google Shape;7811;p36"/>
              <p:cNvSpPr/>
              <p:nvPr/>
            </p:nvSpPr>
            <p:spPr>
              <a:xfrm>
                <a:off x="6160232" y="3107767"/>
                <a:ext cx="410235" cy="449911"/>
              </a:xfrm>
              <a:custGeom>
                <a:rect b="b" l="l" r="r" t="t"/>
                <a:pathLst>
                  <a:path extrusionOk="0" h="78008" w="71098">
                    <a:moveTo>
                      <a:pt x="36108" y="3531"/>
                    </a:moveTo>
                    <a:lnTo>
                      <a:pt x="36835" y="4631"/>
                    </a:lnTo>
                    <a:cubicBezTo>
                      <a:pt x="36551" y="4826"/>
                      <a:pt x="36268" y="5039"/>
                      <a:pt x="35948" y="5217"/>
                    </a:cubicBezTo>
                    <a:cubicBezTo>
                      <a:pt x="35043" y="5749"/>
                      <a:pt x="34635" y="6459"/>
                      <a:pt x="35132" y="7488"/>
                    </a:cubicBezTo>
                    <a:cubicBezTo>
                      <a:pt x="35486" y="8208"/>
                      <a:pt x="35984" y="8561"/>
                      <a:pt x="36635" y="8561"/>
                    </a:cubicBezTo>
                    <a:cubicBezTo>
                      <a:pt x="36866" y="8561"/>
                      <a:pt x="37116" y="8517"/>
                      <a:pt x="37385" y="8428"/>
                    </a:cubicBezTo>
                    <a:cubicBezTo>
                      <a:pt x="37776" y="8304"/>
                      <a:pt x="38184" y="8198"/>
                      <a:pt x="38752" y="8056"/>
                    </a:cubicBezTo>
                    <a:lnTo>
                      <a:pt x="38752" y="8056"/>
                    </a:lnTo>
                    <a:cubicBezTo>
                      <a:pt x="38412" y="9075"/>
                      <a:pt x="37909" y="9331"/>
                      <a:pt x="37373" y="9331"/>
                    </a:cubicBezTo>
                    <a:cubicBezTo>
                      <a:pt x="36833" y="9331"/>
                      <a:pt x="36258" y="9072"/>
                      <a:pt x="35779" y="9072"/>
                    </a:cubicBezTo>
                    <a:cubicBezTo>
                      <a:pt x="35690" y="9072"/>
                      <a:pt x="35604" y="9081"/>
                      <a:pt x="35522" y="9102"/>
                    </a:cubicBezTo>
                    <a:lnTo>
                      <a:pt x="33162" y="11977"/>
                    </a:lnTo>
                    <a:lnTo>
                      <a:pt x="28585" y="11037"/>
                    </a:lnTo>
                    <a:lnTo>
                      <a:pt x="31832" y="10238"/>
                    </a:lnTo>
                    <a:cubicBezTo>
                      <a:pt x="32825" y="8162"/>
                      <a:pt x="33127" y="7062"/>
                      <a:pt x="32914" y="6228"/>
                    </a:cubicBezTo>
                    <a:lnTo>
                      <a:pt x="36108" y="3531"/>
                    </a:lnTo>
                    <a:close/>
                    <a:moveTo>
                      <a:pt x="38947" y="36232"/>
                    </a:moveTo>
                    <a:lnTo>
                      <a:pt x="38947" y="36232"/>
                    </a:lnTo>
                    <a:cubicBezTo>
                      <a:pt x="40402" y="36374"/>
                      <a:pt x="40561" y="37705"/>
                      <a:pt x="41253" y="38486"/>
                    </a:cubicBezTo>
                    <a:cubicBezTo>
                      <a:pt x="40278" y="40029"/>
                      <a:pt x="42194" y="41076"/>
                      <a:pt x="41963" y="42673"/>
                    </a:cubicBezTo>
                    <a:cubicBezTo>
                      <a:pt x="41786" y="43862"/>
                      <a:pt x="42833" y="45264"/>
                      <a:pt x="43241" y="46648"/>
                    </a:cubicBezTo>
                    <a:cubicBezTo>
                      <a:pt x="43560" y="47641"/>
                      <a:pt x="43507" y="48741"/>
                      <a:pt x="43046" y="49699"/>
                    </a:cubicBezTo>
                    <a:lnTo>
                      <a:pt x="40473" y="45760"/>
                    </a:lnTo>
                    <a:cubicBezTo>
                      <a:pt x="41449" y="42726"/>
                      <a:pt x="39160" y="39728"/>
                      <a:pt x="38947" y="36232"/>
                    </a:cubicBezTo>
                    <a:close/>
                    <a:moveTo>
                      <a:pt x="36430" y="1"/>
                    </a:moveTo>
                    <a:cubicBezTo>
                      <a:pt x="35873" y="1"/>
                      <a:pt x="35316" y="87"/>
                      <a:pt x="34759" y="284"/>
                    </a:cubicBezTo>
                    <a:cubicBezTo>
                      <a:pt x="33659" y="657"/>
                      <a:pt x="32346" y="870"/>
                      <a:pt x="31885" y="2005"/>
                    </a:cubicBezTo>
                    <a:cubicBezTo>
                      <a:pt x="31264" y="3567"/>
                      <a:pt x="29809" y="3549"/>
                      <a:pt x="28656" y="3992"/>
                    </a:cubicBezTo>
                    <a:cubicBezTo>
                      <a:pt x="26331" y="4826"/>
                      <a:pt x="26012" y="5465"/>
                      <a:pt x="27006" y="7683"/>
                    </a:cubicBezTo>
                    <a:lnTo>
                      <a:pt x="29791" y="7736"/>
                    </a:lnTo>
                    <a:lnTo>
                      <a:pt x="29046" y="10327"/>
                    </a:lnTo>
                    <a:lnTo>
                      <a:pt x="28425" y="7736"/>
                    </a:lnTo>
                    <a:lnTo>
                      <a:pt x="26633" y="11143"/>
                    </a:lnTo>
                    <a:cubicBezTo>
                      <a:pt x="25746" y="11374"/>
                      <a:pt x="24734" y="11391"/>
                      <a:pt x="24113" y="11870"/>
                    </a:cubicBezTo>
                    <a:cubicBezTo>
                      <a:pt x="22960" y="12775"/>
                      <a:pt x="21328" y="12509"/>
                      <a:pt x="20352" y="13680"/>
                    </a:cubicBezTo>
                    <a:lnTo>
                      <a:pt x="19695" y="12900"/>
                    </a:lnTo>
                    <a:lnTo>
                      <a:pt x="18808" y="14106"/>
                    </a:lnTo>
                    <a:cubicBezTo>
                      <a:pt x="18523" y="13971"/>
                      <a:pt x="18518" y="13452"/>
                      <a:pt x="18160" y="13452"/>
                    </a:cubicBezTo>
                    <a:cubicBezTo>
                      <a:pt x="18049" y="13452"/>
                      <a:pt x="17905" y="13501"/>
                      <a:pt x="17708" y="13627"/>
                    </a:cubicBezTo>
                    <a:lnTo>
                      <a:pt x="18560" y="17193"/>
                    </a:lnTo>
                    <a:cubicBezTo>
                      <a:pt x="17972" y="17718"/>
                      <a:pt x="17385" y="18062"/>
                      <a:pt x="16823" y="18062"/>
                    </a:cubicBezTo>
                    <a:cubicBezTo>
                      <a:pt x="16435" y="18062"/>
                      <a:pt x="16059" y="17897"/>
                      <a:pt x="15703" y="17513"/>
                    </a:cubicBezTo>
                    <a:cubicBezTo>
                      <a:pt x="14869" y="16626"/>
                      <a:pt x="13929" y="16750"/>
                      <a:pt x="13112" y="16643"/>
                    </a:cubicBezTo>
                    <a:lnTo>
                      <a:pt x="11196" y="21381"/>
                    </a:lnTo>
                    <a:cubicBezTo>
                      <a:pt x="11922" y="22616"/>
                      <a:pt x="12753" y="22986"/>
                      <a:pt x="13632" y="22986"/>
                    </a:cubicBezTo>
                    <a:cubicBezTo>
                      <a:pt x="14835" y="22986"/>
                      <a:pt x="16130" y="22292"/>
                      <a:pt x="17371" y="22179"/>
                    </a:cubicBezTo>
                    <a:lnTo>
                      <a:pt x="17868" y="20618"/>
                    </a:lnTo>
                    <a:cubicBezTo>
                      <a:pt x="19961" y="20600"/>
                      <a:pt x="19961" y="20600"/>
                      <a:pt x="21594" y="18879"/>
                    </a:cubicBezTo>
                    <a:lnTo>
                      <a:pt x="22587" y="19784"/>
                    </a:lnTo>
                    <a:lnTo>
                      <a:pt x="24646" y="19181"/>
                    </a:lnTo>
                    <a:lnTo>
                      <a:pt x="28762" y="24788"/>
                    </a:lnTo>
                    <a:lnTo>
                      <a:pt x="24930" y="23971"/>
                    </a:lnTo>
                    <a:lnTo>
                      <a:pt x="24930" y="23971"/>
                    </a:lnTo>
                    <a:lnTo>
                      <a:pt x="26544" y="25746"/>
                    </a:lnTo>
                    <a:cubicBezTo>
                      <a:pt x="28177" y="25604"/>
                      <a:pt x="29507" y="24930"/>
                      <a:pt x="30182" y="23209"/>
                    </a:cubicBezTo>
                    <a:cubicBezTo>
                      <a:pt x="29738" y="22747"/>
                      <a:pt x="29365" y="22321"/>
                      <a:pt x="28957" y="21949"/>
                    </a:cubicBezTo>
                    <a:cubicBezTo>
                      <a:pt x="28017" y="21150"/>
                      <a:pt x="27165" y="20352"/>
                      <a:pt x="27502" y="18400"/>
                    </a:cubicBezTo>
                    <a:lnTo>
                      <a:pt x="27502" y="18400"/>
                    </a:lnTo>
                    <a:cubicBezTo>
                      <a:pt x="28336" y="19678"/>
                      <a:pt x="28709" y="20902"/>
                      <a:pt x="29472" y="21239"/>
                    </a:cubicBezTo>
                    <a:cubicBezTo>
                      <a:pt x="30678" y="21771"/>
                      <a:pt x="30785" y="22641"/>
                      <a:pt x="30927" y="23617"/>
                    </a:cubicBezTo>
                    <a:cubicBezTo>
                      <a:pt x="31016" y="24255"/>
                      <a:pt x="30874" y="24965"/>
                      <a:pt x="31087" y="25551"/>
                    </a:cubicBezTo>
                    <a:cubicBezTo>
                      <a:pt x="31282" y="26083"/>
                      <a:pt x="31832" y="26473"/>
                      <a:pt x="32187" y="26952"/>
                    </a:cubicBezTo>
                    <a:cubicBezTo>
                      <a:pt x="32275" y="27077"/>
                      <a:pt x="32329" y="27236"/>
                      <a:pt x="32329" y="27396"/>
                    </a:cubicBezTo>
                    <a:lnTo>
                      <a:pt x="34369" y="26225"/>
                    </a:lnTo>
                    <a:cubicBezTo>
                      <a:pt x="33860" y="25322"/>
                      <a:pt x="33670" y="24632"/>
                      <a:pt x="34867" y="24632"/>
                    </a:cubicBezTo>
                    <a:cubicBezTo>
                      <a:pt x="34964" y="24632"/>
                      <a:pt x="35070" y="24636"/>
                      <a:pt x="35185" y="24646"/>
                    </a:cubicBezTo>
                    <a:cubicBezTo>
                      <a:pt x="35416" y="25462"/>
                      <a:pt x="35718" y="26189"/>
                      <a:pt x="35753" y="26917"/>
                    </a:cubicBezTo>
                    <a:cubicBezTo>
                      <a:pt x="35859" y="28390"/>
                      <a:pt x="37013" y="29011"/>
                      <a:pt x="38024" y="29224"/>
                    </a:cubicBezTo>
                    <a:cubicBezTo>
                      <a:pt x="38126" y="29247"/>
                      <a:pt x="38227" y="29254"/>
                      <a:pt x="38330" y="29254"/>
                    </a:cubicBezTo>
                    <a:cubicBezTo>
                      <a:pt x="38476" y="29254"/>
                      <a:pt x="38623" y="29240"/>
                      <a:pt x="38773" y="29240"/>
                    </a:cubicBezTo>
                    <a:cubicBezTo>
                      <a:pt x="39073" y="29240"/>
                      <a:pt x="39384" y="29296"/>
                      <a:pt x="39710" y="29632"/>
                    </a:cubicBezTo>
                    <a:cubicBezTo>
                      <a:pt x="39812" y="29734"/>
                      <a:pt x="39986" y="29769"/>
                      <a:pt x="40202" y="29769"/>
                    </a:cubicBezTo>
                    <a:cubicBezTo>
                      <a:pt x="40620" y="29769"/>
                      <a:pt x="41193" y="29637"/>
                      <a:pt x="41697" y="29614"/>
                    </a:cubicBezTo>
                    <a:lnTo>
                      <a:pt x="41697" y="29614"/>
                    </a:lnTo>
                    <a:cubicBezTo>
                      <a:pt x="41182" y="31175"/>
                      <a:pt x="41608" y="32825"/>
                      <a:pt x="39657" y="33517"/>
                    </a:cubicBezTo>
                    <a:cubicBezTo>
                      <a:pt x="37368" y="32683"/>
                      <a:pt x="34369" y="33198"/>
                      <a:pt x="32488" y="30608"/>
                    </a:cubicBezTo>
                    <a:cubicBezTo>
                      <a:pt x="32240" y="30253"/>
                      <a:pt x="31388" y="30306"/>
                      <a:pt x="30820" y="30217"/>
                    </a:cubicBezTo>
                    <a:cubicBezTo>
                      <a:pt x="30607" y="30217"/>
                      <a:pt x="30395" y="30270"/>
                      <a:pt x="30182" y="30324"/>
                    </a:cubicBezTo>
                    <a:lnTo>
                      <a:pt x="29507" y="32151"/>
                    </a:lnTo>
                    <a:cubicBezTo>
                      <a:pt x="27875" y="31246"/>
                      <a:pt x="26686" y="29969"/>
                      <a:pt x="25373" y="29259"/>
                    </a:cubicBezTo>
                    <a:cubicBezTo>
                      <a:pt x="23918" y="28496"/>
                      <a:pt x="23794" y="27431"/>
                      <a:pt x="23794" y="26456"/>
                    </a:cubicBezTo>
                    <a:cubicBezTo>
                      <a:pt x="23808" y="24745"/>
                      <a:pt x="23906" y="24354"/>
                      <a:pt x="23055" y="24354"/>
                    </a:cubicBezTo>
                    <a:cubicBezTo>
                      <a:pt x="22802" y="24354"/>
                      <a:pt x="22466" y="24388"/>
                      <a:pt x="22020" y="24433"/>
                    </a:cubicBezTo>
                    <a:cubicBezTo>
                      <a:pt x="21712" y="24458"/>
                      <a:pt x="21377" y="24558"/>
                      <a:pt x="21074" y="24558"/>
                    </a:cubicBezTo>
                    <a:cubicBezTo>
                      <a:pt x="20958" y="24558"/>
                      <a:pt x="20846" y="24543"/>
                      <a:pt x="20742" y="24504"/>
                    </a:cubicBezTo>
                    <a:cubicBezTo>
                      <a:pt x="20157" y="24291"/>
                      <a:pt x="19678" y="23670"/>
                      <a:pt x="19092" y="23546"/>
                    </a:cubicBezTo>
                    <a:cubicBezTo>
                      <a:pt x="19019" y="23530"/>
                      <a:pt x="18944" y="23524"/>
                      <a:pt x="18868" y="23524"/>
                    </a:cubicBezTo>
                    <a:cubicBezTo>
                      <a:pt x="18388" y="23524"/>
                      <a:pt x="17849" y="23788"/>
                      <a:pt x="17363" y="23788"/>
                    </a:cubicBezTo>
                    <a:cubicBezTo>
                      <a:pt x="17305" y="23788"/>
                      <a:pt x="17249" y="23784"/>
                      <a:pt x="17193" y="23776"/>
                    </a:cubicBezTo>
                    <a:cubicBezTo>
                      <a:pt x="17025" y="23751"/>
                      <a:pt x="16855" y="23741"/>
                      <a:pt x="16686" y="23741"/>
                    </a:cubicBezTo>
                    <a:cubicBezTo>
                      <a:pt x="15885" y="23741"/>
                      <a:pt x="15077" y="23971"/>
                      <a:pt x="14280" y="23971"/>
                    </a:cubicBezTo>
                    <a:cubicBezTo>
                      <a:pt x="13809" y="23971"/>
                      <a:pt x="13342" y="23890"/>
                      <a:pt x="12882" y="23634"/>
                    </a:cubicBezTo>
                    <a:cubicBezTo>
                      <a:pt x="12688" y="23891"/>
                      <a:pt x="12389" y="23939"/>
                      <a:pt x="12067" y="23939"/>
                    </a:cubicBezTo>
                    <a:cubicBezTo>
                      <a:pt x="11878" y="23939"/>
                      <a:pt x="11682" y="23923"/>
                      <a:pt x="11494" y="23923"/>
                    </a:cubicBezTo>
                    <a:cubicBezTo>
                      <a:pt x="11005" y="23923"/>
                      <a:pt x="10573" y="24032"/>
                      <a:pt x="10486" y="24823"/>
                    </a:cubicBezTo>
                    <a:cubicBezTo>
                      <a:pt x="8943" y="25125"/>
                      <a:pt x="8925" y="26935"/>
                      <a:pt x="7594" y="27644"/>
                    </a:cubicBezTo>
                    <a:cubicBezTo>
                      <a:pt x="6636" y="28159"/>
                      <a:pt x="5270" y="28461"/>
                      <a:pt x="4720" y="29365"/>
                    </a:cubicBezTo>
                    <a:cubicBezTo>
                      <a:pt x="3992" y="30554"/>
                      <a:pt x="2733" y="30874"/>
                      <a:pt x="1899" y="31779"/>
                    </a:cubicBezTo>
                    <a:cubicBezTo>
                      <a:pt x="1420" y="32311"/>
                      <a:pt x="1100" y="33021"/>
                      <a:pt x="692" y="33695"/>
                    </a:cubicBezTo>
                    <a:lnTo>
                      <a:pt x="2058" y="34529"/>
                    </a:lnTo>
                    <a:lnTo>
                      <a:pt x="0" y="40331"/>
                    </a:lnTo>
                    <a:cubicBezTo>
                      <a:pt x="568" y="41839"/>
                      <a:pt x="1828" y="42460"/>
                      <a:pt x="1579" y="43844"/>
                    </a:cubicBezTo>
                    <a:cubicBezTo>
                      <a:pt x="1526" y="44093"/>
                      <a:pt x="4542" y="47659"/>
                      <a:pt x="4720" y="47677"/>
                    </a:cubicBezTo>
                    <a:cubicBezTo>
                      <a:pt x="6407" y="47823"/>
                      <a:pt x="7973" y="48589"/>
                      <a:pt x="9698" y="48589"/>
                    </a:cubicBezTo>
                    <a:cubicBezTo>
                      <a:pt x="10059" y="48589"/>
                      <a:pt x="10428" y="48555"/>
                      <a:pt x="10806" y="48475"/>
                    </a:cubicBezTo>
                    <a:cubicBezTo>
                      <a:pt x="10987" y="48438"/>
                      <a:pt x="11194" y="48420"/>
                      <a:pt x="11413" y="48420"/>
                    </a:cubicBezTo>
                    <a:cubicBezTo>
                      <a:pt x="12352" y="48420"/>
                      <a:pt x="13516" y="48748"/>
                      <a:pt x="13875" y="49309"/>
                    </a:cubicBezTo>
                    <a:cubicBezTo>
                      <a:pt x="14692" y="50587"/>
                      <a:pt x="15916" y="50622"/>
                      <a:pt x="17140" y="51048"/>
                    </a:cubicBezTo>
                    <a:lnTo>
                      <a:pt x="16076" y="56140"/>
                    </a:lnTo>
                    <a:cubicBezTo>
                      <a:pt x="17477" y="57542"/>
                      <a:pt x="16874" y="59405"/>
                      <a:pt x="17513" y="60896"/>
                    </a:cubicBezTo>
                    <a:cubicBezTo>
                      <a:pt x="17939" y="61907"/>
                      <a:pt x="17566" y="62439"/>
                      <a:pt x="17105" y="63291"/>
                    </a:cubicBezTo>
                    <a:cubicBezTo>
                      <a:pt x="16484" y="64409"/>
                      <a:pt x="14922" y="65544"/>
                      <a:pt x="15526" y="66751"/>
                    </a:cubicBezTo>
                    <a:cubicBezTo>
                      <a:pt x="16359" y="68454"/>
                      <a:pt x="16218" y="70264"/>
                      <a:pt x="16218" y="71879"/>
                    </a:cubicBezTo>
                    <a:cubicBezTo>
                      <a:pt x="16218" y="73795"/>
                      <a:pt x="17726" y="75427"/>
                      <a:pt x="16697" y="77361"/>
                    </a:cubicBezTo>
                    <a:cubicBezTo>
                      <a:pt x="17566" y="77539"/>
                      <a:pt x="18134" y="77610"/>
                      <a:pt x="18684" y="77787"/>
                    </a:cubicBezTo>
                    <a:cubicBezTo>
                      <a:pt x="19160" y="77941"/>
                      <a:pt x="19615" y="78007"/>
                      <a:pt x="20054" y="78007"/>
                    </a:cubicBezTo>
                    <a:cubicBezTo>
                      <a:pt x="21942" y="78007"/>
                      <a:pt x="23543" y="76798"/>
                      <a:pt x="25284" y="76208"/>
                    </a:cubicBezTo>
                    <a:cubicBezTo>
                      <a:pt x="25497" y="74416"/>
                      <a:pt x="27183" y="74310"/>
                      <a:pt x="28336" y="73671"/>
                    </a:cubicBezTo>
                    <a:cubicBezTo>
                      <a:pt x="29472" y="73032"/>
                      <a:pt x="29064" y="71826"/>
                      <a:pt x="29436" y="71240"/>
                    </a:cubicBezTo>
                    <a:cubicBezTo>
                      <a:pt x="30359" y="70814"/>
                      <a:pt x="31051" y="70495"/>
                      <a:pt x="31761" y="70175"/>
                    </a:cubicBezTo>
                    <a:cubicBezTo>
                      <a:pt x="32701" y="69750"/>
                      <a:pt x="34032" y="69998"/>
                      <a:pt x="34351" y="68472"/>
                    </a:cubicBezTo>
                    <a:cubicBezTo>
                      <a:pt x="34564" y="67407"/>
                      <a:pt x="35593" y="66680"/>
                      <a:pt x="35682" y="65456"/>
                    </a:cubicBezTo>
                    <a:cubicBezTo>
                      <a:pt x="35789" y="64196"/>
                      <a:pt x="36179" y="62972"/>
                      <a:pt x="36427" y="61783"/>
                    </a:cubicBezTo>
                    <a:cubicBezTo>
                      <a:pt x="38255" y="60576"/>
                      <a:pt x="39869" y="58979"/>
                      <a:pt x="41786" y="58376"/>
                    </a:cubicBezTo>
                    <a:cubicBezTo>
                      <a:pt x="44997" y="57365"/>
                      <a:pt x="46843" y="55306"/>
                      <a:pt x="48156" y="52432"/>
                    </a:cubicBezTo>
                    <a:cubicBezTo>
                      <a:pt x="47847" y="52304"/>
                      <a:pt x="47534" y="52259"/>
                      <a:pt x="47221" y="52259"/>
                    </a:cubicBezTo>
                    <a:cubicBezTo>
                      <a:pt x="46487" y="52259"/>
                      <a:pt x="45750" y="52505"/>
                      <a:pt x="45050" y="52505"/>
                    </a:cubicBezTo>
                    <a:cubicBezTo>
                      <a:pt x="44519" y="52505"/>
                      <a:pt x="44011" y="52363"/>
                      <a:pt x="43542" y="51864"/>
                    </a:cubicBezTo>
                    <a:cubicBezTo>
                      <a:pt x="44838" y="50108"/>
                      <a:pt x="44909" y="50037"/>
                      <a:pt x="46293" y="49859"/>
                    </a:cubicBezTo>
                    <a:cubicBezTo>
                      <a:pt x="49646" y="49451"/>
                      <a:pt x="52822" y="48599"/>
                      <a:pt x="55395" y="46222"/>
                    </a:cubicBezTo>
                    <a:cubicBezTo>
                      <a:pt x="55484" y="45760"/>
                      <a:pt x="55697" y="45281"/>
                      <a:pt x="55643" y="44838"/>
                    </a:cubicBezTo>
                    <a:cubicBezTo>
                      <a:pt x="55519" y="44022"/>
                      <a:pt x="55359" y="43205"/>
                      <a:pt x="55164" y="42389"/>
                    </a:cubicBezTo>
                    <a:lnTo>
                      <a:pt x="54224" y="42886"/>
                    </a:lnTo>
                    <a:lnTo>
                      <a:pt x="53887" y="41254"/>
                    </a:lnTo>
                    <a:lnTo>
                      <a:pt x="53017" y="42655"/>
                    </a:lnTo>
                    <a:cubicBezTo>
                      <a:pt x="51775" y="40810"/>
                      <a:pt x="49327" y="39763"/>
                      <a:pt x="49735" y="36906"/>
                    </a:cubicBezTo>
                    <a:lnTo>
                      <a:pt x="49735" y="36906"/>
                    </a:lnTo>
                    <a:cubicBezTo>
                      <a:pt x="51738" y="37643"/>
                      <a:pt x="51709" y="40841"/>
                      <a:pt x="54224" y="40841"/>
                    </a:cubicBezTo>
                    <a:cubicBezTo>
                      <a:pt x="54315" y="40841"/>
                      <a:pt x="54410" y="40836"/>
                      <a:pt x="54508" y="40828"/>
                    </a:cubicBezTo>
                    <a:cubicBezTo>
                      <a:pt x="55927" y="42620"/>
                      <a:pt x="57968" y="43134"/>
                      <a:pt x="59831" y="43365"/>
                    </a:cubicBezTo>
                    <a:lnTo>
                      <a:pt x="61091" y="47286"/>
                    </a:lnTo>
                    <a:lnTo>
                      <a:pt x="62244" y="46683"/>
                    </a:lnTo>
                    <a:lnTo>
                      <a:pt x="61215" y="57010"/>
                    </a:lnTo>
                    <a:cubicBezTo>
                      <a:pt x="61641" y="57382"/>
                      <a:pt x="62102" y="57613"/>
                      <a:pt x="62208" y="57950"/>
                    </a:cubicBezTo>
                    <a:cubicBezTo>
                      <a:pt x="62350" y="58411"/>
                      <a:pt x="62226" y="58944"/>
                      <a:pt x="62226" y="59547"/>
                    </a:cubicBezTo>
                    <a:cubicBezTo>
                      <a:pt x="64054" y="58323"/>
                      <a:pt x="61783" y="56531"/>
                      <a:pt x="63397" y="55164"/>
                    </a:cubicBezTo>
                    <a:cubicBezTo>
                      <a:pt x="64338" y="54348"/>
                      <a:pt x="63894" y="52503"/>
                      <a:pt x="65420" y="51421"/>
                    </a:cubicBezTo>
                    <a:cubicBezTo>
                      <a:pt x="66236" y="50835"/>
                      <a:pt x="66627" y="49575"/>
                      <a:pt x="67407" y="48670"/>
                    </a:cubicBezTo>
                    <a:cubicBezTo>
                      <a:pt x="71098" y="31370"/>
                      <a:pt x="63805" y="13556"/>
                      <a:pt x="49451" y="3265"/>
                    </a:cubicBezTo>
                    <a:lnTo>
                      <a:pt x="47836" y="4223"/>
                    </a:lnTo>
                    <a:lnTo>
                      <a:pt x="47286" y="3425"/>
                    </a:lnTo>
                    <a:lnTo>
                      <a:pt x="45068" y="5465"/>
                    </a:lnTo>
                    <a:lnTo>
                      <a:pt x="44802" y="2963"/>
                    </a:lnTo>
                    <a:cubicBezTo>
                      <a:pt x="44483" y="4383"/>
                      <a:pt x="44412" y="5554"/>
                      <a:pt x="43383" y="6193"/>
                    </a:cubicBezTo>
                    <a:lnTo>
                      <a:pt x="41094" y="4844"/>
                    </a:lnTo>
                    <a:lnTo>
                      <a:pt x="41253" y="4702"/>
                    </a:lnTo>
                    <a:lnTo>
                      <a:pt x="43436" y="4525"/>
                    </a:lnTo>
                    <a:cubicBezTo>
                      <a:pt x="43312" y="3975"/>
                      <a:pt x="43329" y="3673"/>
                      <a:pt x="43205" y="3567"/>
                    </a:cubicBezTo>
                    <a:cubicBezTo>
                      <a:pt x="41857" y="2502"/>
                      <a:pt x="40153" y="1934"/>
                      <a:pt x="38929" y="657"/>
                    </a:cubicBezTo>
                    <a:cubicBezTo>
                      <a:pt x="38787" y="497"/>
                      <a:pt x="38592" y="390"/>
                      <a:pt x="38379" y="319"/>
                    </a:cubicBezTo>
                    <a:cubicBezTo>
                      <a:pt x="37729" y="119"/>
                      <a:pt x="37080" y="1"/>
                      <a:pt x="36430" y="1"/>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812" name="Google Shape;7812;p36"/>
              <p:cNvSpPr/>
              <p:nvPr/>
            </p:nvSpPr>
            <p:spPr>
              <a:xfrm>
                <a:off x="6031360" y="3319580"/>
                <a:ext cx="62149" cy="151155"/>
              </a:xfrm>
              <a:custGeom>
                <a:rect b="b" l="l" r="r" t="t"/>
                <a:pathLst>
                  <a:path extrusionOk="0" h="26208" w="10771">
                    <a:moveTo>
                      <a:pt x="266" y="1"/>
                    </a:moveTo>
                    <a:lnTo>
                      <a:pt x="266" y="1"/>
                    </a:lnTo>
                    <a:cubicBezTo>
                      <a:pt x="0" y="9316"/>
                      <a:pt x="2679" y="18489"/>
                      <a:pt x="7914" y="26208"/>
                    </a:cubicBezTo>
                    <a:lnTo>
                      <a:pt x="9014" y="25995"/>
                    </a:lnTo>
                    <a:cubicBezTo>
                      <a:pt x="9954" y="24078"/>
                      <a:pt x="9617" y="22073"/>
                      <a:pt x="9475" y="20068"/>
                    </a:cubicBezTo>
                    <a:cubicBezTo>
                      <a:pt x="9422" y="19412"/>
                      <a:pt x="9120" y="18347"/>
                      <a:pt x="9386" y="18188"/>
                    </a:cubicBezTo>
                    <a:cubicBezTo>
                      <a:pt x="10753" y="17336"/>
                      <a:pt x="10274" y="15881"/>
                      <a:pt x="10770" y="14834"/>
                    </a:cubicBezTo>
                    <a:cubicBezTo>
                      <a:pt x="9777" y="13415"/>
                      <a:pt x="8890" y="12137"/>
                      <a:pt x="7328" y="11161"/>
                    </a:cubicBezTo>
                    <a:cubicBezTo>
                      <a:pt x="5270" y="9901"/>
                      <a:pt x="3194" y="8216"/>
                      <a:pt x="3247" y="5235"/>
                    </a:cubicBezTo>
                    <a:cubicBezTo>
                      <a:pt x="3265" y="4649"/>
                      <a:pt x="2999" y="3709"/>
                      <a:pt x="2591" y="3514"/>
                    </a:cubicBezTo>
                    <a:cubicBezTo>
                      <a:pt x="1295" y="2893"/>
                      <a:pt x="479" y="1562"/>
                      <a:pt x="408" y="604"/>
                    </a:cubicBezTo>
                    <a:cubicBezTo>
                      <a:pt x="373" y="391"/>
                      <a:pt x="337" y="196"/>
                      <a:pt x="266" y="1"/>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813" name="Google Shape;7813;p36"/>
              <p:cNvSpPr/>
              <p:nvPr/>
            </p:nvSpPr>
            <p:spPr>
              <a:xfrm>
                <a:off x="6189159" y="3076713"/>
                <a:ext cx="117131" cy="35868"/>
              </a:xfrm>
              <a:custGeom>
                <a:rect b="b" l="l" r="r" t="t"/>
                <a:pathLst>
                  <a:path extrusionOk="0" h="6219" w="20300">
                    <a:moveTo>
                      <a:pt x="17629" y="0"/>
                    </a:moveTo>
                    <a:cubicBezTo>
                      <a:pt x="12187" y="0"/>
                      <a:pt x="6775" y="976"/>
                      <a:pt x="1651" y="2882"/>
                    </a:cubicBezTo>
                    <a:cubicBezTo>
                      <a:pt x="1207" y="3344"/>
                      <a:pt x="764" y="3823"/>
                      <a:pt x="302" y="4266"/>
                    </a:cubicBezTo>
                    <a:cubicBezTo>
                      <a:pt x="1" y="4568"/>
                      <a:pt x="231" y="5402"/>
                      <a:pt x="214" y="6218"/>
                    </a:cubicBezTo>
                    <a:cubicBezTo>
                      <a:pt x="1402" y="5473"/>
                      <a:pt x="2201" y="4834"/>
                      <a:pt x="3141" y="4408"/>
                    </a:cubicBezTo>
                    <a:cubicBezTo>
                      <a:pt x="5525" y="3347"/>
                      <a:pt x="8003" y="2632"/>
                      <a:pt x="10607" y="2632"/>
                    </a:cubicBezTo>
                    <a:cubicBezTo>
                      <a:pt x="11182" y="2632"/>
                      <a:pt x="11763" y="2666"/>
                      <a:pt x="12350" y="2740"/>
                    </a:cubicBezTo>
                    <a:cubicBezTo>
                      <a:pt x="12586" y="2362"/>
                      <a:pt x="12876" y="2257"/>
                      <a:pt x="13186" y="2257"/>
                    </a:cubicBezTo>
                    <a:cubicBezTo>
                      <a:pt x="13571" y="2257"/>
                      <a:pt x="13986" y="2419"/>
                      <a:pt x="14364" y="2419"/>
                    </a:cubicBezTo>
                    <a:cubicBezTo>
                      <a:pt x="14550" y="2419"/>
                      <a:pt x="14727" y="2379"/>
                      <a:pt x="14887" y="2261"/>
                    </a:cubicBezTo>
                    <a:cubicBezTo>
                      <a:pt x="16502" y="1072"/>
                      <a:pt x="18472" y="718"/>
                      <a:pt x="20299" y="79"/>
                    </a:cubicBezTo>
                    <a:cubicBezTo>
                      <a:pt x="19409" y="26"/>
                      <a:pt x="18519" y="0"/>
                      <a:pt x="17629" y="0"/>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814" name="Google Shape;7814;p36"/>
              <p:cNvSpPr/>
              <p:nvPr/>
            </p:nvSpPr>
            <p:spPr>
              <a:xfrm>
                <a:off x="6350006" y="3503923"/>
                <a:ext cx="45156" cy="42581"/>
              </a:xfrm>
              <a:custGeom>
                <a:rect b="b" l="l" r="r" t="t"/>
                <a:pathLst>
                  <a:path extrusionOk="0" h="7383" w="7826">
                    <a:moveTo>
                      <a:pt x="7648" y="1"/>
                    </a:moveTo>
                    <a:lnTo>
                      <a:pt x="7648" y="1"/>
                    </a:lnTo>
                    <a:cubicBezTo>
                      <a:pt x="6488" y="417"/>
                      <a:pt x="5728" y="1543"/>
                      <a:pt x="4541" y="1543"/>
                    </a:cubicBezTo>
                    <a:cubicBezTo>
                      <a:pt x="4311" y="1543"/>
                      <a:pt x="4065" y="1501"/>
                      <a:pt x="3797" y="1403"/>
                    </a:cubicBezTo>
                    <a:cubicBezTo>
                      <a:pt x="3766" y="1397"/>
                      <a:pt x="3735" y="1395"/>
                      <a:pt x="3704" y="1395"/>
                    </a:cubicBezTo>
                    <a:cubicBezTo>
                      <a:pt x="3523" y="1395"/>
                      <a:pt x="3348" y="1482"/>
                      <a:pt x="3212" y="1633"/>
                    </a:cubicBezTo>
                    <a:cubicBezTo>
                      <a:pt x="2520" y="3567"/>
                      <a:pt x="142" y="4490"/>
                      <a:pt x="0" y="7045"/>
                    </a:cubicBezTo>
                    <a:lnTo>
                      <a:pt x="1633" y="7382"/>
                    </a:lnTo>
                    <a:cubicBezTo>
                      <a:pt x="2662" y="6353"/>
                      <a:pt x="3655" y="5306"/>
                      <a:pt x="4844" y="4419"/>
                    </a:cubicBezTo>
                    <a:cubicBezTo>
                      <a:pt x="6211" y="3390"/>
                      <a:pt x="7825" y="2219"/>
                      <a:pt x="7648" y="1"/>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815" name="Google Shape;7815;p36"/>
              <p:cNvSpPr/>
              <p:nvPr/>
            </p:nvSpPr>
            <p:spPr>
              <a:xfrm>
                <a:off x="6262180" y="3141947"/>
                <a:ext cx="28469" cy="38688"/>
              </a:xfrm>
              <a:custGeom>
                <a:rect b="b" l="l" r="r" t="t"/>
                <a:pathLst>
                  <a:path extrusionOk="0" h="6708" w="4934">
                    <a:moveTo>
                      <a:pt x="2094" y="0"/>
                    </a:moveTo>
                    <a:lnTo>
                      <a:pt x="2094" y="0"/>
                    </a:lnTo>
                    <a:cubicBezTo>
                      <a:pt x="0" y="1420"/>
                      <a:pt x="3052" y="2467"/>
                      <a:pt x="1988" y="4454"/>
                    </a:cubicBezTo>
                    <a:lnTo>
                      <a:pt x="817" y="4756"/>
                    </a:lnTo>
                    <a:cubicBezTo>
                      <a:pt x="1243" y="6707"/>
                      <a:pt x="2822" y="6228"/>
                      <a:pt x="3851" y="6619"/>
                    </a:cubicBezTo>
                    <a:lnTo>
                      <a:pt x="4933" y="5430"/>
                    </a:lnTo>
                    <a:cubicBezTo>
                      <a:pt x="4685" y="3993"/>
                      <a:pt x="2768" y="2875"/>
                      <a:pt x="4206" y="1207"/>
                    </a:cubicBezTo>
                    <a:cubicBezTo>
                      <a:pt x="3883" y="979"/>
                      <a:pt x="3846" y="221"/>
                      <a:pt x="3400" y="221"/>
                    </a:cubicBezTo>
                    <a:cubicBezTo>
                      <a:pt x="3257" y="221"/>
                      <a:pt x="3072" y="299"/>
                      <a:pt x="2822" y="497"/>
                    </a:cubicBezTo>
                    <a:cubicBezTo>
                      <a:pt x="2815" y="502"/>
                      <a:pt x="2807" y="505"/>
                      <a:pt x="2796" y="505"/>
                    </a:cubicBezTo>
                    <a:cubicBezTo>
                      <a:pt x="2667" y="505"/>
                      <a:pt x="2259" y="115"/>
                      <a:pt x="2094" y="0"/>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816" name="Google Shape;7816;p36"/>
              <p:cNvSpPr/>
              <p:nvPr/>
            </p:nvSpPr>
            <p:spPr>
              <a:xfrm>
                <a:off x="6251907" y="3101042"/>
                <a:ext cx="26011" cy="13686"/>
              </a:xfrm>
              <a:custGeom>
                <a:rect b="b" l="l" r="r" t="t"/>
                <a:pathLst>
                  <a:path extrusionOk="0" h="2373" w="4508">
                    <a:moveTo>
                      <a:pt x="1606" y="0"/>
                    </a:moveTo>
                    <a:cubicBezTo>
                      <a:pt x="1091" y="0"/>
                      <a:pt x="558" y="171"/>
                      <a:pt x="0" y="723"/>
                    </a:cubicBezTo>
                    <a:cubicBezTo>
                      <a:pt x="430" y="1555"/>
                      <a:pt x="972" y="2195"/>
                      <a:pt x="1679" y="2195"/>
                    </a:cubicBezTo>
                    <a:cubicBezTo>
                      <a:pt x="1906" y="2195"/>
                      <a:pt x="2151" y="2129"/>
                      <a:pt x="2414" y="1982"/>
                    </a:cubicBezTo>
                    <a:cubicBezTo>
                      <a:pt x="2981" y="1663"/>
                      <a:pt x="4507" y="2373"/>
                      <a:pt x="4064" y="456"/>
                    </a:cubicBezTo>
                    <a:lnTo>
                      <a:pt x="4064" y="456"/>
                    </a:lnTo>
                    <a:cubicBezTo>
                      <a:pt x="4046" y="457"/>
                      <a:pt x="4028" y="457"/>
                      <a:pt x="4010" y="457"/>
                    </a:cubicBezTo>
                    <a:cubicBezTo>
                      <a:pt x="3239" y="457"/>
                      <a:pt x="2447" y="0"/>
                      <a:pt x="1606" y="0"/>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817" name="Google Shape;7817;p36"/>
              <p:cNvSpPr/>
              <p:nvPr/>
            </p:nvSpPr>
            <p:spPr>
              <a:xfrm>
                <a:off x="6250613" y="3155645"/>
                <a:ext cx="21609" cy="17008"/>
              </a:xfrm>
              <a:custGeom>
                <a:rect b="b" l="l" r="r" t="t"/>
                <a:pathLst>
                  <a:path extrusionOk="0" h="2949" w="3745">
                    <a:moveTo>
                      <a:pt x="1345" y="1"/>
                    </a:moveTo>
                    <a:cubicBezTo>
                      <a:pt x="985" y="1"/>
                      <a:pt x="770" y="142"/>
                      <a:pt x="568" y="429"/>
                    </a:cubicBezTo>
                    <a:cubicBezTo>
                      <a:pt x="213" y="943"/>
                      <a:pt x="249" y="1706"/>
                      <a:pt x="0" y="2948"/>
                    </a:cubicBezTo>
                    <a:lnTo>
                      <a:pt x="3744" y="695"/>
                    </a:lnTo>
                    <a:cubicBezTo>
                      <a:pt x="2515" y="235"/>
                      <a:pt x="1810" y="1"/>
                      <a:pt x="1345" y="1"/>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grpSp>
        <p:nvGrpSpPr>
          <p:cNvPr id="7818" name="Google Shape;7818;p36"/>
          <p:cNvGrpSpPr/>
          <p:nvPr/>
        </p:nvGrpSpPr>
        <p:grpSpPr>
          <a:xfrm>
            <a:off x="3574273" y="2854307"/>
            <a:ext cx="2241344" cy="1330655"/>
            <a:chOff x="3597785" y="3065882"/>
            <a:chExt cx="2241344" cy="1330655"/>
          </a:xfrm>
        </p:grpSpPr>
        <p:grpSp>
          <p:nvGrpSpPr>
            <p:cNvPr id="7819" name="Google Shape;7819;p36"/>
            <p:cNvGrpSpPr/>
            <p:nvPr/>
          </p:nvGrpSpPr>
          <p:grpSpPr>
            <a:xfrm>
              <a:off x="5296908" y="3937355"/>
              <a:ext cx="143199" cy="32380"/>
              <a:chOff x="5296908" y="3937355"/>
              <a:chExt cx="143199" cy="32380"/>
            </a:xfrm>
          </p:grpSpPr>
          <p:sp>
            <p:nvSpPr>
              <p:cNvPr id="7820" name="Google Shape;7820;p36"/>
              <p:cNvSpPr/>
              <p:nvPr/>
            </p:nvSpPr>
            <p:spPr>
              <a:xfrm>
                <a:off x="5319457" y="3952794"/>
                <a:ext cx="111895" cy="8"/>
              </a:xfrm>
              <a:custGeom>
                <a:rect b="b" l="l" r="r" t="t"/>
                <a:pathLst>
                  <a:path extrusionOk="0" fill="none" h="1" w="14227">
                    <a:moveTo>
                      <a:pt x="1" y="0"/>
                    </a:moveTo>
                    <a:lnTo>
                      <a:pt x="14227" y="0"/>
                    </a:lnTo>
                  </a:path>
                </a:pathLst>
              </a:custGeom>
              <a:noFill/>
              <a:ln cap="flat" cmpd="sng" w="9525">
                <a:solidFill>
                  <a:srgbClr val="A5B7C5"/>
                </a:solidFill>
                <a:prstDash val="solid"/>
                <a:miter lim="12096"/>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nvGrpSpPr>
              <p:cNvPr id="7821" name="Google Shape;7821;p36"/>
              <p:cNvGrpSpPr/>
              <p:nvPr/>
            </p:nvGrpSpPr>
            <p:grpSpPr>
              <a:xfrm>
                <a:off x="5402331" y="3937355"/>
                <a:ext cx="37776" cy="32380"/>
                <a:chOff x="5402331" y="3937355"/>
                <a:chExt cx="37776" cy="32380"/>
              </a:xfrm>
            </p:grpSpPr>
            <p:sp>
              <p:nvSpPr>
                <p:cNvPr id="7822" name="Google Shape;7822;p36"/>
                <p:cNvSpPr/>
                <p:nvPr/>
              </p:nvSpPr>
              <p:spPr>
                <a:xfrm>
                  <a:off x="5402331" y="3937355"/>
                  <a:ext cx="37776" cy="32380"/>
                </a:xfrm>
                <a:custGeom>
                  <a:rect b="b" l="l" r="r" t="t"/>
                  <a:pathLst>
                    <a:path extrusionOk="0" h="4117" w="4803">
                      <a:moveTo>
                        <a:pt x="2737" y="1"/>
                      </a:moveTo>
                      <a:cubicBezTo>
                        <a:pt x="2231" y="1"/>
                        <a:pt x="1714" y="189"/>
                        <a:pt x="1294" y="609"/>
                      </a:cubicBezTo>
                      <a:cubicBezTo>
                        <a:pt x="0" y="1903"/>
                        <a:pt x="919" y="4117"/>
                        <a:pt x="2746" y="4117"/>
                      </a:cubicBezTo>
                      <a:cubicBezTo>
                        <a:pt x="3883" y="4117"/>
                        <a:pt x="4802" y="3185"/>
                        <a:pt x="4802" y="2060"/>
                      </a:cubicBezTo>
                      <a:cubicBezTo>
                        <a:pt x="4802" y="818"/>
                        <a:pt x="3792" y="1"/>
                        <a:pt x="2737" y="1"/>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823" name="Google Shape;7823;p36"/>
                <p:cNvSpPr/>
                <p:nvPr/>
              </p:nvSpPr>
              <p:spPr>
                <a:xfrm>
                  <a:off x="5415174" y="3946990"/>
                  <a:ext cx="15321" cy="13064"/>
                </a:xfrm>
                <a:custGeom>
                  <a:rect b="b" l="l" r="r" t="t"/>
                  <a:pathLst>
                    <a:path extrusionOk="0" h="1661" w="1948">
                      <a:moveTo>
                        <a:pt x="1113" y="1"/>
                      </a:moveTo>
                      <a:cubicBezTo>
                        <a:pt x="375" y="1"/>
                        <a:pt x="0" y="896"/>
                        <a:pt x="532" y="1416"/>
                      </a:cubicBezTo>
                      <a:cubicBezTo>
                        <a:pt x="701" y="1585"/>
                        <a:pt x="910" y="1661"/>
                        <a:pt x="1114" y="1661"/>
                      </a:cubicBezTo>
                      <a:cubicBezTo>
                        <a:pt x="1540" y="1661"/>
                        <a:pt x="1948" y="1333"/>
                        <a:pt x="1948" y="835"/>
                      </a:cubicBezTo>
                      <a:cubicBezTo>
                        <a:pt x="1948" y="376"/>
                        <a:pt x="1573" y="1"/>
                        <a:pt x="1113" y="1"/>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7824" name="Google Shape;7824;p36"/>
              <p:cNvGrpSpPr/>
              <p:nvPr/>
            </p:nvGrpSpPr>
            <p:grpSpPr>
              <a:xfrm>
                <a:off x="5296908" y="3937355"/>
                <a:ext cx="37783" cy="32380"/>
                <a:chOff x="5296908" y="3937355"/>
                <a:chExt cx="37783" cy="32380"/>
              </a:xfrm>
            </p:grpSpPr>
            <p:sp>
              <p:nvSpPr>
                <p:cNvPr id="7825" name="Google Shape;7825;p36"/>
                <p:cNvSpPr/>
                <p:nvPr/>
              </p:nvSpPr>
              <p:spPr>
                <a:xfrm>
                  <a:off x="5296908" y="3937355"/>
                  <a:ext cx="37783" cy="32380"/>
                </a:xfrm>
                <a:custGeom>
                  <a:rect b="b" l="l" r="r" t="t"/>
                  <a:pathLst>
                    <a:path extrusionOk="0" h="4117" w="4804">
                      <a:moveTo>
                        <a:pt x="2738" y="1"/>
                      </a:moveTo>
                      <a:cubicBezTo>
                        <a:pt x="2231" y="1"/>
                        <a:pt x="1715" y="189"/>
                        <a:pt x="1295" y="609"/>
                      </a:cubicBezTo>
                      <a:cubicBezTo>
                        <a:pt x="1" y="1903"/>
                        <a:pt x="920" y="4117"/>
                        <a:pt x="2747" y="4117"/>
                      </a:cubicBezTo>
                      <a:cubicBezTo>
                        <a:pt x="3884" y="4117"/>
                        <a:pt x="4803" y="3185"/>
                        <a:pt x="4803" y="2060"/>
                      </a:cubicBezTo>
                      <a:cubicBezTo>
                        <a:pt x="4803" y="818"/>
                        <a:pt x="3792" y="1"/>
                        <a:pt x="2738" y="1"/>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826" name="Google Shape;7826;p36"/>
                <p:cNvSpPr/>
                <p:nvPr/>
              </p:nvSpPr>
              <p:spPr>
                <a:xfrm>
                  <a:off x="5309846" y="3946990"/>
                  <a:ext cx="15235" cy="13064"/>
                </a:xfrm>
                <a:custGeom>
                  <a:rect b="b" l="l" r="r" t="t"/>
                  <a:pathLst>
                    <a:path extrusionOk="0" h="1661" w="1937">
                      <a:moveTo>
                        <a:pt x="1102" y="1"/>
                      </a:moveTo>
                      <a:cubicBezTo>
                        <a:pt x="364" y="1"/>
                        <a:pt x="1" y="896"/>
                        <a:pt x="521" y="1416"/>
                      </a:cubicBezTo>
                      <a:cubicBezTo>
                        <a:pt x="690" y="1585"/>
                        <a:pt x="899" y="1661"/>
                        <a:pt x="1103" y="1661"/>
                      </a:cubicBezTo>
                      <a:cubicBezTo>
                        <a:pt x="1528" y="1661"/>
                        <a:pt x="1936" y="1333"/>
                        <a:pt x="1936" y="835"/>
                      </a:cubicBezTo>
                      <a:cubicBezTo>
                        <a:pt x="1936" y="376"/>
                        <a:pt x="1561" y="1"/>
                        <a:pt x="1102" y="1"/>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grpSp>
          <p:nvGrpSpPr>
            <p:cNvPr id="7827" name="Google Shape;7827;p36"/>
            <p:cNvGrpSpPr/>
            <p:nvPr/>
          </p:nvGrpSpPr>
          <p:grpSpPr>
            <a:xfrm>
              <a:off x="4724163" y="3119631"/>
              <a:ext cx="120838" cy="84218"/>
              <a:chOff x="4724163" y="3119631"/>
              <a:chExt cx="120838" cy="84218"/>
            </a:xfrm>
          </p:grpSpPr>
          <p:grpSp>
            <p:nvGrpSpPr>
              <p:cNvPr id="7828" name="Google Shape;7828;p36"/>
              <p:cNvGrpSpPr/>
              <p:nvPr/>
            </p:nvGrpSpPr>
            <p:grpSpPr>
              <a:xfrm>
                <a:off x="4746712" y="3132773"/>
                <a:ext cx="86869" cy="56424"/>
                <a:chOff x="4746712" y="3132773"/>
                <a:chExt cx="86869" cy="56424"/>
              </a:xfrm>
            </p:grpSpPr>
            <p:sp>
              <p:nvSpPr>
                <p:cNvPr id="7829" name="Google Shape;7829;p36"/>
                <p:cNvSpPr/>
                <p:nvPr/>
              </p:nvSpPr>
              <p:spPr>
                <a:xfrm>
                  <a:off x="4746712" y="3132773"/>
                  <a:ext cx="86869" cy="56424"/>
                </a:xfrm>
                <a:custGeom>
                  <a:rect b="b" l="l" r="r" t="t"/>
                  <a:pathLst>
                    <a:path extrusionOk="0" fill="none" h="7174" w="11045">
                      <a:moveTo>
                        <a:pt x="0" y="1597"/>
                      </a:moveTo>
                      <a:cubicBezTo>
                        <a:pt x="242" y="1743"/>
                        <a:pt x="3532" y="7174"/>
                        <a:pt x="3532" y="7174"/>
                      </a:cubicBezTo>
                      <a:lnTo>
                        <a:pt x="6290" y="3315"/>
                      </a:lnTo>
                      <a:lnTo>
                        <a:pt x="11044" y="1"/>
                      </a:lnTo>
                      <a:close/>
                    </a:path>
                  </a:pathLst>
                </a:custGeom>
                <a:noFill/>
                <a:ln cap="flat" cmpd="sng" w="9525">
                  <a:solidFill>
                    <a:srgbClr val="A5B7C5"/>
                  </a:solidFill>
                  <a:prstDash val="solid"/>
                  <a:miter lim="12096"/>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830" name="Google Shape;7830;p36"/>
                <p:cNvSpPr/>
                <p:nvPr/>
              </p:nvSpPr>
              <p:spPr>
                <a:xfrm>
                  <a:off x="4746712" y="3145334"/>
                  <a:ext cx="49479" cy="13520"/>
                </a:xfrm>
                <a:custGeom>
                  <a:rect b="b" l="l" r="r" t="t"/>
                  <a:pathLst>
                    <a:path extrusionOk="0" fill="none" h="1719" w="6291">
                      <a:moveTo>
                        <a:pt x="0" y="0"/>
                      </a:moveTo>
                      <a:lnTo>
                        <a:pt x="6290" y="1718"/>
                      </a:lnTo>
                    </a:path>
                  </a:pathLst>
                </a:custGeom>
                <a:noFill/>
                <a:ln cap="flat" cmpd="sng" w="9525">
                  <a:solidFill>
                    <a:srgbClr val="A5B7C5"/>
                  </a:solidFill>
                  <a:prstDash val="solid"/>
                  <a:miter lim="12096"/>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7831" name="Google Shape;7831;p36"/>
              <p:cNvGrpSpPr/>
              <p:nvPr/>
            </p:nvGrpSpPr>
            <p:grpSpPr>
              <a:xfrm>
                <a:off x="4773634" y="3143336"/>
                <a:ext cx="37776" cy="32451"/>
                <a:chOff x="4773634" y="3143336"/>
                <a:chExt cx="37776" cy="32451"/>
              </a:xfrm>
            </p:grpSpPr>
            <p:sp>
              <p:nvSpPr>
                <p:cNvPr id="7832" name="Google Shape;7832;p36"/>
                <p:cNvSpPr/>
                <p:nvPr/>
              </p:nvSpPr>
              <p:spPr>
                <a:xfrm>
                  <a:off x="4773634" y="3143336"/>
                  <a:ext cx="37776" cy="32451"/>
                </a:xfrm>
                <a:custGeom>
                  <a:rect b="b" l="l" r="r" t="t"/>
                  <a:pathLst>
                    <a:path extrusionOk="0" h="4126" w="4803">
                      <a:moveTo>
                        <a:pt x="2730" y="0"/>
                      </a:moveTo>
                      <a:cubicBezTo>
                        <a:pt x="2226" y="0"/>
                        <a:pt x="1713" y="187"/>
                        <a:pt x="1295" y="605"/>
                      </a:cubicBezTo>
                      <a:cubicBezTo>
                        <a:pt x="1" y="1900"/>
                        <a:pt x="920" y="4125"/>
                        <a:pt x="2746" y="4125"/>
                      </a:cubicBezTo>
                      <a:cubicBezTo>
                        <a:pt x="3884" y="4125"/>
                        <a:pt x="4803" y="3206"/>
                        <a:pt x="4803" y="2069"/>
                      </a:cubicBezTo>
                      <a:cubicBezTo>
                        <a:pt x="4803" y="824"/>
                        <a:pt x="3788" y="0"/>
                        <a:pt x="2730" y="0"/>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833" name="Google Shape;7833;p36"/>
                <p:cNvSpPr/>
                <p:nvPr/>
              </p:nvSpPr>
              <p:spPr>
                <a:xfrm>
                  <a:off x="4788664" y="3153041"/>
                  <a:ext cx="13048" cy="13040"/>
                </a:xfrm>
                <a:custGeom>
                  <a:rect b="b" l="l" r="r" t="t"/>
                  <a:pathLst>
                    <a:path extrusionOk="0" h="1658" w="1659">
                      <a:moveTo>
                        <a:pt x="835" y="0"/>
                      </a:moveTo>
                      <a:cubicBezTo>
                        <a:pt x="376" y="0"/>
                        <a:pt x="1" y="375"/>
                        <a:pt x="1" y="835"/>
                      </a:cubicBezTo>
                      <a:cubicBezTo>
                        <a:pt x="1" y="1295"/>
                        <a:pt x="376" y="1657"/>
                        <a:pt x="835" y="1657"/>
                      </a:cubicBezTo>
                      <a:cubicBezTo>
                        <a:pt x="1295" y="1657"/>
                        <a:pt x="1658" y="1295"/>
                        <a:pt x="1658" y="835"/>
                      </a:cubicBezTo>
                      <a:cubicBezTo>
                        <a:pt x="1658" y="375"/>
                        <a:pt x="1295" y="0"/>
                        <a:pt x="835" y="0"/>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7834" name="Google Shape;7834;p36"/>
              <p:cNvGrpSpPr/>
              <p:nvPr/>
            </p:nvGrpSpPr>
            <p:grpSpPr>
              <a:xfrm>
                <a:off x="4724163" y="3131248"/>
                <a:ext cx="37776" cy="32459"/>
                <a:chOff x="4724163" y="3131248"/>
                <a:chExt cx="37776" cy="32459"/>
              </a:xfrm>
            </p:grpSpPr>
            <p:sp>
              <p:nvSpPr>
                <p:cNvPr id="7835" name="Google Shape;7835;p36"/>
                <p:cNvSpPr/>
                <p:nvPr/>
              </p:nvSpPr>
              <p:spPr>
                <a:xfrm>
                  <a:off x="4724163" y="3131248"/>
                  <a:ext cx="37776" cy="32459"/>
                </a:xfrm>
                <a:custGeom>
                  <a:rect b="b" l="l" r="r" t="t"/>
                  <a:pathLst>
                    <a:path extrusionOk="0" h="4127" w="4803">
                      <a:moveTo>
                        <a:pt x="2730" y="1"/>
                      </a:moveTo>
                      <a:cubicBezTo>
                        <a:pt x="2226" y="1"/>
                        <a:pt x="1712" y="188"/>
                        <a:pt x="1295" y="606"/>
                      </a:cubicBezTo>
                      <a:cubicBezTo>
                        <a:pt x="0" y="1900"/>
                        <a:pt x="920" y="4114"/>
                        <a:pt x="2746" y="4126"/>
                      </a:cubicBezTo>
                      <a:cubicBezTo>
                        <a:pt x="3883" y="4114"/>
                        <a:pt x="4803" y="3195"/>
                        <a:pt x="4803" y="2070"/>
                      </a:cubicBezTo>
                      <a:cubicBezTo>
                        <a:pt x="4803" y="824"/>
                        <a:pt x="3787" y="1"/>
                        <a:pt x="2730" y="1"/>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836" name="Google Shape;7836;p36"/>
                <p:cNvSpPr/>
                <p:nvPr/>
              </p:nvSpPr>
              <p:spPr>
                <a:xfrm>
                  <a:off x="4739288" y="3140953"/>
                  <a:ext cx="13040" cy="13048"/>
                </a:xfrm>
                <a:custGeom>
                  <a:rect b="b" l="l" r="r" t="t"/>
                  <a:pathLst>
                    <a:path extrusionOk="0" h="1659" w="1658">
                      <a:moveTo>
                        <a:pt x="823" y="1"/>
                      </a:moveTo>
                      <a:cubicBezTo>
                        <a:pt x="363" y="1"/>
                        <a:pt x="1" y="376"/>
                        <a:pt x="1" y="823"/>
                      </a:cubicBezTo>
                      <a:cubicBezTo>
                        <a:pt x="1" y="1283"/>
                        <a:pt x="363" y="1658"/>
                        <a:pt x="823" y="1658"/>
                      </a:cubicBezTo>
                      <a:cubicBezTo>
                        <a:pt x="1283" y="1658"/>
                        <a:pt x="1658" y="1283"/>
                        <a:pt x="1658" y="823"/>
                      </a:cubicBezTo>
                      <a:cubicBezTo>
                        <a:pt x="1658" y="376"/>
                        <a:pt x="1283" y="1"/>
                        <a:pt x="823" y="1"/>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7837" name="Google Shape;7837;p36"/>
              <p:cNvGrpSpPr/>
              <p:nvPr/>
            </p:nvGrpSpPr>
            <p:grpSpPr>
              <a:xfrm>
                <a:off x="4755081" y="3176054"/>
                <a:ext cx="32357" cy="27795"/>
                <a:chOff x="4755081" y="3176054"/>
                <a:chExt cx="32357" cy="27795"/>
              </a:xfrm>
            </p:grpSpPr>
            <p:sp>
              <p:nvSpPr>
                <p:cNvPr id="7838" name="Google Shape;7838;p36"/>
                <p:cNvSpPr/>
                <p:nvPr/>
              </p:nvSpPr>
              <p:spPr>
                <a:xfrm>
                  <a:off x="4755081" y="3176054"/>
                  <a:ext cx="32357" cy="27795"/>
                </a:xfrm>
                <a:custGeom>
                  <a:rect b="b" l="l" r="r" t="t"/>
                  <a:pathLst>
                    <a:path extrusionOk="0" h="3534" w="4114">
                      <a:moveTo>
                        <a:pt x="2338" y="0"/>
                      </a:moveTo>
                      <a:cubicBezTo>
                        <a:pt x="1904" y="0"/>
                        <a:pt x="1462" y="162"/>
                        <a:pt x="1101" y="522"/>
                      </a:cubicBezTo>
                      <a:cubicBezTo>
                        <a:pt x="1" y="1635"/>
                        <a:pt x="787" y="3534"/>
                        <a:pt x="2360" y="3534"/>
                      </a:cubicBezTo>
                      <a:cubicBezTo>
                        <a:pt x="3327" y="3534"/>
                        <a:pt x="4114" y="2735"/>
                        <a:pt x="4114" y="1768"/>
                      </a:cubicBezTo>
                      <a:cubicBezTo>
                        <a:pt x="4114" y="704"/>
                        <a:pt x="3245" y="0"/>
                        <a:pt x="2338" y="0"/>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839" name="Google Shape;7839;p36"/>
                <p:cNvSpPr/>
                <p:nvPr/>
              </p:nvSpPr>
              <p:spPr>
                <a:xfrm>
                  <a:off x="4767924" y="3185768"/>
                  <a:ext cx="9902" cy="8392"/>
                </a:xfrm>
                <a:custGeom>
                  <a:rect b="b" l="l" r="r" t="t"/>
                  <a:pathLst>
                    <a:path extrusionOk="0" h="1067" w="1259">
                      <a:moveTo>
                        <a:pt x="714" y="0"/>
                      </a:moveTo>
                      <a:cubicBezTo>
                        <a:pt x="243" y="0"/>
                        <a:pt x="1" y="569"/>
                        <a:pt x="339" y="908"/>
                      </a:cubicBezTo>
                      <a:cubicBezTo>
                        <a:pt x="449" y="1017"/>
                        <a:pt x="584" y="1066"/>
                        <a:pt x="716" y="1066"/>
                      </a:cubicBezTo>
                      <a:cubicBezTo>
                        <a:pt x="993" y="1066"/>
                        <a:pt x="1259" y="852"/>
                        <a:pt x="1259" y="533"/>
                      </a:cubicBezTo>
                      <a:cubicBezTo>
                        <a:pt x="1259" y="230"/>
                        <a:pt x="1017" y="0"/>
                        <a:pt x="714" y="0"/>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7840" name="Google Shape;7840;p36"/>
              <p:cNvGrpSpPr/>
              <p:nvPr/>
            </p:nvGrpSpPr>
            <p:grpSpPr>
              <a:xfrm>
                <a:off x="4812550" y="3119631"/>
                <a:ext cx="32451" cy="27803"/>
                <a:chOff x="4812550" y="3119631"/>
                <a:chExt cx="32451" cy="27803"/>
              </a:xfrm>
            </p:grpSpPr>
            <p:sp>
              <p:nvSpPr>
                <p:cNvPr id="7841" name="Google Shape;7841;p36"/>
                <p:cNvSpPr/>
                <p:nvPr/>
              </p:nvSpPr>
              <p:spPr>
                <a:xfrm>
                  <a:off x="4812550" y="3119631"/>
                  <a:ext cx="32451" cy="27803"/>
                </a:xfrm>
                <a:custGeom>
                  <a:rect b="b" l="l" r="r" t="t"/>
                  <a:pathLst>
                    <a:path extrusionOk="0" h="3535" w="4126">
                      <a:moveTo>
                        <a:pt x="2350" y="1"/>
                      </a:moveTo>
                      <a:cubicBezTo>
                        <a:pt x="1916" y="1"/>
                        <a:pt x="1473" y="162"/>
                        <a:pt x="1113" y="522"/>
                      </a:cubicBezTo>
                      <a:cubicBezTo>
                        <a:pt x="0" y="1635"/>
                        <a:pt x="798" y="3534"/>
                        <a:pt x="2371" y="3534"/>
                      </a:cubicBezTo>
                      <a:cubicBezTo>
                        <a:pt x="3339" y="3534"/>
                        <a:pt x="4125" y="2748"/>
                        <a:pt x="4125" y="1768"/>
                      </a:cubicBezTo>
                      <a:cubicBezTo>
                        <a:pt x="4125" y="705"/>
                        <a:pt x="3256" y="1"/>
                        <a:pt x="2350" y="1"/>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842" name="Google Shape;7842;p36"/>
                <p:cNvSpPr/>
                <p:nvPr/>
              </p:nvSpPr>
              <p:spPr>
                <a:xfrm>
                  <a:off x="4826912" y="3129352"/>
                  <a:ext cx="8478" cy="8376"/>
                </a:xfrm>
                <a:custGeom>
                  <a:rect b="b" l="l" r="r" t="t"/>
                  <a:pathLst>
                    <a:path extrusionOk="0" h="1065" w="1078">
                      <a:moveTo>
                        <a:pt x="533" y="0"/>
                      </a:moveTo>
                      <a:cubicBezTo>
                        <a:pt x="243" y="0"/>
                        <a:pt x="1" y="242"/>
                        <a:pt x="1" y="532"/>
                      </a:cubicBezTo>
                      <a:cubicBezTo>
                        <a:pt x="1" y="835"/>
                        <a:pt x="243" y="1065"/>
                        <a:pt x="533" y="1065"/>
                      </a:cubicBezTo>
                      <a:cubicBezTo>
                        <a:pt x="835" y="1065"/>
                        <a:pt x="1077" y="835"/>
                        <a:pt x="1077" y="532"/>
                      </a:cubicBezTo>
                      <a:cubicBezTo>
                        <a:pt x="1077" y="242"/>
                        <a:pt x="835" y="0"/>
                        <a:pt x="533" y="0"/>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grpSp>
          <p:nvGrpSpPr>
            <p:cNvPr id="7843" name="Google Shape;7843;p36"/>
            <p:cNvGrpSpPr/>
            <p:nvPr/>
          </p:nvGrpSpPr>
          <p:grpSpPr>
            <a:xfrm>
              <a:off x="5382826" y="4027197"/>
              <a:ext cx="268967" cy="250421"/>
              <a:chOff x="5382826" y="4027197"/>
              <a:chExt cx="268967" cy="250421"/>
            </a:xfrm>
          </p:grpSpPr>
          <p:grpSp>
            <p:nvGrpSpPr>
              <p:cNvPr id="7844" name="Google Shape;7844;p36"/>
              <p:cNvGrpSpPr/>
              <p:nvPr/>
            </p:nvGrpSpPr>
            <p:grpSpPr>
              <a:xfrm>
                <a:off x="5405280" y="4042510"/>
                <a:ext cx="237570" cy="218647"/>
                <a:chOff x="5405280" y="4042510"/>
                <a:chExt cx="237570" cy="218647"/>
              </a:xfrm>
            </p:grpSpPr>
            <p:sp>
              <p:nvSpPr>
                <p:cNvPr id="7845" name="Google Shape;7845;p36"/>
                <p:cNvSpPr/>
                <p:nvPr/>
              </p:nvSpPr>
              <p:spPr>
                <a:xfrm>
                  <a:off x="5405280" y="4042510"/>
                  <a:ext cx="144999" cy="173832"/>
                </a:xfrm>
                <a:custGeom>
                  <a:rect b="b" l="l" r="r" t="t"/>
                  <a:pathLst>
                    <a:path extrusionOk="0" fill="none" h="22102" w="18436">
                      <a:moveTo>
                        <a:pt x="0" y="12037"/>
                      </a:moveTo>
                      <a:cubicBezTo>
                        <a:pt x="702" y="12073"/>
                        <a:pt x="12302" y="22101"/>
                        <a:pt x="12302" y="22101"/>
                      </a:cubicBezTo>
                      <a:lnTo>
                        <a:pt x="11819" y="13005"/>
                      </a:lnTo>
                      <a:lnTo>
                        <a:pt x="18435" y="1"/>
                      </a:lnTo>
                      <a:lnTo>
                        <a:pt x="0" y="12521"/>
                      </a:lnTo>
                    </a:path>
                  </a:pathLst>
                </a:custGeom>
                <a:noFill/>
                <a:ln cap="flat" cmpd="sng" w="9525">
                  <a:solidFill>
                    <a:srgbClr val="A5B7C5"/>
                  </a:solidFill>
                  <a:prstDash val="solid"/>
                  <a:miter lim="12096"/>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846" name="Google Shape;7846;p36"/>
                <p:cNvSpPr/>
                <p:nvPr/>
              </p:nvSpPr>
              <p:spPr>
                <a:xfrm>
                  <a:off x="5502036" y="4125093"/>
                  <a:ext cx="134350" cy="135585"/>
                </a:xfrm>
                <a:custGeom>
                  <a:rect b="b" l="l" r="r" t="t"/>
                  <a:pathLst>
                    <a:path extrusionOk="0" fill="none" h="17239" w="17082">
                      <a:moveTo>
                        <a:pt x="13513" y="17239"/>
                      </a:moveTo>
                      <a:lnTo>
                        <a:pt x="12690" y="8614"/>
                      </a:lnTo>
                      <a:lnTo>
                        <a:pt x="17081" y="1"/>
                      </a:lnTo>
                      <a:lnTo>
                        <a:pt x="0" y="2021"/>
                      </a:lnTo>
                      <a:close/>
                    </a:path>
                  </a:pathLst>
                </a:custGeom>
                <a:noFill/>
                <a:ln cap="flat" cmpd="sng" w="9525">
                  <a:solidFill>
                    <a:srgbClr val="A5B7C5"/>
                  </a:solidFill>
                  <a:prstDash val="solid"/>
                  <a:miter lim="12096"/>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847" name="Google Shape;7847;p36"/>
                <p:cNvSpPr/>
                <p:nvPr/>
              </p:nvSpPr>
              <p:spPr>
                <a:xfrm>
                  <a:off x="5543704" y="4042990"/>
                  <a:ext cx="99146" cy="81639"/>
                </a:xfrm>
                <a:custGeom>
                  <a:rect b="b" l="l" r="r" t="t"/>
                  <a:pathLst>
                    <a:path extrusionOk="0" fill="none" h="10380" w="12606">
                      <a:moveTo>
                        <a:pt x="1" y="0"/>
                      </a:moveTo>
                      <a:lnTo>
                        <a:pt x="12606" y="10379"/>
                      </a:lnTo>
                    </a:path>
                  </a:pathLst>
                </a:custGeom>
                <a:noFill/>
                <a:ln cap="flat" cmpd="sng" w="9525">
                  <a:solidFill>
                    <a:srgbClr val="A5B7C5"/>
                  </a:solidFill>
                  <a:prstDash val="solid"/>
                  <a:miter lim="12096"/>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848" name="Google Shape;7848;p36"/>
                <p:cNvSpPr/>
                <p:nvPr/>
              </p:nvSpPr>
              <p:spPr>
                <a:xfrm>
                  <a:off x="5501941" y="4140980"/>
                  <a:ext cx="103708" cy="51862"/>
                </a:xfrm>
                <a:custGeom>
                  <a:rect b="b" l="l" r="r" t="t"/>
                  <a:pathLst>
                    <a:path extrusionOk="0" fill="none" h="6594" w="13186">
                      <a:moveTo>
                        <a:pt x="13186" y="6594"/>
                      </a:moveTo>
                      <a:lnTo>
                        <a:pt x="0" y="1"/>
                      </a:lnTo>
                    </a:path>
                  </a:pathLst>
                </a:custGeom>
                <a:noFill/>
                <a:ln cap="flat" cmpd="sng" w="9525">
                  <a:solidFill>
                    <a:srgbClr val="A5B7C5"/>
                  </a:solidFill>
                  <a:prstDash val="solid"/>
                  <a:miter lim="12096"/>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849" name="Google Shape;7849;p36"/>
                <p:cNvSpPr/>
                <p:nvPr/>
              </p:nvSpPr>
              <p:spPr>
                <a:xfrm>
                  <a:off x="5495854" y="4211010"/>
                  <a:ext cx="105989" cy="50147"/>
                </a:xfrm>
                <a:custGeom>
                  <a:rect b="b" l="l" r="r" t="t"/>
                  <a:pathLst>
                    <a:path extrusionOk="0" fill="none" h="6376" w="13476">
                      <a:moveTo>
                        <a:pt x="0" y="0"/>
                      </a:moveTo>
                      <a:lnTo>
                        <a:pt x="13476" y="6375"/>
                      </a:lnTo>
                    </a:path>
                  </a:pathLst>
                </a:custGeom>
                <a:noFill/>
                <a:ln cap="flat" cmpd="sng" w="9525">
                  <a:solidFill>
                    <a:srgbClr val="A5B7C5"/>
                  </a:solidFill>
                  <a:prstDash val="solid"/>
                  <a:miter lim="12096"/>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850" name="Google Shape;7850;p36"/>
                <p:cNvSpPr/>
                <p:nvPr/>
              </p:nvSpPr>
              <p:spPr>
                <a:xfrm>
                  <a:off x="5405280" y="4134420"/>
                  <a:ext cx="96669" cy="6567"/>
                </a:xfrm>
                <a:custGeom>
                  <a:rect b="b" l="l" r="r" t="t"/>
                  <a:pathLst>
                    <a:path extrusionOk="0" fill="none" h="835" w="12291">
                      <a:moveTo>
                        <a:pt x="12290" y="835"/>
                      </a:moveTo>
                      <a:lnTo>
                        <a:pt x="0" y="0"/>
                      </a:lnTo>
                    </a:path>
                  </a:pathLst>
                </a:custGeom>
                <a:noFill/>
                <a:ln cap="flat" cmpd="sng" w="9525">
                  <a:solidFill>
                    <a:srgbClr val="A5B7C5"/>
                  </a:solidFill>
                  <a:prstDash val="solid"/>
                  <a:miter lim="12096"/>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7851" name="Google Shape;7851;p36"/>
              <p:cNvGrpSpPr/>
              <p:nvPr/>
            </p:nvGrpSpPr>
            <p:grpSpPr>
              <a:xfrm>
                <a:off x="5382826" y="4125549"/>
                <a:ext cx="37776" cy="32380"/>
                <a:chOff x="5382826" y="4125549"/>
                <a:chExt cx="37776" cy="32380"/>
              </a:xfrm>
            </p:grpSpPr>
            <p:sp>
              <p:nvSpPr>
                <p:cNvPr id="7852" name="Google Shape;7852;p36"/>
                <p:cNvSpPr/>
                <p:nvPr/>
              </p:nvSpPr>
              <p:spPr>
                <a:xfrm>
                  <a:off x="5382826" y="4125549"/>
                  <a:ext cx="37776" cy="32380"/>
                </a:xfrm>
                <a:custGeom>
                  <a:rect b="b" l="l" r="r" t="t"/>
                  <a:pathLst>
                    <a:path extrusionOk="0" h="4117" w="4803">
                      <a:moveTo>
                        <a:pt x="2734" y="0"/>
                      </a:moveTo>
                      <a:cubicBezTo>
                        <a:pt x="2229" y="0"/>
                        <a:pt x="1714" y="188"/>
                        <a:pt x="1295" y="608"/>
                      </a:cubicBezTo>
                      <a:cubicBezTo>
                        <a:pt x="0" y="1902"/>
                        <a:pt x="907" y="4116"/>
                        <a:pt x="2746" y="4116"/>
                      </a:cubicBezTo>
                      <a:cubicBezTo>
                        <a:pt x="3871" y="4116"/>
                        <a:pt x="4790" y="3197"/>
                        <a:pt x="4803" y="2060"/>
                      </a:cubicBezTo>
                      <a:cubicBezTo>
                        <a:pt x="4794" y="817"/>
                        <a:pt x="3787" y="0"/>
                        <a:pt x="2734" y="0"/>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853" name="Google Shape;7853;p36"/>
                <p:cNvSpPr/>
                <p:nvPr/>
              </p:nvSpPr>
              <p:spPr>
                <a:xfrm>
                  <a:off x="5395669" y="4135176"/>
                  <a:ext cx="15227" cy="13072"/>
                </a:xfrm>
                <a:custGeom>
                  <a:rect b="b" l="l" r="r" t="t"/>
                  <a:pathLst>
                    <a:path extrusionOk="0" h="1662" w="1936">
                      <a:moveTo>
                        <a:pt x="1113" y="1"/>
                      </a:moveTo>
                      <a:cubicBezTo>
                        <a:pt x="375" y="1"/>
                        <a:pt x="0" y="896"/>
                        <a:pt x="520" y="1416"/>
                      </a:cubicBezTo>
                      <a:cubicBezTo>
                        <a:pt x="689" y="1585"/>
                        <a:pt x="898" y="1661"/>
                        <a:pt x="1103" y="1661"/>
                      </a:cubicBezTo>
                      <a:cubicBezTo>
                        <a:pt x="1528" y="1661"/>
                        <a:pt x="1936" y="1334"/>
                        <a:pt x="1936" y="836"/>
                      </a:cubicBezTo>
                      <a:cubicBezTo>
                        <a:pt x="1936" y="376"/>
                        <a:pt x="1561" y="1"/>
                        <a:pt x="1113" y="1"/>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7854" name="Google Shape;7854;p36"/>
              <p:cNvGrpSpPr/>
              <p:nvPr/>
            </p:nvGrpSpPr>
            <p:grpSpPr>
              <a:xfrm>
                <a:off x="5475680" y="4195587"/>
                <a:ext cx="37783" cy="32364"/>
                <a:chOff x="5475680" y="4195587"/>
                <a:chExt cx="37783" cy="32364"/>
              </a:xfrm>
            </p:grpSpPr>
            <p:sp>
              <p:nvSpPr>
                <p:cNvPr id="7855" name="Google Shape;7855;p36"/>
                <p:cNvSpPr/>
                <p:nvPr/>
              </p:nvSpPr>
              <p:spPr>
                <a:xfrm>
                  <a:off x="5475680" y="4195587"/>
                  <a:ext cx="37783" cy="32364"/>
                </a:xfrm>
                <a:custGeom>
                  <a:rect b="b" l="l" r="r" t="t"/>
                  <a:pathLst>
                    <a:path extrusionOk="0" h="4115" w="4804">
                      <a:moveTo>
                        <a:pt x="2732" y="1"/>
                      </a:moveTo>
                      <a:cubicBezTo>
                        <a:pt x="2228" y="1"/>
                        <a:pt x="1713" y="188"/>
                        <a:pt x="1295" y="606"/>
                      </a:cubicBezTo>
                      <a:cubicBezTo>
                        <a:pt x="1" y="1901"/>
                        <a:pt x="920" y="4114"/>
                        <a:pt x="2747" y="4114"/>
                      </a:cubicBezTo>
                      <a:cubicBezTo>
                        <a:pt x="3884" y="4114"/>
                        <a:pt x="4803" y="3195"/>
                        <a:pt x="4803" y="2058"/>
                      </a:cubicBezTo>
                      <a:cubicBezTo>
                        <a:pt x="4803" y="821"/>
                        <a:pt x="3789" y="1"/>
                        <a:pt x="2732" y="1"/>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856" name="Google Shape;7856;p36"/>
                <p:cNvSpPr/>
                <p:nvPr/>
              </p:nvSpPr>
              <p:spPr>
                <a:xfrm>
                  <a:off x="5488523" y="4205300"/>
                  <a:ext cx="15329" cy="13040"/>
                </a:xfrm>
                <a:custGeom>
                  <a:rect b="b" l="l" r="r" t="t"/>
                  <a:pathLst>
                    <a:path extrusionOk="0" h="1658" w="1949">
                      <a:moveTo>
                        <a:pt x="1114" y="0"/>
                      </a:moveTo>
                      <a:cubicBezTo>
                        <a:pt x="376" y="0"/>
                        <a:pt x="1" y="883"/>
                        <a:pt x="533" y="1416"/>
                      </a:cubicBezTo>
                      <a:cubicBezTo>
                        <a:pt x="700" y="1583"/>
                        <a:pt x="905" y="1657"/>
                        <a:pt x="1106" y="1657"/>
                      </a:cubicBezTo>
                      <a:cubicBezTo>
                        <a:pt x="1531" y="1657"/>
                        <a:pt x="1940" y="1324"/>
                        <a:pt x="1948" y="823"/>
                      </a:cubicBezTo>
                      <a:cubicBezTo>
                        <a:pt x="1948" y="363"/>
                        <a:pt x="1573" y="0"/>
                        <a:pt x="1114" y="0"/>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7857" name="Google Shape;7857;p36"/>
              <p:cNvGrpSpPr/>
              <p:nvPr/>
            </p:nvGrpSpPr>
            <p:grpSpPr>
              <a:xfrm>
                <a:off x="5532575" y="4027197"/>
                <a:ext cx="33308" cy="32262"/>
                <a:chOff x="5532575" y="4027197"/>
                <a:chExt cx="33308" cy="32262"/>
              </a:xfrm>
            </p:grpSpPr>
            <p:sp>
              <p:nvSpPr>
                <p:cNvPr id="7858" name="Google Shape;7858;p36"/>
                <p:cNvSpPr/>
                <p:nvPr/>
              </p:nvSpPr>
              <p:spPr>
                <a:xfrm>
                  <a:off x="5532575" y="4027197"/>
                  <a:ext cx="33308" cy="32262"/>
                </a:xfrm>
                <a:custGeom>
                  <a:rect b="b" l="l" r="r" t="t"/>
                  <a:pathLst>
                    <a:path extrusionOk="0" h="4102" w="4235">
                      <a:moveTo>
                        <a:pt x="1984" y="0"/>
                      </a:moveTo>
                      <a:cubicBezTo>
                        <a:pt x="871" y="49"/>
                        <a:pt x="0" y="1004"/>
                        <a:pt x="37" y="2117"/>
                      </a:cubicBezTo>
                      <a:cubicBezTo>
                        <a:pt x="73" y="3227"/>
                        <a:pt x="980" y="4101"/>
                        <a:pt x="2084" y="4101"/>
                      </a:cubicBezTo>
                      <a:cubicBezTo>
                        <a:pt x="2099" y="4101"/>
                        <a:pt x="2114" y="4101"/>
                        <a:pt x="2130" y="4101"/>
                      </a:cubicBezTo>
                      <a:lnTo>
                        <a:pt x="2275" y="4101"/>
                      </a:lnTo>
                      <a:cubicBezTo>
                        <a:pt x="3375" y="4028"/>
                        <a:pt x="4234" y="3085"/>
                        <a:pt x="4186" y="1984"/>
                      </a:cubicBezTo>
                      <a:cubicBezTo>
                        <a:pt x="4150" y="871"/>
                        <a:pt x="3242" y="0"/>
                        <a:pt x="2130" y="0"/>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859" name="Google Shape;7859;p36"/>
                <p:cNvSpPr/>
                <p:nvPr/>
              </p:nvSpPr>
              <p:spPr>
                <a:xfrm>
                  <a:off x="5540661" y="4036792"/>
                  <a:ext cx="15502" cy="13064"/>
                </a:xfrm>
                <a:custGeom>
                  <a:rect b="b" l="l" r="r" t="t"/>
                  <a:pathLst>
                    <a:path extrusionOk="0" h="1661" w="1971">
                      <a:moveTo>
                        <a:pt x="1098" y="1"/>
                      </a:moveTo>
                      <a:cubicBezTo>
                        <a:pt x="1083" y="1"/>
                        <a:pt x="1068" y="1"/>
                        <a:pt x="1053" y="2"/>
                      </a:cubicBezTo>
                      <a:cubicBezTo>
                        <a:pt x="315" y="50"/>
                        <a:pt x="1" y="970"/>
                        <a:pt x="557" y="1453"/>
                      </a:cubicBezTo>
                      <a:cubicBezTo>
                        <a:pt x="721" y="1596"/>
                        <a:pt x="913" y="1660"/>
                        <a:pt x="1100" y="1660"/>
                      </a:cubicBezTo>
                      <a:cubicBezTo>
                        <a:pt x="1548" y="1660"/>
                        <a:pt x="1970" y="1296"/>
                        <a:pt x="1936" y="776"/>
                      </a:cubicBezTo>
                      <a:cubicBezTo>
                        <a:pt x="1901" y="332"/>
                        <a:pt x="1527" y="1"/>
                        <a:pt x="1098" y="1"/>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7860" name="Google Shape;7860;p36"/>
              <p:cNvGrpSpPr/>
              <p:nvPr/>
            </p:nvGrpSpPr>
            <p:grpSpPr>
              <a:xfrm>
                <a:off x="5590706" y="4245348"/>
                <a:ext cx="33497" cy="32270"/>
                <a:chOff x="5590706" y="4245348"/>
                <a:chExt cx="33497" cy="32270"/>
              </a:xfrm>
            </p:grpSpPr>
            <p:sp>
              <p:nvSpPr>
                <p:cNvPr id="7861" name="Google Shape;7861;p36"/>
                <p:cNvSpPr/>
                <p:nvPr/>
              </p:nvSpPr>
              <p:spPr>
                <a:xfrm>
                  <a:off x="5590706" y="4245348"/>
                  <a:ext cx="33497" cy="32270"/>
                </a:xfrm>
                <a:custGeom>
                  <a:rect b="b" l="l" r="r" t="t"/>
                  <a:pathLst>
                    <a:path extrusionOk="0" h="4103" w="4259">
                      <a:moveTo>
                        <a:pt x="2175" y="0"/>
                      </a:moveTo>
                      <a:cubicBezTo>
                        <a:pt x="2160" y="0"/>
                        <a:pt x="2145" y="1"/>
                        <a:pt x="2130" y="1"/>
                      </a:cubicBezTo>
                      <a:lnTo>
                        <a:pt x="1984" y="1"/>
                      </a:lnTo>
                      <a:cubicBezTo>
                        <a:pt x="872" y="49"/>
                        <a:pt x="1" y="993"/>
                        <a:pt x="37" y="2118"/>
                      </a:cubicBezTo>
                      <a:cubicBezTo>
                        <a:pt x="73" y="3228"/>
                        <a:pt x="980" y="4102"/>
                        <a:pt x="2085" y="4102"/>
                      </a:cubicBezTo>
                      <a:cubicBezTo>
                        <a:pt x="2100" y="4102"/>
                        <a:pt x="2115" y="4102"/>
                        <a:pt x="2130" y="4102"/>
                      </a:cubicBezTo>
                      <a:lnTo>
                        <a:pt x="2275" y="4102"/>
                      </a:lnTo>
                      <a:cubicBezTo>
                        <a:pt x="3388" y="4041"/>
                        <a:pt x="4259" y="3098"/>
                        <a:pt x="4222" y="1985"/>
                      </a:cubicBezTo>
                      <a:cubicBezTo>
                        <a:pt x="4175" y="875"/>
                        <a:pt x="3279" y="0"/>
                        <a:pt x="2175" y="0"/>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862" name="Google Shape;7862;p36"/>
                <p:cNvSpPr/>
                <p:nvPr/>
              </p:nvSpPr>
              <p:spPr>
                <a:xfrm>
                  <a:off x="5598791" y="4254944"/>
                  <a:ext cx="15408" cy="13048"/>
                </a:xfrm>
                <a:custGeom>
                  <a:rect b="b" l="l" r="r" t="t"/>
                  <a:pathLst>
                    <a:path extrusionOk="0" h="1659" w="1959">
                      <a:moveTo>
                        <a:pt x="1106" y="0"/>
                      </a:moveTo>
                      <a:cubicBezTo>
                        <a:pt x="1085" y="0"/>
                        <a:pt x="1063" y="1"/>
                        <a:pt x="1041" y="3"/>
                      </a:cubicBezTo>
                      <a:cubicBezTo>
                        <a:pt x="303" y="51"/>
                        <a:pt x="1" y="970"/>
                        <a:pt x="557" y="1454"/>
                      </a:cubicBezTo>
                      <a:cubicBezTo>
                        <a:pt x="720" y="1596"/>
                        <a:pt x="909" y="1659"/>
                        <a:pt x="1093" y="1659"/>
                      </a:cubicBezTo>
                      <a:cubicBezTo>
                        <a:pt x="1538" y="1659"/>
                        <a:pt x="1958" y="1290"/>
                        <a:pt x="1924" y="777"/>
                      </a:cubicBezTo>
                      <a:cubicBezTo>
                        <a:pt x="1901" y="339"/>
                        <a:pt x="1538" y="0"/>
                        <a:pt x="1106" y="0"/>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7863" name="Google Shape;7863;p36"/>
              <p:cNvGrpSpPr/>
              <p:nvPr/>
            </p:nvGrpSpPr>
            <p:grpSpPr>
              <a:xfrm>
                <a:off x="5618681" y="4109677"/>
                <a:ext cx="33112" cy="32357"/>
                <a:chOff x="5618681" y="4109677"/>
                <a:chExt cx="33112" cy="32357"/>
              </a:xfrm>
            </p:grpSpPr>
            <p:sp>
              <p:nvSpPr>
                <p:cNvPr id="7864" name="Google Shape;7864;p36"/>
                <p:cNvSpPr/>
                <p:nvPr/>
              </p:nvSpPr>
              <p:spPr>
                <a:xfrm>
                  <a:off x="5618681" y="4109677"/>
                  <a:ext cx="33112" cy="32357"/>
                </a:xfrm>
                <a:custGeom>
                  <a:rect b="b" l="l" r="r" t="t"/>
                  <a:pathLst>
                    <a:path extrusionOk="0" h="4114" w="4210">
                      <a:moveTo>
                        <a:pt x="1984" y="1"/>
                      </a:moveTo>
                      <a:cubicBezTo>
                        <a:pt x="871" y="61"/>
                        <a:pt x="0" y="1005"/>
                        <a:pt x="36" y="2130"/>
                      </a:cubicBezTo>
                      <a:cubicBezTo>
                        <a:pt x="84" y="3235"/>
                        <a:pt x="992" y="4114"/>
                        <a:pt x="2106" y="4114"/>
                      </a:cubicBezTo>
                      <a:cubicBezTo>
                        <a:pt x="2114" y="4114"/>
                        <a:pt x="2121" y="4114"/>
                        <a:pt x="2129" y="4114"/>
                      </a:cubicBezTo>
                      <a:lnTo>
                        <a:pt x="2274" y="4114"/>
                      </a:lnTo>
                      <a:cubicBezTo>
                        <a:pt x="3375" y="4029"/>
                        <a:pt x="4210" y="3086"/>
                        <a:pt x="4173" y="1985"/>
                      </a:cubicBezTo>
                      <a:cubicBezTo>
                        <a:pt x="4137" y="884"/>
                        <a:pt x="3230" y="13"/>
                        <a:pt x="2129" y="1"/>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865" name="Google Shape;7865;p36"/>
                <p:cNvSpPr/>
                <p:nvPr/>
              </p:nvSpPr>
              <p:spPr>
                <a:xfrm>
                  <a:off x="5626767" y="4119280"/>
                  <a:ext cx="15494" cy="13056"/>
                </a:xfrm>
                <a:custGeom>
                  <a:rect b="b" l="l" r="r" t="t"/>
                  <a:pathLst>
                    <a:path extrusionOk="0" h="1660" w="1970">
                      <a:moveTo>
                        <a:pt x="1098" y="1"/>
                      </a:moveTo>
                      <a:cubicBezTo>
                        <a:pt x="1083" y="1"/>
                        <a:pt x="1068" y="1"/>
                        <a:pt x="1053" y="2"/>
                      </a:cubicBezTo>
                      <a:cubicBezTo>
                        <a:pt x="315" y="62"/>
                        <a:pt x="0" y="970"/>
                        <a:pt x="557" y="1453"/>
                      </a:cubicBezTo>
                      <a:cubicBezTo>
                        <a:pt x="721" y="1596"/>
                        <a:pt x="913" y="1660"/>
                        <a:pt x="1100" y="1660"/>
                      </a:cubicBezTo>
                      <a:cubicBezTo>
                        <a:pt x="1547" y="1660"/>
                        <a:pt x="1970" y="1296"/>
                        <a:pt x="1936" y="776"/>
                      </a:cubicBezTo>
                      <a:cubicBezTo>
                        <a:pt x="1901" y="332"/>
                        <a:pt x="1527" y="1"/>
                        <a:pt x="1098" y="1"/>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7866" name="Google Shape;7866;p36"/>
              <p:cNvGrpSpPr/>
              <p:nvPr/>
            </p:nvGrpSpPr>
            <p:grpSpPr>
              <a:xfrm>
                <a:off x="5479298" y="4128262"/>
                <a:ext cx="31405" cy="26906"/>
                <a:chOff x="5479298" y="4128262"/>
                <a:chExt cx="31405" cy="26906"/>
              </a:xfrm>
            </p:grpSpPr>
            <p:sp>
              <p:nvSpPr>
                <p:cNvPr id="7867" name="Google Shape;7867;p36"/>
                <p:cNvSpPr/>
                <p:nvPr/>
              </p:nvSpPr>
              <p:spPr>
                <a:xfrm>
                  <a:off x="5479298" y="4128262"/>
                  <a:ext cx="31405" cy="26906"/>
                </a:xfrm>
                <a:custGeom>
                  <a:rect b="b" l="l" r="r" t="t"/>
                  <a:pathLst>
                    <a:path extrusionOk="0" h="3421" w="3993">
                      <a:moveTo>
                        <a:pt x="2273" y="1"/>
                      </a:moveTo>
                      <a:cubicBezTo>
                        <a:pt x="1853" y="1"/>
                        <a:pt x="1425" y="157"/>
                        <a:pt x="1077" y="505"/>
                      </a:cubicBezTo>
                      <a:cubicBezTo>
                        <a:pt x="0" y="1582"/>
                        <a:pt x="762" y="3420"/>
                        <a:pt x="2287" y="3420"/>
                      </a:cubicBezTo>
                      <a:cubicBezTo>
                        <a:pt x="3230" y="3420"/>
                        <a:pt x="3992" y="2658"/>
                        <a:pt x="3992" y="1715"/>
                      </a:cubicBezTo>
                      <a:cubicBezTo>
                        <a:pt x="3992" y="683"/>
                        <a:pt x="3150" y="1"/>
                        <a:pt x="2273" y="1"/>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868" name="Google Shape;7868;p36"/>
                <p:cNvSpPr/>
                <p:nvPr/>
              </p:nvSpPr>
              <p:spPr>
                <a:xfrm>
                  <a:off x="5493471" y="4137936"/>
                  <a:ext cx="7621" cy="7621"/>
                </a:xfrm>
                <a:custGeom>
                  <a:rect b="b" l="l" r="r" t="t"/>
                  <a:pathLst>
                    <a:path extrusionOk="0" h="969" w="969">
                      <a:moveTo>
                        <a:pt x="485" y="1"/>
                      </a:moveTo>
                      <a:cubicBezTo>
                        <a:pt x="218" y="1"/>
                        <a:pt x="1" y="218"/>
                        <a:pt x="1" y="485"/>
                      </a:cubicBezTo>
                      <a:cubicBezTo>
                        <a:pt x="1" y="751"/>
                        <a:pt x="218" y="968"/>
                        <a:pt x="485" y="968"/>
                      </a:cubicBezTo>
                      <a:cubicBezTo>
                        <a:pt x="751" y="968"/>
                        <a:pt x="968" y="751"/>
                        <a:pt x="968" y="485"/>
                      </a:cubicBezTo>
                      <a:cubicBezTo>
                        <a:pt x="968" y="218"/>
                        <a:pt x="751" y="1"/>
                        <a:pt x="485" y="1"/>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7869" name="Google Shape;7869;p36"/>
              <p:cNvGrpSpPr/>
              <p:nvPr/>
            </p:nvGrpSpPr>
            <p:grpSpPr>
              <a:xfrm>
                <a:off x="5582903" y="4180116"/>
                <a:ext cx="31499" cy="26898"/>
                <a:chOff x="5582903" y="4180116"/>
                <a:chExt cx="31499" cy="26898"/>
              </a:xfrm>
            </p:grpSpPr>
            <p:sp>
              <p:nvSpPr>
                <p:cNvPr id="7870" name="Google Shape;7870;p36"/>
                <p:cNvSpPr/>
                <p:nvPr/>
              </p:nvSpPr>
              <p:spPr>
                <a:xfrm>
                  <a:off x="5582903" y="4180116"/>
                  <a:ext cx="31499" cy="26898"/>
                </a:xfrm>
                <a:custGeom>
                  <a:rect b="b" l="l" r="r" t="t"/>
                  <a:pathLst>
                    <a:path extrusionOk="0" h="3420" w="4005">
                      <a:moveTo>
                        <a:pt x="2276" y="1"/>
                      </a:moveTo>
                      <a:cubicBezTo>
                        <a:pt x="1855" y="1"/>
                        <a:pt x="1425" y="156"/>
                        <a:pt x="1077" y="505"/>
                      </a:cubicBezTo>
                      <a:cubicBezTo>
                        <a:pt x="1" y="1581"/>
                        <a:pt x="763" y="3420"/>
                        <a:pt x="2287" y="3420"/>
                      </a:cubicBezTo>
                      <a:cubicBezTo>
                        <a:pt x="3231" y="3420"/>
                        <a:pt x="4005" y="2658"/>
                        <a:pt x="4005" y="1714"/>
                      </a:cubicBezTo>
                      <a:cubicBezTo>
                        <a:pt x="4005" y="683"/>
                        <a:pt x="3157" y="1"/>
                        <a:pt x="2276" y="1"/>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871" name="Google Shape;7871;p36"/>
                <p:cNvSpPr/>
                <p:nvPr/>
              </p:nvSpPr>
              <p:spPr>
                <a:xfrm>
                  <a:off x="5597084" y="4189790"/>
                  <a:ext cx="7613" cy="7621"/>
                </a:xfrm>
                <a:custGeom>
                  <a:rect b="b" l="l" r="r" t="t"/>
                  <a:pathLst>
                    <a:path extrusionOk="0" h="969" w="968">
                      <a:moveTo>
                        <a:pt x="484" y="0"/>
                      </a:moveTo>
                      <a:cubicBezTo>
                        <a:pt x="218" y="0"/>
                        <a:pt x="0" y="218"/>
                        <a:pt x="0" y="484"/>
                      </a:cubicBezTo>
                      <a:cubicBezTo>
                        <a:pt x="0" y="750"/>
                        <a:pt x="218" y="968"/>
                        <a:pt x="484" y="968"/>
                      </a:cubicBezTo>
                      <a:cubicBezTo>
                        <a:pt x="750" y="968"/>
                        <a:pt x="968" y="750"/>
                        <a:pt x="968" y="484"/>
                      </a:cubicBezTo>
                      <a:cubicBezTo>
                        <a:pt x="968" y="218"/>
                        <a:pt x="750" y="0"/>
                        <a:pt x="484" y="0"/>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grpSp>
          <p:nvGrpSpPr>
            <p:cNvPr id="7872" name="Google Shape;7872;p36"/>
            <p:cNvGrpSpPr/>
            <p:nvPr/>
          </p:nvGrpSpPr>
          <p:grpSpPr>
            <a:xfrm>
              <a:off x="3977681" y="3230323"/>
              <a:ext cx="94584" cy="84084"/>
              <a:chOff x="3977681" y="3230323"/>
              <a:chExt cx="94584" cy="84084"/>
            </a:xfrm>
          </p:grpSpPr>
          <p:grpSp>
            <p:nvGrpSpPr>
              <p:cNvPr id="7873" name="Google Shape;7873;p36"/>
              <p:cNvGrpSpPr/>
              <p:nvPr/>
            </p:nvGrpSpPr>
            <p:grpSpPr>
              <a:xfrm>
                <a:off x="4000135" y="3243041"/>
                <a:ext cx="59570" cy="57186"/>
                <a:chOff x="4000135" y="3243041"/>
                <a:chExt cx="59570" cy="57186"/>
              </a:xfrm>
            </p:grpSpPr>
            <p:sp>
              <p:nvSpPr>
                <p:cNvPr id="7874" name="Google Shape;7874;p36"/>
                <p:cNvSpPr/>
                <p:nvPr/>
              </p:nvSpPr>
              <p:spPr>
                <a:xfrm>
                  <a:off x="4000135" y="3243041"/>
                  <a:ext cx="59570" cy="57092"/>
                </a:xfrm>
                <a:custGeom>
                  <a:rect b="b" l="l" r="r" t="t"/>
                  <a:pathLst>
                    <a:path extrusionOk="0" fill="none" h="7259" w="7574">
                      <a:moveTo>
                        <a:pt x="1" y="2323"/>
                      </a:moveTo>
                      <a:lnTo>
                        <a:pt x="2577" y="7259"/>
                      </a:lnTo>
                      <a:lnTo>
                        <a:pt x="7573" y="4114"/>
                      </a:lnTo>
                      <a:lnTo>
                        <a:pt x="5541" y="1"/>
                      </a:lnTo>
                      <a:lnTo>
                        <a:pt x="352" y="2323"/>
                      </a:lnTo>
                    </a:path>
                  </a:pathLst>
                </a:custGeom>
                <a:noFill/>
                <a:ln cap="flat" cmpd="sng" w="9525">
                  <a:solidFill>
                    <a:srgbClr val="A5B7C5"/>
                  </a:solidFill>
                  <a:prstDash val="solid"/>
                  <a:miter lim="12096"/>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875" name="Google Shape;7875;p36"/>
                <p:cNvSpPr/>
                <p:nvPr/>
              </p:nvSpPr>
              <p:spPr>
                <a:xfrm>
                  <a:off x="4024210" y="3246847"/>
                  <a:ext cx="15706" cy="53380"/>
                </a:xfrm>
                <a:custGeom>
                  <a:rect b="b" l="l" r="r" t="t"/>
                  <a:pathLst>
                    <a:path extrusionOk="0" fill="none" h="6787" w="1997">
                      <a:moveTo>
                        <a:pt x="0" y="6787"/>
                      </a:moveTo>
                      <a:lnTo>
                        <a:pt x="1996" y="1"/>
                      </a:lnTo>
                    </a:path>
                  </a:pathLst>
                </a:custGeom>
                <a:noFill/>
                <a:ln cap="flat" cmpd="sng" w="9525">
                  <a:solidFill>
                    <a:srgbClr val="A5B7C5"/>
                  </a:solidFill>
                  <a:prstDash val="solid"/>
                  <a:miter lim="12096"/>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876" name="Google Shape;7876;p36"/>
                <p:cNvSpPr/>
                <p:nvPr/>
              </p:nvSpPr>
              <p:spPr>
                <a:xfrm>
                  <a:off x="4002896" y="3261311"/>
                  <a:ext cx="56809" cy="14086"/>
                </a:xfrm>
                <a:custGeom>
                  <a:rect b="b" l="l" r="r" t="t"/>
                  <a:pathLst>
                    <a:path extrusionOk="0" fill="none" h="1791" w="7223">
                      <a:moveTo>
                        <a:pt x="7222" y="1791"/>
                      </a:moveTo>
                      <a:lnTo>
                        <a:pt x="1" y="0"/>
                      </a:lnTo>
                    </a:path>
                  </a:pathLst>
                </a:custGeom>
                <a:noFill/>
                <a:ln cap="flat" cmpd="sng" w="9525">
                  <a:solidFill>
                    <a:srgbClr val="A5B7C5"/>
                  </a:solidFill>
                  <a:prstDash val="solid"/>
                  <a:miter lim="12096"/>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7877" name="Google Shape;7877;p36"/>
              <p:cNvGrpSpPr/>
              <p:nvPr/>
            </p:nvGrpSpPr>
            <p:grpSpPr>
              <a:xfrm>
                <a:off x="3977681" y="3245872"/>
                <a:ext cx="37783" cy="32380"/>
                <a:chOff x="3977681" y="3245872"/>
                <a:chExt cx="37783" cy="32380"/>
              </a:xfrm>
            </p:grpSpPr>
            <p:sp>
              <p:nvSpPr>
                <p:cNvPr id="7878" name="Google Shape;7878;p36"/>
                <p:cNvSpPr/>
                <p:nvPr/>
              </p:nvSpPr>
              <p:spPr>
                <a:xfrm>
                  <a:off x="3977681" y="3245872"/>
                  <a:ext cx="37783" cy="32380"/>
                </a:xfrm>
                <a:custGeom>
                  <a:rect b="b" l="l" r="r" t="t"/>
                  <a:pathLst>
                    <a:path extrusionOk="0" h="4117" w="4804">
                      <a:moveTo>
                        <a:pt x="2726" y="1"/>
                      </a:moveTo>
                      <a:cubicBezTo>
                        <a:pt x="2219" y="1"/>
                        <a:pt x="1703" y="189"/>
                        <a:pt x="1283" y="608"/>
                      </a:cubicBezTo>
                      <a:cubicBezTo>
                        <a:pt x="1" y="1903"/>
                        <a:pt x="908" y="4117"/>
                        <a:pt x="2747" y="4117"/>
                      </a:cubicBezTo>
                      <a:cubicBezTo>
                        <a:pt x="3872" y="4104"/>
                        <a:pt x="4791" y="3185"/>
                        <a:pt x="4803" y="2060"/>
                      </a:cubicBezTo>
                      <a:cubicBezTo>
                        <a:pt x="4795" y="818"/>
                        <a:pt x="3782" y="1"/>
                        <a:pt x="2726" y="1"/>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879" name="Google Shape;7879;p36"/>
                <p:cNvSpPr/>
                <p:nvPr/>
              </p:nvSpPr>
              <p:spPr>
                <a:xfrm>
                  <a:off x="3992718" y="3255507"/>
                  <a:ext cx="13040" cy="13040"/>
                </a:xfrm>
                <a:custGeom>
                  <a:rect b="b" l="l" r="r" t="t"/>
                  <a:pathLst>
                    <a:path extrusionOk="0" h="1658" w="1658">
                      <a:moveTo>
                        <a:pt x="835" y="0"/>
                      </a:moveTo>
                      <a:cubicBezTo>
                        <a:pt x="375" y="0"/>
                        <a:pt x="0" y="375"/>
                        <a:pt x="0" y="835"/>
                      </a:cubicBezTo>
                      <a:cubicBezTo>
                        <a:pt x="0" y="1295"/>
                        <a:pt x="375" y="1658"/>
                        <a:pt x="835" y="1658"/>
                      </a:cubicBezTo>
                      <a:cubicBezTo>
                        <a:pt x="1282" y="1658"/>
                        <a:pt x="1657" y="1295"/>
                        <a:pt x="1657" y="835"/>
                      </a:cubicBezTo>
                      <a:cubicBezTo>
                        <a:pt x="1657" y="375"/>
                        <a:pt x="1282" y="0"/>
                        <a:pt x="835" y="0"/>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7880" name="Google Shape;7880;p36"/>
              <p:cNvGrpSpPr/>
              <p:nvPr/>
            </p:nvGrpSpPr>
            <p:grpSpPr>
              <a:xfrm>
                <a:off x="4040860" y="3262672"/>
                <a:ext cx="31405" cy="27001"/>
                <a:chOff x="4040860" y="3262672"/>
                <a:chExt cx="31405" cy="27001"/>
              </a:xfrm>
            </p:grpSpPr>
            <p:sp>
              <p:nvSpPr>
                <p:cNvPr id="7881" name="Google Shape;7881;p36"/>
                <p:cNvSpPr/>
                <p:nvPr/>
              </p:nvSpPr>
              <p:spPr>
                <a:xfrm>
                  <a:off x="4040860" y="3262672"/>
                  <a:ext cx="31405" cy="27001"/>
                </a:xfrm>
                <a:custGeom>
                  <a:rect b="b" l="l" r="r" t="t"/>
                  <a:pathLst>
                    <a:path extrusionOk="0" h="3433" w="3993">
                      <a:moveTo>
                        <a:pt x="2272" y="1"/>
                      </a:moveTo>
                      <a:cubicBezTo>
                        <a:pt x="1853" y="1"/>
                        <a:pt x="1425" y="157"/>
                        <a:pt x="1077" y="505"/>
                      </a:cubicBezTo>
                      <a:cubicBezTo>
                        <a:pt x="0" y="1581"/>
                        <a:pt x="762" y="3420"/>
                        <a:pt x="2286" y="3432"/>
                      </a:cubicBezTo>
                      <a:cubicBezTo>
                        <a:pt x="3230" y="3420"/>
                        <a:pt x="3992" y="2658"/>
                        <a:pt x="3992" y="1714"/>
                      </a:cubicBezTo>
                      <a:cubicBezTo>
                        <a:pt x="3992" y="683"/>
                        <a:pt x="3150" y="1"/>
                        <a:pt x="2272" y="1"/>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882" name="Google Shape;7882;p36"/>
                <p:cNvSpPr/>
                <p:nvPr/>
              </p:nvSpPr>
              <p:spPr>
                <a:xfrm>
                  <a:off x="4054938" y="3272346"/>
                  <a:ext cx="7621" cy="7621"/>
                </a:xfrm>
                <a:custGeom>
                  <a:rect b="b" l="l" r="r" t="t"/>
                  <a:pathLst>
                    <a:path extrusionOk="0" h="969" w="969">
                      <a:moveTo>
                        <a:pt x="484" y="1"/>
                      </a:moveTo>
                      <a:cubicBezTo>
                        <a:pt x="218" y="1"/>
                        <a:pt x="0" y="218"/>
                        <a:pt x="0" y="484"/>
                      </a:cubicBezTo>
                      <a:cubicBezTo>
                        <a:pt x="0" y="751"/>
                        <a:pt x="218" y="968"/>
                        <a:pt x="484" y="968"/>
                      </a:cubicBezTo>
                      <a:cubicBezTo>
                        <a:pt x="763" y="968"/>
                        <a:pt x="968" y="751"/>
                        <a:pt x="968" y="484"/>
                      </a:cubicBezTo>
                      <a:cubicBezTo>
                        <a:pt x="968" y="218"/>
                        <a:pt x="763" y="1"/>
                        <a:pt x="484" y="1"/>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7883" name="Google Shape;7883;p36"/>
              <p:cNvGrpSpPr/>
              <p:nvPr/>
            </p:nvGrpSpPr>
            <p:grpSpPr>
              <a:xfrm>
                <a:off x="4021072" y="3230323"/>
                <a:ext cx="31397" cy="26906"/>
                <a:chOff x="4021072" y="3230323"/>
                <a:chExt cx="31397" cy="26906"/>
              </a:xfrm>
            </p:grpSpPr>
            <p:sp>
              <p:nvSpPr>
                <p:cNvPr id="7884" name="Google Shape;7884;p36"/>
                <p:cNvSpPr/>
                <p:nvPr/>
              </p:nvSpPr>
              <p:spPr>
                <a:xfrm>
                  <a:off x="4021072" y="3230323"/>
                  <a:ext cx="31397" cy="26906"/>
                </a:xfrm>
                <a:custGeom>
                  <a:rect b="b" l="l" r="r" t="t"/>
                  <a:pathLst>
                    <a:path extrusionOk="0" h="3421" w="3992">
                      <a:moveTo>
                        <a:pt x="2272" y="1"/>
                      </a:moveTo>
                      <a:cubicBezTo>
                        <a:pt x="1853" y="1"/>
                        <a:pt x="1425" y="157"/>
                        <a:pt x="1077" y="505"/>
                      </a:cubicBezTo>
                      <a:cubicBezTo>
                        <a:pt x="0" y="1581"/>
                        <a:pt x="762" y="3420"/>
                        <a:pt x="2286" y="3420"/>
                      </a:cubicBezTo>
                      <a:cubicBezTo>
                        <a:pt x="3230" y="3420"/>
                        <a:pt x="3992" y="2658"/>
                        <a:pt x="3992" y="1714"/>
                      </a:cubicBezTo>
                      <a:cubicBezTo>
                        <a:pt x="3992" y="683"/>
                        <a:pt x="3150" y="1"/>
                        <a:pt x="2272" y="1"/>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885" name="Google Shape;7885;p36"/>
                <p:cNvSpPr/>
                <p:nvPr/>
              </p:nvSpPr>
              <p:spPr>
                <a:xfrm>
                  <a:off x="4035245" y="3239997"/>
                  <a:ext cx="7621" cy="7621"/>
                </a:xfrm>
                <a:custGeom>
                  <a:rect b="b" l="l" r="r" t="t"/>
                  <a:pathLst>
                    <a:path extrusionOk="0" h="969" w="969">
                      <a:moveTo>
                        <a:pt x="484" y="1"/>
                      </a:moveTo>
                      <a:cubicBezTo>
                        <a:pt x="218" y="1"/>
                        <a:pt x="0" y="218"/>
                        <a:pt x="0" y="484"/>
                      </a:cubicBezTo>
                      <a:cubicBezTo>
                        <a:pt x="0" y="751"/>
                        <a:pt x="218" y="968"/>
                        <a:pt x="484" y="968"/>
                      </a:cubicBezTo>
                      <a:cubicBezTo>
                        <a:pt x="750" y="968"/>
                        <a:pt x="968" y="751"/>
                        <a:pt x="968" y="484"/>
                      </a:cubicBezTo>
                      <a:cubicBezTo>
                        <a:pt x="968" y="218"/>
                        <a:pt x="750" y="1"/>
                        <a:pt x="484" y="1"/>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7886" name="Google Shape;7886;p36"/>
              <p:cNvGrpSpPr/>
              <p:nvPr/>
            </p:nvGrpSpPr>
            <p:grpSpPr>
              <a:xfrm>
                <a:off x="4001472" y="3287462"/>
                <a:ext cx="31499" cy="26945"/>
                <a:chOff x="4001472" y="3287462"/>
                <a:chExt cx="31499" cy="26945"/>
              </a:xfrm>
            </p:grpSpPr>
            <p:sp>
              <p:nvSpPr>
                <p:cNvPr id="7887" name="Google Shape;7887;p36"/>
                <p:cNvSpPr/>
                <p:nvPr/>
              </p:nvSpPr>
              <p:spPr>
                <a:xfrm>
                  <a:off x="4001472" y="3287462"/>
                  <a:ext cx="31499" cy="26945"/>
                </a:xfrm>
                <a:custGeom>
                  <a:rect b="b" l="l" r="r" t="t"/>
                  <a:pathLst>
                    <a:path extrusionOk="0" h="3426" w="4005">
                      <a:moveTo>
                        <a:pt x="2276" y="1"/>
                      </a:moveTo>
                      <a:cubicBezTo>
                        <a:pt x="1854" y="1"/>
                        <a:pt x="1425" y="158"/>
                        <a:pt x="1077" y="510"/>
                      </a:cubicBezTo>
                      <a:cubicBezTo>
                        <a:pt x="0" y="1587"/>
                        <a:pt x="762" y="3425"/>
                        <a:pt x="2286" y="3425"/>
                      </a:cubicBezTo>
                      <a:cubicBezTo>
                        <a:pt x="3230" y="3425"/>
                        <a:pt x="3992" y="2663"/>
                        <a:pt x="4004" y="1720"/>
                      </a:cubicBezTo>
                      <a:cubicBezTo>
                        <a:pt x="4004" y="688"/>
                        <a:pt x="3157" y="1"/>
                        <a:pt x="2276" y="1"/>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888" name="Google Shape;7888;p36"/>
                <p:cNvSpPr/>
                <p:nvPr/>
              </p:nvSpPr>
              <p:spPr>
                <a:xfrm>
                  <a:off x="4014410" y="3297175"/>
                  <a:ext cx="8856" cy="7590"/>
                </a:xfrm>
                <a:custGeom>
                  <a:rect b="b" l="l" r="r" t="t"/>
                  <a:pathLst>
                    <a:path extrusionOk="0" h="965" w="1126">
                      <a:moveTo>
                        <a:pt x="641" y="1"/>
                      </a:moveTo>
                      <a:cubicBezTo>
                        <a:pt x="218" y="1"/>
                        <a:pt x="0" y="521"/>
                        <a:pt x="303" y="823"/>
                      </a:cubicBezTo>
                      <a:cubicBezTo>
                        <a:pt x="400" y="921"/>
                        <a:pt x="520" y="964"/>
                        <a:pt x="638" y="964"/>
                      </a:cubicBezTo>
                      <a:cubicBezTo>
                        <a:pt x="886" y="964"/>
                        <a:pt x="1125" y="772"/>
                        <a:pt x="1125" y="485"/>
                      </a:cubicBezTo>
                      <a:cubicBezTo>
                        <a:pt x="1125" y="206"/>
                        <a:pt x="908" y="1"/>
                        <a:pt x="641" y="1"/>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grpSp>
          <p:nvGrpSpPr>
            <p:cNvPr id="7889" name="Google Shape;7889;p36"/>
            <p:cNvGrpSpPr/>
            <p:nvPr/>
          </p:nvGrpSpPr>
          <p:grpSpPr>
            <a:xfrm>
              <a:off x="4084715" y="3258865"/>
              <a:ext cx="184962" cy="137268"/>
              <a:chOff x="4084715" y="3258865"/>
              <a:chExt cx="184962" cy="137268"/>
            </a:xfrm>
          </p:grpSpPr>
          <p:grpSp>
            <p:nvGrpSpPr>
              <p:cNvPr id="7890" name="Google Shape;7890;p36"/>
              <p:cNvGrpSpPr/>
              <p:nvPr/>
            </p:nvGrpSpPr>
            <p:grpSpPr>
              <a:xfrm>
                <a:off x="4107453" y="3271583"/>
                <a:ext cx="153470" cy="110275"/>
                <a:chOff x="4107453" y="3271583"/>
                <a:chExt cx="153470" cy="110275"/>
              </a:xfrm>
            </p:grpSpPr>
            <p:sp>
              <p:nvSpPr>
                <p:cNvPr id="7891" name="Google Shape;7891;p36"/>
                <p:cNvSpPr/>
                <p:nvPr/>
              </p:nvSpPr>
              <p:spPr>
                <a:xfrm>
                  <a:off x="4107453" y="3271583"/>
                  <a:ext cx="153470" cy="110275"/>
                </a:xfrm>
                <a:custGeom>
                  <a:rect b="b" l="l" r="r" t="t"/>
                  <a:pathLst>
                    <a:path extrusionOk="0" fill="none" h="14021" w="19513">
                      <a:moveTo>
                        <a:pt x="19513" y="14021"/>
                      </a:moveTo>
                      <a:lnTo>
                        <a:pt x="14844" y="968"/>
                      </a:lnTo>
                      <a:lnTo>
                        <a:pt x="5674" y="1"/>
                      </a:lnTo>
                      <a:lnTo>
                        <a:pt x="1" y="968"/>
                      </a:lnTo>
                      <a:lnTo>
                        <a:pt x="8977" y="2674"/>
                      </a:lnTo>
                      <a:lnTo>
                        <a:pt x="14360" y="10102"/>
                      </a:lnTo>
                      <a:lnTo>
                        <a:pt x="19029" y="14021"/>
                      </a:lnTo>
                    </a:path>
                  </a:pathLst>
                </a:custGeom>
                <a:noFill/>
                <a:ln cap="flat" cmpd="sng" w="9525">
                  <a:solidFill>
                    <a:srgbClr val="A5B7C5"/>
                  </a:solidFill>
                  <a:prstDash val="solid"/>
                  <a:miter lim="12096"/>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892" name="Google Shape;7892;p36"/>
                <p:cNvSpPr/>
                <p:nvPr/>
              </p:nvSpPr>
              <p:spPr>
                <a:xfrm>
                  <a:off x="4155886" y="3271968"/>
                  <a:ext cx="22171" cy="20559"/>
                </a:xfrm>
                <a:custGeom>
                  <a:rect b="b" l="l" r="r" t="t"/>
                  <a:pathLst>
                    <a:path extrusionOk="0" fill="none" h="2614" w="2819">
                      <a:moveTo>
                        <a:pt x="2819" y="2613"/>
                      </a:moveTo>
                      <a:lnTo>
                        <a:pt x="0" y="0"/>
                      </a:lnTo>
                    </a:path>
                  </a:pathLst>
                </a:custGeom>
                <a:noFill/>
                <a:ln cap="flat" cmpd="sng" w="9525">
                  <a:solidFill>
                    <a:srgbClr val="A5B7C5"/>
                  </a:solidFill>
                  <a:prstDash val="solid"/>
                  <a:miter lim="12096"/>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893" name="Google Shape;7893;p36"/>
                <p:cNvSpPr/>
                <p:nvPr/>
              </p:nvSpPr>
              <p:spPr>
                <a:xfrm>
                  <a:off x="4178049" y="3279196"/>
                  <a:ext cx="42345" cy="13331"/>
                </a:xfrm>
                <a:custGeom>
                  <a:rect b="b" l="l" r="r" t="t"/>
                  <a:pathLst>
                    <a:path extrusionOk="0" fill="none" h="1695" w="5384">
                      <a:moveTo>
                        <a:pt x="1" y="1694"/>
                      </a:moveTo>
                      <a:lnTo>
                        <a:pt x="5384" y="0"/>
                      </a:lnTo>
                    </a:path>
                  </a:pathLst>
                </a:custGeom>
                <a:noFill/>
                <a:ln cap="flat" cmpd="sng" w="9525">
                  <a:solidFill>
                    <a:srgbClr val="A5B7C5"/>
                  </a:solidFill>
                  <a:prstDash val="solid"/>
                  <a:miter lim="12096"/>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894" name="Google Shape;7894;p36"/>
                <p:cNvSpPr/>
                <p:nvPr/>
              </p:nvSpPr>
              <p:spPr>
                <a:xfrm>
                  <a:off x="4220387" y="3279196"/>
                  <a:ext cx="8" cy="71745"/>
                </a:xfrm>
                <a:custGeom>
                  <a:rect b="b" l="l" r="r" t="t"/>
                  <a:pathLst>
                    <a:path extrusionOk="0" fill="none" h="9122" w="1">
                      <a:moveTo>
                        <a:pt x="1" y="0"/>
                      </a:moveTo>
                      <a:lnTo>
                        <a:pt x="1" y="9121"/>
                      </a:lnTo>
                    </a:path>
                  </a:pathLst>
                </a:custGeom>
                <a:noFill/>
                <a:ln cap="flat" cmpd="sng" w="9525">
                  <a:solidFill>
                    <a:srgbClr val="A5B7C5"/>
                  </a:solidFill>
                  <a:prstDash val="solid"/>
                  <a:miter lim="12096"/>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7895" name="Google Shape;7895;p36"/>
              <p:cNvGrpSpPr/>
              <p:nvPr/>
            </p:nvGrpSpPr>
            <p:grpSpPr>
              <a:xfrm>
                <a:off x="4136947" y="3258865"/>
                <a:ext cx="31499" cy="27001"/>
                <a:chOff x="4136947" y="3258865"/>
                <a:chExt cx="31499" cy="27001"/>
              </a:xfrm>
            </p:grpSpPr>
            <p:sp>
              <p:nvSpPr>
                <p:cNvPr id="7896" name="Google Shape;7896;p36"/>
                <p:cNvSpPr/>
                <p:nvPr/>
              </p:nvSpPr>
              <p:spPr>
                <a:xfrm>
                  <a:off x="4136947" y="3258865"/>
                  <a:ext cx="31499" cy="27001"/>
                </a:xfrm>
                <a:custGeom>
                  <a:rect b="b" l="l" r="r" t="t"/>
                  <a:pathLst>
                    <a:path extrusionOk="0" h="3433" w="4005">
                      <a:moveTo>
                        <a:pt x="2285" y="1"/>
                      </a:moveTo>
                      <a:cubicBezTo>
                        <a:pt x="1866" y="1"/>
                        <a:pt x="1438" y="157"/>
                        <a:pt x="1090" y="505"/>
                      </a:cubicBezTo>
                      <a:cubicBezTo>
                        <a:pt x="1" y="1581"/>
                        <a:pt x="775" y="3432"/>
                        <a:pt x="2299" y="3432"/>
                      </a:cubicBezTo>
                      <a:cubicBezTo>
                        <a:pt x="3243" y="3420"/>
                        <a:pt x="4005" y="2658"/>
                        <a:pt x="4005" y="1715"/>
                      </a:cubicBezTo>
                      <a:cubicBezTo>
                        <a:pt x="4005" y="683"/>
                        <a:pt x="3163" y="1"/>
                        <a:pt x="2285" y="1"/>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897" name="Google Shape;7897;p36"/>
                <p:cNvSpPr/>
                <p:nvPr/>
              </p:nvSpPr>
              <p:spPr>
                <a:xfrm>
                  <a:off x="4151222" y="3268539"/>
                  <a:ext cx="7621" cy="7621"/>
                </a:xfrm>
                <a:custGeom>
                  <a:rect b="b" l="l" r="r" t="t"/>
                  <a:pathLst>
                    <a:path extrusionOk="0" h="969" w="969">
                      <a:moveTo>
                        <a:pt x="484" y="1"/>
                      </a:moveTo>
                      <a:cubicBezTo>
                        <a:pt x="206" y="1"/>
                        <a:pt x="0" y="218"/>
                        <a:pt x="0" y="485"/>
                      </a:cubicBezTo>
                      <a:cubicBezTo>
                        <a:pt x="0" y="751"/>
                        <a:pt x="206" y="968"/>
                        <a:pt x="484" y="968"/>
                      </a:cubicBezTo>
                      <a:cubicBezTo>
                        <a:pt x="750" y="968"/>
                        <a:pt x="968" y="751"/>
                        <a:pt x="968" y="485"/>
                      </a:cubicBezTo>
                      <a:cubicBezTo>
                        <a:pt x="968" y="218"/>
                        <a:pt x="750" y="1"/>
                        <a:pt x="484" y="1"/>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7898" name="Google Shape;7898;p36"/>
              <p:cNvGrpSpPr/>
              <p:nvPr/>
            </p:nvGrpSpPr>
            <p:grpSpPr>
              <a:xfrm>
                <a:off x="4084715" y="3266478"/>
                <a:ext cx="31468" cy="26898"/>
                <a:chOff x="4084715" y="3266478"/>
                <a:chExt cx="31468" cy="26898"/>
              </a:xfrm>
            </p:grpSpPr>
            <p:sp>
              <p:nvSpPr>
                <p:cNvPr id="7899" name="Google Shape;7899;p36"/>
                <p:cNvSpPr/>
                <p:nvPr/>
              </p:nvSpPr>
              <p:spPr>
                <a:xfrm>
                  <a:off x="4084715" y="3266478"/>
                  <a:ext cx="31468" cy="26898"/>
                </a:xfrm>
                <a:custGeom>
                  <a:rect b="b" l="l" r="r" t="t"/>
                  <a:pathLst>
                    <a:path extrusionOk="0" h="3420" w="4001">
                      <a:moveTo>
                        <a:pt x="2279" y="1"/>
                      </a:moveTo>
                      <a:cubicBezTo>
                        <a:pt x="1859" y="1"/>
                        <a:pt x="1429" y="157"/>
                        <a:pt x="1077" y="505"/>
                      </a:cubicBezTo>
                      <a:cubicBezTo>
                        <a:pt x="1" y="1581"/>
                        <a:pt x="763" y="3420"/>
                        <a:pt x="2287" y="3420"/>
                      </a:cubicBezTo>
                      <a:cubicBezTo>
                        <a:pt x="3231" y="3420"/>
                        <a:pt x="3993" y="2658"/>
                        <a:pt x="3993" y="1726"/>
                      </a:cubicBezTo>
                      <a:cubicBezTo>
                        <a:pt x="4001" y="686"/>
                        <a:pt x="3161" y="1"/>
                        <a:pt x="2279" y="1"/>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900" name="Google Shape;7900;p36"/>
                <p:cNvSpPr/>
                <p:nvPr/>
              </p:nvSpPr>
              <p:spPr>
                <a:xfrm>
                  <a:off x="4098896" y="3276152"/>
                  <a:ext cx="7613" cy="7621"/>
                </a:xfrm>
                <a:custGeom>
                  <a:rect b="b" l="l" r="r" t="t"/>
                  <a:pathLst>
                    <a:path extrusionOk="0" h="969" w="968">
                      <a:moveTo>
                        <a:pt x="484" y="0"/>
                      </a:moveTo>
                      <a:cubicBezTo>
                        <a:pt x="218" y="0"/>
                        <a:pt x="0" y="218"/>
                        <a:pt x="0" y="484"/>
                      </a:cubicBezTo>
                      <a:cubicBezTo>
                        <a:pt x="0" y="750"/>
                        <a:pt x="218" y="968"/>
                        <a:pt x="484" y="968"/>
                      </a:cubicBezTo>
                      <a:cubicBezTo>
                        <a:pt x="750" y="968"/>
                        <a:pt x="968" y="750"/>
                        <a:pt x="968" y="484"/>
                      </a:cubicBezTo>
                      <a:cubicBezTo>
                        <a:pt x="968" y="218"/>
                        <a:pt x="750" y="0"/>
                        <a:pt x="484" y="0"/>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7901" name="Google Shape;7901;p36"/>
              <p:cNvGrpSpPr/>
              <p:nvPr/>
            </p:nvGrpSpPr>
            <p:grpSpPr>
              <a:xfrm>
                <a:off x="4159213" y="3279849"/>
                <a:ext cx="31405" cy="26945"/>
                <a:chOff x="4159213" y="3279849"/>
                <a:chExt cx="31405" cy="26945"/>
              </a:xfrm>
            </p:grpSpPr>
            <p:sp>
              <p:nvSpPr>
                <p:cNvPr id="7902" name="Google Shape;7902;p36"/>
                <p:cNvSpPr/>
                <p:nvPr/>
              </p:nvSpPr>
              <p:spPr>
                <a:xfrm>
                  <a:off x="4159213" y="3279849"/>
                  <a:ext cx="31405" cy="26945"/>
                </a:xfrm>
                <a:custGeom>
                  <a:rect b="b" l="l" r="r" t="t"/>
                  <a:pathLst>
                    <a:path extrusionOk="0" h="3426" w="3993">
                      <a:moveTo>
                        <a:pt x="2273" y="1"/>
                      </a:moveTo>
                      <a:cubicBezTo>
                        <a:pt x="1853" y="1"/>
                        <a:pt x="1425" y="158"/>
                        <a:pt x="1077" y="510"/>
                      </a:cubicBezTo>
                      <a:cubicBezTo>
                        <a:pt x="1" y="1587"/>
                        <a:pt x="763" y="3426"/>
                        <a:pt x="2287" y="3426"/>
                      </a:cubicBezTo>
                      <a:cubicBezTo>
                        <a:pt x="3230" y="3426"/>
                        <a:pt x="3992" y="2663"/>
                        <a:pt x="3992" y="1720"/>
                      </a:cubicBezTo>
                      <a:cubicBezTo>
                        <a:pt x="3992" y="689"/>
                        <a:pt x="3151" y="1"/>
                        <a:pt x="2273" y="1"/>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903" name="Google Shape;7903;p36"/>
                <p:cNvSpPr/>
                <p:nvPr/>
              </p:nvSpPr>
              <p:spPr>
                <a:xfrm>
                  <a:off x="4173385" y="3289570"/>
                  <a:ext cx="7621" cy="7613"/>
                </a:xfrm>
                <a:custGeom>
                  <a:rect b="b" l="l" r="r" t="t"/>
                  <a:pathLst>
                    <a:path extrusionOk="0" h="968" w="969">
                      <a:moveTo>
                        <a:pt x="485" y="0"/>
                      </a:moveTo>
                      <a:cubicBezTo>
                        <a:pt x="219" y="0"/>
                        <a:pt x="1" y="218"/>
                        <a:pt x="1" y="484"/>
                      </a:cubicBezTo>
                      <a:cubicBezTo>
                        <a:pt x="1" y="750"/>
                        <a:pt x="219" y="968"/>
                        <a:pt x="485" y="968"/>
                      </a:cubicBezTo>
                      <a:cubicBezTo>
                        <a:pt x="751" y="968"/>
                        <a:pt x="969" y="750"/>
                        <a:pt x="969" y="484"/>
                      </a:cubicBezTo>
                      <a:cubicBezTo>
                        <a:pt x="969" y="218"/>
                        <a:pt x="751" y="0"/>
                        <a:pt x="485" y="0"/>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7904" name="Google Shape;7904;p36"/>
              <p:cNvGrpSpPr/>
              <p:nvPr/>
            </p:nvGrpSpPr>
            <p:grpSpPr>
              <a:xfrm>
                <a:off x="4201550" y="3266502"/>
                <a:ext cx="31405" cy="26883"/>
                <a:chOff x="4201550" y="3266502"/>
                <a:chExt cx="31405" cy="26883"/>
              </a:xfrm>
            </p:grpSpPr>
            <p:sp>
              <p:nvSpPr>
                <p:cNvPr id="7905" name="Google Shape;7905;p36"/>
                <p:cNvSpPr/>
                <p:nvPr/>
              </p:nvSpPr>
              <p:spPr>
                <a:xfrm>
                  <a:off x="4201550" y="3266502"/>
                  <a:ext cx="31405" cy="26883"/>
                </a:xfrm>
                <a:custGeom>
                  <a:rect b="b" l="l" r="r" t="t"/>
                  <a:pathLst>
                    <a:path extrusionOk="0" h="3418" w="3993">
                      <a:moveTo>
                        <a:pt x="2266" y="1"/>
                      </a:moveTo>
                      <a:cubicBezTo>
                        <a:pt x="1849" y="1"/>
                        <a:pt x="1423" y="155"/>
                        <a:pt x="1077" y="502"/>
                      </a:cubicBezTo>
                      <a:cubicBezTo>
                        <a:pt x="1" y="1566"/>
                        <a:pt x="751" y="3417"/>
                        <a:pt x="2275" y="3417"/>
                      </a:cubicBezTo>
                      <a:cubicBezTo>
                        <a:pt x="2282" y="3417"/>
                        <a:pt x="2290" y="3417"/>
                        <a:pt x="2297" y="3417"/>
                      </a:cubicBezTo>
                      <a:cubicBezTo>
                        <a:pt x="3230" y="3417"/>
                        <a:pt x="3993" y="2660"/>
                        <a:pt x="3993" y="1723"/>
                      </a:cubicBezTo>
                      <a:cubicBezTo>
                        <a:pt x="3993" y="689"/>
                        <a:pt x="3146" y="1"/>
                        <a:pt x="2266" y="1"/>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906" name="Google Shape;7906;p36"/>
                <p:cNvSpPr/>
                <p:nvPr/>
              </p:nvSpPr>
              <p:spPr>
                <a:xfrm>
                  <a:off x="4214331" y="3276247"/>
                  <a:ext cx="8919" cy="7582"/>
                </a:xfrm>
                <a:custGeom>
                  <a:rect b="b" l="l" r="r" t="t"/>
                  <a:pathLst>
                    <a:path extrusionOk="0" h="964" w="1134">
                      <a:moveTo>
                        <a:pt x="635" y="0"/>
                      </a:moveTo>
                      <a:cubicBezTo>
                        <a:pt x="209" y="0"/>
                        <a:pt x="0" y="512"/>
                        <a:pt x="311" y="823"/>
                      </a:cubicBezTo>
                      <a:cubicBezTo>
                        <a:pt x="408" y="920"/>
                        <a:pt x="528" y="964"/>
                        <a:pt x="646" y="964"/>
                      </a:cubicBezTo>
                      <a:cubicBezTo>
                        <a:pt x="895" y="964"/>
                        <a:pt x="1134" y="771"/>
                        <a:pt x="1134" y="484"/>
                      </a:cubicBezTo>
                      <a:cubicBezTo>
                        <a:pt x="1134" y="206"/>
                        <a:pt x="916" y="0"/>
                        <a:pt x="650" y="0"/>
                      </a:cubicBezTo>
                      <a:cubicBezTo>
                        <a:pt x="645" y="0"/>
                        <a:pt x="640" y="0"/>
                        <a:pt x="635" y="0"/>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7907" name="Google Shape;7907;p36"/>
              <p:cNvGrpSpPr/>
              <p:nvPr/>
            </p:nvGrpSpPr>
            <p:grpSpPr>
              <a:xfrm>
                <a:off x="4201550" y="3338278"/>
                <a:ext cx="31405" cy="26930"/>
                <a:chOff x="4201550" y="3338278"/>
                <a:chExt cx="31405" cy="26930"/>
              </a:xfrm>
            </p:grpSpPr>
            <p:sp>
              <p:nvSpPr>
                <p:cNvPr id="7908" name="Google Shape;7908;p36"/>
                <p:cNvSpPr/>
                <p:nvPr/>
              </p:nvSpPr>
              <p:spPr>
                <a:xfrm>
                  <a:off x="4201550" y="3338278"/>
                  <a:ext cx="31405" cy="26930"/>
                </a:xfrm>
                <a:custGeom>
                  <a:rect b="b" l="l" r="r" t="t"/>
                  <a:pathLst>
                    <a:path extrusionOk="0" h="3424" w="3993">
                      <a:moveTo>
                        <a:pt x="2266" y="1"/>
                      </a:moveTo>
                      <a:cubicBezTo>
                        <a:pt x="1848" y="1"/>
                        <a:pt x="1423" y="154"/>
                        <a:pt x="1077" y="497"/>
                      </a:cubicBezTo>
                      <a:cubicBezTo>
                        <a:pt x="1" y="1573"/>
                        <a:pt x="751" y="3412"/>
                        <a:pt x="2275" y="3424"/>
                      </a:cubicBezTo>
                      <a:cubicBezTo>
                        <a:pt x="3218" y="3424"/>
                        <a:pt x="3993" y="2662"/>
                        <a:pt x="3993" y="1718"/>
                      </a:cubicBezTo>
                      <a:cubicBezTo>
                        <a:pt x="3993" y="684"/>
                        <a:pt x="3146" y="1"/>
                        <a:pt x="2266" y="1"/>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909" name="Google Shape;7909;p36"/>
                <p:cNvSpPr/>
                <p:nvPr/>
              </p:nvSpPr>
              <p:spPr>
                <a:xfrm>
                  <a:off x="4214331" y="3347976"/>
                  <a:ext cx="8919" cy="7590"/>
                </a:xfrm>
                <a:custGeom>
                  <a:rect b="b" l="l" r="r" t="t"/>
                  <a:pathLst>
                    <a:path extrusionOk="0" h="965" w="1134">
                      <a:moveTo>
                        <a:pt x="671" y="1"/>
                      </a:moveTo>
                      <a:cubicBezTo>
                        <a:pt x="664" y="1"/>
                        <a:pt x="657" y="1"/>
                        <a:pt x="650" y="1"/>
                      </a:cubicBezTo>
                      <a:cubicBezTo>
                        <a:pt x="645" y="1"/>
                        <a:pt x="640" y="1"/>
                        <a:pt x="635" y="1"/>
                      </a:cubicBezTo>
                      <a:cubicBezTo>
                        <a:pt x="209" y="1"/>
                        <a:pt x="0" y="513"/>
                        <a:pt x="311" y="824"/>
                      </a:cubicBezTo>
                      <a:cubicBezTo>
                        <a:pt x="408" y="921"/>
                        <a:pt x="528" y="965"/>
                        <a:pt x="646" y="965"/>
                      </a:cubicBezTo>
                      <a:cubicBezTo>
                        <a:pt x="895" y="965"/>
                        <a:pt x="1134" y="772"/>
                        <a:pt x="1134" y="485"/>
                      </a:cubicBezTo>
                      <a:cubicBezTo>
                        <a:pt x="1134" y="214"/>
                        <a:pt x="927" y="1"/>
                        <a:pt x="671" y="1"/>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7910" name="Google Shape;7910;p36"/>
              <p:cNvGrpSpPr/>
              <p:nvPr/>
            </p:nvGrpSpPr>
            <p:grpSpPr>
              <a:xfrm>
                <a:off x="4238272" y="3369132"/>
                <a:ext cx="31405" cy="27001"/>
                <a:chOff x="4238272" y="3369132"/>
                <a:chExt cx="31405" cy="27001"/>
              </a:xfrm>
            </p:grpSpPr>
            <p:sp>
              <p:nvSpPr>
                <p:cNvPr id="7911" name="Google Shape;7911;p36"/>
                <p:cNvSpPr/>
                <p:nvPr/>
              </p:nvSpPr>
              <p:spPr>
                <a:xfrm>
                  <a:off x="4238272" y="3369132"/>
                  <a:ext cx="31405" cy="27001"/>
                </a:xfrm>
                <a:custGeom>
                  <a:rect b="b" l="l" r="r" t="t"/>
                  <a:pathLst>
                    <a:path extrusionOk="0" h="3433" w="3993">
                      <a:moveTo>
                        <a:pt x="2273" y="1"/>
                      </a:moveTo>
                      <a:cubicBezTo>
                        <a:pt x="1854" y="1"/>
                        <a:pt x="1426" y="157"/>
                        <a:pt x="1078" y="505"/>
                      </a:cubicBezTo>
                      <a:cubicBezTo>
                        <a:pt x="1" y="1582"/>
                        <a:pt x="763" y="3432"/>
                        <a:pt x="2287" y="3432"/>
                      </a:cubicBezTo>
                      <a:cubicBezTo>
                        <a:pt x="3231" y="3432"/>
                        <a:pt x="3993" y="2658"/>
                        <a:pt x="3993" y="1715"/>
                      </a:cubicBezTo>
                      <a:cubicBezTo>
                        <a:pt x="3993" y="683"/>
                        <a:pt x="3151" y="1"/>
                        <a:pt x="2273" y="1"/>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912" name="Google Shape;7912;p36"/>
                <p:cNvSpPr/>
                <p:nvPr/>
              </p:nvSpPr>
              <p:spPr>
                <a:xfrm>
                  <a:off x="4251217" y="3378806"/>
                  <a:ext cx="8856" cy="7605"/>
                </a:xfrm>
                <a:custGeom>
                  <a:rect b="b" l="l" r="r" t="t"/>
                  <a:pathLst>
                    <a:path extrusionOk="0" h="967" w="1126">
                      <a:moveTo>
                        <a:pt x="641" y="1"/>
                      </a:moveTo>
                      <a:cubicBezTo>
                        <a:pt x="206" y="1"/>
                        <a:pt x="0" y="521"/>
                        <a:pt x="303" y="823"/>
                      </a:cubicBezTo>
                      <a:cubicBezTo>
                        <a:pt x="401" y="922"/>
                        <a:pt x="524" y="967"/>
                        <a:pt x="643" y="967"/>
                      </a:cubicBezTo>
                      <a:cubicBezTo>
                        <a:pt x="889" y="967"/>
                        <a:pt x="1125" y="778"/>
                        <a:pt x="1125" y="485"/>
                      </a:cubicBezTo>
                      <a:cubicBezTo>
                        <a:pt x="1125" y="219"/>
                        <a:pt x="907" y="1"/>
                        <a:pt x="641" y="1"/>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grpSp>
          <p:nvGrpSpPr>
            <p:cNvPr id="7913" name="Google Shape;7913;p36"/>
            <p:cNvGrpSpPr/>
            <p:nvPr/>
          </p:nvGrpSpPr>
          <p:grpSpPr>
            <a:xfrm>
              <a:off x="4068639" y="3200169"/>
              <a:ext cx="77644" cy="37272"/>
              <a:chOff x="4068639" y="3200169"/>
              <a:chExt cx="77644" cy="37272"/>
            </a:xfrm>
          </p:grpSpPr>
          <p:sp>
            <p:nvSpPr>
              <p:cNvPr id="7914" name="Google Shape;7914;p36"/>
              <p:cNvSpPr/>
              <p:nvPr/>
            </p:nvSpPr>
            <p:spPr>
              <a:xfrm>
                <a:off x="4087570" y="3212886"/>
                <a:ext cx="49958" cy="10374"/>
              </a:xfrm>
              <a:custGeom>
                <a:rect b="b" l="l" r="r" t="t"/>
                <a:pathLst>
                  <a:path extrusionOk="0" fill="none" h="1319" w="6352">
                    <a:moveTo>
                      <a:pt x="1" y="1319"/>
                    </a:moveTo>
                    <a:lnTo>
                      <a:pt x="6351" y="0"/>
                    </a:lnTo>
                  </a:path>
                </a:pathLst>
              </a:custGeom>
              <a:noFill/>
              <a:ln cap="flat" cmpd="sng" w="9525">
                <a:solidFill>
                  <a:srgbClr val="A5B7C5"/>
                </a:solidFill>
                <a:prstDash val="solid"/>
                <a:miter lim="12096"/>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nvGrpSpPr>
              <p:cNvPr id="7915" name="Google Shape;7915;p36"/>
              <p:cNvGrpSpPr/>
              <p:nvPr/>
            </p:nvGrpSpPr>
            <p:grpSpPr>
              <a:xfrm>
                <a:off x="4114878" y="3200169"/>
                <a:ext cx="31405" cy="26993"/>
                <a:chOff x="4114878" y="3200169"/>
                <a:chExt cx="31405" cy="26993"/>
              </a:xfrm>
            </p:grpSpPr>
            <p:sp>
              <p:nvSpPr>
                <p:cNvPr id="7916" name="Google Shape;7916;p36"/>
                <p:cNvSpPr/>
                <p:nvPr/>
              </p:nvSpPr>
              <p:spPr>
                <a:xfrm>
                  <a:off x="4114878" y="3200169"/>
                  <a:ext cx="31405" cy="26993"/>
                </a:xfrm>
                <a:custGeom>
                  <a:rect b="b" l="l" r="r" t="t"/>
                  <a:pathLst>
                    <a:path extrusionOk="0" h="3432" w="3993">
                      <a:moveTo>
                        <a:pt x="2273" y="0"/>
                      </a:moveTo>
                      <a:cubicBezTo>
                        <a:pt x="1853" y="0"/>
                        <a:pt x="1425" y="156"/>
                        <a:pt x="1077" y="504"/>
                      </a:cubicBezTo>
                      <a:cubicBezTo>
                        <a:pt x="0" y="1581"/>
                        <a:pt x="763" y="3432"/>
                        <a:pt x="2287" y="3432"/>
                      </a:cubicBezTo>
                      <a:cubicBezTo>
                        <a:pt x="3230" y="3432"/>
                        <a:pt x="3992" y="2657"/>
                        <a:pt x="3992" y="1714"/>
                      </a:cubicBezTo>
                      <a:cubicBezTo>
                        <a:pt x="3992" y="683"/>
                        <a:pt x="3151" y="0"/>
                        <a:pt x="2273" y="0"/>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917" name="Google Shape;7917;p36"/>
                <p:cNvSpPr/>
                <p:nvPr/>
              </p:nvSpPr>
              <p:spPr>
                <a:xfrm>
                  <a:off x="4127721" y="3209835"/>
                  <a:ext cx="8950" cy="7684"/>
                </a:xfrm>
                <a:custGeom>
                  <a:rect b="b" l="l" r="r" t="t"/>
                  <a:pathLst>
                    <a:path extrusionOk="0" h="977" w="1138">
                      <a:moveTo>
                        <a:pt x="654" y="1"/>
                      </a:moveTo>
                      <a:cubicBezTo>
                        <a:pt x="218" y="1"/>
                        <a:pt x="1" y="521"/>
                        <a:pt x="303" y="836"/>
                      </a:cubicBezTo>
                      <a:cubicBezTo>
                        <a:pt x="400" y="933"/>
                        <a:pt x="519" y="976"/>
                        <a:pt x="637" y="976"/>
                      </a:cubicBezTo>
                      <a:cubicBezTo>
                        <a:pt x="887" y="976"/>
                        <a:pt x="1129" y="781"/>
                        <a:pt x="1138" y="485"/>
                      </a:cubicBezTo>
                      <a:cubicBezTo>
                        <a:pt x="1138" y="219"/>
                        <a:pt x="920" y="1"/>
                        <a:pt x="654" y="1"/>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7918" name="Google Shape;7918;p36"/>
              <p:cNvGrpSpPr/>
              <p:nvPr/>
            </p:nvGrpSpPr>
            <p:grpSpPr>
              <a:xfrm>
                <a:off x="4068639" y="3210535"/>
                <a:ext cx="31499" cy="26906"/>
                <a:chOff x="4068639" y="3210535"/>
                <a:chExt cx="31499" cy="26906"/>
              </a:xfrm>
            </p:grpSpPr>
            <p:sp>
              <p:nvSpPr>
                <p:cNvPr id="7919" name="Google Shape;7919;p36"/>
                <p:cNvSpPr/>
                <p:nvPr/>
              </p:nvSpPr>
              <p:spPr>
                <a:xfrm>
                  <a:off x="4068639" y="3210535"/>
                  <a:ext cx="31499" cy="26906"/>
                </a:xfrm>
                <a:custGeom>
                  <a:rect b="b" l="l" r="r" t="t"/>
                  <a:pathLst>
                    <a:path extrusionOk="0" h="3421" w="4005">
                      <a:moveTo>
                        <a:pt x="2285" y="1"/>
                      </a:moveTo>
                      <a:cubicBezTo>
                        <a:pt x="1865" y="1"/>
                        <a:pt x="1437" y="157"/>
                        <a:pt x="1089" y="505"/>
                      </a:cubicBezTo>
                      <a:cubicBezTo>
                        <a:pt x="0" y="1581"/>
                        <a:pt x="775" y="3420"/>
                        <a:pt x="2299" y="3420"/>
                      </a:cubicBezTo>
                      <a:cubicBezTo>
                        <a:pt x="3242" y="3420"/>
                        <a:pt x="4004" y="2658"/>
                        <a:pt x="4004" y="1714"/>
                      </a:cubicBezTo>
                      <a:cubicBezTo>
                        <a:pt x="4004" y="683"/>
                        <a:pt x="3163" y="1"/>
                        <a:pt x="2285" y="1"/>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920" name="Google Shape;7920;p36"/>
                <p:cNvSpPr/>
                <p:nvPr/>
              </p:nvSpPr>
              <p:spPr>
                <a:xfrm>
                  <a:off x="4081577" y="3220209"/>
                  <a:ext cx="8856" cy="7582"/>
                </a:xfrm>
                <a:custGeom>
                  <a:rect b="b" l="l" r="r" t="t"/>
                  <a:pathLst>
                    <a:path extrusionOk="0" h="964" w="1126">
                      <a:moveTo>
                        <a:pt x="642" y="1"/>
                      </a:moveTo>
                      <a:cubicBezTo>
                        <a:pt x="218" y="1"/>
                        <a:pt x="1" y="521"/>
                        <a:pt x="303" y="823"/>
                      </a:cubicBezTo>
                      <a:cubicBezTo>
                        <a:pt x="400" y="920"/>
                        <a:pt x="520" y="964"/>
                        <a:pt x="638" y="964"/>
                      </a:cubicBezTo>
                      <a:cubicBezTo>
                        <a:pt x="887" y="964"/>
                        <a:pt x="1126" y="771"/>
                        <a:pt x="1126" y="484"/>
                      </a:cubicBezTo>
                      <a:cubicBezTo>
                        <a:pt x="1126" y="218"/>
                        <a:pt x="908" y="1"/>
                        <a:pt x="642" y="1"/>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grpSp>
          <p:nvGrpSpPr>
            <p:cNvPr id="7921" name="Google Shape;7921;p36"/>
            <p:cNvGrpSpPr/>
            <p:nvPr/>
          </p:nvGrpSpPr>
          <p:grpSpPr>
            <a:xfrm>
              <a:off x="3869702" y="3066935"/>
              <a:ext cx="382663" cy="190294"/>
              <a:chOff x="3869702" y="3066935"/>
              <a:chExt cx="382663" cy="190294"/>
            </a:xfrm>
          </p:grpSpPr>
          <p:grpSp>
            <p:nvGrpSpPr>
              <p:cNvPr id="7922" name="Google Shape;7922;p36"/>
              <p:cNvGrpSpPr/>
              <p:nvPr/>
            </p:nvGrpSpPr>
            <p:grpSpPr>
              <a:xfrm>
                <a:off x="3888633" y="3082351"/>
                <a:ext cx="351173" cy="160698"/>
                <a:chOff x="3888633" y="3082351"/>
                <a:chExt cx="351173" cy="160698"/>
              </a:xfrm>
            </p:grpSpPr>
            <p:sp>
              <p:nvSpPr>
                <p:cNvPr id="7923" name="Google Shape;7923;p36"/>
                <p:cNvSpPr/>
                <p:nvPr/>
              </p:nvSpPr>
              <p:spPr>
                <a:xfrm>
                  <a:off x="3892440" y="3082351"/>
                  <a:ext cx="347366" cy="160698"/>
                </a:xfrm>
                <a:custGeom>
                  <a:rect b="b" l="l" r="r" t="t"/>
                  <a:pathLst>
                    <a:path extrusionOk="0" fill="none" h="20432" w="44166">
                      <a:moveTo>
                        <a:pt x="7041" y="11529"/>
                      </a:moveTo>
                      <a:lnTo>
                        <a:pt x="22440" y="4162"/>
                      </a:lnTo>
                      <a:lnTo>
                        <a:pt x="34815" y="0"/>
                      </a:lnTo>
                      <a:lnTo>
                        <a:pt x="44166" y="484"/>
                      </a:lnTo>
                      <a:lnTo>
                        <a:pt x="38964" y="8565"/>
                      </a:lnTo>
                      <a:lnTo>
                        <a:pt x="33012" y="10065"/>
                      </a:lnTo>
                      <a:lnTo>
                        <a:pt x="22440" y="4839"/>
                      </a:lnTo>
                      <a:lnTo>
                        <a:pt x="18750" y="15424"/>
                      </a:lnTo>
                      <a:cubicBezTo>
                        <a:pt x="18750" y="15424"/>
                        <a:pt x="6206" y="11154"/>
                        <a:pt x="6557" y="11516"/>
                      </a:cubicBezTo>
                      <a:lnTo>
                        <a:pt x="0" y="20432"/>
                      </a:lnTo>
                    </a:path>
                  </a:pathLst>
                </a:custGeom>
                <a:noFill/>
                <a:ln cap="flat" cmpd="sng" w="9525">
                  <a:solidFill>
                    <a:srgbClr val="A5B7C5"/>
                  </a:solidFill>
                  <a:prstDash val="solid"/>
                  <a:miter lim="12096"/>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924" name="Google Shape;7924;p36"/>
                <p:cNvSpPr/>
                <p:nvPr/>
              </p:nvSpPr>
              <p:spPr>
                <a:xfrm>
                  <a:off x="3888633" y="3172924"/>
                  <a:ext cx="72979" cy="70124"/>
                </a:xfrm>
                <a:custGeom>
                  <a:rect b="b" l="l" r="r" t="t"/>
                  <a:pathLst>
                    <a:path extrusionOk="0" fill="none" h="8916" w="9279">
                      <a:moveTo>
                        <a:pt x="0" y="8916"/>
                      </a:moveTo>
                      <a:lnTo>
                        <a:pt x="9279" y="6883"/>
                      </a:lnTo>
                      <a:lnTo>
                        <a:pt x="7041" y="0"/>
                      </a:lnTo>
                    </a:path>
                  </a:pathLst>
                </a:custGeom>
                <a:noFill/>
                <a:ln cap="flat" cmpd="sng" w="9525">
                  <a:solidFill>
                    <a:srgbClr val="A5B7C5"/>
                  </a:solidFill>
                  <a:prstDash val="solid"/>
                  <a:miter lim="12096"/>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925" name="Google Shape;7925;p36"/>
                <p:cNvSpPr/>
                <p:nvPr/>
              </p:nvSpPr>
              <p:spPr>
                <a:xfrm>
                  <a:off x="3960370" y="3203653"/>
                  <a:ext cx="79547" cy="19607"/>
                </a:xfrm>
                <a:custGeom>
                  <a:rect b="b" l="l" r="r" t="t"/>
                  <a:pathLst>
                    <a:path extrusionOk="0" fill="none" h="2493" w="10114">
                      <a:moveTo>
                        <a:pt x="0" y="2493"/>
                      </a:moveTo>
                      <a:lnTo>
                        <a:pt x="10113" y="1"/>
                      </a:lnTo>
                    </a:path>
                  </a:pathLst>
                </a:custGeom>
                <a:noFill/>
                <a:ln cap="flat" cmpd="sng" w="9525">
                  <a:solidFill>
                    <a:srgbClr val="A5B7C5"/>
                  </a:solidFill>
                  <a:prstDash val="solid"/>
                  <a:miter lim="12096"/>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926" name="Google Shape;7926;p36"/>
                <p:cNvSpPr/>
                <p:nvPr/>
              </p:nvSpPr>
              <p:spPr>
                <a:xfrm>
                  <a:off x="4043613" y="3161504"/>
                  <a:ext cx="108474" cy="42156"/>
                </a:xfrm>
                <a:custGeom>
                  <a:rect b="b" l="l" r="r" t="t"/>
                  <a:pathLst>
                    <a:path extrusionOk="0" fill="none" h="5360" w="13792">
                      <a:moveTo>
                        <a:pt x="1" y="5360"/>
                      </a:moveTo>
                      <a:lnTo>
                        <a:pt x="13791" y="1"/>
                      </a:lnTo>
                    </a:path>
                  </a:pathLst>
                </a:custGeom>
                <a:noFill/>
                <a:ln cap="flat" cmpd="sng" w="9525">
                  <a:solidFill>
                    <a:srgbClr val="A5B7C5"/>
                  </a:solidFill>
                  <a:prstDash val="solid"/>
                  <a:miter lim="12096"/>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927" name="Google Shape;7927;p36"/>
                <p:cNvSpPr/>
                <p:nvPr/>
              </p:nvSpPr>
              <p:spPr>
                <a:xfrm>
                  <a:off x="4152079" y="3082351"/>
                  <a:ext cx="17224" cy="82968"/>
                </a:xfrm>
                <a:custGeom>
                  <a:rect b="b" l="l" r="r" t="t"/>
                  <a:pathLst>
                    <a:path extrusionOk="0" fill="none" h="10549" w="2190">
                      <a:moveTo>
                        <a:pt x="0" y="10549"/>
                      </a:moveTo>
                      <a:lnTo>
                        <a:pt x="2190" y="0"/>
                      </a:lnTo>
                    </a:path>
                  </a:pathLst>
                </a:custGeom>
                <a:noFill/>
                <a:ln cap="flat" cmpd="sng" w="9525">
                  <a:solidFill>
                    <a:srgbClr val="A5B7C5"/>
                  </a:solidFill>
                  <a:prstDash val="solid"/>
                  <a:miter lim="12096"/>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928" name="Google Shape;7928;p36"/>
                <p:cNvSpPr/>
                <p:nvPr/>
              </p:nvSpPr>
              <p:spPr>
                <a:xfrm>
                  <a:off x="4169296" y="3082351"/>
                  <a:ext cx="25797" cy="63557"/>
                </a:xfrm>
                <a:custGeom>
                  <a:rect b="b" l="l" r="r" t="t"/>
                  <a:pathLst>
                    <a:path extrusionOk="0" fill="none" h="8081" w="3280">
                      <a:moveTo>
                        <a:pt x="1" y="0"/>
                      </a:moveTo>
                      <a:lnTo>
                        <a:pt x="3279" y="8081"/>
                      </a:lnTo>
                    </a:path>
                  </a:pathLst>
                </a:custGeom>
                <a:noFill/>
                <a:ln cap="flat" cmpd="sng" w="9525">
                  <a:solidFill>
                    <a:srgbClr val="A5B7C5"/>
                  </a:solidFill>
                  <a:prstDash val="solid"/>
                  <a:miter lim="12096"/>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7929" name="Google Shape;7929;p36"/>
              <p:cNvGrpSpPr/>
              <p:nvPr/>
            </p:nvGrpSpPr>
            <p:grpSpPr>
              <a:xfrm>
                <a:off x="4143703" y="3066935"/>
                <a:ext cx="37783" cy="32357"/>
                <a:chOff x="4143703" y="3066935"/>
                <a:chExt cx="37783" cy="32357"/>
              </a:xfrm>
            </p:grpSpPr>
            <p:sp>
              <p:nvSpPr>
                <p:cNvPr id="7930" name="Google Shape;7930;p36"/>
                <p:cNvSpPr/>
                <p:nvPr/>
              </p:nvSpPr>
              <p:spPr>
                <a:xfrm>
                  <a:off x="4143703" y="3066935"/>
                  <a:ext cx="37783" cy="32357"/>
                </a:xfrm>
                <a:custGeom>
                  <a:rect b="b" l="l" r="r" t="t"/>
                  <a:pathLst>
                    <a:path extrusionOk="0" h="4114" w="4804">
                      <a:moveTo>
                        <a:pt x="2731" y="0"/>
                      </a:moveTo>
                      <a:cubicBezTo>
                        <a:pt x="2227" y="0"/>
                        <a:pt x="1713" y="188"/>
                        <a:pt x="1295" y="605"/>
                      </a:cubicBezTo>
                      <a:cubicBezTo>
                        <a:pt x="1" y="1900"/>
                        <a:pt x="920" y="4114"/>
                        <a:pt x="2747" y="4114"/>
                      </a:cubicBezTo>
                      <a:cubicBezTo>
                        <a:pt x="3884" y="4114"/>
                        <a:pt x="4803" y="3194"/>
                        <a:pt x="4803" y="2069"/>
                      </a:cubicBezTo>
                      <a:cubicBezTo>
                        <a:pt x="4803" y="824"/>
                        <a:pt x="3788" y="0"/>
                        <a:pt x="2731" y="0"/>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931" name="Google Shape;7931;p36"/>
                <p:cNvSpPr/>
                <p:nvPr/>
              </p:nvSpPr>
              <p:spPr>
                <a:xfrm>
                  <a:off x="4158741" y="3076641"/>
                  <a:ext cx="13040" cy="13040"/>
                </a:xfrm>
                <a:custGeom>
                  <a:rect b="b" l="l" r="r" t="t"/>
                  <a:pathLst>
                    <a:path extrusionOk="0" h="1658" w="1658">
                      <a:moveTo>
                        <a:pt x="835" y="1"/>
                      </a:moveTo>
                      <a:cubicBezTo>
                        <a:pt x="375" y="1"/>
                        <a:pt x="0" y="376"/>
                        <a:pt x="0" y="823"/>
                      </a:cubicBezTo>
                      <a:cubicBezTo>
                        <a:pt x="0" y="1283"/>
                        <a:pt x="375" y="1658"/>
                        <a:pt x="835" y="1658"/>
                      </a:cubicBezTo>
                      <a:cubicBezTo>
                        <a:pt x="1294" y="1658"/>
                        <a:pt x="1657" y="1283"/>
                        <a:pt x="1657" y="823"/>
                      </a:cubicBezTo>
                      <a:cubicBezTo>
                        <a:pt x="1657" y="376"/>
                        <a:pt x="1294" y="1"/>
                        <a:pt x="835" y="1"/>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7932" name="Google Shape;7932;p36"/>
              <p:cNvGrpSpPr/>
              <p:nvPr/>
            </p:nvGrpSpPr>
            <p:grpSpPr>
              <a:xfrm>
                <a:off x="4044565" y="3103563"/>
                <a:ext cx="37783" cy="32451"/>
                <a:chOff x="4044565" y="3103563"/>
                <a:chExt cx="37783" cy="32451"/>
              </a:xfrm>
            </p:grpSpPr>
            <p:sp>
              <p:nvSpPr>
                <p:cNvPr id="7933" name="Google Shape;7933;p36"/>
                <p:cNvSpPr/>
                <p:nvPr/>
              </p:nvSpPr>
              <p:spPr>
                <a:xfrm>
                  <a:off x="4044565" y="3103563"/>
                  <a:ext cx="37783" cy="32451"/>
                </a:xfrm>
                <a:custGeom>
                  <a:rect b="b" l="l" r="r" t="t"/>
                  <a:pathLst>
                    <a:path extrusionOk="0" h="4126" w="4804">
                      <a:moveTo>
                        <a:pt x="2731" y="1"/>
                      </a:moveTo>
                      <a:cubicBezTo>
                        <a:pt x="2227" y="1"/>
                        <a:pt x="1713" y="188"/>
                        <a:pt x="1295" y="606"/>
                      </a:cubicBezTo>
                      <a:cubicBezTo>
                        <a:pt x="1" y="1900"/>
                        <a:pt x="908" y="4114"/>
                        <a:pt x="2747" y="4126"/>
                      </a:cubicBezTo>
                      <a:cubicBezTo>
                        <a:pt x="3884" y="4114"/>
                        <a:pt x="4803" y="3194"/>
                        <a:pt x="4803" y="2069"/>
                      </a:cubicBezTo>
                      <a:cubicBezTo>
                        <a:pt x="4803" y="824"/>
                        <a:pt x="3788" y="1"/>
                        <a:pt x="2731" y="1"/>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934" name="Google Shape;7934;p36"/>
                <p:cNvSpPr/>
                <p:nvPr/>
              </p:nvSpPr>
              <p:spPr>
                <a:xfrm>
                  <a:off x="4059602" y="3113268"/>
                  <a:ext cx="13040" cy="13048"/>
                </a:xfrm>
                <a:custGeom>
                  <a:rect b="b" l="l" r="r" t="t"/>
                  <a:pathLst>
                    <a:path extrusionOk="0" h="1659" w="1658">
                      <a:moveTo>
                        <a:pt x="835" y="1"/>
                      </a:moveTo>
                      <a:cubicBezTo>
                        <a:pt x="375" y="1"/>
                        <a:pt x="0" y="376"/>
                        <a:pt x="0" y="835"/>
                      </a:cubicBezTo>
                      <a:cubicBezTo>
                        <a:pt x="0" y="1283"/>
                        <a:pt x="375" y="1658"/>
                        <a:pt x="835" y="1658"/>
                      </a:cubicBezTo>
                      <a:cubicBezTo>
                        <a:pt x="1295" y="1658"/>
                        <a:pt x="1657" y="1283"/>
                        <a:pt x="1657" y="835"/>
                      </a:cubicBezTo>
                      <a:cubicBezTo>
                        <a:pt x="1657" y="376"/>
                        <a:pt x="1295" y="1"/>
                        <a:pt x="835" y="1"/>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7935" name="Google Shape;7935;p36"/>
              <p:cNvGrpSpPr/>
              <p:nvPr/>
            </p:nvGrpSpPr>
            <p:grpSpPr>
              <a:xfrm>
                <a:off x="4017454" y="3188237"/>
                <a:ext cx="37776" cy="32357"/>
                <a:chOff x="4017454" y="3188237"/>
                <a:chExt cx="37776" cy="32357"/>
              </a:xfrm>
            </p:grpSpPr>
            <p:sp>
              <p:nvSpPr>
                <p:cNvPr id="7936" name="Google Shape;7936;p36"/>
                <p:cNvSpPr/>
                <p:nvPr/>
              </p:nvSpPr>
              <p:spPr>
                <a:xfrm>
                  <a:off x="4017454" y="3188237"/>
                  <a:ext cx="37776" cy="32357"/>
                </a:xfrm>
                <a:custGeom>
                  <a:rect b="b" l="l" r="r" t="t"/>
                  <a:pathLst>
                    <a:path extrusionOk="0" h="4114" w="4803">
                      <a:moveTo>
                        <a:pt x="2732" y="0"/>
                      </a:moveTo>
                      <a:cubicBezTo>
                        <a:pt x="2227" y="0"/>
                        <a:pt x="1713" y="188"/>
                        <a:pt x="1295" y="606"/>
                      </a:cubicBezTo>
                      <a:cubicBezTo>
                        <a:pt x="0" y="1900"/>
                        <a:pt x="908" y="4114"/>
                        <a:pt x="2746" y="4114"/>
                      </a:cubicBezTo>
                      <a:cubicBezTo>
                        <a:pt x="3883" y="4114"/>
                        <a:pt x="4803" y="3195"/>
                        <a:pt x="4803" y="2057"/>
                      </a:cubicBezTo>
                      <a:cubicBezTo>
                        <a:pt x="4803" y="821"/>
                        <a:pt x="3789" y="0"/>
                        <a:pt x="2732" y="0"/>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937" name="Google Shape;7937;p36"/>
                <p:cNvSpPr/>
                <p:nvPr/>
              </p:nvSpPr>
              <p:spPr>
                <a:xfrm>
                  <a:off x="4032484" y="3197943"/>
                  <a:ext cx="13040" cy="13048"/>
                </a:xfrm>
                <a:custGeom>
                  <a:rect b="b" l="l" r="r" t="t"/>
                  <a:pathLst>
                    <a:path extrusionOk="0" h="1659" w="1658">
                      <a:moveTo>
                        <a:pt x="835" y="1"/>
                      </a:moveTo>
                      <a:cubicBezTo>
                        <a:pt x="376" y="1"/>
                        <a:pt x="1" y="376"/>
                        <a:pt x="1" y="823"/>
                      </a:cubicBezTo>
                      <a:cubicBezTo>
                        <a:pt x="1" y="1283"/>
                        <a:pt x="376" y="1658"/>
                        <a:pt x="835" y="1658"/>
                      </a:cubicBezTo>
                      <a:cubicBezTo>
                        <a:pt x="1295" y="1658"/>
                        <a:pt x="1658" y="1283"/>
                        <a:pt x="1658" y="823"/>
                      </a:cubicBezTo>
                      <a:cubicBezTo>
                        <a:pt x="1658" y="376"/>
                        <a:pt x="1295" y="1"/>
                        <a:pt x="835" y="1"/>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7938" name="Google Shape;7938;p36"/>
              <p:cNvGrpSpPr/>
              <p:nvPr/>
            </p:nvGrpSpPr>
            <p:grpSpPr>
              <a:xfrm>
                <a:off x="3921548" y="3157509"/>
                <a:ext cx="37783" cy="32357"/>
                <a:chOff x="3921548" y="3157509"/>
                <a:chExt cx="37783" cy="32357"/>
              </a:xfrm>
            </p:grpSpPr>
            <p:sp>
              <p:nvSpPr>
                <p:cNvPr id="7939" name="Google Shape;7939;p36"/>
                <p:cNvSpPr/>
                <p:nvPr/>
              </p:nvSpPr>
              <p:spPr>
                <a:xfrm>
                  <a:off x="3921548" y="3157509"/>
                  <a:ext cx="37783" cy="32357"/>
                </a:xfrm>
                <a:custGeom>
                  <a:rect b="b" l="l" r="r" t="t"/>
                  <a:pathLst>
                    <a:path extrusionOk="0" h="4114" w="4804">
                      <a:moveTo>
                        <a:pt x="2732" y="0"/>
                      </a:moveTo>
                      <a:cubicBezTo>
                        <a:pt x="2228" y="0"/>
                        <a:pt x="1713" y="187"/>
                        <a:pt x="1295" y="606"/>
                      </a:cubicBezTo>
                      <a:cubicBezTo>
                        <a:pt x="1" y="1900"/>
                        <a:pt x="908" y="4114"/>
                        <a:pt x="2747" y="4114"/>
                      </a:cubicBezTo>
                      <a:cubicBezTo>
                        <a:pt x="3872" y="4114"/>
                        <a:pt x="4803" y="3194"/>
                        <a:pt x="4803" y="2057"/>
                      </a:cubicBezTo>
                      <a:cubicBezTo>
                        <a:pt x="4803" y="821"/>
                        <a:pt x="3789" y="0"/>
                        <a:pt x="2732" y="0"/>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940" name="Google Shape;7940;p36"/>
                <p:cNvSpPr/>
                <p:nvPr/>
              </p:nvSpPr>
              <p:spPr>
                <a:xfrm>
                  <a:off x="3936586" y="3167214"/>
                  <a:ext cx="13040" cy="13040"/>
                </a:xfrm>
                <a:custGeom>
                  <a:rect b="b" l="l" r="r" t="t"/>
                  <a:pathLst>
                    <a:path extrusionOk="0" h="1658" w="1658">
                      <a:moveTo>
                        <a:pt x="835" y="1"/>
                      </a:moveTo>
                      <a:cubicBezTo>
                        <a:pt x="375" y="1"/>
                        <a:pt x="0" y="364"/>
                        <a:pt x="0" y="823"/>
                      </a:cubicBezTo>
                      <a:cubicBezTo>
                        <a:pt x="0" y="1283"/>
                        <a:pt x="375" y="1658"/>
                        <a:pt x="835" y="1658"/>
                      </a:cubicBezTo>
                      <a:cubicBezTo>
                        <a:pt x="1282" y="1658"/>
                        <a:pt x="1657" y="1283"/>
                        <a:pt x="1657" y="823"/>
                      </a:cubicBezTo>
                      <a:cubicBezTo>
                        <a:pt x="1657" y="364"/>
                        <a:pt x="1282" y="1"/>
                        <a:pt x="835" y="1"/>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7941" name="Google Shape;7941;p36"/>
              <p:cNvGrpSpPr/>
              <p:nvPr/>
            </p:nvGrpSpPr>
            <p:grpSpPr>
              <a:xfrm>
                <a:off x="3939056" y="3211620"/>
                <a:ext cx="37783" cy="32380"/>
                <a:chOff x="3939056" y="3211620"/>
                <a:chExt cx="37783" cy="32380"/>
              </a:xfrm>
            </p:grpSpPr>
            <p:sp>
              <p:nvSpPr>
                <p:cNvPr id="7942" name="Google Shape;7942;p36"/>
                <p:cNvSpPr/>
                <p:nvPr/>
              </p:nvSpPr>
              <p:spPr>
                <a:xfrm>
                  <a:off x="3939056" y="3211620"/>
                  <a:ext cx="37783" cy="32380"/>
                </a:xfrm>
                <a:custGeom>
                  <a:rect b="b" l="l" r="r" t="t"/>
                  <a:pathLst>
                    <a:path extrusionOk="0" h="4117" w="4804">
                      <a:moveTo>
                        <a:pt x="2737" y="1"/>
                      </a:moveTo>
                      <a:cubicBezTo>
                        <a:pt x="2231" y="1"/>
                        <a:pt x="1715" y="189"/>
                        <a:pt x="1295" y="609"/>
                      </a:cubicBezTo>
                      <a:cubicBezTo>
                        <a:pt x="1" y="1903"/>
                        <a:pt x="920" y="4117"/>
                        <a:pt x="2759" y="4117"/>
                      </a:cubicBezTo>
                      <a:cubicBezTo>
                        <a:pt x="3884" y="4117"/>
                        <a:pt x="4803" y="3197"/>
                        <a:pt x="4803" y="2060"/>
                      </a:cubicBezTo>
                      <a:cubicBezTo>
                        <a:pt x="4803" y="818"/>
                        <a:pt x="3792" y="1"/>
                        <a:pt x="2737" y="1"/>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943" name="Google Shape;7943;p36"/>
                <p:cNvSpPr/>
                <p:nvPr/>
              </p:nvSpPr>
              <p:spPr>
                <a:xfrm>
                  <a:off x="3954188" y="3221255"/>
                  <a:ext cx="13040" cy="13040"/>
                </a:xfrm>
                <a:custGeom>
                  <a:rect b="b" l="l" r="r" t="t"/>
                  <a:pathLst>
                    <a:path extrusionOk="0" h="1658" w="1658">
                      <a:moveTo>
                        <a:pt x="823" y="1"/>
                      </a:moveTo>
                      <a:cubicBezTo>
                        <a:pt x="375" y="1"/>
                        <a:pt x="0" y="376"/>
                        <a:pt x="0" y="835"/>
                      </a:cubicBezTo>
                      <a:cubicBezTo>
                        <a:pt x="0" y="1295"/>
                        <a:pt x="375" y="1658"/>
                        <a:pt x="823" y="1658"/>
                      </a:cubicBezTo>
                      <a:cubicBezTo>
                        <a:pt x="1282" y="1658"/>
                        <a:pt x="1657" y="1295"/>
                        <a:pt x="1657" y="835"/>
                      </a:cubicBezTo>
                      <a:cubicBezTo>
                        <a:pt x="1657" y="376"/>
                        <a:pt x="1282" y="1"/>
                        <a:pt x="823" y="1"/>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7944" name="Google Shape;7944;p36"/>
              <p:cNvGrpSpPr/>
              <p:nvPr/>
            </p:nvGrpSpPr>
            <p:grpSpPr>
              <a:xfrm>
                <a:off x="4176240" y="3136965"/>
                <a:ext cx="31405" cy="26930"/>
                <a:chOff x="4176240" y="3136965"/>
                <a:chExt cx="31405" cy="26930"/>
              </a:xfrm>
            </p:grpSpPr>
            <p:sp>
              <p:nvSpPr>
                <p:cNvPr id="7945" name="Google Shape;7945;p36"/>
                <p:cNvSpPr/>
                <p:nvPr/>
              </p:nvSpPr>
              <p:spPr>
                <a:xfrm>
                  <a:off x="4176240" y="3136965"/>
                  <a:ext cx="31405" cy="26930"/>
                </a:xfrm>
                <a:custGeom>
                  <a:rect b="b" l="l" r="r" t="t"/>
                  <a:pathLst>
                    <a:path extrusionOk="0" h="3424" w="3993">
                      <a:moveTo>
                        <a:pt x="2268" y="1"/>
                      </a:moveTo>
                      <a:cubicBezTo>
                        <a:pt x="1846" y="1"/>
                        <a:pt x="1415" y="158"/>
                        <a:pt x="1065" y="508"/>
                      </a:cubicBezTo>
                      <a:cubicBezTo>
                        <a:pt x="1" y="1585"/>
                        <a:pt x="763" y="3423"/>
                        <a:pt x="2275" y="3423"/>
                      </a:cubicBezTo>
                      <a:cubicBezTo>
                        <a:pt x="3231" y="3423"/>
                        <a:pt x="3993" y="2649"/>
                        <a:pt x="3993" y="1705"/>
                      </a:cubicBezTo>
                      <a:cubicBezTo>
                        <a:pt x="3985" y="677"/>
                        <a:pt x="3145" y="1"/>
                        <a:pt x="2268" y="1"/>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946" name="Google Shape;7946;p36"/>
                <p:cNvSpPr/>
                <p:nvPr/>
              </p:nvSpPr>
              <p:spPr>
                <a:xfrm>
                  <a:off x="4190327" y="3146663"/>
                  <a:ext cx="7613" cy="7621"/>
                </a:xfrm>
                <a:custGeom>
                  <a:rect b="b" l="l" r="r" t="t"/>
                  <a:pathLst>
                    <a:path extrusionOk="0" h="969" w="968">
                      <a:moveTo>
                        <a:pt x="484" y="1"/>
                      </a:moveTo>
                      <a:cubicBezTo>
                        <a:pt x="218" y="1"/>
                        <a:pt x="0" y="218"/>
                        <a:pt x="0" y="485"/>
                      </a:cubicBezTo>
                      <a:cubicBezTo>
                        <a:pt x="0" y="751"/>
                        <a:pt x="218" y="968"/>
                        <a:pt x="484" y="968"/>
                      </a:cubicBezTo>
                      <a:cubicBezTo>
                        <a:pt x="750" y="968"/>
                        <a:pt x="968" y="751"/>
                        <a:pt x="968" y="485"/>
                      </a:cubicBezTo>
                      <a:cubicBezTo>
                        <a:pt x="968" y="218"/>
                        <a:pt x="750" y="1"/>
                        <a:pt x="484" y="1"/>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7947" name="Google Shape;7947;p36"/>
              <p:cNvGrpSpPr/>
              <p:nvPr/>
            </p:nvGrpSpPr>
            <p:grpSpPr>
              <a:xfrm>
                <a:off x="4133148" y="3152593"/>
                <a:ext cx="31499" cy="27001"/>
                <a:chOff x="4133148" y="3152593"/>
                <a:chExt cx="31499" cy="27001"/>
              </a:xfrm>
            </p:grpSpPr>
            <p:sp>
              <p:nvSpPr>
                <p:cNvPr id="7948" name="Google Shape;7948;p36"/>
                <p:cNvSpPr/>
                <p:nvPr/>
              </p:nvSpPr>
              <p:spPr>
                <a:xfrm>
                  <a:off x="4133148" y="3152593"/>
                  <a:ext cx="31499" cy="27001"/>
                </a:xfrm>
                <a:custGeom>
                  <a:rect b="b" l="l" r="r" t="t"/>
                  <a:pathLst>
                    <a:path extrusionOk="0" h="3433" w="4005">
                      <a:moveTo>
                        <a:pt x="2284" y="1"/>
                      </a:moveTo>
                      <a:cubicBezTo>
                        <a:pt x="1865" y="1"/>
                        <a:pt x="1437" y="157"/>
                        <a:pt x="1089" y="505"/>
                      </a:cubicBezTo>
                      <a:cubicBezTo>
                        <a:pt x="0" y="1581"/>
                        <a:pt x="774" y="3432"/>
                        <a:pt x="2298" y="3432"/>
                      </a:cubicBezTo>
                      <a:cubicBezTo>
                        <a:pt x="3242" y="3432"/>
                        <a:pt x="4004" y="2658"/>
                        <a:pt x="4004" y="1714"/>
                      </a:cubicBezTo>
                      <a:cubicBezTo>
                        <a:pt x="4004" y="683"/>
                        <a:pt x="3162" y="1"/>
                        <a:pt x="2284" y="1"/>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949" name="Google Shape;7949;p36"/>
                <p:cNvSpPr/>
                <p:nvPr/>
              </p:nvSpPr>
              <p:spPr>
                <a:xfrm>
                  <a:off x="4147321" y="3162267"/>
                  <a:ext cx="7621" cy="7621"/>
                </a:xfrm>
                <a:custGeom>
                  <a:rect b="b" l="l" r="r" t="t"/>
                  <a:pathLst>
                    <a:path extrusionOk="0" h="969" w="969">
                      <a:moveTo>
                        <a:pt x="484" y="1"/>
                      </a:moveTo>
                      <a:cubicBezTo>
                        <a:pt x="218" y="1"/>
                        <a:pt x="0" y="218"/>
                        <a:pt x="0" y="484"/>
                      </a:cubicBezTo>
                      <a:cubicBezTo>
                        <a:pt x="0" y="751"/>
                        <a:pt x="218" y="968"/>
                        <a:pt x="484" y="968"/>
                      </a:cubicBezTo>
                      <a:cubicBezTo>
                        <a:pt x="763" y="968"/>
                        <a:pt x="968" y="751"/>
                        <a:pt x="968" y="484"/>
                      </a:cubicBezTo>
                      <a:cubicBezTo>
                        <a:pt x="968" y="218"/>
                        <a:pt x="763" y="1"/>
                        <a:pt x="484" y="1"/>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7950" name="Google Shape;7950;p36"/>
              <p:cNvGrpSpPr/>
              <p:nvPr/>
            </p:nvGrpSpPr>
            <p:grpSpPr>
              <a:xfrm>
                <a:off x="4220866" y="3073534"/>
                <a:ext cx="31499" cy="26898"/>
                <a:chOff x="4220866" y="3073534"/>
                <a:chExt cx="31499" cy="26898"/>
              </a:xfrm>
            </p:grpSpPr>
            <p:sp>
              <p:nvSpPr>
                <p:cNvPr id="7951" name="Google Shape;7951;p36"/>
                <p:cNvSpPr/>
                <p:nvPr/>
              </p:nvSpPr>
              <p:spPr>
                <a:xfrm>
                  <a:off x="4220866" y="3073534"/>
                  <a:ext cx="31499" cy="26898"/>
                </a:xfrm>
                <a:custGeom>
                  <a:rect b="b" l="l" r="r" t="t"/>
                  <a:pathLst>
                    <a:path extrusionOk="0" h="3420" w="4005">
                      <a:moveTo>
                        <a:pt x="2285" y="0"/>
                      </a:moveTo>
                      <a:cubicBezTo>
                        <a:pt x="1865" y="0"/>
                        <a:pt x="1437" y="156"/>
                        <a:pt x="1089" y="504"/>
                      </a:cubicBezTo>
                      <a:cubicBezTo>
                        <a:pt x="0" y="1581"/>
                        <a:pt x="774" y="3420"/>
                        <a:pt x="2299" y="3420"/>
                      </a:cubicBezTo>
                      <a:cubicBezTo>
                        <a:pt x="3242" y="3420"/>
                        <a:pt x="4004" y="2658"/>
                        <a:pt x="4004" y="1714"/>
                      </a:cubicBezTo>
                      <a:cubicBezTo>
                        <a:pt x="4004" y="683"/>
                        <a:pt x="3163" y="0"/>
                        <a:pt x="2285" y="0"/>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952" name="Google Shape;7952;p36"/>
                <p:cNvSpPr/>
                <p:nvPr/>
              </p:nvSpPr>
              <p:spPr>
                <a:xfrm>
                  <a:off x="4235039" y="3083114"/>
                  <a:ext cx="7621" cy="7613"/>
                </a:xfrm>
                <a:custGeom>
                  <a:rect b="b" l="l" r="r" t="t"/>
                  <a:pathLst>
                    <a:path extrusionOk="0" h="968" w="969">
                      <a:moveTo>
                        <a:pt x="485" y="0"/>
                      </a:moveTo>
                      <a:cubicBezTo>
                        <a:pt x="218" y="0"/>
                        <a:pt x="1" y="218"/>
                        <a:pt x="1" y="484"/>
                      </a:cubicBezTo>
                      <a:cubicBezTo>
                        <a:pt x="1" y="750"/>
                        <a:pt x="218" y="968"/>
                        <a:pt x="485" y="968"/>
                      </a:cubicBezTo>
                      <a:cubicBezTo>
                        <a:pt x="751" y="968"/>
                        <a:pt x="968" y="750"/>
                        <a:pt x="968" y="484"/>
                      </a:cubicBezTo>
                      <a:cubicBezTo>
                        <a:pt x="968" y="218"/>
                        <a:pt x="751" y="0"/>
                        <a:pt x="485" y="0"/>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7953" name="Google Shape;7953;p36"/>
              <p:cNvGrpSpPr/>
              <p:nvPr/>
            </p:nvGrpSpPr>
            <p:grpSpPr>
              <a:xfrm>
                <a:off x="3869702" y="3230323"/>
                <a:ext cx="31499" cy="26906"/>
                <a:chOff x="3869702" y="3230323"/>
                <a:chExt cx="31499" cy="26906"/>
              </a:xfrm>
            </p:grpSpPr>
            <p:sp>
              <p:nvSpPr>
                <p:cNvPr id="7954" name="Google Shape;7954;p36"/>
                <p:cNvSpPr/>
                <p:nvPr/>
              </p:nvSpPr>
              <p:spPr>
                <a:xfrm>
                  <a:off x="3869702" y="3230323"/>
                  <a:ext cx="31499" cy="26906"/>
                </a:xfrm>
                <a:custGeom>
                  <a:rect b="b" l="l" r="r" t="t"/>
                  <a:pathLst>
                    <a:path extrusionOk="0" h="3421" w="4005">
                      <a:moveTo>
                        <a:pt x="2275" y="1"/>
                      </a:moveTo>
                      <a:cubicBezTo>
                        <a:pt x="1854" y="1"/>
                        <a:pt x="1425" y="157"/>
                        <a:pt x="1077" y="505"/>
                      </a:cubicBezTo>
                      <a:cubicBezTo>
                        <a:pt x="0" y="1581"/>
                        <a:pt x="762" y="3420"/>
                        <a:pt x="2286" y="3420"/>
                      </a:cubicBezTo>
                      <a:cubicBezTo>
                        <a:pt x="3230" y="3420"/>
                        <a:pt x="3992" y="2658"/>
                        <a:pt x="4004" y="1714"/>
                      </a:cubicBezTo>
                      <a:cubicBezTo>
                        <a:pt x="4004" y="683"/>
                        <a:pt x="3157" y="1"/>
                        <a:pt x="2275" y="1"/>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955" name="Google Shape;7955;p36"/>
                <p:cNvSpPr/>
                <p:nvPr/>
              </p:nvSpPr>
              <p:spPr>
                <a:xfrm>
                  <a:off x="3883875" y="3239997"/>
                  <a:ext cx="7621" cy="7621"/>
                </a:xfrm>
                <a:custGeom>
                  <a:rect b="b" l="l" r="r" t="t"/>
                  <a:pathLst>
                    <a:path extrusionOk="0" h="969" w="969">
                      <a:moveTo>
                        <a:pt x="484" y="1"/>
                      </a:moveTo>
                      <a:cubicBezTo>
                        <a:pt x="218" y="1"/>
                        <a:pt x="0" y="218"/>
                        <a:pt x="0" y="484"/>
                      </a:cubicBezTo>
                      <a:cubicBezTo>
                        <a:pt x="0" y="751"/>
                        <a:pt x="218" y="968"/>
                        <a:pt x="484" y="968"/>
                      </a:cubicBezTo>
                      <a:cubicBezTo>
                        <a:pt x="750" y="968"/>
                        <a:pt x="968" y="751"/>
                        <a:pt x="968" y="484"/>
                      </a:cubicBezTo>
                      <a:cubicBezTo>
                        <a:pt x="968" y="218"/>
                        <a:pt x="750" y="1"/>
                        <a:pt x="484" y="1"/>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grpSp>
          <p:nvGrpSpPr>
            <p:cNvPr id="7956" name="Google Shape;7956;p36"/>
            <p:cNvGrpSpPr/>
            <p:nvPr/>
          </p:nvGrpSpPr>
          <p:grpSpPr>
            <a:xfrm>
              <a:off x="4271383" y="3065882"/>
              <a:ext cx="304557" cy="341663"/>
              <a:chOff x="4271383" y="3065882"/>
              <a:chExt cx="304557" cy="341663"/>
            </a:xfrm>
          </p:grpSpPr>
          <p:grpSp>
            <p:nvGrpSpPr>
              <p:cNvPr id="7957" name="Google Shape;7957;p36"/>
              <p:cNvGrpSpPr/>
              <p:nvPr/>
            </p:nvGrpSpPr>
            <p:grpSpPr>
              <a:xfrm>
                <a:off x="4293838" y="3078639"/>
                <a:ext cx="269353" cy="311973"/>
                <a:chOff x="4293838" y="3078639"/>
                <a:chExt cx="269353" cy="311973"/>
              </a:xfrm>
            </p:grpSpPr>
            <p:sp>
              <p:nvSpPr>
                <p:cNvPr id="7958" name="Google Shape;7958;p36"/>
                <p:cNvSpPr/>
                <p:nvPr/>
              </p:nvSpPr>
              <p:spPr>
                <a:xfrm>
                  <a:off x="4293838" y="3078639"/>
                  <a:ext cx="269353" cy="311973"/>
                </a:xfrm>
                <a:custGeom>
                  <a:rect b="b" l="l" r="r" t="t"/>
                  <a:pathLst>
                    <a:path extrusionOk="0" fill="none" h="39666" w="34247">
                      <a:moveTo>
                        <a:pt x="13" y="16730"/>
                      </a:moveTo>
                      <a:lnTo>
                        <a:pt x="7162" y="27690"/>
                      </a:lnTo>
                      <a:lnTo>
                        <a:pt x="8480" y="39666"/>
                      </a:lnTo>
                      <a:lnTo>
                        <a:pt x="18182" y="34138"/>
                      </a:lnTo>
                      <a:lnTo>
                        <a:pt x="26371" y="29807"/>
                      </a:lnTo>
                      <a:cubicBezTo>
                        <a:pt x="26371" y="29807"/>
                        <a:pt x="33605" y="34694"/>
                        <a:pt x="33932" y="35456"/>
                      </a:cubicBezTo>
                      <a:cubicBezTo>
                        <a:pt x="34246" y="36218"/>
                        <a:pt x="32263" y="18388"/>
                        <a:pt x="32263" y="18388"/>
                      </a:cubicBezTo>
                      <a:lnTo>
                        <a:pt x="28428" y="2928"/>
                      </a:lnTo>
                      <a:lnTo>
                        <a:pt x="12932" y="1"/>
                      </a:lnTo>
                      <a:lnTo>
                        <a:pt x="1670" y="2650"/>
                      </a:lnTo>
                      <a:lnTo>
                        <a:pt x="0" y="17142"/>
                      </a:lnTo>
                    </a:path>
                  </a:pathLst>
                </a:custGeom>
                <a:noFill/>
                <a:ln cap="flat" cmpd="sng" w="9525">
                  <a:solidFill>
                    <a:srgbClr val="A5B7C5"/>
                  </a:solidFill>
                  <a:prstDash val="solid"/>
                  <a:miter lim="12096"/>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959" name="Google Shape;7959;p36"/>
                <p:cNvSpPr/>
                <p:nvPr/>
              </p:nvSpPr>
              <p:spPr>
                <a:xfrm>
                  <a:off x="4306965" y="3099473"/>
                  <a:ext cx="62519" cy="69652"/>
                </a:xfrm>
                <a:custGeom>
                  <a:rect b="b" l="l" r="r" t="t"/>
                  <a:pathLst>
                    <a:path extrusionOk="0" fill="none" h="8856" w="7949">
                      <a:moveTo>
                        <a:pt x="1" y="1"/>
                      </a:moveTo>
                      <a:lnTo>
                        <a:pt x="7948" y="8856"/>
                      </a:lnTo>
                    </a:path>
                  </a:pathLst>
                </a:custGeom>
                <a:noFill/>
                <a:ln cap="flat" cmpd="sng" w="9525">
                  <a:solidFill>
                    <a:srgbClr val="A5B7C5"/>
                  </a:solidFill>
                  <a:prstDash val="solid"/>
                  <a:miter lim="12096"/>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960" name="Google Shape;7960;p36"/>
                <p:cNvSpPr/>
                <p:nvPr/>
              </p:nvSpPr>
              <p:spPr>
                <a:xfrm>
                  <a:off x="4369476" y="3169118"/>
                  <a:ext cx="26072" cy="98666"/>
                </a:xfrm>
                <a:custGeom>
                  <a:rect b="b" l="l" r="r" t="t"/>
                  <a:pathLst>
                    <a:path extrusionOk="0" fill="none" h="12545" w="3315">
                      <a:moveTo>
                        <a:pt x="0" y="1"/>
                      </a:moveTo>
                      <a:lnTo>
                        <a:pt x="3315" y="12545"/>
                      </a:lnTo>
                    </a:path>
                  </a:pathLst>
                </a:custGeom>
                <a:noFill/>
                <a:ln cap="flat" cmpd="sng" w="9525">
                  <a:solidFill>
                    <a:srgbClr val="A5B7C5"/>
                  </a:solidFill>
                  <a:prstDash val="solid"/>
                  <a:miter lim="12096"/>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961" name="Google Shape;7961;p36"/>
                <p:cNvSpPr/>
                <p:nvPr/>
              </p:nvSpPr>
              <p:spPr>
                <a:xfrm>
                  <a:off x="4399347" y="3078639"/>
                  <a:ext cx="60041" cy="110558"/>
                </a:xfrm>
                <a:custGeom>
                  <a:rect b="b" l="l" r="r" t="t"/>
                  <a:pathLst>
                    <a:path extrusionOk="0" fill="none" h="14057" w="7634">
                      <a:moveTo>
                        <a:pt x="7634" y="14057"/>
                      </a:moveTo>
                      <a:lnTo>
                        <a:pt x="1" y="1"/>
                      </a:lnTo>
                    </a:path>
                  </a:pathLst>
                </a:custGeom>
                <a:noFill/>
                <a:ln cap="flat" cmpd="sng" w="9525">
                  <a:solidFill>
                    <a:srgbClr val="A5B7C5"/>
                  </a:solidFill>
                  <a:prstDash val="solid"/>
                  <a:miter lim="12096"/>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962" name="Google Shape;7962;p36"/>
                <p:cNvSpPr/>
                <p:nvPr/>
              </p:nvSpPr>
              <p:spPr>
                <a:xfrm>
                  <a:off x="4373282" y="3169118"/>
                  <a:ext cx="82299" cy="20079"/>
                </a:xfrm>
                <a:custGeom>
                  <a:rect b="b" l="l" r="r" t="t"/>
                  <a:pathLst>
                    <a:path extrusionOk="0" fill="none" h="2553" w="10464">
                      <a:moveTo>
                        <a:pt x="0" y="1"/>
                      </a:moveTo>
                      <a:lnTo>
                        <a:pt x="10464" y="2553"/>
                      </a:lnTo>
                    </a:path>
                  </a:pathLst>
                </a:custGeom>
                <a:noFill/>
                <a:ln cap="flat" cmpd="sng" w="9525">
                  <a:solidFill>
                    <a:srgbClr val="A5B7C5"/>
                  </a:solidFill>
                  <a:prstDash val="solid"/>
                  <a:miter lim="12096"/>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963" name="Google Shape;7963;p36"/>
                <p:cNvSpPr/>
                <p:nvPr/>
              </p:nvSpPr>
              <p:spPr>
                <a:xfrm>
                  <a:off x="4369476" y="3078639"/>
                  <a:ext cx="29879" cy="90487"/>
                </a:xfrm>
                <a:custGeom>
                  <a:rect b="b" l="l" r="r" t="t"/>
                  <a:pathLst>
                    <a:path extrusionOk="0" fill="none" h="11505" w="3799">
                      <a:moveTo>
                        <a:pt x="0" y="11505"/>
                      </a:moveTo>
                      <a:lnTo>
                        <a:pt x="3799" y="1"/>
                      </a:lnTo>
                    </a:path>
                  </a:pathLst>
                </a:custGeom>
                <a:noFill/>
                <a:ln cap="flat" cmpd="sng" w="9525">
                  <a:solidFill>
                    <a:srgbClr val="A5B7C5"/>
                  </a:solidFill>
                  <a:prstDash val="solid"/>
                  <a:miter lim="12096"/>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964" name="Google Shape;7964;p36"/>
                <p:cNvSpPr/>
                <p:nvPr/>
              </p:nvSpPr>
              <p:spPr>
                <a:xfrm>
                  <a:off x="4293932" y="3169118"/>
                  <a:ext cx="75551" cy="41110"/>
                </a:xfrm>
                <a:custGeom>
                  <a:rect b="b" l="l" r="r" t="t"/>
                  <a:pathLst>
                    <a:path extrusionOk="0" fill="none" h="5227" w="9606">
                      <a:moveTo>
                        <a:pt x="1" y="5226"/>
                      </a:moveTo>
                      <a:lnTo>
                        <a:pt x="9605" y="1"/>
                      </a:lnTo>
                    </a:path>
                  </a:pathLst>
                </a:custGeom>
                <a:noFill/>
                <a:ln cap="flat" cmpd="sng" w="9525">
                  <a:solidFill>
                    <a:srgbClr val="A5B7C5"/>
                  </a:solidFill>
                  <a:prstDash val="solid"/>
                  <a:miter lim="12096"/>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965" name="Google Shape;7965;p36"/>
                <p:cNvSpPr/>
                <p:nvPr/>
              </p:nvSpPr>
              <p:spPr>
                <a:xfrm>
                  <a:off x="4350159" y="3267776"/>
                  <a:ext cx="45389" cy="27032"/>
                </a:xfrm>
                <a:custGeom>
                  <a:rect b="b" l="l" r="r" t="t"/>
                  <a:pathLst>
                    <a:path extrusionOk="0" fill="none" h="3437" w="5771">
                      <a:moveTo>
                        <a:pt x="1" y="3436"/>
                      </a:moveTo>
                      <a:lnTo>
                        <a:pt x="5771" y="1"/>
                      </a:lnTo>
                    </a:path>
                  </a:pathLst>
                </a:custGeom>
                <a:noFill/>
                <a:ln cap="flat" cmpd="sng" w="9525">
                  <a:solidFill>
                    <a:srgbClr val="A5B7C5"/>
                  </a:solidFill>
                  <a:prstDash val="solid"/>
                  <a:miter lim="12096"/>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966" name="Google Shape;7966;p36"/>
                <p:cNvSpPr/>
                <p:nvPr/>
              </p:nvSpPr>
              <p:spPr>
                <a:xfrm>
                  <a:off x="4395540" y="3267776"/>
                  <a:ext cx="38830" cy="76031"/>
                </a:xfrm>
                <a:custGeom>
                  <a:rect b="b" l="l" r="r" t="t"/>
                  <a:pathLst>
                    <a:path extrusionOk="0" fill="none" h="9667" w="4937">
                      <a:moveTo>
                        <a:pt x="1" y="1"/>
                      </a:moveTo>
                      <a:lnTo>
                        <a:pt x="4936" y="9666"/>
                      </a:lnTo>
                    </a:path>
                  </a:pathLst>
                </a:custGeom>
                <a:noFill/>
                <a:ln cap="flat" cmpd="sng" w="9525">
                  <a:solidFill>
                    <a:srgbClr val="A5B7C5"/>
                  </a:solidFill>
                  <a:prstDash val="solid"/>
                  <a:miter lim="12096"/>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967" name="Google Shape;7967;p36"/>
                <p:cNvSpPr/>
                <p:nvPr/>
              </p:nvSpPr>
              <p:spPr>
                <a:xfrm>
                  <a:off x="4360439" y="3267776"/>
                  <a:ext cx="35109" cy="121978"/>
                </a:xfrm>
                <a:custGeom>
                  <a:rect b="b" l="l" r="r" t="t"/>
                  <a:pathLst>
                    <a:path extrusionOk="0" fill="none" h="15509" w="4464">
                      <a:moveTo>
                        <a:pt x="0" y="15509"/>
                      </a:moveTo>
                      <a:lnTo>
                        <a:pt x="4464" y="1"/>
                      </a:lnTo>
                    </a:path>
                  </a:pathLst>
                </a:custGeom>
                <a:noFill/>
                <a:ln cap="flat" cmpd="sng" w="9525">
                  <a:solidFill>
                    <a:srgbClr val="A5B7C5"/>
                  </a:solidFill>
                  <a:prstDash val="solid"/>
                  <a:miter lim="12096"/>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968" name="Google Shape;7968;p36"/>
                <p:cNvSpPr/>
                <p:nvPr/>
              </p:nvSpPr>
              <p:spPr>
                <a:xfrm>
                  <a:off x="4293932" y="3210220"/>
                  <a:ext cx="101616" cy="57564"/>
                </a:xfrm>
                <a:custGeom>
                  <a:rect b="b" l="l" r="r" t="t"/>
                  <a:pathLst>
                    <a:path extrusionOk="0" fill="none" h="7319" w="12920">
                      <a:moveTo>
                        <a:pt x="1" y="0"/>
                      </a:moveTo>
                      <a:lnTo>
                        <a:pt x="12920" y="7319"/>
                      </a:lnTo>
                    </a:path>
                  </a:pathLst>
                </a:custGeom>
                <a:noFill/>
                <a:ln cap="flat" cmpd="sng" w="9525">
                  <a:solidFill>
                    <a:srgbClr val="A5B7C5"/>
                  </a:solidFill>
                  <a:prstDash val="solid"/>
                  <a:miter lim="12096"/>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969" name="Google Shape;7969;p36"/>
                <p:cNvSpPr/>
                <p:nvPr/>
              </p:nvSpPr>
              <p:spPr>
                <a:xfrm>
                  <a:off x="4395540" y="3186436"/>
                  <a:ext cx="66420" cy="79735"/>
                </a:xfrm>
                <a:custGeom>
                  <a:rect b="b" l="l" r="r" t="t"/>
                  <a:pathLst>
                    <a:path extrusionOk="0" fill="none" h="10138" w="8445">
                      <a:moveTo>
                        <a:pt x="8444" y="0"/>
                      </a:moveTo>
                      <a:lnTo>
                        <a:pt x="1" y="10137"/>
                      </a:lnTo>
                    </a:path>
                  </a:pathLst>
                </a:custGeom>
                <a:noFill/>
                <a:ln cap="flat" cmpd="sng" w="9525">
                  <a:solidFill>
                    <a:srgbClr val="A5B7C5"/>
                  </a:solidFill>
                  <a:prstDash val="solid"/>
                  <a:miter lim="12096"/>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970" name="Google Shape;7970;p36"/>
                <p:cNvSpPr/>
                <p:nvPr/>
              </p:nvSpPr>
              <p:spPr>
                <a:xfrm>
                  <a:off x="4459380" y="3189669"/>
                  <a:ext cx="41873" cy="123402"/>
                </a:xfrm>
                <a:custGeom>
                  <a:rect b="b" l="l" r="r" t="t"/>
                  <a:pathLst>
                    <a:path extrusionOk="0" fill="none" h="15690" w="5324">
                      <a:moveTo>
                        <a:pt x="1" y="0"/>
                      </a:moveTo>
                      <a:lnTo>
                        <a:pt x="5323" y="15690"/>
                      </a:lnTo>
                    </a:path>
                  </a:pathLst>
                </a:custGeom>
                <a:noFill/>
                <a:ln cap="flat" cmpd="sng" w="9525">
                  <a:solidFill>
                    <a:srgbClr val="A5B7C5"/>
                  </a:solidFill>
                  <a:prstDash val="solid"/>
                  <a:miter lim="12096"/>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971" name="Google Shape;7971;p36"/>
                <p:cNvSpPr/>
                <p:nvPr/>
              </p:nvSpPr>
              <p:spPr>
                <a:xfrm>
                  <a:off x="4395540" y="3267776"/>
                  <a:ext cx="105713" cy="45295"/>
                </a:xfrm>
                <a:custGeom>
                  <a:rect b="b" l="l" r="r" t="t"/>
                  <a:pathLst>
                    <a:path extrusionOk="0" fill="none" h="5759" w="13441">
                      <a:moveTo>
                        <a:pt x="1" y="1"/>
                      </a:moveTo>
                      <a:lnTo>
                        <a:pt x="13440" y="5759"/>
                      </a:lnTo>
                    </a:path>
                  </a:pathLst>
                </a:custGeom>
                <a:noFill/>
                <a:ln cap="flat" cmpd="sng" w="9525">
                  <a:solidFill>
                    <a:srgbClr val="A5B7C5"/>
                  </a:solidFill>
                  <a:prstDash val="solid"/>
                  <a:miter lim="12096"/>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972" name="Google Shape;7972;p36"/>
                <p:cNvSpPr/>
                <p:nvPr/>
              </p:nvSpPr>
              <p:spPr>
                <a:xfrm>
                  <a:off x="4501246" y="3223252"/>
                  <a:ext cx="46435" cy="89818"/>
                </a:xfrm>
                <a:custGeom>
                  <a:rect b="b" l="l" r="r" t="t"/>
                  <a:pathLst>
                    <a:path extrusionOk="0" fill="none" h="11420" w="5904">
                      <a:moveTo>
                        <a:pt x="0" y="11420"/>
                      </a:moveTo>
                      <a:lnTo>
                        <a:pt x="5904" y="1"/>
                      </a:lnTo>
                    </a:path>
                  </a:pathLst>
                </a:custGeom>
                <a:noFill/>
                <a:ln cap="flat" cmpd="sng" w="9525">
                  <a:solidFill>
                    <a:srgbClr val="A5B7C5"/>
                  </a:solidFill>
                  <a:prstDash val="solid"/>
                  <a:miter lim="12096"/>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973" name="Google Shape;7973;p36"/>
                <p:cNvSpPr/>
                <p:nvPr/>
              </p:nvSpPr>
              <p:spPr>
                <a:xfrm>
                  <a:off x="4459671" y="3104231"/>
                  <a:ext cx="58421" cy="84966"/>
                </a:xfrm>
                <a:custGeom>
                  <a:rect b="b" l="l" r="r" t="t"/>
                  <a:pathLst>
                    <a:path extrusionOk="0" fill="none" h="10803" w="7428">
                      <a:moveTo>
                        <a:pt x="0" y="10803"/>
                      </a:moveTo>
                      <a:lnTo>
                        <a:pt x="7428" y="1"/>
                      </a:lnTo>
                    </a:path>
                  </a:pathLst>
                </a:custGeom>
                <a:noFill/>
                <a:ln cap="flat" cmpd="sng" w="9525">
                  <a:solidFill>
                    <a:srgbClr val="A5B7C5"/>
                  </a:solidFill>
                  <a:prstDash val="solid"/>
                  <a:miter lim="12096"/>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974" name="Google Shape;7974;p36"/>
                <p:cNvSpPr/>
                <p:nvPr/>
              </p:nvSpPr>
              <p:spPr>
                <a:xfrm>
                  <a:off x="4459671" y="3189189"/>
                  <a:ext cx="86586" cy="36737"/>
                </a:xfrm>
                <a:custGeom>
                  <a:rect b="b" l="l" r="r" t="t"/>
                  <a:pathLst>
                    <a:path extrusionOk="0" fill="none" h="4671" w="11009">
                      <a:moveTo>
                        <a:pt x="0" y="1"/>
                      </a:moveTo>
                      <a:lnTo>
                        <a:pt x="11008" y="4670"/>
                      </a:lnTo>
                    </a:path>
                  </a:pathLst>
                </a:custGeom>
                <a:noFill/>
                <a:ln cap="flat" cmpd="sng" w="9525">
                  <a:solidFill>
                    <a:srgbClr val="A5B7C5"/>
                  </a:solidFill>
                  <a:prstDash val="solid"/>
                  <a:miter lim="12096"/>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7975" name="Google Shape;7975;p36"/>
              <p:cNvGrpSpPr/>
              <p:nvPr/>
            </p:nvGrpSpPr>
            <p:grpSpPr>
              <a:xfrm>
                <a:off x="4538164" y="3342061"/>
                <a:ext cx="37776" cy="32380"/>
                <a:chOff x="4538164" y="3342061"/>
                <a:chExt cx="37776" cy="32380"/>
              </a:xfrm>
            </p:grpSpPr>
            <p:sp>
              <p:nvSpPr>
                <p:cNvPr id="7976" name="Google Shape;7976;p36"/>
                <p:cNvSpPr/>
                <p:nvPr/>
              </p:nvSpPr>
              <p:spPr>
                <a:xfrm>
                  <a:off x="4538164" y="3342061"/>
                  <a:ext cx="37776" cy="32380"/>
                </a:xfrm>
                <a:custGeom>
                  <a:rect b="b" l="l" r="r" t="t"/>
                  <a:pathLst>
                    <a:path extrusionOk="0" h="4117" w="4803">
                      <a:moveTo>
                        <a:pt x="2737" y="0"/>
                      </a:moveTo>
                      <a:cubicBezTo>
                        <a:pt x="2231" y="0"/>
                        <a:pt x="1714" y="189"/>
                        <a:pt x="1294" y="608"/>
                      </a:cubicBezTo>
                      <a:cubicBezTo>
                        <a:pt x="0" y="1903"/>
                        <a:pt x="919" y="4116"/>
                        <a:pt x="2746" y="4116"/>
                      </a:cubicBezTo>
                      <a:cubicBezTo>
                        <a:pt x="3883" y="4116"/>
                        <a:pt x="4802" y="3197"/>
                        <a:pt x="4802" y="2060"/>
                      </a:cubicBezTo>
                      <a:cubicBezTo>
                        <a:pt x="4802" y="817"/>
                        <a:pt x="3792" y="0"/>
                        <a:pt x="2737" y="0"/>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977" name="Google Shape;7977;p36"/>
                <p:cNvSpPr/>
                <p:nvPr/>
              </p:nvSpPr>
              <p:spPr>
                <a:xfrm>
                  <a:off x="4553194" y="3351790"/>
                  <a:ext cx="13040" cy="13040"/>
                </a:xfrm>
                <a:custGeom>
                  <a:rect b="b" l="l" r="r" t="t"/>
                  <a:pathLst>
                    <a:path extrusionOk="0" h="1658" w="1658">
                      <a:moveTo>
                        <a:pt x="835" y="0"/>
                      </a:moveTo>
                      <a:cubicBezTo>
                        <a:pt x="375" y="0"/>
                        <a:pt x="0" y="363"/>
                        <a:pt x="0" y="823"/>
                      </a:cubicBezTo>
                      <a:cubicBezTo>
                        <a:pt x="0" y="1283"/>
                        <a:pt x="375" y="1658"/>
                        <a:pt x="835" y="1658"/>
                      </a:cubicBezTo>
                      <a:cubicBezTo>
                        <a:pt x="1295" y="1658"/>
                        <a:pt x="1658" y="1283"/>
                        <a:pt x="1658" y="823"/>
                      </a:cubicBezTo>
                      <a:cubicBezTo>
                        <a:pt x="1658" y="363"/>
                        <a:pt x="1295" y="0"/>
                        <a:pt x="835" y="0"/>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7978" name="Google Shape;7978;p36"/>
              <p:cNvGrpSpPr/>
              <p:nvPr/>
            </p:nvGrpSpPr>
            <p:grpSpPr>
              <a:xfrm>
                <a:off x="4271383" y="3194742"/>
                <a:ext cx="37783" cy="32420"/>
                <a:chOff x="4271383" y="3194742"/>
                <a:chExt cx="37783" cy="32420"/>
              </a:xfrm>
            </p:grpSpPr>
            <p:sp>
              <p:nvSpPr>
                <p:cNvPr id="7979" name="Google Shape;7979;p36"/>
                <p:cNvSpPr/>
                <p:nvPr/>
              </p:nvSpPr>
              <p:spPr>
                <a:xfrm>
                  <a:off x="4271383" y="3194742"/>
                  <a:ext cx="37783" cy="32420"/>
                </a:xfrm>
                <a:custGeom>
                  <a:rect b="b" l="l" r="r" t="t"/>
                  <a:pathLst>
                    <a:path extrusionOk="0" h="4122" w="4804">
                      <a:moveTo>
                        <a:pt x="2738" y="0"/>
                      </a:moveTo>
                      <a:cubicBezTo>
                        <a:pt x="2231" y="0"/>
                        <a:pt x="1715" y="190"/>
                        <a:pt x="1295" y="614"/>
                      </a:cubicBezTo>
                      <a:cubicBezTo>
                        <a:pt x="1" y="1908"/>
                        <a:pt x="920" y="4122"/>
                        <a:pt x="2747" y="4122"/>
                      </a:cubicBezTo>
                      <a:cubicBezTo>
                        <a:pt x="3884" y="4122"/>
                        <a:pt x="4803" y="3202"/>
                        <a:pt x="4803" y="2065"/>
                      </a:cubicBezTo>
                      <a:cubicBezTo>
                        <a:pt x="4803" y="823"/>
                        <a:pt x="3793" y="0"/>
                        <a:pt x="2738" y="0"/>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980" name="Google Shape;7980;p36"/>
                <p:cNvSpPr/>
                <p:nvPr/>
              </p:nvSpPr>
              <p:spPr>
                <a:xfrm>
                  <a:off x="4286516" y="3204416"/>
                  <a:ext cx="13040" cy="13040"/>
                </a:xfrm>
                <a:custGeom>
                  <a:rect b="b" l="l" r="r" t="t"/>
                  <a:pathLst>
                    <a:path extrusionOk="0" h="1658" w="1658">
                      <a:moveTo>
                        <a:pt x="823" y="0"/>
                      </a:moveTo>
                      <a:cubicBezTo>
                        <a:pt x="363" y="0"/>
                        <a:pt x="0" y="375"/>
                        <a:pt x="0" y="835"/>
                      </a:cubicBezTo>
                      <a:cubicBezTo>
                        <a:pt x="0" y="1295"/>
                        <a:pt x="363" y="1658"/>
                        <a:pt x="823" y="1658"/>
                      </a:cubicBezTo>
                      <a:cubicBezTo>
                        <a:pt x="1282" y="1658"/>
                        <a:pt x="1657" y="1295"/>
                        <a:pt x="1657" y="835"/>
                      </a:cubicBezTo>
                      <a:cubicBezTo>
                        <a:pt x="1657" y="375"/>
                        <a:pt x="1282" y="0"/>
                        <a:pt x="823" y="0"/>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7981" name="Google Shape;7981;p36"/>
              <p:cNvGrpSpPr/>
              <p:nvPr/>
            </p:nvGrpSpPr>
            <p:grpSpPr>
              <a:xfrm>
                <a:off x="4284416" y="3084058"/>
                <a:ext cx="37783" cy="32357"/>
                <a:chOff x="4284416" y="3084058"/>
                <a:chExt cx="37783" cy="32357"/>
              </a:xfrm>
            </p:grpSpPr>
            <p:sp>
              <p:nvSpPr>
                <p:cNvPr id="7982" name="Google Shape;7982;p36"/>
                <p:cNvSpPr/>
                <p:nvPr/>
              </p:nvSpPr>
              <p:spPr>
                <a:xfrm>
                  <a:off x="4284416" y="3084058"/>
                  <a:ext cx="37783" cy="32357"/>
                </a:xfrm>
                <a:custGeom>
                  <a:rect b="b" l="l" r="r" t="t"/>
                  <a:pathLst>
                    <a:path extrusionOk="0" h="4114" w="4804">
                      <a:moveTo>
                        <a:pt x="2732" y="1"/>
                      </a:moveTo>
                      <a:cubicBezTo>
                        <a:pt x="2228" y="1"/>
                        <a:pt x="1714" y="188"/>
                        <a:pt x="1295" y="606"/>
                      </a:cubicBezTo>
                      <a:cubicBezTo>
                        <a:pt x="1" y="1900"/>
                        <a:pt x="920" y="4114"/>
                        <a:pt x="2747" y="4114"/>
                      </a:cubicBezTo>
                      <a:cubicBezTo>
                        <a:pt x="3884" y="4114"/>
                        <a:pt x="4803" y="3195"/>
                        <a:pt x="4803" y="2058"/>
                      </a:cubicBezTo>
                      <a:cubicBezTo>
                        <a:pt x="4803" y="821"/>
                        <a:pt x="3789" y="1"/>
                        <a:pt x="2732" y="1"/>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983" name="Google Shape;7983;p36"/>
                <p:cNvSpPr/>
                <p:nvPr/>
              </p:nvSpPr>
              <p:spPr>
                <a:xfrm>
                  <a:off x="4299548" y="3093763"/>
                  <a:ext cx="13040" cy="13048"/>
                </a:xfrm>
                <a:custGeom>
                  <a:rect b="b" l="l" r="r" t="t"/>
                  <a:pathLst>
                    <a:path extrusionOk="0" h="1659" w="1658">
                      <a:moveTo>
                        <a:pt x="823" y="1"/>
                      </a:moveTo>
                      <a:cubicBezTo>
                        <a:pt x="363" y="1"/>
                        <a:pt x="0" y="364"/>
                        <a:pt x="0" y="824"/>
                      </a:cubicBezTo>
                      <a:cubicBezTo>
                        <a:pt x="0" y="1283"/>
                        <a:pt x="363" y="1658"/>
                        <a:pt x="823" y="1658"/>
                      </a:cubicBezTo>
                      <a:cubicBezTo>
                        <a:pt x="1283" y="1658"/>
                        <a:pt x="1658" y="1283"/>
                        <a:pt x="1658" y="824"/>
                      </a:cubicBezTo>
                      <a:cubicBezTo>
                        <a:pt x="1658" y="364"/>
                        <a:pt x="1283" y="1"/>
                        <a:pt x="823" y="1"/>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7984" name="Google Shape;7984;p36"/>
              <p:cNvGrpSpPr/>
              <p:nvPr/>
            </p:nvGrpSpPr>
            <p:grpSpPr>
              <a:xfrm>
                <a:off x="4478697" y="3297561"/>
                <a:ext cx="37776" cy="32451"/>
                <a:chOff x="4478697" y="3297561"/>
                <a:chExt cx="37776" cy="32451"/>
              </a:xfrm>
            </p:grpSpPr>
            <p:sp>
              <p:nvSpPr>
                <p:cNvPr id="7985" name="Google Shape;7985;p36"/>
                <p:cNvSpPr/>
                <p:nvPr/>
              </p:nvSpPr>
              <p:spPr>
                <a:xfrm>
                  <a:off x="4478697" y="3297561"/>
                  <a:ext cx="37776" cy="32451"/>
                </a:xfrm>
                <a:custGeom>
                  <a:rect b="b" l="l" r="r" t="t"/>
                  <a:pathLst>
                    <a:path extrusionOk="0" h="4126" w="4803">
                      <a:moveTo>
                        <a:pt x="2730" y="0"/>
                      </a:moveTo>
                      <a:cubicBezTo>
                        <a:pt x="2226" y="0"/>
                        <a:pt x="1713" y="187"/>
                        <a:pt x="1295" y="605"/>
                      </a:cubicBezTo>
                      <a:cubicBezTo>
                        <a:pt x="1" y="1899"/>
                        <a:pt x="920" y="4125"/>
                        <a:pt x="2746" y="4125"/>
                      </a:cubicBezTo>
                      <a:cubicBezTo>
                        <a:pt x="3884" y="4113"/>
                        <a:pt x="4803" y="3194"/>
                        <a:pt x="4803" y="2069"/>
                      </a:cubicBezTo>
                      <a:cubicBezTo>
                        <a:pt x="4803" y="824"/>
                        <a:pt x="3788" y="0"/>
                        <a:pt x="2730" y="0"/>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986" name="Google Shape;7986;p36"/>
                <p:cNvSpPr/>
                <p:nvPr/>
              </p:nvSpPr>
              <p:spPr>
                <a:xfrm>
                  <a:off x="4493727" y="3307361"/>
                  <a:ext cx="13048" cy="13040"/>
                </a:xfrm>
                <a:custGeom>
                  <a:rect b="b" l="l" r="r" t="t"/>
                  <a:pathLst>
                    <a:path extrusionOk="0" h="1658" w="1659">
                      <a:moveTo>
                        <a:pt x="835" y="0"/>
                      </a:moveTo>
                      <a:cubicBezTo>
                        <a:pt x="376" y="0"/>
                        <a:pt x="1" y="363"/>
                        <a:pt x="1" y="823"/>
                      </a:cubicBezTo>
                      <a:cubicBezTo>
                        <a:pt x="1" y="1282"/>
                        <a:pt x="376" y="1657"/>
                        <a:pt x="835" y="1657"/>
                      </a:cubicBezTo>
                      <a:cubicBezTo>
                        <a:pt x="1295" y="1657"/>
                        <a:pt x="1658" y="1282"/>
                        <a:pt x="1658" y="823"/>
                      </a:cubicBezTo>
                      <a:cubicBezTo>
                        <a:pt x="1658" y="363"/>
                        <a:pt x="1295" y="0"/>
                        <a:pt x="835" y="0"/>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7987" name="Google Shape;7987;p36"/>
              <p:cNvGrpSpPr/>
              <p:nvPr/>
            </p:nvGrpSpPr>
            <p:grpSpPr>
              <a:xfrm>
                <a:off x="4411813" y="3331711"/>
                <a:ext cx="37776" cy="32451"/>
                <a:chOff x="4411813" y="3331711"/>
                <a:chExt cx="37776" cy="32451"/>
              </a:xfrm>
            </p:grpSpPr>
            <p:sp>
              <p:nvSpPr>
                <p:cNvPr id="7988" name="Google Shape;7988;p36"/>
                <p:cNvSpPr/>
                <p:nvPr/>
              </p:nvSpPr>
              <p:spPr>
                <a:xfrm>
                  <a:off x="4411813" y="3331711"/>
                  <a:ext cx="37776" cy="32451"/>
                </a:xfrm>
                <a:custGeom>
                  <a:rect b="b" l="l" r="r" t="t"/>
                  <a:pathLst>
                    <a:path extrusionOk="0" h="4126" w="4803">
                      <a:moveTo>
                        <a:pt x="2730" y="1"/>
                      </a:moveTo>
                      <a:cubicBezTo>
                        <a:pt x="2226" y="1"/>
                        <a:pt x="1713" y="188"/>
                        <a:pt x="1295" y="606"/>
                      </a:cubicBezTo>
                      <a:cubicBezTo>
                        <a:pt x="0" y="1900"/>
                        <a:pt x="920" y="4126"/>
                        <a:pt x="2759" y="4126"/>
                      </a:cubicBezTo>
                      <a:cubicBezTo>
                        <a:pt x="3884" y="4114"/>
                        <a:pt x="4803" y="3194"/>
                        <a:pt x="4803" y="2069"/>
                      </a:cubicBezTo>
                      <a:cubicBezTo>
                        <a:pt x="4803" y="824"/>
                        <a:pt x="3788" y="1"/>
                        <a:pt x="2730" y="1"/>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989" name="Google Shape;7989;p36"/>
                <p:cNvSpPr/>
                <p:nvPr/>
              </p:nvSpPr>
              <p:spPr>
                <a:xfrm>
                  <a:off x="4426937" y="3341416"/>
                  <a:ext cx="13048" cy="13048"/>
                </a:xfrm>
                <a:custGeom>
                  <a:rect b="b" l="l" r="r" t="t"/>
                  <a:pathLst>
                    <a:path extrusionOk="0" h="1659" w="1659">
                      <a:moveTo>
                        <a:pt x="823" y="1"/>
                      </a:moveTo>
                      <a:cubicBezTo>
                        <a:pt x="376" y="1"/>
                        <a:pt x="1" y="376"/>
                        <a:pt x="1" y="823"/>
                      </a:cubicBezTo>
                      <a:cubicBezTo>
                        <a:pt x="1" y="1283"/>
                        <a:pt x="376" y="1658"/>
                        <a:pt x="823" y="1658"/>
                      </a:cubicBezTo>
                      <a:cubicBezTo>
                        <a:pt x="1283" y="1658"/>
                        <a:pt x="1658" y="1283"/>
                        <a:pt x="1658" y="823"/>
                      </a:cubicBezTo>
                      <a:cubicBezTo>
                        <a:pt x="1658" y="376"/>
                        <a:pt x="1283" y="1"/>
                        <a:pt x="823" y="1"/>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7990" name="Google Shape;7990;p36"/>
              <p:cNvGrpSpPr/>
              <p:nvPr/>
            </p:nvGrpSpPr>
            <p:grpSpPr>
              <a:xfrm>
                <a:off x="4337984" y="3375188"/>
                <a:ext cx="37776" cy="32357"/>
                <a:chOff x="4337984" y="3375188"/>
                <a:chExt cx="37776" cy="32357"/>
              </a:xfrm>
            </p:grpSpPr>
            <p:sp>
              <p:nvSpPr>
                <p:cNvPr id="7991" name="Google Shape;7991;p36"/>
                <p:cNvSpPr/>
                <p:nvPr/>
              </p:nvSpPr>
              <p:spPr>
                <a:xfrm>
                  <a:off x="4337984" y="3375188"/>
                  <a:ext cx="37776" cy="32357"/>
                </a:xfrm>
                <a:custGeom>
                  <a:rect b="b" l="l" r="r" t="t"/>
                  <a:pathLst>
                    <a:path extrusionOk="0" h="4114" w="4803">
                      <a:moveTo>
                        <a:pt x="2732" y="1"/>
                      </a:moveTo>
                      <a:cubicBezTo>
                        <a:pt x="2227" y="1"/>
                        <a:pt x="1713" y="188"/>
                        <a:pt x="1295" y="606"/>
                      </a:cubicBezTo>
                      <a:cubicBezTo>
                        <a:pt x="0" y="1900"/>
                        <a:pt x="920" y="4114"/>
                        <a:pt x="2746" y="4114"/>
                      </a:cubicBezTo>
                      <a:cubicBezTo>
                        <a:pt x="3883" y="4114"/>
                        <a:pt x="4803" y="3195"/>
                        <a:pt x="4803" y="2058"/>
                      </a:cubicBezTo>
                      <a:cubicBezTo>
                        <a:pt x="4803" y="821"/>
                        <a:pt x="3789" y="1"/>
                        <a:pt x="2732" y="1"/>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992" name="Google Shape;7992;p36"/>
                <p:cNvSpPr/>
                <p:nvPr/>
              </p:nvSpPr>
              <p:spPr>
                <a:xfrm>
                  <a:off x="4353108" y="3384894"/>
                  <a:ext cx="13048" cy="13048"/>
                </a:xfrm>
                <a:custGeom>
                  <a:rect b="b" l="l" r="r" t="t"/>
                  <a:pathLst>
                    <a:path extrusionOk="0" h="1659" w="1659">
                      <a:moveTo>
                        <a:pt x="823" y="1"/>
                      </a:moveTo>
                      <a:cubicBezTo>
                        <a:pt x="364" y="1"/>
                        <a:pt x="1" y="364"/>
                        <a:pt x="1" y="824"/>
                      </a:cubicBezTo>
                      <a:cubicBezTo>
                        <a:pt x="1" y="1283"/>
                        <a:pt x="364" y="1658"/>
                        <a:pt x="823" y="1658"/>
                      </a:cubicBezTo>
                      <a:cubicBezTo>
                        <a:pt x="1283" y="1658"/>
                        <a:pt x="1658" y="1283"/>
                        <a:pt x="1658" y="824"/>
                      </a:cubicBezTo>
                      <a:cubicBezTo>
                        <a:pt x="1658" y="364"/>
                        <a:pt x="1283" y="1"/>
                        <a:pt x="823" y="1"/>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7993" name="Google Shape;7993;p36"/>
              <p:cNvGrpSpPr/>
              <p:nvPr/>
            </p:nvGrpSpPr>
            <p:grpSpPr>
              <a:xfrm>
                <a:off x="4494867" y="3090530"/>
                <a:ext cx="37878" cy="32451"/>
                <a:chOff x="4494867" y="3090530"/>
                <a:chExt cx="37878" cy="32451"/>
              </a:xfrm>
            </p:grpSpPr>
            <p:sp>
              <p:nvSpPr>
                <p:cNvPr id="7994" name="Google Shape;7994;p36"/>
                <p:cNvSpPr/>
                <p:nvPr/>
              </p:nvSpPr>
              <p:spPr>
                <a:xfrm>
                  <a:off x="4494867" y="3090530"/>
                  <a:ext cx="37878" cy="32451"/>
                </a:xfrm>
                <a:custGeom>
                  <a:rect b="b" l="l" r="r" t="t"/>
                  <a:pathLst>
                    <a:path extrusionOk="0" h="4126" w="4816">
                      <a:moveTo>
                        <a:pt x="2739" y="0"/>
                      </a:moveTo>
                      <a:cubicBezTo>
                        <a:pt x="2233" y="0"/>
                        <a:pt x="1717" y="188"/>
                        <a:pt x="1295" y="605"/>
                      </a:cubicBezTo>
                      <a:cubicBezTo>
                        <a:pt x="1" y="1900"/>
                        <a:pt x="920" y="4126"/>
                        <a:pt x="2759" y="4126"/>
                      </a:cubicBezTo>
                      <a:cubicBezTo>
                        <a:pt x="3896" y="4114"/>
                        <a:pt x="4803" y="3194"/>
                        <a:pt x="4815" y="2069"/>
                      </a:cubicBezTo>
                      <a:cubicBezTo>
                        <a:pt x="4815" y="824"/>
                        <a:pt x="3800" y="0"/>
                        <a:pt x="2739" y="0"/>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995" name="Google Shape;7995;p36"/>
                <p:cNvSpPr/>
                <p:nvPr/>
              </p:nvSpPr>
              <p:spPr>
                <a:xfrm>
                  <a:off x="4510000" y="3100236"/>
                  <a:ext cx="13040" cy="13040"/>
                </a:xfrm>
                <a:custGeom>
                  <a:rect b="b" l="l" r="r" t="t"/>
                  <a:pathLst>
                    <a:path extrusionOk="0" h="1658" w="1658">
                      <a:moveTo>
                        <a:pt x="835" y="1"/>
                      </a:moveTo>
                      <a:cubicBezTo>
                        <a:pt x="375" y="1"/>
                        <a:pt x="0" y="376"/>
                        <a:pt x="0" y="835"/>
                      </a:cubicBezTo>
                      <a:cubicBezTo>
                        <a:pt x="0" y="1283"/>
                        <a:pt x="375" y="1658"/>
                        <a:pt x="835" y="1658"/>
                      </a:cubicBezTo>
                      <a:cubicBezTo>
                        <a:pt x="1295" y="1658"/>
                        <a:pt x="1658" y="1283"/>
                        <a:pt x="1658" y="835"/>
                      </a:cubicBezTo>
                      <a:cubicBezTo>
                        <a:pt x="1658" y="376"/>
                        <a:pt x="1295" y="1"/>
                        <a:pt x="835" y="1"/>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7996" name="Google Shape;7996;p36"/>
              <p:cNvGrpSpPr/>
              <p:nvPr/>
            </p:nvGrpSpPr>
            <p:grpSpPr>
              <a:xfrm>
                <a:off x="4525124" y="3207774"/>
                <a:ext cx="37783" cy="32420"/>
                <a:chOff x="4525124" y="3207774"/>
                <a:chExt cx="37783" cy="32420"/>
              </a:xfrm>
            </p:grpSpPr>
            <p:sp>
              <p:nvSpPr>
                <p:cNvPr id="7997" name="Google Shape;7997;p36"/>
                <p:cNvSpPr/>
                <p:nvPr/>
              </p:nvSpPr>
              <p:spPr>
                <a:xfrm>
                  <a:off x="4525124" y="3207774"/>
                  <a:ext cx="37783" cy="32420"/>
                </a:xfrm>
                <a:custGeom>
                  <a:rect b="b" l="l" r="r" t="t"/>
                  <a:pathLst>
                    <a:path extrusionOk="0" h="4122" w="4804">
                      <a:moveTo>
                        <a:pt x="2738" y="0"/>
                      </a:moveTo>
                      <a:cubicBezTo>
                        <a:pt x="2231" y="0"/>
                        <a:pt x="1715" y="190"/>
                        <a:pt x="1295" y="614"/>
                      </a:cubicBezTo>
                      <a:cubicBezTo>
                        <a:pt x="1" y="1908"/>
                        <a:pt x="920" y="4122"/>
                        <a:pt x="2747" y="4122"/>
                      </a:cubicBezTo>
                      <a:cubicBezTo>
                        <a:pt x="3884" y="4122"/>
                        <a:pt x="4803" y="3202"/>
                        <a:pt x="4803" y="2065"/>
                      </a:cubicBezTo>
                      <a:cubicBezTo>
                        <a:pt x="4803" y="823"/>
                        <a:pt x="3793" y="0"/>
                        <a:pt x="2738" y="0"/>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998" name="Google Shape;7998;p36"/>
                <p:cNvSpPr/>
                <p:nvPr/>
              </p:nvSpPr>
              <p:spPr>
                <a:xfrm>
                  <a:off x="4540256" y="3217448"/>
                  <a:ext cx="13040" cy="13040"/>
                </a:xfrm>
                <a:custGeom>
                  <a:rect b="b" l="l" r="r" t="t"/>
                  <a:pathLst>
                    <a:path extrusionOk="0" h="1658" w="1658">
                      <a:moveTo>
                        <a:pt x="823" y="1"/>
                      </a:moveTo>
                      <a:cubicBezTo>
                        <a:pt x="363" y="1"/>
                        <a:pt x="0" y="376"/>
                        <a:pt x="0" y="835"/>
                      </a:cubicBezTo>
                      <a:cubicBezTo>
                        <a:pt x="0" y="1295"/>
                        <a:pt x="363" y="1658"/>
                        <a:pt x="823" y="1658"/>
                      </a:cubicBezTo>
                      <a:cubicBezTo>
                        <a:pt x="1282" y="1658"/>
                        <a:pt x="1657" y="1295"/>
                        <a:pt x="1657" y="835"/>
                      </a:cubicBezTo>
                      <a:cubicBezTo>
                        <a:pt x="1657" y="376"/>
                        <a:pt x="1282" y="1"/>
                        <a:pt x="823" y="1"/>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7999" name="Google Shape;7999;p36"/>
              <p:cNvGrpSpPr/>
              <p:nvPr/>
            </p:nvGrpSpPr>
            <p:grpSpPr>
              <a:xfrm>
                <a:off x="4440544" y="3176479"/>
                <a:ext cx="31499" cy="26898"/>
                <a:chOff x="4440544" y="3176479"/>
                <a:chExt cx="31499" cy="26898"/>
              </a:xfrm>
            </p:grpSpPr>
            <p:sp>
              <p:nvSpPr>
                <p:cNvPr id="8000" name="Google Shape;8000;p36"/>
                <p:cNvSpPr/>
                <p:nvPr/>
              </p:nvSpPr>
              <p:spPr>
                <a:xfrm>
                  <a:off x="4440544" y="3176479"/>
                  <a:ext cx="31499" cy="26898"/>
                </a:xfrm>
                <a:custGeom>
                  <a:rect b="b" l="l" r="r" t="t"/>
                  <a:pathLst>
                    <a:path extrusionOk="0" h="3420" w="4005">
                      <a:moveTo>
                        <a:pt x="2281" y="0"/>
                      </a:moveTo>
                      <a:cubicBezTo>
                        <a:pt x="1860" y="0"/>
                        <a:pt x="1429" y="156"/>
                        <a:pt x="1077" y="504"/>
                      </a:cubicBezTo>
                      <a:cubicBezTo>
                        <a:pt x="1" y="1581"/>
                        <a:pt x="763" y="3419"/>
                        <a:pt x="2287" y="3419"/>
                      </a:cubicBezTo>
                      <a:cubicBezTo>
                        <a:pt x="3231" y="3419"/>
                        <a:pt x="3993" y="2657"/>
                        <a:pt x="4005" y="1714"/>
                      </a:cubicBezTo>
                      <a:cubicBezTo>
                        <a:pt x="4005" y="682"/>
                        <a:pt x="3163" y="0"/>
                        <a:pt x="2281" y="0"/>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001" name="Google Shape;8001;p36"/>
                <p:cNvSpPr/>
                <p:nvPr/>
              </p:nvSpPr>
              <p:spPr>
                <a:xfrm>
                  <a:off x="4454724" y="3186145"/>
                  <a:ext cx="7613" cy="7621"/>
                </a:xfrm>
                <a:custGeom>
                  <a:rect b="b" l="l" r="r" t="t"/>
                  <a:pathLst>
                    <a:path extrusionOk="0" h="969" w="968">
                      <a:moveTo>
                        <a:pt x="484" y="1"/>
                      </a:moveTo>
                      <a:cubicBezTo>
                        <a:pt x="218" y="1"/>
                        <a:pt x="0" y="219"/>
                        <a:pt x="0" y="485"/>
                      </a:cubicBezTo>
                      <a:cubicBezTo>
                        <a:pt x="0" y="751"/>
                        <a:pt x="218" y="969"/>
                        <a:pt x="484" y="969"/>
                      </a:cubicBezTo>
                      <a:cubicBezTo>
                        <a:pt x="750" y="969"/>
                        <a:pt x="968" y="751"/>
                        <a:pt x="968" y="485"/>
                      </a:cubicBezTo>
                      <a:cubicBezTo>
                        <a:pt x="968" y="219"/>
                        <a:pt x="750" y="1"/>
                        <a:pt x="484" y="1"/>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8002" name="Google Shape;8002;p36"/>
              <p:cNvGrpSpPr/>
              <p:nvPr/>
            </p:nvGrpSpPr>
            <p:grpSpPr>
              <a:xfrm>
                <a:off x="4350545" y="3156400"/>
                <a:ext cx="31405" cy="27001"/>
                <a:chOff x="4350545" y="3156400"/>
                <a:chExt cx="31405" cy="27001"/>
              </a:xfrm>
            </p:grpSpPr>
            <p:sp>
              <p:nvSpPr>
                <p:cNvPr id="8003" name="Google Shape;8003;p36"/>
                <p:cNvSpPr/>
                <p:nvPr/>
              </p:nvSpPr>
              <p:spPr>
                <a:xfrm>
                  <a:off x="4350545" y="3156400"/>
                  <a:ext cx="31405" cy="27001"/>
                </a:xfrm>
                <a:custGeom>
                  <a:rect b="b" l="l" r="r" t="t"/>
                  <a:pathLst>
                    <a:path extrusionOk="0" h="3433" w="3993">
                      <a:moveTo>
                        <a:pt x="2272" y="1"/>
                      </a:moveTo>
                      <a:cubicBezTo>
                        <a:pt x="1853" y="1"/>
                        <a:pt x="1425" y="156"/>
                        <a:pt x="1077" y="505"/>
                      </a:cubicBezTo>
                      <a:cubicBezTo>
                        <a:pt x="0" y="1581"/>
                        <a:pt x="762" y="3432"/>
                        <a:pt x="2286" y="3432"/>
                      </a:cubicBezTo>
                      <a:cubicBezTo>
                        <a:pt x="3230" y="3420"/>
                        <a:pt x="3992" y="2658"/>
                        <a:pt x="3992" y="1714"/>
                      </a:cubicBezTo>
                      <a:cubicBezTo>
                        <a:pt x="3992" y="683"/>
                        <a:pt x="3150" y="1"/>
                        <a:pt x="2272" y="1"/>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004" name="Google Shape;8004;p36"/>
                <p:cNvSpPr/>
                <p:nvPr/>
              </p:nvSpPr>
              <p:spPr>
                <a:xfrm>
                  <a:off x="4364717" y="3166074"/>
                  <a:ext cx="7621" cy="7621"/>
                </a:xfrm>
                <a:custGeom>
                  <a:rect b="b" l="l" r="r" t="t"/>
                  <a:pathLst>
                    <a:path extrusionOk="0" h="969" w="969">
                      <a:moveTo>
                        <a:pt x="484" y="0"/>
                      </a:moveTo>
                      <a:cubicBezTo>
                        <a:pt x="218" y="0"/>
                        <a:pt x="1" y="218"/>
                        <a:pt x="1" y="484"/>
                      </a:cubicBezTo>
                      <a:cubicBezTo>
                        <a:pt x="1" y="750"/>
                        <a:pt x="218" y="968"/>
                        <a:pt x="484" y="968"/>
                      </a:cubicBezTo>
                      <a:cubicBezTo>
                        <a:pt x="751" y="968"/>
                        <a:pt x="968" y="750"/>
                        <a:pt x="968" y="484"/>
                      </a:cubicBezTo>
                      <a:cubicBezTo>
                        <a:pt x="968" y="218"/>
                        <a:pt x="751" y="0"/>
                        <a:pt x="484" y="0"/>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8005" name="Google Shape;8005;p36"/>
              <p:cNvGrpSpPr/>
              <p:nvPr/>
            </p:nvGrpSpPr>
            <p:grpSpPr>
              <a:xfrm>
                <a:off x="4376703" y="3255058"/>
                <a:ext cx="31405" cy="27001"/>
                <a:chOff x="4376703" y="3255058"/>
                <a:chExt cx="31405" cy="27001"/>
              </a:xfrm>
            </p:grpSpPr>
            <p:sp>
              <p:nvSpPr>
                <p:cNvPr id="8006" name="Google Shape;8006;p36"/>
                <p:cNvSpPr/>
                <p:nvPr/>
              </p:nvSpPr>
              <p:spPr>
                <a:xfrm>
                  <a:off x="4376703" y="3255058"/>
                  <a:ext cx="31405" cy="27001"/>
                </a:xfrm>
                <a:custGeom>
                  <a:rect b="b" l="l" r="r" t="t"/>
                  <a:pathLst>
                    <a:path extrusionOk="0" h="3433" w="3993">
                      <a:moveTo>
                        <a:pt x="2273" y="1"/>
                      </a:moveTo>
                      <a:cubicBezTo>
                        <a:pt x="1853" y="1"/>
                        <a:pt x="1426" y="157"/>
                        <a:pt x="1077" y="505"/>
                      </a:cubicBezTo>
                      <a:cubicBezTo>
                        <a:pt x="1" y="1582"/>
                        <a:pt x="763" y="3432"/>
                        <a:pt x="2287" y="3432"/>
                      </a:cubicBezTo>
                      <a:cubicBezTo>
                        <a:pt x="3231" y="3432"/>
                        <a:pt x="3993" y="2658"/>
                        <a:pt x="3993" y="1715"/>
                      </a:cubicBezTo>
                      <a:cubicBezTo>
                        <a:pt x="3993" y="683"/>
                        <a:pt x="3151" y="1"/>
                        <a:pt x="2273" y="1"/>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007" name="Google Shape;8007;p36"/>
                <p:cNvSpPr/>
                <p:nvPr/>
              </p:nvSpPr>
              <p:spPr>
                <a:xfrm>
                  <a:off x="4390884" y="3264732"/>
                  <a:ext cx="7613" cy="7621"/>
                </a:xfrm>
                <a:custGeom>
                  <a:rect b="b" l="l" r="r" t="t"/>
                  <a:pathLst>
                    <a:path extrusionOk="0" h="969" w="968">
                      <a:moveTo>
                        <a:pt x="484" y="1"/>
                      </a:moveTo>
                      <a:cubicBezTo>
                        <a:pt x="218" y="1"/>
                        <a:pt x="0" y="219"/>
                        <a:pt x="0" y="485"/>
                      </a:cubicBezTo>
                      <a:cubicBezTo>
                        <a:pt x="0" y="751"/>
                        <a:pt x="218" y="969"/>
                        <a:pt x="484" y="969"/>
                      </a:cubicBezTo>
                      <a:cubicBezTo>
                        <a:pt x="750" y="969"/>
                        <a:pt x="968" y="751"/>
                        <a:pt x="968" y="485"/>
                      </a:cubicBezTo>
                      <a:cubicBezTo>
                        <a:pt x="968" y="219"/>
                        <a:pt x="750" y="1"/>
                        <a:pt x="484" y="1"/>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8008" name="Google Shape;8008;p36"/>
              <p:cNvGrpSpPr/>
              <p:nvPr/>
            </p:nvGrpSpPr>
            <p:grpSpPr>
              <a:xfrm>
                <a:off x="4331322" y="3283656"/>
                <a:ext cx="31405" cy="26945"/>
                <a:chOff x="4331322" y="3283656"/>
                <a:chExt cx="31405" cy="26945"/>
              </a:xfrm>
            </p:grpSpPr>
            <p:sp>
              <p:nvSpPr>
                <p:cNvPr id="8009" name="Google Shape;8009;p36"/>
                <p:cNvSpPr/>
                <p:nvPr/>
              </p:nvSpPr>
              <p:spPr>
                <a:xfrm>
                  <a:off x="4331322" y="3283656"/>
                  <a:ext cx="31405" cy="26945"/>
                </a:xfrm>
                <a:custGeom>
                  <a:rect b="b" l="l" r="r" t="t"/>
                  <a:pathLst>
                    <a:path extrusionOk="0" h="3426" w="3993">
                      <a:moveTo>
                        <a:pt x="2273" y="1"/>
                      </a:moveTo>
                      <a:cubicBezTo>
                        <a:pt x="1853" y="1"/>
                        <a:pt x="1425" y="158"/>
                        <a:pt x="1077" y="510"/>
                      </a:cubicBezTo>
                      <a:cubicBezTo>
                        <a:pt x="1" y="1587"/>
                        <a:pt x="763" y="3425"/>
                        <a:pt x="2287" y="3425"/>
                      </a:cubicBezTo>
                      <a:cubicBezTo>
                        <a:pt x="3230" y="3425"/>
                        <a:pt x="3993" y="2663"/>
                        <a:pt x="3993" y="1720"/>
                      </a:cubicBezTo>
                      <a:cubicBezTo>
                        <a:pt x="3993" y="689"/>
                        <a:pt x="3151" y="1"/>
                        <a:pt x="2273" y="1"/>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010" name="Google Shape;8010;p36"/>
                <p:cNvSpPr/>
                <p:nvPr/>
              </p:nvSpPr>
              <p:spPr>
                <a:xfrm>
                  <a:off x="4345503" y="3293274"/>
                  <a:ext cx="7613" cy="7621"/>
                </a:xfrm>
                <a:custGeom>
                  <a:rect b="b" l="l" r="r" t="t"/>
                  <a:pathLst>
                    <a:path extrusionOk="0" h="969" w="968">
                      <a:moveTo>
                        <a:pt x="484" y="1"/>
                      </a:moveTo>
                      <a:cubicBezTo>
                        <a:pt x="218" y="1"/>
                        <a:pt x="0" y="219"/>
                        <a:pt x="0" y="485"/>
                      </a:cubicBezTo>
                      <a:cubicBezTo>
                        <a:pt x="0" y="763"/>
                        <a:pt x="218" y="969"/>
                        <a:pt x="484" y="969"/>
                      </a:cubicBezTo>
                      <a:cubicBezTo>
                        <a:pt x="750" y="969"/>
                        <a:pt x="968" y="763"/>
                        <a:pt x="968" y="485"/>
                      </a:cubicBezTo>
                      <a:cubicBezTo>
                        <a:pt x="968" y="219"/>
                        <a:pt x="750" y="1"/>
                        <a:pt x="484" y="1"/>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8011" name="Google Shape;8011;p36"/>
              <p:cNvGrpSpPr/>
              <p:nvPr/>
            </p:nvGrpSpPr>
            <p:grpSpPr>
              <a:xfrm>
                <a:off x="4380510" y="3065882"/>
                <a:ext cx="31405" cy="26938"/>
                <a:chOff x="4380510" y="3065882"/>
                <a:chExt cx="31405" cy="26938"/>
              </a:xfrm>
            </p:grpSpPr>
            <p:sp>
              <p:nvSpPr>
                <p:cNvPr id="8012" name="Google Shape;8012;p36"/>
                <p:cNvSpPr/>
                <p:nvPr/>
              </p:nvSpPr>
              <p:spPr>
                <a:xfrm>
                  <a:off x="4380510" y="3065882"/>
                  <a:ext cx="31405" cy="26938"/>
                </a:xfrm>
                <a:custGeom>
                  <a:rect b="b" l="l" r="r" t="t"/>
                  <a:pathLst>
                    <a:path extrusionOk="0" h="3425" w="3993">
                      <a:moveTo>
                        <a:pt x="2273" y="0"/>
                      </a:moveTo>
                      <a:cubicBezTo>
                        <a:pt x="1853" y="0"/>
                        <a:pt x="1426" y="157"/>
                        <a:pt x="1077" y="510"/>
                      </a:cubicBezTo>
                      <a:cubicBezTo>
                        <a:pt x="1" y="1586"/>
                        <a:pt x="763" y="3425"/>
                        <a:pt x="2287" y="3425"/>
                      </a:cubicBezTo>
                      <a:cubicBezTo>
                        <a:pt x="3230" y="3425"/>
                        <a:pt x="3993" y="2663"/>
                        <a:pt x="3993" y="1719"/>
                      </a:cubicBezTo>
                      <a:cubicBezTo>
                        <a:pt x="3993" y="688"/>
                        <a:pt x="3151" y="0"/>
                        <a:pt x="2273" y="0"/>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013" name="Google Shape;8013;p36"/>
                <p:cNvSpPr/>
                <p:nvPr/>
              </p:nvSpPr>
              <p:spPr>
                <a:xfrm>
                  <a:off x="4393354" y="3075500"/>
                  <a:ext cx="8950" cy="7676"/>
                </a:xfrm>
                <a:custGeom>
                  <a:rect b="b" l="l" r="r" t="t"/>
                  <a:pathLst>
                    <a:path extrusionOk="0" h="976" w="1138">
                      <a:moveTo>
                        <a:pt x="654" y="0"/>
                      </a:moveTo>
                      <a:cubicBezTo>
                        <a:pt x="218" y="0"/>
                        <a:pt x="1" y="521"/>
                        <a:pt x="303" y="835"/>
                      </a:cubicBezTo>
                      <a:cubicBezTo>
                        <a:pt x="401" y="932"/>
                        <a:pt x="522" y="976"/>
                        <a:pt x="641" y="976"/>
                      </a:cubicBezTo>
                      <a:cubicBezTo>
                        <a:pt x="893" y="976"/>
                        <a:pt x="1138" y="783"/>
                        <a:pt x="1138" y="496"/>
                      </a:cubicBezTo>
                      <a:cubicBezTo>
                        <a:pt x="1138" y="218"/>
                        <a:pt x="920" y="12"/>
                        <a:pt x="654" y="0"/>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grpSp>
          <p:nvGrpSpPr>
            <p:cNvPr id="8014" name="Google Shape;8014;p36"/>
            <p:cNvGrpSpPr/>
            <p:nvPr/>
          </p:nvGrpSpPr>
          <p:grpSpPr>
            <a:xfrm>
              <a:off x="4558998" y="3188237"/>
              <a:ext cx="1280131" cy="1052747"/>
              <a:chOff x="4558998" y="3188237"/>
              <a:chExt cx="1280131" cy="1052747"/>
            </a:xfrm>
          </p:grpSpPr>
          <p:sp>
            <p:nvSpPr>
              <p:cNvPr id="8015" name="Google Shape;8015;p36"/>
              <p:cNvSpPr/>
              <p:nvPr/>
            </p:nvSpPr>
            <p:spPr>
              <a:xfrm>
                <a:off x="4916156" y="3750813"/>
                <a:ext cx="8" cy="8"/>
              </a:xfrm>
              <a:custGeom>
                <a:rect b="b" l="l" r="r" t="t"/>
                <a:pathLst>
                  <a:path extrusionOk="0" fill="none" h="1" w="1">
                    <a:moveTo>
                      <a:pt x="0" y="0"/>
                    </a:moveTo>
                    <a:close/>
                  </a:path>
                </a:pathLst>
              </a:custGeom>
              <a:noFill/>
              <a:ln cap="flat" cmpd="sng" w="9525">
                <a:solidFill>
                  <a:srgbClr val="A5B7C5"/>
                </a:solidFill>
                <a:prstDash val="solid"/>
                <a:miter lim="12096"/>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nvGrpSpPr>
              <p:cNvPr id="8016" name="Google Shape;8016;p36"/>
              <p:cNvGrpSpPr/>
              <p:nvPr/>
            </p:nvGrpSpPr>
            <p:grpSpPr>
              <a:xfrm>
                <a:off x="4579164" y="3203653"/>
                <a:ext cx="1244833" cy="1020397"/>
                <a:chOff x="4579164" y="3203653"/>
                <a:chExt cx="1244833" cy="1020397"/>
              </a:xfrm>
            </p:grpSpPr>
            <p:sp>
              <p:nvSpPr>
                <p:cNvPr id="8017" name="Google Shape;8017;p36"/>
                <p:cNvSpPr/>
                <p:nvPr/>
              </p:nvSpPr>
              <p:spPr>
                <a:xfrm>
                  <a:off x="5490144" y="3482892"/>
                  <a:ext cx="58995" cy="4955"/>
                </a:xfrm>
                <a:custGeom>
                  <a:rect b="b" l="l" r="r" t="t"/>
                  <a:pathLst>
                    <a:path extrusionOk="0" fill="none" h="630" w="7501">
                      <a:moveTo>
                        <a:pt x="0" y="630"/>
                      </a:moveTo>
                      <a:lnTo>
                        <a:pt x="7500" y="1"/>
                      </a:lnTo>
                    </a:path>
                  </a:pathLst>
                </a:custGeom>
                <a:noFill/>
                <a:ln cap="flat" cmpd="sng" w="9525">
                  <a:solidFill>
                    <a:srgbClr val="A5B7C5"/>
                  </a:solidFill>
                  <a:prstDash val="solid"/>
                  <a:miter lim="12096"/>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018" name="Google Shape;8018;p36"/>
                <p:cNvSpPr/>
                <p:nvPr/>
              </p:nvSpPr>
              <p:spPr>
                <a:xfrm>
                  <a:off x="5490616" y="3482892"/>
                  <a:ext cx="66137" cy="77360"/>
                </a:xfrm>
                <a:custGeom>
                  <a:rect b="b" l="l" r="r" t="t"/>
                  <a:pathLst>
                    <a:path extrusionOk="0" fill="none" h="9836" w="8409">
                      <a:moveTo>
                        <a:pt x="1" y="1"/>
                      </a:moveTo>
                      <a:lnTo>
                        <a:pt x="8408" y="9835"/>
                      </a:lnTo>
                    </a:path>
                  </a:pathLst>
                </a:custGeom>
                <a:noFill/>
                <a:ln cap="flat" cmpd="sng" w="9525">
                  <a:solidFill>
                    <a:srgbClr val="A5B7C5"/>
                  </a:solidFill>
                  <a:prstDash val="solid"/>
                  <a:miter lim="12096"/>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nvGrpSpPr>
                <p:cNvPr id="8019" name="Google Shape;8019;p36"/>
                <p:cNvGrpSpPr/>
                <p:nvPr/>
              </p:nvGrpSpPr>
              <p:grpSpPr>
                <a:xfrm>
                  <a:off x="4579164" y="3203653"/>
                  <a:ext cx="1244833" cy="1020397"/>
                  <a:chOff x="4579164" y="3203653"/>
                  <a:chExt cx="1244833" cy="1020397"/>
                </a:xfrm>
              </p:grpSpPr>
              <p:sp>
                <p:nvSpPr>
                  <p:cNvPr id="8020" name="Google Shape;8020;p36"/>
                  <p:cNvSpPr/>
                  <p:nvPr/>
                </p:nvSpPr>
                <p:spPr>
                  <a:xfrm>
                    <a:off x="4787909" y="3833395"/>
                    <a:ext cx="69267" cy="22266"/>
                  </a:xfrm>
                  <a:custGeom>
                    <a:rect b="b" l="l" r="r" t="t"/>
                    <a:pathLst>
                      <a:path extrusionOk="0" fill="none" h="2831" w="8807">
                        <a:moveTo>
                          <a:pt x="8806" y="0"/>
                        </a:moveTo>
                        <a:lnTo>
                          <a:pt x="0" y="2831"/>
                        </a:lnTo>
                      </a:path>
                    </a:pathLst>
                  </a:custGeom>
                  <a:noFill/>
                  <a:ln cap="flat" cmpd="sng" w="9525">
                    <a:solidFill>
                      <a:srgbClr val="A5B7C5"/>
                    </a:solidFill>
                    <a:prstDash val="solid"/>
                    <a:miter lim="12096"/>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021" name="Google Shape;8021;p36"/>
                  <p:cNvSpPr/>
                  <p:nvPr/>
                </p:nvSpPr>
                <p:spPr>
                  <a:xfrm>
                    <a:off x="4857263" y="3819695"/>
                    <a:ext cx="69936" cy="14181"/>
                  </a:xfrm>
                  <a:custGeom>
                    <a:rect b="b" l="l" r="r" t="t"/>
                    <a:pathLst>
                      <a:path extrusionOk="0" fill="none" h="1803" w="8892">
                        <a:moveTo>
                          <a:pt x="1" y="1803"/>
                        </a:moveTo>
                        <a:lnTo>
                          <a:pt x="8892" y="0"/>
                        </a:lnTo>
                      </a:path>
                    </a:pathLst>
                  </a:custGeom>
                  <a:noFill/>
                  <a:ln cap="flat" cmpd="sng" w="9525">
                    <a:solidFill>
                      <a:srgbClr val="A5B7C5"/>
                    </a:solidFill>
                    <a:prstDash val="solid"/>
                    <a:miter lim="12096"/>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nvGrpSpPr>
                  <p:cNvPr id="8022" name="Google Shape;8022;p36"/>
                  <p:cNvGrpSpPr/>
                  <p:nvPr/>
                </p:nvGrpSpPr>
                <p:grpSpPr>
                  <a:xfrm>
                    <a:off x="4579164" y="3203653"/>
                    <a:ext cx="1244833" cy="1020397"/>
                    <a:chOff x="4579164" y="3203653"/>
                    <a:chExt cx="1244833" cy="1020397"/>
                  </a:xfrm>
                </p:grpSpPr>
                <p:sp>
                  <p:nvSpPr>
                    <p:cNvPr id="8023" name="Google Shape;8023;p36"/>
                    <p:cNvSpPr/>
                    <p:nvPr/>
                  </p:nvSpPr>
                  <p:spPr>
                    <a:xfrm>
                      <a:off x="4930329" y="3363965"/>
                      <a:ext cx="23894" cy="102764"/>
                    </a:xfrm>
                    <a:custGeom>
                      <a:rect b="b" l="l" r="r" t="t"/>
                      <a:pathLst>
                        <a:path extrusionOk="0" fill="none" h="13066" w="3038">
                          <a:moveTo>
                            <a:pt x="3037" y="13065"/>
                          </a:moveTo>
                          <a:lnTo>
                            <a:pt x="1" y="1"/>
                          </a:lnTo>
                        </a:path>
                      </a:pathLst>
                    </a:custGeom>
                    <a:noFill/>
                    <a:ln cap="flat" cmpd="sng" w="9525">
                      <a:solidFill>
                        <a:srgbClr val="A5B7C5"/>
                      </a:solidFill>
                      <a:prstDash val="solid"/>
                      <a:miter lim="12096"/>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024" name="Google Shape;8024;p36"/>
                    <p:cNvSpPr/>
                    <p:nvPr/>
                  </p:nvSpPr>
                  <p:spPr>
                    <a:xfrm>
                      <a:off x="4849846" y="3385948"/>
                      <a:ext cx="104085" cy="79256"/>
                    </a:xfrm>
                    <a:custGeom>
                      <a:rect b="b" l="l" r="r" t="t"/>
                      <a:pathLst>
                        <a:path extrusionOk="0" fill="none" h="10077" w="13234">
                          <a:moveTo>
                            <a:pt x="0" y="0"/>
                          </a:moveTo>
                          <a:lnTo>
                            <a:pt x="13234" y="10077"/>
                          </a:lnTo>
                        </a:path>
                      </a:pathLst>
                    </a:custGeom>
                    <a:noFill/>
                    <a:ln cap="flat" cmpd="sng" w="9525">
                      <a:solidFill>
                        <a:srgbClr val="A5B7C5"/>
                      </a:solidFill>
                      <a:prstDash val="solid"/>
                      <a:miter lim="12096"/>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025" name="Google Shape;8025;p36"/>
                    <p:cNvSpPr/>
                    <p:nvPr/>
                  </p:nvSpPr>
                  <p:spPr>
                    <a:xfrm>
                      <a:off x="4849650" y="3306598"/>
                      <a:ext cx="45869" cy="79358"/>
                    </a:xfrm>
                    <a:custGeom>
                      <a:rect b="b" l="l" r="r" t="t"/>
                      <a:pathLst>
                        <a:path extrusionOk="0" fill="none" h="10090" w="5832">
                          <a:moveTo>
                            <a:pt x="5831" y="0"/>
                          </a:moveTo>
                          <a:lnTo>
                            <a:pt x="1" y="10089"/>
                          </a:lnTo>
                        </a:path>
                      </a:pathLst>
                    </a:custGeom>
                    <a:noFill/>
                    <a:ln cap="flat" cmpd="sng" w="9525">
                      <a:solidFill>
                        <a:srgbClr val="A5B7C5"/>
                      </a:solidFill>
                      <a:prstDash val="solid"/>
                      <a:miter lim="12096"/>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026" name="Google Shape;8026;p36"/>
                    <p:cNvSpPr/>
                    <p:nvPr/>
                  </p:nvSpPr>
                  <p:spPr>
                    <a:xfrm>
                      <a:off x="4849650" y="3361299"/>
                      <a:ext cx="84305" cy="24657"/>
                    </a:xfrm>
                    <a:custGeom>
                      <a:rect b="b" l="l" r="r" t="t"/>
                      <a:pathLst>
                        <a:path extrusionOk="0" fill="none" h="3135" w="10719">
                          <a:moveTo>
                            <a:pt x="1" y="3134"/>
                          </a:moveTo>
                          <a:lnTo>
                            <a:pt x="10719" y="1"/>
                          </a:lnTo>
                        </a:path>
                      </a:pathLst>
                    </a:custGeom>
                    <a:noFill/>
                    <a:ln cap="flat" cmpd="sng" w="9525">
                      <a:solidFill>
                        <a:srgbClr val="A5B7C5"/>
                      </a:solidFill>
                      <a:prstDash val="solid"/>
                      <a:miter lim="12096"/>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027" name="Google Shape;8027;p36"/>
                    <p:cNvSpPr/>
                    <p:nvPr/>
                  </p:nvSpPr>
                  <p:spPr>
                    <a:xfrm>
                      <a:off x="4789616" y="3306598"/>
                      <a:ext cx="19702" cy="54709"/>
                    </a:xfrm>
                    <a:custGeom>
                      <a:rect b="b" l="l" r="r" t="t"/>
                      <a:pathLst>
                        <a:path extrusionOk="0" fill="none" h="6956" w="2505">
                          <a:moveTo>
                            <a:pt x="2505" y="6956"/>
                          </a:moveTo>
                          <a:lnTo>
                            <a:pt x="1" y="0"/>
                          </a:lnTo>
                        </a:path>
                      </a:pathLst>
                    </a:custGeom>
                    <a:noFill/>
                    <a:ln cap="flat" cmpd="sng" w="9525">
                      <a:solidFill>
                        <a:srgbClr val="A5B7C5"/>
                      </a:solidFill>
                      <a:prstDash val="solid"/>
                      <a:miter lim="12096"/>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028" name="Google Shape;8028;p36"/>
                    <p:cNvSpPr/>
                    <p:nvPr/>
                  </p:nvSpPr>
                  <p:spPr>
                    <a:xfrm>
                      <a:off x="4738242" y="3357500"/>
                      <a:ext cx="74883" cy="10280"/>
                    </a:xfrm>
                    <a:custGeom>
                      <a:rect b="b" l="l" r="r" t="t"/>
                      <a:pathLst>
                        <a:path extrusionOk="0" fill="none" h="1307" w="9521">
                          <a:moveTo>
                            <a:pt x="1" y="1307"/>
                          </a:moveTo>
                          <a:lnTo>
                            <a:pt x="9521" y="0"/>
                          </a:lnTo>
                        </a:path>
                      </a:pathLst>
                    </a:custGeom>
                    <a:noFill/>
                    <a:ln cap="flat" cmpd="sng" w="9525">
                      <a:solidFill>
                        <a:srgbClr val="A5B7C5"/>
                      </a:solidFill>
                      <a:prstDash val="solid"/>
                      <a:miter lim="12096"/>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029" name="Google Shape;8029;p36"/>
                    <p:cNvSpPr/>
                    <p:nvPr/>
                  </p:nvSpPr>
                  <p:spPr>
                    <a:xfrm>
                      <a:off x="4710274" y="3357500"/>
                      <a:ext cx="99044" cy="63557"/>
                    </a:xfrm>
                    <a:custGeom>
                      <a:rect b="b" l="l" r="r" t="t"/>
                      <a:pathLst>
                        <a:path extrusionOk="0" fill="none" h="8081" w="12593">
                          <a:moveTo>
                            <a:pt x="0" y="8081"/>
                          </a:moveTo>
                          <a:lnTo>
                            <a:pt x="12593" y="0"/>
                          </a:lnTo>
                        </a:path>
                      </a:pathLst>
                    </a:custGeom>
                    <a:noFill/>
                    <a:ln cap="flat" cmpd="sng" w="9525">
                      <a:solidFill>
                        <a:srgbClr val="A5B7C5"/>
                      </a:solidFill>
                      <a:prstDash val="solid"/>
                      <a:miter lim="12096"/>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030" name="Google Shape;8030;p36"/>
                    <p:cNvSpPr/>
                    <p:nvPr/>
                  </p:nvSpPr>
                  <p:spPr>
                    <a:xfrm>
                      <a:off x="4809310" y="3306598"/>
                      <a:ext cx="87443" cy="50910"/>
                    </a:xfrm>
                    <a:custGeom>
                      <a:rect b="b" l="l" r="r" t="t"/>
                      <a:pathLst>
                        <a:path extrusionOk="0" fill="none" h="6473" w="11118">
                          <a:moveTo>
                            <a:pt x="1" y="6472"/>
                          </a:moveTo>
                          <a:lnTo>
                            <a:pt x="11118" y="0"/>
                          </a:lnTo>
                        </a:path>
                      </a:pathLst>
                    </a:custGeom>
                    <a:noFill/>
                    <a:ln cap="flat" cmpd="sng" w="9525">
                      <a:solidFill>
                        <a:srgbClr val="A5B7C5"/>
                      </a:solidFill>
                      <a:prstDash val="solid"/>
                      <a:miter lim="12096"/>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nvGrpSpPr>
                    <p:cNvPr id="8031" name="Google Shape;8031;p36"/>
                    <p:cNvGrpSpPr/>
                    <p:nvPr/>
                  </p:nvGrpSpPr>
                  <p:grpSpPr>
                    <a:xfrm>
                      <a:off x="4579164" y="3203653"/>
                      <a:ext cx="1244833" cy="1020397"/>
                      <a:chOff x="4579164" y="3203653"/>
                      <a:chExt cx="1244833" cy="1020397"/>
                    </a:xfrm>
                  </p:grpSpPr>
                  <p:sp>
                    <p:nvSpPr>
                      <p:cNvPr id="8032" name="Google Shape;8032;p36"/>
                      <p:cNvSpPr/>
                      <p:nvPr/>
                    </p:nvSpPr>
                    <p:spPr>
                      <a:xfrm>
                        <a:off x="4617986" y="3614284"/>
                        <a:ext cx="53002" cy="21031"/>
                      </a:xfrm>
                      <a:custGeom>
                        <a:rect b="b" l="l" r="r" t="t"/>
                        <a:pathLst>
                          <a:path extrusionOk="0" fill="none" h="2674" w="6739">
                            <a:moveTo>
                              <a:pt x="0" y="0"/>
                            </a:moveTo>
                            <a:lnTo>
                              <a:pt x="6738" y="2674"/>
                            </a:lnTo>
                          </a:path>
                        </a:pathLst>
                      </a:custGeom>
                      <a:noFill/>
                      <a:ln cap="flat" cmpd="sng" w="9525">
                        <a:solidFill>
                          <a:srgbClr val="A5B7C5"/>
                        </a:solidFill>
                        <a:prstDash val="solid"/>
                        <a:miter lim="12096"/>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033" name="Google Shape;8033;p36"/>
                      <p:cNvSpPr/>
                      <p:nvPr/>
                    </p:nvSpPr>
                    <p:spPr>
                      <a:xfrm>
                        <a:off x="4624545" y="3589069"/>
                        <a:ext cx="43682" cy="63180"/>
                      </a:xfrm>
                      <a:custGeom>
                        <a:rect b="b" l="l" r="r" t="t"/>
                        <a:pathLst>
                          <a:path extrusionOk="0" fill="none" h="8033" w="5554">
                            <a:moveTo>
                              <a:pt x="1" y="8033"/>
                            </a:moveTo>
                            <a:lnTo>
                              <a:pt x="5553" y="1"/>
                            </a:lnTo>
                          </a:path>
                        </a:pathLst>
                      </a:custGeom>
                      <a:noFill/>
                      <a:ln cap="flat" cmpd="sng" w="9525">
                        <a:solidFill>
                          <a:srgbClr val="A5B7C5"/>
                        </a:solidFill>
                        <a:prstDash val="solid"/>
                        <a:miter lim="12096"/>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034" name="Google Shape;8034;p36"/>
                      <p:cNvSpPr/>
                      <p:nvPr/>
                    </p:nvSpPr>
                    <p:spPr>
                      <a:xfrm>
                        <a:off x="4668220" y="3517907"/>
                        <a:ext cx="112178" cy="71170"/>
                      </a:xfrm>
                      <a:custGeom>
                        <a:rect b="b" l="l" r="r" t="t"/>
                        <a:pathLst>
                          <a:path extrusionOk="0" fill="none" h="9049" w="14263">
                            <a:moveTo>
                              <a:pt x="0" y="9049"/>
                            </a:moveTo>
                            <a:lnTo>
                              <a:pt x="14262" y="0"/>
                            </a:lnTo>
                          </a:path>
                        </a:pathLst>
                      </a:custGeom>
                      <a:noFill/>
                      <a:ln cap="flat" cmpd="sng" w="9525">
                        <a:solidFill>
                          <a:srgbClr val="A5B7C5"/>
                        </a:solidFill>
                        <a:prstDash val="solid"/>
                        <a:miter lim="12096"/>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035" name="Google Shape;8035;p36"/>
                      <p:cNvSpPr/>
                      <p:nvPr/>
                    </p:nvSpPr>
                    <p:spPr>
                      <a:xfrm>
                        <a:off x="4706562" y="3516766"/>
                        <a:ext cx="77455" cy="79924"/>
                      </a:xfrm>
                      <a:custGeom>
                        <a:rect b="b" l="l" r="r" t="t"/>
                        <a:pathLst>
                          <a:path extrusionOk="0" fill="none" h="10162" w="9848">
                            <a:moveTo>
                              <a:pt x="0" y="10161"/>
                            </a:moveTo>
                            <a:lnTo>
                              <a:pt x="9847" y="0"/>
                            </a:lnTo>
                          </a:path>
                        </a:pathLst>
                      </a:custGeom>
                      <a:noFill/>
                      <a:ln cap="flat" cmpd="sng" w="9525">
                        <a:solidFill>
                          <a:srgbClr val="A5B7C5"/>
                        </a:solidFill>
                        <a:prstDash val="solid"/>
                        <a:miter lim="12096"/>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036" name="Google Shape;8036;p36"/>
                      <p:cNvSpPr/>
                      <p:nvPr/>
                    </p:nvSpPr>
                    <p:spPr>
                      <a:xfrm>
                        <a:off x="4763646" y="3516766"/>
                        <a:ext cx="20370" cy="52806"/>
                      </a:xfrm>
                      <a:custGeom>
                        <a:rect b="b" l="l" r="r" t="t"/>
                        <a:pathLst>
                          <a:path extrusionOk="0" fill="none" h="6714" w="2590">
                            <a:moveTo>
                              <a:pt x="0" y="6714"/>
                            </a:moveTo>
                            <a:lnTo>
                              <a:pt x="2589" y="0"/>
                            </a:lnTo>
                          </a:path>
                        </a:pathLst>
                      </a:custGeom>
                      <a:noFill/>
                      <a:ln cap="flat" cmpd="sng" w="9525">
                        <a:solidFill>
                          <a:srgbClr val="A5B7C5"/>
                        </a:solidFill>
                        <a:prstDash val="solid"/>
                        <a:miter lim="12096"/>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037" name="Google Shape;8037;p36"/>
                      <p:cNvSpPr/>
                      <p:nvPr/>
                    </p:nvSpPr>
                    <p:spPr>
                      <a:xfrm>
                        <a:off x="4783151" y="3520565"/>
                        <a:ext cx="45861" cy="97432"/>
                      </a:xfrm>
                      <a:custGeom>
                        <a:rect b="b" l="l" r="r" t="t"/>
                        <a:pathLst>
                          <a:path extrusionOk="0" fill="none" h="12388" w="5831">
                            <a:moveTo>
                              <a:pt x="5831" y="12388"/>
                            </a:moveTo>
                            <a:lnTo>
                              <a:pt x="0" y="1"/>
                            </a:lnTo>
                          </a:path>
                        </a:pathLst>
                      </a:custGeom>
                      <a:noFill/>
                      <a:ln cap="flat" cmpd="sng" w="9525">
                        <a:solidFill>
                          <a:srgbClr val="A5B7C5"/>
                        </a:solidFill>
                        <a:prstDash val="solid"/>
                        <a:miter lim="12096"/>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038" name="Google Shape;8038;p36"/>
                      <p:cNvSpPr/>
                      <p:nvPr/>
                    </p:nvSpPr>
                    <p:spPr>
                      <a:xfrm>
                        <a:off x="4738242" y="3483175"/>
                        <a:ext cx="44917" cy="37398"/>
                      </a:xfrm>
                      <a:custGeom>
                        <a:rect b="b" l="l" r="r" t="t"/>
                        <a:pathLst>
                          <a:path extrusionOk="0" fill="none" h="4755" w="5711">
                            <a:moveTo>
                              <a:pt x="1" y="1"/>
                            </a:moveTo>
                            <a:lnTo>
                              <a:pt x="5710" y="4755"/>
                            </a:lnTo>
                          </a:path>
                        </a:pathLst>
                      </a:custGeom>
                      <a:noFill/>
                      <a:ln cap="flat" cmpd="sng" w="9525">
                        <a:solidFill>
                          <a:srgbClr val="A5B7C5"/>
                        </a:solidFill>
                        <a:prstDash val="solid"/>
                        <a:miter lim="12096"/>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039" name="Google Shape;8039;p36"/>
                      <p:cNvSpPr/>
                      <p:nvPr/>
                    </p:nvSpPr>
                    <p:spPr>
                      <a:xfrm>
                        <a:off x="4704941" y="3501823"/>
                        <a:ext cx="78217" cy="18750"/>
                      </a:xfrm>
                      <a:custGeom>
                        <a:rect b="b" l="l" r="r" t="t"/>
                        <a:pathLst>
                          <a:path extrusionOk="0" fill="none" h="2384" w="9945">
                            <a:moveTo>
                              <a:pt x="1" y="1"/>
                            </a:moveTo>
                            <a:lnTo>
                              <a:pt x="9944" y="2384"/>
                            </a:lnTo>
                          </a:path>
                        </a:pathLst>
                      </a:custGeom>
                      <a:noFill/>
                      <a:ln cap="flat" cmpd="sng" w="9525">
                        <a:solidFill>
                          <a:srgbClr val="A5B7C5"/>
                        </a:solidFill>
                        <a:prstDash val="solid"/>
                        <a:miter lim="12096"/>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040" name="Google Shape;8040;p36"/>
                      <p:cNvSpPr/>
                      <p:nvPr/>
                    </p:nvSpPr>
                    <p:spPr>
                      <a:xfrm>
                        <a:off x="4668220" y="3520565"/>
                        <a:ext cx="115796" cy="19324"/>
                      </a:xfrm>
                      <a:custGeom>
                        <a:rect b="b" l="l" r="r" t="t"/>
                        <a:pathLst>
                          <a:path extrusionOk="0" fill="none" h="2457" w="14723">
                            <a:moveTo>
                              <a:pt x="0" y="2457"/>
                            </a:moveTo>
                            <a:lnTo>
                              <a:pt x="14722" y="1"/>
                            </a:lnTo>
                          </a:path>
                        </a:pathLst>
                      </a:custGeom>
                      <a:noFill/>
                      <a:ln cap="flat" cmpd="sng" w="9525">
                        <a:solidFill>
                          <a:srgbClr val="A5B7C5"/>
                        </a:solidFill>
                        <a:prstDash val="solid"/>
                        <a:miter lim="12096"/>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041" name="Google Shape;8041;p36"/>
                      <p:cNvSpPr/>
                      <p:nvPr/>
                    </p:nvSpPr>
                    <p:spPr>
                      <a:xfrm>
                        <a:off x="4813117" y="3462915"/>
                        <a:ext cx="40347" cy="51193"/>
                      </a:xfrm>
                      <a:custGeom>
                        <a:rect b="b" l="l" r="r" t="t"/>
                        <a:pathLst>
                          <a:path extrusionOk="0" fill="none" h="6509" w="5130">
                            <a:moveTo>
                              <a:pt x="5130" y="6508"/>
                            </a:moveTo>
                            <a:lnTo>
                              <a:pt x="1" y="0"/>
                            </a:lnTo>
                          </a:path>
                        </a:pathLst>
                      </a:custGeom>
                      <a:noFill/>
                      <a:ln cap="flat" cmpd="sng" w="9525">
                        <a:solidFill>
                          <a:srgbClr val="A5B7C5"/>
                        </a:solidFill>
                        <a:prstDash val="solid"/>
                        <a:miter lim="12096"/>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042" name="Google Shape;8042;p36"/>
                      <p:cNvSpPr/>
                      <p:nvPr/>
                    </p:nvSpPr>
                    <p:spPr>
                      <a:xfrm>
                        <a:off x="4787807" y="3462915"/>
                        <a:ext cx="25317" cy="55000"/>
                      </a:xfrm>
                      <a:custGeom>
                        <a:rect b="b" l="l" r="r" t="t"/>
                        <a:pathLst>
                          <a:path extrusionOk="0" fill="none" h="6993" w="3219">
                            <a:moveTo>
                              <a:pt x="1" y="6992"/>
                            </a:moveTo>
                            <a:lnTo>
                              <a:pt x="3219" y="0"/>
                            </a:lnTo>
                          </a:path>
                        </a:pathLst>
                      </a:custGeom>
                      <a:noFill/>
                      <a:ln cap="flat" cmpd="sng" w="9525">
                        <a:solidFill>
                          <a:srgbClr val="A5B7C5"/>
                        </a:solidFill>
                        <a:prstDash val="solid"/>
                        <a:miter lim="12096"/>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043" name="Google Shape;8043;p36"/>
                      <p:cNvSpPr/>
                      <p:nvPr/>
                    </p:nvSpPr>
                    <p:spPr>
                      <a:xfrm>
                        <a:off x="4781342" y="3514100"/>
                        <a:ext cx="72311" cy="6953"/>
                      </a:xfrm>
                      <a:custGeom>
                        <a:rect b="b" l="l" r="r" t="t"/>
                        <a:pathLst>
                          <a:path extrusionOk="0" fill="none" h="884" w="9194">
                            <a:moveTo>
                              <a:pt x="0" y="883"/>
                            </a:moveTo>
                            <a:lnTo>
                              <a:pt x="9194" y="0"/>
                            </a:lnTo>
                          </a:path>
                        </a:pathLst>
                      </a:custGeom>
                      <a:noFill/>
                      <a:ln cap="flat" cmpd="sng" w="9525">
                        <a:solidFill>
                          <a:srgbClr val="A5B7C5"/>
                        </a:solidFill>
                        <a:prstDash val="solid"/>
                        <a:miter lim="12096"/>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044" name="Google Shape;8044;p36"/>
                      <p:cNvSpPr/>
                      <p:nvPr/>
                    </p:nvSpPr>
                    <p:spPr>
                      <a:xfrm>
                        <a:off x="4853645" y="3514100"/>
                        <a:ext cx="26175" cy="59184"/>
                      </a:xfrm>
                      <a:custGeom>
                        <a:rect b="b" l="l" r="r" t="t"/>
                        <a:pathLst>
                          <a:path extrusionOk="0" fill="none" h="7525" w="3328">
                            <a:moveTo>
                              <a:pt x="1" y="0"/>
                            </a:moveTo>
                            <a:lnTo>
                              <a:pt x="3328" y="7525"/>
                            </a:lnTo>
                          </a:path>
                        </a:pathLst>
                      </a:custGeom>
                      <a:noFill/>
                      <a:ln cap="flat" cmpd="sng" w="9525">
                        <a:solidFill>
                          <a:srgbClr val="A5B7C5"/>
                        </a:solidFill>
                        <a:prstDash val="solid"/>
                        <a:miter lim="12096"/>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045" name="Google Shape;8045;p36"/>
                      <p:cNvSpPr/>
                      <p:nvPr/>
                    </p:nvSpPr>
                    <p:spPr>
                      <a:xfrm>
                        <a:off x="4827392" y="3514100"/>
                        <a:ext cx="26261" cy="100381"/>
                      </a:xfrm>
                      <a:custGeom>
                        <a:rect b="b" l="l" r="r" t="t"/>
                        <a:pathLst>
                          <a:path extrusionOk="0" fill="none" h="12763" w="3339">
                            <a:moveTo>
                              <a:pt x="3339" y="0"/>
                            </a:moveTo>
                            <a:lnTo>
                              <a:pt x="0" y="12762"/>
                            </a:lnTo>
                          </a:path>
                        </a:pathLst>
                      </a:custGeom>
                      <a:noFill/>
                      <a:ln cap="flat" cmpd="sng" w="9525">
                        <a:solidFill>
                          <a:srgbClr val="A5B7C5"/>
                        </a:solidFill>
                        <a:prstDash val="solid"/>
                        <a:miter lim="12096"/>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nvGrpSpPr>
                      <p:cNvPr id="8046" name="Google Shape;8046;p36"/>
                      <p:cNvGrpSpPr/>
                      <p:nvPr/>
                    </p:nvGrpSpPr>
                    <p:grpSpPr>
                      <a:xfrm>
                        <a:off x="4579164" y="3203653"/>
                        <a:ext cx="1244833" cy="1020397"/>
                        <a:chOff x="4579164" y="3203653"/>
                        <a:chExt cx="1244833" cy="1020397"/>
                      </a:xfrm>
                    </p:grpSpPr>
                    <p:sp>
                      <p:nvSpPr>
                        <p:cNvPr id="8047" name="Google Shape;8047;p36"/>
                        <p:cNvSpPr/>
                        <p:nvPr/>
                      </p:nvSpPr>
                      <p:spPr>
                        <a:xfrm>
                          <a:off x="4879812" y="3466721"/>
                          <a:ext cx="74411" cy="106563"/>
                        </a:xfrm>
                        <a:custGeom>
                          <a:rect b="b" l="l" r="r" t="t"/>
                          <a:pathLst>
                            <a:path extrusionOk="0" fill="none" h="13549" w="9461">
                              <a:moveTo>
                                <a:pt x="1" y="13549"/>
                              </a:moveTo>
                              <a:lnTo>
                                <a:pt x="9460" y="0"/>
                              </a:lnTo>
                            </a:path>
                          </a:pathLst>
                        </a:custGeom>
                        <a:noFill/>
                        <a:ln cap="flat" cmpd="sng" w="9525">
                          <a:solidFill>
                            <a:srgbClr val="A5B7C5"/>
                          </a:solidFill>
                          <a:prstDash val="solid"/>
                          <a:miter lim="12096"/>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048" name="Google Shape;8048;p36"/>
                        <p:cNvSpPr/>
                        <p:nvPr/>
                      </p:nvSpPr>
                      <p:spPr>
                        <a:xfrm>
                          <a:off x="4954215" y="3408017"/>
                          <a:ext cx="105989" cy="58712"/>
                        </a:xfrm>
                        <a:custGeom>
                          <a:rect b="b" l="l" r="r" t="t"/>
                          <a:pathLst>
                            <a:path extrusionOk="0" fill="none" h="7465" w="13476">
                              <a:moveTo>
                                <a:pt x="0" y="7464"/>
                              </a:moveTo>
                              <a:lnTo>
                                <a:pt x="13476" y="0"/>
                              </a:lnTo>
                            </a:path>
                          </a:pathLst>
                        </a:custGeom>
                        <a:noFill/>
                        <a:ln cap="flat" cmpd="sng" w="9525">
                          <a:solidFill>
                            <a:srgbClr val="A5B7C5"/>
                          </a:solidFill>
                          <a:prstDash val="solid"/>
                          <a:miter lim="12096"/>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049" name="Google Shape;8049;p36"/>
                        <p:cNvSpPr/>
                        <p:nvPr/>
                      </p:nvSpPr>
                      <p:spPr>
                        <a:xfrm>
                          <a:off x="4953924" y="3465195"/>
                          <a:ext cx="119792" cy="54811"/>
                        </a:xfrm>
                        <a:custGeom>
                          <a:rect b="b" l="l" r="r" t="t"/>
                          <a:pathLst>
                            <a:path extrusionOk="0" fill="none" h="6969" w="15231">
                              <a:moveTo>
                                <a:pt x="1" y="1"/>
                              </a:moveTo>
                              <a:lnTo>
                                <a:pt x="15231" y="6968"/>
                              </a:lnTo>
                            </a:path>
                          </a:pathLst>
                        </a:custGeom>
                        <a:noFill/>
                        <a:ln cap="flat" cmpd="sng" w="9525">
                          <a:solidFill>
                            <a:srgbClr val="A5B7C5"/>
                          </a:solidFill>
                          <a:prstDash val="solid"/>
                          <a:miter lim="12096"/>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050" name="Google Shape;8050;p36"/>
                        <p:cNvSpPr/>
                        <p:nvPr/>
                      </p:nvSpPr>
                      <p:spPr>
                        <a:xfrm>
                          <a:off x="5073708" y="3521045"/>
                          <a:ext cx="26938" cy="71839"/>
                        </a:xfrm>
                        <a:custGeom>
                          <a:rect b="b" l="l" r="r" t="t"/>
                          <a:pathLst>
                            <a:path extrusionOk="0" fill="none" h="9134" w="3425">
                              <a:moveTo>
                                <a:pt x="1" y="0"/>
                              </a:moveTo>
                              <a:lnTo>
                                <a:pt x="3424" y="9133"/>
                              </a:lnTo>
                            </a:path>
                          </a:pathLst>
                        </a:custGeom>
                        <a:noFill/>
                        <a:ln cap="flat" cmpd="sng" w="9525">
                          <a:solidFill>
                            <a:srgbClr val="A5B7C5"/>
                          </a:solidFill>
                          <a:prstDash val="solid"/>
                          <a:miter lim="12096"/>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051" name="Google Shape;8051;p36"/>
                        <p:cNvSpPr/>
                        <p:nvPr/>
                      </p:nvSpPr>
                      <p:spPr>
                        <a:xfrm>
                          <a:off x="5100637" y="3586309"/>
                          <a:ext cx="26741" cy="81167"/>
                        </a:xfrm>
                        <a:custGeom>
                          <a:rect b="b" l="l" r="r" t="t"/>
                          <a:pathLst>
                            <a:path extrusionOk="0" fill="none" h="10320" w="3400">
                              <a:moveTo>
                                <a:pt x="3399" y="10319"/>
                              </a:moveTo>
                              <a:lnTo>
                                <a:pt x="0" y="1"/>
                              </a:lnTo>
                            </a:path>
                          </a:pathLst>
                        </a:custGeom>
                        <a:noFill/>
                        <a:ln cap="flat" cmpd="sng" w="9525">
                          <a:solidFill>
                            <a:srgbClr val="A5B7C5"/>
                          </a:solidFill>
                          <a:prstDash val="solid"/>
                          <a:miter lim="12096"/>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052" name="Google Shape;8052;p36"/>
                        <p:cNvSpPr/>
                        <p:nvPr/>
                      </p:nvSpPr>
                      <p:spPr>
                        <a:xfrm>
                          <a:off x="5088549" y="3252840"/>
                          <a:ext cx="693968" cy="520624"/>
                        </a:xfrm>
                        <a:custGeom>
                          <a:rect b="b" l="l" r="r" t="t"/>
                          <a:pathLst>
                            <a:path extrusionOk="0" fill="none" h="66195" w="88235">
                              <a:moveTo>
                                <a:pt x="1" y="63509"/>
                              </a:moveTo>
                              <a:lnTo>
                                <a:pt x="1537" y="42400"/>
                              </a:lnTo>
                              <a:lnTo>
                                <a:pt x="10077" y="22210"/>
                              </a:lnTo>
                              <a:cubicBezTo>
                                <a:pt x="10077" y="22210"/>
                                <a:pt x="14202" y="33218"/>
                                <a:pt x="14202" y="32384"/>
                              </a:cubicBezTo>
                              <a:cubicBezTo>
                                <a:pt x="14202" y="31561"/>
                                <a:pt x="26009" y="8976"/>
                                <a:pt x="26009" y="8976"/>
                              </a:cubicBezTo>
                              <a:lnTo>
                                <a:pt x="33618" y="31077"/>
                              </a:lnTo>
                              <a:lnTo>
                                <a:pt x="15025" y="46779"/>
                              </a:lnTo>
                              <a:lnTo>
                                <a:pt x="36037" y="48944"/>
                              </a:lnTo>
                              <a:lnTo>
                                <a:pt x="27557" y="58863"/>
                              </a:lnTo>
                              <a:lnTo>
                                <a:pt x="40803" y="66194"/>
                              </a:lnTo>
                              <a:lnTo>
                                <a:pt x="43586" y="48448"/>
                              </a:lnTo>
                              <a:lnTo>
                                <a:pt x="51122" y="29734"/>
                              </a:lnTo>
                              <a:lnTo>
                                <a:pt x="49670" y="16694"/>
                              </a:lnTo>
                              <a:lnTo>
                                <a:pt x="65263" y="21376"/>
                              </a:lnTo>
                              <a:lnTo>
                                <a:pt x="68819" y="9448"/>
                              </a:lnTo>
                              <a:lnTo>
                                <a:pt x="66098" y="1"/>
                              </a:lnTo>
                              <a:lnTo>
                                <a:pt x="88235" y="20069"/>
                              </a:lnTo>
                            </a:path>
                          </a:pathLst>
                        </a:custGeom>
                        <a:noFill/>
                        <a:ln cap="flat" cmpd="sng" w="9525">
                          <a:solidFill>
                            <a:srgbClr val="A5B7C5"/>
                          </a:solidFill>
                          <a:prstDash val="solid"/>
                          <a:miter lim="12096"/>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053" name="Google Shape;8053;p36"/>
                        <p:cNvSpPr/>
                        <p:nvPr/>
                      </p:nvSpPr>
                      <p:spPr>
                        <a:xfrm>
                          <a:off x="5060203" y="3203653"/>
                          <a:ext cx="544588" cy="316354"/>
                        </a:xfrm>
                        <a:custGeom>
                          <a:rect b="b" l="l" r="r" t="t"/>
                          <a:pathLst>
                            <a:path extrusionOk="0" fill="none" h="40223" w="69242">
                              <a:moveTo>
                                <a:pt x="69242" y="6255"/>
                              </a:moveTo>
                              <a:lnTo>
                                <a:pt x="53274" y="22948"/>
                              </a:lnTo>
                              <a:lnTo>
                                <a:pt x="45532" y="5432"/>
                              </a:lnTo>
                              <a:lnTo>
                                <a:pt x="29613" y="14747"/>
                              </a:lnTo>
                              <a:lnTo>
                                <a:pt x="28790" y="1"/>
                              </a:lnTo>
                              <a:lnTo>
                                <a:pt x="13500" y="28912"/>
                              </a:lnTo>
                              <a:lnTo>
                                <a:pt x="4306" y="13089"/>
                              </a:lnTo>
                              <a:lnTo>
                                <a:pt x="0" y="25984"/>
                              </a:lnTo>
                              <a:lnTo>
                                <a:pt x="1718" y="40222"/>
                              </a:lnTo>
                            </a:path>
                          </a:pathLst>
                        </a:custGeom>
                        <a:noFill/>
                        <a:ln cap="flat" cmpd="sng" w="9525">
                          <a:solidFill>
                            <a:srgbClr val="A5B7C5"/>
                          </a:solidFill>
                          <a:prstDash val="solid"/>
                          <a:miter lim="12096"/>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054" name="Google Shape;8054;p36"/>
                        <p:cNvSpPr/>
                        <p:nvPr/>
                      </p:nvSpPr>
                      <p:spPr>
                        <a:xfrm>
                          <a:off x="5127371" y="3507533"/>
                          <a:ext cx="124739" cy="267835"/>
                        </a:xfrm>
                        <a:custGeom>
                          <a:rect b="b" l="l" r="r" t="t"/>
                          <a:pathLst>
                            <a:path extrusionOk="0" fill="none" h="34054" w="15860">
                              <a:moveTo>
                                <a:pt x="9266" y="1"/>
                              </a:moveTo>
                              <a:lnTo>
                                <a:pt x="10101" y="14396"/>
                              </a:lnTo>
                              <a:lnTo>
                                <a:pt x="15859" y="34053"/>
                              </a:lnTo>
                              <a:lnTo>
                                <a:pt x="0" y="19851"/>
                              </a:lnTo>
                              <a:lnTo>
                                <a:pt x="1234" y="33642"/>
                              </a:lnTo>
                            </a:path>
                          </a:pathLst>
                        </a:custGeom>
                        <a:noFill/>
                        <a:ln cap="flat" cmpd="sng" w="9525">
                          <a:solidFill>
                            <a:srgbClr val="A5B7C5"/>
                          </a:solidFill>
                          <a:prstDash val="solid"/>
                          <a:miter lim="12096"/>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055" name="Google Shape;8055;p36"/>
                        <p:cNvSpPr/>
                        <p:nvPr/>
                      </p:nvSpPr>
                      <p:spPr>
                        <a:xfrm>
                          <a:off x="5100637" y="3507533"/>
                          <a:ext cx="99618" cy="78784"/>
                        </a:xfrm>
                        <a:custGeom>
                          <a:rect b="b" l="l" r="r" t="t"/>
                          <a:pathLst>
                            <a:path extrusionOk="0" fill="none" h="10017" w="12666">
                              <a:moveTo>
                                <a:pt x="0" y="10017"/>
                              </a:moveTo>
                              <a:lnTo>
                                <a:pt x="12665" y="1"/>
                              </a:lnTo>
                            </a:path>
                          </a:pathLst>
                        </a:custGeom>
                        <a:noFill/>
                        <a:ln cap="flat" cmpd="sng" w="9525">
                          <a:solidFill>
                            <a:srgbClr val="A5B7C5"/>
                          </a:solidFill>
                          <a:prstDash val="solid"/>
                          <a:miter lim="12096"/>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056" name="Google Shape;8056;p36"/>
                        <p:cNvSpPr/>
                        <p:nvPr/>
                      </p:nvSpPr>
                      <p:spPr>
                        <a:xfrm>
                          <a:off x="5200248" y="3501068"/>
                          <a:ext cx="156514" cy="6473"/>
                        </a:xfrm>
                        <a:custGeom>
                          <a:rect b="b" l="l" r="r" t="t"/>
                          <a:pathLst>
                            <a:path extrusionOk="0" fill="none" h="823" w="19900">
                              <a:moveTo>
                                <a:pt x="0" y="823"/>
                              </a:moveTo>
                              <a:lnTo>
                                <a:pt x="19900" y="0"/>
                              </a:lnTo>
                            </a:path>
                          </a:pathLst>
                        </a:custGeom>
                        <a:noFill/>
                        <a:ln cap="flat" cmpd="sng" w="9525">
                          <a:solidFill>
                            <a:srgbClr val="A5B7C5"/>
                          </a:solidFill>
                          <a:prstDash val="solid"/>
                          <a:miter lim="12096"/>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057" name="Google Shape;8057;p36"/>
                        <p:cNvSpPr/>
                        <p:nvPr/>
                      </p:nvSpPr>
                      <p:spPr>
                        <a:xfrm>
                          <a:off x="5127371" y="3507533"/>
                          <a:ext cx="72885" cy="155853"/>
                        </a:xfrm>
                        <a:custGeom>
                          <a:rect b="b" l="l" r="r" t="t"/>
                          <a:pathLst>
                            <a:path extrusionOk="0" fill="none" h="19816" w="9267">
                              <a:moveTo>
                                <a:pt x="9266" y="1"/>
                              </a:moveTo>
                              <a:lnTo>
                                <a:pt x="0" y="19815"/>
                              </a:lnTo>
                            </a:path>
                          </a:pathLst>
                        </a:custGeom>
                        <a:noFill/>
                        <a:ln cap="flat" cmpd="sng" w="9525">
                          <a:solidFill>
                            <a:srgbClr val="A5B7C5"/>
                          </a:solidFill>
                          <a:prstDash val="solid"/>
                          <a:miter lim="12096"/>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058" name="Google Shape;8058;p36"/>
                        <p:cNvSpPr/>
                        <p:nvPr/>
                      </p:nvSpPr>
                      <p:spPr>
                        <a:xfrm>
                          <a:off x="5352947" y="3384139"/>
                          <a:ext cx="126265" cy="117692"/>
                        </a:xfrm>
                        <a:custGeom>
                          <a:rect b="b" l="l" r="r" t="t"/>
                          <a:pathLst>
                            <a:path extrusionOk="0" fill="none" h="14964" w="16054">
                              <a:moveTo>
                                <a:pt x="1" y="14964"/>
                              </a:moveTo>
                              <a:lnTo>
                                <a:pt x="16053" y="0"/>
                              </a:lnTo>
                            </a:path>
                          </a:pathLst>
                        </a:custGeom>
                        <a:noFill/>
                        <a:ln cap="flat" cmpd="sng" w="9525">
                          <a:solidFill>
                            <a:srgbClr val="A5B7C5"/>
                          </a:solidFill>
                          <a:prstDash val="solid"/>
                          <a:miter lim="12096"/>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059" name="Google Shape;8059;p36"/>
                        <p:cNvSpPr/>
                        <p:nvPr/>
                      </p:nvSpPr>
                      <p:spPr>
                        <a:xfrm>
                          <a:off x="5356753" y="3246375"/>
                          <a:ext cx="61567" cy="254700"/>
                        </a:xfrm>
                        <a:custGeom>
                          <a:rect b="b" l="l" r="r" t="t"/>
                          <a:pathLst>
                            <a:path extrusionOk="0" fill="none" h="32384" w="7828">
                              <a:moveTo>
                                <a:pt x="1" y="32383"/>
                              </a:moveTo>
                              <a:lnTo>
                                <a:pt x="7827" y="0"/>
                              </a:lnTo>
                            </a:path>
                          </a:pathLst>
                        </a:custGeom>
                        <a:noFill/>
                        <a:ln cap="flat" cmpd="sng" w="9525">
                          <a:solidFill>
                            <a:srgbClr val="A5B7C5"/>
                          </a:solidFill>
                          <a:prstDash val="solid"/>
                          <a:miter lim="12096"/>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060" name="Google Shape;8060;p36"/>
                        <p:cNvSpPr/>
                        <p:nvPr/>
                      </p:nvSpPr>
                      <p:spPr>
                        <a:xfrm>
                          <a:off x="5352947" y="3486698"/>
                          <a:ext cx="141483" cy="10571"/>
                        </a:xfrm>
                        <a:custGeom>
                          <a:rect b="b" l="l" r="r" t="t"/>
                          <a:pathLst>
                            <a:path extrusionOk="0" fill="none" h="1344" w="17989">
                              <a:moveTo>
                                <a:pt x="1" y="1343"/>
                              </a:moveTo>
                              <a:lnTo>
                                <a:pt x="17989" y="0"/>
                              </a:lnTo>
                            </a:path>
                          </a:pathLst>
                        </a:custGeom>
                        <a:noFill/>
                        <a:ln cap="flat" cmpd="sng" w="9525">
                          <a:solidFill>
                            <a:srgbClr val="A5B7C5"/>
                          </a:solidFill>
                          <a:prstDash val="solid"/>
                          <a:miter lim="12096"/>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061" name="Google Shape;8061;p36"/>
                        <p:cNvSpPr/>
                        <p:nvPr/>
                      </p:nvSpPr>
                      <p:spPr>
                        <a:xfrm>
                          <a:off x="5353898" y="3501068"/>
                          <a:ext cx="18089" cy="136725"/>
                        </a:xfrm>
                        <a:custGeom>
                          <a:rect b="b" l="l" r="r" t="t"/>
                          <a:pathLst>
                            <a:path extrusionOk="0" fill="none" h="17384" w="2300">
                              <a:moveTo>
                                <a:pt x="1" y="0"/>
                              </a:moveTo>
                              <a:lnTo>
                                <a:pt x="2299" y="17383"/>
                              </a:lnTo>
                            </a:path>
                          </a:pathLst>
                        </a:custGeom>
                        <a:noFill/>
                        <a:ln cap="flat" cmpd="sng" w="9525">
                          <a:solidFill>
                            <a:srgbClr val="A5B7C5"/>
                          </a:solidFill>
                          <a:prstDash val="solid"/>
                          <a:miter lim="12096"/>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062" name="Google Shape;8062;p36"/>
                        <p:cNvSpPr/>
                        <p:nvPr/>
                      </p:nvSpPr>
                      <p:spPr>
                        <a:xfrm>
                          <a:off x="5206721" y="3620749"/>
                          <a:ext cx="102379" cy="98863"/>
                        </a:xfrm>
                        <a:custGeom>
                          <a:rect b="b" l="l" r="r" t="t"/>
                          <a:pathLst>
                            <a:path extrusionOk="0" fill="none" h="12570" w="13017">
                              <a:moveTo>
                                <a:pt x="0" y="1"/>
                              </a:moveTo>
                              <a:lnTo>
                                <a:pt x="13016" y="12569"/>
                              </a:lnTo>
                            </a:path>
                          </a:pathLst>
                        </a:custGeom>
                        <a:noFill/>
                        <a:ln cap="flat" cmpd="sng" w="9525">
                          <a:solidFill>
                            <a:srgbClr val="A5B7C5"/>
                          </a:solidFill>
                          <a:prstDash val="solid"/>
                          <a:miter lim="12096"/>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063" name="Google Shape;8063;p36"/>
                        <p:cNvSpPr/>
                        <p:nvPr/>
                      </p:nvSpPr>
                      <p:spPr>
                        <a:xfrm>
                          <a:off x="5293102" y="3715798"/>
                          <a:ext cx="15997" cy="101238"/>
                        </a:xfrm>
                        <a:custGeom>
                          <a:rect b="b" l="l" r="r" t="t"/>
                          <a:pathLst>
                            <a:path extrusionOk="0" fill="none" h="12872" w="2034">
                              <a:moveTo>
                                <a:pt x="2033" y="0"/>
                              </a:moveTo>
                              <a:lnTo>
                                <a:pt x="1" y="12871"/>
                              </a:lnTo>
                            </a:path>
                          </a:pathLst>
                        </a:custGeom>
                        <a:noFill/>
                        <a:ln cap="flat" cmpd="sng" w="9525">
                          <a:solidFill>
                            <a:srgbClr val="A5B7C5"/>
                          </a:solidFill>
                          <a:prstDash val="solid"/>
                          <a:miter lim="12096"/>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064" name="Google Shape;8064;p36"/>
                        <p:cNvSpPr/>
                        <p:nvPr/>
                      </p:nvSpPr>
                      <p:spPr>
                        <a:xfrm>
                          <a:off x="5127371" y="3659854"/>
                          <a:ext cx="92862" cy="134539"/>
                        </a:xfrm>
                        <a:custGeom>
                          <a:rect b="b" l="l" r="r" t="t"/>
                          <a:pathLst>
                            <a:path extrusionOk="0" fill="none" h="17106" w="11807">
                              <a:moveTo>
                                <a:pt x="11807" y="17105"/>
                              </a:moveTo>
                              <a:lnTo>
                                <a:pt x="0" y="1"/>
                              </a:lnTo>
                            </a:path>
                          </a:pathLst>
                        </a:custGeom>
                        <a:noFill/>
                        <a:ln cap="flat" cmpd="sng" w="9525">
                          <a:solidFill>
                            <a:srgbClr val="A5B7C5"/>
                          </a:solidFill>
                          <a:prstDash val="solid"/>
                          <a:miter lim="12096"/>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065" name="Google Shape;8065;p36"/>
                        <p:cNvSpPr/>
                        <p:nvPr/>
                      </p:nvSpPr>
                      <p:spPr>
                        <a:xfrm>
                          <a:off x="5479203" y="3327149"/>
                          <a:ext cx="150615" cy="56998"/>
                        </a:xfrm>
                        <a:custGeom>
                          <a:rect b="b" l="l" r="r" t="t"/>
                          <a:pathLst>
                            <a:path extrusionOk="0" fill="none" h="7247" w="19150">
                              <a:moveTo>
                                <a:pt x="19149" y="0"/>
                              </a:moveTo>
                              <a:lnTo>
                                <a:pt x="0" y="7246"/>
                              </a:lnTo>
                            </a:path>
                          </a:pathLst>
                        </a:custGeom>
                        <a:noFill/>
                        <a:ln cap="flat" cmpd="sng" w="9525">
                          <a:solidFill>
                            <a:srgbClr val="A5B7C5"/>
                          </a:solidFill>
                          <a:prstDash val="solid"/>
                          <a:miter lim="12096"/>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066" name="Google Shape;8066;p36"/>
                        <p:cNvSpPr/>
                        <p:nvPr/>
                      </p:nvSpPr>
                      <p:spPr>
                        <a:xfrm>
                          <a:off x="5371980" y="3633790"/>
                          <a:ext cx="59373" cy="4003"/>
                        </a:xfrm>
                        <a:custGeom>
                          <a:rect b="b" l="l" r="r" t="t"/>
                          <a:pathLst>
                            <a:path extrusionOk="0" fill="none" h="509" w="7549">
                              <a:moveTo>
                                <a:pt x="0" y="508"/>
                              </a:moveTo>
                              <a:lnTo>
                                <a:pt x="7549" y="0"/>
                              </a:lnTo>
                            </a:path>
                          </a:pathLst>
                        </a:custGeom>
                        <a:noFill/>
                        <a:ln cap="flat" cmpd="sng" w="9525">
                          <a:solidFill>
                            <a:srgbClr val="A5B7C5"/>
                          </a:solidFill>
                          <a:prstDash val="solid"/>
                          <a:miter lim="12096"/>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067" name="Google Shape;8067;p36"/>
                        <p:cNvSpPr/>
                        <p:nvPr/>
                      </p:nvSpPr>
                      <p:spPr>
                        <a:xfrm>
                          <a:off x="5352947" y="3497261"/>
                          <a:ext cx="78406" cy="136536"/>
                        </a:xfrm>
                        <a:custGeom>
                          <a:rect b="b" l="l" r="r" t="t"/>
                          <a:pathLst>
                            <a:path extrusionOk="0" fill="none" h="17360" w="9969">
                              <a:moveTo>
                                <a:pt x="9969" y="17359"/>
                              </a:moveTo>
                              <a:lnTo>
                                <a:pt x="1" y="0"/>
                              </a:lnTo>
                            </a:path>
                          </a:pathLst>
                        </a:custGeom>
                        <a:noFill/>
                        <a:ln cap="flat" cmpd="sng" w="9525">
                          <a:solidFill>
                            <a:srgbClr val="A5B7C5"/>
                          </a:solidFill>
                          <a:prstDash val="solid"/>
                          <a:miter lim="12096"/>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068" name="Google Shape;8068;p36"/>
                        <p:cNvSpPr/>
                        <p:nvPr/>
                      </p:nvSpPr>
                      <p:spPr>
                        <a:xfrm>
                          <a:off x="4917296" y="3466721"/>
                          <a:ext cx="40733" cy="122356"/>
                        </a:xfrm>
                        <a:custGeom>
                          <a:rect b="b" l="l" r="r" t="t"/>
                          <a:pathLst>
                            <a:path extrusionOk="0" fill="none" h="15557" w="5179">
                              <a:moveTo>
                                <a:pt x="1" y="15557"/>
                              </a:moveTo>
                              <a:lnTo>
                                <a:pt x="5178" y="0"/>
                              </a:lnTo>
                            </a:path>
                          </a:pathLst>
                        </a:custGeom>
                        <a:noFill/>
                        <a:ln cap="flat" cmpd="sng" w="9525">
                          <a:solidFill>
                            <a:srgbClr val="A5B7C5"/>
                          </a:solidFill>
                          <a:prstDash val="solid"/>
                          <a:miter lim="12096"/>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069" name="Google Shape;8069;p36"/>
                        <p:cNvSpPr/>
                        <p:nvPr/>
                      </p:nvSpPr>
                      <p:spPr>
                        <a:xfrm>
                          <a:off x="5060203" y="3408017"/>
                          <a:ext cx="111416" cy="19513"/>
                        </a:xfrm>
                        <a:custGeom>
                          <a:rect b="b" l="l" r="r" t="t"/>
                          <a:pathLst>
                            <a:path extrusionOk="0" fill="none" h="2481" w="14166">
                              <a:moveTo>
                                <a:pt x="0" y="0"/>
                              </a:moveTo>
                              <a:lnTo>
                                <a:pt x="14165" y="2480"/>
                              </a:lnTo>
                            </a:path>
                          </a:pathLst>
                        </a:custGeom>
                        <a:noFill/>
                        <a:ln cap="flat" cmpd="sng" w="9525">
                          <a:solidFill>
                            <a:srgbClr val="A5B7C5"/>
                          </a:solidFill>
                          <a:prstDash val="solid"/>
                          <a:miter lim="12096"/>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070" name="Google Shape;8070;p36"/>
                        <p:cNvSpPr/>
                        <p:nvPr/>
                      </p:nvSpPr>
                      <p:spPr>
                        <a:xfrm>
                          <a:off x="5127371" y="3620749"/>
                          <a:ext cx="79358" cy="42636"/>
                        </a:xfrm>
                        <a:custGeom>
                          <a:rect b="b" l="l" r="r" t="t"/>
                          <a:pathLst>
                            <a:path extrusionOk="0" fill="none" h="5421" w="10090">
                              <a:moveTo>
                                <a:pt x="0" y="5420"/>
                              </a:moveTo>
                              <a:lnTo>
                                <a:pt x="10089" y="1"/>
                              </a:lnTo>
                            </a:path>
                          </a:pathLst>
                        </a:custGeom>
                        <a:noFill/>
                        <a:ln cap="flat" cmpd="sng" w="9525">
                          <a:solidFill>
                            <a:srgbClr val="A5B7C5"/>
                          </a:solidFill>
                          <a:prstDash val="solid"/>
                          <a:miter lim="12096"/>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nvGrpSpPr>
                        <p:cNvPr id="8071" name="Google Shape;8071;p36"/>
                        <p:cNvGrpSpPr/>
                        <p:nvPr/>
                      </p:nvGrpSpPr>
                      <p:grpSpPr>
                        <a:xfrm>
                          <a:off x="4579164" y="3203653"/>
                          <a:ext cx="1244833" cy="1020397"/>
                          <a:chOff x="4579164" y="3203653"/>
                          <a:chExt cx="1244833" cy="1020397"/>
                        </a:xfrm>
                      </p:grpSpPr>
                      <p:sp>
                        <p:nvSpPr>
                          <p:cNvPr id="8072" name="Google Shape;8072;p36"/>
                          <p:cNvSpPr/>
                          <p:nvPr/>
                        </p:nvSpPr>
                        <p:spPr>
                          <a:xfrm>
                            <a:off x="4949551" y="3708185"/>
                            <a:ext cx="37972" cy="3815"/>
                          </a:xfrm>
                          <a:custGeom>
                            <a:rect b="b" l="l" r="r" t="t"/>
                            <a:pathLst>
                              <a:path extrusionOk="0" fill="none" h="485" w="4828">
                                <a:moveTo>
                                  <a:pt x="0" y="1"/>
                                </a:moveTo>
                                <a:lnTo>
                                  <a:pt x="4827" y="485"/>
                                </a:lnTo>
                              </a:path>
                            </a:pathLst>
                          </a:custGeom>
                          <a:noFill/>
                          <a:ln cap="flat" cmpd="sng" w="9525">
                            <a:solidFill>
                              <a:srgbClr val="A5B7C5"/>
                            </a:solidFill>
                            <a:prstDash val="solid"/>
                            <a:miter lim="12096"/>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nvGrpSpPr>
                          <p:cNvPr id="8073" name="Google Shape;8073;p36"/>
                          <p:cNvGrpSpPr/>
                          <p:nvPr/>
                        </p:nvGrpSpPr>
                        <p:grpSpPr>
                          <a:xfrm>
                            <a:off x="4579164" y="3203653"/>
                            <a:ext cx="1244833" cy="1020397"/>
                            <a:chOff x="4579164" y="3203653"/>
                            <a:chExt cx="1244833" cy="1020397"/>
                          </a:xfrm>
                        </p:grpSpPr>
                        <p:sp>
                          <p:nvSpPr>
                            <p:cNvPr id="8074" name="Google Shape;8074;p36"/>
                            <p:cNvSpPr/>
                            <p:nvPr/>
                          </p:nvSpPr>
                          <p:spPr>
                            <a:xfrm>
                              <a:off x="4953357" y="3586309"/>
                              <a:ext cx="147288" cy="121884"/>
                            </a:xfrm>
                            <a:custGeom>
                              <a:rect b="b" l="l" r="r" t="t"/>
                              <a:pathLst>
                                <a:path extrusionOk="0" fill="none" h="15497" w="18727">
                                  <a:moveTo>
                                    <a:pt x="18726" y="1"/>
                                  </a:moveTo>
                                  <a:lnTo>
                                    <a:pt x="0" y="15497"/>
                                  </a:lnTo>
                                </a:path>
                              </a:pathLst>
                            </a:custGeom>
                            <a:noFill/>
                            <a:ln cap="flat" cmpd="sng" w="9525">
                              <a:solidFill>
                                <a:srgbClr val="A5B7C5"/>
                              </a:solidFill>
                              <a:prstDash val="solid"/>
                              <a:miter lim="12096"/>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075" name="Google Shape;8075;p36"/>
                            <p:cNvSpPr/>
                            <p:nvPr/>
                          </p:nvSpPr>
                          <p:spPr>
                            <a:xfrm>
                              <a:off x="4987515" y="3592876"/>
                              <a:ext cx="113130" cy="119123"/>
                            </a:xfrm>
                            <a:custGeom>
                              <a:rect b="b" l="l" r="r" t="t"/>
                              <a:pathLst>
                                <a:path extrusionOk="0" fill="none" h="15146" w="14384">
                                  <a:moveTo>
                                    <a:pt x="0" y="15146"/>
                                  </a:moveTo>
                                  <a:lnTo>
                                    <a:pt x="14383" y="0"/>
                                  </a:lnTo>
                                </a:path>
                              </a:pathLst>
                            </a:custGeom>
                            <a:noFill/>
                            <a:ln cap="flat" cmpd="sng" w="9525">
                              <a:solidFill>
                                <a:srgbClr val="A5B7C5"/>
                              </a:solidFill>
                              <a:prstDash val="solid"/>
                              <a:miter lim="12096"/>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076" name="Google Shape;8076;p36"/>
                            <p:cNvSpPr/>
                            <p:nvPr/>
                          </p:nvSpPr>
                          <p:spPr>
                            <a:xfrm>
                              <a:off x="4913395" y="3708185"/>
                              <a:ext cx="39970" cy="45389"/>
                            </a:xfrm>
                            <a:custGeom>
                              <a:rect b="b" l="l" r="r" t="t"/>
                              <a:pathLst>
                                <a:path extrusionOk="0" fill="none" h="5771" w="5082">
                                  <a:moveTo>
                                    <a:pt x="1" y="5771"/>
                                  </a:moveTo>
                                  <a:lnTo>
                                    <a:pt x="5081" y="1"/>
                                  </a:lnTo>
                                </a:path>
                              </a:pathLst>
                            </a:custGeom>
                            <a:noFill/>
                            <a:ln cap="flat" cmpd="sng" w="9525">
                              <a:solidFill>
                                <a:srgbClr val="A5B7C5"/>
                              </a:solidFill>
                              <a:prstDash val="solid"/>
                              <a:miter lim="12096"/>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077" name="Google Shape;8077;p36"/>
                            <p:cNvSpPr/>
                            <p:nvPr/>
                          </p:nvSpPr>
                          <p:spPr>
                            <a:xfrm>
                              <a:off x="4888943" y="3704378"/>
                              <a:ext cx="60616" cy="26080"/>
                            </a:xfrm>
                            <a:custGeom>
                              <a:rect b="b" l="l" r="r" t="t"/>
                              <a:pathLst>
                                <a:path extrusionOk="0" fill="none" h="3316" w="7707">
                                  <a:moveTo>
                                    <a:pt x="1" y="3315"/>
                                  </a:moveTo>
                                  <a:lnTo>
                                    <a:pt x="7706" y="1"/>
                                  </a:lnTo>
                                </a:path>
                              </a:pathLst>
                            </a:custGeom>
                            <a:noFill/>
                            <a:ln cap="flat" cmpd="sng" w="9525">
                              <a:solidFill>
                                <a:srgbClr val="A5B7C5"/>
                              </a:solidFill>
                              <a:prstDash val="solid"/>
                              <a:miter lim="12096"/>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078" name="Google Shape;8078;p36"/>
                            <p:cNvSpPr/>
                            <p:nvPr/>
                          </p:nvSpPr>
                          <p:spPr>
                            <a:xfrm>
                              <a:off x="4917296" y="3589069"/>
                              <a:ext cx="32262" cy="119123"/>
                            </a:xfrm>
                            <a:custGeom>
                              <a:rect b="b" l="l" r="r" t="t"/>
                              <a:pathLst>
                                <a:path extrusionOk="0" fill="none" h="15146" w="4102">
                                  <a:moveTo>
                                    <a:pt x="1" y="1"/>
                                  </a:moveTo>
                                  <a:lnTo>
                                    <a:pt x="4101" y="15146"/>
                                  </a:lnTo>
                                </a:path>
                              </a:pathLst>
                            </a:custGeom>
                            <a:noFill/>
                            <a:ln cap="flat" cmpd="sng" w="9525">
                              <a:solidFill>
                                <a:srgbClr val="A5B7C5"/>
                              </a:solidFill>
                              <a:prstDash val="solid"/>
                              <a:miter lim="12096"/>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079" name="Google Shape;8079;p36"/>
                            <p:cNvSpPr/>
                            <p:nvPr/>
                          </p:nvSpPr>
                          <p:spPr>
                            <a:xfrm>
                              <a:off x="4949551" y="3708185"/>
                              <a:ext cx="22840" cy="72885"/>
                            </a:xfrm>
                            <a:custGeom>
                              <a:rect b="b" l="l" r="r" t="t"/>
                              <a:pathLst>
                                <a:path extrusionOk="0" fill="none" h="9267" w="2904">
                                  <a:moveTo>
                                    <a:pt x="0" y="1"/>
                                  </a:moveTo>
                                  <a:lnTo>
                                    <a:pt x="2904" y="9267"/>
                                  </a:lnTo>
                                </a:path>
                              </a:pathLst>
                            </a:custGeom>
                            <a:noFill/>
                            <a:ln cap="flat" cmpd="sng" w="9525">
                              <a:solidFill>
                                <a:srgbClr val="A5B7C5"/>
                              </a:solidFill>
                              <a:prstDash val="solid"/>
                              <a:miter lim="12096"/>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080" name="Google Shape;8080;p36"/>
                            <p:cNvSpPr/>
                            <p:nvPr/>
                          </p:nvSpPr>
                          <p:spPr>
                            <a:xfrm>
                              <a:off x="4912066" y="3752237"/>
                              <a:ext cx="60325" cy="28833"/>
                            </a:xfrm>
                            <a:custGeom>
                              <a:rect b="b" l="l" r="r" t="t"/>
                              <a:pathLst>
                                <a:path extrusionOk="0" fill="none" h="3666" w="7670">
                                  <a:moveTo>
                                    <a:pt x="0" y="1"/>
                                  </a:moveTo>
                                  <a:lnTo>
                                    <a:pt x="7670" y="3666"/>
                                  </a:lnTo>
                                </a:path>
                              </a:pathLst>
                            </a:custGeom>
                            <a:noFill/>
                            <a:ln cap="flat" cmpd="sng" w="9525">
                              <a:solidFill>
                                <a:srgbClr val="A5B7C5"/>
                              </a:solidFill>
                              <a:prstDash val="solid"/>
                              <a:miter lim="12096"/>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nvGrpSpPr>
                            <p:cNvPr id="8081" name="Google Shape;8081;p36"/>
                            <p:cNvGrpSpPr/>
                            <p:nvPr/>
                          </p:nvGrpSpPr>
                          <p:grpSpPr>
                            <a:xfrm>
                              <a:off x="4579164" y="3203653"/>
                              <a:ext cx="1244833" cy="1020397"/>
                              <a:chOff x="4579164" y="3203653"/>
                              <a:chExt cx="1244833" cy="1020397"/>
                            </a:xfrm>
                          </p:grpSpPr>
                          <p:sp>
                            <p:nvSpPr>
                              <p:cNvPr id="8082" name="Google Shape;8082;p36"/>
                              <p:cNvSpPr/>
                              <p:nvPr/>
                            </p:nvSpPr>
                            <p:spPr>
                              <a:xfrm>
                                <a:off x="4590301" y="3738347"/>
                                <a:ext cx="92956" cy="91722"/>
                              </a:xfrm>
                              <a:custGeom>
                                <a:rect b="b" l="l" r="r" t="t"/>
                                <a:pathLst>
                                  <a:path extrusionOk="0" fill="none" h="11662" w="11819">
                                    <a:moveTo>
                                      <a:pt x="0" y="0"/>
                                    </a:moveTo>
                                    <a:lnTo>
                                      <a:pt x="11819" y="11662"/>
                                    </a:lnTo>
                                  </a:path>
                                </a:pathLst>
                              </a:custGeom>
                              <a:noFill/>
                              <a:ln cap="flat" cmpd="sng" w="9525">
                                <a:solidFill>
                                  <a:srgbClr val="A5B7C5"/>
                                </a:solidFill>
                                <a:prstDash val="solid"/>
                                <a:miter lim="12096"/>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083" name="Google Shape;8083;p36"/>
                              <p:cNvSpPr/>
                              <p:nvPr/>
                            </p:nvSpPr>
                            <p:spPr>
                              <a:xfrm>
                                <a:off x="4683250" y="3652241"/>
                                <a:ext cx="33591" cy="177828"/>
                              </a:xfrm>
                              <a:custGeom>
                                <a:rect b="b" l="l" r="r" t="t"/>
                                <a:pathLst>
                                  <a:path extrusionOk="0" fill="none" h="22610" w="4271">
                                    <a:moveTo>
                                      <a:pt x="1" y="22610"/>
                                    </a:moveTo>
                                    <a:lnTo>
                                      <a:pt x="4271" y="1"/>
                                    </a:lnTo>
                                  </a:path>
                                </a:pathLst>
                              </a:custGeom>
                              <a:noFill/>
                              <a:ln cap="flat" cmpd="sng" w="9525">
                                <a:solidFill>
                                  <a:srgbClr val="A5B7C5"/>
                                </a:solidFill>
                                <a:prstDash val="solid"/>
                                <a:miter lim="12096"/>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084" name="Google Shape;8084;p36"/>
                              <p:cNvSpPr/>
                              <p:nvPr/>
                            </p:nvSpPr>
                            <p:spPr>
                              <a:xfrm>
                                <a:off x="4716833" y="3652241"/>
                                <a:ext cx="70982" cy="207707"/>
                              </a:xfrm>
                              <a:custGeom>
                                <a:rect b="b" l="l" r="r" t="t"/>
                                <a:pathLst>
                                  <a:path extrusionOk="0" fill="none" h="26409" w="9025">
                                    <a:moveTo>
                                      <a:pt x="1" y="1"/>
                                    </a:moveTo>
                                    <a:lnTo>
                                      <a:pt x="9025" y="26408"/>
                                    </a:lnTo>
                                  </a:path>
                                </a:pathLst>
                              </a:custGeom>
                              <a:noFill/>
                              <a:ln cap="flat" cmpd="sng" w="9525">
                                <a:solidFill>
                                  <a:srgbClr val="A5B7C5"/>
                                </a:solidFill>
                                <a:prstDash val="solid"/>
                                <a:miter lim="12096"/>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085" name="Google Shape;8085;p36"/>
                              <p:cNvSpPr/>
                              <p:nvPr/>
                            </p:nvSpPr>
                            <p:spPr>
                              <a:xfrm>
                                <a:off x="4813117" y="3694578"/>
                                <a:ext cx="44154" cy="139297"/>
                              </a:xfrm>
                              <a:custGeom>
                                <a:rect b="b" l="l" r="r" t="t"/>
                                <a:pathLst>
                                  <a:path extrusionOk="0" fill="none" h="17711" w="5614">
                                    <a:moveTo>
                                      <a:pt x="5614" y="17711"/>
                                    </a:moveTo>
                                    <a:lnTo>
                                      <a:pt x="1" y="1"/>
                                    </a:lnTo>
                                  </a:path>
                                </a:pathLst>
                              </a:custGeom>
                              <a:noFill/>
                              <a:ln cap="flat" cmpd="sng" w="9525">
                                <a:solidFill>
                                  <a:srgbClr val="A5B7C5"/>
                                </a:solidFill>
                                <a:prstDash val="solid"/>
                                <a:miter lim="12096"/>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086" name="Google Shape;8086;p36"/>
                              <p:cNvSpPr/>
                              <p:nvPr/>
                            </p:nvSpPr>
                            <p:spPr>
                              <a:xfrm>
                                <a:off x="4787807" y="3694578"/>
                                <a:ext cx="25317" cy="165369"/>
                              </a:xfrm>
                              <a:custGeom>
                                <a:rect b="b" l="l" r="r" t="t"/>
                                <a:pathLst>
                                  <a:path extrusionOk="0" fill="none" h="21026" w="3219">
                                    <a:moveTo>
                                      <a:pt x="3219" y="1"/>
                                    </a:moveTo>
                                    <a:lnTo>
                                      <a:pt x="1" y="21025"/>
                                    </a:lnTo>
                                  </a:path>
                                </a:pathLst>
                              </a:custGeom>
                              <a:noFill/>
                              <a:ln cap="flat" cmpd="sng" w="9525">
                                <a:solidFill>
                                  <a:srgbClr val="A5B7C5"/>
                                </a:solidFill>
                                <a:prstDash val="solid"/>
                                <a:miter lim="12096"/>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087" name="Google Shape;8087;p36"/>
                              <p:cNvSpPr/>
                              <p:nvPr/>
                            </p:nvSpPr>
                            <p:spPr>
                              <a:xfrm>
                                <a:off x="4683250" y="3830061"/>
                                <a:ext cx="106374" cy="25223"/>
                              </a:xfrm>
                              <a:custGeom>
                                <a:rect b="b" l="l" r="r" t="t"/>
                                <a:pathLst>
                                  <a:path extrusionOk="0" fill="none" h="3207" w="13525">
                                    <a:moveTo>
                                      <a:pt x="1" y="1"/>
                                    </a:moveTo>
                                    <a:lnTo>
                                      <a:pt x="13525" y="3206"/>
                                    </a:lnTo>
                                  </a:path>
                                </a:pathLst>
                              </a:custGeom>
                              <a:noFill/>
                              <a:ln cap="flat" cmpd="sng" w="9525">
                                <a:solidFill>
                                  <a:srgbClr val="A5B7C5"/>
                                </a:solidFill>
                                <a:prstDash val="solid"/>
                                <a:miter lim="12096"/>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088" name="Google Shape;8088;p36"/>
                              <p:cNvSpPr/>
                              <p:nvPr/>
                            </p:nvSpPr>
                            <p:spPr>
                              <a:xfrm>
                                <a:off x="4670980" y="3830061"/>
                                <a:ext cx="12277" cy="79263"/>
                              </a:xfrm>
                              <a:custGeom>
                                <a:rect b="b" l="l" r="r" t="t"/>
                                <a:pathLst>
                                  <a:path extrusionOk="0" fill="none" h="10078" w="1561">
                                    <a:moveTo>
                                      <a:pt x="1561" y="1"/>
                                    </a:moveTo>
                                    <a:lnTo>
                                      <a:pt x="0" y="10077"/>
                                    </a:lnTo>
                                  </a:path>
                                </a:pathLst>
                              </a:custGeom>
                              <a:noFill/>
                              <a:ln cap="flat" cmpd="sng" w="9525">
                                <a:solidFill>
                                  <a:srgbClr val="A5B7C5"/>
                                </a:solidFill>
                                <a:prstDash val="solid"/>
                                <a:miter lim="12096"/>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089" name="Google Shape;8089;p36"/>
                              <p:cNvSpPr/>
                              <p:nvPr/>
                            </p:nvSpPr>
                            <p:spPr>
                              <a:xfrm>
                                <a:off x="4583828" y="3830061"/>
                                <a:ext cx="99429" cy="34543"/>
                              </a:xfrm>
                              <a:custGeom>
                                <a:rect b="b" l="l" r="r" t="t"/>
                                <a:pathLst>
                                  <a:path extrusionOk="0" fill="none" h="4392" w="12642">
                                    <a:moveTo>
                                      <a:pt x="0" y="4392"/>
                                    </a:moveTo>
                                    <a:lnTo>
                                      <a:pt x="12642" y="1"/>
                                    </a:lnTo>
                                  </a:path>
                                </a:pathLst>
                              </a:custGeom>
                              <a:noFill/>
                              <a:ln cap="flat" cmpd="sng" w="9525">
                                <a:solidFill>
                                  <a:srgbClr val="A5B7C5"/>
                                </a:solidFill>
                                <a:prstDash val="solid"/>
                                <a:miter lim="12096"/>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090" name="Google Shape;8090;p36"/>
                              <p:cNvSpPr/>
                              <p:nvPr/>
                            </p:nvSpPr>
                            <p:spPr>
                              <a:xfrm>
                                <a:off x="4683250" y="3830061"/>
                                <a:ext cx="50336" cy="117983"/>
                              </a:xfrm>
                              <a:custGeom>
                                <a:rect b="b" l="l" r="r" t="t"/>
                                <a:pathLst>
                                  <a:path extrusionOk="0" fill="none" h="15001" w="6400">
                                    <a:moveTo>
                                      <a:pt x="1" y="1"/>
                                    </a:moveTo>
                                    <a:lnTo>
                                      <a:pt x="6400" y="15001"/>
                                    </a:lnTo>
                                  </a:path>
                                </a:pathLst>
                              </a:custGeom>
                              <a:noFill/>
                              <a:ln cap="flat" cmpd="sng" w="9525">
                                <a:solidFill>
                                  <a:srgbClr val="A5B7C5"/>
                                </a:solidFill>
                                <a:prstDash val="solid"/>
                                <a:miter lim="12096"/>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091" name="Google Shape;8091;p36"/>
                              <p:cNvSpPr/>
                              <p:nvPr/>
                            </p:nvSpPr>
                            <p:spPr>
                              <a:xfrm>
                                <a:off x="4733578" y="3855276"/>
                                <a:ext cx="56046" cy="92768"/>
                              </a:xfrm>
                              <a:custGeom>
                                <a:rect b="b" l="l" r="r" t="t"/>
                                <a:pathLst>
                                  <a:path extrusionOk="0" fill="none" h="11795" w="7126">
                                    <a:moveTo>
                                      <a:pt x="1" y="11795"/>
                                    </a:moveTo>
                                    <a:lnTo>
                                      <a:pt x="7126" y="0"/>
                                    </a:lnTo>
                                  </a:path>
                                </a:pathLst>
                              </a:custGeom>
                              <a:noFill/>
                              <a:ln cap="flat" cmpd="sng" w="9525">
                                <a:solidFill>
                                  <a:srgbClr val="A5B7C5"/>
                                </a:solidFill>
                                <a:prstDash val="solid"/>
                                <a:miter lim="12096"/>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092" name="Google Shape;8092;p36"/>
                              <p:cNvSpPr/>
                              <p:nvPr/>
                            </p:nvSpPr>
                            <p:spPr>
                              <a:xfrm>
                                <a:off x="4888943" y="3730450"/>
                                <a:ext cx="34928" cy="89252"/>
                              </a:xfrm>
                              <a:custGeom>
                                <a:rect b="b" l="l" r="r" t="t"/>
                                <a:pathLst>
                                  <a:path extrusionOk="0" fill="none" h="11348" w="4441">
                                    <a:moveTo>
                                      <a:pt x="4440" y="11347"/>
                                    </a:moveTo>
                                    <a:lnTo>
                                      <a:pt x="1" y="0"/>
                                    </a:lnTo>
                                  </a:path>
                                </a:pathLst>
                              </a:custGeom>
                              <a:noFill/>
                              <a:ln cap="flat" cmpd="sng" w="9525">
                                <a:solidFill>
                                  <a:srgbClr val="A5B7C5"/>
                                </a:solidFill>
                                <a:prstDash val="solid"/>
                                <a:miter lim="12096"/>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093" name="Google Shape;8093;p36"/>
                              <p:cNvSpPr/>
                              <p:nvPr/>
                            </p:nvSpPr>
                            <p:spPr>
                              <a:xfrm>
                                <a:off x="4590301" y="3667468"/>
                                <a:ext cx="49762" cy="70887"/>
                              </a:xfrm>
                              <a:custGeom>
                                <a:rect b="b" l="l" r="r" t="t"/>
                                <a:pathLst>
                                  <a:path extrusionOk="0" fill="none" h="9013" w="6327">
                                    <a:moveTo>
                                      <a:pt x="0" y="9012"/>
                                    </a:moveTo>
                                    <a:lnTo>
                                      <a:pt x="6327" y="0"/>
                                    </a:lnTo>
                                  </a:path>
                                </a:pathLst>
                              </a:custGeom>
                              <a:noFill/>
                              <a:ln cap="flat" cmpd="sng" w="9525">
                                <a:solidFill>
                                  <a:srgbClr val="A5B7C5"/>
                                </a:solidFill>
                                <a:prstDash val="solid"/>
                                <a:miter lim="12096"/>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094" name="Google Shape;8094;p36"/>
                              <p:cNvSpPr/>
                              <p:nvPr/>
                            </p:nvSpPr>
                            <p:spPr>
                              <a:xfrm>
                                <a:off x="4640338" y="3648536"/>
                                <a:ext cx="80593" cy="20268"/>
                              </a:xfrm>
                              <a:custGeom>
                                <a:rect b="b" l="l" r="r" t="t"/>
                                <a:pathLst>
                                  <a:path extrusionOk="0" fill="none" h="2577" w="10247">
                                    <a:moveTo>
                                      <a:pt x="1" y="2577"/>
                                    </a:moveTo>
                                    <a:lnTo>
                                      <a:pt x="10247" y="0"/>
                                    </a:lnTo>
                                  </a:path>
                                </a:pathLst>
                              </a:custGeom>
                              <a:noFill/>
                              <a:ln cap="flat" cmpd="sng" w="9525">
                                <a:solidFill>
                                  <a:srgbClr val="A5B7C5"/>
                                </a:solidFill>
                                <a:prstDash val="solid"/>
                                <a:miter lim="12096"/>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nvGrpSpPr>
                              <p:cNvPr id="8095" name="Google Shape;8095;p36"/>
                              <p:cNvGrpSpPr/>
                              <p:nvPr/>
                            </p:nvGrpSpPr>
                            <p:grpSpPr>
                              <a:xfrm>
                                <a:off x="4579164" y="3203653"/>
                                <a:ext cx="1244833" cy="1020397"/>
                                <a:chOff x="4579164" y="3203653"/>
                                <a:chExt cx="1244833" cy="1020397"/>
                              </a:xfrm>
                            </p:grpSpPr>
                            <p:sp>
                              <p:nvSpPr>
                                <p:cNvPr id="8096" name="Google Shape;8096;p36"/>
                                <p:cNvSpPr/>
                                <p:nvPr/>
                              </p:nvSpPr>
                              <p:spPr>
                                <a:xfrm>
                                  <a:off x="4753083" y="3966015"/>
                                  <a:ext cx="92964" cy="53765"/>
                                </a:xfrm>
                                <a:custGeom>
                                  <a:rect b="b" l="l" r="r" t="t"/>
                                  <a:pathLst>
                                    <a:path extrusionOk="0" fill="none" h="6836" w="11820">
                                      <a:moveTo>
                                        <a:pt x="1" y="6836"/>
                                      </a:moveTo>
                                      <a:lnTo>
                                        <a:pt x="11819" y="1"/>
                                      </a:lnTo>
                                    </a:path>
                                  </a:pathLst>
                                </a:custGeom>
                                <a:noFill/>
                                <a:ln cap="flat" cmpd="sng" w="9525">
                                  <a:solidFill>
                                    <a:srgbClr val="A5B7C5"/>
                                  </a:solidFill>
                                  <a:prstDash val="solid"/>
                                  <a:miter lim="12096"/>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097" name="Google Shape;8097;p36"/>
                                <p:cNvSpPr/>
                                <p:nvPr/>
                              </p:nvSpPr>
                              <p:spPr>
                                <a:xfrm>
                                  <a:off x="4846040" y="3952794"/>
                                  <a:ext cx="103519" cy="13135"/>
                                </a:xfrm>
                                <a:custGeom>
                                  <a:rect b="b" l="l" r="r" t="t"/>
                                  <a:pathLst>
                                    <a:path extrusionOk="0" fill="none" h="1670" w="13162">
                                      <a:moveTo>
                                        <a:pt x="13161" y="0"/>
                                      </a:moveTo>
                                      <a:lnTo>
                                        <a:pt x="0" y="1670"/>
                                      </a:lnTo>
                                    </a:path>
                                  </a:pathLst>
                                </a:custGeom>
                                <a:noFill/>
                                <a:ln cap="flat" cmpd="sng" w="9525">
                                  <a:solidFill>
                                    <a:srgbClr val="A5B7C5"/>
                                  </a:solidFill>
                                  <a:prstDash val="solid"/>
                                  <a:miter lim="12096"/>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098" name="Google Shape;8098;p36"/>
                                <p:cNvSpPr/>
                                <p:nvPr/>
                              </p:nvSpPr>
                              <p:spPr>
                                <a:xfrm>
                                  <a:off x="4846040" y="3962216"/>
                                  <a:ext cx="64800" cy="128066"/>
                                </a:xfrm>
                                <a:custGeom>
                                  <a:rect b="b" l="l" r="r" t="t"/>
                                  <a:pathLst>
                                    <a:path extrusionOk="0" fill="none" h="16283" w="8239">
                                      <a:moveTo>
                                        <a:pt x="0" y="0"/>
                                      </a:moveTo>
                                      <a:lnTo>
                                        <a:pt x="8238" y="16282"/>
                                      </a:lnTo>
                                    </a:path>
                                  </a:pathLst>
                                </a:custGeom>
                                <a:noFill/>
                                <a:ln cap="flat" cmpd="sng" w="9525">
                                  <a:solidFill>
                                    <a:srgbClr val="A5B7C5"/>
                                  </a:solidFill>
                                  <a:prstDash val="solid"/>
                                  <a:miter lim="12096"/>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099" name="Google Shape;8099;p36"/>
                                <p:cNvSpPr/>
                                <p:nvPr/>
                              </p:nvSpPr>
                              <p:spPr>
                                <a:xfrm>
                                  <a:off x="4842233" y="3962216"/>
                                  <a:ext cx="3815" cy="164787"/>
                                </a:xfrm>
                                <a:custGeom>
                                  <a:rect b="b" l="l" r="r" t="t"/>
                                  <a:pathLst>
                                    <a:path extrusionOk="0" fill="none" h="20952" w="485">
                                      <a:moveTo>
                                        <a:pt x="0" y="20952"/>
                                      </a:moveTo>
                                      <a:lnTo>
                                        <a:pt x="484" y="0"/>
                                      </a:lnTo>
                                    </a:path>
                                  </a:pathLst>
                                </a:custGeom>
                                <a:noFill/>
                                <a:ln cap="flat" cmpd="sng" w="9525">
                                  <a:solidFill>
                                    <a:srgbClr val="A5B7C5"/>
                                  </a:solidFill>
                                  <a:prstDash val="solid"/>
                                  <a:miter lim="12096"/>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100" name="Google Shape;8100;p36"/>
                                <p:cNvSpPr/>
                                <p:nvPr/>
                              </p:nvSpPr>
                              <p:spPr>
                                <a:xfrm>
                                  <a:off x="4842233" y="4123189"/>
                                  <a:ext cx="37587" cy="53002"/>
                                </a:xfrm>
                                <a:custGeom>
                                  <a:rect b="b" l="l" r="r" t="t"/>
                                  <a:pathLst>
                                    <a:path extrusionOk="0" fill="none" h="6739" w="4779">
                                      <a:moveTo>
                                        <a:pt x="4779" y="6739"/>
                                      </a:moveTo>
                                      <a:lnTo>
                                        <a:pt x="0" y="1"/>
                                      </a:lnTo>
                                    </a:path>
                                  </a:pathLst>
                                </a:custGeom>
                                <a:noFill/>
                                <a:ln cap="flat" cmpd="sng" w="9525">
                                  <a:solidFill>
                                    <a:srgbClr val="A5B7C5"/>
                                  </a:solidFill>
                                  <a:prstDash val="solid"/>
                                  <a:miter lim="12096"/>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101" name="Google Shape;8101;p36"/>
                                <p:cNvSpPr/>
                                <p:nvPr/>
                              </p:nvSpPr>
                              <p:spPr>
                                <a:xfrm>
                                  <a:off x="4770779" y="4118525"/>
                                  <a:ext cx="71461" cy="4672"/>
                                </a:xfrm>
                                <a:custGeom>
                                  <a:rect b="b" l="l" r="r" t="t"/>
                                  <a:pathLst>
                                    <a:path extrusionOk="0" fill="none" h="594" w="9086">
                                      <a:moveTo>
                                        <a:pt x="9085" y="594"/>
                                      </a:moveTo>
                                      <a:lnTo>
                                        <a:pt x="1" y="1"/>
                                      </a:lnTo>
                                    </a:path>
                                  </a:pathLst>
                                </a:custGeom>
                                <a:noFill/>
                                <a:ln cap="flat" cmpd="sng" w="9525">
                                  <a:solidFill>
                                    <a:srgbClr val="A5B7C5"/>
                                  </a:solidFill>
                                  <a:prstDash val="solid"/>
                                  <a:miter lim="12096"/>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102" name="Google Shape;8102;p36"/>
                                <p:cNvSpPr/>
                                <p:nvPr/>
                              </p:nvSpPr>
                              <p:spPr>
                                <a:xfrm>
                                  <a:off x="4842233" y="4090274"/>
                                  <a:ext cx="68606" cy="32923"/>
                                </a:xfrm>
                                <a:custGeom>
                                  <a:rect b="b" l="l" r="r" t="t"/>
                                  <a:pathLst>
                                    <a:path extrusionOk="0" fill="none" h="4186" w="8723">
                                      <a:moveTo>
                                        <a:pt x="0" y="4186"/>
                                      </a:moveTo>
                                      <a:lnTo>
                                        <a:pt x="8722" y="0"/>
                                      </a:lnTo>
                                    </a:path>
                                  </a:pathLst>
                                </a:custGeom>
                                <a:noFill/>
                                <a:ln cap="flat" cmpd="sng" w="9525">
                                  <a:solidFill>
                                    <a:srgbClr val="A5B7C5"/>
                                  </a:solidFill>
                                  <a:prstDash val="solid"/>
                                  <a:miter lim="12096"/>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nvGrpSpPr>
                                <p:cNvPr id="8103" name="Google Shape;8103;p36"/>
                                <p:cNvGrpSpPr/>
                                <p:nvPr/>
                              </p:nvGrpSpPr>
                              <p:grpSpPr>
                                <a:xfrm>
                                  <a:off x="4579164" y="3203653"/>
                                  <a:ext cx="1244833" cy="1020397"/>
                                  <a:chOff x="4579164" y="3203653"/>
                                  <a:chExt cx="1244833" cy="1020397"/>
                                </a:xfrm>
                              </p:grpSpPr>
                              <p:sp>
                                <p:nvSpPr>
                                  <p:cNvPr id="8104" name="Google Shape;8104;p36"/>
                                  <p:cNvSpPr/>
                                  <p:nvPr/>
                                </p:nvSpPr>
                                <p:spPr>
                                  <a:xfrm>
                                    <a:off x="4788476" y="3855276"/>
                                    <a:ext cx="57572" cy="110747"/>
                                  </a:xfrm>
                                  <a:custGeom>
                                    <a:rect b="b" l="l" r="r" t="t"/>
                                    <a:pathLst>
                                      <a:path extrusionOk="0" fill="none" h="14081" w="7320">
                                        <a:moveTo>
                                          <a:pt x="7319" y="14081"/>
                                        </a:moveTo>
                                        <a:lnTo>
                                          <a:pt x="1" y="0"/>
                                        </a:lnTo>
                                      </a:path>
                                    </a:pathLst>
                                  </a:custGeom>
                                  <a:noFill/>
                                  <a:ln cap="flat" cmpd="sng" w="9525">
                                    <a:solidFill>
                                      <a:srgbClr val="A5B7C5"/>
                                    </a:solidFill>
                                    <a:prstDash val="solid"/>
                                    <a:miter lim="12096"/>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105" name="Google Shape;8105;p36"/>
                                  <p:cNvSpPr/>
                                  <p:nvPr/>
                                </p:nvSpPr>
                                <p:spPr>
                                  <a:xfrm>
                                    <a:off x="4846040" y="3833867"/>
                                    <a:ext cx="11231" cy="132156"/>
                                  </a:xfrm>
                                  <a:custGeom>
                                    <a:rect b="b" l="l" r="r" t="t"/>
                                    <a:pathLst>
                                      <a:path extrusionOk="0" fill="none" h="16803" w="1428">
                                        <a:moveTo>
                                          <a:pt x="0" y="16803"/>
                                        </a:moveTo>
                                        <a:lnTo>
                                          <a:pt x="1428" y="1"/>
                                        </a:lnTo>
                                      </a:path>
                                    </a:pathLst>
                                  </a:custGeom>
                                  <a:noFill/>
                                  <a:ln cap="flat" cmpd="sng" w="9525">
                                    <a:solidFill>
                                      <a:srgbClr val="A5B7C5"/>
                                    </a:solidFill>
                                    <a:prstDash val="solid"/>
                                    <a:miter lim="12096"/>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106" name="Google Shape;8106;p36"/>
                                  <p:cNvSpPr/>
                                  <p:nvPr/>
                                </p:nvSpPr>
                                <p:spPr>
                                  <a:xfrm>
                                    <a:off x="4761554" y="3854796"/>
                                    <a:ext cx="26261" cy="164984"/>
                                  </a:xfrm>
                                  <a:custGeom>
                                    <a:rect b="b" l="l" r="r" t="t"/>
                                    <a:pathLst>
                                      <a:path extrusionOk="0" fill="none" h="20977" w="3339">
                                        <a:moveTo>
                                          <a:pt x="0" y="20977"/>
                                        </a:moveTo>
                                        <a:lnTo>
                                          <a:pt x="3339" y="1"/>
                                        </a:lnTo>
                                      </a:path>
                                    </a:pathLst>
                                  </a:custGeom>
                                  <a:noFill/>
                                  <a:ln cap="flat" cmpd="sng" w="9525">
                                    <a:solidFill>
                                      <a:srgbClr val="A5B7C5"/>
                                    </a:solidFill>
                                    <a:prstDash val="solid"/>
                                    <a:miter lim="12096"/>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107" name="Google Shape;8107;p36"/>
                                  <p:cNvSpPr/>
                                  <p:nvPr/>
                                </p:nvSpPr>
                                <p:spPr>
                                  <a:xfrm>
                                    <a:off x="4846991" y="3818263"/>
                                    <a:ext cx="74025" cy="146242"/>
                                  </a:xfrm>
                                  <a:custGeom>
                                    <a:rect b="b" l="l" r="r" t="t"/>
                                    <a:pathLst>
                                      <a:path extrusionOk="0" fill="none" h="18594" w="9412">
                                        <a:moveTo>
                                          <a:pt x="0" y="18593"/>
                                        </a:moveTo>
                                        <a:lnTo>
                                          <a:pt x="9411" y="1"/>
                                        </a:lnTo>
                                      </a:path>
                                    </a:pathLst>
                                  </a:custGeom>
                                  <a:noFill/>
                                  <a:ln cap="flat" cmpd="sng" w="9525">
                                    <a:solidFill>
                                      <a:srgbClr val="A5B7C5"/>
                                    </a:solidFill>
                                    <a:prstDash val="solid"/>
                                    <a:miter lim="12096"/>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108" name="Google Shape;8108;p36"/>
                                  <p:cNvSpPr/>
                                  <p:nvPr/>
                                </p:nvSpPr>
                                <p:spPr>
                                  <a:xfrm>
                                    <a:off x="4927191" y="3823305"/>
                                    <a:ext cx="22368" cy="129497"/>
                                  </a:xfrm>
                                  <a:custGeom>
                                    <a:rect b="b" l="l" r="r" t="t"/>
                                    <a:pathLst>
                                      <a:path extrusionOk="0" fill="none" h="16465" w="2844">
                                        <a:moveTo>
                                          <a:pt x="1" y="1"/>
                                        </a:moveTo>
                                        <a:lnTo>
                                          <a:pt x="2843" y="16464"/>
                                        </a:lnTo>
                                      </a:path>
                                    </a:pathLst>
                                  </a:custGeom>
                                  <a:noFill/>
                                  <a:ln cap="flat" cmpd="sng" w="9525">
                                    <a:solidFill>
                                      <a:srgbClr val="A5B7C5"/>
                                    </a:solidFill>
                                    <a:prstDash val="solid"/>
                                    <a:miter lim="12096"/>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nvGrpSpPr>
                                  <p:cNvPr id="8109" name="Google Shape;8109;p36"/>
                                  <p:cNvGrpSpPr/>
                                  <p:nvPr/>
                                </p:nvGrpSpPr>
                                <p:grpSpPr>
                                  <a:xfrm>
                                    <a:off x="4579164" y="3203653"/>
                                    <a:ext cx="1244833" cy="1020397"/>
                                    <a:chOff x="4579164" y="3203653"/>
                                    <a:chExt cx="1244833" cy="1020397"/>
                                  </a:xfrm>
                                </p:grpSpPr>
                                <p:sp>
                                  <p:nvSpPr>
                                    <p:cNvPr id="8110" name="Google Shape;8110;p36"/>
                                    <p:cNvSpPr/>
                                    <p:nvPr/>
                                  </p:nvSpPr>
                                  <p:spPr>
                                    <a:xfrm>
                                      <a:off x="4579164" y="3652241"/>
                                      <a:ext cx="422626" cy="571809"/>
                                    </a:xfrm>
                                    <a:custGeom>
                                      <a:rect b="b" l="l" r="r" t="t"/>
                                      <a:pathLst>
                                        <a:path extrusionOk="0" fill="none" h="72703" w="53735">
                                          <a:moveTo>
                                            <a:pt x="27593" y="71880"/>
                                          </a:moveTo>
                                          <a:lnTo>
                                            <a:pt x="23771" y="58694"/>
                                          </a:lnTo>
                                          <a:lnTo>
                                            <a:pt x="22936" y="46731"/>
                                          </a:lnTo>
                                          <a:lnTo>
                                            <a:pt x="19972" y="37380"/>
                                          </a:lnTo>
                                          <a:lnTo>
                                            <a:pt x="11674" y="32686"/>
                                          </a:lnTo>
                                          <a:lnTo>
                                            <a:pt x="1" y="27001"/>
                                          </a:lnTo>
                                          <a:lnTo>
                                            <a:pt x="1392" y="10610"/>
                                          </a:lnTo>
                                          <a:lnTo>
                                            <a:pt x="17517" y="1"/>
                                          </a:lnTo>
                                          <a:lnTo>
                                            <a:pt x="29747" y="5384"/>
                                          </a:lnTo>
                                          <a:lnTo>
                                            <a:pt x="43827" y="21291"/>
                                          </a:lnTo>
                                          <a:lnTo>
                                            <a:pt x="49343" y="27122"/>
                                          </a:lnTo>
                                          <a:lnTo>
                                            <a:pt x="53735" y="25815"/>
                                          </a:lnTo>
                                          <a:lnTo>
                                            <a:pt x="50347" y="35940"/>
                                          </a:lnTo>
                                          <a:lnTo>
                                            <a:pt x="47093" y="38214"/>
                                          </a:lnTo>
                                          <a:lnTo>
                                            <a:pt x="44069" y="44275"/>
                                          </a:lnTo>
                                          <a:lnTo>
                                            <a:pt x="45073" y="51944"/>
                                          </a:lnTo>
                                          <a:lnTo>
                                            <a:pt x="42170" y="55694"/>
                                          </a:lnTo>
                                          <a:lnTo>
                                            <a:pt x="38227" y="66025"/>
                                          </a:lnTo>
                                          <a:lnTo>
                                            <a:pt x="27593" y="72702"/>
                                          </a:lnTo>
                                        </a:path>
                                      </a:pathLst>
                                    </a:custGeom>
                                    <a:noFill/>
                                    <a:ln cap="flat" cmpd="sng" w="9525">
                                      <a:solidFill>
                                        <a:srgbClr val="A5B7C5"/>
                                      </a:solidFill>
                                      <a:prstDash val="solid"/>
                                      <a:miter lim="12096"/>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111" name="Google Shape;8111;p36"/>
                                    <p:cNvSpPr/>
                                    <p:nvPr/>
                                  </p:nvSpPr>
                                  <p:spPr>
                                    <a:xfrm>
                                      <a:off x="4617986" y="3203653"/>
                                      <a:ext cx="1206011" cy="684357"/>
                                    </a:xfrm>
                                    <a:custGeom>
                                      <a:rect b="b" l="l" r="r" t="t"/>
                                      <a:pathLst>
                                        <a:path extrusionOk="0" fill="none" h="87013" w="153339">
                                          <a:moveTo>
                                            <a:pt x="24811" y="62214"/>
                                          </a:moveTo>
                                          <a:lnTo>
                                            <a:pt x="34452" y="66980"/>
                                          </a:lnTo>
                                          <a:lnTo>
                                            <a:pt x="37549" y="69920"/>
                                          </a:lnTo>
                                          <a:lnTo>
                                            <a:pt x="41274" y="77698"/>
                                          </a:lnTo>
                                          <a:lnTo>
                                            <a:pt x="46270" y="79222"/>
                                          </a:lnTo>
                                          <a:lnTo>
                                            <a:pt x="55899" y="72775"/>
                                          </a:lnTo>
                                          <a:lnTo>
                                            <a:pt x="52645" y="69085"/>
                                          </a:lnTo>
                                          <a:lnTo>
                                            <a:pt x="48291" y="70234"/>
                                          </a:lnTo>
                                          <a:lnTo>
                                            <a:pt x="46585" y="64634"/>
                                          </a:lnTo>
                                          <a:lnTo>
                                            <a:pt x="48774" y="66097"/>
                                          </a:lnTo>
                                          <a:lnTo>
                                            <a:pt x="59698" y="70234"/>
                                          </a:lnTo>
                                          <a:lnTo>
                                            <a:pt x="65988" y="72279"/>
                                          </a:lnTo>
                                          <a:lnTo>
                                            <a:pt x="66315" y="75944"/>
                                          </a:lnTo>
                                          <a:lnTo>
                                            <a:pt x="70960" y="87013"/>
                                          </a:lnTo>
                                          <a:lnTo>
                                            <a:pt x="76573" y="75944"/>
                                          </a:lnTo>
                                          <a:lnTo>
                                            <a:pt x="80831" y="72932"/>
                                          </a:lnTo>
                                          <a:lnTo>
                                            <a:pt x="86069" y="78146"/>
                                          </a:lnTo>
                                          <a:lnTo>
                                            <a:pt x="88355" y="83928"/>
                                          </a:lnTo>
                                          <a:lnTo>
                                            <a:pt x="94633" y="84037"/>
                                          </a:lnTo>
                                          <a:lnTo>
                                            <a:pt x="94270" y="74299"/>
                                          </a:lnTo>
                                          <a:lnTo>
                                            <a:pt x="100936" y="72690"/>
                                          </a:lnTo>
                                          <a:lnTo>
                                            <a:pt x="106682" y="64307"/>
                                          </a:lnTo>
                                          <a:lnTo>
                                            <a:pt x="106319" y="56553"/>
                                          </a:lnTo>
                                          <a:lnTo>
                                            <a:pt x="103416" y="54690"/>
                                          </a:lnTo>
                                          <a:lnTo>
                                            <a:pt x="106827" y="53105"/>
                                          </a:lnTo>
                                          <a:lnTo>
                                            <a:pt x="120194" y="45339"/>
                                          </a:lnTo>
                                          <a:lnTo>
                                            <a:pt x="122528" y="36859"/>
                                          </a:lnTo>
                                          <a:lnTo>
                                            <a:pt x="118851" y="35493"/>
                                          </a:lnTo>
                                          <a:lnTo>
                                            <a:pt x="125093" y="28464"/>
                                          </a:lnTo>
                                          <a:lnTo>
                                            <a:pt x="148536" y="25972"/>
                                          </a:lnTo>
                                          <a:lnTo>
                                            <a:pt x="153339" y="12255"/>
                                          </a:lnTo>
                                          <a:lnTo>
                                            <a:pt x="125468" y="6255"/>
                                          </a:lnTo>
                                          <a:lnTo>
                                            <a:pt x="101758" y="5432"/>
                                          </a:lnTo>
                                          <a:lnTo>
                                            <a:pt x="85016" y="1"/>
                                          </a:lnTo>
                                          <a:lnTo>
                                            <a:pt x="60532" y="12255"/>
                                          </a:lnTo>
                                          <a:lnTo>
                                            <a:pt x="39714" y="20214"/>
                                          </a:lnTo>
                                          <a:lnTo>
                                            <a:pt x="35444" y="13089"/>
                                          </a:lnTo>
                                          <a:lnTo>
                                            <a:pt x="22186" y="13464"/>
                                          </a:lnTo>
                                          <a:lnTo>
                                            <a:pt x="15291" y="21351"/>
                                          </a:lnTo>
                                          <a:lnTo>
                                            <a:pt x="11831" y="27484"/>
                                          </a:lnTo>
                                          <a:lnTo>
                                            <a:pt x="21581" y="26614"/>
                                          </a:lnTo>
                                          <a:lnTo>
                                            <a:pt x="24532" y="19561"/>
                                          </a:lnTo>
                                          <a:lnTo>
                                            <a:pt x="29480" y="22694"/>
                                          </a:lnTo>
                                          <a:lnTo>
                                            <a:pt x="24811" y="32964"/>
                                          </a:lnTo>
                                          <a:lnTo>
                                            <a:pt x="20262" y="35541"/>
                                          </a:lnTo>
                                          <a:lnTo>
                                            <a:pt x="15569" y="31368"/>
                                          </a:lnTo>
                                          <a:lnTo>
                                            <a:pt x="15061" y="35650"/>
                                          </a:lnTo>
                                          <a:lnTo>
                                            <a:pt x="11057" y="37924"/>
                                          </a:lnTo>
                                          <a:lnTo>
                                            <a:pt x="6024" y="43089"/>
                                          </a:lnTo>
                                          <a:lnTo>
                                            <a:pt x="6387" y="49210"/>
                                          </a:lnTo>
                                          <a:lnTo>
                                            <a:pt x="992" y="49210"/>
                                          </a:lnTo>
                                          <a:lnTo>
                                            <a:pt x="0" y="52198"/>
                                          </a:lnTo>
                                          <a:lnTo>
                                            <a:pt x="835" y="57037"/>
                                          </a:lnTo>
                                          <a:lnTo>
                                            <a:pt x="6726" y="55198"/>
                                          </a:lnTo>
                                          <a:lnTo>
                                            <a:pt x="10924" y="50069"/>
                                          </a:lnTo>
                                          <a:lnTo>
                                            <a:pt x="16367" y="50686"/>
                                          </a:lnTo>
                                          <a:lnTo>
                                            <a:pt x="18049" y="46670"/>
                                          </a:lnTo>
                                          <a:lnTo>
                                            <a:pt x="23093" y="54363"/>
                                          </a:lnTo>
                                          <a:lnTo>
                                            <a:pt x="26528" y="56105"/>
                                          </a:lnTo>
                                          <a:lnTo>
                                            <a:pt x="26734" y="52210"/>
                                          </a:lnTo>
                                          <a:lnTo>
                                            <a:pt x="33835" y="47069"/>
                                          </a:lnTo>
                                          <a:lnTo>
                                            <a:pt x="38069" y="49488"/>
                                          </a:lnTo>
                                          <a:lnTo>
                                            <a:pt x="36278" y="53045"/>
                                          </a:lnTo>
                                          <a:lnTo>
                                            <a:pt x="28343" y="55392"/>
                                          </a:lnTo>
                                          <a:cubicBezTo>
                                            <a:pt x="28343" y="55392"/>
                                            <a:pt x="31041" y="58888"/>
                                            <a:pt x="31319" y="58984"/>
                                          </a:cubicBezTo>
                                          <a:cubicBezTo>
                                            <a:pt x="31597" y="59069"/>
                                            <a:pt x="36278" y="58150"/>
                                            <a:pt x="36278" y="58150"/>
                                          </a:cubicBezTo>
                                          <a:lnTo>
                                            <a:pt x="35456" y="61948"/>
                                          </a:lnTo>
                                          <a:lnTo>
                                            <a:pt x="30920" y="63255"/>
                                          </a:lnTo>
                                          <a:lnTo>
                                            <a:pt x="24823" y="62142"/>
                                          </a:lnTo>
                                        </a:path>
                                      </a:pathLst>
                                    </a:custGeom>
                                    <a:noFill/>
                                    <a:ln cap="flat" cmpd="sng" w="9525">
                                      <a:solidFill>
                                        <a:srgbClr val="A5B7C5"/>
                                      </a:solidFill>
                                      <a:prstDash val="solid"/>
                                      <a:miter lim="12096"/>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112" name="Google Shape;8112;p36"/>
                                    <p:cNvSpPr/>
                                    <p:nvPr/>
                                  </p:nvSpPr>
                                  <p:spPr>
                                    <a:xfrm>
                                      <a:off x="4906356" y="3466721"/>
                                      <a:ext cx="194289" cy="358880"/>
                                    </a:xfrm>
                                    <a:custGeom>
                                      <a:rect b="b" l="l" r="r" t="t"/>
                                      <a:pathLst>
                                        <a:path extrusionOk="0" fill="none" h="45630" w="24703">
                                          <a:moveTo>
                                            <a:pt x="8396" y="39968"/>
                                          </a:moveTo>
                                          <a:lnTo>
                                            <a:pt x="9835" y="45629"/>
                                          </a:lnTo>
                                          <a:lnTo>
                                            <a:pt x="11626" y="36786"/>
                                          </a:lnTo>
                                          <a:lnTo>
                                            <a:pt x="5492" y="30218"/>
                                          </a:lnTo>
                                          <a:lnTo>
                                            <a:pt x="1" y="25016"/>
                                          </a:lnTo>
                                          <a:lnTo>
                                            <a:pt x="1392" y="16040"/>
                                          </a:lnTo>
                                          <a:lnTo>
                                            <a:pt x="24702" y="15206"/>
                                          </a:lnTo>
                                          <a:lnTo>
                                            <a:pt x="6472" y="0"/>
                                          </a:lnTo>
                                        </a:path>
                                      </a:pathLst>
                                    </a:custGeom>
                                    <a:noFill/>
                                    <a:ln cap="flat" cmpd="sng" w="9525">
                                      <a:solidFill>
                                        <a:srgbClr val="A5B7C5"/>
                                      </a:solidFill>
                                      <a:prstDash val="solid"/>
                                      <a:miter lim="12096"/>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113" name="Google Shape;8113;p36"/>
                                    <p:cNvSpPr/>
                                    <p:nvPr/>
                                  </p:nvSpPr>
                                  <p:spPr>
                                    <a:xfrm>
                                      <a:off x="4972383" y="3756043"/>
                                      <a:ext cx="25412" cy="25026"/>
                                    </a:xfrm>
                                    <a:custGeom>
                                      <a:rect b="b" l="l" r="r" t="t"/>
                                      <a:pathLst>
                                        <a:path extrusionOk="0" fill="none" h="3182" w="3231">
                                          <a:moveTo>
                                            <a:pt x="1" y="3182"/>
                                          </a:moveTo>
                                          <a:lnTo>
                                            <a:pt x="3231" y="0"/>
                                          </a:lnTo>
                                        </a:path>
                                      </a:pathLst>
                                    </a:custGeom>
                                    <a:noFill/>
                                    <a:ln cap="flat" cmpd="sng" w="9525">
                                      <a:solidFill>
                                        <a:srgbClr val="A5B7C5"/>
                                      </a:solidFill>
                                      <a:prstDash val="solid"/>
                                      <a:miter lim="12096"/>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grpSp>
                        </p:grpSp>
                        <p:sp>
                          <p:nvSpPr>
                            <p:cNvPr id="8114" name="Google Shape;8114;p36"/>
                            <p:cNvSpPr/>
                            <p:nvPr/>
                          </p:nvSpPr>
                          <p:spPr>
                            <a:xfrm>
                              <a:off x="4890375" y="3688019"/>
                              <a:ext cx="5144" cy="43769"/>
                            </a:xfrm>
                            <a:custGeom>
                              <a:rect b="b" l="l" r="r" t="t"/>
                              <a:pathLst>
                                <a:path extrusionOk="0" fill="none" h="5565" w="654">
                                  <a:moveTo>
                                    <a:pt x="653" y="0"/>
                                  </a:moveTo>
                                  <a:lnTo>
                                    <a:pt x="0" y="5565"/>
                                  </a:lnTo>
                                </a:path>
                              </a:pathLst>
                            </a:custGeom>
                            <a:noFill/>
                            <a:ln cap="flat" cmpd="sng" w="9525">
                              <a:solidFill>
                                <a:srgbClr val="A5B7C5"/>
                              </a:solidFill>
                              <a:prstDash val="solid"/>
                              <a:miter lim="12096"/>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115" name="Google Shape;8115;p36"/>
                            <p:cNvSpPr/>
                            <p:nvPr/>
                          </p:nvSpPr>
                          <p:spPr>
                            <a:xfrm>
                              <a:off x="4899317" y="3688019"/>
                              <a:ext cx="54048" cy="20174"/>
                            </a:xfrm>
                            <a:custGeom>
                              <a:rect b="b" l="l" r="r" t="t"/>
                              <a:pathLst>
                                <a:path extrusionOk="0" fill="none" h="2565" w="6872">
                                  <a:moveTo>
                                    <a:pt x="0" y="0"/>
                                  </a:moveTo>
                                  <a:lnTo>
                                    <a:pt x="6871" y="2565"/>
                                  </a:lnTo>
                                </a:path>
                              </a:pathLst>
                            </a:custGeom>
                            <a:noFill/>
                            <a:ln cap="flat" cmpd="sng" w="9525">
                              <a:solidFill>
                                <a:srgbClr val="A5B7C5"/>
                              </a:solidFill>
                              <a:prstDash val="solid"/>
                              <a:miter lim="12096"/>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116" name="Google Shape;8116;p36"/>
                            <p:cNvSpPr/>
                            <p:nvPr/>
                          </p:nvSpPr>
                          <p:spPr>
                            <a:xfrm>
                              <a:off x="4862690" y="3700571"/>
                              <a:ext cx="27693" cy="31216"/>
                            </a:xfrm>
                            <a:custGeom>
                              <a:rect b="b" l="l" r="r" t="t"/>
                              <a:pathLst>
                                <a:path extrusionOk="0" fill="none" h="3969" w="3521">
                                  <a:moveTo>
                                    <a:pt x="0" y="1"/>
                                  </a:moveTo>
                                  <a:lnTo>
                                    <a:pt x="3520" y="3969"/>
                                  </a:lnTo>
                                </a:path>
                              </a:pathLst>
                            </a:custGeom>
                            <a:noFill/>
                            <a:ln cap="flat" cmpd="sng" w="9525">
                              <a:solidFill>
                                <a:srgbClr val="A5B7C5"/>
                              </a:solidFill>
                              <a:prstDash val="solid"/>
                              <a:miter lim="12096"/>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sp>
                      <p:nvSpPr>
                        <p:cNvPr id="8117" name="Google Shape;8117;p36"/>
                        <p:cNvSpPr/>
                        <p:nvPr/>
                      </p:nvSpPr>
                      <p:spPr>
                        <a:xfrm>
                          <a:off x="4953924" y="3297081"/>
                          <a:ext cx="146053" cy="168122"/>
                        </a:xfrm>
                        <a:custGeom>
                          <a:rect b="b" l="l" r="r" t="t"/>
                          <a:pathLst>
                            <a:path extrusionOk="0" fill="none" h="21376" w="18570">
                              <a:moveTo>
                                <a:pt x="1" y="21376"/>
                              </a:moveTo>
                              <a:lnTo>
                                <a:pt x="18569" y="1"/>
                              </a:lnTo>
                            </a:path>
                          </a:pathLst>
                        </a:custGeom>
                        <a:noFill/>
                        <a:ln cap="flat" cmpd="sng" w="9525">
                          <a:solidFill>
                            <a:srgbClr val="A5B7C5"/>
                          </a:solidFill>
                          <a:prstDash val="solid"/>
                          <a:miter lim="12096"/>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grpSp>
            </p:grpSp>
          </p:grpSp>
          <p:grpSp>
            <p:nvGrpSpPr>
              <p:cNvPr id="8118" name="Google Shape;8118;p36"/>
              <p:cNvGrpSpPr/>
              <p:nvPr/>
            </p:nvGrpSpPr>
            <p:grpSpPr>
              <a:xfrm>
                <a:off x="4595437" y="3598775"/>
                <a:ext cx="37776" cy="32451"/>
                <a:chOff x="4595437" y="3598775"/>
                <a:chExt cx="37776" cy="32451"/>
              </a:xfrm>
            </p:grpSpPr>
            <p:sp>
              <p:nvSpPr>
                <p:cNvPr id="8119" name="Google Shape;8119;p36"/>
                <p:cNvSpPr/>
                <p:nvPr/>
              </p:nvSpPr>
              <p:spPr>
                <a:xfrm>
                  <a:off x="4595437" y="3598775"/>
                  <a:ext cx="37776" cy="32451"/>
                </a:xfrm>
                <a:custGeom>
                  <a:rect b="b" l="l" r="r" t="t"/>
                  <a:pathLst>
                    <a:path extrusionOk="0" h="4126" w="4803">
                      <a:moveTo>
                        <a:pt x="2730" y="0"/>
                      </a:moveTo>
                      <a:cubicBezTo>
                        <a:pt x="2226" y="0"/>
                        <a:pt x="1712" y="187"/>
                        <a:pt x="1295" y="605"/>
                      </a:cubicBezTo>
                      <a:cubicBezTo>
                        <a:pt x="0" y="1900"/>
                        <a:pt x="920" y="4125"/>
                        <a:pt x="2758" y="4125"/>
                      </a:cubicBezTo>
                      <a:cubicBezTo>
                        <a:pt x="3883" y="4113"/>
                        <a:pt x="4803" y="3194"/>
                        <a:pt x="4803" y="2069"/>
                      </a:cubicBezTo>
                      <a:cubicBezTo>
                        <a:pt x="4803" y="824"/>
                        <a:pt x="3788" y="0"/>
                        <a:pt x="2730" y="0"/>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120" name="Google Shape;8120;p36"/>
                <p:cNvSpPr/>
                <p:nvPr/>
              </p:nvSpPr>
              <p:spPr>
                <a:xfrm>
                  <a:off x="4610561" y="3608480"/>
                  <a:ext cx="13040" cy="13040"/>
                </a:xfrm>
                <a:custGeom>
                  <a:rect b="b" l="l" r="r" t="t"/>
                  <a:pathLst>
                    <a:path extrusionOk="0" h="1658" w="1658">
                      <a:moveTo>
                        <a:pt x="835" y="0"/>
                      </a:moveTo>
                      <a:cubicBezTo>
                        <a:pt x="376" y="0"/>
                        <a:pt x="1" y="375"/>
                        <a:pt x="1" y="835"/>
                      </a:cubicBezTo>
                      <a:cubicBezTo>
                        <a:pt x="1" y="1283"/>
                        <a:pt x="376" y="1658"/>
                        <a:pt x="835" y="1658"/>
                      </a:cubicBezTo>
                      <a:cubicBezTo>
                        <a:pt x="1283" y="1658"/>
                        <a:pt x="1658" y="1283"/>
                        <a:pt x="1658" y="835"/>
                      </a:cubicBezTo>
                      <a:cubicBezTo>
                        <a:pt x="1658" y="375"/>
                        <a:pt x="1283" y="0"/>
                        <a:pt x="835" y="0"/>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8121" name="Google Shape;8121;p36"/>
              <p:cNvGrpSpPr/>
              <p:nvPr/>
            </p:nvGrpSpPr>
            <p:grpSpPr>
              <a:xfrm>
                <a:off x="4641864" y="3524443"/>
                <a:ext cx="37776" cy="32380"/>
                <a:chOff x="4641864" y="3524443"/>
                <a:chExt cx="37776" cy="32380"/>
              </a:xfrm>
            </p:grpSpPr>
            <p:sp>
              <p:nvSpPr>
                <p:cNvPr id="8122" name="Google Shape;8122;p36"/>
                <p:cNvSpPr/>
                <p:nvPr/>
              </p:nvSpPr>
              <p:spPr>
                <a:xfrm>
                  <a:off x="4641864" y="3524443"/>
                  <a:ext cx="37776" cy="32380"/>
                </a:xfrm>
                <a:custGeom>
                  <a:rect b="b" l="l" r="r" t="t"/>
                  <a:pathLst>
                    <a:path extrusionOk="0" h="4117" w="4803">
                      <a:moveTo>
                        <a:pt x="2737" y="1"/>
                      </a:moveTo>
                      <a:cubicBezTo>
                        <a:pt x="2231" y="1"/>
                        <a:pt x="1715" y="189"/>
                        <a:pt x="1295" y="609"/>
                      </a:cubicBezTo>
                      <a:cubicBezTo>
                        <a:pt x="0" y="1903"/>
                        <a:pt x="908" y="4117"/>
                        <a:pt x="2746" y="4117"/>
                      </a:cubicBezTo>
                      <a:cubicBezTo>
                        <a:pt x="3884" y="4117"/>
                        <a:pt x="4803" y="3197"/>
                        <a:pt x="4803" y="2060"/>
                      </a:cubicBezTo>
                      <a:cubicBezTo>
                        <a:pt x="4803" y="818"/>
                        <a:pt x="3792" y="1"/>
                        <a:pt x="2737" y="1"/>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123" name="Google Shape;8123;p36"/>
                <p:cNvSpPr/>
                <p:nvPr/>
              </p:nvSpPr>
              <p:spPr>
                <a:xfrm>
                  <a:off x="4656988" y="3534077"/>
                  <a:ext cx="13048" cy="13040"/>
                </a:xfrm>
                <a:custGeom>
                  <a:rect b="b" l="l" r="r" t="t"/>
                  <a:pathLst>
                    <a:path extrusionOk="0" h="1658" w="1659">
                      <a:moveTo>
                        <a:pt x="823" y="1"/>
                      </a:moveTo>
                      <a:cubicBezTo>
                        <a:pt x="376" y="1"/>
                        <a:pt x="1" y="376"/>
                        <a:pt x="1" y="835"/>
                      </a:cubicBezTo>
                      <a:cubicBezTo>
                        <a:pt x="1" y="1295"/>
                        <a:pt x="376" y="1658"/>
                        <a:pt x="823" y="1658"/>
                      </a:cubicBezTo>
                      <a:cubicBezTo>
                        <a:pt x="1283" y="1658"/>
                        <a:pt x="1658" y="1295"/>
                        <a:pt x="1658" y="835"/>
                      </a:cubicBezTo>
                      <a:cubicBezTo>
                        <a:pt x="1658" y="376"/>
                        <a:pt x="1283" y="1"/>
                        <a:pt x="823" y="1"/>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8124" name="Google Shape;8124;p36"/>
              <p:cNvGrpSpPr/>
              <p:nvPr/>
            </p:nvGrpSpPr>
            <p:grpSpPr>
              <a:xfrm>
                <a:off x="4648431" y="3893901"/>
                <a:ext cx="37776" cy="32357"/>
                <a:chOff x="4648431" y="3893901"/>
                <a:chExt cx="37776" cy="32357"/>
              </a:xfrm>
            </p:grpSpPr>
            <p:sp>
              <p:nvSpPr>
                <p:cNvPr id="8125" name="Google Shape;8125;p36"/>
                <p:cNvSpPr/>
                <p:nvPr/>
              </p:nvSpPr>
              <p:spPr>
                <a:xfrm>
                  <a:off x="4648431" y="3893901"/>
                  <a:ext cx="37776" cy="32357"/>
                </a:xfrm>
                <a:custGeom>
                  <a:rect b="b" l="l" r="r" t="t"/>
                  <a:pathLst>
                    <a:path extrusionOk="0" h="4114" w="4803">
                      <a:moveTo>
                        <a:pt x="2732" y="0"/>
                      </a:moveTo>
                      <a:cubicBezTo>
                        <a:pt x="2227" y="0"/>
                        <a:pt x="1713" y="187"/>
                        <a:pt x="1295" y="605"/>
                      </a:cubicBezTo>
                      <a:cubicBezTo>
                        <a:pt x="0" y="1900"/>
                        <a:pt x="920" y="4113"/>
                        <a:pt x="2746" y="4113"/>
                      </a:cubicBezTo>
                      <a:cubicBezTo>
                        <a:pt x="3883" y="4113"/>
                        <a:pt x="4803" y="3194"/>
                        <a:pt x="4803" y="2057"/>
                      </a:cubicBezTo>
                      <a:cubicBezTo>
                        <a:pt x="4803" y="821"/>
                        <a:pt x="3788" y="0"/>
                        <a:pt x="2732" y="0"/>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126" name="Google Shape;8126;p36"/>
                <p:cNvSpPr/>
                <p:nvPr/>
              </p:nvSpPr>
              <p:spPr>
                <a:xfrm>
                  <a:off x="4663556" y="3903606"/>
                  <a:ext cx="13040" cy="13040"/>
                </a:xfrm>
                <a:custGeom>
                  <a:rect b="b" l="l" r="r" t="t"/>
                  <a:pathLst>
                    <a:path extrusionOk="0" h="1658" w="1658">
                      <a:moveTo>
                        <a:pt x="823" y="0"/>
                      </a:moveTo>
                      <a:cubicBezTo>
                        <a:pt x="363" y="0"/>
                        <a:pt x="1" y="375"/>
                        <a:pt x="1" y="823"/>
                      </a:cubicBezTo>
                      <a:cubicBezTo>
                        <a:pt x="1" y="1283"/>
                        <a:pt x="363" y="1658"/>
                        <a:pt x="823" y="1658"/>
                      </a:cubicBezTo>
                      <a:cubicBezTo>
                        <a:pt x="1283" y="1658"/>
                        <a:pt x="1658" y="1283"/>
                        <a:pt x="1658" y="823"/>
                      </a:cubicBezTo>
                      <a:cubicBezTo>
                        <a:pt x="1658" y="375"/>
                        <a:pt x="1283" y="0"/>
                        <a:pt x="823" y="0"/>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8127" name="Google Shape;8127;p36"/>
              <p:cNvGrpSpPr/>
              <p:nvPr/>
            </p:nvGrpSpPr>
            <p:grpSpPr>
              <a:xfrm>
                <a:off x="4567752" y="3722908"/>
                <a:ext cx="37870" cy="32380"/>
                <a:chOff x="4567752" y="3722908"/>
                <a:chExt cx="37870" cy="32380"/>
              </a:xfrm>
            </p:grpSpPr>
            <p:sp>
              <p:nvSpPr>
                <p:cNvPr id="8128" name="Google Shape;8128;p36"/>
                <p:cNvSpPr/>
                <p:nvPr/>
              </p:nvSpPr>
              <p:spPr>
                <a:xfrm>
                  <a:off x="4567752" y="3722908"/>
                  <a:ext cx="37870" cy="32380"/>
                </a:xfrm>
                <a:custGeom>
                  <a:rect b="b" l="l" r="r" t="t"/>
                  <a:pathLst>
                    <a:path extrusionOk="0" h="4117" w="4815">
                      <a:moveTo>
                        <a:pt x="2749" y="1"/>
                      </a:moveTo>
                      <a:cubicBezTo>
                        <a:pt x="2243" y="1"/>
                        <a:pt x="1726" y="189"/>
                        <a:pt x="1307" y="609"/>
                      </a:cubicBezTo>
                      <a:cubicBezTo>
                        <a:pt x="0" y="1903"/>
                        <a:pt x="919" y="4117"/>
                        <a:pt x="2758" y="4117"/>
                      </a:cubicBezTo>
                      <a:cubicBezTo>
                        <a:pt x="3895" y="4117"/>
                        <a:pt x="4815" y="3197"/>
                        <a:pt x="4815" y="2060"/>
                      </a:cubicBezTo>
                      <a:cubicBezTo>
                        <a:pt x="4815" y="818"/>
                        <a:pt x="3804" y="1"/>
                        <a:pt x="2749" y="1"/>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129" name="Google Shape;8129;p36"/>
                <p:cNvSpPr/>
                <p:nvPr/>
              </p:nvSpPr>
              <p:spPr>
                <a:xfrm>
                  <a:off x="4580690" y="3732543"/>
                  <a:ext cx="15227" cy="13064"/>
                </a:xfrm>
                <a:custGeom>
                  <a:rect b="b" l="l" r="r" t="t"/>
                  <a:pathLst>
                    <a:path extrusionOk="0" h="1661" w="1936">
                      <a:moveTo>
                        <a:pt x="1113" y="0"/>
                      </a:moveTo>
                      <a:cubicBezTo>
                        <a:pt x="375" y="0"/>
                        <a:pt x="0" y="896"/>
                        <a:pt x="520" y="1416"/>
                      </a:cubicBezTo>
                      <a:cubicBezTo>
                        <a:pt x="689" y="1585"/>
                        <a:pt x="898" y="1661"/>
                        <a:pt x="1103" y="1661"/>
                      </a:cubicBezTo>
                      <a:cubicBezTo>
                        <a:pt x="1528" y="1661"/>
                        <a:pt x="1936" y="1333"/>
                        <a:pt x="1936" y="835"/>
                      </a:cubicBezTo>
                      <a:cubicBezTo>
                        <a:pt x="1936" y="375"/>
                        <a:pt x="1573" y="0"/>
                        <a:pt x="1113" y="0"/>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8130" name="Google Shape;8130;p36"/>
              <p:cNvGrpSpPr/>
              <p:nvPr/>
            </p:nvGrpSpPr>
            <p:grpSpPr>
              <a:xfrm>
                <a:off x="4617506" y="3652052"/>
                <a:ext cx="37783" cy="32357"/>
                <a:chOff x="4617506" y="3652052"/>
                <a:chExt cx="37783" cy="32357"/>
              </a:xfrm>
            </p:grpSpPr>
            <p:sp>
              <p:nvSpPr>
                <p:cNvPr id="8131" name="Google Shape;8131;p36"/>
                <p:cNvSpPr/>
                <p:nvPr/>
              </p:nvSpPr>
              <p:spPr>
                <a:xfrm>
                  <a:off x="4617506" y="3652052"/>
                  <a:ext cx="37783" cy="32357"/>
                </a:xfrm>
                <a:custGeom>
                  <a:rect b="b" l="l" r="r" t="t"/>
                  <a:pathLst>
                    <a:path extrusionOk="0" h="4114" w="4804">
                      <a:moveTo>
                        <a:pt x="2732" y="0"/>
                      </a:moveTo>
                      <a:cubicBezTo>
                        <a:pt x="2228" y="0"/>
                        <a:pt x="1713" y="187"/>
                        <a:pt x="1295" y="605"/>
                      </a:cubicBezTo>
                      <a:cubicBezTo>
                        <a:pt x="1" y="1900"/>
                        <a:pt x="920" y="4114"/>
                        <a:pt x="2747" y="4114"/>
                      </a:cubicBezTo>
                      <a:cubicBezTo>
                        <a:pt x="3884" y="4114"/>
                        <a:pt x="4803" y="3194"/>
                        <a:pt x="4803" y="2057"/>
                      </a:cubicBezTo>
                      <a:cubicBezTo>
                        <a:pt x="4803" y="821"/>
                        <a:pt x="3789" y="0"/>
                        <a:pt x="2732" y="0"/>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132" name="Google Shape;8132;p36"/>
                <p:cNvSpPr/>
                <p:nvPr/>
              </p:nvSpPr>
              <p:spPr>
                <a:xfrm>
                  <a:off x="4632638" y="3661758"/>
                  <a:ext cx="13040" cy="13040"/>
                </a:xfrm>
                <a:custGeom>
                  <a:rect b="b" l="l" r="r" t="t"/>
                  <a:pathLst>
                    <a:path extrusionOk="0" h="1658" w="1658">
                      <a:moveTo>
                        <a:pt x="823" y="1"/>
                      </a:moveTo>
                      <a:cubicBezTo>
                        <a:pt x="363" y="1"/>
                        <a:pt x="0" y="363"/>
                        <a:pt x="0" y="823"/>
                      </a:cubicBezTo>
                      <a:cubicBezTo>
                        <a:pt x="0" y="1283"/>
                        <a:pt x="363" y="1658"/>
                        <a:pt x="823" y="1658"/>
                      </a:cubicBezTo>
                      <a:cubicBezTo>
                        <a:pt x="1282" y="1658"/>
                        <a:pt x="1657" y="1283"/>
                        <a:pt x="1657" y="823"/>
                      </a:cubicBezTo>
                      <a:cubicBezTo>
                        <a:pt x="1657" y="363"/>
                        <a:pt x="1282" y="1"/>
                        <a:pt x="823" y="1"/>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8133" name="Google Shape;8133;p36"/>
              <p:cNvGrpSpPr/>
              <p:nvPr/>
            </p:nvGrpSpPr>
            <p:grpSpPr>
              <a:xfrm>
                <a:off x="4739005" y="3554149"/>
                <a:ext cx="37870" cy="32357"/>
                <a:chOff x="4739005" y="3554149"/>
                <a:chExt cx="37870" cy="32357"/>
              </a:xfrm>
            </p:grpSpPr>
            <p:sp>
              <p:nvSpPr>
                <p:cNvPr id="8134" name="Google Shape;8134;p36"/>
                <p:cNvSpPr/>
                <p:nvPr/>
              </p:nvSpPr>
              <p:spPr>
                <a:xfrm>
                  <a:off x="4739005" y="3554149"/>
                  <a:ext cx="37870" cy="32357"/>
                </a:xfrm>
                <a:custGeom>
                  <a:rect b="b" l="l" r="r" t="t"/>
                  <a:pathLst>
                    <a:path extrusionOk="0" h="4114" w="4815">
                      <a:moveTo>
                        <a:pt x="2744" y="1"/>
                      </a:moveTo>
                      <a:cubicBezTo>
                        <a:pt x="2239" y="1"/>
                        <a:pt x="1725" y="188"/>
                        <a:pt x="1307" y="606"/>
                      </a:cubicBezTo>
                      <a:cubicBezTo>
                        <a:pt x="0" y="1900"/>
                        <a:pt x="920" y="4114"/>
                        <a:pt x="2758" y="4114"/>
                      </a:cubicBezTo>
                      <a:cubicBezTo>
                        <a:pt x="3895" y="4114"/>
                        <a:pt x="4815" y="3195"/>
                        <a:pt x="4815" y="2058"/>
                      </a:cubicBezTo>
                      <a:cubicBezTo>
                        <a:pt x="4815" y="821"/>
                        <a:pt x="3801" y="1"/>
                        <a:pt x="2744" y="1"/>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135" name="Google Shape;8135;p36"/>
                <p:cNvSpPr/>
                <p:nvPr/>
              </p:nvSpPr>
              <p:spPr>
                <a:xfrm>
                  <a:off x="4751943" y="3563854"/>
                  <a:ext cx="15227" cy="13048"/>
                </a:xfrm>
                <a:custGeom>
                  <a:rect b="b" l="l" r="r" t="t"/>
                  <a:pathLst>
                    <a:path extrusionOk="0" h="1659" w="1936">
                      <a:moveTo>
                        <a:pt x="1113" y="1"/>
                      </a:moveTo>
                      <a:cubicBezTo>
                        <a:pt x="375" y="1"/>
                        <a:pt x="0" y="896"/>
                        <a:pt x="521" y="1416"/>
                      </a:cubicBezTo>
                      <a:cubicBezTo>
                        <a:pt x="692" y="1583"/>
                        <a:pt x="899" y="1658"/>
                        <a:pt x="1101" y="1658"/>
                      </a:cubicBezTo>
                      <a:cubicBezTo>
                        <a:pt x="1529" y="1658"/>
                        <a:pt x="1936" y="1324"/>
                        <a:pt x="1936" y="824"/>
                      </a:cubicBezTo>
                      <a:cubicBezTo>
                        <a:pt x="1936" y="364"/>
                        <a:pt x="1573" y="1"/>
                        <a:pt x="1113" y="1"/>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8136" name="Google Shape;8136;p36"/>
              <p:cNvGrpSpPr/>
              <p:nvPr/>
            </p:nvGrpSpPr>
            <p:grpSpPr>
              <a:xfrm>
                <a:off x="4806557" y="3630258"/>
                <a:ext cx="37776" cy="32364"/>
                <a:chOff x="4806557" y="3630258"/>
                <a:chExt cx="37776" cy="32364"/>
              </a:xfrm>
            </p:grpSpPr>
            <p:sp>
              <p:nvSpPr>
                <p:cNvPr id="8137" name="Google Shape;8137;p36"/>
                <p:cNvSpPr/>
                <p:nvPr/>
              </p:nvSpPr>
              <p:spPr>
                <a:xfrm>
                  <a:off x="4806557" y="3630258"/>
                  <a:ext cx="37776" cy="32364"/>
                </a:xfrm>
                <a:custGeom>
                  <a:rect b="b" l="l" r="r" t="t"/>
                  <a:pathLst>
                    <a:path extrusionOk="0" h="4115" w="4803">
                      <a:moveTo>
                        <a:pt x="2732" y="1"/>
                      </a:moveTo>
                      <a:cubicBezTo>
                        <a:pt x="2227" y="1"/>
                        <a:pt x="1713" y="188"/>
                        <a:pt x="1294" y="606"/>
                      </a:cubicBezTo>
                      <a:cubicBezTo>
                        <a:pt x="0" y="1901"/>
                        <a:pt x="907" y="4114"/>
                        <a:pt x="2746" y="4114"/>
                      </a:cubicBezTo>
                      <a:cubicBezTo>
                        <a:pt x="3883" y="4114"/>
                        <a:pt x="4802" y="3195"/>
                        <a:pt x="4802" y="2058"/>
                      </a:cubicBezTo>
                      <a:cubicBezTo>
                        <a:pt x="4802" y="822"/>
                        <a:pt x="3788" y="1"/>
                        <a:pt x="2732" y="1"/>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138" name="Google Shape;8138;p36"/>
                <p:cNvSpPr/>
                <p:nvPr/>
              </p:nvSpPr>
              <p:spPr>
                <a:xfrm>
                  <a:off x="4819495" y="3639972"/>
                  <a:ext cx="15227" cy="13040"/>
                </a:xfrm>
                <a:custGeom>
                  <a:rect b="b" l="l" r="r" t="t"/>
                  <a:pathLst>
                    <a:path extrusionOk="0" h="1658" w="1936">
                      <a:moveTo>
                        <a:pt x="1113" y="0"/>
                      </a:moveTo>
                      <a:cubicBezTo>
                        <a:pt x="363" y="0"/>
                        <a:pt x="0" y="896"/>
                        <a:pt x="520" y="1416"/>
                      </a:cubicBezTo>
                      <a:cubicBezTo>
                        <a:pt x="687" y="1583"/>
                        <a:pt x="893" y="1657"/>
                        <a:pt x="1096" y="1657"/>
                      </a:cubicBezTo>
                      <a:cubicBezTo>
                        <a:pt x="1523" y="1657"/>
                        <a:pt x="1936" y="1324"/>
                        <a:pt x="1936" y="823"/>
                      </a:cubicBezTo>
                      <a:cubicBezTo>
                        <a:pt x="1936" y="363"/>
                        <a:pt x="1561" y="0"/>
                        <a:pt x="1113" y="0"/>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8139" name="Google Shape;8139;p36"/>
              <p:cNvGrpSpPr/>
              <p:nvPr/>
            </p:nvGrpSpPr>
            <p:grpSpPr>
              <a:xfrm>
                <a:off x="4737007" y="4004357"/>
                <a:ext cx="37870" cy="32357"/>
                <a:chOff x="4737007" y="4004357"/>
                <a:chExt cx="37870" cy="32357"/>
              </a:xfrm>
            </p:grpSpPr>
            <p:sp>
              <p:nvSpPr>
                <p:cNvPr id="8140" name="Google Shape;8140;p36"/>
                <p:cNvSpPr/>
                <p:nvPr/>
              </p:nvSpPr>
              <p:spPr>
                <a:xfrm>
                  <a:off x="4737007" y="4004357"/>
                  <a:ext cx="37870" cy="32357"/>
                </a:xfrm>
                <a:custGeom>
                  <a:rect b="b" l="l" r="r" t="t"/>
                  <a:pathLst>
                    <a:path extrusionOk="0" h="4114" w="4815">
                      <a:moveTo>
                        <a:pt x="2740" y="0"/>
                      </a:moveTo>
                      <a:cubicBezTo>
                        <a:pt x="2234" y="0"/>
                        <a:pt x="1717" y="187"/>
                        <a:pt x="1295" y="606"/>
                      </a:cubicBezTo>
                      <a:cubicBezTo>
                        <a:pt x="0" y="1900"/>
                        <a:pt x="920" y="4114"/>
                        <a:pt x="2758" y="4114"/>
                      </a:cubicBezTo>
                      <a:cubicBezTo>
                        <a:pt x="3895" y="4114"/>
                        <a:pt x="4803" y="3194"/>
                        <a:pt x="4815" y="2057"/>
                      </a:cubicBezTo>
                      <a:cubicBezTo>
                        <a:pt x="4815" y="821"/>
                        <a:pt x="3801" y="0"/>
                        <a:pt x="2740" y="0"/>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141" name="Google Shape;8141;p36"/>
                <p:cNvSpPr/>
                <p:nvPr/>
              </p:nvSpPr>
              <p:spPr>
                <a:xfrm>
                  <a:off x="4752131" y="4014062"/>
                  <a:ext cx="13040" cy="13048"/>
                </a:xfrm>
                <a:custGeom>
                  <a:rect b="b" l="l" r="r" t="t"/>
                  <a:pathLst>
                    <a:path extrusionOk="0" h="1659" w="1658">
                      <a:moveTo>
                        <a:pt x="835" y="1"/>
                      </a:moveTo>
                      <a:cubicBezTo>
                        <a:pt x="376" y="1"/>
                        <a:pt x="1" y="364"/>
                        <a:pt x="1" y="823"/>
                      </a:cubicBezTo>
                      <a:cubicBezTo>
                        <a:pt x="1" y="1283"/>
                        <a:pt x="376" y="1658"/>
                        <a:pt x="835" y="1658"/>
                      </a:cubicBezTo>
                      <a:cubicBezTo>
                        <a:pt x="1295" y="1658"/>
                        <a:pt x="1658" y="1283"/>
                        <a:pt x="1658" y="823"/>
                      </a:cubicBezTo>
                      <a:cubicBezTo>
                        <a:pt x="1658" y="364"/>
                        <a:pt x="1295" y="1"/>
                        <a:pt x="835" y="1"/>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8142" name="Google Shape;8142;p36"/>
              <p:cNvGrpSpPr/>
              <p:nvPr/>
            </p:nvGrpSpPr>
            <p:grpSpPr>
              <a:xfrm>
                <a:off x="4773634" y="4208627"/>
                <a:ext cx="37776" cy="32357"/>
                <a:chOff x="4773634" y="4208627"/>
                <a:chExt cx="37776" cy="32357"/>
              </a:xfrm>
            </p:grpSpPr>
            <p:sp>
              <p:nvSpPr>
                <p:cNvPr id="8143" name="Google Shape;8143;p36"/>
                <p:cNvSpPr/>
                <p:nvPr/>
              </p:nvSpPr>
              <p:spPr>
                <a:xfrm>
                  <a:off x="4773634" y="4208627"/>
                  <a:ext cx="37776" cy="32357"/>
                </a:xfrm>
                <a:custGeom>
                  <a:rect b="b" l="l" r="r" t="t"/>
                  <a:pathLst>
                    <a:path extrusionOk="0" h="4114" w="4803">
                      <a:moveTo>
                        <a:pt x="2732" y="0"/>
                      </a:moveTo>
                      <a:cubicBezTo>
                        <a:pt x="2227" y="0"/>
                        <a:pt x="1713" y="187"/>
                        <a:pt x="1295" y="605"/>
                      </a:cubicBezTo>
                      <a:cubicBezTo>
                        <a:pt x="1" y="1900"/>
                        <a:pt x="920" y="4114"/>
                        <a:pt x="2746" y="4114"/>
                      </a:cubicBezTo>
                      <a:cubicBezTo>
                        <a:pt x="3884" y="4114"/>
                        <a:pt x="4803" y="3194"/>
                        <a:pt x="4803" y="2057"/>
                      </a:cubicBezTo>
                      <a:cubicBezTo>
                        <a:pt x="4803" y="821"/>
                        <a:pt x="3789" y="0"/>
                        <a:pt x="2732" y="0"/>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144" name="Google Shape;8144;p36"/>
                <p:cNvSpPr/>
                <p:nvPr/>
              </p:nvSpPr>
              <p:spPr>
                <a:xfrm>
                  <a:off x="4788664" y="4218332"/>
                  <a:ext cx="13048" cy="13040"/>
                </a:xfrm>
                <a:custGeom>
                  <a:rect b="b" l="l" r="r" t="t"/>
                  <a:pathLst>
                    <a:path extrusionOk="0" h="1658" w="1659">
                      <a:moveTo>
                        <a:pt x="835" y="0"/>
                      </a:moveTo>
                      <a:cubicBezTo>
                        <a:pt x="376" y="0"/>
                        <a:pt x="1" y="363"/>
                        <a:pt x="1" y="823"/>
                      </a:cubicBezTo>
                      <a:cubicBezTo>
                        <a:pt x="1" y="1283"/>
                        <a:pt x="376" y="1658"/>
                        <a:pt x="835" y="1658"/>
                      </a:cubicBezTo>
                      <a:cubicBezTo>
                        <a:pt x="1295" y="1658"/>
                        <a:pt x="1658" y="1283"/>
                        <a:pt x="1658" y="823"/>
                      </a:cubicBezTo>
                      <a:cubicBezTo>
                        <a:pt x="1658" y="363"/>
                        <a:pt x="1295" y="0"/>
                        <a:pt x="835" y="0"/>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8145" name="Google Shape;8145;p36"/>
              <p:cNvGrpSpPr/>
              <p:nvPr/>
            </p:nvGrpSpPr>
            <p:grpSpPr>
              <a:xfrm>
                <a:off x="4888282" y="4074764"/>
                <a:ext cx="37776" cy="32451"/>
                <a:chOff x="4888282" y="4074764"/>
                <a:chExt cx="37776" cy="32451"/>
              </a:xfrm>
            </p:grpSpPr>
            <p:sp>
              <p:nvSpPr>
                <p:cNvPr id="8146" name="Google Shape;8146;p36"/>
                <p:cNvSpPr/>
                <p:nvPr/>
              </p:nvSpPr>
              <p:spPr>
                <a:xfrm>
                  <a:off x="4888282" y="4074764"/>
                  <a:ext cx="37776" cy="32451"/>
                </a:xfrm>
                <a:custGeom>
                  <a:rect b="b" l="l" r="r" t="t"/>
                  <a:pathLst>
                    <a:path extrusionOk="0" h="4126" w="4803">
                      <a:moveTo>
                        <a:pt x="2730" y="0"/>
                      </a:moveTo>
                      <a:cubicBezTo>
                        <a:pt x="2226" y="0"/>
                        <a:pt x="1712" y="187"/>
                        <a:pt x="1294" y="605"/>
                      </a:cubicBezTo>
                      <a:cubicBezTo>
                        <a:pt x="0" y="1912"/>
                        <a:pt x="919" y="4125"/>
                        <a:pt x="2746" y="4125"/>
                      </a:cubicBezTo>
                      <a:cubicBezTo>
                        <a:pt x="3883" y="4125"/>
                        <a:pt x="4803" y="3206"/>
                        <a:pt x="4803" y="2069"/>
                      </a:cubicBezTo>
                      <a:cubicBezTo>
                        <a:pt x="4803" y="824"/>
                        <a:pt x="3787" y="0"/>
                        <a:pt x="2730" y="0"/>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147" name="Google Shape;8147;p36"/>
                <p:cNvSpPr/>
                <p:nvPr/>
              </p:nvSpPr>
              <p:spPr>
                <a:xfrm>
                  <a:off x="4901220" y="4084470"/>
                  <a:ext cx="15227" cy="13064"/>
                </a:xfrm>
                <a:custGeom>
                  <a:rect b="b" l="l" r="r" t="t"/>
                  <a:pathLst>
                    <a:path extrusionOk="0" h="1661" w="1936">
                      <a:moveTo>
                        <a:pt x="1101" y="0"/>
                      </a:moveTo>
                      <a:cubicBezTo>
                        <a:pt x="363" y="0"/>
                        <a:pt x="0" y="896"/>
                        <a:pt x="520" y="1416"/>
                      </a:cubicBezTo>
                      <a:cubicBezTo>
                        <a:pt x="689" y="1585"/>
                        <a:pt x="898" y="1660"/>
                        <a:pt x="1103" y="1660"/>
                      </a:cubicBezTo>
                      <a:cubicBezTo>
                        <a:pt x="1528" y="1660"/>
                        <a:pt x="1936" y="1333"/>
                        <a:pt x="1936" y="835"/>
                      </a:cubicBezTo>
                      <a:cubicBezTo>
                        <a:pt x="1936" y="375"/>
                        <a:pt x="1561" y="0"/>
                        <a:pt x="1101" y="0"/>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8148" name="Google Shape;8148;p36"/>
              <p:cNvGrpSpPr/>
              <p:nvPr/>
            </p:nvGrpSpPr>
            <p:grpSpPr>
              <a:xfrm>
                <a:off x="4901315" y="3804271"/>
                <a:ext cx="37776" cy="32364"/>
                <a:chOff x="4901315" y="3804271"/>
                <a:chExt cx="37776" cy="32364"/>
              </a:xfrm>
            </p:grpSpPr>
            <p:sp>
              <p:nvSpPr>
                <p:cNvPr id="8149" name="Google Shape;8149;p36"/>
                <p:cNvSpPr/>
                <p:nvPr/>
              </p:nvSpPr>
              <p:spPr>
                <a:xfrm>
                  <a:off x="4901315" y="3804271"/>
                  <a:ext cx="37776" cy="32364"/>
                </a:xfrm>
                <a:custGeom>
                  <a:rect b="b" l="l" r="r" t="t"/>
                  <a:pathLst>
                    <a:path extrusionOk="0" h="4115" w="4803">
                      <a:moveTo>
                        <a:pt x="2732" y="1"/>
                      </a:moveTo>
                      <a:cubicBezTo>
                        <a:pt x="2227" y="1"/>
                        <a:pt x="1713" y="188"/>
                        <a:pt x="1295" y="606"/>
                      </a:cubicBezTo>
                      <a:cubicBezTo>
                        <a:pt x="0" y="1901"/>
                        <a:pt x="920" y="4114"/>
                        <a:pt x="2746" y="4114"/>
                      </a:cubicBezTo>
                      <a:cubicBezTo>
                        <a:pt x="3883" y="4114"/>
                        <a:pt x="4803" y="3195"/>
                        <a:pt x="4803" y="2058"/>
                      </a:cubicBezTo>
                      <a:cubicBezTo>
                        <a:pt x="4803" y="822"/>
                        <a:pt x="3789" y="1"/>
                        <a:pt x="2732" y="1"/>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150" name="Google Shape;8150;p36"/>
                <p:cNvSpPr/>
                <p:nvPr/>
              </p:nvSpPr>
              <p:spPr>
                <a:xfrm>
                  <a:off x="4914253" y="3813985"/>
                  <a:ext cx="15235" cy="13040"/>
                </a:xfrm>
                <a:custGeom>
                  <a:rect b="b" l="l" r="r" t="t"/>
                  <a:pathLst>
                    <a:path extrusionOk="0" h="1658" w="1937">
                      <a:moveTo>
                        <a:pt x="1101" y="0"/>
                      </a:moveTo>
                      <a:cubicBezTo>
                        <a:pt x="363" y="0"/>
                        <a:pt x="1" y="895"/>
                        <a:pt x="521" y="1416"/>
                      </a:cubicBezTo>
                      <a:cubicBezTo>
                        <a:pt x="688" y="1583"/>
                        <a:pt x="894" y="1657"/>
                        <a:pt x="1096" y="1657"/>
                      </a:cubicBezTo>
                      <a:cubicBezTo>
                        <a:pt x="1524" y="1657"/>
                        <a:pt x="1936" y="1324"/>
                        <a:pt x="1936" y="823"/>
                      </a:cubicBezTo>
                      <a:cubicBezTo>
                        <a:pt x="1936" y="363"/>
                        <a:pt x="1561" y="0"/>
                        <a:pt x="1101" y="0"/>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8151" name="Google Shape;8151;p36"/>
              <p:cNvGrpSpPr/>
              <p:nvPr/>
            </p:nvGrpSpPr>
            <p:grpSpPr>
              <a:xfrm>
                <a:off x="4866394" y="3715035"/>
                <a:ext cx="37846" cy="32357"/>
                <a:chOff x="4866394" y="3715035"/>
                <a:chExt cx="37846" cy="32357"/>
              </a:xfrm>
            </p:grpSpPr>
            <p:sp>
              <p:nvSpPr>
                <p:cNvPr id="8152" name="Google Shape;8152;p36"/>
                <p:cNvSpPr/>
                <p:nvPr/>
              </p:nvSpPr>
              <p:spPr>
                <a:xfrm>
                  <a:off x="4866394" y="3715035"/>
                  <a:ext cx="37846" cy="32357"/>
                </a:xfrm>
                <a:custGeom>
                  <a:rect b="b" l="l" r="r" t="t"/>
                  <a:pathLst>
                    <a:path extrusionOk="0" h="4114" w="4812">
                      <a:moveTo>
                        <a:pt x="2735" y="0"/>
                      </a:moveTo>
                      <a:cubicBezTo>
                        <a:pt x="2229" y="0"/>
                        <a:pt x="1714" y="187"/>
                        <a:pt x="1295" y="606"/>
                      </a:cubicBezTo>
                      <a:cubicBezTo>
                        <a:pt x="1" y="1900"/>
                        <a:pt x="920" y="4114"/>
                        <a:pt x="2747" y="4114"/>
                      </a:cubicBezTo>
                      <a:cubicBezTo>
                        <a:pt x="3884" y="4114"/>
                        <a:pt x="4803" y="3194"/>
                        <a:pt x="4803" y="2057"/>
                      </a:cubicBezTo>
                      <a:cubicBezTo>
                        <a:pt x="4811" y="821"/>
                        <a:pt x="3794" y="0"/>
                        <a:pt x="2735" y="0"/>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153" name="Google Shape;8153;p36"/>
                <p:cNvSpPr/>
                <p:nvPr/>
              </p:nvSpPr>
              <p:spPr>
                <a:xfrm>
                  <a:off x="4879340" y="3724646"/>
                  <a:ext cx="15227" cy="13103"/>
                </a:xfrm>
                <a:custGeom>
                  <a:rect b="b" l="l" r="r" t="t"/>
                  <a:pathLst>
                    <a:path extrusionOk="0" h="1666" w="1936">
                      <a:moveTo>
                        <a:pt x="1101" y="0"/>
                      </a:moveTo>
                      <a:cubicBezTo>
                        <a:pt x="363" y="0"/>
                        <a:pt x="0" y="896"/>
                        <a:pt x="520" y="1416"/>
                      </a:cubicBezTo>
                      <a:cubicBezTo>
                        <a:pt x="689" y="1589"/>
                        <a:pt x="898" y="1666"/>
                        <a:pt x="1103" y="1666"/>
                      </a:cubicBezTo>
                      <a:cubicBezTo>
                        <a:pt x="1528" y="1666"/>
                        <a:pt x="1936" y="1333"/>
                        <a:pt x="1936" y="835"/>
                      </a:cubicBezTo>
                      <a:cubicBezTo>
                        <a:pt x="1936" y="375"/>
                        <a:pt x="1561" y="0"/>
                        <a:pt x="1101" y="0"/>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8154" name="Google Shape;8154;p36"/>
              <p:cNvGrpSpPr/>
              <p:nvPr/>
            </p:nvGrpSpPr>
            <p:grpSpPr>
              <a:xfrm>
                <a:off x="4979233" y="3839798"/>
                <a:ext cx="37878" cy="32420"/>
                <a:chOff x="4979233" y="3839798"/>
                <a:chExt cx="37878" cy="32420"/>
              </a:xfrm>
            </p:grpSpPr>
            <p:sp>
              <p:nvSpPr>
                <p:cNvPr id="8155" name="Google Shape;8155;p36"/>
                <p:cNvSpPr/>
                <p:nvPr/>
              </p:nvSpPr>
              <p:spPr>
                <a:xfrm>
                  <a:off x="4979233" y="3839798"/>
                  <a:ext cx="37878" cy="32420"/>
                </a:xfrm>
                <a:custGeom>
                  <a:rect b="b" l="l" r="r" t="t"/>
                  <a:pathLst>
                    <a:path extrusionOk="0" h="4122" w="4816">
                      <a:moveTo>
                        <a:pt x="2738" y="0"/>
                      </a:moveTo>
                      <a:cubicBezTo>
                        <a:pt x="2231" y="0"/>
                        <a:pt x="1715" y="190"/>
                        <a:pt x="1295" y="613"/>
                      </a:cubicBezTo>
                      <a:cubicBezTo>
                        <a:pt x="1" y="1908"/>
                        <a:pt x="920" y="4122"/>
                        <a:pt x="2759" y="4122"/>
                      </a:cubicBezTo>
                      <a:cubicBezTo>
                        <a:pt x="3884" y="4122"/>
                        <a:pt x="4803" y="3202"/>
                        <a:pt x="4815" y="2065"/>
                      </a:cubicBezTo>
                      <a:cubicBezTo>
                        <a:pt x="4807" y="823"/>
                        <a:pt x="3794" y="0"/>
                        <a:pt x="2738" y="0"/>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156" name="Google Shape;8156;p36"/>
                <p:cNvSpPr/>
                <p:nvPr/>
              </p:nvSpPr>
              <p:spPr>
                <a:xfrm>
                  <a:off x="4994366" y="3849472"/>
                  <a:ext cx="13040" cy="13040"/>
                </a:xfrm>
                <a:custGeom>
                  <a:rect b="b" l="l" r="r" t="t"/>
                  <a:pathLst>
                    <a:path extrusionOk="0" h="1658" w="1658">
                      <a:moveTo>
                        <a:pt x="835" y="0"/>
                      </a:moveTo>
                      <a:cubicBezTo>
                        <a:pt x="375" y="0"/>
                        <a:pt x="0" y="375"/>
                        <a:pt x="0" y="835"/>
                      </a:cubicBezTo>
                      <a:cubicBezTo>
                        <a:pt x="0" y="1295"/>
                        <a:pt x="375" y="1658"/>
                        <a:pt x="835" y="1658"/>
                      </a:cubicBezTo>
                      <a:cubicBezTo>
                        <a:pt x="1282" y="1658"/>
                        <a:pt x="1657" y="1295"/>
                        <a:pt x="1657" y="835"/>
                      </a:cubicBezTo>
                      <a:cubicBezTo>
                        <a:pt x="1657" y="375"/>
                        <a:pt x="1282" y="0"/>
                        <a:pt x="835" y="0"/>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8157" name="Google Shape;8157;p36"/>
              <p:cNvGrpSpPr/>
              <p:nvPr/>
            </p:nvGrpSpPr>
            <p:grpSpPr>
              <a:xfrm>
                <a:off x="4790662" y="3679147"/>
                <a:ext cx="37783" cy="32380"/>
                <a:chOff x="4790662" y="3679147"/>
                <a:chExt cx="37783" cy="32380"/>
              </a:xfrm>
            </p:grpSpPr>
            <p:sp>
              <p:nvSpPr>
                <p:cNvPr id="8158" name="Google Shape;8158;p36"/>
                <p:cNvSpPr/>
                <p:nvPr/>
              </p:nvSpPr>
              <p:spPr>
                <a:xfrm>
                  <a:off x="4790662" y="3679147"/>
                  <a:ext cx="37783" cy="32380"/>
                </a:xfrm>
                <a:custGeom>
                  <a:rect b="b" l="l" r="r" t="t"/>
                  <a:pathLst>
                    <a:path extrusionOk="0" h="4117" w="4804">
                      <a:moveTo>
                        <a:pt x="2738" y="0"/>
                      </a:moveTo>
                      <a:cubicBezTo>
                        <a:pt x="2231" y="0"/>
                        <a:pt x="1715" y="188"/>
                        <a:pt x="1295" y="608"/>
                      </a:cubicBezTo>
                      <a:cubicBezTo>
                        <a:pt x="1" y="1902"/>
                        <a:pt x="908" y="4116"/>
                        <a:pt x="2747" y="4116"/>
                      </a:cubicBezTo>
                      <a:cubicBezTo>
                        <a:pt x="3884" y="4116"/>
                        <a:pt x="4803" y="3197"/>
                        <a:pt x="4803" y="2060"/>
                      </a:cubicBezTo>
                      <a:cubicBezTo>
                        <a:pt x="4803" y="817"/>
                        <a:pt x="3793" y="0"/>
                        <a:pt x="2738" y="0"/>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159" name="Google Shape;8159;p36"/>
                <p:cNvSpPr/>
                <p:nvPr/>
              </p:nvSpPr>
              <p:spPr>
                <a:xfrm>
                  <a:off x="4803506" y="3688774"/>
                  <a:ext cx="15235" cy="13072"/>
                </a:xfrm>
                <a:custGeom>
                  <a:rect b="b" l="l" r="r" t="t"/>
                  <a:pathLst>
                    <a:path extrusionOk="0" h="1662" w="1937">
                      <a:moveTo>
                        <a:pt x="1114" y="1"/>
                      </a:moveTo>
                      <a:cubicBezTo>
                        <a:pt x="376" y="1"/>
                        <a:pt x="1" y="896"/>
                        <a:pt x="521" y="1416"/>
                      </a:cubicBezTo>
                      <a:cubicBezTo>
                        <a:pt x="694" y="1585"/>
                        <a:pt x="904" y="1661"/>
                        <a:pt x="1109" y="1661"/>
                      </a:cubicBezTo>
                      <a:cubicBezTo>
                        <a:pt x="1534" y="1661"/>
                        <a:pt x="1936" y="1334"/>
                        <a:pt x="1936" y="836"/>
                      </a:cubicBezTo>
                      <a:cubicBezTo>
                        <a:pt x="1936" y="376"/>
                        <a:pt x="1573" y="1"/>
                        <a:pt x="1114" y="1"/>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8160" name="Google Shape;8160;p36"/>
              <p:cNvGrpSpPr/>
              <p:nvPr/>
            </p:nvGrpSpPr>
            <p:grpSpPr>
              <a:xfrm>
                <a:off x="4857263" y="3557861"/>
                <a:ext cx="37776" cy="32357"/>
                <a:chOff x="4857263" y="3557861"/>
                <a:chExt cx="37776" cy="32357"/>
              </a:xfrm>
            </p:grpSpPr>
            <p:sp>
              <p:nvSpPr>
                <p:cNvPr id="8161" name="Google Shape;8161;p36"/>
                <p:cNvSpPr/>
                <p:nvPr/>
              </p:nvSpPr>
              <p:spPr>
                <a:xfrm>
                  <a:off x="4857263" y="3557861"/>
                  <a:ext cx="37776" cy="32357"/>
                </a:xfrm>
                <a:custGeom>
                  <a:rect b="b" l="l" r="r" t="t"/>
                  <a:pathLst>
                    <a:path extrusionOk="0" h="4114" w="4803">
                      <a:moveTo>
                        <a:pt x="2732" y="0"/>
                      </a:moveTo>
                      <a:cubicBezTo>
                        <a:pt x="2228" y="0"/>
                        <a:pt x="1713" y="187"/>
                        <a:pt x="1295" y="606"/>
                      </a:cubicBezTo>
                      <a:cubicBezTo>
                        <a:pt x="1" y="1900"/>
                        <a:pt x="908" y="4114"/>
                        <a:pt x="2747" y="4114"/>
                      </a:cubicBezTo>
                      <a:cubicBezTo>
                        <a:pt x="3884" y="4114"/>
                        <a:pt x="4803" y="3194"/>
                        <a:pt x="4803" y="2057"/>
                      </a:cubicBezTo>
                      <a:cubicBezTo>
                        <a:pt x="4803" y="821"/>
                        <a:pt x="3789" y="0"/>
                        <a:pt x="2732" y="0"/>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162" name="Google Shape;8162;p36"/>
                <p:cNvSpPr/>
                <p:nvPr/>
              </p:nvSpPr>
              <p:spPr>
                <a:xfrm>
                  <a:off x="4870106" y="3567566"/>
                  <a:ext cx="15329" cy="13040"/>
                </a:xfrm>
                <a:custGeom>
                  <a:rect b="b" l="l" r="r" t="t"/>
                  <a:pathLst>
                    <a:path extrusionOk="0" h="1658" w="1949">
                      <a:moveTo>
                        <a:pt x="1114" y="1"/>
                      </a:moveTo>
                      <a:cubicBezTo>
                        <a:pt x="376" y="1"/>
                        <a:pt x="1" y="896"/>
                        <a:pt x="533" y="1416"/>
                      </a:cubicBezTo>
                      <a:cubicBezTo>
                        <a:pt x="700" y="1583"/>
                        <a:pt x="905" y="1658"/>
                        <a:pt x="1105" y="1658"/>
                      </a:cubicBezTo>
                      <a:cubicBezTo>
                        <a:pt x="1529" y="1658"/>
                        <a:pt x="1936" y="1324"/>
                        <a:pt x="1936" y="823"/>
                      </a:cubicBezTo>
                      <a:cubicBezTo>
                        <a:pt x="1948" y="364"/>
                        <a:pt x="1573" y="1"/>
                        <a:pt x="1114" y="1"/>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8163" name="Google Shape;8163;p36"/>
              <p:cNvGrpSpPr/>
              <p:nvPr/>
            </p:nvGrpSpPr>
            <p:grpSpPr>
              <a:xfrm>
                <a:off x="4883902" y="3648033"/>
                <a:ext cx="37783" cy="32380"/>
                <a:chOff x="4883902" y="3648033"/>
                <a:chExt cx="37783" cy="32380"/>
              </a:xfrm>
            </p:grpSpPr>
            <p:sp>
              <p:nvSpPr>
                <p:cNvPr id="8164" name="Google Shape;8164;p36"/>
                <p:cNvSpPr/>
                <p:nvPr/>
              </p:nvSpPr>
              <p:spPr>
                <a:xfrm>
                  <a:off x="4883902" y="3648033"/>
                  <a:ext cx="37783" cy="32380"/>
                </a:xfrm>
                <a:custGeom>
                  <a:rect b="b" l="l" r="r" t="t"/>
                  <a:pathLst>
                    <a:path extrusionOk="0" h="4117" w="4804">
                      <a:moveTo>
                        <a:pt x="2731" y="0"/>
                      </a:moveTo>
                      <a:cubicBezTo>
                        <a:pt x="2226" y="0"/>
                        <a:pt x="1711" y="188"/>
                        <a:pt x="1295" y="608"/>
                      </a:cubicBezTo>
                      <a:cubicBezTo>
                        <a:pt x="1" y="1903"/>
                        <a:pt x="920" y="4104"/>
                        <a:pt x="2747" y="4116"/>
                      </a:cubicBezTo>
                      <a:cubicBezTo>
                        <a:pt x="3884" y="4104"/>
                        <a:pt x="4803" y="3185"/>
                        <a:pt x="4803" y="2048"/>
                      </a:cubicBezTo>
                      <a:cubicBezTo>
                        <a:pt x="4795" y="814"/>
                        <a:pt x="3783" y="0"/>
                        <a:pt x="2731" y="0"/>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165" name="Google Shape;8165;p36"/>
                <p:cNvSpPr/>
                <p:nvPr/>
              </p:nvSpPr>
              <p:spPr>
                <a:xfrm>
                  <a:off x="4896745" y="3657668"/>
                  <a:ext cx="15329" cy="13009"/>
                </a:xfrm>
                <a:custGeom>
                  <a:rect b="b" l="l" r="r" t="t"/>
                  <a:pathLst>
                    <a:path extrusionOk="0" h="1654" w="1949">
                      <a:moveTo>
                        <a:pt x="1114" y="0"/>
                      </a:moveTo>
                      <a:cubicBezTo>
                        <a:pt x="376" y="0"/>
                        <a:pt x="1" y="883"/>
                        <a:pt x="533" y="1404"/>
                      </a:cubicBezTo>
                      <a:cubicBezTo>
                        <a:pt x="702" y="1577"/>
                        <a:pt x="911" y="1654"/>
                        <a:pt x="1115" y="1654"/>
                      </a:cubicBezTo>
                      <a:cubicBezTo>
                        <a:pt x="1541" y="1654"/>
                        <a:pt x="1948" y="1321"/>
                        <a:pt x="1948" y="823"/>
                      </a:cubicBezTo>
                      <a:cubicBezTo>
                        <a:pt x="1948" y="363"/>
                        <a:pt x="1573" y="0"/>
                        <a:pt x="1114" y="0"/>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8166" name="Google Shape;8166;p36"/>
              <p:cNvGrpSpPr/>
              <p:nvPr/>
            </p:nvGrpSpPr>
            <p:grpSpPr>
              <a:xfrm>
                <a:off x="4907780" y="3347220"/>
                <a:ext cx="37878" cy="32357"/>
                <a:chOff x="4907780" y="3347220"/>
                <a:chExt cx="37878" cy="32357"/>
              </a:xfrm>
            </p:grpSpPr>
            <p:sp>
              <p:nvSpPr>
                <p:cNvPr id="8167" name="Google Shape;8167;p36"/>
                <p:cNvSpPr/>
                <p:nvPr/>
              </p:nvSpPr>
              <p:spPr>
                <a:xfrm>
                  <a:off x="4907780" y="3347220"/>
                  <a:ext cx="37878" cy="32357"/>
                </a:xfrm>
                <a:custGeom>
                  <a:rect b="b" l="l" r="r" t="t"/>
                  <a:pathLst>
                    <a:path extrusionOk="0" h="4114" w="4816">
                      <a:moveTo>
                        <a:pt x="2733" y="0"/>
                      </a:moveTo>
                      <a:cubicBezTo>
                        <a:pt x="2228" y="0"/>
                        <a:pt x="1714" y="187"/>
                        <a:pt x="1295" y="606"/>
                      </a:cubicBezTo>
                      <a:cubicBezTo>
                        <a:pt x="1" y="1900"/>
                        <a:pt x="920" y="4114"/>
                        <a:pt x="2759" y="4114"/>
                      </a:cubicBezTo>
                      <a:cubicBezTo>
                        <a:pt x="3884" y="4114"/>
                        <a:pt x="4803" y="3194"/>
                        <a:pt x="4815" y="2057"/>
                      </a:cubicBezTo>
                      <a:cubicBezTo>
                        <a:pt x="4807" y="821"/>
                        <a:pt x="3791" y="0"/>
                        <a:pt x="2733" y="0"/>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168" name="Google Shape;8168;p36"/>
                <p:cNvSpPr/>
                <p:nvPr/>
              </p:nvSpPr>
              <p:spPr>
                <a:xfrm>
                  <a:off x="4922912" y="3356926"/>
                  <a:ext cx="13040" cy="13040"/>
                </a:xfrm>
                <a:custGeom>
                  <a:rect b="b" l="l" r="r" t="t"/>
                  <a:pathLst>
                    <a:path extrusionOk="0" h="1658" w="1658">
                      <a:moveTo>
                        <a:pt x="835" y="1"/>
                      </a:moveTo>
                      <a:cubicBezTo>
                        <a:pt x="375" y="1"/>
                        <a:pt x="0" y="363"/>
                        <a:pt x="0" y="823"/>
                      </a:cubicBezTo>
                      <a:cubicBezTo>
                        <a:pt x="0" y="1283"/>
                        <a:pt x="375" y="1658"/>
                        <a:pt x="835" y="1658"/>
                      </a:cubicBezTo>
                      <a:cubicBezTo>
                        <a:pt x="1283" y="1658"/>
                        <a:pt x="1658" y="1283"/>
                        <a:pt x="1658" y="823"/>
                      </a:cubicBezTo>
                      <a:cubicBezTo>
                        <a:pt x="1658" y="363"/>
                        <a:pt x="1283" y="1"/>
                        <a:pt x="835" y="1"/>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8169" name="Google Shape;8169;p36"/>
              <p:cNvGrpSpPr/>
              <p:nvPr/>
            </p:nvGrpSpPr>
            <p:grpSpPr>
              <a:xfrm>
                <a:off x="5065048" y="3738150"/>
                <a:ext cx="37783" cy="32364"/>
                <a:chOff x="5065048" y="3738150"/>
                <a:chExt cx="37783" cy="32364"/>
              </a:xfrm>
            </p:grpSpPr>
            <p:sp>
              <p:nvSpPr>
                <p:cNvPr id="8170" name="Google Shape;8170;p36"/>
                <p:cNvSpPr/>
                <p:nvPr/>
              </p:nvSpPr>
              <p:spPr>
                <a:xfrm>
                  <a:off x="5065048" y="3738150"/>
                  <a:ext cx="37783" cy="32364"/>
                </a:xfrm>
                <a:custGeom>
                  <a:rect b="b" l="l" r="r" t="t"/>
                  <a:pathLst>
                    <a:path extrusionOk="0" h="4115" w="4804">
                      <a:moveTo>
                        <a:pt x="2732" y="1"/>
                      </a:moveTo>
                      <a:cubicBezTo>
                        <a:pt x="2228" y="1"/>
                        <a:pt x="1714" y="188"/>
                        <a:pt x="1295" y="606"/>
                      </a:cubicBezTo>
                      <a:cubicBezTo>
                        <a:pt x="1" y="1900"/>
                        <a:pt x="920" y="4114"/>
                        <a:pt x="2747" y="4114"/>
                      </a:cubicBezTo>
                      <a:cubicBezTo>
                        <a:pt x="3884" y="4114"/>
                        <a:pt x="4803" y="3195"/>
                        <a:pt x="4803" y="2058"/>
                      </a:cubicBezTo>
                      <a:cubicBezTo>
                        <a:pt x="4803" y="821"/>
                        <a:pt x="3789" y="1"/>
                        <a:pt x="2732" y="1"/>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171" name="Google Shape;8171;p36"/>
                <p:cNvSpPr/>
                <p:nvPr/>
              </p:nvSpPr>
              <p:spPr>
                <a:xfrm>
                  <a:off x="5077994" y="3747761"/>
                  <a:ext cx="15227" cy="13072"/>
                </a:xfrm>
                <a:custGeom>
                  <a:rect b="b" l="l" r="r" t="t"/>
                  <a:pathLst>
                    <a:path extrusionOk="0" h="1662" w="1936">
                      <a:moveTo>
                        <a:pt x="1101" y="1"/>
                      </a:moveTo>
                      <a:cubicBezTo>
                        <a:pt x="363" y="1"/>
                        <a:pt x="0" y="896"/>
                        <a:pt x="520" y="1416"/>
                      </a:cubicBezTo>
                      <a:cubicBezTo>
                        <a:pt x="689" y="1585"/>
                        <a:pt x="898" y="1661"/>
                        <a:pt x="1102" y="1661"/>
                      </a:cubicBezTo>
                      <a:cubicBezTo>
                        <a:pt x="1528" y="1661"/>
                        <a:pt x="1936" y="1334"/>
                        <a:pt x="1936" y="836"/>
                      </a:cubicBezTo>
                      <a:cubicBezTo>
                        <a:pt x="1936" y="376"/>
                        <a:pt x="1561" y="1"/>
                        <a:pt x="1101" y="1"/>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8172" name="Google Shape;8172;p36"/>
              <p:cNvGrpSpPr/>
              <p:nvPr/>
            </p:nvGrpSpPr>
            <p:grpSpPr>
              <a:xfrm>
                <a:off x="5071616" y="3284615"/>
                <a:ext cx="37783" cy="32357"/>
                <a:chOff x="5071616" y="3284615"/>
                <a:chExt cx="37783" cy="32357"/>
              </a:xfrm>
            </p:grpSpPr>
            <p:sp>
              <p:nvSpPr>
                <p:cNvPr id="8173" name="Google Shape;8173;p36"/>
                <p:cNvSpPr/>
                <p:nvPr/>
              </p:nvSpPr>
              <p:spPr>
                <a:xfrm>
                  <a:off x="5071616" y="3284615"/>
                  <a:ext cx="37783" cy="32357"/>
                </a:xfrm>
                <a:custGeom>
                  <a:rect b="b" l="l" r="r" t="t"/>
                  <a:pathLst>
                    <a:path extrusionOk="0" h="4114" w="4804">
                      <a:moveTo>
                        <a:pt x="2732" y="0"/>
                      </a:moveTo>
                      <a:cubicBezTo>
                        <a:pt x="2228" y="0"/>
                        <a:pt x="1713" y="188"/>
                        <a:pt x="1295" y="606"/>
                      </a:cubicBezTo>
                      <a:cubicBezTo>
                        <a:pt x="1" y="1900"/>
                        <a:pt x="908" y="4114"/>
                        <a:pt x="2747" y="4114"/>
                      </a:cubicBezTo>
                      <a:cubicBezTo>
                        <a:pt x="3872" y="4114"/>
                        <a:pt x="4791" y="3195"/>
                        <a:pt x="4803" y="2057"/>
                      </a:cubicBezTo>
                      <a:cubicBezTo>
                        <a:pt x="4803" y="821"/>
                        <a:pt x="3789" y="0"/>
                        <a:pt x="2732" y="0"/>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174" name="Google Shape;8174;p36"/>
                <p:cNvSpPr/>
                <p:nvPr/>
              </p:nvSpPr>
              <p:spPr>
                <a:xfrm>
                  <a:off x="5086646" y="3294320"/>
                  <a:ext cx="13048" cy="13048"/>
                </a:xfrm>
                <a:custGeom>
                  <a:rect b="b" l="l" r="r" t="t"/>
                  <a:pathLst>
                    <a:path extrusionOk="0" h="1659" w="1659">
                      <a:moveTo>
                        <a:pt x="836" y="1"/>
                      </a:moveTo>
                      <a:cubicBezTo>
                        <a:pt x="376" y="1"/>
                        <a:pt x="1" y="364"/>
                        <a:pt x="1" y="823"/>
                      </a:cubicBezTo>
                      <a:cubicBezTo>
                        <a:pt x="1" y="1283"/>
                        <a:pt x="376" y="1658"/>
                        <a:pt x="836" y="1658"/>
                      </a:cubicBezTo>
                      <a:cubicBezTo>
                        <a:pt x="1283" y="1658"/>
                        <a:pt x="1658" y="1283"/>
                        <a:pt x="1658" y="823"/>
                      </a:cubicBezTo>
                      <a:cubicBezTo>
                        <a:pt x="1658" y="364"/>
                        <a:pt x="1283" y="1"/>
                        <a:pt x="836" y="1"/>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8175" name="Google Shape;8175;p36"/>
              <p:cNvGrpSpPr/>
              <p:nvPr/>
            </p:nvGrpSpPr>
            <p:grpSpPr>
              <a:xfrm>
                <a:off x="5389291" y="3759921"/>
                <a:ext cx="37783" cy="32380"/>
                <a:chOff x="5389291" y="3759921"/>
                <a:chExt cx="37783" cy="32380"/>
              </a:xfrm>
            </p:grpSpPr>
            <p:sp>
              <p:nvSpPr>
                <p:cNvPr id="8176" name="Google Shape;8176;p36"/>
                <p:cNvSpPr/>
                <p:nvPr/>
              </p:nvSpPr>
              <p:spPr>
                <a:xfrm>
                  <a:off x="5389291" y="3759921"/>
                  <a:ext cx="37783" cy="32380"/>
                </a:xfrm>
                <a:custGeom>
                  <a:rect b="b" l="l" r="r" t="t"/>
                  <a:pathLst>
                    <a:path extrusionOk="0" h="4117" w="4804">
                      <a:moveTo>
                        <a:pt x="2738" y="0"/>
                      </a:moveTo>
                      <a:cubicBezTo>
                        <a:pt x="2231" y="0"/>
                        <a:pt x="1715" y="188"/>
                        <a:pt x="1295" y="608"/>
                      </a:cubicBezTo>
                      <a:cubicBezTo>
                        <a:pt x="1" y="1903"/>
                        <a:pt x="920" y="4116"/>
                        <a:pt x="2747" y="4116"/>
                      </a:cubicBezTo>
                      <a:cubicBezTo>
                        <a:pt x="3884" y="4116"/>
                        <a:pt x="4803" y="3197"/>
                        <a:pt x="4803" y="2060"/>
                      </a:cubicBezTo>
                      <a:cubicBezTo>
                        <a:pt x="4803" y="817"/>
                        <a:pt x="3792" y="0"/>
                        <a:pt x="2738" y="0"/>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177" name="Google Shape;8177;p36"/>
                <p:cNvSpPr/>
                <p:nvPr/>
              </p:nvSpPr>
              <p:spPr>
                <a:xfrm>
                  <a:off x="5402229" y="3769555"/>
                  <a:ext cx="15235" cy="13064"/>
                </a:xfrm>
                <a:custGeom>
                  <a:rect b="b" l="l" r="r" t="t"/>
                  <a:pathLst>
                    <a:path extrusionOk="0" h="1661" w="1937">
                      <a:moveTo>
                        <a:pt x="1114" y="0"/>
                      </a:moveTo>
                      <a:cubicBezTo>
                        <a:pt x="364" y="0"/>
                        <a:pt x="1" y="895"/>
                        <a:pt x="521" y="1415"/>
                      </a:cubicBezTo>
                      <a:cubicBezTo>
                        <a:pt x="690" y="1584"/>
                        <a:pt x="899" y="1660"/>
                        <a:pt x="1103" y="1660"/>
                      </a:cubicBezTo>
                      <a:cubicBezTo>
                        <a:pt x="1528" y="1660"/>
                        <a:pt x="1936" y="1333"/>
                        <a:pt x="1936" y="835"/>
                      </a:cubicBezTo>
                      <a:cubicBezTo>
                        <a:pt x="1936" y="375"/>
                        <a:pt x="1561" y="0"/>
                        <a:pt x="1114" y="0"/>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8178" name="Google Shape;8178;p36"/>
              <p:cNvGrpSpPr/>
              <p:nvPr/>
            </p:nvGrpSpPr>
            <p:grpSpPr>
              <a:xfrm>
                <a:off x="5431534" y="3632932"/>
                <a:ext cx="37878" cy="32451"/>
                <a:chOff x="5431534" y="3632932"/>
                <a:chExt cx="37878" cy="32451"/>
              </a:xfrm>
            </p:grpSpPr>
            <p:sp>
              <p:nvSpPr>
                <p:cNvPr id="8179" name="Google Shape;8179;p36"/>
                <p:cNvSpPr/>
                <p:nvPr/>
              </p:nvSpPr>
              <p:spPr>
                <a:xfrm>
                  <a:off x="5431534" y="3632932"/>
                  <a:ext cx="37878" cy="32451"/>
                </a:xfrm>
                <a:custGeom>
                  <a:rect b="b" l="l" r="r" t="t"/>
                  <a:pathLst>
                    <a:path extrusionOk="0" h="4126" w="4816">
                      <a:moveTo>
                        <a:pt x="2734" y="0"/>
                      </a:moveTo>
                      <a:cubicBezTo>
                        <a:pt x="2228" y="0"/>
                        <a:pt x="1713" y="187"/>
                        <a:pt x="1295" y="605"/>
                      </a:cubicBezTo>
                      <a:cubicBezTo>
                        <a:pt x="1" y="1899"/>
                        <a:pt x="920" y="4125"/>
                        <a:pt x="2759" y="4125"/>
                      </a:cubicBezTo>
                      <a:cubicBezTo>
                        <a:pt x="3896" y="4113"/>
                        <a:pt x="4815" y="3194"/>
                        <a:pt x="4815" y="2069"/>
                      </a:cubicBezTo>
                      <a:cubicBezTo>
                        <a:pt x="4815" y="824"/>
                        <a:pt x="3795" y="0"/>
                        <a:pt x="2734" y="0"/>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180" name="Google Shape;8180;p36"/>
                <p:cNvSpPr/>
                <p:nvPr/>
              </p:nvSpPr>
              <p:spPr>
                <a:xfrm>
                  <a:off x="5444472" y="3642638"/>
                  <a:ext cx="15235" cy="13064"/>
                </a:xfrm>
                <a:custGeom>
                  <a:rect b="b" l="l" r="r" t="t"/>
                  <a:pathLst>
                    <a:path extrusionOk="0" h="1661" w="1937">
                      <a:moveTo>
                        <a:pt x="1114" y="0"/>
                      </a:moveTo>
                      <a:cubicBezTo>
                        <a:pt x="376" y="0"/>
                        <a:pt x="1" y="895"/>
                        <a:pt x="521" y="1415"/>
                      </a:cubicBezTo>
                      <a:cubicBezTo>
                        <a:pt x="690" y="1584"/>
                        <a:pt x="899" y="1660"/>
                        <a:pt x="1103" y="1660"/>
                      </a:cubicBezTo>
                      <a:cubicBezTo>
                        <a:pt x="1528" y="1660"/>
                        <a:pt x="1936" y="1333"/>
                        <a:pt x="1936" y="835"/>
                      </a:cubicBezTo>
                      <a:cubicBezTo>
                        <a:pt x="1936" y="375"/>
                        <a:pt x="1573" y="0"/>
                        <a:pt x="1114" y="0"/>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8181" name="Google Shape;8181;p36"/>
              <p:cNvGrpSpPr/>
              <p:nvPr/>
            </p:nvGrpSpPr>
            <p:grpSpPr>
              <a:xfrm>
                <a:off x="5540755" y="3544829"/>
                <a:ext cx="37783" cy="32357"/>
                <a:chOff x="5540755" y="3544829"/>
                <a:chExt cx="37783" cy="32357"/>
              </a:xfrm>
            </p:grpSpPr>
            <p:sp>
              <p:nvSpPr>
                <p:cNvPr id="8182" name="Google Shape;8182;p36"/>
                <p:cNvSpPr/>
                <p:nvPr/>
              </p:nvSpPr>
              <p:spPr>
                <a:xfrm>
                  <a:off x="5540755" y="3544829"/>
                  <a:ext cx="37783" cy="32357"/>
                </a:xfrm>
                <a:custGeom>
                  <a:rect b="b" l="l" r="r" t="t"/>
                  <a:pathLst>
                    <a:path extrusionOk="0" h="4114" w="4804">
                      <a:moveTo>
                        <a:pt x="2732" y="0"/>
                      </a:moveTo>
                      <a:cubicBezTo>
                        <a:pt x="2228" y="0"/>
                        <a:pt x="1713" y="187"/>
                        <a:pt x="1295" y="605"/>
                      </a:cubicBezTo>
                      <a:cubicBezTo>
                        <a:pt x="1" y="1900"/>
                        <a:pt x="920" y="4114"/>
                        <a:pt x="2747" y="4114"/>
                      </a:cubicBezTo>
                      <a:cubicBezTo>
                        <a:pt x="3884" y="4114"/>
                        <a:pt x="4803" y="3194"/>
                        <a:pt x="4803" y="2057"/>
                      </a:cubicBezTo>
                      <a:cubicBezTo>
                        <a:pt x="4803" y="821"/>
                        <a:pt x="3789" y="0"/>
                        <a:pt x="2732" y="0"/>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183" name="Google Shape;8183;p36"/>
                <p:cNvSpPr/>
                <p:nvPr/>
              </p:nvSpPr>
              <p:spPr>
                <a:xfrm>
                  <a:off x="5553693" y="3554534"/>
                  <a:ext cx="15235" cy="13040"/>
                </a:xfrm>
                <a:custGeom>
                  <a:rect b="b" l="l" r="r" t="t"/>
                  <a:pathLst>
                    <a:path extrusionOk="0" h="1658" w="1937">
                      <a:moveTo>
                        <a:pt x="1102" y="0"/>
                      </a:moveTo>
                      <a:cubicBezTo>
                        <a:pt x="364" y="0"/>
                        <a:pt x="1" y="896"/>
                        <a:pt x="521" y="1416"/>
                      </a:cubicBezTo>
                      <a:cubicBezTo>
                        <a:pt x="688" y="1583"/>
                        <a:pt x="894" y="1658"/>
                        <a:pt x="1096" y="1658"/>
                      </a:cubicBezTo>
                      <a:cubicBezTo>
                        <a:pt x="1524" y="1658"/>
                        <a:pt x="1936" y="1324"/>
                        <a:pt x="1936" y="823"/>
                      </a:cubicBezTo>
                      <a:cubicBezTo>
                        <a:pt x="1936" y="363"/>
                        <a:pt x="1561" y="0"/>
                        <a:pt x="1102" y="0"/>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8184" name="Google Shape;8184;p36"/>
              <p:cNvGrpSpPr/>
              <p:nvPr/>
            </p:nvGrpSpPr>
            <p:grpSpPr>
              <a:xfrm>
                <a:off x="5579293" y="3412107"/>
                <a:ext cx="37776" cy="32357"/>
                <a:chOff x="5579293" y="3412107"/>
                <a:chExt cx="37776" cy="32357"/>
              </a:xfrm>
            </p:grpSpPr>
            <p:sp>
              <p:nvSpPr>
                <p:cNvPr id="8185" name="Google Shape;8185;p36"/>
                <p:cNvSpPr/>
                <p:nvPr/>
              </p:nvSpPr>
              <p:spPr>
                <a:xfrm>
                  <a:off x="5579293" y="3412107"/>
                  <a:ext cx="37776" cy="32357"/>
                </a:xfrm>
                <a:custGeom>
                  <a:rect b="b" l="l" r="r" t="t"/>
                  <a:pathLst>
                    <a:path extrusionOk="0" h="4114" w="4803">
                      <a:moveTo>
                        <a:pt x="2732" y="0"/>
                      </a:moveTo>
                      <a:cubicBezTo>
                        <a:pt x="2227" y="0"/>
                        <a:pt x="1713" y="187"/>
                        <a:pt x="1294" y="605"/>
                      </a:cubicBezTo>
                      <a:cubicBezTo>
                        <a:pt x="0" y="1900"/>
                        <a:pt x="919" y="4114"/>
                        <a:pt x="2746" y="4114"/>
                      </a:cubicBezTo>
                      <a:cubicBezTo>
                        <a:pt x="3883" y="4114"/>
                        <a:pt x="4802" y="3194"/>
                        <a:pt x="4802" y="2057"/>
                      </a:cubicBezTo>
                      <a:cubicBezTo>
                        <a:pt x="4802" y="821"/>
                        <a:pt x="3788" y="0"/>
                        <a:pt x="2732" y="0"/>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186" name="Google Shape;8186;p36"/>
                <p:cNvSpPr/>
                <p:nvPr/>
              </p:nvSpPr>
              <p:spPr>
                <a:xfrm>
                  <a:off x="5594418" y="3421812"/>
                  <a:ext cx="13040" cy="13040"/>
                </a:xfrm>
                <a:custGeom>
                  <a:rect b="b" l="l" r="r" t="t"/>
                  <a:pathLst>
                    <a:path extrusionOk="0" h="1658" w="1658">
                      <a:moveTo>
                        <a:pt x="823" y="1"/>
                      </a:moveTo>
                      <a:cubicBezTo>
                        <a:pt x="375" y="1"/>
                        <a:pt x="0" y="363"/>
                        <a:pt x="0" y="823"/>
                      </a:cubicBezTo>
                      <a:cubicBezTo>
                        <a:pt x="0" y="1283"/>
                        <a:pt x="375" y="1658"/>
                        <a:pt x="823" y="1658"/>
                      </a:cubicBezTo>
                      <a:cubicBezTo>
                        <a:pt x="1283" y="1658"/>
                        <a:pt x="1658" y="1283"/>
                        <a:pt x="1658" y="823"/>
                      </a:cubicBezTo>
                      <a:cubicBezTo>
                        <a:pt x="1658" y="363"/>
                        <a:pt x="1283" y="1"/>
                        <a:pt x="823" y="1"/>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8187" name="Google Shape;8187;p36"/>
              <p:cNvGrpSpPr/>
              <p:nvPr/>
            </p:nvGrpSpPr>
            <p:grpSpPr>
              <a:xfrm>
                <a:off x="5801346" y="3284615"/>
                <a:ext cx="37783" cy="32357"/>
                <a:chOff x="5801346" y="3284615"/>
                <a:chExt cx="37783" cy="32357"/>
              </a:xfrm>
            </p:grpSpPr>
            <p:sp>
              <p:nvSpPr>
                <p:cNvPr id="8188" name="Google Shape;8188;p36"/>
                <p:cNvSpPr/>
                <p:nvPr/>
              </p:nvSpPr>
              <p:spPr>
                <a:xfrm>
                  <a:off x="5801346" y="3284615"/>
                  <a:ext cx="37783" cy="32357"/>
                </a:xfrm>
                <a:custGeom>
                  <a:rect b="b" l="l" r="r" t="t"/>
                  <a:pathLst>
                    <a:path extrusionOk="0" h="4114" w="4804">
                      <a:moveTo>
                        <a:pt x="2732" y="0"/>
                      </a:moveTo>
                      <a:cubicBezTo>
                        <a:pt x="2228" y="0"/>
                        <a:pt x="1714" y="188"/>
                        <a:pt x="1295" y="606"/>
                      </a:cubicBezTo>
                      <a:cubicBezTo>
                        <a:pt x="1" y="1900"/>
                        <a:pt x="920" y="4114"/>
                        <a:pt x="2759" y="4114"/>
                      </a:cubicBezTo>
                      <a:cubicBezTo>
                        <a:pt x="3884" y="4114"/>
                        <a:pt x="4803" y="3195"/>
                        <a:pt x="4803" y="2057"/>
                      </a:cubicBezTo>
                      <a:cubicBezTo>
                        <a:pt x="4803" y="821"/>
                        <a:pt x="3789" y="0"/>
                        <a:pt x="2732" y="0"/>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189" name="Google Shape;8189;p36"/>
                <p:cNvSpPr/>
                <p:nvPr/>
              </p:nvSpPr>
              <p:spPr>
                <a:xfrm>
                  <a:off x="5816478" y="3294320"/>
                  <a:ext cx="13040" cy="13048"/>
                </a:xfrm>
                <a:custGeom>
                  <a:rect b="b" l="l" r="r" t="t"/>
                  <a:pathLst>
                    <a:path extrusionOk="0" h="1659" w="1658">
                      <a:moveTo>
                        <a:pt x="835" y="1"/>
                      </a:moveTo>
                      <a:cubicBezTo>
                        <a:pt x="375" y="1"/>
                        <a:pt x="0" y="364"/>
                        <a:pt x="0" y="823"/>
                      </a:cubicBezTo>
                      <a:cubicBezTo>
                        <a:pt x="0" y="1283"/>
                        <a:pt x="375" y="1658"/>
                        <a:pt x="835" y="1658"/>
                      </a:cubicBezTo>
                      <a:cubicBezTo>
                        <a:pt x="1283" y="1658"/>
                        <a:pt x="1658" y="1283"/>
                        <a:pt x="1658" y="823"/>
                      </a:cubicBezTo>
                      <a:cubicBezTo>
                        <a:pt x="1658" y="364"/>
                        <a:pt x="1283" y="1"/>
                        <a:pt x="835" y="1"/>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8190" name="Google Shape;8190;p36"/>
              <p:cNvGrpSpPr/>
              <p:nvPr/>
            </p:nvGrpSpPr>
            <p:grpSpPr>
              <a:xfrm>
                <a:off x="5763578" y="3399067"/>
                <a:ext cx="37776" cy="32364"/>
                <a:chOff x="5763578" y="3399067"/>
                <a:chExt cx="37776" cy="32364"/>
              </a:xfrm>
            </p:grpSpPr>
            <p:sp>
              <p:nvSpPr>
                <p:cNvPr id="8191" name="Google Shape;8191;p36"/>
                <p:cNvSpPr/>
                <p:nvPr/>
              </p:nvSpPr>
              <p:spPr>
                <a:xfrm>
                  <a:off x="5763578" y="3399067"/>
                  <a:ext cx="37776" cy="32364"/>
                </a:xfrm>
                <a:custGeom>
                  <a:rect b="b" l="l" r="r" t="t"/>
                  <a:pathLst>
                    <a:path extrusionOk="0" h="4115" w="4803">
                      <a:moveTo>
                        <a:pt x="2732" y="1"/>
                      </a:moveTo>
                      <a:cubicBezTo>
                        <a:pt x="2227" y="1"/>
                        <a:pt x="1713" y="188"/>
                        <a:pt x="1295" y="606"/>
                      </a:cubicBezTo>
                      <a:cubicBezTo>
                        <a:pt x="0" y="1901"/>
                        <a:pt x="920" y="4114"/>
                        <a:pt x="2746" y="4114"/>
                      </a:cubicBezTo>
                      <a:cubicBezTo>
                        <a:pt x="3884" y="4114"/>
                        <a:pt x="4803" y="3195"/>
                        <a:pt x="4803" y="2058"/>
                      </a:cubicBezTo>
                      <a:cubicBezTo>
                        <a:pt x="4803" y="822"/>
                        <a:pt x="3789" y="1"/>
                        <a:pt x="2732" y="1"/>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192" name="Google Shape;8192;p36"/>
                <p:cNvSpPr/>
                <p:nvPr/>
              </p:nvSpPr>
              <p:spPr>
                <a:xfrm>
                  <a:off x="5776516" y="3408780"/>
                  <a:ext cx="15235" cy="13040"/>
                </a:xfrm>
                <a:custGeom>
                  <a:rect b="b" l="l" r="r" t="t"/>
                  <a:pathLst>
                    <a:path extrusionOk="0" h="1658" w="1937">
                      <a:moveTo>
                        <a:pt x="1101" y="0"/>
                      </a:moveTo>
                      <a:cubicBezTo>
                        <a:pt x="364" y="0"/>
                        <a:pt x="1" y="895"/>
                        <a:pt x="521" y="1416"/>
                      </a:cubicBezTo>
                      <a:cubicBezTo>
                        <a:pt x="688" y="1583"/>
                        <a:pt x="894" y="1657"/>
                        <a:pt x="1096" y="1657"/>
                      </a:cubicBezTo>
                      <a:cubicBezTo>
                        <a:pt x="1524" y="1657"/>
                        <a:pt x="1936" y="1324"/>
                        <a:pt x="1936" y="823"/>
                      </a:cubicBezTo>
                      <a:cubicBezTo>
                        <a:pt x="1936" y="363"/>
                        <a:pt x="1561" y="0"/>
                        <a:pt x="1101" y="0"/>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8193" name="Google Shape;8193;p36"/>
              <p:cNvGrpSpPr/>
              <p:nvPr/>
            </p:nvGrpSpPr>
            <p:grpSpPr>
              <a:xfrm>
                <a:off x="5395858" y="3230952"/>
                <a:ext cx="37776" cy="32364"/>
                <a:chOff x="5395858" y="3230952"/>
                <a:chExt cx="37776" cy="32364"/>
              </a:xfrm>
            </p:grpSpPr>
            <p:sp>
              <p:nvSpPr>
                <p:cNvPr id="8194" name="Google Shape;8194;p36"/>
                <p:cNvSpPr/>
                <p:nvPr/>
              </p:nvSpPr>
              <p:spPr>
                <a:xfrm>
                  <a:off x="5395858" y="3230952"/>
                  <a:ext cx="37776" cy="32364"/>
                </a:xfrm>
                <a:custGeom>
                  <a:rect b="b" l="l" r="r" t="t"/>
                  <a:pathLst>
                    <a:path extrusionOk="0" h="4115" w="4803">
                      <a:moveTo>
                        <a:pt x="2732" y="1"/>
                      </a:moveTo>
                      <a:cubicBezTo>
                        <a:pt x="2227" y="1"/>
                        <a:pt x="1713" y="188"/>
                        <a:pt x="1295" y="606"/>
                      </a:cubicBezTo>
                      <a:cubicBezTo>
                        <a:pt x="0" y="1901"/>
                        <a:pt x="920" y="4114"/>
                        <a:pt x="2746" y="4114"/>
                      </a:cubicBezTo>
                      <a:cubicBezTo>
                        <a:pt x="3883" y="4114"/>
                        <a:pt x="4803" y="3195"/>
                        <a:pt x="4803" y="2058"/>
                      </a:cubicBezTo>
                      <a:cubicBezTo>
                        <a:pt x="4803" y="822"/>
                        <a:pt x="3789" y="1"/>
                        <a:pt x="2732" y="1"/>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195" name="Google Shape;8195;p36"/>
                <p:cNvSpPr/>
                <p:nvPr/>
              </p:nvSpPr>
              <p:spPr>
                <a:xfrm>
                  <a:off x="5408702" y="3240571"/>
                  <a:ext cx="15227" cy="13064"/>
                </a:xfrm>
                <a:custGeom>
                  <a:rect b="b" l="l" r="r" t="t"/>
                  <a:pathLst>
                    <a:path extrusionOk="0" h="1661" w="1936">
                      <a:moveTo>
                        <a:pt x="1113" y="0"/>
                      </a:moveTo>
                      <a:cubicBezTo>
                        <a:pt x="375" y="0"/>
                        <a:pt x="0" y="895"/>
                        <a:pt x="521" y="1416"/>
                      </a:cubicBezTo>
                      <a:cubicBezTo>
                        <a:pt x="690" y="1585"/>
                        <a:pt x="898" y="1660"/>
                        <a:pt x="1103" y="1660"/>
                      </a:cubicBezTo>
                      <a:cubicBezTo>
                        <a:pt x="1528" y="1660"/>
                        <a:pt x="1936" y="1333"/>
                        <a:pt x="1936" y="835"/>
                      </a:cubicBezTo>
                      <a:cubicBezTo>
                        <a:pt x="1936" y="375"/>
                        <a:pt x="1561" y="0"/>
                        <a:pt x="1113" y="0"/>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8196" name="Google Shape;8196;p36"/>
              <p:cNvGrpSpPr/>
              <p:nvPr/>
            </p:nvGrpSpPr>
            <p:grpSpPr>
              <a:xfrm>
                <a:off x="5264088" y="3188237"/>
                <a:ext cx="37776" cy="32357"/>
                <a:chOff x="5264088" y="3188237"/>
                <a:chExt cx="37776" cy="32357"/>
              </a:xfrm>
            </p:grpSpPr>
            <p:sp>
              <p:nvSpPr>
                <p:cNvPr id="8197" name="Google Shape;8197;p36"/>
                <p:cNvSpPr/>
                <p:nvPr/>
              </p:nvSpPr>
              <p:spPr>
                <a:xfrm>
                  <a:off x="5264088" y="3188237"/>
                  <a:ext cx="37776" cy="32357"/>
                </a:xfrm>
                <a:custGeom>
                  <a:rect b="b" l="l" r="r" t="t"/>
                  <a:pathLst>
                    <a:path extrusionOk="0" h="4114" w="4803">
                      <a:moveTo>
                        <a:pt x="2732" y="0"/>
                      </a:moveTo>
                      <a:cubicBezTo>
                        <a:pt x="2227" y="0"/>
                        <a:pt x="1713" y="188"/>
                        <a:pt x="1295" y="606"/>
                      </a:cubicBezTo>
                      <a:cubicBezTo>
                        <a:pt x="0" y="1900"/>
                        <a:pt x="920" y="4114"/>
                        <a:pt x="2746" y="4114"/>
                      </a:cubicBezTo>
                      <a:cubicBezTo>
                        <a:pt x="3883" y="4114"/>
                        <a:pt x="4803" y="3195"/>
                        <a:pt x="4803" y="2057"/>
                      </a:cubicBezTo>
                      <a:cubicBezTo>
                        <a:pt x="4803" y="821"/>
                        <a:pt x="3789" y="0"/>
                        <a:pt x="2732" y="0"/>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198" name="Google Shape;8198;p36"/>
                <p:cNvSpPr/>
                <p:nvPr/>
              </p:nvSpPr>
              <p:spPr>
                <a:xfrm>
                  <a:off x="5279212" y="3197943"/>
                  <a:ext cx="13048" cy="13048"/>
                </a:xfrm>
                <a:custGeom>
                  <a:rect b="b" l="l" r="r" t="t"/>
                  <a:pathLst>
                    <a:path extrusionOk="0" h="1659" w="1659">
                      <a:moveTo>
                        <a:pt x="823" y="1"/>
                      </a:moveTo>
                      <a:cubicBezTo>
                        <a:pt x="364" y="1"/>
                        <a:pt x="1" y="376"/>
                        <a:pt x="1" y="823"/>
                      </a:cubicBezTo>
                      <a:cubicBezTo>
                        <a:pt x="1" y="1283"/>
                        <a:pt x="364" y="1658"/>
                        <a:pt x="823" y="1658"/>
                      </a:cubicBezTo>
                      <a:cubicBezTo>
                        <a:pt x="1283" y="1658"/>
                        <a:pt x="1658" y="1283"/>
                        <a:pt x="1658" y="823"/>
                      </a:cubicBezTo>
                      <a:cubicBezTo>
                        <a:pt x="1658" y="376"/>
                        <a:pt x="1283" y="1"/>
                        <a:pt x="823" y="1"/>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8199" name="Google Shape;8199;p36"/>
              <p:cNvGrpSpPr/>
              <p:nvPr/>
            </p:nvGrpSpPr>
            <p:grpSpPr>
              <a:xfrm>
                <a:off x="5585758" y="3237425"/>
                <a:ext cx="37878" cy="32357"/>
                <a:chOff x="5585758" y="3237425"/>
                <a:chExt cx="37878" cy="32357"/>
              </a:xfrm>
            </p:grpSpPr>
            <p:sp>
              <p:nvSpPr>
                <p:cNvPr id="8200" name="Google Shape;8200;p36"/>
                <p:cNvSpPr/>
                <p:nvPr/>
              </p:nvSpPr>
              <p:spPr>
                <a:xfrm>
                  <a:off x="5585758" y="3237425"/>
                  <a:ext cx="37878" cy="32357"/>
                </a:xfrm>
                <a:custGeom>
                  <a:rect b="b" l="l" r="r" t="t"/>
                  <a:pathLst>
                    <a:path extrusionOk="0" h="4114" w="4816">
                      <a:moveTo>
                        <a:pt x="2744" y="0"/>
                      </a:moveTo>
                      <a:cubicBezTo>
                        <a:pt x="2240" y="0"/>
                        <a:pt x="1725" y="188"/>
                        <a:pt x="1307" y="606"/>
                      </a:cubicBezTo>
                      <a:cubicBezTo>
                        <a:pt x="1" y="1900"/>
                        <a:pt x="920" y="4114"/>
                        <a:pt x="2759" y="4114"/>
                      </a:cubicBezTo>
                      <a:cubicBezTo>
                        <a:pt x="3896" y="4114"/>
                        <a:pt x="4815" y="3195"/>
                        <a:pt x="4815" y="2057"/>
                      </a:cubicBezTo>
                      <a:cubicBezTo>
                        <a:pt x="4815" y="821"/>
                        <a:pt x="3801" y="0"/>
                        <a:pt x="2744" y="0"/>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201" name="Google Shape;8201;p36"/>
                <p:cNvSpPr/>
                <p:nvPr/>
              </p:nvSpPr>
              <p:spPr>
                <a:xfrm>
                  <a:off x="5598696" y="3247130"/>
                  <a:ext cx="15235" cy="13048"/>
                </a:xfrm>
                <a:custGeom>
                  <a:rect b="b" l="l" r="r" t="t"/>
                  <a:pathLst>
                    <a:path extrusionOk="0" h="1659" w="1937">
                      <a:moveTo>
                        <a:pt x="1114" y="1"/>
                      </a:moveTo>
                      <a:cubicBezTo>
                        <a:pt x="376" y="1"/>
                        <a:pt x="1" y="896"/>
                        <a:pt x="521" y="1416"/>
                      </a:cubicBezTo>
                      <a:cubicBezTo>
                        <a:pt x="692" y="1583"/>
                        <a:pt x="899" y="1658"/>
                        <a:pt x="1102" y="1658"/>
                      </a:cubicBezTo>
                      <a:cubicBezTo>
                        <a:pt x="1529" y="1658"/>
                        <a:pt x="1936" y="1324"/>
                        <a:pt x="1936" y="823"/>
                      </a:cubicBezTo>
                      <a:cubicBezTo>
                        <a:pt x="1936" y="376"/>
                        <a:pt x="1573" y="1"/>
                        <a:pt x="1114" y="1"/>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8202" name="Google Shape;8202;p36"/>
              <p:cNvGrpSpPr/>
              <p:nvPr/>
            </p:nvGrpSpPr>
            <p:grpSpPr>
              <a:xfrm>
                <a:off x="4874196" y="3291088"/>
                <a:ext cx="37878" cy="32451"/>
                <a:chOff x="4874196" y="3291088"/>
                <a:chExt cx="37878" cy="32451"/>
              </a:xfrm>
            </p:grpSpPr>
            <p:sp>
              <p:nvSpPr>
                <p:cNvPr id="8203" name="Google Shape;8203;p36"/>
                <p:cNvSpPr/>
                <p:nvPr/>
              </p:nvSpPr>
              <p:spPr>
                <a:xfrm>
                  <a:off x="4874196" y="3291088"/>
                  <a:ext cx="37878" cy="32451"/>
                </a:xfrm>
                <a:custGeom>
                  <a:rect b="b" l="l" r="r" t="t"/>
                  <a:pathLst>
                    <a:path extrusionOk="0" h="4126" w="4816">
                      <a:moveTo>
                        <a:pt x="2739" y="0"/>
                      </a:moveTo>
                      <a:cubicBezTo>
                        <a:pt x="2233" y="0"/>
                        <a:pt x="1717" y="188"/>
                        <a:pt x="1295" y="605"/>
                      </a:cubicBezTo>
                      <a:cubicBezTo>
                        <a:pt x="1" y="1900"/>
                        <a:pt x="920" y="4126"/>
                        <a:pt x="2759" y="4126"/>
                      </a:cubicBezTo>
                      <a:cubicBezTo>
                        <a:pt x="3884" y="4113"/>
                        <a:pt x="4803" y="3206"/>
                        <a:pt x="4815" y="2069"/>
                      </a:cubicBezTo>
                      <a:cubicBezTo>
                        <a:pt x="4815" y="824"/>
                        <a:pt x="3800" y="0"/>
                        <a:pt x="2739" y="0"/>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204" name="Google Shape;8204;p36"/>
                <p:cNvSpPr/>
                <p:nvPr/>
              </p:nvSpPr>
              <p:spPr>
                <a:xfrm>
                  <a:off x="4889328" y="3300793"/>
                  <a:ext cx="13040" cy="13040"/>
                </a:xfrm>
                <a:custGeom>
                  <a:rect b="b" l="l" r="r" t="t"/>
                  <a:pathLst>
                    <a:path extrusionOk="0" h="1658" w="1658">
                      <a:moveTo>
                        <a:pt x="835" y="0"/>
                      </a:moveTo>
                      <a:cubicBezTo>
                        <a:pt x="375" y="0"/>
                        <a:pt x="0" y="375"/>
                        <a:pt x="0" y="835"/>
                      </a:cubicBezTo>
                      <a:cubicBezTo>
                        <a:pt x="0" y="1283"/>
                        <a:pt x="375" y="1658"/>
                        <a:pt x="835" y="1658"/>
                      </a:cubicBezTo>
                      <a:cubicBezTo>
                        <a:pt x="1295" y="1658"/>
                        <a:pt x="1657" y="1283"/>
                        <a:pt x="1657" y="835"/>
                      </a:cubicBezTo>
                      <a:cubicBezTo>
                        <a:pt x="1657" y="375"/>
                        <a:pt x="1295" y="0"/>
                        <a:pt x="835" y="0"/>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8205" name="Google Shape;8205;p36"/>
              <p:cNvGrpSpPr/>
              <p:nvPr/>
            </p:nvGrpSpPr>
            <p:grpSpPr>
              <a:xfrm>
                <a:off x="5197770" y="3785466"/>
                <a:ext cx="37783" cy="32427"/>
                <a:chOff x="5197770" y="3785466"/>
                <a:chExt cx="37783" cy="32427"/>
              </a:xfrm>
            </p:grpSpPr>
            <p:sp>
              <p:nvSpPr>
                <p:cNvPr id="8206" name="Google Shape;8206;p36"/>
                <p:cNvSpPr/>
                <p:nvPr/>
              </p:nvSpPr>
              <p:spPr>
                <a:xfrm>
                  <a:off x="5197770" y="3785466"/>
                  <a:ext cx="37783" cy="32427"/>
                </a:xfrm>
                <a:custGeom>
                  <a:rect b="b" l="l" r="r" t="t"/>
                  <a:pathLst>
                    <a:path extrusionOk="0" h="4123" w="4804">
                      <a:moveTo>
                        <a:pt x="2738" y="1"/>
                      </a:moveTo>
                      <a:cubicBezTo>
                        <a:pt x="2232" y="1"/>
                        <a:pt x="1715" y="190"/>
                        <a:pt x="1295" y="614"/>
                      </a:cubicBezTo>
                      <a:cubicBezTo>
                        <a:pt x="1" y="1909"/>
                        <a:pt x="908" y="4122"/>
                        <a:pt x="2747" y="4122"/>
                      </a:cubicBezTo>
                      <a:cubicBezTo>
                        <a:pt x="3884" y="4122"/>
                        <a:pt x="4803" y="3203"/>
                        <a:pt x="4803" y="2066"/>
                      </a:cubicBezTo>
                      <a:cubicBezTo>
                        <a:pt x="4803" y="824"/>
                        <a:pt x="3793" y="1"/>
                        <a:pt x="2738" y="1"/>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207" name="Google Shape;8207;p36"/>
                <p:cNvSpPr/>
                <p:nvPr/>
              </p:nvSpPr>
              <p:spPr>
                <a:xfrm>
                  <a:off x="5212808" y="3795148"/>
                  <a:ext cx="13040" cy="13040"/>
                </a:xfrm>
                <a:custGeom>
                  <a:rect b="b" l="l" r="r" t="t"/>
                  <a:pathLst>
                    <a:path extrusionOk="0" h="1658" w="1658">
                      <a:moveTo>
                        <a:pt x="835" y="0"/>
                      </a:moveTo>
                      <a:cubicBezTo>
                        <a:pt x="375" y="0"/>
                        <a:pt x="0" y="375"/>
                        <a:pt x="0" y="835"/>
                      </a:cubicBezTo>
                      <a:cubicBezTo>
                        <a:pt x="0" y="1294"/>
                        <a:pt x="375" y="1657"/>
                        <a:pt x="835" y="1657"/>
                      </a:cubicBezTo>
                      <a:cubicBezTo>
                        <a:pt x="1295" y="1657"/>
                        <a:pt x="1657" y="1294"/>
                        <a:pt x="1657" y="835"/>
                      </a:cubicBezTo>
                      <a:cubicBezTo>
                        <a:pt x="1657" y="375"/>
                        <a:pt x="1295" y="0"/>
                        <a:pt x="835" y="0"/>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8208" name="Google Shape;8208;p36"/>
              <p:cNvGrpSpPr/>
              <p:nvPr/>
            </p:nvGrpSpPr>
            <p:grpSpPr>
              <a:xfrm>
                <a:off x="5177699" y="3492117"/>
                <a:ext cx="37776" cy="32357"/>
                <a:chOff x="5177699" y="3492117"/>
                <a:chExt cx="37776" cy="32357"/>
              </a:xfrm>
            </p:grpSpPr>
            <p:sp>
              <p:nvSpPr>
                <p:cNvPr id="8209" name="Google Shape;8209;p36"/>
                <p:cNvSpPr/>
                <p:nvPr/>
              </p:nvSpPr>
              <p:spPr>
                <a:xfrm>
                  <a:off x="5177699" y="3492117"/>
                  <a:ext cx="37776" cy="32357"/>
                </a:xfrm>
                <a:custGeom>
                  <a:rect b="b" l="l" r="r" t="t"/>
                  <a:pathLst>
                    <a:path extrusionOk="0" h="4114" w="4803">
                      <a:moveTo>
                        <a:pt x="2736" y="1"/>
                      </a:moveTo>
                      <a:cubicBezTo>
                        <a:pt x="2232" y="1"/>
                        <a:pt x="1717" y="188"/>
                        <a:pt x="1295" y="606"/>
                      </a:cubicBezTo>
                      <a:cubicBezTo>
                        <a:pt x="1" y="1900"/>
                        <a:pt x="920" y="4114"/>
                        <a:pt x="2746" y="4114"/>
                      </a:cubicBezTo>
                      <a:cubicBezTo>
                        <a:pt x="3884" y="4114"/>
                        <a:pt x="4803" y="3195"/>
                        <a:pt x="4803" y="2070"/>
                      </a:cubicBezTo>
                      <a:cubicBezTo>
                        <a:pt x="4803" y="824"/>
                        <a:pt x="3793" y="1"/>
                        <a:pt x="2736" y="1"/>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210" name="Google Shape;8210;p36"/>
                <p:cNvSpPr/>
                <p:nvPr/>
              </p:nvSpPr>
              <p:spPr>
                <a:xfrm>
                  <a:off x="5192823" y="3501823"/>
                  <a:ext cx="13048" cy="13048"/>
                </a:xfrm>
                <a:custGeom>
                  <a:rect b="b" l="l" r="r" t="t"/>
                  <a:pathLst>
                    <a:path extrusionOk="0" h="1659" w="1659">
                      <a:moveTo>
                        <a:pt x="823" y="1"/>
                      </a:moveTo>
                      <a:cubicBezTo>
                        <a:pt x="376" y="1"/>
                        <a:pt x="1" y="364"/>
                        <a:pt x="1" y="823"/>
                      </a:cubicBezTo>
                      <a:cubicBezTo>
                        <a:pt x="1" y="1283"/>
                        <a:pt x="376" y="1658"/>
                        <a:pt x="823" y="1658"/>
                      </a:cubicBezTo>
                      <a:cubicBezTo>
                        <a:pt x="1283" y="1658"/>
                        <a:pt x="1658" y="1283"/>
                        <a:pt x="1658" y="823"/>
                      </a:cubicBezTo>
                      <a:cubicBezTo>
                        <a:pt x="1658" y="364"/>
                        <a:pt x="1283" y="1"/>
                        <a:pt x="823" y="1"/>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8211" name="Google Shape;8211;p36"/>
              <p:cNvGrpSpPr/>
              <p:nvPr/>
            </p:nvGrpSpPr>
            <p:grpSpPr>
              <a:xfrm>
                <a:off x="5349431" y="3622346"/>
                <a:ext cx="37870" cy="32380"/>
                <a:chOff x="5349431" y="3622346"/>
                <a:chExt cx="37870" cy="32380"/>
              </a:xfrm>
            </p:grpSpPr>
            <p:sp>
              <p:nvSpPr>
                <p:cNvPr id="8212" name="Google Shape;8212;p36"/>
                <p:cNvSpPr/>
                <p:nvPr/>
              </p:nvSpPr>
              <p:spPr>
                <a:xfrm>
                  <a:off x="5349431" y="3622346"/>
                  <a:ext cx="37870" cy="32380"/>
                </a:xfrm>
                <a:custGeom>
                  <a:rect b="b" l="l" r="r" t="t"/>
                  <a:pathLst>
                    <a:path extrusionOk="0" h="4117" w="4815">
                      <a:moveTo>
                        <a:pt x="2740" y="0"/>
                      </a:moveTo>
                      <a:cubicBezTo>
                        <a:pt x="2232" y="0"/>
                        <a:pt x="1714" y="189"/>
                        <a:pt x="1295" y="608"/>
                      </a:cubicBezTo>
                      <a:cubicBezTo>
                        <a:pt x="0" y="1903"/>
                        <a:pt x="920" y="4116"/>
                        <a:pt x="2758" y="4116"/>
                      </a:cubicBezTo>
                      <a:cubicBezTo>
                        <a:pt x="3883" y="4116"/>
                        <a:pt x="4815" y="3197"/>
                        <a:pt x="4815" y="2060"/>
                      </a:cubicBezTo>
                      <a:cubicBezTo>
                        <a:pt x="4815" y="817"/>
                        <a:pt x="3798" y="0"/>
                        <a:pt x="2740" y="0"/>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213" name="Google Shape;8213;p36"/>
                <p:cNvSpPr/>
                <p:nvPr/>
              </p:nvSpPr>
              <p:spPr>
                <a:xfrm>
                  <a:off x="5362369" y="3632075"/>
                  <a:ext cx="15227" cy="13040"/>
                </a:xfrm>
                <a:custGeom>
                  <a:rect b="b" l="l" r="r" t="t"/>
                  <a:pathLst>
                    <a:path extrusionOk="0" h="1658" w="1936">
                      <a:moveTo>
                        <a:pt x="1134" y="0"/>
                      </a:moveTo>
                      <a:cubicBezTo>
                        <a:pt x="1127" y="0"/>
                        <a:pt x="1120" y="0"/>
                        <a:pt x="1113" y="0"/>
                      </a:cubicBezTo>
                      <a:cubicBezTo>
                        <a:pt x="363" y="0"/>
                        <a:pt x="0" y="883"/>
                        <a:pt x="521" y="1416"/>
                      </a:cubicBezTo>
                      <a:cubicBezTo>
                        <a:pt x="691" y="1583"/>
                        <a:pt x="899" y="1657"/>
                        <a:pt x="1101" y="1657"/>
                      </a:cubicBezTo>
                      <a:cubicBezTo>
                        <a:pt x="1529" y="1657"/>
                        <a:pt x="1936" y="1324"/>
                        <a:pt x="1936" y="823"/>
                      </a:cubicBezTo>
                      <a:cubicBezTo>
                        <a:pt x="1936" y="370"/>
                        <a:pt x="1573" y="0"/>
                        <a:pt x="1134" y="0"/>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8214" name="Google Shape;8214;p36"/>
              <p:cNvGrpSpPr/>
              <p:nvPr/>
            </p:nvGrpSpPr>
            <p:grpSpPr>
              <a:xfrm>
                <a:off x="5068855" y="3563980"/>
                <a:ext cx="53954" cy="46223"/>
                <a:chOff x="5068855" y="3563980"/>
                <a:chExt cx="53954" cy="46223"/>
              </a:xfrm>
            </p:grpSpPr>
            <p:sp>
              <p:nvSpPr>
                <p:cNvPr id="8215" name="Google Shape;8215;p36"/>
                <p:cNvSpPr/>
                <p:nvPr/>
              </p:nvSpPr>
              <p:spPr>
                <a:xfrm>
                  <a:off x="5068855" y="3563980"/>
                  <a:ext cx="53954" cy="46223"/>
                </a:xfrm>
                <a:custGeom>
                  <a:rect b="b" l="l" r="r" t="t"/>
                  <a:pathLst>
                    <a:path extrusionOk="0" h="5877" w="6860">
                      <a:moveTo>
                        <a:pt x="3909" y="0"/>
                      </a:moveTo>
                      <a:cubicBezTo>
                        <a:pt x="3187" y="0"/>
                        <a:pt x="2451" y="269"/>
                        <a:pt x="1852" y="868"/>
                      </a:cubicBezTo>
                      <a:cubicBezTo>
                        <a:pt x="1" y="2719"/>
                        <a:pt x="1307" y="5876"/>
                        <a:pt x="3920" y="5876"/>
                      </a:cubicBezTo>
                      <a:cubicBezTo>
                        <a:pt x="5541" y="5876"/>
                        <a:pt x="6848" y="4558"/>
                        <a:pt x="6860" y="2937"/>
                      </a:cubicBezTo>
                      <a:cubicBezTo>
                        <a:pt x="6860" y="1170"/>
                        <a:pt x="5416" y="0"/>
                        <a:pt x="3909" y="0"/>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216" name="Google Shape;8216;p36"/>
                <p:cNvSpPr/>
                <p:nvPr/>
              </p:nvSpPr>
              <p:spPr>
                <a:xfrm>
                  <a:off x="5086268" y="3573654"/>
                  <a:ext cx="26835" cy="26843"/>
                </a:xfrm>
                <a:custGeom>
                  <a:rect b="b" l="l" r="r" t="t"/>
                  <a:pathLst>
                    <a:path extrusionOk="0" h="3413" w="3412">
                      <a:moveTo>
                        <a:pt x="1706" y="1"/>
                      </a:moveTo>
                      <a:cubicBezTo>
                        <a:pt x="763" y="1"/>
                        <a:pt x="1" y="763"/>
                        <a:pt x="1" y="1707"/>
                      </a:cubicBezTo>
                      <a:cubicBezTo>
                        <a:pt x="1" y="2650"/>
                        <a:pt x="763" y="3412"/>
                        <a:pt x="1706" y="3412"/>
                      </a:cubicBezTo>
                      <a:cubicBezTo>
                        <a:pt x="2650" y="3412"/>
                        <a:pt x="3412" y="2650"/>
                        <a:pt x="3412" y="1707"/>
                      </a:cubicBezTo>
                      <a:cubicBezTo>
                        <a:pt x="3412" y="763"/>
                        <a:pt x="2650" y="1"/>
                        <a:pt x="1706" y="1"/>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8217" name="Google Shape;8217;p36"/>
              <p:cNvGrpSpPr/>
              <p:nvPr/>
            </p:nvGrpSpPr>
            <p:grpSpPr>
              <a:xfrm>
                <a:off x="5037654" y="3392507"/>
                <a:ext cx="37870" cy="32451"/>
                <a:chOff x="5037654" y="3392507"/>
                <a:chExt cx="37870" cy="32451"/>
              </a:xfrm>
            </p:grpSpPr>
            <p:sp>
              <p:nvSpPr>
                <p:cNvPr id="8218" name="Google Shape;8218;p36"/>
                <p:cNvSpPr/>
                <p:nvPr/>
              </p:nvSpPr>
              <p:spPr>
                <a:xfrm>
                  <a:off x="5037654" y="3392507"/>
                  <a:ext cx="37870" cy="32451"/>
                </a:xfrm>
                <a:custGeom>
                  <a:rect b="b" l="l" r="r" t="t"/>
                  <a:pathLst>
                    <a:path extrusionOk="0" h="4126" w="4815">
                      <a:moveTo>
                        <a:pt x="2742" y="1"/>
                      </a:moveTo>
                      <a:cubicBezTo>
                        <a:pt x="2238" y="1"/>
                        <a:pt x="1724" y="188"/>
                        <a:pt x="1307" y="606"/>
                      </a:cubicBezTo>
                      <a:cubicBezTo>
                        <a:pt x="0" y="1912"/>
                        <a:pt x="919" y="4126"/>
                        <a:pt x="2758" y="4126"/>
                      </a:cubicBezTo>
                      <a:cubicBezTo>
                        <a:pt x="3895" y="4114"/>
                        <a:pt x="4815" y="3194"/>
                        <a:pt x="4815" y="2069"/>
                      </a:cubicBezTo>
                      <a:cubicBezTo>
                        <a:pt x="4815" y="824"/>
                        <a:pt x="3799" y="1"/>
                        <a:pt x="2742" y="1"/>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219" name="Google Shape;8219;p36"/>
                <p:cNvSpPr/>
                <p:nvPr/>
              </p:nvSpPr>
              <p:spPr>
                <a:xfrm>
                  <a:off x="5050592" y="3402213"/>
                  <a:ext cx="15227" cy="13064"/>
                </a:xfrm>
                <a:custGeom>
                  <a:rect b="b" l="l" r="r" t="t"/>
                  <a:pathLst>
                    <a:path extrusionOk="0" h="1661" w="1936">
                      <a:moveTo>
                        <a:pt x="1113" y="1"/>
                      </a:moveTo>
                      <a:cubicBezTo>
                        <a:pt x="375" y="1"/>
                        <a:pt x="0" y="896"/>
                        <a:pt x="520" y="1416"/>
                      </a:cubicBezTo>
                      <a:cubicBezTo>
                        <a:pt x="689" y="1585"/>
                        <a:pt x="898" y="1661"/>
                        <a:pt x="1103" y="1661"/>
                      </a:cubicBezTo>
                      <a:cubicBezTo>
                        <a:pt x="1528" y="1661"/>
                        <a:pt x="1936" y="1333"/>
                        <a:pt x="1936" y="835"/>
                      </a:cubicBezTo>
                      <a:cubicBezTo>
                        <a:pt x="1936" y="376"/>
                        <a:pt x="1573" y="1"/>
                        <a:pt x="1113" y="1"/>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8220" name="Google Shape;8220;p36"/>
              <p:cNvGrpSpPr/>
              <p:nvPr/>
            </p:nvGrpSpPr>
            <p:grpSpPr>
              <a:xfrm>
                <a:off x="5456560" y="3368629"/>
                <a:ext cx="37870" cy="32451"/>
                <a:chOff x="5456560" y="3368629"/>
                <a:chExt cx="37870" cy="32451"/>
              </a:xfrm>
            </p:grpSpPr>
            <p:sp>
              <p:nvSpPr>
                <p:cNvPr id="8221" name="Google Shape;8221;p36"/>
                <p:cNvSpPr/>
                <p:nvPr/>
              </p:nvSpPr>
              <p:spPr>
                <a:xfrm>
                  <a:off x="5456560" y="3368629"/>
                  <a:ext cx="37870" cy="32451"/>
                </a:xfrm>
                <a:custGeom>
                  <a:rect b="b" l="l" r="r" t="t"/>
                  <a:pathLst>
                    <a:path extrusionOk="0" h="4126" w="4815">
                      <a:moveTo>
                        <a:pt x="2742" y="0"/>
                      </a:moveTo>
                      <a:cubicBezTo>
                        <a:pt x="2238" y="0"/>
                        <a:pt x="1724" y="187"/>
                        <a:pt x="1307" y="605"/>
                      </a:cubicBezTo>
                      <a:cubicBezTo>
                        <a:pt x="0" y="1912"/>
                        <a:pt x="920" y="4125"/>
                        <a:pt x="2758" y="4125"/>
                      </a:cubicBezTo>
                      <a:cubicBezTo>
                        <a:pt x="3895" y="4113"/>
                        <a:pt x="4815" y="3194"/>
                        <a:pt x="4815" y="2069"/>
                      </a:cubicBezTo>
                      <a:cubicBezTo>
                        <a:pt x="4815" y="824"/>
                        <a:pt x="3800" y="0"/>
                        <a:pt x="2742" y="0"/>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222" name="Google Shape;8222;p36"/>
                <p:cNvSpPr/>
                <p:nvPr/>
              </p:nvSpPr>
              <p:spPr>
                <a:xfrm>
                  <a:off x="5469498" y="3378334"/>
                  <a:ext cx="15227" cy="13064"/>
                </a:xfrm>
                <a:custGeom>
                  <a:rect b="b" l="l" r="r" t="t"/>
                  <a:pathLst>
                    <a:path extrusionOk="0" h="1661" w="1936">
                      <a:moveTo>
                        <a:pt x="1113" y="0"/>
                      </a:moveTo>
                      <a:cubicBezTo>
                        <a:pt x="375" y="0"/>
                        <a:pt x="0" y="895"/>
                        <a:pt x="520" y="1416"/>
                      </a:cubicBezTo>
                      <a:cubicBezTo>
                        <a:pt x="693" y="1585"/>
                        <a:pt x="903" y="1660"/>
                        <a:pt x="1108" y="1660"/>
                      </a:cubicBezTo>
                      <a:cubicBezTo>
                        <a:pt x="1533" y="1660"/>
                        <a:pt x="1936" y="1333"/>
                        <a:pt x="1936" y="835"/>
                      </a:cubicBezTo>
                      <a:cubicBezTo>
                        <a:pt x="1936" y="375"/>
                        <a:pt x="1573" y="0"/>
                        <a:pt x="1113" y="0"/>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8223" name="Google Shape;8223;p36"/>
              <p:cNvGrpSpPr/>
              <p:nvPr/>
            </p:nvGrpSpPr>
            <p:grpSpPr>
              <a:xfrm>
                <a:off x="4755749" y="3501516"/>
                <a:ext cx="46246" cy="39608"/>
                <a:chOff x="4755749" y="3501516"/>
                <a:chExt cx="46246" cy="39608"/>
              </a:xfrm>
            </p:grpSpPr>
            <p:sp>
              <p:nvSpPr>
                <p:cNvPr id="8224" name="Google Shape;8224;p36"/>
                <p:cNvSpPr/>
                <p:nvPr/>
              </p:nvSpPr>
              <p:spPr>
                <a:xfrm>
                  <a:off x="4755749" y="3501516"/>
                  <a:ext cx="46246" cy="39608"/>
                </a:xfrm>
                <a:custGeom>
                  <a:rect b="b" l="l" r="r" t="t"/>
                  <a:pathLst>
                    <a:path extrusionOk="0" h="5036" w="5880">
                      <a:moveTo>
                        <a:pt x="3345" y="0"/>
                      </a:moveTo>
                      <a:cubicBezTo>
                        <a:pt x="2727" y="0"/>
                        <a:pt x="2097" y="229"/>
                        <a:pt x="1585" y="741"/>
                      </a:cubicBezTo>
                      <a:cubicBezTo>
                        <a:pt x="0" y="2326"/>
                        <a:pt x="1125" y="5036"/>
                        <a:pt x="3363" y="5036"/>
                      </a:cubicBezTo>
                      <a:cubicBezTo>
                        <a:pt x="4754" y="5036"/>
                        <a:pt x="5879" y="3911"/>
                        <a:pt x="5879" y="2520"/>
                      </a:cubicBezTo>
                      <a:cubicBezTo>
                        <a:pt x="5879" y="1005"/>
                        <a:pt x="4638" y="0"/>
                        <a:pt x="3345" y="0"/>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225" name="Google Shape;8225;p36"/>
                <p:cNvSpPr/>
                <p:nvPr/>
              </p:nvSpPr>
              <p:spPr>
                <a:xfrm>
                  <a:off x="4768687" y="3511245"/>
                  <a:ext cx="23697" cy="20221"/>
                </a:xfrm>
                <a:custGeom>
                  <a:rect b="b" l="l" r="r" t="t"/>
                  <a:pathLst>
                    <a:path extrusionOk="0" h="2571" w="3013">
                      <a:moveTo>
                        <a:pt x="1718" y="0"/>
                      </a:moveTo>
                      <a:cubicBezTo>
                        <a:pt x="569" y="0"/>
                        <a:pt x="0" y="1379"/>
                        <a:pt x="811" y="2190"/>
                      </a:cubicBezTo>
                      <a:cubicBezTo>
                        <a:pt x="1074" y="2453"/>
                        <a:pt x="1398" y="2571"/>
                        <a:pt x="1715" y="2571"/>
                      </a:cubicBezTo>
                      <a:cubicBezTo>
                        <a:pt x="2377" y="2571"/>
                        <a:pt x="3013" y="2059"/>
                        <a:pt x="3013" y="1283"/>
                      </a:cubicBezTo>
                      <a:cubicBezTo>
                        <a:pt x="3013" y="581"/>
                        <a:pt x="2432" y="0"/>
                        <a:pt x="1718" y="0"/>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8226" name="Google Shape;8226;p36"/>
              <p:cNvGrpSpPr/>
              <p:nvPr/>
            </p:nvGrpSpPr>
            <p:grpSpPr>
              <a:xfrm>
                <a:off x="4681346" y="3485582"/>
                <a:ext cx="37783" cy="32427"/>
                <a:chOff x="4681346" y="3485582"/>
                <a:chExt cx="37783" cy="32427"/>
              </a:xfrm>
            </p:grpSpPr>
            <p:sp>
              <p:nvSpPr>
                <p:cNvPr id="8227" name="Google Shape;8227;p36"/>
                <p:cNvSpPr/>
                <p:nvPr/>
              </p:nvSpPr>
              <p:spPr>
                <a:xfrm>
                  <a:off x="4681346" y="3485582"/>
                  <a:ext cx="37783" cy="32427"/>
                </a:xfrm>
                <a:custGeom>
                  <a:rect b="b" l="l" r="r" t="t"/>
                  <a:pathLst>
                    <a:path extrusionOk="0" h="4123" w="4804">
                      <a:moveTo>
                        <a:pt x="2738" y="1"/>
                      </a:moveTo>
                      <a:cubicBezTo>
                        <a:pt x="2231" y="1"/>
                        <a:pt x="1715" y="191"/>
                        <a:pt x="1295" y="614"/>
                      </a:cubicBezTo>
                      <a:cubicBezTo>
                        <a:pt x="1" y="1909"/>
                        <a:pt x="920" y="4122"/>
                        <a:pt x="2747" y="4122"/>
                      </a:cubicBezTo>
                      <a:cubicBezTo>
                        <a:pt x="3884" y="4122"/>
                        <a:pt x="4803" y="3203"/>
                        <a:pt x="4803" y="2066"/>
                      </a:cubicBezTo>
                      <a:cubicBezTo>
                        <a:pt x="4803" y="824"/>
                        <a:pt x="3793" y="1"/>
                        <a:pt x="2738" y="1"/>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228" name="Google Shape;8228;p36"/>
                <p:cNvSpPr/>
                <p:nvPr/>
              </p:nvSpPr>
              <p:spPr>
                <a:xfrm>
                  <a:off x="4696479" y="3495263"/>
                  <a:ext cx="13040" cy="13040"/>
                </a:xfrm>
                <a:custGeom>
                  <a:rect b="b" l="l" r="r" t="t"/>
                  <a:pathLst>
                    <a:path extrusionOk="0" h="1658" w="1658">
                      <a:moveTo>
                        <a:pt x="823" y="0"/>
                      </a:moveTo>
                      <a:cubicBezTo>
                        <a:pt x="363" y="0"/>
                        <a:pt x="0" y="375"/>
                        <a:pt x="0" y="835"/>
                      </a:cubicBezTo>
                      <a:cubicBezTo>
                        <a:pt x="0" y="1295"/>
                        <a:pt x="363" y="1657"/>
                        <a:pt x="823" y="1657"/>
                      </a:cubicBezTo>
                      <a:cubicBezTo>
                        <a:pt x="1282" y="1657"/>
                        <a:pt x="1657" y="1295"/>
                        <a:pt x="1657" y="835"/>
                      </a:cubicBezTo>
                      <a:cubicBezTo>
                        <a:pt x="1657" y="375"/>
                        <a:pt x="1282" y="0"/>
                        <a:pt x="823" y="0"/>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8229" name="Google Shape;8229;p36"/>
              <p:cNvGrpSpPr/>
              <p:nvPr/>
            </p:nvGrpSpPr>
            <p:grpSpPr>
              <a:xfrm>
                <a:off x="4767067" y="3291088"/>
                <a:ext cx="37878" cy="32451"/>
                <a:chOff x="4767067" y="3291088"/>
                <a:chExt cx="37878" cy="32451"/>
              </a:xfrm>
            </p:grpSpPr>
            <p:sp>
              <p:nvSpPr>
                <p:cNvPr id="8230" name="Google Shape;8230;p36"/>
                <p:cNvSpPr/>
                <p:nvPr/>
              </p:nvSpPr>
              <p:spPr>
                <a:xfrm>
                  <a:off x="4767067" y="3291088"/>
                  <a:ext cx="37878" cy="32451"/>
                </a:xfrm>
                <a:custGeom>
                  <a:rect b="b" l="l" r="r" t="t"/>
                  <a:pathLst>
                    <a:path extrusionOk="0" h="4126" w="4816">
                      <a:moveTo>
                        <a:pt x="2739" y="0"/>
                      </a:moveTo>
                      <a:cubicBezTo>
                        <a:pt x="2233" y="0"/>
                        <a:pt x="1717" y="188"/>
                        <a:pt x="1295" y="605"/>
                      </a:cubicBezTo>
                      <a:cubicBezTo>
                        <a:pt x="1" y="1900"/>
                        <a:pt x="920" y="4126"/>
                        <a:pt x="2759" y="4126"/>
                      </a:cubicBezTo>
                      <a:cubicBezTo>
                        <a:pt x="3884" y="4113"/>
                        <a:pt x="4803" y="3206"/>
                        <a:pt x="4815" y="2069"/>
                      </a:cubicBezTo>
                      <a:cubicBezTo>
                        <a:pt x="4815" y="824"/>
                        <a:pt x="3800" y="0"/>
                        <a:pt x="2739" y="0"/>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231" name="Google Shape;8231;p36"/>
                <p:cNvSpPr/>
                <p:nvPr/>
              </p:nvSpPr>
              <p:spPr>
                <a:xfrm>
                  <a:off x="4780036" y="3300888"/>
                  <a:ext cx="15203" cy="13009"/>
                </a:xfrm>
                <a:custGeom>
                  <a:rect b="b" l="l" r="r" t="t"/>
                  <a:pathLst>
                    <a:path extrusionOk="0" h="1654" w="1933">
                      <a:moveTo>
                        <a:pt x="1131" y="0"/>
                      </a:moveTo>
                      <a:cubicBezTo>
                        <a:pt x="1124" y="0"/>
                        <a:pt x="1117" y="0"/>
                        <a:pt x="1110" y="1"/>
                      </a:cubicBezTo>
                      <a:cubicBezTo>
                        <a:pt x="1105" y="0"/>
                        <a:pt x="1100" y="0"/>
                        <a:pt x="1095" y="0"/>
                      </a:cubicBezTo>
                      <a:cubicBezTo>
                        <a:pt x="367" y="0"/>
                        <a:pt x="0" y="887"/>
                        <a:pt x="517" y="1404"/>
                      </a:cubicBezTo>
                      <a:cubicBezTo>
                        <a:pt x="686" y="1577"/>
                        <a:pt x="895" y="1654"/>
                        <a:pt x="1100" y="1654"/>
                      </a:cubicBezTo>
                      <a:cubicBezTo>
                        <a:pt x="1525" y="1654"/>
                        <a:pt x="1932" y="1321"/>
                        <a:pt x="1932" y="823"/>
                      </a:cubicBezTo>
                      <a:cubicBezTo>
                        <a:pt x="1932" y="371"/>
                        <a:pt x="1569" y="0"/>
                        <a:pt x="1131" y="0"/>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8232" name="Google Shape;8232;p36"/>
              <p:cNvGrpSpPr/>
              <p:nvPr/>
            </p:nvGrpSpPr>
            <p:grpSpPr>
              <a:xfrm>
                <a:off x="4687819" y="3405539"/>
                <a:ext cx="37776" cy="32451"/>
                <a:chOff x="4687819" y="3405539"/>
                <a:chExt cx="37776" cy="32451"/>
              </a:xfrm>
            </p:grpSpPr>
            <p:sp>
              <p:nvSpPr>
                <p:cNvPr id="8233" name="Google Shape;8233;p36"/>
                <p:cNvSpPr/>
                <p:nvPr/>
              </p:nvSpPr>
              <p:spPr>
                <a:xfrm>
                  <a:off x="4687819" y="3405539"/>
                  <a:ext cx="37776" cy="32451"/>
                </a:xfrm>
                <a:custGeom>
                  <a:rect b="b" l="l" r="r" t="t"/>
                  <a:pathLst>
                    <a:path extrusionOk="0" h="4126" w="4803">
                      <a:moveTo>
                        <a:pt x="2730" y="1"/>
                      </a:moveTo>
                      <a:cubicBezTo>
                        <a:pt x="2226" y="1"/>
                        <a:pt x="1712" y="188"/>
                        <a:pt x="1295" y="606"/>
                      </a:cubicBezTo>
                      <a:cubicBezTo>
                        <a:pt x="0" y="1912"/>
                        <a:pt x="920" y="4126"/>
                        <a:pt x="2758" y="4126"/>
                      </a:cubicBezTo>
                      <a:cubicBezTo>
                        <a:pt x="3883" y="4114"/>
                        <a:pt x="4803" y="3195"/>
                        <a:pt x="4803" y="2070"/>
                      </a:cubicBezTo>
                      <a:cubicBezTo>
                        <a:pt x="4803" y="824"/>
                        <a:pt x="3787" y="1"/>
                        <a:pt x="2730" y="1"/>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234" name="Google Shape;8234;p36"/>
                <p:cNvSpPr/>
                <p:nvPr/>
              </p:nvSpPr>
              <p:spPr>
                <a:xfrm>
                  <a:off x="4702944" y="3415245"/>
                  <a:ext cx="13040" cy="13048"/>
                </a:xfrm>
                <a:custGeom>
                  <a:rect b="b" l="l" r="r" t="t"/>
                  <a:pathLst>
                    <a:path extrusionOk="0" h="1659" w="1658">
                      <a:moveTo>
                        <a:pt x="823" y="1"/>
                      </a:moveTo>
                      <a:cubicBezTo>
                        <a:pt x="376" y="1"/>
                        <a:pt x="1" y="376"/>
                        <a:pt x="1" y="836"/>
                      </a:cubicBezTo>
                      <a:cubicBezTo>
                        <a:pt x="1" y="1295"/>
                        <a:pt x="376" y="1658"/>
                        <a:pt x="823" y="1658"/>
                      </a:cubicBezTo>
                      <a:cubicBezTo>
                        <a:pt x="1283" y="1658"/>
                        <a:pt x="1658" y="1295"/>
                        <a:pt x="1658" y="836"/>
                      </a:cubicBezTo>
                      <a:cubicBezTo>
                        <a:pt x="1658" y="376"/>
                        <a:pt x="1283" y="1"/>
                        <a:pt x="823" y="1"/>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8235" name="Google Shape;8235;p36"/>
              <p:cNvGrpSpPr/>
              <p:nvPr/>
            </p:nvGrpSpPr>
            <p:grpSpPr>
              <a:xfrm>
                <a:off x="4923101" y="3444809"/>
                <a:ext cx="52813" cy="45318"/>
                <a:chOff x="4923101" y="3444809"/>
                <a:chExt cx="52813" cy="45318"/>
              </a:xfrm>
            </p:grpSpPr>
            <p:sp>
              <p:nvSpPr>
                <p:cNvPr id="8236" name="Google Shape;8236;p36"/>
                <p:cNvSpPr/>
                <p:nvPr/>
              </p:nvSpPr>
              <p:spPr>
                <a:xfrm>
                  <a:off x="4923101" y="3444809"/>
                  <a:ext cx="52813" cy="45318"/>
                </a:xfrm>
                <a:custGeom>
                  <a:rect b="b" l="l" r="r" t="t"/>
                  <a:pathLst>
                    <a:path extrusionOk="0" h="5762" w="6715">
                      <a:moveTo>
                        <a:pt x="3823" y="1"/>
                      </a:moveTo>
                      <a:cubicBezTo>
                        <a:pt x="3117" y="1"/>
                        <a:pt x="2398" y="263"/>
                        <a:pt x="1815" y="851"/>
                      </a:cubicBezTo>
                      <a:cubicBezTo>
                        <a:pt x="1" y="2665"/>
                        <a:pt x="1283" y="5762"/>
                        <a:pt x="3847" y="5762"/>
                      </a:cubicBezTo>
                      <a:cubicBezTo>
                        <a:pt x="5432" y="5762"/>
                        <a:pt x="6714" y="4468"/>
                        <a:pt x="6714" y="2883"/>
                      </a:cubicBezTo>
                      <a:cubicBezTo>
                        <a:pt x="6714" y="1148"/>
                        <a:pt x="5298" y="1"/>
                        <a:pt x="3823" y="1"/>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237" name="Google Shape;8237;p36"/>
                <p:cNvSpPr/>
                <p:nvPr/>
              </p:nvSpPr>
              <p:spPr>
                <a:xfrm>
                  <a:off x="4936039" y="3454538"/>
                  <a:ext cx="30265" cy="25915"/>
                </a:xfrm>
                <a:custGeom>
                  <a:rect b="b" l="l" r="r" t="t"/>
                  <a:pathLst>
                    <a:path extrusionOk="0" h="3295" w="3848">
                      <a:moveTo>
                        <a:pt x="2202" y="1"/>
                      </a:moveTo>
                      <a:cubicBezTo>
                        <a:pt x="727" y="1"/>
                        <a:pt x="1" y="1779"/>
                        <a:pt x="1029" y="2807"/>
                      </a:cubicBezTo>
                      <a:cubicBezTo>
                        <a:pt x="1365" y="3144"/>
                        <a:pt x="1779" y="3294"/>
                        <a:pt x="2185" y="3294"/>
                      </a:cubicBezTo>
                      <a:cubicBezTo>
                        <a:pt x="3034" y="3294"/>
                        <a:pt x="3847" y="2636"/>
                        <a:pt x="3847" y="1646"/>
                      </a:cubicBezTo>
                      <a:cubicBezTo>
                        <a:pt x="3847" y="739"/>
                        <a:pt x="3110" y="1"/>
                        <a:pt x="2202" y="1"/>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8238" name="Google Shape;8238;p36"/>
              <p:cNvGrpSpPr/>
              <p:nvPr/>
            </p:nvGrpSpPr>
            <p:grpSpPr>
              <a:xfrm>
                <a:off x="4846040" y="3654750"/>
                <a:ext cx="31405" cy="26993"/>
                <a:chOff x="4846040" y="3654750"/>
                <a:chExt cx="31405" cy="26993"/>
              </a:xfrm>
            </p:grpSpPr>
            <p:sp>
              <p:nvSpPr>
                <p:cNvPr id="8239" name="Google Shape;8239;p36"/>
                <p:cNvSpPr/>
                <p:nvPr/>
              </p:nvSpPr>
              <p:spPr>
                <a:xfrm>
                  <a:off x="4846040" y="3654750"/>
                  <a:ext cx="31405" cy="26993"/>
                </a:xfrm>
                <a:custGeom>
                  <a:rect b="b" l="l" r="r" t="t"/>
                  <a:pathLst>
                    <a:path extrusionOk="0" h="3432" w="3993">
                      <a:moveTo>
                        <a:pt x="2272" y="0"/>
                      </a:moveTo>
                      <a:cubicBezTo>
                        <a:pt x="1853" y="0"/>
                        <a:pt x="1425" y="156"/>
                        <a:pt x="1077" y="504"/>
                      </a:cubicBezTo>
                      <a:cubicBezTo>
                        <a:pt x="0" y="1581"/>
                        <a:pt x="750" y="3432"/>
                        <a:pt x="2274" y="3432"/>
                      </a:cubicBezTo>
                      <a:cubicBezTo>
                        <a:pt x="3218" y="3432"/>
                        <a:pt x="3992" y="2658"/>
                        <a:pt x="3992" y="1714"/>
                      </a:cubicBezTo>
                      <a:cubicBezTo>
                        <a:pt x="3992" y="683"/>
                        <a:pt x="3150" y="0"/>
                        <a:pt x="2272" y="0"/>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240" name="Google Shape;8240;p36"/>
                <p:cNvSpPr/>
                <p:nvPr/>
              </p:nvSpPr>
              <p:spPr>
                <a:xfrm>
                  <a:off x="4858883" y="3664424"/>
                  <a:ext cx="8856" cy="7676"/>
                </a:xfrm>
                <a:custGeom>
                  <a:rect b="b" l="l" r="r" t="t"/>
                  <a:pathLst>
                    <a:path extrusionOk="0" h="976" w="1126">
                      <a:moveTo>
                        <a:pt x="641" y="0"/>
                      </a:moveTo>
                      <a:cubicBezTo>
                        <a:pt x="218" y="0"/>
                        <a:pt x="0" y="520"/>
                        <a:pt x="303" y="835"/>
                      </a:cubicBezTo>
                      <a:cubicBezTo>
                        <a:pt x="400" y="932"/>
                        <a:pt x="519" y="975"/>
                        <a:pt x="636" y="975"/>
                      </a:cubicBezTo>
                      <a:cubicBezTo>
                        <a:pt x="885" y="975"/>
                        <a:pt x="1125" y="780"/>
                        <a:pt x="1125" y="484"/>
                      </a:cubicBezTo>
                      <a:cubicBezTo>
                        <a:pt x="1125" y="218"/>
                        <a:pt x="907" y="0"/>
                        <a:pt x="641" y="0"/>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8241" name="Google Shape;8241;p36"/>
              <p:cNvGrpSpPr/>
              <p:nvPr/>
            </p:nvGrpSpPr>
            <p:grpSpPr>
              <a:xfrm>
                <a:off x="4925673" y="3691700"/>
                <a:ext cx="40253" cy="34472"/>
                <a:chOff x="4925673" y="3691700"/>
                <a:chExt cx="40253" cy="34472"/>
              </a:xfrm>
            </p:grpSpPr>
            <p:sp>
              <p:nvSpPr>
                <p:cNvPr id="8242" name="Google Shape;8242;p36"/>
                <p:cNvSpPr/>
                <p:nvPr/>
              </p:nvSpPr>
              <p:spPr>
                <a:xfrm>
                  <a:off x="4925673" y="3691700"/>
                  <a:ext cx="40253" cy="34472"/>
                </a:xfrm>
                <a:custGeom>
                  <a:rect b="b" l="l" r="r" t="t"/>
                  <a:pathLst>
                    <a:path extrusionOk="0" h="4383" w="5118">
                      <a:moveTo>
                        <a:pt x="2908" y="0"/>
                      </a:moveTo>
                      <a:cubicBezTo>
                        <a:pt x="2371" y="0"/>
                        <a:pt x="1825" y="200"/>
                        <a:pt x="1379" y="645"/>
                      </a:cubicBezTo>
                      <a:cubicBezTo>
                        <a:pt x="0" y="2024"/>
                        <a:pt x="968" y="4383"/>
                        <a:pt x="2915" y="4383"/>
                      </a:cubicBezTo>
                      <a:cubicBezTo>
                        <a:pt x="4125" y="4383"/>
                        <a:pt x="5105" y="3403"/>
                        <a:pt x="5117" y="2193"/>
                      </a:cubicBezTo>
                      <a:cubicBezTo>
                        <a:pt x="5109" y="875"/>
                        <a:pt x="4031" y="0"/>
                        <a:pt x="2908" y="0"/>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243" name="Google Shape;8243;p36"/>
                <p:cNvSpPr/>
                <p:nvPr/>
              </p:nvSpPr>
              <p:spPr>
                <a:xfrm>
                  <a:off x="4938516" y="3701334"/>
                  <a:ext cx="17704" cy="15187"/>
                </a:xfrm>
                <a:custGeom>
                  <a:rect b="b" l="l" r="r" t="t"/>
                  <a:pathLst>
                    <a:path extrusionOk="0" h="1931" w="2251">
                      <a:moveTo>
                        <a:pt x="1295" y="1"/>
                      </a:moveTo>
                      <a:cubicBezTo>
                        <a:pt x="436" y="1"/>
                        <a:pt x="0" y="1041"/>
                        <a:pt x="605" y="1646"/>
                      </a:cubicBezTo>
                      <a:cubicBezTo>
                        <a:pt x="801" y="1842"/>
                        <a:pt x="1043" y="1930"/>
                        <a:pt x="1281" y="1930"/>
                      </a:cubicBezTo>
                      <a:cubicBezTo>
                        <a:pt x="1775" y="1930"/>
                        <a:pt x="2250" y="1549"/>
                        <a:pt x="2250" y="968"/>
                      </a:cubicBezTo>
                      <a:cubicBezTo>
                        <a:pt x="2250" y="436"/>
                        <a:pt x="1827" y="1"/>
                        <a:pt x="1295" y="1"/>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8244" name="Google Shape;8244;p36"/>
              <p:cNvGrpSpPr/>
              <p:nvPr/>
            </p:nvGrpSpPr>
            <p:grpSpPr>
              <a:xfrm>
                <a:off x="4894653" y="3740848"/>
                <a:ext cx="31405" cy="26906"/>
                <a:chOff x="4894653" y="3740848"/>
                <a:chExt cx="31405" cy="26906"/>
              </a:xfrm>
            </p:grpSpPr>
            <p:sp>
              <p:nvSpPr>
                <p:cNvPr id="8245" name="Google Shape;8245;p36"/>
                <p:cNvSpPr/>
                <p:nvPr/>
              </p:nvSpPr>
              <p:spPr>
                <a:xfrm>
                  <a:off x="4894653" y="3740848"/>
                  <a:ext cx="31405" cy="26906"/>
                </a:xfrm>
                <a:custGeom>
                  <a:rect b="b" l="l" r="r" t="t"/>
                  <a:pathLst>
                    <a:path extrusionOk="0" h="3421" w="3993">
                      <a:moveTo>
                        <a:pt x="2273" y="1"/>
                      </a:moveTo>
                      <a:cubicBezTo>
                        <a:pt x="1853" y="1"/>
                        <a:pt x="1425" y="157"/>
                        <a:pt x="1077" y="505"/>
                      </a:cubicBezTo>
                      <a:cubicBezTo>
                        <a:pt x="1" y="1582"/>
                        <a:pt x="763" y="3420"/>
                        <a:pt x="2287" y="3420"/>
                      </a:cubicBezTo>
                      <a:cubicBezTo>
                        <a:pt x="3230" y="3420"/>
                        <a:pt x="3993" y="2658"/>
                        <a:pt x="3993" y="1715"/>
                      </a:cubicBezTo>
                      <a:cubicBezTo>
                        <a:pt x="3993" y="683"/>
                        <a:pt x="3151" y="1"/>
                        <a:pt x="2273" y="1"/>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246" name="Google Shape;8246;p36"/>
                <p:cNvSpPr/>
                <p:nvPr/>
              </p:nvSpPr>
              <p:spPr>
                <a:xfrm>
                  <a:off x="4907497" y="3750522"/>
                  <a:ext cx="8950" cy="7605"/>
                </a:xfrm>
                <a:custGeom>
                  <a:rect b="b" l="l" r="r" t="t"/>
                  <a:pathLst>
                    <a:path extrusionOk="0" h="967" w="1138">
                      <a:moveTo>
                        <a:pt x="654" y="1"/>
                      </a:moveTo>
                      <a:cubicBezTo>
                        <a:pt x="218" y="1"/>
                        <a:pt x="1" y="521"/>
                        <a:pt x="303" y="823"/>
                      </a:cubicBezTo>
                      <a:cubicBezTo>
                        <a:pt x="406" y="922"/>
                        <a:pt x="531" y="967"/>
                        <a:pt x="652" y="967"/>
                      </a:cubicBezTo>
                      <a:cubicBezTo>
                        <a:pt x="902" y="967"/>
                        <a:pt x="1138" y="778"/>
                        <a:pt x="1138" y="485"/>
                      </a:cubicBezTo>
                      <a:cubicBezTo>
                        <a:pt x="1138" y="219"/>
                        <a:pt x="920" y="1"/>
                        <a:pt x="654" y="1"/>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8247" name="Google Shape;8247;p36"/>
              <p:cNvGrpSpPr/>
              <p:nvPr/>
            </p:nvGrpSpPr>
            <p:grpSpPr>
              <a:xfrm>
                <a:off x="4962300" y="3696348"/>
                <a:ext cx="38255" cy="32773"/>
                <a:chOff x="4962300" y="3696348"/>
                <a:chExt cx="38255" cy="32773"/>
              </a:xfrm>
            </p:grpSpPr>
            <p:sp>
              <p:nvSpPr>
                <p:cNvPr id="8248" name="Google Shape;8248;p36"/>
                <p:cNvSpPr/>
                <p:nvPr/>
              </p:nvSpPr>
              <p:spPr>
                <a:xfrm>
                  <a:off x="4962300" y="3696348"/>
                  <a:ext cx="38255" cy="32773"/>
                </a:xfrm>
                <a:custGeom>
                  <a:rect b="b" l="l" r="r" t="t"/>
                  <a:pathLst>
                    <a:path extrusionOk="0" h="4167" w="4864">
                      <a:moveTo>
                        <a:pt x="2767" y="1"/>
                      </a:moveTo>
                      <a:cubicBezTo>
                        <a:pt x="2259" y="1"/>
                        <a:pt x="1740" y="189"/>
                        <a:pt x="1319" y="611"/>
                      </a:cubicBezTo>
                      <a:cubicBezTo>
                        <a:pt x="0" y="1929"/>
                        <a:pt x="932" y="4167"/>
                        <a:pt x="2783" y="4167"/>
                      </a:cubicBezTo>
                      <a:cubicBezTo>
                        <a:pt x="3932" y="4167"/>
                        <a:pt x="4863" y="3236"/>
                        <a:pt x="4863" y="2086"/>
                      </a:cubicBezTo>
                      <a:cubicBezTo>
                        <a:pt x="4863" y="833"/>
                        <a:pt x="3836" y="1"/>
                        <a:pt x="2767" y="1"/>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249" name="Google Shape;8249;p36"/>
                <p:cNvSpPr/>
                <p:nvPr/>
              </p:nvSpPr>
              <p:spPr>
                <a:xfrm>
                  <a:off x="4975238" y="3706093"/>
                  <a:ext cx="15612" cy="13386"/>
                </a:xfrm>
                <a:custGeom>
                  <a:rect b="b" l="l" r="r" t="t"/>
                  <a:pathLst>
                    <a:path extrusionOk="0" h="1702" w="1985">
                      <a:moveTo>
                        <a:pt x="1138" y="1"/>
                      </a:moveTo>
                      <a:cubicBezTo>
                        <a:pt x="388" y="1"/>
                        <a:pt x="1" y="908"/>
                        <a:pt x="533" y="1452"/>
                      </a:cubicBezTo>
                      <a:cubicBezTo>
                        <a:pt x="709" y="1624"/>
                        <a:pt x="923" y="1702"/>
                        <a:pt x="1132" y="1702"/>
                      </a:cubicBezTo>
                      <a:cubicBezTo>
                        <a:pt x="1569" y="1702"/>
                        <a:pt x="1984" y="1363"/>
                        <a:pt x="1984" y="847"/>
                      </a:cubicBezTo>
                      <a:cubicBezTo>
                        <a:pt x="1984" y="376"/>
                        <a:pt x="1609" y="1"/>
                        <a:pt x="1138" y="1"/>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8250" name="Google Shape;8250;p36"/>
              <p:cNvGrpSpPr/>
              <p:nvPr/>
            </p:nvGrpSpPr>
            <p:grpSpPr>
              <a:xfrm>
                <a:off x="4980185" y="3743349"/>
                <a:ext cx="31499" cy="26969"/>
                <a:chOff x="4980185" y="3743349"/>
                <a:chExt cx="31499" cy="26969"/>
              </a:xfrm>
            </p:grpSpPr>
            <p:sp>
              <p:nvSpPr>
                <p:cNvPr id="8251" name="Google Shape;8251;p36"/>
                <p:cNvSpPr/>
                <p:nvPr/>
              </p:nvSpPr>
              <p:spPr>
                <a:xfrm>
                  <a:off x="4980185" y="3743349"/>
                  <a:ext cx="31499" cy="26969"/>
                </a:xfrm>
                <a:custGeom>
                  <a:rect b="b" l="l" r="r" t="t"/>
                  <a:pathLst>
                    <a:path extrusionOk="0" h="3429" w="4005">
                      <a:moveTo>
                        <a:pt x="2274" y="0"/>
                      </a:moveTo>
                      <a:cubicBezTo>
                        <a:pt x="1855" y="0"/>
                        <a:pt x="1427" y="155"/>
                        <a:pt x="1077" y="501"/>
                      </a:cubicBezTo>
                      <a:cubicBezTo>
                        <a:pt x="1" y="1578"/>
                        <a:pt x="763" y="3429"/>
                        <a:pt x="2287" y="3429"/>
                      </a:cubicBezTo>
                      <a:cubicBezTo>
                        <a:pt x="3230" y="3429"/>
                        <a:pt x="3993" y="2667"/>
                        <a:pt x="4005" y="1723"/>
                      </a:cubicBezTo>
                      <a:cubicBezTo>
                        <a:pt x="4005" y="689"/>
                        <a:pt x="3158" y="0"/>
                        <a:pt x="2274" y="0"/>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252" name="Google Shape;8252;p36"/>
                <p:cNvSpPr/>
                <p:nvPr/>
              </p:nvSpPr>
              <p:spPr>
                <a:xfrm>
                  <a:off x="4993123" y="3753094"/>
                  <a:ext cx="8856" cy="7605"/>
                </a:xfrm>
                <a:custGeom>
                  <a:rect b="b" l="l" r="r" t="t"/>
                  <a:pathLst>
                    <a:path extrusionOk="0" h="967" w="1126">
                      <a:moveTo>
                        <a:pt x="642" y="0"/>
                      </a:moveTo>
                      <a:cubicBezTo>
                        <a:pt x="206" y="0"/>
                        <a:pt x="1" y="521"/>
                        <a:pt x="303" y="823"/>
                      </a:cubicBezTo>
                      <a:cubicBezTo>
                        <a:pt x="402" y="922"/>
                        <a:pt x="524" y="966"/>
                        <a:pt x="644" y="966"/>
                      </a:cubicBezTo>
                      <a:cubicBezTo>
                        <a:pt x="890" y="966"/>
                        <a:pt x="1126" y="777"/>
                        <a:pt x="1126" y="484"/>
                      </a:cubicBezTo>
                      <a:cubicBezTo>
                        <a:pt x="1126" y="218"/>
                        <a:pt x="908" y="0"/>
                        <a:pt x="642" y="0"/>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8253" name="Google Shape;8253;p36"/>
              <p:cNvGrpSpPr/>
              <p:nvPr/>
            </p:nvGrpSpPr>
            <p:grpSpPr>
              <a:xfrm>
                <a:off x="5013768" y="3734312"/>
                <a:ext cx="31499" cy="26969"/>
                <a:chOff x="5013768" y="3734312"/>
                <a:chExt cx="31499" cy="26969"/>
              </a:xfrm>
            </p:grpSpPr>
            <p:sp>
              <p:nvSpPr>
                <p:cNvPr id="8254" name="Google Shape;8254;p36"/>
                <p:cNvSpPr/>
                <p:nvPr/>
              </p:nvSpPr>
              <p:spPr>
                <a:xfrm>
                  <a:off x="5013768" y="3734312"/>
                  <a:ext cx="31499" cy="26969"/>
                </a:xfrm>
                <a:custGeom>
                  <a:rect b="b" l="l" r="r" t="t"/>
                  <a:pathLst>
                    <a:path extrusionOk="0" h="3429" w="4005">
                      <a:moveTo>
                        <a:pt x="2281" y="1"/>
                      </a:moveTo>
                      <a:cubicBezTo>
                        <a:pt x="1858" y="1"/>
                        <a:pt x="1428" y="159"/>
                        <a:pt x="1077" y="513"/>
                      </a:cubicBezTo>
                      <a:cubicBezTo>
                        <a:pt x="1" y="1590"/>
                        <a:pt x="775" y="3429"/>
                        <a:pt x="2299" y="3429"/>
                      </a:cubicBezTo>
                      <a:cubicBezTo>
                        <a:pt x="3231" y="3417"/>
                        <a:pt x="3993" y="2655"/>
                        <a:pt x="4005" y="1711"/>
                      </a:cubicBezTo>
                      <a:cubicBezTo>
                        <a:pt x="3997" y="682"/>
                        <a:pt x="3157" y="1"/>
                        <a:pt x="2281" y="1"/>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255" name="Google Shape;8255;p36"/>
                <p:cNvSpPr/>
                <p:nvPr/>
              </p:nvSpPr>
              <p:spPr>
                <a:xfrm>
                  <a:off x="5028043" y="3743963"/>
                  <a:ext cx="7621" cy="7613"/>
                </a:xfrm>
                <a:custGeom>
                  <a:rect b="b" l="l" r="r" t="t"/>
                  <a:pathLst>
                    <a:path extrusionOk="0" h="968" w="969">
                      <a:moveTo>
                        <a:pt x="484" y="0"/>
                      </a:moveTo>
                      <a:cubicBezTo>
                        <a:pt x="218" y="0"/>
                        <a:pt x="0" y="218"/>
                        <a:pt x="0" y="484"/>
                      </a:cubicBezTo>
                      <a:cubicBezTo>
                        <a:pt x="0" y="750"/>
                        <a:pt x="218" y="968"/>
                        <a:pt x="484" y="968"/>
                      </a:cubicBezTo>
                      <a:cubicBezTo>
                        <a:pt x="750" y="968"/>
                        <a:pt x="968" y="750"/>
                        <a:pt x="968" y="484"/>
                      </a:cubicBezTo>
                      <a:cubicBezTo>
                        <a:pt x="968" y="218"/>
                        <a:pt x="750" y="0"/>
                        <a:pt x="484" y="0"/>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8256" name="Google Shape;8256;p36"/>
              <p:cNvGrpSpPr/>
              <p:nvPr/>
            </p:nvGrpSpPr>
            <p:grpSpPr>
              <a:xfrm>
                <a:off x="5036703" y="3764545"/>
                <a:ext cx="31499" cy="26898"/>
                <a:chOff x="5036703" y="3764545"/>
                <a:chExt cx="31499" cy="26898"/>
              </a:xfrm>
            </p:grpSpPr>
            <p:sp>
              <p:nvSpPr>
                <p:cNvPr id="8257" name="Google Shape;8257;p36"/>
                <p:cNvSpPr/>
                <p:nvPr/>
              </p:nvSpPr>
              <p:spPr>
                <a:xfrm>
                  <a:off x="5036703" y="3764545"/>
                  <a:ext cx="31499" cy="26898"/>
                </a:xfrm>
                <a:custGeom>
                  <a:rect b="b" l="l" r="r" t="t"/>
                  <a:pathLst>
                    <a:path extrusionOk="0" h="3420" w="4005">
                      <a:moveTo>
                        <a:pt x="2284" y="0"/>
                      </a:moveTo>
                      <a:cubicBezTo>
                        <a:pt x="1865" y="0"/>
                        <a:pt x="1437" y="156"/>
                        <a:pt x="1089" y="504"/>
                      </a:cubicBezTo>
                      <a:cubicBezTo>
                        <a:pt x="0" y="1581"/>
                        <a:pt x="774" y="3419"/>
                        <a:pt x="2298" y="3419"/>
                      </a:cubicBezTo>
                      <a:cubicBezTo>
                        <a:pt x="3242" y="3419"/>
                        <a:pt x="4004" y="2657"/>
                        <a:pt x="4004" y="1714"/>
                      </a:cubicBezTo>
                      <a:cubicBezTo>
                        <a:pt x="4004" y="682"/>
                        <a:pt x="3162" y="0"/>
                        <a:pt x="2284" y="0"/>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258" name="Google Shape;8258;p36"/>
                <p:cNvSpPr/>
                <p:nvPr/>
              </p:nvSpPr>
              <p:spPr>
                <a:xfrm>
                  <a:off x="5049641" y="3774211"/>
                  <a:ext cx="8856" cy="7605"/>
                </a:xfrm>
                <a:custGeom>
                  <a:rect b="b" l="l" r="r" t="t"/>
                  <a:pathLst>
                    <a:path extrusionOk="0" h="967" w="1126">
                      <a:moveTo>
                        <a:pt x="653" y="1"/>
                      </a:moveTo>
                      <a:cubicBezTo>
                        <a:pt x="218" y="1"/>
                        <a:pt x="0" y="521"/>
                        <a:pt x="303" y="823"/>
                      </a:cubicBezTo>
                      <a:cubicBezTo>
                        <a:pt x="402" y="922"/>
                        <a:pt x="524" y="967"/>
                        <a:pt x="643" y="967"/>
                      </a:cubicBezTo>
                      <a:cubicBezTo>
                        <a:pt x="890" y="967"/>
                        <a:pt x="1125" y="778"/>
                        <a:pt x="1125" y="485"/>
                      </a:cubicBezTo>
                      <a:cubicBezTo>
                        <a:pt x="1125" y="219"/>
                        <a:pt x="920" y="1"/>
                        <a:pt x="653" y="1"/>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8259" name="Google Shape;8259;p36"/>
              <p:cNvGrpSpPr/>
              <p:nvPr/>
            </p:nvGrpSpPr>
            <p:grpSpPr>
              <a:xfrm>
                <a:off x="4953546" y="3768352"/>
                <a:ext cx="31405" cy="26898"/>
                <a:chOff x="4953546" y="3768352"/>
                <a:chExt cx="31405" cy="26898"/>
              </a:xfrm>
            </p:grpSpPr>
            <p:sp>
              <p:nvSpPr>
                <p:cNvPr id="8260" name="Google Shape;8260;p36"/>
                <p:cNvSpPr/>
                <p:nvPr/>
              </p:nvSpPr>
              <p:spPr>
                <a:xfrm>
                  <a:off x="4953546" y="3768352"/>
                  <a:ext cx="31405" cy="26898"/>
                </a:xfrm>
                <a:custGeom>
                  <a:rect b="b" l="l" r="r" t="t"/>
                  <a:pathLst>
                    <a:path extrusionOk="0" h="3420" w="3993">
                      <a:moveTo>
                        <a:pt x="2271" y="0"/>
                      </a:moveTo>
                      <a:cubicBezTo>
                        <a:pt x="1852" y="0"/>
                        <a:pt x="1425" y="156"/>
                        <a:pt x="1077" y="504"/>
                      </a:cubicBezTo>
                      <a:cubicBezTo>
                        <a:pt x="1" y="1581"/>
                        <a:pt x="751" y="3419"/>
                        <a:pt x="2287" y="3419"/>
                      </a:cubicBezTo>
                      <a:cubicBezTo>
                        <a:pt x="3218" y="3419"/>
                        <a:pt x="3992" y="2657"/>
                        <a:pt x="3992" y="1726"/>
                      </a:cubicBezTo>
                      <a:cubicBezTo>
                        <a:pt x="3992" y="686"/>
                        <a:pt x="3150" y="0"/>
                        <a:pt x="2271" y="0"/>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261" name="Google Shape;8261;p36"/>
                <p:cNvSpPr/>
                <p:nvPr/>
              </p:nvSpPr>
              <p:spPr>
                <a:xfrm>
                  <a:off x="4966390" y="3778018"/>
                  <a:ext cx="8950" cy="7684"/>
                </a:xfrm>
                <a:custGeom>
                  <a:rect b="b" l="l" r="r" t="t"/>
                  <a:pathLst>
                    <a:path extrusionOk="0" h="977" w="1138">
                      <a:moveTo>
                        <a:pt x="654" y="1"/>
                      </a:moveTo>
                      <a:cubicBezTo>
                        <a:pt x="218" y="1"/>
                        <a:pt x="1" y="533"/>
                        <a:pt x="303" y="835"/>
                      </a:cubicBezTo>
                      <a:cubicBezTo>
                        <a:pt x="404" y="933"/>
                        <a:pt x="527" y="976"/>
                        <a:pt x="647" y="976"/>
                      </a:cubicBezTo>
                      <a:cubicBezTo>
                        <a:pt x="899" y="976"/>
                        <a:pt x="1138" y="784"/>
                        <a:pt x="1138" y="497"/>
                      </a:cubicBezTo>
                      <a:cubicBezTo>
                        <a:pt x="1138" y="218"/>
                        <a:pt x="920" y="1"/>
                        <a:pt x="654" y="1"/>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8262" name="Google Shape;8262;p36"/>
              <p:cNvGrpSpPr/>
              <p:nvPr/>
            </p:nvGrpSpPr>
            <p:grpSpPr>
              <a:xfrm>
                <a:off x="4964770" y="3814016"/>
                <a:ext cx="31499" cy="26993"/>
                <a:chOff x="4964770" y="3814016"/>
                <a:chExt cx="31499" cy="26993"/>
              </a:xfrm>
            </p:grpSpPr>
            <p:sp>
              <p:nvSpPr>
                <p:cNvPr id="8263" name="Google Shape;8263;p36"/>
                <p:cNvSpPr/>
                <p:nvPr/>
              </p:nvSpPr>
              <p:spPr>
                <a:xfrm>
                  <a:off x="4964770" y="3814016"/>
                  <a:ext cx="31499" cy="26993"/>
                </a:xfrm>
                <a:custGeom>
                  <a:rect b="b" l="l" r="r" t="t"/>
                  <a:pathLst>
                    <a:path extrusionOk="0" h="3432" w="4005">
                      <a:moveTo>
                        <a:pt x="2276" y="0"/>
                      </a:moveTo>
                      <a:cubicBezTo>
                        <a:pt x="1855" y="0"/>
                        <a:pt x="1426" y="156"/>
                        <a:pt x="1078" y="504"/>
                      </a:cubicBezTo>
                      <a:cubicBezTo>
                        <a:pt x="1" y="1581"/>
                        <a:pt x="763" y="3432"/>
                        <a:pt x="2287" y="3432"/>
                      </a:cubicBezTo>
                      <a:cubicBezTo>
                        <a:pt x="3231" y="3432"/>
                        <a:pt x="3993" y="2658"/>
                        <a:pt x="4005" y="1714"/>
                      </a:cubicBezTo>
                      <a:cubicBezTo>
                        <a:pt x="4005" y="683"/>
                        <a:pt x="3158" y="0"/>
                        <a:pt x="2276" y="0"/>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264" name="Google Shape;8264;p36"/>
                <p:cNvSpPr/>
                <p:nvPr/>
              </p:nvSpPr>
              <p:spPr>
                <a:xfrm>
                  <a:off x="4977715" y="3823690"/>
                  <a:ext cx="8856" cy="7676"/>
                </a:xfrm>
                <a:custGeom>
                  <a:rect b="b" l="l" r="r" t="t"/>
                  <a:pathLst>
                    <a:path extrusionOk="0" h="976" w="1126">
                      <a:moveTo>
                        <a:pt x="641" y="0"/>
                      </a:moveTo>
                      <a:cubicBezTo>
                        <a:pt x="206" y="0"/>
                        <a:pt x="0" y="520"/>
                        <a:pt x="303" y="835"/>
                      </a:cubicBezTo>
                      <a:cubicBezTo>
                        <a:pt x="399" y="932"/>
                        <a:pt x="519" y="975"/>
                        <a:pt x="636" y="975"/>
                      </a:cubicBezTo>
                      <a:cubicBezTo>
                        <a:pt x="885" y="975"/>
                        <a:pt x="1125" y="780"/>
                        <a:pt x="1125" y="484"/>
                      </a:cubicBezTo>
                      <a:cubicBezTo>
                        <a:pt x="1125" y="218"/>
                        <a:pt x="907" y="0"/>
                        <a:pt x="641" y="0"/>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8265" name="Google Shape;8265;p36"/>
              <p:cNvGrpSpPr/>
              <p:nvPr/>
            </p:nvGrpSpPr>
            <p:grpSpPr>
              <a:xfrm>
                <a:off x="4923290" y="3800504"/>
                <a:ext cx="31468" cy="26898"/>
                <a:chOff x="4923290" y="3800504"/>
                <a:chExt cx="31468" cy="26898"/>
              </a:xfrm>
            </p:grpSpPr>
            <p:sp>
              <p:nvSpPr>
                <p:cNvPr id="8266" name="Google Shape;8266;p36"/>
                <p:cNvSpPr/>
                <p:nvPr/>
              </p:nvSpPr>
              <p:spPr>
                <a:xfrm>
                  <a:off x="4923290" y="3800504"/>
                  <a:ext cx="31468" cy="26898"/>
                </a:xfrm>
                <a:custGeom>
                  <a:rect b="b" l="l" r="r" t="t"/>
                  <a:pathLst>
                    <a:path extrusionOk="0" h="3420" w="4001">
                      <a:moveTo>
                        <a:pt x="2276" y="1"/>
                      </a:moveTo>
                      <a:cubicBezTo>
                        <a:pt x="1855" y="1"/>
                        <a:pt x="1426" y="156"/>
                        <a:pt x="1077" y="505"/>
                      </a:cubicBezTo>
                      <a:cubicBezTo>
                        <a:pt x="1" y="1581"/>
                        <a:pt x="763" y="3420"/>
                        <a:pt x="2287" y="3420"/>
                      </a:cubicBezTo>
                      <a:cubicBezTo>
                        <a:pt x="3231" y="3420"/>
                        <a:pt x="3993" y="2658"/>
                        <a:pt x="3993" y="1714"/>
                      </a:cubicBezTo>
                      <a:cubicBezTo>
                        <a:pt x="4001" y="683"/>
                        <a:pt x="3156" y="1"/>
                        <a:pt x="2276" y="1"/>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267" name="Google Shape;8267;p36"/>
                <p:cNvSpPr/>
                <p:nvPr/>
              </p:nvSpPr>
              <p:spPr>
                <a:xfrm>
                  <a:off x="4937470" y="3810178"/>
                  <a:ext cx="7613" cy="7621"/>
                </a:xfrm>
                <a:custGeom>
                  <a:rect b="b" l="l" r="r" t="t"/>
                  <a:pathLst>
                    <a:path extrusionOk="0" h="969" w="968">
                      <a:moveTo>
                        <a:pt x="484" y="0"/>
                      </a:moveTo>
                      <a:cubicBezTo>
                        <a:pt x="218" y="0"/>
                        <a:pt x="0" y="218"/>
                        <a:pt x="0" y="484"/>
                      </a:cubicBezTo>
                      <a:cubicBezTo>
                        <a:pt x="0" y="750"/>
                        <a:pt x="218" y="968"/>
                        <a:pt x="484" y="968"/>
                      </a:cubicBezTo>
                      <a:cubicBezTo>
                        <a:pt x="750" y="968"/>
                        <a:pt x="968" y="750"/>
                        <a:pt x="968" y="484"/>
                      </a:cubicBezTo>
                      <a:cubicBezTo>
                        <a:pt x="968" y="218"/>
                        <a:pt x="750" y="0"/>
                        <a:pt x="484" y="0"/>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8268" name="Google Shape;8268;p36"/>
              <p:cNvGrpSpPr/>
              <p:nvPr/>
            </p:nvGrpSpPr>
            <p:grpSpPr>
              <a:xfrm>
                <a:off x="5108534" y="3650943"/>
                <a:ext cx="31405" cy="26993"/>
                <a:chOff x="5108534" y="3650943"/>
                <a:chExt cx="31405" cy="26993"/>
              </a:xfrm>
            </p:grpSpPr>
            <p:sp>
              <p:nvSpPr>
                <p:cNvPr id="8269" name="Google Shape;8269;p36"/>
                <p:cNvSpPr/>
                <p:nvPr/>
              </p:nvSpPr>
              <p:spPr>
                <a:xfrm>
                  <a:off x="5108534" y="3650943"/>
                  <a:ext cx="31405" cy="26993"/>
                </a:xfrm>
                <a:custGeom>
                  <a:rect b="b" l="l" r="r" t="t"/>
                  <a:pathLst>
                    <a:path extrusionOk="0" h="3432" w="3993">
                      <a:moveTo>
                        <a:pt x="2272" y="1"/>
                      </a:moveTo>
                      <a:cubicBezTo>
                        <a:pt x="1853" y="1"/>
                        <a:pt x="1425" y="156"/>
                        <a:pt x="1077" y="505"/>
                      </a:cubicBezTo>
                      <a:cubicBezTo>
                        <a:pt x="0" y="1581"/>
                        <a:pt x="762" y="3432"/>
                        <a:pt x="2286" y="3432"/>
                      </a:cubicBezTo>
                      <a:cubicBezTo>
                        <a:pt x="3230" y="3432"/>
                        <a:pt x="3992" y="2658"/>
                        <a:pt x="3992" y="1714"/>
                      </a:cubicBezTo>
                      <a:cubicBezTo>
                        <a:pt x="3992" y="683"/>
                        <a:pt x="3150" y="1"/>
                        <a:pt x="2272" y="1"/>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270" name="Google Shape;8270;p36"/>
                <p:cNvSpPr/>
                <p:nvPr/>
              </p:nvSpPr>
              <p:spPr>
                <a:xfrm>
                  <a:off x="5122707" y="3660617"/>
                  <a:ext cx="7621" cy="7621"/>
                </a:xfrm>
                <a:custGeom>
                  <a:rect b="b" l="l" r="r" t="t"/>
                  <a:pathLst>
                    <a:path extrusionOk="0" h="969" w="969">
                      <a:moveTo>
                        <a:pt x="484" y="0"/>
                      </a:moveTo>
                      <a:cubicBezTo>
                        <a:pt x="218" y="0"/>
                        <a:pt x="1" y="218"/>
                        <a:pt x="1" y="484"/>
                      </a:cubicBezTo>
                      <a:cubicBezTo>
                        <a:pt x="1" y="750"/>
                        <a:pt x="218" y="968"/>
                        <a:pt x="484" y="968"/>
                      </a:cubicBezTo>
                      <a:cubicBezTo>
                        <a:pt x="751" y="968"/>
                        <a:pt x="968" y="750"/>
                        <a:pt x="968" y="484"/>
                      </a:cubicBezTo>
                      <a:cubicBezTo>
                        <a:pt x="968" y="218"/>
                        <a:pt x="751" y="0"/>
                        <a:pt x="484" y="0"/>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8271" name="Google Shape;8271;p36"/>
              <p:cNvGrpSpPr/>
              <p:nvPr/>
            </p:nvGrpSpPr>
            <p:grpSpPr>
              <a:xfrm>
                <a:off x="5119380" y="3760739"/>
                <a:ext cx="31499" cy="26993"/>
                <a:chOff x="5119380" y="3760739"/>
                <a:chExt cx="31499" cy="26993"/>
              </a:xfrm>
            </p:grpSpPr>
            <p:sp>
              <p:nvSpPr>
                <p:cNvPr id="8272" name="Google Shape;8272;p36"/>
                <p:cNvSpPr/>
                <p:nvPr/>
              </p:nvSpPr>
              <p:spPr>
                <a:xfrm>
                  <a:off x="5119380" y="3760739"/>
                  <a:ext cx="31499" cy="26993"/>
                </a:xfrm>
                <a:custGeom>
                  <a:rect b="b" l="l" r="r" t="t"/>
                  <a:pathLst>
                    <a:path extrusionOk="0" h="3432" w="4005">
                      <a:moveTo>
                        <a:pt x="2275" y="0"/>
                      </a:moveTo>
                      <a:cubicBezTo>
                        <a:pt x="1854" y="0"/>
                        <a:pt x="1425" y="156"/>
                        <a:pt x="1077" y="504"/>
                      </a:cubicBezTo>
                      <a:cubicBezTo>
                        <a:pt x="0" y="1581"/>
                        <a:pt x="762" y="3432"/>
                        <a:pt x="2286" y="3432"/>
                      </a:cubicBezTo>
                      <a:cubicBezTo>
                        <a:pt x="3230" y="3420"/>
                        <a:pt x="3992" y="2657"/>
                        <a:pt x="4004" y="1714"/>
                      </a:cubicBezTo>
                      <a:cubicBezTo>
                        <a:pt x="4004" y="683"/>
                        <a:pt x="3157" y="0"/>
                        <a:pt x="2275" y="0"/>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273" name="Google Shape;8273;p36"/>
                <p:cNvSpPr/>
                <p:nvPr/>
              </p:nvSpPr>
              <p:spPr>
                <a:xfrm>
                  <a:off x="5132318" y="3770405"/>
                  <a:ext cx="8856" cy="7653"/>
                </a:xfrm>
                <a:custGeom>
                  <a:rect b="b" l="l" r="r" t="t"/>
                  <a:pathLst>
                    <a:path extrusionOk="0" h="973" w="1126">
                      <a:moveTo>
                        <a:pt x="641" y="1"/>
                      </a:moveTo>
                      <a:cubicBezTo>
                        <a:pt x="206" y="1"/>
                        <a:pt x="0" y="521"/>
                        <a:pt x="303" y="824"/>
                      </a:cubicBezTo>
                      <a:cubicBezTo>
                        <a:pt x="402" y="926"/>
                        <a:pt x="524" y="972"/>
                        <a:pt x="644" y="972"/>
                      </a:cubicBezTo>
                      <a:cubicBezTo>
                        <a:pt x="890" y="972"/>
                        <a:pt x="1125" y="778"/>
                        <a:pt x="1125" y="485"/>
                      </a:cubicBezTo>
                      <a:cubicBezTo>
                        <a:pt x="1125" y="219"/>
                        <a:pt x="908" y="1"/>
                        <a:pt x="641" y="1"/>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8274" name="Google Shape;8274;p36"/>
              <p:cNvGrpSpPr/>
              <p:nvPr/>
            </p:nvGrpSpPr>
            <p:grpSpPr>
              <a:xfrm>
                <a:off x="5119380" y="3788235"/>
                <a:ext cx="31499" cy="26993"/>
                <a:chOff x="5119380" y="3788235"/>
                <a:chExt cx="31499" cy="26993"/>
              </a:xfrm>
            </p:grpSpPr>
            <p:sp>
              <p:nvSpPr>
                <p:cNvPr id="8275" name="Google Shape;8275;p36"/>
                <p:cNvSpPr/>
                <p:nvPr/>
              </p:nvSpPr>
              <p:spPr>
                <a:xfrm>
                  <a:off x="5119380" y="3788235"/>
                  <a:ext cx="31499" cy="26993"/>
                </a:xfrm>
                <a:custGeom>
                  <a:rect b="b" l="l" r="r" t="t"/>
                  <a:pathLst>
                    <a:path extrusionOk="0" h="3432" w="4005">
                      <a:moveTo>
                        <a:pt x="2275" y="0"/>
                      </a:moveTo>
                      <a:cubicBezTo>
                        <a:pt x="1854" y="0"/>
                        <a:pt x="1425" y="156"/>
                        <a:pt x="1077" y="504"/>
                      </a:cubicBezTo>
                      <a:cubicBezTo>
                        <a:pt x="0" y="1581"/>
                        <a:pt x="762" y="3432"/>
                        <a:pt x="2286" y="3432"/>
                      </a:cubicBezTo>
                      <a:cubicBezTo>
                        <a:pt x="3230" y="3419"/>
                        <a:pt x="3992" y="2657"/>
                        <a:pt x="4004" y="1714"/>
                      </a:cubicBezTo>
                      <a:cubicBezTo>
                        <a:pt x="4004" y="683"/>
                        <a:pt x="3157" y="0"/>
                        <a:pt x="2275" y="0"/>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276" name="Google Shape;8276;p36"/>
                <p:cNvSpPr/>
                <p:nvPr/>
              </p:nvSpPr>
              <p:spPr>
                <a:xfrm>
                  <a:off x="5132318" y="3797901"/>
                  <a:ext cx="8856" cy="7605"/>
                </a:xfrm>
                <a:custGeom>
                  <a:rect b="b" l="l" r="r" t="t"/>
                  <a:pathLst>
                    <a:path extrusionOk="0" h="967" w="1126">
                      <a:moveTo>
                        <a:pt x="641" y="1"/>
                      </a:moveTo>
                      <a:cubicBezTo>
                        <a:pt x="206" y="1"/>
                        <a:pt x="0" y="521"/>
                        <a:pt x="303" y="824"/>
                      </a:cubicBezTo>
                      <a:cubicBezTo>
                        <a:pt x="402" y="922"/>
                        <a:pt x="524" y="967"/>
                        <a:pt x="643" y="967"/>
                      </a:cubicBezTo>
                      <a:cubicBezTo>
                        <a:pt x="890" y="967"/>
                        <a:pt x="1125" y="778"/>
                        <a:pt x="1125" y="485"/>
                      </a:cubicBezTo>
                      <a:cubicBezTo>
                        <a:pt x="1125" y="219"/>
                        <a:pt x="908" y="1"/>
                        <a:pt x="641" y="1"/>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8277" name="Google Shape;8277;p36"/>
              <p:cNvGrpSpPr/>
              <p:nvPr/>
            </p:nvGrpSpPr>
            <p:grpSpPr>
              <a:xfrm>
                <a:off x="5158005" y="3875284"/>
                <a:ext cx="31405" cy="27001"/>
                <a:chOff x="5158005" y="3875284"/>
                <a:chExt cx="31405" cy="27001"/>
              </a:xfrm>
            </p:grpSpPr>
            <p:sp>
              <p:nvSpPr>
                <p:cNvPr id="8278" name="Google Shape;8278;p36"/>
                <p:cNvSpPr/>
                <p:nvPr/>
              </p:nvSpPr>
              <p:spPr>
                <a:xfrm>
                  <a:off x="5158005" y="3875284"/>
                  <a:ext cx="31405" cy="27001"/>
                </a:xfrm>
                <a:custGeom>
                  <a:rect b="b" l="l" r="r" t="t"/>
                  <a:pathLst>
                    <a:path extrusionOk="0" h="3433" w="3993">
                      <a:moveTo>
                        <a:pt x="2273" y="1"/>
                      </a:moveTo>
                      <a:cubicBezTo>
                        <a:pt x="1853" y="1"/>
                        <a:pt x="1425" y="157"/>
                        <a:pt x="1077" y="505"/>
                      </a:cubicBezTo>
                      <a:cubicBezTo>
                        <a:pt x="0" y="1581"/>
                        <a:pt x="763" y="3432"/>
                        <a:pt x="2287" y="3432"/>
                      </a:cubicBezTo>
                      <a:cubicBezTo>
                        <a:pt x="3230" y="3432"/>
                        <a:pt x="3992" y="2658"/>
                        <a:pt x="3992" y="1714"/>
                      </a:cubicBezTo>
                      <a:cubicBezTo>
                        <a:pt x="3992" y="683"/>
                        <a:pt x="3151" y="1"/>
                        <a:pt x="2273" y="1"/>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279" name="Google Shape;8279;p36"/>
                <p:cNvSpPr/>
                <p:nvPr/>
              </p:nvSpPr>
              <p:spPr>
                <a:xfrm>
                  <a:off x="5170848" y="3884958"/>
                  <a:ext cx="8950" cy="7645"/>
                </a:xfrm>
                <a:custGeom>
                  <a:rect b="b" l="l" r="r" t="t"/>
                  <a:pathLst>
                    <a:path extrusionOk="0" h="972" w="1138">
                      <a:moveTo>
                        <a:pt x="654" y="0"/>
                      </a:moveTo>
                      <a:cubicBezTo>
                        <a:pt x="218" y="0"/>
                        <a:pt x="1" y="521"/>
                        <a:pt x="303" y="823"/>
                      </a:cubicBezTo>
                      <a:cubicBezTo>
                        <a:pt x="406" y="926"/>
                        <a:pt x="531" y="972"/>
                        <a:pt x="652" y="972"/>
                      </a:cubicBezTo>
                      <a:cubicBezTo>
                        <a:pt x="902" y="972"/>
                        <a:pt x="1138" y="777"/>
                        <a:pt x="1138" y="484"/>
                      </a:cubicBezTo>
                      <a:cubicBezTo>
                        <a:pt x="1138" y="218"/>
                        <a:pt x="920" y="0"/>
                        <a:pt x="654" y="0"/>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8280" name="Google Shape;8280;p36"/>
              <p:cNvGrpSpPr/>
              <p:nvPr/>
            </p:nvGrpSpPr>
            <p:grpSpPr>
              <a:xfrm>
                <a:off x="5233163" y="3764545"/>
                <a:ext cx="31499" cy="26898"/>
                <a:chOff x="5233163" y="3764545"/>
                <a:chExt cx="31499" cy="26898"/>
              </a:xfrm>
            </p:grpSpPr>
            <p:sp>
              <p:nvSpPr>
                <p:cNvPr id="8281" name="Google Shape;8281;p36"/>
                <p:cNvSpPr/>
                <p:nvPr/>
              </p:nvSpPr>
              <p:spPr>
                <a:xfrm>
                  <a:off x="5233163" y="3764545"/>
                  <a:ext cx="31499" cy="26898"/>
                </a:xfrm>
                <a:custGeom>
                  <a:rect b="b" l="l" r="r" t="t"/>
                  <a:pathLst>
                    <a:path extrusionOk="0" h="3420" w="4005">
                      <a:moveTo>
                        <a:pt x="2276" y="0"/>
                      </a:moveTo>
                      <a:cubicBezTo>
                        <a:pt x="1855" y="0"/>
                        <a:pt x="1426" y="156"/>
                        <a:pt x="1078" y="504"/>
                      </a:cubicBezTo>
                      <a:cubicBezTo>
                        <a:pt x="1" y="1581"/>
                        <a:pt x="763" y="3419"/>
                        <a:pt x="2287" y="3419"/>
                      </a:cubicBezTo>
                      <a:cubicBezTo>
                        <a:pt x="3231" y="3419"/>
                        <a:pt x="4005" y="2657"/>
                        <a:pt x="4005" y="1714"/>
                      </a:cubicBezTo>
                      <a:cubicBezTo>
                        <a:pt x="4005" y="682"/>
                        <a:pt x="3158" y="0"/>
                        <a:pt x="2276" y="0"/>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282" name="Google Shape;8282;p36"/>
                <p:cNvSpPr/>
                <p:nvPr/>
              </p:nvSpPr>
              <p:spPr>
                <a:xfrm>
                  <a:off x="5246108" y="3774211"/>
                  <a:ext cx="8856" cy="7590"/>
                </a:xfrm>
                <a:custGeom>
                  <a:rect b="b" l="l" r="r" t="t"/>
                  <a:pathLst>
                    <a:path extrusionOk="0" h="965" w="1126">
                      <a:moveTo>
                        <a:pt x="641" y="1"/>
                      </a:moveTo>
                      <a:cubicBezTo>
                        <a:pt x="218" y="1"/>
                        <a:pt x="0" y="521"/>
                        <a:pt x="303" y="823"/>
                      </a:cubicBezTo>
                      <a:cubicBezTo>
                        <a:pt x="400" y="921"/>
                        <a:pt x="520" y="964"/>
                        <a:pt x="638" y="964"/>
                      </a:cubicBezTo>
                      <a:cubicBezTo>
                        <a:pt x="886" y="964"/>
                        <a:pt x="1125" y="772"/>
                        <a:pt x="1125" y="485"/>
                      </a:cubicBezTo>
                      <a:cubicBezTo>
                        <a:pt x="1125" y="219"/>
                        <a:pt x="907" y="1"/>
                        <a:pt x="641" y="1"/>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8283" name="Google Shape;8283;p36"/>
              <p:cNvGrpSpPr/>
              <p:nvPr/>
            </p:nvGrpSpPr>
            <p:grpSpPr>
              <a:xfrm>
                <a:off x="5276168" y="3805545"/>
                <a:ext cx="31499" cy="26906"/>
                <a:chOff x="5276168" y="3805545"/>
                <a:chExt cx="31499" cy="26906"/>
              </a:xfrm>
            </p:grpSpPr>
            <p:sp>
              <p:nvSpPr>
                <p:cNvPr id="8284" name="Google Shape;8284;p36"/>
                <p:cNvSpPr/>
                <p:nvPr/>
              </p:nvSpPr>
              <p:spPr>
                <a:xfrm>
                  <a:off x="5276168" y="3805545"/>
                  <a:ext cx="31499" cy="26906"/>
                </a:xfrm>
                <a:custGeom>
                  <a:rect b="b" l="l" r="r" t="t"/>
                  <a:pathLst>
                    <a:path extrusionOk="0" h="3421" w="4005">
                      <a:moveTo>
                        <a:pt x="2281" y="1"/>
                      </a:moveTo>
                      <a:cubicBezTo>
                        <a:pt x="1860" y="1"/>
                        <a:pt x="1429" y="157"/>
                        <a:pt x="1077" y="505"/>
                      </a:cubicBezTo>
                      <a:cubicBezTo>
                        <a:pt x="1" y="1581"/>
                        <a:pt x="763" y="3420"/>
                        <a:pt x="2287" y="3420"/>
                      </a:cubicBezTo>
                      <a:cubicBezTo>
                        <a:pt x="3231" y="3420"/>
                        <a:pt x="4005" y="2658"/>
                        <a:pt x="4005" y="1714"/>
                      </a:cubicBezTo>
                      <a:cubicBezTo>
                        <a:pt x="4005" y="683"/>
                        <a:pt x="3163" y="1"/>
                        <a:pt x="2281" y="1"/>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285" name="Google Shape;8285;p36"/>
                <p:cNvSpPr/>
                <p:nvPr/>
              </p:nvSpPr>
              <p:spPr>
                <a:xfrm>
                  <a:off x="5289106" y="3815219"/>
                  <a:ext cx="8856" cy="7605"/>
                </a:xfrm>
                <a:custGeom>
                  <a:rect b="b" l="l" r="r" t="t"/>
                  <a:pathLst>
                    <a:path extrusionOk="0" h="967" w="1126">
                      <a:moveTo>
                        <a:pt x="642" y="1"/>
                      </a:moveTo>
                      <a:cubicBezTo>
                        <a:pt x="219" y="1"/>
                        <a:pt x="1" y="521"/>
                        <a:pt x="303" y="823"/>
                      </a:cubicBezTo>
                      <a:cubicBezTo>
                        <a:pt x="402" y="922"/>
                        <a:pt x="524" y="967"/>
                        <a:pt x="644" y="967"/>
                      </a:cubicBezTo>
                      <a:cubicBezTo>
                        <a:pt x="890" y="967"/>
                        <a:pt x="1126" y="778"/>
                        <a:pt x="1126" y="484"/>
                      </a:cubicBezTo>
                      <a:cubicBezTo>
                        <a:pt x="1126" y="218"/>
                        <a:pt x="908" y="1"/>
                        <a:pt x="642" y="1"/>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8286" name="Google Shape;8286;p36"/>
              <p:cNvGrpSpPr/>
              <p:nvPr/>
            </p:nvGrpSpPr>
            <p:grpSpPr>
              <a:xfrm>
                <a:off x="5294053" y="3851933"/>
                <a:ext cx="31405" cy="26945"/>
                <a:chOff x="5294053" y="3851933"/>
                <a:chExt cx="31405" cy="26945"/>
              </a:xfrm>
            </p:grpSpPr>
            <p:sp>
              <p:nvSpPr>
                <p:cNvPr id="8287" name="Google Shape;8287;p36"/>
                <p:cNvSpPr/>
                <p:nvPr/>
              </p:nvSpPr>
              <p:spPr>
                <a:xfrm>
                  <a:off x="5294053" y="3851933"/>
                  <a:ext cx="31405" cy="26945"/>
                </a:xfrm>
                <a:custGeom>
                  <a:rect b="b" l="l" r="r" t="t"/>
                  <a:pathLst>
                    <a:path extrusionOk="0" h="3426" w="3993">
                      <a:moveTo>
                        <a:pt x="2273" y="1"/>
                      </a:moveTo>
                      <a:cubicBezTo>
                        <a:pt x="1854" y="1"/>
                        <a:pt x="1426" y="158"/>
                        <a:pt x="1077" y="510"/>
                      </a:cubicBezTo>
                      <a:cubicBezTo>
                        <a:pt x="1" y="1587"/>
                        <a:pt x="763" y="3425"/>
                        <a:pt x="2287" y="3425"/>
                      </a:cubicBezTo>
                      <a:cubicBezTo>
                        <a:pt x="3231" y="3425"/>
                        <a:pt x="3993" y="2663"/>
                        <a:pt x="3993" y="1720"/>
                      </a:cubicBezTo>
                      <a:cubicBezTo>
                        <a:pt x="3993" y="688"/>
                        <a:pt x="3151" y="1"/>
                        <a:pt x="2273" y="1"/>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288" name="Google Shape;8288;p36"/>
                <p:cNvSpPr/>
                <p:nvPr/>
              </p:nvSpPr>
              <p:spPr>
                <a:xfrm>
                  <a:off x="5308234" y="3861552"/>
                  <a:ext cx="7621" cy="7621"/>
                </a:xfrm>
                <a:custGeom>
                  <a:rect b="b" l="l" r="r" t="t"/>
                  <a:pathLst>
                    <a:path extrusionOk="0" h="969" w="969">
                      <a:moveTo>
                        <a:pt x="484" y="1"/>
                      </a:moveTo>
                      <a:cubicBezTo>
                        <a:pt x="218" y="1"/>
                        <a:pt x="0" y="218"/>
                        <a:pt x="0" y="485"/>
                      </a:cubicBezTo>
                      <a:cubicBezTo>
                        <a:pt x="0" y="763"/>
                        <a:pt x="218" y="968"/>
                        <a:pt x="484" y="968"/>
                      </a:cubicBezTo>
                      <a:cubicBezTo>
                        <a:pt x="750" y="968"/>
                        <a:pt x="968" y="763"/>
                        <a:pt x="968" y="485"/>
                      </a:cubicBezTo>
                      <a:cubicBezTo>
                        <a:pt x="968" y="218"/>
                        <a:pt x="750" y="1"/>
                        <a:pt x="484" y="1"/>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8289" name="Google Shape;8289;p36"/>
              <p:cNvGrpSpPr/>
              <p:nvPr/>
            </p:nvGrpSpPr>
            <p:grpSpPr>
              <a:xfrm>
                <a:off x="5341723" y="3851902"/>
                <a:ext cx="31405" cy="26977"/>
                <a:chOff x="5341723" y="3851902"/>
                <a:chExt cx="31405" cy="26977"/>
              </a:xfrm>
            </p:grpSpPr>
            <p:sp>
              <p:nvSpPr>
                <p:cNvPr id="8290" name="Google Shape;8290;p36"/>
                <p:cNvSpPr/>
                <p:nvPr/>
              </p:nvSpPr>
              <p:spPr>
                <a:xfrm>
                  <a:off x="5341723" y="3851902"/>
                  <a:ext cx="31405" cy="26977"/>
                </a:xfrm>
                <a:custGeom>
                  <a:rect b="b" l="l" r="r" t="t"/>
                  <a:pathLst>
                    <a:path extrusionOk="0" h="3430" w="3993">
                      <a:moveTo>
                        <a:pt x="2266" y="1"/>
                      </a:moveTo>
                      <a:cubicBezTo>
                        <a:pt x="1848" y="1"/>
                        <a:pt x="1423" y="156"/>
                        <a:pt x="1077" y="502"/>
                      </a:cubicBezTo>
                      <a:cubicBezTo>
                        <a:pt x="0" y="1578"/>
                        <a:pt x="762" y="3429"/>
                        <a:pt x="2287" y="3429"/>
                      </a:cubicBezTo>
                      <a:cubicBezTo>
                        <a:pt x="3230" y="3429"/>
                        <a:pt x="3992" y="2667"/>
                        <a:pt x="3992" y="1724"/>
                      </a:cubicBezTo>
                      <a:cubicBezTo>
                        <a:pt x="3992" y="690"/>
                        <a:pt x="3146" y="1"/>
                        <a:pt x="2266" y="1"/>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291" name="Google Shape;8291;p36"/>
                <p:cNvSpPr/>
                <p:nvPr/>
              </p:nvSpPr>
              <p:spPr>
                <a:xfrm>
                  <a:off x="5354567" y="3861647"/>
                  <a:ext cx="8950" cy="7590"/>
                </a:xfrm>
                <a:custGeom>
                  <a:rect b="b" l="l" r="r" t="t"/>
                  <a:pathLst>
                    <a:path extrusionOk="0" h="965" w="1138">
                      <a:moveTo>
                        <a:pt x="654" y="1"/>
                      </a:moveTo>
                      <a:cubicBezTo>
                        <a:pt x="218" y="1"/>
                        <a:pt x="0" y="521"/>
                        <a:pt x="303" y="823"/>
                      </a:cubicBezTo>
                      <a:cubicBezTo>
                        <a:pt x="404" y="921"/>
                        <a:pt x="527" y="964"/>
                        <a:pt x="646" y="964"/>
                      </a:cubicBezTo>
                      <a:cubicBezTo>
                        <a:pt x="898" y="964"/>
                        <a:pt x="1138" y="772"/>
                        <a:pt x="1138" y="485"/>
                      </a:cubicBezTo>
                      <a:cubicBezTo>
                        <a:pt x="1138" y="206"/>
                        <a:pt x="920" y="1"/>
                        <a:pt x="654" y="1"/>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8292" name="Google Shape;8292;p36"/>
              <p:cNvGrpSpPr/>
              <p:nvPr/>
            </p:nvGrpSpPr>
            <p:grpSpPr>
              <a:xfrm>
                <a:off x="5054871" y="3507855"/>
                <a:ext cx="31405" cy="26993"/>
                <a:chOff x="5054871" y="3507855"/>
                <a:chExt cx="31405" cy="26993"/>
              </a:xfrm>
            </p:grpSpPr>
            <p:sp>
              <p:nvSpPr>
                <p:cNvPr id="8293" name="Google Shape;8293;p36"/>
                <p:cNvSpPr/>
                <p:nvPr/>
              </p:nvSpPr>
              <p:spPr>
                <a:xfrm>
                  <a:off x="5054871" y="3507855"/>
                  <a:ext cx="31405" cy="26993"/>
                </a:xfrm>
                <a:custGeom>
                  <a:rect b="b" l="l" r="r" t="t"/>
                  <a:pathLst>
                    <a:path extrusionOk="0" h="3432" w="3993">
                      <a:moveTo>
                        <a:pt x="2273" y="0"/>
                      </a:moveTo>
                      <a:cubicBezTo>
                        <a:pt x="1853" y="0"/>
                        <a:pt x="1425" y="156"/>
                        <a:pt x="1077" y="504"/>
                      </a:cubicBezTo>
                      <a:cubicBezTo>
                        <a:pt x="1" y="1581"/>
                        <a:pt x="763" y="3431"/>
                        <a:pt x="2287" y="3431"/>
                      </a:cubicBezTo>
                      <a:cubicBezTo>
                        <a:pt x="3230" y="3431"/>
                        <a:pt x="3993" y="2657"/>
                        <a:pt x="3993" y="1714"/>
                      </a:cubicBezTo>
                      <a:cubicBezTo>
                        <a:pt x="3993" y="682"/>
                        <a:pt x="3151" y="0"/>
                        <a:pt x="2273" y="0"/>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294" name="Google Shape;8294;p36"/>
                <p:cNvSpPr/>
                <p:nvPr/>
              </p:nvSpPr>
              <p:spPr>
                <a:xfrm>
                  <a:off x="5067715" y="3517521"/>
                  <a:ext cx="8950" cy="7605"/>
                </a:xfrm>
                <a:custGeom>
                  <a:rect b="b" l="l" r="r" t="t"/>
                  <a:pathLst>
                    <a:path extrusionOk="0" h="967" w="1138">
                      <a:moveTo>
                        <a:pt x="654" y="1"/>
                      </a:moveTo>
                      <a:cubicBezTo>
                        <a:pt x="218" y="1"/>
                        <a:pt x="1" y="521"/>
                        <a:pt x="315" y="823"/>
                      </a:cubicBezTo>
                      <a:cubicBezTo>
                        <a:pt x="414" y="922"/>
                        <a:pt x="536" y="967"/>
                        <a:pt x="656" y="967"/>
                      </a:cubicBezTo>
                      <a:cubicBezTo>
                        <a:pt x="902" y="967"/>
                        <a:pt x="1138" y="778"/>
                        <a:pt x="1138" y="485"/>
                      </a:cubicBezTo>
                      <a:cubicBezTo>
                        <a:pt x="1138" y="219"/>
                        <a:pt x="920" y="1"/>
                        <a:pt x="654" y="1"/>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8295" name="Google Shape;8295;p36"/>
              <p:cNvGrpSpPr/>
              <p:nvPr/>
            </p:nvGrpSpPr>
            <p:grpSpPr>
              <a:xfrm>
                <a:off x="4876579" y="3675325"/>
                <a:ext cx="31405" cy="26969"/>
                <a:chOff x="4876579" y="3675325"/>
                <a:chExt cx="31405" cy="26969"/>
              </a:xfrm>
            </p:grpSpPr>
            <p:sp>
              <p:nvSpPr>
                <p:cNvPr id="8296" name="Google Shape;8296;p36"/>
                <p:cNvSpPr/>
                <p:nvPr/>
              </p:nvSpPr>
              <p:spPr>
                <a:xfrm>
                  <a:off x="4876579" y="3675325"/>
                  <a:ext cx="31405" cy="26969"/>
                </a:xfrm>
                <a:custGeom>
                  <a:rect b="b" l="l" r="r" t="t"/>
                  <a:pathLst>
                    <a:path extrusionOk="0" h="3429" w="3993">
                      <a:moveTo>
                        <a:pt x="2266" y="0"/>
                      </a:moveTo>
                      <a:cubicBezTo>
                        <a:pt x="1848" y="0"/>
                        <a:pt x="1423" y="155"/>
                        <a:pt x="1077" y="501"/>
                      </a:cubicBezTo>
                      <a:cubicBezTo>
                        <a:pt x="0" y="1578"/>
                        <a:pt x="762" y="3429"/>
                        <a:pt x="2287" y="3429"/>
                      </a:cubicBezTo>
                      <a:cubicBezTo>
                        <a:pt x="3230" y="3429"/>
                        <a:pt x="3992" y="2667"/>
                        <a:pt x="3992" y="1723"/>
                      </a:cubicBezTo>
                      <a:cubicBezTo>
                        <a:pt x="3992" y="689"/>
                        <a:pt x="3146" y="0"/>
                        <a:pt x="2266" y="0"/>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297" name="Google Shape;8297;p36"/>
                <p:cNvSpPr/>
                <p:nvPr/>
              </p:nvSpPr>
              <p:spPr>
                <a:xfrm>
                  <a:off x="4889517" y="3684975"/>
                  <a:ext cx="8856" cy="7676"/>
                </a:xfrm>
                <a:custGeom>
                  <a:rect b="b" l="l" r="r" t="t"/>
                  <a:pathLst>
                    <a:path extrusionOk="0" h="976" w="1126">
                      <a:moveTo>
                        <a:pt x="642" y="0"/>
                      </a:moveTo>
                      <a:cubicBezTo>
                        <a:pt x="218" y="12"/>
                        <a:pt x="0" y="520"/>
                        <a:pt x="303" y="835"/>
                      </a:cubicBezTo>
                      <a:cubicBezTo>
                        <a:pt x="400" y="932"/>
                        <a:pt x="520" y="976"/>
                        <a:pt x="638" y="976"/>
                      </a:cubicBezTo>
                      <a:cubicBezTo>
                        <a:pt x="886" y="976"/>
                        <a:pt x="1125" y="783"/>
                        <a:pt x="1125" y="496"/>
                      </a:cubicBezTo>
                      <a:cubicBezTo>
                        <a:pt x="1125" y="218"/>
                        <a:pt x="908" y="0"/>
                        <a:pt x="642" y="0"/>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8298" name="Google Shape;8298;p36"/>
              <p:cNvGrpSpPr/>
              <p:nvPr/>
            </p:nvGrpSpPr>
            <p:grpSpPr>
              <a:xfrm>
                <a:off x="4842233" y="3688333"/>
                <a:ext cx="31405" cy="26993"/>
                <a:chOff x="4842233" y="3688333"/>
                <a:chExt cx="31405" cy="26993"/>
              </a:xfrm>
            </p:grpSpPr>
            <p:sp>
              <p:nvSpPr>
                <p:cNvPr id="8299" name="Google Shape;8299;p36"/>
                <p:cNvSpPr/>
                <p:nvPr/>
              </p:nvSpPr>
              <p:spPr>
                <a:xfrm>
                  <a:off x="4842233" y="3688333"/>
                  <a:ext cx="31405" cy="26993"/>
                </a:xfrm>
                <a:custGeom>
                  <a:rect b="b" l="l" r="r" t="t"/>
                  <a:pathLst>
                    <a:path extrusionOk="0" h="3432" w="3993">
                      <a:moveTo>
                        <a:pt x="2273" y="1"/>
                      </a:moveTo>
                      <a:cubicBezTo>
                        <a:pt x="1853" y="1"/>
                        <a:pt x="1425" y="156"/>
                        <a:pt x="1077" y="505"/>
                      </a:cubicBezTo>
                      <a:cubicBezTo>
                        <a:pt x="0" y="1581"/>
                        <a:pt x="762" y="3420"/>
                        <a:pt x="2287" y="3432"/>
                      </a:cubicBezTo>
                      <a:cubicBezTo>
                        <a:pt x="3230" y="3432"/>
                        <a:pt x="3992" y="2658"/>
                        <a:pt x="3992" y="1714"/>
                      </a:cubicBezTo>
                      <a:cubicBezTo>
                        <a:pt x="3992" y="683"/>
                        <a:pt x="3150" y="1"/>
                        <a:pt x="2273" y="1"/>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300" name="Google Shape;8300;p36"/>
                <p:cNvSpPr/>
                <p:nvPr/>
              </p:nvSpPr>
              <p:spPr>
                <a:xfrm>
                  <a:off x="4855076" y="3698094"/>
                  <a:ext cx="8856" cy="7590"/>
                </a:xfrm>
                <a:custGeom>
                  <a:rect b="b" l="l" r="r" t="t"/>
                  <a:pathLst>
                    <a:path extrusionOk="0" h="965" w="1126">
                      <a:moveTo>
                        <a:pt x="664" y="1"/>
                      </a:moveTo>
                      <a:cubicBezTo>
                        <a:pt x="656" y="1"/>
                        <a:pt x="649" y="1"/>
                        <a:pt x="641" y="1"/>
                      </a:cubicBezTo>
                      <a:cubicBezTo>
                        <a:pt x="218" y="1"/>
                        <a:pt x="0" y="522"/>
                        <a:pt x="303" y="824"/>
                      </a:cubicBezTo>
                      <a:cubicBezTo>
                        <a:pt x="400" y="921"/>
                        <a:pt x="520" y="965"/>
                        <a:pt x="638" y="965"/>
                      </a:cubicBezTo>
                      <a:cubicBezTo>
                        <a:pt x="886" y="965"/>
                        <a:pt x="1125" y="772"/>
                        <a:pt x="1125" y="485"/>
                      </a:cubicBezTo>
                      <a:cubicBezTo>
                        <a:pt x="1125" y="215"/>
                        <a:pt x="931" y="1"/>
                        <a:pt x="664" y="1"/>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8301" name="Google Shape;8301;p36"/>
              <p:cNvGrpSpPr/>
              <p:nvPr/>
            </p:nvGrpSpPr>
            <p:grpSpPr>
              <a:xfrm>
                <a:off x="5187876" y="3608032"/>
                <a:ext cx="31405" cy="27001"/>
                <a:chOff x="5187876" y="3608032"/>
                <a:chExt cx="31405" cy="27001"/>
              </a:xfrm>
            </p:grpSpPr>
            <p:sp>
              <p:nvSpPr>
                <p:cNvPr id="8302" name="Google Shape;8302;p36"/>
                <p:cNvSpPr/>
                <p:nvPr/>
              </p:nvSpPr>
              <p:spPr>
                <a:xfrm>
                  <a:off x="5187876" y="3608032"/>
                  <a:ext cx="31405" cy="27001"/>
                </a:xfrm>
                <a:custGeom>
                  <a:rect b="b" l="l" r="r" t="t"/>
                  <a:pathLst>
                    <a:path extrusionOk="0" h="3433" w="3993">
                      <a:moveTo>
                        <a:pt x="2273" y="1"/>
                      </a:moveTo>
                      <a:cubicBezTo>
                        <a:pt x="1853" y="1"/>
                        <a:pt x="1426" y="157"/>
                        <a:pt x="1077" y="505"/>
                      </a:cubicBezTo>
                      <a:cubicBezTo>
                        <a:pt x="1" y="1582"/>
                        <a:pt x="763" y="3432"/>
                        <a:pt x="2287" y="3432"/>
                      </a:cubicBezTo>
                      <a:cubicBezTo>
                        <a:pt x="3231" y="3420"/>
                        <a:pt x="3993" y="2658"/>
                        <a:pt x="3993" y="1715"/>
                      </a:cubicBezTo>
                      <a:cubicBezTo>
                        <a:pt x="3993" y="683"/>
                        <a:pt x="3151" y="1"/>
                        <a:pt x="2273" y="1"/>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303" name="Google Shape;8303;p36"/>
                <p:cNvSpPr/>
                <p:nvPr/>
              </p:nvSpPr>
              <p:spPr>
                <a:xfrm>
                  <a:off x="5202057" y="3617706"/>
                  <a:ext cx="7621" cy="7621"/>
                </a:xfrm>
                <a:custGeom>
                  <a:rect b="b" l="l" r="r" t="t"/>
                  <a:pathLst>
                    <a:path extrusionOk="0" h="969" w="969">
                      <a:moveTo>
                        <a:pt x="484" y="1"/>
                      </a:moveTo>
                      <a:cubicBezTo>
                        <a:pt x="218" y="1"/>
                        <a:pt x="0" y="218"/>
                        <a:pt x="0" y="485"/>
                      </a:cubicBezTo>
                      <a:cubicBezTo>
                        <a:pt x="0" y="751"/>
                        <a:pt x="218" y="968"/>
                        <a:pt x="484" y="968"/>
                      </a:cubicBezTo>
                      <a:cubicBezTo>
                        <a:pt x="750" y="968"/>
                        <a:pt x="968" y="751"/>
                        <a:pt x="968" y="485"/>
                      </a:cubicBezTo>
                      <a:cubicBezTo>
                        <a:pt x="968" y="218"/>
                        <a:pt x="750" y="1"/>
                        <a:pt x="484" y="1"/>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8304" name="Google Shape;8304;p36"/>
              <p:cNvSpPr/>
              <p:nvPr/>
            </p:nvSpPr>
            <p:spPr>
              <a:xfrm>
                <a:off x="5142589" y="3410030"/>
                <a:ext cx="42542" cy="36525"/>
              </a:xfrm>
              <a:custGeom>
                <a:rect b="b" l="l" r="r" t="t"/>
                <a:pathLst>
                  <a:path extrusionOk="0" h="4644" w="5409">
                    <a:moveTo>
                      <a:pt x="3085" y="1"/>
                    </a:moveTo>
                    <a:cubicBezTo>
                      <a:pt x="2516" y="1"/>
                      <a:pt x="1935" y="213"/>
                      <a:pt x="1465" y="688"/>
                    </a:cubicBezTo>
                    <a:cubicBezTo>
                      <a:pt x="1" y="2140"/>
                      <a:pt x="1029" y="4632"/>
                      <a:pt x="3098" y="4644"/>
                    </a:cubicBezTo>
                    <a:cubicBezTo>
                      <a:pt x="4380" y="4632"/>
                      <a:pt x="5408" y="3603"/>
                      <a:pt x="5408" y="2321"/>
                    </a:cubicBezTo>
                    <a:cubicBezTo>
                      <a:pt x="5408" y="923"/>
                      <a:pt x="4270" y="1"/>
                      <a:pt x="3085" y="1"/>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305" name="Google Shape;8305;p36"/>
              <p:cNvSpPr/>
              <p:nvPr/>
            </p:nvSpPr>
            <p:spPr>
              <a:xfrm>
                <a:off x="5158382" y="3419720"/>
                <a:ext cx="17138" cy="17130"/>
              </a:xfrm>
              <a:custGeom>
                <a:rect b="b" l="l" r="r" t="t"/>
                <a:pathLst>
                  <a:path extrusionOk="0" h="2178" w="2179">
                    <a:moveTo>
                      <a:pt x="1090" y="0"/>
                    </a:moveTo>
                    <a:cubicBezTo>
                      <a:pt x="485" y="0"/>
                      <a:pt x="1" y="484"/>
                      <a:pt x="1" y="1089"/>
                    </a:cubicBezTo>
                    <a:cubicBezTo>
                      <a:pt x="1" y="1694"/>
                      <a:pt x="485" y="2178"/>
                      <a:pt x="1090" y="2178"/>
                    </a:cubicBezTo>
                    <a:cubicBezTo>
                      <a:pt x="1694" y="2178"/>
                      <a:pt x="2178" y="1694"/>
                      <a:pt x="2178" y="1089"/>
                    </a:cubicBezTo>
                    <a:cubicBezTo>
                      <a:pt x="2178" y="484"/>
                      <a:pt x="1694" y="0"/>
                      <a:pt x="1090" y="0"/>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nvGrpSpPr>
              <p:cNvPr id="8306" name="Google Shape;8306;p36"/>
              <p:cNvGrpSpPr/>
              <p:nvPr/>
            </p:nvGrpSpPr>
            <p:grpSpPr>
              <a:xfrm>
                <a:off x="5269224" y="3304167"/>
                <a:ext cx="40253" cy="34402"/>
                <a:chOff x="5269224" y="3304167"/>
                <a:chExt cx="40253" cy="34402"/>
              </a:xfrm>
            </p:grpSpPr>
            <p:sp>
              <p:nvSpPr>
                <p:cNvPr id="8307" name="Google Shape;8307;p36"/>
                <p:cNvSpPr/>
                <p:nvPr/>
              </p:nvSpPr>
              <p:spPr>
                <a:xfrm>
                  <a:off x="5269224" y="3304167"/>
                  <a:ext cx="40253" cy="34402"/>
                </a:xfrm>
                <a:custGeom>
                  <a:rect b="b" l="l" r="r" t="t"/>
                  <a:pathLst>
                    <a:path extrusionOk="0" h="4374" w="5118">
                      <a:moveTo>
                        <a:pt x="2915" y="0"/>
                      </a:moveTo>
                      <a:cubicBezTo>
                        <a:pt x="2376" y="0"/>
                        <a:pt x="1827" y="201"/>
                        <a:pt x="1380" y="648"/>
                      </a:cubicBezTo>
                      <a:cubicBezTo>
                        <a:pt x="1" y="2015"/>
                        <a:pt x="980" y="4374"/>
                        <a:pt x="2928" y="4374"/>
                      </a:cubicBezTo>
                      <a:cubicBezTo>
                        <a:pt x="4126" y="4374"/>
                        <a:pt x="5105" y="3394"/>
                        <a:pt x="5118" y="2184"/>
                      </a:cubicBezTo>
                      <a:cubicBezTo>
                        <a:pt x="5109" y="869"/>
                        <a:pt x="4036" y="0"/>
                        <a:pt x="2915" y="0"/>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308" name="Google Shape;8308;p36"/>
                <p:cNvSpPr/>
                <p:nvPr/>
              </p:nvSpPr>
              <p:spPr>
                <a:xfrm>
                  <a:off x="5284639" y="3313826"/>
                  <a:ext cx="15132" cy="15140"/>
                </a:xfrm>
                <a:custGeom>
                  <a:rect b="b" l="l" r="r" t="t"/>
                  <a:pathLst>
                    <a:path extrusionOk="0" h="1925" w="1924">
                      <a:moveTo>
                        <a:pt x="968" y="1"/>
                      </a:moveTo>
                      <a:cubicBezTo>
                        <a:pt x="436" y="1"/>
                        <a:pt x="0" y="436"/>
                        <a:pt x="0" y="956"/>
                      </a:cubicBezTo>
                      <a:cubicBezTo>
                        <a:pt x="0" y="1489"/>
                        <a:pt x="436" y="1924"/>
                        <a:pt x="968" y="1924"/>
                      </a:cubicBezTo>
                      <a:cubicBezTo>
                        <a:pt x="1500" y="1924"/>
                        <a:pt x="1924" y="1489"/>
                        <a:pt x="1924" y="956"/>
                      </a:cubicBezTo>
                      <a:cubicBezTo>
                        <a:pt x="1924" y="436"/>
                        <a:pt x="1500" y="1"/>
                        <a:pt x="968" y="1"/>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8309" name="Google Shape;8309;p36"/>
              <p:cNvGrpSpPr/>
              <p:nvPr/>
            </p:nvGrpSpPr>
            <p:grpSpPr>
              <a:xfrm>
                <a:off x="5327354" y="3476615"/>
                <a:ext cx="49864" cy="42723"/>
                <a:chOff x="5327354" y="3476615"/>
                <a:chExt cx="49864" cy="42723"/>
              </a:xfrm>
            </p:grpSpPr>
            <p:sp>
              <p:nvSpPr>
                <p:cNvPr id="8310" name="Google Shape;8310;p36"/>
                <p:cNvSpPr/>
                <p:nvPr/>
              </p:nvSpPr>
              <p:spPr>
                <a:xfrm>
                  <a:off x="5327354" y="3476615"/>
                  <a:ext cx="49864" cy="42723"/>
                </a:xfrm>
                <a:custGeom>
                  <a:rect b="b" l="l" r="r" t="t"/>
                  <a:pathLst>
                    <a:path extrusionOk="0" h="5432" w="6340">
                      <a:moveTo>
                        <a:pt x="3602" y="1"/>
                      </a:moveTo>
                      <a:cubicBezTo>
                        <a:pt x="2936" y="1"/>
                        <a:pt x="2257" y="248"/>
                        <a:pt x="1706" y="799"/>
                      </a:cubicBezTo>
                      <a:cubicBezTo>
                        <a:pt x="1" y="2504"/>
                        <a:pt x="1210" y="5432"/>
                        <a:pt x="3630" y="5432"/>
                      </a:cubicBezTo>
                      <a:cubicBezTo>
                        <a:pt x="5118" y="5432"/>
                        <a:pt x="6339" y="4222"/>
                        <a:pt x="6339" y="2722"/>
                      </a:cubicBezTo>
                      <a:cubicBezTo>
                        <a:pt x="6339" y="1084"/>
                        <a:pt x="4998" y="1"/>
                        <a:pt x="3602" y="1"/>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311" name="Google Shape;8311;p36"/>
                <p:cNvSpPr/>
                <p:nvPr/>
              </p:nvSpPr>
              <p:spPr>
                <a:xfrm>
                  <a:off x="5340197" y="3486321"/>
                  <a:ext cx="27315" cy="23406"/>
                </a:xfrm>
                <a:custGeom>
                  <a:rect b="b" l="l" r="r" t="t"/>
                  <a:pathLst>
                    <a:path extrusionOk="0" h="2976" w="3473">
                      <a:moveTo>
                        <a:pt x="1985" y="0"/>
                      </a:moveTo>
                      <a:cubicBezTo>
                        <a:pt x="666" y="0"/>
                        <a:pt x="1" y="1597"/>
                        <a:pt x="944" y="2540"/>
                      </a:cubicBezTo>
                      <a:cubicBezTo>
                        <a:pt x="1245" y="2841"/>
                        <a:pt x="1614" y="2975"/>
                        <a:pt x="1977" y="2975"/>
                      </a:cubicBezTo>
                      <a:cubicBezTo>
                        <a:pt x="2739" y="2975"/>
                        <a:pt x="3473" y="2381"/>
                        <a:pt x="3473" y="1488"/>
                      </a:cubicBezTo>
                      <a:cubicBezTo>
                        <a:pt x="3473" y="665"/>
                        <a:pt x="2807" y="0"/>
                        <a:pt x="1985" y="0"/>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8312" name="Google Shape;8312;p36"/>
              <p:cNvSpPr/>
              <p:nvPr/>
            </p:nvSpPr>
            <p:spPr>
              <a:xfrm>
                <a:off x="5290255" y="3703080"/>
                <a:ext cx="31397" cy="26898"/>
              </a:xfrm>
              <a:custGeom>
                <a:rect b="b" l="l" r="r" t="t"/>
                <a:pathLst>
                  <a:path extrusionOk="0" h="3420" w="3992">
                    <a:moveTo>
                      <a:pt x="2272" y="1"/>
                    </a:moveTo>
                    <a:cubicBezTo>
                      <a:pt x="1853" y="1"/>
                      <a:pt x="1425" y="156"/>
                      <a:pt x="1077" y="505"/>
                    </a:cubicBezTo>
                    <a:cubicBezTo>
                      <a:pt x="0" y="1581"/>
                      <a:pt x="762" y="3420"/>
                      <a:pt x="2286" y="3420"/>
                    </a:cubicBezTo>
                    <a:cubicBezTo>
                      <a:pt x="3230" y="3420"/>
                      <a:pt x="3992" y="2658"/>
                      <a:pt x="3992" y="1714"/>
                    </a:cubicBezTo>
                    <a:cubicBezTo>
                      <a:pt x="3992" y="683"/>
                      <a:pt x="3150" y="1"/>
                      <a:pt x="2272" y="1"/>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313" name="Google Shape;8313;p36"/>
              <p:cNvSpPr/>
              <p:nvPr/>
            </p:nvSpPr>
            <p:spPr>
              <a:xfrm>
                <a:off x="5304427" y="3712754"/>
                <a:ext cx="7621" cy="7621"/>
              </a:xfrm>
              <a:custGeom>
                <a:rect b="b" l="l" r="r" t="t"/>
                <a:pathLst>
                  <a:path extrusionOk="0" h="969" w="969">
                    <a:moveTo>
                      <a:pt x="484" y="0"/>
                    </a:moveTo>
                    <a:cubicBezTo>
                      <a:pt x="218" y="0"/>
                      <a:pt x="0" y="218"/>
                      <a:pt x="0" y="484"/>
                    </a:cubicBezTo>
                    <a:cubicBezTo>
                      <a:pt x="0" y="750"/>
                      <a:pt x="218" y="968"/>
                      <a:pt x="484" y="968"/>
                    </a:cubicBezTo>
                    <a:cubicBezTo>
                      <a:pt x="750" y="968"/>
                      <a:pt x="968" y="750"/>
                      <a:pt x="968" y="484"/>
                    </a:cubicBezTo>
                    <a:cubicBezTo>
                      <a:pt x="968" y="218"/>
                      <a:pt x="750" y="0"/>
                      <a:pt x="484" y="0"/>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nvGrpSpPr>
              <p:cNvPr id="8314" name="Google Shape;8314;p36"/>
              <p:cNvGrpSpPr/>
              <p:nvPr/>
            </p:nvGrpSpPr>
            <p:grpSpPr>
              <a:xfrm>
                <a:off x="5341723" y="3775957"/>
                <a:ext cx="31405" cy="26898"/>
                <a:chOff x="5341723" y="3775957"/>
                <a:chExt cx="31405" cy="26898"/>
              </a:xfrm>
            </p:grpSpPr>
            <p:sp>
              <p:nvSpPr>
                <p:cNvPr id="8315" name="Google Shape;8315;p36"/>
                <p:cNvSpPr/>
                <p:nvPr/>
              </p:nvSpPr>
              <p:spPr>
                <a:xfrm>
                  <a:off x="5341723" y="3775957"/>
                  <a:ext cx="31405" cy="26898"/>
                </a:xfrm>
                <a:custGeom>
                  <a:rect b="b" l="l" r="r" t="t"/>
                  <a:pathLst>
                    <a:path extrusionOk="0" h="3420" w="3993">
                      <a:moveTo>
                        <a:pt x="2273" y="1"/>
                      </a:moveTo>
                      <a:cubicBezTo>
                        <a:pt x="1853" y="1"/>
                        <a:pt x="1425" y="157"/>
                        <a:pt x="1077" y="505"/>
                      </a:cubicBezTo>
                      <a:cubicBezTo>
                        <a:pt x="0" y="1581"/>
                        <a:pt x="762" y="3420"/>
                        <a:pt x="2287" y="3420"/>
                      </a:cubicBezTo>
                      <a:cubicBezTo>
                        <a:pt x="3230" y="3420"/>
                        <a:pt x="3992" y="2658"/>
                        <a:pt x="3992" y="1714"/>
                      </a:cubicBezTo>
                      <a:cubicBezTo>
                        <a:pt x="3992" y="683"/>
                        <a:pt x="3151" y="1"/>
                        <a:pt x="2273" y="1"/>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316" name="Google Shape;8316;p36"/>
                <p:cNvSpPr/>
                <p:nvPr/>
              </p:nvSpPr>
              <p:spPr>
                <a:xfrm>
                  <a:off x="5354567" y="3785631"/>
                  <a:ext cx="8950" cy="7605"/>
                </a:xfrm>
                <a:custGeom>
                  <a:rect b="b" l="l" r="r" t="t"/>
                  <a:pathLst>
                    <a:path extrusionOk="0" h="967" w="1138">
                      <a:moveTo>
                        <a:pt x="654" y="0"/>
                      </a:moveTo>
                      <a:cubicBezTo>
                        <a:pt x="218" y="0"/>
                        <a:pt x="0" y="521"/>
                        <a:pt x="303" y="823"/>
                      </a:cubicBezTo>
                      <a:cubicBezTo>
                        <a:pt x="402" y="922"/>
                        <a:pt x="525" y="966"/>
                        <a:pt x="646" y="966"/>
                      </a:cubicBezTo>
                      <a:cubicBezTo>
                        <a:pt x="896" y="966"/>
                        <a:pt x="1138" y="777"/>
                        <a:pt x="1138" y="484"/>
                      </a:cubicBezTo>
                      <a:cubicBezTo>
                        <a:pt x="1138" y="218"/>
                        <a:pt x="920" y="0"/>
                        <a:pt x="654" y="0"/>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8317" name="Google Shape;8317;p36"/>
              <p:cNvGrpSpPr/>
              <p:nvPr/>
            </p:nvGrpSpPr>
            <p:grpSpPr>
              <a:xfrm>
                <a:off x="5439053" y="3699274"/>
                <a:ext cx="31405" cy="26898"/>
                <a:chOff x="5439053" y="3699274"/>
                <a:chExt cx="31405" cy="26898"/>
              </a:xfrm>
            </p:grpSpPr>
            <p:sp>
              <p:nvSpPr>
                <p:cNvPr id="8318" name="Google Shape;8318;p36"/>
                <p:cNvSpPr/>
                <p:nvPr/>
              </p:nvSpPr>
              <p:spPr>
                <a:xfrm>
                  <a:off x="5439053" y="3699274"/>
                  <a:ext cx="31405" cy="26898"/>
                </a:xfrm>
                <a:custGeom>
                  <a:rect b="b" l="l" r="r" t="t"/>
                  <a:pathLst>
                    <a:path extrusionOk="0" h="3420" w="3993">
                      <a:moveTo>
                        <a:pt x="2273" y="1"/>
                      </a:moveTo>
                      <a:cubicBezTo>
                        <a:pt x="1853" y="1"/>
                        <a:pt x="1425" y="157"/>
                        <a:pt x="1077" y="505"/>
                      </a:cubicBezTo>
                      <a:cubicBezTo>
                        <a:pt x="0" y="1581"/>
                        <a:pt x="762" y="3420"/>
                        <a:pt x="2287" y="3420"/>
                      </a:cubicBezTo>
                      <a:cubicBezTo>
                        <a:pt x="3230" y="3420"/>
                        <a:pt x="3992" y="2658"/>
                        <a:pt x="3992" y="1714"/>
                      </a:cubicBezTo>
                      <a:cubicBezTo>
                        <a:pt x="3992" y="683"/>
                        <a:pt x="3151" y="1"/>
                        <a:pt x="2273" y="1"/>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319" name="Google Shape;8319;p36"/>
                <p:cNvSpPr/>
                <p:nvPr/>
              </p:nvSpPr>
              <p:spPr>
                <a:xfrm>
                  <a:off x="5453225" y="3708948"/>
                  <a:ext cx="7621" cy="7621"/>
                </a:xfrm>
                <a:custGeom>
                  <a:rect b="b" l="l" r="r" t="t"/>
                  <a:pathLst>
                    <a:path extrusionOk="0" h="969" w="969">
                      <a:moveTo>
                        <a:pt x="485" y="0"/>
                      </a:moveTo>
                      <a:cubicBezTo>
                        <a:pt x="219" y="0"/>
                        <a:pt x="1" y="218"/>
                        <a:pt x="1" y="484"/>
                      </a:cubicBezTo>
                      <a:cubicBezTo>
                        <a:pt x="1" y="750"/>
                        <a:pt x="219" y="968"/>
                        <a:pt x="485" y="968"/>
                      </a:cubicBezTo>
                      <a:cubicBezTo>
                        <a:pt x="751" y="968"/>
                        <a:pt x="969" y="750"/>
                        <a:pt x="969" y="484"/>
                      </a:cubicBezTo>
                      <a:cubicBezTo>
                        <a:pt x="969" y="218"/>
                        <a:pt x="751" y="0"/>
                        <a:pt x="485" y="0"/>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8320" name="Google Shape;8320;p36"/>
              <p:cNvGrpSpPr/>
              <p:nvPr/>
            </p:nvGrpSpPr>
            <p:grpSpPr>
              <a:xfrm>
                <a:off x="5412414" y="3622307"/>
                <a:ext cx="31499" cy="26993"/>
                <a:chOff x="5412414" y="3622307"/>
                <a:chExt cx="31499" cy="26993"/>
              </a:xfrm>
            </p:grpSpPr>
            <p:sp>
              <p:nvSpPr>
                <p:cNvPr id="8321" name="Google Shape;8321;p36"/>
                <p:cNvSpPr/>
                <p:nvPr/>
              </p:nvSpPr>
              <p:spPr>
                <a:xfrm>
                  <a:off x="5412414" y="3622307"/>
                  <a:ext cx="31499" cy="26993"/>
                </a:xfrm>
                <a:custGeom>
                  <a:rect b="b" l="l" r="r" t="t"/>
                  <a:pathLst>
                    <a:path extrusionOk="0" h="3432" w="4005">
                      <a:moveTo>
                        <a:pt x="2285" y="0"/>
                      </a:moveTo>
                      <a:cubicBezTo>
                        <a:pt x="1865" y="0"/>
                        <a:pt x="1437" y="156"/>
                        <a:pt x="1089" y="504"/>
                      </a:cubicBezTo>
                      <a:cubicBezTo>
                        <a:pt x="0" y="1581"/>
                        <a:pt x="774" y="3432"/>
                        <a:pt x="2299" y="3432"/>
                      </a:cubicBezTo>
                      <a:cubicBezTo>
                        <a:pt x="3242" y="3432"/>
                        <a:pt x="4004" y="2658"/>
                        <a:pt x="4004" y="1714"/>
                      </a:cubicBezTo>
                      <a:cubicBezTo>
                        <a:pt x="4004" y="683"/>
                        <a:pt x="3163" y="0"/>
                        <a:pt x="2285" y="0"/>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322" name="Google Shape;8322;p36"/>
                <p:cNvSpPr/>
                <p:nvPr/>
              </p:nvSpPr>
              <p:spPr>
                <a:xfrm>
                  <a:off x="5426681" y="3632075"/>
                  <a:ext cx="7527" cy="7519"/>
                </a:xfrm>
                <a:custGeom>
                  <a:rect b="b" l="l" r="r" t="t"/>
                  <a:pathLst>
                    <a:path extrusionOk="0" h="956" w="957">
                      <a:moveTo>
                        <a:pt x="485" y="0"/>
                      </a:moveTo>
                      <a:cubicBezTo>
                        <a:pt x="206" y="0"/>
                        <a:pt x="1" y="206"/>
                        <a:pt x="1" y="472"/>
                      </a:cubicBezTo>
                      <a:cubicBezTo>
                        <a:pt x="1" y="738"/>
                        <a:pt x="206" y="956"/>
                        <a:pt x="485" y="956"/>
                      </a:cubicBezTo>
                      <a:cubicBezTo>
                        <a:pt x="751" y="956"/>
                        <a:pt x="956" y="738"/>
                        <a:pt x="956" y="472"/>
                      </a:cubicBezTo>
                      <a:cubicBezTo>
                        <a:pt x="956" y="206"/>
                        <a:pt x="751" y="0"/>
                        <a:pt x="485" y="0"/>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8323" name="Google Shape;8323;p36"/>
              <p:cNvGrpSpPr/>
              <p:nvPr/>
            </p:nvGrpSpPr>
            <p:grpSpPr>
              <a:xfrm>
                <a:off x="5476254" y="3473949"/>
                <a:ext cx="26835" cy="26930"/>
                <a:chOff x="5476254" y="3473949"/>
                <a:chExt cx="26835" cy="26930"/>
              </a:xfrm>
            </p:grpSpPr>
            <p:sp>
              <p:nvSpPr>
                <p:cNvPr id="8324" name="Google Shape;8324;p36"/>
                <p:cNvSpPr/>
                <p:nvPr/>
              </p:nvSpPr>
              <p:spPr>
                <a:xfrm>
                  <a:off x="5476254" y="3473949"/>
                  <a:ext cx="26835" cy="26930"/>
                </a:xfrm>
                <a:custGeom>
                  <a:rect b="b" l="l" r="r" t="t"/>
                  <a:pathLst>
                    <a:path extrusionOk="0" h="3424" w="3412">
                      <a:moveTo>
                        <a:pt x="1706" y="1"/>
                      </a:moveTo>
                      <a:cubicBezTo>
                        <a:pt x="762" y="1"/>
                        <a:pt x="0" y="775"/>
                        <a:pt x="0" y="1718"/>
                      </a:cubicBezTo>
                      <a:cubicBezTo>
                        <a:pt x="0" y="2662"/>
                        <a:pt x="762" y="3424"/>
                        <a:pt x="1706" y="3424"/>
                      </a:cubicBezTo>
                      <a:cubicBezTo>
                        <a:pt x="2649" y="3424"/>
                        <a:pt x="3411" y="2662"/>
                        <a:pt x="3411" y="1718"/>
                      </a:cubicBezTo>
                      <a:cubicBezTo>
                        <a:pt x="3411" y="775"/>
                        <a:pt x="2649" y="1"/>
                        <a:pt x="1706" y="1"/>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325" name="Google Shape;8325;p36"/>
                <p:cNvSpPr/>
                <p:nvPr/>
              </p:nvSpPr>
              <p:spPr>
                <a:xfrm>
                  <a:off x="5485857" y="3483655"/>
                  <a:ext cx="7621" cy="7621"/>
                </a:xfrm>
                <a:custGeom>
                  <a:rect b="b" l="l" r="r" t="t"/>
                  <a:pathLst>
                    <a:path extrusionOk="0" h="969" w="969">
                      <a:moveTo>
                        <a:pt x="485" y="0"/>
                      </a:moveTo>
                      <a:cubicBezTo>
                        <a:pt x="219" y="0"/>
                        <a:pt x="1" y="218"/>
                        <a:pt x="1" y="484"/>
                      </a:cubicBezTo>
                      <a:cubicBezTo>
                        <a:pt x="1" y="750"/>
                        <a:pt x="219" y="968"/>
                        <a:pt x="485" y="968"/>
                      </a:cubicBezTo>
                      <a:cubicBezTo>
                        <a:pt x="751" y="968"/>
                        <a:pt x="969" y="750"/>
                        <a:pt x="969" y="484"/>
                      </a:cubicBezTo>
                      <a:cubicBezTo>
                        <a:pt x="969" y="218"/>
                        <a:pt x="751" y="0"/>
                        <a:pt x="485" y="0"/>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8326" name="Google Shape;8326;p36"/>
              <p:cNvGrpSpPr/>
              <p:nvPr/>
            </p:nvGrpSpPr>
            <p:grpSpPr>
              <a:xfrm>
                <a:off x="5564547" y="3481594"/>
                <a:ext cx="31397" cy="26898"/>
                <a:chOff x="5564547" y="3481594"/>
                <a:chExt cx="31397" cy="26898"/>
              </a:xfrm>
            </p:grpSpPr>
            <p:sp>
              <p:nvSpPr>
                <p:cNvPr id="8327" name="Google Shape;8327;p36"/>
                <p:cNvSpPr/>
                <p:nvPr/>
              </p:nvSpPr>
              <p:spPr>
                <a:xfrm>
                  <a:off x="5564547" y="3481594"/>
                  <a:ext cx="31397" cy="26898"/>
                </a:xfrm>
                <a:custGeom>
                  <a:rect b="b" l="l" r="r" t="t"/>
                  <a:pathLst>
                    <a:path extrusionOk="0" h="3420" w="3992">
                      <a:moveTo>
                        <a:pt x="2272" y="0"/>
                      </a:moveTo>
                      <a:cubicBezTo>
                        <a:pt x="1853" y="0"/>
                        <a:pt x="1425" y="156"/>
                        <a:pt x="1077" y="504"/>
                      </a:cubicBezTo>
                      <a:cubicBezTo>
                        <a:pt x="0" y="1581"/>
                        <a:pt x="762" y="3420"/>
                        <a:pt x="2286" y="3420"/>
                      </a:cubicBezTo>
                      <a:cubicBezTo>
                        <a:pt x="3230" y="3420"/>
                        <a:pt x="3992" y="2658"/>
                        <a:pt x="3992" y="1714"/>
                      </a:cubicBezTo>
                      <a:cubicBezTo>
                        <a:pt x="3992" y="683"/>
                        <a:pt x="3150" y="0"/>
                        <a:pt x="2272" y="0"/>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328" name="Google Shape;8328;p36"/>
                <p:cNvSpPr/>
                <p:nvPr/>
              </p:nvSpPr>
              <p:spPr>
                <a:xfrm>
                  <a:off x="5578719" y="3491268"/>
                  <a:ext cx="7621" cy="7613"/>
                </a:xfrm>
                <a:custGeom>
                  <a:rect b="b" l="l" r="r" t="t"/>
                  <a:pathLst>
                    <a:path extrusionOk="0" h="968" w="969">
                      <a:moveTo>
                        <a:pt x="484" y="0"/>
                      </a:moveTo>
                      <a:cubicBezTo>
                        <a:pt x="218" y="0"/>
                        <a:pt x="0" y="218"/>
                        <a:pt x="0" y="484"/>
                      </a:cubicBezTo>
                      <a:cubicBezTo>
                        <a:pt x="0" y="750"/>
                        <a:pt x="218" y="968"/>
                        <a:pt x="484" y="968"/>
                      </a:cubicBezTo>
                      <a:cubicBezTo>
                        <a:pt x="750" y="968"/>
                        <a:pt x="968" y="750"/>
                        <a:pt x="968" y="484"/>
                      </a:cubicBezTo>
                      <a:cubicBezTo>
                        <a:pt x="968" y="218"/>
                        <a:pt x="750" y="0"/>
                        <a:pt x="484" y="0"/>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8329" name="Google Shape;8329;p36"/>
              <p:cNvGrpSpPr/>
              <p:nvPr/>
            </p:nvGrpSpPr>
            <p:grpSpPr>
              <a:xfrm>
                <a:off x="5534101" y="3470174"/>
                <a:ext cx="31397" cy="26906"/>
                <a:chOff x="5534101" y="3470174"/>
                <a:chExt cx="31397" cy="26906"/>
              </a:xfrm>
            </p:grpSpPr>
            <p:sp>
              <p:nvSpPr>
                <p:cNvPr id="8330" name="Google Shape;8330;p36"/>
                <p:cNvSpPr/>
                <p:nvPr/>
              </p:nvSpPr>
              <p:spPr>
                <a:xfrm>
                  <a:off x="5534101" y="3470174"/>
                  <a:ext cx="31397" cy="26906"/>
                </a:xfrm>
                <a:custGeom>
                  <a:rect b="b" l="l" r="r" t="t"/>
                  <a:pathLst>
                    <a:path extrusionOk="0" h="3421" w="3992">
                      <a:moveTo>
                        <a:pt x="2272" y="1"/>
                      </a:moveTo>
                      <a:cubicBezTo>
                        <a:pt x="1853" y="1"/>
                        <a:pt x="1425" y="157"/>
                        <a:pt x="1077" y="505"/>
                      </a:cubicBezTo>
                      <a:cubicBezTo>
                        <a:pt x="0" y="1581"/>
                        <a:pt x="762" y="3420"/>
                        <a:pt x="2286" y="3420"/>
                      </a:cubicBezTo>
                      <a:cubicBezTo>
                        <a:pt x="3230" y="3420"/>
                        <a:pt x="3992" y="2658"/>
                        <a:pt x="3992" y="1714"/>
                      </a:cubicBezTo>
                      <a:cubicBezTo>
                        <a:pt x="3992" y="683"/>
                        <a:pt x="3150" y="1"/>
                        <a:pt x="2272" y="1"/>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331" name="Google Shape;8331;p36"/>
                <p:cNvSpPr/>
                <p:nvPr/>
              </p:nvSpPr>
              <p:spPr>
                <a:xfrm>
                  <a:off x="5546945" y="3479848"/>
                  <a:ext cx="8950" cy="7582"/>
                </a:xfrm>
                <a:custGeom>
                  <a:rect b="b" l="l" r="r" t="t"/>
                  <a:pathLst>
                    <a:path extrusionOk="0" h="964" w="1138">
                      <a:moveTo>
                        <a:pt x="653" y="1"/>
                      </a:moveTo>
                      <a:cubicBezTo>
                        <a:pt x="218" y="1"/>
                        <a:pt x="0" y="521"/>
                        <a:pt x="303" y="823"/>
                      </a:cubicBezTo>
                      <a:cubicBezTo>
                        <a:pt x="404" y="921"/>
                        <a:pt x="526" y="964"/>
                        <a:pt x="646" y="964"/>
                      </a:cubicBezTo>
                      <a:cubicBezTo>
                        <a:pt x="898" y="964"/>
                        <a:pt x="1137" y="771"/>
                        <a:pt x="1137" y="484"/>
                      </a:cubicBezTo>
                      <a:cubicBezTo>
                        <a:pt x="1137" y="218"/>
                        <a:pt x="919" y="1"/>
                        <a:pt x="653" y="1"/>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8332" name="Google Shape;8332;p36"/>
              <p:cNvGrpSpPr/>
              <p:nvPr/>
            </p:nvGrpSpPr>
            <p:grpSpPr>
              <a:xfrm>
                <a:off x="5610879" y="3314486"/>
                <a:ext cx="31499" cy="26938"/>
                <a:chOff x="5610879" y="3314486"/>
                <a:chExt cx="31499" cy="26938"/>
              </a:xfrm>
            </p:grpSpPr>
            <p:sp>
              <p:nvSpPr>
                <p:cNvPr id="8333" name="Google Shape;8333;p36"/>
                <p:cNvSpPr/>
                <p:nvPr/>
              </p:nvSpPr>
              <p:spPr>
                <a:xfrm>
                  <a:off x="5610879" y="3314486"/>
                  <a:ext cx="31499" cy="26938"/>
                </a:xfrm>
                <a:custGeom>
                  <a:rect b="b" l="l" r="r" t="t"/>
                  <a:pathLst>
                    <a:path extrusionOk="0" h="3425" w="4005">
                      <a:moveTo>
                        <a:pt x="2285" y="0"/>
                      </a:moveTo>
                      <a:cubicBezTo>
                        <a:pt x="1865" y="0"/>
                        <a:pt x="1437" y="157"/>
                        <a:pt x="1089" y="509"/>
                      </a:cubicBezTo>
                      <a:cubicBezTo>
                        <a:pt x="0" y="1586"/>
                        <a:pt x="774" y="3425"/>
                        <a:pt x="2299" y="3425"/>
                      </a:cubicBezTo>
                      <a:cubicBezTo>
                        <a:pt x="3242" y="3425"/>
                        <a:pt x="4004" y="2663"/>
                        <a:pt x="4004" y="1719"/>
                      </a:cubicBezTo>
                      <a:cubicBezTo>
                        <a:pt x="4004" y="688"/>
                        <a:pt x="3163" y="0"/>
                        <a:pt x="2285" y="0"/>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334" name="Google Shape;8334;p36"/>
                <p:cNvSpPr/>
                <p:nvPr/>
              </p:nvSpPr>
              <p:spPr>
                <a:xfrm>
                  <a:off x="5623817" y="3324192"/>
                  <a:ext cx="8950" cy="7590"/>
                </a:xfrm>
                <a:custGeom>
                  <a:rect b="b" l="l" r="r" t="t"/>
                  <a:pathLst>
                    <a:path extrusionOk="0" h="965" w="1138">
                      <a:moveTo>
                        <a:pt x="675" y="1"/>
                      </a:moveTo>
                      <a:cubicBezTo>
                        <a:pt x="668" y="1"/>
                        <a:pt x="661" y="1"/>
                        <a:pt x="654" y="1"/>
                      </a:cubicBezTo>
                      <a:cubicBezTo>
                        <a:pt x="218" y="1"/>
                        <a:pt x="0" y="509"/>
                        <a:pt x="303" y="824"/>
                      </a:cubicBezTo>
                      <a:cubicBezTo>
                        <a:pt x="404" y="921"/>
                        <a:pt x="525" y="965"/>
                        <a:pt x="644" y="965"/>
                      </a:cubicBezTo>
                      <a:cubicBezTo>
                        <a:pt x="893" y="965"/>
                        <a:pt x="1129" y="772"/>
                        <a:pt x="1137" y="485"/>
                      </a:cubicBezTo>
                      <a:cubicBezTo>
                        <a:pt x="1137" y="214"/>
                        <a:pt x="931" y="1"/>
                        <a:pt x="675" y="1"/>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8335" name="Google Shape;8335;p36"/>
              <p:cNvGrpSpPr/>
              <p:nvPr/>
            </p:nvGrpSpPr>
            <p:grpSpPr>
              <a:xfrm>
                <a:off x="4834525" y="3501382"/>
                <a:ext cx="31499" cy="26898"/>
                <a:chOff x="4834525" y="3501382"/>
                <a:chExt cx="31499" cy="26898"/>
              </a:xfrm>
            </p:grpSpPr>
            <p:sp>
              <p:nvSpPr>
                <p:cNvPr id="8336" name="Google Shape;8336;p36"/>
                <p:cNvSpPr/>
                <p:nvPr/>
              </p:nvSpPr>
              <p:spPr>
                <a:xfrm>
                  <a:off x="4834525" y="3501382"/>
                  <a:ext cx="31499" cy="26898"/>
                </a:xfrm>
                <a:custGeom>
                  <a:rect b="b" l="l" r="r" t="t"/>
                  <a:pathLst>
                    <a:path extrusionOk="0" h="3420" w="4005">
                      <a:moveTo>
                        <a:pt x="2285" y="0"/>
                      </a:moveTo>
                      <a:cubicBezTo>
                        <a:pt x="1865" y="0"/>
                        <a:pt x="1437" y="156"/>
                        <a:pt x="1089" y="504"/>
                      </a:cubicBezTo>
                      <a:cubicBezTo>
                        <a:pt x="0" y="1581"/>
                        <a:pt x="775" y="3420"/>
                        <a:pt x="2299" y="3420"/>
                      </a:cubicBezTo>
                      <a:cubicBezTo>
                        <a:pt x="3242" y="3420"/>
                        <a:pt x="4004" y="2658"/>
                        <a:pt x="4004" y="1714"/>
                      </a:cubicBezTo>
                      <a:cubicBezTo>
                        <a:pt x="4004" y="683"/>
                        <a:pt x="3163" y="0"/>
                        <a:pt x="2285" y="0"/>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337" name="Google Shape;8337;p36"/>
                <p:cNvSpPr/>
                <p:nvPr/>
              </p:nvSpPr>
              <p:spPr>
                <a:xfrm>
                  <a:off x="4847463" y="3511056"/>
                  <a:ext cx="8950" cy="7605"/>
                </a:xfrm>
                <a:custGeom>
                  <a:rect b="b" l="l" r="r" t="t"/>
                  <a:pathLst>
                    <a:path extrusionOk="0" h="967" w="1138">
                      <a:moveTo>
                        <a:pt x="654" y="0"/>
                      </a:moveTo>
                      <a:cubicBezTo>
                        <a:pt x="218" y="0"/>
                        <a:pt x="1" y="520"/>
                        <a:pt x="303" y="823"/>
                      </a:cubicBezTo>
                      <a:cubicBezTo>
                        <a:pt x="402" y="922"/>
                        <a:pt x="524" y="966"/>
                        <a:pt x="644" y="966"/>
                      </a:cubicBezTo>
                      <a:cubicBezTo>
                        <a:pt x="891" y="966"/>
                        <a:pt x="1130" y="777"/>
                        <a:pt x="1138" y="484"/>
                      </a:cubicBezTo>
                      <a:cubicBezTo>
                        <a:pt x="1138" y="218"/>
                        <a:pt x="920" y="0"/>
                        <a:pt x="654" y="0"/>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8338" name="Google Shape;8338;p36"/>
              <p:cNvGrpSpPr/>
              <p:nvPr/>
            </p:nvGrpSpPr>
            <p:grpSpPr>
              <a:xfrm>
                <a:off x="4898460" y="3580158"/>
                <a:ext cx="31405" cy="26898"/>
                <a:chOff x="4898460" y="3580158"/>
                <a:chExt cx="31405" cy="26898"/>
              </a:xfrm>
            </p:grpSpPr>
            <p:sp>
              <p:nvSpPr>
                <p:cNvPr id="8339" name="Google Shape;8339;p36"/>
                <p:cNvSpPr/>
                <p:nvPr/>
              </p:nvSpPr>
              <p:spPr>
                <a:xfrm>
                  <a:off x="4898460" y="3580158"/>
                  <a:ext cx="31405" cy="26898"/>
                </a:xfrm>
                <a:custGeom>
                  <a:rect b="b" l="l" r="r" t="t"/>
                  <a:pathLst>
                    <a:path extrusionOk="0" h="3420" w="3993">
                      <a:moveTo>
                        <a:pt x="2273" y="1"/>
                      </a:moveTo>
                      <a:cubicBezTo>
                        <a:pt x="1853" y="1"/>
                        <a:pt x="1425" y="156"/>
                        <a:pt x="1077" y="505"/>
                      </a:cubicBezTo>
                      <a:cubicBezTo>
                        <a:pt x="0" y="1581"/>
                        <a:pt x="763" y="3420"/>
                        <a:pt x="2287" y="3420"/>
                      </a:cubicBezTo>
                      <a:cubicBezTo>
                        <a:pt x="3230" y="3420"/>
                        <a:pt x="3992" y="2658"/>
                        <a:pt x="3992" y="1714"/>
                      </a:cubicBezTo>
                      <a:cubicBezTo>
                        <a:pt x="3992" y="683"/>
                        <a:pt x="3151" y="1"/>
                        <a:pt x="2273" y="1"/>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340" name="Google Shape;8340;p36"/>
                <p:cNvSpPr/>
                <p:nvPr/>
              </p:nvSpPr>
              <p:spPr>
                <a:xfrm>
                  <a:off x="4911303" y="3589832"/>
                  <a:ext cx="8950" cy="7605"/>
                </a:xfrm>
                <a:custGeom>
                  <a:rect b="b" l="l" r="r" t="t"/>
                  <a:pathLst>
                    <a:path extrusionOk="0" h="967" w="1138">
                      <a:moveTo>
                        <a:pt x="654" y="0"/>
                      </a:moveTo>
                      <a:cubicBezTo>
                        <a:pt x="218" y="0"/>
                        <a:pt x="1" y="521"/>
                        <a:pt x="303" y="823"/>
                      </a:cubicBezTo>
                      <a:cubicBezTo>
                        <a:pt x="402" y="922"/>
                        <a:pt x="524" y="966"/>
                        <a:pt x="644" y="966"/>
                      </a:cubicBezTo>
                      <a:cubicBezTo>
                        <a:pt x="891" y="966"/>
                        <a:pt x="1130" y="777"/>
                        <a:pt x="1138" y="484"/>
                      </a:cubicBezTo>
                      <a:cubicBezTo>
                        <a:pt x="1138" y="218"/>
                        <a:pt x="920" y="0"/>
                        <a:pt x="654" y="0"/>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8341" name="Google Shape;8341;p36"/>
              <p:cNvGrpSpPr/>
              <p:nvPr/>
            </p:nvGrpSpPr>
            <p:grpSpPr>
              <a:xfrm>
                <a:off x="4882667" y="3608032"/>
                <a:ext cx="31499" cy="27001"/>
                <a:chOff x="4882667" y="3608032"/>
                <a:chExt cx="31499" cy="27001"/>
              </a:xfrm>
            </p:grpSpPr>
            <p:sp>
              <p:nvSpPr>
                <p:cNvPr id="8342" name="Google Shape;8342;p36"/>
                <p:cNvSpPr/>
                <p:nvPr/>
              </p:nvSpPr>
              <p:spPr>
                <a:xfrm>
                  <a:off x="4882667" y="3608032"/>
                  <a:ext cx="31499" cy="27001"/>
                </a:xfrm>
                <a:custGeom>
                  <a:rect b="b" l="l" r="r" t="t"/>
                  <a:pathLst>
                    <a:path extrusionOk="0" h="3433" w="4005">
                      <a:moveTo>
                        <a:pt x="2276" y="1"/>
                      </a:moveTo>
                      <a:cubicBezTo>
                        <a:pt x="1854" y="1"/>
                        <a:pt x="1425" y="157"/>
                        <a:pt x="1077" y="505"/>
                      </a:cubicBezTo>
                      <a:cubicBezTo>
                        <a:pt x="0" y="1582"/>
                        <a:pt x="763" y="3432"/>
                        <a:pt x="2287" y="3432"/>
                      </a:cubicBezTo>
                      <a:cubicBezTo>
                        <a:pt x="3230" y="3420"/>
                        <a:pt x="4004" y="2658"/>
                        <a:pt x="4004" y="1715"/>
                      </a:cubicBezTo>
                      <a:cubicBezTo>
                        <a:pt x="4004" y="683"/>
                        <a:pt x="3157" y="1"/>
                        <a:pt x="2276" y="1"/>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343" name="Google Shape;8343;p36"/>
                <p:cNvSpPr/>
                <p:nvPr/>
              </p:nvSpPr>
              <p:spPr>
                <a:xfrm>
                  <a:off x="4895605" y="3617706"/>
                  <a:ext cx="8950" cy="7653"/>
                </a:xfrm>
                <a:custGeom>
                  <a:rect b="b" l="l" r="r" t="t"/>
                  <a:pathLst>
                    <a:path extrusionOk="0" h="973" w="1138">
                      <a:moveTo>
                        <a:pt x="642" y="1"/>
                      </a:moveTo>
                      <a:cubicBezTo>
                        <a:pt x="218" y="1"/>
                        <a:pt x="1" y="521"/>
                        <a:pt x="303" y="823"/>
                      </a:cubicBezTo>
                      <a:cubicBezTo>
                        <a:pt x="402" y="926"/>
                        <a:pt x="524" y="972"/>
                        <a:pt x="644" y="972"/>
                      </a:cubicBezTo>
                      <a:cubicBezTo>
                        <a:pt x="891" y="972"/>
                        <a:pt x="1130" y="778"/>
                        <a:pt x="1138" y="485"/>
                      </a:cubicBezTo>
                      <a:cubicBezTo>
                        <a:pt x="1138" y="218"/>
                        <a:pt x="920" y="1"/>
                        <a:pt x="642" y="1"/>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8344" name="Google Shape;8344;p36"/>
              <p:cNvGrpSpPr/>
              <p:nvPr/>
            </p:nvGrpSpPr>
            <p:grpSpPr>
              <a:xfrm>
                <a:off x="4843373" y="3631407"/>
                <a:ext cx="16273" cy="16186"/>
                <a:chOff x="4843373" y="3631407"/>
                <a:chExt cx="16273" cy="16186"/>
              </a:xfrm>
            </p:grpSpPr>
            <p:sp>
              <p:nvSpPr>
                <p:cNvPr id="8345" name="Google Shape;8345;p36"/>
                <p:cNvSpPr/>
                <p:nvPr/>
              </p:nvSpPr>
              <p:spPr>
                <a:xfrm>
                  <a:off x="4843373" y="3631407"/>
                  <a:ext cx="16273" cy="16186"/>
                </a:xfrm>
                <a:custGeom>
                  <a:rect b="b" l="l" r="r" t="t"/>
                  <a:pathLst>
                    <a:path extrusionOk="0" h="2058" w="2069">
                      <a:moveTo>
                        <a:pt x="1029" y="1"/>
                      </a:moveTo>
                      <a:cubicBezTo>
                        <a:pt x="460" y="1"/>
                        <a:pt x="0" y="460"/>
                        <a:pt x="0" y="1029"/>
                      </a:cubicBezTo>
                      <a:cubicBezTo>
                        <a:pt x="0" y="1597"/>
                        <a:pt x="460" y="2057"/>
                        <a:pt x="1029" y="2057"/>
                      </a:cubicBezTo>
                      <a:cubicBezTo>
                        <a:pt x="1609" y="2057"/>
                        <a:pt x="2069" y="1597"/>
                        <a:pt x="2069" y="1029"/>
                      </a:cubicBezTo>
                      <a:cubicBezTo>
                        <a:pt x="2069" y="460"/>
                        <a:pt x="1609" y="1"/>
                        <a:pt x="1029" y="1"/>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346" name="Google Shape;8346;p36"/>
                <p:cNvSpPr/>
                <p:nvPr/>
              </p:nvSpPr>
              <p:spPr>
                <a:xfrm>
                  <a:off x="4849178" y="3637211"/>
                  <a:ext cx="4672" cy="4577"/>
                </a:xfrm>
                <a:custGeom>
                  <a:rect b="b" l="l" r="r" t="t"/>
                  <a:pathLst>
                    <a:path extrusionOk="0" h="582" w="594">
                      <a:moveTo>
                        <a:pt x="291" y="1"/>
                      </a:moveTo>
                      <a:cubicBezTo>
                        <a:pt x="133" y="1"/>
                        <a:pt x="0" y="134"/>
                        <a:pt x="0" y="291"/>
                      </a:cubicBezTo>
                      <a:cubicBezTo>
                        <a:pt x="0" y="460"/>
                        <a:pt x="133" y="581"/>
                        <a:pt x="291" y="581"/>
                      </a:cubicBezTo>
                      <a:cubicBezTo>
                        <a:pt x="460" y="581"/>
                        <a:pt x="593" y="460"/>
                        <a:pt x="593" y="291"/>
                      </a:cubicBezTo>
                      <a:cubicBezTo>
                        <a:pt x="593" y="134"/>
                        <a:pt x="460" y="1"/>
                        <a:pt x="291" y="1"/>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8347" name="Google Shape;8347;p36"/>
              <p:cNvGrpSpPr/>
              <p:nvPr/>
            </p:nvGrpSpPr>
            <p:grpSpPr>
              <a:xfrm>
                <a:off x="4727773" y="3591578"/>
                <a:ext cx="31499" cy="26898"/>
                <a:chOff x="4727773" y="3591578"/>
                <a:chExt cx="31499" cy="26898"/>
              </a:xfrm>
            </p:grpSpPr>
            <p:sp>
              <p:nvSpPr>
                <p:cNvPr id="8348" name="Google Shape;8348;p36"/>
                <p:cNvSpPr/>
                <p:nvPr/>
              </p:nvSpPr>
              <p:spPr>
                <a:xfrm>
                  <a:off x="4727773" y="3591578"/>
                  <a:ext cx="31499" cy="26898"/>
                </a:xfrm>
                <a:custGeom>
                  <a:rect b="b" l="l" r="r" t="t"/>
                  <a:pathLst>
                    <a:path extrusionOk="0" h="3420" w="4005">
                      <a:moveTo>
                        <a:pt x="2276" y="0"/>
                      </a:moveTo>
                      <a:cubicBezTo>
                        <a:pt x="1855" y="0"/>
                        <a:pt x="1426" y="156"/>
                        <a:pt x="1077" y="504"/>
                      </a:cubicBezTo>
                      <a:cubicBezTo>
                        <a:pt x="1" y="1581"/>
                        <a:pt x="763" y="3419"/>
                        <a:pt x="2287" y="3419"/>
                      </a:cubicBezTo>
                      <a:cubicBezTo>
                        <a:pt x="3231" y="3419"/>
                        <a:pt x="3993" y="2657"/>
                        <a:pt x="4005" y="1714"/>
                      </a:cubicBezTo>
                      <a:cubicBezTo>
                        <a:pt x="4005" y="683"/>
                        <a:pt x="3158" y="0"/>
                        <a:pt x="2276" y="0"/>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349" name="Google Shape;8349;p36"/>
                <p:cNvSpPr/>
                <p:nvPr/>
              </p:nvSpPr>
              <p:spPr>
                <a:xfrm>
                  <a:off x="4740719" y="3601244"/>
                  <a:ext cx="8856" cy="7590"/>
                </a:xfrm>
                <a:custGeom>
                  <a:rect b="b" l="l" r="r" t="t"/>
                  <a:pathLst>
                    <a:path extrusionOk="0" h="965" w="1126">
                      <a:moveTo>
                        <a:pt x="641" y="1"/>
                      </a:moveTo>
                      <a:cubicBezTo>
                        <a:pt x="206" y="1"/>
                        <a:pt x="0" y="521"/>
                        <a:pt x="302" y="824"/>
                      </a:cubicBezTo>
                      <a:cubicBezTo>
                        <a:pt x="400" y="921"/>
                        <a:pt x="520" y="964"/>
                        <a:pt x="638" y="964"/>
                      </a:cubicBezTo>
                      <a:cubicBezTo>
                        <a:pt x="886" y="964"/>
                        <a:pt x="1125" y="772"/>
                        <a:pt x="1125" y="485"/>
                      </a:cubicBezTo>
                      <a:cubicBezTo>
                        <a:pt x="1125" y="219"/>
                        <a:pt x="907" y="1"/>
                        <a:pt x="641" y="1"/>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8350" name="Google Shape;8350;p36"/>
              <p:cNvSpPr/>
              <p:nvPr/>
            </p:nvSpPr>
            <p:spPr>
              <a:xfrm>
                <a:off x="4652041" y="3622590"/>
                <a:ext cx="31405" cy="26906"/>
              </a:xfrm>
              <a:custGeom>
                <a:rect b="b" l="l" r="r" t="t"/>
                <a:pathLst>
                  <a:path extrusionOk="0" h="3421" w="3993">
                    <a:moveTo>
                      <a:pt x="2273" y="1"/>
                    </a:moveTo>
                    <a:cubicBezTo>
                      <a:pt x="1853" y="1"/>
                      <a:pt x="1426" y="157"/>
                      <a:pt x="1077" y="505"/>
                    </a:cubicBezTo>
                    <a:cubicBezTo>
                      <a:pt x="1" y="1581"/>
                      <a:pt x="763" y="3420"/>
                      <a:pt x="2287" y="3420"/>
                    </a:cubicBezTo>
                    <a:cubicBezTo>
                      <a:pt x="3231" y="3420"/>
                      <a:pt x="3993" y="2658"/>
                      <a:pt x="3993" y="1714"/>
                    </a:cubicBezTo>
                    <a:cubicBezTo>
                      <a:pt x="3993" y="683"/>
                      <a:pt x="3151" y="1"/>
                      <a:pt x="2273" y="1"/>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351" name="Google Shape;8351;p36"/>
              <p:cNvSpPr/>
              <p:nvPr/>
            </p:nvSpPr>
            <p:spPr>
              <a:xfrm>
                <a:off x="4666222" y="3632264"/>
                <a:ext cx="7613" cy="7621"/>
              </a:xfrm>
              <a:custGeom>
                <a:rect b="b" l="l" r="r" t="t"/>
                <a:pathLst>
                  <a:path extrusionOk="0" h="969" w="968">
                    <a:moveTo>
                      <a:pt x="484" y="1"/>
                    </a:moveTo>
                    <a:cubicBezTo>
                      <a:pt x="218" y="1"/>
                      <a:pt x="0" y="218"/>
                      <a:pt x="0" y="484"/>
                    </a:cubicBezTo>
                    <a:cubicBezTo>
                      <a:pt x="0" y="751"/>
                      <a:pt x="218" y="968"/>
                      <a:pt x="484" y="968"/>
                    </a:cubicBezTo>
                    <a:cubicBezTo>
                      <a:pt x="750" y="968"/>
                      <a:pt x="968" y="751"/>
                      <a:pt x="968" y="484"/>
                    </a:cubicBezTo>
                    <a:cubicBezTo>
                      <a:pt x="968" y="218"/>
                      <a:pt x="750" y="1"/>
                      <a:pt x="484" y="1"/>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nvGrpSpPr>
              <p:cNvPr id="8352" name="Google Shape;8352;p36"/>
              <p:cNvGrpSpPr/>
              <p:nvPr/>
            </p:nvGrpSpPr>
            <p:grpSpPr>
              <a:xfrm>
                <a:off x="4609421" y="3577398"/>
                <a:ext cx="31499" cy="27001"/>
                <a:chOff x="4609421" y="3577398"/>
                <a:chExt cx="31499" cy="27001"/>
              </a:xfrm>
            </p:grpSpPr>
            <p:sp>
              <p:nvSpPr>
                <p:cNvPr id="8353" name="Google Shape;8353;p36"/>
                <p:cNvSpPr/>
                <p:nvPr/>
              </p:nvSpPr>
              <p:spPr>
                <a:xfrm>
                  <a:off x="4609421" y="3577398"/>
                  <a:ext cx="31499" cy="27001"/>
                </a:xfrm>
                <a:custGeom>
                  <a:rect b="b" l="l" r="r" t="t"/>
                  <a:pathLst>
                    <a:path extrusionOk="0" h="3433" w="4005">
                      <a:moveTo>
                        <a:pt x="2273" y="1"/>
                      </a:moveTo>
                      <a:cubicBezTo>
                        <a:pt x="1853" y="1"/>
                        <a:pt x="1425" y="157"/>
                        <a:pt x="1077" y="505"/>
                      </a:cubicBezTo>
                      <a:cubicBezTo>
                        <a:pt x="0" y="1581"/>
                        <a:pt x="763" y="3432"/>
                        <a:pt x="2287" y="3432"/>
                      </a:cubicBezTo>
                      <a:cubicBezTo>
                        <a:pt x="3230" y="3432"/>
                        <a:pt x="3992" y="2658"/>
                        <a:pt x="4005" y="1714"/>
                      </a:cubicBezTo>
                      <a:cubicBezTo>
                        <a:pt x="3996" y="683"/>
                        <a:pt x="3152" y="1"/>
                        <a:pt x="2273" y="1"/>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354" name="Google Shape;8354;p36"/>
                <p:cNvSpPr/>
                <p:nvPr/>
              </p:nvSpPr>
              <p:spPr>
                <a:xfrm>
                  <a:off x="4623594" y="3587072"/>
                  <a:ext cx="7621" cy="7621"/>
                </a:xfrm>
                <a:custGeom>
                  <a:rect b="b" l="l" r="r" t="t"/>
                  <a:pathLst>
                    <a:path extrusionOk="0" h="969" w="969">
                      <a:moveTo>
                        <a:pt x="485" y="1"/>
                      </a:moveTo>
                      <a:cubicBezTo>
                        <a:pt x="219" y="1"/>
                        <a:pt x="1" y="218"/>
                        <a:pt x="1" y="484"/>
                      </a:cubicBezTo>
                      <a:cubicBezTo>
                        <a:pt x="1" y="751"/>
                        <a:pt x="219" y="968"/>
                        <a:pt x="485" y="968"/>
                      </a:cubicBezTo>
                      <a:cubicBezTo>
                        <a:pt x="751" y="968"/>
                        <a:pt x="969" y="751"/>
                        <a:pt x="969" y="484"/>
                      </a:cubicBezTo>
                      <a:cubicBezTo>
                        <a:pt x="969" y="218"/>
                        <a:pt x="751" y="1"/>
                        <a:pt x="485" y="1"/>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8355" name="Google Shape;8355;p36"/>
              <p:cNvGrpSpPr/>
              <p:nvPr/>
            </p:nvGrpSpPr>
            <p:grpSpPr>
              <a:xfrm>
                <a:off x="4649289" y="3577398"/>
                <a:ext cx="31499" cy="27001"/>
                <a:chOff x="4649289" y="3577398"/>
                <a:chExt cx="31499" cy="27001"/>
              </a:xfrm>
            </p:grpSpPr>
            <p:sp>
              <p:nvSpPr>
                <p:cNvPr id="8356" name="Google Shape;8356;p36"/>
                <p:cNvSpPr/>
                <p:nvPr/>
              </p:nvSpPr>
              <p:spPr>
                <a:xfrm>
                  <a:off x="4649289" y="3577398"/>
                  <a:ext cx="31499" cy="27001"/>
                </a:xfrm>
                <a:custGeom>
                  <a:rect b="b" l="l" r="r" t="t"/>
                  <a:pathLst>
                    <a:path extrusionOk="0" h="3433" w="4005">
                      <a:moveTo>
                        <a:pt x="2275" y="1"/>
                      </a:moveTo>
                      <a:cubicBezTo>
                        <a:pt x="1854" y="1"/>
                        <a:pt x="1425" y="157"/>
                        <a:pt x="1077" y="505"/>
                      </a:cubicBezTo>
                      <a:cubicBezTo>
                        <a:pt x="0" y="1581"/>
                        <a:pt x="762" y="3432"/>
                        <a:pt x="2286" y="3432"/>
                      </a:cubicBezTo>
                      <a:cubicBezTo>
                        <a:pt x="3230" y="3432"/>
                        <a:pt x="4004" y="2658"/>
                        <a:pt x="4004" y="1714"/>
                      </a:cubicBezTo>
                      <a:cubicBezTo>
                        <a:pt x="4004" y="683"/>
                        <a:pt x="3157" y="1"/>
                        <a:pt x="2275" y="1"/>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357" name="Google Shape;8357;p36"/>
                <p:cNvSpPr/>
                <p:nvPr/>
              </p:nvSpPr>
              <p:spPr>
                <a:xfrm>
                  <a:off x="4662227" y="3587072"/>
                  <a:ext cx="8856" cy="7676"/>
                </a:xfrm>
                <a:custGeom>
                  <a:rect b="b" l="l" r="r" t="t"/>
                  <a:pathLst>
                    <a:path extrusionOk="0" h="976" w="1126">
                      <a:moveTo>
                        <a:pt x="641" y="1"/>
                      </a:moveTo>
                      <a:cubicBezTo>
                        <a:pt x="218" y="1"/>
                        <a:pt x="0" y="521"/>
                        <a:pt x="303" y="835"/>
                      </a:cubicBezTo>
                      <a:cubicBezTo>
                        <a:pt x="400" y="932"/>
                        <a:pt x="519" y="976"/>
                        <a:pt x="636" y="976"/>
                      </a:cubicBezTo>
                      <a:cubicBezTo>
                        <a:pt x="885" y="976"/>
                        <a:pt x="1125" y="780"/>
                        <a:pt x="1125" y="484"/>
                      </a:cubicBezTo>
                      <a:cubicBezTo>
                        <a:pt x="1125" y="218"/>
                        <a:pt x="907" y="1"/>
                        <a:pt x="641" y="1"/>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8358" name="Google Shape;8358;p36"/>
              <p:cNvGrpSpPr/>
              <p:nvPr/>
            </p:nvGrpSpPr>
            <p:grpSpPr>
              <a:xfrm>
                <a:off x="4605614" y="3639523"/>
                <a:ext cx="31499" cy="26906"/>
                <a:chOff x="4605614" y="3639523"/>
                <a:chExt cx="31499" cy="26906"/>
              </a:xfrm>
            </p:grpSpPr>
            <p:sp>
              <p:nvSpPr>
                <p:cNvPr id="8359" name="Google Shape;8359;p36"/>
                <p:cNvSpPr/>
                <p:nvPr/>
              </p:nvSpPr>
              <p:spPr>
                <a:xfrm>
                  <a:off x="4605614" y="3639523"/>
                  <a:ext cx="31499" cy="26906"/>
                </a:xfrm>
                <a:custGeom>
                  <a:rect b="b" l="l" r="r" t="t"/>
                  <a:pathLst>
                    <a:path extrusionOk="0" h="3421" w="4005">
                      <a:moveTo>
                        <a:pt x="2276" y="1"/>
                      </a:moveTo>
                      <a:cubicBezTo>
                        <a:pt x="1855" y="1"/>
                        <a:pt x="1425" y="157"/>
                        <a:pt x="1077" y="505"/>
                      </a:cubicBezTo>
                      <a:cubicBezTo>
                        <a:pt x="1" y="1582"/>
                        <a:pt x="763" y="3420"/>
                        <a:pt x="2287" y="3420"/>
                      </a:cubicBezTo>
                      <a:cubicBezTo>
                        <a:pt x="3230" y="3420"/>
                        <a:pt x="3993" y="2658"/>
                        <a:pt x="4005" y="1715"/>
                      </a:cubicBezTo>
                      <a:cubicBezTo>
                        <a:pt x="4005" y="683"/>
                        <a:pt x="3157" y="1"/>
                        <a:pt x="2276" y="1"/>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360" name="Google Shape;8360;p36"/>
                <p:cNvSpPr/>
                <p:nvPr/>
              </p:nvSpPr>
              <p:spPr>
                <a:xfrm>
                  <a:off x="4619795" y="3649197"/>
                  <a:ext cx="7613" cy="7621"/>
                </a:xfrm>
                <a:custGeom>
                  <a:rect b="b" l="l" r="r" t="t"/>
                  <a:pathLst>
                    <a:path extrusionOk="0" h="969" w="968">
                      <a:moveTo>
                        <a:pt x="484" y="1"/>
                      </a:moveTo>
                      <a:cubicBezTo>
                        <a:pt x="218" y="1"/>
                        <a:pt x="0" y="218"/>
                        <a:pt x="0" y="485"/>
                      </a:cubicBezTo>
                      <a:cubicBezTo>
                        <a:pt x="0" y="751"/>
                        <a:pt x="218" y="968"/>
                        <a:pt x="484" y="968"/>
                      </a:cubicBezTo>
                      <a:cubicBezTo>
                        <a:pt x="750" y="968"/>
                        <a:pt x="968" y="751"/>
                        <a:pt x="968" y="485"/>
                      </a:cubicBezTo>
                      <a:cubicBezTo>
                        <a:pt x="968" y="218"/>
                        <a:pt x="750" y="1"/>
                        <a:pt x="484" y="1"/>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8361" name="Google Shape;8361;p36"/>
              <p:cNvGrpSpPr/>
              <p:nvPr/>
            </p:nvGrpSpPr>
            <p:grpSpPr>
              <a:xfrm>
                <a:off x="4785149" y="3618846"/>
                <a:ext cx="26930" cy="26843"/>
                <a:chOff x="4785149" y="3618846"/>
                <a:chExt cx="26930" cy="26843"/>
              </a:xfrm>
            </p:grpSpPr>
            <p:sp>
              <p:nvSpPr>
                <p:cNvPr id="8362" name="Google Shape;8362;p36"/>
                <p:cNvSpPr/>
                <p:nvPr/>
              </p:nvSpPr>
              <p:spPr>
                <a:xfrm>
                  <a:off x="4785149" y="3618846"/>
                  <a:ext cx="26930" cy="26843"/>
                </a:xfrm>
                <a:custGeom>
                  <a:rect b="b" l="l" r="r" t="t"/>
                  <a:pathLst>
                    <a:path extrusionOk="0" h="3413" w="3424">
                      <a:moveTo>
                        <a:pt x="1718" y="1"/>
                      </a:moveTo>
                      <a:cubicBezTo>
                        <a:pt x="774" y="1"/>
                        <a:pt x="0" y="763"/>
                        <a:pt x="0" y="1707"/>
                      </a:cubicBezTo>
                      <a:cubicBezTo>
                        <a:pt x="0" y="2650"/>
                        <a:pt x="774" y="3412"/>
                        <a:pt x="1718" y="3412"/>
                      </a:cubicBezTo>
                      <a:cubicBezTo>
                        <a:pt x="2662" y="3412"/>
                        <a:pt x="3424" y="2650"/>
                        <a:pt x="3424" y="1707"/>
                      </a:cubicBezTo>
                      <a:cubicBezTo>
                        <a:pt x="3424" y="763"/>
                        <a:pt x="2662" y="1"/>
                        <a:pt x="1718" y="1"/>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363" name="Google Shape;8363;p36"/>
                <p:cNvSpPr/>
                <p:nvPr/>
              </p:nvSpPr>
              <p:spPr>
                <a:xfrm>
                  <a:off x="4793611" y="3628457"/>
                  <a:ext cx="8856" cy="7590"/>
                </a:xfrm>
                <a:custGeom>
                  <a:rect b="b" l="l" r="r" t="t"/>
                  <a:pathLst>
                    <a:path extrusionOk="0" h="965" w="1126">
                      <a:moveTo>
                        <a:pt x="642" y="1"/>
                      </a:moveTo>
                      <a:cubicBezTo>
                        <a:pt x="206" y="1"/>
                        <a:pt x="1" y="521"/>
                        <a:pt x="303" y="823"/>
                      </a:cubicBezTo>
                      <a:cubicBezTo>
                        <a:pt x="401" y="921"/>
                        <a:pt x="521" y="964"/>
                        <a:pt x="639" y="964"/>
                      </a:cubicBezTo>
                      <a:cubicBezTo>
                        <a:pt x="887" y="964"/>
                        <a:pt x="1126" y="772"/>
                        <a:pt x="1126" y="485"/>
                      </a:cubicBezTo>
                      <a:cubicBezTo>
                        <a:pt x="1126" y="218"/>
                        <a:pt x="908" y="1"/>
                        <a:pt x="642" y="1"/>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8364" name="Google Shape;8364;p36"/>
              <p:cNvGrpSpPr/>
              <p:nvPr/>
            </p:nvGrpSpPr>
            <p:grpSpPr>
              <a:xfrm>
                <a:off x="4810167" y="3601567"/>
                <a:ext cx="31405" cy="26898"/>
                <a:chOff x="4810167" y="3601567"/>
                <a:chExt cx="31405" cy="26898"/>
              </a:xfrm>
            </p:grpSpPr>
            <p:sp>
              <p:nvSpPr>
                <p:cNvPr id="8365" name="Google Shape;8365;p36"/>
                <p:cNvSpPr/>
                <p:nvPr/>
              </p:nvSpPr>
              <p:spPr>
                <a:xfrm>
                  <a:off x="4810167" y="3601567"/>
                  <a:ext cx="31405" cy="26898"/>
                </a:xfrm>
                <a:custGeom>
                  <a:rect b="b" l="l" r="r" t="t"/>
                  <a:pathLst>
                    <a:path extrusionOk="0" h="3420" w="3993">
                      <a:moveTo>
                        <a:pt x="2273" y="0"/>
                      </a:moveTo>
                      <a:cubicBezTo>
                        <a:pt x="1853" y="0"/>
                        <a:pt x="1425" y="156"/>
                        <a:pt x="1077" y="504"/>
                      </a:cubicBezTo>
                      <a:cubicBezTo>
                        <a:pt x="1" y="1581"/>
                        <a:pt x="763" y="3420"/>
                        <a:pt x="2287" y="3420"/>
                      </a:cubicBezTo>
                      <a:cubicBezTo>
                        <a:pt x="3231" y="3420"/>
                        <a:pt x="3993" y="2658"/>
                        <a:pt x="3993" y="1714"/>
                      </a:cubicBezTo>
                      <a:cubicBezTo>
                        <a:pt x="3993" y="683"/>
                        <a:pt x="3151" y="0"/>
                        <a:pt x="2273" y="0"/>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366" name="Google Shape;8366;p36"/>
                <p:cNvSpPr/>
                <p:nvPr/>
              </p:nvSpPr>
              <p:spPr>
                <a:xfrm>
                  <a:off x="4824348" y="3611241"/>
                  <a:ext cx="7613" cy="7613"/>
                </a:xfrm>
                <a:custGeom>
                  <a:rect b="b" l="l" r="r" t="t"/>
                  <a:pathLst>
                    <a:path extrusionOk="0" h="968" w="968">
                      <a:moveTo>
                        <a:pt x="484" y="0"/>
                      </a:moveTo>
                      <a:cubicBezTo>
                        <a:pt x="218" y="0"/>
                        <a:pt x="0" y="218"/>
                        <a:pt x="0" y="484"/>
                      </a:cubicBezTo>
                      <a:cubicBezTo>
                        <a:pt x="0" y="750"/>
                        <a:pt x="218" y="968"/>
                        <a:pt x="484" y="968"/>
                      </a:cubicBezTo>
                      <a:cubicBezTo>
                        <a:pt x="750" y="968"/>
                        <a:pt x="968" y="750"/>
                        <a:pt x="968" y="484"/>
                      </a:cubicBezTo>
                      <a:cubicBezTo>
                        <a:pt x="968" y="218"/>
                        <a:pt x="750" y="0"/>
                        <a:pt x="484" y="0"/>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8367" name="Google Shape;8367;p36"/>
              <p:cNvGrpSpPr/>
              <p:nvPr/>
            </p:nvGrpSpPr>
            <p:grpSpPr>
              <a:xfrm>
                <a:off x="4831002" y="3373230"/>
                <a:ext cx="31405" cy="26898"/>
                <a:chOff x="4831002" y="3373230"/>
                <a:chExt cx="31405" cy="26898"/>
              </a:xfrm>
            </p:grpSpPr>
            <p:sp>
              <p:nvSpPr>
                <p:cNvPr id="8368" name="Google Shape;8368;p36"/>
                <p:cNvSpPr/>
                <p:nvPr/>
              </p:nvSpPr>
              <p:spPr>
                <a:xfrm>
                  <a:off x="4831002" y="3373230"/>
                  <a:ext cx="31405" cy="26898"/>
                </a:xfrm>
                <a:custGeom>
                  <a:rect b="b" l="l" r="r" t="t"/>
                  <a:pathLst>
                    <a:path extrusionOk="0" h="3420" w="3993">
                      <a:moveTo>
                        <a:pt x="2273" y="0"/>
                      </a:moveTo>
                      <a:cubicBezTo>
                        <a:pt x="1853" y="0"/>
                        <a:pt x="1426" y="156"/>
                        <a:pt x="1077" y="504"/>
                      </a:cubicBezTo>
                      <a:cubicBezTo>
                        <a:pt x="1" y="1581"/>
                        <a:pt x="763" y="3419"/>
                        <a:pt x="2287" y="3419"/>
                      </a:cubicBezTo>
                      <a:cubicBezTo>
                        <a:pt x="3231" y="3419"/>
                        <a:pt x="3993" y="2657"/>
                        <a:pt x="3993" y="1714"/>
                      </a:cubicBezTo>
                      <a:cubicBezTo>
                        <a:pt x="3993" y="683"/>
                        <a:pt x="3151" y="0"/>
                        <a:pt x="2273" y="0"/>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369" name="Google Shape;8369;p36"/>
                <p:cNvSpPr/>
                <p:nvPr/>
              </p:nvSpPr>
              <p:spPr>
                <a:xfrm>
                  <a:off x="4845182" y="3382896"/>
                  <a:ext cx="7519" cy="7621"/>
                </a:xfrm>
                <a:custGeom>
                  <a:rect b="b" l="l" r="r" t="t"/>
                  <a:pathLst>
                    <a:path extrusionOk="0" h="969" w="956">
                      <a:moveTo>
                        <a:pt x="472" y="1"/>
                      </a:moveTo>
                      <a:cubicBezTo>
                        <a:pt x="206" y="1"/>
                        <a:pt x="0" y="219"/>
                        <a:pt x="0" y="485"/>
                      </a:cubicBezTo>
                      <a:cubicBezTo>
                        <a:pt x="0" y="751"/>
                        <a:pt x="206" y="969"/>
                        <a:pt x="472" y="969"/>
                      </a:cubicBezTo>
                      <a:cubicBezTo>
                        <a:pt x="750" y="969"/>
                        <a:pt x="956" y="751"/>
                        <a:pt x="956" y="485"/>
                      </a:cubicBezTo>
                      <a:cubicBezTo>
                        <a:pt x="956" y="219"/>
                        <a:pt x="750" y="1"/>
                        <a:pt x="472" y="1"/>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8370" name="Google Shape;8370;p36"/>
              <p:cNvGrpSpPr/>
              <p:nvPr/>
            </p:nvGrpSpPr>
            <p:grpSpPr>
              <a:xfrm>
                <a:off x="4719311" y="3355054"/>
                <a:ext cx="31499" cy="27001"/>
                <a:chOff x="4719311" y="3355054"/>
                <a:chExt cx="31499" cy="27001"/>
              </a:xfrm>
            </p:grpSpPr>
            <p:sp>
              <p:nvSpPr>
                <p:cNvPr id="8371" name="Google Shape;8371;p36"/>
                <p:cNvSpPr/>
                <p:nvPr/>
              </p:nvSpPr>
              <p:spPr>
                <a:xfrm>
                  <a:off x="4719311" y="3355054"/>
                  <a:ext cx="31499" cy="27001"/>
                </a:xfrm>
                <a:custGeom>
                  <a:rect b="b" l="l" r="r" t="t"/>
                  <a:pathLst>
                    <a:path extrusionOk="0" h="3433" w="4005">
                      <a:moveTo>
                        <a:pt x="2275" y="1"/>
                      </a:moveTo>
                      <a:cubicBezTo>
                        <a:pt x="1854" y="1"/>
                        <a:pt x="1425" y="157"/>
                        <a:pt x="1077" y="505"/>
                      </a:cubicBezTo>
                      <a:cubicBezTo>
                        <a:pt x="0" y="1581"/>
                        <a:pt x="762" y="3432"/>
                        <a:pt x="2287" y="3432"/>
                      </a:cubicBezTo>
                      <a:cubicBezTo>
                        <a:pt x="3230" y="3432"/>
                        <a:pt x="4004" y="2658"/>
                        <a:pt x="4004" y="1714"/>
                      </a:cubicBezTo>
                      <a:cubicBezTo>
                        <a:pt x="4004" y="683"/>
                        <a:pt x="3157" y="1"/>
                        <a:pt x="2275" y="1"/>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372" name="Google Shape;8372;p36"/>
                <p:cNvSpPr/>
                <p:nvPr/>
              </p:nvSpPr>
              <p:spPr>
                <a:xfrm>
                  <a:off x="4733578" y="3364822"/>
                  <a:ext cx="7527" cy="7527"/>
                </a:xfrm>
                <a:custGeom>
                  <a:rect b="b" l="l" r="r" t="t"/>
                  <a:pathLst>
                    <a:path extrusionOk="0" h="957" w="957">
                      <a:moveTo>
                        <a:pt x="473" y="1"/>
                      </a:moveTo>
                      <a:cubicBezTo>
                        <a:pt x="206" y="1"/>
                        <a:pt x="1" y="206"/>
                        <a:pt x="1" y="472"/>
                      </a:cubicBezTo>
                      <a:cubicBezTo>
                        <a:pt x="1" y="738"/>
                        <a:pt x="206" y="956"/>
                        <a:pt x="473" y="956"/>
                      </a:cubicBezTo>
                      <a:cubicBezTo>
                        <a:pt x="751" y="956"/>
                        <a:pt x="956" y="738"/>
                        <a:pt x="956" y="472"/>
                      </a:cubicBezTo>
                      <a:cubicBezTo>
                        <a:pt x="956" y="206"/>
                        <a:pt x="751" y="1"/>
                        <a:pt x="473" y="1"/>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8373" name="Google Shape;8373;p36"/>
              <p:cNvGrpSpPr/>
              <p:nvPr/>
            </p:nvGrpSpPr>
            <p:grpSpPr>
              <a:xfrm>
                <a:off x="4798755" y="3450260"/>
                <a:ext cx="26930" cy="26930"/>
                <a:chOff x="4798755" y="3450260"/>
                <a:chExt cx="26930" cy="26930"/>
              </a:xfrm>
            </p:grpSpPr>
            <p:sp>
              <p:nvSpPr>
                <p:cNvPr id="8374" name="Google Shape;8374;p36"/>
                <p:cNvSpPr/>
                <p:nvPr/>
              </p:nvSpPr>
              <p:spPr>
                <a:xfrm>
                  <a:off x="4798755" y="3450260"/>
                  <a:ext cx="26930" cy="26930"/>
                </a:xfrm>
                <a:custGeom>
                  <a:rect b="b" l="l" r="r" t="t"/>
                  <a:pathLst>
                    <a:path extrusionOk="0" h="3424" w="3424">
                      <a:moveTo>
                        <a:pt x="1718" y="0"/>
                      </a:moveTo>
                      <a:cubicBezTo>
                        <a:pt x="774" y="0"/>
                        <a:pt x="0" y="763"/>
                        <a:pt x="0" y="1706"/>
                      </a:cubicBezTo>
                      <a:cubicBezTo>
                        <a:pt x="0" y="2650"/>
                        <a:pt x="774" y="3424"/>
                        <a:pt x="1718" y="3424"/>
                      </a:cubicBezTo>
                      <a:cubicBezTo>
                        <a:pt x="2661" y="3424"/>
                        <a:pt x="3423" y="2650"/>
                        <a:pt x="3423" y="1706"/>
                      </a:cubicBezTo>
                      <a:cubicBezTo>
                        <a:pt x="3423" y="763"/>
                        <a:pt x="2661" y="0"/>
                        <a:pt x="1718" y="0"/>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375" name="Google Shape;8375;p36"/>
                <p:cNvSpPr/>
                <p:nvPr/>
              </p:nvSpPr>
              <p:spPr>
                <a:xfrm>
                  <a:off x="4807218" y="3459871"/>
                  <a:ext cx="8856" cy="7605"/>
                </a:xfrm>
                <a:custGeom>
                  <a:rect b="b" l="l" r="r" t="t"/>
                  <a:pathLst>
                    <a:path extrusionOk="0" h="967" w="1126">
                      <a:moveTo>
                        <a:pt x="642" y="0"/>
                      </a:moveTo>
                      <a:cubicBezTo>
                        <a:pt x="206" y="0"/>
                        <a:pt x="1" y="520"/>
                        <a:pt x="303" y="823"/>
                      </a:cubicBezTo>
                      <a:cubicBezTo>
                        <a:pt x="402" y="922"/>
                        <a:pt x="524" y="966"/>
                        <a:pt x="644" y="966"/>
                      </a:cubicBezTo>
                      <a:cubicBezTo>
                        <a:pt x="890" y="966"/>
                        <a:pt x="1126" y="777"/>
                        <a:pt x="1126" y="484"/>
                      </a:cubicBezTo>
                      <a:cubicBezTo>
                        <a:pt x="1126" y="218"/>
                        <a:pt x="908" y="0"/>
                        <a:pt x="642" y="0"/>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8376" name="Google Shape;8376;p36"/>
              <p:cNvGrpSpPr/>
              <p:nvPr/>
            </p:nvGrpSpPr>
            <p:grpSpPr>
              <a:xfrm>
                <a:off x="4645576" y="3467555"/>
                <a:ext cx="31405" cy="26953"/>
                <a:chOff x="4645576" y="3467555"/>
                <a:chExt cx="31405" cy="26953"/>
              </a:xfrm>
            </p:grpSpPr>
            <p:sp>
              <p:nvSpPr>
                <p:cNvPr id="8377" name="Google Shape;8377;p36"/>
                <p:cNvSpPr/>
                <p:nvPr/>
              </p:nvSpPr>
              <p:spPr>
                <a:xfrm>
                  <a:off x="4645576" y="3467555"/>
                  <a:ext cx="31405" cy="26953"/>
                </a:xfrm>
                <a:custGeom>
                  <a:rect b="b" l="l" r="r" t="t"/>
                  <a:pathLst>
                    <a:path extrusionOk="0" h="3427" w="3993">
                      <a:moveTo>
                        <a:pt x="2272" y="0"/>
                      </a:moveTo>
                      <a:cubicBezTo>
                        <a:pt x="1853" y="0"/>
                        <a:pt x="1425" y="155"/>
                        <a:pt x="1077" y="499"/>
                      </a:cubicBezTo>
                      <a:cubicBezTo>
                        <a:pt x="0" y="1576"/>
                        <a:pt x="750" y="3414"/>
                        <a:pt x="2274" y="3426"/>
                      </a:cubicBezTo>
                      <a:cubicBezTo>
                        <a:pt x="3218" y="3426"/>
                        <a:pt x="3992" y="2652"/>
                        <a:pt x="3992" y="1709"/>
                      </a:cubicBezTo>
                      <a:cubicBezTo>
                        <a:pt x="3992" y="677"/>
                        <a:pt x="3150" y="0"/>
                        <a:pt x="2272" y="0"/>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378" name="Google Shape;8378;p36"/>
                <p:cNvSpPr/>
                <p:nvPr/>
              </p:nvSpPr>
              <p:spPr>
                <a:xfrm>
                  <a:off x="4659749" y="3477182"/>
                  <a:ext cx="7527" cy="7621"/>
                </a:xfrm>
                <a:custGeom>
                  <a:rect b="b" l="l" r="r" t="t"/>
                  <a:pathLst>
                    <a:path extrusionOk="0" h="969" w="957">
                      <a:moveTo>
                        <a:pt x="472" y="1"/>
                      </a:moveTo>
                      <a:cubicBezTo>
                        <a:pt x="206" y="1"/>
                        <a:pt x="1" y="219"/>
                        <a:pt x="1" y="485"/>
                      </a:cubicBezTo>
                      <a:cubicBezTo>
                        <a:pt x="1" y="751"/>
                        <a:pt x="206" y="969"/>
                        <a:pt x="472" y="969"/>
                      </a:cubicBezTo>
                      <a:cubicBezTo>
                        <a:pt x="751" y="969"/>
                        <a:pt x="956" y="751"/>
                        <a:pt x="956" y="485"/>
                      </a:cubicBezTo>
                      <a:cubicBezTo>
                        <a:pt x="956" y="219"/>
                        <a:pt x="751" y="1"/>
                        <a:pt x="472" y="1"/>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8379" name="Google Shape;8379;p36"/>
              <p:cNvGrpSpPr/>
              <p:nvPr/>
            </p:nvGrpSpPr>
            <p:grpSpPr>
              <a:xfrm>
                <a:off x="4687631" y="3583965"/>
                <a:ext cx="31499" cy="26898"/>
                <a:chOff x="4687631" y="3583965"/>
                <a:chExt cx="31499" cy="26898"/>
              </a:xfrm>
            </p:grpSpPr>
            <p:sp>
              <p:nvSpPr>
                <p:cNvPr id="8380" name="Google Shape;8380;p36"/>
                <p:cNvSpPr/>
                <p:nvPr/>
              </p:nvSpPr>
              <p:spPr>
                <a:xfrm>
                  <a:off x="4687631" y="3583965"/>
                  <a:ext cx="31499" cy="26898"/>
                </a:xfrm>
                <a:custGeom>
                  <a:rect b="b" l="l" r="r" t="t"/>
                  <a:pathLst>
                    <a:path extrusionOk="0" h="3420" w="4005">
                      <a:moveTo>
                        <a:pt x="2284" y="0"/>
                      </a:moveTo>
                      <a:cubicBezTo>
                        <a:pt x="1865" y="0"/>
                        <a:pt x="1437" y="156"/>
                        <a:pt x="1089" y="504"/>
                      </a:cubicBezTo>
                      <a:cubicBezTo>
                        <a:pt x="0" y="1581"/>
                        <a:pt x="774" y="3420"/>
                        <a:pt x="2298" y="3420"/>
                      </a:cubicBezTo>
                      <a:cubicBezTo>
                        <a:pt x="3242" y="3420"/>
                        <a:pt x="4004" y="2658"/>
                        <a:pt x="4004" y="1714"/>
                      </a:cubicBezTo>
                      <a:cubicBezTo>
                        <a:pt x="4004" y="683"/>
                        <a:pt x="3162" y="0"/>
                        <a:pt x="2284" y="0"/>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381" name="Google Shape;8381;p36"/>
                <p:cNvSpPr/>
                <p:nvPr/>
              </p:nvSpPr>
              <p:spPr>
                <a:xfrm>
                  <a:off x="4700568" y="3593639"/>
                  <a:ext cx="8950" cy="7582"/>
                </a:xfrm>
                <a:custGeom>
                  <a:rect b="b" l="l" r="r" t="t"/>
                  <a:pathLst>
                    <a:path extrusionOk="0" h="964" w="1138">
                      <a:moveTo>
                        <a:pt x="641" y="0"/>
                      </a:moveTo>
                      <a:cubicBezTo>
                        <a:pt x="218" y="0"/>
                        <a:pt x="0" y="520"/>
                        <a:pt x="303" y="823"/>
                      </a:cubicBezTo>
                      <a:cubicBezTo>
                        <a:pt x="404" y="920"/>
                        <a:pt x="525" y="964"/>
                        <a:pt x="644" y="964"/>
                      </a:cubicBezTo>
                      <a:cubicBezTo>
                        <a:pt x="893" y="964"/>
                        <a:pt x="1129" y="771"/>
                        <a:pt x="1137" y="484"/>
                      </a:cubicBezTo>
                      <a:cubicBezTo>
                        <a:pt x="1137" y="218"/>
                        <a:pt x="920" y="0"/>
                        <a:pt x="641" y="0"/>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8382" name="Google Shape;8382;p36"/>
              <p:cNvGrpSpPr/>
              <p:nvPr/>
            </p:nvGrpSpPr>
            <p:grpSpPr>
              <a:xfrm>
                <a:off x="4719311" y="3471314"/>
                <a:ext cx="31499" cy="27001"/>
                <a:chOff x="4719311" y="3471314"/>
                <a:chExt cx="31499" cy="27001"/>
              </a:xfrm>
            </p:grpSpPr>
            <p:sp>
              <p:nvSpPr>
                <p:cNvPr id="8383" name="Google Shape;8383;p36"/>
                <p:cNvSpPr/>
                <p:nvPr/>
              </p:nvSpPr>
              <p:spPr>
                <a:xfrm>
                  <a:off x="4719311" y="3471314"/>
                  <a:ext cx="31499" cy="27001"/>
                </a:xfrm>
                <a:custGeom>
                  <a:rect b="b" l="l" r="r" t="t"/>
                  <a:pathLst>
                    <a:path extrusionOk="0" h="3433" w="4005">
                      <a:moveTo>
                        <a:pt x="2285" y="1"/>
                      </a:moveTo>
                      <a:cubicBezTo>
                        <a:pt x="1865" y="1"/>
                        <a:pt x="1437" y="157"/>
                        <a:pt x="1089" y="505"/>
                      </a:cubicBezTo>
                      <a:cubicBezTo>
                        <a:pt x="0" y="1581"/>
                        <a:pt x="774" y="3432"/>
                        <a:pt x="2299" y="3432"/>
                      </a:cubicBezTo>
                      <a:cubicBezTo>
                        <a:pt x="3242" y="3432"/>
                        <a:pt x="4004" y="2658"/>
                        <a:pt x="4004" y="1715"/>
                      </a:cubicBezTo>
                      <a:cubicBezTo>
                        <a:pt x="4004" y="683"/>
                        <a:pt x="3163" y="1"/>
                        <a:pt x="2285" y="1"/>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384" name="Google Shape;8384;p36"/>
                <p:cNvSpPr/>
                <p:nvPr/>
              </p:nvSpPr>
              <p:spPr>
                <a:xfrm>
                  <a:off x="4732249" y="3480988"/>
                  <a:ext cx="8856" cy="7605"/>
                </a:xfrm>
                <a:custGeom>
                  <a:rect b="b" l="l" r="r" t="t"/>
                  <a:pathLst>
                    <a:path extrusionOk="0" h="967" w="1126">
                      <a:moveTo>
                        <a:pt x="642" y="1"/>
                      </a:moveTo>
                      <a:cubicBezTo>
                        <a:pt x="218" y="1"/>
                        <a:pt x="0" y="521"/>
                        <a:pt x="303" y="823"/>
                      </a:cubicBezTo>
                      <a:cubicBezTo>
                        <a:pt x="402" y="922"/>
                        <a:pt x="524" y="967"/>
                        <a:pt x="643" y="967"/>
                      </a:cubicBezTo>
                      <a:cubicBezTo>
                        <a:pt x="890" y="967"/>
                        <a:pt x="1125" y="778"/>
                        <a:pt x="1125" y="485"/>
                      </a:cubicBezTo>
                      <a:cubicBezTo>
                        <a:pt x="1125" y="218"/>
                        <a:pt x="920" y="1"/>
                        <a:pt x="642" y="1"/>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8385" name="Google Shape;8385;p36"/>
              <p:cNvGrpSpPr/>
              <p:nvPr/>
            </p:nvGrpSpPr>
            <p:grpSpPr>
              <a:xfrm>
                <a:off x="4719311" y="3434404"/>
                <a:ext cx="31499" cy="26898"/>
                <a:chOff x="4719311" y="3434404"/>
                <a:chExt cx="31499" cy="26898"/>
              </a:xfrm>
            </p:grpSpPr>
            <p:sp>
              <p:nvSpPr>
                <p:cNvPr id="8386" name="Google Shape;8386;p36"/>
                <p:cNvSpPr/>
                <p:nvPr/>
              </p:nvSpPr>
              <p:spPr>
                <a:xfrm>
                  <a:off x="4719311" y="3434404"/>
                  <a:ext cx="31499" cy="26898"/>
                </a:xfrm>
                <a:custGeom>
                  <a:rect b="b" l="l" r="r" t="t"/>
                  <a:pathLst>
                    <a:path extrusionOk="0" h="3420" w="4005">
                      <a:moveTo>
                        <a:pt x="2285" y="0"/>
                      </a:moveTo>
                      <a:cubicBezTo>
                        <a:pt x="1865" y="0"/>
                        <a:pt x="1437" y="156"/>
                        <a:pt x="1089" y="504"/>
                      </a:cubicBezTo>
                      <a:cubicBezTo>
                        <a:pt x="0" y="1581"/>
                        <a:pt x="774" y="3420"/>
                        <a:pt x="2299" y="3420"/>
                      </a:cubicBezTo>
                      <a:cubicBezTo>
                        <a:pt x="3242" y="3420"/>
                        <a:pt x="4004" y="2658"/>
                        <a:pt x="4004" y="1714"/>
                      </a:cubicBezTo>
                      <a:cubicBezTo>
                        <a:pt x="4004" y="683"/>
                        <a:pt x="3163" y="0"/>
                        <a:pt x="2285" y="0"/>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387" name="Google Shape;8387;p36"/>
                <p:cNvSpPr/>
                <p:nvPr/>
              </p:nvSpPr>
              <p:spPr>
                <a:xfrm>
                  <a:off x="4732249" y="3444078"/>
                  <a:ext cx="8856" cy="7582"/>
                </a:xfrm>
                <a:custGeom>
                  <a:rect b="b" l="l" r="r" t="t"/>
                  <a:pathLst>
                    <a:path extrusionOk="0" h="964" w="1126">
                      <a:moveTo>
                        <a:pt x="642" y="0"/>
                      </a:moveTo>
                      <a:cubicBezTo>
                        <a:pt x="218" y="0"/>
                        <a:pt x="0" y="520"/>
                        <a:pt x="303" y="823"/>
                      </a:cubicBezTo>
                      <a:cubicBezTo>
                        <a:pt x="400" y="920"/>
                        <a:pt x="520" y="964"/>
                        <a:pt x="638" y="964"/>
                      </a:cubicBezTo>
                      <a:cubicBezTo>
                        <a:pt x="886" y="964"/>
                        <a:pt x="1125" y="771"/>
                        <a:pt x="1125" y="484"/>
                      </a:cubicBezTo>
                      <a:cubicBezTo>
                        <a:pt x="1125" y="218"/>
                        <a:pt x="920" y="0"/>
                        <a:pt x="642" y="0"/>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8388" name="Google Shape;8388;p36"/>
              <p:cNvGrpSpPr/>
              <p:nvPr/>
            </p:nvGrpSpPr>
            <p:grpSpPr>
              <a:xfrm>
                <a:off x="4768876" y="3401772"/>
                <a:ext cx="31499" cy="26898"/>
                <a:chOff x="4768876" y="3401772"/>
                <a:chExt cx="31499" cy="26898"/>
              </a:xfrm>
            </p:grpSpPr>
            <p:sp>
              <p:nvSpPr>
                <p:cNvPr id="8389" name="Google Shape;8389;p36"/>
                <p:cNvSpPr/>
                <p:nvPr/>
              </p:nvSpPr>
              <p:spPr>
                <a:xfrm>
                  <a:off x="4768876" y="3401772"/>
                  <a:ext cx="31499" cy="26898"/>
                </a:xfrm>
                <a:custGeom>
                  <a:rect b="b" l="l" r="r" t="t"/>
                  <a:pathLst>
                    <a:path extrusionOk="0" h="3420" w="4005">
                      <a:moveTo>
                        <a:pt x="2276" y="0"/>
                      </a:moveTo>
                      <a:cubicBezTo>
                        <a:pt x="1855" y="0"/>
                        <a:pt x="1425" y="156"/>
                        <a:pt x="1077" y="504"/>
                      </a:cubicBezTo>
                      <a:cubicBezTo>
                        <a:pt x="1" y="1581"/>
                        <a:pt x="763" y="3419"/>
                        <a:pt x="2287" y="3419"/>
                      </a:cubicBezTo>
                      <a:cubicBezTo>
                        <a:pt x="3231" y="3419"/>
                        <a:pt x="4005" y="2657"/>
                        <a:pt x="4005" y="1714"/>
                      </a:cubicBezTo>
                      <a:cubicBezTo>
                        <a:pt x="4005" y="683"/>
                        <a:pt x="3157" y="0"/>
                        <a:pt x="2276" y="0"/>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390" name="Google Shape;8390;p36"/>
                <p:cNvSpPr/>
                <p:nvPr/>
              </p:nvSpPr>
              <p:spPr>
                <a:xfrm>
                  <a:off x="4783057" y="3411438"/>
                  <a:ext cx="7613" cy="7621"/>
                </a:xfrm>
                <a:custGeom>
                  <a:rect b="b" l="l" r="r" t="t"/>
                  <a:pathLst>
                    <a:path extrusionOk="0" h="969" w="968">
                      <a:moveTo>
                        <a:pt x="484" y="1"/>
                      </a:moveTo>
                      <a:cubicBezTo>
                        <a:pt x="218" y="1"/>
                        <a:pt x="0" y="219"/>
                        <a:pt x="0" y="485"/>
                      </a:cubicBezTo>
                      <a:cubicBezTo>
                        <a:pt x="0" y="751"/>
                        <a:pt x="218" y="969"/>
                        <a:pt x="484" y="969"/>
                      </a:cubicBezTo>
                      <a:cubicBezTo>
                        <a:pt x="750" y="969"/>
                        <a:pt x="968" y="751"/>
                        <a:pt x="968" y="485"/>
                      </a:cubicBezTo>
                      <a:cubicBezTo>
                        <a:pt x="968" y="219"/>
                        <a:pt x="750" y="1"/>
                        <a:pt x="484" y="1"/>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8391" name="Google Shape;8391;p36"/>
              <p:cNvGrpSpPr/>
              <p:nvPr/>
            </p:nvGrpSpPr>
            <p:grpSpPr>
              <a:xfrm>
                <a:off x="4762214" y="3471377"/>
                <a:ext cx="26938" cy="26938"/>
                <a:chOff x="4762214" y="3471377"/>
                <a:chExt cx="26938" cy="26938"/>
              </a:xfrm>
            </p:grpSpPr>
            <p:sp>
              <p:nvSpPr>
                <p:cNvPr id="8392" name="Google Shape;8392;p36"/>
                <p:cNvSpPr/>
                <p:nvPr/>
              </p:nvSpPr>
              <p:spPr>
                <a:xfrm>
                  <a:off x="4762214" y="3471377"/>
                  <a:ext cx="26938" cy="26938"/>
                </a:xfrm>
                <a:custGeom>
                  <a:rect b="b" l="l" r="r" t="t"/>
                  <a:pathLst>
                    <a:path extrusionOk="0" h="3425" w="3425">
                      <a:moveTo>
                        <a:pt x="1707" y="1"/>
                      </a:moveTo>
                      <a:cubicBezTo>
                        <a:pt x="763" y="1"/>
                        <a:pt x="1" y="763"/>
                        <a:pt x="1" y="1707"/>
                      </a:cubicBezTo>
                      <a:cubicBezTo>
                        <a:pt x="1" y="2650"/>
                        <a:pt x="763" y="3424"/>
                        <a:pt x="1707" y="3424"/>
                      </a:cubicBezTo>
                      <a:cubicBezTo>
                        <a:pt x="2662" y="3424"/>
                        <a:pt x="3424" y="2650"/>
                        <a:pt x="3424" y="1707"/>
                      </a:cubicBezTo>
                      <a:cubicBezTo>
                        <a:pt x="3424" y="763"/>
                        <a:pt x="2662" y="1"/>
                        <a:pt x="1707" y="1"/>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393" name="Google Shape;8393;p36"/>
                <p:cNvSpPr/>
                <p:nvPr/>
              </p:nvSpPr>
              <p:spPr>
                <a:xfrm>
                  <a:off x="4770591" y="3480988"/>
                  <a:ext cx="8856" cy="7605"/>
                </a:xfrm>
                <a:custGeom>
                  <a:rect b="b" l="l" r="r" t="t"/>
                  <a:pathLst>
                    <a:path extrusionOk="0" h="967" w="1126">
                      <a:moveTo>
                        <a:pt x="642" y="1"/>
                      </a:moveTo>
                      <a:cubicBezTo>
                        <a:pt x="218" y="1"/>
                        <a:pt x="0" y="521"/>
                        <a:pt x="303" y="823"/>
                      </a:cubicBezTo>
                      <a:cubicBezTo>
                        <a:pt x="402" y="922"/>
                        <a:pt x="524" y="967"/>
                        <a:pt x="643" y="967"/>
                      </a:cubicBezTo>
                      <a:cubicBezTo>
                        <a:pt x="890" y="967"/>
                        <a:pt x="1125" y="778"/>
                        <a:pt x="1125" y="485"/>
                      </a:cubicBezTo>
                      <a:cubicBezTo>
                        <a:pt x="1125" y="218"/>
                        <a:pt x="920" y="1"/>
                        <a:pt x="642" y="1"/>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8394" name="Google Shape;8394;p36"/>
              <p:cNvGrpSpPr/>
              <p:nvPr/>
            </p:nvGrpSpPr>
            <p:grpSpPr>
              <a:xfrm>
                <a:off x="4790473" y="3344782"/>
                <a:ext cx="31405" cy="26898"/>
                <a:chOff x="4790473" y="3344782"/>
                <a:chExt cx="31405" cy="26898"/>
              </a:xfrm>
            </p:grpSpPr>
            <p:sp>
              <p:nvSpPr>
                <p:cNvPr id="8395" name="Google Shape;8395;p36"/>
                <p:cNvSpPr/>
                <p:nvPr/>
              </p:nvSpPr>
              <p:spPr>
                <a:xfrm>
                  <a:off x="4790473" y="3344782"/>
                  <a:ext cx="31405" cy="26898"/>
                </a:xfrm>
                <a:custGeom>
                  <a:rect b="b" l="l" r="r" t="t"/>
                  <a:pathLst>
                    <a:path extrusionOk="0" h="3420" w="3993">
                      <a:moveTo>
                        <a:pt x="2273" y="0"/>
                      </a:moveTo>
                      <a:cubicBezTo>
                        <a:pt x="1853" y="0"/>
                        <a:pt x="1425" y="156"/>
                        <a:pt x="1077" y="504"/>
                      </a:cubicBezTo>
                      <a:cubicBezTo>
                        <a:pt x="1" y="1581"/>
                        <a:pt x="763" y="3420"/>
                        <a:pt x="2287" y="3420"/>
                      </a:cubicBezTo>
                      <a:cubicBezTo>
                        <a:pt x="3230" y="3420"/>
                        <a:pt x="3993" y="2657"/>
                        <a:pt x="3993" y="1714"/>
                      </a:cubicBezTo>
                      <a:cubicBezTo>
                        <a:pt x="3993" y="683"/>
                        <a:pt x="3151" y="0"/>
                        <a:pt x="2273" y="0"/>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396" name="Google Shape;8396;p36"/>
                <p:cNvSpPr/>
                <p:nvPr/>
              </p:nvSpPr>
              <p:spPr>
                <a:xfrm>
                  <a:off x="4804654" y="3354456"/>
                  <a:ext cx="7613" cy="7613"/>
                </a:xfrm>
                <a:custGeom>
                  <a:rect b="b" l="l" r="r" t="t"/>
                  <a:pathLst>
                    <a:path extrusionOk="0" h="968" w="968">
                      <a:moveTo>
                        <a:pt x="484" y="0"/>
                      </a:moveTo>
                      <a:cubicBezTo>
                        <a:pt x="218" y="0"/>
                        <a:pt x="0" y="218"/>
                        <a:pt x="0" y="484"/>
                      </a:cubicBezTo>
                      <a:cubicBezTo>
                        <a:pt x="0" y="750"/>
                        <a:pt x="218" y="968"/>
                        <a:pt x="484" y="968"/>
                      </a:cubicBezTo>
                      <a:cubicBezTo>
                        <a:pt x="750" y="968"/>
                        <a:pt x="968" y="750"/>
                        <a:pt x="968" y="484"/>
                      </a:cubicBezTo>
                      <a:cubicBezTo>
                        <a:pt x="968" y="218"/>
                        <a:pt x="750" y="0"/>
                        <a:pt x="484" y="0"/>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8397" name="Google Shape;8397;p36"/>
              <p:cNvGrpSpPr/>
              <p:nvPr/>
            </p:nvGrpSpPr>
            <p:grpSpPr>
              <a:xfrm>
                <a:off x="4823774" y="3950733"/>
                <a:ext cx="37398" cy="32034"/>
                <a:chOff x="4823774" y="3950733"/>
                <a:chExt cx="37398" cy="32034"/>
              </a:xfrm>
            </p:grpSpPr>
            <p:sp>
              <p:nvSpPr>
                <p:cNvPr id="8398" name="Google Shape;8398;p36"/>
                <p:cNvSpPr/>
                <p:nvPr/>
              </p:nvSpPr>
              <p:spPr>
                <a:xfrm>
                  <a:off x="4823774" y="3950733"/>
                  <a:ext cx="37398" cy="32034"/>
                </a:xfrm>
                <a:custGeom>
                  <a:rect b="b" l="l" r="r" t="t"/>
                  <a:pathLst>
                    <a:path extrusionOk="0" h="4073" w="4755">
                      <a:moveTo>
                        <a:pt x="2707" y="1"/>
                      </a:moveTo>
                      <a:cubicBezTo>
                        <a:pt x="2207" y="1"/>
                        <a:pt x="1698" y="186"/>
                        <a:pt x="1283" y="601"/>
                      </a:cubicBezTo>
                      <a:cubicBezTo>
                        <a:pt x="1" y="1883"/>
                        <a:pt x="908" y="4073"/>
                        <a:pt x="2722" y="4073"/>
                      </a:cubicBezTo>
                      <a:cubicBezTo>
                        <a:pt x="3835" y="4073"/>
                        <a:pt x="4755" y="3166"/>
                        <a:pt x="4755" y="2041"/>
                      </a:cubicBezTo>
                      <a:cubicBezTo>
                        <a:pt x="4755" y="813"/>
                        <a:pt x="3752" y="1"/>
                        <a:pt x="2707" y="1"/>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399" name="Google Shape;8399;p36"/>
                <p:cNvSpPr/>
                <p:nvPr/>
              </p:nvSpPr>
              <p:spPr>
                <a:xfrm>
                  <a:off x="4836617" y="3960407"/>
                  <a:ext cx="14849" cy="12718"/>
                </a:xfrm>
                <a:custGeom>
                  <a:rect b="b" l="l" r="r" t="t"/>
                  <a:pathLst>
                    <a:path extrusionOk="0" h="1617" w="1888">
                      <a:moveTo>
                        <a:pt x="1089" y="0"/>
                      </a:moveTo>
                      <a:cubicBezTo>
                        <a:pt x="363" y="0"/>
                        <a:pt x="1" y="871"/>
                        <a:pt x="509" y="1379"/>
                      </a:cubicBezTo>
                      <a:cubicBezTo>
                        <a:pt x="673" y="1543"/>
                        <a:pt x="874" y="1616"/>
                        <a:pt x="1073" y="1616"/>
                      </a:cubicBezTo>
                      <a:cubicBezTo>
                        <a:pt x="1488" y="1616"/>
                        <a:pt x="1888" y="1294"/>
                        <a:pt x="1888" y="811"/>
                      </a:cubicBezTo>
                      <a:cubicBezTo>
                        <a:pt x="1888" y="363"/>
                        <a:pt x="1537" y="0"/>
                        <a:pt x="1089" y="0"/>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8400" name="Google Shape;8400;p36"/>
              <p:cNvGrpSpPr/>
              <p:nvPr/>
            </p:nvGrpSpPr>
            <p:grpSpPr>
              <a:xfrm>
                <a:off x="4823396" y="4110566"/>
                <a:ext cx="31405" cy="26906"/>
                <a:chOff x="4823396" y="4110566"/>
                <a:chExt cx="31405" cy="26906"/>
              </a:xfrm>
            </p:grpSpPr>
            <p:sp>
              <p:nvSpPr>
                <p:cNvPr id="8401" name="Google Shape;8401;p36"/>
                <p:cNvSpPr/>
                <p:nvPr/>
              </p:nvSpPr>
              <p:spPr>
                <a:xfrm>
                  <a:off x="4823396" y="4110566"/>
                  <a:ext cx="31405" cy="26906"/>
                </a:xfrm>
                <a:custGeom>
                  <a:rect b="b" l="l" r="r" t="t"/>
                  <a:pathLst>
                    <a:path extrusionOk="0" h="3421" w="3993">
                      <a:moveTo>
                        <a:pt x="2272" y="1"/>
                      </a:moveTo>
                      <a:cubicBezTo>
                        <a:pt x="1853" y="1"/>
                        <a:pt x="1425" y="157"/>
                        <a:pt x="1077" y="505"/>
                      </a:cubicBezTo>
                      <a:cubicBezTo>
                        <a:pt x="0" y="1582"/>
                        <a:pt x="762" y="3420"/>
                        <a:pt x="2286" y="3420"/>
                      </a:cubicBezTo>
                      <a:cubicBezTo>
                        <a:pt x="3230" y="3420"/>
                        <a:pt x="3992" y="2658"/>
                        <a:pt x="3992" y="1715"/>
                      </a:cubicBezTo>
                      <a:cubicBezTo>
                        <a:pt x="3992" y="683"/>
                        <a:pt x="3150" y="1"/>
                        <a:pt x="2272" y="1"/>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402" name="Google Shape;8402;p36"/>
                <p:cNvSpPr/>
                <p:nvPr/>
              </p:nvSpPr>
              <p:spPr>
                <a:xfrm>
                  <a:off x="4836240" y="4120145"/>
                  <a:ext cx="8950" cy="7684"/>
                </a:xfrm>
                <a:custGeom>
                  <a:rect b="b" l="l" r="r" t="t"/>
                  <a:pathLst>
                    <a:path extrusionOk="0" h="977" w="1138">
                      <a:moveTo>
                        <a:pt x="653" y="1"/>
                      </a:moveTo>
                      <a:cubicBezTo>
                        <a:pt x="218" y="1"/>
                        <a:pt x="0" y="533"/>
                        <a:pt x="303" y="835"/>
                      </a:cubicBezTo>
                      <a:cubicBezTo>
                        <a:pt x="404" y="933"/>
                        <a:pt x="527" y="976"/>
                        <a:pt x="646" y="976"/>
                      </a:cubicBezTo>
                      <a:cubicBezTo>
                        <a:pt x="898" y="976"/>
                        <a:pt x="1137" y="784"/>
                        <a:pt x="1137" y="497"/>
                      </a:cubicBezTo>
                      <a:cubicBezTo>
                        <a:pt x="1137" y="218"/>
                        <a:pt x="920" y="1"/>
                        <a:pt x="653" y="1"/>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8403" name="Google Shape;8403;p36"/>
              <p:cNvGrpSpPr/>
              <p:nvPr/>
            </p:nvGrpSpPr>
            <p:grpSpPr>
              <a:xfrm>
                <a:off x="4838332" y="3821150"/>
                <a:ext cx="31499" cy="26898"/>
                <a:chOff x="4838332" y="3821150"/>
                <a:chExt cx="31499" cy="26898"/>
              </a:xfrm>
            </p:grpSpPr>
            <p:sp>
              <p:nvSpPr>
                <p:cNvPr id="8404" name="Google Shape;8404;p36"/>
                <p:cNvSpPr/>
                <p:nvPr/>
              </p:nvSpPr>
              <p:spPr>
                <a:xfrm>
                  <a:off x="4838332" y="3821150"/>
                  <a:ext cx="31499" cy="26898"/>
                </a:xfrm>
                <a:custGeom>
                  <a:rect b="b" l="l" r="r" t="t"/>
                  <a:pathLst>
                    <a:path extrusionOk="0" h="3420" w="4005">
                      <a:moveTo>
                        <a:pt x="2285" y="1"/>
                      </a:moveTo>
                      <a:cubicBezTo>
                        <a:pt x="1865" y="1"/>
                        <a:pt x="1437" y="156"/>
                        <a:pt x="1089" y="505"/>
                      </a:cubicBezTo>
                      <a:cubicBezTo>
                        <a:pt x="0" y="1581"/>
                        <a:pt x="775" y="3420"/>
                        <a:pt x="2299" y="3420"/>
                      </a:cubicBezTo>
                      <a:cubicBezTo>
                        <a:pt x="3242" y="3420"/>
                        <a:pt x="4004" y="2658"/>
                        <a:pt x="4004" y="1714"/>
                      </a:cubicBezTo>
                      <a:cubicBezTo>
                        <a:pt x="4004" y="683"/>
                        <a:pt x="3163" y="1"/>
                        <a:pt x="2285" y="1"/>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405" name="Google Shape;8405;p36"/>
                <p:cNvSpPr/>
                <p:nvPr/>
              </p:nvSpPr>
              <p:spPr>
                <a:xfrm>
                  <a:off x="4851270" y="3830824"/>
                  <a:ext cx="8950" cy="7582"/>
                </a:xfrm>
                <a:custGeom>
                  <a:rect b="b" l="l" r="r" t="t"/>
                  <a:pathLst>
                    <a:path extrusionOk="0" h="964" w="1138">
                      <a:moveTo>
                        <a:pt x="654" y="0"/>
                      </a:moveTo>
                      <a:cubicBezTo>
                        <a:pt x="218" y="0"/>
                        <a:pt x="0" y="521"/>
                        <a:pt x="303" y="823"/>
                      </a:cubicBezTo>
                      <a:cubicBezTo>
                        <a:pt x="404" y="920"/>
                        <a:pt x="526" y="964"/>
                        <a:pt x="644" y="964"/>
                      </a:cubicBezTo>
                      <a:cubicBezTo>
                        <a:pt x="893" y="964"/>
                        <a:pt x="1129" y="771"/>
                        <a:pt x="1138" y="484"/>
                      </a:cubicBezTo>
                      <a:cubicBezTo>
                        <a:pt x="1125" y="218"/>
                        <a:pt x="920" y="0"/>
                        <a:pt x="654" y="0"/>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8406" name="Google Shape;8406;p36"/>
              <p:cNvGrpSpPr/>
              <p:nvPr/>
            </p:nvGrpSpPr>
            <p:grpSpPr>
              <a:xfrm>
                <a:off x="4661275" y="3815007"/>
                <a:ext cx="36824" cy="31523"/>
                <a:chOff x="4661275" y="3815007"/>
                <a:chExt cx="36824" cy="31523"/>
              </a:xfrm>
            </p:grpSpPr>
            <p:sp>
              <p:nvSpPr>
                <p:cNvPr id="8407" name="Google Shape;8407;p36"/>
                <p:cNvSpPr/>
                <p:nvPr/>
              </p:nvSpPr>
              <p:spPr>
                <a:xfrm>
                  <a:off x="4661275" y="3815007"/>
                  <a:ext cx="36824" cy="31523"/>
                </a:xfrm>
                <a:custGeom>
                  <a:rect b="b" l="l" r="r" t="t"/>
                  <a:pathLst>
                    <a:path extrusionOk="0" h="4008" w="4682">
                      <a:moveTo>
                        <a:pt x="2663" y="0"/>
                      </a:moveTo>
                      <a:cubicBezTo>
                        <a:pt x="2169" y="0"/>
                        <a:pt x="1666" y="184"/>
                        <a:pt x="1258" y="596"/>
                      </a:cubicBezTo>
                      <a:cubicBezTo>
                        <a:pt x="0" y="1854"/>
                        <a:pt x="895" y="4007"/>
                        <a:pt x="2674" y="4007"/>
                      </a:cubicBezTo>
                      <a:cubicBezTo>
                        <a:pt x="3774" y="4007"/>
                        <a:pt x="4682" y="3112"/>
                        <a:pt x="4682" y="2011"/>
                      </a:cubicBezTo>
                      <a:cubicBezTo>
                        <a:pt x="4682" y="801"/>
                        <a:pt x="3692" y="0"/>
                        <a:pt x="2663" y="0"/>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408" name="Google Shape;8408;p36"/>
                <p:cNvSpPr/>
                <p:nvPr/>
              </p:nvSpPr>
              <p:spPr>
                <a:xfrm>
                  <a:off x="4676211" y="3824736"/>
                  <a:ext cx="12183" cy="12183"/>
                </a:xfrm>
                <a:custGeom>
                  <a:rect b="b" l="l" r="r" t="t"/>
                  <a:pathLst>
                    <a:path extrusionOk="0" h="1549" w="1549">
                      <a:moveTo>
                        <a:pt x="775" y="0"/>
                      </a:moveTo>
                      <a:cubicBezTo>
                        <a:pt x="351" y="0"/>
                        <a:pt x="0" y="339"/>
                        <a:pt x="0" y="774"/>
                      </a:cubicBezTo>
                      <a:cubicBezTo>
                        <a:pt x="0" y="1198"/>
                        <a:pt x="351" y="1549"/>
                        <a:pt x="775" y="1549"/>
                      </a:cubicBezTo>
                      <a:cubicBezTo>
                        <a:pt x="1210" y="1549"/>
                        <a:pt x="1549" y="1198"/>
                        <a:pt x="1549" y="774"/>
                      </a:cubicBezTo>
                      <a:cubicBezTo>
                        <a:pt x="1549" y="339"/>
                        <a:pt x="1210" y="0"/>
                        <a:pt x="775" y="0"/>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8409" name="Google Shape;8409;p36"/>
              <p:cNvGrpSpPr/>
              <p:nvPr/>
            </p:nvGrpSpPr>
            <p:grpSpPr>
              <a:xfrm>
                <a:off x="4558998" y="3851037"/>
                <a:ext cx="33591" cy="28699"/>
                <a:chOff x="4558998" y="3851037"/>
                <a:chExt cx="33591" cy="28699"/>
              </a:xfrm>
            </p:grpSpPr>
            <p:sp>
              <p:nvSpPr>
                <p:cNvPr id="8410" name="Google Shape;8410;p36"/>
                <p:cNvSpPr/>
                <p:nvPr/>
              </p:nvSpPr>
              <p:spPr>
                <a:xfrm>
                  <a:off x="4558998" y="3851037"/>
                  <a:ext cx="33591" cy="28699"/>
                </a:xfrm>
                <a:custGeom>
                  <a:rect b="b" l="l" r="r" t="t"/>
                  <a:pathLst>
                    <a:path extrusionOk="0" h="3649" w="4271">
                      <a:moveTo>
                        <a:pt x="2430" y="0"/>
                      </a:moveTo>
                      <a:cubicBezTo>
                        <a:pt x="1980" y="0"/>
                        <a:pt x="1522" y="167"/>
                        <a:pt x="1149" y="539"/>
                      </a:cubicBezTo>
                      <a:cubicBezTo>
                        <a:pt x="0" y="1688"/>
                        <a:pt x="823" y="3648"/>
                        <a:pt x="2444" y="3648"/>
                      </a:cubicBezTo>
                      <a:cubicBezTo>
                        <a:pt x="3448" y="3648"/>
                        <a:pt x="4270" y="2838"/>
                        <a:pt x="4270" y="1822"/>
                      </a:cubicBezTo>
                      <a:cubicBezTo>
                        <a:pt x="4270" y="726"/>
                        <a:pt x="3369" y="0"/>
                        <a:pt x="2430" y="0"/>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411" name="Google Shape;8411;p36"/>
                <p:cNvSpPr/>
                <p:nvPr/>
              </p:nvSpPr>
              <p:spPr>
                <a:xfrm>
                  <a:off x="4573557" y="3860695"/>
                  <a:ext cx="9328" cy="9430"/>
                </a:xfrm>
                <a:custGeom>
                  <a:rect b="b" l="l" r="r" t="t"/>
                  <a:pathLst>
                    <a:path extrusionOk="0" h="1199" w="1186">
                      <a:moveTo>
                        <a:pt x="593" y="1"/>
                      </a:moveTo>
                      <a:cubicBezTo>
                        <a:pt x="266" y="1"/>
                        <a:pt x="0" y="267"/>
                        <a:pt x="0" y="594"/>
                      </a:cubicBezTo>
                      <a:cubicBezTo>
                        <a:pt x="0" y="932"/>
                        <a:pt x="266" y="1198"/>
                        <a:pt x="593" y="1198"/>
                      </a:cubicBezTo>
                      <a:cubicBezTo>
                        <a:pt x="919" y="1198"/>
                        <a:pt x="1185" y="932"/>
                        <a:pt x="1185" y="594"/>
                      </a:cubicBezTo>
                      <a:cubicBezTo>
                        <a:pt x="1185" y="267"/>
                        <a:pt x="919" y="1"/>
                        <a:pt x="593" y="1"/>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8412" name="Google Shape;8412;p36"/>
              <p:cNvGrpSpPr/>
              <p:nvPr/>
            </p:nvGrpSpPr>
            <p:grpSpPr>
              <a:xfrm>
                <a:off x="4696762" y="3638587"/>
                <a:ext cx="33591" cy="28794"/>
                <a:chOff x="4696762" y="3638587"/>
                <a:chExt cx="33591" cy="28794"/>
              </a:xfrm>
            </p:grpSpPr>
            <p:sp>
              <p:nvSpPr>
                <p:cNvPr id="8413" name="Google Shape;8413;p36"/>
                <p:cNvSpPr/>
                <p:nvPr/>
              </p:nvSpPr>
              <p:spPr>
                <a:xfrm>
                  <a:off x="4696762" y="3638587"/>
                  <a:ext cx="33591" cy="28794"/>
                </a:xfrm>
                <a:custGeom>
                  <a:rect b="b" l="l" r="r" t="t"/>
                  <a:pathLst>
                    <a:path extrusionOk="0" h="3661" w="4271">
                      <a:moveTo>
                        <a:pt x="2426" y="1"/>
                      </a:moveTo>
                      <a:cubicBezTo>
                        <a:pt x="1978" y="1"/>
                        <a:pt x="1521" y="167"/>
                        <a:pt x="1150" y="539"/>
                      </a:cubicBezTo>
                      <a:cubicBezTo>
                        <a:pt x="0" y="1688"/>
                        <a:pt x="823" y="3660"/>
                        <a:pt x="2444" y="3660"/>
                      </a:cubicBezTo>
                      <a:cubicBezTo>
                        <a:pt x="3448" y="3648"/>
                        <a:pt x="4258" y="2838"/>
                        <a:pt x="4270" y="1834"/>
                      </a:cubicBezTo>
                      <a:cubicBezTo>
                        <a:pt x="4262" y="729"/>
                        <a:pt x="3363" y="1"/>
                        <a:pt x="2426" y="1"/>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414" name="Google Shape;8414;p36"/>
                <p:cNvSpPr/>
                <p:nvPr/>
              </p:nvSpPr>
              <p:spPr>
                <a:xfrm>
                  <a:off x="4711320" y="3648245"/>
                  <a:ext cx="9328" cy="9430"/>
                </a:xfrm>
                <a:custGeom>
                  <a:rect b="b" l="l" r="r" t="t"/>
                  <a:pathLst>
                    <a:path extrusionOk="0" h="1199" w="1186">
                      <a:moveTo>
                        <a:pt x="593" y="1"/>
                      </a:moveTo>
                      <a:cubicBezTo>
                        <a:pt x="266" y="1"/>
                        <a:pt x="0" y="279"/>
                        <a:pt x="0" y="606"/>
                      </a:cubicBezTo>
                      <a:cubicBezTo>
                        <a:pt x="0" y="932"/>
                        <a:pt x="266" y="1198"/>
                        <a:pt x="593" y="1198"/>
                      </a:cubicBezTo>
                      <a:cubicBezTo>
                        <a:pt x="919" y="1198"/>
                        <a:pt x="1186" y="932"/>
                        <a:pt x="1186" y="606"/>
                      </a:cubicBezTo>
                      <a:cubicBezTo>
                        <a:pt x="1186" y="279"/>
                        <a:pt x="919" y="1"/>
                        <a:pt x="593" y="1"/>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8415" name="Google Shape;8415;p36"/>
              <p:cNvGrpSpPr/>
              <p:nvPr/>
            </p:nvGrpSpPr>
            <p:grpSpPr>
              <a:xfrm>
                <a:off x="4929479" y="3939140"/>
                <a:ext cx="33497" cy="28692"/>
                <a:chOff x="4929479" y="3939140"/>
                <a:chExt cx="33497" cy="28692"/>
              </a:xfrm>
            </p:grpSpPr>
            <p:sp>
              <p:nvSpPr>
                <p:cNvPr id="8416" name="Google Shape;8416;p36"/>
                <p:cNvSpPr/>
                <p:nvPr/>
              </p:nvSpPr>
              <p:spPr>
                <a:xfrm>
                  <a:off x="4929479" y="3939140"/>
                  <a:ext cx="33497" cy="28692"/>
                </a:xfrm>
                <a:custGeom>
                  <a:rect b="b" l="l" r="r" t="t"/>
                  <a:pathLst>
                    <a:path extrusionOk="0" h="3648" w="4259">
                      <a:moveTo>
                        <a:pt x="2426" y="0"/>
                      </a:moveTo>
                      <a:cubicBezTo>
                        <a:pt x="1978" y="0"/>
                        <a:pt x="1521" y="167"/>
                        <a:pt x="1149" y="539"/>
                      </a:cubicBezTo>
                      <a:cubicBezTo>
                        <a:pt x="0" y="1688"/>
                        <a:pt x="811" y="3648"/>
                        <a:pt x="2431" y="3648"/>
                      </a:cubicBezTo>
                      <a:cubicBezTo>
                        <a:pt x="3448" y="3648"/>
                        <a:pt x="4258" y="2837"/>
                        <a:pt x="4258" y="1833"/>
                      </a:cubicBezTo>
                      <a:cubicBezTo>
                        <a:pt x="4258" y="729"/>
                        <a:pt x="3361" y="0"/>
                        <a:pt x="2426" y="0"/>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417" name="Google Shape;8417;p36"/>
                <p:cNvSpPr/>
                <p:nvPr/>
              </p:nvSpPr>
              <p:spPr>
                <a:xfrm>
                  <a:off x="4943935" y="3948893"/>
                  <a:ext cx="9430" cy="9328"/>
                </a:xfrm>
                <a:custGeom>
                  <a:rect b="b" l="l" r="r" t="t"/>
                  <a:pathLst>
                    <a:path extrusionOk="0" h="1186" w="1199">
                      <a:moveTo>
                        <a:pt x="593" y="0"/>
                      </a:moveTo>
                      <a:cubicBezTo>
                        <a:pt x="267" y="0"/>
                        <a:pt x="1" y="267"/>
                        <a:pt x="1" y="593"/>
                      </a:cubicBezTo>
                      <a:cubicBezTo>
                        <a:pt x="1" y="920"/>
                        <a:pt x="267" y="1186"/>
                        <a:pt x="593" y="1186"/>
                      </a:cubicBezTo>
                      <a:cubicBezTo>
                        <a:pt x="932" y="1186"/>
                        <a:pt x="1198" y="920"/>
                        <a:pt x="1198" y="593"/>
                      </a:cubicBezTo>
                      <a:cubicBezTo>
                        <a:pt x="1198" y="267"/>
                        <a:pt x="932" y="0"/>
                        <a:pt x="593" y="0"/>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8418" name="Google Shape;8418;p36"/>
              <p:cNvGrpSpPr/>
              <p:nvPr/>
            </p:nvGrpSpPr>
            <p:grpSpPr>
              <a:xfrm>
                <a:off x="4907119" y="3986039"/>
                <a:ext cx="33497" cy="28699"/>
                <a:chOff x="4907119" y="3986039"/>
                <a:chExt cx="33497" cy="28699"/>
              </a:xfrm>
            </p:grpSpPr>
            <p:sp>
              <p:nvSpPr>
                <p:cNvPr id="8419" name="Google Shape;8419;p36"/>
                <p:cNvSpPr/>
                <p:nvPr/>
              </p:nvSpPr>
              <p:spPr>
                <a:xfrm>
                  <a:off x="4907119" y="3986039"/>
                  <a:ext cx="33497" cy="28699"/>
                </a:xfrm>
                <a:custGeom>
                  <a:rect b="b" l="l" r="r" t="t"/>
                  <a:pathLst>
                    <a:path extrusionOk="0" h="3649" w="4259">
                      <a:moveTo>
                        <a:pt x="2427" y="1"/>
                      </a:moveTo>
                      <a:cubicBezTo>
                        <a:pt x="1979" y="1"/>
                        <a:pt x="1522" y="167"/>
                        <a:pt x="1149" y="540"/>
                      </a:cubicBezTo>
                      <a:cubicBezTo>
                        <a:pt x="0" y="1689"/>
                        <a:pt x="811" y="3648"/>
                        <a:pt x="2444" y="3648"/>
                      </a:cubicBezTo>
                      <a:cubicBezTo>
                        <a:pt x="3448" y="3648"/>
                        <a:pt x="4258" y="2826"/>
                        <a:pt x="4258" y="1822"/>
                      </a:cubicBezTo>
                      <a:cubicBezTo>
                        <a:pt x="4258" y="726"/>
                        <a:pt x="3363" y="1"/>
                        <a:pt x="2427" y="1"/>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420" name="Google Shape;8420;p36"/>
                <p:cNvSpPr/>
                <p:nvPr/>
              </p:nvSpPr>
              <p:spPr>
                <a:xfrm>
                  <a:off x="4921583" y="3995705"/>
                  <a:ext cx="9422" cy="9328"/>
                </a:xfrm>
                <a:custGeom>
                  <a:rect b="b" l="l" r="r" t="t"/>
                  <a:pathLst>
                    <a:path extrusionOk="0" h="1186" w="1198">
                      <a:moveTo>
                        <a:pt x="605" y="0"/>
                      </a:moveTo>
                      <a:cubicBezTo>
                        <a:pt x="266" y="0"/>
                        <a:pt x="0" y="266"/>
                        <a:pt x="0" y="593"/>
                      </a:cubicBezTo>
                      <a:cubicBezTo>
                        <a:pt x="0" y="919"/>
                        <a:pt x="266" y="1186"/>
                        <a:pt x="605" y="1186"/>
                      </a:cubicBezTo>
                      <a:cubicBezTo>
                        <a:pt x="931" y="1186"/>
                        <a:pt x="1198" y="919"/>
                        <a:pt x="1198" y="593"/>
                      </a:cubicBezTo>
                      <a:cubicBezTo>
                        <a:pt x="1198" y="266"/>
                        <a:pt x="931" y="0"/>
                        <a:pt x="605" y="0"/>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8421" name="Google Shape;8421;p36"/>
              <p:cNvGrpSpPr/>
              <p:nvPr/>
            </p:nvGrpSpPr>
            <p:grpSpPr>
              <a:xfrm>
                <a:off x="4911783" y="4048102"/>
                <a:ext cx="33591" cy="28762"/>
                <a:chOff x="4911783" y="4048102"/>
                <a:chExt cx="33591" cy="28762"/>
              </a:xfrm>
            </p:grpSpPr>
            <p:sp>
              <p:nvSpPr>
                <p:cNvPr id="8422" name="Google Shape;8422;p36"/>
                <p:cNvSpPr/>
                <p:nvPr/>
              </p:nvSpPr>
              <p:spPr>
                <a:xfrm>
                  <a:off x="4911783" y="4048102"/>
                  <a:ext cx="33591" cy="28762"/>
                </a:xfrm>
                <a:custGeom>
                  <a:rect b="b" l="l" r="r" t="t"/>
                  <a:pathLst>
                    <a:path extrusionOk="0" h="3657" w="4271">
                      <a:moveTo>
                        <a:pt x="2422" y="0"/>
                      </a:moveTo>
                      <a:cubicBezTo>
                        <a:pt x="1974" y="0"/>
                        <a:pt x="1519" y="166"/>
                        <a:pt x="1149" y="536"/>
                      </a:cubicBezTo>
                      <a:cubicBezTo>
                        <a:pt x="0" y="1685"/>
                        <a:pt x="823" y="3657"/>
                        <a:pt x="2456" y="3657"/>
                      </a:cubicBezTo>
                      <a:cubicBezTo>
                        <a:pt x="3448" y="3645"/>
                        <a:pt x="4258" y="2834"/>
                        <a:pt x="4270" y="1842"/>
                      </a:cubicBezTo>
                      <a:cubicBezTo>
                        <a:pt x="4270" y="735"/>
                        <a:pt x="3364" y="0"/>
                        <a:pt x="2422" y="0"/>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423" name="Google Shape;8423;p36"/>
                <p:cNvSpPr/>
                <p:nvPr/>
              </p:nvSpPr>
              <p:spPr>
                <a:xfrm>
                  <a:off x="4926333" y="4057831"/>
                  <a:ext cx="9336" cy="9328"/>
                </a:xfrm>
                <a:custGeom>
                  <a:rect b="b" l="l" r="r" t="t"/>
                  <a:pathLst>
                    <a:path extrusionOk="0" h="1186" w="1187">
                      <a:moveTo>
                        <a:pt x="594" y="0"/>
                      </a:moveTo>
                      <a:cubicBezTo>
                        <a:pt x="267" y="0"/>
                        <a:pt x="1" y="266"/>
                        <a:pt x="1" y="593"/>
                      </a:cubicBezTo>
                      <a:cubicBezTo>
                        <a:pt x="1" y="920"/>
                        <a:pt x="267" y="1186"/>
                        <a:pt x="594" y="1186"/>
                      </a:cubicBezTo>
                      <a:cubicBezTo>
                        <a:pt x="920" y="1186"/>
                        <a:pt x="1186" y="920"/>
                        <a:pt x="1186" y="593"/>
                      </a:cubicBezTo>
                      <a:cubicBezTo>
                        <a:pt x="1186" y="266"/>
                        <a:pt x="920" y="0"/>
                        <a:pt x="594" y="0"/>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8424" name="Google Shape;8424;p36"/>
              <p:cNvSpPr/>
              <p:nvPr/>
            </p:nvSpPr>
            <p:spPr>
              <a:xfrm>
                <a:off x="4713506" y="3934476"/>
                <a:ext cx="33497" cy="28692"/>
              </a:xfrm>
              <a:custGeom>
                <a:rect b="b" l="l" r="r" t="t"/>
                <a:pathLst>
                  <a:path extrusionOk="0" h="3648" w="4259">
                    <a:moveTo>
                      <a:pt x="2422" y="0"/>
                    </a:moveTo>
                    <a:cubicBezTo>
                      <a:pt x="1974" y="0"/>
                      <a:pt x="1518" y="167"/>
                      <a:pt x="1150" y="539"/>
                    </a:cubicBezTo>
                    <a:cubicBezTo>
                      <a:pt x="0" y="1688"/>
                      <a:pt x="811" y="3648"/>
                      <a:pt x="2432" y="3648"/>
                    </a:cubicBezTo>
                    <a:cubicBezTo>
                      <a:pt x="3436" y="3648"/>
                      <a:pt x="4258" y="2838"/>
                      <a:pt x="4258" y="1821"/>
                    </a:cubicBezTo>
                    <a:cubicBezTo>
                      <a:pt x="4258" y="726"/>
                      <a:pt x="3357" y="0"/>
                      <a:pt x="2422" y="0"/>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425" name="Google Shape;8425;p36"/>
              <p:cNvSpPr/>
              <p:nvPr/>
            </p:nvSpPr>
            <p:spPr>
              <a:xfrm>
                <a:off x="4727970" y="3944135"/>
                <a:ext cx="9328" cy="9430"/>
              </a:xfrm>
              <a:custGeom>
                <a:rect b="b" l="l" r="r" t="t"/>
                <a:pathLst>
                  <a:path extrusionOk="0" h="1199" w="1186">
                    <a:moveTo>
                      <a:pt x="593" y="1"/>
                    </a:moveTo>
                    <a:cubicBezTo>
                      <a:pt x="266" y="1"/>
                      <a:pt x="0" y="267"/>
                      <a:pt x="0" y="593"/>
                    </a:cubicBezTo>
                    <a:cubicBezTo>
                      <a:pt x="0" y="932"/>
                      <a:pt x="266" y="1198"/>
                      <a:pt x="593" y="1198"/>
                    </a:cubicBezTo>
                    <a:cubicBezTo>
                      <a:pt x="919" y="1198"/>
                      <a:pt x="1186" y="932"/>
                      <a:pt x="1186" y="593"/>
                    </a:cubicBezTo>
                    <a:cubicBezTo>
                      <a:pt x="1186" y="267"/>
                      <a:pt x="919" y="1"/>
                      <a:pt x="593" y="1"/>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nvGrpSpPr>
              <p:cNvPr id="8426" name="Google Shape;8426;p36"/>
              <p:cNvGrpSpPr/>
              <p:nvPr/>
            </p:nvGrpSpPr>
            <p:grpSpPr>
              <a:xfrm>
                <a:off x="4762623" y="3837847"/>
                <a:ext cx="42416" cy="36273"/>
                <a:chOff x="4762623" y="3837847"/>
                <a:chExt cx="42416" cy="36273"/>
              </a:xfrm>
            </p:grpSpPr>
            <p:sp>
              <p:nvSpPr>
                <p:cNvPr id="8427" name="Google Shape;8427;p36"/>
                <p:cNvSpPr/>
                <p:nvPr/>
              </p:nvSpPr>
              <p:spPr>
                <a:xfrm>
                  <a:off x="4762623" y="3837847"/>
                  <a:ext cx="42416" cy="36273"/>
                </a:xfrm>
                <a:custGeom>
                  <a:rect b="b" l="l" r="r" t="t"/>
                  <a:pathLst>
                    <a:path extrusionOk="0" h="4612" w="5393">
                      <a:moveTo>
                        <a:pt x="3064" y="1"/>
                      </a:moveTo>
                      <a:cubicBezTo>
                        <a:pt x="2496" y="1"/>
                        <a:pt x="1918" y="211"/>
                        <a:pt x="1449" y="680"/>
                      </a:cubicBezTo>
                      <a:cubicBezTo>
                        <a:pt x="1" y="2128"/>
                        <a:pt x="1033" y="4611"/>
                        <a:pt x="3067" y="4611"/>
                      </a:cubicBezTo>
                      <a:cubicBezTo>
                        <a:pt x="3072" y="4611"/>
                        <a:pt x="3077" y="4611"/>
                        <a:pt x="3082" y="4611"/>
                      </a:cubicBezTo>
                      <a:cubicBezTo>
                        <a:pt x="4352" y="4611"/>
                        <a:pt x="5380" y="3583"/>
                        <a:pt x="5392" y="2313"/>
                      </a:cubicBezTo>
                      <a:cubicBezTo>
                        <a:pt x="5392" y="921"/>
                        <a:pt x="4251" y="1"/>
                        <a:pt x="3064" y="1"/>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428" name="Google Shape;8428;p36"/>
                <p:cNvSpPr/>
                <p:nvPr/>
              </p:nvSpPr>
              <p:spPr>
                <a:xfrm>
                  <a:off x="4775538" y="3847568"/>
                  <a:ext cx="19796" cy="16957"/>
                </a:xfrm>
                <a:custGeom>
                  <a:rect b="b" l="l" r="r" t="t"/>
                  <a:pathLst>
                    <a:path extrusionOk="0" h="2156" w="2517">
                      <a:moveTo>
                        <a:pt x="1440" y="0"/>
                      </a:moveTo>
                      <a:cubicBezTo>
                        <a:pt x="484" y="0"/>
                        <a:pt x="0" y="1162"/>
                        <a:pt x="678" y="1839"/>
                      </a:cubicBezTo>
                      <a:cubicBezTo>
                        <a:pt x="896" y="2058"/>
                        <a:pt x="1165" y="2155"/>
                        <a:pt x="1429" y="2155"/>
                      </a:cubicBezTo>
                      <a:cubicBezTo>
                        <a:pt x="1984" y="2155"/>
                        <a:pt x="2517" y="1724"/>
                        <a:pt x="2517" y="1077"/>
                      </a:cubicBezTo>
                      <a:cubicBezTo>
                        <a:pt x="2517" y="484"/>
                        <a:pt x="2045" y="0"/>
                        <a:pt x="1440" y="0"/>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8429" name="Google Shape;8429;p36"/>
              <p:cNvGrpSpPr/>
              <p:nvPr/>
            </p:nvGrpSpPr>
            <p:grpSpPr>
              <a:xfrm>
                <a:off x="4746044" y="4104966"/>
                <a:ext cx="33497" cy="28699"/>
                <a:chOff x="4746044" y="4104966"/>
                <a:chExt cx="33497" cy="28699"/>
              </a:xfrm>
            </p:grpSpPr>
            <p:sp>
              <p:nvSpPr>
                <p:cNvPr id="8430" name="Google Shape;8430;p36"/>
                <p:cNvSpPr/>
                <p:nvPr/>
              </p:nvSpPr>
              <p:spPr>
                <a:xfrm>
                  <a:off x="4746044" y="4104966"/>
                  <a:ext cx="33497" cy="28699"/>
                </a:xfrm>
                <a:custGeom>
                  <a:rect b="b" l="l" r="r" t="t"/>
                  <a:pathLst>
                    <a:path extrusionOk="0" h="3649" w="4259">
                      <a:moveTo>
                        <a:pt x="2428" y="1"/>
                      </a:moveTo>
                      <a:cubicBezTo>
                        <a:pt x="1979" y="1"/>
                        <a:pt x="1522" y="167"/>
                        <a:pt x="1150" y="540"/>
                      </a:cubicBezTo>
                      <a:cubicBezTo>
                        <a:pt x="0" y="1677"/>
                        <a:pt x="811" y="3648"/>
                        <a:pt x="2432" y="3648"/>
                      </a:cubicBezTo>
                      <a:cubicBezTo>
                        <a:pt x="3436" y="3648"/>
                        <a:pt x="4259" y="2826"/>
                        <a:pt x="4259" y="1822"/>
                      </a:cubicBezTo>
                      <a:cubicBezTo>
                        <a:pt x="4259" y="726"/>
                        <a:pt x="3363" y="1"/>
                        <a:pt x="2428" y="1"/>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431" name="Google Shape;8431;p36"/>
                <p:cNvSpPr/>
                <p:nvPr/>
              </p:nvSpPr>
              <p:spPr>
                <a:xfrm>
                  <a:off x="4758887" y="4114632"/>
                  <a:ext cx="11042" cy="9375"/>
                </a:xfrm>
                <a:custGeom>
                  <a:rect b="b" l="l" r="r" t="t"/>
                  <a:pathLst>
                    <a:path extrusionOk="0" h="1192" w="1404">
                      <a:moveTo>
                        <a:pt x="799" y="0"/>
                      </a:moveTo>
                      <a:cubicBezTo>
                        <a:pt x="267" y="0"/>
                        <a:pt x="1" y="641"/>
                        <a:pt x="376" y="1016"/>
                      </a:cubicBezTo>
                      <a:cubicBezTo>
                        <a:pt x="497" y="1137"/>
                        <a:pt x="645" y="1191"/>
                        <a:pt x="792" y="1191"/>
                      </a:cubicBezTo>
                      <a:cubicBezTo>
                        <a:pt x="1099" y="1191"/>
                        <a:pt x="1396" y="953"/>
                        <a:pt x="1404" y="593"/>
                      </a:cubicBezTo>
                      <a:cubicBezTo>
                        <a:pt x="1404" y="266"/>
                        <a:pt x="1126" y="0"/>
                        <a:pt x="799" y="0"/>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8432" name="Google Shape;8432;p36"/>
              <p:cNvGrpSpPr/>
              <p:nvPr/>
            </p:nvGrpSpPr>
            <p:grpSpPr>
              <a:xfrm>
                <a:off x="4859646" y="4162554"/>
                <a:ext cx="33591" cy="28762"/>
                <a:chOff x="4859646" y="4162554"/>
                <a:chExt cx="33591" cy="28762"/>
              </a:xfrm>
            </p:grpSpPr>
            <p:sp>
              <p:nvSpPr>
                <p:cNvPr id="8433" name="Google Shape;8433;p36"/>
                <p:cNvSpPr/>
                <p:nvPr/>
              </p:nvSpPr>
              <p:spPr>
                <a:xfrm>
                  <a:off x="4859646" y="4162554"/>
                  <a:ext cx="33591" cy="28762"/>
                </a:xfrm>
                <a:custGeom>
                  <a:rect b="b" l="l" r="r" t="t"/>
                  <a:pathLst>
                    <a:path extrusionOk="0" h="3657" w="4271">
                      <a:moveTo>
                        <a:pt x="2423" y="0"/>
                      </a:moveTo>
                      <a:cubicBezTo>
                        <a:pt x="1975" y="0"/>
                        <a:pt x="1520" y="166"/>
                        <a:pt x="1149" y="536"/>
                      </a:cubicBezTo>
                      <a:cubicBezTo>
                        <a:pt x="0" y="1685"/>
                        <a:pt x="823" y="3657"/>
                        <a:pt x="2444" y="3657"/>
                      </a:cubicBezTo>
                      <a:cubicBezTo>
                        <a:pt x="3448" y="3657"/>
                        <a:pt x="4258" y="2834"/>
                        <a:pt x="4270" y="1830"/>
                      </a:cubicBezTo>
                      <a:cubicBezTo>
                        <a:pt x="4270" y="732"/>
                        <a:pt x="3365" y="0"/>
                        <a:pt x="2423" y="0"/>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434" name="Google Shape;8434;p36"/>
                <p:cNvSpPr/>
                <p:nvPr/>
              </p:nvSpPr>
              <p:spPr>
                <a:xfrm>
                  <a:off x="4874196" y="4172283"/>
                  <a:ext cx="9336" cy="9336"/>
                </a:xfrm>
                <a:custGeom>
                  <a:rect b="b" l="l" r="r" t="t"/>
                  <a:pathLst>
                    <a:path extrusionOk="0" h="1187" w="1187">
                      <a:moveTo>
                        <a:pt x="594" y="1"/>
                      </a:moveTo>
                      <a:cubicBezTo>
                        <a:pt x="267" y="1"/>
                        <a:pt x="1" y="267"/>
                        <a:pt x="1" y="593"/>
                      </a:cubicBezTo>
                      <a:cubicBezTo>
                        <a:pt x="1" y="920"/>
                        <a:pt x="267" y="1186"/>
                        <a:pt x="594" y="1186"/>
                      </a:cubicBezTo>
                      <a:cubicBezTo>
                        <a:pt x="920" y="1186"/>
                        <a:pt x="1186" y="920"/>
                        <a:pt x="1186" y="593"/>
                      </a:cubicBezTo>
                      <a:cubicBezTo>
                        <a:pt x="1186" y="267"/>
                        <a:pt x="920" y="1"/>
                        <a:pt x="594" y="1"/>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grpSp>
          <p:nvGrpSpPr>
            <p:cNvPr id="8435" name="Google Shape;8435;p36"/>
            <p:cNvGrpSpPr/>
            <p:nvPr/>
          </p:nvGrpSpPr>
          <p:grpSpPr>
            <a:xfrm>
              <a:off x="3597785" y="3274438"/>
              <a:ext cx="855610" cy="1122099"/>
              <a:chOff x="3597785" y="3274438"/>
              <a:chExt cx="855610" cy="1122099"/>
            </a:xfrm>
          </p:grpSpPr>
          <p:grpSp>
            <p:nvGrpSpPr>
              <p:cNvPr id="8436" name="Google Shape;8436;p36"/>
              <p:cNvGrpSpPr/>
              <p:nvPr/>
            </p:nvGrpSpPr>
            <p:grpSpPr>
              <a:xfrm>
                <a:off x="3617857" y="3284717"/>
                <a:ext cx="826784" cy="1099165"/>
                <a:chOff x="3617857" y="3284717"/>
                <a:chExt cx="826784" cy="1099165"/>
              </a:xfrm>
            </p:grpSpPr>
            <p:sp>
              <p:nvSpPr>
                <p:cNvPr id="8437" name="Google Shape;8437;p36"/>
                <p:cNvSpPr/>
                <p:nvPr/>
              </p:nvSpPr>
              <p:spPr>
                <a:xfrm>
                  <a:off x="4155028" y="3869354"/>
                  <a:ext cx="289613" cy="514528"/>
                </a:xfrm>
                <a:custGeom>
                  <a:rect b="b" l="l" r="r" t="t"/>
                  <a:pathLst>
                    <a:path extrusionOk="0" fill="none" h="65420" w="36823">
                      <a:moveTo>
                        <a:pt x="5928" y="64827"/>
                      </a:moveTo>
                      <a:lnTo>
                        <a:pt x="6158" y="49755"/>
                      </a:lnTo>
                      <a:lnTo>
                        <a:pt x="8202" y="42327"/>
                      </a:lnTo>
                      <a:lnTo>
                        <a:pt x="8795" y="36351"/>
                      </a:lnTo>
                      <a:lnTo>
                        <a:pt x="8795" y="28912"/>
                      </a:lnTo>
                      <a:lnTo>
                        <a:pt x="3049" y="23347"/>
                      </a:lnTo>
                      <a:lnTo>
                        <a:pt x="0" y="12291"/>
                      </a:lnTo>
                      <a:lnTo>
                        <a:pt x="11601" y="1"/>
                      </a:lnTo>
                      <a:lnTo>
                        <a:pt x="19319" y="4259"/>
                      </a:lnTo>
                      <a:lnTo>
                        <a:pt x="27266" y="11747"/>
                      </a:lnTo>
                      <a:lnTo>
                        <a:pt x="36823" y="15472"/>
                      </a:lnTo>
                      <a:lnTo>
                        <a:pt x="34827" y="25803"/>
                      </a:lnTo>
                      <a:lnTo>
                        <a:pt x="26722" y="36944"/>
                      </a:lnTo>
                      <a:lnTo>
                        <a:pt x="19924" y="49198"/>
                      </a:lnTo>
                      <a:lnTo>
                        <a:pt x="11008" y="60690"/>
                      </a:lnTo>
                      <a:lnTo>
                        <a:pt x="5335" y="65420"/>
                      </a:lnTo>
                    </a:path>
                  </a:pathLst>
                </a:custGeom>
                <a:noFill/>
                <a:ln cap="flat" cmpd="sng" w="9525">
                  <a:solidFill>
                    <a:srgbClr val="A5B7C5"/>
                  </a:solidFill>
                  <a:prstDash val="solid"/>
                  <a:miter lim="12096"/>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438" name="Google Shape;8438;p36"/>
                <p:cNvSpPr/>
                <p:nvPr/>
              </p:nvSpPr>
              <p:spPr>
                <a:xfrm>
                  <a:off x="3617857" y="3284717"/>
                  <a:ext cx="662957" cy="685970"/>
                </a:xfrm>
                <a:custGeom>
                  <a:rect b="b" l="l" r="r" t="t"/>
                  <a:pathLst>
                    <a:path extrusionOk="0" fill="none" h="87218" w="84292">
                      <a:moveTo>
                        <a:pt x="79900" y="75157"/>
                      </a:moveTo>
                      <a:lnTo>
                        <a:pt x="77916" y="83262"/>
                      </a:lnTo>
                      <a:lnTo>
                        <a:pt x="68299" y="87218"/>
                      </a:lnTo>
                      <a:lnTo>
                        <a:pt x="61610" y="72314"/>
                      </a:lnTo>
                      <a:lnTo>
                        <a:pt x="48376" y="64524"/>
                      </a:lnTo>
                      <a:lnTo>
                        <a:pt x="37489" y="50685"/>
                      </a:lnTo>
                      <a:lnTo>
                        <a:pt x="32771" y="39181"/>
                      </a:lnTo>
                      <a:lnTo>
                        <a:pt x="28525" y="27000"/>
                      </a:lnTo>
                      <a:lnTo>
                        <a:pt x="19779" y="19379"/>
                      </a:lnTo>
                      <a:lnTo>
                        <a:pt x="1" y="14057"/>
                      </a:lnTo>
                      <a:lnTo>
                        <a:pt x="5227" y="0"/>
                      </a:lnTo>
                      <a:lnTo>
                        <a:pt x="40380" y="3605"/>
                      </a:lnTo>
                      <a:lnTo>
                        <a:pt x="53662" y="9254"/>
                      </a:lnTo>
                      <a:lnTo>
                        <a:pt x="56711" y="17734"/>
                      </a:lnTo>
                      <a:lnTo>
                        <a:pt x="69727" y="26177"/>
                      </a:lnTo>
                      <a:lnTo>
                        <a:pt x="84291" y="20649"/>
                      </a:lnTo>
                      <a:lnTo>
                        <a:pt x="79465" y="38165"/>
                      </a:lnTo>
                      <a:lnTo>
                        <a:pt x="72207" y="46960"/>
                      </a:lnTo>
                      <a:lnTo>
                        <a:pt x="64791" y="54677"/>
                      </a:lnTo>
                      <a:lnTo>
                        <a:pt x="54497" y="63206"/>
                      </a:lnTo>
                      <a:lnTo>
                        <a:pt x="62094" y="63556"/>
                      </a:lnTo>
                      <a:lnTo>
                        <a:pt x="66098" y="74335"/>
                      </a:lnTo>
                      <a:close/>
                    </a:path>
                  </a:pathLst>
                </a:custGeom>
                <a:noFill/>
                <a:ln cap="flat" cmpd="sng" w="9525">
                  <a:solidFill>
                    <a:srgbClr val="A5B7C5"/>
                  </a:solidFill>
                  <a:prstDash val="solid"/>
                  <a:miter lim="12096"/>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439" name="Google Shape;8439;p36"/>
                <p:cNvSpPr/>
                <p:nvPr/>
              </p:nvSpPr>
              <p:spPr>
                <a:xfrm>
                  <a:off x="4230666" y="3943372"/>
                  <a:ext cx="15612" cy="77934"/>
                </a:xfrm>
                <a:custGeom>
                  <a:rect b="b" l="l" r="r" t="t"/>
                  <a:pathLst>
                    <a:path extrusionOk="0" fill="none" h="9909" w="1985">
                      <a:moveTo>
                        <a:pt x="1984" y="9908"/>
                      </a:moveTo>
                      <a:lnTo>
                        <a:pt x="0" y="1"/>
                      </a:lnTo>
                    </a:path>
                  </a:pathLst>
                </a:custGeom>
                <a:noFill/>
                <a:ln cap="flat" cmpd="sng" w="9525">
                  <a:solidFill>
                    <a:srgbClr val="A5B7C5"/>
                  </a:solidFill>
                  <a:prstDash val="solid"/>
                  <a:miter lim="12096"/>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440" name="Google Shape;8440;p36"/>
                <p:cNvSpPr/>
                <p:nvPr/>
              </p:nvSpPr>
              <p:spPr>
                <a:xfrm>
                  <a:off x="4230666" y="3902843"/>
                  <a:ext cx="138817" cy="116937"/>
                </a:xfrm>
                <a:custGeom>
                  <a:rect b="b" l="l" r="r" t="t"/>
                  <a:pathLst>
                    <a:path extrusionOk="0" fill="none" h="14868" w="17650">
                      <a:moveTo>
                        <a:pt x="11952" y="14868"/>
                      </a:moveTo>
                      <a:lnTo>
                        <a:pt x="0" y="4670"/>
                      </a:lnTo>
                      <a:lnTo>
                        <a:pt x="9702" y="1"/>
                      </a:lnTo>
                      <a:lnTo>
                        <a:pt x="17649" y="7489"/>
                      </a:lnTo>
                      <a:close/>
                    </a:path>
                  </a:pathLst>
                </a:custGeom>
                <a:noFill/>
                <a:ln cap="flat" cmpd="sng" w="9525">
                  <a:solidFill>
                    <a:srgbClr val="A5B7C5"/>
                  </a:solidFill>
                  <a:prstDash val="solid"/>
                  <a:miter lim="12096"/>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441" name="Google Shape;8441;p36"/>
                <p:cNvSpPr/>
                <p:nvPr/>
              </p:nvSpPr>
              <p:spPr>
                <a:xfrm>
                  <a:off x="4234473" y="3939573"/>
                  <a:ext cx="143953" cy="22171"/>
                </a:xfrm>
                <a:custGeom>
                  <a:rect b="b" l="l" r="r" t="t"/>
                  <a:pathLst>
                    <a:path extrusionOk="0" fill="none" h="2819" w="18303">
                      <a:moveTo>
                        <a:pt x="0" y="0"/>
                      </a:moveTo>
                      <a:lnTo>
                        <a:pt x="18303" y="2819"/>
                      </a:lnTo>
                    </a:path>
                  </a:pathLst>
                </a:custGeom>
                <a:noFill/>
                <a:ln cap="flat" cmpd="sng" w="9525">
                  <a:solidFill>
                    <a:srgbClr val="A5B7C5"/>
                  </a:solidFill>
                  <a:prstDash val="solid"/>
                  <a:miter lim="12096"/>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442" name="Google Shape;8442;p36"/>
                <p:cNvSpPr/>
                <p:nvPr/>
              </p:nvSpPr>
              <p:spPr>
                <a:xfrm>
                  <a:off x="4300405" y="4023579"/>
                  <a:ext cx="24264" cy="112650"/>
                </a:xfrm>
                <a:custGeom>
                  <a:rect b="b" l="l" r="r" t="t"/>
                  <a:pathLst>
                    <a:path extrusionOk="0" fill="none" h="14323" w="3085">
                      <a:moveTo>
                        <a:pt x="0" y="14323"/>
                      </a:moveTo>
                      <a:lnTo>
                        <a:pt x="3085" y="0"/>
                      </a:lnTo>
                    </a:path>
                  </a:pathLst>
                </a:custGeom>
                <a:noFill/>
                <a:ln cap="flat" cmpd="sng" w="9525">
                  <a:solidFill>
                    <a:srgbClr val="A5B7C5"/>
                  </a:solidFill>
                  <a:prstDash val="solid"/>
                  <a:miter lim="12096"/>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443" name="Google Shape;8443;p36"/>
                <p:cNvSpPr/>
                <p:nvPr/>
              </p:nvSpPr>
              <p:spPr>
                <a:xfrm>
                  <a:off x="4324661" y="4019772"/>
                  <a:ext cx="40544" cy="140154"/>
                </a:xfrm>
                <a:custGeom>
                  <a:rect b="b" l="l" r="r" t="t"/>
                  <a:pathLst>
                    <a:path extrusionOk="0" fill="none" h="17820" w="5155">
                      <a:moveTo>
                        <a:pt x="1" y="1"/>
                      </a:moveTo>
                      <a:lnTo>
                        <a:pt x="5154" y="17819"/>
                      </a:lnTo>
                    </a:path>
                  </a:pathLst>
                </a:custGeom>
                <a:noFill/>
                <a:ln cap="flat" cmpd="sng" w="9525">
                  <a:solidFill>
                    <a:srgbClr val="A5B7C5"/>
                  </a:solidFill>
                  <a:prstDash val="solid"/>
                  <a:miter lim="12096"/>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444" name="Google Shape;8444;p36"/>
                <p:cNvSpPr/>
                <p:nvPr/>
              </p:nvSpPr>
              <p:spPr>
                <a:xfrm>
                  <a:off x="4324661" y="4019772"/>
                  <a:ext cx="104282" cy="52522"/>
                </a:xfrm>
                <a:custGeom>
                  <a:rect b="b" l="l" r="r" t="t"/>
                  <a:pathLst>
                    <a:path extrusionOk="0" fill="none" h="6678" w="13259">
                      <a:moveTo>
                        <a:pt x="1" y="1"/>
                      </a:moveTo>
                      <a:lnTo>
                        <a:pt x="13259" y="6678"/>
                      </a:lnTo>
                    </a:path>
                  </a:pathLst>
                </a:custGeom>
                <a:noFill/>
                <a:ln cap="flat" cmpd="sng" w="9525">
                  <a:solidFill>
                    <a:srgbClr val="A5B7C5"/>
                  </a:solidFill>
                  <a:prstDash val="solid"/>
                  <a:miter lim="12096"/>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445" name="Google Shape;8445;p36"/>
                <p:cNvSpPr/>
                <p:nvPr/>
              </p:nvSpPr>
              <p:spPr>
                <a:xfrm>
                  <a:off x="4328467" y="3989901"/>
                  <a:ext cx="113421" cy="29879"/>
                </a:xfrm>
                <a:custGeom>
                  <a:rect b="b" l="l" r="r" t="t"/>
                  <a:pathLst>
                    <a:path extrusionOk="0" fill="none" h="3799" w="14421">
                      <a:moveTo>
                        <a:pt x="14420" y="0"/>
                      </a:moveTo>
                      <a:lnTo>
                        <a:pt x="1" y="3799"/>
                      </a:lnTo>
                    </a:path>
                  </a:pathLst>
                </a:custGeom>
                <a:noFill/>
                <a:ln cap="flat" cmpd="sng" w="9525">
                  <a:solidFill>
                    <a:srgbClr val="A5B7C5"/>
                  </a:solidFill>
                  <a:prstDash val="solid"/>
                  <a:miter lim="12096"/>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446" name="Google Shape;8446;p36"/>
                <p:cNvSpPr/>
                <p:nvPr/>
              </p:nvSpPr>
              <p:spPr>
                <a:xfrm>
                  <a:off x="4224193" y="4019772"/>
                  <a:ext cx="23886" cy="76975"/>
                </a:xfrm>
                <a:custGeom>
                  <a:rect b="b" l="l" r="r" t="t"/>
                  <a:pathLst>
                    <a:path extrusionOk="0" fill="none" h="9787" w="3037">
                      <a:moveTo>
                        <a:pt x="1" y="9787"/>
                      </a:moveTo>
                      <a:lnTo>
                        <a:pt x="3037" y="1"/>
                      </a:lnTo>
                    </a:path>
                  </a:pathLst>
                </a:custGeom>
                <a:noFill/>
                <a:ln cap="flat" cmpd="sng" w="9525">
                  <a:solidFill>
                    <a:srgbClr val="A5B7C5"/>
                  </a:solidFill>
                  <a:prstDash val="solid"/>
                  <a:miter lim="12096"/>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447" name="Google Shape;8447;p36"/>
                <p:cNvSpPr/>
                <p:nvPr/>
              </p:nvSpPr>
              <p:spPr>
                <a:xfrm>
                  <a:off x="4248071" y="4019772"/>
                  <a:ext cx="52342" cy="116457"/>
                </a:xfrm>
                <a:custGeom>
                  <a:rect b="b" l="l" r="r" t="t"/>
                  <a:pathLst>
                    <a:path extrusionOk="0" fill="none" h="14807" w="6655">
                      <a:moveTo>
                        <a:pt x="1" y="1"/>
                      </a:moveTo>
                      <a:lnTo>
                        <a:pt x="6654" y="14807"/>
                      </a:lnTo>
                    </a:path>
                  </a:pathLst>
                </a:custGeom>
                <a:noFill/>
                <a:ln cap="flat" cmpd="sng" w="9525">
                  <a:solidFill>
                    <a:srgbClr val="A5B7C5"/>
                  </a:solidFill>
                  <a:prstDash val="solid"/>
                  <a:miter lim="12096"/>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448" name="Google Shape;8448;p36"/>
                <p:cNvSpPr/>
                <p:nvPr/>
              </p:nvSpPr>
              <p:spPr>
                <a:xfrm>
                  <a:off x="4300405" y="4138982"/>
                  <a:ext cx="6567" cy="119029"/>
                </a:xfrm>
                <a:custGeom>
                  <a:rect b="b" l="l" r="r" t="t"/>
                  <a:pathLst>
                    <a:path extrusionOk="0" fill="none" h="15134" w="835">
                      <a:moveTo>
                        <a:pt x="0" y="1"/>
                      </a:moveTo>
                      <a:lnTo>
                        <a:pt x="835" y="15134"/>
                      </a:lnTo>
                    </a:path>
                  </a:pathLst>
                </a:custGeom>
                <a:noFill/>
                <a:ln cap="flat" cmpd="sng" w="9525">
                  <a:solidFill>
                    <a:srgbClr val="A5B7C5"/>
                  </a:solidFill>
                  <a:prstDash val="solid"/>
                  <a:miter lim="12096"/>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449" name="Google Shape;8449;p36"/>
                <p:cNvSpPr/>
                <p:nvPr/>
              </p:nvSpPr>
              <p:spPr>
                <a:xfrm>
                  <a:off x="4219726" y="4200164"/>
                  <a:ext cx="85343" cy="60513"/>
                </a:xfrm>
                <a:custGeom>
                  <a:rect b="b" l="l" r="r" t="t"/>
                  <a:pathLst>
                    <a:path extrusionOk="0" fill="none" h="7694" w="10851">
                      <a:moveTo>
                        <a:pt x="0" y="0"/>
                      </a:moveTo>
                      <a:lnTo>
                        <a:pt x="10851" y="7694"/>
                      </a:lnTo>
                    </a:path>
                  </a:pathLst>
                </a:custGeom>
                <a:noFill/>
                <a:ln cap="flat" cmpd="sng" w="9525">
                  <a:solidFill>
                    <a:srgbClr val="A5B7C5"/>
                  </a:solidFill>
                  <a:prstDash val="solid"/>
                  <a:miter lim="12096"/>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450" name="Google Shape;8450;p36"/>
                <p:cNvSpPr/>
                <p:nvPr/>
              </p:nvSpPr>
              <p:spPr>
                <a:xfrm>
                  <a:off x="4223430" y="4137275"/>
                  <a:ext cx="81930" cy="15132"/>
                </a:xfrm>
                <a:custGeom>
                  <a:rect b="b" l="l" r="r" t="t"/>
                  <a:pathLst>
                    <a:path extrusionOk="0" fill="none" h="1924" w="10417">
                      <a:moveTo>
                        <a:pt x="1" y="1923"/>
                      </a:moveTo>
                      <a:lnTo>
                        <a:pt x="10416" y="0"/>
                      </a:lnTo>
                    </a:path>
                  </a:pathLst>
                </a:custGeom>
                <a:noFill/>
                <a:ln cap="flat" cmpd="sng" w="9525">
                  <a:solidFill>
                    <a:srgbClr val="A5B7C5"/>
                  </a:solidFill>
                  <a:prstDash val="solid"/>
                  <a:miter lim="12096"/>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451" name="Google Shape;8451;p36"/>
                <p:cNvSpPr/>
                <p:nvPr/>
              </p:nvSpPr>
              <p:spPr>
                <a:xfrm>
                  <a:off x="4303638" y="4138982"/>
                  <a:ext cx="59947" cy="23894"/>
                </a:xfrm>
                <a:custGeom>
                  <a:rect b="b" l="l" r="r" t="t"/>
                  <a:pathLst>
                    <a:path extrusionOk="0" fill="none" h="3038" w="7622">
                      <a:moveTo>
                        <a:pt x="7621" y="3037"/>
                      </a:moveTo>
                      <a:lnTo>
                        <a:pt x="0" y="1"/>
                      </a:lnTo>
                    </a:path>
                  </a:pathLst>
                </a:custGeom>
                <a:noFill/>
                <a:ln cap="flat" cmpd="sng" w="9525">
                  <a:solidFill>
                    <a:srgbClr val="A5B7C5"/>
                  </a:solidFill>
                  <a:prstDash val="solid"/>
                  <a:miter lim="12096"/>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452" name="Google Shape;8452;p36"/>
                <p:cNvSpPr/>
                <p:nvPr/>
              </p:nvSpPr>
              <p:spPr>
                <a:xfrm>
                  <a:off x="4201644" y="4267237"/>
                  <a:ext cx="39970" cy="77164"/>
                </a:xfrm>
                <a:custGeom>
                  <a:rect b="b" l="l" r="r" t="t"/>
                  <a:pathLst>
                    <a:path extrusionOk="0" fill="none" h="9811" w="5082">
                      <a:moveTo>
                        <a:pt x="1" y="0"/>
                      </a:moveTo>
                      <a:lnTo>
                        <a:pt x="5081" y="9811"/>
                      </a:lnTo>
                    </a:path>
                  </a:pathLst>
                </a:custGeom>
                <a:noFill/>
                <a:ln cap="flat" cmpd="sng" w="9525">
                  <a:solidFill>
                    <a:srgbClr val="A5B7C5"/>
                  </a:solidFill>
                  <a:prstDash val="solid"/>
                  <a:miter lim="12096"/>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453" name="Google Shape;8453;p36"/>
                <p:cNvSpPr/>
                <p:nvPr/>
              </p:nvSpPr>
              <p:spPr>
                <a:xfrm>
                  <a:off x="4203831" y="4258003"/>
                  <a:ext cx="103142" cy="9241"/>
                </a:xfrm>
                <a:custGeom>
                  <a:rect b="b" l="l" r="r" t="t"/>
                  <a:pathLst>
                    <a:path extrusionOk="0" fill="none" h="1175" w="13114">
                      <a:moveTo>
                        <a:pt x="1" y="1174"/>
                      </a:moveTo>
                      <a:lnTo>
                        <a:pt x="13114" y="1"/>
                      </a:lnTo>
                    </a:path>
                  </a:pathLst>
                </a:custGeom>
                <a:noFill/>
                <a:ln cap="flat" cmpd="sng" w="9525">
                  <a:solidFill>
                    <a:srgbClr val="A5B7C5"/>
                  </a:solidFill>
                  <a:prstDash val="solid"/>
                  <a:miter lim="12096"/>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454" name="Google Shape;8454;p36"/>
                <p:cNvSpPr/>
                <p:nvPr/>
              </p:nvSpPr>
              <p:spPr>
                <a:xfrm>
                  <a:off x="4179001" y="3943372"/>
                  <a:ext cx="51673" cy="104951"/>
                </a:xfrm>
                <a:custGeom>
                  <a:rect b="b" l="l" r="r" t="t"/>
                  <a:pathLst>
                    <a:path extrusionOk="0" fill="none" h="13344" w="6570">
                      <a:moveTo>
                        <a:pt x="1" y="13344"/>
                      </a:moveTo>
                      <a:lnTo>
                        <a:pt x="6569" y="1"/>
                      </a:lnTo>
                    </a:path>
                  </a:pathLst>
                </a:custGeom>
                <a:noFill/>
                <a:ln cap="flat" cmpd="sng" w="9525">
                  <a:solidFill>
                    <a:srgbClr val="A5B7C5"/>
                  </a:solidFill>
                  <a:prstDash val="solid"/>
                  <a:miter lim="12096"/>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455" name="Google Shape;8455;p36"/>
                <p:cNvSpPr/>
                <p:nvPr/>
              </p:nvSpPr>
              <p:spPr>
                <a:xfrm>
                  <a:off x="4248071" y="4019772"/>
                  <a:ext cx="76597" cy="8"/>
                </a:xfrm>
                <a:custGeom>
                  <a:rect b="b" l="l" r="r" t="t"/>
                  <a:pathLst>
                    <a:path extrusionOk="0" fill="none" h="1" w="9739">
                      <a:moveTo>
                        <a:pt x="1" y="1"/>
                      </a:moveTo>
                      <a:lnTo>
                        <a:pt x="9739" y="1"/>
                      </a:lnTo>
                    </a:path>
                  </a:pathLst>
                </a:custGeom>
                <a:noFill/>
                <a:ln cap="flat" cmpd="sng" w="9525">
                  <a:solidFill>
                    <a:srgbClr val="A5B7C5"/>
                  </a:solidFill>
                  <a:prstDash val="solid"/>
                  <a:miter lim="12096"/>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456" name="Google Shape;8456;p36"/>
                <p:cNvSpPr/>
                <p:nvPr/>
              </p:nvSpPr>
              <p:spPr>
                <a:xfrm>
                  <a:off x="4219529" y="4138982"/>
                  <a:ext cx="84116" cy="63282"/>
                </a:xfrm>
                <a:custGeom>
                  <a:rect b="b" l="l" r="r" t="t"/>
                  <a:pathLst>
                    <a:path extrusionOk="0" fill="none" h="8046" w="10695">
                      <a:moveTo>
                        <a:pt x="1" y="8045"/>
                      </a:moveTo>
                      <a:lnTo>
                        <a:pt x="10694" y="1"/>
                      </a:lnTo>
                    </a:path>
                  </a:pathLst>
                </a:custGeom>
                <a:noFill/>
                <a:ln cap="flat" cmpd="sng" w="9525">
                  <a:solidFill>
                    <a:srgbClr val="A5B7C5"/>
                  </a:solidFill>
                  <a:prstDash val="solid"/>
                  <a:miter lim="12096"/>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457" name="Google Shape;8457;p36"/>
                <p:cNvSpPr/>
                <p:nvPr/>
              </p:nvSpPr>
              <p:spPr>
                <a:xfrm>
                  <a:off x="3654964" y="3289853"/>
                  <a:ext cx="46820" cy="63848"/>
                </a:xfrm>
                <a:custGeom>
                  <a:rect b="b" l="l" r="r" t="t"/>
                  <a:pathLst>
                    <a:path extrusionOk="0" fill="none" h="8118" w="5953">
                      <a:moveTo>
                        <a:pt x="1" y="0"/>
                      </a:moveTo>
                      <a:lnTo>
                        <a:pt x="5952" y="8117"/>
                      </a:lnTo>
                    </a:path>
                  </a:pathLst>
                </a:custGeom>
                <a:noFill/>
                <a:ln cap="flat" cmpd="sng" w="9525">
                  <a:solidFill>
                    <a:srgbClr val="A5B7C5"/>
                  </a:solidFill>
                  <a:prstDash val="solid"/>
                  <a:miter lim="12096"/>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458" name="Google Shape;8458;p36"/>
                <p:cNvSpPr/>
                <p:nvPr/>
              </p:nvSpPr>
              <p:spPr>
                <a:xfrm>
                  <a:off x="3619760" y="3353693"/>
                  <a:ext cx="85736" cy="36730"/>
                </a:xfrm>
                <a:custGeom>
                  <a:rect b="b" l="l" r="r" t="t"/>
                  <a:pathLst>
                    <a:path extrusionOk="0" fill="none" h="4670" w="10901">
                      <a:moveTo>
                        <a:pt x="1" y="4670"/>
                      </a:moveTo>
                      <a:lnTo>
                        <a:pt x="10900" y="0"/>
                      </a:lnTo>
                    </a:path>
                  </a:pathLst>
                </a:custGeom>
                <a:noFill/>
                <a:ln cap="flat" cmpd="sng" w="9525">
                  <a:solidFill>
                    <a:srgbClr val="A5B7C5"/>
                  </a:solidFill>
                  <a:prstDash val="solid"/>
                  <a:miter lim="12096"/>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459" name="Google Shape;8459;p36"/>
                <p:cNvSpPr/>
                <p:nvPr/>
              </p:nvSpPr>
              <p:spPr>
                <a:xfrm>
                  <a:off x="3703011" y="3354739"/>
                  <a:ext cx="70415" cy="79350"/>
                </a:xfrm>
                <a:custGeom>
                  <a:rect b="b" l="l" r="r" t="t"/>
                  <a:pathLst>
                    <a:path extrusionOk="0" fill="none" h="10089" w="8953">
                      <a:moveTo>
                        <a:pt x="1" y="0"/>
                      </a:moveTo>
                      <a:lnTo>
                        <a:pt x="8952" y="10089"/>
                      </a:lnTo>
                    </a:path>
                  </a:pathLst>
                </a:custGeom>
                <a:noFill/>
                <a:ln cap="flat" cmpd="sng" w="9525">
                  <a:solidFill>
                    <a:srgbClr val="A5B7C5"/>
                  </a:solidFill>
                  <a:prstDash val="solid"/>
                  <a:miter lim="12096"/>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460" name="Google Shape;8460;p36"/>
                <p:cNvSpPr/>
                <p:nvPr/>
              </p:nvSpPr>
              <p:spPr>
                <a:xfrm>
                  <a:off x="3779884" y="3366443"/>
                  <a:ext cx="34449" cy="67647"/>
                </a:xfrm>
                <a:custGeom>
                  <a:rect b="b" l="l" r="r" t="t"/>
                  <a:pathLst>
                    <a:path extrusionOk="0" fill="none" h="8601" w="4380">
                      <a:moveTo>
                        <a:pt x="1" y="8601"/>
                      </a:moveTo>
                      <a:lnTo>
                        <a:pt x="4380" y="0"/>
                      </a:lnTo>
                    </a:path>
                  </a:pathLst>
                </a:custGeom>
                <a:noFill/>
                <a:ln cap="flat" cmpd="sng" w="9525">
                  <a:solidFill>
                    <a:srgbClr val="A5B7C5"/>
                  </a:solidFill>
                  <a:prstDash val="solid"/>
                  <a:miter lim="12096"/>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461" name="Google Shape;8461;p36"/>
                <p:cNvSpPr/>
                <p:nvPr/>
              </p:nvSpPr>
              <p:spPr>
                <a:xfrm>
                  <a:off x="3701776" y="3353693"/>
                  <a:ext cx="116363" cy="12757"/>
                </a:xfrm>
                <a:custGeom>
                  <a:rect b="b" l="l" r="r" t="t"/>
                  <a:pathLst>
                    <a:path extrusionOk="0" fill="none" h="1622" w="14795">
                      <a:moveTo>
                        <a:pt x="14795" y="1621"/>
                      </a:moveTo>
                      <a:lnTo>
                        <a:pt x="0" y="0"/>
                      </a:lnTo>
                    </a:path>
                  </a:pathLst>
                </a:custGeom>
                <a:noFill/>
                <a:ln cap="flat" cmpd="sng" w="9525">
                  <a:solidFill>
                    <a:srgbClr val="A5B7C5"/>
                  </a:solidFill>
                  <a:prstDash val="solid"/>
                  <a:miter lim="12096"/>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462" name="Google Shape;8462;p36"/>
                <p:cNvSpPr/>
                <p:nvPr/>
              </p:nvSpPr>
              <p:spPr>
                <a:xfrm>
                  <a:off x="3701776" y="3313063"/>
                  <a:ext cx="227204" cy="40638"/>
                </a:xfrm>
                <a:custGeom>
                  <a:rect b="b" l="l" r="r" t="t"/>
                  <a:pathLst>
                    <a:path extrusionOk="0" fill="none" h="5167" w="28888">
                      <a:moveTo>
                        <a:pt x="28887" y="1"/>
                      </a:moveTo>
                      <a:lnTo>
                        <a:pt x="0" y="5166"/>
                      </a:lnTo>
                    </a:path>
                  </a:pathLst>
                </a:custGeom>
                <a:noFill/>
                <a:ln cap="flat" cmpd="sng" w="9525">
                  <a:solidFill>
                    <a:srgbClr val="A5B7C5"/>
                  </a:solidFill>
                  <a:prstDash val="solid"/>
                  <a:miter lim="12096"/>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463" name="Google Shape;8463;p36"/>
                <p:cNvSpPr/>
                <p:nvPr/>
              </p:nvSpPr>
              <p:spPr>
                <a:xfrm>
                  <a:off x="3888633" y="3313063"/>
                  <a:ext cx="40347" cy="114467"/>
                </a:xfrm>
                <a:custGeom>
                  <a:rect b="b" l="l" r="r" t="t"/>
                  <a:pathLst>
                    <a:path extrusionOk="0" fill="none" h="14554" w="5130">
                      <a:moveTo>
                        <a:pt x="5129" y="1"/>
                      </a:moveTo>
                      <a:lnTo>
                        <a:pt x="0" y="14553"/>
                      </a:lnTo>
                    </a:path>
                  </a:pathLst>
                </a:custGeom>
                <a:noFill/>
                <a:ln cap="flat" cmpd="sng" w="9525">
                  <a:solidFill>
                    <a:srgbClr val="A5B7C5"/>
                  </a:solidFill>
                  <a:prstDash val="solid"/>
                  <a:miter lim="12096"/>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464" name="Google Shape;8464;p36"/>
                <p:cNvSpPr/>
                <p:nvPr/>
              </p:nvSpPr>
              <p:spPr>
                <a:xfrm>
                  <a:off x="3814325" y="3366443"/>
                  <a:ext cx="74316" cy="61087"/>
                </a:xfrm>
                <a:custGeom>
                  <a:rect b="b" l="l" r="r" t="t"/>
                  <a:pathLst>
                    <a:path extrusionOk="0" fill="none" h="7767" w="9449">
                      <a:moveTo>
                        <a:pt x="1" y="0"/>
                      </a:moveTo>
                      <a:lnTo>
                        <a:pt x="9448" y="7766"/>
                      </a:lnTo>
                    </a:path>
                  </a:pathLst>
                </a:custGeom>
                <a:noFill/>
                <a:ln cap="flat" cmpd="sng" w="9525">
                  <a:solidFill>
                    <a:srgbClr val="A5B7C5"/>
                  </a:solidFill>
                  <a:prstDash val="solid"/>
                  <a:miter lim="12096"/>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465" name="Google Shape;8465;p36"/>
                <p:cNvSpPr/>
                <p:nvPr/>
              </p:nvSpPr>
              <p:spPr>
                <a:xfrm>
                  <a:off x="3838399" y="3427522"/>
                  <a:ext cx="50242" cy="67749"/>
                </a:xfrm>
                <a:custGeom>
                  <a:rect b="b" l="l" r="r" t="t"/>
                  <a:pathLst>
                    <a:path extrusionOk="0" fill="none" h="8614" w="6388">
                      <a:moveTo>
                        <a:pt x="0" y="8613"/>
                      </a:moveTo>
                      <a:lnTo>
                        <a:pt x="6387" y="0"/>
                      </a:lnTo>
                    </a:path>
                  </a:pathLst>
                </a:custGeom>
                <a:noFill/>
                <a:ln cap="flat" cmpd="sng" w="9525">
                  <a:solidFill>
                    <a:srgbClr val="A5B7C5"/>
                  </a:solidFill>
                  <a:prstDash val="solid"/>
                  <a:miter lim="12096"/>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466" name="Google Shape;8466;p36"/>
                <p:cNvSpPr/>
                <p:nvPr/>
              </p:nvSpPr>
              <p:spPr>
                <a:xfrm>
                  <a:off x="3814325" y="3313063"/>
                  <a:ext cx="114656" cy="53388"/>
                </a:xfrm>
                <a:custGeom>
                  <a:rect b="b" l="l" r="r" t="t"/>
                  <a:pathLst>
                    <a:path extrusionOk="0" fill="none" h="6788" w="14578">
                      <a:moveTo>
                        <a:pt x="1" y="6787"/>
                      </a:moveTo>
                      <a:lnTo>
                        <a:pt x="14577" y="1"/>
                      </a:lnTo>
                    </a:path>
                  </a:pathLst>
                </a:custGeom>
                <a:noFill/>
                <a:ln cap="flat" cmpd="sng" w="9525">
                  <a:solidFill>
                    <a:srgbClr val="A5B7C5"/>
                  </a:solidFill>
                  <a:prstDash val="solid"/>
                  <a:miter lim="12096"/>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467" name="Google Shape;8467;p36"/>
                <p:cNvSpPr/>
                <p:nvPr/>
              </p:nvSpPr>
              <p:spPr>
                <a:xfrm>
                  <a:off x="3888633" y="3427522"/>
                  <a:ext cx="55377" cy="76212"/>
                </a:xfrm>
                <a:custGeom>
                  <a:rect b="b" l="l" r="r" t="t"/>
                  <a:pathLst>
                    <a:path extrusionOk="0" fill="none" h="9690" w="7041">
                      <a:moveTo>
                        <a:pt x="0" y="0"/>
                      </a:moveTo>
                      <a:lnTo>
                        <a:pt x="7041" y="9690"/>
                      </a:lnTo>
                    </a:path>
                  </a:pathLst>
                </a:custGeom>
                <a:noFill/>
                <a:ln cap="flat" cmpd="sng" w="9525">
                  <a:solidFill>
                    <a:srgbClr val="A5B7C5"/>
                  </a:solidFill>
                  <a:prstDash val="solid"/>
                  <a:miter lim="12096"/>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468" name="Google Shape;8468;p36"/>
                <p:cNvSpPr/>
                <p:nvPr/>
              </p:nvSpPr>
              <p:spPr>
                <a:xfrm>
                  <a:off x="3944003" y="3406208"/>
                  <a:ext cx="40631" cy="97526"/>
                </a:xfrm>
                <a:custGeom>
                  <a:rect b="b" l="l" r="r" t="t"/>
                  <a:pathLst>
                    <a:path extrusionOk="0" fill="none" h="12400" w="5166">
                      <a:moveTo>
                        <a:pt x="1" y="12400"/>
                      </a:moveTo>
                      <a:lnTo>
                        <a:pt x="5166" y="1"/>
                      </a:lnTo>
                    </a:path>
                  </a:pathLst>
                </a:custGeom>
                <a:noFill/>
                <a:ln cap="flat" cmpd="sng" w="9525">
                  <a:solidFill>
                    <a:srgbClr val="A5B7C5"/>
                  </a:solidFill>
                  <a:prstDash val="solid"/>
                  <a:miter lim="12096"/>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469" name="Google Shape;8469;p36"/>
                <p:cNvSpPr/>
                <p:nvPr/>
              </p:nvSpPr>
              <p:spPr>
                <a:xfrm>
                  <a:off x="3984625" y="3357500"/>
                  <a:ext cx="55291" cy="48716"/>
                </a:xfrm>
                <a:custGeom>
                  <a:rect b="b" l="l" r="r" t="t"/>
                  <a:pathLst>
                    <a:path extrusionOk="0" fill="none" h="6194" w="7030">
                      <a:moveTo>
                        <a:pt x="1" y="6194"/>
                      </a:moveTo>
                      <a:lnTo>
                        <a:pt x="7029" y="0"/>
                      </a:lnTo>
                    </a:path>
                  </a:pathLst>
                </a:custGeom>
                <a:noFill/>
                <a:ln cap="flat" cmpd="sng" w="9525">
                  <a:solidFill>
                    <a:srgbClr val="A5B7C5"/>
                  </a:solidFill>
                  <a:prstDash val="solid"/>
                  <a:miter lim="12096"/>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470" name="Google Shape;8470;p36"/>
                <p:cNvSpPr/>
                <p:nvPr/>
              </p:nvSpPr>
              <p:spPr>
                <a:xfrm>
                  <a:off x="3888633" y="3406208"/>
                  <a:ext cx="96000" cy="21322"/>
                </a:xfrm>
                <a:custGeom>
                  <a:rect b="b" l="l" r="r" t="t"/>
                  <a:pathLst>
                    <a:path extrusionOk="0" fill="none" h="2711" w="12206">
                      <a:moveTo>
                        <a:pt x="0" y="2710"/>
                      </a:moveTo>
                      <a:lnTo>
                        <a:pt x="12206" y="1"/>
                      </a:lnTo>
                    </a:path>
                  </a:pathLst>
                </a:custGeom>
                <a:noFill/>
                <a:ln cap="flat" cmpd="sng" w="9525">
                  <a:solidFill>
                    <a:srgbClr val="A5B7C5"/>
                  </a:solidFill>
                  <a:prstDash val="solid"/>
                  <a:miter lim="12096"/>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471" name="Google Shape;8471;p36"/>
                <p:cNvSpPr/>
                <p:nvPr/>
              </p:nvSpPr>
              <p:spPr>
                <a:xfrm>
                  <a:off x="3984625" y="3406208"/>
                  <a:ext cx="42251" cy="136348"/>
                </a:xfrm>
                <a:custGeom>
                  <a:rect b="b" l="l" r="r" t="t"/>
                  <a:pathLst>
                    <a:path extrusionOk="0" fill="none" h="17336" w="5372">
                      <a:moveTo>
                        <a:pt x="1" y="1"/>
                      </a:moveTo>
                      <a:lnTo>
                        <a:pt x="5372" y="17335"/>
                      </a:lnTo>
                    </a:path>
                  </a:pathLst>
                </a:custGeom>
                <a:noFill/>
                <a:ln cap="flat" cmpd="sng" w="9525">
                  <a:solidFill>
                    <a:srgbClr val="A5B7C5"/>
                  </a:solidFill>
                  <a:prstDash val="solid"/>
                  <a:miter lim="12096"/>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472" name="Google Shape;8472;p36"/>
                <p:cNvSpPr/>
                <p:nvPr/>
              </p:nvSpPr>
              <p:spPr>
                <a:xfrm>
                  <a:off x="4026868" y="3427522"/>
                  <a:ext cx="35597" cy="115033"/>
                </a:xfrm>
                <a:custGeom>
                  <a:rect b="b" l="l" r="r" t="t"/>
                  <a:pathLst>
                    <a:path extrusionOk="0" fill="none" h="14626" w="4526">
                      <a:moveTo>
                        <a:pt x="1" y="14625"/>
                      </a:moveTo>
                      <a:lnTo>
                        <a:pt x="4525" y="0"/>
                      </a:lnTo>
                    </a:path>
                  </a:pathLst>
                </a:custGeom>
                <a:noFill/>
                <a:ln cap="flat" cmpd="sng" w="9525">
                  <a:solidFill>
                    <a:srgbClr val="A5B7C5"/>
                  </a:solidFill>
                  <a:prstDash val="solid"/>
                  <a:miter lim="12096"/>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473" name="Google Shape;8473;p36"/>
                <p:cNvSpPr/>
                <p:nvPr/>
              </p:nvSpPr>
              <p:spPr>
                <a:xfrm>
                  <a:off x="3876261" y="3542548"/>
                  <a:ext cx="150615" cy="52051"/>
                </a:xfrm>
                <a:custGeom>
                  <a:rect b="b" l="l" r="r" t="t"/>
                  <a:pathLst>
                    <a:path extrusionOk="0" fill="none" h="6618" w="19150">
                      <a:moveTo>
                        <a:pt x="1" y="6617"/>
                      </a:moveTo>
                      <a:lnTo>
                        <a:pt x="19150" y="0"/>
                      </a:lnTo>
                    </a:path>
                  </a:pathLst>
                </a:custGeom>
                <a:noFill/>
                <a:ln cap="flat" cmpd="sng" w="9525">
                  <a:solidFill>
                    <a:srgbClr val="A5B7C5"/>
                  </a:solidFill>
                  <a:prstDash val="solid"/>
                  <a:miter lim="12096"/>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474" name="Google Shape;8474;p36"/>
                <p:cNvSpPr/>
                <p:nvPr/>
              </p:nvSpPr>
              <p:spPr>
                <a:xfrm>
                  <a:off x="4006702" y="3542548"/>
                  <a:ext cx="20174" cy="99044"/>
                </a:xfrm>
                <a:custGeom>
                  <a:rect b="b" l="l" r="r" t="t"/>
                  <a:pathLst>
                    <a:path extrusionOk="0" fill="none" h="12593" w="2565">
                      <a:moveTo>
                        <a:pt x="2565" y="0"/>
                      </a:moveTo>
                      <a:lnTo>
                        <a:pt x="0" y="12593"/>
                      </a:lnTo>
                    </a:path>
                  </a:pathLst>
                </a:custGeom>
                <a:noFill/>
                <a:ln cap="flat" cmpd="sng" w="9525">
                  <a:solidFill>
                    <a:srgbClr val="A5B7C5"/>
                  </a:solidFill>
                  <a:prstDash val="solid"/>
                  <a:miter lim="12096"/>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475" name="Google Shape;8475;p36"/>
                <p:cNvSpPr/>
                <p:nvPr/>
              </p:nvSpPr>
              <p:spPr>
                <a:xfrm>
                  <a:off x="3912700" y="3641584"/>
                  <a:ext cx="97817" cy="41779"/>
                </a:xfrm>
                <a:custGeom>
                  <a:rect b="b" l="l" r="r" t="t"/>
                  <a:pathLst>
                    <a:path extrusionOk="0" fill="none" h="5312" w="12437">
                      <a:moveTo>
                        <a:pt x="1" y="5311"/>
                      </a:moveTo>
                      <a:lnTo>
                        <a:pt x="12436" y="1"/>
                      </a:lnTo>
                    </a:path>
                  </a:pathLst>
                </a:custGeom>
                <a:noFill/>
                <a:ln cap="flat" cmpd="sng" w="9525">
                  <a:solidFill>
                    <a:srgbClr val="A5B7C5"/>
                  </a:solidFill>
                  <a:prstDash val="solid"/>
                  <a:miter lim="12096"/>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476" name="Google Shape;8476;p36"/>
                <p:cNvSpPr/>
                <p:nvPr/>
              </p:nvSpPr>
              <p:spPr>
                <a:xfrm>
                  <a:off x="3875601" y="3503726"/>
                  <a:ext cx="68410" cy="89158"/>
                </a:xfrm>
                <a:custGeom>
                  <a:rect b="b" l="l" r="r" t="t"/>
                  <a:pathLst>
                    <a:path extrusionOk="0" fill="none" h="11336" w="8698">
                      <a:moveTo>
                        <a:pt x="8698" y="1"/>
                      </a:moveTo>
                      <a:lnTo>
                        <a:pt x="0" y="11335"/>
                      </a:lnTo>
                    </a:path>
                  </a:pathLst>
                </a:custGeom>
                <a:noFill/>
                <a:ln cap="flat" cmpd="sng" w="9525">
                  <a:solidFill>
                    <a:srgbClr val="A5B7C5"/>
                  </a:solidFill>
                  <a:prstDash val="solid"/>
                  <a:miter lim="12096"/>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477" name="Google Shape;8477;p36"/>
                <p:cNvSpPr/>
                <p:nvPr/>
              </p:nvSpPr>
              <p:spPr>
                <a:xfrm>
                  <a:off x="3944003" y="3503726"/>
                  <a:ext cx="89441" cy="36163"/>
                </a:xfrm>
                <a:custGeom>
                  <a:rect b="b" l="l" r="r" t="t"/>
                  <a:pathLst>
                    <a:path extrusionOk="0" fill="none" h="4598" w="11372">
                      <a:moveTo>
                        <a:pt x="1" y="1"/>
                      </a:moveTo>
                      <a:lnTo>
                        <a:pt x="11372" y="4598"/>
                      </a:lnTo>
                    </a:path>
                  </a:pathLst>
                </a:custGeom>
                <a:noFill/>
                <a:ln cap="flat" cmpd="sng" w="9525">
                  <a:solidFill>
                    <a:srgbClr val="A5B7C5"/>
                  </a:solidFill>
                  <a:prstDash val="solid"/>
                  <a:miter lim="12096"/>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478" name="Google Shape;8478;p36"/>
                <p:cNvSpPr/>
                <p:nvPr/>
              </p:nvSpPr>
              <p:spPr>
                <a:xfrm>
                  <a:off x="4033436" y="3490599"/>
                  <a:ext cx="132824" cy="49290"/>
                </a:xfrm>
                <a:custGeom>
                  <a:rect b="b" l="l" r="r" t="t"/>
                  <a:pathLst>
                    <a:path extrusionOk="0" fill="none" h="6267" w="16888">
                      <a:moveTo>
                        <a:pt x="1" y="6267"/>
                      </a:moveTo>
                      <a:lnTo>
                        <a:pt x="16888" y="0"/>
                      </a:lnTo>
                    </a:path>
                  </a:pathLst>
                </a:custGeom>
                <a:noFill/>
                <a:ln cap="flat" cmpd="sng" w="9525">
                  <a:solidFill>
                    <a:srgbClr val="A5B7C5"/>
                  </a:solidFill>
                  <a:prstDash val="solid"/>
                  <a:miter lim="12096"/>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479" name="Google Shape;8479;p36"/>
                <p:cNvSpPr/>
                <p:nvPr/>
              </p:nvSpPr>
              <p:spPr>
                <a:xfrm>
                  <a:off x="4166252" y="3490599"/>
                  <a:ext cx="73459" cy="95528"/>
                </a:xfrm>
                <a:custGeom>
                  <a:rect b="b" l="l" r="r" t="t"/>
                  <a:pathLst>
                    <a:path extrusionOk="0" fill="none" h="12146" w="9340">
                      <a:moveTo>
                        <a:pt x="1" y="0"/>
                      </a:moveTo>
                      <a:lnTo>
                        <a:pt x="9339" y="12146"/>
                      </a:lnTo>
                    </a:path>
                  </a:pathLst>
                </a:custGeom>
                <a:noFill/>
                <a:ln cap="flat" cmpd="sng" w="9525">
                  <a:solidFill>
                    <a:srgbClr val="A5B7C5"/>
                  </a:solidFill>
                  <a:prstDash val="solid"/>
                  <a:miter lim="12096"/>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480" name="Google Shape;8480;p36"/>
                <p:cNvSpPr/>
                <p:nvPr/>
              </p:nvSpPr>
              <p:spPr>
                <a:xfrm>
                  <a:off x="4027726" y="3539882"/>
                  <a:ext cx="211985" cy="39970"/>
                </a:xfrm>
                <a:custGeom>
                  <a:rect b="b" l="l" r="r" t="t"/>
                  <a:pathLst>
                    <a:path extrusionOk="0" fill="none" h="5082" w="26953">
                      <a:moveTo>
                        <a:pt x="26952" y="5081"/>
                      </a:moveTo>
                      <a:lnTo>
                        <a:pt x="1" y="1"/>
                      </a:lnTo>
                    </a:path>
                  </a:pathLst>
                </a:custGeom>
                <a:noFill/>
                <a:ln cap="flat" cmpd="sng" w="9525">
                  <a:solidFill>
                    <a:srgbClr val="A5B7C5"/>
                  </a:solidFill>
                  <a:prstDash val="solid"/>
                  <a:miter lim="12096"/>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481" name="Google Shape;8481;p36"/>
                <p:cNvSpPr/>
                <p:nvPr/>
              </p:nvSpPr>
              <p:spPr>
                <a:xfrm>
                  <a:off x="4027726" y="3539882"/>
                  <a:ext cx="99720" cy="174878"/>
                </a:xfrm>
                <a:custGeom>
                  <a:rect b="b" l="l" r="r" t="t"/>
                  <a:pathLst>
                    <a:path extrusionOk="0" fill="none" h="22235" w="12679">
                      <a:moveTo>
                        <a:pt x="1" y="1"/>
                      </a:moveTo>
                      <a:lnTo>
                        <a:pt x="12678" y="22234"/>
                      </a:lnTo>
                    </a:path>
                  </a:pathLst>
                </a:custGeom>
                <a:noFill/>
                <a:ln cap="flat" cmpd="sng" w="9525">
                  <a:solidFill>
                    <a:srgbClr val="A5B7C5"/>
                  </a:solidFill>
                  <a:prstDash val="solid"/>
                  <a:miter lim="12096"/>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482" name="Google Shape;8482;p36"/>
                <p:cNvSpPr/>
                <p:nvPr/>
              </p:nvSpPr>
              <p:spPr>
                <a:xfrm>
                  <a:off x="4027726" y="3539882"/>
                  <a:ext cx="159754" cy="111707"/>
                </a:xfrm>
                <a:custGeom>
                  <a:rect b="b" l="l" r="r" t="t"/>
                  <a:pathLst>
                    <a:path extrusionOk="0" fill="none" h="14203" w="20312">
                      <a:moveTo>
                        <a:pt x="1" y="1"/>
                      </a:moveTo>
                      <a:lnTo>
                        <a:pt x="20311" y="14202"/>
                      </a:lnTo>
                    </a:path>
                  </a:pathLst>
                </a:custGeom>
                <a:noFill/>
                <a:ln cap="flat" cmpd="sng" w="9525">
                  <a:solidFill>
                    <a:srgbClr val="A5B7C5"/>
                  </a:solidFill>
                  <a:prstDash val="solid"/>
                  <a:miter lim="12096"/>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483" name="Google Shape;8483;p36"/>
                <p:cNvSpPr/>
                <p:nvPr/>
              </p:nvSpPr>
              <p:spPr>
                <a:xfrm>
                  <a:off x="4006702" y="3641584"/>
                  <a:ext cx="120743" cy="73176"/>
                </a:xfrm>
                <a:custGeom>
                  <a:rect b="b" l="l" r="r" t="t"/>
                  <a:pathLst>
                    <a:path extrusionOk="0" fill="none" h="9304" w="15352">
                      <a:moveTo>
                        <a:pt x="0" y="1"/>
                      </a:moveTo>
                      <a:lnTo>
                        <a:pt x="15351" y="9303"/>
                      </a:lnTo>
                    </a:path>
                  </a:pathLst>
                </a:custGeom>
                <a:noFill/>
                <a:ln cap="flat" cmpd="sng" w="9525">
                  <a:solidFill>
                    <a:srgbClr val="A5B7C5"/>
                  </a:solidFill>
                  <a:prstDash val="solid"/>
                  <a:miter lim="12096"/>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484" name="Google Shape;8484;p36"/>
                <p:cNvSpPr/>
                <p:nvPr/>
              </p:nvSpPr>
              <p:spPr>
                <a:xfrm>
                  <a:off x="4006702" y="3641584"/>
                  <a:ext cx="39773" cy="140249"/>
                </a:xfrm>
                <a:custGeom>
                  <a:rect b="b" l="l" r="r" t="t"/>
                  <a:pathLst>
                    <a:path extrusionOk="0" fill="none" h="17832" w="5057">
                      <a:moveTo>
                        <a:pt x="5057" y="17832"/>
                      </a:moveTo>
                      <a:lnTo>
                        <a:pt x="0" y="1"/>
                      </a:lnTo>
                    </a:path>
                  </a:pathLst>
                </a:custGeom>
                <a:noFill/>
                <a:ln cap="flat" cmpd="sng" w="9525">
                  <a:solidFill>
                    <a:srgbClr val="A5B7C5"/>
                  </a:solidFill>
                  <a:prstDash val="solid"/>
                  <a:miter lim="12096"/>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485" name="Google Shape;8485;p36"/>
                <p:cNvSpPr/>
                <p:nvPr/>
              </p:nvSpPr>
              <p:spPr>
                <a:xfrm>
                  <a:off x="3996423" y="3784585"/>
                  <a:ext cx="51862" cy="10280"/>
                </a:xfrm>
                <a:custGeom>
                  <a:rect b="b" l="l" r="r" t="t"/>
                  <a:pathLst>
                    <a:path extrusionOk="0" fill="none" h="1307" w="6594">
                      <a:moveTo>
                        <a:pt x="1" y="1307"/>
                      </a:moveTo>
                      <a:lnTo>
                        <a:pt x="6594" y="0"/>
                      </a:lnTo>
                    </a:path>
                  </a:pathLst>
                </a:custGeom>
                <a:noFill/>
                <a:ln cap="flat" cmpd="sng" w="9525">
                  <a:solidFill>
                    <a:srgbClr val="A5B7C5"/>
                  </a:solidFill>
                  <a:prstDash val="solid"/>
                  <a:miter lim="12096"/>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486" name="Google Shape;8486;p36"/>
                <p:cNvSpPr/>
                <p:nvPr/>
              </p:nvSpPr>
              <p:spPr>
                <a:xfrm>
                  <a:off x="4048277" y="3784585"/>
                  <a:ext cx="47583" cy="68890"/>
                </a:xfrm>
                <a:custGeom>
                  <a:rect b="b" l="l" r="r" t="t"/>
                  <a:pathLst>
                    <a:path extrusionOk="0" fill="none" h="8759" w="6050">
                      <a:moveTo>
                        <a:pt x="1" y="0"/>
                      </a:moveTo>
                      <a:lnTo>
                        <a:pt x="6049" y="8758"/>
                      </a:lnTo>
                    </a:path>
                  </a:pathLst>
                </a:custGeom>
                <a:noFill/>
                <a:ln cap="flat" cmpd="sng" w="9525">
                  <a:solidFill>
                    <a:srgbClr val="A5B7C5"/>
                  </a:solidFill>
                  <a:prstDash val="solid"/>
                  <a:miter lim="12096"/>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487" name="Google Shape;8487;p36"/>
                <p:cNvSpPr/>
                <p:nvPr/>
              </p:nvSpPr>
              <p:spPr>
                <a:xfrm>
                  <a:off x="4095947" y="3788392"/>
                  <a:ext cx="10280" cy="64894"/>
                </a:xfrm>
                <a:custGeom>
                  <a:rect b="b" l="l" r="r" t="t"/>
                  <a:pathLst>
                    <a:path extrusionOk="0" fill="none" h="8251" w="1307">
                      <a:moveTo>
                        <a:pt x="0" y="8250"/>
                      </a:moveTo>
                      <a:lnTo>
                        <a:pt x="1307" y="0"/>
                      </a:lnTo>
                    </a:path>
                  </a:pathLst>
                </a:custGeom>
                <a:noFill/>
                <a:ln cap="flat" cmpd="sng" w="9525">
                  <a:solidFill>
                    <a:srgbClr val="A5B7C5"/>
                  </a:solidFill>
                  <a:prstDash val="solid"/>
                  <a:miter lim="12096"/>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488" name="Google Shape;8488;p36"/>
                <p:cNvSpPr/>
                <p:nvPr/>
              </p:nvSpPr>
              <p:spPr>
                <a:xfrm>
                  <a:off x="4095852" y="3853467"/>
                  <a:ext cx="45672" cy="15895"/>
                </a:xfrm>
                <a:custGeom>
                  <a:rect b="b" l="l" r="r" t="t"/>
                  <a:pathLst>
                    <a:path extrusionOk="0" fill="none" h="2021" w="5807">
                      <a:moveTo>
                        <a:pt x="0" y="0"/>
                      </a:moveTo>
                      <a:lnTo>
                        <a:pt x="5807" y="2021"/>
                      </a:lnTo>
                    </a:path>
                  </a:pathLst>
                </a:custGeom>
                <a:noFill/>
                <a:ln cap="flat" cmpd="sng" w="9525">
                  <a:solidFill>
                    <a:srgbClr val="A5B7C5"/>
                  </a:solidFill>
                  <a:prstDash val="solid"/>
                  <a:miter lim="12096"/>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489" name="Google Shape;8489;p36"/>
                <p:cNvSpPr/>
                <p:nvPr/>
              </p:nvSpPr>
              <p:spPr>
                <a:xfrm>
                  <a:off x="4138567" y="3868308"/>
                  <a:ext cx="16469" cy="101710"/>
                </a:xfrm>
                <a:custGeom>
                  <a:rect b="b" l="l" r="r" t="t"/>
                  <a:pathLst>
                    <a:path extrusionOk="0" fill="none" h="12932" w="2094">
                      <a:moveTo>
                        <a:pt x="1" y="1"/>
                      </a:moveTo>
                      <a:lnTo>
                        <a:pt x="2093" y="12932"/>
                      </a:lnTo>
                    </a:path>
                  </a:pathLst>
                </a:custGeom>
                <a:noFill/>
                <a:ln cap="flat" cmpd="sng" w="9525">
                  <a:solidFill>
                    <a:srgbClr val="A5B7C5"/>
                  </a:solidFill>
                  <a:prstDash val="solid"/>
                  <a:miter lim="12096"/>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490" name="Google Shape;8490;p36"/>
                <p:cNvSpPr/>
                <p:nvPr/>
              </p:nvSpPr>
              <p:spPr>
                <a:xfrm>
                  <a:off x="3875601" y="3592876"/>
                  <a:ext cx="131110" cy="48716"/>
                </a:xfrm>
                <a:custGeom>
                  <a:rect b="b" l="l" r="r" t="t"/>
                  <a:pathLst>
                    <a:path extrusionOk="0" fill="none" h="6194" w="16670">
                      <a:moveTo>
                        <a:pt x="0" y="0"/>
                      </a:moveTo>
                      <a:lnTo>
                        <a:pt x="16669" y="6194"/>
                      </a:lnTo>
                    </a:path>
                  </a:pathLst>
                </a:custGeom>
                <a:noFill/>
                <a:ln cap="flat" cmpd="sng" w="9525">
                  <a:solidFill>
                    <a:srgbClr val="A5B7C5"/>
                  </a:solidFill>
                  <a:prstDash val="solid"/>
                  <a:miter lim="12096"/>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491" name="Google Shape;8491;p36"/>
                <p:cNvSpPr/>
                <p:nvPr/>
              </p:nvSpPr>
              <p:spPr>
                <a:xfrm>
                  <a:off x="4164828" y="3394410"/>
                  <a:ext cx="26458" cy="93153"/>
                </a:xfrm>
                <a:custGeom>
                  <a:rect b="b" l="l" r="r" t="t"/>
                  <a:pathLst>
                    <a:path extrusionOk="0" fill="none" h="11844" w="3364">
                      <a:moveTo>
                        <a:pt x="0" y="11843"/>
                      </a:moveTo>
                      <a:lnTo>
                        <a:pt x="3363" y="1"/>
                      </a:lnTo>
                    </a:path>
                  </a:pathLst>
                </a:custGeom>
                <a:noFill/>
                <a:ln cap="flat" cmpd="sng" w="9525">
                  <a:solidFill>
                    <a:srgbClr val="A5B7C5"/>
                  </a:solidFill>
                  <a:prstDash val="solid"/>
                  <a:miter lim="12096"/>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492" name="Google Shape;8492;p36"/>
                <p:cNvSpPr/>
                <p:nvPr/>
              </p:nvSpPr>
              <p:spPr>
                <a:xfrm>
                  <a:off x="4191278" y="3394410"/>
                  <a:ext cx="86586" cy="52719"/>
                </a:xfrm>
                <a:custGeom>
                  <a:rect b="b" l="l" r="r" t="t"/>
                  <a:pathLst>
                    <a:path extrusionOk="0" fill="none" h="6703" w="11009">
                      <a:moveTo>
                        <a:pt x="0" y="1"/>
                      </a:moveTo>
                      <a:lnTo>
                        <a:pt x="11008" y="6702"/>
                      </a:lnTo>
                    </a:path>
                  </a:pathLst>
                </a:custGeom>
                <a:noFill/>
                <a:ln cap="flat" cmpd="sng" w="9525">
                  <a:solidFill>
                    <a:srgbClr val="A5B7C5"/>
                  </a:solidFill>
                  <a:prstDash val="solid"/>
                  <a:miter lim="12096"/>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8493" name="Google Shape;8493;p36"/>
              <p:cNvGrpSpPr/>
              <p:nvPr/>
            </p:nvGrpSpPr>
            <p:grpSpPr>
              <a:xfrm>
                <a:off x="4180904" y="4251758"/>
                <a:ext cx="37783" cy="32420"/>
                <a:chOff x="4180904" y="4251758"/>
                <a:chExt cx="37783" cy="32420"/>
              </a:xfrm>
            </p:grpSpPr>
            <p:sp>
              <p:nvSpPr>
                <p:cNvPr id="8494" name="Google Shape;8494;p36"/>
                <p:cNvSpPr/>
                <p:nvPr/>
              </p:nvSpPr>
              <p:spPr>
                <a:xfrm>
                  <a:off x="4180904" y="4251758"/>
                  <a:ext cx="37783" cy="32420"/>
                </a:xfrm>
                <a:custGeom>
                  <a:rect b="b" l="l" r="r" t="t"/>
                  <a:pathLst>
                    <a:path extrusionOk="0" h="4122" w="4804">
                      <a:moveTo>
                        <a:pt x="2738" y="0"/>
                      </a:moveTo>
                      <a:cubicBezTo>
                        <a:pt x="2231" y="0"/>
                        <a:pt x="1715" y="190"/>
                        <a:pt x="1295" y="613"/>
                      </a:cubicBezTo>
                      <a:cubicBezTo>
                        <a:pt x="1" y="1908"/>
                        <a:pt x="920" y="4121"/>
                        <a:pt x="2759" y="4121"/>
                      </a:cubicBezTo>
                      <a:cubicBezTo>
                        <a:pt x="3884" y="4109"/>
                        <a:pt x="4803" y="3190"/>
                        <a:pt x="4803" y="2065"/>
                      </a:cubicBezTo>
                      <a:cubicBezTo>
                        <a:pt x="4803" y="823"/>
                        <a:pt x="3792" y="0"/>
                        <a:pt x="2738" y="0"/>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495" name="Google Shape;8495;p36"/>
                <p:cNvSpPr/>
                <p:nvPr/>
              </p:nvSpPr>
              <p:spPr>
                <a:xfrm>
                  <a:off x="4196037" y="4261432"/>
                  <a:ext cx="13040" cy="13040"/>
                </a:xfrm>
                <a:custGeom>
                  <a:rect b="b" l="l" r="r" t="t"/>
                  <a:pathLst>
                    <a:path extrusionOk="0" h="1658" w="1658">
                      <a:moveTo>
                        <a:pt x="835" y="0"/>
                      </a:moveTo>
                      <a:cubicBezTo>
                        <a:pt x="375" y="0"/>
                        <a:pt x="0" y="375"/>
                        <a:pt x="0" y="835"/>
                      </a:cubicBezTo>
                      <a:cubicBezTo>
                        <a:pt x="0" y="1295"/>
                        <a:pt x="375" y="1658"/>
                        <a:pt x="835" y="1658"/>
                      </a:cubicBezTo>
                      <a:cubicBezTo>
                        <a:pt x="1282" y="1658"/>
                        <a:pt x="1657" y="1295"/>
                        <a:pt x="1657" y="835"/>
                      </a:cubicBezTo>
                      <a:cubicBezTo>
                        <a:pt x="1657" y="375"/>
                        <a:pt x="1282" y="0"/>
                        <a:pt x="835" y="0"/>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8496" name="Google Shape;8496;p36"/>
              <p:cNvGrpSpPr/>
              <p:nvPr/>
            </p:nvGrpSpPr>
            <p:grpSpPr>
              <a:xfrm>
                <a:off x="4201644" y="4081324"/>
                <a:ext cx="37783" cy="32364"/>
                <a:chOff x="4201644" y="4081324"/>
                <a:chExt cx="37783" cy="32364"/>
              </a:xfrm>
            </p:grpSpPr>
            <p:sp>
              <p:nvSpPr>
                <p:cNvPr id="8497" name="Google Shape;8497;p36"/>
                <p:cNvSpPr/>
                <p:nvPr/>
              </p:nvSpPr>
              <p:spPr>
                <a:xfrm>
                  <a:off x="4201644" y="4081324"/>
                  <a:ext cx="37783" cy="32364"/>
                </a:xfrm>
                <a:custGeom>
                  <a:rect b="b" l="l" r="r" t="t"/>
                  <a:pathLst>
                    <a:path extrusionOk="0" h="4115" w="4804">
                      <a:moveTo>
                        <a:pt x="2732" y="1"/>
                      </a:moveTo>
                      <a:cubicBezTo>
                        <a:pt x="2228" y="1"/>
                        <a:pt x="1713" y="188"/>
                        <a:pt x="1295" y="606"/>
                      </a:cubicBezTo>
                      <a:cubicBezTo>
                        <a:pt x="1" y="1900"/>
                        <a:pt x="920" y="4114"/>
                        <a:pt x="2747" y="4114"/>
                      </a:cubicBezTo>
                      <a:cubicBezTo>
                        <a:pt x="3884" y="4114"/>
                        <a:pt x="4803" y="3195"/>
                        <a:pt x="4803" y="2058"/>
                      </a:cubicBezTo>
                      <a:cubicBezTo>
                        <a:pt x="4803" y="821"/>
                        <a:pt x="3789" y="1"/>
                        <a:pt x="2732" y="1"/>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498" name="Google Shape;8498;p36"/>
                <p:cNvSpPr/>
                <p:nvPr/>
              </p:nvSpPr>
              <p:spPr>
                <a:xfrm>
                  <a:off x="4214582" y="4091037"/>
                  <a:ext cx="15235" cy="13040"/>
                </a:xfrm>
                <a:custGeom>
                  <a:rect b="b" l="l" r="r" t="t"/>
                  <a:pathLst>
                    <a:path extrusionOk="0" h="1658" w="1937">
                      <a:moveTo>
                        <a:pt x="1102" y="0"/>
                      </a:moveTo>
                      <a:cubicBezTo>
                        <a:pt x="364" y="0"/>
                        <a:pt x="1" y="883"/>
                        <a:pt x="521" y="1415"/>
                      </a:cubicBezTo>
                      <a:cubicBezTo>
                        <a:pt x="688" y="1582"/>
                        <a:pt x="894" y="1657"/>
                        <a:pt x="1096" y="1657"/>
                      </a:cubicBezTo>
                      <a:cubicBezTo>
                        <a:pt x="1524" y="1657"/>
                        <a:pt x="1936" y="1323"/>
                        <a:pt x="1936" y="823"/>
                      </a:cubicBezTo>
                      <a:cubicBezTo>
                        <a:pt x="1936" y="363"/>
                        <a:pt x="1561" y="0"/>
                        <a:pt x="1102" y="0"/>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8499" name="Google Shape;8499;p36"/>
              <p:cNvGrpSpPr/>
              <p:nvPr/>
            </p:nvGrpSpPr>
            <p:grpSpPr>
              <a:xfrm>
                <a:off x="4284416" y="3887428"/>
                <a:ext cx="37783" cy="32451"/>
                <a:chOff x="4284416" y="3887428"/>
                <a:chExt cx="37783" cy="32451"/>
              </a:xfrm>
            </p:grpSpPr>
            <p:sp>
              <p:nvSpPr>
                <p:cNvPr id="8500" name="Google Shape;8500;p36"/>
                <p:cNvSpPr/>
                <p:nvPr/>
              </p:nvSpPr>
              <p:spPr>
                <a:xfrm>
                  <a:off x="4284416" y="3887428"/>
                  <a:ext cx="37783" cy="32451"/>
                </a:xfrm>
                <a:custGeom>
                  <a:rect b="b" l="l" r="r" t="t"/>
                  <a:pathLst>
                    <a:path extrusionOk="0" h="4126" w="4804">
                      <a:moveTo>
                        <a:pt x="2731" y="1"/>
                      </a:moveTo>
                      <a:cubicBezTo>
                        <a:pt x="2227" y="1"/>
                        <a:pt x="1713" y="188"/>
                        <a:pt x="1295" y="606"/>
                      </a:cubicBezTo>
                      <a:cubicBezTo>
                        <a:pt x="1" y="1900"/>
                        <a:pt x="920" y="4126"/>
                        <a:pt x="2747" y="4126"/>
                      </a:cubicBezTo>
                      <a:cubicBezTo>
                        <a:pt x="3884" y="4114"/>
                        <a:pt x="4803" y="3195"/>
                        <a:pt x="4803" y="2070"/>
                      </a:cubicBezTo>
                      <a:cubicBezTo>
                        <a:pt x="4803" y="824"/>
                        <a:pt x="3788" y="1"/>
                        <a:pt x="2731" y="1"/>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501" name="Google Shape;8501;p36"/>
                <p:cNvSpPr/>
                <p:nvPr/>
              </p:nvSpPr>
              <p:spPr>
                <a:xfrm>
                  <a:off x="4299548" y="3897039"/>
                  <a:ext cx="13040" cy="13048"/>
                </a:xfrm>
                <a:custGeom>
                  <a:rect b="b" l="l" r="r" t="t"/>
                  <a:pathLst>
                    <a:path extrusionOk="0" h="1659" w="1658">
                      <a:moveTo>
                        <a:pt x="823" y="1"/>
                      </a:moveTo>
                      <a:cubicBezTo>
                        <a:pt x="363" y="1"/>
                        <a:pt x="0" y="376"/>
                        <a:pt x="0" y="835"/>
                      </a:cubicBezTo>
                      <a:cubicBezTo>
                        <a:pt x="0" y="1295"/>
                        <a:pt x="363" y="1658"/>
                        <a:pt x="823" y="1658"/>
                      </a:cubicBezTo>
                      <a:cubicBezTo>
                        <a:pt x="1283" y="1658"/>
                        <a:pt x="1658" y="1295"/>
                        <a:pt x="1658" y="835"/>
                      </a:cubicBezTo>
                      <a:cubicBezTo>
                        <a:pt x="1658" y="376"/>
                        <a:pt x="1283" y="1"/>
                        <a:pt x="823" y="1"/>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8502" name="Google Shape;8502;p36"/>
              <p:cNvGrpSpPr/>
              <p:nvPr/>
            </p:nvGrpSpPr>
            <p:grpSpPr>
              <a:xfrm>
                <a:off x="4223721" y="3860404"/>
                <a:ext cx="37870" cy="32364"/>
                <a:chOff x="4223721" y="3860404"/>
                <a:chExt cx="37870" cy="32364"/>
              </a:xfrm>
            </p:grpSpPr>
            <p:sp>
              <p:nvSpPr>
                <p:cNvPr id="8503" name="Google Shape;8503;p36"/>
                <p:cNvSpPr/>
                <p:nvPr/>
              </p:nvSpPr>
              <p:spPr>
                <a:xfrm>
                  <a:off x="4223721" y="3860404"/>
                  <a:ext cx="37870" cy="32364"/>
                </a:xfrm>
                <a:custGeom>
                  <a:rect b="b" l="l" r="r" t="t"/>
                  <a:pathLst>
                    <a:path extrusionOk="0" h="4115" w="4815">
                      <a:moveTo>
                        <a:pt x="2735" y="1"/>
                      </a:moveTo>
                      <a:cubicBezTo>
                        <a:pt x="2228" y="1"/>
                        <a:pt x="1713" y="188"/>
                        <a:pt x="1295" y="606"/>
                      </a:cubicBezTo>
                      <a:cubicBezTo>
                        <a:pt x="0" y="1901"/>
                        <a:pt x="920" y="4114"/>
                        <a:pt x="2758" y="4114"/>
                      </a:cubicBezTo>
                      <a:cubicBezTo>
                        <a:pt x="3883" y="4114"/>
                        <a:pt x="4803" y="3195"/>
                        <a:pt x="4815" y="2058"/>
                      </a:cubicBezTo>
                      <a:cubicBezTo>
                        <a:pt x="4815" y="822"/>
                        <a:pt x="3795" y="1"/>
                        <a:pt x="2735" y="1"/>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504" name="Google Shape;8504;p36"/>
                <p:cNvSpPr/>
                <p:nvPr/>
              </p:nvSpPr>
              <p:spPr>
                <a:xfrm>
                  <a:off x="4238846" y="3870117"/>
                  <a:ext cx="13040" cy="13040"/>
                </a:xfrm>
                <a:custGeom>
                  <a:rect b="b" l="l" r="r" t="t"/>
                  <a:pathLst>
                    <a:path extrusionOk="0" h="1658" w="1658">
                      <a:moveTo>
                        <a:pt x="835" y="0"/>
                      </a:moveTo>
                      <a:cubicBezTo>
                        <a:pt x="376" y="0"/>
                        <a:pt x="1" y="363"/>
                        <a:pt x="1" y="823"/>
                      </a:cubicBezTo>
                      <a:cubicBezTo>
                        <a:pt x="1" y="1283"/>
                        <a:pt x="376" y="1658"/>
                        <a:pt x="835" y="1658"/>
                      </a:cubicBezTo>
                      <a:cubicBezTo>
                        <a:pt x="1283" y="1658"/>
                        <a:pt x="1658" y="1283"/>
                        <a:pt x="1658" y="823"/>
                      </a:cubicBezTo>
                      <a:cubicBezTo>
                        <a:pt x="1658" y="363"/>
                        <a:pt x="1283" y="0"/>
                        <a:pt x="835" y="0"/>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8505" name="Google Shape;8505;p36"/>
              <p:cNvGrpSpPr/>
              <p:nvPr/>
            </p:nvGrpSpPr>
            <p:grpSpPr>
              <a:xfrm>
                <a:off x="4104889" y="3699242"/>
                <a:ext cx="37776" cy="32357"/>
                <a:chOff x="4104889" y="3699242"/>
                <a:chExt cx="37776" cy="32357"/>
              </a:xfrm>
            </p:grpSpPr>
            <p:sp>
              <p:nvSpPr>
                <p:cNvPr id="8506" name="Google Shape;8506;p36"/>
                <p:cNvSpPr/>
                <p:nvPr/>
              </p:nvSpPr>
              <p:spPr>
                <a:xfrm>
                  <a:off x="4104889" y="3699242"/>
                  <a:ext cx="37776" cy="32357"/>
                </a:xfrm>
                <a:custGeom>
                  <a:rect b="b" l="l" r="r" t="t"/>
                  <a:pathLst>
                    <a:path extrusionOk="0" h="4114" w="4803">
                      <a:moveTo>
                        <a:pt x="2730" y="0"/>
                      </a:moveTo>
                      <a:cubicBezTo>
                        <a:pt x="2226" y="0"/>
                        <a:pt x="1712" y="188"/>
                        <a:pt x="1295" y="605"/>
                      </a:cubicBezTo>
                      <a:cubicBezTo>
                        <a:pt x="0" y="1900"/>
                        <a:pt x="920" y="4114"/>
                        <a:pt x="2746" y="4114"/>
                      </a:cubicBezTo>
                      <a:cubicBezTo>
                        <a:pt x="3883" y="4114"/>
                        <a:pt x="4803" y="3194"/>
                        <a:pt x="4803" y="2069"/>
                      </a:cubicBezTo>
                      <a:cubicBezTo>
                        <a:pt x="4803" y="824"/>
                        <a:pt x="3788" y="0"/>
                        <a:pt x="2730" y="0"/>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507" name="Google Shape;8507;p36"/>
                <p:cNvSpPr/>
                <p:nvPr/>
              </p:nvSpPr>
              <p:spPr>
                <a:xfrm>
                  <a:off x="4120013" y="3708948"/>
                  <a:ext cx="13040" cy="13040"/>
                </a:xfrm>
                <a:custGeom>
                  <a:rect b="b" l="l" r="r" t="t"/>
                  <a:pathLst>
                    <a:path extrusionOk="0" h="1658" w="1658">
                      <a:moveTo>
                        <a:pt x="823" y="0"/>
                      </a:moveTo>
                      <a:cubicBezTo>
                        <a:pt x="376" y="0"/>
                        <a:pt x="1" y="375"/>
                        <a:pt x="1" y="823"/>
                      </a:cubicBezTo>
                      <a:cubicBezTo>
                        <a:pt x="1" y="1283"/>
                        <a:pt x="376" y="1658"/>
                        <a:pt x="823" y="1658"/>
                      </a:cubicBezTo>
                      <a:cubicBezTo>
                        <a:pt x="1283" y="1658"/>
                        <a:pt x="1658" y="1283"/>
                        <a:pt x="1658" y="823"/>
                      </a:cubicBezTo>
                      <a:cubicBezTo>
                        <a:pt x="1658" y="375"/>
                        <a:pt x="1283" y="0"/>
                        <a:pt x="823" y="0"/>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8508" name="Google Shape;8508;p36"/>
              <p:cNvGrpSpPr/>
              <p:nvPr/>
            </p:nvGrpSpPr>
            <p:grpSpPr>
              <a:xfrm>
                <a:off x="4143608" y="3475121"/>
                <a:ext cx="37878" cy="32420"/>
                <a:chOff x="4143608" y="3475121"/>
                <a:chExt cx="37878" cy="32420"/>
              </a:xfrm>
            </p:grpSpPr>
            <p:sp>
              <p:nvSpPr>
                <p:cNvPr id="8509" name="Google Shape;8509;p36"/>
                <p:cNvSpPr/>
                <p:nvPr/>
              </p:nvSpPr>
              <p:spPr>
                <a:xfrm>
                  <a:off x="4143608" y="3475121"/>
                  <a:ext cx="37878" cy="32420"/>
                </a:xfrm>
                <a:custGeom>
                  <a:rect b="b" l="l" r="r" t="t"/>
                  <a:pathLst>
                    <a:path extrusionOk="0" h="4122" w="4816">
                      <a:moveTo>
                        <a:pt x="2750" y="0"/>
                      </a:moveTo>
                      <a:cubicBezTo>
                        <a:pt x="2244" y="0"/>
                        <a:pt x="1727" y="190"/>
                        <a:pt x="1307" y="614"/>
                      </a:cubicBezTo>
                      <a:cubicBezTo>
                        <a:pt x="1" y="1908"/>
                        <a:pt x="920" y="4122"/>
                        <a:pt x="2759" y="4122"/>
                      </a:cubicBezTo>
                      <a:cubicBezTo>
                        <a:pt x="3896" y="4122"/>
                        <a:pt x="4815" y="3202"/>
                        <a:pt x="4815" y="2065"/>
                      </a:cubicBezTo>
                      <a:cubicBezTo>
                        <a:pt x="4815" y="823"/>
                        <a:pt x="3805" y="0"/>
                        <a:pt x="2750" y="0"/>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510" name="Google Shape;8510;p36"/>
                <p:cNvSpPr/>
                <p:nvPr/>
              </p:nvSpPr>
              <p:spPr>
                <a:xfrm>
                  <a:off x="4158741" y="3484795"/>
                  <a:ext cx="13040" cy="13040"/>
                </a:xfrm>
                <a:custGeom>
                  <a:rect b="b" l="l" r="r" t="t"/>
                  <a:pathLst>
                    <a:path extrusionOk="0" h="1658" w="1658">
                      <a:moveTo>
                        <a:pt x="835" y="1"/>
                      </a:moveTo>
                      <a:cubicBezTo>
                        <a:pt x="375" y="1"/>
                        <a:pt x="0" y="376"/>
                        <a:pt x="0" y="835"/>
                      </a:cubicBezTo>
                      <a:cubicBezTo>
                        <a:pt x="0" y="1295"/>
                        <a:pt x="375" y="1658"/>
                        <a:pt x="835" y="1658"/>
                      </a:cubicBezTo>
                      <a:cubicBezTo>
                        <a:pt x="1294" y="1658"/>
                        <a:pt x="1657" y="1295"/>
                        <a:pt x="1657" y="835"/>
                      </a:cubicBezTo>
                      <a:cubicBezTo>
                        <a:pt x="1657" y="376"/>
                        <a:pt x="1294" y="1"/>
                        <a:pt x="835" y="1"/>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8511" name="Google Shape;8511;p36"/>
              <p:cNvGrpSpPr/>
              <p:nvPr/>
            </p:nvGrpSpPr>
            <p:grpSpPr>
              <a:xfrm>
                <a:off x="4217248" y="3570893"/>
                <a:ext cx="37776" cy="32364"/>
                <a:chOff x="4217248" y="3570893"/>
                <a:chExt cx="37776" cy="32364"/>
              </a:xfrm>
            </p:grpSpPr>
            <p:sp>
              <p:nvSpPr>
                <p:cNvPr id="8512" name="Google Shape;8512;p36"/>
                <p:cNvSpPr/>
                <p:nvPr/>
              </p:nvSpPr>
              <p:spPr>
                <a:xfrm>
                  <a:off x="4217248" y="3570893"/>
                  <a:ext cx="37776" cy="32364"/>
                </a:xfrm>
                <a:custGeom>
                  <a:rect b="b" l="l" r="r" t="t"/>
                  <a:pathLst>
                    <a:path extrusionOk="0" h="4115" w="4803">
                      <a:moveTo>
                        <a:pt x="2732" y="1"/>
                      </a:moveTo>
                      <a:cubicBezTo>
                        <a:pt x="2228" y="1"/>
                        <a:pt x="1713" y="188"/>
                        <a:pt x="1295" y="606"/>
                      </a:cubicBezTo>
                      <a:cubicBezTo>
                        <a:pt x="1" y="1900"/>
                        <a:pt x="920" y="4114"/>
                        <a:pt x="2759" y="4114"/>
                      </a:cubicBezTo>
                      <a:cubicBezTo>
                        <a:pt x="3884" y="4114"/>
                        <a:pt x="4803" y="3195"/>
                        <a:pt x="4803" y="2058"/>
                      </a:cubicBezTo>
                      <a:cubicBezTo>
                        <a:pt x="4803" y="821"/>
                        <a:pt x="3789" y="1"/>
                        <a:pt x="2732" y="1"/>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513" name="Google Shape;8513;p36"/>
                <p:cNvSpPr/>
                <p:nvPr/>
              </p:nvSpPr>
              <p:spPr>
                <a:xfrm>
                  <a:off x="4232373" y="3580599"/>
                  <a:ext cx="13048" cy="13048"/>
                </a:xfrm>
                <a:custGeom>
                  <a:rect b="b" l="l" r="r" t="t"/>
                  <a:pathLst>
                    <a:path extrusionOk="0" h="1659" w="1659">
                      <a:moveTo>
                        <a:pt x="824" y="1"/>
                      </a:moveTo>
                      <a:cubicBezTo>
                        <a:pt x="364" y="1"/>
                        <a:pt x="1" y="376"/>
                        <a:pt x="1" y="824"/>
                      </a:cubicBezTo>
                      <a:cubicBezTo>
                        <a:pt x="1" y="1283"/>
                        <a:pt x="364" y="1658"/>
                        <a:pt x="824" y="1658"/>
                      </a:cubicBezTo>
                      <a:cubicBezTo>
                        <a:pt x="1283" y="1658"/>
                        <a:pt x="1658" y="1283"/>
                        <a:pt x="1658" y="824"/>
                      </a:cubicBezTo>
                      <a:cubicBezTo>
                        <a:pt x="1658" y="376"/>
                        <a:pt x="1283" y="1"/>
                        <a:pt x="824" y="1"/>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8514" name="Google Shape;8514;p36"/>
              <p:cNvGrpSpPr/>
              <p:nvPr/>
            </p:nvGrpSpPr>
            <p:grpSpPr>
              <a:xfrm>
                <a:off x="4255307" y="3431612"/>
                <a:ext cx="37776" cy="32451"/>
                <a:chOff x="4255307" y="3431612"/>
                <a:chExt cx="37776" cy="32451"/>
              </a:xfrm>
            </p:grpSpPr>
            <p:sp>
              <p:nvSpPr>
                <p:cNvPr id="8515" name="Google Shape;8515;p36"/>
                <p:cNvSpPr/>
                <p:nvPr/>
              </p:nvSpPr>
              <p:spPr>
                <a:xfrm>
                  <a:off x="4255307" y="3431612"/>
                  <a:ext cx="37776" cy="32451"/>
                </a:xfrm>
                <a:custGeom>
                  <a:rect b="b" l="l" r="r" t="t"/>
                  <a:pathLst>
                    <a:path extrusionOk="0" h="4126" w="4803">
                      <a:moveTo>
                        <a:pt x="2730" y="0"/>
                      </a:moveTo>
                      <a:cubicBezTo>
                        <a:pt x="2226" y="0"/>
                        <a:pt x="1712" y="187"/>
                        <a:pt x="1295" y="605"/>
                      </a:cubicBezTo>
                      <a:cubicBezTo>
                        <a:pt x="0" y="1912"/>
                        <a:pt x="920" y="4125"/>
                        <a:pt x="2758" y="4125"/>
                      </a:cubicBezTo>
                      <a:cubicBezTo>
                        <a:pt x="3883" y="4113"/>
                        <a:pt x="4803" y="3194"/>
                        <a:pt x="4803" y="2069"/>
                      </a:cubicBezTo>
                      <a:cubicBezTo>
                        <a:pt x="4803" y="824"/>
                        <a:pt x="3788" y="0"/>
                        <a:pt x="2730" y="0"/>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516" name="Google Shape;8516;p36"/>
                <p:cNvSpPr/>
                <p:nvPr/>
              </p:nvSpPr>
              <p:spPr>
                <a:xfrm>
                  <a:off x="4270432" y="3441317"/>
                  <a:ext cx="13040" cy="13040"/>
                </a:xfrm>
                <a:custGeom>
                  <a:rect b="b" l="l" r="r" t="t"/>
                  <a:pathLst>
                    <a:path extrusionOk="0" h="1658" w="1658">
                      <a:moveTo>
                        <a:pt x="835" y="0"/>
                      </a:moveTo>
                      <a:cubicBezTo>
                        <a:pt x="376" y="0"/>
                        <a:pt x="1" y="375"/>
                        <a:pt x="1" y="835"/>
                      </a:cubicBezTo>
                      <a:cubicBezTo>
                        <a:pt x="1" y="1295"/>
                        <a:pt x="376" y="1658"/>
                        <a:pt x="835" y="1658"/>
                      </a:cubicBezTo>
                      <a:cubicBezTo>
                        <a:pt x="1295" y="1658"/>
                        <a:pt x="1658" y="1295"/>
                        <a:pt x="1658" y="835"/>
                      </a:cubicBezTo>
                      <a:cubicBezTo>
                        <a:pt x="1658" y="375"/>
                        <a:pt x="1295" y="0"/>
                        <a:pt x="835" y="0"/>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8517" name="Google Shape;8517;p36"/>
              <p:cNvGrpSpPr/>
              <p:nvPr/>
            </p:nvGrpSpPr>
            <p:grpSpPr>
              <a:xfrm>
                <a:off x="3853052" y="3577398"/>
                <a:ext cx="37776" cy="32420"/>
                <a:chOff x="3853052" y="3577398"/>
                <a:chExt cx="37776" cy="32420"/>
              </a:xfrm>
            </p:grpSpPr>
            <p:sp>
              <p:nvSpPr>
                <p:cNvPr id="8518" name="Google Shape;8518;p36"/>
                <p:cNvSpPr/>
                <p:nvPr/>
              </p:nvSpPr>
              <p:spPr>
                <a:xfrm>
                  <a:off x="3853052" y="3577398"/>
                  <a:ext cx="37776" cy="32420"/>
                </a:xfrm>
                <a:custGeom>
                  <a:rect b="b" l="l" r="r" t="t"/>
                  <a:pathLst>
                    <a:path extrusionOk="0" h="4122" w="4803">
                      <a:moveTo>
                        <a:pt x="2737" y="0"/>
                      </a:moveTo>
                      <a:cubicBezTo>
                        <a:pt x="2231" y="0"/>
                        <a:pt x="1714" y="190"/>
                        <a:pt x="1294" y="614"/>
                      </a:cubicBezTo>
                      <a:cubicBezTo>
                        <a:pt x="0" y="1908"/>
                        <a:pt x="919" y="4122"/>
                        <a:pt x="2746" y="4122"/>
                      </a:cubicBezTo>
                      <a:cubicBezTo>
                        <a:pt x="3883" y="4122"/>
                        <a:pt x="4803" y="3202"/>
                        <a:pt x="4803" y="2065"/>
                      </a:cubicBezTo>
                      <a:cubicBezTo>
                        <a:pt x="4803" y="823"/>
                        <a:pt x="3792" y="0"/>
                        <a:pt x="2737" y="0"/>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519" name="Google Shape;8519;p36"/>
                <p:cNvSpPr/>
                <p:nvPr/>
              </p:nvSpPr>
              <p:spPr>
                <a:xfrm>
                  <a:off x="3868176" y="3587072"/>
                  <a:ext cx="13040" cy="13040"/>
                </a:xfrm>
                <a:custGeom>
                  <a:rect b="b" l="l" r="r" t="t"/>
                  <a:pathLst>
                    <a:path extrusionOk="0" h="1658" w="1658">
                      <a:moveTo>
                        <a:pt x="823" y="1"/>
                      </a:moveTo>
                      <a:cubicBezTo>
                        <a:pt x="363" y="1"/>
                        <a:pt x="1" y="376"/>
                        <a:pt x="1" y="835"/>
                      </a:cubicBezTo>
                      <a:cubicBezTo>
                        <a:pt x="1" y="1295"/>
                        <a:pt x="363" y="1658"/>
                        <a:pt x="823" y="1658"/>
                      </a:cubicBezTo>
                      <a:cubicBezTo>
                        <a:pt x="1283" y="1658"/>
                        <a:pt x="1658" y="1295"/>
                        <a:pt x="1658" y="835"/>
                      </a:cubicBezTo>
                      <a:cubicBezTo>
                        <a:pt x="1658" y="376"/>
                        <a:pt x="1283" y="1"/>
                        <a:pt x="823" y="1"/>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8520" name="Google Shape;8520;p36"/>
              <p:cNvGrpSpPr/>
              <p:nvPr/>
            </p:nvGrpSpPr>
            <p:grpSpPr>
              <a:xfrm>
                <a:off x="4039908" y="3412107"/>
                <a:ext cx="37776" cy="32357"/>
                <a:chOff x="4039908" y="3412107"/>
                <a:chExt cx="37776" cy="32357"/>
              </a:xfrm>
            </p:grpSpPr>
            <p:sp>
              <p:nvSpPr>
                <p:cNvPr id="8521" name="Google Shape;8521;p36"/>
                <p:cNvSpPr/>
                <p:nvPr/>
              </p:nvSpPr>
              <p:spPr>
                <a:xfrm>
                  <a:off x="4039908" y="3412107"/>
                  <a:ext cx="37776" cy="32357"/>
                </a:xfrm>
                <a:custGeom>
                  <a:rect b="b" l="l" r="r" t="t"/>
                  <a:pathLst>
                    <a:path extrusionOk="0" h="4114" w="4803">
                      <a:moveTo>
                        <a:pt x="2732" y="0"/>
                      </a:moveTo>
                      <a:cubicBezTo>
                        <a:pt x="2227" y="0"/>
                        <a:pt x="1713" y="187"/>
                        <a:pt x="1295" y="605"/>
                      </a:cubicBezTo>
                      <a:cubicBezTo>
                        <a:pt x="0" y="1900"/>
                        <a:pt x="920" y="4114"/>
                        <a:pt x="2746" y="4114"/>
                      </a:cubicBezTo>
                      <a:cubicBezTo>
                        <a:pt x="3883" y="4114"/>
                        <a:pt x="4803" y="3194"/>
                        <a:pt x="4803" y="2057"/>
                      </a:cubicBezTo>
                      <a:cubicBezTo>
                        <a:pt x="4803" y="821"/>
                        <a:pt x="3789" y="0"/>
                        <a:pt x="2732" y="0"/>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522" name="Google Shape;8522;p36"/>
                <p:cNvSpPr/>
                <p:nvPr/>
              </p:nvSpPr>
              <p:spPr>
                <a:xfrm>
                  <a:off x="4055033" y="3421812"/>
                  <a:ext cx="13040" cy="13040"/>
                </a:xfrm>
                <a:custGeom>
                  <a:rect b="b" l="l" r="r" t="t"/>
                  <a:pathLst>
                    <a:path extrusionOk="0" h="1658" w="1658">
                      <a:moveTo>
                        <a:pt x="823" y="1"/>
                      </a:moveTo>
                      <a:cubicBezTo>
                        <a:pt x="363" y="1"/>
                        <a:pt x="1" y="363"/>
                        <a:pt x="1" y="823"/>
                      </a:cubicBezTo>
                      <a:cubicBezTo>
                        <a:pt x="1" y="1283"/>
                        <a:pt x="363" y="1658"/>
                        <a:pt x="823" y="1658"/>
                      </a:cubicBezTo>
                      <a:cubicBezTo>
                        <a:pt x="1283" y="1658"/>
                        <a:pt x="1658" y="1283"/>
                        <a:pt x="1658" y="823"/>
                      </a:cubicBezTo>
                      <a:cubicBezTo>
                        <a:pt x="1658" y="363"/>
                        <a:pt x="1283" y="1"/>
                        <a:pt x="823" y="1"/>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8523" name="Google Shape;8523;p36"/>
              <p:cNvGrpSpPr/>
              <p:nvPr/>
            </p:nvGrpSpPr>
            <p:grpSpPr>
              <a:xfrm>
                <a:off x="4017360" y="3342061"/>
                <a:ext cx="37870" cy="32380"/>
                <a:chOff x="4017360" y="3342061"/>
                <a:chExt cx="37870" cy="32380"/>
              </a:xfrm>
            </p:grpSpPr>
            <p:sp>
              <p:nvSpPr>
                <p:cNvPr id="8524" name="Google Shape;8524;p36"/>
                <p:cNvSpPr/>
                <p:nvPr/>
              </p:nvSpPr>
              <p:spPr>
                <a:xfrm>
                  <a:off x="4017360" y="3342061"/>
                  <a:ext cx="37870" cy="32380"/>
                </a:xfrm>
                <a:custGeom>
                  <a:rect b="b" l="l" r="r" t="t"/>
                  <a:pathLst>
                    <a:path extrusionOk="0" h="4117" w="4815">
                      <a:moveTo>
                        <a:pt x="2749" y="0"/>
                      </a:moveTo>
                      <a:cubicBezTo>
                        <a:pt x="2243" y="0"/>
                        <a:pt x="1726" y="189"/>
                        <a:pt x="1307" y="608"/>
                      </a:cubicBezTo>
                      <a:cubicBezTo>
                        <a:pt x="0" y="1903"/>
                        <a:pt x="920" y="4116"/>
                        <a:pt x="2758" y="4116"/>
                      </a:cubicBezTo>
                      <a:cubicBezTo>
                        <a:pt x="3895" y="4116"/>
                        <a:pt x="4815" y="3197"/>
                        <a:pt x="4815" y="2060"/>
                      </a:cubicBezTo>
                      <a:cubicBezTo>
                        <a:pt x="4815" y="817"/>
                        <a:pt x="3804" y="0"/>
                        <a:pt x="2749" y="0"/>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525" name="Google Shape;8525;p36"/>
                <p:cNvSpPr/>
                <p:nvPr/>
              </p:nvSpPr>
              <p:spPr>
                <a:xfrm>
                  <a:off x="4032484" y="3351790"/>
                  <a:ext cx="13040" cy="13040"/>
                </a:xfrm>
                <a:custGeom>
                  <a:rect b="b" l="l" r="r" t="t"/>
                  <a:pathLst>
                    <a:path extrusionOk="0" h="1658" w="1658">
                      <a:moveTo>
                        <a:pt x="835" y="0"/>
                      </a:moveTo>
                      <a:cubicBezTo>
                        <a:pt x="376" y="0"/>
                        <a:pt x="1" y="363"/>
                        <a:pt x="1" y="823"/>
                      </a:cubicBezTo>
                      <a:cubicBezTo>
                        <a:pt x="1" y="1283"/>
                        <a:pt x="376" y="1658"/>
                        <a:pt x="835" y="1658"/>
                      </a:cubicBezTo>
                      <a:cubicBezTo>
                        <a:pt x="1295" y="1658"/>
                        <a:pt x="1658" y="1283"/>
                        <a:pt x="1658" y="823"/>
                      </a:cubicBezTo>
                      <a:cubicBezTo>
                        <a:pt x="1658" y="363"/>
                        <a:pt x="1295" y="0"/>
                        <a:pt x="835" y="0"/>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8526" name="Google Shape;8526;p36"/>
              <p:cNvSpPr/>
              <p:nvPr/>
            </p:nvSpPr>
            <p:spPr>
              <a:xfrm>
                <a:off x="3998712" y="3520180"/>
                <a:ext cx="47764" cy="40929"/>
              </a:xfrm>
              <a:custGeom>
                <a:rect b="b" l="l" r="r" t="t"/>
                <a:pathLst>
                  <a:path extrusionOk="0" h="5204" w="6073">
                    <a:moveTo>
                      <a:pt x="3457" y="0"/>
                    </a:moveTo>
                    <a:cubicBezTo>
                      <a:pt x="2821" y="0"/>
                      <a:pt x="2173" y="236"/>
                      <a:pt x="1645" y="764"/>
                    </a:cubicBezTo>
                    <a:cubicBezTo>
                      <a:pt x="0" y="2397"/>
                      <a:pt x="1162" y="5191"/>
                      <a:pt x="3472" y="5203"/>
                    </a:cubicBezTo>
                    <a:cubicBezTo>
                      <a:pt x="4899" y="5191"/>
                      <a:pt x="6061" y="4030"/>
                      <a:pt x="6073" y="2602"/>
                    </a:cubicBezTo>
                    <a:cubicBezTo>
                      <a:pt x="6073" y="1038"/>
                      <a:pt x="4792" y="0"/>
                      <a:pt x="3457" y="0"/>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527" name="Google Shape;8527;p36"/>
              <p:cNvSpPr/>
              <p:nvPr/>
            </p:nvSpPr>
            <p:spPr>
              <a:xfrm>
                <a:off x="4011744" y="3529893"/>
                <a:ext cx="25026" cy="21448"/>
              </a:xfrm>
              <a:custGeom>
                <a:rect b="b" l="l" r="r" t="t"/>
                <a:pathLst>
                  <a:path extrusionOk="0" h="2727" w="3182">
                    <a:moveTo>
                      <a:pt x="1815" y="0"/>
                    </a:moveTo>
                    <a:cubicBezTo>
                      <a:pt x="605" y="0"/>
                      <a:pt x="1" y="1464"/>
                      <a:pt x="847" y="2323"/>
                    </a:cubicBezTo>
                    <a:cubicBezTo>
                      <a:pt x="1126" y="2601"/>
                      <a:pt x="1468" y="2726"/>
                      <a:pt x="1803" y="2726"/>
                    </a:cubicBezTo>
                    <a:cubicBezTo>
                      <a:pt x="2503" y="2726"/>
                      <a:pt x="3174" y="2185"/>
                      <a:pt x="3182" y="1367"/>
                    </a:cubicBezTo>
                    <a:cubicBezTo>
                      <a:pt x="3182" y="605"/>
                      <a:pt x="2565" y="0"/>
                      <a:pt x="1815" y="0"/>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nvGrpSpPr>
              <p:cNvPr id="8528" name="Google Shape;8528;p36"/>
              <p:cNvGrpSpPr/>
              <p:nvPr/>
            </p:nvGrpSpPr>
            <p:grpSpPr>
              <a:xfrm>
                <a:off x="3750870" y="3418650"/>
                <a:ext cx="37776" cy="32380"/>
                <a:chOff x="3750870" y="3418650"/>
                <a:chExt cx="37776" cy="32380"/>
              </a:xfrm>
            </p:grpSpPr>
            <p:sp>
              <p:nvSpPr>
                <p:cNvPr id="8529" name="Google Shape;8529;p36"/>
                <p:cNvSpPr/>
                <p:nvPr/>
              </p:nvSpPr>
              <p:spPr>
                <a:xfrm>
                  <a:off x="3750870" y="3418650"/>
                  <a:ext cx="37776" cy="32380"/>
                </a:xfrm>
                <a:custGeom>
                  <a:rect b="b" l="l" r="r" t="t"/>
                  <a:pathLst>
                    <a:path extrusionOk="0" h="4117" w="4803">
                      <a:moveTo>
                        <a:pt x="2737" y="0"/>
                      </a:moveTo>
                      <a:cubicBezTo>
                        <a:pt x="2231" y="0"/>
                        <a:pt x="1714" y="188"/>
                        <a:pt x="1295" y="608"/>
                      </a:cubicBezTo>
                      <a:cubicBezTo>
                        <a:pt x="0" y="1903"/>
                        <a:pt x="920" y="4116"/>
                        <a:pt x="2746" y="4116"/>
                      </a:cubicBezTo>
                      <a:cubicBezTo>
                        <a:pt x="3883" y="4104"/>
                        <a:pt x="4803" y="3185"/>
                        <a:pt x="4803" y="2060"/>
                      </a:cubicBezTo>
                      <a:cubicBezTo>
                        <a:pt x="4803" y="817"/>
                        <a:pt x="3792" y="0"/>
                        <a:pt x="2737" y="0"/>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530" name="Google Shape;8530;p36"/>
                <p:cNvSpPr/>
                <p:nvPr/>
              </p:nvSpPr>
              <p:spPr>
                <a:xfrm>
                  <a:off x="3765994" y="3428285"/>
                  <a:ext cx="13040" cy="13040"/>
                </a:xfrm>
                <a:custGeom>
                  <a:rect b="b" l="l" r="r" t="t"/>
                  <a:pathLst>
                    <a:path extrusionOk="0" h="1658" w="1658">
                      <a:moveTo>
                        <a:pt x="823" y="0"/>
                      </a:moveTo>
                      <a:cubicBezTo>
                        <a:pt x="363" y="0"/>
                        <a:pt x="1" y="375"/>
                        <a:pt x="1" y="835"/>
                      </a:cubicBezTo>
                      <a:cubicBezTo>
                        <a:pt x="1" y="1294"/>
                        <a:pt x="363" y="1657"/>
                        <a:pt x="823" y="1657"/>
                      </a:cubicBezTo>
                      <a:cubicBezTo>
                        <a:pt x="1283" y="1657"/>
                        <a:pt x="1658" y="1294"/>
                        <a:pt x="1658" y="835"/>
                      </a:cubicBezTo>
                      <a:cubicBezTo>
                        <a:pt x="1658" y="375"/>
                        <a:pt x="1283" y="0"/>
                        <a:pt x="823" y="0"/>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8531" name="Google Shape;8531;p36"/>
              <p:cNvGrpSpPr/>
              <p:nvPr/>
            </p:nvGrpSpPr>
            <p:grpSpPr>
              <a:xfrm>
                <a:off x="3632509" y="3274438"/>
                <a:ext cx="37783" cy="32357"/>
                <a:chOff x="3632509" y="3274438"/>
                <a:chExt cx="37783" cy="32357"/>
              </a:xfrm>
            </p:grpSpPr>
            <p:sp>
              <p:nvSpPr>
                <p:cNvPr id="8532" name="Google Shape;8532;p36"/>
                <p:cNvSpPr/>
                <p:nvPr/>
              </p:nvSpPr>
              <p:spPr>
                <a:xfrm>
                  <a:off x="3632509" y="3274438"/>
                  <a:ext cx="37783" cy="32357"/>
                </a:xfrm>
                <a:custGeom>
                  <a:rect b="b" l="l" r="r" t="t"/>
                  <a:pathLst>
                    <a:path extrusionOk="0" h="4114" w="4804">
                      <a:moveTo>
                        <a:pt x="2732" y="0"/>
                      </a:moveTo>
                      <a:cubicBezTo>
                        <a:pt x="2228" y="0"/>
                        <a:pt x="1713" y="187"/>
                        <a:pt x="1295" y="605"/>
                      </a:cubicBezTo>
                      <a:cubicBezTo>
                        <a:pt x="1" y="1900"/>
                        <a:pt x="908" y="4114"/>
                        <a:pt x="2747" y="4114"/>
                      </a:cubicBezTo>
                      <a:cubicBezTo>
                        <a:pt x="3872" y="4114"/>
                        <a:pt x="4791" y="3194"/>
                        <a:pt x="4803" y="2057"/>
                      </a:cubicBezTo>
                      <a:cubicBezTo>
                        <a:pt x="4803" y="821"/>
                        <a:pt x="3789" y="0"/>
                        <a:pt x="2732" y="0"/>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533" name="Google Shape;8533;p36"/>
                <p:cNvSpPr/>
                <p:nvPr/>
              </p:nvSpPr>
              <p:spPr>
                <a:xfrm>
                  <a:off x="3647547" y="3284049"/>
                  <a:ext cx="13040" cy="13040"/>
                </a:xfrm>
                <a:custGeom>
                  <a:rect b="b" l="l" r="r" t="t"/>
                  <a:pathLst>
                    <a:path extrusionOk="0" h="1658" w="1658">
                      <a:moveTo>
                        <a:pt x="835" y="0"/>
                      </a:moveTo>
                      <a:cubicBezTo>
                        <a:pt x="375" y="0"/>
                        <a:pt x="0" y="375"/>
                        <a:pt x="0" y="835"/>
                      </a:cubicBezTo>
                      <a:cubicBezTo>
                        <a:pt x="0" y="1295"/>
                        <a:pt x="375" y="1658"/>
                        <a:pt x="835" y="1658"/>
                      </a:cubicBezTo>
                      <a:cubicBezTo>
                        <a:pt x="1282" y="1658"/>
                        <a:pt x="1657" y="1295"/>
                        <a:pt x="1657" y="835"/>
                      </a:cubicBezTo>
                      <a:cubicBezTo>
                        <a:pt x="1657" y="375"/>
                        <a:pt x="1282" y="0"/>
                        <a:pt x="835" y="0"/>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8534" name="Google Shape;8534;p36"/>
              <p:cNvGrpSpPr/>
              <p:nvPr/>
            </p:nvGrpSpPr>
            <p:grpSpPr>
              <a:xfrm>
                <a:off x="3906424" y="3297561"/>
                <a:ext cx="37776" cy="32451"/>
                <a:chOff x="3906424" y="3297561"/>
                <a:chExt cx="37776" cy="32451"/>
              </a:xfrm>
            </p:grpSpPr>
            <p:sp>
              <p:nvSpPr>
                <p:cNvPr id="8535" name="Google Shape;8535;p36"/>
                <p:cNvSpPr/>
                <p:nvPr/>
              </p:nvSpPr>
              <p:spPr>
                <a:xfrm>
                  <a:off x="3906424" y="3297561"/>
                  <a:ext cx="37776" cy="32451"/>
                </a:xfrm>
                <a:custGeom>
                  <a:rect b="b" l="l" r="r" t="t"/>
                  <a:pathLst>
                    <a:path extrusionOk="0" h="4126" w="4803">
                      <a:moveTo>
                        <a:pt x="2730" y="0"/>
                      </a:moveTo>
                      <a:cubicBezTo>
                        <a:pt x="2226" y="0"/>
                        <a:pt x="1713" y="187"/>
                        <a:pt x="1295" y="605"/>
                      </a:cubicBezTo>
                      <a:cubicBezTo>
                        <a:pt x="0" y="1899"/>
                        <a:pt x="920" y="4125"/>
                        <a:pt x="2746" y="4125"/>
                      </a:cubicBezTo>
                      <a:cubicBezTo>
                        <a:pt x="3883" y="4113"/>
                        <a:pt x="4803" y="3194"/>
                        <a:pt x="4803" y="2069"/>
                      </a:cubicBezTo>
                      <a:cubicBezTo>
                        <a:pt x="4803" y="824"/>
                        <a:pt x="3788" y="0"/>
                        <a:pt x="2730" y="0"/>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536" name="Google Shape;8536;p36"/>
                <p:cNvSpPr/>
                <p:nvPr/>
              </p:nvSpPr>
              <p:spPr>
                <a:xfrm>
                  <a:off x="3921548" y="3307361"/>
                  <a:ext cx="13048" cy="13040"/>
                </a:xfrm>
                <a:custGeom>
                  <a:rect b="b" l="l" r="r" t="t"/>
                  <a:pathLst>
                    <a:path extrusionOk="0" h="1658" w="1659">
                      <a:moveTo>
                        <a:pt x="823" y="0"/>
                      </a:moveTo>
                      <a:cubicBezTo>
                        <a:pt x="364" y="0"/>
                        <a:pt x="1" y="363"/>
                        <a:pt x="1" y="823"/>
                      </a:cubicBezTo>
                      <a:cubicBezTo>
                        <a:pt x="1" y="1282"/>
                        <a:pt x="364" y="1657"/>
                        <a:pt x="823" y="1657"/>
                      </a:cubicBezTo>
                      <a:cubicBezTo>
                        <a:pt x="1283" y="1657"/>
                        <a:pt x="1658" y="1282"/>
                        <a:pt x="1658" y="823"/>
                      </a:cubicBezTo>
                      <a:cubicBezTo>
                        <a:pt x="1658" y="363"/>
                        <a:pt x="1283" y="0"/>
                        <a:pt x="823" y="0"/>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8537" name="Google Shape;8537;p36"/>
              <p:cNvGrpSpPr/>
              <p:nvPr/>
            </p:nvGrpSpPr>
            <p:grpSpPr>
              <a:xfrm>
                <a:off x="3866084" y="3412107"/>
                <a:ext cx="37776" cy="32357"/>
                <a:chOff x="3866084" y="3412107"/>
                <a:chExt cx="37776" cy="32357"/>
              </a:xfrm>
            </p:grpSpPr>
            <p:sp>
              <p:nvSpPr>
                <p:cNvPr id="8538" name="Google Shape;8538;p36"/>
                <p:cNvSpPr/>
                <p:nvPr/>
              </p:nvSpPr>
              <p:spPr>
                <a:xfrm>
                  <a:off x="3866084" y="3412107"/>
                  <a:ext cx="37776" cy="32357"/>
                </a:xfrm>
                <a:custGeom>
                  <a:rect b="b" l="l" r="r" t="t"/>
                  <a:pathLst>
                    <a:path extrusionOk="0" h="4114" w="4803">
                      <a:moveTo>
                        <a:pt x="2732" y="0"/>
                      </a:moveTo>
                      <a:cubicBezTo>
                        <a:pt x="2227" y="0"/>
                        <a:pt x="1713" y="187"/>
                        <a:pt x="1295" y="605"/>
                      </a:cubicBezTo>
                      <a:cubicBezTo>
                        <a:pt x="0" y="1900"/>
                        <a:pt x="920" y="4114"/>
                        <a:pt x="2746" y="4114"/>
                      </a:cubicBezTo>
                      <a:cubicBezTo>
                        <a:pt x="3883" y="4114"/>
                        <a:pt x="4803" y="3194"/>
                        <a:pt x="4803" y="2057"/>
                      </a:cubicBezTo>
                      <a:cubicBezTo>
                        <a:pt x="4803" y="821"/>
                        <a:pt x="3789" y="0"/>
                        <a:pt x="2732" y="0"/>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539" name="Google Shape;8539;p36"/>
                <p:cNvSpPr/>
                <p:nvPr/>
              </p:nvSpPr>
              <p:spPr>
                <a:xfrm>
                  <a:off x="3881208" y="3421812"/>
                  <a:ext cx="13048" cy="13040"/>
                </a:xfrm>
                <a:custGeom>
                  <a:rect b="b" l="l" r="r" t="t"/>
                  <a:pathLst>
                    <a:path extrusionOk="0" h="1658" w="1659">
                      <a:moveTo>
                        <a:pt x="823" y="1"/>
                      </a:moveTo>
                      <a:cubicBezTo>
                        <a:pt x="364" y="1"/>
                        <a:pt x="1" y="363"/>
                        <a:pt x="1" y="823"/>
                      </a:cubicBezTo>
                      <a:cubicBezTo>
                        <a:pt x="1" y="1283"/>
                        <a:pt x="364" y="1658"/>
                        <a:pt x="823" y="1658"/>
                      </a:cubicBezTo>
                      <a:cubicBezTo>
                        <a:pt x="1283" y="1658"/>
                        <a:pt x="1658" y="1283"/>
                        <a:pt x="1658" y="823"/>
                      </a:cubicBezTo>
                      <a:cubicBezTo>
                        <a:pt x="1658" y="363"/>
                        <a:pt x="1283" y="1"/>
                        <a:pt x="823" y="1"/>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8540" name="Google Shape;8540;p36"/>
              <p:cNvGrpSpPr/>
              <p:nvPr/>
            </p:nvGrpSpPr>
            <p:grpSpPr>
              <a:xfrm>
                <a:off x="4023919" y="3766409"/>
                <a:ext cx="37783" cy="32357"/>
                <a:chOff x="4023919" y="3766409"/>
                <a:chExt cx="37783" cy="32357"/>
              </a:xfrm>
            </p:grpSpPr>
            <p:sp>
              <p:nvSpPr>
                <p:cNvPr id="8541" name="Google Shape;8541;p36"/>
                <p:cNvSpPr/>
                <p:nvPr/>
              </p:nvSpPr>
              <p:spPr>
                <a:xfrm>
                  <a:off x="4023919" y="3766409"/>
                  <a:ext cx="37783" cy="32357"/>
                </a:xfrm>
                <a:custGeom>
                  <a:rect b="b" l="l" r="r" t="t"/>
                  <a:pathLst>
                    <a:path extrusionOk="0" h="4114" w="4804">
                      <a:moveTo>
                        <a:pt x="2732" y="0"/>
                      </a:moveTo>
                      <a:cubicBezTo>
                        <a:pt x="2228" y="0"/>
                        <a:pt x="1714" y="187"/>
                        <a:pt x="1295" y="606"/>
                      </a:cubicBezTo>
                      <a:cubicBezTo>
                        <a:pt x="1" y="1900"/>
                        <a:pt x="920" y="4114"/>
                        <a:pt x="2747" y="4114"/>
                      </a:cubicBezTo>
                      <a:cubicBezTo>
                        <a:pt x="3884" y="4114"/>
                        <a:pt x="4803" y="3194"/>
                        <a:pt x="4803" y="2057"/>
                      </a:cubicBezTo>
                      <a:cubicBezTo>
                        <a:pt x="4803" y="821"/>
                        <a:pt x="3789" y="0"/>
                        <a:pt x="2732" y="0"/>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542" name="Google Shape;8542;p36"/>
                <p:cNvSpPr/>
                <p:nvPr/>
              </p:nvSpPr>
              <p:spPr>
                <a:xfrm>
                  <a:off x="4039051" y="3776115"/>
                  <a:ext cx="13040" cy="13048"/>
                </a:xfrm>
                <a:custGeom>
                  <a:rect b="b" l="l" r="r" t="t"/>
                  <a:pathLst>
                    <a:path extrusionOk="0" h="1659" w="1658">
                      <a:moveTo>
                        <a:pt x="823" y="1"/>
                      </a:moveTo>
                      <a:cubicBezTo>
                        <a:pt x="363" y="1"/>
                        <a:pt x="0" y="376"/>
                        <a:pt x="0" y="823"/>
                      </a:cubicBezTo>
                      <a:cubicBezTo>
                        <a:pt x="0" y="1283"/>
                        <a:pt x="363" y="1658"/>
                        <a:pt x="823" y="1658"/>
                      </a:cubicBezTo>
                      <a:cubicBezTo>
                        <a:pt x="1283" y="1658"/>
                        <a:pt x="1658" y="1283"/>
                        <a:pt x="1658" y="823"/>
                      </a:cubicBezTo>
                      <a:cubicBezTo>
                        <a:pt x="1658" y="376"/>
                        <a:pt x="1283" y="1"/>
                        <a:pt x="823" y="1"/>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8543" name="Google Shape;8543;p36"/>
              <p:cNvGrpSpPr/>
              <p:nvPr/>
            </p:nvGrpSpPr>
            <p:grpSpPr>
              <a:xfrm>
                <a:off x="3973882" y="3779449"/>
                <a:ext cx="37776" cy="32357"/>
                <a:chOff x="3973882" y="3779449"/>
                <a:chExt cx="37776" cy="32357"/>
              </a:xfrm>
            </p:grpSpPr>
            <p:sp>
              <p:nvSpPr>
                <p:cNvPr id="8544" name="Google Shape;8544;p36"/>
                <p:cNvSpPr/>
                <p:nvPr/>
              </p:nvSpPr>
              <p:spPr>
                <a:xfrm>
                  <a:off x="3973882" y="3779449"/>
                  <a:ext cx="37776" cy="32357"/>
                </a:xfrm>
                <a:custGeom>
                  <a:rect b="b" l="l" r="r" t="t"/>
                  <a:pathLst>
                    <a:path extrusionOk="0" h="4114" w="4803">
                      <a:moveTo>
                        <a:pt x="2730" y="0"/>
                      </a:moveTo>
                      <a:cubicBezTo>
                        <a:pt x="2226" y="0"/>
                        <a:pt x="1712" y="187"/>
                        <a:pt x="1294" y="605"/>
                      </a:cubicBezTo>
                      <a:cubicBezTo>
                        <a:pt x="0" y="1899"/>
                        <a:pt x="919" y="4113"/>
                        <a:pt x="2746" y="4113"/>
                      </a:cubicBezTo>
                      <a:cubicBezTo>
                        <a:pt x="3883" y="4113"/>
                        <a:pt x="4802" y="3194"/>
                        <a:pt x="4802" y="2069"/>
                      </a:cubicBezTo>
                      <a:cubicBezTo>
                        <a:pt x="4802" y="824"/>
                        <a:pt x="3787" y="0"/>
                        <a:pt x="2730" y="0"/>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545" name="Google Shape;8545;p36"/>
                <p:cNvSpPr/>
                <p:nvPr/>
              </p:nvSpPr>
              <p:spPr>
                <a:xfrm>
                  <a:off x="3989006" y="3789155"/>
                  <a:ext cx="13040" cy="13040"/>
                </a:xfrm>
                <a:custGeom>
                  <a:rect b="b" l="l" r="r" t="t"/>
                  <a:pathLst>
                    <a:path extrusionOk="0" h="1658" w="1658">
                      <a:moveTo>
                        <a:pt x="823" y="0"/>
                      </a:moveTo>
                      <a:cubicBezTo>
                        <a:pt x="363" y="0"/>
                        <a:pt x="0" y="375"/>
                        <a:pt x="0" y="823"/>
                      </a:cubicBezTo>
                      <a:cubicBezTo>
                        <a:pt x="0" y="1282"/>
                        <a:pt x="363" y="1657"/>
                        <a:pt x="823" y="1657"/>
                      </a:cubicBezTo>
                      <a:cubicBezTo>
                        <a:pt x="1283" y="1657"/>
                        <a:pt x="1658" y="1282"/>
                        <a:pt x="1658" y="823"/>
                      </a:cubicBezTo>
                      <a:cubicBezTo>
                        <a:pt x="1658" y="375"/>
                        <a:pt x="1283" y="0"/>
                        <a:pt x="823" y="0"/>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8546" name="Google Shape;8546;p36"/>
              <p:cNvGrpSpPr/>
              <p:nvPr/>
            </p:nvGrpSpPr>
            <p:grpSpPr>
              <a:xfrm>
                <a:off x="4073398" y="3838028"/>
                <a:ext cx="37776" cy="32380"/>
                <a:chOff x="4073398" y="3838028"/>
                <a:chExt cx="37776" cy="32380"/>
              </a:xfrm>
            </p:grpSpPr>
            <p:sp>
              <p:nvSpPr>
                <p:cNvPr id="8547" name="Google Shape;8547;p36"/>
                <p:cNvSpPr/>
                <p:nvPr/>
              </p:nvSpPr>
              <p:spPr>
                <a:xfrm>
                  <a:off x="4073398" y="3838028"/>
                  <a:ext cx="37776" cy="32380"/>
                </a:xfrm>
                <a:custGeom>
                  <a:rect b="b" l="l" r="r" t="t"/>
                  <a:pathLst>
                    <a:path extrusionOk="0" h="4117" w="4803">
                      <a:moveTo>
                        <a:pt x="2737" y="1"/>
                      </a:moveTo>
                      <a:cubicBezTo>
                        <a:pt x="2231" y="1"/>
                        <a:pt x="1714" y="189"/>
                        <a:pt x="1295" y="609"/>
                      </a:cubicBezTo>
                      <a:cubicBezTo>
                        <a:pt x="0" y="1891"/>
                        <a:pt x="920" y="4105"/>
                        <a:pt x="2746" y="4117"/>
                      </a:cubicBezTo>
                      <a:cubicBezTo>
                        <a:pt x="3883" y="4105"/>
                        <a:pt x="4803" y="3185"/>
                        <a:pt x="4803" y="2060"/>
                      </a:cubicBezTo>
                      <a:cubicBezTo>
                        <a:pt x="4803" y="818"/>
                        <a:pt x="3792" y="1"/>
                        <a:pt x="2737" y="1"/>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548" name="Google Shape;8548;p36"/>
                <p:cNvSpPr/>
                <p:nvPr/>
              </p:nvSpPr>
              <p:spPr>
                <a:xfrm>
                  <a:off x="4088428" y="3847663"/>
                  <a:ext cx="13040" cy="13040"/>
                </a:xfrm>
                <a:custGeom>
                  <a:rect b="b" l="l" r="r" t="t"/>
                  <a:pathLst>
                    <a:path extrusionOk="0" h="1658" w="1658">
                      <a:moveTo>
                        <a:pt x="835" y="1"/>
                      </a:moveTo>
                      <a:cubicBezTo>
                        <a:pt x="376" y="1"/>
                        <a:pt x="1" y="376"/>
                        <a:pt x="1" y="835"/>
                      </a:cubicBezTo>
                      <a:cubicBezTo>
                        <a:pt x="1" y="1283"/>
                        <a:pt x="376" y="1658"/>
                        <a:pt x="835" y="1658"/>
                      </a:cubicBezTo>
                      <a:cubicBezTo>
                        <a:pt x="1295" y="1658"/>
                        <a:pt x="1658" y="1283"/>
                        <a:pt x="1658" y="835"/>
                      </a:cubicBezTo>
                      <a:cubicBezTo>
                        <a:pt x="1658" y="376"/>
                        <a:pt x="1295" y="1"/>
                        <a:pt x="835" y="1"/>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8549" name="Google Shape;8549;p36"/>
              <p:cNvGrpSpPr/>
              <p:nvPr/>
            </p:nvGrpSpPr>
            <p:grpSpPr>
              <a:xfrm>
                <a:off x="4342672" y="4144496"/>
                <a:ext cx="37752" cy="32364"/>
                <a:chOff x="4342672" y="4144496"/>
                <a:chExt cx="37752" cy="32364"/>
              </a:xfrm>
            </p:grpSpPr>
            <p:sp>
              <p:nvSpPr>
                <p:cNvPr id="8550" name="Google Shape;8550;p36"/>
                <p:cNvSpPr/>
                <p:nvPr/>
              </p:nvSpPr>
              <p:spPr>
                <a:xfrm>
                  <a:off x="4342672" y="4144496"/>
                  <a:ext cx="37752" cy="32364"/>
                </a:xfrm>
                <a:custGeom>
                  <a:rect b="b" l="l" r="r" t="t"/>
                  <a:pathLst>
                    <a:path extrusionOk="0" h="4115" w="4800">
                      <a:moveTo>
                        <a:pt x="2729" y="1"/>
                      </a:moveTo>
                      <a:cubicBezTo>
                        <a:pt x="2224" y="1"/>
                        <a:pt x="1710" y="188"/>
                        <a:pt x="1291" y="606"/>
                      </a:cubicBezTo>
                      <a:cubicBezTo>
                        <a:pt x="1" y="1897"/>
                        <a:pt x="912" y="4114"/>
                        <a:pt x="2740" y="4114"/>
                      </a:cubicBezTo>
                      <a:cubicBezTo>
                        <a:pt x="2745" y="4114"/>
                        <a:pt x="2750" y="4114"/>
                        <a:pt x="2755" y="4114"/>
                      </a:cubicBezTo>
                      <a:cubicBezTo>
                        <a:pt x="3880" y="4114"/>
                        <a:pt x="4800" y="3195"/>
                        <a:pt x="4800" y="2058"/>
                      </a:cubicBezTo>
                      <a:cubicBezTo>
                        <a:pt x="4800" y="822"/>
                        <a:pt x="3785" y="1"/>
                        <a:pt x="2729" y="1"/>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551" name="Google Shape;8551;p36"/>
                <p:cNvSpPr/>
                <p:nvPr/>
              </p:nvSpPr>
              <p:spPr>
                <a:xfrm>
                  <a:off x="4355586" y="4154209"/>
                  <a:ext cx="15227" cy="13040"/>
                </a:xfrm>
                <a:custGeom>
                  <a:rect b="b" l="l" r="r" t="t"/>
                  <a:pathLst>
                    <a:path extrusionOk="0" h="1658" w="1936">
                      <a:moveTo>
                        <a:pt x="1101" y="0"/>
                      </a:moveTo>
                      <a:cubicBezTo>
                        <a:pt x="363" y="0"/>
                        <a:pt x="0" y="895"/>
                        <a:pt x="520" y="1416"/>
                      </a:cubicBezTo>
                      <a:cubicBezTo>
                        <a:pt x="688" y="1583"/>
                        <a:pt x="893" y="1657"/>
                        <a:pt x="1096" y="1657"/>
                      </a:cubicBezTo>
                      <a:cubicBezTo>
                        <a:pt x="1523" y="1657"/>
                        <a:pt x="1936" y="1324"/>
                        <a:pt x="1936" y="823"/>
                      </a:cubicBezTo>
                      <a:cubicBezTo>
                        <a:pt x="1936" y="375"/>
                        <a:pt x="1561" y="0"/>
                        <a:pt x="1101" y="0"/>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8552" name="Google Shape;8552;p36"/>
              <p:cNvGrpSpPr/>
              <p:nvPr/>
            </p:nvGrpSpPr>
            <p:grpSpPr>
              <a:xfrm>
                <a:off x="4406386" y="4056872"/>
                <a:ext cx="37783" cy="32364"/>
                <a:chOff x="4406386" y="4056872"/>
                <a:chExt cx="37783" cy="32364"/>
              </a:xfrm>
            </p:grpSpPr>
            <p:sp>
              <p:nvSpPr>
                <p:cNvPr id="8553" name="Google Shape;8553;p36"/>
                <p:cNvSpPr/>
                <p:nvPr/>
              </p:nvSpPr>
              <p:spPr>
                <a:xfrm>
                  <a:off x="4406386" y="4056872"/>
                  <a:ext cx="37783" cy="32364"/>
                </a:xfrm>
                <a:custGeom>
                  <a:rect b="b" l="l" r="r" t="t"/>
                  <a:pathLst>
                    <a:path extrusionOk="0" h="4115" w="4804">
                      <a:moveTo>
                        <a:pt x="2733" y="1"/>
                      </a:moveTo>
                      <a:cubicBezTo>
                        <a:pt x="2228" y="1"/>
                        <a:pt x="1714" y="188"/>
                        <a:pt x="1295" y="606"/>
                      </a:cubicBezTo>
                      <a:cubicBezTo>
                        <a:pt x="1" y="1900"/>
                        <a:pt x="920" y="4114"/>
                        <a:pt x="2747" y="4114"/>
                      </a:cubicBezTo>
                      <a:cubicBezTo>
                        <a:pt x="3884" y="4114"/>
                        <a:pt x="4803" y="3195"/>
                        <a:pt x="4803" y="2058"/>
                      </a:cubicBezTo>
                      <a:cubicBezTo>
                        <a:pt x="4803" y="821"/>
                        <a:pt x="3789" y="1"/>
                        <a:pt x="2733" y="1"/>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554" name="Google Shape;8554;p36"/>
                <p:cNvSpPr/>
                <p:nvPr/>
              </p:nvSpPr>
              <p:spPr>
                <a:xfrm>
                  <a:off x="4419332" y="4066577"/>
                  <a:ext cx="15227" cy="13017"/>
                </a:xfrm>
                <a:custGeom>
                  <a:rect b="b" l="l" r="r" t="t"/>
                  <a:pathLst>
                    <a:path extrusionOk="0" h="1655" w="1936">
                      <a:moveTo>
                        <a:pt x="1123" y="1"/>
                      </a:moveTo>
                      <a:cubicBezTo>
                        <a:pt x="1115" y="1"/>
                        <a:pt x="1108" y="1"/>
                        <a:pt x="1101" y="1"/>
                      </a:cubicBezTo>
                      <a:cubicBezTo>
                        <a:pt x="363" y="1"/>
                        <a:pt x="0" y="884"/>
                        <a:pt x="520" y="1404"/>
                      </a:cubicBezTo>
                      <a:cubicBezTo>
                        <a:pt x="689" y="1577"/>
                        <a:pt x="898" y="1655"/>
                        <a:pt x="1103" y="1655"/>
                      </a:cubicBezTo>
                      <a:cubicBezTo>
                        <a:pt x="1528" y="1655"/>
                        <a:pt x="1936" y="1322"/>
                        <a:pt x="1936" y="824"/>
                      </a:cubicBezTo>
                      <a:cubicBezTo>
                        <a:pt x="1936" y="371"/>
                        <a:pt x="1572" y="1"/>
                        <a:pt x="1123" y="1"/>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8555" name="Google Shape;8555;p36"/>
              <p:cNvGrpSpPr/>
              <p:nvPr/>
            </p:nvGrpSpPr>
            <p:grpSpPr>
              <a:xfrm>
                <a:off x="4284416" y="4245254"/>
                <a:ext cx="37783" cy="32357"/>
                <a:chOff x="4284416" y="4245254"/>
                <a:chExt cx="37783" cy="32357"/>
              </a:xfrm>
            </p:grpSpPr>
            <p:sp>
              <p:nvSpPr>
                <p:cNvPr id="8556" name="Google Shape;8556;p36"/>
                <p:cNvSpPr/>
                <p:nvPr/>
              </p:nvSpPr>
              <p:spPr>
                <a:xfrm>
                  <a:off x="4284416" y="4245254"/>
                  <a:ext cx="37783" cy="32357"/>
                </a:xfrm>
                <a:custGeom>
                  <a:rect b="b" l="l" r="r" t="t"/>
                  <a:pathLst>
                    <a:path extrusionOk="0" h="4114" w="4804">
                      <a:moveTo>
                        <a:pt x="2732" y="0"/>
                      </a:moveTo>
                      <a:cubicBezTo>
                        <a:pt x="2228" y="0"/>
                        <a:pt x="1714" y="187"/>
                        <a:pt x="1295" y="606"/>
                      </a:cubicBezTo>
                      <a:cubicBezTo>
                        <a:pt x="1" y="1900"/>
                        <a:pt x="920" y="4114"/>
                        <a:pt x="2747" y="4114"/>
                      </a:cubicBezTo>
                      <a:cubicBezTo>
                        <a:pt x="3884" y="4114"/>
                        <a:pt x="4803" y="3194"/>
                        <a:pt x="4803" y="2057"/>
                      </a:cubicBezTo>
                      <a:cubicBezTo>
                        <a:pt x="4803" y="821"/>
                        <a:pt x="3789" y="0"/>
                        <a:pt x="2732" y="0"/>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557" name="Google Shape;8557;p36"/>
                <p:cNvSpPr/>
                <p:nvPr/>
              </p:nvSpPr>
              <p:spPr>
                <a:xfrm>
                  <a:off x="4299548" y="4254959"/>
                  <a:ext cx="13040" cy="13040"/>
                </a:xfrm>
                <a:custGeom>
                  <a:rect b="b" l="l" r="r" t="t"/>
                  <a:pathLst>
                    <a:path extrusionOk="0" h="1658" w="1658">
                      <a:moveTo>
                        <a:pt x="823" y="1"/>
                      </a:moveTo>
                      <a:cubicBezTo>
                        <a:pt x="363" y="1"/>
                        <a:pt x="0" y="364"/>
                        <a:pt x="0" y="823"/>
                      </a:cubicBezTo>
                      <a:cubicBezTo>
                        <a:pt x="0" y="1283"/>
                        <a:pt x="363" y="1658"/>
                        <a:pt x="823" y="1658"/>
                      </a:cubicBezTo>
                      <a:cubicBezTo>
                        <a:pt x="1283" y="1658"/>
                        <a:pt x="1658" y="1283"/>
                        <a:pt x="1658" y="823"/>
                      </a:cubicBezTo>
                      <a:cubicBezTo>
                        <a:pt x="1658" y="364"/>
                        <a:pt x="1283" y="1"/>
                        <a:pt x="823" y="1"/>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8558" name="Google Shape;8558;p36"/>
              <p:cNvGrpSpPr/>
              <p:nvPr/>
            </p:nvGrpSpPr>
            <p:grpSpPr>
              <a:xfrm>
                <a:off x="4219057" y="4331258"/>
                <a:ext cx="37776" cy="32364"/>
                <a:chOff x="4219057" y="4331258"/>
                <a:chExt cx="37776" cy="32364"/>
              </a:xfrm>
            </p:grpSpPr>
            <p:sp>
              <p:nvSpPr>
                <p:cNvPr id="8559" name="Google Shape;8559;p36"/>
                <p:cNvSpPr/>
                <p:nvPr/>
              </p:nvSpPr>
              <p:spPr>
                <a:xfrm>
                  <a:off x="4219057" y="4331258"/>
                  <a:ext cx="37776" cy="32364"/>
                </a:xfrm>
                <a:custGeom>
                  <a:rect b="b" l="l" r="r" t="t"/>
                  <a:pathLst>
                    <a:path extrusionOk="0" h="4115" w="4803">
                      <a:moveTo>
                        <a:pt x="2732" y="1"/>
                      </a:moveTo>
                      <a:cubicBezTo>
                        <a:pt x="2227" y="1"/>
                        <a:pt x="1713" y="188"/>
                        <a:pt x="1295" y="606"/>
                      </a:cubicBezTo>
                      <a:cubicBezTo>
                        <a:pt x="0" y="1901"/>
                        <a:pt x="920" y="4114"/>
                        <a:pt x="2746" y="4114"/>
                      </a:cubicBezTo>
                      <a:cubicBezTo>
                        <a:pt x="3883" y="4114"/>
                        <a:pt x="4803" y="3195"/>
                        <a:pt x="4803" y="2058"/>
                      </a:cubicBezTo>
                      <a:cubicBezTo>
                        <a:pt x="4803" y="821"/>
                        <a:pt x="3789" y="1"/>
                        <a:pt x="2732" y="1"/>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560" name="Google Shape;8560;p36"/>
                <p:cNvSpPr/>
                <p:nvPr/>
              </p:nvSpPr>
              <p:spPr>
                <a:xfrm>
                  <a:off x="4231995" y="4340971"/>
                  <a:ext cx="15235" cy="13040"/>
                </a:xfrm>
                <a:custGeom>
                  <a:rect b="b" l="l" r="r" t="t"/>
                  <a:pathLst>
                    <a:path extrusionOk="0" h="1658" w="1937">
                      <a:moveTo>
                        <a:pt x="1113" y="0"/>
                      </a:moveTo>
                      <a:cubicBezTo>
                        <a:pt x="363" y="0"/>
                        <a:pt x="1" y="895"/>
                        <a:pt x="521" y="1416"/>
                      </a:cubicBezTo>
                      <a:cubicBezTo>
                        <a:pt x="688" y="1583"/>
                        <a:pt x="894" y="1657"/>
                        <a:pt x="1096" y="1657"/>
                      </a:cubicBezTo>
                      <a:cubicBezTo>
                        <a:pt x="1524" y="1657"/>
                        <a:pt x="1936" y="1324"/>
                        <a:pt x="1936" y="823"/>
                      </a:cubicBezTo>
                      <a:cubicBezTo>
                        <a:pt x="1936" y="375"/>
                        <a:pt x="1561" y="0"/>
                        <a:pt x="1113" y="0"/>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8561" name="Google Shape;8561;p36"/>
              <p:cNvGrpSpPr/>
              <p:nvPr/>
            </p:nvGrpSpPr>
            <p:grpSpPr>
              <a:xfrm>
                <a:off x="4204122" y="4141688"/>
                <a:ext cx="33497" cy="28699"/>
                <a:chOff x="4204122" y="4141688"/>
                <a:chExt cx="33497" cy="28699"/>
              </a:xfrm>
            </p:grpSpPr>
            <p:sp>
              <p:nvSpPr>
                <p:cNvPr id="8562" name="Google Shape;8562;p36"/>
                <p:cNvSpPr/>
                <p:nvPr/>
              </p:nvSpPr>
              <p:spPr>
                <a:xfrm>
                  <a:off x="4204122" y="4141688"/>
                  <a:ext cx="33497" cy="28699"/>
                </a:xfrm>
                <a:custGeom>
                  <a:rect b="b" l="l" r="r" t="t"/>
                  <a:pathLst>
                    <a:path extrusionOk="0" h="3649" w="4259">
                      <a:moveTo>
                        <a:pt x="2427" y="1"/>
                      </a:moveTo>
                      <a:cubicBezTo>
                        <a:pt x="1979" y="1"/>
                        <a:pt x="1522" y="168"/>
                        <a:pt x="1149" y="540"/>
                      </a:cubicBezTo>
                      <a:cubicBezTo>
                        <a:pt x="0" y="1677"/>
                        <a:pt x="811" y="3649"/>
                        <a:pt x="2432" y="3649"/>
                      </a:cubicBezTo>
                      <a:cubicBezTo>
                        <a:pt x="3448" y="3649"/>
                        <a:pt x="4258" y="2826"/>
                        <a:pt x="4258" y="1822"/>
                      </a:cubicBezTo>
                      <a:cubicBezTo>
                        <a:pt x="4258" y="726"/>
                        <a:pt x="3363" y="1"/>
                        <a:pt x="2427" y="1"/>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563" name="Google Shape;8563;p36"/>
                <p:cNvSpPr/>
                <p:nvPr/>
              </p:nvSpPr>
              <p:spPr>
                <a:xfrm>
                  <a:off x="4216965" y="4151259"/>
                  <a:ext cx="11042" cy="9399"/>
                </a:xfrm>
                <a:custGeom>
                  <a:rect b="b" l="l" r="r" t="t"/>
                  <a:pathLst>
                    <a:path extrusionOk="0" h="1195" w="1404">
                      <a:moveTo>
                        <a:pt x="799" y="0"/>
                      </a:moveTo>
                      <a:cubicBezTo>
                        <a:pt x="266" y="0"/>
                        <a:pt x="0" y="641"/>
                        <a:pt x="375" y="1016"/>
                      </a:cubicBezTo>
                      <a:cubicBezTo>
                        <a:pt x="498" y="1139"/>
                        <a:pt x="650" y="1195"/>
                        <a:pt x="799" y="1195"/>
                      </a:cubicBezTo>
                      <a:cubicBezTo>
                        <a:pt x="1103" y="1195"/>
                        <a:pt x="1395" y="963"/>
                        <a:pt x="1404" y="605"/>
                      </a:cubicBezTo>
                      <a:cubicBezTo>
                        <a:pt x="1404" y="278"/>
                        <a:pt x="1137" y="0"/>
                        <a:pt x="799" y="0"/>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8564" name="Google Shape;8564;p36"/>
              <p:cNvGrpSpPr/>
              <p:nvPr/>
            </p:nvGrpSpPr>
            <p:grpSpPr>
              <a:xfrm>
                <a:off x="4301546" y="4003869"/>
                <a:ext cx="38916" cy="33324"/>
                <a:chOff x="4301546" y="4003869"/>
                <a:chExt cx="38916" cy="33324"/>
              </a:xfrm>
            </p:grpSpPr>
            <p:sp>
              <p:nvSpPr>
                <p:cNvPr id="8565" name="Google Shape;8565;p36"/>
                <p:cNvSpPr/>
                <p:nvPr/>
              </p:nvSpPr>
              <p:spPr>
                <a:xfrm>
                  <a:off x="4301546" y="4003869"/>
                  <a:ext cx="38916" cy="33324"/>
                </a:xfrm>
                <a:custGeom>
                  <a:rect b="b" l="l" r="r" t="t"/>
                  <a:pathLst>
                    <a:path extrusionOk="0" h="4237" w="4948">
                      <a:moveTo>
                        <a:pt x="2818" y="1"/>
                      </a:moveTo>
                      <a:cubicBezTo>
                        <a:pt x="2295" y="1"/>
                        <a:pt x="1763" y="196"/>
                        <a:pt x="1331" y="631"/>
                      </a:cubicBezTo>
                      <a:cubicBezTo>
                        <a:pt x="0" y="1962"/>
                        <a:pt x="944" y="4236"/>
                        <a:pt x="2831" y="4236"/>
                      </a:cubicBezTo>
                      <a:cubicBezTo>
                        <a:pt x="3992" y="4236"/>
                        <a:pt x="4948" y="3293"/>
                        <a:pt x="4948" y="2119"/>
                      </a:cubicBezTo>
                      <a:cubicBezTo>
                        <a:pt x="4948" y="845"/>
                        <a:pt x="3905" y="1"/>
                        <a:pt x="2818" y="1"/>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566" name="Google Shape;8566;p36"/>
                <p:cNvSpPr/>
                <p:nvPr/>
              </p:nvSpPr>
              <p:spPr>
                <a:xfrm>
                  <a:off x="4314389" y="4013590"/>
                  <a:ext cx="16469" cy="14000"/>
                </a:xfrm>
                <a:custGeom>
                  <a:rect b="b" l="l" r="r" t="t"/>
                  <a:pathLst>
                    <a:path extrusionOk="0" h="1780" w="2094">
                      <a:moveTo>
                        <a:pt x="1220" y="0"/>
                      </a:moveTo>
                      <a:cubicBezTo>
                        <a:pt x="1213" y="0"/>
                        <a:pt x="1205" y="0"/>
                        <a:pt x="1198" y="0"/>
                      </a:cubicBezTo>
                      <a:cubicBezTo>
                        <a:pt x="400" y="0"/>
                        <a:pt x="0" y="956"/>
                        <a:pt x="569" y="1512"/>
                      </a:cubicBezTo>
                      <a:cubicBezTo>
                        <a:pt x="750" y="1697"/>
                        <a:pt x="974" y="1780"/>
                        <a:pt x="1194" y="1780"/>
                      </a:cubicBezTo>
                      <a:cubicBezTo>
                        <a:pt x="1652" y="1780"/>
                        <a:pt x="2093" y="1422"/>
                        <a:pt x="2093" y="883"/>
                      </a:cubicBezTo>
                      <a:cubicBezTo>
                        <a:pt x="2093" y="395"/>
                        <a:pt x="1706" y="0"/>
                        <a:pt x="1220" y="0"/>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8567" name="Google Shape;8567;p36"/>
              <p:cNvGrpSpPr/>
              <p:nvPr/>
            </p:nvGrpSpPr>
            <p:grpSpPr>
              <a:xfrm>
                <a:off x="4210681" y="3924669"/>
                <a:ext cx="36549" cy="31366"/>
                <a:chOff x="4210681" y="3924669"/>
                <a:chExt cx="36549" cy="31366"/>
              </a:xfrm>
            </p:grpSpPr>
            <p:sp>
              <p:nvSpPr>
                <p:cNvPr id="8568" name="Google Shape;8568;p36"/>
                <p:cNvSpPr/>
                <p:nvPr/>
              </p:nvSpPr>
              <p:spPr>
                <a:xfrm>
                  <a:off x="4210681" y="3924669"/>
                  <a:ext cx="36549" cy="31366"/>
                </a:xfrm>
                <a:custGeom>
                  <a:rect b="b" l="l" r="r" t="t"/>
                  <a:pathLst>
                    <a:path extrusionOk="0" h="3988" w="4647">
                      <a:moveTo>
                        <a:pt x="2642" y="0"/>
                      </a:moveTo>
                      <a:cubicBezTo>
                        <a:pt x="2152" y="0"/>
                        <a:pt x="1654" y="182"/>
                        <a:pt x="1247" y="589"/>
                      </a:cubicBezTo>
                      <a:cubicBezTo>
                        <a:pt x="1" y="1847"/>
                        <a:pt x="884" y="3988"/>
                        <a:pt x="2662" y="3988"/>
                      </a:cubicBezTo>
                      <a:cubicBezTo>
                        <a:pt x="3751" y="3976"/>
                        <a:pt x="4646" y="3093"/>
                        <a:pt x="4646" y="1992"/>
                      </a:cubicBezTo>
                      <a:cubicBezTo>
                        <a:pt x="4646" y="797"/>
                        <a:pt x="3665" y="0"/>
                        <a:pt x="2642" y="0"/>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569" name="Google Shape;8569;p36"/>
                <p:cNvSpPr/>
                <p:nvPr/>
              </p:nvSpPr>
              <p:spPr>
                <a:xfrm>
                  <a:off x="4225625" y="3934335"/>
                  <a:ext cx="11994" cy="11994"/>
                </a:xfrm>
                <a:custGeom>
                  <a:rect b="b" l="l" r="r" t="t"/>
                  <a:pathLst>
                    <a:path extrusionOk="0" h="1525" w="1525">
                      <a:moveTo>
                        <a:pt x="762" y="1"/>
                      </a:moveTo>
                      <a:cubicBezTo>
                        <a:pt x="339" y="1"/>
                        <a:pt x="0" y="339"/>
                        <a:pt x="0" y="763"/>
                      </a:cubicBezTo>
                      <a:cubicBezTo>
                        <a:pt x="0" y="1186"/>
                        <a:pt x="339" y="1525"/>
                        <a:pt x="762" y="1525"/>
                      </a:cubicBezTo>
                      <a:cubicBezTo>
                        <a:pt x="1173" y="1525"/>
                        <a:pt x="1524" y="1186"/>
                        <a:pt x="1524" y="763"/>
                      </a:cubicBezTo>
                      <a:cubicBezTo>
                        <a:pt x="1524" y="339"/>
                        <a:pt x="1173" y="1"/>
                        <a:pt x="762" y="1"/>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8570" name="Google Shape;8570;p36"/>
              <p:cNvGrpSpPr/>
              <p:nvPr/>
            </p:nvGrpSpPr>
            <p:grpSpPr>
              <a:xfrm>
                <a:off x="3987771" y="3628874"/>
                <a:ext cx="31499" cy="26993"/>
                <a:chOff x="3987771" y="3628874"/>
                <a:chExt cx="31499" cy="26993"/>
              </a:xfrm>
            </p:grpSpPr>
            <p:sp>
              <p:nvSpPr>
                <p:cNvPr id="8571" name="Google Shape;8571;p36"/>
                <p:cNvSpPr/>
                <p:nvPr/>
              </p:nvSpPr>
              <p:spPr>
                <a:xfrm>
                  <a:off x="3987771" y="3628874"/>
                  <a:ext cx="31499" cy="26993"/>
                </a:xfrm>
                <a:custGeom>
                  <a:rect b="b" l="l" r="r" t="t"/>
                  <a:pathLst>
                    <a:path extrusionOk="0" h="3432" w="4005">
                      <a:moveTo>
                        <a:pt x="2284" y="0"/>
                      </a:moveTo>
                      <a:cubicBezTo>
                        <a:pt x="1865" y="0"/>
                        <a:pt x="1437" y="156"/>
                        <a:pt x="1089" y="504"/>
                      </a:cubicBezTo>
                      <a:cubicBezTo>
                        <a:pt x="0" y="1581"/>
                        <a:pt x="774" y="3432"/>
                        <a:pt x="2299" y="3432"/>
                      </a:cubicBezTo>
                      <a:cubicBezTo>
                        <a:pt x="3242" y="3419"/>
                        <a:pt x="4004" y="2657"/>
                        <a:pt x="4004" y="1714"/>
                      </a:cubicBezTo>
                      <a:cubicBezTo>
                        <a:pt x="4004" y="682"/>
                        <a:pt x="3162" y="0"/>
                        <a:pt x="2284" y="0"/>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572" name="Google Shape;8572;p36"/>
                <p:cNvSpPr/>
                <p:nvPr/>
              </p:nvSpPr>
              <p:spPr>
                <a:xfrm>
                  <a:off x="4000709" y="3638540"/>
                  <a:ext cx="8856" cy="7605"/>
                </a:xfrm>
                <a:custGeom>
                  <a:rect b="b" l="l" r="r" t="t"/>
                  <a:pathLst>
                    <a:path extrusionOk="0" h="967" w="1126">
                      <a:moveTo>
                        <a:pt x="641" y="1"/>
                      </a:moveTo>
                      <a:cubicBezTo>
                        <a:pt x="218" y="1"/>
                        <a:pt x="0" y="521"/>
                        <a:pt x="303" y="823"/>
                      </a:cubicBezTo>
                      <a:cubicBezTo>
                        <a:pt x="402" y="922"/>
                        <a:pt x="524" y="967"/>
                        <a:pt x="643" y="967"/>
                      </a:cubicBezTo>
                      <a:cubicBezTo>
                        <a:pt x="890" y="967"/>
                        <a:pt x="1125" y="778"/>
                        <a:pt x="1125" y="485"/>
                      </a:cubicBezTo>
                      <a:cubicBezTo>
                        <a:pt x="1125" y="219"/>
                        <a:pt x="908" y="1"/>
                        <a:pt x="641" y="1"/>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8573" name="Google Shape;8573;p36"/>
              <p:cNvGrpSpPr/>
              <p:nvPr/>
            </p:nvGrpSpPr>
            <p:grpSpPr>
              <a:xfrm>
                <a:off x="4087382" y="3775674"/>
                <a:ext cx="31405" cy="26898"/>
                <a:chOff x="4087382" y="3775674"/>
                <a:chExt cx="31405" cy="26898"/>
              </a:xfrm>
            </p:grpSpPr>
            <p:sp>
              <p:nvSpPr>
                <p:cNvPr id="8574" name="Google Shape;8574;p36"/>
                <p:cNvSpPr/>
                <p:nvPr/>
              </p:nvSpPr>
              <p:spPr>
                <a:xfrm>
                  <a:off x="4087382" y="3775674"/>
                  <a:ext cx="31405" cy="26898"/>
                </a:xfrm>
                <a:custGeom>
                  <a:rect b="b" l="l" r="r" t="t"/>
                  <a:pathLst>
                    <a:path extrusionOk="0" h="3420" w="3993">
                      <a:moveTo>
                        <a:pt x="2273" y="0"/>
                      </a:moveTo>
                      <a:cubicBezTo>
                        <a:pt x="1853" y="0"/>
                        <a:pt x="1425" y="156"/>
                        <a:pt x="1077" y="504"/>
                      </a:cubicBezTo>
                      <a:cubicBezTo>
                        <a:pt x="0" y="1581"/>
                        <a:pt x="750" y="3420"/>
                        <a:pt x="2275" y="3420"/>
                      </a:cubicBezTo>
                      <a:cubicBezTo>
                        <a:pt x="3230" y="3420"/>
                        <a:pt x="3992" y="2658"/>
                        <a:pt x="3992" y="1714"/>
                      </a:cubicBezTo>
                      <a:cubicBezTo>
                        <a:pt x="3992" y="683"/>
                        <a:pt x="3151" y="0"/>
                        <a:pt x="2273" y="0"/>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575" name="Google Shape;8575;p36"/>
                <p:cNvSpPr/>
                <p:nvPr/>
              </p:nvSpPr>
              <p:spPr>
                <a:xfrm>
                  <a:off x="4101460" y="3785348"/>
                  <a:ext cx="7621" cy="7613"/>
                </a:xfrm>
                <a:custGeom>
                  <a:rect b="b" l="l" r="r" t="t"/>
                  <a:pathLst>
                    <a:path extrusionOk="0" h="968" w="969">
                      <a:moveTo>
                        <a:pt x="485" y="0"/>
                      </a:moveTo>
                      <a:cubicBezTo>
                        <a:pt x="219" y="0"/>
                        <a:pt x="1" y="218"/>
                        <a:pt x="1" y="484"/>
                      </a:cubicBezTo>
                      <a:cubicBezTo>
                        <a:pt x="1" y="750"/>
                        <a:pt x="219" y="968"/>
                        <a:pt x="485" y="968"/>
                      </a:cubicBezTo>
                      <a:cubicBezTo>
                        <a:pt x="751" y="968"/>
                        <a:pt x="969" y="750"/>
                        <a:pt x="969" y="484"/>
                      </a:cubicBezTo>
                      <a:cubicBezTo>
                        <a:pt x="969" y="218"/>
                        <a:pt x="751" y="0"/>
                        <a:pt x="485" y="0"/>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8576" name="Google Shape;8576;p36"/>
              <p:cNvGrpSpPr/>
              <p:nvPr/>
            </p:nvGrpSpPr>
            <p:grpSpPr>
              <a:xfrm>
                <a:off x="4118873" y="3856637"/>
                <a:ext cx="31405" cy="26906"/>
                <a:chOff x="4118873" y="3856637"/>
                <a:chExt cx="31405" cy="26906"/>
              </a:xfrm>
            </p:grpSpPr>
            <p:sp>
              <p:nvSpPr>
                <p:cNvPr id="8577" name="Google Shape;8577;p36"/>
                <p:cNvSpPr/>
                <p:nvPr/>
              </p:nvSpPr>
              <p:spPr>
                <a:xfrm>
                  <a:off x="4118873" y="3856637"/>
                  <a:ext cx="31405" cy="26906"/>
                </a:xfrm>
                <a:custGeom>
                  <a:rect b="b" l="l" r="r" t="t"/>
                  <a:pathLst>
                    <a:path extrusionOk="0" h="3421" w="3993">
                      <a:moveTo>
                        <a:pt x="2273" y="1"/>
                      </a:moveTo>
                      <a:cubicBezTo>
                        <a:pt x="1853" y="1"/>
                        <a:pt x="1425" y="157"/>
                        <a:pt x="1077" y="505"/>
                      </a:cubicBezTo>
                      <a:cubicBezTo>
                        <a:pt x="1" y="1581"/>
                        <a:pt x="763" y="3420"/>
                        <a:pt x="2287" y="3420"/>
                      </a:cubicBezTo>
                      <a:cubicBezTo>
                        <a:pt x="3230" y="3420"/>
                        <a:pt x="3992" y="2658"/>
                        <a:pt x="3992" y="1714"/>
                      </a:cubicBezTo>
                      <a:cubicBezTo>
                        <a:pt x="3992" y="683"/>
                        <a:pt x="3151" y="1"/>
                        <a:pt x="2273" y="1"/>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578" name="Google Shape;8578;p36"/>
                <p:cNvSpPr/>
                <p:nvPr/>
              </p:nvSpPr>
              <p:spPr>
                <a:xfrm>
                  <a:off x="4133046" y="3866310"/>
                  <a:ext cx="7621" cy="7621"/>
                </a:xfrm>
                <a:custGeom>
                  <a:rect b="b" l="l" r="r" t="t"/>
                  <a:pathLst>
                    <a:path extrusionOk="0" h="969" w="969">
                      <a:moveTo>
                        <a:pt x="485" y="1"/>
                      </a:moveTo>
                      <a:cubicBezTo>
                        <a:pt x="219" y="1"/>
                        <a:pt x="1" y="218"/>
                        <a:pt x="1" y="484"/>
                      </a:cubicBezTo>
                      <a:cubicBezTo>
                        <a:pt x="1" y="751"/>
                        <a:pt x="219" y="968"/>
                        <a:pt x="485" y="968"/>
                      </a:cubicBezTo>
                      <a:cubicBezTo>
                        <a:pt x="751" y="968"/>
                        <a:pt x="969" y="751"/>
                        <a:pt x="969" y="484"/>
                      </a:cubicBezTo>
                      <a:cubicBezTo>
                        <a:pt x="969" y="218"/>
                        <a:pt x="751" y="1"/>
                        <a:pt x="485" y="1"/>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8579" name="Google Shape;8579;p36"/>
              <p:cNvGrpSpPr/>
              <p:nvPr/>
            </p:nvGrpSpPr>
            <p:grpSpPr>
              <a:xfrm>
                <a:off x="4168541" y="3639523"/>
                <a:ext cx="31499" cy="26906"/>
                <a:chOff x="4168541" y="3639523"/>
                <a:chExt cx="31499" cy="26906"/>
              </a:xfrm>
            </p:grpSpPr>
            <p:sp>
              <p:nvSpPr>
                <p:cNvPr id="8580" name="Google Shape;8580;p36"/>
                <p:cNvSpPr/>
                <p:nvPr/>
              </p:nvSpPr>
              <p:spPr>
                <a:xfrm>
                  <a:off x="4168541" y="3639523"/>
                  <a:ext cx="31499" cy="26906"/>
                </a:xfrm>
                <a:custGeom>
                  <a:rect b="b" l="l" r="r" t="t"/>
                  <a:pathLst>
                    <a:path extrusionOk="0" h="3421" w="4005">
                      <a:moveTo>
                        <a:pt x="2284" y="1"/>
                      </a:moveTo>
                      <a:cubicBezTo>
                        <a:pt x="1865" y="1"/>
                        <a:pt x="1437" y="157"/>
                        <a:pt x="1089" y="505"/>
                      </a:cubicBezTo>
                      <a:cubicBezTo>
                        <a:pt x="0" y="1582"/>
                        <a:pt x="774" y="3420"/>
                        <a:pt x="2298" y="3420"/>
                      </a:cubicBezTo>
                      <a:cubicBezTo>
                        <a:pt x="3242" y="3420"/>
                        <a:pt x="4004" y="2658"/>
                        <a:pt x="4004" y="1715"/>
                      </a:cubicBezTo>
                      <a:cubicBezTo>
                        <a:pt x="4004" y="683"/>
                        <a:pt x="3162" y="1"/>
                        <a:pt x="2284" y="1"/>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581" name="Google Shape;8581;p36"/>
                <p:cNvSpPr/>
                <p:nvPr/>
              </p:nvSpPr>
              <p:spPr>
                <a:xfrm>
                  <a:off x="4182713" y="3649197"/>
                  <a:ext cx="7716" cy="7621"/>
                </a:xfrm>
                <a:custGeom>
                  <a:rect b="b" l="l" r="r" t="t"/>
                  <a:pathLst>
                    <a:path extrusionOk="0" h="969" w="981">
                      <a:moveTo>
                        <a:pt x="496" y="1"/>
                      </a:moveTo>
                      <a:cubicBezTo>
                        <a:pt x="218" y="1"/>
                        <a:pt x="0" y="218"/>
                        <a:pt x="0" y="485"/>
                      </a:cubicBezTo>
                      <a:cubicBezTo>
                        <a:pt x="0" y="751"/>
                        <a:pt x="218" y="968"/>
                        <a:pt x="496" y="968"/>
                      </a:cubicBezTo>
                      <a:cubicBezTo>
                        <a:pt x="763" y="968"/>
                        <a:pt x="980" y="751"/>
                        <a:pt x="980" y="485"/>
                      </a:cubicBezTo>
                      <a:cubicBezTo>
                        <a:pt x="980" y="218"/>
                        <a:pt x="763" y="1"/>
                        <a:pt x="496" y="1"/>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8582" name="Google Shape;8582;p36"/>
              <p:cNvGrpSpPr/>
              <p:nvPr/>
            </p:nvGrpSpPr>
            <p:grpSpPr>
              <a:xfrm>
                <a:off x="3965789" y="3393545"/>
                <a:ext cx="31405" cy="26945"/>
                <a:chOff x="3965789" y="3393545"/>
                <a:chExt cx="31405" cy="26945"/>
              </a:xfrm>
            </p:grpSpPr>
            <p:sp>
              <p:nvSpPr>
                <p:cNvPr id="8583" name="Google Shape;8583;p36"/>
                <p:cNvSpPr/>
                <p:nvPr/>
              </p:nvSpPr>
              <p:spPr>
                <a:xfrm>
                  <a:off x="3965789" y="3393545"/>
                  <a:ext cx="31405" cy="26945"/>
                </a:xfrm>
                <a:custGeom>
                  <a:rect b="b" l="l" r="r" t="t"/>
                  <a:pathLst>
                    <a:path extrusionOk="0" h="3426" w="3993">
                      <a:moveTo>
                        <a:pt x="2273" y="0"/>
                      </a:moveTo>
                      <a:cubicBezTo>
                        <a:pt x="1854" y="0"/>
                        <a:pt x="1426" y="158"/>
                        <a:pt x="1077" y="510"/>
                      </a:cubicBezTo>
                      <a:cubicBezTo>
                        <a:pt x="1" y="1586"/>
                        <a:pt x="763" y="3425"/>
                        <a:pt x="2287" y="3425"/>
                      </a:cubicBezTo>
                      <a:cubicBezTo>
                        <a:pt x="3231" y="3425"/>
                        <a:pt x="3993" y="2663"/>
                        <a:pt x="3993" y="1720"/>
                      </a:cubicBezTo>
                      <a:cubicBezTo>
                        <a:pt x="3993" y="688"/>
                        <a:pt x="3151" y="0"/>
                        <a:pt x="2273" y="0"/>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584" name="Google Shape;8584;p36"/>
                <p:cNvSpPr/>
                <p:nvPr/>
              </p:nvSpPr>
              <p:spPr>
                <a:xfrm>
                  <a:off x="3978632" y="3403259"/>
                  <a:ext cx="8950" cy="7590"/>
                </a:xfrm>
                <a:custGeom>
                  <a:rect b="b" l="l" r="r" t="t"/>
                  <a:pathLst>
                    <a:path extrusionOk="0" h="965" w="1138">
                      <a:moveTo>
                        <a:pt x="654" y="1"/>
                      </a:moveTo>
                      <a:cubicBezTo>
                        <a:pt x="219" y="1"/>
                        <a:pt x="1" y="509"/>
                        <a:pt x="315" y="823"/>
                      </a:cubicBezTo>
                      <a:cubicBezTo>
                        <a:pt x="413" y="921"/>
                        <a:pt x="533" y="964"/>
                        <a:pt x="651" y="964"/>
                      </a:cubicBezTo>
                      <a:cubicBezTo>
                        <a:pt x="899" y="964"/>
                        <a:pt x="1138" y="772"/>
                        <a:pt x="1138" y="485"/>
                      </a:cubicBezTo>
                      <a:cubicBezTo>
                        <a:pt x="1138" y="206"/>
                        <a:pt x="920" y="1"/>
                        <a:pt x="654" y="1"/>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8585" name="Google Shape;8585;p36"/>
              <p:cNvGrpSpPr/>
              <p:nvPr/>
            </p:nvGrpSpPr>
            <p:grpSpPr>
              <a:xfrm>
                <a:off x="3925166" y="3491008"/>
                <a:ext cx="31405" cy="27001"/>
                <a:chOff x="3925166" y="3491008"/>
                <a:chExt cx="31405" cy="27001"/>
              </a:xfrm>
            </p:grpSpPr>
            <p:sp>
              <p:nvSpPr>
                <p:cNvPr id="8586" name="Google Shape;8586;p36"/>
                <p:cNvSpPr/>
                <p:nvPr/>
              </p:nvSpPr>
              <p:spPr>
                <a:xfrm>
                  <a:off x="3925166" y="3491008"/>
                  <a:ext cx="31405" cy="27001"/>
                </a:xfrm>
                <a:custGeom>
                  <a:rect b="b" l="l" r="r" t="t"/>
                  <a:pathLst>
                    <a:path extrusionOk="0" h="3433" w="3993">
                      <a:moveTo>
                        <a:pt x="2273" y="1"/>
                      </a:moveTo>
                      <a:cubicBezTo>
                        <a:pt x="1853" y="1"/>
                        <a:pt x="1425" y="157"/>
                        <a:pt x="1077" y="505"/>
                      </a:cubicBezTo>
                      <a:cubicBezTo>
                        <a:pt x="0" y="1582"/>
                        <a:pt x="763" y="3432"/>
                        <a:pt x="2287" y="3432"/>
                      </a:cubicBezTo>
                      <a:cubicBezTo>
                        <a:pt x="3230" y="3432"/>
                        <a:pt x="3992" y="2658"/>
                        <a:pt x="3992" y="1715"/>
                      </a:cubicBezTo>
                      <a:cubicBezTo>
                        <a:pt x="3992" y="683"/>
                        <a:pt x="3151" y="1"/>
                        <a:pt x="2273" y="1"/>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587" name="Google Shape;8587;p36"/>
                <p:cNvSpPr/>
                <p:nvPr/>
              </p:nvSpPr>
              <p:spPr>
                <a:xfrm>
                  <a:off x="3939339" y="3500682"/>
                  <a:ext cx="7621" cy="7621"/>
                </a:xfrm>
                <a:custGeom>
                  <a:rect b="b" l="l" r="r" t="t"/>
                  <a:pathLst>
                    <a:path extrusionOk="0" h="969" w="969">
                      <a:moveTo>
                        <a:pt x="485" y="1"/>
                      </a:moveTo>
                      <a:cubicBezTo>
                        <a:pt x="219" y="1"/>
                        <a:pt x="1" y="218"/>
                        <a:pt x="1" y="485"/>
                      </a:cubicBezTo>
                      <a:cubicBezTo>
                        <a:pt x="1" y="751"/>
                        <a:pt x="219" y="968"/>
                        <a:pt x="485" y="968"/>
                      </a:cubicBezTo>
                      <a:cubicBezTo>
                        <a:pt x="751" y="968"/>
                        <a:pt x="969" y="751"/>
                        <a:pt x="969" y="485"/>
                      </a:cubicBezTo>
                      <a:cubicBezTo>
                        <a:pt x="969" y="218"/>
                        <a:pt x="751" y="1"/>
                        <a:pt x="485" y="1"/>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8588" name="Google Shape;8588;p36"/>
              <p:cNvGrpSpPr/>
              <p:nvPr/>
            </p:nvGrpSpPr>
            <p:grpSpPr>
              <a:xfrm>
                <a:off x="3682845" y="3340976"/>
                <a:ext cx="31397" cy="26898"/>
                <a:chOff x="3682845" y="3340976"/>
                <a:chExt cx="31397" cy="26898"/>
              </a:xfrm>
            </p:grpSpPr>
            <p:sp>
              <p:nvSpPr>
                <p:cNvPr id="8589" name="Google Shape;8589;p36"/>
                <p:cNvSpPr/>
                <p:nvPr/>
              </p:nvSpPr>
              <p:spPr>
                <a:xfrm>
                  <a:off x="3682845" y="3340976"/>
                  <a:ext cx="31397" cy="26898"/>
                </a:xfrm>
                <a:custGeom>
                  <a:rect b="b" l="l" r="r" t="t"/>
                  <a:pathLst>
                    <a:path extrusionOk="0" h="3420" w="3992">
                      <a:moveTo>
                        <a:pt x="2272" y="0"/>
                      </a:moveTo>
                      <a:cubicBezTo>
                        <a:pt x="1853" y="0"/>
                        <a:pt x="1425" y="156"/>
                        <a:pt x="1077" y="504"/>
                      </a:cubicBezTo>
                      <a:cubicBezTo>
                        <a:pt x="0" y="1581"/>
                        <a:pt x="762" y="3420"/>
                        <a:pt x="2286" y="3420"/>
                      </a:cubicBezTo>
                      <a:cubicBezTo>
                        <a:pt x="3230" y="3420"/>
                        <a:pt x="3992" y="2658"/>
                        <a:pt x="3992" y="1714"/>
                      </a:cubicBezTo>
                      <a:cubicBezTo>
                        <a:pt x="3992" y="683"/>
                        <a:pt x="3150" y="0"/>
                        <a:pt x="2272" y="0"/>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590" name="Google Shape;8590;p36"/>
                <p:cNvSpPr/>
                <p:nvPr/>
              </p:nvSpPr>
              <p:spPr>
                <a:xfrm>
                  <a:off x="3695783" y="3350650"/>
                  <a:ext cx="8856" cy="7645"/>
                </a:xfrm>
                <a:custGeom>
                  <a:rect b="b" l="l" r="r" t="t"/>
                  <a:pathLst>
                    <a:path extrusionOk="0" h="972" w="1126">
                      <a:moveTo>
                        <a:pt x="641" y="0"/>
                      </a:moveTo>
                      <a:cubicBezTo>
                        <a:pt x="206" y="0"/>
                        <a:pt x="0" y="520"/>
                        <a:pt x="303" y="823"/>
                      </a:cubicBezTo>
                      <a:cubicBezTo>
                        <a:pt x="401" y="926"/>
                        <a:pt x="524" y="972"/>
                        <a:pt x="643" y="972"/>
                      </a:cubicBezTo>
                      <a:cubicBezTo>
                        <a:pt x="890" y="972"/>
                        <a:pt x="1125" y="777"/>
                        <a:pt x="1125" y="484"/>
                      </a:cubicBezTo>
                      <a:cubicBezTo>
                        <a:pt x="1125" y="218"/>
                        <a:pt x="907" y="0"/>
                        <a:pt x="641" y="0"/>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8591" name="Google Shape;8591;p36"/>
              <p:cNvGrpSpPr/>
              <p:nvPr/>
            </p:nvGrpSpPr>
            <p:grpSpPr>
              <a:xfrm>
                <a:off x="3795393" y="3353725"/>
                <a:ext cx="31499" cy="26993"/>
                <a:chOff x="3795393" y="3353725"/>
                <a:chExt cx="31499" cy="26993"/>
              </a:xfrm>
            </p:grpSpPr>
            <p:sp>
              <p:nvSpPr>
                <p:cNvPr id="8592" name="Google Shape;8592;p36"/>
                <p:cNvSpPr/>
                <p:nvPr/>
              </p:nvSpPr>
              <p:spPr>
                <a:xfrm>
                  <a:off x="3795393" y="3353725"/>
                  <a:ext cx="31499" cy="26993"/>
                </a:xfrm>
                <a:custGeom>
                  <a:rect b="b" l="l" r="r" t="t"/>
                  <a:pathLst>
                    <a:path extrusionOk="0" h="3432" w="4005">
                      <a:moveTo>
                        <a:pt x="2285" y="0"/>
                      </a:moveTo>
                      <a:cubicBezTo>
                        <a:pt x="1865" y="0"/>
                        <a:pt x="1437" y="156"/>
                        <a:pt x="1089" y="504"/>
                      </a:cubicBezTo>
                      <a:cubicBezTo>
                        <a:pt x="0" y="1581"/>
                        <a:pt x="775" y="3432"/>
                        <a:pt x="2299" y="3432"/>
                      </a:cubicBezTo>
                      <a:cubicBezTo>
                        <a:pt x="3242" y="3432"/>
                        <a:pt x="4005" y="2658"/>
                        <a:pt x="4005" y="1714"/>
                      </a:cubicBezTo>
                      <a:cubicBezTo>
                        <a:pt x="4005" y="683"/>
                        <a:pt x="3163" y="0"/>
                        <a:pt x="2285" y="0"/>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593" name="Google Shape;8593;p36"/>
                <p:cNvSpPr/>
                <p:nvPr/>
              </p:nvSpPr>
              <p:spPr>
                <a:xfrm>
                  <a:off x="3809668" y="3363399"/>
                  <a:ext cx="7613" cy="7613"/>
                </a:xfrm>
                <a:custGeom>
                  <a:rect b="b" l="l" r="r" t="t"/>
                  <a:pathLst>
                    <a:path extrusionOk="0" h="968" w="968">
                      <a:moveTo>
                        <a:pt x="484" y="0"/>
                      </a:moveTo>
                      <a:cubicBezTo>
                        <a:pt x="206" y="0"/>
                        <a:pt x="0" y="218"/>
                        <a:pt x="0" y="484"/>
                      </a:cubicBezTo>
                      <a:cubicBezTo>
                        <a:pt x="0" y="750"/>
                        <a:pt x="206" y="968"/>
                        <a:pt x="484" y="968"/>
                      </a:cubicBezTo>
                      <a:cubicBezTo>
                        <a:pt x="750" y="968"/>
                        <a:pt x="968" y="750"/>
                        <a:pt x="968" y="484"/>
                      </a:cubicBezTo>
                      <a:cubicBezTo>
                        <a:pt x="968" y="218"/>
                        <a:pt x="750" y="0"/>
                        <a:pt x="484" y="0"/>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8594" name="Google Shape;8594;p36"/>
              <p:cNvGrpSpPr/>
              <p:nvPr/>
            </p:nvGrpSpPr>
            <p:grpSpPr>
              <a:xfrm>
                <a:off x="4176909" y="4363221"/>
                <a:ext cx="38924" cy="33316"/>
                <a:chOff x="4176909" y="4363221"/>
                <a:chExt cx="38924" cy="33316"/>
              </a:xfrm>
            </p:grpSpPr>
            <p:sp>
              <p:nvSpPr>
                <p:cNvPr id="8595" name="Google Shape;8595;p36"/>
                <p:cNvSpPr/>
                <p:nvPr/>
              </p:nvSpPr>
              <p:spPr>
                <a:xfrm>
                  <a:off x="4176909" y="4363221"/>
                  <a:ext cx="38924" cy="33316"/>
                </a:xfrm>
                <a:custGeom>
                  <a:rect b="b" l="l" r="r" t="t"/>
                  <a:pathLst>
                    <a:path extrusionOk="0" h="4236" w="4949">
                      <a:moveTo>
                        <a:pt x="2823" y="0"/>
                      </a:moveTo>
                      <a:cubicBezTo>
                        <a:pt x="2301" y="0"/>
                        <a:pt x="1767" y="195"/>
                        <a:pt x="1331" y="631"/>
                      </a:cubicBezTo>
                      <a:cubicBezTo>
                        <a:pt x="1" y="1961"/>
                        <a:pt x="944" y="4236"/>
                        <a:pt x="2831" y="4236"/>
                      </a:cubicBezTo>
                      <a:cubicBezTo>
                        <a:pt x="4005" y="4236"/>
                        <a:pt x="4948" y="3292"/>
                        <a:pt x="4948" y="2119"/>
                      </a:cubicBezTo>
                      <a:cubicBezTo>
                        <a:pt x="4948" y="844"/>
                        <a:pt x="3911" y="0"/>
                        <a:pt x="2823" y="0"/>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596" name="Google Shape;8596;p36"/>
                <p:cNvSpPr/>
                <p:nvPr/>
              </p:nvSpPr>
              <p:spPr>
                <a:xfrm>
                  <a:off x="4192230" y="4372934"/>
                  <a:ext cx="13897" cy="13992"/>
                </a:xfrm>
                <a:custGeom>
                  <a:rect b="b" l="l" r="r" t="t"/>
                  <a:pathLst>
                    <a:path extrusionOk="0" h="1779" w="1767">
                      <a:moveTo>
                        <a:pt x="883" y="1"/>
                      </a:moveTo>
                      <a:cubicBezTo>
                        <a:pt x="399" y="1"/>
                        <a:pt x="0" y="400"/>
                        <a:pt x="0" y="896"/>
                      </a:cubicBezTo>
                      <a:cubicBezTo>
                        <a:pt x="0" y="1380"/>
                        <a:pt x="399" y="1779"/>
                        <a:pt x="883" y="1779"/>
                      </a:cubicBezTo>
                      <a:cubicBezTo>
                        <a:pt x="1379" y="1779"/>
                        <a:pt x="1766" y="1380"/>
                        <a:pt x="1766" y="896"/>
                      </a:cubicBezTo>
                      <a:cubicBezTo>
                        <a:pt x="1766" y="400"/>
                        <a:pt x="1379" y="1"/>
                        <a:pt x="883" y="1"/>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8597" name="Google Shape;8597;p36"/>
              <p:cNvGrpSpPr/>
              <p:nvPr/>
            </p:nvGrpSpPr>
            <p:grpSpPr>
              <a:xfrm>
                <a:off x="4226191" y="4007660"/>
                <a:ext cx="33560" cy="28770"/>
                <a:chOff x="4226191" y="4007660"/>
                <a:chExt cx="33560" cy="28770"/>
              </a:xfrm>
            </p:grpSpPr>
            <p:sp>
              <p:nvSpPr>
                <p:cNvPr id="8598" name="Google Shape;8598;p36"/>
                <p:cNvSpPr/>
                <p:nvPr/>
              </p:nvSpPr>
              <p:spPr>
                <a:xfrm>
                  <a:off x="4226191" y="4007660"/>
                  <a:ext cx="33560" cy="28770"/>
                </a:xfrm>
                <a:custGeom>
                  <a:rect b="b" l="l" r="r" t="t"/>
                  <a:pathLst>
                    <a:path extrusionOk="0" h="3658" w="4267">
                      <a:moveTo>
                        <a:pt x="2427" y="1"/>
                      </a:moveTo>
                      <a:cubicBezTo>
                        <a:pt x="1980" y="1"/>
                        <a:pt x="1524" y="167"/>
                        <a:pt x="1150" y="537"/>
                      </a:cubicBezTo>
                      <a:cubicBezTo>
                        <a:pt x="1" y="1686"/>
                        <a:pt x="811" y="3645"/>
                        <a:pt x="2444" y="3658"/>
                      </a:cubicBezTo>
                      <a:cubicBezTo>
                        <a:pt x="3436" y="3645"/>
                        <a:pt x="4259" y="2835"/>
                        <a:pt x="4259" y="1843"/>
                      </a:cubicBezTo>
                      <a:cubicBezTo>
                        <a:pt x="4267" y="736"/>
                        <a:pt x="3369" y="1"/>
                        <a:pt x="2427" y="1"/>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599" name="Google Shape;8599;p36"/>
                <p:cNvSpPr/>
                <p:nvPr/>
              </p:nvSpPr>
              <p:spPr>
                <a:xfrm>
                  <a:off x="4239129" y="4017397"/>
                  <a:ext cx="10948" cy="9383"/>
                </a:xfrm>
                <a:custGeom>
                  <a:rect b="b" l="l" r="r" t="t"/>
                  <a:pathLst>
                    <a:path extrusionOk="0" h="1193" w="1392">
                      <a:moveTo>
                        <a:pt x="787" y="0"/>
                      </a:moveTo>
                      <a:cubicBezTo>
                        <a:pt x="267" y="0"/>
                        <a:pt x="1" y="641"/>
                        <a:pt x="376" y="1016"/>
                      </a:cubicBezTo>
                      <a:cubicBezTo>
                        <a:pt x="497" y="1138"/>
                        <a:pt x="647" y="1192"/>
                        <a:pt x="794" y="1192"/>
                      </a:cubicBezTo>
                      <a:cubicBezTo>
                        <a:pt x="1099" y="1192"/>
                        <a:pt x="1392" y="957"/>
                        <a:pt x="1392" y="605"/>
                      </a:cubicBezTo>
                      <a:cubicBezTo>
                        <a:pt x="1392" y="266"/>
                        <a:pt x="1126" y="0"/>
                        <a:pt x="787" y="0"/>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8600" name="Google Shape;8600;p36"/>
              <p:cNvGrpSpPr/>
              <p:nvPr/>
            </p:nvGrpSpPr>
            <p:grpSpPr>
              <a:xfrm>
                <a:off x="3597785" y="3377045"/>
                <a:ext cx="33591" cy="28699"/>
                <a:chOff x="3597785" y="3377045"/>
                <a:chExt cx="33591" cy="28699"/>
              </a:xfrm>
            </p:grpSpPr>
            <p:sp>
              <p:nvSpPr>
                <p:cNvPr id="8601" name="Google Shape;8601;p36"/>
                <p:cNvSpPr/>
                <p:nvPr/>
              </p:nvSpPr>
              <p:spPr>
                <a:xfrm>
                  <a:off x="3597785" y="3377045"/>
                  <a:ext cx="33591" cy="28699"/>
                </a:xfrm>
                <a:custGeom>
                  <a:rect b="b" l="l" r="r" t="t"/>
                  <a:pathLst>
                    <a:path extrusionOk="0" h="3649" w="4271">
                      <a:moveTo>
                        <a:pt x="2428" y="0"/>
                      </a:moveTo>
                      <a:cubicBezTo>
                        <a:pt x="1979" y="0"/>
                        <a:pt x="1522" y="167"/>
                        <a:pt x="1150" y="539"/>
                      </a:cubicBezTo>
                      <a:cubicBezTo>
                        <a:pt x="0" y="1676"/>
                        <a:pt x="811" y="3648"/>
                        <a:pt x="2444" y="3648"/>
                      </a:cubicBezTo>
                      <a:cubicBezTo>
                        <a:pt x="3448" y="3648"/>
                        <a:pt x="4259" y="2826"/>
                        <a:pt x="4271" y="1822"/>
                      </a:cubicBezTo>
                      <a:cubicBezTo>
                        <a:pt x="4262" y="726"/>
                        <a:pt x="3364" y="0"/>
                        <a:pt x="2428" y="0"/>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602" name="Google Shape;8602;p36"/>
                <p:cNvSpPr/>
                <p:nvPr/>
              </p:nvSpPr>
              <p:spPr>
                <a:xfrm>
                  <a:off x="3612343" y="3386703"/>
                  <a:ext cx="9328" cy="9336"/>
                </a:xfrm>
                <a:custGeom>
                  <a:rect b="b" l="l" r="r" t="t"/>
                  <a:pathLst>
                    <a:path extrusionOk="0" h="1187" w="1186">
                      <a:moveTo>
                        <a:pt x="593" y="1"/>
                      </a:moveTo>
                      <a:cubicBezTo>
                        <a:pt x="266" y="1"/>
                        <a:pt x="0" y="267"/>
                        <a:pt x="0" y="594"/>
                      </a:cubicBezTo>
                      <a:cubicBezTo>
                        <a:pt x="0" y="920"/>
                        <a:pt x="266" y="1186"/>
                        <a:pt x="593" y="1186"/>
                      </a:cubicBezTo>
                      <a:cubicBezTo>
                        <a:pt x="920" y="1186"/>
                        <a:pt x="1186" y="920"/>
                        <a:pt x="1186" y="594"/>
                      </a:cubicBezTo>
                      <a:cubicBezTo>
                        <a:pt x="1186" y="267"/>
                        <a:pt x="920" y="1"/>
                        <a:pt x="593" y="1"/>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8603" name="Google Shape;8603;p36"/>
              <p:cNvGrpSpPr/>
              <p:nvPr/>
            </p:nvGrpSpPr>
            <p:grpSpPr>
              <a:xfrm>
                <a:off x="3887870" y="3669796"/>
                <a:ext cx="33591" cy="28692"/>
                <a:chOff x="3887870" y="3669796"/>
                <a:chExt cx="33591" cy="28692"/>
              </a:xfrm>
            </p:grpSpPr>
            <p:sp>
              <p:nvSpPr>
                <p:cNvPr id="8604" name="Google Shape;8604;p36"/>
                <p:cNvSpPr/>
                <p:nvPr/>
              </p:nvSpPr>
              <p:spPr>
                <a:xfrm>
                  <a:off x="3887870" y="3669796"/>
                  <a:ext cx="33591" cy="28692"/>
                </a:xfrm>
                <a:custGeom>
                  <a:rect b="b" l="l" r="r" t="t"/>
                  <a:pathLst>
                    <a:path extrusionOk="0" h="3648" w="4271">
                      <a:moveTo>
                        <a:pt x="2431" y="0"/>
                      </a:moveTo>
                      <a:cubicBezTo>
                        <a:pt x="1981" y="0"/>
                        <a:pt x="1522" y="167"/>
                        <a:pt x="1150" y="539"/>
                      </a:cubicBezTo>
                      <a:cubicBezTo>
                        <a:pt x="1" y="1676"/>
                        <a:pt x="823" y="3648"/>
                        <a:pt x="2444" y="3648"/>
                      </a:cubicBezTo>
                      <a:cubicBezTo>
                        <a:pt x="3448" y="3648"/>
                        <a:pt x="4271" y="2825"/>
                        <a:pt x="4271" y="1821"/>
                      </a:cubicBezTo>
                      <a:cubicBezTo>
                        <a:pt x="4271" y="725"/>
                        <a:pt x="3370" y="0"/>
                        <a:pt x="2431" y="0"/>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605" name="Google Shape;8605;p36"/>
                <p:cNvSpPr/>
                <p:nvPr/>
              </p:nvSpPr>
              <p:spPr>
                <a:xfrm>
                  <a:off x="3902428" y="3679454"/>
                  <a:ext cx="9422" cy="9328"/>
                </a:xfrm>
                <a:custGeom>
                  <a:rect b="b" l="l" r="r" t="t"/>
                  <a:pathLst>
                    <a:path extrusionOk="0" h="1186" w="1198">
                      <a:moveTo>
                        <a:pt x="593" y="1"/>
                      </a:moveTo>
                      <a:cubicBezTo>
                        <a:pt x="266" y="1"/>
                        <a:pt x="0" y="267"/>
                        <a:pt x="0" y="593"/>
                      </a:cubicBezTo>
                      <a:cubicBezTo>
                        <a:pt x="0" y="920"/>
                        <a:pt x="266" y="1186"/>
                        <a:pt x="593" y="1186"/>
                      </a:cubicBezTo>
                      <a:cubicBezTo>
                        <a:pt x="932" y="1186"/>
                        <a:pt x="1198" y="920"/>
                        <a:pt x="1198" y="593"/>
                      </a:cubicBezTo>
                      <a:cubicBezTo>
                        <a:pt x="1198" y="267"/>
                        <a:pt x="932" y="1"/>
                        <a:pt x="593" y="1"/>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8606" name="Google Shape;8606;p36"/>
              <p:cNvGrpSpPr/>
              <p:nvPr/>
            </p:nvGrpSpPr>
            <p:grpSpPr>
              <a:xfrm>
                <a:off x="3818320" y="3481625"/>
                <a:ext cx="33497" cy="28770"/>
                <a:chOff x="3818320" y="3481625"/>
                <a:chExt cx="33497" cy="28770"/>
              </a:xfrm>
            </p:grpSpPr>
            <p:sp>
              <p:nvSpPr>
                <p:cNvPr id="8607" name="Google Shape;8607;p36"/>
                <p:cNvSpPr/>
                <p:nvPr/>
              </p:nvSpPr>
              <p:spPr>
                <a:xfrm>
                  <a:off x="3818320" y="3481625"/>
                  <a:ext cx="33497" cy="28770"/>
                </a:xfrm>
                <a:custGeom>
                  <a:rect b="b" l="l" r="r" t="t"/>
                  <a:pathLst>
                    <a:path extrusionOk="0" h="3658" w="4259">
                      <a:moveTo>
                        <a:pt x="2421" y="1"/>
                      </a:moveTo>
                      <a:cubicBezTo>
                        <a:pt x="1975" y="1"/>
                        <a:pt x="1520" y="166"/>
                        <a:pt x="1150" y="537"/>
                      </a:cubicBezTo>
                      <a:cubicBezTo>
                        <a:pt x="1" y="1686"/>
                        <a:pt x="811" y="3658"/>
                        <a:pt x="2432" y="3658"/>
                      </a:cubicBezTo>
                      <a:cubicBezTo>
                        <a:pt x="3448" y="3658"/>
                        <a:pt x="4259" y="2835"/>
                        <a:pt x="4259" y="1831"/>
                      </a:cubicBezTo>
                      <a:cubicBezTo>
                        <a:pt x="4259" y="732"/>
                        <a:pt x="3359" y="1"/>
                        <a:pt x="2421" y="1"/>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608" name="Google Shape;8608;p36"/>
                <p:cNvSpPr/>
                <p:nvPr/>
              </p:nvSpPr>
              <p:spPr>
                <a:xfrm>
                  <a:off x="3831258" y="3491362"/>
                  <a:ext cx="10956" cy="9375"/>
                </a:xfrm>
                <a:custGeom>
                  <a:rect b="b" l="l" r="r" t="t"/>
                  <a:pathLst>
                    <a:path extrusionOk="0" h="1192" w="1393">
                      <a:moveTo>
                        <a:pt x="787" y="0"/>
                      </a:moveTo>
                      <a:cubicBezTo>
                        <a:pt x="267" y="0"/>
                        <a:pt x="1" y="641"/>
                        <a:pt x="376" y="1016"/>
                      </a:cubicBezTo>
                      <a:cubicBezTo>
                        <a:pt x="497" y="1137"/>
                        <a:pt x="646" y="1192"/>
                        <a:pt x="792" y="1192"/>
                      </a:cubicBezTo>
                      <a:cubicBezTo>
                        <a:pt x="1098" y="1192"/>
                        <a:pt x="1392" y="953"/>
                        <a:pt x="1392" y="593"/>
                      </a:cubicBezTo>
                      <a:cubicBezTo>
                        <a:pt x="1392" y="266"/>
                        <a:pt x="1126" y="0"/>
                        <a:pt x="787" y="0"/>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8609" name="Google Shape;8609;p36"/>
              <p:cNvGrpSpPr/>
              <p:nvPr/>
            </p:nvGrpSpPr>
            <p:grpSpPr>
              <a:xfrm>
                <a:off x="4278139" y="4120948"/>
                <a:ext cx="37492" cy="32129"/>
                <a:chOff x="4278139" y="4120948"/>
                <a:chExt cx="37492" cy="32129"/>
              </a:xfrm>
            </p:grpSpPr>
            <p:sp>
              <p:nvSpPr>
                <p:cNvPr id="8610" name="Google Shape;8610;p36"/>
                <p:cNvSpPr/>
                <p:nvPr/>
              </p:nvSpPr>
              <p:spPr>
                <a:xfrm>
                  <a:off x="4278139" y="4120948"/>
                  <a:ext cx="37492" cy="32129"/>
                </a:xfrm>
                <a:custGeom>
                  <a:rect b="b" l="l" r="r" t="t"/>
                  <a:pathLst>
                    <a:path extrusionOk="0" h="4085" w="4767">
                      <a:moveTo>
                        <a:pt x="2708" y="0"/>
                      </a:moveTo>
                      <a:cubicBezTo>
                        <a:pt x="2207" y="0"/>
                        <a:pt x="1697" y="186"/>
                        <a:pt x="1283" y="600"/>
                      </a:cubicBezTo>
                      <a:cubicBezTo>
                        <a:pt x="1" y="1895"/>
                        <a:pt x="908" y="4084"/>
                        <a:pt x="2722" y="4084"/>
                      </a:cubicBezTo>
                      <a:cubicBezTo>
                        <a:pt x="3847" y="4084"/>
                        <a:pt x="4755" y="3177"/>
                        <a:pt x="4767" y="2052"/>
                      </a:cubicBezTo>
                      <a:cubicBezTo>
                        <a:pt x="4767" y="815"/>
                        <a:pt x="3758" y="0"/>
                        <a:pt x="2708" y="0"/>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611" name="Google Shape;8611;p36"/>
                <p:cNvSpPr/>
                <p:nvPr/>
              </p:nvSpPr>
              <p:spPr>
                <a:xfrm>
                  <a:off x="4290983" y="4130614"/>
                  <a:ext cx="14943" cy="12812"/>
                </a:xfrm>
                <a:custGeom>
                  <a:rect b="b" l="l" r="r" t="t"/>
                  <a:pathLst>
                    <a:path extrusionOk="0" h="1629" w="1900">
                      <a:moveTo>
                        <a:pt x="1089" y="0"/>
                      </a:moveTo>
                      <a:cubicBezTo>
                        <a:pt x="363" y="0"/>
                        <a:pt x="1" y="883"/>
                        <a:pt x="509" y="1391"/>
                      </a:cubicBezTo>
                      <a:cubicBezTo>
                        <a:pt x="673" y="1555"/>
                        <a:pt x="876" y="1629"/>
                        <a:pt x="1076" y="1629"/>
                      </a:cubicBezTo>
                      <a:cubicBezTo>
                        <a:pt x="1495" y="1629"/>
                        <a:pt x="1900" y="1306"/>
                        <a:pt x="1900" y="823"/>
                      </a:cubicBezTo>
                      <a:cubicBezTo>
                        <a:pt x="1900" y="363"/>
                        <a:pt x="1537" y="0"/>
                        <a:pt x="1089" y="0"/>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8612" name="Google Shape;8612;p36"/>
              <p:cNvGrpSpPr/>
              <p:nvPr/>
            </p:nvGrpSpPr>
            <p:grpSpPr>
              <a:xfrm>
                <a:off x="4419898" y="3977388"/>
                <a:ext cx="33497" cy="28692"/>
                <a:chOff x="4419898" y="3977388"/>
                <a:chExt cx="33497" cy="28692"/>
              </a:xfrm>
            </p:grpSpPr>
            <p:sp>
              <p:nvSpPr>
                <p:cNvPr id="8613" name="Google Shape;8613;p36"/>
                <p:cNvSpPr/>
                <p:nvPr/>
              </p:nvSpPr>
              <p:spPr>
                <a:xfrm>
                  <a:off x="4419898" y="3977388"/>
                  <a:ext cx="33497" cy="28692"/>
                </a:xfrm>
                <a:custGeom>
                  <a:rect b="b" l="l" r="r" t="t"/>
                  <a:pathLst>
                    <a:path extrusionOk="0" h="3648" w="4259">
                      <a:moveTo>
                        <a:pt x="2426" y="0"/>
                      </a:moveTo>
                      <a:cubicBezTo>
                        <a:pt x="1979" y="0"/>
                        <a:pt x="1522" y="167"/>
                        <a:pt x="1150" y="539"/>
                      </a:cubicBezTo>
                      <a:cubicBezTo>
                        <a:pt x="1" y="1688"/>
                        <a:pt x="811" y="3648"/>
                        <a:pt x="2432" y="3648"/>
                      </a:cubicBezTo>
                      <a:cubicBezTo>
                        <a:pt x="3448" y="3648"/>
                        <a:pt x="4259" y="2837"/>
                        <a:pt x="4259" y="1833"/>
                      </a:cubicBezTo>
                      <a:cubicBezTo>
                        <a:pt x="4259" y="729"/>
                        <a:pt x="3362" y="0"/>
                        <a:pt x="2426" y="0"/>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614" name="Google Shape;8614;p36"/>
                <p:cNvSpPr/>
                <p:nvPr/>
              </p:nvSpPr>
              <p:spPr>
                <a:xfrm>
                  <a:off x="4432742" y="3987046"/>
                  <a:ext cx="11042" cy="9399"/>
                </a:xfrm>
                <a:custGeom>
                  <a:rect b="b" l="l" r="r" t="t"/>
                  <a:pathLst>
                    <a:path extrusionOk="0" h="1195" w="1404">
                      <a:moveTo>
                        <a:pt x="799" y="0"/>
                      </a:moveTo>
                      <a:cubicBezTo>
                        <a:pt x="267" y="0"/>
                        <a:pt x="1" y="641"/>
                        <a:pt x="376" y="1016"/>
                      </a:cubicBezTo>
                      <a:cubicBezTo>
                        <a:pt x="499" y="1139"/>
                        <a:pt x="650" y="1195"/>
                        <a:pt x="799" y="1195"/>
                      </a:cubicBezTo>
                      <a:cubicBezTo>
                        <a:pt x="1104" y="1195"/>
                        <a:pt x="1396" y="963"/>
                        <a:pt x="1404" y="605"/>
                      </a:cubicBezTo>
                      <a:cubicBezTo>
                        <a:pt x="1404" y="266"/>
                        <a:pt x="1138" y="0"/>
                        <a:pt x="799" y="0"/>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8615" name="Google Shape;8615;p36"/>
              <p:cNvGrpSpPr/>
              <p:nvPr/>
            </p:nvGrpSpPr>
            <p:grpSpPr>
              <a:xfrm>
                <a:off x="4158930" y="4034684"/>
                <a:ext cx="33497" cy="28762"/>
                <a:chOff x="4158930" y="4034684"/>
                <a:chExt cx="33497" cy="28762"/>
              </a:xfrm>
            </p:grpSpPr>
            <p:sp>
              <p:nvSpPr>
                <p:cNvPr id="8616" name="Google Shape;8616;p36"/>
                <p:cNvSpPr/>
                <p:nvPr/>
              </p:nvSpPr>
              <p:spPr>
                <a:xfrm>
                  <a:off x="4158930" y="4034684"/>
                  <a:ext cx="33497" cy="28762"/>
                </a:xfrm>
                <a:custGeom>
                  <a:rect b="b" l="l" r="r" t="t"/>
                  <a:pathLst>
                    <a:path extrusionOk="0" h="3657" w="4259">
                      <a:moveTo>
                        <a:pt x="2421" y="0"/>
                      </a:moveTo>
                      <a:cubicBezTo>
                        <a:pt x="1974" y="0"/>
                        <a:pt x="1520" y="166"/>
                        <a:pt x="1149" y="536"/>
                      </a:cubicBezTo>
                      <a:cubicBezTo>
                        <a:pt x="0" y="1685"/>
                        <a:pt x="811" y="3645"/>
                        <a:pt x="2432" y="3657"/>
                      </a:cubicBezTo>
                      <a:cubicBezTo>
                        <a:pt x="3436" y="3645"/>
                        <a:pt x="4258" y="2834"/>
                        <a:pt x="4258" y="1830"/>
                      </a:cubicBezTo>
                      <a:cubicBezTo>
                        <a:pt x="4258" y="732"/>
                        <a:pt x="3358" y="0"/>
                        <a:pt x="2421" y="0"/>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617" name="Google Shape;8617;p36"/>
                <p:cNvSpPr/>
                <p:nvPr/>
              </p:nvSpPr>
              <p:spPr>
                <a:xfrm>
                  <a:off x="4173385" y="4044319"/>
                  <a:ext cx="9336" cy="9430"/>
                </a:xfrm>
                <a:custGeom>
                  <a:rect b="b" l="l" r="r" t="t"/>
                  <a:pathLst>
                    <a:path extrusionOk="0" h="1199" w="1187">
                      <a:moveTo>
                        <a:pt x="594" y="1"/>
                      </a:moveTo>
                      <a:cubicBezTo>
                        <a:pt x="267" y="1"/>
                        <a:pt x="1" y="279"/>
                        <a:pt x="1" y="605"/>
                      </a:cubicBezTo>
                      <a:cubicBezTo>
                        <a:pt x="1" y="932"/>
                        <a:pt x="267" y="1198"/>
                        <a:pt x="594" y="1198"/>
                      </a:cubicBezTo>
                      <a:cubicBezTo>
                        <a:pt x="920" y="1198"/>
                        <a:pt x="1186" y="932"/>
                        <a:pt x="1186" y="605"/>
                      </a:cubicBezTo>
                      <a:cubicBezTo>
                        <a:pt x="1186" y="279"/>
                        <a:pt x="920" y="1"/>
                        <a:pt x="594" y="1"/>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8618" name="Google Shape;8618;p36"/>
              <p:cNvGrpSpPr/>
              <p:nvPr/>
            </p:nvGrpSpPr>
            <p:grpSpPr>
              <a:xfrm>
                <a:off x="4134949" y="3957049"/>
                <a:ext cx="33497" cy="28770"/>
                <a:chOff x="4134949" y="3957049"/>
                <a:chExt cx="33497" cy="28770"/>
              </a:xfrm>
            </p:grpSpPr>
            <p:sp>
              <p:nvSpPr>
                <p:cNvPr id="8619" name="Google Shape;8619;p36"/>
                <p:cNvSpPr/>
                <p:nvPr/>
              </p:nvSpPr>
              <p:spPr>
                <a:xfrm>
                  <a:off x="4134949" y="3957049"/>
                  <a:ext cx="33497" cy="28770"/>
                </a:xfrm>
                <a:custGeom>
                  <a:rect b="b" l="l" r="r" t="t"/>
                  <a:pathLst>
                    <a:path extrusionOk="0" h="3658" w="4259">
                      <a:moveTo>
                        <a:pt x="2421" y="0"/>
                      </a:moveTo>
                      <a:cubicBezTo>
                        <a:pt x="1975" y="0"/>
                        <a:pt x="1520" y="166"/>
                        <a:pt x="1150" y="536"/>
                      </a:cubicBezTo>
                      <a:cubicBezTo>
                        <a:pt x="1" y="1685"/>
                        <a:pt x="811" y="3657"/>
                        <a:pt x="2432" y="3657"/>
                      </a:cubicBezTo>
                      <a:cubicBezTo>
                        <a:pt x="3436" y="3657"/>
                        <a:pt x="4259" y="2834"/>
                        <a:pt x="4259" y="1830"/>
                      </a:cubicBezTo>
                      <a:cubicBezTo>
                        <a:pt x="4259" y="732"/>
                        <a:pt x="3359" y="0"/>
                        <a:pt x="2421" y="0"/>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620" name="Google Shape;8620;p36"/>
                <p:cNvSpPr/>
                <p:nvPr/>
              </p:nvSpPr>
              <p:spPr>
                <a:xfrm>
                  <a:off x="4147793" y="3966778"/>
                  <a:ext cx="10956" cy="9383"/>
                </a:xfrm>
                <a:custGeom>
                  <a:rect b="b" l="l" r="r" t="t"/>
                  <a:pathLst>
                    <a:path extrusionOk="0" h="1193" w="1393">
                      <a:moveTo>
                        <a:pt x="799" y="1"/>
                      </a:moveTo>
                      <a:cubicBezTo>
                        <a:pt x="267" y="1"/>
                        <a:pt x="1" y="642"/>
                        <a:pt x="376" y="1017"/>
                      </a:cubicBezTo>
                      <a:cubicBezTo>
                        <a:pt x="497" y="1138"/>
                        <a:pt x="646" y="1192"/>
                        <a:pt x="792" y="1192"/>
                      </a:cubicBezTo>
                      <a:cubicBezTo>
                        <a:pt x="1098" y="1192"/>
                        <a:pt x="1392" y="954"/>
                        <a:pt x="1392" y="593"/>
                      </a:cubicBezTo>
                      <a:cubicBezTo>
                        <a:pt x="1392" y="267"/>
                        <a:pt x="1126" y="1"/>
                        <a:pt x="799" y="1"/>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8621" name="Google Shape;8621;p36"/>
              <p:cNvGrpSpPr/>
              <p:nvPr/>
            </p:nvGrpSpPr>
            <p:grpSpPr>
              <a:xfrm>
                <a:off x="4193653" y="4184403"/>
                <a:ext cx="43580" cy="37264"/>
                <a:chOff x="4193653" y="4184403"/>
                <a:chExt cx="43580" cy="37264"/>
              </a:xfrm>
            </p:grpSpPr>
            <p:sp>
              <p:nvSpPr>
                <p:cNvPr id="8622" name="Google Shape;8622;p36"/>
                <p:cNvSpPr/>
                <p:nvPr/>
              </p:nvSpPr>
              <p:spPr>
                <a:xfrm>
                  <a:off x="4193653" y="4184403"/>
                  <a:ext cx="43580" cy="37264"/>
                </a:xfrm>
                <a:custGeom>
                  <a:rect b="b" l="l" r="r" t="t"/>
                  <a:pathLst>
                    <a:path extrusionOk="0" h="4738" w="5541">
                      <a:moveTo>
                        <a:pt x="3156" y="1"/>
                      </a:moveTo>
                      <a:cubicBezTo>
                        <a:pt x="2575" y="1"/>
                        <a:pt x="1982" y="216"/>
                        <a:pt x="1501" y="698"/>
                      </a:cubicBezTo>
                      <a:cubicBezTo>
                        <a:pt x="1" y="2185"/>
                        <a:pt x="1065" y="4738"/>
                        <a:pt x="3170" y="4738"/>
                      </a:cubicBezTo>
                      <a:cubicBezTo>
                        <a:pt x="4476" y="4738"/>
                        <a:pt x="5529" y="3673"/>
                        <a:pt x="5541" y="2367"/>
                      </a:cubicBezTo>
                      <a:cubicBezTo>
                        <a:pt x="5541" y="943"/>
                        <a:pt x="4373" y="1"/>
                        <a:pt x="3156" y="1"/>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623" name="Google Shape;8623;p36"/>
                <p:cNvSpPr/>
                <p:nvPr/>
              </p:nvSpPr>
              <p:spPr>
                <a:xfrm>
                  <a:off x="4206591" y="4194069"/>
                  <a:ext cx="20944" cy="17948"/>
                </a:xfrm>
                <a:custGeom>
                  <a:rect b="b" l="l" r="r" t="t"/>
                  <a:pathLst>
                    <a:path extrusionOk="0" h="2282" w="2663">
                      <a:moveTo>
                        <a:pt x="1525" y="1"/>
                      </a:moveTo>
                      <a:cubicBezTo>
                        <a:pt x="509" y="1"/>
                        <a:pt x="1" y="1223"/>
                        <a:pt x="714" y="1948"/>
                      </a:cubicBezTo>
                      <a:cubicBezTo>
                        <a:pt x="948" y="2179"/>
                        <a:pt x="1234" y="2282"/>
                        <a:pt x="1514" y="2282"/>
                      </a:cubicBezTo>
                      <a:cubicBezTo>
                        <a:pt x="2101" y="2282"/>
                        <a:pt x="2662" y="1826"/>
                        <a:pt x="2662" y="1138"/>
                      </a:cubicBezTo>
                      <a:cubicBezTo>
                        <a:pt x="2662" y="509"/>
                        <a:pt x="2154" y="1"/>
                        <a:pt x="1525" y="1"/>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8624" name="Google Shape;8624;p36"/>
              <p:cNvGrpSpPr/>
              <p:nvPr/>
            </p:nvGrpSpPr>
            <p:grpSpPr>
              <a:xfrm>
                <a:off x="4343600" y="3943844"/>
                <a:ext cx="43580" cy="37312"/>
                <a:chOff x="4343600" y="3943844"/>
                <a:chExt cx="43580" cy="37312"/>
              </a:xfrm>
            </p:grpSpPr>
            <p:sp>
              <p:nvSpPr>
                <p:cNvPr id="8625" name="Google Shape;8625;p36"/>
                <p:cNvSpPr/>
                <p:nvPr/>
              </p:nvSpPr>
              <p:spPr>
                <a:xfrm>
                  <a:off x="4343600" y="3943844"/>
                  <a:ext cx="43580" cy="37312"/>
                </a:xfrm>
                <a:custGeom>
                  <a:rect b="b" l="l" r="r" t="t"/>
                  <a:pathLst>
                    <a:path extrusionOk="0" h="4744" w="5541">
                      <a:moveTo>
                        <a:pt x="3156" y="1"/>
                      </a:moveTo>
                      <a:cubicBezTo>
                        <a:pt x="2574" y="1"/>
                        <a:pt x="1982" y="218"/>
                        <a:pt x="1500" y="703"/>
                      </a:cubicBezTo>
                      <a:cubicBezTo>
                        <a:pt x="0" y="2191"/>
                        <a:pt x="1065" y="4743"/>
                        <a:pt x="3169" y="4743"/>
                      </a:cubicBezTo>
                      <a:cubicBezTo>
                        <a:pt x="4476" y="4731"/>
                        <a:pt x="5528" y="3679"/>
                        <a:pt x="5540" y="2372"/>
                      </a:cubicBezTo>
                      <a:cubicBezTo>
                        <a:pt x="5540" y="949"/>
                        <a:pt x="4373" y="1"/>
                        <a:pt x="3156" y="1"/>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626" name="Google Shape;8626;p36"/>
                <p:cNvSpPr/>
                <p:nvPr/>
              </p:nvSpPr>
              <p:spPr>
                <a:xfrm>
                  <a:off x="4359581" y="3953557"/>
                  <a:ext cx="17893" cy="17893"/>
                </a:xfrm>
                <a:custGeom>
                  <a:rect b="b" l="l" r="r" t="t"/>
                  <a:pathLst>
                    <a:path extrusionOk="0" h="2275" w="2275">
                      <a:moveTo>
                        <a:pt x="1137" y="0"/>
                      </a:moveTo>
                      <a:cubicBezTo>
                        <a:pt x="508" y="0"/>
                        <a:pt x="0" y="508"/>
                        <a:pt x="0" y="1137"/>
                      </a:cubicBezTo>
                      <a:cubicBezTo>
                        <a:pt x="0" y="1766"/>
                        <a:pt x="508" y="2274"/>
                        <a:pt x="1137" y="2274"/>
                      </a:cubicBezTo>
                      <a:cubicBezTo>
                        <a:pt x="1766" y="2274"/>
                        <a:pt x="2275" y="1766"/>
                        <a:pt x="2275" y="1137"/>
                      </a:cubicBezTo>
                      <a:cubicBezTo>
                        <a:pt x="2275" y="508"/>
                        <a:pt x="1766" y="0"/>
                        <a:pt x="1137" y="0"/>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8627" name="Google Shape;8627;p36"/>
              <p:cNvGrpSpPr/>
              <p:nvPr/>
            </p:nvGrpSpPr>
            <p:grpSpPr>
              <a:xfrm>
                <a:off x="4172339" y="3381693"/>
                <a:ext cx="31499" cy="27001"/>
                <a:chOff x="4172339" y="3381693"/>
                <a:chExt cx="31499" cy="27001"/>
              </a:xfrm>
            </p:grpSpPr>
            <p:sp>
              <p:nvSpPr>
                <p:cNvPr id="8628" name="Google Shape;8628;p36"/>
                <p:cNvSpPr/>
                <p:nvPr/>
              </p:nvSpPr>
              <p:spPr>
                <a:xfrm>
                  <a:off x="4172339" y="3381693"/>
                  <a:ext cx="31499" cy="27001"/>
                </a:xfrm>
                <a:custGeom>
                  <a:rect b="b" l="l" r="r" t="t"/>
                  <a:pathLst>
                    <a:path extrusionOk="0" h="3433" w="4005">
                      <a:moveTo>
                        <a:pt x="2285" y="1"/>
                      </a:moveTo>
                      <a:cubicBezTo>
                        <a:pt x="1866" y="1"/>
                        <a:pt x="1438" y="157"/>
                        <a:pt x="1090" y="505"/>
                      </a:cubicBezTo>
                      <a:cubicBezTo>
                        <a:pt x="1" y="1581"/>
                        <a:pt x="775" y="3420"/>
                        <a:pt x="2299" y="3432"/>
                      </a:cubicBezTo>
                      <a:cubicBezTo>
                        <a:pt x="3243" y="3420"/>
                        <a:pt x="4005" y="2658"/>
                        <a:pt x="4005" y="1714"/>
                      </a:cubicBezTo>
                      <a:cubicBezTo>
                        <a:pt x="4005" y="683"/>
                        <a:pt x="3163" y="1"/>
                        <a:pt x="2285" y="1"/>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629" name="Google Shape;8629;p36"/>
                <p:cNvSpPr/>
                <p:nvPr/>
              </p:nvSpPr>
              <p:spPr>
                <a:xfrm>
                  <a:off x="4185285" y="3391367"/>
                  <a:ext cx="8856" cy="7605"/>
                </a:xfrm>
                <a:custGeom>
                  <a:rect b="b" l="l" r="r" t="t"/>
                  <a:pathLst>
                    <a:path extrusionOk="0" h="967" w="1126">
                      <a:moveTo>
                        <a:pt x="653" y="1"/>
                      </a:moveTo>
                      <a:cubicBezTo>
                        <a:pt x="218" y="1"/>
                        <a:pt x="0" y="521"/>
                        <a:pt x="302" y="823"/>
                      </a:cubicBezTo>
                      <a:cubicBezTo>
                        <a:pt x="401" y="922"/>
                        <a:pt x="523" y="967"/>
                        <a:pt x="643" y="967"/>
                      </a:cubicBezTo>
                      <a:cubicBezTo>
                        <a:pt x="889" y="967"/>
                        <a:pt x="1125" y="778"/>
                        <a:pt x="1125" y="484"/>
                      </a:cubicBezTo>
                      <a:cubicBezTo>
                        <a:pt x="1125" y="218"/>
                        <a:pt x="919" y="1"/>
                        <a:pt x="653" y="1"/>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grpSp>
    </p:spTree>
  </p:cSld>
  <p:clrMapOvr>
    <a:masterClrMapping/>
  </p:clrMapOvr>
</p:sld>
</file>

<file path=ppt/slides/slide4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0">
  <p:cSld>
    <p:spTree>
      <p:nvGrpSpPr>
        <p:cNvPr id="8633" name="Shape 8633"/>
        <p:cNvGrpSpPr/>
        <p:nvPr/>
      </p:nvGrpSpPr>
      <p:grpSpPr>
        <a:xfrm>
          <a:off x="0" y="0"/>
          <a:ext cx="0" cy="0"/>
          <a:chOff x="0" y="0"/>
          <a:chExt cx="0" cy="0"/>
        </a:xfrm>
      </p:grpSpPr>
      <p:grpSp>
        <p:nvGrpSpPr>
          <p:cNvPr id="8634" name="Google Shape;8634;p37"/>
          <p:cNvGrpSpPr/>
          <p:nvPr/>
        </p:nvGrpSpPr>
        <p:grpSpPr>
          <a:xfrm>
            <a:off x="729274" y="969759"/>
            <a:ext cx="2507799" cy="206238"/>
            <a:chOff x="106648" y="895722"/>
            <a:chExt cx="4481414" cy="374299"/>
          </a:xfrm>
        </p:grpSpPr>
        <p:grpSp>
          <p:nvGrpSpPr>
            <p:cNvPr id="8635" name="Google Shape;8635;p37"/>
            <p:cNvGrpSpPr/>
            <p:nvPr/>
          </p:nvGrpSpPr>
          <p:grpSpPr>
            <a:xfrm>
              <a:off x="2233276" y="895722"/>
              <a:ext cx="1082667" cy="223591"/>
              <a:chOff x="4808316" y="2800065"/>
              <a:chExt cx="1999386" cy="412910"/>
            </a:xfrm>
          </p:grpSpPr>
          <p:sp>
            <p:nvSpPr>
              <p:cNvPr id="8636" name="Google Shape;8636;p37"/>
              <p:cNvSpPr/>
              <p:nvPr/>
            </p:nvSpPr>
            <p:spPr>
              <a:xfrm>
                <a:off x="4849302" y="3079475"/>
                <a:ext cx="1958400" cy="133500"/>
              </a:xfrm>
              <a:prstGeom prst="rect">
                <a:avLst/>
              </a:prstGeom>
              <a:solidFill>
                <a:srgbClr val="BAC8D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nvGrpSpPr>
              <p:cNvPr id="8637" name="Google Shape;8637;p37"/>
              <p:cNvGrpSpPr/>
              <p:nvPr/>
            </p:nvGrpSpPr>
            <p:grpSpPr>
              <a:xfrm>
                <a:off x="4808316" y="2800065"/>
                <a:ext cx="92400" cy="411825"/>
                <a:chOff x="845575" y="2563700"/>
                <a:chExt cx="92400" cy="411825"/>
              </a:xfrm>
            </p:grpSpPr>
            <p:cxnSp>
              <p:nvCxnSpPr>
                <p:cNvPr id="8638" name="Google Shape;8638;p37"/>
                <p:cNvCxnSpPr/>
                <p:nvPr/>
              </p:nvCxnSpPr>
              <p:spPr>
                <a:xfrm>
                  <a:off x="891775" y="2616125"/>
                  <a:ext cx="0" cy="359400"/>
                </a:xfrm>
                <a:prstGeom prst="straightConnector1">
                  <a:avLst/>
                </a:prstGeom>
                <a:noFill/>
                <a:ln cap="flat" cmpd="sng" w="9525">
                  <a:solidFill>
                    <a:srgbClr val="667E92"/>
                  </a:solidFill>
                  <a:prstDash val="solid"/>
                  <a:round/>
                  <a:headEnd len="sm" w="sm" type="none"/>
                  <a:tailEnd len="sm" w="sm" type="none"/>
                </a:ln>
              </p:spPr>
            </p:cxnSp>
            <p:sp>
              <p:nvSpPr>
                <p:cNvPr id="8639" name="Google Shape;8639;p37"/>
                <p:cNvSpPr/>
                <p:nvPr/>
              </p:nvSpPr>
              <p:spPr>
                <a:xfrm>
                  <a:off x="845575" y="2563700"/>
                  <a:ext cx="92400" cy="92400"/>
                </a:xfrm>
                <a:prstGeom prst="ellipse">
                  <a:avLst/>
                </a:prstGeom>
                <a:solidFill>
                  <a:srgbClr val="667E9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grpSp>
          <p:nvGrpSpPr>
            <p:cNvPr id="8640" name="Google Shape;8640;p37"/>
            <p:cNvGrpSpPr/>
            <p:nvPr/>
          </p:nvGrpSpPr>
          <p:grpSpPr>
            <a:xfrm>
              <a:off x="106648" y="895722"/>
              <a:ext cx="1088401" cy="223591"/>
              <a:chOff x="881025" y="2800065"/>
              <a:chExt cx="2009975" cy="412910"/>
            </a:xfrm>
          </p:grpSpPr>
          <p:sp>
            <p:nvSpPr>
              <p:cNvPr id="8641" name="Google Shape;8641;p37"/>
              <p:cNvSpPr/>
              <p:nvPr/>
            </p:nvSpPr>
            <p:spPr>
              <a:xfrm>
                <a:off x="932600" y="3079475"/>
                <a:ext cx="1958400" cy="133500"/>
              </a:xfrm>
              <a:prstGeom prst="rect">
                <a:avLst/>
              </a:prstGeom>
              <a:solidFill>
                <a:srgbClr val="BAC8D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nvGrpSpPr>
              <p:cNvPr id="8642" name="Google Shape;8642;p37"/>
              <p:cNvGrpSpPr/>
              <p:nvPr/>
            </p:nvGrpSpPr>
            <p:grpSpPr>
              <a:xfrm>
                <a:off x="881025" y="2800065"/>
                <a:ext cx="92400" cy="411825"/>
                <a:chOff x="845575" y="2563700"/>
                <a:chExt cx="92400" cy="411825"/>
              </a:xfrm>
            </p:grpSpPr>
            <p:cxnSp>
              <p:nvCxnSpPr>
                <p:cNvPr id="8643" name="Google Shape;8643;p37"/>
                <p:cNvCxnSpPr/>
                <p:nvPr/>
              </p:nvCxnSpPr>
              <p:spPr>
                <a:xfrm>
                  <a:off x="891775" y="2616125"/>
                  <a:ext cx="0" cy="359400"/>
                </a:xfrm>
                <a:prstGeom prst="straightConnector1">
                  <a:avLst/>
                </a:prstGeom>
                <a:noFill/>
                <a:ln cap="flat" cmpd="sng" w="9525">
                  <a:solidFill>
                    <a:srgbClr val="667E92"/>
                  </a:solidFill>
                  <a:prstDash val="solid"/>
                  <a:round/>
                  <a:headEnd len="sm" w="sm" type="none"/>
                  <a:tailEnd len="sm" w="sm" type="none"/>
                </a:ln>
              </p:spPr>
            </p:cxnSp>
            <p:sp>
              <p:nvSpPr>
                <p:cNvPr id="8644" name="Google Shape;8644;p37"/>
                <p:cNvSpPr/>
                <p:nvPr/>
              </p:nvSpPr>
              <p:spPr>
                <a:xfrm>
                  <a:off x="845575" y="2563700"/>
                  <a:ext cx="92400" cy="92400"/>
                </a:xfrm>
                <a:prstGeom prst="ellipse">
                  <a:avLst/>
                </a:prstGeom>
                <a:solidFill>
                  <a:srgbClr val="667E9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grpSp>
          <p:nvGrpSpPr>
            <p:cNvPr id="8645" name="Google Shape;8645;p37"/>
            <p:cNvGrpSpPr/>
            <p:nvPr/>
          </p:nvGrpSpPr>
          <p:grpSpPr>
            <a:xfrm>
              <a:off x="1172346" y="1047018"/>
              <a:ext cx="1083151" cy="223003"/>
              <a:chOff x="2849073" y="3079467"/>
              <a:chExt cx="2000279" cy="411825"/>
            </a:xfrm>
          </p:grpSpPr>
          <p:sp>
            <p:nvSpPr>
              <p:cNvPr id="8646" name="Google Shape;8646;p37"/>
              <p:cNvSpPr/>
              <p:nvPr/>
            </p:nvSpPr>
            <p:spPr>
              <a:xfrm>
                <a:off x="2890952" y="3079475"/>
                <a:ext cx="1958400" cy="133500"/>
              </a:xfrm>
              <a:prstGeom prst="rect">
                <a:avLst/>
              </a:prstGeom>
              <a:solidFill>
                <a:srgbClr val="869FB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nvGrpSpPr>
              <p:cNvPr id="8647" name="Google Shape;8647;p37"/>
              <p:cNvGrpSpPr/>
              <p:nvPr/>
            </p:nvGrpSpPr>
            <p:grpSpPr>
              <a:xfrm rot="10800000">
                <a:off x="2849073" y="3079467"/>
                <a:ext cx="92400" cy="411825"/>
                <a:chOff x="2070100" y="2563700"/>
                <a:chExt cx="92400" cy="411825"/>
              </a:xfrm>
            </p:grpSpPr>
            <p:cxnSp>
              <p:nvCxnSpPr>
                <p:cNvPr id="8648" name="Google Shape;8648;p37"/>
                <p:cNvCxnSpPr/>
                <p:nvPr/>
              </p:nvCxnSpPr>
              <p:spPr>
                <a:xfrm>
                  <a:off x="2116300" y="2616125"/>
                  <a:ext cx="0" cy="359400"/>
                </a:xfrm>
                <a:prstGeom prst="straightConnector1">
                  <a:avLst/>
                </a:prstGeom>
                <a:noFill/>
                <a:ln cap="flat" cmpd="sng" w="9525">
                  <a:solidFill>
                    <a:srgbClr val="667E92"/>
                  </a:solidFill>
                  <a:prstDash val="solid"/>
                  <a:round/>
                  <a:headEnd len="sm" w="sm" type="none"/>
                  <a:tailEnd len="sm" w="sm" type="none"/>
                </a:ln>
              </p:spPr>
            </p:cxnSp>
            <p:sp>
              <p:nvSpPr>
                <p:cNvPr id="8649" name="Google Shape;8649;p37"/>
                <p:cNvSpPr/>
                <p:nvPr/>
              </p:nvSpPr>
              <p:spPr>
                <a:xfrm>
                  <a:off x="2070100" y="2563700"/>
                  <a:ext cx="92400" cy="92400"/>
                </a:xfrm>
                <a:prstGeom prst="ellipse">
                  <a:avLst/>
                </a:prstGeom>
                <a:solidFill>
                  <a:srgbClr val="667E9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grpSp>
          <p:nvGrpSpPr>
            <p:cNvPr id="8650" name="Google Shape;8650;p37"/>
            <p:cNvGrpSpPr/>
            <p:nvPr/>
          </p:nvGrpSpPr>
          <p:grpSpPr>
            <a:xfrm>
              <a:off x="3290132" y="1047018"/>
              <a:ext cx="1297930" cy="223003"/>
              <a:chOff x="6760035" y="3079467"/>
              <a:chExt cx="2396915" cy="411825"/>
            </a:xfrm>
          </p:grpSpPr>
          <p:sp>
            <p:nvSpPr>
              <p:cNvPr id="8651" name="Google Shape;8651;p37"/>
              <p:cNvSpPr/>
              <p:nvPr/>
            </p:nvSpPr>
            <p:spPr>
              <a:xfrm>
                <a:off x="6807650" y="3079475"/>
                <a:ext cx="2349300" cy="133500"/>
              </a:xfrm>
              <a:prstGeom prst="rect">
                <a:avLst/>
              </a:prstGeom>
              <a:solidFill>
                <a:srgbClr val="869FB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nvGrpSpPr>
              <p:cNvPr id="8652" name="Google Shape;8652;p37"/>
              <p:cNvGrpSpPr/>
              <p:nvPr/>
            </p:nvGrpSpPr>
            <p:grpSpPr>
              <a:xfrm rot="10800000">
                <a:off x="6760035" y="3079467"/>
                <a:ext cx="92400" cy="411825"/>
                <a:chOff x="2070100" y="2563700"/>
                <a:chExt cx="92400" cy="411825"/>
              </a:xfrm>
            </p:grpSpPr>
            <p:cxnSp>
              <p:nvCxnSpPr>
                <p:cNvPr id="8653" name="Google Shape;8653;p37"/>
                <p:cNvCxnSpPr/>
                <p:nvPr/>
              </p:nvCxnSpPr>
              <p:spPr>
                <a:xfrm>
                  <a:off x="2116300" y="2616125"/>
                  <a:ext cx="0" cy="359400"/>
                </a:xfrm>
                <a:prstGeom prst="straightConnector1">
                  <a:avLst/>
                </a:prstGeom>
                <a:noFill/>
                <a:ln cap="flat" cmpd="sng" w="9525">
                  <a:solidFill>
                    <a:srgbClr val="667E92"/>
                  </a:solidFill>
                  <a:prstDash val="solid"/>
                  <a:round/>
                  <a:headEnd len="sm" w="sm" type="none"/>
                  <a:tailEnd len="sm" w="sm" type="none"/>
                </a:ln>
              </p:spPr>
            </p:cxnSp>
            <p:sp>
              <p:nvSpPr>
                <p:cNvPr id="8654" name="Google Shape;8654;p37"/>
                <p:cNvSpPr/>
                <p:nvPr/>
              </p:nvSpPr>
              <p:spPr>
                <a:xfrm>
                  <a:off x="2070100" y="2563700"/>
                  <a:ext cx="92400" cy="92400"/>
                </a:xfrm>
                <a:prstGeom prst="ellipse">
                  <a:avLst/>
                </a:prstGeom>
                <a:solidFill>
                  <a:srgbClr val="667E9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grpSp>
      <p:grpSp>
        <p:nvGrpSpPr>
          <p:cNvPr id="8655" name="Google Shape;8655;p37"/>
          <p:cNvGrpSpPr/>
          <p:nvPr/>
        </p:nvGrpSpPr>
        <p:grpSpPr>
          <a:xfrm>
            <a:off x="2147036" y="3369130"/>
            <a:ext cx="1086701" cy="799429"/>
            <a:chOff x="2183288" y="3555572"/>
            <a:chExt cx="1136241" cy="835873"/>
          </a:xfrm>
        </p:grpSpPr>
        <p:sp>
          <p:nvSpPr>
            <p:cNvPr id="8656" name="Google Shape;8656;p37"/>
            <p:cNvSpPr/>
            <p:nvPr/>
          </p:nvSpPr>
          <p:spPr>
            <a:xfrm>
              <a:off x="2673740" y="4350566"/>
              <a:ext cx="270028" cy="11697"/>
            </a:xfrm>
            <a:custGeom>
              <a:rect b="b" l="l" r="r" t="t"/>
              <a:pathLst>
                <a:path extrusionOk="0" h="2706" w="106520">
                  <a:moveTo>
                    <a:pt x="0" y="0"/>
                  </a:moveTo>
                  <a:lnTo>
                    <a:pt x="0" y="2705"/>
                  </a:lnTo>
                  <a:lnTo>
                    <a:pt x="106520" y="2705"/>
                  </a:lnTo>
                  <a:lnTo>
                    <a:pt x="106520" y="0"/>
                  </a:lnTo>
                  <a:close/>
                </a:path>
              </a:pathLst>
            </a:custGeom>
            <a:solidFill>
              <a:srgbClr val="A5B7C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nvGrpSpPr>
            <p:cNvPr id="8657" name="Google Shape;8657;p37"/>
            <p:cNvGrpSpPr/>
            <p:nvPr/>
          </p:nvGrpSpPr>
          <p:grpSpPr>
            <a:xfrm>
              <a:off x="2205895" y="3637269"/>
              <a:ext cx="1089848" cy="724994"/>
              <a:chOff x="2205895" y="3637269"/>
              <a:chExt cx="1089848" cy="724994"/>
            </a:xfrm>
          </p:grpSpPr>
          <p:sp>
            <p:nvSpPr>
              <p:cNvPr id="8658" name="Google Shape;8658;p37"/>
              <p:cNvSpPr/>
              <p:nvPr/>
            </p:nvSpPr>
            <p:spPr>
              <a:xfrm>
                <a:off x="2205895" y="4204394"/>
                <a:ext cx="555376" cy="157849"/>
              </a:xfrm>
              <a:custGeom>
                <a:rect b="b" l="l" r="r" t="t"/>
                <a:pathLst>
                  <a:path extrusionOk="0" h="36518" w="128485">
                    <a:moveTo>
                      <a:pt x="2706" y="1"/>
                    </a:moveTo>
                    <a:lnTo>
                      <a:pt x="1" y="326"/>
                    </a:lnTo>
                    <a:cubicBezTo>
                      <a:pt x="1461" y="10577"/>
                      <a:pt x="6547" y="19612"/>
                      <a:pt x="13850" y="26130"/>
                    </a:cubicBezTo>
                    <a:cubicBezTo>
                      <a:pt x="21288" y="32568"/>
                      <a:pt x="30999" y="36517"/>
                      <a:pt x="41575" y="36517"/>
                    </a:cubicBezTo>
                    <a:lnTo>
                      <a:pt x="128484" y="36517"/>
                    </a:lnTo>
                    <a:lnTo>
                      <a:pt x="128484" y="33812"/>
                    </a:lnTo>
                    <a:lnTo>
                      <a:pt x="41575" y="33812"/>
                    </a:lnTo>
                    <a:cubicBezTo>
                      <a:pt x="31675" y="33812"/>
                      <a:pt x="22641" y="30188"/>
                      <a:pt x="15662" y="24102"/>
                    </a:cubicBezTo>
                    <a:cubicBezTo>
                      <a:pt x="8792" y="18016"/>
                      <a:pt x="4058" y="9468"/>
                      <a:pt x="2706" y="1"/>
                    </a:cubicBezTo>
                    <a:close/>
                  </a:path>
                </a:pathLst>
              </a:custGeom>
              <a:solidFill>
                <a:srgbClr val="A5B7C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659" name="Google Shape;8659;p37"/>
              <p:cNvSpPr/>
              <p:nvPr/>
            </p:nvSpPr>
            <p:spPr>
              <a:xfrm>
                <a:off x="2206834" y="3993916"/>
                <a:ext cx="218757" cy="153401"/>
              </a:xfrm>
              <a:custGeom>
                <a:rect b="b" l="l" r="r" t="t"/>
                <a:pathLst>
                  <a:path extrusionOk="0" h="35489" w="50609">
                    <a:moveTo>
                      <a:pt x="41358" y="0"/>
                    </a:moveTo>
                    <a:cubicBezTo>
                      <a:pt x="30998" y="0"/>
                      <a:pt x="21423" y="3814"/>
                      <a:pt x="14093" y="10144"/>
                    </a:cubicBezTo>
                    <a:cubicBezTo>
                      <a:pt x="6762" y="16338"/>
                      <a:pt x="1596" y="25129"/>
                      <a:pt x="0" y="35029"/>
                    </a:cubicBezTo>
                    <a:lnTo>
                      <a:pt x="2597" y="35489"/>
                    </a:lnTo>
                    <a:cubicBezTo>
                      <a:pt x="4166" y="26238"/>
                      <a:pt x="9034" y="18015"/>
                      <a:pt x="15905" y="12173"/>
                    </a:cubicBezTo>
                    <a:cubicBezTo>
                      <a:pt x="22775" y="6303"/>
                      <a:pt x="31675" y="2705"/>
                      <a:pt x="41358" y="2705"/>
                    </a:cubicBezTo>
                    <a:lnTo>
                      <a:pt x="50609" y="2705"/>
                    </a:lnTo>
                    <a:lnTo>
                      <a:pt x="50609" y="0"/>
                    </a:lnTo>
                    <a:close/>
                  </a:path>
                </a:pathLst>
              </a:custGeom>
              <a:solidFill>
                <a:srgbClr val="A5B7C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660" name="Google Shape;8660;p37"/>
              <p:cNvSpPr/>
              <p:nvPr/>
            </p:nvSpPr>
            <p:spPr>
              <a:xfrm>
                <a:off x="2487003" y="3847747"/>
                <a:ext cx="808740" cy="157849"/>
              </a:xfrm>
              <a:custGeom>
                <a:rect b="b" l="l" r="r" t="t"/>
                <a:pathLst>
                  <a:path extrusionOk="0" h="36518" w="187100">
                    <a:moveTo>
                      <a:pt x="184395" y="1"/>
                    </a:moveTo>
                    <a:cubicBezTo>
                      <a:pt x="183150" y="9468"/>
                      <a:pt x="178309" y="17908"/>
                      <a:pt x="171438" y="23994"/>
                    </a:cubicBezTo>
                    <a:cubicBezTo>
                      <a:pt x="164432" y="30080"/>
                      <a:pt x="155425" y="33812"/>
                      <a:pt x="145498" y="33812"/>
                    </a:cubicBezTo>
                    <a:lnTo>
                      <a:pt x="1" y="33812"/>
                    </a:lnTo>
                    <a:lnTo>
                      <a:pt x="1" y="36517"/>
                    </a:lnTo>
                    <a:lnTo>
                      <a:pt x="145498" y="36517"/>
                    </a:lnTo>
                    <a:cubicBezTo>
                      <a:pt x="156101" y="36517"/>
                      <a:pt x="165785" y="32568"/>
                      <a:pt x="173223" y="26022"/>
                    </a:cubicBezTo>
                    <a:cubicBezTo>
                      <a:pt x="180554" y="19612"/>
                      <a:pt x="185747" y="10469"/>
                      <a:pt x="187100" y="326"/>
                    </a:cubicBezTo>
                    <a:lnTo>
                      <a:pt x="184395" y="1"/>
                    </a:lnTo>
                    <a:close/>
                  </a:path>
                </a:pathLst>
              </a:custGeom>
              <a:solidFill>
                <a:srgbClr val="A5B7C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661" name="Google Shape;8661;p37"/>
              <p:cNvSpPr/>
              <p:nvPr/>
            </p:nvSpPr>
            <p:spPr>
              <a:xfrm>
                <a:off x="2919192" y="3637269"/>
                <a:ext cx="375081" cy="148491"/>
              </a:xfrm>
              <a:custGeom>
                <a:rect b="b" l="l" r="r" t="t"/>
                <a:pathLst>
                  <a:path extrusionOk="0" h="34353" w="86774">
                    <a:moveTo>
                      <a:pt x="0" y="0"/>
                    </a:moveTo>
                    <a:lnTo>
                      <a:pt x="0" y="2705"/>
                    </a:lnTo>
                    <a:lnTo>
                      <a:pt x="45524" y="2705"/>
                    </a:lnTo>
                    <a:cubicBezTo>
                      <a:pt x="54991" y="2705"/>
                      <a:pt x="63674" y="6195"/>
                      <a:pt x="70545" y="11821"/>
                    </a:cubicBezTo>
                    <a:cubicBezTo>
                      <a:pt x="77415" y="17582"/>
                      <a:pt x="82284" y="25454"/>
                      <a:pt x="84177" y="34353"/>
                    </a:cubicBezTo>
                    <a:lnTo>
                      <a:pt x="86774" y="33920"/>
                    </a:lnTo>
                    <a:cubicBezTo>
                      <a:pt x="84854" y="24345"/>
                      <a:pt x="79579" y="15878"/>
                      <a:pt x="72249" y="9792"/>
                    </a:cubicBezTo>
                    <a:cubicBezTo>
                      <a:pt x="65027" y="3706"/>
                      <a:pt x="55668" y="0"/>
                      <a:pt x="45524" y="0"/>
                    </a:cubicBezTo>
                    <a:close/>
                  </a:path>
                </a:pathLst>
              </a:custGeom>
              <a:solidFill>
                <a:srgbClr val="A5B7C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662" name="Google Shape;8662;p37"/>
              <p:cNvSpPr/>
              <p:nvPr/>
            </p:nvSpPr>
            <p:spPr>
              <a:xfrm>
                <a:off x="2233143" y="3637269"/>
                <a:ext cx="621199" cy="11697"/>
              </a:xfrm>
              <a:custGeom>
                <a:rect b="b" l="l" r="r" t="t"/>
                <a:pathLst>
                  <a:path extrusionOk="0" h="2706" w="143713">
                    <a:moveTo>
                      <a:pt x="0" y="0"/>
                    </a:moveTo>
                    <a:lnTo>
                      <a:pt x="0" y="2705"/>
                    </a:lnTo>
                    <a:lnTo>
                      <a:pt x="143712" y="2705"/>
                    </a:lnTo>
                    <a:lnTo>
                      <a:pt x="143712" y="0"/>
                    </a:lnTo>
                    <a:close/>
                  </a:path>
                </a:pathLst>
              </a:custGeom>
              <a:solidFill>
                <a:srgbClr val="A5B7C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663" name="Google Shape;8663;p37"/>
              <p:cNvSpPr/>
              <p:nvPr/>
            </p:nvSpPr>
            <p:spPr>
              <a:xfrm>
                <a:off x="3004568" y="4350566"/>
                <a:ext cx="270028" cy="11697"/>
              </a:xfrm>
              <a:custGeom>
                <a:rect b="b" l="l" r="r" t="t"/>
                <a:pathLst>
                  <a:path extrusionOk="0" h="2706" w="106520">
                    <a:moveTo>
                      <a:pt x="0" y="0"/>
                    </a:moveTo>
                    <a:lnTo>
                      <a:pt x="0" y="2705"/>
                    </a:lnTo>
                    <a:lnTo>
                      <a:pt x="106520" y="2705"/>
                    </a:lnTo>
                    <a:lnTo>
                      <a:pt x="106520" y="0"/>
                    </a:lnTo>
                    <a:close/>
                  </a:path>
                </a:pathLst>
              </a:custGeom>
              <a:solidFill>
                <a:srgbClr val="A5B7C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8664" name="Google Shape;8664;p37"/>
            <p:cNvSpPr/>
            <p:nvPr/>
          </p:nvSpPr>
          <p:spPr>
            <a:xfrm rot="5400000">
              <a:off x="2852961" y="3612770"/>
              <a:ext cx="70048" cy="60717"/>
            </a:xfrm>
            <a:custGeom>
              <a:rect b="b" l="l" r="r" t="t"/>
              <a:pathLst>
                <a:path extrusionOk="0" h="27693" w="31949">
                  <a:moveTo>
                    <a:pt x="7959" y="1"/>
                  </a:moveTo>
                  <a:lnTo>
                    <a:pt x="1" y="13847"/>
                  </a:lnTo>
                  <a:lnTo>
                    <a:pt x="7959" y="27693"/>
                  </a:lnTo>
                  <a:lnTo>
                    <a:pt x="23991" y="27693"/>
                  </a:lnTo>
                  <a:lnTo>
                    <a:pt x="31949" y="13847"/>
                  </a:lnTo>
                  <a:lnTo>
                    <a:pt x="23991" y="1"/>
                  </a:lnTo>
                  <a:close/>
                </a:path>
              </a:pathLst>
            </a:custGeom>
            <a:solidFill>
              <a:srgbClr val="435D74"/>
            </a:solidFill>
            <a:ln cap="flat" cmpd="sng" w="9525">
              <a:solidFill>
                <a:srgbClr val="869FB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cxnSp>
          <p:nvCxnSpPr>
            <p:cNvPr id="8665" name="Google Shape;8665;p37"/>
            <p:cNvCxnSpPr/>
            <p:nvPr/>
          </p:nvCxnSpPr>
          <p:spPr>
            <a:xfrm>
              <a:off x="2887992" y="3555572"/>
              <a:ext cx="0" cy="52500"/>
            </a:xfrm>
            <a:prstGeom prst="straightConnector1">
              <a:avLst/>
            </a:prstGeom>
            <a:noFill/>
            <a:ln cap="flat" cmpd="sng" w="9525">
              <a:solidFill>
                <a:srgbClr val="BAC8D3"/>
              </a:solidFill>
              <a:prstDash val="solid"/>
              <a:round/>
              <a:headEnd len="med" w="med" type="diamond"/>
              <a:tailEnd len="sm" w="sm" type="none"/>
            </a:ln>
          </p:spPr>
        </p:cxnSp>
        <p:grpSp>
          <p:nvGrpSpPr>
            <p:cNvPr id="8666" name="Google Shape;8666;p37"/>
            <p:cNvGrpSpPr/>
            <p:nvPr/>
          </p:nvGrpSpPr>
          <p:grpSpPr>
            <a:xfrm>
              <a:off x="3173850" y="3779427"/>
              <a:ext cx="145678" cy="70048"/>
              <a:chOff x="3173850" y="3779427"/>
              <a:chExt cx="145678" cy="70048"/>
            </a:xfrm>
          </p:grpSpPr>
          <p:cxnSp>
            <p:nvCxnSpPr>
              <p:cNvPr id="8667" name="Google Shape;8667;p37"/>
              <p:cNvCxnSpPr/>
              <p:nvPr/>
            </p:nvCxnSpPr>
            <p:spPr>
              <a:xfrm rot="10800000">
                <a:off x="3173850" y="3817250"/>
                <a:ext cx="94500" cy="0"/>
              </a:xfrm>
              <a:prstGeom prst="straightConnector1">
                <a:avLst/>
              </a:prstGeom>
              <a:noFill/>
              <a:ln cap="flat" cmpd="sng" w="9525">
                <a:solidFill>
                  <a:srgbClr val="BAC8D3"/>
                </a:solidFill>
                <a:prstDash val="solid"/>
                <a:round/>
                <a:headEnd len="sm" w="sm" type="none"/>
                <a:tailEnd len="med" w="med" type="diamond"/>
              </a:ln>
            </p:spPr>
          </p:cxnSp>
          <p:sp>
            <p:nvSpPr>
              <p:cNvPr id="8668" name="Google Shape;8668;p37"/>
              <p:cNvSpPr/>
              <p:nvPr/>
            </p:nvSpPr>
            <p:spPr>
              <a:xfrm rot="5400000">
                <a:off x="3254146" y="3784092"/>
                <a:ext cx="70048" cy="60717"/>
              </a:xfrm>
              <a:custGeom>
                <a:rect b="b" l="l" r="r" t="t"/>
                <a:pathLst>
                  <a:path extrusionOk="0" h="27693" w="31949">
                    <a:moveTo>
                      <a:pt x="7959" y="1"/>
                    </a:moveTo>
                    <a:lnTo>
                      <a:pt x="1" y="13847"/>
                    </a:lnTo>
                    <a:lnTo>
                      <a:pt x="7959" y="27693"/>
                    </a:lnTo>
                    <a:lnTo>
                      <a:pt x="23991" y="27693"/>
                    </a:lnTo>
                    <a:lnTo>
                      <a:pt x="31949" y="13847"/>
                    </a:lnTo>
                    <a:lnTo>
                      <a:pt x="23991" y="1"/>
                    </a:lnTo>
                    <a:close/>
                  </a:path>
                </a:pathLst>
              </a:custGeom>
              <a:solidFill>
                <a:srgbClr val="435D74"/>
              </a:solidFill>
              <a:ln cap="flat" cmpd="sng" w="9525">
                <a:solidFill>
                  <a:srgbClr val="869FB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8669" name="Google Shape;8669;p37"/>
            <p:cNvGrpSpPr/>
            <p:nvPr/>
          </p:nvGrpSpPr>
          <p:grpSpPr>
            <a:xfrm>
              <a:off x="2183288" y="4139483"/>
              <a:ext cx="145133" cy="70048"/>
              <a:chOff x="2183288" y="4139484"/>
              <a:chExt cx="145133" cy="70048"/>
            </a:xfrm>
          </p:grpSpPr>
          <p:cxnSp>
            <p:nvCxnSpPr>
              <p:cNvPr id="8670" name="Google Shape;8670;p37"/>
              <p:cNvCxnSpPr/>
              <p:nvPr/>
            </p:nvCxnSpPr>
            <p:spPr>
              <a:xfrm rot="10800000">
                <a:off x="2239021" y="4174494"/>
                <a:ext cx="89400" cy="0"/>
              </a:xfrm>
              <a:prstGeom prst="straightConnector1">
                <a:avLst/>
              </a:prstGeom>
              <a:noFill/>
              <a:ln cap="flat" cmpd="sng" w="9525">
                <a:solidFill>
                  <a:srgbClr val="BAC8D3"/>
                </a:solidFill>
                <a:prstDash val="solid"/>
                <a:round/>
                <a:headEnd len="med" w="med" type="diamond"/>
                <a:tailEnd len="sm" w="sm" type="none"/>
              </a:ln>
            </p:spPr>
          </p:cxnSp>
          <p:sp>
            <p:nvSpPr>
              <p:cNvPr id="8671" name="Google Shape;8671;p37"/>
              <p:cNvSpPr/>
              <p:nvPr/>
            </p:nvSpPr>
            <p:spPr>
              <a:xfrm rot="5400000">
                <a:off x="2178622" y="4144149"/>
                <a:ext cx="70048" cy="60717"/>
              </a:xfrm>
              <a:custGeom>
                <a:rect b="b" l="l" r="r" t="t"/>
                <a:pathLst>
                  <a:path extrusionOk="0" h="27693" w="31949">
                    <a:moveTo>
                      <a:pt x="7959" y="1"/>
                    </a:moveTo>
                    <a:lnTo>
                      <a:pt x="1" y="13847"/>
                    </a:lnTo>
                    <a:lnTo>
                      <a:pt x="7959" y="27693"/>
                    </a:lnTo>
                    <a:lnTo>
                      <a:pt x="23991" y="27693"/>
                    </a:lnTo>
                    <a:lnTo>
                      <a:pt x="31949" y="13847"/>
                    </a:lnTo>
                    <a:lnTo>
                      <a:pt x="23991" y="1"/>
                    </a:lnTo>
                    <a:close/>
                  </a:path>
                </a:pathLst>
              </a:custGeom>
              <a:solidFill>
                <a:srgbClr val="435D74"/>
              </a:solidFill>
              <a:ln cap="flat" cmpd="sng" w="9525">
                <a:solidFill>
                  <a:srgbClr val="869FB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8672" name="Google Shape;8672;p37"/>
            <p:cNvSpPr/>
            <p:nvPr/>
          </p:nvSpPr>
          <p:spPr>
            <a:xfrm rot="5400000">
              <a:off x="2420934" y="3967554"/>
              <a:ext cx="70048" cy="60717"/>
            </a:xfrm>
            <a:custGeom>
              <a:rect b="b" l="l" r="r" t="t"/>
              <a:pathLst>
                <a:path extrusionOk="0" h="27693" w="31949">
                  <a:moveTo>
                    <a:pt x="7959" y="1"/>
                  </a:moveTo>
                  <a:lnTo>
                    <a:pt x="1" y="13847"/>
                  </a:lnTo>
                  <a:lnTo>
                    <a:pt x="7959" y="27693"/>
                  </a:lnTo>
                  <a:lnTo>
                    <a:pt x="23991" y="27693"/>
                  </a:lnTo>
                  <a:lnTo>
                    <a:pt x="31949" y="13847"/>
                  </a:lnTo>
                  <a:lnTo>
                    <a:pt x="23991" y="1"/>
                  </a:lnTo>
                  <a:close/>
                </a:path>
              </a:pathLst>
            </a:custGeom>
            <a:solidFill>
              <a:srgbClr val="435D74"/>
            </a:solidFill>
            <a:ln cap="flat" cmpd="sng" w="9525">
              <a:solidFill>
                <a:srgbClr val="869FB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cxnSp>
          <p:nvCxnSpPr>
            <p:cNvPr id="8673" name="Google Shape;8673;p37"/>
            <p:cNvCxnSpPr/>
            <p:nvPr/>
          </p:nvCxnSpPr>
          <p:spPr>
            <a:xfrm>
              <a:off x="2455973" y="3911736"/>
              <a:ext cx="0" cy="52500"/>
            </a:xfrm>
            <a:prstGeom prst="straightConnector1">
              <a:avLst/>
            </a:prstGeom>
            <a:noFill/>
            <a:ln cap="flat" cmpd="sng" w="9525">
              <a:solidFill>
                <a:srgbClr val="BAC8D3"/>
              </a:solidFill>
              <a:prstDash val="solid"/>
              <a:round/>
              <a:headEnd len="med" w="med" type="diamond"/>
              <a:tailEnd len="sm" w="sm" type="none"/>
            </a:ln>
          </p:spPr>
        </p:cxnSp>
        <p:grpSp>
          <p:nvGrpSpPr>
            <p:cNvPr id="8674" name="Google Shape;8674;p37"/>
            <p:cNvGrpSpPr/>
            <p:nvPr/>
          </p:nvGrpSpPr>
          <p:grpSpPr>
            <a:xfrm>
              <a:off x="2943836" y="4268886"/>
              <a:ext cx="60717" cy="122559"/>
              <a:chOff x="2943836" y="4268886"/>
              <a:chExt cx="60717" cy="122559"/>
            </a:xfrm>
          </p:grpSpPr>
          <p:sp>
            <p:nvSpPr>
              <p:cNvPr id="8675" name="Google Shape;8675;p37"/>
              <p:cNvSpPr/>
              <p:nvPr/>
            </p:nvSpPr>
            <p:spPr>
              <a:xfrm rot="5400000">
                <a:off x="2939170" y="4326062"/>
                <a:ext cx="70048" cy="60717"/>
              </a:xfrm>
              <a:custGeom>
                <a:rect b="b" l="l" r="r" t="t"/>
                <a:pathLst>
                  <a:path extrusionOk="0" h="27693" w="31949">
                    <a:moveTo>
                      <a:pt x="7959" y="1"/>
                    </a:moveTo>
                    <a:lnTo>
                      <a:pt x="1" y="13847"/>
                    </a:lnTo>
                    <a:lnTo>
                      <a:pt x="7959" y="27693"/>
                    </a:lnTo>
                    <a:lnTo>
                      <a:pt x="23991" y="27693"/>
                    </a:lnTo>
                    <a:lnTo>
                      <a:pt x="31949" y="13847"/>
                    </a:lnTo>
                    <a:lnTo>
                      <a:pt x="23991" y="1"/>
                    </a:lnTo>
                    <a:close/>
                  </a:path>
                </a:pathLst>
              </a:custGeom>
              <a:solidFill>
                <a:srgbClr val="435D74"/>
              </a:solidFill>
              <a:ln cap="flat" cmpd="sng" w="9525">
                <a:solidFill>
                  <a:srgbClr val="869FB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cxnSp>
            <p:nvCxnSpPr>
              <p:cNvPr id="8676" name="Google Shape;8676;p37"/>
              <p:cNvCxnSpPr/>
              <p:nvPr/>
            </p:nvCxnSpPr>
            <p:spPr>
              <a:xfrm>
                <a:off x="2974204" y="4268886"/>
                <a:ext cx="0" cy="52500"/>
              </a:xfrm>
              <a:prstGeom prst="straightConnector1">
                <a:avLst/>
              </a:prstGeom>
              <a:noFill/>
              <a:ln cap="flat" cmpd="sng" w="9525">
                <a:solidFill>
                  <a:srgbClr val="BAC8D3"/>
                </a:solidFill>
                <a:prstDash val="solid"/>
                <a:round/>
                <a:headEnd len="med" w="med" type="diamond"/>
                <a:tailEnd len="sm" w="sm" type="none"/>
              </a:ln>
            </p:spPr>
          </p:cxnSp>
        </p:grpSp>
      </p:grpSp>
      <p:grpSp>
        <p:nvGrpSpPr>
          <p:cNvPr id="8677" name="Google Shape;8677;p37"/>
          <p:cNvGrpSpPr/>
          <p:nvPr/>
        </p:nvGrpSpPr>
        <p:grpSpPr>
          <a:xfrm>
            <a:off x="3409981" y="1290129"/>
            <a:ext cx="1675870" cy="758252"/>
            <a:chOff x="3530532" y="1496185"/>
            <a:chExt cx="1562000" cy="706731"/>
          </a:xfrm>
        </p:grpSpPr>
        <p:cxnSp>
          <p:nvCxnSpPr>
            <p:cNvPr id="8678" name="Google Shape;8678;p37"/>
            <p:cNvCxnSpPr/>
            <p:nvPr/>
          </p:nvCxnSpPr>
          <p:spPr>
            <a:xfrm>
              <a:off x="3583832" y="1857562"/>
              <a:ext cx="1508700" cy="0"/>
            </a:xfrm>
            <a:prstGeom prst="straightConnector1">
              <a:avLst/>
            </a:prstGeom>
            <a:noFill/>
            <a:ln cap="flat" cmpd="sng" w="28575">
              <a:solidFill>
                <a:srgbClr val="A5B7C6"/>
              </a:solidFill>
              <a:prstDash val="solid"/>
              <a:round/>
              <a:headEnd len="sm" w="sm" type="none"/>
              <a:tailEnd len="med" w="med" type="triangle"/>
            </a:ln>
          </p:spPr>
        </p:cxnSp>
        <p:grpSp>
          <p:nvGrpSpPr>
            <p:cNvPr id="8679" name="Google Shape;8679;p37"/>
            <p:cNvGrpSpPr/>
            <p:nvPr/>
          </p:nvGrpSpPr>
          <p:grpSpPr>
            <a:xfrm>
              <a:off x="3530532" y="1496185"/>
              <a:ext cx="323430" cy="463587"/>
              <a:chOff x="3530532" y="1496185"/>
              <a:chExt cx="323430" cy="463587"/>
            </a:xfrm>
          </p:grpSpPr>
          <p:grpSp>
            <p:nvGrpSpPr>
              <p:cNvPr id="8680" name="Google Shape;8680;p37"/>
              <p:cNvGrpSpPr/>
              <p:nvPr/>
            </p:nvGrpSpPr>
            <p:grpSpPr>
              <a:xfrm>
                <a:off x="3567462" y="1496185"/>
                <a:ext cx="286500" cy="361376"/>
                <a:chOff x="3567462" y="1496185"/>
                <a:chExt cx="286500" cy="361376"/>
              </a:xfrm>
            </p:grpSpPr>
            <p:cxnSp>
              <p:nvCxnSpPr>
                <p:cNvPr id="8681" name="Google Shape;8681;p37"/>
                <p:cNvCxnSpPr/>
                <p:nvPr/>
              </p:nvCxnSpPr>
              <p:spPr>
                <a:xfrm rot="10800000">
                  <a:off x="3626630" y="1565661"/>
                  <a:ext cx="0" cy="291900"/>
                </a:xfrm>
                <a:prstGeom prst="straightConnector1">
                  <a:avLst/>
                </a:prstGeom>
                <a:noFill/>
                <a:ln cap="flat" cmpd="sng" w="28575">
                  <a:solidFill>
                    <a:srgbClr val="A5B7C6"/>
                  </a:solidFill>
                  <a:prstDash val="solid"/>
                  <a:round/>
                  <a:headEnd len="sm" w="sm" type="none"/>
                  <a:tailEnd len="sm" w="sm" type="none"/>
                </a:ln>
              </p:spPr>
            </p:cxnSp>
            <p:sp>
              <p:nvSpPr>
                <p:cNvPr id="8682" name="Google Shape;8682;p37"/>
                <p:cNvSpPr/>
                <p:nvPr/>
              </p:nvSpPr>
              <p:spPr>
                <a:xfrm>
                  <a:off x="3567462" y="1496185"/>
                  <a:ext cx="286500" cy="99900"/>
                </a:xfrm>
                <a:prstGeom prst="rect">
                  <a:avLst/>
                </a:prstGeom>
                <a:solidFill>
                  <a:srgbClr val="5F7D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8683" name="Google Shape;8683;p37"/>
              <p:cNvSpPr/>
              <p:nvPr/>
            </p:nvSpPr>
            <p:spPr>
              <a:xfrm>
                <a:off x="3530532" y="1771972"/>
                <a:ext cx="187800" cy="187800"/>
              </a:xfrm>
              <a:prstGeom prst="ellipse">
                <a:avLst/>
              </a:prstGeom>
              <a:solidFill>
                <a:srgbClr val="5F7D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8684" name="Google Shape;8684;p37"/>
            <p:cNvGrpSpPr/>
            <p:nvPr/>
          </p:nvGrpSpPr>
          <p:grpSpPr>
            <a:xfrm>
              <a:off x="3891569" y="1779209"/>
              <a:ext cx="323945" cy="423707"/>
              <a:chOff x="3891569" y="1779209"/>
              <a:chExt cx="323945" cy="423707"/>
            </a:xfrm>
          </p:grpSpPr>
          <p:grpSp>
            <p:nvGrpSpPr>
              <p:cNvPr id="8685" name="Google Shape;8685;p37"/>
              <p:cNvGrpSpPr/>
              <p:nvPr/>
            </p:nvGrpSpPr>
            <p:grpSpPr>
              <a:xfrm>
                <a:off x="3929014" y="1881638"/>
                <a:ext cx="286500" cy="321278"/>
                <a:chOff x="3929014" y="1881638"/>
                <a:chExt cx="286500" cy="321278"/>
              </a:xfrm>
            </p:grpSpPr>
            <p:cxnSp>
              <p:nvCxnSpPr>
                <p:cNvPr id="8686" name="Google Shape;8686;p37"/>
                <p:cNvCxnSpPr/>
                <p:nvPr/>
              </p:nvCxnSpPr>
              <p:spPr>
                <a:xfrm rot="10800000">
                  <a:off x="3988388" y="1881638"/>
                  <a:ext cx="0" cy="291900"/>
                </a:xfrm>
                <a:prstGeom prst="straightConnector1">
                  <a:avLst/>
                </a:prstGeom>
                <a:noFill/>
                <a:ln cap="flat" cmpd="sng" w="28575">
                  <a:solidFill>
                    <a:srgbClr val="A5B7C6"/>
                  </a:solidFill>
                  <a:prstDash val="solid"/>
                  <a:round/>
                  <a:headEnd len="sm" w="sm" type="none"/>
                  <a:tailEnd len="sm" w="sm" type="none"/>
                </a:ln>
              </p:spPr>
            </p:cxnSp>
            <p:sp>
              <p:nvSpPr>
                <p:cNvPr id="8687" name="Google Shape;8687;p37"/>
                <p:cNvSpPr/>
                <p:nvPr/>
              </p:nvSpPr>
              <p:spPr>
                <a:xfrm>
                  <a:off x="3929014" y="2103016"/>
                  <a:ext cx="286500" cy="99900"/>
                </a:xfrm>
                <a:prstGeom prst="rect">
                  <a:avLst/>
                </a:prstGeom>
                <a:solidFill>
                  <a:srgbClr val="5F7D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8688" name="Google Shape;8688;p37"/>
              <p:cNvSpPr/>
              <p:nvPr/>
            </p:nvSpPr>
            <p:spPr>
              <a:xfrm>
                <a:off x="3891569" y="1779209"/>
                <a:ext cx="187800" cy="187800"/>
              </a:xfrm>
              <a:prstGeom prst="ellipse">
                <a:avLst/>
              </a:prstGeom>
              <a:solidFill>
                <a:srgbClr val="5F7D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8689" name="Google Shape;8689;p37"/>
            <p:cNvGrpSpPr/>
            <p:nvPr/>
          </p:nvGrpSpPr>
          <p:grpSpPr>
            <a:xfrm>
              <a:off x="4252606" y="1496185"/>
              <a:ext cx="324722" cy="463587"/>
              <a:chOff x="4252606" y="1496185"/>
              <a:chExt cx="324722" cy="463587"/>
            </a:xfrm>
          </p:grpSpPr>
          <p:grpSp>
            <p:nvGrpSpPr>
              <p:cNvPr id="8690" name="Google Shape;8690;p37"/>
              <p:cNvGrpSpPr/>
              <p:nvPr/>
            </p:nvGrpSpPr>
            <p:grpSpPr>
              <a:xfrm>
                <a:off x="4290828" y="1496185"/>
                <a:ext cx="286500" cy="361376"/>
                <a:chOff x="4290828" y="1496185"/>
                <a:chExt cx="286500" cy="361376"/>
              </a:xfrm>
            </p:grpSpPr>
            <p:cxnSp>
              <p:nvCxnSpPr>
                <p:cNvPr id="8691" name="Google Shape;8691;p37"/>
                <p:cNvCxnSpPr/>
                <p:nvPr/>
              </p:nvCxnSpPr>
              <p:spPr>
                <a:xfrm rot="10800000">
                  <a:off x="4349995" y="1565661"/>
                  <a:ext cx="0" cy="291900"/>
                </a:xfrm>
                <a:prstGeom prst="straightConnector1">
                  <a:avLst/>
                </a:prstGeom>
                <a:noFill/>
                <a:ln cap="flat" cmpd="sng" w="28575">
                  <a:solidFill>
                    <a:srgbClr val="A5B7C6"/>
                  </a:solidFill>
                  <a:prstDash val="solid"/>
                  <a:round/>
                  <a:headEnd len="sm" w="sm" type="none"/>
                  <a:tailEnd len="sm" w="sm" type="none"/>
                </a:ln>
              </p:spPr>
            </p:cxnSp>
            <p:sp>
              <p:nvSpPr>
                <p:cNvPr id="8692" name="Google Shape;8692;p37"/>
                <p:cNvSpPr/>
                <p:nvPr/>
              </p:nvSpPr>
              <p:spPr>
                <a:xfrm>
                  <a:off x="4290828" y="1496185"/>
                  <a:ext cx="286500" cy="99900"/>
                </a:xfrm>
                <a:prstGeom prst="rect">
                  <a:avLst/>
                </a:prstGeom>
                <a:solidFill>
                  <a:srgbClr val="5F7D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8693" name="Google Shape;8693;p37"/>
              <p:cNvSpPr/>
              <p:nvPr/>
            </p:nvSpPr>
            <p:spPr>
              <a:xfrm>
                <a:off x="4252606" y="1771972"/>
                <a:ext cx="187800" cy="187800"/>
              </a:xfrm>
              <a:prstGeom prst="ellipse">
                <a:avLst/>
              </a:prstGeom>
              <a:solidFill>
                <a:srgbClr val="5F7D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8694" name="Google Shape;8694;p37"/>
            <p:cNvGrpSpPr/>
            <p:nvPr/>
          </p:nvGrpSpPr>
          <p:grpSpPr>
            <a:xfrm>
              <a:off x="4613643" y="1763716"/>
              <a:ext cx="325308" cy="439200"/>
              <a:chOff x="4613643" y="1763716"/>
              <a:chExt cx="325308" cy="439200"/>
            </a:xfrm>
          </p:grpSpPr>
          <p:grpSp>
            <p:nvGrpSpPr>
              <p:cNvPr id="8695" name="Google Shape;8695;p37"/>
              <p:cNvGrpSpPr/>
              <p:nvPr/>
            </p:nvGrpSpPr>
            <p:grpSpPr>
              <a:xfrm>
                <a:off x="4652451" y="1879538"/>
                <a:ext cx="286500" cy="323378"/>
                <a:chOff x="4652451" y="1879538"/>
                <a:chExt cx="286500" cy="323378"/>
              </a:xfrm>
            </p:grpSpPr>
            <p:cxnSp>
              <p:nvCxnSpPr>
                <p:cNvPr id="8696" name="Google Shape;8696;p37"/>
                <p:cNvCxnSpPr/>
                <p:nvPr/>
              </p:nvCxnSpPr>
              <p:spPr>
                <a:xfrm rot="10800000">
                  <a:off x="4707486" y="1879538"/>
                  <a:ext cx="0" cy="294000"/>
                </a:xfrm>
                <a:prstGeom prst="straightConnector1">
                  <a:avLst/>
                </a:prstGeom>
                <a:noFill/>
                <a:ln cap="flat" cmpd="sng" w="28575">
                  <a:solidFill>
                    <a:srgbClr val="A5B7C6"/>
                  </a:solidFill>
                  <a:prstDash val="solid"/>
                  <a:round/>
                  <a:headEnd len="sm" w="sm" type="none"/>
                  <a:tailEnd len="sm" w="sm" type="none"/>
                </a:ln>
              </p:spPr>
            </p:cxnSp>
            <p:sp>
              <p:nvSpPr>
                <p:cNvPr id="8697" name="Google Shape;8697;p37"/>
                <p:cNvSpPr/>
                <p:nvPr/>
              </p:nvSpPr>
              <p:spPr>
                <a:xfrm>
                  <a:off x="4652451" y="2103016"/>
                  <a:ext cx="286500" cy="99900"/>
                </a:xfrm>
                <a:prstGeom prst="rect">
                  <a:avLst/>
                </a:prstGeom>
                <a:solidFill>
                  <a:srgbClr val="5F7D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8698" name="Google Shape;8698;p37"/>
              <p:cNvSpPr/>
              <p:nvPr/>
            </p:nvSpPr>
            <p:spPr>
              <a:xfrm>
                <a:off x="4613643" y="1763716"/>
                <a:ext cx="187800" cy="187800"/>
              </a:xfrm>
              <a:prstGeom prst="ellipse">
                <a:avLst/>
              </a:prstGeom>
              <a:solidFill>
                <a:srgbClr val="5F7D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grpSp>
        <p:nvGrpSpPr>
          <p:cNvPr id="8699" name="Google Shape;8699;p37"/>
          <p:cNvGrpSpPr/>
          <p:nvPr/>
        </p:nvGrpSpPr>
        <p:grpSpPr>
          <a:xfrm>
            <a:off x="3421841" y="2143755"/>
            <a:ext cx="1652173" cy="391518"/>
            <a:chOff x="3512551" y="2358270"/>
            <a:chExt cx="1597383" cy="378534"/>
          </a:xfrm>
        </p:grpSpPr>
        <p:cxnSp>
          <p:nvCxnSpPr>
            <p:cNvPr id="8700" name="Google Shape;8700;p37"/>
            <p:cNvCxnSpPr>
              <a:stCxn id="8701" idx="6"/>
              <a:endCxn id="8702" idx="2"/>
            </p:cNvCxnSpPr>
            <p:nvPr/>
          </p:nvCxnSpPr>
          <p:spPr>
            <a:xfrm>
              <a:off x="3738198" y="2553118"/>
              <a:ext cx="1146000" cy="0"/>
            </a:xfrm>
            <a:prstGeom prst="straightConnector1">
              <a:avLst/>
            </a:prstGeom>
            <a:noFill/>
            <a:ln cap="flat" cmpd="sng" w="19050">
              <a:solidFill>
                <a:srgbClr val="435D74"/>
              </a:solidFill>
              <a:prstDash val="solid"/>
              <a:round/>
              <a:headEnd len="sm" w="sm" type="none"/>
              <a:tailEnd len="sm" w="sm" type="none"/>
            </a:ln>
          </p:spPr>
        </p:cxnSp>
        <p:grpSp>
          <p:nvGrpSpPr>
            <p:cNvPr id="8703" name="Google Shape;8703;p37"/>
            <p:cNvGrpSpPr/>
            <p:nvPr/>
          </p:nvGrpSpPr>
          <p:grpSpPr>
            <a:xfrm>
              <a:off x="3512551" y="2358270"/>
              <a:ext cx="225647" cy="307714"/>
              <a:chOff x="2182679" y="2004714"/>
              <a:chExt cx="792300" cy="1080458"/>
            </a:xfrm>
          </p:grpSpPr>
          <p:cxnSp>
            <p:nvCxnSpPr>
              <p:cNvPr id="8704" name="Google Shape;8704;p37"/>
              <p:cNvCxnSpPr>
                <a:stCxn id="8705" idx="0"/>
              </p:cNvCxnSpPr>
              <p:nvPr/>
            </p:nvCxnSpPr>
            <p:spPr>
              <a:xfrm rot="10800000">
                <a:off x="2578961" y="2004714"/>
                <a:ext cx="0" cy="389100"/>
              </a:xfrm>
              <a:prstGeom prst="straightConnector1">
                <a:avLst/>
              </a:prstGeom>
              <a:noFill/>
              <a:ln cap="flat" cmpd="sng" w="9525">
                <a:solidFill>
                  <a:srgbClr val="435D74"/>
                </a:solidFill>
                <a:prstDash val="solid"/>
                <a:round/>
                <a:headEnd len="sm" w="sm" type="none"/>
                <a:tailEnd len="sm" w="sm" type="none"/>
              </a:ln>
            </p:spPr>
          </p:cxnSp>
          <p:sp>
            <p:nvSpPr>
              <p:cNvPr id="8701" name="Google Shape;8701;p37"/>
              <p:cNvSpPr/>
              <p:nvPr/>
            </p:nvSpPr>
            <p:spPr>
              <a:xfrm>
                <a:off x="2182679" y="2292572"/>
                <a:ext cx="792300" cy="792600"/>
              </a:xfrm>
              <a:prstGeom prst="ellipse">
                <a:avLst/>
              </a:prstGeom>
              <a:noFill/>
              <a:ln cap="flat" cmpd="sng" w="19050">
                <a:solidFill>
                  <a:srgbClr val="BAC8D3"/>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705" name="Google Shape;8705;p37"/>
              <p:cNvSpPr/>
              <p:nvPr/>
            </p:nvSpPr>
            <p:spPr>
              <a:xfrm>
                <a:off x="2283911" y="2393814"/>
                <a:ext cx="590100" cy="590100"/>
              </a:xfrm>
              <a:prstGeom prst="ellipse">
                <a:avLst/>
              </a:prstGeom>
              <a:solidFill>
                <a:srgbClr val="435D7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8706" name="Google Shape;8706;p37"/>
            <p:cNvGrpSpPr/>
            <p:nvPr/>
          </p:nvGrpSpPr>
          <p:grpSpPr>
            <a:xfrm>
              <a:off x="3969644" y="2440153"/>
              <a:ext cx="225853" cy="296651"/>
              <a:chOff x="3775710" y="1729289"/>
              <a:chExt cx="136500" cy="179289"/>
            </a:xfrm>
          </p:grpSpPr>
          <p:cxnSp>
            <p:nvCxnSpPr>
              <p:cNvPr id="8707" name="Google Shape;8707;p37"/>
              <p:cNvCxnSpPr/>
              <p:nvPr/>
            </p:nvCxnSpPr>
            <p:spPr>
              <a:xfrm>
                <a:off x="3843851" y="1848278"/>
                <a:ext cx="0" cy="60300"/>
              </a:xfrm>
              <a:prstGeom prst="straightConnector1">
                <a:avLst/>
              </a:prstGeom>
              <a:noFill/>
              <a:ln cap="flat" cmpd="sng" w="9525">
                <a:solidFill>
                  <a:srgbClr val="435D74"/>
                </a:solidFill>
                <a:prstDash val="solid"/>
                <a:round/>
                <a:headEnd len="sm" w="sm" type="none"/>
                <a:tailEnd len="sm" w="sm" type="none"/>
              </a:ln>
            </p:spPr>
          </p:cxnSp>
          <p:sp>
            <p:nvSpPr>
              <p:cNvPr id="8708" name="Google Shape;8708;p37"/>
              <p:cNvSpPr/>
              <p:nvPr/>
            </p:nvSpPr>
            <p:spPr>
              <a:xfrm>
                <a:off x="3775710" y="1729289"/>
                <a:ext cx="136500" cy="136500"/>
              </a:xfrm>
              <a:prstGeom prst="ellipse">
                <a:avLst/>
              </a:prstGeom>
              <a:noFill/>
              <a:ln cap="flat" cmpd="sng" w="19050">
                <a:solidFill>
                  <a:srgbClr val="BAC8D3"/>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709" name="Google Shape;8709;p37"/>
              <p:cNvSpPr/>
              <p:nvPr/>
            </p:nvSpPr>
            <p:spPr>
              <a:xfrm>
                <a:off x="3793133" y="1746713"/>
                <a:ext cx="101700" cy="101700"/>
              </a:xfrm>
              <a:prstGeom prst="ellipse">
                <a:avLst/>
              </a:prstGeom>
              <a:solidFill>
                <a:srgbClr val="435D7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8710" name="Google Shape;8710;p37"/>
            <p:cNvGrpSpPr/>
            <p:nvPr/>
          </p:nvGrpSpPr>
          <p:grpSpPr>
            <a:xfrm>
              <a:off x="4427051" y="2358270"/>
              <a:ext cx="225647" cy="307714"/>
              <a:chOff x="5393704" y="2004714"/>
              <a:chExt cx="792300" cy="1080458"/>
            </a:xfrm>
          </p:grpSpPr>
          <p:cxnSp>
            <p:nvCxnSpPr>
              <p:cNvPr id="8711" name="Google Shape;8711;p37"/>
              <p:cNvCxnSpPr>
                <a:stCxn id="8712" idx="0"/>
              </p:cNvCxnSpPr>
              <p:nvPr/>
            </p:nvCxnSpPr>
            <p:spPr>
              <a:xfrm rot="10800000">
                <a:off x="5789986" y="2004714"/>
                <a:ext cx="0" cy="389100"/>
              </a:xfrm>
              <a:prstGeom prst="straightConnector1">
                <a:avLst/>
              </a:prstGeom>
              <a:noFill/>
              <a:ln cap="flat" cmpd="sng" w="9525">
                <a:solidFill>
                  <a:srgbClr val="435D74"/>
                </a:solidFill>
                <a:prstDash val="solid"/>
                <a:round/>
                <a:headEnd len="sm" w="sm" type="none"/>
                <a:tailEnd len="sm" w="sm" type="none"/>
              </a:ln>
            </p:spPr>
          </p:cxnSp>
          <p:sp>
            <p:nvSpPr>
              <p:cNvPr id="8713" name="Google Shape;8713;p37"/>
              <p:cNvSpPr/>
              <p:nvPr/>
            </p:nvSpPr>
            <p:spPr>
              <a:xfrm>
                <a:off x="5393704" y="2292572"/>
                <a:ext cx="792300" cy="792600"/>
              </a:xfrm>
              <a:prstGeom prst="ellipse">
                <a:avLst/>
              </a:prstGeom>
              <a:noFill/>
              <a:ln cap="flat" cmpd="sng" w="19050">
                <a:solidFill>
                  <a:srgbClr val="BAC8D3"/>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712" name="Google Shape;8712;p37"/>
              <p:cNvSpPr/>
              <p:nvPr/>
            </p:nvSpPr>
            <p:spPr>
              <a:xfrm>
                <a:off x="5494936" y="2393814"/>
                <a:ext cx="590100" cy="590100"/>
              </a:xfrm>
              <a:prstGeom prst="ellipse">
                <a:avLst/>
              </a:prstGeom>
              <a:solidFill>
                <a:srgbClr val="435D7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8714" name="Google Shape;8714;p37"/>
            <p:cNvGrpSpPr/>
            <p:nvPr/>
          </p:nvGrpSpPr>
          <p:grpSpPr>
            <a:xfrm>
              <a:off x="4884287" y="2440252"/>
              <a:ext cx="225647" cy="296532"/>
              <a:chOff x="6999166" y="2292572"/>
              <a:chExt cx="792300" cy="1041192"/>
            </a:xfrm>
          </p:grpSpPr>
          <p:cxnSp>
            <p:nvCxnSpPr>
              <p:cNvPr id="8715" name="Google Shape;8715;p37"/>
              <p:cNvCxnSpPr/>
              <p:nvPr/>
            </p:nvCxnSpPr>
            <p:spPr>
              <a:xfrm>
                <a:off x="7395553" y="2983964"/>
                <a:ext cx="0" cy="349800"/>
              </a:xfrm>
              <a:prstGeom prst="straightConnector1">
                <a:avLst/>
              </a:prstGeom>
              <a:noFill/>
              <a:ln cap="flat" cmpd="sng" w="9525">
                <a:solidFill>
                  <a:srgbClr val="435D74"/>
                </a:solidFill>
                <a:prstDash val="solid"/>
                <a:round/>
                <a:headEnd len="sm" w="sm" type="none"/>
                <a:tailEnd len="sm" w="sm" type="none"/>
              </a:ln>
            </p:spPr>
          </p:cxnSp>
          <p:sp>
            <p:nvSpPr>
              <p:cNvPr id="8702" name="Google Shape;8702;p37"/>
              <p:cNvSpPr/>
              <p:nvPr/>
            </p:nvSpPr>
            <p:spPr>
              <a:xfrm>
                <a:off x="6999166" y="2292572"/>
                <a:ext cx="792300" cy="792600"/>
              </a:xfrm>
              <a:prstGeom prst="ellipse">
                <a:avLst/>
              </a:prstGeom>
              <a:noFill/>
              <a:ln cap="flat" cmpd="sng" w="19050">
                <a:solidFill>
                  <a:srgbClr val="BAC8D3"/>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716" name="Google Shape;8716;p37"/>
              <p:cNvSpPr/>
              <p:nvPr/>
            </p:nvSpPr>
            <p:spPr>
              <a:xfrm>
                <a:off x="7100398" y="2393814"/>
                <a:ext cx="590100" cy="590100"/>
              </a:xfrm>
              <a:prstGeom prst="ellipse">
                <a:avLst/>
              </a:prstGeom>
              <a:solidFill>
                <a:srgbClr val="435D7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grpSp>
        <p:nvGrpSpPr>
          <p:cNvPr id="8717" name="Google Shape;8717;p37"/>
          <p:cNvGrpSpPr/>
          <p:nvPr/>
        </p:nvGrpSpPr>
        <p:grpSpPr>
          <a:xfrm>
            <a:off x="6842649" y="979955"/>
            <a:ext cx="1581844" cy="732818"/>
            <a:chOff x="634175" y="2986275"/>
            <a:chExt cx="3147949" cy="1458344"/>
          </a:xfrm>
        </p:grpSpPr>
        <p:cxnSp>
          <p:nvCxnSpPr>
            <p:cNvPr id="8718" name="Google Shape;8718;p37"/>
            <p:cNvCxnSpPr>
              <a:stCxn id="8719" idx="4"/>
              <a:endCxn id="8720" idx="0"/>
            </p:cNvCxnSpPr>
            <p:nvPr/>
          </p:nvCxnSpPr>
          <p:spPr>
            <a:xfrm>
              <a:off x="929975" y="3577875"/>
              <a:ext cx="591300" cy="275100"/>
            </a:xfrm>
            <a:prstGeom prst="straightConnector1">
              <a:avLst/>
            </a:prstGeom>
            <a:noFill/>
            <a:ln cap="flat" cmpd="sng" w="19050">
              <a:solidFill>
                <a:srgbClr val="435D74"/>
              </a:solidFill>
              <a:prstDash val="solid"/>
              <a:round/>
              <a:headEnd len="sm" w="sm" type="none"/>
              <a:tailEnd len="sm" w="sm" type="none"/>
            </a:ln>
          </p:spPr>
        </p:cxnSp>
        <p:cxnSp>
          <p:nvCxnSpPr>
            <p:cNvPr id="8721" name="Google Shape;8721;p37"/>
            <p:cNvCxnSpPr>
              <a:stCxn id="8720" idx="0"/>
              <a:endCxn id="8722" idx="4"/>
            </p:cNvCxnSpPr>
            <p:nvPr/>
          </p:nvCxnSpPr>
          <p:spPr>
            <a:xfrm flipH="1" rot="10800000">
              <a:off x="1521366" y="3577919"/>
              <a:ext cx="686700" cy="275100"/>
            </a:xfrm>
            <a:prstGeom prst="straightConnector1">
              <a:avLst/>
            </a:prstGeom>
            <a:noFill/>
            <a:ln cap="flat" cmpd="sng" w="19050">
              <a:solidFill>
                <a:srgbClr val="435D74"/>
              </a:solidFill>
              <a:prstDash val="solid"/>
              <a:round/>
              <a:headEnd len="sm" w="sm" type="none"/>
              <a:tailEnd len="sm" w="sm" type="none"/>
            </a:ln>
          </p:spPr>
        </p:cxnSp>
        <p:cxnSp>
          <p:nvCxnSpPr>
            <p:cNvPr id="8723" name="Google Shape;8723;p37"/>
            <p:cNvCxnSpPr>
              <a:stCxn id="8722" idx="4"/>
              <a:endCxn id="8724" idx="0"/>
            </p:cNvCxnSpPr>
            <p:nvPr/>
          </p:nvCxnSpPr>
          <p:spPr>
            <a:xfrm>
              <a:off x="2208152" y="3577875"/>
              <a:ext cx="686700" cy="275100"/>
            </a:xfrm>
            <a:prstGeom prst="straightConnector1">
              <a:avLst/>
            </a:prstGeom>
            <a:noFill/>
            <a:ln cap="flat" cmpd="sng" w="19050">
              <a:solidFill>
                <a:srgbClr val="435D74"/>
              </a:solidFill>
              <a:prstDash val="solid"/>
              <a:round/>
              <a:headEnd len="sm" w="sm" type="none"/>
              <a:tailEnd len="sm" w="sm" type="none"/>
            </a:ln>
          </p:spPr>
        </p:cxnSp>
        <p:cxnSp>
          <p:nvCxnSpPr>
            <p:cNvPr id="8725" name="Google Shape;8725;p37"/>
            <p:cNvCxnSpPr>
              <a:stCxn id="8724" idx="0"/>
              <a:endCxn id="8726" idx="4"/>
            </p:cNvCxnSpPr>
            <p:nvPr/>
          </p:nvCxnSpPr>
          <p:spPr>
            <a:xfrm flipH="1" rot="10800000">
              <a:off x="2894933" y="3577918"/>
              <a:ext cx="591300" cy="275100"/>
            </a:xfrm>
            <a:prstGeom prst="straightConnector1">
              <a:avLst/>
            </a:prstGeom>
            <a:noFill/>
            <a:ln cap="flat" cmpd="sng" w="19050">
              <a:solidFill>
                <a:srgbClr val="435D74"/>
              </a:solidFill>
              <a:prstDash val="solid"/>
              <a:round/>
              <a:headEnd len="sm" w="sm" type="none"/>
              <a:tailEnd len="sm" w="sm" type="none"/>
            </a:ln>
          </p:spPr>
        </p:cxnSp>
        <p:sp>
          <p:nvSpPr>
            <p:cNvPr id="8726" name="Google Shape;8726;p37"/>
            <p:cNvSpPr/>
            <p:nvPr/>
          </p:nvSpPr>
          <p:spPr>
            <a:xfrm>
              <a:off x="3190524" y="2986275"/>
              <a:ext cx="591600" cy="591600"/>
            </a:xfrm>
            <a:prstGeom prst="ellipse">
              <a:avLst/>
            </a:prstGeom>
            <a:solidFill>
              <a:srgbClr val="A5B7C6"/>
            </a:solidFill>
            <a:ln cap="flat" cmpd="sng" w="19050">
              <a:solidFill>
                <a:srgbClr val="435D74"/>
              </a:solidFill>
              <a:prstDash val="solid"/>
              <a:round/>
              <a:headEnd len="sm" w="sm" type="none"/>
              <a:tailEnd len="sm" w="sm" type="none"/>
            </a:ln>
          </p:spPr>
          <p:txBody>
            <a:bodyPr anchorCtr="0" anchor="ctr" bIns="34275" lIns="68575" spcFirstLastPara="1" rIns="68575" wrap="square" tIns="3427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C3B1"/>
                </a:solidFill>
                <a:latin typeface="Calibri"/>
                <a:ea typeface="Calibri"/>
                <a:cs typeface="Calibri"/>
                <a:sym typeface="Calibri"/>
              </a:endParaRPr>
            </a:p>
          </p:txBody>
        </p:sp>
        <p:sp>
          <p:nvSpPr>
            <p:cNvPr id="8722" name="Google Shape;8722;p37"/>
            <p:cNvSpPr/>
            <p:nvPr/>
          </p:nvSpPr>
          <p:spPr>
            <a:xfrm>
              <a:off x="1912352" y="2986275"/>
              <a:ext cx="591600" cy="591600"/>
            </a:xfrm>
            <a:prstGeom prst="ellipse">
              <a:avLst/>
            </a:prstGeom>
            <a:solidFill>
              <a:srgbClr val="A5B7C6"/>
            </a:solidFill>
            <a:ln cap="flat" cmpd="sng" w="19050">
              <a:solidFill>
                <a:srgbClr val="435D74"/>
              </a:solidFill>
              <a:prstDash val="solid"/>
              <a:round/>
              <a:headEnd len="sm" w="sm" type="none"/>
              <a:tailEnd len="sm" w="sm" type="none"/>
            </a:ln>
          </p:spPr>
          <p:txBody>
            <a:bodyPr anchorCtr="0" anchor="ctr" bIns="34275" lIns="68575" spcFirstLastPara="1" rIns="68575" wrap="square" tIns="3427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C3B1"/>
                </a:solidFill>
                <a:latin typeface="Calibri"/>
                <a:ea typeface="Calibri"/>
                <a:cs typeface="Calibri"/>
                <a:sym typeface="Calibri"/>
              </a:endParaRPr>
            </a:p>
          </p:txBody>
        </p:sp>
        <p:sp>
          <p:nvSpPr>
            <p:cNvPr id="8719" name="Google Shape;8719;p37"/>
            <p:cNvSpPr/>
            <p:nvPr/>
          </p:nvSpPr>
          <p:spPr>
            <a:xfrm>
              <a:off x="634175" y="2986275"/>
              <a:ext cx="591600" cy="591600"/>
            </a:xfrm>
            <a:prstGeom prst="ellipse">
              <a:avLst/>
            </a:prstGeom>
            <a:solidFill>
              <a:srgbClr val="A5B7C6"/>
            </a:solidFill>
            <a:ln cap="flat" cmpd="sng" w="19050">
              <a:solidFill>
                <a:srgbClr val="435D74"/>
              </a:solidFill>
              <a:prstDash val="solid"/>
              <a:round/>
              <a:headEnd len="sm" w="sm" type="none"/>
              <a:tailEnd len="sm" w="sm" type="none"/>
            </a:ln>
          </p:spPr>
          <p:txBody>
            <a:bodyPr anchorCtr="0" anchor="ctr" bIns="34275" lIns="68575" spcFirstLastPara="1" rIns="68575" wrap="square" tIns="3427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C3B1"/>
                </a:solidFill>
                <a:latin typeface="Calibri"/>
                <a:ea typeface="Calibri"/>
                <a:cs typeface="Calibri"/>
                <a:sym typeface="Calibri"/>
              </a:endParaRPr>
            </a:p>
          </p:txBody>
        </p:sp>
        <p:sp>
          <p:nvSpPr>
            <p:cNvPr id="8724" name="Google Shape;8724;p37"/>
            <p:cNvSpPr/>
            <p:nvPr/>
          </p:nvSpPr>
          <p:spPr>
            <a:xfrm>
              <a:off x="2599133" y="3853018"/>
              <a:ext cx="591600" cy="591600"/>
            </a:xfrm>
            <a:prstGeom prst="ellipse">
              <a:avLst/>
            </a:prstGeom>
            <a:solidFill>
              <a:srgbClr val="A5B7C6"/>
            </a:solidFill>
            <a:ln cap="flat" cmpd="sng" w="19050">
              <a:solidFill>
                <a:srgbClr val="435D74"/>
              </a:solidFill>
              <a:prstDash val="solid"/>
              <a:round/>
              <a:headEnd len="sm" w="sm" type="none"/>
              <a:tailEnd len="sm" w="sm" type="none"/>
            </a:ln>
          </p:spPr>
          <p:txBody>
            <a:bodyPr anchorCtr="0" anchor="ctr" bIns="34275" lIns="68575" spcFirstLastPara="1" rIns="68575" wrap="square" tIns="3427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C3B1"/>
                </a:solidFill>
                <a:latin typeface="Calibri"/>
                <a:ea typeface="Calibri"/>
                <a:cs typeface="Calibri"/>
                <a:sym typeface="Calibri"/>
              </a:endParaRPr>
            </a:p>
          </p:txBody>
        </p:sp>
        <p:sp>
          <p:nvSpPr>
            <p:cNvPr id="8720" name="Google Shape;8720;p37"/>
            <p:cNvSpPr/>
            <p:nvPr/>
          </p:nvSpPr>
          <p:spPr>
            <a:xfrm>
              <a:off x="1225566" y="3853019"/>
              <a:ext cx="591600" cy="591600"/>
            </a:xfrm>
            <a:prstGeom prst="ellipse">
              <a:avLst/>
            </a:prstGeom>
            <a:solidFill>
              <a:srgbClr val="A5B7C6"/>
            </a:solidFill>
            <a:ln cap="flat" cmpd="sng" w="19050">
              <a:solidFill>
                <a:srgbClr val="435D74"/>
              </a:solidFill>
              <a:prstDash val="solid"/>
              <a:round/>
              <a:headEnd len="sm" w="sm" type="none"/>
              <a:tailEnd len="sm" w="sm" type="none"/>
            </a:ln>
          </p:spPr>
          <p:txBody>
            <a:bodyPr anchorCtr="0" anchor="ctr" bIns="34275" lIns="68575" spcFirstLastPara="1" rIns="68575" wrap="square" tIns="3427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Calibri"/>
                <a:ea typeface="Calibri"/>
                <a:cs typeface="Calibri"/>
                <a:sym typeface="Calibri"/>
              </a:endParaRPr>
            </a:p>
          </p:txBody>
        </p:sp>
      </p:grpSp>
      <p:grpSp>
        <p:nvGrpSpPr>
          <p:cNvPr id="8727" name="Google Shape;8727;p37"/>
          <p:cNvGrpSpPr/>
          <p:nvPr/>
        </p:nvGrpSpPr>
        <p:grpSpPr>
          <a:xfrm>
            <a:off x="3410364" y="2674265"/>
            <a:ext cx="1675128" cy="313674"/>
            <a:chOff x="998425" y="1182125"/>
            <a:chExt cx="1065400" cy="199500"/>
          </a:xfrm>
        </p:grpSpPr>
        <p:sp>
          <p:nvSpPr>
            <p:cNvPr id="8728" name="Google Shape;8728;p37"/>
            <p:cNvSpPr/>
            <p:nvPr/>
          </p:nvSpPr>
          <p:spPr>
            <a:xfrm>
              <a:off x="998425" y="1182125"/>
              <a:ext cx="1065400" cy="199500"/>
            </a:xfrm>
            <a:custGeom>
              <a:rect b="b" l="l" r="r" t="t"/>
              <a:pathLst>
                <a:path extrusionOk="0" h="7980" w="42616">
                  <a:moveTo>
                    <a:pt x="4324" y="1"/>
                  </a:moveTo>
                  <a:cubicBezTo>
                    <a:pt x="3159" y="1"/>
                    <a:pt x="1997" y="512"/>
                    <a:pt x="1246" y="1424"/>
                  </a:cubicBezTo>
                  <a:cubicBezTo>
                    <a:pt x="180" y="2720"/>
                    <a:pt x="1" y="4577"/>
                    <a:pt x="867" y="6031"/>
                  </a:cubicBezTo>
                  <a:cubicBezTo>
                    <a:pt x="1600" y="7262"/>
                    <a:pt x="2935" y="7980"/>
                    <a:pt x="4331" y="7980"/>
                  </a:cubicBezTo>
                  <a:cubicBezTo>
                    <a:pt x="4576" y="7980"/>
                    <a:pt x="4822" y="7958"/>
                    <a:pt x="5067" y="7913"/>
                  </a:cubicBezTo>
                  <a:cubicBezTo>
                    <a:pt x="6219" y="7700"/>
                    <a:pt x="7170" y="6971"/>
                    <a:pt x="7733" y="6006"/>
                  </a:cubicBezTo>
                  <a:cubicBezTo>
                    <a:pt x="8105" y="5370"/>
                    <a:pt x="8773" y="4970"/>
                    <a:pt x="9508" y="4970"/>
                  </a:cubicBezTo>
                  <a:lnTo>
                    <a:pt x="10488" y="4970"/>
                  </a:lnTo>
                  <a:cubicBezTo>
                    <a:pt x="11237" y="4970"/>
                    <a:pt x="11919" y="5376"/>
                    <a:pt x="12300" y="6020"/>
                  </a:cubicBezTo>
                  <a:lnTo>
                    <a:pt x="12307" y="6031"/>
                  </a:lnTo>
                  <a:cubicBezTo>
                    <a:pt x="13039" y="7262"/>
                    <a:pt x="14375" y="7980"/>
                    <a:pt x="15771" y="7980"/>
                  </a:cubicBezTo>
                  <a:cubicBezTo>
                    <a:pt x="16016" y="7980"/>
                    <a:pt x="16262" y="7958"/>
                    <a:pt x="16507" y="7913"/>
                  </a:cubicBezTo>
                  <a:cubicBezTo>
                    <a:pt x="17658" y="7700"/>
                    <a:pt x="18610" y="6971"/>
                    <a:pt x="19173" y="6006"/>
                  </a:cubicBezTo>
                  <a:cubicBezTo>
                    <a:pt x="19545" y="5370"/>
                    <a:pt x="20213" y="4970"/>
                    <a:pt x="20946" y="4970"/>
                  </a:cubicBezTo>
                  <a:lnTo>
                    <a:pt x="21928" y="4970"/>
                  </a:lnTo>
                  <a:cubicBezTo>
                    <a:pt x="22677" y="4970"/>
                    <a:pt x="23359" y="5376"/>
                    <a:pt x="23740" y="6020"/>
                  </a:cubicBezTo>
                  <a:lnTo>
                    <a:pt x="23747" y="6031"/>
                  </a:lnTo>
                  <a:cubicBezTo>
                    <a:pt x="24479" y="7262"/>
                    <a:pt x="25815" y="7980"/>
                    <a:pt x="27210" y="7980"/>
                  </a:cubicBezTo>
                  <a:cubicBezTo>
                    <a:pt x="27454" y="7980"/>
                    <a:pt x="27700" y="7958"/>
                    <a:pt x="27945" y="7913"/>
                  </a:cubicBezTo>
                  <a:cubicBezTo>
                    <a:pt x="29098" y="7700"/>
                    <a:pt x="30048" y="6971"/>
                    <a:pt x="30613" y="6006"/>
                  </a:cubicBezTo>
                  <a:cubicBezTo>
                    <a:pt x="30985" y="5370"/>
                    <a:pt x="31652" y="4970"/>
                    <a:pt x="32388" y="4970"/>
                  </a:cubicBezTo>
                  <a:lnTo>
                    <a:pt x="33368" y="4970"/>
                  </a:lnTo>
                  <a:cubicBezTo>
                    <a:pt x="34117" y="4970"/>
                    <a:pt x="34799" y="5376"/>
                    <a:pt x="35180" y="6020"/>
                  </a:cubicBezTo>
                  <a:lnTo>
                    <a:pt x="35187" y="6031"/>
                  </a:lnTo>
                  <a:cubicBezTo>
                    <a:pt x="35920" y="7262"/>
                    <a:pt x="37255" y="7980"/>
                    <a:pt x="38651" y="7980"/>
                  </a:cubicBezTo>
                  <a:cubicBezTo>
                    <a:pt x="38896" y="7980"/>
                    <a:pt x="39142" y="7958"/>
                    <a:pt x="39387" y="7913"/>
                  </a:cubicBezTo>
                  <a:cubicBezTo>
                    <a:pt x="41256" y="7567"/>
                    <a:pt x="42594" y="5866"/>
                    <a:pt x="42615" y="3993"/>
                  </a:cubicBezTo>
                  <a:cubicBezTo>
                    <a:pt x="42599" y="2323"/>
                    <a:pt x="41557" y="833"/>
                    <a:pt x="39994" y="246"/>
                  </a:cubicBezTo>
                  <a:cubicBezTo>
                    <a:pt x="39559" y="81"/>
                    <a:pt x="39100" y="2"/>
                    <a:pt x="38642" y="2"/>
                  </a:cubicBezTo>
                  <a:cubicBezTo>
                    <a:pt x="37477" y="2"/>
                    <a:pt x="36315" y="513"/>
                    <a:pt x="35565" y="1426"/>
                  </a:cubicBezTo>
                  <a:cubicBezTo>
                    <a:pt x="35428" y="1592"/>
                    <a:pt x="35304" y="1770"/>
                    <a:pt x="35195" y="1957"/>
                  </a:cubicBezTo>
                  <a:cubicBezTo>
                    <a:pt x="34817" y="2606"/>
                    <a:pt x="34133" y="3018"/>
                    <a:pt x="33382" y="3018"/>
                  </a:cubicBezTo>
                  <a:lnTo>
                    <a:pt x="32420" y="3018"/>
                  </a:lnTo>
                  <a:cubicBezTo>
                    <a:pt x="31683" y="3018"/>
                    <a:pt x="30996" y="2632"/>
                    <a:pt x="30624" y="1994"/>
                  </a:cubicBezTo>
                  <a:cubicBezTo>
                    <a:pt x="30157" y="1190"/>
                    <a:pt x="29425" y="572"/>
                    <a:pt x="28556" y="244"/>
                  </a:cubicBezTo>
                  <a:cubicBezTo>
                    <a:pt x="28121" y="80"/>
                    <a:pt x="27663" y="1"/>
                    <a:pt x="27205" y="1"/>
                  </a:cubicBezTo>
                  <a:cubicBezTo>
                    <a:pt x="26039" y="1"/>
                    <a:pt x="24877" y="513"/>
                    <a:pt x="24125" y="1426"/>
                  </a:cubicBezTo>
                  <a:cubicBezTo>
                    <a:pt x="23989" y="1592"/>
                    <a:pt x="23865" y="1770"/>
                    <a:pt x="23755" y="1957"/>
                  </a:cubicBezTo>
                  <a:cubicBezTo>
                    <a:pt x="23377" y="2606"/>
                    <a:pt x="22695" y="3018"/>
                    <a:pt x="21944" y="3018"/>
                  </a:cubicBezTo>
                  <a:lnTo>
                    <a:pt x="20981" y="3018"/>
                  </a:lnTo>
                  <a:cubicBezTo>
                    <a:pt x="20243" y="3018"/>
                    <a:pt x="19556" y="2632"/>
                    <a:pt x="19185" y="1994"/>
                  </a:cubicBezTo>
                  <a:cubicBezTo>
                    <a:pt x="18717" y="1190"/>
                    <a:pt x="17987" y="572"/>
                    <a:pt x="17116" y="244"/>
                  </a:cubicBezTo>
                  <a:cubicBezTo>
                    <a:pt x="16681" y="80"/>
                    <a:pt x="16223" y="1"/>
                    <a:pt x="15766" y="1"/>
                  </a:cubicBezTo>
                  <a:cubicBezTo>
                    <a:pt x="14600" y="1"/>
                    <a:pt x="13437" y="513"/>
                    <a:pt x="12686" y="1426"/>
                  </a:cubicBezTo>
                  <a:cubicBezTo>
                    <a:pt x="12549" y="1592"/>
                    <a:pt x="12425" y="1770"/>
                    <a:pt x="12316" y="1957"/>
                  </a:cubicBezTo>
                  <a:cubicBezTo>
                    <a:pt x="11937" y="2606"/>
                    <a:pt x="11255" y="3016"/>
                    <a:pt x="10504" y="3016"/>
                  </a:cubicBezTo>
                  <a:lnTo>
                    <a:pt x="9541" y="3016"/>
                  </a:lnTo>
                  <a:cubicBezTo>
                    <a:pt x="8805" y="3016"/>
                    <a:pt x="8116" y="2632"/>
                    <a:pt x="7745" y="1994"/>
                  </a:cubicBezTo>
                  <a:cubicBezTo>
                    <a:pt x="7277" y="1190"/>
                    <a:pt x="6547" y="572"/>
                    <a:pt x="5676" y="244"/>
                  </a:cubicBezTo>
                  <a:cubicBezTo>
                    <a:pt x="5241" y="80"/>
                    <a:pt x="4782" y="1"/>
                    <a:pt x="4324" y="1"/>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729" name="Google Shape;8729;p37"/>
            <p:cNvSpPr/>
            <p:nvPr/>
          </p:nvSpPr>
          <p:spPr>
            <a:xfrm>
              <a:off x="1017250" y="1193175"/>
              <a:ext cx="177475" cy="177500"/>
            </a:xfrm>
            <a:custGeom>
              <a:rect b="b" l="l" r="r" t="t"/>
              <a:pathLst>
                <a:path extrusionOk="0" h="7100" w="7099">
                  <a:moveTo>
                    <a:pt x="3550" y="1"/>
                  </a:moveTo>
                  <a:cubicBezTo>
                    <a:pt x="1589" y="1"/>
                    <a:pt x="0" y="1589"/>
                    <a:pt x="0" y="3551"/>
                  </a:cubicBezTo>
                  <a:cubicBezTo>
                    <a:pt x="0" y="5511"/>
                    <a:pt x="1589" y="7099"/>
                    <a:pt x="3550" y="7099"/>
                  </a:cubicBezTo>
                  <a:cubicBezTo>
                    <a:pt x="5510" y="7099"/>
                    <a:pt x="7099" y="5511"/>
                    <a:pt x="7099" y="3551"/>
                  </a:cubicBezTo>
                  <a:cubicBezTo>
                    <a:pt x="7099" y="1589"/>
                    <a:pt x="5510" y="1"/>
                    <a:pt x="3550" y="1"/>
                  </a:cubicBez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730" name="Google Shape;8730;p37"/>
            <p:cNvSpPr/>
            <p:nvPr/>
          </p:nvSpPr>
          <p:spPr>
            <a:xfrm>
              <a:off x="1303250" y="1193175"/>
              <a:ext cx="177475" cy="177500"/>
            </a:xfrm>
            <a:custGeom>
              <a:rect b="b" l="l" r="r" t="t"/>
              <a:pathLst>
                <a:path extrusionOk="0" h="7100" w="7099">
                  <a:moveTo>
                    <a:pt x="3550" y="1"/>
                  </a:moveTo>
                  <a:cubicBezTo>
                    <a:pt x="1589" y="1"/>
                    <a:pt x="0" y="1589"/>
                    <a:pt x="0" y="3551"/>
                  </a:cubicBezTo>
                  <a:cubicBezTo>
                    <a:pt x="0" y="5511"/>
                    <a:pt x="1589" y="7099"/>
                    <a:pt x="3550" y="7099"/>
                  </a:cubicBezTo>
                  <a:cubicBezTo>
                    <a:pt x="5510" y="7099"/>
                    <a:pt x="7099" y="5511"/>
                    <a:pt x="7099" y="3551"/>
                  </a:cubicBezTo>
                  <a:cubicBezTo>
                    <a:pt x="7099" y="1589"/>
                    <a:pt x="5510" y="1"/>
                    <a:pt x="3550" y="1"/>
                  </a:cubicBez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731" name="Google Shape;8731;p37"/>
            <p:cNvSpPr/>
            <p:nvPr/>
          </p:nvSpPr>
          <p:spPr>
            <a:xfrm>
              <a:off x="1589250" y="1193175"/>
              <a:ext cx="177475" cy="177500"/>
            </a:xfrm>
            <a:custGeom>
              <a:rect b="b" l="l" r="r" t="t"/>
              <a:pathLst>
                <a:path extrusionOk="0" h="7100" w="7099">
                  <a:moveTo>
                    <a:pt x="3549" y="1"/>
                  </a:moveTo>
                  <a:cubicBezTo>
                    <a:pt x="1589" y="1"/>
                    <a:pt x="0" y="1589"/>
                    <a:pt x="0" y="3551"/>
                  </a:cubicBezTo>
                  <a:cubicBezTo>
                    <a:pt x="0" y="5511"/>
                    <a:pt x="1589" y="7099"/>
                    <a:pt x="3549" y="7099"/>
                  </a:cubicBezTo>
                  <a:cubicBezTo>
                    <a:pt x="5510" y="7099"/>
                    <a:pt x="7099" y="5511"/>
                    <a:pt x="7099" y="3551"/>
                  </a:cubicBezTo>
                  <a:cubicBezTo>
                    <a:pt x="7099" y="1589"/>
                    <a:pt x="5510" y="1"/>
                    <a:pt x="3549" y="1"/>
                  </a:cubicBez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732" name="Google Shape;8732;p37"/>
            <p:cNvSpPr/>
            <p:nvPr/>
          </p:nvSpPr>
          <p:spPr>
            <a:xfrm>
              <a:off x="1875200" y="1193175"/>
              <a:ext cx="177525" cy="177500"/>
            </a:xfrm>
            <a:custGeom>
              <a:rect b="b" l="l" r="r" t="t"/>
              <a:pathLst>
                <a:path extrusionOk="0" h="7100" w="7101">
                  <a:moveTo>
                    <a:pt x="3551" y="1"/>
                  </a:moveTo>
                  <a:cubicBezTo>
                    <a:pt x="1590" y="1"/>
                    <a:pt x="0" y="1589"/>
                    <a:pt x="0" y="3551"/>
                  </a:cubicBezTo>
                  <a:cubicBezTo>
                    <a:pt x="0" y="5511"/>
                    <a:pt x="1590" y="7099"/>
                    <a:pt x="3551" y="7099"/>
                  </a:cubicBezTo>
                  <a:cubicBezTo>
                    <a:pt x="5511" y="7099"/>
                    <a:pt x="7101" y="5511"/>
                    <a:pt x="7101" y="3551"/>
                  </a:cubicBezTo>
                  <a:cubicBezTo>
                    <a:pt x="7101" y="1589"/>
                    <a:pt x="5511" y="1"/>
                    <a:pt x="3551" y="1"/>
                  </a:cubicBez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8733" name="Google Shape;8733;p37"/>
          <p:cNvGrpSpPr/>
          <p:nvPr/>
        </p:nvGrpSpPr>
        <p:grpSpPr>
          <a:xfrm>
            <a:off x="3410363" y="3630231"/>
            <a:ext cx="1675129" cy="525345"/>
            <a:chOff x="5194708" y="3484366"/>
            <a:chExt cx="3148148" cy="987304"/>
          </a:xfrm>
        </p:grpSpPr>
        <p:grpSp>
          <p:nvGrpSpPr>
            <p:cNvPr id="8734" name="Google Shape;8734;p37"/>
            <p:cNvGrpSpPr/>
            <p:nvPr/>
          </p:nvGrpSpPr>
          <p:grpSpPr>
            <a:xfrm>
              <a:off x="7531521" y="3484366"/>
              <a:ext cx="811335" cy="987304"/>
              <a:chOff x="3379425" y="1617275"/>
              <a:chExt cx="1090650" cy="1327200"/>
            </a:xfrm>
          </p:grpSpPr>
          <p:sp>
            <p:nvSpPr>
              <p:cNvPr id="8735" name="Google Shape;8735;p37"/>
              <p:cNvSpPr/>
              <p:nvPr/>
            </p:nvSpPr>
            <p:spPr>
              <a:xfrm>
                <a:off x="3554475" y="1792400"/>
                <a:ext cx="740475" cy="740375"/>
              </a:xfrm>
              <a:custGeom>
                <a:rect b="b" l="l" r="r" t="t"/>
                <a:pathLst>
                  <a:path extrusionOk="0" h="29615" w="29619">
                    <a:moveTo>
                      <a:pt x="14809" y="1"/>
                    </a:moveTo>
                    <a:cubicBezTo>
                      <a:pt x="6631" y="1"/>
                      <a:pt x="0" y="6631"/>
                      <a:pt x="0" y="14809"/>
                    </a:cubicBezTo>
                    <a:cubicBezTo>
                      <a:pt x="0" y="22988"/>
                      <a:pt x="6631" y="29615"/>
                      <a:pt x="14809" y="29615"/>
                    </a:cubicBezTo>
                    <a:cubicBezTo>
                      <a:pt x="22987" y="29615"/>
                      <a:pt x="29618" y="22988"/>
                      <a:pt x="29618" y="14809"/>
                    </a:cubicBezTo>
                    <a:cubicBezTo>
                      <a:pt x="29618" y="6631"/>
                      <a:pt x="22987" y="1"/>
                      <a:pt x="14809" y="1"/>
                    </a:cubicBezTo>
                    <a:close/>
                  </a:path>
                </a:pathLst>
              </a:custGeom>
              <a:solidFill>
                <a:srgbClr val="A5B7C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736" name="Google Shape;8736;p37"/>
              <p:cNvSpPr/>
              <p:nvPr/>
            </p:nvSpPr>
            <p:spPr>
              <a:xfrm>
                <a:off x="3379425" y="1617275"/>
                <a:ext cx="1090650" cy="1273950"/>
              </a:xfrm>
              <a:custGeom>
                <a:rect b="b" l="l" r="r" t="t"/>
                <a:pathLst>
                  <a:path extrusionOk="0" h="50958" w="43626">
                    <a:moveTo>
                      <a:pt x="21811" y="0"/>
                    </a:moveTo>
                    <a:cubicBezTo>
                      <a:pt x="9785" y="0"/>
                      <a:pt x="0" y="9788"/>
                      <a:pt x="0" y="21814"/>
                    </a:cubicBezTo>
                    <a:cubicBezTo>
                      <a:pt x="8" y="22289"/>
                      <a:pt x="401" y="22672"/>
                      <a:pt x="876" y="22672"/>
                    </a:cubicBezTo>
                    <a:cubicBezTo>
                      <a:pt x="1355" y="22672"/>
                      <a:pt x="1744" y="22289"/>
                      <a:pt x="1755" y="21814"/>
                    </a:cubicBezTo>
                    <a:cubicBezTo>
                      <a:pt x="1755" y="10757"/>
                      <a:pt x="10754" y="1755"/>
                      <a:pt x="21811" y="1755"/>
                    </a:cubicBezTo>
                    <a:cubicBezTo>
                      <a:pt x="32869" y="1755"/>
                      <a:pt x="41867" y="10753"/>
                      <a:pt x="41867" y="21814"/>
                    </a:cubicBezTo>
                    <a:cubicBezTo>
                      <a:pt x="41871" y="32872"/>
                      <a:pt x="32869" y="41870"/>
                      <a:pt x="21811" y="41870"/>
                    </a:cubicBezTo>
                    <a:cubicBezTo>
                      <a:pt x="21329" y="41870"/>
                      <a:pt x="20932" y="42263"/>
                      <a:pt x="20935" y="42750"/>
                    </a:cubicBezTo>
                    <a:lnTo>
                      <a:pt x="20935" y="50957"/>
                    </a:lnTo>
                    <a:lnTo>
                      <a:pt x="22691" y="50942"/>
                    </a:lnTo>
                    <a:lnTo>
                      <a:pt x="22691" y="43610"/>
                    </a:lnTo>
                    <a:cubicBezTo>
                      <a:pt x="34312" y="43147"/>
                      <a:pt x="43626" y="33547"/>
                      <a:pt x="43626" y="21814"/>
                    </a:cubicBezTo>
                    <a:cubicBezTo>
                      <a:pt x="43626" y="9785"/>
                      <a:pt x="33841" y="0"/>
                      <a:pt x="21811" y="0"/>
                    </a:cubicBezTo>
                    <a:close/>
                  </a:path>
                </a:pathLst>
              </a:custGeom>
              <a:solidFill>
                <a:srgbClr val="A5B7C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737" name="Google Shape;8737;p37"/>
              <p:cNvSpPr/>
              <p:nvPr/>
            </p:nvSpPr>
            <p:spPr>
              <a:xfrm>
                <a:off x="3775050" y="2771175"/>
                <a:ext cx="300875" cy="173300"/>
              </a:xfrm>
              <a:custGeom>
                <a:rect b="b" l="l" r="r" t="t"/>
                <a:pathLst>
                  <a:path extrusionOk="0" h="6932" w="12035">
                    <a:moveTo>
                      <a:pt x="11087" y="1"/>
                    </a:moveTo>
                    <a:cubicBezTo>
                      <a:pt x="10861" y="1"/>
                      <a:pt x="10636" y="87"/>
                      <a:pt x="10465" y="260"/>
                    </a:cubicBezTo>
                    <a:lnTo>
                      <a:pt x="6866" y="3859"/>
                    </a:lnTo>
                    <a:lnTo>
                      <a:pt x="5979" y="4742"/>
                    </a:lnTo>
                    <a:lnTo>
                      <a:pt x="5110" y="3874"/>
                    </a:lnTo>
                    <a:lnTo>
                      <a:pt x="1496" y="260"/>
                    </a:lnTo>
                    <a:cubicBezTo>
                      <a:pt x="1342" y="153"/>
                      <a:pt x="1166" y="102"/>
                      <a:pt x="990" y="102"/>
                    </a:cubicBezTo>
                    <a:cubicBezTo>
                      <a:pt x="731" y="102"/>
                      <a:pt x="475" y="214"/>
                      <a:pt x="298" y="427"/>
                    </a:cubicBezTo>
                    <a:cubicBezTo>
                      <a:pt x="1" y="783"/>
                      <a:pt x="23" y="1306"/>
                      <a:pt x="350" y="1636"/>
                    </a:cubicBezTo>
                    <a:lnTo>
                      <a:pt x="5389" y="6675"/>
                    </a:lnTo>
                    <a:cubicBezTo>
                      <a:pt x="5559" y="6846"/>
                      <a:pt x="5784" y="6931"/>
                      <a:pt x="6009" y="6931"/>
                    </a:cubicBezTo>
                    <a:cubicBezTo>
                      <a:pt x="6234" y="6931"/>
                      <a:pt x="6459" y="6846"/>
                      <a:pt x="6632" y="6675"/>
                    </a:cubicBezTo>
                    <a:lnTo>
                      <a:pt x="11667" y="1636"/>
                    </a:lnTo>
                    <a:cubicBezTo>
                      <a:pt x="12016" y="1250"/>
                      <a:pt x="12034" y="668"/>
                      <a:pt x="11712" y="260"/>
                    </a:cubicBezTo>
                    <a:cubicBezTo>
                      <a:pt x="11539" y="87"/>
                      <a:pt x="11313" y="1"/>
                      <a:pt x="11087" y="1"/>
                    </a:cubicBezTo>
                    <a:close/>
                  </a:path>
                </a:pathLst>
              </a:custGeom>
              <a:solidFill>
                <a:srgbClr val="A5B7C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8738" name="Google Shape;8738;p37"/>
            <p:cNvGrpSpPr/>
            <p:nvPr/>
          </p:nvGrpSpPr>
          <p:grpSpPr>
            <a:xfrm>
              <a:off x="6752546" y="3484366"/>
              <a:ext cx="811428" cy="987304"/>
              <a:chOff x="2332275" y="1617275"/>
              <a:chExt cx="1090775" cy="1327200"/>
            </a:xfrm>
          </p:grpSpPr>
          <p:sp>
            <p:nvSpPr>
              <p:cNvPr id="8739" name="Google Shape;8739;p37"/>
              <p:cNvSpPr/>
              <p:nvPr/>
            </p:nvSpPr>
            <p:spPr>
              <a:xfrm>
                <a:off x="2507425" y="1792400"/>
                <a:ext cx="740375" cy="740375"/>
              </a:xfrm>
              <a:custGeom>
                <a:rect b="b" l="l" r="r" t="t"/>
                <a:pathLst>
                  <a:path extrusionOk="0" h="29615" w="29615">
                    <a:moveTo>
                      <a:pt x="14810" y="1"/>
                    </a:moveTo>
                    <a:cubicBezTo>
                      <a:pt x="6631" y="1"/>
                      <a:pt x="1" y="6631"/>
                      <a:pt x="1" y="14809"/>
                    </a:cubicBezTo>
                    <a:cubicBezTo>
                      <a:pt x="1" y="22988"/>
                      <a:pt x="6631" y="29615"/>
                      <a:pt x="14810" y="29615"/>
                    </a:cubicBezTo>
                    <a:cubicBezTo>
                      <a:pt x="22988" y="29615"/>
                      <a:pt x="29615" y="22988"/>
                      <a:pt x="29615" y="14809"/>
                    </a:cubicBezTo>
                    <a:cubicBezTo>
                      <a:pt x="29615" y="6631"/>
                      <a:pt x="22988" y="1"/>
                      <a:pt x="14810" y="1"/>
                    </a:cubicBezTo>
                    <a:close/>
                  </a:path>
                </a:pathLst>
              </a:custGeom>
              <a:solidFill>
                <a:srgbClr val="667E9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740" name="Google Shape;8740;p37"/>
              <p:cNvSpPr/>
              <p:nvPr/>
            </p:nvSpPr>
            <p:spPr>
              <a:xfrm>
                <a:off x="2332275" y="1617275"/>
                <a:ext cx="1090775" cy="1273950"/>
              </a:xfrm>
              <a:custGeom>
                <a:rect b="b" l="l" r="r" t="t"/>
                <a:pathLst>
                  <a:path extrusionOk="0" h="50958" w="43631">
                    <a:moveTo>
                      <a:pt x="21816" y="0"/>
                    </a:moveTo>
                    <a:cubicBezTo>
                      <a:pt x="9786" y="0"/>
                      <a:pt x="1" y="9788"/>
                      <a:pt x="1" y="21814"/>
                    </a:cubicBezTo>
                    <a:cubicBezTo>
                      <a:pt x="12" y="22289"/>
                      <a:pt x="402" y="22672"/>
                      <a:pt x="880" y="22672"/>
                    </a:cubicBezTo>
                    <a:cubicBezTo>
                      <a:pt x="1355" y="22672"/>
                      <a:pt x="1745" y="22289"/>
                      <a:pt x="1756" y="21814"/>
                    </a:cubicBezTo>
                    <a:cubicBezTo>
                      <a:pt x="1756" y="10757"/>
                      <a:pt x="10754" y="1755"/>
                      <a:pt x="21812" y="1755"/>
                    </a:cubicBezTo>
                    <a:cubicBezTo>
                      <a:pt x="32869" y="1755"/>
                      <a:pt x="41871" y="10753"/>
                      <a:pt x="41871" y="21814"/>
                    </a:cubicBezTo>
                    <a:cubicBezTo>
                      <a:pt x="41871" y="32872"/>
                      <a:pt x="32873" y="41870"/>
                      <a:pt x="21816" y="41870"/>
                    </a:cubicBezTo>
                    <a:cubicBezTo>
                      <a:pt x="21329" y="41870"/>
                      <a:pt x="20936" y="42263"/>
                      <a:pt x="20936" y="42750"/>
                    </a:cubicBezTo>
                    <a:lnTo>
                      <a:pt x="20936" y="50957"/>
                    </a:lnTo>
                    <a:lnTo>
                      <a:pt x="22691" y="50942"/>
                    </a:lnTo>
                    <a:lnTo>
                      <a:pt x="22691" y="43610"/>
                    </a:lnTo>
                    <a:cubicBezTo>
                      <a:pt x="34317" y="43147"/>
                      <a:pt x="43630" y="33547"/>
                      <a:pt x="43627" y="21814"/>
                    </a:cubicBezTo>
                    <a:cubicBezTo>
                      <a:pt x="43627" y="9785"/>
                      <a:pt x="33842" y="0"/>
                      <a:pt x="21816" y="0"/>
                    </a:cubicBezTo>
                    <a:close/>
                  </a:path>
                </a:pathLst>
              </a:custGeom>
              <a:solidFill>
                <a:srgbClr val="667E9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741" name="Google Shape;8741;p37"/>
              <p:cNvSpPr/>
              <p:nvPr/>
            </p:nvSpPr>
            <p:spPr>
              <a:xfrm>
                <a:off x="2727925" y="2771175"/>
                <a:ext cx="300950" cy="173300"/>
              </a:xfrm>
              <a:custGeom>
                <a:rect b="b" l="l" r="r" t="t"/>
                <a:pathLst>
                  <a:path extrusionOk="0" h="6932" w="12038">
                    <a:moveTo>
                      <a:pt x="11088" y="1"/>
                    </a:moveTo>
                    <a:cubicBezTo>
                      <a:pt x="10863" y="1"/>
                      <a:pt x="10637" y="87"/>
                      <a:pt x="10465" y="260"/>
                    </a:cubicBezTo>
                    <a:lnTo>
                      <a:pt x="6869" y="3859"/>
                    </a:lnTo>
                    <a:lnTo>
                      <a:pt x="5982" y="4742"/>
                    </a:lnTo>
                    <a:lnTo>
                      <a:pt x="5110" y="3874"/>
                    </a:lnTo>
                    <a:lnTo>
                      <a:pt x="1496" y="260"/>
                    </a:lnTo>
                    <a:cubicBezTo>
                      <a:pt x="1342" y="153"/>
                      <a:pt x="1165" y="102"/>
                      <a:pt x="990" y="102"/>
                    </a:cubicBezTo>
                    <a:cubicBezTo>
                      <a:pt x="731" y="102"/>
                      <a:pt x="475" y="214"/>
                      <a:pt x="297" y="427"/>
                    </a:cubicBezTo>
                    <a:cubicBezTo>
                      <a:pt x="1" y="783"/>
                      <a:pt x="27" y="1306"/>
                      <a:pt x="353" y="1636"/>
                    </a:cubicBezTo>
                    <a:lnTo>
                      <a:pt x="5388" y="6675"/>
                    </a:lnTo>
                    <a:cubicBezTo>
                      <a:pt x="5561" y="6846"/>
                      <a:pt x="5785" y="6931"/>
                      <a:pt x="6010" y="6931"/>
                    </a:cubicBezTo>
                    <a:cubicBezTo>
                      <a:pt x="6234" y="6931"/>
                      <a:pt x="6459" y="6846"/>
                      <a:pt x="6632" y="6675"/>
                    </a:cubicBezTo>
                    <a:lnTo>
                      <a:pt x="11667" y="1636"/>
                    </a:lnTo>
                    <a:cubicBezTo>
                      <a:pt x="12019" y="1250"/>
                      <a:pt x="12038" y="668"/>
                      <a:pt x="11711" y="260"/>
                    </a:cubicBezTo>
                    <a:cubicBezTo>
                      <a:pt x="11539" y="87"/>
                      <a:pt x="11313" y="1"/>
                      <a:pt x="11088" y="1"/>
                    </a:cubicBezTo>
                    <a:close/>
                  </a:path>
                </a:pathLst>
              </a:custGeom>
              <a:solidFill>
                <a:srgbClr val="667E9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8742" name="Google Shape;8742;p37"/>
            <p:cNvGrpSpPr/>
            <p:nvPr/>
          </p:nvGrpSpPr>
          <p:grpSpPr>
            <a:xfrm>
              <a:off x="5973664" y="3484366"/>
              <a:ext cx="811335" cy="987304"/>
              <a:chOff x="1285250" y="1617275"/>
              <a:chExt cx="1090650" cy="1327200"/>
            </a:xfrm>
          </p:grpSpPr>
          <p:sp>
            <p:nvSpPr>
              <p:cNvPr id="8743" name="Google Shape;8743;p37"/>
              <p:cNvSpPr/>
              <p:nvPr/>
            </p:nvSpPr>
            <p:spPr>
              <a:xfrm>
                <a:off x="1460300" y="1792400"/>
                <a:ext cx="740475" cy="740375"/>
              </a:xfrm>
              <a:custGeom>
                <a:rect b="b" l="l" r="r" t="t"/>
                <a:pathLst>
                  <a:path extrusionOk="0" h="29615" w="29619">
                    <a:moveTo>
                      <a:pt x="14809" y="1"/>
                    </a:moveTo>
                    <a:cubicBezTo>
                      <a:pt x="6631" y="1"/>
                      <a:pt x="0" y="6631"/>
                      <a:pt x="0" y="14809"/>
                    </a:cubicBezTo>
                    <a:cubicBezTo>
                      <a:pt x="0" y="22988"/>
                      <a:pt x="6631" y="29615"/>
                      <a:pt x="14809" y="29615"/>
                    </a:cubicBezTo>
                    <a:cubicBezTo>
                      <a:pt x="22987" y="29615"/>
                      <a:pt x="29618" y="22988"/>
                      <a:pt x="29618" y="14809"/>
                    </a:cubicBezTo>
                    <a:cubicBezTo>
                      <a:pt x="29618" y="6631"/>
                      <a:pt x="22987" y="1"/>
                      <a:pt x="14809" y="1"/>
                    </a:cubicBezTo>
                    <a:close/>
                  </a:path>
                </a:pathLst>
              </a:custGeom>
              <a:solidFill>
                <a:srgbClr val="445D7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744" name="Google Shape;8744;p37"/>
              <p:cNvSpPr/>
              <p:nvPr/>
            </p:nvSpPr>
            <p:spPr>
              <a:xfrm>
                <a:off x="1285250" y="1617275"/>
                <a:ext cx="1090650" cy="1273950"/>
              </a:xfrm>
              <a:custGeom>
                <a:rect b="b" l="l" r="r" t="t"/>
                <a:pathLst>
                  <a:path extrusionOk="0" h="50958" w="43626">
                    <a:moveTo>
                      <a:pt x="21811" y="0"/>
                    </a:moveTo>
                    <a:cubicBezTo>
                      <a:pt x="9785" y="0"/>
                      <a:pt x="0" y="9788"/>
                      <a:pt x="0" y="21814"/>
                    </a:cubicBezTo>
                    <a:cubicBezTo>
                      <a:pt x="8" y="22289"/>
                      <a:pt x="401" y="22672"/>
                      <a:pt x="876" y="22672"/>
                    </a:cubicBezTo>
                    <a:cubicBezTo>
                      <a:pt x="1355" y="22672"/>
                      <a:pt x="1744" y="22289"/>
                      <a:pt x="1755" y="21814"/>
                    </a:cubicBezTo>
                    <a:cubicBezTo>
                      <a:pt x="1755" y="10757"/>
                      <a:pt x="10754" y="1755"/>
                      <a:pt x="21811" y="1755"/>
                    </a:cubicBezTo>
                    <a:cubicBezTo>
                      <a:pt x="32869" y="1755"/>
                      <a:pt x="41867" y="10753"/>
                      <a:pt x="41867" y="21814"/>
                    </a:cubicBezTo>
                    <a:cubicBezTo>
                      <a:pt x="41871" y="32872"/>
                      <a:pt x="32869" y="41870"/>
                      <a:pt x="21811" y="41870"/>
                    </a:cubicBezTo>
                    <a:cubicBezTo>
                      <a:pt x="21329" y="41870"/>
                      <a:pt x="20932" y="42263"/>
                      <a:pt x="20936" y="42750"/>
                    </a:cubicBezTo>
                    <a:lnTo>
                      <a:pt x="20936" y="50957"/>
                    </a:lnTo>
                    <a:lnTo>
                      <a:pt x="22691" y="50942"/>
                    </a:lnTo>
                    <a:lnTo>
                      <a:pt x="22691" y="43610"/>
                    </a:lnTo>
                    <a:cubicBezTo>
                      <a:pt x="34312" y="43147"/>
                      <a:pt x="43626" y="33547"/>
                      <a:pt x="43626" y="21814"/>
                    </a:cubicBezTo>
                    <a:cubicBezTo>
                      <a:pt x="43626" y="9785"/>
                      <a:pt x="33841" y="0"/>
                      <a:pt x="21811" y="0"/>
                    </a:cubicBezTo>
                    <a:close/>
                  </a:path>
                </a:pathLst>
              </a:custGeom>
              <a:solidFill>
                <a:srgbClr val="445D7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745" name="Google Shape;8745;p37"/>
              <p:cNvSpPr/>
              <p:nvPr/>
            </p:nvSpPr>
            <p:spPr>
              <a:xfrm>
                <a:off x="1680900" y="2771175"/>
                <a:ext cx="300850" cy="173300"/>
              </a:xfrm>
              <a:custGeom>
                <a:rect b="b" l="l" r="r" t="t"/>
                <a:pathLst>
                  <a:path extrusionOk="0" h="6932" w="12034">
                    <a:moveTo>
                      <a:pt x="11086" y="1"/>
                    </a:moveTo>
                    <a:cubicBezTo>
                      <a:pt x="10860" y="1"/>
                      <a:pt x="10635" y="87"/>
                      <a:pt x="10464" y="260"/>
                    </a:cubicBezTo>
                    <a:lnTo>
                      <a:pt x="6865" y="3859"/>
                    </a:lnTo>
                    <a:lnTo>
                      <a:pt x="5978" y="4742"/>
                    </a:lnTo>
                    <a:lnTo>
                      <a:pt x="5110" y="3874"/>
                    </a:lnTo>
                    <a:lnTo>
                      <a:pt x="1495" y="260"/>
                    </a:lnTo>
                    <a:cubicBezTo>
                      <a:pt x="1341" y="153"/>
                      <a:pt x="1165" y="102"/>
                      <a:pt x="989" y="102"/>
                    </a:cubicBezTo>
                    <a:cubicBezTo>
                      <a:pt x="730" y="102"/>
                      <a:pt x="474" y="214"/>
                      <a:pt x="297" y="427"/>
                    </a:cubicBezTo>
                    <a:cubicBezTo>
                      <a:pt x="0" y="783"/>
                      <a:pt x="22" y="1306"/>
                      <a:pt x="349" y="1636"/>
                    </a:cubicBezTo>
                    <a:lnTo>
                      <a:pt x="5388" y="6675"/>
                    </a:lnTo>
                    <a:cubicBezTo>
                      <a:pt x="5559" y="6846"/>
                      <a:pt x="5783" y="6931"/>
                      <a:pt x="6008" y="6931"/>
                    </a:cubicBezTo>
                    <a:cubicBezTo>
                      <a:pt x="6233" y="6931"/>
                      <a:pt x="6458" y="6846"/>
                      <a:pt x="6631" y="6675"/>
                    </a:cubicBezTo>
                    <a:lnTo>
                      <a:pt x="11666" y="1636"/>
                    </a:lnTo>
                    <a:cubicBezTo>
                      <a:pt x="12015" y="1250"/>
                      <a:pt x="12034" y="668"/>
                      <a:pt x="11711" y="260"/>
                    </a:cubicBezTo>
                    <a:cubicBezTo>
                      <a:pt x="11538" y="87"/>
                      <a:pt x="11312" y="1"/>
                      <a:pt x="11086" y="1"/>
                    </a:cubicBezTo>
                    <a:close/>
                  </a:path>
                </a:pathLst>
              </a:custGeom>
              <a:solidFill>
                <a:srgbClr val="445D7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8746" name="Google Shape;8746;p37"/>
            <p:cNvGrpSpPr/>
            <p:nvPr/>
          </p:nvGrpSpPr>
          <p:grpSpPr>
            <a:xfrm>
              <a:off x="5194708" y="3484366"/>
              <a:ext cx="811409" cy="987304"/>
              <a:chOff x="238125" y="1617275"/>
              <a:chExt cx="1090750" cy="1327200"/>
            </a:xfrm>
          </p:grpSpPr>
          <p:sp>
            <p:nvSpPr>
              <p:cNvPr id="8747" name="Google Shape;8747;p37"/>
              <p:cNvSpPr/>
              <p:nvPr/>
            </p:nvSpPr>
            <p:spPr>
              <a:xfrm>
                <a:off x="413250" y="1792400"/>
                <a:ext cx="740375" cy="740375"/>
              </a:xfrm>
              <a:custGeom>
                <a:rect b="b" l="l" r="r" t="t"/>
                <a:pathLst>
                  <a:path extrusionOk="0" h="29615" w="29615">
                    <a:moveTo>
                      <a:pt x="14810" y="1"/>
                    </a:moveTo>
                    <a:cubicBezTo>
                      <a:pt x="6631" y="1"/>
                      <a:pt x="1" y="6631"/>
                      <a:pt x="1" y="14809"/>
                    </a:cubicBezTo>
                    <a:cubicBezTo>
                      <a:pt x="1" y="22988"/>
                      <a:pt x="6631" y="29615"/>
                      <a:pt x="14810" y="29615"/>
                    </a:cubicBezTo>
                    <a:cubicBezTo>
                      <a:pt x="22988" y="29615"/>
                      <a:pt x="29615" y="22988"/>
                      <a:pt x="29615" y="14809"/>
                    </a:cubicBezTo>
                    <a:cubicBezTo>
                      <a:pt x="29615" y="6631"/>
                      <a:pt x="22988" y="1"/>
                      <a:pt x="14810" y="1"/>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748" name="Google Shape;8748;p37"/>
              <p:cNvSpPr/>
              <p:nvPr/>
            </p:nvSpPr>
            <p:spPr>
              <a:xfrm>
                <a:off x="238125" y="1617275"/>
                <a:ext cx="1090750" cy="1273950"/>
              </a:xfrm>
              <a:custGeom>
                <a:rect b="b" l="l" r="r" t="t"/>
                <a:pathLst>
                  <a:path extrusionOk="0" h="50958" w="43630">
                    <a:moveTo>
                      <a:pt x="21815" y="0"/>
                    </a:moveTo>
                    <a:cubicBezTo>
                      <a:pt x="9785" y="0"/>
                      <a:pt x="0" y="9788"/>
                      <a:pt x="0" y="21814"/>
                    </a:cubicBezTo>
                    <a:cubicBezTo>
                      <a:pt x="11" y="22289"/>
                      <a:pt x="401" y="22672"/>
                      <a:pt x="879" y="22672"/>
                    </a:cubicBezTo>
                    <a:cubicBezTo>
                      <a:pt x="1354" y="22672"/>
                      <a:pt x="1744" y="22289"/>
                      <a:pt x="1755" y="21814"/>
                    </a:cubicBezTo>
                    <a:cubicBezTo>
                      <a:pt x="1755" y="10757"/>
                      <a:pt x="10753" y="1755"/>
                      <a:pt x="21811" y="1755"/>
                    </a:cubicBezTo>
                    <a:cubicBezTo>
                      <a:pt x="32869" y="1755"/>
                      <a:pt x="41870" y="10753"/>
                      <a:pt x="41870" y="21814"/>
                    </a:cubicBezTo>
                    <a:cubicBezTo>
                      <a:pt x="41870" y="32872"/>
                      <a:pt x="32872" y="41870"/>
                      <a:pt x="21815" y="41870"/>
                    </a:cubicBezTo>
                    <a:cubicBezTo>
                      <a:pt x="21329" y="41870"/>
                      <a:pt x="20935" y="42263"/>
                      <a:pt x="20935" y="42750"/>
                    </a:cubicBezTo>
                    <a:lnTo>
                      <a:pt x="20935" y="50957"/>
                    </a:lnTo>
                    <a:lnTo>
                      <a:pt x="22694" y="50942"/>
                    </a:lnTo>
                    <a:lnTo>
                      <a:pt x="22694" y="43610"/>
                    </a:lnTo>
                    <a:cubicBezTo>
                      <a:pt x="34316" y="43147"/>
                      <a:pt x="43629" y="33547"/>
                      <a:pt x="43626" y="21814"/>
                    </a:cubicBezTo>
                    <a:cubicBezTo>
                      <a:pt x="43626" y="9785"/>
                      <a:pt x="33841" y="0"/>
                      <a:pt x="21815" y="0"/>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749" name="Google Shape;8749;p37"/>
              <p:cNvSpPr/>
              <p:nvPr/>
            </p:nvSpPr>
            <p:spPr>
              <a:xfrm>
                <a:off x="633750" y="2771175"/>
                <a:ext cx="300950" cy="173300"/>
              </a:xfrm>
              <a:custGeom>
                <a:rect b="b" l="l" r="r" t="t"/>
                <a:pathLst>
                  <a:path extrusionOk="0" h="6932" w="12038">
                    <a:moveTo>
                      <a:pt x="11088" y="1"/>
                    </a:moveTo>
                    <a:cubicBezTo>
                      <a:pt x="10863" y="1"/>
                      <a:pt x="10637" y="87"/>
                      <a:pt x="10465" y="260"/>
                    </a:cubicBezTo>
                    <a:lnTo>
                      <a:pt x="6869" y="3859"/>
                    </a:lnTo>
                    <a:lnTo>
                      <a:pt x="5982" y="4742"/>
                    </a:lnTo>
                    <a:lnTo>
                      <a:pt x="5110" y="3874"/>
                    </a:lnTo>
                    <a:lnTo>
                      <a:pt x="1496" y="260"/>
                    </a:lnTo>
                    <a:cubicBezTo>
                      <a:pt x="1342" y="153"/>
                      <a:pt x="1165" y="102"/>
                      <a:pt x="990" y="102"/>
                    </a:cubicBezTo>
                    <a:cubicBezTo>
                      <a:pt x="731" y="102"/>
                      <a:pt x="475" y="214"/>
                      <a:pt x="298" y="427"/>
                    </a:cubicBezTo>
                    <a:cubicBezTo>
                      <a:pt x="1" y="783"/>
                      <a:pt x="27" y="1306"/>
                      <a:pt x="353" y="1636"/>
                    </a:cubicBezTo>
                    <a:lnTo>
                      <a:pt x="5389" y="6675"/>
                    </a:lnTo>
                    <a:cubicBezTo>
                      <a:pt x="5561" y="6846"/>
                      <a:pt x="5786" y="6931"/>
                      <a:pt x="6010" y="6931"/>
                    </a:cubicBezTo>
                    <a:cubicBezTo>
                      <a:pt x="6235" y="6931"/>
                      <a:pt x="6459" y="6846"/>
                      <a:pt x="6632" y="6675"/>
                    </a:cubicBezTo>
                    <a:lnTo>
                      <a:pt x="11667" y="1636"/>
                    </a:lnTo>
                    <a:cubicBezTo>
                      <a:pt x="12019" y="1250"/>
                      <a:pt x="12038" y="668"/>
                      <a:pt x="11711" y="260"/>
                    </a:cubicBezTo>
                    <a:cubicBezTo>
                      <a:pt x="11539" y="87"/>
                      <a:pt x="11313" y="1"/>
                      <a:pt x="11088" y="1"/>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grpSp>
        <p:nvGrpSpPr>
          <p:cNvPr id="8750" name="Google Shape;8750;p37"/>
          <p:cNvGrpSpPr/>
          <p:nvPr/>
        </p:nvGrpSpPr>
        <p:grpSpPr>
          <a:xfrm>
            <a:off x="6844048" y="2276120"/>
            <a:ext cx="1579046" cy="522230"/>
            <a:chOff x="6853641" y="2534077"/>
            <a:chExt cx="1515545" cy="501229"/>
          </a:xfrm>
        </p:grpSpPr>
        <p:grpSp>
          <p:nvGrpSpPr>
            <p:cNvPr id="8751" name="Google Shape;8751;p37"/>
            <p:cNvGrpSpPr/>
            <p:nvPr/>
          </p:nvGrpSpPr>
          <p:grpSpPr>
            <a:xfrm>
              <a:off x="6853641" y="2618923"/>
              <a:ext cx="1515545" cy="324557"/>
              <a:chOff x="6853641" y="2618923"/>
              <a:chExt cx="1515545" cy="324557"/>
            </a:xfrm>
          </p:grpSpPr>
          <p:sp>
            <p:nvSpPr>
              <p:cNvPr id="8752" name="Google Shape;8752;p37"/>
              <p:cNvSpPr/>
              <p:nvPr/>
            </p:nvSpPr>
            <p:spPr>
              <a:xfrm>
                <a:off x="7747010" y="2781222"/>
                <a:ext cx="324578" cy="162258"/>
              </a:xfrm>
              <a:custGeom>
                <a:rect b="b" l="l" r="r" t="t"/>
                <a:pathLst>
                  <a:path extrusionOk="0" h="3951" w="7904">
                    <a:moveTo>
                      <a:pt x="1" y="0"/>
                    </a:moveTo>
                    <a:cubicBezTo>
                      <a:pt x="1" y="540"/>
                      <a:pt x="113" y="1075"/>
                      <a:pt x="327" y="1571"/>
                    </a:cubicBezTo>
                    <a:cubicBezTo>
                      <a:pt x="938" y="2971"/>
                      <a:pt x="2332" y="3951"/>
                      <a:pt x="3953" y="3951"/>
                    </a:cubicBezTo>
                    <a:cubicBezTo>
                      <a:pt x="6132" y="3951"/>
                      <a:pt x="7903" y="2178"/>
                      <a:pt x="7903" y="0"/>
                    </a:cubicBezTo>
                    <a:lnTo>
                      <a:pt x="7248" y="0"/>
                    </a:lnTo>
                    <a:cubicBezTo>
                      <a:pt x="7248" y="1818"/>
                      <a:pt x="5770" y="3296"/>
                      <a:pt x="3953" y="3296"/>
                    </a:cubicBezTo>
                    <a:cubicBezTo>
                      <a:pt x="2135" y="3296"/>
                      <a:pt x="657" y="1818"/>
                      <a:pt x="657" y="0"/>
                    </a:cubicBezTo>
                    <a:close/>
                  </a:path>
                </a:pathLst>
              </a:custGeom>
              <a:solidFill>
                <a:srgbClr val="A5B7C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753" name="Google Shape;8753;p37"/>
              <p:cNvSpPr/>
              <p:nvPr/>
            </p:nvSpPr>
            <p:spPr>
              <a:xfrm>
                <a:off x="7449412" y="2618923"/>
                <a:ext cx="324496" cy="162258"/>
              </a:xfrm>
              <a:custGeom>
                <a:rect b="b" l="l" r="r" t="t"/>
                <a:pathLst>
                  <a:path extrusionOk="0" h="3951" w="7902">
                    <a:moveTo>
                      <a:pt x="3951" y="0"/>
                    </a:moveTo>
                    <a:cubicBezTo>
                      <a:pt x="2330" y="0"/>
                      <a:pt x="935" y="982"/>
                      <a:pt x="327" y="2380"/>
                    </a:cubicBezTo>
                    <a:cubicBezTo>
                      <a:pt x="111" y="2874"/>
                      <a:pt x="0" y="3409"/>
                      <a:pt x="0" y="3951"/>
                    </a:cubicBezTo>
                    <a:lnTo>
                      <a:pt x="653" y="3951"/>
                    </a:lnTo>
                    <a:cubicBezTo>
                      <a:pt x="653" y="2135"/>
                      <a:pt x="2133" y="657"/>
                      <a:pt x="3951" y="657"/>
                    </a:cubicBezTo>
                    <a:cubicBezTo>
                      <a:pt x="5767" y="657"/>
                      <a:pt x="7246" y="2135"/>
                      <a:pt x="7246" y="3951"/>
                    </a:cubicBezTo>
                    <a:lnTo>
                      <a:pt x="7901" y="3951"/>
                    </a:lnTo>
                    <a:cubicBezTo>
                      <a:pt x="7901" y="3411"/>
                      <a:pt x="7791" y="2876"/>
                      <a:pt x="7574" y="2381"/>
                    </a:cubicBezTo>
                    <a:cubicBezTo>
                      <a:pt x="6966" y="982"/>
                      <a:pt x="5571" y="0"/>
                      <a:pt x="3951" y="0"/>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754" name="Google Shape;8754;p37"/>
              <p:cNvSpPr/>
              <p:nvPr/>
            </p:nvSpPr>
            <p:spPr>
              <a:xfrm>
                <a:off x="6853641" y="2618923"/>
                <a:ext cx="324824" cy="162792"/>
              </a:xfrm>
              <a:custGeom>
                <a:rect b="b" l="l" r="r" t="t"/>
                <a:pathLst>
                  <a:path extrusionOk="0" h="3964" w="7910">
                    <a:moveTo>
                      <a:pt x="3958" y="0"/>
                    </a:moveTo>
                    <a:cubicBezTo>
                      <a:pt x="3954" y="0"/>
                      <a:pt x="3950" y="0"/>
                      <a:pt x="3946" y="0"/>
                    </a:cubicBezTo>
                    <a:cubicBezTo>
                      <a:pt x="1768" y="6"/>
                      <a:pt x="0" y="1784"/>
                      <a:pt x="6" y="3963"/>
                    </a:cubicBezTo>
                    <a:lnTo>
                      <a:pt x="661" y="3962"/>
                    </a:lnTo>
                    <a:cubicBezTo>
                      <a:pt x="657" y="2144"/>
                      <a:pt x="2131" y="661"/>
                      <a:pt x="3947" y="655"/>
                    </a:cubicBezTo>
                    <a:cubicBezTo>
                      <a:pt x="3951" y="655"/>
                      <a:pt x="3955" y="655"/>
                      <a:pt x="3959" y="655"/>
                    </a:cubicBezTo>
                    <a:cubicBezTo>
                      <a:pt x="5771" y="655"/>
                      <a:pt x="7248" y="2127"/>
                      <a:pt x="7254" y="3939"/>
                    </a:cubicBezTo>
                    <a:lnTo>
                      <a:pt x="7256" y="3939"/>
                    </a:lnTo>
                    <a:lnTo>
                      <a:pt x="7909" y="3938"/>
                    </a:lnTo>
                    <a:cubicBezTo>
                      <a:pt x="7907" y="3398"/>
                      <a:pt x="7795" y="2863"/>
                      <a:pt x="7578" y="2368"/>
                    </a:cubicBezTo>
                    <a:cubicBezTo>
                      <a:pt x="6966" y="976"/>
                      <a:pt x="5573" y="0"/>
                      <a:pt x="3958" y="0"/>
                    </a:cubicBezTo>
                    <a:close/>
                  </a:path>
                </a:pathLst>
              </a:custGeom>
              <a:solidFill>
                <a:srgbClr val="869FB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755" name="Google Shape;8755;p37"/>
              <p:cNvSpPr/>
              <p:nvPr/>
            </p:nvSpPr>
            <p:spPr>
              <a:xfrm>
                <a:off x="7151691" y="2781222"/>
                <a:ext cx="324578" cy="162258"/>
              </a:xfrm>
              <a:custGeom>
                <a:rect b="b" l="l" r="r" t="t"/>
                <a:pathLst>
                  <a:path extrusionOk="0" h="3951" w="7904">
                    <a:moveTo>
                      <a:pt x="1" y="0"/>
                    </a:moveTo>
                    <a:cubicBezTo>
                      <a:pt x="1" y="540"/>
                      <a:pt x="111" y="1075"/>
                      <a:pt x="328" y="1571"/>
                    </a:cubicBezTo>
                    <a:cubicBezTo>
                      <a:pt x="938" y="2971"/>
                      <a:pt x="2332" y="3951"/>
                      <a:pt x="3953" y="3951"/>
                    </a:cubicBezTo>
                    <a:cubicBezTo>
                      <a:pt x="5574" y="3951"/>
                      <a:pt x="6967" y="2971"/>
                      <a:pt x="7575" y="1573"/>
                    </a:cubicBezTo>
                    <a:cubicBezTo>
                      <a:pt x="7791" y="1076"/>
                      <a:pt x="7903" y="541"/>
                      <a:pt x="7903" y="0"/>
                    </a:cubicBezTo>
                    <a:lnTo>
                      <a:pt x="7249" y="0"/>
                    </a:lnTo>
                    <a:cubicBezTo>
                      <a:pt x="7249" y="1818"/>
                      <a:pt x="5770" y="3296"/>
                      <a:pt x="3953" y="3296"/>
                    </a:cubicBezTo>
                    <a:cubicBezTo>
                      <a:pt x="2135" y="3296"/>
                      <a:pt x="657" y="1818"/>
                      <a:pt x="657" y="0"/>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756" name="Google Shape;8756;p37"/>
              <p:cNvSpPr/>
              <p:nvPr/>
            </p:nvSpPr>
            <p:spPr>
              <a:xfrm>
                <a:off x="8044362" y="2618923"/>
                <a:ext cx="324824" cy="162792"/>
              </a:xfrm>
              <a:custGeom>
                <a:rect b="b" l="l" r="r" t="t"/>
                <a:pathLst>
                  <a:path extrusionOk="0" h="3964" w="7910">
                    <a:moveTo>
                      <a:pt x="3959" y="0"/>
                    </a:moveTo>
                    <a:cubicBezTo>
                      <a:pt x="3955" y="0"/>
                      <a:pt x="3951" y="0"/>
                      <a:pt x="3947" y="0"/>
                    </a:cubicBezTo>
                    <a:cubicBezTo>
                      <a:pt x="1769" y="8"/>
                      <a:pt x="1" y="1786"/>
                      <a:pt x="7" y="3963"/>
                    </a:cubicBezTo>
                    <a:lnTo>
                      <a:pt x="664" y="3962"/>
                    </a:lnTo>
                    <a:cubicBezTo>
                      <a:pt x="658" y="2144"/>
                      <a:pt x="2132" y="661"/>
                      <a:pt x="3948" y="657"/>
                    </a:cubicBezTo>
                    <a:cubicBezTo>
                      <a:pt x="3952" y="657"/>
                      <a:pt x="3956" y="657"/>
                      <a:pt x="3960" y="657"/>
                    </a:cubicBezTo>
                    <a:cubicBezTo>
                      <a:pt x="5772" y="657"/>
                      <a:pt x="7249" y="2127"/>
                      <a:pt x="7255" y="3941"/>
                    </a:cubicBezTo>
                    <a:lnTo>
                      <a:pt x="7257" y="3941"/>
                    </a:lnTo>
                    <a:lnTo>
                      <a:pt x="7910" y="3939"/>
                    </a:lnTo>
                    <a:cubicBezTo>
                      <a:pt x="7908" y="3398"/>
                      <a:pt x="7796" y="2865"/>
                      <a:pt x="7578" y="2370"/>
                    </a:cubicBezTo>
                    <a:cubicBezTo>
                      <a:pt x="6967" y="976"/>
                      <a:pt x="5574" y="0"/>
                      <a:pt x="3959" y="0"/>
                    </a:cubicBezTo>
                    <a:close/>
                  </a:path>
                </a:pathLst>
              </a:custGeom>
              <a:solidFill>
                <a:srgbClr val="667E9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8757" name="Google Shape;8757;p37"/>
            <p:cNvSpPr/>
            <p:nvPr/>
          </p:nvSpPr>
          <p:spPr>
            <a:xfrm>
              <a:off x="6899264" y="2673830"/>
              <a:ext cx="225242" cy="361476"/>
            </a:xfrm>
            <a:custGeom>
              <a:rect b="b" l="l" r="r" t="t"/>
              <a:pathLst>
                <a:path extrusionOk="0" h="8802" w="5485">
                  <a:moveTo>
                    <a:pt x="2798" y="1197"/>
                  </a:moveTo>
                  <a:cubicBezTo>
                    <a:pt x="2989" y="1197"/>
                    <a:pt x="3183" y="1234"/>
                    <a:pt x="3366" y="1310"/>
                  </a:cubicBezTo>
                  <a:cubicBezTo>
                    <a:pt x="3924" y="1542"/>
                    <a:pt x="4287" y="2085"/>
                    <a:pt x="4287" y="2689"/>
                  </a:cubicBezTo>
                  <a:cubicBezTo>
                    <a:pt x="4287" y="3512"/>
                    <a:pt x="3619" y="4178"/>
                    <a:pt x="2796" y="4180"/>
                  </a:cubicBezTo>
                  <a:cubicBezTo>
                    <a:pt x="2194" y="4180"/>
                    <a:pt x="1650" y="3816"/>
                    <a:pt x="1419" y="3259"/>
                  </a:cubicBezTo>
                  <a:cubicBezTo>
                    <a:pt x="1189" y="2702"/>
                    <a:pt x="1317" y="2061"/>
                    <a:pt x="1743" y="1634"/>
                  </a:cubicBezTo>
                  <a:cubicBezTo>
                    <a:pt x="2028" y="1348"/>
                    <a:pt x="2410" y="1197"/>
                    <a:pt x="2798" y="1197"/>
                  </a:cubicBezTo>
                  <a:close/>
                  <a:moveTo>
                    <a:pt x="2796" y="1"/>
                  </a:moveTo>
                  <a:cubicBezTo>
                    <a:pt x="2254" y="1"/>
                    <a:pt x="1714" y="165"/>
                    <a:pt x="1253" y="489"/>
                  </a:cubicBezTo>
                  <a:cubicBezTo>
                    <a:pt x="433" y="1063"/>
                    <a:pt x="0" y="2048"/>
                    <a:pt x="132" y="3043"/>
                  </a:cubicBezTo>
                  <a:cubicBezTo>
                    <a:pt x="263" y="4037"/>
                    <a:pt x="937" y="4875"/>
                    <a:pt x="1880" y="5216"/>
                  </a:cubicBezTo>
                  <a:lnTo>
                    <a:pt x="1880" y="6705"/>
                  </a:lnTo>
                  <a:lnTo>
                    <a:pt x="1067" y="6705"/>
                  </a:lnTo>
                  <a:lnTo>
                    <a:pt x="2723" y="8801"/>
                  </a:lnTo>
                  <a:lnTo>
                    <a:pt x="4377" y="6705"/>
                  </a:lnTo>
                  <a:lnTo>
                    <a:pt x="3563" y="6705"/>
                  </a:lnTo>
                  <a:lnTo>
                    <a:pt x="3563" y="5265"/>
                  </a:lnTo>
                  <a:cubicBezTo>
                    <a:pt x="4703" y="4926"/>
                    <a:pt x="5485" y="3877"/>
                    <a:pt x="5485" y="2689"/>
                  </a:cubicBezTo>
                  <a:cubicBezTo>
                    <a:pt x="5485" y="1685"/>
                    <a:pt x="4926" y="766"/>
                    <a:pt x="4037" y="304"/>
                  </a:cubicBezTo>
                  <a:cubicBezTo>
                    <a:pt x="3647" y="101"/>
                    <a:pt x="3221" y="1"/>
                    <a:pt x="2796" y="1"/>
                  </a:cubicBezTo>
                  <a:close/>
                </a:path>
              </a:pathLst>
            </a:custGeom>
            <a:solidFill>
              <a:srgbClr val="869FB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758" name="Google Shape;8758;p37"/>
            <p:cNvSpPr/>
            <p:nvPr/>
          </p:nvSpPr>
          <p:spPr>
            <a:xfrm>
              <a:off x="7198259" y="2534077"/>
              <a:ext cx="235261" cy="360532"/>
            </a:xfrm>
            <a:custGeom>
              <a:rect b="b" l="l" r="r" t="t"/>
              <a:pathLst>
                <a:path extrusionOk="0" h="8779" w="5729">
                  <a:moveTo>
                    <a:pt x="2858" y="4600"/>
                  </a:moveTo>
                  <a:cubicBezTo>
                    <a:pt x="3050" y="4600"/>
                    <a:pt x="3243" y="4637"/>
                    <a:pt x="3427" y="4713"/>
                  </a:cubicBezTo>
                  <a:cubicBezTo>
                    <a:pt x="3985" y="4945"/>
                    <a:pt x="4347" y="5488"/>
                    <a:pt x="4347" y="6092"/>
                  </a:cubicBezTo>
                  <a:cubicBezTo>
                    <a:pt x="4347" y="6915"/>
                    <a:pt x="3679" y="7581"/>
                    <a:pt x="2856" y="7583"/>
                  </a:cubicBezTo>
                  <a:cubicBezTo>
                    <a:pt x="2254" y="7583"/>
                    <a:pt x="1709" y="7219"/>
                    <a:pt x="1479" y="6662"/>
                  </a:cubicBezTo>
                  <a:cubicBezTo>
                    <a:pt x="1248" y="6105"/>
                    <a:pt x="1376" y="5464"/>
                    <a:pt x="1802" y="5037"/>
                  </a:cubicBezTo>
                  <a:cubicBezTo>
                    <a:pt x="2087" y="4751"/>
                    <a:pt x="2469" y="4600"/>
                    <a:pt x="2858" y="4600"/>
                  </a:cubicBezTo>
                  <a:close/>
                  <a:moveTo>
                    <a:pt x="2883" y="0"/>
                  </a:moveTo>
                  <a:lnTo>
                    <a:pt x="1227" y="2097"/>
                  </a:lnTo>
                  <a:lnTo>
                    <a:pt x="2041" y="2097"/>
                  </a:lnTo>
                  <a:lnTo>
                    <a:pt x="2041" y="3530"/>
                  </a:lnTo>
                  <a:cubicBezTo>
                    <a:pt x="782" y="3930"/>
                    <a:pt x="1" y="5184"/>
                    <a:pt x="196" y="6491"/>
                  </a:cubicBezTo>
                  <a:cubicBezTo>
                    <a:pt x="393" y="7796"/>
                    <a:pt x="1507" y="8766"/>
                    <a:pt x="2827" y="8779"/>
                  </a:cubicBezTo>
                  <a:cubicBezTo>
                    <a:pt x="2837" y="8779"/>
                    <a:pt x="2847" y="8779"/>
                    <a:pt x="2857" y="8779"/>
                  </a:cubicBezTo>
                  <a:cubicBezTo>
                    <a:pt x="4165" y="8779"/>
                    <a:pt x="5285" y="7837"/>
                    <a:pt x="5506" y="6545"/>
                  </a:cubicBezTo>
                  <a:cubicBezTo>
                    <a:pt x="5729" y="5245"/>
                    <a:pt x="4974" y="3973"/>
                    <a:pt x="3724" y="3547"/>
                  </a:cubicBezTo>
                  <a:lnTo>
                    <a:pt x="3724" y="2097"/>
                  </a:lnTo>
                  <a:lnTo>
                    <a:pt x="4539" y="2097"/>
                  </a:lnTo>
                  <a:lnTo>
                    <a:pt x="2883" y="0"/>
                  </a:ln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759" name="Google Shape;8759;p37"/>
            <p:cNvSpPr/>
            <p:nvPr/>
          </p:nvSpPr>
          <p:spPr>
            <a:xfrm>
              <a:off x="7493639" y="2673830"/>
              <a:ext cx="225200" cy="361476"/>
            </a:xfrm>
            <a:custGeom>
              <a:rect b="b" l="l" r="r" t="t"/>
              <a:pathLst>
                <a:path extrusionOk="0" h="8802" w="5484">
                  <a:moveTo>
                    <a:pt x="2796" y="1197"/>
                  </a:moveTo>
                  <a:cubicBezTo>
                    <a:pt x="2988" y="1197"/>
                    <a:pt x="3181" y="1234"/>
                    <a:pt x="3365" y="1310"/>
                  </a:cubicBezTo>
                  <a:cubicBezTo>
                    <a:pt x="3922" y="1542"/>
                    <a:pt x="4286" y="2085"/>
                    <a:pt x="4286" y="2689"/>
                  </a:cubicBezTo>
                  <a:cubicBezTo>
                    <a:pt x="4284" y="3512"/>
                    <a:pt x="3618" y="4178"/>
                    <a:pt x="2795" y="4180"/>
                  </a:cubicBezTo>
                  <a:cubicBezTo>
                    <a:pt x="2191" y="4180"/>
                    <a:pt x="1649" y="3816"/>
                    <a:pt x="1418" y="3259"/>
                  </a:cubicBezTo>
                  <a:cubicBezTo>
                    <a:pt x="1187" y="2702"/>
                    <a:pt x="1314" y="2061"/>
                    <a:pt x="1740" y="1634"/>
                  </a:cubicBezTo>
                  <a:cubicBezTo>
                    <a:pt x="2026" y="1348"/>
                    <a:pt x="2408" y="1197"/>
                    <a:pt x="2796" y="1197"/>
                  </a:cubicBezTo>
                  <a:close/>
                  <a:moveTo>
                    <a:pt x="2794" y="1"/>
                  </a:moveTo>
                  <a:cubicBezTo>
                    <a:pt x="2254" y="1"/>
                    <a:pt x="1717" y="163"/>
                    <a:pt x="1258" y="484"/>
                  </a:cubicBezTo>
                  <a:cubicBezTo>
                    <a:pt x="436" y="1055"/>
                    <a:pt x="1" y="2037"/>
                    <a:pt x="127" y="3030"/>
                  </a:cubicBezTo>
                  <a:cubicBezTo>
                    <a:pt x="255" y="4023"/>
                    <a:pt x="923" y="4863"/>
                    <a:pt x="1862" y="5211"/>
                  </a:cubicBezTo>
                  <a:lnTo>
                    <a:pt x="1862" y="6705"/>
                  </a:lnTo>
                  <a:lnTo>
                    <a:pt x="1048" y="6705"/>
                  </a:lnTo>
                  <a:lnTo>
                    <a:pt x="2704" y="8801"/>
                  </a:lnTo>
                  <a:lnTo>
                    <a:pt x="4360" y="6705"/>
                  </a:lnTo>
                  <a:lnTo>
                    <a:pt x="3545" y="6705"/>
                  </a:lnTo>
                  <a:lnTo>
                    <a:pt x="3545" y="5270"/>
                  </a:lnTo>
                  <a:cubicBezTo>
                    <a:pt x="4693" y="4935"/>
                    <a:pt x="5484" y="3883"/>
                    <a:pt x="5484" y="2689"/>
                  </a:cubicBezTo>
                  <a:cubicBezTo>
                    <a:pt x="5482" y="1688"/>
                    <a:pt x="4927" y="769"/>
                    <a:pt x="4039" y="306"/>
                  </a:cubicBezTo>
                  <a:cubicBezTo>
                    <a:pt x="3647" y="102"/>
                    <a:pt x="3220" y="1"/>
                    <a:pt x="2794" y="1"/>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760" name="Google Shape;8760;p37"/>
            <p:cNvSpPr/>
            <p:nvPr/>
          </p:nvSpPr>
          <p:spPr>
            <a:xfrm>
              <a:off x="7792387" y="2534077"/>
              <a:ext cx="235261" cy="360532"/>
            </a:xfrm>
            <a:custGeom>
              <a:rect b="b" l="l" r="r" t="t"/>
              <a:pathLst>
                <a:path extrusionOk="0" h="8779" w="5729">
                  <a:moveTo>
                    <a:pt x="2861" y="4601"/>
                  </a:moveTo>
                  <a:cubicBezTo>
                    <a:pt x="3053" y="4601"/>
                    <a:pt x="3247" y="4638"/>
                    <a:pt x="3431" y="4715"/>
                  </a:cubicBezTo>
                  <a:cubicBezTo>
                    <a:pt x="3988" y="4945"/>
                    <a:pt x="4351" y="5488"/>
                    <a:pt x="4351" y="6092"/>
                  </a:cubicBezTo>
                  <a:cubicBezTo>
                    <a:pt x="4350" y="6915"/>
                    <a:pt x="3684" y="7581"/>
                    <a:pt x="2861" y="7583"/>
                  </a:cubicBezTo>
                  <a:cubicBezTo>
                    <a:pt x="2259" y="7583"/>
                    <a:pt x="1714" y="7219"/>
                    <a:pt x="1483" y="6662"/>
                  </a:cubicBezTo>
                  <a:cubicBezTo>
                    <a:pt x="1253" y="6105"/>
                    <a:pt x="1381" y="5464"/>
                    <a:pt x="1807" y="5038"/>
                  </a:cubicBezTo>
                  <a:cubicBezTo>
                    <a:pt x="2092" y="4752"/>
                    <a:pt x="2473" y="4601"/>
                    <a:pt x="2861" y="4601"/>
                  </a:cubicBezTo>
                  <a:close/>
                  <a:moveTo>
                    <a:pt x="2870" y="0"/>
                  </a:moveTo>
                  <a:lnTo>
                    <a:pt x="1214" y="2097"/>
                  </a:lnTo>
                  <a:lnTo>
                    <a:pt x="2028" y="2097"/>
                  </a:lnTo>
                  <a:lnTo>
                    <a:pt x="2028" y="3536"/>
                  </a:lnTo>
                  <a:cubicBezTo>
                    <a:pt x="773" y="3944"/>
                    <a:pt x="1" y="5205"/>
                    <a:pt x="204" y="6508"/>
                  </a:cubicBezTo>
                  <a:cubicBezTo>
                    <a:pt x="409" y="7813"/>
                    <a:pt x="1532" y="8776"/>
                    <a:pt x="2851" y="8779"/>
                  </a:cubicBezTo>
                  <a:cubicBezTo>
                    <a:pt x="2854" y="8779"/>
                    <a:pt x="2858" y="8779"/>
                    <a:pt x="2861" y="8779"/>
                  </a:cubicBezTo>
                  <a:cubicBezTo>
                    <a:pt x="4178" y="8779"/>
                    <a:pt x="5300" y="7828"/>
                    <a:pt x="5514" y="6527"/>
                  </a:cubicBezTo>
                  <a:cubicBezTo>
                    <a:pt x="5729" y="5225"/>
                    <a:pt x="4965" y="3959"/>
                    <a:pt x="3713" y="3543"/>
                  </a:cubicBezTo>
                  <a:lnTo>
                    <a:pt x="3713" y="2097"/>
                  </a:lnTo>
                  <a:lnTo>
                    <a:pt x="4526" y="2097"/>
                  </a:lnTo>
                  <a:lnTo>
                    <a:pt x="2870" y="0"/>
                  </a:lnTo>
                  <a:close/>
                </a:path>
              </a:pathLst>
            </a:custGeom>
            <a:solidFill>
              <a:srgbClr val="A5B7C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761" name="Google Shape;8761;p37"/>
            <p:cNvSpPr/>
            <p:nvPr/>
          </p:nvSpPr>
          <p:spPr>
            <a:xfrm>
              <a:off x="8090150" y="2673789"/>
              <a:ext cx="225857" cy="361517"/>
            </a:xfrm>
            <a:custGeom>
              <a:rect b="b" l="l" r="r" t="t"/>
              <a:pathLst>
                <a:path extrusionOk="0" h="8803" w="5500">
                  <a:moveTo>
                    <a:pt x="2811" y="1198"/>
                  </a:moveTo>
                  <a:cubicBezTo>
                    <a:pt x="3003" y="1198"/>
                    <a:pt x="3197" y="1235"/>
                    <a:pt x="3381" y="1311"/>
                  </a:cubicBezTo>
                  <a:cubicBezTo>
                    <a:pt x="3938" y="1543"/>
                    <a:pt x="4302" y="2086"/>
                    <a:pt x="4302" y="2690"/>
                  </a:cubicBezTo>
                  <a:cubicBezTo>
                    <a:pt x="4300" y="3513"/>
                    <a:pt x="3634" y="4179"/>
                    <a:pt x="2811" y="4181"/>
                  </a:cubicBezTo>
                  <a:cubicBezTo>
                    <a:pt x="2209" y="4181"/>
                    <a:pt x="1664" y="3817"/>
                    <a:pt x="1434" y="3260"/>
                  </a:cubicBezTo>
                  <a:cubicBezTo>
                    <a:pt x="1203" y="2703"/>
                    <a:pt x="1330" y="2062"/>
                    <a:pt x="1757" y="1635"/>
                  </a:cubicBezTo>
                  <a:cubicBezTo>
                    <a:pt x="2042" y="1349"/>
                    <a:pt x="2423" y="1198"/>
                    <a:pt x="2811" y="1198"/>
                  </a:cubicBezTo>
                  <a:close/>
                  <a:moveTo>
                    <a:pt x="2812" y="1"/>
                  </a:moveTo>
                  <a:cubicBezTo>
                    <a:pt x="2257" y="1"/>
                    <a:pt x="1706" y="172"/>
                    <a:pt x="1238" y="509"/>
                  </a:cubicBezTo>
                  <a:cubicBezTo>
                    <a:pt x="420" y="1098"/>
                    <a:pt x="1" y="2097"/>
                    <a:pt x="154" y="3095"/>
                  </a:cubicBezTo>
                  <a:cubicBezTo>
                    <a:pt x="306" y="4093"/>
                    <a:pt x="1005" y="4920"/>
                    <a:pt x="1962" y="5239"/>
                  </a:cubicBezTo>
                  <a:lnTo>
                    <a:pt x="1962" y="6706"/>
                  </a:lnTo>
                  <a:lnTo>
                    <a:pt x="1149" y="6706"/>
                  </a:lnTo>
                  <a:lnTo>
                    <a:pt x="2804" y="8802"/>
                  </a:lnTo>
                  <a:lnTo>
                    <a:pt x="4460" y="6706"/>
                  </a:lnTo>
                  <a:lnTo>
                    <a:pt x="3645" y="6706"/>
                  </a:lnTo>
                  <a:lnTo>
                    <a:pt x="3645" y="5244"/>
                  </a:lnTo>
                  <a:cubicBezTo>
                    <a:pt x="4750" y="4882"/>
                    <a:pt x="5499" y="3852"/>
                    <a:pt x="5499" y="2690"/>
                  </a:cubicBezTo>
                  <a:cubicBezTo>
                    <a:pt x="5499" y="1679"/>
                    <a:pt x="4934" y="755"/>
                    <a:pt x="4036" y="296"/>
                  </a:cubicBezTo>
                  <a:cubicBezTo>
                    <a:pt x="3650" y="98"/>
                    <a:pt x="3230" y="1"/>
                    <a:pt x="2812" y="1"/>
                  </a:cubicBezTo>
                  <a:close/>
                </a:path>
              </a:pathLst>
            </a:custGeom>
            <a:solidFill>
              <a:srgbClr val="667E9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8762" name="Google Shape;8762;p37"/>
          <p:cNvGrpSpPr/>
          <p:nvPr/>
        </p:nvGrpSpPr>
        <p:grpSpPr>
          <a:xfrm>
            <a:off x="3438940" y="3151161"/>
            <a:ext cx="1617976" cy="346616"/>
            <a:chOff x="1808063" y="4294338"/>
            <a:chExt cx="3370782" cy="721817"/>
          </a:xfrm>
        </p:grpSpPr>
        <p:sp>
          <p:nvSpPr>
            <p:cNvPr id="8763" name="Google Shape;8763;p37"/>
            <p:cNvSpPr/>
            <p:nvPr/>
          </p:nvSpPr>
          <p:spPr>
            <a:xfrm>
              <a:off x="1906300" y="4423127"/>
              <a:ext cx="526025" cy="525979"/>
            </a:xfrm>
            <a:custGeom>
              <a:rect b="b" l="l" r="r" t="t"/>
              <a:pathLst>
                <a:path extrusionOk="0" h="22901" w="22903">
                  <a:moveTo>
                    <a:pt x="11452" y="4551"/>
                  </a:moveTo>
                  <a:cubicBezTo>
                    <a:pt x="15263" y="4551"/>
                    <a:pt x="18352" y="7640"/>
                    <a:pt x="18352" y="11451"/>
                  </a:cubicBezTo>
                  <a:cubicBezTo>
                    <a:pt x="18352" y="15262"/>
                    <a:pt x="15263" y="18350"/>
                    <a:pt x="11452" y="18350"/>
                  </a:cubicBezTo>
                  <a:lnTo>
                    <a:pt x="11452" y="18351"/>
                  </a:lnTo>
                  <a:cubicBezTo>
                    <a:pt x="7640" y="18351"/>
                    <a:pt x="4552" y="15262"/>
                    <a:pt x="4552" y="11451"/>
                  </a:cubicBezTo>
                  <a:cubicBezTo>
                    <a:pt x="4552" y="7640"/>
                    <a:pt x="7640" y="4551"/>
                    <a:pt x="11452" y="4551"/>
                  </a:cubicBezTo>
                  <a:close/>
                  <a:moveTo>
                    <a:pt x="9850" y="0"/>
                  </a:moveTo>
                  <a:cubicBezTo>
                    <a:pt x="9464" y="0"/>
                    <a:pt x="9152" y="312"/>
                    <a:pt x="9152" y="698"/>
                  </a:cubicBezTo>
                  <a:lnTo>
                    <a:pt x="9152" y="2564"/>
                  </a:lnTo>
                  <a:cubicBezTo>
                    <a:pt x="8324" y="2777"/>
                    <a:pt x="7530" y="3105"/>
                    <a:pt x="6793" y="3539"/>
                  </a:cubicBezTo>
                  <a:lnTo>
                    <a:pt x="5474" y="2221"/>
                  </a:lnTo>
                  <a:cubicBezTo>
                    <a:pt x="5338" y="2085"/>
                    <a:pt x="5159" y="2017"/>
                    <a:pt x="4981" y="2017"/>
                  </a:cubicBezTo>
                  <a:cubicBezTo>
                    <a:pt x="4802" y="2017"/>
                    <a:pt x="4624" y="2085"/>
                    <a:pt x="4487" y="2221"/>
                  </a:cubicBezTo>
                  <a:lnTo>
                    <a:pt x="2222" y="4487"/>
                  </a:lnTo>
                  <a:cubicBezTo>
                    <a:pt x="1949" y="4759"/>
                    <a:pt x="1949" y="5201"/>
                    <a:pt x="2222" y="5473"/>
                  </a:cubicBezTo>
                  <a:lnTo>
                    <a:pt x="3541" y="6791"/>
                  </a:lnTo>
                  <a:cubicBezTo>
                    <a:pt x="3107" y="7528"/>
                    <a:pt x="2777" y="8322"/>
                    <a:pt x="2564" y="9150"/>
                  </a:cubicBezTo>
                  <a:lnTo>
                    <a:pt x="699" y="9150"/>
                  </a:lnTo>
                  <a:cubicBezTo>
                    <a:pt x="313" y="9150"/>
                    <a:pt x="1" y="9462"/>
                    <a:pt x="1" y="9848"/>
                  </a:cubicBezTo>
                  <a:lnTo>
                    <a:pt x="1" y="13053"/>
                  </a:lnTo>
                  <a:cubicBezTo>
                    <a:pt x="1" y="13438"/>
                    <a:pt x="313" y="13751"/>
                    <a:pt x="699" y="13751"/>
                  </a:cubicBezTo>
                  <a:lnTo>
                    <a:pt x="2564" y="13751"/>
                  </a:lnTo>
                  <a:cubicBezTo>
                    <a:pt x="2777" y="14579"/>
                    <a:pt x="3106" y="15373"/>
                    <a:pt x="3541" y="16109"/>
                  </a:cubicBezTo>
                  <a:lnTo>
                    <a:pt x="2222" y="17427"/>
                  </a:lnTo>
                  <a:cubicBezTo>
                    <a:pt x="1949" y="17701"/>
                    <a:pt x="1949" y="18142"/>
                    <a:pt x="2222" y="18415"/>
                  </a:cubicBezTo>
                  <a:lnTo>
                    <a:pt x="4487" y="20681"/>
                  </a:lnTo>
                  <a:cubicBezTo>
                    <a:pt x="4624" y="20817"/>
                    <a:pt x="4802" y="20885"/>
                    <a:pt x="4981" y="20885"/>
                  </a:cubicBezTo>
                  <a:cubicBezTo>
                    <a:pt x="5159" y="20885"/>
                    <a:pt x="5338" y="20817"/>
                    <a:pt x="5474" y="20681"/>
                  </a:cubicBezTo>
                  <a:lnTo>
                    <a:pt x="6793" y="19362"/>
                  </a:lnTo>
                  <a:cubicBezTo>
                    <a:pt x="7530" y="19796"/>
                    <a:pt x="8324" y="20124"/>
                    <a:pt x="9152" y="20339"/>
                  </a:cubicBezTo>
                  <a:lnTo>
                    <a:pt x="9152" y="22204"/>
                  </a:lnTo>
                  <a:cubicBezTo>
                    <a:pt x="9152" y="22588"/>
                    <a:pt x="9464" y="22901"/>
                    <a:pt x="9850" y="22901"/>
                  </a:cubicBezTo>
                  <a:lnTo>
                    <a:pt x="13055" y="22901"/>
                  </a:lnTo>
                  <a:cubicBezTo>
                    <a:pt x="13439" y="22901"/>
                    <a:pt x="13751" y="22588"/>
                    <a:pt x="13751" y="22204"/>
                  </a:cubicBezTo>
                  <a:lnTo>
                    <a:pt x="13751" y="20339"/>
                  </a:lnTo>
                  <a:cubicBezTo>
                    <a:pt x="14581" y="20124"/>
                    <a:pt x="15373" y="19796"/>
                    <a:pt x="16110" y="19362"/>
                  </a:cubicBezTo>
                  <a:lnTo>
                    <a:pt x="17429" y="20680"/>
                  </a:lnTo>
                  <a:cubicBezTo>
                    <a:pt x="17566" y="20816"/>
                    <a:pt x="17744" y="20884"/>
                    <a:pt x="17923" y="20884"/>
                  </a:cubicBezTo>
                  <a:cubicBezTo>
                    <a:pt x="18101" y="20884"/>
                    <a:pt x="18280" y="20816"/>
                    <a:pt x="18416" y="20680"/>
                  </a:cubicBezTo>
                  <a:lnTo>
                    <a:pt x="20682" y="18414"/>
                  </a:lnTo>
                  <a:cubicBezTo>
                    <a:pt x="20954" y="18142"/>
                    <a:pt x="20954" y="17700"/>
                    <a:pt x="20682" y="17427"/>
                  </a:cubicBezTo>
                  <a:lnTo>
                    <a:pt x="19364" y="16109"/>
                  </a:lnTo>
                  <a:cubicBezTo>
                    <a:pt x="19798" y="15373"/>
                    <a:pt x="20126" y="14579"/>
                    <a:pt x="20339" y="13751"/>
                  </a:cubicBezTo>
                  <a:lnTo>
                    <a:pt x="22205" y="13751"/>
                  </a:lnTo>
                  <a:cubicBezTo>
                    <a:pt x="22591" y="13751"/>
                    <a:pt x="22903" y="13438"/>
                    <a:pt x="22903" y="13053"/>
                  </a:cubicBezTo>
                  <a:lnTo>
                    <a:pt x="22903" y="9850"/>
                  </a:lnTo>
                  <a:cubicBezTo>
                    <a:pt x="22903" y="9465"/>
                    <a:pt x="22592" y="9152"/>
                    <a:pt x="22208" y="9152"/>
                  </a:cubicBezTo>
                  <a:cubicBezTo>
                    <a:pt x="22207" y="9152"/>
                    <a:pt x="22206" y="9152"/>
                    <a:pt x="22205" y="9152"/>
                  </a:cubicBezTo>
                  <a:lnTo>
                    <a:pt x="20339" y="9152"/>
                  </a:lnTo>
                  <a:cubicBezTo>
                    <a:pt x="20126" y="8322"/>
                    <a:pt x="19798" y="7530"/>
                    <a:pt x="19364" y="6793"/>
                  </a:cubicBezTo>
                  <a:lnTo>
                    <a:pt x="20682" y="5473"/>
                  </a:lnTo>
                  <a:cubicBezTo>
                    <a:pt x="20954" y="5201"/>
                    <a:pt x="20954" y="4759"/>
                    <a:pt x="20682" y="4487"/>
                  </a:cubicBezTo>
                  <a:lnTo>
                    <a:pt x="18416" y="2221"/>
                  </a:lnTo>
                  <a:cubicBezTo>
                    <a:pt x="18280" y="2085"/>
                    <a:pt x="18101" y="2017"/>
                    <a:pt x="17923" y="2017"/>
                  </a:cubicBezTo>
                  <a:cubicBezTo>
                    <a:pt x="17744" y="2017"/>
                    <a:pt x="17566" y="2085"/>
                    <a:pt x="17429" y="2221"/>
                  </a:cubicBezTo>
                  <a:lnTo>
                    <a:pt x="16110" y="3541"/>
                  </a:lnTo>
                  <a:cubicBezTo>
                    <a:pt x="15373" y="3105"/>
                    <a:pt x="14581" y="2777"/>
                    <a:pt x="13751" y="2564"/>
                  </a:cubicBezTo>
                  <a:lnTo>
                    <a:pt x="13751" y="698"/>
                  </a:lnTo>
                  <a:cubicBezTo>
                    <a:pt x="13751" y="312"/>
                    <a:pt x="13439" y="0"/>
                    <a:pt x="13055" y="0"/>
                  </a:cubicBezTo>
                  <a:close/>
                </a:path>
              </a:pathLst>
            </a:custGeom>
            <a:solidFill>
              <a:srgbClr val="ABBCC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764" name="Google Shape;8764;p37"/>
            <p:cNvSpPr/>
            <p:nvPr/>
          </p:nvSpPr>
          <p:spPr>
            <a:xfrm>
              <a:off x="3795035" y="4655290"/>
              <a:ext cx="721912" cy="360865"/>
            </a:xfrm>
            <a:custGeom>
              <a:rect b="b" l="l" r="r" t="t"/>
              <a:pathLst>
                <a:path extrusionOk="0" h="3951" w="7904">
                  <a:moveTo>
                    <a:pt x="1" y="0"/>
                  </a:moveTo>
                  <a:cubicBezTo>
                    <a:pt x="1" y="540"/>
                    <a:pt x="113" y="1075"/>
                    <a:pt x="327" y="1571"/>
                  </a:cubicBezTo>
                  <a:cubicBezTo>
                    <a:pt x="938" y="2971"/>
                    <a:pt x="2332" y="3951"/>
                    <a:pt x="3953" y="3951"/>
                  </a:cubicBezTo>
                  <a:cubicBezTo>
                    <a:pt x="6132" y="3951"/>
                    <a:pt x="7903" y="2178"/>
                    <a:pt x="7903" y="0"/>
                  </a:cubicBezTo>
                  <a:lnTo>
                    <a:pt x="7248" y="0"/>
                  </a:lnTo>
                  <a:cubicBezTo>
                    <a:pt x="7248" y="1818"/>
                    <a:pt x="5770" y="3296"/>
                    <a:pt x="3953" y="3296"/>
                  </a:cubicBezTo>
                  <a:cubicBezTo>
                    <a:pt x="2135" y="3296"/>
                    <a:pt x="657" y="1818"/>
                    <a:pt x="657" y="0"/>
                  </a:cubicBezTo>
                  <a:close/>
                </a:path>
              </a:pathLst>
            </a:custGeom>
            <a:solidFill>
              <a:srgbClr val="A5B7C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765" name="Google Shape;8765;p37"/>
            <p:cNvSpPr/>
            <p:nvPr/>
          </p:nvSpPr>
          <p:spPr>
            <a:xfrm>
              <a:off x="3133137" y="4294338"/>
              <a:ext cx="721729" cy="360865"/>
            </a:xfrm>
            <a:custGeom>
              <a:rect b="b" l="l" r="r" t="t"/>
              <a:pathLst>
                <a:path extrusionOk="0" h="3951" w="7902">
                  <a:moveTo>
                    <a:pt x="3951" y="0"/>
                  </a:moveTo>
                  <a:cubicBezTo>
                    <a:pt x="2330" y="0"/>
                    <a:pt x="935" y="982"/>
                    <a:pt x="327" y="2380"/>
                  </a:cubicBezTo>
                  <a:cubicBezTo>
                    <a:pt x="111" y="2874"/>
                    <a:pt x="0" y="3409"/>
                    <a:pt x="0" y="3951"/>
                  </a:cubicBezTo>
                  <a:lnTo>
                    <a:pt x="653" y="3951"/>
                  </a:lnTo>
                  <a:cubicBezTo>
                    <a:pt x="653" y="2135"/>
                    <a:pt x="2133" y="657"/>
                    <a:pt x="3951" y="657"/>
                  </a:cubicBezTo>
                  <a:cubicBezTo>
                    <a:pt x="5767" y="657"/>
                    <a:pt x="7246" y="2135"/>
                    <a:pt x="7246" y="3951"/>
                  </a:cubicBezTo>
                  <a:lnTo>
                    <a:pt x="7901" y="3951"/>
                  </a:lnTo>
                  <a:cubicBezTo>
                    <a:pt x="7901" y="3411"/>
                    <a:pt x="7791" y="2876"/>
                    <a:pt x="7574" y="2381"/>
                  </a:cubicBezTo>
                  <a:cubicBezTo>
                    <a:pt x="6966" y="982"/>
                    <a:pt x="5571" y="0"/>
                    <a:pt x="3951" y="0"/>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766" name="Google Shape;8766;p37"/>
            <p:cNvSpPr/>
            <p:nvPr/>
          </p:nvSpPr>
          <p:spPr>
            <a:xfrm>
              <a:off x="1808063" y="4294338"/>
              <a:ext cx="722460" cy="362052"/>
            </a:xfrm>
            <a:custGeom>
              <a:rect b="b" l="l" r="r" t="t"/>
              <a:pathLst>
                <a:path extrusionOk="0" h="3964" w="7910">
                  <a:moveTo>
                    <a:pt x="3958" y="0"/>
                  </a:moveTo>
                  <a:cubicBezTo>
                    <a:pt x="3954" y="0"/>
                    <a:pt x="3950" y="0"/>
                    <a:pt x="3946" y="0"/>
                  </a:cubicBezTo>
                  <a:cubicBezTo>
                    <a:pt x="1768" y="6"/>
                    <a:pt x="0" y="1784"/>
                    <a:pt x="6" y="3963"/>
                  </a:cubicBezTo>
                  <a:lnTo>
                    <a:pt x="661" y="3962"/>
                  </a:lnTo>
                  <a:cubicBezTo>
                    <a:pt x="657" y="2144"/>
                    <a:pt x="2131" y="661"/>
                    <a:pt x="3947" y="655"/>
                  </a:cubicBezTo>
                  <a:cubicBezTo>
                    <a:pt x="3951" y="655"/>
                    <a:pt x="3955" y="655"/>
                    <a:pt x="3959" y="655"/>
                  </a:cubicBezTo>
                  <a:cubicBezTo>
                    <a:pt x="5771" y="655"/>
                    <a:pt x="7248" y="2127"/>
                    <a:pt x="7254" y="3939"/>
                  </a:cubicBezTo>
                  <a:lnTo>
                    <a:pt x="7256" y="3939"/>
                  </a:lnTo>
                  <a:lnTo>
                    <a:pt x="7909" y="3938"/>
                  </a:lnTo>
                  <a:cubicBezTo>
                    <a:pt x="7907" y="3398"/>
                    <a:pt x="7795" y="2863"/>
                    <a:pt x="7578" y="2368"/>
                  </a:cubicBezTo>
                  <a:cubicBezTo>
                    <a:pt x="6966" y="976"/>
                    <a:pt x="5573" y="0"/>
                    <a:pt x="3958" y="0"/>
                  </a:cubicBezTo>
                  <a:close/>
                </a:path>
              </a:pathLst>
            </a:custGeom>
            <a:solidFill>
              <a:srgbClr val="869FB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767" name="Google Shape;8767;p37"/>
            <p:cNvSpPr/>
            <p:nvPr/>
          </p:nvSpPr>
          <p:spPr>
            <a:xfrm>
              <a:off x="2470965" y="4655290"/>
              <a:ext cx="721912" cy="360865"/>
            </a:xfrm>
            <a:custGeom>
              <a:rect b="b" l="l" r="r" t="t"/>
              <a:pathLst>
                <a:path extrusionOk="0" h="3951" w="7904">
                  <a:moveTo>
                    <a:pt x="1" y="0"/>
                  </a:moveTo>
                  <a:cubicBezTo>
                    <a:pt x="1" y="540"/>
                    <a:pt x="111" y="1075"/>
                    <a:pt x="328" y="1571"/>
                  </a:cubicBezTo>
                  <a:cubicBezTo>
                    <a:pt x="938" y="2971"/>
                    <a:pt x="2332" y="3951"/>
                    <a:pt x="3953" y="3951"/>
                  </a:cubicBezTo>
                  <a:cubicBezTo>
                    <a:pt x="5574" y="3951"/>
                    <a:pt x="6967" y="2971"/>
                    <a:pt x="7575" y="1573"/>
                  </a:cubicBezTo>
                  <a:cubicBezTo>
                    <a:pt x="7791" y="1076"/>
                    <a:pt x="7903" y="541"/>
                    <a:pt x="7903" y="0"/>
                  </a:cubicBezTo>
                  <a:lnTo>
                    <a:pt x="7249" y="0"/>
                  </a:lnTo>
                  <a:cubicBezTo>
                    <a:pt x="7249" y="1818"/>
                    <a:pt x="5770" y="3296"/>
                    <a:pt x="3953" y="3296"/>
                  </a:cubicBezTo>
                  <a:cubicBezTo>
                    <a:pt x="2135" y="3296"/>
                    <a:pt x="657" y="1818"/>
                    <a:pt x="657" y="0"/>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768" name="Google Shape;8768;p37"/>
            <p:cNvSpPr/>
            <p:nvPr/>
          </p:nvSpPr>
          <p:spPr>
            <a:xfrm>
              <a:off x="4456385" y="4294338"/>
              <a:ext cx="722460" cy="362052"/>
            </a:xfrm>
            <a:custGeom>
              <a:rect b="b" l="l" r="r" t="t"/>
              <a:pathLst>
                <a:path extrusionOk="0" h="3964" w="7910">
                  <a:moveTo>
                    <a:pt x="3959" y="0"/>
                  </a:moveTo>
                  <a:cubicBezTo>
                    <a:pt x="3955" y="0"/>
                    <a:pt x="3951" y="0"/>
                    <a:pt x="3947" y="0"/>
                  </a:cubicBezTo>
                  <a:cubicBezTo>
                    <a:pt x="1769" y="8"/>
                    <a:pt x="1" y="1786"/>
                    <a:pt x="7" y="3963"/>
                  </a:cubicBezTo>
                  <a:lnTo>
                    <a:pt x="664" y="3962"/>
                  </a:lnTo>
                  <a:cubicBezTo>
                    <a:pt x="658" y="2144"/>
                    <a:pt x="2132" y="661"/>
                    <a:pt x="3948" y="657"/>
                  </a:cubicBezTo>
                  <a:cubicBezTo>
                    <a:pt x="3952" y="657"/>
                    <a:pt x="3956" y="657"/>
                    <a:pt x="3960" y="657"/>
                  </a:cubicBezTo>
                  <a:cubicBezTo>
                    <a:pt x="5772" y="657"/>
                    <a:pt x="7249" y="2127"/>
                    <a:pt x="7255" y="3941"/>
                  </a:cubicBezTo>
                  <a:lnTo>
                    <a:pt x="7257" y="3941"/>
                  </a:lnTo>
                  <a:lnTo>
                    <a:pt x="7910" y="3939"/>
                  </a:lnTo>
                  <a:cubicBezTo>
                    <a:pt x="7908" y="3398"/>
                    <a:pt x="7796" y="2865"/>
                    <a:pt x="7578" y="2370"/>
                  </a:cubicBezTo>
                  <a:cubicBezTo>
                    <a:pt x="6967" y="976"/>
                    <a:pt x="5574" y="0"/>
                    <a:pt x="3959" y="0"/>
                  </a:cubicBezTo>
                  <a:close/>
                </a:path>
              </a:pathLst>
            </a:custGeom>
            <a:solidFill>
              <a:srgbClr val="667E9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769" name="Google Shape;8769;p37"/>
            <p:cNvSpPr/>
            <p:nvPr/>
          </p:nvSpPr>
          <p:spPr>
            <a:xfrm>
              <a:off x="2568813" y="4351427"/>
              <a:ext cx="526025" cy="525979"/>
            </a:xfrm>
            <a:custGeom>
              <a:rect b="b" l="l" r="r" t="t"/>
              <a:pathLst>
                <a:path extrusionOk="0" h="22901" w="22903">
                  <a:moveTo>
                    <a:pt x="11452" y="4551"/>
                  </a:moveTo>
                  <a:cubicBezTo>
                    <a:pt x="15263" y="4551"/>
                    <a:pt x="18352" y="7640"/>
                    <a:pt x="18352" y="11451"/>
                  </a:cubicBezTo>
                  <a:cubicBezTo>
                    <a:pt x="18352" y="15262"/>
                    <a:pt x="15263" y="18350"/>
                    <a:pt x="11452" y="18350"/>
                  </a:cubicBezTo>
                  <a:lnTo>
                    <a:pt x="11452" y="18351"/>
                  </a:lnTo>
                  <a:cubicBezTo>
                    <a:pt x="7640" y="18351"/>
                    <a:pt x="4552" y="15262"/>
                    <a:pt x="4552" y="11451"/>
                  </a:cubicBezTo>
                  <a:cubicBezTo>
                    <a:pt x="4552" y="7640"/>
                    <a:pt x="7640" y="4551"/>
                    <a:pt x="11452" y="4551"/>
                  </a:cubicBezTo>
                  <a:close/>
                  <a:moveTo>
                    <a:pt x="9850" y="0"/>
                  </a:moveTo>
                  <a:cubicBezTo>
                    <a:pt x="9464" y="0"/>
                    <a:pt x="9152" y="312"/>
                    <a:pt x="9152" y="698"/>
                  </a:cubicBezTo>
                  <a:lnTo>
                    <a:pt x="9152" y="2564"/>
                  </a:lnTo>
                  <a:cubicBezTo>
                    <a:pt x="8324" y="2777"/>
                    <a:pt x="7530" y="3105"/>
                    <a:pt x="6793" y="3539"/>
                  </a:cubicBezTo>
                  <a:lnTo>
                    <a:pt x="5474" y="2221"/>
                  </a:lnTo>
                  <a:cubicBezTo>
                    <a:pt x="5338" y="2085"/>
                    <a:pt x="5159" y="2017"/>
                    <a:pt x="4981" y="2017"/>
                  </a:cubicBezTo>
                  <a:cubicBezTo>
                    <a:pt x="4802" y="2017"/>
                    <a:pt x="4624" y="2085"/>
                    <a:pt x="4487" y="2221"/>
                  </a:cubicBezTo>
                  <a:lnTo>
                    <a:pt x="2222" y="4487"/>
                  </a:lnTo>
                  <a:cubicBezTo>
                    <a:pt x="1949" y="4759"/>
                    <a:pt x="1949" y="5201"/>
                    <a:pt x="2222" y="5473"/>
                  </a:cubicBezTo>
                  <a:lnTo>
                    <a:pt x="3541" y="6791"/>
                  </a:lnTo>
                  <a:cubicBezTo>
                    <a:pt x="3107" y="7528"/>
                    <a:pt x="2777" y="8322"/>
                    <a:pt x="2564" y="9150"/>
                  </a:cubicBezTo>
                  <a:lnTo>
                    <a:pt x="699" y="9150"/>
                  </a:lnTo>
                  <a:cubicBezTo>
                    <a:pt x="313" y="9150"/>
                    <a:pt x="1" y="9462"/>
                    <a:pt x="1" y="9848"/>
                  </a:cubicBezTo>
                  <a:lnTo>
                    <a:pt x="1" y="13053"/>
                  </a:lnTo>
                  <a:cubicBezTo>
                    <a:pt x="1" y="13438"/>
                    <a:pt x="313" y="13751"/>
                    <a:pt x="699" y="13751"/>
                  </a:cubicBezTo>
                  <a:lnTo>
                    <a:pt x="2564" y="13751"/>
                  </a:lnTo>
                  <a:cubicBezTo>
                    <a:pt x="2777" y="14579"/>
                    <a:pt x="3106" y="15373"/>
                    <a:pt x="3541" y="16109"/>
                  </a:cubicBezTo>
                  <a:lnTo>
                    <a:pt x="2222" y="17427"/>
                  </a:lnTo>
                  <a:cubicBezTo>
                    <a:pt x="1949" y="17701"/>
                    <a:pt x="1949" y="18142"/>
                    <a:pt x="2222" y="18415"/>
                  </a:cubicBezTo>
                  <a:lnTo>
                    <a:pt x="4487" y="20681"/>
                  </a:lnTo>
                  <a:cubicBezTo>
                    <a:pt x="4624" y="20817"/>
                    <a:pt x="4802" y="20885"/>
                    <a:pt x="4981" y="20885"/>
                  </a:cubicBezTo>
                  <a:cubicBezTo>
                    <a:pt x="5159" y="20885"/>
                    <a:pt x="5338" y="20817"/>
                    <a:pt x="5474" y="20681"/>
                  </a:cubicBezTo>
                  <a:lnTo>
                    <a:pt x="6793" y="19362"/>
                  </a:lnTo>
                  <a:cubicBezTo>
                    <a:pt x="7530" y="19796"/>
                    <a:pt x="8324" y="20124"/>
                    <a:pt x="9152" y="20339"/>
                  </a:cubicBezTo>
                  <a:lnTo>
                    <a:pt x="9152" y="22204"/>
                  </a:lnTo>
                  <a:cubicBezTo>
                    <a:pt x="9152" y="22588"/>
                    <a:pt x="9464" y="22901"/>
                    <a:pt x="9850" y="22901"/>
                  </a:cubicBezTo>
                  <a:lnTo>
                    <a:pt x="13055" y="22901"/>
                  </a:lnTo>
                  <a:cubicBezTo>
                    <a:pt x="13439" y="22901"/>
                    <a:pt x="13751" y="22588"/>
                    <a:pt x="13751" y="22204"/>
                  </a:cubicBezTo>
                  <a:lnTo>
                    <a:pt x="13751" y="20339"/>
                  </a:lnTo>
                  <a:cubicBezTo>
                    <a:pt x="14581" y="20124"/>
                    <a:pt x="15373" y="19796"/>
                    <a:pt x="16110" y="19362"/>
                  </a:cubicBezTo>
                  <a:lnTo>
                    <a:pt x="17429" y="20680"/>
                  </a:lnTo>
                  <a:cubicBezTo>
                    <a:pt x="17566" y="20816"/>
                    <a:pt x="17744" y="20884"/>
                    <a:pt x="17923" y="20884"/>
                  </a:cubicBezTo>
                  <a:cubicBezTo>
                    <a:pt x="18101" y="20884"/>
                    <a:pt x="18280" y="20816"/>
                    <a:pt x="18416" y="20680"/>
                  </a:cubicBezTo>
                  <a:lnTo>
                    <a:pt x="20682" y="18414"/>
                  </a:lnTo>
                  <a:cubicBezTo>
                    <a:pt x="20954" y="18142"/>
                    <a:pt x="20954" y="17700"/>
                    <a:pt x="20682" y="17427"/>
                  </a:cubicBezTo>
                  <a:lnTo>
                    <a:pt x="19364" y="16109"/>
                  </a:lnTo>
                  <a:cubicBezTo>
                    <a:pt x="19798" y="15373"/>
                    <a:pt x="20126" y="14579"/>
                    <a:pt x="20339" y="13751"/>
                  </a:cubicBezTo>
                  <a:lnTo>
                    <a:pt x="22205" y="13751"/>
                  </a:lnTo>
                  <a:cubicBezTo>
                    <a:pt x="22591" y="13751"/>
                    <a:pt x="22903" y="13438"/>
                    <a:pt x="22903" y="13053"/>
                  </a:cubicBezTo>
                  <a:lnTo>
                    <a:pt x="22903" y="9850"/>
                  </a:lnTo>
                  <a:cubicBezTo>
                    <a:pt x="22903" y="9465"/>
                    <a:pt x="22592" y="9152"/>
                    <a:pt x="22208" y="9152"/>
                  </a:cubicBezTo>
                  <a:cubicBezTo>
                    <a:pt x="22207" y="9152"/>
                    <a:pt x="22206" y="9152"/>
                    <a:pt x="22205" y="9152"/>
                  </a:cubicBezTo>
                  <a:lnTo>
                    <a:pt x="20339" y="9152"/>
                  </a:lnTo>
                  <a:cubicBezTo>
                    <a:pt x="20126" y="8322"/>
                    <a:pt x="19798" y="7530"/>
                    <a:pt x="19364" y="6793"/>
                  </a:cubicBezTo>
                  <a:lnTo>
                    <a:pt x="20682" y="5473"/>
                  </a:lnTo>
                  <a:cubicBezTo>
                    <a:pt x="20954" y="5201"/>
                    <a:pt x="20954" y="4759"/>
                    <a:pt x="20682" y="4487"/>
                  </a:cubicBezTo>
                  <a:lnTo>
                    <a:pt x="18416" y="2221"/>
                  </a:lnTo>
                  <a:cubicBezTo>
                    <a:pt x="18280" y="2085"/>
                    <a:pt x="18101" y="2017"/>
                    <a:pt x="17923" y="2017"/>
                  </a:cubicBezTo>
                  <a:cubicBezTo>
                    <a:pt x="17744" y="2017"/>
                    <a:pt x="17566" y="2085"/>
                    <a:pt x="17429" y="2221"/>
                  </a:cubicBezTo>
                  <a:lnTo>
                    <a:pt x="16110" y="3541"/>
                  </a:lnTo>
                  <a:cubicBezTo>
                    <a:pt x="15373" y="3105"/>
                    <a:pt x="14581" y="2777"/>
                    <a:pt x="13751" y="2564"/>
                  </a:cubicBezTo>
                  <a:lnTo>
                    <a:pt x="13751" y="698"/>
                  </a:lnTo>
                  <a:cubicBezTo>
                    <a:pt x="13751" y="312"/>
                    <a:pt x="13439" y="0"/>
                    <a:pt x="13055" y="0"/>
                  </a:cubicBezTo>
                  <a:close/>
                </a:path>
              </a:pathLst>
            </a:custGeom>
            <a:solidFill>
              <a:srgbClr val="ABBCC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770" name="Google Shape;8770;p37"/>
            <p:cNvSpPr/>
            <p:nvPr/>
          </p:nvSpPr>
          <p:spPr>
            <a:xfrm>
              <a:off x="3231883" y="4423127"/>
              <a:ext cx="526025" cy="525979"/>
            </a:xfrm>
            <a:custGeom>
              <a:rect b="b" l="l" r="r" t="t"/>
              <a:pathLst>
                <a:path extrusionOk="0" h="22901" w="22903">
                  <a:moveTo>
                    <a:pt x="11452" y="4551"/>
                  </a:moveTo>
                  <a:cubicBezTo>
                    <a:pt x="15263" y="4551"/>
                    <a:pt x="18352" y="7640"/>
                    <a:pt x="18352" y="11451"/>
                  </a:cubicBezTo>
                  <a:cubicBezTo>
                    <a:pt x="18352" y="15262"/>
                    <a:pt x="15263" y="18350"/>
                    <a:pt x="11452" y="18350"/>
                  </a:cubicBezTo>
                  <a:lnTo>
                    <a:pt x="11452" y="18351"/>
                  </a:lnTo>
                  <a:cubicBezTo>
                    <a:pt x="7640" y="18351"/>
                    <a:pt x="4552" y="15262"/>
                    <a:pt x="4552" y="11451"/>
                  </a:cubicBezTo>
                  <a:cubicBezTo>
                    <a:pt x="4552" y="7640"/>
                    <a:pt x="7640" y="4551"/>
                    <a:pt x="11452" y="4551"/>
                  </a:cubicBezTo>
                  <a:close/>
                  <a:moveTo>
                    <a:pt x="9850" y="0"/>
                  </a:moveTo>
                  <a:cubicBezTo>
                    <a:pt x="9464" y="0"/>
                    <a:pt x="9152" y="312"/>
                    <a:pt x="9152" y="698"/>
                  </a:cubicBezTo>
                  <a:lnTo>
                    <a:pt x="9152" y="2564"/>
                  </a:lnTo>
                  <a:cubicBezTo>
                    <a:pt x="8324" y="2777"/>
                    <a:pt x="7530" y="3105"/>
                    <a:pt x="6793" y="3539"/>
                  </a:cubicBezTo>
                  <a:lnTo>
                    <a:pt x="5474" y="2221"/>
                  </a:lnTo>
                  <a:cubicBezTo>
                    <a:pt x="5338" y="2085"/>
                    <a:pt x="5159" y="2017"/>
                    <a:pt x="4981" y="2017"/>
                  </a:cubicBezTo>
                  <a:cubicBezTo>
                    <a:pt x="4802" y="2017"/>
                    <a:pt x="4624" y="2085"/>
                    <a:pt x="4487" y="2221"/>
                  </a:cubicBezTo>
                  <a:lnTo>
                    <a:pt x="2222" y="4487"/>
                  </a:lnTo>
                  <a:cubicBezTo>
                    <a:pt x="1949" y="4759"/>
                    <a:pt x="1949" y="5201"/>
                    <a:pt x="2222" y="5473"/>
                  </a:cubicBezTo>
                  <a:lnTo>
                    <a:pt x="3541" y="6791"/>
                  </a:lnTo>
                  <a:cubicBezTo>
                    <a:pt x="3107" y="7528"/>
                    <a:pt x="2777" y="8322"/>
                    <a:pt x="2564" y="9150"/>
                  </a:cubicBezTo>
                  <a:lnTo>
                    <a:pt x="699" y="9150"/>
                  </a:lnTo>
                  <a:cubicBezTo>
                    <a:pt x="313" y="9150"/>
                    <a:pt x="1" y="9462"/>
                    <a:pt x="1" y="9848"/>
                  </a:cubicBezTo>
                  <a:lnTo>
                    <a:pt x="1" y="13053"/>
                  </a:lnTo>
                  <a:cubicBezTo>
                    <a:pt x="1" y="13438"/>
                    <a:pt x="313" y="13751"/>
                    <a:pt x="699" y="13751"/>
                  </a:cubicBezTo>
                  <a:lnTo>
                    <a:pt x="2564" y="13751"/>
                  </a:lnTo>
                  <a:cubicBezTo>
                    <a:pt x="2777" y="14579"/>
                    <a:pt x="3106" y="15373"/>
                    <a:pt x="3541" y="16109"/>
                  </a:cubicBezTo>
                  <a:lnTo>
                    <a:pt x="2222" y="17427"/>
                  </a:lnTo>
                  <a:cubicBezTo>
                    <a:pt x="1949" y="17701"/>
                    <a:pt x="1949" y="18142"/>
                    <a:pt x="2222" y="18415"/>
                  </a:cubicBezTo>
                  <a:lnTo>
                    <a:pt x="4487" y="20681"/>
                  </a:lnTo>
                  <a:cubicBezTo>
                    <a:pt x="4624" y="20817"/>
                    <a:pt x="4802" y="20885"/>
                    <a:pt x="4981" y="20885"/>
                  </a:cubicBezTo>
                  <a:cubicBezTo>
                    <a:pt x="5159" y="20885"/>
                    <a:pt x="5338" y="20817"/>
                    <a:pt x="5474" y="20681"/>
                  </a:cubicBezTo>
                  <a:lnTo>
                    <a:pt x="6793" y="19362"/>
                  </a:lnTo>
                  <a:cubicBezTo>
                    <a:pt x="7530" y="19796"/>
                    <a:pt x="8324" y="20124"/>
                    <a:pt x="9152" y="20339"/>
                  </a:cubicBezTo>
                  <a:lnTo>
                    <a:pt x="9152" y="22204"/>
                  </a:lnTo>
                  <a:cubicBezTo>
                    <a:pt x="9152" y="22588"/>
                    <a:pt x="9464" y="22901"/>
                    <a:pt x="9850" y="22901"/>
                  </a:cubicBezTo>
                  <a:lnTo>
                    <a:pt x="13055" y="22901"/>
                  </a:lnTo>
                  <a:cubicBezTo>
                    <a:pt x="13439" y="22901"/>
                    <a:pt x="13751" y="22588"/>
                    <a:pt x="13751" y="22204"/>
                  </a:cubicBezTo>
                  <a:lnTo>
                    <a:pt x="13751" y="20339"/>
                  </a:lnTo>
                  <a:cubicBezTo>
                    <a:pt x="14581" y="20124"/>
                    <a:pt x="15373" y="19796"/>
                    <a:pt x="16110" y="19362"/>
                  </a:cubicBezTo>
                  <a:lnTo>
                    <a:pt x="17429" y="20680"/>
                  </a:lnTo>
                  <a:cubicBezTo>
                    <a:pt x="17566" y="20816"/>
                    <a:pt x="17744" y="20884"/>
                    <a:pt x="17923" y="20884"/>
                  </a:cubicBezTo>
                  <a:cubicBezTo>
                    <a:pt x="18101" y="20884"/>
                    <a:pt x="18280" y="20816"/>
                    <a:pt x="18416" y="20680"/>
                  </a:cubicBezTo>
                  <a:lnTo>
                    <a:pt x="20682" y="18414"/>
                  </a:lnTo>
                  <a:cubicBezTo>
                    <a:pt x="20954" y="18142"/>
                    <a:pt x="20954" y="17700"/>
                    <a:pt x="20682" y="17427"/>
                  </a:cubicBezTo>
                  <a:lnTo>
                    <a:pt x="19364" y="16109"/>
                  </a:lnTo>
                  <a:cubicBezTo>
                    <a:pt x="19798" y="15373"/>
                    <a:pt x="20126" y="14579"/>
                    <a:pt x="20339" y="13751"/>
                  </a:cubicBezTo>
                  <a:lnTo>
                    <a:pt x="22205" y="13751"/>
                  </a:lnTo>
                  <a:cubicBezTo>
                    <a:pt x="22591" y="13751"/>
                    <a:pt x="22903" y="13438"/>
                    <a:pt x="22903" y="13053"/>
                  </a:cubicBezTo>
                  <a:lnTo>
                    <a:pt x="22903" y="9850"/>
                  </a:lnTo>
                  <a:cubicBezTo>
                    <a:pt x="22903" y="9465"/>
                    <a:pt x="22592" y="9152"/>
                    <a:pt x="22208" y="9152"/>
                  </a:cubicBezTo>
                  <a:cubicBezTo>
                    <a:pt x="22207" y="9152"/>
                    <a:pt x="22206" y="9152"/>
                    <a:pt x="22205" y="9152"/>
                  </a:cubicBezTo>
                  <a:lnTo>
                    <a:pt x="20339" y="9152"/>
                  </a:lnTo>
                  <a:cubicBezTo>
                    <a:pt x="20126" y="8322"/>
                    <a:pt x="19798" y="7530"/>
                    <a:pt x="19364" y="6793"/>
                  </a:cubicBezTo>
                  <a:lnTo>
                    <a:pt x="20682" y="5473"/>
                  </a:lnTo>
                  <a:cubicBezTo>
                    <a:pt x="20954" y="5201"/>
                    <a:pt x="20954" y="4759"/>
                    <a:pt x="20682" y="4487"/>
                  </a:cubicBezTo>
                  <a:lnTo>
                    <a:pt x="18416" y="2221"/>
                  </a:lnTo>
                  <a:cubicBezTo>
                    <a:pt x="18280" y="2085"/>
                    <a:pt x="18101" y="2017"/>
                    <a:pt x="17923" y="2017"/>
                  </a:cubicBezTo>
                  <a:cubicBezTo>
                    <a:pt x="17744" y="2017"/>
                    <a:pt x="17566" y="2085"/>
                    <a:pt x="17429" y="2221"/>
                  </a:cubicBezTo>
                  <a:lnTo>
                    <a:pt x="16110" y="3541"/>
                  </a:lnTo>
                  <a:cubicBezTo>
                    <a:pt x="15373" y="3105"/>
                    <a:pt x="14581" y="2777"/>
                    <a:pt x="13751" y="2564"/>
                  </a:cubicBezTo>
                  <a:lnTo>
                    <a:pt x="13751" y="698"/>
                  </a:lnTo>
                  <a:cubicBezTo>
                    <a:pt x="13751" y="312"/>
                    <a:pt x="13439" y="0"/>
                    <a:pt x="13055" y="0"/>
                  </a:cubicBezTo>
                  <a:close/>
                </a:path>
              </a:pathLst>
            </a:custGeom>
            <a:solidFill>
              <a:srgbClr val="ABBCC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771" name="Google Shape;8771;p37"/>
            <p:cNvSpPr/>
            <p:nvPr/>
          </p:nvSpPr>
          <p:spPr>
            <a:xfrm>
              <a:off x="3894395" y="4351427"/>
              <a:ext cx="526025" cy="525979"/>
            </a:xfrm>
            <a:custGeom>
              <a:rect b="b" l="l" r="r" t="t"/>
              <a:pathLst>
                <a:path extrusionOk="0" h="22901" w="22903">
                  <a:moveTo>
                    <a:pt x="11452" y="4551"/>
                  </a:moveTo>
                  <a:cubicBezTo>
                    <a:pt x="15263" y="4551"/>
                    <a:pt x="18352" y="7640"/>
                    <a:pt x="18352" y="11451"/>
                  </a:cubicBezTo>
                  <a:cubicBezTo>
                    <a:pt x="18352" y="15262"/>
                    <a:pt x="15263" y="18350"/>
                    <a:pt x="11452" y="18350"/>
                  </a:cubicBezTo>
                  <a:lnTo>
                    <a:pt x="11452" y="18351"/>
                  </a:lnTo>
                  <a:cubicBezTo>
                    <a:pt x="7640" y="18351"/>
                    <a:pt x="4552" y="15262"/>
                    <a:pt x="4552" y="11451"/>
                  </a:cubicBezTo>
                  <a:cubicBezTo>
                    <a:pt x="4552" y="7640"/>
                    <a:pt x="7640" y="4551"/>
                    <a:pt x="11452" y="4551"/>
                  </a:cubicBezTo>
                  <a:close/>
                  <a:moveTo>
                    <a:pt x="9850" y="0"/>
                  </a:moveTo>
                  <a:cubicBezTo>
                    <a:pt x="9464" y="0"/>
                    <a:pt x="9152" y="312"/>
                    <a:pt x="9152" y="698"/>
                  </a:cubicBezTo>
                  <a:lnTo>
                    <a:pt x="9152" y="2564"/>
                  </a:lnTo>
                  <a:cubicBezTo>
                    <a:pt x="8324" y="2777"/>
                    <a:pt x="7530" y="3105"/>
                    <a:pt x="6793" y="3539"/>
                  </a:cubicBezTo>
                  <a:lnTo>
                    <a:pt x="5474" y="2221"/>
                  </a:lnTo>
                  <a:cubicBezTo>
                    <a:pt x="5338" y="2085"/>
                    <a:pt x="5159" y="2017"/>
                    <a:pt x="4981" y="2017"/>
                  </a:cubicBezTo>
                  <a:cubicBezTo>
                    <a:pt x="4802" y="2017"/>
                    <a:pt x="4624" y="2085"/>
                    <a:pt x="4487" y="2221"/>
                  </a:cubicBezTo>
                  <a:lnTo>
                    <a:pt x="2222" y="4487"/>
                  </a:lnTo>
                  <a:cubicBezTo>
                    <a:pt x="1949" y="4759"/>
                    <a:pt x="1949" y="5201"/>
                    <a:pt x="2222" y="5473"/>
                  </a:cubicBezTo>
                  <a:lnTo>
                    <a:pt x="3541" y="6791"/>
                  </a:lnTo>
                  <a:cubicBezTo>
                    <a:pt x="3107" y="7528"/>
                    <a:pt x="2777" y="8322"/>
                    <a:pt x="2564" y="9150"/>
                  </a:cubicBezTo>
                  <a:lnTo>
                    <a:pt x="699" y="9150"/>
                  </a:lnTo>
                  <a:cubicBezTo>
                    <a:pt x="313" y="9150"/>
                    <a:pt x="1" y="9462"/>
                    <a:pt x="1" y="9848"/>
                  </a:cubicBezTo>
                  <a:lnTo>
                    <a:pt x="1" y="13053"/>
                  </a:lnTo>
                  <a:cubicBezTo>
                    <a:pt x="1" y="13438"/>
                    <a:pt x="313" y="13751"/>
                    <a:pt x="699" y="13751"/>
                  </a:cubicBezTo>
                  <a:lnTo>
                    <a:pt x="2564" y="13751"/>
                  </a:lnTo>
                  <a:cubicBezTo>
                    <a:pt x="2777" y="14579"/>
                    <a:pt x="3106" y="15373"/>
                    <a:pt x="3541" y="16109"/>
                  </a:cubicBezTo>
                  <a:lnTo>
                    <a:pt x="2222" y="17427"/>
                  </a:lnTo>
                  <a:cubicBezTo>
                    <a:pt x="1949" y="17701"/>
                    <a:pt x="1949" y="18142"/>
                    <a:pt x="2222" y="18415"/>
                  </a:cubicBezTo>
                  <a:lnTo>
                    <a:pt x="4487" y="20681"/>
                  </a:lnTo>
                  <a:cubicBezTo>
                    <a:pt x="4624" y="20817"/>
                    <a:pt x="4802" y="20885"/>
                    <a:pt x="4981" y="20885"/>
                  </a:cubicBezTo>
                  <a:cubicBezTo>
                    <a:pt x="5159" y="20885"/>
                    <a:pt x="5338" y="20817"/>
                    <a:pt x="5474" y="20681"/>
                  </a:cubicBezTo>
                  <a:lnTo>
                    <a:pt x="6793" y="19362"/>
                  </a:lnTo>
                  <a:cubicBezTo>
                    <a:pt x="7530" y="19796"/>
                    <a:pt x="8324" y="20124"/>
                    <a:pt x="9152" y="20339"/>
                  </a:cubicBezTo>
                  <a:lnTo>
                    <a:pt x="9152" y="22204"/>
                  </a:lnTo>
                  <a:cubicBezTo>
                    <a:pt x="9152" y="22588"/>
                    <a:pt x="9464" y="22901"/>
                    <a:pt x="9850" y="22901"/>
                  </a:cubicBezTo>
                  <a:lnTo>
                    <a:pt x="13055" y="22901"/>
                  </a:lnTo>
                  <a:cubicBezTo>
                    <a:pt x="13439" y="22901"/>
                    <a:pt x="13751" y="22588"/>
                    <a:pt x="13751" y="22204"/>
                  </a:cubicBezTo>
                  <a:lnTo>
                    <a:pt x="13751" y="20339"/>
                  </a:lnTo>
                  <a:cubicBezTo>
                    <a:pt x="14581" y="20124"/>
                    <a:pt x="15373" y="19796"/>
                    <a:pt x="16110" y="19362"/>
                  </a:cubicBezTo>
                  <a:lnTo>
                    <a:pt x="17429" y="20680"/>
                  </a:lnTo>
                  <a:cubicBezTo>
                    <a:pt x="17566" y="20816"/>
                    <a:pt x="17744" y="20884"/>
                    <a:pt x="17923" y="20884"/>
                  </a:cubicBezTo>
                  <a:cubicBezTo>
                    <a:pt x="18101" y="20884"/>
                    <a:pt x="18280" y="20816"/>
                    <a:pt x="18416" y="20680"/>
                  </a:cubicBezTo>
                  <a:lnTo>
                    <a:pt x="20682" y="18414"/>
                  </a:lnTo>
                  <a:cubicBezTo>
                    <a:pt x="20954" y="18142"/>
                    <a:pt x="20954" y="17700"/>
                    <a:pt x="20682" y="17427"/>
                  </a:cubicBezTo>
                  <a:lnTo>
                    <a:pt x="19364" y="16109"/>
                  </a:lnTo>
                  <a:cubicBezTo>
                    <a:pt x="19798" y="15373"/>
                    <a:pt x="20126" y="14579"/>
                    <a:pt x="20339" y="13751"/>
                  </a:cubicBezTo>
                  <a:lnTo>
                    <a:pt x="22205" y="13751"/>
                  </a:lnTo>
                  <a:cubicBezTo>
                    <a:pt x="22591" y="13751"/>
                    <a:pt x="22903" y="13438"/>
                    <a:pt x="22903" y="13053"/>
                  </a:cubicBezTo>
                  <a:lnTo>
                    <a:pt x="22903" y="9850"/>
                  </a:lnTo>
                  <a:cubicBezTo>
                    <a:pt x="22903" y="9465"/>
                    <a:pt x="22592" y="9152"/>
                    <a:pt x="22208" y="9152"/>
                  </a:cubicBezTo>
                  <a:cubicBezTo>
                    <a:pt x="22207" y="9152"/>
                    <a:pt x="22206" y="9152"/>
                    <a:pt x="22205" y="9152"/>
                  </a:cubicBezTo>
                  <a:lnTo>
                    <a:pt x="20339" y="9152"/>
                  </a:lnTo>
                  <a:cubicBezTo>
                    <a:pt x="20126" y="8322"/>
                    <a:pt x="19798" y="7530"/>
                    <a:pt x="19364" y="6793"/>
                  </a:cubicBezTo>
                  <a:lnTo>
                    <a:pt x="20682" y="5473"/>
                  </a:lnTo>
                  <a:cubicBezTo>
                    <a:pt x="20954" y="5201"/>
                    <a:pt x="20954" y="4759"/>
                    <a:pt x="20682" y="4487"/>
                  </a:cubicBezTo>
                  <a:lnTo>
                    <a:pt x="18416" y="2221"/>
                  </a:lnTo>
                  <a:cubicBezTo>
                    <a:pt x="18280" y="2085"/>
                    <a:pt x="18101" y="2017"/>
                    <a:pt x="17923" y="2017"/>
                  </a:cubicBezTo>
                  <a:cubicBezTo>
                    <a:pt x="17744" y="2017"/>
                    <a:pt x="17566" y="2085"/>
                    <a:pt x="17429" y="2221"/>
                  </a:cubicBezTo>
                  <a:lnTo>
                    <a:pt x="16110" y="3541"/>
                  </a:lnTo>
                  <a:cubicBezTo>
                    <a:pt x="15373" y="3105"/>
                    <a:pt x="14581" y="2777"/>
                    <a:pt x="13751" y="2564"/>
                  </a:cubicBezTo>
                  <a:lnTo>
                    <a:pt x="13751" y="698"/>
                  </a:lnTo>
                  <a:cubicBezTo>
                    <a:pt x="13751" y="312"/>
                    <a:pt x="13439" y="0"/>
                    <a:pt x="13055" y="0"/>
                  </a:cubicBezTo>
                  <a:close/>
                </a:path>
              </a:pathLst>
            </a:custGeom>
            <a:solidFill>
              <a:srgbClr val="ABBCC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772" name="Google Shape;8772;p37"/>
            <p:cNvSpPr/>
            <p:nvPr/>
          </p:nvSpPr>
          <p:spPr>
            <a:xfrm>
              <a:off x="4560958" y="4423127"/>
              <a:ext cx="526025" cy="525979"/>
            </a:xfrm>
            <a:custGeom>
              <a:rect b="b" l="l" r="r" t="t"/>
              <a:pathLst>
                <a:path extrusionOk="0" h="22901" w="22903">
                  <a:moveTo>
                    <a:pt x="11452" y="4551"/>
                  </a:moveTo>
                  <a:cubicBezTo>
                    <a:pt x="15263" y="4551"/>
                    <a:pt x="18352" y="7640"/>
                    <a:pt x="18352" y="11451"/>
                  </a:cubicBezTo>
                  <a:cubicBezTo>
                    <a:pt x="18352" y="15262"/>
                    <a:pt x="15263" y="18350"/>
                    <a:pt x="11452" y="18350"/>
                  </a:cubicBezTo>
                  <a:lnTo>
                    <a:pt x="11452" y="18351"/>
                  </a:lnTo>
                  <a:cubicBezTo>
                    <a:pt x="7640" y="18351"/>
                    <a:pt x="4552" y="15262"/>
                    <a:pt x="4552" y="11451"/>
                  </a:cubicBezTo>
                  <a:cubicBezTo>
                    <a:pt x="4552" y="7640"/>
                    <a:pt x="7640" y="4551"/>
                    <a:pt x="11452" y="4551"/>
                  </a:cubicBezTo>
                  <a:close/>
                  <a:moveTo>
                    <a:pt x="9850" y="0"/>
                  </a:moveTo>
                  <a:cubicBezTo>
                    <a:pt x="9464" y="0"/>
                    <a:pt x="9152" y="312"/>
                    <a:pt x="9152" y="698"/>
                  </a:cubicBezTo>
                  <a:lnTo>
                    <a:pt x="9152" y="2564"/>
                  </a:lnTo>
                  <a:cubicBezTo>
                    <a:pt x="8324" y="2777"/>
                    <a:pt x="7530" y="3105"/>
                    <a:pt x="6793" y="3539"/>
                  </a:cubicBezTo>
                  <a:lnTo>
                    <a:pt x="5474" y="2221"/>
                  </a:lnTo>
                  <a:cubicBezTo>
                    <a:pt x="5338" y="2085"/>
                    <a:pt x="5159" y="2017"/>
                    <a:pt x="4981" y="2017"/>
                  </a:cubicBezTo>
                  <a:cubicBezTo>
                    <a:pt x="4802" y="2017"/>
                    <a:pt x="4624" y="2085"/>
                    <a:pt x="4487" y="2221"/>
                  </a:cubicBezTo>
                  <a:lnTo>
                    <a:pt x="2222" y="4487"/>
                  </a:lnTo>
                  <a:cubicBezTo>
                    <a:pt x="1949" y="4759"/>
                    <a:pt x="1949" y="5201"/>
                    <a:pt x="2222" y="5473"/>
                  </a:cubicBezTo>
                  <a:lnTo>
                    <a:pt x="3541" y="6791"/>
                  </a:lnTo>
                  <a:cubicBezTo>
                    <a:pt x="3107" y="7528"/>
                    <a:pt x="2777" y="8322"/>
                    <a:pt x="2564" y="9150"/>
                  </a:cubicBezTo>
                  <a:lnTo>
                    <a:pt x="699" y="9150"/>
                  </a:lnTo>
                  <a:cubicBezTo>
                    <a:pt x="313" y="9150"/>
                    <a:pt x="1" y="9462"/>
                    <a:pt x="1" y="9848"/>
                  </a:cubicBezTo>
                  <a:lnTo>
                    <a:pt x="1" y="13053"/>
                  </a:lnTo>
                  <a:cubicBezTo>
                    <a:pt x="1" y="13438"/>
                    <a:pt x="313" y="13751"/>
                    <a:pt x="699" y="13751"/>
                  </a:cubicBezTo>
                  <a:lnTo>
                    <a:pt x="2564" y="13751"/>
                  </a:lnTo>
                  <a:cubicBezTo>
                    <a:pt x="2777" y="14579"/>
                    <a:pt x="3106" y="15373"/>
                    <a:pt x="3541" y="16109"/>
                  </a:cubicBezTo>
                  <a:lnTo>
                    <a:pt x="2222" y="17427"/>
                  </a:lnTo>
                  <a:cubicBezTo>
                    <a:pt x="1949" y="17701"/>
                    <a:pt x="1949" y="18142"/>
                    <a:pt x="2222" y="18415"/>
                  </a:cubicBezTo>
                  <a:lnTo>
                    <a:pt x="4487" y="20681"/>
                  </a:lnTo>
                  <a:cubicBezTo>
                    <a:pt x="4624" y="20817"/>
                    <a:pt x="4802" y="20885"/>
                    <a:pt x="4981" y="20885"/>
                  </a:cubicBezTo>
                  <a:cubicBezTo>
                    <a:pt x="5159" y="20885"/>
                    <a:pt x="5338" y="20817"/>
                    <a:pt x="5474" y="20681"/>
                  </a:cubicBezTo>
                  <a:lnTo>
                    <a:pt x="6793" y="19362"/>
                  </a:lnTo>
                  <a:cubicBezTo>
                    <a:pt x="7530" y="19796"/>
                    <a:pt x="8324" y="20124"/>
                    <a:pt x="9152" y="20339"/>
                  </a:cubicBezTo>
                  <a:lnTo>
                    <a:pt x="9152" y="22204"/>
                  </a:lnTo>
                  <a:cubicBezTo>
                    <a:pt x="9152" y="22588"/>
                    <a:pt x="9464" y="22901"/>
                    <a:pt x="9850" y="22901"/>
                  </a:cubicBezTo>
                  <a:lnTo>
                    <a:pt x="13055" y="22901"/>
                  </a:lnTo>
                  <a:cubicBezTo>
                    <a:pt x="13439" y="22901"/>
                    <a:pt x="13751" y="22588"/>
                    <a:pt x="13751" y="22204"/>
                  </a:cubicBezTo>
                  <a:lnTo>
                    <a:pt x="13751" y="20339"/>
                  </a:lnTo>
                  <a:cubicBezTo>
                    <a:pt x="14581" y="20124"/>
                    <a:pt x="15373" y="19796"/>
                    <a:pt x="16110" y="19362"/>
                  </a:cubicBezTo>
                  <a:lnTo>
                    <a:pt x="17429" y="20680"/>
                  </a:lnTo>
                  <a:cubicBezTo>
                    <a:pt x="17566" y="20816"/>
                    <a:pt x="17744" y="20884"/>
                    <a:pt x="17923" y="20884"/>
                  </a:cubicBezTo>
                  <a:cubicBezTo>
                    <a:pt x="18101" y="20884"/>
                    <a:pt x="18280" y="20816"/>
                    <a:pt x="18416" y="20680"/>
                  </a:cubicBezTo>
                  <a:lnTo>
                    <a:pt x="20682" y="18414"/>
                  </a:lnTo>
                  <a:cubicBezTo>
                    <a:pt x="20954" y="18142"/>
                    <a:pt x="20954" y="17700"/>
                    <a:pt x="20682" y="17427"/>
                  </a:cubicBezTo>
                  <a:lnTo>
                    <a:pt x="19364" y="16109"/>
                  </a:lnTo>
                  <a:cubicBezTo>
                    <a:pt x="19798" y="15373"/>
                    <a:pt x="20126" y="14579"/>
                    <a:pt x="20339" y="13751"/>
                  </a:cubicBezTo>
                  <a:lnTo>
                    <a:pt x="22205" y="13751"/>
                  </a:lnTo>
                  <a:cubicBezTo>
                    <a:pt x="22591" y="13751"/>
                    <a:pt x="22903" y="13438"/>
                    <a:pt x="22903" y="13053"/>
                  </a:cubicBezTo>
                  <a:lnTo>
                    <a:pt x="22903" y="9850"/>
                  </a:lnTo>
                  <a:cubicBezTo>
                    <a:pt x="22903" y="9465"/>
                    <a:pt x="22592" y="9152"/>
                    <a:pt x="22208" y="9152"/>
                  </a:cubicBezTo>
                  <a:cubicBezTo>
                    <a:pt x="22207" y="9152"/>
                    <a:pt x="22206" y="9152"/>
                    <a:pt x="22205" y="9152"/>
                  </a:cubicBezTo>
                  <a:lnTo>
                    <a:pt x="20339" y="9152"/>
                  </a:lnTo>
                  <a:cubicBezTo>
                    <a:pt x="20126" y="8322"/>
                    <a:pt x="19798" y="7530"/>
                    <a:pt x="19364" y="6793"/>
                  </a:cubicBezTo>
                  <a:lnTo>
                    <a:pt x="20682" y="5473"/>
                  </a:lnTo>
                  <a:cubicBezTo>
                    <a:pt x="20954" y="5201"/>
                    <a:pt x="20954" y="4759"/>
                    <a:pt x="20682" y="4487"/>
                  </a:cubicBezTo>
                  <a:lnTo>
                    <a:pt x="18416" y="2221"/>
                  </a:lnTo>
                  <a:cubicBezTo>
                    <a:pt x="18280" y="2085"/>
                    <a:pt x="18101" y="2017"/>
                    <a:pt x="17923" y="2017"/>
                  </a:cubicBezTo>
                  <a:cubicBezTo>
                    <a:pt x="17744" y="2017"/>
                    <a:pt x="17566" y="2085"/>
                    <a:pt x="17429" y="2221"/>
                  </a:cubicBezTo>
                  <a:lnTo>
                    <a:pt x="16110" y="3541"/>
                  </a:lnTo>
                  <a:cubicBezTo>
                    <a:pt x="15373" y="3105"/>
                    <a:pt x="14581" y="2777"/>
                    <a:pt x="13751" y="2564"/>
                  </a:cubicBezTo>
                  <a:lnTo>
                    <a:pt x="13751" y="698"/>
                  </a:lnTo>
                  <a:cubicBezTo>
                    <a:pt x="13751" y="312"/>
                    <a:pt x="13439" y="0"/>
                    <a:pt x="13055" y="0"/>
                  </a:cubicBezTo>
                  <a:close/>
                </a:path>
              </a:pathLst>
            </a:custGeom>
            <a:solidFill>
              <a:srgbClr val="ABBCC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8773" name="Google Shape;8773;p37"/>
          <p:cNvGrpSpPr/>
          <p:nvPr/>
        </p:nvGrpSpPr>
        <p:grpSpPr>
          <a:xfrm>
            <a:off x="5264936" y="3817911"/>
            <a:ext cx="1417067" cy="350605"/>
            <a:chOff x="4234950" y="2101012"/>
            <a:chExt cx="4219974" cy="1044091"/>
          </a:xfrm>
        </p:grpSpPr>
        <p:sp>
          <p:nvSpPr>
            <p:cNvPr id="8774" name="Google Shape;8774;p37"/>
            <p:cNvSpPr/>
            <p:nvPr/>
          </p:nvSpPr>
          <p:spPr>
            <a:xfrm rot="10800000">
              <a:off x="7528544" y="2218809"/>
              <a:ext cx="826790" cy="826702"/>
            </a:xfrm>
            <a:custGeom>
              <a:rect b="b" l="l" r="r" t="t"/>
              <a:pathLst>
                <a:path extrusionOk="0" h="34893" w="34893">
                  <a:moveTo>
                    <a:pt x="1" y="1"/>
                  </a:moveTo>
                  <a:lnTo>
                    <a:pt x="1" y="34892"/>
                  </a:lnTo>
                  <a:lnTo>
                    <a:pt x="34892" y="34892"/>
                  </a:lnTo>
                  <a:lnTo>
                    <a:pt x="34892" y="1"/>
                  </a:lnTo>
                  <a:close/>
                </a:path>
              </a:pathLst>
            </a:custGeom>
            <a:solidFill>
              <a:srgbClr val="435D7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775" name="Google Shape;8775;p37"/>
            <p:cNvSpPr/>
            <p:nvPr/>
          </p:nvSpPr>
          <p:spPr>
            <a:xfrm rot="10800000">
              <a:off x="6487595" y="2218809"/>
              <a:ext cx="827572" cy="826702"/>
            </a:xfrm>
            <a:custGeom>
              <a:rect b="b" l="l" r="r" t="t"/>
              <a:pathLst>
                <a:path extrusionOk="0" h="34893" w="34926">
                  <a:moveTo>
                    <a:pt x="1" y="1"/>
                  </a:moveTo>
                  <a:lnTo>
                    <a:pt x="1" y="34892"/>
                  </a:lnTo>
                  <a:lnTo>
                    <a:pt x="34926" y="34892"/>
                  </a:lnTo>
                  <a:lnTo>
                    <a:pt x="34926" y="1"/>
                  </a:lnTo>
                  <a:close/>
                </a:path>
              </a:pathLst>
            </a:custGeom>
            <a:solidFill>
              <a:srgbClr val="5F7D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776" name="Google Shape;8776;p37"/>
            <p:cNvSpPr/>
            <p:nvPr/>
          </p:nvSpPr>
          <p:spPr>
            <a:xfrm rot="10800000">
              <a:off x="5430819" y="2218809"/>
              <a:ext cx="827572" cy="826702"/>
            </a:xfrm>
            <a:custGeom>
              <a:rect b="b" l="l" r="r" t="t"/>
              <a:pathLst>
                <a:path extrusionOk="0" h="34893" w="34926">
                  <a:moveTo>
                    <a:pt x="0" y="1"/>
                  </a:moveTo>
                  <a:lnTo>
                    <a:pt x="0" y="34892"/>
                  </a:lnTo>
                  <a:lnTo>
                    <a:pt x="34925" y="34892"/>
                  </a:lnTo>
                  <a:lnTo>
                    <a:pt x="34925" y="1"/>
                  </a:lnTo>
                  <a:close/>
                </a:path>
              </a:pathLst>
            </a:custGeom>
            <a:solidFill>
              <a:srgbClr val="869FB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777" name="Google Shape;8777;p37"/>
            <p:cNvSpPr/>
            <p:nvPr/>
          </p:nvSpPr>
          <p:spPr>
            <a:xfrm rot="10800000">
              <a:off x="4374848" y="2218809"/>
              <a:ext cx="826790" cy="826702"/>
            </a:xfrm>
            <a:custGeom>
              <a:rect b="b" l="l" r="r" t="t"/>
              <a:pathLst>
                <a:path extrusionOk="0" h="34893" w="34893">
                  <a:moveTo>
                    <a:pt x="1" y="1"/>
                  </a:moveTo>
                  <a:lnTo>
                    <a:pt x="1" y="34892"/>
                  </a:lnTo>
                  <a:lnTo>
                    <a:pt x="34892" y="34892"/>
                  </a:lnTo>
                  <a:lnTo>
                    <a:pt x="34892" y="1"/>
                  </a:lnTo>
                  <a:close/>
                </a:path>
              </a:pathLst>
            </a:custGeom>
            <a:solidFill>
              <a:srgbClr val="BAC8D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778" name="Google Shape;8778;p37"/>
            <p:cNvSpPr/>
            <p:nvPr/>
          </p:nvSpPr>
          <p:spPr>
            <a:xfrm rot="10800000">
              <a:off x="7410780" y="2622683"/>
              <a:ext cx="1044144" cy="522420"/>
            </a:xfrm>
            <a:custGeom>
              <a:rect b="b" l="l" r="r" t="t"/>
              <a:pathLst>
                <a:path extrusionOk="0" fill="none" h="22050" w="44066">
                  <a:moveTo>
                    <a:pt x="1" y="22050"/>
                  </a:moveTo>
                  <a:cubicBezTo>
                    <a:pt x="1" y="9874"/>
                    <a:pt x="9874" y="1"/>
                    <a:pt x="22050" y="1"/>
                  </a:cubicBezTo>
                  <a:cubicBezTo>
                    <a:pt x="34192" y="1"/>
                    <a:pt x="44065" y="9874"/>
                    <a:pt x="44065" y="22050"/>
                  </a:cubicBezTo>
                </a:path>
              </a:pathLst>
            </a:custGeom>
            <a:noFill/>
            <a:ln cap="rnd" cmpd="sng" w="20850">
              <a:solidFill>
                <a:srgbClr val="435D74"/>
              </a:solidFill>
              <a:prstDash val="solid"/>
              <a:miter lim="33357"/>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779" name="Google Shape;8779;p37"/>
            <p:cNvSpPr/>
            <p:nvPr/>
          </p:nvSpPr>
          <p:spPr>
            <a:xfrm rot="10800000">
              <a:off x="6366656" y="2101012"/>
              <a:ext cx="1044144" cy="521638"/>
            </a:xfrm>
            <a:custGeom>
              <a:rect b="b" l="l" r="r" t="t"/>
              <a:pathLst>
                <a:path extrusionOk="0" fill="none" h="22017" w="44066">
                  <a:moveTo>
                    <a:pt x="44065" y="1"/>
                  </a:moveTo>
                  <a:cubicBezTo>
                    <a:pt x="44065" y="12176"/>
                    <a:pt x="34191" y="22016"/>
                    <a:pt x="22049" y="22016"/>
                  </a:cubicBezTo>
                  <a:cubicBezTo>
                    <a:pt x="9874" y="22016"/>
                    <a:pt x="0" y="12176"/>
                    <a:pt x="0" y="1"/>
                  </a:cubicBezTo>
                </a:path>
              </a:pathLst>
            </a:custGeom>
            <a:noFill/>
            <a:ln cap="rnd" cmpd="sng" w="20850">
              <a:solidFill>
                <a:srgbClr val="5F7D95"/>
              </a:solidFill>
              <a:prstDash val="solid"/>
              <a:miter lim="33357"/>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780" name="Google Shape;8780;p37"/>
            <p:cNvSpPr/>
            <p:nvPr/>
          </p:nvSpPr>
          <p:spPr>
            <a:xfrm rot="10800000">
              <a:off x="5322557" y="2622683"/>
              <a:ext cx="1044120" cy="522420"/>
            </a:xfrm>
            <a:custGeom>
              <a:rect b="b" l="l" r="r" t="t"/>
              <a:pathLst>
                <a:path extrusionOk="0" fill="none" h="22050" w="44065">
                  <a:moveTo>
                    <a:pt x="0" y="22050"/>
                  </a:moveTo>
                  <a:cubicBezTo>
                    <a:pt x="0" y="9874"/>
                    <a:pt x="9874" y="1"/>
                    <a:pt x="22049" y="1"/>
                  </a:cubicBezTo>
                  <a:cubicBezTo>
                    <a:pt x="34191" y="1"/>
                    <a:pt x="44065" y="9874"/>
                    <a:pt x="44065" y="22050"/>
                  </a:cubicBezTo>
                </a:path>
              </a:pathLst>
            </a:custGeom>
            <a:noFill/>
            <a:ln cap="rnd" cmpd="sng" w="20850">
              <a:solidFill>
                <a:srgbClr val="869FB2"/>
              </a:solidFill>
              <a:prstDash val="solid"/>
              <a:miter lim="33357"/>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781" name="Google Shape;8781;p37"/>
            <p:cNvSpPr/>
            <p:nvPr/>
          </p:nvSpPr>
          <p:spPr>
            <a:xfrm rot="10800000">
              <a:off x="4278434" y="2101012"/>
              <a:ext cx="1044144" cy="521638"/>
            </a:xfrm>
            <a:custGeom>
              <a:rect b="b" l="l" r="r" t="t"/>
              <a:pathLst>
                <a:path extrusionOk="0" fill="none" h="22017" w="44066">
                  <a:moveTo>
                    <a:pt x="44066" y="1"/>
                  </a:moveTo>
                  <a:cubicBezTo>
                    <a:pt x="44066" y="12176"/>
                    <a:pt x="34192" y="22016"/>
                    <a:pt x="22017" y="22016"/>
                  </a:cubicBezTo>
                  <a:cubicBezTo>
                    <a:pt x="9875" y="22016"/>
                    <a:pt x="1" y="12176"/>
                    <a:pt x="1" y="1"/>
                  </a:cubicBezTo>
                </a:path>
              </a:pathLst>
            </a:custGeom>
            <a:noFill/>
            <a:ln cap="rnd" cmpd="sng" w="20850">
              <a:solidFill>
                <a:srgbClr val="BAC8D3"/>
              </a:solidFill>
              <a:prstDash val="solid"/>
              <a:miter lim="33357"/>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782" name="Google Shape;8782;p37"/>
            <p:cNvSpPr/>
            <p:nvPr/>
          </p:nvSpPr>
          <p:spPr>
            <a:xfrm rot="10800000">
              <a:off x="7367296" y="2570459"/>
              <a:ext cx="86984" cy="86975"/>
            </a:xfrm>
            <a:custGeom>
              <a:rect b="b" l="l" r="r" t="t"/>
              <a:pathLst>
                <a:path extrusionOk="0" h="3671" w="3671">
                  <a:moveTo>
                    <a:pt x="1835" y="1"/>
                  </a:moveTo>
                  <a:cubicBezTo>
                    <a:pt x="835" y="1"/>
                    <a:pt x="1" y="835"/>
                    <a:pt x="1" y="1836"/>
                  </a:cubicBezTo>
                  <a:cubicBezTo>
                    <a:pt x="1" y="2870"/>
                    <a:pt x="835" y="3670"/>
                    <a:pt x="1835" y="3670"/>
                  </a:cubicBezTo>
                  <a:cubicBezTo>
                    <a:pt x="2869" y="3670"/>
                    <a:pt x="3670" y="2870"/>
                    <a:pt x="3670" y="1836"/>
                  </a:cubicBezTo>
                  <a:cubicBezTo>
                    <a:pt x="3670" y="835"/>
                    <a:pt x="2836" y="1"/>
                    <a:pt x="1835" y="1"/>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783" name="Google Shape;8783;p37"/>
            <p:cNvSpPr/>
            <p:nvPr/>
          </p:nvSpPr>
          <p:spPr>
            <a:xfrm rot="10800000">
              <a:off x="6323197" y="2570459"/>
              <a:ext cx="86961" cy="86975"/>
            </a:xfrm>
            <a:custGeom>
              <a:rect b="b" l="l" r="r" t="t"/>
              <a:pathLst>
                <a:path extrusionOk="0" h="3671" w="3670">
                  <a:moveTo>
                    <a:pt x="1835" y="1"/>
                  </a:moveTo>
                  <a:cubicBezTo>
                    <a:pt x="834" y="1"/>
                    <a:pt x="1" y="835"/>
                    <a:pt x="1" y="1836"/>
                  </a:cubicBezTo>
                  <a:cubicBezTo>
                    <a:pt x="1" y="2870"/>
                    <a:pt x="834" y="3670"/>
                    <a:pt x="1835" y="3670"/>
                  </a:cubicBezTo>
                  <a:cubicBezTo>
                    <a:pt x="2836" y="3670"/>
                    <a:pt x="3670" y="2870"/>
                    <a:pt x="3670" y="1836"/>
                  </a:cubicBezTo>
                  <a:cubicBezTo>
                    <a:pt x="3670" y="835"/>
                    <a:pt x="2869" y="1"/>
                    <a:pt x="1835" y="1"/>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784" name="Google Shape;8784;p37"/>
            <p:cNvSpPr/>
            <p:nvPr/>
          </p:nvSpPr>
          <p:spPr>
            <a:xfrm rot="10800000">
              <a:off x="5279073" y="2570459"/>
              <a:ext cx="86961" cy="86975"/>
            </a:xfrm>
            <a:custGeom>
              <a:rect b="b" l="l" r="r" t="t"/>
              <a:pathLst>
                <a:path extrusionOk="0" h="3671" w="3670">
                  <a:moveTo>
                    <a:pt x="1835" y="1"/>
                  </a:moveTo>
                  <a:cubicBezTo>
                    <a:pt x="834" y="1"/>
                    <a:pt x="0" y="835"/>
                    <a:pt x="0" y="1836"/>
                  </a:cubicBezTo>
                  <a:cubicBezTo>
                    <a:pt x="0" y="2870"/>
                    <a:pt x="834" y="3670"/>
                    <a:pt x="1835" y="3670"/>
                  </a:cubicBezTo>
                  <a:cubicBezTo>
                    <a:pt x="2836" y="3670"/>
                    <a:pt x="3670" y="2870"/>
                    <a:pt x="3670" y="1836"/>
                  </a:cubicBezTo>
                  <a:cubicBezTo>
                    <a:pt x="3670" y="835"/>
                    <a:pt x="2836" y="1"/>
                    <a:pt x="1835" y="1"/>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785" name="Google Shape;8785;p37"/>
            <p:cNvSpPr/>
            <p:nvPr/>
          </p:nvSpPr>
          <p:spPr>
            <a:xfrm rot="10800000">
              <a:off x="4234950" y="2570459"/>
              <a:ext cx="86961" cy="86975"/>
            </a:xfrm>
            <a:custGeom>
              <a:rect b="b" l="l" r="r" t="t"/>
              <a:pathLst>
                <a:path extrusionOk="0" h="3671" w="3670">
                  <a:moveTo>
                    <a:pt x="1835" y="1"/>
                  </a:moveTo>
                  <a:cubicBezTo>
                    <a:pt x="834" y="1"/>
                    <a:pt x="0" y="835"/>
                    <a:pt x="0" y="1836"/>
                  </a:cubicBezTo>
                  <a:cubicBezTo>
                    <a:pt x="0" y="2870"/>
                    <a:pt x="834" y="3670"/>
                    <a:pt x="1835" y="3670"/>
                  </a:cubicBezTo>
                  <a:cubicBezTo>
                    <a:pt x="2836" y="3670"/>
                    <a:pt x="3669" y="2870"/>
                    <a:pt x="3669" y="1836"/>
                  </a:cubicBezTo>
                  <a:cubicBezTo>
                    <a:pt x="3669" y="835"/>
                    <a:pt x="2836" y="1"/>
                    <a:pt x="1835" y="1"/>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786" name="Google Shape;8786;p37"/>
            <p:cNvSpPr/>
            <p:nvPr/>
          </p:nvSpPr>
          <p:spPr>
            <a:xfrm rot="10800000">
              <a:off x="7541197" y="2231460"/>
              <a:ext cx="801483" cy="800617"/>
            </a:xfrm>
            <a:custGeom>
              <a:rect b="b" l="l" r="r" t="t"/>
              <a:pathLst>
                <a:path extrusionOk="0" h="33792" w="33825">
                  <a:moveTo>
                    <a:pt x="16912" y="1835"/>
                  </a:moveTo>
                  <a:cubicBezTo>
                    <a:pt x="25218" y="1835"/>
                    <a:pt x="31956" y="8573"/>
                    <a:pt x="31956" y="16879"/>
                  </a:cubicBezTo>
                  <a:cubicBezTo>
                    <a:pt x="31956" y="25185"/>
                    <a:pt x="25218" y="31923"/>
                    <a:pt x="16912" y="31923"/>
                  </a:cubicBezTo>
                  <a:cubicBezTo>
                    <a:pt x="8606" y="31923"/>
                    <a:pt x="1868" y="25185"/>
                    <a:pt x="1868" y="16879"/>
                  </a:cubicBezTo>
                  <a:cubicBezTo>
                    <a:pt x="1868" y="8573"/>
                    <a:pt x="8606" y="1835"/>
                    <a:pt x="16912" y="1835"/>
                  </a:cubicBezTo>
                  <a:close/>
                  <a:moveTo>
                    <a:pt x="16912" y="1"/>
                  </a:moveTo>
                  <a:cubicBezTo>
                    <a:pt x="7572" y="1"/>
                    <a:pt x="0" y="7539"/>
                    <a:pt x="0" y="16879"/>
                  </a:cubicBezTo>
                  <a:cubicBezTo>
                    <a:pt x="0" y="26219"/>
                    <a:pt x="7572" y="33791"/>
                    <a:pt x="16912" y="33791"/>
                  </a:cubicBezTo>
                  <a:cubicBezTo>
                    <a:pt x="26252" y="33791"/>
                    <a:pt x="33824" y="26219"/>
                    <a:pt x="33824" y="16879"/>
                  </a:cubicBezTo>
                  <a:cubicBezTo>
                    <a:pt x="33824" y="7539"/>
                    <a:pt x="26252" y="1"/>
                    <a:pt x="16912" y="1"/>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787" name="Google Shape;8787;p37"/>
            <p:cNvSpPr/>
            <p:nvPr/>
          </p:nvSpPr>
          <p:spPr>
            <a:xfrm rot="10800000">
              <a:off x="6488377" y="2231460"/>
              <a:ext cx="800701" cy="800617"/>
            </a:xfrm>
            <a:custGeom>
              <a:rect b="b" l="l" r="r" t="t"/>
              <a:pathLst>
                <a:path extrusionOk="0" h="33792" w="33792">
                  <a:moveTo>
                    <a:pt x="16912" y="1"/>
                  </a:moveTo>
                  <a:cubicBezTo>
                    <a:pt x="7572" y="1"/>
                    <a:pt x="0" y="7539"/>
                    <a:pt x="0" y="16879"/>
                  </a:cubicBezTo>
                  <a:cubicBezTo>
                    <a:pt x="0" y="26219"/>
                    <a:pt x="7572" y="33791"/>
                    <a:pt x="16912" y="33791"/>
                  </a:cubicBezTo>
                  <a:cubicBezTo>
                    <a:pt x="26219" y="33791"/>
                    <a:pt x="33791" y="26219"/>
                    <a:pt x="33791" y="16879"/>
                  </a:cubicBezTo>
                  <a:cubicBezTo>
                    <a:pt x="33791" y="7539"/>
                    <a:pt x="26252" y="1"/>
                    <a:pt x="16912" y="1"/>
                  </a:cubicBezTo>
                  <a:close/>
                  <a:moveTo>
                    <a:pt x="16912" y="31923"/>
                  </a:moveTo>
                  <a:cubicBezTo>
                    <a:pt x="8607" y="31923"/>
                    <a:pt x="1868" y="25185"/>
                    <a:pt x="1868" y="16879"/>
                  </a:cubicBezTo>
                  <a:cubicBezTo>
                    <a:pt x="1868" y="8573"/>
                    <a:pt x="8607" y="1835"/>
                    <a:pt x="16912" y="1835"/>
                  </a:cubicBezTo>
                  <a:cubicBezTo>
                    <a:pt x="25218" y="1835"/>
                    <a:pt x="31957" y="8573"/>
                    <a:pt x="31957" y="16879"/>
                  </a:cubicBezTo>
                  <a:cubicBezTo>
                    <a:pt x="31957" y="25185"/>
                    <a:pt x="25218" y="31923"/>
                    <a:pt x="16912" y="31923"/>
                  </a:cubicBezTo>
                  <a:close/>
                </a:path>
              </a:pathLst>
            </a:custGeom>
            <a:solidFill>
              <a:srgbClr val="F2F2F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788" name="Google Shape;8788;p37"/>
            <p:cNvSpPr/>
            <p:nvPr/>
          </p:nvSpPr>
          <p:spPr>
            <a:xfrm rot="10800000">
              <a:off x="5434776" y="2231460"/>
              <a:ext cx="800701" cy="800617"/>
            </a:xfrm>
            <a:custGeom>
              <a:rect b="b" l="l" r="r" t="t"/>
              <a:pathLst>
                <a:path extrusionOk="0" h="33792" w="33792">
                  <a:moveTo>
                    <a:pt x="16879" y="1"/>
                  </a:moveTo>
                  <a:cubicBezTo>
                    <a:pt x="7539" y="1"/>
                    <a:pt x="0" y="7539"/>
                    <a:pt x="0" y="16879"/>
                  </a:cubicBezTo>
                  <a:cubicBezTo>
                    <a:pt x="0" y="26219"/>
                    <a:pt x="7539" y="33791"/>
                    <a:pt x="16879" y="33791"/>
                  </a:cubicBezTo>
                  <a:cubicBezTo>
                    <a:pt x="26219" y="33791"/>
                    <a:pt x="33791" y="26219"/>
                    <a:pt x="33791" y="16879"/>
                  </a:cubicBezTo>
                  <a:cubicBezTo>
                    <a:pt x="33791" y="7539"/>
                    <a:pt x="26219" y="1"/>
                    <a:pt x="16879" y="1"/>
                  </a:cubicBezTo>
                  <a:close/>
                  <a:moveTo>
                    <a:pt x="16879" y="31923"/>
                  </a:moveTo>
                  <a:cubicBezTo>
                    <a:pt x="8573" y="31923"/>
                    <a:pt x="1835" y="25185"/>
                    <a:pt x="1835" y="16879"/>
                  </a:cubicBezTo>
                  <a:cubicBezTo>
                    <a:pt x="1835" y="8573"/>
                    <a:pt x="8573" y="1835"/>
                    <a:pt x="16879" y="1835"/>
                  </a:cubicBezTo>
                  <a:cubicBezTo>
                    <a:pt x="25185" y="1835"/>
                    <a:pt x="31923" y="8573"/>
                    <a:pt x="31923" y="16879"/>
                  </a:cubicBezTo>
                  <a:cubicBezTo>
                    <a:pt x="31923" y="25185"/>
                    <a:pt x="25185" y="31923"/>
                    <a:pt x="16879" y="31923"/>
                  </a:cubicBezTo>
                  <a:close/>
                </a:path>
              </a:pathLst>
            </a:custGeom>
            <a:solidFill>
              <a:srgbClr val="F2F2F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789" name="Google Shape;8789;p37"/>
            <p:cNvSpPr/>
            <p:nvPr/>
          </p:nvSpPr>
          <p:spPr>
            <a:xfrm rot="10800000">
              <a:off x="4381980" y="2231460"/>
              <a:ext cx="800678" cy="800617"/>
            </a:xfrm>
            <a:custGeom>
              <a:rect b="b" l="l" r="r" t="t"/>
              <a:pathLst>
                <a:path extrusionOk="0" h="33792" w="33791">
                  <a:moveTo>
                    <a:pt x="16912" y="1"/>
                  </a:moveTo>
                  <a:cubicBezTo>
                    <a:pt x="7572" y="1"/>
                    <a:pt x="0" y="7539"/>
                    <a:pt x="0" y="16879"/>
                  </a:cubicBezTo>
                  <a:cubicBezTo>
                    <a:pt x="0" y="26219"/>
                    <a:pt x="7572" y="33791"/>
                    <a:pt x="16912" y="33791"/>
                  </a:cubicBezTo>
                  <a:cubicBezTo>
                    <a:pt x="26252" y="33791"/>
                    <a:pt x="33791" y="26219"/>
                    <a:pt x="33791" y="16879"/>
                  </a:cubicBezTo>
                  <a:cubicBezTo>
                    <a:pt x="33791" y="7539"/>
                    <a:pt x="26252" y="1"/>
                    <a:pt x="16912" y="1"/>
                  </a:cubicBezTo>
                  <a:close/>
                  <a:moveTo>
                    <a:pt x="16912" y="31923"/>
                  </a:moveTo>
                  <a:cubicBezTo>
                    <a:pt x="8606" y="31923"/>
                    <a:pt x="1868" y="25185"/>
                    <a:pt x="1868" y="16879"/>
                  </a:cubicBezTo>
                  <a:cubicBezTo>
                    <a:pt x="1868" y="8573"/>
                    <a:pt x="8606" y="1835"/>
                    <a:pt x="16912" y="1835"/>
                  </a:cubicBezTo>
                  <a:cubicBezTo>
                    <a:pt x="25218" y="1835"/>
                    <a:pt x="31956" y="8573"/>
                    <a:pt x="31956" y="16879"/>
                  </a:cubicBezTo>
                  <a:cubicBezTo>
                    <a:pt x="31956" y="25185"/>
                    <a:pt x="25218" y="31923"/>
                    <a:pt x="16912" y="31923"/>
                  </a:cubicBezTo>
                  <a:close/>
                </a:path>
              </a:pathLst>
            </a:custGeom>
            <a:solidFill>
              <a:srgbClr val="F2F2F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8790" name="Google Shape;8790;p37"/>
          <p:cNvGrpSpPr/>
          <p:nvPr/>
        </p:nvGrpSpPr>
        <p:grpSpPr>
          <a:xfrm>
            <a:off x="6840408" y="1808668"/>
            <a:ext cx="1586327" cy="371557"/>
            <a:chOff x="1247650" y="2075423"/>
            <a:chExt cx="6648477" cy="1557238"/>
          </a:xfrm>
        </p:grpSpPr>
        <p:sp>
          <p:nvSpPr>
            <p:cNvPr id="8791" name="Google Shape;8791;p37"/>
            <p:cNvSpPr/>
            <p:nvPr/>
          </p:nvSpPr>
          <p:spPr>
            <a:xfrm>
              <a:off x="6633862" y="2075423"/>
              <a:ext cx="953444" cy="825696"/>
            </a:xfrm>
            <a:custGeom>
              <a:rect b="b" l="l" r="r" t="t"/>
              <a:pathLst>
                <a:path extrusionOk="0" h="50027" w="57767">
                  <a:moveTo>
                    <a:pt x="14439" y="0"/>
                  </a:moveTo>
                  <a:lnTo>
                    <a:pt x="0" y="25014"/>
                  </a:lnTo>
                  <a:lnTo>
                    <a:pt x="14439" y="50027"/>
                  </a:lnTo>
                  <a:lnTo>
                    <a:pt x="43329" y="50027"/>
                  </a:lnTo>
                  <a:lnTo>
                    <a:pt x="57767" y="25014"/>
                  </a:lnTo>
                  <a:lnTo>
                    <a:pt x="43329" y="0"/>
                  </a:lnTo>
                  <a:close/>
                </a:path>
              </a:pathLst>
            </a:custGeom>
            <a:solidFill>
              <a:srgbClr val="869FB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792" name="Google Shape;8792;p37"/>
            <p:cNvSpPr/>
            <p:nvPr/>
          </p:nvSpPr>
          <p:spPr>
            <a:xfrm>
              <a:off x="5359252" y="2806965"/>
              <a:ext cx="953461" cy="825696"/>
            </a:xfrm>
            <a:custGeom>
              <a:rect b="b" l="l" r="r" t="t"/>
              <a:pathLst>
                <a:path extrusionOk="0" h="50027" w="57768">
                  <a:moveTo>
                    <a:pt x="14439" y="0"/>
                  </a:moveTo>
                  <a:lnTo>
                    <a:pt x="1" y="25013"/>
                  </a:lnTo>
                  <a:lnTo>
                    <a:pt x="14439" y="50027"/>
                  </a:lnTo>
                  <a:lnTo>
                    <a:pt x="43329" y="50027"/>
                  </a:lnTo>
                  <a:lnTo>
                    <a:pt x="57767" y="25013"/>
                  </a:lnTo>
                  <a:lnTo>
                    <a:pt x="43329" y="0"/>
                  </a:lnTo>
                  <a:close/>
                </a:path>
              </a:pathLst>
            </a:custGeom>
            <a:solidFill>
              <a:srgbClr val="869FB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793" name="Google Shape;8793;p37"/>
            <p:cNvSpPr/>
            <p:nvPr/>
          </p:nvSpPr>
          <p:spPr>
            <a:xfrm>
              <a:off x="1601478" y="2075425"/>
              <a:ext cx="953316" cy="825696"/>
            </a:xfrm>
            <a:custGeom>
              <a:rect b="b" l="l" r="r" t="t"/>
              <a:pathLst>
                <a:path extrusionOk="0" h="50027" w="57768">
                  <a:moveTo>
                    <a:pt x="14439" y="0"/>
                  </a:moveTo>
                  <a:lnTo>
                    <a:pt x="1" y="25013"/>
                  </a:lnTo>
                  <a:lnTo>
                    <a:pt x="14439" y="50027"/>
                  </a:lnTo>
                  <a:lnTo>
                    <a:pt x="43329" y="50027"/>
                  </a:lnTo>
                  <a:lnTo>
                    <a:pt x="57768" y="25013"/>
                  </a:lnTo>
                  <a:lnTo>
                    <a:pt x="43329" y="0"/>
                  </a:lnTo>
                  <a:close/>
                </a:path>
              </a:pathLst>
            </a:custGeom>
            <a:solidFill>
              <a:srgbClr val="869FB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794" name="Google Shape;8794;p37"/>
            <p:cNvSpPr/>
            <p:nvPr/>
          </p:nvSpPr>
          <p:spPr>
            <a:xfrm>
              <a:off x="2857827" y="2807112"/>
              <a:ext cx="953370" cy="825320"/>
            </a:xfrm>
            <a:custGeom>
              <a:rect b="b" l="l" r="r" t="t"/>
              <a:pathLst>
                <a:path extrusionOk="0" h="50027" w="57780">
                  <a:moveTo>
                    <a:pt x="14452" y="0"/>
                  </a:moveTo>
                  <a:lnTo>
                    <a:pt x="0" y="25013"/>
                  </a:lnTo>
                  <a:lnTo>
                    <a:pt x="14452" y="50027"/>
                  </a:lnTo>
                  <a:lnTo>
                    <a:pt x="43328" y="50027"/>
                  </a:lnTo>
                  <a:lnTo>
                    <a:pt x="57780" y="25013"/>
                  </a:lnTo>
                  <a:lnTo>
                    <a:pt x="43328" y="0"/>
                  </a:lnTo>
                  <a:close/>
                </a:path>
              </a:pathLst>
            </a:custGeom>
            <a:solidFill>
              <a:srgbClr val="869FB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795" name="Google Shape;8795;p37"/>
            <p:cNvSpPr/>
            <p:nvPr/>
          </p:nvSpPr>
          <p:spPr>
            <a:xfrm>
              <a:off x="4097386" y="2075425"/>
              <a:ext cx="953444" cy="825696"/>
            </a:xfrm>
            <a:custGeom>
              <a:rect b="b" l="l" r="r" t="t"/>
              <a:pathLst>
                <a:path extrusionOk="0" h="50027" w="57767">
                  <a:moveTo>
                    <a:pt x="14439" y="0"/>
                  </a:moveTo>
                  <a:lnTo>
                    <a:pt x="0" y="25013"/>
                  </a:lnTo>
                  <a:lnTo>
                    <a:pt x="14439" y="50027"/>
                  </a:lnTo>
                  <a:lnTo>
                    <a:pt x="43328" y="50027"/>
                  </a:lnTo>
                  <a:lnTo>
                    <a:pt x="57767" y="25013"/>
                  </a:lnTo>
                  <a:lnTo>
                    <a:pt x="43328" y="0"/>
                  </a:lnTo>
                  <a:close/>
                </a:path>
              </a:pathLst>
            </a:custGeom>
            <a:solidFill>
              <a:srgbClr val="869FB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796" name="Google Shape;8796;p37"/>
            <p:cNvSpPr/>
            <p:nvPr/>
          </p:nvSpPr>
          <p:spPr>
            <a:xfrm>
              <a:off x="1247650" y="2490334"/>
              <a:ext cx="6648477" cy="729445"/>
            </a:xfrm>
            <a:custGeom>
              <a:rect b="b" l="l" r="r" t="t"/>
              <a:pathLst>
                <a:path extrusionOk="0" fill="none" h="31310" w="285373">
                  <a:moveTo>
                    <a:pt x="285373" y="3317"/>
                  </a:moveTo>
                  <a:lnTo>
                    <a:pt x="269256" y="31309"/>
                  </a:lnTo>
                  <a:lnTo>
                    <a:pt x="233095" y="31309"/>
                  </a:lnTo>
                  <a:lnTo>
                    <a:pt x="215067" y="352"/>
                  </a:lnTo>
                  <a:lnTo>
                    <a:pt x="179426" y="352"/>
                  </a:lnTo>
                  <a:lnTo>
                    <a:pt x="161606" y="31218"/>
                  </a:lnTo>
                  <a:lnTo>
                    <a:pt x="125718" y="31309"/>
                  </a:lnTo>
                  <a:lnTo>
                    <a:pt x="107651" y="0"/>
                  </a:lnTo>
                  <a:lnTo>
                    <a:pt x="71490" y="0"/>
                  </a:lnTo>
                  <a:lnTo>
                    <a:pt x="53669" y="31075"/>
                  </a:lnTo>
                  <a:lnTo>
                    <a:pt x="18042" y="31075"/>
                  </a:lnTo>
                  <a:lnTo>
                    <a:pt x="0" y="118"/>
                  </a:lnTo>
                </a:path>
              </a:pathLst>
            </a:custGeom>
            <a:solidFill>
              <a:srgbClr val="191919"/>
            </a:solidFill>
            <a:ln cap="flat" cmpd="sng" w="19050">
              <a:solidFill>
                <a:srgbClr val="869FB2"/>
              </a:solidFill>
              <a:prstDash val="solid"/>
              <a:miter lim="13007"/>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8797" name="Google Shape;8797;p37"/>
          <p:cNvGrpSpPr/>
          <p:nvPr/>
        </p:nvGrpSpPr>
        <p:grpSpPr>
          <a:xfrm>
            <a:off x="5271678" y="961858"/>
            <a:ext cx="1415601" cy="1648534"/>
            <a:chOff x="1839112" y="2209163"/>
            <a:chExt cx="1918159" cy="2233785"/>
          </a:xfrm>
        </p:grpSpPr>
        <p:sp>
          <p:nvSpPr>
            <p:cNvPr id="8798" name="Google Shape;8798;p37"/>
            <p:cNvSpPr/>
            <p:nvPr/>
          </p:nvSpPr>
          <p:spPr>
            <a:xfrm>
              <a:off x="1839112" y="2209163"/>
              <a:ext cx="575100" cy="575100"/>
            </a:xfrm>
            <a:prstGeom prst="flowChartConnector">
              <a:avLst/>
            </a:prstGeom>
            <a:solidFill>
              <a:srgbClr val="869FB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799" name="Google Shape;8799;p37"/>
            <p:cNvSpPr/>
            <p:nvPr/>
          </p:nvSpPr>
          <p:spPr>
            <a:xfrm>
              <a:off x="3182171" y="2209163"/>
              <a:ext cx="575100" cy="575100"/>
            </a:xfrm>
            <a:prstGeom prst="flowChartConnector">
              <a:avLst/>
            </a:prstGeom>
            <a:solidFill>
              <a:srgbClr val="869FB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800" name="Google Shape;8800;p37"/>
            <p:cNvSpPr/>
            <p:nvPr/>
          </p:nvSpPr>
          <p:spPr>
            <a:xfrm>
              <a:off x="3182171" y="3040766"/>
              <a:ext cx="575100" cy="575100"/>
            </a:xfrm>
            <a:prstGeom prst="flowChartConnector">
              <a:avLst/>
            </a:prstGeom>
            <a:solidFill>
              <a:srgbClr val="869FB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cxnSp>
          <p:nvCxnSpPr>
            <p:cNvPr id="8801" name="Google Shape;8801;p37"/>
            <p:cNvCxnSpPr>
              <a:stCxn id="8798" idx="6"/>
              <a:endCxn id="8799" idx="2"/>
            </p:cNvCxnSpPr>
            <p:nvPr/>
          </p:nvCxnSpPr>
          <p:spPr>
            <a:xfrm>
              <a:off x="2414212" y="2496713"/>
              <a:ext cx="768000" cy="600"/>
            </a:xfrm>
            <a:prstGeom prst="bentConnector3">
              <a:avLst>
                <a:gd fmla="val -511291" name="adj1"/>
              </a:avLst>
            </a:prstGeom>
            <a:noFill/>
            <a:ln cap="flat" cmpd="sng" w="19050">
              <a:solidFill>
                <a:srgbClr val="374957"/>
              </a:solidFill>
              <a:prstDash val="solid"/>
              <a:round/>
              <a:headEnd len="sm" w="sm" type="none"/>
              <a:tailEnd len="sm" w="sm" type="none"/>
            </a:ln>
          </p:spPr>
        </p:cxnSp>
        <p:cxnSp>
          <p:nvCxnSpPr>
            <p:cNvPr id="8802" name="Google Shape;8802;p37"/>
            <p:cNvCxnSpPr>
              <a:stCxn id="8799" idx="4"/>
              <a:endCxn id="8803" idx="0"/>
            </p:cNvCxnSpPr>
            <p:nvPr/>
          </p:nvCxnSpPr>
          <p:spPr>
            <a:xfrm rot="5400000">
              <a:off x="2669921" y="2240963"/>
              <a:ext cx="256500" cy="1343100"/>
            </a:xfrm>
            <a:prstGeom prst="bentConnector3">
              <a:avLst>
                <a:gd fmla="val 806262" name="adj1"/>
              </a:avLst>
            </a:prstGeom>
            <a:noFill/>
            <a:ln cap="flat" cmpd="sng" w="19050">
              <a:solidFill>
                <a:srgbClr val="374957"/>
              </a:solidFill>
              <a:prstDash val="solid"/>
              <a:round/>
              <a:headEnd len="sm" w="sm" type="none"/>
              <a:tailEnd len="sm" w="sm" type="none"/>
            </a:ln>
          </p:spPr>
        </p:cxnSp>
        <p:cxnSp>
          <p:nvCxnSpPr>
            <p:cNvPr id="8804" name="Google Shape;8804;p37"/>
            <p:cNvCxnSpPr>
              <a:stCxn id="8803" idx="6"/>
              <a:endCxn id="8800" idx="2"/>
            </p:cNvCxnSpPr>
            <p:nvPr/>
          </p:nvCxnSpPr>
          <p:spPr>
            <a:xfrm>
              <a:off x="2414212" y="3328316"/>
              <a:ext cx="768000" cy="600"/>
            </a:xfrm>
            <a:prstGeom prst="bentConnector3">
              <a:avLst>
                <a:gd fmla="val -511291" name="adj1"/>
              </a:avLst>
            </a:prstGeom>
            <a:noFill/>
            <a:ln cap="flat" cmpd="sng" w="19050">
              <a:solidFill>
                <a:srgbClr val="374957"/>
              </a:solidFill>
              <a:prstDash val="solid"/>
              <a:round/>
              <a:headEnd len="sm" w="sm" type="none"/>
              <a:tailEnd len="sm" w="sm" type="none"/>
            </a:ln>
          </p:spPr>
        </p:cxnSp>
        <p:cxnSp>
          <p:nvCxnSpPr>
            <p:cNvPr id="8805" name="Google Shape;8805;p37"/>
            <p:cNvCxnSpPr>
              <a:stCxn id="8800" idx="4"/>
              <a:endCxn id="8806" idx="0"/>
            </p:cNvCxnSpPr>
            <p:nvPr/>
          </p:nvCxnSpPr>
          <p:spPr>
            <a:xfrm rot="5400000">
              <a:off x="2672171" y="3070316"/>
              <a:ext cx="252000" cy="1343100"/>
            </a:xfrm>
            <a:prstGeom prst="bentConnector3">
              <a:avLst>
                <a:gd fmla="val 936600" name="adj1"/>
              </a:avLst>
            </a:prstGeom>
            <a:noFill/>
            <a:ln cap="flat" cmpd="sng" w="19050">
              <a:solidFill>
                <a:srgbClr val="374957"/>
              </a:solidFill>
              <a:prstDash val="solid"/>
              <a:round/>
              <a:headEnd len="sm" w="sm" type="none"/>
              <a:tailEnd len="sm" w="sm" type="none"/>
            </a:ln>
          </p:spPr>
        </p:cxnSp>
        <p:sp>
          <p:nvSpPr>
            <p:cNvPr id="8803" name="Google Shape;8803;p37"/>
            <p:cNvSpPr/>
            <p:nvPr/>
          </p:nvSpPr>
          <p:spPr>
            <a:xfrm>
              <a:off x="1839112" y="3040766"/>
              <a:ext cx="575100" cy="575100"/>
            </a:xfrm>
            <a:prstGeom prst="flowChartConnector">
              <a:avLst/>
            </a:prstGeom>
            <a:solidFill>
              <a:srgbClr val="869FB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806" name="Google Shape;8806;p37"/>
            <p:cNvSpPr/>
            <p:nvPr/>
          </p:nvSpPr>
          <p:spPr>
            <a:xfrm>
              <a:off x="1839112" y="3867848"/>
              <a:ext cx="575100" cy="575100"/>
            </a:xfrm>
            <a:prstGeom prst="flowChartConnector">
              <a:avLst/>
            </a:prstGeom>
            <a:solidFill>
              <a:srgbClr val="869FB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807" name="Google Shape;8807;p37"/>
            <p:cNvSpPr/>
            <p:nvPr/>
          </p:nvSpPr>
          <p:spPr>
            <a:xfrm>
              <a:off x="3182171" y="3867848"/>
              <a:ext cx="575100" cy="575100"/>
            </a:xfrm>
            <a:prstGeom prst="flowChartConnector">
              <a:avLst/>
            </a:prstGeom>
            <a:solidFill>
              <a:srgbClr val="869FB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cxnSp>
          <p:nvCxnSpPr>
            <p:cNvPr id="8808" name="Google Shape;8808;p37"/>
            <p:cNvCxnSpPr>
              <a:endCxn id="8807" idx="2"/>
            </p:cNvCxnSpPr>
            <p:nvPr/>
          </p:nvCxnSpPr>
          <p:spPr>
            <a:xfrm>
              <a:off x="2413871" y="4154498"/>
              <a:ext cx="768300" cy="900"/>
            </a:xfrm>
            <a:prstGeom prst="bentConnector3">
              <a:avLst>
                <a:gd fmla="val -511076" name="adj1"/>
              </a:avLst>
            </a:prstGeom>
            <a:noFill/>
            <a:ln cap="flat" cmpd="sng" w="19050">
              <a:solidFill>
                <a:srgbClr val="374957"/>
              </a:solidFill>
              <a:prstDash val="solid"/>
              <a:round/>
              <a:headEnd len="sm" w="sm" type="none"/>
              <a:tailEnd len="sm" w="sm" type="none"/>
            </a:ln>
          </p:spPr>
        </p:cxnSp>
      </p:grpSp>
      <p:grpSp>
        <p:nvGrpSpPr>
          <p:cNvPr id="8809" name="Google Shape;8809;p37"/>
          <p:cNvGrpSpPr/>
          <p:nvPr/>
        </p:nvGrpSpPr>
        <p:grpSpPr>
          <a:xfrm>
            <a:off x="3428944" y="979942"/>
            <a:ext cx="1637968" cy="154942"/>
            <a:chOff x="238125" y="2506075"/>
            <a:chExt cx="7115411" cy="673075"/>
          </a:xfrm>
        </p:grpSpPr>
        <p:sp>
          <p:nvSpPr>
            <p:cNvPr id="8810" name="Google Shape;8810;p37"/>
            <p:cNvSpPr/>
            <p:nvPr/>
          </p:nvSpPr>
          <p:spPr>
            <a:xfrm>
              <a:off x="238125" y="2506075"/>
              <a:ext cx="1643150" cy="673075"/>
            </a:xfrm>
            <a:custGeom>
              <a:rect b="b" l="l" r="r" t="t"/>
              <a:pathLst>
                <a:path extrusionOk="0" h="26923" w="65726">
                  <a:moveTo>
                    <a:pt x="0" y="0"/>
                  </a:moveTo>
                  <a:lnTo>
                    <a:pt x="10782" y="13477"/>
                  </a:lnTo>
                  <a:lnTo>
                    <a:pt x="0" y="26923"/>
                  </a:lnTo>
                  <a:lnTo>
                    <a:pt x="54943" y="26923"/>
                  </a:lnTo>
                  <a:lnTo>
                    <a:pt x="65725" y="13477"/>
                  </a:lnTo>
                  <a:lnTo>
                    <a:pt x="54943" y="0"/>
                  </a:lnTo>
                  <a:close/>
                </a:path>
              </a:pathLst>
            </a:custGeom>
            <a:solidFill>
              <a:srgbClr val="A5B7C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811" name="Google Shape;8811;p37"/>
            <p:cNvSpPr/>
            <p:nvPr/>
          </p:nvSpPr>
          <p:spPr>
            <a:xfrm>
              <a:off x="1606190" y="2506075"/>
              <a:ext cx="1643925" cy="673075"/>
            </a:xfrm>
            <a:custGeom>
              <a:rect b="b" l="l" r="r" t="t"/>
              <a:pathLst>
                <a:path extrusionOk="0" h="26923" w="65757">
                  <a:moveTo>
                    <a:pt x="0" y="0"/>
                  </a:moveTo>
                  <a:lnTo>
                    <a:pt x="10782" y="13477"/>
                  </a:lnTo>
                  <a:lnTo>
                    <a:pt x="0" y="26923"/>
                  </a:lnTo>
                  <a:lnTo>
                    <a:pt x="54975" y="26923"/>
                  </a:lnTo>
                  <a:lnTo>
                    <a:pt x="65757" y="13477"/>
                  </a:lnTo>
                  <a:lnTo>
                    <a:pt x="54975" y="0"/>
                  </a:lnTo>
                  <a:close/>
                </a:path>
              </a:pathLst>
            </a:custGeom>
            <a:solidFill>
              <a:srgbClr val="445D7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812" name="Google Shape;8812;p37"/>
            <p:cNvSpPr/>
            <p:nvPr/>
          </p:nvSpPr>
          <p:spPr>
            <a:xfrm>
              <a:off x="2973481" y="2506075"/>
              <a:ext cx="1643925" cy="673075"/>
            </a:xfrm>
            <a:custGeom>
              <a:rect b="b" l="l" r="r" t="t"/>
              <a:pathLst>
                <a:path extrusionOk="0" h="26923" w="65757">
                  <a:moveTo>
                    <a:pt x="0" y="0"/>
                  </a:moveTo>
                  <a:lnTo>
                    <a:pt x="10782" y="13477"/>
                  </a:lnTo>
                  <a:lnTo>
                    <a:pt x="0" y="26923"/>
                  </a:lnTo>
                  <a:lnTo>
                    <a:pt x="54975" y="26923"/>
                  </a:lnTo>
                  <a:lnTo>
                    <a:pt x="65757" y="13477"/>
                  </a:lnTo>
                  <a:lnTo>
                    <a:pt x="54975" y="0"/>
                  </a:lnTo>
                  <a:close/>
                </a:path>
              </a:pathLst>
            </a:custGeom>
            <a:solidFill>
              <a:srgbClr val="667E9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813" name="Google Shape;8813;p37"/>
            <p:cNvSpPr/>
            <p:nvPr/>
          </p:nvSpPr>
          <p:spPr>
            <a:xfrm>
              <a:off x="5709611" y="2506075"/>
              <a:ext cx="1643925" cy="673075"/>
            </a:xfrm>
            <a:custGeom>
              <a:rect b="b" l="l" r="r" t="t"/>
              <a:pathLst>
                <a:path extrusionOk="0" h="26923" w="65757">
                  <a:moveTo>
                    <a:pt x="0" y="0"/>
                  </a:moveTo>
                  <a:lnTo>
                    <a:pt x="10782" y="13477"/>
                  </a:lnTo>
                  <a:lnTo>
                    <a:pt x="0" y="26923"/>
                  </a:lnTo>
                  <a:lnTo>
                    <a:pt x="54975" y="26923"/>
                  </a:lnTo>
                  <a:lnTo>
                    <a:pt x="65757" y="13477"/>
                  </a:lnTo>
                  <a:lnTo>
                    <a:pt x="54975" y="0"/>
                  </a:ln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814" name="Google Shape;8814;p37"/>
            <p:cNvSpPr/>
            <p:nvPr/>
          </p:nvSpPr>
          <p:spPr>
            <a:xfrm>
              <a:off x="4342321" y="2506075"/>
              <a:ext cx="1643150" cy="673075"/>
            </a:xfrm>
            <a:custGeom>
              <a:rect b="b" l="l" r="r" t="t"/>
              <a:pathLst>
                <a:path extrusionOk="0" h="26923" w="65726">
                  <a:moveTo>
                    <a:pt x="1" y="0"/>
                  </a:moveTo>
                  <a:lnTo>
                    <a:pt x="10751" y="13477"/>
                  </a:lnTo>
                  <a:lnTo>
                    <a:pt x="1" y="26923"/>
                  </a:lnTo>
                  <a:lnTo>
                    <a:pt x="54944" y="26923"/>
                  </a:lnTo>
                  <a:lnTo>
                    <a:pt x="65726" y="13477"/>
                  </a:lnTo>
                  <a:lnTo>
                    <a:pt x="54944" y="0"/>
                  </a:lnTo>
                  <a:close/>
                </a:path>
              </a:pathLst>
            </a:custGeom>
            <a:solidFill>
              <a:srgbClr val="A5B7C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8815" name="Google Shape;8815;p37"/>
          <p:cNvGrpSpPr/>
          <p:nvPr/>
        </p:nvGrpSpPr>
        <p:grpSpPr>
          <a:xfrm>
            <a:off x="1969680" y="1294660"/>
            <a:ext cx="1262932" cy="785408"/>
            <a:chOff x="548861" y="389676"/>
            <a:chExt cx="3843371" cy="2390164"/>
          </a:xfrm>
        </p:grpSpPr>
        <p:cxnSp>
          <p:nvCxnSpPr>
            <p:cNvPr id="8816" name="Google Shape;8816;p37"/>
            <p:cNvCxnSpPr/>
            <p:nvPr/>
          </p:nvCxnSpPr>
          <p:spPr>
            <a:xfrm flipH="1" rot="10800000">
              <a:off x="3486925" y="1918250"/>
              <a:ext cx="742200" cy="690300"/>
            </a:xfrm>
            <a:prstGeom prst="bentConnector3">
              <a:avLst>
                <a:gd fmla="val 378412" name="adj1"/>
              </a:avLst>
            </a:prstGeom>
            <a:noFill/>
            <a:ln cap="flat" cmpd="sng" w="9525">
              <a:solidFill>
                <a:srgbClr val="869FB2"/>
              </a:solidFill>
              <a:prstDash val="solid"/>
              <a:round/>
              <a:headEnd len="sm" w="sm" type="none"/>
              <a:tailEnd len="sm" w="sm" type="none"/>
            </a:ln>
          </p:spPr>
        </p:cxnSp>
        <p:cxnSp>
          <p:nvCxnSpPr>
            <p:cNvPr id="8817" name="Google Shape;8817;p37"/>
            <p:cNvCxnSpPr/>
            <p:nvPr/>
          </p:nvCxnSpPr>
          <p:spPr>
            <a:xfrm flipH="1" rot="-5400000">
              <a:off x="3486925" y="577350"/>
              <a:ext cx="650100" cy="650100"/>
            </a:xfrm>
            <a:prstGeom prst="bentConnector3">
              <a:avLst>
                <a:gd fmla="val -212491" name="adj1"/>
              </a:avLst>
            </a:prstGeom>
            <a:noFill/>
            <a:ln cap="flat" cmpd="sng" w="9525">
              <a:solidFill>
                <a:srgbClr val="869FB2"/>
              </a:solidFill>
              <a:prstDash val="solid"/>
              <a:round/>
              <a:headEnd len="sm" w="sm" type="none"/>
              <a:tailEnd len="sm" w="sm" type="none"/>
            </a:ln>
          </p:spPr>
        </p:cxnSp>
        <p:cxnSp>
          <p:nvCxnSpPr>
            <p:cNvPr id="8818" name="Google Shape;8818;p37"/>
            <p:cNvCxnSpPr/>
            <p:nvPr/>
          </p:nvCxnSpPr>
          <p:spPr>
            <a:xfrm>
              <a:off x="2725450" y="576000"/>
              <a:ext cx="1410600" cy="1800"/>
            </a:xfrm>
            <a:prstGeom prst="bentConnector3">
              <a:avLst>
                <a:gd fmla="val 160907" name="adj1"/>
              </a:avLst>
            </a:prstGeom>
            <a:noFill/>
            <a:ln cap="flat" cmpd="sng" w="9525">
              <a:solidFill>
                <a:srgbClr val="869FB2"/>
              </a:solidFill>
              <a:prstDash val="solid"/>
              <a:round/>
              <a:headEnd len="sm" w="sm" type="none"/>
              <a:tailEnd len="sm" w="sm" type="none"/>
            </a:ln>
          </p:spPr>
        </p:cxnSp>
        <p:cxnSp>
          <p:nvCxnSpPr>
            <p:cNvPr id="8819" name="Google Shape;8819;p37"/>
            <p:cNvCxnSpPr/>
            <p:nvPr/>
          </p:nvCxnSpPr>
          <p:spPr>
            <a:xfrm flipH="1" rot="10800000">
              <a:off x="756500" y="577975"/>
              <a:ext cx="1705500" cy="1049100"/>
            </a:xfrm>
            <a:prstGeom prst="bentConnector3">
              <a:avLst>
                <a:gd fmla="val -76488" name="adj1"/>
              </a:avLst>
            </a:prstGeom>
            <a:noFill/>
            <a:ln cap="flat" cmpd="sng" w="9525">
              <a:solidFill>
                <a:srgbClr val="BAC8D3"/>
              </a:solidFill>
              <a:prstDash val="solid"/>
              <a:round/>
              <a:headEnd len="sm" w="sm" type="none"/>
              <a:tailEnd len="sm" w="sm" type="none"/>
            </a:ln>
          </p:spPr>
        </p:cxnSp>
        <p:cxnSp>
          <p:nvCxnSpPr>
            <p:cNvPr id="8820" name="Google Shape;8820;p37"/>
            <p:cNvCxnSpPr/>
            <p:nvPr/>
          </p:nvCxnSpPr>
          <p:spPr>
            <a:xfrm>
              <a:off x="760067" y="1625791"/>
              <a:ext cx="1689000" cy="974100"/>
            </a:xfrm>
            <a:prstGeom prst="bentConnector3">
              <a:avLst>
                <a:gd fmla="val -78290" name="adj1"/>
              </a:avLst>
            </a:prstGeom>
            <a:noFill/>
            <a:ln cap="flat" cmpd="sng" w="9525">
              <a:solidFill>
                <a:srgbClr val="BAC8D3"/>
              </a:solidFill>
              <a:prstDash val="solid"/>
              <a:round/>
              <a:headEnd len="sm" w="sm" type="none"/>
              <a:tailEnd len="sm" w="sm" type="none"/>
            </a:ln>
          </p:spPr>
        </p:cxnSp>
        <p:sp>
          <p:nvSpPr>
            <p:cNvPr id="8821" name="Google Shape;8821;p37"/>
            <p:cNvSpPr/>
            <p:nvPr/>
          </p:nvSpPr>
          <p:spPr>
            <a:xfrm>
              <a:off x="548861" y="1338125"/>
              <a:ext cx="502050" cy="502875"/>
            </a:xfrm>
            <a:custGeom>
              <a:rect b="b" l="l" r="r" t="t"/>
              <a:pathLst>
                <a:path extrusionOk="0" h="20115" w="20082">
                  <a:moveTo>
                    <a:pt x="10041" y="1"/>
                  </a:moveTo>
                  <a:cubicBezTo>
                    <a:pt x="4503" y="1"/>
                    <a:pt x="0" y="4504"/>
                    <a:pt x="0" y="10041"/>
                  </a:cubicBezTo>
                  <a:cubicBezTo>
                    <a:pt x="0" y="15612"/>
                    <a:pt x="4503" y="20115"/>
                    <a:pt x="10041" y="20115"/>
                  </a:cubicBezTo>
                  <a:cubicBezTo>
                    <a:pt x="15578" y="20115"/>
                    <a:pt x="20081" y="15612"/>
                    <a:pt x="20081" y="10041"/>
                  </a:cubicBezTo>
                  <a:cubicBezTo>
                    <a:pt x="20081" y="4504"/>
                    <a:pt x="15578" y="1"/>
                    <a:pt x="10041" y="1"/>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cxnSp>
          <p:nvCxnSpPr>
            <p:cNvPr id="8822" name="Google Shape;8822;p37"/>
            <p:cNvCxnSpPr/>
            <p:nvPr/>
          </p:nvCxnSpPr>
          <p:spPr>
            <a:xfrm>
              <a:off x="2725450" y="2609025"/>
              <a:ext cx="1416000" cy="1800"/>
            </a:xfrm>
            <a:prstGeom prst="bentConnector3">
              <a:avLst>
                <a:gd fmla="val 160874" name="adj1"/>
              </a:avLst>
            </a:prstGeom>
            <a:noFill/>
            <a:ln cap="flat" cmpd="sng" w="9525">
              <a:solidFill>
                <a:srgbClr val="869FB2"/>
              </a:solidFill>
              <a:prstDash val="solid"/>
              <a:round/>
              <a:headEnd len="sm" w="sm" type="none"/>
              <a:tailEnd len="sm" w="sm" type="none"/>
            </a:ln>
          </p:spPr>
        </p:cxnSp>
        <p:sp>
          <p:nvSpPr>
            <p:cNvPr id="8823" name="Google Shape;8823;p37"/>
            <p:cNvSpPr/>
            <p:nvPr/>
          </p:nvSpPr>
          <p:spPr>
            <a:xfrm>
              <a:off x="4095707" y="1083398"/>
              <a:ext cx="289400" cy="268650"/>
            </a:xfrm>
            <a:custGeom>
              <a:rect b="b" l="l" r="r" t="t"/>
              <a:pathLst>
                <a:path extrusionOk="0" h="10746" w="11576">
                  <a:moveTo>
                    <a:pt x="5775" y="1"/>
                  </a:moveTo>
                  <a:cubicBezTo>
                    <a:pt x="3179" y="1"/>
                    <a:pt x="889" y="1860"/>
                    <a:pt x="468" y="4506"/>
                  </a:cubicBezTo>
                  <a:cubicBezTo>
                    <a:pt x="1" y="7441"/>
                    <a:pt x="2002" y="10210"/>
                    <a:pt x="4904" y="10677"/>
                  </a:cubicBezTo>
                  <a:cubicBezTo>
                    <a:pt x="5194" y="10723"/>
                    <a:pt x="5483" y="10745"/>
                    <a:pt x="5768" y="10745"/>
                  </a:cubicBezTo>
                  <a:cubicBezTo>
                    <a:pt x="8364" y="10745"/>
                    <a:pt x="10655" y="8886"/>
                    <a:pt x="11075" y="6240"/>
                  </a:cubicBezTo>
                  <a:cubicBezTo>
                    <a:pt x="11576" y="3305"/>
                    <a:pt x="9574" y="536"/>
                    <a:pt x="6639" y="69"/>
                  </a:cubicBezTo>
                  <a:cubicBezTo>
                    <a:pt x="6349" y="23"/>
                    <a:pt x="6060" y="1"/>
                    <a:pt x="5775" y="1"/>
                  </a:cubicBezTo>
                  <a:close/>
                </a:path>
              </a:pathLst>
            </a:custGeom>
            <a:solidFill>
              <a:srgbClr val="5F7D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824" name="Google Shape;8824;p37"/>
            <p:cNvSpPr/>
            <p:nvPr/>
          </p:nvSpPr>
          <p:spPr>
            <a:xfrm>
              <a:off x="2421967" y="389676"/>
              <a:ext cx="383625" cy="371825"/>
            </a:xfrm>
            <a:custGeom>
              <a:rect b="b" l="l" r="r" t="t"/>
              <a:pathLst>
                <a:path extrusionOk="0" h="14873" w="15345">
                  <a:moveTo>
                    <a:pt x="7692" y="1"/>
                  </a:moveTo>
                  <a:cubicBezTo>
                    <a:pt x="7531" y="1"/>
                    <a:pt x="7369" y="6"/>
                    <a:pt x="7206" y="16"/>
                  </a:cubicBezTo>
                  <a:cubicBezTo>
                    <a:pt x="3136" y="283"/>
                    <a:pt x="0" y="3786"/>
                    <a:pt x="267" y="7889"/>
                  </a:cubicBezTo>
                  <a:cubicBezTo>
                    <a:pt x="493" y="11846"/>
                    <a:pt x="3790" y="14873"/>
                    <a:pt x="7706" y="14873"/>
                  </a:cubicBezTo>
                  <a:cubicBezTo>
                    <a:pt x="7850" y="14873"/>
                    <a:pt x="7994" y="14869"/>
                    <a:pt x="8140" y="14860"/>
                  </a:cubicBezTo>
                  <a:cubicBezTo>
                    <a:pt x="12243" y="14594"/>
                    <a:pt x="15345" y="11058"/>
                    <a:pt x="15111" y="6988"/>
                  </a:cubicBezTo>
                  <a:cubicBezTo>
                    <a:pt x="14855" y="3048"/>
                    <a:pt x="11585" y="1"/>
                    <a:pt x="7692" y="1"/>
                  </a:cubicBezTo>
                  <a:close/>
                </a:path>
              </a:pathLst>
            </a:custGeom>
            <a:solidFill>
              <a:srgbClr val="869FB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825" name="Google Shape;8825;p37"/>
            <p:cNvSpPr/>
            <p:nvPr/>
          </p:nvSpPr>
          <p:spPr>
            <a:xfrm>
              <a:off x="4095707" y="426309"/>
              <a:ext cx="289400" cy="268850"/>
            </a:xfrm>
            <a:custGeom>
              <a:rect b="b" l="l" r="r" t="t"/>
              <a:pathLst>
                <a:path extrusionOk="0" h="10754" w="11576">
                  <a:moveTo>
                    <a:pt x="5736" y="0"/>
                  </a:moveTo>
                  <a:cubicBezTo>
                    <a:pt x="3156" y="0"/>
                    <a:pt x="887" y="1881"/>
                    <a:pt x="468" y="4513"/>
                  </a:cubicBezTo>
                  <a:cubicBezTo>
                    <a:pt x="1" y="7449"/>
                    <a:pt x="2002" y="10218"/>
                    <a:pt x="4904" y="10685"/>
                  </a:cubicBezTo>
                  <a:cubicBezTo>
                    <a:pt x="5194" y="10731"/>
                    <a:pt x="5483" y="10753"/>
                    <a:pt x="5768" y="10753"/>
                  </a:cubicBezTo>
                  <a:cubicBezTo>
                    <a:pt x="8364" y="10753"/>
                    <a:pt x="10655" y="8893"/>
                    <a:pt x="11075" y="6248"/>
                  </a:cubicBezTo>
                  <a:cubicBezTo>
                    <a:pt x="11576" y="3313"/>
                    <a:pt x="9574" y="544"/>
                    <a:pt x="6639" y="77"/>
                  </a:cubicBezTo>
                  <a:cubicBezTo>
                    <a:pt x="6335" y="25"/>
                    <a:pt x="6034" y="0"/>
                    <a:pt x="5736" y="0"/>
                  </a:cubicBezTo>
                  <a:close/>
                </a:path>
              </a:pathLst>
            </a:custGeom>
            <a:solidFill>
              <a:srgbClr val="5F7D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826" name="Google Shape;8826;p37"/>
            <p:cNvSpPr/>
            <p:nvPr/>
          </p:nvSpPr>
          <p:spPr>
            <a:xfrm>
              <a:off x="4102832" y="2474633"/>
              <a:ext cx="289400" cy="269425"/>
            </a:xfrm>
            <a:custGeom>
              <a:rect b="b" l="l" r="r" t="t"/>
              <a:pathLst>
                <a:path extrusionOk="0" h="10777" w="11576">
                  <a:moveTo>
                    <a:pt x="5787" y="0"/>
                  </a:moveTo>
                  <a:cubicBezTo>
                    <a:pt x="3185" y="0"/>
                    <a:pt x="889" y="1889"/>
                    <a:pt x="468" y="4538"/>
                  </a:cubicBezTo>
                  <a:cubicBezTo>
                    <a:pt x="1" y="7473"/>
                    <a:pt x="2002" y="10208"/>
                    <a:pt x="4938" y="10709"/>
                  </a:cubicBezTo>
                  <a:cubicBezTo>
                    <a:pt x="5221" y="10754"/>
                    <a:pt x="5503" y="10776"/>
                    <a:pt x="5781" y="10776"/>
                  </a:cubicBezTo>
                  <a:cubicBezTo>
                    <a:pt x="8358" y="10776"/>
                    <a:pt x="10654" y="8888"/>
                    <a:pt x="11075" y="6239"/>
                  </a:cubicBezTo>
                  <a:cubicBezTo>
                    <a:pt x="11576" y="3303"/>
                    <a:pt x="9574" y="535"/>
                    <a:pt x="6639" y="68"/>
                  </a:cubicBezTo>
                  <a:cubicBezTo>
                    <a:pt x="6352" y="22"/>
                    <a:pt x="6068" y="0"/>
                    <a:pt x="5787" y="0"/>
                  </a:cubicBezTo>
                  <a:close/>
                </a:path>
              </a:pathLst>
            </a:custGeom>
            <a:solidFill>
              <a:srgbClr val="5F7D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827" name="Google Shape;8827;p37"/>
            <p:cNvSpPr/>
            <p:nvPr/>
          </p:nvSpPr>
          <p:spPr>
            <a:xfrm>
              <a:off x="4095707" y="1772738"/>
              <a:ext cx="289400" cy="268825"/>
            </a:xfrm>
            <a:custGeom>
              <a:rect b="b" l="l" r="r" t="t"/>
              <a:pathLst>
                <a:path extrusionOk="0" h="10753" w="11576">
                  <a:moveTo>
                    <a:pt x="5786" y="1"/>
                  </a:moveTo>
                  <a:cubicBezTo>
                    <a:pt x="3185" y="1"/>
                    <a:pt x="889" y="1886"/>
                    <a:pt x="468" y="4505"/>
                  </a:cubicBezTo>
                  <a:cubicBezTo>
                    <a:pt x="1" y="7440"/>
                    <a:pt x="2002" y="10209"/>
                    <a:pt x="4904" y="10676"/>
                  </a:cubicBezTo>
                  <a:cubicBezTo>
                    <a:pt x="5208" y="10728"/>
                    <a:pt x="5509" y="10753"/>
                    <a:pt x="5807" y="10753"/>
                  </a:cubicBezTo>
                  <a:cubicBezTo>
                    <a:pt x="8387" y="10753"/>
                    <a:pt x="10657" y="8872"/>
                    <a:pt x="11075" y="6240"/>
                  </a:cubicBezTo>
                  <a:cubicBezTo>
                    <a:pt x="11576" y="3304"/>
                    <a:pt x="9574" y="535"/>
                    <a:pt x="6639" y="68"/>
                  </a:cubicBezTo>
                  <a:cubicBezTo>
                    <a:pt x="6352" y="23"/>
                    <a:pt x="6067" y="1"/>
                    <a:pt x="5786" y="1"/>
                  </a:cubicBezTo>
                  <a:close/>
                </a:path>
              </a:pathLst>
            </a:custGeom>
            <a:solidFill>
              <a:srgbClr val="5F7D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828" name="Google Shape;8828;p37"/>
            <p:cNvSpPr/>
            <p:nvPr/>
          </p:nvSpPr>
          <p:spPr>
            <a:xfrm>
              <a:off x="2422792" y="2408015"/>
              <a:ext cx="383650" cy="371825"/>
            </a:xfrm>
            <a:custGeom>
              <a:rect b="b" l="l" r="r" t="t"/>
              <a:pathLst>
                <a:path extrusionOk="0" h="14873" w="15346">
                  <a:moveTo>
                    <a:pt x="7697" y="0"/>
                  </a:moveTo>
                  <a:cubicBezTo>
                    <a:pt x="7535" y="0"/>
                    <a:pt x="7371" y="5"/>
                    <a:pt x="7206" y="16"/>
                  </a:cubicBezTo>
                  <a:cubicBezTo>
                    <a:pt x="3103" y="250"/>
                    <a:pt x="1" y="3785"/>
                    <a:pt x="268" y="7888"/>
                  </a:cubicBezTo>
                  <a:cubicBezTo>
                    <a:pt x="493" y="11846"/>
                    <a:pt x="3790" y="14872"/>
                    <a:pt x="7706" y="14872"/>
                  </a:cubicBezTo>
                  <a:cubicBezTo>
                    <a:pt x="7850" y="14872"/>
                    <a:pt x="7994" y="14868"/>
                    <a:pt x="8140" y="14860"/>
                  </a:cubicBezTo>
                  <a:cubicBezTo>
                    <a:pt x="12243" y="14593"/>
                    <a:pt x="15345" y="11057"/>
                    <a:pt x="15112" y="6954"/>
                  </a:cubicBezTo>
                  <a:cubicBezTo>
                    <a:pt x="14855" y="3016"/>
                    <a:pt x="11588" y="0"/>
                    <a:pt x="7697" y="0"/>
                  </a:cubicBezTo>
                  <a:close/>
                </a:path>
              </a:pathLst>
            </a:custGeom>
            <a:solidFill>
              <a:srgbClr val="869FB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8829" name="Google Shape;8829;p37"/>
          <p:cNvGrpSpPr/>
          <p:nvPr/>
        </p:nvGrpSpPr>
        <p:grpSpPr>
          <a:xfrm>
            <a:off x="757812" y="2401537"/>
            <a:ext cx="1412054" cy="633562"/>
            <a:chOff x="1187400" y="2529299"/>
            <a:chExt cx="6769193" cy="2241902"/>
          </a:xfrm>
        </p:grpSpPr>
        <p:sp>
          <p:nvSpPr>
            <p:cNvPr id="8830" name="Google Shape;8830;p37"/>
            <p:cNvSpPr/>
            <p:nvPr/>
          </p:nvSpPr>
          <p:spPr>
            <a:xfrm>
              <a:off x="3802943" y="2529299"/>
              <a:ext cx="1538100" cy="442500"/>
            </a:xfrm>
            <a:prstGeom prst="roundRect">
              <a:avLst>
                <a:gd fmla="val 50000" name="adj"/>
              </a:avLst>
            </a:prstGeom>
            <a:solidFill>
              <a:srgbClr val="667E9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Arial"/>
                <a:ea typeface="Arial"/>
                <a:cs typeface="Arial"/>
                <a:sym typeface="Arial"/>
              </a:endParaRPr>
            </a:p>
          </p:txBody>
        </p:sp>
        <p:sp>
          <p:nvSpPr>
            <p:cNvPr id="8831" name="Google Shape;8831;p37"/>
            <p:cNvSpPr/>
            <p:nvPr/>
          </p:nvSpPr>
          <p:spPr>
            <a:xfrm>
              <a:off x="5573240" y="3429000"/>
              <a:ext cx="1538100" cy="442500"/>
            </a:xfrm>
            <a:prstGeom prst="roundRect">
              <a:avLst>
                <a:gd fmla="val 50000" name="adj"/>
              </a:avLst>
            </a:prstGeom>
            <a:solidFill>
              <a:srgbClr val="869FB1"/>
            </a:solidFill>
            <a:ln>
              <a:noFill/>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Arial"/>
                <a:ea typeface="Arial"/>
                <a:cs typeface="Arial"/>
                <a:sym typeface="Arial"/>
              </a:endParaRPr>
            </a:p>
          </p:txBody>
        </p:sp>
        <p:sp>
          <p:nvSpPr>
            <p:cNvPr id="8832" name="Google Shape;8832;p37"/>
            <p:cNvSpPr/>
            <p:nvPr/>
          </p:nvSpPr>
          <p:spPr>
            <a:xfrm>
              <a:off x="2032647" y="3429000"/>
              <a:ext cx="1538100" cy="442500"/>
            </a:xfrm>
            <a:prstGeom prst="roundRect">
              <a:avLst>
                <a:gd fmla="val 50000" name="adj"/>
              </a:avLst>
            </a:prstGeom>
            <a:solidFill>
              <a:srgbClr val="869FB1"/>
            </a:solidFill>
            <a:ln>
              <a:noFill/>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Arial"/>
                <a:ea typeface="Arial"/>
                <a:cs typeface="Arial"/>
                <a:sym typeface="Arial"/>
              </a:endParaRPr>
            </a:p>
          </p:txBody>
        </p:sp>
        <p:sp>
          <p:nvSpPr>
            <p:cNvPr id="8833" name="Google Shape;8833;p37"/>
            <p:cNvSpPr/>
            <p:nvPr/>
          </p:nvSpPr>
          <p:spPr>
            <a:xfrm>
              <a:off x="1187400" y="4328701"/>
              <a:ext cx="1538100" cy="442500"/>
            </a:xfrm>
            <a:prstGeom prst="roundRect">
              <a:avLst>
                <a:gd fmla="val 50000" name="adj"/>
              </a:avLst>
            </a:prstGeom>
            <a:solidFill>
              <a:srgbClr val="CFD9E0"/>
            </a:solidFill>
            <a:ln>
              <a:noFill/>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Arial"/>
                <a:ea typeface="Arial"/>
                <a:cs typeface="Arial"/>
                <a:sym typeface="Arial"/>
              </a:endParaRPr>
            </a:p>
          </p:txBody>
        </p:sp>
        <p:sp>
          <p:nvSpPr>
            <p:cNvPr id="8834" name="Google Shape;8834;p37"/>
            <p:cNvSpPr/>
            <p:nvPr/>
          </p:nvSpPr>
          <p:spPr>
            <a:xfrm>
              <a:off x="2877893" y="4328701"/>
              <a:ext cx="1538100" cy="442500"/>
            </a:xfrm>
            <a:prstGeom prst="roundRect">
              <a:avLst>
                <a:gd fmla="val 50000" name="adj"/>
              </a:avLst>
            </a:prstGeom>
            <a:solidFill>
              <a:srgbClr val="CFD9E0"/>
            </a:solidFill>
            <a:ln>
              <a:noFill/>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Arial"/>
                <a:ea typeface="Arial"/>
                <a:cs typeface="Arial"/>
                <a:sym typeface="Arial"/>
              </a:endParaRPr>
            </a:p>
          </p:txBody>
        </p:sp>
        <p:sp>
          <p:nvSpPr>
            <p:cNvPr id="8835" name="Google Shape;8835;p37"/>
            <p:cNvSpPr/>
            <p:nvPr/>
          </p:nvSpPr>
          <p:spPr>
            <a:xfrm>
              <a:off x="4728000" y="4328701"/>
              <a:ext cx="1538100" cy="442500"/>
            </a:xfrm>
            <a:prstGeom prst="roundRect">
              <a:avLst>
                <a:gd fmla="val 50000" name="adj"/>
              </a:avLst>
            </a:prstGeom>
            <a:solidFill>
              <a:srgbClr val="CFD9E0"/>
            </a:solidFill>
            <a:ln>
              <a:noFill/>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Arial"/>
                <a:ea typeface="Arial"/>
                <a:cs typeface="Arial"/>
                <a:sym typeface="Arial"/>
              </a:endParaRPr>
            </a:p>
          </p:txBody>
        </p:sp>
        <p:sp>
          <p:nvSpPr>
            <p:cNvPr id="8836" name="Google Shape;8836;p37"/>
            <p:cNvSpPr/>
            <p:nvPr/>
          </p:nvSpPr>
          <p:spPr>
            <a:xfrm>
              <a:off x="6418493" y="4328701"/>
              <a:ext cx="1538100" cy="442500"/>
            </a:xfrm>
            <a:prstGeom prst="roundRect">
              <a:avLst>
                <a:gd fmla="val 50000" name="adj"/>
              </a:avLst>
            </a:prstGeom>
            <a:solidFill>
              <a:srgbClr val="CFD9E0"/>
            </a:solidFill>
            <a:ln>
              <a:noFill/>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Arial"/>
                <a:ea typeface="Arial"/>
                <a:cs typeface="Arial"/>
                <a:sym typeface="Arial"/>
              </a:endParaRPr>
            </a:p>
          </p:txBody>
        </p:sp>
        <p:cxnSp>
          <p:nvCxnSpPr>
            <p:cNvPr id="8837" name="Google Shape;8837;p37"/>
            <p:cNvCxnSpPr>
              <a:stCxn id="8830" idx="2"/>
              <a:endCxn id="8831" idx="0"/>
            </p:cNvCxnSpPr>
            <p:nvPr/>
          </p:nvCxnSpPr>
          <p:spPr>
            <a:xfrm flipH="1" rot="-5400000">
              <a:off x="5228543" y="2315249"/>
              <a:ext cx="457200" cy="1770300"/>
            </a:xfrm>
            <a:prstGeom prst="bentConnector3">
              <a:avLst>
                <a:gd fmla="val 521390" name="adj1"/>
              </a:avLst>
            </a:prstGeom>
            <a:noFill/>
            <a:ln cap="flat" cmpd="sng" w="9525">
              <a:solidFill>
                <a:srgbClr val="C2C2C2"/>
              </a:solidFill>
              <a:prstDash val="solid"/>
              <a:round/>
              <a:headEnd len="sm" w="sm" type="none"/>
              <a:tailEnd len="sm" w="sm" type="none"/>
            </a:ln>
          </p:spPr>
        </p:cxnSp>
        <p:cxnSp>
          <p:nvCxnSpPr>
            <p:cNvPr id="8838" name="Google Shape;8838;p37"/>
            <p:cNvCxnSpPr>
              <a:stCxn id="8832" idx="0"/>
              <a:endCxn id="8830" idx="2"/>
            </p:cNvCxnSpPr>
            <p:nvPr/>
          </p:nvCxnSpPr>
          <p:spPr>
            <a:xfrm rot="-5400000">
              <a:off x="3458247" y="2315250"/>
              <a:ext cx="457200" cy="1770300"/>
            </a:xfrm>
            <a:prstGeom prst="bentConnector3">
              <a:avLst>
                <a:gd fmla="val -421624" name="adj1"/>
              </a:avLst>
            </a:prstGeom>
            <a:noFill/>
            <a:ln cap="flat" cmpd="sng" w="9525">
              <a:solidFill>
                <a:srgbClr val="C2C2C2"/>
              </a:solidFill>
              <a:prstDash val="solid"/>
              <a:round/>
              <a:headEnd len="sm" w="sm" type="none"/>
              <a:tailEnd len="sm" w="sm" type="none"/>
            </a:ln>
          </p:spPr>
        </p:cxnSp>
        <p:cxnSp>
          <p:nvCxnSpPr>
            <p:cNvPr id="8839" name="Google Shape;8839;p37"/>
            <p:cNvCxnSpPr>
              <a:stCxn id="8832" idx="2"/>
              <a:endCxn id="8834" idx="0"/>
            </p:cNvCxnSpPr>
            <p:nvPr/>
          </p:nvCxnSpPr>
          <p:spPr>
            <a:xfrm flipH="1" rot="-5400000">
              <a:off x="2995647" y="3677550"/>
              <a:ext cx="457200" cy="845100"/>
            </a:xfrm>
            <a:prstGeom prst="bentConnector3">
              <a:avLst>
                <a:gd fmla="val 1020942" name="adj1"/>
              </a:avLst>
            </a:prstGeom>
            <a:noFill/>
            <a:ln cap="flat" cmpd="sng" w="9525">
              <a:solidFill>
                <a:srgbClr val="C2C2C2"/>
              </a:solidFill>
              <a:prstDash val="solid"/>
              <a:round/>
              <a:headEnd len="sm" w="sm" type="none"/>
              <a:tailEnd len="sm" w="sm" type="none"/>
            </a:ln>
          </p:spPr>
        </p:cxnSp>
        <p:cxnSp>
          <p:nvCxnSpPr>
            <p:cNvPr id="8840" name="Google Shape;8840;p37"/>
            <p:cNvCxnSpPr>
              <a:stCxn id="8833" idx="0"/>
              <a:endCxn id="8832" idx="2"/>
            </p:cNvCxnSpPr>
            <p:nvPr/>
          </p:nvCxnSpPr>
          <p:spPr>
            <a:xfrm rot="-5400000">
              <a:off x="2150400" y="3677551"/>
              <a:ext cx="457200" cy="845100"/>
            </a:xfrm>
            <a:prstGeom prst="bentConnector3">
              <a:avLst>
                <a:gd fmla="val -921176" name="adj1"/>
              </a:avLst>
            </a:prstGeom>
            <a:noFill/>
            <a:ln cap="flat" cmpd="sng" w="9525">
              <a:solidFill>
                <a:srgbClr val="C2C2C2"/>
              </a:solidFill>
              <a:prstDash val="solid"/>
              <a:round/>
              <a:headEnd len="sm" w="sm" type="none"/>
              <a:tailEnd len="sm" w="sm" type="none"/>
            </a:ln>
          </p:spPr>
        </p:cxnSp>
        <p:cxnSp>
          <p:nvCxnSpPr>
            <p:cNvPr id="8841" name="Google Shape;8841;p37"/>
            <p:cNvCxnSpPr>
              <a:stCxn id="8831" idx="2"/>
              <a:endCxn id="8836" idx="0"/>
            </p:cNvCxnSpPr>
            <p:nvPr/>
          </p:nvCxnSpPr>
          <p:spPr>
            <a:xfrm flipH="1" rot="-5400000">
              <a:off x="6536390" y="3677400"/>
              <a:ext cx="457200" cy="845400"/>
            </a:xfrm>
            <a:prstGeom prst="bentConnector3">
              <a:avLst>
                <a:gd fmla="val 1020942" name="adj1"/>
              </a:avLst>
            </a:prstGeom>
            <a:noFill/>
            <a:ln cap="flat" cmpd="sng" w="9525">
              <a:solidFill>
                <a:srgbClr val="C2C2C2"/>
              </a:solidFill>
              <a:prstDash val="solid"/>
              <a:round/>
              <a:headEnd len="sm" w="sm" type="none"/>
              <a:tailEnd len="sm" w="sm" type="none"/>
            </a:ln>
          </p:spPr>
        </p:cxnSp>
        <p:cxnSp>
          <p:nvCxnSpPr>
            <p:cNvPr id="8842" name="Google Shape;8842;p37"/>
            <p:cNvCxnSpPr>
              <a:stCxn id="8835" idx="0"/>
              <a:endCxn id="8831" idx="2"/>
            </p:cNvCxnSpPr>
            <p:nvPr/>
          </p:nvCxnSpPr>
          <p:spPr>
            <a:xfrm rot="-5400000">
              <a:off x="5691000" y="3677551"/>
              <a:ext cx="457200" cy="845100"/>
            </a:xfrm>
            <a:prstGeom prst="bentConnector3">
              <a:avLst>
                <a:gd fmla="val -921176" name="adj1"/>
              </a:avLst>
            </a:prstGeom>
            <a:noFill/>
            <a:ln cap="flat" cmpd="sng" w="9525">
              <a:solidFill>
                <a:srgbClr val="C2C2C2"/>
              </a:solidFill>
              <a:prstDash val="solid"/>
              <a:round/>
              <a:headEnd len="sm" w="sm" type="none"/>
              <a:tailEnd len="sm" w="sm" type="none"/>
            </a:ln>
          </p:spPr>
        </p:cxnSp>
      </p:grpSp>
      <p:grpSp>
        <p:nvGrpSpPr>
          <p:cNvPr id="8843" name="Google Shape;8843;p37"/>
          <p:cNvGrpSpPr/>
          <p:nvPr/>
        </p:nvGrpSpPr>
        <p:grpSpPr>
          <a:xfrm>
            <a:off x="6844058" y="2894246"/>
            <a:ext cx="1579035" cy="540873"/>
            <a:chOff x="6895650" y="3126697"/>
            <a:chExt cx="1436662" cy="492105"/>
          </a:xfrm>
        </p:grpSpPr>
        <p:sp>
          <p:nvSpPr>
            <p:cNvPr id="8844" name="Google Shape;8844;p37"/>
            <p:cNvSpPr/>
            <p:nvPr/>
          </p:nvSpPr>
          <p:spPr>
            <a:xfrm>
              <a:off x="7151820" y="3406364"/>
              <a:ext cx="414806" cy="212438"/>
            </a:xfrm>
            <a:custGeom>
              <a:rect b="b" l="l" r="r" t="t"/>
              <a:pathLst>
                <a:path extrusionOk="0" h="6392" w="12481">
                  <a:moveTo>
                    <a:pt x="2" y="0"/>
                  </a:moveTo>
                  <a:lnTo>
                    <a:pt x="2" y="66"/>
                  </a:lnTo>
                  <a:cubicBezTo>
                    <a:pt x="0" y="3558"/>
                    <a:pt x="2794" y="6391"/>
                    <a:pt x="6241" y="6391"/>
                  </a:cubicBezTo>
                  <a:cubicBezTo>
                    <a:pt x="9687" y="6391"/>
                    <a:pt x="12481" y="3558"/>
                    <a:pt x="12481" y="66"/>
                  </a:cubicBezTo>
                  <a:lnTo>
                    <a:pt x="12481" y="0"/>
                  </a:lnTo>
                  <a:lnTo>
                    <a:pt x="7664" y="0"/>
                  </a:lnTo>
                  <a:cubicBezTo>
                    <a:pt x="7664" y="12"/>
                    <a:pt x="7666" y="23"/>
                    <a:pt x="7666" y="32"/>
                  </a:cubicBezTo>
                  <a:cubicBezTo>
                    <a:pt x="7666" y="838"/>
                    <a:pt x="7022" y="1490"/>
                    <a:pt x="6229" y="1490"/>
                  </a:cubicBezTo>
                  <a:cubicBezTo>
                    <a:pt x="5435" y="1490"/>
                    <a:pt x="4793" y="838"/>
                    <a:pt x="4793" y="32"/>
                  </a:cubicBezTo>
                  <a:cubicBezTo>
                    <a:pt x="4793" y="23"/>
                    <a:pt x="4795" y="12"/>
                    <a:pt x="4795" y="0"/>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845" name="Google Shape;8845;p37"/>
            <p:cNvSpPr/>
            <p:nvPr/>
          </p:nvSpPr>
          <p:spPr>
            <a:xfrm>
              <a:off x="7664160" y="3406364"/>
              <a:ext cx="414806" cy="212438"/>
            </a:xfrm>
            <a:custGeom>
              <a:rect b="b" l="l" r="r" t="t"/>
              <a:pathLst>
                <a:path extrusionOk="0" h="6392" w="12481">
                  <a:moveTo>
                    <a:pt x="2" y="0"/>
                  </a:moveTo>
                  <a:lnTo>
                    <a:pt x="2" y="66"/>
                  </a:lnTo>
                  <a:cubicBezTo>
                    <a:pt x="0" y="3558"/>
                    <a:pt x="2794" y="6391"/>
                    <a:pt x="6241" y="6391"/>
                  </a:cubicBezTo>
                  <a:cubicBezTo>
                    <a:pt x="9687" y="6391"/>
                    <a:pt x="12481" y="3558"/>
                    <a:pt x="12481" y="66"/>
                  </a:cubicBezTo>
                  <a:lnTo>
                    <a:pt x="12481" y="0"/>
                  </a:lnTo>
                  <a:lnTo>
                    <a:pt x="7664" y="0"/>
                  </a:lnTo>
                  <a:cubicBezTo>
                    <a:pt x="7664" y="12"/>
                    <a:pt x="7666" y="23"/>
                    <a:pt x="7666" y="32"/>
                  </a:cubicBezTo>
                  <a:cubicBezTo>
                    <a:pt x="7666" y="838"/>
                    <a:pt x="7022" y="1490"/>
                    <a:pt x="6229" y="1490"/>
                  </a:cubicBezTo>
                  <a:cubicBezTo>
                    <a:pt x="5437" y="1490"/>
                    <a:pt x="4793" y="838"/>
                    <a:pt x="4793" y="32"/>
                  </a:cubicBezTo>
                  <a:cubicBezTo>
                    <a:pt x="4793" y="23"/>
                    <a:pt x="4795" y="12"/>
                    <a:pt x="4795" y="0"/>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846" name="Google Shape;8846;p37"/>
            <p:cNvSpPr/>
            <p:nvPr/>
          </p:nvSpPr>
          <p:spPr>
            <a:xfrm>
              <a:off x="6895650" y="3127761"/>
              <a:ext cx="420489" cy="212471"/>
            </a:xfrm>
            <a:custGeom>
              <a:rect b="b" l="l" r="r" t="t"/>
              <a:pathLst>
                <a:path extrusionOk="0" h="6393" w="12652">
                  <a:moveTo>
                    <a:pt x="6326" y="0"/>
                  </a:moveTo>
                  <a:cubicBezTo>
                    <a:pt x="2832" y="0"/>
                    <a:pt x="1" y="2833"/>
                    <a:pt x="1" y="6326"/>
                  </a:cubicBezTo>
                  <a:lnTo>
                    <a:pt x="1" y="6393"/>
                  </a:lnTo>
                  <a:lnTo>
                    <a:pt x="4883" y="6393"/>
                  </a:lnTo>
                  <a:cubicBezTo>
                    <a:pt x="4883" y="6382"/>
                    <a:pt x="4882" y="6370"/>
                    <a:pt x="4882" y="6359"/>
                  </a:cubicBezTo>
                  <a:cubicBezTo>
                    <a:pt x="4882" y="5555"/>
                    <a:pt x="5534" y="4904"/>
                    <a:pt x="6337" y="4904"/>
                  </a:cubicBezTo>
                  <a:cubicBezTo>
                    <a:pt x="7141" y="4904"/>
                    <a:pt x="7793" y="5555"/>
                    <a:pt x="7793" y="6359"/>
                  </a:cubicBezTo>
                  <a:cubicBezTo>
                    <a:pt x="7793" y="6370"/>
                    <a:pt x="7791" y="6382"/>
                    <a:pt x="7791" y="6393"/>
                  </a:cubicBezTo>
                  <a:lnTo>
                    <a:pt x="12651" y="6393"/>
                  </a:lnTo>
                  <a:lnTo>
                    <a:pt x="12651" y="6326"/>
                  </a:lnTo>
                  <a:cubicBezTo>
                    <a:pt x="12651" y="2833"/>
                    <a:pt x="9820" y="0"/>
                    <a:pt x="6326" y="0"/>
                  </a:cubicBezTo>
                  <a:close/>
                </a:path>
              </a:pathLst>
            </a:custGeom>
            <a:solidFill>
              <a:srgbClr val="A5B7C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847" name="Google Shape;8847;p37"/>
            <p:cNvSpPr/>
            <p:nvPr/>
          </p:nvSpPr>
          <p:spPr>
            <a:xfrm>
              <a:off x="7399482" y="3126697"/>
              <a:ext cx="420489" cy="212438"/>
            </a:xfrm>
            <a:custGeom>
              <a:rect b="b" l="l" r="r" t="t"/>
              <a:pathLst>
                <a:path extrusionOk="0" h="6392" w="12652">
                  <a:moveTo>
                    <a:pt x="6326" y="0"/>
                  </a:moveTo>
                  <a:cubicBezTo>
                    <a:pt x="2832" y="0"/>
                    <a:pt x="1" y="2832"/>
                    <a:pt x="1" y="6326"/>
                  </a:cubicBezTo>
                  <a:lnTo>
                    <a:pt x="1" y="6391"/>
                  </a:lnTo>
                  <a:lnTo>
                    <a:pt x="4883" y="6391"/>
                  </a:lnTo>
                  <a:cubicBezTo>
                    <a:pt x="4883" y="6380"/>
                    <a:pt x="4882" y="6369"/>
                    <a:pt x="4882" y="6358"/>
                  </a:cubicBezTo>
                  <a:cubicBezTo>
                    <a:pt x="4882" y="5554"/>
                    <a:pt x="5533" y="4902"/>
                    <a:pt x="6337" y="4902"/>
                  </a:cubicBezTo>
                  <a:cubicBezTo>
                    <a:pt x="7141" y="4902"/>
                    <a:pt x="7793" y="5554"/>
                    <a:pt x="7793" y="6358"/>
                  </a:cubicBezTo>
                  <a:cubicBezTo>
                    <a:pt x="7793" y="6369"/>
                    <a:pt x="7791" y="6380"/>
                    <a:pt x="7791" y="6391"/>
                  </a:cubicBezTo>
                  <a:lnTo>
                    <a:pt x="12650" y="6391"/>
                  </a:lnTo>
                  <a:lnTo>
                    <a:pt x="12650" y="6326"/>
                  </a:lnTo>
                  <a:cubicBezTo>
                    <a:pt x="12651" y="2833"/>
                    <a:pt x="9819" y="0"/>
                    <a:pt x="6326" y="0"/>
                  </a:cubicBezTo>
                  <a:close/>
                </a:path>
              </a:pathLst>
            </a:custGeom>
            <a:solidFill>
              <a:srgbClr val="A5B7C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848" name="Google Shape;8848;p37"/>
            <p:cNvSpPr/>
            <p:nvPr/>
          </p:nvSpPr>
          <p:spPr>
            <a:xfrm>
              <a:off x="7911823" y="3126697"/>
              <a:ext cx="420489" cy="212438"/>
            </a:xfrm>
            <a:custGeom>
              <a:rect b="b" l="l" r="r" t="t"/>
              <a:pathLst>
                <a:path extrusionOk="0" h="6392" w="12652">
                  <a:moveTo>
                    <a:pt x="6326" y="0"/>
                  </a:moveTo>
                  <a:cubicBezTo>
                    <a:pt x="2832" y="0"/>
                    <a:pt x="1" y="2832"/>
                    <a:pt x="1" y="6326"/>
                  </a:cubicBezTo>
                  <a:lnTo>
                    <a:pt x="1" y="6391"/>
                  </a:lnTo>
                  <a:lnTo>
                    <a:pt x="4883" y="6391"/>
                  </a:lnTo>
                  <a:cubicBezTo>
                    <a:pt x="4883" y="6380"/>
                    <a:pt x="4882" y="6369"/>
                    <a:pt x="4882" y="6358"/>
                  </a:cubicBezTo>
                  <a:cubicBezTo>
                    <a:pt x="4882" y="5554"/>
                    <a:pt x="5533" y="4902"/>
                    <a:pt x="6337" y="4902"/>
                  </a:cubicBezTo>
                  <a:cubicBezTo>
                    <a:pt x="7141" y="4902"/>
                    <a:pt x="7793" y="5554"/>
                    <a:pt x="7793" y="6358"/>
                  </a:cubicBezTo>
                  <a:cubicBezTo>
                    <a:pt x="7793" y="6369"/>
                    <a:pt x="7791" y="6380"/>
                    <a:pt x="7791" y="6391"/>
                  </a:cubicBezTo>
                  <a:lnTo>
                    <a:pt x="12650" y="6391"/>
                  </a:lnTo>
                  <a:lnTo>
                    <a:pt x="12650" y="6326"/>
                  </a:lnTo>
                  <a:cubicBezTo>
                    <a:pt x="12651" y="2833"/>
                    <a:pt x="9819" y="0"/>
                    <a:pt x="6326" y="0"/>
                  </a:cubicBezTo>
                  <a:close/>
                </a:path>
              </a:pathLst>
            </a:custGeom>
            <a:solidFill>
              <a:srgbClr val="A5B7C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nvGrpSpPr>
            <p:cNvPr id="8849" name="Google Shape;8849;p37"/>
            <p:cNvGrpSpPr/>
            <p:nvPr/>
          </p:nvGrpSpPr>
          <p:grpSpPr>
            <a:xfrm>
              <a:off x="6995957" y="3335810"/>
              <a:ext cx="1230393" cy="71754"/>
              <a:chOff x="6995957" y="3287964"/>
              <a:chExt cx="1230393" cy="71754"/>
            </a:xfrm>
          </p:grpSpPr>
          <p:sp>
            <p:nvSpPr>
              <p:cNvPr id="8850" name="Google Shape;8850;p37"/>
              <p:cNvSpPr/>
              <p:nvPr/>
            </p:nvSpPr>
            <p:spPr>
              <a:xfrm>
                <a:off x="8006733" y="3287964"/>
                <a:ext cx="219617" cy="71754"/>
              </a:xfrm>
              <a:custGeom>
                <a:rect b="b" l="l" r="r" t="t"/>
                <a:pathLst>
                  <a:path extrusionOk="0" h="2159" w="6608">
                    <a:moveTo>
                      <a:pt x="3501" y="647"/>
                    </a:moveTo>
                    <a:cubicBezTo>
                      <a:pt x="3723" y="647"/>
                      <a:pt x="3935" y="820"/>
                      <a:pt x="3936" y="1080"/>
                    </a:cubicBezTo>
                    <a:cubicBezTo>
                      <a:pt x="3936" y="1318"/>
                      <a:pt x="3743" y="1512"/>
                      <a:pt x="3504" y="1512"/>
                    </a:cubicBezTo>
                    <a:cubicBezTo>
                      <a:pt x="3118" y="1512"/>
                      <a:pt x="2924" y="1048"/>
                      <a:pt x="3198" y="775"/>
                    </a:cubicBezTo>
                    <a:cubicBezTo>
                      <a:pt x="3286" y="687"/>
                      <a:pt x="3395" y="647"/>
                      <a:pt x="3501" y="647"/>
                    </a:cubicBezTo>
                    <a:close/>
                    <a:moveTo>
                      <a:pt x="3504" y="0"/>
                    </a:moveTo>
                    <a:cubicBezTo>
                      <a:pt x="3051" y="0"/>
                      <a:pt x="2646" y="282"/>
                      <a:pt x="2490" y="708"/>
                    </a:cubicBezTo>
                    <a:lnTo>
                      <a:pt x="357" y="708"/>
                    </a:lnTo>
                    <a:cubicBezTo>
                      <a:pt x="160" y="708"/>
                      <a:pt x="0" y="868"/>
                      <a:pt x="0" y="1065"/>
                    </a:cubicBezTo>
                    <a:lnTo>
                      <a:pt x="0" y="1129"/>
                    </a:lnTo>
                    <a:cubicBezTo>
                      <a:pt x="0" y="1326"/>
                      <a:pt x="160" y="1486"/>
                      <a:pt x="357" y="1486"/>
                    </a:cubicBezTo>
                    <a:lnTo>
                      <a:pt x="2502" y="1486"/>
                    </a:lnTo>
                    <a:cubicBezTo>
                      <a:pt x="2668" y="1893"/>
                      <a:pt x="3064" y="2159"/>
                      <a:pt x="3502" y="2159"/>
                    </a:cubicBezTo>
                    <a:cubicBezTo>
                      <a:pt x="3943" y="2159"/>
                      <a:pt x="4338" y="1893"/>
                      <a:pt x="4503" y="1486"/>
                    </a:cubicBezTo>
                    <a:lnTo>
                      <a:pt x="6271" y="1486"/>
                    </a:lnTo>
                    <a:cubicBezTo>
                      <a:pt x="6457" y="1486"/>
                      <a:pt x="6607" y="1336"/>
                      <a:pt x="6607" y="1150"/>
                    </a:cubicBezTo>
                    <a:lnTo>
                      <a:pt x="6607" y="1044"/>
                    </a:lnTo>
                    <a:cubicBezTo>
                      <a:pt x="6607" y="859"/>
                      <a:pt x="6457" y="710"/>
                      <a:pt x="6271" y="708"/>
                    </a:cubicBezTo>
                    <a:lnTo>
                      <a:pt x="4518" y="708"/>
                    </a:lnTo>
                    <a:cubicBezTo>
                      <a:pt x="4362" y="282"/>
                      <a:pt x="3957" y="0"/>
                      <a:pt x="3504" y="0"/>
                    </a:cubicBezTo>
                    <a:close/>
                  </a:path>
                </a:pathLst>
              </a:custGeom>
              <a:solidFill>
                <a:srgbClr val="A5B7C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851" name="Google Shape;8851;p37"/>
              <p:cNvSpPr/>
              <p:nvPr/>
            </p:nvSpPr>
            <p:spPr>
              <a:xfrm>
                <a:off x="7756540" y="3287964"/>
                <a:ext cx="219617" cy="71754"/>
              </a:xfrm>
              <a:custGeom>
                <a:rect b="b" l="l" r="r" t="t"/>
                <a:pathLst>
                  <a:path extrusionOk="0" h="2159" w="6608">
                    <a:moveTo>
                      <a:pt x="3500" y="647"/>
                    </a:moveTo>
                    <a:cubicBezTo>
                      <a:pt x="3722" y="647"/>
                      <a:pt x="3935" y="820"/>
                      <a:pt x="3935" y="1080"/>
                    </a:cubicBezTo>
                    <a:cubicBezTo>
                      <a:pt x="3935" y="1318"/>
                      <a:pt x="3741" y="1512"/>
                      <a:pt x="3503" y="1512"/>
                    </a:cubicBezTo>
                    <a:cubicBezTo>
                      <a:pt x="3117" y="1512"/>
                      <a:pt x="2925" y="1048"/>
                      <a:pt x="3197" y="775"/>
                    </a:cubicBezTo>
                    <a:cubicBezTo>
                      <a:pt x="3285" y="687"/>
                      <a:pt x="3393" y="647"/>
                      <a:pt x="3500" y="647"/>
                    </a:cubicBezTo>
                    <a:close/>
                    <a:moveTo>
                      <a:pt x="3503" y="0"/>
                    </a:moveTo>
                    <a:cubicBezTo>
                      <a:pt x="3049" y="0"/>
                      <a:pt x="2644" y="282"/>
                      <a:pt x="2489" y="708"/>
                    </a:cubicBezTo>
                    <a:lnTo>
                      <a:pt x="358" y="708"/>
                    </a:lnTo>
                    <a:cubicBezTo>
                      <a:pt x="159" y="708"/>
                      <a:pt x="0" y="868"/>
                      <a:pt x="0" y="1065"/>
                    </a:cubicBezTo>
                    <a:lnTo>
                      <a:pt x="0" y="1129"/>
                    </a:lnTo>
                    <a:cubicBezTo>
                      <a:pt x="0" y="1326"/>
                      <a:pt x="159" y="1486"/>
                      <a:pt x="358" y="1486"/>
                    </a:cubicBezTo>
                    <a:lnTo>
                      <a:pt x="2502" y="1486"/>
                    </a:lnTo>
                    <a:cubicBezTo>
                      <a:pt x="2668" y="1893"/>
                      <a:pt x="3064" y="2159"/>
                      <a:pt x="3503" y="2159"/>
                    </a:cubicBezTo>
                    <a:cubicBezTo>
                      <a:pt x="3941" y="2159"/>
                      <a:pt x="4338" y="1893"/>
                      <a:pt x="4503" y="1486"/>
                    </a:cubicBezTo>
                    <a:lnTo>
                      <a:pt x="6271" y="1486"/>
                    </a:lnTo>
                    <a:cubicBezTo>
                      <a:pt x="6457" y="1486"/>
                      <a:pt x="6608" y="1336"/>
                      <a:pt x="6608" y="1150"/>
                    </a:cubicBezTo>
                    <a:lnTo>
                      <a:pt x="6608" y="1044"/>
                    </a:lnTo>
                    <a:cubicBezTo>
                      <a:pt x="6606" y="859"/>
                      <a:pt x="6455" y="708"/>
                      <a:pt x="6270" y="708"/>
                    </a:cubicBezTo>
                    <a:lnTo>
                      <a:pt x="4516" y="708"/>
                    </a:lnTo>
                    <a:cubicBezTo>
                      <a:pt x="4361" y="282"/>
                      <a:pt x="3956" y="0"/>
                      <a:pt x="3503" y="0"/>
                    </a:cubicBezTo>
                    <a:close/>
                  </a:path>
                </a:pathLst>
              </a:custGeom>
              <a:solidFill>
                <a:srgbClr val="A5B7C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852" name="Google Shape;8852;p37"/>
              <p:cNvSpPr/>
              <p:nvPr/>
            </p:nvSpPr>
            <p:spPr>
              <a:xfrm>
                <a:off x="7496443" y="3287964"/>
                <a:ext cx="219617" cy="71754"/>
              </a:xfrm>
              <a:custGeom>
                <a:rect b="b" l="l" r="r" t="t"/>
                <a:pathLst>
                  <a:path extrusionOk="0" h="2159" w="6608">
                    <a:moveTo>
                      <a:pt x="3500" y="647"/>
                    </a:moveTo>
                    <a:cubicBezTo>
                      <a:pt x="3722" y="647"/>
                      <a:pt x="3935" y="820"/>
                      <a:pt x="3935" y="1080"/>
                    </a:cubicBezTo>
                    <a:cubicBezTo>
                      <a:pt x="3935" y="1318"/>
                      <a:pt x="3743" y="1512"/>
                      <a:pt x="3504" y="1512"/>
                    </a:cubicBezTo>
                    <a:cubicBezTo>
                      <a:pt x="3119" y="1512"/>
                      <a:pt x="2925" y="1048"/>
                      <a:pt x="3197" y="775"/>
                    </a:cubicBezTo>
                    <a:cubicBezTo>
                      <a:pt x="3285" y="687"/>
                      <a:pt x="3394" y="647"/>
                      <a:pt x="3500" y="647"/>
                    </a:cubicBezTo>
                    <a:close/>
                    <a:moveTo>
                      <a:pt x="3504" y="0"/>
                    </a:moveTo>
                    <a:cubicBezTo>
                      <a:pt x="3050" y="0"/>
                      <a:pt x="2646" y="282"/>
                      <a:pt x="2491" y="708"/>
                    </a:cubicBezTo>
                    <a:lnTo>
                      <a:pt x="358" y="708"/>
                    </a:lnTo>
                    <a:cubicBezTo>
                      <a:pt x="159" y="708"/>
                      <a:pt x="1" y="868"/>
                      <a:pt x="1" y="1065"/>
                    </a:cubicBezTo>
                    <a:lnTo>
                      <a:pt x="1" y="1129"/>
                    </a:lnTo>
                    <a:cubicBezTo>
                      <a:pt x="1" y="1326"/>
                      <a:pt x="159" y="1486"/>
                      <a:pt x="358" y="1486"/>
                    </a:cubicBezTo>
                    <a:lnTo>
                      <a:pt x="2502" y="1486"/>
                    </a:lnTo>
                    <a:cubicBezTo>
                      <a:pt x="2669" y="1893"/>
                      <a:pt x="3064" y="2159"/>
                      <a:pt x="3503" y="2159"/>
                    </a:cubicBezTo>
                    <a:cubicBezTo>
                      <a:pt x="3943" y="2159"/>
                      <a:pt x="4339" y="1893"/>
                      <a:pt x="4504" y="1486"/>
                    </a:cubicBezTo>
                    <a:lnTo>
                      <a:pt x="6272" y="1486"/>
                    </a:lnTo>
                    <a:cubicBezTo>
                      <a:pt x="6457" y="1486"/>
                      <a:pt x="6608" y="1336"/>
                      <a:pt x="6608" y="1150"/>
                    </a:cubicBezTo>
                    <a:lnTo>
                      <a:pt x="6608" y="1044"/>
                    </a:lnTo>
                    <a:cubicBezTo>
                      <a:pt x="6608" y="859"/>
                      <a:pt x="6457" y="710"/>
                      <a:pt x="6272" y="708"/>
                    </a:cubicBezTo>
                    <a:lnTo>
                      <a:pt x="4518" y="708"/>
                    </a:lnTo>
                    <a:cubicBezTo>
                      <a:pt x="4361" y="282"/>
                      <a:pt x="3958" y="0"/>
                      <a:pt x="3504" y="0"/>
                    </a:cubicBezTo>
                    <a:close/>
                  </a:path>
                </a:pathLst>
              </a:custGeom>
              <a:solidFill>
                <a:srgbClr val="A5B7C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853" name="Google Shape;8853;p37"/>
              <p:cNvSpPr/>
              <p:nvPr/>
            </p:nvSpPr>
            <p:spPr>
              <a:xfrm>
                <a:off x="7243757" y="3287964"/>
                <a:ext cx="219617" cy="71754"/>
              </a:xfrm>
              <a:custGeom>
                <a:rect b="b" l="l" r="r" t="t"/>
                <a:pathLst>
                  <a:path extrusionOk="0" h="2159" w="6608">
                    <a:moveTo>
                      <a:pt x="3500" y="647"/>
                    </a:moveTo>
                    <a:cubicBezTo>
                      <a:pt x="3722" y="647"/>
                      <a:pt x="3935" y="820"/>
                      <a:pt x="3935" y="1080"/>
                    </a:cubicBezTo>
                    <a:cubicBezTo>
                      <a:pt x="3935" y="1318"/>
                      <a:pt x="3743" y="1512"/>
                      <a:pt x="3503" y="1512"/>
                    </a:cubicBezTo>
                    <a:cubicBezTo>
                      <a:pt x="3118" y="1512"/>
                      <a:pt x="2925" y="1048"/>
                      <a:pt x="3197" y="775"/>
                    </a:cubicBezTo>
                    <a:cubicBezTo>
                      <a:pt x="3285" y="687"/>
                      <a:pt x="3394" y="647"/>
                      <a:pt x="3500" y="647"/>
                    </a:cubicBezTo>
                    <a:close/>
                    <a:moveTo>
                      <a:pt x="3503" y="0"/>
                    </a:moveTo>
                    <a:cubicBezTo>
                      <a:pt x="3050" y="0"/>
                      <a:pt x="2644" y="282"/>
                      <a:pt x="2489" y="708"/>
                    </a:cubicBezTo>
                    <a:lnTo>
                      <a:pt x="358" y="708"/>
                    </a:lnTo>
                    <a:cubicBezTo>
                      <a:pt x="159" y="708"/>
                      <a:pt x="1" y="868"/>
                      <a:pt x="1" y="1065"/>
                    </a:cubicBezTo>
                    <a:lnTo>
                      <a:pt x="1" y="1129"/>
                    </a:lnTo>
                    <a:cubicBezTo>
                      <a:pt x="1" y="1326"/>
                      <a:pt x="159" y="1486"/>
                      <a:pt x="358" y="1486"/>
                    </a:cubicBezTo>
                    <a:lnTo>
                      <a:pt x="2502" y="1486"/>
                    </a:lnTo>
                    <a:cubicBezTo>
                      <a:pt x="2668" y="1893"/>
                      <a:pt x="3064" y="2159"/>
                      <a:pt x="3503" y="2159"/>
                    </a:cubicBezTo>
                    <a:cubicBezTo>
                      <a:pt x="3943" y="2159"/>
                      <a:pt x="4339" y="1893"/>
                      <a:pt x="4504" y="1486"/>
                    </a:cubicBezTo>
                    <a:lnTo>
                      <a:pt x="6271" y="1486"/>
                    </a:lnTo>
                    <a:cubicBezTo>
                      <a:pt x="6457" y="1486"/>
                      <a:pt x="6608" y="1336"/>
                      <a:pt x="6608" y="1150"/>
                    </a:cubicBezTo>
                    <a:lnTo>
                      <a:pt x="6608" y="1044"/>
                    </a:lnTo>
                    <a:cubicBezTo>
                      <a:pt x="6608" y="859"/>
                      <a:pt x="6457" y="710"/>
                      <a:pt x="6271" y="708"/>
                    </a:cubicBezTo>
                    <a:lnTo>
                      <a:pt x="4516" y="708"/>
                    </a:lnTo>
                    <a:cubicBezTo>
                      <a:pt x="4361" y="282"/>
                      <a:pt x="3956" y="0"/>
                      <a:pt x="3503" y="0"/>
                    </a:cubicBezTo>
                    <a:close/>
                  </a:path>
                </a:pathLst>
              </a:custGeom>
              <a:solidFill>
                <a:srgbClr val="A5B7C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854" name="Google Shape;8854;p37"/>
              <p:cNvSpPr/>
              <p:nvPr/>
            </p:nvSpPr>
            <p:spPr>
              <a:xfrm>
                <a:off x="6995957" y="3287964"/>
                <a:ext cx="219617" cy="71754"/>
              </a:xfrm>
              <a:custGeom>
                <a:rect b="b" l="l" r="r" t="t"/>
                <a:pathLst>
                  <a:path extrusionOk="0" h="2159" w="6608">
                    <a:moveTo>
                      <a:pt x="3502" y="647"/>
                    </a:moveTo>
                    <a:cubicBezTo>
                      <a:pt x="3724" y="647"/>
                      <a:pt x="3937" y="820"/>
                      <a:pt x="3937" y="1080"/>
                    </a:cubicBezTo>
                    <a:cubicBezTo>
                      <a:pt x="3937" y="1318"/>
                      <a:pt x="3743" y="1512"/>
                      <a:pt x="3505" y="1512"/>
                    </a:cubicBezTo>
                    <a:cubicBezTo>
                      <a:pt x="3119" y="1512"/>
                      <a:pt x="2926" y="1048"/>
                      <a:pt x="3199" y="775"/>
                    </a:cubicBezTo>
                    <a:cubicBezTo>
                      <a:pt x="3287" y="687"/>
                      <a:pt x="3395" y="647"/>
                      <a:pt x="3502" y="647"/>
                    </a:cubicBezTo>
                    <a:close/>
                    <a:moveTo>
                      <a:pt x="3505" y="0"/>
                    </a:moveTo>
                    <a:cubicBezTo>
                      <a:pt x="3051" y="0"/>
                      <a:pt x="2646" y="282"/>
                      <a:pt x="2491" y="708"/>
                    </a:cubicBezTo>
                    <a:lnTo>
                      <a:pt x="358" y="708"/>
                    </a:lnTo>
                    <a:cubicBezTo>
                      <a:pt x="161" y="708"/>
                      <a:pt x="1" y="868"/>
                      <a:pt x="1" y="1065"/>
                    </a:cubicBezTo>
                    <a:lnTo>
                      <a:pt x="1" y="1129"/>
                    </a:lnTo>
                    <a:cubicBezTo>
                      <a:pt x="1" y="1326"/>
                      <a:pt x="161" y="1486"/>
                      <a:pt x="358" y="1486"/>
                    </a:cubicBezTo>
                    <a:lnTo>
                      <a:pt x="2504" y="1486"/>
                    </a:lnTo>
                    <a:cubicBezTo>
                      <a:pt x="2669" y="1893"/>
                      <a:pt x="3064" y="2159"/>
                      <a:pt x="3505" y="2159"/>
                    </a:cubicBezTo>
                    <a:cubicBezTo>
                      <a:pt x="3943" y="2159"/>
                      <a:pt x="4339" y="1893"/>
                      <a:pt x="4505" y="1486"/>
                    </a:cubicBezTo>
                    <a:lnTo>
                      <a:pt x="6272" y="1486"/>
                    </a:lnTo>
                    <a:cubicBezTo>
                      <a:pt x="6457" y="1486"/>
                      <a:pt x="6608" y="1336"/>
                      <a:pt x="6608" y="1150"/>
                    </a:cubicBezTo>
                    <a:lnTo>
                      <a:pt x="6608" y="1044"/>
                    </a:lnTo>
                    <a:cubicBezTo>
                      <a:pt x="6608" y="859"/>
                      <a:pt x="6457" y="710"/>
                      <a:pt x="6272" y="708"/>
                    </a:cubicBezTo>
                    <a:lnTo>
                      <a:pt x="4518" y="708"/>
                    </a:lnTo>
                    <a:cubicBezTo>
                      <a:pt x="4363" y="282"/>
                      <a:pt x="3958" y="0"/>
                      <a:pt x="3505" y="0"/>
                    </a:cubicBezTo>
                    <a:close/>
                  </a:path>
                </a:pathLst>
              </a:custGeom>
              <a:solidFill>
                <a:srgbClr val="A5B7C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grpSp>
        <p:nvGrpSpPr>
          <p:cNvPr id="8855" name="Google Shape;8855;p37"/>
          <p:cNvGrpSpPr/>
          <p:nvPr/>
        </p:nvGrpSpPr>
        <p:grpSpPr>
          <a:xfrm>
            <a:off x="6842640" y="3531009"/>
            <a:ext cx="1581862" cy="650624"/>
            <a:chOff x="6777990" y="3710194"/>
            <a:chExt cx="1646915" cy="677381"/>
          </a:xfrm>
        </p:grpSpPr>
        <p:grpSp>
          <p:nvGrpSpPr>
            <p:cNvPr id="8856" name="Google Shape;8856;p37"/>
            <p:cNvGrpSpPr/>
            <p:nvPr/>
          </p:nvGrpSpPr>
          <p:grpSpPr>
            <a:xfrm>
              <a:off x="6777990" y="3874492"/>
              <a:ext cx="411129" cy="513083"/>
              <a:chOff x="6777990" y="3874492"/>
              <a:chExt cx="411129" cy="513083"/>
            </a:xfrm>
          </p:grpSpPr>
          <p:cxnSp>
            <p:nvCxnSpPr>
              <p:cNvPr id="8857" name="Google Shape;8857;p37"/>
              <p:cNvCxnSpPr/>
              <p:nvPr/>
            </p:nvCxnSpPr>
            <p:spPr>
              <a:xfrm>
                <a:off x="6977019" y="4216875"/>
                <a:ext cx="0" cy="170700"/>
              </a:xfrm>
              <a:prstGeom prst="straightConnector1">
                <a:avLst/>
              </a:prstGeom>
              <a:noFill/>
              <a:ln cap="flat" cmpd="sng" w="19050">
                <a:solidFill>
                  <a:srgbClr val="A5B7C6"/>
                </a:solidFill>
                <a:prstDash val="solid"/>
                <a:round/>
                <a:headEnd len="sm" w="sm" type="none"/>
                <a:tailEnd len="med" w="med" type="diamond"/>
              </a:ln>
            </p:spPr>
          </p:cxnSp>
          <p:sp>
            <p:nvSpPr>
              <p:cNvPr id="8858" name="Google Shape;8858;p37"/>
              <p:cNvSpPr/>
              <p:nvPr/>
            </p:nvSpPr>
            <p:spPr>
              <a:xfrm>
                <a:off x="6777990" y="3874492"/>
                <a:ext cx="411129" cy="356237"/>
              </a:xfrm>
              <a:custGeom>
                <a:rect b="b" l="l" r="r" t="t"/>
                <a:pathLst>
                  <a:path extrusionOk="0" h="60023" w="69272">
                    <a:moveTo>
                      <a:pt x="17333" y="0"/>
                    </a:moveTo>
                    <a:lnTo>
                      <a:pt x="0" y="30011"/>
                    </a:lnTo>
                    <a:lnTo>
                      <a:pt x="17333" y="60023"/>
                    </a:lnTo>
                    <a:lnTo>
                      <a:pt x="51939" y="60023"/>
                    </a:lnTo>
                    <a:lnTo>
                      <a:pt x="69271" y="30011"/>
                    </a:lnTo>
                    <a:lnTo>
                      <a:pt x="51939" y="0"/>
                    </a:lnTo>
                    <a:close/>
                  </a:path>
                </a:pathLst>
              </a:custGeom>
              <a:solidFill>
                <a:srgbClr val="435D74"/>
              </a:solidFill>
              <a:ln cap="flat" cmpd="sng" w="19050">
                <a:solidFill>
                  <a:srgbClr val="A5B7C5"/>
                </a:solidFill>
                <a:prstDash val="solid"/>
                <a:miter lim="58162"/>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8859" name="Google Shape;8859;p37"/>
            <p:cNvGrpSpPr/>
            <p:nvPr/>
          </p:nvGrpSpPr>
          <p:grpSpPr>
            <a:xfrm>
              <a:off x="7188425" y="3710194"/>
              <a:ext cx="411123" cy="520535"/>
              <a:chOff x="7188425" y="3710194"/>
              <a:chExt cx="411123" cy="520535"/>
            </a:xfrm>
          </p:grpSpPr>
          <p:cxnSp>
            <p:nvCxnSpPr>
              <p:cNvPr id="8860" name="Google Shape;8860;p37"/>
              <p:cNvCxnSpPr/>
              <p:nvPr/>
            </p:nvCxnSpPr>
            <p:spPr>
              <a:xfrm rot="10800000">
                <a:off x="7393988" y="3710194"/>
                <a:ext cx="0" cy="170700"/>
              </a:xfrm>
              <a:prstGeom prst="straightConnector1">
                <a:avLst/>
              </a:prstGeom>
              <a:noFill/>
              <a:ln cap="flat" cmpd="sng" w="19050">
                <a:solidFill>
                  <a:srgbClr val="A5B7C6"/>
                </a:solidFill>
                <a:prstDash val="solid"/>
                <a:round/>
                <a:headEnd len="sm" w="sm" type="none"/>
                <a:tailEnd len="med" w="med" type="diamond"/>
              </a:ln>
            </p:spPr>
          </p:cxnSp>
          <p:sp>
            <p:nvSpPr>
              <p:cNvPr id="8861" name="Google Shape;8861;p37"/>
              <p:cNvSpPr/>
              <p:nvPr/>
            </p:nvSpPr>
            <p:spPr>
              <a:xfrm>
                <a:off x="7188425" y="3874492"/>
                <a:ext cx="411123" cy="356237"/>
              </a:xfrm>
              <a:custGeom>
                <a:rect b="b" l="l" r="r" t="t"/>
                <a:pathLst>
                  <a:path extrusionOk="0" h="60023" w="69271">
                    <a:moveTo>
                      <a:pt x="17274" y="0"/>
                    </a:moveTo>
                    <a:lnTo>
                      <a:pt x="0" y="30011"/>
                    </a:lnTo>
                    <a:lnTo>
                      <a:pt x="17274" y="60023"/>
                    </a:lnTo>
                    <a:lnTo>
                      <a:pt x="51939" y="60023"/>
                    </a:lnTo>
                    <a:lnTo>
                      <a:pt x="69271" y="30011"/>
                    </a:lnTo>
                    <a:lnTo>
                      <a:pt x="51939" y="0"/>
                    </a:lnTo>
                    <a:close/>
                  </a:path>
                </a:pathLst>
              </a:custGeom>
              <a:solidFill>
                <a:srgbClr val="435D74"/>
              </a:solidFill>
              <a:ln cap="flat" cmpd="sng" w="19050">
                <a:solidFill>
                  <a:srgbClr val="A5B7C5"/>
                </a:solidFill>
                <a:prstDash val="solid"/>
                <a:miter lim="58162"/>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8862" name="Google Shape;8862;p37"/>
            <p:cNvGrpSpPr/>
            <p:nvPr/>
          </p:nvGrpSpPr>
          <p:grpSpPr>
            <a:xfrm>
              <a:off x="7603341" y="3874492"/>
              <a:ext cx="411474" cy="513083"/>
              <a:chOff x="7603341" y="3874492"/>
              <a:chExt cx="411474" cy="513083"/>
            </a:xfrm>
          </p:grpSpPr>
          <p:cxnSp>
            <p:nvCxnSpPr>
              <p:cNvPr id="8863" name="Google Shape;8863;p37"/>
              <p:cNvCxnSpPr/>
              <p:nvPr/>
            </p:nvCxnSpPr>
            <p:spPr>
              <a:xfrm>
                <a:off x="7809095" y="4216875"/>
                <a:ext cx="0" cy="170700"/>
              </a:xfrm>
              <a:prstGeom prst="straightConnector1">
                <a:avLst/>
              </a:prstGeom>
              <a:noFill/>
              <a:ln cap="flat" cmpd="sng" w="19050">
                <a:solidFill>
                  <a:srgbClr val="A5B7C6"/>
                </a:solidFill>
                <a:prstDash val="solid"/>
                <a:round/>
                <a:headEnd len="sm" w="sm" type="none"/>
                <a:tailEnd len="med" w="med" type="diamond"/>
              </a:ln>
            </p:spPr>
          </p:cxnSp>
          <p:sp>
            <p:nvSpPr>
              <p:cNvPr id="8864" name="Google Shape;8864;p37"/>
              <p:cNvSpPr/>
              <p:nvPr/>
            </p:nvSpPr>
            <p:spPr>
              <a:xfrm>
                <a:off x="7603341" y="3874492"/>
                <a:ext cx="411474" cy="356237"/>
              </a:xfrm>
              <a:custGeom>
                <a:rect b="b" l="l" r="r" t="t"/>
                <a:pathLst>
                  <a:path extrusionOk="0" h="60023" w="69330">
                    <a:moveTo>
                      <a:pt x="17333" y="0"/>
                    </a:moveTo>
                    <a:lnTo>
                      <a:pt x="1" y="30011"/>
                    </a:lnTo>
                    <a:lnTo>
                      <a:pt x="17333" y="60023"/>
                    </a:lnTo>
                    <a:lnTo>
                      <a:pt x="51998" y="60023"/>
                    </a:lnTo>
                    <a:lnTo>
                      <a:pt x="69330" y="30011"/>
                    </a:lnTo>
                    <a:lnTo>
                      <a:pt x="51998" y="0"/>
                    </a:lnTo>
                    <a:close/>
                  </a:path>
                </a:pathLst>
              </a:custGeom>
              <a:solidFill>
                <a:srgbClr val="435D74"/>
              </a:solidFill>
              <a:ln cap="flat" cmpd="sng" w="19050">
                <a:solidFill>
                  <a:srgbClr val="A5B7C5"/>
                </a:solidFill>
                <a:prstDash val="solid"/>
                <a:miter lim="58162"/>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8865" name="Google Shape;8865;p37"/>
            <p:cNvGrpSpPr/>
            <p:nvPr/>
          </p:nvGrpSpPr>
          <p:grpSpPr>
            <a:xfrm>
              <a:off x="8013776" y="3722847"/>
              <a:ext cx="411129" cy="507882"/>
              <a:chOff x="8013776" y="3722847"/>
              <a:chExt cx="411129" cy="507882"/>
            </a:xfrm>
          </p:grpSpPr>
          <p:cxnSp>
            <p:nvCxnSpPr>
              <p:cNvPr id="8866" name="Google Shape;8866;p37"/>
              <p:cNvCxnSpPr/>
              <p:nvPr/>
            </p:nvCxnSpPr>
            <p:spPr>
              <a:xfrm rot="10800000">
                <a:off x="8219339" y="3722847"/>
                <a:ext cx="0" cy="169800"/>
              </a:xfrm>
              <a:prstGeom prst="straightConnector1">
                <a:avLst/>
              </a:prstGeom>
              <a:noFill/>
              <a:ln cap="flat" cmpd="sng" w="19050">
                <a:solidFill>
                  <a:srgbClr val="A5B7C6"/>
                </a:solidFill>
                <a:prstDash val="solid"/>
                <a:round/>
                <a:headEnd len="sm" w="sm" type="none"/>
                <a:tailEnd len="med" w="med" type="diamond"/>
              </a:ln>
            </p:spPr>
          </p:cxnSp>
          <p:sp>
            <p:nvSpPr>
              <p:cNvPr id="8867" name="Google Shape;8867;p37"/>
              <p:cNvSpPr/>
              <p:nvPr/>
            </p:nvSpPr>
            <p:spPr>
              <a:xfrm>
                <a:off x="8013776" y="3874492"/>
                <a:ext cx="411129" cy="356237"/>
              </a:xfrm>
              <a:custGeom>
                <a:rect b="b" l="l" r="r" t="t"/>
                <a:pathLst>
                  <a:path extrusionOk="0" h="60023" w="69272">
                    <a:moveTo>
                      <a:pt x="17333" y="0"/>
                    </a:moveTo>
                    <a:lnTo>
                      <a:pt x="0" y="30011"/>
                    </a:lnTo>
                    <a:lnTo>
                      <a:pt x="17333" y="60023"/>
                    </a:lnTo>
                    <a:lnTo>
                      <a:pt x="51939" y="60023"/>
                    </a:lnTo>
                    <a:lnTo>
                      <a:pt x="69271" y="30011"/>
                    </a:lnTo>
                    <a:lnTo>
                      <a:pt x="51939" y="0"/>
                    </a:lnTo>
                    <a:close/>
                  </a:path>
                </a:pathLst>
              </a:custGeom>
              <a:solidFill>
                <a:srgbClr val="435D74"/>
              </a:solidFill>
              <a:ln cap="flat" cmpd="sng" w="19050">
                <a:solidFill>
                  <a:srgbClr val="A5B7C5"/>
                </a:solidFill>
                <a:prstDash val="solid"/>
                <a:miter lim="58162"/>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grpSp>
        <p:nvGrpSpPr>
          <p:cNvPr id="8868" name="Google Shape;8868;p37"/>
          <p:cNvGrpSpPr/>
          <p:nvPr/>
        </p:nvGrpSpPr>
        <p:grpSpPr>
          <a:xfrm>
            <a:off x="5262155" y="2703849"/>
            <a:ext cx="1421889" cy="1020604"/>
            <a:chOff x="5190863" y="2824811"/>
            <a:chExt cx="1544860" cy="1108870"/>
          </a:xfrm>
        </p:grpSpPr>
        <p:grpSp>
          <p:nvGrpSpPr>
            <p:cNvPr id="8869" name="Google Shape;8869;p37"/>
            <p:cNvGrpSpPr/>
            <p:nvPr/>
          </p:nvGrpSpPr>
          <p:grpSpPr>
            <a:xfrm>
              <a:off x="5938695" y="3176919"/>
              <a:ext cx="685760" cy="404739"/>
              <a:chOff x="5938695" y="3176919"/>
              <a:chExt cx="685760" cy="404739"/>
            </a:xfrm>
          </p:grpSpPr>
          <p:grpSp>
            <p:nvGrpSpPr>
              <p:cNvPr id="8870" name="Google Shape;8870;p37"/>
              <p:cNvGrpSpPr/>
              <p:nvPr/>
            </p:nvGrpSpPr>
            <p:grpSpPr>
              <a:xfrm>
                <a:off x="5938695" y="3176919"/>
                <a:ext cx="685760" cy="404739"/>
                <a:chOff x="5938695" y="3176919"/>
                <a:chExt cx="685760" cy="404739"/>
              </a:xfrm>
            </p:grpSpPr>
            <p:sp>
              <p:nvSpPr>
                <p:cNvPr id="8871" name="Google Shape;8871;p37"/>
                <p:cNvSpPr/>
                <p:nvPr/>
              </p:nvSpPr>
              <p:spPr>
                <a:xfrm>
                  <a:off x="5938695" y="3176919"/>
                  <a:ext cx="404679" cy="404739"/>
                </a:xfrm>
                <a:custGeom>
                  <a:rect b="b" l="l" r="r" t="t"/>
                  <a:pathLst>
                    <a:path extrusionOk="0" h="9651" w="9649">
                      <a:moveTo>
                        <a:pt x="4922" y="1"/>
                      </a:moveTo>
                      <a:cubicBezTo>
                        <a:pt x="4890" y="1"/>
                        <a:pt x="4858" y="2"/>
                        <a:pt x="4826" y="2"/>
                      </a:cubicBezTo>
                      <a:lnTo>
                        <a:pt x="4826" y="1251"/>
                      </a:lnTo>
                      <a:cubicBezTo>
                        <a:pt x="4858" y="1251"/>
                        <a:pt x="4890" y="1251"/>
                        <a:pt x="4922" y="1253"/>
                      </a:cubicBezTo>
                      <a:lnTo>
                        <a:pt x="4925" y="1253"/>
                      </a:lnTo>
                      <a:cubicBezTo>
                        <a:pt x="6858" y="1309"/>
                        <a:pt x="8395" y="2891"/>
                        <a:pt x="8395" y="4825"/>
                      </a:cubicBezTo>
                      <a:cubicBezTo>
                        <a:pt x="8395" y="4845"/>
                        <a:pt x="8393" y="4864"/>
                        <a:pt x="8393" y="4883"/>
                      </a:cubicBezTo>
                      <a:cubicBezTo>
                        <a:pt x="8361" y="6814"/>
                        <a:pt x="6800" y="8371"/>
                        <a:pt x="4869" y="8396"/>
                      </a:cubicBezTo>
                      <a:cubicBezTo>
                        <a:pt x="4853" y="8397"/>
                        <a:pt x="4837" y="8397"/>
                        <a:pt x="4820" y="8397"/>
                      </a:cubicBezTo>
                      <a:cubicBezTo>
                        <a:pt x="2911" y="8397"/>
                        <a:pt x="1336" y="6893"/>
                        <a:pt x="1253" y="4979"/>
                      </a:cubicBezTo>
                      <a:lnTo>
                        <a:pt x="1253" y="4971"/>
                      </a:lnTo>
                      <a:cubicBezTo>
                        <a:pt x="1251" y="4942"/>
                        <a:pt x="1251" y="4912"/>
                        <a:pt x="1251" y="4883"/>
                      </a:cubicBezTo>
                      <a:lnTo>
                        <a:pt x="2" y="4883"/>
                      </a:lnTo>
                      <a:cubicBezTo>
                        <a:pt x="2" y="4913"/>
                        <a:pt x="2" y="4944"/>
                        <a:pt x="1" y="4976"/>
                      </a:cubicBezTo>
                      <a:lnTo>
                        <a:pt x="1" y="4979"/>
                      </a:lnTo>
                      <a:cubicBezTo>
                        <a:pt x="23" y="5762"/>
                        <a:pt x="238" y="6528"/>
                        <a:pt x="627" y="7208"/>
                      </a:cubicBezTo>
                      <a:cubicBezTo>
                        <a:pt x="1484" y="8717"/>
                        <a:pt x="3085" y="9650"/>
                        <a:pt x="4822" y="9650"/>
                      </a:cubicBezTo>
                      <a:cubicBezTo>
                        <a:pt x="7468" y="9650"/>
                        <a:pt x="9614" y="7520"/>
                        <a:pt x="9646" y="4883"/>
                      </a:cubicBezTo>
                      <a:cubicBezTo>
                        <a:pt x="9646" y="4864"/>
                        <a:pt x="9647" y="4845"/>
                        <a:pt x="9647" y="4825"/>
                      </a:cubicBezTo>
                      <a:cubicBezTo>
                        <a:pt x="9649" y="3088"/>
                        <a:pt x="8714" y="1483"/>
                        <a:pt x="7200" y="628"/>
                      </a:cubicBezTo>
                      <a:cubicBezTo>
                        <a:pt x="6746" y="369"/>
                        <a:pt x="6251" y="186"/>
                        <a:pt x="5737" y="87"/>
                      </a:cubicBezTo>
                      <a:cubicBezTo>
                        <a:pt x="5468" y="36"/>
                        <a:pt x="5195" y="7"/>
                        <a:pt x="4922" y="1"/>
                      </a:cubicBezTo>
                      <a:close/>
                    </a:path>
                  </a:pathLst>
                </a:custGeom>
                <a:solidFill>
                  <a:srgbClr val="A5B7C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872" name="Google Shape;8872;p37"/>
                <p:cNvSpPr/>
                <p:nvPr/>
              </p:nvSpPr>
              <p:spPr>
                <a:xfrm>
                  <a:off x="6256893" y="3285705"/>
                  <a:ext cx="367562" cy="187754"/>
                </a:xfrm>
                <a:custGeom>
                  <a:rect b="b" l="l" r="r" t="t"/>
                  <a:pathLst>
                    <a:path extrusionOk="0" h="4477" w="8764">
                      <a:moveTo>
                        <a:pt x="6645" y="1"/>
                      </a:moveTo>
                      <a:cubicBezTo>
                        <a:pt x="6644" y="1"/>
                        <a:pt x="6643" y="1"/>
                        <a:pt x="6642" y="1"/>
                      </a:cubicBezTo>
                      <a:lnTo>
                        <a:pt x="14" y="1"/>
                      </a:lnTo>
                      <a:cubicBezTo>
                        <a:pt x="1061" y="1309"/>
                        <a:pt x="1055" y="3173"/>
                        <a:pt x="1" y="4476"/>
                      </a:cubicBezTo>
                      <a:lnTo>
                        <a:pt x="6642" y="4476"/>
                      </a:lnTo>
                      <a:cubicBezTo>
                        <a:pt x="7814" y="4476"/>
                        <a:pt x="8763" y="3527"/>
                        <a:pt x="8763" y="2355"/>
                      </a:cubicBezTo>
                      <a:lnTo>
                        <a:pt x="8763" y="2121"/>
                      </a:lnTo>
                      <a:cubicBezTo>
                        <a:pt x="8762" y="950"/>
                        <a:pt x="7814" y="1"/>
                        <a:pt x="6645" y="1"/>
                      </a:cubicBezTo>
                      <a:close/>
                    </a:path>
                  </a:pathLst>
                </a:custGeom>
                <a:solidFill>
                  <a:srgbClr val="667E9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8873" name="Google Shape;8873;p37"/>
              <p:cNvSpPr/>
              <p:nvPr/>
            </p:nvSpPr>
            <p:spPr>
              <a:xfrm>
                <a:off x="6044300" y="3282475"/>
                <a:ext cx="191959" cy="191990"/>
              </a:xfrm>
              <a:custGeom>
                <a:rect b="b" l="l" r="r" t="t"/>
                <a:pathLst>
                  <a:path extrusionOk="0" h="4578" w="4577">
                    <a:moveTo>
                      <a:pt x="2288" y="1"/>
                    </a:moveTo>
                    <a:cubicBezTo>
                      <a:pt x="1025" y="1"/>
                      <a:pt x="0" y="1024"/>
                      <a:pt x="0" y="2289"/>
                    </a:cubicBezTo>
                    <a:cubicBezTo>
                      <a:pt x="0" y="3553"/>
                      <a:pt x="1025" y="4577"/>
                      <a:pt x="2288" y="4577"/>
                    </a:cubicBezTo>
                    <a:cubicBezTo>
                      <a:pt x="3552" y="4577"/>
                      <a:pt x="4577" y="3553"/>
                      <a:pt x="4577" y="2289"/>
                    </a:cubicBezTo>
                    <a:cubicBezTo>
                      <a:pt x="4577" y="1024"/>
                      <a:pt x="3552" y="1"/>
                      <a:pt x="2288" y="1"/>
                    </a:cubicBez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8874" name="Google Shape;8874;p37"/>
            <p:cNvGrpSpPr/>
            <p:nvPr/>
          </p:nvGrpSpPr>
          <p:grpSpPr>
            <a:xfrm>
              <a:off x="5305233" y="3176835"/>
              <a:ext cx="685970" cy="404655"/>
              <a:chOff x="5305233" y="3176835"/>
              <a:chExt cx="685970" cy="404655"/>
            </a:xfrm>
          </p:grpSpPr>
          <p:grpSp>
            <p:nvGrpSpPr>
              <p:cNvPr id="8875" name="Google Shape;8875;p37"/>
              <p:cNvGrpSpPr/>
              <p:nvPr/>
            </p:nvGrpSpPr>
            <p:grpSpPr>
              <a:xfrm>
                <a:off x="5305233" y="3176835"/>
                <a:ext cx="685970" cy="404655"/>
                <a:chOff x="5305233" y="3176835"/>
                <a:chExt cx="685970" cy="404655"/>
              </a:xfrm>
            </p:grpSpPr>
            <p:sp>
              <p:nvSpPr>
                <p:cNvPr id="8876" name="Google Shape;8876;p37"/>
                <p:cNvSpPr/>
                <p:nvPr/>
              </p:nvSpPr>
              <p:spPr>
                <a:xfrm>
                  <a:off x="5586650" y="3176835"/>
                  <a:ext cx="404553" cy="404655"/>
                </a:xfrm>
                <a:custGeom>
                  <a:rect b="b" l="l" r="r" t="t"/>
                  <a:pathLst>
                    <a:path extrusionOk="0" h="9649" w="9646">
                      <a:moveTo>
                        <a:pt x="4824" y="1"/>
                      </a:moveTo>
                      <a:cubicBezTo>
                        <a:pt x="2159" y="1"/>
                        <a:pt x="1" y="2161"/>
                        <a:pt x="1" y="4826"/>
                      </a:cubicBezTo>
                      <a:lnTo>
                        <a:pt x="1" y="4883"/>
                      </a:lnTo>
                      <a:cubicBezTo>
                        <a:pt x="31" y="7486"/>
                        <a:pt x="2121" y="9594"/>
                        <a:pt x="4724" y="9647"/>
                      </a:cubicBezTo>
                      <a:cubicBezTo>
                        <a:pt x="4756" y="9647"/>
                        <a:pt x="4790" y="9649"/>
                        <a:pt x="4824" y="9649"/>
                      </a:cubicBezTo>
                      <a:lnTo>
                        <a:pt x="4829" y="9649"/>
                      </a:lnTo>
                      <a:cubicBezTo>
                        <a:pt x="4861" y="9649"/>
                        <a:pt x="4893" y="9649"/>
                        <a:pt x="4925" y="9647"/>
                      </a:cubicBezTo>
                      <a:cubicBezTo>
                        <a:pt x="5725" y="9633"/>
                        <a:pt x="6508" y="9417"/>
                        <a:pt x="7205" y="9021"/>
                      </a:cubicBezTo>
                      <a:cubicBezTo>
                        <a:pt x="6508" y="8626"/>
                        <a:pt x="5725" y="8411"/>
                        <a:pt x="4925" y="8395"/>
                      </a:cubicBezTo>
                      <a:cubicBezTo>
                        <a:pt x="4893" y="8397"/>
                        <a:pt x="4861" y="8397"/>
                        <a:pt x="4829" y="8397"/>
                      </a:cubicBezTo>
                      <a:lnTo>
                        <a:pt x="4824" y="8397"/>
                      </a:lnTo>
                      <a:cubicBezTo>
                        <a:pt x="4790" y="8397"/>
                        <a:pt x="4756" y="8397"/>
                        <a:pt x="4724" y="8395"/>
                      </a:cubicBezTo>
                      <a:cubicBezTo>
                        <a:pt x="2817" y="8344"/>
                        <a:pt x="1283" y="6795"/>
                        <a:pt x="1253" y="4883"/>
                      </a:cubicBezTo>
                      <a:cubicBezTo>
                        <a:pt x="1253" y="4863"/>
                        <a:pt x="1251" y="4843"/>
                        <a:pt x="1251" y="4824"/>
                      </a:cubicBezTo>
                      <a:cubicBezTo>
                        <a:pt x="1251" y="2851"/>
                        <a:pt x="2851" y="1252"/>
                        <a:pt x="4824" y="1252"/>
                      </a:cubicBezTo>
                      <a:cubicBezTo>
                        <a:pt x="6745" y="1252"/>
                        <a:pt x="8313" y="2768"/>
                        <a:pt x="8393" y="4670"/>
                      </a:cubicBezTo>
                      <a:lnTo>
                        <a:pt x="8393" y="4674"/>
                      </a:lnTo>
                      <a:cubicBezTo>
                        <a:pt x="8396" y="4723"/>
                        <a:pt x="8396" y="4774"/>
                        <a:pt x="8396" y="4824"/>
                      </a:cubicBezTo>
                      <a:cubicBezTo>
                        <a:pt x="8396" y="4845"/>
                        <a:pt x="8396" y="4863"/>
                        <a:pt x="8396" y="4883"/>
                      </a:cubicBezTo>
                      <a:lnTo>
                        <a:pt x="9644" y="4883"/>
                      </a:lnTo>
                      <a:cubicBezTo>
                        <a:pt x="9644" y="4863"/>
                        <a:pt x="9642" y="4843"/>
                        <a:pt x="9642" y="4824"/>
                      </a:cubicBezTo>
                      <a:cubicBezTo>
                        <a:pt x="9644" y="4778"/>
                        <a:pt x="9644" y="4728"/>
                        <a:pt x="9645" y="4680"/>
                      </a:cubicBezTo>
                      <a:lnTo>
                        <a:pt x="9645" y="4672"/>
                      </a:lnTo>
                      <a:cubicBezTo>
                        <a:pt x="9623" y="3889"/>
                        <a:pt x="9407" y="3124"/>
                        <a:pt x="9019" y="2443"/>
                      </a:cubicBezTo>
                      <a:cubicBezTo>
                        <a:pt x="8163" y="933"/>
                        <a:pt x="6560" y="1"/>
                        <a:pt x="4824" y="1"/>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877" name="Google Shape;8877;p37"/>
                <p:cNvSpPr/>
                <p:nvPr/>
              </p:nvSpPr>
              <p:spPr>
                <a:xfrm>
                  <a:off x="5305233" y="3285914"/>
                  <a:ext cx="367352" cy="187796"/>
                </a:xfrm>
                <a:custGeom>
                  <a:rect b="b" l="l" r="r" t="t"/>
                  <a:pathLst>
                    <a:path extrusionOk="0" h="4478" w="8759">
                      <a:moveTo>
                        <a:pt x="2123" y="0"/>
                      </a:moveTo>
                      <a:cubicBezTo>
                        <a:pt x="951" y="0"/>
                        <a:pt x="1" y="950"/>
                        <a:pt x="1" y="2122"/>
                      </a:cubicBezTo>
                      <a:lnTo>
                        <a:pt x="1" y="2356"/>
                      </a:lnTo>
                      <a:cubicBezTo>
                        <a:pt x="1" y="3528"/>
                        <a:pt x="951" y="4478"/>
                        <a:pt x="2123" y="4478"/>
                      </a:cubicBezTo>
                      <a:lnTo>
                        <a:pt x="8759" y="4478"/>
                      </a:lnTo>
                      <a:cubicBezTo>
                        <a:pt x="7702" y="3176"/>
                        <a:pt x="7694" y="1314"/>
                        <a:pt x="8739" y="2"/>
                      </a:cubicBezTo>
                      <a:lnTo>
                        <a:pt x="8739" y="0"/>
                      </a:ln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8878" name="Google Shape;8878;p37"/>
              <p:cNvSpPr/>
              <p:nvPr/>
            </p:nvSpPr>
            <p:spPr>
              <a:xfrm>
                <a:off x="5694436" y="3282475"/>
                <a:ext cx="192001" cy="191990"/>
              </a:xfrm>
              <a:custGeom>
                <a:rect b="b" l="l" r="r" t="t"/>
                <a:pathLst>
                  <a:path extrusionOk="0" h="4578" w="4578">
                    <a:moveTo>
                      <a:pt x="2289" y="1"/>
                    </a:moveTo>
                    <a:cubicBezTo>
                      <a:pt x="1026" y="1"/>
                      <a:pt x="1" y="1024"/>
                      <a:pt x="1" y="2289"/>
                    </a:cubicBezTo>
                    <a:cubicBezTo>
                      <a:pt x="1" y="3553"/>
                      <a:pt x="1026" y="4577"/>
                      <a:pt x="2289" y="4577"/>
                    </a:cubicBezTo>
                    <a:cubicBezTo>
                      <a:pt x="3552" y="4577"/>
                      <a:pt x="4577" y="3553"/>
                      <a:pt x="4577" y="2289"/>
                    </a:cubicBezTo>
                    <a:cubicBezTo>
                      <a:pt x="4577" y="1024"/>
                      <a:pt x="3552" y="1"/>
                      <a:pt x="2289" y="1"/>
                    </a:cubicBez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8879" name="Google Shape;8879;p37"/>
            <p:cNvSpPr/>
            <p:nvPr/>
          </p:nvSpPr>
          <p:spPr>
            <a:xfrm>
              <a:off x="6103938" y="3114683"/>
              <a:ext cx="40933" cy="7549"/>
            </a:xfrm>
            <a:custGeom>
              <a:rect b="b" l="l" r="r" t="t"/>
              <a:pathLst>
                <a:path extrusionOk="0" h="180" w="976">
                  <a:moveTo>
                    <a:pt x="1" y="1"/>
                  </a:moveTo>
                  <a:lnTo>
                    <a:pt x="1" y="1"/>
                  </a:lnTo>
                  <a:cubicBezTo>
                    <a:pt x="279" y="119"/>
                    <a:pt x="578" y="179"/>
                    <a:pt x="881" y="179"/>
                  </a:cubicBezTo>
                  <a:cubicBezTo>
                    <a:pt x="881" y="179"/>
                    <a:pt x="881" y="179"/>
                    <a:pt x="881" y="179"/>
                  </a:cubicBezTo>
                  <a:lnTo>
                    <a:pt x="881" y="179"/>
                  </a:lnTo>
                  <a:cubicBezTo>
                    <a:pt x="882" y="179"/>
                    <a:pt x="882" y="179"/>
                    <a:pt x="882" y="179"/>
                  </a:cubicBezTo>
                  <a:cubicBezTo>
                    <a:pt x="913" y="179"/>
                    <a:pt x="945" y="178"/>
                    <a:pt x="975" y="176"/>
                  </a:cubicBezTo>
                  <a:lnTo>
                    <a:pt x="975" y="176"/>
                  </a:lnTo>
                  <a:cubicBezTo>
                    <a:pt x="943" y="178"/>
                    <a:pt x="913" y="179"/>
                    <a:pt x="881" y="179"/>
                  </a:cubicBezTo>
                  <a:lnTo>
                    <a:pt x="881" y="179"/>
                  </a:lnTo>
                  <a:cubicBezTo>
                    <a:pt x="579" y="179"/>
                    <a:pt x="279" y="119"/>
                    <a:pt x="1" y="1"/>
                  </a:cubicBezTo>
                  <a:close/>
                </a:path>
              </a:pathLst>
            </a:custGeom>
            <a:solidFill>
              <a:srgbClr val="A5B7C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nvGrpSpPr>
            <p:cNvPr id="8880" name="Google Shape;8880;p37"/>
            <p:cNvGrpSpPr/>
            <p:nvPr/>
          </p:nvGrpSpPr>
          <p:grpSpPr>
            <a:xfrm>
              <a:off x="5657361" y="2824811"/>
              <a:ext cx="1078362" cy="404655"/>
              <a:chOff x="5657361" y="2824811"/>
              <a:chExt cx="1078362" cy="404655"/>
            </a:xfrm>
          </p:grpSpPr>
          <p:grpSp>
            <p:nvGrpSpPr>
              <p:cNvPr id="8881" name="Google Shape;8881;p37"/>
              <p:cNvGrpSpPr/>
              <p:nvPr/>
            </p:nvGrpSpPr>
            <p:grpSpPr>
              <a:xfrm>
                <a:off x="5657361" y="2824811"/>
                <a:ext cx="1078362" cy="404655"/>
                <a:chOff x="5657361" y="2824811"/>
                <a:chExt cx="1078362" cy="404655"/>
              </a:xfrm>
            </p:grpSpPr>
            <p:grpSp>
              <p:nvGrpSpPr>
                <p:cNvPr id="8882" name="Google Shape;8882;p37"/>
                <p:cNvGrpSpPr/>
                <p:nvPr/>
              </p:nvGrpSpPr>
              <p:grpSpPr>
                <a:xfrm>
                  <a:off x="5938485" y="2824811"/>
                  <a:ext cx="797238" cy="404655"/>
                  <a:chOff x="5938485" y="2824811"/>
                  <a:chExt cx="797238" cy="404655"/>
                </a:xfrm>
              </p:grpSpPr>
              <p:sp>
                <p:nvSpPr>
                  <p:cNvPr id="8883" name="Google Shape;8883;p37"/>
                  <p:cNvSpPr/>
                  <p:nvPr/>
                </p:nvSpPr>
                <p:spPr>
                  <a:xfrm>
                    <a:off x="6137952" y="2824811"/>
                    <a:ext cx="597771" cy="301698"/>
                  </a:xfrm>
                  <a:custGeom>
                    <a:rect b="b" l="l" r="r" t="t"/>
                    <a:pathLst>
                      <a:path extrusionOk="0" h="7194" w="14253">
                        <a:moveTo>
                          <a:pt x="1" y="1"/>
                        </a:moveTo>
                        <a:lnTo>
                          <a:pt x="1" y="1255"/>
                        </a:lnTo>
                        <a:cubicBezTo>
                          <a:pt x="1972" y="1256"/>
                          <a:pt x="3570" y="2856"/>
                          <a:pt x="3570" y="4826"/>
                        </a:cubicBezTo>
                        <a:lnTo>
                          <a:pt x="3570" y="4827"/>
                        </a:lnTo>
                        <a:cubicBezTo>
                          <a:pt x="3570" y="4994"/>
                          <a:pt x="3578" y="5160"/>
                          <a:pt x="3594" y="5322"/>
                        </a:cubicBezTo>
                        <a:cubicBezTo>
                          <a:pt x="3703" y="6385"/>
                          <a:pt x="4598" y="7194"/>
                          <a:pt x="5668" y="7194"/>
                        </a:cubicBezTo>
                        <a:lnTo>
                          <a:pt x="14253" y="7194"/>
                        </a:lnTo>
                        <a:lnTo>
                          <a:pt x="14253" y="6015"/>
                        </a:lnTo>
                        <a:lnTo>
                          <a:pt x="5982" y="6017"/>
                        </a:lnTo>
                        <a:cubicBezTo>
                          <a:pt x="5333" y="6017"/>
                          <a:pt x="4819" y="5485"/>
                          <a:pt x="4821" y="4838"/>
                        </a:cubicBezTo>
                        <a:lnTo>
                          <a:pt x="4821" y="4826"/>
                        </a:lnTo>
                        <a:cubicBezTo>
                          <a:pt x="4821" y="2163"/>
                          <a:pt x="2662" y="2"/>
                          <a:pt x="1" y="1"/>
                        </a:cubicBezTo>
                        <a:close/>
                      </a:path>
                    </a:pathLst>
                  </a:custGeom>
                  <a:solidFill>
                    <a:srgbClr val="667E9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884" name="Google Shape;8884;p37"/>
                  <p:cNvSpPr/>
                  <p:nvPr/>
                </p:nvSpPr>
                <p:spPr>
                  <a:xfrm>
                    <a:off x="5938485" y="2824811"/>
                    <a:ext cx="202151" cy="404655"/>
                  </a:xfrm>
                  <a:custGeom>
                    <a:rect b="b" l="l" r="r" t="t"/>
                    <a:pathLst>
                      <a:path extrusionOk="0" h="9649" w="4820">
                        <a:moveTo>
                          <a:pt x="4819" y="1"/>
                        </a:moveTo>
                        <a:cubicBezTo>
                          <a:pt x="2161" y="4"/>
                          <a:pt x="1" y="2167"/>
                          <a:pt x="1" y="4827"/>
                        </a:cubicBezTo>
                        <a:cubicBezTo>
                          <a:pt x="1" y="6565"/>
                          <a:pt x="934" y="8168"/>
                          <a:pt x="2446" y="9023"/>
                        </a:cubicBezTo>
                        <a:cubicBezTo>
                          <a:pt x="3141" y="9418"/>
                          <a:pt x="3924" y="9634"/>
                          <a:pt x="4725" y="9649"/>
                        </a:cubicBezTo>
                        <a:cubicBezTo>
                          <a:pt x="4757" y="9649"/>
                          <a:pt x="4789" y="9647"/>
                          <a:pt x="4819" y="9647"/>
                        </a:cubicBezTo>
                        <a:lnTo>
                          <a:pt x="4819" y="8398"/>
                        </a:lnTo>
                        <a:cubicBezTo>
                          <a:pt x="4787" y="8398"/>
                          <a:pt x="4757" y="8398"/>
                          <a:pt x="4725" y="8397"/>
                        </a:cubicBezTo>
                        <a:lnTo>
                          <a:pt x="4723" y="8397"/>
                        </a:lnTo>
                        <a:cubicBezTo>
                          <a:pt x="2742" y="8342"/>
                          <a:pt x="1165" y="6672"/>
                          <a:pt x="1256" y="4657"/>
                        </a:cubicBezTo>
                        <a:cubicBezTo>
                          <a:pt x="1340" y="2818"/>
                          <a:pt x="2843" y="1327"/>
                          <a:pt x="4685" y="1255"/>
                        </a:cubicBezTo>
                        <a:cubicBezTo>
                          <a:pt x="4730" y="1253"/>
                          <a:pt x="4774" y="1253"/>
                          <a:pt x="4819" y="1253"/>
                        </a:cubicBezTo>
                        <a:lnTo>
                          <a:pt x="4819" y="1"/>
                        </a:lnTo>
                        <a:close/>
                      </a:path>
                    </a:pathLst>
                  </a:custGeom>
                  <a:solidFill>
                    <a:srgbClr val="667E9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8885" name="Google Shape;8885;p37"/>
                <p:cNvSpPr/>
                <p:nvPr/>
              </p:nvSpPr>
              <p:spPr>
                <a:xfrm>
                  <a:off x="5657361" y="2934478"/>
                  <a:ext cx="367688" cy="187838"/>
                </a:xfrm>
                <a:custGeom>
                  <a:rect b="b" l="l" r="r" t="t"/>
                  <a:pathLst>
                    <a:path extrusionOk="0" h="4479" w="8767">
                      <a:moveTo>
                        <a:pt x="2123" y="1"/>
                      </a:moveTo>
                      <a:cubicBezTo>
                        <a:pt x="952" y="1"/>
                        <a:pt x="1" y="950"/>
                        <a:pt x="1" y="2123"/>
                      </a:cubicBezTo>
                      <a:lnTo>
                        <a:pt x="1" y="2356"/>
                      </a:lnTo>
                      <a:cubicBezTo>
                        <a:pt x="1" y="3527"/>
                        <a:pt x="952" y="4478"/>
                        <a:pt x="2123" y="4478"/>
                      </a:cubicBezTo>
                      <a:lnTo>
                        <a:pt x="8766" y="4478"/>
                      </a:lnTo>
                      <a:cubicBezTo>
                        <a:pt x="7702" y="3181"/>
                        <a:pt x="7684" y="1319"/>
                        <a:pt x="8723" y="1"/>
                      </a:cubicBezTo>
                      <a:close/>
                    </a:path>
                  </a:pathLst>
                </a:custGeom>
                <a:solidFill>
                  <a:srgbClr val="A5B7C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8886" name="Google Shape;8886;p37"/>
              <p:cNvSpPr/>
              <p:nvPr/>
            </p:nvSpPr>
            <p:spPr>
              <a:xfrm>
                <a:off x="6047361" y="2932675"/>
                <a:ext cx="192001" cy="191990"/>
              </a:xfrm>
              <a:custGeom>
                <a:rect b="b" l="l" r="r" t="t"/>
                <a:pathLst>
                  <a:path extrusionOk="0" h="4578" w="4578">
                    <a:moveTo>
                      <a:pt x="2289" y="1"/>
                    </a:moveTo>
                    <a:cubicBezTo>
                      <a:pt x="1026" y="1"/>
                      <a:pt x="1" y="1024"/>
                      <a:pt x="1" y="2289"/>
                    </a:cubicBezTo>
                    <a:cubicBezTo>
                      <a:pt x="1" y="3552"/>
                      <a:pt x="1026" y="4577"/>
                      <a:pt x="2289" y="4577"/>
                    </a:cubicBezTo>
                    <a:cubicBezTo>
                      <a:pt x="3552" y="4577"/>
                      <a:pt x="4577" y="3552"/>
                      <a:pt x="4577" y="2289"/>
                    </a:cubicBezTo>
                    <a:cubicBezTo>
                      <a:pt x="4577" y="1024"/>
                      <a:pt x="3552" y="1"/>
                      <a:pt x="2289" y="1"/>
                    </a:cubicBez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8887" name="Google Shape;8887;p37"/>
            <p:cNvGrpSpPr/>
            <p:nvPr/>
          </p:nvGrpSpPr>
          <p:grpSpPr>
            <a:xfrm>
              <a:off x="5190863" y="3528942"/>
              <a:ext cx="1078025" cy="404739"/>
              <a:chOff x="5190863" y="3528942"/>
              <a:chExt cx="1078025" cy="404739"/>
            </a:xfrm>
          </p:grpSpPr>
          <p:sp>
            <p:nvSpPr>
              <p:cNvPr id="8888" name="Google Shape;8888;p37"/>
              <p:cNvSpPr/>
              <p:nvPr/>
            </p:nvSpPr>
            <p:spPr>
              <a:xfrm>
                <a:off x="5694436" y="3635379"/>
                <a:ext cx="192001" cy="191990"/>
              </a:xfrm>
              <a:custGeom>
                <a:rect b="b" l="l" r="r" t="t"/>
                <a:pathLst>
                  <a:path extrusionOk="0" h="4578" w="4578">
                    <a:moveTo>
                      <a:pt x="2289" y="1"/>
                    </a:moveTo>
                    <a:cubicBezTo>
                      <a:pt x="1026" y="1"/>
                      <a:pt x="1" y="1024"/>
                      <a:pt x="1" y="2289"/>
                    </a:cubicBezTo>
                    <a:cubicBezTo>
                      <a:pt x="1" y="3553"/>
                      <a:pt x="1026" y="4577"/>
                      <a:pt x="2289" y="4577"/>
                    </a:cubicBezTo>
                    <a:cubicBezTo>
                      <a:pt x="3552" y="4577"/>
                      <a:pt x="4577" y="3553"/>
                      <a:pt x="4577" y="2289"/>
                    </a:cubicBezTo>
                    <a:cubicBezTo>
                      <a:pt x="4577" y="1024"/>
                      <a:pt x="3552" y="1"/>
                      <a:pt x="2289" y="1"/>
                    </a:cubicBez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nvGrpSpPr>
              <p:cNvPr id="8889" name="Google Shape;8889;p37"/>
              <p:cNvGrpSpPr/>
              <p:nvPr/>
            </p:nvGrpSpPr>
            <p:grpSpPr>
              <a:xfrm>
                <a:off x="5190863" y="3528942"/>
                <a:ext cx="1078025" cy="404739"/>
                <a:chOff x="5190863" y="3528942"/>
                <a:chExt cx="1078025" cy="404739"/>
              </a:xfrm>
            </p:grpSpPr>
            <p:sp>
              <p:nvSpPr>
                <p:cNvPr id="8890" name="Google Shape;8890;p37"/>
                <p:cNvSpPr/>
                <p:nvPr/>
              </p:nvSpPr>
              <p:spPr>
                <a:xfrm>
                  <a:off x="5190863" y="3528942"/>
                  <a:ext cx="800551" cy="404739"/>
                </a:xfrm>
                <a:custGeom>
                  <a:rect b="b" l="l" r="r" t="t"/>
                  <a:pathLst>
                    <a:path extrusionOk="0" h="9651" w="19088">
                      <a:moveTo>
                        <a:pt x="14266" y="1"/>
                      </a:moveTo>
                      <a:lnTo>
                        <a:pt x="14266" y="1253"/>
                      </a:lnTo>
                      <a:cubicBezTo>
                        <a:pt x="14298" y="1253"/>
                        <a:pt x="14330" y="1253"/>
                        <a:pt x="14362" y="1255"/>
                      </a:cubicBezTo>
                      <a:cubicBezTo>
                        <a:pt x="16314" y="1309"/>
                        <a:pt x="17861" y="2922"/>
                        <a:pt x="17833" y="4874"/>
                      </a:cubicBezTo>
                      <a:cubicBezTo>
                        <a:pt x="17808" y="6827"/>
                        <a:pt x="16218" y="8396"/>
                        <a:pt x="14266" y="8398"/>
                      </a:cubicBezTo>
                      <a:lnTo>
                        <a:pt x="14261" y="8398"/>
                      </a:lnTo>
                      <a:cubicBezTo>
                        <a:pt x="12331" y="8398"/>
                        <a:pt x="10757" y="6867"/>
                        <a:pt x="10691" y="4952"/>
                      </a:cubicBezTo>
                      <a:lnTo>
                        <a:pt x="10691" y="4950"/>
                      </a:lnTo>
                      <a:cubicBezTo>
                        <a:pt x="10688" y="4909"/>
                        <a:pt x="10688" y="4867"/>
                        <a:pt x="10688" y="4825"/>
                      </a:cubicBezTo>
                      <a:cubicBezTo>
                        <a:pt x="10688" y="4784"/>
                        <a:pt x="10688" y="4744"/>
                        <a:pt x="10691" y="4704"/>
                      </a:cubicBezTo>
                      <a:lnTo>
                        <a:pt x="10691" y="4680"/>
                      </a:lnTo>
                      <a:cubicBezTo>
                        <a:pt x="10653" y="3432"/>
                        <a:pt x="9614" y="2446"/>
                        <a:pt x="8364" y="2446"/>
                      </a:cubicBezTo>
                      <a:cubicBezTo>
                        <a:pt x="8363" y="2446"/>
                        <a:pt x="8362" y="2446"/>
                        <a:pt x="8361" y="2446"/>
                      </a:cubicBezTo>
                      <a:cubicBezTo>
                        <a:pt x="6936" y="2446"/>
                        <a:pt x="2798" y="2449"/>
                        <a:pt x="1" y="2449"/>
                      </a:cubicBezTo>
                      <a:lnTo>
                        <a:pt x="1" y="3626"/>
                      </a:lnTo>
                      <a:lnTo>
                        <a:pt x="8387" y="3626"/>
                      </a:lnTo>
                      <a:cubicBezTo>
                        <a:pt x="8978" y="3626"/>
                        <a:pt x="9452" y="4113"/>
                        <a:pt x="9438" y="4704"/>
                      </a:cubicBezTo>
                      <a:lnTo>
                        <a:pt x="9438" y="4715"/>
                      </a:lnTo>
                      <a:cubicBezTo>
                        <a:pt x="9438" y="4752"/>
                        <a:pt x="9438" y="4789"/>
                        <a:pt x="9438" y="4825"/>
                      </a:cubicBezTo>
                      <a:cubicBezTo>
                        <a:pt x="9438" y="4862"/>
                        <a:pt x="9438" y="4901"/>
                        <a:pt x="9438" y="4939"/>
                      </a:cubicBezTo>
                      <a:cubicBezTo>
                        <a:pt x="9498" y="7558"/>
                        <a:pt x="11639" y="9650"/>
                        <a:pt x="14259" y="9650"/>
                      </a:cubicBezTo>
                      <a:cubicBezTo>
                        <a:pt x="14260" y="9650"/>
                        <a:pt x="14261" y="9650"/>
                        <a:pt x="14262" y="9650"/>
                      </a:cubicBezTo>
                      <a:lnTo>
                        <a:pt x="14267" y="9650"/>
                      </a:lnTo>
                      <a:cubicBezTo>
                        <a:pt x="16929" y="9647"/>
                        <a:pt x="19087" y="7488"/>
                        <a:pt x="19087" y="4825"/>
                      </a:cubicBezTo>
                      <a:cubicBezTo>
                        <a:pt x="19087" y="3088"/>
                        <a:pt x="18154" y="1484"/>
                        <a:pt x="16640" y="628"/>
                      </a:cubicBezTo>
                      <a:cubicBezTo>
                        <a:pt x="15945" y="233"/>
                        <a:pt x="15162" y="17"/>
                        <a:pt x="14362" y="2"/>
                      </a:cubicBezTo>
                      <a:cubicBezTo>
                        <a:pt x="14330" y="2"/>
                        <a:pt x="14298" y="1"/>
                        <a:pt x="14266" y="1"/>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891" name="Google Shape;8891;p37"/>
                <p:cNvSpPr/>
                <p:nvPr/>
              </p:nvSpPr>
              <p:spPr>
                <a:xfrm>
                  <a:off x="5905730" y="3637351"/>
                  <a:ext cx="363158" cy="187796"/>
                </a:xfrm>
                <a:custGeom>
                  <a:rect b="b" l="l" r="r" t="t"/>
                  <a:pathLst>
                    <a:path extrusionOk="0" h="4478" w="8659">
                      <a:moveTo>
                        <a:pt x="0" y="0"/>
                      </a:moveTo>
                      <a:cubicBezTo>
                        <a:pt x="1051" y="1307"/>
                        <a:pt x="1051" y="3169"/>
                        <a:pt x="0" y="4478"/>
                      </a:cubicBezTo>
                      <a:lnTo>
                        <a:pt x="6537" y="4478"/>
                      </a:lnTo>
                      <a:cubicBezTo>
                        <a:pt x="7708" y="4478"/>
                        <a:pt x="8659" y="3526"/>
                        <a:pt x="8659" y="2356"/>
                      </a:cubicBezTo>
                      <a:lnTo>
                        <a:pt x="8659" y="2120"/>
                      </a:lnTo>
                      <a:cubicBezTo>
                        <a:pt x="8657" y="950"/>
                        <a:pt x="7708" y="0"/>
                        <a:pt x="6537" y="0"/>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grpSp>
      <p:grpSp>
        <p:nvGrpSpPr>
          <p:cNvPr id="8892" name="Google Shape;8892;p37"/>
          <p:cNvGrpSpPr/>
          <p:nvPr/>
        </p:nvGrpSpPr>
        <p:grpSpPr>
          <a:xfrm>
            <a:off x="728162" y="1268317"/>
            <a:ext cx="1086719" cy="879487"/>
            <a:chOff x="803162" y="1474292"/>
            <a:chExt cx="1086719" cy="879487"/>
          </a:xfrm>
        </p:grpSpPr>
        <p:grpSp>
          <p:nvGrpSpPr>
            <p:cNvPr id="8893" name="Google Shape;8893;p37"/>
            <p:cNvGrpSpPr/>
            <p:nvPr/>
          </p:nvGrpSpPr>
          <p:grpSpPr>
            <a:xfrm>
              <a:off x="803162" y="1625948"/>
              <a:ext cx="445857" cy="576578"/>
              <a:chOff x="803162" y="1625948"/>
              <a:chExt cx="445857" cy="576578"/>
            </a:xfrm>
          </p:grpSpPr>
          <p:sp>
            <p:nvSpPr>
              <p:cNvPr id="8894" name="Google Shape;8894;p37"/>
              <p:cNvSpPr/>
              <p:nvPr/>
            </p:nvSpPr>
            <p:spPr>
              <a:xfrm>
                <a:off x="803162" y="1847356"/>
                <a:ext cx="133646" cy="133865"/>
              </a:xfrm>
              <a:custGeom>
                <a:rect b="b" l="l" r="r" t="t"/>
                <a:pathLst>
                  <a:path extrusionOk="0" h="20115" w="20082">
                    <a:moveTo>
                      <a:pt x="10041" y="1"/>
                    </a:moveTo>
                    <a:cubicBezTo>
                      <a:pt x="4503" y="1"/>
                      <a:pt x="0" y="4504"/>
                      <a:pt x="0" y="10041"/>
                    </a:cubicBezTo>
                    <a:cubicBezTo>
                      <a:pt x="0" y="15612"/>
                      <a:pt x="4503" y="20115"/>
                      <a:pt x="10041" y="20115"/>
                    </a:cubicBezTo>
                    <a:cubicBezTo>
                      <a:pt x="15578" y="20115"/>
                      <a:pt x="20081" y="15612"/>
                      <a:pt x="20081" y="10041"/>
                    </a:cubicBezTo>
                    <a:cubicBezTo>
                      <a:pt x="20081" y="4504"/>
                      <a:pt x="15578" y="1"/>
                      <a:pt x="10041" y="1"/>
                    </a:cubicBezTo>
                    <a:close/>
                  </a:path>
                </a:pathLst>
              </a:custGeom>
              <a:solidFill>
                <a:srgbClr val="435D7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nvGrpSpPr>
              <p:cNvPr id="8895" name="Google Shape;8895;p37"/>
              <p:cNvGrpSpPr/>
              <p:nvPr/>
            </p:nvGrpSpPr>
            <p:grpSpPr>
              <a:xfrm>
                <a:off x="1056023" y="1625948"/>
                <a:ext cx="192996" cy="576578"/>
                <a:chOff x="1056023" y="1625948"/>
                <a:chExt cx="192996" cy="576578"/>
              </a:xfrm>
            </p:grpSpPr>
            <p:sp>
              <p:nvSpPr>
                <p:cNvPr id="8896" name="Google Shape;8896;p37"/>
                <p:cNvSpPr/>
                <p:nvPr/>
              </p:nvSpPr>
              <p:spPr>
                <a:xfrm>
                  <a:off x="1066902" y="1914079"/>
                  <a:ext cx="167456" cy="269382"/>
                </a:xfrm>
                <a:custGeom>
                  <a:rect b="b" l="l" r="r" t="t"/>
                  <a:pathLst>
                    <a:path extrusionOk="0" fill="none" h="40463" w="25153">
                      <a:moveTo>
                        <a:pt x="25152" y="40463"/>
                      </a:moveTo>
                      <a:cubicBezTo>
                        <a:pt x="19315" y="40463"/>
                        <a:pt x="14378" y="32724"/>
                        <a:pt x="12777" y="22150"/>
                      </a:cubicBezTo>
                      <a:lnTo>
                        <a:pt x="12810" y="22350"/>
                      </a:lnTo>
                      <a:cubicBezTo>
                        <a:pt x="10542" y="7606"/>
                        <a:pt x="6372" y="1"/>
                        <a:pt x="1" y="1"/>
                      </a:cubicBezTo>
                      <a:lnTo>
                        <a:pt x="1" y="1"/>
                      </a:lnTo>
                    </a:path>
                  </a:pathLst>
                </a:custGeom>
                <a:noFill/>
                <a:ln cap="rnd" cmpd="sng" w="9525">
                  <a:solidFill>
                    <a:srgbClr val="435D74"/>
                  </a:solidFill>
                  <a:prstDash val="solid"/>
                  <a:miter lim="33357"/>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897" name="Google Shape;8897;p37"/>
                <p:cNvSpPr/>
                <p:nvPr/>
              </p:nvSpPr>
              <p:spPr>
                <a:xfrm>
                  <a:off x="1066902" y="1645136"/>
                  <a:ext cx="167456" cy="269382"/>
                </a:xfrm>
                <a:custGeom>
                  <a:rect b="b" l="l" r="r" t="t"/>
                  <a:pathLst>
                    <a:path extrusionOk="0" fill="none" h="40463" w="25153">
                      <a:moveTo>
                        <a:pt x="25152" y="0"/>
                      </a:moveTo>
                      <a:cubicBezTo>
                        <a:pt x="19315" y="0"/>
                        <a:pt x="14378" y="7706"/>
                        <a:pt x="12777" y="18313"/>
                      </a:cubicBezTo>
                      <a:lnTo>
                        <a:pt x="12810" y="18113"/>
                      </a:lnTo>
                      <a:cubicBezTo>
                        <a:pt x="10542" y="32857"/>
                        <a:pt x="6372" y="40462"/>
                        <a:pt x="1" y="40462"/>
                      </a:cubicBezTo>
                      <a:lnTo>
                        <a:pt x="1" y="40462"/>
                      </a:lnTo>
                    </a:path>
                  </a:pathLst>
                </a:custGeom>
                <a:noFill/>
                <a:ln cap="rnd" cmpd="sng" w="9525">
                  <a:solidFill>
                    <a:srgbClr val="435D74"/>
                  </a:solidFill>
                  <a:prstDash val="solid"/>
                  <a:miter lim="33357"/>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898" name="Google Shape;8898;p37"/>
                <p:cNvSpPr/>
                <p:nvPr/>
              </p:nvSpPr>
              <p:spPr>
                <a:xfrm>
                  <a:off x="1056023" y="1893872"/>
                  <a:ext cx="40644" cy="40644"/>
                </a:xfrm>
                <a:custGeom>
                  <a:rect b="b" l="l" r="r" t="t"/>
                  <a:pathLst>
                    <a:path extrusionOk="0" h="6105" w="6105">
                      <a:moveTo>
                        <a:pt x="3069" y="0"/>
                      </a:moveTo>
                      <a:cubicBezTo>
                        <a:pt x="1368" y="0"/>
                        <a:pt x="0" y="1368"/>
                        <a:pt x="0" y="3036"/>
                      </a:cubicBezTo>
                      <a:cubicBezTo>
                        <a:pt x="0" y="4737"/>
                        <a:pt x="1368" y="6105"/>
                        <a:pt x="3069" y="6105"/>
                      </a:cubicBezTo>
                      <a:cubicBezTo>
                        <a:pt x="4737" y="6105"/>
                        <a:pt x="6105" y="4737"/>
                        <a:pt x="6105" y="3036"/>
                      </a:cubicBezTo>
                      <a:cubicBezTo>
                        <a:pt x="6105" y="1368"/>
                        <a:pt x="4737" y="0"/>
                        <a:pt x="3069" y="0"/>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899" name="Google Shape;8899;p37"/>
                <p:cNvSpPr/>
                <p:nvPr/>
              </p:nvSpPr>
              <p:spPr>
                <a:xfrm>
                  <a:off x="1220365" y="2164199"/>
                  <a:ext cx="28654" cy="38327"/>
                </a:xfrm>
                <a:custGeom>
                  <a:rect b="b" l="l" r="r" t="t"/>
                  <a:pathLst>
                    <a:path extrusionOk="0" h="5757" w="4304">
                      <a:moveTo>
                        <a:pt x="509" y="0"/>
                      </a:moveTo>
                      <a:cubicBezTo>
                        <a:pt x="247" y="0"/>
                        <a:pt x="1" y="203"/>
                        <a:pt x="1" y="493"/>
                      </a:cubicBezTo>
                      <a:lnTo>
                        <a:pt x="1" y="5263"/>
                      </a:lnTo>
                      <a:cubicBezTo>
                        <a:pt x="1" y="5554"/>
                        <a:pt x="229" y="5757"/>
                        <a:pt x="482" y="5757"/>
                      </a:cubicBezTo>
                      <a:cubicBezTo>
                        <a:pt x="577" y="5757"/>
                        <a:pt x="676" y="5728"/>
                        <a:pt x="768" y="5664"/>
                      </a:cubicBezTo>
                      <a:lnTo>
                        <a:pt x="4003" y="3395"/>
                      </a:lnTo>
                      <a:cubicBezTo>
                        <a:pt x="4304" y="3195"/>
                        <a:pt x="4304" y="2795"/>
                        <a:pt x="4037" y="2595"/>
                      </a:cubicBezTo>
                      <a:lnTo>
                        <a:pt x="801" y="93"/>
                      </a:lnTo>
                      <a:cubicBezTo>
                        <a:pt x="710" y="29"/>
                        <a:pt x="608" y="0"/>
                        <a:pt x="509" y="0"/>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900" name="Google Shape;8900;p37"/>
                <p:cNvSpPr/>
                <p:nvPr/>
              </p:nvSpPr>
              <p:spPr>
                <a:xfrm>
                  <a:off x="1220365" y="1625948"/>
                  <a:ext cx="28654" cy="38467"/>
                </a:xfrm>
                <a:custGeom>
                  <a:rect b="b" l="l" r="r" t="t"/>
                  <a:pathLst>
                    <a:path extrusionOk="0" h="5778" w="4304">
                      <a:moveTo>
                        <a:pt x="489" y="0"/>
                      </a:moveTo>
                      <a:cubicBezTo>
                        <a:pt x="234" y="0"/>
                        <a:pt x="1" y="207"/>
                        <a:pt x="1" y="514"/>
                      </a:cubicBezTo>
                      <a:lnTo>
                        <a:pt x="1" y="5284"/>
                      </a:lnTo>
                      <a:cubicBezTo>
                        <a:pt x="1" y="5574"/>
                        <a:pt x="229" y="5777"/>
                        <a:pt x="482" y="5777"/>
                      </a:cubicBezTo>
                      <a:cubicBezTo>
                        <a:pt x="577" y="5777"/>
                        <a:pt x="676" y="5748"/>
                        <a:pt x="768" y="5684"/>
                      </a:cubicBezTo>
                      <a:lnTo>
                        <a:pt x="4003" y="3382"/>
                      </a:lnTo>
                      <a:cubicBezTo>
                        <a:pt x="4304" y="3182"/>
                        <a:pt x="4304" y="2782"/>
                        <a:pt x="4037" y="2582"/>
                      </a:cubicBezTo>
                      <a:lnTo>
                        <a:pt x="801" y="113"/>
                      </a:lnTo>
                      <a:cubicBezTo>
                        <a:pt x="704" y="35"/>
                        <a:pt x="595" y="0"/>
                        <a:pt x="489" y="0"/>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grpSp>
          <p:nvGrpSpPr>
            <p:cNvPr id="8901" name="Google Shape;8901;p37"/>
            <p:cNvGrpSpPr/>
            <p:nvPr/>
          </p:nvGrpSpPr>
          <p:grpSpPr>
            <a:xfrm>
              <a:off x="1371406" y="1474292"/>
              <a:ext cx="518475" cy="879487"/>
              <a:chOff x="1398231" y="1474292"/>
              <a:chExt cx="518475" cy="879487"/>
            </a:xfrm>
          </p:grpSpPr>
          <p:grpSp>
            <p:nvGrpSpPr>
              <p:cNvPr id="8902" name="Google Shape;8902;p37"/>
              <p:cNvGrpSpPr/>
              <p:nvPr/>
            </p:nvGrpSpPr>
            <p:grpSpPr>
              <a:xfrm>
                <a:off x="1398231" y="1474292"/>
                <a:ext cx="518475" cy="341643"/>
                <a:chOff x="1398231" y="1474292"/>
                <a:chExt cx="518475" cy="341643"/>
              </a:xfrm>
            </p:grpSpPr>
            <p:sp>
              <p:nvSpPr>
                <p:cNvPr id="8903" name="Google Shape;8903;p37"/>
                <p:cNvSpPr/>
                <p:nvPr/>
              </p:nvSpPr>
              <p:spPr>
                <a:xfrm>
                  <a:off x="1398231" y="1595601"/>
                  <a:ext cx="102159" cy="99017"/>
                </a:xfrm>
                <a:custGeom>
                  <a:rect b="b" l="l" r="r" t="t"/>
                  <a:pathLst>
                    <a:path extrusionOk="0" h="14873" w="15345">
                      <a:moveTo>
                        <a:pt x="7692" y="1"/>
                      </a:moveTo>
                      <a:cubicBezTo>
                        <a:pt x="7531" y="1"/>
                        <a:pt x="7369" y="6"/>
                        <a:pt x="7206" y="16"/>
                      </a:cubicBezTo>
                      <a:cubicBezTo>
                        <a:pt x="3136" y="283"/>
                        <a:pt x="0" y="3786"/>
                        <a:pt x="267" y="7889"/>
                      </a:cubicBezTo>
                      <a:cubicBezTo>
                        <a:pt x="493" y="11846"/>
                        <a:pt x="3790" y="14873"/>
                        <a:pt x="7706" y="14873"/>
                      </a:cubicBezTo>
                      <a:cubicBezTo>
                        <a:pt x="7850" y="14873"/>
                        <a:pt x="7994" y="14869"/>
                        <a:pt x="8140" y="14860"/>
                      </a:cubicBezTo>
                      <a:cubicBezTo>
                        <a:pt x="12243" y="14594"/>
                        <a:pt x="15345" y="11058"/>
                        <a:pt x="15111" y="6988"/>
                      </a:cubicBezTo>
                      <a:cubicBezTo>
                        <a:pt x="14855" y="3048"/>
                        <a:pt x="11585" y="1"/>
                        <a:pt x="7692" y="1"/>
                      </a:cubicBezTo>
                      <a:close/>
                    </a:path>
                  </a:pathLst>
                </a:custGeom>
                <a:solidFill>
                  <a:srgbClr val="5F7D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nvGrpSpPr>
                <p:cNvPr id="8904" name="Google Shape;8904;p37"/>
                <p:cNvGrpSpPr/>
                <p:nvPr/>
              </p:nvGrpSpPr>
              <p:grpSpPr>
                <a:xfrm>
                  <a:off x="1616453" y="1474292"/>
                  <a:ext cx="300253" cy="341643"/>
                  <a:chOff x="1616453" y="1475379"/>
                  <a:chExt cx="300253" cy="341643"/>
                </a:xfrm>
              </p:grpSpPr>
              <p:sp>
                <p:nvSpPr>
                  <p:cNvPr id="8905" name="Google Shape;8905;p37"/>
                  <p:cNvSpPr/>
                  <p:nvPr/>
                </p:nvSpPr>
                <p:spPr>
                  <a:xfrm>
                    <a:off x="1631387" y="1645136"/>
                    <a:ext cx="85283" cy="74624"/>
                  </a:xfrm>
                  <a:custGeom>
                    <a:rect b="b" l="l" r="r" t="t"/>
                    <a:pathLst>
                      <a:path extrusionOk="0" fill="none" h="11209" w="12810">
                        <a:moveTo>
                          <a:pt x="1" y="0"/>
                        </a:moveTo>
                        <a:lnTo>
                          <a:pt x="1" y="0"/>
                        </a:lnTo>
                        <a:cubicBezTo>
                          <a:pt x="6372" y="0"/>
                          <a:pt x="10542" y="3803"/>
                          <a:pt x="12810" y="11208"/>
                        </a:cubicBezTo>
                      </a:path>
                    </a:pathLst>
                  </a:custGeom>
                  <a:noFill/>
                  <a:ln cap="rnd" cmpd="sng" w="9525">
                    <a:solidFill>
                      <a:srgbClr val="5F7D95"/>
                    </a:solidFill>
                    <a:prstDash val="solid"/>
                    <a:miter lim="33357"/>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906" name="Google Shape;8906;p37"/>
                  <p:cNvSpPr/>
                  <p:nvPr/>
                </p:nvSpPr>
                <p:spPr>
                  <a:xfrm>
                    <a:off x="1716447" y="1509882"/>
                    <a:ext cx="82400" cy="61302"/>
                  </a:xfrm>
                  <a:custGeom>
                    <a:rect b="b" l="l" r="r" t="t"/>
                    <a:pathLst>
                      <a:path extrusionOk="0" fill="none" h="9208" w="12377">
                        <a:moveTo>
                          <a:pt x="1" y="9207"/>
                        </a:moveTo>
                        <a:cubicBezTo>
                          <a:pt x="1635" y="3870"/>
                          <a:pt x="6539" y="1"/>
                          <a:pt x="12376" y="1"/>
                        </a:cubicBezTo>
                      </a:path>
                    </a:pathLst>
                  </a:custGeom>
                  <a:noFill/>
                  <a:ln cap="rnd" cmpd="sng" w="9525">
                    <a:solidFill>
                      <a:srgbClr val="5F7D95"/>
                    </a:solidFill>
                    <a:prstDash val="solid"/>
                    <a:miter lim="33357"/>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907" name="Google Shape;8907;p37"/>
                  <p:cNvSpPr/>
                  <p:nvPr/>
                </p:nvSpPr>
                <p:spPr>
                  <a:xfrm>
                    <a:off x="1716447" y="1719091"/>
                    <a:ext cx="82400" cy="61076"/>
                  </a:xfrm>
                  <a:custGeom>
                    <a:rect b="b" l="l" r="r" t="t"/>
                    <a:pathLst>
                      <a:path extrusionOk="0" fill="none" h="9174" w="12377">
                        <a:moveTo>
                          <a:pt x="1" y="0"/>
                        </a:moveTo>
                        <a:cubicBezTo>
                          <a:pt x="1635" y="5304"/>
                          <a:pt x="6539" y="9173"/>
                          <a:pt x="12376" y="9173"/>
                        </a:cubicBezTo>
                      </a:path>
                    </a:pathLst>
                  </a:custGeom>
                  <a:noFill/>
                  <a:ln cap="rnd" cmpd="sng" w="9525">
                    <a:solidFill>
                      <a:srgbClr val="5F7D95"/>
                    </a:solidFill>
                    <a:prstDash val="solid"/>
                    <a:miter lim="33357"/>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908" name="Google Shape;8908;p37"/>
                  <p:cNvSpPr/>
                  <p:nvPr/>
                </p:nvSpPr>
                <p:spPr>
                  <a:xfrm>
                    <a:off x="1631387" y="1570955"/>
                    <a:ext cx="85283" cy="74185"/>
                  </a:xfrm>
                  <a:custGeom>
                    <a:rect b="b" l="l" r="r" t="t"/>
                    <a:pathLst>
                      <a:path extrusionOk="0" fill="none" h="11143" w="12810">
                        <a:moveTo>
                          <a:pt x="1" y="11142"/>
                        </a:moveTo>
                        <a:cubicBezTo>
                          <a:pt x="6539" y="11142"/>
                          <a:pt x="10275" y="7106"/>
                          <a:pt x="12810" y="1"/>
                        </a:cubicBezTo>
                      </a:path>
                    </a:pathLst>
                  </a:custGeom>
                  <a:noFill/>
                  <a:ln cap="rnd" cmpd="sng" w="9525">
                    <a:solidFill>
                      <a:srgbClr val="5F7D95"/>
                    </a:solidFill>
                    <a:prstDash val="solid"/>
                    <a:miter lim="33357"/>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909" name="Google Shape;8909;p37"/>
                  <p:cNvSpPr/>
                  <p:nvPr/>
                </p:nvSpPr>
                <p:spPr>
                  <a:xfrm>
                    <a:off x="1616453" y="1624776"/>
                    <a:ext cx="42868" cy="40717"/>
                  </a:xfrm>
                  <a:custGeom>
                    <a:rect b="b" l="l" r="r" t="t"/>
                    <a:pathLst>
                      <a:path extrusionOk="0" h="6116" w="6439">
                        <a:moveTo>
                          <a:pt x="3199" y="1"/>
                        </a:moveTo>
                        <a:cubicBezTo>
                          <a:pt x="3079" y="1"/>
                          <a:pt x="2958" y="8"/>
                          <a:pt x="2835" y="23"/>
                        </a:cubicBezTo>
                        <a:cubicBezTo>
                          <a:pt x="1168" y="256"/>
                          <a:pt x="0" y="1757"/>
                          <a:pt x="200" y="3425"/>
                        </a:cubicBezTo>
                        <a:cubicBezTo>
                          <a:pt x="386" y="4971"/>
                          <a:pt x="1717" y="6115"/>
                          <a:pt x="3239" y="6115"/>
                        </a:cubicBezTo>
                        <a:cubicBezTo>
                          <a:pt x="3359" y="6115"/>
                          <a:pt x="3481" y="6108"/>
                          <a:pt x="3603" y="6094"/>
                        </a:cubicBezTo>
                        <a:cubicBezTo>
                          <a:pt x="5271" y="5860"/>
                          <a:pt x="6438" y="4359"/>
                          <a:pt x="6238" y="2691"/>
                        </a:cubicBezTo>
                        <a:cubicBezTo>
                          <a:pt x="6052" y="1145"/>
                          <a:pt x="4721" y="1"/>
                          <a:pt x="3199" y="1"/>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910" name="Google Shape;8910;p37"/>
                  <p:cNvSpPr/>
                  <p:nvPr/>
                </p:nvSpPr>
                <p:spPr>
                  <a:xfrm>
                    <a:off x="1784849" y="1760975"/>
                    <a:ext cx="28654" cy="38467"/>
                  </a:xfrm>
                  <a:custGeom>
                    <a:rect b="b" l="l" r="r" t="t"/>
                    <a:pathLst>
                      <a:path extrusionOk="0" h="5778" w="4304">
                        <a:moveTo>
                          <a:pt x="489" y="0"/>
                        </a:moveTo>
                        <a:cubicBezTo>
                          <a:pt x="234" y="0"/>
                          <a:pt x="1" y="207"/>
                          <a:pt x="1" y="514"/>
                        </a:cubicBezTo>
                        <a:lnTo>
                          <a:pt x="1" y="5284"/>
                        </a:lnTo>
                        <a:cubicBezTo>
                          <a:pt x="1" y="5575"/>
                          <a:pt x="229" y="5777"/>
                          <a:pt x="482" y="5777"/>
                        </a:cubicBezTo>
                        <a:cubicBezTo>
                          <a:pt x="577" y="5777"/>
                          <a:pt x="676" y="5748"/>
                          <a:pt x="768" y="5684"/>
                        </a:cubicBezTo>
                        <a:lnTo>
                          <a:pt x="4037" y="3383"/>
                        </a:lnTo>
                        <a:cubicBezTo>
                          <a:pt x="4304" y="3183"/>
                          <a:pt x="4304" y="2782"/>
                          <a:pt x="4037" y="2582"/>
                        </a:cubicBezTo>
                        <a:lnTo>
                          <a:pt x="801" y="114"/>
                        </a:lnTo>
                        <a:cubicBezTo>
                          <a:pt x="704" y="36"/>
                          <a:pt x="595" y="0"/>
                          <a:pt x="489" y="0"/>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911" name="Google Shape;8911;p37"/>
                  <p:cNvSpPr/>
                  <p:nvPr/>
                </p:nvSpPr>
                <p:spPr>
                  <a:xfrm>
                    <a:off x="1784849" y="1490834"/>
                    <a:ext cx="28654" cy="38327"/>
                  </a:xfrm>
                  <a:custGeom>
                    <a:rect b="b" l="l" r="r" t="t"/>
                    <a:pathLst>
                      <a:path extrusionOk="0" h="5757" w="4304">
                        <a:moveTo>
                          <a:pt x="509" y="0"/>
                        </a:moveTo>
                        <a:cubicBezTo>
                          <a:pt x="247" y="0"/>
                          <a:pt x="1" y="203"/>
                          <a:pt x="1" y="493"/>
                        </a:cubicBezTo>
                        <a:lnTo>
                          <a:pt x="1" y="5263"/>
                        </a:lnTo>
                        <a:cubicBezTo>
                          <a:pt x="1" y="5554"/>
                          <a:pt x="229" y="5757"/>
                          <a:pt x="482" y="5757"/>
                        </a:cubicBezTo>
                        <a:cubicBezTo>
                          <a:pt x="577" y="5757"/>
                          <a:pt x="676" y="5728"/>
                          <a:pt x="768" y="5664"/>
                        </a:cubicBezTo>
                        <a:lnTo>
                          <a:pt x="4037" y="3395"/>
                        </a:lnTo>
                        <a:cubicBezTo>
                          <a:pt x="4304" y="3195"/>
                          <a:pt x="4304" y="2795"/>
                          <a:pt x="4037" y="2561"/>
                        </a:cubicBezTo>
                        <a:lnTo>
                          <a:pt x="801" y="93"/>
                        </a:lnTo>
                        <a:cubicBezTo>
                          <a:pt x="710" y="29"/>
                          <a:pt x="608" y="0"/>
                          <a:pt x="509" y="0"/>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nvGrpSpPr>
                  <p:cNvPr id="8912" name="Google Shape;8912;p37"/>
                  <p:cNvGrpSpPr/>
                  <p:nvPr/>
                </p:nvGrpSpPr>
                <p:grpSpPr>
                  <a:xfrm>
                    <a:off x="1839639" y="1475379"/>
                    <a:ext cx="77067" cy="341643"/>
                    <a:chOff x="1839639" y="1475379"/>
                    <a:chExt cx="77067" cy="341643"/>
                  </a:xfrm>
                </p:grpSpPr>
                <p:sp>
                  <p:nvSpPr>
                    <p:cNvPr id="8913" name="Google Shape;8913;p37"/>
                    <p:cNvSpPr/>
                    <p:nvPr/>
                  </p:nvSpPr>
                  <p:spPr>
                    <a:xfrm>
                      <a:off x="1839639" y="1745481"/>
                      <a:ext cx="77067" cy="71541"/>
                    </a:xfrm>
                    <a:custGeom>
                      <a:rect b="b" l="l" r="r" t="t"/>
                      <a:pathLst>
                        <a:path extrusionOk="0" h="10746" w="11576">
                          <a:moveTo>
                            <a:pt x="5775" y="1"/>
                          </a:moveTo>
                          <a:cubicBezTo>
                            <a:pt x="3179" y="1"/>
                            <a:pt x="889" y="1860"/>
                            <a:pt x="468" y="4506"/>
                          </a:cubicBezTo>
                          <a:cubicBezTo>
                            <a:pt x="1" y="7441"/>
                            <a:pt x="2002" y="10210"/>
                            <a:pt x="4904" y="10677"/>
                          </a:cubicBezTo>
                          <a:cubicBezTo>
                            <a:pt x="5194" y="10723"/>
                            <a:pt x="5483" y="10745"/>
                            <a:pt x="5768" y="10745"/>
                          </a:cubicBezTo>
                          <a:cubicBezTo>
                            <a:pt x="8364" y="10745"/>
                            <a:pt x="10655" y="8886"/>
                            <a:pt x="11075" y="6240"/>
                          </a:cubicBezTo>
                          <a:cubicBezTo>
                            <a:pt x="11576" y="3305"/>
                            <a:pt x="9574" y="536"/>
                            <a:pt x="6639" y="69"/>
                          </a:cubicBezTo>
                          <a:cubicBezTo>
                            <a:pt x="6349" y="23"/>
                            <a:pt x="6060" y="1"/>
                            <a:pt x="5775" y="1"/>
                          </a:cubicBezTo>
                          <a:close/>
                        </a:path>
                      </a:pathLst>
                    </a:custGeom>
                    <a:solidFill>
                      <a:srgbClr val="A5B7C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914" name="Google Shape;8914;p37"/>
                    <p:cNvSpPr/>
                    <p:nvPr/>
                  </p:nvSpPr>
                  <p:spPr>
                    <a:xfrm>
                      <a:off x="1839639" y="1475379"/>
                      <a:ext cx="77067" cy="71595"/>
                    </a:xfrm>
                    <a:custGeom>
                      <a:rect b="b" l="l" r="r" t="t"/>
                      <a:pathLst>
                        <a:path extrusionOk="0" h="10754" w="11576">
                          <a:moveTo>
                            <a:pt x="5736" y="0"/>
                          </a:moveTo>
                          <a:cubicBezTo>
                            <a:pt x="3156" y="0"/>
                            <a:pt x="887" y="1881"/>
                            <a:pt x="468" y="4513"/>
                          </a:cubicBezTo>
                          <a:cubicBezTo>
                            <a:pt x="1" y="7449"/>
                            <a:pt x="2002" y="10218"/>
                            <a:pt x="4904" y="10685"/>
                          </a:cubicBezTo>
                          <a:cubicBezTo>
                            <a:pt x="5194" y="10731"/>
                            <a:pt x="5483" y="10753"/>
                            <a:pt x="5768" y="10753"/>
                          </a:cubicBezTo>
                          <a:cubicBezTo>
                            <a:pt x="8364" y="10753"/>
                            <a:pt x="10655" y="8893"/>
                            <a:pt x="11075" y="6248"/>
                          </a:cubicBezTo>
                          <a:cubicBezTo>
                            <a:pt x="11576" y="3313"/>
                            <a:pt x="9574" y="544"/>
                            <a:pt x="6639" y="77"/>
                          </a:cubicBezTo>
                          <a:cubicBezTo>
                            <a:pt x="6335" y="25"/>
                            <a:pt x="6034" y="0"/>
                            <a:pt x="5736" y="0"/>
                          </a:cubicBezTo>
                          <a:close/>
                        </a:path>
                      </a:pathLst>
                    </a:custGeom>
                    <a:solidFill>
                      <a:srgbClr val="A5B7C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grpSp>
          <p:grpSp>
            <p:nvGrpSpPr>
              <p:cNvPr id="8915" name="Google Shape;8915;p37"/>
              <p:cNvGrpSpPr/>
              <p:nvPr/>
            </p:nvGrpSpPr>
            <p:grpSpPr>
              <a:xfrm>
                <a:off x="1398451" y="2012951"/>
                <a:ext cx="518255" cy="340828"/>
                <a:chOff x="1398451" y="2012951"/>
                <a:chExt cx="518255" cy="340828"/>
              </a:xfrm>
            </p:grpSpPr>
            <p:sp>
              <p:nvSpPr>
                <p:cNvPr id="8916" name="Google Shape;8916;p37"/>
                <p:cNvSpPr/>
                <p:nvPr/>
              </p:nvSpPr>
              <p:spPr>
                <a:xfrm>
                  <a:off x="1398451" y="2133928"/>
                  <a:ext cx="102166" cy="99017"/>
                </a:xfrm>
                <a:custGeom>
                  <a:rect b="b" l="l" r="r" t="t"/>
                  <a:pathLst>
                    <a:path extrusionOk="0" h="14873" w="15346">
                      <a:moveTo>
                        <a:pt x="7697" y="0"/>
                      </a:moveTo>
                      <a:cubicBezTo>
                        <a:pt x="7535" y="0"/>
                        <a:pt x="7371" y="5"/>
                        <a:pt x="7206" y="16"/>
                      </a:cubicBezTo>
                      <a:cubicBezTo>
                        <a:pt x="3103" y="250"/>
                        <a:pt x="1" y="3785"/>
                        <a:pt x="268" y="7888"/>
                      </a:cubicBezTo>
                      <a:cubicBezTo>
                        <a:pt x="493" y="11846"/>
                        <a:pt x="3790" y="14872"/>
                        <a:pt x="7706" y="14872"/>
                      </a:cubicBezTo>
                      <a:cubicBezTo>
                        <a:pt x="7850" y="14872"/>
                        <a:pt x="7994" y="14868"/>
                        <a:pt x="8140" y="14860"/>
                      </a:cubicBezTo>
                      <a:cubicBezTo>
                        <a:pt x="12243" y="14593"/>
                        <a:pt x="15345" y="11057"/>
                        <a:pt x="15112" y="6954"/>
                      </a:cubicBezTo>
                      <a:cubicBezTo>
                        <a:pt x="14855" y="3016"/>
                        <a:pt x="11588" y="0"/>
                        <a:pt x="7697" y="0"/>
                      </a:cubicBezTo>
                      <a:close/>
                    </a:path>
                  </a:pathLst>
                </a:custGeom>
                <a:solidFill>
                  <a:srgbClr val="5F7D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nvGrpSpPr>
                <p:cNvPr id="8917" name="Google Shape;8917;p37"/>
                <p:cNvGrpSpPr/>
                <p:nvPr/>
              </p:nvGrpSpPr>
              <p:grpSpPr>
                <a:xfrm>
                  <a:off x="1616453" y="2012951"/>
                  <a:ext cx="300253" cy="340828"/>
                  <a:chOff x="1616453" y="2013538"/>
                  <a:chExt cx="300253" cy="340828"/>
                </a:xfrm>
              </p:grpSpPr>
              <p:sp>
                <p:nvSpPr>
                  <p:cNvPr id="8918" name="Google Shape;8918;p37"/>
                  <p:cNvSpPr/>
                  <p:nvPr/>
                </p:nvSpPr>
                <p:spPr>
                  <a:xfrm>
                    <a:off x="1631387" y="2183474"/>
                    <a:ext cx="85283" cy="74624"/>
                  </a:xfrm>
                  <a:custGeom>
                    <a:rect b="b" l="l" r="r" t="t"/>
                    <a:pathLst>
                      <a:path extrusionOk="0" fill="none" h="11209" w="12810">
                        <a:moveTo>
                          <a:pt x="1" y="0"/>
                        </a:moveTo>
                        <a:lnTo>
                          <a:pt x="1" y="0"/>
                        </a:lnTo>
                        <a:cubicBezTo>
                          <a:pt x="6372" y="0"/>
                          <a:pt x="10542" y="3803"/>
                          <a:pt x="12810" y="11208"/>
                        </a:cubicBezTo>
                      </a:path>
                    </a:pathLst>
                  </a:custGeom>
                  <a:noFill/>
                  <a:ln cap="rnd" cmpd="sng" w="9525">
                    <a:solidFill>
                      <a:srgbClr val="5F7D95"/>
                    </a:solidFill>
                    <a:prstDash val="solid"/>
                    <a:miter lim="33357"/>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919" name="Google Shape;8919;p37"/>
                  <p:cNvSpPr/>
                  <p:nvPr/>
                </p:nvSpPr>
                <p:spPr>
                  <a:xfrm>
                    <a:off x="1716447" y="2048220"/>
                    <a:ext cx="82400" cy="61076"/>
                  </a:xfrm>
                  <a:custGeom>
                    <a:rect b="b" l="l" r="r" t="t"/>
                    <a:pathLst>
                      <a:path extrusionOk="0" fill="none" h="9174" w="12377">
                        <a:moveTo>
                          <a:pt x="1" y="9174"/>
                        </a:moveTo>
                        <a:cubicBezTo>
                          <a:pt x="1635" y="3870"/>
                          <a:pt x="6539" y="0"/>
                          <a:pt x="12376" y="0"/>
                        </a:cubicBezTo>
                      </a:path>
                    </a:pathLst>
                  </a:custGeom>
                  <a:noFill/>
                  <a:ln cap="rnd" cmpd="sng" w="9525">
                    <a:solidFill>
                      <a:srgbClr val="5F7D95"/>
                    </a:solidFill>
                    <a:prstDash val="solid"/>
                    <a:miter lim="33357"/>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920" name="Google Shape;8920;p37"/>
                  <p:cNvSpPr/>
                  <p:nvPr/>
                </p:nvSpPr>
                <p:spPr>
                  <a:xfrm>
                    <a:off x="1716447" y="2257422"/>
                    <a:ext cx="82400" cy="61083"/>
                  </a:xfrm>
                  <a:custGeom>
                    <a:rect b="b" l="l" r="r" t="t"/>
                    <a:pathLst>
                      <a:path extrusionOk="0" fill="none" h="9175" w="12377">
                        <a:moveTo>
                          <a:pt x="1" y="1"/>
                        </a:moveTo>
                        <a:cubicBezTo>
                          <a:pt x="1635" y="5305"/>
                          <a:pt x="6539" y="9174"/>
                          <a:pt x="12376" y="9174"/>
                        </a:cubicBezTo>
                      </a:path>
                    </a:pathLst>
                  </a:custGeom>
                  <a:noFill/>
                  <a:ln cap="rnd" cmpd="sng" w="9525">
                    <a:solidFill>
                      <a:srgbClr val="5F7D95"/>
                    </a:solidFill>
                    <a:prstDash val="solid"/>
                    <a:miter lim="33357"/>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921" name="Google Shape;8921;p37"/>
                  <p:cNvSpPr/>
                  <p:nvPr/>
                </p:nvSpPr>
                <p:spPr>
                  <a:xfrm>
                    <a:off x="1631387" y="2109073"/>
                    <a:ext cx="85283" cy="74398"/>
                  </a:xfrm>
                  <a:custGeom>
                    <a:rect b="b" l="l" r="r" t="t"/>
                    <a:pathLst>
                      <a:path extrusionOk="0" fill="none" h="11175" w="12810">
                        <a:moveTo>
                          <a:pt x="1" y="11175"/>
                        </a:moveTo>
                        <a:cubicBezTo>
                          <a:pt x="6539" y="11175"/>
                          <a:pt x="10275" y="7105"/>
                          <a:pt x="12810" y="0"/>
                        </a:cubicBezTo>
                      </a:path>
                    </a:pathLst>
                  </a:custGeom>
                  <a:noFill/>
                  <a:ln cap="rnd" cmpd="sng" w="9525">
                    <a:solidFill>
                      <a:srgbClr val="5F7D95"/>
                    </a:solidFill>
                    <a:prstDash val="solid"/>
                    <a:miter lim="33357"/>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922" name="Google Shape;8922;p37"/>
                  <p:cNvSpPr/>
                  <p:nvPr/>
                </p:nvSpPr>
                <p:spPr>
                  <a:xfrm>
                    <a:off x="1616453" y="2163114"/>
                    <a:ext cx="42868" cy="40491"/>
                  </a:xfrm>
                  <a:custGeom>
                    <a:rect b="b" l="l" r="r" t="t"/>
                    <a:pathLst>
                      <a:path extrusionOk="0" h="6082" w="6439">
                        <a:moveTo>
                          <a:pt x="3241" y="0"/>
                        </a:moveTo>
                        <a:cubicBezTo>
                          <a:pt x="3118" y="0"/>
                          <a:pt x="2994" y="8"/>
                          <a:pt x="2869" y="23"/>
                        </a:cubicBezTo>
                        <a:cubicBezTo>
                          <a:pt x="1168" y="223"/>
                          <a:pt x="0" y="1724"/>
                          <a:pt x="200" y="3392"/>
                        </a:cubicBezTo>
                        <a:cubicBezTo>
                          <a:pt x="386" y="4937"/>
                          <a:pt x="1717" y="6082"/>
                          <a:pt x="3239" y="6082"/>
                        </a:cubicBezTo>
                        <a:cubicBezTo>
                          <a:pt x="3359" y="6082"/>
                          <a:pt x="3481" y="6075"/>
                          <a:pt x="3603" y="6060"/>
                        </a:cubicBezTo>
                        <a:cubicBezTo>
                          <a:pt x="5271" y="5860"/>
                          <a:pt x="6438" y="4326"/>
                          <a:pt x="6238" y="2658"/>
                        </a:cubicBezTo>
                        <a:cubicBezTo>
                          <a:pt x="6053" y="1115"/>
                          <a:pt x="4754" y="0"/>
                          <a:pt x="3241" y="0"/>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923" name="Google Shape;8923;p37"/>
                  <p:cNvSpPr/>
                  <p:nvPr/>
                </p:nvSpPr>
                <p:spPr>
                  <a:xfrm>
                    <a:off x="1784849" y="2299227"/>
                    <a:ext cx="28654" cy="38514"/>
                  </a:xfrm>
                  <a:custGeom>
                    <a:rect b="b" l="l" r="r" t="t"/>
                    <a:pathLst>
                      <a:path extrusionOk="0" h="5785" w="4304">
                        <a:moveTo>
                          <a:pt x="509" y="0"/>
                        </a:moveTo>
                        <a:cubicBezTo>
                          <a:pt x="247" y="0"/>
                          <a:pt x="1" y="203"/>
                          <a:pt x="1" y="493"/>
                        </a:cubicBezTo>
                        <a:lnTo>
                          <a:pt x="1" y="5264"/>
                        </a:lnTo>
                        <a:cubicBezTo>
                          <a:pt x="1" y="5561"/>
                          <a:pt x="240" y="5784"/>
                          <a:pt x="499" y="5784"/>
                        </a:cubicBezTo>
                        <a:cubicBezTo>
                          <a:pt x="589" y="5784"/>
                          <a:pt x="682" y="5757"/>
                          <a:pt x="768" y="5697"/>
                        </a:cubicBezTo>
                        <a:lnTo>
                          <a:pt x="4037" y="3396"/>
                        </a:lnTo>
                        <a:cubicBezTo>
                          <a:pt x="4304" y="3195"/>
                          <a:pt x="4304" y="2795"/>
                          <a:pt x="4037" y="2595"/>
                        </a:cubicBezTo>
                        <a:lnTo>
                          <a:pt x="801" y="93"/>
                        </a:lnTo>
                        <a:cubicBezTo>
                          <a:pt x="710" y="29"/>
                          <a:pt x="608" y="0"/>
                          <a:pt x="509" y="0"/>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924" name="Google Shape;8924;p37"/>
                  <p:cNvSpPr/>
                  <p:nvPr/>
                </p:nvSpPr>
                <p:spPr>
                  <a:xfrm>
                    <a:off x="1784849" y="2028946"/>
                    <a:ext cx="28654" cy="38547"/>
                  </a:xfrm>
                  <a:custGeom>
                    <a:rect b="b" l="l" r="r" t="t"/>
                    <a:pathLst>
                      <a:path extrusionOk="0" h="5790" w="4304">
                        <a:moveTo>
                          <a:pt x="509" y="1"/>
                        </a:moveTo>
                        <a:cubicBezTo>
                          <a:pt x="247" y="1"/>
                          <a:pt x="1" y="203"/>
                          <a:pt x="1" y="494"/>
                        </a:cubicBezTo>
                        <a:lnTo>
                          <a:pt x="1" y="5264"/>
                        </a:lnTo>
                        <a:cubicBezTo>
                          <a:pt x="1" y="5580"/>
                          <a:pt x="231" y="5790"/>
                          <a:pt x="485" y="5790"/>
                        </a:cubicBezTo>
                        <a:cubicBezTo>
                          <a:pt x="580" y="5790"/>
                          <a:pt x="677" y="5761"/>
                          <a:pt x="768" y="5697"/>
                        </a:cubicBezTo>
                        <a:lnTo>
                          <a:pt x="4037" y="3396"/>
                        </a:lnTo>
                        <a:cubicBezTo>
                          <a:pt x="4304" y="3196"/>
                          <a:pt x="4304" y="2795"/>
                          <a:pt x="4037" y="2595"/>
                        </a:cubicBezTo>
                        <a:lnTo>
                          <a:pt x="801" y="93"/>
                        </a:lnTo>
                        <a:cubicBezTo>
                          <a:pt x="710" y="29"/>
                          <a:pt x="608" y="1"/>
                          <a:pt x="509" y="1"/>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nvGrpSpPr>
                  <p:cNvPr id="8925" name="Google Shape;8925;p37"/>
                  <p:cNvGrpSpPr/>
                  <p:nvPr/>
                </p:nvGrpSpPr>
                <p:grpSpPr>
                  <a:xfrm>
                    <a:off x="1839639" y="2013538"/>
                    <a:ext cx="77067" cy="340828"/>
                    <a:chOff x="1839639" y="2013538"/>
                    <a:chExt cx="77067" cy="340828"/>
                  </a:xfrm>
                </p:grpSpPr>
                <p:sp>
                  <p:nvSpPr>
                    <p:cNvPr id="8926" name="Google Shape;8926;p37"/>
                    <p:cNvSpPr/>
                    <p:nvPr/>
                  </p:nvSpPr>
                  <p:spPr>
                    <a:xfrm>
                      <a:off x="1839639" y="2282618"/>
                      <a:ext cx="77067" cy="71748"/>
                    </a:xfrm>
                    <a:custGeom>
                      <a:rect b="b" l="l" r="r" t="t"/>
                      <a:pathLst>
                        <a:path extrusionOk="0" h="10777" w="11576">
                          <a:moveTo>
                            <a:pt x="5787" y="0"/>
                          </a:moveTo>
                          <a:cubicBezTo>
                            <a:pt x="3185" y="0"/>
                            <a:pt x="889" y="1889"/>
                            <a:pt x="468" y="4538"/>
                          </a:cubicBezTo>
                          <a:cubicBezTo>
                            <a:pt x="1" y="7473"/>
                            <a:pt x="2002" y="10208"/>
                            <a:pt x="4938" y="10709"/>
                          </a:cubicBezTo>
                          <a:cubicBezTo>
                            <a:pt x="5221" y="10754"/>
                            <a:pt x="5503" y="10776"/>
                            <a:pt x="5781" y="10776"/>
                          </a:cubicBezTo>
                          <a:cubicBezTo>
                            <a:pt x="8358" y="10776"/>
                            <a:pt x="10654" y="8888"/>
                            <a:pt x="11075" y="6239"/>
                          </a:cubicBezTo>
                          <a:cubicBezTo>
                            <a:pt x="11576" y="3303"/>
                            <a:pt x="9574" y="535"/>
                            <a:pt x="6639" y="68"/>
                          </a:cubicBezTo>
                          <a:cubicBezTo>
                            <a:pt x="6352" y="22"/>
                            <a:pt x="6068" y="0"/>
                            <a:pt x="5787" y="0"/>
                          </a:cubicBezTo>
                          <a:close/>
                        </a:path>
                      </a:pathLst>
                    </a:custGeom>
                    <a:solidFill>
                      <a:srgbClr val="A5B7C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927" name="Google Shape;8927;p37"/>
                    <p:cNvSpPr/>
                    <p:nvPr/>
                  </p:nvSpPr>
                  <p:spPr>
                    <a:xfrm>
                      <a:off x="1839639" y="2013538"/>
                      <a:ext cx="77067" cy="71588"/>
                    </a:xfrm>
                    <a:custGeom>
                      <a:rect b="b" l="l" r="r" t="t"/>
                      <a:pathLst>
                        <a:path extrusionOk="0" h="10753" w="11576">
                          <a:moveTo>
                            <a:pt x="5786" y="1"/>
                          </a:moveTo>
                          <a:cubicBezTo>
                            <a:pt x="3185" y="1"/>
                            <a:pt x="889" y="1886"/>
                            <a:pt x="468" y="4505"/>
                          </a:cubicBezTo>
                          <a:cubicBezTo>
                            <a:pt x="1" y="7440"/>
                            <a:pt x="2002" y="10209"/>
                            <a:pt x="4904" y="10676"/>
                          </a:cubicBezTo>
                          <a:cubicBezTo>
                            <a:pt x="5208" y="10728"/>
                            <a:pt x="5509" y="10753"/>
                            <a:pt x="5807" y="10753"/>
                          </a:cubicBezTo>
                          <a:cubicBezTo>
                            <a:pt x="8387" y="10753"/>
                            <a:pt x="10657" y="8872"/>
                            <a:pt x="11075" y="6240"/>
                          </a:cubicBezTo>
                          <a:cubicBezTo>
                            <a:pt x="11576" y="3304"/>
                            <a:pt x="9574" y="535"/>
                            <a:pt x="6639" y="68"/>
                          </a:cubicBezTo>
                          <a:cubicBezTo>
                            <a:pt x="6352" y="23"/>
                            <a:pt x="6067" y="1"/>
                            <a:pt x="5786" y="1"/>
                          </a:cubicBezTo>
                          <a:close/>
                        </a:path>
                      </a:pathLst>
                    </a:custGeom>
                    <a:solidFill>
                      <a:srgbClr val="A5B7C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grpSp>
        </p:grpSp>
      </p:grpSp>
      <p:grpSp>
        <p:nvGrpSpPr>
          <p:cNvPr id="8928" name="Google Shape;8928;p37"/>
          <p:cNvGrpSpPr/>
          <p:nvPr/>
        </p:nvGrpSpPr>
        <p:grpSpPr>
          <a:xfrm>
            <a:off x="724986" y="3399503"/>
            <a:ext cx="1368680" cy="682919"/>
            <a:chOff x="724986" y="3605478"/>
            <a:chExt cx="1368680" cy="682919"/>
          </a:xfrm>
        </p:grpSpPr>
        <p:grpSp>
          <p:nvGrpSpPr>
            <p:cNvPr id="8929" name="Google Shape;8929;p37"/>
            <p:cNvGrpSpPr/>
            <p:nvPr/>
          </p:nvGrpSpPr>
          <p:grpSpPr>
            <a:xfrm>
              <a:off x="1289102" y="3823629"/>
              <a:ext cx="240442" cy="250435"/>
              <a:chOff x="-165066" y="3843615"/>
              <a:chExt cx="221259" cy="230455"/>
            </a:xfrm>
          </p:grpSpPr>
          <p:sp>
            <p:nvSpPr>
              <p:cNvPr id="8930" name="Google Shape;8930;p37"/>
              <p:cNvSpPr/>
              <p:nvPr/>
            </p:nvSpPr>
            <p:spPr>
              <a:xfrm>
                <a:off x="-165066" y="3843615"/>
                <a:ext cx="106189" cy="230455"/>
              </a:xfrm>
              <a:custGeom>
                <a:rect b="b" l="l" r="r" t="t"/>
                <a:pathLst>
                  <a:path extrusionOk="0" h="19697" w="9076">
                    <a:moveTo>
                      <a:pt x="7950" y="0"/>
                    </a:moveTo>
                    <a:cubicBezTo>
                      <a:pt x="7325" y="0"/>
                      <a:pt x="7031" y="353"/>
                      <a:pt x="6905" y="861"/>
                    </a:cubicBezTo>
                    <a:cubicBezTo>
                      <a:pt x="6789" y="843"/>
                      <a:pt x="6673" y="834"/>
                      <a:pt x="6560" y="834"/>
                    </a:cubicBezTo>
                    <a:cubicBezTo>
                      <a:pt x="5374" y="834"/>
                      <a:pt x="4369" y="1804"/>
                      <a:pt x="4378" y="3035"/>
                    </a:cubicBezTo>
                    <a:cubicBezTo>
                      <a:pt x="4378" y="3093"/>
                      <a:pt x="4384" y="3152"/>
                      <a:pt x="4388" y="3210"/>
                    </a:cubicBezTo>
                    <a:cubicBezTo>
                      <a:pt x="4095" y="3091"/>
                      <a:pt x="3789" y="3034"/>
                      <a:pt x="3486" y="3034"/>
                    </a:cubicBezTo>
                    <a:cubicBezTo>
                      <a:pt x="2814" y="3034"/>
                      <a:pt x="2155" y="3317"/>
                      <a:pt x="1689" y="3841"/>
                    </a:cubicBezTo>
                    <a:cubicBezTo>
                      <a:pt x="1013" y="4601"/>
                      <a:pt x="893" y="5704"/>
                      <a:pt x="1385" y="6594"/>
                    </a:cubicBezTo>
                    <a:cubicBezTo>
                      <a:pt x="0" y="7697"/>
                      <a:pt x="117" y="9839"/>
                      <a:pt x="1618" y="10780"/>
                    </a:cubicBezTo>
                    <a:cubicBezTo>
                      <a:pt x="664" y="11961"/>
                      <a:pt x="1036" y="13721"/>
                      <a:pt x="2388" y="14417"/>
                    </a:cubicBezTo>
                    <a:cubicBezTo>
                      <a:pt x="2375" y="14508"/>
                      <a:pt x="2372" y="14595"/>
                      <a:pt x="2372" y="14685"/>
                    </a:cubicBezTo>
                    <a:cubicBezTo>
                      <a:pt x="2372" y="15776"/>
                      <a:pt x="3106" y="16727"/>
                      <a:pt x="4161" y="17002"/>
                    </a:cubicBezTo>
                    <a:cubicBezTo>
                      <a:pt x="4473" y="17901"/>
                      <a:pt x="5317" y="18472"/>
                      <a:pt x="6226" y="18472"/>
                    </a:cubicBezTo>
                    <a:cubicBezTo>
                      <a:pt x="6429" y="18472"/>
                      <a:pt x="6635" y="18443"/>
                      <a:pt x="6840" y="18383"/>
                    </a:cubicBezTo>
                    <a:cubicBezTo>
                      <a:pt x="6888" y="19128"/>
                      <a:pt x="7157" y="19697"/>
                      <a:pt x="7953" y="19697"/>
                    </a:cubicBezTo>
                    <a:cubicBezTo>
                      <a:pt x="9074" y="19697"/>
                      <a:pt x="9059" y="18730"/>
                      <a:pt x="9075" y="18730"/>
                    </a:cubicBezTo>
                    <a:cubicBezTo>
                      <a:pt x="9075" y="18730"/>
                      <a:pt x="9075" y="18730"/>
                      <a:pt x="9075" y="18730"/>
                    </a:cubicBezTo>
                    <a:cubicBezTo>
                      <a:pt x="9072" y="18726"/>
                      <a:pt x="9046" y="1055"/>
                      <a:pt x="9033" y="1055"/>
                    </a:cubicBezTo>
                    <a:cubicBezTo>
                      <a:pt x="9033" y="1055"/>
                      <a:pt x="9033" y="1055"/>
                      <a:pt x="9033" y="1055"/>
                    </a:cubicBezTo>
                    <a:cubicBezTo>
                      <a:pt x="9014" y="919"/>
                      <a:pt x="8982" y="790"/>
                      <a:pt x="8936" y="660"/>
                    </a:cubicBezTo>
                    <a:cubicBezTo>
                      <a:pt x="8784" y="259"/>
                      <a:pt x="8490" y="0"/>
                      <a:pt x="7950" y="0"/>
                    </a:cubicBezTo>
                    <a:close/>
                  </a:path>
                </a:pathLst>
              </a:custGeom>
              <a:solidFill>
                <a:srgbClr val="E4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931" name="Google Shape;8931;p37"/>
              <p:cNvSpPr/>
              <p:nvPr/>
            </p:nvSpPr>
            <p:spPr>
              <a:xfrm>
                <a:off x="-100985" y="3906105"/>
                <a:ext cx="41804" cy="52708"/>
              </a:xfrm>
              <a:custGeom>
                <a:rect b="b" l="l" r="r" t="t"/>
                <a:pathLst>
                  <a:path extrusionOk="0" fill="none" h="4505" w="3573">
                    <a:moveTo>
                      <a:pt x="3573" y="1"/>
                    </a:moveTo>
                    <a:cubicBezTo>
                      <a:pt x="3573" y="1"/>
                      <a:pt x="1" y="221"/>
                      <a:pt x="997" y="4504"/>
                    </a:cubicBezTo>
                  </a:path>
                </a:pathLst>
              </a:custGeom>
              <a:noFill/>
              <a:ln cap="rnd" cmpd="sng" w="9525">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932" name="Google Shape;8932;p37"/>
              <p:cNvSpPr/>
              <p:nvPr/>
            </p:nvSpPr>
            <p:spPr>
              <a:xfrm>
                <a:off x="-86594" y="3875146"/>
                <a:ext cx="27296" cy="25717"/>
              </a:xfrm>
              <a:custGeom>
                <a:rect b="b" l="l" r="r" t="t"/>
                <a:pathLst>
                  <a:path extrusionOk="0" fill="none" h="2198" w="2333">
                    <a:moveTo>
                      <a:pt x="0" y="696"/>
                    </a:moveTo>
                    <a:cubicBezTo>
                      <a:pt x="0" y="696"/>
                      <a:pt x="2333" y="0"/>
                      <a:pt x="2333" y="2197"/>
                    </a:cubicBezTo>
                  </a:path>
                </a:pathLst>
              </a:custGeom>
              <a:noFill/>
              <a:ln cap="rnd" cmpd="sng" w="9525">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933" name="Google Shape;8933;p37"/>
              <p:cNvSpPr/>
              <p:nvPr/>
            </p:nvSpPr>
            <p:spPr>
              <a:xfrm>
                <a:off x="-113855" y="3879078"/>
                <a:ext cx="8986" cy="21785"/>
              </a:xfrm>
              <a:custGeom>
                <a:rect b="b" l="l" r="r" t="t"/>
                <a:pathLst>
                  <a:path extrusionOk="0" fill="none" h="1862" w="768">
                    <a:moveTo>
                      <a:pt x="1" y="1"/>
                    </a:moveTo>
                    <a:cubicBezTo>
                      <a:pt x="1" y="1"/>
                      <a:pt x="1" y="1056"/>
                      <a:pt x="768" y="1861"/>
                    </a:cubicBezTo>
                  </a:path>
                </a:pathLst>
              </a:custGeom>
              <a:noFill/>
              <a:ln cap="rnd" cmpd="sng" w="9525">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934" name="Google Shape;8934;p37"/>
              <p:cNvSpPr/>
              <p:nvPr/>
            </p:nvSpPr>
            <p:spPr>
              <a:xfrm>
                <a:off x="-148861" y="3908679"/>
                <a:ext cx="53340" cy="15538"/>
              </a:xfrm>
              <a:custGeom>
                <a:rect b="b" l="l" r="r" t="t"/>
                <a:pathLst>
                  <a:path extrusionOk="0" fill="none" h="1328" w="4559">
                    <a:moveTo>
                      <a:pt x="0" y="1030"/>
                    </a:moveTo>
                    <a:cubicBezTo>
                      <a:pt x="1301" y="1"/>
                      <a:pt x="2559" y="1327"/>
                      <a:pt x="2559" y="1327"/>
                    </a:cubicBezTo>
                    <a:cubicBezTo>
                      <a:pt x="2559" y="1327"/>
                      <a:pt x="2828" y="150"/>
                      <a:pt x="4559" y="642"/>
                    </a:cubicBezTo>
                  </a:path>
                </a:pathLst>
              </a:custGeom>
              <a:noFill/>
              <a:ln cap="rnd" cmpd="sng" w="9525">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935" name="Google Shape;8935;p37"/>
              <p:cNvSpPr/>
              <p:nvPr/>
            </p:nvSpPr>
            <p:spPr>
              <a:xfrm>
                <a:off x="-137430" y="3963493"/>
                <a:ext cx="28092" cy="51948"/>
              </a:xfrm>
              <a:custGeom>
                <a:rect b="b" l="l" r="r" t="t"/>
                <a:pathLst>
                  <a:path extrusionOk="0" fill="none" h="4440" w="2401">
                    <a:moveTo>
                      <a:pt x="10" y="4439"/>
                    </a:moveTo>
                    <a:cubicBezTo>
                      <a:pt x="10" y="4439"/>
                      <a:pt x="0" y="2220"/>
                      <a:pt x="1718" y="2437"/>
                    </a:cubicBezTo>
                    <a:cubicBezTo>
                      <a:pt x="1718" y="2437"/>
                      <a:pt x="828" y="1217"/>
                      <a:pt x="2401" y="1"/>
                    </a:cubicBezTo>
                  </a:path>
                </a:pathLst>
              </a:custGeom>
              <a:noFill/>
              <a:ln cap="rnd" cmpd="sng" w="9525">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936" name="Google Shape;8936;p37"/>
              <p:cNvSpPr/>
              <p:nvPr/>
            </p:nvSpPr>
            <p:spPr>
              <a:xfrm>
                <a:off x="-122021" y="4015429"/>
                <a:ext cx="12461" cy="32374"/>
              </a:xfrm>
              <a:custGeom>
                <a:rect b="b" l="l" r="r" t="t"/>
                <a:pathLst>
                  <a:path extrusionOk="0" fill="none" h="2767" w="1065">
                    <a:moveTo>
                      <a:pt x="1064" y="0"/>
                    </a:moveTo>
                    <a:cubicBezTo>
                      <a:pt x="1064" y="0"/>
                      <a:pt x="0" y="1146"/>
                      <a:pt x="702" y="2767"/>
                    </a:cubicBezTo>
                  </a:path>
                </a:pathLst>
              </a:custGeom>
              <a:noFill/>
              <a:ln cap="rnd" cmpd="sng" w="9525">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937" name="Google Shape;8937;p37"/>
              <p:cNvSpPr/>
              <p:nvPr/>
            </p:nvSpPr>
            <p:spPr>
              <a:xfrm>
                <a:off x="-95533" y="4013124"/>
                <a:ext cx="36235" cy="21739"/>
              </a:xfrm>
              <a:custGeom>
                <a:rect b="b" l="l" r="r" t="t"/>
                <a:pathLst>
                  <a:path extrusionOk="0" fill="none" h="1858" w="3097">
                    <a:moveTo>
                      <a:pt x="3097" y="197"/>
                    </a:moveTo>
                    <a:cubicBezTo>
                      <a:pt x="1463" y="0"/>
                      <a:pt x="764" y="1579"/>
                      <a:pt x="764" y="1579"/>
                    </a:cubicBezTo>
                    <a:cubicBezTo>
                      <a:pt x="764" y="1579"/>
                      <a:pt x="334" y="1391"/>
                      <a:pt x="1" y="1857"/>
                    </a:cubicBezTo>
                  </a:path>
                </a:pathLst>
              </a:custGeom>
              <a:noFill/>
              <a:ln cap="rnd" cmpd="sng" w="9525">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938" name="Google Shape;8938;p37"/>
              <p:cNvSpPr/>
              <p:nvPr/>
            </p:nvSpPr>
            <p:spPr>
              <a:xfrm>
                <a:off x="-123355" y="3941357"/>
                <a:ext cx="32000" cy="17913"/>
              </a:xfrm>
              <a:custGeom>
                <a:rect b="b" l="l" r="r" t="t"/>
                <a:pathLst>
                  <a:path extrusionOk="0" fill="none" h="1531" w="2735">
                    <a:moveTo>
                      <a:pt x="2735" y="0"/>
                    </a:moveTo>
                    <a:cubicBezTo>
                      <a:pt x="2735" y="0"/>
                      <a:pt x="1085" y="1530"/>
                      <a:pt x="1" y="0"/>
                    </a:cubicBezTo>
                  </a:path>
                </a:pathLst>
              </a:custGeom>
              <a:noFill/>
              <a:ln cap="rnd" cmpd="sng" w="9525">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939" name="Google Shape;8939;p37"/>
              <p:cNvSpPr/>
              <p:nvPr/>
            </p:nvSpPr>
            <p:spPr>
              <a:xfrm>
                <a:off x="-91367" y="3973672"/>
                <a:ext cx="32070" cy="15807"/>
              </a:xfrm>
              <a:custGeom>
                <a:rect b="b" l="l" r="r" t="t"/>
                <a:pathLst>
                  <a:path extrusionOk="0" fill="none" h="1351" w="2741">
                    <a:moveTo>
                      <a:pt x="1" y="434"/>
                    </a:moveTo>
                    <a:cubicBezTo>
                      <a:pt x="1" y="434"/>
                      <a:pt x="1709" y="1"/>
                      <a:pt x="2741" y="1350"/>
                    </a:cubicBezTo>
                  </a:path>
                </a:pathLst>
              </a:custGeom>
              <a:noFill/>
              <a:ln cap="rnd" cmpd="sng" w="9525">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940" name="Google Shape;8940;p37"/>
              <p:cNvSpPr/>
              <p:nvPr/>
            </p:nvSpPr>
            <p:spPr>
              <a:xfrm>
                <a:off x="-49996" y="3843615"/>
                <a:ext cx="106189" cy="230455"/>
              </a:xfrm>
              <a:custGeom>
                <a:rect b="b" l="l" r="r" t="t"/>
                <a:pathLst>
                  <a:path extrusionOk="0" h="19697" w="9076">
                    <a:moveTo>
                      <a:pt x="1127" y="0"/>
                    </a:moveTo>
                    <a:cubicBezTo>
                      <a:pt x="586" y="0"/>
                      <a:pt x="292" y="259"/>
                      <a:pt x="140" y="660"/>
                    </a:cubicBezTo>
                    <a:cubicBezTo>
                      <a:pt x="95" y="790"/>
                      <a:pt x="62" y="919"/>
                      <a:pt x="43" y="1055"/>
                    </a:cubicBezTo>
                    <a:cubicBezTo>
                      <a:pt x="43" y="1055"/>
                      <a:pt x="43" y="1055"/>
                      <a:pt x="43" y="1055"/>
                    </a:cubicBezTo>
                    <a:cubicBezTo>
                      <a:pt x="30" y="1055"/>
                      <a:pt x="4" y="18726"/>
                      <a:pt x="1" y="18730"/>
                    </a:cubicBezTo>
                    <a:cubicBezTo>
                      <a:pt x="1" y="18730"/>
                      <a:pt x="1" y="18730"/>
                      <a:pt x="1" y="18730"/>
                    </a:cubicBezTo>
                    <a:cubicBezTo>
                      <a:pt x="17" y="18730"/>
                      <a:pt x="3" y="19697"/>
                      <a:pt x="1123" y="19697"/>
                    </a:cubicBezTo>
                    <a:cubicBezTo>
                      <a:pt x="1919" y="19697"/>
                      <a:pt x="2188" y="19128"/>
                      <a:pt x="2236" y="18383"/>
                    </a:cubicBezTo>
                    <a:cubicBezTo>
                      <a:pt x="2441" y="18443"/>
                      <a:pt x="2647" y="18472"/>
                      <a:pt x="2850" y="18472"/>
                    </a:cubicBezTo>
                    <a:cubicBezTo>
                      <a:pt x="3758" y="18472"/>
                      <a:pt x="4600" y="17901"/>
                      <a:pt x="4915" y="17002"/>
                    </a:cubicBezTo>
                    <a:cubicBezTo>
                      <a:pt x="5970" y="16727"/>
                      <a:pt x="6704" y="15776"/>
                      <a:pt x="6704" y="14685"/>
                    </a:cubicBezTo>
                    <a:cubicBezTo>
                      <a:pt x="6704" y="14595"/>
                      <a:pt x="6698" y="14508"/>
                      <a:pt x="6688" y="14417"/>
                    </a:cubicBezTo>
                    <a:cubicBezTo>
                      <a:pt x="8040" y="13725"/>
                      <a:pt x="8412" y="11961"/>
                      <a:pt x="7458" y="10780"/>
                    </a:cubicBezTo>
                    <a:cubicBezTo>
                      <a:pt x="8956" y="9839"/>
                      <a:pt x="9076" y="7697"/>
                      <a:pt x="7691" y="6594"/>
                    </a:cubicBezTo>
                    <a:cubicBezTo>
                      <a:pt x="8183" y="5704"/>
                      <a:pt x="8060" y="4601"/>
                      <a:pt x="7387" y="3841"/>
                    </a:cubicBezTo>
                    <a:cubicBezTo>
                      <a:pt x="6921" y="3315"/>
                      <a:pt x="6264" y="3033"/>
                      <a:pt x="5593" y="3033"/>
                    </a:cubicBezTo>
                    <a:cubicBezTo>
                      <a:pt x="5289" y="3033"/>
                      <a:pt x="4982" y="3091"/>
                      <a:pt x="4689" y="3210"/>
                    </a:cubicBezTo>
                    <a:cubicBezTo>
                      <a:pt x="4692" y="3152"/>
                      <a:pt x="4695" y="3093"/>
                      <a:pt x="4695" y="3035"/>
                    </a:cubicBezTo>
                    <a:cubicBezTo>
                      <a:pt x="4704" y="1804"/>
                      <a:pt x="3702" y="834"/>
                      <a:pt x="2514" y="834"/>
                    </a:cubicBezTo>
                    <a:cubicBezTo>
                      <a:pt x="2400" y="834"/>
                      <a:pt x="2285" y="843"/>
                      <a:pt x="2168" y="861"/>
                    </a:cubicBezTo>
                    <a:cubicBezTo>
                      <a:pt x="2045" y="353"/>
                      <a:pt x="1751" y="0"/>
                      <a:pt x="1127" y="0"/>
                    </a:cubicBezTo>
                    <a:close/>
                  </a:path>
                </a:pathLst>
              </a:custGeom>
              <a:solidFill>
                <a:srgbClr val="40566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941" name="Google Shape;8941;p37"/>
              <p:cNvSpPr/>
              <p:nvPr/>
            </p:nvSpPr>
            <p:spPr>
              <a:xfrm>
                <a:off x="-49692" y="3906105"/>
                <a:ext cx="41804" cy="52708"/>
              </a:xfrm>
              <a:custGeom>
                <a:rect b="b" l="l" r="r" t="t"/>
                <a:pathLst>
                  <a:path extrusionOk="0" fill="none" h="4505" w="3573">
                    <a:moveTo>
                      <a:pt x="1" y="1"/>
                    </a:moveTo>
                    <a:cubicBezTo>
                      <a:pt x="1" y="1"/>
                      <a:pt x="3572" y="221"/>
                      <a:pt x="2573" y="4504"/>
                    </a:cubicBezTo>
                  </a:path>
                </a:pathLst>
              </a:custGeom>
              <a:noFill/>
              <a:ln cap="rnd" cmpd="sng" w="9525">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942" name="Google Shape;8942;p37"/>
              <p:cNvSpPr/>
              <p:nvPr/>
            </p:nvSpPr>
            <p:spPr>
              <a:xfrm>
                <a:off x="-49575" y="3875146"/>
                <a:ext cx="27261" cy="25717"/>
              </a:xfrm>
              <a:custGeom>
                <a:rect b="b" l="l" r="r" t="t"/>
                <a:pathLst>
                  <a:path extrusionOk="0" fill="none" h="2198" w="2330">
                    <a:moveTo>
                      <a:pt x="2330" y="696"/>
                    </a:moveTo>
                    <a:cubicBezTo>
                      <a:pt x="2330" y="696"/>
                      <a:pt x="0" y="0"/>
                      <a:pt x="0" y="2197"/>
                    </a:cubicBezTo>
                  </a:path>
                </a:pathLst>
              </a:custGeom>
              <a:noFill/>
              <a:ln cap="rnd" cmpd="sng" w="9525">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943" name="Google Shape;8943;p37"/>
              <p:cNvSpPr/>
              <p:nvPr/>
            </p:nvSpPr>
            <p:spPr>
              <a:xfrm>
                <a:off x="-4003" y="3879078"/>
                <a:ext cx="8986" cy="21785"/>
              </a:xfrm>
              <a:custGeom>
                <a:rect b="b" l="l" r="r" t="t"/>
                <a:pathLst>
                  <a:path extrusionOk="0" fill="none" h="1862" w="768">
                    <a:moveTo>
                      <a:pt x="767" y="1"/>
                    </a:moveTo>
                    <a:cubicBezTo>
                      <a:pt x="767" y="1"/>
                      <a:pt x="767" y="1056"/>
                      <a:pt x="1" y="1861"/>
                    </a:cubicBezTo>
                  </a:path>
                </a:pathLst>
              </a:custGeom>
              <a:noFill/>
              <a:ln cap="rnd" cmpd="sng" w="9525">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944" name="Google Shape;8944;p37"/>
              <p:cNvSpPr/>
              <p:nvPr/>
            </p:nvSpPr>
            <p:spPr>
              <a:xfrm>
                <a:off x="-13352" y="3908679"/>
                <a:ext cx="53352" cy="15538"/>
              </a:xfrm>
              <a:custGeom>
                <a:rect b="b" l="l" r="r" t="t"/>
                <a:pathLst>
                  <a:path extrusionOk="0" fill="none" h="1328" w="4560">
                    <a:moveTo>
                      <a:pt x="4559" y="1030"/>
                    </a:moveTo>
                    <a:cubicBezTo>
                      <a:pt x="3258" y="1"/>
                      <a:pt x="1997" y="1327"/>
                      <a:pt x="1997" y="1327"/>
                    </a:cubicBezTo>
                    <a:cubicBezTo>
                      <a:pt x="1997" y="1327"/>
                      <a:pt x="1731" y="150"/>
                      <a:pt x="1" y="642"/>
                    </a:cubicBezTo>
                  </a:path>
                </a:pathLst>
              </a:custGeom>
              <a:noFill/>
              <a:ln cap="rnd" cmpd="sng" w="9525">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945" name="Google Shape;8945;p37"/>
              <p:cNvSpPr/>
              <p:nvPr/>
            </p:nvSpPr>
            <p:spPr>
              <a:xfrm>
                <a:off x="466" y="3963493"/>
                <a:ext cx="28092" cy="51948"/>
              </a:xfrm>
              <a:custGeom>
                <a:rect b="b" l="l" r="r" t="t"/>
                <a:pathLst>
                  <a:path extrusionOk="0" fill="none" h="4440" w="2401">
                    <a:moveTo>
                      <a:pt x="2391" y="4439"/>
                    </a:moveTo>
                    <a:cubicBezTo>
                      <a:pt x="2391" y="4439"/>
                      <a:pt x="2401" y="2220"/>
                      <a:pt x="683" y="2437"/>
                    </a:cubicBezTo>
                    <a:cubicBezTo>
                      <a:pt x="683" y="2437"/>
                      <a:pt x="1573" y="1217"/>
                      <a:pt x="0" y="1"/>
                    </a:cubicBezTo>
                  </a:path>
                </a:pathLst>
              </a:custGeom>
              <a:noFill/>
              <a:ln cap="rnd" cmpd="sng" w="9525">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946" name="Google Shape;8946;p37"/>
              <p:cNvSpPr/>
              <p:nvPr/>
            </p:nvSpPr>
            <p:spPr>
              <a:xfrm>
                <a:off x="688" y="4015429"/>
                <a:ext cx="12472" cy="32374"/>
              </a:xfrm>
              <a:custGeom>
                <a:rect b="b" l="l" r="r" t="t"/>
                <a:pathLst>
                  <a:path extrusionOk="0" fill="none" h="2767" w="1066">
                    <a:moveTo>
                      <a:pt x="1" y="0"/>
                    </a:moveTo>
                    <a:cubicBezTo>
                      <a:pt x="1" y="0"/>
                      <a:pt x="1065" y="1146"/>
                      <a:pt x="363" y="2767"/>
                    </a:cubicBezTo>
                  </a:path>
                </a:pathLst>
              </a:custGeom>
              <a:noFill/>
              <a:ln cap="rnd" cmpd="sng" w="9525">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947" name="Google Shape;8947;p37"/>
              <p:cNvSpPr/>
              <p:nvPr/>
            </p:nvSpPr>
            <p:spPr>
              <a:xfrm>
                <a:off x="-49575" y="4013124"/>
                <a:ext cx="36235" cy="21739"/>
              </a:xfrm>
              <a:custGeom>
                <a:rect b="b" l="l" r="r" t="t"/>
                <a:pathLst>
                  <a:path extrusionOk="0" fill="none" h="1858" w="3097">
                    <a:moveTo>
                      <a:pt x="0" y="197"/>
                    </a:moveTo>
                    <a:cubicBezTo>
                      <a:pt x="1631" y="0"/>
                      <a:pt x="2330" y="1579"/>
                      <a:pt x="2330" y="1579"/>
                    </a:cubicBezTo>
                    <a:cubicBezTo>
                      <a:pt x="2330" y="1579"/>
                      <a:pt x="2763" y="1391"/>
                      <a:pt x="3097" y="1857"/>
                    </a:cubicBezTo>
                  </a:path>
                </a:pathLst>
              </a:custGeom>
              <a:noFill/>
              <a:ln cap="rnd" cmpd="sng" w="9525">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948" name="Google Shape;8948;p37"/>
              <p:cNvSpPr/>
              <p:nvPr/>
            </p:nvSpPr>
            <p:spPr>
              <a:xfrm>
                <a:off x="-17517" y="3941357"/>
                <a:ext cx="32000" cy="17913"/>
              </a:xfrm>
              <a:custGeom>
                <a:rect b="b" l="l" r="r" t="t"/>
                <a:pathLst>
                  <a:path extrusionOk="0" fill="none" h="1531" w="2735">
                    <a:moveTo>
                      <a:pt x="1" y="0"/>
                    </a:moveTo>
                    <a:cubicBezTo>
                      <a:pt x="1" y="0"/>
                      <a:pt x="1651" y="1530"/>
                      <a:pt x="2734" y="0"/>
                    </a:cubicBezTo>
                  </a:path>
                </a:pathLst>
              </a:custGeom>
              <a:noFill/>
              <a:ln cap="rnd" cmpd="sng" w="9525">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949" name="Google Shape;8949;p37"/>
              <p:cNvSpPr/>
              <p:nvPr/>
            </p:nvSpPr>
            <p:spPr>
              <a:xfrm>
                <a:off x="-49575" y="3973672"/>
                <a:ext cx="32070" cy="15807"/>
              </a:xfrm>
              <a:custGeom>
                <a:rect b="b" l="l" r="r" t="t"/>
                <a:pathLst>
                  <a:path extrusionOk="0" fill="none" h="1351" w="2741">
                    <a:moveTo>
                      <a:pt x="2741" y="434"/>
                    </a:moveTo>
                    <a:cubicBezTo>
                      <a:pt x="2741" y="434"/>
                      <a:pt x="1032" y="1"/>
                      <a:pt x="0" y="1350"/>
                    </a:cubicBezTo>
                  </a:path>
                </a:pathLst>
              </a:custGeom>
              <a:noFill/>
              <a:ln cap="rnd" cmpd="sng" w="9525">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8950" name="Google Shape;8950;p37"/>
            <p:cNvGrpSpPr/>
            <p:nvPr/>
          </p:nvGrpSpPr>
          <p:grpSpPr>
            <a:xfrm>
              <a:off x="724986" y="3605478"/>
              <a:ext cx="1368680" cy="682919"/>
              <a:chOff x="724986" y="3605478"/>
              <a:chExt cx="1368680" cy="682919"/>
            </a:xfrm>
          </p:grpSpPr>
          <p:grpSp>
            <p:nvGrpSpPr>
              <p:cNvPr id="8951" name="Google Shape;8951;p37"/>
              <p:cNvGrpSpPr/>
              <p:nvPr/>
            </p:nvGrpSpPr>
            <p:grpSpPr>
              <a:xfrm>
                <a:off x="1498221" y="4047614"/>
                <a:ext cx="529172" cy="240783"/>
                <a:chOff x="1498221" y="4047614"/>
                <a:chExt cx="529172" cy="240783"/>
              </a:xfrm>
            </p:grpSpPr>
            <p:grpSp>
              <p:nvGrpSpPr>
                <p:cNvPr id="8952" name="Google Shape;8952;p37"/>
                <p:cNvGrpSpPr/>
                <p:nvPr/>
              </p:nvGrpSpPr>
              <p:grpSpPr>
                <a:xfrm>
                  <a:off x="1826655" y="4224370"/>
                  <a:ext cx="200738" cy="25631"/>
                  <a:chOff x="1826655" y="4224370"/>
                  <a:chExt cx="200738" cy="25631"/>
                </a:xfrm>
              </p:grpSpPr>
              <p:sp>
                <p:nvSpPr>
                  <p:cNvPr id="8953" name="Google Shape;8953;p37"/>
                  <p:cNvSpPr/>
                  <p:nvPr/>
                </p:nvSpPr>
                <p:spPr>
                  <a:xfrm>
                    <a:off x="1826655" y="4238011"/>
                    <a:ext cx="175094" cy="5"/>
                  </a:xfrm>
                  <a:custGeom>
                    <a:rect b="b" l="l" r="r" t="t"/>
                    <a:pathLst>
                      <a:path extrusionOk="0" fill="none" h="1" w="36535">
                        <a:moveTo>
                          <a:pt x="1" y="0"/>
                        </a:moveTo>
                        <a:lnTo>
                          <a:pt x="36535" y="0"/>
                        </a:lnTo>
                      </a:path>
                    </a:pathLst>
                  </a:custGeom>
                  <a:noFill/>
                  <a:ln cap="rnd" cmpd="sng" w="9525">
                    <a:solidFill>
                      <a:srgbClr val="CFD9E0"/>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954" name="Google Shape;8954;p37"/>
                  <p:cNvSpPr/>
                  <p:nvPr/>
                </p:nvSpPr>
                <p:spPr>
                  <a:xfrm>
                    <a:off x="2000728" y="4224370"/>
                    <a:ext cx="26665" cy="25631"/>
                  </a:xfrm>
                  <a:custGeom>
                    <a:rect b="b" l="l" r="r" t="t"/>
                    <a:pathLst>
                      <a:path extrusionOk="0" h="5351" w="5564">
                        <a:moveTo>
                          <a:pt x="2887" y="0"/>
                        </a:moveTo>
                        <a:cubicBezTo>
                          <a:pt x="2190" y="0"/>
                          <a:pt x="1506" y="271"/>
                          <a:pt x="996" y="783"/>
                        </a:cubicBezTo>
                        <a:cubicBezTo>
                          <a:pt x="230" y="1550"/>
                          <a:pt x="0" y="2699"/>
                          <a:pt x="416" y="3698"/>
                        </a:cubicBezTo>
                        <a:cubicBezTo>
                          <a:pt x="828" y="4698"/>
                          <a:pt x="1806" y="5351"/>
                          <a:pt x="2886" y="5351"/>
                        </a:cubicBezTo>
                        <a:cubicBezTo>
                          <a:pt x="4363" y="5351"/>
                          <a:pt x="5560" y="4150"/>
                          <a:pt x="5563" y="2677"/>
                        </a:cubicBezTo>
                        <a:cubicBezTo>
                          <a:pt x="5560" y="1593"/>
                          <a:pt x="4911" y="619"/>
                          <a:pt x="3911" y="203"/>
                        </a:cubicBezTo>
                        <a:cubicBezTo>
                          <a:pt x="3580" y="67"/>
                          <a:pt x="3232" y="0"/>
                          <a:pt x="2887" y="0"/>
                        </a:cubicBezTo>
                        <a:close/>
                      </a:path>
                    </a:pathLst>
                  </a:custGeom>
                  <a:solidFill>
                    <a:srgbClr val="213B5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8955" name="Google Shape;8955;p37"/>
                <p:cNvGrpSpPr/>
                <p:nvPr/>
              </p:nvGrpSpPr>
              <p:grpSpPr>
                <a:xfrm>
                  <a:off x="1498221" y="4047614"/>
                  <a:ext cx="328445" cy="240783"/>
                  <a:chOff x="1498221" y="4047614"/>
                  <a:chExt cx="328445" cy="240783"/>
                </a:xfrm>
              </p:grpSpPr>
              <p:sp>
                <p:nvSpPr>
                  <p:cNvPr id="8956" name="Google Shape;8956;p37"/>
                  <p:cNvSpPr/>
                  <p:nvPr/>
                </p:nvSpPr>
                <p:spPr>
                  <a:xfrm>
                    <a:off x="1648778" y="4185661"/>
                    <a:ext cx="177888" cy="102736"/>
                  </a:xfrm>
                  <a:custGeom>
                    <a:rect b="b" l="l" r="r" t="t"/>
                    <a:pathLst>
                      <a:path extrusionOk="0" h="21448" w="37118">
                        <a:moveTo>
                          <a:pt x="4950" y="1"/>
                        </a:moveTo>
                        <a:cubicBezTo>
                          <a:pt x="2218" y="1"/>
                          <a:pt x="0" y="2679"/>
                          <a:pt x="0" y="5984"/>
                        </a:cubicBezTo>
                        <a:lnTo>
                          <a:pt x="0" y="15461"/>
                        </a:lnTo>
                        <a:cubicBezTo>
                          <a:pt x="0" y="18766"/>
                          <a:pt x="2218" y="21447"/>
                          <a:pt x="4950" y="21447"/>
                        </a:cubicBezTo>
                        <a:lnTo>
                          <a:pt x="32168" y="21447"/>
                        </a:lnTo>
                        <a:cubicBezTo>
                          <a:pt x="34904" y="21447"/>
                          <a:pt x="37118" y="18766"/>
                          <a:pt x="37118" y="15461"/>
                        </a:cubicBezTo>
                        <a:lnTo>
                          <a:pt x="37118" y="5984"/>
                        </a:lnTo>
                        <a:cubicBezTo>
                          <a:pt x="37118" y="2679"/>
                          <a:pt x="34904" y="1"/>
                          <a:pt x="32168" y="1"/>
                        </a:cubicBezTo>
                        <a:close/>
                      </a:path>
                    </a:pathLst>
                  </a:custGeom>
                  <a:solidFill>
                    <a:srgbClr val="213B55"/>
                  </a:solidFill>
                  <a:ln cap="flat" cmpd="sng" w="9525">
                    <a:solidFill>
                      <a:srgbClr val="CFD9E0"/>
                    </a:solidFill>
                    <a:prstDash val="solid"/>
                    <a:miter lim="3647"/>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nvGrpSpPr>
                  <p:cNvPr id="8957" name="Google Shape;8957;p37"/>
                  <p:cNvGrpSpPr/>
                  <p:nvPr/>
                </p:nvGrpSpPr>
                <p:grpSpPr>
                  <a:xfrm>
                    <a:off x="1498221" y="4047614"/>
                    <a:ext cx="150566" cy="190415"/>
                    <a:chOff x="1498221" y="4047614"/>
                    <a:chExt cx="150566" cy="190415"/>
                  </a:xfrm>
                </p:grpSpPr>
                <p:sp>
                  <p:nvSpPr>
                    <p:cNvPr id="8958" name="Google Shape;8958;p37"/>
                    <p:cNvSpPr/>
                    <p:nvPr/>
                  </p:nvSpPr>
                  <p:spPr>
                    <a:xfrm>
                      <a:off x="1510686" y="4060421"/>
                      <a:ext cx="138101" cy="177608"/>
                    </a:xfrm>
                    <a:custGeom>
                      <a:rect b="b" l="l" r="r" t="t"/>
                      <a:pathLst>
                        <a:path extrusionOk="0" fill="none" h="37079" w="28816">
                          <a:moveTo>
                            <a:pt x="28815" y="37078"/>
                          </a:moveTo>
                          <a:lnTo>
                            <a:pt x="17922" y="37078"/>
                          </a:lnTo>
                          <a:cubicBezTo>
                            <a:pt x="14829" y="37078"/>
                            <a:pt x="14212" y="33613"/>
                            <a:pt x="14212" y="33613"/>
                          </a:cubicBezTo>
                          <a:lnTo>
                            <a:pt x="14212" y="10631"/>
                          </a:lnTo>
                          <a:lnTo>
                            <a:pt x="0" y="10631"/>
                          </a:lnTo>
                          <a:lnTo>
                            <a:pt x="0" y="1"/>
                          </a:lnTo>
                        </a:path>
                      </a:pathLst>
                    </a:custGeom>
                    <a:noFill/>
                    <a:ln cap="rnd" cmpd="sng" w="9525">
                      <a:solidFill>
                        <a:srgbClr val="CFD9E0"/>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959" name="Google Shape;8959;p37"/>
                    <p:cNvSpPr/>
                    <p:nvPr/>
                  </p:nvSpPr>
                  <p:spPr>
                    <a:xfrm>
                      <a:off x="1498221" y="4047614"/>
                      <a:ext cx="26646" cy="25622"/>
                    </a:xfrm>
                    <a:custGeom>
                      <a:rect b="b" l="l" r="r" t="t"/>
                      <a:pathLst>
                        <a:path extrusionOk="0" h="5349" w="5560">
                          <a:moveTo>
                            <a:pt x="2886" y="1"/>
                          </a:moveTo>
                          <a:cubicBezTo>
                            <a:pt x="1806" y="1"/>
                            <a:pt x="828" y="654"/>
                            <a:pt x="416" y="1653"/>
                          </a:cubicBezTo>
                          <a:cubicBezTo>
                            <a:pt x="0" y="2649"/>
                            <a:pt x="230" y="3802"/>
                            <a:pt x="996" y="4564"/>
                          </a:cubicBezTo>
                          <a:cubicBezTo>
                            <a:pt x="1506" y="5077"/>
                            <a:pt x="2190" y="5349"/>
                            <a:pt x="2886" y="5349"/>
                          </a:cubicBezTo>
                          <a:cubicBezTo>
                            <a:pt x="3232" y="5349"/>
                            <a:pt x="3580" y="5282"/>
                            <a:pt x="3911" y="5144"/>
                          </a:cubicBezTo>
                          <a:cubicBezTo>
                            <a:pt x="4910" y="4732"/>
                            <a:pt x="5560" y="3758"/>
                            <a:pt x="5560" y="2675"/>
                          </a:cubicBezTo>
                          <a:cubicBezTo>
                            <a:pt x="5560" y="1197"/>
                            <a:pt x="4363" y="1"/>
                            <a:pt x="2886" y="1"/>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grpSp>
          <p:grpSp>
            <p:nvGrpSpPr>
              <p:cNvPr id="8960" name="Google Shape;8960;p37"/>
              <p:cNvGrpSpPr/>
              <p:nvPr/>
            </p:nvGrpSpPr>
            <p:grpSpPr>
              <a:xfrm>
                <a:off x="1560718" y="3800594"/>
                <a:ext cx="532948" cy="302090"/>
                <a:chOff x="1560718" y="3800594"/>
                <a:chExt cx="532948" cy="302090"/>
              </a:xfrm>
            </p:grpSpPr>
            <p:grpSp>
              <p:nvGrpSpPr>
                <p:cNvPr id="8961" name="Google Shape;8961;p37"/>
                <p:cNvGrpSpPr/>
                <p:nvPr/>
              </p:nvGrpSpPr>
              <p:grpSpPr>
                <a:xfrm>
                  <a:off x="1912179" y="3827344"/>
                  <a:ext cx="181487" cy="25631"/>
                  <a:chOff x="1912179" y="3827344"/>
                  <a:chExt cx="181487" cy="25631"/>
                </a:xfrm>
              </p:grpSpPr>
              <p:sp>
                <p:nvSpPr>
                  <p:cNvPr id="8962" name="Google Shape;8962;p37"/>
                  <p:cNvSpPr/>
                  <p:nvPr/>
                </p:nvSpPr>
                <p:spPr>
                  <a:xfrm>
                    <a:off x="2067020" y="3827344"/>
                    <a:ext cx="26646" cy="25631"/>
                  </a:xfrm>
                  <a:custGeom>
                    <a:rect b="b" l="l" r="r" t="t"/>
                    <a:pathLst>
                      <a:path extrusionOk="0" h="5351" w="5560">
                        <a:moveTo>
                          <a:pt x="2886" y="0"/>
                        </a:moveTo>
                        <a:cubicBezTo>
                          <a:pt x="1806" y="0"/>
                          <a:pt x="828" y="653"/>
                          <a:pt x="416" y="1653"/>
                        </a:cubicBezTo>
                        <a:cubicBezTo>
                          <a:pt x="0" y="2652"/>
                          <a:pt x="230" y="3801"/>
                          <a:pt x="993" y="4567"/>
                        </a:cubicBezTo>
                        <a:cubicBezTo>
                          <a:pt x="1505" y="5080"/>
                          <a:pt x="2190" y="5351"/>
                          <a:pt x="2887" y="5351"/>
                        </a:cubicBezTo>
                        <a:cubicBezTo>
                          <a:pt x="3232" y="5351"/>
                          <a:pt x="3580" y="5284"/>
                          <a:pt x="3911" y="5148"/>
                        </a:cubicBezTo>
                        <a:cubicBezTo>
                          <a:pt x="4910" y="4732"/>
                          <a:pt x="5560" y="3758"/>
                          <a:pt x="5560" y="2678"/>
                        </a:cubicBezTo>
                        <a:cubicBezTo>
                          <a:pt x="5560" y="1200"/>
                          <a:pt x="4363" y="0"/>
                          <a:pt x="2886" y="0"/>
                        </a:cubicBezTo>
                        <a:close/>
                      </a:path>
                    </a:pathLst>
                  </a:custGeom>
                  <a:solidFill>
                    <a:srgbClr val="445D7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963" name="Google Shape;8963;p37"/>
                  <p:cNvSpPr/>
                  <p:nvPr/>
                </p:nvSpPr>
                <p:spPr>
                  <a:xfrm>
                    <a:off x="1912179" y="3842838"/>
                    <a:ext cx="156825" cy="5"/>
                  </a:xfrm>
                  <a:custGeom>
                    <a:rect b="b" l="l" r="r" t="t"/>
                    <a:pathLst>
                      <a:path extrusionOk="0" fill="none" h="1" w="32723">
                        <a:moveTo>
                          <a:pt x="1" y="1"/>
                        </a:moveTo>
                        <a:lnTo>
                          <a:pt x="32723" y="1"/>
                        </a:lnTo>
                      </a:path>
                    </a:pathLst>
                  </a:custGeom>
                  <a:noFill/>
                  <a:ln cap="rnd" cmpd="sng" w="9525">
                    <a:solidFill>
                      <a:srgbClr val="CFD9E0"/>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8964" name="Google Shape;8964;p37"/>
                <p:cNvGrpSpPr/>
                <p:nvPr/>
              </p:nvGrpSpPr>
              <p:grpSpPr>
                <a:xfrm>
                  <a:off x="1912179" y="4044504"/>
                  <a:ext cx="181487" cy="25622"/>
                  <a:chOff x="1912179" y="4044505"/>
                  <a:chExt cx="181487" cy="25622"/>
                </a:xfrm>
              </p:grpSpPr>
              <p:sp>
                <p:nvSpPr>
                  <p:cNvPr id="8965" name="Google Shape;8965;p37"/>
                  <p:cNvSpPr/>
                  <p:nvPr/>
                </p:nvSpPr>
                <p:spPr>
                  <a:xfrm>
                    <a:off x="2067020" y="4044505"/>
                    <a:ext cx="26646" cy="25622"/>
                  </a:xfrm>
                  <a:custGeom>
                    <a:rect b="b" l="l" r="r" t="t"/>
                    <a:pathLst>
                      <a:path extrusionOk="0" h="5349" w="5560">
                        <a:moveTo>
                          <a:pt x="2886" y="0"/>
                        </a:moveTo>
                        <a:cubicBezTo>
                          <a:pt x="1806" y="0"/>
                          <a:pt x="828" y="650"/>
                          <a:pt x="416" y="1649"/>
                        </a:cubicBezTo>
                        <a:cubicBezTo>
                          <a:pt x="0" y="2649"/>
                          <a:pt x="230" y="3802"/>
                          <a:pt x="993" y="4564"/>
                        </a:cubicBezTo>
                        <a:cubicBezTo>
                          <a:pt x="1505" y="5076"/>
                          <a:pt x="2190" y="5349"/>
                          <a:pt x="2887" y="5349"/>
                        </a:cubicBezTo>
                        <a:cubicBezTo>
                          <a:pt x="3232" y="5349"/>
                          <a:pt x="3580" y="5282"/>
                          <a:pt x="3911" y="5144"/>
                        </a:cubicBezTo>
                        <a:cubicBezTo>
                          <a:pt x="4910" y="4732"/>
                          <a:pt x="5560" y="3758"/>
                          <a:pt x="5560" y="2674"/>
                        </a:cubicBezTo>
                        <a:cubicBezTo>
                          <a:pt x="5560" y="1197"/>
                          <a:pt x="4363" y="0"/>
                          <a:pt x="2886" y="0"/>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966" name="Google Shape;8966;p37"/>
                  <p:cNvSpPr/>
                  <p:nvPr/>
                </p:nvSpPr>
                <p:spPr>
                  <a:xfrm>
                    <a:off x="1912179" y="4059966"/>
                    <a:ext cx="156825" cy="5"/>
                  </a:xfrm>
                  <a:custGeom>
                    <a:rect b="b" l="l" r="r" t="t"/>
                    <a:pathLst>
                      <a:path extrusionOk="0" fill="none" h="1" w="32723">
                        <a:moveTo>
                          <a:pt x="32723" y="1"/>
                        </a:moveTo>
                        <a:lnTo>
                          <a:pt x="1" y="1"/>
                        </a:lnTo>
                      </a:path>
                    </a:pathLst>
                  </a:custGeom>
                  <a:noFill/>
                  <a:ln cap="rnd" cmpd="sng" w="9525">
                    <a:solidFill>
                      <a:srgbClr val="CFD9E0"/>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8967" name="Google Shape;8967;p37"/>
                <p:cNvGrpSpPr/>
                <p:nvPr/>
              </p:nvGrpSpPr>
              <p:grpSpPr>
                <a:xfrm>
                  <a:off x="1560718" y="3800594"/>
                  <a:ext cx="351472" cy="302090"/>
                  <a:chOff x="1560718" y="3800594"/>
                  <a:chExt cx="351472" cy="302090"/>
                </a:xfrm>
              </p:grpSpPr>
              <p:grpSp>
                <p:nvGrpSpPr>
                  <p:cNvPr id="8968" name="Google Shape;8968;p37"/>
                  <p:cNvGrpSpPr/>
                  <p:nvPr/>
                </p:nvGrpSpPr>
                <p:grpSpPr>
                  <a:xfrm>
                    <a:off x="1560718" y="3842857"/>
                    <a:ext cx="173587" cy="217131"/>
                    <a:chOff x="1560718" y="3842857"/>
                    <a:chExt cx="173587" cy="217131"/>
                  </a:xfrm>
                </p:grpSpPr>
                <p:sp>
                  <p:nvSpPr>
                    <p:cNvPr id="8969" name="Google Shape;8969;p37"/>
                    <p:cNvSpPr/>
                    <p:nvPr/>
                  </p:nvSpPr>
                  <p:spPr>
                    <a:xfrm>
                      <a:off x="1560718" y="3951414"/>
                      <a:ext cx="84343" cy="5"/>
                    </a:xfrm>
                    <a:custGeom>
                      <a:rect b="b" l="l" r="r" t="t"/>
                      <a:pathLst>
                        <a:path extrusionOk="0" fill="none" h="1" w="17599">
                          <a:moveTo>
                            <a:pt x="1" y="0"/>
                          </a:moveTo>
                          <a:lnTo>
                            <a:pt x="17598" y="0"/>
                          </a:lnTo>
                        </a:path>
                      </a:pathLst>
                    </a:custGeom>
                    <a:noFill/>
                    <a:ln cap="rnd" cmpd="sng" w="9525">
                      <a:solidFill>
                        <a:srgbClr val="CFD9E0"/>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970" name="Google Shape;8970;p37"/>
                    <p:cNvSpPr/>
                    <p:nvPr/>
                  </p:nvSpPr>
                  <p:spPr>
                    <a:xfrm>
                      <a:off x="1631242" y="3936509"/>
                      <a:ext cx="26646" cy="25622"/>
                    </a:xfrm>
                    <a:custGeom>
                      <a:rect b="b" l="l" r="r" t="t"/>
                      <a:pathLst>
                        <a:path extrusionOk="0" h="5349" w="5560">
                          <a:moveTo>
                            <a:pt x="2882" y="1"/>
                          </a:moveTo>
                          <a:cubicBezTo>
                            <a:pt x="1802" y="1"/>
                            <a:pt x="828" y="650"/>
                            <a:pt x="412" y="1649"/>
                          </a:cubicBezTo>
                          <a:cubicBezTo>
                            <a:pt x="0" y="2649"/>
                            <a:pt x="226" y="3798"/>
                            <a:pt x="993" y="4564"/>
                          </a:cubicBezTo>
                          <a:cubicBezTo>
                            <a:pt x="1502" y="5076"/>
                            <a:pt x="2187" y="5349"/>
                            <a:pt x="2883" y="5349"/>
                          </a:cubicBezTo>
                          <a:cubicBezTo>
                            <a:pt x="3228" y="5349"/>
                            <a:pt x="3576" y="5282"/>
                            <a:pt x="3907" y="5144"/>
                          </a:cubicBezTo>
                          <a:cubicBezTo>
                            <a:pt x="4907" y="4732"/>
                            <a:pt x="5556" y="3758"/>
                            <a:pt x="5560" y="2674"/>
                          </a:cubicBezTo>
                          <a:cubicBezTo>
                            <a:pt x="5560" y="1197"/>
                            <a:pt x="4360" y="1"/>
                            <a:pt x="2882" y="1"/>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971" name="Google Shape;8971;p37"/>
                    <p:cNvSpPr/>
                    <p:nvPr/>
                  </p:nvSpPr>
                  <p:spPr>
                    <a:xfrm>
                      <a:off x="1645054" y="3842857"/>
                      <a:ext cx="89251" cy="217131"/>
                    </a:xfrm>
                    <a:custGeom>
                      <a:rect b="b" l="l" r="r" t="t"/>
                      <a:pathLst>
                        <a:path extrusionOk="0" fill="none" h="45330" w="18623">
                          <a:moveTo>
                            <a:pt x="18623" y="45330"/>
                          </a:moveTo>
                          <a:lnTo>
                            <a:pt x="5625" y="45330"/>
                          </a:lnTo>
                          <a:cubicBezTo>
                            <a:pt x="2889" y="45330"/>
                            <a:pt x="0" y="42619"/>
                            <a:pt x="0" y="35634"/>
                          </a:cubicBezTo>
                          <a:lnTo>
                            <a:pt x="0" y="9697"/>
                          </a:lnTo>
                          <a:cubicBezTo>
                            <a:pt x="0" y="2711"/>
                            <a:pt x="2889" y="1"/>
                            <a:pt x="5625" y="1"/>
                          </a:cubicBezTo>
                          <a:lnTo>
                            <a:pt x="18623" y="1"/>
                          </a:lnTo>
                        </a:path>
                      </a:pathLst>
                    </a:custGeom>
                    <a:noFill/>
                    <a:ln cap="rnd" cmpd="sng" w="9525">
                      <a:solidFill>
                        <a:srgbClr val="CFD9E0"/>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8972" name="Google Shape;8972;p37"/>
                  <p:cNvSpPr/>
                  <p:nvPr/>
                </p:nvSpPr>
                <p:spPr>
                  <a:xfrm>
                    <a:off x="1733808" y="3800594"/>
                    <a:ext cx="177874" cy="102731"/>
                  </a:xfrm>
                  <a:custGeom>
                    <a:rect b="b" l="l" r="r" t="t"/>
                    <a:pathLst>
                      <a:path extrusionOk="0" h="21447" w="37115">
                        <a:moveTo>
                          <a:pt x="4951" y="0"/>
                        </a:moveTo>
                        <a:cubicBezTo>
                          <a:pt x="2215" y="0"/>
                          <a:pt x="1" y="2678"/>
                          <a:pt x="1" y="5983"/>
                        </a:cubicBezTo>
                        <a:lnTo>
                          <a:pt x="1" y="15460"/>
                        </a:lnTo>
                        <a:cubicBezTo>
                          <a:pt x="1" y="18765"/>
                          <a:pt x="2215" y="21446"/>
                          <a:pt x="4951" y="21446"/>
                        </a:cubicBezTo>
                        <a:lnTo>
                          <a:pt x="32168" y="21446"/>
                        </a:lnTo>
                        <a:cubicBezTo>
                          <a:pt x="34901" y="21446"/>
                          <a:pt x="37115" y="18765"/>
                          <a:pt x="37115" y="15460"/>
                        </a:cubicBezTo>
                        <a:lnTo>
                          <a:pt x="37115" y="5983"/>
                        </a:lnTo>
                        <a:cubicBezTo>
                          <a:pt x="37115" y="2678"/>
                          <a:pt x="34901" y="0"/>
                          <a:pt x="32168" y="0"/>
                        </a:cubicBezTo>
                        <a:close/>
                      </a:path>
                    </a:pathLst>
                  </a:custGeom>
                  <a:solidFill>
                    <a:srgbClr val="445D73"/>
                  </a:solidFill>
                  <a:ln cap="flat" cmpd="sng" w="9525">
                    <a:solidFill>
                      <a:srgbClr val="CFD9E0"/>
                    </a:solidFill>
                    <a:prstDash val="solid"/>
                    <a:miter lim="3647"/>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973" name="Google Shape;8973;p37"/>
                  <p:cNvSpPr/>
                  <p:nvPr/>
                </p:nvSpPr>
                <p:spPr>
                  <a:xfrm>
                    <a:off x="1734297" y="3999967"/>
                    <a:ext cx="177893" cy="102717"/>
                  </a:xfrm>
                  <a:custGeom>
                    <a:rect b="b" l="l" r="r" t="t"/>
                    <a:pathLst>
                      <a:path extrusionOk="0" h="21444" w="37119">
                        <a:moveTo>
                          <a:pt x="4951" y="1"/>
                        </a:moveTo>
                        <a:cubicBezTo>
                          <a:pt x="2219" y="1"/>
                          <a:pt x="1" y="2678"/>
                          <a:pt x="1" y="5983"/>
                        </a:cubicBezTo>
                        <a:lnTo>
                          <a:pt x="1" y="15461"/>
                        </a:lnTo>
                        <a:cubicBezTo>
                          <a:pt x="1" y="18766"/>
                          <a:pt x="2219" y="21443"/>
                          <a:pt x="4951" y="21443"/>
                        </a:cubicBezTo>
                        <a:lnTo>
                          <a:pt x="32168" y="21443"/>
                        </a:lnTo>
                        <a:cubicBezTo>
                          <a:pt x="34901" y="21443"/>
                          <a:pt x="37119" y="18766"/>
                          <a:pt x="37119" y="15461"/>
                        </a:cubicBezTo>
                        <a:lnTo>
                          <a:pt x="37119" y="5983"/>
                        </a:lnTo>
                        <a:cubicBezTo>
                          <a:pt x="37119" y="2678"/>
                          <a:pt x="34901" y="1"/>
                          <a:pt x="32168" y="1"/>
                        </a:cubicBezTo>
                        <a:close/>
                      </a:path>
                    </a:pathLst>
                  </a:custGeom>
                  <a:solidFill>
                    <a:srgbClr val="869FB1"/>
                  </a:solidFill>
                  <a:ln cap="flat" cmpd="sng" w="9525">
                    <a:solidFill>
                      <a:srgbClr val="CFD9E0"/>
                    </a:solidFill>
                    <a:prstDash val="solid"/>
                    <a:miter lim="3647"/>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sp>
            <p:nvSpPr>
              <p:cNvPr id="8974" name="Google Shape;8974;p37"/>
              <p:cNvSpPr/>
              <p:nvPr/>
            </p:nvSpPr>
            <p:spPr>
              <a:xfrm>
                <a:off x="1258451" y="3798060"/>
                <a:ext cx="302718" cy="302541"/>
              </a:xfrm>
              <a:custGeom>
                <a:rect b="b" l="l" r="r" t="t"/>
                <a:pathLst>
                  <a:path extrusionOk="0" fill="none" h="63161" w="63165">
                    <a:moveTo>
                      <a:pt x="63165" y="31580"/>
                    </a:moveTo>
                    <a:cubicBezTo>
                      <a:pt x="63165" y="49021"/>
                      <a:pt x="49025" y="63161"/>
                      <a:pt x="31585" y="63161"/>
                    </a:cubicBezTo>
                    <a:cubicBezTo>
                      <a:pt x="14140" y="63161"/>
                      <a:pt x="1" y="49021"/>
                      <a:pt x="1" y="31580"/>
                    </a:cubicBezTo>
                    <a:cubicBezTo>
                      <a:pt x="1" y="14140"/>
                      <a:pt x="14140" y="0"/>
                      <a:pt x="31585" y="0"/>
                    </a:cubicBezTo>
                    <a:cubicBezTo>
                      <a:pt x="49025" y="0"/>
                      <a:pt x="63165" y="14140"/>
                      <a:pt x="63165" y="31580"/>
                    </a:cubicBezTo>
                    <a:close/>
                  </a:path>
                </a:pathLst>
              </a:custGeom>
              <a:noFill/>
              <a:ln cap="flat" cmpd="sng" w="9525">
                <a:solidFill>
                  <a:srgbClr val="CFD9E0"/>
                </a:solidFill>
                <a:prstDash val="solid"/>
                <a:miter lim="3647"/>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nvGrpSpPr>
              <p:cNvPr id="8975" name="Google Shape;8975;p37"/>
              <p:cNvGrpSpPr/>
              <p:nvPr/>
            </p:nvGrpSpPr>
            <p:grpSpPr>
              <a:xfrm>
                <a:off x="785350" y="3605478"/>
                <a:ext cx="535311" cy="249245"/>
                <a:chOff x="785350" y="3605478"/>
                <a:chExt cx="535311" cy="249245"/>
              </a:xfrm>
            </p:grpSpPr>
            <p:grpSp>
              <p:nvGrpSpPr>
                <p:cNvPr id="8976" name="Google Shape;8976;p37"/>
                <p:cNvGrpSpPr/>
                <p:nvPr/>
              </p:nvGrpSpPr>
              <p:grpSpPr>
                <a:xfrm>
                  <a:off x="785350" y="3605478"/>
                  <a:ext cx="376191" cy="102736"/>
                  <a:chOff x="785350" y="3605478"/>
                  <a:chExt cx="376191" cy="102736"/>
                </a:xfrm>
              </p:grpSpPr>
              <p:sp>
                <p:nvSpPr>
                  <p:cNvPr id="8977" name="Google Shape;8977;p37"/>
                  <p:cNvSpPr/>
                  <p:nvPr/>
                </p:nvSpPr>
                <p:spPr>
                  <a:xfrm>
                    <a:off x="808023" y="3655851"/>
                    <a:ext cx="175636" cy="5"/>
                  </a:xfrm>
                  <a:custGeom>
                    <a:rect b="b" l="l" r="r" t="t"/>
                    <a:pathLst>
                      <a:path extrusionOk="0" fill="none" h="1" w="36648">
                        <a:moveTo>
                          <a:pt x="36648" y="1"/>
                        </a:moveTo>
                        <a:lnTo>
                          <a:pt x="1" y="1"/>
                        </a:lnTo>
                      </a:path>
                    </a:pathLst>
                  </a:custGeom>
                  <a:noFill/>
                  <a:ln cap="rnd" cmpd="sng" w="9525">
                    <a:solidFill>
                      <a:srgbClr val="CFD9E0"/>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978" name="Google Shape;8978;p37"/>
                  <p:cNvSpPr/>
                  <p:nvPr/>
                </p:nvSpPr>
                <p:spPr>
                  <a:xfrm>
                    <a:off x="785350" y="3643867"/>
                    <a:ext cx="25635" cy="25622"/>
                  </a:xfrm>
                  <a:custGeom>
                    <a:rect b="b" l="l" r="r" t="t"/>
                    <a:pathLst>
                      <a:path extrusionOk="0" h="5349" w="5349">
                        <a:moveTo>
                          <a:pt x="2674" y="0"/>
                        </a:moveTo>
                        <a:cubicBezTo>
                          <a:pt x="1197" y="0"/>
                          <a:pt x="0" y="1197"/>
                          <a:pt x="0" y="2674"/>
                        </a:cubicBezTo>
                        <a:cubicBezTo>
                          <a:pt x="0" y="4152"/>
                          <a:pt x="1197" y="5348"/>
                          <a:pt x="2674" y="5348"/>
                        </a:cubicBezTo>
                        <a:cubicBezTo>
                          <a:pt x="4152" y="5348"/>
                          <a:pt x="5348" y="4152"/>
                          <a:pt x="5348" y="2674"/>
                        </a:cubicBezTo>
                        <a:cubicBezTo>
                          <a:pt x="5348" y="1197"/>
                          <a:pt x="4152" y="0"/>
                          <a:pt x="2674" y="0"/>
                        </a:cubicBez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979" name="Google Shape;8979;p37"/>
                  <p:cNvSpPr/>
                  <p:nvPr/>
                </p:nvSpPr>
                <p:spPr>
                  <a:xfrm>
                    <a:off x="983648" y="3605478"/>
                    <a:ext cx="177893" cy="102736"/>
                  </a:xfrm>
                  <a:custGeom>
                    <a:rect b="b" l="l" r="r" t="t"/>
                    <a:pathLst>
                      <a:path extrusionOk="0" h="21448" w="37119">
                        <a:moveTo>
                          <a:pt x="4951" y="1"/>
                        </a:moveTo>
                        <a:cubicBezTo>
                          <a:pt x="2219" y="1"/>
                          <a:pt x="1" y="2682"/>
                          <a:pt x="1" y="5987"/>
                        </a:cubicBezTo>
                        <a:lnTo>
                          <a:pt x="1" y="15464"/>
                        </a:lnTo>
                        <a:cubicBezTo>
                          <a:pt x="1" y="18769"/>
                          <a:pt x="2219" y="21447"/>
                          <a:pt x="4951" y="21447"/>
                        </a:cubicBezTo>
                        <a:lnTo>
                          <a:pt x="32172" y="21447"/>
                        </a:lnTo>
                        <a:cubicBezTo>
                          <a:pt x="34904" y="21447"/>
                          <a:pt x="37119" y="18769"/>
                          <a:pt x="37119" y="15464"/>
                        </a:cubicBezTo>
                        <a:lnTo>
                          <a:pt x="37119" y="5987"/>
                        </a:lnTo>
                        <a:cubicBezTo>
                          <a:pt x="37119" y="2682"/>
                          <a:pt x="34904" y="1"/>
                          <a:pt x="32172" y="1"/>
                        </a:cubicBezTo>
                        <a:close/>
                      </a:path>
                    </a:pathLst>
                  </a:custGeom>
                  <a:solidFill>
                    <a:srgbClr val="E3E9ED"/>
                  </a:solidFill>
                  <a:ln cap="flat" cmpd="sng" w="9525">
                    <a:solidFill>
                      <a:srgbClr val="CFD9E0"/>
                    </a:solidFill>
                    <a:prstDash val="solid"/>
                    <a:miter lim="3647"/>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8980" name="Google Shape;8980;p37"/>
                <p:cNvGrpSpPr/>
                <p:nvPr/>
              </p:nvGrpSpPr>
              <p:grpSpPr>
                <a:xfrm>
                  <a:off x="1161530" y="3655851"/>
                  <a:ext cx="159131" cy="198872"/>
                  <a:chOff x="1161530" y="3655851"/>
                  <a:chExt cx="159131" cy="198872"/>
                </a:xfrm>
              </p:grpSpPr>
              <p:sp>
                <p:nvSpPr>
                  <p:cNvPr id="8981" name="Google Shape;8981;p37"/>
                  <p:cNvSpPr/>
                  <p:nvPr/>
                </p:nvSpPr>
                <p:spPr>
                  <a:xfrm>
                    <a:off x="1161530" y="3655851"/>
                    <a:ext cx="146440" cy="186082"/>
                  </a:xfrm>
                  <a:custGeom>
                    <a:rect b="b" l="l" r="r" t="t"/>
                    <a:pathLst>
                      <a:path extrusionOk="0" fill="none" h="38848" w="30556">
                        <a:moveTo>
                          <a:pt x="1" y="1"/>
                        </a:moveTo>
                        <a:lnTo>
                          <a:pt x="12633" y="1"/>
                        </a:lnTo>
                        <a:cubicBezTo>
                          <a:pt x="15723" y="1"/>
                          <a:pt x="16343" y="3466"/>
                          <a:pt x="16343" y="3466"/>
                        </a:cubicBezTo>
                        <a:lnTo>
                          <a:pt x="16343" y="26448"/>
                        </a:lnTo>
                        <a:lnTo>
                          <a:pt x="30556" y="26448"/>
                        </a:lnTo>
                        <a:lnTo>
                          <a:pt x="30556" y="38848"/>
                        </a:lnTo>
                      </a:path>
                    </a:pathLst>
                  </a:custGeom>
                  <a:noFill/>
                  <a:ln cap="rnd" cmpd="sng" w="9525">
                    <a:solidFill>
                      <a:srgbClr val="CFD9E0"/>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982" name="Google Shape;8982;p37"/>
                  <p:cNvSpPr/>
                  <p:nvPr/>
                </p:nvSpPr>
                <p:spPr>
                  <a:xfrm>
                    <a:off x="1293991" y="3829092"/>
                    <a:ext cx="26670" cy="25631"/>
                  </a:xfrm>
                  <a:custGeom>
                    <a:rect b="b" l="l" r="r" t="t"/>
                    <a:pathLst>
                      <a:path extrusionOk="0" h="5351" w="5565">
                        <a:moveTo>
                          <a:pt x="2890" y="0"/>
                        </a:moveTo>
                        <a:cubicBezTo>
                          <a:pt x="1807" y="0"/>
                          <a:pt x="833" y="653"/>
                          <a:pt x="417" y="1653"/>
                        </a:cubicBezTo>
                        <a:cubicBezTo>
                          <a:pt x="1" y="2652"/>
                          <a:pt x="231" y="3801"/>
                          <a:pt x="997" y="4567"/>
                        </a:cubicBezTo>
                        <a:cubicBezTo>
                          <a:pt x="1509" y="5080"/>
                          <a:pt x="2193" y="5350"/>
                          <a:pt x="2888" y="5350"/>
                        </a:cubicBezTo>
                        <a:cubicBezTo>
                          <a:pt x="3233" y="5350"/>
                          <a:pt x="3580" y="5284"/>
                          <a:pt x="3912" y="5147"/>
                        </a:cubicBezTo>
                        <a:cubicBezTo>
                          <a:pt x="4911" y="4731"/>
                          <a:pt x="5564" y="3757"/>
                          <a:pt x="5564" y="2678"/>
                        </a:cubicBezTo>
                        <a:cubicBezTo>
                          <a:pt x="5564" y="1200"/>
                          <a:pt x="4364" y="0"/>
                          <a:pt x="2890" y="0"/>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grpSp>
            <p:nvGrpSpPr>
              <p:cNvPr id="8983" name="Google Shape;8983;p37"/>
              <p:cNvGrpSpPr/>
              <p:nvPr/>
            </p:nvGrpSpPr>
            <p:grpSpPr>
              <a:xfrm>
                <a:off x="785350" y="4047614"/>
                <a:ext cx="535311" cy="240783"/>
                <a:chOff x="785350" y="4047614"/>
                <a:chExt cx="535311" cy="240783"/>
              </a:xfrm>
            </p:grpSpPr>
            <p:grpSp>
              <p:nvGrpSpPr>
                <p:cNvPr id="8984" name="Google Shape;8984;p37"/>
                <p:cNvGrpSpPr/>
                <p:nvPr/>
              </p:nvGrpSpPr>
              <p:grpSpPr>
                <a:xfrm>
                  <a:off x="1161636" y="4047614"/>
                  <a:ext cx="159025" cy="190415"/>
                  <a:chOff x="1161636" y="4047614"/>
                  <a:chExt cx="159025" cy="190415"/>
                </a:xfrm>
              </p:grpSpPr>
              <p:sp>
                <p:nvSpPr>
                  <p:cNvPr id="8985" name="Google Shape;8985;p37"/>
                  <p:cNvSpPr/>
                  <p:nvPr/>
                </p:nvSpPr>
                <p:spPr>
                  <a:xfrm>
                    <a:off x="1293991" y="4047614"/>
                    <a:ext cx="26670" cy="25631"/>
                  </a:xfrm>
                  <a:custGeom>
                    <a:rect b="b" l="l" r="r" t="t"/>
                    <a:pathLst>
                      <a:path extrusionOk="0" h="5351" w="5565">
                        <a:moveTo>
                          <a:pt x="2890" y="1"/>
                        </a:moveTo>
                        <a:cubicBezTo>
                          <a:pt x="1807" y="1"/>
                          <a:pt x="833" y="654"/>
                          <a:pt x="417" y="1653"/>
                        </a:cubicBezTo>
                        <a:cubicBezTo>
                          <a:pt x="1" y="2653"/>
                          <a:pt x="231" y="3802"/>
                          <a:pt x="997" y="4568"/>
                        </a:cubicBezTo>
                        <a:cubicBezTo>
                          <a:pt x="1510" y="5078"/>
                          <a:pt x="2195" y="5350"/>
                          <a:pt x="2891" y="5350"/>
                        </a:cubicBezTo>
                        <a:cubicBezTo>
                          <a:pt x="3235" y="5350"/>
                          <a:pt x="3581" y="5284"/>
                          <a:pt x="3912" y="5148"/>
                        </a:cubicBezTo>
                        <a:cubicBezTo>
                          <a:pt x="4911" y="4732"/>
                          <a:pt x="5564" y="3758"/>
                          <a:pt x="5564" y="2675"/>
                        </a:cubicBezTo>
                        <a:cubicBezTo>
                          <a:pt x="5564" y="1197"/>
                          <a:pt x="4364" y="1"/>
                          <a:pt x="2890" y="1"/>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986" name="Google Shape;8986;p37"/>
                  <p:cNvSpPr/>
                  <p:nvPr/>
                </p:nvSpPr>
                <p:spPr>
                  <a:xfrm>
                    <a:off x="1161636" y="4073229"/>
                    <a:ext cx="146334" cy="164800"/>
                  </a:xfrm>
                  <a:custGeom>
                    <a:rect b="b" l="l" r="r" t="t"/>
                    <a:pathLst>
                      <a:path extrusionOk="0" fill="none" h="34405" w="30534">
                        <a:moveTo>
                          <a:pt x="0" y="34404"/>
                        </a:moveTo>
                        <a:lnTo>
                          <a:pt x="12611" y="34404"/>
                        </a:lnTo>
                        <a:cubicBezTo>
                          <a:pt x="15705" y="34404"/>
                          <a:pt x="16325" y="30939"/>
                          <a:pt x="16325" y="30939"/>
                        </a:cubicBezTo>
                        <a:lnTo>
                          <a:pt x="16325" y="7957"/>
                        </a:lnTo>
                        <a:lnTo>
                          <a:pt x="30534" y="7957"/>
                        </a:lnTo>
                        <a:lnTo>
                          <a:pt x="30534" y="1"/>
                        </a:lnTo>
                      </a:path>
                    </a:pathLst>
                  </a:custGeom>
                  <a:noFill/>
                  <a:ln cap="rnd" cmpd="sng" w="9525">
                    <a:solidFill>
                      <a:srgbClr val="CFD9E0"/>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8987" name="Google Shape;8987;p37"/>
                <p:cNvGrpSpPr/>
                <p:nvPr/>
              </p:nvGrpSpPr>
              <p:grpSpPr>
                <a:xfrm>
                  <a:off x="785350" y="4185661"/>
                  <a:ext cx="376191" cy="102736"/>
                  <a:chOff x="785350" y="4185661"/>
                  <a:chExt cx="376191" cy="102736"/>
                </a:xfrm>
              </p:grpSpPr>
              <p:sp>
                <p:nvSpPr>
                  <p:cNvPr id="8988" name="Google Shape;8988;p37"/>
                  <p:cNvSpPr/>
                  <p:nvPr/>
                </p:nvSpPr>
                <p:spPr>
                  <a:xfrm>
                    <a:off x="808023" y="4238011"/>
                    <a:ext cx="175636" cy="5"/>
                  </a:xfrm>
                  <a:custGeom>
                    <a:rect b="b" l="l" r="r" t="t"/>
                    <a:pathLst>
                      <a:path extrusionOk="0" fill="none" h="1" w="36648">
                        <a:moveTo>
                          <a:pt x="36648" y="0"/>
                        </a:moveTo>
                        <a:lnTo>
                          <a:pt x="1" y="0"/>
                        </a:lnTo>
                      </a:path>
                    </a:pathLst>
                  </a:custGeom>
                  <a:noFill/>
                  <a:ln cap="rnd" cmpd="sng" w="9525">
                    <a:solidFill>
                      <a:srgbClr val="CFD9E0"/>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989" name="Google Shape;8989;p37"/>
                  <p:cNvSpPr/>
                  <p:nvPr/>
                </p:nvSpPr>
                <p:spPr>
                  <a:xfrm>
                    <a:off x="983648" y="4185661"/>
                    <a:ext cx="177893" cy="102736"/>
                  </a:xfrm>
                  <a:custGeom>
                    <a:rect b="b" l="l" r="r" t="t"/>
                    <a:pathLst>
                      <a:path extrusionOk="0" h="21448" w="37119">
                        <a:moveTo>
                          <a:pt x="4951" y="1"/>
                        </a:moveTo>
                        <a:cubicBezTo>
                          <a:pt x="2219" y="1"/>
                          <a:pt x="1" y="2679"/>
                          <a:pt x="1" y="5984"/>
                        </a:cubicBezTo>
                        <a:lnTo>
                          <a:pt x="1" y="15461"/>
                        </a:lnTo>
                        <a:cubicBezTo>
                          <a:pt x="1" y="18766"/>
                          <a:pt x="2219" y="21447"/>
                          <a:pt x="4951" y="21447"/>
                        </a:cubicBezTo>
                        <a:lnTo>
                          <a:pt x="32172" y="21447"/>
                        </a:lnTo>
                        <a:cubicBezTo>
                          <a:pt x="34904" y="21447"/>
                          <a:pt x="37119" y="18766"/>
                          <a:pt x="37119" y="15461"/>
                        </a:cubicBezTo>
                        <a:lnTo>
                          <a:pt x="37119" y="5984"/>
                        </a:lnTo>
                        <a:cubicBezTo>
                          <a:pt x="37119" y="2679"/>
                          <a:pt x="34904" y="1"/>
                          <a:pt x="32172" y="1"/>
                        </a:cubicBezTo>
                        <a:close/>
                      </a:path>
                    </a:pathLst>
                  </a:custGeom>
                  <a:solidFill>
                    <a:srgbClr val="E4E9ED"/>
                  </a:solidFill>
                  <a:ln cap="flat" cmpd="sng" w="9525">
                    <a:solidFill>
                      <a:srgbClr val="CFD9E0"/>
                    </a:solidFill>
                    <a:prstDash val="solid"/>
                    <a:miter lim="3647"/>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990" name="Google Shape;8990;p37"/>
                  <p:cNvSpPr/>
                  <p:nvPr/>
                </p:nvSpPr>
                <p:spPr>
                  <a:xfrm>
                    <a:off x="785350" y="4224370"/>
                    <a:ext cx="26646" cy="25631"/>
                  </a:xfrm>
                  <a:custGeom>
                    <a:rect b="b" l="l" r="r" t="t"/>
                    <a:pathLst>
                      <a:path extrusionOk="0" h="5351" w="5560">
                        <a:moveTo>
                          <a:pt x="2674" y="0"/>
                        </a:moveTo>
                        <a:cubicBezTo>
                          <a:pt x="2328" y="0"/>
                          <a:pt x="1980" y="67"/>
                          <a:pt x="1649" y="203"/>
                        </a:cubicBezTo>
                        <a:cubicBezTo>
                          <a:pt x="650" y="619"/>
                          <a:pt x="0" y="1593"/>
                          <a:pt x="0" y="2677"/>
                        </a:cubicBezTo>
                        <a:cubicBezTo>
                          <a:pt x="0" y="4150"/>
                          <a:pt x="1197" y="5351"/>
                          <a:pt x="2674" y="5351"/>
                        </a:cubicBezTo>
                        <a:cubicBezTo>
                          <a:pt x="3754" y="5351"/>
                          <a:pt x="4732" y="4698"/>
                          <a:pt x="5144" y="3698"/>
                        </a:cubicBezTo>
                        <a:cubicBezTo>
                          <a:pt x="5560" y="2699"/>
                          <a:pt x="5330" y="1550"/>
                          <a:pt x="4568" y="783"/>
                        </a:cubicBezTo>
                        <a:cubicBezTo>
                          <a:pt x="4055" y="271"/>
                          <a:pt x="3370" y="0"/>
                          <a:pt x="2674" y="0"/>
                        </a:cubicBezTo>
                        <a:close/>
                      </a:path>
                    </a:pathLst>
                  </a:custGeom>
                  <a:solidFill>
                    <a:srgbClr val="E4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grpSp>
            <p:nvGrpSpPr>
              <p:cNvPr id="8991" name="Google Shape;8991;p37"/>
              <p:cNvGrpSpPr/>
              <p:nvPr/>
            </p:nvGrpSpPr>
            <p:grpSpPr>
              <a:xfrm>
                <a:off x="1501054" y="3605478"/>
                <a:ext cx="526339" cy="249240"/>
                <a:chOff x="1501054" y="3605478"/>
                <a:chExt cx="526339" cy="249240"/>
              </a:xfrm>
            </p:grpSpPr>
            <p:grpSp>
              <p:nvGrpSpPr>
                <p:cNvPr id="8992" name="Google Shape;8992;p37"/>
                <p:cNvGrpSpPr/>
                <p:nvPr/>
              </p:nvGrpSpPr>
              <p:grpSpPr>
                <a:xfrm>
                  <a:off x="1834208" y="3643867"/>
                  <a:ext cx="193185" cy="25622"/>
                  <a:chOff x="1834208" y="3643867"/>
                  <a:chExt cx="193185" cy="25622"/>
                </a:xfrm>
              </p:grpSpPr>
              <p:sp>
                <p:nvSpPr>
                  <p:cNvPr id="8993" name="Google Shape;8993;p37"/>
                  <p:cNvSpPr/>
                  <p:nvPr/>
                </p:nvSpPr>
                <p:spPr>
                  <a:xfrm>
                    <a:off x="1834208" y="3655851"/>
                    <a:ext cx="167541" cy="5"/>
                  </a:xfrm>
                  <a:custGeom>
                    <a:rect b="b" l="l" r="r" t="t"/>
                    <a:pathLst>
                      <a:path extrusionOk="0" fill="none" h="1" w="34959">
                        <a:moveTo>
                          <a:pt x="1" y="1"/>
                        </a:moveTo>
                        <a:lnTo>
                          <a:pt x="34959" y="1"/>
                        </a:lnTo>
                      </a:path>
                    </a:pathLst>
                  </a:custGeom>
                  <a:noFill/>
                  <a:ln cap="rnd" cmpd="sng" w="9525">
                    <a:solidFill>
                      <a:srgbClr val="CFD9E0"/>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994" name="Google Shape;8994;p37"/>
                  <p:cNvSpPr/>
                  <p:nvPr/>
                </p:nvSpPr>
                <p:spPr>
                  <a:xfrm>
                    <a:off x="2000728" y="3643867"/>
                    <a:ext cx="26665" cy="25622"/>
                  </a:xfrm>
                  <a:custGeom>
                    <a:rect b="b" l="l" r="r" t="t"/>
                    <a:pathLst>
                      <a:path extrusionOk="0" h="5349" w="5564">
                        <a:moveTo>
                          <a:pt x="2886" y="0"/>
                        </a:moveTo>
                        <a:cubicBezTo>
                          <a:pt x="1806" y="0"/>
                          <a:pt x="828" y="650"/>
                          <a:pt x="416" y="1649"/>
                        </a:cubicBezTo>
                        <a:cubicBezTo>
                          <a:pt x="0" y="2649"/>
                          <a:pt x="230" y="3802"/>
                          <a:pt x="996" y="4564"/>
                        </a:cubicBezTo>
                        <a:cubicBezTo>
                          <a:pt x="1506" y="5076"/>
                          <a:pt x="2190" y="5349"/>
                          <a:pt x="2887" y="5349"/>
                        </a:cubicBezTo>
                        <a:cubicBezTo>
                          <a:pt x="3232" y="5349"/>
                          <a:pt x="3580" y="5282"/>
                          <a:pt x="3911" y="5144"/>
                        </a:cubicBezTo>
                        <a:cubicBezTo>
                          <a:pt x="4911" y="4732"/>
                          <a:pt x="5560" y="3758"/>
                          <a:pt x="5563" y="2674"/>
                        </a:cubicBezTo>
                        <a:cubicBezTo>
                          <a:pt x="5560" y="1197"/>
                          <a:pt x="4363" y="0"/>
                          <a:pt x="2886" y="0"/>
                        </a:cubicBezTo>
                        <a:close/>
                      </a:path>
                    </a:pathLst>
                  </a:custGeom>
                  <a:solidFill>
                    <a:srgbClr val="A5B7C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8995" name="Google Shape;8995;p37"/>
                <p:cNvGrpSpPr/>
                <p:nvPr/>
              </p:nvGrpSpPr>
              <p:grpSpPr>
                <a:xfrm>
                  <a:off x="1501054" y="3605478"/>
                  <a:ext cx="333164" cy="249240"/>
                  <a:chOff x="1501054" y="3605478"/>
                  <a:chExt cx="333164" cy="249240"/>
                </a:xfrm>
              </p:grpSpPr>
              <p:sp>
                <p:nvSpPr>
                  <p:cNvPr id="8996" name="Google Shape;8996;p37"/>
                  <p:cNvSpPr/>
                  <p:nvPr/>
                </p:nvSpPr>
                <p:spPr>
                  <a:xfrm>
                    <a:off x="1656330" y="3605478"/>
                    <a:ext cx="177888" cy="102736"/>
                  </a:xfrm>
                  <a:custGeom>
                    <a:rect b="b" l="l" r="r" t="t"/>
                    <a:pathLst>
                      <a:path extrusionOk="0" h="21448" w="37118">
                        <a:moveTo>
                          <a:pt x="4947" y="1"/>
                        </a:moveTo>
                        <a:cubicBezTo>
                          <a:pt x="2214" y="1"/>
                          <a:pt x="0" y="2682"/>
                          <a:pt x="0" y="5987"/>
                        </a:cubicBezTo>
                        <a:lnTo>
                          <a:pt x="0" y="15464"/>
                        </a:lnTo>
                        <a:cubicBezTo>
                          <a:pt x="0" y="18769"/>
                          <a:pt x="2214" y="21447"/>
                          <a:pt x="4950" y="21447"/>
                        </a:cubicBezTo>
                        <a:lnTo>
                          <a:pt x="32168" y="21447"/>
                        </a:lnTo>
                        <a:cubicBezTo>
                          <a:pt x="34900" y="21447"/>
                          <a:pt x="37118" y="18769"/>
                          <a:pt x="37118" y="15464"/>
                        </a:cubicBezTo>
                        <a:lnTo>
                          <a:pt x="37118" y="5987"/>
                        </a:lnTo>
                        <a:cubicBezTo>
                          <a:pt x="37118" y="2682"/>
                          <a:pt x="34900" y="1"/>
                          <a:pt x="32168" y="1"/>
                        </a:cubicBezTo>
                        <a:close/>
                      </a:path>
                    </a:pathLst>
                  </a:custGeom>
                  <a:solidFill>
                    <a:srgbClr val="A5B7C5"/>
                  </a:solidFill>
                  <a:ln cap="flat" cmpd="sng" w="9525">
                    <a:solidFill>
                      <a:srgbClr val="CFD9E0"/>
                    </a:solidFill>
                    <a:prstDash val="solid"/>
                    <a:miter lim="3647"/>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nvGrpSpPr>
                  <p:cNvPr id="8997" name="Google Shape;8997;p37"/>
                  <p:cNvGrpSpPr/>
                  <p:nvPr/>
                </p:nvGrpSpPr>
                <p:grpSpPr>
                  <a:xfrm>
                    <a:off x="1501054" y="3655851"/>
                    <a:ext cx="155286" cy="198867"/>
                    <a:chOff x="1501054" y="3655851"/>
                    <a:chExt cx="155286" cy="198867"/>
                  </a:xfrm>
                </p:grpSpPr>
                <p:sp>
                  <p:nvSpPr>
                    <p:cNvPr id="8998" name="Google Shape;8998;p37"/>
                    <p:cNvSpPr/>
                    <p:nvPr/>
                  </p:nvSpPr>
                  <p:spPr>
                    <a:xfrm>
                      <a:off x="1516351" y="3655851"/>
                      <a:ext cx="139989" cy="186082"/>
                    </a:xfrm>
                    <a:custGeom>
                      <a:rect b="b" l="l" r="r" t="t"/>
                      <a:pathLst>
                        <a:path extrusionOk="0" fill="none" h="38848" w="29210">
                          <a:moveTo>
                            <a:pt x="29209" y="1"/>
                          </a:moveTo>
                          <a:lnTo>
                            <a:pt x="17922" y="1"/>
                          </a:lnTo>
                          <a:cubicBezTo>
                            <a:pt x="14829" y="1"/>
                            <a:pt x="14209" y="3466"/>
                            <a:pt x="14209" y="3466"/>
                          </a:cubicBezTo>
                          <a:lnTo>
                            <a:pt x="14209" y="26448"/>
                          </a:lnTo>
                          <a:lnTo>
                            <a:pt x="0" y="26448"/>
                          </a:lnTo>
                          <a:lnTo>
                            <a:pt x="0" y="38848"/>
                          </a:lnTo>
                        </a:path>
                      </a:pathLst>
                    </a:custGeom>
                    <a:noFill/>
                    <a:ln cap="rnd" cmpd="sng" w="9525">
                      <a:solidFill>
                        <a:srgbClr val="CFD9E0"/>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999" name="Google Shape;8999;p37"/>
                    <p:cNvSpPr/>
                    <p:nvPr/>
                  </p:nvSpPr>
                  <p:spPr>
                    <a:xfrm>
                      <a:off x="1501054" y="3829092"/>
                      <a:ext cx="26646" cy="25626"/>
                    </a:xfrm>
                    <a:custGeom>
                      <a:rect b="b" l="l" r="r" t="t"/>
                      <a:pathLst>
                        <a:path extrusionOk="0" h="5350" w="5560">
                          <a:moveTo>
                            <a:pt x="2886" y="0"/>
                          </a:moveTo>
                          <a:cubicBezTo>
                            <a:pt x="1806" y="0"/>
                            <a:pt x="828" y="653"/>
                            <a:pt x="416" y="1653"/>
                          </a:cubicBezTo>
                          <a:cubicBezTo>
                            <a:pt x="0" y="2652"/>
                            <a:pt x="230" y="3801"/>
                            <a:pt x="996" y="4567"/>
                          </a:cubicBezTo>
                          <a:cubicBezTo>
                            <a:pt x="1507" y="5078"/>
                            <a:pt x="2192" y="5350"/>
                            <a:pt x="2890" y="5350"/>
                          </a:cubicBezTo>
                          <a:cubicBezTo>
                            <a:pt x="3234" y="5350"/>
                            <a:pt x="3581" y="5283"/>
                            <a:pt x="3911" y="5147"/>
                          </a:cubicBezTo>
                          <a:cubicBezTo>
                            <a:pt x="4910" y="4731"/>
                            <a:pt x="5560" y="3757"/>
                            <a:pt x="5560" y="2678"/>
                          </a:cubicBezTo>
                          <a:cubicBezTo>
                            <a:pt x="5560" y="1200"/>
                            <a:pt x="4363" y="0"/>
                            <a:pt x="2886" y="0"/>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grpSp>
          <p:grpSp>
            <p:nvGrpSpPr>
              <p:cNvPr id="9000" name="Google Shape;9000;p37"/>
              <p:cNvGrpSpPr/>
              <p:nvPr/>
            </p:nvGrpSpPr>
            <p:grpSpPr>
              <a:xfrm>
                <a:off x="724986" y="3800594"/>
                <a:ext cx="532949" cy="302090"/>
                <a:chOff x="724986" y="3800594"/>
                <a:chExt cx="532949" cy="302090"/>
              </a:xfrm>
            </p:grpSpPr>
            <p:grpSp>
              <p:nvGrpSpPr>
                <p:cNvPr id="9001" name="Google Shape;9001;p37"/>
                <p:cNvGrpSpPr/>
                <p:nvPr/>
              </p:nvGrpSpPr>
              <p:grpSpPr>
                <a:xfrm>
                  <a:off x="724986" y="4044367"/>
                  <a:ext cx="181314" cy="25626"/>
                  <a:chOff x="724986" y="4044367"/>
                  <a:chExt cx="181314" cy="25626"/>
                </a:xfrm>
              </p:grpSpPr>
              <p:sp>
                <p:nvSpPr>
                  <p:cNvPr id="9002" name="Google Shape;9002;p37"/>
                  <p:cNvSpPr/>
                  <p:nvPr/>
                </p:nvSpPr>
                <p:spPr>
                  <a:xfrm>
                    <a:off x="746695" y="4059966"/>
                    <a:ext cx="159605" cy="5"/>
                  </a:xfrm>
                  <a:custGeom>
                    <a:rect b="b" l="l" r="r" t="t"/>
                    <a:pathLst>
                      <a:path extrusionOk="0" fill="none" h="1" w="33303">
                        <a:moveTo>
                          <a:pt x="1" y="1"/>
                        </a:moveTo>
                        <a:lnTo>
                          <a:pt x="33303" y="1"/>
                        </a:lnTo>
                      </a:path>
                    </a:pathLst>
                  </a:custGeom>
                  <a:noFill/>
                  <a:ln cap="rnd" cmpd="sng" w="9525">
                    <a:solidFill>
                      <a:srgbClr val="CFD9E0"/>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003" name="Google Shape;9003;p37"/>
                  <p:cNvSpPr/>
                  <p:nvPr/>
                </p:nvSpPr>
                <p:spPr>
                  <a:xfrm>
                    <a:off x="724986" y="4044367"/>
                    <a:ext cx="26646" cy="25626"/>
                  </a:xfrm>
                  <a:custGeom>
                    <a:rect b="b" l="l" r="r" t="t"/>
                    <a:pathLst>
                      <a:path extrusionOk="0" h="5350" w="5560">
                        <a:moveTo>
                          <a:pt x="2674" y="0"/>
                        </a:moveTo>
                        <a:cubicBezTo>
                          <a:pt x="1197" y="0"/>
                          <a:pt x="0" y="1197"/>
                          <a:pt x="0" y="2674"/>
                        </a:cubicBezTo>
                        <a:cubicBezTo>
                          <a:pt x="0" y="3758"/>
                          <a:pt x="653" y="4732"/>
                          <a:pt x="1653" y="5147"/>
                        </a:cubicBezTo>
                        <a:cubicBezTo>
                          <a:pt x="1983" y="5284"/>
                          <a:pt x="2329" y="5350"/>
                          <a:pt x="2673" y="5350"/>
                        </a:cubicBezTo>
                        <a:cubicBezTo>
                          <a:pt x="3369" y="5350"/>
                          <a:pt x="4054" y="5078"/>
                          <a:pt x="4567" y="4567"/>
                        </a:cubicBezTo>
                        <a:cubicBezTo>
                          <a:pt x="5330" y="3801"/>
                          <a:pt x="5559" y="2649"/>
                          <a:pt x="5147" y="1653"/>
                        </a:cubicBezTo>
                        <a:cubicBezTo>
                          <a:pt x="4731" y="653"/>
                          <a:pt x="3757" y="0"/>
                          <a:pt x="2674" y="0"/>
                        </a:cubicBezTo>
                        <a:close/>
                      </a:path>
                    </a:pathLst>
                  </a:custGeom>
                  <a:solidFill>
                    <a:srgbClr val="667E9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9004" name="Google Shape;9004;p37"/>
                <p:cNvGrpSpPr/>
                <p:nvPr/>
              </p:nvGrpSpPr>
              <p:grpSpPr>
                <a:xfrm>
                  <a:off x="906290" y="3800594"/>
                  <a:ext cx="351645" cy="302090"/>
                  <a:chOff x="906290" y="3800594"/>
                  <a:chExt cx="351645" cy="302090"/>
                </a:xfrm>
              </p:grpSpPr>
              <p:grpSp>
                <p:nvGrpSpPr>
                  <p:cNvPr id="9005" name="Google Shape;9005;p37"/>
                  <p:cNvGrpSpPr/>
                  <p:nvPr/>
                </p:nvGrpSpPr>
                <p:grpSpPr>
                  <a:xfrm>
                    <a:off x="1084172" y="3842857"/>
                    <a:ext cx="173763" cy="217131"/>
                    <a:chOff x="1084172" y="3842857"/>
                    <a:chExt cx="173763" cy="217131"/>
                  </a:xfrm>
                </p:grpSpPr>
                <p:grpSp>
                  <p:nvGrpSpPr>
                    <p:cNvPr id="9006" name="Google Shape;9006;p37"/>
                    <p:cNvGrpSpPr/>
                    <p:nvPr/>
                  </p:nvGrpSpPr>
                  <p:grpSpPr>
                    <a:xfrm>
                      <a:off x="1156862" y="3936509"/>
                      <a:ext cx="101073" cy="25622"/>
                      <a:chOff x="1156862" y="3936509"/>
                      <a:chExt cx="101073" cy="25622"/>
                    </a:xfrm>
                  </p:grpSpPr>
                  <p:sp>
                    <p:nvSpPr>
                      <p:cNvPr id="9007" name="Google Shape;9007;p37"/>
                      <p:cNvSpPr/>
                      <p:nvPr/>
                    </p:nvSpPr>
                    <p:spPr>
                      <a:xfrm>
                        <a:off x="1156862" y="3936509"/>
                        <a:ext cx="26651" cy="25622"/>
                      </a:xfrm>
                      <a:custGeom>
                        <a:rect b="b" l="l" r="r" t="t"/>
                        <a:pathLst>
                          <a:path extrusionOk="0" h="5349" w="5561">
                            <a:moveTo>
                              <a:pt x="2886" y="1"/>
                            </a:moveTo>
                            <a:cubicBezTo>
                              <a:pt x="1803" y="1"/>
                              <a:pt x="829" y="650"/>
                              <a:pt x="413" y="1649"/>
                            </a:cubicBezTo>
                            <a:cubicBezTo>
                              <a:pt x="1" y="2649"/>
                              <a:pt x="227" y="3798"/>
                              <a:pt x="993" y="4564"/>
                            </a:cubicBezTo>
                            <a:cubicBezTo>
                              <a:pt x="1505" y="5076"/>
                              <a:pt x="2189" y="5349"/>
                              <a:pt x="2884" y="5349"/>
                            </a:cubicBezTo>
                            <a:cubicBezTo>
                              <a:pt x="3229" y="5349"/>
                              <a:pt x="3576" y="5282"/>
                              <a:pt x="3908" y="5144"/>
                            </a:cubicBezTo>
                            <a:cubicBezTo>
                              <a:pt x="4907" y="4732"/>
                              <a:pt x="5560" y="3758"/>
                              <a:pt x="5560" y="2674"/>
                            </a:cubicBezTo>
                            <a:cubicBezTo>
                              <a:pt x="5560" y="1197"/>
                              <a:pt x="4364" y="1"/>
                              <a:pt x="2886" y="1"/>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008" name="Google Shape;9008;p37"/>
                      <p:cNvSpPr/>
                      <p:nvPr/>
                    </p:nvSpPr>
                    <p:spPr>
                      <a:xfrm>
                        <a:off x="1173592" y="3951414"/>
                        <a:ext cx="84343" cy="5"/>
                      </a:xfrm>
                      <a:custGeom>
                        <a:rect b="b" l="l" r="r" t="t"/>
                        <a:pathLst>
                          <a:path extrusionOk="0" fill="none" h="1" w="17599">
                            <a:moveTo>
                              <a:pt x="17598" y="0"/>
                            </a:moveTo>
                            <a:lnTo>
                              <a:pt x="1" y="0"/>
                            </a:lnTo>
                          </a:path>
                        </a:pathLst>
                      </a:custGeom>
                      <a:noFill/>
                      <a:ln cap="rnd" cmpd="sng" w="9525">
                        <a:solidFill>
                          <a:srgbClr val="CFD9E0"/>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9009" name="Google Shape;9009;p37"/>
                    <p:cNvSpPr/>
                    <p:nvPr/>
                  </p:nvSpPr>
                  <p:spPr>
                    <a:xfrm>
                      <a:off x="1084172" y="3842857"/>
                      <a:ext cx="86476" cy="217131"/>
                    </a:xfrm>
                    <a:custGeom>
                      <a:rect b="b" l="l" r="r" t="t"/>
                      <a:pathLst>
                        <a:path extrusionOk="0" fill="none" h="45330" w="18044">
                          <a:moveTo>
                            <a:pt x="0" y="45330"/>
                          </a:moveTo>
                          <a:lnTo>
                            <a:pt x="12418" y="45330"/>
                          </a:lnTo>
                          <a:cubicBezTo>
                            <a:pt x="15150" y="45330"/>
                            <a:pt x="18043" y="42619"/>
                            <a:pt x="18043" y="35634"/>
                          </a:cubicBezTo>
                          <a:lnTo>
                            <a:pt x="18043" y="9697"/>
                          </a:lnTo>
                          <a:cubicBezTo>
                            <a:pt x="18043" y="2711"/>
                            <a:pt x="15150" y="1"/>
                            <a:pt x="12418" y="1"/>
                          </a:cubicBezTo>
                          <a:lnTo>
                            <a:pt x="1715" y="1"/>
                          </a:lnTo>
                        </a:path>
                      </a:pathLst>
                    </a:custGeom>
                    <a:noFill/>
                    <a:ln cap="rnd" cmpd="sng" w="9525">
                      <a:solidFill>
                        <a:srgbClr val="CFD9E0"/>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9010" name="Google Shape;9010;p37"/>
                  <p:cNvSpPr/>
                  <p:nvPr/>
                </p:nvSpPr>
                <p:spPr>
                  <a:xfrm>
                    <a:off x="906290" y="3999967"/>
                    <a:ext cx="177893" cy="102717"/>
                  </a:xfrm>
                  <a:custGeom>
                    <a:rect b="b" l="l" r="r" t="t"/>
                    <a:pathLst>
                      <a:path extrusionOk="0" h="21444" w="37119">
                        <a:moveTo>
                          <a:pt x="4947" y="1"/>
                        </a:moveTo>
                        <a:cubicBezTo>
                          <a:pt x="2215" y="1"/>
                          <a:pt x="1" y="2678"/>
                          <a:pt x="1" y="5983"/>
                        </a:cubicBezTo>
                        <a:lnTo>
                          <a:pt x="1" y="15461"/>
                        </a:lnTo>
                        <a:cubicBezTo>
                          <a:pt x="1" y="18766"/>
                          <a:pt x="2215" y="21443"/>
                          <a:pt x="4947" y="21443"/>
                        </a:cubicBezTo>
                        <a:lnTo>
                          <a:pt x="32168" y="21443"/>
                        </a:lnTo>
                        <a:cubicBezTo>
                          <a:pt x="34901" y="21443"/>
                          <a:pt x="37118" y="18766"/>
                          <a:pt x="37118" y="15461"/>
                        </a:cubicBezTo>
                        <a:lnTo>
                          <a:pt x="37118" y="5983"/>
                        </a:lnTo>
                        <a:cubicBezTo>
                          <a:pt x="37118" y="2678"/>
                          <a:pt x="34901" y="1"/>
                          <a:pt x="32168" y="1"/>
                        </a:cubicBezTo>
                        <a:close/>
                      </a:path>
                    </a:pathLst>
                  </a:custGeom>
                  <a:solidFill>
                    <a:srgbClr val="667E92"/>
                  </a:solidFill>
                  <a:ln cap="flat" cmpd="sng" w="9525">
                    <a:solidFill>
                      <a:srgbClr val="CFD9E0"/>
                    </a:solidFill>
                    <a:prstDash val="solid"/>
                    <a:miter lim="3647"/>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011" name="Google Shape;9011;p37"/>
                  <p:cNvSpPr/>
                  <p:nvPr/>
                </p:nvSpPr>
                <p:spPr>
                  <a:xfrm>
                    <a:off x="914509" y="3800594"/>
                    <a:ext cx="177888" cy="102731"/>
                  </a:xfrm>
                  <a:custGeom>
                    <a:rect b="b" l="l" r="r" t="t"/>
                    <a:pathLst>
                      <a:path extrusionOk="0" h="21447" w="37118">
                        <a:moveTo>
                          <a:pt x="4951" y="0"/>
                        </a:moveTo>
                        <a:cubicBezTo>
                          <a:pt x="2218" y="0"/>
                          <a:pt x="0" y="2678"/>
                          <a:pt x="0" y="5983"/>
                        </a:cubicBezTo>
                        <a:lnTo>
                          <a:pt x="0" y="15460"/>
                        </a:lnTo>
                        <a:cubicBezTo>
                          <a:pt x="0" y="18765"/>
                          <a:pt x="2215" y="21446"/>
                          <a:pt x="4951" y="21446"/>
                        </a:cubicBezTo>
                        <a:lnTo>
                          <a:pt x="32168" y="21446"/>
                        </a:lnTo>
                        <a:cubicBezTo>
                          <a:pt x="34900" y="21446"/>
                          <a:pt x="37118" y="18765"/>
                          <a:pt x="37118" y="15460"/>
                        </a:cubicBezTo>
                        <a:lnTo>
                          <a:pt x="37118" y="5983"/>
                        </a:lnTo>
                        <a:cubicBezTo>
                          <a:pt x="37118" y="2678"/>
                          <a:pt x="34900" y="0"/>
                          <a:pt x="32168" y="0"/>
                        </a:cubicBezTo>
                        <a:close/>
                      </a:path>
                    </a:pathLst>
                  </a:custGeom>
                  <a:solidFill>
                    <a:srgbClr val="E6EBEF"/>
                  </a:solidFill>
                  <a:ln cap="flat" cmpd="sng" w="9525">
                    <a:solidFill>
                      <a:srgbClr val="CFD9E0"/>
                    </a:solidFill>
                    <a:prstDash val="solid"/>
                    <a:miter lim="3647"/>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9012" name="Google Shape;9012;p37"/>
                <p:cNvGrpSpPr/>
                <p:nvPr/>
              </p:nvGrpSpPr>
              <p:grpSpPr>
                <a:xfrm>
                  <a:off x="724986" y="3830189"/>
                  <a:ext cx="189533" cy="25626"/>
                  <a:chOff x="724986" y="3830189"/>
                  <a:chExt cx="189533" cy="25626"/>
                </a:xfrm>
              </p:grpSpPr>
              <p:sp>
                <p:nvSpPr>
                  <p:cNvPr id="9013" name="Google Shape;9013;p37"/>
                  <p:cNvSpPr/>
                  <p:nvPr/>
                </p:nvSpPr>
                <p:spPr>
                  <a:xfrm>
                    <a:off x="724986" y="3830189"/>
                    <a:ext cx="26646" cy="25626"/>
                  </a:xfrm>
                  <a:custGeom>
                    <a:rect b="b" l="l" r="r" t="t"/>
                    <a:pathLst>
                      <a:path extrusionOk="0" h="5350" w="5560">
                        <a:moveTo>
                          <a:pt x="2674" y="1"/>
                        </a:moveTo>
                        <a:cubicBezTo>
                          <a:pt x="1197" y="1"/>
                          <a:pt x="0" y="1197"/>
                          <a:pt x="0" y="2675"/>
                        </a:cubicBezTo>
                        <a:cubicBezTo>
                          <a:pt x="0" y="3758"/>
                          <a:pt x="653" y="4732"/>
                          <a:pt x="1653" y="5144"/>
                        </a:cubicBezTo>
                        <a:cubicBezTo>
                          <a:pt x="1984" y="5282"/>
                          <a:pt x="2331" y="5349"/>
                          <a:pt x="2676" y="5349"/>
                        </a:cubicBezTo>
                        <a:cubicBezTo>
                          <a:pt x="3371" y="5349"/>
                          <a:pt x="4055" y="5077"/>
                          <a:pt x="4567" y="4564"/>
                        </a:cubicBezTo>
                        <a:cubicBezTo>
                          <a:pt x="5330" y="3802"/>
                          <a:pt x="5559" y="2649"/>
                          <a:pt x="5147" y="1650"/>
                        </a:cubicBezTo>
                        <a:cubicBezTo>
                          <a:pt x="4731" y="650"/>
                          <a:pt x="3757" y="1"/>
                          <a:pt x="2674" y="1"/>
                        </a:cubicBezTo>
                        <a:close/>
                      </a:path>
                    </a:pathLst>
                  </a:custGeom>
                  <a:solidFill>
                    <a:srgbClr val="E6EBE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014" name="Google Shape;9014;p37"/>
                  <p:cNvSpPr/>
                  <p:nvPr/>
                </p:nvSpPr>
                <p:spPr>
                  <a:xfrm>
                    <a:off x="746695" y="3842838"/>
                    <a:ext cx="167824" cy="5"/>
                  </a:xfrm>
                  <a:custGeom>
                    <a:rect b="b" l="l" r="r" t="t"/>
                    <a:pathLst>
                      <a:path extrusionOk="0" fill="none" h="1" w="35018">
                        <a:moveTo>
                          <a:pt x="35017" y="1"/>
                        </a:moveTo>
                        <a:lnTo>
                          <a:pt x="1" y="1"/>
                        </a:lnTo>
                      </a:path>
                    </a:pathLst>
                  </a:custGeom>
                  <a:noFill/>
                  <a:ln cap="rnd" cmpd="sng" w="9525">
                    <a:solidFill>
                      <a:srgbClr val="CFD9E0"/>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grpSp>
      </p:grpSp>
      <p:grpSp>
        <p:nvGrpSpPr>
          <p:cNvPr id="9015" name="Google Shape;9015;p37"/>
          <p:cNvGrpSpPr/>
          <p:nvPr/>
        </p:nvGrpSpPr>
        <p:grpSpPr>
          <a:xfrm>
            <a:off x="2253298" y="2249665"/>
            <a:ext cx="948701" cy="935378"/>
            <a:chOff x="2253298" y="2428317"/>
            <a:chExt cx="948701" cy="935378"/>
          </a:xfrm>
        </p:grpSpPr>
        <p:sp>
          <p:nvSpPr>
            <p:cNvPr id="9016" name="Google Shape;9016;p37"/>
            <p:cNvSpPr/>
            <p:nvPr/>
          </p:nvSpPr>
          <p:spPr>
            <a:xfrm>
              <a:off x="2418065" y="2799334"/>
              <a:ext cx="619167" cy="193359"/>
            </a:xfrm>
            <a:custGeom>
              <a:rect b="b" l="l" r="r" t="t"/>
              <a:pathLst>
                <a:path extrusionOk="0" h="36397" w="116549">
                  <a:moveTo>
                    <a:pt x="18199" y="1"/>
                  </a:moveTo>
                  <a:cubicBezTo>
                    <a:pt x="8148" y="1"/>
                    <a:pt x="1" y="8148"/>
                    <a:pt x="1" y="18198"/>
                  </a:cubicBezTo>
                  <a:cubicBezTo>
                    <a:pt x="1" y="28249"/>
                    <a:pt x="8148" y="36396"/>
                    <a:pt x="18199" y="36396"/>
                  </a:cubicBezTo>
                  <a:lnTo>
                    <a:pt x="98350" y="36396"/>
                  </a:lnTo>
                  <a:cubicBezTo>
                    <a:pt x="108401" y="36396"/>
                    <a:pt x="116548" y="28249"/>
                    <a:pt x="116548" y="18198"/>
                  </a:cubicBezTo>
                  <a:cubicBezTo>
                    <a:pt x="116548" y="8148"/>
                    <a:pt x="108401" y="1"/>
                    <a:pt x="98350" y="1"/>
                  </a:cubicBezTo>
                  <a:close/>
                </a:path>
              </a:pathLst>
            </a:custGeom>
            <a:solidFill>
              <a:srgbClr val="A5B7C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017" name="Google Shape;9017;p37"/>
            <p:cNvSpPr/>
            <p:nvPr/>
          </p:nvSpPr>
          <p:spPr>
            <a:xfrm>
              <a:off x="2373234" y="2761962"/>
              <a:ext cx="248482" cy="268106"/>
            </a:xfrm>
            <a:custGeom>
              <a:rect b="b" l="l" r="r" t="t"/>
              <a:pathLst>
                <a:path extrusionOk="0" h="50467" w="46773">
                  <a:moveTo>
                    <a:pt x="25232" y="1"/>
                  </a:moveTo>
                  <a:cubicBezTo>
                    <a:pt x="11319" y="1"/>
                    <a:pt x="0" y="11322"/>
                    <a:pt x="0" y="25233"/>
                  </a:cubicBezTo>
                  <a:cubicBezTo>
                    <a:pt x="0" y="39146"/>
                    <a:pt x="11319" y="50466"/>
                    <a:pt x="25232" y="50466"/>
                  </a:cubicBezTo>
                  <a:lnTo>
                    <a:pt x="46773" y="50466"/>
                  </a:lnTo>
                  <a:lnTo>
                    <a:pt x="46773" y="49007"/>
                  </a:lnTo>
                  <a:lnTo>
                    <a:pt x="25232" y="49007"/>
                  </a:lnTo>
                  <a:cubicBezTo>
                    <a:pt x="12124" y="49007"/>
                    <a:pt x="1456" y="38344"/>
                    <a:pt x="1456" y="25233"/>
                  </a:cubicBezTo>
                  <a:cubicBezTo>
                    <a:pt x="1456" y="12123"/>
                    <a:pt x="12124" y="1457"/>
                    <a:pt x="25232" y="1457"/>
                  </a:cubicBezTo>
                  <a:lnTo>
                    <a:pt x="46773" y="1457"/>
                  </a:lnTo>
                  <a:lnTo>
                    <a:pt x="46773" y="1"/>
                  </a:lnTo>
                  <a:close/>
                </a:path>
              </a:pathLst>
            </a:custGeom>
            <a:solidFill>
              <a:srgbClr val="96979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018" name="Google Shape;9018;p37"/>
            <p:cNvSpPr/>
            <p:nvPr/>
          </p:nvSpPr>
          <p:spPr>
            <a:xfrm>
              <a:off x="2726356" y="3024889"/>
              <a:ext cx="2582" cy="99328"/>
            </a:xfrm>
            <a:custGeom>
              <a:rect b="b" l="l" r="r" t="t"/>
              <a:pathLst>
                <a:path extrusionOk="0" h="18697" w="486">
                  <a:moveTo>
                    <a:pt x="243" y="1"/>
                  </a:moveTo>
                  <a:cubicBezTo>
                    <a:pt x="108" y="1"/>
                    <a:pt x="1" y="109"/>
                    <a:pt x="1" y="243"/>
                  </a:cubicBezTo>
                  <a:lnTo>
                    <a:pt x="1" y="18455"/>
                  </a:lnTo>
                  <a:cubicBezTo>
                    <a:pt x="1" y="18588"/>
                    <a:pt x="108" y="18697"/>
                    <a:pt x="243" y="18697"/>
                  </a:cubicBezTo>
                  <a:cubicBezTo>
                    <a:pt x="377" y="18697"/>
                    <a:pt x="485" y="18588"/>
                    <a:pt x="485" y="18455"/>
                  </a:cubicBezTo>
                  <a:lnTo>
                    <a:pt x="485" y="243"/>
                  </a:lnTo>
                  <a:cubicBezTo>
                    <a:pt x="485" y="109"/>
                    <a:pt x="377" y="1"/>
                    <a:pt x="243" y="1"/>
                  </a:cubicBezTo>
                  <a:close/>
                </a:path>
              </a:pathLst>
            </a:custGeom>
            <a:solidFill>
              <a:srgbClr val="9FA0A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019" name="Google Shape;9019;p37"/>
            <p:cNvSpPr/>
            <p:nvPr/>
          </p:nvSpPr>
          <p:spPr>
            <a:xfrm>
              <a:off x="2785174" y="3024884"/>
              <a:ext cx="287220" cy="99333"/>
            </a:xfrm>
            <a:custGeom>
              <a:rect b="b" l="l" r="r" t="t"/>
              <a:pathLst>
                <a:path extrusionOk="0" h="18698" w="54065">
                  <a:moveTo>
                    <a:pt x="242" y="0"/>
                  </a:moveTo>
                  <a:cubicBezTo>
                    <a:pt x="109" y="0"/>
                    <a:pt x="0" y="109"/>
                    <a:pt x="0" y="242"/>
                  </a:cubicBezTo>
                  <a:lnTo>
                    <a:pt x="0" y="5286"/>
                  </a:lnTo>
                  <a:cubicBezTo>
                    <a:pt x="0" y="8843"/>
                    <a:pt x="2895" y="11736"/>
                    <a:pt x="6451" y="11736"/>
                  </a:cubicBezTo>
                  <a:lnTo>
                    <a:pt x="46862" y="11736"/>
                  </a:lnTo>
                  <a:cubicBezTo>
                    <a:pt x="50567" y="11736"/>
                    <a:pt x="53580" y="14751"/>
                    <a:pt x="53580" y="18456"/>
                  </a:cubicBezTo>
                  <a:cubicBezTo>
                    <a:pt x="53580" y="18589"/>
                    <a:pt x="53689" y="18698"/>
                    <a:pt x="53822" y="18698"/>
                  </a:cubicBezTo>
                  <a:cubicBezTo>
                    <a:pt x="53957" y="18698"/>
                    <a:pt x="54064" y="18589"/>
                    <a:pt x="54063" y="18456"/>
                  </a:cubicBezTo>
                  <a:cubicBezTo>
                    <a:pt x="54063" y="14484"/>
                    <a:pt x="50831" y="11250"/>
                    <a:pt x="46858" y="11250"/>
                  </a:cubicBezTo>
                  <a:lnTo>
                    <a:pt x="6449" y="11250"/>
                  </a:lnTo>
                  <a:cubicBezTo>
                    <a:pt x="3160" y="11250"/>
                    <a:pt x="484" y="8576"/>
                    <a:pt x="484" y="5286"/>
                  </a:cubicBezTo>
                  <a:lnTo>
                    <a:pt x="484" y="242"/>
                  </a:lnTo>
                  <a:cubicBezTo>
                    <a:pt x="484" y="109"/>
                    <a:pt x="376" y="0"/>
                    <a:pt x="242" y="0"/>
                  </a:cubicBezTo>
                  <a:close/>
                </a:path>
              </a:pathLst>
            </a:custGeom>
            <a:solidFill>
              <a:srgbClr val="9FA0A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020" name="Google Shape;9020;p37"/>
            <p:cNvSpPr/>
            <p:nvPr/>
          </p:nvSpPr>
          <p:spPr>
            <a:xfrm>
              <a:off x="2382903" y="3024884"/>
              <a:ext cx="287215" cy="99333"/>
            </a:xfrm>
            <a:custGeom>
              <a:rect b="b" l="l" r="r" t="t"/>
              <a:pathLst>
                <a:path extrusionOk="0" h="18698" w="54064">
                  <a:moveTo>
                    <a:pt x="53821" y="0"/>
                  </a:moveTo>
                  <a:cubicBezTo>
                    <a:pt x="53686" y="0"/>
                    <a:pt x="53579" y="109"/>
                    <a:pt x="53579" y="242"/>
                  </a:cubicBezTo>
                  <a:lnTo>
                    <a:pt x="53579" y="5286"/>
                  </a:lnTo>
                  <a:cubicBezTo>
                    <a:pt x="53579" y="8576"/>
                    <a:pt x="50903" y="11250"/>
                    <a:pt x="47614" y="11250"/>
                  </a:cubicBezTo>
                  <a:lnTo>
                    <a:pt x="7205" y="11250"/>
                  </a:lnTo>
                  <a:cubicBezTo>
                    <a:pt x="3232" y="11250"/>
                    <a:pt x="0" y="14484"/>
                    <a:pt x="0" y="18456"/>
                  </a:cubicBezTo>
                  <a:cubicBezTo>
                    <a:pt x="0" y="18589"/>
                    <a:pt x="109" y="18698"/>
                    <a:pt x="242" y="18698"/>
                  </a:cubicBezTo>
                  <a:cubicBezTo>
                    <a:pt x="376" y="18698"/>
                    <a:pt x="485" y="18589"/>
                    <a:pt x="485" y="18456"/>
                  </a:cubicBezTo>
                  <a:cubicBezTo>
                    <a:pt x="485" y="14751"/>
                    <a:pt x="3499" y="11736"/>
                    <a:pt x="7202" y="11736"/>
                  </a:cubicBezTo>
                  <a:lnTo>
                    <a:pt x="47612" y="11736"/>
                  </a:lnTo>
                  <a:cubicBezTo>
                    <a:pt x="51169" y="11736"/>
                    <a:pt x="54063" y="8843"/>
                    <a:pt x="54063" y="5286"/>
                  </a:cubicBezTo>
                  <a:lnTo>
                    <a:pt x="54063" y="242"/>
                  </a:lnTo>
                  <a:cubicBezTo>
                    <a:pt x="54063" y="109"/>
                    <a:pt x="53955" y="0"/>
                    <a:pt x="53821" y="0"/>
                  </a:cubicBezTo>
                  <a:close/>
                </a:path>
              </a:pathLst>
            </a:custGeom>
            <a:solidFill>
              <a:srgbClr val="9FA0A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021" name="Google Shape;9021;p37"/>
            <p:cNvSpPr/>
            <p:nvPr/>
          </p:nvSpPr>
          <p:spPr>
            <a:xfrm>
              <a:off x="2596756" y="3151259"/>
              <a:ext cx="261784" cy="212436"/>
            </a:xfrm>
            <a:custGeom>
              <a:rect b="b" l="l" r="r" t="t"/>
              <a:pathLst>
                <a:path extrusionOk="0" h="39988" w="49277">
                  <a:moveTo>
                    <a:pt x="7996" y="0"/>
                  </a:moveTo>
                  <a:cubicBezTo>
                    <a:pt x="3580" y="0"/>
                    <a:pt x="0" y="3579"/>
                    <a:pt x="0" y="7995"/>
                  </a:cubicBezTo>
                  <a:lnTo>
                    <a:pt x="0" y="31993"/>
                  </a:lnTo>
                  <a:cubicBezTo>
                    <a:pt x="0" y="36409"/>
                    <a:pt x="3580" y="39988"/>
                    <a:pt x="7996" y="39988"/>
                  </a:cubicBezTo>
                  <a:lnTo>
                    <a:pt x="41280" y="39988"/>
                  </a:lnTo>
                  <a:cubicBezTo>
                    <a:pt x="45697" y="39988"/>
                    <a:pt x="49277" y="36409"/>
                    <a:pt x="49277" y="31993"/>
                  </a:cubicBezTo>
                  <a:lnTo>
                    <a:pt x="49277" y="7995"/>
                  </a:lnTo>
                  <a:cubicBezTo>
                    <a:pt x="49277" y="3579"/>
                    <a:pt x="45697" y="0"/>
                    <a:pt x="41280" y="0"/>
                  </a:cubicBezTo>
                  <a:close/>
                </a:path>
              </a:pathLst>
            </a:custGeom>
            <a:solidFill>
              <a:srgbClr val="869FB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022" name="Google Shape;9022;p37"/>
            <p:cNvSpPr/>
            <p:nvPr/>
          </p:nvSpPr>
          <p:spPr>
            <a:xfrm>
              <a:off x="2940204" y="3151259"/>
              <a:ext cx="261795" cy="212436"/>
            </a:xfrm>
            <a:custGeom>
              <a:rect b="b" l="l" r="r" t="t"/>
              <a:pathLst>
                <a:path extrusionOk="0" h="39988" w="49279">
                  <a:moveTo>
                    <a:pt x="7995" y="0"/>
                  </a:moveTo>
                  <a:cubicBezTo>
                    <a:pt x="3580" y="0"/>
                    <a:pt x="0" y="3579"/>
                    <a:pt x="0" y="7995"/>
                  </a:cubicBezTo>
                  <a:lnTo>
                    <a:pt x="0" y="31993"/>
                  </a:lnTo>
                  <a:cubicBezTo>
                    <a:pt x="0" y="36409"/>
                    <a:pt x="3580" y="39988"/>
                    <a:pt x="7995" y="39988"/>
                  </a:cubicBezTo>
                  <a:lnTo>
                    <a:pt x="41282" y="39988"/>
                  </a:lnTo>
                  <a:cubicBezTo>
                    <a:pt x="45698" y="39988"/>
                    <a:pt x="49278" y="36409"/>
                    <a:pt x="49278" y="31993"/>
                  </a:cubicBezTo>
                  <a:lnTo>
                    <a:pt x="49278" y="7995"/>
                  </a:lnTo>
                  <a:cubicBezTo>
                    <a:pt x="49278" y="3579"/>
                    <a:pt x="45698" y="0"/>
                    <a:pt x="41282" y="0"/>
                  </a:cubicBezTo>
                  <a:close/>
                </a:path>
              </a:pathLst>
            </a:custGeom>
            <a:solidFill>
              <a:srgbClr val="869FB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023" name="Google Shape;9023;p37"/>
            <p:cNvSpPr/>
            <p:nvPr/>
          </p:nvSpPr>
          <p:spPr>
            <a:xfrm>
              <a:off x="2253298" y="3151259"/>
              <a:ext cx="261795" cy="212436"/>
            </a:xfrm>
            <a:custGeom>
              <a:rect b="b" l="l" r="r" t="t"/>
              <a:pathLst>
                <a:path extrusionOk="0" h="39988" w="49279">
                  <a:moveTo>
                    <a:pt x="7997" y="0"/>
                  </a:moveTo>
                  <a:cubicBezTo>
                    <a:pt x="3580" y="0"/>
                    <a:pt x="0" y="3579"/>
                    <a:pt x="0" y="7995"/>
                  </a:cubicBezTo>
                  <a:lnTo>
                    <a:pt x="0" y="31993"/>
                  </a:lnTo>
                  <a:cubicBezTo>
                    <a:pt x="0" y="36409"/>
                    <a:pt x="3580" y="39988"/>
                    <a:pt x="7997" y="39988"/>
                  </a:cubicBezTo>
                  <a:lnTo>
                    <a:pt x="41282" y="39988"/>
                  </a:lnTo>
                  <a:cubicBezTo>
                    <a:pt x="45697" y="39988"/>
                    <a:pt x="49277" y="36409"/>
                    <a:pt x="49277" y="31993"/>
                  </a:cubicBezTo>
                  <a:lnTo>
                    <a:pt x="49277" y="7995"/>
                  </a:lnTo>
                  <a:cubicBezTo>
                    <a:pt x="49278" y="3579"/>
                    <a:pt x="45697" y="0"/>
                    <a:pt x="41282" y="0"/>
                  </a:cubicBezTo>
                  <a:close/>
                </a:path>
              </a:pathLst>
            </a:custGeom>
            <a:solidFill>
              <a:srgbClr val="869FB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024" name="Google Shape;9024;p37"/>
            <p:cNvSpPr/>
            <p:nvPr/>
          </p:nvSpPr>
          <p:spPr>
            <a:xfrm>
              <a:off x="2718685" y="3113966"/>
              <a:ext cx="17919" cy="17924"/>
            </a:xfrm>
            <a:custGeom>
              <a:rect b="b" l="l" r="r" t="t"/>
              <a:pathLst>
                <a:path extrusionOk="0" h="3374" w="3373">
                  <a:moveTo>
                    <a:pt x="1687" y="0"/>
                  </a:moveTo>
                  <a:cubicBezTo>
                    <a:pt x="755" y="0"/>
                    <a:pt x="1" y="755"/>
                    <a:pt x="1" y="1687"/>
                  </a:cubicBezTo>
                  <a:cubicBezTo>
                    <a:pt x="1" y="2619"/>
                    <a:pt x="755" y="3373"/>
                    <a:pt x="1687" y="3373"/>
                  </a:cubicBezTo>
                  <a:cubicBezTo>
                    <a:pt x="2618" y="3373"/>
                    <a:pt x="3372" y="2619"/>
                    <a:pt x="3372" y="1687"/>
                  </a:cubicBezTo>
                  <a:cubicBezTo>
                    <a:pt x="3372" y="755"/>
                    <a:pt x="2618" y="0"/>
                    <a:pt x="1687" y="0"/>
                  </a:cubicBezTo>
                  <a:close/>
                </a:path>
              </a:pathLst>
            </a:custGeom>
            <a:solidFill>
              <a:srgbClr val="435D7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025" name="Google Shape;9025;p37"/>
            <p:cNvSpPr/>
            <p:nvPr/>
          </p:nvSpPr>
          <p:spPr>
            <a:xfrm>
              <a:off x="3062128" y="3113966"/>
              <a:ext cx="17924" cy="17924"/>
            </a:xfrm>
            <a:custGeom>
              <a:rect b="b" l="l" r="r" t="t"/>
              <a:pathLst>
                <a:path extrusionOk="0" h="3374" w="3374">
                  <a:moveTo>
                    <a:pt x="1687" y="0"/>
                  </a:moveTo>
                  <a:cubicBezTo>
                    <a:pt x="755" y="0"/>
                    <a:pt x="0" y="755"/>
                    <a:pt x="0" y="1687"/>
                  </a:cubicBezTo>
                  <a:cubicBezTo>
                    <a:pt x="0" y="2619"/>
                    <a:pt x="755" y="3373"/>
                    <a:pt x="1687" y="3373"/>
                  </a:cubicBezTo>
                  <a:cubicBezTo>
                    <a:pt x="2619" y="3373"/>
                    <a:pt x="3373" y="2619"/>
                    <a:pt x="3373" y="1687"/>
                  </a:cubicBezTo>
                  <a:cubicBezTo>
                    <a:pt x="3373" y="755"/>
                    <a:pt x="2619" y="0"/>
                    <a:pt x="1687" y="0"/>
                  </a:cubicBezTo>
                  <a:close/>
                </a:path>
              </a:pathLst>
            </a:custGeom>
            <a:solidFill>
              <a:srgbClr val="435D7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026" name="Google Shape;9026;p37"/>
            <p:cNvSpPr/>
            <p:nvPr/>
          </p:nvSpPr>
          <p:spPr>
            <a:xfrm>
              <a:off x="2375226" y="3113966"/>
              <a:ext cx="17924" cy="17924"/>
            </a:xfrm>
            <a:custGeom>
              <a:rect b="b" l="l" r="r" t="t"/>
              <a:pathLst>
                <a:path extrusionOk="0" h="3374" w="3374">
                  <a:moveTo>
                    <a:pt x="1687" y="0"/>
                  </a:moveTo>
                  <a:cubicBezTo>
                    <a:pt x="755" y="0"/>
                    <a:pt x="1" y="755"/>
                    <a:pt x="1" y="1687"/>
                  </a:cubicBezTo>
                  <a:cubicBezTo>
                    <a:pt x="1" y="2619"/>
                    <a:pt x="755" y="3373"/>
                    <a:pt x="1687" y="3373"/>
                  </a:cubicBezTo>
                  <a:cubicBezTo>
                    <a:pt x="2619" y="3373"/>
                    <a:pt x="3374" y="2619"/>
                    <a:pt x="3374" y="1687"/>
                  </a:cubicBezTo>
                  <a:cubicBezTo>
                    <a:pt x="3374" y="755"/>
                    <a:pt x="2619" y="0"/>
                    <a:pt x="1687" y="0"/>
                  </a:cubicBezTo>
                  <a:close/>
                </a:path>
              </a:pathLst>
            </a:custGeom>
            <a:solidFill>
              <a:srgbClr val="435D7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027" name="Google Shape;9027;p37"/>
            <p:cNvSpPr/>
            <p:nvPr/>
          </p:nvSpPr>
          <p:spPr>
            <a:xfrm>
              <a:off x="2718685" y="3017224"/>
              <a:ext cx="17919" cy="17919"/>
            </a:xfrm>
            <a:custGeom>
              <a:rect b="b" l="l" r="r" t="t"/>
              <a:pathLst>
                <a:path extrusionOk="0" h="3373" w="3373">
                  <a:moveTo>
                    <a:pt x="1687" y="1"/>
                  </a:moveTo>
                  <a:cubicBezTo>
                    <a:pt x="755" y="1"/>
                    <a:pt x="1" y="754"/>
                    <a:pt x="1" y="1686"/>
                  </a:cubicBezTo>
                  <a:cubicBezTo>
                    <a:pt x="1" y="2618"/>
                    <a:pt x="755" y="3372"/>
                    <a:pt x="1687" y="3372"/>
                  </a:cubicBezTo>
                  <a:cubicBezTo>
                    <a:pt x="2618" y="3372"/>
                    <a:pt x="3372" y="2618"/>
                    <a:pt x="3372" y="1686"/>
                  </a:cubicBezTo>
                  <a:cubicBezTo>
                    <a:pt x="3372" y="754"/>
                    <a:pt x="2618" y="1"/>
                    <a:pt x="1687" y="1"/>
                  </a:cubicBezTo>
                  <a:close/>
                </a:path>
              </a:pathLst>
            </a:custGeom>
            <a:solidFill>
              <a:srgbClr val="435D7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028" name="Google Shape;9028;p37"/>
            <p:cNvSpPr/>
            <p:nvPr/>
          </p:nvSpPr>
          <p:spPr>
            <a:xfrm>
              <a:off x="2777509" y="3017224"/>
              <a:ext cx="17914" cy="17919"/>
            </a:xfrm>
            <a:custGeom>
              <a:rect b="b" l="l" r="r" t="t"/>
              <a:pathLst>
                <a:path extrusionOk="0" h="3373" w="3372">
                  <a:moveTo>
                    <a:pt x="1685" y="1"/>
                  </a:moveTo>
                  <a:cubicBezTo>
                    <a:pt x="753" y="1"/>
                    <a:pt x="0" y="754"/>
                    <a:pt x="0" y="1686"/>
                  </a:cubicBezTo>
                  <a:cubicBezTo>
                    <a:pt x="0" y="2618"/>
                    <a:pt x="753" y="3372"/>
                    <a:pt x="1685" y="3372"/>
                  </a:cubicBezTo>
                  <a:cubicBezTo>
                    <a:pt x="2617" y="3372"/>
                    <a:pt x="3372" y="2618"/>
                    <a:pt x="3372" y="1686"/>
                  </a:cubicBezTo>
                  <a:cubicBezTo>
                    <a:pt x="3372" y="754"/>
                    <a:pt x="2617" y="1"/>
                    <a:pt x="1685" y="1"/>
                  </a:cubicBezTo>
                  <a:close/>
                </a:path>
              </a:pathLst>
            </a:custGeom>
            <a:solidFill>
              <a:srgbClr val="435D7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029" name="Google Shape;9029;p37"/>
            <p:cNvSpPr/>
            <p:nvPr/>
          </p:nvSpPr>
          <p:spPr>
            <a:xfrm>
              <a:off x="2659856" y="3017224"/>
              <a:ext cx="17914" cy="17919"/>
            </a:xfrm>
            <a:custGeom>
              <a:rect b="b" l="l" r="r" t="t"/>
              <a:pathLst>
                <a:path extrusionOk="0" h="3373" w="3372">
                  <a:moveTo>
                    <a:pt x="1687" y="1"/>
                  </a:moveTo>
                  <a:cubicBezTo>
                    <a:pt x="755" y="1"/>
                    <a:pt x="1" y="754"/>
                    <a:pt x="1" y="1686"/>
                  </a:cubicBezTo>
                  <a:cubicBezTo>
                    <a:pt x="1" y="2618"/>
                    <a:pt x="755" y="3372"/>
                    <a:pt x="1687" y="3372"/>
                  </a:cubicBezTo>
                  <a:cubicBezTo>
                    <a:pt x="2619" y="3372"/>
                    <a:pt x="3372" y="2618"/>
                    <a:pt x="3372" y="1686"/>
                  </a:cubicBezTo>
                  <a:cubicBezTo>
                    <a:pt x="3372" y="754"/>
                    <a:pt x="2619" y="1"/>
                    <a:pt x="1687" y="1"/>
                  </a:cubicBezTo>
                  <a:close/>
                </a:path>
              </a:pathLst>
            </a:custGeom>
            <a:solidFill>
              <a:srgbClr val="435D7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030" name="Google Shape;9030;p37"/>
            <p:cNvSpPr/>
            <p:nvPr/>
          </p:nvSpPr>
          <p:spPr>
            <a:xfrm>
              <a:off x="2726356" y="2667807"/>
              <a:ext cx="2582" cy="99322"/>
            </a:xfrm>
            <a:custGeom>
              <a:rect b="b" l="l" r="r" t="t"/>
              <a:pathLst>
                <a:path extrusionOk="0" h="18696" w="486">
                  <a:moveTo>
                    <a:pt x="243" y="0"/>
                  </a:moveTo>
                  <a:cubicBezTo>
                    <a:pt x="108" y="0"/>
                    <a:pt x="1" y="109"/>
                    <a:pt x="1" y="243"/>
                  </a:cubicBezTo>
                  <a:lnTo>
                    <a:pt x="1" y="18453"/>
                  </a:lnTo>
                  <a:cubicBezTo>
                    <a:pt x="1" y="18588"/>
                    <a:pt x="108" y="18695"/>
                    <a:pt x="243" y="18695"/>
                  </a:cubicBezTo>
                  <a:cubicBezTo>
                    <a:pt x="377" y="18695"/>
                    <a:pt x="485" y="18588"/>
                    <a:pt x="485" y="18453"/>
                  </a:cubicBezTo>
                  <a:lnTo>
                    <a:pt x="485" y="243"/>
                  </a:lnTo>
                  <a:cubicBezTo>
                    <a:pt x="485" y="109"/>
                    <a:pt x="377" y="0"/>
                    <a:pt x="243" y="0"/>
                  </a:cubicBezTo>
                  <a:close/>
                </a:path>
              </a:pathLst>
            </a:custGeom>
            <a:solidFill>
              <a:srgbClr val="9FA0A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031" name="Google Shape;9031;p37"/>
            <p:cNvSpPr/>
            <p:nvPr/>
          </p:nvSpPr>
          <p:spPr>
            <a:xfrm>
              <a:off x="2785174" y="2667796"/>
              <a:ext cx="287210" cy="99333"/>
            </a:xfrm>
            <a:custGeom>
              <a:rect b="b" l="l" r="r" t="t"/>
              <a:pathLst>
                <a:path extrusionOk="0" h="18698" w="54063">
                  <a:moveTo>
                    <a:pt x="53821" y="1"/>
                  </a:moveTo>
                  <a:cubicBezTo>
                    <a:pt x="53687" y="1"/>
                    <a:pt x="53579" y="108"/>
                    <a:pt x="53579" y="243"/>
                  </a:cubicBezTo>
                  <a:cubicBezTo>
                    <a:pt x="53579" y="3946"/>
                    <a:pt x="50564" y="6961"/>
                    <a:pt x="46861" y="6961"/>
                  </a:cubicBezTo>
                  <a:lnTo>
                    <a:pt x="6451" y="6961"/>
                  </a:lnTo>
                  <a:cubicBezTo>
                    <a:pt x="2895" y="6961"/>
                    <a:pt x="0" y="9857"/>
                    <a:pt x="0" y="13412"/>
                  </a:cubicBezTo>
                  <a:lnTo>
                    <a:pt x="0" y="18455"/>
                  </a:lnTo>
                  <a:cubicBezTo>
                    <a:pt x="0" y="18590"/>
                    <a:pt x="109" y="18697"/>
                    <a:pt x="242" y="18697"/>
                  </a:cubicBezTo>
                  <a:cubicBezTo>
                    <a:pt x="379" y="18697"/>
                    <a:pt x="487" y="18590"/>
                    <a:pt x="486" y="18455"/>
                  </a:cubicBezTo>
                  <a:lnTo>
                    <a:pt x="486" y="13412"/>
                  </a:lnTo>
                  <a:cubicBezTo>
                    <a:pt x="486" y="10122"/>
                    <a:pt x="3162" y="7447"/>
                    <a:pt x="6451" y="7447"/>
                  </a:cubicBezTo>
                  <a:lnTo>
                    <a:pt x="46858" y="7447"/>
                  </a:lnTo>
                  <a:cubicBezTo>
                    <a:pt x="50831" y="7447"/>
                    <a:pt x="54063" y="4215"/>
                    <a:pt x="54063" y="243"/>
                  </a:cubicBezTo>
                  <a:cubicBezTo>
                    <a:pt x="54063" y="108"/>
                    <a:pt x="53954" y="1"/>
                    <a:pt x="53821" y="1"/>
                  </a:cubicBezTo>
                  <a:close/>
                </a:path>
              </a:pathLst>
            </a:custGeom>
            <a:solidFill>
              <a:srgbClr val="9FA0A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032" name="Google Shape;9032;p37"/>
            <p:cNvSpPr/>
            <p:nvPr/>
          </p:nvSpPr>
          <p:spPr>
            <a:xfrm>
              <a:off x="2382892" y="2667796"/>
              <a:ext cx="287226" cy="99333"/>
            </a:xfrm>
            <a:custGeom>
              <a:rect b="b" l="l" r="r" t="t"/>
              <a:pathLst>
                <a:path extrusionOk="0" h="18698" w="54066">
                  <a:moveTo>
                    <a:pt x="243" y="1"/>
                  </a:moveTo>
                  <a:cubicBezTo>
                    <a:pt x="108" y="1"/>
                    <a:pt x="1" y="108"/>
                    <a:pt x="1" y="243"/>
                  </a:cubicBezTo>
                  <a:cubicBezTo>
                    <a:pt x="1" y="4216"/>
                    <a:pt x="3233" y="7447"/>
                    <a:pt x="7204" y="7447"/>
                  </a:cubicBezTo>
                  <a:lnTo>
                    <a:pt x="47616" y="7447"/>
                  </a:lnTo>
                  <a:cubicBezTo>
                    <a:pt x="50905" y="7447"/>
                    <a:pt x="53581" y="10122"/>
                    <a:pt x="53581" y="13412"/>
                  </a:cubicBezTo>
                  <a:lnTo>
                    <a:pt x="53581" y="18455"/>
                  </a:lnTo>
                  <a:cubicBezTo>
                    <a:pt x="53581" y="18590"/>
                    <a:pt x="53688" y="18697"/>
                    <a:pt x="53823" y="18697"/>
                  </a:cubicBezTo>
                  <a:cubicBezTo>
                    <a:pt x="53957" y="18697"/>
                    <a:pt x="54065" y="18590"/>
                    <a:pt x="54062" y="18455"/>
                  </a:cubicBezTo>
                  <a:lnTo>
                    <a:pt x="54062" y="13412"/>
                  </a:lnTo>
                  <a:cubicBezTo>
                    <a:pt x="54062" y="9854"/>
                    <a:pt x="51169" y="6961"/>
                    <a:pt x="47611" y="6961"/>
                  </a:cubicBezTo>
                  <a:lnTo>
                    <a:pt x="7203" y="6961"/>
                  </a:lnTo>
                  <a:cubicBezTo>
                    <a:pt x="3498" y="6961"/>
                    <a:pt x="485" y="3946"/>
                    <a:pt x="485" y="243"/>
                  </a:cubicBezTo>
                  <a:cubicBezTo>
                    <a:pt x="485" y="108"/>
                    <a:pt x="377" y="1"/>
                    <a:pt x="243" y="1"/>
                  </a:cubicBezTo>
                  <a:close/>
                </a:path>
              </a:pathLst>
            </a:custGeom>
            <a:solidFill>
              <a:srgbClr val="9FA0A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033" name="Google Shape;9033;p37"/>
            <p:cNvSpPr/>
            <p:nvPr/>
          </p:nvSpPr>
          <p:spPr>
            <a:xfrm>
              <a:off x="2596756" y="2428317"/>
              <a:ext cx="261784" cy="212447"/>
            </a:xfrm>
            <a:custGeom>
              <a:rect b="b" l="l" r="r" t="t"/>
              <a:pathLst>
                <a:path extrusionOk="0" h="39990" w="49277">
                  <a:moveTo>
                    <a:pt x="7996" y="1"/>
                  </a:moveTo>
                  <a:cubicBezTo>
                    <a:pt x="3580" y="1"/>
                    <a:pt x="0" y="3580"/>
                    <a:pt x="0" y="7995"/>
                  </a:cubicBezTo>
                  <a:lnTo>
                    <a:pt x="0" y="31993"/>
                  </a:lnTo>
                  <a:cubicBezTo>
                    <a:pt x="0" y="36409"/>
                    <a:pt x="3580" y="39989"/>
                    <a:pt x="7996" y="39989"/>
                  </a:cubicBezTo>
                  <a:lnTo>
                    <a:pt x="41280" y="39989"/>
                  </a:lnTo>
                  <a:cubicBezTo>
                    <a:pt x="45697" y="39989"/>
                    <a:pt x="49277" y="36409"/>
                    <a:pt x="49277" y="31993"/>
                  </a:cubicBezTo>
                  <a:lnTo>
                    <a:pt x="49277" y="7995"/>
                  </a:lnTo>
                  <a:cubicBezTo>
                    <a:pt x="49277" y="3580"/>
                    <a:pt x="45697" y="1"/>
                    <a:pt x="41280" y="1"/>
                  </a:cubicBez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034" name="Google Shape;9034;p37"/>
            <p:cNvSpPr/>
            <p:nvPr/>
          </p:nvSpPr>
          <p:spPr>
            <a:xfrm>
              <a:off x="2940204" y="2428317"/>
              <a:ext cx="261795" cy="212447"/>
            </a:xfrm>
            <a:custGeom>
              <a:rect b="b" l="l" r="r" t="t"/>
              <a:pathLst>
                <a:path extrusionOk="0" h="39990" w="49279">
                  <a:moveTo>
                    <a:pt x="7995" y="1"/>
                  </a:moveTo>
                  <a:cubicBezTo>
                    <a:pt x="3580" y="1"/>
                    <a:pt x="0" y="3580"/>
                    <a:pt x="0" y="7995"/>
                  </a:cubicBezTo>
                  <a:lnTo>
                    <a:pt x="0" y="31993"/>
                  </a:lnTo>
                  <a:cubicBezTo>
                    <a:pt x="0" y="36409"/>
                    <a:pt x="3580" y="39989"/>
                    <a:pt x="7995" y="39989"/>
                  </a:cubicBezTo>
                  <a:lnTo>
                    <a:pt x="41282" y="39989"/>
                  </a:lnTo>
                  <a:cubicBezTo>
                    <a:pt x="45698" y="39989"/>
                    <a:pt x="49278" y="36409"/>
                    <a:pt x="49278" y="31993"/>
                  </a:cubicBezTo>
                  <a:lnTo>
                    <a:pt x="49278" y="7995"/>
                  </a:lnTo>
                  <a:cubicBezTo>
                    <a:pt x="49278" y="3580"/>
                    <a:pt x="45698" y="1"/>
                    <a:pt x="41282" y="1"/>
                  </a:cubicBez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035" name="Google Shape;9035;p37"/>
            <p:cNvSpPr/>
            <p:nvPr/>
          </p:nvSpPr>
          <p:spPr>
            <a:xfrm>
              <a:off x="2253298" y="2428317"/>
              <a:ext cx="261795" cy="212447"/>
            </a:xfrm>
            <a:custGeom>
              <a:rect b="b" l="l" r="r" t="t"/>
              <a:pathLst>
                <a:path extrusionOk="0" h="39990" w="49279">
                  <a:moveTo>
                    <a:pt x="7997" y="1"/>
                  </a:moveTo>
                  <a:cubicBezTo>
                    <a:pt x="3580" y="1"/>
                    <a:pt x="0" y="3580"/>
                    <a:pt x="0" y="7995"/>
                  </a:cubicBezTo>
                  <a:lnTo>
                    <a:pt x="0" y="31993"/>
                  </a:lnTo>
                  <a:cubicBezTo>
                    <a:pt x="0" y="36409"/>
                    <a:pt x="3580" y="39989"/>
                    <a:pt x="7997" y="39989"/>
                  </a:cubicBezTo>
                  <a:lnTo>
                    <a:pt x="41282" y="39989"/>
                  </a:lnTo>
                  <a:cubicBezTo>
                    <a:pt x="45697" y="39989"/>
                    <a:pt x="49277" y="36409"/>
                    <a:pt x="49277" y="31993"/>
                  </a:cubicBezTo>
                  <a:lnTo>
                    <a:pt x="49277" y="7995"/>
                  </a:lnTo>
                  <a:cubicBezTo>
                    <a:pt x="49278" y="3580"/>
                    <a:pt x="45697" y="1"/>
                    <a:pt x="41282" y="1"/>
                  </a:cubicBez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036" name="Google Shape;9036;p37"/>
            <p:cNvSpPr/>
            <p:nvPr/>
          </p:nvSpPr>
          <p:spPr>
            <a:xfrm>
              <a:off x="2718685" y="2660136"/>
              <a:ext cx="17919" cy="17919"/>
            </a:xfrm>
            <a:custGeom>
              <a:rect b="b" l="l" r="r" t="t"/>
              <a:pathLst>
                <a:path extrusionOk="0" h="3373" w="3373">
                  <a:moveTo>
                    <a:pt x="1687" y="0"/>
                  </a:moveTo>
                  <a:cubicBezTo>
                    <a:pt x="755" y="0"/>
                    <a:pt x="1" y="754"/>
                    <a:pt x="1" y="1687"/>
                  </a:cubicBezTo>
                  <a:cubicBezTo>
                    <a:pt x="1" y="2619"/>
                    <a:pt x="755" y="3373"/>
                    <a:pt x="1687" y="3373"/>
                  </a:cubicBezTo>
                  <a:cubicBezTo>
                    <a:pt x="2618" y="3373"/>
                    <a:pt x="3372" y="2617"/>
                    <a:pt x="3372" y="1687"/>
                  </a:cubicBezTo>
                  <a:cubicBezTo>
                    <a:pt x="3372" y="754"/>
                    <a:pt x="2618" y="0"/>
                    <a:pt x="1687" y="0"/>
                  </a:cubicBezTo>
                  <a:close/>
                </a:path>
              </a:pathLst>
            </a:custGeom>
            <a:solidFill>
              <a:srgbClr val="435D7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037" name="Google Shape;9037;p37"/>
            <p:cNvSpPr/>
            <p:nvPr/>
          </p:nvSpPr>
          <p:spPr>
            <a:xfrm>
              <a:off x="3062128" y="2660136"/>
              <a:ext cx="17924" cy="17919"/>
            </a:xfrm>
            <a:custGeom>
              <a:rect b="b" l="l" r="r" t="t"/>
              <a:pathLst>
                <a:path extrusionOk="0" h="3373" w="3374">
                  <a:moveTo>
                    <a:pt x="1687" y="0"/>
                  </a:moveTo>
                  <a:cubicBezTo>
                    <a:pt x="755" y="0"/>
                    <a:pt x="0" y="754"/>
                    <a:pt x="0" y="1687"/>
                  </a:cubicBezTo>
                  <a:cubicBezTo>
                    <a:pt x="0" y="2619"/>
                    <a:pt x="755" y="3373"/>
                    <a:pt x="1687" y="3373"/>
                  </a:cubicBezTo>
                  <a:cubicBezTo>
                    <a:pt x="2619" y="3370"/>
                    <a:pt x="3373" y="2617"/>
                    <a:pt x="3373" y="1687"/>
                  </a:cubicBezTo>
                  <a:cubicBezTo>
                    <a:pt x="3373" y="754"/>
                    <a:pt x="2619" y="0"/>
                    <a:pt x="1687" y="0"/>
                  </a:cubicBezTo>
                  <a:close/>
                </a:path>
              </a:pathLst>
            </a:custGeom>
            <a:solidFill>
              <a:srgbClr val="435D7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038" name="Google Shape;9038;p37"/>
            <p:cNvSpPr/>
            <p:nvPr/>
          </p:nvSpPr>
          <p:spPr>
            <a:xfrm>
              <a:off x="2375226" y="2660136"/>
              <a:ext cx="17924" cy="17919"/>
            </a:xfrm>
            <a:custGeom>
              <a:rect b="b" l="l" r="r" t="t"/>
              <a:pathLst>
                <a:path extrusionOk="0" h="3373" w="3374">
                  <a:moveTo>
                    <a:pt x="1687" y="0"/>
                  </a:moveTo>
                  <a:cubicBezTo>
                    <a:pt x="755" y="0"/>
                    <a:pt x="1" y="754"/>
                    <a:pt x="1" y="1687"/>
                  </a:cubicBezTo>
                  <a:cubicBezTo>
                    <a:pt x="1" y="2619"/>
                    <a:pt x="755" y="3373"/>
                    <a:pt x="1687" y="3373"/>
                  </a:cubicBezTo>
                  <a:cubicBezTo>
                    <a:pt x="2619" y="3370"/>
                    <a:pt x="3374" y="2617"/>
                    <a:pt x="3374" y="1687"/>
                  </a:cubicBezTo>
                  <a:cubicBezTo>
                    <a:pt x="3374" y="754"/>
                    <a:pt x="2619" y="0"/>
                    <a:pt x="1687" y="0"/>
                  </a:cubicBezTo>
                  <a:close/>
                </a:path>
              </a:pathLst>
            </a:custGeom>
            <a:solidFill>
              <a:srgbClr val="435D7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039" name="Google Shape;9039;p37"/>
            <p:cNvSpPr/>
            <p:nvPr/>
          </p:nvSpPr>
          <p:spPr>
            <a:xfrm>
              <a:off x="2718685" y="2756878"/>
              <a:ext cx="17919" cy="17919"/>
            </a:xfrm>
            <a:custGeom>
              <a:rect b="b" l="l" r="r" t="t"/>
              <a:pathLst>
                <a:path extrusionOk="0" h="3373" w="3373">
                  <a:moveTo>
                    <a:pt x="1687" y="1"/>
                  </a:moveTo>
                  <a:cubicBezTo>
                    <a:pt x="755" y="1"/>
                    <a:pt x="1" y="754"/>
                    <a:pt x="1" y="1686"/>
                  </a:cubicBezTo>
                  <a:cubicBezTo>
                    <a:pt x="1" y="2618"/>
                    <a:pt x="755" y="3372"/>
                    <a:pt x="1687" y="3372"/>
                  </a:cubicBezTo>
                  <a:cubicBezTo>
                    <a:pt x="2618" y="3372"/>
                    <a:pt x="3372" y="2616"/>
                    <a:pt x="3372" y="1686"/>
                  </a:cubicBezTo>
                  <a:cubicBezTo>
                    <a:pt x="3372" y="754"/>
                    <a:pt x="2618" y="1"/>
                    <a:pt x="1687" y="1"/>
                  </a:cubicBezTo>
                  <a:close/>
                </a:path>
              </a:pathLst>
            </a:custGeom>
            <a:solidFill>
              <a:srgbClr val="435D7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040" name="Google Shape;9040;p37"/>
            <p:cNvSpPr/>
            <p:nvPr/>
          </p:nvSpPr>
          <p:spPr>
            <a:xfrm>
              <a:off x="2777509" y="2756878"/>
              <a:ext cx="17914" cy="17919"/>
            </a:xfrm>
            <a:custGeom>
              <a:rect b="b" l="l" r="r" t="t"/>
              <a:pathLst>
                <a:path extrusionOk="0" h="3373" w="3372">
                  <a:moveTo>
                    <a:pt x="1685" y="1"/>
                  </a:moveTo>
                  <a:cubicBezTo>
                    <a:pt x="753" y="1"/>
                    <a:pt x="0" y="754"/>
                    <a:pt x="0" y="1686"/>
                  </a:cubicBezTo>
                  <a:cubicBezTo>
                    <a:pt x="0" y="2618"/>
                    <a:pt x="753" y="3372"/>
                    <a:pt x="1685" y="3372"/>
                  </a:cubicBezTo>
                  <a:cubicBezTo>
                    <a:pt x="2617" y="3372"/>
                    <a:pt x="3372" y="2616"/>
                    <a:pt x="3372" y="1686"/>
                  </a:cubicBezTo>
                  <a:cubicBezTo>
                    <a:pt x="3372" y="754"/>
                    <a:pt x="2617" y="1"/>
                    <a:pt x="1685" y="1"/>
                  </a:cubicBezTo>
                  <a:close/>
                </a:path>
              </a:pathLst>
            </a:custGeom>
            <a:solidFill>
              <a:srgbClr val="435D7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041" name="Google Shape;9041;p37"/>
            <p:cNvSpPr/>
            <p:nvPr/>
          </p:nvSpPr>
          <p:spPr>
            <a:xfrm>
              <a:off x="2659856" y="2756878"/>
              <a:ext cx="17914" cy="17919"/>
            </a:xfrm>
            <a:custGeom>
              <a:rect b="b" l="l" r="r" t="t"/>
              <a:pathLst>
                <a:path extrusionOk="0" h="3373" w="3372">
                  <a:moveTo>
                    <a:pt x="1687" y="1"/>
                  </a:moveTo>
                  <a:cubicBezTo>
                    <a:pt x="755" y="1"/>
                    <a:pt x="1" y="754"/>
                    <a:pt x="1" y="1686"/>
                  </a:cubicBezTo>
                  <a:cubicBezTo>
                    <a:pt x="1" y="2618"/>
                    <a:pt x="755" y="3372"/>
                    <a:pt x="1687" y="3372"/>
                  </a:cubicBezTo>
                  <a:cubicBezTo>
                    <a:pt x="2619" y="3372"/>
                    <a:pt x="3372" y="2616"/>
                    <a:pt x="3372" y="1686"/>
                  </a:cubicBezTo>
                  <a:cubicBezTo>
                    <a:pt x="3372" y="754"/>
                    <a:pt x="2619" y="1"/>
                    <a:pt x="1687" y="1"/>
                  </a:cubicBezTo>
                  <a:close/>
                </a:path>
              </a:pathLst>
            </a:custGeom>
            <a:solidFill>
              <a:srgbClr val="435D7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042" name="Google Shape;9042;p37"/>
            <p:cNvSpPr/>
            <p:nvPr/>
          </p:nvSpPr>
          <p:spPr>
            <a:xfrm>
              <a:off x="2301024" y="2533889"/>
              <a:ext cx="163753" cy="1291"/>
            </a:xfrm>
            <a:custGeom>
              <a:rect b="b" l="l" r="r" t="t"/>
              <a:pathLst>
                <a:path extrusionOk="0" h="243" w="30824">
                  <a:moveTo>
                    <a:pt x="121" y="1"/>
                  </a:moveTo>
                  <a:cubicBezTo>
                    <a:pt x="55" y="1"/>
                    <a:pt x="0" y="55"/>
                    <a:pt x="0" y="121"/>
                  </a:cubicBezTo>
                  <a:cubicBezTo>
                    <a:pt x="0" y="187"/>
                    <a:pt x="55" y="243"/>
                    <a:pt x="121" y="243"/>
                  </a:cubicBezTo>
                  <a:lnTo>
                    <a:pt x="30703" y="243"/>
                  </a:lnTo>
                  <a:cubicBezTo>
                    <a:pt x="30769" y="243"/>
                    <a:pt x="30823" y="187"/>
                    <a:pt x="30823" y="121"/>
                  </a:cubicBezTo>
                  <a:cubicBezTo>
                    <a:pt x="30823" y="55"/>
                    <a:pt x="30767" y="1"/>
                    <a:pt x="30701" y="1"/>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043" name="Google Shape;9043;p37"/>
            <p:cNvSpPr/>
            <p:nvPr/>
          </p:nvSpPr>
          <p:spPr>
            <a:xfrm>
              <a:off x="2644918" y="2533889"/>
              <a:ext cx="163747" cy="1291"/>
            </a:xfrm>
            <a:custGeom>
              <a:rect b="b" l="l" r="r" t="t"/>
              <a:pathLst>
                <a:path extrusionOk="0" h="243" w="30823">
                  <a:moveTo>
                    <a:pt x="121" y="1"/>
                  </a:moveTo>
                  <a:cubicBezTo>
                    <a:pt x="55" y="1"/>
                    <a:pt x="0" y="55"/>
                    <a:pt x="0" y="121"/>
                  </a:cubicBezTo>
                  <a:cubicBezTo>
                    <a:pt x="0" y="187"/>
                    <a:pt x="55" y="243"/>
                    <a:pt x="121" y="243"/>
                  </a:cubicBezTo>
                  <a:lnTo>
                    <a:pt x="30701" y="243"/>
                  </a:lnTo>
                  <a:cubicBezTo>
                    <a:pt x="30769" y="243"/>
                    <a:pt x="30823" y="187"/>
                    <a:pt x="30823" y="121"/>
                  </a:cubicBezTo>
                  <a:cubicBezTo>
                    <a:pt x="30823" y="55"/>
                    <a:pt x="30767" y="1"/>
                    <a:pt x="30701" y="1"/>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044" name="Google Shape;9044;p37"/>
            <p:cNvSpPr/>
            <p:nvPr/>
          </p:nvSpPr>
          <p:spPr>
            <a:xfrm>
              <a:off x="2990071" y="2533889"/>
              <a:ext cx="163753" cy="1291"/>
            </a:xfrm>
            <a:custGeom>
              <a:rect b="b" l="l" r="r" t="t"/>
              <a:pathLst>
                <a:path extrusionOk="0" h="243" w="30824">
                  <a:moveTo>
                    <a:pt x="123" y="1"/>
                  </a:moveTo>
                  <a:cubicBezTo>
                    <a:pt x="57" y="1"/>
                    <a:pt x="1" y="55"/>
                    <a:pt x="1" y="121"/>
                  </a:cubicBezTo>
                  <a:cubicBezTo>
                    <a:pt x="1" y="187"/>
                    <a:pt x="57" y="243"/>
                    <a:pt x="123" y="243"/>
                  </a:cubicBezTo>
                  <a:lnTo>
                    <a:pt x="30703" y="243"/>
                  </a:lnTo>
                  <a:cubicBezTo>
                    <a:pt x="30769" y="243"/>
                    <a:pt x="30824" y="187"/>
                    <a:pt x="30824" y="121"/>
                  </a:cubicBezTo>
                  <a:cubicBezTo>
                    <a:pt x="30824" y="55"/>
                    <a:pt x="30769" y="1"/>
                    <a:pt x="30703" y="1"/>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045" name="Google Shape;9045;p37"/>
            <p:cNvSpPr/>
            <p:nvPr/>
          </p:nvSpPr>
          <p:spPr>
            <a:xfrm>
              <a:off x="2644918" y="3256825"/>
              <a:ext cx="163758" cy="1291"/>
            </a:xfrm>
            <a:custGeom>
              <a:rect b="b" l="l" r="r" t="t"/>
              <a:pathLst>
                <a:path extrusionOk="0" h="243" w="30825">
                  <a:moveTo>
                    <a:pt x="121" y="0"/>
                  </a:moveTo>
                  <a:cubicBezTo>
                    <a:pt x="55" y="0"/>
                    <a:pt x="0" y="55"/>
                    <a:pt x="0" y="122"/>
                  </a:cubicBezTo>
                  <a:cubicBezTo>
                    <a:pt x="0" y="188"/>
                    <a:pt x="55" y="242"/>
                    <a:pt x="121" y="242"/>
                  </a:cubicBezTo>
                  <a:lnTo>
                    <a:pt x="30701" y="242"/>
                  </a:lnTo>
                  <a:cubicBezTo>
                    <a:pt x="30769" y="242"/>
                    <a:pt x="30824" y="190"/>
                    <a:pt x="30823" y="122"/>
                  </a:cubicBezTo>
                  <a:cubicBezTo>
                    <a:pt x="30823" y="56"/>
                    <a:pt x="30767" y="0"/>
                    <a:pt x="30701" y="0"/>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046" name="Google Shape;9046;p37"/>
            <p:cNvSpPr/>
            <p:nvPr/>
          </p:nvSpPr>
          <p:spPr>
            <a:xfrm>
              <a:off x="2301427" y="3256825"/>
              <a:ext cx="163758" cy="1291"/>
            </a:xfrm>
            <a:custGeom>
              <a:rect b="b" l="l" r="r" t="t"/>
              <a:pathLst>
                <a:path extrusionOk="0" h="243" w="30825">
                  <a:moveTo>
                    <a:pt x="123" y="0"/>
                  </a:moveTo>
                  <a:cubicBezTo>
                    <a:pt x="57" y="0"/>
                    <a:pt x="1" y="55"/>
                    <a:pt x="1" y="122"/>
                  </a:cubicBezTo>
                  <a:cubicBezTo>
                    <a:pt x="1" y="188"/>
                    <a:pt x="57" y="242"/>
                    <a:pt x="123" y="242"/>
                  </a:cubicBezTo>
                  <a:lnTo>
                    <a:pt x="30702" y="242"/>
                  </a:lnTo>
                  <a:cubicBezTo>
                    <a:pt x="30771" y="242"/>
                    <a:pt x="30825" y="190"/>
                    <a:pt x="30823" y="122"/>
                  </a:cubicBezTo>
                  <a:cubicBezTo>
                    <a:pt x="30823" y="56"/>
                    <a:pt x="30769" y="0"/>
                    <a:pt x="30702" y="0"/>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047" name="Google Shape;9047;p37"/>
            <p:cNvSpPr/>
            <p:nvPr/>
          </p:nvSpPr>
          <p:spPr>
            <a:xfrm>
              <a:off x="2990102" y="3256847"/>
              <a:ext cx="163753" cy="1291"/>
            </a:xfrm>
            <a:custGeom>
              <a:rect b="b" l="l" r="r" t="t"/>
              <a:pathLst>
                <a:path extrusionOk="0" h="243" w="30824">
                  <a:moveTo>
                    <a:pt x="123" y="1"/>
                  </a:moveTo>
                  <a:cubicBezTo>
                    <a:pt x="57" y="1"/>
                    <a:pt x="1" y="55"/>
                    <a:pt x="1" y="121"/>
                  </a:cubicBezTo>
                  <a:cubicBezTo>
                    <a:pt x="1" y="187"/>
                    <a:pt x="57" y="243"/>
                    <a:pt x="123" y="243"/>
                  </a:cubicBezTo>
                  <a:lnTo>
                    <a:pt x="30703" y="243"/>
                  </a:lnTo>
                  <a:cubicBezTo>
                    <a:pt x="30769" y="243"/>
                    <a:pt x="30824" y="187"/>
                    <a:pt x="30824" y="121"/>
                  </a:cubicBezTo>
                  <a:cubicBezTo>
                    <a:pt x="30824" y="55"/>
                    <a:pt x="30769" y="1"/>
                    <a:pt x="30703" y="1"/>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048" name="Google Shape;9048;p37"/>
            <p:cNvSpPr/>
            <p:nvPr/>
          </p:nvSpPr>
          <p:spPr>
            <a:xfrm>
              <a:off x="2833559" y="2761962"/>
              <a:ext cx="248503" cy="268106"/>
            </a:xfrm>
            <a:custGeom>
              <a:rect b="b" l="l" r="r" t="t"/>
              <a:pathLst>
                <a:path extrusionOk="0" h="50467" w="46777">
                  <a:moveTo>
                    <a:pt x="1" y="1"/>
                  </a:moveTo>
                  <a:lnTo>
                    <a:pt x="1" y="1458"/>
                  </a:lnTo>
                  <a:lnTo>
                    <a:pt x="21544" y="1458"/>
                  </a:lnTo>
                  <a:cubicBezTo>
                    <a:pt x="34653" y="1458"/>
                    <a:pt x="45320" y="12123"/>
                    <a:pt x="45320" y="25233"/>
                  </a:cubicBezTo>
                  <a:cubicBezTo>
                    <a:pt x="45320" y="38344"/>
                    <a:pt x="34653" y="49009"/>
                    <a:pt x="21544" y="49009"/>
                  </a:cubicBezTo>
                  <a:lnTo>
                    <a:pt x="1" y="49009"/>
                  </a:lnTo>
                  <a:lnTo>
                    <a:pt x="1" y="50466"/>
                  </a:lnTo>
                  <a:lnTo>
                    <a:pt x="21544" y="50466"/>
                  </a:lnTo>
                  <a:cubicBezTo>
                    <a:pt x="35457" y="50466"/>
                    <a:pt x="46776" y="39146"/>
                    <a:pt x="46776" y="25233"/>
                  </a:cubicBezTo>
                  <a:cubicBezTo>
                    <a:pt x="46776" y="11322"/>
                    <a:pt x="35457" y="1"/>
                    <a:pt x="21544" y="1"/>
                  </a:cubicBezTo>
                  <a:close/>
                </a:path>
              </a:pathLst>
            </a:custGeom>
            <a:solidFill>
              <a:srgbClr val="96979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Tree>
  </p:cSld>
  <p:clrMapOvr>
    <a:masterClrMapping/>
  </p:clrMapOvr>
</p:sld>
</file>

<file path=ppt/slides/slide4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0">
  <p:cSld>
    <p:spTree>
      <p:nvGrpSpPr>
        <p:cNvPr id="9052" name="Shape 9052"/>
        <p:cNvGrpSpPr/>
        <p:nvPr/>
      </p:nvGrpSpPr>
      <p:grpSpPr>
        <a:xfrm>
          <a:off x="0" y="0"/>
          <a:ext cx="0" cy="0"/>
          <a:chOff x="0" y="0"/>
          <a:chExt cx="0" cy="0"/>
        </a:xfrm>
      </p:grpSpPr>
      <p:graphicFrame>
        <p:nvGraphicFramePr>
          <p:cNvPr id="9053" name="Google Shape;9053;p38"/>
          <p:cNvGraphicFramePr/>
          <p:nvPr/>
        </p:nvGraphicFramePr>
        <p:xfrm>
          <a:off x="3342575" y="2130450"/>
          <a:ext cx="3000000" cy="3000000"/>
        </p:xfrm>
        <a:graphic>
          <a:graphicData uri="http://schemas.openxmlformats.org/drawingml/2006/table">
            <a:tbl>
              <a:tblPr>
                <a:noFill/>
                <a:tableStyleId>{E86E1B4E-5DC7-409D-9179-48FB84E890DD}</a:tableStyleId>
              </a:tblPr>
              <a:tblGrid>
                <a:gridCol w="590850"/>
                <a:gridCol w="590850"/>
                <a:gridCol w="590850"/>
                <a:gridCol w="590850"/>
              </a:tblGrid>
              <a:tr h="289525">
                <a:tc>
                  <a:txBody>
                    <a:bodyPr/>
                    <a:lstStyle/>
                    <a:p>
                      <a:pPr indent="0" lvl="0" marL="0" marR="0" rtl="0" algn="l">
                        <a:lnSpc>
                          <a:spcPct val="100000"/>
                        </a:lnSpc>
                        <a:spcBef>
                          <a:spcPts val="0"/>
                        </a:spcBef>
                        <a:spcAft>
                          <a:spcPts val="0"/>
                        </a:spcAft>
                        <a:buClr>
                          <a:srgbClr val="000000"/>
                        </a:buClr>
                        <a:buSzPts val="200"/>
                        <a:buFont typeface="Arial"/>
                        <a:buNone/>
                      </a:pPr>
                      <a:r>
                        <a:t/>
                      </a:r>
                      <a:endParaRPr sz="200" u="none" cap="none" strike="noStrike"/>
                    </a:p>
                  </a:txBody>
                  <a:tcPr marT="91425" marB="91425" marR="91425" marL="91425">
                    <a:lnL cap="flat" cmpd="sng" w="19050">
                      <a:solidFill>
                        <a:srgbClr val="F2F2F2">
                          <a:alpha val="0"/>
                        </a:srgbClr>
                      </a:solidFill>
                      <a:prstDash val="solid"/>
                      <a:round/>
                      <a:headEnd len="sm" w="sm" type="none"/>
                      <a:tailEnd len="sm" w="sm" type="none"/>
                    </a:lnL>
                    <a:lnR cap="flat" cmpd="sng" w="19050">
                      <a:solidFill>
                        <a:srgbClr val="0E2A47"/>
                      </a:solidFill>
                      <a:prstDash val="solid"/>
                      <a:round/>
                      <a:headEnd len="sm" w="sm" type="none"/>
                      <a:tailEnd len="sm" w="sm" type="none"/>
                    </a:lnR>
                    <a:lnT cap="flat" cmpd="sng" w="19050">
                      <a:solidFill>
                        <a:srgbClr val="F2F2F2">
                          <a:alpha val="0"/>
                        </a:srgbClr>
                      </a:solidFill>
                      <a:prstDash val="solid"/>
                      <a:round/>
                      <a:headEnd len="sm" w="sm" type="none"/>
                      <a:tailEnd len="sm" w="sm" type="none"/>
                    </a:lnT>
                    <a:lnB cap="flat" cmpd="sng" w="9525">
                      <a:solidFill>
                        <a:srgbClr val="0E2A47"/>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000000"/>
                        </a:buClr>
                        <a:buSzPts val="200"/>
                        <a:buFont typeface="Arial"/>
                        <a:buNone/>
                      </a:pPr>
                      <a:r>
                        <a:t/>
                      </a:r>
                      <a:endParaRPr sz="200" u="none" cap="none" strike="noStrike"/>
                    </a:p>
                  </a:txBody>
                  <a:tcPr marT="91425" marB="91425" marR="91425" marL="91425">
                    <a:lnL cap="flat" cmpd="sng" w="19050">
                      <a:solidFill>
                        <a:srgbClr val="0E2A47"/>
                      </a:solidFill>
                      <a:prstDash val="solid"/>
                      <a:round/>
                      <a:headEnd len="sm" w="sm" type="none"/>
                      <a:tailEnd len="sm" w="sm" type="none"/>
                    </a:lnL>
                    <a:lnR cap="flat" cmpd="sng" w="9525">
                      <a:solidFill>
                        <a:srgbClr val="0E2A47"/>
                      </a:solidFill>
                      <a:prstDash val="solid"/>
                      <a:round/>
                      <a:headEnd len="sm" w="sm" type="none"/>
                      <a:tailEnd len="sm" w="sm" type="none"/>
                    </a:lnR>
                    <a:lnT cap="flat" cmpd="sng" w="19050">
                      <a:solidFill>
                        <a:srgbClr val="0E2A47"/>
                      </a:solidFill>
                      <a:prstDash val="solid"/>
                      <a:round/>
                      <a:headEnd len="sm" w="sm" type="none"/>
                      <a:tailEnd len="sm" w="sm" type="none"/>
                    </a:lnT>
                    <a:lnB cap="flat" cmpd="sng" w="9525">
                      <a:solidFill>
                        <a:srgbClr val="0E2A47"/>
                      </a:solidFill>
                      <a:prstDash val="solid"/>
                      <a:round/>
                      <a:headEnd len="sm" w="sm" type="none"/>
                      <a:tailEnd len="sm" w="sm" type="none"/>
                    </a:lnB>
                    <a:solidFill>
                      <a:srgbClr val="5F8195"/>
                    </a:solidFill>
                  </a:tcPr>
                </a:tc>
                <a:tc>
                  <a:txBody>
                    <a:bodyPr/>
                    <a:lstStyle/>
                    <a:p>
                      <a:pPr indent="0" lvl="0" marL="0" marR="0" rtl="0" algn="l">
                        <a:lnSpc>
                          <a:spcPct val="100000"/>
                        </a:lnSpc>
                        <a:spcBef>
                          <a:spcPts val="0"/>
                        </a:spcBef>
                        <a:spcAft>
                          <a:spcPts val="0"/>
                        </a:spcAft>
                        <a:buClr>
                          <a:srgbClr val="000000"/>
                        </a:buClr>
                        <a:buSzPts val="200"/>
                        <a:buFont typeface="Arial"/>
                        <a:buNone/>
                      </a:pPr>
                      <a:r>
                        <a:t/>
                      </a:r>
                      <a:endParaRPr sz="200" u="none" cap="none" strike="noStrike"/>
                    </a:p>
                  </a:txBody>
                  <a:tcPr marT="91425" marB="91425" marR="91425" marL="91425">
                    <a:lnL cap="flat" cmpd="sng" w="9525">
                      <a:solidFill>
                        <a:srgbClr val="0E2A47"/>
                      </a:solidFill>
                      <a:prstDash val="solid"/>
                      <a:round/>
                      <a:headEnd len="sm" w="sm" type="none"/>
                      <a:tailEnd len="sm" w="sm" type="none"/>
                    </a:lnL>
                    <a:lnR cap="flat" cmpd="sng" w="9525">
                      <a:solidFill>
                        <a:srgbClr val="0E2A47"/>
                      </a:solidFill>
                      <a:prstDash val="solid"/>
                      <a:round/>
                      <a:headEnd len="sm" w="sm" type="none"/>
                      <a:tailEnd len="sm" w="sm" type="none"/>
                    </a:lnR>
                    <a:lnT cap="flat" cmpd="sng" w="19050">
                      <a:solidFill>
                        <a:srgbClr val="0E2A47"/>
                      </a:solidFill>
                      <a:prstDash val="solid"/>
                      <a:round/>
                      <a:headEnd len="sm" w="sm" type="none"/>
                      <a:tailEnd len="sm" w="sm" type="none"/>
                    </a:lnT>
                    <a:lnB cap="flat" cmpd="sng" w="9525">
                      <a:solidFill>
                        <a:srgbClr val="0E2A47"/>
                      </a:solidFill>
                      <a:prstDash val="solid"/>
                      <a:round/>
                      <a:headEnd len="sm" w="sm" type="none"/>
                      <a:tailEnd len="sm" w="sm" type="none"/>
                    </a:lnB>
                    <a:solidFill>
                      <a:srgbClr val="5F8195"/>
                    </a:solidFill>
                  </a:tcPr>
                </a:tc>
                <a:tc>
                  <a:txBody>
                    <a:bodyPr/>
                    <a:lstStyle/>
                    <a:p>
                      <a:pPr indent="0" lvl="0" marL="0" marR="0" rtl="0" algn="l">
                        <a:lnSpc>
                          <a:spcPct val="100000"/>
                        </a:lnSpc>
                        <a:spcBef>
                          <a:spcPts val="0"/>
                        </a:spcBef>
                        <a:spcAft>
                          <a:spcPts val="0"/>
                        </a:spcAft>
                        <a:buClr>
                          <a:srgbClr val="000000"/>
                        </a:buClr>
                        <a:buSzPts val="200"/>
                        <a:buFont typeface="Arial"/>
                        <a:buNone/>
                      </a:pPr>
                      <a:r>
                        <a:t/>
                      </a:r>
                      <a:endParaRPr sz="200" u="none" cap="none" strike="noStrike"/>
                    </a:p>
                  </a:txBody>
                  <a:tcPr marT="91425" marB="91425" marR="91425" marL="91425">
                    <a:lnL cap="flat" cmpd="sng" w="9525">
                      <a:solidFill>
                        <a:srgbClr val="0E2A47"/>
                      </a:solidFill>
                      <a:prstDash val="solid"/>
                      <a:round/>
                      <a:headEnd len="sm" w="sm" type="none"/>
                      <a:tailEnd len="sm" w="sm" type="none"/>
                    </a:lnL>
                    <a:lnR cap="flat" cmpd="sng" w="19050">
                      <a:solidFill>
                        <a:srgbClr val="0E2A47"/>
                      </a:solidFill>
                      <a:prstDash val="solid"/>
                      <a:round/>
                      <a:headEnd len="sm" w="sm" type="none"/>
                      <a:tailEnd len="sm" w="sm" type="none"/>
                    </a:lnR>
                    <a:lnT cap="flat" cmpd="sng" w="19050">
                      <a:solidFill>
                        <a:srgbClr val="0E2A47"/>
                      </a:solidFill>
                      <a:prstDash val="solid"/>
                      <a:round/>
                      <a:headEnd len="sm" w="sm" type="none"/>
                      <a:tailEnd len="sm" w="sm" type="none"/>
                    </a:lnT>
                    <a:lnB cap="flat" cmpd="sng" w="9525">
                      <a:solidFill>
                        <a:srgbClr val="0E2A47"/>
                      </a:solidFill>
                      <a:prstDash val="solid"/>
                      <a:round/>
                      <a:headEnd len="sm" w="sm" type="none"/>
                      <a:tailEnd len="sm" w="sm" type="none"/>
                    </a:lnB>
                    <a:solidFill>
                      <a:srgbClr val="5F8195"/>
                    </a:solidFill>
                  </a:tcPr>
                </a:tc>
              </a:tr>
              <a:tr h="289525">
                <a:tc>
                  <a:txBody>
                    <a:bodyPr/>
                    <a:lstStyle/>
                    <a:p>
                      <a:pPr indent="0" lvl="0" marL="0" marR="0" rtl="0" algn="l">
                        <a:lnSpc>
                          <a:spcPct val="100000"/>
                        </a:lnSpc>
                        <a:spcBef>
                          <a:spcPts val="0"/>
                        </a:spcBef>
                        <a:spcAft>
                          <a:spcPts val="0"/>
                        </a:spcAft>
                        <a:buClr>
                          <a:srgbClr val="000000"/>
                        </a:buClr>
                        <a:buSzPts val="200"/>
                        <a:buFont typeface="Arial"/>
                        <a:buNone/>
                      </a:pPr>
                      <a:r>
                        <a:t/>
                      </a:r>
                      <a:endParaRPr sz="200" u="none" cap="none" strike="noStrike"/>
                    </a:p>
                  </a:txBody>
                  <a:tcPr marT="91425" marB="91425" marR="91425" marL="91425">
                    <a:lnL cap="flat" cmpd="sng" w="9525">
                      <a:solidFill>
                        <a:srgbClr val="0E2A47"/>
                      </a:solidFill>
                      <a:prstDash val="solid"/>
                      <a:round/>
                      <a:headEnd len="sm" w="sm" type="none"/>
                      <a:tailEnd len="sm" w="sm" type="none"/>
                    </a:lnL>
                    <a:lnR cap="flat" cmpd="sng" w="9525">
                      <a:solidFill>
                        <a:srgbClr val="0E2A47"/>
                      </a:solidFill>
                      <a:prstDash val="solid"/>
                      <a:round/>
                      <a:headEnd len="sm" w="sm" type="none"/>
                      <a:tailEnd len="sm" w="sm" type="none"/>
                    </a:lnR>
                    <a:lnT cap="flat" cmpd="sng" w="9525">
                      <a:solidFill>
                        <a:srgbClr val="0E2A47"/>
                      </a:solidFill>
                      <a:prstDash val="solid"/>
                      <a:round/>
                      <a:headEnd len="sm" w="sm" type="none"/>
                      <a:tailEnd len="sm" w="sm" type="none"/>
                    </a:lnT>
                    <a:lnB cap="flat" cmpd="sng" w="9525">
                      <a:solidFill>
                        <a:srgbClr val="0E2A47"/>
                      </a:solidFill>
                      <a:prstDash val="solid"/>
                      <a:round/>
                      <a:headEnd len="sm" w="sm" type="none"/>
                      <a:tailEnd len="sm" w="sm" type="none"/>
                    </a:lnB>
                    <a:solidFill>
                      <a:srgbClr val="869FB1"/>
                    </a:solidFill>
                  </a:tcPr>
                </a:tc>
                <a:tc>
                  <a:txBody>
                    <a:bodyPr/>
                    <a:lstStyle/>
                    <a:p>
                      <a:pPr indent="0" lvl="0" marL="0" marR="0" rtl="0" algn="l">
                        <a:lnSpc>
                          <a:spcPct val="100000"/>
                        </a:lnSpc>
                        <a:spcBef>
                          <a:spcPts val="0"/>
                        </a:spcBef>
                        <a:spcAft>
                          <a:spcPts val="0"/>
                        </a:spcAft>
                        <a:buClr>
                          <a:srgbClr val="000000"/>
                        </a:buClr>
                        <a:buSzPts val="200"/>
                        <a:buFont typeface="Arial"/>
                        <a:buNone/>
                      </a:pPr>
                      <a:r>
                        <a:t/>
                      </a:r>
                      <a:endParaRPr sz="200" u="none" cap="none" strike="noStrike"/>
                    </a:p>
                  </a:txBody>
                  <a:tcPr marT="91425" marB="91425" marR="91425" marL="91425">
                    <a:lnL cap="flat" cmpd="sng" w="9525">
                      <a:solidFill>
                        <a:srgbClr val="0E2A47"/>
                      </a:solidFill>
                      <a:prstDash val="solid"/>
                      <a:round/>
                      <a:headEnd len="sm" w="sm" type="none"/>
                      <a:tailEnd len="sm" w="sm" type="none"/>
                    </a:lnL>
                    <a:lnR cap="flat" cmpd="sng" w="19050">
                      <a:solidFill>
                        <a:srgbClr val="F2F2F2">
                          <a:alpha val="0"/>
                        </a:srgbClr>
                      </a:solidFill>
                      <a:prstDash val="solid"/>
                      <a:round/>
                      <a:headEnd len="sm" w="sm" type="none"/>
                      <a:tailEnd len="sm" w="sm" type="none"/>
                    </a:lnR>
                    <a:lnT cap="flat" cmpd="sng" w="9525">
                      <a:solidFill>
                        <a:srgbClr val="0E2A47"/>
                      </a:solidFill>
                      <a:prstDash val="solid"/>
                      <a:round/>
                      <a:headEnd len="sm" w="sm" type="none"/>
                      <a:tailEnd len="sm" w="sm" type="none"/>
                    </a:lnT>
                    <a:lnB cap="flat" cmpd="sng" w="19050">
                      <a:solidFill>
                        <a:srgbClr val="F2F2F2">
                          <a:alpha val="0"/>
                        </a:srgbClr>
                      </a:solidFill>
                      <a:prstDash val="solid"/>
                      <a:round/>
                      <a:headEnd len="sm" w="sm" type="none"/>
                      <a:tailEnd len="sm" w="sm" type="none"/>
                    </a:lnB>
                    <a:solidFill>
                      <a:srgbClr val="A5B7C5"/>
                    </a:solidFill>
                  </a:tcPr>
                </a:tc>
                <a:tc>
                  <a:txBody>
                    <a:bodyPr/>
                    <a:lstStyle/>
                    <a:p>
                      <a:pPr indent="0" lvl="0" marL="0" marR="0" rtl="0" algn="l">
                        <a:lnSpc>
                          <a:spcPct val="100000"/>
                        </a:lnSpc>
                        <a:spcBef>
                          <a:spcPts val="0"/>
                        </a:spcBef>
                        <a:spcAft>
                          <a:spcPts val="0"/>
                        </a:spcAft>
                        <a:buClr>
                          <a:srgbClr val="000000"/>
                        </a:buClr>
                        <a:buSzPts val="200"/>
                        <a:buFont typeface="Arial"/>
                        <a:buNone/>
                      </a:pPr>
                      <a:r>
                        <a:t/>
                      </a:r>
                      <a:endParaRPr sz="200" u="none" cap="none" strike="noStrike"/>
                    </a:p>
                  </a:txBody>
                  <a:tcPr marT="91425" marB="91425" marR="91425" marL="91425">
                    <a:lnL cap="flat" cmpd="sng" w="19050">
                      <a:solidFill>
                        <a:srgbClr val="F2F2F2">
                          <a:alpha val="0"/>
                        </a:srgbClr>
                      </a:solidFill>
                      <a:prstDash val="solid"/>
                      <a:round/>
                      <a:headEnd len="sm" w="sm" type="none"/>
                      <a:tailEnd len="sm" w="sm" type="none"/>
                    </a:lnL>
                    <a:lnR cap="flat" cmpd="sng" w="19050">
                      <a:solidFill>
                        <a:srgbClr val="F2F2F2">
                          <a:alpha val="0"/>
                        </a:srgbClr>
                      </a:solidFill>
                      <a:prstDash val="solid"/>
                      <a:round/>
                      <a:headEnd len="sm" w="sm" type="none"/>
                      <a:tailEnd len="sm" w="sm" type="none"/>
                    </a:lnR>
                    <a:lnT cap="flat" cmpd="sng" w="9525">
                      <a:solidFill>
                        <a:srgbClr val="0E2A47"/>
                      </a:solidFill>
                      <a:prstDash val="solid"/>
                      <a:round/>
                      <a:headEnd len="sm" w="sm" type="none"/>
                      <a:tailEnd len="sm" w="sm" type="none"/>
                    </a:lnT>
                    <a:lnB cap="flat" cmpd="sng" w="19050">
                      <a:solidFill>
                        <a:srgbClr val="F2F2F2">
                          <a:alpha val="0"/>
                        </a:srgbClr>
                      </a:solidFill>
                      <a:prstDash val="solid"/>
                      <a:round/>
                      <a:headEnd len="sm" w="sm" type="none"/>
                      <a:tailEnd len="sm" w="sm" type="none"/>
                    </a:lnB>
                    <a:solidFill>
                      <a:srgbClr val="A5B7C5"/>
                    </a:solidFill>
                  </a:tcPr>
                </a:tc>
                <a:tc>
                  <a:txBody>
                    <a:bodyPr/>
                    <a:lstStyle/>
                    <a:p>
                      <a:pPr indent="0" lvl="0" marL="0" marR="0" rtl="0" algn="l">
                        <a:lnSpc>
                          <a:spcPct val="100000"/>
                        </a:lnSpc>
                        <a:spcBef>
                          <a:spcPts val="0"/>
                        </a:spcBef>
                        <a:spcAft>
                          <a:spcPts val="0"/>
                        </a:spcAft>
                        <a:buClr>
                          <a:srgbClr val="000000"/>
                        </a:buClr>
                        <a:buSzPts val="200"/>
                        <a:buFont typeface="Arial"/>
                        <a:buNone/>
                      </a:pPr>
                      <a:r>
                        <a:t/>
                      </a:r>
                      <a:endParaRPr sz="200" u="none" cap="none" strike="noStrike"/>
                    </a:p>
                  </a:txBody>
                  <a:tcPr marT="91425" marB="91425" marR="91425" marL="91425">
                    <a:lnL cap="flat" cmpd="sng" w="19050">
                      <a:solidFill>
                        <a:srgbClr val="F2F2F2">
                          <a:alpha val="0"/>
                        </a:srgbClr>
                      </a:solidFill>
                      <a:prstDash val="solid"/>
                      <a:round/>
                      <a:headEnd len="sm" w="sm" type="none"/>
                      <a:tailEnd len="sm" w="sm" type="none"/>
                    </a:lnL>
                    <a:lnR cap="flat" cmpd="sng" w="19050">
                      <a:solidFill>
                        <a:srgbClr val="F2F2F2">
                          <a:alpha val="0"/>
                        </a:srgbClr>
                      </a:solidFill>
                      <a:prstDash val="solid"/>
                      <a:round/>
                      <a:headEnd len="sm" w="sm" type="none"/>
                      <a:tailEnd len="sm" w="sm" type="none"/>
                    </a:lnR>
                    <a:lnT cap="flat" cmpd="sng" w="9525">
                      <a:solidFill>
                        <a:srgbClr val="0E2A47"/>
                      </a:solidFill>
                      <a:prstDash val="solid"/>
                      <a:round/>
                      <a:headEnd len="sm" w="sm" type="none"/>
                      <a:tailEnd len="sm" w="sm" type="none"/>
                    </a:lnT>
                    <a:lnB cap="flat" cmpd="sng" w="19050">
                      <a:solidFill>
                        <a:srgbClr val="F2F2F2">
                          <a:alpha val="0"/>
                        </a:srgbClr>
                      </a:solidFill>
                      <a:prstDash val="solid"/>
                      <a:round/>
                      <a:headEnd len="sm" w="sm" type="none"/>
                      <a:tailEnd len="sm" w="sm" type="none"/>
                    </a:lnB>
                    <a:solidFill>
                      <a:srgbClr val="A5B7C5"/>
                    </a:solidFill>
                  </a:tcPr>
                </a:tc>
              </a:tr>
              <a:tr h="289525">
                <a:tc>
                  <a:txBody>
                    <a:bodyPr/>
                    <a:lstStyle/>
                    <a:p>
                      <a:pPr indent="0" lvl="0" marL="0" marR="0" rtl="0" algn="l">
                        <a:lnSpc>
                          <a:spcPct val="100000"/>
                        </a:lnSpc>
                        <a:spcBef>
                          <a:spcPts val="0"/>
                        </a:spcBef>
                        <a:spcAft>
                          <a:spcPts val="0"/>
                        </a:spcAft>
                        <a:buClr>
                          <a:srgbClr val="000000"/>
                        </a:buClr>
                        <a:buSzPts val="200"/>
                        <a:buFont typeface="Arial"/>
                        <a:buNone/>
                      </a:pPr>
                      <a:r>
                        <a:t/>
                      </a:r>
                      <a:endParaRPr sz="200" u="none" cap="none" strike="noStrike"/>
                    </a:p>
                  </a:txBody>
                  <a:tcPr marT="91425" marB="91425" marR="91425" marL="91425">
                    <a:lnL cap="flat" cmpd="sng" w="9525">
                      <a:solidFill>
                        <a:srgbClr val="0E2A47"/>
                      </a:solidFill>
                      <a:prstDash val="solid"/>
                      <a:round/>
                      <a:headEnd len="sm" w="sm" type="none"/>
                      <a:tailEnd len="sm" w="sm" type="none"/>
                    </a:lnL>
                    <a:lnR cap="flat" cmpd="sng" w="9525">
                      <a:solidFill>
                        <a:srgbClr val="0E2A47"/>
                      </a:solidFill>
                      <a:prstDash val="solid"/>
                      <a:round/>
                      <a:headEnd len="sm" w="sm" type="none"/>
                      <a:tailEnd len="sm" w="sm" type="none"/>
                    </a:lnR>
                    <a:lnT cap="flat" cmpd="sng" w="9525">
                      <a:solidFill>
                        <a:srgbClr val="0E2A47"/>
                      </a:solidFill>
                      <a:prstDash val="solid"/>
                      <a:round/>
                      <a:headEnd len="sm" w="sm" type="none"/>
                      <a:tailEnd len="sm" w="sm" type="none"/>
                    </a:lnT>
                    <a:lnB cap="flat" cmpd="sng" w="9525">
                      <a:solidFill>
                        <a:srgbClr val="0E2A47"/>
                      </a:solidFill>
                      <a:prstDash val="solid"/>
                      <a:round/>
                      <a:headEnd len="sm" w="sm" type="none"/>
                      <a:tailEnd len="sm" w="sm" type="none"/>
                    </a:lnB>
                    <a:solidFill>
                      <a:srgbClr val="7994A9"/>
                    </a:solidFill>
                  </a:tcPr>
                </a:tc>
                <a:tc>
                  <a:txBody>
                    <a:bodyPr/>
                    <a:lstStyle/>
                    <a:p>
                      <a:pPr indent="0" lvl="0" marL="0" marR="0" rtl="0" algn="l">
                        <a:lnSpc>
                          <a:spcPct val="100000"/>
                        </a:lnSpc>
                        <a:spcBef>
                          <a:spcPts val="0"/>
                        </a:spcBef>
                        <a:spcAft>
                          <a:spcPts val="0"/>
                        </a:spcAft>
                        <a:buClr>
                          <a:srgbClr val="000000"/>
                        </a:buClr>
                        <a:buSzPts val="200"/>
                        <a:buFont typeface="Arial"/>
                        <a:buNone/>
                      </a:pPr>
                      <a:r>
                        <a:t/>
                      </a:r>
                      <a:endParaRPr sz="200" u="none" cap="none" strike="noStrike"/>
                    </a:p>
                  </a:txBody>
                  <a:tcPr marT="91425" marB="91425" marR="91425" marL="91425">
                    <a:lnL cap="flat" cmpd="sng" w="9525">
                      <a:solidFill>
                        <a:srgbClr val="0E2A47"/>
                      </a:solidFill>
                      <a:prstDash val="solid"/>
                      <a:round/>
                      <a:headEnd len="sm" w="sm" type="none"/>
                      <a:tailEnd len="sm" w="sm" type="none"/>
                    </a:lnL>
                    <a:lnR cap="flat" cmpd="sng" w="19050">
                      <a:solidFill>
                        <a:srgbClr val="F2F2F2">
                          <a:alpha val="0"/>
                        </a:srgbClr>
                      </a:solidFill>
                      <a:prstDash val="solid"/>
                      <a:round/>
                      <a:headEnd len="sm" w="sm" type="none"/>
                      <a:tailEnd len="sm" w="sm" type="none"/>
                    </a:lnR>
                    <a:lnT cap="flat" cmpd="sng" w="19050">
                      <a:solidFill>
                        <a:srgbClr val="F2F2F2">
                          <a:alpha val="0"/>
                        </a:srgbClr>
                      </a:solidFill>
                      <a:prstDash val="solid"/>
                      <a:round/>
                      <a:headEnd len="sm" w="sm" type="none"/>
                      <a:tailEnd len="sm" w="sm" type="none"/>
                    </a:lnT>
                    <a:lnB cap="flat" cmpd="sng" w="19050">
                      <a:solidFill>
                        <a:srgbClr val="F2F2F2">
                          <a:alpha val="0"/>
                        </a:srgbClr>
                      </a:solidFill>
                      <a:prstDash val="solid"/>
                      <a:round/>
                      <a:headEnd len="sm" w="sm" type="none"/>
                      <a:tailEnd len="sm" w="sm" type="none"/>
                    </a:lnB>
                    <a:solidFill>
                      <a:srgbClr val="ABBCC9"/>
                    </a:solidFill>
                  </a:tcPr>
                </a:tc>
                <a:tc>
                  <a:txBody>
                    <a:bodyPr/>
                    <a:lstStyle/>
                    <a:p>
                      <a:pPr indent="0" lvl="0" marL="0" marR="0" rtl="0" algn="l">
                        <a:lnSpc>
                          <a:spcPct val="100000"/>
                        </a:lnSpc>
                        <a:spcBef>
                          <a:spcPts val="0"/>
                        </a:spcBef>
                        <a:spcAft>
                          <a:spcPts val="0"/>
                        </a:spcAft>
                        <a:buClr>
                          <a:srgbClr val="000000"/>
                        </a:buClr>
                        <a:buSzPts val="200"/>
                        <a:buFont typeface="Arial"/>
                        <a:buNone/>
                      </a:pPr>
                      <a:r>
                        <a:t/>
                      </a:r>
                      <a:endParaRPr sz="200" u="none" cap="none" strike="noStrike"/>
                    </a:p>
                  </a:txBody>
                  <a:tcPr marT="91425" marB="91425" marR="91425" marL="91425">
                    <a:lnL cap="flat" cmpd="sng" w="19050">
                      <a:solidFill>
                        <a:srgbClr val="F2F2F2">
                          <a:alpha val="0"/>
                        </a:srgbClr>
                      </a:solidFill>
                      <a:prstDash val="solid"/>
                      <a:round/>
                      <a:headEnd len="sm" w="sm" type="none"/>
                      <a:tailEnd len="sm" w="sm" type="none"/>
                    </a:lnL>
                    <a:lnR cap="flat" cmpd="sng" w="19050">
                      <a:solidFill>
                        <a:srgbClr val="F2F2F2">
                          <a:alpha val="0"/>
                        </a:srgbClr>
                      </a:solidFill>
                      <a:prstDash val="solid"/>
                      <a:round/>
                      <a:headEnd len="sm" w="sm" type="none"/>
                      <a:tailEnd len="sm" w="sm" type="none"/>
                    </a:lnR>
                    <a:lnT cap="flat" cmpd="sng" w="19050">
                      <a:solidFill>
                        <a:srgbClr val="F2F2F2">
                          <a:alpha val="0"/>
                        </a:srgbClr>
                      </a:solidFill>
                      <a:prstDash val="solid"/>
                      <a:round/>
                      <a:headEnd len="sm" w="sm" type="none"/>
                      <a:tailEnd len="sm" w="sm" type="none"/>
                    </a:lnT>
                    <a:lnB cap="flat" cmpd="sng" w="19050">
                      <a:solidFill>
                        <a:srgbClr val="F2F2F2">
                          <a:alpha val="0"/>
                        </a:srgbClr>
                      </a:solidFill>
                      <a:prstDash val="solid"/>
                      <a:round/>
                      <a:headEnd len="sm" w="sm" type="none"/>
                      <a:tailEnd len="sm" w="sm" type="none"/>
                    </a:lnB>
                    <a:solidFill>
                      <a:srgbClr val="ABBCC9"/>
                    </a:solidFill>
                  </a:tcPr>
                </a:tc>
                <a:tc>
                  <a:txBody>
                    <a:bodyPr/>
                    <a:lstStyle/>
                    <a:p>
                      <a:pPr indent="0" lvl="0" marL="0" marR="0" rtl="0" algn="l">
                        <a:lnSpc>
                          <a:spcPct val="100000"/>
                        </a:lnSpc>
                        <a:spcBef>
                          <a:spcPts val="0"/>
                        </a:spcBef>
                        <a:spcAft>
                          <a:spcPts val="0"/>
                        </a:spcAft>
                        <a:buClr>
                          <a:srgbClr val="000000"/>
                        </a:buClr>
                        <a:buSzPts val="200"/>
                        <a:buFont typeface="Arial"/>
                        <a:buNone/>
                      </a:pPr>
                      <a:r>
                        <a:t/>
                      </a:r>
                      <a:endParaRPr sz="200" u="none" cap="none" strike="noStrike"/>
                    </a:p>
                  </a:txBody>
                  <a:tcPr marT="91425" marB="91425" marR="91425" marL="91425">
                    <a:lnL cap="flat" cmpd="sng" w="19050">
                      <a:solidFill>
                        <a:srgbClr val="F2F2F2">
                          <a:alpha val="0"/>
                        </a:srgbClr>
                      </a:solidFill>
                      <a:prstDash val="solid"/>
                      <a:round/>
                      <a:headEnd len="sm" w="sm" type="none"/>
                      <a:tailEnd len="sm" w="sm" type="none"/>
                    </a:lnL>
                    <a:lnR cap="flat" cmpd="sng" w="19050">
                      <a:solidFill>
                        <a:srgbClr val="F2F2F2">
                          <a:alpha val="0"/>
                        </a:srgbClr>
                      </a:solidFill>
                      <a:prstDash val="solid"/>
                      <a:round/>
                      <a:headEnd len="sm" w="sm" type="none"/>
                      <a:tailEnd len="sm" w="sm" type="none"/>
                    </a:lnR>
                    <a:lnT cap="flat" cmpd="sng" w="19050">
                      <a:solidFill>
                        <a:srgbClr val="F2F2F2">
                          <a:alpha val="0"/>
                        </a:srgbClr>
                      </a:solidFill>
                      <a:prstDash val="solid"/>
                      <a:round/>
                      <a:headEnd len="sm" w="sm" type="none"/>
                      <a:tailEnd len="sm" w="sm" type="none"/>
                    </a:lnT>
                    <a:lnB cap="flat" cmpd="sng" w="19050">
                      <a:solidFill>
                        <a:srgbClr val="F2F2F2">
                          <a:alpha val="0"/>
                        </a:srgbClr>
                      </a:solidFill>
                      <a:prstDash val="solid"/>
                      <a:round/>
                      <a:headEnd len="sm" w="sm" type="none"/>
                      <a:tailEnd len="sm" w="sm" type="none"/>
                    </a:lnB>
                    <a:solidFill>
                      <a:srgbClr val="ABBCC9"/>
                    </a:solidFill>
                  </a:tcPr>
                </a:tc>
              </a:tr>
            </a:tbl>
          </a:graphicData>
        </a:graphic>
      </p:graphicFrame>
      <p:grpSp>
        <p:nvGrpSpPr>
          <p:cNvPr id="9054" name="Google Shape;9054;p38"/>
          <p:cNvGrpSpPr/>
          <p:nvPr/>
        </p:nvGrpSpPr>
        <p:grpSpPr>
          <a:xfrm>
            <a:off x="3339744" y="952977"/>
            <a:ext cx="2363393" cy="1017867"/>
            <a:chOff x="3292400" y="1219146"/>
            <a:chExt cx="2615240" cy="1110239"/>
          </a:xfrm>
        </p:grpSpPr>
        <p:sp>
          <p:nvSpPr>
            <p:cNvPr id="9055" name="Google Shape;9055;p38"/>
            <p:cNvSpPr/>
            <p:nvPr/>
          </p:nvSpPr>
          <p:spPr>
            <a:xfrm>
              <a:off x="3292400" y="1845763"/>
              <a:ext cx="370500" cy="478500"/>
            </a:xfrm>
            <a:prstGeom prst="round2DiagRect">
              <a:avLst>
                <a:gd fmla="val 16667" name="adj1"/>
                <a:gd fmla="val 0" name="adj2"/>
              </a:avLst>
            </a:prstGeom>
            <a:solidFill>
              <a:srgbClr val="ABBCC9"/>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FFFFFF"/>
                </a:solidFill>
                <a:latin typeface="Arial"/>
                <a:ea typeface="Arial"/>
                <a:cs typeface="Arial"/>
                <a:sym typeface="Arial"/>
              </a:endParaRPr>
            </a:p>
          </p:txBody>
        </p:sp>
        <p:sp>
          <p:nvSpPr>
            <p:cNvPr id="9056" name="Google Shape;9056;p38"/>
            <p:cNvSpPr/>
            <p:nvPr/>
          </p:nvSpPr>
          <p:spPr>
            <a:xfrm>
              <a:off x="3292400" y="1314860"/>
              <a:ext cx="370500" cy="478500"/>
            </a:xfrm>
            <a:prstGeom prst="round2DiagRect">
              <a:avLst>
                <a:gd fmla="val 16667" name="adj1"/>
                <a:gd fmla="val 0" name="adj2"/>
              </a:avLst>
            </a:pr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FFFFFF"/>
                </a:solidFill>
                <a:latin typeface="Arial"/>
                <a:ea typeface="Arial"/>
                <a:cs typeface="Arial"/>
                <a:sym typeface="Arial"/>
              </a:endParaRPr>
            </a:p>
          </p:txBody>
        </p:sp>
        <p:sp>
          <p:nvSpPr>
            <p:cNvPr id="9057" name="Google Shape;9057;p38"/>
            <p:cNvSpPr txBox="1"/>
            <p:nvPr/>
          </p:nvSpPr>
          <p:spPr>
            <a:xfrm flipH="1">
              <a:off x="3678794" y="1219157"/>
              <a:ext cx="370500" cy="843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1600"/>
                </a:spcAft>
                <a:buClr>
                  <a:srgbClr val="000000"/>
                </a:buClr>
                <a:buSzPts val="200"/>
                <a:buFont typeface="Arial"/>
                <a:buNone/>
              </a:pPr>
              <a:r>
                <a:rPr b="0" i="0" lang="en" sz="200" u="none" cap="none" strike="noStrike">
                  <a:solidFill>
                    <a:srgbClr val="FFFFFF"/>
                  </a:solidFill>
                  <a:latin typeface="Arial"/>
                  <a:ea typeface="Arial"/>
                  <a:cs typeface="Arial"/>
                  <a:sym typeface="Arial"/>
                </a:rPr>
                <a:t>JANUARY</a:t>
              </a:r>
              <a:endParaRPr b="0" i="0" sz="200" u="none" cap="none" strike="noStrike">
                <a:solidFill>
                  <a:srgbClr val="FFFFFF"/>
                </a:solidFill>
                <a:latin typeface="Arial"/>
                <a:ea typeface="Arial"/>
                <a:cs typeface="Arial"/>
                <a:sym typeface="Arial"/>
              </a:endParaRPr>
            </a:p>
          </p:txBody>
        </p:sp>
        <p:sp>
          <p:nvSpPr>
            <p:cNvPr id="9058" name="Google Shape;9058;p38"/>
            <p:cNvSpPr txBox="1"/>
            <p:nvPr/>
          </p:nvSpPr>
          <p:spPr>
            <a:xfrm flipH="1">
              <a:off x="4051671" y="1219146"/>
              <a:ext cx="401400" cy="843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1600"/>
                </a:spcAft>
                <a:buClr>
                  <a:srgbClr val="000000"/>
                </a:buClr>
                <a:buSzPts val="200"/>
                <a:buFont typeface="Arial"/>
                <a:buNone/>
              </a:pPr>
              <a:r>
                <a:rPr b="0" i="0" lang="en" sz="200" u="none" cap="none" strike="noStrike">
                  <a:solidFill>
                    <a:srgbClr val="FFFFFF"/>
                  </a:solidFill>
                  <a:latin typeface="Arial"/>
                  <a:ea typeface="Arial"/>
                  <a:cs typeface="Arial"/>
                  <a:sym typeface="Arial"/>
                </a:rPr>
                <a:t>FEBRUARY</a:t>
              </a:r>
              <a:endParaRPr b="0" i="0" sz="200" u="none" cap="none" strike="noStrike">
                <a:solidFill>
                  <a:srgbClr val="FFFFFF"/>
                </a:solidFill>
                <a:latin typeface="Arial"/>
                <a:ea typeface="Arial"/>
                <a:cs typeface="Arial"/>
                <a:sym typeface="Arial"/>
              </a:endParaRPr>
            </a:p>
          </p:txBody>
        </p:sp>
        <p:sp>
          <p:nvSpPr>
            <p:cNvPr id="9059" name="Google Shape;9059;p38"/>
            <p:cNvSpPr txBox="1"/>
            <p:nvPr/>
          </p:nvSpPr>
          <p:spPr>
            <a:xfrm flipH="1">
              <a:off x="4453057" y="1219146"/>
              <a:ext cx="348000" cy="843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1600"/>
                </a:spcAft>
                <a:buClr>
                  <a:srgbClr val="000000"/>
                </a:buClr>
                <a:buSzPts val="200"/>
                <a:buFont typeface="Arial"/>
                <a:buNone/>
              </a:pPr>
              <a:r>
                <a:rPr b="0" i="0" lang="en" sz="200" u="none" cap="none" strike="noStrike">
                  <a:solidFill>
                    <a:srgbClr val="FFFFFF"/>
                  </a:solidFill>
                  <a:latin typeface="Arial"/>
                  <a:ea typeface="Arial"/>
                  <a:cs typeface="Arial"/>
                  <a:sym typeface="Arial"/>
                </a:rPr>
                <a:t>MARCH</a:t>
              </a:r>
              <a:endParaRPr b="0" i="0" sz="200" u="none" cap="none" strike="noStrike">
                <a:solidFill>
                  <a:srgbClr val="FFFFFF"/>
                </a:solidFill>
                <a:latin typeface="Arial"/>
                <a:ea typeface="Arial"/>
                <a:cs typeface="Arial"/>
                <a:sym typeface="Arial"/>
              </a:endParaRPr>
            </a:p>
          </p:txBody>
        </p:sp>
        <p:sp>
          <p:nvSpPr>
            <p:cNvPr id="9060" name="Google Shape;9060;p38"/>
            <p:cNvSpPr txBox="1"/>
            <p:nvPr/>
          </p:nvSpPr>
          <p:spPr>
            <a:xfrm flipH="1">
              <a:off x="4831790" y="1219155"/>
              <a:ext cx="313200" cy="843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1600"/>
                </a:spcAft>
                <a:buClr>
                  <a:srgbClr val="000000"/>
                </a:buClr>
                <a:buSzPts val="200"/>
                <a:buFont typeface="Arial"/>
                <a:buNone/>
              </a:pPr>
              <a:r>
                <a:rPr b="0" i="0" lang="en" sz="200" u="none" cap="none" strike="noStrike">
                  <a:solidFill>
                    <a:srgbClr val="FFFFFF"/>
                  </a:solidFill>
                  <a:latin typeface="Arial"/>
                  <a:ea typeface="Arial"/>
                  <a:cs typeface="Arial"/>
                  <a:sym typeface="Arial"/>
                </a:rPr>
                <a:t>APRIL</a:t>
              </a:r>
              <a:endParaRPr b="0" i="0" sz="200" u="none" cap="none" strike="noStrike">
                <a:solidFill>
                  <a:srgbClr val="FFFFFF"/>
                </a:solidFill>
                <a:latin typeface="Arial"/>
                <a:ea typeface="Arial"/>
                <a:cs typeface="Arial"/>
                <a:sym typeface="Arial"/>
              </a:endParaRPr>
            </a:p>
          </p:txBody>
        </p:sp>
        <p:sp>
          <p:nvSpPr>
            <p:cNvPr id="9061" name="Google Shape;9061;p38"/>
            <p:cNvSpPr txBox="1"/>
            <p:nvPr/>
          </p:nvSpPr>
          <p:spPr>
            <a:xfrm flipH="1">
              <a:off x="5186134" y="1219155"/>
              <a:ext cx="313200" cy="843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1600"/>
                </a:spcAft>
                <a:buClr>
                  <a:srgbClr val="000000"/>
                </a:buClr>
                <a:buSzPts val="200"/>
                <a:buFont typeface="Arial"/>
                <a:buNone/>
              </a:pPr>
              <a:r>
                <a:rPr b="0" i="0" lang="en" sz="200" u="none" cap="none" strike="noStrike">
                  <a:solidFill>
                    <a:srgbClr val="FFFFFF"/>
                  </a:solidFill>
                  <a:latin typeface="Arial"/>
                  <a:ea typeface="Arial"/>
                  <a:cs typeface="Arial"/>
                  <a:sym typeface="Arial"/>
                </a:rPr>
                <a:t>MAY</a:t>
              </a:r>
              <a:endParaRPr b="0" i="0" sz="200" u="none" cap="none" strike="noStrike">
                <a:solidFill>
                  <a:srgbClr val="FFFFFF"/>
                </a:solidFill>
                <a:latin typeface="Arial"/>
                <a:ea typeface="Arial"/>
                <a:cs typeface="Arial"/>
                <a:sym typeface="Arial"/>
              </a:endParaRPr>
            </a:p>
          </p:txBody>
        </p:sp>
        <p:sp>
          <p:nvSpPr>
            <p:cNvPr id="9062" name="Google Shape;9062;p38"/>
            <p:cNvSpPr txBox="1"/>
            <p:nvPr/>
          </p:nvSpPr>
          <p:spPr>
            <a:xfrm flipH="1">
              <a:off x="5562148" y="1219155"/>
              <a:ext cx="313200" cy="843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1600"/>
                </a:spcAft>
                <a:buClr>
                  <a:srgbClr val="000000"/>
                </a:buClr>
                <a:buSzPts val="200"/>
                <a:buFont typeface="Arial"/>
                <a:buNone/>
              </a:pPr>
              <a:r>
                <a:rPr b="0" i="0" lang="en" sz="200" u="none" cap="none" strike="noStrike">
                  <a:solidFill>
                    <a:srgbClr val="FFFFFF"/>
                  </a:solidFill>
                  <a:latin typeface="Arial"/>
                  <a:ea typeface="Arial"/>
                  <a:cs typeface="Arial"/>
                  <a:sym typeface="Arial"/>
                </a:rPr>
                <a:t>JUNE</a:t>
              </a:r>
              <a:endParaRPr b="0" i="0" sz="200" u="none" cap="none" strike="noStrike">
                <a:solidFill>
                  <a:srgbClr val="FFFFFF"/>
                </a:solidFill>
                <a:latin typeface="Arial"/>
                <a:ea typeface="Arial"/>
                <a:cs typeface="Arial"/>
                <a:sym typeface="Arial"/>
              </a:endParaRPr>
            </a:p>
          </p:txBody>
        </p:sp>
        <p:sp>
          <p:nvSpPr>
            <p:cNvPr id="9063" name="Google Shape;9063;p38"/>
            <p:cNvSpPr txBox="1"/>
            <p:nvPr/>
          </p:nvSpPr>
          <p:spPr>
            <a:xfrm flipH="1">
              <a:off x="3338153" y="1379250"/>
              <a:ext cx="279000" cy="96600"/>
            </a:xfrm>
            <a:prstGeom prst="rect">
              <a:avLst/>
            </a:prstGeom>
            <a:noFill/>
            <a:ln>
              <a:noFill/>
            </a:ln>
          </p:spPr>
          <p:txBody>
            <a:bodyPr anchorCtr="0" anchor="t" bIns="0" lIns="0" spcFirstLastPara="1" rIns="0" wrap="square" tIns="0">
              <a:noAutofit/>
            </a:bodyPr>
            <a:lstStyle/>
            <a:p>
              <a:pPr indent="0" lvl="0" marL="0" marR="0" rtl="0" algn="r">
                <a:lnSpc>
                  <a:spcPct val="100000"/>
                </a:lnSpc>
                <a:spcBef>
                  <a:spcPts val="0"/>
                </a:spcBef>
                <a:spcAft>
                  <a:spcPts val="1600"/>
                </a:spcAft>
                <a:buClr>
                  <a:srgbClr val="000000"/>
                </a:buClr>
                <a:buSzPts val="200"/>
                <a:buFont typeface="Arial"/>
                <a:buNone/>
              </a:pPr>
              <a:r>
                <a:rPr b="0" i="0" lang="en" sz="200" u="none" cap="none" strike="noStrike">
                  <a:solidFill>
                    <a:srgbClr val="FFFFFF"/>
                  </a:solidFill>
                  <a:latin typeface="Arial"/>
                  <a:ea typeface="Arial"/>
                  <a:cs typeface="Arial"/>
                  <a:sym typeface="Arial"/>
                </a:rPr>
                <a:t>PHASE 1</a:t>
              </a:r>
              <a:endParaRPr b="0" i="0" sz="200" u="none" cap="none" strike="noStrike">
                <a:solidFill>
                  <a:srgbClr val="FFFFFF"/>
                </a:solidFill>
                <a:latin typeface="Arial"/>
                <a:ea typeface="Arial"/>
                <a:cs typeface="Arial"/>
                <a:sym typeface="Arial"/>
              </a:endParaRPr>
            </a:p>
          </p:txBody>
        </p:sp>
        <p:sp>
          <p:nvSpPr>
            <p:cNvPr id="9064" name="Google Shape;9064;p38"/>
            <p:cNvSpPr txBox="1"/>
            <p:nvPr/>
          </p:nvSpPr>
          <p:spPr>
            <a:xfrm flipH="1">
              <a:off x="3338156" y="1902299"/>
              <a:ext cx="279000" cy="96600"/>
            </a:xfrm>
            <a:prstGeom prst="rect">
              <a:avLst/>
            </a:prstGeom>
            <a:noFill/>
            <a:ln>
              <a:noFill/>
            </a:ln>
          </p:spPr>
          <p:txBody>
            <a:bodyPr anchorCtr="0" anchor="t" bIns="0" lIns="0" spcFirstLastPara="1" rIns="0" wrap="square" tIns="0">
              <a:noAutofit/>
            </a:bodyPr>
            <a:lstStyle/>
            <a:p>
              <a:pPr indent="0" lvl="0" marL="0" marR="0" rtl="0" algn="r">
                <a:lnSpc>
                  <a:spcPct val="100000"/>
                </a:lnSpc>
                <a:spcBef>
                  <a:spcPts val="0"/>
                </a:spcBef>
                <a:spcAft>
                  <a:spcPts val="1600"/>
                </a:spcAft>
                <a:buClr>
                  <a:srgbClr val="000000"/>
                </a:buClr>
                <a:buSzPts val="200"/>
                <a:buFont typeface="Arial"/>
                <a:buNone/>
              </a:pPr>
              <a:r>
                <a:rPr b="0" i="0" lang="en" sz="200" u="none" cap="none" strike="noStrike">
                  <a:solidFill>
                    <a:srgbClr val="FFFFFF"/>
                  </a:solidFill>
                  <a:latin typeface="Arial"/>
                  <a:ea typeface="Arial"/>
                  <a:cs typeface="Arial"/>
                  <a:sym typeface="Arial"/>
                </a:rPr>
                <a:t>PHASE 2</a:t>
              </a:r>
              <a:endParaRPr b="0" i="0" sz="200" u="none" cap="none" strike="noStrike">
                <a:solidFill>
                  <a:srgbClr val="FFFFFF"/>
                </a:solidFill>
                <a:latin typeface="Arial"/>
                <a:ea typeface="Arial"/>
                <a:cs typeface="Arial"/>
                <a:sym typeface="Arial"/>
              </a:endParaRPr>
            </a:p>
          </p:txBody>
        </p:sp>
        <p:sp>
          <p:nvSpPr>
            <p:cNvPr id="9065" name="Google Shape;9065;p38"/>
            <p:cNvSpPr txBox="1"/>
            <p:nvPr/>
          </p:nvSpPr>
          <p:spPr>
            <a:xfrm flipH="1">
              <a:off x="3344522" y="1537172"/>
              <a:ext cx="262200" cy="96600"/>
            </a:xfrm>
            <a:prstGeom prst="rect">
              <a:avLst/>
            </a:prstGeom>
            <a:noFill/>
            <a:ln>
              <a:noFill/>
            </a:ln>
          </p:spPr>
          <p:txBody>
            <a:bodyPr anchorCtr="0" anchor="t" bIns="0" lIns="0" spcFirstLastPara="1" rIns="0" wrap="square" tIns="0">
              <a:noAutofit/>
            </a:bodyPr>
            <a:lstStyle/>
            <a:p>
              <a:pPr indent="0" lvl="0" marL="0" marR="0" rtl="0" algn="r">
                <a:lnSpc>
                  <a:spcPct val="115000"/>
                </a:lnSpc>
                <a:spcBef>
                  <a:spcPts val="0"/>
                </a:spcBef>
                <a:spcAft>
                  <a:spcPts val="1600"/>
                </a:spcAft>
                <a:buClr>
                  <a:srgbClr val="000000"/>
                </a:buClr>
                <a:buSzPts val="200"/>
                <a:buFont typeface="Arial"/>
                <a:buNone/>
              </a:pPr>
              <a:r>
                <a:rPr b="0" i="0" lang="en" sz="200" u="none" cap="none" strike="noStrike">
                  <a:solidFill>
                    <a:srgbClr val="FFFFFF"/>
                  </a:solidFill>
                  <a:latin typeface="Arial"/>
                  <a:ea typeface="Arial"/>
                  <a:cs typeface="Arial"/>
                  <a:sym typeface="Arial"/>
                </a:rPr>
                <a:t>Task 1</a:t>
              </a:r>
              <a:endParaRPr b="0" i="0" sz="200" u="none" cap="none" strike="noStrike">
                <a:solidFill>
                  <a:srgbClr val="FFFFFF"/>
                </a:solidFill>
                <a:latin typeface="Arial"/>
                <a:ea typeface="Arial"/>
                <a:cs typeface="Arial"/>
                <a:sym typeface="Arial"/>
              </a:endParaRPr>
            </a:p>
          </p:txBody>
        </p:sp>
        <p:sp>
          <p:nvSpPr>
            <p:cNvPr id="9066" name="Google Shape;9066;p38"/>
            <p:cNvSpPr txBox="1"/>
            <p:nvPr/>
          </p:nvSpPr>
          <p:spPr>
            <a:xfrm flipH="1">
              <a:off x="3344522" y="1713877"/>
              <a:ext cx="262200" cy="96600"/>
            </a:xfrm>
            <a:prstGeom prst="rect">
              <a:avLst/>
            </a:prstGeom>
            <a:noFill/>
            <a:ln>
              <a:noFill/>
            </a:ln>
          </p:spPr>
          <p:txBody>
            <a:bodyPr anchorCtr="0" anchor="t" bIns="0" lIns="0" spcFirstLastPara="1" rIns="0" wrap="square" tIns="0">
              <a:noAutofit/>
            </a:bodyPr>
            <a:lstStyle/>
            <a:p>
              <a:pPr indent="0" lvl="0" marL="0" marR="0" rtl="0" algn="r">
                <a:lnSpc>
                  <a:spcPct val="115000"/>
                </a:lnSpc>
                <a:spcBef>
                  <a:spcPts val="0"/>
                </a:spcBef>
                <a:spcAft>
                  <a:spcPts val="1600"/>
                </a:spcAft>
                <a:buClr>
                  <a:srgbClr val="000000"/>
                </a:buClr>
                <a:buSzPts val="200"/>
                <a:buFont typeface="Arial"/>
                <a:buNone/>
              </a:pPr>
              <a:r>
                <a:rPr b="0" i="0" lang="en" sz="200" u="none" cap="none" strike="noStrike">
                  <a:solidFill>
                    <a:srgbClr val="FFFFFF"/>
                  </a:solidFill>
                  <a:latin typeface="Arial"/>
                  <a:ea typeface="Arial"/>
                  <a:cs typeface="Arial"/>
                  <a:sym typeface="Arial"/>
                </a:rPr>
                <a:t>Task 2</a:t>
              </a:r>
              <a:endParaRPr b="0" i="0" sz="200" u="none" cap="none" strike="noStrike">
                <a:solidFill>
                  <a:srgbClr val="FFFFFF"/>
                </a:solidFill>
                <a:latin typeface="Arial"/>
                <a:ea typeface="Arial"/>
                <a:cs typeface="Arial"/>
                <a:sym typeface="Arial"/>
              </a:endParaRPr>
            </a:p>
          </p:txBody>
        </p:sp>
        <p:sp>
          <p:nvSpPr>
            <p:cNvPr id="9067" name="Google Shape;9067;p38"/>
            <p:cNvSpPr txBox="1"/>
            <p:nvPr/>
          </p:nvSpPr>
          <p:spPr>
            <a:xfrm flipH="1">
              <a:off x="3344522" y="2079003"/>
              <a:ext cx="262200" cy="96600"/>
            </a:xfrm>
            <a:prstGeom prst="rect">
              <a:avLst/>
            </a:prstGeom>
            <a:noFill/>
            <a:ln>
              <a:noFill/>
            </a:ln>
          </p:spPr>
          <p:txBody>
            <a:bodyPr anchorCtr="0" anchor="t" bIns="0" lIns="0" spcFirstLastPara="1" rIns="0" wrap="square" tIns="0">
              <a:noAutofit/>
            </a:bodyPr>
            <a:lstStyle/>
            <a:p>
              <a:pPr indent="0" lvl="0" marL="0" marR="0" rtl="0" algn="r">
                <a:lnSpc>
                  <a:spcPct val="115000"/>
                </a:lnSpc>
                <a:spcBef>
                  <a:spcPts val="0"/>
                </a:spcBef>
                <a:spcAft>
                  <a:spcPts val="1600"/>
                </a:spcAft>
                <a:buClr>
                  <a:srgbClr val="000000"/>
                </a:buClr>
                <a:buSzPts val="200"/>
                <a:buFont typeface="Arial"/>
                <a:buNone/>
              </a:pPr>
              <a:r>
                <a:rPr b="0" i="0" lang="en" sz="200" u="none" cap="none" strike="noStrike">
                  <a:solidFill>
                    <a:srgbClr val="FFFFFF"/>
                  </a:solidFill>
                  <a:latin typeface="Arial"/>
                  <a:ea typeface="Arial"/>
                  <a:cs typeface="Arial"/>
                  <a:sym typeface="Arial"/>
                </a:rPr>
                <a:t>Task 1</a:t>
              </a:r>
              <a:endParaRPr b="0" i="0" sz="200" u="none" cap="none" strike="noStrike">
                <a:solidFill>
                  <a:srgbClr val="FFFFFF"/>
                </a:solidFill>
                <a:latin typeface="Arial"/>
                <a:ea typeface="Arial"/>
                <a:cs typeface="Arial"/>
                <a:sym typeface="Arial"/>
              </a:endParaRPr>
            </a:p>
          </p:txBody>
        </p:sp>
        <p:sp>
          <p:nvSpPr>
            <p:cNvPr id="9068" name="Google Shape;9068;p38"/>
            <p:cNvSpPr txBox="1"/>
            <p:nvPr/>
          </p:nvSpPr>
          <p:spPr>
            <a:xfrm flipH="1">
              <a:off x="3344527" y="2246885"/>
              <a:ext cx="262200" cy="82500"/>
            </a:xfrm>
            <a:prstGeom prst="rect">
              <a:avLst/>
            </a:prstGeom>
            <a:noFill/>
            <a:ln>
              <a:noFill/>
            </a:ln>
          </p:spPr>
          <p:txBody>
            <a:bodyPr anchorCtr="0" anchor="t" bIns="0" lIns="0" spcFirstLastPara="1" rIns="0" wrap="square" tIns="0">
              <a:noAutofit/>
            </a:bodyPr>
            <a:lstStyle/>
            <a:p>
              <a:pPr indent="0" lvl="0" marL="0" marR="0" rtl="0" algn="r">
                <a:lnSpc>
                  <a:spcPct val="115000"/>
                </a:lnSpc>
                <a:spcBef>
                  <a:spcPts val="0"/>
                </a:spcBef>
                <a:spcAft>
                  <a:spcPts val="1600"/>
                </a:spcAft>
                <a:buClr>
                  <a:srgbClr val="000000"/>
                </a:buClr>
                <a:buSzPts val="200"/>
                <a:buFont typeface="Arial"/>
                <a:buNone/>
              </a:pPr>
              <a:r>
                <a:rPr b="0" i="0" lang="en" sz="200" u="none" cap="none" strike="noStrike">
                  <a:solidFill>
                    <a:srgbClr val="FFFFFF"/>
                  </a:solidFill>
                  <a:latin typeface="Arial"/>
                  <a:ea typeface="Arial"/>
                  <a:cs typeface="Arial"/>
                  <a:sym typeface="Arial"/>
                </a:rPr>
                <a:t>Task 2</a:t>
              </a:r>
              <a:endParaRPr b="0" i="0" sz="200" u="none" cap="none" strike="noStrike">
                <a:solidFill>
                  <a:srgbClr val="FFFFFF"/>
                </a:solidFill>
                <a:latin typeface="Arial"/>
                <a:ea typeface="Arial"/>
                <a:cs typeface="Arial"/>
                <a:sym typeface="Arial"/>
              </a:endParaRPr>
            </a:p>
          </p:txBody>
        </p:sp>
        <p:grpSp>
          <p:nvGrpSpPr>
            <p:cNvPr id="9069" name="Google Shape;9069;p38"/>
            <p:cNvGrpSpPr/>
            <p:nvPr/>
          </p:nvGrpSpPr>
          <p:grpSpPr>
            <a:xfrm>
              <a:off x="3748438" y="1378608"/>
              <a:ext cx="2159202" cy="903971"/>
              <a:chOff x="1683525" y="2179850"/>
              <a:chExt cx="4519050" cy="2134525"/>
            </a:xfrm>
          </p:grpSpPr>
          <p:sp>
            <p:nvSpPr>
              <p:cNvPr id="9070" name="Google Shape;9070;p38"/>
              <p:cNvSpPr/>
              <p:nvPr/>
            </p:nvSpPr>
            <p:spPr>
              <a:xfrm>
                <a:off x="1683525" y="2179850"/>
                <a:ext cx="4519050" cy="53925"/>
              </a:xfrm>
              <a:custGeom>
                <a:rect b="b" l="l" r="r" t="t"/>
                <a:pathLst>
                  <a:path extrusionOk="0" h="2157" w="180762">
                    <a:moveTo>
                      <a:pt x="1072" y="1"/>
                    </a:moveTo>
                    <a:cubicBezTo>
                      <a:pt x="477" y="1"/>
                      <a:pt x="1" y="477"/>
                      <a:pt x="1" y="1073"/>
                    </a:cubicBezTo>
                    <a:cubicBezTo>
                      <a:pt x="1" y="1668"/>
                      <a:pt x="477" y="2156"/>
                      <a:pt x="1072" y="2156"/>
                    </a:cubicBezTo>
                    <a:lnTo>
                      <a:pt x="179678" y="2156"/>
                    </a:lnTo>
                    <a:cubicBezTo>
                      <a:pt x="180273" y="2156"/>
                      <a:pt x="180761" y="1668"/>
                      <a:pt x="180761" y="1073"/>
                    </a:cubicBezTo>
                    <a:cubicBezTo>
                      <a:pt x="180761" y="477"/>
                      <a:pt x="180273" y="1"/>
                      <a:pt x="179678" y="1"/>
                    </a:cubicBezTo>
                    <a:close/>
                  </a:path>
                </a:pathLst>
              </a:custGeom>
              <a:solidFill>
                <a:srgbClr val="7994A9">
                  <a:alpha val="64705"/>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FFFFFF"/>
                  </a:solidFill>
                  <a:latin typeface="Arial"/>
                  <a:ea typeface="Arial"/>
                  <a:cs typeface="Arial"/>
                  <a:sym typeface="Arial"/>
                </a:endParaRPr>
              </a:p>
            </p:txBody>
          </p:sp>
          <p:sp>
            <p:nvSpPr>
              <p:cNvPr id="9071" name="Google Shape;9071;p38"/>
              <p:cNvSpPr/>
              <p:nvPr/>
            </p:nvSpPr>
            <p:spPr>
              <a:xfrm>
                <a:off x="1683525" y="2595975"/>
                <a:ext cx="4519050" cy="53900"/>
              </a:xfrm>
              <a:custGeom>
                <a:rect b="b" l="l" r="r" t="t"/>
                <a:pathLst>
                  <a:path extrusionOk="0" h="2156" w="180762">
                    <a:moveTo>
                      <a:pt x="1072" y="1"/>
                    </a:moveTo>
                    <a:cubicBezTo>
                      <a:pt x="477" y="1"/>
                      <a:pt x="1" y="489"/>
                      <a:pt x="1" y="1084"/>
                    </a:cubicBezTo>
                    <a:cubicBezTo>
                      <a:pt x="1" y="1668"/>
                      <a:pt x="477" y="2156"/>
                      <a:pt x="1072" y="2156"/>
                    </a:cubicBezTo>
                    <a:lnTo>
                      <a:pt x="179678" y="2156"/>
                    </a:lnTo>
                    <a:cubicBezTo>
                      <a:pt x="180273" y="2156"/>
                      <a:pt x="180761" y="1668"/>
                      <a:pt x="180761" y="1084"/>
                    </a:cubicBezTo>
                    <a:cubicBezTo>
                      <a:pt x="180761" y="489"/>
                      <a:pt x="180273" y="1"/>
                      <a:pt x="179678" y="1"/>
                    </a:cubicBezTo>
                    <a:close/>
                  </a:path>
                </a:pathLst>
              </a:custGeom>
              <a:solidFill>
                <a:srgbClr val="37495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FFFFFF"/>
                  </a:solidFill>
                  <a:latin typeface="Arial"/>
                  <a:ea typeface="Arial"/>
                  <a:cs typeface="Arial"/>
                  <a:sym typeface="Arial"/>
                </a:endParaRPr>
              </a:p>
            </p:txBody>
          </p:sp>
          <p:sp>
            <p:nvSpPr>
              <p:cNvPr id="9072" name="Google Shape;9072;p38"/>
              <p:cNvSpPr/>
              <p:nvPr/>
            </p:nvSpPr>
            <p:spPr>
              <a:xfrm>
                <a:off x="1683525" y="3012100"/>
                <a:ext cx="4519050" cy="53900"/>
              </a:xfrm>
              <a:custGeom>
                <a:rect b="b" l="l" r="r" t="t"/>
                <a:pathLst>
                  <a:path extrusionOk="0" h="2156" w="180762">
                    <a:moveTo>
                      <a:pt x="1072" y="1"/>
                    </a:moveTo>
                    <a:cubicBezTo>
                      <a:pt x="477" y="1"/>
                      <a:pt x="1" y="489"/>
                      <a:pt x="1" y="1084"/>
                    </a:cubicBezTo>
                    <a:cubicBezTo>
                      <a:pt x="1" y="1680"/>
                      <a:pt x="477" y="2156"/>
                      <a:pt x="1072" y="2156"/>
                    </a:cubicBezTo>
                    <a:lnTo>
                      <a:pt x="179678" y="2156"/>
                    </a:lnTo>
                    <a:cubicBezTo>
                      <a:pt x="180273" y="2156"/>
                      <a:pt x="180761" y="1668"/>
                      <a:pt x="180761" y="1072"/>
                    </a:cubicBezTo>
                    <a:cubicBezTo>
                      <a:pt x="180761" y="477"/>
                      <a:pt x="180273" y="1"/>
                      <a:pt x="179678" y="1"/>
                    </a:cubicBezTo>
                    <a:close/>
                  </a:path>
                </a:pathLst>
              </a:custGeom>
              <a:solidFill>
                <a:srgbClr val="7994A9">
                  <a:alpha val="64705"/>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FFFFFF"/>
                  </a:solidFill>
                  <a:latin typeface="Arial"/>
                  <a:ea typeface="Arial"/>
                  <a:cs typeface="Arial"/>
                  <a:sym typeface="Arial"/>
                </a:endParaRPr>
              </a:p>
            </p:txBody>
          </p:sp>
          <p:sp>
            <p:nvSpPr>
              <p:cNvPr id="9073" name="Google Shape;9073;p38"/>
              <p:cNvSpPr/>
              <p:nvPr/>
            </p:nvSpPr>
            <p:spPr>
              <a:xfrm>
                <a:off x="1683525" y="3428225"/>
                <a:ext cx="4519050" cy="53900"/>
              </a:xfrm>
              <a:custGeom>
                <a:rect b="b" l="l" r="r" t="t"/>
                <a:pathLst>
                  <a:path extrusionOk="0" h="2156" w="180762">
                    <a:moveTo>
                      <a:pt x="1072" y="1"/>
                    </a:moveTo>
                    <a:cubicBezTo>
                      <a:pt x="477" y="1"/>
                      <a:pt x="1" y="489"/>
                      <a:pt x="1" y="1084"/>
                    </a:cubicBezTo>
                    <a:cubicBezTo>
                      <a:pt x="1" y="1679"/>
                      <a:pt x="477" y="2156"/>
                      <a:pt x="1072" y="2156"/>
                    </a:cubicBezTo>
                    <a:lnTo>
                      <a:pt x="179678" y="2156"/>
                    </a:lnTo>
                    <a:cubicBezTo>
                      <a:pt x="180273" y="2156"/>
                      <a:pt x="180761" y="1679"/>
                      <a:pt x="180761" y="1084"/>
                    </a:cubicBezTo>
                    <a:cubicBezTo>
                      <a:pt x="180761" y="489"/>
                      <a:pt x="180273" y="1"/>
                      <a:pt x="179678" y="1"/>
                    </a:cubicBezTo>
                    <a:close/>
                  </a:path>
                </a:pathLst>
              </a:custGeom>
              <a:solidFill>
                <a:srgbClr val="37495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FFFFFF"/>
                  </a:solidFill>
                  <a:latin typeface="Arial"/>
                  <a:ea typeface="Arial"/>
                  <a:cs typeface="Arial"/>
                  <a:sym typeface="Arial"/>
                </a:endParaRPr>
              </a:p>
            </p:txBody>
          </p:sp>
          <p:sp>
            <p:nvSpPr>
              <p:cNvPr id="9074" name="Google Shape;9074;p38"/>
              <p:cNvSpPr/>
              <p:nvPr/>
            </p:nvSpPr>
            <p:spPr>
              <a:xfrm>
                <a:off x="1683525" y="3844350"/>
                <a:ext cx="4519050" cy="53900"/>
              </a:xfrm>
              <a:custGeom>
                <a:rect b="b" l="l" r="r" t="t"/>
                <a:pathLst>
                  <a:path extrusionOk="0" h="2156" w="180762">
                    <a:moveTo>
                      <a:pt x="548" y="1"/>
                    </a:moveTo>
                    <a:cubicBezTo>
                      <a:pt x="251" y="1"/>
                      <a:pt x="1" y="251"/>
                      <a:pt x="1" y="560"/>
                    </a:cubicBezTo>
                    <a:lnTo>
                      <a:pt x="1" y="1608"/>
                    </a:lnTo>
                    <a:cubicBezTo>
                      <a:pt x="1" y="1917"/>
                      <a:pt x="251" y="2156"/>
                      <a:pt x="548" y="2156"/>
                    </a:cubicBezTo>
                    <a:lnTo>
                      <a:pt x="180202" y="2156"/>
                    </a:lnTo>
                    <a:cubicBezTo>
                      <a:pt x="180511" y="2156"/>
                      <a:pt x="180761" y="1917"/>
                      <a:pt x="180761" y="1608"/>
                    </a:cubicBezTo>
                    <a:lnTo>
                      <a:pt x="180761" y="560"/>
                    </a:lnTo>
                    <a:cubicBezTo>
                      <a:pt x="180761" y="251"/>
                      <a:pt x="180511" y="1"/>
                      <a:pt x="180202" y="1"/>
                    </a:cubicBezTo>
                    <a:close/>
                  </a:path>
                </a:pathLst>
              </a:custGeom>
              <a:solidFill>
                <a:srgbClr val="7994A9">
                  <a:alpha val="64705"/>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FFFFFF"/>
                  </a:solidFill>
                  <a:latin typeface="Arial"/>
                  <a:ea typeface="Arial"/>
                  <a:cs typeface="Arial"/>
                  <a:sym typeface="Arial"/>
                </a:endParaRPr>
              </a:p>
            </p:txBody>
          </p:sp>
          <p:sp>
            <p:nvSpPr>
              <p:cNvPr id="9075" name="Google Shape;9075;p38"/>
              <p:cNvSpPr/>
              <p:nvPr/>
            </p:nvSpPr>
            <p:spPr>
              <a:xfrm>
                <a:off x="1683525" y="4260475"/>
                <a:ext cx="4519050" cy="53900"/>
              </a:xfrm>
              <a:custGeom>
                <a:rect b="b" l="l" r="r" t="t"/>
                <a:pathLst>
                  <a:path extrusionOk="0" h="2156" w="180762">
                    <a:moveTo>
                      <a:pt x="1072" y="0"/>
                    </a:moveTo>
                    <a:cubicBezTo>
                      <a:pt x="477" y="0"/>
                      <a:pt x="1" y="489"/>
                      <a:pt x="1" y="1084"/>
                    </a:cubicBezTo>
                    <a:cubicBezTo>
                      <a:pt x="1" y="1679"/>
                      <a:pt x="477" y="2156"/>
                      <a:pt x="1072" y="2156"/>
                    </a:cubicBezTo>
                    <a:lnTo>
                      <a:pt x="179678" y="2156"/>
                    </a:lnTo>
                    <a:cubicBezTo>
                      <a:pt x="180273" y="2156"/>
                      <a:pt x="180761" y="1679"/>
                      <a:pt x="180761" y="1084"/>
                    </a:cubicBezTo>
                    <a:cubicBezTo>
                      <a:pt x="180761" y="489"/>
                      <a:pt x="180273" y="0"/>
                      <a:pt x="179678" y="0"/>
                    </a:cubicBezTo>
                    <a:close/>
                  </a:path>
                </a:pathLst>
              </a:custGeom>
              <a:solidFill>
                <a:srgbClr val="37495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FFFFFF"/>
                  </a:solidFill>
                  <a:latin typeface="Arial"/>
                  <a:ea typeface="Arial"/>
                  <a:cs typeface="Arial"/>
                  <a:sym typeface="Arial"/>
                </a:endParaRPr>
              </a:p>
            </p:txBody>
          </p:sp>
          <p:sp>
            <p:nvSpPr>
              <p:cNvPr id="9076" name="Google Shape;9076;p38"/>
              <p:cNvSpPr/>
              <p:nvPr/>
            </p:nvSpPr>
            <p:spPr>
              <a:xfrm>
                <a:off x="1683525" y="2179850"/>
                <a:ext cx="921275" cy="53925"/>
              </a:xfrm>
              <a:custGeom>
                <a:rect b="b" l="l" r="r" t="t"/>
                <a:pathLst>
                  <a:path extrusionOk="0" h="2157" w="36851">
                    <a:moveTo>
                      <a:pt x="1072" y="1"/>
                    </a:moveTo>
                    <a:cubicBezTo>
                      <a:pt x="477" y="1"/>
                      <a:pt x="1" y="477"/>
                      <a:pt x="1" y="1073"/>
                    </a:cubicBezTo>
                    <a:cubicBezTo>
                      <a:pt x="1" y="1668"/>
                      <a:pt x="477" y="2156"/>
                      <a:pt x="1072" y="2156"/>
                    </a:cubicBezTo>
                    <a:lnTo>
                      <a:pt x="35767" y="2156"/>
                    </a:lnTo>
                    <a:cubicBezTo>
                      <a:pt x="36362" y="2156"/>
                      <a:pt x="36851" y="1668"/>
                      <a:pt x="36851" y="1073"/>
                    </a:cubicBezTo>
                    <a:cubicBezTo>
                      <a:pt x="36851" y="477"/>
                      <a:pt x="36362" y="1"/>
                      <a:pt x="35767" y="1"/>
                    </a:cubicBezTo>
                    <a:close/>
                  </a:path>
                </a:pathLst>
              </a:custGeom>
              <a:solidFill>
                <a:srgbClr val="7994A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FFFFFF"/>
                  </a:solidFill>
                  <a:latin typeface="Arial"/>
                  <a:ea typeface="Arial"/>
                  <a:cs typeface="Arial"/>
                  <a:sym typeface="Arial"/>
                </a:endParaRPr>
              </a:p>
            </p:txBody>
          </p:sp>
          <p:sp>
            <p:nvSpPr>
              <p:cNvPr id="9077" name="Google Shape;9077;p38"/>
              <p:cNvSpPr/>
              <p:nvPr/>
            </p:nvSpPr>
            <p:spPr>
              <a:xfrm>
                <a:off x="2166625" y="2595975"/>
                <a:ext cx="2036900" cy="53900"/>
              </a:xfrm>
              <a:custGeom>
                <a:rect b="b" l="l" r="r" t="t"/>
                <a:pathLst>
                  <a:path extrusionOk="0" h="2156" w="81476">
                    <a:moveTo>
                      <a:pt x="1084" y="1"/>
                    </a:moveTo>
                    <a:cubicBezTo>
                      <a:pt x="489" y="1"/>
                      <a:pt x="1" y="489"/>
                      <a:pt x="1" y="1084"/>
                    </a:cubicBezTo>
                    <a:cubicBezTo>
                      <a:pt x="1" y="1668"/>
                      <a:pt x="489" y="2156"/>
                      <a:pt x="1084" y="2156"/>
                    </a:cubicBezTo>
                    <a:lnTo>
                      <a:pt x="80392" y="2156"/>
                    </a:lnTo>
                    <a:cubicBezTo>
                      <a:pt x="80987" y="2156"/>
                      <a:pt x="81475" y="1668"/>
                      <a:pt x="81475" y="1084"/>
                    </a:cubicBezTo>
                    <a:cubicBezTo>
                      <a:pt x="81475" y="489"/>
                      <a:pt x="80987" y="1"/>
                      <a:pt x="80392" y="1"/>
                    </a:cubicBezTo>
                    <a:close/>
                  </a:path>
                </a:pathLst>
              </a:custGeom>
              <a:solidFill>
                <a:srgbClr val="D7DFE5">
                  <a:alpha val="65882"/>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FFFFFF"/>
                  </a:solidFill>
                  <a:latin typeface="Arial"/>
                  <a:ea typeface="Arial"/>
                  <a:cs typeface="Arial"/>
                  <a:sym typeface="Arial"/>
                </a:endParaRPr>
              </a:p>
            </p:txBody>
          </p:sp>
          <p:sp>
            <p:nvSpPr>
              <p:cNvPr id="9078" name="Google Shape;9078;p38"/>
              <p:cNvSpPr/>
              <p:nvPr/>
            </p:nvSpPr>
            <p:spPr>
              <a:xfrm>
                <a:off x="2808675" y="3012100"/>
                <a:ext cx="1082000" cy="53900"/>
              </a:xfrm>
              <a:custGeom>
                <a:rect b="b" l="l" r="r" t="t"/>
                <a:pathLst>
                  <a:path extrusionOk="0" h="2156" w="43280">
                    <a:moveTo>
                      <a:pt x="1072" y="1"/>
                    </a:moveTo>
                    <a:cubicBezTo>
                      <a:pt x="477" y="1"/>
                      <a:pt x="0" y="477"/>
                      <a:pt x="0" y="1072"/>
                    </a:cubicBezTo>
                    <a:cubicBezTo>
                      <a:pt x="0" y="1668"/>
                      <a:pt x="477" y="2156"/>
                      <a:pt x="1072" y="2156"/>
                    </a:cubicBezTo>
                    <a:lnTo>
                      <a:pt x="42196" y="2156"/>
                    </a:lnTo>
                    <a:cubicBezTo>
                      <a:pt x="42791" y="2156"/>
                      <a:pt x="43280" y="1668"/>
                      <a:pt x="43280" y="1072"/>
                    </a:cubicBezTo>
                    <a:cubicBezTo>
                      <a:pt x="43280" y="477"/>
                      <a:pt x="42791" y="1"/>
                      <a:pt x="42196" y="1"/>
                    </a:cubicBezTo>
                    <a:close/>
                  </a:path>
                </a:pathLst>
              </a:custGeom>
              <a:solidFill>
                <a:srgbClr val="7994A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FFFFFF"/>
                  </a:solidFill>
                  <a:latin typeface="Arial"/>
                  <a:ea typeface="Arial"/>
                  <a:cs typeface="Arial"/>
                  <a:sym typeface="Arial"/>
                </a:endParaRPr>
              </a:p>
            </p:txBody>
          </p:sp>
          <p:sp>
            <p:nvSpPr>
              <p:cNvPr id="9079" name="Google Shape;9079;p38"/>
              <p:cNvSpPr/>
              <p:nvPr/>
            </p:nvSpPr>
            <p:spPr>
              <a:xfrm>
                <a:off x="2942925" y="3428225"/>
                <a:ext cx="2044925" cy="53900"/>
              </a:xfrm>
              <a:custGeom>
                <a:rect b="b" l="l" r="r" t="t"/>
                <a:pathLst>
                  <a:path extrusionOk="0" h="2156" w="81797">
                    <a:moveTo>
                      <a:pt x="1084" y="1"/>
                    </a:moveTo>
                    <a:cubicBezTo>
                      <a:pt x="488" y="1"/>
                      <a:pt x="0" y="489"/>
                      <a:pt x="12" y="1084"/>
                    </a:cubicBezTo>
                    <a:cubicBezTo>
                      <a:pt x="12" y="1679"/>
                      <a:pt x="488" y="2156"/>
                      <a:pt x="1084" y="2156"/>
                    </a:cubicBezTo>
                    <a:lnTo>
                      <a:pt x="80713" y="2156"/>
                    </a:lnTo>
                    <a:cubicBezTo>
                      <a:pt x="81308" y="2156"/>
                      <a:pt x="81796" y="1679"/>
                      <a:pt x="81796" y="1084"/>
                    </a:cubicBezTo>
                    <a:cubicBezTo>
                      <a:pt x="81796" y="489"/>
                      <a:pt x="81308" y="1"/>
                      <a:pt x="80713" y="1"/>
                    </a:cubicBezTo>
                    <a:close/>
                  </a:path>
                </a:pathLst>
              </a:custGeom>
              <a:solidFill>
                <a:srgbClr val="D7DFE5">
                  <a:alpha val="65882"/>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FFFFFF"/>
                  </a:solidFill>
                  <a:latin typeface="Arial"/>
                  <a:ea typeface="Arial"/>
                  <a:cs typeface="Arial"/>
                  <a:sym typeface="Arial"/>
                </a:endParaRPr>
              </a:p>
            </p:txBody>
          </p:sp>
          <p:sp>
            <p:nvSpPr>
              <p:cNvPr id="9080" name="Google Shape;9080;p38"/>
              <p:cNvSpPr/>
              <p:nvPr/>
            </p:nvSpPr>
            <p:spPr>
              <a:xfrm>
                <a:off x="3933825" y="3844350"/>
                <a:ext cx="1650825" cy="53900"/>
              </a:xfrm>
              <a:custGeom>
                <a:rect b="b" l="l" r="r" t="t"/>
                <a:pathLst>
                  <a:path extrusionOk="0" h="2156" w="66033">
                    <a:moveTo>
                      <a:pt x="548" y="1"/>
                    </a:moveTo>
                    <a:cubicBezTo>
                      <a:pt x="238" y="1"/>
                      <a:pt x="0" y="251"/>
                      <a:pt x="0" y="560"/>
                    </a:cubicBezTo>
                    <a:lnTo>
                      <a:pt x="0" y="1608"/>
                    </a:lnTo>
                    <a:cubicBezTo>
                      <a:pt x="0" y="1917"/>
                      <a:pt x="238" y="2156"/>
                      <a:pt x="548" y="2156"/>
                    </a:cubicBezTo>
                    <a:lnTo>
                      <a:pt x="65472" y="2156"/>
                    </a:lnTo>
                    <a:cubicBezTo>
                      <a:pt x="65782" y="2156"/>
                      <a:pt x="66032" y="1917"/>
                      <a:pt x="66032" y="1608"/>
                    </a:cubicBezTo>
                    <a:lnTo>
                      <a:pt x="66032" y="560"/>
                    </a:lnTo>
                    <a:cubicBezTo>
                      <a:pt x="66032" y="251"/>
                      <a:pt x="65782" y="1"/>
                      <a:pt x="65472" y="1"/>
                    </a:cubicBezTo>
                    <a:close/>
                  </a:path>
                </a:pathLst>
              </a:custGeom>
              <a:solidFill>
                <a:srgbClr val="7994A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FFFFFF"/>
                  </a:solidFill>
                  <a:latin typeface="Arial"/>
                  <a:ea typeface="Arial"/>
                  <a:cs typeface="Arial"/>
                  <a:sym typeface="Arial"/>
                </a:endParaRPr>
              </a:p>
            </p:txBody>
          </p:sp>
          <p:sp>
            <p:nvSpPr>
              <p:cNvPr id="9081" name="Google Shape;9081;p38"/>
              <p:cNvSpPr/>
              <p:nvPr/>
            </p:nvSpPr>
            <p:spPr>
              <a:xfrm>
                <a:off x="5058950" y="4260775"/>
                <a:ext cx="1143625" cy="53600"/>
              </a:xfrm>
              <a:custGeom>
                <a:rect b="b" l="l" r="r" t="t"/>
                <a:pathLst>
                  <a:path extrusionOk="0" h="2144" w="45745">
                    <a:moveTo>
                      <a:pt x="1072" y="0"/>
                    </a:moveTo>
                    <a:cubicBezTo>
                      <a:pt x="477" y="0"/>
                      <a:pt x="1" y="477"/>
                      <a:pt x="1" y="1072"/>
                    </a:cubicBezTo>
                    <a:cubicBezTo>
                      <a:pt x="1" y="1667"/>
                      <a:pt x="477" y="2144"/>
                      <a:pt x="1072" y="2144"/>
                    </a:cubicBezTo>
                    <a:lnTo>
                      <a:pt x="44661" y="2144"/>
                    </a:lnTo>
                    <a:cubicBezTo>
                      <a:pt x="45256" y="2144"/>
                      <a:pt x="45744" y="1667"/>
                      <a:pt x="45744" y="1072"/>
                    </a:cubicBezTo>
                    <a:cubicBezTo>
                      <a:pt x="45744" y="477"/>
                      <a:pt x="45256" y="0"/>
                      <a:pt x="44661" y="0"/>
                    </a:cubicBezTo>
                    <a:close/>
                  </a:path>
                </a:pathLst>
              </a:custGeom>
              <a:solidFill>
                <a:srgbClr val="D7DFE5">
                  <a:alpha val="65882"/>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FFFFFF"/>
                  </a:solidFill>
                  <a:latin typeface="Arial"/>
                  <a:ea typeface="Arial"/>
                  <a:cs typeface="Arial"/>
                  <a:sym typeface="Arial"/>
                </a:endParaRPr>
              </a:p>
            </p:txBody>
          </p:sp>
        </p:grpSp>
      </p:grpSp>
      <p:graphicFrame>
        <p:nvGraphicFramePr>
          <p:cNvPr id="9082" name="Google Shape;9082;p38"/>
          <p:cNvGraphicFramePr/>
          <p:nvPr/>
        </p:nvGraphicFramePr>
        <p:xfrm>
          <a:off x="5935838" y="2130450"/>
          <a:ext cx="3000000" cy="3000000"/>
        </p:xfrm>
        <a:graphic>
          <a:graphicData uri="http://schemas.openxmlformats.org/drawingml/2006/table">
            <a:tbl>
              <a:tblPr>
                <a:noFill/>
                <a:tableStyleId>{E86E1B4E-5DC7-409D-9179-48FB84E890DD}</a:tableStyleId>
              </a:tblPr>
              <a:tblGrid>
                <a:gridCol w="622825"/>
                <a:gridCol w="622825"/>
                <a:gridCol w="622825"/>
                <a:gridCol w="622825"/>
              </a:tblGrid>
              <a:tr h="217150">
                <a:tc>
                  <a:txBody>
                    <a:bodyPr/>
                    <a:lstStyle/>
                    <a:p>
                      <a:pPr indent="0" lvl="0" marL="0" marR="0" rtl="0" algn="ctr">
                        <a:lnSpc>
                          <a:spcPct val="100000"/>
                        </a:lnSpc>
                        <a:spcBef>
                          <a:spcPts val="0"/>
                        </a:spcBef>
                        <a:spcAft>
                          <a:spcPts val="0"/>
                        </a:spcAft>
                        <a:buClr>
                          <a:srgbClr val="000000"/>
                        </a:buClr>
                        <a:buSzPts val="200"/>
                        <a:buFont typeface="Arial"/>
                        <a:buNone/>
                      </a:pPr>
                      <a:r>
                        <a:t/>
                      </a:r>
                      <a:endParaRPr b="1" sz="200" u="none" cap="none" strike="noStrike">
                        <a:latin typeface="Amatic SC"/>
                        <a:ea typeface="Amatic SC"/>
                        <a:cs typeface="Amatic SC"/>
                        <a:sym typeface="Amatic SC"/>
                      </a:endParaRPr>
                    </a:p>
                  </a:txBody>
                  <a:tcPr marT="91425" marB="91425" marR="91425" marL="91425">
                    <a:lnL cap="flat" cmpd="sng" w="19050">
                      <a:solidFill>
                        <a:srgbClr val="E1E7EC"/>
                      </a:solidFill>
                      <a:prstDash val="solid"/>
                      <a:round/>
                      <a:headEnd len="sm" w="sm" type="none"/>
                      <a:tailEnd len="sm" w="sm" type="none"/>
                    </a:lnL>
                    <a:lnR cap="flat" cmpd="sng" w="9525">
                      <a:solidFill>
                        <a:srgbClr val="E1E7EC">
                          <a:alpha val="0"/>
                        </a:srgbClr>
                      </a:solidFill>
                      <a:prstDash val="solid"/>
                      <a:round/>
                      <a:headEnd len="sm" w="sm" type="none"/>
                      <a:tailEnd len="sm" w="sm" type="none"/>
                    </a:lnR>
                    <a:lnT cap="flat" cmpd="sng" w="19050">
                      <a:solidFill>
                        <a:srgbClr val="E1E7EC"/>
                      </a:solidFill>
                      <a:prstDash val="solid"/>
                      <a:round/>
                      <a:headEnd len="sm" w="sm" type="none"/>
                      <a:tailEnd len="sm" w="sm" type="none"/>
                    </a:lnT>
                    <a:lnB cap="flat" cmpd="sng" w="19050">
                      <a:solidFill>
                        <a:srgbClr val="E1E7EC"/>
                      </a:solidFill>
                      <a:prstDash val="dot"/>
                      <a:round/>
                      <a:headEnd len="sm" w="sm" type="none"/>
                      <a:tailEnd len="sm" w="sm" type="none"/>
                    </a:lnB>
                    <a:solidFill>
                      <a:srgbClr val="CFD9E0"/>
                    </a:solidFill>
                  </a:tcPr>
                </a:tc>
                <a:tc>
                  <a:txBody>
                    <a:bodyPr/>
                    <a:lstStyle/>
                    <a:p>
                      <a:pPr indent="0" lvl="0" marL="0" marR="0" rtl="0" algn="ctr">
                        <a:lnSpc>
                          <a:spcPct val="100000"/>
                        </a:lnSpc>
                        <a:spcBef>
                          <a:spcPts val="0"/>
                        </a:spcBef>
                        <a:spcAft>
                          <a:spcPts val="0"/>
                        </a:spcAft>
                        <a:buClr>
                          <a:srgbClr val="000000"/>
                        </a:buClr>
                        <a:buSzPts val="200"/>
                        <a:buFont typeface="Arial"/>
                        <a:buNone/>
                      </a:pPr>
                      <a:r>
                        <a:t/>
                      </a:r>
                      <a:endParaRPr b="1" sz="200" u="none" cap="none" strike="noStrike">
                        <a:latin typeface="Amatic SC"/>
                        <a:ea typeface="Amatic SC"/>
                        <a:cs typeface="Amatic SC"/>
                        <a:sym typeface="Amatic SC"/>
                      </a:endParaRPr>
                    </a:p>
                  </a:txBody>
                  <a:tcPr marT="91425" marB="91425" marR="91425" marL="91425">
                    <a:lnL cap="flat" cmpd="sng" w="9525">
                      <a:solidFill>
                        <a:srgbClr val="E1E7EC">
                          <a:alpha val="0"/>
                        </a:srgbClr>
                      </a:solidFill>
                      <a:prstDash val="solid"/>
                      <a:round/>
                      <a:headEnd len="sm" w="sm" type="none"/>
                      <a:tailEnd len="sm" w="sm" type="none"/>
                    </a:lnL>
                    <a:lnR cap="flat" cmpd="sng" w="9525">
                      <a:solidFill>
                        <a:srgbClr val="E1E7EC">
                          <a:alpha val="0"/>
                        </a:srgbClr>
                      </a:solidFill>
                      <a:prstDash val="solid"/>
                      <a:round/>
                      <a:headEnd len="sm" w="sm" type="none"/>
                      <a:tailEnd len="sm" w="sm" type="none"/>
                    </a:lnR>
                    <a:lnT cap="flat" cmpd="sng" w="19050">
                      <a:solidFill>
                        <a:srgbClr val="E1E7EC"/>
                      </a:solidFill>
                      <a:prstDash val="solid"/>
                      <a:round/>
                      <a:headEnd len="sm" w="sm" type="none"/>
                      <a:tailEnd len="sm" w="sm" type="none"/>
                    </a:lnT>
                    <a:lnB cap="flat" cmpd="sng" w="19050">
                      <a:solidFill>
                        <a:srgbClr val="E1E7EC"/>
                      </a:solidFill>
                      <a:prstDash val="dot"/>
                      <a:round/>
                      <a:headEnd len="sm" w="sm" type="none"/>
                      <a:tailEnd len="sm" w="sm" type="none"/>
                    </a:lnB>
                  </a:tcPr>
                </a:tc>
                <a:tc>
                  <a:txBody>
                    <a:bodyPr/>
                    <a:lstStyle/>
                    <a:p>
                      <a:pPr indent="0" lvl="0" marL="0" marR="0" rtl="0" algn="ctr">
                        <a:lnSpc>
                          <a:spcPct val="100000"/>
                        </a:lnSpc>
                        <a:spcBef>
                          <a:spcPts val="0"/>
                        </a:spcBef>
                        <a:spcAft>
                          <a:spcPts val="0"/>
                        </a:spcAft>
                        <a:buClr>
                          <a:srgbClr val="000000"/>
                        </a:buClr>
                        <a:buSzPts val="200"/>
                        <a:buFont typeface="Arial"/>
                        <a:buNone/>
                      </a:pPr>
                      <a:r>
                        <a:t/>
                      </a:r>
                      <a:endParaRPr b="1" sz="200" u="none" cap="none" strike="noStrike">
                        <a:latin typeface="Amatic SC"/>
                        <a:ea typeface="Amatic SC"/>
                        <a:cs typeface="Amatic SC"/>
                        <a:sym typeface="Amatic SC"/>
                      </a:endParaRPr>
                    </a:p>
                  </a:txBody>
                  <a:tcPr marT="91425" marB="91425" marR="91425" marL="91425">
                    <a:lnL cap="flat" cmpd="sng" w="9525">
                      <a:solidFill>
                        <a:srgbClr val="E1E7EC">
                          <a:alpha val="0"/>
                        </a:srgbClr>
                      </a:solidFill>
                      <a:prstDash val="solid"/>
                      <a:round/>
                      <a:headEnd len="sm" w="sm" type="none"/>
                      <a:tailEnd len="sm" w="sm" type="none"/>
                    </a:lnL>
                    <a:lnR cap="flat" cmpd="sng" w="9525">
                      <a:solidFill>
                        <a:srgbClr val="E1E7EC">
                          <a:alpha val="0"/>
                        </a:srgbClr>
                      </a:solidFill>
                      <a:prstDash val="solid"/>
                      <a:round/>
                      <a:headEnd len="sm" w="sm" type="none"/>
                      <a:tailEnd len="sm" w="sm" type="none"/>
                    </a:lnR>
                    <a:lnT cap="flat" cmpd="sng" w="19050">
                      <a:solidFill>
                        <a:srgbClr val="E1E7EC"/>
                      </a:solidFill>
                      <a:prstDash val="solid"/>
                      <a:round/>
                      <a:headEnd len="sm" w="sm" type="none"/>
                      <a:tailEnd len="sm" w="sm" type="none"/>
                    </a:lnT>
                    <a:lnB cap="flat" cmpd="sng" w="19050">
                      <a:solidFill>
                        <a:srgbClr val="E1E7EC"/>
                      </a:solidFill>
                      <a:prstDash val="dot"/>
                      <a:round/>
                      <a:headEnd len="sm" w="sm" type="none"/>
                      <a:tailEnd len="sm" w="sm" type="none"/>
                    </a:lnB>
                  </a:tcPr>
                </a:tc>
                <a:tc>
                  <a:txBody>
                    <a:bodyPr/>
                    <a:lstStyle/>
                    <a:p>
                      <a:pPr indent="0" lvl="0" marL="0" marR="0" rtl="0" algn="ctr">
                        <a:lnSpc>
                          <a:spcPct val="100000"/>
                        </a:lnSpc>
                        <a:spcBef>
                          <a:spcPts val="0"/>
                        </a:spcBef>
                        <a:spcAft>
                          <a:spcPts val="0"/>
                        </a:spcAft>
                        <a:buClr>
                          <a:srgbClr val="000000"/>
                        </a:buClr>
                        <a:buSzPts val="200"/>
                        <a:buFont typeface="Arial"/>
                        <a:buNone/>
                      </a:pPr>
                      <a:r>
                        <a:t/>
                      </a:r>
                      <a:endParaRPr b="1" sz="200" u="none" cap="none" strike="noStrike">
                        <a:latin typeface="Amatic SC"/>
                        <a:ea typeface="Amatic SC"/>
                        <a:cs typeface="Amatic SC"/>
                        <a:sym typeface="Amatic SC"/>
                      </a:endParaRPr>
                    </a:p>
                  </a:txBody>
                  <a:tcPr marT="91425" marB="91425" marR="91425" marL="91425">
                    <a:lnL cap="flat" cmpd="sng" w="9525">
                      <a:solidFill>
                        <a:srgbClr val="E1E7EC">
                          <a:alpha val="0"/>
                        </a:srgbClr>
                      </a:solidFill>
                      <a:prstDash val="solid"/>
                      <a:round/>
                      <a:headEnd len="sm" w="sm" type="none"/>
                      <a:tailEnd len="sm" w="sm" type="none"/>
                    </a:lnL>
                    <a:lnR cap="flat" cmpd="sng" w="9525">
                      <a:solidFill>
                        <a:srgbClr val="E1E7EC">
                          <a:alpha val="0"/>
                        </a:srgbClr>
                      </a:solidFill>
                      <a:prstDash val="solid"/>
                      <a:round/>
                      <a:headEnd len="sm" w="sm" type="none"/>
                      <a:tailEnd len="sm" w="sm" type="none"/>
                    </a:lnR>
                    <a:lnT cap="flat" cmpd="sng" w="19050">
                      <a:solidFill>
                        <a:srgbClr val="E1E7EC"/>
                      </a:solidFill>
                      <a:prstDash val="solid"/>
                      <a:round/>
                      <a:headEnd len="sm" w="sm" type="none"/>
                      <a:tailEnd len="sm" w="sm" type="none"/>
                    </a:lnT>
                    <a:lnB cap="flat" cmpd="sng" w="19050">
                      <a:solidFill>
                        <a:srgbClr val="E1E7EC"/>
                      </a:solidFill>
                      <a:prstDash val="dot"/>
                      <a:round/>
                      <a:headEnd len="sm" w="sm" type="none"/>
                      <a:tailEnd len="sm" w="sm" type="none"/>
                    </a:lnB>
                  </a:tcPr>
                </a:tc>
              </a:tr>
              <a:tr h="217150">
                <a:tc>
                  <a:txBody>
                    <a:bodyPr/>
                    <a:lstStyle/>
                    <a:p>
                      <a:pPr indent="0" lvl="0" marL="0" marR="0" rtl="0" algn="ctr">
                        <a:lnSpc>
                          <a:spcPct val="100000"/>
                        </a:lnSpc>
                        <a:spcBef>
                          <a:spcPts val="0"/>
                        </a:spcBef>
                        <a:spcAft>
                          <a:spcPts val="0"/>
                        </a:spcAft>
                        <a:buClr>
                          <a:srgbClr val="000000"/>
                        </a:buClr>
                        <a:buSzPts val="200"/>
                        <a:buFont typeface="Arial"/>
                        <a:buNone/>
                      </a:pPr>
                      <a:r>
                        <a:t/>
                      </a:r>
                      <a:endParaRPr b="1" sz="200" u="none" cap="none" strike="noStrike">
                        <a:latin typeface="Amatic SC"/>
                        <a:ea typeface="Amatic SC"/>
                        <a:cs typeface="Amatic SC"/>
                        <a:sym typeface="Amatic SC"/>
                      </a:endParaRPr>
                    </a:p>
                  </a:txBody>
                  <a:tcPr marT="91425" marB="91425" marR="91425" marL="91425">
                    <a:lnL cap="flat" cmpd="sng" w="19050">
                      <a:solidFill>
                        <a:srgbClr val="E1E7EC"/>
                      </a:solidFill>
                      <a:prstDash val="solid"/>
                      <a:round/>
                      <a:headEnd len="sm" w="sm" type="none"/>
                      <a:tailEnd len="sm" w="sm" type="none"/>
                    </a:lnL>
                    <a:lnR cap="flat" cmpd="sng" w="9525">
                      <a:solidFill>
                        <a:srgbClr val="E1E7EC">
                          <a:alpha val="0"/>
                        </a:srgbClr>
                      </a:solidFill>
                      <a:prstDash val="solid"/>
                      <a:round/>
                      <a:headEnd len="sm" w="sm" type="none"/>
                      <a:tailEnd len="sm" w="sm" type="none"/>
                    </a:lnR>
                    <a:lnT cap="flat" cmpd="sng" w="19050">
                      <a:solidFill>
                        <a:srgbClr val="E1E7EC"/>
                      </a:solidFill>
                      <a:prstDash val="dot"/>
                      <a:round/>
                      <a:headEnd len="sm" w="sm" type="none"/>
                      <a:tailEnd len="sm" w="sm" type="none"/>
                    </a:lnT>
                    <a:lnB cap="flat" cmpd="sng" w="19050">
                      <a:solidFill>
                        <a:srgbClr val="E1E7EC"/>
                      </a:solidFill>
                      <a:prstDash val="dot"/>
                      <a:round/>
                      <a:headEnd len="sm" w="sm" type="none"/>
                      <a:tailEnd len="sm" w="sm" type="none"/>
                    </a:lnB>
                    <a:solidFill>
                      <a:srgbClr val="CFD9E0"/>
                    </a:solidFill>
                  </a:tcPr>
                </a:tc>
                <a:tc>
                  <a:txBody>
                    <a:bodyPr/>
                    <a:lstStyle/>
                    <a:p>
                      <a:pPr indent="0" lvl="0" marL="0" marR="0" rtl="0" algn="ctr">
                        <a:lnSpc>
                          <a:spcPct val="100000"/>
                        </a:lnSpc>
                        <a:spcBef>
                          <a:spcPts val="0"/>
                        </a:spcBef>
                        <a:spcAft>
                          <a:spcPts val="0"/>
                        </a:spcAft>
                        <a:buClr>
                          <a:srgbClr val="000000"/>
                        </a:buClr>
                        <a:buSzPts val="200"/>
                        <a:buFont typeface="Arial"/>
                        <a:buNone/>
                      </a:pPr>
                      <a:r>
                        <a:t/>
                      </a:r>
                      <a:endParaRPr b="1" sz="200" u="none" cap="none" strike="noStrike">
                        <a:latin typeface="Amatic SC"/>
                        <a:ea typeface="Amatic SC"/>
                        <a:cs typeface="Amatic SC"/>
                        <a:sym typeface="Amatic SC"/>
                      </a:endParaRPr>
                    </a:p>
                  </a:txBody>
                  <a:tcPr marT="91425" marB="91425" marR="91425" marL="91425">
                    <a:lnL cap="flat" cmpd="sng" w="9525">
                      <a:solidFill>
                        <a:srgbClr val="E1E7EC">
                          <a:alpha val="0"/>
                        </a:srgbClr>
                      </a:solidFill>
                      <a:prstDash val="solid"/>
                      <a:round/>
                      <a:headEnd len="sm" w="sm" type="none"/>
                      <a:tailEnd len="sm" w="sm" type="none"/>
                    </a:lnL>
                    <a:lnR cap="flat" cmpd="sng" w="9525">
                      <a:solidFill>
                        <a:srgbClr val="E1E7EC">
                          <a:alpha val="0"/>
                        </a:srgbClr>
                      </a:solidFill>
                      <a:prstDash val="solid"/>
                      <a:round/>
                      <a:headEnd len="sm" w="sm" type="none"/>
                      <a:tailEnd len="sm" w="sm" type="none"/>
                    </a:lnR>
                    <a:lnT cap="flat" cmpd="sng" w="19050">
                      <a:solidFill>
                        <a:srgbClr val="E1E7EC"/>
                      </a:solidFill>
                      <a:prstDash val="dot"/>
                      <a:round/>
                      <a:headEnd len="sm" w="sm" type="none"/>
                      <a:tailEnd len="sm" w="sm" type="none"/>
                    </a:lnT>
                    <a:lnB cap="flat" cmpd="sng" w="19050">
                      <a:solidFill>
                        <a:srgbClr val="E1E7EC"/>
                      </a:solidFill>
                      <a:prstDash val="dot"/>
                      <a:round/>
                      <a:headEnd len="sm" w="sm" type="none"/>
                      <a:tailEnd len="sm" w="sm" type="none"/>
                    </a:lnB>
                  </a:tcPr>
                </a:tc>
                <a:tc>
                  <a:txBody>
                    <a:bodyPr/>
                    <a:lstStyle/>
                    <a:p>
                      <a:pPr indent="0" lvl="0" marL="0" marR="0" rtl="0" algn="ctr">
                        <a:lnSpc>
                          <a:spcPct val="100000"/>
                        </a:lnSpc>
                        <a:spcBef>
                          <a:spcPts val="0"/>
                        </a:spcBef>
                        <a:spcAft>
                          <a:spcPts val="0"/>
                        </a:spcAft>
                        <a:buClr>
                          <a:srgbClr val="000000"/>
                        </a:buClr>
                        <a:buSzPts val="200"/>
                        <a:buFont typeface="Arial"/>
                        <a:buNone/>
                      </a:pPr>
                      <a:r>
                        <a:t/>
                      </a:r>
                      <a:endParaRPr b="1" sz="200" u="none" cap="none" strike="noStrike">
                        <a:latin typeface="Amatic SC"/>
                        <a:ea typeface="Amatic SC"/>
                        <a:cs typeface="Amatic SC"/>
                        <a:sym typeface="Amatic SC"/>
                      </a:endParaRPr>
                    </a:p>
                  </a:txBody>
                  <a:tcPr marT="91425" marB="91425" marR="91425" marL="91425">
                    <a:lnL cap="flat" cmpd="sng" w="9525">
                      <a:solidFill>
                        <a:srgbClr val="E1E7EC">
                          <a:alpha val="0"/>
                        </a:srgbClr>
                      </a:solidFill>
                      <a:prstDash val="solid"/>
                      <a:round/>
                      <a:headEnd len="sm" w="sm" type="none"/>
                      <a:tailEnd len="sm" w="sm" type="none"/>
                    </a:lnL>
                    <a:lnR cap="flat" cmpd="sng" w="9525">
                      <a:solidFill>
                        <a:srgbClr val="E1E7EC">
                          <a:alpha val="0"/>
                        </a:srgbClr>
                      </a:solidFill>
                      <a:prstDash val="solid"/>
                      <a:round/>
                      <a:headEnd len="sm" w="sm" type="none"/>
                      <a:tailEnd len="sm" w="sm" type="none"/>
                    </a:lnR>
                    <a:lnT cap="flat" cmpd="sng" w="19050">
                      <a:solidFill>
                        <a:srgbClr val="E1E7EC"/>
                      </a:solidFill>
                      <a:prstDash val="dot"/>
                      <a:round/>
                      <a:headEnd len="sm" w="sm" type="none"/>
                      <a:tailEnd len="sm" w="sm" type="none"/>
                    </a:lnT>
                    <a:lnB cap="flat" cmpd="sng" w="19050">
                      <a:solidFill>
                        <a:srgbClr val="E1E7EC"/>
                      </a:solidFill>
                      <a:prstDash val="dot"/>
                      <a:round/>
                      <a:headEnd len="sm" w="sm" type="none"/>
                      <a:tailEnd len="sm" w="sm" type="none"/>
                    </a:lnB>
                  </a:tcPr>
                </a:tc>
                <a:tc>
                  <a:txBody>
                    <a:bodyPr/>
                    <a:lstStyle/>
                    <a:p>
                      <a:pPr indent="0" lvl="0" marL="0" marR="0" rtl="0" algn="ctr">
                        <a:lnSpc>
                          <a:spcPct val="100000"/>
                        </a:lnSpc>
                        <a:spcBef>
                          <a:spcPts val="0"/>
                        </a:spcBef>
                        <a:spcAft>
                          <a:spcPts val="0"/>
                        </a:spcAft>
                        <a:buClr>
                          <a:srgbClr val="000000"/>
                        </a:buClr>
                        <a:buSzPts val="200"/>
                        <a:buFont typeface="Arial"/>
                        <a:buNone/>
                      </a:pPr>
                      <a:r>
                        <a:t/>
                      </a:r>
                      <a:endParaRPr b="1" sz="200" u="none" cap="none" strike="noStrike">
                        <a:latin typeface="Amatic SC"/>
                        <a:ea typeface="Amatic SC"/>
                        <a:cs typeface="Amatic SC"/>
                        <a:sym typeface="Amatic SC"/>
                      </a:endParaRPr>
                    </a:p>
                  </a:txBody>
                  <a:tcPr marT="91425" marB="91425" marR="91425" marL="91425">
                    <a:lnL cap="flat" cmpd="sng" w="9525">
                      <a:solidFill>
                        <a:srgbClr val="E1E7EC">
                          <a:alpha val="0"/>
                        </a:srgbClr>
                      </a:solidFill>
                      <a:prstDash val="solid"/>
                      <a:round/>
                      <a:headEnd len="sm" w="sm" type="none"/>
                      <a:tailEnd len="sm" w="sm" type="none"/>
                    </a:lnL>
                    <a:lnR cap="flat" cmpd="sng" w="9525">
                      <a:solidFill>
                        <a:srgbClr val="E1E7EC">
                          <a:alpha val="0"/>
                        </a:srgbClr>
                      </a:solidFill>
                      <a:prstDash val="solid"/>
                      <a:round/>
                      <a:headEnd len="sm" w="sm" type="none"/>
                      <a:tailEnd len="sm" w="sm" type="none"/>
                    </a:lnR>
                    <a:lnT cap="flat" cmpd="sng" w="19050">
                      <a:solidFill>
                        <a:srgbClr val="E1E7EC"/>
                      </a:solidFill>
                      <a:prstDash val="dot"/>
                      <a:round/>
                      <a:headEnd len="sm" w="sm" type="none"/>
                      <a:tailEnd len="sm" w="sm" type="none"/>
                    </a:lnT>
                    <a:lnB cap="flat" cmpd="sng" w="19050">
                      <a:solidFill>
                        <a:srgbClr val="E1E7EC"/>
                      </a:solidFill>
                      <a:prstDash val="dot"/>
                      <a:round/>
                      <a:headEnd len="sm" w="sm" type="none"/>
                      <a:tailEnd len="sm" w="sm" type="none"/>
                    </a:lnB>
                  </a:tcPr>
                </a:tc>
              </a:tr>
              <a:tr h="217150">
                <a:tc>
                  <a:txBody>
                    <a:bodyPr/>
                    <a:lstStyle/>
                    <a:p>
                      <a:pPr indent="0" lvl="0" marL="0" marR="0" rtl="0" algn="ctr">
                        <a:lnSpc>
                          <a:spcPct val="100000"/>
                        </a:lnSpc>
                        <a:spcBef>
                          <a:spcPts val="0"/>
                        </a:spcBef>
                        <a:spcAft>
                          <a:spcPts val="0"/>
                        </a:spcAft>
                        <a:buClr>
                          <a:srgbClr val="000000"/>
                        </a:buClr>
                        <a:buSzPts val="200"/>
                        <a:buFont typeface="Arial"/>
                        <a:buNone/>
                      </a:pPr>
                      <a:r>
                        <a:t/>
                      </a:r>
                      <a:endParaRPr b="1" sz="200" u="none" cap="none" strike="noStrike">
                        <a:latin typeface="Amatic SC"/>
                        <a:ea typeface="Amatic SC"/>
                        <a:cs typeface="Amatic SC"/>
                        <a:sym typeface="Amatic SC"/>
                      </a:endParaRPr>
                    </a:p>
                  </a:txBody>
                  <a:tcPr marT="91425" marB="91425" marR="91425" marL="91425">
                    <a:lnL cap="flat" cmpd="sng" w="19050">
                      <a:solidFill>
                        <a:srgbClr val="E1E7EC"/>
                      </a:solidFill>
                      <a:prstDash val="solid"/>
                      <a:round/>
                      <a:headEnd len="sm" w="sm" type="none"/>
                      <a:tailEnd len="sm" w="sm" type="none"/>
                    </a:lnL>
                    <a:lnR cap="flat" cmpd="sng" w="9525">
                      <a:solidFill>
                        <a:srgbClr val="E1E7EC">
                          <a:alpha val="0"/>
                        </a:srgbClr>
                      </a:solidFill>
                      <a:prstDash val="solid"/>
                      <a:round/>
                      <a:headEnd len="sm" w="sm" type="none"/>
                      <a:tailEnd len="sm" w="sm" type="none"/>
                    </a:lnR>
                    <a:lnT cap="flat" cmpd="sng" w="19050">
                      <a:solidFill>
                        <a:srgbClr val="E1E7EC"/>
                      </a:solidFill>
                      <a:prstDash val="dot"/>
                      <a:round/>
                      <a:headEnd len="sm" w="sm" type="none"/>
                      <a:tailEnd len="sm" w="sm" type="none"/>
                    </a:lnT>
                    <a:lnB cap="flat" cmpd="sng" w="19050">
                      <a:solidFill>
                        <a:srgbClr val="E1E7EC"/>
                      </a:solidFill>
                      <a:prstDash val="dot"/>
                      <a:round/>
                      <a:headEnd len="sm" w="sm" type="none"/>
                      <a:tailEnd len="sm" w="sm" type="none"/>
                    </a:lnB>
                  </a:tcPr>
                </a:tc>
                <a:tc>
                  <a:txBody>
                    <a:bodyPr/>
                    <a:lstStyle/>
                    <a:p>
                      <a:pPr indent="0" lvl="0" marL="0" marR="0" rtl="0" algn="ctr">
                        <a:lnSpc>
                          <a:spcPct val="100000"/>
                        </a:lnSpc>
                        <a:spcBef>
                          <a:spcPts val="0"/>
                        </a:spcBef>
                        <a:spcAft>
                          <a:spcPts val="0"/>
                        </a:spcAft>
                        <a:buClr>
                          <a:srgbClr val="000000"/>
                        </a:buClr>
                        <a:buSzPts val="200"/>
                        <a:buFont typeface="Arial"/>
                        <a:buNone/>
                      </a:pPr>
                      <a:r>
                        <a:t/>
                      </a:r>
                      <a:endParaRPr b="1" sz="200" u="none" cap="none" strike="noStrike">
                        <a:latin typeface="Amatic SC"/>
                        <a:ea typeface="Amatic SC"/>
                        <a:cs typeface="Amatic SC"/>
                        <a:sym typeface="Amatic SC"/>
                      </a:endParaRPr>
                    </a:p>
                  </a:txBody>
                  <a:tcPr marT="91425" marB="91425" marR="91425" marL="91425">
                    <a:lnL cap="flat" cmpd="sng" w="9525">
                      <a:solidFill>
                        <a:srgbClr val="E1E7EC">
                          <a:alpha val="0"/>
                        </a:srgbClr>
                      </a:solidFill>
                      <a:prstDash val="solid"/>
                      <a:round/>
                      <a:headEnd len="sm" w="sm" type="none"/>
                      <a:tailEnd len="sm" w="sm" type="none"/>
                    </a:lnL>
                    <a:lnR cap="flat" cmpd="sng" w="9525">
                      <a:solidFill>
                        <a:srgbClr val="E1E7EC">
                          <a:alpha val="0"/>
                        </a:srgbClr>
                      </a:solidFill>
                      <a:prstDash val="solid"/>
                      <a:round/>
                      <a:headEnd len="sm" w="sm" type="none"/>
                      <a:tailEnd len="sm" w="sm" type="none"/>
                    </a:lnR>
                    <a:lnT cap="flat" cmpd="sng" w="19050">
                      <a:solidFill>
                        <a:srgbClr val="E1E7EC"/>
                      </a:solidFill>
                      <a:prstDash val="dot"/>
                      <a:round/>
                      <a:headEnd len="sm" w="sm" type="none"/>
                      <a:tailEnd len="sm" w="sm" type="none"/>
                    </a:lnT>
                    <a:lnB cap="flat" cmpd="sng" w="19050">
                      <a:solidFill>
                        <a:srgbClr val="E1E7EC"/>
                      </a:solidFill>
                      <a:prstDash val="dot"/>
                      <a:round/>
                      <a:headEnd len="sm" w="sm" type="none"/>
                      <a:tailEnd len="sm" w="sm" type="none"/>
                    </a:lnB>
                    <a:solidFill>
                      <a:srgbClr val="E3E9ED"/>
                    </a:solidFill>
                  </a:tcPr>
                </a:tc>
                <a:tc>
                  <a:txBody>
                    <a:bodyPr/>
                    <a:lstStyle/>
                    <a:p>
                      <a:pPr indent="0" lvl="0" marL="0" marR="0" rtl="0" algn="ctr">
                        <a:lnSpc>
                          <a:spcPct val="100000"/>
                        </a:lnSpc>
                        <a:spcBef>
                          <a:spcPts val="0"/>
                        </a:spcBef>
                        <a:spcAft>
                          <a:spcPts val="0"/>
                        </a:spcAft>
                        <a:buClr>
                          <a:srgbClr val="000000"/>
                        </a:buClr>
                        <a:buSzPts val="200"/>
                        <a:buFont typeface="Arial"/>
                        <a:buNone/>
                      </a:pPr>
                      <a:r>
                        <a:t/>
                      </a:r>
                      <a:endParaRPr b="1" sz="200" u="none" cap="none" strike="noStrike">
                        <a:latin typeface="Amatic SC"/>
                        <a:ea typeface="Amatic SC"/>
                        <a:cs typeface="Amatic SC"/>
                        <a:sym typeface="Amatic SC"/>
                      </a:endParaRPr>
                    </a:p>
                  </a:txBody>
                  <a:tcPr marT="91425" marB="91425" marR="91425" marL="91425">
                    <a:lnL cap="flat" cmpd="sng" w="9525">
                      <a:solidFill>
                        <a:srgbClr val="E1E7EC">
                          <a:alpha val="0"/>
                        </a:srgbClr>
                      </a:solidFill>
                      <a:prstDash val="solid"/>
                      <a:round/>
                      <a:headEnd len="sm" w="sm" type="none"/>
                      <a:tailEnd len="sm" w="sm" type="none"/>
                    </a:lnL>
                    <a:lnR cap="flat" cmpd="sng" w="9525">
                      <a:solidFill>
                        <a:srgbClr val="E1E7EC">
                          <a:alpha val="0"/>
                        </a:srgbClr>
                      </a:solidFill>
                      <a:prstDash val="solid"/>
                      <a:round/>
                      <a:headEnd len="sm" w="sm" type="none"/>
                      <a:tailEnd len="sm" w="sm" type="none"/>
                    </a:lnR>
                    <a:lnT cap="flat" cmpd="sng" w="19050">
                      <a:solidFill>
                        <a:srgbClr val="E1E7EC"/>
                      </a:solidFill>
                      <a:prstDash val="dot"/>
                      <a:round/>
                      <a:headEnd len="sm" w="sm" type="none"/>
                      <a:tailEnd len="sm" w="sm" type="none"/>
                    </a:lnT>
                    <a:lnB cap="flat" cmpd="sng" w="19050">
                      <a:solidFill>
                        <a:srgbClr val="E1E7EC"/>
                      </a:solidFill>
                      <a:prstDash val="dot"/>
                      <a:round/>
                      <a:headEnd len="sm" w="sm" type="none"/>
                      <a:tailEnd len="sm" w="sm" type="none"/>
                    </a:lnB>
                    <a:solidFill>
                      <a:srgbClr val="869FB2"/>
                    </a:solidFill>
                  </a:tcPr>
                </a:tc>
                <a:tc>
                  <a:txBody>
                    <a:bodyPr/>
                    <a:lstStyle/>
                    <a:p>
                      <a:pPr indent="0" lvl="0" marL="0" marR="0" rtl="0" algn="ctr">
                        <a:lnSpc>
                          <a:spcPct val="100000"/>
                        </a:lnSpc>
                        <a:spcBef>
                          <a:spcPts val="0"/>
                        </a:spcBef>
                        <a:spcAft>
                          <a:spcPts val="0"/>
                        </a:spcAft>
                        <a:buClr>
                          <a:srgbClr val="000000"/>
                        </a:buClr>
                        <a:buSzPts val="200"/>
                        <a:buFont typeface="Arial"/>
                        <a:buNone/>
                      </a:pPr>
                      <a:r>
                        <a:t/>
                      </a:r>
                      <a:endParaRPr b="1" sz="200" u="none" cap="none" strike="noStrike">
                        <a:latin typeface="Amatic SC"/>
                        <a:ea typeface="Amatic SC"/>
                        <a:cs typeface="Amatic SC"/>
                        <a:sym typeface="Amatic SC"/>
                      </a:endParaRPr>
                    </a:p>
                  </a:txBody>
                  <a:tcPr marT="91425" marB="91425" marR="91425" marL="91425">
                    <a:lnL cap="flat" cmpd="sng" w="9525">
                      <a:solidFill>
                        <a:srgbClr val="E1E7EC">
                          <a:alpha val="0"/>
                        </a:srgbClr>
                      </a:solidFill>
                      <a:prstDash val="solid"/>
                      <a:round/>
                      <a:headEnd len="sm" w="sm" type="none"/>
                      <a:tailEnd len="sm" w="sm" type="none"/>
                    </a:lnL>
                    <a:lnR cap="flat" cmpd="sng" w="9525">
                      <a:solidFill>
                        <a:srgbClr val="E1E7EC">
                          <a:alpha val="0"/>
                        </a:srgbClr>
                      </a:solidFill>
                      <a:prstDash val="solid"/>
                      <a:round/>
                      <a:headEnd len="sm" w="sm" type="none"/>
                      <a:tailEnd len="sm" w="sm" type="none"/>
                    </a:lnR>
                    <a:lnT cap="flat" cmpd="sng" w="19050">
                      <a:solidFill>
                        <a:srgbClr val="E1E7EC"/>
                      </a:solidFill>
                      <a:prstDash val="dot"/>
                      <a:round/>
                      <a:headEnd len="sm" w="sm" type="none"/>
                      <a:tailEnd len="sm" w="sm" type="none"/>
                    </a:lnT>
                    <a:lnB cap="flat" cmpd="sng" w="19050">
                      <a:solidFill>
                        <a:srgbClr val="E1E7EC"/>
                      </a:solidFill>
                      <a:prstDash val="dot"/>
                      <a:round/>
                      <a:headEnd len="sm" w="sm" type="none"/>
                      <a:tailEnd len="sm" w="sm" type="none"/>
                    </a:lnB>
                  </a:tcPr>
                </a:tc>
              </a:tr>
              <a:tr h="217150">
                <a:tc>
                  <a:txBody>
                    <a:bodyPr/>
                    <a:lstStyle/>
                    <a:p>
                      <a:pPr indent="0" lvl="0" marL="0" marR="0" rtl="0" algn="ctr">
                        <a:lnSpc>
                          <a:spcPct val="100000"/>
                        </a:lnSpc>
                        <a:spcBef>
                          <a:spcPts val="0"/>
                        </a:spcBef>
                        <a:spcAft>
                          <a:spcPts val="0"/>
                        </a:spcAft>
                        <a:buClr>
                          <a:srgbClr val="000000"/>
                        </a:buClr>
                        <a:buSzPts val="200"/>
                        <a:buFont typeface="Arial"/>
                        <a:buNone/>
                      </a:pPr>
                      <a:r>
                        <a:t/>
                      </a:r>
                      <a:endParaRPr b="1" sz="200" u="none" cap="none" strike="noStrike">
                        <a:latin typeface="Amatic SC"/>
                        <a:ea typeface="Amatic SC"/>
                        <a:cs typeface="Amatic SC"/>
                        <a:sym typeface="Amatic SC"/>
                      </a:endParaRPr>
                    </a:p>
                  </a:txBody>
                  <a:tcPr marT="91425" marB="91425" marR="91425" marL="91425">
                    <a:lnL cap="flat" cmpd="sng" w="19050">
                      <a:solidFill>
                        <a:srgbClr val="E1E7EC"/>
                      </a:solidFill>
                      <a:prstDash val="solid"/>
                      <a:round/>
                      <a:headEnd len="sm" w="sm" type="none"/>
                      <a:tailEnd len="sm" w="sm" type="none"/>
                    </a:lnL>
                    <a:lnR cap="flat" cmpd="sng" w="9525">
                      <a:solidFill>
                        <a:srgbClr val="E1E7EC">
                          <a:alpha val="0"/>
                        </a:srgbClr>
                      </a:solidFill>
                      <a:prstDash val="solid"/>
                      <a:round/>
                      <a:headEnd len="sm" w="sm" type="none"/>
                      <a:tailEnd len="sm" w="sm" type="none"/>
                    </a:lnR>
                    <a:lnT cap="flat" cmpd="sng" w="19050">
                      <a:solidFill>
                        <a:srgbClr val="E1E7EC"/>
                      </a:solidFill>
                      <a:prstDash val="dot"/>
                      <a:round/>
                      <a:headEnd len="sm" w="sm" type="none"/>
                      <a:tailEnd len="sm" w="sm" type="none"/>
                    </a:lnT>
                    <a:lnB cap="flat" cmpd="sng" w="19050">
                      <a:solidFill>
                        <a:srgbClr val="E1E7EC"/>
                      </a:solidFill>
                      <a:prstDash val="dot"/>
                      <a:round/>
                      <a:headEnd len="sm" w="sm" type="none"/>
                      <a:tailEnd len="sm" w="sm" type="none"/>
                    </a:lnB>
                  </a:tcPr>
                </a:tc>
                <a:tc>
                  <a:txBody>
                    <a:bodyPr/>
                    <a:lstStyle/>
                    <a:p>
                      <a:pPr indent="0" lvl="0" marL="0" marR="0" rtl="0" algn="ctr">
                        <a:lnSpc>
                          <a:spcPct val="100000"/>
                        </a:lnSpc>
                        <a:spcBef>
                          <a:spcPts val="0"/>
                        </a:spcBef>
                        <a:spcAft>
                          <a:spcPts val="0"/>
                        </a:spcAft>
                        <a:buClr>
                          <a:srgbClr val="000000"/>
                        </a:buClr>
                        <a:buSzPts val="200"/>
                        <a:buFont typeface="Arial"/>
                        <a:buNone/>
                      </a:pPr>
                      <a:r>
                        <a:t/>
                      </a:r>
                      <a:endParaRPr b="1" sz="200" u="none" cap="none" strike="noStrike">
                        <a:latin typeface="Amatic SC"/>
                        <a:ea typeface="Amatic SC"/>
                        <a:cs typeface="Amatic SC"/>
                        <a:sym typeface="Amatic SC"/>
                      </a:endParaRPr>
                    </a:p>
                  </a:txBody>
                  <a:tcPr marT="91425" marB="91425" marR="91425" marL="91425">
                    <a:lnL cap="flat" cmpd="sng" w="9525">
                      <a:solidFill>
                        <a:srgbClr val="E1E7EC">
                          <a:alpha val="0"/>
                        </a:srgbClr>
                      </a:solidFill>
                      <a:prstDash val="solid"/>
                      <a:round/>
                      <a:headEnd len="sm" w="sm" type="none"/>
                      <a:tailEnd len="sm" w="sm" type="none"/>
                    </a:lnL>
                    <a:lnR cap="flat" cmpd="sng" w="9525">
                      <a:solidFill>
                        <a:srgbClr val="E1E7EC">
                          <a:alpha val="0"/>
                        </a:srgbClr>
                      </a:solidFill>
                      <a:prstDash val="solid"/>
                      <a:round/>
                      <a:headEnd len="sm" w="sm" type="none"/>
                      <a:tailEnd len="sm" w="sm" type="none"/>
                    </a:lnR>
                    <a:lnT cap="flat" cmpd="sng" w="19050">
                      <a:solidFill>
                        <a:srgbClr val="E1E7EC"/>
                      </a:solidFill>
                      <a:prstDash val="dot"/>
                      <a:round/>
                      <a:headEnd len="sm" w="sm" type="none"/>
                      <a:tailEnd len="sm" w="sm" type="none"/>
                    </a:lnT>
                    <a:lnB cap="flat" cmpd="sng" w="19050">
                      <a:solidFill>
                        <a:srgbClr val="E1E7EC"/>
                      </a:solidFill>
                      <a:prstDash val="dot"/>
                      <a:round/>
                      <a:headEnd len="sm" w="sm" type="none"/>
                      <a:tailEnd len="sm" w="sm" type="none"/>
                    </a:lnB>
                  </a:tcPr>
                </a:tc>
                <a:tc>
                  <a:txBody>
                    <a:bodyPr/>
                    <a:lstStyle/>
                    <a:p>
                      <a:pPr indent="0" lvl="0" marL="0" marR="0" rtl="0" algn="ctr">
                        <a:lnSpc>
                          <a:spcPct val="100000"/>
                        </a:lnSpc>
                        <a:spcBef>
                          <a:spcPts val="0"/>
                        </a:spcBef>
                        <a:spcAft>
                          <a:spcPts val="0"/>
                        </a:spcAft>
                        <a:buClr>
                          <a:srgbClr val="000000"/>
                        </a:buClr>
                        <a:buSzPts val="200"/>
                        <a:buFont typeface="Arial"/>
                        <a:buNone/>
                      </a:pPr>
                      <a:r>
                        <a:t/>
                      </a:r>
                      <a:endParaRPr b="1" sz="200" u="none" cap="none" strike="noStrike">
                        <a:latin typeface="Amatic SC"/>
                        <a:ea typeface="Amatic SC"/>
                        <a:cs typeface="Amatic SC"/>
                        <a:sym typeface="Amatic SC"/>
                      </a:endParaRPr>
                    </a:p>
                  </a:txBody>
                  <a:tcPr marT="91425" marB="91425" marR="91425" marL="91425">
                    <a:lnL cap="flat" cmpd="sng" w="9525">
                      <a:solidFill>
                        <a:srgbClr val="E1E7EC">
                          <a:alpha val="0"/>
                        </a:srgbClr>
                      </a:solidFill>
                      <a:prstDash val="solid"/>
                      <a:round/>
                      <a:headEnd len="sm" w="sm" type="none"/>
                      <a:tailEnd len="sm" w="sm" type="none"/>
                    </a:lnL>
                    <a:lnR cap="flat" cmpd="sng" w="9525">
                      <a:solidFill>
                        <a:srgbClr val="E1E7EC">
                          <a:alpha val="0"/>
                        </a:srgbClr>
                      </a:solidFill>
                      <a:prstDash val="solid"/>
                      <a:round/>
                      <a:headEnd len="sm" w="sm" type="none"/>
                      <a:tailEnd len="sm" w="sm" type="none"/>
                    </a:lnR>
                    <a:lnT cap="flat" cmpd="sng" w="19050">
                      <a:solidFill>
                        <a:srgbClr val="E1E7EC"/>
                      </a:solidFill>
                      <a:prstDash val="dot"/>
                      <a:round/>
                      <a:headEnd len="sm" w="sm" type="none"/>
                      <a:tailEnd len="sm" w="sm" type="none"/>
                    </a:lnT>
                    <a:lnB cap="flat" cmpd="sng" w="19050">
                      <a:solidFill>
                        <a:srgbClr val="E1E7EC"/>
                      </a:solidFill>
                      <a:prstDash val="dot"/>
                      <a:round/>
                      <a:headEnd len="sm" w="sm" type="none"/>
                      <a:tailEnd len="sm" w="sm" type="none"/>
                    </a:lnB>
                  </a:tcPr>
                </a:tc>
                <a:tc>
                  <a:txBody>
                    <a:bodyPr/>
                    <a:lstStyle/>
                    <a:p>
                      <a:pPr indent="0" lvl="0" marL="0" marR="0" rtl="0" algn="ctr">
                        <a:lnSpc>
                          <a:spcPct val="100000"/>
                        </a:lnSpc>
                        <a:spcBef>
                          <a:spcPts val="0"/>
                        </a:spcBef>
                        <a:spcAft>
                          <a:spcPts val="0"/>
                        </a:spcAft>
                        <a:buClr>
                          <a:srgbClr val="000000"/>
                        </a:buClr>
                        <a:buSzPts val="200"/>
                        <a:buFont typeface="Arial"/>
                        <a:buNone/>
                      </a:pPr>
                      <a:r>
                        <a:t/>
                      </a:r>
                      <a:endParaRPr b="1" sz="200" u="none" cap="none" strike="noStrike">
                        <a:latin typeface="Amatic SC"/>
                        <a:ea typeface="Amatic SC"/>
                        <a:cs typeface="Amatic SC"/>
                        <a:sym typeface="Amatic SC"/>
                      </a:endParaRPr>
                    </a:p>
                  </a:txBody>
                  <a:tcPr marT="91425" marB="91425" marR="91425" marL="91425">
                    <a:lnL cap="flat" cmpd="sng" w="9525">
                      <a:solidFill>
                        <a:srgbClr val="E1E7EC">
                          <a:alpha val="0"/>
                        </a:srgbClr>
                      </a:solidFill>
                      <a:prstDash val="solid"/>
                      <a:round/>
                      <a:headEnd len="sm" w="sm" type="none"/>
                      <a:tailEnd len="sm" w="sm" type="none"/>
                    </a:lnL>
                    <a:lnR cap="flat" cmpd="sng" w="9525">
                      <a:solidFill>
                        <a:srgbClr val="E1E7EC">
                          <a:alpha val="0"/>
                        </a:srgbClr>
                      </a:solidFill>
                      <a:prstDash val="solid"/>
                      <a:round/>
                      <a:headEnd len="sm" w="sm" type="none"/>
                      <a:tailEnd len="sm" w="sm" type="none"/>
                    </a:lnR>
                    <a:lnT cap="flat" cmpd="sng" w="19050">
                      <a:solidFill>
                        <a:srgbClr val="E1E7EC"/>
                      </a:solidFill>
                      <a:prstDash val="dot"/>
                      <a:round/>
                      <a:headEnd len="sm" w="sm" type="none"/>
                      <a:tailEnd len="sm" w="sm" type="none"/>
                    </a:lnT>
                    <a:lnB cap="flat" cmpd="sng" w="19050">
                      <a:solidFill>
                        <a:srgbClr val="E1E7EC"/>
                      </a:solidFill>
                      <a:prstDash val="dot"/>
                      <a:round/>
                      <a:headEnd len="sm" w="sm" type="none"/>
                      <a:tailEnd len="sm" w="sm" type="none"/>
                    </a:lnB>
                    <a:solidFill>
                      <a:srgbClr val="7994A9">
                        <a:alpha val="64705"/>
                      </a:srgbClr>
                    </a:solidFill>
                  </a:tcPr>
                </a:tc>
              </a:tr>
            </a:tbl>
          </a:graphicData>
        </a:graphic>
      </p:graphicFrame>
      <p:grpSp>
        <p:nvGrpSpPr>
          <p:cNvPr id="9083" name="Google Shape;9083;p38"/>
          <p:cNvGrpSpPr/>
          <p:nvPr/>
        </p:nvGrpSpPr>
        <p:grpSpPr>
          <a:xfrm>
            <a:off x="5913087" y="3189047"/>
            <a:ext cx="2519825" cy="1001454"/>
            <a:chOff x="1906114" y="789980"/>
            <a:chExt cx="1487676" cy="606868"/>
          </a:xfrm>
        </p:grpSpPr>
        <p:cxnSp>
          <p:nvCxnSpPr>
            <p:cNvPr id="9084" name="Google Shape;9084;p38"/>
            <p:cNvCxnSpPr/>
            <p:nvPr/>
          </p:nvCxnSpPr>
          <p:spPr>
            <a:xfrm rot="10800000">
              <a:off x="2109981" y="1180903"/>
              <a:ext cx="1280400" cy="0"/>
            </a:xfrm>
            <a:prstGeom prst="straightConnector1">
              <a:avLst/>
            </a:prstGeom>
            <a:noFill/>
            <a:ln cap="flat" cmpd="sng" w="9525">
              <a:solidFill>
                <a:srgbClr val="B3C3CE"/>
              </a:solidFill>
              <a:prstDash val="solid"/>
              <a:round/>
              <a:headEnd len="sm" w="sm" type="none"/>
              <a:tailEnd len="sm" w="sm" type="none"/>
            </a:ln>
          </p:spPr>
        </p:cxnSp>
        <p:cxnSp>
          <p:nvCxnSpPr>
            <p:cNvPr id="9085" name="Google Shape;9085;p38"/>
            <p:cNvCxnSpPr/>
            <p:nvPr/>
          </p:nvCxnSpPr>
          <p:spPr>
            <a:xfrm rot="10800000">
              <a:off x="2109981" y="985080"/>
              <a:ext cx="1280400" cy="0"/>
            </a:xfrm>
            <a:prstGeom prst="straightConnector1">
              <a:avLst/>
            </a:prstGeom>
            <a:noFill/>
            <a:ln cap="flat" cmpd="sng" w="9525">
              <a:solidFill>
                <a:srgbClr val="B3C3CE"/>
              </a:solidFill>
              <a:prstDash val="solid"/>
              <a:round/>
              <a:headEnd len="sm" w="sm" type="none"/>
              <a:tailEnd len="sm" w="sm" type="none"/>
            </a:ln>
          </p:spPr>
        </p:cxnSp>
        <p:cxnSp>
          <p:nvCxnSpPr>
            <p:cNvPr id="9086" name="Google Shape;9086;p38"/>
            <p:cNvCxnSpPr/>
            <p:nvPr/>
          </p:nvCxnSpPr>
          <p:spPr>
            <a:xfrm rot="10800000">
              <a:off x="2109981" y="1376729"/>
              <a:ext cx="1280400" cy="0"/>
            </a:xfrm>
            <a:prstGeom prst="straightConnector1">
              <a:avLst/>
            </a:prstGeom>
            <a:noFill/>
            <a:ln cap="flat" cmpd="sng" w="9525">
              <a:solidFill>
                <a:srgbClr val="B3C3CE"/>
              </a:solidFill>
              <a:prstDash val="solid"/>
              <a:round/>
              <a:headEnd len="sm" w="sm" type="none"/>
              <a:tailEnd len="sm" w="sm" type="none"/>
            </a:ln>
          </p:spPr>
        </p:cxnSp>
        <p:sp>
          <p:nvSpPr>
            <p:cNvPr id="9087" name="Google Shape;9087;p38"/>
            <p:cNvSpPr txBox="1"/>
            <p:nvPr/>
          </p:nvSpPr>
          <p:spPr>
            <a:xfrm flipH="1">
              <a:off x="2109710" y="789981"/>
              <a:ext cx="281100" cy="107400"/>
            </a:xfrm>
            <a:prstGeom prst="rect">
              <a:avLst/>
            </a:prstGeom>
            <a:noFill/>
            <a:ln>
              <a:noFill/>
            </a:ln>
          </p:spPr>
          <p:txBody>
            <a:bodyPr anchorCtr="0" anchor="t" bIns="91425" lIns="91425" spcFirstLastPara="1" rIns="91425" wrap="square" tIns="91425">
              <a:noAutofit/>
            </a:bodyPr>
            <a:lstStyle/>
            <a:p>
              <a:pPr indent="0" lvl="0" marL="0" marR="0" rtl="0" algn="ctr">
                <a:lnSpc>
                  <a:spcPct val="100000"/>
                </a:lnSpc>
                <a:spcBef>
                  <a:spcPts val="0"/>
                </a:spcBef>
                <a:spcAft>
                  <a:spcPts val="1600"/>
                </a:spcAft>
                <a:buClr>
                  <a:srgbClr val="000000"/>
                </a:buClr>
                <a:buSzPts val="300"/>
                <a:buFont typeface="Arial"/>
                <a:buNone/>
              </a:pPr>
              <a:r>
                <a:rPr b="0" i="0" lang="en" sz="300" u="none" cap="none" strike="noStrike">
                  <a:solidFill>
                    <a:srgbClr val="E3E9ED"/>
                  </a:solidFill>
                  <a:latin typeface="Arial"/>
                  <a:ea typeface="Arial"/>
                  <a:cs typeface="Arial"/>
                  <a:sym typeface="Arial"/>
                </a:rPr>
                <a:t>JANUARY</a:t>
              </a:r>
              <a:endParaRPr b="0" i="0" sz="300" u="none" cap="none" strike="noStrike">
                <a:solidFill>
                  <a:srgbClr val="E3E9ED"/>
                </a:solidFill>
                <a:latin typeface="Arial"/>
                <a:ea typeface="Arial"/>
                <a:cs typeface="Arial"/>
                <a:sym typeface="Arial"/>
              </a:endParaRPr>
            </a:p>
          </p:txBody>
        </p:sp>
        <p:sp>
          <p:nvSpPr>
            <p:cNvPr id="9088" name="Google Shape;9088;p38"/>
            <p:cNvSpPr txBox="1"/>
            <p:nvPr/>
          </p:nvSpPr>
          <p:spPr>
            <a:xfrm flipH="1">
              <a:off x="2434275" y="789980"/>
              <a:ext cx="289200" cy="107400"/>
            </a:xfrm>
            <a:prstGeom prst="rect">
              <a:avLst/>
            </a:prstGeom>
            <a:noFill/>
            <a:ln>
              <a:noFill/>
            </a:ln>
          </p:spPr>
          <p:txBody>
            <a:bodyPr anchorCtr="0" anchor="t" bIns="91425" lIns="91425" spcFirstLastPara="1" rIns="91425" wrap="square" tIns="91425">
              <a:noAutofit/>
            </a:bodyPr>
            <a:lstStyle/>
            <a:p>
              <a:pPr indent="0" lvl="0" marL="0" marR="0" rtl="0" algn="ctr">
                <a:lnSpc>
                  <a:spcPct val="100000"/>
                </a:lnSpc>
                <a:spcBef>
                  <a:spcPts val="0"/>
                </a:spcBef>
                <a:spcAft>
                  <a:spcPts val="1600"/>
                </a:spcAft>
                <a:buClr>
                  <a:srgbClr val="000000"/>
                </a:buClr>
                <a:buSzPts val="300"/>
                <a:buFont typeface="Arial"/>
                <a:buNone/>
              </a:pPr>
              <a:r>
                <a:rPr b="0" i="0" lang="en" sz="300" u="none" cap="none" strike="noStrike">
                  <a:solidFill>
                    <a:srgbClr val="E3E9ED"/>
                  </a:solidFill>
                  <a:latin typeface="Arial"/>
                  <a:ea typeface="Arial"/>
                  <a:cs typeface="Arial"/>
                  <a:sym typeface="Arial"/>
                </a:rPr>
                <a:t>FEBRUARY</a:t>
              </a:r>
              <a:endParaRPr b="0" i="0" sz="300" u="none" cap="none" strike="noStrike">
                <a:solidFill>
                  <a:srgbClr val="E3E9ED"/>
                </a:solidFill>
                <a:latin typeface="Arial"/>
                <a:ea typeface="Arial"/>
                <a:cs typeface="Arial"/>
                <a:sym typeface="Arial"/>
              </a:endParaRPr>
            </a:p>
          </p:txBody>
        </p:sp>
        <p:sp>
          <p:nvSpPr>
            <p:cNvPr id="9089" name="Google Shape;9089;p38"/>
            <p:cNvSpPr txBox="1"/>
            <p:nvPr/>
          </p:nvSpPr>
          <p:spPr>
            <a:xfrm flipH="1">
              <a:off x="2781049" y="789981"/>
              <a:ext cx="281100" cy="107400"/>
            </a:xfrm>
            <a:prstGeom prst="rect">
              <a:avLst/>
            </a:prstGeom>
            <a:noFill/>
            <a:ln>
              <a:noFill/>
            </a:ln>
          </p:spPr>
          <p:txBody>
            <a:bodyPr anchorCtr="0" anchor="t" bIns="91425" lIns="91425" spcFirstLastPara="1" rIns="91425" wrap="square" tIns="91425">
              <a:noAutofit/>
            </a:bodyPr>
            <a:lstStyle/>
            <a:p>
              <a:pPr indent="0" lvl="0" marL="0" marR="0" rtl="0" algn="ctr">
                <a:lnSpc>
                  <a:spcPct val="100000"/>
                </a:lnSpc>
                <a:spcBef>
                  <a:spcPts val="0"/>
                </a:spcBef>
                <a:spcAft>
                  <a:spcPts val="1600"/>
                </a:spcAft>
                <a:buClr>
                  <a:srgbClr val="000000"/>
                </a:buClr>
                <a:buSzPts val="300"/>
                <a:buFont typeface="Arial"/>
                <a:buNone/>
              </a:pPr>
              <a:r>
                <a:rPr b="0" i="0" lang="en" sz="300" u="none" cap="none" strike="noStrike">
                  <a:solidFill>
                    <a:srgbClr val="E3E9ED"/>
                  </a:solidFill>
                  <a:latin typeface="Arial"/>
                  <a:ea typeface="Arial"/>
                  <a:cs typeface="Arial"/>
                  <a:sym typeface="Arial"/>
                </a:rPr>
                <a:t>MARCH</a:t>
              </a:r>
              <a:endParaRPr b="0" i="0" sz="300" u="none" cap="none" strike="noStrike">
                <a:solidFill>
                  <a:srgbClr val="E3E9ED"/>
                </a:solidFill>
                <a:latin typeface="Arial"/>
                <a:ea typeface="Arial"/>
                <a:cs typeface="Arial"/>
                <a:sym typeface="Arial"/>
              </a:endParaRPr>
            </a:p>
          </p:txBody>
        </p:sp>
        <p:sp>
          <p:nvSpPr>
            <p:cNvPr id="9090" name="Google Shape;9090;p38"/>
            <p:cNvSpPr txBox="1"/>
            <p:nvPr/>
          </p:nvSpPr>
          <p:spPr>
            <a:xfrm flipH="1">
              <a:off x="3112690" y="789981"/>
              <a:ext cx="281100" cy="107400"/>
            </a:xfrm>
            <a:prstGeom prst="rect">
              <a:avLst/>
            </a:prstGeom>
            <a:noFill/>
            <a:ln>
              <a:noFill/>
            </a:ln>
          </p:spPr>
          <p:txBody>
            <a:bodyPr anchorCtr="0" anchor="t" bIns="91425" lIns="91425" spcFirstLastPara="1" rIns="91425" wrap="square" tIns="91425">
              <a:noAutofit/>
            </a:bodyPr>
            <a:lstStyle/>
            <a:p>
              <a:pPr indent="0" lvl="0" marL="0" marR="0" rtl="0" algn="ctr">
                <a:lnSpc>
                  <a:spcPct val="100000"/>
                </a:lnSpc>
                <a:spcBef>
                  <a:spcPts val="0"/>
                </a:spcBef>
                <a:spcAft>
                  <a:spcPts val="1600"/>
                </a:spcAft>
                <a:buClr>
                  <a:srgbClr val="000000"/>
                </a:buClr>
                <a:buSzPts val="300"/>
                <a:buFont typeface="Arial"/>
                <a:buNone/>
              </a:pPr>
              <a:r>
                <a:rPr b="0" i="0" lang="en" sz="300" u="none" cap="none" strike="noStrike">
                  <a:solidFill>
                    <a:srgbClr val="E3E9ED"/>
                  </a:solidFill>
                  <a:latin typeface="Arial"/>
                  <a:ea typeface="Arial"/>
                  <a:cs typeface="Arial"/>
                  <a:sym typeface="Arial"/>
                </a:rPr>
                <a:t>APRIL</a:t>
              </a:r>
              <a:endParaRPr b="0" i="0" sz="300" u="none" cap="none" strike="noStrike">
                <a:solidFill>
                  <a:srgbClr val="E3E9ED"/>
                </a:solidFill>
                <a:latin typeface="Arial"/>
                <a:ea typeface="Arial"/>
                <a:cs typeface="Arial"/>
                <a:sym typeface="Arial"/>
              </a:endParaRPr>
            </a:p>
          </p:txBody>
        </p:sp>
        <p:sp>
          <p:nvSpPr>
            <p:cNvPr id="9091" name="Google Shape;9091;p38"/>
            <p:cNvSpPr/>
            <p:nvPr/>
          </p:nvSpPr>
          <p:spPr>
            <a:xfrm>
              <a:off x="2105681" y="964326"/>
              <a:ext cx="289200" cy="42600"/>
            </a:xfrm>
            <a:prstGeom prst="rect">
              <a:avLst/>
            </a:prstGeom>
            <a:solidFill>
              <a:srgbClr val="869FB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092" name="Google Shape;9092;p38"/>
            <p:cNvSpPr/>
            <p:nvPr/>
          </p:nvSpPr>
          <p:spPr>
            <a:xfrm>
              <a:off x="2109515" y="1159286"/>
              <a:ext cx="280200" cy="42600"/>
            </a:xfrm>
            <a:prstGeom prst="rect">
              <a:avLst/>
            </a:prstGeom>
            <a:solidFill>
              <a:srgbClr val="EEEEE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093" name="Google Shape;9093;p38"/>
            <p:cNvSpPr/>
            <p:nvPr/>
          </p:nvSpPr>
          <p:spPr>
            <a:xfrm>
              <a:off x="2753389" y="1353677"/>
              <a:ext cx="325500" cy="42600"/>
            </a:xfrm>
            <a:prstGeom prst="rect">
              <a:avLst/>
            </a:pr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094" name="Google Shape;9094;p38"/>
            <p:cNvSpPr/>
            <p:nvPr/>
          </p:nvSpPr>
          <p:spPr>
            <a:xfrm>
              <a:off x="2105681" y="1159287"/>
              <a:ext cx="289200" cy="42600"/>
            </a:xfrm>
            <a:prstGeom prst="rect">
              <a:avLst/>
            </a:pr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095" name="Google Shape;9095;p38"/>
            <p:cNvSpPr/>
            <p:nvPr/>
          </p:nvSpPr>
          <p:spPr>
            <a:xfrm>
              <a:off x="2412005" y="1354248"/>
              <a:ext cx="325500" cy="42600"/>
            </a:xfrm>
            <a:prstGeom prst="rect">
              <a:avLst/>
            </a:pr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096" name="Google Shape;9096;p38"/>
            <p:cNvSpPr/>
            <p:nvPr/>
          </p:nvSpPr>
          <p:spPr>
            <a:xfrm>
              <a:off x="2410087" y="964961"/>
              <a:ext cx="325500" cy="42600"/>
            </a:xfrm>
            <a:prstGeom prst="rect">
              <a:avLst/>
            </a:prstGeom>
            <a:solidFill>
              <a:srgbClr val="869FB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097" name="Google Shape;9097;p38"/>
            <p:cNvSpPr txBox="1"/>
            <p:nvPr/>
          </p:nvSpPr>
          <p:spPr>
            <a:xfrm flipH="1">
              <a:off x="1906114" y="918164"/>
              <a:ext cx="203400" cy="106500"/>
            </a:xfrm>
            <a:prstGeom prst="rect">
              <a:avLst/>
            </a:prstGeom>
            <a:noFill/>
            <a:ln>
              <a:noFill/>
            </a:ln>
          </p:spPr>
          <p:txBody>
            <a:bodyPr anchorCtr="0" anchor="t" bIns="91425" lIns="91425" spcFirstLastPara="1" rIns="91425" wrap="square" tIns="91425">
              <a:noAutofit/>
            </a:bodyPr>
            <a:lstStyle/>
            <a:p>
              <a:pPr indent="0" lvl="0" marL="0" marR="0" rtl="0" algn="r">
                <a:lnSpc>
                  <a:spcPct val="100000"/>
                </a:lnSpc>
                <a:spcBef>
                  <a:spcPts val="0"/>
                </a:spcBef>
                <a:spcAft>
                  <a:spcPts val="1600"/>
                </a:spcAft>
                <a:buClr>
                  <a:srgbClr val="000000"/>
                </a:buClr>
                <a:buSzPts val="300"/>
                <a:buFont typeface="Arial"/>
                <a:buNone/>
              </a:pPr>
              <a:r>
                <a:rPr b="0" i="0" lang="en" sz="300" u="none" cap="none" strike="noStrike">
                  <a:solidFill>
                    <a:srgbClr val="E3E9ED"/>
                  </a:solidFill>
                  <a:latin typeface="Arial"/>
                  <a:ea typeface="Arial"/>
                  <a:cs typeface="Arial"/>
                  <a:sym typeface="Arial"/>
                </a:rPr>
                <a:t>PHASE 1</a:t>
              </a:r>
              <a:endParaRPr b="0" i="0" sz="300" u="none" cap="none" strike="noStrike">
                <a:solidFill>
                  <a:srgbClr val="E3E9ED"/>
                </a:solidFill>
                <a:latin typeface="Arial"/>
                <a:ea typeface="Arial"/>
                <a:cs typeface="Arial"/>
                <a:sym typeface="Arial"/>
              </a:endParaRPr>
            </a:p>
          </p:txBody>
        </p:sp>
        <p:sp>
          <p:nvSpPr>
            <p:cNvPr id="9098" name="Google Shape;9098;p38"/>
            <p:cNvSpPr txBox="1"/>
            <p:nvPr/>
          </p:nvSpPr>
          <p:spPr>
            <a:xfrm flipH="1">
              <a:off x="1919618" y="1113390"/>
              <a:ext cx="189900" cy="91200"/>
            </a:xfrm>
            <a:prstGeom prst="rect">
              <a:avLst/>
            </a:prstGeom>
            <a:noFill/>
            <a:ln>
              <a:noFill/>
            </a:ln>
          </p:spPr>
          <p:txBody>
            <a:bodyPr anchorCtr="0" anchor="t" bIns="91425" lIns="91425" spcFirstLastPara="1" rIns="91425" wrap="square" tIns="91425">
              <a:noAutofit/>
            </a:bodyPr>
            <a:lstStyle/>
            <a:p>
              <a:pPr indent="0" lvl="0" marL="0" marR="0" rtl="0" algn="r">
                <a:lnSpc>
                  <a:spcPct val="115000"/>
                </a:lnSpc>
                <a:spcBef>
                  <a:spcPts val="0"/>
                </a:spcBef>
                <a:spcAft>
                  <a:spcPts val="1600"/>
                </a:spcAft>
                <a:buClr>
                  <a:srgbClr val="000000"/>
                </a:buClr>
                <a:buSzPts val="300"/>
                <a:buFont typeface="Arial"/>
                <a:buNone/>
              </a:pPr>
              <a:r>
                <a:rPr b="0" i="0" lang="en" sz="300" u="none" cap="none" strike="noStrike">
                  <a:solidFill>
                    <a:srgbClr val="E3E9ED"/>
                  </a:solidFill>
                  <a:latin typeface="Arial"/>
                  <a:ea typeface="Arial"/>
                  <a:cs typeface="Arial"/>
                  <a:sym typeface="Arial"/>
                </a:rPr>
                <a:t>Task 1</a:t>
              </a:r>
              <a:endParaRPr b="0" i="0" sz="300" u="none" cap="none" strike="noStrike">
                <a:solidFill>
                  <a:srgbClr val="E3E9ED"/>
                </a:solidFill>
                <a:latin typeface="Arial"/>
                <a:ea typeface="Arial"/>
                <a:cs typeface="Arial"/>
                <a:sym typeface="Arial"/>
              </a:endParaRPr>
            </a:p>
          </p:txBody>
        </p:sp>
        <p:sp>
          <p:nvSpPr>
            <p:cNvPr id="9099" name="Google Shape;9099;p38"/>
            <p:cNvSpPr txBox="1"/>
            <p:nvPr/>
          </p:nvSpPr>
          <p:spPr>
            <a:xfrm flipH="1">
              <a:off x="1906118" y="1304527"/>
              <a:ext cx="203400" cy="91200"/>
            </a:xfrm>
            <a:prstGeom prst="rect">
              <a:avLst/>
            </a:prstGeom>
            <a:noFill/>
            <a:ln>
              <a:noFill/>
            </a:ln>
          </p:spPr>
          <p:txBody>
            <a:bodyPr anchorCtr="0" anchor="t" bIns="91425" lIns="91425" spcFirstLastPara="1" rIns="91425" wrap="square" tIns="91425">
              <a:noAutofit/>
            </a:bodyPr>
            <a:lstStyle/>
            <a:p>
              <a:pPr indent="0" lvl="0" marL="0" marR="0" rtl="0" algn="r">
                <a:lnSpc>
                  <a:spcPct val="115000"/>
                </a:lnSpc>
                <a:spcBef>
                  <a:spcPts val="0"/>
                </a:spcBef>
                <a:spcAft>
                  <a:spcPts val="1600"/>
                </a:spcAft>
                <a:buClr>
                  <a:srgbClr val="000000"/>
                </a:buClr>
                <a:buSzPts val="300"/>
                <a:buFont typeface="Arial"/>
                <a:buNone/>
              </a:pPr>
              <a:r>
                <a:rPr b="0" i="0" lang="en" sz="300" u="none" cap="none" strike="noStrike">
                  <a:solidFill>
                    <a:srgbClr val="E3E9ED"/>
                  </a:solidFill>
                  <a:latin typeface="Arial"/>
                  <a:ea typeface="Arial"/>
                  <a:cs typeface="Arial"/>
                  <a:sym typeface="Arial"/>
                </a:rPr>
                <a:t>Task 2</a:t>
              </a:r>
              <a:endParaRPr b="0" i="0" sz="300" u="none" cap="none" strike="noStrike">
                <a:solidFill>
                  <a:srgbClr val="E3E9ED"/>
                </a:solidFill>
                <a:latin typeface="Arial"/>
                <a:ea typeface="Arial"/>
                <a:cs typeface="Arial"/>
                <a:sym typeface="Arial"/>
              </a:endParaRPr>
            </a:p>
          </p:txBody>
        </p:sp>
        <p:sp>
          <p:nvSpPr>
            <p:cNvPr id="9100" name="Google Shape;9100;p38"/>
            <p:cNvSpPr/>
            <p:nvPr/>
          </p:nvSpPr>
          <p:spPr>
            <a:xfrm>
              <a:off x="2750975" y="964961"/>
              <a:ext cx="325500" cy="42600"/>
            </a:xfrm>
            <a:prstGeom prst="rect">
              <a:avLst/>
            </a:prstGeom>
            <a:solidFill>
              <a:srgbClr val="869FB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9101" name="Google Shape;9101;p38"/>
          <p:cNvGrpSpPr/>
          <p:nvPr/>
        </p:nvGrpSpPr>
        <p:grpSpPr>
          <a:xfrm>
            <a:off x="712562" y="998005"/>
            <a:ext cx="2394370" cy="976502"/>
            <a:chOff x="749309" y="1112739"/>
            <a:chExt cx="2371603" cy="976502"/>
          </a:xfrm>
        </p:grpSpPr>
        <p:sp>
          <p:nvSpPr>
            <p:cNvPr id="9102" name="Google Shape;9102;p38"/>
            <p:cNvSpPr/>
            <p:nvPr/>
          </p:nvSpPr>
          <p:spPr>
            <a:xfrm>
              <a:off x="1092126" y="1112739"/>
              <a:ext cx="314700" cy="226800"/>
            </a:xfrm>
            <a:prstGeom prst="rect">
              <a:avLst/>
            </a:prstGeom>
            <a:solidFill>
              <a:srgbClr val="BAC8D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103" name="Google Shape;9103;p38"/>
            <p:cNvSpPr/>
            <p:nvPr/>
          </p:nvSpPr>
          <p:spPr>
            <a:xfrm>
              <a:off x="1434943" y="1112739"/>
              <a:ext cx="314700" cy="226800"/>
            </a:xfrm>
            <a:prstGeom prst="rect">
              <a:avLst/>
            </a:prstGeom>
            <a:solidFill>
              <a:srgbClr val="BAC8D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104" name="Google Shape;9104;p38"/>
            <p:cNvSpPr/>
            <p:nvPr/>
          </p:nvSpPr>
          <p:spPr>
            <a:xfrm>
              <a:off x="1777760" y="1112739"/>
              <a:ext cx="314700" cy="226800"/>
            </a:xfrm>
            <a:prstGeom prst="rect">
              <a:avLst/>
            </a:prstGeom>
            <a:solidFill>
              <a:srgbClr val="BAC8D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105" name="Google Shape;9105;p38"/>
            <p:cNvSpPr/>
            <p:nvPr/>
          </p:nvSpPr>
          <p:spPr>
            <a:xfrm>
              <a:off x="2120578" y="1112739"/>
              <a:ext cx="314700" cy="226800"/>
            </a:xfrm>
            <a:prstGeom prst="rect">
              <a:avLst/>
            </a:prstGeom>
            <a:solidFill>
              <a:srgbClr val="BAC8D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106" name="Google Shape;9106;p38"/>
            <p:cNvSpPr/>
            <p:nvPr/>
          </p:nvSpPr>
          <p:spPr>
            <a:xfrm>
              <a:off x="2463395" y="1112739"/>
              <a:ext cx="314700" cy="226800"/>
            </a:xfrm>
            <a:prstGeom prst="rect">
              <a:avLst/>
            </a:prstGeom>
            <a:solidFill>
              <a:srgbClr val="BAC8D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107" name="Google Shape;9107;p38"/>
            <p:cNvSpPr/>
            <p:nvPr/>
          </p:nvSpPr>
          <p:spPr>
            <a:xfrm>
              <a:off x="2806212" y="1112739"/>
              <a:ext cx="314700" cy="226800"/>
            </a:xfrm>
            <a:prstGeom prst="rect">
              <a:avLst/>
            </a:prstGeom>
            <a:solidFill>
              <a:srgbClr val="BAC8D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108" name="Google Shape;9108;p38"/>
            <p:cNvSpPr/>
            <p:nvPr/>
          </p:nvSpPr>
          <p:spPr>
            <a:xfrm>
              <a:off x="749309" y="1362294"/>
              <a:ext cx="314700" cy="226800"/>
            </a:xfrm>
            <a:prstGeom prst="rect">
              <a:avLst/>
            </a:pr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109" name="Google Shape;9109;p38"/>
            <p:cNvSpPr/>
            <p:nvPr/>
          </p:nvSpPr>
          <p:spPr>
            <a:xfrm>
              <a:off x="1092126" y="1362294"/>
              <a:ext cx="314700" cy="226800"/>
            </a:xfrm>
            <a:prstGeom prst="rect">
              <a:avLst/>
            </a:prstGeom>
            <a:solidFill>
              <a:srgbClr val="BAC8D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110" name="Google Shape;9110;p38"/>
            <p:cNvSpPr/>
            <p:nvPr/>
          </p:nvSpPr>
          <p:spPr>
            <a:xfrm>
              <a:off x="1434943" y="1362294"/>
              <a:ext cx="314700" cy="226800"/>
            </a:xfrm>
            <a:prstGeom prst="rect">
              <a:avLst/>
            </a:prstGeom>
            <a:solidFill>
              <a:srgbClr val="BAC8D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111" name="Google Shape;9111;p38"/>
            <p:cNvSpPr/>
            <p:nvPr/>
          </p:nvSpPr>
          <p:spPr>
            <a:xfrm>
              <a:off x="1777760" y="1362294"/>
              <a:ext cx="314700" cy="226800"/>
            </a:xfrm>
            <a:prstGeom prst="rect">
              <a:avLst/>
            </a:prstGeom>
            <a:solidFill>
              <a:srgbClr val="BAC8D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112" name="Google Shape;9112;p38"/>
            <p:cNvSpPr/>
            <p:nvPr/>
          </p:nvSpPr>
          <p:spPr>
            <a:xfrm>
              <a:off x="2120578" y="1362294"/>
              <a:ext cx="314700" cy="226800"/>
            </a:xfrm>
            <a:prstGeom prst="rect">
              <a:avLst/>
            </a:prstGeom>
            <a:solidFill>
              <a:srgbClr val="BAC8D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113" name="Google Shape;9113;p38"/>
            <p:cNvSpPr/>
            <p:nvPr/>
          </p:nvSpPr>
          <p:spPr>
            <a:xfrm>
              <a:off x="2463395" y="1362294"/>
              <a:ext cx="314700" cy="226800"/>
            </a:xfrm>
            <a:prstGeom prst="rect">
              <a:avLst/>
            </a:prstGeom>
            <a:solidFill>
              <a:srgbClr val="BAC8D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114" name="Google Shape;9114;p38"/>
            <p:cNvSpPr/>
            <p:nvPr/>
          </p:nvSpPr>
          <p:spPr>
            <a:xfrm>
              <a:off x="2806212" y="1362294"/>
              <a:ext cx="314700" cy="226800"/>
            </a:xfrm>
            <a:prstGeom prst="rect">
              <a:avLst/>
            </a:prstGeom>
            <a:solidFill>
              <a:srgbClr val="BAC8D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115" name="Google Shape;9115;p38"/>
            <p:cNvSpPr/>
            <p:nvPr/>
          </p:nvSpPr>
          <p:spPr>
            <a:xfrm>
              <a:off x="749309" y="1611849"/>
              <a:ext cx="314700" cy="226800"/>
            </a:xfrm>
            <a:prstGeom prst="rect">
              <a:avLst/>
            </a:pr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116" name="Google Shape;9116;p38"/>
            <p:cNvSpPr/>
            <p:nvPr/>
          </p:nvSpPr>
          <p:spPr>
            <a:xfrm>
              <a:off x="1092126" y="1611849"/>
              <a:ext cx="314700" cy="226800"/>
            </a:xfrm>
            <a:prstGeom prst="rect">
              <a:avLst/>
            </a:prstGeom>
            <a:solidFill>
              <a:srgbClr val="BAC8D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117" name="Google Shape;9117;p38"/>
            <p:cNvSpPr/>
            <p:nvPr/>
          </p:nvSpPr>
          <p:spPr>
            <a:xfrm>
              <a:off x="1434943" y="1611849"/>
              <a:ext cx="314700" cy="226800"/>
            </a:xfrm>
            <a:prstGeom prst="rect">
              <a:avLst/>
            </a:prstGeom>
            <a:solidFill>
              <a:srgbClr val="BAC8D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118" name="Google Shape;9118;p38"/>
            <p:cNvSpPr/>
            <p:nvPr/>
          </p:nvSpPr>
          <p:spPr>
            <a:xfrm>
              <a:off x="1777760" y="1611849"/>
              <a:ext cx="314700" cy="226800"/>
            </a:xfrm>
            <a:prstGeom prst="rect">
              <a:avLst/>
            </a:prstGeom>
            <a:solidFill>
              <a:srgbClr val="BAC8D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119" name="Google Shape;9119;p38"/>
            <p:cNvSpPr/>
            <p:nvPr/>
          </p:nvSpPr>
          <p:spPr>
            <a:xfrm>
              <a:off x="2120578" y="1611849"/>
              <a:ext cx="314700" cy="226800"/>
            </a:xfrm>
            <a:prstGeom prst="rect">
              <a:avLst/>
            </a:prstGeom>
            <a:solidFill>
              <a:srgbClr val="BAC8D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120" name="Google Shape;9120;p38"/>
            <p:cNvSpPr/>
            <p:nvPr/>
          </p:nvSpPr>
          <p:spPr>
            <a:xfrm>
              <a:off x="2463395" y="1611849"/>
              <a:ext cx="314700" cy="226800"/>
            </a:xfrm>
            <a:prstGeom prst="rect">
              <a:avLst/>
            </a:prstGeom>
            <a:solidFill>
              <a:srgbClr val="BAC8D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121" name="Google Shape;9121;p38"/>
            <p:cNvSpPr/>
            <p:nvPr/>
          </p:nvSpPr>
          <p:spPr>
            <a:xfrm>
              <a:off x="2806212" y="1611849"/>
              <a:ext cx="314700" cy="226800"/>
            </a:xfrm>
            <a:prstGeom prst="rect">
              <a:avLst/>
            </a:prstGeom>
            <a:solidFill>
              <a:srgbClr val="BAC8D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122" name="Google Shape;9122;p38"/>
            <p:cNvSpPr/>
            <p:nvPr/>
          </p:nvSpPr>
          <p:spPr>
            <a:xfrm>
              <a:off x="749309" y="1861404"/>
              <a:ext cx="314700" cy="226800"/>
            </a:xfrm>
            <a:prstGeom prst="rect">
              <a:avLst/>
            </a:pr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123" name="Google Shape;9123;p38"/>
            <p:cNvSpPr/>
            <p:nvPr/>
          </p:nvSpPr>
          <p:spPr>
            <a:xfrm>
              <a:off x="1092126" y="1861404"/>
              <a:ext cx="314700" cy="226800"/>
            </a:xfrm>
            <a:prstGeom prst="rect">
              <a:avLst/>
            </a:prstGeom>
            <a:solidFill>
              <a:srgbClr val="BAC8D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124" name="Google Shape;9124;p38"/>
            <p:cNvSpPr/>
            <p:nvPr/>
          </p:nvSpPr>
          <p:spPr>
            <a:xfrm>
              <a:off x="1434943" y="1861404"/>
              <a:ext cx="314700" cy="226800"/>
            </a:xfrm>
            <a:prstGeom prst="rect">
              <a:avLst/>
            </a:prstGeom>
            <a:solidFill>
              <a:srgbClr val="BAC8D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125" name="Google Shape;9125;p38"/>
            <p:cNvSpPr/>
            <p:nvPr/>
          </p:nvSpPr>
          <p:spPr>
            <a:xfrm>
              <a:off x="1777760" y="1861404"/>
              <a:ext cx="314700" cy="226800"/>
            </a:xfrm>
            <a:prstGeom prst="rect">
              <a:avLst/>
            </a:prstGeom>
            <a:solidFill>
              <a:srgbClr val="BAC8D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126" name="Google Shape;9126;p38"/>
            <p:cNvSpPr/>
            <p:nvPr/>
          </p:nvSpPr>
          <p:spPr>
            <a:xfrm>
              <a:off x="2120578" y="1861404"/>
              <a:ext cx="314700" cy="226800"/>
            </a:xfrm>
            <a:prstGeom prst="rect">
              <a:avLst/>
            </a:prstGeom>
            <a:solidFill>
              <a:srgbClr val="BAC8D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127" name="Google Shape;9127;p38"/>
            <p:cNvSpPr/>
            <p:nvPr/>
          </p:nvSpPr>
          <p:spPr>
            <a:xfrm>
              <a:off x="2463395" y="1861404"/>
              <a:ext cx="314700" cy="226800"/>
            </a:xfrm>
            <a:prstGeom prst="rect">
              <a:avLst/>
            </a:prstGeom>
            <a:solidFill>
              <a:srgbClr val="BAC8D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128" name="Google Shape;9128;p38"/>
            <p:cNvSpPr/>
            <p:nvPr/>
          </p:nvSpPr>
          <p:spPr>
            <a:xfrm>
              <a:off x="2806212" y="1861404"/>
              <a:ext cx="314700" cy="226800"/>
            </a:xfrm>
            <a:prstGeom prst="rect">
              <a:avLst/>
            </a:prstGeom>
            <a:solidFill>
              <a:srgbClr val="BAC8D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129" name="Google Shape;9129;p38"/>
            <p:cNvSpPr/>
            <p:nvPr/>
          </p:nvSpPr>
          <p:spPr>
            <a:xfrm>
              <a:off x="749309" y="1112739"/>
              <a:ext cx="314700" cy="226800"/>
            </a:xfrm>
            <a:prstGeom prst="rect">
              <a:avLst/>
            </a:pr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130" name="Google Shape;9130;p38"/>
            <p:cNvSpPr/>
            <p:nvPr/>
          </p:nvSpPr>
          <p:spPr>
            <a:xfrm>
              <a:off x="1434877" y="1258345"/>
              <a:ext cx="1685700" cy="78600"/>
            </a:xfrm>
            <a:prstGeom prst="rect">
              <a:avLst/>
            </a:prstGeom>
            <a:solidFill>
              <a:srgbClr val="7994A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131" name="Google Shape;9131;p38"/>
            <p:cNvSpPr/>
            <p:nvPr/>
          </p:nvSpPr>
          <p:spPr>
            <a:xfrm>
              <a:off x="1777683" y="2010641"/>
              <a:ext cx="1000200" cy="78600"/>
            </a:xfrm>
            <a:prstGeom prst="rect">
              <a:avLst/>
            </a:prstGeom>
            <a:solidFill>
              <a:srgbClr val="7994A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132" name="Google Shape;9132;p38"/>
            <p:cNvSpPr/>
            <p:nvPr/>
          </p:nvSpPr>
          <p:spPr>
            <a:xfrm>
              <a:off x="1092070" y="1759876"/>
              <a:ext cx="657600" cy="78600"/>
            </a:xfrm>
            <a:prstGeom prst="rect">
              <a:avLst/>
            </a:prstGeom>
            <a:solidFill>
              <a:srgbClr val="7994A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133" name="Google Shape;9133;p38"/>
            <p:cNvSpPr/>
            <p:nvPr/>
          </p:nvSpPr>
          <p:spPr>
            <a:xfrm>
              <a:off x="2463277" y="1759876"/>
              <a:ext cx="657600" cy="78600"/>
            </a:xfrm>
            <a:prstGeom prst="rect">
              <a:avLst/>
            </a:prstGeom>
            <a:solidFill>
              <a:srgbClr val="7994A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aphicFrame>
        <p:nvGraphicFramePr>
          <p:cNvPr id="9134" name="Google Shape;9134;p38"/>
          <p:cNvGraphicFramePr/>
          <p:nvPr/>
        </p:nvGraphicFramePr>
        <p:xfrm>
          <a:off x="5935863" y="996300"/>
          <a:ext cx="3000000" cy="3000000"/>
        </p:xfrm>
        <a:graphic>
          <a:graphicData uri="http://schemas.openxmlformats.org/drawingml/2006/table">
            <a:tbl>
              <a:tblPr>
                <a:noFill/>
                <a:tableStyleId>{E86E1B4E-5DC7-409D-9179-48FB84E890DD}</a:tableStyleId>
              </a:tblPr>
              <a:tblGrid>
                <a:gridCol w="622825"/>
                <a:gridCol w="622825"/>
                <a:gridCol w="622825"/>
                <a:gridCol w="622825"/>
              </a:tblGrid>
              <a:tr h="325475">
                <a:tc>
                  <a:txBody>
                    <a:bodyPr/>
                    <a:lstStyle/>
                    <a:p>
                      <a:pPr indent="0" lvl="0" marL="0" marR="0" rtl="0" algn="l">
                        <a:lnSpc>
                          <a:spcPct val="100000"/>
                        </a:lnSpc>
                        <a:spcBef>
                          <a:spcPts val="0"/>
                        </a:spcBef>
                        <a:spcAft>
                          <a:spcPts val="0"/>
                        </a:spcAft>
                        <a:buClr>
                          <a:srgbClr val="000000"/>
                        </a:buClr>
                        <a:buSzPts val="200"/>
                        <a:buFont typeface="Arial"/>
                        <a:buNone/>
                      </a:pPr>
                      <a:r>
                        <a:t/>
                      </a:r>
                      <a:endParaRPr sz="200" u="none" cap="none" strike="noStrike"/>
                    </a:p>
                  </a:txBody>
                  <a:tcPr marT="91425" marB="91425" marR="91425" marL="91425">
                    <a:lnL cap="flat" cmpd="sng" w="9525">
                      <a:solidFill>
                        <a:srgbClr val="0E2A47"/>
                      </a:solidFill>
                      <a:prstDash val="solid"/>
                      <a:round/>
                      <a:headEnd len="sm" w="sm" type="none"/>
                      <a:tailEnd len="sm" w="sm" type="none"/>
                    </a:lnL>
                    <a:lnR cap="flat" cmpd="sng" w="9525">
                      <a:solidFill>
                        <a:srgbClr val="0E2A47"/>
                      </a:solidFill>
                      <a:prstDash val="solid"/>
                      <a:round/>
                      <a:headEnd len="sm" w="sm" type="none"/>
                      <a:tailEnd len="sm" w="sm" type="none"/>
                    </a:lnR>
                    <a:lnT cap="flat" cmpd="sng" w="9525">
                      <a:solidFill>
                        <a:srgbClr val="0E2A47"/>
                      </a:solidFill>
                      <a:prstDash val="solid"/>
                      <a:round/>
                      <a:headEnd len="sm" w="sm" type="none"/>
                      <a:tailEnd len="sm" w="sm" type="none"/>
                    </a:lnT>
                    <a:lnB cap="flat" cmpd="sng" w="9525">
                      <a:solidFill>
                        <a:srgbClr val="0E2A47"/>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000000"/>
                        </a:buClr>
                        <a:buSzPts val="200"/>
                        <a:buFont typeface="Arial"/>
                        <a:buNone/>
                      </a:pPr>
                      <a:r>
                        <a:t/>
                      </a:r>
                      <a:endParaRPr sz="200" u="none" cap="none" strike="noStrike"/>
                    </a:p>
                  </a:txBody>
                  <a:tcPr marT="91425" marB="91425" marR="91425" marL="91425">
                    <a:lnL cap="flat" cmpd="sng" w="9525">
                      <a:solidFill>
                        <a:srgbClr val="0E2A47"/>
                      </a:solidFill>
                      <a:prstDash val="solid"/>
                      <a:round/>
                      <a:headEnd len="sm" w="sm" type="none"/>
                      <a:tailEnd len="sm" w="sm" type="none"/>
                    </a:lnL>
                    <a:lnR cap="flat" cmpd="sng" w="9525">
                      <a:solidFill>
                        <a:srgbClr val="0E2A47"/>
                      </a:solidFill>
                      <a:prstDash val="solid"/>
                      <a:round/>
                      <a:headEnd len="sm" w="sm" type="none"/>
                      <a:tailEnd len="sm" w="sm" type="none"/>
                    </a:lnR>
                    <a:lnT cap="flat" cmpd="sng" w="9525">
                      <a:solidFill>
                        <a:srgbClr val="0E2A47"/>
                      </a:solidFill>
                      <a:prstDash val="solid"/>
                      <a:round/>
                      <a:headEnd len="sm" w="sm" type="none"/>
                      <a:tailEnd len="sm" w="sm" type="none"/>
                    </a:lnT>
                    <a:lnB cap="flat" cmpd="sng" w="9525">
                      <a:solidFill>
                        <a:srgbClr val="0E2A47"/>
                      </a:solidFill>
                      <a:prstDash val="solid"/>
                      <a:round/>
                      <a:headEnd len="sm" w="sm" type="none"/>
                      <a:tailEnd len="sm" w="sm" type="none"/>
                    </a:lnB>
                    <a:solidFill>
                      <a:srgbClr val="869FB1"/>
                    </a:solidFill>
                  </a:tcPr>
                </a:tc>
                <a:tc>
                  <a:txBody>
                    <a:bodyPr/>
                    <a:lstStyle/>
                    <a:p>
                      <a:pPr indent="0" lvl="0" marL="0" marR="0" rtl="0" algn="l">
                        <a:lnSpc>
                          <a:spcPct val="100000"/>
                        </a:lnSpc>
                        <a:spcBef>
                          <a:spcPts val="0"/>
                        </a:spcBef>
                        <a:spcAft>
                          <a:spcPts val="0"/>
                        </a:spcAft>
                        <a:buClr>
                          <a:srgbClr val="000000"/>
                        </a:buClr>
                        <a:buSzPts val="200"/>
                        <a:buFont typeface="Arial"/>
                        <a:buNone/>
                      </a:pPr>
                      <a:r>
                        <a:t/>
                      </a:r>
                      <a:endParaRPr sz="200" u="none" cap="none" strike="noStrike"/>
                    </a:p>
                  </a:txBody>
                  <a:tcPr marT="91425" marB="91425" marR="91425" marL="91425">
                    <a:lnL cap="flat" cmpd="sng" w="9525">
                      <a:solidFill>
                        <a:srgbClr val="0E2A47"/>
                      </a:solidFill>
                      <a:prstDash val="solid"/>
                      <a:round/>
                      <a:headEnd len="sm" w="sm" type="none"/>
                      <a:tailEnd len="sm" w="sm" type="none"/>
                    </a:lnL>
                    <a:lnR cap="flat" cmpd="sng" w="9525">
                      <a:solidFill>
                        <a:srgbClr val="0E2A47"/>
                      </a:solidFill>
                      <a:prstDash val="solid"/>
                      <a:round/>
                      <a:headEnd len="sm" w="sm" type="none"/>
                      <a:tailEnd len="sm" w="sm" type="none"/>
                    </a:lnR>
                    <a:lnT cap="flat" cmpd="sng" w="9525">
                      <a:solidFill>
                        <a:srgbClr val="0E2A47"/>
                      </a:solidFill>
                      <a:prstDash val="solid"/>
                      <a:round/>
                      <a:headEnd len="sm" w="sm" type="none"/>
                      <a:tailEnd len="sm" w="sm" type="none"/>
                    </a:lnT>
                    <a:lnB cap="flat" cmpd="sng" w="9525">
                      <a:solidFill>
                        <a:srgbClr val="0E2A47"/>
                      </a:solidFill>
                      <a:prstDash val="solid"/>
                      <a:round/>
                      <a:headEnd len="sm" w="sm" type="none"/>
                      <a:tailEnd len="sm" w="sm" type="none"/>
                    </a:lnB>
                    <a:solidFill>
                      <a:srgbClr val="869FB1"/>
                    </a:solidFill>
                  </a:tcPr>
                </a:tc>
                <a:tc>
                  <a:txBody>
                    <a:bodyPr/>
                    <a:lstStyle/>
                    <a:p>
                      <a:pPr indent="0" lvl="0" marL="0" marR="0" rtl="0" algn="l">
                        <a:lnSpc>
                          <a:spcPct val="100000"/>
                        </a:lnSpc>
                        <a:spcBef>
                          <a:spcPts val="0"/>
                        </a:spcBef>
                        <a:spcAft>
                          <a:spcPts val="0"/>
                        </a:spcAft>
                        <a:buClr>
                          <a:srgbClr val="000000"/>
                        </a:buClr>
                        <a:buSzPts val="200"/>
                        <a:buFont typeface="Arial"/>
                        <a:buNone/>
                      </a:pPr>
                      <a:r>
                        <a:t/>
                      </a:r>
                      <a:endParaRPr sz="200" u="none" cap="none" strike="noStrike"/>
                    </a:p>
                  </a:txBody>
                  <a:tcPr marT="91425" marB="91425" marR="91425" marL="91425">
                    <a:lnL cap="flat" cmpd="sng" w="9525">
                      <a:solidFill>
                        <a:srgbClr val="0E2A47"/>
                      </a:solidFill>
                      <a:prstDash val="solid"/>
                      <a:round/>
                      <a:headEnd len="sm" w="sm" type="none"/>
                      <a:tailEnd len="sm" w="sm" type="none"/>
                    </a:lnL>
                    <a:lnR cap="flat" cmpd="sng" w="9525">
                      <a:solidFill>
                        <a:srgbClr val="0E2A47"/>
                      </a:solidFill>
                      <a:prstDash val="solid"/>
                      <a:round/>
                      <a:headEnd len="sm" w="sm" type="none"/>
                      <a:tailEnd len="sm" w="sm" type="none"/>
                    </a:lnR>
                    <a:lnT cap="flat" cmpd="sng" w="9525">
                      <a:solidFill>
                        <a:srgbClr val="0E2A47"/>
                      </a:solidFill>
                      <a:prstDash val="solid"/>
                      <a:round/>
                      <a:headEnd len="sm" w="sm" type="none"/>
                      <a:tailEnd len="sm" w="sm" type="none"/>
                    </a:lnT>
                    <a:lnB cap="flat" cmpd="sng" w="9525">
                      <a:solidFill>
                        <a:srgbClr val="0E2A47"/>
                      </a:solidFill>
                      <a:prstDash val="solid"/>
                      <a:round/>
                      <a:headEnd len="sm" w="sm" type="none"/>
                      <a:tailEnd len="sm" w="sm" type="none"/>
                    </a:lnB>
                    <a:solidFill>
                      <a:srgbClr val="869FB1"/>
                    </a:solidFill>
                  </a:tcPr>
                </a:tc>
              </a:tr>
              <a:tr h="325475">
                <a:tc>
                  <a:txBody>
                    <a:bodyPr/>
                    <a:lstStyle/>
                    <a:p>
                      <a:pPr indent="0" lvl="0" marL="0" marR="0" rtl="0" algn="l">
                        <a:lnSpc>
                          <a:spcPct val="100000"/>
                        </a:lnSpc>
                        <a:spcBef>
                          <a:spcPts val="0"/>
                        </a:spcBef>
                        <a:spcAft>
                          <a:spcPts val="0"/>
                        </a:spcAft>
                        <a:buClr>
                          <a:srgbClr val="000000"/>
                        </a:buClr>
                        <a:buSzPts val="200"/>
                        <a:buFont typeface="Arial"/>
                        <a:buNone/>
                      </a:pPr>
                      <a:r>
                        <a:t/>
                      </a:r>
                      <a:endParaRPr sz="200" u="none" cap="none" strike="noStrike"/>
                    </a:p>
                  </a:txBody>
                  <a:tcPr marT="91425" marB="91425" marR="91425" marL="91425">
                    <a:lnL cap="flat" cmpd="sng" w="9525">
                      <a:solidFill>
                        <a:srgbClr val="0E2A47"/>
                      </a:solidFill>
                      <a:prstDash val="solid"/>
                      <a:round/>
                      <a:headEnd len="sm" w="sm" type="none"/>
                      <a:tailEnd len="sm" w="sm" type="none"/>
                    </a:lnL>
                    <a:lnR cap="flat" cmpd="sng" w="9525">
                      <a:solidFill>
                        <a:srgbClr val="0E2A47"/>
                      </a:solidFill>
                      <a:prstDash val="solid"/>
                      <a:round/>
                      <a:headEnd len="sm" w="sm" type="none"/>
                      <a:tailEnd len="sm" w="sm" type="none"/>
                    </a:lnR>
                    <a:lnT cap="flat" cmpd="sng" w="9525">
                      <a:solidFill>
                        <a:srgbClr val="0E2A47"/>
                      </a:solidFill>
                      <a:prstDash val="solid"/>
                      <a:round/>
                      <a:headEnd len="sm" w="sm" type="none"/>
                      <a:tailEnd len="sm" w="sm" type="none"/>
                    </a:lnT>
                    <a:lnB cap="flat" cmpd="sng" w="9525">
                      <a:solidFill>
                        <a:srgbClr val="0E2A47"/>
                      </a:solidFill>
                      <a:prstDash val="solid"/>
                      <a:round/>
                      <a:headEnd len="sm" w="sm" type="none"/>
                      <a:tailEnd len="sm" w="sm" type="none"/>
                    </a:lnB>
                    <a:solidFill>
                      <a:srgbClr val="869FB1"/>
                    </a:solidFill>
                  </a:tcPr>
                </a:tc>
                <a:tc>
                  <a:txBody>
                    <a:bodyPr/>
                    <a:lstStyle/>
                    <a:p>
                      <a:pPr indent="0" lvl="0" marL="0" marR="0" rtl="0" algn="l">
                        <a:lnSpc>
                          <a:spcPct val="100000"/>
                        </a:lnSpc>
                        <a:spcBef>
                          <a:spcPts val="0"/>
                        </a:spcBef>
                        <a:spcAft>
                          <a:spcPts val="0"/>
                        </a:spcAft>
                        <a:buClr>
                          <a:srgbClr val="000000"/>
                        </a:buClr>
                        <a:buSzPts val="200"/>
                        <a:buFont typeface="Arial"/>
                        <a:buNone/>
                      </a:pPr>
                      <a:r>
                        <a:t/>
                      </a:r>
                      <a:endParaRPr sz="200" u="none" cap="none" strike="noStrike"/>
                    </a:p>
                  </a:txBody>
                  <a:tcPr marT="91425" marB="91425" marR="91425" marL="91425">
                    <a:lnL cap="flat" cmpd="sng" w="9525">
                      <a:solidFill>
                        <a:srgbClr val="0E2A47"/>
                      </a:solidFill>
                      <a:prstDash val="solid"/>
                      <a:round/>
                      <a:headEnd len="sm" w="sm" type="none"/>
                      <a:tailEnd len="sm" w="sm" type="none"/>
                    </a:lnL>
                    <a:lnR cap="flat" cmpd="sng" w="9525">
                      <a:solidFill>
                        <a:srgbClr val="0E2A47"/>
                      </a:solidFill>
                      <a:prstDash val="solid"/>
                      <a:round/>
                      <a:headEnd len="sm" w="sm" type="none"/>
                      <a:tailEnd len="sm" w="sm" type="none"/>
                    </a:lnR>
                    <a:lnT cap="flat" cmpd="sng" w="9525">
                      <a:solidFill>
                        <a:srgbClr val="0E2A47"/>
                      </a:solidFill>
                      <a:prstDash val="solid"/>
                      <a:round/>
                      <a:headEnd len="sm" w="sm" type="none"/>
                      <a:tailEnd len="sm" w="sm" type="none"/>
                    </a:lnT>
                    <a:lnB cap="flat" cmpd="sng" w="9525">
                      <a:solidFill>
                        <a:srgbClr val="0E2A47"/>
                      </a:solidFill>
                      <a:prstDash val="solid"/>
                      <a:round/>
                      <a:headEnd len="sm" w="sm" type="none"/>
                      <a:tailEnd len="sm" w="sm" type="none"/>
                    </a:lnB>
                    <a:solidFill>
                      <a:srgbClr val="A5B7C5"/>
                    </a:solidFill>
                  </a:tcPr>
                </a:tc>
                <a:tc>
                  <a:txBody>
                    <a:bodyPr/>
                    <a:lstStyle/>
                    <a:p>
                      <a:pPr indent="0" lvl="0" marL="0" marR="0" rtl="0" algn="l">
                        <a:lnSpc>
                          <a:spcPct val="100000"/>
                        </a:lnSpc>
                        <a:spcBef>
                          <a:spcPts val="0"/>
                        </a:spcBef>
                        <a:spcAft>
                          <a:spcPts val="0"/>
                        </a:spcAft>
                        <a:buClr>
                          <a:srgbClr val="000000"/>
                        </a:buClr>
                        <a:buSzPts val="200"/>
                        <a:buFont typeface="Arial"/>
                        <a:buNone/>
                      </a:pPr>
                      <a:r>
                        <a:t/>
                      </a:r>
                      <a:endParaRPr sz="200" u="none" cap="none" strike="noStrike"/>
                    </a:p>
                  </a:txBody>
                  <a:tcPr marT="91425" marB="91425" marR="91425" marL="91425">
                    <a:lnL cap="flat" cmpd="sng" w="9525">
                      <a:solidFill>
                        <a:srgbClr val="0E2A47"/>
                      </a:solidFill>
                      <a:prstDash val="solid"/>
                      <a:round/>
                      <a:headEnd len="sm" w="sm" type="none"/>
                      <a:tailEnd len="sm" w="sm" type="none"/>
                    </a:lnL>
                    <a:lnR cap="flat" cmpd="sng" w="9525">
                      <a:solidFill>
                        <a:srgbClr val="0E2A47"/>
                      </a:solidFill>
                      <a:prstDash val="solid"/>
                      <a:round/>
                      <a:headEnd len="sm" w="sm" type="none"/>
                      <a:tailEnd len="sm" w="sm" type="none"/>
                    </a:lnR>
                    <a:lnT cap="flat" cmpd="sng" w="9525">
                      <a:solidFill>
                        <a:srgbClr val="0E2A47"/>
                      </a:solidFill>
                      <a:prstDash val="solid"/>
                      <a:round/>
                      <a:headEnd len="sm" w="sm" type="none"/>
                      <a:tailEnd len="sm" w="sm" type="none"/>
                    </a:lnT>
                    <a:lnB cap="flat" cmpd="sng" w="9525">
                      <a:solidFill>
                        <a:srgbClr val="0E2A47"/>
                      </a:solidFill>
                      <a:prstDash val="solid"/>
                      <a:round/>
                      <a:headEnd len="sm" w="sm" type="none"/>
                      <a:tailEnd len="sm" w="sm" type="none"/>
                    </a:lnB>
                    <a:solidFill>
                      <a:srgbClr val="A5B7C5"/>
                    </a:solidFill>
                  </a:tcPr>
                </a:tc>
                <a:tc>
                  <a:txBody>
                    <a:bodyPr/>
                    <a:lstStyle/>
                    <a:p>
                      <a:pPr indent="0" lvl="0" marL="0" marR="0" rtl="0" algn="l">
                        <a:lnSpc>
                          <a:spcPct val="100000"/>
                        </a:lnSpc>
                        <a:spcBef>
                          <a:spcPts val="0"/>
                        </a:spcBef>
                        <a:spcAft>
                          <a:spcPts val="0"/>
                        </a:spcAft>
                        <a:buClr>
                          <a:srgbClr val="000000"/>
                        </a:buClr>
                        <a:buSzPts val="200"/>
                        <a:buFont typeface="Arial"/>
                        <a:buNone/>
                      </a:pPr>
                      <a:r>
                        <a:t/>
                      </a:r>
                      <a:endParaRPr sz="200" u="none" cap="none" strike="noStrike"/>
                    </a:p>
                  </a:txBody>
                  <a:tcPr marT="91425" marB="91425" marR="91425" marL="91425">
                    <a:lnL cap="flat" cmpd="sng" w="9525">
                      <a:solidFill>
                        <a:srgbClr val="0E2A47"/>
                      </a:solidFill>
                      <a:prstDash val="solid"/>
                      <a:round/>
                      <a:headEnd len="sm" w="sm" type="none"/>
                      <a:tailEnd len="sm" w="sm" type="none"/>
                    </a:lnL>
                    <a:lnR cap="flat" cmpd="sng" w="9525">
                      <a:solidFill>
                        <a:srgbClr val="0E2A47"/>
                      </a:solidFill>
                      <a:prstDash val="solid"/>
                      <a:round/>
                      <a:headEnd len="sm" w="sm" type="none"/>
                      <a:tailEnd len="sm" w="sm" type="none"/>
                    </a:lnR>
                    <a:lnT cap="flat" cmpd="sng" w="9525">
                      <a:solidFill>
                        <a:srgbClr val="0E2A47"/>
                      </a:solidFill>
                      <a:prstDash val="solid"/>
                      <a:round/>
                      <a:headEnd len="sm" w="sm" type="none"/>
                      <a:tailEnd len="sm" w="sm" type="none"/>
                    </a:lnT>
                    <a:lnB cap="flat" cmpd="sng" w="9525">
                      <a:solidFill>
                        <a:srgbClr val="0E2A47"/>
                      </a:solidFill>
                      <a:prstDash val="solid"/>
                      <a:round/>
                      <a:headEnd len="sm" w="sm" type="none"/>
                      <a:tailEnd len="sm" w="sm" type="none"/>
                    </a:lnB>
                    <a:solidFill>
                      <a:srgbClr val="A5B7C5"/>
                    </a:solidFill>
                  </a:tcPr>
                </a:tc>
              </a:tr>
              <a:tr h="325475">
                <a:tc>
                  <a:txBody>
                    <a:bodyPr/>
                    <a:lstStyle/>
                    <a:p>
                      <a:pPr indent="0" lvl="0" marL="0" marR="0" rtl="0" algn="l">
                        <a:lnSpc>
                          <a:spcPct val="100000"/>
                        </a:lnSpc>
                        <a:spcBef>
                          <a:spcPts val="0"/>
                        </a:spcBef>
                        <a:spcAft>
                          <a:spcPts val="0"/>
                        </a:spcAft>
                        <a:buClr>
                          <a:srgbClr val="000000"/>
                        </a:buClr>
                        <a:buSzPts val="200"/>
                        <a:buFont typeface="Arial"/>
                        <a:buNone/>
                      </a:pPr>
                      <a:r>
                        <a:t/>
                      </a:r>
                      <a:endParaRPr sz="200" u="none" cap="none" strike="noStrike"/>
                    </a:p>
                  </a:txBody>
                  <a:tcPr marT="91425" marB="91425" marR="91425" marL="91425">
                    <a:lnL cap="flat" cmpd="sng" w="9525">
                      <a:solidFill>
                        <a:srgbClr val="0E2A47"/>
                      </a:solidFill>
                      <a:prstDash val="solid"/>
                      <a:round/>
                      <a:headEnd len="sm" w="sm" type="none"/>
                      <a:tailEnd len="sm" w="sm" type="none"/>
                    </a:lnL>
                    <a:lnR cap="flat" cmpd="sng" w="9525">
                      <a:solidFill>
                        <a:srgbClr val="0E2A47"/>
                      </a:solidFill>
                      <a:prstDash val="solid"/>
                      <a:round/>
                      <a:headEnd len="sm" w="sm" type="none"/>
                      <a:tailEnd len="sm" w="sm" type="none"/>
                    </a:lnR>
                    <a:lnT cap="flat" cmpd="sng" w="9525">
                      <a:solidFill>
                        <a:srgbClr val="0E2A47"/>
                      </a:solidFill>
                      <a:prstDash val="solid"/>
                      <a:round/>
                      <a:headEnd len="sm" w="sm" type="none"/>
                      <a:tailEnd len="sm" w="sm" type="none"/>
                    </a:lnT>
                    <a:lnB cap="flat" cmpd="sng" w="9525">
                      <a:solidFill>
                        <a:srgbClr val="0E2A47"/>
                      </a:solidFill>
                      <a:prstDash val="solid"/>
                      <a:round/>
                      <a:headEnd len="sm" w="sm" type="none"/>
                      <a:tailEnd len="sm" w="sm" type="none"/>
                    </a:lnB>
                    <a:solidFill>
                      <a:srgbClr val="869FB1"/>
                    </a:solidFill>
                  </a:tcPr>
                </a:tc>
                <a:tc>
                  <a:txBody>
                    <a:bodyPr/>
                    <a:lstStyle/>
                    <a:p>
                      <a:pPr indent="0" lvl="0" marL="0" marR="0" rtl="0" algn="l">
                        <a:lnSpc>
                          <a:spcPct val="100000"/>
                        </a:lnSpc>
                        <a:spcBef>
                          <a:spcPts val="0"/>
                        </a:spcBef>
                        <a:spcAft>
                          <a:spcPts val="0"/>
                        </a:spcAft>
                        <a:buClr>
                          <a:srgbClr val="000000"/>
                        </a:buClr>
                        <a:buSzPts val="200"/>
                        <a:buFont typeface="Arial"/>
                        <a:buNone/>
                      </a:pPr>
                      <a:r>
                        <a:t/>
                      </a:r>
                      <a:endParaRPr sz="200" u="none" cap="none" strike="noStrike"/>
                    </a:p>
                  </a:txBody>
                  <a:tcPr marT="91425" marB="91425" marR="91425" marL="91425">
                    <a:lnL cap="flat" cmpd="sng" w="9525">
                      <a:solidFill>
                        <a:srgbClr val="0E2A47"/>
                      </a:solidFill>
                      <a:prstDash val="solid"/>
                      <a:round/>
                      <a:headEnd len="sm" w="sm" type="none"/>
                      <a:tailEnd len="sm" w="sm" type="none"/>
                    </a:lnL>
                    <a:lnR cap="flat" cmpd="sng" w="9525">
                      <a:solidFill>
                        <a:srgbClr val="0E2A47"/>
                      </a:solidFill>
                      <a:prstDash val="solid"/>
                      <a:round/>
                      <a:headEnd len="sm" w="sm" type="none"/>
                      <a:tailEnd len="sm" w="sm" type="none"/>
                    </a:lnR>
                    <a:lnT cap="flat" cmpd="sng" w="9525">
                      <a:solidFill>
                        <a:srgbClr val="0E2A47"/>
                      </a:solidFill>
                      <a:prstDash val="solid"/>
                      <a:round/>
                      <a:headEnd len="sm" w="sm" type="none"/>
                      <a:tailEnd len="sm" w="sm" type="none"/>
                    </a:lnT>
                    <a:lnB cap="flat" cmpd="sng" w="9525">
                      <a:solidFill>
                        <a:srgbClr val="0E2A47"/>
                      </a:solidFill>
                      <a:prstDash val="solid"/>
                      <a:round/>
                      <a:headEnd len="sm" w="sm" type="none"/>
                      <a:tailEnd len="sm" w="sm" type="none"/>
                    </a:lnB>
                    <a:solidFill>
                      <a:srgbClr val="A5B7C5"/>
                    </a:solidFill>
                  </a:tcPr>
                </a:tc>
                <a:tc>
                  <a:txBody>
                    <a:bodyPr/>
                    <a:lstStyle/>
                    <a:p>
                      <a:pPr indent="0" lvl="0" marL="0" marR="0" rtl="0" algn="l">
                        <a:lnSpc>
                          <a:spcPct val="100000"/>
                        </a:lnSpc>
                        <a:spcBef>
                          <a:spcPts val="0"/>
                        </a:spcBef>
                        <a:spcAft>
                          <a:spcPts val="0"/>
                        </a:spcAft>
                        <a:buClr>
                          <a:srgbClr val="000000"/>
                        </a:buClr>
                        <a:buSzPts val="200"/>
                        <a:buFont typeface="Arial"/>
                        <a:buNone/>
                      </a:pPr>
                      <a:r>
                        <a:t/>
                      </a:r>
                      <a:endParaRPr sz="200" u="none" cap="none" strike="noStrike"/>
                    </a:p>
                  </a:txBody>
                  <a:tcPr marT="91425" marB="91425" marR="91425" marL="91425">
                    <a:lnL cap="flat" cmpd="sng" w="9525">
                      <a:solidFill>
                        <a:srgbClr val="0E2A47"/>
                      </a:solidFill>
                      <a:prstDash val="solid"/>
                      <a:round/>
                      <a:headEnd len="sm" w="sm" type="none"/>
                      <a:tailEnd len="sm" w="sm" type="none"/>
                    </a:lnL>
                    <a:lnR cap="flat" cmpd="sng" w="9525">
                      <a:solidFill>
                        <a:srgbClr val="0E2A47"/>
                      </a:solidFill>
                      <a:prstDash val="solid"/>
                      <a:round/>
                      <a:headEnd len="sm" w="sm" type="none"/>
                      <a:tailEnd len="sm" w="sm" type="none"/>
                    </a:lnR>
                    <a:lnT cap="flat" cmpd="sng" w="9525">
                      <a:solidFill>
                        <a:srgbClr val="0E2A47"/>
                      </a:solidFill>
                      <a:prstDash val="solid"/>
                      <a:round/>
                      <a:headEnd len="sm" w="sm" type="none"/>
                      <a:tailEnd len="sm" w="sm" type="none"/>
                    </a:lnT>
                    <a:lnB cap="flat" cmpd="sng" w="9525">
                      <a:solidFill>
                        <a:srgbClr val="0E2A47"/>
                      </a:solidFill>
                      <a:prstDash val="solid"/>
                      <a:round/>
                      <a:headEnd len="sm" w="sm" type="none"/>
                      <a:tailEnd len="sm" w="sm" type="none"/>
                    </a:lnB>
                    <a:solidFill>
                      <a:srgbClr val="A5B7C5"/>
                    </a:solidFill>
                  </a:tcPr>
                </a:tc>
                <a:tc>
                  <a:txBody>
                    <a:bodyPr/>
                    <a:lstStyle/>
                    <a:p>
                      <a:pPr indent="0" lvl="0" marL="0" marR="0" rtl="0" algn="l">
                        <a:lnSpc>
                          <a:spcPct val="100000"/>
                        </a:lnSpc>
                        <a:spcBef>
                          <a:spcPts val="0"/>
                        </a:spcBef>
                        <a:spcAft>
                          <a:spcPts val="0"/>
                        </a:spcAft>
                        <a:buClr>
                          <a:srgbClr val="000000"/>
                        </a:buClr>
                        <a:buSzPts val="200"/>
                        <a:buFont typeface="Arial"/>
                        <a:buNone/>
                      </a:pPr>
                      <a:r>
                        <a:t/>
                      </a:r>
                      <a:endParaRPr sz="200" u="none" cap="none" strike="noStrike"/>
                    </a:p>
                  </a:txBody>
                  <a:tcPr marT="91425" marB="91425" marR="91425" marL="91425">
                    <a:lnL cap="flat" cmpd="sng" w="9525">
                      <a:solidFill>
                        <a:srgbClr val="0E2A47"/>
                      </a:solidFill>
                      <a:prstDash val="solid"/>
                      <a:round/>
                      <a:headEnd len="sm" w="sm" type="none"/>
                      <a:tailEnd len="sm" w="sm" type="none"/>
                    </a:lnL>
                    <a:lnR cap="flat" cmpd="sng" w="9525">
                      <a:solidFill>
                        <a:srgbClr val="0E2A47"/>
                      </a:solidFill>
                      <a:prstDash val="solid"/>
                      <a:round/>
                      <a:headEnd len="sm" w="sm" type="none"/>
                      <a:tailEnd len="sm" w="sm" type="none"/>
                    </a:lnR>
                    <a:lnT cap="flat" cmpd="sng" w="9525">
                      <a:solidFill>
                        <a:srgbClr val="0E2A47"/>
                      </a:solidFill>
                      <a:prstDash val="solid"/>
                      <a:round/>
                      <a:headEnd len="sm" w="sm" type="none"/>
                      <a:tailEnd len="sm" w="sm" type="none"/>
                    </a:lnT>
                    <a:lnB cap="flat" cmpd="sng" w="9525">
                      <a:solidFill>
                        <a:srgbClr val="0E2A47"/>
                      </a:solidFill>
                      <a:prstDash val="solid"/>
                      <a:round/>
                      <a:headEnd len="sm" w="sm" type="none"/>
                      <a:tailEnd len="sm" w="sm" type="none"/>
                    </a:lnB>
                    <a:solidFill>
                      <a:srgbClr val="A5B7C5"/>
                    </a:solidFill>
                  </a:tcPr>
                </a:tc>
              </a:tr>
            </a:tbl>
          </a:graphicData>
        </a:graphic>
      </p:graphicFrame>
      <p:grpSp>
        <p:nvGrpSpPr>
          <p:cNvPr id="9135" name="Google Shape;9135;p38"/>
          <p:cNvGrpSpPr/>
          <p:nvPr/>
        </p:nvGrpSpPr>
        <p:grpSpPr>
          <a:xfrm>
            <a:off x="4086504" y="2517093"/>
            <a:ext cx="1517436" cy="74460"/>
            <a:chOff x="3980086" y="2804397"/>
            <a:chExt cx="1227600" cy="66900"/>
          </a:xfrm>
        </p:grpSpPr>
        <p:sp>
          <p:nvSpPr>
            <p:cNvPr id="9136" name="Google Shape;9136;p38"/>
            <p:cNvSpPr/>
            <p:nvPr/>
          </p:nvSpPr>
          <p:spPr>
            <a:xfrm flipH="1" rot="5400000">
              <a:off x="4560736" y="2223904"/>
              <a:ext cx="66300" cy="1227600"/>
            </a:xfrm>
            <a:prstGeom prst="round2SameRect">
              <a:avLst>
                <a:gd fmla="val 50000" name="adj1"/>
                <a:gd fmla="val 50000" name="adj2"/>
              </a:avLst>
            </a:prstGeom>
            <a:solidFill>
              <a:srgbClr val="F4F6F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137" name="Google Shape;9137;p38"/>
            <p:cNvSpPr/>
            <p:nvPr/>
          </p:nvSpPr>
          <p:spPr>
            <a:xfrm flipH="1" rot="5400000">
              <a:off x="4086125" y="2698647"/>
              <a:ext cx="66900" cy="278400"/>
            </a:xfrm>
            <a:prstGeom prst="round2SameRect">
              <a:avLst>
                <a:gd fmla="val 50000" name="adj1"/>
                <a:gd fmla="val 50000" name="adj2"/>
              </a:avLst>
            </a:prstGeom>
            <a:solidFill>
              <a:srgbClr val="7994A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9138" name="Google Shape;9138;p38"/>
          <p:cNvGrpSpPr/>
          <p:nvPr/>
        </p:nvGrpSpPr>
        <p:grpSpPr>
          <a:xfrm>
            <a:off x="4711569" y="2809680"/>
            <a:ext cx="892956" cy="74460"/>
            <a:chOff x="3980086" y="2804397"/>
            <a:chExt cx="1227600" cy="66900"/>
          </a:xfrm>
        </p:grpSpPr>
        <p:sp>
          <p:nvSpPr>
            <p:cNvPr id="9139" name="Google Shape;9139;p38"/>
            <p:cNvSpPr/>
            <p:nvPr/>
          </p:nvSpPr>
          <p:spPr>
            <a:xfrm flipH="1" rot="5400000">
              <a:off x="4560736" y="2223904"/>
              <a:ext cx="66300" cy="1227600"/>
            </a:xfrm>
            <a:prstGeom prst="round2SameRect">
              <a:avLst>
                <a:gd fmla="val 50000" name="adj1"/>
                <a:gd fmla="val 50000" name="adj2"/>
              </a:avLst>
            </a:prstGeom>
            <a:solidFill>
              <a:srgbClr val="F4F6F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140" name="Google Shape;9140;p38"/>
            <p:cNvSpPr/>
            <p:nvPr/>
          </p:nvSpPr>
          <p:spPr>
            <a:xfrm flipH="1" rot="5400000">
              <a:off x="4086125" y="2698647"/>
              <a:ext cx="66900" cy="278400"/>
            </a:xfrm>
            <a:prstGeom prst="round2SameRect">
              <a:avLst>
                <a:gd fmla="val 50000" name="adj1"/>
                <a:gd fmla="val 50000" name="adj2"/>
              </a:avLst>
            </a:prstGeom>
            <a:solidFill>
              <a:srgbClr val="7994A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9141" name="Google Shape;9141;p38"/>
          <p:cNvGrpSpPr/>
          <p:nvPr/>
        </p:nvGrpSpPr>
        <p:grpSpPr>
          <a:xfrm>
            <a:off x="3344661" y="3168563"/>
            <a:ext cx="2363245" cy="1005943"/>
            <a:chOff x="3358415" y="3361302"/>
            <a:chExt cx="2363245" cy="1024695"/>
          </a:xfrm>
        </p:grpSpPr>
        <p:grpSp>
          <p:nvGrpSpPr>
            <p:cNvPr id="9142" name="Google Shape;9142;p38"/>
            <p:cNvGrpSpPr/>
            <p:nvPr/>
          </p:nvGrpSpPr>
          <p:grpSpPr>
            <a:xfrm>
              <a:off x="3358415" y="3361302"/>
              <a:ext cx="441300" cy="1024695"/>
              <a:chOff x="3358415" y="3361302"/>
              <a:chExt cx="441300" cy="1024695"/>
            </a:xfrm>
          </p:grpSpPr>
          <p:sp>
            <p:nvSpPr>
              <p:cNvPr id="9143" name="Google Shape;9143;p38"/>
              <p:cNvSpPr/>
              <p:nvPr/>
            </p:nvSpPr>
            <p:spPr>
              <a:xfrm>
                <a:off x="3358415" y="3361302"/>
                <a:ext cx="441300" cy="136500"/>
              </a:xfrm>
              <a:prstGeom prst="flowChartAlternateProcess">
                <a:avLst/>
              </a:prstGeom>
              <a:solidFill>
                <a:srgbClr val="7994A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144" name="Google Shape;9144;p38"/>
              <p:cNvSpPr/>
              <p:nvPr/>
            </p:nvSpPr>
            <p:spPr>
              <a:xfrm>
                <a:off x="3358415" y="3538947"/>
                <a:ext cx="441300" cy="136500"/>
              </a:xfrm>
              <a:prstGeom prst="flowChartAlternateProcess">
                <a:avLst/>
              </a:pr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145" name="Google Shape;9145;p38"/>
              <p:cNvSpPr/>
              <p:nvPr/>
            </p:nvSpPr>
            <p:spPr>
              <a:xfrm>
                <a:off x="3358415" y="3716591"/>
                <a:ext cx="441300" cy="136500"/>
              </a:xfrm>
              <a:prstGeom prst="flowChartAlternateProcess">
                <a:avLst/>
              </a:pr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146" name="Google Shape;9146;p38"/>
              <p:cNvSpPr/>
              <p:nvPr/>
            </p:nvSpPr>
            <p:spPr>
              <a:xfrm>
                <a:off x="3358415" y="3894236"/>
                <a:ext cx="441300" cy="136500"/>
              </a:xfrm>
              <a:prstGeom prst="flowChartAlternateProcess">
                <a:avLst/>
              </a:pr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147" name="Google Shape;9147;p38"/>
              <p:cNvSpPr/>
              <p:nvPr/>
            </p:nvSpPr>
            <p:spPr>
              <a:xfrm>
                <a:off x="3358415" y="4071866"/>
                <a:ext cx="441300" cy="136500"/>
              </a:xfrm>
              <a:prstGeom prst="flowChartAlternateProcess">
                <a:avLst/>
              </a:pr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148" name="Google Shape;9148;p38"/>
              <p:cNvSpPr/>
              <p:nvPr/>
            </p:nvSpPr>
            <p:spPr>
              <a:xfrm>
                <a:off x="3358415" y="4249497"/>
                <a:ext cx="441300" cy="136500"/>
              </a:xfrm>
              <a:prstGeom prst="flowChartAlternateProcess">
                <a:avLst/>
              </a:pr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9149" name="Google Shape;9149;p38"/>
            <p:cNvGrpSpPr/>
            <p:nvPr/>
          </p:nvGrpSpPr>
          <p:grpSpPr>
            <a:xfrm>
              <a:off x="3838901" y="3361302"/>
              <a:ext cx="441300" cy="1024695"/>
              <a:chOff x="3838901" y="3361302"/>
              <a:chExt cx="441300" cy="1024695"/>
            </a:xfrm>
          </p:grpSpPr>
          <p:sp>
            <p:nvSpPr>
              <p:cNvPr id="9150" name="Google Shape;9150;p38"/>
              <p:cNvSpPr/>
              <p:nvPr/>
            </p:nvSpPr>
            <p:spPr>
              <a:xfrm>
                <a:off x="3838901" y="3361302"/>
                <a:ext cx="441300" cy="136500"/>
              </a:xfrm>
              <a:prstGeom prst="flowChartAlternateProcess">
                <a:avLst/>
              </a:prstGeom>
              <a:solidFill>
                <a:srgbClr val="7994A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151" name="Google Shape;9151;p38"/>
              <p:cNvSpPr/>
              <p:nvPr/>
            </p:nvSpPr>
            <p:spPr>
              <a:xfrm>
                <a:off x="3838901" y="3538947"/>
                <a:ext cx="441300" cy="136500"/>
              </a:xfrm>
              <a:prstGeom prst="flowChartAlternateProcess">
                <a:avLst/>
              </a:pr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152" name="Google Shape;9152;p38"/>
              <p:cNvSpPr/>
              <p:nvPr/>
            </p:nvSpPr>
            <p:spPr>
              <a:xfrm>
                <a:off x="3838901" y="3716591"/>
                <a:ext cx="441300" cy="136500"/>
              </a:xfrm>
              <a:prstGeom prst="flowChartAlternateProcess">
                <a:avLst/>
              </a:pr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153" name="Google Shape;9153;p38"/>
              <p:cNvSpPr/>
              <p:nvPr/>
            </p:nvSpPr>
            <p:spPr>
              <a:xfrm>
                <a:off x="3838901" y="3894236"/>
                <a:ext cx="441300" cy="136500"/>
              </a:xfrm>
              <a:prstGeom prst="flowChartAlternateProcess">
                <a:avLst/>
              </a:pr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154" name="Google Shape;9154;p38"/>
              <p:cNvSpPr/>
              <p:nvPr/>
            </p:nvSpPr>
            <p:spPr>
              <a:xfrm>
                <a:off x="3838901" y="4071866"/>
                <a:ext cx="441300" cy="136500"/>
              </a:xfrm>
              <a:prstGeom prst="flowChartAlternateProcess">
                <a:avLst/>
              </a:pr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155" name="Google Shape;9155;p38"/>
              <p:cNvSpPr/>
              <p:nvPr/>
            </p:nvSpPr>
            <p:spPr>
              <a:xfrm>
                <a:off x="3838901" y="4249497"/>
                <a:ext cx="441300" cy="136500"/>
              </a:xfrm>
              <a:prstGeom prst="flowChartAlternateProcess">
                <a:avLst/>
              </a:pr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9156" name="Google Shape;9156;p38"/>
            <p:cNvGrpSpPr/>
            <p:nvPr/>
          </p:nvGrpSpPr>
          <p:grpSpPr>
            <a:xfrm>
              <a:off x="4319387" y="3361302"/>
              <a:ext cx="441300" cy="1024695"/>
              <a:chOff x="4319387" y="3361302"/>
              <a:chExt cx="441300" cy="1024695"/>
            </a:xfrm>
          </p:grpSpPr>
          <p:sp>
            <p:nvSpPr>
              <p:cNvPr id="9157" name="Google Shape;9157;p38"/>
              <p:cNvSpPr/>
              <p:nvPr/>
            </p:nvSpPr>
            <p:spPr>
              <a:xfrm>
                <a:off x="4319387" y="3361302"/>
                <a:ext cx="441300" cy="136500"/>
              </a:xfrm>
              <a:prstGeom prst="flowChartAlternateProcess">
                <a:avLst/>
              </a:prstGeom>
              <a:solidFill>
                <a:srgbClr val="7994A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158" name="Google Shape;9158;p38"/>
              <p:cNvSpPr/>
              <p:nvPr/>
            </p:nvSpPr>
            <p:spPr>
              <a:xfrm>
                <a:off x="4319387" y="3538947"/>
                <a:ext cx="441300" cy="136500"/>
              </a:xfrm>
              <a:prstGeom prst="flowChartAlternateProcess">
                <a:avLst/>
              </a:pr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159" name="Google Shape;9159;p38"/>
              <p:cNvSpPr/>
              <p:nvPr/>
            </p:nvSpPr>
            <p:spPr>
              <a:xfrm>
                <a:off x="4319387" y="3716591"/>
                <a:ext cx="441300" cy="136500"/>
              </a:xfrm>
              <a:prstGeom prst="flowChartAlternateProcess">
                <a:avLst/>
              </a:pr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160" name="Google Shape;9160;p38"/>
              <p:cNvSpPr/>
              <p:nvPr/>
            </p:nvSpPr>
            <p:spPr>
              <a:xfrm>
                <a:off x="4319387" y="3894236"/>
                <a:ext cx="441300" cy="136500"/>
              </a:xfrm>
              <a:prstGeom prst="flowChartAlternateProcess">
                <a:avLst/>
              </a:pr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161" name="Google Shape;9161;p38"/>
              <p:cNvSpPr/>
              <p:nvPr/>
            </p:nvSpPr>
            <p:spPr>
              <a:xfrm>
                <a:off x="4319387" y="4071866"/>
                <a:ext cx="441300" cy="136500"/>
              </a:xfrm>
              <a:prstGeom prst="flowChartAlternateProcess">
                <a:avLst/>
              </a:pr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162" name="Google Shape;9162;p38"/>
              <p:cNvSpPr/>
              <p:nvPr/>
            </p:nvSpPr>
            <p:spPr>
              <a:xfrm>
                <a:off x="4319387" y="4249497"/>
                <a:ext cx="441300" cy="136500"/>
              </a:xfrm>
              <a:prstGeom prst="flowChartAlternateProcess">
                <a:avLst/>
              </a:pr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9163" name="Google Shape;9163;p38"/>
            <p:cNvGrpSpPr/>
            <p:nvPr/>
          </p:nvGrpSpPr>
          <p:grpSpPr>
            <a:xfrm>
              <a:off x="4799873" y="3361302"/>
              <a:ext cx="441300" cy="1024695"/>
              <a:chOff x="4799873" y="3361302"/>
              <a:chExt cx="441300" cy="1024695"/>
            </a:xfrm>
          </p:grpSpPr>
          <p:sp>
            <p:nvSpPr>
              <p:cNvPr id="9164" name="Google Shape;9164;p38"/>
              <p:cNvSpPr/>
              <p:nvPr/>
            </p:nvSpPr>
            <p:spPr>
              <a:xfrm>
                <a:off x="4799873" y="3361302"/>
                <a:ext cx="441300" cy="136500"/>
              </a:xfrm>
              <a:prstGeom prst="flowChartAlternateProcess">
                <a:avLst/>
              </a:prstGeom>
              <a:solidFill>
                <a:srgbClr val="7994A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165" name="Google Shape;9165;p38"/>
              <p:cNvSpPr/>
              <p:nvPr/>
            </p:nvSpPr>
            <p:spPr>
              <a:xfrm>
                <a:off x="4799873" y="3538947"/>
                <a:ext cx="441300" cy="136500"/>
              </a:xfrm>
              <a:prstGeom prst="flowChartAlternateProcess">
                <a:avLst/>
              </a:pr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166" name="Google Shape;9166;p38"/>
              <p:cNvSpPr/>
              <p:nvPr/>
            </p:nvSpPr>
            <p:spPr>
              <a:xfrm>
                <a:off x="4799873" y="3716591"/>
                <a:ext cx="441300" cy="136500"/>
              </a:xfrm>
              <a:prstGeom prst="flowChartAlternateProcess">
                <a:avLst/>
              </a:pr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167" name="Google Shape;9167;p38"/>
              <p:cNvSpPr/>
              <p:nvPr/>
            </p:nvSpPr>
            <p:spPr>
              <a:xfrm>
                <a:off x="4799873" y="3894236"/>
                <a:ext cx="441300" cy="136500"/>
              </a:xfrm>
              <a:prstGeom prst="flowChartAlternateProcess">
                <a:avLst/>
              </a:pr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168" name="Google Shape;9168;p38"/>
              <p:cNvSpPr/>
              <p:nvPr/>
            </p:nvSpPr>
            <p:spPr>
              <a:xfrm>
                <a:off x="4799873" y="4071866"/>
                <a:ext cx="441300" cy="136500"/>
              </a:xfrm>
              <a:prstGeom prst="flowChartAlternateProcess">
                <a:avLst/>
              </a:pr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169" name="Google Shape;9169;p38"/>
              <p:cNvSpPr/>
              <p:nvPr/>
            </p:nvSpPr>
            <p:spPr>
              <a:xfrm>
                <a:off x="4799873" y="4249497"/>
                <a:ext cx="441300" cy="136500"/>
              </a:xfrm>
              <a:prstGeom prst="flowChartAlternateProcess">
                <a:avLst/>
              </a:pr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9170" name="Google Shape;9170;p38"/>
            <p:cNvGrpSpPr/>
            <p:nvPr/>
          </p:nvGrpSpPr>
          <p:grpSpPr>
            <a:xfrm>
              <a:off x="5280360" y="3361302"/>
              <a:ext cx="441300" cy="1024695"/>
              <a:chOff x="5280360" y="3361302"/>
              <a:chExt cx="441300" cy="1024695"/>
            </a:xfrm>
          </p:grpSpPr>
          <p:sp>
            <p:nvSpPr>
              <p:cNvPr id="9171" name="Google Shape;9171;p38"/>
              <p:cNvSpPr/>
              <p:nvPr/>
            </p:nvSpPr>
            <p:spPr>
              <a:xfrm>
                <a:off x="5280360" y="3361302"/>
                <a:ext cx="441300" cy="136500"/>
              </a:xfrm>
              <a:prstGeom prst="flowChartAlternateProcess">
                <a:avLst/>
              </a:prstGeom>
              <a:solidFill>
                <a:srgbClr val="7994A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172" name="Google Shape;9172;p38"/>
              <p:cNvSpPr/>
              <p:nvPr/>
            </p:nvSpPr>
            <p:spPr>
              <a:xfrm>
                <a:off x="5280360" y="3538947"/>
                <a:ext cx="441300" cy="136500"/>
              </a:xfrm>
              <a:prstGeom prst="flowChartAlternateProcess">
                <a:avLst/>
              </a:pr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173" name="Google Shape;9173;p38"/>
              <p:cNvSpPr/>
              <p:nvPr/>
            </p:nvSpPr>
            <p:spPr>
              <a:xfrm>
                <a:off x="5280360" y="3716591"/>
                <a:ext cx="441300" cy="136500"/>
              </a:xfrm>
              <a:prstGeom prst="flowChartAlternateProcess">
                <a:avLst/>
              </a:pr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174" name="Google Shape;9174;p38"/>
              <p:cNvSpPr/>
              <p:nvPr/>
            </p:nvSpPr>
            <p:spPr>
              <a:xfrm>
                <a:off x="5280360" y="3894236"/>
                <a:ext cx="441300" cy="136500"/>
              </a:xfrm>
              <a:prstGeom prst="flowChartAlternateProcess">
                <a:avLst/>
              </a:pr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175" name="Google Shape;9175;p38"/>
              <p:cNvSpPr/>
              <p:nvPr/>
            </p:nvSpPr>
            <p:spPr>
              <a:xfrm>
                <a:off x="5280360" y="4071866"/>
                <a:ext cx="441300" cy="136500"/>
              </a:xfrm>
              <a:prstGeom prst="flowChartAlternateProcess">
                <a:avLst/>
              </a:pr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176" name="Google Shape;9176;p38"/>
              <p:cNvSpPr/>
              <p:nvPr/>
            </p:nvSpPr>
            <p:spPr>
              <a:xfrm>
                <a:off x="5280360" y="4249497"/>
                <a:ext cx="441300" cy="136500"/>
              </a:xfrm>
              <a:prstGeom prst="flowChartAlternateProcess">
                <a:avLst/>
              </a:pr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graphicFrame>
        <p:nvGraphicFramePr>
          <p:cNvPr id="9177" name="Google Shape;9177;p38"/>
          <p:cNvGraphicFramePr/>
          <p:nvPr/>
        </p:nvGraphicFramePr>
        <p:xfrm>
          <a:off x="711088" y="2130450"/>
          <a:ext cx="3000000" cy="3000000"/>
        </p:xfrm>
        <a:graphic>
          <a:graphicData uri="http://schemas.openxmlformats.org/drawingml/2006/table">
            <a:tbl>
              <a:tblPr>
                <a:noFill/>
                <a:tableStyleId>{E86E1B4E-5DC7-409D-9179-48FB84E890DD}</a:tableStyleId>
              </a:tblPr>
              <a:tblGrid>
                <a:gridCol w="600900"/>
                <a:gridCol w="600900"/>
                <a:gridCol w="600900"/>
                <a:gridCol w="600900"/>
              </a:tblGrid>
              <a:tr h="293800">
                <a:tc>
                  <a:txBody>
                    <a:bodyPr/>
                    <a:lstStyle/>
                    <a:p>
                      <a:pPr indent="0" lvl="0" marL="0" marR="0" rtl="0" algn="l">
                        <a:lnSpc>
                          <a:spcPct val="100000"/>
                        </a:lnSpc>
                        <a:spcBef>
                          <a:spcPts val="0"/>
                        </a:spcBef>
                        <a:spcAft>
                          <a:spcPts val="0"/>
                        </a:spcAft>
                        <a:buClr>
                          <a:srgbClr val="000000"/>
                        </a:buClr>
                        <a:buSzPts val="200"/>
                        <a:buFont typeface="Arial"/>
                        <a:buNone/>
                      </a:pPr>
                      <a:r>
                        <a:t/>
                      </a:r>
                      <a:endParaRPr sz="200" u="none" cap="none" strike="noStrike"/>
                    </a:p>
                  </a:txBody>
                  <a:tcPr marT="91425" marB="91425" marR="91425" marL="91425">
                    <a:lnL cap="flat" cmpd="sng" w="19050">
                      <a:solidFill>
                        <a:srgbClr val="F2F2F2">
                          <a:alpha val="0"/>
                        </a:srgbClr>
                      </a:solidFill>
                      <a:prstDash val="solid"/>
                      <a:round/>
                      <a:headEnd len="sm" w="sm" type="none"/>
                      <a:tailEnd len="sm" w="sm" type="none"/>
                    </a:lnL>
                    <a:lnR cap="flat" cmpd="sng" w="19050">
                      <a:solidFill>
                        <a:srgbClr val="F2F2F2">
                          <a:alpha val="0"/>
                        </a:srgbClr>
                      </a:solidFill>
                      <a:prstDash val="solid"/>
                      <a:round/>
                      <a:headEnd len="sm" w="sm" type="none"/>
                      <a:tailEnd len="sm" w="sm" type="none"/>
                    </a:lnR>
                    <a:lnT cap="flat" cmpd="sng" w="19050">
                      <a:solidFill>
                        <a:srgbClr val="F2F2F2">
                          <a:alpha val="0"/>
                        </a:srgbClr>
                      </a:solidFill>
                      <a:prstDash val="solid"/>
                      <a:round/>
                      <a:headEnd len="sm" w="sm" type="none"/>
                      <a:tailEnd len="sm" w="sm" type="none"/>
                    </a:lnT>
                    <a:lnB cap="flat" cmpd="sng" w="19050">
                      <a:solidFill>
                        <a:srgbClr val="F2F2F2">
                          <a:alpha val="0"/>
                        </a:srgbClr>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000000"/>
                        </a:buClr>
                        <a:buSzPts val="200"/>
                        <a:buFont typeface="Arial"/>
                        <a:buNone/>
                      </a:pPr>
                      <a:r>
                        <a:t/>
                      </a:r>
                      <a:endParaRPr sz="200" u="none" cap="none" strike="noStrike"/>
                    </a:p>
                  </a:txBody>
                  <a:tcPr marT="91425" marB="91425" marR="91425" marL="91425">
                    <a:lnL cap="flat" cmpd="sng" w="19050">
                      <a:solidFill>
                        <a:srgbClr val="F2F2F2">
                          <a:alpha val="0"/>
                        </a:srgbClr>
                      </a:solidFill>
                      <a:prstDash val="solid"/>
                      <a:round/>
                      <a:headEnd len="sm" w="sm" type="none"/>
                      <a:tailEnd len="sm" w="sm" type="none"/>
                    </a:lnL>
                    <a:lnR cap="flat" cmpd="sng" w="19050">
                      <a:solidFill>
                        <a:srgbClr val="F2F2F2">
                          <a:alpha val="0"/>
                        </a:srgbClr>
                      </a:solidFill>
                      <a:prstDash val="solid"/>
                      <a:round/>
                      <a:headEnd len="sm" w="sm" type="none"/>
                      <a:tailEnd len="sm" w="sm" type="none"/>
                    </a:lnR>
                    <a:lnT cap="flat" cmpd="sng" w="19050">
                      <a:solidFill>
                        <a:srgbClr val="F2F2F2">
                          <a:alpha val="0"/>
                        </a:srgbClr>
                      </a:solidFill>
                      <a:prstDash val="solid"/>
                      <a:round/>
                      <a:headEnd len="sm" w="sm" type="none"/>
                      <a:tailEnd len="sm" w="sm" type="none"/>
                    </a:lnT>
                    <a:lnB cap="flat" cmpd="sng" w="19050">
                      <a:solidFill>
                        <a:srgbClr val="F2F2F2">
                          <a:alpha val="0"/>
                        </a:srgbClr>
                      </a:solidFill>
                      <a:prstDash val="solid"/>
                      <a:round/>
                      <a:headEnd len="sm" w="sm" type="none"/>
                      <a:tailEnd len="sm" w="sm" type="none"/>
                    </a:lnB>
                    <a:solidFill>
                      <a:srgbClr val="5F8195"/>
                    </a:solidFill>
                  </a:tcPr>
                </a:tc>
                <a:tc>
                  <a:txBody>
                    <a:bodyPr/>
                    <a:lstStyle/>
                    <a:p>
                      <a:pPr indent="0" lvl="0" marL="0" marR="0" rtl="0" algn="l">
                        <a:lnSpc>
                          <a:spcPct val="100000"/>
                        </a:lnSpc>
                        <a:spcBef>
                          <a:spcPts val="0"/>
                        </a:spcBef>
                        <a:spcAft>
                          <a:spcPts val="0"/>
                        </a:spcAft>
                        <a:buClr>
                          <a:srgbClr val="000000"/>
                        </a:buClr>
                        <a:buSzPts val="200"/>
                        <a:buFont typeface="Arial"/>
                        <a:buNone/>
                      </a:pPr>
                      <a:r>
                        <a:t/>
                      </a:r>
                      <a:endParaRPr sz="200" u="none" cap="none" strike="noStrike"/>
                    </a:p>
                  </a:txBody>
                  <a:tcPr marT="91425" marB="91425" marR="91425" marL="91425">
                    <a:lnL cap="flat" cmpd="sng" w="19050">
                      <a:solidFill>
                        <a:srgbClr val="F2F2F2">
                          <a:alpha val="0"/>
                        </a:srgbClr>
                      </a:solidFill>
                      <a:prstDash val="solid"/>
                      <a:round/>
                      <a:headEnd len="sm" w="sm" type="none"/>
                      <a:tailEnd len="sm" w="sm" type="none"/>
                    </a:lnL>
                    <a:lnR cap="flat" cmpd="sng" w="19050">
                      <a:solidFill>
                        <a:srgbClr val="F2F2F2">
                          <a:alpha val="0"/>
                        </a:srgbClr>
                      </a:solidFill>
                      <a:prstDash val="solid"/>
                      <a:round/>
                      <a:headEnd len="sm" w="sm" type="none"/>
                      <a:tailEnd len="sm" w="sm" type="none"/>
                    </a:lnR>
                    <a:lnT cap="flat" cmpd="sng" w="19050">
                      <a:solidFill>
                        <a:srgbClr val="F2F2F2">
                          <a:alpha val="0"/>
                        </a:srgbClr>
                      </a:solidFill>
                      <a:prstDash val="solid"/>
                      <a:round/>
                      <a:headEnd len="sm" w="sm" type="none"/>
                      <a:tailEnd len="sm" w="sm" type="none"/>
                    </a:lnT>
                    <a:lnB cap="flat" cmpd="sng" w="19050">
                      <a:solidFill>
                        <a:srgbClr val="F2F2F2">
                          <a:alpha val="0"/>
                        </a:srgbClr>
                      </a:solidFill>
                      <a:prstDash val="solid"/>
                      <a:round/>
                      <a:headEnd len="sm" w="sm" type="none"/>
                      <a:tailEnd len="sm" w="sm" type="none"/>
                    </a:lnB>
                    <a:solidFill>
                      <a:srgbClr val="5F8195"/>
                    </a:solidFill>
                  </a:tcPr>
                </a:tc>
                <a:tc>
                  <a:txBody>
                    <a:bodyPr/>
                    <a:lstStyle/>
                    <a:p>
                      <a:pPr indent="0" lvl="0" marL="0" marR="0" rtl="0" algn="l">
                        <a:lnSpc>
                          <a:spcPct val="100000"/>
                        </a:lnSpc>
                        <a:spcBef>
                          <a:spcPts val="0"/>
                        </a:spcBef>
                        <a:spcAft>
                          <a:spcPts val="0"/>
                        </a:spcAft>
                        <a:buClr>
                          <a:srgbClr val="000000"/>
                        </a:buClr>
                        <a:buSzPts val="200"/>
                        <a:buFont typeface="Arial"/>
                        <a:buNone/>
                      </a:pPr>
                      <a:r>
                        <a:t/>
                      </a:r>
                      <a:endParaRPr sz="200" u="none" cap="none" strike="noStrike"/>
                    </a:p>
                  </a:txBody>
                  <a:tcPr marT="91425" marB="91425" marR="91425" marL="91425">
                    <a:lnL cap="flat" cmpd="sng" w="19050">
                      <a:solidFill>
                        <a:srgbClr val="F2F2F2">
                          <a:alpha val="0"/>
                        </a:srgbClr>
                      </a:solidFill>
                      <a:prstDash val="solid"/>
                      <a:round/>
                      <a:headEnd len="sm" w="sm" type="none"/>
                      <a:tailEnd len="sm" w="sm" type="none"/>
                    </a:lnL>
                    <a:lnR cap="flat" cmpd="sng" w="19050">
                      <a:solidFill>
                        <a:srgbClr val="F2F2F2">
                          <a:alpha val="0"/>
                        </a:srgbClr>
                      </a:solidFill>
                      <a:prstDash val="solid"/>
                      <a:round/>
                      <a:headEnd len="sm" w="sm" type="none"/>
                      <a:tailEnd len="sm" w="sm" type="none"/>
                    </a:lnR>
                    <a:lnT cap="flat" cmpd="sng" w="19050">
                      <a:solidFill>
                        <a:srgbClr val="F2F2F2">
                          <a:alpha val="0"/>
                        </a:srgbClr>
                      </a:solidFill>
                      <a:prstDash val="solid"/>
                      <a:round/>
                      <a:headEnd len="sm" w="sm" type="none"/>
                      <a:tailEnd len="sm" w="sm" type="none"/>
                    </a:lnT>
                    <a:lnB cap="flat" cmpd="sng" w="19050">
                      <a:solidFill>
                        <a:srgbClr val="F2F2F2">
                          <a:alpha val="0"/>
                        </a:srgbClr>
                      </a:solidFill>
                      <a:prstDash val="solid"/>
                      <a:round/>
                      <a:headEnd len="sm" w="sm" type="none"/>
                      <a:tailEnd len="sm" w="sm" type="none"/>
                    </a:lnB>
                    <a:solidFill>
                      <a:srgbClr val="5F8195"/>
                    </a:solidFill>
                  </a:tcPr>
                </a:tc>
              </a:tr>
              <a:tr h="293800">
                <a:tc>
                  <a:txBody>
                    <a:bodyPr/>
                    <a:lstStyle/>
                    <a:p>
                      <a:pPr indent="0" lvl="0" marL="0" marR="0" rtl="0" algn="l">
                        <a:lnSpc>
                          <a:spcPct val="100000"/>
                        </a:lnSpc>
                        <a:spcBef>
                          <a:spcPts val="0"/>
                        </a:spcBef>
                        <a:spcAft>
                          <a:spcPts val="0"/>
                        </a:spcAft>
                        <a:buClr>
                          <a:srgbClr val="000000"/>
                        </a:buClr>
                        <a:buSzPts val="200"/>
                        <a:buFont typeface="Arial"/>
                        <a:buNone/>
                      </a:pPr>
                      <a:r>
                        <a:t/>
                      </a:r>
                      <a:endParaRPr sz="200" u="none" cap="none" strike="noStrike"/>
                    </a:p>
                  </a:txBody>
                  <a:tcPr marT="91425" marB="91425" marR="91425" marL="91425">
                    <a:lnL cap="flat" cmpd="sng" w="19050">
                      <a:solidFill>
                        <a:srgbClr val="F2F2F2">
                          <a:alpha val="0"/>
                        </a:srgbClr>
                      </a:solidFill>
                      <a:prstDash val="solid"/>
                      <a:round/>
                      <a:headEnd len="sm" w="sm" type="none"/>
                      <a:tailEnd len="sm" w="sm" type="none"/>
                    </a:lnL>
                    <a:lnR cap="flat" cmpd="sng" w="19050">
                      <a:solidFill>
                        <a:srgbClr val="F2F2F2">
                          <a:alpha val="0"/>
                        </a:srgbClr>
                      </a:solidFill>
                      <a:prstDash val="solid"/>
                      <a:round/>
                      <a:headEnd len="sm" w="sm" type="none"/>
                      <a:tailEnd len="sm" w="sm" type="none"/>
                    </a:lnR>
                    <a:lnT cap="flat" cmpd="sng" w="19050">
                      <a:solidFill>
                        <a:srgbClr val="F2F2F2">
                          <a:alpha val="0"/>
                        </a:srgbClr>
                      </a:solidFill>
                      <a:prstDash val="solid"/>
                      <a:round/>
                      <a:headEnd len="sm" w="sm" type="none"/>
                      <a:tailEnd len="sm" w="sm" type="none"/>
                    </a:lnT>
                    <a:lnB cap="flat" cmpd="sng" w="19050">
                      <a:solidFill>
                        <a:srgbClr val="F2F2F2">
                          <a:alpha val="0"/>
                        </a:srgbClr>
                      </a:solidFill>
                      <a:prstDash val="solid"/>
                      <a:round/>
                      <a:headEnd len="sm" w="sm" type="none"/>
                      <a:tailEnd len="sm" w="sm" type="none"/>
                    </a:lnB>
                    <a:solidFill>
                      <a:srgbClr val="869FB1"/>
                    </a:solidFill>
                  </a:tcPr>
                </a:tc>
                <a:tc>
                  <a:txBody>
                    <a:bodyPr/>
                    <a:lstStyle/>
                    <a:p>
                      <a:pPr indent="0" lvl="0" marL="0" marR="0" rtl="0" algn="l">
                        <a:lnSpc>
                          <a:spcPct val="100000"/>
                        </a:lnSpc>
                        <a:spcBef>
                          <a:spcPts val="0"/>
                        </a:spcBef>
                        <a:spcAft>
                          <a:spcPts val="0"/>
                        </a:spcAft>
                        <a:buClr>
                          <a:srgbClr val="000000"/>
                        </a:buClr>
                        <a:buSzPts val="200"/>
                        <a:buFont typeface="Arial"/>
                        <a:buNone/>
                      </a:pPr>
                      <a:r>
                        <a:t/>
                      </a:r>
                      <a:endParaRPr sz="200" u="none" cap="none" strike="noStrike"/>
                    </a:p>
                  </a:txBody>
                  <a:tcPr marT="91425" marB="91425" marR="91425" marL="91425">
                    <a:lnL cap="flat" cmpd="sng" w="19050">
                      <a:solidFill>
                        <a:srgbClr val="F2F2F2">
                          <a:alpha val="0"/>
                        </a:srgbClr>
                      </a:solidFill>
                      <a:prstDash val="solid"/>
                      <a:round/>
                      <a:headEnd len="sm" w="sm" type="none"/>
                      <a:tailEnd len="sm" w="sm" type="none"/>
                    </a:lnL>
                    <a:lnR cap="flat" cmpd="sng" w="19050">
                      <a:solidFill>
                        <a:srgbClr val="F2F2F2">
                          <a:alpha val="0"/>
                        </a:srgbClr>
                      </a:solidFill>
                      <a:prstDash val="solid"/>
                      <a:round/>
                      <a:headEnd len="sm" w="sm" type="none"/>
                      <a:tailEnd len="sm" w="sm" type="none"/>
                    </a:lnR>
                    <a:lnT cap="flat" cmpd="sng" w="19050">
                      <a:solidFill>
                        <a:srgbClr val="F2F2F2">
                          <a:alpha val="0"/>
                        </a:srgbClr>
                      </a:solidFill>
                      <a:prstDash val="solid"/>
                      <a:round/>
                      <a:headEnd len="sm" w="sm" type="none"/>
                      <a:tailEnd len="sm" w="sm" type="none"/>
                    </a:lnT>
                    <a:lnB cap="flat" cmpd="sng" w="19050">
                      <a:solidFill>
                        <a:srgbClr val="F2F2F2">
                          <a:alpha val="0"/>
                        </a:srgbClr>
                      </a:solidFill>
                      <a:prstDash val="solid"/>
                      <a:round/>
                      <a:headEnd len="sm" w="sm" type="none"/>
                      <a:tailEnd len="sm" w="sm" type="none"/>
                    </a:lnB>
                    <a:solidFill>
                      <a:srgbClr val="A5B7C5"/>
                    </a:solidFill>
                  </a:tcPr>
                </a:tc>
                <a:tc>
                  <a:txBody>
                    <a:bodyPr/>
                    <a:lstStyle/>
                    <a:p>
                      <a:pPr indent="0" lvl="0" marL="0" marR="0" rtl="0" algn="l">
                        <a:lnSpc>
                          <a:spcPct val="100000"/>
                        </a:lnSpc>
                        <a:spcBef>
                          <a:spcPts val="0"/>
                        </a:spcBef>
                        <a:spcAft>
                          <a:spcPts val="0"/>
                        </a:spcAft>
                        <a:buClr>
                          <a:srgbClr val="000000"/>
                        </a:buClr>
                        <a:buSzPts val="200"/>
                        <a:buFont typeface="Arial"/>
                        <a:buNone/>
                      </a:pPr>
                      <a:r>
                        <a:t/>
                      </a:r>
                      <a:endParaRPr sz="200" u="none" cap="none" strike="noStrike"/>
                    </a:p>
                  </a:txBody>
                  <a:tcPr marT="91425" marB="91425" marR="91425" marL="91425">
                    <a:lnL cap="flat" cmpd="sng" w="19050">
                      <a:solidFill>
                        <a:srgbClr val="F2F2F2">
                          <a:alpha val="0"/>
                        </a:srgbClr>
                      </a:solidFill>
                      <a:prstDash val="solid"/>
                      <a:round/>
                      <a:headEnd len="sm" w="sm" type="none"/>
                      <a:tailEnd len="sm" w="sm" type="none"/>
                    </a:lnL>
                    <a:lnR cap="flat" cmpd="sng" w="19050">
                      <a:solidFill>
                        <a:srgbClr val="F2F2F2">
                          <a:alpha val="0"/>
                        </a:srgbClr>
                      </a:solidFill>
                      <a:prstDash val="solid"/>
                      <a:round/>
                      <a:headEnd len="sm" w="sm" type="none"/>
                      <a:tailEnd len="sm" w="sm" type="none"/>
                    </a:lnR>
                    <a:lnT cap="flat" cmpd="sng" w="19050">
                      <a:solidFill>
                        <a:srgbClr val="F2F2F2">
                          <a:alpha val="0"/>
                        </a:srgbClr>
                      </a:solidFill>
                      <a:prstDash val="solid"/>
                      <a:round/>
                      <a:headEnd len="sm" w="sm" type="none"/>
                      <a:tailEnd len="sm" w="sm" type="none"/>
                    </a:lnT>
                    <a:lnB cap="flat" cmpd="sng" w="19050">
                      <a:solidFill>
                        <a:srgbClr val="F2F2F2">
                          <a:alpha val="0"/>
                        </a:srgbClr>
                      </a:solidFill>
                      <a:prstDash val="solid"/>
                      <a:round/>
                      <a:headEnd len="sm" w="sm" type="none"/>
                      <a:tailEnd len="sm" w="sm" type="none"/>
                    </a:lnB>
                    <a:solidFill>
                      <a:srgbClr val="A5B7C5"/>
                    </a:solidFill>
                  </a:tcPr>
                </a:tc>
                <a:tc>
                  <a:txBody>
                    <a:bodyPr/>
                    <a:lstStyle/>
                    <a:p>
                      <a:pPr indent="0" lvl="0" marL="0" marR="0" rtl="0" algn="l">
                        <a:lnSpc>
                          <a:spcPct val="100000"/>
                        </a:lnSpc>
                        <a:spcBef>
                          <a:spcPts val="0"/>
                        </a:spcBef>
                        <a:spcAft>
                          <a:spcPts val="0"/>
                        </a:spcAft>
                        <a:buClr>
                          <a:srgbClr val="000000"/>
                        </a:buClr>
                        <a:buSzPts val="200"/>
                        <a:buFont typeface="Arial"/>
                        <a:buNone/>
                      </a:pPr>
                      <a:r>
                        <a:t/>
                      </a:r>
                      <a:endParaRPr sz="200" u="none" cap="none" strike="noStrike"/>
                    </a:p>
                  </a:txBody>
                  <a:tcPr marT="91425" marB="91425" marR="91425" marL="91425">
                    <a:lnL cap="flat" cmpd="sng" w="19050">
                      <a:solidFill>
                        <a:srgbClr val="F2F2F2">
                          <a:alpha val="0"/>
                        </a:srgbClr>
                      </a:solidFill>
                      <a:prstDash val="solid"/>
                      <a:round/>
                      <a:headEnd len="sm" w="sm" type="none"/>
                      <a:tailEnd len="sm" w="sm" type="none"/>
                    </a:lnL>
                    <a:lnR cap="flat" cmpd="sng" w="19050">
                      <a:solidFill>
                        <a:srgbClr val="F2F2F2">
                          <a:alpha val="0"/>
                        </a:srgbClr>
                      </a:solidFill>
                      <a:prstDash val="solid"/>
                      <a:round/>
                      <a:headEnd len="sm" w="sm" type="none"/>
                      <a:tailEnd len="sm" w="sm" type="none"/>
                    </a:lnR>
                    <a:lnT cap="flat" cmpd="sng" w="19050">
                      <a:solidFill>
                        <a:srgbClr val="F2F2F2">
                          <a:alpha val="0"/>
                        </a:srgbClr>
                      </a:solidFill>
                      <a:prstDash val="solid"/>
                      <a:round/>
                      <a:headEnd len="sm" w="sm" type="none"/>
                      <a:tailEnd len="sm" w="sm" type="none"/>
                    </a:lnT>
                    <a:lnB cap="flat" cmpd="sng" w="19050">
                      <a:solidFill>
                        <a:srgbClr val="F2F2F2">
                          <a:alpha val="0"/>
                        </a:srgbClr>
                      </a:solidFill>
                      <a:prstDash val="solid"/>
                      <a:round/>
                      <a:headEnd len="sm" w="sm" type="none"/>
                      <a:tailEnd len="sm" w="sm" type="none"/>
                    </a:lnB>
                    <a:solidFill>
                      <a:srgbClr val="A5B7C5"/>
                    </a:solidFill>
                  </a:tcPr>
                </a:tc>
              </a:tr>
              <a:tr h="293800">
                <a:tc>
                  <a:txBody>
                    <a:bodyPr/>
                    <a:lstStyle/>
                    <a:p>
                      <a:pPr indent="0" lvl="0" marL="0" marR="0" rtl="0" algn="l">
                        <a:lnSpc>
                          <a:spcPct val="100000"/>
                        </a:lnSpc>
                        <a:spcBef>
                          <a:spcPts val="0"/>
                        </a:spcBef>
                        <a:spcAft>
                          <a:spcPts val="0"/>
                        </a:spcAft>
                        <a:buClr>
                          <a:srgbClr val="000000"/>
                        </a:buClr>
                        <a:buSzPts val="200"/>
                        <a:buFont typeface="Arial"/>
                        <a:buNone/>
                      </a:pPr>
                      <a:r>
                        <a:t/>
                      </a:r>
                      <a:endParaRPr sz="200" u="none" cap="none" strike="noStrike"/>
                    </a:p>
                  </a:txBody>
                  <a:tcPr marT="91425" marB="91425" marR="91425" marL="91425">
                    <a:lnL cap="flat" cmpd="sng" w="19050">
                      <a:solidFill>
                        <a:srgbClr val="F2F2F2">
                          <a:alpha val="0"/>
                        </a:srgbClr>
                      </a:solidFill>
                      <a:prstDash val="solid"/>
                      <a:round/>
                      <a:headEnd len="sm" w="sm" type="none"/>
                      <a:tailEnd len="sm" w="sm" type="none"/>
                    </a:lnL>
                    <a:lnR cap="flat" cmpd="sng" w="19050">
                      <a:solidFill>
                        <a:srgbClr val="F2F2F2">
                          <a:alpha val="0"/>
                        </a:srgbClr>
                      </a:solidFill>
                      <a:prstDash val="solid"/>
                      <a:round/>
                      <a:headEnd len="sm" w="sm" type="none"/>
                      <a:tailEnd len="sm" w="sm" type="none"/>
                    </a:lnR>
                    <a:lnT cap="flat" cmpd="sng" w="19050">
                      <a:solidFill>
                        <a:srgbClr val="F2F2F2">
                          <a:alpha val="0"/>
                        </a:srgbClr>
                      </a:solidFill>
                      <a:prstDash val="solid"/>
                      <a:round/>
                      <a:headEnd len="sm" w="sm" type="none"/>
                      <a:tailEnd len="sm" w="sm" type="none"/>
                    </a:lnT>
                    <a:lnB cap="flat" cmpd="sng" w="19050">
                      <a:solidFill>
                        <a:srgbClr val="F2F2F2">
                          <a:alpha val="0"/>
                        </a:srgbClr>
                      </a:solidFill>
                      <a:prstDash val="solid"/>
                      <a:round/>
                      <a:headEnd len="sm" w="sm" type="none"/>
                      <a:tailEnd len="sm" w="sm" type="none"/>
                    </a:lnB>
                    <a:solidFill>
                      <a:srgbClr val="7994A9"/>
                    </a:solidFill>
                  </a:tcPr>
                </a:tc>
                <a:tc>
                  <a:txBody>
                    <a:bodyPr/>
                    <a:lstStyle/>
                    <a:p>
                      <a:pPr indent="0" lvl="0" marL="0" marR="0" rtl="0" algn="l">
                        <a:lnSpc>
                          <a:spcPct val="100000"/>
                        </a:lnSpc>
                        <a:spcBef>
                          <a:spcPts val="0"/>
                        </a:spcBef>
                        <a:spcAft>
                          <a:spcPts val="0"/>
                        </a:spcAft>
                        <a:buClr>
                          <a:srgbClr val="000000"/>
                        </a:buClr>
                        <a:buSzPts val="200"/>
                        <a:buFont typeface="Arial"/>
                        <a:buNone/>
                      </a:pPr>
                      <a:r>
                        <a:t/>
                      </a:r>
                      <a:endParaRPr sz="200" u="none" cap="none" strike="noStrike"/>
                    </a:p>
                  </a:txBody>
                  <a:tcPr marT="91425" marB="91425" marR="91425" marL="91425">
                    <a:lnL cap="flat" cmpd="sng" w="19050">
                      <a:solidFill>
                        <a:srgbClr val="F2F2F2">
                          <a:alpha val="0"/>
                        </a:srgbClr>
                      </a:solidFill>
                      <a:prstDash val="solid"/>
                      <a:round/>
                      <a:headEnd len="sm" w="sm" type="none"/>
                      <a:tailEnd len="sm" w="sm" type="none"/>
                    </a:lnL>
                    <a:lnR cap="flat" cmpd="sng" w="19050">
                      <a:solidFill>
                        <a:srgbClr val="F2F2F2">
                          <a:alpha val="0"/>
                        </a:srgbClr>
                      </a:solidFill>
                      <a:prstDash val="solid"/>
                      <a:round/>
                      <a:headEnd len="sm" w="sm" type="none"/>
                      <a:tailEnd len="sm" w="sm" type="none"/>
                    </a:lnR>
                    <a:lnT cap="flat" cmpd="sng" w="19050">
                      <a:solidFill>
                        <a:srgbClr val="F2F2F2">
                          <a:alpha val="0"/>
                        </a:srgbClr>
                      </a:solidFill>
                      <a:prstDash val="solid"/>
                      <a:round/>
                      <a:headEnd len="sm" w="sm" type="none"/>
                      <a:tailEnd len="sm" w="sm" type="none"/>
                    </a:lnT>
                    <a:lnB cap="flat" cmpd="sng" w="19050">
                      <a:solidFill>
                        <a:srgbClr val="F2F2F2">
                          <a:alpha val="0"/>
                        </a:srgbClr>
                      </a:solidFill>
                      <a:prstDash val="solid"/>
                      <a:round/>
                      <a:headEnd len="sm" w="sm" type="none"/>
                      <a:tailEnd len="sm" w="sm" type="none"/>
                    </a:lnB>
                    <a:solidFill>
                      <a:srgbClr val="ABBCC9"/>
                    </a:solidFill>
                  </a:tcPr>
                </a:tc>
                <a:tc>
                  <a:txBody>
                    <a:bodyPr/>
                    <a:lstStyle/>
                    <a:p>
                      <a:pPr indent="0" lvl="0" marL="0" marR="0" rtl="0" algn="l">
                        <a:lnSpc>
                          <a:spcPct val="100000"/>
                        </a:lnSpc>
                        <a:spcBef>
                          <a:spcPts val="0"/>
                        </a:spcBef>
                        <a:spcAft>
                          <a:spcPts val="0"/>
                        </a:spcAft>
                        <a:buClr>
                          <a:srgbClr val="000000"/>
                        </a:buClr>
                        <a:buSzPts val="200"/>
                        <a:buFont typeface="Arial"/>
                        <a:buNone/>
                      </a:pPr>
                      <a:r>
                        <a:t/>
                      </a:r>
                      <a:endParaRPr sz="200" u="none" cap="none" strike="noStrike"/>
                    </a:p>
                  </a:txBody>
                  <a:tcPr marT="91425" marB="91425" marR="91425" marL="91425">
                    <a:lnL cap="flat" cmpd="sng" w="19050">
                      <a:solidFill>
                        <a:srgbClr val="F2F2F2">
                          <a:alpha val="0"/>
                        </a:srgbClr>
                      </a:solidFill>
                      <a:prstDash val="solid"/>
                      <a:round/>
                      <a:headEnd len="sm" w="sm" type="none"/>
                      <a:tailEnd len="sm" w="sm" type="none"/>
                    </a:lnL>
                    <a:lnR cap="flat" cmpd="sng" w="19050">
                      <a:solidFill>
                        <a:srgbClr val="F2F2F2">
                          <a:alpha val="0"/>
                        </a:srgbClr>
                      </a:solidFill>
                      <a:prstDash val="solid"/>
                      <a:round/>
                      <a:headEnd len="sm" w="sm" type="none"/>
                      <a:tailEnd len="sm" w="sm" type="none"/>
                    </a:lnR>
                    <a:lnT cap="flat" cmpd="sng" w="19050">
                      <a:solidFill>
                        <a:srgbClr val="F2F2F2">
                          <a:alpha val="0"/>
                        </a:srgbClr>
                      </a:solidFill>
                      <a:prstDash val="solid"/>
                      <a:round/>
                      <a:headEnd len="sm" w="sm" type="none"/>
                      <a:tailEnd len="sm" w="sm" type="none"/>
                    </a:lnT>
                    <a:lnB cap="flat" cmpd="sng" w="19050">
                      <a:solidFill>
                        <a:srgbClr val="F2F2F2">
                          <a:alpha val="0"/>
                        </a:srgbClr>
                      </a:solidFill>
                      <a:prstDash val="solid"/>
                      <a:round/>
                      <a:headEnd len="sm" w="sm" type="none"/>
                      <a:tailEnd len="sm" w="sm" type="none"/>
                    </a:lnB>
                    <a:solidFill>
                      <a:srgbClr val="ABBCC9"/>
                    </a:solidFill>
                  </a:tcPr>
                </a:tc>
                <a:tc>
                  <a:txBody>
                    <a:bodyPr/>
                    <a:lstStyle/>
                    <a:p>
                      <a:pPr indent="0" lvl="0" marL="0" marR="0" rtl="0" algn="l">
                        <a:lnSpc>
                          <a:spcPct val="100000"/>
                        </a:lnSpc>
                        <a:spcBef>
                          <a:spcPts val="0"/>
                        </a:spcBef>
                        <a:spcAft>
                          <a:spcPts val="0"/>
                        </a:spcAft>
                        <a:buClr>
                          <a:srgbClr val="000000"/>
                        </a:buClr>
                        <a:buSzPts val="200"/>
                        <a:buFont typeface="Arial"/>
                        <a:buNone/>
                      </a:pPr>
                      <a:r>
                        <a:t/>
                      </a:r>
                      <a:endParaRPr sz="200" u="none" cap="none" strike="noStrike"/>
                    </a:p>
                  </a:txBody>
                  <a:tcPr marT="91425" marB="91425" marR="91425" marL="91425">
                    <a:lnL cap="flat" cmpd="sng" w="19050">
                      <a:solidFill>
                        <a:srgbClr val="F2F2F2">
                          <a:alpha val="0"/>
                        </a:srgbClr>
                      </a:solidFill>
                      <a:prstDash val="solid"/>
                      <a:round/>
                      <a:headEnd len="sm" w="sm" type="none"/>
                      <a:tailEnd len="sm" w="sm" type="none"/>
                    </a:lnL>
                    <a:lnR cap="flat" cmpd="sng" w="19050">
                      <a:solidFill>
                        <a:srgbClr val="F2F2F2">
                          <a:alpha val="0"/>
                        </a:srgbClr>
                      </a:solidFill>
                      <a:prstDash val="solid"/>
                      <a:round/>
                      <a:headEnd len="sm" w="sm" type="none"/>
                      <a:tailEnd len="sm" w="sm" type="none"/>
                    </a:lnR>
                    <a:lnT cap="flat" cmpd="sng" w="19050">
                      <a:solidFill>
                        <a:srgbClr val="F2F2F2">
                          <a:alpha val="0"/>
                        </a:srgbClr>
                      </a:solidFill>
                      <a:prstDash val="solid"/>
                      <a:round/>
                      <a:headEnd len="sm" w="sm" type="none"/>
                      <a:tailEnd len="sm" w="sm" type="none"/>
                    </a:lnT>
                    <a:lnB cap="flat" cmpd="sng" w="19050">
                      <a:solidFill>
                        <a:srgbClr val="F2F2F2">
                          <a:alpha val="0"/>
                        </a:srgbClr>
                      </a:solidFill>
                      <a:prstDash val="solid"/>
                      <a:round/>
                      <a:headEnd len="sm" w="sm" type="none"/>
                      <a:tailEnd len="sm" w="sm" type="none"/>
                    </a:lnB>
                    <a:solidFill>
                      <a:srgbClr val="ABBCC9"/>
                    </a:solidFill>
                  </a:tcPr>
                </a:tc>
              </a:tr>
            </a:tbl>
          </a:graphicData>
        </a:graphic>
      </p:graphicFrame>
      <p:grpSp>
        <p:nvGrpSpPr>
          <p:cNvPr id="9178" name="Google Shape;9178;p38"/>
          <p:cNvGrpSpPr/>
          <p:nvPr/>
        </p:nvGrpSpPr>
        <p:grpSpPr>
          <a:xfrm>
            <a:off x="712613" y="3180175"/>
            <a:ext cx="2403614" cy="1005900"/>
            <a:chOff x="726450" y="3372825"/>
            <a:chExt cx="2403614" cy="1005900"/>
          </a:xfrm>
        </p:grpSpPr>
        <p:grpSp>
          <p:nvGrpSpPr>
            <p:cNvPr id="9179" name="Google Shape;9179;p38"/>
            <p:cNvGrpSpPr/>
            <p:nvPr/>
          </p:nvGrpSpPr>
          <p:grpSpPr>
            <a:xfrm>
              <a:off x="726450" y="3696000"/>
              <a:ext cx="2403614" cy="500898"/>
              <a:chOff x="726450" y="3696000"/>
              <a:chExt cx="2403614" cy="500898"/>
            </a:xfrm>
          </p:grpSpPr>
          <p:sp>
            <p:nvSpPr>
              <p:cNvPr id="9180" name="Google Shape;9180;p38"/>
              <p:cNvSpPr/>
              <p:nvPr/>
            </p:nvSpPr>
            <p:spPr>
              <a:xfrm>
                <a:off x="726450" y="3696000"/>
                <a:ext cx="2403600" cy="167100"/>
              </a:xfrm>
              <a:prstGeom prst="rect">
                <a:avLst/>
              </a:pr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000000"/>
                  </a:solidFill>
                  <a:latin typeface="Arial"/>
                  <a:ea typeface="Arial"/>
                  <a:cs typeface="Arial"/>
                  <a:sym typeface="Arial"/>
                </a:endParaRPr>
              </a:p>
            </p:txBody>
          </p:sp>
          <p:sp>
            <p:nvSpPr>
              <p:cNvPr id="9181" name="Google Shape;9181;p38"/>
              <p:cNvSpPr/>
              <p:nvPr/>
            </p:nvSpPr>
            <p:spPr>
              <a:xfrm>
                <a:off x="726464" y="4029798"/>
                <a:ext cx="2403600" cy="167100"/>
              </a:xfrm>
              <a:prstGeom prst="rect">
                <a:avLst/>
              </a:pr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000000"/>
                  </a:solidFill>
                  <a:latin typeface="Arial"/>
                  <a:ea typeface="Arial"/>
                  <a:cs typeface="Arial"/>
                  <a:sym typeface="Arial"/>
                </a:endParaRPr>
              </a:p>
            </p:txBody>
          </p:sp>
        </p:grpSp>
        <p:grpSp>
          <p:nvGrpSpPr>
            <p:cNvPr id="9182" name="Google Shape;9182;p38"/>
            <p:cNvGrpSpPr/>
            <p:nvPr/>
          </p:nvGrpSpPr>
          <p:grpSpPr>
            <a:xfrm>
              <a:off x="1348050" y="3372825"/>
              <a:ext cx="1720425" cy="1005900"/>
              <a:chOff x="1348050" y="3372825"/>
              <a:chExt cx="1720425" cy="1005900"/>
            </a:xfrm>
          </p:grpSpPr>
          <p:sp>
            <p:nvSpPr>
              <p:cNvPr id="9183" name="Google Shape;9183;p38"/>
              <p:cNvSpPr/>
              <p:nvPr/>
            </p:nvSpPr>
            <p:spPr>
              <a:xfrm>
                <a:off x="1348050" y="3372825"/>
                <a:ext cx="307200" cy="1005900"/>
              </a:xfrm>
              <a:prstGeom prst="rect">
                <a:avLst/>
              </a:prstGeom>
              <a:solidFill>
                <a:srgbClr val="869FB1"/>
              </a:solidFill>
              <a:ln cap="flat" cmpd="sng" w="19050">
                <a:solidFill>
                  <a:srgbClr val="0E2A4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000000"/>
                  </a:solidFill>
                  <a:latin typeface="Arial"/>
                  <a:ea typeface="Arial"/>
                  <a:cs typeface="Arial"/>
                  <a:sym typeface="Arial"/>
                </a:endParaRPr>
              </a:p>
            </p:txBody>
          </p:sp>
          <p:sp>
            <p:nvSpPr>
              <p:cNvPr id="9184" name="Google Shape;9184;p38"/>
              <p:cNvSpPr/>
              <p:nvPr/>
            </p:nvSpPr>
            <p:spPr>
              <a:xfrm>
                <a:off x="1701356" y="3372825"/>
                <a:ext cx="307200" cy="1005900"/>
              </a:xfrm>
              <a:prstGeom prst="rect">
                <a:avLst/>
              </a:prstGeom>
              <a:solidFill>
                <a:srgbClr val="869FB1"/>
              </a:solidFill>
              <a:ln cap="flat" cmpd="sng" w="19050">
                <a:solidFill>
                  <a:srgbClr val="0E2A4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000000"/>
                  </a:solidFill>
                  <a:latin typeface="Arial"/>
                  <a:ea typeface="Arial"/>
                  <a:cs typeface="Arial"/>
                  <a:sym typeface="Arial"/>
                </a:endParaRPr>
              </a:p>
            </p:txBody>
          </p:sp>
          <p:sp>
            <p:nvSpPr>
              <p:cNvPr id="9185" name="Google Shape;9185;p38"/>
              <p:cNvSpPr/>
              <p:nvPr/>
            </p:nvSpPr>
            <p:spPr>
              <a:xfrm>
                <a:off x="2054663" y="3372825"/>
                <a:ext cx="307200" cy="1005900"/>
              </a:xfrm>
              <a:prstGeom prst="rect">
                <a:avLst/>
              </a:prstGeom>
              <a:solidFill>
                <a:srgbClr val="869FB1"/>
              </a:solidFill>
              <a:ln cap="flat" cmpd="sng" w="19050">
                <a:solidFill>
                  <a:srgbClr val="0E2A4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000000"/>
                  </a:solidFill>
                  <a:latin typeface="Arial"/>
                  <a:ea typeface="Arial"/>
                  <a:cs typeface="Arial"/>
                  <a:sym typeface="Arial"/>
                </a:endParaRPr>
              </a:p>
            </p:txBody>
          </p:sp>
          <p:sp>
            <p:nvSpPr>
              <p:cNvPr id="9186" name="Google Shape;9186;p38"/>
              <p:cNvSpPr/>
              <p:nvPr/>
            </p:nvSpPr>
            <p:spPr>
              <a:xfrm>
                <a:off x="2407969" y="3372825"/>
                <a:ext cx="307200" cy="1005900"/>
              </a:xfrm>
              <a:prstGeom prst="rect">
                <a:avLst/>
              </a:prstGeom>
              <a:solidFill>
                <a:srgbClr val="869FB1"/>
              </a:solidFill>
              <a:ln cap="flat" cmpd="sng" w="19050">
                <a:solidFill>
                  <a:srgbClr val="0E2A4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000000"/>
                  </a:solidFill>
                  <a:latin typeface="Arial"/>
                  <a:ea typeface="Arial"/>
                  <a:cs typeface="Arial"/>
                  <a:sym typeface="Arial"/>
                </a:endParaRPr>
              </a:p>
            </p:txBody>
          </p:sp>
          <p:sp>
            <p:nvSpPr>
              <p:cNvPr id="9187" name="Google Shape;9187;p38"/>
              <p:cNvSpPr/>
              <p:nvPr/>
            </p:nvSpPr>
            <p:spPr>
              <a:xfrm>
                <a:off x="2761275" y="3372825"/>
                <a:ext cx="307200" cy="1005900"/>
              </a:xfrm>
              <a:prstGeom prst="rect">
                <a:avLst/>
              </a:prstGeom>
              <a:solidFill>
                <a:srgbClr val="869FB1"/>
              </a:solidFill>
              <a:ln cap="flat" cmpd="sng" w="19050">
                <a:solidFill>
                  <a:srgbClr val="0E2A4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000000"/>
                  </a:solidFill>
                  <a:latin typeface="Arial"/>
                  <a:ea typeface="Arial"/>
                  <a:cs typeface="Arial"/>
                  <a:sym typeface="Arial"/>
                </a:endParaRPr>
              </a:p>
            </p:txBody>
          </p:sp>
        </p:grpSp>
        <p:grpSp>
          <p:nvGrpSpPr>
            <p:cNvPr id="9188" name="Google Shape;9188;p38"/>
            <p:cNvGrpSpPr/>
            <p:nvPr/>
          </p:nvGrpSpPr>
          <p:grpSpPr>
            <a:xfrm>
              <a:off x="1455707" y="3731058"/>
              <a:ext cx="1491149" cy="417657"/>
              <a:chOff x="1455707" y="3731058"/>
              <a:chExt cx="1491149" cy="417657"/>
            </a:xfrm>
          </p:grpSpPr>
          <p:grpSp>
            <p:nvGrpSpPr>
              <p:cNvPr id="9189" name="Google Shape;9189;p38"/>
              <p:cNvGrpSpPr/>
              <p:nvPr/>
            </p:nvGrpSpPr>
            <p:grpSpPr>
              <a:xfrm>
                <a:off x="1472938" y="3745828"/>
                <a:ext cx="72126" cy="53788"/>
                <a:chOff x="1472938" y="3745828"/>
                <a:chExt cx="72126" cy="53788"/>
              </a:xfrm>
            </p:grpSpPr>
            <p:sp>
              <p:nvSpPr>
                <p:cNvPr id="9190" name="Google Shape;9190;p38"/>
                <p:cNvSpPr/>
                <p:nvPr/>
              </p:nvSpPr>
              <p:spPr>
                <a:xfrm>
                  <a:off x="1472938" y="3763820"/>
                  <a:ext cx="60030" cy="35796"/>
                </a:xfrm>
                <a:custGeom>
                  <a:rect b="b" l="l" r="r" t="t"/>
                  <a:pathLst>
                    <a:path extrusionOk="0" h="5567" w="9336">
                      <a:moveTo>
                        <a:pt x="1876" y="0"/>
                      </a:moveTo>
                      <a:cubicBezTo>
                        <a:pt x="1831" y="0"/>
                        <a:pt x="1787" y="18"/>
                        <a:pt x="1751" y="54"/>
                      </a:cubicBezTo>
                      <a:lnTo>
                        <a:pt x="84" y="1721"/>
                      </a:lnTo>
                      <a:cubicBezTo>
                        <a:pt x="1" y="1804"/>
                        <a:pt x="1" y="1899"/>
                        <a:pt x="84" y="1983"/>
                      </a:cubicBezTo>
                      <a:lnTo>
                        <a:pt x="3263" y="5162"/>
                      </a:lnTo>
                      <a:cubicBezTo>
                        <a:pt x="3513" y="5412"/>
                        <a:pt x="3858" y="5566"/>
                        <a:pt x="4215" y="5566"/>
                      </a:cubicBezTo>
                      <a:cubicBezTo>
                        <a:pt x="4573" y="5566"/>
                        <a:pt x="4918" y="5435"/>
                        <a:pt x="5168" y="5162"/>
                      </a:cubicBezTo>
                      <a:lnTo>
                        <a:pt x="9252" y="1090"/>
                      </a:lnTo>
                      <a:cubicBezTo>
                        <a:pt x="9335" y="1006"/>
                        <a:pt x="9335" y="887"/>
                        <a:pt x="9276" y="828"/>
                      </a:cubicBezTo>
                      <a:cubicBezTo>
                        <a:pt x="9240" y="792"/>
                        <a:pt x="9195" y="774"/>
                        <a:pt x="9151" y="774"/>
                      </a:cubicBezTo>
                      <a:cubicBezTo>
                        <a:pt x="9106" y="774"/>
                        <a:pt x="9061" y="792"/>
                        <a:pt x="9026" y="828"/>
                      </a:cubicBezTo>
                      <a:lnTo>
                        <a:pt x="4942" y="4912"/>
                      </a:lnTo>
                      <a:cubicBezTo>
                        <a:pt x="4751" y="5102"/>
                        <a:pt x="4501" y="5209"/>
                        <a:pt x="4227" y="5209"/>
                      </a:cubicBezTo>
                      <a:cubicBezTo>
                        <a:pt x="3965" y="5209"/>
                        <a:pt x="3715" y="5102"/>
                        <a:pt x="3513" y="4912"/>
                      </a:cubicBezTo>
                      <a:lnTo>
                        <a:pt x="453" y="1840"/>
                      </a:lnTo>
                      <a:lnTo>
                        <a:pt x="1870" y="435"/>
                      </a:lnTo>
                      <a:lnTo>
                        <a:pt x="2370" y="935"/>
                      </a:lnTo>
                      <a:cubicBezTo>
                        <a:pt x="2406" y="971"/>
                        <a:pt x="2450" y="988"/>
                        <a:pt x="2495" y="988"/>
                      </a:cubicBezTo>
                      <a:cubicBezTo>
                        <a:pt x="2540" y="988"/>
                        <a:pt x="2584" y="971"/>
                        <a:pt x="2620" y="935"/>
                      </a:cubicBezTo>
                      <a:cubicBezTo>
                        <a:pt x="2703" y="863"/>
                        <a:pt x="2703" y="756"/>
                        <a:pt x="2620" y="685"/>
                      </a:cubicBezTo>
                      <a:lnTo>
                        <a:pt x="2001" y="54"/>
                      </a:lnTo>
                      <a:cubicBezTo>
                        <a:pt x="1965" y="18"/>
                        <a:pt x="1920" y="0"/>
                        <a:pt x="1876" y="0"/>
                      </a:cubicBez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191" name="Google Shape;9191;p38"/>
                <p:cNvSpPr/>
                <p:nvPr/>
              </p:nvSpPr>
              <p:spPr>
                <a:xfrm>
                  <a:off x="1490853" y="3745828"/>
                  <a:ext cx="54211" cy="34568"/>
                </a:xfrm>
                <a:custGeom>
                  <a:rect b="b" l="l" r="r" t="t"/>
                  <a:pathLst>
                    <a:path extrusionOk="0" h="5376" w="8431">
                      <a:moveTo>
                        <a:pt x="6585" y="0"/>
                      </a:moveTo>
                      <a:cubicBezTo>
                        <a:pt x="6540" y="0"/>
                        <a:pt x="6495" y="18"/>
                        <a:pt x="6454" y="54"/>
                      </a:cubicBezTo>
                      <a:lnTo>
                        <a:pt x="1548" y="4971"/>
                      </a:lnTo>
                      <a:cubicBezTo>
                        <a:pt x="1513" y="4995"/>
                        <a:pt x="1477" y="5007"/>
                        <a:pt x="1429" y="5007"/>
                      </a:cubicBezTo>
                      <a:cubicBezTo>
                        <a:pt x="1382" y="5007"/>
                        <a:pt x="1346" y="4995"/>
                        <a:pt x="1310" y="4971"/>
                      </a:cubicBezTo>
                      <a:lnTo>
                        <a:pt x="334" y="3983"/>
                      </a:lnTo>
                      <a:cubicBezTo>
                        <a:pt x="292" y="3947"/>
                        <a:pt x="248" y="3929"/>
                        <a:pt x="203" y="3929"/>
                      </a:cubicBezTo>
                      <a:cubicBezTo>
                        <a:pt x="158" y="3929"/>
                        <a:pt x="114" y="3947"/>
                        <a:pt x="72" y="3983"/>
                      </a:cubicBezTo>
                      <a:cubicBezTo>
                        <a:pt x="1" y="4054"/>
                        <a:pt x="1" y="4161"/>
                        <a:pt x="72" y="4245"/>
                      </a:cubicBezTo>
                      <a:lnTo>
                        <a:pt x="1060" y="5221"/>
                      </a:lnTo>
                      <a:cubicBezTo>
                        <a:pt x="1156" y="5328"/>
                        <a:pt x="1275" y="5376"/>
                        <a:pt x="1417" y="5376"/>
                      </a:cubicBezTo>
                      <a:cubicBezTo>
                        <a:pt x="1548" y="5376"/>
                        <a:pt x="1679" y="5316"/>
                        <a:pt x="1775" y="5221"/>
                      </a:cubicBezTo>
                      <a:lnTo>
                        <a:pt x="6549" y="447"/>
                      </a:lnTo>
                      <a:lnTo>
                        <a:pt x="7966" y="1852"/>
                      </a:lnTo>
                      <a:lnTo>
                        <a:pt x="6704" y="3126"/>
                      </a:lnTo>
                      <a:cubicBezTo>
                        <a:pt x="6621" y="3197"/>
                        <a:pt x="6621" y="3304"/>
                        <a:pt x="6704" y="3376"/>
                      </a:cubicBezTo>
                      <a:cubicBezTo>
                        <a:pt x="6740" y="3411"/>
                        <a:pt x="6784" y="3429"/>
                        <a:pt x="6829" y="3429"/>
                      </a:cubicBezTo>
                      <a:cubicBezTo>
                        <a:pt x="6874" y="3429"/>
                        <a:pt x="6918" y="3411"/>
                        <a:pt x="6954" y="3376"/>
                      </a:cubicBezTo>
                      <a:lnTo>
                        <a:pt x="8347" y="1983"/>
                      </a:lnTo>
                      <a:cubicBezTo>
                        <a:pt x="8383" y="1947"/>
                        <a:pt x="8395" y="1899"/>
                        <a:pt x="8395" y="1864"/>
                      </a:cubicBezTo>
                      <a:cubicBezTo>
                        <a:pt x="8430" y="1816"/>
                        <a:pt x="8406" y="1768"/>
                        <a:pt x="8383" y="1721"/>
                      </a:cubicBezTo>
                      <a:lnTo>
                        <a:pt x="6716" y="54"/>
                      </a:lnTo>
                      <a:cubicBezTo>
                        <a:pt x="6674" y="18"/>
                        <a:pt x="6629" y="0"/>
                        <a:pt x="6585" y="0"/>
                      </a:cubicBez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9192" name="Google Shape;9192;p38"/>
              <p:cNvGrpSpPr/>
              <p:nvPr/>
            </p:nvGrpSpPr>
            <p:grpSpPr>
              <a:xfrm>
                <a:off x="1819181" y="4089633"/>
                <a:ext cx="72126" cy="53788"/>
                <a:chOff x="1819181" y="4089633"/>
                <a:chExt cx="72126" cy="53788"/>
              </a:xfrm>
            </p:grpSpPr>
            <p:sp>
              <p:nvSpPr>
                <p:cNvPr id="9193" name="Google Shape;9193;p38"/>
                <p:cNvSpPr/>
                <p:nvPr/>
              </p:nvSpPr>
              <p:spPr>
                <a:xfrm>
                  <a:off x="1819181" y="4107625"/>
                  <a:ext cx="60030" cy="35796"/>
                </a:xfrm>
                <a:custGeom>
                  <a:rect b="b" l="l" r="r" t="t"/>
                  <a:pathLst>
                    <a:path extrusionOk="0" h="5567" w="9336">
                      <a:moveTo>
                        <a:pt x="1876" y="0"/>
                      </a:moveTo>
                      <a:cubicBezTo>
                        <a:pt x="1831" y="0"/>
                        <a:pt x="1787" y="18"/>
                        <a:pt x="1751" y="54"/>
                      </a:cubicBezTo>
                      <a:lnTo>
                        <a:pt x="84" y="1721"/>
                      </a:lnTo>
                      <a:cubicBezTo>
                        <a:pt x="1" y="1804"/>
                        <a:pt x="1" y="1899"/>
                        <a:pt x="84" y="1983"/>
                      </a:cubicBezTo>
                      <a:lnTo>
                        <a:pt x="3263" y="5162"/>
                      </a:lnTo>
                      <a:cubicBezTo>
                        <a:pt x="3513" y="5412"/>
                        <a:pt x="3858" y="5566"/>
                        <a:pt x="4215" y="5566"/>
                      </a:cubicBezTo>
                      <a:cubicBezTo>
                        <a:pt x="4573" y="5566"/>
                        <a:pt x="4918" y="5435"/>
                        <a:pt x="5168" y="5162"/>
                      </a:cubicBezTo>
                      <a:lnTo>
                        <a:pt x="9252" y="1090"/>
                      </a:lnTo>
                      <a:cubicBezTo>
                        <a:pt x="9335" y="1006"/>
                        <a:pt x="9335" y="887"/>
                        <a:pt x="9276" y="828"/>
                      </a:cubicBezTo>
                      <a:cubicBezTo>
                        <a:pt x="9240" y="792"/>
                        <a:pt x="9195" y="774"/>
                        <a:pt x="9151" y="774"/>
                      </a:cubicBezTo>
                      <a:cubicBezTo>
                        <a:pt x="9106" y="774"/>
                        <a:pt x="9061" y="792"/>
                        <a:pt x="9026" y="828"/>
                      </a:cubicBezTo>
                      <a:lnTo>
                        <a:pt x="4942" y="4912"/>
                      </a:lnTo>
                      <a:cubicBezTo>
                        <a:pt x="4751" y="5102"/>
                        <a:pt x="4501" y="5209"/>
                        <a:pt x="4227" y="5209"/>
                      </a:cubicBezTo>
                      <a:cubicBezTo>
                        <a:pt x="3965" y="5209"/>
                        <a:pt x="3715" y="5102"/>
                        <a:pt x="3513" y="4912"/>
                      </a:cubicBezTo>
                      <a:lnTo>
                        <a:pt x="453" y="1840"/>
                      </a:lnTo>
                      <a:lnTo>
                        <a:pt x="1870" y="435"/>
                      </a:lnTo>
                      <a:lnTo>
                        <a:pt x="2370" y="935"/>
                      </a:lnTo>
                      <a:cubicBezTo>
                        <a:pt x="2406" y="971"/>
                        <a:pt x="2450" y="988"/>
                        <a:pt x="2495" y="988"/>
                      </a:cubicBezTo>
                      <a:cubicBezTo>
                        <a:pt x="2540" y="988"/>
                        <a:pt x="2584" y="971"/>
                        <a:pt x="2620" y="935"/>
                      </a:cubicBezTo>
                      <a:cubicBezTo>
                        <a:pt x="2703" y="863"/>
                        <a:pt x="2703" y="756"/>
                        <a:pt x="2620" y="685"/>
                      </a:cubicBezTo>
                      <a:lnTo>
                        <a:pt x="2001" y="54"/>
                      </a:lnTo>
                      <a:cubicBezTo>
                        <a:pt x="1965" y="18"/>
                        <a:pt x="1920" y="0"/>
                        <a:pt x="1876" y="0"/>
                      </a:cubicBez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194" name="Google Shape;9194;p38"/>
                <p:cNvSpPr/>
                <p:nvPr/>
              </p:nvSpPr>
              <p:spPr>
                <a:xfrm>
                  <a:off x="1837096" y="4089633"/>
                  <a:ext cx="54211" cy="34568"/>
                </a:xfrm>
                <a:custGeom>
                  <a:rect b="b" l="l" r="r" t="t"/>
                  <a:pathLst>
                    <a:path extrusionOk="0" h="5376" w="8431">
                      <a:moveTo>
                        <a:pt x="6585" y="0"/>
                      </a:moveTo>
                      <a:cubicBezTo>
                        <a:pt x="6540" y="0"/>
                        <a:pt x="6495" y="18"/>
                        <a:pt x="6454" y="54"/>
                      </a:cubicBezTo>
                      <a:lnTo>
                        <a:pt x="1548" y="4971"/>
                      </a:lnTo>
                      <a:cubicBezTo>
                        <a:pt x="1513" y="4995"/>
                        <a:pt x="1477" y="5007"/>
                        <a:pt x="1429" y="5007"/>
                      </a:cubicBezTo>
                      <a:cubicBezTo>
                        <a:pt x="1382" y="5007"/>
                        <a:pt x="1346" y="4995"/>
                        <a:pt x="1310" y="4971"/>
                      </a:cubicBezTo>
                      <a:lnTo>
                        <a:pt x="334" y="3983"/>
                      </a:lnTo>
                      <a:cubicBezTo>
                        <a:pt x="292" y="3947"/>
                        <a:pt x="248" y="3929"/>
                        <a:pt x="203" y="3929"/>
                      </a:cubicBezTo>
                      <a:cubicBezTo>
                        <a:pt x="158" y="3929"/>
                        <a:pt x="114" y="3947"/>
                        <a:pt x="72" y="3983"/>
                      </a:cubicBezTo>
                      <a:cubicBezTo>
                        <a:pt x="1" y="4054"/>
                        <a:pt x="1" y="4161"/>
                        <a:pt x="72" y="4245"/>
                      </a:cubicBezTo>
                      <a:lnTo>
                        <a:pt x="1060" y="5221"/>
                      </a:lnTo>
                      <a:cubicBezTo>
                        <a:pt x="1156" y="5328"/>
                        <a:pt x="1275" y="5376"/>
                        <a:pt x="1417" y="5376"/>
                      </a:cubicBezTo>
                      <a:cubicBezTo>
                        <a:pt x="1548" y="5376"/>
                        <a:pt x="1679" y="5316"/>
                        <a:pt x="1775" y="5221"/>
                      </a:cubicBezTo>
                      <a:lnTo>
                        <a:pt x="6549" y="447"/>
                      </a:lnTo>
                      <a:lnTo>
                        <a:pt x="7966" y="1852"/>
                      </a:lnTo>
                      <a:lnTo>
                        <a:pt x="6704" y="3126"/>
                      </a:lnTo>
                      <a:cubicBezTo>
                        <a:pt x="6621" y="3197"/>
                        <a:pt x="6621" y="3304"/>
                        <a:pt x="6704" y="3376"/>
                      </a:cubicBezTo>
                      <a:cubicBezTo>
                        <a:pt x="6740" y="3411"/>
                        <a:pt x="6784" y="3429"/>
                        <a:pt x="6829" y="3429"/>
                      </a:cubicBezTo>
                      <a:cubicBezTo>
                        <a:pt x="6874" y="3429"/>
                        <a:pt x="6918" y="3411"/>
                        <a:pt x="6954" y="3376"/>
                      </a:cubicBezTo>
                      <a:lnTo>
                        <a:pt x="8347" y="1983"/>
                      </a:lnTo>
                      <a:cubicBezTo>
                        <a:pt x="8383" y="1947"/>
                        <a:pt x="8395" y="1899"/>
                        <a:pt x="8395" y="1864"/>
                      </a:cubicBezTo>
                      <a:cubicBezTo>
                        <a:pt x="8430" y="1816"/>
                        <a:pt x="8406" y="1768"/>
                        <a:pt x="8383" y="1721"/>
                      </a:cubicBezTo>
                      <a:lnTo>
                        <a:pt x="6716" y="54"/>
                      </a:lnTo>
                      <a:cubicBezTo>
                        <a:pt x="6674" y="18"/>
                        <a:pt x="6629" y="0"/>
                        <a:pt x="6585" y="0"/>
                      </a:cubicBez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9195" name="Google Shape;9195;p38"/>
              <p:cNvGrpSpPr/>
              <p:nvPr/>
            </p:nvGrpSpPr>
            <p:grpSpPr>
              <a:xfrm>
                <a:off x="1455707" y="4084171"/>
                <a:ext cx="64320" cy="64544"/>
                <a:chOff x="1455707" y="4084171"/>
                <a:chExt cx="64320" cy="64544"/>
              </a:xfrm>
            </p:grpSpPr>
            <p:sp>
              <p:nvSpPr>
                <p:cNvPr id="9196" name="Google Shape;9196;p38"/>
                <p:cNvSpPr/>
                <p:nvPr/>
              </p:nvSpPr>
              <p:spPr>
                <a:xfrm>
                  <a:off x="1478676" y="4084402"/>
                  <a:ext cx="41351" cy="64313"/>
                </a:xfrm>
                <a:custGeom>
                  <a:rect b="b" l="l" r="r" t="t"/>
                  <a:pathLst>
                    <a:path extrusionOk="0" h="10002" w="6431">
                      <a:moveTo>
                        <a:pt x="4025" y="0"/>
                      </a:moveTo>
                      <a:cubicBezTo>
                        <a:pt x="3870" y="0"/>
                        <a:pt x="3704" y="60"/>
                        <a:pt x="3608" y="179"/>
                      </a:cubicBezTo>
                      <a:lnTo>
                        <a:pt x="1465" y="2322"/>
                      </a:lnTo>
                      <a:lnTo>
                        <a:pt x="299" y="1167"/>
                      </a:lnTo>
                      <a:cubicBezTo>
                        <a:pt x="269" y="1138"/>
                        <a:pt x="227" y="1123"/>
                        <a:pt x="184" y="1123"/>
                      </a:cubicBezTo>
                      <a:cubicBezTo>
                        <a:pt x="141" y="1123"/>
                        <a:pt x="96" y="1138"/>
                        <a:pt x="60" y="1167"/>
                      </a:cubicBezTo>
                      <a:cubicBezTo>
                        <a:pt x="1" y="1227"/>
                        <a:pt x="1" y="1322"/>
                        <a:pt x="60" y="1405"/>
                      </a:cubicBezTo>
                      <a:lnTo>
                        <a:pt x="1346" y="2679"/>
                      </a:lnTo>
                      <a:cubicBezTo>
                        <a:pt x="1370" y="2715"/>
                        <a:pt x="1418" y="2727"/>
                        <a:pt x="1465" y="2727"/>
                      </a:cubicBezTo>
                      <a:cubicBezTo>
                        <a:pt x="1501" y="2727"/>
                        <a:pt x="1549" y="2715"/>
                        <a:pt x="1584" y="2679"/>
                      </a:cubicBezTo>
                      <a:lnTo>
                        <a:pt x="3847" y="417"/>
                      </a:lnTo>
                      <a:cubicBezTo>
                        <a:pt x="3882" y="370"/>
                        <a:pt x="3966" y="346"/>
                        <a:pt x="4037" y="346"/>
                      </a:cubicBezTo>
                      <a:cubicBezTo>
                        <a:pt x="4109" y="346"/>
                        <a:pt x="4168" y="370"/>
                        <a:pt x="4228" y="417"/>
                      </a:cubicBezTo>
                      <a:lnTo>
                        <a:pt x="6049" y="2239"/>
                      </a:lnTo>
                      <a:cubicBezTo>
                        <a:pt x="6085" y="2275"/>
                        <a:pt x="6121" y="2358"/>
                        <a:pt x="6121" y="2429"/>
                      </a:cubicBezTo>
                      <a:cubicBezTo>
                        <a:pt x="6121" y="2501"/>
                        <a:pt x="6085" y="2560"/>
                        <a:pt x="6049" y="2620"/>
                      </a:cubicBezTo>
                      <a:lnTo>
                        <a:pt x="3775" y="4882"/>
                      </a:lnTo>
                      <a:cubicBezTo>
                        <a:pt x="3716" y="4942"/>
                        <a:pt x="3716" y="5049"/>
                        <a:pt x="3775" y="5120"/>
                      </a:cubicBezTo>
                      <a:lnTo>
                        <a:pt x="6049" y="7382"/>
                      </a:lnTo>
                      <a:cubicBezTo>
                        <a:pt x="6085" y="7430"/>
                        <a:pt x="6121" y="7501"/>
                        <a:pt x="6121" y="7573"/>
                      </a:cubicBezTo>
                      <a:cubicBezTo>
                        <a:pt x="6121" y="7656"/>
                        <a:pt x="6085" y="7716"/>
                        <a:pt x="6049" y="7775"/>
                      </a:cubicBezTo>
                      <a:lnTo>
                        <a:pt x="4228" y="9585"/>
                      </a:lnTo>
                      <a:cubicBezTo>
                        <a:pt x="4174" y="9639"/>
                        <a:pt x="4103" y="9665"/>
                        <a:pt x="4033" y="9665"/>
                      </a:cubicBezTo>
                      <a:cubicBezTo>
                        <a:pt x="3963" y="9665"/>
                        <a:pt x="3894" y="9639"/>
                        <a:pt x="3847" y="9585"/>
                      </a:cubicBezTo>
                      <a:lnTo>
                        <a:pt x="2989" y="8740"/>
                      </a:lnTo>
                      <a:cubicBezTo>
                        <a:pt x="2960" y="8710"/>
                        <a:pt x="2921" y="8695"/>
                        <a:pt x="2879" y="8695"/>
                      </a:cubicBezTo>
                      <a:cubicBezTo>
                        <a:pt x="2838" y="8695"/>
                        <a:pt x="2793" y="8710"/>
                        <a:pt x="2751" y="8740"/>
                      </a:cubicBezTo>
                      <a:cubicBezTo>
                        <a:pt x="2692" y="8799"/>
                        <a:pt x="2692" y="8906"/>
                        <a:pt x="2751" y="8978"/>
                      </a:cubicBezTo>
                      <a:lnTo>
                        <a:pt x="3608" y="9823"/>
                      </a:lnTo>
                      <a:cubicBezTo>
                        <a:pt x="3728" y="9942"/>
                        <a:pt x="3870" y="10002"/>
                        <a:pt x="4025" y="10002"/>
                      </a:cubicBezTo>
                      <a:cubicBezTo>
                        <a:pt x="4168" y="10002"/>
                        <a:pt x="4335" y="9942"/>
                        <a:pt x="4442" y="9823"/>
                      </a:cubicBezTo>
                      <a:lnTo>
                        <a:pt x="6252" y="8013"/>
                      </a:lnTo>
                      <a:cubicBezTo>
                        <a:pt x="6371" y="7894"/>
                        <a:pt x="6430" y="7740"/>
                        <a:pt x="6430" y="7597"/>
                      </a:cubicBezTo>
                      <a:cubicBezTo>
                        <a:pt x="6430" y="7430"/>
                        <a:pt x="6371" y="7275"/>
                        <a:pt x="6252" y="7180"/>
                      </a:cubicBezTo>
                      <a:lnTo>
                        <a:pt x="4109" y="4977"/>
                      </a:lnTo>
                      <a:lnTo>
                        <a:pt x="6252" y="2834"/>
                      </a:lnTo>
                      <a:cubicBezTo>
                        <a:pt x="6371" y="2715"/>
                        <a:pt x="6430" y="2560"/>
                        <a:pt x="6430" y="2417"/>
                      </a:cubicBezTo>
                      <a:cubicBezTo>
                        <a:pt x="6430" y="2251"/>
                        <a:pt x="6371" y="2096"/>
                        <a:pt x="6252" y="2001"/>
                      </a:cubicBezTo>
                      <a:lnTo>
                        <a:pt x="4442" y="179"/>
                      </a:lnTo>
                      <a:cubicBezTo>
                        <a:pt x="4323" y="60"/>
                        <a:pt x="4168" y="0"/>
                        <a:pt x="4025" y="0"/>
                      </a:cubicBez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197" name="Google Shape;9197;p38"/>
                <p:cNvSpPr/>
                <p:nvPr/>
              </p:nvSpPr>
              <p:spPr>
                <a:xfrm>
                  <a:off x="1455707" y="4084171"/>
                  <a:ext cx="39512" cy="64165"/>
                </a:xfrm>
                <a:custGeom>
                  <a:rect b="b" l="l" r="r" t="t"/>
                  <a:pathLst>
                    <a:path extrusionOk="0" h="9979" w="6145">
                      <a:moveTo>
                        <a:pt x="2477" y="1"/>
                      </a:moveTo>
                      <a:cubicBezTo>
                        <a:pt x="2311" y="1"/>
                        <a:pt x="2156" y="60"/>
                        <a:pt x="2061" y="179"/>
                      </a:cubicBezTo>
                      <a:lnTo>
                        <a:pt x="239" y="2001"/>
                      </a:lnTo>
                      <a:cubicBezTo>
                        <a:pt x="1" y="2239"/>
                        <a:pt x="1" y="2608"/>
                        <a:pt x="239" y="2846"/>
                      </a:cubicBezTo>
                      <a:lnTo>
                        <a:pt x="2382" y="4989"/>
                      </a:lnTo>
                      <a:lnTo>
                        <a:pt x="239" y="7133"/>
                      </a:lnTo>
                      <a:cubicBezTo>
                        <a:pt x="1" y="7371"/>
                        <a:pt x="1" y="7752"/>
                        <a:pt x="239" y="7990"/>
                      </a:cubicBezTo>
                      <a:lnTo>
                        <a:pt x="2061" y="9800"/>
                      </a:lnTo>
                      <a:cubicBezTo>
                        <a:pt x="2180" y="9919"/>
                        <a:pt x="2323" y="9978"/>
                        <a:pt x="2477" y="9978"/>
                      </a:cubicBezTo>
                      <a:cubicBezTo>
                        <a:pt x="2620" y="9978"/>
                        <a:pt x="2787" y="9919"/>
                        <a:pt x="2882" y="9800"/>
                      </a:cubicBezTo>
                      <a:lnTo>
                        <a:pt x="5037" y="7656"/>
                      </a:lnTo>
                      <a:lnTo>
                        <a:pt x="5859" y="8490"/>
                      </a:lnTo>
                      <a:cubicBezTo>
                        <a:pt x="5895" y="8520"/>
                        <a:pt x="5936" y="8535"/>
                        <a:pt x="5978" y="8535"/>
                      </a:cubicBezTo>
                      <a:cubicBezTo>
                        <a:pt x="6020" y="8535"/>
                        <a:pt x="6061" y="8520"/>
                        <a:pt x="6097" y="8490"/>
                      </a:cubicBezTo>
                      <a:cubicBezTo>
                        <a:pt x="6145" y="8430"/>
                        <a:pt x="6145" y="8323"/>
                        <a:pt x="6085" y="8264"/>
                      </a:cubicBezTo>
                      <a:lnTo>
                        <a:pt x="5156" y="7335"/>
                      </a:lnTo>
                      <a:cubicBezTo>
                        <a:pt x="5121" y="7299"/>
                        <a:pt x="5073" y="7287"/>
                        <a:pt x="5037" y="7287"/>
                      </a:cubicBezTo>
                      <a:cubicBezTo>
                        <a:pt x="4990" y="7287"/>
                        <a:pt x="4942" y="7299"/>
                        <a:pt x="4918" y="7335"/>
                      </a:cubicBezTo>
                      <a:lnTo>
                        <a:pt x="2656" y="9597"/>
                      </a:lnTo>
                      <a:cubicBezTo>
                        <a:pt x="2608" y="9633"/>
                        <a:pt x="2537" y="9669"/>
                        <a:pt x="2454" y="9669"/>
                      </a:cubicBezTo>
                      <a:cubicBezTo>
                        <a:pt x="2382" y="9669"/>
                        <a:pt x="2323" y="9633"/>
                        <a:pt x="2263" y="9597"/>
                      </a:cubicBezTo>
                      <a:lnTo>
                        <a:pt x="453" y="7776"/>
                      </a:lnTo>
                      <a:cubicBezTo>
                        <a:pt x="346" y="7668"/>
                        <a:pt x="346" y="7490"/>
                        <a:pt x="453" y="7395"/>
                      </a:cubicBezTo>
                      <a:lnTo>
                        <a:pt x="2716" y="5132"/>
                      </a:lnTo>
                      <a:cubicBezTo>
                        <a:pt x="2739" y="5097"/>
                        <a:pt x="2751" y="5049"/>
                        <a:pt x="2751" y="5013"/>
                      </a:cubicBezTo>
                      <a:cubicBezTo>
                        <a:pt x="2751" y="4966"/>
                        <a:pt x="2739" y="4918"/>
                        <a:pt x="2716" y="4894"/>
                      </a:cubicBezTo>
                      <a:lnTo>
                        <a:pt x="453" y="2632"/>
                      </a:lnTo>
                      <a:cubicBezTo>
                        <a:pt x="346" y="2525"/>
                        <a:pt x="346" y="2346"/>
                        <a:pt x="453" y="2239"/>
                      </a:cubicBezTo>
                      <a:lnTo>
                        <a:pt x="2263" y="417"/>
                      </a:lnTo>
                      <a:cubicBezTo>
                        <a:pt x="2311" y="382"/>
                        <a:pt x="2382" y="346"/>
                        <a:pt x="2454" y="346"/>
                      </a:cubicBezTo>
                      <a:cubicBezTo>
                        <a:pt x="2537" y="346"/>
                        <a:pt x="2597" y="382"/>
                        <a:pt x="2656" y="417"/>
                      </a:cubicBezTo>
                      <a:lnTo>
                        <a:pt x="3168" y="941"/>
                      </a:lnTo>
                      <a:cubicBezTo>
                        <a:pt x="3198" y="971"/>
                        <a:pt x="3239" y="986"/>
                        <a:pt x="3283" y="986"/>
                      </a:cubicBezTo>
                      <a:cubicBezTo>
                        <a:pt x="3326" y="986"/>
                        <a:pt x="3370" y="971"/>
                        <a:pt x="3406" y="941"/>
                      </a:cubicBezTo>
                      <a:cubicBezTo>
                        <a:pt x="3466" y="882"/>
                        <a:pt x="3466" y="775"/>
                        <a:pt x="3406" y="703"/>
                      </a:cubicBezTo>
                      <a:lnTo>
                        <a:pt x="2882" y="179"/>
                      </a:lnTo>
                      <a:cubicBezTo>
                        <a:pt x="2775" y="60"/>
                        <a:pt x="2620" y="1"/>
                        <a:pt x="2477" y="1"/>
                      </a:cubicBez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9198" name="Google Shape;9198;p38"/>
              <p:cNvGrpSpPr/>
              <p:nvPr/>
            </p:nvGrpSpPr>
            <p:grpSpPr>
              <a:xfrm>
                <a:off x="1818610" y="3731058"/>
                <a:ext cx="64320" cy="64545"/>
                <a:chOff x="1818610" y="3731058"/>
                <a:chExt cx="64320" cy="64545"/>
              </a:xfrm>
            </p:grpSpPr>
            <p:sp>
              <p:nvSpPr>
                <p:cNvPr id="9199" name="Google Shape;9199;p38"/>
                <p:cNvSpPr/>
                <p:nvPr/>
              </p:nvSpPr>
              <p:spPr>
                <a:xfrm>
                  <a:off x="1841579" y="3731290"/>
                  <a:ext cx="41351" cy="64313"/>
                </a:xfrm>
                <a:custGeom>
                  <a:rect b="b" l="l" r="r" t="t"/>
                  <a:pathLst>
                    <a:path extrusionOk="0" h="10002" w="6431">
                      <a:moveTo>
                        <a:pt x="4025" y="0"/>
                      </a:moveTo>
                      <a:cubicBezTo>
                        <a:pt x="3870" y="0"/>
                        <a:pt x="3704" y="60"/>
                        <a:pt x="3608" y="179"/>
                      </a:cubicBezTo>
                      <a:lnTo>
                        <a:pt x="1465" y="2322"/>
                      </a:lnTo>
                      <a:lnTo>
                        <a:pt x="299" y="1167"/>
                      </a:lnTo>
                      <a:cubicBezTo>
                        <a:pt x="269" y="1138"/>
                        <a:pt x="227" y="1123"/>
                        <a:pt x="184" y="1123"/>
                      </a:cubicBezTo>
                      <a:cubicBezTo>
                        <a:pt x="141" y="1123"/>
                        <a:pt x="96" y="1138"/>
                        <a:pt x="60" y="1167"/>
                      </a:cubicBezTo>
                      <a:cubicBezTo>
                        <a:pt x="1" y="1227"/>
                        <a:pt x="1" y="1322"/>
                        <a:pt x="60" y="1405"/>
                      </a:cubicBezTo>
                      <a:lnTo>
                        <a:pt x="1346" y="2679"/>
                      </a:lnTo>
                      <a:cubicBezTo>
                        <a:pt x="1370" y="2715"/>
                        <a:pt x="1418" y="2727"/>
                        <a:pt x="1465" y="2727"/>
                      </a:cubicBezTo>
                      <a:cubicBezTo>
                        <a:pt x="1501" y="2727"/>
                        <a:pt x="1549" y="2715"/>
                        <a:pt x="1584" y="2679"/>
                      </a:cubicBezTo>
                      <a:lnTo>
                        <a:pt x="3847" y="417"/>
                      </a:lnTo>
                      <a:cubicBezTo>
                        <a:pt x="3882" y="370"/>
                        <a:pt x="3966" y="346"/>
                        <a:pt x="4037" y="346"/>
                      </a:cubicBezTo>
                      <a:cubicBezTo>
                        <a:pt x="4109" y="346"/>
                        <a:pt x="4168" y="370"/>
                        <a:pt x="4228" y="417"/>
                      </a:cubicBezTo>
                      <a:lnTo>
                        <a:pt x="6049" y="2239"/>
                      </a:lnTo>
                      <a:cubicBezTo>
                        <a:pt x="6085" y="2275"/>
                        <a:pt x="6121" y="2358"/>
                        <a:pt x="6121" y="2429"/>
                      </a:cubicBezTo>
                      <a:cubicBezTo>
                        <a:pt x="6121" y="2501"/>
                        <a:pt x="6085" y="2560"/>
                        <a:pt x="6049" y="2620"/>
                      </a:cubicBezTo>
                      <a:lnTo>
                        <a:pt x="3775" y="4882"/>
                      </a:lnTo>
                      <a:cubicBezTo>
                        <a:pt x="3716" y="4942"/>
                        <a:pt x="3716" y="5049"/>
                        <a:pt x="3775" y="5120"/>
                      </a:cubicBezTo>
                      <a:lnTo>
                        <a:pt x="6049" y="7382"/>
                      </a:lnTo>
                      <a:cubicBezTo>
                        <a:pt x="6085" y="7430"/>
                        <a:pt x="6121" y="7501"/>
                        <a:pt x="6121" y="7573"/>
                      </a:cubicBezTo>
                      <a:cubicBezTo>
                        <a:pt x="6121" y="7656"/>
                        <a:pt x="6085" y="7716"/>
                        <a:pt x="6049" y="7775"/>
                      </a:cubicBezTo>
                      <a:lnTo>
                        <a:pt x="4228" y="9585"/>
                      </a:lnTo>
                      <a:cubicBezTo>
                        <a:pt x="4174" y="9639"/>
                        <a:pt x="4103" y="9665"/>
                        <a:pt x="4033" y="9665"/>
                      </a:cubicBezTo>
                      <a:cubicBezTo>
                        <a:pt x="3963" y="9665"/>
                        <a:pt x="3894" y="9639"/>
                        <a:pt x="3847" y="9585"/>
                      </a:cubicBezTo>
                      <a:lnTo>
                        <a:pt x="2989" y="8740"/>
                      </a:lnTo>
                      <a:cubicBezTo>
                        <a:pt x="2960" y="8710"/>
                        <a:pt x="2921" y="8695"/>
                        <a:pt x="2879" y="8695"/>
                      </a:cubicBezTo>
                      <a:cubicBezTo>
                        <a:pt x="2838" y="8695"/>
                        <a:pt x="2793" y="8710"/>
                        <a:pt x="2751" y="8740"/>
                      </a:cubicBezTo>
                      <a:cubicBezTo>
                        <a:pt x="2692" y="8799"/>
                        <a:pt x="2692" y="8906"/>
                        <a:pt x="2751" y="8978"/>
                      </a:cubicBezTo>
                      <a:lnTo>
                        <a:pt x="3608" y="9823"/>
                      </a:lnTo>
                      <a:cubicBezTo>
                        <a:pt x="3728" y="9942"/>
                        <a:pt x="3870" y="10002"/>
                        <a:pt x="4025" y="10002"/>
                      </a:cubicBezTo>
                      <a:cubicBezTo>
                        <a:pt x="4168" y="10002"/>
                        <a:pt x="4335" y="9942"/>
                        <a:pt x="4442" y="9823"/>
                      </a:cubicBezTo>
                      <a:lnTo>
                        <a:pt x="6252" y="8013"/>
                      </a:lnTo>
                      <a:cubicBezTo>
                        <a:pt x="6371" y="7894"/>
                        <a:pt x="6430" y="7740"/>
                        <a:pt x="6430" y="7597"/>
                      </a:cubicBezTo>
                      <a:cubicBezTo>
                        <a:pt x="6430" y="7430"/>
                        <a:pt x="6371" y="7275"/>
                        <a:pt x="6252" y="7180"/>
                      </a:cubicBezTo>
                      <a:lnTo>
                        <a:pt x="4109" y="4977"/>
                      </a:lnTo>
                      <a:lnTo>
                        <a:pt x="6252" y="2834"/>
                      </a:lnTo>
                      <a:cubicBezTo>
                        <a:pt x="6371" y="2715"/>
                        <a:pt x="6430" y="2560"/>
                        <a:pt x="6430" y="2417"/>
                      </a:cubicBezTo>
                      <a:cubicBezTo>
                        <a:pt x="6430" y="2251"/>
                        <a:pt x="6371" y="2096"/>
                        <a:pt x="6252" y="2001"/>
                      </a:cubicBezTo>
                      <a:lnTo>
                        <a:pt x="4442" y="179"/>
                      </a:lnTo>
                      <a:cubicBezTo>
                        <a:pt x="4323" y="60"/>
                        <a:pt x="4168" y="0"/>
                        <a:pt x="4025" y="0"/>
                      </a:cubicBez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200" name="Google Shape;9200;p38"/>
                <p:cNvSpPr/>
                <p:nvPr/>
              </p:nvSpPr>
              <p:spPr>
                <a:xfrm>
                  <a:off x="1818610" y="3731058"/>
                  <a:ext cx="39512" cy="64165"/>
                </a:xfrm>
                <a:custGeom>
                  <a:rect b="b" l="l" r="r" t="t"/>
                  <a:pathLst>
                    <a:path extrusionOk="0" h="9979" w="6145">
                      <a:moveTo>
                        <a:pt x="2477" y="1"/>
                      </a:moveTo>
                      <a:cubicBezTo>
                        <a:pt x="2311" y="1"/>
                        <a:pt x="2156" y="60"/>
                        <a:pt x="2061" y="179"/>
                      </a:cubicBezTo>
                      <a:lnTo>
                        <a:pt x="239" y="2001"/>
                      </a:lnTo>
                      <a:cubicBezTo>
                        <a:pt x="1" y="2239"/>
                        <a:pt x="1" y="2608"/>
                        <a:pt x="239" y="2846"/>
                      </a:cubicBezTo>
                      <a:lnTo>
                        <a:pt x="2382" y="4989"/>
                      </a:lnTo>
                      <a:lnTo>
                        <a:pt x="239" y="7133"/>
                      </a:lnTo>
                      <a:cubicBezTo>
                        <a:pt x="1" y="7371"/>
                        <a:pt x="1" y="7752"/>
                        <a:pt x="239" y="7990"/>
                      </a:cubicBezTo>
                      <a:lnTo>
                        <a:pt x="2061" y="9800"/>
                      </a:lnTo>
                      <a:cubicBezTo>
                        <a:pt x="2180" y="9919"/>
                        <a:pt x="2323" y="9978"/>
                        <a:pt x="2477" y="9978"/>
                      </a:cubicBezTo>
                      <a:cubicBezTo>
                        <a:pt x="2620" y="9978"/>
                        <a:pt x="2787" y="9919"/>
                        <a:pt x="2882" y="9800"/>
                      </a:cubicBezTo>
                      <a:lnTo>
                        <a:pt x="5037" y="7656"/>
                      </a:lnTo>
                      <a:lnTo>
                        <a:pt x="5859" y="8490"/>
                      </a:lnTo>
                      <a:cubicBezTo>
                        <a:pt x="5895" y="8520"/>
                        <a:pt x="5936" y="8535"/>
                        <a:pt x="5978" y="8535"/>
                      </a:cubicBezTo>
                      <a:cubicBezTo>
                        <a:pt x="6020" y="8535"/>
                        <a:pt x="6061" y="8520"/>
                        <a:pt x="6097" y="8490"/>
                      </a:cubicBezTo>
                      <a:cubicBezTo>
                        <a:pt x="6145" y="8430"/>
                        <a:pt x="6145" y="8323"/>
                        <a:pt x="6085" y="8264"/>
                      </a:cubicBezTo>
                      <a:lnTo>
                        <a:pt x="5156" y="7335"/>
                      </a:lnTo>
                      <a:cubicBezTo>
                        <a:pt x="5121" y="7299"/>
                        <a:pt x="5073" y="7287"/>
                        <a:pt x="5037" y="7287"/>
                      </a:cubicBezTo>
                      <a:cubicBezTo>
                        <a:pt x="4990" y="7287"/>
                        <a:pt x="4942" y="7299"/>
                        <a:pt x="4918" y="7335"/>
                      </a:cubicBezTo>
                      <a:lnTo>
                        <a:pt x="2656" y="9597"/>
                      </a:lnTo>
                      <a:cubicBezTo>
                        <a:pt x="2608" y="9633"/>
                        <a:pt x="2537" y="9669"/>
                        <a:pt x="2454" y="9669"/>
                      </a:cubicBezTo>
                      <a:cubicBezTo>
                        <a:pt x="2382" y="9669"/>
                        <a:pt x="2323" y="9633"/>
                        <a:pt x="2263" y="9597"/>
                      </a:cubicBezTo>
                      <a:lnTo>
                        <a:pt x="453" y="7776"/>
                      </a:lnTo>
                      <a:cubicBezTo>
                        <a:pt x="346" y="7668"/>
                        <a:pt x="346" y="7490"/>
                        <a:pt x="453" y="7395"/>
                      </a:cubicBezTo>
                      <a:lnTo>
                        <a:pt x="2716" y="5132"/>
                      </a:lnTo>
                      <a:cubicBezTo>
                        <a:pt x="2739" y="5097"/>
                        <a:pt x="2751" y="5049"/>
                        <a:pt x="2751" y="5013"/>
                      </a:cubicBezTo>
                      <a:cubicBezTo>
                        <a:pt x="2751" y="4966"/>
                        <a:pt x="2739" y="4918"/>
                        <a:pt x="2716" y="4894"/>
                      </a:cubicBezTo>
                      <a:lnTo>
                        <a:pt x="453" y="2632"/>
                      </a:lnTo>
                      <a:cubicBezTo>
                        <a:pt x="346" y="2525"/>
                        <a:pt x="346" y="2346"/>
                        <a:pt x="453" y="2239"/>
                      </a:cubicBezTo>
                      <a:lnTo>
                        <a:pt x="2263" y="417"/>
                      </a:lnTo>
                      <a:cubicBezTo>
                        <a:pt x="2311" y="382"/>
                        <a:pt x="2382" y="346"/>
                        <a:pt x="2454" y="346"/>
                      </a:cubicBezTo>
                      <a:cubicBezTo>
                        <a:pt x="2537" y="346"/>
                        <a:pt x="2597" y="382"/>
                        <a:pt x="2656" y="417"/>
                      </a:cubicBezTo>
                      <a:lnTo>
                        <a:pt x="3168" y="941"/>
                      </a:lnTo>
                      <a:cubicBezTo>
                        <a:pt x="3198" y="971"/>
                        <a:pt x="3239" y="986"/>
                        <a:pt x="3283" y="986"/>
                      </a:cubicBezTo>
                      <a:cubicBezTo>
                        <a:pt x="3326" y="986"/>
                        <a:pt x="3370" y="971"/>
                        <a:pt x="3406" y="941"/>
                      </a:cubicBezTo>
                      <a:cubicBezTo>
                        <a:pt x="3466" y="882"/>
                        <a:pt x="3466" y="775"/>
                        <a:pt x="3406" y="703"/>
                      </a:cubicBezTo>
                      <a:lnTo>
                        <a:pt x="2882" y="179"/>
                      </a:lnTo>
                      <a:cubicBezTo>
                        <a:pt x="2775" y="60"/>
                        <a:pt x="2620" y="1"/>
                        <a:pt x="2477" y="1"/>
                      </a:cubicBez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9201" name="Google Shape;9201;p38"/>
              <p:cNvGrpSpPr/>
              <p:nvPr/>
            </p:nvGrpSpPr>
            <p:grpSpPr>
              <a:xfrm>
                <a:off x="2172491" y="4089633"/>
                <a:ext cx="72126" cy="53788"/>
                <a:chOff x="2172491" y="4089633"/>
                <a:chExt cx="72126" cy="53788"/>
              </a:xfrm>
            </p:grpSpPr>
            <p:sp>
              <p:nvSpPr>
                <p:cNvPr id="9202" name="Google Shape;9202;p38"/>
                <p:cNvSpPr/>
                <p:nvPr/>
              </p:nvSpPr>
              <p:spPr>
                <a:xfrm>
                  <a:off x="2172491" y="4107625"/>
                  <a:ext cx="60030" cy="35796"/>
                </a:xfrm>
                <a:custGeom>
                  <a:rect b="b" l="l" r="r" t="t"/>
                  <a:pathLst>
                    <a:path extrusionOk="0" h="5567" w="9336">
                      <a:moveTo>
                        <a:pt x="1876" y="0"/>
                      </a:moveTo>
                      <a:cubicBezTo>
                        <a:pt x="1831" y="0"/>
                        <a:pt x="1787" y="18"/>
                        <a:pt x="1751" y="54"/>
                      </a:cubicBezTo>
                      <a:lnTo>
                        <a:pt x="84" y="1721"/>
                      </a:lnTo>
                      <a:cubicBezTo>
                        <a:pt x="1" y="1804"/>
                        <a:pt x="1" y="1899"/>
                        <a:pt x="84" y="1983"/>
                      </a:cubicBezTo>
                      <a:lnTo>
                        <a:pt x="3263" y="5162"/>
                      </a:lnTo>
                      <a:cubicBezTo>
                        <a:pt x="3513" y="5412"/>
                        <a:pt x="3858" y="5566"/>
                        <a:pt x="4215" y="5566"/>
                      </a:cubicBezTo>
                      <a:cubicBezTo>
                        <a:pt x="4573" y="5566"/>
                        <a:pt x="4918" y="5435"/>
                        <a:pt x="5168" y="5162"/>
                      </a:cubicBezTo>
                      <a:lnTo>
                        <a:pt x="9252" y="1090"/>
                      </a:lnTo>
                      <a:cubicBezTo>
                        <a:pt x="9335" y="1006"/>
                        <a:pt x="9335" y="887"/>
                        <a:pt x="9276" y="828"/>
                      </a:cubicBezTo>
                      <a:cubicBezTo>
                        <a:pt x="9240" y="792"/>
                        <a:pt x="9195" y="774"/>
                        <a:pt x="9151" y="774"/>
                      </a:cubicBezTo>
                      <a:cubicBezTo>
                        <a:pt x="9106" y="774"/>
                        <a:pt x="9061" y="792"/>
                        <a:pt x="9026" y="828"/>
                      </a:cubicBezTo>
                      <a:lnTo>
                        <a:pt x="4942" y="4912"/>
                      </a:lnTo>
                      <a:cubicBezTo>
                        <a:pt x="4751" y="5102"/>
                        <a:pt x="4501" y="5209"/>
                        <a:pt x="4227" y="5209"/>
                      </a:cubicBezTo>
                      <a:cubicBezTo>
                        <a:pt x="3965" y="5209"/>
                        <a:pt x="3715" y="5102"/>
                        <a:pt x="3513" y="4912"/>
                      </a:cubicBezTo>
                      <a:lnTo>
                        <a:pt x="453" y="1840"/>
                      </a:lnTo>
                      <a:lnTo>
                        <a:pt x="1870" y="435"/>
                      </a:lnTo>
                      <a:lnTo>
                        <a:pt x="2370" y="935"/>
                      </a:lnTo>
                      <a:cubicBezTo>
                        <a:pt x="2406" y="971"/>
                        <a:pt x="2450" y="988"/>
                        <a:pt x="2495" y="988"/>
                      </a:cubicBezTo>
                      <a:cubicBezTo>
                        <a:pt x="2540" y="988"/>
                        <a:pt x="2584" y="971"/>
                        <a:pt x="2620" y="935"/>
                      </a:cubicBezTo>
                      <a:cubicBezTo>
                        <a:pt x="2703" y="863"/>
                        <a:pt x="2703" y="756"/>
                        <a:pt x="2620" y="685"/>
                      </a:cubicBezTo>
                      <a:lnTo>
                        <a:pt x="2001" y="54"/>
                      </a:lnTo>
                      <a:cubicBezTo>
                        <a:pt x="1965" y="18"/>
                        <a:pt x="1920" y="0"/>
                        <a:pt x="1876" y="0"/>
                      </a:cubicBez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203" name="Google Shape;9203;p38"/>
                <p:cNvSpPr/>
                <p:nvPr/>
              </p:nvSpPr>
              <p:spPr>
                <a:xfrm>
                  <a:off x="2190406" y="4089633"/>
                  <a:ext cx="54211" cy="34568"/>
                </a:xfrm>
                <a:custGeom>
                  <a:rect b="b" l="l" r="r" t="t"/>
                  <a:pathLst>
                    <a:path extrusionOk="0" h="5376" w="8431">
                      <a:moveTo>
                        <a:pt x="6585" y="0"/>
                      </a:moveTo>
                      <a:cubicBezTo>
                        <a:pt x="6540" y="0"/>
                        <a:pt x="6495" y="18"/>
                        <a:pt x="6454" y="54"/>
                      </a:cubicBezTo>
                      <a:lnTo>
                        <a:pt x="1548" y="4971"/>
                      </a:lnTo>
                      <a:cubicBezTo>
                        <a:pt x="1513" y="4995"/>
                        <a:pt x="1477" y="5007"/>
                        <a:pt x="1429" y="5007"/>
                      </a:cubicBezTo>
                      <a:cubicBezTo>
                        <a:pt x="1382" y="5007"/>
                        <a:pt x="1346" y="4995"/>
                        <a:pt x="1310" y="4971"/>
                      </a:cubicBezTo>
                      <a:lnTo>
                        <a:pt x="334" y="3983"/>
                      </a:lnTo>
                      <a:cubicBezTo>
                        <a:pt x="292" y="3947"/>
                        <a:pt x="248" y="3929"/>
                        <a:pt x="203" y="3929"/>
                      </a:cubicBezTo>
                      <a:cubicBezTo>
                        <a:pt x="158" y="3929"/>
                        <a:pt x="114" y="3947"/>
                        <a:pt x="72" y="3983"/>
                      </a:cubicBezTo>
                      <a:cubicBezTo>
                        <a:pt x="1" y="4054"/>
                        <a:pt x="1" y="4161"/>
                        <a:pt x="72" y="4245"/>
                      </a:cubicBezTo>
                      <a:lnTo>
                        <a:pt x="1060" y="5221"/>
                      </a:lnTo>
                      <a:cubicBezTo>
                        <a:pt x="1156" y="5328"/>
                        <a:pt x="1275" y="5376"/>
                        <a:pt x="1417" y="5376"/>
                      </a:cubicBezTo>
                      <a:cubicBezTo>
                        <a:pt x="1548" y="5376"/>
                        <a:pt x="1679" y="5316"/>
                        <a:pt x="1775" y="5221"/>
                      </a:cubicBezTo>
                      <a:lnTo>
                        <a:pt x="6549" y="447"/>
                      </a:lnTo>
                      <a:lnTo>
                        <a:pt x="7966" y="1852"/>
                      </a:lnTo>
                      <a:lnTo>
                        <a:pt x="6704" y="3126"/>
                      </a:lnTo>
                      <a:cubicBezTo>
                        <a:pt x="6621" y="3197"/>
                        <a:pt x="6621" y="3304"/>
                        <a:pt x="6704" y="3376"/>
                      </a:cubicBezTo>
                      <a:cubicBezTo>
                        <a:pt x="6740" y="3411"/>
                        <a:pt x="6784" y="3429"/>
                        <a:pt x="6829" y="3429"/>
                      </a:cubicBezTo>
                      <a:cubicBezTo>
                        <a:pt x="6874" y="3429"/>
                        <a:pt x="6918" y="3411"/>
                        <a:pt x="6954" y="3376"/>
                      </a:cubicBezTo>
                      <a:lnTo>
                        <a:pt x="8347" y="1983"/>
                      </a:lnTo>
                      <a:cubicBezTo>
                        <a:pt x="8383" y="1947"/>
                        <a:pt x="8395" y="1899"/>
                        <a:pt x="8395" y="1864"/>
                      </a:cubicBezTo>
                      <a:cubicBezTo>
                        <a:pt x="8430" y="1816"/>
                        <a:pt x="8406" y="1768"/>
                        <a:pt x="8383" y="1721"/>
                      </a:cubicBezTo>
                      <a:lnTo>
                        <a:pt x="6716" y="54"/>
                      </a:lnTo>
                      <a:cubicBezTo>
                        <a:pt x="6674" y="18"/>
                        <a:pt x="6629" y="0"/>
                        <a:pt x="6585" y="0"/>
                      </a:cubicBez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9204" name="Google Shape;9204;p38"/>
              <p:cNvGrpSpPr/>
              <p:nvPr/>
            </p:nvGrpSpPr>
            <p:grpSpPr>
              <a:xfrm>
                <a:off x="2171920" y="3731058"/>
                <a:ext cx="64320" cy="64545"/>
                <a:chOff x="2171920" y="3731058"/>
                <a:chExt cx="64320" cy="64545"/>
              </a:xfrm>
            </p:grpSpPr>
            <p:sp>
              <p:nvSpPr>
                <p:cNvPr id="9205" name="Google Shape;9205;p38"/>
                <p:cNvSpPr/>
                <p:nvPr/>
              </p:nvSpPr>
              <p:spPr>
                <a:xfrm>
                  <a:off x="2194889" y="3731290"/>
                  <a:ext cx="41351" cy="64313"/>
                </a:xfrm>
                <a:custGeom>
                  <a:rect b="b" l="l" r="r" t="t"/>
                  <a:pathLst>
                    <a:path extrusionOk="0" h="10002" w="6431">
                      <a:moveTo>
                        <a:pt x="4025" y="0"/>
                      </a:moveTo>
                      <a:cubicBezTo>
                        <a:pt x="3870" y="0"/>
                        <a:pt x="3704" y="60"/>
                        <a:pt x="3608" y="179"/>
                      </a:cubicBezTo>
                      <a:lnTo>
                        <a:pt x="1465" y="2322"/>
                      </a:lnTo>
                      <a:lnTo>
                        <a:pt x="299" y="1167"/>
                      </a:lnTo>
                      <a:cubicBezTo>
                        <a:pt x="269" y="1138"/>
                        <a:pt x="227" y="1123"/>
                        <a:pt x="184" y="1123"/>
                      </a:cubicBezTo>
                      <a:cubicBezTo>
                        <a:pt x="141" y="1123"/>
                        <a:pt x="96" y="1138"/>
                        <a:pt x="60" y="1167"/>
                      </a:cubicBezTo>
                      <a:cubicBezTo>
                        <a:pt x="1" y="1227"/>
                        <a:pt x="1" y="1322"/>
                        <a:pt x="60" y="1405"/>
                      </a:cubicBezTo>
                      <a:lnTo>
                        <a:pt x="1346" y="2679"/>
                      </a:lnTo>
                      <a:cubicBezTo>
                        <a:pt x="1370" y="2715"/>
                        <a:pt x="1418" y="2727"/>
                        <a:pt x="1465" y="2727"/>
                      </a:cubicBezTo>
                      <a:cubicBezTo>
                        <a:pt x="1501" y="2727"/>
                        <a:pt x="1549" y="2715"/>
                        <a:pt x="1584" y="2679"/>
                      </a:cubicBezTo>
                      <a:lnTo>
                        <a:pt x="3847" y="417"/>
                      </a:lnTo>
                      <a:cubicBezTo>
                        <a:pt x="3882" y="370"/>
                        <a:pt x="3966" y="346"/>
                        <a:pt x="4037" y="346"/>
                      </a:cubicBezTo>
                      <a:cubicBezTo>
                        <a:pt x="4109" y="346"/>
                        <a:pt x="4168" y="370"/>
                        <a:pt x="4228" y="417"/>
                      </a:cubicBezTo>
                      <a:lnTo>
                        <a:pt x="6049" y="2239"/>
                      </a:lnTo>
                      <a:cubicBezTo>
                        <a:pt x="6085" y="2275"/>
                        <a:pt x="6121" y="2358"/>
                        <a:pt x="6121" y="2429"/>
                      </a:cubicBezTo>
                      <a:cubicBezTo>
                        <a:pt x="6121" y="2501"/>
                        <a:pt x="6085" y="2560"/>
                        <a:pt x="6049" y="2620"/>
                      </a:cubicBezTo>
                      <a:lnTo>
                        <a:pt x="3775" y="4882"/>
                      </a:lnTo>
                      <a:cubicBezTo>
                        <a:pt x="3716" y="4942"/>
                        <a:pt x="3716" y="5049"/>
                        <a:pt x="3775" y="5120"/>
                      </a:cubicBezTo>
                      <a:lnTo>
                        <a:pt x="6049" y="7382"/>
                      </a:lnTo>
                      <a:cubicBezTo>
                        <a:pt x="6085" y="7430"/>
                        <a:pt x="6121" y="7501"/>
                        <a:pt x="6121" y="7573"/>
                      </a:cubicBezTo>
                      <a:cubicBezTo>
                        <a:pt x="6121" y="7656"/>
                        <a:pt x="6085" y="7716"/>
                        <a:pt x="6049" y="7775"/>
                      </a:cubicBezTo>
                      <a:lnTo>
                        <a:pt x="4228" y="9585"/>
                      </a:lnTo>
                      <a:cubicBezTo>
                        <a:pt x="4174" y="9639"/>
                        <a:pt x="4103" y="9665"/>
                        <a:pt x="4033" y="9665"/>
                      </a:cubicBezTo>
                      <a:cubicBezTo>
                        <a:pt x="3963" y="9665"/>
                        <a:pt x="3894" y="9639"/>
                        <a:pt x="3847" y="9585"/>
                      </a:cubicBezTo>
                      <a:lnTo>
                        <a:pt x="2989" y="8740"/>
                      </a:lnTo>
                      <a:cubicBezTo>
                        <a:pt x="2960" y="8710"/>
                        <a:pt x="2921" y="8695"/>
                        <a:pt x="2879" y="8695"/>
                      </a:cubicBezTo>
                      <a:cubicBezTo>
                        <a:pt x="2838" y="8695"/>
                        <a:pt x="2793" y="8710"/>
                        <a:pt x="2751" y="8740"/>
                      </a:cubicBezTo>
                      <a:cubicBezTo>
                        <a:pt x="2692" y="8799"/>
                        <a:pt x="2692" y="8906"/>
                        <a:pt x="2751" y="8978"/>
                      </a:cubicBezTo>
                      <a:lnTo>
                        <a:pt x="3608" y="9823"/>
                      </a:lnTo>
                      <a:cubicBezTo>
                        <a:pt x="3728" y="9942"/>
                        <a:pt x="3870" y="10002"/>
                        <a:pt x="4025" y="10002"/>
                      </a:cubicBezTo>
                      <a:cubicBezTo>
                        <a:pt x="4168" y="10002"/>
                        <a:pt x="4335" y="9942"/>
                        <a:pt x="4442" y="9823"/>
                      </a:cubicBezTo>
                      <a:lnTo>
                        <a:pt x="6252" y="8013"/>
                      </a:lnTo>
                      <a:cubicBezTo>
                        <a:pt x="6371" y="7894"/>
                        <a:pt x="6430" y="7740"/>
                        <a:pt x="6430" y="7597"/>
                      </a:cubicBezTo>
                      <a:cubicBezTo>
                        <a:pt x="6430" y="7430"/>
                        <a:pt x="6371" y="7275"/>
                        <a:pt x="6252" y="7180"/>
                      </a:cubicBezTo>
                      <a:lnTo>
                        <a:pt x="4109" y="4977"/>
                      </a:lnTo>
                      <a:lnTo>
                        <a:pt x="6252" y="2834"/>
                      </a:lnTo>
                      <a:cubicBezTo>
                        <a:pt x="6371" y="2715"/>
                        <a:pt x="6430" y="2560"/>
                        <a:pt x="6430" y="2417"/>
                      </a:cubicBezTo>
                      <a:cubicBezTo>
                        <a:pt x="6430" y="2251"/>
                        <a:pt x="6371" y="2096"/>
                        <a:pt x="6252" y="2001"/>
                      </a:cubicBezTo>
                      <a:lnTo>
                        <a:pt x="4442" y="179"/>
                      </a:lnTo>
                      <a:cubicBezTo>
                        <a:pt x="4323" y="60"/>
                        <a:pt x="4168" y="0"/>
                        <a:pt x="4025" y="0"/>
                      </a:cubicBez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206" name="Google Shape;9206;p38"/>
                <p:cNvSpPr/>
                <p:nvPr/>
              </p:nvSpPr>
              <p:spPr>
                <a:xfrm>
                  <a:off x="2171920" y="3731058"/>
                  <a:ext cx="39512" cy="64165"/>
                </a:xfrm>
                <a:custGeom>
                  <a:rect b="b" l="l" r="r" t="t"/>
                  <a:pathLst>
                    <a:path extrusionOk="0" h="9979" w="6145">
                      <a:moveTo>
                        <a:pt x="2477" y="1"/>
                      </a:moveTo>
                      <a:cubicBezTo>
                        <a:pt x="2311" y="1"/>
                        <a:pt x="2156" y="60"/>
                        <a:pt x="2061" y="179"/>
                      </a:cubicBezTo>
                      <a:lnTo>
                        <a:pt x="239" y="2001"/>
                      </a:lnTo>
                      <a:cubicBezTo>
                        <a:pt x="1" y="2239"/>
                        <a:pt x="1" y="2608"/>
                        <a:pt x="239" y="2846"/>
                      </a:cubicBezTo>
                      <a:lnTo>
                        <a:pt x="2382" y="4989"/>
                      </a:lnTo>
                      <a:lnTo>
                        <a:pt x="239" y="7133"/>
                      </a:lnTo>
                      <a:cubicBezTo>
                        <a:pt x="1" y="7371"/>
                        <a:pt x="1" y="7752"/>
                        <a:pt x="239" y="7990"/>
                      </a:cubicBezTo>
                      <a:lnTo>
                        <a:pt x="2061" y="9800"/>
                      </a:lnTo>
                      <a:cubicBezTo>
                        <a:pt x="2180" y="9919"/>
                        <a:pt x="2323" y="9978"/>
                        <a:pt x="2477" y="9978"/>
                      </a:cubicBezTo>
                      <a:cubicBezTo>
                        <a:pt x="2620" y="9978"/>
                        <a:pt x="2787" y="9919"/>
                        <a:pt x="2882" y="9800"/>
                      </a:cubicBezTo>
                      <a:lnTo>
                        <a:pt x="5037" y="7656"/>
                      </a:lnTo>
                      <a:lnTo>
                        <a:pt x="5859" y="8490"/>
                      </a:lnTo>
                      <a:cubicBezTo>
                        <a:pt x="5895" y="8520"/>
                        <a:pt x="5936" y="8535"/>
                        <a:pt x="5978" y="8535"/>
                      </a:cubicBezTo>
                      <a:cubicBezTo>
                        <a:pt x="6020" y="8535"/>
                        <a:pt x="6061" y="8520"/>
                        <a:pt x="6097" y="8490"/>
                      </a:cubicBezTo>
                      <a:cubicBezTo>
                        <a:pt x="6145" y="8430"/>
                        <a:pt x="6145" y="8323"/>
                        <a:pt x="6085" y="8264"/>
                      </a:cubicBezTo>
                      <a:lnTo>
                        <a:pt x="5156" y="7335"/>
                      </a:lnTo>
                      <a:cubicBezTo>
                        <a:pt x="5121" y="7299"/>
                        <a:pt x="5073" y="7287"/>
                        <a:pt x="5037" y="7287"/>
                      </a:cubicBezTo>
                      <a:cubicBezTo>
                        <a:pt x="4990" y="7287"/>
                        <a:pt x="4942" y="7299"/>
                        <a:pt x="4918" y="7335"/>
                      </a:cubicBezTo>
                      <a:lnTo>
                        <a:pt x="2656" y="9597"/>
                      </a:lnTo>
                      <a:cubicBezTo>
                        <a:pt x="2608" y="9633"/>
                        <a:pt x="2537" y="9669"/>
                        <a:pt x="2454" y="9669"/>
                      </a:cubicBezTo>
                      <a:cubicBezTo>
                        <a:pt x="2382" y="9669"/>
                        <a:pt x="2323" y="9633"/>
                        <a:pt x="2263" y="9597"/>
                      </a:cubicBezTo>
                      <a:lnTo>
                        <a:pt x="453" y="7776"/>
                      </a:lnTo>
                      <a:cubicBezTo>
                        <a:pt x="346" y="7668"/>
                        <a:pt x="346" y="7490"/>
                        <a:pt x="453" y="7395"/>
                      </a:cubicBezTo>
                      <a:lnTo>
                        <a:pt x="2716" y="5132"/>
                      </a:lnTo>
                      <a:cubicBezTo>
                        <a:pt x="2739" y="5097"/>
                        <a:pt x="2751" y="5049"/>
                        <a:pt x="2751" y="5013"/>
                      </a:cubicBezTo>
                      <a:cubicBezTo>
                        <a:pt x="2751" y="4966"/>
                        <a:pt x="2739" y="4918"/>
                        <a:pt x="2716" y="4894"/>
                      </a:cubicBezTo>
                      <a:lnTo>
                        <a:pt x="453" y="2632"/>
                      </a:lnTo>
                      <a:cubicBezTo>
                        <a:pt x="346" y="2525"/>
                        <a:pt x="346" y="2346"/>
                        <a:pt x="453" y="2239"/>
                      </a:cubicBezTo>
                      <a:lnTo>
                        <a:pt x="2263" y="417"/>
                      </a:lnTo>
                      <a:cubicBezTo>
                        <a:pt x="2311" y="382"/>
                        <a:pt x="2382" y="346"/>
                        <a:pt x="2454" y="346"/>
                      </a:cubicBezTo>
                      <a:cubicBezTo>
                        <a:pt x="2537" y="346"/>
                        <a:pt x="2597" y="382"/>
                        <a:pt x="2656" y="417"/>
                      </a:cubicBezTo>
                      <a:lnTo>
                        <a:pt x="3168" y="941"/>
                      </a:lnTo>
                      <a:cubicBezTo>
                        <a:pt x="3198" y="971"/>
                        <a:pt x="3239" y="986"/>
                        <a:pt x="3283" y="986"/>
                      </a:cubicBezTo>
                      <a:cubicBezTo>
                        <a:pt x="3326" y="986"/>
                        <a:pt x="3370" y="971"/>
                        <a:pt x="3406" y="941"/>
                      </a:cubicBezTo>
                      <a:cubicBezTo>
                        <a:pt x="3466" y="882"/>
                        <a:pt x="3466" y="775"/>
                        <a:pt x="3406" y="703"/>
                      </a:cubicBezTo>
                      <a:lnTo>
                        <a:pt x="2882" y="179"/>
                      </a:lnTo>
                      <a:cubicBezTo>
                        <a:pt x="2775" y="60"/>
                        <a:pt x="2620" y="1"/>
                        <a:pt x="2477" y="1"/>
                      </a:cubicBez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9207" name="Google Shape;9207;p38"/>
              <p:cNvGrpSpPr/>
              <p:nvPr/>
            </p:nvGrpSpPr>
            <p:grpSpPr>
              <a:xfrm>
                <a:off x="2874730" y="3745828"/>
                <a:ext cx="72126" cy="53788"/>
                <a:chOff x="2874730" y="3745828"/>
                <a:chExt cx="72126" cy="53788"/>
              </a:xfrm>
            </p:grpSpPr>
            <p:sp>
              <p:nvSpPr>
                <p:cNvPr id="9208" name="Google Shape;9208;p38"/>
                <p:cNvSpPr/>
                <p:nvPr/>
              </p:nvSpPr>
              <p:spPr>
                <a:xfrm>
                  <a:off x="2874730" y="3763820"/>
                  <a:ext cx="60030" cy="35796"/>
                </a:xfrm>
                <a:custGeom>
                  <a:rect b="b" l="l" r="r" t="t"/>
                  <a:pathLst>
                    <a:path extrusionOk="0" h="5567" w="9336">
                      <a:moveTo>
                        <a:pt x="1876" y="0"/>
                      </a:moveTo>
                      <a:cubicBezTo>
                        <a:pt x="1831" y="0"/>
                        <a:pt x="1787" y="18"/>
                        <a:pt x="1751" y="54"/>
                      </a:cubicBezTo>
                      <a:lnTo>
                        <a:pt x="84" y="1721"/>
                      </a:lnTo>
                      <a:cubicBezTo>
                        <a:pt x="1" y="1804"/>
                        <a:pt x="1" y="1899"/>
                        <a:pt x="84" y="1983"/>
                      </a:cubicBezTo>
                      <a:lnTo>
                        <a:pt x="3263" y="5162"/>
                      </a:lnTo>
                      <a:cubicBezTo>
                        <a:pt x="3513" y="5412"/>
                        <a:pt x="3858" y="5566"/>
                        <a:pt x="4215" y="5566"/>
                      </a:cubicBezTo>
                      <a:cubicBezTo>
                        <a:pt x="4573" y="5566"/>
                        <a:pt x="4918" y="5435"/>
                        <a:pt x="5168" y="5162"/>
                      </a:cubicBezTo>
                      <a:lnTo>
                        <a:pt x="9252" y="1090"/>
                      </a:lnTo>
                      <a:cubicBezTo>
                        <a:pt x="9335" y="1006"/>
                        <a:pt x="9335" y="887"/>
                        <a:pt x="9276" y="828"/>
                      </a:cubicBezTo>
                      <a:cubicBezTo>
                        <a:pt x="9240" y="792"/>
                        <a:pt x="9195" y="774"/>
                        <a:pt x="9151" y="774"/>
                      </a:cubicBezTo>
                      <a:cubicBezTo>
                        <a:pt x="9106" y="774"/>
                        <a:pt x="9061" y="792"/>
                        <a:pt x="9026" y="828"/>
                      </a:cubicBezTo>
                      <a:lnTo>
                        <a:pt x="4942" y="4912"/>
                      </a:lnTo>
                      <a:cubicBezTo>
                        <a:pt x="4751" y="5102"/>
                        <a:pt x="4501" y="5209"/>
                        <a:pt x="4227" y="5209"/>
                      </a:cubicBezTo>
                      <a:cubicBezTo>
                        <a:pt x="3965" y="5209"/>
                        <a:pt x="3715" y="5102"/>
                        <a:pt x="3513" y="4912"/>
                      </a:cubicBezTo>
                      <a:lnTo>
                        <a:pt x="453" y="1840"/>
                      </a:lnTo>
                      <a:lnTo>
                        <a:pt x="1870" y="435"/>
                      </a:lnTo>
                      <a:lnTo>
                        <a:pt x="2370" y="935"/>
                      </a:lnTo>
                      <a:cubicBezTo>
                        <a:pt x="2406" y="971"/>
                        <a:pt x="2450" y="988"/>
                        <a:pt x="2495" y="988"/>
                      </a:cubicBezTo>
                      <a:cubicBezTo>
                        <a:pt x="2540" y="988"/>
                        <a:pt x="2584" y="971"/>
                        <a:pt x="2620" y="935"/>
                      </a:cubicBezTo>
                      <a:cubicBezTo>
                        <a:pt x="2703" y="863"/>
                        <a:pt x="2703" y="756"/>
                        <a:pt x="2620" y="685"/>
                      </a:cubicBezTo>
                      <a:lnTo>
                        <a:pt x="2001" y="54"/>
                      </a:lnTo>
                      <a:cubicBezTo>
                        <a:pt x="1965" y="18"/>
                        <a:pt x="1920" y="0"/>
                        <a:pt x="1876" y="0"/>
                      </a:cubicBez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209" name="Google Shape;9209;p38"/>
                <p:cNvSpPr/>
                <p:nvPr/>
              </p:nvSpPr>
              <p:spPr>
                <a:xfrm>
                  <a:off x="2892645" y="3745828"/>
                  <a:ext cx="54211" cy="34568"/>
                </a:xfrm>
                <a:custGeom>
                  <a:rect b="b" l="l" r="r" t="t"/>
                  <a:pathLst>
                    <a:path extrusionOk="0" h="5376" w="8431">
                      <a:moveTo>
                        <a:pt x="6585" y="0"/>
                      </a:moveTo>
                      <a:cubicBezTo>
                        <a:pt x="6540" y="0"/>
                        <a:pt x="6495" y="18"/>
                        <a:pt x="6454" y="54"/>
                      </a:cubicBezTo>
                      <a:lnTo>
                        <a:pt x="1548" y="4971"/>
                      </a:lnTo>
                      <a:cubicBezTo>
                        <a:pt x="1513" y="4995"/>
                        <a:pt x="1477" y="5007"/>
                        <a:pt x="1429" y="5007"/>
                      </a:cubicBezTo>
                      <a:cubicBezTo>
                        <a:pt x="1382" y="5007"/>
                        <a:pt x="1346" y="4995"/>
                        <a:pt x="1310" y="4971"/>
                      </a:cubicBezTo>
                      <a:lnTo>
                        <a:pt x="334" y="3983"/>
                      </a:lnTo>
                      <a:cubicBezTo>
                        <a:pt x="292" y="3947"/>
                        <a:pt x="248" y="3929"/>
                        <a:pt x="203" y="3929"/>
                      </a:cubicBezTo>
                      <a:cubicBezTo>
                        <a:pt x="158" y="3929"/>
                        <a:pt x="114" y="3947"/>
                        <a:pt x="72" y="3983"/>
                      </a:cubicBezTo>
                      <a:cubicBezTo>
                        <a:pt x="1" y="4054"/>
                        <a:pt x="1" y="4161"/>
                        <a:pt x="72" y="4245"/>
                      </a:cubicBezTo>
                      <a:lnTo>
                        <a:pt x="1060" y="5221"/>
                      </a:lnTo>
                      <a:cubicBezTo>
                        <a:pt x="1156" y="5328"/>
                        <a:pt x="1275" y="5376"/>
                        <a:pt x="1417" y="5376"/>
                      </a:cubicBezTo>
                      <a:cubicBezTo>
                        <a:pt x="1548" y="5376"/>
                        <a:pt x="1679" y="5316"/>
                        <a:pt x="1775" y="5221"/>
                      </a:cubicBezTo>
                      <a:lnTo>
                        <a:pt x="6549" y="447"/>
                      </a:lnTo>
                      <a:lnTo>
                        <a:pt x="7966" y="1852"/>
                      </a:lnTo>
                      <a:lnTo>
                        <a:pt x="6704" y="3126"/>
                      </a:lnTo>
                      <a:cubicBezTo>
                        <a:pt x="6621" y="3197"/>
                        <a:pt x="6621" y="3304"/>
                        <a:pt x="6704" y="3376"/>
                      </a:cubicBezTo>
                      <a:cubicBezTo>
                        <a:pt x="6740" y="3411"/>
                        <a:pt x="6784" y="3429"/>
                        <a:pt x="6829" y="3429"/>
                      </a:cubicBezTo>
                      <a:cubicBezTo>
                        <a:pt x="6874" y="3429"/>
                        <a:pt x="6918" y="3411"/>
                        <a:pt x="6954" y="3376"/>
                      </a:cubicBezTo>
                      <a:lnTo>
                        <a:pt x="8347" y="1983"/>
                      </a:lnTo>
                      <a:cubicBezTo>
                        <a:pt x="8383" y="1947"/>
                        <a:pt x="8395" y="1899"/>
                        <a:pt x="8395" y="1864"/>
                      </a:cubicBezTo>
                      <a:cubicBezTo>
                        <a:pt x="8430" y="1816"/>
                        <a:pt x="8406" y="1768"/>
                        <a:pt x="8383" y="1721"/>
                      </a:cubicBezTo>
                      <a:lnTo>
                        <a:pt x="6716" y="54"/>
                      </a:lnTo>
                      <a:cubicBezTo>
                        <a:pt x="6674" y="18"/>
                        <a:pt x="6629" y="0"/>
                        <a:pt x="6585" y="0"/>
                      </a:cubicBez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9210" name="Google Shape;9210;p38"/>
              <p:cNvGrpSpPr/>
              <p:nvPr/>
            </p:nvGrpSpPr>
            <p:grpSpPr>
              <a:xfrm>
                <a:off x="2878589" y="4081481"/>
                <a:ext cx="64321" cy="64544"/>
                <a:chOff x="2878589" y="4081481"/>
                <a:chExt cx="64321" cy="64544"/>
              </a:xfrm>
            </p:grpSpPr>
            <p:sp>
              <p:nvSpPr>
                <p:cNvPr id="9211" name="Google Shape;9211;p38"/>
                <p:cNvSpPr/>
                <p:nvPr/>
              </p:nvSpPr>
              <p:spPr>
                <a:xfrm>
                  <a:off x="2901559" y="4081712"/>
                  <a:ext cx="41351" cy="64313"/>
                </a:xfrm>
                <a:custGeom>
                  <a:rect b="b" l="l" r="r" t="t"/>
                  <a:pathLst>
                    <a:path extrusionOk="0" h="10002" w="6431">
                      <a:moveTo>
                        <a:pt x="4025" y="0"/>
                      </a:moveTo>
                      <a:cubicBezTo>
                        <a:pt x="3870" y="0"/>
                        <a:pt x="3704" y="60"/>
                        <a:pt x="3608" y="179"/>
                      </a:cubicBezTo>
                      <a:lnTo>
                        <a:pt x="1465" y="2322"/>
                      </a:lnTo>
                      <a:lnTo>
                        <a:pt x="299" y="1167"/>
                      </a:lnTo>
                      <a:cubicBezTo>
                        <a:pt x="269" y="1138"/>
                        <a:pt x="227" y="1123"/>
                        <a:pt x="184" y="1123"/>
                      </a:cubicBezTo>
                      <a:cubicBezTo>
                        <a:pt x="141" y="1123"/>
                        <a:pt x="96" y="1138"/>
                        <a:pt x="60" y="1167"/>
                      </a:cubicBezTo>
                      <a:cubicBezTo>
                        <a:pt x="1" y="1227"/>
                        <a:pt x="1" y="1322"/>
                        <a:pt x="60" y="1405"/>
                      </a:cubicBezTo>
                      <a:lnTo>
                        <a:pt x="1346" y="2679"/>
                      </a:lnTo>
                      <a:cubicBezTo>
                        <a:pt x="1370" y="2715"/>
                        <a:pt x="1418" y="2727"/>
                        <a:pt x="1465" y="2727"/>
                      </a:cubicBezTo>
                      <a:cubicBezTo>
                        <a:pt x="1501" y="2727"/>
                        <a:pt x="1549" y="2715"/>
                        <a:pt x="1584" y="2679"/>
                      </a:cubicBezTo>
                      <a:lnTo>
                        <a:pt x="3847" y="417"/>
                      </a:lnTo>
                      <a:cubicBezTo>
                        <a:pt x="3882" y="370"/>
                        <a:pt x="3966" y="346"/>
                        <a:pt x="4037" y="346"/>
                      </a:cubicBezTo>
                      <a:cubicBezTo>
                        <a:pt x="4109" y="346"/>
                        <a:pt x="4168" y="370"/>
                        <a:pt x="4228" y="417"/>
                      </a:cubicBezTo>
                      <a:lnTo>
                        <a:pt x="6049" y="2239"/>
                      </a:lnTo>
                      <a:cubicBezTo>
                        <a:pt x="6085" y="2275"/>
                        <a:pt x="6121" y="2358"/>
                        <a:pt x="6121" y="2429"/>
                      </a:cubicBezTo>
                      <a:cubicBezTo>
                        <a:pt x="6121" y="2501"/>
                        <a:pt x="6085" y="2560"/>
                        <a:pt x="6049" y="2620"/>
                      </a:cubicBezTo>
                      <a:lnTo>
                        <a:pt x="3775" y="4882"/>
                      </a:lnTo>
                      <a:cubicBezTo>
                        <a:pt x="3716" y="4942"/>
                        <a:pt x="3716" y="5049"/>
                        <a:pt x="3775" y="5120"/>
                      </a:cubicBezTo>
                      <a:lnTo>
                        <a:pt x="6049" y="7382"/>
                      </a:lnTo>
                      <a:cubicBezTo>
                        <a:pt x="6085" y="7430"/>
                        <a:pt x="6121" y="7501"/>
                        <a:pt x="6121" y="7573"/>
                      </a:cubicBezTo>
                      <a:cubicBezTo>
                        <a:pt x="6121" y="7656"/>
                        <a:pt x="6085" y="7716"/>
                        <a:pt x="6049" y="7775"/>
                      </a:cubicBezTo>
                      <a:lnTo>
                        <a:pt x="4228" y="9585"/>
                      </a:lnTo>
                      <a:cubicBezTo>
                        <a:pt x="4174" y="9639"/>
                        <a:pt x="4103" y="9665"/>
                        <a:pt x="4033" y="9665"/>
                      </a:cubicBezTo>
                      <a:cubicBezTo>
                        <a:pt x="3963" y="9665"/>
                        <a:pt x="3894" y="9639"/>
                        <a:pt x="3847" y="9585"/>
                      </a:cubicBezTo>
                      <a:lnTo>
                        <a:pt x="2989" y="8740"/>
                      </a:lnTo>
                      <a:cubicBezTo>
                        <a:pt x="2960" y="8710"/>
                        <a:pt x="2921" y="8695"/>
                        <a:pt x="2879" y="8695"/>
                      </a:cubicBezTo>
                      <a:cubicBezTo>
                        <a:pt x="2838" y="8695"/>
                        <a:pt x="2793" y="8710"/>
                        <a:pt x="2751" y="8740"/>
                      </a:cubicBezTo>
                      <a:cubicBezTo>
                        <a:pt x="2692" y="8799"/>
                        <a:pt x="2692" y="8906"/>
                        <a:pt x="2751" y="8978"/>
                      </a:cubicBezTo>
                      <a:lnTo>
                        <a:pt x="3608" y="9823"/>
                      </a:lnTo>
                      <a:cubicBezTo>
                        <a:pt x="3728" y="9942"/>
                        <a:pt x="3870" y="10002"/>
                        <a:pt x="4025" y="10002"/>
                      </a:cubicBezTo>
                      <a:cubicBezTo>
                        <a:pt x="4168" y="10002"/>
                        <a:pt x="4335" y="9942"/>
                        <a:pt x="4442" y="9823"/>
                      </a:cubicBezTo>
                      <a:lnTo>
                        <a:pt x="6252" y="8013"/>
                      </a:lnTo>
                      <a:cubicBezTo>
                        <a:pt x="6371" y="7894"/>
                        <a:pt x="6430" y="7740"/>
                        <a:pt x="6430" y="7597"/>
                      </a:cubicBezTo>
                      <a:cubicBezTo>
                        <a:pt x="6430" y="7430"/>
                        <a:pt x="6371" y="7275"/>
                        <a:pt x="6252" y="7180"/>
                      </a:cubicBezTo>
                      <a:lnTo>
                        <a:pt x="4109" y="4977"/>
                      </a:lnTo>
                      <a:lnTo>
                        <a:pt x="6252" y="2834"/>
                      </a:lnTo>
                      <a:cubicBezTo>
                        <a:pt x="6371" y="2715"/>
                        <a:pt x="6430" y="2560"/>
                        <a:pt x="6430" y="2417"/>
                      </a:cubicBezTo>
                      <a:cubicBezTo>
                        <a:pt x="6430" y="2251"/>
                        <a:pt x="6371" y="2096"/>
                        <a:pt x="6252" y="2001"/>
                      </a:cubicBezTo>
                      <a:lnTo>
                        <a:pt x="4442" y="179"/>
                      </a:lnTo>
                      <a:cubicBezTo>
                        <a:pt x="4323" y="60"/>
                        <a:pt x="4168" y="0"/>
                        <a:pt x="4025" y="0"/>
                      </a:cubicBez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212" name="Google Shape;9212;p38"/>
                <p:cNvSpPr/>
                <p:nvPr/>
              </p:nvSpPr>
              <p:spPr>
                <a:xfrm>
                  <a:off x="2878589" y="4081481"/>
                  <a:ext cx="39512" cy="64165"/>
                </a:xfrm>
                <a:custGeom>
                  <a:rect b="b" l="l" r="r" t="t"/>
                  <a:pathLst>
                    <a:path extrusionOk="0" h="9979" w="6145">
                      <a:moveTo>
                        <a:pt x="2477" y="1"/>
                      </a:moveTo>
                      <a:cubicBezTo>
                        <a:pt x="2311" y="1"/>
                        <a:pt x="2156" y="60"/>
                        <a:pt x="2061" y="179"/>
                      </a:cubicBezTo>
                      <a:lnTo>
                        <a:pt x="239" y="2001"/>
                      </a:lnTo>
                      <a:cubicBezTo>
                        <a:pt x="1" y="2239"/>
                        <a:pt x="1" y="2608"/>
                        <a:pt x="239" y="2846"/>
                      </a:cubicBezTo>
                      <a:lnTo>
                        <a:pt x="2382" y="4989"/>
                      </a:lnTo>
                      <a:lnTo>
                        <a:pt x="239" y="7133"/>
                      </a:lnTo>
                      <a:cubicBezTo>
                        <a:pt x="1" y="7371"/>
                        <a:pt x="1" y="7752"/>
                        <a:pt x="239" y="7990"/>
                      </a:cubicBezTo>
                      <a:lnTo>
                        <a:pt x="2061" y="9800"/>
                      </a:lnTo>
                      <a:cubicBezTo>
                        <a:pt x="2180" y="9919"/>
                        <a:pt x="2323" y="9978"/>
                        <a:pt x="2477" y="9978"/>
                      </a:cubicBezTo>
                      <a:cubicBezTo>
                        <a:pt x="2620" y="9978"/>
                        <a:pt x="2787" y="9919"/>
                        <a:pt x="2882" y="9800"/>
                      </a:cubicBezTo>
                      <a:lnTo>
                        <a:pt x="5037" y="7656"/>
                      </a:lnTo>
                      <a:lnTo>
                        <a:pt x="5859" y="8490"/>
                      </a:lnTo>
                      <a:cubicBezTo>
                        <a:pt x="5895" y="8520"/>
                        <a:pt x="5936" y="8535"/>
                        <a:pt x="5978" y="8535"/>
                      </a:cubicBezTo>
                      <a:cubicBezTo>
                        <a:pt x="6020" y="8535"/>
                        <a:pt x="6061" y="8520"/>
                        <a:pt x="6097" y="8490"/>
                      </a:cubicBezTo>
                      <a:cubicBezTo>
                        <a:pt x="6145" y="8430"/>
                        <a:pt x="6145" y="8323"/>
                        <a:pt x="6085" y="8264"/>
                      </a:cubicBezTo>
                      <a:lnTo>
                        <a:pt x="5156" y="7335"/>
                      </a:lnTo>
                      <a:cubicBezTo>
                        <a:pt x="5121" y="7299"/>
                        <a:pt x="5073" y="7287"/>
                        <a:pt x="5037" y="7287"/>
                      </a:cubicBezTo>
                      <a:cubicBezTo>
                        <a:pt x="4990" y="7287"/>
                        <a:pt x="4942" y="7299"/>
                        <a:pt x="4918" y="7335"/>
                      </a:cubicBezTo>
                      <a:lnTo>
                        <a:pt x="2656" y="9597"/>
                      </a:lnTo>
                      <a:cubicBezTo>
                        <a:pt x="2608" y="9633"/>
                        <a:pt x="2537" y="9669"/>
                        <a:pt x="2454" y="9669"/>
                      </a:cubicBezTo>
                      <a:cubicBezTo>
                        <a:pt x="2382" y="9669"/>
                        <a:pt x="2323" y="9633"/>
                        <a:pt x="2263" y="9597"/>
                      </a:cubicBezTo>
                      <a:lnTo>
                        <a:pt x="453" y="7776"/>
                      </a:lnTo>
                      <a:cubicBezTo>
                        <a:pt x="346" y="7668"/>
                        <a:pt x="346" y="7490"/>
                        <a:pt x="453" y="7395"/>
                      </a:cubicBezTo>
                      <a:lnTo>
                        <a:pt x="2716" y="5132"/>
                      </a:lnTo>
                      <a:cubicBezTo>
                        <a:pt x="2739" y="5097"/>
                        <a:pt x="2751" y="5049"/>
                        <a:pt x="2751" y="5013"/>
                      </a:cubicBezTo>
                      <a:cubicBezTo>
                        <a:pt x="2751" y="4966"/>
                        <a:pt x="2739" y="4918"/>
                        <a:pt x="2716" y="4894"/>
                      </a:cubicBezTo>
                      <a:lnTo>
                        <a:pt x="453" y="2632"/>
                      </a:lnTo>
                      <a:cubicBezTo>
                        <a:pt x="346" y="2525"/>
                        <a:pt x="346" y="2346"/>
                        <a:pt x="453" y="2239"/>
                      </a:cubicBezTo>
                      <a:lnTo>
                        <a:pt x="2263" y="417"/>
                      </a:lnTo>
                      <a:cubicBezTo>
                        <a:pt x="2311" y="382"/>
                        <a:pt x="2382" y="346"/>
                        <a:pt x="2454" y="346"/>
                      </a:cubicBezTo>
                      <a:cubicBezTo>
                        <a:pt x="2537" y="346"/>
                        <a:pt x="2597" y="382"/>
                        <a:pt x="2656" y="417"/>
                      </a:cubicBezTo>
                      <a:lnTo>
                        <a:pt x="3168" y="941"/>
                      </a:lnTo>
                      <a:cubicBezTo>
                        <a:pt x="3198" y="971"/>
                        <a:pt x="3239" y="986"/>
                        <a:pt x="3283" y="986"/>
                      </a:cubicBezTo>
                      <a:cubicBezTo>
                        <a:pt x="3326" y="986"/>
                        <a:pt x="3370" y="971"/>
                        <a:pt x="3406" y="941"/>
                      </a:cubicBezTo>
                      <a:cubicBezTo>
                        <a:pt x="3466" y="882"/>
                        <a:pt x="3466" y="775"/>
                        <a:pt x="3406" y="703"/>
                      </a:cubicBezTo>
                      <a:lnTo>
                        <a:pt x="2882" y="179"/>
                      </a:lnTo>
                      <a:cubicBezTo>
                        <a:pt x="2775" y="60"/>
                        <a:pt x="2620" y="1"/>
                        <a:pt x="2477" y="1"/>
                      </a:cubicBez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9213" name="Google Shape;9213;p38"/>
              <p:cNvGrpSpPr/>
              <p:nvPr/>
            </p:nvGrpSpPr>
            <p:grpSpPr>
              <a:xfrm>
                <a:off x="2525796" y="4089633"/>
                <a:ext cx="72126" cy="53788"/>
                <a:chOff x="2525796" y="4089633"/>
                <a:chExt cx="72126" cy="53788"/>
              </a:xfrm>
            </p:grpSpPr>
            <p:sp>
              <p:nvSpPr>
                <p:cNvPr id="9214" name="Google Shape;9214;p38"/>
                <p:cNvSpPr/>
                <p:nvPr/>
              </p:nvSpPr>
              <p:spPr>
                <a:xfrm>
                  <a:off x="2525796" y="4107625"/>
                  <a:ext cx="60030" cy="35796"/>
                </a:xfrm>
                <a:custGeom>
                  <a:rect b="b" l="l" r="r" t="t"/>
                  <a:pathLst>
                    <a:path extrusionOk="0" h="5567" w="9336">
                      <a:moveTo>
                        <a:pt x="1876" y="0"/>
                      </a:moveTo>
                      <a:cubicBezTo>
                        <a:pt x="1831" y="0"/>
                        <a:pt x="1787" y="18"/>
                        <a:pt x="1751" y="54"/>
                      </a:cubicBezTo>
                      <a:lnTo>
                        <a:pt x="84" y="1721"/>
                      </a:lnTo>
                      <a:cubicBezTo>
                        <a:pt x="1" y="1804"/>
                        <a:pt x="1" y="1899"/>
                        <a:pt x="84" y="1983"/>
                      </a:cubicBezTo>
                      <a:lnTo>
                        <a:pt x="3263" y="5162"/>
                      </a:lnTo>
                      <a:cubicBezTo>
                        <a:pt x="3513" y="5412"/>
                        <a:pt x="3858" y="5566"/>
                        <a:pt x="4215" y="5566"/>
                      </a:cubicBezTo>
                      <a:cubicBezTo>
                        <a:pt x="4573" y="5566"/>
                        <a:pt x="4918" y="5435"/>
                        <a:pt x="5168" y="5162"/>
                      </a:cubicBezTo>
                      <a:lnTo>
                        <a:pt x="9252" y="1090"/>
                      </a:lnTo>
                      <a:cubicBezTo>
                        <a:pt x="9335" y="1006"/>
                        <a:pt x="9335" y="887"/>
                        <a:pt x="9276" y="828"/>
                      </a:cubicBezTo>
                      <a:cubicBezTo>
                        <a:pt x="9240" y="792"/>
                        <a:pt x="9195" y="774"/>
                        <a:pt x="9151" y="774"/>
                      </a:cubicBezTo>
                      <a:cubicBezTo>
                        <a:pt x="9106" y="774"/>
                        <a:pt x="9061" y="792"/>
                        <a:pt x="9026" y="828"/>
                      </a:cubicBezTo>
                      <a:lnTo>
                        <a:pt x="4942" y="4912"/>
                      </a:lnTo>
                      <a:cubicBezTo>
                        <a:pt x="4751" y="5102"/>
                        <a:pt x="4501" y="5209"/>
                        <a:pt x="4227" y="5209"/>
                      </a:cubicBezTo>
                      <a:cubicBezTo>
                        <a:pt x="3965" y="5209"/>
                        <a:pt x="3715" y="5102"/>
                        <a:pt x="3513" y="4912"/>
                      </a:cubicBezTo>
                      <a:lnTo>
                        <a:pt x="453" y="1840"/>
                      </a:lnTo>
                      <a:lnTo>
                        <a:pt x="1870" y="435"/>
                      </a:lnTo>
                      <a:lnTo>
                        <a:pt x="2370" y="935"/>
                      </a:lnTo>
                      <a:cubicBezTo>
                        <a:pt x="2406" y="971"/>
                        <a:pt x="2450" y="988"/>
                        <a:pt x="2495" y="988"/>
                      </a:cubicBezTo>
                      <a:cubicBezTo>
                        <a:pt x="2540" y="988"/>
                        <a:pt x="2584" y="971"/>
                        <a:pt x="2620" y="935"/>
                      </a:cubicBezTo>
                      <a:cubicBezTo>
                        <a:pt x="2703" y="863"/>
                        <a:pt x="2703" y="756"/>
                        <a:pt x="2620" y="685"/>
                      </a:cubicBezTo>
                      <a:lnTo>
                        <a:pt x="2001" y="54"/>
                      </a:lnTo>
                      <a:cubicBezTo>
                        <a:pt x="1965" y="18"/>
                        <a:pt x="1920" y="0"/>
                        <a:pt x="1876" y="0"/>
                      </a:cubicBez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215" name="Google Shape;9215;p38"/>
                <p:cNvSpPr/>
                <p:nvPr/>
              </p:nvSpPr>
              <p:spPr>
                <a:xfrm>
                  <a:off x="2543711" y="4089633"/>
                  <a:ext cx="54211" cy="34568"/>
                </a:xfrm>
                <a:custGeom>
                  <a:rect b="b" l="l" r="r" t="t"/>
                  <a:pathLst>
                    <a:path extrusionOk="0" h="5376" w="8431">
                      <a:moveTo>
                        <a:pt x="6585" y="0"/>
                      </a:moveTo>
                      <a:cubicBezTo>
                        <a:pt x="6540" y="0"/>
                        <a:pt x="6495" y="18"/>
                        <a:pt x="6454" y="54"/>
                      </a:cubicBezTo>
                      <a:lnTo>
                        <a:pt x="1548" y="4971"/>
                      </a:lnTo>
                      <a:cubicBezTo>
                        <a:pt x="1513" y="4995"/>
                        <a:pt x="1477" y="5007"/>
                        <a:pt x="1429" y="5007"/>
                      </a:cubicBezTo>
                      <a:cubicBezTo>
                        <a:pt x="1382" y="5007"/>
                        <a:pt x="1346" y="4995"/>
                        <a:pt x="1310" y="4971"/>
                      </a:cubicBezTo>
                      <a:lnTo>
                        <a:pt x="334" y="3983"/>
                      </a:lnTo>
                      <a:cubicBezTo>
                        <a:pt x="292" y="3947"/>
                        <a:pt x="248" y="3929"/>
                        <a:pt x="203" y="3929"/>
                      </a:cubicBezTo>
                      <a:cubicBezTo>
                        <a:pt x="158" y="3929"/>
                        <a:pt x="114" y="3947"/>
                        <a:pt x="72" y="3983"/>
                      </a:cubicBezTo>
                      <a:cubicBezTo>
                        <a:pt x="1" y="4054"/>
                        <a:pt x="1" y="4161"/>
                        <a:pt x="72" y="4245"/>
                      </a:cubicBezTo>
                      <a:lnTo>
                        <a:pt x="1060" y="5221"/>
                      </a:lnTo>
                      <a:cubicBezTo>
                        <a:pt x="1156" y="5328"/>
                        <a:pt x="1275" y="5376"/>
                        <a:pt x="1417" y="5376"/>
                      </a:cubicBezTo>
                      <a:cubicBezTo>
                        <a:pt x="1548" y="5376"/>
                        <a:pt x="1679" y="5316"/>
                        <a:pt x="1775" y="5221"/>
                      </a:cubicBezTo>
                      <a:lnTo>
                        <a:pt x="6549" y="447"/>
                      </a:lnTo>
                      <a:lnTo>
                        <a:pt x="7966" y="1852"/>
                      </a:lnTo>
                      <a:lnTo>
                        <a:pt x="6704" y="3126"/>
                      </a:lnTo>
                      <a:cubicBezTo>
                        <a:pt x="6621" y="3197"/>
                        <a:pt x="6621" y="3304"/>
                        <a:pt x="6704" y="3376"/>
                      </a:cubicBezTo>
                      <a:cubicBezTo>
                        <a:pt x="6740" y="3411"/>
                        <a:pt x="6784" y="3429"/>
                        <a:pt x="6829" y="3429"/>
                      </a:cubicBezTo>
                      <a:cubicBezTo>
                        <a:pt x="6874" y="3429"/>
                        <a:pt x="6918" y="3411"/>
                        <a:pt x="6954" y="3376"/>
                      </a:cubicBezTo>
                      <a:lnTo>
                        <a:pt x="8347" y="1983"/>
                      </a:lnTo>
                      <a:cubicBezTo>
                        <a:pt x="8383" y="1947"/>
                        <a:pt x="8395" y="1899"/>
                        <a:pt x="8395" y="1864"/>
                      </a:cubicBezTo>
                      <a:cubicBezTo>
                        <a:pt x="8430" y="1816"/>
                        <a:pt x="8406" y="1768"/>
                        <a:pt x="8383" y="1721"/>
                      </a:cubicBezTo>
                      <a:lnTo>
                        <a:pt x="6716" y="54"/>
                      </a:lnTo>
                      <a:cubicBezTo>
                        <a:pt x="6674" y="18"/>
                        <a:pt x="6629" y="0"/>
                        <a:pt x="6585" y="0"/>
                      </a:cubicBez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9216" name="Google Shape;9216;p38"/>
              <p:cNvGrpSpPr/>
              <p:nvPr/>
            </p:nvGrpSpPr>
            <p:grpSpPr>
              <a:xfrm>
                <a:off x="2525225" y="3731058"/>
                <a:ext cx="64320" cy="64545"/>
                <a:chOff x="2525225" y="3731058"/>
                <a:chExt cx="64320" cy="64545"/>
              </a:xfrm>
            </p:grpSpPr>
            <p:sp>
              <p:nvSpPr>
                <p:cNvPr id="9217" name="Google Shape;9217;p38"/>
                <p:cNvSpPr/>
                <p:nvPr/>
              </p:nvSpPr>
              <p:spPr>
                <a:xfrm>
                  <a:off x="2548194" y="3731290"/>
                  <a:ext cx="41351" cy="64313"/>
                </a:xfrm>
                <a:custGeom>
                  <a:rect b="b" l="l" r="r" t="t"/>
                  <a:pathLst>
                    <a:path extrusionOk="0" h="10002" w="6431">
                      <a:moveTo>
                        <a:pt x="4025" y="0"/>
                      </a:moveTo>
                      <a:cubicBezTo>
                        <a:pt x="3870" y="0"/>
                        <a:pt x="3704" y="60"/>
                        <a:pt x="3608" y="179"/>
                      </a:cubicBezTo>
                      <a:lnTo>
                        <a:pt x="1465" y="2322"/>
                      </a:lnTo>
                      <a:lnTo>
                        <a:pt x="299" y="1167"/>
                      </a:lnTo>
                      <a:cubicBezTo>
                        <a:pt x="269" y="1138"/>
                        <a:pt x="227" y="1123"/>
                        <a:pt x="184" y="1123"/>
                      </a:cubicBezTo>
                      <a:cubicBezTo>
                        <a:pt x="141" y="1123"/>
                        <a:pt x="96" y="1138"/>
                        <a:pt x="60" y="1167"/>
                      </a:cubicBezTo>
                      <a:cubicBezTo>
                        <a:pt x="1" y="1227"/>
                        <a:pt x="1" y="1322"/>
                        <a:pt x="60" y="1405"/>
                      </a:cubicBezTo>
                      <a:lnTo>
                        <a:pt x="1346" y="2679"/>
                      </a:lnTo>
                      <a:cubicBezTo>
                        <a:pt x="1370" y="2715"/>
                        <a:pt x="1418" y="2727"/>
                        <a:pt x="1465" y="2727"/>
                      </a:cubicBezTo>
                      <a:cubicBezTo>
                        <a:pt x="1501" y="2727"/>
                        <a:pt x="1549" y="2715"/>
                        <a:pt x="1584" y="2679"/>
                      </a:cubicBezTo>
                      <a:lnTo>
                        <a:pt x="3847" y="417"/>
                      </a:lnTo>
                      <a:cubicBezTo>
                        <a:pt x="3882" y="370"/>
                        <a:pt x="3966" y="346"/>
                        <a:pt x="4037" y="346"/>
                      </a:cubicBezTo>
                      <a:cubicBezTo>
                        <a:pt x="4109" y="346"/>
                        <a:pt x="4168" y="370"/>
                        <a:pt x="4228" y="417"/>
                      </a:cubicBezTo>
                      <a:lnTo>
                        <a:pt x="6049" y="2239"/>
                      </a:lnTo>
                      <a:cubicBezTo>
                        <a:pt x="6085" y="2275"/>
                        <a:pt x="6121" y="2358"/>
                        <a:pt x="6121" y="2429"/>
                      </a:cubicBezTo>
                      <a:cubicBezTo>
                        <a:pt x="6121" y="2501"/>
                        <a:pt x="6085" y="2560"/>
                        <a:pt x="6049" y="2620"/>
                      </a:cubicBezTo>
                      <a:lnTo>
                        <a:pt x="3775" y="4882"/>
                      </a:lnTo>
                      <a:cubicBezTo>
                        <a:pt x="3716" y="4942"/>
                        <a:pt x="3716" y="5049"/>
                        <a:pt x="3775" y="5120"/>
                      </a:cubicBezTo>
                      <a:lnTo>
                        <a:pt x="6049" y="7382"/>
                      </a:lnTo>
                      <a:cubicBezTo>
                        <a:pt x="6085" y="7430"/>
                        <a:pt x="6121" y="7501"/>
                        <a:pt x="6121" y="7573"/>
                      </a:cubicBezTo>
                      <a:cubicBezTo>
                        <a:pt x="6121" y="7656"/>
                        <a:pt x="6085" y="7716"/>
                        <a:pt x="6049" y="7775"/>
                      </a:cubicBezTo>
                      <a:lnTo>
                        <a:pt x="4228" y="9585"/>
                      </a:lnTo>
                      <a:cubicBezTo>
                        <a:pt x="4174" y="9639"/>
                        <a:pt x="4103" y="9665"/>
                        <a:pt x="4033" y="9665"/>
                      </a:cubicBezTo>
                      <a:cubicBezTo>
                        <a:pt x="3963" y="9665"/>
                        <a:pt x="3894" y="9639"/>
                        <a:pt x="3847" y="9585"/>
                      </a:cubicBezTo>
                      <a:lnTo>
                        <a:pt x="2989" y="8740"/>
                      </a:lnTo>
                      <a:cubicBezTo>
                        <a:pt x="2960" y="8710"/>
                        <a:pt x="2921" y="8695"/>
                        <a:pt x="2879" y="8695"/>
                      </a:cubicBezTo>
                      <a:cubicBezTo>
                        <a:pt x="2838" y="8695"/>
                        <a:pt x="2793" y="8710"/>
                        <a:pt x="2751" y="8740"/>
                      </a:cubicBezTo>
                      <a:cubicBezTo>
                        <a:pt x="2692" y="8799"/>
                        <a:pt x="2692" y="8906"/>
                        <a:pt x="2751" y="8978"/>
                      </a:cubicBezTo>
                      <a:lnTo>
                        <a:pt x="3608" y="9823"/>
                      </a:lnTo>
                      <a:cubicBezTo>
                        <a:pt x="3728" y="9942"/>
                        <a:pt x="3870" y="10002"/>
                        <a:pt x="4025" y="10002"/>
                      </a:cubicBezTo>
                      <a:cubicBezTo>
                        <a:pt x="4168" y="10002"/>
                        <a:pt x="4335" y="9942"/>
                        <a:pt x="4442" y="9823"/>
                      </a:cubicBezTo>
                      <a:lnTo>
                        <a:pt x="6252" y="8013"/>
                      </a:lnTo>
                      <a:cubicBezTo>
                        <a:pt x="6371" y="7894"/>
                        <a:pt x="6430" y="7740"/>
                        <a:pt x="6430" y="7597"/>
                      </a:cubicBezTo>
                      <a:cubicBezTo>
                        <a:pt x="6430" y="7430"/>
                        <a:pt x="6371" y="7275"/>
                        <a:pt x="6252" y="7180"/>
                      </a:cubicBezTo>
                      <a:lnTo>
                        <a:pt x="4109" y="4977"/>
                      </a:lnTo>
                      <a:lnTo>
                        <a:pt x="6252" y="2834"/>
                      </a:lnTo>
                      <a:cubicBezTo>
                        <a:pt x="6371" y="2715"/>
                        <a:pt x="6430" y="2560"/>
                        <a:pt x="6430" y="2417"/>
                      </a:cubicBezTo>
                      <a:cubicBezTo>
                        <a:pt x="6430" y="2251"/>
                        <a:pt x="6371" y="2096"/>
                        <a:pt x="6252" y="2001"/>
                      </a:cubicBezTo>
                      <a:lnTo>
                        <a:pt x="4442" y="179"/>
                      </a:lnTo>
                      <a:cubicBezTo>
                        <a:pt x="4323" y="60"/>
                        <a:pt x="4168" y="0"/>
                        <a:pt x="4025" y="0"/>
                      </a:cubicBez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218" name="Google Shape;9218;p38"/>
                <p:cNvSpPr/>
                <p:nvPr/>
              </p:nvSpPr>
              <p:spPr>
                <a:xfrm>
                  <a:off x="2525225" y="3731058"/>
                  <a:ext cx="39512" cy="64165"/>
                </a:xfrm>
                <a:custGeom>
                  <a:rect b="b" l="l" r="r" t="t"/>
                  <a:pathLst>
                    <a:path extrusionOk="0" h="9979" w="6145">
                      <a:moveTo>
                        <a:pt x="2477" y="1"/>
                      </a:moveTo>
                      <a:cubicBezTo>
                        <a:pt x="2311" y="1"/>
                        <a:pt x="2156" y="60"/>
                        <a:pt x="2061" y="179"/>
                      </a:cubicBezTo>
                      <a:lnTo>
                        <a:pt x="239" y="2001"/>
                      </a:lnTo>
                      <a:cubicBezTo>
                        <a:pt x="1" y="2239"/>
                        <a:pt x="1" y="2608"/>
                        <a:pt x="239" y="2846"/>
                      </a:cubicBezTo>
                      <a:lnTo>
                        <a:pt x="2382" y="4989"/>
                      </a:lnTo>
                      <a:lnTo>
                        <a:pt x="239" y="7133"/>
                      </a:lnTo>
                      <a:cubicBezTo>
                        <a:pt x="1" y="7371"/>
                        <a:pt x="1" y="7752"/>
                        <a:pt x="239" y="7990"/>
                      </a:cubicBezTo>
                      <a:lnTo>
                        <a:pt x="2061" y="9800"/>
                      </a:lnTo>
                      <a:cubicBezTo>
                        <a:pt x="2180" y="9919"/>
                        <a:pt x="2323" y="9978"/>
                        <a:pt x="2477" y="9978"/>
                      </a:cubicBezTo>
                      <a:cubicBezTo>
                        <a:pt x="2620" y="9978"/>
                        <a:pt x="2787" y="9919"/>
                        <a:pt x="2882" y="9800"/>
                      </a:cubicBezTo>
                      <a:lnTo>
                        <a:pt x="5037" y="7656"/>
                      </a:lnTo>
                      <a:lnTo>
                        <a:pt x="5859" y="8490"/>
                      </a:lnTo>
                      <a:cubicBezTo>
                        <a:pt x="5895" y="8520"/>
                        <a:pt x="5936" y="8535"/>
                        <a:pt x="5978" y="8535"/>
                      </a:cubicBezTo>
                      <a:cubicBezTo>
                        <a:pt x="6020" y="8535"/>
                        <a:pt x="6061" y="8520"/>
                        <a:pt x="6097" y="8490"/>
                      </a:cubicBezTo>
                      <a:cubicBezTo>
                        <a:pt x="6145" y="8430"/>
                        <a:pt x="6145" y="8323"/>
                        <a:pt x="6085" y="8264"/>
                      </a:cubicBezTo>
                      <a:lnTo>
                        <a:pt x="5156" y="7335"/>
                      </a:lnTo>
                      <a:cubicBezTo>
                        <a:pt x="5121" y="7299"/>
                        <a:pt x="5073" y="7287"/>
                        <a:pt x="5037" y="7287"/>
                      </a:cubicBezTo>
                      <a:cubicBezTo>
                        <a:pt x="4990" y="7287"/>
                        <a:pt x="4942" y="7299"/>
                        <a:pt x="4918" y="7335"/>
                      </a:cubicBezTo>
                      <a:lnTo>
                        <a:pt x="2656" y="9597"/>
                      </a:lnTo>
                      <a:cubicBezTo>
                        <a:pt x="2608" y="9633"/>
                        <a:pt x="2537" y="9669"/>
                        <a:pt x="2454" y="9669"/>
                      </a:cubicBezTo>
                      <a:cubicBezTo>
                        <a:pt x="2382" y="9669"/>
                        <a:pt x="2323" y="9633"/>
                        <a:pt x="2263" y="9597"/>
                      </a:cubicBezTo>
                      <a:lnTo>
                        <a:pt x="453" y="7776"/>
                      </a:lnTo>
                      <a:cubicBezTo>
                        <a:pt x="346" y="7668"/>
                        <a:pt x="346" y="7490"/>
                        <a:pt x="453" y="7395"/>
                      </a:cubicBezTo>
                      <a:lnTo>
                        <a:pt x="2716" y="5132"/>
                      </a:lnTo>
                      <a:cubicBezTo>
                        <a:pt x="2739" y="5097"/>
                        <a:pt x="2751" y="5049"/>
                        <a:pt x="2751" y="5013"/>
                      </a:cubicBezTo>
                      <a:cubicBezTo>
                        <a:pt x="2751" y="4966"/>
                        <a:pt x="2739" y="4918"/>
                        <a:pt x="2716" y="4894"/>
                      </a:cubicBezTo>
                      <a:lnTo>
                        <a:pt x="453" y="2632"/>
                      </a:lnTo>
                      <a:cubicBezTo>
                        <a:pt x="346" y="2525"/>
                        <a:pt x="346" y="2346"/>
                        <a:pt x="453" y="2239"/>
                      </a:cubicBezTo>
                      <a:lnTo>
                        <a:pt x="2263" y="417"/>
                      </a:lnTo>
                      <a:cubicBezTo>
                        <a:pt x="2311" y="382"/>
                        <a:pt x="2382" y="346"/>
                        <a:pt x="2454" y="346"/>
                      </a:cubicBezTo>
                      <a:cubicBezTo>
                        <a:pt x="2537" y="346"/>
                        <a:pt x="2597" y="382"/>
                        <a:pt x="2656" y="417"/>
                      </a:cubicBezTo>
                      <a:lnTo>
                        <a:pt x="3168" y="941"/>
                      </a:lnTo>
                      <a:cubicBezTo>
                        <a:pt x="3198" y="971"/>
                        <a:pt x="3239" y="986"/>
                        <a:pt x="3283" y="986"/>
                      </a:cubicBezTo>
                      <a:cubicBezTo>
                        <a:pt x="3326" y="986"/>
                        <a:pt x="3370" y="971"/>
                        <a:pt x="3406" y="941"/>
                      </a:cubicBezTo>
                      <a:cubicBezTo>
                        <a:pt x="3466" y="882"/>
                        <a:pt x="3466" y="775"/>
                        <a:pt x="3406" y="703"/>
                      </a:cubicBezTo>
                      <a:lnTo>
                        <a:pt x="2882" y="179"/>
                      </a:lnTo>
                      <a:cubicBezTo>
                        <a:pt x="2775" y="60"/>
                        <a:pt x="2620" y="1"/>
                        <a:pt x="2477" y="1"/>
                      </a:cubicBez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grpSp>
    </p:spTree>
  </p:cSld>
  <p:clrMapOvr>
    <a:masterClrMapping/>
  </p:clrMapOvr>
</p:sld>
</file>

<file path=ppt/slides/slide4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0">
  <p:cSld>
    <p:spTree>
      <p:nvGrpSpPr>
        <p:cNvPr id="9222" name="Shape 9222"/>
        <p:cNvGrpSpPr/>
        <p:nvPr/>
      </p:nvGrpSpPr>
      <p:grpSpPr>
        <a:xfrm>
          <a:off x="0" y="0"/>
          <a:ext cx="0" cy="0"/>
          <a:chOff x="0" y="0"/>
          <a:chExt cx="0" cy="0"/>
        </a:xfrm>
      </p:grpSpPr>
      <p:grpSp>
        <p:nvGrpSpPr>
          <p:cNvPr id="9223" name="Google Shape;9223;p39"/>
          <p:cNvGrpSpPr/>
          <p:nvPr/>
        </p:nvGrpSpPr>
        <p:grpSpPr>
          <a:xfrm>
            <a:off x="716991" y="971306"/>
            <a:ext cx="845921" cy="690752"/>
            <a:chOff x="732428" y="1198513"/>
            <a:chExt cx="845921" cy="690752"/>
          </a:xfrm>
        </p:grpSpPr>
        <p:grpSp>
          <p:nvGrpSpPr>
            <p:cNvPr id="9224" name="Google Shape;9224;p39"/>
            <p:cNvGrpSpPr/>
            <p:nvPr/>
          </p:nvGrpSpPr>
          <p:grpSpPr>
            <a:xfrm>
              <a:off x="823030" y="1198513"/>
              <a:ext cx="755319" cy="690752"/>
              <a:chOff x="823030" y="1198513"/>
              <a:chExt cx="755319" cy="690752"/>
            </a:xfrm>
          </p:grpSpPr>
          <p:sp>
            <p:nvSpPr>
              <p:cNvPr id="9225" name="Google Shape;9225;p39"/>
              <p:cNvSpPr/>
              <p:nvPr/>
            </p:nvSpPr>
            <p:spPr>
              <a:xfrm>
                <a:off x="823030" y="1198513"/>
                <a:ext cx="755319" cy="690752"/>
              </a:xfrm>
              <a:custGeom>
                <a:rect b="b" l="l" r="r" t="t"/>
                <a:pathLst>
                  <a:path extrusionOk="0" h="42771" w="46769">
                    <a:moveTo>
                      <a:pt x="21384" y="0"/>
                    </a:moveTo>
                    <a:cubicBezTo>
                      <a:pt x="9575" y="0"/>
                      <a:pt x="0" y="9575"/>
                      <a:pt x="0" y="21386"/>
                    </a:cubicBezTo>
                    <a:cubicBezTo>
                      <a:pt x="0" y="33196"/>
                      <a:pt x="9575" y="42770"/>
                      <a:pt x="21384" y="42770"/>
                    </a:cubicBezTo>
                    <a:cubicBezTo>
                      <a:pt x="33196" y="42770"/>
                      <a:pt x="42770" y="33196"/>
                      <a:pt x="42770" y="21386"/>
                    </a:cubicBezTo>
                    <a:cubicBezTo>
                      <a:pt x="42770" y="16313"/>
                      <a:pt x="41002" y="11653"/>
                      <a:pt x="38053" y="7988"/>
                    </a:cubicBezTo>
                    <a:lnTo>
                      <a:pt x="42775" y="7988"/>
                    </a:lnTo>
                    <a:cubicBezTo>
                      <a:pt x="44970" y="7988"/>
                      <a:pt x="46769" y="6191"/>
                      <a:pt x="46769" y="3994"/>
                    </a:cubicBezTo>
                    <a:cubicBezTo>
                      <a:pt x="46769" y="1797"/>
                      <a:pt x="44972" y="0"/>
                      <a:pt x="42775" y="0"/>
                    </a:cubicBezTo>
                    <a:lnTo>
                      <a:pt x="22286" y="0"/>
                    </a:lnTo>
                    <a:cubicBezTo>
                      <a:pt x="22196" y="0"/>
                      <a:pt x="22105" y="5"/>
                      <a:pt x="22018" y="10"/>
                    </a:cubicBezTo>
                    <a:cubicBezTo>
                      <a:pt x="21807" y="3"/>
                      <a:pt x="21597" y="0"/>
                      <a:pt x="21384" y="0"/>
                    </a:cubicBezTo>
                    <a:close/>
                  </a:path>
                </a:pathLst>
              </a:custGeom>
              <a:solidFill>
                <a:srgbClr val="325D7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226" name="Google Shape;9226;p39"/>
              <p:cNvSpPr/>
              <p:nvPr/>
            </p:nvSpPr>
            <p:spPr>
              <a:xfrm>
                <a:off x="1470047" y="1217877"/>
                <a:ext cx="88760" cy="88744"/>
              </a:xfrm>
              <a:custGeom>
                <a:rect b="b" l="l" r="r" t="t"/>
                <a:pathLst>
                  <a:path extrusionOk="0" h="5495" w="5496">
                    <a:moveTo>
                      <a:pt x="2747" y="1"/>
                    </a:moveTo>
                    <a:cubicBezTo>
                      <a:pt x="1231" y="1"/>
                      <a:pt x="1" y="1230"/>
                      <a:pt x="1" y="2749"/>
                    </a:cubicBezTo>
                    <a:cubicBezTo>
                      <a:pt x="1" y="4265"/>
                      <a:pt x="1231" y="5495"/>
                      <a:pt x="2747" y="5495"/>
                    </a:cubicBezTo>
                    <a:cubicBezTo>
                      <a:pt x="4265" y="5495"/>
                      <a:pt x="5495" y="4265"/>
                      <a:pt x="5495" y="2749"/>
                    </a:cubicBezTo>
                    <a:cubicBezTo>
                      <a:pt x="5495" y="1230"/>
                      <a:pt x="4265" y="1"/>
                      <a:pt x="2747" y="1"/>
                    </a:cubicBez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9227" name="Google Shape;9227;p39"/>
            <p:cNvGrpSpPr/>
            <p:nvPr/>
          </p:nvGrpSpPr>
          <p:grpSpPr>
            <a:xfrm>
              <a:off x="732428" y="1239937"/>
              <a:ext cx="739912" cy="607886"/>
              <a:chOff x="732428" y="1239937"/>
              <a:chExt cx="739912" cy="607886"/>
            </a:xfrm>
          </p:grpSpPr>
          <p:sp>
            <p:nvSpPr>
              <p:cNvPr id="9228" name="Google Shape;9228;p39"/>
              <p:cNvSpPr/>
              <p:nvPr/>
            </p:nvSpPr>
            <p:spPr>
              <a:xfrm>
                <a:off x="732428" y="1239937"/>
                <a:ext cx="739912" cy="607886"/>
              </a:xfrm>
              <a:custGeom>
                <a:rect b="b" l="l" r="r" t="t"/>
                <a:pathLst>
                  <a:path extrusionOk="0" h="37640" w="45815">
                    <a:moveTo>
                      <a:pt x="26994" y="1"/>
                    </a:moveTo>
                    <a:cubicBezTo>
                      <a:pt x="16602" y="1"/>
                      <a:pt x="8175" y="8427"/>
                      <a:pt x="8175" y="18821"/>
                    </a:cubicBezTo>
                    <a:cubicBezTo>
                      <a:pt x="8169" y="22642"/>
                      <a:pt x="9333" y="26373"/>
                      <a:pt x="11509" y="29515"/>
                    </a:cubicBezTo>
                    <a:lnTo>
                      <a:pt x="3994" y="29515"/>
                    </a:lnTo>
                    <a:cubicBezTo>
                      <a:pt x="1797" y="29515"/>
                      <a:pt x="1" y="31311"/>
                      <a:pt x="1" y="33508"/>
                    </a:cubicBezTo>
                    <a:cubicBezTo>
                      <a:pt x="1" y="35704"/>
                      <a:pt x="1797" y="37502"/>
                      <a:pt x="3994" y="37502"/>
                    </a:cubicBezTo>
                    <a:lnTo>
                      <a:pt x="24483" y="37502"/>
                    </a:lnTo>
                    <a:cubicBezTo>
                      <a:pt x="24546" y="37502"/>
                      <a:pt x="24608" y="37500"/>
                      <a:pt x="24671" y="37497"/>
                    </a:cubicBezTo>
                    <a:cubicBezTo>
                      <a:pt x="25441" y="37592"/>
                      <a:pt x="26218" y="37640"/>
                      <a:pt x="26994" y="37640"/>
                    </a:cubicBezTo>
                    <a:cubicBezTo>
                      <a:pt x="37389" y="37640"/>
                      <a:pt x="45815" y="29214"/>
                      <a:pt x="45815" y="18821"/>
                    </a:cubicBezTo>
                    <a:cubicBezTo>
                      <a:pt x="45815" y="8427"/>
                      <a:pt x="37389" y="1"/>
                      <a:pt x="26994" y="1"/>
                    </a:cubicBezTo>
                    <a:close/>
                  </a:path>
                </a:pathLst>
              </a:custGeom>
              <a:solidFill>
                <a:srgbClr val="667E9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229" name="Google Shape;9229;p39"/>
              <p:cNvSpPr/>
              <p:nvPr/>
            </p:nvSpPr>
            <p:spPr>
              <a:xfrm>
                <a:off x="751614" y="1735807"/>
                <a:ext cx="88760" cy="88744"/>
              </a:xfrm>
              <a:custGeom>
                <a:rect b="b" l="l" r="r" t="t"/>
                <a:pathLst>
                  <a:path extrusionOk="0" h="5495" w="5496">
                    <a:moveTo>
                      <a:pt x="2747" y="0"/>
                    </a:moveTo>
                    <a:cubicBezTo>
                      <a:pt x="1231" y="0"/>
                      <a:pt x="1" y="1230"/>
                      <a:pt x="1" y="2747"/>
                    </a:cubicBezTo>
                    <a:cubicBezTo>
                      <a:pt x="1" y="4265"/>
                      <a:pt x="1231" y="5495"/>
                      <a:pt x="2747" y="5495"/>
                    </a:cubicBezTo>
                    <a:cubicBezTo>
                      <a:pt x="4265" y="5495"/>
                      <a:pt x="5495" y="4265"/>
                      <a:pt x="5495" y="2747"/>
                    </a:cubicBezTo>
                    <a:cubicBezTo>
                      <a:pt x="5495" y="1230"/>
                      <a:pt x="4265" y="0"/>
                      <a:pt x="2747" y="0"/>
                    </a:cubicBez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9230" name="Google Shape;9230;p39"/>
            <p:cNvGrpSpPr/>
            <p:nvPr/>
          </p:nvGrpSpPr>
          <p:grpSpPr>
            <a:xfrm>
              <a:off x="732428" y="1277018"/>
              <a:ext cx="702832" cy="533758"/>
              <a:chOff x="732428" y="1277018"/>
              <a:chExt cx="702832" cy="533758"/>
            </a:xfrm>
          </p:grpSpPr>
          <p:sp>
            <p:nvSpPr>
              <p:cNvPr id="9231" name="Google Shape;9231;p39"/>
              <p:cNvSpPr/>
              <p:nvPr/>
            </p:nvSpPr>
            <p:spPr>
              <a:xfrm>
                <a:off x="732428" y="1277018"/>
                <a:ext cx="702832" cy="533758"/>
              </a:xfrm>
              <a:custGeom>
                <a:rect b="b" l="l" r="r" t="t"/>
                <a:pathLst>
                  <a:path extrusionOk="0" h="33050" w="43519">
                    <a:moveTo>
                      <a:pt x="26994" y="1"/>
                    </a:moveTo>
                    <a:cubicBezTo>
                      <a:pt x="22006" y="1"/>
                      <a:pt x="17535" y="2211"/>
                      <a:pt x="14504" y="5705"/>
                    </a:cubicBezTo>
                    <a:lnTo>
                      <a:pt x="3994" y="5705"/>
                    </a:lnTo>
                    <a:cubicBezTo>
                      <a:pt x="1797" y="5705"/>
                      <a:pt x="1" y="7501"/>
                      <a:pt x="1" y="9698"/>
                    </a:cubicBezTo>
                    <a:cubicBezTo>
                      <a:pt x="1" y="11894"/>
                      <a:pt x="1797" y="13692"/>
                      <a:pt x="3994" y="13692"/>
                    </a:cubicBezTo>
                    <a:lnTo>
                      <a:pt x="10714" y="13692"/>
                    </a:lnTo>
                    <a:cubicBezTo>
                      <a:pt x="10552" y="14627"/>
                      <a:pt x="10470" y="15575"/>
                      <a:pt x="10472" y="16525"/>
                    </a:cubicBezTo>
                    <a:cubicBezTo>
                      <a:pt x="10472" y="25651"/>
                      <a:pt x="17870" y="33049"/>
                      <a:pt x="26996" y="33049"/>
                    </a:cubicBezTo>
                    <a:cubicBezTo>
                      <a:pt x="36122" y="33049"/>
                      <a:pt x="43519" y="25651"/>
                      <a:pt x="43519" y="16525"/>
                    </a:cubicBezTo>
                    <a:cubicBezTo>
                      <a:pt x="43519" y="7399"/>
                      <a:pt x="36122" y="1"/>
                      <a:pt x="26994" y="1"/>
                    </a:cubicBezTo>
                    <a:close/>
                  </a:path>
                </a:pathLst>
              </a:custGeom>
              <a:solidFill>
                <a:srgbClr val="445D7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232" name="Google Shape;9232;p39"/>
              <p:cNvSpPr/>
              <p:nvPr/>
            </p:nvSpPr>
            <p:spPr>
              <a:xfrm>
                <a:off x="751695" y="1390407"/>
                <a:ext cx="88728" cy="88744"/>
              </a:xfrm>
              <a:custGeom>
                <a:rect b="b" l="l" r="r" t="t"/>
                <a:pathLst>
                  <a:path extrusionOk="0" h="5495" w="5494">
                    <a:moveTo>
                      <a:pt x="2747" y="0"/>
                    </a:moveTo>
                    <a:cubicBezTo>
                      <a:pt x="1230" y="0"/>
                      <a:pt x="1" y="1230"/>
                      <a:pt x="1" y="2748"/>
                    </a:cubicBezTo>
                    <a:cubicBezTo>
                      <a:pt x="1" y="4264"/>
                      <a:pt x="1230" y="5494"/>
                      <a:pt x="2747" y="5494"/>
                    </a:cubicBezTo>
                    <a:cubicBezTo>
                      <a:pt x="4263" y="5494"/>
                      <a:pt x="5493" y="4264"/>
                      <a:pt x="5493" y="2748"/>
                    </a:cubicBezTo>
                    <a:cubicBezTo>
                      <a:pt x="5493" y="1230"/>
                      <a:pt x="4263" y="0"/>
                      <a:pt x="2747" y="0"/>
                    </a:cubicBez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9233" name="Google Shape;9233;p39"/>
            <p:cNvGrpSpPr/>
            <p:nvPr/>
          </p:nvGrpSpPr>
          <p:grpSpPr>
            <a:xfrm>
              <a:off x="931170" y="1306653"/>
              <a:ext cx="647179" cy="474455"/>
              <a:chOff x="931170" y="1306653"/>
              <a:chExt cx="647179" cy="474455"/>
            </a:xfrm>
          </p:grpSpPr>
          <p:sp>
            <p:nvSpPr>
              <p:cNvPr id="9234" name="Google Shape;9234;p39"/>
              <p:cNvSpPr/>
              <p:nvPr/>
            </p:nvSpPr>
            <p:spPr>
              <a:xfrm>
                <a:off x="931170" y="1306653"/>
                <a:ext cx="647179" cy="474455"/>
              </a:xfrm>
              <a:custGeom>
                <a:rect b="b" l="l" r="r" t="t"/>
                <a:pathLst>
                  <a:path extrusionOk="0" h="29378" w="40073">
                    <a:moveTo>
                      <a:pt x="14688" y="1"/>
                    </a:moveTo>
                    <a:cubicBezTo>
                      <a:pt x="6578" y="1"/>
                      <a:pt x="1" y="6578"/>
                      <a:pt x="1" y="14690"/>
                    </a:cubicBezTo>
                    <a:cubicBezTo>
                      <a:pt x="1" y="22801"/>
                      <a:pt x="6578" y="29377"/>
                      <a:pt x="14688" y="29377"/>
                    </a:cubicBezTo>
                    <a:cubicBezTo>
                      <a:pt x="19883" y="29377"/>
                      <a:pt x="24445" y="26682"/>
                      <a:pt x="27057" y="22613"/>
                    </a:cubicBezTo>
                    <a:lnTo>
                      <a:pt x="36079" y="22613"/>
                    </a:lnTo>
                    <a:cubicBezTo>
                      <a:pt x="38276" y="22613"/>
                      <a:pt x="40073" y="20817"/>
                      <a:pt x="40073" y="18620"/>
                    </a:cubicBezTo>
                    <a:cubicBezTo>
                      <a:pt x="40073" y="16424"/>
                      <a:pt x="38276" y="14626"/>
                      <a:pt x="36079" y="14626"/>
                    </a:cubicBezTo>
                    <a:lnTo>
                      <a:pt x="29376" y="14626"/>
                    </a:lnTo>
                    <a:cubicBezTo>
                      <a:pt x="29342" y="6544"/>
                      <a:pt x="22780" y="1"/>
                      <a:pt x="14688" y="1"/>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235" name="Google Shape;9235;p39"/>
              <p:cNvSpPr/>
              <p:nvPr/>
            </p:nvSpPr>
            <p:spPr>
              <a:xfrm>
                <a:off x="1470047" y="1560806"/>
                <a:ext cx="88760" cy="88744"/>
              </a:xfrm>
              <a:custGeom>
                <a:rect b="b" l="l" r="r" t="t"/>
                <a:pathLst>
                  <a:path extrusionOk="0" h="5495" w="5496">
                    <a:moveTo>
                      <a:pt x="2747" y="0"/>
                    </a:moveTo>
                    <a:cubicBezTo>
                      <a:pt x="1231" y="0"/>
                      <a:pt x="1" y="1230"/>
                      <a:pt x="1" y="2746"/>
                    </a:cubicBezTo>
                    <a:cubicBezTo>
                      <a:pt x="1" y="4265"/>
                      <a:pt x="1231" y="5494"/>
                      <a:pt x="2747" y="5494"/>
                    </a:cubicBezTo>
                    <a:cubicBezTo>
                      <a:pt x="4265" y="5494"/>
                      <a:pt x="5495" y="4265"/>
                      <a:pt x="5495" y="2746"/>
                    </a:cubicBezTo>
                    <a:cubicBezTo>
                      <a:pt x="5495" y="1230"/>
                      <a:pt x="4265" y="0"/>
                      <a:pt x="2747" y="0"/>
                    </a:cubicBez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9236" name="Google Shape;9236;p39"/>
            <p:cNvSpPr/>
            <p:nvPr/>
          </p:nvSpPr>
          <p:spPr>
            <a:xfrm>
              <a:off x="986565" y="1362064"/>
              <a:ext cx="363666" cy="363650"/>
            </a:xfrm>
            <a:custGeom>
              <a:rect b="b" l="l" r="r" t="t"/>
              <a:pathLst>
                <a:path extrusionOk="0" h="22517" w="22518">
                  <a:moveTo>
                    <a:pt x="11258" y="0"/>
                  </a:moveTo>
                  <a:cubicBezTo>
                    <a:pt x="8273" y="0"/>
                    <a:pt x="5409" y="1187"/>
                    <a:pt x="3298" y="3297"/>
                  </a:cubicBezTo>
                  <a:cubicBezTo>
                    <a:pt x="1186" y="5409"/>
                    <a:pt x="1" y="8272"/>
                    <a:pt x="1" y="11259"/>
                  </a:cubicBezTo>
                  <a:cubicBezTo>
                    <a:pt x="1" y="14244"/>
                    <a:pt x="1186" y="17109"/>
                    <a:pt x="3298" y="19219"/>
                  </a:cubicBezTo>
                  <a:cubicBezTo>
                    <a:pt x="5409" y="21331"/>
                    <a:pt x="8273" y="22516"/>
                    <a:pt x="11258" y="22516"/>
                  </a:cubicBezTo>
                  <a:cubicBezTo>
                    <a:pt x="14245" y="22516"/>
                    <a:pt x="17108" y="21331"/>
                    <a:pt x="19220" y="19219"/>
                  </a:cubicBezTo>
                  <a:cubicBezTo>
                    <a:pt x="21331" y="17109"/>
                    <a:pt x="22517" y="14244"/>
                    <a:pt x="22517" y="11259"/>
                  </a:cubicBezTo>
                  <a:cubicBezTo>
                    <a:pt x="22517" y="8272"/>
                    <a:pt x="21331" y="5409"/>
                    <a:pt x="19220" y="3297"/>
                  </a:cubicBezTo>
                  <a:cubicBezTo>
                    <a:pt x="17108" y="1187"/>
                    <a:pt x="14245" y="0"/>
                    <a:pt x="11258" y="0"/>
                  </a:cubicBez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9237" name="Google Shape;9237;p39"/>
          <p:cNvGrpSpPr/>
          <p:nvPr/>
        </p:nvGrpSpPr>
        <p:grpSpPr>
          <a:xfrm>
            <a:off x="3948600" y="971313"/>
            <a:ext cx="634656" cy="699982"/>
            <a:chOff x="5985650" y="2860025"/>
            <a:chExt cx="1396075" cy="1539775"/>
          </a:xfrm>
        </p:grpSpPr>
        <p:sp>
          <p:nvSpPr>
            <p:cNvPr id="9238" name="Google Shape;9238;p39"/>
            <p:cNvSpPr/>
            <p:nvPr/>
          </p:nvSpPr>
          <p:spPr>
            <a:xfrm>
              <a:off x="6655300" y="3128850"/>
              <a:ext cx="637150" cy="631950"/>
            </a:xfrm>
            <a:custGeom>
              <a:rect b="b" l="l" r="r" t="t"/>
              <a:pathLst>
                <a:path extrusionOk="0" h="25278" w="25486">
                  <a:moveTo>
                    <a:pt x="12746" y="4905"/>
                  </a:moveTo>
                  <a:cubicBezTo>
                    <a:pt x="13701" y="4905"/>
                    <a:pt x="14672" y="5083"/>
                    <a:pt x="15613" y="5460"/>
                  </a:cubicBezTo>
                  <a:cubicBezTo>
                    <a:pt x="19580" y="7047"/>
                    <a:pt x="21508" y="11545"/>
                    <a:pt x="19923" y="15511"/>
                  </a:cubicBezTo>
                  <a:cubicBezTo>
                    <a:pt x="18714" y="18534"/>
                    <a:pt x="15811" y="20374"/>
                    <a:pt x="12742" y="20374"/>
                  </a:cubicBezTo>
                  <a:cubicBezTo>
                    <a:pt x="11786" y="20374"/>
                    <a:pt x="10814" y="20196"/>
                    <a:pt x="9873" y="19819"/>
                  </a:cubicBezTo>
                  <a:cubicBezTo>
                    <a:pt x="5908" y="18234"/>
                    <a:pt x="3978" y="13734"/>
                    <a:pt x="5563" y="9769"/>
                  </a:cubicBezTo>
                  <a:cubicBezTo>
                    <a:pt x="6772" y="6745"/>
                    <a:pt x="9676" y="4905"/>
                    <a:pt x="12746" y="4905"/>
                  </a:cubicBezTo>
                  <a:close/>
                  <a:moveTo>
                    <a:pt x="15551" y="1"/>
                  </a:moveTo>
                  <a:cubicBezTo>
                    <a:pt x="15240" y="1"/>
                    <a:pt x="14946" y="187"/>
                    <a:pt x="14824" y="492"/>
                  </a:cubicBezTo>
                  <a:lnTo>
                    <a:pt x="14047" y="2435"/>
                  </a:lnTo>
                  <a:cubicBezTo>
                    <a:pt x="13612" y="2378"/>
                    <a:pt x="13174" y="2350"/>
                    <a:pt x="12736" y="2350"/>
                  </a:cubicBezTo>
                  <a:cubicBezTo>
                    <a:pt x="12218" y="2350"/>
                    <a:pt x="11700" y="2390"/>
                    <a:pt x="11187" y="2469"/>
                  </a:cubicBezTo>
                  <a:lnTo>
                    <a:pt x="10364" y="547"/>
                  </a:lnTo>
                  <a:cubicBezTo>
                    <a:pt x="10238" y="251"/>
                    <a:pt x="9949" y="73"/>
                    <a:pt x="9646" y="73"/>
                  </a:cubicBezTo>
                  <a:cubicBezTo>
                    <a:pt x="9543" y="73"/>
                    <a:pt x="9438" y="93"/>
                    <a:pt x="9338" y="137"/>
                  </a:cubicBezTo>
                  <a:lnTo>
                    <a:pt x="6036" y="1553"/>
                  </a:lnTo>
                  <a:cubicBezTo>
                    <a:pt x="5640" y="1722"/>
                    <a:pt x="5456" y="2182"/>
                    <a:pt x="5626" y="2579"/>
                  </a:cubicBezTo>
                  <a:lnTo>
                    <a:pt x="6449" y="4501"/>
                  </a:lnTo>
                  <a:cubicBezTo>
                    <a:pt x="5690" y="5085"/>
                    <a:pt x="5019" y="5775"/>
                    <a:pt x="4452" y="6549"/>
                  </a:cubicBezTo>
                  <a:lnTo>
                    <a:pt x="2510" y="5772"/>
                  </a:lnTo>
                  <a:cubicBezTo>
                    <a:pt x="2414" y="5734"/>
                    <a:pt x="2316" y="5716"/>
                    <a:pt x="2219" y="5716"/>
                  </a:cubicBezTo>
                  <a:cubicBezTo>
                    <a:pt x="1910" y="5716"/>
                    <a:pt x="1616" y="5901"/>
                    <a:pt x="1493" y="6208"/>
                  </a:cubicBezTo>
                  <a:lnTo>
                    <a:pt x="161" y="9542"/>
                  </a:lnTo>
                  <a:cubicBezTo>
                    <a:pt x="0" y="9944"/>
                    <a:pt x="194" y="10398"/>
                    <a:pt x="596" y="10558"/>
                  </a:cubicBezTo>
                  <a:lnTo>
                    <a:pt x="2537" y="11335"/>
                  </a:lnTo>
                  <a:cubicBezTo>
                    <a:pt x="2415" y="12285"/>
                    <a:pt x="2426" y="13249"/>
                    <a:pt x="2572" y="14195"/>
                  </a:cubicBezTo>
                  <a:lnTo>
                    <a:pt x="651" y="15018"/>
                  </a:lnTo>
                  <a:cubicBezTo>
                    <a:pt x="253" y="15189"/>
                    <a:pt x="71" y="15649"/>
                    <a:pt x="241" y="16046"/>
                  </a:cubicBezTo>
                  <a:lnTo>
                    <a:pt x="1655" y="19347"/>
                  </a:lnTo>
                  <a:cubicBezTo>
                    <a:pt x="1781" y="19643"/>
                    <a:pt x="2070" y="19821"/>
                    <a:pt x="2373" y="19821"/>
                  </a:cubicBezTo>
                  <a:cubicBezTo>
                    <a:pt x="2476" y="19821"/>
                    <a:pt x="2581" y="19800"/>
                    <a:pt x="2681" y="19756"/>
                  </a:cubicBezTo>
                  <a:lnTo>
                    <a:pt x="4603" y="18933"/>
                  </a:lnTo>
                  <a:cubicBezTo>
                    <a:pt x="5189" y="19692"/>
                    <a:pt x="5879" y="20365"/>
                    <a:pt x="6651" y="20930"/>
                  </a:cubicBezTo>
                  <a:lnTo>
                    <a:pt x="5874" y="22873"/>
                  </a:lnTo>
                  <a:cubicBezTo>
                    <a:pt x="5714" y="23273"/>
                    <a:pt x="5909" y="23728"/>
                    <a:pt x="6310" y="23888"/>
                  </a:cubicBezTo>
                  <a:lnTo>
                    <a:pt x="9645" y="25222"/>
                  </a:lnTo>
                  <a:cubicBezTo>
                    <a:pt x="9740" y="25260"/>
                    <a:pt x="9838" y="25278"/>
                    <a:pt x="9935" y="25278"/>
                  </a:cubicBezTo>
                  <a:cubicBezTo>
                    <a:pt x="10245" y="25278"/>
                    <a:pt x="10538" y="25092"/>
                    <a:pt x="10660" y="24786"/>
                  </a:cubicBezTo>
                  <a:lnTo>
                    <a:pt x="11437" y="22845"/>
                  </a:lnTo>
                  <a:cubicBezTo>
                    <a:pt x="11871" y="22901"/>
                    <a:pt x="12308" y="22929"/>
                    <a:pt x="12745" y="22929"/>
                  </a:cubicBezTo>
                  <a:cubicBezTo>
                    <a:pt x="13264" y="22929"/>
                    <a:pt x="13784" y="22889"/>
                    <a:pt x="14299" y="22810"/>
                  </a:cubicBezTo>
                  <a:lnTo>
                    <a:pt x="15122" y="24732"/>
                  </a:lnTo>
                  <a:cubicBezTo>
                    <a:pt x="15248" y="25028"/>
                    <a:pt x="15536" y="25206"/>
                    <a:pt x="15839" y="25206"/>
                  </a:cubicBezTo>
                  <a:cubicBezTo>
                    <a:pt x="15943" y="25206"/>
                    <a:pt x="16047" y="25185"/>
                    <a:pt x="16148" y="25142"/>
                  </a:cubicBezTo>
                  <a:lnTo>
                    <a:pt x="19449" y="23728"/>
                  </a:lnTo>
                  <a:cubicBezTo>
                    <a:pt x="19846" y="23558"/>
                    <a:pt x="20030" y="23098"/>
                    <a:pt x="19860" y="22701"/>
                  </a:cubicBezTo>
                  <a:lnTo>
                    <a:pt x="19037" y="20780"/>
                  </a:lnTo>
                  <a:cubicBezTo>
                    <a:pt x="19794" y="20194"/>
                    <a:pt x="20467" y="19503"/>
                    <a:pt x="21034" y="18732"/>
                  </a:cubicBezTo>
                  <a:lnTo>
                    <a:pt x="22975" y="19508"/>
                  </a:lnTo>
                  <a:cubicBezTo>
                    <a:pt x="23070" y="19546"/>
                    <a:pt x="23168" y="19564"/>
                    <a:pt x="23265" y="19564"/>
                  </a:cubicBezTo>
                  <a:cubicBezTo>
                    <a:pt x="23576" y="19564"/>
                    <a:pt x="23869" y="19378"/>
                    <a:pt x="23992" y="19073"/>
                  </a:cubicBezTo>
                  <a:lnTo>
                    <a:pt x="25326" y="15737"/>
                  </a:lnTo>
                  <a:cubicBezTo>
                    <a:pt x="25486" y="15337"/>
                    <a:pt x="25290" y="14882"/>
                    <a:pt x="24890" y="14722"/>
                  </a:cubicBezTo>
                  <a:lnTo>
                    <a:pt x="22948" y="13945"/>
                  </a:lnTo>
                  <a:cubicBezTo>
                    <a:pt x="23071" y="12994"/>
                    <a:pt x="23060" y="12032"/>
                    <a:pt x="22914" y="11084"/>
                  </a:cubicBezTo>
                  <a:lnTo>
                    <a:pt x="24835" y="10261"/>
                  </a:lnTo>
                  <a:cubicBezTo>
                    <a:pt x="25231" y="10091"/>
                    <a:pt x="25415" y="9631"/>
                    <a:pt x="25245" y="9234"/>
                  </a:cubicBezTo>
                  <a:lnTo>
                    <a:pt x="23830" y="5934"/>
                  </a:lnTo>
                  <a:cubicBezTo>
                    <a:pt x="23703" y="5637"/>
                    <a:pt x="23414" y="5459"/>
                    <a:pt x="23111" y="5459"/>
                  </a:cubicBezTo>
                  <a:cubicBezTo>
                    <a:pt x="23008" y="5459"/>
                    <a:pt x="22904" y="5479"/>
                    <a:pt x="22803" y="5522"/>
                  </a:cubicBezTo>
                  <a:lnTo>
                    <a:pt x="20882" y="6347"/>
                  </a:lnTo>
                  <a:cubicBezTo>
                    <a:pt x="20297" y="5588"/>
                    <a:pt x="19607" y="4915"/>
                    <a:pt x="18835" y="4348"/>
                  </a:cubicBezTo>
                  <a:lnTo>
                    <a:pt x="19610" y="2408"/>
                  </a:lnTo>
                  <a:cubicBezTo>
                    <a:pt x="19770" y="2006"/>
                    <a:pt x="19577" y="1551"/>
                    <a:pt x="19175" y="1391"/>
                  </a:cubicBezTo>
                  <a:lnTo>
                    <a:pt x="15841" y="57"/>
                  </a:lnTo>
                  <a:cubicBezTo>
                    <a:pt x="15745" y="19"/>
                    <a:pt x="15647" y="1"/>
                    <a:pt x="15551" y="1"/>
                  </a:cubicBezTo>
                  <a:close/>
                </a:path>
              </a:pathLst>
            </a:custGeom>
            <a:solidFill>
              <a:srgbClr val="445D7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239" name="Google Shape;9239;p39"/>
            <p:cNvSpPr/>
            <p:nvPr/>
          </p:nvSpPr>
          <p:spPr>
            <a:xfrm>
              <a:off x="6673425" y="3771400"/>
              <a:ext cx="600850" cy="600800"/>
            </a:xfrm>
            <a:custGeom>
              <a:rect b="b" l="l" r="r" t="t"/>
              <a:pathLst>
                <a:path extrusionOk="0" h="24032" w="24034">
                  <a:moveTo>
                    <a:pt x="12017" y="4775"/>
                  </a:moveTo>
                  <a:cubicBezTo>
                    <a:pt x="16016" y="4775"/>
                    <a:pt x="19258" y="8018"/>
                    <a:pt x="19258" y="12017"/>
                  </a:cubicBezTo>
                  <a:cubicBezTo>
                    <a:pt x="19258" y="16015"/>
                    <a:pt x="16016" y="19256"/>
                    <a:pt x="12019" y="19256"/>
                  </a:cubicBezTo>
                  <a:lnTo>
                    <a:pt x="12017" y="19256"/>
                  </a:lnTo>
                  <a:cubicBezTo>
                    <a:pt x="8019" y="19256"/>
                    <a:pt x="4778" y="16015"/>
                    <a:pt x="4778" y="12017"/>
                  </a:cubicBezTo>
                  <a:cubicBezTo>
                    <a:pt x="4778" y="8018"/>
                    <a:pt x="8019" y="4775"/>
                    <a:pt x="12017" y="4775"/>
                  </a:cubicBezTo>
                  <a:close/>
                  <a:moveTo>
                    <a:pt x="10336" y="0"/>
                  </a:moveTo>
                  <a:cubicBezTo>
                    <a:pt x="9932" y="0"/>
                    <a:pt x="9604" y="327"/>
                    <a:pt x="9604" y="732"/>
                  </a:cubicBezTo>
                  <a:lnTo>
                    <a:pt x="9604" y="2689"/>
                  </a:lnTo>
                  <a:cubicBezTo>
                    <a:pt x="8734" y="2913"/>
                    <a:pt x="7902" y="3259"/>
                    <a:pt x="7128" y="3714"/>
                  </a:cubicBezTo>
                  <a:lnTo>
                    <a:pt x="5745" y="2330"/>
                  </a:lnTo>
                  <a:cubicBezTo>
                    <a:pt x="5602" y="2187"/>
                    <a:pt x="5415" y="2115"/>
                    <a:pt x="5228" y="2115"/>
                  </a:cubicBezTo>
                  <a:cubicBezTo>
                    <a:pt x="5040" y="2115"/>
                    <a:pt x="4853" y="2187"/>
                    <a:pt x="4710" y="2330"/>
                  </a:cubicBezTo>
                  <a:lnTo>
                    <a:pt x="2332" y="4708"/>
                  </a:lnTo>
                  <a:cubicBezTo>
                    <a:pt x="2046" y="4995"/>
                    <a:pt x="2046" y="5457"/>
                    <a:pt x="2332" y="5744"/>
                  </a:cubicBezTo>
                  <a:lnTo>
                    <a:pt x="3716" y="7128"/>
                  </a:lnTo>
                  <a:cubicBezTo>
                    <a:pt x="3260" y="7900"/>
                    <a:pt x="2915" y="8734"/>
                    <a:pt x="2691" y="9602"/>
                  </a:cubicBezTo>
                  <a:lnTo>
                    <a:pt x="734" y="9602"/>
                  </a:lnTo>
                  <a:cubicBezTo>
                    <a:pt x="329" y="9602"/>
                    <a:pt x="1" y="9930"/>
                    <a:pt x="1" y="10335"/>
                  </a:cubicBezTo>
                  <a:lnTo>
                    <a:pt x="1" y="13698"/>
                  </a:lnTo>
                  <a:cubicBezTo>
                    <a:pt x="1" y="14101"/>
                    <a:pt x="329" y="14430"/>
                    <a:pt x="734" y="14430"/>
                  </a:cubicBezTo>
                  <a:lnTo>
                    <a:pt x="2691" y="14430"/>
                  </a:lnTo>
                  <a:cubicBezTo>
                    <a:pt x="2915" y="15298"/>
                    <a:pt x="3260" y="16132"/>
                    <a:pt x="3716" y="16904"/>
                  </a:cubicBezTo>
                  <a:lnTo>
                    <a:pt x="2332" y="18289"/>
                  </a:lnTo>
                  <a:cubicBezTo>
                    <a:pt x="2046" y="18574"/>
                    <a:pt x="2046" y="19038"/>
                    <a:pt x="2332" y="19323"/>
                  </a:cubicBezTo>
                  <a:lnTo>
                    <a:pt x="4710" y="21701"/>
                  </a:lnTo>
                  <a:cubicBezTo>
                    <a:pt x="4853" y="21845"/>
                    <a:pt x="5040" y="21916"/>
                    <a:pt x="5228" y="21916"/>
                  </a:cubicBezTo>
                  <a:cubicBezTo>
                    <a:pt x="5415" y="21916"/>
                    <a:pt x="5602" y="21845"/>
                    <a:pt x="5745" y="21701"/>
                  </a:cubicBezTo>
                  <a:lnTo>
                    <a:pt x="7128" y="20318"/>
                  </a:lnTo>
                  <a:cubicBezTo>
                    <a:pt x="7902" y="20774"/>
                    <a:pt x="8736" y="21118"/>
                    <a:pt x="9604" y="21343"/>
                  </a:cubicBezTo>
                  <a:lnTo>
                    <a:pt x="9604" y="23299"/>
                  </a:lnTo>
                  <a:cubicBezTo>
                    <a:pt x="9604" y="23705"/>
                    <a:pt x="9932" y="24031"/>
                    <a:pt x="10336" y="24031"/>
                  </a:cubicBezTo>
                  <a:lnTo>
                    <a:pt x="13699" y="24031"/>
                  </a:lnTo>
                  <a:cubicBezTo>
                    <a:pt x="14104" y="24031"/>
                    <a:pt x="14432" y="23705"/>
                    <a:pt x="14432" y="23299"/>
                  </a:cubicBezTo>
                  <a:lnTo>
                    <a:pt x="14432" y="21343"/>
                  </a:lnTo>
                  <a:cubicBezTo>
                    <a:pt x="15300" y="21118"/>
                    <a:pt x="16134" y="20773"/>
                    <a:pt x="16906" y="20318"/>
                  </a:cubicBezTo>
                  <a:lnTo>
                    <a:pt x="18290" y="21701"/>
                  </a:lnTo>
                  <a:cubicBezTo>
                    <a:pt x="18433" y="21844"/>
                    <a:pt x="18620" y="21915"/>
                    <a:pt x="18808" y="21915"/>
                  </a:cubicBezTo>
                  <a:cubicBezTo>
                    <a:pt x="18995" y="21915"/>
                    <a:pt x="19182" y="21844"/>
                    <a:pt x="19326" y="21701"/>
                  </a:cubicBezTo>
                  <a:lnTo>
                    <a:pt x="21704" y="19323"/>
                  </a:lnTo>
                  <a:cubicBezTo>
                    <a:pt x="21989" y="19037"/>
                    <a:pt x="21989" y="18574"/>
                    <a:pt x="21704" y="18287"/>
                  </a:cubicBezTo>
                  <a:lnTo>
                    <a:pt x="20320" y="16904"/>
                  </a:lnTo>
                  <a:cubicBezTo>
                    <a:pt x="20775" y="16130"/>
                    <a:pt x="21121" y="15298"/>
                    <a:pt x="21345" y="14430"/>
                  </a:cubicBezTo>
                  <a:lnTo>
                    <a:pt x="23302" y="14430"/>
                  </a:lnTo>
                  <a:cubicBezTo>
                    <a:pt x="23705" y="14430"/>
                    <a:pt x="24034" y="14101"/>
                    <a:pt x="24034" y="13696"/>
                  </a:cubicBezTo>
                  <a:lnTo>
                    <a:pt x="24034" y="10334"/>
                  </a:lnTo>
                  <a:cubicBezTo>
                    <a:pt x="24034" y="9930"/>
                    <a:pt x="23705" y="9602"/>
                    <a:pt x="23302" y="9602"/>
                  </a:cubicBezTo>
                  <a:lnTo>
                    <a:pt x="21343" y="9602"/>
                  </a:lnTo>
                  <a:cubicBezTo>
                    <a:pt x="21121" y="8734"/>
                    <a:pt x="20775" y="7900"/>
                    <a:pt x="20320" y="7128"/>
                  </a:cubicBezTo>
                  <a:lnTo>
                    <a:pt x="21704" y="5744"/>
                  </a:lnTo>
                  <a:cubicBezTo>
                    <a:pt x="21989" y="5457"/>
                    <a:pt x="21989" y="4995"/>
                    <a:pt x="21704" y="4708"/>
                  </a:cubicBezTo>
                  <a:lnTo>
                    <a:pt x="19326" y="2330"/>
                  </a:lnTo>
                  <a:cubicBezTo>
                    <a:pt x="19182" y="2187"/>
                    <a:pt x="18995" y="2115"/>
                    <a:pt x="18808" y="2115"/>
                  </a:cubicBezTo>
                  <a:cubicBezTo>
                    <a:pt x="18620" y="2115"/>
                    <a:pt x="18433" y="2187"/>
                    <a:pt x="18290" y="2330"/>
                  </a:cubicBezTo>
                  <a:lnTo>
                    <a:pt x="16906" y="3714"/>
                  </a:lnTo>
                  <a:cubicBezTo>
                    <a:pt x="16133" y="3259"/>
                    <a:pt x="15300" y="2913"/>
                    <a:pt x="14430" y="2689"/>
                  </a:cubicBezTo>
                  <a:lnTo>
                    <a:pt x="14430" y="732"/>
                  </a:lnTo>
                  <a:cubicBezTo>
                    <a:pt x="14430" y="327"/>
                    <a:pt x="14104" y="0"/>
                    <a:pt x="13699" y="0"/>
                  </a:cubicBezTo>
                  <a:close/>
                </a:path>
              </a:pathLst>
            </a:custGeom>
            <a:solidFill>
              <a:srgbClr val="869FB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240" name="Google Shape;9240;p39"/>
            <p:cNvSpPr/>
            <p:nvPr/>
          </p:nvSpPr>
          <p:spPr>
            <a:xfrm>
              <a:off x="6073050" y="3509700"/>
              <a:ext cx="641725" cy="636800"/>
            </a:xfrm>
            <a:custGeom>
              <a:rect b="b" l="l" r="r" t="t"/>
              <a:pathLst>
                <a:path extrusionOk="0" h="25472" w="25669">
                  <a:moveTo>
                    <a:pt x="12840" y="5002"/>
                  </a:moveTo>
                  <a:cubicBezTo>
                    <a:pt x="13949" y="5002"/>
                    <a:pt x="15075" y="5242"/>
                    <a:pt x="16144" y="5747"/>
                  </a:cubicBezTo>
                  <a:cubicBezTo>
                    <a:pt x="20003" y="7575"/>
                    <a:pt x="21651" y="12185"/>
                    <a:pt x="19822" y="16044"/>
                  </a:cubicBezTo>
                  <a:cubicBezTo>
                    <a:pt x="18501" y="18836"/>
                    <a:pt x="15726" y="20470"/>
                    <a:pt x="12830" y="20470"/>
                  </a:cubicBezTo>
                  <a:cubicBezTo>
                    <a:pt x="11721" y="20470"/>
                    <a:pt x="10595" y="20230"/>
                    <a:pt x="9525" y="19724"/>
                  </a:cubicBezTo>
                  <a:cubicBezTo>
                    <a:pt x="5666" y="17897"/>
                    <a:pt x="4018" y="13286"/>
                    <a:pt x="5845" y="9427"/>
                  </a:cubicBezTo>
                  <a:cubicBezTo>
                    <a:pt x="7167" y="6636"/>
                    <a:pt x="9944" y="5002"/>
                    <a:pt x="12840" y="5002"/>
                  </a:cubicBezTo>
                  <a:close/>
                  <a:moveTo>
                    <a:pt x="10471" y="1"/>
                  </a:moveTo>
                  <a:cubicBezTo>
                    <a:pt x="10383" y="1"/>
                    <a:pt x="10294" y="16"/>
                    <a:pt x="10208" y="47"/>
                  </a:cubicBezTo>
                  <a:lnTo>
                    <a:pt x="6824" y="1256"/>
                  </a:lnTo>
                  <a:cubicBezTo>
                    <a:pt x="6417" y="1401"/>
                    <a:pt x="6206" y="1848"/>
                    <a:pt x="6351" y="2255"/>
                  </a:cubicBezTo>
                  <a:lnTo>
                    <a:pt x="7054" y="4223"/>
                  </a:lnTo>
                  <a:cubicBezTo>
                    <a:pt x="6262" y="4761"/>
                    <a:pt x="5548" y="5408"/>
                    <a:pt x="4934" y="6145"/>
                  </a:cubicBezTo>
                  <a:lnTo>
                    <a:pt x="3045" y="5249"/>
                  </a:lnTo>
                  <a:cubicBezTo>
                    <a:pt x="2937" y="5199"/>
                    <a:pt x="2823" y="5174"/>
                    <a:pt x="2711" y="5174"/>
                  </a:cubicBezTo>
                  <a:cubicBezTo>
                    <a:pt x="2418" y="5174"/>
                    <a:pt x="2137" y="5340"/>
                    <a:pt x="2004" y="5623"/>
                  </a:cubicBezTo>
                  <a:lnTo>
                    <a:pt x="467" y="8868"/>
                  </a:lnTo>
                  <a:cubicBezTo>
                    <a:pt x="282" y="9259"/>
                    <a:pt x="449" y="9725"/>
                    <a:pt x="840" y="9909"/>
                  </a:cubicBezTo>
                  <a:lnTo>
                    <a:pt x="2729" y="10804"/>
                  </a:lnTo>
                  <a:cubicBezTo>
                    <a:pt x="2548" y="11744"/>
                    <a:pt x="2500" y="12707"/>
                    <a:pt x="2587" y="13661"/>
                  </a:cubicBezTo>
                  <a:lnTo>
                    <a:pt x="619" y="14364"/>
                  </a:lnTo>
                  <a:cubicBezTo>
                    <a:pt x="212" y="14510"/>
                    <a:pt x="1" y="14957"/>
                    <a:pt x="145" y="15363"/>
                  </a:cubicBezTo>
                  <a:lnTo>
                    <a:pt x="1354" y="18747"/>
                  </a:lnTo>
                  <a:cubicBezTo>
                    <a:pt x="1467" y="19067"/>
                    <a:pt x="1768" y="19265"/>
                    <a:pt x="2089" y="19265"/>
                  </a:cubicBezTo>
                  <a:cubicBezTo>
                    <a:pt x="2177" y="19265"/>
                    <a:pt x="2266" y="19251"/>
                    <a:pt x="2353" y="19219"/>
                  </a:cubicBezTo>
                  <a:lnTo>
                    <a:pt x="4321" y="18516"/>
                  </a:lnTo>
                  <a:cubicBezTo>
                    <a:pt x="4859" y="19309"/>
                    <a:pt x="5506" y="20023"/>
                    <a:pt x="6243" y="20637"/>
                  </a:cubicBezTo>
                  <a:lnTo>
                    <a:pt x="5347" y="22526"/>
                  </a:lnTo>
                  <a:cubicBezTo>
                    <a:pt x="5163" y="22917"/>
                    <a:pt x="5330" y="23383"/>
                    <a:pt x="5721" y="23567"/>
                  </a:cubicBezTo>
                  <a:lnTo>
                    <a:pt x="8966" y="25104"/>
                  </a:lnTo>
                  <a:cubicBezTo>
                    <a:pt x="9074" y="25155"/>
                    <a:pt x="9188" y="25179"/>
                    <a:pt x="9300" y="25179"/>
                  </a:cubicBezTo>
                  <a:cubicBezTo>
                    <a:pt x="9593" y="25179"/>
                    <a:pt x="9874" y="25014"/>
                    <a:pt x="10007" y="24731"/>
                  </a:cubicBezTo>
                  <a:lnTo>
                    <a:pt x="10902" y="22842"/>
                  </a:lnTo>
                  <a:cubicBezTo>
                    <a:pt x="11540" y="22964"/>
                    <a:pt x="12187" y="23026"/>
                    <a:pt x="12836" y="23026"/>
                  </a:cubicBezTo>
                  <a:cubicBezTo>
                    <a:pt x="13144" y="23026"/>
                    <a:pt x="13452" y="23012"/>
                    <a:pt x="13759" y="22984"/>
                  </a:cubicBezTo>
                  <a:lnTo>
                    <a:pt x="14462" y="24952"/>
                  </a:lnTo>
                  <a:cubicBezTo>
                    <a:pt x="14577" y="25272"/>
                    <a:pt x="14878" y="25471"/>
                    <a:pt x="15200" y="25471"/>
                  </a:cubicBezTo>
                  <a:cubicBezTo>
                    <a:pt x="15286" y="25471"/>
                    <a:pt x="15375" y="25457"/>
                    <a:pt x="15461" y="25426"/>
                  </a:cubicBezTo>
                  <a:lnTo>
                    <a:pt x="18845" y="24217"/>
                  </a:lnTo>
                  <a:cubicBezTo>
                    <a:pt x="19252" y="24071"/>
                    <a:pt x="19463" y="23625"/>
                    <a:pt x="19318" y="23218"/>
                  </a:cubicBezTo>
                  <a:lnTo>
                    <a:pt x="18615" y="21250"/>
                  </a:lnTo>
                  <a:cubicBezTo>
                    <a:pt x="19407" y="20712"/>
                    <a:pt x="20121" y="20065"/>
                    <a:pt x="20735" y="19328"/>
                  </a:cubicBezTo>
                  <a:lnTo>
                    <a:pt x="22624" y="20223"/>
                  </a:lnTo>
                  <a:cubicBezTo>
                    <a:pt x="22732" y="20274"/>
                    <a:pt x="22846" y="20298"/>
                    <a:pt x="22958" y="20298"/>
                  </a:cubicBezTo>
                  <a:cubicBezTo>
                    <a:pt x="23251" y="20298"/>
                    <a:pt x="23532" y="20133"/>
                    <a:pt x="23665" y="19850"/>
                  </a:cubicBezTo>
                  <a:lnTo>
                    <a:pt x="25202" y="16604"/>
                  </a:lnTo>
                  <a:cubicBezTo>
                    <a:pt x="25387" y="16214"/>
                    <a:pt x="25220" y="15748"/>
                    <a:pt x="24829" y="15564"/>
                  </a:cubicBezTo>
                  <a:lnTo>
                    <a:pt x="22940" y="14668"/>
                  </a:lnTo>
                  <a:cubicBezTo>
                    <a:pt x="23121" y="13727"/>
                    <a:pt x="23169" y="12766"/>
                    <a:pt x="23082" y="11812"/>
                  </a:cubicBezTo>
                  <a:lnTo>
                    <a:pt x="25050" y="11107"/>
                  </a:lnTo>
                  <a:cubicBezTo>
                    <a:pt x="25457" y="10963"/>
                    <a:pt x="25668" y="10515"/>
                    <a:pt x="25523" y="10108"/>
                  </a:cubicBezTo>
                  <a:lnTo>
                    <a:pt x="24315" y="6726"/>
                  </a:lnTo>
                  <a:cubicBezTo>
                    <a:pt x="24201" y="6406"/>
                    <a:pt x="23898" y="6207"/>
                    <a:pt x="23577" y="6207"/>
                  </a:cubicBezTo>
                  <a:cubicBezTo>
                    <a:pt x="23491" y="6207"/>
                    <a:pt x="23402" y="6221"/>
                    <a:pt x="23316" y="6252"/>
                  </a:cubicBezTo>
                  <a:lnTo>
                    <a:pt x="21348" y="6956"/>
                  </a:lnTo>
                  <a:cubicBezTo>
                    <a:pt x="20810" y="6162"/>
                    <a:pt x="20163" y="5450"/>
                    <a:pt x="19426" y="4836"/>
                  </a:cubicBezTo>
                  <a:lnTo>
                    <a:pt x="20320" y="2947"/>
                  </a:lnTo>
                  <a:cubicBezTo>
                    <a:pt x="20506" y="2556"/>
                    <a:pt x="20339" y="2090"/>
                    <a:pt x="19948" y="1906"/>
                  </a:cubicBezTo>
                  <a:lnTo>
                    <a:pt x="16703" y="369"/>
                  </a:lnTo>
                  <a:cubicBezTo>
                    <a:pt x="16595" y="318"/>
                    <a:pt x="16481" y="294"/>
                    <a:pt x="16369" y="294"/>
                  </a:cubicBezTo>
                  <a:cubicBezTo>
                    <a:pt x="16076" y="294"/>
                    <a:pt x="15795" y="459"/>
                    <a:pt x="15662" y="742"/>
                  </a:cubicBezTo>
                  <a:lnTo>
                    <a:pt x="14767" y="2631"/>
                  </a:lnTo>
                  <a:cubicBezTo>
                    <a:pt x="14130" y="2508"/>
                    <a:pt x="13485" y="2447"/>
                    <a:pt x="12839" y="2447"/>
                  </a:cubicBezTo>
                  <a:cubicBezTo>
                    <a:pt x="12529" y="2447"/>
                    <a:pt x="12219" y="2461"/>
                    <a:pt x="11910" y="2489"/>
                  </a:cubicBezTo>
                  <a:lnTo>
                    <a:pt x="11207" y="521"/>
                  </a:lnTo>
                  <a:cubicBezTo>
                    <a:pt x="11092" y="200"/>
                    <a:pt x="10791" y="1"/>
                    <a:pt x="10471" y="1"/>
                  </a:cubicBez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241" name="Google Shape;9241;p39"/>
            <p:cNvSpPr/>
            <p:nvPr/>
          </p:nvSpPr>
          <p:spPr>
            <a:xfrm>
              <a:off x="6124575" y="2917775"/>
              <a:ext cx="572575" cy="572525"/>
            </a:xfrm>
            <a:custGeom>
              <a:rect b="b" l="l" r="r" t="t"/>
              <a:pathLst>
                <a:path extrusionOk="0" h="22901" w="22903">
                  <a:moveTo>
                    <a:pt x="11452" y="4551"/>
                  </a:moveTo>
                  <a:cubicBezTo>
                    <a:pt x="15263" y="4551"/>
                    <a:pt x="18352" y="7640"/>
                    <a:pt x="18352" y="11451"/>
                  </a:cubicBezTo>
                  <a:cubicBezTo>
                    <a:pt x="18352" y="15262"/>
                    <a:pt x="15263" y="18350"/>
                    <a:pt x="11452" y="18350"/>
                  </a:cubicBezTo>
                  <a:lnTo>
                    <a:pt x="11452" y="18351"/>
                  </a:lnTo>
                  <a:cubicBezTo>
                    <a:pt x="7640" y="18351"/>
                    <a:pt x="4552" y="15262"/>
                    <a:pt x="4552" y="11451"/>
                  </a:cubicBezTo>
                  <a:cubicBezTo>
                    <a:pt x="4552" y="7640"/>
                    <a:pt x="7640" y="4551"/>
                    <a:pt x="11452" y="4551"/>
                  </a:cubicBezTo>
                  <a:close/>
                  <a:moveTo>
                    <a:pt x="9850" y="0"/>
                  </a:moveTo>
                  <a:cubicBezTo>
                    <a:pt x="9464" y="0"/>
                    <a:pt x="9152" y="312"/>
                    <a:pt x="9152" y="698"/>
                  </a:cubicBezTo>
                  <a:lnTo>
                    <a:pt x="9152" y="2564"/>
                  </a:lnTo>
                  <a:cubicBezTo>
                    <a:pt x="8324" y="2777"/>
                    <a:pt x="7530" y="3105"/>
                    <a:pt x="6793" y="3539"/>
                  </a:cubicBezTo>
                  <a:lnTo>
                    <a:pt x="5474" y="2221"/>
                  </a:lnTo>
                  <a:cubicBezTo>
                    <a:pt x="5338" y="2085"/>
                    <a:pt x="5159" y="2017"/>
                    <a:pt x="4981" y="2017"/>
                  </a:cubicBezTo>
                  <a:cubicBezTo>
                    <a:pt x="4802" y="2017"/>
                    <a:pt x="4624" y="2085"/>
                    <a:pt x="4487" y="2221"/>
                  </a:cubicBezTo>
                  <a:lnTo>
                    <a:pt x="2222" y="4487"/>
                  </a:lnTo>
                  <a:cubicBezTo>
                    <a:pt x="1949" y="4759"/>
                    <a:pt x="1949" y="5201"/>
                    <a:pt x="2222" y="5473"/>
                  </a:cubicBezTo>
                  <a:lnTo>
                    <a:pt x="3541" y="6791"/>
                  </a:lnTo>
                  <a:cubicBezTo>
                    <a:pt x="3107" y="7528"/>
                    <a:pt x="2777" y="8322"/>
                    <a:pt x="2564" y="9150"/>
                  </a:cubicBezTo>
                  <a:lnTo>
                    <a:pt x="699" y="9150"/>
                  </a:lnTo>
                  <a:cubicBezTo>
                    <a:pt x="313" y="9150"/>
                    <a:pt x="1" y="9462"/>
                    <a:pt x="1" y="9848"/>
                  </a:cubicBezTo>
                  <a:lnTo>
                    <a:pt x="1" y="13053"/>
                  </a:lnTo>
                  <a:cubicBezTo>
                    <a:pt x="1" y="13438"/>
                    <a:pt x="313" y="13751"/>
                    <a:pt x="699" y="13751"/>
                  </a:cubicBezTo>
                  <a:lnTo>
                    <a:pt x="2564" y="13751"/>
                  </a:lnTo>
                  <a:cubicBezTo>
                    <a:pt x="2777" y="14579"/>
                    <a:pt x="3106" y="15373"/>
                    <a:pt x="3541" y="16109"/>
                  </a:cubicBezTo>
                  <a:lnTo>
                    <a:pt x="2222" y="17427"/>
                  </a:lnTo>
                  <a:cubicBezTo>
                    <a:pt x="1949" y="17701"/>
                    <a:pt x="1949" y="18142"/>
                    <a:pt x="2222" y="18415"/>
                  </a:cubicBezTo>
                  <a:lnTo>
                    <a:pt x="4487" y="20681"/>
                  </a:lnTo>
                  <a:cubicBezTo>
                    <a:pt x="4624" y="20817"/>
                    <a:pt x="4802" y="20885"/>
                    <a:pt x="4981" y="20885"/>
                  </a:cubicBezTo>
                  <a:cubicBezTo>
                    <a:pt x="5159" y="20885"/>
                    <a:pt x="5338" y="20817"/>
                    <a:pt x="5474" y="20681"/>
                  </a:cubicBezTo>
                  <a:lnTo>
                    <a:pt x="6793" y="19362"/>
                  </a:lnTo>
                  <a:cubicBezTo>
                    <a:pt x="7530" y="19796"/>
                    <a:pt x="8324" y="20124"/>
                    <a:pt x="9152" y="20339"/>
                  </a:cubicBezTo>
                  <a:lnTo>
                    <a:pt x="9152" y="22204"/>
                  </a:lnTo>
                  <a:cubicBezTo>
                    <a:pt x="9152" y="22588"/>
                    <a:pt x="9464" y="22901"/>
                    <a:pt x="9850" y="22901"/>
                  </a:cubicBezTo>
                  <a:lnTo>
                    <a:pt x="13055" y="22901"/>
                  </a:lnTo>
                  <a:cubicBezTo>
                    <a:pt x="13439" y="22901"/>
                    <a:pt x="13751" y="22588"/>
                    <a:pt x="13751" y="22204"/>
                  </a:cubicBezTo>
                  <a:lnTo>
                    <a:pt x="13751" y="20339"/>
                  </a:lnTo>
                  <a:cubicBezTo>
                    <a:pt x="14581" y="20124"/>
                    <a:pt x="15373" y="19796"/>
                    <a:pt x="16110" y="19362"/>
                  </a:cubicBezTo>
                  <a:lnTo>
                    <a:pt x="17429" y="20680"/>
                  </a:lnTo>
                  <a:cubicBezTo>
                    <a:pt x="17566" y="20816"/>
                    <a:pt x="17744" y="20884"/>
                    <a:pt x="17923" y="20884"/>
                  </a:cubicBezTo>
                  <a:cubicBezTo>
                    <a:pt x="18101" y="20884"/>
                    <a:pt x="18280" y="20816"/>
                    <a:pt x="18416" y="20680"/>
                  </a:cubicBezTo>
                  <a:lnTo>
                    <a:pt x="20682" y="18414"/>
                  </a:lnTo>
                  <a:cubicBezTo>
                    <a:pt x="20954" y="18142"/>
                    <a:pt x="20954" y="17700"/>
                    <a:pt x="20682" y="17427"/>
                  </a:cubicBezTo>
                  <a:lnTo>
                    <a:pt x="19364" y="16109"/>
                  </a:lnTo>
                  <a:cubicBezTo>
                    <a:pt x="19798" y="15373"/>
                    <a:pt x="20126" y="14579"/>
                    <a:pt x="20339" y="13751"/>
                  </a:cubicBezTo>
                  <a:lnTo>
                    <a:pt x="22205" y="13751"/>
                  </a:lnTo>
                  <a:cubicBezTo>
                    <a:pt x="22591" y="13751"/>
                    <a:pt x="22903" y="13438"/>
                    <a:pt x="22903" y="13053"/>
                  </a:cubicBezTo>
                  <a:lnTo>
                    <a:pt x="22903" y="9850"/>
                  </a:lnTo>
                  <a:cubicBezTo>
                    <a:pt x="22903" y="9465"/>
                    <a:pt x="22592" y="9152"/>
                    <a:pt x="22208" y="9152"/>
                  </a:cubicBezTo>
                  <a:cubicBezTo>
                    <a:pt x="22207" y="9152"/>
                    <a:pt x="22206" y="9152"/>
                    <a:pt x="22205" y="9152"/>
                  </a:cubicBezTo>
                  <a:lnTo>
                    <a:pt x="20339" y="9152"/>
                  </a:lnTo>
                  <a:cubicBezTo>
                    <a:pt x="20126" y="8322"/>
                    <a:pt x="19798" y="7530"/>
                    <a:pt x="19364" y="6793"/>
                  </a:cubicBezTo>
                  <a:lnTo>
                    <a:pt x="20682" y="5473"/>
                  </a:lnTo>
                  <a:cubicBezTo>
                    <a:pt x="20954" y="5201"/>
                    <a:pt x="20954" y="4759"/>
                    <a:pt x="20682" y="4487"/>
                  </a:cubicBezTo>
                  <a:lnTo>
                    <a:pt x="18416" y="2221"/>
                  </a:lnTo>
                  <a:cubicBezTo>
                    <a:pt x="18280" y="2085"/>
                    <a:pt x="18101" y="2017"/>
                    <a:pt x="17923" y="2017"/>
                  </a:cubicBezTo>
                  <a:cubicBezTo>
                    <a:pt x="17744" y="2017"/>
                    <a:pt x="17566" y="2085"/>
                    <a:pt x="17429" y="2221"/>
                  </a:cubicBezTo>
                  <a:lnTo>
                    <a:pt x="16110" y="3541"/>
                  </a:lnTo>
                  <a:cubicBezTo>
                    <a:pt x="15373" y="3105"/>
                    <a:pt x="14581" y="2777"/>
                    <a:pt x="13751" y="2564"/>
                  </a:cubicBezTo>
                  <a:lnTo>
                    <a:pt x="13751" y="698"/>
                  </a:lnTo>
                  <a:cubicBezTo>
                    <a:pt x="13751" y="312"/>
                    <a:pt x="13439" y="0"/>
                    <a:pt x="13055" y="0"/>
                  </a:cubicBezTo>
                  <a:close/>
                </a:path>
              </a:pathLst>
            </a:custGeom>
            <a:solidFill>
              <a:srgbClr val="A5B7C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242" name="Google Shape;9242;p39"/>
            <p:cNvSpPr/>
            <p:nvPr/>
          </p:nvSpPr>
          <p:spPr>
            <a:xfrm>
              <a:off x="6459975" y="2867300"/>
              <a:ext cx="101300" cy="50500"/>
            </a:xfrm>
            <a:custGeom>
              <a:rect b="b" l="l" r="r" t="t"/>
              <a:pathLst>
                <a:path extrusionOk="0" h="2020" w="4052">
                  <a:moveTo>
                    <a:pt x="272" y="1"/>
                  </a:moveTo>
                  <a:cubicBezTo>
                    <a:pt x="157" y="1"/>
                    <a:pt x="54" y="82"/>
                    <a:pt x="29" y="200"/>
                  </a:cubicBezTo>
                  <a:cubicBezTo>
                    <a:pt x="0" y="338"/>
                    <a:pt x="87" y="474"/>
                    <a:pt x="225" y="507"/>
                  </a:cubicBezTo>
                  <a:cubicBezTo>
                    <a:pt x="1077" y="719"/>
                    <a:pt x="1895" y="1049"/>
                    <a:pt x="2657" y="1486"/>
                  </a:cubicBezTo>
                  <a:lnTo>
                    <a:pt x="2505" y="1740"/>
                  </a:lnTo>
                  <a:cubicBezTo>
                    <a:pt x="2459" y="1819"/>
                    <a:pt x="2511" y="1918"/>
                    <a:pt x="2603" y="1926"/>
                  </a:cubicBezTo>
                  <a:lnTo>
                    <a:pt x="3887" y="2019"/>
                  </a:lnTo>
                  <a:cubicBezTo>
                    <a:pt x="3890" y="2019"/>
                    <a:pt x="3893" y="2019"/>
                    <a:pt x="3895" y="2019"/>
                  </a:cubicBezTo>
                  <a:cubicBezTo>
                    <a:pt x="3991" y="2019"/>
                    <a:pt x="4052" y="1913"/>
                    <a:pt x="3999" y="1830"/>
                  </a:cubicBezTo>
                  <a:lnTo>
                    <a:pt x="3302" y="746"/>
                  </a:lnTo>
                  <a:cubicBezTo>
                    <a:pt x="3278" y="709"/>
                    <a:pt x="3239" y="690"/>
                    <a:pt x="3200" y="690"/>
                  </a:cubicBezTo>
                  <a:cubicBezTo>
                    <a:pt x="3159" y="690"/>
                    <a:pt x="3118" y="711"/>
                    <a:pt x="3094" y="751"/>
                  </a:cubicBezTo>
                  <a:lnTo>
                    <a:pt x="2917" y="1047"/>
                  </a:lnTo>
                  <a:cubicBezTo>
                    <a:pt x="2108" y="581"/>
                    <a:pt x="1237" y="230"/>
                    <a:pt x="330" y="8"/>
                  </a:cubicBezTo>
                  <a:cubicBezTo>
                    <a:pt x="311" y="3"/>
                    <a:pt x="291" y="1"/>
                    <a:pt x="272" y="1"/>
                  </a:cubicBezTo>
                  <a:close/>
                </a:path>
              </a:pathLst>
            </a:custGeom>
            <a:solidFill>
              <a:srgbClr val="667E9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243" name="Google Shape;9243;p39"/>
            <p:cNvSpPr/>
            <p:nvPr/>
          </p:nvSpPr>
          <p:spPr>
            <a:xfrm>
              <a:off x="6389025" y="2860025"/>
              <a:ext cx="63100" cy="15700"/>
            </a:xfrm>
            <a:custGeom>
              <a:rect b="b" l="l" r="r" t="t"/>
              <a:pathLst>
                <a:path extrusionOk="0" h="628" w="2524">
                  <a:moveTo>
                    <a:pt x="787" y="1"/>
                  </a:moveTo>
                  <a:cubicBezTo>
                    <a:pt x="605" y="1"/>
                    <a:pt x="424" y="7"/>
                    <a:pt x="241" y="19"/>
                  </a:cubicBezTo>
                  <a:cubicBezTo>
                    <a:pt x="103" y="31"/>
                    <a:pt x="1" y="153"/>
                    <a:pt x="11" y="291"/>
                  </a:cubicBezTo>
                  <a:cubicBezTo>
                    <a:pt x="20" y="425"/>
                    <a:pt x="132" y="528"/>
                    <a:pt x="263" y="528"/>
                  </a:cubicBezTo>
                  <a:cubicBezTo>
                    <a:pt x="268" y="528"/>
                    <a:pt x="273" y="528"/>
                    <a:pt x="278" y="528"/>
                  </a:cubicBezTo>
                  <a:cubicBezTo>
                    <a:pt x="448" y="518"/>
                    <a:pt x="617" y="512"/>
                    <a:pt x="787" y="512"/>
                  </a:cubicBezTo>
                  <a:cubicBezTo>
                    <a:pt x="1261" y="512"/>
                    <a:pt x="1734" y="550"/>
                    <a:pt x="2203" y="624"/>
                  </a:cubicBezTo>
                  <a:cubicBezTo>
                    <a:pt x="2217" y="626"/>
                    <a:pt x="2231" y="627"/>
                    <a:pt x="2245" y="627"/>
                  </a:cubicBezTo>
                  <a:cubicBezTo>
                    <a:pt x="2363" y="627"/>
                    <a:pt x="2470" y="544"/>
                    <a:pt x="2494" y="424"/>
                  </a:cubicBezTo>
                  <a:cubicBezTo>
                    <a:pt x="2523" y="283"/>
                    <a:pt x="2430" y="145"/>
                    <a:pt x="2288" y="121"/>
                  </a:cubicBezTo>
                  <a:cubicBezTo>
                    <a:pt x="1791" y="43"/>
                    <a:pt x="1288" y="3"/>
                    <a:pt x="787" y="1"/>
                  </a:cubicBezTo>
                  <a:close/>
                </a:path>
              </a:pathLst>
            </a:custGeom>
            <a:solidFill>
              <a:srgbClr val="667E9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244" name="Google Shape;9244;p39"/>
            <p:cNvSpPr/>
            <p:nvPr/>
          </p:nvSpPr>
          <p:spPr>
            <a:xfrm>
              <a:off x="6279750" y="2879875"/>
              <a:ext cx="39600" cy="26000"/>
            </a:xfrm>
            <a:custGeom>
              <a:rect b="b" l="l" r="r" t="t"/>
              <a:pathLst>
                <a:path extrusionOk="0" h="1040" w="1584">
                  <a:moveTo>
                    <a:pt x="1330" y="1"/>
                  </a:moveTo>
                  <a:cubicBezTo>
                    <a:pt x="1303" y="1"/>
                    <a:pt x="1276" y="6"/>
                    <a:pt x="1249" y="17"/>
                  </a:cubicBezTo>
                  <a:cubicBezTo>
                    <a:pt x="878" y="174"/>
                    <a:pt x="518" y="355"/>
                    <a:pt x="168" y="557"/>
                  </a:cubicBezTo>
                  <a:cubicBezTo>
                    <a:pt x="58" y="621"/>
                    <a:pt x="0" y="757"/>
                    <a:pt x="47" y="876"/>
                  </a:cubicBezTo>
                  <a:cubicBezTo>
                    <a:pt x="86" y="979"/>
                    <a:pt x="183" y="1040"/>
                    <a:pt x="284" y="1040"/>
                  </a:cubicBezTo>
                  <a:cubicBezTo>
                    <a:pt x="327" y="1040"/>
                    <a:pt x="371" y="1029"/>
                    <a:pt x="412" y="1005"/>
                  </a:cubicBezTo>
                  <a:cubicBezTo>
                    <a:pt x="727" y="823"/>
                    <a:pt x="1054" y="658"/>
                    <a:pt x="1389" y="512"/>
                  </a:cubicBezTo>
                  <a:cubicBezTo>
                    <a:pt x="1518" y="458"/>
                    <a:pt x="1584" y="312"/>
                    <a:pt x="1538" y="177"/>
                  </a:cubicBezTo>
                  <a:lnTo>
                    <a:pt x="1525" y="141"/>
                  </a:lnTo>
                  <a:cubicBezTo>
                    <a:pt x="1496" y="54"/>
                    <a:pt x="1415" y="1"/>
                    <a:pt x="1330" y="1"/>
                  </a:cubicBezTo>
                  <a:close/>
                </a:path>
              </a:pathLst>
            </a:custGeom>
            <a:solidFill>
              <a:srgbClr val="667E9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245" name="Google Shape;9245;p39"/>
            <p:cNvSpPr/>
            <p:nvPr/>
          </p:nvSpPr>
          <p:spPr>
            <a:xfrm>
              <a:off x="6325825" y="2862750"/>
              <a:ext cx="54425" cy="22400"/>
            </a:xfrm>
            <a:custGeom>
              <a:rect b="b" l="l" r="r" t="t"/>
              <a:pathLst>
                <a:path extrusionOk="0" h="896" w="2177">
                  <a:moveTo>
                    <a:pt x="1906" y="0"/>
                  </a:moveTo>
                  <a:cubicBezTo>
                    <a:pt x="1894" y="0"/>
                    <a:pt x="1883" y="1"/>
                    <a:pt x="1871" y="2"/>
                  </a:cubicBezTo>
                  <a:cubicBezTo>
                    <a:pt x="1306" y="87"/>
                    <a:pt x="748" y="220"/>
                    <a:pt x="205" y="400"/>
                  </a:cubicBezTo>
                  <a:cubicBezTo>
                    <a:pt x="71" y="444"/>
                    <a:pt x="0" y="590"/>
                    <a:pt x="47" y="725"/>
                  </a:cubicBezTo>
                  <a:cubicBezTo>
                    <a:pt x="84" y="829"/>
                    <a:pt x="183" y="895"/>
                    <a:pt x="288" y="895"/>
                  </a:cubicBezTo>
                  <a:cubicBezTo>
                    <a:pt x="316" y="895"/>
                    <a:pt x="343" y="891"/>
                    <a:pt x="370" y="882"/>
                  </a:cubicBezTo>
                  <a:cubicBezTo>
                    <a:pt x="883" y="712"/>
                    <a:pt x="1408" y="587"/>
                    <a:pt x="1941" y="507"/>
                  </a:cubicBezTo>
                  <a:cubicBezTo>
                    <a:pt x="2081" y="488"/>
                    <a:pt x="2177" y="360"/>
                    <a:pt x="2157" y="220"/>
                  </a:cubicBezTo>
                  <a:cubicBezTo>
                    <a:pt x="2140" y="93"/>
                    <a:pt x="2031" y="0"/>
                    <a:pt x="1906" y="0"/>
                  </a:cubicBezTo>
                  <a:close/>
                </a:path>
              </a:pathLst>
            </a:custGeom>
            <a:solidFill>
              <a:srgbClr val="667E9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246" name="Google Shape;9246;p39"/>
            <p:cNvSpPr/>
            <p:nvPr/>
          </p:nvSpPr>
          <p:spPr>
            <a:xfrm>
              <a:off x="7023725" y="3061400"/>
              <a:ext cx="101300" cy="50475"/>
            </a:xfrm>
            <a:custGeom>
              <a:rect b="b" l="l" r="r" t="t"/>
              <a:pathLst>
                <a:path extrusionOk="0" h="2019" w="4052">
                  <a:moveTo>
                    <a:pt x="273" y="0"/>
                  </a:moveTo>
                  <a:cubicBezTo>
                    <a:pt x="158" y="0"/>
                    <a:pt x="53" y="81"/>
                    <a:pt x="29" y="199"/>
                  </a:cubicBezTo>
                  <a:cubicBezTo>
                    <a:pt x="0" y="339"/>
                    <a:pt x="87" y="475"/>
                    <a:pt x="225" y="507"/>
                  </a:cubicBezTo>
                  <a:cubicBezTo>
                    <a:pt x="1077" y="720"/>
                    <a:pt x="1895" y="1048"/>
                    <a:pt x="2655" y="1487"/>
                  </a:cubicBezTo>
                  <a:lnTo>
                    <a:pt x="2505" y="1740"/>
                  </a:lnTo>
                  <a:cubicBezTo>
                    <a:pt x="2459" y="1818"/>
                    <a:pt x="2511" y="1919"/>
                    <a:pt x="2603" y="1925"/>
                  </a:cubicBezTo>
                  <a:lnTo>
                    <a:pt x="3885" y="2018"/>
                  </a:lnTo>
                  <a:cubicBezTo>
                    <a:pt x="3889" y="2019"/>
                    <a:pt x="3892" y="2019"/>
                    <a:pt x="3896" y="2019"/>
                  </a:cubicBezTo>
                  <a:cubicBezTo>
                    <a:pt x="3991" y="2019"/>
                    <a:pt x="4052" y="1911"/>
                    <a:pt x="3999" y="1829"/>
                  </a:cubicBezTo>
                  <a:lnTo>
                    <a:pt x="3302" y="747"/>
                  </a:lnTo>
                  <a:cubicBezTo>
                    <a:pt x="3278" y="709"/>
                    <a:pt x="3238" y="690"/>
                    <a:pt x="3198" y="690"/>
                  </a:cubicBezTo>
                  <a:cubicBezTo>
                    <a:pt x="3157" y="690"/>
                    <a:pt x="3116" y="710"/>
                    <a:pt x="3093" y="750"/>
                  </a:cubicBezTo>
                  <a:lnTo>
                    <a:pt x="2917" y="1048"/>
                  </a:lnTo>
                  <a:cubicBezTo>
                    <a:pt x="2108" y="582"/>
                    <a:pt x="1237" y="231"/>
                    <a:pt x="330" y="7"/>
                  </a:cubicBezTo>
                  <a:cubicBezTo>
                    <a:pt x="311" y="3"/>
                    <a:pt x="292" y="0"/>
                    <a:pt x="273" y="0"/>
                  </a:cubicBezTo>
                  <a:close/>
                </a:path>
              </a:pathLst>
            </a:custGeom>
            <a:solidFill>
              <a:srgbClr val="667E9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247" name="Google Shape;9247;p39"/>
            <p:cNvSpPr/>
            <p:nvPr/>
          </p:nvSpPr>
          <p:spPr>
            <a:xfrm>
              <a:off x="6952750" y="3054150"/>
              <a:ext cx="63100" cy="15650"/>
            </a:xfrm>
            <a:custGeom>
              <a:rect b="b" l="l" r="r" t="t"/>
              <a:pathLst>
                <a:path extrusionOk="0" h="626" w="2524">
                  <a:moveTo>
                    <a:pt x="787" y="1"/>
                  </a:moveTo>
                  <a:cubicBezTo>
                    <a:pt x="606" y="1"/>
                    <a:pt x="423" y="7"/>
                    <a:pt x="242" y="18"/>
                  </a:cubicBezTo>
                  <a:cubicBezTo>
                    <a:pt x="104" y="31"/>
                    <a:pt x="0" y="151"/>
                    <a:pt x="10" y="291"/>
                  </a:cubicBezTo>
                  <a:cubicBezTo>
                    <a:pt x="21" y="425"/>
                    <a:pt x="131" y="526"/>
                    <a:pt x="264" y="526"/>
                  </a:cubicBezTo>
                  <a:cubicBezTo>
                    <a:pt x="269" y="526"/>
                    <a:pt x="274" y="526"/>
                    <a:pt x="279" y="526"/>
                  </a:cubicBezTo>
                  <a:cubicBezTo>
                    <a:pt x="447" y="516"/>
                    <a:pt x="617" y="510"/>
                    <a:pt x="787" y="510"/>
                  </a:cubicBezTo>
                  <a:cubicBezTo>
                    <a:pt x="1261" y="512"/>
                    <a:pt x="1735" y="548"/>
                    <a:pt x="2204" y="622"/>
                  </a:cubicBezTo>
                  <a:cubicBezTo>
                    <a:pt x="2218" y="624"/>
                    <a:pt x="2232" y="626"/>
                    <a:pt x="2246" y="626"/>
                  </a:cubicBezTo>
                  <a:cubicBezTo>
                    <a:pt x="2364" y="626"/>
                    <a:pt x="2469" y="542"/>
                    <a:pt x="2495" y="422"/>
                  </a:cubicBezTo>
                  <a:cubicBezTo>
                    <a:pt x="2524" y="281"/>
                    <a:pt x="2430" y="145"/>
                    <a:pt x="2289" y="121"/>
                  </a:cubicBezTo>
                  <a:cubicBezTo>
                    <a:pt x="1792" y="41"/>
                    <a:pt x="1289" y="1"/>
                    <a:pt x="787" y="1"/>
                  </a:cubicBezTo>
                  <a:close/>
                </a:path>
              </a:pathLst>
            </a:custGeom>
            <a:solidFill>
              <a:srgbClr val="667E9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248" name="Google Shape;9248;p39"/>
            <p:cNvSpPr/>
            <p:nvPr/>
          </p:nvSpPr>
          <p:spPr>
            <a:xfrm>
              <a:off x="6843450" y="3073975"/>
              <a:ext cx="39625" cy="26025"/>
            </a:xfrm>
            <a:custGeom>
              <a:rect b="b" l="l" r="r" t="t"/>
              <a:pathLst>
                <a:path extrusionOk="0" h="1041" w="1585">
                  <a:moveTo>
                    <a:pt x="1331" y="0"/>
                  </a:moveTo>
                  <a:cubicBezTo>
                    <a:pt x="1304" y="0"/>
                    <a:pt x="1277" y="6"/>
                    <a:pt x="1251" y="16"/>
                  </a:cubicBezTo>
                  <a:cubicBezTo>
                    <a:pt x="880" y="175"/>
                    <a:pt x="518" y="356"/>
                    <a:pt x="170" y="558"/>
                  </a:cubicBezTo>
                  <a:cubicBezTo>
                    <a:pt x="60" y="622"/>
                    <a:pt x="1" y="758"/>
                    <a:pt x="47" y="876"/>
                  </a:cubicBezTo>
                  <a:cubicBezTo>
                    <a:pt x="87" y="979"/>
                    <a:pt x="185" y="1040"/>
                    <a:pt x="287" y="1040"/>
                  </a:cubicBezTo>
                  <a:cubicBezTo>
                    <a:pt x="330" y="1040"/>
                    <a:pt x="373" y="1029"/>
                    <a:pt x="414" y="1006"/>
                  </a:cubicBezTo>
                  <a:cubicBezTo>
                    <a:pt x="729" y="822"/>
                    <a:pt x="1056" y="657"/>
                    <a:pt x="1391" y="513"/>
                  </a:cubicBezTo>
                  <a:cubicBezTo>
                    <a:pt x="1520" y="457"/>
                    <a:pt x="1584" y="311"/>
                    <a:pt x="1540" y="178"/>
                  </a:cubicBezTo>
                  <a:lnTo>
                    <a:pt x="1527" y="141"/>
                  </a:lnTo>
                  <a:cubicBezTo>
                    <a:pt x="1497" y="55"/>
                    <a:pt x="1417" y="0"/>
                    <a:pt x="1331" y="0"/>
                  </a:cubicBezTo>
                  <a:close/>
                </a:path>
              </a:pathLst>
            </a:custGeom>
            <a:solidFill>
              <a:srgbClr val="667E9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249" name="Google Shape;9249;p39"/>
            <p:cNvSpPr/>
            <p:nvPr/>
          </p:nvSpPr>
          <p:spPr>
            <a:xfrm>
              <a:off x="6889575" y="3056825"/>
              <a:ext cx="54425" cy="22400"/>
            </a:xfrm>
            <a:custGeom>
              <a:rect b="b" l="l" r="r" t="t"/>
              <a:pathLst>
                <a:path extrusionOk="0" h="896" w="2177">
                  <a:moveTo>
                    <a:pt x="1906" y="0"/>
                  </a:moveTo>
                  <a:cubicBezTo>
                    <a:pt x="1894" y="0"/>
                    <a:pt x="1883" y="1"/>
                    <a:pt x="1871" y="3"/>
                  </a:cubicBezTo>
                  <a:lnTo>
                    <a:pt x="1871" y="4"/>
                  </a:lnTo>
                  <a:cubicBezTo>
                    <a:pt x="1306" y="88"/>
                    <a:pt x="748" y="220"/>
                    <a:pt x="205" y="400"/>
                  </a:cubicBezTo>
                  <a:cubicBezTo>
                    <a:pt x="71" y="446"/>
                    <a:pt x="0" y="592"/>
                    <a:pt x="47" y="725"/>
                  </a:cubicBezTo>
                  <a:cubicBezTo>
                    <a:pt x="84" y="830"/>
                    <a:pt x="182" y="896"/>
                    <a:pt x="288" y="896"/>
                  </a:cubicBezTo>
                  <a:cubicBezTo>
                    <a:pt x="315" y="896"/>
                    <a:pt x="343" y="891"/>
                    <a:pt x="370" y="882"/>
                  </a:cubicBezTo>
                  <a:cubicBezTo>
                    <a:pt x="881" y="714"/>
                    <a:pt x="1406" y="587"/>
                    <a:pt x="1940" y="509"/>
                  </a:cubicBezTo>
                  <a:cubicBezTo>
                    <a:pt x="2079" y="490"/>
                    <a:pt x="2177" y="360"/>
                    <a:pt x="2157" y="220"/>
                  </a:cubicBezTo>
                  <a:cubicBezTo>
                    <a:pt x="2140" y="93"/>
                    <a:pt x="2031" y="0"/>
                    <a:pt x="1906" y="0"/>
                  </a:cubicBezTo>
                  <a:close/>
                </a:path>
              </a:pathLst>
            </a:custGeom>
            <a:solidFill>
              <a:srgbClr val="667E9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250" name="Google Shape;9250;p39"/>
            <p:cNvSpPr/>
            <p:nvPr/>
          </p:nvSpPr>
          <p:spPr>
            <a:xfrm>
              <a:off x="6245350" y="4177200"/>
              <a:ext cx="101275" cy="50475"/>
            </a:xfrm>
            <a:custGeom>
              <a:rect b="b" l="l" r="r" t="t"/>
              <a:pathLst>
                <a:path extrusionOk="0" h="2019" w="4051">
                  <a:moveTo>
                    <a:pt x="157" y="1"/>
                  </a:moveTo>
                  <a:cubicBezTo>
                    <a:pt x="61" y="1"/>
                    <a:pt x="1" y="107"/>
                    <a:pt x="54" y="190"/>
                  </a:cubicBezTo>
                  <a:lnTo>
                    <a:pt x="750" y="1274"/>
                  </a:lnTo>
                  <a:cubicBezTo>
                    <a:pt x="774" y="1311"/>
                    <a:pt x="813" y="1330"/>
                    <a:pt x="852" y="1330"/>
                  </a:cubicBezTo>
                  <a:cubicBezTo>
                    <a:pt x="893" y="1330"/>
                    <a:pt x="935" y="1309"/>
                    <a:pt x="958" y="1269"/>
                  </a:cubicBezTo>
                  <a:lnTo>
                    <a:pt x="1136" y="973"/>
                  </a:lnTo>
                  <a:cubicBezTo>
                    <a:pt x="1945" y="1439"/>
                    <a:pt x="2816" y="1788"/>
                    <a:pt x="3722" y="2012"/>
                  </a:cubicBezTo>
                  <a:cubicBezTo>
                    <a:pt x="3741" y="2017"/>
                    <a:pt x="3761" y="2019"/>
                    <a:pt x="3779" y="2019"/>
                  </a:cubicBezTo>
                  <a:cubicBezTo>
                    <a:pt x="3895" y="2019"/>
                    <a:pt x="3999" y="1938"/>
                    <a:pt x="4023" y="1820"/>
                  </a:cubicBezTo>
                  <a:cubicBezTo>
                    <a:pt x="4051" y="1682"/>
                    <a:pt x="3964" y="1546"/>
                    <a:pt x="3828" y="1512"/>
                  </a:cubicBezTo>
                  <a:cubicBezTo>
                    <a:pt x="2976" y="1301"/>
                    <a:pt x="2158" y="971"/>
                    <a:pt x="1396" y="534"/>
                  </a:cubicBezTo>
                  <a:lnTo>
                    <a:pt x="1548" y="279"/>
                  </a:lnTo>
                  <a:cubicBezTo>
                    <a:pt x="1594" y="201"/>
                    <a:pt x="1541" y="100"/>
                    <a:pt x="1450" y="94"/>
                  </a:cubicBezTo>
                  <a:lnTo>
                    <a:pt x="166" y="1"/>
                  </a:lnTo>
                  <a:cubicBezTo>
                    <a:pt x="163" y="1"/>
                    <a:pt x="160" y="1"/>
                    <a:pt x="157" y="1"/>
                  </a:cubicBezTo>
                  <a:close/>
                </a:path>
              </a:pathLst>
            </a:custGeom>
            <a:solidFill>
              <a:srgbClr val="667E9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251" name="Google Shape;9251;p39"/>
            <p:cNvSpPr/>
            <p:nvPr/>
          </p:nvSpPr>
          <p:spPr>
            <a:xfrm>
              <a:off x="6354525" y="4219275"/>
              <a:ext cx="63075" cy="15675"/>
            </a:xfrm>
            <a:custGeom>
              <a:rect b="b" l="l" r="r" t="t"/>
              <a:pathLst>
                <a:path extrusionOk="0" h="627" w="2523">
                  <a:moveTo>
                    <a:pt x="279" y="1"/>
                  </a:moveTo>
                  <a:cubicBezTo>
                    <a:pt x="160" y="1"/>
                    <a:pt x="54" y="84"/>
                    <a:pt x="29" y="204"/>
                  </a:cubicBezTo>
                  <a:cubicBezTo>
                    <a:pt x="1" y="345"/>
                    <a:pt x="93" y="483"/>
                    <a:pt x="236" y="507"/>
                  </a:cubicBezTo>
                  <a:cubicBezTo>
                    <a:pt x="732" y="585"/>
                    <a:pt x="1235" y="625"/>
                    <a:pt x="1738" y="627"/>
                  </a:cubicBezTo>
                  <a:cubicBezTo>
                    <a:pt x="1919" y="627"/>
                    <a:pt x="2102" y="621"/>
                    <a:pt x="2282" y="609"/>
                  </a:cubicBezTo>
                  <a:cubicBezTo>
                    <a:pt x="2420" y="596"/>
                    <a:pt x="2523" y="475"/>
                    <a:pt x="2513" y="337"/>
                  </a:cubicBezTo>
                  <a:cubicBezTo>
                    <a:pt x="2504" y="203"/>
                    <a:pt x="2392" y="100"/>
                    <a:pt x="2260" y="100"/>
                  </a:cubicBezTo>
                  <a:cubicBezTo>
                    <a:pt x="2255" y="100"/>
                    <a:pt x="2251" y="100"/>
                    <a:pt x="2246" y="100"/>
                  </a:cubicBezTo>
                  <a:cubicBezTo>
                    <a:pt x="2076" y="110"/>
                    <a:pt x="1908" y="116"/>
                    <a:pt x="1738" y="116"/>
                  </a:cubicBezTo>
                  <a:cubicBezTo>
                    <a:pt x="1262" y="116"/>
                    <a:pt x="790" y="78"/>
                    <a:pt x="321" y="4"/>
                  </a:cubicBezTo>
                  <a:cubicBezTo>
                    <a:pt x="307" y="2"/>
                    <a:pt x="293" y="1"/>
                    <a:pt x="279" y="1"/>
                  </a:cubicBezTo>
                  <a:close/>
                </a:path>
              </a:pathLst>
            </a:custGeom>
            <a:solidFill>
              <a:srgbClr val="667E9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252" name="Google Shape;9252;p39"/>
            <p:cNvSpPr/>
            <p:nvPr/>
          </p:nvSpPr>
          <p:spPr>
            <a:xfrm>
              <a:off x="6487275" y="4189125"/>
              <a:ext cx="39625" cy="25975"/>
            </a:xfrm>
            <a:custGeom>
              <a:rect b="b" l="l" r="r" t="t"/>
              <a:pathLst>
                <a:path extrusionOk="0" h="1039" w="1585">
                  <a:moveTo>
                    <a:pt x="1300" y="0"/>
                  </a:moveTo>
                  <a:cubicBezTo>
                    <a:pt x="1257" y="0"/>
                    <a:pt x="1213" y="11"/>
                    <a:pt x="1173" y="35"/>
                  </a:cubicBezTo>
                  <a:cubicBezTo>
                    <a:pt x="857" y="217"/>
                    <a:pt x="531" y="382"/>
                    <a:pt x="196" y="528"/>
                  </a:cubicBezTo>
                  <a:cubicBezTo>
                    <a:pt x="66" y="582"/>
                    <a:pt x="1" y="728"/>
                    <a:pt x="47" y="863"/>
                  </a:cubicBezTo>
                  <a:lnTo>
                    <a:pt x="60" y="899"/>
                  </a:lnTo>
                  <a:cubicBezTo>
                    <a:pt x="89" y="986"/>
                    <a:pt x="169" y="1039"/>
                    <a:pt x="255" y="1039"/>
                  </a:cubicBezTo>
                  <a:cubicBezTo>
                    <a:pt x="282" y="1039"/>
                    <a:pt x="309" y="1034"/>
                    <a:pt x="335" y="1023"/>
                  </a:cubicBezTo>
                  <a:cubicBezTo>
                    <a:pt x="707" y="866"/>
                    <a:pt x="1067" y="685"/>
                    <a:pt x="1416" y="483"/>
                  </a:cubicBezTo>
                  <a:cubicBezTo>
                    <a:pt x="1527" y="419"/>
                    <a:pt x="1584" y="283"/>
                    <a:pt x="1538" y="164"/>
                  </a:cubicBezTo>
                  <a:cubicBezTo>
                    <a:pt x="1499" y="61"/>
                    <a:pt x="1401" y="0"/>
                    <a:pt x="1300" y="0"/>
                  </a:cubicBezTo>
                  <a:close/>
                </a:path>
              </a:pathLst>
            </a:custGeom>
            <a:solidFill>
              <a:srgbClr val="667E9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253" name="Google Shape;9253;p39"/>
            <p:cNvSpPr/>
            <p:nvPr/>
          </p:nvSpPr>
          <p:spPr>
            <a:xfrm>
              <a:off x="6426350" y="4209850"/>
              <a:ext cx="54475" cy="22400"/>
            </a:xfrm>
            <a:custGeom>
              <a:rect b="b" l="l" r="r" t="t"/>
              <a:pathLst>
                <a:path extrusionOk="0" h="896" w="2179">
                  <a:moveTo>
                    <a:pt x="1890" y="1"/>
                  </a:moveTo>
                  <a:cubicBezTo>
                    <a:pt x="1863" y="1"/>
                    <a:pt x="1835" y="5"/>
                    <a:pt x="1808" y="14"/>
                  </a:cubicBezTo>
                  <a:cubicBezTo>
                    <a:pt x="1296" y="184"/>
                    <a:pt x="771" y="309"/>
                    <a:pt x="237" y="389"/>
                  </a:cubicBezTo>
                  <a:cubicBezTo>
                    <a:pt x="98" y="408"/>
                    <a:pt x="0" y="536"/>
                    <a:pt x="20" y="676"/>
                  </a:cubicBezTo>
                  <a:cubicBezTo>
                    <a:pt x="37" y="803"/>
                    <a:pt x="147" y="896"/>
                    <a:pt x="273" y="896"/>
                  </a:cubicBezTo>
                  <a:cubicBezTo>
                    <a:pt x="284" y="896"/>
                    <a:pt x="296" y="895"/>
                    <a:pt x="308" y="893"/>
                  </a:cubicBezTo>
                  <a:cubicBezTo>
                    <a:pt x="873" y="809"/>
                    <a:pt x="1430" y="676"/>
                    <a:pt x="1973" y="496"/>
                  </a:cubicBezTo>
                  <a:cubicBezTo>
                    <a:pt x="2106" y="451"/>
                    <a:pt x="2178" y="306"/>
                    <a:pt x="2132" y="171"/>
                  </a:cubicBezTo>
                  <a:cubicBezTo>
                    <a:pt x="2095" y="67"/>
                    <a:pt x="1996" y="1"/>
                    <a:pt x="1890" y="1"/>
                  </a:cubicBezTo>
                  <a:close/>
                </a:path>
              </a:pathLst>
            </a:custGeom>
            <a:solidFill>
              <a:srgbClr val="667E9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254" name="Google Shape;9254;p39"/>
            <p:cNvSpPr/>
            <p:nvPr/>
          </p:nvSpPr>
          <p:spPr>
            <a:xfrm>
              <a:off x="5992275" y="3674825"/>
              <a:ext cx="51250" cy="99900"/>
            </a:xfrm>
            <a:custGeom>
              <a:rect b="b" l="l" r="r" t="t"/>
              <a:pathLst>
                <a:path extrusionOk="0" h="3996" w="2050">
                  <a:moveTo>
                    <a:pt x="1920" y="0"/>
                  </a:moveTo>
                  <a:cubicBezTo>
                    <a:pt x="1898" y="0"/>
                    <a:pt x="1876" y="6"/>
                    <a:pt x="1854" y="20"/>
                  </a:cubicBezTo>
                  <a:lnTo>
                    <a:pt x="772" y="717"/>
                  </a:lnTo>
                  <a:cubicBezTo>
                    <a:pt x="695" y="766"/>
                    <a:pt x="697" y="878"/>
                    <a:pt x="775" y="926"/>
                  </a:cubicBezTo>
                  <a:lnTo>
                    <a:pt x="1073" y="1102"/>
                  </a:lnTo>
                  <a:cubicBezTo>
                    <a:pt x="607" y="1911"/>
                    <a:pt x="256" y="2782"/>
                    <a:pt x="32" y="3689"/>
                  </a:cubicBezTo>
                  <a:cubicBezTo>
                    <a:pt x="0" y="3825"/>
                    <a:pt x="87" y="3962"/>
                    <a:pt x="224" y="3990"/>
                  </a:cubicBezTo>
                  <a:cubicBezTo>
                    <a:pt x="242" y="3993"/>
                    <a:pt x="260" y="3995"/>
                    <a:pt x="278" y="3995"/>
                  </a:cubicBezTo>
                  <a:cubicBezTo>
                    <a:pt x="397" y="3995"/>
                    <a:pt x="502" y="3914"/>
                    <a:pt x="532" y="3794"/>
                  </a:cubicBezTo>
                  <a:cubicBezTo>
                    <a:pt x="743" y="2942"/>
                    <a:pt x="1073" y="2124"/>
                    <a:pt x="1512" y="1363"/>
                  </a:cubicBezTo>
                  <a:lnTo>
                    <a:pt x="1765" y="1514"/>
                  </a:lnTo>
                  <a:cubicBezTo>
                    <a:pt x="1785" y="1526"/>
                    <a:pt x="1806" y="1531"/>
                    <a:pt x="1827" y="1531"/>
                  </a:cubicBezTo>
                  <a:cubicBezTo>
                    <a:pt x="1888" y="1531"/>
                    <a:pt x="1946" y="1484"/>
                    <a:pt x="1951" y="1416"/>
                  </a:cubicBezTo>
                  <a:lnTo>
                    <a:pt x="2043" y="134"/>
                  </a:lnTo>
                  <a:cubicBezTo>
                    <a:pt x="2049" y="57"/>
                    <a:pt x="1988" y="0"/>
                    <a:pt x="1920" y="0"/>
                  </a:cubicBezTo>
                  <a:close/>
                </a:path>
              </a:pathLst>
            </a:custGeom>
            <a:solidFill>
              <a:srgbClr val="667E9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255" name="Google Shape;9255;p39"/>
            <p:cNvSpPr/>
            <p:nvPr/>
          </p:nvSpPr>
          <p:spPr>
            <a:xfrm>
              <a:off x="5985650" y="3783750"/>
              <a:ext cx="16125" cy="62275"/>
            </a:xfrm>
            <a:custGeom>
              <a:rect b="b" l="l" r="r" t="t"/>
              <a:pathLst>
                <a:path extrusionOk="0" h="2491" w="645">
                  <a:moveTo>
                    <a:pt x="371" y="1"/>
                  </a:moveTo>
                  <a:cubicBezTo>
                    <a:pt x="249" y="1"/>
                    <a:pt x="141" y="89"/>
                    <a:pt x="121" y="212"/>
                  </a:cubicBezTo>
                  <a:cubicBezTo>
                    <a:pt x="41" y="709"/>
                    <a:pt x="1" y="1212"/>
                    <a:pt x="1" y="1714"/>
                  </a:cubicBezTo>
                  <a:cubicBezTo>
                    <a:pt x="1" y="1895"/>
                    <a:pt x="7" y="2078"/>
                    <a:pt x="19" y="2259"/>
                  </a:cubicBezTo>
                  <a:cubicBezTo>
                    <a:pt x="31" y="2390"/>
                    <a:pt x="140" y="2490"/>
                    <a:pt x="270" y="2490"/>
                  </a:cubicBezTo>
                  <a:cubicBezTo>
                    <a:pt x="277" y="2490"/>
                    <a:pt x="284" y="2490"/>
                    <a:pt x="291" y="2489"/>
                  </a:cubicBezTo>
                  <a:cubicBezTo>
                    <a:pt x="428" y="2480"/>
                    <a:pt x="534" y="2361"/>
                    <a:pt x="526" y="2222"/>
                  </a:cubicBezTo>
                  <a:cubicBezTo>
                    <a:pt x="517" y="2054"/>
                    <a:pt x="510" y="1884"/>
                    <a:pt x="510" y="1714"/>
                  </a:cubicBezTo>
                  <a:cubicBezTo>
                    <a:pt x="512" y="1240"/>
                    <a:pt x="549" y="766"/>
                    <a:pt x="622" y="297"/>
                  </a:cubicBezTo>
                  <a:cubicBezTo>
                    <a:pt x="645" y="163"/>
                    <a:pt x="557" y="35"/>
                    <a:pt x="422" y="6"/>
                  </a:cubicBezTo>
                  <a:cubicBezTo>
                    <a:pt x="405" y="2"/>
                    <a:pt x="388" y="1"/>
                    <a:pt x="371" y="1"/>
                  </a:cubicBezTo>
                  <a:close/>
                </a:path>
              </a:pathLst>
            </a:custGeom>
            <a:solidFill>
              <a:srgbClr val="667E9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256" name="Google Shape;9256;p39"/>
            <p:cNvSpPr/>
            <p:nvPr/>
          </p:nvSpPr>
          <p:spPr>
            <a:xfrm>
              <a:off x="6004725" y="3916700"/>
              <a:ext cx="27875" cy="38100"/>
            </a:xfrm>
            <a:custGeom>
              <a:rect b="b" l="l" r="r" t="t"/>
              <a:pathLst>
                <a:path extrusionOk="0" h="1524" w="1115">
                  <a:moveTo>
                    <a:pt x="296" y="1"/>
                  </a:moveTo>
                  <a:cubicBezTo>
                    <a:pt x="267" y="1"/>
                    <a:pt x="237" y="5"/>
                    <a:pt x="208" y="15"/>
                  </a:cubicBezTo>
                  <a:lnTo>
                    <a:pt x="171" y="28"/>
                  </a:lnTo>
                  <a:cubicBezTo>
                    <a:pt x="58" y="67"/>
                    <a:pt x="0" y="193"/>
                    <a:pt x="47" y="304"/>
                  </a:cubicBezTo>
                  <a:cubicBezTo>
                    <a:pt x="205" y="675"/>
                    <a:pt x="384" y="1035"/>
                    <a:pt x="588" y="1385"/>
                  </a:cubicBezTo>
                  <a:cubicBezTo>
                    <a:pt x="637" y="1469"/>
                    <a:pt x="728" y="1524"/>
                    <a:pt x="822" y="1524"/>
                  </a:cubicBezTo>
                  <a:cubicBezTo>
                    <a:pt x="850" y="1524"/>
                    <a:pt x="879" y="1519"/>
                    <a:pt x="906" y="1508"/>
                  </a:cubicBezTo>
                  <a:cubicBezTo>
                    <a:pt x="1052" y="1450"/>
                    <a:pt x="1115" y="1277"/>
                    <a:pt x="1036" y="1141"/>
                  </a:cubicBezTo>
                  <a:cubicBezTo>
                    <a:pt x="852" y="826"/>
                    <a:pt x="687" y="499"/>
                    <a:pt x="543" y="164"/>
                  </a:cubicBezTo>
                  <a:cubicBezTo>
                    <a:pt x="499" y="63"/>
                    <a:pt x="400" y="1"/>
                    <a:pt x="296" y="1"/>
                  </a:cubicBezTo>
                  <a:close/>
                </a:path>
              </a:pathLst>
            </a:custGeom>
            <a:solidFill>
              <a:srgbClr val="667E9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257" name="Google Shape;9257;p39"/>
            <p:cNvSpPr/>
            <p:nvPr/>
          </p:nvSpPr>
          <p:spPr>
            <a:xfrm>
              <a:off x="5987900" y="3855450"/>
              <a:ext cx="23600" cy="53200"/>
            </a:xfrm>
            <a:custGeom>
              <a:rect b="b" l="l" r="r" t="t"/>
              <a:pathLst>
                <a:path extrusionOk="0" h="2128" w="944">
                  <a:moveTo>
                    <a:pt x="273" y="0"/>
                  </a:moveTo>
                  <a:cubicBezTo>
                    <a:pt x="261" y="0"/>
                    <a:pt x="249" y="1"/>
                    <a:pt x="238" y="3"/>
                  </a:cubicBezTo>
                  <a:cubicBezTo>
                    <a:pt x="98" y="22"/>
                    <a:pt x="1" y="150"/>
                    <a:pt x="20" y="289"/>
                  </a:cubicBezTo>
                  <a:lnTo>
                    <a:pt x="21" y="289"/>
                  </a:lnTo>
                  <a:cubicBezTo>
                    <a:pt x="105" y="854"/>
                    <a:pt x="238" y="1412"/>
                    <a:pt x="417" y="1955"/>
                  </a:cubicBezTo>
                  <a:cubicBezTo>
                    <a:pt x="454" y="2061"/>
                    <a:pt x="553" y="2127"/>
                    <a:pt x="658" y="2127"/>
                  </a:cubicBezTo>
                  <a:cubicBezTo>
                    <a:pt x="686" y="2127"/>
                    <a:pt x="714" y="2123"/>
                    <a:pt x="742" y="2113"/>
                  </a:cubicBezTo>
                  <a:cubicBezTo>
                    <a:pt x="875" y="2067"/>
                    <a:pt x="944" y="1923"/>
                    <a:pt x="899" y="1790"/>
                  </a:cubicBezTo>
                  <a:cubicBezTo>
                    <a:pt x="731" y="1279"/>
                    <a:pt x="604" y="754"/>
                    <a:pt x="526" y="220"/>
                  </a:cubicBezTo>
                  <a:cubicBezTo>
                    <a:pt x="508" y="93"/>
                    <a:pt x="398" y="0"/>
                    <a:pt x="273" y="0"/>
                  </a:cubicBezTo>
                  <a:close/>
                </a:path>
              </a:pathLst>
            </a:custGeom>
            <a:solidFill>
              <a:srgbClr val="667E9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258" name="Google Shape;9258;p39"/>
            <p:cNvSpPr/>
            <p:nvPr/>
          </p:nvSpPr>
          <p:spPr>
            <a:xfrm>
              <a:off x="6071975" y="3300325"/>
              <a:ext cx="52475" cy="102475"/>
            </a:xfrm>
            <a:custGeom>
              <a:rect b="b" l="l" r="r" t="t"/>
              <a:pathLst>
                <a:path extrusionOk="0" h="4099" w="2099">
                  <a:moveTo>
                    <a:pt x="412" y="1"/>
                  </a:moveTo>
                  <a:cubicBezTo>
                    <a:pt x="358" y="1"/>
                    <a:pt x="305" y="37"/>
                    <a:pt x="292" y="98"/>
                  </a:cubicBezTo>
                  <a:lnTo>
                    <a:pt x="18" y="1357"/>
                  </a:lnTo>
                  <a:cubicBezTo>
                    <a:pt x="1" y="1436"/>
                    <a:pt x="62" y="1506"/>
                    <a:pt x="139" y="1506"/>
                  </a:cubicBezTo>
                  <a:cubicBezTo>
                    <a:pt x="149" y="1506"/>
                    <a:pt x="158" y="1505"/>
                    <a:pt x="169" y="1502"/>
                  </a:cubicBezTo>
                  <a:lnTo>
                    <a:pt x="503" y="1416"/>
                  </a:lnTo>
                  <a:cubicBezTo>
                    <a:pt x="745" y="2317"/>
                    <a:pt x="1113" y="3181"/>
                    <a:pt x="1597" y="3981"/>
                  </a:cubicBezTo>
                  <a:cubicBezTo>
                    <a:pt x="1644" y="4057"/>
                    <a:pt x="1725" y="4099"/>
                    <a:pt x="1809" y="4099"/>
                  </a:cubicBezTo>
                  <a:cubicBezTo>
                    <a:pt x="1856" y="4099"/>
                    <a:pt x="1903" y="4086"/>
                    <a:pt x="1946" y="4058"/>
                  </a:cubicBezTo>
                  <a:cubicBezTo>
                    <a:pt x="2063" y="3980"/>
                    <a:pt x="2098" y="3823"/>
                    <a:pt x="2024" y="3703"/>
                  </a:cubicBezTo>
                  <a:cubicBezTo>
                    <a:pt x="1571" y="2950"/>
                    <a:pt x="1225" y="2138"/>
                    <a:pt x="998" y="1291"/>
                  </a:cubicBezTo>
                  <a:lnTo>
                    <a:pt x="1283" y="1217"/>
                  </a:lnTo>
                  <a:cubicBezTo>
                    <a:pt x="1373" y="1195"/>
                    <a:pt x="1406" y="1086"/>
                    <a:pt x="1347" y="1017"/>
                  </a:cubicBezTo>
                  <a:lnTo>
                    <a:pt x="505" y="44"/>
                  </a:lnTo>
                  <a:cubicBezTo>
                    <a:pt x="479" y="14"/>
                    <a:pt x="445" y="1"/>
                    <a:pt x="412" y="1"/>
                  </a:cubicBezTo>
                  <a:close/>
                </a:path>
              </a:pathLst>
            </a:custGeom>
            <a:solidFill>
              <a:srgbClr val="667E9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259" name="Google Shape;9259;p39"/>
            <p:cNvSpPr/>
            <p:nvPr/>
          </p:nvSpPr>
          <p:spPr>
            <a:xfrm>
              <a:off x="6122225" y="3408475"/>
              <a:ext cx="47725" cy="49550"/>
            </a:xfrm>
            <a:custGeom>
              <a:rect b="b" l="l" r="r" t="t"/>
              <a:pathLst>
                <a:path extrusionOk="0" h="1982" w="1909">
                  <a:moveTo>
                    <a:pt x="291" y="0"/>
                  </a:moveTo>
                  <a:cubicBezTo>
                    <a:pt x="243" y="0"/>
                    <a:pt x="195" y="14"/>
                    <a:pt x="152" y="41"/>
                  </a:cubicBezTo>
                  <a:cubicBezTo>
                    <a:pt x="30" y="121"/>
                    <a:pt x="0" y="285"/>
                    <a:pt x="85" y="403"/>
                  </a:cubicBezTo>
                  <a:cubicBezTo>
                    <a:pt x="380" y="810"/>
                    <a:pt x="706" y="1193"/>
                    <a:pt x="1062" y="1548"/>
                  </a:cubicBezTo>
                  <a:cubicBezTo>
                    <a:pt x="1190" y="1678"/>
                    <a:pt x="1323" y="1801"/>
                    <a:pt x="1459" y="1921"/>
                  </a:cubicBezTo>
                  <a:cubicBezTo>
                    <a:pt x="1507" y="1962"/>
                    <a:pt x="1566" y="1981"/>
                    <a:pt x="1624" y="1981"/>
                  </a:cubicBezTo>
                  <a:cubicBezTo>
                    <a:pt x="1695" y="1981"/>
                    <a:pt x="1766" y="1952"/>
                    <a:pt x="1816" y="1894"/>
                  </a:cubicBezTo>
                  <a:cubicBezTo>
                    <a:pt x="1909" y="1788"/>
                    <a:pt x="1898" y="1628"/>
                    <a:pt x="1794" y="1535"/>
                  </a:cubicBezTo>
                  <a:cubicBezTo>
                    <a:pt x="1665" y="1423"/>
                    <a:pt x="1542" y="1308"/>
                    <a:pt x="1422" y="1188"/>
                  </a:cubicBezTo>
                  <a:cubicBezTo>
                    <a:pt x="1087" y="851"/>
                    <a:pt x="778" y="490"/>
                    <a:pt x="500" y="107"/>
                  </a:cubicBezTo>
                  <a:cubicBezTo>
                    <a:pt x="449" y="38"/>
                    <a:pt x="371" y="0"/>
                    <a:pt x="291" y="0"/>
                  </a:cubicBezTo>
                  <a:close/>
                </a:path>
              </a:pathLst>
            </a:custGeom>
            <a:solidFill>
              <a:srgbClr val="667E9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260" name="Google Shape;9260;p39"/>
            <p:cNvSpPr/>
            <p:nvPr/>
          </p:nvSpPr>
          <p:spPr>
            <a:xfrm>
              <a:off x="6228150" y="3490275"/>
              <a:ext cx="42050" cy="21525"/>
            </a:xfrm>
            <a:custGeom>
              <a:rect b="b" l="l" r="r" t="t"/>
              <a:pathLst>
                <a:path extrusionOk="0" h="861" w="1682">
                  <a:moveTo>
                    <a:pt x="311" y="0"/>
                  </a:moveTo>
                  <a:cubicBezTo>
                    <a:pt x="211" y="0"/>
                    <a:pt x="116" y="56"/>
                    <a:pt x="69" y="151"/>
                  </a:cubicBezTo>
                  <a:lnTo>
                    <a:pt x="53" y="185"/>
                  </a:lnTo>
                  <a:cubicBezTo>
                    <a:pt x="0" y="292"/>
                    <a:pt x="48" y="423"/>
                    <a:pt x="160" y="468"/>
                  </a:cubicBezTo>
                  <a:cubicBezTo>
                    <a:pt x="533" y="619"/>
                    <a:pt x="916" y="747"/>
                    <a:pt x="1307" y="851"/>
                  </a:cubicBezTo>
                  <a:cubicBezTo>
                    <a:pt x="1331" y="857"/>
                    <a:pt x="1355" y="861"/>
                    <a:pt x="1379" y="861"/>
                  </a:cubicBezTo>
                  <a:cubicBezTo>
                    <a:pt x="1480" y="861"/>
                    <a:pt x="1576" y="806"/>
                    <a:pt x="1618" y="713"/>
                  </a:cubicBezTo>
                  <a:cubicBezTo>
                    <a:pt x="1682" y="569"/>
                    <a:pt x="1602" y="403"/>
                    <a:pt x="1451" y="363"/>
                  </a:cubicBezTo>
                  <a:cubicBezTo>
                    <a:pt x="1097" y="268"/>
                    <a:pt x="751" y="154"/>
                    <a:pt x="412" y="20"/>
                  </a:cubicBezTo>
                  <a:cubicBezTo>
                    <a:pt x="379" y="7"/>
                    <a:pt x="345" y="0"/>
                    <a:pt x="311" y="0"/>
                  </a:cubicBezTo>
                  <a:close/>
                </a:path>
              </a:pathLst>
            </a:custGeom>
            <a:solidFill>
              <a:srgbClr val="667E9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261" name="Google Shape;9261;p39"/>
            <p:cNvSpPr/>
            <p:nvPr/>
          </p:nvSpPr>
          <p:spPr>
            <a:xfrm>
              <a:off x="6172850" y="3459275"/>
              <a:ext cx="49900" cy="34575"/>
            </a:xfrm>
            <a:custGeom>
              <a:rect b="b" l="l" r="r" t="t"/>
              <a:pathLst>
                <a:path extrusionOk="0" h="1383" w="1996">
                  <a:moveTo>
                    <a:pt x="289" y="1"/>
                  </a:moveTo>
                  <a:cubicBezTo>
                    <a:pt x="212" y="1"/>
                    <a:pt x="136" y="36"/>
                    <a:pt x="86" y="102"/>
                  </a:cubicBezTo>
                  <a:cubicBezTo>
                    <a:pt x="1" y="214"/>
                    <a:pt x="23" y="374"/>
                    <a:pt x="135" y="459"/>
                  </a:cubicBezTo>
                  <a:cubicBezTo>
                    <a:pt x="595" y="800"/>
                    <a:pt x="1082" y="1100"/>
                    <a:pt x="1592" y="1356"/>
                  </a:cubicBezTo>
                  <a:cubicBezTo>
                    <a:pt x="1629" y="1374"/>
                    <a:pt x="1667" y="1382"/>
                    <a:pt x="1705" y="1382"/>
                  </a:cubicBezTo>
                  <a:cubicBezTo>
                    <a:pt x="1799" y="1382"/>
                    <a:pt x="1891" y="1329"/>
                    <a:pt x="1935" y="1239"/>
                  </a:cubicBezTo>
                  <a:cubicBezTo>
                    <a:pt x="1996" y="1113"/>
                    <a:pt x="1943" y="960"/>
                    <a:pt x="1817" y="898"/>
                  </a:cubicBezTo>
                  <a:cubicBezTo>
                    <a:pt x="1336" y="656"/>
                    <a:pt x="875" y="373"/>
                    <a:pt x="443" y="52"/>
                  </a:cubicBezTo>
                  <a:cubicBezTo>
                    <a:pt x="397" y="18"/>
                    <a:pt x="343" y="1"/>
                    <a:pt x="289" y="1"/>
                  </a:cubicBezTo>
                  <a:close/>
                </a:path>
              </a:pathLst>
            </a:custGeom>
            <a:solidFill>
              <a:srgbClr val="667E9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262" name="Google Shape;9262;p39"/>
            <p:cNvSpPr/>
            <p:nvPr/>
          </p:nvSpPr>
          <p:spPr>
            <a:xfrm>
              <a:off x="7323825" y="3495225"/>
              <a:ext cx="51250" cy="99900"/>
            </a:xfrm>
            <a:custGeom>
              <a:rect b="b" l="l" r="r" t="t"/>
              <a:pathLst>
                <a:path extrusionOk="0" h="3996" w="2050">
                  <a:moveTo>
                    <a:pt x="1772" y="0"/>
                  </a:moveTo>
                  <a:cubicBezTo>
                    <a:pt x="1653" y="0"/>
                    <a:pt x="1547" y="82"/>
                    <a:pt x="1518" y="201"/>
                  </a:cubicBezTo>
                  <a:cubicBezTo>
                    <a:pt x="1307" y="1053"/>
                    <a:pt x="977" y="1872"/>
                    <a:pt x="540" y="2634"/>
                  </a:cubicBezTo>
                  <a:lnTo>
                    <a:pt x="285" y="2482"/>
                  </a:lnTo>
                  <a:cubicBezTo>
                    <a:pt x="265" y="2470"/>
                    <a:pt x="244" y="2465"/>
                    <a:pt x="223" y="2465"/>
                  </a:cubicBezTo>
                  <a:cubicBezTo>
                    <a:pt x="162" y="2465"/>
                    <a:pt x="104" y="2511"/>
                    <a:pt x="99" y="2579"/>
                  </a:cubicBezTo>
                  <a:lnTo>
                    <a:pt x="6" y="3864"/>
                  </a:lnTo>
                  <a:cubicBezTo>
                    <a:pt x="0" y="3939"/>
                    <a:pt x="62" y="3995"/>
                    <a:pt x="129" y="3995"/>
                  </a:cubicBezTo>
                  <a:cubicBezTo>
                    <a:pt x="152" y="3995"/>
                    <a:pt x="174" y="3989"/>
                    <a:pt x="195" y="3976"/>
                  </a:cubicBezTo>
                  <a:lnTo>
                    <a:pt x="1278" y="3279"/>
                  </a:lnTo>
                  <a:cubicBezTo>
                    <a:pt x="1355" y="3229"/>
                    <a:pt x="1353" y="3117"/>
                    <a:pt x="1275" y="3071"/>
                  </a:cubicBezTo>
                  <a:lnTo>
                    <a:pt x="978" y="2893"/>
                  </a:lnTo>
                  <a:cubicBezTo>
                    <a:pt x="1444" y="2085"/>
                    <a:pt x="1794" y="1213"/>
                    <a:pt x="2018" y="307"/>
                  </a:cubicBezTo>
                  <a:cubicBezTo>
                    <a:pt x="2050" y="171"/>
                    <a:pt x="1963" y="35"/>
                    <a:pt x="1826" y="6"/>
                  </a:cubicBezTo>
                  <a:cubicBezTo>
                    <a:pt x="1808" y="2"/>
                    <a:pt x="1790" y="0"/>
                    <a:pt x="1772" y="0"/>
                  </a:cubicBezTo>
                  <a:close/>
                </a:path>
              </a:pathLst>
            </a:custGeom>
            <a:solidFill>
              <a:srgbClr val="667E9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263" name="Google Shape;9263;p39"/>
            <p:cNvSpPr/>
            <p:nvPr/>
          </p:nvSpPr>
          <p:spPr>
            <a:xfrm>
              <a:off x="7365575" y="3423925"/>
              <a:ext cx="16150" cy="62275"/>
            </a:xfrm>
            <a:custGeom>
              <a:rect b="b" l="l" r="r" t="t"/>
              <a:pathLst>
                <a:path extrusionOk="0" h="2491" w="646">
                  <a:moveTo>
                    <a:pt x="375" y="0"/>
                  </a:moveTo>
                  <a:cubicBezTo>
                    <a:pt x="368" y="0"/>
                    <a:pt x="361" y="1"/>
                    <a:pt x="354" y="1"/>
                  </a:cubicBezTo>
                  <a:cubicBezTo>
                    <a:pt x="216" y="11"/>
                    <a:pt x="111" y="129"/>
                    <a:pt x="119" y="269"/>
                  </a:cubicBezTo>
                  <a:cubicBezTo>
                    <a:pt x="128" y="438"/>
                    <a:pt x="135" y="607"/>
                    <a:pt x="135" y="776"/>
                  </a:cubicBezTo>
                  <a:cubicBezTo>
                    <a:pt x="135" y="1252"/>
                    <a:pt x="96" y="1724"/>
                    <a:pt x="23" y="2193"/>
                  </a:cubicBezTo>
                  <a:cubicBezTo>
                    <a:pt x="0" y="2328"/>
                    <a:pt x="88" y="2458"/>
                    <a:pt x="223" y="2485"/>
                  </a:cubicBezTo>
                  <a:cubicBezTo>
                    <a:pt x="240" y="2488"/>
                    <a:pt x="257" y="2490"/>
                    <a:pt x="274" y="2490"/>
                  </a:cubicBezTo>
                  <a:cubicBezTo>
                    <a:pt x="396" y="2490"/>
                    <a:pt x="504" y="2403"/>
                    <a:pt x="526" y="2278"/>
                  </a:cubicBezTo>
                  <a:cubicBezTo>
                    <a:pt x="604" y="1782"/>
                    <a:pt x="644" y="1279"/>
                    <a:pt x="646" y="776"/>
                  </a:cubicBezTo>
                  <a:cubicBezTo>
                    <a:pt x="646" y="595"/>
                    <a:pt x="638" y="413"/>
                    <a:pt x="626" y="232"/>
                  </a:cubicBezTo>
                  <a:cubicBezTo>
                    <a:pt x="616" y="101"/>
                    <a:pt x="505" y="0"/>
                    <a:pt x="375" y="0"/>
                  </a:cubicBezTo>
                  <a:close/>
                </a:path>
              </a:pathLst>
            </a:custGeom>
            <a:solidFill>
              <a:srgbClr val="667E9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264" name="Google Shape;9264;p39"/>
            <p:cNvSpPr/>
            <p:nvPr/>
          </p:nvSpPr>
          <p:spPr>
            <a:xfrm>
              <a:off x="7334775" y="3315150"/>
              <a:ext cx="27850" cy="38100"/>
            </a:xfrm>
            <a:custGeom>
              <a:rect b="b" l="l" r="r" t="t"/>
              <a:pathLst>
                <a:path extrusionOk="0" h="1524" w="1114">
                  <a:moveTo>
                    <a:pt x="293" y="1"/>
                  </a:moveTo>
                  <a:cubicBezTo>
                    <a:pt x="265" y="1"/>
                    <a:pt x="236" y="5"/>
                    <a:pt x="209" y="16"/>
                  </a:cubicBezTo>
                  <a:cubicBezTo>
                    <a:pt x="62" y="74"/>
                    <a:pt x="1" y="246"/>
                    <a:pt x="79" y="383"/>
                  </a:cubicBezTo>
                  <a:cubicBezTo>
                    <a:pt x="262" y="698"/>
                    <a:pt x="427" y="1025"/>
                    <a:pt x="573" y="1359"/>
                  </a:cubicBezTo>
                  <a:cubicBezTo>
                    <a:pt x="615" y="1461"/>
                    <a:pt x="714" y="1523"/>
                    <a:pt x="819" y="1523"/>
                  </a:cubicBezTo>
                  <a:cubicBezTo>
                    <a:pt x="848" y="1523"/>
                    <a:pt x="878" y="1518"/>
                    <a:pt x="907" y="1508"/>
                  </a:cubicBezTo>
                  <a:lnTo>
                    <a:pt x="942" y="1495"/>
                  </a:lnTo>
                  <a:cubicBezTo>
                    <a:pt x="1056" y="1457"/>
                    <a:pt x="1114" y="1331"/>
                    <a:pt x="1067" y="1220"/>
                  </a:cubicBezTo>
                  <a:cubicBezTo>
                    <a:pt x="910" y="849"/>
                    <a:pt x="729" y="488"/>
                    <a:pt x="528" y="139"/>
                  </a:cubicBezTo>
                  <a:cubicBezTo>
                    <a:pt x="478" y="54"/>
                    <a:pt x="387" y="1"/>
                    <a:pt x="293" y="1"/>
                  </a:cubicBezTo>
                  <a:close/>
                </a:path>
              </a:pathLst>
            </a:custGeom>
            <a:solidFill>
              <a:srgbClr val="667E9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265" name="Google Shape;9265;p39"/>
            <p:cNvSpPr/>
            <p:nvPr/>
          </p:nvSpPr>
          <p:spPr>
            <a:xfrm>
              <a:off x="7355800" y="3361300"/>
              <a:ext cx="23650" cy="53200"/>
            </a:xfrm>
            <a:custGeom>
              <a:rect b="b" l="l" r="r" t="t"/>
              <a:pathLst>
                <a:path extrusionOk="0" h="2128" w="946">
                  <a:moveTo>
                    <a:pt x="288" y="0"/>
                  </a:moveTo>
                  <a:cubicBezTo>
                    <a:pt x="260" y="0"/>
                    <a:pt x="232" y="5"/>
                    <a:pt x="204" y="15"/>
                  </a:cubicBezTo>
                  <a:cubicBezTo>
                    <a:pt x="71" y="61"/>
                    <a:pt x="1" y="205"/>
                    <a:pt x="47" y="338"/>
                  </a:cubicBezTo>
                  <a:cubicBezTo>
                    <a:pt x="215" y="850"/>
                    <a:pt x="342" y="1376"/>
                    <a:pt x="420" y="1909"/>
                  </a:cubicBezTo>
                  <a:cubicBezTo>
                    <a:pt x="438" y="2036"/>
                    <a:pt x="548" y="2128"/>
                    <a:pt x="673" y="2128"/>
                  </a:cubicBezTo>
                  <a:cubicBezTo>
                    <a:pt x="685" y="2128"/>
                    <a:pt x="696" y="2127"/>
                    <a:pt x="708" y="2125"/>
                  </a:cubicBezTo>
                  <a:cubicBezTo>
                    <a:pt x="848" y="2106"/>
                    <a:pt x="945" y="1978"/>
                    <a:pt x="926" y="1839"/>
                  </a:cubicBezTo>
                  <a:lnTo>
                    <a:pt x="925" y="1839"/>
                  </a:lnTo>
                  <a:cubicBezTo>
                    <a:pt x="841" y="1273"/>
                    <a:pt x="708" y="716"/>
                    <a:pt x="529" y="173"/>
                  </a:cubicBezTo>
                  <a:cubicBezTo>
                    <a:pt x="492" y="67"/>
                    <a:pt x="393" y="0"/>
                    <a:pt x="288" y="0"/>
                  </a:cubicBezTo>
                  <a:close/>
                </a:path>
              </a:pathLst>
            </a:custGeom>
            <a:solidFill>
              <a:srgbClr val="667E9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266" name="Google Shape;9266;p39"/>
            <p:cNvSpPr/>
            <p:nvPr/>
          </p:nvSpPr>
          <p:spPr>
            <a:xfrm>
              <a:off x="7093025" y="4348600"/>
              <a:ext cx="104200" cy="51200"/>
            </a:xfrm>
            <a:custGeom>
              <a:rect b="b" l="l" r="r" t="t"/>
              <a:pathLst>
                <a:path extrusionOk="0" h="2048" w="4168">
                  <a:moveTo>
                    <a:pt x="3871" y="0"/>
                  </a:moveTo>
                  <a:cubicBezTo>
                    <a:pt x="3824" y="0"/>
                    <a:pt x="3777" y="13"/>
                    <a:pt x="3735" y="39"/>
                  </a:cubicBezTo>
                  <a:cubicBezTo>
                    <a:pt x="2982" y="492"/>
                    <a:pt x="2170" y="838"/>
                    <a:pt x="1323" y="1067"/>
                  </a:cubicBezTo>
                  <a:lnTo>
                    <a:pt x="1249" y="780"/>
                  </a:lnTo>
                  <a:cubicBezTo>
                    <a:pt x="1235" y="721"/>
                    <a:pt x="1183" y="687"/>
                    <a:pt x="1130" y="687"/>
                  </a:cubicBezTo>
                  <a:cubicBezTo>
                    <a:pt x="1102" y="687"/>
                    <a:pt x="1073" y="696"/>
                    <a:pt x="1049" y="717"/>
                  </a:cubicBezTo>
                  <a:lnTo>
                    <a:pt x="76" y="1560"/>
                  </a:lnTo>
                  <a:cubicBezTo>
                    <a:pt x="0" y="1625"/>
                    <a:pt x="32" y="1750"/>
                    <a:pt x="130" y="1773"/>
                  </a:cubicBezTo>
                  <a:lnTo>
                    <a:pt x="1389" y="2045"/>
                  </a:lnTo>
                  <a:cubicBezTo>
                    <a:pt x="1398" y="2047"/>
                    <a:pt x="1407" y="2048"/>
                    <a:pt x="1416" y="2048"/>
                  </a:cubicBezTo>
                  <a:cubicBezTo>
                    <a:pt x="1493" y="2048"/>
                    <a:pt x="1555" y="1975"/>
                    <a:pt x="1534" y="1894"/>
                  </a:cubicBezTo>
                  <a:lnTo>
                    <a:pt x="1450" y="1561"/>
                  </a:lnTo>
                  <a:cubicBezTo>
                    <a:pt x="2351" y="1318"/>
                    <a:pt x="3214" y="950"/>
                    <a:pt x="4013" y="466"/>
                  </a:cubicBezTo>
                  <a:cubicBezTo>
                    <a:pt x="4132" y="392"/>
                    <a:pt x="4167" y="235"/>
                    <a:pt x="4090" y="119"/>
                  </a:cubicBezTo>
                  <a:cubicBezTo>
                    <a:pt x="4039" y="42"/>
                    <a:pt x="3956" y="0"/>
                    <a:pt x="3871" y="0"/>
                  </a:cubicBezTo>
                  <a:close/>
                </a:path>
              </a:pathLst>
            </a:custGeom>
            <a:solidFill>
              <a:srgbClr val="667E9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267" name="Google Shape;9267;p39"/>
            <p:cNvSpPr/>
            <p:nvPr/>
          </p:nvSpPr>
          <p:spPr>
            <a:xfrm>
              <a:off x="7201150" y="4302925"/>
              <a:ext cx="51100" cy="46100"/>
            </a:xfrm>
            <a:custGeom>
              <a:rect b="b" l="l" r="r" t="t"/>
              <a:pathLst>
                <a:path extrusionOk="0" h="1844" w="2044">
                  <a:moveTo>
                    <a:pt x="1760" y="1"/>
                  </a:moveTo>
                  <a:cubicBezTo>
                    <a:pt x="1689" y="1"/>
                    <a:pt x="1619" y="31"/>
                    <a:pt x="1568" y="88"/>
                  </a:cubicBezTo>
                  <a:cubicBezTo>
                    <a:pt x="1456" y="215"/>
                    <a:pt x="1341" y="338"/>
                    <a:pt x="1221" y="458"/>
                  </a:cubicBezTo>
                  <a:cubicBezTo>
                    <a:pt x="885" y="793"/>
                    <a:pt x="524" y="1102"/>
                    <a:pt x="140" y="1380"/>
                  </a:cubicBezTo>
                  <a:cubicBezTo>
                    <a:pt x="29" y="1460"/>
                    <a:pt x="1" y="1612"/>
                    <a:pt x="74" y="1728"/>
                  </a:cubicBezTo>
                  <a:cubicBezTo>
                    <a:pt x="124" y="1803"/>
                    <a:pt x="205" y="1844"/>
                    <a:pt x="288" y="1844"/>
                  </a:cubicBezTo>
                  <a:cubicBezTo>
                    <a:pt x="339" y="1844"/>
                    <a:pt x="391" y="1828"/>
                    <a:pt x="436" y="1797"/>
                  </a:cubicBezTo>
                  <a:cubicBezTo>
                    <a:pt x="843" y="1500"/>
                    <a:pt x="1226" y="1174"/>
                    <a:pt x="1581" y="820"/>
                  </a:cubicBezTo>
                  <a:cubicBezTo>
                    <a:pt x="1711" y="690"/>
                    <a:pt x="1834" y="557"/>
                    <a:pt x="1954" y="421"/>
                  </a:cubicBezTo>
                  <a:cubicBezTo>
                    <a:pt x="2044" y="315"/>
                    <a:pt x="2033" y="155"/>
                    <a:pt x="1927" y="64"/>
                  </a:cubicBezTo>
                  <a:cubicBezTo>
                    <a:pt x="1879" y="22"/>
                    <a:pt x="1819" y="1"/>
                    <a:pt x="1760" y="1"/>
                  </a:cubicBezTo>
                  <a:close/>
                </a:path>
              </a:pathLst>
            </a:custGeom>
            <a:solidFill>
              <a:srgbClr val="667E9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268" name="Google Shape;9268;p39"/>
            <p:cNvSpPr/>
            <p:nvPr/>
          </p:nvSpPr>
          <p:spPr>
            <a:xfrm>
              <a:off x="7282950" y="4203000"/>
              <a:ext cx="22950" cy="40225"/>
            </a:xfrm>
            <a:custGeom>
              <a:rect b="b" l="l" r="r" t="t"/>
              <a:pathLst>
                <a:path extrusionOk="0" h="1609" w="918">
                  <a:moveTo>
                    <a:pt x="642" y="0"/>
                  </a:moveTo>
                  <a:cubicBezTo>
                    <a:pt x="531" y="0"/>
                    <a:pt x="426" y="74"/>
                    <a:pt x="396" y="189"/>
                  </a:cubicBezTo>
                  <a:cubicBezTo>
                    <a:pt x="301" y="543"/>
                    <a:pt x="187" y="889"/>
                    <a:pt x="53" y="1228"/>
                  </a:cubicBezTo>
                  <a:cubicBezTo>
                    <a:pt x="0" y="1360"/>
                    <a:pt x="58" y="1509"/>
                    <a:pt x="184" y="1571"/>
                  </a:cubicBezTo>
                  <a:lnTo>
                    <a:pt x="218" y="1587"/>
                  </a:lnTo>
                  <a:cubicBezTo>
                    <a:pt x="248" y="1602"/>
                    <a:pt x="280" y="1608"/>
                    <a:pt x="311" y="1608"/>
                  </a:cubicBezTo>
                  <a:cubicBezTo>
                    <a:pt x="392" y="1608"/>
                    <a:pt x="469" y="1561"/>
                    <a:pt x="501" y="1480"/>
                  </a:cubicBezTo>
                  <a:cubicBezTo>
                    <a:pt x="653" y="1107"/>
                    <a:pt x="780" y="724"/>
                    <a:pt x="886" y="333"/>
                  </a:cubicBezTo>
                  <a:cubicBezTo>
                    <a:pt x="918" y="210"/>
                    <a:pt x="862" y="74"/>
                    <a:pt x="746" y="22"/>
                  </a:cubicBezTo>
                  <a:cubicBezTo>
                    <a:pt x="712" y="7"/>
                    <a:pt x="677" y="0"/>
                    <a:pt x="642" y="0"/>
                  </a:cubicBezTo>
                  <a:close/>
                </a:path>
              </a:pathLst>
            </a:custGeom>
            <a:solidFill>
              <a:srgbClr val="667E9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269" name="Google Shape;9269;p39"/>
            <p:cNvSpPr/>
            <p:nvPr/>
          </p:nvSpPr>
          <p:spPr>
            <a:xfrm>
              <a:off x="7252000" y="4250300"/>
              <a:ext cx="36300" cy="48175"/>
            </a:xfrm>
            <a:custGeom>
              <a:rect b="b" l="l" r="r" t="t"/>
              <a:pathLst>
                <a:path extrusionOk="0" h="1927" w="1452">
                  <a:moveTo>
                    <a:pt x="1159" y="1"/>
                  </a:moveTo>
                  <a:cubicBezTo>
                    <a:pt x="1064" y="1"/>
                    <a:pt x="974" y="53"/>
                    <a:pt x="931" y="143"/>
                  </a:cubicBezTo>
                  <a:cubicBezTo>
                    <a:pt x="689" y="625"/>
                    <a:pt x="405" y="1085"/>
                    <a:pt x="85" y="1519"/>
                  </a:cubicBezTo>
                  <a:cubicBezTo>
                    <a:pt x="0" y="1631"/>
                    <a:pt x="21" y="1790"/>
                    <a:pt x="135" y="1874"/>
                  </a:cubicBezTo>
                  <a:cubicBezTo>
                    <a:pt x="181" y="1909"/>
                    <a:pt x="235" y="1926"/>
                    <a:pt x="289" y="1926"/>
                  </a:cubicBezTo>
                  <a:cubicBezTo>
                    <a:pt x="366" y="1926"/>
                    <a:pt x="441" y="1892"/>
                    <a:pt x="492" y="1826"/>
                  </a:cubicBezTo>
                  <a:cubicBezTo>
                    <a:pt x="831" y="1367"/>
                    <a:pt x="1132" y="878"/>
                    <a:pt x="1389" y="368"/>
                  </a:cubicBezTo>
                  <a:cubicBezTo>
                    <a:pt x="1451" y="241"/>
                    <a:pt x="1398" y="87"/>
                    <a:pt x="1270" y="26"/>
                  </a:cubicBezTo>
                  <a:cubicBezTo>
                    <a:pt x="1234" y="9"/>
                    <a:pt x="1196" y="1"/>
                    <a:pt x="1159" y="1"/>
                  </a:cubicBezTo>
                  <a:close/>
                </a:path>
              </a:pathLst>
            </a:custGeom>
            <a:solidFill>
              <a:srgbClr val="667E9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9270" name="Google Shape;9270;p39"/>
          <p:cNvGrpSpPr/>
          <p:nvPr/>
        </p:nvGrpSpPr>
        <p:grpSpPr>
          <a:xfrm>
            <a:off x="4704250" y="971306"/>
            <a:ext cx="725845" cy="699975"/>
            <a:chOff x="4249973" y="1201875"/>
            <a:chExt cx="1958567" cy="1888763"/>
          </a:xfrm>
        </p:grpSpPr>
        <p:sp>
          <p:nvSpPr>
            <p:cNvPr id="9271" name="Google Shape;9271;p39"/>
            <p:cNvSpPr/>
            <p:nvPr/>
          </p:nvSpPr>
          <p:spPr>
            <a:xfrm>
              <a:off x="4468527" y="1411932"/>
              <a:ext cx="1528500" cy="1452600"/>
            </a:xfrm>
            <a:prstGeom prst="pentagon">
              <a:avLst>
                <a:gd fmla="val 105146" name="hf"/>
                <a:gd fmla="val 110557" name="vf"/>
              </a:avLst>
            </a:pr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nvGrpSpPr>
            <p:cNvPr id="9272" name="Google Shape;9272;p39"/>
            <p:cNvGrpSpPr/>
            <p:nvPr/>
          </p:nvGrpSpPr>
          <p:grpSpPr>
            <a:xfrm>
              <a:off x="5853086" y="1789142"/>
              <a:ext cx="355454" cy="1047937"/>
              <a:chOff x="5576108" y="2016725"/>
              <a:chExt cx="565200" cy="1666302"/>
            </a:xfrm>
          </p:grpSpPr>
          <p:sp>
            <p:nvSpPr>
              <p:cNvPr id="9273" name="Google Shape;9273;p39"/>
              <p:cNvSpPr/>
              <p:nvPr/>
            </p:nvSpPr>
            <p:spPr>
              <a:xfrm>
                <a:off x="5576108" y="2016725"/>
                <a:ext cx="565200" cy="565500"/>
              </a:xfrm>
              <a:prstGeom prst="ellipse">
                <a:avLst/>
              </a:prstGeom>
              <a:solidFill>
                <a:srgbClr val="667E92"/>
              </a:solidFill>
              <a:ln>
                <a:noFill/>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200"/>
                  <a:buFont typeface="Arial"/>
                  <a:buNone/>
                </a:pPr>
                <a:r>
                  <a:t/>
                </a:r>
                <a:endParaRPr b="0" i="0" sz="1200" u="none" cap="none" strike="noStrike">
                  <a:solidFill>
                    <a:srgbClr val="FFFFFF"/>
                  </a:solidFill>
                  <a:latin typeface="Roboto Medium"/>
                  <a:ea typeface="Roboto Medium"/>
                  <a:cs typeface="Roboto Medium"/>
                  <a:sym typeface="Roboto Medium"/>
                </a:endParaRPr>
              </a:p>
            </p:txBody>
          </p:sp>
          <p:sp>
            <p:nvSpPr>
              <p:cNvPr id="9274" name="Google Shape;9274;p39"/>
              <p:cNvSpPr/>
              <p:nvPr/>
            </p:nvSpPr>
            <p:spPr>
              <a:xfrm rot="6479001">
                <a:off x="5275897" y="3050667"/>
                <a:ext cx="1119386" cy="152834"/>
              </a:xfrm>
              <a:prstGeom prst="rightArrow">
                <a:avLst>
                  <a:gd fmla="val 25514" name="adj1"/>
                  <a:gd fmla="val 64322" name="adj2"/>
                </a:avLst>
              </a:prstGeom>
              <a:solidFill>
                <a:srgbClr val="667E9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9275" name="Google Shape;9275;p39"/>
            <p:cNvGrpSpPr/>
            <p:nvPr/>
          </p:nvGrpSpPr>
          <p:grpSpPr>
            <a:xfrm>
              <a:off x="4869725" y="2691676"/>
              <a:ext cx="1013627" cy="398962"/>
              <a:chOff x="4012487" y="3451825"/>
              <a:chExt cx="1611746" cy="634381"/>
            </a:xfrm>
          </p:grpSpPr>
          <p:sp>
            <p:nvSpPr>
              <p:cNvPr id="9276" name="Google Shape;9276;p39"/>
              <p:cNvSpPr/>
              <p:nvPr/>
            </p:nvSpPr>
            <p:spPr>
              <a:xfrm>
                <a:off x="5059033" y="3451825"/>
                <a:ext cx="565200" cy="565500"/>
              </a:xfrm>
              <a:prstGeom prst="ellipse">
                <a:avLst/>
              </a:prstGeom>
              <a:solidFill>
                <a:srgbClr val="667E92"/>
              </a:solidFill>
              <a:ln>
                <a:noFill/>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200"/>
                  <a:buFont typeface="Arial"/>
                  <a:buNone/>
                </a:pPr>
                <a:r>
                  <a:t/>
                </a:r>
                <a:endParaRPr b="0" i="0" sz="1200" u="none" cap="none" strike="noStrike">
                  <a:solidFill>
                    <a:srgbClr val="FFFFFF"/>
                  </a:solidFill>
                  <a:latin typeface="Roboto Medium"/>
                  <a:ea typeface="Roboto Medium"/>
                  <a:cs typeface="Roboto Medium"/>
                  <a:sym typeface="Roboto Medium"/>
                </a:endParaRPr>
              </a:p>
            </p:txBody>
          </p:sp>
          <p:sp>
            <p:nvSpPr>
              <p:cNvPr id="9277" name="Google Shape;9277;p39"/>
              <p:cNvSpPr/>
              <p:nvPr/>
            </p:nvSpPr>
            <p:spPr>
              <a:xfrm rot="10799079">
                <a:off x="4012507" y="3933353"/>
                <a:ext cx="1119600" cy="152703"/>
              </a:xfrm>
              <a:prstGeom prst="rightArrow">
                <a:avLst>
                  <a:gd fmla="val 25514" name="adj1"/>
                  <a:gd fmla="val 64322" name="adj2"/>
                </a:avLst>
              </a:prstGeom>
              <a:solidFill>
                <a:srgbClr val="667E9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9278" name="Google Shape;9278;p39"/>
            <p:cNvGrpSpPr/>
            <p:nvPr/>
          </p:nvGrpSpPr>
          <p:grpSpPr>
            <a:xfrm>
              <a:off x="4276993" y="2155787"/>
              <a:ext cx="651909" cy="891532"/>
              <a:chOff x="3069997" y="2599721"/>
              <a:chExt cx="1036586" cy="1417604"/>
            </a:xfrm>
          </p:grpSpPr>
          <p:sp>
            <p:nvSpPr>
              <p:cNvPr id="9279" name="Google Shape;9279;p39"/>
              <p:cNvSpPr/>
              <p:nvPr/>
            </p:nvSpPr>
            <p:spPr>
              <a:xfrm>
                <a:off x="3541383" y="3451825"/>
                <a:ext cx="565200" cy="565500"/>
              </a:xfrm>
              <a:prstGeom prst="ellipse">
                <a:avLst/>
              </a:prstGeom>
              <a:solidFill>
                <a:srgbClr val="667E92"/>
              </a:solidFill>
              <a:ln>
                <a:noFill/>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200"/>
                  <a:buFont typeface="Arial"/>
                  <a:buNone/>
                </a:pPr>
                <a:r>
                  <a:t/>
                </a:r>
                <a:endParaRPr b="0" i="0" sz="1200" u="none" cap="none" strike="noStrike">
                  <a:solidFill>
                    <a:srgbClr val="FFFFFF"/>
                  </a:solidFill>
                  <a:latin typeface="Roboto Medium"/>
                  <a:ea typeface="Roboto Medium"/>
                  <a:cs typeface="Roboto Medium"/>
                  <a:sym typeface="Roboto Medium"/>
                </a:endParaRPr>
              </a:p>
            </p:txBody>
          </p:sp>
          <p:sp>
            <p:nvSpPr>
              <p:cNvPr id="9280" name="Google Shape;9280;p39"/>
              <p:cNvSpPr/>
              <p:nvPr/>
            </p:nvSpPr>
            <p:spPr>
              <a:xfrm rot="-6478717">
                <a:off x="2755922" y="3079191"/>
                <a:ext cx="1119672" cy="153413"/>
              </a:xfrm>
              <a:prstGeom prst="rightArrow">
                <a:avLst>
                  <a:gd fmla="val 25514" name="adj1"/>
                  <a:gd fmla="val 64322" name="adj2"/>
                </a:avLst>
              </a:prstGeom>
              <a:solidFill>
                <a:srgbClr val="667E9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9281" name="Google Shape;9281;p39"/>
            <p:cNvGrpSpPr/>
            <p:nvPr/>
          </p:nvGrpSpPr>
          <p:grpSpPr>
            <a:xfrm>
              <a:off x="5054918" y="1201875"/>
              <a:ext cx="999521" cy="602731"/>
              <a:chOff x="4306958" y="1082925"/>
              <a:chExt cx="1589315" cy="958389"/>
            </a:xfrm>
          </p:grpSpPr>
          <p:sp>
            <p:nvSpPr>
              <p:cNvPr id="9282" name="Google Shape;9282;p39"/>
              <p:cNvSpPr/>
              <p:nvPr/>
            </p:nvSpPr>
            <p:spPr>
              <a:xfrm>
                <a:off x="4306958" y="1082925"/>
                <a:ext cx="565200" cy="565500"/>
              </a:xfrm>
              <a:prstGeom prst="ellipse">
                <a:avLst/>
              </a:prstGeom>
              <a:solidFill>
                <a:srgbClr val="5F7D95"/>
              </a:solidFill>
              <a:ln>
                <a:noFill/>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200"/>
                  <a:buFont typeface="Arial"/>
                  <a:buNone/>
                </a:pPr>
                <a:r>
                  <a:t/>
                </a:r>
                <a:endParaRPr b="0" i="0" sz="1200" u="none" cap="none" strike="noStrike">
                  <a:solidFill>
                    <a:srgbClr val="FFFFFF"/>
                  </a:solidFill>
                  <a:latin typeface="Roboto Medium"/>
                  <a:ea typeface="Roboto Medium"/>
                  <a:cs typeface="Roboto Medium"/>
                  <a:sym typeface="Roboto Medium"/>
                </a:endParaRPr>
              </a:p>
            </p:txBody>
          </p:sp>
          <p:sp>
            <p:nvSpPr>
              <p:cNvPr id="9283" name="Google Shape;9283;p39"/>
              <p:cNvSpPr/>
              <p:nvPr/>
            </p:nvSpPr>
            <p:spPr>
              <a:xfrm rot="2159678">
                <a:off x="4838902" y="1574444"/>
                <a:ext cx="1119431" cy="152476"/>
              </a:xfrm>
              <a:prstGeom prst="rightArrow">
                <a:avLst>
                  <a:gd fmla="val 25514" name="adj1"/>
                  <a:gd fmla="val 64322" name="adj2"/>
                </a:avLst>
              </a:prstGeom>
              <a:solidFill>
                <a:srgbClr val="5F7D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9284" name="Google Shape;9284;p39"/>
            <p:cNvGrpSpPr/>
            <p:nvPr/>
          </p:nvGrpSpPr>
          <p:grpSpPr>
            <a:xfrm>
              <a:off x="4249973" y="1303601"/>
              <a:ext cx="799524" cy="841184"/>
              <a:chOff x="3027033" y="1244677"/>
              <a:chExt cx="1271307" cy="1337548"/>
            </a:xfrm>
          </p:grpSpPr>
          <p:sp>
            <p:nvSpPr>
              <p:cNvPr id="9285" name="Google Shape;9285;p39"/>
              <p:cNvSpPr/>
              <p:nvPr/>
            </p:nvSpPr>
            <p:spPr>
              <a:xfrm>
                <a:off x="3027033" y="2016725"/>
                <a:ext cx="565200" cy="565500"/>
              </a:xfrm>
              <a:prstGeom prst="ellipse">
                <a:avLst/>
              </a:prstGeom>
              <a:solidFill>
                <a:srgbClr val="667E92"/>
              </a:solidFill>
              <a:ln>
                <a:noFill/>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200"/>
                  <a:buFont typeface="Arial"/>
                  <a:buNone/>
                </a:pPr>
                <a:r>
                  <a:t/>
                </a:r>
                <a:endParaRPr b="0" i="0" sz="1200" u="none" cap="none" strike="noStrike">
                  <a:solidFill>
                    <a:srgbClr val="FFFFFF"/>
                  </a:solidFill>
                  <a:latin typeface="Roboto Medium"/>
                  <a:ea typeface="Roboto Medium"/>
                  <a:cs typeface="Roboto Medium"/>
                  <a:sym typeface="Roboto Medium"/>
                </a:endParaRPr>
              </a:p>
            </p:txBody>
          </p:sp>
          <p:sp>
            <p:nvSpPr>
              <p:cNvPr id="9286" name="Google Shape;9286;p39"/>
              <p:cNvSpPr/>
              <p:nvPr/>
            </p:nvSpPr>
            <p:spPr>
              <a:xfrm rot="-2159137">
                <a:off x="3240473" y="1559002"/>
                <a:ext cx="1119673" cy="153273"/>
              </a:xfrm>
              <a:prstGeom prst="rightArrow">
                <a:avLst>
                  <a:gd fmla="val 25514" name="adj1"/>
                  <a:gd fmla="val 64322" name="adj2"/>
                </a:avLst>
              </a:prstGeom>
              <a:solidFill>
                <a:srgbClr val="667E9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grpSp>
        <p:nvGrpSpPr>
          <p:cNvPr id="9287" name="Google Shape;9287;p39"/>
          <p:cNvGrpSpPr/>
          <p:nvPr/>
        </p:nvGrpSpPr>
        <p:grpSpPr>
          <a:xfrm>
            <a:off x="4057114" y="1858087"/>
            <a:ext cx="750769" cy="683785"/>
            <a:chOff x="4204684" y="2104422"/>
            <a:chExt cx="699822" cy="637383"/>
          </a:xfrm>
        </p:grpSpPr>
        <p:grpSp>
          <p:nvGrpSpPr>
            <p:cNvPr id="9288" name="Google Shape;9288;p39"/>
            <p:cNvGrpSpPr/>
            <p:nvPr/>
          </p:nvGrpSpPr>
          <p:grpSpPr>
            <a:xfrm>
              <a:off x="4204684" y="2430067"/>
              <a:ext cx="342957" cy="311738"/>
              <a:chOff x="4204684" y="2430067"/>
              <a:chExt cx="342957" cy="311738"/>
            </a:xfrm>
          </p:grpSpPr>
          <p:sp>
            <p:nvSpPr>
              <p:cNvPr id="9289" name="Google Shape;9289;p39"/>
              <p:cNvSpPr/>
              <p:nvPr/>
            </p:nvSpPr>
            <p:spPr>
              <a:xfrm>
                <a:off x="4235882" y="2430067"/>
                <a:ext cx="311759" cy="311738"/>
              </a:xfrm>
              <a:custGeom>
                <a:rect b="b" l="l" r="r" t="t"/>
                <a:pathLst>
                  <a:path extrusionOk="0" h="8384" w="8384">
                    <a:moveTo>
                      <a:pt x="1" y="0"/>
                    </a:moveTo>
                    <a:cubicBezTo>
                      <a:pt x="23" y="1056"/>
                      <a:pt x="239" y="2096"/>
                      <a:pt x="641" y="3073"/>
                    </a:cubicBezTo>
                    <a:cubicBezTo>
                      <a:pt x="676" y="3072"/>
                      <a:pt x="710" y="3070"/>
                      <a:pt x="745" y="3070"/>
                    </a:cubicBezTo>
                    <a:cubicBezTo>
                      <a:pt x="1419" y="3070"/>
                      <a:pt x="2047" y="3416"/>
                      <a:pt x="2406" y="3988"/>
                    </a:cubicBezTo>
                    <a:cubicBezTo>
                      <a:pt x="2766" y="4558"/>
                      <a:pt x="2808" y="5272"/>
                      <a:pt x="2516" y="5880"/>
                    </a:cubicBezTo>
                    <a:cubicBezTo>
                      <a:pt x="4076" y="7440"/>
                      <a:pt x="6179" y="8337"/>
                      <a:pt x="8384" y="8383"/>
                    </a:cubicBezTo>
                    <a:lnTo>
                      <a:pt x="8384" y="3190"/>
                    </a:lnTo>
                    <a:cubicBezTo>
                      <a:pt x="6664" y="3094"/>
                      <a:pt x="5290" y="1720"/>
                      <a:pt x="5194" y="0"/>
                    </a:cubicBezTo>
                    <a:close/>
                  </a:path>
                </a:pathLst>
              </a:custGeom>
              <a:solidFill>
                <a:srgbClr val="667E9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290" name="Google Shape;9290;p39"/>
              <p:cNvSpPr/>
              <p:nvPr/>
            </p:nvSpPr>
            <p:spPr>
              <a:xfrm>
                <a:off x="4204684" y="2558309"/>
                <a:ext cx="117839" cy="117794"/>
              </a:xfrm>
              <a:custGeom>
                <a:rect b="b" l="l" r="r" t="t"/>
                <a:pathLst>
                  <a:path extrusionOk="0" h="3168" w="3169">
                    <a:moveTo>
                      <a:pt x="1584" y="0"/>
                    </a:moveTo>
                    <a:cubicBezTo>
                      <a:pt x="710" y="0"/>
                      <a:pt x="1" y="710"/>
                      <a:pt x="1" y="1584"/>
                    </a:cubicBezTo>
                    <a:cubicBezTo>
                      <a:pt x="1" y="2459"/>
                      <a:pt x="710" y="3168"/>
                      <a:pt x="1584" y="3168"/>
                    </a:cubicBezTo>
                    <a:cubicBezTo>
                      <a:pt x="2459" y="3168"/>
                      <a:pt x="3168" y="2459"/>
                      <a:pt x="3168" y="1584"/>
                    </a:cubicBezTo>
                    <a:cubicBezTo>
                      <a:pt x="3168" y="710"/>
                      <a:pt x="2459" y="0"/>
                      <a:pt x="1584" y="0"/>
                    </a:cubicBezTo>
                    <a:close/>
                  </a:path>
                </a:pathLst>
              </a:custGeom>
              <a:solidFill>
                <a:srgbClr val="667E9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9291" name="Google Shape;9291;p39"/>
            <p:cNvGrpSpPr/>
            <p:nvPr/>
          </p:nvGrpSpPr>
          <p:grpSpPr>
            <a:xfrm>
              <a:off x="4561586" y="2430067"/>
              <a:ext cx="342920" cy="311738"/>
              <a:chOff x="4561586" y="2430067"/>
              <a:chExt cx="342920" cy="311738"/>
            </a:xfrm>
          </p:grpSpPr>
          <p:sp>
            <p:nvSpPr>
              <p:cNvPr id="9292" name="Google Shape;9292;p39"/>
              <p:cNvSpPr/>
              <p:nvPr/>
            </p:nvSpPr>
            <p:spPr>
              <a:xfrm>
                <a:off x="4561586" y="2430067"/>
                <a:ext cx="311759" cy="311738"/>
              </a:xfrm>
              <a:custGeom>
                <a:rect b="b" l="l" r="r" t="t"/>
                <a:pathLst>
                  <a:path extrusionOk="0" h="8384" w="8384">
                    <a:moveTo>
                      <a:pt x="3189" y="0"/>
                    </a:moveTo>
                    <a:cubicBezTo>
                      <a:pt x="3093" y="1720"/>
                      <a:pt x="1721" y="3092"/>
                      <a:pt x="1" y="3190"/>
                    </a:cubicBezTo>
                    <a:lnTo>
                      <a:pt x="1" y="8383"/>
                    </a:lnTo>
                    <a:cubicBezTo>
                      <a:pt x="2206" y="8337"/>
                      <a:pt x="4309" y="7440"/>
                      <a:pt x="5868" y="5880"/>
                    </a:cubicBezTo>
                    <a:cubicBezTo>
                      <a:pt x="5577" y="5272"/>
                      <a:pt x="5618" y="4558"/>
                      <a:pt x="5979" y="3986"/>
                    </a:cubicBezTo>
                    <a:cubicBezTo>
                      <a:pt x="6337" y="3416"/>
                      <a:pt x="6965" y="3070"/>
                      <a:pt x="7639" y="3070"/>
                    </a:cubicBezTo>
                    <a:cubicBezTo>
                      <a:pt x="7675" y="3070"/>
                      <a:pt x="7710" y="3070"/>
                      <a:pt x="7743" y="3073"/>
                    </a:cubicBezTo>
                    <a:cubicBezTo>
                      <a:pt x="8145" y="2096"/>
                      <a:pt x="8362" y="1056"/>
                      <a:pt x="8384" y="0"/>
                    </a:cubicBezTo>
                    <a:close/>
                  </a:path>
                </a:pathLst>
              </a:custGeom>
              <a:solidFill>
                <a:srgbClr val="A5B7C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293" name="Google Shape;9293;p39"/>
              <p:cNvSpPr/>
              <p:nvPr/>
            </p:nvSpPr>
            <p:spPr>
              <a:xfrm>
                <a:off x="4786741" y="2558309"/>
                <a:ext cx="117765" cy="117794"/>
              </a:xfrm>
              <a:custGeom>
                <a:rect b="b" l="l" r="r" t="t"/>
                <a:pathLst>
                  <a:path extrusionOk="0" h="3168" w="3167">
                    <a:moveTo>
                      <a:pt x="1583" y="0"/>
                    </a:moveTo>
                    <a:cubicBezTo>
                      <a:pt x="708" y="0"/>
                      <a:pt x="1" y="710"/>
                      <a:pt x="1" y="1584"/>
                    </a:cubicBezTo>
                    <a:cubicBezTo>
                      <a:pt x="1" y="2459"/>
                      <a:pt x="708" y="3168"/>
                      <a:pt x="1583" y="3168"/>
                    </a:cubicBezTo>
                    <a:cubicBezTo>
                      <a:pt x="2457" y="3168"/>
                      <a:pt x="3166" y="2459"/>
                      <a:pt x="3166" y="1584"/>
                    </a:cubicBezTo>
                    <a:cubicBezTo>
                      <a:pt x="3166" y="710"/>
                      <a:pt x="2457" y="0"/>
                      <a:pt x="1583" y="0"/>
                    </a:cubicBezTo>
                    <a:close/>
                  </a:path>
                </a:pathLst>
              </a:custGeom>
              <a:solidFill>
                <a:srgbClr val="A5B7C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9294" name="Google Shape;9294;p39"/>
            <p:cNvGrpSpPr/>
            <p:nvPr/>
          </p:nvGrpSpPr>
          <p:grpSpPr>
            <a:xfrm>
              <a:off x="4561586" y="2104422"/>
              <a:ext cx="342920" cy="311738"/>
              <a:chOff x="4561586" y="2104422"/>
              <a:chExt cx="342920" cy="311738"/>
            </a:xfrm>
          </p:grpSpPr>
          <p:sp>
            <p:nvSpPr>
              <p:cNvPr id="9295" name="Google Shape;9295;p39"/>
              <p:cNvSpPr/>
              <p:nvPr/>
            </p:nvSpPr>
            <p:spPr>
              <a:xfrm>
                <a:off x="4561586" y="2104422"/>
                <a:ext cx="311722" cy="311738"/>
              </a:xfrm>
              <a:custGeom>
                <a:rect b="b" l="l" r="r" t="t"/>
                <a:pathLst>
                  <a:path extrusionOk="0" h="8384" w="8383">
                    <a:moveTo>
                      <a:pt x="1" y="1"/>
                    </a:moveTo>
                    <a:lnTo>
                      <a:pt x="1" y="5194"/>
                    </a:lnTo>
                    <a:cubicBezTo>
                      <a:pt x="1721" y="5290"/>
                      <a:pt x="3093" y="6662"/>
                      <a:pt x="3189" y="8384"/>
                    </a:cubicBezTo>
                    <a:lnTo>
                      <a:pt x="8382" y="8384"/>
                    </a:lnTo>
                    <a:cubicBezTo>
                      <a:pt x="8362" y="7328"/>
                      <a:pt x="8144" y="6286"/>
                      <a:pt x="7742" y="5311"/>
                    </a:cubicBezTo>
                    <a:cubicBezTo>
                      <a:pt x="7708" y="5312"/>
                      <a:pt x="7673" y="5314"/>
                      <a:pt x="7638" y="5314"/>
                    </a:cubicBezTo>
                    <a:cubicBezTo>
                      <a:pt x="6964" y="5312"/>
                      <a:pt x="6336" y="4966"/>
                      <a:pt x="5977" y="4396"/>
                    </a:cubicBezTo>
                    <a:cubicBezTo>
                      <a:pt x="5618" y="3825"/>
                      <a:pt x="5577" y="3110"/>
                      <a:pt x="5867" y="2502"/>
                    </a:cubicBezTo>
                    <a:cubicBezTo>
                      <a:pt x="4309" y="942"/>
                      <a:pt x="2206" y="45"/>
                      <a:pt x="1" y="1"/>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296" name="Google Shape;9296;p39"/>
              <p:cNvSpPr/>
              <p:nvPr/>
            </p:nvSpPr>
            <p:spPr>
              <a:xfrm>
                <a:off x="4786741" y="2170087"/>
                <a:ext cx="117765" cy="117757"/>
              </a:xfrm>
              <a:custGeom>
                <a:rect b="b" l="l" r="r" t="t"/>
                <a:pathLst>
                  <a:path extrusionOk="0" h="3167" w="3167">
                    <a:moveTo>
                      <a:pt x="1583" y="1"/>
                    </a:moveTo>
                    <a:cubicBezTo>
                      <a:pt x="708" y="1"/>
                      <a:pt x="1" y="709"/>
                      <a:pt x="1" y="1583"/>
                    </a:cubicBezTo>
                    <a:cubicBezTo>
                      <a:pt x="1" y="2457"/>
                      <a:pt x="708" y="3167"/>
                      <a:pt x="1583" y="3167"/>
                    </a:cubicBezTo>
                    <a:cubicBezTo>
                      <a:pt x="2457" y="3167"/>
                      <a:pt x="3166" y="2457"/>
                      <a:pt x="3166" y="1583"/>
                    </a:cubicBezTo>
                    <a:cubicBezTo>
                      <a:pt x="3166" y="709"/>
                      <a:pt x="2457" y="1"/>
                      <a:pt x="1583" y="1"/>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9297" name="Google Shape;9297;p39"/>
            <p:cNvGrpSpPr/>
            <p:nvPr/>
          </p:nvGrpSpPr>
          <p:grpSpPr>
            <a:xfrm>
              <a:off x="4204684" y="2104422"/>
              <a:ext cx="342957" cy="311664"/>
              <a:chOff x="4204684" y="2104422"/>
              <a:chExt cx="342957" cy="311664"/>
            </a:xfrm>
          </p:grpSpPr>
          <p:sp>
            <p:nvSpPr>
              <p:cNvPr id="9298" name="Google Shape;9298;p39"/>
              <p:cNvSpPr/>
              <p:nvPr/>
            </p:nvSpPr>
            <p:spPr>
              <a:xfrm>
                <a:off x="4235882" y="2104422"/>
                <a:ext cx="311759" cy="311664"/>
              </a:xfrm>
              <a:custGeom>
                <a:rect b="b" l="l" r="r" t="t"/>
                <a:pathLst>
                  <a:path extrusionOk="0" h="8382" w="8384">
                    <a:moveTo>
                      <a:pt x="8384" y="1"/>
                    </a:moveTo>
                    <a:cubicBezTo>
                      <a:pt x="6179" y="45"/>
                      <a:pt x="4076" y="942"/>
                      <a:pt x="2516" y="2502"/>
                    </a:cubicBezTo>
                    <a:cubicBezTo>
                      <a:pt x="2808" y="3110"/>
                      <a:pt x="2766" y="3825"/>
                      <a:pt x="2406" y="4396"/>
                    </a:cubicBezTo>
                    <a:cubicBezTo>
                      <a:pt x="2047" y="4966"/>
                      <a:pt x="1419" y="5312"/>
                      <a:pt x="745" y="5312"/>
                    </a:cubicBezTo>
                    <a:cubicBezTo>
                      <a:pt x="710" y="5312"/>
                      <a:pt x="675" y="5312"/>
                      <a:pt x="641" y="5311"/>
                    </a:cubicBezTo>
                    <a:cubicBezTo>
                      <a:pt x="239" y="6286"/>
                      <a:pt x="23" y="7327"/>
                      <a:pt x="1" y="8382"/>
                    </a:cubicBezTo>
                    <a:lnTo>
                      <a:pt x="5194" y="8382"/>
                    </a:lnTo>
                    <a:cubicBezTo>
                      <a:pt x="5290" y="6662"/>
                      <a:pt x="6664" y="5290"/>
                      <a:pt x="8384" y="5194"/>
                    </a:cubicBezTo>
                    <a:lnTo>
                      <a:pt x="8384" y="1"/>
                    </a:ln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299" name="Google Shape;9299;p39"/>
              <p:cNvSpPr/>
              <p:nvPr/>
            </p:nvSpPr>
            <p:spPr>
              <a:xfrm>
                <a:off x="4204684" y="2170087"/>
                <a:ext cx="117839" cy="117757"/>
              </a:xfrm>
              <a:custGeom>
                <a:rect b="b" l="l" r="r" t="t"/>
                <a:pathLst>
                  <a:path extrusionOk="0" h="3167" w="3169">
                    <a:moveTo>
                      <a:pt x="1584" y="1"/>
                    </a:moveTo>
                    <a:cubicBezTo>
                      <a:pt x="710" y="1"/>
                      <a:pt x="1" y="709"/>
                      <a:pt x="1" y="1583"/>
                    </a:cubicBezTo>
                    <a:cubicBezTo>
                      <a:pt x="1" y="2457"/>
                      <a:pt x="710" y="3167"/>
                      <a:pt x="1584" y="3167"/>
                    </a:cubicBezTo>
                    <a:cubicBezTo>
                      <a:pt x="2459" y="3167"/>
                      <a:pt x="3168" y="2457"/>
                      <a:pt x="3168" y="1583"/>
                    </a:cubicBezTo>
                    <a:cubicBezTo>
                      <a:pt x="3168" y="709"/>
                      <a:pt x="2459" y="1"/>
                      <a:pt x="1584" y="1"/>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grpSp>
        <p:nvGrpSpPr>
          <p:cNvPr id="9300" name="Google Shape;9300;p39"/>
          <p:cNvGrpSpPr/>
          <p:nvPr/>
        </p:nvGrpSpPr>
        <p:grpSpPr>
          <a:xfrm>
            <a:off x="5521547" y="971301"/>
            <a:ext cx="660591" cy="688868"/>
            <a:chOff x="5830645" y="1267368"/>
            <a:chExt cx="530340" cy="553041"/>
          </a:xfrm>
        </p:grpSpPr>
        <p:sp>
          <p:nvSpPr>
            <p:cNvPr id="9301" name="Google Shape;9301;p39"/>
            <p:cNvSpPr/>
            <p:nvPr/>
          </p:nvSpPr>
          <p:spPr>
            <a:xfrm>
              <a:off x="5994669" y="1442730"/>
              <a:ext cx="202317" cy="202342"/>
            </a:xfrm>
            <a:custGeom>
              <a:rect b="b" l="l" r="r" t="t"/>
              <a:pathLst>
                <a:path extrusionOk="0" h="7942" w="7941">
                  <a:moveTo>
                    <a:pt x="3971" y="319"/>
                  </a:moveTo>
                  <a:cubicBezTo>
                    <a:pt x="5984" y="319"/>
                    <a:pt x="7623" y="1957"/>
                    <a:pt x="7623" y="3971"/>
                  </a:cubicBezTo>
                  <a:cubicBezTo>
                    <a:pt x="7623" y="5984"/>
                    <a:pt x="5985" y="7624"/>
                    <a:pt x="3971" y="7624"/>
                  </a:cubicBezTo>
                  <a:cubicBezTo>
                    <a:pt x="1956" y="7624"/>
                    <a:pt x="318" y="5984"/>
                    <a:pt x="318" y="3971"/>
                  </a:cubicBezTo>
                  <a:cubicBezTo>
                    <a:pt x="318" y="1957"/>
                    <a:pt x="1956" y="319"/>
                    <a:pt x="3971" y="319"/>
                  </a:cubicBezTo>
                  <a:close/>
                  <a:moveTo>
                    <a:pt x="3971" y="0"/>
                  </a:moveTo>
                  <a:cubicBezTo>
                    <a:pt x="1782" y="0"/>
                    <a:pt x="1" y="1782"/>
                    <a:pt x="1" y="3971"/>
                  </a:cubicBezTo>
                  <a:cubicBezTo>
                    <a:pt x="1" y="6159"/>
                    <a:pt x="1782" y="7941"/>
                    <a:pt x="3971" y="7941"/>
                  </a:cubicBezTo>
                  <a:cubicBezTo>
                    <a:pt x="6160" y="7941"/>
                    <a:pt x="7940" y="6159"/>
                    <a:pt x="7940" y="3971"/>
                  </a:cubicBezTo>
                  <a:cubicBezTo>
                    <a:pt x="7940" y="1782"/>
                    <a:pt x="6160" y="0"/>
                    <a:pt x="3971" y="0"/>
                  </a:cubicBez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nvGrpSpPr>
            <p:cNvPr id="9302" name="Google Shape;9302;p39"/>
            <p:cNvGrpSpPr/>
            <p:nvPr/>
          </p:nvGrpSpPr>
          <p:grpSpPr>
            <a:xfrm>
              <a:off x="5830645" y="1267368"/>
              <a:ext cx="259743" cy="269909"/>
              <a:chOff x="5830645" y="1267368"/>
              <a:chExt cx="259743" cy="269909"/>
            </a:xfrm>
          </p:grpSpPr>
          <p:sp>
            <p:nvSpPr>
              <p:cNvPr id="9303" name="Google Shape;9303;p39"/>
              <p:cNvSpPr/>
              <p:nvPr/>
            </p:nvSpPr>
            <p:spPr>
              <a:xfrm>
                <a:off x="5830645" y="1304897"/>
                <a:ext cx="259743" cy="232380"/>
              </a:xfrm>
              <a:custGeom>
                <a:rect b="b" l="l" r="r" t="t"/>
                <a:pathLst>
                  <a:path extrusionOk="0" h="9121" w="10195">
                    <a:moveTo>
                      <a:pt x="7470" y="1"/>
                    </a:moveTo>
                    <a:cubicBezTo>
                      <a:pt x="7469" y="1"/>
                      <a:pt x="7468" y="1"/>
                      <a:pt x="7467" y="1"/>
                    </a:cubicBezTo>
                    <a:lnTo>
                      <a:pt x="7044" y="1"/>
                    </a:lnTo>
                    <a:cubicBezTo>
                      <a:pt x="7044" y="1075"/>
                      <a:pt x="6172" y="1946"/>
                      <a:pt x="5097" y="1946"/>
                    </a:cubicBezTo>
                    <a:cubicBezTo>
                      <a:pt x="4021" y="1946"/>
                      <a:pt x="3150" y="1075"/>
                      <a:pt x="3150" y="1"/>
                    </a:cubicBezTo>
                    <a:lnTo>
                      <a:pt x="0" y="1"/>
                    </a:lnTo>
                    <a:lnTo>
                      <a:pt x="0" y="6393"/>
                    </a:lnTo>
                    <a:cubicBezTo>
                      <a:pt x="0" y="7900"/>
                      <a:pt x="1220" y="9120"/>
                      <a:pt x="2727" y="9120"/>
                    </a:cubicBezTo>
                    <a:lnTo>
                      <a:pt x="6018" y="9120"/>
                    </a:lnTo>
                    <a:cubicBezTo>
                      <a:pt x="6148" y="6883"/>
                      <a:pt x="7951" y="5095"/>
                      <a:pt x="10194" y="4987"/>
                    </a:cubicBezTo>
                    <a:lnTo>
                      <a:pt x="10194" y="2726"/>
                    </a:lnTo>
                    <a:cubicBezTo>
                      <a:pt x="10194" y="1222"/>
                      <a:pt x="8974" y="1"/>
                      <a:pt x="7470" y="1"/>
                    </a:cubicBezTo>
                    <a:close/>
                  </a:path>
                </a:pathLst>
              </a:custGeom>
              <a:solidFill>
                <a:srgbClr val="445D7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304" name="Google Shape;9304;p39"/>
              <p:cNvSpPr/>
              <p:nvPr/>
            </p:nvSpPr>
            <p:spPr>
              <a:xfrm>
                <a:off x="5922950" y="1267368"/>
                <a:ext cx="75057" cy="75057"/>
              </a:xfrm>
              <a:custGeom>
                <a:rect b="b" l="l" r="r" t="t"/>
                <a:pathLst>
                  <a:path extrusionOk="0" h="2946" w="2946">
                    <a:moveTo>
                      <a:pt x="1474" y="1"/>
                    </a:moveTo>
                    <a:cubicBezTo>
                      <a:pt x="661" y="1"/>
                      <a:pt x="1" y="660"/>
                      <a:pt x="1" y="1472"/>
                    </a:cubicBezTo>
                    <a:cubicBezTo>
                      <a:pt x="1" y="2286"/>
                      <a:pt x="661" y="2945"/>
                      <a:pt x="1474" y="2945"/>
                    </a:cubicBezTo>
                    <a:cubicBezTo>
                      <a:pt x="2288" y="2945"/>
                      <a:pt x="2946" y="2286"/>
                      <a:pt x="2946" y="1472"/>
                    </a:cubicBezTo>
                    <a:cubicBezTo>
                      <a:pt x="2946" y="660"/>
                      <a:pt x="2288" y="1"/>
                      <a:pt x="1474" y="1"/>
                    </a:cubicBezTo>
                    <a:close/>
                  </a:path>
                </a:pathLst>
              </a:custGeom>
              <a:solidFill>
                <a:srgbClr val="445D7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9305" name="Google Shape;9305;p39"/>
            <p:cNvGrpSpPr/>
            <p:nvPr/>
          </p:nvGrpSpPr>
          <p:grpSpPr>
            <a:xfrm>
              <a:off x="6101293" y="1267368"/>
              <a:ext cx="259692" cy="269909"/>
              <a:chOff x="6101293" y="1267368"/>
              <a:chExt cx="259692" cy="269909"/>
            </a:xfrm>
          </p:grpSpPr>
          <p:sp>
            <p:nvSpPr>
              <p:cNvPr id="9306" name="Google Shape;9306;p39"/>
              <p:cNvSpPr/>
              <p:nvPr/>
            </p:nvSpPr>
            <p:spPr>
              <a:xfrm>
                <a:off x="6101293" y="1304897"/>
                <a:ext cx="259692" cy="232380"/>
              </a:xfrm>
              <a:custGeom>
                <a:rect b="b" l="l" r="r" t="t"/>
                <a:pathLst>
                  <a:path extrusionOk="0" h="9121" w="10193">
                    <a:moveTo>
                      <a:pt x="2726" y="1"/>
                    </a:moveTo>
                    <a:cubicBezTo>
                      <a:pt x="1220" y="1"/>
                      <a:pt x="0" y="1221"/>
                      <a:pt x="0" y="2726"/>
                    </a:cubicBezTo>
                    <a:lnTo>
                      <a:pt x="0" y="4987"/>
                    </a:lnTo>
                    <a:cubicBezTo>
                      <a:pt x="2244" y="5095"/>
                      <a:pt x="4045" y="6883"/>
                      <a:pt x="4177" y="9120"/>
                    </a:cubicBezTo>
                    <a:lnTo>
                      <a:pt x="7467" y="9120"/>
                    </a:lnTo>
                    <a:cubicBezTo>
                      <a:pt x="8973" y="9120"/>
                      <a:pt x="10193" y="7900"/>
                      <a:pt x="10193" y="6393"/>
                    </a:cubicBezTo>
                    <a:lnTo>
                      <a:pt x="10193" y="1"/>
                    </a:lnTo>
                    <a:lnTo>
                      <a:pt x="7043" y="1"/>
                    </a:lnTo>
                    <a:cubicBezTo>
                      <a:pt x="7043" y="1075"/>
                      <a:pt x="6172" y="1946"/>
                      <a:pt x="5097" y="1946"/>
                    </a:cubicBezTo>
                    <a:cubicBezTo>
                      <a:pt x="4021" y="1946"/>
                      <a:pt x="3150" y="1075"/>
                      <a:pt x="3150" y="1"/>
                    </a:cubicBezTo>
                    <a:close/>
                  </a:path>
                </a:pathLst>
              </a:custGeom>
              <a:solidFill>
                <a:srgbClr val="A5B7C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307" name="Google Shape;9307;p39"/>
              <p:cNvSpPr/>
              <p:nvPr/>
            </p:nvSpPr>
            <p:spPr>
              <a:xfrm>
                <a:off x="6193623" y="1267368"/>
                <a:ext cx="75031" cy="75057"/>
              </a:xfrm>
              <a:custGeom>
                <a:rect b="b" l="l" r="r" t="t"/>
                <a:pathLst>
                  <a:path extrusionOk="0" h="2946" w="2945">
                    <a:moveTo>
                      <a:pt x="1473" y="1"/>
                    </a:moveTo>
                    <a:cubicBezTo>
                      <a:pt x="660" y="1"/>
                      <a:pt x="0" y="660"/>
                      <a:pt x="0" y="1472"/>
                    </a:cubicBezTo>
                    <a:cubicBezTo>
                      <a:pt x="0" y="2286"/>
                      <a:pt x="660" y="2945"/>
                      <a:pt x="1473" y="2945"/>
                    </a:cubicBezTo>
                    <a:cubicBezTo>
                      <a:pt x="2285" y="2945"/>
                      <a:pt x="2945" y="2286"/>
                      <a:pt x="2945" y="1472"/>
                    </a:cubicBezTo>
                    <a:cubicBezTo>
                      <a:pt x="2945" y="660"/>
                      <a:pt x="2285" y="1"/>
                      <a:pt x="1473" y="1"/>
                    </a:cubicBezTo>
                    <a:close/>
                  </a:path>
                </a:pathLst>
              </a:custGeom>
              <a:solidFill>
                <a:srgbClr val="A5B7C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9308" name="Google Shape;9308;p39"/>
            <p:cNvGrpSpPr/>
            <p:nvPr/>
          </p:nvGrpSpPr>
          <p:grpSpPr>
            <a:xfrm>
              <a:off x="5830645" y="1550500"/>
              <a:ext cx="259692" cy="269909"/>
              <a:chOff x="5830645" y="1550500"/>
              <a:chExt cx="259692" cy="269909"/>
            </a:xfrm>
          </p:grpSpPr>
          <p:sp>
            <p:nvSpPr>
              <p:cNvPr id="9309" name="Google Shape;9309;p39"/>
              <p:cNvSpPr/>
              <p:nvPr/>
            </p:nvSpPr>
            <p:spPr>
              <a:xfrm>
                <a:off x="5830645" y="1550500"/>
                <a:ext cx="259692" cy="232406"/>
              </a:xfrm>
              <a:custGeom>
                <a:rect b="b" l="l" r="r" t="t"/>
                <a:pathLst>
                  <a:path extrusionOk="0" h="9122" w="10193">
                    <a:moveTo>
                      <a:pt x="2727" y="1"/>
                    </a:moveTo>
                    <a:cubicBezTo>
                      <a:pt x="1220" y="1"/>
                      <a:pt x="0" y="1223"/>
                      <a:pt x="0" y="2728"/>
                    </a:cubicBezTo>
                    <a:lnTo>
                      <a:pt x="0" y="9122"/>
                    </a:lnTo>
                    <a:lnTo>
                      <a:pt x="3150" y="9122"/>
                    </a:lnTo>
                    <a:cubicBezTo>
                      <a:pt x="3150" y="8046"/>
                      <a:pt x="4021" y="7175"/>
                      <a:pt x="5097" y="7175"/>
                    </a:cubicBezTo>
                    <a:cubicBezTo>
                      <a:pt x="6172" y="7175"/>
                      <a:pt x="7044" y="8046"/>
                      <a:pt x="7044" y="9122"/>
                    </a:cubicBezTo>
                    <a:lnTo>
                      <a:pt x="7467" y="9122"/>
                    </a:lnTo>
                    <a:cubicBezTo>
                      <a:pt x="8972" y="9122"/>
                      <a:pt x="10192" y="7900"/>
                      <a:pt x="10192" y="6395"/>
                    </a:cubicBezTo>
                    <a:lnTo>
                      <a:pt x="10192" y="4135"/>
                    </a:lnTo>
                    <a:cubicBezTo>
                      <a:pt x="7951" y="4028"/>
                      <a:pt x="6148" y="2239"/>
                      <a:pt x="6018" y="1"/>
                    </a:cubicBezTo>
                    <a:close/>
                  </a:path>
                </a:pathLst>
              </a:custGeom>
              <a:solidFill>
                <a:srgbClr val="A5B7C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310" name="Google Shape;9310;p39"/>
              <p:cNvSpPr/>
              <p:nvPr/>
            </p:nvSpPr>
            <p:spPr>
              <a:xfrm>
                <a:off x="5922950" y="1745352"/>
                <a:ext cx="75057" cy="75057"/>
              </a:xfrm>
              <a:custGeom>
                <a:rect b="b" l="l" r="r" t="t"/>
                <a:pathLst>
                  <a:path extrusionOk="0" h="2946" w="2946">
                    <a:moveTo>
                      <a:pt x="1474" y="1"/>
                    </a:moveTo>
                    <a:cubicBezTo>
                      <a:pt x="661" y="1"/>
                      <a:pt x="1" y="660"/>
                      <a:pt x="1" y="1474"/>
                    </a:cubicBezTo>
                    <a:cubicBezTo>
                      <a:pt x="1" y="2287"/>
                      <a:pt x="661" y="2946"/>
                      <a:pt x="1474" y="2946"/>
                    </a:cubicBezTo>
                    <a:cubicBezTo>
                      <a:pt x="2288" y="2946"/>
                      <a:pt x="2946" y="2287"/>
                      <a:pt x="2946" y="1474"/>
                    </a:cubicBezTo>
                    <a:cubicBezTo>
                      <a:pt x="2946" y="660"/>
                      <a:pt x="2288" y="1"/>
                      <a:pt x="1474" y="1"/>
                    </a:cubicBezTo>
                    <a:close/>
                  </a:path>
                </a:pathLst>
              </a:custGeom>
              <a:solidFill>
                <a:srgbClr val="A5B7C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9311" name="Google Shape;9311;p39"/>
            <p:cNvGrpSpPr/>
            <p:nvPr/>
          </p:nvGrpSpPr>
          <p:grpSpPr>
            <a:xfrm>
              <a:off x="6101293" y="1550500"/>
              <a:ext cx="259692" cy="269909"/>
              <a:chOff x="6101293" y="1550500"/>
              <a:chExt cx="259692" cy="269909"/>
            </a:xfrm>
          </p:grpSpPr>
          <p:sp>
            <p:nvSpPr>
              <p:cNvPr id="9312" name="Google Shape;9312;p39"/>
              <p:cNvSpPr/>
              <p:nvPr/>
            </p:nvSpPr>
            <p:spPr>
              <a:xfrm>
                <a:off x="6101293" y="1550500"/>
                <a:ext cx="259692" cy="232406"/>
              </a:xfrm>
              <a:custGeom>
                <a:rect b="b" l="l" r="r" t="t"/>
                <a:pathLst>
                  <a:path extrusionOk="0" h="9122" w="10193">
                    <a:moveTo>
                      <a:pt x="4177" y="1"/>
                    </a:moveTo>
                    <a:cubicBezTo>
                      <a:pt x="4045" y="2239"/>
                      <a:pt x="2244" y="4027"/>
                      <a:pt x="0" y="4135"/>
                    </a:cubicBezTo>
                    <a:lnTo>
                      <a:pt x="0" y="6395"/>
                    </a:lnTo>
                    <a:cubicBezTo>
                      <a:pt x="0" y="7902"/>
                      <a:pt x="1220" y="9122"/>
                      <a:pt x="2726" y="9122"/>
                    </a:cubicBezTo>
                    <a:lnTo>
                      <a:pt x="3148" y="9122"/>
                    </a:lnTo>
                    <a:cubicBezTo>
                      <a:pt x="3148" y="8046"/>
                      <a:pt x="4020" y="7175"/>
                      <a:pt x="5096" y="7175"/>
                    </a:cubicBezTo>
                    <a:cubicBezTo>
                      <a:pt x="6170" y="7175"/>
                      <a:pt x="7043" y="8046"/>
                      <a:pt x="7043" y="9122"/>
                    </a:cubicBezTo>
                    <a:lnTo>
                      <a:pt x="10193" y="9122"/>
                    </a:lnTo>
                    <a:lnTo>
                      <a:pt x="10193" y="2728"/>
                    </a:lnTo>
                    <a:cubicBezTo>
                      <a:pt x="10193" y="1223"/>
                      <a:pt x="8973" y="2"/>
                      <a:pt x="7467" y="1"/>
                    </a:cubicBezTo>
                    <a:close/>
                  </a:path>
                </a:pathLst>
              </a:custGeom>
              <a:solidFill>
                <a:srgbClr val="445D7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313" name="Google Shape;9313;p39"/>
              <p:cNvSpPr/>
              <p:nvPr/>
            </p:nvSpPr>
            <p:spPr>
              <a:xfrm>
                <a:off x="6193623" y="1745352"/>
                <a:ext cx="75031" cy="75057"/>
              </a:xfrm>
              <a:custGeom>
                <a:rect b="b" l="l" r="r" t="t"/>
                <a:pathLst>
                  <a:path extrusionOk="0" h="2946" w="2945">
                    <a:moveTo>
                      <a:pt x="1473" y="1"/>
                    </a:moveTo>
                    <a:cubicBezTo>
                      <a:pt x="660" y="1"/>
                      <a:pt x="0" y="660"/>
                      <a:pt x="0" y="1474"/>
                    </a:cubicBezTo>
                    <a:cubicBezTo>
                      <a:pt x="0" y="2287"/>
                      <a:pt x="660" y="2946"/>
                      <a:pt x="1473" y="2946"/>
                    </a:cubicBezTo>
                    <a:cubicBezTo>
                      <a:pt x="2285" y="2946"/>
                      <a:pt x="2945" y="2287"/>
                      <a:pt x="2945" y="1474"/>
                    </a:cubicBezTo>
                    <a:cubicBezTo>
                      <a:pt x="2945" y="660"/>
                      <a:pt x="2285" y="1"/>
                      <a:pt x="1473" y="1"/>
                    </a:cubicBezTo>
                    <a:close/>
                  </a:path>
                </a:pathLst>
              </a:custGeom>
              <a:solidFill>
                <a:srgbClr val="213B5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grpSp>
        <p:nvGrpSpPr>
          <p:cNvPr id="9314" name="Google Shape;9314;p39"/>
          <p:cNvGrpSpPr/>
          <p:nvPr/>
        </p:nvGrpSpPr>
        <p:grpSpPr>
          <a:xfrm>
            <a:off x="723700" y="1861760"/>
            <a:ext cx="697154" cy="679574"/>
            <a:chOff x="2679875" y="2361475"/>
            <a:chExt cx="780425" cy="760575"/>
          </a:xfrm>
        </p:grpSpPr>
        <p:sp>
          <p:nvSpPr>
            <p:cNvPr id="9315" name="Google Shape;9315;p39"/>
            <p:cNvSpPr/>
            <p:nvPr/>
          </p:nvSpPr>
          <p:spPr>
            <a:xfrm>
              <a:off x="2812050" y="2361475"/>
              <a:ext cx="516050" cy="266400"/>
            </a:xfrm>
            <a:custGeom>
              <a:rect b="b" l="l" r="r" t="t"/>
              <a:pathLst>
                <a:path extrusionOk="0" h="10656" w="20642">
                  <a:moveTo>
                    <a:pt x="10321" y="0"/>
                  </a:moveTo>
                  <a:cubicBezTo>
                    <a:pt x="4630" y="0"/>
                    <a:pt x="1" y="4630"/>
                    <a:pt x="1" y="10321"/>
                  </a:cubicBezTo>
                  <a:cubicBezTo>
                    <a:pt x="1" y="10385"/>
                    <a:pt x="2" y="10450"/>
                    <a:pt x="4" y="10514"/>
                  </a:cubicBezTo>
                  <a:cubicBezTo>
                    <a:pt x="1580" y="9686"/>
                    <a:pt x="3307" y="9273"/>
                    <a:pt x="5033" y="9273"/>
                  </a:cubicBezTo>
                  <a:cubicBezTo>
                    <a:pt x="6858" y="9273"/>
                    <a:pt x="8681" y="9735"/>
                    <a:pt x="10321" y="10655"/>
                  </a:cubicBezTo>
                  <a:cubicBezTo>
                    <a:pt x="11962" y="9735"/>
                    <a:pt x="13786" y="9273"/>
                    <a:pt x="15610" y="9273"/>
                  </a:cubicBezTo>
                  <a:cubicBezTo>
                    <a:pt x="17337" y="9273"/>
                    <a:pt x="19065" y="9686"/>
                    <a:pt x="20640" y="10514"/>
                  </a:cubicBezTo>
                  <a:cubicBezTo>
                    <a:pt x="20640" y="10450"/>
                    <a:pt x="20642" y="10385"/>
                    <a:pt x="20642" y="10321"/>
                  </a:cubicBezTo>
                  <a:cubicBezTo>
                    <a:pt x="20642" y="4630"/>
                    <a:pt x="16012" y="0"/>
                    <a:pt x="10321" y="0"/>
                  </a:cubicBezTo>
                  <a:close/>
                </a:path>
              </a:pathLst>
            </a:custGeom>
            <a:solidFill>
              <a:srgbClr val="869FB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316" name="Google Shape;9316;p39"/>
            <p:cNvSpPr/>
            <p:nvPr/>
          </p:nvSpPr>
          <p:spPr>
            <a:xfrm>
              <a:off x="3082750" y="2645625"/>
              <a:ext cx="377550" cy="476425"/>
            </a:xfrm>
            <a:custGeom>
              <a:rect b="b" l="l" r="r" t="t"/>
              <a:pathLst>
                <a:path extrusionOk="0" h="19057" w="15102">
                  <a:moveTo>
                    <a:pt x="10272" y="0"/>
                  </a:moveTo>
                  <a:cubicBezTo>
                    <a:pt x="9934" y="3512"/>
                    <a:pt x="7912" y="6539"/>
                    <a:pt x="5024" y="8262"/>
                  </a:cubicBezTo>
                  <a:cubicBezTo>
                    <a:pt x="5031" y="8418"/>
                    <a:pt x="5036" y="8577"/>
                    <a:pt x="5036" y="8736"/>
                  </a:cubicBezTo>
                  <a:cubicBezTo>
                    <a:pt x="5036" y="12577"/>
                    <a:pt x="3024" y="15957"/>
                    <a:pt x="1" y="17879"/>
                  </a:cubicBezTo>
                  <a:cubicBezTo>
                    <a:pt x="1471" y="18653"/>
                    <a:pt x="3109" y="19056"/>
                    <a:pt x="4771" y="19056"/>
                  </a:cubicBezTo>
                  <a:cubicBezTo>
                    <a:pt x="4774" y="19056"/>
                    <a:pt x="4778" y="19056"/>
                    <a:pt x="4781" y="19056"/>
                  </a:cubicBezTo>
                  <a:cubicBezTo>
                    <a:pt x="10472" y="19056"/>
                    <a:pt x="15102" y="14427"/>
                    <a:pt x="15102" y="8736"/>
                  </a:cubicBezTo>
                  <a:cubicBezTo>
                    <a:pt x="15102" y="5062"/>
                    <a:pt x="13170" y="1831"/>
                    <a:pt x="10272" y="0"/>
                  </a:cubicBezTo>
                  <a:close/>
                </a:path>
              </a:pathLst>
            </a:custGeom>
            <a:solidFill>
              <a:srgbClr val="445D7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317" name="Google Shape;9317;p39"/>
            <p:cNvSpPr/>
            <p:nvPr/>
          </p:nvSpPr>
          <p:spPr>
            <a:xfrm>
              <a:off x="3082750" y="2605975"/>
              <a:ext cx="244675" cy="231900"/>
            </a:xfrm>
            <a:custGeom>
              <a:rect b="b" l="l" r="r" t="t"/>
              <a:pathLst>
                <a:path extrusionOk="0" h="9276" w="9787">
                  <a:moveTo>
                    <a:pt x="4781" y="1"/>
                  </a:moveTo>
                  <a:cubicBezTo>
                    <a:pt x="3141" y="1"/>
                    <a:pt x="1499" y="393"/>
                    <a:pt x="1" y="1178"/>
                  </a:cubicBezTo>
                  <a:cubicBezTo>
                    <a:pt x="2747" y="2923"/>
                    <a:pt x="4656" y="5871"/>
                    <a:pt x="4984" y="9276"/>
                  </a:cubicBezTo>
                  <a:cubicBezTo>
                    <a:pt x="7683" y="7574"/>
                    <a:pt x="9542" y="4656"/>
                    <a:pt x="9787" y="1300"/>
                  </a:cubicBezTo>
                  <a:cubicBezTo>
                    <a:pt x="8232" y="434"/>
                    <a:pt x="6507" y="1"/>
                    <a:pt x="4781" y="1"/>
                  </a:cubicBezTo>
                  <a:close/>
                </a:path>
              </a:pathLst>
            </a:custGeom>
            <a:solidFill>
              <a:srgbClr val="667E9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318" name="Google Shape;9318;p39"/>
            <p:cNvSpPr/>
            <p:nvPr/>
          </p:nvSpPr>
          <p:spPr>
            <a:xfrm>
              <a:off x="2679875" y="2645625"/>
              <a:ext cx="377575" cy="476425"/>
            </a:xfrm>
            <a:custGeom>
              <a:rect b="b" l="l" r="r" t="t"/>
              <a:pathLst>
                <a:path extrusionOk="0" h="19057" w="15103">
                  <a:moveTo>
                    <a:pt x="4831" y="0"/>
                  </a:moveTo>
                  <a:cubicBezTo>
                    <a:pt x="1931" y="1831"/>
                    <a:pt x="0" y="5062"/>
                    <a:pt x="0" y="8736"/>
                  </a:cubicBezTo>
                  <a:cubicBezTo>
                    <a:pt x="0" y="14427"/>
                    <a:pt x="4631" y="19056"/>
                    <a:pt x="10321" y="19056"/>
                  </a:cubicBezTo>
                  <a:cubicBezTo>
                    <a:pt x="10324" y="19056"/>
                    <a:pt x="10327" y="19056"/>
                    <a:pt x="10331" y="19056"/>
                  </a:cubicBezTo>
                  <a:cubicBezTo>
                    <a:pt x="11993" y="19056"/>
                    <a:pt x="13630" y="18653"/>
                    <a:pt x="15102" y="17879"/>
                  </a:cubicBezTo>
                  <a:cubicBezTo>
                    <a:pt x="12077" y="15957"/>
                    <a:pt x="10068" y="12577"/>
                    <a:pt x="10068" y="8736"/>
                  </a:cubicBezTo>
                  <a:cubicBezTo>
                    <a:pt x="10068" y="8577"/>
                    <a:pt x="10071" y="8418"/>
                    <a:pt x="10079" y="8262"/>
                  </a:cubicBezTo>
                  <a:cubicBezTo>
                    <a:pt x="7192" y="6540"/>
                    <a:pt x="5169" y="3512"/>
                    <a:pt x="4831" y="0"/>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319" name="Google Shape;9319;p39"/>
            <p:cNvSpPr/>
            <p:nvPr/>
          </p:nvSpPr>
          <p:spPr>
            <a:xfrm>
              <a:off x="2812775" y="2605975"/>
              <a:ext cx="244675" cy="231900"/>
            </a:xfrm>
            <a:custGeom>
              <a:rect b="b" l="l" r="r" t="t"/>
              <a:pathLst>
                <a:path extrusionOk="0" h="9276" w="9787">
                  <a:moveTo>
                    <a:pt x="5005" y="1"/>
                  </a:moveTo>
                  <a:cubicBezTo>
                    <a:pt x="3280" y="1"/>
                    <a:pt x="1555" y="434"/>
                    <a:pt x="1" y="1300"/>
                  </a:cubicBezTo>
                  <a:cubicBezTo>
                    <a:pt x="246" y="4658"/>
                    <a:pt x="2103" y="7574"/>
                    <a:pt x="4801" y="9276"/>
                  </a:cubicBezTo>
                  <a:cubicBezTo>
                    <a:pt x="5130" y="5871"/>
                    <a:pt x="7040" y="2923"/>
                    <a:pt x="9786" y="1178"/>
                  </a:cubicBezTo>
                  <a:cubicBezTo>
                    <a:pt x="8288" y="393"/>
                    <a:pt x="6646" y="1"/>
                    <a:pt x="5005" y="1"/>
                  </a:cubicBezTo>
                  <a:close/>
                </a:path>
              </a:pathLst>
            </a:custGeom>
            <a:solidFill>
              <a:srgbClr val="A5B7C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320" name="Google Shape;9320;p39"/>
            <p:cNvSpPr/>
            <p:nvPr/>
          </p:nvSpPr>
          <p:spPr>
            <a:xfrm>
              <a:off x="2944250" y="2859150"/>
              <a:ext cx="251675" cy="226375"/>
            </a:xfrm>
            <a:custGeom>
              <a:rect b="b" l="l" r="r" t="t"/>
              <a:pathLst>
                <a:path extrusionOk="0" h="9055" w="10067">
                  <a:moveTo>
                    <a:pt x="4" y="1"/>
                  </a:moveTo>
                  <a:cubicBezTo>
                    <a:pt x="2" y="65"/>
                    <a:pt x="0" y="130"/>
                    <a:pt x="0" y="195"/>
                  </a:cubicBezTo>
                  <a:cubicBezTo>
                    <a:pt x="0" y="3954"/>
                    <a:pt x="2023" y="7250"/>
                    <a:pt x="5033" y="9055"/>
                  </a:cubicBezTo>
                  <a:cubicBezTo>
                    <a:pt x="8045" y="7250"/>
                    <a:pt x="10066" y="3954"/>
                    <a:pt x="10066" y="195"/>
                  </a:cubicBezTo>
                  <a:cubicBezTo>
                    <a:pt x="10066" y="130"/>
                    <a:pt x="10066" y="65"/>
                    <a:pt x="10065" y="1"/>
                  </a:cubicBezTo>
                  <a:cubicBezTo>
                    <a:pt x="8490" y="829"/>
                    <a:pt x="6762" y="1243"/>
                    <a:pt x="5034" y="1243"/>
                  </a:cubicBezTo>
                  <a:cubicBezTo>
                    <a:pt x="3306" y="1243"/>
                    <a:pt x="1578" y="829"/>
                    <a:pt x="4" y="1"/>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9321" name="Google Shape;9321;p39"/>
          <p:cNvGrpSpPr/>
          <p:nvPr/>
        </p:nvGrpSpPr>
        <p:grpSpPr>
          <a:xfrm>
            <a:off x="3122859" y="971352"/>
            <a:ext cx="735829" cy="684546"/>
            <a:chOff x="3351965" y="1148808"/>
            <a:chExt cx="750770" cy="698374"/>
          </a:xfrm>
        </p:grpSpPr>
        <p:grpSp>
          <p:nvGrpSpPr>
            <p:cNvPr id="9322" name="Google Shape;9322;p39"/>
            <p:cNvGrpSpPr/>
            <p:nvPr/>
          </p:nvGrpSpPr>
          <p:grpSpPr>
            <a:xfrm>
              <a:off x="3586796" y="1148808"/>
              <a:ext cx="294857" cy="286830"/>
              <a:chOff x="3750225" y="1774000"/>
              <a:chExt cx="149575" cy="145525"/>
            </a:xfrm>
          </p:grpSpPr>
          <p:sp>
            <p:nvSpPr>
              <p:cNvPr id="9323" name="Google Shape;9323;p39"/>
              <p:cNvSpPr/>
              <p:nvPr/>
            </p:nvSpPr>
            <p:spPr>
              <a:xfrm>
                <a:off x="3750225" y="1774000"/>
                <a:ext cx="149575" cy="145525"/>
              </a:xfrm>
              <a:custGeom>
                <a:rect b="b" l="l" r="r" t="t"/>
                <a:pathLst>
                  <a:path extrusionOk="0" h="5821" w="5983">
                    <a:moveTo>
                      <a:pt x="2652" y="1"/>
                    </a:moveTo>
                    <a:cubicBezTo>
                      <a:pt x="1473" y="1"/>
                      <a:pt x="333" y="843"/>
                      <a:pt x="176" y="2200"/>
                    </a:cubicBezTo>
                    <a:cubicBezTo>
                      <a:pt x="1" y="3763"/>
                      <a:pt x="1259" y="4955"/>
                      <a:pt x="2643" y="4955"/>
                    </a:cubicBezTo>
                    <a:cubicBezTo>
                      <a:pt x="3079" y="4955"/>
                      <a:pt x="3528" y="4836"/>
                      <a:pt x="3948" y="4573"/>
                    </a:cubicBezTo>
                    <a:lnTo>
                      <a:pt x="5203" y="5821"/>
                    </a:lnTo>
                    <a:lnTo>
                      <a:pt x="5982" y="5035"/>
                    </a:lnTo>
                    <a:lnTo>
                      <a:pt x="4735" y="3787"/>
                    </a:lnTo>
                    <a:cubicBezTo>
                      <a:pt x="5340" y="2813"/>
                      <a:pt x="5196" y="1544"/>
                      <a:pt x="4388" y="729"/>
                    </a:cubicBezTo>
                    <a:cubicBezTo>
                      <a:pt x="3888" y="228"/>
                      <a:pt x="3265" y="1"/>
                      <a:pt x="2652" y="1"/>
                    </a:cubicBezTo>
                    <a:close/>
                  </a:path>
                </a:pathLst>
              </a:custGeom>
              <a:solidFill>
                <a:srgbClr val="5F7D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324" name="Google Shape;9324;p39"/>
              <p:cNvSpPr/>
              <p:nvPr/>
            </p:nvSpPr>
            <p:spPr>
              <a:xfrm>
                <a:off x="3776075" y="1794931"/>
                <a:ext cx="82600" cy="78800"/>
              </a:xfrm>
              <a:custGeom>
                <a:rect b="b" l="l" r="r" t="t"/>
                <a:pathLst>
                  <a:path extrusionOk="0" h="3152" w="3304">
                    <a:moveTo>
                      <a:pt x="1658" y="1"/>
                    </a:moveTo>
                    <a:cubicBezTo>
                      <a:pt x="853" y="1"/>
                      <a:pt x="162" y="612"/>
                      <a:pt x="87" y="1428"/>
                    </a:cubicBezTo>
                    <a:cubicBezTo>
                      <a:pt x="1" y="2294"/>
                      <a:pt x="635" y="3058"/>
                      <a:pt x="1501" y="3145"/>
                    </a:cubicBezTo>
                    <a:cubicBezTo>
                      <a:pt x="1550" y="3149"/>
                      <a:pt x="1598" y="3151"/>
                      <a:pt x="1647" y="3151"/>
                    </a:cubicBezTo>
                    <a:cubicBezTo>
                      <a:pt x="2451" y="3151"/>
                      <a:pt x="3142" y="2540"/>
                      <a:pt x="3217" y="1724"/>
                    </a:cubicBezTo>
                    <a:cubicBezTo>
                      <a:pt x="3304" y="858"/>
                      <a:pt x="2669" y="94"/>
                      <a:pt x="1804" y="7"/>
                    </a:cubicBezTo>
                    <a:cubicBezTo>
                      <a:pt x="1755" y="3"/>
                      <a:pt x="1706" y="1"/>
                      <a:pt x="1658" y="1"/>
                    </a:cubicBez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9325" name="Google Shape;9325;p39"/>
            <p:cNvGrpSpPr/>
            <p:nvPr/>
          </p:nvGrpSpPr>
          <p:grpSpPr>
            <a:xfrm>
              <a:off x="3779245" y="1375768"/>
              <a:ext cx="323490" cy="286978"/>
              <a:chOff x="3847850" y="1889150"/>
              <a:chExt cx="164100" cy="145600"/>
            </a:xfrm>
          </p:grpSpPr>
          <p:sp>
            <p:nvSpPr>
              <p:cNvPr id="9326" name="Google Shape;9326;p39"/>
              <p:cNvSpPr/>
              <p:nvPr/>
            </p:nvSpPr>
            <p:spPr>
              <a:xfrm>
                <a:off x="3847850" y="1889150"/>
                <a:ext cx="164100" cy="145600"/>
              </a:xfrm>
              <a:custGeom>
                <a:rect b="b" l="l" r="r" t="t"/>
                <a:pathLst>
                  <a:path extrusionOk="0" h="5824" w="6564">
                    <a:moveTo>
                      <a:pt x="3329" y="0"/>
                    </a:moveTo>
                    <a:cubicBezTo>
                      <a:pt x="1439" y="0"/>
                      <a:pt x="206" y="2117"/>
                      <a:pt x="1255" y="3790"/>
                    </a:cubicBezTo>
                    <a:lnTo>
                      <a:pt x="0" y="5038"/>
                    </a:lnTo>
                    <a:lnTo>
                      <a:pt x="786" y="5824"/>
                    </a:lnTo>
                    <a:lnTo>
                      <a:pt x="2034" y="4569"/>
                    </a:lnTo>
                    <a:cubicBezTo>
                      <a:pt x="2441" y="4823"/>
                      <a:pt x="2897" y="4947"/>
                      <a:pt x="3350" y="4947"/>
                    </a:cubicBezTo>
                    <a:cubicBezTo>
                      <a:pt x="3989" y="4947"/>
                      <a:pt x="4622" y="4700"/>
                      <a:pt x="5099" y="4223"/>
                    </a:cubicBezTo>
                    <a:cubicBezTo>
                      <a:pt x="6563" y="2758"/>
                      <a:pt x="5683" y="248"/>
                      <a:pt x="3628" y="18"/>
                    </a:cubicBezTo>
                    <a:cubicBezTo>
                      <a:pt x="3527" y="6"/>
                      <a:pt x="3427" y="0"/>
                      <a:pt x="3329" y="0"/>
                    </a:cubicBezTo>
                    <a:close/>
                  </a:path>
                </a:pathLst>
              </a:custGeom>
              <a:solidFill>
                <a:srgbClr val="869FB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327" name="Google Shape;9327;p39"/>
              <p:cNvSpPr/>
              <p:nvPr/>
            </p:nvSpPr>
            <p:spPr>
              <a:xfrm>
                <a:off x="3887875" y="1912456"/>
                <a:ext cx="89450" cy="78700"/>
              </a:xfrm>
              <a:custGeom>
                <a:rect b="b" l="l" r="r" t="t"/>
                <a:pathLst>
                  <a:path extrusionOk="0" h="3148" w="3578">
                    <a:moveTo>
                      <a:pt x="1788" y="0"/>
                    </a:moveTo>
                    <a:cubicBezTo>
                      <a:pt x="1172" y="0"/>
                      <a:pt x="587" y="366"/>
                      <a:pt x="332" y="968"/>
                    </a:cubicBezTo>
                    <a:cubicBezTo>
                      <a:pt x="0" y="1769"/>
                      <a:pt x="383" y="2692"/>
                      <a:pt x="1183" y="3024"/>
                    </a:cubicBezTo>
                    <a:cubicBezTo>
                      <a:pt x="1382" y="3108"/>
                      <a:pt x="1588" y="3147"/>
                      <a:pt x="1790" y="3147"/>
                    </a:cubicBezTo>
                    <a:cubicBezTo>
                      <a:pt x="2405" y="3147"/>
                      <a:pt x="2989" y="2782"/>
                      <a:pt x="3239" y="2180"/>
                    </a:cubicBezTo>
                    <a:cubicBezTo>
                      <a:pt x="3578" y="1379"/>
                      <a:pt x="3195" y="456"/>
                      <a:pt x="2395" y="124"/>
                    </a:cubicBezTo>
                    <a:cubicBezTo>
                      <a:pt x="2196" y="40"/>
                      <a:pt x="1990" y="0"/>
                      <a:pt x="1788" y="0"/>
                    </a:cubicBez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9328" name="Google Shape;9328;p39"/>
            <p:cNvGrpSpPr/>
            <p:nvPr/>
          </p:nvGrpSpPr>
          <p:grpSpPr>
            <a:xfrm>
              <a:off x="3351965" y="1330435"/>
              <a:ext cx="295449" cy="285401"/>
              <a:chOff x="3631100" y="1866150"/>
              <a:chExt cx="149875" cy="144800"/>
            </a:xfrm>
          </p:grpSpPr>
          <p:sp>
            <p:nvSpPr>
              <p:cNvPr id="9329" name="Google Shape;9329;p39"/>
              <p:cNvSpPr/>
              <p:nvPr/>
            </p:nvSpPr>
            <p:spPr>
              <a:xfrm>
                <a:off x="3631100" y="1866150"/>
                <a:ext cx="149875" cy="144800"/>
              </a:xfrm>
              <a:custGeom>
                <a:rect b="b" l="l" r="r" t="t"/>
                <a:pathLst>
                  <a:path extrusionOk="0" h="5792" w="5995">
                    <a:moveTo>
                      <a:pt x="5251" y="0"/>
                    </a:moveTo>
                    <a:lnTo>
                      <a:pt x="4025" y="1226"/>
                    </a:lnTo>
                    <a:cubicBezTo>
                      <a:pt x="3619" y="974"/>
                      <a:pt x="3165" y="852"/>
                      <a:pt x="2716" y="852"/>
                    </a:cubicBezTo>
                    <a:cubicBezTo>
                      <a:pt x="1986" y="852"/>
                      <a:pt x="1267" y="1174"/>
                      <a:pt x="780" y="1782"/>
                    </a:cubicBezTo>
                    <a:cubicBezTo>
                      <a:pt x="1" y="2770"/>
                      <a:pt x="80" y="4183"/>
                      <a:pt x="967" y="5070"/>
                    </a:cubicBezTo>
                    <a:cubicBezTo>
                      <a:pt x="1449" y="5548"/>
                      <a:pt x="2082" y="5792"/>
                      <a:pt x="2716" y="5792"/>
                    </a:cubicBezTo>
                    <a:cubicBezTo>
                      <a:pt x="3259" y="5792"/>
                      <a:pt x="3804" y="5613"/>
                      <a:pt x="4256" y="5251"/>
                    </a:cubicBezTo>
                    <a:cubicBezTo>
                      <a:pt x="5237" y="4472"/>
                      <a:pt x="5475" y="3073"/>
                      <a:pt x="4811" y="2012"/>
                    </a:cubicBezTo>
                    <a:lnTo>
                      <a:pt x="5994" y="822"/>
                    </a:lnTo>
                    <a:cubicBezTo>
                      <a:pt x="5872" y="736"/>
                      <a:pt x="5756" y="642"/>
                      <a:pt x="5655" y="541"/>
                    </a:cubicBezTo>
                    <a:cubicBezTo>
                      <a:pt x="5497" y="382"/>
                      <a:pt x="5360" y="202"/>
                      <a:pt x="5251" y="0"/>
                    </a:cubicBezTo>
                    <a:close/>
                  </a:path>
                </a:pathLst>
              </a:custGeom>
              <a:solidFill>
                <a:srgbClr val="37495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330" name="Google Shape;9330;p39"/>
              <p:cNvSpPr/>
              <p:nvPr/>
            </p:nvSpPr>
            <p:spPr>
              <a:xfrm>
                <a:off x="3654725" y="1907806"/>
                <a:ext cx="86575" cy="78800"/>
              </a:xfrm>
              <a:custGeom>
                <a:rect b="b" l="l" r="r" t="t"/>
                <a:pathLst>
                  <a:path extrusionOk="0" h="3152" w="3463">
                    <a:moveTo>
                      <a:pt x="1733" y="0"/>
                    </a:moveTo>
                    <a:cubicBezTo>
                      <a:pt x="1018" y="0"/>
                      <a:pt x="375" y="490"/>
                      <a:pt x="203" y="1212"/>
                    </a:cubicBezTo>
                    <a:cubicBezTo>
                      <a:pt x="1" y="2056"/>
                      <a:pt x="520" y="2907"/>
                      <a:pt x="1371" y="3109"/>
                    </a:cubicBezTo>
                    <a:cubicBezTo>
                      <a:pt x="1493" y="3138"/>
                      <a:pt x="1615" y="3152"/>
                      <a:pt x="1735" y="3152"/>
                    </a:cubicBezTo>
                    <a:cubicBezTo>
                      <a:pt x="2447" y="3152"/>
                      <a:pt x="3094" y="2662"/>
                      <a:pt x="3261" y="1940"/>
                    </a:cubicBezTo>
                    <a:cubicBezTo>
                      <a:pt x="3463" y="1096"/>
                      <a:pt x="2943" y="245"/>
                      <a:pt x="2099" y="43"/>
                    </a:cubicBezTo>
                    <a:cubicBezTo>
                      <a:pt x="1976" y="14"/>
                      <a:pt x="1854" y="0"/>
                      <a:pt x="1733" y="0"/>
                    </a:cubicBez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9331" name="Google Shape;9331;p39"/>
            <p:cNvGrpSpPr/>
            <p:nvPr/>
          </p:nvGrpSpPr>
          <p:grpSpPr>
            <a:xfrm>
              <a:off x="3548208" y="1560352"/>
              <a:ext cx="294808" cy="286830"/>
              <a:chOff x="3730650" y="1982800"/>
              <a:chExt cx="149550" cy="145525"/>
            </a:xfrm>
          </p:grpSpPr>
          <p:sp>
            <p:nvSpPr>
              <p:cNvPr id="9332" name="Google Shape;9332;p39"/>
              <p:cNvSpPr/>
              <p:nvPr/>
            </p:nvSpPr>
            <p:spPr>
              <a:xfrm>
                <a:off x="3730650" y="1982800"/>
                <a:ext cx="149550" cy="145525"/>
              </a:xfrm>
              <a:custGeom>
                <a:rect b="b" l="l" r="r" t="t"/>
                <a:pathLst>
                  <a:path extrusionOk="0" h="5821" w="5982">
                    <a:moveTo>
                      <a:pt x="786" y="0"/>
                    </a:moveTo>
                    <a:lnTo>
                      <a:pt x="0" y="787"/>
                    </a:lnTo>
                    <a:lnTo>
                      <a:pt x="1255" y="2034"/>
                    </a:lnTo>
                    <a:cubicBezTo>
                      <a:pt x="642" y="3008"/>
                      <a:pt x="786" y="4277"/>
                      <a:pt x="1601" y="5092"/>
                    </a:cubicBezTo>
                    <a:cubicBezTo>
                      <a:pt x="2102" y="5593"/>
                      <a:pt x="2724" y="5821"/>
                      <a:pt x="3335" y="5821"/>
                    </a:cubicBezTo>
                    <a:cubicBezTo>
                      <a:pt x="4512" y="5821"/>
                      <a:pt x="5649" y="4979"/>
                      <a:pt x="5806" y="3621"/>
                    </a:cubicBezTo>
                    <a:cubicBezTo>
                      <a:pt x="5981" y="2058"/>
                      <a:pt x="4723" y="867"/>
                      <a:pt x="3339" y="867"/>
                    </a:cubicBezTo>
                    <a:cubicBezTo>
                      <a:pt x="2903" y="867"/>
                      <a:pt x="2454" y="985"/>
                      <a:pt x="2034" y="1248"/>
                    </a:cubicBezTo>
                    <a:lnTo>
                      <a:pt x="786" y="0"/>
                    </a:lnTo>
                    <a:close/>
                  </a:path>
                </a:pathLst>
              </a:custGeom>
              <a:solidFill>
                <a:srgbClr val="A5B7C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333" name="Google Shape;9333;p39"/>
              <p:cNvSpPr/>
              <p:nvPr/>
            </p:nvSpPr>
            <p:spPr>
              <a:xfrm>
                <a:off x="3771925" y="2027231"/>
                <a:ext cx="86575" cy="78750"/>
              </a:xfrm>
              <a:custGeom>
                <a:rect b="b" l="l" r="r" t="t"/>
                <a:pathLst>
                  <a:path extrusionOk="0" h="3150" w="3463">
                    <a:moveTo>
                      <a:pt x="1740" y="0"/>
                    </a:moveTo>
                    <a:cubicBezTo>
                      <a:pt x="1022" y="0"/>
                      <a:pt x="376" y="485"/>
                      <a:pt x="203" y="1209"/>
                    </a:cubicBezTo>
                    <a:cubicBezTo>
                      <a:pt x="1" y="2060"/>
                      <a:pt x="527" y="2904"/>
                      <a:pt x="1371" y="3106"/>
                    </a:cubicBezTo>
                    <a:cubicBezTo>
                      <a:pt x="1493" y="3135"/>
                      <a:pt x="1615" y="3149"/>
                      <a:pt x="1735" y="3149"/>
                    </a:cubicBezTo>
                    <a:cubicBezTo>
                      <a:pt x="2447" y="3149"/>
                      <a:pt x="3095" y="2660"/>
                      <a:pt x="3268" y="1938"/>
                    </a:cubicBezTo>
                    <a:cubicBezTo>
                      <a:pt x="3463" y="1094"/>
                      <a:pt x="2943" y="243"/>
                      <a:pt x="2099" y="41"/>
                    </a:cubicBezTo>
                    <a:cubicBezTo>
                      <a:pt x="1979" y="13"/>
                      <a:pt x="1858" y="0"/>
                      <a:pt x="1740" y="0"/>
                    </a:cubicBez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grpSp>
        <p:nvGrpSpPr>
          <p:cNvPr id="9334" name="Google Shape;9334;p39"/>
          <p:cNvGrpSpPr/>
          <p:nvPr/>
        </p:nvGrpSpPr>
        <p:grpSpPr>
          <a:xfrm>
            <a:off x="7624512" y="971306"/>
            <a:ext cx="804565" cy="677795"/>
            <a:chOff x="7636443" y="1204988"/>
            <a:chExt cx="804565" cy="677795"/>
          </a:xfrm>
        </p:grpSpPr>
        <p:grpSp>
          <p:nvGrpSpPr>
            <p:cNvPr id="9335" name="Google Shape;9335;p39"/>
            <p:cNvGrpSpPr/>
            <p:nvPr/>
          </p:nvGrpSpPr>
          <p:grpSpPr>
            <a:xfrm>
              <a:off x="7636443" y="1509705"/>
              <a:ext cx="804565" cy="373078"/>
              <a:chOff x="7636443" y="1509705"/>
              <a:chExt cx="804565" cy="373078"/>
            </a:xfrm>
          </p:grpSpPr>
          <p:sp>
            <p:nvSpPr>
              <p:cNvPr id="9336" name="Google Shape;9336;p39"/>
              <p:cNvSpPr/>
              <p:nvPr/>
            </p:nvSpPr>
            <p:spPr>
              <a:xfrm>
                <a:off x="7636443" y="1509705"/>
                <a:ext cx="749840" cy="373078"/>
              </a:xfrm>
              <a:custGeom>
                <a:rect b="b" l="l" r="r" t="t"/>
                <a:pathLst>
                  <a:path extrusionOk="0" h="10331" w="20764">
                    <a:moveTo>
                      <a:pt x="10376" y="1"/>
                    </a:moveTo>
                    <a:lnTo>
                      <a:pt x="1" y="5028"/>
                    </a:lnTo>
                    <a:lnTo>
                      <a:pt x="10376" y="10331"/>
                    </a:lnTo>
                    <a:lnTo>
                      <a:pt x="20763" y="5028"/>
                    </a:lnTo>
                    <a:lnTo>
                      <a:pt x="10376" y="1"/>
                    </a:lnTo>
                    <a:close/>
                  </a:path>
                </a:pathLst>
              </a:custGeom>
              <a:solidFill>
                <a:srgbClr val="435D7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337" name="Google Shape;9337;p39"/>
              <p:cNvSpPr/>
              <p:nvPr/>
            </p:nvSpPr>
            <p:spPr>
              <a:xfrm>
                <a:off x="8398251" y="1667375"/>
                <a:ext cx="42757" cy="36365"/>
              </a:xfrm>
              <a:custGeom>
                <a:rect b="b" l="l" r="r" t="t"/>
                <a:pathLst>
                  <a:path extrusionOk="0" h="1007" w="1184">
                    <a:moveTo>
                      <a:pt x="513" y="0"/>
                    </a:moveTo>
                    <a:cubicBezTo>
                      <a:pt x="255" y="0"/>
                      <a:pt x="5" y="198"/>
                      <a:pt x="12" y="501"/>
                    </a:cubicBezTo>
                    <a:cubicBezTo>
                      <a:pt x="1" y="788"/>
                      <a:pt x="230" y="1006"/>
                      <a:pt x="506" y="1006"/>
                    </a:cubicBezTo>
                    <a:cubicBezTo>
                      <a:pt x="953" y="1006"/>
                      <a:pt x="1183" y="467"/>
                      <a:pt x="862" y="146"/>
                    </a:cubicBezTo>
                    <a:cubicBezTo>
                      <a:pt x="762" y="45"/>
                      <a:pt x="636" y="0"/>
                      <a:pt x="513" y="0"/>
                    </a:cubicBezTo>
                    <a:close/>
                  </a:path>
                </a:pathLst>
              </a:custGeom>
              <a:solidFill>
                <a:srgbClr val="435D7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9338" name="Google Shape;9338;p39"/>
            <p:cNvGrpSpPr/>
            <p:nvPr/>
          </p:nvGrpSpPr>
          <p:grpSpPr>
            <a:xfrm>
              <a:off x="7636443" y="1408133"/>
              <a:ext cx="804565" cy="373078"/>
              <a:chOff x="7636443" y="1408133"/>
              <a:chExt cx="804565" cy="373078"/>
            </a:xfrm>
          </p:grpSpPr>
          <p:sp>
            <p:nvSpPr>
              <p:cNvPr id="9339" name="Google Shape;9339;p39"/>
              <p:cNvSpPr/>
              <p:nvPr/>
            </p:nvSpPr>
            <p:spPr>
              <a:xfrm>
                <a:off x="7636443" y="1408133"/>
                <a:ext cx="749840" cy="373078"/>
              </a:xfrm>
              <a:custGeom>
                <a:rect b="b" l="l" r="r" t="t"/>
                <a:pathLst>
                  <a:path extrusionOk="0" h="10331" w="20764">
                    <a:moveTo>
                      <a:pt x="10376" y="1"/>
                    </a:moveTo>
                    <a:lnTo>
                      <a:pt x="1" y="5028"/>
                    </a:lnTo>
                    <a:lnTo>
                      <a:pt x="10376" y="10331"/>
                    </a:lnTo>
                    <a:lnTo>
                      <a:pt x="20763" y="5028"/>
                    </a:lnTo>
                    <a:lnTo>
                      <a:pt x="10376" y="1"/>
                    </a:lnTo>
                    <a:close/>
                  </a:path>
                </a:pathLst>
              </a:custGeom>
              <a:solidFill>
                <a:srgbClr val="869FB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340" name="Google Shape;9340;p39"/>
              <p:cNvSpPr/>
              <p:nvPr/>
            </p:nvSpPr>
            <p:spPr>
              <a:xfrm>
                <a:off x="8398251" y="1565802"/>
                <a:ext cx="42757" cy="36365"/>
              </a:xfrm>
              <a:custGeom>
                <a:rect b="b" l="l" r="r" t="t"/>
                <a:pathLst>
                  <a:path extrusionOk="0" h="1007" w="1184">
                    <a:moveTo>
                      <a:pt x="513" y="0"/>
                    </a:moveTo>
                    <a:cubicBezTo>
                      <a:pt x="255" y="0"/>
                      <a:pt x="5" y="198"/>
                      <a:pt x="12" y="501"/>
                    </a:cubicBezTo>
                    <a:cubicBezTo>
                      <a:pt x="1" y="788"/>
                      <a:pt x="230" y="1006"/>
                      <a:pt x="506" y="1006"/>
                    </a:cubicBezTo>
                    <a:cubicBezTo>
                      <a:pt x="953" y="1006"/>
                      <a:pt x="1183" y="467"/>
                      <a:pt x="862" y="146"/>
                    </a:cubicBezTo>
                    <a:cubicBezTo>
                      <a:pt x="762" y="45"/>
                      <a:pt x="636" y="0"/>
                      <a:pt x="513" y="0"/>
                    </a:cubicBezTo>
                    <a:close/>
                  </a:path>
                </a:pathLst>
              </a:custGeom>
              <a:solidFill>
                <a:srgbClr val="869FB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9341" name="Google Shape;9341;p39"/>
            <p:cNvGrpSpPr/>
            <p:nvPr/>
          </p:nvGrpSpPr>
          <p:grpSpPr>
            <a:xfrm>
              <a:off x="7636443" y="1306560"/>
              <a:ext cx="804565" cy="373078"/>
              <a:chOff x="7636443" y="1306560"/>
              <a:chExt cx="804565" cy="373078"/>
            </a:xfrm>
          </p:grpSpPr>
          <p:sp>
            <p:nvSpPr>
              <p:cNvPr id="9342" name="Google Shape;9342;p39"/>
              <p:cNvSpPr/>
              <p:nvPr/>
            </p:nvSpPr>
            <p:spPr>
              <a:xfrm>
                <a:off x="7636443" y="1306560"/>
                <a:ext cx="749840" cy="373078"/>
              </a:xfrm>
              <a:custGeom>
                <a:rect b="b" l="l" r="r" t="t"/>
                <a:pathLst>
                  <a:path extrusionOk="0" h="10331" w="20764">
                    <a:moveTo>
                      <a:pt x="10376" y="1"/>
                    </a:moveTo>
                    <a:lnTo>
                      <a:pt x="1" y="5028"/>
                    </a:lnTo>
                    <a:lnTo>
                      <a:pt x="10376" y="10331"/>
                    </a:lnTo>
                    <a:lnTo>
                      <a:pt x="20763" y="5028"/>
                    </a:lnTo>
                    <a:lnTo>
                      <a:pt x="10376" y="1"/>
                    </a:lnTo>
                    <a:close/>
                  </a:path>
                </a:pathLst>
              </a:custGeom>
              <a:solidFill>
                <a:srgbClr val="BAC8D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343" name="Google Shape;9343;p39"/>
              <p:cNvSpPr/>
              <p:nvPr/>
            </p:nvSpPr>
            <p:spPr>
              <a:xfrm>
                <a:off x="8398251" y="1464230"/>
                <a:ext cx="42757" cy="36365"/>
              </a:xfrm>
              <a:custGeom>
                <a:rect b="b" l="l" r="r" t="t"/>
                <a:pathLst>
                  <a:path extrusionOk="0" h="1007" w="1184">
                    <a:moveTo>
                      <a:pt x="513" y="0"/>
                    </a:moveTo>
                    <a:cubicBezTo>
                      <a:pt x="255" y="0"/>
                      <a:pt x="5" y="198"/>
                      <a:pt x="12" y="501"/>
                    </a:cubicBezTo>
                    <a:cubicBezTo>
                      <a:pt x="1" y="788"/>
                      <a:pt x="230" y="1006"/>
                      <a:pt x="506" y="1006"/>
                    </a:cubicBezTo>
                    <a:cubicBezTo>
                      <a:pt x="953" y="1006"/>
                      <a:pt x="1183" y="467"/>
                      <a:pt x="862" y="146"/>
                    </a:cubicBezTo>
                    <a:cubicBezTo>
                      <a:pt x="762" y="45"/>
                      <a:pt x="636" y="0"/>
                      <a:pt x="513" y="0"/>
                    </a:cubicBezTo>
                    <a:close/>
                  </a:path>
                </a:pathLst>
              </a:custGeom>
              <a:solidFill>
                <a:srgbClr val="BAC8D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9344" name="Google Shape;9344;p39"/>
            <p:cNvGrpSpPr/>
            <p:nvPr/>
          </p:nvGrpSpPr>
          <p:grpSpPr>
            <a:xfrm>
              <a:off x="7636443" y="1204988"/>
              <a:ext cx="804565" cy="373078"/>
              <a:chOff x="7636443" y="1204988"/>
              <a:chExt cx="804565" cy="373078"/>
            </a:xfrm>
          </p:grpSpPr>
          <p:sp>
            <p:nvSpPr>
              <p:cNvPr id="9345" name="Google Shape;9345;p39"/>
              <p:cNvSpPr/>
              <p:nvPr/>
            </p:nvSpPr>
            <p:spPr>
              <a:xfrm>
                <a:off x="7636443" y="1204988"/>
                <a:ext cx="749840" cy="373078"/>
              </a:xfrm>
              <a:custGeom>
                <a:rect b="b" l="l" r="r" t="t"/>
                <a:pathLst>
                  <a:path extrusionOk="0" h="10331" w="20764">
                    <a:moveTo>
                      <a:pt x="10376" y="1"/>
                    </a:moveTo>
                    <a:lnTo>
                      <a:pt x="1" y="5028"/>
                    </a:lnTo>
                    <a:lnTo>
                      <a:pt x="10376" y="10331"/>
                    </a:lnTo>
                    <a:lnTo>
                      <a:pt x="20763" y="5028"/>
                    </a:lnTo>
                    <a:lnTo>
                      <a:pt x="10376" y="1"/>
                    </a:ln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346" name="Google Shape;9346;p39"/>
              <p:cNvSpPr/>
              <p:nvPr/>
            </p:nvSpPr>
            <p:spPr>
              <a:xfrm>
                <a:off x="8398251" y="1362658"/>
                <a:ext cx="42757" cy="36365"/>
              </a:xfrm>
              <a:custGeom>
                <a:rect b="b" l="l" r="r" t="t"/>
                <a:pathLst>
                  <a:path extrusionOk="0" h="1007" w="1184">
                    <a:moveTo>
                      <a:pt x="513" y="0"/>
                    </a:moveTo>
                    <a:cubicBezTo>
                      <a:pt x="255" y="0"/>
                      <a:pt x="5" y="198"/>
                      <a:pt x="12" y="501"/>
                    </a:cubicBezTo>
                    <a:cubicBezTo>
                      <a:pt x="1" y="788"/>
                      <a:pt x="230" y="1006"/>
                      <a:pt x="506" y="1006"/>
                    </a:cubicBezTo>
                    <a:cubicBezTo>
                      <a:pt x="953" y="1006"/>
                      <a:pt x="1183" y="467"/>
                      <a:pt x="862" y="146"/>
                    </a:cubicBezTo>
                    <a:cubicBezTo>
                      <a:pt x="762" y="45"/>
                      <a:pt x="636" y="0"/>
                      <a:pt x="513" y="0"/>
                    </a:cubicBez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grpSp>
        <p:nvGrpSpPr>
          <p:cNvPr id="9347" name="Google Shape;9347;p39"/>
          <p:cNvGrpSpPr/>
          <p:nvPr/>
        </p:nvGrpSpPr>
        <p:grpSpPr>
          <a:xfrm>
            <a:off x="4963358" y="1878721"/>
            <a:ext cx="661339" cy="661188"/>
            <a:chOff x="3990000" y="975400"/>
            <a:chExt cx="3934200" cy="3933300"/>
          </a:xfrm>
        </p:grpSpPr>
        <p:sp>
          <p:nvSpPr>
            <p:cNvPr id="9348" name="Google Shape;9348;p39"/>
            <p:cNvSpPr/>
            <p:nvPr/>
          </p:nvSpPr>
          <p:spPr>
            <a:xfrm>
              <a:off x="3990000" y="975400"/>
              <a:ext cx="3934200" cy="3933300"/>
            </a:xfrm>
            <a:prstGeom prst="ellipse">
              <a:avLst/>
            </a:prstGeom>
            <a:solidFill>
              <a:srgbClr val="667E9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349" name="Google Shape;9349;p39"/>
            <p:cNvSpPr/>
            <p:nvPr/>
          </p:nvSpPr>
          <p:spPr>
            <a:xfrm>
              <a:off x="4346550" y="1331800"/>
              <a:ext cx="3221100" cy="3220500"/>
            </a:xfrm>
            <a:prstGeom prst="ellipse">
              <a:avLst/>
            </a:prstGeom>
            <a:solidFill>
              <a:srgbClr val="869FB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350" name="Google Shape;9350;p39"/>
            <p:cNvSpPr/>
            <p:nvPr/>
          </p:nvSpPr>
          <p:spPr>
            <a:xfrm>
              <a:off x="4786800" y="1771750"/>
              <a:ext cx="2340600" cy="2340600"/>
            </a:xfrm>
            <a:prstGeom prst="ellipse">
              <a:avLst/>
            </a:prstGeom>
            <a:solidFill>
              <a:srgbClr val="BAC8D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351" name="Google Shape;9351;p39"/>
            <p:cNvSpPr/>
            <p:nvPr/>
          </p:nvSpPr>
          <p:spPr>
            <a:xfrm>
              <a:off x="5218650" y="2203450"/>
              <a:ext cx="1476900" cy="1477200"/>
            </a:xfrm>
            <a:prstGeom prst="ellipse">
              <a:avLst/>
            </a:pr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9352" name="Google Shape;9352;p39"/>
          <p:cNvGrpSpPr/>
          <p:nvPr/>
        </p:nvGrpSpPr>
        <p:grpSpPr>
          <a:xfrm>
            <a:off x="6607006" y="1857359"/>
            <a:ext cx="868881" cy="684240"/>
            <a:chOff x="6598259" y="2078634"/>
            <a:chExt cx="868881" cy="684240"/>
          </a:xfrm>
        </p:grpSpPr>
        <p:sp>
          <p:nvSpPr>
            <p:cNvPr id="9353" name="Google Shape;9353;p39"/>
            <p:cNvSpPr/>
            <p:nvPr/>
          </p:nvSpPr>
          <p:spPr>
            <a:xfrm>
              <a:off x="7165957" y="2159753"/>
              <a:ext cx="286185" cy="107120"/>
            </a:xfrm>
            <a:custGeom>
              <a:rect b="b" l="l" r="r" t="t"/>
              <a:pathLst>
                <a:path extrusionOk="0" h="18156" w="48506">
                  <a:moveTo>
                    <a:pt x="1" y="1"/>
                  </a:moveTo>
                  <a:lnTo>
                    <a:pt x="1" y="18156"/>
                  </a:lnTo>
                  <a:lnTo>
                    <a:pt x="48506" y="18156"/>
                  </a:lnTo>
                  <a:lnTo>
                    <a:pt x="48506" y="1"/>
                  </a:lnTo>
                  <a:close/>
                </a:path>
              </a:pathLst>
            </a:custGeom>
            <a:solidFill>
              <a:srgbClr val="B3C3C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354" name="Google Shape;9354;p39"/>
            <p:cNvSpPr/>
            <p:nvPr/>
          </p:nvSpPr>
          <p:spPr>
            <a:xfrm>
              <a:off x="7085764" y="2536793"/>
              <a:ext cx="349475" cy="107120"/>
            </a:xfrm>
            <a:custGeom>
              <a:rect b="b" l="l" r="r" t="t"/>
              <a:pathLst>
                <a:path extrusionOk="0" h="18156" w="59233">
                  <a:moveTo>
                    <a:pt x="1" y="1"/>
                  </a:moveTo>
                  <a:lnTo>
                    <a:pt x="1" y="18156"/>
                  </a:lnTo>
                  <a:lnTo>
                    <a:pt x="59233" y="18156"/>
                  </a:lnTo>
                  <a:lnTo>
                    <a:pt x="59233" y="1"/>
                  </a:lnTo>
                  <a:close/>
                </a:path>
              </a:pathLst>
            </a:custGeom>
            <a:solidFill>
              <a:srgbClr val="374F6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355" name="Google Shape;9355;p39"/>
            <p:cNvSpPr/>
            <p:nvPr/>
          </p:nvSpPr>
          <p:spPr>
            <a:xfrm>
              <a:off x="6598259" y="2195183"/>
              <a:ext cx="271241" cy="107120"/>
            </a:xfrm>
            <a:custGeom>
              <a:rect b="b" l="l" r="r" t="t"/>
              <a:pathLst>
                <a:path extrusionOk="0" h="18156" w="45973">
                  <a:moveTo>
                    <a:pt x="1" y="0"/>
                  </a:moveTo>
                  <a:lnTo>
                    <a:pt x="1" y="18156"/>
                  </a:lnTo>
                  <a:lnTo>
                    <a:pt x="45972" y="18156"/>
                  </a:lnTo>
                  <a:lnTo>
                    <a:pt x="45972" y="0"/>
                  </a:lnTo>
                  <a:close/>
                </a:path>
              </a:pathLst>
            </a:custGeom>
            <a:solidFill>
              <a:srgbClr val="8FA1A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356" name="Google Shape;9356;p39"/>
            <p:cNvSpPr/>
            <p:nvPr/>
          </p:nvSpPr>
          <p:spPr>
            <a:xfrm>
              <a:off x="6604064" y="2370778"/>
              <a:ext cx="358696" cy="107126"/>
            </a:xfrm>
            <a:custGeom>
              <a:rect b="b" l="l" r="r" t="t"/>
              <a:pathLst>
                <a:path extrusionOk="0" h="18157" w="60796">
                  <a:moveTo>
                    <a:pt x="0" y="1"/>
                  </a:moveTo>
                  <a:lnTo>
                    <a:pt x="0" y="18156"/>
                  </a:lnTo>
                  <a:lnTo>
                    <a:pt x="60796" y="18156"/>
                  </a:lnTo>
                  <a:lnTo>
                    <a:pt x="60796" y="1"/>
                  </a:lnTo>
                  <a:close/>
                </a:path>
              </a:pathLst>
            </a:custGeom>
            <a:solidFill>
              <a:srgbClr val="C9D4D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357" name="Google Shape;9357;p39"/>
            <p:cNvSpPr/>
            <p:nvPr/>
          </p:nvSpPr>
          <p:spPr>
            <a:xfrm>
              <a:off x="6645158" y="2545743"/>
              <a:ext cx="358696" cy="109044"/>
            </a:xfrm>
            <a:custGeom>
              <a:rect b="b" l="l" r="r" t="t"/>
              <a:pathLst>
                <a:path extrusionOk="0" h="18482" w="60796">
                  <a:moveTo>
                    <a:pt x="1" y="0"/>
                  </a:moveTo>
                  <a:lnTo>
                    <a:pt x="1" y="18482"/>
                  </a:lnTo>
                  <a:lnTo>
                    <a:pt x="60796" y="18482"/>
                  </a:lnTo>
                  <a:lnTo>
                    <a:pt x="60796" y="0"/>
                  </a:lnTo>
                  <a:close/>
                </a:path>
              </a:pathLst>
            </a:custGeom>
            <a:solidFill>
              <a:srgbClr val="DBE3E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358" name="Google Shape;9358;p39"/>
            <p:cNvSpPr/>
            <p:nvPr/>
          </p:nvSpPr>
          <p:spPr>
            <a:xfrm>
              <a:off x="7155838" y="2352960"/>
              <a:ext cx="311302" cy="107120"/>
            </a:xfrm>
            <a:custGeom>
              <a:rect b="b" l="l" r="r" t="t"/>
              <a:pathLst>
                <a:path extrusionOk="0" h="18156" w="52763">
                  <a:moveTo>
                    <a:pt x="0" y="0"/>
                  </a:moveTo>
                  <a:lnTo>
                    <a:pt x="0" y="18155"/>
                  </a:lnTo>
                  <a:lnTo>
                    <a:pt x="52763" y="18155"/>
                  </a:lnTo>
                  <a:lnTo>
                    <a:pt x="52763" y="0"/>
                  </a:lnTo>
                  <a:close/>
                </a:path>
              </a:pathLst>
            </a:custGeom>
            <a:solidFill>
              <a:srgbClr val="4F677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nvGrpSpPr>
            <p:cNvPr id="9359" name="Google Shape;9359;p39"/>
            <p:cNvGrpSpPr/>
            <p:nvPr/>
          </p:nvGrpSpPr>
          <p:grpSpPr>
            <a:xfrm>
              <a:off x="6808175" y="2078634"/>
              <a:ext cx="452229" cy="684240"/>
              <a:chOff x="6808175" y="2078634"/>
              <a:chExt cx="452229" cy="684240"/>
            </a:xfrm>
          </p:grpSpPr>
          <p:sp>
            <p:nvSpPr>
              <p:cNvPr id="9360" name="Google Shape;9360;p39"/>
              <p:cNvSpPr/>
              <p:nvPr/>
            </p:nvSpPr>
            <p:spPr>
              <a:xfrm>
                <a:off x="7165957" y="2159753"/>
                <a:ext cx="94447" cy="107120"/>
              </a:xfrm>
              <a:custGeom>
                <a:rect b="b" l="l" r="r" t="t"/>
                <a:pathLst>
                  <a:path extrusionOk="0" h="18156" w="16008">
                    <a:moveTo>
                      <a:pt x="1" y="1"/>
                    </a:moveTo>
                    <a:lnTo>
                      <a:pt x="1" y="18156"/>
                    </a:lnTo>
                    <a:lnTo>
                      <a:pt x="16007" y="18156"/>
                    </a:lnTo>
                    <a:cubicBezTo>
                      <a:pt x="15291" y="11568"/>
                      <a:pt x="12904" y="5350"/>
                      <a:pt x="9054" y="1"/>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361" name="Google Shape;9361;p39"/>
              <p:cNvSpPr/>
              <p:nvPr/>
            </p:nvSpPr>
            <p:spPr>
              <a:xfrm>
                <a:off x="7085764" y="2536793"/>
                <a:ext cx="61100" cy="107120"/>
              </a:xfrm>
              <a:custGeom>
                <a:rect b="b" l="l" r="r" t="t"/>
                <a:pathLst>
                  <a:path extrusionOk="0" h="18156" w="10356">
                    <a:moveTo>
                      <a:pt x="1" y="1"/>
                    </a:moveTo>
                    <a:lnTo>
                      <a:pt x="1" y="18156"/>
                    </a:lnTo>
                    <a:lnTo>
                      <a:pt x="5804" y="18156"/>
                    </a:lnTo>
                    <a:cubicBezTo>
                      <a:pt x="5810" y="18084"/>
                      <a:pt x="5813" y="18013"/>
                      <a:pt x="5813" y="17941"/>
                    </a:cubicBezTo>
                    <a:cubicBezTo>
                      <a:pt x="5815" y="17225"/>
                      <a:pt x="5579" y="16528"/>
                      <a:pt x="5146" y="15958"/>
                    </a:cubicBezTo>
                    <a:cubicBezTo>
                      <a:pt x="5764" y="15144"/>
                      <a:pt x="5967" y="14089"/>
                      <a:pt x="5696" y="13103"/>
                    </a:cubicBezTo>
                    <a:cubicBezTo>
                      <a:pt x="6334" y="11805"/>
                      <a:pt x="6339" y="10352"/>
                      <a:pt x="6343" y="9017"/>
                    </a:cubicBezTo>
                    <a:lnTo>
                      <a:pt x="6343" y="8907"/>
                    </a:lnTo>
                    <a:cubicBezTo>
                      <a:pt x="6346" y="8040"/>
                      <a:pt x="6573" y="6922"/>
                      <a:pt x="6952" y="5914"/>
                    </a:cubicBezTo>
                    <a:cubicBezTo>
                      <a:pt x="7745" y="3797"/>
                      <a:pt x="8890" y="1817"/>
                      <a:pt x="10355" y="1"/>
                    </a:cubicBezTo>
                    <a:close/>
                  </a:path>
                </a:pathLst>
              </a:custGeom>
              <a:solidFill>
                <a:srgbClr val="213B5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362" name="Google Shape;9362;p39"/>
              <p:cNvSpPr/>
              <p:nvPr/>
            </p:nvSpPr>
            <p:spPr>
              <a:xfrm>
                <a:off x="6808175" y="2195183"/>
                <a:ext cx="61325" cy="107120"/>
              </a:xfrm>
              <a:custGeom>
                <a:rect b="b" l="l" r="r" t="t"/>
                <a:pathLst>
                  <a:path extrusionOk="0" h="18156" w="10394">
                    <a:moveTo>
                      <a:pt x="3660" y="0"/>
                    </a:moveTo>
                    <a:cubicBezTo>
                      <a:pt x="1279" y="5051"/>
                      <a:pt x="19" y="10605"/>
                      <a:pt x="14" y="16353"/>
                    </a:cubicBezTo>
                    <a:cubicBezTo>
                      <a:pt x="11" y="16529"/>
                      <a:pt x="0" y="17161"/>
                      <a:pt x="51" y="18156"/>
                    </a:cubicBezTo>
                    <a:lnTo>
                      <a:pt x="10393" y="18156"/>
                    </a:lnTo>
                    <a:lnTo>
                      <a:pt x="10393" y="0"/>
                    </a:lnTo>
                    <a:close/>
                  </a:path>
                </a:pathLst>
              </a:custGeom>
              <a:solidFill>
                <a:srgbClr val="667E9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363" name="Google Shape;9363;p39"/>
              <p:cNvSpPr/>
              <p:nvPr/>
            </p:nvSpPr>
            <p:spPr>
              <a:xfrm>
                <a:off x="6820441" y="2370778"/>
                <a:ext cx="142320" cy="107126"/>
              </a:xfrm>
              <a:custGeom>
                <a:rect b="b" l="l" r="r" t="t"/>
                <a:pathLst>
                  <a:path extrusionOk="0" h="18157" w="24122">
                    <a:moveTo>
                      <a:pt x="0" y="1"/>
                    </a:moveTo>
                    <a:cubicBezTo>
                      <a:pt x="1532" y="5312"/>
                      <a:pt x="4200" y="11690"/>
                      <a:pt x="8823" y="18156"/>
                    </a:cubicBezTo>
                    <a:lnTo>
                      <a:pt x="24122" y="18156"/>
                    </a:lnTo>
                    <a:lnTo>
                      <a:pt x="24122" y="1"/>
                    </a:lnTo>
                    <a:close/>
                  </a:path>
                </a:pathLst>
              </a:custGeom>
              <a:solidFill>
                <a:srgbClr val="A5B7C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364" name="Google Shape;9364;p39"/>
              <p:cNvSpPr/>
              <p:nvPr/>
            </p:nvSpPr>
            <p:spPr>
              <a:xfrm>
                <a:off x="6929774" y="2545743"/>
                <a:ext cx="74092" cy="109044"/>
              </a:xfrm>
              <a:custGeom>
                <a:rect b="b" l="l" r="r" t="t"/>
                <a:pathLst>
                  <a:path extrusionOk="0" h="18482" w="12558">
                    <a:moveTo>
                      <a:pt x="0" y="0"/>
                    </a:moveTo>
                    <a:cubicBezTo>
                      <a:pt x="938" y="1387"/>
                      <a:pt x="1707" y="2855"/>
                      <a:pt x="2285" y="4397"/>
                    </a:cubicBezTo>
                    <a:cubicBezTo>
                      <a:pt x="2664" y="5405"/>
                      <a:pt x="2891" y="6523"/>
                      <a:pt x="2895" y="7390"/>
                    </a:cubicBezTo>
                    <a:lnTo>
                      <a:pt x="2895" y="7500"/>
                    </a:lnTo>
                    <a:cubicBezTo>
                      <a:pt x="2898" y="8835"/>
                      <a:pt x="2904" y="10288"/>
                      <a:pt x="3541" y="11586"/>
                    </a:cubicBezTo>
                    <a:cubicBezTo>
                      <a:pt x="3270" y="12572"/>
                      <a:pt x="3473" y="13627"/>
                      <a:pt x="4092" y="14441"/>
                    </a:cubicBezTo>
                    <a:cubicBezTo>
                      <a:pt x="3202" y="15613"/>
                      <a:pt x="3202" y="17235"/>
                      <a:pt x="4092" y="18407"/>
                    </a:cubicBezTo>
                    <a:cubicBezTo>
                      <a:pt x="4072" y="18431"/>
                      <a:pt x="4057" y="18457"/>
                      <a:pt x="4039" y="18482"/>
                    </a:cubicBezTo>
                    <a:lnTo>
                      <a:pt x="12558" y="18482"/>
                    </a:lnTo>
                    <a:lnTo>
                      <a:pt x="12558" y="0"/>
                    </a:ln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365" name="Google Shape;9365;p39"/>
              <p:cNvSpPr/>
              <p:nvPr/>
            </p:nvSpPr>
            <p:spPr>
              <a:xfrm>
                <a:off x="7155838" y="2352960"/>
                <a:ext cx="98377" cy="107120"/>
              </a:xfrm>
              <a:custGeom>
                <a:rect b="b" l="l" r="r" t="t"/>
                <a:pathLst>
                  <a:path extrusionOk="0" h="18156" w="16674">
                    <a:moveTo>
                      <a:pt x="0" y="0"/>
                    </a:moveTo>
                    <a:lnTo>
                      <a:pt x="0" y="18155"/>
                    </a:lnTo>
                    <a:lnTo>
                      <a:pt x="9101" y="18155"/>
                    </a:lnTo>
                    <a:cubicBezTo>
                      <a:pt x="13299" y="11475"/>
                      <a:pt x="15509" y="5056"/>
                      <a:pt x="16674" y="0"/>
                    </a:cubicBezTo>
                    <a:close/>
                  </a:path>
                </a:pathLst>
              </a:custGeom>
              <a:solidFill>
                <a:srgbClr val="445D7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nvGrpSpPr>
              <p:cNvPr id="9366" name="Google Shape;9366;p39"/>
              <p:cNvGrpSpPr/>
              <p:nvPr/>
            </p:nvGrpSpPr>
            <p:grpSpPr>
              <a:xfrm>
                <a:off x="6821586" y="2078634"/>
                <a:ext cx="426871" cy="684240"/>
                <a:chOff x="6821586" y="2078634"/>
                <a:chExt cx="426871" cy="684240"/>
              </a:xfrm>
            </p:grpSpPr>
            <p:grpSp>
              <p:nvGrpSpPr>
                <p:cNvPr id="9367" name="Google Shape;9367;p39"/>
                <p:cNvGrpSpPr/>
                <p:nvPr/>
              </p:nvGrpSpPr>
              <p:grpSpPr>
                <a:xfrm>
                  <a:off x="6821586" y="2078634"/>
                  <a:ext cx="426871" cy="684240"/>
                  <a:chOff x="6821586" y="2078634"/>
                  <a:chExt cx="426871" cy="684240"/>
                </a:xfrm>
              </p:grpSpPr>
              <p:sp>
                <p:nvSpPr>
                  <p:cNvPr id="9368" name="Google Shape;9368;p39"/>
                  <p:cNvSpPr/>
                  <p:nvPr/>
                </p:nvSpPr>
                <p:spPr>
                  <a:xfrm>
                    <a:off x="6990036" y="2693797"/>
                    <a:ext cx="89963" cy="69077"/>
                  </a:xfrm>
                  <a:custGeom>
                    <a:rect b="b" l="l" r="r" t="t"/>
                    <a:pathLst>
                      <a:path extrusionOk="0" h="11708" w="15248">
                        <a:moveTo>
                          <a:pt x="1" y="0"/>
                        </a:moveTo>
                        <a:lnTo>
                          <a:pt x="1" y="4083"/>
                        </a:lnTo>
                        <a:cubicBezTo>
                          <a:pt x="1" y="8276"/>
                          <a:pt x="3430" y="11707"/>
                          <a:pt x="7623" y="11707"/>
                        </a:cubicBezTo>
                        <a:cubicBezTo>
                          <a:pt x="11816" y="11707"/>
                          <a:pt x="15247" y="8276"/>
                          <a:pt x="15247" y="4083"/>
                        </a:cubicBezTo>
                        <a:lnTo>
                          <a:pt x="15247" y="0"/>
                        </a:lnTo>
                        <a:close/>
                      </a:path>
                    </a:pathLst>
                  </a:custGeom>
                  <a:solidFill>
                    <a:srgbClr val="EEF0F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369" name="Google Shape;9369;p39"/>
                  <p:cNvSpPr/>
                  <p:nvPr/>
                </p:nvSpPr>
                <p:spPr>
                  <a:xfrm>
                    <a:off x="6968649" y="2671926"/>
                    <a:ext cx="132738" cy="72712"/>
                  </a:xfrm>
                  <a:custGeom>
                    <a:rect b="b" l="l" r="r" t="t"/>
                    <a:pathLst>
                      <a:path extrusionOk="0" h="12324" w="22498">
                        <a:moveTo>
                          <a:pt x="1" y="0"/>
                        </a:moveTo>
                        <a:lnTo>
                          <a:pt x="1" y="2864"/>
                        </a:lnTo>
                        <a:cubicBezTo>
                          <a:pt x="1" y="8528"/>
                          <a:pt x="10476" y="12324"/>
                          <a:pt x="11248" y="12324"/>
                        </a:cubicBezTo>
                        <a:cubicBezTo>
                          <a:pt x="12022" y="12324"/>
                          <a:pt x="22498" y="7684"/>
                          <a:pt x="22498" y="2864"/>
                        </a:cubicBezTo>
                        <a:lnTo>
                          <a:pt x="22498" y="0"/>
                        </a:lnTo>
                        <a:close/>
                      </a:path>
                    </a:pathLst>
                  </a:custGeom>
                  <a:solidFill>
                    <a:srgbClr val="E3E7E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370" name="Google Shape;9370;p39"/>
                  <p:cNvSpPr/>
                  <p:nvPr/>
                </p:nvSpPr>
                <p:spPr>
                  <a:xfrm>
                    <a:off x="6968649" y="2679891"/>
                    <a:ext cx="132738" cy="64747"/>
                  </a:xfrm>
                  <a:custGeom>
                    <a:rect b="b" l="l" r="r" t="t"/>
                    <a:pathLst>
                      <a:path extrusionOk="0" h="10974" w="22498">
                        <a:moveTo>
                          <a:pt x="1" y="1"/>
                        </a:moveTo>
                        <a:lnTo>
                          <a:pt x="1" y="1514"/>
                        </a:lnTo>
                        <a:cubicBezTo>
                          <a:pt x="1" y="7178"/>
                          <a:pt x="10476" y="10974"/>
                          <a:pt x="11248" y="10974"/>
                        </a:cubicBezTo>
                        <a:cubicBezTo>
                          <a:pt x="12022" y="10974"/>
                          <a:pt x="22498" y="6335"/>
                          <a:pt x="22498" y="1514"/>
                        </a:cubicBezTo>
                        <a:lnTo>
                          <a:pt x="22498" y="1"/>
                        </a:lnTo>
                        <a:cubicBezTo>
                          <a:pt x="22498" y="4821"/>
                          <a:pt x="12022" y="9459"/>
                          <a:pt x="11248" y="9459"/>
                        </a:cubicBezTo>
                        <a:cubicBezTo>
                          <a:pt x="10476" y="9459"/>
                          <a:pt x="1" y="5665"/>
                          <a:pt x="1" y="1"/>
                        </a:cubicBezTo>
                        <a:close/>
                      </a:path>
                    </a:pathLst>
                  </a:custGeom>
                  <a:solidFill>
                    <a:srgbClr val="D6DB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371" name="Google Shape;9371;p39"/>
                  <p:cNvSpPr/>
                  <p:nvPr/>
                </p:nvSpPr>
                <p:spPr>
                  <a:xfrm>
                    <a:off x="6969091" y="2693467"/>
                    <a:ext cx="131729" cy="11765"/>
                  </a:xfrm>
                  <a:custGeom>
                    <a:rect b="b" l="l" r="r" t="t"/>
                    <a:pathLst>
                      <a:path extrusionOk="0" h="1994" w="22327">
                        <a:moveTo>
                          <a:pt x="52" y="1"/>
                        </a:moveTo>
                        <a:cubicBezTo>
                          <a:pt x="34" y="1"/>
                          <a:pt x="18" y="4"/>
                          <a:pt x="1" y="4"/>
                        </a:cubicBezTo>
                        <a:cubicBezTo>
                          <a:pt x="122" y="701"/>
                          <a:pt x="392" y="1367"/>
                          <a:pt x="778" y="1994"/>
                        </a:cubicBezTo>
                        <a:lnTo>
                          <a:pt x="21362" y="1994"/>
                        </a:lnTo>
                        <a:cubicBezTo>
                          <a:pt x="21834" y="1347"/>
                          <a:pt x="22173" y="680"/>
                          <a:pt x="22326" y="2"/>
                        </a:cubicBezTo>
                        <a:cubicBezTo>
                          <a:pt x="22316" y="2"/>
                          <a:pt x="22307" y="1"/>
                          <a:pt x="22297" y="1"/>
                        </a:cubicBezTo>
                        <a:close/>
                      </a:path>
                    </a:pathLst>
                  </a:custGeom>
                  <a:solidFill>
                    <a:srgbClr val="D6DB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372" name="Google Shape;9372;p39"/>
                  <p:cNvSpPr/>
                  <p:nvPr/>
                </p:nvSpPr>
                <p:spPr>
                  <a:xfrm>
                    <a:off x="6821586" y="2078634"/>
                    <a:ext cx="426871" cy="544694"/>
                  </a:xfrm>
                  <a:custGeom>
                    <a:rect b="b" l="l" r="r" t="t"/>
                    <a:pathLst>
                      <a:path extrusionOk="0" h="92321" w="72351">
                        <a:moveTo>
                          <a:pt x="36174" y="1"/>
                        </a:moveTo>
                        <a:cubicBezTo>
                          <a:pt x="16216" y="1"/>
                          <a:pt x="37" y="16180"/>
                          <a:pt x="37" y="36140"/>
                        </a:cubicBezTo>
                        <a:cubicBezTo>
                          <a:pt x="37" y="36140"/>
                          <a:pt x="0" y="37141"/>
                          <a:pt x="140" y="38891"/>
                        </a:cubicBezTo>
                        <a:cubicBezTo>
                          <a:pt x="143" y="38928"/>
                          <a:pt x="147" y="38965"/>
                          <a:pt x="149" y="39003"/>
                        </a:cubicBezTo>
                        <a:cubicBezTo>
                          <a:pt x="164" y="39192"/>
                          <a:pt x="182" y="39386"/>
                          <a:pt x="201" y="39590"/>
                        </a:cubicBezTo>
                        <a:cubicBezTo>
                          <a:pt x="222" y="39817"/>
                          <a:pt x="246" y="40044"/>
                          <a:pt x="273" y="40271"/>
                        </a:cubicBezTo>
                        <a:cubicBezTo>
                          <a:pt x="281" y="40354"/>
                          <a:pt x="292" y="40436"/>
                          <a:pt x="301" y="40521"/>
                        </a:cubicBezTo>
                        <a:cubicBezTo>
                          <a:pt x="313" y="40621"/>
                          <a:pt x="325" y="40722"/>
                          <a:pt x="337" y="40822"/>
                        </a:cubicBezTo>
                        <a:cubicBezTo>
                          <a:pt x="1211" y="47845"/>
                          <a:pt x="4544" y="61615"/>
                          <a:pt x="17111" y="74112"/>
                        </a:cubicBezTo>
                        <a:cubicBezTo>
                          <a:pt x="19581" y="76568"/>
                          <a:pt x="21548" y="79501"/>
                          <a:pt x="22771" y="82763"/>
                        </a:cubicBezTo>
                        <a:cubicBezTo>
                          <a:pt x="23307" y="84192"/>
                          <a:pt x="23522" y="85567"/>
                          <a:pt x="23526" y="86552"/>
                        </a:cubicBezTo>
                        <a:cubicBezTo>
                          <a:pt x="23540" y="90527"/>
                          <a:pt x="23421" y="92321"/>
                          <a:pt x="36174" y="92321"/>
                        </a:cubicBezTo>
                        <a:cubicBezTo>
                          <a:pt x="48929" y="92321"/>
                          <a:pt x="48811" y="90527"/>
                          <a:pt x="48825" y="86552"/>
                        </a:cubicBezTo>
                        <a:cubicBezTo>
                          <a:pt x="48828" y="85567"/>
                          <a:pt x="49043" y="84192"/>
                          <a:pt x="49579" y="82763"/>
                        </a:cubicBezTo>
                        <a:cubicBezTo>
                          <a:pt x="50802" y="79501"/>
                          <a:pt x="52769" y="76568"/>
                          <a:pt x="55240" y="74112"/>
                        </a:cubicBezTo>
                        <a:cubicBezTo>
                          <a:pt x="67806" y="61615"/>
                          <a:pt x="71138" y="47845"/>
                          <a:pt x="72011" y="40822"/>
                        </a:cubicBezTo>
                        <a:cubicBezTo>
                          <a:pt x="72025" y="40722"/>
                          <a:pt x="72038" y="40621"/>
                          <a:pt x="72050" y="40521"/>
                        </a:cubicBezTo>
                        <a:cubicBezTo>
                          <a:pt x="72059" y="40436"/>
                          <a:pt x="72069" y="40354"/>
                          <a:pt x="72078" y="40271"/>
                        </a:cubicBezTo>
                        <a:cubicBezTo>
                          <a:pt x="72104" y="40044"/>
                          <a:pt x="72127" y="39817"/>
                          <a:pt x="72149" y="39590"/>
                        </a:cubicBezTo>
                        <a:cubicBezTo>
                          <a:pt x="72169" y="39386"/>
                          <a:pt x="72186" y="39192"/>
                          <a:pt x="72202" y="39003"/>
                        </a:cubicBezTo>
                        <a:cubicBezTo>
                          <a:pt x="72205" y="38966"/>
                          <a:pt x="72207" y="38928"/>
                          <a:pt x="72211" y="38891"/>
                        </a:cubicBezTo>
                        <a:cubicBezTo>
                          <a:pt x="72350" y="37141"/>
                          <a:pt x="72314" y="36140"/>
                          <a:pt x="72314" y="36140"/>
                        </a:cubicBezTo>
                        <a:cubicBezTo>
                          <a:pt x="72314" y="16180"/>
                          <a:pt x="56134" y="1"/>
                          <a:pt x="36174" y="1"/>
                        </a:cubicBezTo>
                        <a:close/>
                      </a:path>
                    </a:pathLst>
                  </a:custGeom>
                  <a:solidFill>
                    <a:srgbClr val="FEFEF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373" name="Google Shape;9373;p39"/>
                  <p:cNvSpPr/>
                  <p:nvPr/>
                </p:nvSpPr>
                <p:spPr>
                  <a:xfrm>
                    <a:off x="6984514" y="2448953"/>
                    <a:ext cx="101008" cy="164409"/>
                  </a:xfrm>
                  <a:custGeom>
                    <a:rect b="b" l="l" r="r" t="t"/>
                    <a:pathLst>
                      <a:path extrusionOk="0" h="27866" w="17120">
                        <a:moveTo>
                          <a:pt x="1" y="0"/>
                        </a:moveTo>
                        <a:lnTo>
                          <a:pt x="4920" y="27866"/>
                        </a:lnTo>
                        <a:lnTo>
                          <a:pt x="12200" y="27866"/>
                        </a:lnTo>
                        <a:lnTo>
                          <a:pt x="17120" y="0"/>
                        </a:lnTo>
                        <a:close/>
                      </a:path>
                    </a:pathLst>
                  </a:custGeom>
                  <a:solidFill>
                    <a:srgbClr val="EDF1F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374" name="Google Shape;9374;p39"/>
                  <p:cNvSpPr/>
                  <p:nvPr/>
                </p:nvSpPr>
                <p:spPr>
                  <a:xfrm>
                    <a:off x="6984514" y="2448953"/>
                    <a:ext cx="101008" cy="140963"/>
                  </a:xfrm>
                  <a:custGeom>
                    <a:rect b="b" l="l" r="r" t="t"/>
                    <a:pathLst>
                      <a:path extrusionOk="0" h="23892" w="17120">
                        <a:moveTo>
                          <a:pt x="1" y="0"/>
                        </a:moveTo>
                        <a:lnTo>
                          <a:pt x="4218" y="23891"/>
                        </a:lnTo>
                        <a:lnTo>
                          <a:pt x="12902" y="23891"/>
                        </a:lnTo>
                        <a:lnTo>
                          <a:pt x="17120" y="0"/>
                        </a:ln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375" name="Google Shape;9375;p39"/>
                  <p:cNvSpPr/>
                  <p:nvPr/>
                </p:nvSpPr>
                <p:spPr>
                  <a:xfrm>
                    <a:off x="7012451" y="2607162"/>
                    <a:ext cx="45141" cy="6201"/>
                  </a:xfrm>
                  <a:custGeom>
                    <a:rect b="b" l="l" r="r" t="t"/>
                    <a:pathLst>
                      <a:path extrusionOk="0" h="1051" w="7651">
                        <a:moveTo>
                          <a:pt x="0" y="1"/>
                        </a:moveTo>
                        <a:lnTo>
                          <a:pt x="185" y="1051"/>
                        </a:lnTo>
                        <a:lnTo>
                          <a:pt x="7465" y="1051"/>
                        </a:lnTo>
                        <a:lnTo>
                          <a:pt x="7650" y="1"/>
                        </a:ln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376" name="Google Shape;9376;p39"/>
                  <p:cNvSpPr/>
                  <p:nvPr/>
                </p:nvSpPr>
                <p:spPr>
                  <a:xfrm>
                    <a:off x="6968649" y="2664244"/>
                    <a:ext cx="132738" cy="25199"/>
                  </a:xfrm>
                  <a:custGeom>
                    <a:rect b="b" l="l" r="r" t="t"/>
                    <a:pathLst>
                      <a:path extrusionOk="0" h="4271" w="22498">
                        <a:moveTo>
                          <a:pt x="93" y="1"/>
                        </a:moveTo>
                        <a:cubicBezTo>
                          <a:pt x="43" y="1"/>
                          <a:pt x="1" y="43"/>
                          <a:pt x="1" y="95"/>
                        </a:cubicBezTo>
                        <a:lnTo>
                          <a:pt x="1" y="4176"/>
                        </a:lnTo>
                        <a:cubicBezTo>
                          <a:pt x="1" y="4229"/>
                          <a:pt x="43" y="4270"/>
                          <a:pt x="93" y="4270"/>
                        </a:cubicBezTo>
                        <a:lnTo>
                          <a:pt x="22405" y="4270"/>
                        </a:lnTo>
                        <a:cubicBezTo>
                          <a:pt x="22456" y="4270"/>
                          <a:pt x="22498" y="4229"/>
                          <a:pt x="22498" y="4176"/>
                        </a:cubicBezTo>
                        <a:lnTo>
                          <a:pt x="22498" y="95"/>
                        </a:lnTo>
                        <a:cubicBezTo>
                          <a:pt x="22498" y="43"/>
                          <a:pt x="22456" y="1"/>
                          <a:pt x="22405" y="1"/>
                        </a:cubicBezTo>
                        <a:close/>
                      </a:path>
                    </a:pathLst>
                  </a:custGeom>
                  <a:solidFill>
                    <a:srgbClr val="E3E7E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377" name="Google Shape;9377;p39"/>
                  <p:cNvSpPr/>
                  <p:nvPr/>
                </p:nvSpPr>
                <p:spPr>
                  <a:xfrm>
                    <a:off x="6968649" y="2667389"/>
                    <a:ext cx="132738" cy="11776"/>
                  </a:xfrm>
                  <a:custGeom>
                    <a:rect b="b" l="l" r="r" t="t"/>
                    <a:pathLst>
                      <a:path extrusionOk="0" h="1996" w="22498">
                        <a:moveTo>
                          <a:pt x="22185" y="1"/>
                        </a:moveTo>
                        <a:lnTo>
                          <a:pt x="314" y="2"/>
                        </a:lnTo>
                        <a:cubicBezTo>
                          <a:pt x="113" y="247"/>
                          <a:pt x="3" y="556"/>
                          <a:pt x="1" y="874"/>
                        </a:cubicBezTo>
                        <a:lnTo>
                          <a:pt x="1" y="1880"/>
                        </a:lnTo>
                        <a:cubicBezTo>
                          <a:pt x="1" y="1915"/>
                          <a:pt x="8" y="1948"/>
                          <a:pt x="11" y="1983"/>
                        </a:cubicBezTo>
                        <a:cubicBezTo>
                          <a:pt x="48" y="1990"/>
                          <a:pt x="88" y="1994"/>
                          <a:pt x="127" y="1996"/>
                        </a:cubicBezTo>
                        <a:lnTo>
                          <a:pt x="22372" y="1996"/>
                        </a:lnTo>
                        <a:cubicBezTo>
                          <a:pt x="22410" y="1994"/>
                          <a:pt x="22449" y="1990"/>
                          <a:pt x="22487" y="1983"/>
                        </a:cubicBezTo>
                        <a:cubicBezTo>
                          <a:pt x="22491" y="1948"/>
                          <a:pt x="22498" y="1915"/>
                          <a:pt x="22498" y="1880"/>
                        </a:cubicBezTo>
                        <a:lnTo>
                          <a:pt x="22498" y="872"/>
                        </a:lnTo>
                        <a:cubicBezTo>
                          <a:pt x="22496" y="554"/>
                          <a:pt x="22386" y="247"/>
                          <a:pt x="22185" y="1"/>
                        </a:cubicBezTo>
                        <a:close/>
                      </a:path>
                    </a:pathLst>
                  </a:custGeom>
                  <a:solidFill>
                    <a:srgbClr val="D6DB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378" name="Google Shape;9378;p39"/>
                  <p:cNvSpPr/>
                  <p:nvPr/>
                </p:nvSpPr>
                <p:spPr>
                  <a:xfrm>
                    <a:off x="6963510" y="2683549"/>
                    <a:ext cx="143022" cy="11776"/>
                  </a:xfrm>
                  <a:custGeom>
                    <a:rect b="b" l="l" r="r" t="t"/>
                    <a:pathLst>
                      <a:path extrusionOk="0" h="1996" w="24241">
                        <a:moveTo>
                          <a:pt x="46" y="1"/>
                        </a:moveTo>
                        <a:cubicBezTo>
                          <a:pt x="19" y="1"/>
                          <a:pt x="0" y="22"/>
                          <a:pt x="0" y="46"/>
                        </a:cubicBezTo>
                        <a:lnTo>
                          <a:pt x="0" y="1951"/>
                        </a:lnTo>
                        <a:cubicBezTo>
                          <a:pt x="0" y="1975"/>
                          <a:pt x="19" y="1996"/>
                          <a:pt x="46" y="1996"/>
                        </a:cubicBezTo>
                        <a:lnTo>
                          <a:pt x="24195" y="1996"/>
                        </a:lnTo>
                        <a:cubicBezTo>
                          <a:pt x="24219" y="1996"/>
                          <a:pt x="24240" y="1975"/>
                          <a:pt x="24240" y="1951"/>
                        </a:cubicBezTo>
                        <a:lnTo>
                          <a:pt x="24240" y="46"/>
                        </a:lnTo>
                        <a:cubicBezTo>
                          <a:pt x="24240" y="22"/>
                          <a:pt x="24219" y="1"/>
                          <a:pt x="24195" y="1"/>
                        </a:cubicBezTo>
                        <a:close/>
                      </a:path>
                    </a:pathLst>
                  </a:custGeom>
                  <a:solidFill>
                    <a:srgbClr val="EEF0F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379" name="Google Shape;9379;p39"/>
                  <p:cNvSpPr/>
                  <p:nvPr/>
                </p:nvSpPr>
                <p:spPr>
                  <a:xfrm>
                    <a:off x="6968649" y="2642639"/>
                    <a:ext cx="132738" cy="25199"/>
                  </a:xfrm>
                  <a:custGeom>
                    <a:rect b="b" l="l" r="r" t="t"/>
                    <a:pathLst>
                      <a:path extrusionOk="0" h="4271" w="22498">
                        <a:moveTo>
                          <a:pt x="93" y="1"/>
                        </a:moveTo>
                        <a:cubicBezTo>
                          <a:pt x="43" y="1"/>
                          <a:pt x="1" y="43"/>
                          <a:pt x="1" y="95"/>
                        </a:cubicBezTo>
                        <a:lnTo>
                          <a:pt x="1" y="4176"/>
                        </a:lnTo>
                        <a:cubicBezTo>
                          <a:pt x="1" y="4229"/>
                          <a:pt x="43" y="4271"/>
                          <a:pt x="93" y="4271"/>
                        </a:cubicBezTo>
                        <a:lnTo>
                          <a:pt x="22405" y="4271"/>
                        </a:lnTo>
                        <a:cubicBezTo>
                          <a:pt x="22456" y="4271"/>
                          <a:pt x="22498" y="4229"/>
                          <a:pt x="22498" y="4176"/>
                        </a:cubicBezTo>
                        <a:lnTo>
                          <a:pt x="22498" y="95"/>
                        </a:lnTo>
                        <a:cubicBezTo>
                          <a:pt x="22498" y="43"/>
                          <a:pt x="22456" y="1"/>
                          <a:pt x="22405" y="1"/>
                        </a:cubicBezTo>
                        <a:close/>
                      </a:path>
                    </a:pathLst>
                  </a:custGeom>
                  <a:solidFill>
                    <a:srgbClr val="E3E7E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380" name="Google Shape;9380;p39"/>
                  <p:cNvSpPr/>
                  <p:nvPr/>
                </p:nvSpPr>
                <p:spPr>
                  <a:xfrm>
                    <a:off x="6968649" y="2643990"/>
                    <a:ext cx="132738" cy="11776"/>
                  </a:xfrm>
                  <a:custGeom>
                    <a:rect b="b" l="l" r="r" t="t"/>
                    <a:pathLst>
                      <a:path extrusionOk="0" h="1996" w="22498">
                        <a:moveTo>
                          <a:pt x="642" y="1"/>
                        </a:moveTo>
                        <a:cubicBezTo>
                          <a:pt x="242" y="259"/>
                          <a:pt x="1" y="701"/>
                          <a:pt x="1" y="1177"/>
                        </a:cubicBezTo>
                        <a:lnTo>
                          <a:pt x="1" y="1984"/>
                        </a:lnTo>
                        <a:cubicBezTo>
                          <a:pt x="41" y="1991"/>
                          <a:pt x="83" y="1994"/>
                          <a:pt x="127" y="1996"/>
                        </a:cubicBezTo>
                        <a:lnTo>
                          <a:pt x="22372" y="1996"/>
                        </a:lnTo>
                        <a:cubicBezTo>
                          <a:pt x="22414" y="1994"/>
                          <a:pt x="22456" y="1991"/>
                          <a:pt x="22498" y="1984"/>
                        </a:cubicBezTo>
                        <a:lnTo>
                          <a:pt x="22498" y="1177"/>
                        </a:lnTo>
                        <a:cubicBezTo>
                          <a:pt x="22496" y="701"/>
                          <a:pt x="22255" y="259"/>
                          <a:pt x="21856" y="1"/>
                        </a:cubicBezTo>
                        <a:close/>
                      </a:path>
                    </a:pathLst>
                  </a:custGeom>
                  <a:solidFill>
                    <a:srgbClr val="D6DB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381" name="Google Shape;9381;p39"/>
                  <p:cNvSpPr/>
                  <p:nvPr/>
                </p:nvSpPr>
                <p:spPr>
                  <a:xfrm>
                    <a:off x="6963510" y="2660156"/>
                    <a:ext cx="143022" cy="11776"/>
                  </a:xfrm>
                  <a:custGeom>
                    <a:rect b="b" l="l" r="r" t="t"/>
                    <a:pathLst>
                      <a:path extrusionOk="0" h="1996" w="24241">
                        <a:moveTo>
                          <a:pt x="998" y="0"/>
                        </a:moveTo>
                        <a:cubicBezTo>
                          <a:pt x="447" y="2"/>
                          <a:pt x="2" y="447"/>
                          <a:pt x="0" y="998"/>
                        </a:cubicBezTo>
                        <a:cubicBezTo>
                          <a:pt x="2" y="1548"/>
                          <a:pt x="447" y="1993"/>
                          <a:pt x="998" y="1995"/>
                        </a:cubicBezTo>
                        <a:lnTo>
                          <a:pt x="23243" y="1995"/>
                        </a:lnTo>
                        <a:cubicBezTo>
                          <a:pt x="23793" y="1993"/>
                          <a:pt x="24239" y="1548"/>
                          <a:pt x="24240" y="998"/>
                        </a:cubicBezTo>
                        <a:cubicBezTo>
                          <a:pt x="24239" y="447"/>
                          <a:pt x="23793" y="2"/>
                          <a:pt x="23243" y="0"/>
                        </a:cubicBezTo>
                        <a:close/>
                      </a:path>
                    </a:pathLst>
                  </a:custGeom>
                  <a:solidFill>
                    <a:srgbClr val="EEF0F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382" name="Google Shape;9382;p39"/>
                  <p:cNvSpPr/>
                  <p:nvPr/>
                </p:nvSpPr>
                <p:spPr>
                  <a:xfrm>
                    <a:off x="6968649" y="2617451"/>
                    <a:ext cx="132738" cy="25193"/>
                  </a:xfrm>
                  <a:custGeom>
                    <a:rect b="b" l="l" r="r" t="t"/>
                    <a:pathLst>
                      <a:path extrusionOk="0" h="4270" w="22498">
                        <a:moveTo>
                          <a:pt x="93" y="0"/>
                        </a:moveTo>
                        <a:cubicBezTo>
                          <a:pt x="43" y="0"/>
                          <a:pt x="1" y="42"/>
                          <a:pt x="1" y="94"/>
                        </a:cubicBezTo>
                        <a:lnTo>
                          <a:pt x="1" y="4176"/>
                        </a:lnTo>
                        <a:cubicBezTo>
                          <a:pt x="1" y="4228"/>
                          <a:pt x="43" y="4270"/>
                          <a:pt x="93" y="4270"/>
                        </a:cubicBezTo>
                        <a:lnTo>
                          <a:pt x="22405" y="4270"/>
                        </a:lnTo>
                        <a:cubicBezTo>
                          <a:pt x="22456" y="4270"/>
                          <a:pt x="22498" y="4228"/>
                          <a:pt x="22498" y="4176"/>
                        </a:cubicBezTo>
                        <a:lnTo>
                          <a:pt x="22498" y="94"/>
                        </a:lnTo>
                        <a:cubicBezTo>
                          <a:pt x="22498" y="42"/>
                          <a:pt x="22456" y="0"/>
                          <a:pt x="22405" y="0"/>
                        </a:cubicBezTo>
                        <a:close/>
                      </a:path>
                    </a:pathLst>
                  </a:custGeom>
                  <a:solidFill>
                    <a:srgbClr val="E3E7E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383" name="Google Shape;9383;p39"/>
                  <p:cNvSpPr/>
                  <p:nvPr/>
                </p:nvSpPr>
                <p:spPr>
                  <a:xfrm>
                    <a:off x="6968649" y="2620590"/>
                    <a:ext cx="132738" cy="11782"/>
                  </a:xfrm>
                  <a:custGeom>
                    <a:rect b="b" l="l" r="r" t="t"/>
                    <a:pathLst>
                      <a:path extrusionOk="0" h="1997" w="22498">
                        <a:moveTo>
                          <a:pt x="314" y="1"/>
                        </a:moveTo>
                        <a:cubicBezTo>
                          <a:pt x="113" y="247"/>
                          <a:pt x="3" y="555"/>
                          <a:pt x="1" y="873"/>
                        </a:cubicBezTo>
                        <a:lnTo>
                          <a:pt x="1" y="1982"/>
                        </a:lnTo>
                        <a:cubicBezTo>
                          <a:pt x="41" y="1989"/>
                          <a:pt x="83" y="1994"/>
                          <a:pt x="127" y="1996"/>
                        </a:cubicBezTo>
                        <a:lnTo>
                          <a:pt x="22372" y="1996"/>
                        </a:lnTo>
                        <a:cubicBezTo>
                          <a:pt x="22414" y="1994"/>
                          <a:pt x="22456" y="1989"/>
                          <a:pt x="22498" y="1982"/>
                        </a:cubicBezTo>
                        <a:lnTo>
                          <a:pt x="22498" y="873"/>
                        </a:lnTo>
                        <a:cubicBezTo>
                          <a:pt x="22496" y="555"/>
                          <a:pt x="22386" y="247"/>
                          <a:pt x="22185" y="1"/>
                        </a:cubicBezTo>
                        <a:close/>
                      </a:path>
                    </a:pathLst>
                  </a:custGeom>
                  <a:solidFill>
                    <a:srgbClr val="D6DB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384" name="Google Shape;9384;p39"/>
                  <p:cNvSpPr/>
                  <p:nvPr/>
                </p:nvSpPr>
                <p:spPr>
                  <a:xfrm>
                    <a:off x="6963510" y="2613357"/>
                    <a:ext cx="143022" cy="11765"/>
                  </a:xfrm>
                  <a:custGeom>
                    <a:rect b="b" l="l" r="r" t="t"/>
                    <a:pathLst>
                      <a:path extrusionOk="0" h="1994" w="24241">
                        <a:moveTo>
                          <a:pt x="998" y="1"/>
                        </a:moveTo>
                        <a:cubicBezTo>
                          <a:pt x="447" y="2"/>
                          <a:pt x="2" y="448"/>
                          <a:pt x="0" y="996"/>
                        </a:cubicBezTo>
                        <a:cubicBezTo>
                          <a:pt x="2" y="1547"/>
                          <a:pt x="447" y="1992"/>
                          <a:pt x="998" y="1994"/>
                        </a:cubicBezTo>
                        <a:lnTo>
                          <a:pt x="23243" y="1994"/>
                        </a:lnTo>
                        <a:cubicBezTo>
                          <a:pt x="23793" y="1992"/>
                          <a:pt x="24239" y="1547"/>
                          <a:pt x="24240" y="996"/>
                        </a:cubicBezTo>
                        <a:cubicBezTo>
                          <a:pt x="24239" y="448"/>
                          <a:pt x="23793" y="2"/>
                          <a:pt x="23243" y="1"/>
                        </a:cubicBezTo>
                        <a:close/>
                      </a:path>
                    </a:pathLst>
                  </a:custGeom>
                  <a:solidFill>
                    <a:srgbClr val="EEF0F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385" name="Google Shape;9385;p39"/>
                  <p:cNvSpPr/>
                  <p:nvPr/>
                </p:nvSpPr>
                <p:spPr>
                  <a:xfrm>
                    <a:off x="6850372" y="2107302"/>
                    <a:ext cx="369293" cy="477399"/>
                  </a:xfrm>
                  <a:custGeom>
                    <a:rect b="b" l="l" r="r" t="t"/>
                    <a:pathLst>
                      <a:path extrusionOk="0" h="80915" w="62592">
                        <a:moveTo>
                          <a:pt x="31297" y="0"/>
                        </a:moveTo>
                        <a:cubicBezTo>
                          <a:pt x="14049" y="0"/>
                          <a:pt x="16" y="14032"/>
                          <a:pt x="16" y="31281"/>
                        </a:cubicBezTo>
                        <a:lnTo>
                          <a:pt x="16" y="31387"/>
                        </a:lnTo>
                        <a:lnTo>
                          <a:pt x="13" y="31445"/>
                        </a:lnTo>
                        <a:cubicBezTo>
                          <a:pt x="11" y="31548"/>
                          <a:pt x="1" y="32341"/>
                          <a:pt x="104" y="33646"/>
                        </a:cubicBezTo>
                        <a:lnTo>
                          <a:pt x="104" y="33657"/>
                        </a:lnTo>
                        <a:lnTo>
                          <a:pt x="104" y="33667"/>
                        </a:lnTo>
                        <a:lnTo>
                          <a:pt x="105" y="33683"/>
                        </a:lnTo>
                        <a:lnTo>
                          <a:pt x="111" y="33746"/>
                        </a:lnTo>
                        <a:cubicBezTo>
                          <a:pt x="125" y="33912"/>
                          <a:pt x="139" y="34083"/>
                          <a:pt x="156" y="34265"/>
                        </a:cubicBezTo>
                        <a:cubicBezTo>
                          <a:pt x="175" y="34469"/>
                          <a:pt x="198" y="34667"/>
                          <a:pt x="219" y="34862"/>
                        </a:cubicBezTo>
                        <a:lnTo>
                          <a:pt x="245" y="35093"/>
                        </a:lnTo>
                        <a:lnTo>
                          <a:pt x="257" y="35191"/>
                        </a:lnTo>
                        <a:cubicBezTo>
                          <a:pt x="264" y="35241"/>
                          <a:pt x="270" y="35290"/>
                          <a:pt x="277" y="35341"/>
                        </a:cubicBezTo>
                        <a:lnTo>
                          <a:pt x="278" y="35353"/>
                        </a:lnTo>
                        <a:lnTo>
                          <a:pt x="278" y="35364"/>
                        </a:lnTo>
                        <a:cubicBezTo>
                          <a:pt x="1082" y="41822"/>
                          <a:pt x="4150" y="54364"/>
                          <a:pt x="15656" y="65807"/>
                        </a:cubicBezTo>
                        <a:cubicBezTo>
                          <a:pt x="18711" y="68844"/>
                          <a:pt x="20993" y="72340"/>
                          <a:pt x="22440" y="76197"/>
                        </a:cubicBezTo>
                        <a:cubicBezTo>
                          <a:pt x="22707" y="76910"/>
                          <a:pt x="22927" y="77638"/>
                          <a:pt x="23098" y="78379"/>
                        </a:cubicBezTo>
                        <a:cubicBezTo>
                          <a:pt x="23441" y="79855"/>
                          <a:pt x="24733" y="80914"/>
                          <a:pt x="26250" y="80914"/>
                        </a:cubicBezTo>
                        <a:lnTo>
                          <a:pt x="36339" y="80914"/>
                        </a:lnTo>
                        <a:cubicBezTo>
                          <a:pt x="37855" y="80914"/>
                          <a:pt x="39148" y="79855"/>
                          <a:pt x="39491" y="78379"/>
                        </a:cubicBezTo>
                        <a:cubicBezTo>
                          <a:pt x="39662" y="77638"/>
                          <a:pt x="39882" y="76910"/>
                          <a:pt x="40149" y="76197"/>
                        </a:cubicBezTo>
                        <a:cubicBezTo>
                          <a:pt x="41596" y="72340"/>
                          <a:pt x="43879" y="68844"/>
                          <a:pt x="46933" y="65807"/>
                        </a:cubicBezTo>
                        <a:cubicBezTo>
                          <a:pt x="58441" y="54364"/>
                          <a:pt x="61509" y="41822"/>
                          <a:pt x="62312" y="35364"/>
                        </a:cubicBezTo>
                        <a:lnTo>
                          <a:pt x="62314" y="35351"/>
                        </a:lnTo>
                        <a:lnTo>
                          <a:pt x="62314" y="35341"/>
                        </a:lnTo>
                        <a:cubicBezTo>
                          <a:pt x="62321" y="35290"/>
                          <a:pt x="62326" y="35240"/>
                          <a:pt x="62333" y="35191"/>
                        </a:cubicBezTo>
                        <a:lnTo>
                          <a:pt x="62346" y="35091"/>
                        </a:lnTo>
                        <a:lnTo>
                          <a:pt x="62370" y="34871"/>
                        </a:lnTo>
                        <a:cubicBezTo>
                          <a:pt x="62393" y="34667"/>
                          <a:pt x="62414" y="34469"/>
                          <a:pt x="62433" y="34272"/>
                        </a:cubicBezTo>
                        <a:cubicBezTo>
                          <a:pt x="62452" y="34083"/>
                          <a:pt x="62466" y="33912"/>
                          <a:pt x="62480" y="33746"/>
                        </a:cubicBezTo>
                        <a:lnTo>
                          <a:pt x="62485" y="33681"/>
                        </a:lnTo>
                        <a:lnTo>
                          <a:pt x="62487" y="33662"/>
                        </a:lnTo>
                        <a:cubicBezTo>
                          <a:pt x="62592" y="32338"/>
                          <a:pt x="62581" y="31543"/>
                          <a:pt x="62580" y="31443"/>
                        </a:cubicBezTo>
                        <a:lnTo>
                          <a:pt x="62574" y="31345"/>
                        </a:lnTo>
                        <a:lnTo>
                          <a:pt x="62576" y="31281"/>
                        </a:lnTo>
                        <a:cubicBezTo>
                          <a:pt x="62576" y="14032"/>
                          <a:pt x="48544" y="0"/>
                          <a:pt x="31297" y="0"/>
                        </a:cubicBezTo>
                        <a:close/>
                      </a:path>
                    </a:pathLst>
                  </a:custGeom>
                  <a:solidFill>
                    <a:srgbClr val="F3F5F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386" name="Google Shape;9386;p39"/>
                  <p:cNvSpPr/>
                  <p:nvPr/>
                </p:nvSpPr>
                <p:spPr>
                  <a:xfrm>
                    <a:off x="6963510" y="2636756"/>
                    <a:ext cx="143022" cy="11776"/>
                  </a:xfrm>
                  <a:custGeom>
                    <a:rect b="b" l="l" r="r" t="t"/>
                    <a:pathLst>
                      <a:path extrusionOk="0" h="1996" w="24241">
                        <a:moveTo>
                          <a:pt x="998" y="0"/>
                        </a:moveTo>
                        <a:cubicBezTo>
                          <a:pt x="447" y="2"/>
                          <a:pt x="2" y="448"/>
                          <a:pt x="0" y="998"/>
                        </a:cubicBezTo>
                        <a:cubicBezTo>
                          <a:pt x="2" y="1548"/>
                          <a:pt x="447" y="1994"/>
                          <a:pt x="998" y="1995"/>
                        </a:cubicBezTo>
                        <a:lnTo>
                          <a:pt x="23243" y="1995"/>
                        </a:lnTo>
                        <a:cubicBezTo>
                          <a:pt x="23793" y="1994"/>
                          <a:pt x="24239" y="1548"/>
                          <a:pt x="24240" y="998"/>
                        </a:cubicBezTo>
                        <a:cubicBezTo>
                          <a:pt x="24239" y="448"/>
                          <a:pt x="23793" y="2"/>
                          <a:pt x="23243" y="0"/>
                        </a:cubicBezTo>
                        <a:close/>
                      </a:path>
                    </a:pathLst>
                  </a:custGeom>
                  <a:solidFill>
                    <a:srgbClr val="EEF0F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9387" name="Google Shape;9387;p39"/>
                <p:cNvSpPr/>
                <p:nvPr/>
              </p:nvSpPr>
              <p:spPr>
                <a:xfrm>
                  <a:off x="7046588" y="2275942"/>
                  <a:ext cx="173076" cy="113894"/>
                </a:xfrm>
                <a:custGeom>
                  <a:rect b="b" l="l" r="r" t="t"/>
                  <a:pathLst>
                    <a:path extrusionOk="0" h="19304" w="29335">
                      <a:moveTo>
                        <a:pt x="0" y="0"/>
                      </a:moveTo>
                      <a:lnTo>
                        <a:pt x="0" y="19303"/>
                      </a:lnTo>
                      <a:lnTo>
                        <a:pt x="25725" y="19303"/>
                      </a:lnTo>
                      <a:cubicBezTo>
                        <a:pt x="27782" y="14272"/>
                        <a:pt x="28673" y="9841"/>
                        <a:pt x="29054" y="6781"/>
                      </a:cubicBezTo>
                      <a:lnTo>
                        <a:pt x="29055" y="6770"/>
                      </a:lnTo>
                      <a:lnTo>
                        <a:pt x="29057" y="6758"/>
                      </a:lnTo>
                      <a:cubicBezTo>
                        <a:pt x="29064" y="6707"/>
                        <a:pt x="29069" y="6657"/>
                        <a:pt x="29075" y="6608"/>
                      </a:cubicBezTo>
                      <a:lnTo>
                        <a:pt x="29087" y="6508"/>
                      </a:lnTo>
                      <a:lnTo>
                        <a:pt x="29113" y="6288"/>
                      </a:lnTo>
                      <a:cubicBezTo>
                        <a:pt x="29136" y="6084"/>
                        <a:pt x="29157" y="5886"/>
                        <a:pt x="29176" y="5689"/>
                      </a:cubicBezTo>
                      <a:cubicBezTo>
                        <a:pt x="29193" y="5500"/>
                        <a:pt x="29209" y="5329"/>
                        <a:pt x="29221" y="5163"/>
                      </a:cubicBezTo>
                      <a:lnTo>
                        <a:pt x="29227" y="5098"/>
                      </a:lnTo>
                      <a:lnTo>
                        <a:pt x="29228" y="5079"/>
                      </a:lnTo>
                      <a:cubicBezTo>
                        <a:pt x="29335" y="3755"/>
                        <a:pt x="29323" y="2960"/>
                        <a:pt x="29321" y="2860"/>
                      </a:cubicBezTo>
                      <a:lnTo>
                        <a:pt x="29316" y="2762"/>
                      </a:lnTo>
                      <a:lnTo>
                        <a:pt x="29317" y="2698"/>
                      </a:lnTo>
                      <a:cubicBezTo>
                        <a:pt x="29317" y="1789"/>
                        <a:pt x="29277" y="890"/>
                        <a:pt x="29200" y="0"/>
                      </a:cubicBezTo>
                      <a:close/>
                    </a:path>
                  </a:pathLst>
                </a:custGeom>
                <a:solidFill>
                  <a:srgbClr val="4F677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388" name="Google Shape;9388;p39"/>
                <p:cNvSpPr/>
                <p:nvPr/>
              </p:nvSpPr>
              <p:spPr>
                <a:xfrm>
                  <a:off x="7046588" y="2107680"/>
                  <a:ext cx="168811" cy="145128"/>
                </a:xfrm>
                <a:custGeom>
                  <a:rect b="b" l="l" r="r" t="t"/>
                  <a:pathLst>
                    <a:path extrusionOk="0" h="24598" w="28612">
                      <a:moveTo>
                        <a:pt x="0" y="1"/>
                      </a:moveTo>
                      <a:lnTo>
                        <a:pt x="0" y="24597"/>
                      </a:lnTo>
                      <a:lnTo>
                        <a:pt x="28612" y="24597"/>
                      </a:lnTo>
                      <a:cubicBezTo>
                        <a:pt x="25701" y="11138"/>
                        <a:pt x="14102" y="876"/>
                        <a:pt x="0" y="1"/>
                      </a:cubicBezTo>
                      <a:close/>
                    </a:path>
                  </a:pathLst>
                </a:custGeom>
                <a:solidFill>
                  <a:srgbClr val="B3C3C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389" name="Google Shape;9389;p39"/>
                <p:cNvSpPr/>
                <p:nvPr/>
              </p:nvSpPr>
              <p:spPr>
                <a:xfrm>
                  <a:off x="6850372" y="2275942"/>
                  <a:ext cx="173082" cy="113894"/>
                </a:xfrm>
                <a:custGeom>
                  <a:rect b="b" l="l" r="r" t="t"/>
                  <a:pathLst>
                    <a:path extrusionOk="0" h="19304" w="29336">
                      <a:moveTo>
                        <a:pt x="133" y="0"/>
                      </a:moveTo>
                      <a:cubicBezTo>
                        <a:pt x="58" y="890"/>
                        <a:pt x="16" y="1789"/>
                        <a:pt x="16" y="2698"/>
                      </a:cubicBezTo>
                      <a:lnTo>
                        <a:pt x="16" y="2804"/>
                      </a:lnTo>
                      <a:lnTo>
                        <a:pt x="13" y="2862"/>
                      </a:lnTo>
                      <a:cubicBezTo>
                        <a:pt x="11" y="2965"/>
                        <a:pt x="1" y="3758"/>
                        <a:pt x="104" y="5065"/>
                      </a:cubicBezTo>
                      <a:lnTo>
                        <a:pt x="104" y="5075"/>
                      </a:lnTo>
                      <a:lnTo>
                        <a:pt x="104" y="5086"/>
                      </a:lnTo>
                      <a:lnTo>
                        <a:pt x="105" y="5100"/>
                      </a:lnTo>
                      <a:lnTo>
                        <a:pt x="111" y="5163"/>
                      </a:lnTo>
                      <a:cubicBezTo>
                        <a:pt x="125" y="5329"/>
                        <a:pt x="139" y="5500"/>
                        <a:pt x="156" y="5682"/>
                      </a:cubicBezTo>
                      <a:cubicBezTo>
                        <a:pt x="175" y="5886"/>
                        <a:pt x="198" y="6084"/>
                        <a:pt x="219" y="6279"/>
                      </a:cubicBezTo>
                      <a:lnTo>
                        <a:pt x="245" y="6510"/>
                      </a:lnTo>
                      <a:lnTo>
                        <a:pt x="257" y="6608"/>
                      </a:lnTo>
                      <a:cubicBezTo>
                        <a:pt x="264" y="6658"/>
                        <a:pt x="270" y="6709"/>
                        <a:pt x="277" y="6758"/>
                      </a:cubicBezTo>
                      <a:lnTo>
                        <a:pt x="278" y="6770"/>
                      </a:lnTo>
                      <a:lnTo>
                        <a:pt x="278" y="6781"/>
                      </a:lnTo>
                      <a:cubicBezTo>
                        <a:pt x="661" y="9843"/>
                        <a:pt x="1552" y="14272"/>
                        <a:pt x="3608" y="19303"/>
                      </a:cubicBezTo>
                      <a:lnTo>
                        <a:pt x="29333" y="19303"/>
                      </a:lnTo>
                      <a:lnTo>
                        <a:pt x="29335" y="0"/>
                      </a:lnTo>
                      <a:close/>
                    </a:path>
                  </a:pathLst>
                </a:custGeom>
                <a:solidFill>
                  <a:srgbClr val="C9D4D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390" name="Google Shape;9390;p39"/>
                <p:cNvSpPr/>
                <p:nvPr/>
              </p:nvSpPr>
              <p:spPr>
                <a:xfrm>
                  <a:off x="6882243" y="2412957"/>
                  <a:ext cx="141211" cy="171743"/>
                </a:xfrm>
                <a:custGeom>
                  <a:rect b="b" l="l" r="r" t="t"/>
                  <a:pathLst>
                    <a:path extrusionOk="0" h="29109" w="23934">
                      <a:moveTo>
                        <a:pt x="0" y="1"/>
                      </a:moveTo>
                      <a:cubicBezTo>
                        <a:pt x="2303" y="4529"/>
                        <a:pt x="5584" y="9356"/>
                        <a:pt x="10256" y="14001"/>
                      </a:cubicBezTo>
                      <a:cubicBezTo>
                        <a:pt x="13309" y="17038"/>
                        <a:pt x="15593" y="20534"/>
                        <a:pt x="17039" y="24391"/>
                      </a:cubicBezTo>
                      <a:cubicBezTo>
                        <a:pt x="17307" y="25104"/>
                        <a:pt x="17527" y="25832"/>
                        <a:pt x="17698" y="26573"/>
                      </a:cubicBezTo>
                      <a:cubicBezTo>
                        <a:pt x="18040" y="28049"/>
                        <a:pt x="19333" y="29108"/>
                        <a:pt x="20850" y="29108"/>
                      </a:cubicBezTo>
                      <a:lnTo>
                        <a:pt x="23933" y="29108"/>
                      </a:lnTo>
                      <a:lnTo>
                        <a:pt x="23933" y="1"/>
                      </a:lnTo>
                      <a:close/>
                    </a:path>
                  </a:pathLst>
                </a:custGeom>
                <a:solidFill>
                  <a:srgbClr val="DBE3E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391" name="Google Shape;9391;p39"/>
                <p:cNvSpPr/>
                <p:nvPr/>
              </p:nvSpPr>
              <p:spPr>
                <a:xfrm>
                  <a:off x="6854637" y="2107680"/>
                  <a:ext cx="168817" cy="145128"/>
                </a:xfrm>
                <a:custGeom>
                  <a:rect b="b" l="l" r="r" t="t"/>
                  <a:pathLst>
                    <a:path extrusionOk="0" h="24598" w="28613">
                      <a:moveTo>
                        <a:pt x="28612" y="1"/>
                      </a:moveTo>
                      <a:cubicBezTo>
                        <a:pt x="14512" y="876"/>
                        <a:pt x="2911" y="11138"/>
                        <a:pt x="1" y="24597"/>
                      </a:cubicBezTo>
                      <a:lnTo>
                        <a:pt x="28612" y="24597"/>
                      </a:lnTo>
                      <a:lnTo>
                        <a:pt x="28612" y="1"/>
                      </a:lnTo>
                      <a:close/>
                    </a:path>
                  </a:pathLst>
                </a:custGeom>
                <a:solidFill>
                  <a:srgbClr val="8FA1A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392" name="Google Shape;9392;p39"/>
                <p:cNvSpPr/>
                <p:nvPr/>
              </p:nvSpPr>
              <p:spPr>
                <a:xfrm>
                  <a:off x="7046588" y="2412957"/>
                  <a:ext cx="141205" cy="171743"/>
                </a:xfrm>
                <a:custGeom>
                  <a:rect b="b" l="l" r="r" t="t"/>
                  <a:pathLst>
                    <a:path extrusionOk="0" h="29109" w="23933">
                      <a:moveTo>
                        <a:pt x="0" y="1"/>
                      </a:moveTo>
                      <a:lnTo>
                        <a:pt x="0" y="29108"/>
                      </a:lnTo>
                      <a:lnTo>
                        <a:pt x="3084" y="29108"/>
                      </a:lnTo>
                      <a:cubicBezTo>
                        <a:pt x="4600" y="29108"/>
                        <a:pt x="5893" y="28049"/>
                        <a:pt x="6235" y="26573"/>
                      </a:cubicBezTo>
                      <a:cubicBezTo>
                        <a:pt x="6407" y="25832"/>
                        <a:pt x="6627" y="25104"/>
                        <a:pt x="6894" y="24391"/>
                      </a:cubicBezTo>
                      <a:cubicBezTo>
                        <a:pt x="8341" y="20534"/>
                        <a:pt x="10622" y="17038"/>
                        <a:pt x="13678" y="14001"/>
                      </a:cubicBezTo>
                      <a:cubicBezTo>
                        <a:pt x="18349" y="9356"/>
                        <a:pt x="21630" y="4529"/>
                        <a:pt x="23933" y="1"/>
                      </a:cubicBezTo>
                      <a:close/>
                    </a:path>
                  </a:pathLst>
                </a:custGeom>
                <a:solidFill>
                  <a:srgbClr val="374F6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grpSp>
      <p:grpSp>
        <p:nvGrpSpPr>
          <p:cNvPr id="9393" name="Google Shape;9393;p39"/>
          <p:cNvGrpSpPr/>
          <p:nvPr/>
        </p:nvGrpSpPr>
        <p:grpSpPr>
          <a:xfrm>
            <a:off x="5780173" y="1862968"/>
            <a:ext cx="671358" cy="671358"/>
            <a:chOff x="6535625" y="760425"/>
            <a:chExt cx="1665900" cy="1665900"/>
          </a:xfrm>
        </p:grpSpPr>
        <p:sp>
          <p:nvSpPr>
            <p:cNvPr id="9394" name="Google Shape;9394;p39"/>
            <p:cNvSpPr/>
            <p:nvPr/>
          </p:nvSpPr>
          <p:spPr>
            <a:xfrm>
              <a:off x="6535625" y="760425"/>
              <a:ext cx="1665900" cy="1665900"/>
            </a:xfrm>
            <a:prstGeom prst="ellipse">
              <a:avLst/>
            </a:prstGeom>
            <a:solidFill>
              <a:srgbClr val="5F7D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395" name="Google Shape;9395;p39"/>
            <p:cNvSpPr/>
            <p:nvPr/>
          </p:nvSpPr>
          <p:spPr>
            <a:xfrm>
              <a:off x="6713675" y="1116525"/>
              <a:ext cx="1309800" cy="1309800"/>
            </a:xfrm>
            <a:prstGeom prst="ellipse">
              <a:avLst/>
            </a:prstGeom>
            <a:solidFill>
              <a:srgbClr val="869FB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396" name="Google Shape;9396;p39"/>
            <p:cNvSpPr/>
            <p:nvPr/>
          </p:nvSpPr>
          <p:spPr>
            <a:xfrm>
              <a:off x="6831275" y="1351725"/>
              <a:ext cx="1074600" cy="1074600"/>
            </a:xfrm>
            <a:prstGeom prst="ellipse">
              <a:avLst/>
            </a:prstGeom>
            <a:solidFill>
              <a:srgbClr val="BAC8D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397" name="Google Shape;9397;p39"/>
            <p:cNvSpPr/>
            <p:nvPr/>
          </p:nvSpPr>
          <p:spPr>
            <a:xfrm>
              <a:off x="6942425" y="1574025"/>
              <a:ext cx="852300" cy="852300"/>
            </a:xfrm>
            <a:prstGeom prst="ellipse">
              <a:avLst/>
            </a:pr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9398" name="Google Shape;9398;p39"/>
          <p:cNvGrpSpPr/>
          <p:nvPr/>
        </p:nvGrpSpPr>
        <p:grpSpPr>
          <a:xfrm>
            <a:off x="716989" y="3531368"/>
            <a:ext cx="1340789" cy="640830"/>
            <a:chOff x="238125" y="1151100"/>
            <a:chExt cx="7139450" cy="3412300"/>
          </a:xfrm>
        </p:grpSpPr>
        <p:sp>
          <p:nvSpPr>
            <p:cNvPr id="9399" name="Google Shape;9399;p39"/>
            <p:cNvSpPr/>
            <p:nvPr/>
          </p:nvSpPr>
          <p:spPr>
            <a:xfrm>
              <a:off x="3468350" y="4223875"/>
              <a:ext cx="679000" cy="339525"/>
            </a:xfrm>
            <a:custGeom>
              <a:rect b="b" l="l" r="r" t="t"/>
              <a:pathLst>
                <a:path extrusionOk="0" h="13581" w="27160">
                  <a:moveTo>
                    <a:pt x="13580" y="1"/>
                  </a:moveTo>
                  <a:cubicBezTo>
                    <a:pt x="6083" y="1"/>
                    <a:pt x="0" y="6077"/>
                    <a:pt x="0" y="13580"/>
                  </a:cubicBezTo>
                  <a:lnTo>
                    <a:pt x="27159" y="13580"/>
                  </a:lnTo>
                  <a:cubicBezTo>
                    <a:pt x="27159" y="6077"/>
                    <a:pt x="21083" y="1"/>
                    <a:pt x="13580" y="1"/>
                  </a:cubicBez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400" name="Google Shape;9400;p39"/>
            <p:cNvSpPr/>
            <p:nvPr/>
          </p:nvSpPr>
          <p:spPr>
            <a:xfrm>
              <a:off x="3730250" y="3276125"/>
              <a:ext cx="147275" cy="956575"/>
            </a:xfrm>
            <a:custGeom>
              <a:rect b="b" l="l" r="r" t="t"/>
              <a:pathLst>
                <a:path extrusionOk="0" h="38263" w="5891">
                  <a:moveTo>
                    <a:pt x="3276" y="0"/>
                  </a:moveTo>
                  <a:lnTo>
                    <a:pt x="0" y="38263"/>
                  </a:lnTo>
                  <a:lnTo>
                    <a:pt x="5890" y="38194"/>
                  </a:lnTo>
                  <a:lnTo>
                    <a:pt x="3276" y="0"/>
                  </a:ln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401" name="Google Shape;9401;p39"/>
            <p:cNvSpPr/>
            <p:nvPr/>
          </p:nvSpPr>
          <p:spPr>
            <a:xfrm>
              <a:off x="3796275" y="3875600"/>
              <a:ext cx="839350" cy="630550"/>
            </a:xfrm>
            <a:custGeom>
              <a:rect b="b" l="l" r="r" t="t"/>
              <a:pathLst>
                <a:path extrusionOk="0" h="25222" w="33574">
                  <a:moveTo>
                    <a:pt x="32291" y="1"/>
                  </a:moveTo>
                  <a:lnTo>
                    <a:pt x="1" y="23463"/>
                  </a:lnTo>
                  <a:lnTo>
                    <a:pt x="1277" y="25222"/>
                  </a:lnTo>
                  <a:lnTo>
                    <a:pt x="33574" y="1759"/>
                  </a:lnTo>
                  <a:lnTo>
                    <a:pt x="32291" y="1"/>
                  </a:ln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402" name="Google Shape;9402;p39"/>
            <p:cNvSpPr/>
            <p:nvPr/>
          </p:nvSpPr>
          <p:spPr>
            <a:xfrm>
              <a:off x="6240475" y="3130600"/>
              <a:ext cx="1137100" cy="1432800"/>
            </a:xfrm>
            <a:custGeom>
              <a:rect b="b" l="l" r="r" t="t"/>
              <a:pathLst>
                <a:path extrusionOk="0" h="57312" w="45484">
                  <a:moveTo>
                    <a:pt x="30704" y="0"/>
                  </a:moveTo>
                  <a:lnTo>
                    <a:pt x="0" y="13745"/>
                  </a:lnTo>
                  <a:cubicBezTo>
                    <a:pt x="6979" y="27270"/>
                    <a:pt x="11042" y="42111"/>
                    <a:pt x="11917" y="57311"/>
                  </a:cubicBezTo>
                  <a:lnTo>
                    <a:pt x="45484" y="57311"/>
                  </a:lnTo>
                  <a:cubicBezTo>
                    <a:pt x="44594" y="37118"/>
                    <a:pt x="39525" y="17683"/>
                    <a:pt x="30704" y="0"/>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403" name="Google Shape;9403;p39"/>
            <p:cNvSpPr/>
            <p:nvPr/>
          </p:nvSpPr>
          <p:spPr>
            <a:xfrm>
              <a:off x="5243900" y="1696775"/>
              <a:ext cx="1764175" cy="1777475"/>
            </a:xfrm>
            <a:custGeom>
              <a:rect b="b" l="l" r="r" t="t"/>
              <a:pathLst>
                <a:path extrusionOk="0" h="71099" w="70567">
                  <a:moveTo>
                    <a:pt x="18573" y="1"/>
                  </a:moveTo>
                  <a:lnTo>
                    <a:pt x="0" y="28008"/>
                  </a:lnTo>
                  <a:cubicBezTo>
                    <a:pt x="16938" y="38505"/>
                    <a:pt x="30711" y="53395"/>
                    <a:pt x="39863" y="71098"/>
                  </a:cubicBezTo>
                  <a:lnTo>
                    <a:pt x="70567" y="57353"/>
                  </a:lnTo>
                  <a:cubicBezTo>
                    <a:pt x="63753" y="43719"/>
                    <a:pt x="54712" y="31125"/>
                    <a:pt x="43629" y="20042"/>
                  </a:cubicBezTo>
                  <a:cubicBezTo>
                    <a:pt x="36049" y="12449"/>
                    <a:pt x="27642" y="5725"/>
                    <a:pt x="18573" y="1"/>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404" name="Google Shape;9404;p39"/>
            <p:cNvSpPr/>
            <p:nvPr/>
          </p:nvSpPr>
          <p:spPr>
            <a:xfrm>
              <a:off x="3812150" y="1151100"/>
              <a:ext cx="1896075" cy="1245900"/>
            </a:xfrm>
            <a:custGeom>
              <a:rect b="b" l="l" r="r" t="t"/>
              <a:pathLst>
                <a:path extrusionOk="0" h="49836" w="75843">
                  <a:moveTo>
                    <a:pt x="0" y="0"/>
                  </a:moveTo>
                  <a:lnTo>
                    <a:pt x="0" y="33518"/>
                  </a:lnTo>
                  <a:cubicBezTo>
                    <a:pt x="20987" y="33552"/>
                    <a:pt x="40615" y="39518"/>
                    <a:pt x="57270" y="49835"/>
                  </a:cubicBezTo>
                  <a:lnTo>
                    <a:pt x="75843" y="21828"/>
                  </a:lnTo>
                  <a:cubicBezTo>
                    <a:pt x="53339" y="7641"/>
                    <a:pt x="27256" y="28"/>
                    <a:pt x="0" y="0"/>
                  </a:cubicBezTo>
                  <a:close/>
                </a:path>
              </a:pathLst>
            </a:custGeom>
            <a:solidFill>
              <a:srgbClr val="A5B7C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405" name="Google Shape;9405;p39"/>
            <p:cNvSpPr/>
            <p:nvPr/>
          </p:nvSpPr>
          <p:spPr>
            <a:xfrm>
              <a:off x="1910550" y="1151100"/>
              <a:ext cx="1901625" cy="1244175"/>
            </a:xfrm>
            <a:custGeom>
              <a:rect b="b" l="l" r="r" t="t"/>
              <a:pathLst>
                <a:path extrusionOk="0" h="49767" w="76065">
                  <a:moveTo>
                    <a:pt x="75892" y="0"/>
                  </a:moveTo>
                  <a:cubicBezTo>
                    <a:pt x="48629" y="0"/>
                    <a:pt x="22525" y="7579"/>
                    <a:pt x="1" y="21745"/>
                  </a:cubicBezTo>
                  <a:lnTo>
                    <a:pt x="18574" y="49766"/>
                  </a:lnTo>
                  <a:cubicBezTo>
                    <a:pt x="35250" y="39463"/>
                    <a:pt x="54898" y="33518"/>
                    <a:pt x="75892" y="33518"/>
                  </a:cubicBezTo>
                  <a:lnTo>
                    <a:pt x="76064" y="33518"/>
                  </a:lnTo>
                  <a:lnTo>
                    <a:pt x="76064" y="0"/>
                  </a:lnTo>
                  <a:close/>
                </a:path>
              </a:pathLst>
            </a:custGeom>
            <a:solidFill>
              <a:srgbClr val="445D7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406" name="Google Shape;9406;p39"/>
            <p:cNvSpPr/>
            <p:nvPr/>
          </p:nvSpPr>
          <p:spPr>
            <a:xfrm>
              <a:off x="608475" y="1694725"/>
              <a:ext cx="1766425" cy="1778150"/>
            </a:xfrm>
            <a:custGeom>
              <a:rect b="b" l="l" r="r" t="t"/>
              <a:pathLst>
                <a:path extrusionOk="0" h="71126" w="70657">
                  <a:moveTo>
                    <a:pt x="52084" y="0"/>
                  </a:moveTo>
                  <a:cubicBezTo>
                    <a:pt x="42959" y="5745"/>
                    <a:pt x="34518" y="12490"/>
                    <a:pt x="26904" y="20124"/>
                  </a:cubicBezTo>
                  <a:cubicBezTo>
                    <a:pt x="15828" y="31194"/>
                    <a:pt x="6800" y="43759"/>
                    <a:pt x="0" y="57373"/>
                  </a:cubicBezTo>
                  <a:lnTo>
                    <a:pt x="30704" y="71125"/>
                  </a:lnTo>
                  <a:cubicBezTo>
                    <a:pt x="39870" y="53401"/>
                    <a:pt x="53677" y="38504"/>
                    <a:pt x="70657" y="28021"/>
                  </a:cubicBezTo>
                  <a:lnTo>
                    <a:pt x="52084" y="0"/>
                  </a:ln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407" name="Google Shape;9407;p39"/>
            <p:cNvSpPr/>
            <p:nvPr/>
          </p:nvSpPr>
          <p:spPr>
            <a:xfrm>
              <a:off x="238125" y="3129050"/>
              <a:ext cx="1137975" cy="1434175"/>
            </a:xfrm>
            <a:custGeom>
              <a:rect b="b" l="l" r="r" t="t"/>
              <a:pathLst>
                <a:path extrusionOk="0" h="57367" w="45519">
                  <a:moveTo>
                    <a:pt x="14814" y="0"/>
                  </a:moveTo>
                  <a:cubicBezTo>
                    <a:pt x="5966" y="17697"/>
                    <a:pt x="890" y="37152"/>
                    <a:pt x="0" y="57366"/>
                  </a:cubicBezTo>
                  <a:lnTo>
                    <a:pt x="33566" y="57366"/>
                  </a:lnTo>
                  <a:cubicBezTo>
                    <a:pt x="34442" y="42152"/>
                    <a:pt x="38511" y="27283"/>
                    <a:pt x="45518" y="13745"/>
                  </a:cubicBezTo>
                  <a:lnTo>
                    <a:pt x="14814" y="0"/>
                  </a:lnTo>
                  <a:close/>
                </a:path>
              </a:pathLst>
            </a:custGeom>
            <a:solidFill>
              <a:srgbClr val="A5B7C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408" name="Google Shape;9408;p39"/>
            <p:cNvSpPr/>
            <p:nvPr/>
          </p:nvSpPr>
          <p:spPr>
            <a:xfrm>
              <a:off x="1924656" y="1941325"/>
              <a:ext cx="3773110" cy="1646329"/>
            </a:xfrm>
            <a:custGeom>
              <a:rect b="b" l="l" r="r" t="t"/>
              <a:pathLst>
                <a:path extrusionOk="0" h="64657" w="148183">
                  <a:moveTo>
                    <a:pt x="74043" y="1"/>
                  </a:moveTo>
                  <a:cubicBezTo>
                    <a:pt x="45518" y="1"/>
                    <a:pt x="19504" y="10966"/>
                    <a:pt x="0" y="28932"/>
                  </a:cubicBezTo>
                  <a:lnTo>
                    <a:pt x="35732" y="64657"/>
                  </a:lnTo>
                  <a:cubicBezTo>
                    <a:pt x="45553" y="54774"/>
                    <a:pt x="59167" y="48663"/>
                    <a:pt x="74208" y="48663"/>
                  </a:cubicBezTo>
                  <a:cubicBezTo>
                    <a:pt x="89215" y="48663"/>
                    <a:pt x="102788" y="54739"/>
                    <a:pt x="112623" y="64567"/>
                  </a:cubicBezTo>
                  <a:lnTo>
                    <a:pt x="148182" y="29008"/>
                  </a:lnTo>
                  <a:cubicBezTo>
                    <a:pt x="128671" y="11008"/>
                    <a:pt x="102623" y="1"/>
                    <a:pt x="74043" y="1"/>
                  </a:cubicBezTo>
                  <a:close/>
                </a:path>
              </a:pathLst>
            </a:custGeom>
            <a:solidFill>
              <a:srgbClr val="667E9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409" name="Google Shape;9409;p39"/>
            <p:cNvSpPr/>
            <p:nvPr/>
          </p:nvSpPr>
          <p:spPr>
            <a:xfrm>
              <a:off x="1028863" y="2678027"/>
              <a:ext cx="1805597" cy="1885320"/>
            </a:xfrm>
            <a:custGeom>
              <a:rect b="b" l="l" r="r" t="t"/>
              <a:pathLst>
                <a:path extrusionOk="0" h="74043" w="70912">
                  <a:moveTo>
                    <a:pt x="35180" y="0"/>
                  </a:moveTo>
                  <a:cubicBezTo>
                    <a:pt x="14925" y="18642"/>
                    <a:pt x="1697" y="44814"/>
                    <a:pt x="0" y="74042"/>
                  </a:cubicBezTo>
                  <a:lnTo>
                    <a:pt x="55077" y="74042"/>
                  </a:lnTo>
                  <a:cubicBezTo>
                    <a:pt x="55077" y="59084"/>
                    <a:pt x="61118" y="45545"/>
                    <a:pt x="70912" y="35725"/>
                  </a:cubicBezTo>
                  <a:lnTo>
                    <a:pt x="35180" y="0"/>
                  </a:lnTo>
                  <a:close/>
                </a:path>
              </a:pathLst>
            </a:custGeom>
            <a:solidFill>
              <a:srgbClr val="213B5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410" name="Google Shape;9410;p39"/>
            <p:cNvSpPr/>
            <p:nvPr/>
          </p:nvSpPr>
          <p:spPr>
            <a:xfrm>
              <a:off x="4792190" y="2679937"/>
              <a:ext cx="1798951" cy="1883410"/>
            </a:xfrm>
            <a:custGeom>
              <a:rect b="b" l="l" r="r" t="t"/>
              <a:pathLst>
                <a:path extrusionOk="0" h="73968" w="70651">
                  <a:moveTo>
                    <a:pt x="35567" y="1"/>
                  </a:moveTo>
                  <a:lnTo>
                    <a:pt x="1" y="35560"/>
                  </a:lnTo>
                  <a:cubicBezTo>
                    <a:pt x="9836" y="45388"/>
                    <a:pt x="15912" y="58967"/>
                    <a:pt x="15912" y="73967"/>
                  </a:cubicBezTo>
                  <a:lnTo>
                    <a:pt x="70650" y="73967"/>
                  </a:lnTo>
                  <a:cubicBezTo>
                    <a:pt x="68954" y="44795"/>
                    <a:pt x="55767" y="18643"/>
                    <a:pt x="35567" y="1"/>
                  </a:cubicBezTo>
                  <a:close/>
                </a:path>
              </a:pathLst>
            </a:custGeom>
            <a:solidFill>
              <a:srgbClr val="A5B7C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9411" name="Google Shape;9411;p39"/>
          <p:cNvGrpSpPr/>
          <p:nvPr/>
        </p:nvGrpSpPr>
        <p:grpSpPr>
          <a:xfrm>
            <a:off x="5584212" y="2734649"/>
            <a:ext cx="985357" cy="585763"/>
            <a:chOff x="5145061" y="2881789"/>
            <a:chExt cx="1107641" cy="658457"/>
          </a:xfrm>
        </p:grpSpPr>
        <p:grpSp>
          <p:nvGrpSpPr>
            <p:cNvPr id="9412" name="Google Shape;9412;p39"/>
            <p:cNvGrpSpPr/>
            <p:nvPr/>
          </p:nvGrpSpPr>
          <p:grpSpPr>
            <a:xfrm>
              <a:off x="5722989" y="3244587"/>
              <a:ext cx="529713" cy="295659"/>
              <a:chOff x="5722989" y="3244587"/>
              <a:chExt cx="529713" cy="295659"/>
            </a:xfrm>
          </p:grpSpPr>
          <p:sp>
            <p:nvSpPr>
              <p:cNvPr id="9413" name="Google Shape;9413;p39"/>
              <p:cNvSpPr/>
              <p:nvPr/>
            </p:nvSpPr>
            <p:spPr>
              <a:xfrm>
                <a:off x="5722989" y="3244587"/>
                <a:ext cx="341346" cy="295659"/>
              </a:xfrm>
              <a:custGeom>
                <a:rect b="b" l="l" r="r" t="t"/>
                <a:pathLst>
                  <a:path extrusionOk="0" h="2231390" w="2576195">
                    <a:moveTo>
                      <a:pt x="1288021" y="0"/>
                    </a:moveTo>
                    <a:lnTo>
                      <a:pt x="0" y="2230932"/>
                    </a:lnTo>
                    <a:lnTo>
                      <a:pt x="2576042" y="2230932"/>
                    </a:lnTo>
                    <a:lnTo>
                      <a:pt x="1288021" y="0"/>
                    </a:lnTo>
                    <a:close/>
                  </a:path>
                </a:pathLst>
              </a:custGeom>
              <a:solidFill>
                <a:srgbClr val="869FB2"/>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900"/>
                  <a:buFont typeface="Arial"/>
                  <a:buNone/>
                </a:pPr>
                <a:r>
                  <a:t/>
                </a:r>
                <a:endParaRPr b="0" i="0" sz="900" u="none" cap="none" strike="noStrike">
                  <a:solidFill>
                    <a:srgbClr val="000000"/>
                  </a:solidFill>
                  <a:latin typeface="Arial"/>
                  <a:ea typeface="Arial"/>
                  <a:cs typeface="Arial"/>
                  <a:sym typeface="Arial"/>
                </a:endParaRPr>
              </a:p>
            </p:txBody>
          </p:sp>
          <p:sp>
            <p:nvSpPr>
              <p:cNvPr id="9414" name="Google Shape;9414;p39"/>
              <p:cNvSpPr/>
              <p:nvPr/>
            </p:nvSpPr>
            <p:spPr>
              <a:xfrm>
                <a:off x="6035543" y="3298113"/>
                <a:ext cx="217159" cy="224928"/>
              </a:xfrm>
              <a:custGeom>
                <a:rect b="b" l="l" r="r" t="t"/>
                <a:pathLst>
                  <a:path extrusionOk="0" h="2306954" w="1638934">
                    <a:moveTo>
                      <a:pt x="1638680" y="0"/>
                    </a:moveTo>
                    <a:lnTo>
                      <a:pt x="697255" y="0"/>
                    </a:lnTo>
                    <a:lnTo>
                      <a:pt x="697255" y="2306535"/>
                    </a:lnTo>
                    <a:lnTo>
                      <a:pt x="0" y="2306535"/>
                    </a:lnTo>
                  </a:path>
                </a:pathLst>
              </a:custGeom>
              <a:noFill/>
              <a:ln cap="flat" cmpd="sng" w="28575">
                <a:solidFill>
                  <a:srgbClr val="869FB2"/>
                </a:solidFill>
                <a:prstDash val="solid"/>
                <a:round/>
                <a:headEnd len="sm" w="sm" type="none"/>
                <a:tailEnd len="sm" w="sm" type="none"/>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900"/>
                  <a:buFont typeface="Arial"/>
                  <a:buNone/>
                </a:pPr>
                <a:r>
                  <a:t/>
                </a:r>
                <a:endParaRPr b="0" i="0" sz="900" u="none" cap="none" strike="noStrike">
                  <a:solidFill>
                    <a:srgbClr val="000000"/>
                  </a:solidFill>
                  <a:latin typeface="Arial"/>
                  <a:ea typeface="Arial"/>
                  <a:cs typeface="Arial"/>
                  <a:sym typeface="Arial"/>
                </a:endParaRPr>
              </a:p>
            </p:txBody>
          </p:sp>
        </p:grpSp>
        <p:grpSp>
          <p:nvGrpSpPr>
            <p:cNvPr id="9415" name="Google Shape;9415;p39"/>
            <p:cNvGrpSpPr/>
            <p:nvPr/>
          </p:nvGrpSpPr>
          <p:grpSpPr>
            <a:xfrm>
              <a:off x="5145061" y="3244587"/>
              <a:ext cx="536807" cy="295659"/>
              <a:chOff x="5145061" y="3244587"/>
              <a:chExt cx="536807" cy="295659"/>
            </a:xfrm>
          </p:grpSpPr>
          <p:sp>
            <p:nvSpPr>
              <p:cNvPr id="9416" name="Google Shape;9416;p39"/>
              <p:cNvSpPr/>
              <p:nvPr/>
            </p:nvSpPr>
            <p:spPr>
              <a:xfrm>
                <a:off x="5340522" y="3244587"/>
                <a:ext cx="341346" cy="295659"/>
              </a:xfrm>
              <a:custGeom>
                <a:rect b="b" l="l" r="r" t="t"/>
                <a:pathLst>
                  <a:path extrusionOk="0" h="2231390" w="2576195">
                    <a:moveTo>
                      <a:pt x="1288034" y="0"/>
                    </a:moveTo>
                    <a:lnTo>
                      <a:pt x="0" y="2230920"/>
                    </a:lnTo>
                    <a:lnTo>
                      <a:pt x="2576055" y="2230920"/>
                    </a:lnTo>
                    <a:lnTo>
                      <a:pt x="1288034" y="0"/>
                    </a:lnTo>
                    <a:close/>
                  </a:path>
                </a:pathLst>
              </a:custGeom>
              <a:solidFill>
                <a:srgbClr val="5F7D95"/>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900"/>
                  <a:buFont typeface="Arial"/>
                  <a:buNone/>
                </a:pPr>
                <a:r>
                  <a:t/>
                </a:r>
                <a:endParaRPr b="0" i="0" sz="900" u="none" cap="none" strike="noStrike">
                  <a:solidFill>
                    <a:srgbClr val="000000"/>
                  </a:solidFill>
                  <a:latin typeface="Arial"/>
                  <a:ea typeface="Arial"/>
                  <a:cs typeface="Arial"/>
                  <a:sym typeface="Arial"/>
                </a:endParaRPr>
              </a:p>
            </p:txBody>
          </p:sp>
          <p:sp>
            <p:nvSpPr>
              <p:cNvPr id="9417" name="Google Shape;9417;p39"/>
              <p:cNvSpPr/>
              <p:nvPr/>
            </p:nvSpPr>
            <p:spPr>
              <a:xfrm flipH="1">
                <a:off x="5145061" y="3298599"/>
                <a:ext cx="217159" cy="224928"/>
              </a:xfrm>
              <a:custGeom>
                <a:rect b="b" l="l" r="r" t="t"/>
                <a:pathLst>
                  <a:path extrusionOk="0" h="2306954" w="1638934">
                    <a:moveTo>
                      <a:pt x="1638680" y="0"/>
                    </a:moveTo>
                    <a:lnTo>
                      <a:pt x="697255" y="0"/>
                    </a:lnTo>
                    <a:lnTo>
                      <a:pt x="697255" y="2306535"/>
                    </a:lnTo>
                    <a:lnTo>
                      <a:pt x="0" y="2306535"/>
                    </a:lnTo>
                  </a:path>
                </a:pathLst>
              </a:custGeom>
              <a:noFill/>
              <a:ln cap="flat" cmpd="sng" w="28575">
                <a:solidFill>
                  <a:srgbClr val="5F7D95"/>
                </a:solidFill>
                <a:prstDash val="solid"/>
                <a:round/>
                <a:headEnd len="sm" w="sm" type="none"/>
                <a:tailEnd len="sm" w="sm" type="none"/>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900"/>
                  <a:buFont typeface="Arial"/>
                  <a:buNone/>
                </a:pPr>
                <a:r>
                  <a:t/>
                </a:r>
                <a:endParaRPr b="0" i="0" sz="900" u="none" cap="none" strike="noStrike">
                  <a:solidFill>
                    <a:srgbClr val="000000"/>
                  </a:solidFill>
                  <a:latin typeface="Arial"/>
                  <a:ea typeface="Arial"/>
                  <a:cs typeface="Arial"/>
                  <a:sym typeface="Arial"/>
                </a:endParaRPr>
              </a:p>
            </p:txBody>
          </p:sp>
        </p:grpSp>
        <p:grpSp>
          <p:nvGrpSpPr>
            <p:cNvPr id="9418" name="Google Shape;9418;p39"/>
            <p:cNvGrpSpPr/>
            <p:nvPr/>
          </p:nvGrpSpPr>
          <p:grpSpPr>
            <a:xfrm>
              <a:off x="5341327" y="2898245"/>
              <a:ext cx="532309" cy="614890"/>
              <a:chOff x="5341327" y="2898245"/>
              <a:chExt cx="532309" cy="614890"/>
            </a:xfrm>
          </p:grpSpPr>
          <p:sp>
            <p:nvSpPr>
              <p:cNvPr id="9419" name="Google Shape;9419;p39"/>
              <p:cNvSpPr/>
              <p:nvPr/>
            </p:nvSpPr>
            <p:spPr>
              <a:xfrm>
                <a:off x="5532290" y="3217476"/>
                <a:ext cx="341346" cy="295659"/>
              </a:xfrm>
              <a:custGeom>
                <a:rect b="b" l="l" r="r" t="t"/>
                <a:pathLst>
                  <a:path extrusionOk="0" h="2231390" w="2576195">
                    <a:moveTo>
                      <a:pt x="2576042" y="0"/>
                    </a:moveTo>
                    <a:lnTo>
                      <a:pt x="0" y="0"/>
                    </a:lnTo>
                    <a:lnTo>
                      <a:pt x="1288021" y="2230920"/>
                    </a:lnTo>
                    <a:lnTo>
                      <a:pt x="2576042" y="0"/>
                    </a:lnTo>
                    <a:close/>
                  </a:path>
                </a:pathLst>
              </a:custGeom>
              <a:solidFill>
                <a:srgbClr val="E3E9ED"/>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900"/>
                  <a:buFont typeface="Arial"/>
                  <a:buNone/>
                </a:pPr>
                <a:r>
                  <a:t/>
                </a:r>
                <a:endParaRPr b="0" i="0" sz="900" u="none" cap="none" strike="noStrike">
                  <a:solidFill>
                    <a:srgbClr val="000000"/>
                  </a:solidFill>
                  <a:latin typeface="Arial"/>
                  <a:ea typeface="Arial"/>
                  <a:cs typeface="Arial"/>
                  <a:sym typeface="Arial"/>
                </a:endParaRPr>
              </a:p>
            </p:txBody>
          </p:sp>
          <p:sp>
            <p:nvSpPr>
              <p:cNvPr id="9420" name="Google Shape;9420;p39"/>
              <p:cNvSpPr/>
              <p:nvPr/>
            </p:nvSpPr>
            <p:spPr>
              <a:xfrm flipH="1">
                <a:off x="5341327" y="2898245"/>
                <a:ext cx="217159" cy="334508"/>
              </a:xfrm>
              <a:custGeom>
                <a:rect b="b" l="l" r="r" t="t"/>
                <a:pathLst>
                  <a:path extrusionOk="0" h="2306954" w="1638934">
                    <a:moveTo>
                      <a:pt x="1638680" y="0"/>
                    </a:moveTo>
                    <a:lnTo>
                      <a:pt x="697255" y="0"/>
                    </a:lnTo>
                    <a:lnTo>
                      <a:pt x="697255" y="2306535"/>
                    </a:lnTo>
                    <a:lnTo>
                      <a:pt x="0" y="2306535"/>
                    </a:lnTo>
                  </a:path>
                </a:pathLst>
              </a:custGeom>
              <a:noFill/>
              <a:ln cap="flat" cmpd="sng" w="28575">
                <a:solidFill>
                  <a:srgbClr val="E3E9ED"/>
                </a:solidFill>
                <a:prstDash val="solid"/>
                <a:round/>
                <a:headEnd len="sm" w="sm" type="none"/>
                <a:tailEnd len="sm" w="sm" type="none"/>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900"/>
                  <a:buFont typeface="Arial"/>
                  <a:buNone/>
                </a:pPr>
                <a:r>
                  <a:t/>
                </a:r>
                <a:endParaRPr b="0" i="0" sz="900" u="none" cap="none" strike="noStrike">
                  <a:solidFill>
                    <a:srgbClr val="000000"/>
                  </a:solidFill>
                  <a:latin typeface="Arial"/>
                  <a:ea typeface="Arial"/>
                  <a:cs typeface="Arial"/>
                  <a:sym typeface="Arial"/>
                </a:endParaRPr>
              </a:p>
            </p:txBody>
          </p:sp>
        </p:grpSp>
        <p:grpSp>
          <p:nvGrpSpPr>
            <p:cNvPr id="9421" name="Google Shape;9421;p39"/>
            <p:cNvGrpSpPr/>
            <p:nvPr/>
          </p:nvGrpSpPr>
          <p:grpSpPr>
            <a:xfrm>
              <a:off x="5532290" y="2881789"/>
              <a:ext cx="620516" cy="305456"/>
              <a:chOff x="5532290" y="2881789"/>
              <a:chExt cx="620516" cy="305456"/>
            </a:xfrm>
          </p:grpSpPr>
          <p:sp>
            <p:nvSpPr>
              <p:cNvPr id="9422" name="Google Shape;9422;p39"/>
              <p:cNvSpPr/>
              <p:nvPr/>
            </p:nvSpPr>
            <p:spPr>
              <a:xfrm>
                <a:off x="5532290" y="2891586"/>
                <a:ext cx="341346" cy="295659"/>
              </a:xfrm>
              <a:custGeom>
                <a:rect b="b" l="l" r="r" t="t"/>
                <a:pathLst>
                  <a:path extrusionOk="0" h="2231390" w="2576195">
                    <a:moveTo>
                      <a:pt x="1288021" y="0"/>
                    </a:moveTo>
                    <a:lnTo>
                      <a:pt x="0" y="2230920"/>
                    </a:lnTo>
                    <a:lnTo>
                      <a:pt x="2576042" y="2230920"/>
                    </a:lnTo>
                    <a:lnTo>
                      <a:pt x="1288021" y="0"/>
                    </a:lnTo>
                    <a:close/>
                  </a:path>
                </a:pathLst>
              </a:custGeom>
              <a:solidFill>
                <a:srgbClr val="435D74"/>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900"/>
                  <a:buFont typeface="Arial"/>
                  <a:buNone/>
                </a:pPr>
                <a:r>
                  <a:t/>
                </a:r>
                <a:endParaRPr b="0" i="0" sz="900" u="none" cap="none" strike="noStrike">
                  <a:solidFill>
                    <a:srgbClr val="000000"/>
                  </a:solidFill>
                  <a:latin typeface="Arial"/>
                  <a:ea typeface="Arial"/>
                  <a:cs typeface="Arial"/>
                  <a:sym typeface="Arial"/>
                </a:endParaRPr>
              </a:p>
            </p:txBody>
          </p:sp>
          <p:sp>
            <p:nvSpPr>
              <p:cNvPr id="9423" name="Google Shape;9423;p39"/>
              <p:cNvSpPr/>
              <p:nvPr/>
            </p:nvSpPr>
            <p:spPr>
              <a:xfrm>
                <a:off x="5837311" y="2881789"/>
                <a:ext cx="315495" cy="288369"/>
              </a:xfrm>
              <a:custGeom>
                <a:rect b="b" l="l" r="r" t="t"/>
                <a:pathLst>
                  <a:path extrusionOk="0" h="2306954" w="1638934">
                    <a:moveTo>
                      <a:pt x="1638680" y="0"/>
                    </a:moveTo>
                    <a:lnTo>
                      <a:pt x="697255" y="0"/>
                    </a:lnTo>
                    <a:lnTo>
                      <a:pt x="697255" y="2306535"/>
                    </a:lnTo>
                    <a:lnTo>
                      <a:pt x="0" y="2306535"/>
                    </a:lnTo>
                  </a:path>
                </a:pathLst>
              </a:custGeom>
              <a:noFill/>
              <a:ln cap="flat" cmpd="sng" w="28575">
                <a:solidFill>
                  <a:srgbClr val="435D74"/>
                </a:solidFill>
                <a:prstDash val="solid"/>
                <a:round/>
                <a:headEnd len="sm" w="sm" type="none"/>
                <a:tailEnd len="sm" w="sm" type="none"/>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900"/>
                  <a:buFont typeface="Arial"/>
                  <a:buNone/>
                </a:pPr>
                <a:r>
                  <a:t/>
                </a:r>
                <a:endParaRPr b="0" i="0" sz="900" u="none" cap="none" strike="noStrike">
                  <a:solidFill>
                    <a:srgbClr val="000000"/>
                  </a:solidFill>
                  <a:latin typeface="Arial"/>
                  <a:ea typeface="Arial"/>
                  <a:cs typeface="Arial"/>
                  <a:sym typeface="Arial"/>
                </a:endParaRPr>
              </a:p>
            </p:txBody>
          </p:sp>
        </p:grpSp>
      </p:grpSp>
      <p:grpSp>
        <p:nvGrpSpPr>
          <p:cNvPr id="9424" name="Google Shape;9424;p39"/>
          <p:cNvGrpSpPr/>
          <p:nvPr/>
        </p:nvGrpSpPr>
        <p:grpSpPr>
          <a:xfrm>
            <a:off x="8163135" y="3526707"/>
            <a:ext cx="269068" cy="645492"/>
            <a:chOff x="7026852" y="3311869"/>
            <a:chExt cx="434331" cy="1041955"/>
          </a:xfrm>
        </p:grpSpPr>
        <p:sp>
          <p:nvSpPr>
            <p:cNvPr id="9425" name="Google Shape;9425;p39"/>
            <p:cNvSpPr/>
            <p:nvPr/>
          </p:nvSpPr>
          <p:spPr>
            <a:xfrm>
              <a:off x="7026852" y="3311869"/>
              <a:ext cx="434331" cy="847405"/>
            </a:xfrm>
            <a:custGeom>
              <a:rect b="b" l="l" r="r" t="t"/>
              <a:pathLst>
                <a:path extrusionOk="0" h="32649" w="16734">
                  <a:moveTo>
                    <a:pt x="8369" y="0"/>
                  </a:moveTo>
                  <a:cubicBezTo>
                    <a:pt x="3747" y="0"/>
                    <a:pt x="1" y="3747"/>
                    <a:pt x="1" y="8366"/>
                  </a:cubicBezTo>
                  <a:lnTo>
                    <a:pt x="1" y="32649"/>
                  </a:lnTo>
                  <a:lnTo>
                    <a:pt x="16734" y="32649"/>
                  </a:lnTo>
                  <a:lnTo>
                    <a:pt x="16734" y="8366"/>
                  </a:lnTo>
                  <a:cubicBezTo>
                    <a:pt x="16734" y="3744"/>
                    <a:pt x="12987" y="0"/>
                    <a:pt x="8369" y="0"/>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426" name="Google Shape;9426;p39"/>
            <p:cNvSpPr/>
            <p:nvPr/>
          </p:nvSpPr>
          <p:spPr>
            <a:xfrm>
              <a:off x="7082395" y="3359392"/>
              <a:ext cx="323321" cy="323321"/>
            </a:xfrm>
            <a:custGeom>
              <a:rect b="b" l="l" r="r" t="t"/>
              <a:pathLst>
                <a:path extrusionOk="0" h="12457" w="12457">
                  <a:moveTo>
                    <a:pt x="6229" y="1"/>
                  </a:moveTo>
                  <a:cubicBezTo>
                    <a:pt x="2788" y="1"/>
                    <a:pt x="1" y="2788"/>
                    <a:pt x="1" y="6229"/>
                  </a:cubicBezTo>
                  <a:cubicBezTo>
                    <a:pt x="1" y="9670"/>
                    <a:pt x="2788" y="12457"/>
                    <a:pt x="6229" y="12457"/>
                  </a:cubicBezTo>
                  <a:cubicBezTo>
                    <a:pt x="9666" y="12457"/>
                    <a:pt x="12457" y="9670"/>
                    <a:pt x="12457" y="6229"/>
                  </a:cubicBezTo>
                  <a:cubicBezTo>
                    <a:pt x="12457" y="2788"/>
                    <a:pt x="9666" y="1"/>
                    <a:pt x="6229" y="1"/>
                  </a:cubicBezTo>
                  <a:close/>
                </a:path>
              </a:pathLst>
            </a:custGeom>
            <a:solidFill>
              <a:srgbClr val="213B5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427" name="Google Shape;9427;p39"/>
            <p:cNvSpPr/>
            <p:nvPr/>
          </p:nvSpPr>
          <p:spPr>
            <a:xfrm>
              <a:off x="7026852" y="4159239"/>
              <a:ext cx="434331" cy="194585"/>
            </a:xfrm>
            <a:custGeom>
              <a:rect b="b" l="l" r="r" t="t"/>
              <a:pathLst>
                <a:path extrusionOk="0" h="7497" w="16734">
                  <a:moveTo>
                    <a:pt x="1" y="1"/>
                  </a:moveTo>
                  <a:lnTo>
                    <a:pt x="8369" y="7496"/>
                  </a:lnTo>
                  <a:lnTo>
                    <a:pt x="16734" y="1"/>
                  </a:ln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9428" name="Google Shape;9428;p39"/>
          <p:cNvGrpSpPr/>
          <p:nvPr/>
        </p:nvGrpSpPr>
        <p:grpSpPr>
          <a:xfrm>
            <a:off x="6179716" y="3565945"/>
            <a:ext cx="293882" cy="293836"/>
            <a:chOff x="4873519" y="3311869"/>
            <a:chExt cx="499374" cy="499296"/>
          </a:xfrm>
        </p:grpSpPr>
        <p:sp>
          <p:nvSpPr>
            <p:cNvPr id="9429" name="Google Shape;9429;p39"/>
            <p:cNvSpPr/>
            <p:nvPr/>
          </p:nvSpPr>
          <p:spPr>
            <a:xfrm>
              <a:off x="4873519" y="3311869"/>
              <a:ext cx="499374" cy="499296"/>
            </a:xfrm>
            <a:custGeom>
              <a:rect b="b" l="l" r="r" t="t"/>
              <a:pathLst>
                <a:path extrusionOk="0" h="19237" w="19240">
                  <a:moveTo>
                    <a:pt x="1" y="0"/>
                  </a:moveTo>
                  <a:lnTo>
                    <a:pt x="1" y="9618"/>
                  </a:lnTo>
                  <a:cubicBezTo>
                    <a:pt x="1" y="14929"/>
                    <a:pt x="4308" y="19236"/>
                    <a:pt x="9619" y="19236"/>
                  </a:cubicBezTo>
                  <a:cubicBezTo>
                    <a:pt x="14933" y="19236"/>
                    <a:pt x="19240" y="14929"/>
                    <a:pt x="19240" y="9618"/>
                  </a:cubicBezTo>
                  <a:cubicBezTo>
                    <a:pt x="19240" y="4307"/>
                    <a:pt x="14933" y="0"/>
                    <a:pt x="9619" y="0"/>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430" name="Google Shape;9430;p39"/>
            <p:cNvSpPr/>
            <p:nvPr/>
          </p:nvSpPr>
          <p:spPr>
            <a:xfrm>
              <a:off x="4894620" y="3329830"/>
              <a:ext cx="202112" cy="182386"/>
            </a:xfrm>
            <a:custGeom>
              <a:rect b="b" l="l" r="r" t="t"/>
              <a:pathLst>
                <a:path extrusionOk="0" h="7027" w="7787">
                  <a:moveTo>
                    <a:pt x="0" y="1"/>
                  </a:moveTo>
                  <a:lnTo>
                    <a:pt x="0" y="7026"/>
                  </a:lnTo>
                  <a:lnTo>
                    <a:pt x="7787" y="1"/>
                  </a:lnTo>
                  <a:close/>
                </a:path>
              </a:pathLst>
            </a:custGeom>
            <a:solidFill>
              <a:srgbClr val="213B5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9431" name="Google Shape;9431;p39"/>
          <p:cNvGrpSpPr/>
          <p:nvPr/>
        </p:nvGrpSpPr>
        <p:grpSpPr>
          <a:xfrm>
            <a:off x="6179716" y="3878316"/>
            <a:ext cx="293882" cy="293882"/>
            <a:chOff x="4873519" y="3875839"/>
            <a:chExt cx="499374" cy="499374"/>
          </a:xfrm>
        </p:grpSpPr>
        <p:sp>
          <p:nvSpPr>
            <p:cNvPr id="9432" name="Google Shape;9432;p39"/>
            <p:cNvSpPr/>
            <p:nvPr/>
          </p:nvSpPr>
          <p:spPr>
            <a:xfrm>
              <a:off x="4873519" y="3875839"/>
              <a:ext cx="499374" cy="499374"/>
            </a:xfrm>
            <a:custGeom>
              <a:rect b="b" l="l" r="r" t="t"/>
              <a:pathLst>
                <a:path extrusionOk="0" h="19240" w="19240">
                  <a:moveTo>
                    <a:pt x="1" y="1"/>
                  </a:moveTo>
                  <a:lnTo>
                    <a:pt x="1" y="9619"/>
                  </a:lnTo>
                  <a:cubicBezTo>
                    <a:pt x="1" y="14930"/>
                    <a:pt x="4308" y="19240"/>
                    <a:pt x="9619" y="19240"/>
                  </a:cubicBezTo>
                  <a:cubicBezTo>
                    <a:pt x="14933" y="19240"/>
                    <a:pt x="19240" y="14933"/>
                    <a:pt x="19240" y="9619"/>
                  </a:cubicBezTo>
                  <a:lnTo>
                    <a:pt x="19240" y="1"/>
                  </a:ln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433" name="Google Shape;9433;p39"/>
            <p:cNvSpPr/>
            <p:nvPr/>
          </p:nvSpPr>
          <p:spPr>
            <a:xfrm>
              <a:off x="4894620" y="3893826"/>
              <a:ext cx="202112" cy="182360"/>
            </a:xfrm>
            <a:custGeom>
              <a:rect b="b" l="l" r="r" t="t"/>
              <a:pathLst>
                <a:path extrusionOk="0" h="7026" w="7787">
                  <a:moveTo>
                    <a:pt x="0" y="0"/>
                  </a:moveTo>
                  <a:lnTo>
                    <a:pt x="0" y="7026"/>
                  </a:lnTo>
                  <a:lnTo>
                    <a:pt x="7787" y="0"/>
                  </a:lnTo>
                  <a:close/>
                </a:path>
              </a:pathLst>
            </a:custGeom>
            <a:solidFill>
              <a:srgbClr val="213B5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9434" name="Google Shape;9434;p39"/>
          <p:cNvGrpSpPr/>
          <p:nvPr/>
        </p:nvGrpSpPr>
        <p:grpSpPr>
          <a:xfrm>
            <a:off x="2410244" y="1850269"/>
            <a:ext cx="698105" cy="698207"/>
            <a:chOff x="2565073" y="2075876"/>
            <a:chExt cx="672483" cy="672517"/>
          </a:xfrm>
        </p:grpSpPr>
        <p:sp>
          <p:nvSpPr>
            <p:cNvPr id="9435" name="Google Shape;9435;p39"/>
            <p:cNvSpPr/>
            <p:nvPr/>
          </p:nvSpPr>
          <p:spPr>
            <a:xfrm>
              <a:off x="2642193" y="2530650"/>
              <a:ext cx="419588" cy="217743"/>
            </a:xfrm>
            <a:custGeom>
              <a:rect b="b" l="l" r="r" t="t"/>
              <a:pathLst>
                <a:path extrusionOk="0" h="67780" w="130611">
                  <a:moveTo>
                    <a:pt x="28498" y="0"/>
                  </a:moveTo>
                  <a:cubicBezTo>
                    <a:pt x="24484" y="0"/>
                    <a:pt x="20456" y="1023"/>
                    <a:pt x="16802" y="3132"/>
                  </a:cubicBezTo>
                  <a:lnTo>
                    <a:pt x="16191" y="3487"/>
                  </a:lnTo>
                  <a:cubicBezTo>
                    <a:pt x="1795" y="11796"/>
                    <a:pt x="1" y="31826"/>
                    <a:pt x="12628" y="42639"/>
                  </a:cubicBezTo>
                  <a:cubicBezTo>
                    <a:pt x="28340" y="56094"/>
                    <a:pt x="48088" y="64970"/>
                    <a:pt x="69808" y="67207"/>
                  </a:cubicBezTo>
                  <a:cubicBezTo>
                    <a:pt x="70015" y="67227"/>
                    <a:pt x="70217" y="67252"/>
                    <a:pt x="70419" y="67271"/>
                  </a:cubicBezTo>
                  <a:cubicBezTo>
                    <a:pt x="70804" y="67306"/>
                    <a:pt x="71188" y="67345"/>
                    <a:pt x="71572" y="67375"/>
                  </a:cubicBezTo>
                  <a:cubicBezTo>
                    <a:pt x="72080" y="67419"/>
                    <a:pt x="72588" y="67464"/>
                    <a:pt x="73100" y="67498"/>
                  </a:cubicBezTo>
                  <a:lnTo>
                    <a:pt x="73440" y="67523"/>
                  </a:lnTo>
                  <a:cubicBezTo>
                    <a:pt x="75877" y="67694"/>
                    <a:pt x="78323" y="67780"/>
                    <a:pt x="80773" y="67780"/>
                  </a:cubicBezTo>
                  <a:cubicBezTo>
                    <a:pt x="97672" y="67780"/>
                    <a:pt x="114788" y="63683"/>
                    <a:pt x="130611" y="55083"/>
                  </a:cubicBezTo>
                  <a:lnTo>
                    <a:pt x="106348" y="13068"/>
                  </a:lnTo>
                  <a:cubicBezTo>
                    <a:pt x="98422" y="17162"/>
                    <a:pt x="89641" y="19287"/>
                    <a:pt x="80747" y="19287"/>
                  </a:cubicBezTo>
                  <a:cubicBezTo>
                    <a:pt x="79675" y="19287"/>
                    <a:pt x="78601" y="19256"/>
                    <a:pt x="77526" y="19194"/>
                  </a:cubicBezTo>
                  <a:cubicBezTo>
                    <a:pt x="77220" y="19174"/>
                    <a:pt x="76910" y="19149"/>
                    <a:pt x="76599" y="19130"/>
                  </a:cubicBezTo>
                  <a:cubicBezTo>
                    <a:pt x="76072" y="19090"/>
                    <a:pt x="75545" y="19051"/>
                    <a:pt x="75017" y="18997"/>
                  </a:cubicBezTo>
                  <a:cubicBezTo>
                    <a:pt x="74943" y="18992"/>
                    <a:pt x="74865" y="18982"/>
                    <a:pt x="74791" y="18972"/>
                  </a:cubicBezTo>
                  <a:cubicBezTo>
                    <a:pt x="73347" y="18819"/>
                    <a:pt x="71908" y="18612"/>
                    <a:pt x="70478" y="18351"/>
                  </a:cubicBezTo>
                  <a:cubicBezTo>
                    <a:pt x="70409" y="18336"/>
                    <a:pt x="70340" y="18331"/>
                    <a:pt x="70266" y="18317"/>
                  </a:cubicBezTo>
                  <a:cubicBezTo>
                    <a:pt x="60646" y="16518"/>
                    <a:pt x="51666" y="12220"/>
                    <a:pt x="44224" y="5857"/>
                  </a:cubicBezTo>
                  <a:cubicBezTo>
                    <a:pt x="39725" y="2011"/>
                    <a:pt x="34125" y="0"/>
                    <a:pt x="28498" y="0"/>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436" name="Google Shape;9436;p39"/>
            <p:cNvSpPr/>
            <p:nvPr/>
          </p:nvSpPr>
          <p:spPr>
            <a:xfrm>
              <a:off x="2910083" y="2420918"/>
              <a:ext cx="327379" cy="312727"/>
            </a:xfrm>
            <a:custGeom>
              <a:rect b="b" l="l" r="r" t="t"/>
              <a:pathLst>
                <a:path extrusionOk="0" h="97347" w="101908">
                  <a:moveTo>
                    <a:pt x="53377" y="1"/>
                  </a:moveTo>
                  <a:cubicBezTo>
                    <a:pt x="52884" y="9843"/>
                    <a:pt x="49823" y="19390"/>
                    <a:pt x="44495" y="27689"/>
                  </a:cubicBezTo>
                  <a:lnTo>
                    <a:pt x="44490" y="27684"/>
                  </a:lnTo>
                  <a:cubicBezTo>
                    <a:pt x="37847" y="37980"/>
                    <a:pt x="27936" y="45964"/>
                    <a:pt x="16216" y="50163"/>
                  </a:cubicBezTo>
                  <a:cubicBezTo>
                    <a:pt x="6521" y="53638"/>
                    <a:pt x="1" y="62746"/>
                    <a:pt x="1" y="73041"/>
                  </a:cubicBezTo>
                  <a:cubicBezTo>
                    <a:pt x="1" y="86873"/>
                    <a:pt x="11336" y="97347"/>
                    <a:pt x="24173" y="97347"/>
                  </a:cubicBezTo>
                  <a:cubicBezTo>
                    <a:pt x="26820" y="97347"/>
                    <a:pt x="29530" y="96902"/>
                    <a:pt x="32219" y="95949"/>
                  </a:cubicBezTo>
                  <a:cubicBezTo>
                    <a:pt x="49306" y="89897"/>
                    <a:pt x="64347" y="79537"/>
                    <a:pt x="76048" y="66171"/>
                  </a:cubicBezTo>
                  <a:cubicBezTo>
                    <a:pt x="76329" y="65870"/>
                    <a:pt x="76609" y="65570"/>
                    <a:pt x="76881" y="65254"/>
                  </a:cubicBezTo>
                  <a:cubicBezTo>
                    <a:pt x="92548" y="46905"/>
                    <a:pt x="101267" y="23751"/>
                    <a:pt x="101907" y="1"/>
                  </a:cubicBezTo>
                  <a:close/>
                </a:path>
              </a:pathLst>
            </a:custGeom>
            <a:solidFill>
              <a:srgbClr val="445D7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437" name="Google Shape;9437;p39"/>
            <p:cNvSpPr/>
            <p:nvPr/>
          </p:nvSpPr>
          <p:spPr>
            <a:xfrm>
              <a:off x="2999034" y="2125384"/>
              <a:ext cx="238522" cy="411351"/>
            </a:xfrm>
            <a:custGeom>
              <a:rect b="b" l="l" r="r" t="t"/>
              <a:pathLst>
                <a:path extrusionOk="0" h="128047" w="74248">
                  <a:moveTo>
                    <a:pt x="24273" y="0"/>
                  </a:moveTo>
                  <a:lnTo>
                    <a:pt x="0" y="42036"/>
                  </a:lnTo>
                  <a:cubicBezTo>
                    <a:pt x="7521" y="46866"/>
                    <a:pt x="13775" y="53430"/>
                    <a:pt x="18236" y="61173"/>
                  </a:cubicBezTo>
                  <a:cubicBezTo>
                    <a:pt x="18694" y="61966"/>
                    <a:pt x="19128" y="62765"/>
                    <a:pt x="19542" y="63573"/>
                  </a:cubicBezTo>
                  <a:cubicBezTo>
                    <a:pt x="19601" y="63696"/>
                    <a:pt x="19665" y="63829"/>
                    <a:pt x="19729" y="63953"/>
                  </a:cubicBezTo>
                  <a:cubicBezTo>
                    <a:pt x="19970" y="64426"/>
                    <a:pt x="20202" y="64904"/>
                    <a:pt x="20429" y="65382"/>
                  </a:cubicBezTo>
                  <a:cubicBezTo>
                    <a:pt x="20557" y="65658"/>
                    <a:pt x="20685" y="65929"/>
                    <a:pt x="20808" y="66210"/>
                  </a:cubicBezTo>
                  <a:cubicBezTo>
                    <a:pt x="21079" y="66806"/>
                    <a:pt x="21346" y="67408"/>
                    <a:pt x="21592" y="68014"/>
                  </a:cubicBezTo>
                  <a:cubicBezTo>
                    <a:pt x="21676" y="68226"/>
                    <a:pt x="21755" y="68433"/>
                    <a:pt x="21838" y="68645"/>
                  </a:cubicBezTo>
                  <a:cubicBezTo>
                    <a:pt x="22036" y="69142"/>
                    <a:pt x="22223" y="69645"/>
                    <a:pt x="22405" y="70148"/>
                  </a:cubicBezTo>
                  <a:cubicBezTo>
                    <a:pt x="25816" y="79561"/>
                    <a:pt x="26649" y="89714"/>
                    <a:pt x="24815" y="99561"/>
                  </a:cubicBezTo>
                  <a:cubicBezTo>
                    <a:pt x="22952" y="109586"/>
                    <a:pt x="27738" y="119679"/>
                    <a:pt x="36570" y="124780"/>
                  </a:cubicBezTo>
                  <a:cubicBezTo>
                    <a:pt x="40441" y="127014"/>
                    <a:pt x="44590" y="128047"/>
                    <a:pt x="48651" y="128047"/>
                  </a:cubicBezTo>
                  <a:cubicBezTo>
                    <a:pt x="59837" y="128047"/>
                    <a:pt x="70356" y="120215"/>
                    <a:pt x="72558" y="108102"/>
                  </a:cubicBezTo>
                  <a:cubicBezTo>
                    <a:pt x="73686" y="101887"/>
                    <a:pt x="74248" y="95579"/>
                    <a:pt x="74248" y="89261"/>
                  </a:cubicBezTo>
                  <a:cubicBezTo>
                    <a:pt x="74243" y="71168"/>
                    <a:pt x="69655" y="54150"/>
                    <a:pt x="61577" y="39305"/>
                  </a:cubicBezTo>
                  <a:lnTo>
                    <a:pt x="61557" y="39315"/>
                  </a:lnTo>
                  <a:cubicBezTo>
                    <a:pt x="61123" y="38517"/>
                    <a:pt x="60680" y="37723"/>
                    <a:pt x="60222" y="36930"/>
                  </a:cubicBezTo>
                  <a:cubicBezTo>
                    <a:pt x="51178" y="21262"/>
                    <a:pt x="38694" y="8818"/>
                    <a:pt x="24273" y="0"/>
                  </a:cubicBezTo>
                  <a:close/>
                </a:path>
              </a:pathLst>
            </a:custGeom>
            <a:solidFill>
              <a:srgbClr val="667E9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438" name="Google Shape;9438;p39"/>
            <p:cNvSpPr/>
            <p:nvPr/>
          </p:nvSpPr>
          <p:spPr>
            <a:xfrm>
              <a:off x="2740849" y="2075876"/>
              <a:ext cx="419604" cy="217734"/>
            </a:xfrm>
            <a:custGeom>
              <a:rect b="b" l="l" r="r" t="t"/>
              <a:pathLst>
                <a:path extrusionOk="0" h="67777" w="130616">
                  <a:moveTo>
                    <a:pt x="49853" y="1"/>
                  </a:moveTo>
                  <a:cubicBezTo>
                    <a:pt x="32949" y="1"/>
                    <a:pt x="15828" y="4093"/>
                    <a:pt x="0" y="12696"/>
                  </a:cubicBezTo>
                  <a:lnTo>
                    <a:pt x="24263" y="54711"/>
                  </a:lnTo>
                  <a:cubicBezTo>
                    <a:pt x="32189" y="50621"/>
                    <a:pt x="40970" y="48497"/>
                    <a:pt x="49860" y="48497"/>
                  </a:cubicBezTo>
                  <a:cubicBezTo>
                    <a:pt x="50932" y="48497"/>
                    <a:pt x="52006" y="48528"/>
                    <a:pt x="53080" y="48590"/>
                  </a:cubicBezTo>
                  <a:cubicBezTo>
                    <a:pt x="53391" y="48605"/>
                    <a:pt x="53701" y="48630"/>
                    <a:pt x="54012" y="48649"/>
                  </a:cubicBezTo>
                  <a:cubicBezTo>
                    <a:pt x="54539" y="48689"/>
                    <a:pt x="55066" y="48728"/>
                    <a:pt x="55594" y="48782"/>
                  </a:cubicBezTo>
                  <a:cubicBezTo>
                    <a:pt x="55668" y="48792"/>
                    <a:pt x="55746" y="48802"/>
                    <a:pt x="55820" y="48807"/>
                  </a:cubicBezTo>
                  <a:cubicBezTo>
                    <a:pt x="57264" y="48960"/>
                    <a:pt x="58704" y="49172"/>
                    <a:pt x="60133" y="49433"/>
                  </a:cubicBezTo>
                  <a:cubicBezTo>
                    <a:pt x="60202" y="49448"/>
                    <a:pt x="60271" y="49453"/>
                    <a:pt x="60345" y="49462"/>
                  </a:cubicBezTo>
                  <a:cubicBezTo>
                    <a:pt x="69965" y="51266"/>
                    <a:pt x="78945" y="55564"/>
                    <a:pt x="86387" y="61927"/>
                  </a:cubicBezTo>
                  <a:cubicBezTo>
                    <a:pt x="90886" y="65767"/>
                    <a:pt x="96484" y="67777"/>
                    <a:pt x="102111" y="67777"/>
                  </a:cubicBezTo>
                  <a:cubicBezTo>
                    <a:pt x="106125" y="67777"/>
                    <a:pt x="110154" y="66754"/>
                    <a:pt x="113809" y="64642"/>
                  </a:cubicBezTo>
                  <a:lnTo>
                    <a:pt x="114420" y="64292"/>
                  </a:lnTo>
                  <a:cubicBezTo>
                    <a:pt x="128816" y="55983"/>
                    <a:pt x="130615" y="35958"/>
                    <a:pt x="117988" y="25140"/>
                  </a:cubicBezTo>
                  <a:cubicBezTo>
                    <a:pt x="102271" y="11685"/>
                    <a:pt x="82523" y="2809"/>
                    <a:pt x="60803" y="572"/>
                  </a:cubicBezTo>
                  <a:cubicBezTo>
                    <a:pt x="60596" y="552"/>
                    <a:pt x="60394" y="532"/>
                    <a:pt x="60192" y="513"/>
                  </a:cubicBezTo>
                  <a:cubicBezTo>
                    <a:pt x="59808" y="473"/>
                    <a:pt x="59423" y="439"/>
                    <a:pt x="59039" y="404"/>
                  </a:cubicBezTo>
                  <a:cubicBezTo>
                    <a:pt x="58531" y="360"/>
                    <a:pt x="58023" y="320"/>
                    <a:pt x="57511" y="281"/>
                  </a:cubicBezTo>
                  <a:lnTo>
                    <a:pt x="57171" y="256"/>
                  </a:lnTo>
                  <a:cubicBezTo>
                    <a:pt x="54739" y="86"/>
                    <a:pt x="52298" y="1"/>
                    <a:pt x="49853" y="1"/>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439" name="Google Shape;9439;p39"/>
            <p:cNvSpPr/>
            <p:nvPr/>
          </p:nvSpPr>
          <p:spPr>
            <a:xfrm>
              <a:off x="2565167" y="2090625"/>
              <a:ext cx="327379" cy="312740"/>
            </a:xfrm>
            <a:custGeom>
              <a:rect b="b" l="l" r="r" t="t"/>
              <a:pathLst>
                <a:path extrusionOk="0" h="97351" w="101908">
                  <a:moveTo>
                    <a:pt x="77732" y="1"/>
                  </a:moveTo>
                  <a:cubicBezTo>
                    <a:pt x="75086" y="1"/>
                    <a:pt x="72377" y="446"/>
                    <a:pt x="69690" y="1397"/>
                  </a:cubicBezTo>
                  <a:cubicBezTo>
                    <a:pt x="52607" y="7449"/>
                    <a:pt x="37561" y="17814"/>
                    <a:pt x="25865" y="31175"/>
                  </a:cubicBezTo>
                  <a:cubicBezTo>
                    <a:pt x="25580" y="31476"/>
                    <a:pt x="25299" y="31776"/>
                    <a:pt x="25028" y="32097"/>
                  </a:cubicBezTo>
                  <a:cubicBezTo>
                    <a:pt x="9365" y="50441"/>
                    <a:pt x="646" y="73600"/>
                    <a:pt x="1" y="97350"/>
                  </a:cubicBezTo>
                  <a:lnTo>
                    <a:pt x="48536" y="97350"/>
                  </a:lnTo>
                  <a:cubicBezTo>
                    <a:pt x="49024" y="87503"/>
                    <a:pt x="52085" y="77956"/>
                    <a:pt x="57413" y="69662"/>
                  </a:cubicBezTo>
                  <a:lnTo>
                    <a:pt x="57418" y="69662"/>
                  </a:lnTo>
                  <a:cubicBezTo>
                    <a:pt x="64061" y="59371"/>
                    <a:pt x="73977" y="51382"/>
                    <a:pt x="85697" y="47183"/>
                  </a:cubicBezTo>
                  <a:cubicBezTo>
                    <a:pt x="95382" y="43708"/>
                    <a:pt x="101907" y="34605"/>
                    <a:pt x="101907" y="24310"/>
                  </a:cubicBezTo>
                  <a:cubicBezTo>
                    <a:pt x="101907" y="10473"/>
                    <a:pt x="90570" y="1"/>
                    <a:pt x="77732" y="1"/>
                  </a:cubicBezTo>
                  <a:close/>
                </a:path>
              </a:pathLst>
            </a:custGeom>
            <a:solidFill>
              <a:srgbClr val="A5B7C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440" name="Google Shape;9440;p39"/>
            <p:cNvSpPr/>
            <p:nvPr/>
          </p:nvSpPr>
          <p:spPr>
            <a:xfrm>
              <a:off x="2565073" y="2287538"/>
              <a:ext cx="218572" cy="409555"/>
            </a:xfrm>
            <a:custGeom>
              <a:rect b="b" l="l" r="r" t="t"/>
              <a:pathLst>
                <a:path extrusionOk="0" h="127488" w="68038">
                  <a:moveTo>
                    <a:pt x="25598" y="0"/>
                  </a:moveTo>
                  <a:cubicBezTo>
                    <a:pt x="14413" y="0"/>
                    <a:pt x="3897" y="7831"/>
                    <a:pt x="1695" y="19943"/>
                  </a:cubicBezTo>
                  <a:cubicBezTo>
                    <a:pt x="567" y="26163"/>
                    <a:pt x="0" y="32466"/>
                    <a:pt x="5" y="38785"/>
                  </a:cubicBezTo>
                  <a:cubicBezTo>
                    <a:pt x="5" y="56877"/>
                    <a:pt x="4598" y="73900"/>
                    <a:pt x="12676" y="88745"/>
                  </a:cubicBezTo>
                  <a:lnTo>
                    <a:pt x="12696" y="88735"/>
                  </a:lnTo>
                  <a:cubicBezTo>
                    <a:pt x="13125" y="89533"/>
                    <a:pt x="13568" y="90327"/>
                    <a:pt x="14027" y="91120"/>
                  </a:cubicBezTo>
                  <a:cubicBezTo>
                    <a:pt x="22888" y="106463"/>
                    <a:pt x="35052" y="118705"/>
                    <a:pt x="49093" y="127488"/>
                  </a:cubicBezTo>
                  <a:cubicBezTo>
                    <a:pt x="44721" y="124742"/>
                    <a:pt x="40552" y="121677"/>
                    <a:pt x="36634" y="118316"/>
                  </a:cubicBezTo>
                  <a:cubicBezTo>
                    <a:pt x="24002" y="107503"/>
                    <a:pt x="25801" y="87473"/>
                    <a:pt x="40197" y="79164"/>
                  </a:cubicBezTo>
                  <a:lnTo>
                    <a:pt x="40808" y="78809"/>
                  </a:lnTo>
                  <a:cubicBezTo>
                    <a:pt x="44459" y="76702"/>
                    <a:pt x="48483" y="75681"/>
                    <a:pt x="52492" y="75681"/>
                  </a:cubicBezTo>
                  <a:cubicBezTo>
                    <a:pt x="58042" y="75681"/>
                    <a:pt x="63566" y="77637"/>
                    <a:pt x="68038" y="81377"/>
                  </a:cubicBezTo>
                  <a:cubicBezTo>
                    <a:pt x="63238" y="77256"/>
                    <a:pt x="59172" y="72353"/>
                    <a:pt x="56017" y="66877"/>
                  </a:cubicBezTo>
                  <a:cubicBezTo>
                    <a:pt x="55559" y="66083"/>
                    <a:pt x="55120" y="65280"/>
                    <a:pt x="54706" y="64472"/>
                  </a:cubicBezTo>
                  <a:cubicBezTo>
                    <a:pt x="54647" y="64349"/>
                    <a:pt x="54583" y="64221"/>
                    <a:pt x="54519" y="64092"/>
                  </a:cubicBezTo>
                  <a:cubicBezTo>
                    <a:pt x="54278" y="63619"/>
                    <a:pt x="54046" y="63141"/>
                    <a:pt x="53824" y="62663"/>
                  </a:cubicBezTo>
                  <a:cubicBezTo>
                    <a:pt x="53691" y="62392"/>
                    <a:pt x="53568" y="62116"/>
                    <a:pt x="53440" y="61840"/>
                  </a:cubicBezTo>
                  <a:cubicBezTo>
                    <a:pt x="53169" y="61239"/>
                    <a:pt x="52907" y="60637"/>
                    <a:pt x="52656" y="60031"/>
                  </a:cubicBezTo>
                  <a:cubicBezTo>
                    <a:pt x="52572" y="59824"/>
                    <a:pt x="52493" y="59612"/>
                    <a:pt x="52410" y="59400"/>
                  </a:cubicBezTo>
                  <a:cubicBezTo>
                    <a:pt x="52217" y="58903"/>
                    <a:pt x="52025" y="58400"/>
                    <a:pt x="51843" y="57902"/>
                  </a:cubicBezTo>
                  <a:cubicBezTo>
                    <a:pt x="48437" y="48484"/>
                    <a:pt x="47604" y="38331"/>
                    <a:pt x="49433" y="28484"/>
                  </a:cubicBezTo>
                  <a:cubicBezTo>
                    <a:pt x="51301" y="18459"/>
                    <a:pt x="46515" y="8366"/>
                    <a:pt x="37683" y="3270"/>
                  </a:cubicBezTo>
                  <a:cubicBezTo>
                    <a:pt x="33811" y="1033"/>
                    <a:pt x="29660" y="0"/>
                    <a:pt x="25598" y="0"/>
                  </a:cubicBezTo>
                  <a:close/>
                </a:path>
              </a:pathLst>
            </a:custGeom>
            <a:solidFill>
              <a:srgbClr val="667E9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9441" name="Google Shape;9441;p39"/>
          <p:cNvGrpSpPr/>
          <p:nvPr/>
        </p:nvGrpSpPr>
        <p:grpSpPr>
          <a:xfrm>
            <a:off x="5633655" y="3534869"/>
            <a:ext cx="438354" cy="637329"/>
            <a:chOff x="1697726" y="3244179"/>
            <a:chExt cx="788124" cy="1146069"/>
          </a:xfrm>
        </p:grpSpPr>
        <p:sp>
          <p:nvSpPr>
            <p:cNvPr id="9442" name="Google Shape;9442;p39"/>
            <p:cNvSpPr/>
            <p:nvPr/>
          </p:nvSpPr>
          <p:spPr>
            <a:xfrm>
              <a:off x="1697726" y="3244179"/>
              <a:ext cx="788124" cy="1146069"/>
            </a:xfrm>
            <a:custGeom>
              <a:rect b="b" l="l" r="r" t="t"/>
              <a:pathLst>
                <a:path extrusionOk="0" h="44156" w="30365">
                  <a:moveTo>
                    <a:pt x="18841" y="1"/>
                  </a:moveTo>
                  <a:lnTo>
                    <a:pt x="18841" y="3319"/>
                  </a:lnTo>
                  <a:lnTo>
                    <a:pt x="7583" y="3319"/>
                  </a:lnTo>
                  <a:cubicBezTo>
                    <a:pt x="5740" y="3319"/>
                    <a:pt x="4248" y="4814"/>
                    <a:pt x="4248" y="6658"/>
                  </a:cubicBezTo>
                  <a:lnTo>
                    <a:pt x="4248" y="29436"/>
                  </a:lnTo>
                  <a:lnTo>
                    <a:pt x="1" y="29436"/>
                  </a:lnTo>
                  <a:lnTo>
                    <a:pt x="1" y="44155"/>
                  </a:lnTo>
                  <a:lnTo>
                    <a:pt x="14720" y="44155"/>
                  </a:lnTo>
                  <a:lnTo>
                    <a:pt x="14720" y="29436"/>
                  </a:lnTo>
                  <a:lnTo>
                    <a:pt x="10922" y="29436"/>
                  </a:lnTo>
                  <a:lnTo>
                    <a:pt x="10922" y="9993"/>
                  </a:lnTo>
                  <a:lnTo>
                    <a:pt x="18841" y="9993"/>
                  </a:lnTo>
                  <a:lnTo>
                    <a:pt x="18841" y="13311"/>
                  </a:lnTo>
                  <a:lnTo>
                    <a:pt x="30365" y="6658"/>
                  </a:lnTo>
                  <a:lnTo>
                    <a:pt x="18841" y="1"/>
                  </a:ln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443" name="Google Shape;9443;p39"/>
            <p:cNvSpPr/>
            <p:nvPr/>
          </p:nvSpPr>
          <p:spPr>
            <a:xfrm>
              <a:off x="1743302" y="4053603"/>
              <a:ext cx="291293" cy="291267"/>
            </a:xfrm>
            <a:custGeom>
              <a:rect b="b" l="l" r="r" t="t"/>
              <a:pathLst>
                <a:path extrusionOk="0" h="11222" w="11223">
                  <a:moveTo>
                    <a:pt x="1" y="0"/>
                  </a:moveTo>
                  <a:lnTo>
                    <a:pt x="1" y="11222"/>
                  </a:lnTo>
                  <a:lnTo>
                    <a:pt x="11222" y="11222"/>
                  </a:lnTo>
                  <a:lnTo>
                    <a:pt x="11222" y="0"/>
                  </a:ln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9444" name="Google Shape;9444;p39"/>
          <p:cNvSpPr/>
          <p:nvPr/>
        </p:nvSpPr>
        <p:spPr>
          <a:xfrm>
            <a:off x="8130914" y="3422653"/>
            <a:ext cx="204" cy="4"/>
          </a:xfrm>
          <a:custGeom>
            <a:rect b="b" l="l" r="r" t="t"/>
            <a:pathLst>
              <a:path extrusionOk="0" h="1" w="48">
                <a:moveTo>
                  <a:pt x="48" y="0"/>
                </a:moveTo>
                <a:lnTo>
                  <a:pt x="1" y="0"/>
                </a:ln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nvGrpSpPr>
          <p:cNvPr id="9445" name="Google Shape;9445;p39"/>
          <p:cNvGrpSpPr/>
          <p:nvPr/>
        </p:nvGrpSpPr>
        <p:grpSpPr>
          <a:xfrm>
            <a:off x="7634869" y="1863232"/>
            <a:ext cx="799565" cy="670282"/>
            <a:chOff x="7617850" y="2063282"/>
            <a:chExt cx="799565" cy="670282"/>
          </a:xfrm>
        </p:grpSpPr>
        <p:cxnSp>
          <p:nvCxnSpPr>
            <p:cNvPr id="9446" name="Google Shape;9446;p39"/>
            <p:cNvCxnSpPr/>
            <p:nvPr/>
          </p:nvCxnSpPr>
          <p:spPr>
            <a:xfrm flipH="1" rot="5400000">
              <a:off x="7629118" y="2104714"/>
              <a:ext cx="129900" cy="111300"/>
            </a:xfrm>
            <a:prstGeom prst="bentConnector3">
              <a:avLst>
                <a:gd fmla="val -104003" name="adj1"/>
              </a:avLst>
            </a:prstGeom>
            <a:noFill/>
            <a:ln cap="flat" cmpd="sng" w="9525">
              <a:solidFill>
                <a:srgbClr val="667E92"/>
              </a:solidFill>
              <a:prstDash val="solid"/>
              <a:round/>
              <a:headEnd len="sm" w="sm" type="none"/>
              <a:tailEnd len="sm" w="sm" type="none"/>
            </a:ln>
          </p:spPr>
        </p:cxnSp>
        <p:cxnSp>
          <p:nvCxnSpPr>
            <p:cNvPr id="9447" name="Google Shape;9447;p39"/>
            <p:cNvCxnSpPr/>
            <p:nvPr/>
          </p:nvCxnSpPr>
          <p:spPr>
            <a:xfrm rot="-5400000">
              <a:off x="8276270" y="2104714"/>
              <a:ext cx="129900" cy="111300"/>
            </a:xfrm>
            <a:prstGeom prst="bentConnector3">
              <a:avLst>
                <a:gd fmla="val -104003" name="adj1"/>
              </a:avLst>
            </a:prstGeom>
            <a:noFill/>
            <a:ln cap="flat" cmpd="sng" w="9525">
              <a:solidFill>
                <a:srgbClr val="667E92"/>
              </a:solidFill>
              <a:prstDash val="solid"/>
              <a:round/>
              <a:headEnd len="sm" w="sm" type="none"/>
              <a:tailEnd len="sm" w="sm" type="none"/>
            </a:ln>
          </p:spPr>
        </p:cxnSp>
        <p:cxnSp>
          <p:nvCxnSpPr>
            <p:cNvPr id="9448" name="Google Shape;9448;p39"/>
            <p:cNvCxnSpPr/>
            <p:nvPr/>
          </p:nvCxnSpPr>
          <p:spPr>
            <a:xfrm rot="5400000">
              <a:off x="7629118" y="2612964"/>
              <a:ext cx="129900" cy="111300"/>
            </a:xfrm>
            <a:prstGeom prst="bentConnector3">
              <a:avLst>
                <a:gd fmla="val 204003" name="adj1"/>
              </a:avLst>
            </a:prstGeom>
            <a:noFill/>
            <a:ln cap="flat" cmpd="sng" w="9525">
              <a:solidFill>
                <a:srgbClr val="667E92"/>
              </a:solidFill>
              <a:prstDash val="solid"/>
              <a:round/>
              <a:headEnd len="sm" w="sm" type="none"/>
              <a:tailEnd len="sm" w="sm" type="none"/>
            </a:ln>
          </p:spPr>
        </p:cxnSp>
        <p:cxnSp>
          <p:nvCxnSpPr>
            <p:cNvPr id="9449" name="Google Shape;9449;p39"/>
            <p:cNvCxnSpPr/>
            <p:nvPr/>
          </p:nvCxnSpPr>
          <p:spPr>
            <a:xfrm flipH="1" rot="-5400000">
              <a:off x="8276270" y="2612964"/>
              <a:ext cx="129900" cy="111300"/>
            </a:xfrm>
            <a:prstGeom prst="bentConnector3">
              <a:avLst>
                <a:gd fmla="val 204003" name="adj1"/>
              </a:avLst>
            </a:prstGeom>
            <a:noFill/>
            <a:ln cap="flat" cmpd="sng" w="9525">
              <a:solidFill>
                <a:srgbClr val="667E92"/>
              </a:solidFill>
              <a:prstDash val="solid"/>
              <a:round/>
              <a:headEnd len="sm" w="sm" type="none"/>
              <a:tailEnd len="sm" w="sm" type="none"/>
            </a:ln>
          </p:spPr>
        </p:cxnSp>
        <p:cxnSp>
          <p:nvCxnSpPr>
            <p:cNvPr id="9450" name="Google Shape;9450;p39"/>
            <p:cNvCxnSpPr/>
            <p:nvPr/>
          </p:nvCxnSpPr>
          <p:spPr>
            <a:xfrm rot="10800000">
              <a:off x="7617850" y="2393356"/>
              <a:ext cx="83400" cy="0"/>
            </a:xfrm>
            <a:prstGeom prst="straightConnector1">
              <a:avLst/>
            </a:prstGeom>
            <a:noFill/>
            <a:ln cap="flat" cmpd="sng" w="9525">
              <a:solidFill>
                <a:srgbClr val="667E92"/>
              </a:solidFill>
              <a:prstDash val="solid"/>
              <a:round/>
              <a:headEnd len="sm" w="sm" type="none"/>
              <a:tailEnd len="sm" w="sm" type="none"/>
            </a:ln>
          </p:spPr>
        </p:cxnSp>
        <p:cxnSp>
          <p:nvCxnSpPr>
            <p:cNvPr id="9451" name="Google Shape;9451;p39"/>
            <p:cNvCxnSpPr/>
            <p:nvPr/>
          </p:nvCxnSpPr>
          <p:spPr>
            <a:xfrm rot="10800000">
              <a:off x="8334015" y="2393356"/>
              <a:ext cx="83400" cy="0"/>
            </a:xfrm>
            <a:prstGeom prst="straightConnector1">
              <a:avLst/>
            </a:prstGeom>
            <a:noFill/>
            <a:ln cap="flat" cmpd="sng" w="9525">
              <a:solidFill>
                <a:srgbClr val="667E92"/>
              </a:solidFill>
              <a:prstDash val="solid"/>
              <a:round/>
              <a:headEnd len="sm" w="sm" type="none"/>
              <a:tailEnd len="sm" w="sm" type="none"/>
            </a:ln>
          </p:spPr>
        </p:cxnSp>
        <p:grpSp>
          <p:nvGrpSpPr>
            <p:cNvPr id="9452" name="Google Shape;9452;p39"/>
            <p:cNvGrpSpPr/>
            <p:nvPr/>
          </p:nvGrpSpPr>
          <p:grpSpPr>
            <a:xfrm>
              <a:off x="7734309" y="2063282"/>
              <a:ext cx="570957" cy="620096"/>
              <a:chOff x="7734309" y="2063282"/>
              <a:chExt cx="570957" cy="620096"/>
            </a:xfrm>
          </p:grpSpPr>
          <p:grpSp>
            <p:nvGrpSpPr>
              <p:cNvPr id="9453" name="Google Shape;9453;p39"/>
              <p:cNvGrpSpPr/>
              <p:nvPr/>
            </p:nvGrpSpPr>
            <p:grpSpPr>
              <a:xfrm>
                <a:off x="8031573" y="2063282"/>
                <a:ext cx="273693" cy="620096"/>
                <a:chOff x="8031573" y="2063282"/>
                <a:chExt cx="273693" cy="620096"/>
              </a:xfrm>
            </p:grpSpPr>
            <p:sp>
              <p:nvSpPr>
                <p:cNvPr id="9454" name="Google Shape;9454;p39"/>
                <p:cNvSpPr/>
                <p:nvPr/>
              </p:nvSpPr>
              <p:spPr>
                <a:xfrm>
                  <a:off x="8031573" y="2481676"/>
                  <a:ext cx="246012" cy="201702"/>
                </a:xfrm>
                <a:custGeom>
                  <a:rect b="b" l="l" r="r" t="t"/>
                  <a:pathLst>
                    <a:path extrusionOk="0" h="14712" w="17944">
                      <a:moveTo>
                        <a:pt x="13714" y="1"/>
                      </a:moveTo>
                      <a:cubicBezTo>
                        <a:pt x="13485" y="1"/>
                        <a:pt x="13243" y="5"/>
                        <a:pt x="12987" y="13"/>
                      </a:cubicBezTo>
                      <a:cubicBezTo>
                        <a:pt x="11706" y="56"/>
                        <a:pt x="10294" y="76"/>
                        <a:pt x="8782" y="76"/>
                      </a:cubicBezTo>
                      <a:cubicBezTo>
                        <a:pt x="8568" y="76"/>
                        <a:pt x="8352" y="76"/>
                        <a:pt x="8134" y="75"/>
                      </a:cubicBezTo>
                      <a:lnTo>
                        <a:pt x="8118" y="75"/>
                      </a:lnTo>
                      <a:cubicBezTo>
                        <a:pt x="8116" y="75"/>
                        <a:pt x="8114" y="75"/>
                        <a:pt x="8112" y="75"/>
                      </a:cubicBezTo>
                      <a:cubicBezTo>
                        <a:pt x="6297" y="75"/>
                        <a:pt x="4825" y="1549"/>
                        <a:pt x="4828" y="3365"/>
                      </a:cubicBezTo>
                      <a:lnTo>
                        <a:pt x="4828" y="4847"/>
                      </a:lnTo>
                      <a:lnTo>
                        <a:pt x="6675" y="4847"/>
                      </a:lnTo>
                      <a:cubicBezTo>
                        <a:pt x="9163" y="4850"/>
                        <a:pt x="11182" y="6869"/>
                        <a:pt x="11185" y="9357"/>
                      </a:cubicBezTo>
                      <a:lnTo>
                        <a:pt x="11185" y="9535"/>
                      </a:lnTo>
                      <a:cubicBezTo>
                        <a:pt x="11185" y="9839"/>
                        <a:pt x="10936" y="10088"/>
                        <a:pt x="10632" y="10088"/>
                      </a:cubicBezTo>
                      <a:cubicBezTo>
                        <a:pt x="10328" y="10088"/>
                        <a:pt x="10079" y="9839"/>
                        <a:pt x="10079" y="9535"/>
                      </a:cubicBezTo>
                      <a:lnTo>
                        <a:pt x="10079" y="9357"/>
                      </a:lnTo>
                      <a:cubicBezTo>
                        <a:pt x="10079" y="7477"/>
                        <a:pt x="8555" y="5953"/>
                        <a:pt x="6675" y="5953"/>
                      </a:cubicBezTo>
                      <a:lnTo>
                        <a:pt x="1" y="5953"/>
                      </a:lnTo>
                      <a:lnTo>
                        <a:pt x="1" y="12851"/>
                      </a:lnTo>
                      <a:cubicBezTo>
                        <a:pt x="460" y="13288"/>
                        <a:pt x="2279" y="14711"/>
                        <a:pt x="6423" y="14711"/>
                      </a:cubicBezTo>
                      <a:cubicBezTo>
                        <a:pt x="11525" y="14711"/>
                        <a:pt x="14168" y="11628"/>
                        <a:pt x="14527" y="8571"/>
                      </a:cubicBezTo>
                      <a:cubicBezTo>
                        <a:pt x="14553" y="8351"/>
                        <a:pt x="14705" y="8169"/>
                        <a:pt x="14919" y="8105"/>
                      </a:cubicBezTo>
                      <a:cubicBezTo>
                        <a:pt x="15042" y="8069"/>
                        <a:pt x="17944" y="7154"/>
                        <a:pt x="17882" y="3957"/>
                      </a:cubicBezTo>
                      <a:cubicBezTo>
                        <a:pt x="17856" y="2779"/>
                        <a:pt x="17727" y="1961"/>
                        <a:pt x="17459" y="1392"/>
                      </a:cubicBezTo>
                      <a:cubicBezTo>
                        <a:pt x="17352" y="1201"/>
                        <a:pt x="17093" y="842"/>
                        <a:pt x="17028" y="780"/>
                      </a:cubicBezTo>
                      <a:cubicBezTo>
                        <a:pt x="16462" y="243"/>
                        <a:pt x="15452" y="1"/>
                        <a:pt x="13714" y="1"/>
                      </a:cubicBezTo>
                      <a:close/>
                    </a:path>
                  </a:pathLst>
                </a:custGeom>
                <a:solidFill>
                  <a:srgbClr val="445D7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455" name="Google Shape;9455;p39"/>
                <p:cNvSpPr/>
                <p:nvPr/>
              </p:nvSpPr>
              <p:spPr>
                <a:xfrm>
                  <a:off x="8031573" y="2298026"/>
                  <a:ext cx="273693" cy="250112"/>
                </a:xfrm>
                <a:custGeom>
                  <a:rect b="b" l="l" r="r" t="t"/>
                  <a:pathLst>
                    <a:path extrusionOk="0" h="18243" w="19963">
                      <a:moveTo>
                        <a:pt x="16810" y="1"/>
                      </a:moveTo>
                      <a:cubicBezTo>
                        <a:pt x="16764" y="1"/>
                        <a:pt x="16738" y="2"/>
                        <a:pt x="16737" y="2"/>
                      </a:cubicBezTo>
                      <a:lnTo>
                        <a:pt x="12039" y="2"/>
                      </a:lnTo>
                      <a:cubicBezTo>
                        <a:pt x="9752" y="2"/>
                        <a:pt x="7902" y="1856"/>
                        <a:pt x="7898" y="4140"/>
                      </a:cubicBezTo>
                      <a:lnTo>
                        <a:pt x="7898" y="6748"/>
                      </a:lnTo>
                      <a:lnTo>
                        <a:pt x="8303" y="6748"/>
                      </a:lnTo>
                      <a:cubicBezTo>
                        <a:pt x="9966" y="6748"/>
                        <a:pt x="11315" y="8097"/>
                        <a:pt x="11315" y="9760"/>
                      </a:cubicBezTo>
                      <a:lnTo>
                        <a:pt x="11315" y="10333"/>
                      </a:lnTo>
                      <a:cubicBezTo>
                        <a:pt x="11315" y="10637"/>
                        <a:pt x="11069" y="10886"/>
                        <a:pt x="10761" y="10886"/>
                      </a:cubicBezTo>
                      <a:cubicBezTo>
                        <a:pt x="10457" y="10886"/>
                        <a:pt x="10211" y="10637"/>
                        <a:pt x="10211" y="10333"/>
                      </a:cubicBezTo>
                      <a:lnTo>
                        <a:pt x="10211" y="9760"/>
                      </a:lnTo>
                      <a:cubicBezTo>
                        <a:pt x="10208" y="8705"/>
                        <a:pt x="9357" y="7854"/>
                        <a:pt x="8303" y="7851"/>
                      </a:cubicBezTo>
                      <a:lnTo>
                        <a:pt x="6449" y="7851"/>
                      </a:lnTo>
                      <a:cubicBezTo>
                        <a:pt x="5362" y="7851"/>
                        <a:pt x="4482" y="8731"/>
                        <a:pt x="4482" y="9818"/>
                      </a:cubicBezTo>
                      <a:lnTo>
                        <a:pt x="4482" y="10624"/>
                      </a:lnTo>
                      <a:cubicBezTo>
                        <a:pt x="4482" y="10931"/>
                        <a:pt x="4233" y="11177"/>
                        <a:pt x="3929" y="11177"/>
                      </a:cubicBezTo>
                      <a:cubicBezTo>
                        <a:pt x="3624" y="11177"/>
                        <a:pt x="3375" y="10931"/>
                        <a:pt x="3375" y="10624"/>
                      </a:cubicBezTo>
                      <a:lnTo>
                        <a:pt x="3375" y="9818"/>
                      </a:lnTo>
                      <a:cubicBezTo>
                        <a:pt x="3375" y="8123"/>
                        <a:pt x="4750" y="6745"/>
                        <a:pt x="6449" y="6745"/>
                      </a:cubicBezTo>
                      <a:lnTo>
                        <a:pt x="6792" y="6745"/>
                      </a:lnTo>
                      <a:lnTo>
                        <a:pt x="6792" y="5230"/>
                      </a:lnTo>
                      <a:lnTo>
                        <a:pt x="1" y="5230"/>
                      </a:lnTo>
                      <a:lnTo>
                        <a:pt x="1" y="18243"/>
                      </a:lnTo>
                      <a:lnTo>
                        <a:pt x="3722" y="18243"/>
                      </a:lnTo>
                      <a:lnTo>
                        <a:pt x="3722" y="16761"/>
                      </a:lnTo>
                      <a:cubicBezTo>
                        <a:pt x="3722" y="14335"/>
                        <a:pt x="5689" y="12364"/>
                        <a:pt x="8118" y="12364"/>
                      </a:cubicBezTo>
                      <a:lnTo>
                        <a:pt x="8138" y="12364"/>
                      </a:lnTo>
                      <a:cubicBezTo>
                        <a:pt x="8355" y="12365"/>
                        <a:pt x="8571" y="12366"/>
                        <a:pt x="8785" y="12366"/>
                      </a:cubicBezTo>
                      <a:cubicBezTo>
                        <a:pt x="10281" y="12366"/>
                        <a:pt x="11680" y="12346"/>
                        <a:pt x="12949" y="12306"/>
                      </a:cubicBezTo>
                      <a:cubicBezTo>
                        <a:pt x="13215" y="12297"/>
                        <a:pt x="13470" y="12293"/>
                        <a:pt x="13712" y="12293"/>
                      </a:cubicBezTo>
                      <a:cubicBezTo>
                        <a:pt x="15786" y="12293"/>
                        <a:pt x="16995" y="12621"/>
                        <a:pt x="17789" y="13374"/>
                      </a:cubicBezTo>
                      <a:cubicBezTo>
                        <a:pt x="17866" y="13448"/>
                        <a:pt x="17941" y="13526"/>
                        <a:pt x="18009" y="13610"/>
                      </a:cubicBezTo>
                      <a:cubicBezTo>
                        <a:pt x="19963" y="12539"/>
                        <a:pt x="19927" y="9744"/>
                        <a:pt x="19927" y="9715"/>
                      </a:cubicBezTo>
                      <a:lnTo>
                        <a:pt x="19927" y="4156"/>
                      </a:lnTo>
                      <a:cubicBezTo>
                        <a:pt x="19927" y="2603"/>
                        <a:pt x="19545" y="1461"/>
                        <a:pt x="18795" y="763"/>
                      </a:cubicBezTo>
                      <a:cubicBezTo>
                        <a:pt x="18032" y="53"/>
                        <a:pt x="17079" y="1"/>
                        <a:pt x="16810" y="1"/>
                      </a:cubicBezTo>
                      <a:close/>
                    </a:path>
                  </a:pathLst>
                </a:custGeom>
                <a:solidFill>
                  <a:srgbClr val="445D7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456" name="Google Shape;9456;p39"/>
                <p:cNvSpPr/>
                <p:nvPr/>
              </p:nvSpPr>
              <p:spPr>
                <a:xfrm>
                  <a:off x="8031573" y="2063282"/>
                  <a:ext cx="177311" cy="142529"/>
                </a:xfrm>
                <a:custGeom>
                  <a:rect b="b" l="l" r="r" t="t"/>
                  <a:pathLst>
                    <a:path extrusionOk="0" h="10396" w="12933">
                      <a:moveTo>
                        <a:pt x="3097" y="1"/>
                      </a:moveTo>
                      <a:cubicBezTo>
                        <a:pt x="134" y="1"/>
                        <a:pt x="4" y="3928"/>
                        <a:pt x="1" y="4087"/>
                      </a:cubicBezTo>
                      <a:lnTo>
                        <a:pt x="1" y="10396"/>
                      </a:lnTo>
                      <a:lnTo>
                        <a:pt x="3796" y="10396"/>
                      </a:lnTo>
                      <a:cubicBezTo>
                        <a:pt x="5061" y="10393"/>
                        <a:pt x="6087" y="9367"/>
                        <a:pt x="6087" y="8102"/>
                      </a:cubicBezTo>
                      <a:lnTo>
                        <a:pt x="6087" y="7568"/>
                      </a:lnTo>
                      <a:cubicBezTo>
                        <a:pt x="6083" y="6255"/>
                        <a:pt x="5022" y="5193"/>
                        <a:pt x="3712" y="5193"/>
                      </a:cubicBezTo>
                      <a:lnTo>
                        <a:pt x="2803" y="5193"/>
                      </a:lnTo>
                      <a:cubicBezTo>
                        <a:pt x="2499" y="5193"/>
                        <a:pt x="2249" y="4944"/>
                        <a:pt x="2249" y="4640"/>
                      </a:cubicBezTo>
                      <a:cubicBezTo>
                        <a:pt x="2249" y="4336"/>
                        <a:pt x="2499" y="4087"/>
                        <a:pt x="2803" y="4087"/>
                      </a:cubicBezTo>
                      <a:lnTo>
                        <a:pt x="3715" y="4087"/>
                      </a:lnTo>
                      <a:cubicBezTo>
                        <a:pt x="5507" y="4090"/>
                        <a:pt x="7009" y="5456"/>
                        <a:pt x="7180" y="7241"/>
                      </a:cubicBezTo>
                      <a:lnTo>
                        <a:pt x="12741" y="7241"/>
                      </a:lnTo>
                      <a:cubicBezTo>
                        <a:pt x="12868" y="7086"/>
                        <a:pt x="12932" y="6847"/>
                        <a:pt x="12777" y="6420"/>
                      </a:cubicBezTo>
                      <a:cubicBezTo>
                        <a:pt x="12389" y="5323"/>
                        <a:pt x="10755" y="3708"/>
                        <a:pt x="8616" y="2301"/>
                      </a:cubicBezTo>
                      <a:cubicBezTo>
                        <a:pt x="6494" y="903"/>
                        <a:pt x="4327" y="1"/>
                        <a:pt x="3097" y="1"/>
                      </a:cubicBezTo>
                      <a:close/>
                    </a:path>
                  </a:pathLst>
                </a:custGeom>
                <a:solidFill>
                  <a:srgbClr val="445D7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457" name="Google Shape;9457;p39"/>
                <p:cNvSpPr/>
                <p:nvPr/>
              </p:nvSpPr>
              <p:spPr>
                <a:xfrm>
                  <a:off x="8031573" y="2177659"/>
                  <a:ext cx="221307" cy="176914"/>
                </a:xfrm>
                <a:custGeom>
                  <a:rect b="b" l="l" r="r" t="t"/>
                  <a:pathLst>
                    <a:path extrusionOk="0" h="12904" w="16142">
                      <a:moveTo>
                        <a:pt x="13080" y="0"/>
                      </a:moveTo>
                      <a:cubicBezTo>
                        <a:pt x="13032" y="0"/>
                        <a:pt x="13005" y="2"/>
                        <a:pt x="13004" y="2"/>
                      </a:cubicBezTo>
                      <a:cubicBezTo>
                        <a:pt x="12997" y="3"/>
                        <a:pt x="12991" y="4"/>
                        <a:pt x="12985" y="4"/>
                      </a:cubicBezTo>
                      <a:cubicBezTo>
                        <a:pt x="12978" y="4"/>
                        <a:pt x="12973" y="3"/>
                        <a:pt x="12968" y="2"/>
                      </a:cubicBezTo>
                      <a:lnTo>
                        <a:pt x="7183" y="2"/>
                      </a:lnTo>
                      <a:cubicBezTo>
                        <a:pt x="7054" y="1778"/>
                        <a:pt x="5579" y="3156"/>
                        <a:pt x="3796" y="3156"/>
                      </a:cubicBezTo>
                      <a:lnTo>
                        <a:pt x="1" y="3156"/>
                      </a:lnTo>
                      <a:lnTo>
                        <a:pt x="1" y="12904"/>
                      </a:lnTo>
                      <a:lnTo>
                        <a:pt x="6792" y="12904"/>
                      </a:lnTo>
                      <a:cubicBezTo>
                        <a:pt x="6802" y="10018"/>
                        <a:pt x="9150" y="7676"/>
                        <a:pt x="12036" y="7676"/>
                      </a:cubicBezTo>
                      <a:lnTo>
                        <a:pt x="16142" y="7676"/>
                      </a:lnTo>
                      <a:lnTo>
                        <a:pt x="16142" y="3137"/>
                      </a:lnTo>
                      <a:cubicBezTo>
                        <a:pt x="16142" y="2108"/>
                        <a:pt x="15857" y="1318"/>
                        <a:pt x="15297" y="788"/>
                      </a:cubicBezTo>
                      <a:cubicBezTo>
                        <a:pt x="14516" y="51"/>
                        <a:pt x="13383" y="0"/>
                        <a:pt x="13080" y="0"/>
                      </a:cubicBezTo>
                      <a:close/>
                    </a:path>
                  </a:pathLst>
                </a:custGeom>
                <a:solidFill>
                  <a:srgbClr val="445D7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9458" name="Google Shape;9458;p39"/>
              <p:cNvGrpSpPr/>
              <p:nvPr/>
            </p:nvGrpSpPr>
            <p:grpSpPr>
              <a:xfrm flipH="1">
                <a:off x="7734309" y="2063282"/>
                <a:ext cx="273693" cy="620096"/>
                <a:chOff x="8031573" y="2063282"/>
                <a:chExt cx="273693" cy="620096"/>
              </a:xfrm>
            </p:grpSpPr>
            <p:sp>
              <p:nvSpPr>
                <p:cNvPr id="9459" name="Google Shape;9459;p39"/>
                <p:cNvSpPr/>
                <p:nvPr/>
              </p:nvSpPr>
              <p:spPr>
                <a:xfrm>
                  <a:off x="8031573" y="2481676"/>
                  <a:ext cx="246012" cy="201702"/>
                </a:xfrm>
                <a:custGeom>
                  <a:rect b="b" l="l" r="r" t="t"/>
                  <a:pathLst>
                    <a:path extrusionOk="0" h="14712" w="17944">
                      <a:moveTo>
                        <a:pt x="13714" y="1"/>
                      </a:moveTo>
                      <a:cubicBezTo>
                        <a:pt x="13485" y="1"/>
                        <a:pt x="13243" y="5"/>
                        <a:pt x="12987" y="13"/>
                      </a:cubicBezTo>
                      <a:cubicBezTo>
                        <a:pt x="11706" y="56"/>
                        <a:pt x="10294" y="76"/>
                        <a:pt x="8782" y="76"/>
                      </a:cubicBezTo>
                      <a:cubicBezTo>
                        <a:pt x="8568" y="76"/>
                        <a:pt x="8352" y="76"/>
                        <a:pt x="8134" y="75"/>
                      </a:cubicBezTo>
                      <a:lnTo>
                        <a:pt x="8118" y="75"/>
                      </a:lnTo>
                      <a:cubicBezTo>
                        <a:pt x="8116" y="75"/>
                        <a:pt x="8114" y="75"/>
                        <a:pt x="8112" y="75"/>
                      </a:cubicBezTo>
                      <a:cubicBezTo>
                        <a:pt x="6297" y="75"/>
                        <a:pt x="4825" y="1549"/>
                        <a:pt x="4828" y="3365"/>
                      </a:cubicBezTo>
                      <a:lnTo>
                        <a:pt x="4828" y="4847"/>
                      </a:lnTo>
                      <a:lnTo>
                        <a:pt x="6675" y="4847"/>
                      </a:lnTo>
                      <a:cubicBezTo>
                        <a:pt x="9163" y="4850"/>
                        <a:pt x="11182" y="6869"/>
                        <a:pt x="11185" y="9357"/>
                      </a:cubicBezTo>
                      <a:lnTo>
                        <a:pt x="11185" y="9535"/>
                      </a:lnTo>
                      <a:cubicBezTo>
                        <a:pt x="11185" y="9839"/>
                        <a:pt x="10936" y="10088"/>
                        <a:pt x="10632" y="10088"/>
                      </a:cubicBezTo>
                      <a:cubicBezTo>
                        <a:pt x="10328" y="10088"/>
                        <a:pt x="10079" y="9839"/>
                        <a:pt x="10079" y="9535"/>
                      </a:cubicBezTo>
                      <a:lnTo>
                        <a:pt x="10079" y="9357"/>
                      </a:lnTo>
                      <a:cubicBezTo>
                        <a:pt x="10079" y="7477"/>
                        <a:pt x="8555" y="5953"/>
                        <a:pt x="6675" y="5953"/>
                      </a:cubicBezTo>
                      <a:lnTo>
                        <a:pt x="1" y="5953"/>
                      </a:lnTo>
                      <a:lnTo>
                        <a:pt x="1" y="12851"/>
                      </a:lnTo>
                      <a:cubicBezTo>
                        <a:pt x="460" y="13288"/>
                        <a:pt x="2279" y="14711"/>
                        <a:pt x="6423" y="14711"/>
                      </a:cubicBezTo>
                      <a:cubicBezTo>
                        <a:pt x="11525" y="14711"/>
                        <a:pt x="14168" y="11628"/>
                        <a:pt x="14527" y="8571"/>
                      </a:cubicBezTo>
                      <a:cubicBezTo>
                        <a:pt x="14553" y="8351"/>
                        <a:pt x="14705" y="8169"/>
                        <a:pt x="14919" y="8105"/>
                      </a:cubicBezTo>
                      <a:cubicBezTo>
                        <a:pt x="15042" y="8069"/>
                        <a:pt x="17944" y="7154"/>
                        <a:pt x="17882" y="3957"/>
                      </a:cubicBezTo>
                      <a:cubicBezTo>
                        <a:pt x="17856" y="2779"/>
                        <a:pt x="17727" y="1961"/>
                        <a:pt x="17459" y="1392"/>
                      </a:cubicBezTo>
                      <a:cubicBezTo>
                        <a:pt x="17352" y="1201"/>
                        <a:pt x="17093" y="842"/>
                        <a:pt x="17028" y="780"/>
                      </a:cubicBezTo>
                      <a:cubicBezTo>
                        <a:pt x="16462" y="243"/>
                        <a:pt x="15452" y="1"/>
                        <a:pt x="13714" y="1"/>
                      </a:cubicBezTo>
                      <a:close/>
                    </a:path>
                  </a:pathLst>
                </a:custGeom>
                <a:solidFill>
                  <a:srgbClr val="445D7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460" name="Google Shape;9460;p39"/>
                <p:cNvSpPr/>
                <p:nvPr/>
              </p:nvSpPr>
              <p:spPr>
                <a:xfrm>
                  <a:off x="8031573" y="2298026"/>
                  <a:ext cx="273693" cy="250112"/>
                </a:xfrm>
                <a:custGeom>
                  <a:rect b="b" l="l" r="r" t="t"/>
                  <a:pathLst>
                    <a:path extrusionOk="0" h="18243" w="19963">
                      <a:moveTo>
                        <a:pt x="16810" y="1"/>
                      </a:moveTo>
                      <a:cubicBezTo>
                        <a:pt x="16764" y="1"/>
                        <a:pt x="16738" y="2"/>
                        <a:pt x="16737" y="2"/>
                      </a:cubicBezTo>
                      <a:lnTo>
                        <a:pt x="12039" y="2"/>
                      </a:lnTo>
                      <a:cubicBezTo>
                        <a:pt x="9752" y="2"/>
                        <a:pt x="7902" y="1856"/>
                        <a:pt x="7898" y="4140"/>
                      </a:cubicBezTo>
                      <a:lnTo>
                        <a:pt x="7898" y="6748"/>
                      </a:lnTo>
                      <a:lnTo>
                        <a:pt x="8303" y="6748"/>
                      </a:lnTo>
                      <a:cubicBezTo>
                        <a:pt x="9966" y="6748"/>
                        <a:pt x="11315" y="8097"/>
                        <a:pt x="11315" y="9760"/>
                      </a:cubicBezTo>
                      <a:lnTo>
                        <a:pt x="11315" y="10333"/>
                      </a:lnTo>
                      <a:cubicBezTo>
                        <a:pt x="11315" y="10637"/>
                        <a:pt x="11069" y="10886"/>
                        <a:pt x="10761" y="10886"/>
                      </a:cubicBezTo>
                      <a:cubicBezTo>
                        <a:pt x="10457" y="10886"/>
                        <a:pt x="10211" y="10637"/>
                        <a:pt x="10211" y="10333"/>
                      </a:cubicBezTo>
                      <a:lnTo>
                        <a:pt x="10211" y="9760"/>
                      </a:lnTo>
                      <a:cubicBezTo>
                        <a:pt x="10208" y="8705"/>
                        <a:pt x="9357" y="7854"/>
                        <a:pt x="8303" y="7851"/>
                      </a:cubicBezTo>
                      <a:lnTo>
                        <a:pt x="6449" y="7851"/>
                      </a:lnTo>
                      <a:cubicBezTo>
                        <a:pt x="5362" y="7851"/>
                        <a:pt x="4482" y="8731"/>
                        <a:pt x="4482" y="9818"/>
                      </a:cubicBezTo>
                      <a:lnTo>
                        <a:pt x="4482" y="10624"/>
                      </a:lnTo>
                      <a:cubicBezTo>
                        <a:pt x="4482" y="10931"/>
                        <a:pt x="4233" y="11177"/>
                        <a:pt x="3929" y="11177"/>
                      </a:cubicBezTo>
                      <a:cubicBezTo>
                        <a:pt x="3624" y="11177"/>
                        <a:pt x="3375" y="10931"/>
                        <a:pt x="3375" y="10624"/>
                      </a:cubicBezTo>
                      <a:lnTo>
                        <a:pt x="3375" y="9818"/>
                      </a:lnTo>
                      <a:cubicBezTo>
                        <a:pt x="3375" y="8123"/>
                        <a:pt x="4750" y="6745"/>
                        <a:pt x="6449" y="6745"/>
                      </a:cubicBezTo>
                      <a:lnTo>
                        <a:pt x="6792" y="6745"/>
                      </a:lnTo>
                      <a:lnTo>
                        <a:pt x="6792" y="5230"/>
                      </a:lnTo>
                      <a:lnTo>
                        <a:pt x="1" y="5230"/>
                      </a:lnTo>
                      <a:lnTo>
                        <a:pt x="1" y="18243"/>
                      </a:lnTo>
                      <a:lnTo>
                        <a:pt x="3722" y="18243"/>
                      </a:lnTo>
                      <a:lnTo>
                        <a:pt x="3722" y="16761"/>
                      </a:lnTo>
                      <a:cubicBezTo>
                        <a:pt x="3722" y="14335"/>
                        <a:pt x="5689" y="12364"/>
                        <a:pt x="8118" y="12364"/>
                      </a:cubicBezTo>
                      <a:lnTo>
                        <a:pt x="8138" y="12364"/>
                      </a:lnTo>
                      <a:cubicBezTo>
                        <a:pt x="8355" y="12365"/>
                        <a:pt x="8571" y="12366"/>
                        <a:pt x="8785" y="12366"/>
                      </a:cubicBezTo>
                      <a:cubicBezTo>
                        <a:pt x="10281" y="12366"/>
                        <a:pt x="11680" y="12346"/>
                        <a:pt x="12949" y="12306"/>
                      </a:cubicBezTo>
                      <a:cubicBezTo>
                        <a:pt x="13215" y="12297"/>
                        <a:pt x="13470" y="12293"/>
                        <a:pt x="13712" y="12293"/>
                      </a:cubicBezTo>
                      <a:cubicBezTo>
                        <a:pt x="15786" y="12293"/>
                        <a:pt x="16995" y="12621"/>
                        <a:pt x="17789" y="13374"/>
                      </a:cubicBezTo>
                      <a:cubicBezTo>
                        <a:pt x="17866" y="13448"/>
                        <a:pt x="17941" y="13526"/>
                        <a:pt x="18009" y="13610"/>
                      </a:cubicBezTo>
                      <a:cubicBezTo>
                        <a:pt x="19963" y="12539"/>
                        <a:pt x="19927" y="9744"/>
                        <a:pt x="19927" y="9715"/>
                      </a:cubicBezTo>
                      <a:lnTo>
                        <a:pt x="19927" y="4156"/>
                      </a:lnTo>
                      <a:cubicBezTo>
                        <a:pt x="19927" y="2603"/>
                        <a:pt x="19545" y="1461"/>
                        <a:pt x="18795" y="763"/>
                      </a:cubicBezTo>
                      <a:cubicBezTo>
                        <a:pt x="18032" y="53"/>
                        <a:pt x="17079" y="1"/>
                        <a:pt x="16810" y="1"/>
                      </a:cubicBezTo>
                      <a:close/>
                    </a:path>
                  </a:pathLst>
                </a:custGeom>
                <a:solidFill>
                  <a:srgbClr val="445D7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461" name="Google Shape;9461;p39"/>
                <p:cNvSpPr/>
                <p:nvPr/>
              </p:nvSpPr>
              <p:spPr>
                <a:xfrm>
                  <a:off x="8031573" y="2063282"/>
                  <a:ext cx="177311" cy="142529"/>
                </a:xfrm>
                <a:custGeom>
                  <a:rect b="b" l="l" r="r" t="t"/>
                  <a:pathLst>
                    <a:path extrusionOk="0" h="10396" w="12933">
                      <a:moveTo>
                        <a:pt x="3097" y="1"/>
                      </a:moveTo>
                      <a:cubicBezTo>
                        <a:pt x="134" y="1"/>
                        <a:pt x="4" y="3928"/>
                        <a:pt x="1" y="4087"/>
                      </a:cubicBezTo>
                      <a:lnTo>
                        <a:pt x="1" y="10396"/>
                      </a:lnTo>
                      <a:lnTo>
                        <a:pt x="3796" y="10396"/>
                      </a:lnTo>
                      <a:cubicBezTo>
                        <a:pt x="5061" y="10393"/>
                        <a:pt x="6087" y="9367"/>
                        <a:pt x="6087" y="8102"/>
                      </a:cubicBezTo>
                      <a:lnTo>
                        <a:pt x="6087" y="7568"/>
                      </a:lnTo>
                      <a:cubicBezTo>
                        <a:pt x="6083" y="6255"/>
                        <a:pt x="5022" y="5193"/>
                        <a:pt x="3712" y="5193"/>
                      </a:cubicBezTo>
                      <a:lnTo>
                        <a:pt x="2803" y="5193"/>
                      </a:lnTo>
                      <a:cubicBezTo>
                        <a:pt x="2499" y="5193"/>
                        <a:pt x="2249" y="4944"/>
                        <a:pt x="2249" y="4640"/>
                      </a:cubicBezTo>
                      <a:cubicBezTo>
                        <a:pt x="2249" y="4336"/>
                        <a:pt x="2499" y="4087"/>
                        <a:pt x="2803" y="4087"/>
                      </a:cubicBezTo>
                      <a:lnTo>
                        <a:pt x="3715" y="4087"/>
                      </a:lnTo>
                      <a:cubicBezTo>
                        <a:pt x="5507" y="4090"/>
                        <a:pt x="7009" y="5456"/>
                        <a:pt x="7180" y="7241"/>
                      </a:cubicBezTo>
                      <a:lnTo>
                        <a:pt x="12741" y="7241"/>
                      </a:lnTo>
                      <a:cubicBezTo>
                        <a:pt x="12868" y="7086"/>
                        <a:pt x="12932" y="6847"/>
                        <a:pt x="12777" y="6420"/>
                      </a:cubicBezTo>
                      <a:cubicBezTo>
                        <a:pt x="12389" y="5323"/>
                        <a:pt x="10755" y="3708"/>
                        <a:pt x="8616" y="2301"/>
                      </a:cubicBezTo>
                      <a:cubicBezTo>
                        <a:pt x="6494" y="903"/>
                        <a:pt x="4327" y="1"/>
                        <a:pt x="3097" y="1"/>
                      </a:cubicBezTo>
                      <a:close/>
                    </a:path>
                  </a:pathLst>
                </a:custGeom>
                <a:solidFill>
                  <a:srgbClr val="445D7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462" name="Google Shape;9462;p39"/>
                <p:cNvSpPr/>
                <p:nvPr/>
              </p:nvSpPr>
              <p:spPr>
                <a:xfrm>
                  <a:off x="8031573" y="2177659"/>
                  <a:ext cx="221307" cy="176914"/>
                </a:xfrm>
                <a:custGeom>
                  <a:rect b="b" l="l" r="r" t="t"/>
                  <a:pathLst>
                    <a:path extrusionOk="0" h="12904" w="16142">
                      <a:moveTo>
                        <a:pt x="13080" y="0"/>
                      </a:moveTo>
                      <a:cubicBezTo>
                        <a:pt x="13032" y="0"/>
                        <a:pt x="13005" y="2"/>
                        <a:pt x="13004" y="2"/>
                      </a:cubicBezTo>
                      <a:cubicBezTo>
                        <a:pt x="12997" y="3"/>
                        <a:pt x="12991" y="4"/>
                        <a:pt x="12985" y="4"/>
                      </a:cubicBezTo>
                      <a:cubicBezTo>
                        <a:pt x="12978" y="4"/>
                        <a:pt x="12973" y="3"/>
                        <a:pt x="12968" y="2"/>
                      </a:cubicBezTo>
                      <a:lnTo>
                        <a:pt x="7183" y="2"/>
                      </a:lnTo>
                      <a:cubicBezTo>
                        <a:pt x="7054" y="1778"/>
                        <a:pt x="5579" y="3156"/>
                        <a:pt x="3796" y="3156"/>
                      </a:cubicBezTo>
                      <a:lnTo>
                        <a:pt x="1" y="3156"/>
                      </a:lnTo>
                      <a:lnTo>
                        <a:pt x="1" y="12904"/>
                      </a:lnTo>
                      <a:lnTo>
                        <a:pt x="6792" y="12904"/>
                      </a:lnTo>
                      <a:cubicBezTo>
                        <a:pt x="6802" y="10018"/>
                        <a:pt x="9150" y="7676"/>
                        <a:pt x="12036" y="7676"/>
                      </a:cubicBezTo>
                      <a:lnTo>
                        <a:pt x="16142" y="7676"/>
                      </a:lnTo>
                      <a:lnTo>
                        <a:pt x="16142" y="3137"/>
                      </a:lnTo>
                      <a:cubicBezTo>
                        <a:pt x="16142" y="2108"/>
                        <a:pt x="15857" y="1318"/>
                        <a:pt x="15297" y="788"/>
                      </a:cubicBezTo>
                      <a:cubicBezTo>
                        <a:pt x="14516" y="51"/>
                        <a:pt x="13383" y="0"/>
                        <a:pt x="13080" y="0"/>
                      </a:cubicBezTo>
                      <a:close/>
                    </a:path>
                  </a:pathLst>
                </a:custGeom>
                <a:solidFill>
                  <a:srgbClr val="445D7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grpSp>
      <p:sp>
        <p:nvSpPr>
          <p:cNvPr id="9463" name="Google Shape;9463;p39"/>
          <p:cNvSpPr/>
          <p:nvPr/>
        </p:nvSpPr>
        <p:spPr>
          <a:xfrm>
            <a:off x="7095123" y="3555322"/>
            <a:ext cx="558742" cy="616877"/>
          </a:xfrm>
          <a:custGeom>
            <a:rect b="b" l="l" r="r" t="t"/>
            <a:pathLst>
              <a:path extrusionOk="0" h="5225" w="4733">
                <a:moveTo>
                  <a:pt x="346" y="0"/>
                </a:moveTo>
                <a:cubicBezTo>
                  <a:pt x="148" y="0"/>
                  <a:pt x="1" y="148"/>
                  <a:pt x="1" y="333"/>
                </a:cubicBezTo>
                <a:lnTo>
                  <a:pt x="1" y="4423"/>
                </a:lnTo>
                <a:cubicBezTo>
                  <a:pt x="1" y="4608"/>
                  <a:pt x="148" y="4756"/>
                  <a:pt x="346" y="4756"/>
                </a:cubicBezTo>
                <a:lnTo>
                  <a:pt x="2046" y="4756"/>
                </a:lnTo>
                <a:lnTo>
                  <a:pt x="2366" y="5224"/>
                </a:lnTo>
                <a:lnTo>
                  <a:pt x="2674" y="4756"/>
                </a:lnTo>
                <a:lnTo>
                  <a:pt x="4387" y="4756"/>
                </a:lnTo>
                <a:cubicBezTo>
                  <a:pt x="4394" y="4757"/>
                  <a:pt x="4400" y="4757"/>
                  <a:pt x="4407" y="4757"/>
                </a:cubicBezTo>
                <a:cubicBezTo>
                  <a:pt x="4583" y="4757"/>
                  <a:pt x="4732" y="4602"/>
                  <a:pt x="4732" y="4423"/>
                </a:cubicBezTo>
                <a:lnTo>
                  <a:pt x="4732" y="333"/>
                </a:lnTo>
                <a:cubicBezTo>
                  <a:pt x="4732" y="148"/>
                  <a:pt x="4572" y="0"/>
                  <a:pt x="4387" y="0"/>
                </a:cubicBezTo>
                <a:close/>
              </a:path>
            </a:pathLst>
          </a:custGeom>
          <a:solidFill>
            <a:srgbClr val="A5B7C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464" name="Google Shape;9464;p39"/>
          <p:cNvSpPr/>
          <p:nvPr/>
        </p:nvSpPr>
        <p:spPr>
          <a:xfrm rot="10800000">
            <a:off x="6581305" y="3552736"/>
            <a:ext cx="406111" cy="619462"/>
          </a:xfrm>
          <a:custGeom>
            <a:rect b="b" l="l" r="r" t="t"/>
            <a:pathLst>
              <a:path extrusionOk="0" h="22743" w="14910">
                <a:moveTo>
                  <a:pt x="7449" y="0"/>
                </a:moveTo>
                <a:cubicBezTo>
                  <a:pt x="7363" y="0"/>
                  <a:pt x="7277" y="40"/>
                  <a:pt x="7219" y="121"/>
                </a:cubicBezTo>
                <a:lnTo>
                  <a:pt x="4981" y="3220"/>
                </a:lnTo>
                <a:lnTo>
                  <a:pt x="1079" y="3220"/>
                </a:lnTo>
                <a:cubicBezTo>
                  <a:pt x="482" y="3220"/>
                  <a:pt x="0" y="3702"/>
                  <a:pt x="0" y="4298"/>
                </a:cubicBezTo>
                <a:lnTo>
                  <a:pt x="0" y="21652"/>
                </a:lnTo>
                <a:cubicBezTo>
                  <a:pt x="0" y="22249"/>
                  <a:pt x="482" y="22742"/>
                  <a:pt x="1079" y="22742"/>
                </a:cubicBezTo>
                <a:lnTo>
                  <a:pt x="13830" y="22742"/>
                </a:lnTo>
                <a:cubicBezTo>
                  <a:pt x="14427" y="22742"/>
                  <a:pt x="14909" y="22249"/>
                  <a:pt x="14909" y="21652"/>
                </a:cubicBezTo>
                <a:lnTo>
                  <a:pt x="14909" y="4298"/>
                </a:lnTo>
                <a:cubicBezTo>
                  <a:pt x="14909" y="3708"/>
                  <a:pt x="14438" y="3219"/>
                  <a:pt x="13851" y="3219"/>
                </a:cubicBezTo>
                <a:cubicBezTo>
                  <a:pt x="13844" y="3219"/>
                  <a:pt x="13837" y="3219"/>
                  <a:pt x="13830" y="3220"/>
                </a:cubicBezTo>
                <a:lnTo>
                  <a:pt x="9916" y="3220"/>
                </a:lnTo>
                <a:lnTo>
                  <a:pt x="7678" y="121"/>
                </a:lnTo>
                <a:cubicBezTo>
                  <a:pt x="7621" y="40"/>
                  <a:pt x="7535" y="0"/>
                  <a:pt x="7449" y="0"/>
                </a:cubicBezTo>
                <a:close/>
              </a:path>
            </a:pathLst>
          </a:custGeom>
          <a:solidFill>
            <a:srgbClr val="5F7D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nvGrpSpPr>
          <p:cNvPr id="9465" name="Google Shape;9465;p39"/>
          <p:cNvGrpSpPr/>
          <p:nvPr/>
        </p:nvGrpSpPr>
        <p:grpSpPr>
          <a:xfrm>
            <a:off x="7821475" y="2716715"/>
            <a:ext cx="602567" cy="601884"/>
            <a:chOff x="1186975" y="238125"/>
            <a:chExt cx="5244275" cy="5238325"/>
          </a:xfrm>
        </p:grpSpPr>
        <p:sp>
          <p:nvSpPr>
            <p:cNvPr id="9466" name="Google Shape;9466;p39"/>
            <p:cNvSpPr/>
            <p:nvPr/>
          </p:nvSpPr>
          <p:spPr>
            <a:xfrm>
              <a:off x="1188450" y="238125"/>
              <a:ext cx="3198750" cy="2628625"/>
            </a:xfrm>
            <a:custGeom>
              <a:rect b="b" l="l" r="r" t="t"/>
              <a:pathLst>
                <a:path extrusionOk="0" h="105145" w="127950">
                  <a:moveTo>
                    <a:pt x="18697" y="0"/>
                  </a:moveTo>
                  <a:cubicBezTo>
                    <a:pt x="8371" y="0"/>
                    <a:pt x="1" y="8371"/>
                    <a:pt x="1" y="18697"/>
                  </a:cubicBezTo>
                  <a:lnTo>
                    <a:pt x="1" y="105145"/>
                  </a:lnTo>
                  <a:lnTo>
                    <a:pt x="36857" y="105145"/>
                  </a:lnTo>
                  <a:cubicBezTo>
                    <a:pt x="35719" y="102283"/>
                    <a:pt x="35385" y="99165"/>
                    <a:pt x="35897" y="96130"/>
                  </a:cubicBezTo>
                  <a:cubicBezTo>
                    <a:pt x="37137" y="88648"/>
                    <a:pt x="43398" y="82793"/>
                    <a:pt x="50957" y="82096"/>
                  </a:cubicBezTo>
                  <a:cubicBezTo>
                    <a:pt x="51501" y="82045"/>
                    <a:pt x="52041" y="82020"/>
                    <a:pt x="52575" y="82020"/>
                  </a:cubicBezTo>
                  <a:cubicBezTo>
                    <a:pt x="61906" y="82020"/>
                    <a:pt x="69475" y="89593"/>
                    <a:pt x="69475" y="98926"/>
                  </a:cubicBezTo>
                  <a:cubicBezTo>
                    <a:pt x="69475" y="101055"/>
                    <a:pt x="69070" y="103165"/>
                    <a:pt x="68283" y="105145"/>
                  </a:cubicBezTo>
                  <a:lnTo>
                    <a:pt x="105145" y="105145"/>
                  </a:lnTo>
                  <a:lnTo>
                    <a:pt x="105145" y="68419"/>
                  </a:lnTo>
                  <a:cubicBezTo>
                    <a:pt x="106958" y="69088"/>
                    <a:pt x="108908" y="69476"/>
                    <a:pt x="110955" y="69476"/>
                  </a:cubicBezTo>
                  <a:cubicBezTo>
                    <a:pt x="111990" y="69476"/>
                    <a:pt x="113050" y="69377"/>
                    <a:pt x="114130" y="69164"/>
                  </a:cubicBezTo>
                  <a:cubicBezTo>
                    <a:pt x="121952" y="67632"/>
                    <a:pt x="127801" y="60687"/>
                    <a:pt x="127866" y="52715"/>
                  </a:cubicBezTo>
                  <a:cubicBezTo>
                    <a:pt x="127950" y="43313"/>
                    <a:pt x="120348" y="35664"/>
                    <a:pt x="110964" y="35664"/>
                  </a:cubicBezTo>
                  <a:cubicBezTo>
                    <a:pt x="108979" y="35670"/>
                    <a:pt x="107005" y="36028"/>
                    <a:pt x="105145" y="36720"/>
                  </a:cubicBezTo>
                  <a:lnTo>
                    <a:pt x="105145" y="0"/>
                  </a:lnTo>
                  <a:close/>
                </a:path>
              </a:pathLst>
            </a:custGeom>
            <a:solidFill>
              <a:srgbClr val="667E9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467" name="Google Shape;9467;p39"/>
            <p:cNvSpPr/>
            <p:nvPr/>
          </p:nvSpPr>
          <p:spPr>
            <a:xfrm>
              <a:off x="1186975" y="2279750"/>
              <a:ext cx="2628625" cy="3196700"/>
            </a:xfrm>
            <a:custGeom>
              <a:rect b="b" l="l" r="r" t="t"/>
              <a:pathLst>
                <a:path extrusionOk="0" h="127868" w="105145">
                  <a:moveTo>
                    <a:pt x="52573" y="1"/>
                  </a:moveTo>
                  <a:cubicBezTo>
                    <a:pt x="43236" y="1"/>
                    <a:pt x="35664" y="7567"/>
                    <a:pt x="35664" y="16910"/>
                  </a:cubicBezTo>
                  <a:cubicBezTo>
                    <a:pt x="35670" y="18895"/>
                    <a:pt x="36028" y="20862"/>
                    <a:pt x="36720" y="22722"/>
                  </a:cubicBezTo>
                  <a:lnTo>
                    <a:pt x="0" y="22722"/>
                  </a:lnTo>
                  <a:lnTo>
                    <a:pt x="0" y="110011"/>
                  </a:lnTo>
                  <a:cubicBezTo>
                    <a:pt x="0" y="119872"/>
                    <a:pt x="7995" y="127867"/>
                    <a:pt x="17862" y="127867"/>
                  </a:cubicBezTo>
                  <a:lnTo>
                    <a:pt x="105145" y="127867"/>
                  </a:lnTo>
                  <a:lnTo>
                    <a:pt x="105145" y="91010"/>
                  </a:lnTo>
                  <a:cubicBezTo>
                    <a:pt x="103158" y="91801"/>
                    <a:pt x="101044" y="92206"/>
                    <a:pt x="98916" y="92206"/>
                  </a:cubicBezTo>
                  <a:cubicBezTo>
                    <a:pt x="98350" y="92206"/>
                    <a:pt x="97782" y="92177"/>
                    <a:pt x="97215" y="92119"/>
                  </a:cubicBezTo>
                  <a:cubicBezTo>
                    <a:pt x="88869" y="91267"/>
                    <a:pt x="82269" y="84184"/>
                    <a:pt x="82024" y="75802"/>
                  </a:cubicBezTo>
                  <a:cubicBezTo>
                    <a:pt x="81744" y="66233"/>
                    <a:pt x="89417" y="58393"/>
                    <a:pt x="98920" y="58393"/>
                  </a:cubicBezTo>
                  <a:cubicBezTo>
                    <a:pt x="101055" y="58393"/>
                    <a:pt x="103159" y="58792"/>
                    <a:pt x="105139" y="59585"/>
                  </a:cubicBezTo>
                  <a:lnTo>
                    <a:pt x="105139" y="22728"/>
                  </a:lnTo>
                  <a:lnTo>
                    <a:pt x="68419" y="22728"/>
                  </a:lnTo>
                  <a:cubicBezTo>
                    <a:pt x="69427" y="19992"/>
                    <a:pt x="69796" y="16951"/>
                    <a:pt x="69164" y="13738"/>
                  </a:cubicBezTo>
                  <a:cubicBezTo>
                    <a:pt x="67632" y="5922"/>
                    <a:pt x="60686" y="73"/>
                    <a:pt x="52715" y="2"/>
                  </a:cubicBezTo>
                  <a:cubicBezTo>
                    <a:pt x="52668" y="1"/>
                    <a:pt x="52620" y="1"/>
                    <a:pt x="52573" y="1"/>
                  </a:cubicBezTo>
                  <a:close/>
                </a:path>
              </a:pathLst>
            </a:custGeom>
            <a:solidFill>
              <a:srgbClr val="A5B7C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468" name="Google Shape;9468;p39"/>
            <p:cNvSpPr/>
            <p:nvPr/>
          </p:nvSpPr>
          <p:spPr>
            <a:xfrm>
              <a:off x="3802600" y="239450"/>
              <a:ext cx="2628650" cy="3196825"/>
            </a:xfrm>
            <a:custGeom>
              <a:rect b="b" l="l" r="r" t="t"/>
              <a:pathLst>
                <a:path extrusionOk="0" h="127873" w="105146">
                  <a:moveTo>
                    <a:pt x="1" y="1"/>
                  </a:moveTo>
                  <a:lnTo>
                    <a:pt x="1" y="36857"/>
                  </a:lnTo>
                  <a:cubicBezTo>
                    <a:pt x="1988" y="36066"/>
                    <a:pt x="4101" y="35662"/>
                    <a:pt x="6229" y="35662"/>
                  </a:cubicBezTo>
                  <a:cubicBezTo>
                    <a:pt x="6796" y="35662"/>
                    <a:pt x="7364" y="35691"/>
                    <a:pt x="7930" y="35748"/>
                  </a:cubicBezTo>
                  <a:cubicBezTo>
                    <a:pt x="16277" y="36595"/>
                    <a:pt x="22877" y="43684"/>
                    <a:pt x="23121" y="52066"/>
                  </a:cubicBezTo>
                  <a:cubicBezTo>
                    <a:pt x="23396" y="61635"/>
                    <a:pt x="15722" y="69481"/>
                    <a:pt x="6219" y="69481"/>
                  </a:cubicBezTo>
                  <a:cubicBezTo>
                    <a:pt x="4091" y="69475"/>
                    <a:pt x="1980" y="69076"/>
                    <a:pt x="1" y="68289"/>
                  </a:cubicBezTo>
                  <a:lnTo>
                    <a:pt x="1" y="105145"/>
                  </a:lnTo>
                  <a:lnTo>
                    <a:pt x="36720" y="105145"/>
                  </a:lnTo>
                  <a:cubicBezTo>
                    <a:pt x="35719" y="107882"/>
                    <a:pt x="35343" y="110916"/>
                    <a:pt x="35975" y="114130"/>
                  </a:cubicBezTo>
                  <a:cubicBezTo>
                    <a:pt x="37513" y="121952"/>
                    <a:pt x="44459" y="127801"/>
                    <a:pt x="52424" y="127872"/>
                  </a:cubicBezTo>
                  <a:cubicBezTo>
                    <a:pt x="52472" y="127873"/>
                    <a:pt x="52519" y="127873"/>
                    <a:pt x="52567" y="127873"/>
                  </a:cubicBezTo>
                  <a:cubicBezTo>
                    <a:pt x="61909" y="127873"/>
                    <a:pt x="69481" y="120301"/>
                    <a:pt x="69481" y="110964"/>
                  </a:cubicBezTo>
                  <a:cubicBezTo>
                    <a:pt x="69475" y="108979"/>
                    <a:pt x="69118" y="107005"/>
                    <a:pt x="68426" y="105145"/>
                  </a:cubicBezTo>
                  <a:lnTo>
                    <a:pt x="105145" y="105145"/>
                  </a:lnTo>
                  <a:lnTo>
                    <a:pt x="105145" y="16354"/>
                  </a:lnTo>
                  <a:cubicBezTo>
                    <a:pt x="105140" y="7328"/>
                    <a:pt x="97818" y="1"/>
                    <a:pt x="88786" y="1"/>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469" name="Google Shape;9469;p39"/>
            <p:cNvSpPr/>
            <p:nvPr/>
          </p:nvSpPr>
          <p:spPr>
            <a:xfrm>
              <a:off x="3232500" y="2847950"/>
              <a:ext cx="3198600" cy="2628500"/>
            </a:xfrm>
            <a:custGeom>
              <a:rect b="b" l="l" r="r" t="t"/>
              <a:pathLst>
                <a:path extrusionOk="0" h="105140" w="127944">
                  <a:moveTo>
                    <a:pt x="22805" y="0"/>
                  </a:moveTo>
                  <a:lnTo>
                    <a:pt x="22805" y="36720"/>
                  </a:lnTo>
                  <a:cubicBezTo>
                    <a:pt x="20992" y="36051"/>
                    <a:pt x="19042" y="35663"/>
                    <a:pt x="16995" y="35663"/>
                  </a:cubicBezTo>
                  <a:cubicBezTo>
                    <a:pt x="15960" y="35663"/>
                    <a:pt x="14900" y="35762"/>
                    <a:pt x="13820" y="35975"/>
                  </a:cubicBezTo>
                  <a:cubicBezTo>
                    <a:pt x="5998" y="37513"/>
                    <a:pt x="150" y="44453"/>
                    <a:pt x="78" y="52424"/>
                  </a:cubicBezTo>
                  <a:cubicBezTo>
                    <a:pt x="1" y="61826"/>
                    <a:pt x="7602" y="69481"/>
                    <a:pt x="16986" y="69481"/>
                  </a:cubicBezTo>
                  <a:cubicBezTo>
                    <a:pt x="18971" y="69475"/>
                    <a:pt x="20945" y="69117"/>
                    <a:pt x="22805" y="68420"/>
                  </a:cubicBezTo>
                  <a:lnTo>
                    <a:pt x="22805" y="105139"/>
                  </a:lnTo>
                  <a:lnTo>
                    <a:pt x="108943" y="105139"/>
                  </a:lnTo>
                  <a:cubicBezTo>
                    <a:pt x="119436" y="105139"/>
                    <a:pt x="127944" y="96631"/>
                    <a:pt x="127944" y="86138"/>
                  </a:cubicBezTo>
                  <a:lnTo>
                    <a:pt x="127944" y="0"/>
                  </a:lnTo>
                  <a:lnTo>
                    <a:pt x="91087" y="0"/>
                  </a:lnTo>
                  <a:cubicBezTo>
                    <a:pt x="92088" y="2510"/>
                    <a:pt x="92470" y="5235"/>
                    <a:pt x="92196" y="7924"/>
                  </a:cubicBezTo>
                  <a:cubicBezTo>
                    <a:pt x="91343" y="16271"/>
                    <a:pt x="84260" y="22870"/>
                    <a:pt x="75878" y="23115"/>
                  </a:cubicBezTo>
                  <a:cubicBezTo>
                    <a:pt x="75708" y="23120"/>
                    <a:pt x="75539" y="23122"/>
                    <a:pt x="75370" y="23122"/>
                  </a:cubicBezTo>
                  <a:cubicBezTo>
                    <a:pt x="66033" y="23122"/>
                    <a:pt x="58469" y="15553"/>
                    <a:pt x="58469" y="6219"/>
                  </a:cubicBezTo>
                  <a:cubicBezTo>
                    <a:pt x="58469" y="4084"/>
                    <a:pt x="58869" y="1980"/>
                    <a:pt x="59662" y="0"/>
                  </a:cubicBezTo>
                  <a:close/>
                </a:path>
              </a:pathLst>
            </a:custGeom>
            <a:solidFill>
              <a:srgbClr val="445D7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9470" name="Google Shape;9470;p39"/>
          <p:cNvGrpSpPr/>
          <p:nvPr/>
        </p:nvGrpSpPr>
        <p:grpSpPr>
          <a:xfrm>
            <a:off x="3264213" y="1856199"/>
            <a:ext cx="651848" cy="687338"/>
            <a:chOff x="3400515" y="2056248"/>
            <a:chExt cx="698134" cy="735987"/>
          </a:xfrm>
        </p:grpSpPr>
        <p:grpSp>
          <p:nvGrpSpPr>
            <p:cNvPr id="9471" name="Google Shape;9471;p39"/>
            <p:cNvGrpSpPr/>
            <p:nvPr/>
          </p:nvGrpSpPr>
          <p:grpSpPr>
            <a:xfrm>
              <a:off x="3400515" y="2283913"/>
              <a:ext cx="312919" cy="219900"/>
              <a:chOff x="3400515" y="2283913"/>
              <a:chExt cx="312919" cy="219900"/>
            </a:xfrm>
          </p:grpSpPr>
          <p:sp>
            <p:nvSpPr>
              <p:cNvPr id="9472" name="Google Shape;9472;p39"/>
              <p:cNvSpPr/>
              <p:nvPr/>
            </p:nvSpPr>
            <p:spPr>
              <a:xfrm>
                <a:off x="3493534" y="2283913"/>
                <a:ext cx="219900" cy="219900"/>
              </a:xfrm>
              <a:prstGeom prst="ellipse">
                <a:avLst/>
              </a:prstGeom>
              <a:solidFill>
                <a:srgbClr val="435D74"/>
              </a:solidFill>
              <a:ln>
                <a:noFill/>
              </a:ln>
            </p:spPr>
            <p:txBody>
              <a:bodyPr anchorCtr="0" anchor="ctr" bIns="34275" lIns="68575" spcFirstLastPara="1" rIns="68575" wrap="square" tIns="3427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C3B1"/>
                  </a:solidFill>
                  <a:latin typeface="Calibri"/>
                  <a:ea typeface="Calibri"/>
                  <a:cs typeface="Calibri"/>
                  <a:sym typeface="Calibri"/>
                </a:endParaRPr>
              </a:p>
            </p:txBody>
          </p:sp>
          <p:cxnSp>
            <p:nvCxnSpPr>
              <p:cNvPr id="9473" name="Google Shape;9473;p39"/>
              <p:cNvCxnSpPr/>
              <p:nvPr/>
            </p:nvCxnSpPr>
            <p:spPr>
              <a:xfrm rot="10800000">
                <a:off x="3400515" y="2393804"/>
                <a:ext cx="95400" cy="0"/>
              </a:xfrm>
              <a:prstGeom prst="straightConnector1">
                <a:avLst/>
              </a:prstGeom>
              <a:noFill/>
              <a:ln cap="flat" cmpd="sng" w="28575">
                <a:solidFill>
                  <a:srgbClr val="435D74"/>
                </a:solidFill>
                <a:prstDash val="solid"/>
                <a:round/>
                <a:headEnd len="sm" w="sm" type="none"/>
                <a:tailEnd len="sm" w="sm" type="none"/>
              </a:ln>
            </p:spPr>
          </p:cxnSp>
        </p:grpSp>
        <p:grpSp>
          <p:nvGrpSpPr>
            <p:cNvPr id="9474" name="Google Shape;9474;p39"/>
            <p:cNvGrpSpPr/>
            <p:nvPr/>
          </p:nvGrpSpPr>
          <p:grpSpPr>
            <a:xfrm>
              <a:off x="3547823" y="2461089"/>
              <a:ext cx="219900" cy="331146"/>
              <a:chOff x="3547823" y="2461089"/>
              <a:chExt cx="219900" cy="331146"/>
            </a:xfrm>
          </p:grpSpPr>
          <p:sp>
            <p:nvSpPr>
              <p:cNvPr id="9475" name="Google Shape;9475;p39"/>
              <p:cNvSpPr/>
              <p:nvPr/>
            </p:nvSpPr>
            <p:spPr>
              <a:xfrm>
                <a:off x="3547823" y="2461089"/>
                <a:ext cx="219900" cy="219900"/>
              </a:xfrm>
              <a:prstGeom prst="ellipse">
                <a:avLst/>
              </a:prstGeom>
              <a:solidFill>
                <a:srgbClr val="5F7D95"/>
              </a:solidFill>
              <a:ln>
                <a:noFill/>
              </a:ln>
            </p:spPr>
            <p:txBody>
              <a:bodyPr anchorCtr="0" anchor="ctr" bIns="34275" lIns="68575" spcFirstLastPara="1" rIns="68575" wrap="square" tIns="3427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C3B1"/>
                  </a:solidFill>
                  <a:latin typeface="Calibri"/>
                  <a:ea typeface="Calibri"/>
                  <a:cs typeface="Calibri"/>
                  <a:sym typeface="Calibri"/>
                </a:endParaRPr>
              </a:p>
            </p:txBody>
          </p:sp>
          <p:cxnSp>
            <p:nvCxnSpPr>
              <p:cNvPr id="9476" name="Google Shape;9476;p39"/>
              <p:cNvCxnSpPr/>
              <p:nvPr/>
            </p:nvCxnSpPr>
            <p:spPr>
              <a:xfrm rot="10800000">
                <a:off x="3657701" y="2678535"/>
                <a:ext cx="0" cy="113700"/>
              </a:xfrm>
              <a:prstGeom prst="straightConnector1">
                <a:avLst/>
              </a:prstGeom>
              <a:noFill/>
              <a:ln cap="flat" cmpd="sng" w="28575">
                <a:solidFill>
                  <a:srgbClr val="5F7D95"/>
                </a:solidFill>
                <a:prstDash val="solid"/>
                <a:round/>
                <a:headEnd len="sm" w="sm" type="none"/>
                <a:tailEnd len="sm" w="sm" type="none"/>
              </a:ln>
            </p:spPr>
          </p:cxnSp>
        </p:grpSp>
        <p:grpSp>
          <p:nvGrpSpPr>
            <p:cNvPr id="9477" name="Google Shape;9477;p39"/>
            <p:cNvGrpSpPr/>
            <p:nvPr/>
          </p:nvGrpSpPr>
          <p:grpSpPr>
            <a:xfrm>
              <a:off x="3734138" y="2461089"/>
              <a:ext cx="219900" cy="331146"/>
              <a:chOff x="3734138" y="2461089"/>
              <a:chExt cx="219900" cy="331146"/>
            </a:xfrm>
          </p:grpSpPr>
          <p:sp>
            <p:nvSpPr>
              <p:cNvPr id="9478" name="Google Shape;9478;p39"/>
              <p:cNvSpPr/>
              <p:nvPr/>
            </p:nvSpPr>
            <p:spPr>
              <a:xfrm>
                <a:off x="3734138" y="2461089"/>
                <a:ext cx="219900" cy="219900"/>
              </a:xfrm>
              <a:prstGeom prst="ellipse">
                <a:avLst/>
              </a:prstGeom>
              <a:solidFill>
                <a:srgbClr val="869FB2"/>
              </a:solidFill>
              <a:ln>
                <a:noFill/>
              </a:ln>
            </p:spPr>
            <p:txBody>
              <a:bodyPr anchorCtr="0" anchor="ctr" bIns="34275" lIns="68575" spcFirstLastPara="1" rIns="68575" wrap="square" tIns="3427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C3B1"/>
                  </a:solidFill>
                  <a:latin typeface="Calibri"/>
                  <a:ea typeface="Calibri"/>
                  <a:cs typeface="Calibri"/>
                  <a:sym typeface="Calibri"/>
                </a:endParaRPr>
              </a:p>
            </p:txBody>
          </p:sp>
          <p:cxnSp>
            <p:nvCxnSpPr>
              <p:cNvPr id="9479" name="Google Shape;9479;p39"/>
              <p:cNvCxnSpPr/>
              <p:nvPr/>
            </p:nvCxnSpPr>
            <p:spPr>
              <a:xfrm rot="10800000">
                <a:off x="3844020" y="2678535"/>
                <a:ext cx="0" cy="113700"/>
              </a:xfrm>
              <a:prstGeom prst="straightConnector1">
                <a:avLst/>
              </a:prstGeom>
              <a:noFill/>
              <a:ln cap="flat" cmpd="sng" w="28575">
                <a:solidFill>
                  <a:srgbClr val="869FB2"/>
                </a:solidFill>
                <a:prstDash val="solid"/>
                <a:round/>
                <a:headEnd len="sm" w="sm" type="none"/>
                <a:tailEnd len="sm" w="sm" type="none"/>
              </a:ln>
            </p:spPr>
          </p:cxnSp>
        </p:grpSp>
        <p:grpSp>
          <p:nvGrpSpPr>
            <p:cNvPr id="9480" name="Google Shape;9480;p39"/>
            <p:cNvGrpSpPr/>
            <p:nvPr/>
          </p:nvGrpSpPr>
          <p:grpSpPr>
            <a:xfrm>
              <a:off x="3787560" y="2281742"/>
              <a:ext cx="311089" cy="219900"/>
              <a:chOff x="3787560" y="2281742"/>
              <a:chExt cx="311089" cy="219900"/>
            </a:xfrm>
          </p:grpSpPr>
          <p:sp>
            <p:nvSpPr>
              <p:cNvPr id="9481" name="Google Shape;9481;p39"/>
              <p:cNvSpPr/>
              <p:nvPr/>
            </p:nvSpPr>
            <p:spPr>
              <a:xfrm>
                <a:off x="3787560" y="2281742"/>
                <a:ext cx="219900" cy="219900"/>
              </a:xfrm>
              <a:prstGeom prst="ellipse">
                <a:avLst/>
              </a:prstGeom>
              <a:solidFill>
                <a:srgbClr val="A5B7C6"/>
              </a:solidFill>
              <a:ln>
                <a:noFill/>
              </a:ln>
            </p:spPr>
            <p:txBody>
              <a:bodyPr anchorCtr="0" anchor="ctr" bIns="34275" lIns="68575" spcFirstLastPara="1" rIns="68575" wrap="square" tIns="3427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C3B1"/>
                  </a:solidFill>
                  <a:latin typeface="Calibri"/>
                  <a:ea typeface="Calibri"/>
                  <a:cs typeface="Calibri"/>
                  <a:sym typeface="Calibri"/>
                </a:endParaRPr>
              </a:p>
            </p:txBody>
          </p:sp>
          <p:cxnSp>
            <p:nvCxnSpPr>
              <p:cNvPr id="9482" name="Google Shape;9482;p39"/>
              <p:cNvCxnSpPr/>
              <p:nvPr/>
            </p:nvCxnSpPr>
            <p:spPr>
              <a:xfrm rot="10800000">
                <a:off x="4003849" y="2393795"/>
                <a:ext cx="94800" cy="0"/>
              </a:xfrm>
              <a:prstGeom prst="straightConnector1">
                <a:avLst/>
              </a:prstGeom>
              <a:noFill/>
              <a:ln cap="flat" cmpd="sng" w="28575">
                <a:solidFill>
                  <a:srgbClr val="A5B7C6"/>
                </a:solidFill>
                <a:prstDash val="solid"/>
                <a:round/>
                <a:headEnd len="sm" w="sm" type="none"/>
                <a:tailEnd len="sm" w="sm" type="none"/>
              </a:ln>
            </p:spPr>
          </p:cxnSp>
        </p:grpSp>
        <p:grpSp>
          <p:nvGrpSpPr>
            <p:cNvPr id="9483" name="Google Shape;9483;p39"/>
            <p:cNvGrpSpPr/>
            <p:nvPr/>
          </p:nvGrpSpPr>
          <p:grpSpPr>
            <a:xfrm>
              <a:off x="3637290" y="2056248"/>
              <a:ext cx="219900" cy="330737"/>
              <a:chOff x="3637290" y="2056248"/>
              <a:chExt cx="219900" cy="330737"/>
            </a:xfrm>
          </p:grpSpPr>
          <p:sp>
            <p:nvSpPr>
              <p:cNvPr id="9484" name="Google Shape;9484;p39"/>
              <p:cNvSpPr/>
              <p:nvPr/>
            </p:nvSpPr>
            <p:spPr>
              <a:xfrm>
                <a:off x="3637290" y="2167085"/>
                <a:ext cx="219900" cy="219900"/>
              </a:xfrm>
              <a:prstGeom prst="ellipse">
                <a:avLst/>
              </a:prstGeom>
              <a:solidFill>
                <a:srgbClr val="BAC8D3"/>
              </a:solidFill>
              <a:ln>
                <a:noFill/>
              </a:ln>
            </p:spPr>
            <p:txBody>
              <a:bodyPr anchorCtr="0" anchor="ctr" bIns="34275" lIns="68575" spcFirstLastPara="1" rIns="68575" wrap="square" tIns="3427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Calibri"/>
                  <a:ea typeface="Calibri"/>
                  <a:cs typeface="Calibri"/>
                  <a:sym typeface="Calibri"/>
                </a:endParaRPr>
              </a:p>
            </p:txBody>
          </p:sp>
          <p:cxnSp>
            <p:nvCxnSpPr>
              <p:cNvPr id="9485" name="Google Shape;9485;p39"/>
              <p:cNvCxnSpPr/>
              <p:nvPr/>
            </p:nvCxnSpPr>
            <p:spPr>
              <a:xfrm rot="10800000">
                <a:off x="3747169" y="2056248"/>
                <a:ext cx="0" cy="113700"/>
              </a:xfrm>
              <a:prstGeom prst="straightConnector1">
                <a:avLst/>
              </a:prstGeom>
              <a:noFill/>
              <a:ln cap="flat" cmpd="sng" w="28575">
                <a:solidFill>
                  <a:srgbClr val="BAC8D3"/>
                </a:solidFill>
                <a:prstDash val="solid"/>
                <a:round/>
                <a:headEnd len="sm" w="sm" type="none"/>
                <a:tailEnd len="sm" w="sm" type="none"/>
              </a:ln>
            </p:spPr>
          </p:cxnSp>
        </p:grpSp>
      </p:grpSp>
      <p:grpSp>
        <p:nvGrpSpPr>
          <p:cNvPr id="9486" name="Google Shape;9486;p39"/>
          <p:cNvGrpSpPr/>
          <p:nvPr/>
        </p:nvGrpSpPr>
        <p:grpSpPr>
          <a:xfrm>
            <a:off x="2555919" y="2726205"/>
            <a:ext cx="1268144" cy="592394"/>
            <a:chOff x="238125" y="1188750"/>
            <a:chExt cx="7140450" cy="3335550"/>
          </a:xfrm>
        </p:grpSpPr>
        <p:sp>
          <p:nvSpPr>
            <p:cNvPr id="9487" name="Google Shape;9487;p39"/>
            <p:cNvSpPr/>
            <p:nvPr/>
          </p:nvSpPr>
          <p:spPr>
            <a:xfrm>
              <a:off x="238125" y="1188750"/>
              <a:ext cx="3507025" cy="1584000"/>
            </a:xfrm>
            <a:custGeom>
              <a:rect b="b" l="l" r="r" t="t"/>
              <a:pathLst>
                <a:path extrusionOk="0" h="63360" w="140281">
                  <a:moveTo>
                    <a:pt x="4021" y="0"/>
                  </a:moveTo>
                  <a:cubicBezTo>
                    <a:pt x="1801" y="6"/>
                    <a:pt x="6" y="1801"/>
                    <a:pt x="0" y="4021"/>
                  </a:cubicBezTo>
                  <a:lnTo>
                    <a:pt x="0" y="59338"/>
                  </a:lnTo>
                  <a:cubicBezTo>
                    <a:pt x="6" y="61552"/>
                    <a:pt x="1801" y="63354"/>
                    <a:pt x="4021" y="63359"/>
                  </a:cubicBezTo>
                  <a:lnTo>
                    <a:pt x="98272" y="63359"/>
                  </a:lnTo>
                  <a:cubicBezTo>
                    <a:pt x="99963" y="41512"/>
                    <a:pt x="118098" y="24204"/>
                    <a:pt x="140280" y="23813"/>
                  </a:cubicBezTo>
                  <a:lnTo>
                    <a:pt x="140280" y="4021"/>
                  </a:lnTo>
                  <a:cubicBezTo>
                    <a:pt x="140275" y="1801"/>
                    <a:pt x="138474" y="6"/>
                    <a:pt x="136259" y="0"/>
                  </a:cubicBezTo>
                  <a:close/>
                </a:path>
              </a:pathLst>
            </a:custGeom>
            <a:solidFill>
              <a:srgbClr val="A5B7C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488" name="Google Shape;9488;p39"/>
            <p:cNvSpPr/>
            <p:nvPr/>
          </p:nvSpPr>
          <p:spPr>
            <a:xfrm>
              <a:off x="238125" y="2940300"/>
              <a:ext cx="3507025" cy="1584000"/>
            </a:xfrm>
            <a:custGeom>
              <a:rect b="b" l="l" r="r" t="t"/>
              <a:pathLst>
                <a:path extrusionOk="0" h="63360" w="140281">
                  <a:moveTo>
                    <a:pt x="4021" y="1"/>
                  </a:moveTo>
                  <a:cubicBezTo>
                    <a:pt x="1801" y="6"/>
                    <a:pt x="6" y="1808"/>
                    <a:pt x="0" y="4022"/>
                  </a:cubicBezTo>
                  <a:lnTo>
                    <a:pt x="0" y="59339"/>
                  </a:lnTo>
                  <a:cubicBezTo>
                    <a:pt x="6" y="61559"/>
                    <a:pt x="1801" y="63354"/>
                    <a:pt x="4021" y="63360"/>
                  </a:cubicBezTo>
                  <a:lnTo>
                    <a:pt x="136259" y="63360"/>
                  </a:lnTo>
                  <a:cubicBezTo>
                    <a:pt x="138474" y="63354"/>
                    <a:pt x="140275" y="61559"/>
                    <a:pt x="140280" y="59339"/>
                  </a:cubicBezTo>
                  <a:lnTo>
                    <a:pt x="140280" y="39547"/>
                  </a:lnTo>
                  <a:cubicBezTo>
                    <a:pt x="118098" y="39155"/>
                    <a:pt x="99963" y="21848"/>
                    <a:pt x="98272" y="1"/>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489" name="Google Shape;9489;p39"/>
            <p:cNvSpPr/>
            <p:nvPr/>
          </p:nvSpPr>
          <p:spPr>
            <a:xfrm>
              <a:off x="3871550" y="1188750"/>
              <a:ext cx="3507025" cy="1584000"/>
            </a:xfrm>
            <a:custGeom>
              <a:rect b="b" l="l" r="r" t="t"/>
              <a:pathLst>
                <a:path extrusionOk="0" h="63360" w="140281">
                  <a:moveTo>
                    <a:pt x="4022" y="0"/>
                  </a:moveTo>
                  <a:cubicBezTo>
                    <a:pt x="1807" y="6"/>
                    <a:pt x="6" y="1801"/>
                    <a:pt x="0" y="4021"/>
                  </a:cubicBezTo>
                  <a:lnTo>
                    <a:pt x="0" y="24017"/>
                  </a:lnTo>
                  <a:cubicBezTo>
                    <a:pt x="20553" y="26066"/>
                    <a:pt x="36886" y="42675"/>
                    <a:pt x="38494" y="63359"/>
                  </a:cubicBezTo>
                  <a:lnTo>
                    <a:pt x="136260" y="63359"/>
                  </a:lnTo>
                  <a:cubicBezTo>
                    <a:pt x="138480" y="63354"/>
                    <a:pt x="140275" y="61552"/>
                    <a:pt x="140281" y="59338"/>
                  </a:cubicBezTo>
                  <a:lnTo>
                    <a:pt x="140281" y="4021"/>
                  </a:lnTo>
                  <a:cubicBezTo>
                    <a:pt x="140275" y="1801"/>
                    <a:pt x="138480" y="6"/>
                    <a:pt x="136260" y="0"/>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490" name="Google Shape;9490;p39"/>
            <p:cNvSpPr/>
            <p:nvPr/>
          </p:nvSpPr>
          <p:spPr>
            <a:xfrm>
              <a:off x="3871550" y="2940300"/>
              <a:ext cx="3507025" cy="1584000"/>
            </a:xfrm>
            <a:custGeom>
              <a:rect b="b" l="l" r="r" t="t"/>
              <a:pathLst>
                <a:path extrusionOk="0" h="63360" w="140281">
                  <a:moveTo>
                    <a:pt x="38494" y="1"/>
                  </a:moveTo>
                  <a:cubicBezTo>
                    <a:pt x="36886" y="20680"/>
                    <a:pt x="20553" y="37294"/>
                    <a:pt x="0" y="39343"/>
                  </a:cubicBezTo>
                  <a:lnTo>
                    <a:pt x="0" y="59339"/>
                  </a:lnTo>
                  <a:cubicBezTo>
                    <a:pt x="6" y="61559"/>
                    <a:pt x="1807" y="63354"/>
                    <a:pt x="4022" y="63360"/>
                  </a:cubicBezTo>
                  <a:lnTo>
                    <a:pt x="136260" y="63360"/>
                  </a:lnTo>
                  <a:cubicBezTo>
                    <a:pt x="138480" y="63354"/>
                    <a:pt x="140275" y="61559"/>
                    <a:pt x="140281" y="59339"/>
                  </a:cubicBezTo>
                  <a:lnTo>
                    <a:pt x="140281" y="4022"/>
                  </a:lnTo>
                  <a:cubicBezTo>
                    <a:pt x="140275" y="1808"/>
                    <a:pt x="138480" y="6"/>
                    <a:pt x="136260" y="1"/>
                  </a:cubicBezTo>
                  <a:close/>
                </a:path>
              </a:pathLst>
            </a:custGeom>
            <a:solidFill>
              <a:srgbClr val="A5B7C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491" name="Google Shape;9491;p39"/>
            <p:cNvSpPr/>
            <p:nvPr/>
          </p:nvSpPr>
          <p:spPr>
            <a:xfrm>
              <a:off x="2842425" y="1934600"/>
              <a:ext cx="1843850" cy="1843850"/>
            </a:xfrm>
            <a:custGeom>
              <a:rect b="b" l="l" r="r" t="t"/>
              <a:pathLst>
                <a:path extrusionOk="0" h="73754" w="73754">
                  <a:moveTo>
                    <a:pt x="36880" y="0"/>
                  </a:moveTo>
                  <a:cubicBezTo>
                    <a:pt x="36621" y="0"/>
                    <a:pt x="36362" y="6"/>
                    <a:pt x="36108" y="11"/>
                  </a:cubicBezTo>
                  <a:cubicBezTo>
                    <a:pt x="17253" y="397"/>
                    <a:pt x="1834" y="15011"/>
                    <a:pt x="154" y="33525"/>
                  </a:cubicBezTo>
                  <a:cubicBezTo>
                    <a:pt x="55" y="34627"/>
                    <a:pt x="0" y="35745"/>
                    <a:pt x="0" y="36874"/>
                  </a:cubicBezTo>
                  <a:cubicBezTo>
                    <a:pt x="0" y="38009"/>
                    <a:pt x="55" y="39122"/>
                    <a:pt x="154" y="40229"/>
                  </a:cubicBezTo>
                  <a:cubicBezTo>
                    <a:pt x="1834" y="58749"/>
                    <a:pt x="17253" y="73357"/>
                    <a:pt x="36108" y="73743"/>
                  </a:cubicBezTo>
                  <a:cubicBezTo>
                    <a:pt x="36362" y="73748"/>
                    <a:pt x="36621" y="73754"/>
                    <a:pt x="36880" y="73754"/>
                  </a:cubicBezTo>
                  <a:cubicBezTo>
                    <a:pt x="38312" y="73754"/>
                    <a:pt x="39744" y="73666"/>
                    <a:pt x="41165" y="73500"/>
                  </a:cubicBezTo>
                  <a:cubicBezTo>
                    <a:pt x="58391" y="71495"/>
                    <a:pt x="72030" y="57581"/>
                    <a:pt x="73600" y="40229"/>
                  </a:cubicBezTo>
                  <a:cubicBezTo>
                    <a:pt x="73699" y="39127"/>
                    <a:pt x="73754" y="38009"/>
                    <a:pt x="73754" y="36874"/>
                  </a:cubicBezTo>
                  <a:cubicBezTo>
                    <a:pt x="73754" y="35745"/>
                    <a:pt x="73699" y="34632"/>
                    <a:pt x="73600" y="33525"/>
                  </a:cubicBezTo>
                  <a:cubicBezTo>
                    <a:pt x="72024" y="16173"/>
                    <a:pt x="58391" y="2259"/>
                    <a:pt x="41165" y="254"/>
                  </a:cubicBezTo>
                  <a:cubicBezTo>
                    <a:pt x="39744" y="88"/>
                    <a:pt x="38312" y="0"/>
                    <a:pt x="36880" y="0"/>
                  </a:cubicBez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9492" name="Google Shape;9492;p39"/>
          <p:cNvGrpSpPr/>
          <p:nvPr/>
        </p:nvGrpSpPr>
        <p:grpSpPr>
          <a:xfrm>
            <a:off x="6663819" y="2728360"/>
            <a:ext cx="1053944" cy="590147"/>
            <a:chOff x="238125" y="1335475"/>
            <a:chExt cx="5418735" cy="3034175"/>
          </a:xfrm>
        </p:grpSpPr>
        <p:sp>
          <p:nvSpPr>
            <p:cNvPr id="9493" name="Google Shape;9493;p39"/>
            <p:cNvSpPr/>
            <p:nvPr/>
          </p:nvSpPr>
          <p:spPr>
            <a:xfrm>
              <a:off x="3669985" y="1335475"/>
              <a:ext cx="1986875" cy="3034175"/>
            </a:xfrm>
            <a:custGeom>
              <a:rect b="b" l="l" r="r" t="t"/>
              <a:pathLst>
                <a:path extrusionOk="0" h="121367" w="79475">
                  <a:moveTo>
                    <a:pt x="1" y="0"/>
                  </a:moveTo>
                  <a:lnTo>
                    <a:pt x="1" y="38997"/>
                  </a:lnTo>
                  <a:cubicBezTo>
                    <a:pt x="588" y="44011"/>
                    <a:pt x="2425" y="48797"/>
                    <a:pt x="5360" y="52918"/>
                  </a:cubicBezTo>
                  <a:lnTo>
                    <a:pt x="9329" y="58469"/>
                  </a:lnTo>
                  <a:cubicBezTo>
                    <a:pt x="10541" y="59694"/>
                    <a:pt x="10541" y="61672"/>
                    <a:pt x="9329" y="62897"/>
                  </a:cubicBezTo>
                  <a:lnTo>
                    <a:pt x="5360" y="68448"/>
                  </a:lnTo>
                  <a:cubicBezTo>
                    <a:pt x="2425" y="72557"/>
                    <a:pt x="588" y="77355"/>
                    <a:pt x="1" y="82370"/>
                  </a:cubicBezTo>
                  <a:lnTo>
                    <a:pt x="1" y="121366"/>
                  </a:lnTo>
                  <a:lnTo>
                    <a:pt x="68743" y="121366"/>
                  </a:lnTo>
                  <a:lnTo>
                    <a:pt x="68743" y="85815"/>
                  </a:lnTo>
                  <a:cubicBezTo>
                    <a:pt x="68743" y="79588"/>
                    <a:pt x="70682" y="73514"/>
                    <a:pt x="74293" y="68448"/>
                  </a:cubicBezTo>
                  <a:lnTo>
                    <a:pt x="78249" y="62897"/>
                  </a:lnTo>
                  <a:cubicBezTo>
                    <a:pt x="79474" y="61672"/>
                    <a:pt x="79474" y="59694"/>
                    <a:pt x="78249" y="58469"/>
                  </a:cubicBezTo>
                  <a:lnTo>
                    <a:pt x="74293" y="52918"/>
                  </a:lnTo>
                  <a:cubicBezTo>
                    <a:pt x="70669" y="47840"/>
                    <a:pt x="68730" y="41778"/>
                    <a:pt x="68730" y="35551"/>
                  </a:cubicBezTo>
                  <a:lnTo>
                    <a:pt x="68730" y="0"/>
                  </a:lnTo>
                  <a:close/>
                </a:path>
              </a:pathLst>
            </a:custGeom>
            <a:solidFill>
              <a:srgbClr val="A5B7C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494" name="Google Shape;9494;p39"/>
            <p:cNvSpPr/>
            <p:nvPr/>
          </p:nvSpPr>
          <p:spPr>
            <a:xfrm>
              <a:off x="1956350" y="1335475"/>
              <a:ext cx="1984950" cy="3034175"/>
            </a:xfrm>
            <a:custGeom>
              <a:rect b="b" l="l" r="r" t="t"/>
              <a:pathLst>
                <a:path extrusionOk="0" h="121367" w="79398">
                  <a:moveTo>
                    <a:pt x="0" y="0"/>
                  </a:moveTo>
                  <a:lnTo>
                    <a:pt x="0" y="35551"/>
                  </a:lnTo>
                  <a:cubicBezTo>
                    <a:pt x="0" y="41778"/>
                    <a:pt x="1940" y="47852"/>
                    <a:pt x="5564" y="52918"/>
                  </a:cubicBezTo>
                  <a:lnTo>
                    <a:pt x="9520" y="58469"/>
                  </a:lnTo>
                  <a:cubicBezTo>
                    <a:pt x="10745" y="59694"/>
                    <a:pt x="10745" y="61672"/>
                    <a:pt x="9520" y="62897"/>
                  </a:cubicBezTo>
                  <a:lnTo>
                    <a:pt x="5564" y="68448"/>
                  </a:lnTo>
                  <a:cubicBezTo>
                    <a:pt x="1952" y="73514"/>
                    <a:pt x="0" y="79588"/>
                    <a:pt x="0" y="85815"/>
                  </a:cubicBezTo>
                  <a:lnTo>
                    <a:pt x="0" y="121366"/>
                  </a:lnTo>
                  <a:lnTo>
                    <a:pt x="68665" y="121366"/>
                  </a:lnTo>
                  <a:lnTo>
                    <a:pt x="68665" y="85815"/>
                  </a:lnTo>
                  <a:cubicBezTo>
                    <a:pt x="68665" y="79588"/>
                    <a:pt x="70605" y="73514"/>
                    <a:pt x="74216" y="68448"/>
                  </a:cubicBezTo>
                  <a:lnTo>
                    <a:pt x="78185" y="62897"/>
                  </a:lnTo>
                  <a:cubicBezTo>
                    <a:pt x="79397" y="61672"/>
                    <a:pt x="79397" y="59694"/>
                    <a:pt x="78185" y="58469"/>
                  </a:cubicBezTo>
                  <a:lnTo>
                    <a:pt x="74216" y="52918"/>
                  </a:lnTo>
                  <a:cubicBezTo>
                    <a:pt x="70605" y="47840"/>
                    <a:pt x="68665" y="41778"/>
                    <a:pt x="68665" y="35551"/>
                  </a:cubicBezTo>
                  <a:lnTo>
                    <a:pt x="68665" y="0"/>
                  </a:ln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495" name="Google Shape;9495;p39"/>
            <p:cNvSpPr/>
            <p:nvPr/>
          </p:nvSpPr>
          <p:spPr>
            <a:xfrm>
              <a:off x="238125" y="1335475"/>
              <a:ext cx="1986850" cy="3034175"/>
            </a:xfrm>
            <a:custGeom>
              <a:rect b="b" l="l" r="r" t="t"/>
              <a:pathLst>
                <a:path extrusionOk="0" h="121367" w="79474">
                  <a:moveTo>
                    <a:pt x="0" y="0"/>
                  </a:moveTo>
                  <a:lnTo>
                    <a:pt x="0" y="121366"/>
                  </a:lnTo>
                  <a:lnTo>
                    <a:pt x="68729" y="121366"/>
                  </a:lnTo>
                  <a:lnTo>
                    <a:pt x="68729" y="85815"/>
                  </a:lnTo>
                  <a:cubicBezTo>
                    <a:pt x="68729" y="79588"/>
                    <a:pt x="70669" y="73514"/>
                    <a:pt x="74293" y="68448"/>
                  </a:cubicBezTo>
                  <a:lnTo>
                    <a:pt x="78249" y="62897"/>
                  </a:lnTo>
                  <a:cubicBezTo>
                    <a:pt x="79474" y="61672"/>
                    <a:pt x="79474" y="59694"/>
                    <a:pt x="78249" y="58469"/>
                  </a:cubicBezTo>
                  <a:lnTo>
                    <a:pt x="74293" y="52918"/>
                  </a:lnTo>
                  <a:cubicBezTo>
                    <a:pt x="70669" y="47840"/>
                    <a:pt x="68729" y="41778"/>
                    <a:pt x="68729" y="35551"/>
                  </a:cubicBezTo>
                  <a:lnTo>
                    <a:pt x="68729" y="0"/>
                  </a:lnTo>
                  <a:close/>
                </a:path>
              </a:pathLst>
            </a:custGeom>
            <a:solidFill>
              <a:srgbClr val="445D7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9496" name="Google Shape;9496;p39"/>
          <p:cNvGrpSpPr/>
          <p:nvPr/>
        </p:nvGrpSpPr>
        <p:grpSpPr>
          <a:xfrm>
            <a:off x="4094628" y="3533259"/>
            <a:ext cx="1268207" cy="638939"/>
            <a:chOff x="3967651" y="3645904"/>
            <a:chExt cx="1479304" cy="745292"/>
          </a:xfrm>
        </p:grpSpPr>
        <p:grpSp>
          <p:nvGrpSpPr>
            <p:cNvPr id="9497" name="Google Shape;9497;p39"/>
            <p:cNvGrpSpPr/>
            <p:nvPr/>
          </p:nvGrpSpPr>
          <p:grpSpPr>
            <a:xfrm>
              <a:off x="3967651" y="4009026"/>
              <a:ext cx="1479304" cy="382170"/>
              <a:chOff x="3967651" y="4009026"/>
              <a:chExt cx="1479304" cy="382170"/>
            </a:xfrm>
          </p:grpSpPr>
          <p:grpSp>
            <p:nvGrpSpPr>
              <p:cNvPr id="9498" name="Google Shape;9498;p39"/>
              <p:cNvGrpSpPr/>
              <p:nvPr/>
            </p:nvGrpSpPr>
            <p:grpSpPr>
              <a:xfrm>
                <a:off x="4892216" y="4195630"/>
                <a:ext cx="554739" cy="195566"/>
                <a:chOff x="3604375" y="4892160"/>
                <a:chExt cx="1651500" cy="582215"/>
              </a:xfrm>
            </p:grpSpPr>
            <p:sp>
              <p:nvSpPr>
                <p:cNvPr id="9499" name="Google Shape;9499;p39"/>
                <p:cNvSpPr/>
                <p:nvPr/>
              </p:nvSpPr>
              <p:spPr>
                <a:xfrm>
                  <a:off x="3604375" y="4892160"/>
                  <a:ext cx="1651500" cy="146825"/>
                </a:xfrm>
                <a:custGeom>
                  <a:rect b="b" l="l" r="r" t="t"/>
                  <a:pathLst>
                    <a:path extrusionOk="0" h="5873" w="66060">
                      <a:moveTo>
                        <a:pt x="1" y="0"/>
                      </a:moveTo>
                      <a:lnTo>
                        <a:pt x="7340" y="5872"/>
                      </a:lnTo>
                      <a:lnTo>
                        <a:pt x="66060" y="5872"/>
                      </a:lnTo>
                      <a:lnTo>
                        <a:pt x="51382" y="0"/>
                      </a:lnTo>
                      <a:close/>
                    </a:path>
                  </a:pathLst>
                </a:custGeom>
                <a:solidFill>
                  <a:srgbClr val="A5B7C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500" name="Google Shape;9500;p39"/>
                <p:cNvSpPr/>
                <p:nvPr/>
              </p:nvSpPr>
              <p:spPr>
                <a:xfrm>
                  <a:off x="3787875" y="5033975"/>
                  <a:ext cx="1468000" cy="440400"/>
                </a:xfrm>
                <a:custGeom>
                  <a:rect b="b" l="l" r="r" t="t"/>
                  <a:pathLst>
                    <a:path extrusionOk="0" h="17616" w="58720">
                      <a:moveTo>
                        <a:pt x="0" y="0"/>
                      </a:moveTo>
                      <a:lnTo>
                        <a:pt x="0" y="17615"/>
                      </a:lnTo>
                      <a:lnTo>
                        <a:pt x="58720" y="17615"/>
                      </a:lnTo>
                      <a:lnTo>
                        <a:pt x="58720" y="0"/>
                      </a:ln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9501" name="Google Shape;9501;p39"/>
              <p:cNvGrpSpPr/>
              <p:nvPr/>
            </p:nvGrpSpPr>
            <p:grpSpPr>
              <a:xfrm>
                <a:off x="3967651" y="4146303"/>
                <a:ext cx="579402" cy="244893"/>
                <a:chOff x="851875" y="4745310"/>
                <a:chExt cx="1724925" cy="729065"/>
              </a:xfrm>
            </p:grpSpPr>
            <p:sp>
              <p:nvSpPr>
                <p:cNvPr id="9502" name="Google Shape;9502;p39"/>
                <p:cNvSpPr/>
                <p:nvPr/>
              </p:nvSpPr>
              <p:spPr>
                <a:xfrm>
                  <a:off x="851925" y="4745310"/>
                  <a:ext cx="1724875" cy="146875"/>
                </a:xfrm>
                <a:custGeom>
                  <a:rect b="b" l="l" r="r" t="t"/>
                  <a:pathLst>
                    <a:path extrusionOk="0" h="5875" w="68995">
                      <a:moveTo>
                        <a:pt x="14679" y="0"/>
                      </a:moveTo>
                      <a:lnTo>
                        <a:pt x="1" y="5874"/>
                      </a:lnTo>
                      <a:lnTo>
                        <a:pt x="58718" y="5874"/>
                      </a:lnTo>
                      <a:lnTo>
                        <a:pt x="68994" y="0"/>
                      </a:lnTo>
                      <a:close/>
                    </a:path>
                  </a:pathLst>
                </a:custGeom>
                <a:solidFill>
                  <a:srgbClr val="A5B7C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503" name="Google Shape;9503;p39"/>
                <p:cNvSpPr/>
                <p:nvPr/>
              </p:nvSpPr>
              <p:spPr>
                <a:xfrm>
                  <a:off x="851875" y="4887175"/>
                  <a:ext cx="1468025" cy="587200"/>
                </a:xfrm>
                <a:custGeom>
                  <a:rect b="b" l="l" r="r" t="t"/>
                  <a:pathLst>
                    <a:path extrusionOk="0" h="23488" w="58721">
                      <a:moveTo>
                        <a:pt x="0" y="0"/>
                      </a:moveTo>
                      <a:lnTo>
                        <a:pt x="0" y="23487"/>
                      </a:lnTo>
                      <a:lnTo>
                        <a:pt x="58720" y="23487"/>
                      </a:lnTo>
                      <a:lnTo>
                        <a:pt x="58720" y="0"/>
                      </a:ln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9504" name="Google Shape;9504;p39"/>
              <p:cNvGrpSpPr/>
              <p:nvPr/>
            </p:nvGrpSpPr>
            <p:grpSpPr>
              <a:xfrm>
                <a:off x="4460753" y="4009026"/>
                <a:ext cx="493110" cy="382170"/>
                <a:chOff x="2319875" y="4336625"/>
                <a:chExt cx="1468025" cy="1137750"/>
              </a:xfrm>
            </p:grpSpPr>
            <p:sp>
              <p:nvSpPr>
                <p:cNvPr id="9505" name="Google Shape;9505;p39"/>
                <p:cNvSpPr/>
                <p:nvPr/>
              </p:nvSpPr>
              <p:spPr>
                <a:xfrm>
                  <a:off x="2319875" y="4336625"/>
                  <a:ext cx="1468025" cy="146875"/>
                </a:xfrm>
                <a:custGeom>
                  <a:rect b="b" l="l" r="r" t="t"/>
                  <a:pathLst>
                    <a:path extrusionOk="0" h="5875" w="58721">
                      <a:moveTo>
                        <a:pt x="14681" y="0"/>
                      </a:moveTo>
                      <a:lnTo>
                        <a:pt x="0" y="5874"/>
                      </a:lnTo>
                      <a:lnTo>
                        <a:pt x="58720" y="5874"/>
                      </a:lnTo>
                      <a:lnTo>
                        <a:pt x="44042" y="0"/>
                      </a:lnTo>
                      <a:close/>
                    </a:path>
                  </a:pathLst>
                </a:custGeom>
                <a:solidFill>
                  <a:srgbClr val="A5B7C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506" name="Google Shape;9506;p39"/>
                <p:cNvSpPr/>
                <p:nvPr/>
              </p:nvSpPr>
              <p:spPr>
                <a:xfrm>
                  <a:off x="2319875" y="4483425"/>
                  <a:ext cx="1468025" cy="990950"/>
                </a:xfrm>
                <a:custGeom>
                  <a:rect b="b" l="l" r="r" t="t"/>
                  <a:pathLst>
                    <a:path extrusionOk="0" h="39638" w="58721">
                      <a:moveTo>
                        <a:pt x="0" y="0"/>
                      </a:moveTo>
                      <a:lnTo>
                        <a:pt x="0" y="39637"/>
                      </a:lnTo>
                      <a:lnTo>
                        <a:pt x="58720" y="39637"/>
                      </a:lnTo>
                      <a:lnTo>
                        <a:pt x="58720" y="0"/>
                      </a:lnTo>
                      <a:close/>
                    </a:path>
                  </a:pathLst>
                </a:custGeom>
                <a:solidFill>
                  <a:srgbClr val="DBE2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grpSp>
          <p:nvGrpSpPr>
            <p:cNvPr id="9507" name="Google Shape;9507;p39"/>
            <p:cNvGrpSpPr/>
            <p:nvPr/>
          </p:nvGrpSpPr>
          <p:grpSpPr>
            <a:xfrm>
              <a:off x="4479443" y="3645904"/>
              <a:ext cx="455965" cy="388789"/>
              <a:chOff x="2957425" y="238100"/>
              <a:chExt cx="1910200" cy="1628775"/>
            </a:xfrm>
          </p:grpSpPr>
          <p:sp>
            <p:nvSpPr>
              <p:cNvPr id="9508" name="Google Shape;9508;p39"/>
              <p:cNvSpPr/>
              <p:nvPr/>
            </p:nvSpPr>
            <p:spPr>
              <a:xfrm>
                <a:off x="4035900" y="239600"/>
                <a:ext cx="831725" cy="906350"/>
              </a:xfrm>
              <a:custGeom>
                <a:rect b="b" l="l" r="r" t="t"/>
                <a:pathLst>
                  <a:path extrusionOk="0" h="36254" w="33269">
                    <a:moveTo>
                      <a:pt x="22705" y="0"/>
                    </a:moveTo>
                    <a:cubicBezTo>
                      <a:pt x="21111" y="0"/>
                      <a:pt x="19679" y="297"/>
                      <a:pt x="18461" y="685"/>
                    </a:cubicBezTo>
                    <a:cubicBezTo>
                      <a:pt x="17166" y="1102"/>
                      <a:pt x="15926" y="1669"/>
                      <a:pt x="14763" y="2373"/>
                    </a:cubicBezTo>
                    <a:cubicBezTo>
                      <a:pt x="13810" y="2945"/>
                      <a:pt x="13109" y="3505"/>
                      <a:pt x="12609" y="3900"/>
                    </a:cubicBezTo>
                    <a:lnTo>
                      <a:pt x="11977" y="4448"/>
                    </a:lnTo>
                    <a:lnTo>
                      <a:pt x="14023" y="6907"/>
                    </a:lnTo>
                    <a:lnTo>
                      <a:pt x="14679" y="6385"/>
                    </a:lnTo>
                    <a:cubicBezTo>
                      <a:pt x="15052" y="6124"/>
                      <a:pt x="15622" y="5698"/>
                      <a:pt x="16443" y="5255"/>
                    </a:cubicBezTo>
                    <a:cubicBezTo>
                      <a:pt x="17250" y="4815"/>
                      <a:pt x="18260" y="4326"/>
                      <a:pt x="19466" y="3977"/>
                    </a:cubicBezTo>
                    <a:cubicBezTo>
                      <a:pt x="20363" y="3713"/>
                      <a:pt x="21373" y="3535"/>
                      <a:pt x="22421" y="3535"/>
                    </a:cubicBezTo>
                    <a:cubicBezTo>
                      <a:pt x="22772" y="3535"/>
                      <a:pt x="23127" y="3555"/>
                      <a:pt x="23483" y="3599"/>
                    </a:cubicBezTo>
                    <a:cubicBezTo>
                      <a:pt x="24177" y="3661"/>
                      <a:pt x="24938" y="3905"/>
                      <a:pt x="25537" y="4168"/>
                    </a:cubicBezTo>
                    <a:cubicBezTo>
                      <a:pt x="25740" y="4271"/>
                      <a:pt x="25982" y="4377"/>
                      <a:pt x="26159" y="4475"/>
                    </a:cubicBezTo>
                    <a:cubicBezTo>
                      <a:pt x="26289" y="4568"/>
                      <a:pt x="26415" y="4659"/>
                      <a:pt x="26552" y="4740"/>
                    </a:cubicBezTo>
                    <a:cubicBezTo>
                      <a:pt x="26818" y="4941"/>
                      <a:pt x="27160" y="5171"/>
                      <a:pt x="27411" y="5458"/>
                    </a:cubicBezTo>
                    <a:cubicBezTo>
                      <a:pt x="28529" y="6528"/>
                      <a:pt x="29264" y="8171"/>
                      <a:pt x="29427" y="9930"/>
                    </a:cubicBezTo>
                    <a:cubicBezTo>
                      <a:pt x="29508" y="10808"/>
                      <a:pt x="29448" y="11723"/>
                      <a:pt x="29211" y="12589"/>
                    </a:cubicBezTo>
                    <a:cubicBezTo>
                      <a:pt x="29087" y="13020"/>
                      <a:pt x="28946" y="13451"/>
                      <a:pt x="28747" y="13853"/>
                    </a:cubicBezTo>
                    <a:lnTo>
                      <a:pt x="28677" y="14006"/>
                    </a:lnTo>
                    <a:cubicBezTo>
                      <a:pt x="28677" y="14006"/>
                      <a:pt x="28651" y="14062"/>
                      <a:pt x="28653" y="14062"/>
                    </a:cubicBezTo>
                    <a:cubicBezTo>
                      <a:pt x="28654" y="14062"/>
                      <a:pt x="28658" y="14055"/>
                      <a:pt x="28668" y="14038"/>
                    </a:cubicBezTo>
                    <a:lnTo>
                      <a:pt x="28668" y="14038"/>
                    </a:lnTo>
                    <a:lnTo>
                      <a:pt x="28618" y="14131"/>
                    </a:lnTo>
                    <a:lnTo>
                      <a:pt x="28409" y="14504"/>
                    </a:lnTo>
                    <a:cubicBezTo>
                      <a:pt x="28270" y="14744"/>
                      <a:pt x="28177" y="14878"/>
                      <a:pt x="28045" y="15084"/>
                    </a:cubicBezTo>
                    <a:cubicBezTo>
                      <a:pt x="26952" y="16678"/>
                      <a:pt x="25336" y="18021"/>
                      <a:pt x="23512" y="19098"/>
                    </a:cubicBezTo>
                    <a:cubicBezTo>
                      <a:pt x="21688" y="20170"/>
                      <a:pt x="19591" y="20984"/>
                      <a:pt x="17487" y="21695"/>
                    </a:cubicBezTo>
                    <a:cubicBezTo>
                      <a:pt x="15371" y="22408"/>
                      <a:pt x="13207" y="23019"/>
                      <a:pt x="11089" y="23679"/>
                    </a:cubicBezTo>
                    <a:cubicBezTo>
                      <a:pt x="9119" y="24319"/>
                      <a:pt x="6955" y="24728"/>
                      <a:pt x="4860" y="25736"/>
                    </a:cubicBezTo>
                    <a:cubicBezTo>
                      <a:pt x="3800" y="26233"/>
                      <a:pt x="2785" y="26940"/>
                      <a:pt x="1988" y="27763"/>
                    </a:cubicBezTo>
                    <a:cubicBezTo>
                      <a:pt x="1179" y="28589"/>
                      <a:pt x="468" y="29604"/>
                      <a:pt x="180" y="30868"/>
                    </a:cubicBezTo>
                    <a:cubicBezTo>
                      <a:pt x="32" y="31488"/>
                      <a:pt x="1" y="32165"/>
                      <a:pt x="135" y="32795"/>
                    </a:cubicBezTo>
                    <a:cubicBezTo>
                      <a:pt x="259" y="33436"/>
                      <a:pt x="470" y="33968"/>
                      <a:pt x="882" y="34540"/>
                    </a:cubicBezTo>
                    <a:cubicBezTo>
                      <a:pt x="1657" y="35540"/>
                      <a:pt x="2675" y="36002"/>
                      <a:pt x="3620" y="36184"/>
                    </a:cubicBezTo>
                    <a:cubicBezTo>
                      <a:pt x="3889" y="36231"/>
                      <a:pt x="4153" y="36254"/>
                      <a:pt x="4411" y="36254"/>
                    </a:cubicBezTo>
                    <a:cubicBezTo>
                      <a:pt x="5087" y="36254"/>
                      <a:pt x="5719" y="36098"/>
                      <a:pt x="6270" y="35808"/>
                    </a:cubicBezTo>
                    <a:cubicBezTo>
                      <a:pt x="6643" y="35617"/>
                      <a:pt x="6971" y="35351"/>
                      <a:pt x="7235" y="35026"/>
                    </a:cubicBezTo>
                    <a:cubicBezTo>
                      <a:pt x="7500" y="34722"/>
                      <a:pt x="7682" y="34200"/>
                      <a:pt x="7701" y="33901"/>
                    </a:cubicBezTo>
                    <a:cubicBezTo>
                      <a:pt x="7768" y="33237"/>
                      <a:pt x="7644" y="32706"/>
                      <a:pt x="7441" y="32268"/>
                    </a:cubicBezTo>
                    <a:cubicBezTo>
                      <a:pt x="7247" y="31835"/>
                      <a:pt x="6962" y="31483"/>
                      <a:pt x="6636" y="31342"/>
                    </a:cubicBezTo>
                    <a:cubicBezTo>
                      <a:pt x="6470" y="31265"/>
                      <a:pt x="6319" y="31239"/>
                      <a:pt x="6193" y="31239"/>
                    </a:cubicBezTo>
                    <a:cubicBezTo>
                      <a:pt x="6075" y="31239"/>
                      <a:pt x="5979" y="31261"/>
                      <a:pt x="5911" y="31284"/>
                    </a:cubicBezTo>
                    <a:lnTo>
                      <a:pt x="5700" y="31378"/>
                    </a:lnTo>
                    <a:cubicBezTo>
                      <a:pt x="5674" y="31404"/>
                      <a:pt x="6095" y="31342"/>
                      <a:pt x="6354" y="31717"/>
                    </a:cubicBezTo>
                    <a:cubicBezTo>
                      <a:pt x="6598" y="32045"/>
                      <a:pt x="6634" y="32854"/>
                      <a:pt x="6301" y="33558"/>
                    </a:cubicBezTo>
                    <a:cubicBezTo>
                      <a:pt x="6212" y="33840"/>
                      <a:pt x="5743" y="34057"/>
                      <a:pt x="5206" y="34057"/>
                    </a:cubicBezTo>
                    <a:cubicBezTo>
                      <a:pt x="4902" y="34057"/>
                      <a:pt x="4577" y="33987"/>
                      <a:pt x="4286" y="33822"/>
                    </a:cubicBezTo>
                    <a:cubicBezTo>
                      <a:pt x="3874" y="33620"/>
                      <a:pt x="3520" y="33237"/>
                      <a:pt x="3414" y="32898"/>
                    </a:cubicBezTo>
                    <a:cubicBezTo>
                      <a:pt x="3366" y="32720"/>
                      <a:pt x="3345" y="32536"/>
                      <a:pt x="3350" y="32352"/>
                    </a:cubicBezTo>
                    <a:cubicBezTo>
                      <a:pt x="3347" y="32156"/>
                      <a:pt x="3400" y="31959"/>
                      <a:pt x="3474" y="31739"/>
                    </a:cubicBezTo>
                    <a:cubicBezTo>
                      <a:pt x="3778" y="30851"/>
                      <a:pt x="4927" y="29589"/>
                      <a:pt x="6390" y="28955"/>
                    </a:cubicBezTo>
                    <a:cubicBezTo>
                      <a:pt x="7922" y="28220"/>
                      <a:pt x="9954" y="27823"/>
                      <a:pt x="12149" y="27157"/>
                    </a:cubicBezTo>
                    <a:cubicBezTo>
                      <a:pt x="14212" y="26537"/>
                      <a:pt x="16407" y="25946"/>
                      <a:pt x="18650" y="25219"/>
                    </a:cubicBezTo>
                    <a:cubicBezTo>
                      <a:pt x="20896" y="24481"/>
                      <a:pt x="23193" y="23644"/>
                      <a:pt x="25412" y="22377"/>
                    </a:cubicBezTo>
                    <a:cubicBezTo>
                      <a:pt x="27617" y="21130"/>
                      <a:pt x="29683" y="19416"/>
                      <a:pt x="31179" y="17202"/>
                    </a:cubicBezTo>
                    <a:cubicBezTo>
                      <a:pt x="31361" y="16927"/>
                      <a:pt x="31576" y="16577"/>
                      <a:pt x="31720" y="16321"/>
                    </a:cubicBezTo>
                    <a:lnTo>
                      <a:pt x="31926" y="15945"/>
                    </a:lnTo>
                    <a:lnTo>
                      <a:pt x="31976" y="15852"/>
                    </a:lnTo>
                    <a:lnTo>
                      <a:pt x="32055" y="15687"/>
                    </a:lnTo>
                    <a:lnTo>
                      <a:pt x="32160" y="15450"/>
                    </a:lnTo>
                    <a:cubicBezTo>
                      <a:pt x="32459" y="14827"/>
                      <a:pt x="32673" y="14179"/>
                      <a:pt x="32850" y="13528"/>
                    </a:cubicBezTo>
                    <a:cubicBezTo>
                      <a:pt x="33192" y="12218"/>
                      <a:pt x="33269" y="10875"/>
                      <a:pt x="33142" y="9583"/>
                    </a:cubicBezTo>
                    <a:cubicBezTo>
                      <a:pt x="32883" y="7000"/>
                      <a:pt x="31780" y="4549"/>
                      <a:pt x="29994" y="2837"/>
                    </a:cubicBezTo>
                    <a:cubicBezTo>
                      <a:pt x="29783" y="2615"/>
                      <a:pt x="29556" y="2411"/>
                      <a:pt x="29309" y="2227"/>
                    </a:cubicBezTo>
                    <a:cubicBezTo>
                      <a:pt x="29060" y="2040"/>
                      <a:pt x="28862" y="1846"/>
                      <a:pt x="28570" y="1676"/>
                    </a:cubicBezTo>
                    <a:cubicBezTo>
                      <a:pt x="28292" y="1502"/>
                      <a:pt x="28010" y="1337"/>
                      <a:pt x="27732" y="1176"/>
                    </a:cubicBezTo>
                    <a:cubicBezTo>
                      <a:pt x="27488" y="1054"/>
                      <a:pt x="27289" y="975"/>
                      <a:pt x="27066" y="872"/>
                    </a:cubicBezTo>
                    <a:cubicBezTo>
                      <a:pt x="25934" y="398"/>
                      <a:pt x="24917" y="147"/>
                      <a:pt x="23871" y="54"/>
                    </a:cubicBezTo>
                    <a:cubicBezTo>
                      <a:pt x="23474" y="17"/>
                      <a:pt x="23085" y="0"/>
                      <a:pt x="22705" y="0"/>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509" name="Google Shape;9509;p39"/>
              <p:cNvSpPr/>
              <p:nvPr/>
            </p:nvSpPr>
            <p:spPr>
              <a:xfrm>
                <a:off x="4062725" y="270525"/>
                <a:ext cx="775400" cy="855625"/>
              </a:xfrm>
              <a:custGeom>
                <a:rect b="b" l="l" r="r" t="t"/>
                <a:pathLst>
                  <a:path extrusionOk="0" h="34225" w="31016">
                    <a:moveTo>
                      <a:pt x="4627" y="30141"/>
                    </a:moveTo>
                    <a:cubicBezTo>
                      <a:pt x="4626" y="30143"/>
                      <a:pt x="4626" y="30145"/>
                      <a:pt x="4628" y="30145"/>
                    </a:cubicBezTo>
                    <a:lnTo>
                      <a:pt x="4628" y="30145"/>
                    </a:lnTo>
                    <a:cubicBezTo>
                      <a:pt x="4627" y="30144"/>
                      <a:pt x="4627" y="30143"/>
                      <a:pt x="4627" y="30141"/>
                    </a:cubicBezTo>
                    <a:close/>
                    <a:moveTo>
                      <a:pt x="4628" y="30145"/>
                    </a:moveTo>
                    <a:cubicBezTo>
                      <a:pt x="4629" y="30146"/>
                      <a:pt x="4631" y="30147"/>
                      <a:pt x="4633" y="30147"/>
                    </a:cubicBezTo>
                    <a:cubicBezTo>
                      <a:pt x="4634" y="30147"/>
                      <a:pt x="4634" y="30147"/>
                      <a:pt x="4636" y="30147"/>
                    </a:cubicBezTo>
                    <a:lnTo>
                      <a:pt x="4636" y="30147"/>
                    </a:lnTo>
                    <a:cubicBezTo>
                      <a:pt x="4635" y="30147"/>
                      <a:pt x="4635" y="30147"/>
                      <a:pt x="4635" y="30147"/>
                    </a:cubicBezTo>
                    <a:cubicBezTo>
                      <a:pt x="4632" y="30147"/>
                      <a:pt x="4630" y="30146"/>
                      <a:pt x="4628" y="30145"/>
                    </a:cubicBezTo>
                    <a:close/>
                    <a:moveTo>
                      <a:pt x="21530" y="0"/>
                    </a:moveTo>
                    <a:cubicBezTo>
                      <a:pt x="20130" y="0"/>
                      <a:pt x="18844" y="256"/>
                      <a:pt x="17738" y="602"/>
                    </a:cubicBezTo>
                    <a:cubicBezTo>
                      <a:pt x="16529" y="983"/>
                      <a:pt x="15368" y="1502"/>
                      <a:pt x="14279" y="2146"/>
                    </a:cubicBezTo>
                    <a:cubicBezTo>
                      <a:pt x="13369" y="2670"/>
                      <a:pt x="12713" y="3183"/>
                      <a:pt x="12258" y="3530"/>
                    </a:cubicBezTo>
                    <a:lnTo>
                      <a:pt x="11617" y="4068"/>
                    </a:lnTo>
                    <a:lnTo>
                      <a:pt x="12234" y="4813"/>
                    </a:lnTo>
                    <a:lnTo>
                      <a:pt x="12881" y="4279"/>
                    </a:lnTo>
                    <a:cubicBezTo>
                      <a:pt x="13297" y="3973"/>
                      <a:pt x="13912" y="3496"/>
                      <a:pt x="14779" y="3008"/>
                    </a:cubicBezTo>
                    <a:cubicBezTo>
                      <a:pt x="15808" y="2412"/>
                      <a:pt x="16902" y="1936"/>
                      <a:pt x="18039" y="1588"/>
                    </a:cubicBezTo>
                    <a:cubicBezTo>
                      <a:pt x="19049" y="1281"/>
                      <a:pt x="20205" y="1064"/>
                      <a:pt x="21437" y="1064"/>
                    </a:cubicBezTo>
                    <a:cubicBezTo>
                      <a:pt x="21800" y="1064"/>
                      <a:pt x="22170" y="1083"/>
                      <a:pt x="22544" y="1124"/>
                    </a:cubicBezTo>
                    <a:cubicBezTo>
                      <a:pt x="23363" y="1198"/>
                      <a:pt x="24213" y="1442"/>
                      <a:pt x="24998" y="1782"/>
                    </a:cubicBezTo>
                    <a:cubicBezTo>
                      <a:pt x="25206" y="1883"/>
                      <a:pt x="25433" y="1981"/>
                      <a:pt x="25634" y="2089"/>
                    </a:cubicBezTo>
                    <a:lnTo>
                      <a:pt x="26183" y="2433"/>
                    </a:lnTo>
                    <a:cubicBezTo>
                      <a:pt x="26537" y="2694"/>
                      <a:pt x="26927" y="2962"/>
                      <a:pt x="27241" y="3305"/>
                    </a:cubicBezTo>
                    <a:cubicBezTo>
                      <a:pt x="28593" y="4597"/>
                      <a:pt x="29462" y="6522"/>
                      <a:pt x="29663" y="8571"/>
                    </a:cubicBezTo>
                    <a:cubicBezTo>
                      <a:pt x="29888" y="10637"/>
                      <a:pt x="29323" y="12791"/>
                      <a:pt x="28083" y="14598"/>
                    </a:cubicBezTo>
                    <a:cubicBezTo>
                      <a:pt x="26853" y="16415"/>
                      <a:pt x="25081" y="17897"/>
                      <a:pt x="23116" y="19029"/>
                    </a:cubicBezTo>
                    <a:cubicBezTo>
                      <a:pt x="21151" y="20168"/>
                      <a:pt x="18980" y="20987"/>
                      <a:pt x="16826" y="21708"/>
                    </a:cubicBezTo>
                    <a:cubicBezTo>
                      <a:pt x="14664" y="22423"/>
                      <a:pt x="12488" y="23024"/>
                      <a:pt x="10389" y="23666"/>
                    </a:cubicBezTo>
                    <a:cubicBezTo>
                      <a:pt x="8338" y="24314"/>
                      <a:pt x="6224" y="24716"/>
                      <a:pt x="4321" y="25624"/>
                    </a:cubicBezTo>
                    <a:cubicBezTo>
                      <a:pt x="3368" y="26069"/>
                      <a:pt x="2495" y="26677"/>
                      <a:pt x="1791" y="27395"/>
                    </a:cubicBezTo>
                    <a:cubicBezTo>
                      <a:pt x="1082" y="28106"/>
                      <a:pt x="508" y="28965"/>
                      <a:pt x="259" y="29935"/>
                    </a:cubicBezTo>
                    <a:cubicBezTo>
                      <a:pt x="0" y="30909"/>
                      <a:pt x="170" y="31941"/>
                      <a:pt x="694" y="32731"/>
                    </a:cubicBezTo>
                    <a:cubicBezTo>
                      <a:pt x="1235" y="33501"/>
                      <a:pt x="2023" y="33935"/>
                      <a:pt x="2782" y="34121"/>
                    </a:cubicBezTo>
                    <a:cubicBezTo>
                      <a:pt x="3070" y="34191"/>
                      <a:pt x="3358" y="34225"/>
                      <a:pt x="3638" y="34225"/>
                    </a:cubicBezTo>
                    <a:cubicBezTo>
                      <a:pt x="4106" y="34225"/>
                      <a:pt x="4553" y="34131"/>
                      <a:pt x="4946" y="33954"/>
                    </a:cubicBezTo>
                    <a:cubicBezTo>
                      <a:pt x="5250" y="33820"/>
                      <a:pt x="5523" y="33623"/>
                      <a:pt x="5748" y="33379"/>
                    </a:cubicBezTo>
                    <a:cubicBezTo>
                      <a:pt x="5965" y="33145"/>
                      <a:pt x="6087" y="32805"/>
                      <a:pt x="6138" y="32544"/>
                    </a:cubicBezTo>
                    <a:cubicBezTo>
                      <a:pt x="6332" y="31462"/>
                      <a:pt x="5963" y="30567"/>
                      <a:pt x="5465" y="30236"/>
                    </a:cubicBezTo>
                    <a:cubicBezTo>
                      <a:pt x="5261" y="30119"/>
                      <a:pt x="5087" y="30085"/>
                      <a:pt x="4953" y="30085"/>
                    </a:cubicBezTo>
                    <a:cubicBezTo>
                      <a:pt x="4777" y="30085"/>
                      <a:pt x="4666" y="30143"/>
                      <a:pt x="4636" y="30147"/>
                    </a:cubicBezTo>
                    <a:lnTo>
                      <a:pt x="4636" y="30147"/>
                    </a:lnTo>
                    <a:cubicBezTo>
                      <a:pt x="4659" y="30146"/>
                      <a:pt x="4725" y="30130"/>
                      <a:pt x="4819" y="30130"/>
                    </a:cubicBezTo>
                    <a:cubicBezTo>
                      <a:pt x="4961" y="30130"/>
                      <a:pt x="5166" y="30167"/>
                      <a:pt x="5381" y="30349"/>
                    </a:cubicBezTo>
                    <a:cubicBezTo>
                      <a:pt x="5760" y="30682"/>
                      <a:pt x="5968" y="31534"/>
                      <a:pt x="5719" y="32443"/>
                    </a:cubicBezTo>
                    <a:cubicBezTo>
                      <a:pt x="5587" y="33111"/>
                      <a:pt x="4764" y="33560"/>
                      <a:pt x="3860" y="33560"/>
                    </a:cubicBezTo>
                    <a:cubicBezTo>
                      <a:pt x="3569" y="33560"/>
                      <a:pt x="3269" y="33514"/>
                      <a:pt x="2980" y="33413"/>
                    </a:cubicBezTo>
                    <a:cubicBezTo>
                      <a:pt x="2382" y="33216"/>
                      <a:pt x="1798" y="32805"/>
                      <a:pt x="1458" y="32235"/>
                    </a:cubicBezTo>
                    <a:cubicBezTo>
                      <a:pt x="1125" y="31682"/>
                      <a:pt x="1044" y="30904"/>
                      <a:pt x="1252" y="30198"/>
                    </a:cubicBezTo>
                    <a:cubicBezTo>
                      <a:pt x="1688" y="28745"/>
                      <a:pt x="3091" y="27381"/>
                      <a:pt x="4783" y="26591"/>
                    </a:cubicBezTo>
                    <a:cubicBezTo>
                      <a:pt x="6511" y="25758"/>
                      <a:pt x="8589" y="25356"/>
                      <a:pt x="10703" y="24695"/>
                    </a:cubicBezTo>
                    <a:cubicBezTo>
                      <a:pt x="12785" y="24061"/>
                      <a:pt x="14968" y="23460"/>
                      <a:pt x="17166" y="22734"/>
                    </a:cubicBezTo>
                    <a:cubicBezTo>
                      <a:pt x="19361" y="22002"/>
                      <a:pt x="21587" y="21171"/>
                      <a:pt x="23662" y="19972"/>
                    </a:cubicBezTo>
                    <a:cubicBezTo>
                      <a:pt x="25730" y="18782"/>
                      <a:pt x="27636" y="17205"/>
                      <a:pt x="28990" y="15211"/>
                    </a:cubicBezTo>
                    <a:cubicBezTo>
                      <a:pt x="30357" y="13236"/>
                      <a:pt x="31015" y="10761"/>
                      <a:pt x="30757" y="8468"/>
                    </a:cubicBezTo>
                    <a:cubicBezTo>
                      <a:pt x="30537" y="6175"/>
                      <a:pt x="29567" y="4006"/>
                      <a:pt x="28016" y="2517"/>
                    </a:cubicBezTo>
                    <a:cubicBezTo>
                      <a:pt x="27652" y="2122"/>
                      <a:pt x="27221" y="1818"/>
                      <a:pt x="26791" y="1507"/>
                    </a:cubicBezTo>
                    <a:lnTo>
                      <a:pt x="26108" y="1091"/>
                    </a:lnTo>
                    <a:cubicBezTo>
                      <a:pt x="25888" y="976"/>
                      <a:pt x="25673" y="887"/>
                      <a:pt x="25457" y="787"/>
                    </a:cubicBezTo>
                    <a:cubicBezTo>
                      <a:pt x="24512" y="384"/>
                      <a:pt x="23585" y="138"/>
                      <a:pt x="22659" y="56"/>
                    </a:cubicBezTo>
                    <a:cubicBezTo>
                      <a:pt x="22276" y="18"/>
                      <a:pt x="21899" y="0"/>
                      <a:pt x="21530" y="0"/>
                    </a:cubicBezTo>
                    <a:close/>
                  </a:path>
                </a:pathLst>
              </a:custGeom>
              <a:solidFill>
                <a:srgbClr val="DBE2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510" name="Google Shape;9510;p39"/>
              <p:cNvSpPr/>
              <p:nvPr/>
            </p:nvSpPr>
            <p:spPr>
              <a:xfrm>
                <a:off x="2957425" y="254350"/>
                <a:ext cx="842900" cy="896500"/>
              </a:xfrm>
              <a:custGeom>
                <a:rect b="b" l="l" r="r" t="t"/>
                <a:pathLst>
                  <a:path extrusionOk="0" h="35860" w="33716">
                    <a:moveTo>
                      <a:pt x="10613" y="1"/>
                    </a:moveTo>
                    <a:cubicBezTo>
                      <a:pt x="10145" y="1"/>
                      <a:pt x="9663" y="27"/>
                      <a:pt x="9169" y="83"/>
                    </a:cubicBezTo>
                    <a:cubicBezTo>
                      <a:pt x="8120" y="196"/>
                      <a:pt x="7110" y="471"/>
                      <a:pt x="5987" y="969"/>
                    </a:cubicBezTo>
                    <a:cubicBezTo>
                      <a:pt x="5769" y="1077"/>
                      <a:pt x="5573" y="1158"/>
                      <a:pt x="5329" y="1288"/>
                    </a:cubicBezTo>
                    <a:cubicBezTo>
                      <a:pt x="5054" y="1453"/>
                      <a:pt x="4776" y="1623"/>
                      <a:pt x="4501" y="1805"/>
                    </a:cubicBezTo>
                    <a:cubicBezTo>
                      <a:pt x="4211" y="1982"/>
                      <a:pt x="4020" y="2180"/>
                      <a:pt x="3773" y="2374"/>
                    </a:cubicBezTo>
                    <a:cubicBezTo>
                      <a:pt x="3531" y="2561"/>
                      <a:pt x="3306" y="2769"/>
                      <a:pt x="3103" y="2997"/>
                    </a:cubicBezTo>
                    <a:cubicBezTo>
                      <a:pt x="1353" y="4746"/>
                      <a:pt x="305" y="7222"/>
                      <a:pt x="101" y="9807"/>
                    </a:cubicBezTo>
                    <a:cubicBezTo>
                      <a:pt x="1" y="11104"/>
                      <a:pt x="108" y="12445"/>
                      <a:pt x="477" y="13744"/>
                    </a:cubicBezTo>
                    <a:cubicBezTo>
                      <a:pt x="669" y="14393"/>
                      <a:pt x="896" y="15037"/>
                      <a:pt x="1207" y="15655"/>
                    </a:cubicBezTo>
                    <a:lnTo>
                      <a:pt x="1317" y="15887"/>
                    </a:lnTo>
                    <a:lnTo>
                      <a:pt x="1399" y="16050"/>
                    </a:lnTo>
                    <a:lnTo>
                      <a:pt x="1454" y="16143"/>
                    </a:lnTo>
                    <a:lnTo>
                      <a:pt x="1664" y="16514"/>
                    </a:lnTo>
                    <a:cubicBezTo>
                      <a:pt x="1815" y="16768"/>
                      <a:pt x="2038" y="17112"/>
                      <a:pt x="2227" y="17383"/>
                    </a:cubicBezTo>
                    <a:cubicBezTo>
                      <a:pt x="3768" y="19563"/>
                      <a:pt x="5870" y="21234"/>
                      <a:pt x="8101" y="22431"/>
                    </a:cubicBezTo>
                    <a:cubicBezTo>
                      <a:pt x="10346" y="23652"/>
                      <a:pt x="12661" y="24439"/>
                      <a:pt x="14923" y="25131"/>
                    </a:cubicBezTo>
                    <a:cubicBezTo>
                      <a:pt x="17183" y="25811"/>
                      <a:pt x="19387" y="26354"/>
                      <a:pt x="21465" y="26929"/>
                    </a:cubicBezTo>
                    <a:cubicBezTo>
                      <a:pt x="23674" y="27549"/>
                      <a:pt x="25714" y="27901"/>
                      <a:pt x="27263" y="28605"/>
                    </a:cubicBezTo>
                    <a:cubicBezTo>
                      <a:pt x="28737" y="29208"/>
                      <a:pt x="29912" y="30443"/>
                      <a:pt x="30235" y="31324"/>
                    </a:cubicBezTo>
                    <a:cubicBezTo>
                      <a:pt x="30314" y="31544"/>
                      <a:pt x="30372" y="31738"/>
                      <a:pt x="30372" y="31934"/>
                    </a:cubicBezTo>
                    <a:cubicBezTo>
                      <a:pt x="30382" y="32118"/>
                      <a:pt x="30362" y="32303"/>
                      <a:pt x="30319" y="32482"/>
                    </a:cubicBezTo>
                    <a:cubicBezTo>
                      <a:pt x="30221" y="32825"/>
                      <a:pt x="29876" y="33215"/>
                      <a:pt x="29470" y="33423"/>
                    </a:cubicBezTo>
                    <a:cubicBezTo>
                      <a:pt x="29168" y="33604"/>
                      <a:pt x="28826" y="33680"/>
                      <a:pt x="28510" y="33680"/>
                    </a:cubicBezTo>
                    <a:cubicBezTo>
                      <a:pt x="27991" y="33680"/>
                      <a:pt x="27541" y="33476"/>
                      <a:pt x="27447" y="33203"/>
                    </a:cubicBezTo>
                    <a:cubicBezTo>
                      <a:pt x="27102" y="32509"/>
                      <a:pt x="27119" y="31700"/>
                      <a:pt x="27356" y="31364"/>
                    </a:cubicBezTo>
                    <a:cubicBezTo>
                      <a:pt x="27607" y="30981"/>
                      <a:pt x="28028" y="31037"/>
                      <a:pt x="28000" y="31010"/>
                    </a:cubicBezTo>
                    <a:lnTo>
                      <a:pt x="27789" y="30922"/>
                    </a:lnTo>
                    <a:cubicBezTo>
                      <a:pt x="27724" y="30901"/>
                      <a:pt x="27634" y="30882"/>
                      <a:pt x="27526" y="30882"/>
                    </a:cubicBezTo>
                    <a:cubicBezTo>
                      <a:pt x="27395" y="30882"/>
                      <a:pt x="27238" y="30910"/>
                      <a:pt x="27064" y="30996"/>
                    </a:cubicBezTo>
                    <a:cubicBezTo>
                      <a:pt x="26741" y="31144"/>
                      <a:pt x="26465" y="31501"/>
                      <a:pt x="26279" y="31937"/>
                    </a:cubicBezTo>
                    <a:cubicBezTo>
                      <a:pt x="26087" y="32379"/>
                      <a:pt x="25975" y="32913"/>
                      <a:pt x="26056" y="33576"/>
                    </a:cubicBezTo>
                    <a:cubicBezTo>
                      <a:pt x="26082" y="33875"/>
                      <a:pt x="26274" y="34392"/>
                      <a:pt x="26544" y="34692"/>
                    </a:cubicBezTo>
                    <a:cubicBezTo>
                      <a:pt x="26815" y="35010"/>
                      <a:pt x="27150" y="35269"/>
                      <a:pt x="27526" y="35453"/>
                    </a:cubicBezTo>
                    <a:cubicBezTo>
                      <a:pt x="28058" y="35717"/>
                      <a:pt x="28661" y="35859"/>
                      <a:pt x="29301" y="35859"/>
                    </a:cubicBezTo>
                    <a:cubicBezTo>
                      <a:pt x="29589" y="35859"/>
                      <a:pt x="29884" y="35831"/>
                      <a:pt x="30183" y="35771"/>
                    </a:cubicBezTo>
                    <a:cubicBezTo>
                      <a:pt x="31126" y="35568"/>
                      <a:pt x="32134" y="35087"/>
                      <a:pt x="32885" y="34067"/>
                    </a:cubicBezTo>
                    <a:cubicBezTo>
                      <a:pt x="33287" y="33485"/>
                      <a:pt x="33484" y="32951"/>
                      <a:pt x="33596" y="32308"/>
                    </a:cubicBezTo>
                    <a:cubicBezTo>
                      <a:pt x="33716" y="31673"/>
                      <a:pt x="33670" y="30998"/>
                      <a:pt x="33510" y="30381"/>
                    </a:cubicBezTo>
                    <a:cubicBezTo>
                      <a:pt x="33194" y="29124"/>
                      <a:pt x="32462" y="28123"/>
                      <a:pt x="31638" y="27317"/>
                    </a:cubicBezTo>
                    <a:cubicBezTo>
                      <a:pt x="30822" y="26508"/>
                      <a:pt x="29793" y="25825"/>
                      <a:pt x="28723" y="25349"/>
                    </a:cubicBezTo>
                    <a:cubicBezTo>
                      <a:pt x="26604" y="24389"/>
                      <a:pt x="24436" y="24025"/>
                      <a:pt x="22451" y="23427"/>
                    </a:cubicBezTo>
                    <a:cubicBezTo>
                      <a:pt x="20318" y="22812"/>
                      <a:pt x="18143" y="22249"/>
                      <a:pt x="16012" y="21581"/>
                    </a:cubicBezTo>
                    <a:cubicBezTo>
                      <a:pt x="13894" y="20914"/>
                      <a:pt x="11778" y="20148"/>
                      <a:pt x="9935" y="19113"/>
                    </a:cubicBezTo>
                    <a:cubicBezTo>
                      <a:pt x="8084" y="18075"/>
                      <a:pt x="6442" y="16765"/>
                      <a:pt x="5315" y="15193"/>
                    </a:cubicBezTo>
                    <a:cubicBezTo>
                      <a:pt x="5178" y="14991"/>
                      <a:pt x="5082" y="14862"/>
                      <a:pt x="4939" y="14625"/>
                    </a:cubicBezTo>
                    <a:lnTo>
                      <a:pt x="4723" y="14254"/>
                    </a:lnTo>
                    <a:lnTo>
                      <a:pt x="4679" y="14181"/>
                    </a:lnTo>
                    <a:lnTo>
                      <a:pt x="4679" y="14181"/>
                    </a:lnTo>
                    <a:cubicBezTo>
                      <a:pt x="4682" y="14186"/>
                      <a:pt x="4684" y="14188"/>
                      <a:pt x="4684" y="14188"/>
                    </a:cubicBezTo>
                    <a:cubicBezTo>
                      <a:pt x="4687" y="14188"/>
                      <a:pt x="4659" y="14132"/>
                      <a:pt x="4659" y="14132"/>
                    </a:cubicBezTo>
                    <a:lnTo>
                      <a:pt x="4587" y="13979"/>
                    </a:lnTo>
                    <a:cubicBezTo>
                      <a:pt x="4379" y="13582"/>
                      <a:pt x="4228" y="13156"/>
                      <a:pt x="4096" y="12727"/>
                    </a:cubicBezTo>
                    <a:cubicBezTo>
                      <a:pt x="3838" y="11865"/>
                      <a:pt x="3761" y="10953"/>
                      <a:pt x="3823" y="10072"/>
                    </a:cubicBezTo>
                    <a:cubicBezTo>
                      <a:pt x="3948" y="8311"/>
                      <a:pt x="4649" y="6654"/>
                      <a:pt x="5743" y="5558"/>
                    </a:cubicBezTo>
                    <a:cubicBezTo>
                      <a:pt x="5987" y="5268"/>
                      <a:pt x="6325" y="5029"/>
                      <a:pt x="6586" y="4823"/>
                    </a:cubicBezTo>
                    <a:cubicBezTo>
                      <a:pt x="6720" y="4737"/>
                      <a:pt x="6847" y="4646"/>
                      <a:pt x="6971" y="4550"/>
                    </a:cubicBezTo>
                    <a:cubicBezTo>
                      <a:pt x="7148" y="4447"/>
                      <a:pt x="7388" y="4335"/>
                      <a:pt x="7589" y="4229"/>
                    </a:cubicBezTo>
                    <a:cubicBezTo>
                      <a:pt x="8180" y="3952"/>
                      <a:pt x="8936" y="3693"/>
                      <a:pt x="9631" y="3614"/>
                    </a:cubicBezTo>
                    <a:cubicBezTo>
                      <a:pt x="10052" y="3554"/>
                      <a:pt x="10473" y="3527"/>
                      <a:pt x="10888" y="3527"/>
                    </a:cubicBezTo>
                    <a:cubicBezTo>
                      <a:pt x="11865" y="3527"/>
                      <a:pt x="12809" y="3678"/>
                      <a:pt x="13654" y="3909"/>
                    </a:cubicBezTo>
                    <a:cubicBezTo>
                      <a:pt x="14866" y="4232"/>
                      <a:pt x="15888" y="4699"/>
                      <a:pt x="16704" y="5120"/>
                    </a:cubicBezTo>
                    <a:cubicBezTo>
                      <a:pt x="17532" y="5546"/>
                      <a:pt x="18111" y="5960"/>
                      <a:pt x="18492" y="6214"/>
                    </a:cubicBezTo>
                    <a:lnTo>
                      <a:pt x="19157" y="6721"/>
                    </a:lnTo>
                    <a:lnTo>
                      <a:pt x="21151" y="4222"/>
                    </a:lnTo>
                    <a:lnTo>
                      <a:pt x="20507" y="3686"/>
                    </a:lnTo>
                    <a:cubicBezTo>
                      <a:pt x="19998" y="3303"/>
                      <a:pt x="19287" y="2757"/>
                      <a:pt x="18322" y="2207"/>
                    </a:cubicBezTo>
                    <a:cubicBezTo>
                      <a:pt x="17144" y="1527"/>
                      <a:pt x="15892" y="986"/>
                      <a:pt x="14590" y="598"/>
                    </a:cubicBezTo>
                    <a:cubicBezTo>
                      <a:pt x="13435" y="258"/>
                      <a:pt x="12094" y="1"/>
                      <a:pt x="10613" y="1"/>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511" name="Google Shape;9511;p39"/>
              <p:cNvSpPr/>
              <p:nvPr/>
            </p:nvSpPr>
            <p:spPr>
              <a:xfrm>
                <a:off x="2987525" y="285250"/>
                <a:ext cx="786050" cy="845950"/>
              </a:xfrm>
              <a:custGeom>
                <a:rect b="b" l="l" r="r" t="t"/>
                <a:pathLst>
                  <a:path extrusionOk="0" h="33838" w="31442">
                    <a:moveTo>
                      <a:pt x="26798" y="29774"/>
                    </a:moveTo>
                    <a:cubicBezTo>
                      <a:pt x="26799" y="29776"/>
                      <a:pt x="26799" y="29778"/>
                      <a:pt x="26798" y="29779"/>
                    </a:cubicBezTo>
                    <a:lnTo>
                      <a:pt x="26798" y="29779"/>
                    </a:lnTo>
                    <a:cubicBezTo>
                      <a:pt x="26799" y="29778"/>
                      <a:pt x="26799" y="29776"/>
                      <a:pt x="26798" y="29774"/>
                    </a:cubicBezTo>
                    <a:close/>
                    <a:moveTo>
                      <a:pt x="26798" y="29779"/>
                    </a:moveTo>
                    <a:cubicBezTo>
                      <a:pt x="26797" y="29780"/>
                      <a:pt x="26795" y="29780"/>
                      <a:pt x="26791" y="29780"/>
                    </a:cubicBezTo>
                    <a:lnTo>
                      <a:pt x="26791" y="29780"/>
                    </a:lnTo>
                    <a:cubicBezTo>
                      <a:pt x="26792" y="29780"/>
                      <a:pt x="26793" y="29781"/>
                      <a:pt x="26793" y="29781"/>
                    </a:cubicBezTo>
                    <a:cubicBezTo>
                      <a:pt x="26796" y="29781"/>
                      <a:pt x="26797" y="29780"/>
                      <a:pt x="26798" y="29779"/>
                    </a:cubicBezTo>
                    <a:close/>
                    <a:moveTo>
                      <a:pt x="9497" y="0"/>
                    </a:moveTo>
                    <a:cubicBezTo>
                      <a:pt x="9051" y="0"/>
                      <a:pt x="8593" y="26"/>
                      <a:pt x="8125" y="83"/>
                    </a:cubicBezTo>
                    <a:cubicBezTo>
                      <a:pt x="7203" y="183"/>
                      <a:pt x="6279" y="451"/>
                      <a:pt x="5343" y="873"/>
                    </a:cubicBezTo>
                    <a:cubicBezTo>
                      <a:pt x="5130" y="978"/>
                      <a:pt x="4920" y="1071"/>
                      <a:pt x="4700" y="1191"/>
                    </a:cubicBezTo>
                    <a:lnTo>
                      <a:pt x="4025" y="1622"/>
                    </a:lnTo>
                    <a:cubicBezTo>
                      <a:pt x="3603" y="1940"/>
                      <a:pt x="3180" y="2256"/>
                      <a:pt x="2823" y="2658"/>
                    </a:cubicBezTo>
                    <a:cubicBezTo>
                      <a:pt x="1305" y="4178"/>
                      <a:pt x="381" y="6369"/>
                      <a:pt x="209" y="8664"/>
                    </a:cubicBezTo>
                    <a:cubicBezTo>
                      <a:pt x="1" y="10964"/>
                      <a:pt x="712" y="13423"/>
                      <a:pt x="2122" y="15371"/>
                    </a:cubicBezTo>
                    <a:cubicBezTo>
                      <a:pt x="3517" y="17334"/>
                      <a:pt x="5458" y="18868"/>
                      <a:pt x="7550" y="20015"/>
                    </a:cubicBezTo>
                    <a:cubicBezTo>
                      <a:pt x="9652" y="21171"/>
                      <a:pt x="11895" y="21954"/>
                      <a:pt x="14104" y="22639"/>
                    </a:cubicBezTo>
                    <a:cubicBezTo>
                      <a:pt x="16319" y="23316"/>
                      <a:pt x="18511" y="23869"/>
                      <a:pt x="20608" y="24460"/>
                    </a:cubicBezTo>
                    <a:cubicBezTo>
                      <a:pt x="22736" y="25075"/>
                      <a:pt x="24821" y="25434"/>
                      <a:pt x="26568" y="26229"/>
                    </a:cubicBezTo>
                    <a:cubicBezTo>
                      <a:pt x="28277" y="26981"/>
                      <a:pt x="29709" y="28316"/>
                      <a:pt x="30176" y="29760"/>
                    </a:cubicBezTo>
                    <a:cubicBezTo>
                      <a:pt x="30396" y="30464"/>
                      <a:pt x="30331" y="31242"/>
                      <a:pt x="30011" y="31802"/>
                    </a:cubicBezTo>
                    <a:cubicBezTo>
                      <a:pt x="29683" y="32379"/>
                      <a:pt x="29110" y="32802"/>
                      <a:pt x="28514" y="33010"/>
                    </a:cubicBezTo>
                    <a:cubicBezTo>
                      <a:pt x="28209" y="33125"/>
                      <a:pt x="27890" y="33178"/>
                      <a:pt x="27580" y="33178"/>
                    </a:cubicBezTo>
                    <a:cubicBezTo>
                      <a:pt x="26699" y="33178"/>
                      <a:pt x="25900" y="32750"/>
                      <a:pt x="25757" y="32098"/>
                    </a:cubicBezTo>
                    <a:cubicBezTo>
                      <a:pt x="25486" y="31196"/>
                      <a:pt x="25678" y="30341"/>
                      <a:pt x="26051" y="29999"/>
                    </a:cubicBezTo>
                    <a:cubicBezTo>
                      <a:pt x="26270" y="29804"/>
                      <a:pt x="26483" y="29768"/>
                      <a:pt x="26625" y="29768"/>
                    </a:cubicBezTo>
                    <a:cubicBezTo>
                      <a:pt x="26708" y="29768"/>
                      <a:pt x="26768" y="29780"/>
                      <a:pt x="26790" y="29780"/>
                    </a:cubicBezTo>
                    <a:cubicBezTo>
                      <a:pt x="26790" y="29780"/>
                      <a:pt x="26791" y="29780"/>
                      <a:pt x="26791" y="29780"/>
                    </a:cubicBezTo>
                    <a:lnTo>
                      <a:pt x="26791" y="29780"/>
                    </a:lnTo>
                    <a:cubicBezTo>
                      <a:pt x="26764" y="29777"/>
                      <a:pt x="26659" y="29726"/>
                      <a:pt x="26493" y="29726"/>
                    </a:cubicBezTo>
                    <a:cubicBezTo>
                      <a:pt x="26356" y="29726"/>
                      <a:pt x="26177" y="29761"/>
                      <a:pt x="25965" y="29889"/>
                    </a:cubicBezTo>
                    <a:cubicBezTo>
                      <a:pt x="25477" y="30229"/>
                      <a:pt x="25127" y="31131"/>
                      <a:pt x="25343" y="32211"/>
                    </a:cubicBezTo>
                    <a:cubicBezTo>
                      <a:pt x="25398" y="32470"/>
                      <a:pt x="25527" y="32807"/>
                      <a:pt x="25750" y="33037"/>
                    </a:cubicBezTo>
                    <a:cubicBezTo>
                      <a:pt x="25980" y="33276"/>
                      <a:pt x="26257" y="33465"/>
                      <a:pt x="26564" y="33592"/>
                    </a:cubicBezTo>
                    <a:cubicBezTo>
                      <a:pt x="26941" y="33753"/>
                      <a:pt x="27364" y="33838"/>
                      <a:pt x="27807" y="33838"/>
                    </a:cubicBezTo>
                    <a:cubicBezTo>
                      <a:pt x="28109" y="33838"/>
                      <a:pt x="28419" y="33798"/>
                      <a:pt x="28730" y="33717"/>
                    </a:cubicBezTo>
                    <a:cubicBezTo>
                      <a:pt x="29486" y="33511"/>
                      <a:pt x="30264" y="33063"/>
                      <a:pt x="30788" y="32280"/>
                    </a:cubicBezTo>
                    <a:cubicBezTo>
                      <a:pt x="31296" y="31481"/>
                      <a:pt x="31442" y="30442"/>
                      <a:pt x="31162" y="29475"/>
                    </a:cubicBezTo>
                    <a:cubicBezTo>
                      <a:pt x="30894" y="28510"/>
                      <a:pt x="30303" y="27665"/>
                      <a:pt x="29577" y="26969"/>
                    </a:cubicBezTo>
                    <a:cubicBezTo>
                      <a:pt x="28859" y="26267"/>
                      <a:pt x="27971" y="25679"/>
                      <a:pt x="27009" y="25255"/>
                    </a:cubicBezTo>
                    <a:cubicBezTo>
                      <a:pt x="25089" y="24386"/>
                      <a:pt x="22966" y="24029"/>
                      <a:pt x="20900" y="23426"/>
                    </a:cubicBezTo>
                    <a:cubicBezTo>
                      <a:pt x="18789" y="22828"/>
                      <a:pt x="16601" y="22272"/>
                      <a:pt x="14423" y="21604"/>
                    </a:cubicBezTo>
                    <a:cubicBezTo>
                      <a:pt x="12254" y="20932"/>
                      <a:pt x="10066" y="20159"/>
                      <a:pt x="8077" y="19060"/>
                    </a:cubicBezTo>
                    <a:cubicBezTo>
                      <a:pt x="6090" y="17971"/>
                      <a:pt x="4285" y="16527"/>
                      <a:pt x="3014" y="14737"/>
                    </a:cubicBezTo>
                    <a:cubicBezTo>
                      <a:pt x="1739" y="12956"/>
                      <a:pt x="1128" y="10816"/>
                      <a:pt x="1310" y="8743"/>
                    </a:cubicBezTo>
                    <a:cubicBezTo>
                      <a:pt x="1466" y="6692"/>
                      <a:pt x="2291" y="4750"/>
                      <a:pt x="3618" y="3429"/>
                    </a:cubicBezTo>
                    <a:cubicBezTo>
                      <a:pt x="3924" y="3080"/>
                      <a:pt x="4309" y="2802"/>
                      <a:pt x="4656" y="2536"/>
                    </a:cubicBezTo>
                    <a:lnTo>
                      <a:pt x="5197" y="2177"/>
                    </a:lnTo>
                    <a:cubicBezTo>
                      <a:pt x="5396" y="2065"/>
                      <a:pt x="5621" y="1962"/>
                      <a:pt x="5829" y="1856"/>
                    </a:cubicBezTo>
                    <a:cubicBezTo>
                      <a:pt x="6605" y="1502"/>
                      <a:pt x="7450" y="1236"/>
                      <a:pt x="8266" y="1145"/>
                    </a:cubicBezTo>
                    <a:cubicBezTo>
                      <a:pt x="8716" y="1086"/>
                      <a:pt x="9160" y="1060"/>
                      <a:pt x="9594" y="1060"/>
                    </a:cubicBezTo>
                    <a:cubicBezTo>
                      <a:pt x="10744" y="1060"/>
                      <a:pt x="11825" y="1247"/>
                      <a:pt x="12781" y="1514"/>
                    </a:cubicBezTo>
                    <a:cubicBezTo>
                      <a:pt x="13922" y="1837"/>
                      <a:pt x="15026" y="2290"/>
                      <a:pt x="16067" y="2864"/>
                    </a:cubicBezTo>
                    <a:cubicBezTo>
                      <a:pt x="16943" y="3333"/>
                      <a:pt x="17570" y="3795"/>
                      <a:pt x="17992" y="4094"/>
                    </a:cubicBezTo>
                    <a:lnTo>
                      <a:pt x="18650" y="4614"/>
                    </a:lnTo>
                    <a:lnTo>
                      <a:pt x="19253" y="3858"/>
                    </a:lnTo>
                    <a:lnTo>
                      <a:pt x="18600" y="3333"/>
                    </a:lnTo>
                    <a:cubicBezTo>
                      <a:pt x="18135" y="2996"/>
                      <a:pt x="17470" y="2498"/>
                      <a:pt x="16551" y="1993"/>
                    </a:cubicBezTo>
                    <a:cubicBezTo>
                      <a:pt x="15445" y="1373"/>
                      <a:pt x="14274" y="880"/>
                      <a:pt x="13058" y="523"/>
                    </a:cubicBezTo>
                    <a:cubicBezTo>
                      <a:pt x="12009" y="220"/>
                      <a:pt x="10803" y="0"/>
                      <a:pt x="9497" y="0"/>
                    </a:cubicBezTo>
                    <a:close/>
                  </a:path>
                </a:pathLst>
              </a:custGeom>
              <a:solidFill>
                <a:srgbClr val="DBE2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512" name="Google Shape;9512;p39"/>
              <p:cNvSpPr/>
              <p:nvPr/>
            </p:nvSpPr>
            <p:spPr>
              <a:xfrm>
                <a:off x="3368550" y="238100"/>
                <a:ext cx="1089150" cy="1354050"/>
              </a:xfrm>
              <a:custGeom>
                <a:rect b="b" l="l" r="r" t="t"/>
                <a:pathLst>
                  <a:path extrusionOk="0" h="54162" w="43566">
                    <a:moveTo>
                      <a:pt x="40538" y="1"/>
                    </a:moveTo>
                    <a:cubicBezTo>
                      <a:pt x="40536" y="1"/>
                      <a:pt x="40535" y="1"/>
                      <a:pt x="40533" y="1"/>
                    </a:cubicBezTo>
                    <a:lnTo>
                      <a:pt x="23581" y="183"/>
                    </a:lnTo>
                    <a:lnTo>
                      <a:pt x="19703" y="224"/>
                    </a:lnTo>
                    <a:lnTo>
                      <a:pt x="2751" y="406"/>
                    </a:lnTo>
                    <a:cubicBezTo>
                      <a:pt x="2416" y="408"/>
                      <a:pt x="2128" y="645"/>
                      <a:pt x="2061" y="973"/>
                    </a:cubicBezTo>
                    <a:cubicBezTo>
                      <a:pt x="1530" y="3469"/>
                      <a:pt x="0" y="13846"/>
                      <a:pt x="8783" y="22600"/>
                    </a:cubicBezTo>
                    <a:cubicBezTo>
                      <a:pt x="18846" y="32630"/>
                      <a:pt x="19789" y="34399"/>
                      <a:pt x="18887" y="42942"/>
                    </a:cubicBezTo>
                    <a:cubicBezTo>
                      <a:pt x="17982" y="51485"/>
                      <a:pt x="13855" y="54161"/>
                      <a:pt x="13855" y="54161"/>
                    </a:cubicBezTo>
                    <a:lnTo>
                      <a:pt x="22106" y="54072"/>
                    </a:lnTo>
                    <a:lnTo>
                      <a:pt x="22326" y="54070"/>
                    </a:lnTo>
                    <a:lnTo>
                      <a:pt x="30577" y="53982"/>
                    </a:lnTo>
                    <a:cubicBezTo>
                      <a:pt x="30577" y="53982"/>
                      <a:pt x="26396" y="51394"/>
                      <a:pt x="25309" y="42870"/>
                    </a:cubicBezTo>
                    <a:cubicBezTo>
                      <a:pt x="24222" y="34348"/>
                      <a:pt x="25127" y="32560"/>
                      <a:pt x="34972" y="22320"/>
                    </a:cubicBezTo>
                    <a:cubicBezTo>
                      <a:pt x="43566" y="13379"/>
                      <a:pt x="41816" y="3039"/>
                      <a:pt x="41232" y="554"/>
                    </a:cubicBezTo>
                    <a:cubicBezTo>
                      <a:pt x="41158" y="228"/>
                      <a:pt x="40869" y="1"/>
                      <a:pt x="40538" y="1"/>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513" name="Google Shape;9513;p39"/>
              <p:cNvSpPr/>
              <p:nvPr/>
            </p:nvSpPr>
            <p:spPr>
              <a:xfrm>
                <a:off x="3588225" y="1559325"/>
                <a:ext cx="673800" cy="265125"/>
              </a:xfrm>
              <a:custGeom>
                <a:rect b="b" l="l" r="r" t="t"/>
                <a:pathLst>
                  <a:path extrusionOk="0" h="10605" w="26952">
                    <a:moveTo>
                      <a:pt x="26784" y="0"/>
                    </a:moveTo>
                    <a:lnTo>
                      <a:pt x="58" y="285"/>
                    </a:lnTo>
                    <a:cubicBezTo>
                      <a:pt x="27" y="285"/>
                      <a:pt x="1" y="311"/>
                      <a:pt x="1" y="343"/>
                    </a:cubicBezTo>
                    <a:lnTo>
                      <a:pt x="111" y="10604"/>
                    </a:lnTo>
                    <a:lnTo>
                      <a:pt x="26951" y="10320"/>
                    </a:lnTo>
                    <a:lnTo>
                      <a:pt x="26841" y="58"/>
                    </a:lnTo>
                    <a:cubicBezTo>
                      <a:pt x="26841" y="27"/>
                      <a:pt x="26815" y="0"/>
                      <a:pt x="26784" y="0"/>
                    </a:cubicBez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514" name="Google Shape;9514;p39"/>
              <p:cNvSpPr/>
              <p:nvPr/>
            </p:nvSpPr>
            <p:spPr>
              <a:xfrm>
                <a:off x="3513850" y="1774875"/>
                <a:ext cx="825300" cy="92000"/>
              </a:xfrm>
              <a:custGeom>
                <a:rect b="b" l="l" r="r" t="t"/>
                <a:pathLst>
                  <a:path extrusionOk="0" h="3680" w="33012">
                    <a:moveTo>
                      <a:pt x="32921" y="0"/>
                    </a:moveTo>
                    <a:lnTo>
                      <a:pt x="58" y="350"/>
                    </a:lnTo>
                    <a:cubicBezTo>
                      <a:pt x="27" y="350"/>
                      <a:pt x="0" y="376"/>
                      <a:pt x="0" y="410"/>
                    </a:cubicBezTo>
                    <a:lnTo>
                      <a:pt x="36" y="3680"/>
                    </a:lnTo>
                    <a:lnTo>
                      <a:pt x="33012" y="3328"/>
                    </a:lnTo>
                    <a:lnTo>
                      <a:pt x="32978" y="58"/>
                    </a:lnTo>
                    <a:cubicBezTo>
                      <a:pt x="32978" y="27"/>
                      <a:pt x="32952" y="0"/>
                      <a:pt x="32921" y="0"/>
                    </a:cubicBezTo>
                    <a:close/>
                  </a:path>
                </a:pathLst>
              </a:custGeom>
              <a:solidFill>
                <a:srgbClr val="E7ECE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515" name="Google Shape;9515;p39"/>
              <p:cNvSpPr/>
              <p:nvPr/>
            </p:nvSpPr>
            <p:spPr>
              <a:xfrm>
                <a:off x="3466550" y="322000"/>
                <a:ext cx="893500" cy="458025"/>
              </a:xfrm>
              <a:custGeom>
                <a:rect b="b" l="l" r="r" t="t"/>
                <a:pathLst>
                  <a:path extrusionOk="0" h="18321" w="35740">
                    <a:moveTo>
                      <a:pt x="34103" y="1"/>
                    </a:moveTo>
                    <a:cubicBezTo>
                      <a:pt x="34097" y="1"/>
                      <a:pt x="34091" y="1"/>
                      <a:pt x="34085" y="1"/>
                    </a:cubicBezTo>
                    <a:lnTo>
                      <a:pt x="18162" y="171"/>
                    </a:lnTo>
                    <a:lnTo>
                      <a:pt x="17351" y="181"/>
                    </a:lnTo>
                    <a:lnTo>
                      <a:pt x="1428" y="350"/>
                    </a:lnTo>
                    <a:cubicBezTo>
                      <a:pt x="834" y="353"/>
                      <a:pt x="348" y="820"/>
                      <a:pt x="320" y="1413"/>
                    </a:cubicBezTo>
                    <a:cubicBezTo>
                      <a:pt x="315" y="1492"/>
                      <a:pt x="312" y="1578"/>
                      <a:pt x="310" y="1667"/>
                    </a:cubicBezTo>
                    <a:cubicBezTo>
                      <a:pt x="1" y="10807"/>
                      <a:pt x="7459" y="18321"/>
                      <a:pt x="16585" y="18321"/>
                    </a:cubicBezTo>
                    <a:cubicBezTo>
                      <a:pt x="16644" y="18321"/>
                      <a:pt x="16703" y="18321"/>
                      <a:pt x="16762" y="18320"/>
                    </a:cubicBezTo>
                    <a:lnTo>
                      <a:pt x="17545" y="18310"/>
                    </a:lnTo>
                    <a:lnTo>
                      <a:pt x="18354" y="18303"/>
                    </a:lnTo>
                    <a:lnTo>
                      <a:pt x="19136" y="18294"/>
                    </a:lnTo>
                    <a:cubicBezTo>
                      <a:pt x="28343" y="18196"/>
                      <a:pt x="35739" y="10485"/>
                      <a:pt x="35229" y="1294"/>
                    </a:cubicBezTo>
                    <a:cubicBezTo>
                      <a:pt x="35225" y="1203"/>
                      <a:pt x="35220" y="1119"/>
                      <a:pt x="35215" y="1040"/>
                    </a:cubicBezTo>
                    <a:cubicBezTo>
                      <a:pt x="35175" y="455"/>
                      <a:pt x="34689" y="1"/>
                      <a:pt x="34103" y="1"/>
                    </a:cubicBezTo>
                    <a:close/>
                  </a:path>
                </a:pathLst>
              </a:custGeom>
              <a:solidFill>
                <a:srgbClr val="DBE2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516" name="Google Shape;9516;p39"/>
              <p:cNvSpPr/>
              <p:nvPr/>
            </p:nvSpPr>
            <p:spPr>
              <a:xfrm>
                <a:off x="3472850" y="260850"/>
                <a:ext cx="874375" cy="56650"/>
              </a:xfrm>
              <a:custGeom>
                <a:rect b="b" l="l" r="r" t="t"/>
                <a:pathLst>
                  <a:path extrusionOk="0" h="2266" w="34975">
                    <a:moveTo>
                      <a:pt x="34014" y="1"/>
                    </a:moveTo>
                    <a:cubicBezTo>
                      <a:pt x="34011" y="1"/>
                      <a:pt x="34008" y="1"/>
                      <a:pt x="34005" y="1"/>
                    </a:cubicBezTo>
                    <a:lnTo>
                      <a:pt x="953" y="355"/>
                    </a:lnTo>
                    <a:cubicBezTo>
                      <a:pt x="424" y="360"/>
                      <a:pt x="1" y="791"/>
                      <a:pt x="8" y="1320"/>
                    </a:cubicBezTo>
                    <a:cubicBezTo>
                      <a:pt x="13" y="1843"/>
                      <a:pt x="441" y="2265"/>
                      <a:pt x="964" y="2265"/>
                    </a:cubicBezTo>
                    <a:cubicBezTo>
                      <a:pt x="967" y="2265"/>
                      <a:pt x="969" y="2265"/>
                      <a:pt x="972" y="2265"/>
                    </a:cubicBezTo>
                    <a:lnTo>
                      <a:pt x="34022" y="1913"/>
                    </a:lnTo>
                    <a:cubicBezTo>
                      <a:pt x="34551" y="1906"/>
                      <a:pt x="34975" y="1473"/>
                      <a:pt x="34968" y="946"/>
                    </a:cubicBezTo>
                    <a:cubicBezTo>
                      <a:pt x="34963" y="422"/>
                      <a:pt x="34537" y="1"/>
                      <a:pt x="34014" y="1"/>
                    </a:cubicBezTo>
                    <a:close/>
                  </a:path>
                </a:pathLst>
              </a:custGeom>
              <a:solidFill>
                <a:srgbClr val="DBE2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517" name="Google Shape;9517;p39"/>
              <p:cNvSpPr/>
              <p:nvPr/>
            </p:nvSpPr>
            <p:spPr>
              <a:xfrm>
                <a:off x="3746150" y="421050"/>
                <a:ext cx="332625" cy="316350"/>
              </a:xfrm>
              <a:custGeom>
                <a:rect b="b" l="l" r="r" t="t"/>
                <a:pathLst>
                  <a:path extrusionOk="0" h="12654" w="13305">
                    <a:moveTo>
                      <a:pt x="6653" y="1"/>
                    </a:moveTo>
                    <a:lnTo>
                      <a:pt x="4597" y="4166"/>
                    </a:lnTo>
                    <a:lnTo>
                      <a:pt x="1" y="4833"/>
                    </a:lnTo>
                    <a:lnTo>
                      <a:pt x="3325" y="8075"/>
                    </a:lnTo>
                    <a:lnTo>
                      <a:pt x="2540" y="12654"/>
                    </a:lnTo>
                    <a:lnTo>
                      <a:pt x="6653" y="10492"/>
                    </a:lnTo>
                    <a:lnTo>
                      <a:pt x="10765" y="12654"/>
                    </a:lnTo>
                    <a:lnTo>
                      <a:pt x="9978" y="8075"/>
                    </a:lnTo>
                    <a:lnTo>
                      <a:pt x="13305" y="4833"/>
                    </a:lnTo>
                    <a:lnTo>
                      <a:pt x="8709" y="4166"/>
                    </a:lnTo>
                    <a:lnTo>
                      <a:pt x="6653" y="1"/>
                    </a:lnTo>
                    <a:close/>
                    <a:moveTo>
                      <a:pt x="2540" y="12654"/>
                    </a:moveTo>
                    <a:lnTo>
                      <a:pt x="2540" y="12654"/>
                    </a:lnTo>
                    <a:lnTo>
                      <a:pt x="2540" y="12654"/>
                    </a:ln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grpSp>
        <p:nvGrpSpPr>
          <p:cNvPr id="9518" name="Google Shape;9518;p39"/>
          <p:cNvGrpSpPr/>
          <p:nvPr/>
        </p:nvGrpSpPr>
        <p:grpSpPr>
          <a:xfrm>
            <a:off x="2480742" y="3534460"/>
            <a:ext cx="1243127" cy="637739"/>
            <a:chOff x="2496310" y="3693351"/>
            <a:chExt cx="1342905" cy="688926"/>
          </a:xfrm>
        </p:grpSpPr>
        <p:grpSp>
          <p:nvGrpSpPr>
            <p:cNvPr id="9519" name="Google Shape;9519;p39"/>
            <p:cNvGrpSpPr/>
            <p:nvPr/>
          </p:nvGrpSpPr>
          <p:grpSpPr>
            <a:xfrm>
              <a:off x="2496310" y="3693351"/>
              <a:ext cx="1342905" cy="688875"/>
              <a:chOff x="2496310" y="3693351"/>
              <a:chExt cx="1342905" cy="688875"/>
            </a:xfrm>
          </p:grpSpPr>
          <p:sp>
            <p:nvSpPr>
              <p:cNvPr id="9520" name="Google Shape;9520;p39"/>
              <p:cNvSpPr/>
              <p:nvPr/>
            </p:nvSpPr>
            <p:spPr>
              <a:xfrm>
                <a:off x="2567815" y="3809577"/>
                <a:ext cx="1200140" cy="572649"/>
              </a:xfrm>
              <a:custGeom>
                <a:rect b="b" l="l" r="r" t="t"/>
                <a:pathLst>
                  <a:path extrusionOk="0" h="33020" w="66087">
                    <a:moveTo>
                      <a:pt x="33019" y="0"/>
                    </a:moveTo>
                    <a:cubicBezTo>
                      <a:pt x="14818" y="0"/>
                      <a:pt x="0" y="14808"/>
                      <a:pt x="0" y="33019"/>
                    </a:cubicBezTo>
                    <a:lnTo>
                      <a:pt x="1659" y="33019"/>
                    </a:lnTo>
                    <a:cubicBezTo>
                      <a:pt x="1659" y="15718"/>
                      <a:pt x="15718" y="1659"/>
                      <a:pt x="33019" y="1659"/>
                    </a:cubicBezTo>
                    <a:cubicBezTo>
                      <a:pt x="50321" y="1659"/>
                      <a:pt x="64427" y="15718"/>
                      <a:pt x="64427" y="33019"/>
                    </a:cubicBezTo>
                    <a:lnTo>
                      <a:pt x="66086" y="33019"/>
                    </a:lnTo>
                    <a:cubicBezTo>
                      <a:pt x="66086" y="14808"/>
                      <a:pt x="51269" y="0"/>
                      <a:pt x="33019" y="0"/>
                    </a:cubicBezTo>
                    <a:close/>
                  </a:path>
                </a:pathLst>
              </a:custGeom>
              <a:solidFill>
                <a:srgbClr val="5F7D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521" name="Google Shape;9521;p39"/>
              <p:cNvSpPr/>
              <p:nvPr/>
            </p:nvSpPr>
            <p:spPr>
              <a:xfrm>
                <a:off x="3420688" y="3858516"/>
                <a:ext cx="65100" cy="65100"/>
              </a:xfrm>
              <a:prstGeom prst="ellipse">
                <a:avLst/>
              </a:prstGeom>
              <a:solidFill>
                <a:srgbClr val="869FB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522" name="Google Shape;9522;p39"/>
              <p:cNvSpPr/>
              <p:nvPr/>
            </p:nvSpPr>
            <p:spPr>
              <a:xfrm>
                <a:off x="3135700" y="3791751"/>
                <a:ext cx="65100" cy="65100"/>
              </a:xfrm>
              <a:prstGeom prst="ellipse">
                <a:avLst/>
              </a:prstGeom>
              <a:solidFill>
                <a:srgbClr val="869FB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523" name="Google Shape;9523;p39"/>
              <p:cNvSpPr/>
              <p:nvPr/>
            </p:nvSpPr>
            <p:spPr>
              <a:xfrm>
                <a:off x="3620515" y="4032917"/>
                <a:ext cx="65100" cy="65100"/>
              </a:xfrm>
              <a:prstGeom prst="ellipse">
                <a:avLst/>
              </a:prstGeom>
              <a:solidFill>
                <a:srgbClr val="869FB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524" name="Google Shape;9524;p39"/>
              <p:cNvSpPr/>
              <p:nvPr/>
            </p:nvSpPr>
            <p:spPr>
              <a:xfrm>
                <a:off x="2843808" y="3858516"/>
                <a:ext cx="65100" cy="65100"/>
              </a:xfrm>
              <a:prstGeom prst="ellipse">
                <a:avLst/>
              </a:prstGeom>
              <a:solidFill>
                <a:srgbClr val="869FB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525" name="Google Shape;9525;p39"/>
              <p:cNvSpPr/>
              <p:nvPr/>
            </p:nvSpPr>
            <p:spPr>
              <a:xfrm>
                <a:off x="2652010" y="4032917"/>
                <a:ext cx="65100" cy="65100"/>
              </a:xfrm>
              <a:prstGeom prst="ellipse">
                <a:avLst/>
              </a:prstGeom>
              <a:solidFill>
                <a:srgbClr val="869FB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cxnSp>
            <p:nvCxnSpPr>
              <p:cNvPr id="9526" name="Google Shape;9526;p39"/>
              <p:cNvCxnSpPr>
                <a:stCxn id="9524" idx="0"/>
              </p:cNvCxnSpPr>
              <p:nvPr/>
            </p:nvCxnSpPr>
            <p:spPr>
              <a:xfrm flipH="1" rot="5400000">
                <a:off x="2741958" y="3724116"/>
                <a:ext cx="68700" cy="200100"/>
              </a:xfrm>
              <a:prstGeom prst="bentConnector2">
                <a:avLst/>
              </a:prstGeom>
              <a:noFill/>
              <a:ln cap="flat" cmpd="sng" w="19050">
                <a:solidFill>
                  <a:srgbClr val="869FB2"/>
                </a:solidFill>
                <a:prstDash val="solid"/>
                <a:round/>
                <a:headEnd len="sm" w="sm" type="none"/>
                <a:tailEnd len="sm" w="sm" type="none"/>
              </a:ln>
            </p:spPr>
          </p:cxnSp>
          <p:cxnSp>
            <p:nvCxnSpPr>
              <p:cNvPr id="9527" name="Google Shape;9527;p39"/>
              <p:cNvCxnSpPr>
                <a:stCxn id="9521" idx="0"/>
              </p:cNvCxnSpPr>
              <p:nvPr/>
            </p:nvCxnSpPr>
            <p:spPr>
              <a:xfrm rot="-5400000">
                <a:off x="3512338" y="3723516"/>
                <a:ext cx="75900" cy="194100"/>
              </a:xfrm>
              <a:prstGeom prst="bentConnector2">
                <a:avLst/>
              </a:prstGeom>
              <a:noFill/>
              <a:ln cap="flat" cmpd="sng" w="19050">
                <a:solidFill>
                  <a:srgbClr val="869FB2"/>
                </a:solidFill>
                <a:prstDash val="solid"/>
                <a:round/>
                <a:headEnd len="sm" w="sm" type="none"/>
                <a:tailEnd len="sm" w="sm" type="none"/>
              </a:ln>
            </p:spPr>
          </p:cxnSp>
          <p:cxnSp>
            <p:nvCxnSpPr>
              <p:cNvPr id="9528" name="Google Shape;9528;p39"/>
              <p:cNvCxnSpPr>
                <a:stCxn id="9522" idx="0"/>
              </p:cNvCxnSpPr>
              <p:nvPr/>
            </p:nvCxnSpPr>
            <p:spPr>
              <a:xfrm rot="-5400000">
                <a:off x="3119350" y="3742251"/>
                <a:ext cx="98400" cy="600"/>
              </a:xfrm>
              <a:prstGeom prst="bentConnector3">
                <a:avLst>
                  <a:gd fmla="val 50000" name="adj1"/>
                </a:avLst>
              </a:prstGeom>
              <a:noFill/>
              <a:ln cap="flat" cmpd="sng" w="19050">
                <a:solidFill>
                  <a:srgbClr val="869FB2"/>
                </a:solidFill>
                <a:prstDash val="solid"/>
                <a:round/>
                <a:headEnd len="sm" w="sm" type="none"/>
                <a:tailEnd len="sm" w="sm" type="none"/>
              </a:ln>
            </p:spPr>
          </p:cxnSp>
          <p:cxnSp>
            <p:nvCxnSpPr>
              <p:cNvPr id="9529" name="Google Shape;9529;p39"/>
              <p:cNvCxnSpPr>
                <a:stCxn id="9525" idx="2"/>
              </p:cNvCxnSpPr>
              <p:nvPr/>
            </p:nvCxnSpPr>
            <p:spPr>
              <a:xfrm flipH="1">
                <a:off x="2496310" y="4065467"/>
                <a:ext cx="155700" cy="600"/>
              </a:xfrm>
              <a:prstGeom prst="bentConnector3">
                <a:avLst>
                  <a:gd fmla="val 50000" name="adj1"/>
                </a:avLst>
              </a:prstGeom>
              <a:noFill/>
              <a:ln cap="flat" cmpd="sng" w="19050">
                <a:solidFill>
                  <a:srgbClr val="869FB2"/>
                </a:solidFill>
                <a:prstDash val="solid"/>
                <a:round/>
                <a:headEnd len="sm" w="sm" type="none"/>
                <a:tailEnd len="sm" w="sm" type="none"/>
              </a:ln>
            </p:spPr>
          </p:cxnSp>
          <p:cxnSp>
            <p:nvCxnSpPr>
              <p:cNvPr id="9530" name="Google Shape;9530;p39"/>
              <p:cNvCxnSpPr>
                <a:stCxn id="9523" idx="6"/>
              </p:cNvCxnSpPr>
              <p:nvPr/>
            </p:nvCxnSpPr>
            <p:spPr>
              <a:xfrm>
                <a:off x="3685615" y="4065467"/>
                <a:ext cx="153600" cy="600"/>
              </a:xfrm>
              <a:prstGeom prst="bentConnector3">
                <a:avLst>
                  <a:gd fmla="val 50000" name="adj1"/>
                </a:avLst>
              </a:prstGeom>
              <a:noFill/>
              <a:ln cap="flat" cmpd="sng" w="19050">
                <a:solidFill>
                  <a:srgbClr val="869FB2"/>
                </a:solidFill>
                <a:prstDash val="solid"/>
                <a:round/>
                <a:headEnd len="sm" w="sm" type="none"/>
                <a:tailEnd len="sm" w="sm" type="none"/>
              </a:ln>
            </p:spPr>
          </p:cxnSp>
        </p:grpSp>
        <p:grpSp>
          <p:nvGrpSpPr>
            <p:cNvPr id="9531" name="Google Shape;9531;p39"/>
            <p:cNvGrpSpPr/>
            <p:nvPr/>
          </p:nvGrpSpPr>
          <p:grpSpPr>
            <a:xfrm>
              <a:off x="2675275" y="3930557"/>
              <a:ext cx="1003306" cy="451720"/>
              <a:chOff x="2675275" y="4174282"/>
              <a:chExt cx="1003306" cy="451720"/>
            </a:xfrm>
          </p:grpSpPr>
          <p:sp>
            <p:nvSpPr>
              <p:cNvPr id="9532" name="Google Shape;9532;p39"/>
              <p:cNvSpPr/>
              <p:nvPr/>
            </p:nvSpPr>
            <p:spPr>
              <a:xfrm>
                <a:off x="2675275" y="4174282"/>
                <a:ext cx="1003306" cy="451719"/>
              </a:xfrm>
              <a:custGeom>
                <a:rect b="b" l="l" r="r" t="t"/>
                <a:pathLst>
                  <a:path extrusionOk="0" h="12285" w="27286">
                    <a:moveTo>
                      <a:pt x="13661" y="1"/>
                    </a:moveTo>
                    <a:cubicBezTo>
                      <a:pt x="10793" y="1"/>
                      <a:pt x="8149" y="858"/>
                      <a:pt x="5960" y="2341"/>
                    </a:cubicBezTo>
                    <a:cubicBezTo>
                      <a:pt x="5692" y="2529"/>
                      <a:pt x="5468" y="2681"/>
                      <a:pt x="5245" y="2868"/>
                    </a:cubicBezTo>
                    <a:cubicBezTo>
                      <a:pt x="4021" y="3798"/>
                      <a:pt x="2976" y="4950"/>
                      <a:pt x="2163" y="6219"/>
                    </a:cubicBezTo>
                    <a:cubicBezTo>
                      <a:pt x="1787" y="6808"/>
                      <a:pt x="1448" y="7407"/>
                      <a:pt x="1153" y="8041"/>
                    </a:cubicBezTo>
                    <a:cubicBezTo>
                      <a:pt x="1117" y="8113"/>
                      <a:pt x="1082" y="8193"/>
                      <a:pt x="1082" y="8265"/>
                    </a:cubicBezTo>
                    <a:cubicBezTo>
                      <a:pt x="519" y="9533"/>
                      <a:pt x="153" y="10873"/>
                      <a:pt x="1" y="12285"/>
                    </a:cubicBezTo>
                    <a:lnTo>
                      <a:pt x="27286" y="12285"/>
                    </a:lnTo>
                    <a:cubicBezTo>
                      <a:pt x="27250" y="11838"/>
                      <a:pt x="27178" y="11392"/>
                      <a:pt x="27098" y="10981"/>
                    </a:cubicBezTo>
                    <a:cubicBezTo>
                      <a:pt x="27098" y="10909"/>
                      <a:pt x="27062" y="10873"/>
                      <a:pt x="27062" y="10793"/>
                    </a:cubicBezTo>
                    <a:cubicBezTo>
                      <a:pt x="27026" y="10650"/>
                      <a:pt x="26991" y="10498"/>
                      <a:pt x="26955" y="10346"/>
                    </a:cubicBezTo>
                    <a:cubicBezTo>
                      <a:pt x="26955" y="10275"/>
                      <a:pt x="26910" y="10239"/>
                      <a:pt x="26910" y="10203"/>
                    </a:cubicBezTo>
                    <a:cubicBezTo>
                      <a:pt x="26910" y="10159"/>
                      <a:pt x="26910" y="10123"/>
                      <a:pt x="26875" y="10087"/>
                    </a:cubicBezTo>
                    <a:cubicBezTo>
                      <a:pt x="26205" y="7595"/>
                      <a:pt x="24864" y="5397"/>
                      <a:pt x="23006" y="3681"/>
                    </a:cubicBezTo>
                    <a:cubicBezTo>
                      <a:pt x="20549" y="1376"/>
                      <a:pt x="17270" y="1"/>
                      <a:pt x="13661" y="1"/>
                    </a:cubicBezTo>
                    <a:close/>
                  </a:path>
                </a:pathLst>
              </a:custGeom>
              <a:solidFill>
                <a:srgbClr val="ABBCC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533" name="Google Shape;9533;p39"/>
              <p:cNvSpPr/>
              <p:nvPr/>
            </p:nvSpPr>
            <p:spPr>
              <a:xfrm>
                <a:off x="2716046" y="4210984"/>
                <a:ext cx="921789" cy="415018"/>
              </a:xfrm>
              <a:custGeom>
                <a:rect b="b" l="l" r="r" t="t"/>
                <a:pathLst>
                  <a:path extrusionOk="0" h="12285" w="27286">
                    <a:moveTo>
                      <a:pt x="13661" y="1"/>
                    </a:moveTo>
                    <a:cubicBezTo>
                      <a:pt x="10793" y="1"/>
                      <a:pt x="8149" y="858"/>
                      <a:pt x="5960" y="2341"/>
                    </a:cubicBezTo>
                    <a:cubicBezTo>
                      <a:pt x="5692" y="2529"/>
                      <a:pt x="5468" y="2681"/>
                      <a:pt x="5245" y="2868"/>
                    </a:cubicBezTo>
                    <a:cubicBezTo>
                      <a:pt x="4021" y="3798"/>
                      <a:pt x="2976" y="4950"/>
                      <a:pt x="2163" y="6219"/>
                    </a:cubicBezTo>
                    <a:cubicBezTo>
                      <a:pt x="1787" y="6808"/>
                      <a:pt x="1448" y="7407"/>
                      <a:pt x="1153" y="8041"/>
                    </a:cubicBezTo>
                    <a:cubicBezTo>
                      <a:pt x="1117" y="8113"/>
                      <a:pt x="1082" y="8193"/>
                      <a:pt x="1082" y="8265"/>
                    </a:cubicBezTo>
                    <a:cubicBezTo>
                      <a:pt x="519" y="9533"/>
                      <a:pt x="153" y="10873"/>
                      <a:pt x="1" y="12285"/>
                    </a:cubicBezTo>
                    <a:lnTo>
                      <a:pt x="27286" y="12285"/>
                    </a:lnTo>
                    <a:cubicBezTo>
                      <a:pt x="27250" y="11838"/>
                      <a:pt x="27178" y="11392"/>
                      <a:pt x="27098" y="10981"/>
                    </a:cubicBezTo>
                    <a:cubicBezTo>
                      <a:pt x="27098" y="10909"/>
                      <a:pt x="27062" y="10873"/>
                      <a:pt x="27062" y="10793"/>
                    </a:cubicBezTo>
                    <a:cubicBezTo>
                      <a:pt x="27026" y="10650"/>
                      <a:pt x="26991" y="10498"/>
                      <a:pt x="26955" y="10346"/>
                    </a:cubicBezTo>
                    <a:cubicBezTo>
                      <a:pt x="26955" y="10275"/>
                      <a:pt x="26910" y="10239"/>
                      <a:pt x="26910" y="10203"/>
                    </a:cubicBezTo>
                    <a:cubicBezTo>
                      <a:pt x="26910" y="10159"/>
                      <a:pt x="26910" y="10123"/>
                      <a:pt x="26875" y="10087"/>
                    </a:cubicBezTo>
                    <a:cubicBezTo>
                      <a:pt x="26205" y="7595"/>
                      <a:pt x="24864" y="5397"/>
                      <a:pt x="23006" y="3681"/>
                    </a:cubicBezTo>
                    <a:cubicBezTo>
                      <a:pt x="20549" y="1376"/>
                      <a:pt x="17270" y="1"/>
                      <a:pt x="13661" y="1"/>
                    </a:cubicBezTo>
                    <a:close/>
                  </a:path>
                </a:pathLst>
              </a:custGeom>
              <a:solidFill>
                <a:srgbClr val="A5B7C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534" name="Google Shape;9534;p39"/>
              <p:cNvSpPr/>
              <p:nvPr/>
            </p:nvSpPr>
            <p:spPr>
              <a:xfrm>
                <a:off x="2762606" y="4252906"/>
                <a:ext cx="828676" cy="373095"/>
              </a:xfrm>
              <a:custGeom>
                <a:rect b="b" l="l" r="r" t="t"/>
                <a:pathLst>
                  <a:path extrusionOk="0" h="12285" w="27286">
                    <a:moveTo>
                      <a:pt x="13661" y="1"/>
                    </a:moveTo>
                    <a:cubicBezTo>
                      <a:pt x="10793" y="1"/>
                      <a:pt x="8149" y="858"/>
                      <a:pt x="5960" y="2341"/>
                    </a:cubicBezTo>
                    <a:cubicBezTo>
                      <a:pt x="5692" y="2529"/>
                      <a:pt x="5468" y="2681"/>
                      <a:pt x="5245" y="2868"/>
                    </a:cubicBezTo>
                    <a:cubicBezTo>
                      <a:pt x="4021" y="3798"/>
                      <a:pt x="2976" y="4950"/>
                      <a:pt x="2163" y="6219"/>
                    </a:cubicBezTo>
                    <a:cubicBezTo>
                      <a:pt x="1787" y="6808"/>
                      <a:pt x="1448" y="7407"/>
                      <a:pt x="1153" y="8041"/>
                    </a:cubicBezTo>
                    <a:cubicBezTo>
                      <a:pt x="1117" y="8113"/>
                      <a:pt x="1082" y="8193"/>
                      <a:pt x="1082" y="8265"/>
                    </a:cubicBezTo>
                    <a:cubicBezTo>
                      <a:pt x="519" y="9533"/>
                      <a:pt x="153" y="10873"/>
                      <a:pt x="1" y="12285"/>
                    </a:cubicBezTo>
                    <a:lnTo>
                      <a:pt x="27286" y="12285"/>
                    </a:lnTo>
                    <a:cubicBezTo>
                      <a:pt x="27250" y="11838"/>
                      <a:pt x="27178" y="11392"/>
                      <a:pt x="27098" y="10981"/>
                    </a:cubicBezTo>
                    <a:cubicBezTo>
                      <a:pt x="27098" y="10909"/>
                      <a:pt x="27062" y="10873"/>
                      <a:pt x="27062" y="10793"/>
                    </a:cubicBezTo>
                    <a:cubicBezTo>
                      <a:pt x="27026" y="10650"/>
                      <a:pt x="26991" y="10498"/>
                      <a:pt x="26955" y="10346"/>
                    </a:cubicBezTo>
                    <a:cubicBezTo>
                      <a:pt x="26955" y="10275"/>
                      <a:pt x="26910" y="10239"/>
                      <a:pt x="26910" y="10203"/>
                    </a:cubicBezTo>
                    <a:cubicBezTo>
                      <a:pt x="26910" y="10159"/>
                      <a:pt x="26910" y="10123"/>
                      <a:pt x="26875" y="10087"/>
                    </a:cubicBezTo>
                    <a:cubicBezTo>
                      <a:pt x="26205" y="7595"/>
                      <a:pt x="24864" y="5397"/>
                      <a:pt x="23006" y="3681"/>
                    </a:cubicBezTo>
                    <a:cubicBezTo>
                      <a:pt x="20549" y="1376"/>
                      <a:pt x="17270" y="1"/>
                      <a:pt x="13661" y="1"/>
                    </a:cubicBezTo>
                    <a:close/>
                  </a:path>
                </a:pathLst>
              </a:custGeom>
              <a:solidFill>
                <a:srgbClr val="869FB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grpSp>
        <p:nvGrpSpPr>
          <p:cNvPr id="9535" name="Google Shape;9535;p39"/>
          <p:cNvGrpSpPr/>
          <p:nvPr/>
        </p:nvGrpSpPr>
        <p:grpSpPr>
          <a:xfrm>
            <a:off x="1654412" y="971306"/>
            <a:ext cx="574511" cy="874710"/>
            <a:chOff x="1715404" y="1112080"/>
            <a:chExt cx="642270" cy="977985"/>
          </a:xfrm>
        </p:grpSpPr>
        <p:grpSp>
          <p:nvGrpSpPr>
            <p:cNvPr id="9536" name="Google Shape;9536;p39"/>
            <p:cNvGrpSpPr/>
            <p:nvPr/>
          </p:nvGrpSpPr>
          <p:grpSpPr>
            <a:xfrm>
              <a:off x="1715404" y="1112080"/>
              <a:ext cx="642270" cy="977985"/>
              <a:chOff x="1715404" y="1112080"/>
              <a:chExt cx="642270" cy="977985"/>
            </a:xfrm>
          </p:grpSpPr>
          <p:sp>
            <p:nvSpPr>
              <p:cNvPr id="9537" name="Google Shape;9537;p39"/>
              <p:cNvSpPr/>
              <p:nvPr/>
            </p:nvSpPr>
            <p:spPr>
              <a:xfrm>
                <a:off x="1715404" y="1112080"/>
                <a:ext cx="642270" cy="642270"/>
              </a:xfrm>
              <a:custGeom>
                <a:rect b="b" l="l" r="r" t="t"/>
                <a:pathLst>
                  <a:path extrusionOk="0" h="41544" w="41544">
                    <a:moveTo>
                      <a:pt x="20773" y="3462"/>
                    </a:moveTo>
                    <a:cubicBezTo>
                      <a:pt x="30333" y="3462"/>
                      <a:pt x="38081" y="11211"/>
                      <a:pt x="38081" y="20771"/>
                    </a:cubicBezTo>
                    <a:cubicBezTo>
                      <a:pt x="38081" y="30331"/>
                      <a:pt x="30333" y="38081"/>
                      <a:pt x="20773" y="38081"/>
                    </a:cubicBezTo>
                    <a:cubicBezTo>
                      <a:pt x="11213" y="38081"/>
                      <a:pt x="3462" y="30331"/>
                      <a:pt x="3462" y="20771"/>
                    </a:cubicBezTo>
                    <a:cubicBezTo>
                      <a:pt x="3462" y="11211"/>
                      <a:pt x="11213" y="3462"/>
                      <a:pt x="20773" y="3462"/>
                    </a:cubicBezTo>
                    <a:close/>
                    <a:moveTo>
                      <a:pt x="20773" y="0"/>
                    </a:moveTo>
                    <a:cubicBezTo>
                      <a:pt x="9301" y="0"/>
                      <a:pt x="0" y="9299"/>
                      <a:pt x="0" y="20771"/>
                    </a:cubicBezTo>
                    <a:cubicBezTo>
                      <a:pt x="0" y="32243"/>
                      <a:pt x="9301" y="41543"/>
                      <a:pt x="20773" y="41543"/>
                    </a:cubicBezTo>
                    <a:cubicBezTo>
                      <a:pt x="32245" y="41543"/>
                      <a:pt x="41543" y="32243"/>
                      <a:pt x="41543" y="20771"/>
                    </a:cubicBezTo>
                    <a:cubicBezTo>
                      <a:pt x="41543" y="9299"/>
                      <a:pt x="32245" y="0"/>
                      <a:pt x="20773" y="0"/>
                    </a:cubicBezTo>
                    <a:close/>
                  </a:path>
                </a:pathLst>
              </a:custGeom>
              <a:solidFill>
                <a:srgbClr val="213B5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538" name="Google Shape;9538;p39"/>
              <p:cNvSpPr/>
              <p:nvPr/>
            </p:nvSpPr>
            <p:spPr>
              <a:xfrm>
                <a:off x="1956781" y="1714402"/>
                <a:ext cx="9121" cy="375663"/>
              </a:xfrm>
              <a:custGeom>
                <a:rect b="b" l="l" r="r" t="t"/>
                <a:pathLst>
                  <a:path extrusionOk="0" h="24299" w="590">
                    <a:moveTo>
                      <a:pt x="0" y="0"/>
                    </a:moveTo>
                    <a:lnTo>
                      <a:pt x="0" y="24299"/>
                    </a:lnTo>
                    <a:lnTo>
                      <a:pt x="589" y="24299"/>
                    </a:lnTo>
                    <a:lnTo>
                      <a:pt x="589" y="0"/>
                    </a:lnTo>
                    <a:close/>
                  </a:path>
                </a:pathLst>
              </a:custGeom>
              <a:solidFill>
                <a:srgbClr val="213B5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9539" name="Google Shape;9539;p39"/>
            <p:cNvGrpSpPr/>
            <p:nvPr/>
          </p:nvGrpSpPr>
          <p:grpSpPr>
            <a:xfrm>
              <a:off x="1768927" y="1165603"/>
              <a:ext cx="535225" cy="851366"/>
              <a:chOff x="1768927" y="1165603"/>
              <a:chExt cx="535225" cy="851366"/>
            </a:xfrm>
          </p:grpSpPr>
          <p:sp>
            <p:nvSpPr>
              <p:cNvPr id="9540" name="Google Shape;9540;p39"/>
              <p:cNvSpPr/>
              <p:nvPr/>
            </p:nvSpPr>
            <p:spPr>
              <a:xfrm>
                <a:off x="1768927" y="1165603"/>
                <a:ext cx="535225" cy="535225"/>
              </a:xfrm>
              <a:custGeom>
                <a:rect b="b" l="l" r="r" t="t"/>
                <a:pathLst>
                  <a:path extrusionOk="0" h="34620" w="34620">
                    <a:moveTo>
                      <a:pt x="17311" y="3462"/>
                    </a:moveTo>
                    <a:cubicBezTo>
                      <a:pt x="24959" y="3462"/>
                      <a:pt x="31157" y="9661"/>
                      <a:pt x="31157" y="17309"/>
                    </a:cubicBezTo>
                    <a:cubicBezTo>
                      <a:pt x="31157" y="24957"/>
                      <a:pt x="24959" y="31157"/>
                      <a:pt x="17311" y="31157"/>
                    </a:cubicBezTo>
                    <a:cubicBezTo>
                      <a:pt x="9663" y="31157"/>
                      <a:pt x="3462" y="24957"/>
                      <a:pt x="3462" y="17309"/>
                    </a:cubicBezTo>
                    <a:cubicBezTo>
                      <a:pt x="3462" y="9661"/>
                      <a:pt x="9663" y="3462"/>
                      <a:pt x="17311" y="3462"/>
                    </a:cubicBezTo>
                    <a:close/>
                    <a:moveTo>
                      <a:pt x="17311" y="0"/>
                    </a:moveTo>
                    <a:cubicBezTo>
                      <a:pt x="7751" y="0"/>
                      <a:pt x="0" y="7749"/>
                      <a:pt x="0" y="17309"/>
                    </a:cubicBezTo>
                    <a:cubicBezTo>
                      <a:pt x="0" y="26869"/>
                      <a:pt x="7751" y="34619"/>
                      <a:pt x="17311" y="34619"/>
                    </a:cubicBezTo>
                    <a:cubicBezTo>
                      <a:pt x="26871" y="34619"/>
                      <a:pt x="34619" y="26869"/>
                      <a:pt x="34619" y="17309"/>
                    </a:cubicBezTo>
                    <a:cubicBezTo>
                      <a:pt x="34619" y="7749"/>
                      <a:pt x="26871" y="0"/>
                      <a:pt x="17311" y="0"/>
                    </a:cubicBezTo>
                    <a:close/>
                  </a:path>
                </a:pathLst>
              </a:custGeom>
              <a:solidFill>
                <a:srgbClr val="667E9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541" name="Google Shape;9541;p39"/>
              <p:cNvSpPr/>
              <p:nvPr/>
            </p:nvSpPr>
            <p:spPr>
              <a:xfrm>
                <a:off x="2006902" y="1668949"/>
                <a:ext cx="9137" cy="348020"/>
              </a:xfrm>
              <a:custGeom>
                <a:rect b="b" l="l" r="r" t="t"/>
                <a:pathLst>
                  <a:path extrusionOk="0" h="22511" w="591">
                    <a:moveTo>
                      <a:pt x="1" y="0"/>
                    </a:moveTo>
                    <a:lnTo>
                      <a:pt x="1" y="22510"/>
                    </a:lnTo>
                    <a:lnTo>
                      <a:pt x="590" y="22510"/>
                    </a:lnTo>
                    <a:lnTo>
                      <a:pt x="590" y="0"/>
                    </a:lnTo>
                    <a:close/>
                  </a:path>
                </a:pathLst>
              </a:custGeom>
              <a:solidFill>
                <a:srgbClr val="667E9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9542" name="Google Shape;9542;p39"/>
            <p:cNvGrpSpPr/>
            <p:nvPr/>
          </p:nvGrpSpPr>
          <p:grpSpPr>
            <a:xfrm>
              <a:off x="1822449" y="1219125"/>
              <a:ext cx="428180" cy="718859"/>
              <a:chOff x="1822449" y="1219125"/>
              <a:chExt cx="428180" cy="718859"/>
            </a:xfrm>
          </p:grpSpPr>
          <p:sp>
            <p:nvSpPr>
              <p:cNvPr id="9543" name="Google Shape;9543;p39"/>
              <p:cNvSpPr/>
              <p:nvPr/>
            </p:nvSpPr>
            <p:spPr>
              <a:xfrm>
                <a:off x="1822449" y="1219125"/>
                <a:ext cx="428180" cy="428180"/>
              </a:xfrm>
              <a:custGeom>
                <a:rect b="b" l="l" r="r" t="t"/>
                <a:pathLst>
                  <a:path extrusionOk="0" h="27696" w="27696">
                    <a:moveTo>
                      <a:pt x="13849" y="3462"/>
                    </a:moveTo>
                    <a:cubicBezTo>
                      <a:pt x="19585" y="3462"/>
                      <a:pt x="24233" y="8111"/>
                      <a:pt x="24233" y="13847"/>
                    </a:cubicBezTo>
                    <a:cubicBezTo>
                      <a:pt x="24233" y="19583"/>
                      <a:pt x="19585" y="24233"/>
                      <a:pt x="13849" y="24233"/>
                    </a:cubicBezTo>
                    <a:cubicBezTo>
                      <a:pt x="8113" y="24233"/>
                      <a:pt x="3462" y="19583"/>
                      <a:pt x="3462" y="13847"/>
                    </a:cubicBezTo>
                    <a:cubicBezTo>
                      <a:pt x="3462" y="8111"/>
                      <a:pt x="8113" y="3462"/>
                      <a:pt x="13849" y="3462"/>
                    </a:cubicBezTo>
                    <a:close/>
                    <a:moveTo>
                      <a:pt x="13849" y="0"/>
                    </a:moveTo>
                    <a:cubicBezTo>
                      <a:pt x="6201" y="0"/>
                      <a:pt x="0" y="6199"/>
                      <a:pt x="0" y="13847"/>
                    </a:cubicBezTo>
                    <a:cubicBezTo>
                      <a:pt x="0" y="21495"/>
                      <a:pt x="6201" y="27695"/>
                      <a:pt x="13849" y="27695"/>
                    </a:cubicBezTo>
                    <a:cubicBezTo>
                      <a:pt x="21497" y="27695"/>
                      <a:pt x="27695" y="21495"/>
                      <a:pt x="27695" y="13847"/>
                    </a:cubicBezTo>
                    <a:cubicBezTo>
                      <a:pt x="27695" y="6199"/>
                      <a:pt x="21497" y="0"/>
                      <a:pt x="13849" y="0"/>
                    </a:cubicBezTo>
                    <a:close/>
                  </a:path>
                </a:pathLst>
              </a:custGeom>
              <a:solidFill>
                <a:srgbClr val="445D7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544" name="Google Shape;9544;p39"/>
              <p:cNvSpPr/>
              <p:nvPr/>
            </p:nvSpPr>
            <p:spPr>
              <a:xfrm>
                <a:off x="2057039" y="1605996"/>
                <a:ext cx="9121" cy="331988"/>
              </a:xfrm>
              <a:custGeom>
                <a:rect b="b" l="l" r="r" t="t"/>
                <a:pathLst>
                  <a:path extrusionOk="0" h="21474" w="590">
                    <a:moveTo>
                      <a:pt x="0" y="0"/>
                    </a:moveTo>
                    <a:lnTo>
                      <a:pt x="0" y="21474"/>
                    </a:lnTo>
                    <a:lnTo>
                      <a:pt x="590" y="21474"/>
                    </a:lnTo>
                    <a:lnTo>
                      <a:pt x="590" y="0"/>
                    </a:lnTo>
                    <a:close/>
                  </a:path>
                </a:pathLst>
              </a:custGeom>
              <a:solidFill>
                <a:srgbClr val="445D7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9545" name="Google Shape;9545;p39"/>
            <p:cNvGrpSpPr/>
            <p:nvPr/>
          </p:nvGrpSpPr>
          <p:grpSpPr>
            <a:xfrm>
              <a:off x="1875972" y="1272648"/>
              <a:ext cx="321135" cy="586938"/>
              <a:chOff x="1875972" y="1272648"/>
              <a:chExt cx="321135" cy="586938"/>
            </a:xfrm>
          </p:grpSpPr>
          <p:sp>
            <p:nvSpPr>
              <p:cNvPr id="9546" name="Google Shape;9546;p39"/>
              <p:cNvSpPr/>
              <p:nvPr/>
            </p:nvSpPr>
            <p:spPr>
              <a:xfrm>
                <a:off x="1875972" y="1272648"/>
                <a:ext cx="321135" cy="321120"/>
              </a:xfrm>
              <a:custGeom>
                <a:rect b="b" l="l" r="r" t="t"/>
                <a:pathLst>
                  <a:path extrusionOk="0" h="20771" w="20772">
                    <a:moveTo>
                      <a:pt x="10387" y="3461"/>
                    </a:moveTo>
                    <a:cubicBezTo>
                      <a:pt x="14211" y="3461"/>
                      <a:pt x="17309" y="6561"/>
                      <a:pt x="17309" y="10385"/>
                    </a:cubicBezTo>
                    <a:cubicBezTo>
                      <a:pt x="17309" y="14209"/>
                      <a:pt x="14211" y="17309"/>
                      <a:pt x="10387" y="17309"/>
                    </a:cubicBezTo>
                    <a:cubicBezTo>
                      <a:pt x="6563" y="17309"/>
                      <a:pt x="3462" y="14209"/>
                      <a:pt x="3462" y="10385"/>
                    </a:cubicBezTo>
                    <a:cubicBezTo>
                      <a:pt x="3462" y="6561"/>
                      <a:pt x="6563" y="3461"/>
                      <a:pt x="10387" y="3461"/>
                    </a:cubicBezTo>
                    <a:close/>
                    <a:moveTo>
                      <a:pt x="10387" y="0"/>
                    </a:moveTo>
                    <a:cubicBezTo>
                      <a:pt x="4651" y="0"/>
                      <a:pt x="0" y="4649"/>
                      <a:pt x="0" y="10385"/>
                    </a:cubicBezTo>
                    <a:cubicBezTo>
                      <a:pt x="0" y="16121"/>
                      <a:pt x="4651" y="20771"/>
                      <a:pt x="10387" y="20771"/>
                    </a:cubicBezTo>
                    <a:cubicBezTo>
                      <a:pt x="16123" y="20771"/>
                      <a:pt x="20771" y="16121"/>
                      <a:pt x="20771" y="10385"/>
                    </a:cubicBezTo>
                    <a:cubicBezTo>
                      <a:pt x="20771" y="4649"/>
                      <a:pt x="16123" y="0"/>
                      <a:pt x="10387" y="0"/>
                    </a:cubicBez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547" name="Google Shape;9547;p39"/>
              <p:cNvSpPr/>
              <p:nvPr/>
            </p:nvSpPr>
            <p:spPr>
              <a:xfrm>
                <a:off x="2107176" y="1533705"/>
                <a:ext cx="9121" cy="325881"/>
              </a:xfrm>
              <a:custGeom>
                <a:rect b="b" l="l" r="r" t="t"/>
                <a:pathLst>
                  <a:path extrusionOk="0" h="21079" w="590">
                    <a:moveTo>
                      <a:pt x="0" y="0"/>
                    </a:moveTo>
                    <a:lnTo>
                      <a:pt x="0" y="21078"/>
                    </a:lnTo>
                    <a:lnTo>
                      <a:pt x="589" y="21078"/>
                    </a:lnTo>
                    <a:lnTo>
                      <a:pt x="589" y="0"/>
                    </a:ln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grpSp>
        <p:nvGrpSpPr>
          <p:cNvPr id="9548" name="Google Shape;9548;p39"/>
          <p:cNvGrpSpPr/>
          <p:nvPr/>
        </p:nvGrpSpPr>
        <p:grpSpPr>
          <a:xfrm>
            <a:off x="7761573" y="3528028"/>
            <a:ext cx="293855" cy="644170"/>
            <a:chOff x="241025" y="3151575"/>
            <a:chExt cx="293855" cy="644170"/>
          </a:xfrm>
        </p:grpSpPr>
        <p:sp>
          <p:nvSpPr>
            <p:cNvPr id="9549" name="Google Shape;9549;p39"/>
            <p:cNvSpPr/>
            <p:nvPr/>
          </p:nvSpPr>
          <p:spPr>
            <a:xfrm>
              <a:off x="241025" y="3151575"/>
              <a:ext cx="293303" cy="644170"/>
            </a:xfrm>
            <a:custGeom>
              <a:rect b="b" l="l" r="r" t="t"/>
              <a:pathLst>
                <a:path extrusionOk="0" h="41986" w="19117">
                  <a:moveTo>
                    <a:pt x="1155" y="1"/>
                  </a:moveTo>
                  <a:cubicBezTo>
                    <a:pt x="516" y="1"/>
                    <a:pt x="1" y="516"/>
                    <a:pt x="1" y="1152"/>
                  </a:cubicBezTo>
                  <a:lnTo>
                    <a:pt x="1" y="35706"/>
                  </a:lnTo>
                  <a:cubicBezTo>
                    <a:pt x="1" y="36344"/>
                    <a:pt x="9559" y="41985"/>
                    <a:pt x="9559" y="41985"/>
                  </a:cubicBezTo>
                  <a:cubicBezTo>
                    <a:pt x="9559" y="41985"/>
                    <a:pt x="19117" y="36344"/>
                    <a:pt x="19117" y="35706"/>
                  </a:cubicBezTo>
                  <a:lnTo>
                    <a:pt x="19117" y="1152"/>
                  </a:lnTo>
                  <a:cubicBezTo>
                    <a:pt x="19117" y="516"/>
                    <a:pt x="18601" y="1"/>
                    <a:pt x="17963" y="1"/>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550" name="Google Shape;9550;p39"/>
            <p:cNvSpPr/>
            <p:nvPr/>
          </p:nvSpPr>
          <p:spPr>
            <a:xfrm>
              <a:off x="241347" y="3252796"/>
              <a:ext cx="293533" cy="164134"/>
            </a:xfrm>
            <a:custGeom>
              <a:rect b="b" l="l" r="r" t="t"/>
              <a:pathLst>
                <a:path extrusionOk="0" h="10698" w="19132">
                  <a:moveTo>
                    <a:pt x="1" y="1"/>
                  </a:moveTo>
                  <a:lnTo>
                    <a:pt x="1" y="10698"/>
                  </a:lnTo>
                  <a:lnTo>
                    <a:pt x="19132" y="10698"/>
                  </a:lnTo>
                  <a:lnTo>
                    <a:pt x="19132" y="1"/>
                  </a:ln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9551" name="Google Shape;9551;p39"/>
          <p:cNvGrpSpPr/>
          <p:nvPr/>
        </p:nvGrpSpPr>
        <p:grpSpPr>
          <a:xfrm>
            <a:off x="709557" y="2728028"/>
            <a:ext cx="1779649" cy="591620"/>
            <a:chOff x="246070" y="1983375"/>
            <a:chExt cx="1855347" cy="616849"/>
          </a:xfrm>
        </p:grpSpPr>
        <p:sp>
          <p:nvSpPr>
            <p:cNvPr id="9552" name="Google Shape;9552;p39"/>
            <p:cNvSpPr/>
            <p:nvPr/>
          </p:nvSpPr>
          <p:spPr>
            <a:xfrm>
              <a:off x="1072131" y="1983872"/>
              <a:ext cx="408910" cy="407494"/>
            </a:xfrm>
            <a:custGeom>
              <a:rect b="b" l="l" r="r" t="t"/>
              <a:pathLst>
                <a:path extrusionOk="0" h="33972" w="34090">
                  <a:moveTo>
                    <a:pt x="17046" y="1"/>
                  </a:moveTo>
                  <a:cubicBezTo>
                    <a:pt x="16894" y="1"/>
                    <a:pt x="16742" y="59"/>
                    <a:pt x="16626" y="174"/>
                  </a:cubicBezTo>
                  <a:lnTo>
                    <a:pt x="9933" y="6868"/>
                  </a:lnTo>
                  <a:cubicBezTo>
                    <a:pt x="9821" y="6978"/>
                    <a:pt x="9670" y="7041"/>
                    <a:pt x="9512" y="7041"/>
                  </a:cubicBezTo>
                  <a:cubicBezTo>
                    <a:pt x="9354" y="7041"/>
                    <a:pt x="9203" y="6978"/>
                    <a:pt x="9094" y="6868"/>
                  </a:cubicBezTo>
                  <a:lnTo>
                    <a:pt x="9087" y="6861"/>
                  </a:lnTo>
                  <a:cubicBezTo>
                    <a:pt x="8857" y="6629"/>
                    <a:pt x="8642" y="6175"/>
                    <a:pt x="8611" y="5850"/>
                  </a:cubicBezTo>
                  <a:cubicBezTo>
                    <a:pt x="8611" y="5850"/>
                    <a:pt x="8522" y="4941"/>
                    <a:pt x="7959" y="4378"/>
                  </a:cubicBezTo>
                  <a:cubicBezTo>
                    <a:pt x="7469" y="3863"/>
                    <a:pt x="6813" y="3605"/>
                    <a:pt x="6156" y="3605"/>
                  </a:cubicBezTo>
                  <a:cubicBezTo>
                    <a:pt x="5520" y="3605"/>
                    <a:pt x="4883" y="3847"/>
                    <a:pt x="4396" y="4333"/>
                  </a:cubicBezTo>
                  <a:cubicBezTo>
                    <a:pt x="3407" y="5322"/>
                    <a:pt x="3425" y="6932"/>
                    <a:pt x="4435" y="7898"/>
                  </a:cubicBezTo>
                  <a:cubicBezTo>
                    <a:pt x="5002" y="8462"/>
                    <a:pt x="5908" y="8553"/>
                    <a:pt x="5908" y="8553"/>
                  </a:cubicBezTo>
                  <a:cubicBezTo>
                    <a:pt x="6232" y="8583"/>
                    <a:pt x="6687" y="8797"/>
                    <a:pt x="6919" y="9027"/>
                  </a:cubicBezTo>
                  <a:lnTo>
                    <a:pt x="6926" y="9034"/>
                  </a:lnTo>
                  <a:cubicBezTo>
                    <a:pt x="7156" y="9267"/>
                    <a:pt x="7156" y="9642"/>
                    <a:pt x="6926" y="9875"/>
                  </a:cubicBezTo>
                  <a:lnTo>
                    <a:pt x="232" y="16567"/>
                  </a:lnTo>
                  <a:cubicBezTo>
                    <a:pt x="1" y="16798"/>
                    <a:pt x="1" y="17174"/>
                    <a:pt x="232" y="17406"/>
                  </a:cubicBezTo>
                  <a:lnTo>
                    <a:pt x="6411" y="23585"/>
                  </a:lnTo>
                  <a:lnTo>
                    <a:pt x="6926" y="24100"/>
                  </a:lnTo>
                  <a:cubicBezTo>
                    <a:pt x="6969" y="24141"/>
                    <a:pt x="7020" y="24173"/>
                    <a:pt x="7073" y="24197"/>
                  </a:cubicBezTo>
                  <a:cubicBezTo>
                    <a:pt x="7158" y="24244"/>
                    <a:pt x="7250" y="24269"/>
                    <a:pt x="7345" y="24273"/>
                  </a:cubicBezTo>
                  <a:cubicBezTo>
                    <a:pt x="7503" y="24273"/>
                    <a:pt x="7654" y="24211"/>
                    <a:pt x="7765" y="24101"/>
                  </a:cubicBezTo>
                  <a:lnTo>
                    <a:pt x="7839" y="24027"/>
                  </a:lnTo>
                  <a:cubicBezTo>
                    <a:pt x="8069" y="23796"/>
                    <a:pt x="8283" y="23341"/>
                    <a:pt x="8318" y="23013"/>
                  </a:cubicBezTo>
                  <a:cubicBezTo>
                    <a:pt x="8318" y="23013"/>
                    <a:pt x="8405" y="22107"/>
                    <a:pt x="8967" y="21541"/>
                  </a:cubicBezTo>
                  <a:cubicBezTo>
                    <a:pt x="9183" y="21324"/>
                    <a:pt x="9437" y="21149"/>
                    <a:pt x="9717" y="21026"/>
                  </a:cubicBezTo>
                  <a:cubicBezTo>
                    <a:pt x="10047" y="20876"/>
                    <a:pt x="10396" y="20805"/>
                    <a:pt x="10740" y="20805"/>
                  </a:cubicBezTo>
                  <a:cubicBezTo>
                    <a:pt x="11539" y="20805"/>
                    <a:pt x="12316" y="21191"/>
                    <a:pt x="12792" y="21886"/>
                  </a:cubicBezTo>
                  <a:cubicBezTo>
                    <a:pt x="13474" y="22879"/>
                    <a:pt x="13347" y="24218"/>
                    <a:pt x="12490" y="25064"/>
                  </a:cubicBezTo>
                  <a:cubicBezTo>
                    <a:pt x="12119" y="25437"/>
                    <a:pt x="11599" y="25600"/>
                    <a:pt x="11289" y="25668"/>
                  </a:cubicBezTo>
                  <a:cubicBezTo>
                    <a:pt x="11157" y="25704"/>
                    <a:pt x="11023" y="25732"/>
                    <a:pt x="10887" y="25749"/>
                  </a:cubicBezTo>
                  <a:cubicBezTo>
                    <a:pt x="10830" y="25757"/>
                    <a:pt x="10775" y="25769"/>
                    <a:pt x="10722" y="25785"/>
                  </a:cubicBezTo>
                  <a:cubicBezTo>
                    <a:pt x="10456" y="25871"/>
                    <a:pt x="10173" y="26027"/>
                    <a:pt x="10008" y="26193"/>
                  </a:cubicBezTo>
                  <a:lnTo>
                    <a:pt x="9933" y="26265"/>
                  </a:lnTo>
                  <a:cubicBezTo>
                    <a:pt x="9699" y="26497"/>
                    <a:pt x="9699" y="26875"/>
                    <a:pt x="9933" y="27106"/>
                  </a:cubicBezTo>
                  <a:lnTo>
                    <a:pt x="11412" y="28584"/>
                  </a:lnTo>
                  <a:lnTo>
                    <a:pt x="16625" y="33798"/>
                  </a:lnTo>
                  <a:cubicBezTo>
                    <a:pt x="16736" y="33908"/>
                    <a:pt x="16887" y="33972"/>
                    <a:pt x="17043" y="33972"/>
                  </a:cubicBezTo>
                  <a:cubicBezTo>
                    <a:pt x="17198" y="33970"/>
                    <a:pt x="17347" y="33910"/>
                    <a:pt x="17459" y="33802"/>
                  </a:cubicBezTo>
                  <a:lnTo>
                    <a:pt x="20636" y="30627"/>
                  </a:lnTo>
                  <a:lnTo>
                    <a:pt x="24073" y="27189"/>
                  </a:lnTo>
                  <a:cubicBezTo>
                    <a:pt x="24300" y="26955"/>
                    <a:pt x="24300" y="26581"/>
                    <a:pt x="24073" y="26348"/>
                  </a:cubicBezTo>
                  <a:lnTo>
                    <a:pt x="23953" y="26231"/>
                  </a:lnTo>
                  <a:cubicBezTo>
                    <a:pt x="23722" y="26001"/>
                    <a:pt x="23267" y="25783"/>
                    <a:pt x="22942" y="25754"/>
                  </a:cubicBezTo>
                  <a:cubicBezTo>
                    <a:pt x="22942" y="25754"/>
                    <a:pt x="22033" y="25665"/>
                    <a:pt x="21470" y="25100"/>
                  </a:cubicBezTo>
                  <a:cubicBezTo>
                    <a:pt x="20528" y="24086"/>
                    <a:pt x="20569" y="22503"/>
                    <a:pt x="21561" y="21539"/>
                  </a:cubicBezTo>
                  <a:cubicBezTo>
                    <a:pt x="22056" y="21057"/>
                    <a:pt x="22698" y="20816"/>
                    <a:pt x="23340" y="20816"/>
                  </a:cubicBezTo>
                  <a:cubicBezTo>
                    <a:pt x="23985" y="20816"/>
                    <a:pt x="24629" y="21059"/>
                    <a:pt x="25125" y="21544"/>
                  </a:cubicBezTo>
                  <a:cubicBezTo>
                    <a:pt x="25687" y="22107"/>
                    <a:pt x="25774" y="23017"/>
                    <a:pt x="25774" y="23017"/>
                  </a:cubicBezTo>
                  <a:cubicBezTo>
                    <a:pt x="25807" y="23341"/>
                    <a:pt x="26021" y="23796"/>
                    <a:pt x="26253" y="24027"/>
                  </a:cubicBezTo>
                  <a:lnTo>
                    <a:pt x="26325" y="24101"/>
                  </a:lnTo>
                  <a:cubicBezTo>
                    <a:pt x="26441" y="24216"/>
                    <a:pt x="26592" y="24274"/>
                    <a:pt x="26744" y="24274"/>
                  </a:cubicBezTo>
                  <a:cubicBezTo>
                    <a:pt x="26891" y="24274"/>
                    <a:pt x="27038" y="24219"/>
                    <a:pt x="27152" y="24110"/>
                  </a:cubicBezTo>
                  <a:lnTo>
                    <a:pt x="29878" y="21384"/>
                  </a:lnTo>
                  <a:lnTo>
                    <a:pt x="33774" y="17487"/>
                  </a:lnTo>
                  <a:cubicBezTo>
                    <a:pt x="33779" y="17482"/>
                    <a:pt x="33786" y="17482"/>
                    <a:pt x="33791" y="17476"/>
                  </a:cubicBezTo>
                  <a:lnTo>
                    <a:pt x="33860" y="17408"/>
                  </a:lnTo>
                  <a:cubicBezTo>
                    <a:pt x="34090" y="17174"/>
                    <a:pt x="34090" y="16798"/>
                    <a:pt x="33860" y="16567"/>
                  </a:cubicBezTo>
                  <a:lnTo>
                    <a:pt x="27166" y="9875"/>
                  </a:lnTo>
                  <a:cubicBezTo>
                    <a:pt x="26934" y="9643"/>
                    <a:pt x="26934" y="9267"/>
                    <a:pt x="27166" y="9036"/>
                  </a:cubicBezTo>
                  <a:lnTo>
                    <a:pt x="27283" y="8914"/>
                  </a:lnTo>
                  <a:cubicBezTo>
                    <a:pt x="27513" y="8684"/>
                    <a:pt x="27973" y="8469"/>
                    <a:pt x="28297" y="8437"/>
                  </a:cubicBezTo>
                  <a:cubicBezTo>
                    <a:pt x="28297" y="8437"/>
                    <a:pt x="29203" y="8349"/>
                    <a:pt x="29770" y="7786"/>
                  </a:cubicBezTo>
                  <a:cubicBezTo>
                    <a:pt x="30769" y="6818"/>
                    <a:pt x="30782" y="5219"/>
                    <a:pt x="29799" y="4235"/>
                  </a:cubicBezTo>
                  <a:cubicBezTo>
                    <a:pt x="29311" y="3748"/>
                    <a:pt x="28674" y="3505"/>
                    <a:pt x="28036" y="3505"/>
                  </a:cubicBezTo>
                  <a:cubicBezTo>
                    <a:pt x="27385" y="3505"/>
                    <a:pt x="26735" y="3758"/>
                    <a:pt x="26246" y="4263"/>
                  </a:cubicBezTo>
                  <a:cubicBezTo>
                    <a:pt x="25685" y="4826"/>
                    <a:pt x="25594" y="5735"/>
                    <a:pt x="25594" y="5735"/>
                  </a:cubicBezTo>
                  <a:cubicBezTo>
                    <a:pt x="25563" y="6060"/>
                    <a:pt x="25350" y="6514"/>
                    <a:pt x="25119" y="6746"/>
                  </a:cubicBezTo>
                  <a:lnTo>
                    <a:pt x="24998" y="6866"/>
                  </a:lnTo>
                  <a:cubicBezTo>
                    <a:pt x="24883" y="6982"/>
                    <a:pt x="24731" y="7040"/>
                    <a:pt x="24579" y="7040"/>
                  </a:cubicBezTo>
                  <a:cubicBezTo>
                    <a:pt x="24427" y="7040"/>
                    <a:pt x="24275" y="6982"/>
                    <a:pt x="24159" y="6866"/>
                  </a:cubicBezTo>
                  <a:lnTo>
                    <a:pt x="17466" y="174"/>
                  </a:lnTo>
                  <a:cubicBezTo>
                    <a:pt x="17350" y="59"/>
                    <a:pt x="17198" y="1"/>
                    <a:pt x="17046" y="1"/>
                  </a:cubicBezTo>
                  <a:close/>
                </a:path>
              </a:pathLst>
            </a:custGeom>
            <a:solidFill>
              <a:srgbClr val="667E9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553" name="Google Shape;9553;p39"/>
            <p:cNvSpPr/>
            <p:nvPr/>
          </p:nvSpPr>
          <p:spPr>
            <a:xfrm>
              <a:off x="1430530" y="2193486"/>
              <a:ext cx="46960" cy="46948"/>
            </a:xfrm>
            <a:custGeom>
              <a:rect b="b" l="l" r="r" t="t"/>
              <a:pathLst>
                <a:path extrusionOk="0" h="3914" w="3915">
                  <a:moveTo>
                    <a:pt x="3914" y="1"/>
                  </a:moveTo>
                  <a:lnTo>
                    <a:pt x="3914" y="1"/>
                  </a:lnTo>
                  <a:cubicBezTo>
                    <a:pt x="3909" y="6"/>
                    <a:pt x="3902" y="8"/>
                    <a:pt x="3897" y="13"/>
                  </a:cubicBezTo>
                  <a:lnTo>
                    <a:pt x="1" y="3909"/>
                  </a:lnTo>
                  <a:lnTo>
                    <a:pt x="1" y="3914"/>
                  </a:lnTo>
                  <a:lnTo>
                    <a:pt x="3914" y="1"/>
                  </a:lnTo>
                  <a:close/>
                </a:path>
              </a:pathLst>
            </a:custGeom>
            <a:solidFill>
              <a:srgbClr val="667E9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554" name="Google Shape;9554;p39"/>
            <p:cNvSpPr/>
            <p:nvPr/>
          </p:nvSpPr>
          <p:spPr>
            <a:xfrm>
              <a:off x="1277847" y="2191554"/>
              <a:ext cx="408898" cy="407518"/>
            </a:xfrm>
            <a:custGeom>
              <a:rect b="b" l="l" r="r" t="t"/>
              <a:pathLst>
                <a:path extrusionOk="0" h="33974" w="34089">
                  <a:moveTo>
                    <a:pt x="17044" y="0"/>
                  </a:moveTo>
                  <a:cubicBezTo>
                    <a:pt x="16893" y="2"/>
                    <a:pt x="16750" y="60"/>
                    <a:pt x="16640" y="163"/>
                  </a:cubicBezTo>
                  <a:lnTo>
                    <a:pt x="12729" y="4075"/>
                  </a:lnTo>
                  <a:lnTo>
                    <a:pt x="12729" y="4070"/>
                  </a:lnTo>
                  <a:lnTo>
                    <a:pt x="10005" y="6793"/>
                  </a:lnTo>
                  <a:cubicBezTo>
                    <a:pt x="9890" y="6904"/>
                    <a:pt x="9742" y="6959"/>
                    <a:pt x="9595" y="6959"/>
                  </a:cubicBezTo>
                  <a:cubicBezTo>
                    <a:pt x="9444" y="6959"/>
                    <a:pt x="9293" y="6901"/>
                    <a:pt x="9178" y="6787"/>
                  </a:cubicBezTo>
                  <a:lnTo>
                    <a:pt x="9104" y="6713"/>
                  </a:lnTo>
                  <a:cubicBezTo>
                    <a:pt x="8874" y="6481"/>
                    <a:pt x="8660" y="6026"/>
                    <a:pt x="8625" y="5702"/>
                  </a:cubicBezTo>
                  <a:cubicBezTo>
                    <a:pt x="8625" y="5702"/>
                    <a:pt x="8539" y="4792"/>
                    <a:pt x="7976" y="4229"/>
                  </a:cubicBezTo>
                  <a:cubicBezTo>
                    <a:pt x="7478" y="3726"/>
                    <a:pt x="6821" y="3474"/>
                    <a:pt x="6165" y="3474"/>
                  </a:cubicBezTo>
                  <a:cubicBezTo>
                    <a:pt x="5524" y="3474"/>
                    <a:pt x="4883" y="3714"/>
                    <a:pt x="4388" y="4197"/>
                  </a:cubicBezTo>
                  <a:cubicBezTo>
                    <a:pt x="3384" y="5172"/>
                    <a:pt x="3354" y="6775"/>
                    <a:pt x="4322" y="7785"/>
                  </a:cubicBezTo>
                  <a:cubicBezTo>
                    <a:pt x="4884" y="8350"/>
                    <a:pt x="5795" y="8439"/>
                    <a:pt x="5795" y="8439"/>
                  </a:cubicBezTo>
                  <a:cubicBezTo>
                    <a:pt x="6118" y="8468"/>
                    <a:pt x="6573" y="8686"/>
                    <a:pt x="6804" y="8916"/>
                  </a:cubicBezTo>
                  <a:lnTo>
                    <a:pt x="6924" y="9033"/>
                  </a:lnTo>
                  <a:cubicBezTo>
                    <a:pt x="7153" y="9267"/>
                    <a:pt x="7153" y="9641"/>
                    <a:pt x="6924" y="9874"/>
                  </a:cubicBezTo>
                  <a:lnTo>
                    <a:pt x="3488" y="13310"/>
                  </a:lnTo>
                  <a:lnTo>
                    <a:pt x="310" y="16487"/>
                  </a:lnTo>
                  <a:lnTo>
                    <a:pt x="233" y="16566"/>
                  </a:lnTo>
                  <a:cubicBezTo>
                    <a:pt x="1" y="16798"/>
                    <a:pt x="1" y="17174"/>
                    <a:pt x="233" y="17405"/>
                  </a:cubicBezTo>
                  <a:lnTo>
                    <a:pt x="6926" y="24099"/>
                  </a:lnTo>
                  <a:cubicBezTo>
                    <a:pt x="7156" y="24332"/>
                    <a:pt x="7156" y="24706"/>
                    <a:pt x="6926" y="24938"/>
                  </a:cubicBezTo>
                  <a:lnTo>
                    <a:pt x="6919" y="24945"/>
                  </a:lnTo>
                  <a:cubicBezTo>
                    <a:pt x="6688" y="25177"/>
                    <a:pt x="6233" y="25391"/>
                    <a:pt x="5908" y="25420"/>
                  </a:cubicBezTo>
                  <a:cubicBezTo>
                    <a:pt x="5908" y="25420"/>
                    <a:pt x="4999" y="25511"/>
                    <a:pt x="4436" y="26074"/>
                  </a:cubicBezTo>
                  <a:cubicBezTo>
                    <a:pt x="3478" y="27047"/>
                    <a:pt x="3485" y="28613"/>
                    <a:pt x="4451" y="29579"/>
                  </a:cubicBezTo>
                  <a:cubicBezTo>
                    <a:pt x="4938" y="30065"/>
                    <a:pt x="5575" y="30309"/>
                    <a:pt x="6213" y="30309"/>
                  </a:cubicBezTo>
                  <a:cubicBezTo>
                    <a:pt x="6843" y="30309"/>
                    <a:pt x="7473" y="30072"/>
                    <a:pt x="7958" y="29596"/>
                  </a:cubicBezTo>
                  <a:cubicBezTo>
                    <a:pt x="8522" y="29031"/>
                    <a:pt x="8608" y="28125"/>
                    <a:pt x="8608" y="28125"/>
                  </a:cubicBezTo>
                  <a:cubicBezTo>
                    <a:pt x="8642" y="27797"/>
                    <a:pt x="8857" y="27341"/>
                    <a:pt x="9087" y="27111"/>
                  </a:cubicBezTo>
                  <a:lnTo>
                    <a:pt x="9090" y="27107"/>
                  </a:lnTo>
                  <a:cubicBezTo>
                    <a:pt x="9204" y="26996"/>
                    <a:pt x="9355" y="26934"/>
                    <a:pt x="9513" y="26934"/>
                  </a:cubicBezTo>
                  <a:cubicBezTo>
                    <a:pt x="9669" y="26934"/>
                    <a:pt x="9820" y="26996"/>
                    <a:pt x="9930" y="27107"/>
                  </a:cubicBezTo>
                  <a:lnTo>
                    <a:pt x="16623" y="33801"/>
                  </a:lnTo>
                  <a:cubicBezTo>
                    <a:pt x="16741" y="33916"/>
                    <a:pt x="16893" y="33973"/>
                    <a:pt x="17045" y="33973"/>
                  </a:cubicBezTo>
                  <a:cubicBezTo>
                    <a:pt x="17198" y="33973"/>
                    <a:pt x="17350" y="33916"/>
                    <a:pt x="17468" y="33801"/>
                  </a:cubicBezTo>
                  <a:lnTo>
                    <a:pt x="24161" y="27107"/>
                  </a:lnTo>
                  <a:cubicBezTo>
                    <a:pt x="24391" y="26874"/>
                    <a:pt x="24391" y="26500"/>
                    <a:pt x="24161" y="26266"/>
                  </a:cubicBezTo>
                  <a:lnTo>
                    <a:pt x="24082" y="26193"/>
                  </a:lnTo>
                  <a:cubicBezTo>
                    <a:pt x="23852" y="25963"/>
                    <a:pt x="23396" y="25746"/>
                    <a:pt x="23073" y="25714"/>
                  </a:cubicBezTo>
                  <a:cubicBezTo>
                    <a:pt x="23073" y="25714"/>
                    <a:pt x="22167" y="25628"/>
                    <a:pt x="21600" y="25063"/>
                  </a:cubicBezTo>
                  <a:cubicBezTo>
                    <a:pt x="20626" y="24092"/>
                    <a:pt x="20631" y="22513"/>
                    <a:pt x="21600" y="21541"/>
                  </a:cubicBezTo>
                  <a:cubicBezTo>
                    <a:pt x="22087" y="21055"/>
                    <a:pt x="22725" y="20812"/>
                    <a:pt x="23362" y="20812"/>
                  </a:cubicBezTo>
                  <a:cubicBezTo>
                    <a:pt x="24000" y="20812"/>
                    <a:pt x="24637" y="21055"/>
                    <a:pt x="25124" y="21541"/>
                  </a:cubicBezTo>
                  <a:cubicBezTo>
                    <a:pt x="25685" y="22104"/>
                    <a:pt x="25776" y="23016"/>
                    <a:pt x="25776" y="23016"/>
                  </a:cubicBezTo>
                  <a:cubicBezTo>
                    <a:pt x="25805" y="23338"/>
                    <a:pt x="26022" y="23793"/>
                    <a:pt x="26252" y="24025"/>
                  </a:cubicBezTo>
                  <a:lnTo>
                    <a:pt x="26325" y="24099"/>
                  </a:lnTo>
                  <a:cubicBezTo>
                    <a:pt x="26437" y="24209"/>
                    <a:pt x="26588" y="24270"/>
                    <a:pt x="26746" y="24270"/>
                  </a:cubicBezTo>
                  <a:cubicBezTo>
                    <a:pt x="26902" y="24270"/>
                    <a:pt x="27053" y="24209"/>
                    <a:pt x="27165" y="24099"/>
                  </a:cubicBezTo>
                  <a:lnTo>
                    <a:pt x="33858" y="17405"/>
                  </a:lnTo>
                  <a:cubicBezTo>
                    <a:pt x="34088" y="17172"/>
                    <a:pt x="34087" y="16798"/>
                    <a:pt x="33855" y="16566"/>
                  </a:cubicBezTo>
                  <a:lnTo>
                    <a:pt x="28225" y="10937"/>
                  </a:lnTo>
                  <a:lnTo>
                    <a:pt x="27163" y="9874"/>
                  </a:lnTo>
                  <a:cubicBezTo>
                    <a:pt x="27051" y="9763"/>
                    <a:pt x="26900" y="9701"/>
                    <a:pt x="26742" y="9701"/>
                  </a:cubicBezTo>
                  <a:cubicBezTo>
                    <a:pt x="26585" y="9701"/>
                    <a:pt x="26434" y="9763"/>
                    <a:pt x="26322" y="9874"/>
                  </a:cubicBezTo>
                  <a:lnTo>
                    <a:pt x="26252" y="9945"/>
                  </a:lnTo>
                  <a:cubicBezTo>
                    <a:pt x="26022" y="10176"/>
                    <a:pt x="25807" y="10631"/>
                    <a:pt x="25773" y="10959"/>
                  </a:cubicBezTo>
                  <a:cubicBezTo>
                    <a:pt x="25773" y="10959"/>
                    <a:pt x="25687" y="11865"/>
                    <a:pt x="25124" y="12430"/>
                  </a:cubicBezTo>
                  <a:cubicBezTo>
                    <a:pt x="24657" y="12897"/>
                    <a:pt x="24024" y="13159"/>
                    <a:pt x="23363" y="13159"/>
                  </a:cubicBezTo>
                  <a:cubicBezTo>
                    <a:pt x="23351" y="13159"/>
                    <a:pt x="23341" y="13156"/>
                    <a:pt x="23329" y="13156"/>
                  </a:cubicBezTo>
                  <a:cubicBezTo>
                    <a:pt x="23312" y="13156"/>
                    <a:pt x="23293" y="13161"/>
                    <a:pt x="23276" y="13161"/>
                  </a:cubicBezTo>
                  <a:cubicBezTo>
                    <a:pt x="22268" y="13161"/>
                    <a:pt x="21358" y="12553"/>
                    <a:pt x="20974" y="11623"/>
                  </a:cubicBezTo>
                  <a:cubicBezTo>
                    <a:pt x="20588" y="10691"/>
                    <a:pt x="20801" y="9620"/>
                    <a:pt x="21513" y="8908"/>
                  </a:cubicBezTo>
                  <a:cubicBezTo>
                    <a:pt x="22076" y="8345"/>
                    <a:pt x="22987" y="8257"/>
                    <a:pt x="22987" y="8257"/>
                  </a:cubicBezTo>
                  <a:cubicBezTo>
                    <a:pt x="23310" y="8228"/>
                    <a:pt x="23765" y="8010"/>
                    <a:pt x="23996" y="7779"/>
                  </a:cubicBezTo>
                  <a:lnTo>
                    <a:pt x="24117" y="7662"/>
                  </a:lnTo>
                  <a:cubicBezTo>
                    <a:pt x="24345" y="7432"/>
                    <a:pt x="24347" y="7063"/>
                    <a:pt x="24122" y="6831"/>
                  </a:cubicBezTo>
                  <a:lnTo>
                    <a:pt x="23358" y="6067"/>
                  </a:lnTo>
                  <a:lnTo>
                    <a:pt x="17464" y="174"/>
                  </a:lnTo>
                  <a:cubicBezTo>
                    <a:pt x="17353" y="64"/>
                    <a:pt x="17202" y="0"/>
                    <a:pt x="17044" y="0"/>
                  </a:cubicBezTo>
                  <a:close/>
                </a:path>
              </a:pathLst>
            </a:custGeom>
            <a:solidFill>
              <a:srgbClr val="A5B7C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555" name="Google Shape;9555;p39"/>
            <p:cNvSpPr/>
            <p:nvPr/>
          </p:nvSpPr>
          <p:spPr>
            <a:xfrm>
              <a:off x="1690156" y="2190379"/>
              <a:ext cx="411261" cy="409845"/>
            </a:xfrm>
            <a:custGeom>
              <a:rect b="b" l="l" r="r" t="t"/>
              <a:pathLst>
                <a:path extrusionOk="0" h="34168" w="34286">
                  <a:moveTo>
                    <a:pt x="17145" y="1"/>
                  </a:moveTo>
                  <a:cubicBezTo>
                    <a:pt x="16992" y="1"/>
                    <a:pt x="16839" y="59"/>
                    <a:pt x="16722" y="176"/>
                  </a:cubicBezTo>
                  <a:lnTo>
                    <a:pt x="16686" y="210"/>
                  </a:lnTo>
                  <a:cubicBezTo>
                    <a:pt x="16681" y="215"/>
                    <a:pt x="16681" y="220"/>
                    <a:pt x="16676" y="225"/>
                  </a:cubicBezTo>
                  <a:lnTo>
                    <a:pt x="11966" y="4935"/>
                  </a:lnTo>
                  <a:lnTo>
                    <a:pt x="9984" y="6917"/>
                  </a:lnTo>
                  <a:cubicBezTo>
                    <a:pt x="9756" y="7149"/>
                    <a:pt x="9758" y="7521"/>
                    <a:pt x="9988" y="7751"/>
                  </a:cubicBezTo>
                  <a:lnTo>
                    <a:pt x="10048" y="7810"/>
                  </a:lnTo>
                  <a:cubicBezTo>
                    <a:pt x="10290" y="8021"/>
                    <a:pt x="10698" y="8211"/>
                    <a:pt x="11002" y="8239"/>
                  </a:cubicBezTo>
                  <a:cubicBezTo>
                    <a:pt x="11002" y="8239"/>
                    <a:pt x="11759" y="8319"/>
                    <a:pt x="12317" y="8760"/>
                  </a:cubicBezTo>
                  <a:cubicBezTo>
                    <a:pt x="12404" y="8821"/>
                    <a:pt x="12487" y="8887"/>
                    <a:pt x="12562" y="8963"/>
                  </a:cubicBezTo>
                  <a:cubicBezTo>
                    <a:pt x="13552" y="9938"/>
                    <a:pt x="13559" y="11536"/>
                    <a:pt x="12576" y="12516"/>
                  </a:cubicBezTo>
                  <a:cubicBezTo>
                    <a:pt x="12086" y="13006"/>
                    <a:pt x="11445" y="13250"/>
                    <a:pt x="10804" y="13250"/>
                  </a:cubicBezTo>
                  <a:cubicBezTo>
                    <a:pt x="10156" y="13250"/>
                    <a:pt x="9509" y="13001"/>
                    <a:pt x="9018" y="12502"/>
                  </a:cubicBezTo>
                  <a:cubicBezTo>
                    <a:pt x="8939" y="12421"/>
                    <a:pt x="8869" y="12335"/>
                    <a:pt x="8807" y="12241"/>
                  </a:cubicBezTo>
                  <a:cubicBezTo>
                    <a:pt x="8376" y="11683"/>
                    <a:pt x="8300" y="10944"/>
                    <a:pt x="8300" y="10944"/>
                  </a:cubicBezTo>
                  <a:cubicBezTo>
                    <a:pt x="8271" y="10652"/>
                    <a:pt x="8094" y="10264"/>
                    <a:pt x="7894" y="10017"/>
                  </a:cubicBezTo>
                  <a:cubicBezTo>
                    <a:pt x="7890" y="10013"/>
                    <a:pt x="7887" y="10008"/>
                    <a:pt x="7883" y="10005"/>
                  </a:cubicBezTo>
                  <a:lnTo>
                    <a:pt x="7810" y="9933"/>
                  </a:lnTo>
                  <a:cubicBezTo>
                    <a:pt x="7697" y="9818"/>
                    <a:pt x="7544" y="9756"/>
                    <a:pt x="7388" y="9756"/>
                  </a:cubicBezTo>
                  <a:cubicBezTo>
                    <a:pt x="7313" y="9756"/>
                    <a:pt x="7238" y="9770"/>
                    <a:pt x="7166" y="9799"/>
                  </a:cubicBezTo>
                  <a:cubicBezTo>
                    <a:pt x="7096" y="9828"/>
                    <a:pt x="7029" y="9871"/>
                    <a:pt x="6974" y="9924"/>
                  </a:cubicBezTo>
                  <a:lnTo>
                    <a:pt x="5908" y="10990"/>
                  </a:lnTo>
                  <a:lnTo>
                    <a:pt x="282" y="16618"/>
                  </a:lnTo>
                  <a:cubicBezTo>
                    <a:pt x="277" y="16623"/>
                    <a:pt x="270" y="16624"/>
                    <a:pt x="265" y="16628"/>
                  </a:cubicBezTo>
                  <a:lnTo>
                    <a:pt x="236" y="16662"/>
                  </a:lnTo>
                  <a:cubicBezTo>
                    <a:pt x="0" y="16896"/>
                    <a:pt x="0" y="17275"/>
                    <a:pt x="236" y="17510"/>
                  </a:cubicBezTo>
                  <a:lnTo>
                    <a:pt x="6965" y="24238"/>
                  </a:lnTo>
                  <a:cubicBezTo>
                    <a:pt x="7082" y="24355"/>
                    <a:pt x="7235" y="24414"/>
                    <a:pt x="7388" y="24414"/>
                  </a:cubicBezTo>
                  <a:cubicBezTo>
                    <a:pt x="7541" y="24414"/>
                    <a:pt x="7695" y="24355"/>
                    <a:pt x="7811" y="24238"/>
                  </a:cubicBezTo>
                  <a:lnTo>
                    <a:pt x="7882" y="24168"/>
                  </a:lnTo>
                  <a:cubicBezTo>
                    <a:pt x="8115" y="23932"/>
                    <a:pt x="8330" y="23478"/>
                    <a:pt x="8364" y="23150"/>
                  </a:cubicBezTo>
                  <a:cubicBezTo>
                    <a:pt x="8364" y="23150"/>
                    <a:pt x="8450" y="22237"/>
                    <a:pt x="9016" y="21669"/>
                  </a:cubicBezTo>
                  <a:cubicBezTo>
                    <a:pt x="9506" y="21169"/>
                    <a:pt x="10154" y="20919"/>
                    <a:pt x="10803" y="20919"/>
                  </a:cubicBezTo>
                  <a:cubicBezTo>
                    <a:pt x="11444" y="20919"/>
                    <a:pt x="12085" y="21163"/>
                    <a:pt x="12574" y="21653"/>
                  </a:cubicBezTo>
                  <a:cubicBezTo>
                    <a:pt x="13559" y="22637"/>
                    <a:pt x="13552" y="24236"/>
                    <a:pt x="12559" y="25211"/>
                  </a:cubicBezTo>
                  <a:cubicBezTo>
                    <a:pt x="11994" y="25777"/>
                    <a:pt x="11081" y="25867"/>
                    <a:pt x="11081" y="25867"/>
                  </a:cubicBezTo>
                  <a:cubicBezTo>
                    <a:pt x="10753" y="25898"/>
                    <a:pt x="10295" y="26116"/>
                    <a:pt x="10063" y="26346"/>
                  </a:cubicBezTo>
                  <a:lnTo>
                    <a:pt x="9989" y="26419"/>
                  </a:lnTo>
                  <a:cubicBezTo>
                    <a:pt x="9758" y="26653"/>
                    <a:pt x="9758" y="27030"/>
                    <a:pt x="9989" y="27264"/>
                  </a:cubicBezTo>
                  <a:lnTo>
                    <a:pt x="16722" y="33995"/>
                  </a:lnTo>
                  <a:cubicBezTo>
                    <a:pt x="16839" y="34110"/>
                    <a:pt x="16991" y="34168"/>
                    <a:pt x="17144" y="34168"/>
                  </a:cubicBezTo>
                  <a:cubicBezTo>
                    <a:pt x="17296" y="34168"/>
                    <a:pt x="17448" y="34110"/>
                    <a:pt x="17565" y="33995"/>
                  </a:cubicBezTo>
                  <a:lnTo>
                    <a:pt x="24296" y="27264"/>
                  </a:lnTo>
                  <a:cubicBezTo>
                    <a:pt x="24414" y="27148"/>
                    <a:pt x="24567" y="27090"/>
                    <a:pt x="24720" y="27090"/>
                  </a:cubicBezTo>
                  <a:cubicBezTo>
                    <a:pt x="24873" y="27090"/>
                    <a:pt x="25027" y="27148"/>
                    <a:pt x="25144" y="27264"/>
                  </a:cubicBezTo>
                  <a:lnTo>
                    <a:pt x="25264" y="27384"/>
                  </a:lnTo>
                  <a:cubicBezTo>
                    <a:pt x="25496" y="27619"/>
                    <a:pt x="25712" y="28077"/>
                    <a:pt x="25743" y="28402"/>
                  </a:cubicBezTo>
                  <a:cubicBezTo>
                    <a:pt x="25743" y="28402"/>
                    <a:pt x="25832" y="29315"/>
                    <a:pt x="26399" y="29883"/>
                  </a:cubicBezTo>
                  <a:cubicBezTo>
                    <a:pt x="26888" y="30368"/>
                    <a:pt x="27526" y="30611"/>
                    <a:pt x="28165" y="30611"/>
                  </a:cubicBezTo>
                  <a:cubicBezTo>
                    <a:pt x="28806" y="30611"/>
                    <a:pt x="29447" y="30366"/>
                    <a:pt x="29936" y="29878"/>
                  </a:cubicBezTo>
                  <a:cubicBezTo>
                    <a:pt x="30913" y="28901"/>
                    <a:pt x="30914" y="27319"/>
                    <a:pt x="29943" y="26340"/>
                  </a:cubicBezTo>
                  <a:lnTo>
                    <a:pt x="29943" y="26340"/>
                  </a:lnTo>
                  <a:lnTo>
                    <a:pt x="29943" y="26344"/>
                  </a:lnTo>
                  <a:cubicBezTo>
                    <a:pt x="29373" y="25774"/>
                    <a:pt x="28460" y="25688"/>
                    <a:pt x="28460" y="25688"/>
                  </a:cubicBezTo>
                  <a:cubicBezTo>
                    <a:pt x="28132" y="25654"/>
                    <a:pt x="27677" y="25439"/>
                    <a:pt x="27442" y="25206"/>
                  </a:cubicBezTo>
                  <a:lnTo>
                    <a:pt x="27322" y="25084"/>
                  </a:lnTo>
                  <a:cubicBezTo>
                    <a:pt x="27092" y="24851"/>
                    <a:pt x="27092" y="24475"/>
                    <a:pt x="27322" y="24241"/>
                  </a:cubicBezTo>
                  <a:lnTo>
                    <a:pt x="34054" y="17508"/>
                  </a:lnTo>
                  <a:cubicBezTo>
                    <a:pt x="34285" y="17275"/>
                    <a:pt x="34285" y="16897"/>
                    <a:pt x="34054" y="16664"/>
                  </a:cubicBezTo>
                  <a:lnTo>
                    <a:pt x="27322" y="9933"/>
                  </a:lnTo>
                  <a:cubicBezTo>
                    <a:pt x="27090" y="9698"/>
                    <a:pt x="27090" y="9320"/>
                    <a:pt x="27322" y="9085"/>
                  </a:cubicBezTo>
                  <a:lnTo>
                    <a:pt x="27327" y="9081"/>
                  </a:lnTo>
                  <a:cubicBezTo>
                    <a:pt x="27559" y="8848"/>
                    <a:pt x="28017" y="8635"/>
                    <a:pt x="28345" y="8601"/>
                  </a:cubicBezTo>
                  <a:cubicBezTo>
                    <a:pt x="28345" y="8601"/>
                    <a:pt x="29258" y="8515"/>
                    <a:pt x="29825" y="7947"/>
                  </a:cubicBezTo>
                  <a:cubicBezTo>
                    <a:pt x="30817" y="6972"/>
                    <a:pt x="30823" y="5372"/>
                    <a:pt x="29840" y="4389"/>
                  </a:cubicBezTo>
                  <a:cubicBezTo>
                    <a:pt x="29350" y="3899"/>
                    <a:pt x="28709" y="3655"/>
                    <a:pt x="28068" y="3655"/>
                  </a:cubicBezTo>
                  <a:cubicBezTo>
                    <a:pt x="27420" y="3655"/>
                    <a:pt x="26771" y="3905"/>
                    <a:pt x="26280" y="4404"/>
                  </a:cubicBezTo>
                  <a:cubicBezTo>
                    <a:pt x="25716" y="4969"/>
                    <a:pt x="25628" y="5887"/>
                    <a:pt x="25628" y="5887"/>
                  </a:cubicBezTo>
                  <a:cubicBezTo>
                    <a:pt x="25596" y="6210"/>
                    <a:pt x="25381" y="6670"/>
                    <a:pt x="25146" y="6903"/>
                  </a:cubicBezTo>
                  <a:lnTo>
                    <a:pt x="25144" y="6907"/>
                  </a:lnTo>
                  <a:cubicBezTo>
                    <a:pt x="25027" y="7023"/>
                    <a:pt x="24873" y="7081"/>
                    <a:pt x="24720" y="7081"/>
                  </a:cubicBezTo>
                  <a:cubicBezTo>
                    <a:pt x="24567" y="7081"/>
                    <a:pt x="24414" y="7023"/>
                    <a:pt x="24296" y="6907"/>
                  </a:cubicBezTo>
                  <a:lnTo>
                    <a:pt x="17567" y="176"/>
                  </a:lnTo>
                  <a:cubicBezTo>
                    <a:pt x="17450" y="59"/>
                    <a:pt x="17297" y="1"/>
                    <a:pt x="17145" y="1"/>
                  </a:cubicBezTo>
                  <a:close/>
                </a:path>
              </a:pathLst>
            </a:custGeom>
            <a:solidFill>
              <a:srgbClr val="DBE3E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556" name="Google Shape;9556;p39"/>
            <p:cNvSpPr/>
            <p:nvPr/>
          </p:nvSpPr>
          <p:spPr>
            <a:xfrm>
              <a:off x="1484068" y="1984268"/>
              <a:ext cx="408862" cy="407494"/>
            </a:xfrm>
            <a:custGeom>
              <a:rect b="b" l="l" r="r" t="t"/>
              <a:pathLst>
                <a:path extrusionOk="0" h="33972" w="34086">
                  <a:moveTo>
                    <a:pt x="17043" y="1"/>
                  </a:moveTo>
                  <a:cubicBezTo>
                    <a:pt x="16887" y="1"/>
                    <a:pt x="16736" y="61"/>
                    <a:pt x="16624" y="172"/>
                  </a:cubicBezTo>
                  <a:lnTo>
                    <a:pt x="9932" y="6866"/>
                  </a:lnTo>
                  <a:cubicBezTo>
                    <a:pt x="9701" y="7099"/>
                    <a:pt x="9701" y="7475"/>
                    <a:pt x="9932" y="7709"/>
                  </a:cubicBezTo>
                  <a:lnTo>
                    <a:pt x="10003" y="7779"/>
                  </a:lnTo>
                  <a:cubicBezTo>
                    <a:pt x="10235" y="8009"/>
                    <a:pt x="10689" y="8223"/>
                    <a:pt x="11014" y="8254"/>
                  </a:cubicBezTo>
                  <a:cubicBezTo>
                    <a:pt x="11014" y="8254"/>
                    <a:pt x="11923" y="8345"/>
                    <a:pt x="12486" y="8907"/>
                  </a:cubicBezTo>
                  <a:cubicBezTo>
                    <a:pt x="13430" y="9883"/>
                    <a:pt x="13420" y="11436"/>
                    <a:pt x="12459" y="12397"/>
                  </a:cubicBezTo>
                  <a:cubicBezTo>
                    <a:pt x="11973" y="12885"/>
                    <a:pt x="11335" y="13129"/>
                    <a:pt x="10697" y="13129"/>
                  </a:cubicBezTo>
                  <a:cubicBezTo>
                    <a:pt x="10074" y="13129"/>
                    <a:pt x="9450" y="12896"/>
                    <a:pt x="8968" y="12430"/>
                  </a:cubicBezTo>
                  <a:cubicBezTo>
                    <a:pt x="8402" y="11864"/>
                    <a:pt x="8314" y="10958"/>
                    <a:pt x="8314" y="10958"/>
                  </a:cubicBezTo>
                  <a:cubicBezTo>
                    <a:pt x="8280" y="10633"/>
                    <a:pt x="8067" y="10178"/>
                    <a:pt x="7835" y="9948"/>
                  </a:cubicBezTo>
                  <a:lnTo>
                    <a:pt x="7765" y="9873"/>
                  </a:lnTo>
                  <a:cubicBezTo>
                    <a:pt x="7653" y="9763"/>
                    <a:pt x="7502" y="9701"/>
                    <a:pt x="7344" y="9699"/>
                  </a:cubicBezTo>
                  <a:cubicBezTo>
                    <a:pt x="7186" y="9699"/>
                    <a:pt x="7037" y="9763"/>
                    <a:pt x="6926" y="9873"/>
                  </a:cubicBezTo>
                  <a:lnTo>
                    <a:pt x="232" y="16566"/>
                  </a:lnTo>
                  <a:cubicBezTo>
                    <a:pt x="0" y="16800"/>
                    <a:pt x="0" y="17174"/>
                    <a:pt x="232" y="17406"/>
                  </a:cubicBezTo>
                  <a:lnTo>
                    <a:pt x="6170" y="23347"/>
                  </a:lnTo>
                  <a:lnTo>
                    <a:pt x="6167" y="23347"/>
                  </a:lnTo>
                  <a:lnTo>
                    <a:pt x="6929" y="24109"/>
                  </a:lnTo>
                  <a:cubicBezTo>
                    <a:pt x="7154" y="24343"/>
                    <a:pt x="7152" y="24712"/>
                    <a:pt x="6924" y="24942"/>
                  </a:cubicBezTo>
                  <a:lnTo>
                    <a:pt x="6805" y="25059"/>
                  </a:lnTo>
                  <a:cubicBezTo>
                    <a:pt x="6574" y="25290"/>
                    <a:pt x="6119" y="25508"/>
                    <a:pt x="5794" y="25537"/>
                  </a:cubicBezTo>
                  <a:cubicBezTo>
                    <a:pt x="5794" y="25537"/>
                    <a:pt x="4883" y="25625"/>
                    <a:pt x="4322" y="26188"/>
                  </a:cubicBezTo>
                  <a:cubicBezTo>
                    <a:pt x="3610" y="26900"/>
                    <a:pt x="3397" y="27971"/>
                    <a:pt x="3781" y="28903"/>
                  </a:cubicBezTo>
                  <a:cubicBezTo>
                    <a:pt x="4167" y="29833"/>
                    <a:pt x="5075" y="30441"/>
                    <a:pt x="6083" y="30441"/>
                  </a:cubicBezTo>
                  <a:cubicBezTo>
                    <a:pt x="6102" y="30441"/>
                    <a:pt x="6119" y="30436"/>
                    <a:pt x="6138" y="30436"/>
                  </a:cubicBezTo>
                  <a:cubicBezTo>
                    <a:pt x="6148" y="30436"/>
                    <a:pt x="6158" y="30437"/>
                    <a:pt x="6170" y="30437"/>
                  </a:cubicBezTo>
                  <a:cubicBezTo>
                    <a:pt x="6173" y="30437"/>
                    <a:pt x="6175" y="30437"/>
                    <a:pt x="6177" y="30437"/>
                  </a:cubicBezTo>
                  <a:cubicBezTo>
                    <a:pt x="6835" y="30437"/>
                    <a:pt x="7466" y="30175"/>
                    <a:pt x="7933" y="29710"/>
                  </a:cubicBezTo>
                  <a:cubicBezTo>
                    <a:pt x="8494" y="29145"/>
                    <a:pt x="8582" y="28239"/>
                    <a:pt x="8582" y="28239"/>
                  </a:cubicBezTo>
                  <a:cubicBezTo>
                    <a:pt x="8614" y="27911"/>
                    <a:pt x="8829" y="27456"/>
                    <a:pt x="9059" y="27225"/>
                  </a:cubicBezTo>
                  <a:lnTo>
                    <a:pt x="9129" y="27154"/>
                  </a:lnTo>
                  <a:cubicBezTo>
                    <a:pt x="9243" y="27043"/>
                    <a:pt x="9394" y="26981"/>
                    <a:pt x="9551" y="26981"/>
                  </a:cubicBezTo>
                  <a:cubicBezTo>
                    <a:pt x="9708" y="26981"/>
                    <a:pt x="9859" y="27043"/>
                    <a:pt x="9970" y="27154"/>
                  </a:cubicBezTo>
                  <a:lnTo>
                    <a:pt x="11033" y="28217"/>
                  </a:lnTo>
                  <a:lnTo>
                    <a:pt x="11033" y="28211"/>
                  </a:lnTo>
                  <a:lnTo>
                    <a:pt x="16621" y="33800"/>
                  </a:lnTo>
                  <a:cubicBezTo>
                    <a:pt x="16734" y="33909"/>
                    <a:pt x="16885" y="33971"/>
                    <a:pt x="17043" y="33971"/>
                  </a:cubicBezTo>
                  <a:cubicBezTo>
                    <a:pt x="17192" y="33970"/>
                    <a:pt x="17337" y="33913"/>
                    <a:pt x="17445" y="33810"/>
                  </a:cubicBezTo>
                  <a:cubicBezTo>
                    <a:pt x="17450" y="33805"/>
                    <a:pt x="17457" y="33803"/>
                    <a:pt x="17462" y="33800"/>
                  </a:cubicBezTo>
                  <a:lnTo>
                    <a:pt x="23088" y="28172"/>
                  </a:lnTo>
                  <a:lnTo>
                    <a:pt x="24154" y="27106"/>
                  </a:lnTo>
                  <a:cubicBezTo>
                    <a:pt x="24209" y="27053"/>
                    <a:pt x="24274" y="27010"/>
                    <a:pt x="24346" y="26981"/>
                  </a:cubicBezTo>
                  <a:cubicBezTo>
                    <a:pt x="24418" y="26951"/>
                    <a:pt x="24494" y="26937"/>
                    <a:pt x="24569" y="26937"/>
                  </a:cubicBezTo>
                  <a:cubicBezTo>
                    <a:pt x="24724" y="26937"/>
                    <a:pt x="24876" y="26998"/>
                    <a:pt x="24990" y="27113"/>
                  </a:cubicBezTo>
                  <a:lnTo>
                    <a:pt x="25063" y="27187"/>
                  </a:lnTo>
                  <a:cubicBezTo>
                    <a:pt x="25067" y="27190"/>
                    <a:pt x="25070" y="27195"/>
                    <a:pt x="25074" y="27199"/>
                  </a:cubicBezTo>
                  <a:cubicBezTo>
                    <a:pt x="25274" y="27444"/>
                    <a:pt x="25450" y="27834"/>
                    <a:pt x="25480" y="28124"/>
                  </a:cubicBezTo>
                  <a:cubicBezTo>
                    <a:pt x="25480" y="28124"/>
                    <a:pt x="25556" y="28865"/>
                    <a:pt x="25985" y="29423"/>
                  </a:cubicBezTo>
                  <a:cubicBezTo>
                    <a:pt x="26049" y="29516"/>
                    <a:pt x="26119" y="29603"/>
                    <a:pt x="26198" y="29684"/>
                  </a:cubicBezTo>
                  <a:cubicBezTo>
                    <a:pt x="26689" y="30182"/>
                    <a:pt x="27336" y="30431"/>
                    <a:pt x="27983" y="30431"/>
                  </a:cubicBezTo>
                  <a:cubicBezTo>
                    <a:pt x="28624" y="30431"/>
                    <a:pt x="29265" y="30187"/>
                    <a:pt x="29754" y="29698"/>
                  </a:cubicBezTo>
                  <a:cubicBezTo>
                    <a:pt x="30737" y="28716"/>
                    <a:pt x="30732" y="27120"/>
                    <a:pt x="29742" y="26143"/>
                  </a:cubicBezTo>
                  <a:cubicBezTo>
                    <a:pt x="29667" y="26069"/>
                    <a:pt x="29584" y="26001"/>
                    <a:pt x="29497" y="25941"/>
                  </a:cubicBezTo>
                  <a:cubicBezTo>
                    <a:pt x="28937" y="25500"/>
                    <a:pt x="28182" y="25421"/>
                    <a:pt x="28182" y="25421"/>
                  </a:cubicBezTo>
                  <a:cubicBezTo>
                    <a:pt x="27878" y="25392"/>
                    <a:pt x="27470" y="25203"/>
                    <a:pt x="27226" y="24990"/>
                  </a:cubicBezTo>
                  <a:lnTo>
                    <a:pt x="27168" y="24932"/>
                  </a:lnTo>
                  <a:cubicBezTo>
                    <a:pt x="26938" y="24703"/>
                    <a:pt x="26936" y="24331"/>
                    <a:pt x="27164" y="24099"/>
                  </a:cubicBezTo>
                  <a:lnTo>
                    <a:pt x="29146" y="22115"/>
                  </a:lnTo>
                  <a:lnTo>
                    <a:pt x="33856" y="17407"/>
                  </a:lnTo>
                  <a:cubicBezTo>
                    <a:pt x="33861" y="17402"/>
                    <a:pt x="33861" y="17397"/>
                    <a:pt x="33866" y="17392"/>
                  </a:cubicBezTo>
                  <a:cubicBezTo>
                    <a:pt x="34086" y="17160"/>
                    <a:pt x="34081" y="16795"/>
                    <a:pt x="33856" y="16566"/>
                  </a:cubicBezTo>
                  <a:lnTo>
                    <a:pt x="27162" y="9873"/>
                  </a:lnTo>
                  <a:cubicBezTo>
                    <a:pt x="27052" y="9764"/>
                    <a:pt x="26905" y="9701"/>
                    <a:pt x="26750" y="9701"/>
                  </a:cubicBezTo>
                  <a:cubicBezTo>
                    <a:pt x="26748" y="9701"/>
                    <a:pt x="26746" y="9701"/>
                    <a:pt x="26744" y="9701"/>
                  </a:cubicBezTo>
                  <a:cubicBezTo>
                    <a:pt x="26586" y="9701"/>
                    <a:pt x="26435" y="9763"/>
                    <a:pt x="26323" y="9873"/>
                  </a:cubicBezTo>
                  <a:lnTo>
                    <a:pt x="26249" y="9948"/>
                  </a:lnTo>
                  <a:cubicBezTo>
                    <a:pt x="26019" y="10178"/>
                    <a:pt x="25803" y="10635"/>
                    <a:pt x="25774" y="10961"/>
                  </a:cubicBezTo>
                  <a:cubicBezTo>
                    <a:pt x="25774" y="10961"/>
                    <a:pt x="25685" y="11869"/>
                    <a:pt x="25122" y="12434"/>
                  </a:cubicBezTo>
                  <a:cubicBezTo>
                    <a:pt x="24634" y="12928"/>
                    <a:pt x="23990" y="13175"/>
                    <a:pt x="23347" y="13175"/>
                  </a:cubicBezTo>
                  <a:cubicBezTo>
                    <a:pt x="22709" y="13175"/>
                    <a:pt x="22072" y="12932"/>
                    <a:pt x="21586" y="12446"/>
                  </a:cubicBezTo>
                  <a:cubicBezTo>
                    <a:pt x="20608" y="11467"/>
                    <a:pt x="20613" y="9881"/>
                    <a:pt x="21598" y="8910"/>
                  </a:cubicBezTo>
                  <a:cubicBezTo>
                    <a:pt x="22163" y="8347"/>
                    <a:pt x="23071" y="8258"/>
                    <a:pt x="23071" y="8258"/>
                  </a:cubicBezTo>
                  <a:cubicBezTo>
                    <a:pt x="23395" y="8227"/>
                    <a:pt x="23850" y="8014"/>
                    <a:pt x="24080" y="7782"/>
                  </a:cubicBezTo>
                  <a:lnTo>
                    <a:pt x="24159" y="7709"/>
                  </a:lnTo>
                  <a:cubicBezTo>
                    <a:pt x="24389" y="7475"/>
                    <a:pt x="24389" y="7099"/>
                    <a:pt x="24159" y="6866"/>
                  </a:cubicBezTo>
                  <a:lnTo>
                    <a:pt x="17465" y="172"/>
                  </a:lnTo>
                  <a:cubicBezTo>
                    <a:pt x="17352" y="63"/>
                    <a:pt x="17201" y="1"/>
                    <a:pt x="17043" y="1"/>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557" name="Google Shape;9557;p39"/>
            <p:cNvSpPr/>
            <p:nvPr/>
          </p:nvSpPr>
          <p:spPr>
            <a:xfrm flipH="1">
              <a:off x="865779" y="2190662"/>
              <a:ext cx="408898" cy="407518"/>
            </a:xfrm>
            <a:custGeom>
              <a:rect b="b" l="l" r="r" t="t"/>
              <a:pathLst>
                <a:path extrusionOk="0" h="33974" w="34089">
                  <a:moveTo>
                    <a:pt x="17044" y="0"/>
                  </a:moveTo>
                  <a:cubicBezTo>
                    <a:pt x="16893" y="2"/>
                    <a:pt x="16750" y="60"/>
                    <a:pt x="16640" y="163"/>
                  </a:cubicBezTo>
                  <a:lnTo>
                    <a:pt x="12729" y="4075"/>
                  </a:lnTo>
                  <a:lnTo>
                    <a:pt x="12729" y="4070"/>
                  </a:lnTo>
                  <a:lnTo>
                    <a:pt x="10005" y="6793"/>
                  </a:lnTo>
                  <a:cubicBezTo>
                    <a:pt x="9890" y="6904"/>
                    <a:pt x="9742" y="6959"/>
                    <a:pt x="9595" y="6959"/>
                  </a:cubicBezTo>
                  <a:cubicBezTo>
                    <a:pt x="9444" y="6959"/>
                    <a:pt x="9293" y="6901"/>
                    <a:pt x="9178" y="6787"/>
                  </a:cubicBezTo>
                  <a:lnTo>
                    <a:pt x="9104" y="6713"/>
                  </a:lnTo>
                  <a:cubicBezTo>
                    <a:pt x="8874" y="6481"/>
                    <a:pt x="8660" y="6026"/>
                    <a:pt x="8625" y="5702"/>
                  </a:cubicBezTo>
                  <a:cubicBezTo>
                    <a:pt x="8625" y="5702"/>
                    <a:pt x="8539" y="4792"/>
                    <a:pt x="7976" y="4229"/>
                  </a:cubicBezTo>
                  <a:cubicBezTo>
                    <a:pt x="7478" y="3726"/>
                    <a:pt x="6821" y="3474"/>
                    <a:pt x="6165" y="3474"/>
                  </a:cubicBezTo>
                  <a:cubicBezTo>
                    <a:pt x="5524" y="3474"/>
                    <a:pt x="4883" y="3714"/>
                    <a:pt x="4388" y="4197"/>
                  </a:cubicBezTo>
                  <a:cubicBezTo>
                    <a:pt x="3384" y="5172"/>
                    <a:pt x="3354" y="6775"/>
                    <a:pt x="4322" y="7785"/>
                  </a:cubicBezTo>
                  <a:cubicBezTo>
                    <a:pt x="4884" y="8350"/>
                    <a:pt x="5795" y="8439"/>
                    <a:pt x="5795" y="8439"/>
                  </a:cubicBezTo>
                  <a:cubicBezTo>
                    <a:pt x="6118" y="8468"/>
                    <a:pt x="6573" y="8686"/>
                    <a:pt x="6804" y="8916"/>
                  </a:cubicBezTo>
                  <a:lnTo>
                    <a:pt x="6924" y="9033"/>
                  </a:lnTo>
                  <a:cubicBezTo>
                    <a:pt x="7153" y="9267"/>
                    <a:pt x="7153" y="9641"/>
                    <a:pt x="6924" y="9874"/>
                  </a:cubicBezTo>
                  <a:lnTo>
                    <a:pt x="3488" y="13310"/>
                  </a:lnTo>
                  <a:lnTo>
                    <a:pt x="310" y="16487"/>
                  </a:lnTo>
                  <a:lnTo>
                    <a:pt x="233" y="16566"/>
                  </a:lnTo>
                  <a:cubicBezTo>
                    <a:pt x="1" y="16798"/>
                    <a:pt x="1" y="17174"/>
                    <a:pt x="233" y="17405"/>
                  </a:cubicBezTo>
                  <a:lnTo>
                    <a:pt x="6926" y="24099"/>
                  </a:lnTo>
                  <a:cubicBezTo>
                    <a:pt x="7156" y="24332"/>
                    <a:pt x="7156" y="24706"/>
                    <a:pt x="6926" y="24938"/>
                  </a:cubicBezTo>
                  <a:lnTo>
                    <a:pt x="6919" y="24945"/>
                  </a:lnTo>
                  <a:cubicBezTo>
                    <a:pt x="6688" y="25177"/>
                    <a:pt x="6233" y="25391"/>
                    <a:pt x="5908" y="25420"/>
                  </a:cubicBezTo>
                  <a:cubicBezTo>
                    <a:pt x="5908" y="25420"/>
                    <a:pt x="4999" y="25511"/>
                    <a:pt x="4436" y="26074"/>
                  </a:cubicBezTo>
                  <a:cubicBezTo>
                    <a:pt x="3478" y="27047"/>
                    <a:pt x="3485" y="28613"/>
                    <a:pt x="4451" y="29579"/>
                  </a:cubicBezTo>
                  <a:cubicBezTo>
                    <a:pt x="4938" y="30065"/>
                    <a:pt x="5575" y="30309"/>
                    <a:pt x="6213" y="30309"/>
                  </a:cubicBezTo>
                  <a:cubicBezTo>
                    <a:pt x="6843" y="30309"/>
                    <a:pt x="7473" y="30072"/>
                    <a:pt x="7958" y="29596"/>
                  </a:cubicBezTo>
                  <a:cubicBezTo>
                    <a:pt x="8522" y="29031"/>
                    <a:pt x="8608" y="28125"/>
                    <a:pt x="8608" y="28125"/>
                  </a:cubicBezTo>
                  <a:cubicBezTo>
                    <a:pt x="8642" y="27797"/>
                    <a:pt x="8857" y="27341"/>
                    <a:pt x="9087" y="27111"/>
                  </a:cubicBezTo>
                  <a:lnTo>
                    <a:pt x="9090" y="27107"/>
                  </a:lnTo>
                  <a:cubicBezTo>
                    <a:pt x="9204" y="26996"/>
                    <a:pt x="9355" y="26934"/>
                    <a:pt x="9513" y="26934"/>
                  </a:cubicBezTo>
                  <a:cubicBezTo>
                    <a:pt x="9669" y="26934"/>
                    <a:pt x="9820" y="26996"/>
                    <a:pt x="9930" y="27107"/>
                  </a:cubicBezTo>
                  <a:lnTo>
                    <a:pt x="16623" y="33801"/>
                  </a:lnTo>
                  <a:cubicBezTo>
                    <a:pt x="16741" y="33916"/>
                    <a:pt x="16893" y="33973"/>
                    <a:pt x="17045" y="33973"/>
                  </a:cubicBezTo>
                  <a:cubicBezTo>
                    <a:pt x="17198" y="33973"/>
                    <a:pt x="17350" y="33916"/>
                    <a:pt x="17468" y="33801"/>
                  </a:cubicBezTo>
                  <a:lnTo>
                    <a:pt x="24161" y="27107"/>
                  </a:lnTo>
                  <a:cubicBezTo>
                    <a:pt x="24391" y="26874"/>
                    <a:pt x="24391" y="26500"/>
                    <a:pt x="24161" y="26266"/>
                  </a:cubicBezTo>
                  <a:lnTo>
                    <a:pt x="24082" y="26193"/>
                  </a:lnTo>
                  <a:cubicBezTo>
                    <a:pt x="23852" y="25963"/>
                    <a:pt x="23396" y="25746"/>
                    <a:pt x="23073" y="25714"/>
                  </a:cubicBezTo>
                  <a:cubicBezTo>
                    <a:pt x="23073" y="25714"/>
                    <a:pt x="22167" y="25628"/>
                    <a:pt x="21600" y="25063"/>
                  </a:cubicBezTo>
                  <a:cubicBezTo>
                    <a:pt x="20626" y="24092"/>
                    <a:pt x="20631" y="22513"/>
                    <a:pt x="21600" y="21541"/>
                  </a:cubicBezTo>
                  <a:cubicBezTo>
                    <a:pt x="22087" y="21055"/>
                    <a:pt x="22725" y="20812"/>
                    <a:pt x="23362" y="20812"/>
                  </a:cubicBezTo>
                  <a:cubicBezTo>
                    <a:pt x="24000" y="20812"/>
                    <a:pt x="24637" y="21055"/>
                    <a:pt x="25124" y="21541"/>
                  </a:cubicBezTo>
                  <a:cubicBezTo>
                    <a:pt x="25685" y="22104"/>
                    <a:pt x="25776" y="23016"/>
                    <a:pt x="25776" y="23016"/>
                  </a:cubicBezTo>
                  <a:cubicBezTo>
                    <a:pt x="25805" y="23338"/>
                    <a:pt x="26022" y="23793"/>
                    <a:pt x="26252" y="24025"/>
                  </a:cubicBezTo>
                  <a:lnTo>
                    <a:pt x="26325" y="24099"/>
                  </a:lnTo>
                  <a:cubicBezTo>
                    <a:pt x="26437" y="24209"/>
                    <a:pt x="26588" y="24270"/>
                    <a:pt x="26746" y="24270"/>
                  </a:cubicBezTo>
                  <a:cubicBezTo>
                    <a:pt x="26902" y="24270"/>
                    <a:pt x="27053" y="24209"/>
                    <a:pt x="27165" y="24099"/>
                  </a:cubicBezTo>
                  <a:lnTo>
                    <a:pt x="33858" y="17405"/>
                  </a:lnTo>
                  <a:cubicBezTo>
                    <a:pt x="34088" y="17172"/>
                    <a:pt x="34087" y="16798"/>
                    <a:pt x="33855" y="16566"/>
                  </a:cubicBezTo>
                  <a:lnTo>
                    <a:pt x="28225" y="10937"/>
                  </a:lnTo>
                  <a:lnTo>
                    <a:pt x="27163" y="9874"/>
                  </a:lnTo>
                  <a:cubicBezTo>
                    <a:pt x="27051" y="9763"/>
                    <a:pt x="26900" y="9701"/>
                    <a:pt x="26742" y="9701"/>
                  </a:cubicBezTo>
                  <a:cubicBezTo>
                    <a:pt x="26585" y="9701"/>
                    <a:pt x="26434" y="9763"/>
                    <a:pt x="26322" y="9874"/>
                  </a:cubicBezTo>
                  <a:lnTo>
                    <a:pt x="26252" y="9945"/>
                  </a:lnTo>
                  <a:cubicBezTo>
                    <a:pt x="26022" y="10176"/>
                    <a:pt x="25807" y="10631"/>
                    <a:pt x="25773" y="10959"/>
                  </a:cubicBezTo>
                  <a:cubicBezTo>
                    <a:pt x="25773" y="10959"/>
                    <a:pt x="25687" y="11865"/>
                    <a:pt x="25124" y="12430"/>
                  </a:cubicBezTo>
                  <a:cubicBezTo>
                    <a:pt x="24657" y="12897"/>
                    <a:pt x="24024" y="13159"/>
                    <a:pt x="23363" y="13159"/>
                  </a:cubicBezTo>
                  <a:cubicBezTo>
                    <a:pt x="23351" y="13159"/>
                    <a:pt x="23341" y="13156"/>
                    <a:pt x="23329" y="13156"/>
                  </a:cubicBezTo>
                  <a:cubicBezTo>
                    <a:pt x="23312" y="13156"/>
                    <a:pt x="23293" y="13161"/>
                    <a:pt x="23276" y="13161"/>
                  </a:cubicBezTo>
                  <a:cubicBezTo>
                    <a:pt x="22268" y="13161"/>
                    <a:pt x="21358" y="12553"/>
                    <a:pt x="20974" y="11623"/>
                  </a:cubicBezTo>
                  <a:cubicBezTo>
                    <a:pt x="20588" y="10691"/>
                    <a:pt x="20801" y="9620"/>
                    <a:pt x="21513" y="8908"/>
                  </a:cubicBezTo>
                  <a:cubicBezTo>
                    <a:pt x="22076" y="8345"/>
                    <a:pt x="22987" y="8257"/>
                    <a:pt x="22987" y="8257"/>
                  </a:cubicBezTo>
                  <a:cubicBezTo>
                    <a:pt x="23310" y="8228"/>
                    <a:pt x="23765" y="8010"/>
                    <a:pt x="23996" y="7779"/>
                  </a:cubicBezTo>
                  <a:lnTo>
                    <a:pt x="24117" y="7662"/>
                  </a:lnTo>
                  <a:cubicBezTo>
                    <a:pt x="24345" y="7432"/>
                    <a:pt x="24347" y="7063"/>
                    <a:pt x="24122" y="6831"/>
                  </a:cubicBezTo>
                  <a:lnTo>
                    <a:pt x="23358" y="6067"/>
                  </a:lnTo>
                  <a:lnTo>
                    <a:pt x="17464" y="174"/>
                  </a:lnTo>
                  <a:cubicBezTo>
                    <a:pt x="17353" y="64"/>
                    <a:pt x="17202" y="0"/>
                    <a:pt x="17044" y="0"/>
                  </a:cubicBezTo>
                  <a:close/>
                </a:path>
              </a:pathLst>
            </a:custGeom>
            <a:solidFill>
              <a:srgbClr val="A5B7C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558" name="Google Shape;9558;p39"/>
            <p:cNvSpPr/>
            <p:nvPr/>
          </p:nvSpPr>
          <p:spPr>
            <a:xfrm>
              <a:off x="246070" y="1983826"/>
              <a:ext cx="408910" cy="407494"/>
            </a:xfrm>
            <a:custGeom>
              <a:rect b="b" l="l" r="r" t="t"/>
              <a:pathLst>
                <a:path extrusionOk="0" h="33972" w="34090">
                  <a:moveTo>
                    <a:pt x="17046" y="1"/>
                  </a:moveTo>
                  <a:cubicBezTo>
                    <a:pt x="16894" y="1"/>
                    <a:pt x="16742" y="59"/>
                    <a:pt x="16626" y="174"/>
                  </a:cubicBezTo>
                  <a:lnTo>
                    <a:pt x="9933" y="6868"/>
                  </a:lnTo>
                  <a:cubicBezTo>
                    <a:pt x="9821" y="6978"/>
                    <a:pt x="9670" y="7041"/>
                    <a:pt x="9512" y="7041"/>
                  </a:cubicBezTo>
                  <a:cubicBezTo>
                    <a:pt x="9354" y="7041"/>
                    <a:pt x="9203" y="6978"/>
                    <a:pt x="9094" y="6868"/>
                  </a:cubicBezTo>
                  <a:lnTo>
                    <a:pt x="9087" y="6861"/>
                  </a:lnTo>
                  <a:cubicBezTo>
                    <a:pt x="8857" y="6629"/>
                    <a:pt x="8642" y="6175"/>
                    <a:pt x="8611" y="5850"/>
                  </a:cubicBezTo>
                  <a:cubicBezTo>
                    <a:pt x="8611" y="5850"/>
                    <a:pt x="8522" y="4941"/>
                    <a:pt x="7959" y="4378"/>
                  </a:cubicBezTo>
                  <a:cubicBezTo>
                    <a:pt x="7469" y="3863"/>
                    <a:pt x="6813" y="3605"/>
                    <a:pt x="6156" y="3605"/>
                  </a:cubicBezTo>
                  <a:cubicBezTo>
                    <a:pt x="5520" y="3605"/>
                    <a:pt x="4883" y="3847"/>
                    <a:pt x="4396" y="4333"/>
                  </a:cubicBezTo>
                  <a:cubicBezTo>
                    <a:pt x="3407" y="5322"/>
                    <a:pt x="3425" y="6932"/>
                    <a:pt x="4435" y="7898"/>
                  </a:cubicBezTo>
                  <a:cubicBezTo>
                    <a:pt x="5002" y="8462"/>
                    <a:pt x="5908" y="8553"/>
                    <a:pt x="5908" y="8553"/>
                  </a:cubicBezTo>
                  <a:cubicBezTo>
                    <a:pt x="6232" y="8583"/>
                    <a:pt x="6687" y="8797"/>
                    <a:pt x="6919" y="9027"/>
                  </a:cubicBezTo>
                  <a:lnTo>
                    <a:pt x="6926" y="9034"/>
                  </a:lnTo>
                  <a:cubicBezTo>
                    <a:pt x="7156" y="9267"/>
                    <a:pt x="7156" y="9642"/>
                    <a:pt x="6926" y="9875"/>
                  </a:cubicBezTo>
                  <a:lnTo>
                    <a:pt x="232" y="16567"/>
                  </a:lnTo>
                  <a:cubicBezTo>
                    <a:pt x="1" y="16798"/>
                    <a:pt x="1" y="17174"/>
                    <a:pt x="232" y="17406"/>
                  </a:cubicBezTo>
                  <a:lnTo>
                    <a:pt x="6411" y="23585"/>
                  </a:lnTo>
                  <a:lnTo>
                    <a:pt x="6926" y="24100"/>
                  </a:lnTo>
                  <a:cubicBezTo>
                    <a:pt x="6969" y="24141"/>
                    <a:pt x="7020" y="24173"/>
                    <a:pt x="7073" y="24197"/>
                  </a:cubicBezTo>
                  <a:cubicBezTo>
                    <a:pt x="7158" y="24244"/>
                    <a:pt x="7250" y="24269"/>
                    <a:pt x="7345" y="24273"/>
                  </a:cubicBezTo>
                  <a:cubicBezTo>
                    <a:pt x="7503" y="24273"/>
                    <a:pt x="7654" y="24211"/>
                    <a:pt x="7765" y="24101"/>
                  </a:cubicBezTo>
                  <a:lnTo>
                    <a:pt x="7839" y="24027"/>
                  </a:lnTo>
                  <a:cubicBezTo>
                    <a:pt x="8069" y="23796"/>
                    <a:pt x="8283" y="23341"/>
                    <a:pt x="8318" y="23013"/>
                  </a:cubicBezTo>
                  <a:cubicBezTo>
                    <a:pt x="8318" y="23013"/>
                    <a:pt x="8405" y="22107"/>
                    <a:pt x="8967" y="21541"/>
                  </a:cubicBezTo>
                  <a:cubicBezTo>
                    <a:pt x="9183" y="21324"/>
                    <a:pt x="9437" y="21149"/>
                    <a:pt x="9717" y="21026"/>
                  </a:cubicBezTo>
                  <a:cubicBezTo>
                    <a:pt x="10047" y="20876"/>
                    <a:pt x="10396" y="20805"/>
                    <a:pt x="10740" y="20805"/>
                  </a:cubicBezTo>
                  <a:cubicBezTo>
                    <a:pt x="11539" y="20805"/>
                    <a:pt x="12316" y="21191"/>
                    <a:pt x="12792" y="21886"/>
                  </a:cubicBezTo>
                  <a:cubicBezTo>
                    <a:pt x="13474" y="22879"/>
                    <a:pt x="13347" y="24218"/>
                    <a:pt x="12490" y="25064"/>
                  </a:cubicBezTo>
                  <a:cubicBezTo>
                    <a:pt x="12119" y="25437"/>
                    <a:pt x="11599" y="25600"/>
                    <a:pt x="11289" y="25668"/>
                  </a:cubicBezTo>
                  <a:cubicBezTo>
                    <a:pt x="11157" y="25704"/>
                    <a:pt x="11023" y="25732"/>
                    <a:pt x="10887" y="25749"/>
                  </a:cubicBezTo>
                  <a:cubicBezTo>
                    <a:pt x="10830" y="25757"/>
                    <a:pt x="10775" y="25769"/>
                    <a:pt x="10722" y="25785"/>
                  </a:cubicBezTo>
                  <a:cubicBezTo>
                    <a:pt x="10456" y="25871"/>
                    <a:pt x="10173" y="26027"/>
                    <a:pt x="10008" y="26193"/>
                  </a:cubicBezTo>
                  <a:lnTo>
                    <a:pt x="9933" y="26265"/>
                  </a:lnTo>
                  <a:cubicBezTo>
                    <a:pt x="9699" y="26497"/>
                    <a:pt x="9699" y="26875"/>
                    <a:pt x="9933" y="27106"/>
                  </a:cubicBezTo>
                  <a:lnTo>
                    <a:pt x="11412" y="28584"/>
                  </a:lnTo>
                  <a:lnTo>
                    <a:pt x="16625" y="33798"/>
                  </a:lnTo>
                  <a:cubicBezTo>
                    <a:pt x="16736" y="33908"/>
                    <a:pt x="16887" y="33972"/>
                    <a:pt x="17043" y="33972"/>
                  </a:cubicBezTo>
                  <a:cubicBezTo>
                    <a:pt x="17198" y="33970"/>
                    <a:pt x="17347" y="33910"/>
                    <a:pt x="17459" y="33802"/>
                  </a:cubicBezTo>
                  <a:lnTo>
                    <a:pt x="20636" y="30627"/>
                  </a:lnTo>
                  <a:lnTo>
                    <a:pt x="24073" y="27189"/>
                  </a:lnTo>
                  <a:cubicBezTo>
                    <a:pt x="24300" y="26955"/>
                    <a:pt x="24300" y="26581"/>
                    <a:pt x="24073" y="26348"/>
                  </a:cubicBezTo>
                  <a:lnTo>
                    <a:pt x="23953" y="26231"/>
                  </a:lnTo>
                  <a:cubicBezTo>
                    <a:pt x="23722" y="26001"/>
                    <a:pt x="23267" y="25783"/>
                    <a:pt x="22942" y="25754"/>
                  </a:cubicBezTo>
                  <a:cubicBezTo>
                    <a:pt x="22942" y="25754"/>
                    <a:pt x="22033" y="25665"/>
                    <a:pt x="21470" y="25100"/>
                  </a:cubicBezTo>
                  <a:cubicBezTo>
                    <a:pt x="20528" y="24086"/>
                    <a:pt x="20569" y="22503"/>
                    <a:pt x="21561" y="21539"/>
                  </a:cubicBezTo>
                  <a:cubicBezTo>
                    <a:pt x="22056" y="21057"/>
                    <a:pt x="22698" y="20816"/>
                    <a:pt x="23340" y="20816"/>
                  </a:cubicBezTo>
                  <a:cubicBezTo>
                    <a:pt x="23985" y="20816"/>
                    <a:pt x="24629" y="21059"/>
                    <a:pt x="25125" y="21544"/>
                  </a:cubicBezTo>
                  <a:cubicBezTo>
                    <a:pt x="25687" y="22107"/>
                    <a:pt x="25774" y="23017"/>
                    <a:pt x="25774" y="23017"/>
                  </a:cubicBezTo>
                  <a:cubicBezTo>
                    <a:pt x="25807" y="23341"/>
                    <a:pt x="26021" y="23796"/>
                    <a:pt x="26253" y="24027"/>
                  </a:cubicBezTo>
                  <a:lnTo>
                    <a:pt x="26325" y="24101"/>
                  </a:lnTo>
                  <a:cubicBezTo>
                    <a:pt x="26441" y="24216"/>
                    <a:pt x="26592" y="24274"/>
                    <a:pt x="26744" y="24274"/>
                  </a:cubicBezTo>
                  <a:cubicBezTo>
                    <a:pt x="26891" y="24274"/>
                    <a:pt x="27038" y="24219"/>
                    <a:pt x="27152" y="24110"/>
                  </a:cubicBezTo>
                  <a:lnTo>
                    <a:pt x="29878" y="21384"/>
                  </a:lnTo>
                  <a:lnTo>
                    <a:pt x="33774" y="17487"/>
                  </a:lnTo>
                  <a:cubicBezTo>
                    <a:pt x="33779" y="17482"/>
                    <a:pt x="33786" y="17482"/>
                    <a:pt x="33791" y="17476"/>
                  </a:cubicBezTo>
                  <a:lnTo>
                    <a:pt x="33860" y="17408"/>
                  </a:lnTo>
                  <a:cubicBezTo>
                    <a:pt x="34090" y="17174"/>
                    <a:pt x="34090" y="16798"/>
                    <a:pt x="33860" y="16567"/>
                  </a:cubicBezTo>
                  <a:lnTo>
                    <a:pt x="27166" y="9875"/>
                  </a:lnTo>
                  <a:cubicBezTo>
                    <a:pt x="26934" y="9643"/>
                    <a:pt x="26934" y="9267"/>
                    <a:pt x="27166" y="9036"/>
                  </a:cubicBezTo>
                  <a:lnTo>
                    <a:pt x="27283" y="8914"/>
                  </a:lnTo>
                  <a:cubicBezTo>
                    <a:pt x="27513" y="8684"/>
                    <a:pt x="27973" y="8469"/>
                    <a:pt x="28297" y="8437"/>
                  </a:cubicBezTo>
                  <a:cubicBezTo>
                    <a:pt x="28297" y="8437"/>
                    <a:pt x="29203" y="8349"/>
                    <a:pt x="29770" y="7786"/>
                  </a:cubicBezTo>
                  <a:cubicBezTo>
                    <a:pt x="30769" y="6818"/>
                    <a:pt x="30782" y="5219"/>
                    <a:pt x="29799" y="4235"/>
                  </a:cubicBezTo>
                  <a:cubicBezTo>
                    <a:pt x="29311" y="3748"/>
                    <a:pt x="28674" y="3505"/>
                    <a:pt x="28036" y="3505"/>
                  </a:cubicBezTo>
                  <a:cubicBezTo>
                    <a:pt x="27385" y="3505"/>
                    <a:pt x="26735" y="3758"/>
                    <a:pt x="26246" y="4263"/>
                  </a:cubicBezTo>
                  <a:cubicBezTo>
                    <a:pt x="25685" y="4826"/>
                    <a:pt x="25594" y="5735"/>
                    <a:pt x="25594" y="5735"/>
                  </a:cubicBezTo>
                  <a:cubicBezTo>
                    <a:pt x="25563" y="6060"/>
                    <a:pt x="25350" y="6514"/>
                    <a:pt x="25119" y="6746"/>
                  </a:cubicBezTo>
                  <a:lnTo>
                    <a:pt x="24998" y="6866"/>
                  </a:lnTo>
                  <a:cubicBezTo>
                    <a:pt x="24883" y="6982"/>
                    <a:pt x="24731" y="7040"/>
                    <a:pt x="24579" y="7040"/>
                  </a:cubicBezTo>
                  <a:cubicBezTo>
                    <a:pt x="24427" y="7040"/>
                    <a:pt x="24275" y="6982"/>
                    <a:pt x="24159" y="6866"/>
                  </a:cubicBezTo>
                  <a:lnTo>
                    <a:pt x="17466" y="174"/>
                  </a:lnTo>
                  <a:cubicBezTo>
                    <a:pt x="17350" y="59"/>
                    <a:pt x="17198" y="1"/>
                    <a:pt x="17046" y="1"/>
                  </a:cubicBezTo>
                  <a:close/>
                </a:path>
              </a:pathLst>
            </a:custGeom>
            <a:solidFill>
              <a:srgbClr val="667E9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559" name="Google Shape;9559;p39"/>
            <p:cNvSpPr/>
            <p:nvPr/>
          </p:nvSpPr>
          <p:spPr>
            <a:xfrm flipH="1">
              <a:off x="659595" y="1983375"/>
              <a:ext cx="408862" cy="407494"/>
            </a:xfrm>
            <a:custGeom>
              <a:rect b="b" l="l" r="r" t="t"/>
              <a:pathLst>
                <a:path extrusionOk="0" h="33972" w="34086">
                  <a:moveTo>
                    <a:pt x="17043" y="1"/>
                  </a:moveTo>
                  <a:cubicBezTo>
                    <a:pt x="16887" y="1"/>
                    <a:pt x="16736" y="61"/>
                    <a:pt x="16624" y="172"/>
                  </a:cubicBezTo>
                  <a:lnTo>
                    <a:pt x="9932" y="6866"/>
                  </a:lnTo>
                  <a:cubicBezTo>
                    <a:pt x="9701" y="7099"/>
                    <a:pt x="9701" y="7475"/>
                    <a:pt x="9932" y="7709"/>
                  </a:cubicBezTo>
                  <a:lnTo>
                    <a:pt x="10003" y="7779"/>
                  </a:lnTo>
                  <a:cubicBezTo>
                    <a:pt x="10235" y="8009"/>
                    <a:pt x="10689" y="8223"/>
                    <a:pt x="11014" y="8254"/>
                  </a:cubicBezTo>
                  <a:cubicBezTo>
                    <a:pt x="11014" y="8254"/>
                    <a:pt x="11923" y="8345"/>
                    <a:pt x="12486" y="8907"/>
                  </a:cubicBezTo>
                  <a:cubicBezTo>
                    <a:pt x="13430" y="9883"/>
                    <a:pt x="13420" y="11436"/>
                    <a:pt x="12459" y="12397"/>
                  </a:cubicBezTo>
                  <a:cubicBezTo>
                    <a:pt x="11973" y="12885"/>
                    <a:pt x="11335" y="13129"/>
                    <a:pt x="10697" y="13129"/>
                  </a:cubicBezTo>
                  <a:cubicBezTo>
                    <a:pt x="10074" y="13129"/>
                    <a:pt x="9450" y="12896"/>
                    <a:pt x="8968" y="12430"/>
                  </a:cubicBezTo>
                  <a:cubicBezTo>
                    <a:pt x="8402" y="11864"/>
                    <a:pt x="8314" y="10958"/>
                    <a:pt x="8314" y="10958"/>
                  </a:cubicBezTo>
                  <a:cubicBezTo>
                    <a:pt x="8280" y="10633"/>
                    <a:pt x="8067" y="10178"/>
                    <a:pt x="7835" y="9948"/>
                  </a:cubicBezTo>
                  <a:lnTo>
                    <a:pt x="7765" y="9873"/>
                  </a:lnTo>
                  <a:cubicBezTo>
                    <a:pt x="7653" y="9763"/>
                    <a:pt x="7502" y="9701"/>
                    <a:pt x="7344" y="9699"/>
                  </a:cubicBezTo>
                  <a:cubicBezTo>
                    <a:pt x="7186" y="9699"/>
                    <a:pt x="7037" y="9763"/>
                    <a:pt x="6926" y="9873"/>
                  </a:cubicBezTo>
                  <a:lnTo>
                    <a:pt x="232" y="16566"/>
                  </a:lnTo>
                  <a:cubicBezTo>
                    <a:pt x="0" y="16800"/>
                    <a:pt x="0" y="17174"/>
                    <a:pt x="232" y="17406"/>
                  </a:cubicBezTo>
                  <a:lnTo>
                    <a:pt x="6170" y="23347"/>
                  </a:lnTo>
                  <a:lnTo>
                    <a:pt x="6167" y="23347"/>
                  </a:lnTo>
                  <a:lnTo>
                    <a:pt x="6929" y="24109"/>
                  </a:lnTo>
                  <a:cubicBezTo>
                    <a:pt x="7154" y="24343"/>
                    <a:pt x="7152" y="24712"/>
                    <a:pt x="6924" y="24942"/>
                  </a:cubicBezTo>
                  <a:lnTo>
                    <a:pt x="6805" y="25059"/>
                  </a:lnTo>
                  <a:cubicBezTo>
                    <a:pt x="6574" y="25290"/>
                    <a:pt x="6119" y="25508"/>
                    <a:pt x="5794" y="25537"/>
                  </a:cubicBezTo>
                  <a:cubicBezTo>
                    <a:pt x="5794" y="25537"/>
                    <a:pt x="4883" y="25625"/>
                    <a:pt x="4322" y="26188"/>
                  </a:cubicBezTo>
                  <a:cubicBezTo>
                    <a:pt x="3610" y="26900"/>
                    <a:pt x="3397" y="27971"/>
                    <a:pt x="3781" y="28903"/>
                  </a:cubicBezTo>
                  <a:cubicBezTo>
                    <a:pt x="4167" y="29833"/>
                    <a:pt x="5075" y="30441"/>
                    <a:pt x="6083" y="30441"/>
                  </a:cubicBezTo>
                  <a:cubicBezTo>
                    <a:pt x="6102" y="30441"/>
                    <a:pt x="6119" y="30436"/>
                    <a:pt x="6138" y="30436"/>
                  </a:cubicBezTo>
                  <a:cubicBezTo>
                    <a:pt x="6148" y="30436"/>
                    <a:pt x="6158" y="30437"/>
                    <a:pt x="6170" y="30437"/>
                  </a:cubicBezTo>
                  <a:cubicBezTo>
                    <a:pt x="6173" y="30437"/>
                    <a:pt x="6175" y="30437"/>
                    <a:pt x="6177" y="30437"/>
                  </a:cubicBezTo>
                  <a:cubicBezTo>
                    <a:pt x="6835" y="30437"/>
                    <a:pt x="7466" y="30175"/>
                    <a:pt x="7933" y="29710"/>
                  </a:cubicBezTo>
                  <a:cubicBezTo>
                    <a:pt x="8494" y="29145"/>
                    <a:pt x="8582" y="28239"/>
                    <a:pt x="8582" y="28239"/>
                  </a:cubicBezTo>
                  <a:cubicBezTo>
                    <a:pt x="8614" y="27911"/>
                    <a:pt x="8829" y="27456"/>
                    <a:pt x="9059" y="27225"/>
                  </a:cubicBezTo>
                  <a:lnTo>
                    <a:pt x="9129" y="27154"/>
                  </a:lnTo>
                  <a:cubicBezTo>
                    <a:pt x="9243" y="27043"/>
                    <a:pt x="9394" y="26981"/>
                    <a:pt x="9551" y="26981"/>
                  </a:cubicBezTo>
                  <a:cubicBezTo>
                    <a:pt x="9708" y="26981"/>
                    <a:pt x="9859" y="27043"/>
                    <a:pt x="9970" y="27154"/>
                  </a:cubicBezTo>
                  <a:lnTo>
                    <a:pt x="11033" y="28217"/>
                  </a:lnTo>
                  <a:lnTo>
                    <a:pt x="11033" y="28211"/>
                  </a:lnTo>
                  <a:lnTo>
                    <a:pt x="16621" y="33800"/>
                  </a:lnTo>
                  <a:cubicBezTo>
                    <a:pt x="16734" y="33909"/>
                    <a:pt x="16885" y="33971"/>
                    <a:pt x="17043" y="33971"/>
                  </a:cubicBezTo>
                  <a:cubicBezTo>
                    <a:pt x="17192" y="33970"/>
                    <a:pt x="17337" y="33913"/>
                    <a:pt x="17445" y="33810"/>
                  </a:cubicBezTo>
                  <a:cubicBezTo>
                    <a:pt x="17450" y="33805"/>
                    <a:pt x="17457" y="33803"/>
                    <a:pt x="17462" y="33800"/>
                  </a:cubicBezTo>
                  <a:lnTo>
                    <a:pt x="23088" y="28172"/>
                  </a:lnTo>
                  <a:lnTo>
                    <a:pt x="24154" y="27106"/>
                  </a:lnTo>
                  <a:cubicBezTo>
                    <a:pt x="24209" y="27053"/>
                    <a:pt x="24274" y="27010"/>
                    <a:pt x="24346" y="26981"/>
                  </a:cubicBezTo>
                  <a:cubicBezTo>
                    <a:pt x="24418" y="26951"/>
                    <a:pt x="24494" y="26937"/>
                    <a:pt x="24569" y="26937"/>
                  </a:cubicBezTo>
                  <a:cubicBezTo>
                    <a:pt x="24724" y="26937"/>
                    <a:pt x="24876" y="26998"/>
                    <a:pt x="24990" y="27113"/>
                  </a:cubicBezTo>
                  <a:lnTo>
                    <a:pt x="25063" y="27187"/>
                  </a:lnTo>
                  <a:cubicBezTo>
                    <a:pt x="25067" y="27190"/>
                    <a:pt x="25070" y="27195"/>
                    <a:pt x="25074" y="27199"/>
                  </a:cubicBezTo>
                  <a:cubicBezTo>
                    <a:pt x="25274" y="27444"/>
                    <a:pt x="25450" y="27834"/>
                    <a:pt x="25480" y="28124"/>
                  </a:cubicBezTo>
                  <a:cubicBezTo>
                    <a:pt x="25480" y="28124"/>
                    <a:pt x="25556" y="28865"/>
                    <a:pt x="25985" y="29423"/>
                  </a:cubicBezTo>
                  <a:cubicBezTo>
                    <a:pt x="26049" y="29516"/>
                    <a:pt x="26119" y="29603"/>
                    <a:pt x="26198" y="29684"/>
                  </a:cubicBezTo>
                  <a:cubicBezTo>
                    <a:pt x="26689" y="30182"/>
                    <a:pt x="27336" y="30431"/>
                    <a:pt x="27983" y="30431"/>
                  </a:cubicBezTo>
                  <a:cubicBezTo>
                    <a:pt x="28624" y="30431"/>
                    <a:pt x="29265" y="30187"/>
                    <a:pt x="29754" y="29698"/>
                  </a:cubicBezTo>
                  <a:cubicBezTo>
                    <a:pt x="30737" y="28716"/>
                    <a:pt x="30732" y="27120"/>
                    <a:pt x="29742" y="26143"/>
                  </a:cubicBezTo>
                  <a:cubicBezTo>
                    <a:pt x="29667" y="26069"/>
                    <a:pt x="29584" y="26001"/>
                    <a:pt x="29497" y="25941"/>
                  </a:cubicBezTo>
                  <a:cubicBezTo>
                    <a:pt x="28937" y="25500"/>
                    <a:pt x="28182" y="25421"/>
                    <a:pt x="28182" y="25421"/>
                  </a:cubicBezTo>
                  <a:cubicBezTo>
                    <a:pt x="27878" y="25392"/>
                    <a:pt x="27470" y="25203"/>
                    <a:pt x="27226" y="24990"/>
                  </a:cubicBezTo>
                  <a:lnTo>
                    <a:pt x="27168" y="24932"/>
                  </a:lnTo>
                  <a:cubicBezTo>
                    <a:pt x="26938" y="24703"/>
                    <a:pt x="26936" y="24331"/>
                    <a:pt x="27164" y="24099"/>
                  </a:cubicBezTo>
                  <a:lnTo>
                    <a:pt x="29146" y="22115"/>
                  </a:lnTo>
                  <a:lnTo>
                    <a:pt x="33856" y="17407"/>
                  </a:lnTo>
                  <a:cubicBezTo>
                    <a:pt x="33861" y="17402"/>
                    <a:pt x="33861" y="17397"/>
                    <a:pt x="33866" y="17392"/>
                  </a:cubicBezTo>
                  <a:cubicBezTo>
                    <a:pt x="34086" y="17160"/>
                    <a:pt x="34081" y="16795"/>
                    <a:pt x="33856" y="16566"/>
                  </a:cubicBezTo>
                  <a:lnTo>
                    <a:pt x="27162" y="9873"/>
                  </a:lnTo>
                  <a:cubicBezTo>
                    <a:pt x="27052" y="9764"/>
                    <a:pt x="26905" y="9701"/>
                    <a:pt x="26750" y="9701"/>
                  </a:cubicBezTo>
                  <a:cubicBezTo>
                    <a:pt x="26748" y="9701"/>
                    <a:pt x="26746" y="9701"/>
                    <a:pt x="26744" y="9701"/>
                  </a:cubicBezTo>
                  <a:cubicBezTo>
                    <a:pt x="26586" y="9701"/>
                    <a:pt x="26435" y="9763"/>
                    <a:pt x="26323" y="9873"/>
                  </a:cubicBezTo>
                  <a:lnTo>
                    <a:pt x="26249" y="9948"/>
                  </a:lnTo>
                  <a:cubicBezTo>
                    <a:pt x="26019" y="10178"/>
                    <a:pt x="25803" y="10635"/>
                    <a:pt x="25774" y="10961"/>
                  </a:cubicBezTo>
                  <a:cubicBezTo>
                    <a:pt x="25774" y="10961"/>
                    <a:pt x="25685" y="11869"/>
                    <a:pt x="25122" y="12434"/>
                  </a:cubicBezTo>
                  <a:cubicBezTo>
                    <a:pt x="24634" y="12928"/>
                    <a:pt x="23990" y="13175"/>
                    <a:pt x="23347" y="13175"/>
                  </a:cubicBezTo>
                  <a:cubicBezTo>
                    <a:pt x="22709" y="13175"/>
                    <a:pt x="22072" y="12932"/>
                    <a:pt x="21586" y="12446"/>
                  </a:cubicBezTo>
                  <a:cubicBezTo>
                    <a:pt x="20608" y="11467"/>
                    <a:pt x="20613" y="9881"/>
                    <a:pt x="21598" y="8910"/>
                  </a:cubicBezTo>
                  <a:cubicBezTo>
                    <a:pt x="22163" y="8347"/>
                    <a:pt x="23071" y="8258"/>
                    <a:pt x="23071" y="8258"/>
                  </a:cubicBezTo>
                  <a:cubicBezTo>
                    <a:pt x="23395" y="8227"/>
                    <a:pt x="23850" y="8014"/>
                    <a:pt x="24080" y="7782"/>
                  </a:cubicBezTo>
                  <a:lnTo>
                    <a:pt x="24159" y="7709"/>
                  </a:lnTo>
                  <a:cubicBezTo>
                    <a:pt x="24389" y="7475"/>
                    <a:pt x="24389" y="7099"/>
                    <a:pt x="24159" y="6866"/>
                  </a:cubicBezTo>
                  <a:lnTo>
                    <a:pt x="17465" y="172"/>
                  </a:lnTo>
                  <a:cubicBezTo>
                    <a:pt x="17352" y="63"/>
                    <a:pt x="17201" y="1"/>
                    <a:pt x="17043" y="1"/>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560" name="Google Shape;9560;p39"/>
            <p:cNvSpPr/>
            <p:nvPr/>
          </p:nvSpPr>
          <p:spPr>
            <a:xfrm flipH="1">
              <a:off x="451107" y="2189486"/>
              <a:ext cx="411261" cy="409845"/>
            </a:xfrm>
            <a:custGeom>
              <a:rect b="b" l="l" r="r" t="t"/>
              <a:pathLst>
                <a:path extrusionOk="0" h="34168" w="34286">
                  <a:moveTo>
                    <a:pt x="17145" y="1"/>
                  </a:moveTo>
                  <a:cubicBezTo>
                    <a:pt x="16992" y="1"/>
                    <a:pt x="16839" y="59"/>
                    <a:pt x="16722" y="176"/>
                  </a:cubicBezTo>
                  <a:lnTo>
                    <a:pt x="16686" y="210"/>
                  </a:lnTo>
                  <a:cubicBezTo>
                    <a:pt x="16681" y="215"/>
                    <a:pt x="16681" y="220"/>
                    <a:pt x="16676" y="225"/>
                  </a:cubicBezTo>
                  <a:lnTo>
                    <a:pt x="11966" y="4935"/>
                  </a:lnTo>
                  <a:lnTo>
                    <a:pt x="9984" y="6917"/>
                  </a:lnTo>
                  <a:cubicBezTo>
                    <a:pt x="9756" y="7149"/>
                    <a:pt x="9758" y="7521"/>
                    <a:pt x="9988" y="7751"/>
                  </a:cubicBezTo>
                  <a:lnTo>
                    <a:pt x="10048" y="7810"/>
                  </a:lnTo>
                  <a:cubicBezTo>
                    <a:pt x="10290" y="8021"/>
                    <a:pt x="10698" y="8211"/>
                    <a:pt x="11002" y="8239"/>
                  </a:cubicBezTo>
                  <a:cubicBezTo>
                    <a:pt x="11002" y="8239"/>
                    <a:pt x="11759" y="8319"/>
                    <a:pt x="12317" y="8760"/>
                  </a:cubicBezTo>
                  <a:cubicBezTo>
                    <a:pt x="12404" y="8821"/>
                    <a:pt x="12487" y="8887"/>
                    <a:pt x="12562" y="8963"/>
                  </a:cubicBezTo>
                  <a:cubicBezTo>
                    <a:pt x="13552" y="9938"/>
                    <a:pt x="13559" y="11536"/>
                    <a:pt x="12576" y="12516"/>
                  </a:cubicBezTo>
                  <a:cubicBezTo>
                    <a:pt x="12086" y="13006"/>
                    <a:pt x="11445" y="13250"/>
                    <a:pt x="10804" y="13250"/>
                  </a:cubicBezTo>
                  <a:cubicBezTo>
                    <a:pt x="10156" y="13250"/>
                    <a:pt x="9509" y="13001"/>
                    <a:pt x="9018" y="12502"/>
                  </a:cubicBezTo>
                  <a:cubicBezTo>
                    <a:pt x="8939" y="12421"/>
                    <a:pt x="8869" y="12335"/>
                    <a:pt x="8807" y="12241"/>
                  </a:cubicBezTo>
                  <a:cubicBezTo>
                    <a:pt x="8376" y="11683"/>
                    <a:pt x="8300" y="10944"/>
                    <a:pt x="8300" y="10944"/>
                  </a:cubicBezTo>
                  <a:cubicBezTo>
                    <a:pt x="8271" y="10652"/>
                    <a:pt x="8094" y="10264"/>
                    <a:pt x="7894" y="10017"/>
                  </a:cubicBezTo>
                  <a:cubicBezTo>
                    <a:pt x="7890" y="10013"/>
                    <a:pt x="7887" y="10008"/>
                    <a:pt x="7883" y="10005"/>
                  </a:cubicBezTo>
                  <a:lnTo>
                    <a:pt x="7810" y="9933"/>
                  </a:lnTo>
                  <a:cubicBezTo>
                    <a:pt x="7697" y="9818"/>
                    <a:pt x="7544" y="9756"/>
                    <a:pt x="7388" y="9756"/>
                  </a:cubicBezTo>
                  <a:cubicBezTo>
                    <a:pt x="7313" y="9756"/>
                    <a:pt x="7238" y="9770"/>
                    <a:pt x="7166" y="9799"/>
                  </a:cubicBezTo>
                  <a:cubicBezTo>
                    <a:pt x="7096" y="9828"/>
                    <a:pt x="7029" y="9871"/>
                    <a:pt x="6974" y="9924"/>
                  </a:cubicBezTo>
                  <a:lnTo>
                    <a:pt x="5908" y="10990"/>
                  </a:lnTo>
                  <a:lnTo>
                    <a:pt x="282" y="16618"/>
                  </a:lnTo>
                  <a:cubicBezTo>
                    <a:pt x="277" y="16623"/>
                    <a:pt x="270" y="16624"/>
                    <a:pt x="265" y="16628"/>
                  </a:cubicBezTo>
                  <a:lnTo>
                    <a:pt x="236" y="16662"/>
                  </a:lnTo>
                  <a:cubicBezTo>
                    <a:pt x="0" y="16896"/>
                    <a:pt x="0" y="17275"/>
                    <a:pt x="236" y="17510"/>
                  </a:cubicBezTo>
                  <a:lnTo>
                    <a:pt x="6965" y="24238"/>
                  </a:lnTo>
                  <a:cubicBezTo>
                    <a:pt x="7082" y="24355"/>
                    <a:pt x="7235" y="24414"/>
                    <a:pt x="7388" y="24414"/>
                  </a:cubicBezTo>
                  <a:cubicBezTo>
                    <a:pt x="7541" y="24414"/>
                    <a:pt x="7695" y="24355"/>
                    <a:pt x="7811" y="24238"/>
                  </a:cubicBezTo>
                  <a:lnTo>
                    <a:pt x="7882" y="24168"/>
                  </a:lnTo>
                  <a:cubicBezTo>
                    <a:pt x="8115" y="23932"/>
                    <a:pt x="8330" y="23478"/>
                    <a:pt x="8364" y="23150"/>
                  </a:cubicBezTo>
                  <a:cubicBezTo>
                    <a:pt x="8364" y="23150"/>
                    <a:pt x="8450" y="22237"/>
                    <a:pt x="9016" y="21669"/>
                  </a:cubicBezTo>
                  <a:cubicBezTo>
                    <a:pt x="9506" y="21169"/>
                    <a:pt x="10154" y="20919"/>
                    <a:pt x="10803" y="20919"/>
                  </a:cubicBezTo>
                  <a:cubicBezTo>
                    <a:pt x="11444" y="20919"/>
                    <a:pt x="12085" y="21163"/>
                    <a:pt x="12574" y="21653"/>
                  </a:cubicBezTo>
                  <a:cubicBezTo>
                    <a:pt x="13559" y="22637"/>
                    <a:pt x="13552" y="24236"/>
                    <a:pt x="12559" y="25211"/>
                  </a:cubicBezTo>
                  <a:cubicBezTo>
                    <a:pt x="11994" y="25777"/>
                    <a:pt x="11081" y="25867"/>
                    <a:pt x="11081" y="25867"/>
                  </a:cubicBezTo>
                  <a:cubicBezTo>
                    <a:pt x="10753" y="25898"/>
                    <a:pt x="10295" y="26116"/>
                    <a:pt x="10063" y="26346"/>
                  </a:cubicBezTo>
                  <a:lnTo>
                    <a:pt x="9989" y="26419"/>
                  </a:lnTo>
                  <a:cubicBezTo>
                    <a:pt x="9758" y="26653"/>
                    <a:pt x="9758" y="27030"/>
                    <a:pt x="9989" y="27264"/>
                  </a:cubicBezTo>
                  <a:lnTo>
                    <a:pt x="16722" y="33995"/>
                  </a:lnTo>
                  <a:cubicBezTo>
                    <a:pt x="16839" y="34110"/>
                    <a:pt x="16991" y="34168"/>
                    <a:pt x="17144" y="34168"/>
                  </a:cubicBezTo>
                  <a:cubicBezTo>
                    <a:pt x="17296" y="34168"/>
                    <a:pt x="17448" y="34110"/>
                    <a:pt x="17565" y="33995"/>
                  </a:cubicBezTo>
                  <a:lnTo>
                    <a:pt x="24296" y="27264"/>
                  </a:lnTo>
                  <a:cubicBezTo>
                    <a:pt x="24414" y="27148"/>
                    <a:pt x="24567" y="27090"/>
                    <a:pt x="24720" y="27090"/>
                  </a:cubicBezTo>
                  <a:cubicBezTo>
                    <a:pt x="24873" y="27090"/>
                    <a:pt x="25027" y="27148"/>
                    <a:pt x="25144" y="27264"/>
                  </a:cubicBezTo>
                  <a:lnTo>
                    <a:pt x="25264" y="27384"/>
                  </a:lnTo>
                  <a:cubicBezTo>
                    <a:pt x="25496" y="27619"/>
                    <a:pt x="25712" y="28077"/>
                    <a:pt x="25743" y="28402"/>
                  </a:cubicBezTo>
                  <a:cubicBezTo>
                    <a:pt x="25743" y="28402"/>
                    <a:pt x="25832" y="29315"/>
                    <a:pt x="26399" y="29883"/>
                  </a:cubicBezTo>
                  <a:cubicBezTo>
                    <a:pt x="26888" y="30368"/>
                    <a:pt x="27526" y="30611"/>
                    <a:pt x="28165" y="30611"/>
                  </a:cubicBezTo>
                  <a:cubicBezTo>
                    <a:pt x="28806" y="30611"/>
                    <a:pt x="29447" y="30366"/>
                    <a:pt x="29936" y="29878"/>
                  </a:cubicBezTo>
                  <a:cubicBezTo>
                    <a:pt x="30913" y="28901"/>
                    <a:pt x="30914" y="27319"/>
                    <a:pt x="29943" y="26340"/>
                  </a:cubicBezTo>
                  <a:lnTo>
                    <a:pt x="29943" y="26340"/>
                  </a:lnTo>
                  <a:lnTo>
                    <a:pt x="29943" y="26344"/>
                  </a:lnTo>
                  <a:cubicBezTo>
                    <a:pt x="29373" y="25774"/>
                    <a:pt x="28460" y="25688"/>
                    <a:pt x="28460" y="25688"/>
                  </a:cubicBezTo>
                  <a:cubicBezTo>
                    <a:pt x="28132" y="25654"/>
                    <a:pt x="27677" y="25439"/>
                    <a:pt x="27442" y="25206"/>
                  </a:cubicBezTo>
                  <a:lnTo>
                    <a:pt x="27322" y="25084"/>
                  </a:lnTo>
                  <a:cubicBezTo>
                    <a:pt x="27092" y="24851"/>
                    <a:pt x="27092" y="24475"/>
                    <a:pt x="27322" y="24241"/>
                  </a:cubicBezTo>
                  <a:lnTo>
                    <a:pt x="34054" y="17508"/>
                  </a:lnTo>
                  <a:cubicBezTo>
                    <a:pt x="34285" y="17275"/>
                    <a:pt x="34285" y="16897"/>
                    <a:pt x="34054" y="16664"/>
                  </a:cubicBezTo>
                  <a:lnTo>
                    <a:pt x="27322" y="9933"/>
                  </a:lnTo>
                  <a:cubicBezTo>
                    <a:pt x="27090" y="9698"/>
                    <a:pt x="27090" y="9320"/>
                    <a:pt x="27322" y="9085"/>
                  </a:cubicBezTo>
                  <a:lnTo>
                    <a:pt x="27327" y="9081"/>
                  </a:lnTo>
                  <a:cubicBezTo>
                    <a:pt x="27559" y="8848"/>
                    <a:pt x="28017" y="8635"/>
                    <a:pt x="28345" y="8601"/>
                  </a:cubicBezTo>
                  <a:cubicBezTo>
                    <a:pt x="28345" y="8601"/>
                    <a:pt x="29258" y="8515"/>
                    <a:pt x="29825" y="7947"/>
                  </a:cubicBezTo>
                  <a:cubicBezTo>
                    <a:pt x="30817" y="6972"/>
                    <a:pt x="30823" y="5372"/>
                    <a:pt x="29840" y="4389"/>
                  </a:cubicBezTo>
                  <a:cubicBezTo>
                    <a:pt x="29350" y="3899"/>
                    <a:pt x="28709" y="3655"/>
                    <a:pt x="28068" y="3655"/>
                  </a:cubicBezTo>
                  <a:cubicBezTo>
                    <a:pt x="27420" y="3655"/>
                    <a:pt x="26771" y="3905"/>
                    <a:pt x="26280" y="4404"/>
                  </a:cubicBezTo>
                  <a:cubicBezTo>
                    <a:pt x="25716" y="4969"/>
                    <a:pt x="25628" y="5887"/>
                    <a:pt x="25628" y="5887"/>
                  </a:cubicBezTo>
                  <a:cubicBezTo>
                    <a:pt x="25596" y="6210"/>
                    <a:pt x="25381" y="6670"/>
                    <a:pt x="25146" y="6903"/>
                  </a:cubicBezTo>
                  <a:lnTo>
                    <a:pt x="25144" y="6907"/>
                  </a:lnTo>
                  <a:cubicBezTo>
                    <a:pt x="25027" y="7023"/>
                    <a:pt x="24873" y="7081"/>
                    <a:pt x="24720" y="7081"/>
                  </a:cubicBezTo>
                  <a:cubicBezTo>
                    <a:pt x="24567" y="7081"/>
                    <a:pt x="24414" y="7023"/>
                    <a:pt x="24296" y="6907"/>
                  </a:cubicBezTo>
                  <a:lnTo>
                    <a:pt x="17567" y="176"/>
                  </a:lnTo>
                  <a:cubicBezTo>
                    <a:pt x="17450" y="59"/>
                    <a:pt x="17297" y="1"/>
                    <a:pt x="17145" y="1"/>
                  </a:cubicBezTo>
                  <a:close/>
                </a:path>
              </a:pathLst>
            </a:custGeom>
            <a:solidFill>
              <a:srgbClr val="DBE3E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9561" name="Google Shape;9561;p39"/>
          <p:cNvGrpSpPr/>
          <p:nvPr/>
        </p:nvGrpSpPr>
        <p:grpSpPr>
          <a:xfrm>
            <a:off x="2320424" y="971306"/>
            <a:ext cx="711055" cy="745992"/>
            <a:chOff x="2496269" y="1171698"/>
            <a:chExt cx="761953" cy="799391"/>
          </a:xfrm>
        </p:grpSpPr>
        <p:grpSp>
          <p:nvGrpSpPr>
            <p:cNvPr id="9562" name="Google Shape;9562;p39"/>
            <p:cNvGrpSpPr/>
            <p:nvPr/>
          </p:nvGrpSpPr>
          <p:grpSpPr>
            <a:xfrm>
              <a:off x="2496269" y="1171698"/>
              <a:ext cx="761953" cy="723022"/>
              <a:chOff x="2496269" y="1171698"/>
              <a:chExt cx="761953" cy="723022"/>
            </a:xfrm>
          </p:grpSpPr>
          <p:sp>
            <p:nvSpPr>
              <p:cNvPr id="9563" name="Google Shape;9563;p39"/>
              <p:cNvSpPr/>
              <p:nvPr/>
            </p:nvSpPr>
            <p:spPr>
              <a:xfrm>
                <a:off x="2727495" y="1360642"/>
                <a:ext cx="175877" cy="207414"/>
              </a:xfrm>
              <a:custGeom>
                <a:rect b="b" l="l" r="r" t="t"/>
                <a:pathLst>
                  <a:path extrusionOk="0" h="32936" w="27928">
                    <a:moveTo>
                      <a:pt x="23" y="1"/>
                    </a:moveTo>
                    <a:cubicBezTo>
                      <a:pt x="8" y="305"/>
                      <a:pt x="0" y="607"/>
                      <a:pt x="0" y="910"/>
                    </a:cubicBezTo>
                    <a:cubicBezTo>
                      <a:pt x="0" y="18582"/>
                      <a:pt x="10658" y="32913"/>
                      <a:pt x="23811" y="32936"/>
                    </a:cubicBezTo>
                    <a:cubicBezTo>
                      <a:pt x="23827" y="32889"/>
                      <a:pt x="23841" y="32840"/>
                      <a:pt x="23857" y="32793"/>
                    </a:cubicBezTo>
                    <a:cubicBezTo>
                      <a:pt x="27927" y="20274"/>
                      <a:pt x="17588" y="5690"/>
                      <a:pt x="767" y="228"/>
                    </a:cubicBezTo>
                    <a:cubicBezTo>
                      <a:pt x="522" y="146"/>
                      <a:pt x="273" y="70"/>
                      <a:pt x="23" y="1"/>
                    </a:cubicBezTo>
                    <a:close/>
                  </a:path>
                </a:pathLst>
              </a:custGeom>
              <a:solidFill>
                <a:srgbClr val="213B5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564" name="Google Shape;9564;p39"/>
              <p:cNvSpPr/>
              <p:nvPr/>
            </p:nvSpPr>
            <p:spPr>
              <a:xfrm>
                <a:off x="2730750" y="1408371"/>
                <a:ext cx="108720" cy="144761"/>
              </a:xfrm>
              <a:custGeom>
                <a:rect b="b" l="l" r="r" t="t"/>
                <a:pathLst>
                  <a:path extrusionOk="0" h="22987" w="17264">
                    <a:moveTo>
                      <a:pt x="0" y="0"/>
                    </a:moveTo>
                    <a:lnTo>
                      <a:pt x="0" y="0"/>
                    </a:lnTo>
                    <a:cubicBezTo>
                      <a:pt x="1651" y="10456"/>
                      <a:pt x="7099" y="19031"/>
                      <a:pt x="14312" y="22986"/>
                    </a:cubicBezTo>
                    <a:cubicBezTo>
                      <a:pt x="14397" y="22780"/>
                      <a:pt x="14469" y="22572"/>
                      <a:pt x="14539" y="22357"/>
                    </a:cubicBezTo>
                    <a:cubicBezTo>
                      <a:pt x="17263" y="13961"/>
                      <a:pt x="10821" y="4262"/>
                      <a:pt x="0" y="0"/>
                    </a:cubicBezTo>
                    <a:close/>
                  </a:path>
                </a:pathLst>
              </a:custGeom>
              <a:solidFill>
                <a:srgbClr val="A5B7C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nvGrpSpPr>
              <p:cNvPr id="9565" name="Google Shape;9565;p39"/>
              <p:cNvGrpSpPr/>
              <p:nvPr/>
            </p:nvGrpSpPr>
            <p:grpSpPr>
              <a:xfrm>
                <a:off x="2496269" y="1171698"/>
                <a:ext cx="761953" cy="723022"/>
                <a:chOff x="2496269" y="1120652"/>
                <a:chExt cx="761953" cy="723022"/>
              </a:xfrm>
            </p:grpSpPr>
            <p:grpSp>
              <p:nvGrpSpPr>
                <p:cNvPr id="9566" name="Google Shape;9566;p39"/>
                <p:cNvGrpSpPr/>
                <p:nvPr/>
              </p:nvGrpSpPr>
              <p:grpSpPr>
                <a:xfrm>
                  <a:off x="2496269" y="1120652"/>
                  <a:ext cx="761953" cy="723022"/>
                  <a:chOff x="2496269" y="1120652"/>
                  <a:chExt cx="761953" cy="723022"/>
                </a:xfrm>
              </p:grpSpPr>
              <p:grpSp>
                <p:nvGrpSpPr>
                  <p:cNvPr id="9567" name="Google Shape;9567;p39"/>
                  <p:cNvGrpSpPr/>
                  <p:nvPr/>
                </p:nvGrpSpPr>
                <p:grpSpPr>
                  <a:xfrm>
                    <a:off x="2496269" y="1304589"/>
                    <a:ext cx="407089" cy="305057"/>
                    <a:chOff x="2496269" y="1304589"/>
                    <a:chExt cx="407089" cy="305057"/>
                  </a:xfrm>
                </p:grpSpPr>
                <p:sp>
                  <p:nvSpPr>
                    <p:cNvPr id="9568" name="Google Shape;9568;p39"/>
                    <p:cNvSpPr/>
                    <p:nvPr/>
                  </p:nvSpPr>
                  <p:spPr>
                    <a:xfrm>
                      <a:off x="2496269" y="1304589"/>
                      <a:ext cx="407089" cy="305057"/>
                    </a:xfrm>
                    <a:custGeom>
                      <a:rect b="b" l="l" r="r" t="t"/>
                      <a:pathLst>
                        <a:path extrusionOk="0" h="48441" w="64643">
                          <a:moveTo>
                            <a:pt x="30753" y="1"/>
                          </a:moveTo>
                          <a:cubicBezTo>
                            <a:pt x="19553" y="1"/>
                            <a:pt x="7984" y="7486"/>
                            <a:pt x="2667" y="11431"/>
                          </a:cubicBezTo>
                          <a:cubicBezTo>
                            <a:pt x="790" y="12823"/>
                            <a:pt x="1" y="15251"/>
                            <a:pt x="700" y="17481"/>
                          </a:cubicBezTo>
                          <a:cubicBezTo>
                            <a:pt x="3088" y="25083"/>
                            <a:pt x="9784" y="42156"/>
                            <a:pt x="22752" y="46368"/>
                          </a:cubicBezTo>
                          <a:cubicBezTo>
                            <a:pt x="27079" y="47774"/>
                            <a:pt x="31415" y="48440"/>
                            <a:pt x="35536" y="48440"/>
                          </a:cubicBezTo>
                          <a:cubicBezTo>
                            <a:pt x="47434" y="48440"/>
                            <a:pt x="57553" y="42892"/>
                            <a:pt x="60574" y="33591"/>
                          </a:cubicBezTo>
                          <a:cubicBezTo>
                            <a:pt x="64643" y="21069"/>
                            <a:pt x="54305" y="6487"/>
                            <a:pt x="37486" y="1023"/>
                          </a:cubicBezTo>
                          <a:cubicBezTo>
                            <a:pt x="35294" y="311"/>
                            <a:pt x="33031" y="1"/>
                            <a:pt x="30753" y="1"/>
                          </a:cubicBezTo>
                          <a:close/>
                        </a:path>
                      </a:pathLst>
                    </a:custGeom>
                    <a:solidFill>
                      <a:srgbClr val="213B5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569" name="Google Shape;9569;p39"/>
                    <p:cNvSpPr/>
                    <p:nvPr/>
                  </p:nvSpPr>
                  <p:spPr>
                    <a:xfrm>
                      <a:off x="2553035" y="1348798"/>
                      <a:ext cx="287349" cy="215318"/>
                    </a:xfrm>
                    <a:custGeom>
                      <a:rect b="b" l="l" r="r" t="t"/>
                      <a:pathLst>
                        <a:path extrusionOk="0" h="34191" w="45629">
                          <a:moveTo>
                            <a:pt x="21708" y="1"/>
                          </a:moveTo>
                          <a:cubicBezTo>
                            <a:pt x="13802" y="1"/>
                            <a:pt x="5636" y="5284"/>
                            <a:pt x="1883" y="8068"/>
                          </a:cubicBezTo>
                          <a:cubicBezTo>
                            <a:pt x="558" y="9051"/>
                            <a:pt x="1" y="10765"/>
                            <a:pt x="495" y="12338"/>
                          </a:cubicBezTo>
                          <a:cubicBezTo>
                            <a:pt x="2180" y="17705"/>
                            <a:pt x="6907" y="29755"/>
                            <a:pt x="16060" y="32728"/>
                          </a:cubicBezTo>
                          <a:cubicBezTo>
                            <a:pt x="19114" y="33721"/>
                            <a:pt x="22174" y="34191"/>
                            <a:pt x="25083" y="34191"/>
                          </a:cubicBezTo>
                          <a:cubicBezTo>
                            <a:pt x="33482" y="34191"/>
                            <a:pt x="40624" y="30275"/>
                            <a:pt x="42758" y="23710"/>
                          </a:cubicBezTo>
                          <a:cubicBezTo>
                            <a:pt x="45629" y="14872"/>
                            <a:pt x="38332" y="4579"/>
                            <a:pt x="26460" y="722"/>
                          </a:cubicBezTo>
                          <a:cubicBezTo>
                            <a:pt x="24913" y="219"/>
                            <a:pt x="23316" y="1"/>
                            <a:pt x="21708" y="1"/>
                          </a:cubicBezTo>
                          <a:close/>
                        </a:path>
                      </a:pathLst>
                    </a:custGeom>
                    <a:solidFill>
                      <a:srgbClr val="A5B7C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9570" name="Google Shape;9570;p39"/>
                  <p:cNvGrpSpPr/>
                  <p:nvPr/>
                </p:nvGrpSpPr>
                <p:grpSpPr>
                  <a:xfrm>
                    <a:off x="2586468" y="1493376"/>
                    <a:ext cx="358850" cy="349656"/>
                    <a:chOff x="2586468" y="1493376"/>
                    <a:chExt cx="358850" cy="349656"/>
                  </a:xfrm>
                </p:grpSpPr>
                <p:sp>
                  <p:nvSpPr>
                    <p:cNvPr id="9571" name="Google Shape;9571;p39"/>
                    <p:cNvSpPr/>
                    <p:nvPr/>
                  </p:nvSpPr>
                  <p:spPr>
                    <a:xfrm>
                      <a:off x="2586468" y="1493376"/>
                      <a:ext cx="358850" cy="349656"/>
                    </a:xfrm>
                    <a:custGeom>
                      <a:rect b="b" l="l" r="r" t="t"/>
                      <a:pathLst>
                        <a:path extrusionOk="0" h="55523" w="56983">
                          <a:moveTo>
                            <a:pt x="34707" y="1"/>
                          </a:moveTo>
                          <a:cubicBezTo>
                            <a:pt x="25495" y="1"/>
                            <a:pt x="15173" y="5595"/>
                            <a:pt x="8014" y="15449"/>
                          </a:cubicBezTo>
                          <a:cubicBezTo>
                            <a:pt x="0" y="26478"/>
                            <a:pt x="4618" y="44227"/>
                            <a:pt x="7155" y="51780"/>
                          </a:cubicBezTo>
                          <a:cubicBezTo>
                            <a:pt x="7899" y="53993"/>
                            <a:pt x="9963" y="55495"/>
                            <a:pt x="12300" y="55519"/>
                          </a:cubicBezTo>
                          <a:cubicBezTo>
                            <a:pt x="12540" y="55521"/>
                            <a:pt x="12789" y="55522"/>
                            <a:pt x="13047" y="55522"/>
                          </a:cubicBezTo>
                          <a:cubicBezTo>
                            <a:pt x="21360" y="55522"/>
                            <a:pt x="38815" y="54172"/>
                            <a:pt x="46588" y="43473"/>
                          </a:cubicBezTo>
                          <a:cubicBezTo>
                            <a:pt x="56983" y="29165"/>
                            <a:pt x="56776" y="11292"/>
                            <a:pt x="46123" y="3553"/>
                          </a:cubicBezTo>
                          <a:cubicBezTo>
                            <a:pt x="42808" y="1144"/>
                            <a:pt x="38871" y="1"/>
                            <a:pt x="34707" y="1"/>
                          </a:cubicBezTo>
                          <a:close/>
                        </a:path>
                      </a:pathLst>
                    </a:custGeom>
                    <a:solidFill>
                      <a:srgbClr val="445D7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572" name="Google Shape;9572;p39"/>
                    <p:cNvSpPr/>
                    <p:nvPr/>
                  </p:nvSpPr>
                  <p:spPr>
                    <a:xfrm>
                      <a:off x="2637642" y="1547125"/>
                      <a:ext cx="253304" cy="246805"/>
                    </a:xfrm>
                    <a:custGeom>
                      <a:rect b="b" l="l" r="r" t="t"/>
                      <a:pathLst>
                        <a:path extrusionOk="0" h="39191" w="40223">
                          <a:moveTo>
                            <a:pt x="24498" y="0"/>
                          </a:moveTo>
                          <a:cubicBezTo>
                            <a:pt x="17996" y="0"/>
                            <a:pt x="10711" y="3949"/>
                            <a:pt x="5658" y="10904"/>
                          </a:cubicBezTo>
                          <a:cubicBezTo>
                            <a:pt x="0" y="18689"/>
                            <a:pt x="3260" y="31216"/>
                            <a:pt x="5050" y="36549"/>
                          </a:cubicBezTo>
                          <a:cubicBezTo>
                            <a:pt x="5576" y="38112"/>
                            <a:pt x="7034" y="39172"/>
                            <a:pt x="8683" y="39188"/>
                          </a:cubicBezTo>
                          <a:cubicBezTo>
                            <a:pt x="8850" y="39189"/>
                            <a:pt x="9023" y="39190"/>
                            <a:pt x="9202" y="39190"/>
                          </a:cubicBezTo>
                          <a:cubicBezTo>
                            <a:pt x="15067" y="39190"/>
                            <a:pt x="27395" y="38240"/>
                            <a:pt x="32884" y="30686"/>
                          </a:cubicBezTo>
                          <a:cubicBezTo>
                            <a:pt x="40222" y="20587"/>
                            <a:pt x="40075" y="7970"/>
                            <a:pt x="32557" y="2508"/>
                          </a:cubicBezTo>
                          <a:cubicBezTo>
                            <a:pt x="30217" y="807"/>
                            <a:pt x="27437" y="0"/>
                            <a:pt x="24498" y="0"/>
                          </a:cubicBezTo>
                          <a:close/>
                        </a:path>
                      </a:pathLst>
                    </a:custGeom>
                    <a:solidFill>
                      <a:srgbClr val="A5B7C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9573" name="Google Shape;9573;p39"/>
                  <p:cNvGrpSpPr/>
                  <p:nvPr/>
                </p:nvGrpSpPr>
                <p:grpSpPr>
                  <a:xfrm>
                    <a:off x="2807939" y="1494024"/>
                    <a:ext cx="358857" cy="349650"/>
                    <a:chOff x="2807939" y="1494024"/>
                    <a:chExt cx="358857" cy="349650"/>
                  </a:xfrm>
                </p:grpSpPr>
                <p:sp>
                  <p:nvSpPr>
                    <p:cNvPr id="9574" name="Google Shape;9574;p39"/>
                    <p:cNvSpPr/>
                    <p:nvPr/>
                  </p:nvSpPr>
                  <p:spPr>
                    <a:xfrm>
                      <a:off x="2807939" y="1494024"/>
                      <a:ext cx="358857" cy="349650"/>
                    </a:xfrm>
                    <a:custGeom>
                      <a:rect b="b" l="l" r="r" t="t"/>
                      <a:pathLst>
                        <a:path extrusionOk="0" h="55522" w="56984">
                          <a:moveTo>
                            <a:pt x="22278" y="1"/>
                          </a:moveTo>
                          <a:cubicBezTo>
                            <a:pt x="18114" y="1"/>
                            <a:pt x="14176" y="1144"/>
                            <a:pt x="10859" y="3554"/>
                          </a:cubicBezTo>
                          <a:cubicBezTo>
                            <a:pt x="208" y="11292"/>
                            <a:pt x="0" y="29166"/>
                            <a:pt x="10397" y="43474"/>
                          </a:cubicBezTo>
                          <a:cubicBezTo>
                            <a:pt x="18169" y="54172"/>
                            <a:pt x="35625" y="55522"/>
                            <a:pt x="43938" y="55522"/>
                          </a:cubicBezTo>
                          <a:cubicBezTo>
                            <a:pt x="44195" y="55522"/>
                            <a:pt x="44444" y="55521"/>
                            <a:pt x="44684" y="55518"/>
                          </a:cubicBezTo>
                          <a:cubicBezTo>
                            <a:pt x="47019" y="55494"/>
                            <a:pt x="49085" y="53995"/>
                            <a:pt x="49830" y="51779"/>
                          </a:cubicBezTo>
                          <a:cubicBezTo>
                            <a:pt x="52366" y="44227"/>
                            <a:pt x="56984" y="26479"/>
                            <a:pt x="48970" y="15448"/>
                          </a:cubicBezTo>
                          <a:cubicBezTo>
                            <a:pt x="41810" y="5595"/>
                            <a:pt x="31490" y="1"/>
                            <a:pt x="22278" y="1"/>
                          </a:cubicBezTo>
                          <a:close/>
                        </a:path>
                      </a:pathLst>
                    </a:custGeom>
                    <a:solidFill>
                      <a:srgbClr val="667E9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575" name="Google Shape;9575;p39"/>
                    <p:cNvSpPr/>
                    <p:nvPr/>
                  </p:nvSpPr>
                  <p:spPr>
                    <a:xfrm>
                      <a:off x="2862324" y="1547767"/>
                      <a:ext cx="253292" cy="246805"/>
                    </a:xfrm>
                    <a:custGeom>
                      <a:rect b="b" l="l" r="r" t="t"/>
                      <a:pathLst>
                        <a:path extrusionOk="0" h="39191" w="40221">
                          <a:moveTo>
                            <a:pt x="15724" y="1"/>
                          </a:moveTo>
                          <a:cubicBezTo>
                            <a:pt x="12785" y="1"/>
                            <a:pt x="10006" y="808"/>
                            <a:pt x="7665" y="2508"/>
                          </a:cubicBezTo>
                          <a:cubicBezTo>
                            <a:pt x="146" y="7971"/>
                            <a:pt x="0" y="20586"/>
                            <a:pt x="7339" y="30686"/>
                          </a:cubicBezTo>
                          <a:cubicBezTo>
                            <a:pt x="12827" y="38240"/>
                            <a:pt x="25156" y="39191"/>
                            <a:pt x="31020" y="39191"/>
                          </a:cubicBezTo>
                          <a:cubicBezTo>
                            <a:pt x="31200" y="39191"/>
                            <a:pt x="31373" y="39190"/>
                            <a:pt x="31540" y="39188"/>
                          </a:cubicBezTo>
                          <a:cubicBezTo>
                            <a:pt x="33188" y="39171"/>
                            <a:pt x="34646" y="38111"/>
                            <a:pt x="35173" y="36549"/>
                          </a:cubicBezTo>
                          <a:cubicBezTo>
                            <a:pt x="36962" y="31218"/>
                            <a:pt x="40221" y="18689"/>
                            <a:pt x="34564" y="10904"/>
                          </a:cubicBezTo>
                          <a:cubicBezTo>
                            <a:pt x="29511" y="3949"/>
                            <a:pt x="22226" y="1"/>
                            <a:pt x="15724" y="1"/>
                          </a:cubicBezTo>
                          <a:close/>
                        </a:path>
                      </a:pathLst>
                    </a:custGeom>
                    <a:solidFill>
                      <a:srgbClr val="A5B7C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9576" name="Google Shape;9576;p39"/>
                  <p:cNvGrpSpPr/>
                  <p:nvPr/>
                </p:nvGrpSpPr>
                <p:grpSpPr>
                  <a:xfrm>
                    <a:off x="2851133" y="1305635"/>
                    <a:ext cx="407089" cy="305057"/>
                    <a:chOff x="2851133" y="1305635"/>
                    <a:chExt cx="407089" cy="305057"/>
                  </a:xfrm>
                </p:grpSpPr>
                <p:sp>
                  <p:nvSpPr>
                    <p:cNvPr id="9577" name="Google Shape;9577;p39"/>
                    <p:cNvSpPr/>
                    <p:nvPr/>
                  </p:nvSpPr>
                  <p:spPr>
                    <a:xfrm>
                      <a:off x="2851133" y="1305635"/>
                      <a:ext cx="407089" cy="305057"/>
                    </a:xfrm>
                    <a:custGeom>
                      <a:rect b="b" l="l" r="r" t="t"/>
                      <a:pathLst>
                        <a:path extrusionOk="0" h="48441" w="64643">
                          <a:moveTo>
                            <a:pt x="33890" y="0"/>
                          </a:moveTo>
                          <a:cubicBezTo>
                            <a:pt x="31613" y="0"/>
                            <a:pt x="29351" y="310"/>
                            <a:pt x="27159" y="1022"/>
                          </a:cubicBezTo>
                          <a:cubicBezTo>
                            <a:pt x="10340" y="6488"/>
                            <a:pt x="1" y="21070"/>
                            <a:pt x="4069" y="33592"/>
                          </a:cubicBezTo>
                          <a:cubicBezTo>
                            <a:pt x="7091" y="42892"/>
                            <a:pt x="17210" y="48440"/>
                            <a:pt x="29109" y="48440"/>
                          </a:cubicBezTo>
                          <a:cubicBezTo>
                            <a:pt x="33230" y="48440"/>
                            <a:pt x="37566" y="47775"/>
                            <a:pt x="41894" y="46368"/>
                          </a:cubicBezTo>
                          <a:cubicBezTo>
                            <a:pt x="54859" y="42156"/>
                            <a:pt x="61556" y="25084"/>
                            <a:pt x="63944" y="17481"/>
                          </a:cubicBezTo>
                          <a:cubicBezTo>
                            <a:pt x="64643" y="15252"/>
                            <a:pt x="63854" y="12824"/>
                            <a:pt x="61978" y="11431"/>
                          </a:cubicBezTo>
                          <a:cubicBezTo>
                            <a:pt x="56659" y="7487"/>
                            <a:pt x="45090" y="0"/>
                            <a:pt x="33890" y="0"/>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578" name="Google Shape;9578;p39"/>
                    <p:cNvSpPr/>
                    <p:nvPr/>
                  </p:nvSpPr>
                  <p:spPr>
                    <a:xfrm>
                      <a:off x="2914108" y="1349849"/>
                      <a:ext cx="287349" cy="215324"/>
                    </a:xfrm>
                    <a:custGeom>
                      <a:rect b="b" l="l" r="r" t="t"/>
                      <a:pathLst>
                        <a:path extrusionOk="0" h="34192" w="45629">
                          <a:moveTo>
                            <a:pt x="23922" y="0"/>
                          </a:moveTo>
                          <a:cubicBezTo>
                            <a:pt x="22315" y="0"/>
                            <a:pt x="20718" y="219"/>
                            <a:pt x="19171" y="721"/>
                          </a:cubicBezTo>
                          <a:cubicBezTo>
                            <a:pt x="7297" y="4578"/>
                            <a:pt x="1" y="14871"/>
                            <a:pt x="2873" y="23711"/>
                          </a:cubicBezTo>
                          <a:cubicBezTo>
                            <a:pt x="5006" y="30275"/>
                            <a:pt x="12149" y="34191"/>
                            <a:pt x="20548" y="34191"/>
                          </a:cubicBezTo>
                          <a:cubicBezTo>
                            <a:pt x="23457" y="34191"/>
                            <a:pt x="26517" y="33722"/>
                            <a:pt x="29571" y="32729"/>
                          </a:cubicBezTo>
                          <a:cubicBezTo>
                            <a:pt x="38723" y="29754"/>
                            <a:pt x="43449" y="17704"/>
                            <a:pt x="45134" y="12339"/>
                          </a:cubicBezTo>
                          <a:cubicBezTo>
                            <a:pt x="45629" y="10764"/>
                            <a:pt x="45072" y="9052"/>
                            <a:pt x="43747" y="8069"/>
                          </a:cubicBezTo>
                          <a:cubicBezTo>
                            <a:pt x="39994" y="5284"/>
                            <a:pt x="31827" y="0"/>
                            <a:pt x="23922" y="0"/>
                          </a:cubicBezTo>
                          <a:close/>
                        </a:path>
                      </a:pathLst>
                    </a:custGeom>
                    <a:solidFill>
                      <a:srgbClr val="A5B7C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9579" name="Google Shape;9579;p39"/>
                  <p:cNvGrpSpPr/>
                  <p:nvPr/>
                </p:nvGrpSpPr>
                <p:grpSpPr>
                  <a:xfrm>
                    <a:off x="2727495" y="1120652"/>
                    <a:ext cx="300271" cy="396358"/>
                    <a:chOff x="2727495" y="1120652"/>
                    <a:chExt cx="300271" cy="396358"/>
                  </a:xfrm>
                </p:grpSpPr>
                <p:sp>
                  <p:nvSpPr>
                    <p:cNvPr id="9580" name="Google Shape;9580;p39"/>
                    <p:cNvSpPr/>
                    <p:nvPr/>
                  </p:nvSpPr>
                  <p:spPr>
                    <a:xfrm>
                      <a:off x="2727495" y="1120652"/>
                      <a:ext cx="300271" cy="396358"/>
                    </a:xfrm>
                    <a:custGeom>
                      <a:rect b="b" l="l" r="r" t="t"/>
                      <a:pathLst>
                        <a:path extrusionOk="0" h="62939" w="47681">
                          <a:moveTo>
                            <a:pt x="23841" y="1"/>
                          </a:moveTo>
                          <a:cubicBezTo>
                            <a:pt x="22726" y="1"/>
                            <a:pt x="21612" y="340"/>
                            <a:pt x="20660" y="1017"/>
                          </a:cubicBezTo>
                          <a:cubicBezTo>
                            <a:pt x="14168" y="5636"/>
                            <a:pt x="0" y="17280"/>
                            <a:pt x="0" y="30914"/>
                          </a:cubicBezTo>
                          <a:cubicBezTo>
                            <a:pt x="0" y="48601"/>
                            <a:pt x="10674" y="62939"/>
                            <a:pt x="23841" y="62939"/>
                          </a:cubicBezTo>
                          <a:cubicBezTo>
                            <a:pt x="37007" y="62939"/>
                            <a:pt x="47681" y="48600"/>
                            <a:pt x="47681" y="30914"/>
                          </a:cubicBezTo>
                          <a:cubicBezTo>
                            <a:pt x="47681" y="17280"/>
                            <a:pt x="33513" y="5636"/>
                            <a:pt x="27022" y="1017"/>
                          </a:cubicBezTo>
                          <a:cubicBezTo>
                            <a:pt x="26069" y="340"/>
                            <a:pt x="24955" y="1"/>
                            <a:pt x="23841" y="1"/>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581" name="Google Shape;9581;p39"/>
                    <p:cNvSpPr/>
                    <p:nvPr/>
                  </p:nvSpPr>
                  <p:spPr>
                    <a:xfrm>
                      <a:off x="2771659" y="1178948"/>
                      <a:ext cx="211942" cy="279766"/>
                    </a:xfrm>
                    <a:custGeom>
                      <a:rect b="b" l="l" r="r" t="t"/>
                      <a:pathLst>
                        <a:path extrusionOk="0" h="44425" w="33655">
                          <a:moveTo>
                            <a:pt x="16828" y="0"/>
                          </a:moveTo>
                          <a:cubicBezTo>
                            <a:pt x="16042" y="0"/>
                            <a:pt x="15255" y="240"/>
                            <a:pt x="14583" y="718"/>
                          </a:cubicBezTo>
                          <a:cubicBezTo>
                            <a:pt x="10001" y="3978"/>
                            <a:pt x="1" y="12199"/>
                            <a:pt x="1" y="21821"/>
                          </a:cubicBezTo>
                          <a:cubicBezTo>
                            <a:pt x="1" y="34304"/>
                            <a:pt x="7534" y="44424"/>
                            <a:pt x="16828" y="44424"/>
                          </a:cubicBezTo>
                          <a:cubicBezTo>
                            <a:pt x="26121" y="44424"/>
                            <a:pt x="33654" y="34304"/>
                            <a:pt x="33654" y="21821"/>
                          </a:cubicBezTo>
                          <a:cubicBezTo>
                            <a:pt x="33654" y="12197"/>
                            <a:pt x="23654" y="3978"/>
                            <a:pt x="19072" y="718"/>
                          </a:cubicBezTo>
                          <a:cubicBezTo>
                            <a:pt x="18401" y="240"/>
                            <a:pt x="17615" y="0"/>
                            <a:pt x="16828" y="0"/>
                          </a:cubicBezTo>
                          <a:close/>
                        </a:path>
                      </a:pathLst>
                    </a:custGeom>
                    <a:solidFill>
                      <a:srgbClr val="A5B7C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grpSp>
              <p:nvGrpSpPr>
                <p:cNvPr id="9582" name="Google Shape;9582;p39"/>
                <p:cNvGrpSpPr/>
                <p:nvPr/>
              </p:nvGrpSpPr>
              <p:grpSpPr>
                <a:xfrm>
                  <a:off x="2722305" y="1350460"/>
                  <a:ext cx="308357" cy="308344"/>
                  <a:chOff x="2722305" y="1350460"/>
                  <a:chExt cx="308357" cy="308344"/>
                </a:xfrm>
              </p:grpSpPr>
              <p:sp>
                <p:nvSpPr>
                  <p:cNvPr id="9583" name="Google Shape;9583;p39"/>
                  <p:cNvSpPr/>
                  <p:nvPr/>
                </p:nvSpPr>
                <p:spPr>
                  <a:xfrm>
                    <a:off x="2722305" y="1350460"/>
                    <a:ext cx="308357" cy="308344"/>
                  </a:xfrm>
                  <a:custGeom>
                    <a:rect b="b" l="l" r="r" t="t"/>
                    <a:pathLst>
                      <a:path extrusionOk="0" h="48963" w="48965">
                        <a:moveTo>
                          <a:pt x="24483" y="0"/>
                        </a:moveTo>
                        <a:cubicBezTo>
                          <a:pt x="17990" y="0"/>
                          <a:pt x="11762" y="2578"/>
                          <a:pt x="7172" y="7170"/>
                        </a:cubicBezTo>
                        <a:cubicBezTo>
                          <a:pt x="2580" y="11762"/>
                          <a:pt x="0" y="17988"/>
                          <a:pt x="0" y="24481"/>
                        </a:cubicBezTo>
                        <a:cubicBezTo>
                          <a:pt x="0" y="30974"/>
                          <a:pt x="2580" y="37202"/>
                          <a:pt x="7172" y="41792"/>
                        </a:cubicBezTo>
                        <a:cubicBezTo>
                          <a:pt x="11762" y="46384"/>
                          <a:pt x="17990" y="48962"/>
                          <a:pt x="24483" y="48962"/>
                        </a:cubicBezTo>
                        <a:cubicBezTo>
                          <a:pt x="30976" y="48962"/>
                          <a:pt x="37202" y="46384"/>
                          <a:pt x="41794" y="41792"/>
                        </a:cubicBezTo>
                        <a:cubicBezTo>
                          <a:pt x="46386" y="37202"/>
                          <a:pt x="48964" y="30974"/>
                          <a:pt x="48964" y="24481"/>
                        </a:cubicBezTo>
                        <a:cubicBezTo>
                          <a:pt x="48964" y="17988"/>
                          <a:pt x="46386" y="11762"/>
                          <a:pt x="41794" y="7170"/>
                        </a:cubicBezTo>
                        <a:cubicBezTo>
                          <a:pt x="37202" y="2578"/>
                          <a:pt x="30976" y="0"/>
                          <a:pt x="24483" y="0"/>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nvGrpSpPr>
                  <p:cNvPr id="9584" name="Google Shape;9584;p39"/>
                  <p:cNvGrpSpPr/>
                  <p:nvPr/>
                </p:nvGrpSpPr>
                <p:grpSpPr>
                  <a:xfrm>
                    <a:off x="2725064" y="1364529"/>
                    <a:ext cx="297953" cy="280182"/>
                    <a:chOff x="2725064" y="1364529"/>
                    <a:chExt cx="297953" cy="280182"/>
                  </a:xfrm>
                </p:grpSpPr>
                <p:sp>
                  <p:nvSpPr>
                    <p:cNvPr id="9585" name="Google Shape;9585;p39"/>
                    <p:cNvSpPr/>
                    <p:nvPr/>
                  </p:nvSpPr>
                  <p:spPr>
                    <a:xfrm>
                      <a:off x="2743100" y="1541306"/>
                      <a:ext cx="133551" cy="103405"/>
                    </a:xfrm>
                    <a:custGeom>
                      <a:rect b="b" l="l" r="r" t="t"/>
                      <a:pathLst>
                        <a:path extrusionOk="0" h="16420" w="21207">
                          <a:moveTo>
                            <a:pt x="3036" y="0"/>
                          </a:moveTo>
                          <a:lnTo>
                            <a:pt x="0" y="986"/>
                          </a:lnTo>
                          <a:cubicBezTo>
                            <a:pt x="722" y="3230"/>
                            <a:pt x="1796" y="5346"/>
                            <a:pt x="3182" y="7254"/>
                          </a:cubicBezTo>
                          <a:cubicBezTo>
                            <a:pt x="7535" y="13245"/>
                            <a:pt x="14318" y="16420"/>
                            <a:pt x="21196" y="16420"/>
                          </a:cubicBezTo>
                          <a:cubicBezTo>
                            <a:pt x="21200" y="16420"/>
                            <a:pt x="21203" y="16420"/>
                            <a:pt x="21207" y="16420"/>
                          </a:cubicBezTo>
                          <a:lnTo>
                            <a:pt x="21207" y="13228"/>
                          </a:lnTo>
                          <a:cubicBezTo>
                            <a:pt x="21203" y="13228"/>
                            <a:pt x="21200" y="13228"/>
                            <a:pt x="21196" y="13228"/>
                          </a:cubicBezTo>
                          <a:cubicBezTo>
                            <a:pt x="15304" y="13228"/>
                            <a:pt x="9492" y="10509"/>
                            <a:pt x="5763" y="5378"/>
                          </a:cubicBezTo>
                          <a:cubicBezTo>
                            <a:pt x="4574" y="3741"/>
                            <a:pt x="3654" y="1926"/>
                            <a:pt x="3036" y="0"/>
                          </a:cubicBezTo>
                          <a:close/>
                        </a:path>
                      </a:pathLst>
                    </a:custGeom>
                    <a:solidFill>
                      <a:srgbClr val="445D7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586" name="Google Shape;9586;p39"/>
                    <p:cNvSpPr/>
                    <p:nvPr/>
                  </p:nvSpPr>
                  <p:spPr>
                    <a:xfrm>
                      <a:off x="2946887" y="1391180"/>
                      <a:ext cx="76130" cy="156241"/>
                    </a:xfrm>
                    <a:custGeom>
                      <a:rect b="b" l="l" r="r" t="t"/>
                      <a:pathLst>
                        <a:path extrusionOk="0" h="24810" w="12089">
                          <a:moveTo>
                            <a:pt x="1876" y="0"/>
                          </a:moveTo>
                          <a:lnTo>
                            <a:pt x="0" y="2583"/>
                          </a:lnTo>
                          <a:cubicBezTo>
                            <a:pt x="1626" y="3761"/>
                            <a:pt x="3057" y="5189"/>
                            <a:pt x="4237" y="6815"/>
                          </a:cubicBezTo>
                          <a:cubicBezTo>
                            <a:pt x="7945" y="11917"/>
                            <a:pt x="8749" y="18242"/>
                            <a:pt x="6967" y="23823"/>
                          </a:cubicBezTo>
                          <a:lnTo>
                            <a:pt x="10002" y="24809"/>
                          </a:lnTo>
                          <a:cubicBezTo>
                            <a:pt x="12089" y="18290"/>
                            <a:pt x="11151" y="10899"/>
                            <a:pt x="6820" y="4938"/>
                          </a:cubicBezTo>
                          <a:cubicBezTo>
                            <a:pt x="5442" y="3041"/>
                            <a:pt x="3774" y="1375"/>
                            <a:pt x="1876" y="0"/>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587" name="Google Shape;9587;p39"/>
                    <p:cNvSpPr/>
                    <p:nvPr/>
                  </p:nvSpPr>
                  <p:spPr>
                    <a:xfrm>
                      <a:off x="2794481" y="1364529"/>
                      <a:ext cx="164226" cy="42924"/>
                    </a:xfrm>
                    <a:custGeom>
                      <a:rect b="b" l="l" r="r" t="t"/>
                      <a:pathLst>
                        <a:path extrusionOk="0" h="6816" w="26078">
                          <a:moveTo>
                            <a:pt x="12998" y="1"/>
                          </a:moveTo>
                          <a:cubicBezTo>
                            <a:pt x="8487" y="1"/>
                            <a:pt x="3935" y="1369"/>
                            <a:pt x="0" y="4210"/>
                          </a:cubicBezTo>
                          <a:lnTo>
                            <a:pt x="1876" y="6793"/>
                          </a:lnTo>
                          <a:cubicBezTo>
                            <a:pt x="5245" y="4363"/>
                            <a:pt x="9141" y="3193"/>
                            <a:pt x="13002" y="3193"/>
                          </a:cubicBezTo>
                          <a:cubicBezTo>
                            <a:pt x="16976" y="3193"/>
                            <a:pt x="20914" y="4433"/>
                            <a:pt x="24201" y="6815"/>
                          </a:cubicBezTo>
                          <a:lnTo>
                            <a:pt x="26077" y="4232"/>
                          </a:lnTo>
                          <a:cubicBezTo>
                            <a:pt x="22239" y="1449"/>
                            <a:pt x="17641" y="1"/>
                            <a:pt x="12998" y="1"/>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588" name="Google Shape;9588;p39"/>
                    <p:cNvSpPr/>
                    <p:nvPr/>
                  </p:nvSpPr>
                  <p:spPr>
                    <a:xfrm>
                      <a:off x="2876645" y="1541193"/>
                      <a:ext cx="133243" cy="103518"/>
                    </a:xfrm>
                    <a:custGeom>
                      <a:rect b="b" l="l" r="r" t="t"/>
                      <a:pathLst>
                        <a:path extrusionOk="0" h="16438" w="21158">
                          <a:moveTo>
                            <a:pt x="18123" y="1"/>
                          </a:moveTo>
                          <a:cubicBezTo>
                            <a:pt x="16894" y="3864"/>
                            <a:pt x="14459" y="7233"/>
                            <a:pt x="11175" y="9612"/>
                          </a:cubicBezTo>
                          <a:cubicBezTo>
                            <a:pt x="7931" y="11974"/>
                            <a:pt x="4021" y="13246"/>
                            <a:pt x="8" y="13246"/>
                          </a:cubicBezTo>
                          <a:cubicBezTo>
                            <a:pt x="6" y="13246"/>
                            <a:pt x="3" y="13246"/>
                            <a:pt x="1" y="13246"/>
                          </a:cubicBezTo>
                          <a:lnTo>
                            <a:pt x="1" y="16438"/>
                          </a:lnTo>
                          <a:cubicBezTo>
                            <a:pt x="4532" y="16436"/>
                            <a:pt x="9106" y="15060"/>
                            <a:pt x="13053" y="12192"/>
                          </a:cubicBezTo>
                          <a:cubicBezTo>
                            <a:pt x="17030" y="9301"/>
                            <a:pt x="19767" y="5338"/>
                            <a:pt x="21157" y="988"/>
                          </a:cubicBezTo>
                          <a:lnTo>
                            <a:pt x="18123" y="1"/>
                          </a:lnTo>
                          <a:close/>
                        </a:path>
                      </a:pathLst>
                    </a:custGeom>
                    <a:solidFill>
                      <a:srgbClr val="667E9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589" name="Google Shape;9589;p39"/>
                    <p:cNvSpPr/>
                    <p:nvPr/>
                  </p:nvSpPr>
                  <p:spPr>
                    <a:xfrm>
                      <a:off x="2725064" y="1391035"/>
                      <a:ext cx="81238" cy="156487"/>
                    </a:xfrm>
                    <a:custGeom>
                      <a:rect b="b" l="l" r="r" t="t"/>
                      <a:pathLst>
                        <a:path extrusionOk="0" h="24849" w="12900">
                          <a:moveTo>
                            <a:pt x="11023" y="1"/>
                          </a:moveTo>
                          <a:cubicBezTo>
                            <a:pt x="11006" y="13"/>
                            <a:pt x="10987" y="26"/>
                            <a:pt x="10967" y="39"/>
                          </a:cubicBezTo>
                          <a:cubicBezTo>
                            <a:pt x="2989" y="5836"/>
                            <a:pt x="1" y="15945"/>
                            <a:pt x="2866" y="24848"/>
                          </a:cubicBezTo>
                          <a:lnTo>
                            <a:pt x="5900" y="23861"/>
                          </a:lnTo>
                          <a:cubicBezTo>
                            <a:pt x="3451" y="16238"/>
                            <a:pt x="6012" y="7585"/>
                            <a:pt x="12845" y="2622"/>
                          </a:cubicBezTo>
                          <a:cubicBezTo>
                            <a:pt x="12862" y="2608"/>
                            <a:pt x="12882" y="2597"/>
                            <a:pt x="12899" y="2584"/>
                          </a:cubicBezTo>
                          <a:lnTo>
                            <a:pt x="11023" y="1"/>
                          </a:lnTo>
                          <a:close/>
                        </a:path>
                      </a:pathLst>
                    </a:custGeom>
                    <a:solidFill>
                      <a:srgbClr val="213B5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grpSp>
        </p:grpSp>
        <p:sp>
          <p:nvSpPr>
            <p:cNvPr id="9590" name="Google Shape;9590;p39"/>
            <p:cNvSpPr/>
            <p:nvPr/>
          </p:nvSpPr>
          <p:spPr>
            <a:xfrm>
              <a:off x="2621966" y="1245876"/>
              <a:ext cx="114832" cy="86149"/>
            </a:xfrm>
            <a:custGeom>
              <a:rect b="b" l="l" r="r" t="t"/>
              <a:pathLst>
                <a:path extrusionOk="0" h="7716" w="10285">
                  <a:moveTo>
                    <a:pt x="10284" y="1"/>
                  </a:moveTo>
                  <a:lnTo>
                    <a:pt x="7413" y="282"/>
                  </a:lnTo>
                  <a:lnTo>
                    <a:pt x="7949" y="1144"/>
                  </a:lnTo>
                  <a:cubicBezTo>
                    <a:pt x="4966" y="2788"/>
                    <a:pt x="2280" y="4920"/>
                    <a:pt x="0" y="7451"/>
                  </a:cubicBezTo>
                  <a:lnTo>
                    <a:pt x="294" y="7716"/>
                  </a:lnTo>
                  <a:cubicBezTo>
                    <a:pt x="2547" y="5212"/>
                    <a:pt x="5206" y="3102"/>
                    <a:pt x="8156" y="1479"/>
                  </a:cubicBezTo>
                  <a:lnTo>
                    <a:pt x="8760" y="2450"/>
                  </a:ln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591" name="Google Shape;9591;p39"/>
            <p:cNvSpPr/>
            <p:nvPr/>
          </p:nvSpPr>
          <p:spPr>
            <a:xfrm>
              <a:off x="2517909" y="1600456"/>
              <a:ext cx="54396" cy="134951"/>
            </a:xfrm>
            <a:custGeom>
              <a:rect b="b" l="l" r="r" t="t"/>
              <a:pathLst>
                <a:path extrusionOk="0" h="12087" w="4872">
                  <a:moveTo>
                    <a:pt x="4871" y="11889"/>
                  </a:moveTo>
                  <a:cubicBezTo>
                    <a:pt x="3186" y="8971"/>
                    <a:pt x="2004" y="5793"/>
                    <a:pt x="1370" y="2482"/>
                  </a:cubicBezTo>
                  <a:lnTo>
                    <a:pt x="2481" y="2209"/>
                  </a:lnTo>
                  <a:lnTo>
                    <a:pt x="620" y="0"/>
                  </a:lnTo>
                  <a:lnTo>
                    <a:pt x="1" y="2820"/>
                  </a:lnTo>
                  <a:lnTo>
                    <a:pt x="987" y="2578"/>
                  </a:lnTo>
                  <a:cubicBezTo>
                    <a:pt x="1629" y="5923"/>
                    <a:pt x="2827" y="9136"/>
                    <a:pt x="4530" y="12087"/>
                  </a:cubicBez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592" name="Google Shape;9592;p39"/>
            <p:cNvSpPr/>
            <p:nvPr/>
          </p:nvSpPr>
          <p:spPr>
            <a:xfrm>
              <a:off x="3174265" y="1614044"/>
              <a:ext cx="46346" cy="135275"/>
            </a:xfrm>
            <a:custGeom>
              <a:rect b="b" l="l" r="r" t="t"/>
              <a:pathLst>
                <a:path extrusionOk="0" h="12116" w="4151">
                  <a:moveTo>
                    <a:pt x="4150" y="41"/>
                  </a:moveTo>
                  <a:lnTo>
                    <a:pt x="3759" y="0"/>
                  </a:lnTo>
                  <a:cubicBezTo>
                    <a:pt x="3405" y="3350"/>
                    <a:pt x="2494" y="6618"/>
                    <a:pt x="1059" y="9668"/>
                  </a:cubicBezTo>
                  <a:lnTo>
                    <a:pt x="0" y="9237"/>
                  </a:lnTo>
                  <a:lnTo>
                    <a:pt x="208" y="12116"/>
                  </a:lnTo>
                  <a:lnTo>
                    <a:pt x="2367" y="10200"/>
                  </a:lnTo>
                  <a:lnTo>
                    <a:pt x="1426" y="9817"/>
                  </a:lnTo>
                  <a:cubicBezTo>
                    <a:pt x="2873" y="6733"/>
                    <a:pt x="3793" y="3429"/>
                    <a:pt x="4150" y="41"/>
                  </a:cubicBez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593" name="Google Shape;9593;p39"/>
            <p:cNvSpPr/>
            <p:nvPr/>
          </p:nvSpPr>
          <p:spPr>
            <a:xfrm>
              <a:off x="3023194" y="1254350"/>
              <a:ext cx="116417" cy="83525"/>
            </a:xfrm>
            <a:custGeom>
              <a:rect b="b" l="l" r="r" t="t"/>
              <a:pathLst>
                <a:path extrusionOk="0" h="7481" w="10427">
                  <a:moveTo>
                    <a:pt x="10427" y="7480"/>
                  </a:moveTo>
                  <a:lnTo>
                    <a:pt x="9270" y="4835"/>
                  </a:lnTo>
                  <a:lnTo>
                    <a:pt x="8616" y="5611"/>
                  </a:lnTo>
                  <a:cubicBezTo>
                    <a:pt x="6131" y="3282"/>
                    <a:pt x="3273" y="1386"/>
                    <a:pt x="160" y="1"/>
                  </a:cubicBezTo>
                  <a:lnTo>
                    <a:pt x="0" y="361"/>
                  </a:lnTo>
                  <a:cubicBezTo>
                    <a:pt x="3078" y="1731"/>
                    <a:pt x="5904" y="3608"/>
                    <a:pt x="8362" y="5913"/>
                  </a:cubicBezTo>
                  <a:lnTo>
                    <a:pt x="7624" y="6787"/>
                  </a:ln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594" name="Google Shape;9594;p39"/>
            <p:cNvSpPr/>
            <p:nvPr/>
          </p:nvSpPr>
          <p:spPr>
            <a:xfrm rot="8660313">
              <a:off x="2818264" y="1861446"/>
              <a:ext cx="116433" cy="83536"/>
            </a:xfrm>
            <a:custGeom>
              <a:rect b="b" l="l" r="r" t="t"/>
              <a:pathLst>
                <a:path extrusionOk="0" h="7481" w="10427">
                  <a:moveTo>
                    <a:pt x="10427" y="7480"/>
                  </a:moveTo>
                  <a:lnTo>
                    <a:pt x="9270" y="4835"/>
                  </a:lnTo>
                  <a:lnTo>
                    <a:pt x="8616" y="5611"/>
                  </a:lnTo>
                  <a:cubicBezTo>
                    <a:pt x="6131" y="3282"/>
                    <a:pt x="3273" y="1386"/>
                    <a:pt x="160" y="1"/>
                  </a:cubicBezTo>
                  <a:lnTo>
                    <a:pt x="0" y="361"/>
                  </a:lnTo>
                  <a:cubicBezTo>
                    <a:pt x="3078" y="1731"/>
                    <a:pt x="5904" y="3608"/>
                    <a:pt x="8362" y="5913"/>
                  </a:cubicBezTo>
                  <a:lnTo>
                    <a:pt x="7624" y="6787"/>
                  </a:ln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9595" name="Google Shape;9595;p39"/>
          <p:cNvGrpSpPr/>
          <p:nvPr/>
        </p:nvGrpSpPr>
        <p:grpSpPr>
          <a:xfrm>
            <a:off x="3909124" y="2727412"/>
            <a:ext cx="1569143" cy="591015"/>
            <a:chOff x="3820100" y="3023049"/>
            <a:chExt cx="1303925" cy="491162"/>
          </a:xfrm>
        </p:grpSpPr>
        <p:grpSp>
          <p:nvGrpSpPr>
            <p:cNvPr id="9596" name="Google Shape;9596;p39"/>
            <p:cNvGrpSpPr/>
            <p:nvPr/>
          </p:nvGrpSpPr>
          <p:grpSpPr>
            <a:xfrm>
              <a:off x="3820100" y="3023072"/>
              <a:ext cx="1303925" cy="491139"/>
              <a:chOff x="3820100" y="3023072"/>
              <a:chExt cx="1303925" cy="491139"/>
            </a:xfrm>
          </p:grpSpPr>
          <p:sp>
            <p:nvSpPr>
              <p:cNvPr id="9597" name="Google Shape;9597;p39"/>
              <p:cNvSpPr/>
              <p:nvPr/>
            </p:nvSpPr>
            <p:spPr>
              <a:xfrm>
                <a:off x="3820100" y="3023072"/>
                <a:ext cx="505424" cy="491139"/>
              </a:xfrm>
              <a:custGeom>
                <a:rect b="b" l="l" r="r" t="t"/>
                <a:pathLst>
                  <a:path extrusionOk="0" h="43940" w="45218">
                    <a:moveTo>
                      <a:pt x="0" y="0"/>
                    </a:moveTo>
                    <a:cubicBezTo>
                      <a:pt x="0" y="24200"/>
                      <a:pt x="19796" y="43939"/>
                      <a:pt x="44111" y="43939"/>
                    </a:cubicBezTo>
                    <a:lnTo>
                      <a:pt x="45218" y="43939"/>
                    </a:lnTo>
                    <a:lnTo>
                      <a:pt x="45218" y="34795"/>
                    </a:lnTo>
                    <a:lnTo>
                      <a:pt x="44111" y="34795"/>
                    </a:lnTo>
                    <a:cubicBezTo>
                      <a:pt x="24972" y="34795"/>
                      <a:pt x="9345" y="19439"/>
                      <a:pt x="9103" y="450"/>
                    </a:cubicBezTo>
                    <a:cubicBezTo>
                      <a:pt x="9103" y="301"/>
                      <a:pt x="9100" y="150"/>
                      <a:pt x="9100" y="0"/>
                    </a:cubicBezTo>
                    <a:close/>
                  </a:path>
                </a:pathLst>
              </a:custGeom>
              <a:solidFill>
                <a:srgbClr val="445D7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598" name="Google Shape;9598;p39"/>
              <p:cNvSpPr/>
              <p:nvPr/>
            </p:nvSpPr>
            <p:spPr>
              <a:xfrm>
                <a:off x="4323828" y="3411976"/>
                <a:ext cx="800197" cy="102229"/>
              </a:xfrm>
              <a:custGeom>
                <a:rect b="b" l="l" r="r" t="t"/>
                <a:pathLst>
                  <a:path extrusionOk="0" h="9146" w="71590">
                    <a:moveTo>
                      <a:pt x="1" y="1"/>
                    </a:moveTo>
                    <a:lnTo>
                      <a:pt x="1" y="9145"/>
                    </a:lnTo>
                    <a:lnTo>
                      <a:pt x="71589" y="9145"/>
                    </a:lnTo>
                    <a:lnTo>
                      <a:pt x="71589" y="1"/>
                    </a:lnTo>
                    <a:close/>
                  </a:path>
                </a:pathLst>
              </a:custGeom>
              <a:solidFill>
                <a:srgbClr val="445D7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9599" name="Google Shape;9599;p39"/>
            <p:cNvGrpSpPr/>
            <p:nvPr/>
          </p:nvGrpSpPr>
          <p:grpSpPr>
            <a:xfrm>
              <a:off x="4132439" y="3023645"/>
              <a:ext cx="393633" cy="177096"/>
              <a:chOff x="4132439" y="3023645"/>
              <a:chExt cx="393633" cy="177096"/>
            </a:xfrm>
          </p:grpSpPr>
          <p:sp>
            <p:nvSpPr>
              <p:cNvPr id="9600" name="Google Shape;9600;p39"/>
              <p:cNvSpPr/>
              <p:nvPr/>
            </p:nvSpPr>
            <p:spPr>
              <a:xfrm>
                <a:off x="4132439" y="3023645"/>
                <a:ext cx="190085" cy="177096"/>
              </a:xfrm>
              <a:custGeom>
                <a:rect b="b" l="l" r="r" t="t"/>
                <a:pathLst>
                  <a:path extrusionOk="0" h="15844" w="17006">
                    <a:moveTo>
                      <a:pt x="0" y="1"/>
                    </a:moveTo>
                    <a:cubicBezTo>
                      <a:pt x="0" y="5035"/>
                      <a:pt x="2405" y="9521"/>
                      <a:pt x="6124" y="12423"/>
                    </a:cubicBezTo>
                    <a:cubicBezTo>
                      <a:pt x="8932" y="14639"/>
                      <a:pt x="12404" y="15844"/>
                      <a:pt x="15981" y="15844"/>
                    </a:cubicBezTo>
                    <a:lnTo>
                      <a:pt x="17005" y="15844"/>
                    </a:lnTo>
                    <a:lnTo>
                      <a:pt x="17005" y="6962"/>
                    </a:lnTo>
                    <a:lnTo>
                      <a:pt x="15905" y="6962"/>
                    </a:lnTo>
                    <a:cubicBezTo>
                      <a:pt x="12043" y="6962"/>
                      <a:pt x="8822" y="3862"/>
                      <a:pt x="8822" y="1"/>
                    </a:cubicBez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601" name="Google Shape;9601;p39"/>
              <p:cNvSpPr/>
              <p:nvPr/>
            </p:nvSpPr>
            <p:spPr>
              <a:xfrm>
                <a:off x="4318649" y="3101461"/>
                <a:ext cx="207423" cy="99267"/>
              </a:xfrm>
              <a:custGeom>
                <a:rect b="b" l="l" r="r" t="t"/>
                <a:pathLst>
                  <a:path extrusionOk="0" h="8881" w="18211">
                    <a:moveTo>
                      <a:pt x="0" y="0"/>
                    </a:moveTo>
                    <a:lnTo>
                      <a:pt x="0" y="8880"/>
                    </a:lnTo>
                    <a:lnTo>
                      <a:pt x="18210" y="8880"/>
                    </a:lnTo>
                    <a:lnTo>
                      <a:pt x="18210" y="0"/>
                    </a:ln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9602" name="Google Shape;9602;p39"/>
            <p:cNvGrpSpPr/>
            <p:nvPr/>
          </p:nvGrpSpPr>
          <p:grpSpPr>
            <a:xfrm>
              <a:off x="3921811" y="3023049"/>
              <a:ext cx="1002396" cy="388943"/>
              <a:chOff x="3921811" y="3023049"/>
              <a:chExt cx="1002396" cy="388943"/>
            </a:xfrm>
          </p:grpSpPr>
          <p:sp>
            <p:nvSpPr>
              <p:cNvPr id="9603" name="Google Shape;9603;p39"/>
              <p:cNvSpPr/>
              <p:nvPr/>
            </p:nvSpPr>
            <p:spPr>
              <a:xfrm>
                <a:off x="3921811" y="3023049"/>
                <a:ext cx="403709" cy="388943"/>
              </a:xfrm>
              <a:custGeom>
                <a:rect b="b" l="l" r="r" t="t"/>
                <a:pathLst>
                  <a:path extrusionOk="0" h="34797" w="36118">
                    <a:moveTo>
                      <a:pt x="0" y="1"/>
                    </a:moveTo>
                    <a:cubicBezTo>
                      <a:pt x="0" y="152"/>
                      <a:pt x="3" y="301"/>
                      <a:pt x="3" y="452"/>
                    </a:cubicBezTo>
                    <a:cubicBezTo>
                      <a:pt x="245" y="19441"/>
                      <a:pt x="15879" y="34797"/>
                      <a:pt x="35018" y="34797"/>
                    </a:cubicBezTo>
                    <a:lnTo>
                      <a:pt x="36118" y="34797"/>
                    </a:lnTo>
                    <a:lnTo>
                      <a:pt x="36118" y="25652"/>
                    </a:lnTo>
                    <a:lnTo>
                      <a:pt x="34843" y="25652"/>
                    </a:lnTo>
                    <a:lnTo>
                      <a:pt x="34798" y="25632"/>
                    </a:lnTo>
                    <a:cubicBezTo>
                      <a:pt x="20649" y="25575"/>
                      <a:pt x="9181" y="14193"/>
                      <a:pt x="9115" y="123"/>
                    </a:cubicBezTo>
                    <a:cubicBezTo>
                      <a:pt x="9115" y="81"/>
                      <a:pt x="9108" y="42"/>
                      <a:pt x="9108" y="1"/>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604" name="Google Shape;9604;p39"/>
              <p:cNvSpPr/>
              <p:nvPr/>
            </p:nvSpPr>
            <p:spPr>
              <a:xfrm>
                <a:off x="4322109" y="3309770"/>
                <a:ext cx="602098" cy="102218"/>
              </a:xfrm>
              <a:custGeom>
                <a:rect b="b" l="l" r="r" t="t"/>
                <a:pathLst>
                  <a:path extrusionOk="0" h="9145" w="53867">
                    <a:moveTo>
                      <a:pt x="1" y="0"/>
                    </a:moveTo>
                    <a:lnTo>
                      <a:pt x="1" y="9145"/>
                    </a:lnTo>
                    <a:lnTo>
                      <a:pt x="53867" y="9145"/>
                    </a:lnTo>
                    <a:lnTo>
                      <a:pt x="53867" y="0"/>
                    </a:ln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9605" name="Google Shape;9605;p39"/>
            <p:cNvGrpSpPr/>
            <p:nvPr/>
          </p:nvGrpSpPr>
          <p:grpSpPr>
            <a:xfrm>
              <a:off x="4023645" y="3023049"/>
              <a:ext cx="683032" cy="286722"/>
              <a:chOff x="4023645" y="3023049"/>
              <a:chExt cx="683032" cy="286722"/>
            </a:xfrm>
          </p:grpSpPr>
          <p:sp>
            <p:nvSpPr>
              <p:cNvPr id="9606" name="Google Shape;9606;p39"/>
              <p:cNvSpPr/>
              <p:nvPr/>
            </p:nvSpPr>
            <p:spPr>
              <a:xfrm>
                <a:off x="4023645" y="3023049"/>
                <a:ext cx="300664" cy="286524"/>
              </a:xfrm>
              <a:custGeom>
                <a:rect b="b" l="l" r="r" t="t"/>
                <a:pathLst>
                  <a:path extrusionOk="0" h="25634" w="26899">
                    <a:moveTo>
                      <a:pt x="1" y="1"/>
                    </a:moveTo>
                    <a:cubicBezTo>
                      <a:pt x="1" y="42"/>
                      <a:pt x="4" y="81"/>
                      <a:pt x="4" y="121"/>
                    </a:cubicBezTo>
                    <a:cubicBezTo>
                      <a:pt x="70" y="14193"/>
                      <a:pt x="11538" y="25575"/>
                      <a:pt x="25687" y="25630"/>
                    </a:cubicBezTo>
                    <a:cubicBezTo>
                      <a:pt x="25723" y="25630"/>
                      <a:pt x="25757" y="25634"/>
                      <a:pt x="25792" y="25634"/>
                    </a:cubicBezTo>
                    <a:lnTo>
                      <a:pt x="26899" y="25634"/>
                    </a:lnTo>
                    <a:lnTo>
                      <a:pt x="26899" y="15842"/>
                    </a:lnTo>
                    <a:lnTo>
                      <a:pt x="25768" y="15842"/>
                    </a:lnTo>
                    <a:cubicBezTo>
                      <a:pt x="22191" y="15842"/>
                      <a:pt x="18719" y="14637"/>
                      <a:pt x="15911" y="12423"/>
                    </a:cubicBezTo>
                    <a:cubicBezTo>
                      <a:pt x="12192" y="9521"/>
                      <a:pt x="9787" y="5035"/>
                      <a:pt x="9787" y="1"/>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607" name="Google Shape;9607;p39"/>
              <p:cNvSpPr/>
              <p:nvPr/>
            </p:nvSpPr>
            <p:spPr>
              <a:xfrm>
                <a:off x="4314850" y="3200125"/>
                <a:ext cx="391827" cy="109646"/>
              </a:xfrm>
              <a:custGeom>
                <a:rect b="b" l="l" r="r" t="t"/>
                <a:pathLst>
                  <a:path extrusionOk="0" h="9792" w="35055">
                    <a:moveTo>
                      <a:pt x="1" y="0"/>
                    </a:moveTo>
                    <a:lnTo>
                      <a:pt x="1" y="88"/>
                    </a:lnTo>
                    <a:lnTo>
                      <a:pt x="1" y="9792"/>
                    </a:lnTo>
                    <a:lnTo>
                      <a:pt x="35054" y="9792"/>
                    </a:lnTo>
                    <a:lnTo>
                      <a:pt x="35054" y="0"/>
                    </a:ln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grpSp>
        <p:nvGrpSpPr>
          <p:cNvPr id="9608" name="Google Shape;9608;p39"/>
          <p:cNvGrpSpPr/>
          <p:nvPr/>
        </p:nvGrpSpPr>
        <p:grpSpPr>
          <a:xfrm>
            <a:off x="1541246" y="1854257"/>
            <a:ext cx="713522" cy="688025"/>
            <a:chOff x="1706078" y="2092648"/>
            <a:chExt cx="660913" cy="637296"/>
          </a:xfrm>
        </p:grpSpPr>
        <p:sp>
          <p:nvSpPr>
            <p:cNvPr id="9609" name="Google Shape;9609;p39"/>
            <p:cNvSpPr/>
            <p:nvPr/>
          </p:nvSpPr>
          <p:spPr>
            <a:xfrm>
              <a:off x="1745332" y="2158066"/>
              <a:ext cx="571867" cy="571878"/>
            </a:xfrm>
            <a:custGeom>
              <a:rect b="b" l="l" r="r" t="t"/>
              <a:pathLst>
                <a:path extrusionOk="0" h="107749" w="107747">
                  <a:moveTo>
                    <a:pt x="53874" y="11565"/>
                  </a:moveTo>
                  <a:cubicBezTo>
                    <a:pt x="77238" y="11565"/>
                    <a:pt x="96182" y="30509"/>
                    <a:pt x="96182" y="53873"/>
                  </a:cubicBezTo>
                  <a:cubicBezTo>
                    <a:pt x="96182" y="77240"/>
                    <a:pt x="77240" y="96182"/>
                    <a:pt x="53874" y="96182"/>
                  </a:cubicBezTo>
                  <a:cubicBezTo>
                    <a:pt x="30507" y="96182"/>
                    <a:pt x="11565" y="77240"/>
                    <a:pt x="11565" y="53873"/>
                  </a:cubicBezTo>
                  <a:cubicBezTo>
                    <a:pt x="11565" y="30509"/>
                    <a:pt x="30507" y="11565"/>
                    <a:pt x="53874" y="11565"/>
                  </a:cubicBezTo>
                  <a:close/>
                  <a:moveTo>
                    <a:pt x="53874" y="1"/>
                  </a:moveTo>
                  <a:cubicBezTo>
                    <a:pt x="24120" y="1"/>
                    <a:pt x="1" y="24120"/>
                    <a:pt x="1" y="53873"/>
                  </a:cubicBezTo>
                  <a:cubicBezTo>
                    <a:pt x="1" y="83626"/>
                    <a:pt x="24120" y="107748"/>
                    <a:pt x="53874" y="107748"/>
                  </a:cubicBezTo>
                  <a:cubicBezTo>
                    <a:pt x="83625" y="107748"/>
                    <a:pt x="107746" y="83626"/>
                    <a:pt x="107746" y="53873"/>
                  </a:cubicBezTo>
                  <a:cubicBezTo>
                    <a:pt x="107746" y="24120"/>
                    <a:pt x="83627" y="1"/>
                    <a:pt x="53874" y="1"/>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nvGrpSpPr>
            <p:cNvPr id="9610" name="Google Shape;9610;p39"/>
            <p:cNvGrpSpPr/>
            <p:nvPr/>
          </p:nvGrpSpPr>
          <p:grpSpPr>
            <a:xfrm>
              <a:off x="1706078" y="2092648"/>
              <a:ext cx="660913" cy="575241"/>
              <a:chOff x="1706078" y="2092648"/>
              <a:chExt cx="660913" cy="575241"/>
            </a:xfrm>
          </p:grpSpPr>
          <p:sp>
            <p:nvSpPr>
              <p:cNvPr id="9611" name="Google Shape;9611;p39"/>
              <p:cNvSpPr/>
              <p:nvPr/>
            </p:nvSpPr>
            <p:spPr>
              <a:xfrm>
                <a:off x="1938891" y="2092648"/>
                <a:ext cx="192041" cy="353676"/>
              </a:xfrm>
              <a:custGeom>
                <a:rect b="b" l="l" r="r" t="t"/>
                <a:pathLst>
                  <a:path extrusionOk="0" h="66637" w="36183">
                    <a:moveTo>
                      <a:pt x="18094" y="1"/>
                    </a:moveTo>
                    <a:cubicBezTo>
                      <a:pt x="8801" y="1"/>
                      <a:pt x="1202" y="7552"/>
                      <a:pt x="1202" y="16877"/>
                    </a:cubicBezTo>
                    <a:cubicBezTo>
                      <a:pt x="1202" y="23723"/>
                      <a:pt x="5288" y="29491"/>
                      <a:pt x="11057" y="32260"/>
                    </a:cubicBezTo>
                    <a:cubicBezTo>
                      <a:pt x="13944" y="33580"/>
                      <a:pt x="15864" y="36464"/>
                      <a:pt x="15864" y="39714"/>
                    </a:cubicBezTo>
                    <a:cubicBezTo>
                      <a:pt x="15864" y="42954"/>
                      <a:pt x="13829" y="45963"/>
                      <a:pt x="10817" y="47040"/>
                    </a:cubicBezTo>
                    <a:cubicBezTo>
                      <a:pt x="6250" y="48723"/>
                      <a:pt x="2404" y="51972"/>
                      <a:pt x="1" y="56176"/>
                    </a:cubicBezTo>
                    <a:lnTo>
                      <a:pt x="18155" y="66637"/>
                    </a:lnTo>
                    <a:lnTo>
                      <a:pt x="36182" y="56176"/>
                    </a:lnTo>
                    <a:cubicBezTo>
                      <a:pt x="33779" y="51975"/>
                      <a:pt x="29930" y="48725"/>
                      <a:pt x="25479" y="47040"/>
                    </a:cubicBezTo>
                    <a:cubicBezTo>
                      <a:pt x="22352" y="45966"/>
                      <a:pt x="20316" y="42957"/>
                      <a:pt x="20316" y="39714"/>
                    </a:cubicBezTo>
                    <a:lnTo>
                      <a:pt x="20316" y="39474"/>
                    </a:lnTo>
                    <a:cubicBezTo>
                      <a:pt x="20316" y="36349"/>
                      <a:pt x="22239" y="33578"/>
                      <a:pt x="24998" y="32260"/>
                    </a:cubicBezTo>
                    <a:cubicBezTo>
                      <a:pt x="31250" y="29491"/>
                      <a:pt x="35461" y="22999"/>
                      <a:pt x="34980" y="15676"/>
                    </a:cubicBezTo>
                    <a:cubicBezTo>
                      <a:pt x="34375" y="7376"/>
                      <a:pt x="27644" y="646"/>
                      <a:pt x="19357" y="47"/>
                    </a:cubicBezTo>
                    <a:cubicBezTo>
                      <a:pt x="18933" y="18"/>
                      <a:pt x="18513" y="1"/>
                      <a:pt x="18094" y="1"/>
                    </a:cubicBezTo>
                    <a:close/>
                  </a:path>
                </a:pathLst>
              </a:custGeom>
              <a:solidFill>
                <a:srgbClr val="5F7D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612" name="Google Shape;9612;p39"/>
              <p:cNvSpPr/>
              <p:nvPr/>
            </p:nvSpPr>
            <p:spPr>
              <a:xfrm>
                <a:off x="1706078" y="2390779"/>
                <a:ext cx="329208" cy="277004"/>
              </a:xfrm>
              <a:custGeom>
                <a:rect b="b" l="l" r="r" t="t"/>
                <a:pathLst>
                  <a:path extrusionOk="0" h="52191" w="62027">
                    <a:moveTo>
                      <a:pt x="43872" y="1"/>
                    </a:moveTo>
                    <a:cubicBezTo>
                      <a:pt x="41468" y="4212"/>
                      <a:pt x="40629" y="9019"/>
                      <a:pt x="41353" y="13829"/>
                    </a:cubicBezTo>
                    <a:cubicBezTo>
                      <a:pt x="41946" y="17069"/>
                      <a:pt x="40389" y="20321"/>
                      <a:pt x="37504" y="21878"/>
                    </a:cubicBezTo>
                    <a:lnTo>
                      <a:pt x="37379" y="22004"/>
                    </a:lnTo>
                    <a:cubicBezTo>
                      <a:pt x="36131" y="22712"/>
                      <a:pt x="34723" y="23085"/>
                      <a:pt x="33288" y="23090"/>
                    </a:cubicBezTo>
                    <a:cubicBezTo>
                      <a:pt x="31652" y="23095"/>
                      <a:pt x="30056" y="22587"/>
                      <a:pt x="28724" y="21638"/>
                    </a:cubicBezTo>
                    <a:cubicBezTo>
                      <a:pt x="25815" y="19553"/>
                      <a:pt x="22344" y="18435"/>
                      <a:pt x="18815" y="18435"/>
                    </a:cubicBezTo>
                    <a:cubicBezTo>
                      <a:pt x="15632" y="18435"/>
                      <a:pt x="12399" y="19345"/>
                      <a:pt x="9490" y="21282"/>
                    </a:cubicBezTo>
                    <a:cubicBezTo>
                      <a:pt x="2520" y="25965"/>
                      <a:pt x="1" y="35101"/>
                      <a:pt x="3721" y="42677"/>
                    </a:cubicBezTo>
                    <a:cubicBezTo>
                      <a:pt x="6677" y="48755"/>
                      <a:pt x="12664" y="52191"/>
                      <a:pt x="18840" y="52191"/>
                    </a:cubicBezTo>
                    <a:cubicBezTo>
                      <a:pt x="21707" y="52191"/>
                      <a:pt x="24613" y="51450"/>
                      <a:pt x="27282" y="49890"/>
                    </a:cubicBezTo>
                    <a:cubicBezTo>
                      <a:pt x="33291" y="46525"/>
                      <a:pt x="36303" y="40151"/>
                      <a:pt x="35694" y="33659"/>
                    </a:cubicBezTo>
                    <a:cubicBezTo>
                      <a:pt x="35456" y="30534"/>
                      <a:pt x="37024" y="27407"/>
                      <a:pt x="39783" y="25852"/>
                    </a:cubicBezTo>
                    <a:cubicBezTo>
                      <a:pt x="41044" y="25114"/>
                      <a:pt x="42424" y="24748"/>
                      <a:pt x="43786" y="24748"/>
                    </a:cubicBezTo>
                    <a:cubicBezTo>
                      <a:pt x="45537" y="24748"/>
                      <a:pt x="47261" y="25356"/>
                      <a:pt x="48676" y="26573"/>
                    </a:cubicBezTo>
                    <a:cubicBezTo>
                      <a:pt x="52525" y="29572"/>
                      <a:pt x="57216" y="31255"/>
                      <a:pt x="62026" y="31255"/>
                    </a:cubicBezTo>
                    <a:lnTo>
                      <a:pt x="62026" y="10461"/>
                    </a:lnTo>
                    <a:close/>
                  </a:path>
                </a:pathLst>
              </a:custGeom>
              <a:solidFill>
                <a:srgbClr val="435D7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613" name="Google Shape;9613;p39"/>
              <p:cNvSpPr/>
              <p:nvPr/>
            </p:nvSpPr>
            <p:spPr>
              <a:xfrm>
                <a:off x="2035235" y="2390779"/>
                <a:ext cx="331756" cy="277110"/>
              </a:xfrm>
              <a:custGeom>
                <a:rect b="b" l="l" r="r" t="t"/>
                <a:pathLst>
                  <a:path extrusionOk="0" h="52211" w="62507">
                    <a:moveTo>
                      <a:pt x="18030" y="1"/>
                    </a:moveTo>
                    <a:lnTo>
                      <a:pt x="0" y="10461"/>
                    </a:lnTo>
                    <a:lnTo>
                      <a:pt x="0" y="31253"/>
                    </a:lnTo>
                    <a:cubicBezTo>
                      <a:pt x="4807" y="31253"/>
                      <a:pt x="9489" y="29570"/>
                      <a:pt x="13222" y="26570"/>
                    </a:cubicBezTo>
                    <a:cubicBezTo>
                      <a:pt x="15722" y="24434"/>
                      <a:pt x="19307" y="24145"/>
                      <a:pt x="22118" y="25849"/>
                    </a:cubicBezTo>
                    <a:lnTo>
                      <a:pt x="22359" y="25965"/>
                    </a:lnTo>
                    <a:cubicBezTo>
                      <a:pt x="25003" y="27532"/>
                      <a:pt x="26560" y="30534"/>
                      <a:pt x="26204" y="33659"/>
                    </a:cubicBezTo>
                    <a:cubicBezTo>
                      <a:pt x="25599" y="40389"/>
                      <a:pt x="28964" y="47244"/>
                      <a:pt x="35578" y="50486"/>
                    </a:cubicBezTo>
                    <a:cubicBezTo>
                      <a:pt x="37877" y="51619"/>
                      <a:pt x="40405" y="52210"/>
                      <a:pt x="42968" y="52208"/>
                    </a:cubicBezTo>
                    <a:cubicBezTo>
                      <a:pt x="48435" y="52208"/>
                      <a:pt x="53755" y="49544"/>
                      <a:pt x="56978" y="44840"/>
                    </a:cubicBezTo>
                    <a:cubicBezTo>
                      <a:pt x="62506" y="36540"/>
                      <a:pt x="59862" y="25484"/>
                      <a:pt x="51447" y="20674"/>
                    </a:cubicBezTo>
                    <a:cubicBezTo>
                      <a:pt x="48774" y="19149"/>
                      <a:pt x="45855" y="18413"/>
                      <a:pt x="42983" y="18413"/>
                    </a:cubicBezTo>
                    <a:cubicBezTo>
                      <a:pt x="39520" y="18413"/>
                      <a:pt x="36121" y="19482"/>
                      <a:pt x="33290" y="21523"/>
                    </a:cubicBezTo>
                    <a:cubicBezTo>
                      <a:pt x="30671" y="23429"/>
                      <a:pt x="27161" y="23571"/>
                      <a:pt x="24397" y="21878"/>
                    </a:cubicBezTo>
                    <a:cubicBezTo>
                      <a:pt x="21510" y="20321"/>
                      <a:pt x="19955" y="17069"/>
                      <a:pt x="20549" y="13829"/>
                    </a:cubicBezTo>
                    <a:cubicBezTo>
                      <a:pt x="21272" y="9019"/>
                      <a:pt x="20433" y="4212"/>
                      <a:pt x="18030" y="1"/>
                    </a:cubicBezTo>
                    <a:close/>
                  </a:path>
                </a:pathLst>
              </a:custGeom>
              <a:solidFill>
                <a:srgbClr val="A5B7C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grpSp>
        <p:nvGrpSpPr>
          <p:cNvPr id="9614" name="Google Shape;9614;p39"/>
          <p:cNvGrpSpPr/>
          <p:nvPr/>
        </p:nvGrpSpPr>
        <p:grpSpPr>
          <a:xfrm>
            <a:off x="6303104" y="971806"/>
            <a:ext cx="1317459" cy="684168"/>
            <a:chOff x="238125" y="999450"/>
            <a:chExt cx="7140700" cy="3708225"/>
          </a:xfrm>
        </p:grpSpPr>
        <p:sp>
          <p:nvSpPr>
            <p:cNvPr id="9615" name="Google Shape;9615;p39"/>
            <p:cNvSpPr/>
            <p:nvPr/>
          </p:nvSpPr>
          <p:spPr>
            <a:xfrm>
              <a:off x="2171975" y="3872925"/>
              <a:ext cx="7900" cy="25"/>
            </a:xfrm>
            <a:custGeom>
              <a:rect b="b" l="l" r="r" t="t"/>
              <a:pathLst>
                <a:path extrusionOk="0" h="1" w="316">
                  <a:moveTo>
                    <a:pt x="316" y="0"/>
                  </a:moveTo>
                  <a:lnTo>
                    <a:pt x="1" y="0"/>
                  </a:lnTo>
                  <a:close/>
                </a:path>
              </a:pathLst>
            </a:custGeom>
            <a:solidFill>
              <a:srgbClr val="667E9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616" name="Google Shape;9616;p39"/>
            <p:cNvSpPr/>
            <p:nvPr/>
          </p:nvSpPr>
          <p:spPr>
            <a:xfrm>
              <a:off x="2180300" y="999450"/>
              <a:ext cx="3256350" cy="3708225"/>
            </a:xfrm>
            <a:custGeom>
              <a:rect b="b" l="l" r="r" t="t"/>
              <a:pathLst>
                <a:path extrusionOk="0" h="148329" w="130254">
                  <a:moveTo>
                    <a:pt x="130254" y="0"/>
                  </a:moveTo>
                  <a:cubicBezTo>
                    <a:pt x="90641" y="0"/>
                    <a:pt x="69506" y="34788"/>
                    <a:pt x="50871" y="65485"/>
                  </a:cubicBezTo>
                  <a:cubicBezTo>
                    <a:pt x="32725" y="95360"/>
                    <a:pt x="19404" y="114939"/>
                    <a:pt x="0" y="114939"/>
                  </a:cubicBezTo>
                  <a:cubicBezTo>
                    <a:pt x="9213" y="114939"/>
                    <a:pt x="16695" y="122421"/>
                    <a:pt x="16695" y="131634"/>
                  </a:cubicBezTo>
                  <a:cubicBezTo>
                    <a:pt x="16695" y="140846"/>
                    <a:pt x="9213" y="148328"/>
                    <a:pt x="0" y="148328"/>
                  </a:cubicBezTo>
                  <a:cubicBezTo>
                    <a:pt x="39630" y="148328"/>
                    <a:pt x="60765" y="113541"/>
                    <a:pt x="79400" y="82844"/>
                  </a:cubicBezTo>
                  <a:cubicBezTo>
                    <a:pt x="97528" y="52951"/>
                    <a:pt x="110867" y="33372"/>
                    <a:pt x="130254" y="33372"/>
                  </a:cubicBezTo>
                  <a:cubicBezTo>
                    <a:pt x="121041" y="33075"/>
                    <a:pt x="113804" y="25383"/>
                    <a:pt x="114083" y="16170"/>
                  </a:cubicBezTo>
                  <a:cubicBezTo>
                    <a:pt x="114346" y="7360"/>
                    <a:pt x="121425" y="280"/>
                    <a:pt x="130254" y="0"/>
                  </a:cubicBezTo>
                  <a:close/>
                </a:path>
              </a:pathLst>
            </a:custGeom>
            <a:solidFill>
              <a:srgbClr val="667E9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617" name="Google Shape;9617;p39"/>
            <p:cNvSpPr/>
            <p:nvPr/>
          </p:nvSpPr>
          <p:spPr>
            <a:xfrm>
              <a:off x="238125" y="2853750"/>
              <a:ext cx="2358675" cy="1853475"/>
            </a:xfrm>
            <a:custGeom>
              <a:rect b="b" l="l" r="r" t="t"/>
              <a:pathLst>
                <a:path extrusionOk="0" h="74139" w="94347">
                  <a:moveTo>
                    <a:pt x="33354" y="1"/>
                  </a:moveTo>
                  <a:cubicBezTo>
                    <a:pt x="33354" y="9196"/>
                    <a:pt x="25872" y="16661"/>
                    <a:pt x="16642" y="16661"/>
                  </a:cubicBezTo>
                  <a:cubicBezTo>
                    <a:pt x="7482" y="16661"/>
                    <a:pt x="0" y="9196"/>
                    <a:pt x="0" y="1"/>
                  </a:cubicBezTo>
                  <a:lnTo>
                    <a:pt x="0" y="1"/>
                  </a:lnTo>
                  <a:cubicBezTo>
                    <a:pt x="0" y="40872"/>
                    <a:pt x="34858" y="74139"/>
                    <a:pt x="77670" y="74139"/>
                  </a:cubicBezTo>
                  <a:cubicBezTo>
                    <a:pt x="86882" y="74139"/>
                    <a:pt x="94347" y="66657"/>
                    <a:pt x="94347" y="57444"/>
                  </a:cubicBezTo>
                  <a:cubicBezTo>
                    <a:pt x="94347" y="48214"/>
                    <a:pt x="86882" y="40767"/>
                    <a:pt x="77670" y="40767"/>
                  </a:cubicBezTo>
                  <a:lnTo>
                    <a:pt x="77355" y="40767"/>
                  </a:lnTo>
                  <a:cubicBezTo>
                    <a:pt x="53073" y="40610"/>
                    <a:pt x="33354" y="22394"/>
                    <a:pt x="33354" y="1"/>
                  </a:cubicBezTo>
                  <a:close/>
                </a:path>
              </a:pathLst>
            </a:custGeom>
            <a:solidFill>
              <a:srgbClr val="A5B7C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618" name="Google Shape;9618;p39"/>
            <p:cNvSpPr/>
            <p:nvPr/>
          </p:nvSpPr>
          <p:spPr>
            <a:xfrm>
              <a:off x="238125" y="999450"/>
              <a:ext cx="1942200" cy="2270400"/>
            </a:xfrm>
            <a:custGeom>
              <a:rect b="b" l="l" r="r" t="t"/>
              <a:pathLst>
                <a:path extrusionOk="0" h="90816" w="77688">
                  <a:moveTo>
                    <a:pt x="77687" y="0"/>
                  </a:moveTo>
                  <a:cubicBezTo>
                    <a:pt x="34858" y="0"/>
                    <a:pt x="0" y="33249"/>
                    <a:pt x="0" y="74138"/>
                  </a:cubicBezTo>
                  <a:cubicBezTo>
                    <a:pt x="0" y="83368"/>
                    <a:pt x="7482" y="90815"/>
                    <a:pt x="16695" y="90815"/>
                  </a:cubicBezTo>
                  <a:cubicBezTo>
                    <a:pt x="25925" y="90815"/>
                    <a:pt x="33372" y="83351"/>
                    <a:pt x="33389" y="74138"/>
                  </a:cubicBezTo>
                  <a:lnTo>
                    <a:pt x="33389" y="74120"/>
                  </a:lnTo>
                  <a:cubicBezTo>
                    <a:pt x="33389" y="51654"/>
                    <a:pt x="53222" y="33378"/>
                    <a:pt x="77639" y="33354"/>
                  </a:cubicBezTo>
                  <a:lnTo>
                    <a:pt x="77639" y="33354"/>
                  </a:lnTo>
                  <a:cubicBezTo>
                    <a:pt x="77644" y="33354"/>
                    <a:pt x="77650" y="33354"/>
                    <a:pt x="77655" y="33354"/>
                  </a:cubicBezTo>
                  <a:cubicBezTo>
                    <a:pt x="77666" y="33354"/>
                    <a:pt x="77676" y="33354"/>
                    <a:pt x="77687" y="33354"/>
                  </a:cubicBezTo>
                  <a:cubicBezTo>
                    <a:pt x="77671" y="33354"/>
                    <a:pt x="77655" y="33354"/>
                    <a:pt x="77639" y="33354"/>
                  </a:cubicBezTo>
                  <a:lnTo>
                    <a:pt x="77639" y="33354"/>
                  </a:lnTo>
                  <a:cubicBezTo>
                    <a:pt x="68431" y="33346"/>
                    <a:pt x="60992" y="25874"/>
                    <a:pt x="60992" y="16695"/>
                  </a:cubicBezTo>
                  <a:cubicBezTo>
                    <a:pt x="60992" y="7482"/>
                    <a:pt x="68457" y="0"/>
                    <a:pt x="77687" y="0"/>
                  </a:cubicBezTo>
                  <a:close/>
                </a:path>
              </a:pathLst>
            </a:custGeom>
            <a:solidFill>
              <a:srgbClr val="445D7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619" name="Google Shape;9619;p39"/>
            <p:cNvSpPr/>
            <p:nvPr/>
          </p:nvSpPr>
          <p:spPr>
            <a:xfrm>
              <a:off x="3808250" y="2852875"/>
              <a:ext cx="25" cy="25"/>
            </a:xfrm>
            <a:custGeom>
              <a:rect b="b" l="l" r="r" t="t"/>
              <a:pathLst>
                <a:path extrusionOk="0" h="1" w="1">
                  <a:moveTo>
                    <a:pt x="0" y="1"/>
                  </a:moveTo>
                  <a:close/>
                </a:path>
              </a:pathLst>
            </a:custGeom>
            <a:solidFill>
              <a:srgbClr val="DB634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620" name="Google Shape;9620;p39"/>
            <p:cNvSpPr/>
            <p:nvPr/>
          </p:nvSpPr>
          <p:spPr>
            <a:xfrm>
              <a:off x="1762475" y="999450"/>
              <a:ext cx="2386250" cy="2044875"/>
            </a:xfrm>
            <a:custGeom>
              <a:rect b="b" l="l" r="r" t="t"/>
              <a:pathLst>
                <a:path extrusionOk="0" h="81795" w="95450">
                  <a:moveTo>
                    <a:pt x="16696" y="0"/>
                  </a:moveTo>
                  <a:cubicBezTo>
                    <a:pt x="7465" y="0"/>
                    <a:pt x="1" y="7482"/>
                    <a:pt x="1" y="16695"/>
                  </a:cubicBezTo>
                  <a:cubicBezTo>
                    <a:pt x="1" y="25925"/>
                    <a:pt x="7465" y="33389"/>
                    <a:pt x="16696" y="33389"/>
                  </a:cubicBezTo>
                  <a:cubicBezTo>
                    <a:pt x="36030" y="33389"/>
                    <a:pt x="49473" y="53038"/>
                    <a:pt x="66325" y="80781"/>
                  </a:cubicBezTo>
                  <a:cubicBezTo>
                    <a:pt x="66552" y="81130"/>
                    <a:pt x="66762" y="81463"/>
                    <a:pt x="67007" y="81795"/>
                  </a:cubicBezTo>
                  <a:cubicBezTo>
                    <a:pt x="63021" y="74086"/>
                    <a:pt x="65643" y="64471"/>
                    <a:pt x="73178" y="59891"/>
                  </a:cubicBezTo>
                  <a:cubicBezTo>
                    <a:pt x="75886" y="58251"/>
                    <a:pt x="78874" y="57469"/>
                    <a:pt x="81824" y="57469"/>
                  </a:cubicBezTo>
                  <a:cubicBezTo>
                    <a:pt x="87083" y="57469"/>
                    <a:pt x="92224" y="59953"/>
                    <a:pt x="95449" y="64488"/>
                  </a:cubicBezTo>
                  <a:cubicBezTo>
                    <a:pt x="95274" y="64139"/>
                    <a:pt x="95064" y="63789"/>
                    <a:pt x="94855" y="63439"/>
                  </a:cubicBezTo>
                  <a:cubicBezTo>
                    <a:pt x="77653" y="35190"/>
                    <a:pt x="56291" y="0"/>
                    <a:pt x="16696" y="0"/>
                  </a:cubicBezTo>
                  <a:close/>
                </a:path>
              </a:pathLst>
            </a:custGeom>
            <a:solidFill>
              <a:srgbClr val="213B5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621" name="Google Shape;9621;p39"/>
            <p:cNvSpPr/>
            <p:nvPr/>
          </p:nvSpPr>
          <p:spPr>
            <a:xfrm>
              <a:off x="3338000" y="2435975"/>
              <a:ext cx="2101275" cy="2271250"/>
            </a:xfrm>
            <a:custGeom>
              <a:rect b="b" l="l" r="r" t="t"/>
              <a:pathLst>
                <a:path extrusionOk="0" h="90850" w="84051">
                  <a:moveTo>
                    <a:pt x="84011" y="57465"/>
                  </a:moveTo>
                  <a:cubicBezTo>
                    <a:pt x="83994" y="57465"/>
                    <a:pt x="83972" y="57469"/>
                    <a:pt x="83946" y="57478"/>
                  </a:cubicBezTo>
                  <a:lnTo>
                    <a:pt x="84050" y="57478"/>
                  </a:lnTo>
                  <a:cubicBezTo>
                    <a:pt x="84042" y="57469"/>
                    <a:pt x="84029" y="57465"/>
                    <a:pt x="84011" y="57465"/>
                  </a:cubicBezTo>
                  <a:close/>
                  <a:moveTo>
                    <a:pt x="18801" y="0"/>
                  </a:moveTo>
                  <a:cubicBezTo>
                    <a:pt x="15851" y="0"/>
                    <a:pt x="12864" y="784"/>
                    <a:pt x="10157" y="2430"/>
                  </a:cubicBezTo>
                  <a:cubicBezTo>
                    <a:pt x="2622" y="7027"/>
                    <a:pt x="0" y="16625"/>
                    <a:pt x="3986" y="24334"/>
                  </a:cubicBezTo>
                  <a:cubicBezTo>
                    <a:pt x="4161" y="24683"/>
                    <a:pt x="4370" y="25033"/>
                    <a:pt x="4563" y="25348"/>
                  </a:cubicBezTo>
                  <a:cubicBezTo>
                    <a:pt x="23198" y="56062"/>
                    <a:pt x="44333" y="90850"/>
                    <a:pt x="83963" y="90850"/>
                  </a:cubicBezTo>
                  <a:cubicBezTo>
                    <a:pt x="74750" y="90850"/>
                    <a:pt x="67268" y="83368"/>
                    <a:pt x="67268" y="74155"/>
                  </a:cubicBezTo>
                  <a:cubicBezTo>
                    <a:pt x="67268" y="64925"/>
                    <a:pt x="74750" y="57478"/>
                    <a:pt x="83946" y="57478"/>
                  </a:cubicBezTo>
                  <a:cubicBezTo>
                    <a:pt x="64541" y="57478"/>
                    <a:pt x="51220" y="37899"/>
                    <a:pt x="33075" y="8024"/>
                  </a:cubicBezTo>
                  <a:cubicBezTo>
                    <a:pt x="32865" y="7674"/>
                    <a:pt x="32638" y="7342"/>
                    <a:pt x="32428" y="7027"/>
                  </a:cubicBezTo>
                  <a:cubicBezTo>
                    <a:pt x="29202" y="2491"/>
                    <a:pt x="24061" y="0"/>
                    <a:pt x="18801" y="0"/>
                  </a:cubicBezTo>
                  <a:close/>
                </a:path>
              </a:pathLst>
            </a:custGeom>
            <a:solidFill>
              <a:srgbClr val="A5B7C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622" name="Google Shape;9622;p39"/>
            <p:cNvSpPr/>
            <p:nvPr/>
          </p:nvSpPr>
          <p:spPr>
            <a:xfrm>
              <a:off x="5019250" y="2852875"/>
              <a:ext cx="2359150" cy="1854350"/>
            </a:xfrm>
            <a:custGeom>
              <a:rect b="b" l="l" r="r" t="t"/>
              <a:pathLst>
                <a:path extrusionOk="0" h="74174" w="94366">
                  <a:moveTo>
                    <a:pt x="94365" y="18"/>
                  </a:moveTo>
                  <a:cubicBezTo>
                    <a:pt x="94365" y="47"/>
                    <a:pt x="94365" y="76"/>
                    <a:pt x="94365" y="105"/>
                  </a:cubicBezTo>
                  <a:lnTo>
                    <a:pt x="94365" y="105"/>
                  </a:lnTo>
                  <a:cubicBezTo>
                    <a:pt x="94365" y="76"/>
                    <a:pt x="94365" y="47"/>
                    <a:pt x="94365" y="18"/>
                  </a:cubicBezTo>
                  <a:close/>
                  <a:moveTo>
                    <a:pt x="60993" y="1"/>
                  </a:moveTo>
                  <a:cubicBezTo>
                    <a:pt x="60993" y="22447"/>
                    <a:pt x="41187" y="40715"/>
                    <a:pt x="16800" y="40785"/>
                  </a:cubicBezTo>
                  <a:lnTo>
                    <a:pt x="16696" y="40785"/>
                  </a:lnTo>
                  <a:cubicBezTo>
                    <a:pt x="7465" y="40785"/>
                    <a:pt x="1" y="48249"/>
                    <a:pt x="1" y="57479"/>
                  </a:cubicBezTo>
                  <a:cubicBezTo>
                    <a:pt x="1" y="66692"/>
                    <a:pt x="7483" y="74174"/>
                    <a:pt x="16696" y="74174"/>
                  </a:cubicBezTo>
                  <a:cubicBezTo>
                    <a:pt x="59495" y="74174"/>
                    <a:pt x="94316" y="40954"/>
                    <a:pt x="94365" y="105"/>
                  </a:cubicBezTo>
                  <a:lnTo>
                    <a:pt x="94365" y="105"/>
                  </a:lnTo>
                  <a:cubicBezTo>
                    <a:pt x="94336" y="9278"/>
                    <a:pt x="86872" y="16696"/>
                    <a:pt x="77688" y="16696"/>
                  </a:cubicBezTo>
                  <a:cubicBezTo>
                    <a:pt x="68458" y="16696"/>
                    <a:pt x="60993" y="9231"/>
                    <a:pt x="60993" y="1"/>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623" name="Google Shape;9623;p39"/>
            <p:cNvSpPr/>
            <p:nvPr/>
          </p:nvSpPr>
          <p:spPr>
            <a:xfrm>
              <a:off x="5025375" y="999450"/>
              <a:ext cx="2353450" cy="2270825"/>
            </a:xfrm>
            <a:custGeom>
              <a:rect b="b" l="l" r="r" t="t"/>
              <a:pathLst>
                <a:path extrusionOk="0" h="90833" w="94138">
                  <a:moveTo>
                    <a:pt x="16451" y="0"/>
                  </a:moveTo>
                  <a:cubicBezTo>
                    <a:pt x="7640" y="280"/>
                    <a:pt x="560" y="7360"/>
                    <a:pt x="280" y="16170"/>
                  </a:cubicBezTo>
                  <a:cubicBezTo>
                    <a:pt x="1" y="25400"/>
                    <a:pt x="7238" y="33092"/>
                    <a:pt x="16451" y="33372"/>
                  </a:cubicBezTo>
                  <a:lnTo>
                    <a:pt x="16520" y="33372"/>
                  </a:lnTo>
                  <a:cubicBezTo>
                    <a:pt x="40907" y="33389"/>
                    <a:pt x="60748" y="51675"/>
                    <a:pt x="60748" y="74138"/>
                  </a:cubicBezTo>
                  <a:cubicBezTo>
                    <a:pt x="60748" y="83368"/>
                    <a:pt x="68213" y="90833"/>
                    <a:pt x="77443" y="90833"/>
                  </a:cubicBezTo>
                  <a:cubicBezTo>
                    <a:pt x="86656" y="90833"/>
                    <a:pt x="94138" y="83368"/>
                    <a:pt x="94138" y="74138"/>
                  </a:cubicBezTo>
                  <a:cubicBezTo>
                    <a:pt x="94138" y="33249"/>
                    <a:pt x="59280" y="0"/>
                    <a:pt x="16451" y="0"/>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Tree>
  </p:cSld>
  <p:clrMapOvr>
    <a:masterClrMapping/>
  </p:clrMapOvr>
</p:sld>
</file>

<file path=ppt/slides/slide5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0">
  <p:cSld>
    <p:spTree>
      <p:nvGrpSpPr>
        <p:cNvPr id="9627" name="Shape 9627"/>
        <p:cNvGrpSpPr/>
        <p:nvPr/>
      </p:nvGrpSpPr>
      <p:grpSpPr>
        <a:xfrm>
          <a:off x="0" y="0"/>
          <a:ext cx="0" cy="0"/>
          <a:chOff x="0" y="0"/>
          <a:chExt cx="0" cy="0"/>
        </a:xfrm>
      </p:grpSpPr>
      <p:grpSp>
        <p:nvGrpSpPr>
          <p:cNvPr id="9628" name="Google Shape;9628;p40"/>
          <p:cNvGrpSpPr/>
          <p:nvPr/>
        </p:nvGrpSpPr>
        <p:grpSpPr>
          <a:xfrm>
            <a:off x="717025" y="967615"/>
            <a:ext cx="1636117" cy="1526144"/>
            <a:chOff x="729238" y="1179665"/>
            <a:chExt cx="1636117" cy="1526144"/>
          </a:xfrm>
        </p:grpSpPr>
        <p:grpSp>
          <p:nvGrpSpPr>
            <p:cNvPr id="9629" name="Google Shape;9629;p40"/>
            <p:cNvGrpSpPr/>
            <p:nvPr/>
          </p:nvGrpSpPr>
          <p:grpSpPr>
            <a:xfrm>
              <a:off x="729238" y="1179665"/>
              <a:ext cx="80700" cy="1526144"/>
              <a:chOff x="729238" y="1179665"/>
              <a:chExt cx="80700" cy="1526144"/>
            </a:xfrm>
          </p:grpSpPr>
          <p:sp>
            <p:nvSpPr>
              <p:cNvPr id="9630" name="Google Shape;9630;p40"/>
              <p:cNvSpPr/>
              <p:nvPr/>
            </p:nvSpPr>
            <p:spPr>
              <a:xfrm>
                <a:off x="729238" y="1179665"/>
                <a:ext cx="80700" cy="80700"/>
              </a:xfrm>
              <a:prstGeom prst="rect">
                <a:avLst/>
              </a:pr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631" name="Google Shape;9631;p40"/>
              <p:cNvSpPr/>
              <p:nvPr/>
            </p:nvSpPr>
            <p:spPr>
              <a:xfrm>
                <a:off x="729238" y="1340360"/>
                <a:ext cx="80700" cy="80700"/>
              </a:xfrm>
              <a:prstGeom prst="rect">
                <a:avLst/>
              </a:pr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632" name="Google Shape;9632;p40"/>
              <p:cNvSpPr/>
              <p:nvPr/>
            </p:nvSpPr>
            <p:spPr>
              <a:xfrm>
                <a:off x="729238" y="1501056"/>
                <a:ext cx="80700" cy="80700"/>
              </a:xfrm>
              <a:prstGeom prst="rect">
                <a:avLst/>
              </a:pr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633" name="Google Shape;9633;p40"/>
              <p:cNvSpPr/>
              <p:nvPr/>
            </p:nvSpPr>
            <p:spPr>
              <a:xfrm>
                <a:off x="729238" y="1661752"/>
                <a:ext cx="80700" cy="80700"/>
              </a:xfrm>
              <a:prstGeom prst="rect">
                <a:avLst/>
              </a:pr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634" name="Google Shape;9634;p40"/>
              <p:cNvSpPr/>
              <p:nvPr/>
            </p:nvSpPr>
            <p:spPr>
              <a:xfrm>
                <a:off x="729238" y="1821630"/>
                <a:ext cx="80700" cy="80700"/>
              </a:xfrm>
              <a:prstGeom prst="rect">
                <a:avLst/>
              </a:pr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635" name="Google Shape;9635;p40"/>
              <p:cNvSpPr/>
              <p:nvPr/>
            </p:nvSpPr>
            <p:spPr>
              <a:xfrm>
                <a:off x="729238" y="1982326"/>
                <a:ext cx="80700" cy="80700"/>
              </a:xfrm>
              <a:prstGeom prst="rect">
                <a:avLst/>
              </a:pr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636" name="Google Shape;9636;p40"/>
              <p:cNvSpPr/>
              <p:nvPr/>
            </p:nvSpPr>
            <p:spPr>
              <a:xfrm>
                <a:off x="729238" y="2143022"/>
                <a:ext cx="80700" cy="80700"/>
              </a:xfrm>
              <a:prstGeom prst="rect">
                <a:avLst/>
              </a:pr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637" name="Google Shape;9637;p40"/>
              <p:cNvSpPr/>
              <p:nvPr/>
            </p:nvSpPr>
            <p:spPr>
              <a:xfrm>
                <a:off x="729238" y="2303717"/>
                <a:ext cx="80700" cy="80700"/>
              </a:xfrm>
              <a:prstGeom prst="rect">
                <a:avLst/>
              </a:pr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638" name="Google Shape;9638;p40"/>
              <p:cNvSpPr/>
              <p:nvPr/>
            </p:nvSpPr>
            <p:spPr>
              <a:xfrm>
                <a:off x="729238" y="2464413"/>
                <a:ext cx="80700" cy="80700"/>
              </a:xfrm>
              <a:prstGeom prst="rect">
                <a:avLst/>
              </a:pr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639" name="Google Shape;9639;p40"/>
              <p:cNvSpPr/>
              <p:nvPr/>
            </p:nvSpPr>
            <p:spPr>
              <a:xfrm>
                <a:off x="729238" y="2625109"/>
                <a:ext cx="80700" cy="80700"/>
              </a:xfrm>
              <a:prstGeom prst="rect">
                <a:avLst/>
              </a:pr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9640" name="Google Shape;9640;p40"/>
            <p:cNvGrpSpPr/>
            <p:nvPr/>
          </p:nvGrpSpPr>
          <p:grpSpPr>
            <a:xfrm>
              <a:off x="903098" y="1179665"/>
              <a:ext cx="80700" cy="1526144"/>
              <a:chOff x="903098" y="1179665"/>
              <a:chExt cx="80700" cy="1526144"/>
            </a:xfrm>
          </p:grpSpPr>
          <p:sp>
            <p:nvSpPr>
              <p:cNvPr id="9641" name="Google Shape;9641;p40"/>
              <p:cNvSpPr/>
              <p:nvPr/>
            </p:nvSpPr>
            <p:spPr>
              <a:xfrm>
                <a:off x="903098" y="1179665"/>
                <a:ext cx="80700" cy="80700"/>
              </a:xfrm>
              <a:prstGeom prst="rect">
                <a:avLst/>
              </a:pr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642" name="Google Shape;9642;p40"/>
              <p:cNvSpPr/>
              <p:nvPr/>
            </p:nvSpPr>
            <p:spPr>
              <a:xfrm>
                <a:off x="903098" y="1340360"/>
                <a:ext cx="80700" cy="80700"/>
              </a:xfrm>
              <a:prstGeom prst="rect">
                <a:avLst/>
              </a:pr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643" name="Google Shape;9643;p40"/>
              <p:cNvSpPr/>
              <p:nvPr/>
            </p:nvSpPr>
            <p:spPr>
              <a:xfrm>
                <a:off x="903098" y="1501056"/>
                <a:ext cx="80700" cy="80700"/>
              </a:xfrm>
              <a:prstGeom prst="rect">
                <a:avLst/>
              </a:pr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644" name="Google Shape;9644;p40"/>
              <p:cNvSpPr/>
              <p:nvPr/>
            </p:nvSpPr>
            <p:spPr>
              <a:xfrm>
                <a:off x="903098" y="1661752"/>
                <a:ext cx="80700" cy="80700"/>
              </a:xfrm>
              <a:prstGeom prst="rect">
                <a:avLst/>
              </a:pr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645" name="Google Shape;9645;p40"/>
              <p:cNvSpPr/>
              <p:nvPr/>
            </p:nvSpPr>
            <p:spPr>
              <a:xfrm>
                <a:off x="903098" y="1821630"/>
                <a:ext cx="80700" cy="80700"/>
              </a:xfrm>
              <a:prstGeom prst="rect">
                <a:avLst/>
              </a:pr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646" name="Google Shape;9646;p40"/>
              <p:cNvSpPr/>
              <p:nvPr/>
            </p:nvSpPr>
            <p:spPr>
              <a:xfrm>
                <a:off x="903098" y="1982326"/>
                <a:ext cx="80700" cy="80700"/>
              </a:xfrm>
              <a:prstGeom prst="rect">
                <a:avLst/>
              </a:pr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647" name="Google Shape;9647;p40"/>
              <p:cNvSpPr/>
              <p:nvPr/>
            </p:nvSpPr>
            <p:spPr>
              <a:xfrm>
                <a:off x="903098" y="2143022"/>
                <a:ext cx="80700" cy="80700"/>
              </a:xfrm>
              <a:prstGeom prst="rect">
                <a:avLst/>
              </a:pr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648" name="Google Shape;9648;p40"/>
              <p:cNvSpPr/>
              <p:nvPr/>
            </p:nvSpPr>
            <p:spPr>
              <a:xfrm>
                <a:off x="903098" y="2303717"/>
                <a:ext cx="80700" cy="80700"/>
              </a:xfrm>
              <a:prstGeom prst="rect">
                <a:avLst/>
              </a:pr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649" name="Google Shape;9649;p40"/>
              <p:cNvSpPr/>
              <p:nvPr/>
            </p:nvSpPr>
            <p:spPr>
              <a:xfrm>
                <a:off x="903098" y="2464413"/>
                <a:ext cx="80700" cy="80700"/>
              </a:xfrm>
              <a:prstGeom prst="rect">
                <a:avLst/>
              </a:pr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650" name="Google Shape;9650;p40"/>
              <p:cNvSpPr/>
              <p:nvPr/>
            </p:nvSpPr>
            <p:spPr>
              <a:xfrm>
                <a:off x="903098" y="2625109"/>
                <a:ext cx="80700" cy="80700"/>
              </a:xfrm>
              <a:prstGeom prst="rect">
                <a:avLst/>
              </a:pr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9651" name="Google Shape;9651;p40"/>
            <p:cNvGrpSpPr/>
            <p:nvPr/>
          </p:nvGrpSpPr>
          <p:grpSpPr>
            <a:xfrm>
              <a:off x="1076958" y="1179665"/>
              <a:ext cx="80700" cy="1526144"/>
              <a:chOff x="1076958" y="1179665"/>
              <a:chExt cx="80700" cy="1526144"/>
            </a:xfrm>
          </p:grpSpPr>
          <p:sp>
            <p:nvSpPr>
              <p:cNvPr id="9652" name="Google Shape;9652;p40"/>
              <p:cNvSpPr/>
              <p:nvPr/>
            </p:nvSpPr>
            <p:spPr>
              <a:xfrm>
                <a:off x="1076958" y="1179665"/>
                <a:ext cx="80700" cy="80700"/>
              </a:xfrm>
              <a:prstGeom prst="rect">
                <a:avLst/>
              </a:pr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653" name="Google Shape;9653;p40"/>
              <p:cNvSpPr/>
              <p:nvPr/>
            </p:nvSpPr>
            <p:spPr>
              <a:xfrm>
                <a:off x="1076958" y="1340360"/>
                <a:ext cx="80700" cy="80700"/>
              </a:xfrm>
              <a:prstGeom prst="rect">
                <a:avLst/>
              </a:pr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654" name="Google Shape;9654;p40"/>
              <p:cNvSpPr/>
              <p:nvPr/>
            </p:nvSpPr>
            <p:spPr>
              <a:xfrm>
                <a:off x="1076958" y="1501056"/>
                <a:ext cx="80700" cy="80700"/>
              </a:xfrm>
              <a:prstGeom prst="rect">
                <a:avLst/>
              </a:pr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655" name="Google Shape;9655;p40"/>
              <p:cNvSpPr/>
              <p:nvPr/>
            </p:nvSpPr>
            <p:spPr>
              <a:xfrm>
                <a:off x="1076958" y="1661752"/>
                <a:ext cx="80700" cy="80700"/>
              </a:xfrm>
              <a:prstGeom prst="rect">
                <a:avLst/>
              </a:pr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656" name="Google Shape;9656;p40"/>
              <p:cNvSpPr/>
              <p:nvPr/>
            </p:nvSpPr>
            <p:spPr>
              <a:xfrm>
                <a:off x="1076958" y="1821630"/>
                <a:ext cx="80700" cy="80700"/>
              </a:xfrm>
              <a:prstGeom prst="rect">
                <a:avLst/>
              </a:pr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657" name="Google Shape;9657;p40"/>
              <p:cNvSpPr/>
              <p:nvPr/>
            </p:nvSpPr>
            <p:spPr>
              <a:xfrm>
                <a:off x="1076958" y="1982326"/>
                <a:ext cx="80700" cy="80700"/>
              </a:xfrm>
              <a:prstGeom prst="rect">
                <a:avLst/>
              </a:pr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658" name="Google Shape;9658;p40"/>
              <p:cNvSpPr/>
              <p:nvPr/>
            </p:nvSpPr>
            <p:spPr>
              <a:xfrm>
                <a:off x="1076958" y="2143022"/>
                <a:ext cx="80700" cy="80700"/>
              </a:xfrm>
              <a:prstGeom prst="rect">
                <a:avLst/>
              </a:pr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659" name="Google Shape;9659;p40"/>
              <p:cNvSpPr/>
              <p:nvPr/>
            </p:nvSpPr>
            <p:spPr>
              <a:xfrm>
                <a:off x="1076958" y="2303717"/>
                <a:ext cx="80700" cy="80700"/>
              </a:xfrm>
              <a:prstGeom prst="rect">
                <a:avLst/>
              </a:pr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660" name="Google Shape;9660;p40"/>
              <p:cNvSpPr/>
              <p:nvPr/>
            </p:nvSpPr>
            <p:spPr>
              <a:xfrm>
                <a:off x="1076958" y="2464413"/>
                <a:ext cx="80700" cy="80700"/>
              </a:xfrm>
              <a:prstGeom prst="rect">
                <a:avLst/>
              </a:pr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661" name="Google Shape;9661;p40"/>
              <p:cNvSpPr/>
              <p:nvPr/>
            </p:nvSpPr>
            <p:spPr>
              <a:xfrm>
                <a:off x="1076958" y="2625109"/>
                <a:ext cx="80700" cy="80700"/>
              </a:xfrm>
              <a:prstGeom prst="rect">
                <a:avLst/>
              </a:pr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9662" name="Google Shape;9662;p40"/>
            <p:cNvGrpSpPr/>
            <p:nvPr/>
          </p:nvGrpSpPr>
          <p:grpSpPr>
            <a:xfrm>
              <a:off x="1247707" y="1179665"/>
              <a:ext cx="80700" cy="1526144"/>
              <a:chOff x="1247707" y="1179665"/>
              <a:chExt cx="80700" cy="1526144"/>
            </a:xfrm>
          </p:grpSpPr>
          <p:sp>
            <p:nvSpPr>
              <p:cNvPr id="9663" name="Google Shape;9663;p40"/>
              <p:cNvSpPr/>
              <p:nvPr/>
            </p:nvSpPr>
            <p:spPr>
              <a:xfrm>
                <a:off x="1247707" y="1179665"/>
                <a:ext cx="80700" cy="80700"/>
              </a:xfrm>
              <a:prstGeom prst="rect">
                <a:avLst/>
              </a:pr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664" name="Google Shape;9664;p40"/>
              <p:cNvSpPr/>
              <p:nvPr/>
            </p:nvSpPr>
            <p:spPr>
              <a:xfrm>
                <a:off x="1247707" y="1340360"/>
                <a:ext cx="80700" cy="80700"/>
              </a:xfrm>
              <a:prstGeom prst="rect">
                <a:avLst/>
              </a:pr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665" name="Google Shape;9665;p40"/>
              <p:cNvSpPr/>
              <p:nvPr/>
            </p:nvSpPr>
            <p:spPr>
              <a:xfrm>
                <a:off x="1247707" y="1501056"/>
                <a:ext cx="80700" cy="80700"/>
              </a:xfrm>
              <a:prstGeom prst="rect">
                <a:avLst/>
              </a:pr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666" name="Google Shape;9666;p40"/>
              <p:cNvSpPr/>
              <p:nvPr/>
            </p:nvSpPr>
            <p:spPr>
              <a:xfrm>
                <a:off x="1247707" y="1661752"/>
                <a:ext cx="80700" cy="80700"/>
              </a:xfrm>
              <a:prstGeom prst="rect">
                <a:avLst/>
              </a:pr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667" name="Google Shape;9667;p40"/>
              <p:cNvSpPr/>
              <p:nvPr/>
            </p:nvSpPr>
            <p:spPr>
              <a:xfrm>
                <a:off x="1247707" y="1821630"/>
                <a:ext cx="80700" cy="80700"/>
              </a:xfrm>
              <a:prstGeom prst="rect">
                <a:avLst/>
              </a:pr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668" name="Google Shape;9668;p40"/>
              <p:cNvSpPr/>
              <p:nvPr/>
            </p:nvSpPr>
            <p:spPr>
              <a:xfrm>
                <a:off x="1247707" y="1982326"/>
                <a:ext cx="80700" cy="80700"/>
              </a:xfrm>
              <a:prstGeom prst="rect">
                <a:avLst/>
              </a:pr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669" name="Google Shape;9669;p40"/>
              <p:cNvSpPr/>
              <p:nvPr/>
            </p:nvSpPr>
            <p:spPr>
              <a:xfrm>
                <a:off x="1247707" y="2143022"/>
                <a:ext cx="80700" cy="80700"/>
              </a:xfrm>
              <a:prstGeom prst="rect">
                <a:avLst/>
              </a:pr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670" name="Google Shape;9670;p40"/>
              <p:cNvSpPr/>
              <p:nvPr/>
            </p:nvSpPr>
            <p:spPr>
              <a:xfrm>
                <a:off x="1247707" y="2303717"/>
                <a:ext cx="80700" cy="80700"/>
              </a:xfrm>
              <a:prstGeom prst="rect">
                <a:avLst/>
              </a:pr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671" name="Google Shape;9671;p40"/>
              <p:cNvSpPr/>
              <p:nvPr/>
            </p:nvSpPr>
            <p:spPr>
              <a:xfrm>
                <a:off x="1247707" y="2464413"/>
                <a:ext cx="80700" cy="80700"/>
              </a:xfrm>
              <a:prstGeom prst="rect">
                <a:avLst/>
              </a:pr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672" name="Google Shape;9672;p40"/>
              <p:cNvSpPr/>
              <p:nvPr/>
            </p:nvSpPr>
            <p:spPr>
              <a:xfrm>
                <a:off x="1247707" y="2625109"/>
                <a:ext cx="80700" cy="80700"/>
              </a:xfrm>
              <a:prstGeom prst="rect">
                <a:avLst/>
              </a:pr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9673" name="Google Shape;9673;p40"/>
            <p:cNvGrpSpPr/>
            <p:nvPr/>
          </p:nvGrpSpPr>
          <p:grpSpPr>
            <a:xfrm>
              <a:off x="1421567" y="1179665"/>
              <a:ext cx="80700" cy="1526144"/>
              <a:chOff x="1421567" y="1179665"/>
              <a:chExt cx="80700" cy="1526144"/>
            </a:xfrm>
          </p:grpSpPr>
          <p:sp>
            <p:nvSpPr>
              <p:cNvPr id="9674" name="Google Shape;9674;p40"/>
              <p:cNvSpPr/>
              <p:nvPr/>
            </p:nvSpPr>
            <p:spPr>
              <a:xfrm>
                <a:off x="1421567" y="1179665"/>
                <a:ext cx="80700" cy="80700"/>
              </a:xfrm>
              <a:prstGeom prst="rect">
                <a:avLst/>
              </a:pr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675" name="Google Shape;9675;p40"/>
              <p:cNvSpPr/>
              <p:nvPr/>
            </p:nvSpPr>
            <p:spPr>
              <a:xfrm>
                <a:off x="1421567" y="1340360"/>
                <a:ext cx="80700" cy="80700"/>
              </a:xfrm>
              <a:prstGeom prst="rect">
                <a:avLst/>
              </a:pr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676" name="Google Shape;9676;p40"/>
              <p:cNvSpPr/>
              <p:nvPr/>
            </p:nvSpPr>
            <p:spPr>
              <a:xfrm>
                <a:off x="1421567" y="1501056"/>
                <a:ext cx="80700" cy="80700"/>
              </a:xfrm>
              <a:prstGeom prst="rect">
                <a:avLst/>
              </a:pr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677" name="Google Shape;9677;p40"/>
              <p:cNvSpPr/>
              <p:nvPr/>
            </p:nvSpPr>
            <p:spPr>
              <a:xfrm>
                <a:off x="1421567" y="1661752"/>
                <a:ext cx="80700" cy="80700"/>
              </a:xfrm>
              <a:prstGeom prst="rect">
                <a:avLst/>
              </a:pr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678" name="Google Shape;9678;p40"/>
              <p:cNvSpPr/>
              <p:nvPr/>
            </p:nvSpPr>
            <p:spPr>
              <a:xfrm>
                <a:off x="1421567" y="1821630"/>
                <a:ext cx="80700" cy="80700"/>
              </a:xfrm>
              <a:prstGeom prst="rect">
                <a:avLst/>
              </a:pr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679" name="Google Shape;9679;p40"/>
              <p:cNvSpPr/>
              <p:nvPr/>
            </p:nvSpPr>
            <p:spPr>
              <a:xfrm>
                <a:off x="1421567" y="1982326"/>
                <a:ext cx="80700" cy="80700"/>
              </a:xfrm>
              <a:prstGeom prst="rect">
                <a:avLst/>
              </a:pr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680" name="Google Shape;9680;p40"/>
              <p:cNvSpPr/>
              <p:nvPr/>
            </p:nvSpPr>
            <p:spPr>
              <a:xfrm>
                <a:off x="1421567" y="2143022"/>
                <a:ext cx="80700" cy="80700"/>
              </a:xfrm>
              <a:prstGeom prst="rect">
                <a:avLst/>
              </a:pr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681" name="Google Shape;9681;p40"/>
              <p:cNvSpPr/>
              <p:nvPr/>
            </p:nvSpPr>
            <p:spPr>
              <a:xfrm>
                <a:off x="1421567" y="2303717"/>
                <a:ext cx="80700" cy="80700"/>
              </a:xfrm>
              <a:prstGeom prst="rect">
                <a:avLst/>
              </a:pr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682" name="Google Shape;9682;p40"/>
              <p:cNvSpPr/>
              <p:nvPr/>
            </p:nvSpPr>
            <p:spPr>
              <a:xfrm>
                <a:off x="1421567" y="2464413"/>
                <a:ext cx="80700" cy="80700"/>
              </a:xfrm>
              <a:prstGeom prst="rect">
                <a:avLst/>
              </a:pr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683" name="Google Shape;9683;p40"/>
              <p:cNvSpPr/>
              <p:nvPr/>
            </p:nvSpPr>
            <p:spPr>
              <a:xfrm>
                <a:off x="1421567" y="2625109"/>
                <a:ext cx="80700" cy="80700"/>
              </a:xfrm>
              <a:prstGeom prst="rect">
                <a:avLst/>
              </a:pr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9684" name="Google Shape;9684;p40"/>
            <p:cNvGrpSpPr/>
            <p:nvPr/>
          </p:nvGrpSpPr>
          <p:grpSpPr>
            <a:xfrm>
              <a:off x="1592327" y="1179665"/>
              <a:ext cx="80700" cy="1526144"/>
              <a:chOff x="1592327" y="1179665"/>
              <a:chExt cx="80700" cy="1526144"/>
            </a:xfrm>
          </p:grpSpPr>
          <p:sp>
            <p:nvSpPr>
              <p:cNvPr id="9685" name="Google Shape;9685;p40"/>
              <p:cNvSpPr/>
              <p:nvPr/>
            </p:nvSpPr>
            <p:spPr>
              <a:xfrm>
                <a:off x="1592327" y="1179665"/>
                <a:ext cx="80700" cy="80700"/>
              </a:xfrm>
              <a:prstGeom prst="rect">
                <a:avLst/>
              </a:pr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686" name="Google Shape;9686;p40"/>
              <p:cNvSpPr/>
              <p:nvPr/>
            </p:nvSpPr>
            <p:spPr>
              <a:xfrm>
                <a:off x="1592327" y="1340360"/>
                <a:ext cx="80700" cy="80700"/>
              </a:xfrm>
              <a:prstGeom prst="rect">
                <a:avLst/>
              </a:pr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687" name="Google Shape;9687;p40"/>
              <p:cNvSpPr/>
              <p:nvPr/>
            </p:nvSpPr>
            <p:spPr>
              <a:xfrm>
                <a:off x="1592327" y="1501056"/>
                <a:ext cx="80700" cy="80700"/>
              </a:xfrm>
              <a:prstGeom prst="rect">
                <a:avLst/>
              </a:pr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688" name="Google Shape;9688;p40"/>
              <p:cNvSpPr/>
              <p:nvPr/>
            </p:nvSpPr>
            <p:spPr>
              <a:xfrm>
                <a:off x="1592327" y="1661752"/>
                <a:ext cx="80700" cy="80700"/>
              </a:xfrm>
              <a:prstGeom prst="rect">
                <a:avLst/>
              </a:pr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689" name="Google Shape;9689;p40"/>
              <p:cNvSpPr/>
              <p:nvPr/>
            </p:nvSpPr>
            <p:spPr>
              <a:xfrm>
                <a:off x="1592327" y="1821630"/>
                <a:ext cx="80700" cy="80700"/>
              </a:xfrm>
              <a:prstGeom prst="rect">
                <a:avLst/>
              </a:pr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690" name="Google Shape;9690;p40"/>
              <p:cNvSpPr/>
              <p:nvPr/>
            </p:nvSpPr>
            <p:spPr>
              <a:xfrm>
                <a:off x="1592327" y="1982326"/>
                <a:ext cx="80700" cy="80700"/>
              </a:xfrm>
              <a:prstGeom prst="rect">
                <a:avLst/>
              </a:pr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691" name="Google Shape;9691;p40"/>
              <p:cNvSpPr/>
              <p:nvPr/>
            </p:nvSpPr>
            <p:spPr>
              <a:xfrm>
                <a:off x="1592327" y="2143022"/>
                <a:ext cx="80700" cy="80700"/>
              </a:xfrm>
              <a:prstGeom prst="rect">
                <a:avLst/>
              </a:pr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692" name="Google Shape;9692;p40"/>
              <p:cNvSpPr/>
              <p:nvPr/>
            </p:nvSpPr>
            <p:spPr>
              <a:xfrm>
                <a:off x="1592327" y="2303717"/>
                <a:ext cx="80700" cy="80700"/>
              </a:xfrm>
              <a:prstGeom prst="rect">
                <a:avLst/>
              </a:pr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693" name="Google Shape;9693;p40"/>
              <p:cNvSpPr/>
              <p:nvPr/>
            </p:nvSpPr>
            <p:spPr>
              <a:xfrm>
                <a:off x="1592327" y="2464413"/>
                <a:ext cx="80700" cy="80700"/>
              </a:xfrm>
              <a:prstGeom prst="rect">
                <a:avLst/>
              </a:pr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694" name="Google Shape;9694;p40"/>
              <p:cNvSpPr/>
              <p:nvPr/>
            </p:nvSpPr>
            <p:spPr>
              <a:xfrm>
                <a:off x="1592327" y="2625109"/>
                <a:ext cx="80700" cy="80700"/>
              </a:xfrm>
              <a:prstGeom prst="rect">
                <a:avLst/>
              </a:pr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9695" name="Google Shape;9695;p40"/>
            <p:cNvGrpSpPr/>
            <p:nvPr/>
          </p:nvGrpSpPr>
          <p:grpSpPr>
            <a:xfrm>
              <a:off x="1766187" y="1179665"/>
              <a:ext cx="80700" cy="1526144"/>
              <a:chOff x="1766187" y="1179665"/>
              <a:chExt cx="80700" cy="1526144"/>
            </a:xfrm>
          </p:grpSpPr>
          <p:sp>
            <p:nvSpPr>
              <p:cNvPr id="9696" name="Google Shape;9696;p40"/>
              <p:cNvSpPr/>
              <p:nvPr/>
            </p:nvSpPr>
            <p:spPr>
              <a:xfrm>
                <a:off x="1766187" y="1179665"/>
                <a:ext cx="80700" cy="80700"/>
              </a:xfrm>
              <a:prstGeom prst="rect">
                <a:avLst/>
              </a:pr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697" name="Google Shape;9697;p40"/>
              <p:cNvSpPr/>
              <p:nvPr/>
            </p:nvSpPr>
            <p:spPr>
              <a:xfrm>
                <a:off x="1766187" y="1340360"/>
                <a:ext cx="80700" cy="80700"/>
              </a:xfrm>
              <a:prstGeom prst="rect">
                <a:avLst/>
              </a:pr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698" name="Google Shape;9698;p40"/>
              <p:cNvSpPr/>
              <p:nvPr/>
            </p:nvSpPr>
            <p:spPr>
              <a:xfrm>
                <a:off x="1766187" y="1501056"/>
                <a:ext cx="80700" cy="80700"/>
              </a:xfrm>
              <a:prstGeom prst="rect">
                <a:avLst/>
              </a:pr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699" name="Google Shape;9699;p40"/>
              <p:cNvSpPr/>
              <p:nvPr/>
            </p:nvSpPr>
            <p:spPr>
              <a:xfrm>
                <a:off x="1766187" y="1661752"/>
                <a:ext cx="80700" cy="80700"/>
              </a:xfrm>
              <a:prstGeom prst="rect">
                <a:avLst/>
              </a:pr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700" name="Google Shape;9700;p40"/>
              <p:cNvSpPr/>
              <p:nvPr/>
            </p:nvSpPr>
            <p:spPr>
              <a:xfrm>
                <a:off x="1766187" y="1821630"/>
                <a:ext cx="80700" cy="80700"/>
              </a:xfrm>
              <a:prstGeom prst="rect">
                <a:avLst/>
              </a:pr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701" name="Google Shape;9701;p40"/>
              <p:cNvSpPr/>
              <p:nvPr/>
            </p:nvSpPr>
            <p:spPr>
              <a:xfrm>
                <a:off x="1766187" y="1982326"/>
                <a:ext cx="80700" cy="80700"/>
              </a:xfrm>
              <a:prstGeom prst="rect">
                <a:avLst/>
              </a:pr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702" name="Google Shape;9702;p40"/>
              <p:cNvSpPr/>
              <p:nvPr/>
            </p:nvSpPr>
            <p:spPr>
              <a:xfrm>
                <a:off x="1766187" y="2143022"/>
                <a:ext cx="80700" cy="80700"/>
              </a:xfrm>
              <a:prstGeom prst="rect">
                <a:avLst/>
              </a:pr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703" name="Google Shape;9703;p40"/>
              <p:cNvSpPr/>
              <p:nvPr/>
            </p:nvSpPr>
            <p:spPr>
              <a:xfrm>
                <a:off x="1766187" y="2303717"/>
                <a:ext cx="80700" cy="80700"/>
              </a:xfrm>
              <a:prstGeom prst="rect">
                <a:avLst/>
              </a:pr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704" name="Google Shape;9704;p40"/>
              <p:cNvSpPr/>
              <p:nvPr/>
            </p:nvSpPr>
            <p:spPr>
              <a:xfrm>
                <a:off x="1766187" y="2464413"/>
                <a:ext cx="80700" cy="80700"/>
              </a:xfrm>
              <a:prstGeom prst="rect">
                <a:avLst/>
              </a:pr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705" name="Google Shape;9705;p40"/>
              <p:cNvSpPr/>
              <p:nvPr/>
            </p:nvSpPr>
            <p:spPr>
              <a:xfrm>
                <a:off x="1766187" y="2625109"/>
                <a:ext cx="80700" cy="80700"/>
              </a:xfrm>
              <a:prstGeom prst="rect">
                <a:avLst/>
              </a:pr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9706" name="Google Shape;9706;p40"/>
            <p:cNvGrpSpPr/>
            <p:nvPr/>
          </p:nvGrpSpPr>
          <p:grpSpPr>
            <a:xfrm>
              <a:off x="1936935" y="1179665"/>
              <a:ext cx="80700" cy="1526144"/>
              <a:chOff x="1936935" y="1179665"/>
              <a:chExt cx="80700" cy="1526144"/>
            </a:xfrm>
          </p:grpSpPr>
          <p:sp>
            <p:nvSpPr>
              <p:cNvPr id="9707" name="Google Shape;9707;p40"/>
              <p:cNvSpPr/>
              <p:nvPr/>
            </p:nvSpPr>
            <p:spPr>
              <a:xfrm>
                <a:off x="1936935" y="1179665"/>
                <a:ext cx="80700" cy="80700"/>
              </a:xfrm>
              <a:prstGeom prst="rect">
                <a:avLst/>
              </a:pr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708" name="Google Shape;9708;p40"/>
              <p:cNvSpPr/>
              <p:nvPr/>
            </p:nvSpPr>
            <p:spPr>
              <a:xfrm>
                <a:off x="1936935" y="1340360"/>
                <a:ext cx="80700" cy="80700"/>
              </a:xfrm>
              <a:prstGeom prst="rect">
                <a:avLst/>
              </a:pr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709" name="Google Shape;9709;p40"/>
              <p:cNvSpPr/>
              <p:nvPr/>
            </p:nvSpPr>
            <p:spPr>
              <a:xfrm>
                <a:off x="1936935" y="1501056"/>
                <a:ext cx="80700" cy="80700"/>
              </a:xfrm>
              <a:prstGeom prst="rect">
                <a:avLst/>
              </a:pr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710" name="Google Shape;9710;p40"/>
              <p:cNvSpPr/>
              <p:nvPr/>
            </p:nvSpPr>
            <p:spPr>
              <a:xfrm>
                <a:off x="1936935" y="1661752"/>
                <a:ext cx="80700" cy="80700"/>
              </a:xfrm>
              <a:prstGeom prst="rect">
                <a:avLst/>
              </a:pr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711" name="Google Shape;9711;p40"/>
              <p:cNvSpPr/>
              <p:nvPr/>
            </p:nvSpPr>
            <p:spPr>
              <a:xfrm>
                <a:off x="1936935" y="1821630"/>
                <a:ext cx="80700" cy="80700"/>
              </a:xfrm>
              <a:prstGeom prst="rect">
                <a:avLst/>
              </a:pr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712" name="Google Shape;9712;p40"/>
              <p:cNvSpPr/>
              <p:nvPr/>
            </p:nvSpPr>
            <p:spPr>
              <a:xfrm>
                <a:off x="1936935" y="1982326"/>
                <a:ext cx="80700" cy="80700"/>
              </a:xfrm>
              <a:prstGeom prst="rect">
                <a:avLst/>
              </a:pr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713" name="Google Shape;9713;p40"/>
              <p:cNvSpPr/>
              <p:nvPr/>
            </p:nvSpPr>
            <p:spPr>
              <a:xfrm>
                <a:off x="1936935" y="2143022"/>
                <a:ext cx="80700" cy="80700"/>
              </a:xfrm>
              <a:prstGeom prst="rect">
                <a:avLst/>
              </a:pr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714" name="Google Shape;9714;p40"/>
              <p:cNvSpPr/>
              <p:nvPr/>
            </p:nvSpPr>
            <p:spPr>
              <a:xfrm>
                <a:off x="1936935" y="2303717"/>
                <a:ext cx="80700" cy="80700"/>
              </a:xfrm>
              <a:prstGeom prst="rect">
                <a:avLst/>
              </a:pr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715" name="Google Shape;9715;p40"/>
              <p:cNvSpPr/>
              <p:nvPr/>
            </p:nvSpPr>
            <p:spPr>
              <a:xfrm>
                <a:off x="1936935" y="2464413"/>
                <a:ext cx="80700" cy="80700"/>
              </a:xfrm>
              <a:prstGeom prst="rect">
                <a:avLst/>
              </a:pr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716" name="Google Shape;9716;p40"/>
              <p:cNvSpPr/>
              <p:nvPr/>
            </p:nvSpPr>
            <p:spPr>
              <a:xfrm>
                <a:off x="1936935" y="2625109"/>
                <a:ext cx="80700" cy="80700"/>
              </a:xfrm>
              <a:prstGeom prst="rect">
                <a:avLst/>
              </a:pr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9717" name="Google Shape;9717;p40"/>
            <p:cNvGrpSpPr/>
            <p:nvPr/>
          </p:nvGrpSpPr>
          <p:grpSpPr>
            <a:xfrm>
              <a:off x="2110795" y="1179665"/>
              <a:ext cx="80700" cy="1526144"/>
              <a:chOff x="2110795" y="1179665"/>
              <a:chExt cx="80700" cy="1526144"/>
            </a:xfrm>
          </p:grpSpPr>
          <p:sp>
            <p:nvSpPr>
              <p:cNvPr id="9718" name="Google Shape;9718;p40"/>
              <p:cNvSpPr/>
              <p:nvPr/>
            </p:nvSpPr>
            <p:spPr>
              <a:xfrm>
                <a:off x="2110795" y="1179665"/>
                <a:ext cx="80700" cy="80700"/>
              </a:xfrm>
              <a:prstGeom prst="rect">
                <a:avLst/>
              </a:pr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719" name="Google Shape;9719;p40"/>
              <p:cNvSpPr/>
              <p:nvPr/>
            </p:nvSpPr>
            <p:spPr>
              <a:xfrm>
                <a:off x="2110795" y="1340360"/>
                <a:ext cx="80700" cy="80700"/>
              </a:xfrm>
              <a:prstGeom prst="rect">
                <a:avLst/>
              </a:pr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720" name="Google Shape;9720;p40"/>
              <p:cNvSpPr/>
              <p:nvPr/>
            </p:nvSpPr>
            <p:spPr>
              <a:xfrm>
                <a:off x="2110795" y="1501056"/>
                <a:ext cx="80700" cy="80700"/>
              </a:xfrm>
              <a:prstGeom prst="rect">
                <a:avLst/>
              </a:pr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721" name="Google Shape;9721;p40"/>
              <p:cNvSpPr/>
              <p:nvPr/>
            </p:nvSpPr>
            <p:spPr>
              <a:xfrm>
                <a:off x="2110795" y="1661752"/>
                <a:ext cx="80700" cy="80700"/>
              </a:xfrm>
              <a:prstGeom prst="rect">
                <a:avLst/>
              </a:pr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722" name="Google Shape;9722;p40"/>
              <p:cNvSpPr/>
              <p:nvPr/>
            </p:nvSpPr>
            <p:spPr>
              <a:xfrm>
                <a:off x="2110795" y="1821630"/>
                <a:ext cx="80700" cy="80700"/>
              </a:xfrm>
              <a:prstGeom prst="rect">
                <a:avLst/>
              </a:pr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723" name="Google Shape;9723;p40"/>
              <p:cNvSpPr/>
              <p:nvPr/>
            </p:nvSpPr>
            <p:spPr>
              <a:xfrm>
                <a:off x="2110795" y="1982326"/>
                <a:ext cx="80700" cy="80700"/>
              </a:xfrm>
              <a:prstGeom prst="rect">
                <a:avLst/>
              </a:pr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724" name="Google Shape;9724;p40"/>
              <p:cNvSpPr/>
              <p:nvPr/>
            </p:nvSpPr>
            <p:spPr>
              <a:xfrm>
                <a:off x="2110795" y="2143022"/>
                <a:ext cx="80700" cy="80700"/>
              </a:xfrm>
              <a:prstGeom prst="rect">
                <a:avLst/>
              </a:pr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725" name="Google Shape;9725;p40"/>
              <p:cNvSpPr/>
              <p:nvPr/>
            </p:nvSpPr>
            <p:spPr>
              <a:xfrm>
                <a:off x="2110795" y="2303717"/>
                <a:ext cx="80700" cy="80700"/>
              </a:xfrm>
              <a:prstGeom prst="rect">
                <a:avLst/>
              </a:pr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726" name="Google Shape;9726;p40"/>
              <p:cNvSpPr/>
              <p:nvPr/>
            </p:nvSpPr>
            <p:spPr>
              <a:xfrm>
                <a:off x="2110795" y="2464413"/>
                <a:ext cx="80700" cy="80700"/>
              </a:xfrm>
              <a:prstGeom prst="rect">
                <a:avLst/>
              </a:pr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727" name="Google Shape;9727;p40"/>
              <p:cNvSpPr/>
              <p:nvPr/>
            </p:nvSpPr>
            <p:spPr>
              <a:xfrm>
                <a:off x="2110795" y="2625109"/>
                <a:ext cx="80700" cy="80700"/>
              </a:xfrm>
              <a:prstGeom prst="rect">
                <a:avLst/>
              </a:pr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9728" name="Google Shape;9728;p40"/>
            <p:cNvGrpSpPr/>
            <p:nvPr/>
          </p:nvGrpSpPr>
          <p:grpSpPr>
            <a:xfrm>
              <a:off x="2284655" y="1179665"/>
              <a:ext cx="80700" cy="1526144"/>
              <a:chOff x="2284655" y="1179665"/>
              <a:chExt cx="80700" cy="1526144"/>
            </a:xfrm>
          </p:grpSpPr>
          <p:sp>
            <p:nvSpPr>
              <p:cNvPr id="9729" name="Google Shape;9729;p40"/>
              <p:cNvSpPr/>
              <p:nvPr/>
            </p:nvSpPr>
            <p:spPr>
              <a:xfrm>
                <a:off x="2284655" y="1179665"/>
                <a:ext cx="80700" cy="80700"/>
              </a:xfrm>
              <a:prstGeom prst="rect">
                <a:avLst/>
              </a:pr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730" name="Google Shape;9730;p40"/>
              <p:cNvSpPr/>
              <p:nvPr/>
            </p:nvSpPr>
            <p:spPr>
              <a:xfrm>
                <a:off x="2284655" y="1340360"/>
                <a:ext cx="80700" cy="80700"/>
              </a:xfrm>
              <a:prstGeom prst="rect">
                <a:avLst/>
              </a:pr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731" name="Google Shape;9731;p40"/>
              <p:cNvSpPr/>
              <p:nvPr/>
            </p:nvSpPr>
            <p:spPr>
              <a:xfrm>
                <a:off x="2284655" y="1501056"/>
                <a:ext cx="80700" cy="80700"/>
              </a:xfrm>
              <a:prstGeom prst="rect">
                <a:avLst/>
              </a:pr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732" name="Google Shape;9732;p40"/>
              <p:cNvSpPr/>
              <p:nvPr/>
            </p:nvSpPr>
            <p:spPr>
              <a:xfrm>
                <a:off x="2284655" y="1661752"/>
                <a:ext cx="80700" cy="80700"/>
              </a:xfrm>
              <a:prstGeom prst="rect">
                <a:avLst/>
              </a:pr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733" name="Google Shape;9733;p40"/>
              <p:cNvSpPr/>
              <p:nvPr/>
            </p:nvSpPr>
            <p:spPr>
              <a:xfrm>
                <a:off x="2284655" y="1821630"/>
                <a:ext cx="80700" cy="80700"/>
              </a:xfrm>
              <a:prstGeom prst="rect">
                <a:avLst/>
              </a:pr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734" name="Google Shape;9734;p40"/>
              <p:cNvSpPr/>
              <p:nvPr/>
            </p:nvSpPr>
            <p:spPr>
              <a:xfrm>
                <a:off x="2284655" y="1982326"/>
                <a:ext cx="80700" cy="80700"/>
              </a:xfrm>
              <a:prstGeom prst="rect">
                <a:avLst/>
              </a:pr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735" name="Google Shape;9735;p40"/>
              <p:cNvSpPr/>
              <p:nvPr/>
            </p:nvSpPr>
            <p:spPr>
              <a:xfrm>
                <a:off x="2284655" y="2143022"/>
                <a:ext cx="80700" cy="80700"/>
              </a:xfrm>
              <a:prstGeom prst="rect">
                <a:avLst/>
              </a:pr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736" name="Google Shape;9736;p40"/>
              <p:cNvSpPr/>
              <p:nvPr/>
            </p:nvSpPr>
            <p:spPr>
              <a:xfrm>
                <a:off x="2284655" y="2303717"/>
                <a:ext cx="80700" cy="80700"/>
              </a:xfrm>
              <a:prstGeom prst="rect">
                <a:avLst/>
              </a:pr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737" name="Google Shape;9737;p40"/>
              <p:cNvSpPr/>
              <p:nvPr/>
            </p:nvSpPr>
            <p:spPr>
              <a:xfrm>
                <a:off x="2284655" y="2464413"/>
                <a:ext cx="80700" cy="80700"/>
              </a:xfrm>
              <a:prstGeom prst="rect">
                <a:avLst/>
              </a:pr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738" name="Google Shape;9738;p40"/>
              <p:cNvSpPr/>
              <p:nvPr/>
            </p:nvSpPr>
            <p:spPr>
              <a:xfrm>
                <a:off x="2284655" y="2625109"/>
                <a:ext cx="80700" cy="80700"/>
              </a:xfrm>
              <a:prstGeom prst="rect">
                <a:avLst/>
              </a:pr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grpSp>
        <p:nvGrpSpPr>
          <p:cNvPr id="9739" name="Google Shape;9739;p40"/>
          <p:cNvGrpSpPr/>
          <p:nvPr/>
        </p:nvGrpSpPr>
        <p:grpSpPr>
          <a:xfrm>
            <a:off x="2611692" y="986753"/>
            <a:ext cx="1364248" cy="1102133"/>
            <a:chOff x="2623904" y="1198803"/>
            <a:chExt cx="1364248" cy="1102133"/>
          </a:xfrm>
        </p:grpSpPr>
        <p:grpSp>
          <p:nvGrpSpPr>
            <p:cNvPr id="9740" name="Google Shape;9740;p40"/>
            <p:cNvGrpSpPr/>
            <p:nvPr/>
          </p:nvGrpSpPr>
          <p:grpSpPr>
            <a:xfrm>
              <a:off x="2623907" y="1198803"/>
              <a:ext cx="1364245" cy="273000"/>
              <a:chOff x="2623907" y="1198803"/>
              <a:chExt cx="1364245" cy="273000"/>
            </a:xfrm>
          </p:grpSpPr>
          <p:sp>
            <p:nvSpPr>
              <p:cNvPr id="9741" name="Google Shape;9741;p40"/>
              <p:cNvSpPr/>
              <p:nvPr/>
            </p:nvSpPr>
            <p:spPr>
              <a:xfrm>
                <a:off x="2623907" y="1198803"/>
                <a:ext cx="273000" cy="273000"/>
              </a:xfrm>
              <a:prstGeom prst="diamond">
                <a:avLst/>
              </a:prstGeom>
              <a:solidFill>
                <a:srgbClr val="5F7D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742" name="Google Shape;9742;p40"/>
              <p:cNvSpPr/>
              <p:nvPr/>
            </p:nvSpPr>
            <p:spPr>
              <a:xfrm>
                <a:off x="2896718" y="1198803"/>
                <a:ext cx="273000" cy="273000"/>
              </a:xfrm>
              <a:prstGeom prst="diamond">
                <a:avLst/>
              </a:prstGeom>
              <a:solidFill>
                <a:srgbClr val="5F7D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743" name="Google Shape;9743;p40"/>
              <p:cNvSpPr/>
              <p:nvPr/>
            </p:nvSpPr>
            <p:spPr>
              <a:xfrm>
                <a:off x="3169529" y="1198803"/>
                <a:ext cx="273000" cy="273000"/>
              </a:xfrm>
              <a:prstGeom prst="diamond">
                <a:avLst/>
              </a:prstGeom>
              <a:solidFill>
                <a:srgbClr val="5F7D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744" name="Google Shape;9744;p40"/>
              <p:cNvSpPr/>
              <p:nvPr/>
            </p:nvSpPr>
            <p:spPr>
              <a:xfrm>
                <a:off x="3442341" y="1198803"/>
                <a:ext cx="273000" cy="273000"/>
              </a:xfrm>
              <a:prstGeom prst="diamond">
                <a:avLst/>
              </a:prstGeom>
              <a:solidFill>
                <a:srgbClr val="5F7D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745" name="Google Shape;9745;p40"/>
              <p:cNvSpPr/>
              <p:nvPr/>
            </p:nvSpPr>
            <p:spPr>
              <a:xfrm>
                <a:off x="3715152" y="1198803"/>
                <a:ext cx="273000" cy="273000"/>
              </a:xfrm>
              <a:prstGeom prst="diamond">
                <a:avLst/>
              </a:pr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9746" name="Google Shape;9746;p40"/>
            <p:cNvGrpSpPr/>
            <p:nvPr/>
          </p:nvGrpSpPr>
          <p:grpSpPr>
            <a:xfrm>
              <a:off x="2623904" y="1476964"/>
              <a:ext cx="1364245" cy="273000"/>
              <a:chOff x="2623904" y="1476964"/>
              <a:chExt cx="1364245" cy="273000"/>
            </a:xfrm>
          </p:grpSpPr>
          <p:sp>
            <p:nvSpPr>
              <p:cNvPr id="9747" name="Google Shape;9747;p40"/>
              <p:cNvSpPr/>
              <p:nvPr/>
            </p:nvSpPr>
            <p:spPr>
              <a:xfrm>
                <a:off x="2623904" y="1476964"/>
                <a:ext cx="273000" cy="273000"/>
              </a:xfrm>
              <a:prstGeom prst="diamond">
                <a:avLst/>
              </a:prstGeom>
              <a:solidFill>
                <a:srgbClr val="5F7D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748" name="Google Shape;9748;p40"/>
              <p:cNvSpPr/>
              <p:nvPr/>
            </p:nvSpPr>
            <p:spPr>
              <a:xfrm>
                <a:off x="2896716" y="1476964"/>
                <a:ext cx="273000" cy="273000"/>
              </a:xfrm>
              <a:prstGeom prst="diamond">
                <a:avLst/>
              </a:prstGeom>
              <a:solidFill>
                <a:srgbClr val="5F7D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749" name="Google Shape;9749;p40"/>
              <p:cNvSpPr/>
              <p:nvPr/>
            </p:nvSpPr>
            <p:spPr>
              <a:xfrm>
                <a:off x="3169527" y="1476964"/>
                <a:ext cx="273000" cy="273000"/>
              </a:xfrm>
              <a:prstGeom prst="diamond">
                <a:avLst/>
              </a:pr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750" name="Google Shape;9750;p40"/>
              <p:cNvSpPr/>
              <p:nvPr/>
            </p:nvSpPr>
            <p:spPr>
              <a:xfrm>
                <a:off x="3442338" y="1476964"/>
                <a:ext cx="273000" cy="273000"/>
              </a:xfrm>
              <a:prstGeom prst="diamond">
                <a:avLst/>
              </a:pr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751" name="Google Shape;9751;p40"/>
              <p:cNvSpPr/>
              <p:nvPr/>
            </p:nvSpPr>
            <p:spPr>
              <a:xfrm>
                <a:off x="3715149" y="1476964"/>
                <a:ext cx="273000" cy="273000"/>
              </a:xfrm>
              <a:prstGeom prst="diamond">
                <a:avLst/>
              </a:pr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9752" name="Google Shape;9752;p40"/>
            <p:cNvGrpSpPr/>
            <p:nvPr/>
          </p:nvGrpSpPr>
          <p:grpSpPr>
            <a:xfrm>
              <a:off x="2623907" y="1749775"/>
              <a:ext cx="1364245" cy="273000"/>
              <a:chOff x="2623907" y="1749775"/>
              <a:chExt cx="1364245" cy="273000"/>
            </a:xfrm>
          </p:grpSpPr>
          <p:sp>
            <p:nvSpPr>
              <p:cNvPr id="9753" name="Google Shape;9753;p40"/>
              <p:cNvSpPr/>
              <p:nvPr/>
            </p:nvSpPr>
            <p:spPr>
              <a:xfrm>
                <a:off x="2623907" y="1749775"/>
                <a:ext cx="273000" cy="273000"/>
              </a:xfrm>
              <a:prstGeom prst="diamond">
                <a:avLst/>
              </a:prstGeom>
              <a:solidFill>
                <a:srgbClr val="5F7D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754" name="Google Shape;9754;p40"/>
              <p:cNvSpPr/>
              <p:nvPr/>
            </p:nvSpPr>
            <p:spPr>
              <a:xfrm>
                <a:off x="2896718" y="1749775"/>
                <a:ext cx="273000" cy="273000"/>
              </a:xfrm>
              <a:prstGeom prst="diamond">
                <a:avLst/>
              </a:prstGeom>
              <a:solidFill>
                <a:srgbClr val="5F7D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755" name="Google Shape;9755;p40"/>
              <p:cNvSpPr/>
              <p:nvPr/>
            </p:nvSpPr>
            <p:spPr>
              <a:xfrm>
                <a:off x="3169529" y="1749775"/>
                <a:ext cx="273000" cy="273000"/>
              </a:xfrm>
              <a:prstGeom prst="diamond">
                <a:avLst/>
              </a:prstGeom>
              <a:solidFill>
                <a:srgbClr val="5F7D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756" name="Google Shape;9756;p40"/>
              <p:cNvSpPr/>
              <p:nvPr/>
            </p:nvSpPr>
            <p:spPr>
              <a:xfrm>
                <a:off x="3442341" y="1749775"/>
                <a:ext cx="273000" cy="273000"/>
              </a:xfrm>
              <a:prstGeom prst="diamond">
                <a:avLst/>
              </a:pr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757" name="Google Shape;9757;p40"/>
              <p:cNvSpPr/>
              <p:nvPr/>
            </p:nvSpPr>
            <p:spPr>
              <a:xfrm>
                <a:off x="3715152" y="1749775"/>
                <a:ext cx="273000" cy="273000"/>
              </a:xfrm>
              <a:prstGeom prst="diamond">
                <a:avLst/>
              </a:pr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9758" name="Google Shape;9758;p40"/>
            <p:cNvGrpSpPr/>
            <p:nvPr/>
          </p:nvGrpSpPr>
          <p:grpSpPr>
            <a:xfrm>
              <a:off x="2623904" y="2027936"/>
              <a:ext cx="1364245" cy="273000"/>
              <a:chOff x="2623904" y="2027936"/>
              <a:chExt cx="1364245" cy="273000"/>
            </a:xfrm>
          </p:grpSpPr>
          <p:sp>
            <p:nvSpPr>
              <p:cNvPr id="9759" name="Google Shape;9759;p40"/>
              <p:cNvSpPr/>
              <p:nvPr/>
            </p:nvSpPr>
            <p:spPr>
              <a:xfrm>
                <a:off x="2623904" y="2027936"/>
                <a:ext cx="273000" cy="273000"/>
              </a:xfrm>
              <a:prstGeom prst="diamond">
                <a:avLst/>
              </a:prstGeom>
              <a:solidFill>
                <a:srgbClr val="5F7D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760" name="Google Shape;9760;p40"/>
              <p:cNvSpPr/>
              <p:nvPr/>
            </p:nvSpPr>
            <p:spPr>
              <a:xfrm>
                <a:off x="2896716" y="2027936"/>
                <a:ext cx="273000" cy="273000"/>
              </a:xfrm>
              <a:prstGeom prst="diamond">
                <a:avLst/>
              </a:prstGeom>
              <a:solidFill>
                <a:srgbClr val="5F7D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761" name="Google Shape;9761;p40"/>
              <p:cNvSpPr/>
              <p:nvPr/>
            </p:nvSpPr>
            <p:spPr>
              <a:xfrm>
                <a:off x="3169527" y="2027936"/>
                <a:ext cx="273000" cy="273000"/>
              </a:xfrm>
              <a:prstGeom prst="diamond">
                <a:avLst/>
              </a:prstGeom>
              <a:solidFill>
                <a:srgbClr val="5F7D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762" name="Google Shape;9762;p40"/>
              <p:cNvSpPr/>
              <p:nvPr/>
            </p:nvSpPr>
            <p:spPr>
              <a:xfrm>
                <a:off x="3442338" y="2027936"/>
                <a:ext cx="273000" cy="273000"/>
              </a:xfrm>
              <a:prstGeom prst="diamond">
                <a:avLst/>
              </a:prstGeom>
              <a:solidFill>
                <a:srgbClr val="5F7D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763" name="Google Shape;9763;p40"/>
              <p:cNvSpPr/>
              <p:nvPr/>
            </p:nvSpPr>
            <p:spPr>
              <a:xfrm>
                <a:off x="3715149" y="2027936"/>
                <a:ext cx="273000" cy="273000"/>
              </a:xfrm>
              <a:prstGeom prst="diamond">
                <a:avLst/>
              </a:prstGeom>
              <a:solidFill>
                <a:srgbClr val="5F7D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grpSp>
        <p:nvGrpSpPr>
          <p:cNvPr id="9764" name="Google Shape;9764;p40"/>
          <p:cNvGrpSpPr/>
          <p:nvPr/>
        </p:nvGrpSpPr>
        <p:grpSpPr>
          <a:xfrm>
            <a:off x="2601153" y="2445826"/>
            <a:ext cx="1387540" cy="159124"/>
            <a:chOff x="3200660" y="2180272"/>
            <a:chExt cx="2563823" cy="378237"/>
          </a:xfrm>
        </p:grpSpPr>
        <p:sp>
          <p:nvSpPr>
            <p:cNvPr id="9765" name="Google Shape;9765;p40"/>
            <p:cNvSpPr/>
            <p:nvPr/>
          </p:nvSpPr>
          <p:spPr>
            <a:xfrm>
              <a:off x="3200660" y="2180272"/>
              <a:ext cx="108240" cy="378237"/>
            </a:xfrm>
            <a:custGeom>
              <a:rect b="b" l="l" r="r" t="t"/>
              <a:pathLst>
                <a:path extrusionOk="0" h="37890" w="8543">
                  <a:moveTo>
                    <a:pt x="606" y="1"/>
                  </a:moveTo>
                  <a:cubicBezTo>
                    <a:pt x="276" y="1"/>
                    <a:pt x="0" y="263"/>
                    <a:pt x="0" y="607"/>
                  </a:cubicBezTo>
                  <a:lnTo>
                    <a:pt x="0" y="37270"/>
                  </a:lnTo>
                  <a:cubicBezTo>
                    <a:pt x="0" y="37614"/>
                    <a:pt x="276" y="37890"/>
                    <a:pt x="606" y="37890"/>
                  </a:cubicBezTo>
                  <a:lnTo>
                    <a:pt x="7922" y="37890"/>
                  </a:lnTo>
                  <a:cubicBezTo>
                    <a:pt x="8267" y="37890"/>
                    <a:pt x="8542" y="37614"/>
                    <a:pt x="8542" y="37270"/>
                  </a:cubicBezTo>
                  <a:lnTo>
                    <a:pt x="8542" y="607"/>
                  </a:lnTo>
                  <a:cubicBezTo>
                    <a:pt x="8542" y="263"/>
                    <a:pt x="8267" y="1"/>
                    <a:pt x="7922" y="1"/>
                  </a:cubicBezTo>
                  <a:close/>
                </a:path>
              </a:pathLst>
            </a:custGeom>
            <a:solidFill>
              <a:srgbClr val="869FB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766" name="Google Shape;9766;p40"/>
            <p:cNvSpPr/>
            <p:nvPr/>
          </p:nvSpPr>
          <p:spPr>
            <a:xfrm>
              <a:off x="3345104" y="2180272"/>
              <a:ext cx="108240" cy="378237"/>
            </a:xfrm>
            <a:custGeom>
              <a:rect b="b" l="l" r="r" t="t"/>
              <a:pathLst>
                <a:path extrusionOk="0" h="37890" w="8543">
                  <a:moveTo>
                    <a:pt x="607" y="1"/>
                  </a:moveTo>
                  <a:cubicBezTo>
                    <a:pt x="262" y="1"/>
                    <a:pt x="0" y="263"/>
                    <a:pt x="0" y="607"/>
                  </a:cubicBezTo>
                  <a:lnTo>
                    <a:pt x="0" y="37270"/>
                  </a:lnTo>
                  <a:cubicBezTo>
                    <a:pt x="0" y="37614"/>
                    <a:pt x="262" y="37890"/>
                    <a:pt x="607" y="37890"/>
                  </a:cubicBezTo>
                  <a:lnTo>
                    <a:pt x="7923" y="37890"/>
                  </a:lnTo>
                  <a:cubicBezTo>
                    <a:pt x="8267" y="37890"/>
                    <a:pt x="8543" y="37614"/>
                    <a:pt x="8543" y="37270"/>
                  </a:cubicBezTo>
                  <a:lnTo>
                    <a:pt x="8543" y="607"/>
                  </a:lnTo>
                  <a:cubicBezTo>
                    <a:pt x="8543" y="263"/>
                    <a:pt x="8267" y="1"/>
                    <a:pt x="7923" y="1"/>
                  </a:cubicBezTo>
                  <a:close/>
                </a:path>
              </a:pathLst>
            </a:custGeom>
            <a:solidFill>
              <a:srgbClr val="869FB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767" name="Google Shape;9767;p40"/>
            <p:cNvSpPr/>
            <p:nvPr/>
          </p:nvSpPr>
          <p:spPr>
            <a:xfrm>
              <a:off x="3489548" y="2180272"/>
              <a:ext cx="108240" cy="378237"/>
            </a:xfrm>
            <a:custGeom>
              <a:rect b="b" l="l" r="r" t="t"/>
              <a:pathLst>
                <a:path extrusionOk="0" h="37890" w="8543">
                  <a:moveTo>
                    <a:pt x="621" y="1"/>
                  </a:moveTo>
                  <a:cubicBezTo>
                    <a:pt x="276" y="1"/>
                    <a:pt x="1" y="263"/>
                    <a:pt x="1" y="607"/>
                  </a:cubicBezTo>
                  <a:lnTo>
                    <a:pt x="1" y="37270"/>
                  </a:lnTo>
                  <a:cubicBezTo>
                    <a:pt x="1" y="37614"/>
                    <a:pt x="276" y="37890"/>
                    <a:pt x="621" y="37890"/>
                  </a:cubicBezTo>
                  <a:lnTo>
                    <a:pt x="7937" y="37890"/>
                  </a:lnTo>
                  <a:cubicBezTo>
                    <a:pt x="8281" y="37890"/>
                    <a:pt x="8543" y="37614"/>
                    <a:pt x="8543" y="37270"/>
                  </a:cubicBezTo>
                  <a:lnTo>
                    <a:pt x="8543" y="607"/>
                  </a:lnTo>
                  <a:cubicBezTo>
                    <a:pt x="8543" y="263"/>
                    <a:pt x="8281" y="1"/>
                    <a:pt x="7937" y="1"/>
                  </a:cubicBezTo>
                  <a:close/>
                </a:path>
              </a:pathLst>
            </a:custGeom>
            <a:solidFill>
              <a:srgbClr val="869FB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768" name="Google Shape;9768;p40"/>
            <p:cNvSpPr/>
            <p:nvPr/>
          </p:nvSpPr>
          <p:spPr>
            <a:xfrm>
              <a:off x="3633992" y="2180272"/>
              <a:ext cx="108252" cy="378237"/>
            </a:xfrm>
            <a:custGeom>
              <a:rect b="b" l="l" r="r" t="t"/>
              <a:pathLst>
                <a:path extrusionOk="0" h="37890" w="8544">
                  <a:moveTo>
                    <a:pt x="621" y="1"/>
                  </a:moveTo>
                  <a:cubicBezTo>
                    <a:pt x="277" y="1"/>
                    <a:pt x="1" y="277"/>
                    <a:pt x="1" y="607"/>
                  </a:cubicBezTo>
                  <a:lnTo>
                    <a:pt x="1" y="37270"/>
                  </a:lnTo>
                  <a:cubicBezTo>
                    <a:pt x="1" y="37614"/>
                    <a:pt x="277" y="37890"/>
                    <a:pt x="621" y="37890"/>
                  </a:cubicBezTo>
                  <a:lnTo>
                    <a:pt x="7937" y="37890"/>
                  </a:lnTo>
                  <a:cubicBezTo>
                    <a:pt x="8268" y="37890"/>
                    <a:pt x="8543" y="37614"/>
                    <a:pt x="8543" y="37270"/>
                  </a:cubicBezTo>
                  <a:lnTo>
                    <a:pt x="8543" y="607"/>
                  </a:lnTo>
                  <a:cubicBezTo>
                    <a:pt x="8543" y="277"/>
                    <a:pt x="8268" y="1"/>
                    <a:pt x="7937" y="1"/>
                  </a:cubicBezTo>
                  <a:close/>
                </a:path>
              </a:pathLst>
            </a:custGeom>
            <a:solidFill>
              <a:srgbClr val="869FB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769" name="Google Shape;9769;p40"/>
            <p:cNvSpPr/>
            <p:nvPr/>
          </p:nvSpPr>
          <p:spPr>
            <a:xfrm>
              <a:off x="3778448" y="2180272"/>
              <a:ext cx="108240" cy="378097"/>
            </a:xfrm>
            <a:custGeom>
              <a:rect b="b" l="l" r="r" t="t"/>
              <a:pathLst>
                <a:path extrusionOk="0" h="37876" w="8543">
                  <a:moveTo>
                    <a:pt x="606" y="1"/>
                  </a:moveTo>
                  <a:cubicBezTo>
                    <a:pt x="276" y="1"/>
                    <a:pt x="0" y="263"/>
                    <a:pt x="0" y="607"/>
                  </a:cubicBezTo>
                  <a:lnTo>
                    <a:pt x="0" y="37270"/>
                  </a:lnTo>
                  <a:cubicBezTo>
                    <a:pt x="0" y="37614"/>
                    <a:pt x="276" y="37876"/>
                    <a:pt x="606" y="37876"/>
                  </a:cubicBezTo>
                  <a:lnTo>
                    <a:pt x="7936" y="37876"/>
                  </a:lnTo>
                  <a:cubicBezTo>
                    <a:pt x="8267" y="37876"/>
                    <a:pt x="8542" y="37614"/>
                    <a:pt x="8542" y="37270"/>
                  </a:cubicBezTo>
                  <a:lnTo>
                    <a:pt x="8542" y="607"/>
                  </a:lnTo>
                  <a:cubicBezTo>
                    <a:pt x="8542" y="263"/>
                    <a:pt x="8267" y="1"/>
                    <a:pt x="7936" y="1"/>
                  </a:cubicBezTo>
                  <a:close/>
                </a:path>
              </a:pathLst>
            </a:custGeom>
            <a:solidFill>
              <a:srgbClr val="869FB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770" name="Google Shape;9770;p40"/>
            <p:cNvSpPr/>
            <p:nvPr/>
          </p:nvSpPr>
          <p:spPr>
            <a:xfrm>
              <a:off x="3922892" y="2180272"/>
              <a:ext cx="108240" cy="378237"/>
            </a:xfrm>
            <a:custGeom>
              <a:rect b="b" l="l" r="r" t="t"/>
              <a:pathLst>
                <a:path extrusionOk="0" h="37890" w="8543">
                  <a:moveTo>
                    <a:pt x="607" y="1"/>
                  </a:moveTo>
                  <a:cubicBezTo>
                    <a:pt x="276" y="1"/>
                    <a:pt x="0" y="277"/>
                    <a:pt x="0" y="607"/>
                  </a:cubicBezTo>
                  <a:lnTo>
                    <a:pt x="0" y="37270"/>
                  </a:lnTo>
                  <a:cubicBezTo>
                    <a:pt x="0" y="37614"/>
                    <a:pt x="276" y="37890"/>
                    <a:pt x="607" y="37890"/>
                  </a:cubicBezTo>
                  <a:lnTo>
                    <a:pt x="7923" y="37890"/>
                  </a:lnTo>
                  <a:cubicBezTo>
                    <a:pt x="8267" y="37890"/>
                    <a:pt x="8543" y="37614"/>
                    <a:pt x="8543" y="37270"/>
                  </a:cubicBezTo>
                  <a:lnTo>
                    <a:pt x="8543" y="607"/>
                  </a:lnTo>
                  <a:cubicBezTo>
                    <a:pt x="8543" y="277"/>
                    <a:pt x="8267" y="1"/>
                    <a:pt x="7923" y="1"/>
                  </a:cubicBezTo>
                  <a:close/>
                </a:path>
              </a:pathLst>
            </a:custGeom>
            <a:solidFill>
              <a:srgbClr val="869FB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771" name="Google Shape;9771;p40"/>
            <p:cNvSpPr/>
            <p:nvPr/>
          </p:nvSpPr>
          <p:spPr>
            <a:xfrm>
              <a:off x="4067336" y="2180272"/>
              <a:ext cx="108240" cy="378237"/>
            </a:xfrm>
            <a:custGeom>
              <a:rect b="b" l="l" r="r" t="t"/>
              <a:pathLst>
                <a:path extrusionOk="0" h="37890" w="8543">
                  <a:moveTo>
                    <a:pt x="607" y="1"/>
                  </a:moveTo>
                  <a:cubicBezTo>
                    <a:pt x="262" y="1"/>
                    <a:pt x="1" y="263"/>
                    <a:pt x="1" y="607"/>
                  </a:cubicBezTo>
                  <a:lnTo>
                    <a:pt x="1" y="37270"/>
                  </a:lnTo>
                  <a:cubicBezTo>
                    <a:pt x="1" y="37614"/>
                    <a:pt x="262" y="37890"/>
                    <a:pt x="607" y="37890"/>
                  </a:cubicBezTo>
                  <a:lnTo>
                    <a:pt x="7923" y="37890"/>
                  </a:lnTo>
                  <a:cubicBezTo>
                    <a:pt x="8267" y="37890"/>
                    <a:pt x="8543" y="37614"/>
                    <a:pt x="8543" y="37270"/>
                  </a:cubicBezTo>
                  <a:lnTo>
                    <a:pt x="8543" y="607"/>
                  </a:lnTo>
                  <a:cubicBezTo>
                    <a:pt x="8543" y="263"/>
                    <a:pt x="8267" y="1"/>
                    <a:pt x="7923" y="1"/>
                  </a:cubicBezTo>
                  <a:close/>
                </a:path>
              </a:pathLst>
            </a:custGeom>
            <a:solidFill>
              <a:srgbClr val="869FB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772" name="Google Shape;9772;p40"/>
            <p:cNvSpPr/>
            <p:nvPr/>
          </p:nvSpPr>
          <p:spPr>
            <a:xfrm>
              <a:off x="4211780" y="2180272"/>
              <a:ext cx="108252" cy="378237"/>
            </a:xfrm>
            <a:custGeom>
              <a:rect b="b" l="l" r="r" t="t"/>
              <a:pathLst>
                <a:path extrusionOk="0" h="37890" w="8544">
                  <a:moveTo>
                    <a:pt x="621" y="1"/>
                  </a:moveTo>
                  <a:cubicBezTo>
                    <a:pt x="276" y="1"/>
                    <a:pt x="1" y="277"/>
                    <a:pt x="1" y="607"/>
                  </a:cubicBezTo>
                  <a:lnTo>
                    <a:pt x="1" y="37270"/>
                  </a:lnTo>
                  <a:cubicBezTo>
                    <a:pt x="1" y="37614"/>
                    <a:pt x="276" y="37890"/>
                    <a:pt x="621" y="37890"/>
                  </a:cubicBezTo>
                  <a:lnTo>
                    <a:pt x="7937" y="37890"/>
                  </a:lnTo>
                  <a:cubicBezTo>
                    <a:pt x="8281" y="37890"/>
                    <a:pt x="8543" y="37614"/>
                    <a:pt x="8543" y="37270"/>
                  </a:cubicBezTo>
                  <a:lnTo>
                    <a:pt x="8543" y="607"/>
                  </a:lnTo>
                  <a:cubicBezTo>
                    <a:pt x="8543" y="277"/>
                    <a:pt x="8281" y="1"/>
                    <a:pt x="7937" y="1"/>
                  </a:cubicBezTo>
                  <a:close/>
                </a:path>
              </a:pathLst>
            </a:custGeom>
            <a:solidFill>
              <a:srgbClr val="869FB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773" name="Google Shape;9773;p40"/>
            <p:cNvSpPr/>
            <p:nvPr/>
          </p:nvSpPr>
          <p:spPr>
            <a:xfrm>
              <a:off x="4356236" y="2180272"/>
              <a:ext cx="108240" cy="378097"/>
            </a:xfrm>
            <a:custGeom>
              <a:rect b="b" l="l" r="r" t="t"/>
              <a:pathLst>
                <a:path extrusionOk="0" h="37876" w="8543">
                  <a:moveTo>
                    <a:pt x="620" y="1"/>
                  </a:moveTo>
                  <a:cubicBezTo>
                    <a:pt x="276" y="1"/>
                    <a:pt x="0" y="263"/>
                    <a:pt x="0" y="607"/>
                  </a:cubicBezTo>
                  <a:lnTo>
                    <a:pt x="0" y="37270"/>
                  </a:lnTo>
                  <a:cubicBezTo>
                    <a:pt x="0" y="37614"/>
                    <a:pt x="276" y="37876"/>
                    <a:pt x="620" y="37876"/>
                  </a:cubicBezTo>
                  <a:lnTo>
                    <a:pt x="7936" y="37876"/>
                  </a:lnTo>
                  <a:cubicBezTo>
                    <a:pt x="8267" y="37876"/>
                    <a:pt x="8542" y="37614"/>
                    <a:pt x="8542" y="37270"/>
                  </a:cubicBezTo>
                  <a:lnTo>
                    <a:pt x="8542" y="607"/>
                  </a:lnTo>
                  <a:cubicBezTo>
                    <a:pt x="8542" y="263"/>
                    <a:pt x="8267" y="1"/>
                    <a:pt x="7936" y="1"/>
                  </a:cubicBezTo>
                  <a:close/>
                </a:path>
              </a:pathLst>
            </a:custGeom>
            <a:solidFill>
              <a:srgbClr val="869FB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774" name="Google Shape;9774;p40"/>
            <p:cNvSpPr/>
            <p:nvPr/>
          </p:nvSpPr>
          <p:spPr>
            <a:xfrm>
              <a:off x="4500680" y="2180272"/>
              <a:ext cx="108240" cy="378237"/>
            </a:xfrm>
            <a:custGeom>
              <a:rect b="b" l="l" r="r" t="t"/>
              <a:pathLst>
                <a:path extrusionOk="0" h="37890" w="8543">
                  <a:moveTo>
                    <a:pt x="606" y="1"/>
                  </a:moveTo>
                  <a:cubicBezTo>
                    <a:pt x="276" y="1"/>
                    <a:pt x="0" y="277"/>
                    <a:pt x="0" y="607"/>
                  </a:cubicBezTo>
                  <a:lnTo>
                    <a:pt x="0" y="37270"/>
                  </a:lnTo>
                  <a:cubicBezTo>
                    <a:pt x="0" y="37614"/>
                    <a:pt x="276" y="37890"/>
                    <a:pt x="606" y="37890"/>
                  </a:cubicBezTo>
                  <a:lnTo>
                    <a:pt x="7936" y="37890"/>
                  </a:lnTo>
                  <a:cubicBezTo>
                    <a:pt x="8267" y="37890"/>
                    <a:pt x="8542" y="37614"/>
                    <a:pt x="8542" y="37270"/>
                  </a:cubicBezTo>
                  <a:lnTo>
                    <a:pt x="8542" y="607"/>
                  </a:lnTo>
                  <a:cubicBezTo>
                    <a:pt x="8542" y="277"/>
                    <a:pt x="8267" y="1"/>
                    <a:pt x="7936" y="1"/>
                  </a:cubicBezTo>
                  <a:close/>
                </a:path>
              </a:pathLst>
            </a:custGeom>
            <a:solidFill>
              <a:srgbClr val="869FB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775" name="Google Shape;9775;p40"/>
            <p:cNvSpPr/>
            <p:nvPr/>
          </p:nvSpPr>
          <p:spPr>
            <a:xfrm>
              <a:off x="4645124" y="2180272"/>
              <a:ext cx="108240" cy="378097"/>
            </a:xfrm>
            <a:custGeom>
              <a:rect b="b" l="l" r="r" t="t"/>
              <a:pathLst>
                <a:path extrusionOk="0" h="37876" w="8543">
                  <a:moveTo>
                    <a:pt x="607" y="1"/>
                  </a:moveTo>
                  <a:cubicBezTo>
                    <a:pt x="276" y="1"/>
                    <a:pt x="0" y="263"/>
                    <a:pt x="0" y="607"/>
                  </a:cubicBezTo>
                  <a:lnTo>
                    <a:pt x="0" y="37270"/>
                  </a:lnTo>
                  <a:cubicBezTo>
                    <a:pt x="0" y="37614"/>
                    <a:pt x="276" y="37876"/>
                    <a:pt x="607" y="37876"/>
                  </a:cubicBezTo>
                  <a:lnTo>
                    <a:pt x="7936" y="37876"/>
                  </a:lnTo>
                  <a:cubicBezTo>
                    <a:pt x="8267" y="37876"/>
                    <a:pt x="8543" y="37614"/>
                    <a:pt x="8543" y="37270"/>
                  </a:cubicBezTo>
                  <a:lnTo>
                    <a:pt x="8543" y="607"/>
                  </a:lnTo>
                  <a:cubicBezTo>
                    <a:pt x="8543" y="263"/>
                    <a:pt x="8267" y="1"/>
                    <a:pt x="7936" y="1"/>
                  </a:cubicBezTo>
                  <a:close/>
                </a:path>
              </a:pathLst>
            </a:custGeom>
            <a:solidFill>
              <a:srgbClr val="869FB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776" name="Google Shape;9776;p40"/>
            <p:cNvSpPr/>
            <p:nvPr/>
          </p:nvSpPr>
          <p:spPr>
            <a:xfrm>
              <a:off x="4789568" y="2180272"/>
              <a:ext cx="108240" cy="378237"/>
            </a:xfrm>
            <a:custGeom>
              <a:rect b="b" l="l" r="r" t="t"/>
              <a:pathLst>
                <a:path extrusionOk="0" h="37890" w="8543">
                  <a:moveTo>
                    <a:pt x="607" y="1"/>
                  </a:moveTo>
                  <a:cubicBezTo>
                    <a:pt x="262" y="1"/>
                    <a:pt x="1" y="277"/>
                    <a:pt x="1" y="607"/>
                  </a:cubicBezTo>
                  <a:lnTo>
                    <a:pt x="1" y="37270"/>
                  </a:lnTo>
                  <a:cubicBezTo>
                    <a:pt x="1" y="37614"/>
                    <a:pt x="262" y="37890"/>
                    <a:pt x="607" y="37890"/>
                  </a:cubicBezTo>
                  <a:lnTo>
                    <a:pt x="7923" y="37890"/>
                  </a:lnTo>
                  <a:cubicBezTo>
                    <a:pt x="8267" y="37890"/>
                    <a:pt x="8543" y="37614"/>
                    <a:pt x="8543" y="37270"/>
                  </a:cubicBezTo>
                  <a:lnTo>
                    <a:pt x="8543" y="607"/>
                  </a:lnTo>
                  <a:cubicBezTo>
                    <a:pt x="8543" y="277"/>
                    <a:pt x="8267" y="1"/>
                    <a:pt x="7923" y="1"/>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777" name="Google Shape;9777;p40"/>
            <p:cNvSpPr/>
            <p:nvPr/>
          </p:nvSpPr>
          <p:spPr>
            <a:xfrm>
              <a:off x="4934012" y="2180272"/>
              <a:ext cx="108240" cy="378237"/>
            </a:xfrm>
            <a:custGeom>
              <a:rect b="b" l="l" r="r" t="t"/>
              <a:pathLst>
                <a:path extrusionOk="0" h="37890" w="8543">
                  <a:moveTo>
                    <a:pt x="607" y="1"/>
                  </a:moveTo>
                  <a:cubicBezTo>
                    <a:pt x="263" y="1"/>
                    <a:pt x="1" y="263"/>
                    <a:pt x="1" y="607"/>
                  </a:cubicBezTo>
                  <a:lnTo>
                    <a:pt x="1" y="37270"/>
                  </a:lnTo>
                  <a:cubicBezTo>
                    <a:pt x="1" y="37614"/>
                    <a:pt x="263" y="37890"/>
                    <a:pt x="607" y="37890"/>
                  </a:cubicBezTo>
                  <a:lnTo>
                    <a:pt x="7923" y="37890"/>
                  </a:lnTo>
                  <a:cubicBezTo>
                    <a:pt x="8267" y="37890"/>
                    <a:pt x="8543" y="37614"/>
                    <a:pt x="8543" y="37270"/>
                  </a:cubicBezTo>
                  <a:lnTo>
                    <a:pt x="8543" y="607"/>
                  </a:lnTo>
                  <a:cubicBezTo>
                    <a:pt x="8543" y="263"/>
                    <a:pt x="8267" y="1"/>
                    <a:pt x="7923" y="1"/>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778" name="Google Shape;9778;p40"/>
            <p:cNvSpPr/>
            <p:nvPr/>
          </p:nvSpPr>
          <p:spPr>
            <a:xfrm>
              <a:off x="5078456" y="2180272"/>
              <a:ext cx="108240" cy="378237"/>
            </a:xfrm>
            <a:custGeom>
              <a:rect b="b" l="l" r="r" t="t"/>
              <a:pathLst>
                <a:path extrusionOk="0" h="37890" w="8543">
                  <a:moveTo>
                    <a:pt x="620" y="1"/>
                  </a:moveTo>
                  <a:cubicBezTo>
                    <a:pt x="276" y="1"/>
                    <a:pt x="0" y="277"/>
                    <a:pt x="0" y="607"/>
                  </a:cubicBezTo>
                  <a:lnTo>
                    <a:pt x="0" y="37270"/>
                  </a:lnTo>
                  <a:cubicBezTo>
                    <a:pt x="0" y="37614"/>
                    <a:pt x="276" y="37890"/>
                    <a:pt x="620" y="37890"/>
                  </a:cubicBezTo>
                  <a:lnTo>
                    <a:pt x="7936" y="37890"/>
                  </a:lnTo>
                  <a:cubicBezTo>
                    <a:pt x="8267" y="37890"/>
                    <a:pt x="8542" y="37614"/>
                    <a:pt x="8542" y="37270"/>
                  </a:cubicBezTo>
                  <a:lnTo>
                    <a:pt x="8542" y="607"/>
                  </a:lnTo>
                  <a:cubicBezTo>
                    <a:pt x="8542" y="277"/>
                    <a:pt x="8267" y="1"/>
                    <a:pt x="7936" y="1"/>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779" name="Google Shape;9779;p40"/>
            <p:cNvSpPr/>
            <p:nvPr/>
          </p:nvSpPr>
          <p:spPr>
            <a:xfrm>
              <a:off x="5222900" y="2180272"/>
              <a:ext cx="108240" cy="378237"/>
            </a:xfrm>
            <a:custGeom>
              <a:rect b="b" l="l" r="r" t="t"/>
              <a:pathLst>
                <a:path extrusionOk="0" h="37890" w="8543">
                  <a:moveTo>
                    <a:pt x="620" y="1"/>
                  </a:moveTo>
                  <a:cubicBezTo>
                    <a:pt x="276" y="1"/>
                    <a:pt x="0" y="263"/>
                    <a:pt x="0" y="607"/>
                  </a:cubicBezTo>
                  <a:lnTo>
                    <a:pt x="0" y="37270"/>
                  </a:lnTo>
                  <a:cubicBezTo>
                    <a:pt x="0" y="37614"/>
                    <a:pt x="276" y="37890"/>
                    <a:pt x="620" y="37890"/>
                  </a:cubicBezTo>
                  <a:lnTo>
                    <a:pt x="7936" y="37890"/>
                  </a:lnTo>
                  <a:cubicBezTo>
                    <a:pt x="8267" y="37890"/>
                    <a:pt x="8543" y="37614"/>
                    <a:pt x="8543" y="37270"/>
                  </a:cubicBezTo>
                  <a:lnTo>
                    <a:pt x="8543" y="607"/>
                  </a:lnTo>
                  <a:cubicBezTo>
                    <a:pt x="8543" y="263"/>
                    <a:pt x="8267" y="1"/>
                    <a:pt x="7936" y="1"/>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780" name="Google Shape;9780;p40"/>
            <p:cNvSpPr/>
            <p:nvPr/>
          </p:nvSpPr>
          <p:spPr>
            <a:xfrm>
              <a:off x="5367343" y="2180272"/>
              <a:ext cx="108240" cy="378237"/>
            </a:xfrm>
            <a:custGeom>
              <a:rect b="b" l="l" r="r" t="t"/>
              <a:pathLst>
                <a:path extrusionOk="0" h="37890" w="8543">
                  <a:moveTo>
                    <a:pt x="607" y="1"/>
                  </a:moveTo>
                  <a:cubicBezTo>
                    <a:pt x="276" y="1"/>
                    <a:pt x="1" y="277"/>
                    <a:pt x="1" y="607"/>
                  </a:cubicBezTo>
                  <a:lnTo>
                    <a:pt x="1" y="37270"/>
                  </a:lnTo>
                  <a:cubicBezTo>
                    <a:pt x="1" y="37614"/>
                    <a:pt x="276" y="37890"/>
                    <a:pt x="607" y="37890"/>
                  </a:cubicBezTo>
                  <a:lnTo>
                    <a:pt x="7937" y="37890"/>
                  </a:lnTo>
                  <a:cubicBezTo>
                    <a:pt x="8267" y="37890"/>
                    <a:pt x="8543" y="37614"/>
                    <a:pt x="8543" y="37270"/>
                  </a:cubicBezTo>
                  <a:lnTo>
                    <a:pt x="8543" y="607"/>
                  </a:lnTo>
                  <a:cubicBezTo>
                    <a:pt x="8543" y="277"/>
                    <a:pt x="8267" y="1"/>
                    <a:pt x="7937" y="1"/>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781" name="Google Shape;9781;p40"/>
            <p:cNvSpPr/>
            <p:nvPr/>
          </p:nvSpPr>
          <p:spPr>
            <a:xfrm>
              <a:off x="5511787" y="2180272"/>
              <a:ext cx="108240" cy="378097"/>
            </a:xfrm>
            <a:custGeom>
              <a:rect b="b" l="l" r="r" t="t"/>
              <a:pathLst>
                <a:path extrusionOk="0" h="37876" w="8543">
                  <a:moveTo>
                    <a:pt x="607" y="1"/>
                  </a:moveTo>
                  <a:cubicBezTo>
                    <a:pt x="276" y="1"/>
                    <a:pt x="1" y="263"/>
                    <a:pt x="1" y="607"/>
                  </a:cubicBezTo>
                  <a:lnTo>
                    <a:pt x="1" y="37270"/>
                  </a:lnTo>
                  <a:cubicBezTo>
                    <a:pt x="1" y="37614"/>
                    <a:pt x="276" y="37876"/>
                    <a:pt x="607" y="37876"/>
                  </a:cubicBezTo>
                  <a:lnTo>
                    <a:pt x="7923" y="37876"/>
                  </a:lnTo>
                  <a:cubicBezTo>
                    <a:pt x="8267" y="37876"/>
                    <a:pt x="8543" y="37614"/>
                    <a:pt x="8543" y="37270"/>
                  </a:cubicBezTo>
                  <a:lnTo>
                    <a:pt x="8543" y="607"/>
                  </a:lnTo>
                  <a:cubicBezTo>
                    <a:pt x="8543" y="263"/>
                    <a:pt x="8267" y="1"/>
                    <a:pt x="7923" y="1"/>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782" name="Google Shape;9782;p40"/>
            <p:cNvSpPr/>
            <p:nvPr/>
          </p:nvSpPr>
          <p:spPr>
            <a:xfrm>
              <a:off x="5656231" y="2180272"/>
              <a:ext cx="108252" cy="378237"/>
            </a:xfrm>
            <a:custGeom>
              <a:rect b="b" l="l" r="r" t="t"/>
              <a:pathLst>
                <a:path extrusionOk="0" h="37890" w="8544">
                  <a:moveTo>
                    <a:pt x="607" y="1"/>
                  </a:moveTo>
                  <a:cubicBezTo>
                    <a:pt x="263" y="1"/>
                    <a:pt x="1" y="277"/>
                    <a:pt x="1" y="607"/>
                  </a:cubicBezTo>
                  <a:lnTo>
                    <a:pt x="1" y="37270"/>
                  </a:lnTo>
                  <a:cubicBezTo>
                    <a:pt x="1" y="37614"/>
                    <a:pt x="263" y="37890"/>
                    <a:pt x="607" y="37890"/>
                  </a:cubicBezTo>
                  <a:lnTo>
                    <a:pt x="7923" y="37890"/>
                  </a:lnTo>
                  <a:cubicBezTo>
                    <a:pt x="8268" y="37890"/>
                    <a:pt x="8543" y="37614"/>
                    <a:pt x="8543" y="37270"/>
                  </a:cubicBezTo>
                  <a:lnTo>
                    <a:pt x="8543" y="607"/>
                  </a:lnTo>
                  <a:cubicBezTo>
                    <a:pt x="8543" y="277"/>
                    <a:pt x="8268" y="1"/>
                    <a:pt x="7923" y="1"/>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9783" name="Google Shape;9783;p40"/>
          <p:cNvGrpSpPr/>
          <p:nvPr/>
        </p:nvGrpSpPr>
        <p:grpSpPr>
          <a:xfrm>
            <a:off x="2597677" y="2723590"/>
            <a:ext cx="1390502" cy="159625"/>
            <a:chOff x="3530150" y="2790075"/>
            <a:chExt cx="1962600" cy="225300"/>
          </a:xfrm>
        </p:grpSpPr>
        <p:sp>
          <p:nvSpPr>
            <p:cNvPr id="9784" name="Google Shape;9784;p40"/>
            <p:cNvSpPr/>
            <p:nvPr/>
          </p:nvSpPr>
          <p:spPr>
            <a:xfrm>
              <a:off x="3530150" y="2790075"/>
              <a:ext cx="1962600" cy="225300"/>
            </a:xfrm>
            <a:prstGeom prst="rect">
              <a:avLst/>
            </a:pr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785" name="Google Shape;9785;p40"/>
            <p:cNvSpPr/>
            <p:nvPr/>
          </p:nvSpPr>
          <p:spPr>
            <a:xfrm>
              <a:off x="3530150" y="2790075"/>
              <a:ext cx="1110000" cy="225300"/>
            </a:xfrm>
            <a:prstGeom prst="rect">
              <a:avLst/>
            </a:prstGeom>
            <a:solidFill>
              <a:srgbClr val="5F7D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9786" name="Google Shape;9786;p40"/>
          <p:cNvGrpSpPr/>
          <p:nvPr/>
        </p:nvGrpSpPr>
        <p:grpSpPr>
          <a:xfrm>
            <a:off x="2597735" y="3001855"/>
            <a:ext cx="1411629" cy="154175"/>
            <a:chOff x="3558802" y="4011244"/>
            <a:chExt cx="1866000" cy="111600"/>
          </a:xfrm>
        </p:grpSpPr>
        <p:sp>
          <p:nvSpPr>
            <p:cNvPr id="9787" name="Google Shape;9787;p40"/>
            <p:cNvSpPr/>
            <p:nvPr/>
          </p:nvSpPr>
          <p:spPr>
            <a:xfrm flipH="1" rot="5400000">
              <a:off x="4436152" y="3134077"/>
              <a:ext cx="111300" cy="1866000"/>
            </a:xfrm>
            <a:prstGeom prst="round2SameRect">
              <a:avLst>
                <a:gd fmla="val 50000" name="adj1"/>
                <a:gd fmla="val 50000" name="adj2"/>
              </a:avLst>
            </a:pr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788" name="Google Shape;9788;p40"/>
            <p:cNvSpPr/>
            <p:nvPr/>
          </p:nvSpPr>
          <p:spPr>
            <a:xfrm flipH="1" rot="5400000">
              <a:off x="4157232" y="3412894"/>
              <a:ext cx="111600" cy="1308300"/>
            </a:xfrm>
            <a:prstGeom prst="round2SameRect">
              <a:avLst>
                <a:gd fmla="val 50000" name="adj1"/>
                <a:gd fmla="val 50000" name="adj2"/>
              </a:avLst>
            </a:prstGeom>
            <a:solidFill>
              <a:srgbClr val="5F7D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9789" name="Google Shape;9789;p40"/>
          <p:cNvGrpSpPr/>
          <p:nvPr/>
        </p:nvGrpSpPr>
        <p:grpSpPr>
          <a:xfrm>
            <a:off x="2598023" y="2207425"/>
            <a:ext cx="1383504" cy="119761"/>
            <a:chOff x="3465975" y="2270258"/>
            <a:chExt cx="1986365" cy="171947"/>
          </a:xfrm>
        </p:grpSpPr>
        <p:sp>
          <p:nvSpPr>
            <p:cNvPr id="9790" name="Google Shape;9790;p40"/>
            <p:cNvSpPr/>
            <p:nvPr/>
          </p:nvSpPr>
          <p:spPr>
            <a:xfrm rot="-5400000">
              <a:off x="3725184" y="2270305"/>
              <a:ext cx="171900" cy="171900"/>
            </a:xfrm>
            <a:prstGeom prst="ellipse">
              <a:avLst/>
            </a:prstGeom>
            <a:solidFill>
              <a:srgbClr val="5F7D95"/>
            </a:solidFill>
            <a:ln cap="flat" cmpd="sng" w="19050">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791" name="Google Shape;9791;p40"/>
            <p:cNvSpPr/>
            <p:nvPr/>
          </p:nvSpPr>
          <p:spPr>
            <a:xfrm rot="-5400000">
              <a:off x="3984394" y="2270305"/>
              <a:ext cx="171900" cy="171900"/>
            </a:xfrm>
            <a:prstGeom prst="ellipse">
              <a:avLst/>
            </a:prstGeom>
            <a:solidFill>
              <a:srgbClr val="5F7D95"/>
            </a:solidFill>
            <a:ln cap="flat" cmpd="sng" w="19050">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792" name="Google Shape;9792;p40"/>
            <p:cNvSpPr/>
            <p:nvPr/>
          </p:nvSpPr>
          <p:spPr>
            <a:xfrm rot="-5400000">
              <a:off x="4243603" y="2270305"/>
              <a:ext cx="171900" cy="171900"/>
            </a:xfrm>
            <a:prstGeom prst="ellipse">
              <a:avLst/>
            </a:pr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793" name="Google Shape;9793;p40"/>
            <p:cNvSpPr/>
            <p:nvPr/>
          </p:nvSpPr>
          <p:spPr>
            <a:xfrm rot="-5400000">
              <a:off x="4502812" y="2270305"/>
              <a:ext cx="171900" cy="171900"/>
            </a:xfrm>
            <a:prstGeom prst="ellipse">
              <a:avLst/>
            </a:pr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794" name="Google Shape;9794;p40"/>
            <p:cNvSpPr/>
            <p:nvPr/>
          </p:nvSpPr>
          <p:spPr>
            <a:xfrm rot="-5400000">
              <a:off x="4762021" y="2270305"/>
              <a:ext cx="171900" cy="171900"/>
            </a:xfrm>
            <a:prstGeom prst="ellipse">
              <a:avLst/>
            </a:pr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795" name="Google Shape;9795;p40"/>
            <p:cNvSpPr/>
            <p:nvPr/>
          </p:nvSpPr>
          <p:spPr>
            <a:xfrm rot="-5400000">
              <a:off x="3465975" y="2270305"/>
              <a:ext cx="171900" cy="171900"/>
            </a:xfrm>
            <a:prstGeom prst="ellipse">
              <a:avLst/>
            </a:prstGeom>
            <a:solidFill>
              <a:srgbClr val="5F7D95"/>
            </a:solidFill>
            <a:ln cap="flat" cmpd="sng" w="19050">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796" name="Google Shape;9796;p40"/>
            <p:cNvSpPr/>
            <p:nvPr/>
          </p:nvSpPr>
          <p:spPr>
            <a:xfrm rot="-5400000">
              <a:off x="5021230" y="2270258"/>
              <a:ext cx="171900" cy="171900"/>
            </a:xfrm>
            <a:prstGeom prst="ellipse">
              <a:avLst/>
            </a:pr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797" name="Google Shape;9797;p40"/>
            <p:cNvSpPr/>
            <p:nvPr/>
          </p:nvSpPr>
          <p:spPr>
            <a:xfrm rot="-5400000">
              <a:off x="5280440" y="2270258"/>
              <a:ext cx="171900" cy="171900"/>
            </a:xfrm>
            <a:prstGeom prst="ellipse">
              <a:avLst/>
            </a:pr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9798" name="Google Shape;9798;p40"/>
          <p:cNvGrpSpPr/>
          <p:nvPr/>
        </p:nvGrpSpPr>
        <p:grpSpPr>
          <a:xfrm>
            <a:off x="2609030" y="3571198"/>
            <a:ext cx="1369531" cy="195460"/>
            <a:chOff x="723300" y="4253549"/>
            <a:chExt cx="2276482" cy="324900"/>
          </a:xfrm>
        </p:grpSpPr>
        <p:sp>
          <p:nvSpPr>
            <p:cNvPr id="9799" name="Google Shape;9799;p40"/>
            <p:cNvSpPr/>
            <p:nvPr/>
          </p:nvSpPr>
          <p:spPr>
            <a:xfrm>
              <a:off x="723300" y="4253549"/>
              <a:ext cx="341700" cy="324900"/>
            </a:xfrm>
            <a:prstGeom prst="star5">
              <a:avLst>
                <a:gd fmla="val 19098" name="adj"/>
                <a:gd fmla="val 105146" name="hf"/>
                <a:gd fmla="val 110557" name="vf"/>
              </a:avLst>
            </a:pr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800" name="Google Shape;9800;p40"/>
            <p:cNvSpPr/>
            <p:nvPr/>
          </p:nvSpPr>
          <p:spPr>
            <a:xfrm>
              <a:off x="1206995" y="4253549"/>
              <a:ext cx="341700" cy="324900"/>
            </a:xfrm>
            <a:prstGeom prst="star5">
              <a:avLst>
                <a:gd fmla="val 19098" name="adj"/>
                <a:gd fmla="val 105146" name="hf"/>
                <a:gd fmla="val 110557" name="vf"/>
              </a:avLst>
            </a:pr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801" name="Google Shape;9801;p40"/>
            <p:cNvSpPr/>
            <p:nvPr/>
          </p:nvSpPr>
          <p:spPr>
            <a:xfrm>
              <a:off x="1690691" y="4253549"/>
              <a:ext cx="341700" cy="324900"/>
            </a:xfrm>
            <a:prstGeom prst="star5">
              <a:avLst>
                <a:gd fmla="val 19098" name="adj"/>
                <a:gd fmla="val 105146" name="hf"/>
                <a:gd fmla="val 110557" name="vf"/>
              </a:avLst>
            </a:pr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802" name="Google Shape;9802;p40"/>
            <p:cNvSpPr/>
            <p:nvPr/>
          </p:nvSpPr>
          <p:spPr>
            <a:xfrm>
              <a:off x="2174386" y="4253549"/>
              <a:ext cx="341700" cy="324900"/>
            </a:xfrm>
            <a:prstGeom prst="star5">
              <a:avLst>
                <a:gd fmla="val 19098" name="adj"/>
                <a:gd fmla="val 105146" name="hf"/>
                <a:gd fmla="val 110557" name="vf"/>
              </a:avLst>
            </a:pr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803" name="Google Shape;9803;p40"/>
            <p:cNvSpPr/>
            <p:nvPr/>
          </p:nvSpPr>
          <p:spPr>
            <a:xfrm>
              <a:off x="2658082" y="4253549"/>
              <a:ext cx="341700" cy="324900"/>
            </a:xfrm>
            <a:prstGeom prst="star5">
              <a:avLst>
                <a:gd fmla="val 19098" name="adj"/>
                <a:gd fmla="val 105146" name="hf"/>
                <a:gd fmla="val 110557" name="vf"/>
              </a:avLst>
            </a:pr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9804" name="Google Shape;9804;p40"/>
          <p:cNvGrpSpPr/>
          <p:nvPr/>
        </p:nvGrpSpPr>
        <p:grpSpPr>
          <a:xfrm>
            <a:off x="2598591" y="3272439"/>
            <a:ext cx="1389065" cy="180119"/>
            <a:chOff x="705948" y="3788465"/>
            <a:chExt cx="2308952" cy="299400"/>
          </a:xfrm>
        </p:grpSpPr>
        <p:sp>
          <p:nvSpPr>
            <p:cNvPr id="9805" name="Google Shape;9805;p40"/>
            <p:cNvSpPr/>
            <p:nvPr/>
          </p:nvSpPr>
          <p:spPr>
            <a:xfrm>
              <a:off x="705948" y="3788465"/>
              <a:ext cx="335400" cy="299400"/>
            </a:xfrm>
            <a:prstGeom prst="heart">
              <a:avLst/>
            </a:pr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806" name="Google Shape;9806;p40"/>
            <p:cNvSpPr/>
            <p:nvPr/>
          </p:nvSpPr>
          <p:spPr>
            <a:xfrm>
              <a:off x="1209923" y="3788465"/>
              <a:ext cx="335400" cy="299400"/>
            </a:xfrm>
            <a:prstGeom prst="heart">
              <a:avLst/>
            </a:pr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807" name="Google Shape;9807;p40"/>
            <p:cNvSpPr/>
            <p:nvPr/>
          </p:nvSpPr>
          <p:spPr>
            <a:xfrm>
              <a:off x="1713905" y="3788465"/>
              <a:ext cx="335400" cy="299400"/>
            </a:xfrm>
            <a:prstGeom prst="heart">
              <a:avLst/>
            </a:pr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808" name="Google Shape;9808;p40"/>
            <p:cNvSpPr/>
            <p:nvPr/>
          </p:nvSpPr>
          <p:spPr>
            <a:xfrm>
              <a:off x="2189639" y="3788465"/>
              <a:ext cx="335400" cy="299400"/>
            </a:xfrm>
            <a:prstGeom prst="heart">
              <a:avLst/>
            </a:pr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809" name="Google Shape;9809;p40"/>
            <p:cNvSpPr/>
            <p:nvPr/>
          </p:nvSpPr>
          <p:spPr>
            <a:xfrm>
              <a:off x="2679500" y="3788465"/>
              <a:ext cx="335400" cy="299400"/>
            </a:xfrm>
            <a:prstGeom prst="heart">
              <a:avLst/>
            </a:pr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9810" name="Google Shape;9810;p40"/>
          <p:cNvGrpSpPr/>
          <p:nvPr/>
        </p:nvGrpSpPr>
        <p:grpSpPr>
          <a:xfrm>
            <a:off x="4195581" y="1876393"/>
            <a:ext cx="1433821" cy="191501"/>
            <a:chOff x="4273350" y="2088443"/>
            <a:chExt cx="1433821" cy="191501"/>
          </a:xfrm>
        </p:grpSpPr>
        <p:grpSp>
          <p:nvGrpSpPr>
            <p:cNvPr id="9811" name="Google Shape;9811;p40"/>
            <p:cNvGrpSpPr/>
            <p:nvPr/>
          </p:nvGrpSpPr>
          <p:grpSpPr>
            <a:xfrm>
              <a:off x="4273350" y="2088443"/>
              <a:ext cx="1433821" cy="0"/>
              <a:chOff x="5224975" y="2962250"/>
              <a:chExt cx="1544400" cy="0"/>
            </a:xfrm>
          </p:grpSpPr>
          <p:cxnSp>
            <p:nvCxnSpPr>
              <p:cNvPr id="9812" name="Google Shape;9812;p40"/>
              <p:cNvCxnSpPr/>
              <p:nvPr/>
            </p:nvCxnSpPr>
            <p:spPr>
              <a:xfrm>
                <a:off x="5224975" y="2962250"/>
                <a:ext cx="1544400" cy="0"/>
              </a:xfrm>
              <a:prstGeom prst="straightConnector1">
                <a:avLst/>
              </a:prstGeom>
              <a:noFill/>
              <a:ln cap="flat" cmpd="sng" w="19050">
                <a:solidFill>
                  <a:srgbClr val="E3E9ED"/>
                </a:solidFill>
                <a:prstDash val="solid"/>
                <a:round/>
                <a:headEnd len="sm" w="sm" type="none"/>
                <a:tailEnd len="sm" w="sm" type="none"/>
              </a:ln>
            </p:spPr>
          </p:cxnSp>
          <p:cxnSp>
            <p:nvCxnSpPr>
              <p:cNvPr id="9813" name="Google Shape;9813;p40"/>
              <p:cNvCxnSpPr/>
              <p:nvPr/>
            </p:nvCxnSpPr>
            <p:spPr>
              <a:xfrm>
                <a:off x="5225150" y="2962250"/>
                <a:ext cx="453300" cy="0"/>
              </a:xfrm>
              <a:prstGeom prst="straightConnector1">
                <a:avLst/>
              </a:prstGeom>
              <a:noFill/>
              <a:ln cap="flat" cmpd="sng" w="19050">
                <a:solidFill>
                  <a:srgbClr val="7994A9"/>
                </a:solidFill>
                <a:prstDash val="solid"/>
                <a:round/>
                <a:headEnd len="sm" w="sm" type="none"/>
                <a:tailEnd len="med" w="med" type="oval"/>
              </a:ln>
            </p:spPr>
          </p:cxnSp>
        </p:grpSp>
        <p:grpSp>
          <p:nvGrpSpPr>
            <p:cNvPr id="9814" name="Google Shape;9814;p40"/>
            <p:cNvGrpSpPr/>
            <p:nvPr/>
          </p:nvGrpSpPr>
          <p:grpSpPr>
            <a:xfrm>
              <a:off x="4273350" y="2279944"/>
              <a:ext cx="1433821" cy="0"/>
              <a:chOff x="5224975" y="2962250"/>
              <a:chExt cx="1544400" cy="0"/>
            </a:xfrm>
          </p:grpSpPr>
          <p:cxnSp>
            <p:nvCxnSpPr>
              <p:cNvPr id="9815" name="Google Shape;9815;p40"/>
              <p:cNvCxnSpPr/>
              <p:nvPr/>
            </p:nvCxnSpPr>
            <p:spPr>
              <a:xfrm>
                <a:off x="5224975" y="2962250"/>
                <a:ext cx="1544400" cy="0"/>
              </a:xfrm>
              <a:prstGeom prst="straightConnector1">
                <a:avLst/>
              </a:prstGeom>
              <a:noFill/>
              <a:ln cap="flat" cmpd="sng" w="19050">
                <a:solidFill>
                  <a:srgbClr val="E3E9ED"/>
                </a:solidFill>
                <a:prstDash val="solid"/>
                <a:round/>
                <a:headEnd len="sm" w="sm" type="none"/>
                <a:tailEnd len="sm" w="sm" type="none"/>
              </a:ln>
            </p:spPr>
          </p:cxnSp>
          <p:cxnSp>
            <p:nvCxnSpPr>
              <p:cNvPr id="9816" name="Google Shape;9816;p40"/>
              <p:cNvCxnSpPr/>
              <p:nvPr/>
            </p:nvCxnSpPr>
            <p:spPr>
              <a:xfrm>
                <a:off x="5225150" y="2962250"/>
                <a:ext cx="998700" cy="0"/>
              </a:xfrm>
              <a:prstGeom prst="straightConnector1">
                <a:avLst/>
              </a:prstGeom>
              <a:noFill/>
              <a:ln cap="flat" cmpd="sng" w="19050">
                <a:solidFill>
                  <a:srgbClr val="7994A9"/>
                </a:solidFill>
                <a:prstDash val="solid"/>
                <a:round/>
                <a:headEnd len="sm" w="sm" type="none"/>
                <a:tailEnd len="med" w="med" type="oval"/>
              </a:ln>
            </p:spPr>
          </p:cxnSp>
        </p:grpSp>
      </p:grpSp>
      <p:grpSp>
        <p:nvGrpSpPr>
          <p:cNvPr id="9817" name="Google Shape;9817;p40"/>
          <p:cNvGrpSpPr/>
          <p:nvPr/>
        </p:nvGrpSpPr>
        <p:grpSpPr>
          <a:xfrm>
            <a:off x="2646528" y="3885297"/>
            <a:ext cx="1304609" cy="294074"/>
            <a:chOff x="2658741" y="4097347"/>
            <a:chExt cx="1304609" cy="294074"/>
          </a:xfrm>
        </p:grpSpPr>
        <p:grpSp>
          <p:nvGrpSpPr>
            <p:cNvPr id="9818" name="Google Shape;9818;p40"/>
            <p:cNvGrpSpPr/>
            <p:nvPr/>
          </p:nvGrpSpPr>
          <p:grpSpPr>
            <a:xfrm>
              <a:off x="2658741" y="4097347"/>
              <a:ext cx="118572" cy="294074"/>
              <a:chOff x="3343310" y="4475555"/>
              <a:chExt cx="127717" cy="316753"/>
            </a:xfrm>
          </p:grpSpPr>
          <p:sp>
            <p:nvSpPr>
              <p:cNvPr id="9819" name="Google Shape;9819;p40"/>
              <p:cNvSpPr/>
              <p:nvPr/>
            </p:nvSpPr>
            <p:spPr>
              <a:xfrm>
                <a:off x="3343310" y="4535967"/>
                <a:ext cx="127717" cy="256341"/>
              </a:xfrm>
              <a:custGeom>
                <a:rect b="b" l="l" r="r" t="t"/>
                <a:pathLst>
                  <a:path extrusionOk="0" h="156544" w="77995">
                    <a:moveTo>
                      <a:pt x="18496" y="1"/>
                    </a:moveTo>
                    <a:cubicBezTo>
                      <a:pt x="8514" y="1"/>
                      <a:pt x="359" y="8123"/>
                      <a:pt x="327" y="18105"/>
                    </a:cubicBezTo>
                    <a:lnTo>
                      <a:pt x="33" y="74537"/>
                    </a:lnTo>
                    <a:cubicBezTo>
                      <a:pt x="0" y="78778"/>
                      <a:pt x="3425" y="82235"/>
                      <a:pt x="7666" y="82268"/>
                    </a:cubicBezTo>
                    <a:lnTo>
                      <a:pt x="7731" y="82268"/>
                    </a:lnTo>
                    <a:cubicBezTo>
                      <a:pt x="11939" y="82268"/>
                      <a:pt x="15364" y="78843"/>
                      <a:pt x="15397" y="74635"/>
                    </a:cubicBezTo>
                    <a:lnTo>
                      <a:pt x="15691" y="18170"/>
                    </a:lnTo>
                    <a:cubicBezTo>
                      <a:pt x="15691" y="17341"/>
                      <a:pt x="16344" y="16668"/>
                      <a:pt x="17166" y="16668"/>
                    </a:cubicBezTo>
                    <a:cubicBezTo>
                      <a:pt x="17185" y="16668"/>
                      <a:pt x="17204" y="16669"/>
                      <a:pt x="17224" y="16669"/>
                    </a:cubicBezTo>
                    <a:cubicBezTo>
                      <a:pt x="18039" y="16669"/>
                      <a:pt x="18724" y="17355"/>
                      <a:pt x="18724" y="18170"/>
                    </a:cubicBezTo>
                    <a:lnTo>
                      <a:pt x="18724" y="147345"/>
                    </a:lnTo>
                    <a:cubicBezTo>
                      <a:pt x="18724" y="152433"/>
                      <a:pt x="22867" y="156543"/>
                      <a:pt x="27956" y="156543"/>
                    </a:cubicBezTo>
                    <a:cubicBezTo>
                      <a:pt x="33044" y="156543"/>
                      <a:pt x="37187" y="152433"/>
                      <a:pt x="37187" y="147345"/>
                    </a:cubicBezTo>
                    <a:lnTo>
                      <a:pt x="37187" y="73656"/>
                    </a:lnTo>
                    <a:lnTo>
                      <a:pt x="41167" y="73656"/>
                    </a:lnTo>
                    <a:lnTo>
                      <a:pt x="41167" y="147345"/>
                    </a:lnTo>
                    <a:cubicBezTo>
                      <a:pt x="41167" y="152433"/>
                      <a:pt x="45277" y="156543"/>
                      <a:pt x="50365" y="156543"/>
                    </a:cubicBezTo>
                    <a:cubicBezTo>
                      <a:pt x="55454" y="156543"/>
                      <a:pt x="59597" y="152433"/>
                      <a:pt x="59597" y="147345"/>
                    </a:cubicBezTo>
                    <a:cubicBezTo>
                      <a:pt x="59597" y="25477"/>
                      <a:pt x="59434" y="95153"/>
                      <a:pt x="59434" y="18300"/>
                    </a:cubicBezTo>
                    <a:cubicBezTo>
                      <a:pt x="59434" y="17420"/>
                      <a:pt x="60119" y="16702"/>
                      <a:pt x="60967" y="16669"/>
                    </a:cubicBezTo>
                    <a:cubicBezTo>
                      <a:pt x="60988" y="16669"/>
                      <a:pt x="61009" y="16668"/>
                      <a:pt x="61030" y="16668"/>
                    </a:cubicBezTo>
                    <a:cubicBezTo>
                      <a:pt x="61882" y="16668"/>
                      <a:pt x="62567" y="17310"/>
                      <a:pt x="62631" y="18170"/>
                    </a:cubicBezTo>
                    <a:lnTo>
                      <a:pt x="62598" y="74570"/>
                    </a:lnTo>
                    <a:cubicBezTo>
                      <a:pt x="62598" y="78810"/>
                      <a:pt x="66023" y="82268"/>
                      <a:pt x="70264" y="82268"/>
                    </a:cubicBezTo>
                    <a:cubicBezTo>
                      <a:pt x="74504" y="82268"/>
                      <a:pt x="77962" y="78843"/>
                      <a:pt x="77962" y="74602"/>
                    </a:cubicBezTo>
                    <a:lnTo>
                      <a:pt x="77994" y="18137"/>
                    </a:lnTo>
                    <a:cubicBezTo>
                      <a:pt x="77994" y="18137"/>
                      <a:pt x="77994" y="18105"/>
                      <a:pt x="77994" y="18105"/>
                    </a:cubicBezTo>
                    <a:cubicBezTo>
                      <a:pt x="77962" y="8123"/>
                      <a:pt x="69807" y="1"/>
                      <a:pt x="59825" y="1"/>
                    </a:cubicBezTo>
                    <a:close/>
                  </a:path>
                </a:pathLst>
              </a:custGeom>
              <a:solidFill>
                <a:srgbClr val="7994A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820" name="Google Shape;9820;p40"/>
              <p:cNvSpPr/>
              <p:nvPr/>
            </p:nvSpPr>
            <p:spPr>
              <a:xfrm>
                <a:off x="3381341" y="4475555"/>
                <a:ext cx="52189" cy="52135"/>
              </a:xfrm>
              <a:custGeom>
                <a:rect b="b" l="l" r="r" t="t"/>
                <a:pathLst>
                  <a:path extrusionOk="0" h="31838" w="31871">
                    <a:moveTo>
                      <a:pt x="15952" y="1"/>
                    </a:moveTo>
                    <a:cubicBezTo>
                      <a:pt x="7144" y="1"/>
                      <a:pt x="1" y="7112"/>
                      <a:pt x="1" y="15919"/>
                    </a:cubicBezTo>
                    <a:cubicBezTo>
                      <a:pt x="1" y="24694"/>
                      <a:pt x="7144" y="31838"/>
                      <a:pt x="15952" y="31838"/>
                    </a:cubicBezTo>
                    <a:cubicBezTo>
                      <a:pt x="24727" y="31838"/>
                      <a:pt x="31870" y="24694"/>
                      <a:pt x="31870" y="15919"/>
                    </a:cubicBezTo>
                    <a:cubicBezTo>
                      <a:pt x="31870" y="7112"/>
                      <a:pt x="24727" y="1"/>
                      <a:pt x="15952" y="1"/>
                    </a:cubicBezTo>
                    <a:close/>
                  </a:path>
                </a:pathLst>
              </a:custGeom>
              <a:solidFill>
                <a:srgbClr val="7994A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9821" name="Google Shape;9821;p40"/>
            <p:cNvGrpSpPr/>
            <p:nvPr/>
          </p:nvGrpSpPr>
          <p:grpSpPr>
            <a:xfrm>
              <a:off x="3815519" y="4098388"/>
              <a:ext cx="147831" cy="291991"/>
              <a:chOff x="3527539" y="4476677"/>
              <a:chExt cx="159232" cy="314510"/>
            </a:xfrm>
          </p:grpSpPr>
          <p:sp>
            <p:nvSpPr>
              <p:cNvPr id="9822" name="Google Shape;9822;p40"/>
              <p:cNvSpPr/>
              <p:nvPr/>
            </p:nvSpPr>
            <p:spPr>
              <a:xfrm>
                <a:off x="3527539" y="4536716"/>
                <a:ext cx="159232" cy="254471"/>
              </a:xfrm>
              <a:custGeom>
                <a:rect b="b" l="l" r="r" t="t"/>
                <a:pathLst>
                  <a:path extrusionOk="0" h="155402" w="97241">
                    <a:moveTo>
                      <a:pt x="35360" y="0"/>
                    </a:moveTo>
                    <a:cubicBezTo>
                      <a:pt x="27173" y="0"/>
                      <a:pt x="21268" y="5220"/>
                      <a:pt x="17713" y="15527"/>
                    </a:cubicBezTo>
                    <a:cubicBezTo>
                      <a:pt x="15527" y="21921"/>
                      <a:pt x="1533" y="61750"/>
                      <a:pt x="1403" y="62174"/>
                    </a:cubicBezTo>
                    <a:cubicBezTo>
                      <a:pt x="0" y="66121"/>
                      <a:pt x="2088" y="70492"/>
                      <a:pt x="6068" y="71895"/>
                    </a:cubicBezTo>
                    <a:cubicBezTo>
                      <a:pt x="6895" y="72179"/>
                      <a:pt x="7739" y="72315"/>
                      <a:pt x="8570" y="72315"/>
                    </a:cubicBezTo>
                    <a:cubicBezTo>
                      <a:pt x="11735" y="72315"/>
                      <a:pt x="14703" y="70350"/>
                      <a:pt x="15788" y="67197"/>
                    </a:cubicBezTo>
                    <a:cubicBezTo>
                      <a:pt x="16245" y="65925"/>
                      <a:pt x="24661" y="42569"/>
                      <a:pt x="29358" y="29130"/>
                    </a:cubicBezTo>
                    <a:lnTo>
                      <a:pt x="29358" y="29130"/>
                    </a:lnTo>
                    <a:cubicBezTo>
                      <a:pt x="28869" y="33142"/>
                      <a:pt x="30272" y="24824"/>
                      <a:pt x="18431" y="85856"/>
                    </a:cubicBezTo>
                    <a:cubicBezTo>
                      <a:pt x="17941" y="88498"/>
                      <a:pt x="19964" y="90912"/>
                      <a:pt x="22606" y="90912"/>
                    </a:cubicBezTo>
                    <a:lnTo>
                      <a:pt x="28412" y="90912"/>
                    </a:lnTo>
                    <a:lnTo>
                      <a:pt x="28412" y="146235"/>
                    </a:lnTo>
                    <a:cubicBezTo>
                      <a:pt x="28412" y="151291"/>
                      <a:pt x="32522" y="155401"/>
                      <a:pt x="37578" y="155401"/>
                    </a:cubicBezTo>
                    <a:cubicBezTo>
                      <a:pt x="42634" y="155401"/>
                      <a:pt x="46745" y="151291"/>
                      <a:pt x="46745" y="146235"/>
                    </a:cubicBezTo>
                    <a:lnTo>
                      <a:pt x="46745" y="90912"/>
                    </a:lnTo>
                    <a:lnTo>
                      <a:pt x="50692" y="90912"/>
                    </a:lnTo>
                    <a:lnTo>
                      <a:pt x="50692" y="146235"/>
                    </a:lnTo>
                    <a:cubicBezTo>
                      <a:pt x="50692" y="151291"/>
                      <a:pt x="54769" y="155401"/>
                      <a:pt x="59825" y="155401"/>
                    </a:cubicBezTo>
                    <a:cubicBezTo>
                      <a:pt x="64881" y="155401"/>
                      <a:pt x="68991" y="151291"/>
                      <a:pt x="68991" y="146235"/>
                    </a:cubicBezTo>
                    <a:lnTo>
                      <a:pt x="68991" y="90912"/>
                    </a:lnTo>
                    <a:lnTo>
                      <a:pt x="74798" y="90912"/>
                    </a:lnTo>
                    <a:cubicBezTo>
                      <a:pt x="77472" y="90912"/>
                      <a:pt x="79462" y="88498"/>
                      <a:pt x="78973" y="85856"/>
                    </a:cubicBezTo>
                    <a:cubicBezTo>
                      <a:pt x="67262" y="25379"/>
                      <a:pt x="68535" y="32392"/>
                      <a:pt x="68143" y="29130"/>
                    </a:cubicBezTo>
                    <a:lnTo>
                      <a:pt x="68143" y="29130"/>
                    </a:lnTo>
                    <a:cubicBezTo>
                      <a:pt x="72873" y="42667"/>
                      <a:pt x="81028" y="65958"/>
                      <a:pt x="81485" y="67197"/>
                    </a:cubicBezTo>
                    <a:cubicBezTo>
                      <a:pt x="82570" y="70350"/>
                      <a:pt x="85538" y="72315"/>
                      <a:pt x="88687" y="72315"/>
                    </a:cubicBezTo>
                    <a:cubicBezTo>
                      <a:pt x="89513" y="72315"/>
                      <a:pt x="90352" y="72179"/>
                      <a:pt x="91173" y="71895"/>
                    </a:cubicBezTo>
                    <a:cubicBezTo>
                      <a:pt x="95152" y="70492"/>
                      <a:pt x="97240" y="66121"/>
                      <a:pt x="95870" y="62174"/>
                    </a:cubicBezTo>
                    <a:cubicBezTo>
                      <a:pt x="95707" y="61750"/>
                      <a:pt x="81746" y="21921"/>
                      <a:pt x="79560" y="15527"/>
                    </a:cubicBezTo>
                    <a:cubicBezTo>
                      <a:pt x="76005" y="5220"/>
                      <a:pt x="70068" y="0"/>
                      <a:pt x="61913" y="0"/>
                    </a:cubicBez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823" name="Google Shape;9823;p40"/>
              <p:cNvSpPr/>
              <p:nvPr/>
            </p:nvSpPr>
            <p:spPr>
              <a:xfrm>
                <a:off x="3581381" y="4476677"/>
                <a:ext cx="51814" cy="51761"/>
              </a:xfrm>
              <a:custGeom>
                <a:rect b="b" l="l" r="r" t="t"/>
                <a:pathLst>
                  <a:path extrusionOk="0" h="31610" w="31642">
                    <a:moveTo>
                      <a:pt x="15821" y="1"/>
                    </a:moveTo>
                    <a:cubicBezTo>
                      <a:pt x="7079" y="1"/>
                      <a:pt x="0" y="7079"/>
                      <a:pt x="0" y="15821"/>
                    </a:cubicBezTo>
                    <a:cubicBezTo>
                      <a:pt x="0" y="24531"/>
                      <a:pt x="7079" y="31609"/>
                      <a:pt x="15821" y="31609"/>
                    </a:cubicBezTo>
                    <a:cubicBezTo>
                      <a:pt x="24563" y="31609"/>
                      <a:pt x="31641" y="24531"/>
                      <a:pt x="31641" y="15821"/>
                    </a:cubicBezTo>
                    <a:cubicBezTo>
                      <a:pt x="31641" y="7079"/>
                      <a:pt x="24563" y="1"/>
                      <a:pt x="15821" y="1"/>
                    </a:cubicBez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9824" name="Google Shape;9824;p40"/>
            <p:cNvGrpSpPr/>
            <p:nvPr/>
          </p:nvGrpSpPr>
          <p:grpSpPr>
            <a:xfrm>
              <a:off x="3511696" y="4098388"/>
              <a:ext cx="147831" cy="291991"/>
              <a:chOff x="3527539" y="4476677"/>
              <a:chExt cx="159232" cy="314510"/>
            </a:xfrm>
          </p:grpSpPr>
          <p:sp>
            <p:nvSpPr>
              <p:cNvPr id="9825" name="Google Shape;9825;p40"/>
              <p:cNvSpPr/>
              <p:nvPr/>
            </p:nvSpPr>
            <p:spPr>
              <a:xfrm>
                <a:off x="3527539" y="4536716"/>
                <a:ext cx="159232" cy="254471"/>
              </a:xfrm>
              <a:custGeom>
                <a:rect b="b" l="l" r="r" t="t"/>
                <a:pathLst>
                  <a:path extrusionOk="0" h="155402" w="97241">
                    <a:moveTo>
                      <a:pt x="35360" y="0"/>
                    </a:moveTo>
                    <a:cubicBezTo>
                      <a:pt x="27173" y="0"/>
                      <a:pt x="21268" y="5220"/>
                      <a:pt x="17713" y="15527"/>
                    </a:cubicBezTo>
                    <a:cubicBezTo>
                      <a:pt x="15527" y="21921"/>
                      <a:pt x="1533" y="61750"/>
                      <a:pt x="1403" y="62174"/>
                    </a:cubicBezTo>
                    <a:cubicBezTo>
                      <a:pt x="0" y="66121"/>
                      <a:pt x="2088" y="70492"/>
                      <a:pt x="6068" y="71895"/>
                    </a:cubicBezTo>
                    <a:cubicBezTo>
                      <a:pt x="6895" y="72179"/>
                      <a:pt x="7739" y="72315"/>
                      <a:pt x="8570" y="72315"/>
                    </a:cubicBezTo>
                    <a:cubicBezTo>
                      <a:pt x="11735" y="72315"/>
                      <a:pt x="14703" y="70350"/>
                      <a:pt x="15788" y="67197"/>
                    </a:cubicBezTo>
                    <a:cubicBezTo>
                      <a:pt x="16245" y="65925"/>
                      <a:pt x="24661" y="42569"/>
                      <a:pt x="29358" y="29130"/>
                    </a:cubicBezTo>
                    <a:lnTo>
                      <a:pt x="29358" y="29130"/>
                    </a:lnTo>
                    <a:cubicBezTo>
                      <a:pt x="28869" y="33142"/>
                      <a:pt x="30272" y="24824"/>
                      <a:pt x="18431" y="85856"/>
                    </a:cubicBezTo>
                    <a:cubicBezTo>
                      <a:pt x="17941" y="88498"/>
                      <a:pt x="19964" y="90912"/>
                      <a:pt x="22606" y="90912"/>
                    </a:cubicBezTo>
                    <a:lnTo>
                      <a:pt x="28412" y="90912"/>
                    </a:lnTo>
                    <a:lnTo>
                      <a:pt x="28412" y="146235"/>
                    </a:lnTo>
                    <a:cubicBezTo>
                      <a:pt x="28412" y="151291"/>
                      <a:pt x="32522" y="155401"/>
                      <a:pt x="37578" y="155401"/>
                    </a:cubicBezTo>
                    <a:cubicBezTo>
                      <a:pt x="42634" y="155401"/>
                      <a:pt x="46745" y="151291"/>
                      <a:pt x="46745" y="146235"/>
                    </a:cubicBezTo>
                    <a:lnTo>
                      <a:pt x="46745" y="90912"/>
                    </a:lnTo>
                    <a:lnTo>
                      <a:pt x="50692" y="90912"/>
                    </a:lnTo>
                    <a:lnTo>
                      <a:pt x="50692" y="146235"/>
                    </a:lnTo>
                    <a:cubicBezTo>
                      <a:pt x="50692" y="151291"/>
                      <a:pt x="54769" y="155401"/>
                      <a:pt x="59825" y="155401"/>
                    </a:cubicBezTo>
                    <a:cubicBezTo>
                      <a:pt x="64881" y="155401"/>
                      <a:pt x="68991" y="151291"/>
                      <a:pt x="68991" y="146235"/>
                    </a:cubicBezTo>
                    <a:lnTo>
                      <a:pt x="68991" y="90912"/>
                    </a:lnTo>
                    <a:lnTo>
                      <a:pt x="74798" y="90912"/>
                    </a:lnTo>
                    <a:cubicBezTo>
                      <a:pt x="77472" y="90912"/>
                      <a:pt x="79462" y="88498"/>
                      <a:pt x="78973" y="85856"/>
                    </a:cubicBezTo>
                    <a:cubicBezTo>
                      <a:pt x="67262" y="25379"/>
                      <a:pt x="68535" y="32392"/>
                      <a:pt x="68143" y="29130"/>
                    </a:cubicBezTo>
                    <a:lnTo>
                      <a:pt x="68143" y="29130"/>
                    </a:lnTo>
                    <a:cubicBezTo>
                      <a:pt x="72873" y="42667"/>
                      <a:pt x="81028" y="65958"/>
                      <a:pt x="81485" y="67197"/>
                    </a:cubicBezTo>
                    <a:cubicBezTo>
                      <a:pt x="82570" y="70350"/>
                      <a:pt x="85538" y="72315"/>
                      <a:pt x="88687" y="72315"/>
                    </a:cubicBezTo>
                    <a:cubicBezTo>
                      <a:pt x="89513" y="72315"/>
                      <a:pt x="90352" y="72179"/>
                      <a:pt x="91173" y="71895"/>
                    </a:cubicBezTo>
                    <a:cubicBezTo>
                      <a:pt x="95152" y="70492"/>
                      <a:pt x="97240" y="66121"/>
                      <a:pt x="95870" y="62174"/>
                    </a:cubicBezTo>
                    <a:cubicBezTo>
                      <a:pt x="95707" y="61750"/>
                      <a:pt x="81746" y="21921"/>
                      <a:pt x="79560" y="15527"/>
                    </a:cubicBezTo>
                    <a:cubicBezTo>
                      <a:pt x="76005" y="5220"/>
                      <a:pt x="70068" y="0"/>
                      <a:pt x="61913" y="0"/>
                    </a:cubicBez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826" name="Google Shape;9826;p40"/>
              <p:cNvSpPr/>
              <p:nvPr/>
            </p:nvSpPr>
            <p:spPr>
              <a:xfrm>
                <a:off x="3581381" y="4476677"/>
                <a:ext cx="51814" cy="51761"/>
              </a:xfrm>
              <a:custGeom>
                <a:rect b="b" l="l" r="r" t="t"/>
                <a:pathLst>
                  <a:path extrusionOk="0" h="31610" w="31642">
                    <a:moveTo>
                      <a:pt x="15821" y="1"/>
                    </a:moveTo>
                    <a:cubicBezTo>
                      <a:pt x="7079" y="1"/>
                      <a:pt x="0" y="7079"/>
                      <a:pt x="0" y="15821"/>
                    </a:cubicBezTo>
                    <a:cubicBezTo>
                      <a:pt x="0" y="24531"/>
                      <a:pt x="7079" y="31609"/>
                      <a:pt x="15821" y="31609"/>
                    </a:cubicBezTo>
                    <a:cubicBezTo>
                      <a:pt x="24563" y="31609"/>
                      <a:pt x="31641" y="24531"/>
                      <a:pt x="31641" y="15821"/>
                    </a:cubicBezTo>
                    <a:cubicBezTo>
                      <a:pt x="31641" y="7079"/>
                      <a:pt x="24563" y="1"/>
                      <a:pt x="15821" y="1"/>
                    </a:cubicBez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9827" name="Google Shape;9827;p40"/>
            <p:cNvGrpSpPr/>
            <p:nvPr/>
          </p:nvGrpSpPr>
          <p:grpSpPr>
            <a:xfrm>
              <a:off x="3207874" y="4098388"/>
              <a:ext cx="147831" cy="291991"/>
              <a:chOff x="3527539" y="4476677"/>
              <a:chExt cx="159232" cy="314510"/>
            </a:xfrm>
          </p:grpSpPr>
          <p:sp>
            <p:nvSpPr>
              <p:cNvPr id="9828" name="Google Shape;9828;p40"/>
              <p:cNvSpPr/>
              <p:nvPr/>
            </p:nvSpPr>
            <p:spPr>
              <a:xfrm>
                <a:off x="3527539" y="4536716"/>
                <a:ext cx="159232" cy="254471"/>
              </a:xfrm>
              <a:custGeom>
                <a:rect b="b" l="l" r="r" t="t"/>
                <a:pathLst>
                  <a:path extrusionOk="0" h="155402" w="97241">
                    <a:moveTo>
                      <a:pt x="35360" y="0"/>
                    </a:moveTo>
                    <a:cubicBezTo>
                      <a:pt x="27173" y="0"/>
                      <a:pt x="21268" y="5220"/>
                      <a:pt x="17713" y="15527"/>
                    </a:cubicBezTo>
                    <a:cubicBezTo>
                      <a:pt x="15527" y="21921"/>
                      <a:pt x="1533" y="61750"/>
                      <a:pt x="1403" y="62174"/>
                    </a:cubicBezTo>
                    <a:cubicBezTo>
                      <a:pt x="0" y="66121"/>
                      <a:pt x="2088" y="70492"/>
                      <a:pt x="6068" y="71895"/>
                    </a:cubicBezTo>
                    <a:cubicBezTo>
                      <a:pt x="6895" y="72179"/>
                      <a:pt x="7739" y="72315"/>
                      <a:pt x="8570" y="72315"/>
                    </a:cubicBezTo>
                    <a:cubicBezTo>
                      <a:pt x="11735" y="72315"/>
                      <a:pt x="14703" y="70350"/>
                      <a:pt x="15788" y="67197"/>
                    </a:cubicBezTo>
                    <a:cubicBezTo>
                      <a:pt x="16245" y="65925"/>
                      <a:pt x="24661" y="42569"/>
                      <a:pt x="29358" y="29130"/>
                    </a:cubicBezTo>
                    <a:lnTo>
                      <a:pt x="29358" y="29130"/>
                    </a:lnTo>
                    <a:cubicBezTo>
                      <a:pt x="28869" y="33142"/>
                      <a:pt x="30272" y="24824"/>
                      <a:pt x="18431" y="85856"/>
                    </a:cubicBezTo>
                    <a:cubicBezTo>
                      <a:pt x="17941" y="88498"/>
                      <a:pt x="19964" y="90912"/>
                      <a:pt x="22606" y="90912"/>
                    </a:cubicBezTo>
                    <a:lnTo>
                      <a:pt x="28412" y="90912"/>
                    </a:lnTo>
                    <a:lnTo>
                      <a:pt x="28412" y="146235"/>
                    </a:lnTo>
                    <a:cubicBezTo>
                      <a:pt x="28412" y="151291"/>
                      <a:pt x="32522" y="155401"/>
                      <a:pt x="37578" y="155401"/>
                    </a:cubicBezTo>
                    <a:cubicBezTo>
                      <a:pt x="42634" y="155401"/>
                      <a:pt x="46745" y="151291"/>
                      <a:pt x="46745" y="146235"/>
                    </a:cubicBezTo>
                    <a:lnTo>
                      <a:pt x="46745" y="90912"/>
                    </a:lnTo>
                    <a:lnTo>
                      <a:pt x="50692" y="90912"/>
                    </a:lnTo>
                    <a:lnTo>
                      <a:pt x="50692" y="146235"/>
                    </a:lnTo>
                    <a:cubicBezTo>
                      <a:pt x="50692" y="151291"/>
                      <a:pt x="54769" y="155401"/>
                      <a:pt x="59825" y="155401"/>
                    </a:cubicBezTo>
                    <a:cubicBezTo>
                      <a:pt x="64881" y="155401"/>
                      <a:pt x="68991" y="151291"/>
                      <a:pt x="68991" y="146235"/>
                    </a:cubicBezTo>
                    <a:lnTo>
                      <a:pt x="68991" y="90912"/>
                    </a:lnTo>
                    <a:lnTo>
                      <a:pt x="74798" y="90912"/>
                    </a:lnTo>
                    <a:cubicBezTo>
                      <a:pt x="77472" y="90912"/>
                      <a:pt x="79462" y="88498"/>
                      <a:pt x="78973" y="85856"/>
                    </a:cubicBezTo>
                    <a:cubicBezTo>
                      <a:pt x="67262" y="25379"/>
                      <a:pt x="68535" y="32392"/>
                      <a:pt x="68143" y="29130"/>
                    </a:cubicBezTo>
                    <a:lnTo>
                      <a:pt x="68143" y="29130"/>
                    </a:lnTo>
                    <a:cubicBezTo>
                      <a:pt x="72873" y="42667"/>
                      <a:pt x="81028" y="65958"/>
                      <a:pt x="81485" y="67197"/>
                    </a:cubicBezTo>
                    <a:cubicBezTo>
                      <a:pt x="82570" y="70350"/>
                      <a:pt x="85538" y="72315"/>
                      <a:pt x="88687" y="72315"/>
                    </a:cubicBezTo>
                    <a:cubicBezTo>
                      <a:pt x="89513" y="72315"/>
                      <a:pt x="90352" y="72179"/>
                      <a:pt x="91173" y="71895"/>
                    </a:cubicBezTo>
                    <a:cubicBezTo>
                      <a:pt x="95152" y="70492"/>
                      <a:pt x="97240" y="66121"/>
                      <a:pt x="95870" y="62174"/>
                    </a:cubicBezTo>
                    <a:cubicBezTo>
                      <a:pt x="95707" y="61750"/>
                      <a:pt x="81746" y="21921"/>
                      <a:pt x="79560" y="15527"/>
                    </a:cubicBezTo>
                    <a:cubicBezTo>
                      <a:pt x="76005" y="5220"/>
                      <a:pt x="70068" y="0"/>
                      <a:pt x="61913" y="0"/>
                    </a:cubicBez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829" name="Google Shape;9829;p40"/>
              <p:cNvSpPr/>
              <p:nvPr/>
            </p:nvSpPr>
            <p:spPr>
              <a:xfrm>
                <a:off x="3581381" y="4476677"/>
                <a:ext cx="51814" cy="51761"/>
              </a:xfrm>
              <a:custGeom>
                <a:rect b="b" l="l" r="r" t="t"/>
                <a:pathLst>
                  <a:path extrusionOk="0" h="31610" w="31642">
                    <a:moveTo>
                      <a:pt x="15821" y="1"/>
                    </a:moveTo>
                    <a:cubicBezTo>
                      <a:pt x="7079" y="1"/>
                      <a:pt x="0" y="7079"/>
                      <a:pt x="0" y="15821"/>
                    </a:cubicBezTo>
                    <a:cubicBezTo>
                      <a:pt x="0" y="24531"/>
                      <a:pt x="7079" y="31609"/>
                      <a:pt x="15821" y="31609"/>
                    </a:cubicBezTo>
                    <a:cubicBezTo>
                      <a:pt x="24563" y="31609"/>
                      <a:pt x="31641" y="24531"/>
                      <a:pt x="31641" y="15821"/>
                    </a:cubicBezTo>
                    <a:cubicBezTo>
                      <a:pt x="31641" y="7079"/>
                      <a:pt x="24563" y="1"/>
                      <a:pt x="15821" y="1"/>
                    </a:cubicBez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9830" name="Google Shape;9830;p40"/>
            <p:cNvGrpSpPr/>
            <p:nvPr/>
          </p:nvGrpSpPr>
          <p:grpSpPr>
            <a:xfrm>
              <a:off x="2933305" y="4097347"/>
              <a:ext cx="118572" cy="294074"/>
              <a:chOff x="3343310" y="4475555"/>
              <a:chExt cx="127717" cy="316753"/>
            </a:xfrm>
          </p:grpSpPr>
          <p:sp>
            <p:nvSpPr>
              <p:cNvPr id="9831" name="Google Shape;9831;p40"/>
              <p:cNvSpPr/>
              <p:nvPr/>
            </p:nvSpPr>
            <p:spPr>
              <a:xfrm>
                <a:off x="3343310" y="4535967"/>
                <a:ext cx="127717" cy="256341"/>
              </a:xfrm>
              <a:custGeom>
                <a:rect b="b" l="l" r="r" t="t"/>
                <a:pathLst>
                  <a:path extrusionOk="0" h="156544" w="77995">
                    <a:moveTo>
                      <a:pt x="18496" y="1"/>
                    </a:moveTo>
                    <a:cubicBezTo>
                      <a:pt x="8514" y="1"/>
                      <a:pt x="359" y="8123"/>
                      <a:pt x="327" y="18105"/>
                    </a:cubicBezTo>
                    <a:lnTo>
                      <a:pt x="33" y="74537"/>
                    </a:lnTo>
                    <a:cubicBezTo>
                      <a:pt x="0" y="78778"/>
                      <a:pt x="3425" y="82235"/>
                      <a:pt x="7666" y="82268"/>
                    </a:cubicBezTo>
                    <a:lnTo>
                      <a:pt x="7731" y="82268"/>
                    </a:lnTo>
                    <a:cubicBezTo>
                      <a:pt x="11939" y="82268"/>
                      <a:pt x="15364" y="78843"/>
                      <a:pt x="15397" y="74635"/>
                    </a:cubicBezTo>
                    <a:lnTo>
                      <a:pt x="15691" y="18170"/>
                    </a:lnTo>
                    <a:cubicBezTo>
                      <a:pt x="15691" y="17341"/>
                      <a:pt x="16344" y="16668"/>
                      <a:pt x="17166" y="16668"/>
                    </a:cubicBezTo>
                    <a:cubicBezTo>
                      <a:pt x="17185" y="16668"/>
                      <a:pt x="17204" y="16669"/>
                      <a:pt x="17224" y="16669"/>
                    </a:cubicBezTo>
                    <a:cubicBezTo>
                      <a:pt x="18039" y="16669"/>
                      <a:pt x="18724" y="17355"/>
                      <a:pt x="18724" y="18170"/>
                    </a:cubicBezTo>
                    <a:lnTo>
                      <a:pt x="18724" y="147345"/>
                    </a:lnTo>
                    <a:cubicBezTo>
                      <a:pt x="18724" y="152433"/>
                      <a:pt x="22867" y="156543"/>
                      <a:pt x="27956" y="156543"/>
                    </a:cubicBezTo>
                    <a:cubicBezTo>
                      <a:pt x="33044" y="156543"/>
                      <a:pt x="37187" y="152433"/>
                      <a:pt x="37187" y="147345"/>
                    </a:cubicBezTo>
                    <a:lnTo>
                      <a:pt x="37187" y="73656"/>
                    </a:lnTo>
                    <a:lnTo>
                      <a:pt x="41167" y="73656"/>
                    </a:lnTo>
                    <a:lnTo>
                      <a:pt x="41167" y="147345"/>
                    </a:lnTo>
                    <a:cubicBezTo>
                      <a:pt x="41167" y="152433"/>
                      <a:pt x="45277" y="156543"/>
                      <a:pt x="50365" y="156543"/>
                    </a:cubicBezTo>
                    <a:cubicBezTo>
                      <a:pt x="55454" y="156543"/>
                      <a:pt x="59597" y="152433"/>
                      <a:pt x="59597" y="147345"/>
                    </a:cubicBezTo>
                    <a:cubicBezTo>
                      <a:pt x="59597" y="25477"/>
                      <a:pt x="59434" y="95153"/>
                      <a:pt x="59434" y="18300"/>
                    </a:cubicBezTo>
                    <a:cubicBezTo>
                      <a:pt x="59434" y="17420"/>
                      <a:pt x="60119" y="16702"/>
                      <a:pt x="60967" y="16669"/>
                    </a:cubicBezTo>
                    <a:cubicBezTo>
                      <a:pt x="60988" y="16669"/>
                      <a:pt x="61009" y="16668"/>
                      <a:pt x="61030" y="16668"/>
                    </a:cubicBezTo>
                    <a:cubicBezTo>
                      <a:pt x="61882" y="16668"/>
                      <a:pt x="62567" y="17310"/>
                      <a:pt x="62631" y="18170"/>
                    </a:cubicBezTo>
                    <a:lnTo>
                      <a:pt x="62598" y="74570"/>
                    </a:lnTo>
                    <a:cubicBezTo>
                      <a:pt x="62598" y="78810"/>
                      <a:pt x="66023" y="82268"/>
                      <a:pt x="70264" y="82268"/>
                    </a:cubicBezTo>
                    <a:cubicBezTo>
                      <a:pt x="74504" y="82268"/>
                      <a:pt x="77962" y="78843"/>
                      <a:pt x="77962" y="74602"/>
                    </a:cubicBezTo>
                    <a:lnTo>
                      <a:pt x="77994" y="18137"/>
                    </a:lnTo>
                    <a:cubicBezTo>
                      <a:pt x="77994" y="18137"/>
                      <a:pt x="77994" y="18105"/>
                      <a:pt x="77994" y="18105"/>
                    </a:cubicBezTo>
                    <a:cubicBezTo>
                      <a:pt x="77962" y="8123"/>
                      <a:pt x="69807" y="1"/>
                      <a:pt x="59825" y="1"/>
                    </a:cubicBezTo>
                    <a:close/>
                  </a:path>
                </a:pathLst>
              </a:custGeom>
              <a:solidFill>
                <a:srgbClr val="7994A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832" name="Google Shape;9832;p40"/>
              <p:cNvSpPr/>
              <p:nvPr/>
            </p:nvSpPr>
            <p:spPr>
              <a:xfrm>
                <a:off x="3381341" y="4475555"/>
                <a:ext cx="52189" cy="52135"/>
              </a:xfrm>
              <a:custGeom>
                <a:rect b="b" l="l" r="r" t="t"/>
                <a:pathLst>
                  <a:path extrusionOk="0" h="31838" w="31871">
                    <a:moveTo>
                      <a:pt x="15952" y="1"/>
                    </a:moveTo>
                    <a:cubicBezTo>
                      <a:pt x="7144" y="1"/>
                      <a:pt x="1" y="7112"/>
                      <a:pt x="1" y="15919"/>
                    </a:cubicBezTo>
                    <a:cubicBezTo>
                      <a:pt x="1" y="24694"/>
                      <a:pt x="7144" y="31838"/>
                      <a:pt x="15952" y="31838"/>
                    </a:cubicBezTo>
                    <a:cubicBezTo>
                      <a:pt x="24727" y="31838"/>
                      <a:pt x="31870" y="24694"/>
                      <a:pt x="31870" y="15919"/>
                    </a:cubicBezTo>
                    <a:cubicBezTo>
                      <a:pt x="31870" y="7112"/>
                      <a:pt x="24727" y="1"/>
                      <a:pt x="15952" y="1"/>
                    </a:cubicBezTo>
                    <a:close/>
                  </a:path>
                </a:pathLst>
              </a:custGeom>
              <a:solidFill>
                <a:srgbClr val="7994A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grpSp>
        <p:nvGrpSpPr>
          <p:cNvPr id="9833" name="Google Shape;9833;p40"/>
          <p:cNvGrpSpPr/>
          <p:nvPr/>
        </p:nvGrpSpPr>
        <p:grpSpPr>
          <a:xfrm>
            <a:off x="4197136" y="963991"/>
            <a:ext cx="1430711" cy="751237"/>
            <a:chOff x="5159450" y="1919950"/>
            <a:chExt cx="1541050" cy="862500"/>
          </a:xfrm>
        </p:grpSpPr>
        <p:sp>
          <p:nvSpPr>
            <p:cNvPr id="9834" name="Google Shape;9834;p40"/>
            <p:cNvSpPr/>
            <p:nvPr/>
          </p:nvSpPr>
          <p:spPr>
            <a:xfrm>
              <a:off x="5216414" y="2060033"/>
              <a:ext cx="1436820" cy="600250"/>
            </a:xfrm>
            <a:custGeom>
              <a:rect b="b" l="l" r="r" t="t"/>
              <a:pathLst>
                <a:path extrusionOk="0" h="69253" w="165771">
                  <a:moveTo>
                    <a:pt x="0" y="62158"/>
                  </a:moveTo>
                  <a:cubicBezTo>
                    <a:pt x="3093" y="59686"/>
                    <a:pt x="11731" y="46368"/>
                    <a:pt x="18559" y="47324"/>
                  </a:cubicBezTo>
                  <a:cubicBezTo>
                    <a:pt x="25388" y="48280"/>
                    <a:pt x="34933" y="75569"/>
                    <a:pt x="40971" y="67894"/>
                  </a:cubicBezTo>
                  <a:cubicBezTo>
                    <a:pt x="47009" y="60219"/>
                    <a:pt x="49466" y="8743"/>
                    <a:pt x="54788" y="1272"/>
                  </a:cubicBezTo>
                  <a:cubicBezTo>
                    <a:pt x="60110" y="-6199"/>
                    <a:pt x="66121" y="21612"/>
                    <a:pt x="72901" y="23070"/>
                  </a:cubicBezTo>
                  <a:cubicBezTo>
                    <a:pt x="79681" y="24528"/>
                    <a:pt x="89301" y="7131"/>
                    <a:pt x="95467" y="10022"/>
                  </a:cubicBezTo>
                  <a:cubicBezTo>
                    <a:pt x="101633" y="12913"/>
                    <a:pt x="104182" y="34714"/>
                    <a:pt x="109898" y="40416"/>
                  </a:cubicBezTo>
                  <a:cubicBezTo>
                    <a:pt x="115614" y="46118"/>
                    <a:pt x="123315" y="40320"/>
                    <a:pt x="129762" y="44234"/>
                  </a:cubicBezTo>
                  <a:cubicBezTo>
                    <a:pt x="136209" y="48148"/>
                    <a:pt x="142580" y="65416"/>
                    <a:pt x="148581" y="63902"/>
                  </a:cubicBezTo>
                  <a:cubicBezTo>
                    <a:pt x="154583" y="62388"/>
                    <a:pt x="162906" y="39942"/>
                    <a:pt x="165771" y="35150"/>
                  </a:cubicBezTo>
                </a:path>
              </a:pathLst>
            </a:custGeom>
            <a:noFill/>
            <a:ln cap="flat" cmpd="sng" w="19050">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9835" name="Google Shape;9835;p40"/>
            <p:cNvGrpSpPr/>
            <p:nvPr/>
          </p:nvGrpSpPr>
          <p:grpSpPr>
            <a:xfrm>
              <a:off x="5159450" y="1919950"/>
              <a:ext cx="1541050" cy="862500"/>
              <a:chOff x="5159450" y="1919950"/>
              <a:chExt cx="1541050" cy="862500"/>
            </a:xfrm>
          </p:grpSpPr>
          <p:cxnSp>
            <p:nvCxnSpPr>
              <p:cNvPr id="9836" name="Google Shape;9836;p40"/>
              <p:cNvCxnSpPr/>
              <p:nvPr/>
            </p:nvCxnSpPr>
            <p:spPr>
              <a:xfrm>
                <a:off x="5159450" y="1919950"/>
                <a:ext cx="0" cy="862500"/>
              </a:xfrm>
              <a:prstGeom prst="straightConnector1">
                <a:avLst/>
              </a:prstGeom>
              <a:noFill/>
              <a:ln cap="flat" cmpd="sng" w="9525">
                <a:solidFill>
                  <a:srgbClr val="E3E9ED"/>
                </a:solidFill>
                <a:prstDash val="solid"/>
                <a:round/>
                <a:headEnd len="sm" w="sm" type="none"/>
                <a:tailEnd len="sm" w="sm" type="none"/>
              </a:ln>
            </p:spPr>
          </p:cxnSp>
          <p:cxnSp>
            <p:nvCxnSpPr>
              <p:cNvPr id="9837" name="Google Shape;9837;p40"/>
              <p:cNvCxnSpPr/>
              <p:nvPr/>
            </p:nvCxnSpPr>
            <p:spPr>
              <a:xfrm>
                <a:off x="5161200" y="2778975"/>
                <a:ext cx="1539300" cy="0"/>
              </a:xfrm>
              <a:prstGeom prst="straightConnector1">
                <a:avLst/>
              </a:prstGeom>
              <a:noFill/>
              <a:ln cap="flat" cmpd="sng" w="9525">
                <a:solidFill>
                  <a:srgbClr val="E3E9ED"/>
                </a:solidFill>
                <a:prstDash val="solid"/>
                <a:round/>
                <a:headEnd len="sm" w="sm" type="none"/>
                <a:tailEnd len="sm" w="sm" type="none"/>
              </a:ln>
            </p:spPr>
          </p:cxnSp>
        </p:grpSp>
      </p:grpSp>
      <p:grpSp>
        <p:nvGrpSpPr>
          <p:cNvPr id="9838" name="Google Shape;9838;p40"/>
          <p:cNvGrpSpPr/>
          <p:nvPr/>
        </p:nvGrpSpPr>
        <p:grpSpPr>
          <a:xfrm>
            <a:off x="4245274" y="2227761"/>
            <a:ext cx="1334436" cy="967914"/>
            <a:chOff x="4294923" y="2439811"/>
            <a:chExt cx="1334436" cy="967914"/>
          </a:xfrm>
        </p:grpSpPr>
        <p:grpSp>
          <p:nvGrpSpPr>
            <p:cNvPr id="9839" name="Google Shape;9839;p40"/>
            <p:cNvGrpSpPr/>
            <p:nvPr/>
          </p:nvGrpSpPr>
          <p:grpSpPr>
            <a:xfrm>
              <a:off x="4960455" y="2469658"/>
              <a:ext cx="668904" cy="885523"/>
              <a:chOff x="4960455" y="2469658"/>
              <a:chExt cx="668904" cy="885523"/>
            </a:xfrm>
          </p:grpSpPr>
          <p:sp>
            <p:nvSpPr>
              <p:cNvPr id="9840" name="Google Shape;9840;p40"/>
              <p:cNvSpPr/>
              <p:nvPr/>
            </p:nvSpPr>
            <p:spPr>
              <a:xfrm>
                <a:off x="4960455" y="3257057"/>
                <a:ext cx="668904" cy="98124"/>
              </a:xfrm>
              <a:custGeom>
                <a:rect b="b" l="l" r="r" t="t"/>
                <a:pathLst>
                  <a:path extrusionOk="0" h="6286" w="42851">
                    <a:moveTo>
                      <a:pt x="0" y="1"/>
                    </a:moveTo>
                    <a:lnTo>
                      <a:pt x="0" y="6286"/>
                    </a:lnTo>
                    <a:lnTo>
                      <a:pt x="42851" y="6286"/>
                    </a:lnTo>
                    <a:lnTo>
                      <a:pt x="42851" y="1"/>
                    </a:lnTo>
                    <a:close/>
                  </a:path>
                </a:pathLst>
              </a:custGeom>
              <a:solidFill>
                <a:srgbClr val="667E9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841" name="Google Shape;9841;p40"/>
              <p:cNvSpPr/>
              <p:nvPr/>
            </p:nvSpPr>
            <p:spPr>
              <a:xfrm>
                <a:off x="4960455" y="3099584"/>
                <a:ext cx="668904" cy="98124"/>
              </a:xfrm>
              <a:custGeom>
                <a:rect b="b" l="l" r="r" t="t"/>
                <a:pathLst>
                  <a:path extrusionOk="0" h="6286" w="42851">
                    <a:moveTo>
                      <a:pt x="0" y="0"/>
                    </a:moveTo>
                    <a:lnTo>
                      <a:pt x="0" y="6285"/>
                    </a:lnTo>
                    <a:lnTo>
                      <a:pt x="42851" y="6285"/>
                    </a:lnTo>
                    <a:lnTo>
                      <a:pt x="42851" y="0"/>
                    </a:lnTo>
                    <a:close/>
                  </a:path>
                </a:pathLst>
              </a:custGeom>
              <a:solidFill>
                <a:srgbClr val="667E9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842" name="Google Shape;9842;p40"/>
              <p:cNvSpPr/>
              <p:nvPr/>
            </p:nvSpPr>
            <p:spPr>
              <a:xfrm>
                <a:off x="4960455" y="2942094"/>
                <a:ext cx="668904" cy="98124"/>
              </a:xfrm>
              <a:custGeom>
                <a:rect b="b" l="l" r="r" t="t"/>
                <a:pathLst>
                  <a:path extrusionOk="0" h="6286" w="42851">
                    <a:moveTo>
                      <a:pt x="0" y="1"/>
                    </a:moveTo>
                    <a:lnTo>
                      <a:pt x="0" y="6286"/>
                    </a:lnTo>
                    <a:lnTo>
                      <a:pt x="42851" y="6286"/>
                    </a:lnTo>
                    <a:lnTo>
                      <a:pt x="42851" y="1"/>
                    </a:lnTo>
                    <a:close/>
                  </a:path>
                </a:pathLst>
              </a:custGeom>
              <a:solidFill>
                <a:srgbClr val="667E9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843" name="Google Shape;9843;p40"/>
              <p:cNvSpPr/>
              <p:nvPr/>
            </p:nvSpPr>
            <p:spPr>
              <a:xfrm>
                <a:off x="4960455" y="2784621"/>
                <a:ext cx="618094" cy="98124"/>
              </a:xfrm>
              <a:custGeom>
                <a:rect b="b" l="l" r="r" t="t"/>
                <a:pathLst>
                  <a:path extrusionOk="0" h="6286" w="39596">
                    <a:moveTo>
                      <a:pt x="0" y="0"/>
                    </a:moveTo>
                    <a:lnTo>
                      <a:pt x="0" y="6285"/>
                    </a:lnTo>
                    <a:lnTo>
                      <a:pt x="39596" y="6285"/>
                    </a:lnTo>
                    <a:lnTo>
                      <a:pt x="39596" y="0"/>
                    </a:lnTo>
                    <a:close/>
                  </a:path>
                </a:pathLst>
              </a:custGeom>
              <a:solidFill>
                <a:srgbClr val="667E9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844" name="Google Shape;9844;p40"/>
              <p:cNvSpPr/>
              <p:nvPr/>
            </p:nvSpPr>
            <p:spPr>
              <a:xfrm>
                <a:off x="4960455" y="2627131"/>
                <a:ext cx="516519" cy="98140"/>
              </a:xfrm>
              <a:custGeom>
                <a:rect b="b" l="l" r="r" t="t"/>
                <a:pathLst>
                  <a:path extrusionOk="0" h="6287" w="33089">
                    <a:moveTo>
                      <a:pt x="0" y="1"/>
                    </a:moveTo>
                    <a:lnTo>
                      <a:pt x="0" y="6286"/>
                    </a:lnTo>
                    <a:lnTo>
                      <a:pt x="33089" y="6286"/>
                    </a:lnTo>
                    <a:lnTo>
                      <a:pt x="33089" y="1"/>
                    </a:lnTo>
                    <a:close/>
                  </a:path>
                </a:pathLst>
              </a:custGeom>
              <a:solidFill>
                <a:srgbClr val="667E9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845" name="Google Shape;9845;p40"/>
              <p:cNvSpPr/>
              <p:nvPr/>
            </p:nvSpPr>
            <p:spPr>
              <a:xfrm>
                <a:off x="4960455" y="2469658"/>
                <a:ext cx="313293" cy="98078"/>
              </a:xfrm>
              <a:custGeom>
                <a:rect b="b" l="l" r="r" t="t"/>
                <a:pathLst>
                  <a:path extrusionOk="0" h="6283" w="20070">
                    <a:moveTo>
                      <a:pt x="0" y="1"/>
                    </a:moveTo>
                    <a:lnTo>
                      <a:pt x="0" y="6283"/>
                    </a:lnTo>
                    <a:lnTo>
                      <a:pt x="20069" y="6283"/>
                    </a:lnTo>
                    <a:lnTo>
                      <a:pt x="20069" y="1"/>
                    </a:lnTo>
                    <a:close/>
                  </a:path>
                </a:pathLst>
              </a:custGeom>
              <a:solidFill>
                <a:srgbClr val="667E9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9846" name="Google Shape;9846;p40"/>
            <p:cNvGrpSpPr/>
            <p:nvPr/>
          </p:nvGrpSpPr>
          <p:grpSpPr>
            <a:xfrm>
              <a:off x="4294923" y="2469658"/>
              <a:ext cx="668951" cy="885523"/>
              <a:chOff x="4294923" y="2469658"/>
              <a:chExt cx="668951" cy="885523"/>
            </a:xfrm>
          </p:grpSpPr>
          <p:sp>
            <p:nvSpPr>
              <p:cNvPr id="9847" name="Google Shape;9847;p40"/>
              <p:cNvSpPr/>
              <p:nvPr/>
            </p:nvSpPr>
            <p:spPr>
              <a:xfrm>
                <a:off x="4294923" y="3257057"/>
                <a:ext cx="668951" cy="98124"/>
              </a:xfrm>
              <a:custGeom>
                <a:rect b="b" l="l" r="r" t="t"/>
                <a:pathLst>
                  <a:path extrusionOk="0" h="6286" w="42854">
                    <a:moveTo>
                      <a:pt x="0" y="1"/>
                    </a:moveTo>
                    <a:lnTo>
                      <a:pt x="0" y="6286"/>
                    </a:lnTo>
                    <a:lnTo>
                      <a:pt x="42854" y="6286"/>
                    </a:lnTo>
                    <a:lnTo>
                      <a:pt x="42854" y="1"/>
                    </a:ln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848" name="Google Shape;9848;p40"/>
              <p:cNvSpPr/>
              <p:nvPr/>
            </p:nvSpPr>
            <p:spPr>
              <a:xfrm>
                <a:off x="4294923" y="3099584"/>
                <a:ext cx="668951" cy="98124"/>
              </a:xfrm>
              <a:custGeom>
                <a:rect b="b" l="l" r="r" t="t"/>
                <a:pathLst>
                  <a:path extrusionOk="0" h="6286" w="42854">
                    <a:moveTo>
                      <a:pt x="0" y="0"/>
                    </a:moveTo>
                    <a:lnTo>
                      <a:pt x="0" y="6285"/>
                    </a:lnTo>
                    <a:lnTo>
                      <a:pt x="42854" y="6285"/>
                    </a:lnTo>
                    <a:lnTo>
                      <a:pt x="42854" y="0"/>
                    </a:ln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849" name="Google Shape;9849;p40"/>
              <p:cNvSpPr/>
              <p:nvPr/>
            </p:nvSpPr>
            <p:spPr>
              <a:xfrm>
                <a:off x="4294923" y="2942094"/>
                <a:ext cx="668951" cy="98124"/>
              </a:xfrm>
              <a:custGeom>
                <a:rect b="b" l="l" r="r" t="t"/>
                <a:pathLst>
                  <a:path extrusionOk="0" h="6286" w="42854">
                    <a:moveTo>
                      <a:pt x="0" y="1"/>
                    </a:moveTo>
                    <a:lnTo>
                      <a:pt x="0" y="6286"/>
                    </a:lnTo>
                    <a:lnTo>
                      <a:pt x="42854" y="6286"/>
                    </a:lnTo>
                    <a:lnTo>
                      <a:pt x="42854" y="1"/>
                    </a:ln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850" name="Google Shape;9850;p40"/>
              <p:cNvSpPr/>
              <p:nvPr/>
            </p:nvSpPr>
            <p:spPr>
              <a:xfrm>
                <a:off x="4447355" y="2784621"/>
                <a:ext cx="516519" cy="98124"/>
              </a:xfrm>
              <a:custGeom>
                <a:rect b="b" l="l" r="r" t="t"/>
                <a:pathLst>
                  <a:path extrusionOk="0" h="6286" w="33089">
                    <a:moveTo>
                      <a:pt x="0" y="0"/>
                    </a:moveTo>
                    <a:lnTo>
                      <a:pt x="0" y="6285"/>
                    </a:lnTo>
                    <a:lnTo>
                      <a:pt x="33089" y="6285"/>
                    </a:lnTo>
                    <a:lnTo>
                      <a:pt x="33089" y="0"/>
                    </a:ln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851" name="Google Shape;9851;p40"/>
              <p:cNvSpPr/>
              <p:nvPr/>
            </p:nvSpPr>
            <p:spPr>
              <a:xfrm>
                <a:off x="4548960" y="2627131"/>
                <a:ext cx="414914" cy="98140"/>
              </a:xfrm>
              <a:custGeom>
                <a:rect b="b" l="l" r="r" t="t"/>
                <a:pathLst>
                  <a:path extrusionOk="0" h="6287" w="26580">
                    <a:moveTo>
                      <a:pt x="1" y="1"/>
                    </a:moveTo>
                    <a:lnTo>
                      <a:pt x="1" y="6286"/>
                    </a:lnTo>
                    <a:lnTo>
                      <a:pt x="26580" y="6286"/>
                    </a:lnTo>
                    <a:lnTo>
                      <a:pt x="26580" y="1"/>
                    </a:ln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852" name="Google Shape;9852;p40"/>
              <p:cNvSpPr/>
              <p:nvPr/>
            </p:nvSpPr>
            <p:spPr>
              <a:xfrm>
                <a:off x="4650534" y="2469658"/>
                <a:ext cx="313340" cy="98078"/>
              </a:xfrm>
              <a:custGeom>
                <a:rect b="b" l="l" r="r" t="t"/>
                <a:pathLst>
                  <a:path extrusionOk="0" h="6283" w="20073">
                    <a:moveTo>
                      <a:pt x="1" y="1"/>
                    </a:moveTo>
                    <a:lnTo>
                      <a:pt x="1" y="6283"/>
                    </a:lnTo>
                    <a:lnTo>
                      <a:pt x="20073" y="6283"/>
                    </a:lnTo>
                    <a:lnTo>
                      <a:pt x="20073" y="1"/>
                    </a:ln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9853" name="Google Shape;9853;p40"/>
            <p:cNvSpPr/>
            <p:nvPr/>
          </p:nvSpPr>
          <p:spPr>
            <a:xfrm>
              <a:off x="4963437" y="2439811"/>
              <a:ext cx="16" cy="967914"/>
            </a:xfrm>
            <a:custGeom>
              <a:rect b="b" l="l" r="r" t="t"/>
              <a:pathLst>
                <a:path extrusionOk="0" fill="none" h="62006" w="1">
                  <a:moveTo>
                    <a:pt x="1" y="0"/>
                  </a:moveTo>
                  <a:lnTo>
                    <a:pt x="1" y="62006"/>
                  </a:lnTo>
                </a:path>
              </a:pathLst>
            </a:custGeom>
            <a:noFill/>
            <a:ln cap="flat" cmpd="sng" w="9525">
              <a:solidFill>
                <a:srgbClr val="F2F2F2"/>
              </a:solidFill>
              <a:prstDash val="solid"/>
              <a:miter lim="2997"/>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9854" name="Google Shape;9854;p40"/>
          <p:cNvGrpSpPr/>
          <p:nvPr/>
        </p:nvGrpSpPr>
        <p:grpSpPr>
          <a:xfrm>
            <a:off x="4231477" y="3282206"/>
            <a:ext cx="1430948" cy="897289"/>
            <a:chOff x="4351371" y="3547942"/>
            <a:chExt cx="1345129" cy="843475"/>
          </a:xfrm>
        </p:grpSpPr>
        <p:grpSp>
          <p:nvGrpSpPr>
            <p:cNvPr id="9855" name="Google Shape;9855;p40"/>
            <p:cNvGrpSpPr/>
            <p:nvPr/>
          </p:nvGrpSpPr>
          <p:grpSpPr>
            <a:xfrm>
              <a:off x="4351371" y="4209917"/>
              <a:ext cx="1345129" cy="181500"/>
              <a:chOff x="4351371" y="4209917"/>
              <a:chExt cx="1345129" cy="181500"/>
            </a:xfrm>
          </p:grpSpPr>
          <p:sp>
            <p:nvSpPr>
              <p:cNvPr id="9856" name="Google Shape;9856;p40"/>
              <p:cNvSpPr/>
              <p:nvPr/>
            </p:nvSpPr>
            <p:spPr>
              <a:xfrm rot="10800000">
                <a:off x="4351371" y="4209917"/>
                <a:ext cx="1281600" cy="181500"/>
              </a:xfrm>
              <a:prstGeom prst="rect">
                <a:avLst/>
              </a:prstGeom>
              <a:solidFill>
                <a:srgbClr val="435D7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cxnSp>
            <p:nvCxnSpPr>
              <p:cNvPr id="9857" name="Google Shape;9857;p40"/>
              <p:cNvCxnSpPr/>
              <p:nvPr/>
            </p:nvCxnSpPr>
            <p:spPr>
              <a:xfrm>
                <a:off x="5551000" y="4298797"/>
                <a:ext cx="145500" cy="0"/>
              </a:xfrm>
              <a:prstGeom prst="straightConnector1">
                <a:avLst/>
              </a:prstGeom>
              <a:noFill/>
              <a:ln cap="flat" cmpd="sng" w="28575">
                <a:solidFill>
                  <a:srgbClr val="435D74"/>
                </a:solidFill>
                <a:prstDash val="solid"/>
                <a:round/>
                <a:headEnd len="sm" w="sm" type="none"/>
                <a:tailEnd len="sm" w="sm" type="none"/>
              </a:ln>
            </p:spPr>
          </p:cxnSp>
        </p:grpSp>
        <p:grpSp>
          <p:nvGrpSpPr>
            <p:cNvPr id="9858" name="Google Shape;9858;p40"/>
            <p:cNvGrpSpPr/>
            <p:nvPr/>
          </p:nvGrpSpPr>
          <p:grpSpPr>
            <a:xfrm>
              <a:off x="4403010" y="3985221"/>
              <a:ext cx="1109519" cy="181500"/>
              <a:chOff x="4403010" y="3985221"/>
              <a:chExt cx="1109519" cy="181500"/>
            </a:xfrm>
          </p:grpSpPr>
          <p:sp>
            <p:nvSpPr>
              <p:cNvPr id="9859" name="Google Shape;9859;p40"/>
              <p:cNvSpPr/>
              <p:nvPr/>
            </p:nvSpPr>
            <p:spPr>
              <a:xfrm rot="10800000">
                <a:off x="4471829" y="3985221"/>
                <a:ext cx="1040700" cy="181500"/>
              </a:xfrm>
              <a:prstGeom prst="rect">
                <a:avLst/>
              </a:prstGeom>
              <a:solidFill>
                <a:srgbClr val="5F7D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cxnSp>
            <p:nvCxnSpPr>
              <p:cNvPr id="9860" name="Google Shape;9860;p40"/>
              <p:cNvCxnSpPr/>
              <p:nvPr/>
            </p:nvCxnSpPr>
            <p:spPr>
              <a:xfrm>
                <a:off x="4403010" y="4075993"/>
                <a:ext cx="145500" cy="0"/>
              </a:xfrm>
              <a:prstGeom prst="straightConnector1">
                <a:avLst/>
              </a:prstGeom>
              <a:noFill/>
              <a:ln cap="flat" cmpd="sng" w="28575">
                <a:solidFill>
                  <a:srgbClr val="5F7D95"/>
                </a:solidFill>
                <a:prstDash val="solid"/>
                <a:round/>
                <a:headEnd len="sm" w="sm" type="none"/>
                <a:tailEnd len="sm" w="sm" type="none"/>
              </a:ln>
            </p:spPr>
          </p:cxnSp>
        </p:grpSp>
        <p:grpSp>
          <p:nvGrpSpPr>
            <p:cNvPr id="9861" name="Google Shape;9861;p40"/>
            <p:cNvGrpSpPr/>
            <p:nvPr/>
          </p:nvGrpSpPr>
          <p:grpSpPr>
            <a:xfrm>
              <a:off x="4618704" y="3766582"/>
              <a:ext cx="807858" cy="181500"/>
              <a:chOff x="4618704" y="3766582"/>
              <a:chExt cx="807858" cy="181500"/>
            </a:xfrm>
          </p:grpSpPr>
          <p:sp>
            <p:nvSpPr>
              <p:cNvPr id="9862" name="Google Shape;9862;p40"/>
              <p:cNvSpPr/>
              <p:nvPr/>
            </p:nvSpPr>
            <p:spPr>
              <a:xfrm rot="10800000">
                <a:off x="4618704" y="3766582"/>
                <a:ext cx="747000" cy="181500"/>
              </a:xfrm>
              <a:prstGeom prst="rect">
                <a:avLst/>
              </a:prstGeom>
              <a:solidFill>
                <a:srgbClr val="869FB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cxnSp>
            <p:nvCxnSpPr>
              <p:cNvPr id="9863" name="Google Shape;9863;p40"/>
              <p:cNvCxnSpPr/>
              <p:nvPr/>
            </p:nvCxnSpPr>
            <p:spPr>
              <a:xfrm>
                <a:off x="5281062" y="3855291"/>
                <a:ext cx="145500" cy="0"/>
              </a:xfrm>
              <a:prstGeom prst="straightConnector1">
                <a:avLst/>
              </a:prstGeom>
              <a:noFill/>
              <a:ln cap="flat" cmpd="sng" w="28575">
                <a:solidFill>
                  <a:srgbClr val="869FB2"/>
                </a:solidFill>
                <a:prstDash val="solid"/>
                <a:round/>
                <a:headEnd len="sm" w="sm" type="none"/>
                <a:tailEnd len="sm" w="sm" type="none"/>
              </a:ln>
            </p:spPr>
          </p:cxnSp>
        </p:grpSp>
        <p:grpSp>
          <p:nvGrpSpPr>
            <p:cNvPr id="9864" name="Google Shape;9864;p40"/>
            <p:cNvGrpSpPr/>
            <p:nvPr/>
          </p:nvGrpSpPr>
          <p:grpSpPr>
            <a:xfrm>
              <a:off x="4735238" y="3547942"/>
              <a:ext cx="462839" cy="181500"/>
              <a:chOff x="4735238" y="3547942"/>
              <a:chExt cx="462839" cy="181500"/>
            </a:xfrm>
          </p:grpSpPr>
          <p:sp>
            <p:nvSpPr>
              <p:cNvPr id="9865" name="Google Shape;9865;p40"/>
              <p:cNvSpPr/>
              <p:nvPr/>
            </p:nvSpPr>
            <p:spPr>
              <a:xfrm rot="10800000">
                <a:off x="4786477" y="3547942"/>
                <a:ext cx="411600" cy="181500"/>
              </a:xfrm>
              <a:prstGeom prst="rect">
                <a:avLst/>
              </a:prstGeom>
              <a:solidFill>
                <a:srgbClr val="BAC8D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cxnSp>
            <p:nvCxnSpPr>
              <p:cNvPr id="9866" name="Google Shape;9866;p40"/>
              <p:cNvCxnSpPr/>
              <p:nvPr/>
            </p:nvCxnSpPr>
            <p:spPr>
              <a:xfrm>
                <a:off x="4735238" y="3636872"/>
                <a:ext cx="145500" cy="0"/>
              </a:xfrm>
              <a:prstGeom prst="straightConnector1">
                <a:avLst/>
              </a:prstGeom>
              <a:noFill/>
              <a:ln cap="flat" cmpd="sng" w="28575">
                <a:solidFill>
                  <a:srgbClr val="BAC8D3"/>
                </a:solidFill>
                <a:prstDash val="solid"/>
                <a:round/>
                <a:headEnd len="sm" w="sm" type="none"/>
                <a:tailEnd len="sm" w="sm" type="none"/>
              </a:ln>
            </p:spPr>
          </p:cxnSp>
        </p:grpSp>
      </p:grpSp>
      <p:grpSp>
        <p:nvGrpSpPr>
          <p:cNvPr id="9867" name="Google Shape;9867;p40"/>
          <p:cNvGrpSpPr/>
          <p:nvPr/>
        </p:nvGrpSpPr>
        <p:grpSpPr>
          <a:xfrm>
            <a:off x="7407835" y="2217530"/>
            <a:ext cx="1020955" cy="928853"/>
            <a:chOff x="926675" y="238125"/>
            <a:chExt cx="5755100" cy="5232975"/>
          </a:xfrm>
        </p:grpSpPr>
        <p:sp>
          <p:nvSpPr>
            <p:cNvPr id="9868" name="Google Shape;9868;p40"/>
            <p:cNvSpPr/>
            <p:nvPr/>
          </p:nvSpPr>
          <p:spPr>
            <a:xfrm>
              <a:off x="2235475" y="2161100"/>
              <a:ext cx="3138650" cy="1012350"/>
            </a:xfrm>
            <a:custGeom>
              <a:rect b="b" l="l" r="r" t="t"/>
              <a:pathLst>
                <a:path extrusionOk="0" h="40494" w="125546">
                  <a:moveTo>
                    <a:pt x="22196" y="1"/>
                  </a:moveTo>
                  <a:lnTo>
                    <a:pt x="8133" y="25661"/>
                  </a:lnTo>
                  <a:lnTo>
                    <a:pt x="1" y="40494"/>
                  </a:lnTo>
                  <a:lnTo>
                    <a:pt x="125545" y="40494"/>
                  </a:lnTo>
                  <a:lnTo>
                    <a:pt x="117413" y="25661"/>
                  </a:lnTo>
                  <a:lnTo>
                    <a:pt x="103351" y="1"/>
                  </a:lnTo>
                  <a:close/>
                </a:path>
              </a:pathLst>
            </a:custGeom>
            <a:solidFill>
              <a:srgbClr val="A5B7C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869" name="Google Shape;9869;p40"/>
            <p:cNvSpPr/>
            <p:nvPr/>
          </p:nvSpPr>
          <p:spPr>
            <a:xfrm>
              <a:off x="2825775" y="238125"/>
              <a:ext cx="1961900" cy="1850225"/>
            </a:xfrm>
            <a:custGeom>
              <a:rect b="b" l="l" r="r" t="t"/>
              <a:pathLst>
                <a:path extrusionOk="0" h="74009" w="78476">
                  <a:moveTo>
                    <a:pt x="39246" y="0"/>
                  </a:moveTo>
                  <a:lnTo>
                    <a:pt x="1" y="74009"/>
                  </a:lnTo>
                  <a:lnTo>
                    <a:pt x="78476" y="74009"/>
                  </a:lnTo>
                  <a:lnTo>
                    <a:pt x="39246" y="0"/>
                  </a:lnTo>
                  <a:close/>
                </a:path>
              </a:pathLst>
            </a:custGeom>
            <a:solidFill>
              <a:srgbClr val="667E9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870" name="Google Shape;9870;p40"/>
            <p:cNvSpPr/>
            <p:nvPr/>
          </p:nvSpPr>
          <p:spPr>
            <a:xfrm>
              <a:off x="926675" y="4357100"/>
              <a:ext cx="5755100" cy="1114000"/>
            </a:xfrm>
            <a:custGeom>
              <a:rect b="b" l="l" r="r" t="t"/>
              <a:pathLst>
                <a:path extrusionOk="0" h="44560" w="230204">
                  <a:moveTo>
                    <a:pt x="25737" y="1"/>
                  </a:moveTo>
                  <a:lnTo>
                    <a:pt x="0" y="44560"/>
                  </a:lnTo>
                  <a:lnTo>
                    <a:pt x="230204" y="44560"/>
                  </a:lnTo>
                  <a:lnTo>
                    <a:pt x="204467" y="1"/>
                  </a:ln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871" name="Google Shape;9871;p40"/>
            <p:cNvSpPr/>
            <p:nvPr/>
          </p:nvSpPr>
          <p:spPr>
            <a:xfrm>
              <a:off x="1621700" y="3256600"/>
              <a:ext cx="4370050" cy="1006950"/>
            </a:xfrm>
            <a:custGeom>
              <a:rect b="b" l="l" r="r" t="t"/>
              <a:pathLst>
                <a:path extrusionOk="0" h="40278" w="174802">
                  <a:moveTo>
                    <a:pt x="22750" y="1"/>
                  </a:moveTo>
                  <a:lnTo>
                    <a:pt x="0" y="40278"/>
                  </a:lnTo>
                  <a:lnTo>
                    <a:pt x="174802" y="40278"/>
                  </a:lnTo>
                  <a:lnTo>
                    <a:pt x="152053" y="1"/>
                  </a:ln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9872" name="Google Shape;9872;p40"/>
          <p:cNvGrpSpPr/>
          <p:nvPr/>
        </p:nvGrpSpPr>
        <p:grpSpPr>
          <a:xfrm>
            <a:off x="715208" y="2616265"/>
            <a:ext cx="1695374" cy="1560837"/>
            <a:chOff x="727421" y="2828315"/>
            <a:chExt cx="1695374" cy="1560837"/>
          </a:xfrm>
        </p:grpSpPr>
        <p:grpSp>
          <p:nvGrpSpPr>
            <p:cNvPr id="9873" name="Google Shape;9873;p40"/>
            <p:cNvGrpSpPr/>
            <p:nvPr/>
          </p:nvGrpSpPr>
          <p:grpSpPr>
            <a:xfrm>
              <a:off x="727421" y="2828315"/>
              <a:ext cx="1695374" cy="1560837"/>
              <a:chOff x="734799" y="2782450"/>
              <a:chExt cx="1571100" cy="1577400"/>
            </a:xfrm>
          </p:grpSpPr>
          <p:cxnSp>
            <p:nvCxnSpPr>
              <p:cNvPr id="9874" name="Google Shape;9874;p40"/>
              <p:cNvCxnSpPr/>
              <p:nvPr/>
            </p:nvCxnSpPr>
            <p:spPr>
              <a:xfrm>
                <a:off x="743025" y="2782450"/>
                <a:ext cx="0" cy="1577400"/>
              </a:xfrm>
              <a:prstGeom prst="straightConnector1">
                <a:avLst/>
              </a:prstGeom>
              <a:noFill/>
              <a:ln cap="flat" cmpd="sng" w="19050">
                <a:solidFill>
                  <a:srgbClr val="E3E7EA"/>
                </a:solidFill>
                <a:prstDash val="solid"/>
                <a:round/>
                <a:headEnd len="sm" w="sm" type="none"/>
                <a:tailEnd len="sm" w="sm" type="none"/>
              </a:ln>
            </p:spPr>
          </p:cxnSp>
          <p:cxnSp>
            <p:nvCxnSpPr>
              <p:cNvPr id="9875" name="Google Shape;9875;p40"/>
              <p:cNvCxnSpPr/>
              <p:nvPr/>
            </p:nvCxnSpPr>
            <p:spPr>
              <a:xfrm rot="10800000">
                <a:off x="734799" y="4359850"/>
                <a:ext cx="1571100" cy="0"/>
              </a:xfrm>
              <a:prstGeom prst="straightConnector1">
                <a:avLst/>
              </a:prstGeom>
              <a:noFill/>
              <a:ln cap="flat" cmpd="sng" w="19050">
                <a:solidFill>
                  <a:srgbClr val="E3E7EA"/>
                </a:solidFill>
                <a:prstDash val="solid"/>
                <a:round/>
                <a:headEnd len="sm" w="sm" type="none"/>
                <a:tailEnd len="sm" w="sm" type="none"/>
              </a:ln>
            </p:spPr>
          </p:cxnSp>
        </p:grpSp>
        <p:grpSp>
          <p:nvGrpSpPr>
            <p:cNvPr id="9876" name="Google Shape;9876;p40"/>
            <p:cNvGrpSpPr/>
            <p:nvPr/>
          </p:nvGrpSpPr>
          <p:grpSpPr>
            <a:xfrm>
              <a:off x="819108" y="2882501"/>
              <a:ext cx="1556791" cy="1426186"/>
              <a:chOff x="819108" y="2882501"/>
              <a:chExt cx="1556791" cy="1426186"/>
            </a:xfrm>
          </p:grpSpPr>
          <p:grpSp>
            <p:nvGrpSpPr>
              <p:cNvPr id="9877" name="Google Shape;9877;p40"/>
              <p:cNvGrpSpPr/>
              <p:nvPr/>
            </p:nvGrpSpPr>
            <p:grpSpPr>
              <a:xfrm>
                <a:off x="819108" y="2882501"/>
                <a:ext cx="103104" cy="1426186"/>
                <a:chOff x="4674013" y="3100904"/>
                <a:chExt cx="122758" cy="1698043"/>
              </a:xfrm>
            </p:grpSpPr>
            <p:sp>
              <p:nvSpPr>
                <p:cNvPr id="9878" name="Google Shape;9878;p40"/>
                <p:cNvSpPr/>
                <p:nvPr/>
              </p:nvSpPr>
              <p:spPr>
                <a:xfrm>
                  <a:off x="4674013" y="3100904"/>
                  <a:ext cx="122758" cy="122748"/>
                </a:xfrm>
                <a:custGeom>
                  <a:rect b="b" l="l" r="r" t="t"/>
                  <a:pathLst>
                    <a:path extrusionOk="0" h="12380" w="12381">
                      <a:moveTo>
                        <a:pt x="6191" y="1"/>
                      </a:moveTo>
                      <a:cubicBezTo>
                        <a:pt x="2771" y="1"/>
                        <a:pt x="0" y="2772"/>
                        <a:pt x="0" y="6190"/>
                      </a:cubicBezTo>
                      <a:cubicBezTo>
                        <a:pt x="0" y="9608"/>
                        <a:pt x="2771" y="12379"/>
                        <a:pt x="6191" y="12379"/>
                      </a:cubicBezTo>
                      <a:cubicBezTo>
                        <a:pt x="9610" y="12379"/>
                        <a:pt x="12381" y="9608"/>
                        <a:pt x="12381" y="6190"/>
                      </a:cubicBezTo>
                      <a:cubicBezTo>
                        <a:pt x="12381" y="2772"/>
                        <a:pt x="9610" y="1"/>
                        <a:pt x="6191" y="1"/>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879" name="Google Shape;9879;p40"/>
                <p:cNvSpPr/>
                <p:nvPr/>
              </p:nvSpPr>
              <p:spPr>
                <a:xfrm>
                  <a:off x="4674013" y="3363453"/>
                  <a:ext cx="122758" cy="122758"/>
                </a:xfrm>
                <a:custGeom>
                  <a:rect b="b" l="l" r="r" t="t"/>
                  <a:pathLst>
                    <a:path extrusionOk="0" h="12381" w="12381">
                      <a:moveTo>
                        <a:pt x="6191" y="0"/>
                      </a:moveTo>
                      <a:cubicBezTo>
                        <a:pt x="2771" y="0"/>
                        <a:pt x="0" y="2771"/>
                        <a:pt x="0" y="6191"/>
                      </a:cubicBezTo>
                      <a:cubicBezTo>
                        <a:pt x="0" y="9610"/>
                        <a:pt x="2771" y="12381"/>
                        <a:pt x="6191" y="12381"/>
                      </a:cubicBezTo>
                      <a:cubicBezTo>
                        <a:pt x="9610" y="12381"/>
                        <a:pt x="12381" y="9610"/>
                        <a:pt x="12381" y="6191"/>
                      </a:cubicBezTo>
                      <a:cubicBezTo>
                        <a:pt x="12381" y="2771"/>
                        <a:pt x="9610" y="0"/>
                        <a:pt x="6191" y="0"/>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880" name="Google Shape;9880;p40"/>
                <p:cNvSpPr/>
                <p:nvPr/>
              </p:nvSpPr>
              <p:spPr>
                <a:xfrm>
                  <a:off x="4674013" y="3625992"/>
                  <a:ext cx="122738" cy="122768"/>
                </a:xfrm>
                <a:custGeom>
                  <a:rect b="b" l="l" r="r" t="t"/>
                  <a:pathLst>
                    <a:path extrusionOk="0" h="12382" w="12379">
                      <a:moveTo>
                        <a:pt x="6190" y="1"/>
                      </a:moveTo>
                      <a:cubicBezTo>
                        <a:pt x="2771" y="1"/>
                        <a:pt x="0" y="2774"/>
                        <a:pt x="0" y="6192"/>
                      </a:cubicBezTo>
                      <a:cubicBezTo>
                        <a:pt x="0" y="9610"/>
                        <a:pt x="2771" y="12381"/>
                        <a:pt x="6190" y="12381"/>
                      </a:cubicBezTo>
                      <a:cubicBezTo>
                        <a:pt x="9608" y="12381"/>
                        <a:pt x="12379" y="9610"/>
                        <a:pt x="12379" y="6192"/>
                      </a:cubicBezTo>
                      <a:cubicBezTo>
                        <a:pt x="12379" y="2774"/>
                        <a:pt x="9608" y="1"/>
                        <a:pt x="6190" y="1"/>
                      </a:cubicBezTo>
                      <a:close/>
                    </a:path>
                  </a:pathLst>
                </a:custGeom>
                <a:solidFill>
                  <a:srgbClr val="869FB2"/>
                </a:solidFill>
                <a:ln cap="flat" cmpd="sng" w="19050">
                  <a:solidFill>
                    <a:srgbClr val="869FB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881" name="Google Shape;9881;p40"/>
                <p:cNvSpPr/>
                <p:nvPr/>
              </p:nvSpPr>
              <p:spPr>
                <a:xfrm>
                  <a:off x="4674013" y="3888561"/>
                  <a:ext cx="122738" cy="122738"/>
                </a:xfrm>
                <a:custGeom>
                  <a:rect b="b" l="l" r="r" t="t"/>
                  <a:pathLst>
                    <a:path extrusionOk="0" h="12379" w="12379">
                      <a:moveTo>
                        <a:pt x="6190" y="0"/>
                      </a:moveTo>
                      <a:cubicBezTo>
                        <a:pt x="2771" y="0"/>
                        <a:pt x="0" y="2771"/>
                        <a:pt x="0" y="6189"/>
                      </a:cubicBezTo>
                      <a:cubicBezTo>
                        <a:pt x="0" y="9608"/>
                        <a:pt x="2771" y="12379"/>
                        <a:pt x="6190" y="12379"/>
                      </a:cubicBezTo>
                      <a:cubicBezTo>
                        <a:pt x="9608" y="12379"/>
                        <a:pt x="12379" y="9608"/>
                        <a:pt x="12379" y="6189"/>
                      </a:cubicBezTo>
                      <a:cubicBezTo>
                        <a:pt x="12379" y="2771"/>
                        <a:pt x="9608" y="0"/>
                        <a:pt x="6190" y="0"/>
                      </a:cubicBezTo>
                      <a:close/>
                    </a:path>
                  </a:pathLst>
                </a:custGeom>
                <a:solidFill>
                  <a:srgbClr val="869FB2"/>
                </a:solidFill>
                <a:ln cap="flat" cmpd="sng" w="19050">
                  <a:solidFill>
                    <a:srgbClr val="869FB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882" name="Google Shape;9882;p40"/>
                <p:cNvSpPr/>
                <p:nvPr/>
              </p:nvSpPr>
              <p:spPr>
                <a:xfrm>
                  <a:off x="4674013" y="4151100"/>
                  <a:ext cx="122738" cy="122748"/>
                </a:xfrm>
                <a:custGeom>
                  <a:rect b="b" l="l" r="r" t="t"/>
                  <a:pathLst>
                    <a:path extrusionOk="0" h="12380" w="12379">
                      <a:moveTo>
                        <a:pt x="6190" y="1"/>
                      </a:moveTo>
                      <a:cubicBezTo>
                        <a:pt x="2771" y="1"/>
                        <a:pt x="0" y="2772"/>
                        <a:pt x="0" y="6190"/>
                      </a:cubicBezTo>
                      <a:cubicBezTo>
                        <a:pt x="0" y="9608"/>
                        <a:pt x="2771" y="12379"/>
                        <a:pt x="6190" y="12379"/>
                      </a:cubicBezTo>
                      <a:cubicBezTo>
                        <a:pt x="9608" y="12379"/>
                        <a:pt x="12379" y="9608"/>
                        <a:pt x="12379" y="6190"/>
                      </a:cubicBezTo>
                      <a:cubicBezTo>
                        <a:pt x="12379" y="2772"/>
                        <a:pt x="9608" y="1"/>
                        <a:pt x="6190" y="1"/>
                      </a:cubicBezTo>
                      <a:close/>
                    </a:path>
                  </a:pathLst>
                </a:custGeom>
                <a:solidFill>
                  <a:srgbClr val="869FB2"/>
                </a:solidFill>
                <a:ln cap="flat" cmpd="sng" w="19050">
                  <a:solidFill>
                    <a:srgbClr val="869FB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883" name="Google Shape;9883;p40"/>
                <p:cNvSpPr/>
                <p:nvPr/>
              </p:nvSpPr>
              <p:spPr>
                <a:xfrm>
                  <a:off x="4674013" y="4413650"/>
                  <a:ext cx="122738" cy="122758"/>
                </a:xfrm>
                <a:custGeom>
                  <a:rect b="b" l="l" r="r" t="t"/>
                  <a:pathLst>
                    <a:path extrusionOk="0" h="12381" w="12379">
                      <a:moveTo>
                        <a:pt x="6190" y="0"/>
                      </a:moveTo>
                      <a:cubicBezTo>
                        <a:pt x="2771" y="0"/>
                        <a:pt x="0" y="2771"/>
                        <a:pt x="0" y="6191"/>
                      </a:cubicBezTo>
                      <a:cubicBezTo>
                        <a:pt x="0" y="9609"/>
                        <a:pt x="2771" y="12380"/>
                        <a:pt x="6190" y="12380"/>
                      </a:cubicBezTo>
                      <a:cubicBezTo>
                        <a:pt x="9608" y="12380"/>
                        <a:pt x="12379" y="9609"/>
                        <a:pt x="12379" y="6191"/>
                      </a:cubicBezTo>
                      <a:cubicBezTo>
                        <a:pt x="12379" y="2771"/>
                        <a:pt x="9608" y="0"/>
                        <a:pt x="6190" y="0"/>
                      </a:cubicBezTo>
                      <a:close/>
                    </a:path>
                  </a:pathLst>
                </a:custGeom>
                <a:solidFill>
                  <a:srgbClr val="869FB2"/>
                </a:solidFill>
                <a:ln cap="flat" cmpd="sng" w="19050">
                  <a:solidFill>
                    <a:srgbClr val="869FB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884" name="Google Shape;9884;p40"/>
                <p:cNvSpPr/>
                <p:nvPr/>
              </p:nvSpPr>
              <p:spPr>
                <a:xfrm>
                  <a:off x="4674013" y="4676209"/>
                  <a:ext cx="122738" cy="122738"/>
                </a:xfrm>
                <a:custGeom>
                  <a:rect b="b" l="l" r="r" t="t"/>
                  <a:pathLst>
                    <a:path extrusionOk="0" h="12379" w="12379">
                      <a:moveTo>
                        <a:pt x="6190" y="0"/>
                      </a:moveTo>
                      <a:cubicBezTo>
                        <a:pt x="2771" y="0"/>
                        <a:pt x="0" y="2771"/>
                        <a:pt x="0" y="6189"/>
                      </a:cubicBezTo>
                      <a:cubicBezTo>
                        <a:pt x="0" y="9608"/>
                        <a:pt x="2771" y="12379"/>
                        <a:pt x="6190" y="12379"/>
                      </a:cubicBezTo>
                      <a:cubicBezTo>
                        <a:pt x="9608" y="12379"/>
                        <a:pt x="12379" y="9608"/>
                        <a:pt x="12379" y="6189"/>
                      </a:cubicBezTo>
                      <a:cubicBezTo>
                        <a:pt x="12379" y="2771"/>
                        <a:pt x="9608" y="0"/>
                        <a:pt x="6190" y="0"/>
                      </a:cubicBezTo>
                      <a:close/>
                    </a:path>
                  </a:pathLst>
                </a:custGeom>
                <a:solidFill>
                  <a:srgbClr val="869FB2"/>
                </a:solidFill>
                <a:ln cap="flat" cmpd="sng" w="19050">
                  <a:solidFill>
                    <a:srgbClr val="869FB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9885" name="Google Shape;9885;p40"/>
              <p:cNvGrpSpPr/>
              <p:nvPr/>
            </p:nvGrpSpPr>
            <p:grpSpPr>
              <a:xfrm>
                <a:off x="1062475" y="2882501"/>
                <a:ext cx="103104" cy="1426186"/>
                <a:chOff x="4940438" y="3100904"/>
                <a:chExt cx="122758" cy="1698043"/>
              </a:xfrm>
            </p:grpSpPr>
            <p:sp>
              <p:nvSpPr>
                <p:cNvPr id="9886" name="Google Shape;9886;p40"/>
                <p:cNvSpPr/>
                <p:nvPr/>
              </p:nvSpPr>
              <p:spPr>
                <a:xfrm>
                  <a:off x="4940438" y="3100904"/>
                  <a:ext cx="122758" cy="122748"/>
                </a:xfrm>
                <a:custGeom>
                  <a:rect b="b" l="l" r="r" t="t"/>
                  <a:pathLst>
                    <a:path extrusionOk="0" h="12380" w="12381">
                      <a:moveTo>
                        <a:pt x="6191" y="1"/>
                      </a:moveTo>
                      <a:cubicBezTo>
                        <a:pt x="2771" y="1"/>
                        <a:pt x="0" y="2772"/>
                        <a:pt x="0" y="6190"/>
                      </a:cubicBezTo>
                      <a:cubicBezTo>
                        <a:pt x="0" y="9608"/>
                        <a:pt x="2771" y="12379"/>
                        <a:pt x="6191" y="12379"/>
                      </a:cubicBezTo>
                      <a:cubicBezTo>
                        <a:pt x="9610" y="12379"/>
                        <a:pt x="12381" y="9608"/>
                        <a:pt x="12381" y="6190"/>
                      </a:cubicBezTo>
                      <a:cubicBezTo>
                        <a:pt x="12381" y="2772"/>
                        <a:pt x="9610" y="1"/>
                        <a:pt x="6191" y="1"/>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887" name="Google Shape;9887;p40"/>
                <p:cNvSpPr/>
                <p:nvPr/>
              </p:nvSpPr>
              <p:spPr>
                <a:xfrm>
                  <a:off x="4940438" y="3363453"/>
                  <a:ext cx="122758" cy="122758"/>
                </a:xfrm>
                <a:custGeom>
                  <a:rect b="b" l="l" r="r" t="t"/>
                  <a:pathLst>
                    <a:path extrusionOk="0" h="12381" w="12381">
                      <a:moveTo>
                        <a:pt x="6191" y="0"/>
                      </a:moveTo>
                      <a:cubicBezTo>
                        <a:pt x="2771" y="0"/>
                        <a:pt x="0" y="2771"/>
                        <a:pt x="0" y="6191"/>
                      </a:cubicBezTo>
                      <a:cubicBezTo>
                        <a:pt x="0" y="9610"/>
                        <a:pt x="2771" y="12381"/>
                        <a:pt x="6191" y="12381"/>
                      </a:cubicBezTo>
                      <a:cubicBezTo>
                        <a:pt x="9610" y="12381"/>
                        <a:pt x="12381" y="9610"/>
                        <a:pt x="12381" y="6191"/>
                      </a:cubicBezTo>
                      <a:cubicBezTo>
                        <a:pt x="12381" y="2771"/>
                        <a:pt x="9610" y="0"/>
                        <a:pt x="6191" y="0"/>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888" name="Google Shape;9888;p40"/>
                <p:cNvSpPr/>
                <p:nvPr/>
              </p:nvSpPr>
              <p:spPr>
                <a:xfrm>
                  <a:off x="4940438" y="3625992"/>
                  <a:ext cx="122738" cy="122768"/>
                </a:xfrm>
                <a:custGeom>
                  <a:rect b="b" l="l" r="r" t="t"/>
                  <a:pathLst>
                    <a:path extrusionOk="0" h="12382" w="12379">
                      <a:moveTo>
                        <a:pt x="6190" y="1"/>
                      </a:moveTo>
                      <a:cubicBezTo>
                        <a:pt x="2771" y="1"/>
                        <a:pt x="0" y="2774"/>
                        <a:pt x="0" y="6192"/>
                      </a:cubicBezTo>
                      <a:cubicBezTo>
                        <a:pt x="0" y="9610"/>
                        <a:pt x="2771" y="12381"/>
                        <a:pt x="6190" y="12381"/>
                      </a:cubicBezTo>
                      <a:cubicBezTo>
                        <a:pt x="9608" y="12381"/>
                        <a:pt x="12379" y="9610"/>
                        <a:pt x="12379" y="6192"/>
                      </a:cubicBezTo>
                      <a:cubicBezTo>
                        <a:pt x="12379" y="2774"/>
                        <a:pt x="9608" y="1"/>
                        <a:pt x="6190" y="1"/>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889" name="Google Shape;9889;p40"/>
                <p:cNvSpPr/>
                <p:nvPr/>
              </p:nvSpPr>
              <p:spPr>
                <a:xfrm>
                  <a:off x="4940438" y="3888561"/>
                  <a:ext cx="122738" cy="122738"/>
                </a:xfrm>
                <a:custGeom>
                  <a:rect b="b" l="l" r="r" t="t"/>
                  <a:pathLst>
                    <a:path extrusionOk="0" h="12379" w="12379">
                      <a:moveTo>
                        <a:pt x="6190" y="0"/>
                      </a:moveTo>
                      <a:cubicBezTo>
                        <a:pt x="2771" y="0"/>
                        <a:pt x="0" y="2771"/>
                        <a:pt x="0" y="6189"/>
                      </a:cubicBezTo>
                      <a:cubicBezTo>
                        <a:pt x="0" y="9608"/>
                        <a:pt x="2771" y="12379"/>
                        <a:pt x="6190" y="12379"/>
                      </a:cubicBezTo>
                      <a:cubicBezTo>
                        <a:pt x="9608" y="12379"/>
                        <a:pt x="12379" y="9608"/>
                        <a:pt x="12379" y="6189"/>
                      </a:cubicBezTo>
                      <a:cubicBezTo>
                        <a:pt x="12379" y="2771"/>
                        <a:pt x="9608" y="0"/>
                        <a:pt x="6190" y="0"/>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890" name="Google Shape;9890;p40"/>
                <p:cNvSpPr/>
                <p:nvPr/>
              </p:nvSpPr>
              <p:spPr>
                <a:xfrm>
                  <a:off x="4940438" y="4151100"/>
                  <a:ext cx="122738" cy="122748"/>
                </a:xfrm>
                <a:custGeom>
                  <a:rect b="b" l="l" r="r" t="t"/>
                  <a:pathLst>
                    <a:path extrusionOk="0" h="12380" w="12379">
                      <a:moveTo>
                        <a:pt x="6190" y="1"/>
                      </a:moveTo>
                      <a:cubicBezTo>
                        <a:pt x="2771" y="1"/>
                        <a:pt x="0" y="2772"/>
                        <a:pt x="0" y="6190"/>
                      </a:cubicBezTo>
                      <a:cubicBezTo>
                        <a:pt x="0" y="9608"/>
                        <a:pt x="2771" y="12379"/>
                        <a:pt x="6190" y="12379"/>
                      </a:cubicBezTo>
                      <a:cubicBezTo>
                        <a:pt x="9608" y="12379"/>
                        <a:pt x="12379" y="9608"/>
                        <a:pt x="12379" y="6190"/>
                      </a:cubicBezTo>
                      <a:cubicBezTo>
                        <a:pt x="12379" y="2772"/>
                        <a:pt x="9608" y="1"/>
                        <a:pt x="6190" y="1"/>
                      </a:cubicBezTo>
                      <a:close/>
                    </a:path>
                  </a:pathLst>
                </a:custGeom>
                <a:solidFill>
                  <a:srgbClr val="869FB2"/>
                </a:solidFill>
                <a:ln cap="flat" cmpd="sng" w="19050">
                  <a:solidFill>
                    <a:srgbClr val="869FB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891" name="Google Shape;9891;p40"/>
                <p:cNvSpPr/>
                <p:nvPr/>
              </p:nvSpPr>
              <p:spPr>
                <a:xfrm>
                  <a:off x="4940438" y="4413650"/>
                  <a:ext cx="122738" cy="122758"/>
                </a:xfrm>
                <a:custGeom>
                  <a:rect b="b" l="l" r="r" t="t"/>
                  <a:pathLst>
                    <a:path extrusionOk="0" h="12381" w="12379">
                      <a:moveTo>
                        <a:pt x="6190" y="0"/>
                      </a:moveTo>
                      <a:cubicBezTo>
                        <a:pt x="2771" y="0"/>
                        <a:pt x="0" y="2771"/>
                        <a:pt x="0" y="6191"/>
                      </a:cubicBezTo>
                      <a:cubicBezTo>
                        <a:pt x="0" y="9609"/>
                        <a:pt x="2771" y="12380"/>
                        <a:pt x="6190" y="12380"/>
                      </a:cubicBezTo>
                      <a:cubicBezTo>
                        <a:pt x="9608" y="12380"/>
                        <a:pt x="12379" y="9609"/>
                        <a:pt x="12379" y="6191"/>
                      </a:cubicBezTo>
                      <a:cubicBezTo>
                        <a:pt x="12379" y="2771"/>
                        <a:pt x="9608" y="0"/>
                        <a:pt x="6190" y="0"/>
                      </a:cubicBezTo>
                      <a:close/>
                    </a:path>
                  </a:pathLst>
                </a:custGeom>
                <a:solidFill>
                  <a:srgbClr val="869FB2"/>
                </a:solidFill>
                <a:ln cap="flat" cmpd="sng" w="19050">
                  <a:solidFill>
                    <a:srgbClr val="869FB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892" name="Google Shape;9892;p40"/>
                <p:cNvSpPr/>
                <p:nvPr/>
              </p:nvSpPr>
              <p:spPr>
                <a:xfrm>
                  <a:off x="4940438" y="4676209"/>
                  <a:ext cx="122738" cy="122738"/>
                </a:xfrm>
                <a:custGeom>
                  <a:rect b="b" l="l" r="r" t="t"/>
                  <a:pathLst>
                    <a:path extrusionOk="0" h="12379" w="12379">
                      <a:moveTo>
                        <a:pt x="6190" y="0"/>
                      </a:moveTo>
                      <a:cubicBezTo>
                        <a:pt x="2771" y="0"/>
                        <a:pt x="0" y="2771"/>
                        <a:pt x="0" y="6189"/>
                      </a:cubicBezTo>
                      <a:cubicBezTo>
                        <a:pt x="0" y="9608"/>
                        <a:pt x="2771" y="12379"/>
                        <a:pt x="6190" y="12379"/>
                      </a:cubicBezTo>
                      <a:cubicBezTo>
                        <a:pt x="9608" y="12379"/>
                        <a:pt x="12379" y="9608"/>
                        <a:pt x="12379" y="6189"/>
                      </a:cubicBezTo>
                      <a:cubicBezTo>
                        <a:pt x="12379" y="2771"/>
                        <a:pt x="9608" y="0"/>
                        <a:pt x="6190" y="0"/>
                      </a:cubicBezTo>
                      <a:close/>
                    </a:path>
                  </a:pathLst>
                </a:custGeom>
                <a:solidFill>
                  <a:srgbClr val="869FB2"/>
                </a:solidFill>
                <a:ln cap="flat" cmpd="sng" w="19050">
                  <a:solidFill>
                    <a:srgbClr val="869FB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9893" name="Google Shape;9893;p40"/>
              <p:cNvGrpSpPr/>
              <p:nvPr/>
            </p:nvGrpSpPr>
            <p:grpSpPr>
              <a:xfrm>
                <a:off x="1299324" y="2882501"/>
                <a:ext cx="103104" cy="1426186"/>
                <a:chOff x="5206863" y="3100904"/>
                <a:chExt cx="122758" cy="1698043"/>
              </a:xfrm>
            </p:grpSpPr>
            <p:sp>
              <p:nvSpPr>
                <p:cNvPr id="9894" name="Google Shape;9894;p40"/>
                <p:cNvSpPr/>
                <p:nvPr/>
              </p:nvSpPr>
              <p:spPr>
                <a:xfrm>
                  <a:off x="5206863" y="3100904"/>
                  <a:ext cx="122758" cy="122748"/>
                </a:xfrm>
                <a:custGeom>
                  <a:rect b="b" l="l" r="r" t="t"/>
                  <a:pathLst>
                    <a:path extrusionOk="0" h="12380" w="12381">
                      <a:moveTo>
                        <a:pt x="6191" y="1"/>
                      </a:moveTo>
                      <a:cubicBezTo>
                        <a:pt x="2771" y="1"/>
                        <a:pt x="0" y="2772"/>
                        <a:pt x="0" y="6190"/>
                      </a:cubicBezTo>
                      <a:cubicBezTo>
                        <a:pt x="0" y="9608"/>
                        <a:pt x="2771" y="12379"/>
                        <a:pt x="6191" y="12379"/>
                      </a:cubicBezTo>
                      <a:cubicBezTo>
                        <a:pt x="9610" y="12379"/>
                        <a:pt x="12381" y="9608"/>
                        <a:pt x="12381" y="6190"/>
                      </a:cubicBezTo>
                      <a:cubicBezTo>
                        <a:pt x="12381" y="2772"/>
                        <a:pt x="9610" y="1"/>
                        <a:pt x="6191" y="1"/>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895" name="Google Shape;9895;p40"/>
                <p:cNvSpPr/>
                <p:nvPr/>
              </p:nvSpPr>
              <p:spPr>
                <a:xfrm>
                  <a:off x="5206863" y="3363453"/>
                  <a:ext cx="122758" cy="122758"/>
                </a:xfrm>
                <a:custGeom>
                  <a:rect b="b" l="l" r="r" t="t"/>
                  <a:pathLst>
                    <a:path extrusionOk="0" h="12381" w="12381">
                      <a:moveTo>
                        <a:pt x="6191" y="0"/>
                      </a:moveTo>
                      <a:cubicBezTo>
                        <a:pt x="2771" y="0"/>
                        <a:pt x="0" y="2771"/>
                        <a:pt x="0" y="6191"/>
                      </a:cubicBezTo>
                      <a:cubicBezTo>
                        <a:pt x="0" y="9610"/>
                        <a:pt x="2771" y="12381"/>
                        <a:pt x="6191" y="12381"/>
                      </a:cubicBezTo>
                      <a:cubicBezTo>
                        <a:pt x="9610" y="12381"/>
                        <a:pt x="12381" y="9610"/>
                        <a:pt x="12381" y="6191"/>
                      </a:cubicBezTo>
                      <a:cubicBezTo>
                        <a:pt x="12381" y="2771"/>
                        <a:pt x="9610" y="0"/>
                        <a:pt x="6191" y="0"/>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896" name="Google Shape;9896;p40"/>
                <p:cNvSpPr/>
                <p:nvPr/>
              </p:nvSpPr>
              <p:spPr>
                <a:xfrm>
                  <a:off x="5206863" y="3625992"/>
                  <a:ext cx="122738" cy="122768"/>
                </a:xfrm>
                <a:custGeom>
                  <a:rect b="b" l="l" r="r" t="t"/>
                  <a:pathLst>
                    <a:path extrusionOk="0" h="12382" w="12379">
                      <a:moveTo>
                        <a:pt x="6190" y="1"/>
                      </a:moveTo>
                      <a:cubicBezTo>
                        <a:pt x="2771" y="1"/>
                        <a:pt x="0" y="2774"/>
                        <a:pt x="0" y="6192"/>
                      </a:cubicBezTo>
                      <a:cubicBezTo>
                        <a:pt x="0" y="9610"/>
                        <a:pt x="2771" y="12381"/>
                        <a:pt x="6190" y="12381"/>
                      </a:cubicBezTo>
                      <a:cubicBezTo>
                        <a:pt x="9608" y="12381"/>
                        <a:pt x="12379" y="9610"/>
                        <a:pt x="12379" y="6192"/>
                      </a:cubicBezTo>
                      <a:cubicBezTo>
                        <a:pt x="12379" y="2774"/>
                        <a:pt x="9608" y="1"/>
                        <a:pt x="6190" y="1"/>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897" name="Google Shape;9897;p40"/>
                <p:cNvSpPr/>
                <p:nvPr/>
              </p:nvSpPr>
              <p:spPr>
                <a:xfrm>
                  <a:off x="5206863" y="3888561"/>
                  <a:ext cx="122738" cy="122738"/>
                </a:xfrm>
                <a:custGeom>
                  <a:rect b="b" l="l" r="r" t="t"/>
                  <a:pathLst>
                    <a:path extrusionOk="0" h="12379" w="12379">
                      <a:moveTo>
                        <a:pt x="6190" y="0"/>
                      </a:moveTo>
                      <a:cubicBezTo>
                        <a:pt x="2771" y="0"/>
                        <a:pt x="0" y="2771"/>
                        <a:pt x="0" y="6189"/>
                      </a:cubicBezTo>
                      <a:cubicBezTo>
                        <a:pt x="0" y="9608"/>
                        <a:pt x="2771" y="12379"/>
                        <a:pt x="6190" y="12379"/>
                      </a:cubicBezTo>
                      <a:cubicBezTo>
                        <a:pt x="9608" y="12379"/>
                        <a:pt x="12379" y="9608"/>
                        <a:pt x="12379" y="6189"/>
                      </a:cubicBezTo>
                      <a:cubicBezTo>
                        <a:pt x="12379" y="2771"/>
                        <a:pt x="9608" y="0"/>
                        <a:pt x="6190" y="0"/>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898" name="Google Shape;9898;p40"/>
                <p:cNvSpPr/>
                <p:nvPr/>
              </p:nvSpPr>
              <p:spPr>
                <a:xfrm>
                  <a:off x="5206863" y="4151100"/>
                  <a:ext cx="122738" cy="122748"/>
                </a:xfrm>
                <a:custGeom>
                  <a:rect b="b" l="l" r="r" t="t"/>
                  <a:pathLst>
                    <a:path extrusionOk="0" h="12380" w="12379">
                      <a:moveTo>
                        <a:pt x="6190" y="1"/>
                      </a:moveTo>
                      <a:cubicBezTo>
                        <a:pt x="2771" y="1"/>
                        <a:pt x="0" y="2772"/>
                        <a:pt x="0" y="6190"/>
                      </a:cubicBezTo>
                      <a:cubicBezTo>
                        <a:pt x="0" y="9608"/>
                        <a:pt x="2771" y="12379"/>
                        <a:pt x="6190" y="12379"/>
                      </a:cubicBezTo>
                      <a:cubicBezTo>
                        <a:pt x="9608" y="12379"/>
                        <a:pt x="12379" y="9608"/>
                        <a:pt x="12379" y="6190"/>
                      </a:cubicBezTo>
                      <a:cubicBezTo>
                        <a:pt x="12379" y="2772"/>
                        <a:pt x="9608" y="1"/>
                        <a:pt x="6190" y="1"/>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899" name="Google Shape;9899;p40"/>
                <p:cNvSpPr/>
                <p:nvPr/>
              </p:nvSpPr>
              <p:spPr>
                <a:xfrm>
                  <a:off x="5206863" y="4413650"/>
                  <a:ext cx="122738" cy="122758"/>
                </a:xfrm>
                <a:custGeom>
                  <a:rect b="b" l="l" r="r" t="t"/>
                  <a:pathLst>
                    <a:path extrusionOk="0" h="12381" w="12379">
                      <a:moveTo>
                        <a:pt x="6190" y="0"/>
                      </a:moveTo>
                      <a:cubicBezTo>
                        <a:pt x="2771" y="0"/>
                        <a:pt x="0" y="2771"/>
                        <a:pt x="0" y="6191"/>
                      </a:cubicBezTo>
                      <a:cubicBezTo>
                        <a:pt x="0" y="9609"/>
                        <a:pt x="2771" y="12380"/>
                        <a:pt x="6190" y="12380"/>
                      </a:cubicBezTo>
                      <a:cubicBezTo>
                        <a:pt x="9608" y="12380"/>
                        <a:pt x="12379" y="9609"/>
                        <a:pt x="12379" y="6191"/>
                      </a:cubicBezTo>
                      <a:cubicBezTo>
                        <a:pt x="12379" y="2771"/>
                        <a:pt x="9608" y="0"/>
                        <a:pt x="6190" y="0"/>
                      </a:cubicBezTo>
                      <a:close/>
                    </a:path>
                  </a:pathLst>
                </a:custGeom>
                <a:solidFill>
                  <a:srgbClr val="869FB2"/>
                </a:solidFill>
                <a:ln cap="flat" cmpd="sng" w="19050">
                  <a:solidFill>
                    <a:srgbClr val="869FB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900" name="Google Shape;9900;p40"/>
                <p:cNvSpPr/>
                <p:nvPr/>
              </p:nvSpPr>
              <p:spPr>
                <a:xfrm>
                  <a:off x="5206863" y="4676209"/>
                  <a:ext cx="122738" cy="122738"/>
                </a:xfrm>
                <a:custGeom>
                  <a:rect b="b" l="l" r="r" t="t"/>
                  <a:pathLst>
                    <a:path extrusionOk="0" h="12379" w="12379">
                      <a:moveTo>
                        <a:pt x="6190" y="0"/>
                      </a:moveTo>
                      <a:cubicBezTo>
                        <a:pt x="2771" y="0"/>
                        <a:pt x="0" y="2771"/>
                        <a:pt x="0" y="6189"/>
                      </a:cubicBezTo>
                      <a:cubicBezTo>
                        <a:pt x="0" y="9608"/>
                        <a:pt x="2771" y="12379"/>
                        <a:pt x="6190" y="12379"/>
                      </a:cubicBezTo>
                      <a:cubicBezTo>
                        <a:pt x="9608" y="12379"/>
                        <a:pt x="12379" y="9608"/>
                        <a:pt x="12379" y="6189"/>
                      </a:cubicBezTo>
                      <a:cubicBezTo>
                        <a:pt x="12379" y="2771"/>
                        <a:pt x="9608" y="0"/>
                        <a:pt x="6190" y="0"/>
                      </a:cubicBezTo>
                      <a:close/>
                    </a:path>
                  </a:pathLst>
                </a:custGeom>
                <a:solidFill>
                  <a:srgbClr val="869FB2"/>
                </a:solidFill>
                <a:ln cap="flat" cmpd="sng" w="19050">
                  <a:solidFill>
                    <a:srgbClr val="869FB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9901" name="Google Shape;9901;p40"/>
              <p:cNvGrpSpPr/>
              <p:nvPr/>
            </p:nvGrpSpPr>
            <p:grpSpPr>
              <a:xfrm>
                <a:off x="1786057" y="2882501"/>
                <a:ext cx="103104" cy="1426186"/>
                <a:chOff x="6006138" y="3143629"/>
                <a:chExt cx="122758" cy="1698043"/>
              </a:xfrm>
            </p:grpSpPr>
            <p:sp>
              <p:nvSpPr>
                <p:cNvPr id="9902" name="Google Shape;9902;p40"/>
                <p:cNvSpPr/>
                <p:nvPr/>
              </p:nvSpPr>
              <p:spPr>
                <a:xfrm>
                  <a:off x="6006138" y="3143629"/>
                  <a:ext cx="122758" cy="122748"/>
                </a:xfrm>
                <a:custGeom>
                  <a:rect b="b" l="l" r="r" t="t"/>
                  <a:pathLst>
                    <a:path extrusionOk="0" h="12380" w="12381">
                      <a:moveTo>
                        <a:pt x="6191" y="1"/>
                      </a:moveTo>
                      <a:cubicBezTo>
                        <a:pt x="2771" y="1"/>
                        <a:pt x="0" y="2772"/>
                        <a:pt x="0" y="6190"/>
                      </a:cubicBezTo>
                      <a:cubicBezTo>
                        <a:pt x="0" y="9608"/>
                        <a:pt x="2771" y="12379"/>
                        <a:pt x="6191" y="12379"/>
                      </a:cubicBezTo>
                      <a:cubicBezTo>
                        <a:pt x="9610" y="12379"/>
                        <a:pt x="12381" y="9608"/>
                        <a:pt x="12381" y="6190"/>
                      </a:cubicBezTo>
                      <a:cubicBezTo>
                        <a:pt x="12381" y="2772"/>
                        <a:pt x="9610" y="1"/>
                        <a:pt x="6191" y="1"/>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903" name="Google Shape;9903;p40"/>
                <p:cNvSpPr/>
                <p:nvPr/>
              </p:nvSpPr>
              <p:spPr>
                <a:xfrm>
                  <a:off x="6006138" y="3406178"/>
                  <a:ext cx="122758" cy="122758"/>
                </a:xfrm>
                <a:custGeom>
                  <a:rect b="b" l="l" r="r" t="t"/>
                  <a:pathLst>
                    <a:path extrusionOk="0" h="12381" w="12381">
                      <a:moveTo>
                        <a:pt x="6191" y="0"/>
                      </a:moveTo>
                      <a:cubicBezTo>
                        <a:pt x="2771" y="0"/>
                        <a:pt x="0" y="2771"/>
                        <a:pt x="0" y="6191"/>
                      </a:cubicBezTo>
                      <a:cubicBezTo>
                        <a:pt x="0" y="9610"/>
                        <a:pt x="2771" y="12381"/>
                        <a:pt x="6191" y="12381"/>
                      </a:cubicBezTo>
                      <a:cubicBezTo>
                        <a:pt x="9610" y="12381"/>
                        <a:pt x="12381" y="9610"/>
                        <a:pt x="12381" y="6191"/>
                      </a:cubicBezTo>
                      <a:cubicBezTo>
                        <a:pt x="12381" y="2771"/>
                        <a:pt x="9610" y="0"/>
                        <a:pt x="6191" y="0"/>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904" name="Google Shape;9904;p40"/>
                <p:cNvSpPr/>
                <p:nvPr/>
              </p:nvSpPr>
              <p:spPr>
                <a:xfrm>
                  <a:off x="6006138" y="3668717"/>
                  <a:ext cx="122738" cy="122768"/>
                </a:xfrm>
                <a:custGeom>
                  <a:rect b="b" l="l" r="r" t="t"/>
                  <a:pathLst>
                    <a:path extrusionOk="0" h="12382" w="12379">
                      <a:moveTo>
                        <a:pt x="6190" y="1"/>
                      </a:moveTo>
                      <a:cubicBezTo>
                        <a:pt x="2771" y="1"/>
                        <a:pt x="0" y="2774"/>
                        <a:pt x="0" y="6192"/>
                      </a:cubicBezTo>
                      <a:cubicBezTo>
                        <a:pt x="0" y="9610"/>
                        <a:pt x="2771" y="12381"/>
                        <a:pt x="6190" y="12381"/>
                      </a:cubicBezTo>
                      <a:cubicBezTo>
                        <a:pt x="9608" y="12381"/>
                        <a:pt x="12379" y="9610"/>
                        <a:pt x="12379" y="6192"/>
                      </a:cubicBezTo>
                      <a:cubicBezTo>
                        <a:pt x="12379" y="2774"/>
                        <a:pt x="9608" y="1"/>
                        <a:pt x="6190" y="1"/>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905" name="Google Shape;9905;p40"/>
                <p:cNvSpPr/>
                <p:nvPr/>
              </p:nvSpPr>
              <p:spPr>
                <a:xfrm>
                  <a:off x="6006138" y="3931286"/>
                  <a:ext cx="122738" cy="122738"/>
                </a:xfrm>
                <a:custGeom>
                  <a:rect b="b" l="l" r="r" t="t"/>
                  <a:pathLst>
                    <a:path extrusionOk="0" h="12379" w="12379">
                      <a:moveTo>
                        <a:pt x="6190" y="0"/>
                      </a:moveTo>
                      <a:cubicBezTo>
                        <a:pt x="2771" y="0"/>
                        <a:pt x="0" y="2771"/>
                        <a:pt x="0" y="6189"/>
                      </a:cubicBezTo>
                      <a:cubicBezTo>
                        <a:pt x="0" y="9608"/>
                        <a:pt x="2771" y="12379"/>
                        <a:pt x="6190" y="12379"/>
                      </a:cubicBezTo>
                      <a:cubicBezTo>
                        <a:pt x="9608" y="12379"/>
                        <a:pt x="12379" y="9608"/>
                        <a:pt x="12379" y="6189"/>
                      </a:cubicBezTo>
                      <a:cubicBezTo>
                        <a:pt x="12379" y="2771"/>
                        <a:pt x="9608" y="0"/>
                        <a:pt x="6190" y="0"/>
                      </a:cubicBezTo>
                      <a:close/>
                    </a:path>
                  </a:pathLst>
                </a:custGeom>
                <a:solidFill>
                  <a:srgbClr val="869FB2"/>
                </a:solidFill>
                <a:ln cap="flat" cmpd="sng" w="19050">
                  <a:solidFill>
                    <a:srgbClr val="869FB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906" name="Google Shape;9906;p40"/>
                <p:cNvSpPr/>
                <p:nvPr/>
              </p:nvSpPr>
              <p:spPr>
                <a:xfrm>
                  <a:off x="6006138" y="4193825"/>
                  <a:ext cx="122738" cy="122748"/>
                </a:xfrm>
                <a:custGeom>
                  <a:rect b="b" l="l" r="r" t="t"/>
                  <a:pathLst>
                    <a:path extrusionOk="0" h="12380" w="12379">
                      <a:moveTo>
                        <a:pt x="6190" y="1"/>
                      </a:moveTo>
                      <a:cubicBezTo>
                        <a:pt x="2771" y="1"/>
                        <a:pt x="0" y="2772"/>
                        <a:pt x="0" y="6190"/>
                      </a:cubicBezTo>
                      <a:cubicBezTo>
                        <a:pt x="0" y="9608"/>
                        <a:pt x="2771" y="12379"/>
                        <a:pt x="6190" y="12379"/>
                      </a:cubicBezTo>
                      <a:cubicBezTo>
                        <a:pt x="9608" y="12379"/>
                        <a:pt x="12379" y="9608"/>
                        <a:pt x="12379" y="6190"/>
                      </a:cubicBezTo>
                      <a:cubicBezTo>
                        <a:pt x="12379" y="2772"/>
                        <a:pt x="9608" y="1"/>
                        <a:pt x="6190" y="1"/>
                      </a:cubicBezTo>
                      <a:close/>
                    </a:path>
                  </a:pathLst>
                </a:custGeom>
                <a:solidFill>
                  <a:srgbClr val="869FB2"/>
                </a:solidFill>
                <a:ln cap="flat" cmpd="sng" w="19050">
                  <a:solidFill>
                    <a:srgbClr val="869FB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907" name="Google Shape;9907;p40"/>
                <p:cNvSpPr/>
                <p:nvPr/>
              </p:nvSpPr>
              <p:spPr>
                <a:xfrm>
                  <a:off x="6006138" y="4456375"/>
                  <a:ext cx="122738" cy="122758"/>
                </a:xfrm>
                <a:custGeom>
                  <a:rect b="b" l="l" r="r" t="t"/>
                  <a:pathLst>
                    <a:path extrusionOk="0" h="12381" w="12379">
                      <a:moveTo>
                        <a:pt x="6190" y="0"/>
                      </a:moveTo>
                      <a:cubicBezTo>
                        <a:pt x="2771" y="0"/>
                        <a:pt x="0" y="2771"/>
                        <a:pt x="0" y="6191"/>
                      </a:cubicBezTo>
                      <a:cubicBezTo>
                        <a:pt x="0" y="9609"/>
                        <a:pt x="2771" y="12380"/>
                        <a:pt x="6190" y="12380"/>
                      </a:cubicBezTo>
                      <a:cubicBezTo>
                        <a:pt x="9608" y="12380"/>
                        <a:pt x="12379" y="9609"/>
                        <a:pt x="12379" y="6191"/>
                      </a:cubicBezTo>
                      <a:cubicBezTo>
                        <a:pt x="12379" y="2771"/>
                        <a:pt x="9608" y="0"/>
                        <a:pt x="6190" y="0"/>
                      </a:cubicBezTo>
                      <a:close/>
                    </a:path>
                  </a:pathLst>
                </a:custGeom>
                <a:solidFill>
                  <a:srgbClr val="869FB2"/>
                </a:solidFill>
                <a:ln cap="flat" cmpd="sng" w="19050">
                  <a:solidFill>
                    <a:srgbClr val="869FB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908" name="Google Shape;9908;p40"/>
                <p:cNvSpPr/>
                <p:nvPr/>
              </p:nvSpPr>
              <p:spPr>
                <a:xfrm>
                  <a:off x="6006138" y="4718934"/>
                  <a:ext cx="122738" cy="122738"/>
                </a:xfrm>
                <a:custGeom>
                  <a:rect b="b" l="l" r="r" t="t"/>
                  <a:pathLst>
                    <a:path extrusionOk="0" h="12379" w="12379">
                      <a:moveTo>
                        <a:pt x="6190" y="0"/>
                      </a:moveTo>
                      <a:cubicBezTo>
                        <a:pt x="2771" y="0"/>
                        <a:pt x="0" y="2771"/>
                        <a:pt x="0" y="6189"/>
                      </a:cubicBezTo>
                      <a:cubicBezTo>
                        <a:pt x="0" y="9608"/>
                        <a:pt x="2771" y="12379"/>
                        <a:pt x="6190" y="12379"/>
                      </a:cubicBezTo>
                      <a:cubicBezTo>
                        <a:pt x="9608" y="12379"/>
                        <a:pt x="12379" y="9608"/>
                        <a:pt x="12379" y="6189"/>
                      </a:cubicBezTo>
                      <a:cubicBezTo>
                        <a:pt x="12379" y="2771"/>
                        <a:pt x="9608" y="0"/>
                        <a:pt x="6190" y="0"/>
                      </a:cubicBezTo>
                      <a:close/>
                    </a:path>
                  </a:pathLst>
                </a:custGeom>
                <a:solidFill>
                  <a:srgbClr val="869FB2"/>
                </a:solidFill>
                <a:ln cap="flat" cmpd="sng" w="19050">
                  <a:solidFill>
                    <a:srgbClr val="869FB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9909" name="Google Shape;9909;p40"/>
              <p:cNvGrpSpPr/>
              <p:nvPr/>
            </p:nvGrpSpPr>
            <p:grpSpPr>
              <a:xfrm>
                <a:off x="2029422" y="2882501"/>
                <a:ext cx="103104" cy="1426186"/>
                <a:chOff x="6805413" y="3100904"/>
                <a:chExt cx="122758" cy="1698043"/>
              </a:xfrm>
            </p:grpSpPr>
            <p:sp>
              <p:nvSpPr>
                <p:cNvPr id="9910" name="Google Shape;9910;p40"/>
                <p:cNvSpPr/>
                <p:nvPr/>
              </p:nvSpPr>
              <p:spPr>
                <a:xfrm>
                  <a:off x="6805413" y="3100904"/>
                  <a:ext cx="122758" cy="122748"/>
                </a:xfrm>
                <a:custGeom>
                  <a:rect b="b" l="l" r="r" t="t"/>
                  <a:pathLst>
                    <a:path extrusionOk="0" h="12380" w="12381">
                      <a:moveTo>
                        <a:pt x="6191" y="1"/>
                      </a:moveTo>
                      <a:cubicBezTo>
                        <a:pt x="2771" y="1"/>
                        <a:pt x="0" y="2772"/>
                        <a:pt x="0" y="6190"/>
                      </a:cubicBezTo>
                      <a:cubicBezTo>
                        <a:pt x="0" y="9608"/>
                        <a:pt x="2771" y="12379"/>
                        <a:pt x="6191" y="12379"/>
                      </a:cubicBezTo>
                      <a:cubicBezTo>
                        <a:pt x="9610" y="12379"/>
                        <a:pt x="12381" y="9608"/>
                        <a:pt x="12381" y="6190"/>
                      </a:cubicBezTo>
                      <a:cubicBezTo>
                        <a:pt x="12381" y="2772"/>
                        <a:pt x="9610" y="1"/>
                        <a:pt x="6191" y="1"/>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911" name="Google Shape;9911;p40"/>
                <p:cNvSpPr/>
                <p:nvPr/>
              </p:nvSpPr>
              <p:spPr>
                <a:xfrm>
                  <a:off x="6805413" y="3363453"/>
                  <a:ext cx="122758" cy="122758"/>
                </a:xfrm>
                <a:custGeom>
                  <a:rect b="b" l="l" r="r" t="t"/>
                  <a:pathLst>
                    <a:path extrusionOk="0" h="12381" w="12381">
                      <a:moveTo>
                        <a:pt x="6191" y="0"/>
                      </a:moveTo>
                      <a:cubicBezTo>
                        <a:pt x="2771" y="0"/>
                        <a:pt x="0" y="2771"/>
                        <a:pt x="0" y="6191"/>
                      </a:cubicBezTo>
                      <a:cubicBezTo>
                        <a:pt x="0" y="9610"/>
                        <a:pt x="2771" y="12381"/>
                        <a:pt x="6191" y="12381"/>
                      </a:cubicBezTo>
                      <a:cubicBezTo>
                        <a:pt x="9610" y="12381"/>
                        <a:pt x="12381" y="9610"/>
                        <a:pt x="12381" y="6191"/>
                      </a:cubicBezTo>
                      <a:cubicBezTo>
                        <a:pt x="12381" y="2771"/>
                        <a:pt x="9610" y="0"/>
                        <a:pt x="6191" y="0"/>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912" name="Google Shape;9912;p40"/>
                <p:cNvSpPr/>
                <p:nvPr/>
              </p:nvSpPr>
              <p:spPr>
                <a:xfrm>
                  <a:off x="6805413" y="3625992"/>
                  <a:ext cx="122738" cy="122768"/>
                </a:xfrm>
                <a:custGeom>
                  <a:rect b="b" l="l" r="r" t="t"/>
                  <a:pathLst>
                    <a:path extrusionOk="0" h="12382" w="12379">
                      <a:moveTo>
                        <a:pt x="6190" y="1"/>
                      </a:moveTo>
                      <a:cubicBezTo>
                        <a:pt x="2771" y="1"/>
                        <a:pt x="0" y="2774"/>
                        <a:pt x="0" y="6192"/>
                      </a:cubicBezTo>
                      <a:cubicBezTo>
                        <a:pt x="0" y="9610"/>
                        <a:pt x="2771" y="12381"/>
                        <a:pt x="6190" y="12381"/>
                      </a:cubicBezTo>
                      <a:cubicBezTo>
                        <a:pt x="9608" y="12381"/>
                        <a:pt x="12379" y="9610"/>
                        <a:pt x="12379" y="6192"/>
                      </a:cubicBezTo>
                      <a:cubicBezTo>
                        <a:pt x="12379" y="2774"/>
                        <a:pt x="9608" y="1"/>
                        <a:pt x="6190" y="1"/>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913" name="Google Shape;9913;p40"/>
                <p:cNvSpPr/>
                <p:nvPr/>
              </p:nvSpPr>
              <p:spPr>
                <a:xfrm>
                  <a:off x="6805413" y="3888561"/>
                  <a:ext cx="122738" cy="122738"/>
                </a:xfrm>
                <a:custGeom>
                  <a:rect b="b" l="l" r="r" t="t"/>
                  <a:pathLst>
                    <a:path extrusionOk="0" h="12379" w="12379">
                      <a:moveTo>
                        <a:pt x="6190" y="0"/>
                      </a:moveTo>
                      <a:cubicBezTo>
                        <a:pt x="2771" y="0"/>
                        <a:pt x="0" y="2771"/>
                        <a:pt x="0" y="6189"/>
                      </a:cubicBezTo>
                      <a:cubicBezTo>
                        <a:pt x="0" y="9608"/>
                        <a:pt x="2771" y="12379"/>
                        <a:pt x="6190" y="12379"/>
                      </a:cubicBezTo>
                      <a:cubicBezTo>
                        <a:pt x="9608" y="12379"/>
                        <a:pt x="12379" y="9608"/>
                        <a:pt x="12379" y="6189"/>
                      </a:cubicBezTo>
                      <a:cubicBezTo>
                        <a:pt x="12379" y="2771"/>
                        <a:pt x="9608" y="0"/>
                        <a:pt x="6190" y="0"/>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914" name="Google Shape;9914;p40"/>
                <p:cNvSpPr/>
                <p:nvPr/>
              </p:nvSpPr>
              <p:spPr>
                <a:xfrm>
                  <a:off x="6805413" y="4151100"/>
                  <a:ext cx="122738" cy="122748"/>
                </a:xfrm>
                <a:custGeom>
                  <a:rect b="b" l="l" r="r" t="t"/>
                  <a:pathLst>
                    <a:path extrusionOk="0" h="12380" w="12379">
                      <a:moveTo>
                        <a:pt x="6190" y="1"/>
                      </a:moveTo>
                      <a:cubicBezTo>
                        <a:pt x="2771" y="1"/>
                        <a:pt x="0" y="2772"/>
                        <a:pt x="0" y="6190"/>
                      </a:cubicBezTo>
                      <a:cubicBezTo>
                        <a:pt x="0" y="9608"/>
                        <a:pt x="2771" y="12379"/>
                        <a:pt x="6190" y="12379"/>
                      </a:cubicBezTo>
                      <a:cubicBezTo>
                        <a:pt x="9608" y="12379"/>
                        <a:pt x="12379" y="9608"/>
                        <a:pt x="12379" y="6190"/>
                      </a:cubicBezTo>
                      <a:cubicBezTo>
                        <a:pt x="12379" y="2772"/>
                        <a:pt x="9608" y="1"/>
                        <a:pt x="6190" y="1"/>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915" name="Google Shape;9915;p40"/>
                <p:cNvSpPr/>
                <p:nvPr/>
              </p:nvSpPr>
              <p:spPr>
                <a:xfrm>
                  <a:off x="6805413" y="4413650"/>
                  <a:ext cx="122738" cy="122758"/>
                </a:xfrm>
                <a:custGeom>
                  <a:rect b="b" l="l" r="r" t="t"/>
                  <a:pathLst>
                    <a:path extrusionOk="0" h="12381" w="12379">
                      <a:moveTo>
                        <a:pt x="6190" y="0"/>
                      </a:moveTo>
                      <a:cubicBezTo>
                        <a:pt x="2771" y="0"/>
                        <a:pt x="0" y="2771"/>
                        <a:pt x="0" y="6191"/>
                      </a:cubicBezTo>
                      <a:cubicBezTo>
                        <a:pt x="0" y="9609"/>
                        <a:pt x="2771" y="12380"/>
                        <a:pt x="6190" y="12380"/>
                      </a:cubicBezTo>
                      <a:cubicBezTo>
                        <a:pt x="9608" y="12380"/>
                        <a:pt x="12379" y="9609"/>
                        <a:pt x="12379" y="6191"/>
                      </a:cubicBezTo>
                      <a:cubicBezTo>
                        <a:pt x="12379" y="2771"/>
                        <a:pt x="9608" y="0"/>
                        <a:pt x="6190" y="0"/>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916" name="Google Shape;9916;p40"/>
                <p:cNvSpPr/>
                <p:nvPr/>
              </p:nvSpPr>
              <p:spPr>
                <a:xfrm>
                  <a:off x="6805413" y="4676209"/>
                  <a:ext cx="122738" cy="122738"/>
                </a:xfrm>
                <a:custGeom>
                  <a:rect b="b" l="l" r="r" t="t"/>
                  <a:pathLst>
                    <a:path extrusionOk="0" h="12379" w="12379">
                      <a:moveTo>
                        <a:pt x="6190" y="0"/>
                      </a:moveTo>
                      <a:cubicBezTo>
                        <a:pt x="2771" y="0"/>
                        <a:pt x="0" y="2771"/>
                        <a:pt x="0" y="6189"/>
                      </a:cubicBezTo>
                      <a:cubicBezTo>
                        <a:pt x="0" y="9608"/>
                        <a:pt x="2771" y="12379"/>
                        <a:pt x="6190" y="12379"/>
                      </a:cubicBezTo>
                      <a:cubicBezTo>
                        <a:pt x="9608" y="12379"/>
                        <a:pt x="12379" y="9608"/>
                        <a:pt x="12379" y="6189"/>
                      </a:cubicBezTo>
                      <a:cubicBezTo>
                        <a:pt x="12379" y="2771"/>
                        <a:pt x="9608" y="0"/>
                        <a:pt x="6190" y="0"/>
                      </a:cubicBezTo>
                      <a:close/>
                    </a:path>
                  </a:pathLst>
                </a:custGeom>
                <a:solidFill>
                  <a:srgbClr val="869FB2"/>
                </a:solidFill>
                <a:ln cap="flat" cmpd="sng" w="19050">
                  <a:solidFill>
                    <a:srgbClr val="869FB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9917" name="Google Shape;9917;p40"/>
              <p:cNvGrpSpPr/>
              <p:nvPr/>
            </p:nvGrpSpPr>
            <p:grpSpPr>
              <a:xfrm>
                <a:off x="2272795" y="2882501"/>
                <a:ext cx="103104" cy="1426186"/>
                <a:chOff x="5206863" y="3100904"/>
                <a:chExt cx="122758" cy="1698043"/>
              </a:xfrm>
            </p:grpSpPr>
            <p:sp>
              <p:nvSpPr>
                <p:cNvPr id="9918" name="Google Shape;9918;p40"/>
                <p:cNvSpPr/>
                <p:nvPr/>
              </p:nvSpPr>
              <p:spPr>
                <a:xfrm>
                  <a:off x="5206863" y="3100904"/>
                  <a:ext cx="122758" cy="122748"/>
                </a:xfrm>
                <a:custGeom>
                  <a:rect b="b" l="l" r="r" t="t"/>
                  <a:pathLst>
                    <a:path extrusionOk="0" h="12380" w="12381">
                      <a:moveTo>
                        <a:pt x="6191" y="1"/>
                      </a:moveTo>
                      <a:cubicBezTo>
                        <a:pt x="2771" y="1"/>
                        <a:pt x="0" y="2772"/>
                        <a:pt x="0" y="6190"/>
                      </a:cubicBezTo>
                      <a:cubicBezTo>
                        <a:pt x="0" y="9608"/>
                        <a:pt x="2771" y="12379"/>
                        <a:pt x="6191" y="12379"/>
                      </a:cubicBezTo>
                      <a:cubicBezTo>
                        <a:pt x="9610" y="12379"/>
                        <a:pt x="12381" y="9608"/>
                        <a:pt x="12381" y="6190"/>
                      </a:cubicBezTo>
                      <a:cubicBezTo>
                        <a:pt x="12381" y="2772"/>
                        <a:pt x="9610" y="1"/>
                        <a:pt x="6191" y="1"/>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919" name="Google Shape;9919;p40"/>
                <p:cNvSpPr/>
                <p:nvPr/>
              </p:nvSpPr>
              <p:spPr>
                <a:xfrm>
                  <a:off x="5206863" y="3363453"/>
                  <a:ext cx="122758" cy="122758"/>
                </a:xfrm>
                <a:custGeom>
                  <a:rect b="b" l="l" r="r" t="t"/>
                  <a:pathLst>
                    <a:path extrusionOk="0" h="12381" w="12381">
                      <a:moveTo>
                        <a:pt x="6191" y="0"/>
                      </a:moveTo>
                      <a:cubicBezTo>
                        <a:pt x="2771" y="0"/>
                        <a:pt x="0" y="2771"/>
                        <a:pt x="0" y="6191"/>
                      </a:cubicBezTo>
                      <a:cubicBezTo>
                        <a:pt x="0" y="9610"/>
                        <a:pt x="2771" y="12381"/>
                        <a:pt x="6191" y="12381"/>
                      </a:cubicBezTo>
                      <a:cubicBezTo>
                        <a:pt x="9610" y="12381"/>
                        <a:pt x="12381" y="9610"/>
                        <a:pt x="12381" y="6191"/>
                      </a:cubicBezTo>
                      <a:cubicBezTo>
                        <a:pt x="12381" y="2771"/>
                        <a:pt x="9610" y="0"/>
                        <a:pt x="6191" y="0"/>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920" name="Google Shape;9920;p40"/>
                <p:cNvSpPr/>
                <p:nvPr/>
              </p:nvSpPr>
              <p:spPr>
                <a:xfrm>
                  <a:off x="5206863" y="3625992"/>
                  <a:ext cx="122738" cy="122768"/>
                </a:xfrm>
                <a:custGeom>
                  <a:rect b="b" l="l" r="r" t="t"/>
                  <a:pathLst>
                    <a:path extrusionOk="0" h="12382" w="12379">
                      <a:moveTo>
                        <a:pt x="6190" y="1"/>
                      </a:moveTo>
                      <a:cubicBezTo>
                        <a:pt x="2771" y="1"/>
                        <a:pt x="0" y="2774"/>
                        <a:pt x="0" y="6192"/>
                      </a:cubicBezTo>
                      <a:cubicBezTo>
                        <a:pt x="0" y="9610"/>
                        <a:pt x="2771" y="12381"/>
                        <a:pt x="6190" y="12381"/>
                      </a:cubicBezTo>
                      <a:cubicBezTo>
                        <a:pt x="9608" y="12381"/>
                        <a:pt x="12379" y="9610"/>
                        <a:pt x="12379" y="6192"/>
                      </a:cubicBezTo>
                      <a:cubicBezTo>
                        <a:pt x="12379" y="2774"/>
                        <a:pt x="9608" y="1"/>
                        <a:pt x="6190" y="1"/>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921" name="Google Shape;9921;p40"/>
                <p:cNvSpPr/>
                <p:nvPr/>
              </p:nvSpPr>
              <p:spPr>
                <a:xfrm>
                  <a:off x="5206863" y="3888561"/>
                  <a:ext cx="122738" cy="122738"/>
                </a:xfrm>
                <a:custGeom>
                  <a:rect b="b" l="l" r="r" t="t"/>
                  <a:pathLst>
                    <a:path extrusionOk="0" h="12379" w="12379">
                      <a:moveTo>
                        <a:pt x="6190" y="0"/>
                      </a:moveTo>
                      <a:cubicBezTo>
                        <a:pt x="2771" y="0"/>
                        <a:pt x="0" y="2771"/>
                        <a:pt x="0" y="6189"/>
                      </a:cubicBezTo>
                      <a:cubicBezTo>
                        <a:pt x="0" y="9608"/>
                        <a:pt x="2771" y="12379"/>
                        <a:pt x="6190" y="12379"/>
                      </a:cubicBezTo>
                      <a:cubicBezTo>
                        <a:pt x="9608" y="12379"/>
                        <a:pt x="12379" y="9608"/>
                        <a:pt x="12379" y="6189"/>
                      </a:cubicBezTo>
                      <a:cubicBezTo>
                        <a:pt x="12379" y="2771"/>
                        <a:pt x="9608" y="0"/>
                        <a:pt x="6190" y="0"/>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922" name="Google Shape;9922;p40"/>
                <p:cNvSpPr/>
                <p:nvPr/>
              </p:nvSpPr>
              <p:spPr>
                <a:xfrm>
                  <a:off x="5206863" y="4151100"/>
                  <a:ext cx="122738" cy="122748"/>
                </a:xfrm>
                <a:custGeom>
                  <a:rect b="b" l="l" r="r" t="t"/>
                  <a:pathLst>
                    <a:path extrusionOk="0" h="12380" w="12379">
                      <a:moveTo>
                        <a:pt x="6190" y="1"/>
                      </a:moveTo>
                      <a:cubicBezTo>
                        <a:pt x="2771" y="1"/>
                        <a:pt x="0" y="2772"/>
                        <a:pt x="0" y="6190"/>
                      </a:cubicBezTo>
                      <a:cubicBezTo>
                        <a:pt x="0" y="9608"/>
                        <a:pt x="2771" y="12379"/>
                        <a:pt x="6190" y="12379"/>
                      </a:cubicBezTo>
                      <a:cubicBezTo>
                        <a:pt x="9608" y="12379"/>
                        <a:pt x="12379" y="9608"/>
                        <a:pt x="12379" y="6190"/>
                      </a:cubicBezTo>
                      <a:cubicBezTo>
                        <a:pt x="12379" y="2772"/>
                        <a:pt x="9608" y="1"/>
                        <a:pt x="6190" y="1"/>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923" name="Google Shape;9923;p40"/>
                <p:cNvSpPr/>
                <p:nvPr/>
              </p:nvSpPr>
              <p:spPr>
                <a:xfrm>
                  <a:off x="5206863" y="4413650"/>
                  <a:ext cx="122738" cy="122758"/>
                </a:xfrm>
                <a:custGeom>
                  <a:rect b="b" l="l" r="r" t="t"/>
                  <a:pathLst>
                    <a:path extrusionOk="0" h="12381" w="12379">
                      <a:moveTo>
                        <a:pt x="6190" y="0"/>
                      </a:moveTo>
                      <a:cubicBezTo>
                        <a:pt x="2771" y="0"/>
                        <a:pt x="0" y="2771"/>
                        <a:pt x="0" y="6191"/>
                      </a:cubicBezTo>
                      <a:cubicBezTo>
                        <a:pt x="0" y="9609"/>
                        <a:pt x="2771" y="12380"/>
                        <a:pt x="6190" y="12380"/>
                      </a:cubicBezTo>
                      <a:cubicBezTo>
                        <a:pt x="9608" y="12380"/>
                        <a:pt x="12379" y="9609"/>
                        <a:pt x="12379" y="6191"/>
                      </a:cubicBezTo>
                      <a:cubicBezTo>
                        <a:pt x="12379" y="2771"/>
                        <a:pt x="9608" y="0"/>
                        <a:pt x="6190" y="0"/>
                      </a:cubicBezTo>
                      <a:close/>
                    </a:path>
                  </a:pathLst>
                </a:custGeom>
                <a:solidFill>
                  <a:srgbClr val="869FB2"/>
                </a:solidFill>
                <a:ln cap="flat" cmpd="sng" w="19050">
                  <a:solidFill>
                    <a:srgbClr val="869FB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924" name="Google Shape;9924;p40"/>
                <p:cNvSpPr/>
                <p:nvPr/>
              </p:nvSpPr>
              <p:spPr>
                <a:xfrm>
                  <a:off x="5206863" y="4676209"/>
                  <a:ext cx="122738" cy="122738"/>
                </a:xfrm>
                <a:custGeom>
                  <a:rect b="b" l="l" r="r" t="t"/>
                  <a:pathLst>
                    <a:path extrusionOk="0" h="12379" w="12379">
                      <a:moveTo>
                        <a:pt x="6190" y="0"/>
                      </a:moveTo>
                      <a:cubicBezTo>
                        <a:pt x="2771" y="0"/>
                        <a:pt x="0" y="2771"/>
                        <a:pt x="0" y="6189"/>
                      </a:cubicBezTo>
                      <a:cubicBezTo>
                        <a:pt x="0" y="9608"/>
                        <a:pt x="2771" y="12379"/>
                        <a:pt x="6190" y="12379"/>
                      </a:cubicBezTo>
                      <a:cubicBezTo>
                        <a:pt x="9608" y="12379"/>
                        <a:pt x="12379" y="9608"/>
                        <a:pt x="12379" y="6189"/>
                      </a:cubicBezTo>
                      <a:cubicBezTo>
                        <a:pt x="12379" y="2771"/>
                        <a:pt x="9608" y="0"/>
                        <a:pt x="6190" y="0"/>
                      </a:cubicBezTo>
                      <a:close/>
                    </a:path>
                  </a:pathLst>
                </a:custGeom>
                <a:solidFill>
                  <a:srgbClr val="869FB2"/>
                </a:solidFill>
                <a:ln cap="flat" cmpd="sng" w="19050">
                  <a:solidFill>
                    <a:srgbClr val="869FB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9925" name="Google Shape;9925;p40"/>
              <p:cNvGrpSpPr/>
              <p:nvPr/>
            </p:nvGrpSpPr>
            <p:grpSpPr>
              <a:xfrm>
                <a:off x="1542694" y="2882501"/>
                <a:ext cx="103104" cy="1426186"/>
                <a:chOff x="6006138" y="3143629"/>
                <a:chExt cx="122758" cy="1698043"/>
              </a:xfrm>
            </p:grpSpPr>
            <p:sp>
              <p:nvSpPr>
                <p:cNvPr id="9926" name="Google Shape;9926;p40"/>
                <p:cNvSpPr/>
                <p:nvPr/>
              </p:nvSpPr>
              <p:spPr>
                <a:xfrm>
                  <a:off x="6006138" y="3143629"/>
                  <a:ext cx="122758" cy="122748"/>
                </a:xfrm>
                <a:custGeom>
                  <a:rect b="b" l="l" r="r" t="t"/>
                  <a:pathLst>
                    <a:path extrusionOk="0" h="12380" w="12381">
                      <a:moveTo>
                        <a:pt x="6191" y="1"/>
                      </a:moveTo>
                      <a:cubicBezTo>
                        <a:pt x="2771" y="1"/>
                        <a:pt x="0" y="2772"/>
                        <a:pt x="0" y="6190"/>
                      </a:cubicBezTo>
                      <a:cubicBezTo>
                        <a:pt x="0" y="9608"/>
                        <a:pt x="2771" y="12379"/>
                        <a:pt x="6191" y="12379"/>
                      </a:cubicBezTo>
                      <a:cubicBezTo>
                        <a:pt x="9610" y="12379"/>
                        <a:pt x="12381" y="9608"/>
                        <a:pt x="12381" y="6190"/>
                      </a:cubicBezTo>
                      <a:cubicBezTo>
                        <a:pt x="12381" y="2772"/>
                        <a:pt x="9610" y="1"/>
                        <a:pt x="6191" y="1"/>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927" name="Google Shape;9927;p40"/>
                <p:cNvSpPr/>
                <p:nvPr/>
              </p:nvSpPr>
              <p:spPr>
                <a:xfrm>
                  <a:off x="6006138" y="3406178"/>
                  <a:ext cx="122758" cy="122758"/>
                </a:xfrm>
                <a:custGeom>
                  <a:rect b="b" l="l" r="r" t="t"/>
                  <a:pathLst>
                    <a:path extrusionOk="0" h="12381" w="12381">
                      <a:moveTo>
                        <a:pt x="6191" y="0"/>
                      </a:moveTo>
                      <a:cubicBezTo>
                        <a:pt x="2771" y="0"/>
                        <a:pt x="0" y="2771"/>
                        <a:pt x="0" y="6191"/>
                      </a:cubicBezTo>
                      <a:cubicBezTo>
                        <a:pt x="0" y="9610"/>
                        <a:pt x="2771" y="12381"/>
                        <a:pt x="6191" y="12381"/>
                      </a:cubicBezTo>
                      <a:cubicBezTo>
                        <a:pt x="9610" y="12381"/>
                        <a:pt x="12381" y="9610"/>
                        <a:pt x="12381" y="6191"/>
                      </a:cubicBezTo>
                      <a:cubicBezTo>
                        <a:pt x="12381" y="2771"/>
                        <a:pt x="9610" y="0"/>
                        <a:pt x="6191" y="0"/>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928" name="Google Shape;9928;p40"/>
                <p:cNvSpPr/>
                <p:nvPr/>
              </p:nvSpPr>
              <p:spPr>
                <a:xfrm>
                  <a:off x="6006138" y="3668717"/>
                  <a:ext cx="122738" cy="122768"/>
                </a:xfrm>
                <a:custGeom>
                  <a:rect b="b" l="l" r="r" t="t"/>
                  <a:pathLst>
                    <a:path extrusionOk="0" h="12382" w="12379">
                      <a:moveTo>
                        <a:pt x="6190" y="1"/>
                      </a:moveTo>
                      <a:cubicBezTo>
                        <a:pt x="2771" y="1"/>
                        <a:pt x="0" y="2774"/>
                        <a:pt x="0" y="6192"/>
                      </a:cubicBezTo>
                      <a:cubicBezTo>
                        <a:pt x="0" y="9610"/>
                        <a:pt x="2771" y="12381"/>
                        <a:pt x="6190" y="12381"/>
                      </a:cubicBezTo>
                      <a:cubicBezTo>
                        <a:pt x="9608" y="12381"/>
                        <a:pt x="12379" y="9610"/>
                        <a:pt x="12379" y="6192"/>
                      </a:cubicBezTo>
                      <a:cubicBezTo>
                        <a:pt x="12379" y="2774"/>
                        <a:pt x="9608" y="1"/>
                        <a:pt x="6190" y="1"/>
                      </a:cubicBezTo>
                      <a:close/>
                    </a:path>
                  </a:pathLst>
                </a:custGeom>
                <a:solidFill>
                  <a:srgbClr val="869FB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929" name="Google Shape;9929;p40"/>
                <p:cNvSpPr/>
                <p:nvPr/>
              </p:nvSpPr>
              <p:spPr>
                <a:xfrm>
                  <a:off x="6006138" y="3931286"/>
                  <a:ext cx="122738" cy="122738"/>
                </a:xfrm>
                <a:custGeom>
                  <a:rect b="b" l="l" r="r" t="t"/>
                  <a:pathLst>
                    <a:path extrusionOk="0" h="12379" w="12379">
                      <a:moveTo>
                        <a:pt x="6190" y="0"/>
                      </a:moveTo>
                      <a:cubicBezTo>
                        <a:pt x="2771" y="0"/>
                        <a:pt x="0" y="2771"/>
                        <a:pt x="0" y="6189"/>
                      </a:cubicBezTo>
                      <a:cubicBezTo>
                        <a:pt x="0" y="9608"/>
                        <a:pt x="2771" y="12379"/>
                        <a:pt x="6190" y="12379"/>
                      </a:cubicBezTo>
                      <a:cubicBezTo>
                        <a:pt x="9608" y="12379"/>
                        <a:pt x="12379" y="9608"/>
                        <a:pt x="12379" y="6189"/>
                      </a:cubicBezTo>
                      <a:cubicBezTo>
                        <a:pt x="12379" y="2771"/>
                        <a:pt x="9608" y="0"/>
                        <a:pt x="6190" y="0"/>
                      </a:cubicBezTo>
                      <a:close/>
                    </a:path>
                  </a:pathLst>
                </a:custGeom>
                <a:solidFill>
                  <a:srgbClr val="869FB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930" name="Google Shape;9930;p40"/>
                <p:cNvSpPr/>
                <p:nvPr/>
              </p:nvSpPr>
              <p:spPr>
                <a:xfrm>
                  <a:off x="6006138" y="4193825"/>
                  <a:ext cx="122738" cy="122748"/>
                </a:xfrm>
                <a:custGeom>
                  <a:rect b="b" l="l" r="r" t="t"/>
                  <a:pathLst>
                    <a:path extrusionOk="0" h="12380" w="12379">
                      <a:moveTo>
                        <a:pt x="6190" y="1"/>
                      </a:moveTo>
                      <a:cubicBezTo>
                        <a:pt x="2771" y="1"/>
                        <a:pt x="0" y="2772"/>
                        <a:pt x="0" y="6190"/>
                      </a:cubicBezTo>
                      <a:cubicBezTo>
                        <a:pt x="0" y="9608"/>
                        <a:pt x="2771" y="12379"/>
                        <a:pt x="6190" y="12379"/>
                      </a:cubicBezTo>
                      <a:cubicBezTo>
                        <a:pt x="9608" y="12379"/>
                        <a:pt x="12379" y="9608"/>
                        <a:pt x="12379" y="6190"/>
                      </a:cubicBezTo>
                      <a:cubicBezTo>
                        <a:pt x="12379" y="2772"/>
                        <a:pt x="9608" y="1"/>
                        <a:pt x="6190" y="1"/>
                      </a:cubicBezTo>
                      <a:close/>
                    </a:path>
                  </a:pathLst>
                </a:custGeom>
                <a:solidFill>
                  <a:srgbClr val="869FB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931" name="Google Shape;9931;p40"/>
                <p:cNvSpPr/>
                <p:nvPr/>
              </p:nvSpPr>
              <p:spPr>
                <a:xfrm>
                  <a:off x="6006138" y="4456375"/>
                  <a:ext cx="122738" cy="122758"/>
                </a:xfrm>
                <a:custGeom>
                  <a:rect b="b" l="l" r="r" t="t"/>
                  <a:pathLst>
                    <a:path extrusionOk="0" h="12381" w="12379">
                      <a:moveTo>
                        <a:pt x="6190" y="0"/>
                      </a:moveTo>
                      <a:cubicBezTo>
                        <a:pt x="2771" y="0"/>
                        <a:pt x="0" y="2771"/>
                        <a:pt x="0" y="6191"/>
                      </a:cubicBezTo>
                      <a:cubicBezTo>
                        <a:pt x="0" y="9609"/>
                        <a:pt x="2771" y="12380"/>
                        <a:pt x="6190" y="12380"/>
                      </a:cubicBezTo>
                      <a:cubicBezTo>
                        <a:pt x="9608" y="12380"/>
                        <a:pt x="12379" y="9609"/>
                        <a:pt x="12379" y="6191"/>
                      </a:cubicBezTo>
                      <a:cubicBezTo>
                        <a:pt x="12379" y="2771"/>
                        <a:pt x="9608" y="0"/>
                        <a:pt x="6190" y="0"/>
                      </a:cubicBezTo>
                      <a:close/>
                    </a:path>
                  </a:pathLst>
                </a:custGeom>
                <a:solidFill>
                  <a:srgbClr val="869FB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932" name="Google Shape;9932;p40"/>
                <p:cNvSpPr/>
                <p:nvPr/>
              </p:nvSpPr>
              <p:spPr>
                <a:xfrm>
                  <a:off x="6006138" y="4718934"/>
                  <a:ext cx="122738" cy="122738"/>
                </a:xfrm>
                <a:custGeom>
                  <a:rect b="b" l="l" r="r" t="t"/>
                  <a:pathLst>
                    <a:path extrusionOk="0" h="12379" w="12379">
                      <a:moveTo>
                        <a:pt x="6190" y="0"/>
                      </a:moveTo>
                      <a:cubicBezTo>
                        <a:pt x="2771" y="0"/>
                        <a:pt x="0" y="2771"/>
                        <a:pt x="0" y="6189"/>
                      </a:cubicBezTo>
                      <a:cubicBezTo>
                        <a:pt x="0" y="9608"/>
                        <a:pt x="2771" y="12379"/>
                        <a:pt x="6190" y="12379"/>
                      </a:cubicBezTo>
                      <a:cubicBezTo>
                        <a:pt x="9608" y="12379"/>
                        <a:pt x="12379" y="9608"/>
                        <a:pt x="12379" y="6189"/>
                      </a:cubicBezTo>
                      <a:cubicBezTo>
                        <a:pt x="12379" y="2771"/>
                        <a:pt x="9608" y="0"/>
                        <a:pt x="6190" y="0"/>
                      </a:cubicBezTo>
                      <a:close/>
                    </a:path>
                  </a:pathLst>
                </a:custGeom>
                <a:solidFill>
                  <a:srgbClr val="869FB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grpSp>
      <p:grpSp>
        <p:nvGrpSpPr>
          <p:cNvPr id="9933" name="Google Shape;9933;p40"/>
          <p:cNvGrpSpPr/>
          <p:nvPr/>
        </p:nvGrpSpPr>
        <p:grpSpPr>
          <a:xfrm>
            <a:off x="5671259" y="3305987"/>
            <a:ext cx="2749952" cy="870677"/>
            <a:chOff x="238125" y="1725700"/>
            <a:chExt cx="7139025" cy="2260325"/>
          </a:xfrm>
        </p:grpSpPr>
        <p:sp>
          <p:nvSpPr>
            <p:cNvPr id="9934" name="Google Shape;9934;p40"/>
            <p:cNvSpPr/>
            <p:nvPr/>
          </p:nvSpPr>
          <p:spPr>
            <a:xfrm>
              <a:off x="238125" y="1741950"/>
              <a:ext cx="6506150" cy="2228050"/>
            </a:xfrm>
            <a:custGeom>
              <a:rect b="b" l="l" r="r" t="t"/>
              <a:pathLst>
                <a:path extrusionOk="0" h="89122" w="260246">
                  <a:moveTo>
                    <a:pt x="260246" y="1"/>
                  </a:moveTo>
                  <a:lnTo>
                    <a:pt x="0" y="44559"/>
                  </a:lnTo>
                  <a:lnTo>
                    <a:pt x="260241" y="89121"/>
                  </a:lnTo>
                  <a:cubicBezTo>
                    <a:pt x="250030" y="85482"/>
                    <a:pt x="242259" y="66921"/>
                    <a:pt x="242259" y="44559"/>
                  </a:cubicBezTo>
                  <a:cubicBezTo>
                    <a:pt x="242259" y="22201"/>
                    <a:pt x="250039" y="3626"/>
                    <a:pt x="260246" y="1"/>
                  </a:cubicBezTo>
                  <a:close/>
                </a:path>
              </a:pathLst>
            </a:custGeom>
            <a:solidFill>
              <a:srgbClr val="E3E9ED">
                <a:alpha val="43529"/>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935" name="Google Shape;9935;p40"/>
            <p:cNvSpPr/>
            <p:nvPr/>
          </p:nvSpPr>
          <p:spPr>
            <a:xfrm>
              <a:off x="2480475" y="2435950"/>
              <a:ext cx="438500" cy="841400"/>
            </a:xfrm>
            <a:custGeom>
              <a:rect b="b" l="l" r="r" t="t"/>
              <a:pathLst>
                <a:path extrusionOk="0" h="33656" w="17540">
                  <a:moveTo>
                    <a:pt x="8770" y="1"/>
                  </a:moveTo>
                  <a:cubicBezTo>
                    <a:pt x="3929" y="1"/>
                    <a:pt x="0" y="7536"/>
                    <a:pt x="0" y="16826"/>
                  </a:cubicBezTo>
                  <a:cubicBezTo>
                    <a:pt x="0" y="26120"/>
                    <a:pt x="3929" y="33655"/>
                    <a:pt x="8770" y="33655"/>
                  </a:cubicBezTo>
                  <a:cubicBezTo>
                    <a:pt x="13616" y="33655"/>
                    <a:pt x="17540" y="26120"/>
                    <a:pt x="17540" y="16826"/>
                  </a:cubicBezTo>
                  <a:cubicBezTo>
                    <a:pt x="17540" y="7536"/>
                    <a:pt x="13616" y="1"/>
                    <a:pt x="8770" y="1"/>
                  </a:cubicBezTo>
                  <a:close/>
                </a:path>
              </a:pathLst>
            </a:custGeom>
            <a:solidFill>
              <a:srgbClr val="A5B7C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936" name="Google Shape;9936;p40"/>
            <p:cNvSpPr/>
            <p:nvPr/>
          </p:nvSpPr>
          <p:spPr>
            <a:xfrm>
              <a:off x="3663250" y="2219875"/>
              <a:ext cx="607450" cy="1272525"/>
            </a:xfrm>
            <a:custGeom>
              <a:rect b="b" l="l" r="r" t="t"/>
              <a:pathLst>
                <a:path extrusionOk="0" h="50901" w="24298">
                  <a:moveTo>
                    <a:pt x="12147" y="1"/>
                  </a:moveTo>
                  <a:cubicBezTo>
                    <a:pt x="8924" y="1"/>
                    <a:pt x="5836" y="2681"/>
                    <a:pt x="3558" y="7450"/>
                  </a:cubicBezTo>
                  <a:cubicBezTo>
                    <a:pt x="1280" y="12224"/>
                    <a:pt x="0" y="18697"/>
                    <a:pt x="0" y="25451"/>
                  </a:cubicBezTo>
                  <a:cubicBezTo>
                    <a:pt x="0" y="32200"/>
                    <a:pt x="1280" y="38673"/>
                    <a:pt x="3558" y="43447"/>
                  </a:cubicBezTo>
                  <a:cubicBezTo>
                    <a:pt x="5836" y="48216"/>
                    <a:pt x="8924" y="50901"/>
                    <a:pt x="12147" y="50901"/>
                  </a:cubicBezTo>
                  <a:cubicBezTo>
                    <a:pt x="15370" y="50901"/>
                    <a:pt x="18457" y="48216"/>
                    <a:pt x="20735" y="43447"/>
                  </a:cubicBezTo>
                  <a:cubicBezTo>
                    <a:pt x="23014" y="38673"/>
                    <a:pt x="24298" y="32200"/>
                    <a:pt x="24298" y="25451"/>
                  </a:cubicBezTo>
                  <a:cubicBezTo>
                    <a:pt x="24298" y="18697"/>
                    <a:pt x="23014" y="12224"/>
                    <a:pt x="20735" y="7450"/>
                  </a:cubicBezTo>
                  <a:cubicBezTo>
                    <a:pt x="18457" y="2681"/>
                    <a:pt x="15370" y="1"/>
                    <a:pt x="12147" y="1"/>
                  </a:cubicBezTo>
                  <a:close/>
                </a:path>
              </a:pathLst>
            </a:custGeom>
            <a:solidFill>
              <a:srgbClr val="A5B7C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937" name="Google Shape;9937;p40"/>
            <p:cNvSpPr/>
            <p:nvPr/>
          </p:nvSpPr>
          <p:spPr>
            <a:xfrm>
              <a:off x="4999700" y="1973525"/>
              <a:ext cx="820500" cy="1764350"/>
            </a:xfrm>
            <a:custGeom>
              <a:rect b="b" l="l" r="r" t="t"/>
              <a:pathLst>
                <a:path extrusionOk="0" h="70574" w="32820">
                  <a:moveTo>
                    <a:pt x="16410" y="0"/>
                  </a:moveTo>
                  <a:cubicBezTo>
                    <a:pt x="12057" y="0"/>
                    <a:pt x="7884" y="3716"/>
                    <a:pt x="4806" y="10334"/>
                  </a:cubicBezTo>
                  <a:cubicBezTo>
                    <a:pt x="1728" y="16952"/>
                    <a:pt x="1" y="25925"/>
                    <a:pt x="1" y="35287"/>
                  </a:cubicBezTo>
                  <a:cubicBezTo>
                    <a:pt x="1" y="44644"/>
                    <a:pt x="1728" y="53622"/>
                    <a:pt x="4806" y="60239"/>
                  </a:cubicBezTo>
                  <a:cubicBezTo>
                    <a:pt x="7884" y="66857"/>
                    <a:pt x="12057" y="70573"/>
                    <a:pt x="16410" y="70573"/>
                  </a:cubicBezTo>
                  <a:cubicBezTo>
                    <a:pt x="20759" y="70573"/>
                    <a:pt x="24936" y="66857"/>
                    <a:pt x="28014" y="60239"/>
                  </a:cubicBezTo>
                  <a:cubicBezTo>
                    <a:pt x="31088" y="53622"/>
                    <a:pt x="32819" y="44644"/>
                    <a:pt x="32819" y="35287"/>
                  </a:cubicBezTo>
                  <a:cubicBezTo>
                    <a:pt x="32819" y="25925"/>
                    <a:pt x="31088" y="16952"/>
                    <a:pt x="28014" y="10334"/>
                  </a:cubicBezTo>
                  <a:cubicBezTo>
                    <a:pt x="24936" y="3716"/>
                    <a:pt x="20759" y="0"/>
                    <a:pt x="16410" y="0"/>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938" name="Google Shape;9938;p40"/>
            <p:cNvSpPr/>
            <p:nvPr/>
          </p:nvSpPr>
          <p:spPr>
            <a:xfrm>
              <a:off x="6838275" y="1725700"/>
              <a:ext cx="150" cy="0"/>
            </a:xfrm>
            <a:custGeom>
              <a:rect b="b" l="l" r="r" t="t"/>
              <a:pathLst>
                <a:path extrusionOk="0" h="120000" w="6">
                  <a:moveTo>
                    <a:pt x="5" y="0"/>
                  </a:moveTo>
                  <a:lnTo>
                    <a:pt x="1" y="0"/>
                  </a:ln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939" name="Google Shape;9939;p40"/>
            <p:cNvSpPr/>
            <p:nvPr/>
          </p:nvSpPr>
          <p:spPr>
            <a:xfrm>
              <a:off x="6838400" y="3986000"/>
              <a:ext cx="25" cy="25"/>
            </a:xfrm>
            <a:custGeom>
              <a:rect b="b" l="l" r="r" t="t"/>
              <a:pathLst>
                <a:path extrusionOk="0" h="1" w="1">
                  <a:moveTo>
                    <a:pt x="0" y="1"/>
                  </a:moveTo>
                  <a:lnTo>
                    <a:pt x="0" y="1"/>
                  </a:ln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940" name="Google Shape;9940;p40"/>
            <p:cNvSpPr/>
            <p:nvPr/>
          </p:nvSpPr>
          <p:spPr>
            <a:xfrm>
              <a:off x="6744250" y="3969975"/>
              <a:ext cx="94175" cy="16050"/>
            </a:xfrm>
            <a:custGeom>
              <a:rect b="b" l="l" r="r" t="t"/>
              <a:pathLst>
                <a:path extrusionOk="0" h="642" w="3767">
                  <a:moveTo>
                    <a:pt x="1" y="0"/>
                  </a:moveTo>
                  <a:lnTo>
                    <a:pt x="1" y="0"/>
                  </a:lnTo>
                  <a:cubicBezTo>
                    <a:pt x="1190" y="425"/>
                    <a:pt x="2415" y="642"/>
                    <a:pt x="3662" y="642"/>
                  </a:cubicBezTo>
                  <a:lnTo>
                    <a:pt x="3766" y="642"/>
                  </a:lnTo>
                  <a:lnTo>
                    <a:pt x="1" y="0"/>
                  </a:ln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941" name="Google Shape;9941;p40"/>
            <p:cNvSpPr/>
            <p:nvPr/>
          </p:nvSpPr>
          <p:spPr>
            <a:xfrm>
              <a:off x="6744250" y="1725700"/>
              <a:ext cx="94050" cy="16175"/>
            </a:xfrm>
            <a:custGeom>
              <a:rect b="b" l="l" r="r" t="t"/>
              <a:pathLst>
                <a:path extrusionOk="0" h="647" w="3762">
                  <a:moveTo>
                    <a:pt x="3662" y="0"/>
                  </a:moveTo>
                  <a:cubicBezTo>
                    <a:pt x="2415" y="0"/>
                    <a:pt x="1194" y="222"/>
                    <a:pt x="1" y="646"/>
                  </a:cubicBezTo>
                  <a:lnTo>
                    <a:pt x="3762" y="0"/>
                  </a:ln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942" name="Google Shape;9942;p40"/>
            <p:cNvSpPr/>
            <p:nvPr/>
          </p:nvSpPr>
          <p:spPr>
            <a:xfrm>
              <a:off x="6294575" y="1725700"/>
              <a:ext cx="1082575" cy="2260225"/>
            </a:xfrm>
            <a:custGeom>
              <a:rect b="b" l="l" r="r" t="t"/>
              <a:pathLst>
                <a:path extrusionOk="0" h="90409" w="43303">
                  <a:moveTo>
                    <a:pt x="21749" y="0"/>
                  </a:moveTo>
                  <a:lnTo>
                    <a:pt x="17988" y="646"/>
                  </a:lnTo>
                  <a:cubicBezTo>
                    <a:pt x="7781" y="4276"/>
                    <a:pt x="1" y="22846"/>
                    <a:pt x="1" y="45204"/>
                  </a:cubicBezTo>
                  <a:cubicBezTo>
                    <a:pt x="1" y="67562"/>
                    <a:pt x="7781" y="86132"/>
                    <a:pt x="17988" y="89766"/>
                  </a:cubicBezTo>
                  <a:lnTo>
                    <a:pt x="21753" y="90408"/>
                  </a:lnTo>
                  <a:lnTo>
                    <a:pt x="21758" y="90408"/>
                  </a:lnTo>
                  <a:cubicBezTo>
                    <a:pt x="33665" y="90291"/>
                    <a:pt x="43302" y="70094"/>
                    <a:pt x="43302" y="45204"/>
                  </a:cubicBezTo>
                  <a:cubicBezTo>
                    <a:pt x="43302" y="20315"/>
                    <a:pt x="33665" y="118"/>
                    <a:pt x="21753" y="0"/>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943" name="Google Shape;9943;p40"/>
            <p:cNvSpPr/>
            <p:nvPr/>
          </p:nvSpPr>
          <p:spPr>
            <a:xfrm>
              <a:off x="1511625" y="2613375"/>
              <a:ext cx="292400" cy="484275"/>
            </a:xfrm>
            <a:custGeom>
              <a:rect b="b" l="l" r="r" t="t"/>
              <a:pathLst>
                <a:path extrusionOk="0" h="19371" w="11696">
                  <a:moveTo>
                    <a:pt x="5850" y="1"/>
                  </a:moveTo>
                  <a:cubicBezTo>
                    <a:pt x="2618" y="1"/>
                    <a:pt x="1" y="4336"/>
                    <a:pt x="1" y="9684"/>
                  </a:cubicBezTo>
                  <a:cubicBezTo>
                    <a:pt x="1" y="15036"/>
                    <a:pt x="2618" y="19371"/>
                    <a:pt x="5850" y="19371"/>
                  </a:cubicBezTo>
                  <a:cubicBezTo>
                    <a:pt x="9078" y="19371"/>
                    <a:pt x="11695" y="15036"/>
                    <a:pt x="11695" y="9684"/>
                  </a:cubicBezTo>
                  <a:cubicBezTo>
                    <a:pt x="11695" y="4336"/>
                    <a:pt x="9078" y="1"/>
                    <a:pt x="5850" y="1"/>
                  </a:cubicBezTo>
                  <a:close/>
                </a:path>
              </a:pathLst>
            </a:custGeom>
            <a:solidFill>
              <a:srgbClr val="BAC8D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9944" name="Google Shape;9944;p40"/>
          <p:cNvGrpSpPr/>
          <p:nvPr/>
        </p:nvGrpSpPr>
        <p:grpSpPr>
          <a:xfrm>
            <a:off x="5941423" y="2247733"/>
            <a:ext cx="1105452" cy="916747"/>
            <a:chOff x="5249100" y="1210600"/>
            <a:chExt cx="3502700" cy="2904775"/>
          </a:xfrm>
        </p:grpSpPr>
        <p:sp>
          <p:nvSpPr>
            <p:cNvPr id="9945" name="Google Shape;9945;p40"/>
            <p:cNvSpPr/>
            <p:nvPr/>
          </p:nvSpPr>
          <p:spPr>
            <a:xfrm>
              <a:off x="5479658" y="1210600"/>
              <a:ext cx="3108190" cy="632425"/>
            </a:xfrm>
            <a:custGeom>
              <a:rect b="b" l="l" r="r" t="t"/>
              <a:pathLst>
                <a:path extrusionOk="0" h="25297" w="117257">
                  <a:moveTo>
                    <a:pt x="1" y="0"/>
                  </a:moveTo>
                  <a:lnTo>
                    <a:pt x="14647" y="25297"/>
                  </a:lnTo>
                  <a:lnTo>
                    <a:pt x="102066" y="25297"/>
                  </a:lnTo>
                  <a:lnTo>
                    <a:pt x="117257" y="0"/>
                  </a:lnTo>
                  <a:close/>
                </a:path>
              </a:pathLst>
            </a:custGeom>
            <a:solidFill>
              <a:srgbClr val="BAC8D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946" name="Google Shape;9946;p40"/>
            <p:cNvSpPr/>
            <p:nvPr/>
          </p:nvSpPr>
          <p:spPr>
            <a:xfrm>
              <a:off x="5769162" y="1842998"/>
              <a:ext cx="2424880" cy="631925"/>
            </a:xfrm>
            <a:custGeom>
              <a:rect b="b" l="l" r="r" t="t"/>
              <a:pathLst>
                <a:path extrusionOk="0" h="25277" w="91479">
                  <a:moveTo>
                    <a:pt x="1" y="1"/>
                  </a:moveTo>
                  <a:lnTo>
                    <a:pt x="14647" y="25276"/>
                  </a:lnTo>
                  <a:lnTo>
                    <a:pt x="76602" y="25276"/>
                  </a:lnTo>
                  <a:lnTo>
                    <a:pt x="91479" y="1"/>
                  </a:lnTo>
                  <a:close/>
                </a:path>
              </a:pathLst>
            </a:custGeom>
            <a:solidFill>
              <a:srgbClr val="869FB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947" name="Google Shape;9947;p40"/>
            <p:cNvSpPr/>
            <p:nvPr/>
          </p:nvSpPr>
          <p:spPr>
            <a:xfrm>
              <a:off x="6065319" y="2474896"/>
              <a:ext cx="1739369" cy="632450"/>
            </a:xfrm>
            <a:custGeom>
              <a:rect b="b" l="l" r="r" t="t"/>
              <a:pathLst>
                <a:path extrusionOk="0" h="25298" w="65618">
                  <a:moveTo>
                    <a:pt x="1" y="0"/>
                  </a:moveTo>
                  <a:lnTo>
                    <a:pt x="14417" y="25297"/>
                  </a:lnTo>
                  <a:lnTo>
                    <a:pt x="50887" y="25297"/>
                  </a:lnTo>
                  <a:lnTo>
                    <a:pt x="65617" y="0"/>
                  </a:lnTo>
                  <a:close/>
                </a:path>
              </a:pathLst>
            </a:custGeom>
            <a:solidFill>
              <a:srgbClr val="5F7D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948" name="Google Shape;9948;p40"/>
            <p:cNvSpPr/>
            <p:nvPr/>
          </p:nvSpPr>
          <p:spPr>
            <a:xfrm>
              <a:off x="6354293" y="3107319"/>
              <a:ext cx="1061572" cy="632425"/>
            </a:xfrm>
            <a:custGeom>
              <a:rect b="b" l="l" r="r" t="t"/>
              <a:pathLst>
                <a:path extrusionOk="0" h="25297" w="40048">
                  <a:moveTo>
                    <a:pt x="0" y="0"/>
                  </a:moveTo>
                  <a:lnTo>
                    <a:pt x="14668" y="25297"/>
                  </a:lnTo>
                  <a:lnTo>
                    <a:pt x="25360" y="25297"/>
                  </a:lnTo>
                  <a:lnTo>
                    <a:pt x="40048" y="0"/>
                  </a:lnTo>
                  <a:close/>
                </a:path>
              </a:pathLst>
            </a:custGeom>
            <a:solidFill>
              <a:srgbClr val="435D7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cxnSp>
          <p:nvCxnSpPr>
            <p:cNvPr id="9949" name="Google Shape;9949;p40"/>
            <p:cNvCxnSpPr/>
            <p:nvPr/>
          </p:nvCxnSpPr>
          <p:spPr>
            <a:xfrm>
              <a:off x="5249100" y="2382654"/>
              <a:ext cx="922800" cy="0"/>
            </a:xfrm>
            <a:prstGeom prst="straightConnector1">
              <a:avLst/>
            </a:prstGeom>
            <a:noFill/>
            <a:ln cap="flat" cmpd="sng" w="19050">
              <a:solidFill>
                <a:srgbClr val="869FB2"/>
              </a:solidFill>
              <a:prstDash val="solid"/>
              <a:round/>
              <a:headEnd len="med" w="med" type="oval"/>
              <a:tailEnd len="sm" w="sm" type="none"/>
            </a:ln>
          </p:spPr>
        </p:cxnSp>
        <p:cxnSp>
          <p:nvCxnSpPr>
            <p:cNvPr id="9950" name="Google Shape;9950;p40"/>
            <p:cNvCxnSpPr/>
            <p:nvPr/>
          </p:nvCxnSpPr>
          <p:spPr>
            <a:xfrm rot="10800000">
              <a:off x="8178522" y="1765431"/>
              <a:ext cx="559200" cy="0"/>
            </a:xfrm>
            <a:prstGeom prst="straightConnector1">
              <a:avLst/>
            </a:prstGeom>
            <a:noFill/>
            <a:ln cap="flat" cmpd="sng" w="19050">
              <a:solidFill>
                <a:srgbClr val="BAC8D3"/>
              </a:solidFill>
              <a:prstDash val="solid"/>
              <a:round/>
              <a:headEnd len="med" w="med" type="oval"/>
              <a:tailEnd len="sm" w="sm" type="none"/>
            </a:ln>
          </p:spPr>
        </p:cxnSp>
        <p:cxnSp>
          <p:nvCxnSpPr>
            <p:cNvPr id="9951" name="Google Shape;9951;p40"/>
            <p:cNvCxnSpPr/>
            <p:nvPr/>
          </p:nvCxnSpPr>
          <p:spPr>
            <a:xfrm rot="10800000">
              <a:off x="7467500" y="2943528"/>
              <a:ext cx="1284300" cy="0"/>
            </a:xfrm>
            <a:prstGeom prst="straightConnector1">
              <a:avLst/>
            </a:prstGeom>
            <a:noFill/>
            <a:ln cap="flat" cmpd="sng" w="19050">
              <a:solidFill>
                <a:srgbClr val="5F7D95"/>
              </a:solidFill>
              <a:prstDash val="solid"/>
              <a:round/>
              <a:headEnd len="med" w="med" type="oval"/>
              <a:tailEnd len="sm" w="sm" type="none"/>
            </a:ln>
          </p:spPr>
        </p:cxnSp>
        <p:cxnSp>
          <p:nvCxnSpPr>
            <p:cNvPr id="9952" name="Google Shape;9952;p40"/>
            <p:cNvCxnSpPr/>
            <p:nvPr/>
          </p:nvCxnSpPr>
          <p:spPr>
            <a:xfrm>
              <a:off x="5787288" y="3630350"/>
              <a:ext cx="922800" cy="0"/>
            </a:xfrm>
            <a:prstGeom prst="straightConnector1">
              <a:avLst/>
            </a:prstGeom>
            <a:noFill/>
            <a:ln cap="flat" cmpd="sng" w="19050">
              <a:solidFill>
                <a:srgbClr val="435D74"/>
              </a:solidFill>
              <a:prstDash val="solid"/>
              <a:round/>
              <a:headEnd len="med" w="med" type="oval"/>
              <a:tailEnd len="sm" w="sm" type="none"/>
            </a:ln>
          </p:spPr>
        </p:cxnSp>
        <p:sp>
          <p:nvSpPr>
            <p:cNvPr id="9953" name="Google Shape;9953;p40"/>
            <p:cNvSpPr/>
            <p:nvPr/>
          </p:nvSpPr>
          <p:spPr>
            <a:xfrm>
              <a:off x="6601902" y="3690575"/>
              <a:ext cx="566400" cy="424800"/>
            </a:xfrm>
            <a:prstGeom prst="downArrow">
              <a:avLst>
                <a:gd fmla="val 50000" name="adj1"/>
                <a:gd fmla="val 50000" name="adj2"/>
              </a:avLst>
            </a:prstGeom>
            <a:solidFill>
              <a:srgbClr val="435D7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9954" name="Google Shape;9954;p40"/>
          <p:cNvGrpSpPr/>
          <p:nvPr/>
        </p:nvGrpSpPr>
        <p:grpSpPr>
          <a:xfrm>
            <a:off x="7123971" y="967151"/>
            <a:ext cx="1304650" cy="1124856"/>
            <a:chOff x="7287122" y="1165658"/>
            <a:chExt cx="1219413" cy="1051365"/>
          </a:xfrm>
        </p:grpSpPr>
        <p:grpSp>
          <p:nvGrpSpPr>
            <p:cNvPr id="9955" name="Google Shape;9955;p40"/>
            <p:cNvGrpSpPr/>
            <p:nvPr/>
          </p:nvGrpSpPr>
          <p:grpSpPr>
            <a:xfrm>
              <a:off x="7287122" y="1969723"/>
              <a:ext cx="1219413" cy="247300"/>
              <a:chOff x="7287122" y="1969723"/>
              <a:chExt cx="1219413" cy="247300"/>
            </a:xfrm>
          </p:grpSpPr>
          <p:sp>
            <p:nvSpPr>
              <p:cNvPr id="9956" name="Google Shape;9956;p40"/>
              <p:cNvSpPr/>
              <p:nvPr/>
            </p:nvSpPr>
            <p:spPr>
              <a:xfrm flipH="1">
                <a:off x="8366247" y="1969723"/>
                <a:ext cx="140288" cy="247300"/>
              </a:xfrm>
              <a:custGeom>
                <a:rect b="b" l="l" r="r" t="t"/>
                <a:pathLst>
                  <a:path extrusionOk="0" h="26428" w="14992">
                    <a:moveTo>
                      <a:pt x="31" y="0"/>
                    </a:moveTo>
                    <a:cubicBezTo>
                      <a:pt x="25" y="0"/>
                      <a:pt x="19" y="0"/>
                      <a:pt x="13" y="0"/>
                    </a:cubicBezTo>
                    <a:lnTo>
                      <a:pt x="0" y="0"/>
                    </a:lnTo>
                    <a:lnTo>
                      <a:pt x="0" y="26407"/>
                    </a:lnTo>
                    <a:lnTo>
                      <a:pt x="13" y="26427"/>
                    </a:lnTo>
                    <a:lnTo>
                      <a:pt x="14992" y="1860"/>
                    </a:lnTo>
                    <a:cubicBezTo>
                      <a:pt x="10391" y="663"/>
                      <a:pt x="5335" y="0"/>
                      <a:pt x="31" y="0"/>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nvGrpSpPr>
              <p:cNvPr id="9957" name="Google Shape;9957;p40"/>
              <p:cNvGrpSpPr/>
              <p:nvPr/>
            </p:nvGrpSpPr>
            <p:grpSpPr>
              <a:xfrm>
                <a:off x="7287122" y="2063892"/>
                <a:ext cx="1151753" cy="73428"/>
                <a:chOff x="7287122" y="2063892"/>
                <a:chExt cx="1151753" cy="73428"/>
              </a:xfrm>
            </p:grpSpPr>
            <p:sp>
              <p:nvSpPr>
                <p:cNvPr id="9958" name="Google Shape;9958;p40"/>
                <p:cNvSpPr/>
                <p:nvPr/>
              </p:nvSpPr>
              <p:spPr>
                <a:xfrm flipH="1">
                  <a:off x="7287122" y="2063892"/>
                  <a:ext cx="507103" cy="73428"/>
                </a:xfrm>
                <a:custGeom>
                  <a:rect b="b" l="l" r="r" t="t"/>
                  <a:pathLst>
                    <a:path extrusionOk="0" h="7847" w="35124">
                      <a:moveTo>
                        <a:pt x="0" y="1"/>
                      </a:moveTo>
                      <a:lnTo>
                        <a:pt x="0" y="7847"/>
                      </a:lnTo>
                      <a:lnTo>
                        <a:pt x="35123" y="7847"/>
                      </a:lnTo>
                      <a:lnTo>
                        <a:pt x="35123" y="1"/>
                      </a:ln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cxnSp>
              <p:nvCxnSpPr>
                <p:cNvPr id="9959" name="Google Shape;9959;p40"/>
                <p:cNvCxnSpPr/>
                <p:nvPr/>
              </p:nvCxnSpPr>
              <p:spPr>
                <a:xfrm rot="10800000">
                  <a:off x="7818475" y="2100600"/>
                  <a:ext cx="620400" cy="0"/>
                </a:xfrm>
                <a:prstGeom prst="straightConnector1">
                  <a:avLst/>
                </a:prstGeom>
                <a:noFill/>
                <a:ln cap="flat" cmpd="sng" w="9525">
                  <a:solidFill>
                    <a:srgbClr val="CFD9E0"/>
                  </a:solidFill>
                  <a:prstDash val="solid"/>
                  <a:round/>
                  <a:headEnd len="sm" w="sm" type="none"/>
                  <a:tailEnd len="med" w="med" type="oval"/>
                </a:ln>
              </p:spPr>
            </p:cxnSp>
          </p:grpSp>
        </p:grpSp>
        <p:grpSp>
          <p:nvGrpSpPr>
            <p:cNvPr id="9960" name="Google Shape;9960;p40"/>
            <p:cNvGrpSpPr/>
            <p:nvPr/>
          </p:nvGrpSpPr>
          <p:grpSpPr>
            <a:xfrm>
              <a:off x="7287122" y="1712201"/>
              <a:ext cx="1219403" cy="246767"/>
              <a:chOff x="7287122" y="1712201"/>
              <a:chExt cx="1219403" cy="246767"/>
            </a:xfrm>
          </p:grpSpPr>
          <p:sp>
            <p:nvSpPr>
              <p:cNvPr id="9961" name="Google Shape;9961;p40"/>
              <p:cNvSpPr/>
              <p:nvPr/>
            </p:nvSpPr>
            <p:spPr>
              <a:xfrm flipH="1">
                <a:off x="8226249" y="1712201"/>
                <a:ext cx="280276" cy="246767"/>
              </a:xfrm>
              <a:custGeom>
                <a:rect b="b" l="l" r="r" t="t"/>
                <a:pathLst>
                  <a:path extrusionOk="0" h="26371" w="29952">
                    <a:moveTo>
                      <a:pt x="1" y="0"/>
                    </a:moveTo>
                    <a:lnTo>
                      <a:pt x="1" y="24234"/>
                    </a:lnTo>
                    <a:lnTo>
                      <a:pt x="14" y="24234"/>
                    </a:lnTo>
                    <a:cubicBezTo>
                      <a:pt x="14" y="24234"/>
                      <a:pt x="203" y="24229"/>
                      <a:pt x="558" y="24229"/>
                    </a:cubicBezTo>
                    <a:cubicBezTo>
                      <a:pt x="2473" y="24229"/>
                      <a:pt x="9215" y="24384"/>
                      <a:pt x="17213" y="26370"/>
                    </a:cubicBezTo>
                    <a:lnTo>
                      <a:pt x="29952" y="5713"/>
                    </a:lnTo>
                    <a:cubicBezTo>
                      <a:pt x="29952" y="5713"/>
                      <a:pt x="20827" y="0"/>
                      <a:pt x="14" y="0"/>
                    </a:cubicBezTo>
                    <a:close/>
                  </a:path>
                </a:pathLst>
              </a:custGeom>
              <a:solidFill>
                <a:srgbClr val="A5B7C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nvGrpSpPr>
              <p:cNvPr id="9962" name="Google Shape;9962;p40"/>
              <p:cNvGrpSpPr/>
              <p:nvPr/>
            </p:nvGrpSpPr>
            <p:grpSpPr>
              <a:xfrm>
                <a:off x="7287122" y="1842861"/>
                <a:ext cx="1005303" cy="73419"/>
                <a:chOff x="7287122" y="1842861"/>
                <a:chExt cx="1005303" cy="73419"/>
              </a:xfrm>
            </p:grpSpPr>
            <p:sp>
              <p:nvSpPr>
                <p:cNvPr id="9963" name="Google Shape;9963;p40"/>
                <p:cNvSpPr/>
                <p:nvPr/>
              </p:nvSpPr>
              <p:spPr>
                <a:xfrm flipH="1">
                  <a:off x="7287122" y="1842861"/>
                  <a:ext cx="507103" cy="73419"/>
                </a:xfrm>
                <a:custGeom>
                  <a:rect b="b" l="l" r="r" t="t"/>
                  <a:pathLst>
                    <a:path extrusionOk="0" h="7846" w="35124">
                      <a:moveTo>
                        <a:pt x="0" y="1"/>
                      </a:moveTo>
                      <a:lnTo>
                        <a:pt x="0" y="7845"/>
                      </a:lnTo>
                      <a:lnTo>
                        <a:pt x="35123" y="7845"/>
                      </a:lnTo>
                      <a:lnTo>
                        <a:pt x="35123" y="1"/>
                      </a:lnTo>
                      <a:close/>
                    </a:path>
                  </a:pathLst>
                </a:custGeom>
                <a:solidFill>
                  <a:srgbClr val="A5B7C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cxnSp>
              <p:nvCxnSpPr>
                <p:cNvPr id="9964" name="Google Shape;9964;p40"/>
                <p:cNvCxnSpPr/>
                <p:nvPr/>
              </p:nvCxnSpPr>
              <p:spPr>
                <a:xfrm rot="10800000">
                  <a:off x="7818425" y="1879575"/>
                  <a:ext cx="474000" cy="0"/>
                </a:xfrm>
                <a:prstGeom prst="straightConnector1">
                  <a:avLst/>
                </a:prstGeom>
                <a:noFill/>
                <a:ln cap="flat" cmpd="sng" w="9525">
                  <a:solidFill>
                    <a:srgbClr val="A5B7C6"/>
                  </a:solidFill>
                  <a:prstDash val="solid"/>
                  <a:round/>
                  <a:headEnd len="sm" w="sm" type="none"/>
                  <a:tailEnd len="med" w="med" type="oval"/>
                </a:ln>
              </p:spPr>
            </p:cxnSp>
          </p:grpSp>
        </p:grpSp>
        <p:grpSp>
          <p:nvGrpSpPr>
            <p:cNvPr id="9965" name="Google Shape;9965;p40"/>
            <p:cNvGrpSpPr/>
            <p:nvPr/>
          </p:nvGrpSpPr>
          <p:grpSpPr>
            <a:xfrm>
              <a:off x="7287122" y="1447520"/>
              <a:ext cx="1219403" cy="286667"/>
              <a:chOff x="7287122" y="1447520"/>
              <a:chExt cx="1219403" cy="286667"/>
            </a:xfrm>
          </p:grpSpPr>
          <p:sp>
            <p:nvSpPr>
              <p:cNvPr id="9966" name="Google Shape;9966;p40"/>
              <p:cNvSpPr/>
              <p:nvPr/>
            </p:nvSpPr>
            <p:spPr>
              <a:xfrm flipH="1">
                <a:off x="8087665" y="1447520"/>
                <a:ext cx="418860" cy="286667"/>
              </a:xfrm>
              <a:custGeom>
                <a:rect b="b" l="l" r="r" t="t"/>
                <a:pathLst>
                  <a:path extrusionOk="0" h="30635" w="44762">
                    <a:moveTo>
                      <a:pt x="1" y="1"/>
                    </a:moveTo>
                    <a:lnTo>
                      <a:pt x="1" y="24648"/>
                    </a:lnTo>
                    <a:lnTo>
                      <a:pt x="14" y="24648"/>
                    </a:lnTo>
                    <a:cubicBezTo>
                      <a:pt x="5607" y="24648"/>
                      <a:pt x="18560" y="25130"/>
                      <a:pt x="31390" y="30635"/>
                    </a:cubicBezTo>
                    <a:lnTo>
                      <a:pt x="44761" y="10327"/>
                    </a:lnTo>
                    <a:cubicBezTo>
                      <a:pt x="44761" y="10327"/>
                      <a:pt x="27304" y="1"/>
                      <a:pt x="14" y="1"/>
                    </a:cubicBezTo>
                    <a:close/>
                  </a:path>
                </a:pathLst>
              </a:custGeom>
              <a:solidFill>
                <a:srgbClr val="869FB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nvGrpSpPr>
              <p:cNvPr id="9967" name="Google Shape;9967;p40"/>
              <p:cNvGrpSpPr/>
              <p:nvPr/>
            </p:nvGrpSpPr>
            <p:grpSpPr>
              <a:xfrm>
                <a:off x="7287122" y="1581977"/>
                <a:ext cx="852803" cy="73428"/>
                <a:chOff x="7287122" y="1581977"/>
                <a:chExt cx="852803" cy="73428"/>
              </a:xfrm>
            </p:grpSpPr>
            <p:sp>
              <p:nvSpPr>
                <p:cNvPr id="9968" name="Google Shape;9968;p40"/>
                <p:cNvSpPr/>
                <p:nvPr/>
              </p:nvSpPr>
              <p:spPr>
                <a:xfrm flipH="1">
                  <a:off x="7287122" y="1581977"/>
                  <a:ext cx="507103" cy="73428"/>
                </a:xfrm>
                <a:custGeom>
                  <a:rect b="b" l="l" r="r" t="t"/>
                  <a:pathLst>
                    <a:path extrusionOk="0" h="7847" w="35124">
                      <a:moveTo>
                        <a:pt x="0" y="1"/>
                      </a:moveTo>
                      <a:lnTo>
                        <a:pt x="0" y="7847"/>
                      </a:lnTo>
                      <a:lnTo>
                        <a:pt x="35123" y="7847"/>
                      </a:lnTo>
                      <a:lnTo>
                        <a:pt x="35123" y="1"/>
                      </a:lnTo>
                      <a:close/>
                    </a:path>
                  </a:pathLst>
                </a:custGeom>
                <a:solidFill>
                  <a:srgbClr val="869FB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cxnSp>
              <p:nvCxnSpPr>
                <p:cNvPr id="9969" name="Google Shape;9969;p40"/>
                <p:cNvCxnSpPr/>
                <p:nvPr/>
              </p:nvCxnSpPr>
              <p:spPr>
                <a:xfrm rot="10800000">
                  <a:off x="7818325" y="1618700"/>
                  <a:ext cx="321600" cy="0"/>
                </a:xfrm>
                <a:prstGeom prst="straightConnector1">
                  <a:avLst/>
                </a:prstGeom>
                <a:noFill/>
                <a:ln cap="flat" cmpd="sng" w="9525">
                  <a:solidFill>
                    <a:srgbClr val="869FB2"/>
                  </a:solidFill>
                  <a:prstDash val="solid"/>
                  <a:round/>
                  <a:headEnd len="sm" w="sm" type="none"/>
                  <a:tailEnd len="med" w="med" type="oval"/>
                </a:ln>
              </p:spPr>
            </p:cxnSp>
          </p:grpSp>
        </p:grpSp>
        <p:grpSp>
          <p:nvGrpSpPr>
            <p:cNvPr id="9970" name="Google Shape;9970;p40"/>
            <p:cNvGrpSpPr/>
            <p:nvPr/>
          </p:nvGrpSpPr>
          <p:grpSpPr>
            <a:xfrm>
              <a:off x="7287122" y="1165658"/>
              <a:ext cx="1219403" cy="344253"/>
              <a:chOff x="7287122" y="1165658"/>
              <a:chExt cx="1219403" cy="344253"/>
            </a:xfrm>
          </p:grpSpPr>
          <p:sp>
            <p:nvSpPr>
              <p:cNvPr id="9971" name="Google Shape;9971;p40"/>
              <p:cNvSpPr/>
              <p:nvPr/>
            </p:nvSpPr>
            <p:spPr>
              <a:xfrm flipH="1">
                <a:off x="7919557" y="1165658"/>
                <a:ext cx="586968" cy="344253"/>
              </a:xfrm>
              <a:custGeom>
                <a:rect b="b" l="l" r="r" t="t"/>
                <a:pathLst>
                  <a:path extrusionOk="0" h="36789" w="62727">
                    <a:moveTo>
                      <a:pt x="1" y="1"/>
                    </a:moveTo>
                    <a:lnTo>
                      <a:pt x="1" y="25976"/>
                    </a:lnTo>
                    <a:lnTo>
                      <a:pt x="17" y="25976"/>
                    </a:lnTo>
                    <a:cubicBezTo>
                      <a:pt x="74" y="25976"/>
                      <a:pt x="588" y="25960"/>
                      <a:pt x="1487" y="25960"/>
                    </a:cubicBezTo>
                    <a:cubicBezTo>
                      <a:pt x="7235" y="25960"/>
                      <a:pt x="28709" y="26646"/>
                      <a:pt x="46867" y="36789"/>
                    </a:cubicBezTo>
                    <a:lnTo>
                      <a:pt x="62726" y="12728"/>
                    </a:lnTo>
                    <a:cubicBezTo>
                      <a:pt x="62726" y="12728"/>
                      <a:pt x="39312" y="2"/>
                      <a:pt x="17" y="1"/>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nvGrpSpPr>
              <p:cNvPr id="9972" name="Google Shape;9972;p40"/>
              <p:cNvGrpSpPr/>
              <p:nvPr/>
            </p:nvGrpSpPr>
            <p:grpSpPr>
              <a:xfrm>
                <a:off x="7287122" y="1341025"/>
                <a:ext cx="695703" cy="73419"/>
                <a:chOff x="7287122" y="1341025"/>
                <a:chExt cx="695703" cy="73419"/>
              </a:xfrm>
            </p:grpSpPr>
            <p:sp>
              <p:nvSpPr>
                <p:cNvPr id="9973" name="Google Shape;9973;p40"/>
                <p:cNvSpPr/>
                <p:nvPr/>
              </p:nvSpPr>
              <p:spPr>
                <a:xfrm flipH="1">
                  <a:off x="7287122" y="1341025"/>
                  <a:ext cx="507103" cy="73419"/>
                </a:xfrm>
                <a:custGeom>
                  <a:rect b="b" l="l" r="r" t="t"/>
                  <a:pathLst>
                    <a:path extrusionOk="0" h="7846" w="35124">
                      <a:moveTo>
                        <a:pt x="0" y="1"/>
                      </a:moveTo>
                      <a:lnTo>
                        <a:pt x="0" y="7845"/>
                      </a:lnTo>
                      <a:lnTo>
                        <a:pt x="35123" y="7845"/>
                      </a:lnTo>
                      <a:lnTo>
                        <a:pt x="35123" y="1"/>
                      </a:ln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cxnSp>
              <p:nvCxnSpPr>
                <p:cNvPr id="9974" name="Google Shape;9974;p40"/>
                <p:cNvCxnSpPr/>
                <p:nvPr/>
              </p:nvCxnSpPr>
              <p:spPr>
                <a:xfrm rot="10800000">
                  <a:off x="7818425" y="1377750"/>
                  <a:ext cx="164400" cy="0"/>
                </a:xfrm>
                <a:prstGeom prst="straightConnector1">
                  <a:avLst/>
                </a:prstGeom>
                <a:noFill/>
                <a:ln cap="flat" cmpd="sng" w="9525">
                  <a:solidFill>
                    <a:srgbClr val="869FB1"/>
                  </a:solidFill>
                  <a:prstDash val="solid"/>
                  <a:round/>
                  <a:headEnd len="sm" w="sm" type="none"/>
                  <a:tailEnd len="med" w="med" type="oval"/>
                </a:ln>
              </p:spPr>
            </p:cxnSp>
          </p:grpSp>
        </p:grpSp>
      </p:grpSp>
      <p:grpSp>
        <p:nvGrpSpPr>
          <p:cNvPr id="9975" name="Google Shape;9975;p40"/>
          <p:cNvGrpSpPr/>
          <p:nvPr/>
        </p:nvGrpSpPr>
        <p:grpSpPr>
          <a:xfrm>
            <a:off x="5790463" y="973174"/>
            <a:ext cx="1397728" cy="1098540"/>
            <a:chOff x="5900602" y="1193063"/>
            <a:chExt cx="1299850" cy="1021707"/>
          </a:xfrm>
        </p:grpSpPr>
        <p:grpSp>
          <p:nvGrpSpPr>
            <p:cNvPr id="9976" name="Google Shape;9976;p40"/>
            <p:cNvGrpSpPr/>
            <p:nvPr/>
          </p:nvGrpSpPr>
          <p:grpSpPr>
            <a:xfrm>
              <a:off x="6520338" y="1193063"/>
              <a:ext cx="341813" cy="799959"/>
              <a:chOff x="6520338" y="1193063"/>
              <a:chExt cx="341813" cy="799959"/>
            </a:xfrm>
          </p:grpSpPr>
          <p:grpSp>
            <p:nvGrpSpPr>
              <p:cNvPr id="9977" name="Google Shape;9977;p40"/>
              <p:cNvGrpSpPr/>
              <p:nvPr/>
            </p:nvGrpSpPr>
            <p:grpSpPr>
              <a:xfrm>
                <a:off x="6520337" y="1589527"/>
                <a:ext cx="213949" cy="403494"/>
                <a:chOff x="6520338" y="1589528"/>
                <a:chExt cx="213949" cy="403494"/>
              </a:xfrm>
            </p:grpSpPr>
            <p:sp>
              <p:nvSpPr>
                <p:cNvPr id="9978" name="Google Shape;9978;p40"/>
                <p:cNvSpPr/>
                <p:nvPr/>
              </p:nvSpPr>
              <p:spPr>
                <a:xfrm rot="-5400000">
                  <a:off x="6522864" y="1587001"/>
                  <a:ext cx="208853" cy="213906"/>
                </a:xfrm>
                <a:custGeom>
                  <a:rect b="b" l="l" r="r" t="t"/>
                  <a:pathLst>
                    <a:path extrusionOk="0" h="24594" w="24013">
                      <a:moveTo>
                        <a:pt x="725" y="0"/>
                      </a:moveTo>
                      <a:cubicBezTo>
                        <a:pt x="482" y="0"/>
                        <a:pt x="241" y="3"/>
                        <a:pt x="0" y="5"/>
                      </a:cubicBezTo>
                      <a:lnTo>
                        <a:pt x="0" y="22597"/>
                      </a:lnTo>
                      <a:cubicBezTo>
                        <a:pt x="118" y="22596"/>
                        <a:pt x="222" y="22595"/>
                        <a:pt x="312" y="22595"/>
                      </a:cubicBezTo>
                      <a:cubicBezTo>
                        <a:pt x="582" y="22595"/>
                        <a:pt x="725" y="22600"/>
                        <a:pt x="725" y="22600"/>
                      </a:cubicBezTo>
                      <a:cubicBezTo>
                        <a:pt x="725" y="22600"/>
                        <a:pt x="872" y="22595"/>
                        <a:pt x="1149" y="22595"/>
                      </a:cubicBezTo>
                      <a:cubicBezTo>
                        <a:pt x="2638" y="22595"/>
                        <a:pt x="7882" y="22740"/>
                        <a:pt x="14103" y="24594"/>
                      </a:cubicBezTo>
                      <a:lnTo>
                        <a:pt x="24013" y="5327"/>
                      </a:lnTo>
                      <a:cubicBezTo>
                        <a:pt x="24013" y="5327"/>
                        <a:pt x="16917" y="0"/>
                        <a:pt x="725" y="0"/>
                      </a:cubicBezTo>
                      <a:close/>
                    </a:path>
                  </a:pathLst>
                </a:custGeom>
                <a:solidFill>
                  <a:srgbClr val="A5B7C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979" name="Google Shape;9979;p40"/>
                <p:cNvSpPr/>
                <p:nvPr/>
              </p:nvSpPr>
              <p:spPr>
                <a:xfrm rot="-5400000">
                  <a:off x="6529204" y="1787939"/>
                  <a:ext cx="196250" cy="213915"/>
                </a:xfrm>
                <a:custGeom>
                  <a:rect b="b" l="l" r="r" t="t"/>
                  <a:pathLst>
                    <a:path extrusionOk="0" h="24595" w="22564">
                      <a:moveTo>
                        <a:pt x="22564" y="1"/>
                      </a:moveTo>
                      <a:cubicBezTo>
                        <a:pt x="15114" y="73"/>
                        <a:pt x="9649" y="1280"/>
                        <a:pt x="5965" y="2527"/>
                      </a:cubicBezTo>
                      <a:lnTo>
                        <a:pt x="5965" y="2528"/>
                      </a:lnTo>
                      <a:cubicBezTo>
                        <a:pt x="2949" y="3548"/>
                        <a:pt x="1124" y="4595"/>
                        <a:pt x="385" y="5067"/>
                      </a:cubicBezTo>
                      <a:cubicBezTo>
                        <a:pt x="382" y="5067"/>
                        <a:pt x="382" y="5068"/>
                        <a:pt x="380" y="5068"/>
                      </a:cubicBezTo>
                      <a:cubicBezTo>
                        <a:pt x="373" y="5074"/>
                        <a:pt x="366" y="5078"/>
                        <a:pt x="358" y="5083"/>
                      </a:cubicBezTo>
                      <a:cubicBezTo>
                        <a:pt x="344" y="5091"/>
                        <a:pt x="329" y="5100"/>
                        <a:pt x="316" y="5110"/>
                      </a:cubicBezTo>
                      <a:cubicBezTo>
                        <a:pt x="315" y="5112"/>
                        <a:pt x="313" y="5113"/>
                        <a:pt x="312" y="5113"/>
                      </a:cubicBezTo>
                      <a:cubicBezTo>
                        <a:pt x="293" y="5125"/>
                        <a:pt x="275" y="5136"/>
                        <a:pt x="258" y="5148"/>
                      </a:cubicBezTo>
                      <a:cubicBezTo>
                        <a:pt x="255" y="5150"/>
                        <a:pt x="251" y="5152"/>
                        <a:pt x="248" y="5155"/>
                      </a:cubicBezTo>
                      <a:cubicBezTo>
                        <a:pt x="240" y="5160"/>
                        <a:pt x="232" y="5166"/>
                        <a:pt x="224" y="5171"/>
                      </a:cubicBezTo>
                      <a:lnTo>
                        <a:pt x="191" y="5193"/>
                      </a:lnTo>
                      <a:cubicBezTo>
                        <a:pt x="189" y="5193"/>
                        <a:pt x="189" y="5195"/>
                        <a:pt x="188" y="5195"/>
                      </a:cubicBezTo>
                      <a:lnTo>
                        <a:pt x="171" y="5206"/>
                      </a:lnTo>
                      <a:cubicBezTo>
                        <a:pt x="162" y="5211"/>
                        <a:pt x="153" y="5217"/>
                        <a:pt x="146" y="5222"/>
                      </a:cubicBezTo>
                      <a:cubicBezTo>
                        <a:pt x="144" y="5224"/>
                        <a:pt x="144" y="5225"/>
                        <a:pt x="141" y="5225"/>
                      </a:cubicBezTo>
                      <a:cubicBezTo>
                        <a:pt x="137" y="5230"/>
                        <a:pt x="131" y="5231"/>
                        <a:pt x="127" y="5236"/>
                      </a:cubicBezTo>
                      <a:cubicBezTo>
                        <a:pt x="118" y="5243"/>
                        <a:pt x="109" y="5247"/>
                        <a:pt x="102" y="5253"/>
                      </a:cubicBezTo>
                      <a:cubicBezTo>
                        <a:pt x="95" y="5260"/>
                        <a:pt x="88" y="5265"/>
                        <a:pt x="80" y="5269"/>
                      </a:cubicBezTo>
                      <a:cubicBezTo>
                        <a:pt x="39" y="5297"/>
                        <a:pt x="15" y="5316"/>
                        <a:pt x="6" y="5323"/>
                      </a:cubicBezTo>
                      <a:lnTo>
                        <a:pt x="3" y="5324"/>
                      </a:lnTo>
                      <a:lnTo>
                        <a:pt x="0" y="5326"/>
                      </a:lnTo>
                      <a:lnTo>
                        <a:pt x="9910" y="24594"/>
                      </a:lnTo>
                      <a:cubicBezTo>
                        <a:pt x="10017" y="24561"/>
                        <a:pt x="10124" y="24530"/>
                        <a:pt x="10231" y="24499"/>
                      </a:cubicBezTo>
                      <a:cubicBezTo>
                        <a:pt x="10284" y="24482"/>
                        <a:pt x="10339" y="24466"/>
                        <a:pt x="10392" y="24451"/>
                      </a:cubicBezTo>
                      <a:cubicBezTo>
                        <a:pt x="10473" y="24428"/>
                        <a:pt x="10553" y="24403"/>
                        <a:pt x="10633" y="24381"/>
                      </a:cubicBezTo>
                      <a:cubicBezTo>
                        <a:pt x="10664" y="24373"/>
                        <a:pt x="10691" y="24364"/>
                        <a:pt x="10721" y="24357"/>
                      </a:cubicBezTo>
                      <a:cubicBezTo>
                        <a:pt x="10786" y="24339"/>
                        <a:pt x="10855" y="24320"/>
                        <a:pt x="10920" y="24303"/>
                      </a:cubicBezTo>
                      <a:cubicBezTo>
                        <a:pt x="10930" y="24298"/>
                        <a:pt x="10943" y="24297"/>
                        <a:pt x="10955" y="24293"/>
                      </a:cubicBezTo>
                      <a:cubicBezTo>
                        <a:pt x="11032" y="24274"/>
                        <a:pt x="11111" y="24252"/>
                        <a:pt x="11188" y="24231"/>
                      </a:cubicBezTo>
                      <a:cubicBezTo>
                        <a:pt x="11192" y="24230"/>
                        <a:pt x="11200" y="24227"/>
                        <a:pt x="11206" y="24226"/>
                      </a:cubicBezTo>
                      <a:cubicBezTo>
                        <a:pt x="11307" y="24198"/>
                        <a:pt x="11409" y="24172"/>
                        <a:pt x="11511" y="24146"/>
                      </a:cubicBezTo>
                      <a:cubicBezTo>
                        <a:pt x="11613" y="24118"/>
                        <a:pt x="11715" y="24093"/>
                        <a:pt x="11816" y="24067"/>
                      </a:cubicBezTo>
                      <a:cubicBezTo>
                        <a:pt x="11877" y="24052"/>
                        <a:pt x="11938" y="24036"/>
                        <a:pt x="11998" y="24022"/>
                      </a:cubicBezTo>
                      <a:cubicBezTo>
                        <a:pt x="12071" y="24004"/>
                        <a:pt x="12143" y="23987"/>
                        <a:pt x="12216" y="23969"/>
                      </a:cubicBezTo>
                      <a:cubicBezTo>
                        <a:pt x="17046" y="22790"/>
                        <a:pt x="20998" y="22614"/>
                        <a:pt x="22564" y="22595"/>
                      </a:cubicBezTo>
                      <a:lnTo>
                        <a:pt x="22564" y="1"/>
                      </a:lnTo>
                      <a:close/>
                    </a:path>
                  </a:pathLst>
                </a:custGeom>
                <a:solidFill>
                  <a:srgbClr val="A5B7C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9980" name="Google Shape;9980;p40"/>
              <p:cNvGrpSpPr/>
              <p:nvPr/>
            </p:nvGrpSpPr>
            <p:grpSpPr>
              <a:xfrm>
                <a:off x="6577204" y="1193063"/>
                <a:ext cx="284947" cy="464512"/>
                <a:chOff x="6577204" y="1193063"/>
                <a:chExt cx="284947" cy="464512"/>
              </a:xfrm>
            </p:grpSpPr>
            <p:sp>
              <p:nvSpPr>
                <p:cNvPr id="9981" name="Google Shape;9981;p40"/>
                <p:cNvSpPr/>
                <p:nvPr/>
              </p:nvSpPr>
              <p:spPr>
                <a:xfrm>
                  <a:off x="6577204" y="1193063"/>
                  <a:ext cx="284947" cy="63648"/>
                </a:xfrm>
                <a:custGeom>
                  <a:rect b="b" l="l" r="r" t="t"/>
                  <a:pathLst>
                    <a:path extrusionOk="0" h="7318" w="32762">
                      <a:moveTo>
                        <a:pt x="0" y="1"/>
                      </a:moveTo>
                      <a:lnTo>
                        <a:pt x="0" y="7318"/>
                      </a:lnTo>
                      <a:lnTo>
                        <a:pt x="32762" y="7318"/>
                      </a:lnTo>
                      <a:lnTo>
                        <a:pt x="32762" y="1"/>
                      </a:lnTo>
                      <a:close/>
                    </a:path>
                  </a:pathLst>
                </a:custGeom>
                <a:solidFill>
                  <a:srgbClr val="A5B7C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cxnSp>
              <p:nvCxnSpPr>
                <p:cNvPr id="9982" name="Google Shape;9982;p40"/>
                <p:cNvCxnSpPr/>
                <p:nvPr/>
              </p:nvCxnSpPr>
              <p:spPr>
                <a:xfrm rot="10800000">
                  <a:off x="6677825" y="1279575"/>
                  <a:ext cx="0" cy="378000"/>
                </a:xfrm>
                <a:prstGeom prst="straightConnector1">
                  <a:avLst/>
                </a:prstGeom>
                <a:noFill/>
                <a:ln cap="flat" cmpd="sng" w="9525">
                  <a:solidFill>
                    <a:srgbClr val="A5B7C6"/>
                  </a:solidFill>
                  <a:prstDash val="solid"/>
                  <a:round/>
                  <a:headEnd len="sm" w="sm" type="none"/>
                  <a:tailEnd len="med" w="med" type="oval"/>
                </a:ln>
              </p:spPr>
            </p:cxnSp>
          </p:grpSp>
        </p:grpSp>
        <p:grpSp>
          <p:nvGrpSpPr>
            <p:cNvPr id="9983" name="Google Shape;9983;p40"/>
            <p:cNvGrpSpPr/>
            <p:nvPr/>
          </p:nvGrpSpPr>
          <p:grpSpPr>
            <a:xfrm>
              <a:off x="6238903" y="1193063"/>
              <a:ext cx="300476" cy="900152"/>
              <a:chOff x="6238903" y="1193063"/>
              <a:chExt cx="300476" cy="900152"/>
            </a:xfrm>
          </p:grpSpPr>
          <p:grpSp>
            <p:nvGrpSpPr>
              <p:cNvPr id="9984" name="Google Shape;9984;p40"/>
              <p:cNvGrpSpPr/>
              <p:nvPr/>
            </p:nvGrpSpPr>
            <p:grpSpPr>
              <a:xfrm>
                <a:off x="6290865" y="1489315"/>
                <a:ext cx="248514" cy="603900"/>
                <a:chOff x="6290865" y="1489315"/>
                <a:chExt cx="248514" cy="603900"/>
              </a:xfrm>
            </p:grpSpPr>
            <p:sp>
              <p:nvSpPr>
                <p:cNvPr id="9985" name="Google Shape;9985;p40"/>
                <p:cNvSpPr/>
                <p:nvPr/>
              </p:nvSpPr>
              <p:spPr>
                <a:xfrm rot="-5400000">
                  <a:off x="6260589" y="1519591"/>
                  <a:ext cx="309066" cy="248514"/>
                </a:xfrm>
                <a:custGeom>
                  <a:rect b="b" l="l" r="r" t="t"/>
                  <a:pathLst>
                    <a:path extrusionOk="0" h="28573" w="35535">
                      <a:moveTo>
                        <a:pt x="727" y="0"/>
                      </a:moveTo>
                      <a:cubicBezTo>
                        <a:pt x="484" y="0"/>
                        <a:pt x="241" y="2"/>
                        <a:pt x="0" y="3"/>
                      </a:cubicBezTo>
                      <a:lnTo>
                        <a:pt x="0" y="22994"/>
                      </a:lnTo>
                      <a:cubicBezTo>
                        <a:pt x="259" y="22992"/>
                        <a:pt x="501" y="22989"/>
                        <a:pt x="727" y="22989"/>
                      </a:cubicBezTo>
                      <a:cubicBezTo>
                        <a:pt x="5078" y="22989"/>
                        <a:pt x="15152" y="23439"/>
                        <a:pt x="25134" y="28572"/>
                      </a:cubicBezTo>
                      <a:lnTo>
                        <a:pt x="35534" y="9632"/>
                      </a:lnTo>
                      <a:cubicBezTo>
                        <a:pt x="35534" y="9632"/>
                        <a:pt x="21952" y="0"/>
                        <a:pt x="727" y="0"/>
                      </a:cubicBezTo>
                      <a:close/>
                    </a:path>
                  </a:pathLst>
                </a:custGeom>
                <a:solidFill>
                  <a:srgbClr val="869FB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986" name="Google Shape;9986;p40"/>
                <p:cNvSpPr/>
                <p:nvPr/>
              </p:nvSpPr>
              <p:spPr>
                <a:xfrm rot="-5400000">
                  <a:off x="6266916" y="1820752"/>
                  <a:ext cx="296437" cy="248488"/>
                </a:xfrm>
                <a:custGeom>
                  <a:rect b="b" l="l" r="r" t="t"/>
                  <a:pathLst>
                    <a:path extrusionOk="0" h="28570" w="34083">
                      <a:moveTo>
                        <a:pt x="34083" y="0"/>
                      </a:moveTo>
                      <a:cubicBezTo>
                        <a:pt x="22684" y="120"/>
                        <a:pt x="13548" y="2997"/>
                        <a:pt x="7617" y="5579"/>
                      </a:cubicBezTo>
                      <a:cubicBezTo>
                        <a:pt x="5629" y="6444"/>
                        <a:pt x="3999" y="7274"/>
                        <a:pt x="2767" y="7955"/>
                      </a:cubicBezTo>
                      <a:cubicBezTo>
                        <a:pt x="2743" y="7970"/>
                        <a:pt x="2717" y="7985"/>
                        <a:pt x="2693" y="7996"/>
                      </a:cubicBezTo>
                      <a:cubicBezTo>
                        <a:pt x="2692" y="7996"/>
                        <a:pt x="2689" y="7999"/>
                        <a:pt x="2687" y="7999"/>
                      </a:cubicBezTo>
                      <a:cubicBezTo>
                        <a:pt x="2454" y="8127"/>
                        <a:pt x="2237" y="8251"/>
                        <a:pt x="2034" y="8368"/>
                      </a:cubicBezTo>
                      <a:lnTo>
                        <a:pt x="1958" y="8411"/>
                      </a:lnTo>
                      <a:cubicBezTo>
                        <a:pt x="1952" y="8416"/>
                        <a:pt x="1949" y="8418"/>
                        <a:pt x="1943" y="8421"/>
                      </a:cubicBezTo>
                      <a:cubicBezTo>
                        <a:pt x="1913" y="8437"/>
                        <a:pt x="1884" y="8455"/>
                        <a:pt x="1854" y="8472"/>
                      </a:cubicBezTo>
                      <a:cubicBezTo>
                        <a:pt x="1844" y="8478"/>
                        <a:pt x="1834" y="8483"/>
                        <a:pt x="1825" y="8488"/>
                      </a:cubicBezTo>
                      <a:cubicBezTo>
                        <a:pt x="1718" y="8552"/>
                        <a:pt x="1616" y="8612"/>
                        <a:pt x="1517" y="8670"/>
                      </a:cubicBezTo>
                      <a:cubicBezTo>
                        <a:pt x="1476" y="8697"/>
                        <a:pt x="1435" y="8720"/>
                        <a:pt x="1396" y="8743"/>
                      </a:cubicBezTo>
                      <a:cubicBezTo>
                        <a:pt x="1349" y="8771"/>
                        <a:pt x="1305" y="8799"/>
                        <a:pt x="1262" y="8823"/>
                      </a:cubicBezTo>
                      <a:cubicBezTo>
                        <a:pt x="1246" y="8832"/>
                        <a:pt x="1230" y="8844"/>
                        <a:pt x="1214" y="8852"/>
                      </a:cubicBezTo>
                      <a:cubicBezTo>
                        <a:pt x="1166" y="8882"/>
                        <a:pt x="1119" y="8911"/>
                        <a:pt x="1072" y="8938"/>
                      </a:cubicBezTo>
                      <a:cubicBezTo>
                        <a:pt x="1042" y="8956"/>
                        <a:pt x="1013" y="8973"/>
                        <a:pt x="985" y="8991"/>
                      </a:cubicBezTo>
                      <a:cubicBezTo>
                        <a:pt x="941" y="9018"/>
                        <a:pt x="901" y="9043"/>
                        <a:pt x="860" y="9069"/>
                      </a:cubicBezTo>
                      <a:cubicBezTo>
                        <a:pt x="845" y="9078"/>
                        <a:pt x="832" y="9087"/>
                        <a:pt x="821" y="9094"/>
                      </a:cubicBezTo>
                      <a:cubicBezTo>
                        <a:pt x="794" y="9112"/>
                        <a:pt x="771" y="9126"/>
                        <a:pt x="748" y="9141"/>
                      </a:cubicBezTo>
                      <a:cubicBezTo>
                        <a:pt x="733" y="9148"/>
                        <a:pt x="720" y="9157"/>
                        <a:pt x="706" y="9166"/>
                      </a:cubicBezTo>
                      <a:cubicBezTo>
                        <a:pt x="692" y="9174"/>
                        <a:pt x="678" y="9182"/>
                        <a:pt x="665" y="9192"/>
                      </a:cubicBezTo>
                      <a:cubicBezTo>
                        <a:pt x="643" y="9206"/>
                        <a:pt x="621" y="9218"/>
                        <a:pt x="599" y="9233"/>
                      </a:cubicBezTo>
                      <a:cubicBezTo>
                        <a:pt x="582" y="9244"/>
                        <a:pt x="567" y="9254"/>
                        <a:pt x="551" y="9265"/>
                      </a:cubicBezTo>
                      <a:cubicBezTo>
                        <a:pt x="534" y="9275"/>
                        <a:pt x="518" y="9283"/>
                        <a:pt x="502" y="9295"/>
                      </a:cubicBezTo>
                      <a:cubicBezTo>
                        <a:pt x="483" y="9305"/>
                        <a:pt x="465" y="9318"/>
                        <a:pt x="446" y="9330"/>
                      </a:cubicBezTo>
                      <a:cubicBezTo>
                        <a:pt x="305" y="9422"/>
                        <a:pt x="196" y="9493"/>
                        <a:pt x="122" y="9544"/>
                      </a:cubicBezTo>
                      <a:lnTo>
                        <a:pt x="104" y="9556"/>
                      </a:lnTo>
                      <a:cubicBezTo>
                        <a:pt x="72" y="9578"/>
                        <a:pt x="46" y="9595"/>
                        <a:pt x="30" y="9607"/>
                      </a:cubicBezTo>
                      <a:cubicBezTo>
                        <a:pt x="28" y="9608"/>
                        <a:pt x="24" y="9610"/>
                        <a:pt x="23" y="9611"/>
                      </a:cubicBezTo>
                      <a:cubicBezTo>
                        <a:pt x="17" y="9615"/>
                        <a:pt x="14" y="9618"/>
                        <a:pt x="9" y="9621"/>
                      </a:cubicBezTo>
                      <a:cubicBezTo>
                        <a:pt x="8" y="9623"/>
                        <a:pt x="7" y="9624"/>
                        <a:pt x="5" y="9624"/>
                      </a:cubicBezTo>
                      <a:lnTo>
                        <a:pt x="1" y="9629"/>
                      </a:lnTo>
                      <a:lnTo>
                        <a:pt x="10402" y="28569"/>
                      </a:lnTo>
                      <a:lnTo>
                        <a:pt x="10669" y="28432"/>
                      </a:lnTo>
                      <a:cubicBezTo>
                        <a:pt x="10734" y="28399"/>
                        <a:pt x="10803" y="28365"/>
                        <a:pt x="10868" y="28333"/>
                      </a:cubicBezTo>
                      <a:cubicBezTo>
                        <a:pt x="10913" y="28309"/>
                        <a:pt x="10960" y="28287"/>
                        <a:pt x="11007" y="28263"/>
                      </a:cubicBezTo>
                      <a:cubicBezTo>
                        <a:pt x="11052" y="28242"/>
                        <a:pt x="11095" y="28220"/>
                        <a:pt x="11141" y="28198"/>
                      </a:cubicBezTo>
                      <a:cubicBezTo>
                        <a:pt x="11264" y="28138"/>
                        <a:pt x="11387" y="28079"/>
                        <a:pt x="11510" y="28020"/>
                      </a:cubicBezTo>
                      <a:cubicBezTo>
                        <a:pt x="11570" y="27991"/>
                        <a:pt x="11633" y="27962"/>
                        <a:pt x="11694" y="27933"/>
                      </a:cubicBezTo>
                      <a:cubicBezTo>
                        <a:pt x="11754" y="27904"/>
                        <a:pt x="11816" y="27875"/>
                        <a:pt x="11877" y="27846"/>
                      </a:cubicBezTo>
                      <a:cubicBezTo>
                        <a:pt x="20843" y="23637"/>
                        <a:pt x="29650" y="23043"/>
                        <a:pt x="34083" y="22991"/>
                      </a:cubicBezTo>
                      <a:lnTo>
                        <a:pt x="34083" y="0"/>
                      </a:lnTo>
                      <a:close/>
                    </a:path>
                  </a:pathLst>
                </a:custGeom>
                <a:solidFill>
                  <a:srgbClr val="869FB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9987" name="Google Shape;9987;p40"/>
              <p:cNvGrpSpPr/>
              <p:nvPr/>
            </p:nvGrpSpPr>
            <p:grpSpPr>
              <a:xfrm>
                <a:off x="6238903" y="1193063"/>
                <a:ext cx="284947" cy="333087"/>
                <a:chOff x="6238903" y="1193063"/>
                <a:chExt cx="284947" cy="333087"/>
              </a:xfrm>
            </p:grpSpPr>
            <p:sp>
              <p:nvSpPr>
                <p:cNvPr id="9988" name="Google Shape;9988;p40"/>
                <p:cNvSpPr/>
                <p:nvPr/>
              </p:nvSpPr>
              <p:spPr>
                <a:xfrm>
                  <a:off x="6238903" y="1193063"/>
                  <a:ext cx="284947" cy="63648"/>
                </a:xfrm>
                <a:custGeom>
                  <a:rect b="b" l="l" r="r" t="t"/>
                  <a:pathLst>
                    <a:path extrusionOk="0" h="7318" w="32762">
                      <a:moveTo>
                        <a:pt x="0" y="0"/>
                      </a:moveTo>
                      <a:lnTo>
                        <a:pt x="0" y="7317"/>
                      </a:lnTo>
                      <a:lnTo>
                        <a:pt x="32762" y="7317"/>
                      </a:lnTo>
                      <a:lnTo>
                        <a:pt x="32762" y="0"/>
                      </a:lnTo>
                      <a:close/>
                    </a:path>
                  </a:pathLst>
                </a:custGeom>
                <a:solidFill>
                  <a:srgbClr val="869FB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cxnSp>
              <p:nvCxnSpPr>
                <p:cNvPr id="9989" name="Google Shape;9989;p40"/>
                <p:cNvCxnSpPr/>
                <p:nvPr/>
              </p:nvCxnSpPr>
              <p:spPr>
                <a:xfrm rot="10800000">
                  <a:off x="6431250" y="1279250"/>
                  <a:ext cx="0" cy="246900"/>
                </a:xfrm>
                <a:prstGeom prst="straightConnector1">
                  <a:avLst/>
                </a:prstGeom>
                <a:noFill/>
                <a:ln cap="flat" cmpd="sng" w="9525">
                  <a:solidFill>
                    <a:srgbClr val="869FB2"/>
                  </a:solidFill>
                  <a:prstDash val="solid"/>
                  <a:round/>
                  <a:headEnd len="sm" w="sm" type="none"/>
                  <a:tailEnd len="med" w="med" type="oval"/>
                </a:ln>
              </p:spPr>
            </p:cxnSp>
          </p:grpSp>
        </p:grpSp>
        <p:grpSp>
          <p:nvGrpSpPr>
            <p:cNvPr id="9990" name="Google Shape;9990;p40"/>
            <p:cNvGrpSpPr/>
            <p:nvPr/>
          </p:nvGrpSpPr>
          <p:grpSpPr>
            <a:xfrm>
              <a:off x="5900602" y="1193063"/>
              <a:ext cx="444346" cy="1021707"/>
              <a:chOff x="5900602" y="1193063"/>
              <a:chExt cx="444346" cy="1021707"/>
            </a:xfrm>
          </p:grpSpPr>
          <p:grpSp>
            <p:nvGrpSpPr>
              <p:cNvPr id="9991" name="Google Shape;9991;p40"/>
              <p:cNvGrpSpPr/>
              <p:nvPr/>
            </p:nvGrpSpPr>
            <p:grpSpPr>
              <a:xfrm>
                <a:off x="6046502" y="1367784"/>
                <a:ext cx="298446" cy="846986"/>
                <a:chOff x="6046502" y="1367784"/>
                <a:chExt cx="298446" cy="846986"/>
              </a:xfrm>
            </p:grpSpPr>
            <p:sp>
              <p:nvSpPr>
                <p:cNvPr id="9992" name="Google Shape;9992;p40"/>
                <p:cNvSpPr/>
                <p:nvPr/>
              </p:nvSpPr>
              <p:spPr>
                <a:xfrm rot="-5400000">
                  <a:off x="5980418" y="1433868"/>
                  <a:ext cx="430613" cy="298446"/>
                </a:xfrm>
                <a:custGeom>
                  <a:rect b="b" l="l" r="r" t="t"/>
                  <a:pathLst>
                    <a:path extrusionOk="0" h="34314" w="49510">
                      <a:moveTo>
                        <a:pt x="722" y="0"/>
                      </a:moveTo>
                      <a:cubicBezTo>
                        <a:pt x="481" y="0"/>
                        <a:pt x="241" y="0"/>
                        <a:pt x="1" y="3"/>
                      </a:cubicBezTo>
                      <a:lnTo>
                        <a:pt x="1" y="24234"/>
                      </a:lnTo>
                      <a:cubicBezTo>
                        <a:pt x="243" y="24230"/>
                        <a:pt x="428" y="24229"/>
                        <a:pt x="550" y="24229"/>
                      </a:cubicBezTo>
                      <a:cubicBezTo>
                        <a:pt x="648" y="24229"/>
                        <a:pt x="706" y="24230"/>
                        <a:pt x="722" y="24230"/>
                      </a:cubicBezTo>
                      <a:lnTo>
                        <a:pt x="729" y="24230"/>
                      </a:lnTo>
                      <a:cubicBezTo>
                        <a:pt x="773" y="24230"/>
                        <a:pt x="1173" y="24214"/>
                        <a:pt x="1871" y="24214"/>
                      </a:cubicBezTo>
                      <a:cubicBezTo>
                        <a:pt x="6340" y="24214"/>
                        <a:pt x="23046" y="24853"/>
                        <a:pt x="37171" y="34314"/>
                      </a:cubicBezTo>
                      <a:lnTo>
                        <a:pt x="49510" y="11872"/>
                      </a:lnTo>
                      <a:cubicBezTo>
                        <a:pt x="49510" y="11872"/>
                        <a:pt x="31299" y="3"/>
                        <a:pt x="729" y="0"/>
                      </a:cubicBezTo>
                      <a:close/>
                    </a:path>
                  </a:pathLst>
                </a:custGeom>
                <a:solidFill>
                  <a:srgbClr val="667E9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993" name="Google Shape;9993;p40"/>
                <p:cNvSpPr/>
                <p:nvPr/>
              </p:nvSpPr>
              <p:spPr>
                <a:xfrm rot="-5400000">
                  <a:off x="5986745" y="1856568"/>
                  <a:ext cx="417984" cy="298420"/>
                </a:xfrm>
                <a:custGeom>
                  <a:rect b="b" l="l" r="r" t="t"/>
                  <a:pathLst>
                    <a:path extrusionOk="0" h="34311" w="48058">
                      <a:moveTo>
                        <a:pt x="48058" y="0"/>
                      </a:moveTo>
                      <a:cubicBezTo>
                        <a:pt x="40706" y="47"/>
                        <a:pt x="34078" y="776"/>
                        <a:pt x="28261" y="1849"/>
                      </a:cubicBezTo>
                      <a:cubicBezTo>
                        <a:pt x="20919" y="3208"/>
                        <a:pt x="14865" y="5126"/>
                        <a:pt x="10271" y="6917"/>
                      </a:cubicBezTo>
                      <a:cubicBezTo>
                        <a:pt x="5004" y="8972"/>
                        <a:pt x="1653" y="10865"/>
                        <a:pt x="474" y="11571"/>
                      </a:cubicBezTo>
                      <a:cubicBezTo>
                        <a:pt x="462" y="11578"/>
                        <a:pt x="449" y="11585"/>
                        <a:pt x="439" y="11593"/>
                      </a:cubicBezTo>
                      <a:cubicBezTo>
                        <a:pt x="427" y="11600"/>
                        <a:pt x="417" y="11606"/>
                        <a:pt x="406" y="11613"/>
                      </a:cubicBezTo>
                      <a:cubicBezTo>
                        <a:pt x="384" y="11628"/>
                        <a:pt x="365" y="11638"/>
                        <a:pt x="344" y="11651"/>
                      </a:cubicBezTo>
                      <a:cubicBezTo>
                        <a:pt x="328" y="11661"/>
                        <a:pt x="311" y="11671"/>
                        <a:pt x="296" y="11680"/>
                      </a:cubicBezTo>
                      <a:cubicBezTo>
                        <a:pt x="285" y="11689"/>
                        <a:pt x="273" y="11696"/>
                        <a:pt x="260" y="11703"/>
                      </a:cubicBezTo>
                      <a:cubicBezTo>
                        <a:pt x="251" y="11709"/>
                        <a:pt x="242" y="11715"/>
                        <a:pt x="235" y="11719"/>
                      </a:cubicBezTo>
                      <a:cubicBezTo>
                        <a:pt x="126" y="11788"/>
                        <a:pt x="53" y="11833"/>
                        <a:pt x="20" y="11855"/>
                      </a:cubicBezTo>
                      <a:cubicBezTo>
                        <a:pt x="18" y="11856"/>
                        <a:pt x="14" y="11858"/>
                        <a:pt x="12" y="11861"/>
                      </a:cubicBezTo>
                      <a:cubicBezTo>
                        <a:pt x="4" y="11865"/>
                        <a:pt x="1" y="11869"/>
                        <a:pt x="1" y="11869"/>
                      </a:cubicBezTo>
                      <a:lnTo>
                        <a:pt x="12338" y="34311"/>
                      </a:lnTo>
                      <a:cubicBezTo>
                        <a:pt x="12429" y="34252"/>
                        <a:pt x="12518" y="34194"/>
                        <a:pt x="12608" y="34136"/>
                      </a:cubicBezTo>
                      <a:cubicBezTo>
                        <a:pt x="12655" y="34107"/>
                        <a:pt x="12700" y="34076"/>
                        <a:pt x="12747" y="34047"/>
                      </a:cubicBezTo>
                      <a:cubicBezTo>
                        <a:pt x="12789" y="34021"/>
                        <a:pt x="12830" y="33996"/>
                        <a:pt x="12869" y="33970"/>
                      </a:cubicBezTo>
                      <a:cubicBezTo>
                        <a:pt x="12927" y="33932"/>
                        <a:pt x="12986" y="33896"/>
                        <a:pt x="13045" y="33858"/>
                      </a:cubicBezTo>
                      <a:cubicBezTo>
                        <a:pt x="13124" y="33808"/>
                        <a:pt x="13204" y="33759"/>
                        <a:pt x="13283" y="33709"/>
                      </a:cubicBezTo>
                      <a:cubicBezTo>
                        <a:pt x="13363" y="33661"/>
                        <a:pt x="13441" y="33612"/>
                        <a:pt x="13521" y="33562"/>
                      </a:cubicBezTo>
                      <a:cubicBezTo>
                        <a:pt x="13601" y="33513"/>
                        <a:pt x="13679" y="33465"/>
                        <a:pt x="13759" y="33417"/>
                      </a:cubicBezTo>
                      <a:cubicBezTo>
                        <a:pt x="13842" y="33367"/>
                        <a:pt x="13922" y="33319"/>
                        <a:pt x="14003" y="33270"/>
                      </a:cubicBezTo>
                      <a:cubicBezTo>
                        <a:pt x="14082" y="33222"/>
                        <a:pt x="14159" y="33175"/>
                        <a:pt x="14238" y="33130"/>
                      </a:cubicBezTo>
                      <a:cubicBezTo>
                        <a:pt x="14318" y="33082"/>
                        <a:pt x="14398" y="33037"/>
                        <a:pt x="14478" y="32990"/>
                      </a:cubicBezTo>
                      <a:cubicBezTo>
                        <a:pt x="14558" y="32943"/>
                        <a:pt x="14638" y="32897"/>
                        <a:pt x="14718" y="32852"/>
                      </a:cubicBezTo>
                      <a:cubicBezTo>
                        <a:pt x="14798" y="32804"/>
                        <a:pt x="14879" y="32758"/>
                        <a:pt x="14959" y="32713"/>
                      </a:cubicBezTo>
                      <a:cubicBezTo>
                        <a:pt x="15120" y="32622"/>
                        <a:pt x="15280" y="32531"/>
                        <a:pt x="15444" y="32441"/>
                      </a:cubicBezTo>
                      <a:cubicBezTo>
                        <a:pt x="15521" y="32397"/>
                        <a:pt x="15598" y="32357"/>
                        <a:pt x="15674" y="32314"/>
                      </a:cubicBezTo>
                      <a:cubicBezTo>
                        <a:pt x="15698" y="32301"/>
                        <a:pt x="15723" y="32287"/>
                        <a:pt x="15746" y="32274"/>
                      </a:cubicBezTo>
                      <a:cubicBezTo>
                        <a:pt x="15888" y="32196"/>
                        <a:pt x="16029" y="32119"/>
                        <a:pt x="16172" y="32045"/>
                      </a:cubicBezTo>
                      <a:cubicBezTo>
                        <a:pt x="29547" y="24910"/>
                        <a:pt x="44618" y="24279"/>
                        <a:pt x="48058" y="24228"/>
                      </a:cubicBezTo>
                      <a:lnTo>
                        <a:pt x="48058" y="0"/>
                      </a:ln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9994" name="Google Shape;9994;p40"/>
              <p:cNvGrpSpPr/>
              <p:nvPr/>
            </p:nvGrpSpPr>
            <p:grpSpPr>
              <a:xfrm>
                <a:off x="5900602" y="1193063"/>
                <a:ext cx="284947" cy="182312"/>
                <a:chOff x="5900602" y="1193063"/>
                <a:chExt cx="284947" cy="182312"/>
              </a:xfrm>
            </p:grpSpPr>
            <p:sp>
              <p:nvSpPr>
                <p:cNvPr id="9995" name="Google Shape;9995;p40"/>
                <p:cNvSpPr/>
                <p:nvPr/>
              </p:nvSpPr>
              <p:spPr>
                <a:xfrm>
                  <a:off x="5900602" y="1193063"/>
                  <a:ext cx="284947" cy="63648"/>
                </a:xfrm>
                <a:custGeom>
                  <a:rect b="b" l="l" r="r" t="t"/>
                  <a:pathLst>
                    <a:path extrusionOk="0" h="7318" w="32762">
                      <a:moveTo>
                        <a:pt x="0" y="0"/>
                      </a:moveTo>
                      <a:lnTo>
                        <a:pt x="0" y="7318"/>
                      </a:lnTo>
                      <a:lnTo>
                        <a:pt x="32762" y="7318"/>
                      </a:lnTo>
                      <a:lnTo>
                        <a:pt x="32762" y="0"/>
                      </a:lnTo>
                      <a:close/>
                    </a:path>
                  </a:pathLst>
                </a:custGeom>
                <a:solidFill>
                  <a:srgbClr val="667E9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cxnSp>
              <p:nvCxnSpPr>
                <p:cNvPr id="9996" name="Google Shape;9996;p40"/>
                <p:cNvCxnSpPr/>
                <p:nvPr/>
              </p:nvCxnSpPr>
              <p:spPr>
                <a:xfrm rot="10800000">
                  <a:off x="6156950" y="1279675"/>
                  <a:ext cx="0" cy="95700"/>
                </a:xfrm>
                <a:prstGeom prst="straightConnector1">
                  <a:avLst/>
                </a:prstGeom>
                <a:noFill/>
                <a:ln cap="flat" cmpd="sng" w="9525">
                  <a:solidFill>
                    <a:srgbClr val="657E93"/>
                  </a:solidFill>
                  <a:prstDash val="solid"/>
                  <a:round/>
                  <a:headEnd len="sm" w="sm" type="none"/>
                  <a:tailEnd len="med" w="med" type="oval"/>
                </a:ln>
              </p:spPr>
            </p:cxnSp>
          </p:grpSp>
        </p:grpSp>
        <p:grpSp>
          <p:nvGrpSpPr>
            <p:cNvPr id="9997" name="Google Shape;9997;p40"/>
            <p:cNvGrpSpPr/>
            <p:nvPr/>
          </p:nvGrpSpPr>
          <p:grpSpPr>
            <a:xfrm>
              <a:off x="6738300" y="1193063"/>
              <a:ext cx="462152" cy="707634"/>
              <a:chOff x="6738300" y="1193063"/>
              <a:chExt cx="462152" cy="707634"/>
            </a:xfrm>
          </p:grpSpPr>
          <p:grpSp>
            <p:nvGrpSpPr>
              <p:cNvPr id="9998" name="Google Shape;9998;p40"/>
              <p:cNvGrpSpPr/>
              <p:nvPr/>
            </p:nvGrpSpPr>
            <p:grpSpPr>
              <a:xfrm>
                <a:off x="6915505" y="1193063"/>
                <a:ext cx="284947" cy="597387"/>
                <a:chOff x="6915505" y="1193063"/>
                <a:chExt cx="284947" cy="597387"/>
              </a:xfrm>
            </p:grpSpPr>
            <p:sp>
              <p:nvSpPr>
                <p:cNvPr id="9999" name="Google Shape;9999;p40"/>
                <p:cNvSpPr/>
                <p:nvPr/>
              </p:nvSpPr>
              <p:spPr>
                <a:xfrm>
                  <a:off x="6915505" y="1193063"/>
                  <a:ext cx="284947" cy="63648"/>
                </a:xfrm>
                <a:custGeom>
                  <a:rect b="b" l="l" r="r" t="t"/>
                  <a:pathLst>
                    <a:path extrusionOk="0" h="7318" w="32762">
                      <a:moveTo>
                        <a:pt x="0" y="1"/>
                      </a:moveTo>
                      <a:lnTo>
                        <a:pt x="0" y="7318"/>
                      </a:lnTo>
                      <a:lnTo>
                        <a:pt x="32762" y="7318"/>
                      </a:lnTo>
                      <a:lnTo>
                        <a:pt x="32762" y="1"/>
                      </a:lnTo>
                      <a:close/>
                    </a:path>
                  </a:pathLst>
                </a:custGeom>
                <a:solidFill>
                  <a:srgbClr val="E3E7E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cxnSp>
              <p:nvCxnSpPr>
                <p:cNvPr id="10000" name="Google Shape;10000;p40"/>
                <p:cNvCxnSpPr/>
                <p:nvPr/>
              </p:nvCxnSpPr>
              <p:spPr>
                <a:xfrm rot="10800000">
                  <a:off x="6938275" y="1279850"/>
                  <a:ext cx="0" cy="510600"/>
                </a:xfrm>
                <a:prstGeom prst="straightConnector1">
                  <a:avLst/>
                </a:prstGeom>
                <a:noFill/>
                <a:ln cap="flat" cmpd="sng" w="9525">
                  <a:solidFill>
                    <a:srgbClr val="E3E7EA"/>
                  </a:solidFill>
                  <a:prstDash val="solid"/>
                  <a:round/>
                  <a:headEnd len="sm" w="sm" type="none"/>
                  <a:tailEnd len="med" w="med" type="oval"/>
                </a:ln>
              </p:spPr>
            </p:cxnSp>
          </p:grpSp>
          <p:grpSp>
            <p:nvGrpSpPr>
              <p:cNvPr id="10001" name="Google Shape;10001;p40"/>
              <p:cNvGrpSpPr/>
              <p:nvPr/>
            </p:nvGrpSpPr>
            <p:grpSpPr>
              <a:xfrm>
                <a:off x="6738300" y="1684726"/>
                <a:ext cx="230066" cy="215971"/>
                <a:chOff x="6738300" y="1684726"/>
                <a:chExt cx="230066" cy="215971"/>
              </a:xfrm>
            </p:grpSpPr>
            <p:sp>
              <p:nvSpPr>
                <p:cNvPr id="10002" name="Google Shape;10002;p40"/>
                <p:cNvSpPr/>
                <p:nvPr/>
              </p:nvSpPr>
              <p:spPr>
                <a:xfrm rot="-5400000">
                  <a:off x="6799187" y="1731518"/>
                  <a:ext cx="108296" cy="230061"/>
                </a:xfrm>
                <a:custGeom>
                  <a:rect b="b" l="l" r="r" t="t"/>
                  <a:pathLst>
                    <a:path extrusionOk="0" h="23215" w="10928">
                      <a:moveTo>
                        <a:pt x="10928" y="0"/>
                      </a:moveTo>
                      <a:cubicBezTo>
                        <a:pt x="8679" y="38"/>
                        <a:pt x="6494" y="261"/>
                        <a:pt x="4395" y="647"/>
                      </a:cubicBezTo>
                      <a:lnTo>
                        <a:pt x="4395" y="648"/>
                      </a:lnTo>
                      <a:cubicBezTo>
                        <a:pt x="3153" y="875"/>
                        <a:pt x="1943" y="1159"/>
                        <a:pt x="769" y="1499"/>
                      </a:cubicBezTo>
                      <a:cubicBezTo>
                        <a:pt x="691" y="1522"/>
                        <a:pt x="612" y="1544"/>
                        <a:pt x="535" y="1567"/>
                      </a:cubicBezTo>
                      <a:cubicBezTo>
                        <a:pt x="501" y="1576"/>
                        <a:pt x="469" y="1588"/>
                        <a:pt x="436" y="1596"/>
                      </a:cubicBezTo>
                      <a:cubicBezTo>
                        <a:pt x="404" y="1606"/>
                        <a:pt x="370" y="1617"/>
                        <a:pt x="338" y="1625"/>
                      </a:cubicBezTo>
                      <a:cubicBezTo>
                        <a:pt x="303" y="1637"/>
                        <a:pt x="270" y="1646"/>
                        <a:pt x="238" y="1657"/>
                      </a:cubicBezTo>
                      <a:cubicBezTo>
                        <a:pt x="159" y="1681"/>
                        <a:pt x="79" y="1704"/>
                        <a:pt x="1" y="1730"/>
                      </a:cubicBezTo>
                      <a:lnTo>
                        <a:pt x="10928" y="23215"/>
                      </a:lnTo>
                      <a:lnTo>
                        <a:pt x="10928" y="0"/>
                      </a:lnTo>
                      <a:close/>
                    </a:path>
                  </a:pathLst>
                </a:custGeom>
                <a:solidFill>
                  <a:srgbClr val="E3E7E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003" name="Google Shape;10003;p40"/>
                <p:cNvSpPr/>
                <p:nvPr/>
              </p:nvSpPr>
              <p:spPr>
                <a:xfrm flipH="1" rot="-5400000">
                  <a:off x="6799182" y="1623843"/>
                  <a:ext cx="108296" cy="230061"/>
                </a:xfrm>
                <a:custGeom>
                  <a:rect b="b" l="l" r="r" t="t"/>
                  <a:pathLst>
                    <a:path extrusionOk="0" h="23215" w="10928">
                      <a:moveTo>
                        <a:pt x="10928" y="0"/>
                      </a:moveTo>
                      <a:cubicBezTo>
                        <a:pt x="8679" y="38"/>
                        <a:pt x="6494" y="261"/>
                        <a:pt x="4395" y="647"/>
                      </a:cubicBezTo>
                      <a:lnTo>
                        <a:pt x="4395" y="648"/>
                      </a:lnTo>
                      <a:cubicBezTo>
                        <a:pt x="3153" y="875"/>
                        <a:pt x="1943" y="1159"/>
                        <a:pt x="769" y="1499"/>
                      </a:cubicBezTo>
                      <a:cubicBezTo>
                        <a:pt x="691" y="1522"/>
                        <a:pt x="612" y="1544"/>
                        <a:pt x="535" y="1567"/>
                      </a:cubicBezTo>
                      <a:cubicBezTo>
                        <a:pt x="501" y="1576"/>
                        <a:pt x="469" y="1588"/>
                        <a:pt x="436" y="1596"/>
                      </a:cubicBezTo>
                      <a:cubicBezTo>
                        <a:pt x="404" y="1606"/>
                        <a:pt x="370" y="1617"/>
                        <a:pt x="338" y="1625"/>
                      </a:cubicBezTo>
                      <a:cubicBezTo>
                        <a:pt x="303" y="1637"/>
                        <a:pt x="270" y="1646"/>
                        <a:pt x="238" y="1657"/>
                      </a:cubicBezTo>
                      <a:cubicBezTo>
                        <a:pt x="159" y="1681"/>
                        <a:pt x="79" y="1704"/>
                        <a:pt x="1" y="1730"/>
                      </a:cubicBezTo>
                      <a:lnTo>
                        <a:pt x="10928" y="23215"/>
                      </a:lnTo>
                      <a:lnTo>
                        <a:pt x="10928" y="0"/>
                      </a:lnTo>
                      <a:close/>
                    </a:path>
                  </a:pathLst>
                </a:custGeom>
                <a:solidFill>
                  <a:srgbClr val="E3E7E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grpSp>
    </p:spTree>
  </p:cSld>
  <p:clrMapOvr>
    <a:masterClrMapping/>
  </p:clrMapOvr>
</p:sld>
</file>

<file path=ppt/slides/slide5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0">
  <p:cSld>
    <p:bg>
      <p:bgPr>
        <a:solidFill>
          <a:srgbClr val="0E2A47"/>
        </a:solidFill>
      </p:bgPr>
    </p:bg>
    <p:spTree>
      <p:nvGrpSpPr>
        <p:cNvPr id="10007" name="Shape 10007"/>
        <p:cNvGrpSpPr/>
        <p:nvPr/>
      </p:nvGrpSpPr>
      <p:grpSpPr>
        <a:xfrm>
          <a:off x="0" y="0"/>
          <a:ext cx="0" cy="0"/>
          <a:chOff x="0" y="0"/>
          <a:chExt cx="0" cy="0"/>
        </a:xfrm>
      </p:grpSpPr>
      <p:grpSp>
        <p:nvGrpSpPr>
          <p:cNvPr id="10008" name="Google Shape;10008;p41"/>
          <p:cNvGrpSpPr/>
          <p:nvPr/>
        </p:nvGrpSpPr>
        <p:grpSpPr>
          <a:xfrm>
            <a:off x="839307" y="2318098"/>
            <a:ext cx="387992" cy="329326"/>
            <a:chOff x="839307" y="2318098"/>
            <a:chExt cx="387992" cy="329326"/>
          </a:xfrm>
        </p:grpSpPr>
        <p:sp>
          <p:nvSpPr>
            <p:cNvPr id="10009" name="Google Shape;10009;p41"/>
            <p:cNvSpPr/>
            <p:nvPr/>
          </p:nvSpPr>
          <p:spPr>
            <a:xfrm>
              <a:off x="963051" y="2318098"/>
              <a:ext cx="140532" cy="93872"/>
            </a:xfrm>
            <a:custGeom>
              <a:rect b="b" l="l" r="r" t="t"/>
              <a:pathLst>
                <a:path extrusionOk="0" h="3573" w="5349">
                  <a:moveTo>
                    <a:pt x="1415" y="1"/>
                  </a:moveTo>
                  <a:cubicBezTo>
                    <a:pt x="639" y="1"/>
                    <a:pt x="7" y="639"/>
                    <a:pt x="0" y="1416"/>
                  </a:cubicBezTo>
                  <a:lnTo>
                    <a:pt x="0" y="2976"/>
                  </a:lnTo>
                  <a:cubicBezTo>
                    <a:pt x="0" y="3309"/>
                    <a:pt x="271" y="3573"/>
                    <a:pt x="597" y="3573"/>
                  </a:cubicBezTo>
                  <a:cubicBezTo>
                    <a:pt x="930" y="3573"/>
                    <a:pt x="1193" y="3309"/>
                    <a:pt x="1193" y="2976"/>
                  </a:cubicBezTo>
                  <a:lnTo>
                    <a:pt x="1193" y="1416"/>
                  </a:lnTo>
                  <a:cubicBezTo>
                    <a:pt x="1193" y="1291"/>
                    <a:pt x="1298" y="1194"/>
                    <a:pt x="1422" y="1194"/>
                  </a:cubicBezTo>
                  <a:lnTo>
                    <a:pt x="3933" y="1194"/>
                  </a:lnTo>
                  <a:cubicBezTo>
                    <a:pt x="4058" y="1194"/>
                    <a:pt x="4162" y="1291"/>
                    <a:pt x="4162" y="1416"/>
                  </a:cubicBezTo>
                  <a:lnTo>
                    <a:pt x="4162" y="2976"/>
                  </a:lnTo>
                  <a:cubicBezTo>
                    <a:pt x="4162" y="3309"/>
                    <a:pt x="4433" y="3573"/>
                    <a:pt x="4759" y="3573"/>
                  </a:cubicBezTo>
                  <a:cubicBezTo>
                    <a:pt x="5085" y="3573"/>
                    <a:pt x="5348" y="3309"/>
                    <a:pt x="5348" y="2976"/>
                  </a:cubicBezTo>
                  <a:lnTo>
                    <a:pt x="5348" y="1423"/>
                  </a:lnTo>
                  <a:cubicBezTo>
                    <a:pt x="5348" y="632"/>
                    <a:pt x="4717" y="1"/>
                    <a:pt x="3933" y="1"/>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010" name="Google Shape;10010;p41"/>
            <p:cNvSpPr/>
            <p:nvPr/>
          </p:nvSpPr>
          <p:spPr>
            <a:xfrm>
              <a:off x="962867" y="2358741"/>
              <a:ext cx="31553" cy="53228"/>
            </a:xfrm>
            <a:custGeom>
              <a:rect b="b" l="l" r="r" t="t"/>
              <a:pathLst>
                <a:path extrusionOk="0" h="2026" w="1201">
                  <a:moveTo>
                    <a:pt x="7" y="0"/>
                  </a:moveTo>
                  <a:lnTo>
                    <a:pt x="7" y="1429"/>
                  </a:lnTo>
                  <a:cubicBezTo>
                    <a:pt x="1" y="1758"/>
                    <a:pt x="264" y="2026"/>
                    <a:pt x="591" y="2026"/>
                  </a:cubicBezTo>
                  <a:cubicBezTo>
                    <a:pt x="596" y="2026"/>
                    <a:pt x="600" y="2026"/>
                    <a:pt x="604" y="2026"/>
                  </a:cubicBezTo>
                  <a:cubicBezTo>
                    <a:pt x="930" y="2026"/>
                    <a:pt x="1200" y="1762"/>
                    <a:pt x="1200" y="1429"/>
                  </a:cubicBezTo>
                  <a:lnTo>
                    <a:pt x="1200" y="0"/>
                  </a:ln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011" name="Google Shape;10011;p41"/>
            <p:cNvSpPr/>
            <p:nvPr/>
          </p:nvSpPr>
          <p:spPr>
            <a:xfrm>
              <a:off x="1072397" y="2358741"/>
              <a:ext cx="31369" cy="53228"/>
            </a:xfrm>
            <a:custGeom>
              <a:rect b="b" l="l" r="r" t="t"/>
              <a:pathLst>
                <a:path extrusionOk="0" h="2026" w="1194">
                  <a:moveTo>
                    <a:pt x="0" y="0"/>
                  </a:moveTo>
                  <a:lnTo>
                    <a:pt x="0" y="1429"/>
                  </a:lnTo>
                  <a:cubicBezTo>
                    <a:pt x="0" y="1762"/>
                    <a:pt x="264" y="2026"/>
                    <a:pt x="597" y="2026"/>
                  </a:cubicBezTo>
                  <a:cubicBezTo>
                    <a:pt x="923" y="2026"/>
                    <a:pt x="1193" y="1762"/>
                    <a:pt x="1193" y="1429"/>
                  </a:cubicBezTo>
                  <a:lnTo>
                    <a:pt x="1193" y="0"/>
                  </a:ln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012" name="Google Shape;10012;p41"/>
            <p:cNvSpPr/>
            <p:nvPr/>
          </p:nvSpPr>
          <p:spPr>
            <a:xfrm>
              <a:off x="839307" y="2378419"/>
              <a:ext cx="387992" cy="260623"/>
            </a:xfrm>
            <a:custGeom>
              <a:rect b="b" l="l" r="r" t="t"/>
              <a:pathLst>
                <a:path extrusionOk="0" h="9920" w="14768">
                  <a:moveTo>
                    <a:pt x="1298" y="1"/>
                  </a:moveTo>
                  <a:cubicBezTo>
                    <a:pt x="583" y="1"/>
                    <a:pt x="1" y="583"/>
                    <a:pt x="1" y="1298"/>
                  </a:cubicBezTo>
                  <a:lnTo>
                    <a:pt x="1" y="8615"/>
                  </a:lnTo>
                  <a:cubicBezTo>
                    <a:pt x="1" y="9337"/>
                    <a:pt x="583" y="9919"/>
                    <a:pt x="1298" y="9919"/>
                  </a:cubicBezTo>
                  <a:lnTo>
                    <a:pt x="13471" y="9919"/>
                  </a:lnTo>
                  <a:cubicBezTo>
                    <a:pt x="14185" y="9919"/>
                    <a:pt x="14768" y="9337"/>
                    <a:pt x="14768" y="8615"/>
                  </a:cubicBezTo>
                  <a:lnTo>
                    <a:pt x="14768" y="1298"/>
                  </a:lnTo>
                  <a:cubicBezTo>
                    <a:pt x="14768" y="576"/>
                    <a:pt x="14185" y="1"/>
                    <a:pt x="13471" y="1"/>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013" name="Google Shape;10013;p41"/>
            <p:cNvSpPr/>
            <p:nvPr/>
          </p:nvSpPr>
          <p:spPr>
            <a:xfrm>
              <a:off x="839307" y="2378235"/>
              <a:ext cx="65629" cy="260623"/>
            </a:xfrm>
            <a:custGeom>
              <a:rect b="b" l="l" r="r" t="t"/>
              <a:pathLst>
                <a:path extrusionOk="0" h="9920" w="2498">
                  <a:moveTo>
                    <a:pt x="1298" y="1"/>
                  </a:moveTo>
                  <a:cubicBezTo>
                    <a:pt x="583" y="1"/>
                    <a:pt x="1" y="583"/>
                    <a:pt x="1" y="1305"/>
                  </a:cubicBezTo>
                  <a:lnTo>
                    <a:pt x="1" y="8622"/>
                  </a:lnTo>
                  <a:cubicBezTo>
                    <a:pt x="1" y="9337"/>
                    <a:pt x="583" y="9919"/>
                    <a:pt x="1298" y="9919"/>
                  </a:cubicBezTo>
                  <a:lnTo>
                    <a:pt x="2491" y="9919"/>
                  </a:lnTo>
                  <a:cubicBezTo>
                    <a:pt x="1776" y="9919"/>
                    <a:pt x="1194" y="9337"/>
                    <a:pt x="1194" y="8622"/>
                  </a:cubicBezTo>
                  <a:lnTo>
                    <a:pt x="1194" y="1305"/>
                  </a:lnTo>
                  <a:cubicBezTo>
                    <a:pt x="1194" y="583"/>
                    <a:pt x="1776" y="1"/>
                    <a:pt x="2498" y="1"/>
                  </a:cubicBez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014" name="Google Shape;10014;p41"/>
            <p:cNvSpPr/>
            <p:nvPr/>
          </p:nvSpPr>
          <p:spPr>
            <a:xfrm>
              <a:off x="893796" y="2369671"/>
              <a:ext cx="39199" cy="277753"/>
            </a:xfrm>
            <a:custGeom>
              <a:rect b="b" l="l" r="r" t="t"/>
              <a:pathLst>
                <a:path extrusionOk="0" h="10572" w="1492">
                  <a:moveTo>
                    <a:pt x="382" y="1"/>
                  </a:moveTo>
                  <a:cubicBezTo>
                    <a:pt x="174" y="1"/>
                    <a:pt x="1" y="174"/>
                    <a:pt x="1" y="389"/>
                  </a:cubicBezTo>
                  <a:lnTo>
                    <a:pt x="1" y="10190"/>
                  </a:lnTo>
                  <a:cubicBezTo>
                    <a:pt x="1" y="10398"/>
                    <a:pt x="174" y="10571"/>
                    <a:pt x="382" y="10571"/>
                  </a:cubicBezTo>
                  <a:lnTo>
                    <a:pt x="1110" y="10571"/>
                  </a:lnTo>
                  <a:cubicBezTo>
                    <a:pt x="1319" y="10571"/>
                    <a:pt x="1492" y="10398"/>
                    <a:pt x="1492" y="10190"/>
                  </a:cubicBezTo>
                  <a:lnTo>
                    <a:pt x="1492" y="389"/>
                  </a:lnTo>
                  <a:cubicBezTo>
                    <a:pt x="1492" y="174"/>
                    <a:pt x="1319" y="1"/>
                    <a:pt x="1110" y="1"/>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015" name="Google Shape;10015;p41"/>
            <p:cNvSpPr/>
            <p:nvPr/>
          </p:nvSpPr>
          <p:spPr>
            <a:xfrm>
              <a:off x="1133612" y="2369671"/>
              <a:ext cx="39199" cy="277753"/>
            </a:xfrm>
            <a:custGeom>
              <a:rect b="b" l="l" r="r" t="t"/>
              <a:pathLst>
                <a:path extrusionOk="0" h="10572" w="1492">
                  <a:moveTo>
                    <a:pt x="389" y="1"/>
                  </a:moveTo>
                  <a:cubicBezTo>
                    <a:pt x="174" y="1"/>
                    <a:pt x="1" y="174"/>
                    <a:pt x="1" y="389"/>
                  </a:cubicBezTo>
                  <a:lnTo>
                    <a:pt x="1" y="10190"/>
                  </a:lnTo>
                  <a:cubicBezTo>
                    <a:pt x="1" y="10398"/>
                    <a:pt x="174" y="10571"/>
                    <a:pt x="389" y="10571"/>
                  </a:cubicBezTo>
                  <a:lnTo>
                    <a:pt x="1110" y="10571"/>
                  </a:lnTo>
                  <a:cubicBezTo>
                    <a:pt x="1319" y="10571"/>
                    <a:pt x="1492" y="10398"/>
                    <a:pt x="1492" y="10190"/>
                  </a:cubicBezTo>
                  <a:lnTo>
                    <a:pt x="1492" y="389"/>
                  </a:lnTo>
                  <a:cubicBezTo>
                    <a:pt x="1492" y="174"/>
                    <a:pt x="1319" y="1"/>
                    <a:pt x="1110" y="1"/>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016" name="Google Shape;10016;p41"/>
            <p:cNvSpPr/>
            <p:nvPr/>
          </p:nvSpPr>
          <p:spPr>
            <a:xfrm>
              <a:off x="1021008" y="2540915"/>
              <a:ext cx="86752" cy="66864"/>
            </a:xfrm>
            <a:custGeom>
              <a:rect b="b" l="l" r="r" t="t"/>
              <a:pathLst>
                <a:path extrusionOk="0" h="2545" w="3302">
                  <a:moveTo>
                    <a:pt x="2477" y="0"/>
                  </a:moveTo>
                  <a:cubicBezTo>
                    <a:pt x="2428" y="0"/>
                    <a:pt x="2378" y="10"/>
                    <a:pt x="2331" y="30"/>
                  </a:cubicBezTo>
                  <a:lnTo>
                    <a:pt x="291" y="897"/>
                  </a:lnTo>
                  <a:cubicBezTo>
                    <a:pt x="90" y="974"/>
                    <a:pt x="0" y="1203"/>
                    <a:pt x="83" y="1404"/>
                  </a:cubicBezTo>
                  <a:lnTo>
                    <a:pt x="465" y="2312"/>
                  </a:lnTo>
                  <a:cubicBezTo>
                    <a:pt x="527" y="2458"/>
                    <a:pt x="671" y="2545"/>
                    <a:pt x="820" y="2545"/>
                  </a:cubicBezTo>
                  <a:cubicBezTo>
                    <a:pt x="871" y="2545"/>
                    <a:pt x="922" y="2535"/>
                    <a:pt x="971" y="2514"/>
                  </a:cubicBezTo>
                  <a:lnTo>
                    <a:pt x="3010" y="1653"/>
                  </a:lnTo>
                  <a:cubicBezTo>
                    <a:pt x="3212" y="1570"/>
                    <a:pt x="3302" y="1341"/>
                    <a:pt x="3219" y="1147"/>
                  </a:cubicBezTo>
                  <a:lnTo>
                    <a:pt x="2837" y="239"/>
                  </a:lnTo>
                  <a:cubicBezTo>
                    <a:pt x="2774" y="92"/>
                    <a:pt x="2628" y="0"/>
                    <a:pt x="2477" y="0"/>
                  </a:cubicBezTo>
                  <a:close/>
                </a:path>
              </a:pathLst>
            </a:custGeom>
            <a:solidFill>
              <a:srgbClr val="A5B7C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017" name="Google Shape;10017;p41"/>
            <p:cNvSpPr/>
            <p:nvPr/>
          </p:nvSpPr>
          <p:spPr>
            <a:xfrm>
              <a:off x="1041947" y="2430544"/>
              <a:ext cx="64368" cy="46502"/>
            </a:xfrm>
            <a:custGeom>
              <a:rect b="b" l="l" r="r" t="t"/>
              <a:pathLst>
                <a:path extrusionOk="0" h="1770" w="2450">
                  <a:moveTo>
                    <a:pt x="1229" y="0"/>
                  </a:moveTo>
                  <a:cubicBezTo>
                    <a:pt x="549" y="0"/>
                    <a:pt x="1" y="396"/>
                    <a:pt x="1" y="881"/>
                  </a:cubicBezTo>
                  <a:cubicBezTo>
                    <a:pt x="1" y="1374"/>
                    <a:pt x="549" y="1769"/>
                    <a:pt x="1229" y="1769"/>
                  </a:cubicBezTo>
                  <a:cubicBezTo>
                    <a:pt x="1901" y="1769"/>
                    <a:pt x="2449" y="1374"/>
                    <a:pt x="2449" y="881"/>
                  </a:cubicBezTo>
                  <a:cubicBezTo>
                    <a:pt x="2449" y="396"/>
                    <a:pt x="1901" y="0"/>
                    <a:pt x="1229" y="0"/>
                  </a:cubicBezTo>
                  <a:close/>
                </a:path>
              </a:pathLst>
            </a:custGeom>
            <a:solidFill>
              <a:srgbClr val="667E9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018" name="Google Shape;10018;p41"/>
            <p:cNvSpPr/>
            <p:nvPr/>
          </p:nvSpPr>
          <p:spPr>
            <a:xfrm>
              <a:off x="954486" y="2468718"/>
              <a:ext cx="72381" cy="78345"/>
            </a:xfrm>
            <a:custGeom>
              <a:rect b="b" l="l" r="r" t="t"/>
              <a:pathLst>
                <a:path extrusionOk="0" h="2982" w="2755">
                  <a:moveTo>
                    <a:pt x="1094" y="648"/>
                  </a:moveTo>
                  <a:cubicBezTo>
                    <a:pt x="1196" y="648"/>
                    <a:pt x="1299" y="704"/>
                    <a:pt x="1346" y="815"/>
                  </a:cubicBezTo>
                  <a:cubicBezTo>
                    <a:pt x="1408" y="954"/>
                    <a:pt x="1346" y="1121"/>
                    <a:pt x="1207" y="1183"/>
                  </a:cubicBezTo>
                  <a:cubicBezTo>
                    <a:pt x="1169" y="1199"/>
                    <a:pt x="1131" y="1207"/>
                    <a:pt x="1095" y="1207"/>
                  </a:cubicBezTo>
                  <a:cubicBezTo>
                    <a:pt x="909" y="1207"/>
                    <a:pt x="758" y="1020"/>
                    <a:pt x="833" y="829"/>
                  </a:cubicBezTo>
                  <a:cubicBezTo>
                    <a:pt x="879" y="709"/>
                    <a:pt x="987" y="648"/>
                    <a:pt x="1094" y="648"/>
                  </a:cubicBezTo>
                  <a:close/>
                  <a:moveTo>
                    <a:pt x="887" y="1"/>
                  </a:moveTo>
                  <a:cubicBezTo>
                    <a:pt x="736" y="1"/>
                    <a:pt x="599" y="74"/>
                    <a:pt x="507" y="191"/>
                  </a:cubicBezTo>
                  <a:lnTo>
                    <a:pt x="125" y="711"/>
                  </a:lnTo>
                  <a:cubicBezTo>
                    <a:pt x="21" y="850"/>
                    <a:pt x="0" y="1037"/>
                    <a:pt x="70" y="1190"/>
                  </a:cubicBezTo>
                  <a:lnTo>
                    <a:pt x="743" y="2695"/>
                  </a:lnTo>
                  <a:cubicBezTo>
                    <a:pt x="819" y="2874"/>
                    <a:pt x="993" y="2981"/>
                    <a:pt x="1177" y="2981"/>
                  </a:cubicBezTo>
                  <a:cubicBezTo>
                    <a:pt x="1243" y="2981"/>
                    <a:pt x="1310" y="2967"/>
                    <a:pt x="1374" y="2938"/>
                  </a:cubicBezTo>
                  <a:lnTo>
                    <a:pt x="2400" y="2487"/>
                  </a:lnTo>
                  <a:cubicBezTo>
                    <a:pt x="2643" y="2376"/>
                    <a:pt x="2754" y="2092"/>
                    <a:pt x="2643" y="1849"/>
                  </a:cubicBezTo>
                  <a:lnTo>
                    <a:pt x="1977" y="351"/>
                  </a:lnTo>
                  <a:cubicBezTo>
                    <a:pt x="1908" y="191"/>
                    <a:pt x="1755" y="80"/>
                    <a:pt x="1589" y="66"/>
                  </a:cubicBezTo>
                  <a:lnTo>
                    <a:pt x="944" y="4"/>
                  </a:lnTo>
                  <a:cubicBezTo>
                    <a:pt x="925" y="2"/>
                    <a:pt x="906" y="1"/>
                    <a:pt x="887" y="1"/>
                  </a:cubicBezTo>
                  <a:close/>
                </a:path>
              </a:pathLst>
            </a:custGeom>
            <a:solidFill>
              <a:srgbClr val="445D7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0019" name="Google Shape;10019;p41"/>
          <p:cNvGrpSpPr/>
          <p:nvPr/>
        </p:nvGrpSpPr>
        <p:grpSpPr>
          <a:xfrm>
            <a:off x="1414990" y="2289671"/>
            <a:ext cx="387073" cy="385996"/>
            <a:chOff x="1414990" y="2289671"/>
            <a:chExt cx="387073" cy="385996"/>
          </a:xfrm>
        </p:grpSpPr>
        <p:sp>
          <p:nvSpPr>
            <p:cNvPr id="10020" name="Google Shape;10020;p41"/>
            <p:cNvSpPr/>
            <p:nvPr/>
          </p:nvSpPr>
          <p:spPr>
            <a:xfrm>
              <a:off x="1511384" y="2485585"/>
              <a:ext cx="110082" cy="59428"/>
            </a:xfrm>
            <a:custGeom>
              <a:rect b="b" l="l" r="r" t="t"/>
              <a:pathLst>
                <a:path extrusionOk="0" h="2262" w="4190">
                  <a:moveTo>
                    <a:pt x="2199" y="0"/>
                  </a:moveTo>
                  <a:lnTo>
                    <a:pt x="639" y="708"/>
                  </a:lnTo>
                  <a:lnTo>
                    <a:pt x="0" y="1928"/>
                  </a:lnTo>
                  <a:lnTo>
                    <a:pt x="2095" y="2261"/>
                  </a:lnTo>
                  <a:lnTo>
                    <a:pt x="4190" y="1928"/>
                  </a:lnTo>
                  <a:lnTo>
                    <a:pt x="3552" y="708"/>
                  </a:lnTo>
                  <a:lnTo>
                    <a:pt x="2199" y="0"/>
                  </a:lnTo>
                  <a:close/>
                </a:path>
              </a:pathLst>
            </a:custGeom>
            <a:solidFill>
              <a:srgbClr val="213B5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021" name="Google Shape;10021;p41"/>
            <p:cNvSpPr/>
            <p:nvPr/>
          </p:nvSpPr>
          <p:spPr>
            <a:xfrm>
              <a:off x="1414990" y="2289671"/>
              <a:ext cx="302712" cy="214515"/>
            </a:xfrm>
            <a:custGeom>
              <a:rect b="b" l="l" r="r" t="t"/>
              <a:pathLst>
                <a:path extrusionOk="0" h="8165" w="11522">
                  <a:moveTo>
                    <a:pt x="923" y="1"/>
                  </a:moveTo>
                  <a:cubicBezTo>
                    <a:pt x="416" y="1"/>
                    <a:pt x="0" y="417"/>
                    <a:pt x="0" y="930"/>
                  </a:cubicBezTo>
                  <a:lnTo>
                    <a:pt x="0" y="7242"/>
                  </a:lnTo>
                  <a:cubicBezTo>
                    <a:pt x="0" y="7755"/>
                    <a:pt x="416" y="8165"/>
                    <a:pt x="923" y="8165"/>
                  </a:cubicBezTo>
                  <a:lnTo>
                    <a:pt x="10599" y="8165"/>
                  </a:lnTo>
                  <a:cubicBezTo>
                    <a:pt x="11105" y="8165"/>
                    <a:pt x="11521" y="7755"/>
                    <a:pt x="11521" y="7242"/>
                  </a:cubicBezTo>
                  <a:lnTo>
                    <a:pt x="11521" y="930"/>
                  </a:lnTo>
                  <a:cubicBezTo>
                    <a:pt x="11521" y="417"/>
                    <a:pt x="11105" y="1"/>
                    <a:pt x="10599" y="1"/>
                  </a:cubicBezTo>
                  <a:close/>
                </a:path>
              </a:pathLst>
            </a:custGeom>
            <a:solidFill>
              <a:srgbClr val="667E9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022" name="Google Shape;10022;p41"/>
            <p:cNvSpPr/>
            <p:nvPr/>
          </p:nvSpPr>
          <p:spPr>
            <a:xfrm>
              <a:off x="1490418" y="2536212"/>
              <a:ext cx="151829" cy="17366"/>
            </a:xfrm>
            <a:custGeom>
              <a:rect b="b" l="l" r="r" t="t"/>
              <a:pathLst>
                <a:path extrusionOk="0" h="661" w="5779">
                  <a:moveTo>
                    <a:pt x="432" y="1"/>
                  </a:moveTo>
                  <a:cubicBezTo>
                    <a:pt x="0" y="1"/>
                    <a:pt x="0" y="661"/>
                    <a:pt x="432" y="661"/>
                  </a:cubicBezTo>
                  <a:cubicBezTo>
                    <a:pt x="438" y="661"/>
                    <a:pt x="445" y="661"/>
                    <a:pt x="452" y="660"/>
                  </a:cubicBezTo>
                  <a:lnTo>
                    <a:pt x="5328" y="660"/>
                  </a:lnTo>
                  <a:cubicBezTo>
                    <a:pt x="5334" y="661"/>
                    <a:pt x="5341" y="661"/>
                    <a:pt x="5348" y="661"/>
                  </a:cubicBezTo>
                  <a:cubicBezTo>
                    <a:pt x="5779" y="661"/>
                    <a:pt x="5779" y="1"/>
                    <a:pt x="5348" y="1"/>
                  </a:cubicBezTo>
                  <a:cubicBezTo>
                    <a:pt x="5341" y="1"/>
                    <a:pt x="5334" y="1"/>
                    <a:pt x="5328" y="1"/>
                  </a:cubicBezTo>
                  <a:lnTo>
                    <a:pt x="452" y="1"/>
                  </a:lnTo>
                  <a:cubicBezTo>
                    <a:pt x="445" y="1"/>
                    <a:pt x="438" y="1"/>
                    <a:pt x="432" y="1"/>
                  </a:cubicBezTo>
                  <a:close/>
                </a:path>
              </a:pathLst>
            </a:custGeom>
            <a:solidFill>
              <a:srgbClr val="445D7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023" name="Google Shape;10023;p41"/>
            <p:cNvSpPr/>
            <p:nvPr/>
          </p:nvSpPr>
          <p:spPr>
            <a:xfrm>
              <a:off x="1430465" y="2307168"/>
              <a:ext cx="271736" cy="158738"/>
            </a:xfrm>
            <a:custGeom>
              <a:rect b="b" l="l" r="r" t="t"/>
              <a:pathLst>
                <a:path extrusionOk="0" h="6042" w="10343">
                  <a:moveTo>
                    <a:pt x="757" y="1"/>
                  </a:moveTo>
                  <a:cubicBezTo>
                    <a:pt x="341" y="1"/>
                    <a:pt x="1" y="340"/>
                    <a:pt x="1" y="757"/>
                  </a:cubicBezTo>
                  <a:lnTo>
                    <a:pt x="1" y="5286"/>
                  </a:lnTo>
                  <a:cubicBezTo>
                    <a:pt x="1" y="5702"/>
                    <a:pt x="334" y="6042"/>
                    <a:pt x="757" y="6042"/>
                  </a:cubicBezTo>
                  <a:lnTo>
                    <a:pt x="9593" y="6042"/>
                  </a:lnTo>
                  <a:cubicBezTo>
                    <a:pt x="10010" y="6042"/>
                    <a:pt x="10343" y="5702"/>
                    <a:pt x="10343" y="5286"/>
                  </a:cubicBezTo>
                  <a:lnTo>
                    <a:pt x="10343" y="750"/>
                  </a:lnTo>
                  <a:cubicBezTo>
                    <a:pt x="10343" y="340"/>
                    <a:pt x="10003" y="1"/>
                    <a:pt x="9593" y="1"/>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024" name="Google Shape;10024;p41"/>
            <p:cNvSpPr/>
            <p:nvPr/>
          </p:nvSpPr>
          <p:spPr>
            <a:xfrm>
              <a:off x="1426471" y="2303149"/>
              <a:ext cx="279750" cy="166594"/>
            </a:xfrm>
            <a:custGeom>
              <a:rect b="b" l="l" r="r" t="t"/>
              <a:pathLst>
                <a:path extrusionOk="0" h="6341" w="10648">
                  <a:moveTo>
                    <a:pt x="9745" y="299"/>
                  </a:moveTo>
                  <a:cubicBezTo>
                    <a:pt x="10078" y="299"/>
                    <a:pt x="10349" y="570"/>
                    <a:pt x="10349" y="910"/>
                  </a:cubicBezTo>
                  <a:lnTo>
                    <a:pt x="10349" y="5439"/>
                  </a:lnTo>
                  <a:cubicBezTo>
                    <a:pt x="10349" y="5772"/>
                    <a:pt x="10078" y="6042"/>
                    <a:pt x="9745" y="6042"/>
                  </a:cubicBezTo>
                  <a:lnTo>
                    <a:pt x="909" y="6042"/>
                  </a:lnTo>
                  <a:cubicBezTo>
                    <a:pt x="569" y="6042"/>
                    <a:pt x="298" y="5772"/>
                    <a:pt x="298" y="5439"/>
                  </a:cubicBezTo>
                  <a:lnTo>
                    <a:pt x="298" y="910"/>
                  </a:lnTo>
                  <a:cubicBezTo>
                    <a:pt x="298" y="577"/>
                    <a:pt x="569" y="306"/>
                    <a:pt x="909" y="306"/>
                  </a:cubicBezTo>
                  <a:lnTo>
                    <a:pt x="9745" y="299"/>
                  </a:lnTo>
                  <a:close/>
                  <a:moveTo>
                    <a:pt x="909" y="1"/>
                  </a:moveTo>
                  <a:cubicBezTo>
                    <a:pt x="409" y="1"/>
                    <a:pt x="0" y="410"/>
                    <a:pt x="0" y="910"/>
                  </a:cubicBezTo>
                  <a:lnTo>
                    <a:pt x="0" y="5439"/>
                  </a:lnTo>
                  <a:cubicBezTo>
                    <a:pt x="0" y="5938"/>
                    <a:pt x="402" y="6341"/>
                    <a:pt x="909" y="6341"/>
                  </a:cubicBezTo>
                  <a:lnTo>
                    <a:pt x="9745" y="6341"/>
                  </a:lnTo>
                  <a:cubicBezTo>
                    <a:pt x="10245" y="6341"/>
                    <a:pt x="10647" y="5938"/>
                    <a:pt x="10647" y="5439"/>
                  </a:cubicBezTo>
                  <a:lnTo>
                    <a:pt x="10647" y="903"/>
                  </a:lnTo>
                  <a:cubicBezTo>
                    <a:pt x="10647" y="410"/>
                    <a:pt x="10238" y="1"/>
                    <a:pt x="9745" y="1"/>
                  </a:cubicBezTo>
                  <a:close/>
                </a:path>
              </a:pathLst>
            </a:custGeom>
            <a:solidFill>
              <a:srgbClr val="445D7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025" name="Google Shape;10025;p41"/>
            <p:cNvSpPr/>
            <p:nvPr/>
          </p:nvSpPr>
          <p:spPr>
            <a:xfrm>
              <a:off x="1533610" y="2431096"/>
              <a:ext cx="249326" cy="198830"/>
            </a:xfrm>
            <a:custGeom>
              <a:rect b="b" l="l" r="r" t="t"/>
              <a:pathLst>
                <a:path extrusionOk="0" h="7568" w="9490">
                  <a:moveTo>
                    <a:pt x="980" y="0"/>
                  </a:moveTo>
                  <a:cubicBezTo>
                    <a:pt x="438" y="0"/>
                    <a:pt x="1" y="441"/>
                    <a:pt x="8" y="978"/>
                  </a:cubicBezTo>
                  <a:lnTo>
                    <a:pt x="8" y="7568"/>
                  </a:lnTo>
                  <a:lnTo>
                    <a:pt x="9489" y="7568"/>
                  </a:lnTo>
                  <a:lnTo>
                    <a:pt x="9489" y="978"/>
                  </a:lnTo>
                  <a:cubicBezTo>
                    <a:pt x="9489" y="437"/>
                    <a:pt x="9045" y="0"/>
                    <a:pt x="8504" y="0"/>
                  </a:cubicBezTo>
                  <a:lnTo>
                    <a:pt x="993" y="0"/>
                  </a:lnTo>
                  <a:cubicBezTo>
                    <a:pt x="988" y="0"/>
                    <a:pt x="984" y="0"/>
                    <a:pt x="980" y="0"/>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026" name="Google Shape;10026;p41"/>
            <p:cNvSpPr/>
            <p:nvPr/>
          </p:nvSpPr>
          <p:spPr>
            <a:xfrm>
              <a:off x="1551660" y="2452771"/>
              <a:ext cx="213228" cy="146364"/>
            </a:xfrm>
            <a:custGeom>
              <a:rect b="b" l="l" r="r" t="t"/>
              <a:pathLst>
                <a:path extrusionOk="0" h="5571" w="8116">
                  <a:moveTo>
                    <a:pt x="458" y="1"/>
                  </a:moveTo>
                  <a:cubicBezTo>
                    <a:pt x="208" y="1"/>
                    <a:pt x="0" y="209"/>
                    <a:pt x="0" y="458"/>
                  </a:cubicBezTo>
                  <a:lnTo>
                    <a:pt x="0" y="5119"/>
                  </a:lnTo>
                  <a:cubicBezTo>
                    <a:pt x="0" y="5369"/>
                    <a:pt x="208" y="5570"/>
                    <a:pt x="458" y="5570"/>
                  </a:cubicBezTo>
                  <a:lnTo>
                    <a:pt x="7658" y="5570"/>
                  </a:lnTo>
                  <a:cubicBezTo>
                    <a:pt x="7908" y="5570"/>
                    <a:pt x="8109" y="5369"/>
                    <a:pt x="8109" y="5119"/>
                  </a:cubicBezTo>
                  <a:lnTo>
                    <a:pt x="8109" y="458"/>
                  </a:lnTo>
                  <a:cubicBezTo>
                    <a:pt x="8116" y="209"/>
                    <a:pt x="7908" y="1"/>
                    <a:pt x="7658" y="1"/>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027" name="Google Shape;10027;p41"/>
            <p:cNvSpPr/>
            <p:nvPr/>
          </p:nvSpPr>
          <p:spPr>
            <a:xfrm>
              <a:off x="1547824" y="2448935"/>
              <a:ext cx="220899" cy="154193"/>
            </a:xfrm>
            <a:custGeom>
              <a:rect b="b" l="l" r="r" t="t"/>
              <a:pathLst>
                <a:path extrusionOk="0" h="5869" w="8408">
                  <a:moveTo>
                    <a:pt x="604" y="1"/>
                  </a:moveTo>
                  <a:cubicBezTo>
                    <a:pt x="271" y="1"/>
                    <a:pt x="1" y="271"/>
                    <a:pt x="1" y="604"/>
                  </a:cubicBezTo>
                  <a:lnTo>
                    <a:pt x="1" y="5259"/>
                  </a:lnTo>
                  <a:cubicBezTo>
                    <a:pt x="1" y="5598"/>
                    <a:pt x="271" y="5869"/>
                    <a:pt x="604" y="5869"/>
                  </a:cubicBezTo>
                  <a:lnTo>
                    <a:pt x="4370" y="5869"/>
                  </a:lnTo>
                  <a:cubicBezTo>
                    <a:pt x="4572" y="5869"/>
                    <a:pt x="4572" y="5571"/>
                    <a:pt x="4370" y="5571"/>
                  </a:cubicBezTo>
                  <a:lnTo>
                    <a:pt x="604" y="5571"/>
                  </a:lnTo>
                  <a:cubicBezTo>
                    <a:pt x="438" y="5571"/>
                    <a:pt x="299" y="5432"/>
                    <a:pt x="299" y="5265"/>
                  </a:cubicBezTo>
                  <a:lnTo>
                    <a:pt x="299" y="604"/>
                  </a:lnTo>
                  <a:cubicBezTo>
                    <a:pt x="299" y="438"/>
                    <a:pt x="438" y="299"/>
                    <a:pt x="604" y="299"/>
                  </a:cubicBezTo>
                  <a:lnTo>
                    <a:pt x="7804" y="299"/>
                  </a:lnTo>
                  <a:cubicBezTo>
                    <a:pt x="7970" y="299"/>
                    <a:pt x="8109" y="438"/>
                    <a:pt x="8109" y="604"/>
                  </a:cubicBezTo>
                  <a:lnTo>
                    <a:pt x="8109" y="5259"/>
                  </a:lnTo>
                  <a:cubicBezTo>
                    <a:pt x="8109" y="5425"/>
                    <a:pt x="7970" y="5564"/>
                    <a:pt x="7804" y="5564"/>
                  </a:cubicBezTo>
                  <a:lnTo>
                    <a:pt x="7193" y="5564"/>
                  </a:lnTo>
                  <a:cubicBezTo>
                    <a:pt x="6992" y="5564"/>
                    <a:pt x="6992" y="5862"/>
                    <a:pt x="7193" y="5862"/>
                  </a:cubicBezTo>
                  <a:lnTo>
                    <a:pt x="7804" y="5862"/>
                  </a:lnTo>
                  <a:cubicBezTo>
                    <a:pt x="8137" y="5862"/>
                    <a:pt x="8407" y="5598"/>
                    <a:pt x="8407" y="5265"/>
                  </a:cubicBezTo>
                  <a:lnTo>
                    <a:pt x="8407" y="604"/>
                  </a:lnTo>
                  <a:cubicBezTo>
                    <a:pt x="8407" y="271"/>
                    <a:pt x="8137" y="1"/>
                    <a:pt x="7804" y="1"/>
                  </a:cubicBezTo>
                  <a:close/>
                </a:path>
              </a:pathLst>
            </a:custGeom>
            <a:solidFill>
              <a:srgbClr val="BCC4C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028" name="Google Shape;10028;p41"/>
            <p:cNvSpPr/>
            <p:nvPr/>
          </p:nvSpPr>
          <p:spPr>
            <a:xfrm>
              <a:off x="1533794" y="2610038"/>
              <a:ext cx="249142" cy="23724"/>
            </a:xfrm>
            <a:custGeom>
              <a:rect b="b" l="l" r="r" t="t"/>
              <a:pathLst>
                <a:path extrusionOk="0" h="903" w="9483">
                  <a:moveTo>
                    <a:pt x="1" y="0"/>
                  </a:moveTo>
                  <a:lnTo>
                    <a:pt x="1" y="902"/>
                  </a:lnTo>
                  <a:lnTo>
                    <a:pt x="9482" y="902"/>
                  </a:lnTo>
                  <a:lnTo>
                    <a:pt x="9482" y="0"/>
                  </a:lnTo>
                  <a:close/>
                </a:path>
              </a:pathLst>
            </a:custGeom>
            <a:solidFill>
              <a:srgbClr val="BCC4C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029" name="Google Shape;10029;p41"/>
            <p:cNvSpPr/>
            <p:nvPr/>
          </p:nvSpPr>
          <p:spPr>
            <a:xfrm>
              <a:off x="1514300" y="2616790"/>
              <a:ext cx="287763" cy="26246"/>
            </a:xfrm>
            <a:custGeom>
              <a:rect b="b" l="l" r="r" t="t"/>
              <a:pathLst>
                <a:path extrusionOk="0" h="999" w="10953">
                  <a:moveTo>
                    <a:pt x="250" y="0"/>
                  </a:moveTo>
                  <a:cubicBezTo>
                    <a:pt x="111" y="0"/>
                    <a:pt x="0" y="111"/>
                    <a:pt x="0" y="250"/>
                  </a:cubicBezTo>
                  <a:cubicBezTo>
                    <a:pt x="0" y="666"/>
                    <a:pt x="340" y="999"/>
                    <a:pt x="756" y="999"/>
                  </a:cubicBezTo>
                  <a:lnTo>
                    <a:pt x="10204" y="999"/>
                  </a:lnTo>
                  <a:cubicBezTo>
                    <a:pt x="10620" y="999"/>
                    <a:pt x="10953" y="666"/>
                    <a:pt x="10953" y="250"/>
                  </a:cubicBezTo>
                  <a:cubicBezTo>
                    <a:pt x="10953" y="111"/>
                    <a:pt x="10842" y="0"/>
                    <a:pt x="10710" y="0"/>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030" name="Google Shape;10030;p41"/>
            <p:cNvSpPr/>
            <p:nvPr/>
          </p:nvSpPr>
          <p:spPr>
            <a:xfrm>
              <a:off x="1490418" y="2536212"/>
              <a:ext cx="36125" cy="17366"/>
            </a:xfrm>
            <a:custGeom>
              <a:rect b="b" l="l" r="r" t="t"/>
              <a:pathLst>
                <a:path extrusionOk="0" h="661" w="1375">
                  <a:moveTo>
                    <a:pt x="1354" y="1"/>
                  </a:moveTo>
                  <a:cubicBezTo>
                    <a:pt x="1347" y="1"/>
                    <a:pt x="1341" y="1"/>
                    <a:pt x="1334" y="1"/>
                  </a:cubicBezTo>
                  <a:lnTo>
                    <a:pt x="1374" y="1"/>
                  </a:lnTo>
                  <a:cubicBezTo>
                    <a:pt x="1367" y="1"/>
                    <a:pt x="1361" y="1"/>
                    <a:pt x="1354" y="1"/>
                  </a:cubicBezTo>
                  <a:close/>
                  <a:moveTo>
                    <a:pt x="432" y="1"/>
                  </a:moveTo>
                  <a:cubicBezTo>
                    <a:pt x="0" y="1"/>
                    <a:pt x="0" y="661"/>
                    <a:pt x="432" y="661"/>
                  </a:cubicBezTo>
                  <a:cubicBezTo>
                    <a:pt x="438" y="661"/>
                    <a:pt x="445" y="661"/>
                    <a:pt x="452" y="660"/>
                  </a:cubicBezTo>
                  <a:lnTo>
                    <a:pt x="1334" y="660"/>
                  </a:lnTo>
                  <a:cubicBezTo>
                    <a:pt x="923" y="641"/>
                    <a:pt x="923" y="21"/>
                    <a:pt x="1334" y="1"/>
                  </a:cubicBezTo>
                  <a:lnTo>
                    <a:pt x="452" y="1"/>
                  </a:lnTo>
                  <a:cubicBezTo>
                    <a:pt x="445" y="1"/>
                    <a:pt x="438" y="1"/>
                    <a:pt x="432" y="1"/>
                  </a:cubicBezTo>
                  <a:close/>
                  <a:moveTo>
                    <a:pt x="1334" y="660"/>
                  </a:moveTo>
                  <a:lnTo>
                    <a:pt x="1334" y="660"/>
                  </a:lnTo>
                  <a:cubicBezTo>
                    <a:pt x="1341" y="661"/>
                    <a:pt x="1347" y="661"/>
                    <a:pt x="1354" y="661"/>
                  </a:cubicBezTo>
                  <a:cubicBezTo>
                    <a:pt x="1361" y="661"/>
                    <a:pt x="1367" y="661"/>
                    <a:pt x="1374" y="660"/>
                  </a:cubicBezTo>
                  <a:close/>
                </a:path>
              </a:pathLst>
            </a:custGeom>
            <a:solidFill>
              <a:srgbClr val="213B5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031" name="Google Shape;10031;p41"/>
            <p:cNvSpPr/>
            <p:nvPr/>
          </p:nvSpPr>
          <p:spPr>
            <a:xfrm>
              <a:off x="1414990" y="2289671"/>
              <a:ext cx="35547" cy="214515"/>
            </a:xfrm>
            <a:custGeom>
              <a:rect b="b" l="l" r="r" t="t"/>
              <a:pathLst>
                <a:path extrusionOk="0" h="8165" w="1353">
                  <a:moveTo>
                    <a:pt x="923" y="1"/>
                  </a:moveTo>
                  <a:cubicBezTo>
                    <a:pt x="416" y="1"/>
                    <a:pt x="0" y="417"/>
                    <a:pt x="0" y="930"/>
                  </a:cubicBezTo>
                  <a:lnTo>
                    <a:pt x="0" y="7242"/>
                  </a:lnTo>
                  <a:cubicBezTo>
                    <a:pt x="0" y="7755"/>
                    <a:pt x="416" y="8165"/>
                    <a:pt x="923" y="8165"/>
                  </a:cubicBezTo>
                  <a:lnTo>
                    <a:pt x="1353" y="8165"/>
                  </a:lnTo>
                  <a:cubicBezTo>
                    <a:pt x="839" y="8165"/>
                    <a:pt x="430" y="7755"/>
                    <a:pt x="430" y="7242"/>
                  </a:cubicBezTo>
                  <a:lnTo>
                    <a:pt x="430" y="930"/>
                  </a:lnTo>
                  <a:cubicBezTo>
                    <a:pt x="430" y="424"/>
                    <a:pt x="833" y="8"/>
                    <a:pt x="1346" y="1"/>
                  </a:cubicBezTo>
                  <a:close/>
                </a:path>
              </a:pathLst>
            </a:custGeom>
            <a:solidFill>
              <a:srgbClr val="445D7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032" name="Google Shape;10032;p41"/>
            <p:cNvSpPr/>
            <p:nvPr/>
          </p:nvSpPr>
          <p:spPr>
            <a:xfrm>
              <a:off x="1533794" y="2431096"/>
              <a:ext cx="35021" cy="198830"/>
            </a:xfrm>
            <a:custGeom>
              <a:rect b="b" l="l" r="r" t="t"/>
              <a:pathLst>
                <a:path extrusionOk="0" h="7568" w="1333">
                  <a:moveTo>
                    <a:pt x="973" y="0"/>
                  </a:moveTo>
                  <a:cubicBezTo>
                    <a:pt x="431" y="0"/>
                    <a:pt x="1" y="441"/>
                    <a:pt x="1" y="978"/>
                  </a:cubicBezTo>
                  <a:lnTo>
                    <a:pt x="1" y="7568"/>
                  </a:lnTo>
                  <a:lnTo>
                    <a:pt x="347" y="7568"/>
                  </a:lnTo>
                  <a:lnTo>
                    <a:pt x="347" y="978"/>
                  </a:lnTo>
                  <a:cubicBezTo>
                    <a:pt x="347" y="437"/>
                    <a:pt x="784" y="0"/>
                    <a:pt x="1332" y="0"/>
                  </a:cubicBezTo>
                  <a:lnTo>
                    <a:pt x="986" y="0"/>
                  </a:lnTo>
                  <a:cubicBezTo>
                    <a:pt x="981" y="0"/>
                    <a:pt x="977" y="0"/>
                    <a:pt x="973" y="0"/>
                  </a:cubicBezTo>
                  <a:close/>
                </a:path>
              </a:pathLst>
            </a:custGeom>
            <a:solidFill>
              <a:srgbClr val="BCC4C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033" name="Google Shape;10033;p41"/>
            <p:cNvSpPr/>
            <p:nvPr/>
          </p:nvSpPr>
          <p:spPr>
            <a:xfrm>
              <a:off x="1514484" y="2616790"/>
              <a:ext cx="52492" cy="26246"/>
            </a:xfrm>
            <a:custGeom>
              <a:rect b="b" l="l" r="r" t="t"/>
              <a:pathLst>
                <a:path extrusionOk="0" h="999" w="1998">
                  <a:moveTo>
                    <a:pt x="243" y="0"/>
                  </a:moveTo>
                  <a:cubicBezTo>
                    <a:pt x="111" y="0"/>
                    <a:pt x="0" y="111"/>
                    <a:pt x="0" y="243"/>
                  </a:cubicBezTo>
                  <a:cubicBezTo>
                    <a:pt x="0" y="655"/>
                    <a:pt x="327" y="992"/>
                    <a:pt x="737" y="992"/>
                  </a:cubicBezTo>
                  <a:cubicBezTo>
                    <a:pt x="741" y="992"/>
                    <a:pt x="745" y="992"/>
                    <a:pt x="749" y="992"/>
                  </a:cubicBezTo>
                  <a:lnTo>
                    <a:pt x="1895" y="992"/>
                  </a:lnTo>
                  <a:cubicBezTo>
                    <a:pt x="1527" y="942"/>
                    <a:pt x="1242" y="631"/>
                    <a:pt x="1242" y="250"/>
                  </a:cubicBezTo>
                  <a:cubicBezTo>
                    <a:pt x="1242" y="111"/>
                    <a:pt x="1353" y="0"/>
                    <a:pt x="1492" y="0"/>
                  </a:cubicBezTo>
                  <a:close/>
                  <a:moveTo>
                    <a:pt x="1895" y="992"/>
                  </a:moveTo>
                  <a:cubicBezTo>
                    <a:pt x="1928" y="997"/>
                    <a:pt x="1963" y="999"/>
                    <a:pt x="1998" y="999"/>
                  </a:cubicBezTo>
                  <a:lnTo>
                    <a:pt x="1998" y="992"/>
                  </a:lnTo>
                  <a:close/>
                </a:path>
              </a:pathLst>
            </a:custGeom>
            <a:solidFill>
              <a:srgbClr val="BCC4C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034" name="Google Shape;10034;p41"/>
            <p:cNvSpPr/>
            <p:nvPr/>
          </p:nvSpPr>
          <p:spPr>
            <a:xfrm>
              <a:off x="1663003" y="2569762"/>
              <a:ext cx="74194" cy="105721"/>
            </a:xfrm>
            <a:custGeom>
              <a:rect b="b" l="l" r="r" t="t"/>
              <a:pathLst>
                <a:path extrusionOk="0" h="4024" w="2824">
                  <a:moveTo>
                    <a:pt x="444" y="1"/>
                  </a:moveTo>
                  <a:cubicBezTo>
                    <a:pt x="195" y="1"/>
                    <a:pt x="0" y="195"/>
                    <a:pt x="0" y="445"/>
                  </a:cubicBezTo>
                  <a:lnTo>
                    <a:pt x="0" y="3580"/>
                  </a:lnTo>
                  <a:cubicBezTo>
                    <a:pt x="0" y="3829"/>
                    <a:pt x="195" y="4024"/>
                    <a:pt x="444" y="4024"/>
                  </a:cubicBezTo>
                  <a:lnTo>
                    <a:pt x="2379" y="4024"/>
                  </a:lnTo>
                  <a:cubicBezTo>
                    <a:pt x="2622" y="4024"/>
                    <a:pt x="2823" y="3829"/>
                    <a:pt x="2823" y="3580"/>
                  </a:cubicBezTo>
                  <a:lnTo>
                    <a:pt x="2823" y="445"/>
                  </a:lnTo>
                  <a:cubicBezTo>
                    <a:pt x="2823" y="195"/>
                    <a:pt x="2622" y="1"/>
                    <a:pt x="2379" y="1"/>
                  </a:cubicBezTo>
                  <a:close/>
                </a:path>
              </a:pathLst>
            </a:custGeom>
            <a:solidFill>
              <a:srgbClr val="445D7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035" name="Google Shape;10035;p41"/>
            <p:cNvSpPr/>
            <p:nvPr/>
          </p:nvSpPr>
          <p:spPr>
            <a:xfrm>
              <a:off x="1662635" y="2569946"/>
              <a:ext cx="16604" cy="105721"/>
            </a:xfrm>
            <a:custGeom>
              <a:rect b="b" l="l" r="r" t="t"/>
              <a:pathLst>
                <a:path extrusionOk="0" h="4024" w="632">
                  <a:moveTo>
                    <a:pt x="444" y="1"/>
                  </a:moveTo>
                  <a:cubicBezTo>
                    <a:pt x="202" y="1"/>
                    <a:pt x="0" y="195"/>
                    <a:pt x="0" y="444"/>
                  </a:cubicBezTo>
                  <a:lnTo>
                    <a:pt x="0" y="3580"/>
                  </a:lnTo>
                  <a:cubicBezTo>
                    <a:pt x="0" y="3822"/>
                    <a:pt x="202" y="4024"/>
                    <a:pt x="444" y="4024"/>
                  </a:cubicBezTo>
                  <a:lnTo>
                    <a:pt x="632" y="4024"/>
                  </a:lnTo>
                  <a:cubicBezTo>
                    <a:pt x="389" y="4024"/>
                    <a:pt x="188" y="3822"/>
                    <a:pt x="188" y="3580"/>
                  </a:cubicBezTo>
                  <a:lnTo>
                    <a:pt x="188" y="444"/>
                  </a:lnTo>
                  <a:cubicBezTo>
                    <a:pt x="188" y="195"/>
                    <a:pt x="389" y="1"/>
                    <a:pt x="632" y="1"/>
                  </a:cubicBezTo>
                  <a:close/>
                </a:path>
              </a:pathLst>
            </a:custGeom>
            <a:solidFill>
              <a:srgbClr val="213B5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036" name="Google Shape;10036;p41"/>
            <p:cNvSpPr/>
            <p:nvPr/>
          </p:nvSpPr>
          <p:spPr>
            <a:xfrm>
              <a:off x="1662819" y="2582163"/>
              <a:ext cx="74377" cy="80919"/>
            </a:xfrm>
            <a:custGeom>
              <a:rect b="b" l="l" r="r" t="t"/>
              <a:pathLst>
                <a:path extrusionOk="0" h="3080" w="2831">
                  <a:moveTo>
                    <a:pt x="396" y="0"/>
                  </a:moveTo>
                  <a:cubicBezTo>
                    <a:pt x="181" y="0"/>
                    <a:pt x="0" y="174"/>
                    <a:pt x="0" y="389"/>
                  </a:cubicBezTo>
                  <a:lnTo>
                    <a:pt x="0" y="2691"/>
                  </a:lnTo>
                  <a:cubicBezTo>
                    <a:pt x="0" y="2907"/>
                    <a:pt x="181" y="3080"/>
                    <a:pt x="396" y="3080"/>
                  </a:cubicBezTo>
                  <a:lnTo>
                    <a:pt x="2442" y="3080"/>
                  </a:lnTo>
                  <a:cubicBezTo>
                    <a:pt x="2657" y="3080"/>
                    <a:pt x="2830" y="2907"/>
                    <a:pt x="2830" y="2691"/>
                  </a:cubicBezTo>
                  <a:lnTo>
                    <a:pt x="2830" y="389"/>
                  </a:lnTo>
                  <a:cubicBezTo>
                    <a:pt x="2830" y="174"/>
                    <a:pt x="2657" y="0"/>
                    <a:pt x="2442" y="0"/>
                  </a:cubicBezTo>
                  <a:close/>
                </a:path>
              </a:pathLst>
            </a:custGeom>
            <a:solidFill>
              <a:srgbClr val="A5B7C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037" name="Google Shape;10037;p41"/>
            <p:cNvSpPr/>
            <p:nvPr/>
          </p:nvSpPr>
          <p:spPr>
            <a:xfrm>
              <a:off x="1662635" y="2583975"/>
              <a:ext cx="4939" cy="77478"/>
            </a:xfrm>
            <a:custGeom>
              <a:rect b="b" l="l" r="r" t="t"/>
              <a:pathLst>
                <a:path extrusionOk="0" h="2949" w="188">
                  <a:moveTo>
                    <a:pt x="188" y="1"/>
                  </a:moveTo>
                  <a:cubicBezTo>
                    <a:pt x="77" y="49"/>
                    <a:pt x="7" y="153"/>
                    <a:pt x="0" y="271"/>
                  </a:cubicBezTo>
                  <a:lnTo>
                    <a:pt x="0" y="2671"/>
                  </a:lnTo>
                  <a:cubicBezTo>
                    <a:pt x="7" y="2789"/>
                    <a:pt x="77" y="2893"/>
                    <a:pt x="188" y="2948"/>
                  </a:cubicBezTo>
                  <a:lnTo>
                    <a:pt x="188" y="1"/>
                  </a:ln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0038" name="Google Shape;10038;p41"/>
          <p:cNvGrpSpPr/>
          <p:nvPr/>
        </p:nvGrpSpPr>
        <p:grpSpPr>
          <a:xfrm>
            <a:off x="1989911" y="2306065"/>
            <a:ext cx="387099" cy="353207"/>
            <a:chOff x="1989911" y="2306065"/>
            <a:chExt cx="387099" cy="353207"/>
          </a:xfrm>
        </p:grpSpPr>
        <p:sp>
          <p:nvSpPr>
            <p:cNvPr id="10039" name="Google Shape;10039;p41"/>
            <p:cNvSpPr/>
            <p:nvPr/>
          </p:nvSpPr>
          <p:spPr>
            <a:xfrm>
              <a:off x="2110003" y="2555181"/>
              <a:ext cx="146916" cy="88775"/>
            </a:xfrm>
            <a:custGeom>
              <a:rect b="b" l="l" r="r" t="t"/>
              <a:pathLst>
                <a:path extrusionOk="0" h="3379" w="5592">
                  <a:moveTo>
                    <a:pt x="2796" y="1"/>
                  </a:moveTo>
                  <a:lnTo>
                    <a:pt x="576" y="986"/>
                  </a:lnTo>
                  <a:lnTo>
                    <a:pt x="1" y="2879"/>
                  </a:lnTo>
                  <a:lnTo>
                    <a:pt x="1298" y="3108"/>
                  </a:lnTo>
                  <a:lnTo>
                    <a:pt x="2865" y="3379"/>
                  </a:lnTo>
                  <a:lnTo>
                    <a:pt x="5591" y="2879"/>
                  </a:lnTo>
                  <a:lnTo>
                    <a:pt x="5238" y="1714"/>
                  </a:lnTo>
                  <a:lnTo>
                    <a:pt x="5016" y="986"/>
                  </a:lnTo>
                  <a:lnTo>
                    <a:pt x="2796" y="1"/>
                  </a:lnTo>
                  <a:close/>
                </a:path>
              </a:pathLst>
            </a:custGeom>
            <a:solidFill>
              <a:srgbClr val="A5B7C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040" name="Google Shape;10040;p41"/>
            <p:cNvSpPr/>
            <p:nvPr/>
          </p:nvSpPr>
          <p:spPr>
            <a:xfrm>
              <a:off x="2110003" y="2555181"/>
              <a:ext cx="137615" cy="81681"/>
            </a:xfrm>
            <a:custGeom>
              <a:rect b="b" l="l" r="r" t="t"/>
              <a:pathLst>
                <a:path extrusionOk="0" h="3109" w="5238">
                  <a:moveTo>
                    <a:pt x="2796" y="1"/>
                  </a:moveTo>
                  <a:lnTo>
                    <a:pt x="583" y="986"/>
                  </a:lnTo>
                  <a:lnTo>
                    <a:pt x="1" y="2879"/>
                  </a:lnTo>
                  <a:lnTo>
                    <a:pt x="1298" y="3108"/>
                  </a:lnTo>
                  <a:lnTo>
                    <a:pt x="1561" y="1714"/>
                  </a:lnTo>
                  <a:lnTo>
                    <a:pt x="5238" y="1714"/>
                  </a:lnTo>
                  <a:lnTo>
                    <a:pt x="5016" y="986"/>
                  </a:lnTo>
                  <a:lnTo>
                    <a:pt x="2796" y="1"/>
                  </a:ln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041" name="Google Shape;10041;p41"/>
            <p:cNvSpPr/>
            <p:nvPr/>
          </p:nvSpPr>
          <p:spPr>
            <a:xfrm>
              <a:off x="1989911" y="2306065"/>
              <a:ext cx="387099" cy="275021"/>
            </a:xfrm>
            <a:custGeom>
              <a:rect b="b" l="l" r="r" t="t"/>
              <a:pathLst>
                <a:path extrusionOk="0" h="10468" w="14734">
                  <a:moveTo>
                    <a:pt x="1215" y="1"/>
                  </a:moveTo>
                  <a:cubicBezTo>
                    <a:pt x="542" y="1"/>
                    <a:pt x="1" y="549"/>
                    <a:pt x="1" y="1222"/>
                  </a:cubicBezTo>
                  <a:lnTo>
                    <a:pt x="1" y="9247"/>
                  </a:lnTo>
                  <a:cubicBezTo>
                    <a:pt x="1" y="9920"/>
                    <a:pt x="542" y="10468"/>
                    <a:pt x="1215" y="10468"/>
                  </a:cubicBezTo>
                  <a:lnTo>
                    <a:pt x="13513" y="10468"/>
                  </a:lnTo>
                  <a:cubicBezTo>
                    <a:pt x="14185" y="10468"/>
                    <a:pt x="14733" y="9920"/>
                    <a:pt x="14733" y="9247"/>
                  </a:cubicBezTo>
                  <a:lnTo>
                    <a:pt x="14733" y="1222"/>
                  </a:lnTo>
                  <a:cubicBezTo>
                    <a:pt x="14733" y="549"/>
                    <a:pt x="14185" y="1"/>
                    <a:pt x="13513" y="1"/>
                  </a:cubicBezTo>
                  <a:close/>
                </a:path>
              </a:pathLst>
            </a:custGeom>
            <a:solidFill>
              <a:srgbClr val="A5B7C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042" name="Google Shape;10042;p41"/>
            <p:cNvSpPr/>
            <p:nvPr/>
          </p:nvSpPr>
          <p:spPr>
            <a:xfrm>
              <a:off x="2021438" y="2337723"/>
              <a:ext cx="324045" cy="193628"/>
            </a:xfrm>
            <a:custGeom>
              <a:rect b="b" l="l" r="r" t="t"/>
              <a:pathLst>
                <a:path extrusionOk="0" h="7370" w="12334">
                  <a:moveTo>
                    <a:pt x="12320" y="1"/>
                  </a:moveTo>
                  <a:cubicBezTo>
                    <a:pt x="12318" y="1"/>
                    <a:pt x="12315" y="2"/>
                    <a:pt x="12313" y="3"/>
                  </a:cubicBezTo>
                  <a:lnTo>
                    <a:pt x="15" y="3"/>
                  </a:lnTo>
                  <a:cubicBezTo>
                    <a:pt x="8" y="3"/>
                    <a:pt x="1" y="10"/>
                    <a:pt x="1" y="17"/>
                  </a:cubicBezTo>
                  <a:lnTo>
                    <a:pt x="1" y="7369"/>
                  </a:lnTo>
                  <a:lnTo>
                    <a:pt x="12333" y="7369"/>
                  </a:lnTo>
                  <a:lnTo>
                    <a:pt x="12333" y="17"/>
                  </a:lnTo>
                  <a:cubicBezTo>
                    <a:pt x="12333" y="11"/>
                    <a:pt x="12329" y="1"/>
                    <a:pt x="12320" y="1"/>
                  </a:cubicBezTo>
                  <a:close/>
                </a:path>
              </a:pathLst>
            </a:custGeom>
            <a:solidFill>
              <a:srgbClr val="445D7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043" name="Google Shape;10043;p41"/>
            <p:cNvSpPr/>
            <p:nvPr/>
          </p:nvSpPr>
          <p:spPr>
            <a:xfrm>
              <a:off x="2327224" y="2337776"/>
              <a:ext cx="18259" cy="193576"/>
            </a:xfrm>
            <a:custGeom>
              <a:rect b="b" l="l" r="r" t="t"/>
              <a:pathLst>
                <a:path extrusionOk="0" h="7368" w="695">
                  <a:moveTo>
                    <a:pt x="1" y="1"/>
                  </a:moveTo>
                  <a:cubicBezTo>
                    <a:pt x="1" y="8"/>
                    <a:pt x="1" y="8"/>
                    <a:pt x="1" y="15"/>
                  </a:cubicBezTo>
                  <a:lnTo>
                    <a:pt x="1" y="7367"/>
                  </a:lnTo>
                  <a:lnTo>
                    <a:pt x="694" y="7367"/>
                  </a:lnTo>
                  <a:lnTo>
                    <a:pt x="694" y="15"/>
                  </a:lnTo>
                  <a:cubicBezTo>
                    <a:pt x="694" y="8"/>
                    <a:pt x="694" y="8"/>
                    <a:pt x="694" y="1"/>
                  </a:cubicBezTo>
                  <a:close/>
                </a:path>
              </a:pathLst>
            </a:custGeom>
            <a:solidFill>
              <a:srgbClr val="213B5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044" name="Google Shape;10044;p41"/>
            <p:cNvSpPr/>
            <p:nvPr/>
          </p:nvSpPr>
          <p:spPr>
            <a:xfrm>
              <a:off x="2069543" y="2630819"/>
              <a:ext cx="227651" cy="28453"/>
            </a:xfrm>
            <a:custGeom>
              <a:rect b="b" l="l" r="r" t="t"/>
              <a:pathLst>
                <a:path extrusionOk="0" h="1083" w="8665">
                  <a:moveTo>
                    <a:pt x="542" y="0"/>
                  </a:moveTo>
                  <a:cubicBezTo>
                    <a:pt x="244" y="0"/>
                    <a:pt x="1" y="243"/>
                    <a:pt x="1" y="541"/>
                  </a:cubicBezTo>
                  <a:cubicBezTo>
                    <a:pt x="1" y="839"/>
                    <a:pt x="244" y="1082"/>
                    <a:pt x="542" y="1082"/>
                  </a:cubicBezTo>
                  <a:lnTo>
                    <a:pt x="8123" y="1082"/>
                  </a:lnTo>
                  <a:cubicBezTo>
                    <a:pt x="8421" y="1082"/>
                    <a:pt x="8664" y="839"/>
                    <a:pt x="8664" y="541"/>
                  </a:cubicBezTo>
                  <a:cubicBezTo>
                    <a:pt x="8664" y="243"/>
                    <a:pt x="8421" y="0"/>
                    <a:pt x="8123" y="0"/>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045" name="Google Shape;10045;p41"/>
            <p:cNvSpPr/>
            <p:nvPr/>
          </p:nvSpPr>
          <p:spPr>
            <a:xfrm>
              <a:off x="2175237" y="2549191"/>
              <a:ext cx="14975" cy="11849"/>
            </a:xfrm>
            <a:custGeom>
              <a:rect b="b" l="l" r="r" t="t"/>
              <a:pathLst>
                <a:path extrusionOk="0" h="451" w="570">
                  <a:moveTo>
                    <a:pt x="312" y="0"/>
                  </a:moveTo>
                  <a:cubicBezTo>
                    <a:pt x="266" y="0"/>
                    <a:pt x="218" y="15"/>
                    <a:pt x="174" y="48"/>
                  </a:cubicBezTo>
                  <a:cubicBezTo>
                    <a:pt x="1" y="180"/>
                    <a:pt x="91" y="451"/>
                    <a:pt x="313" y="451"/>
                  </a:cubicBezTo>
                  <a:cubicBezTo>
                    <a:pt x="410" y="451"/>
                    <a:pt x="500" y="381"/>
                    <a:pt x="528" y="284"/>
                  </a:cubicBezTo>
                  <a:cubicBezTo>
                    <a:pt x="570" y="129"/>
                    <a:pt x="448" y="0"/>
                    <a:pt x="312" y="0"/>
                  </a:cubicBezTo>
                  <a:close/>
                </a:path>
              </a:pathLst>
            </a:custGeom>
            <a:solidFill>
              <a:srgbClr val="445D7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0046" name="Google Shape;10046;p41"/>
          <p:cNvGrpSpPr/>
          <p:nvPr/>
        </p:nvGrpSpPr>
        <p:grpSpPr>
          <a:xfrm>
            <a:off x="2593102" y="2288778"/>
            <a:ext cx="204663" cy="363007"/>
            <a:chOff x="2593102" y="2288778"/>
            <a:chExt cx="204663" cy="363007"/>
          </a:xfrm>
        </p:grpSpPr>
        <p:sp>
          <p:nvSpPr>
            <p:cNvPr id="10047" name="Google Shape;10047;p41"/>
            <p:cNvSpPr/>
            <p:nvPr/>
          </p:nvSpPr>
          <p:spPr>
            <a:xfrm>
              <a:off x="2753837" y="2310636"/>
              <a:ext cx="43928" cy="297431"/>
            </a:xfrm>
            <a:custGeom>
              <a:rect b="b" l="l" r="r" t="t"/>
              <a:pathLst>
                <a:path extrusionOk="0" h="11321" w="1672">
                  <a:moveTo>
                    <a:pt x="0" y="0"/>
                  </a:moveTo>
                  <a:lnTo>
                    <a:pt x="0" y="11320"/>
                  </a:lnTo>
                  <a:lnTo>
                    <a:pt x="1672" y="10481"/>
                  </a:lnTo>
                  <a:lnTo>
                    <a:pt x="1672" y="833"/>
                  </a:lnTo>
                  <a:lnTo>
                    <a:pt x="0" y="0"/>
                  </a:lnTo>
                  <a:close/>
                </a:path>
              </a:pathLst>
            </a:custGeom>
            <a:solidFill>
              <a:srgbClr val="51637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048" name="Google Shape;10048;p41"/>
            <p:cNvSpPr/>
            <p:nvPr/>
          </p:nvSpPr>
          <p:spPr>
            <a:xfrm>
              <a:off x="2593102" y="2310636"/>
              <a:ext cx="182620" cy="297431"/>
            </a:xfrm>
            <a:custGeom>
              <a:rect b="b" l="l" r="r" t="t"/>
              <a:pathLst>
                <a:path extrusionOk="0" h="11321" w="6951">
                  <a:moveTo>
                    <a:pt x="6951" y="0"/>
                  </a:moveTo>
                  <a:lnTo>
                    <a:pt x="1" y="833"/>
                  </a:lnTo>
                  <a:lnTo>
                    <a:pt x="1" y="10481"/>
                  </a:lnTo>
                  <a:lnTo>
                    <a:pt x="6951" y="11320"/>
                  </a:lnTo>
                  <a:lnTo>
                    <a:pt x="6951" y="0"/>
                  </a:lnTo>
                  <a:close/>
                </a:path>
              </a:pathLst>
            </a:custGeom>
            <a:solidFill>
              <a:srgbClr val="BFC9D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049" name="Google Shape;10049;p41"/>
            <p:cNvSpPr/>
            <p:nvPr/>
          </p:nvSpPr>
          <p:spPr>
            <a:xfrm>
              <a:off x="2753837" y="2585972"/>
              <a:ext cx="43928" cy="65813"/>
            </a:xfrm>
            <a:custGeom>
              <a:rect b="b" l="l" r="r" t="t"/>
              <a:pathLst>
                <a:path extrusionOk="0" h="2505" w="1672">
                  <a:moveTo>
                    <a:pt x="833" y="1"/>
                  </a:moveTo>
                  <a:lnTo>
                    <a:pt x="0" y="2505"/>
                  </a:lnTo>
                  <a:lnTo>
                    <a:pt x="833" y="2505"/>
                  </a:lnTo>
                  <a:cubicBezTo>
                    <a:pt x="1297" y="2505"/>
                    <a:pt x="1665" y="2130"/>
                    <a:pt x="1672" y="1673"/>
                  </a:cubicBezTo>
                  <a:lnTo>
                    <a:pt x="1672" y="1"/>
                  </a:lnTo>
                  <a:close/>
                </a:path>
              </a:pathLst>
            </a:custGeom>
            <a:solidFill>
              <a:srgbClr val="6F7F9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050" name="Google Shape;10050;p41"/>
            <p:cNvSpPr/>
            <p:nvPr/>
          </p:nvSpPr>
          <p:spPr>
            <a:xfrm>
              <a:off x="2753837" y="2288778"/>
              <a:ext cx="43928" cy="43744"/>
            </a:xfrm>
            <a:custGeom>
              <a:rect b="b" l="l" r="r" t="t"/>
              <a:pathLst>
                <a:path extrusionOk="0" h="1665" w="1672">
                  <a:moveTo>
                    <a:pt x="0" y="0"/>
                  </a:moveTo>
                  <a:lnTo>
                    <a:pt x="833" y="1665"/>
                  </a:lnTo>
                  <a:lnTo>
                    <a:pt x="1672" y="1665"/>
                  </a:lnTo>
                  <a:lnTo>
                    <a:pt x="1672" y="832"/>
                  </a:lnTo>
                  <a:cubicBezTo>
                    <a:pt x="1665" y="375"/>
                    <a:pt x="1297" y="0"/>
                    <a:pt x="833" y="0"/>
                  </a:cubicBezTo>
                  <a:close/>
                </a:path>
              </a:pathLst>
            </a:custGeom>
            <a:solidFill>
              <a:srgbClr val="6F7F9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051" name="Google Shape;10051;p41"/>
            <p:cNvSpPr/>
            <p:nvPr/>
          </p:nvSpPr>
          <p:spPr>
            <a:xfrm>
              <a:off x="2593102" y="2585972"/>
              <a:ext cx="182620" cy="65813"/>
            </a:xfrm>
            <a:custGeom>
              <a:rect b="b" l="l" r="r" t="t"/>
              <a:pathLst>
                <a:path extrusionOk="0" h="2505" w="6951">
                  <a:moveTo>
                    <a:pt x="1" y="1"/>
                  </a:moveTo>
                  <a:lnTo>
                    <a:pt x="1" y="1673"/>
                  </a:lnTo>
                  <a:cubicBezTo>
                    <a:pt x="8" y="2130"/>
                    <a:pt x="375" y="2505"/>
                    <a:pt x="840" y="2505"/>
                  </a:cubicBezTo>
                  <a:lnTo>
                    <a:pt x="6118" y="2505"/>
                  </a:lnTo>
                  <a:cubicBezTo>
                    <a:pt x="6576" y="2505"/>
                    <a:pt x="6951" y="2130"/>
                    <a:pt x="6951" y="1673"/>
                  </a:cubicBezTo>
                  <a:lnTo>
                    <a:pt x="6951" y="1"/>
                  </a:lnTo>
                  <a:close/>
                </a:path>
              </a:pathLst>
            </a:custGeom>
            <a:solidFill>
              <a:srgbClr val="A1B5C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052" name="Google Shape;10052;p41"/>
            <p:cNvSpPr/>
            <p:nvPr/>
          </p:nvSpPr>
          <p:spPr>
            <a:xfrm>
              <a:off x="2593102" y="2288778"/>
              <a:ext cx="182620" cy="43744"/>
            </a:xfrm>
            <a:custGeom>
              <a:rect b="b" l="l" r="r" t="t"/>
              <a:pathLst>
                <a:path extrusionOk="0" h="1665" w="6951">
                  <a:moveTo>
                    <a:pt x="840" y="0"/>
                  </a:moveTo>
                  <a:cubicBezTo>
                    <a:pt x="375" y="0"/>
                    <a:pt x="8" y="375"/>
                    <a:pt x="1" y="832"/>
                  </a:cubicBezTo>
                  <a:lnTo>
                    <a:pt x="1" y="1665"/>
                  </a:lnTo>
                  <a:lnTo>
                    <a:pt x="6951" y="1665"/>
                  </a:lnTo>
                  <a:lnTo>
                    <a:pt x="6951" y="832"/>
                  </a:lnTo>
                  <a:cubicBezTo>
                    <a:pt x="6951" y="375"/>
                    <a:pt x="6576" y="0"/>
                    <a:pt x="6118" y="0"/>
                  </a:cubicBezTo>
                  <a:close/>
                </a:path>
              </a:pathLst>
            </a:custGeom>
            <a:solidFill>
              <a:srgbClr val="A1B5C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053" name="Google Shape;10053;p41"/>
            <p:cNvSpPr/>
            <p:nvPr/>
          </p:nvSpPr>
          <p:spPr>
            <a:xfrm>
              <a:off x="2688050" y="2305172"/>
              <a:ext cx="36650" cy="10956"/>
            </a:xfrm>
            <a:custGeom>
              <a:rect b="b" l="l" r="r" t="t"/>
              <a:pathLst>
                <a:path extrusionOk="0" h="417" w="1395">
                  <a:moveTo>
                    <a:pt x="285" y="0"/>
                  </a:moveTo>
                  <a:cubicBezTo>
                    <a:pt x="0" y="0"/>
                    <a:pt x="0" y="416"/>
                    <a:pt x="285" y="416"/>
                  </a:cubicBezTo>
                  <a:lnTo>
                    <a:pt x="1117" y="416"/>
                  </a:lnTo>
                  <a:cubicBezTo>
                    <a:pt x="1395" y="416"/>
                    <a:pt x="1395" y="0"/>
                    <a:pt x="1117" y="0"/>
                  </a:cubicBezTo>
                  <a:close/>
                </a:path>
              </a:pathLst>
            </a:custGeom>
            <a:solidFill>
              <a:srgbClr val="63636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054" name="Google Shape;10054;p41"/>
            <p:cNvSpPr/>
            <p:nvPr/>
          </p:nvSpPr>
          <p:spPr>
            <a:xfrm>
              <a:off x="2684399" y="2607857"/>
              <a:ext cx="22069" cy="22069"/>
            </a:xfrm>
            <a:custGeom>
              <a:rect b="b" l="l" r="r" t="t"/>
              <a:pathLst>
                <a:path extrusionOk="0" h="840" w="840">
                  <a:moveTo>
                    <a:pt x="424" y="0"/>
                  </a:moveTo>
                  <a:cubicBezTo>
                    <a:pt x="188" y="0"/>
                    <a:pt x="1" y="188"/>
                    <a:pt x="1" y="423"/>
                  </a:cubicBezTo>
                  <a:cubicBezTo>
                    <a:pt x="1" y="652"/>
                    <a:pt x="188" y="840"/>
                    <a:pt x="424" y="840"/>
                  </a:cubicBezTo>
                  <a:cubicBezTo>
                    <a:pt x="653" y="840"/>
                    <a:pt x="840" y="652"/>
                    <a:pt x="840" y="423"/>
                  </a:cubicBezTo>
                  <a:cubicBezTo>
                    <a:pt x="840" y="188"/>
                    <a:pt x="653" y="0"/>
                    <a:pt x="424" y="0"/>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055" name="Google Shape;10055;p41"/>
            <p:cNvSpPr/>
            <p:nvPr/>
          </p:nvSpPr>
          <p:spPr>
            <a:xfrm>
              <a:off x="2668004" y="2305172"/>
              <a:ext cx="10956" cy="10956"/>
            </a:xfrm>
            <a:custGeom>
              <a:rect b="b" l="l" r="r" t="t"/>
              <a:pathLst>
                <a:path extrusionOk="0" h="417" w="417">
                  <a:moveTo>
                    <a:pt x="208" y="0"/>
                  </a:moveTo>
                  <a:cubicBezTo>
                    <a:pt x="97" y="0"/>
                    <a:pt x="0" y="97"/>
                    <a:pt x="0" y="208"/>
                  </a:cubicBezTo>
                  <a:cubicBezTo>
                    <a:pt x="0" y="326"/>
                    <a:pt x="97" y="416"/>
                    <a:pt x="208" y="416"/>
                  </a:cubicBezTo>
                  <a:cubicBezTo>
                    <a:pt x="326" y="416"/>
                    <a:pt x="417" y="326"/>
                    <a:pt x="417" y="208"/>
                  </a:cubicBezTo>
                  <a:cubicBezTo>
                    <a:pt x="417" y="97"/>
                    <a:pt x="326" y="0"/>
                    <a:pt x="208" y="0"/>
                  </a:cubicBezTo>
                  <a:close/>
                </a:path>
              </a:pathLst>
            </a:custGeom>
            <a:solidFill>
              <a:srgbClr val="63636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0056" name="Google Shape;10056;p41"/>
          <p:cNvGrpSpPr/>
          <p:nvPr/>
        </p:nvGrpSpPr>
        <p:grpSpPr>
          <a:xfrm>
            <a:off x="2970874" y="2329763"/>
            <a:ext cx="403651" cy="305996"/>
            <a:chOff x="2970874" y="2329763"/>
            <a:chExt cx="403651" cy="305996"/>
          </a:xfrm>
        </p:grpSpPr>
        <p:sp>
          <p:nvSpPr>
            <p:cNvPr id="10057" name="Google Shape;10057;p41"/>
            <p:cNvSpPr/>
            <p:nvPr/>
          </p:nvSpPr>
          <p:spPr>
            <a:xfrm>
              <a:off x="3054158" y="2352909"/>
              <a:ext cx="98233" cy="259704"/>
            </a:xfrm>
            <a:custGeom>
              <a:rect b="b" l="l" r="r" t="t"/>
              <a:pathLst>
                <a:path extrusionOk="0" h="9885" w="3739">
                  <a:moveTo>
                    <a:pt x="3739" y="1"/>
                  </a:moveTo>
                  <a:lnTo>
                    <a:pt x="3572" y="49"/>
                  </a:lnTo>
                  <a:cubicBezTo>
                    <a:pt x="2053" y="507"/>
                    <a:pt x="777" y="1533"/>
                    <a:pt x="0" y="2914"/>
                  </a:cubicBezTo>
                  <a:lnTo>
                    <a:pt x="0" y="6964"/>
                  </a:lnTo>
                  <a:cubicBezTo>
                    <a:pt x="777" y="8352"/>
                    <a:pt x="2053" y="9378"/>
                    <a:pt x="3572" y="9836"/>
                  </a:cubicBezTo>
                  <a:lnTo>
                    <a:pt x="3739" y="9885"/>
                  </a:lnTo>
                  <a:lnTo>
                    <a:pt x="3739" y="1"/>
                  </a:lnTo>
                  <a:close/>
                </a:path>
              </a:pathLst>
            </a:custGeom>
            <a:solidFill>
              <a:srgbClr val="A4B2C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058" name="Google Shape;10058;p41"/>
            <p:cNvSpPr/>
            <p:nvPr/>
          </p:nvSpPr>
          <p:spPr>
            <a:xfrm>
              <a:off x="3054158" y="2512908"/>
              <a:ext cx="98233" cy="99704"/>
            </a:xfrm>
            <a:custGeom>
              <a:rect b="b" l="l" r="r" t="t"/>
              <a:pathLst>
                <a:path extrusionOk="0" h="3795" w="3739">
                  <a:moveTo>
                    <a:pt x="0" y="1"/>
                  </a:moveTo>
                  <a:lnTo>
                    <a:pt x="0" y="874"/>
                  </a:lnTo>
                  <a:cubicBezTo>
                    <a:pt x="777" y="2262"/>
                    <a:pt x="2053" y="3288"/>
                    <a:pt x="3572" y="3746"/>
                  </a:cubicBezTo>
                  <a:lnTo>
                    <a:pt x="3739" y="3795"/>
                  </a:lnTo>
                  <a:lnTo>
                    <a:pt x="3739" y="2921"/>
                  </a:lnTo>
                  <a:lnTo>
                    <a:pt x="3572" y="2865"/>
                  </a:lnTo>
                  <a:cubicBezTo>
                    <a:pt x="2053" y="2414"/>
                    <a:pt x="777" y="1381"/>
                    <a:pt x="0" y="1"/>
                  </a:cubicBezTo>
                  <a:close/>
                </a:path>
              </a:pathLst>
            </a:custGeom>
            <a:solidFill>
              <a:srgbClr val="7A899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059" name="Google Shape;10059;p41"/>
            <p:cNvSpPr/>
            <p:nvPr/>
          </p:nvSpPr>
          <p:spPr>
            <a:xfrm>
              <a:off x="2970874" y="2429441"/>
              <a:ext cx="83310" cy="106456"/>
            </a:xfrm>
            <a:custGeom>
              <a:rect b="b" l="l" r="r" t="t"/>
              <a:pathLst>
                <a:path extrusionOk="0" h="4052" w="3171">
                  <a:moveTo>
                    <a:pt x="1381" y="1"/>
                  </a:moveTo>
                  <a:cubicBezTo>
                    <a:pt x="618" y="1"/>
                    <a:pt x="0" y="618"/>
                    <a:pt x="0" y="1381"/>
                  </a:cubicBezTo>
                  <a:lnTo>
                    <a:pt x="0" y="2678"/>
                  </a:lnTo>
                  <a:cubicBezTo>
                    <a:pt x="0" y="3434"/>
                    <a:pt x="618" y="4051"/>
                    <a:pt x="1381" y="4051"/>
                  </a:cubicBezTo>
                  <a:lnTo>
                    <a:pt x="3170" y="4051"/>
                  </a:lnTo>
                  <a:lnTo>
                    <a:pt x="3170" y="1"/>
                  </a:lnTo>
                  <a:close/>
                </a:path>
              </a:pathLst>
            </a:custGeom>
            <a:solidFill>
              <a:srgbClr val="7A899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060" name="Google Shape;10060;p41"/>
            <p:cNvSpPr/>
            <p:nvPr/>
          </p:nvSpPr>
          <p:spPr>
            <a:xfrm>
              <a:off x="2970874" y="2476652"/>
              <a:ext cx="83310" cy="59244"/>
            </a:xfrm>
            <a:custGeom>
              <a:rect b="b" l="l" r="r" t="t"/>
              <a:pathLst>
                <a:path extrusionOk="0" h="2255" w="3171">
                  <a:moveTo>
                    <a:pt x="0" y="0"/>
                  </a:moveTo>
                  <a:lnTo>
                    <a:pt x="0" y="881"/>
                  </a:lnTo>
                  <a:cubicBezTo>
                    <a:pt x="0" y="1637"/>
                    <a:pt x="618" y="2254"/>
                    <a:pt x="1381" y="2254"/>
                  </a:cubicBezTo>
                  <a:lnTo>
                    <a:pt x="3170" y="2254"/>
                  </a:lnTo>
                  <a:lnTo>
                    <a:pt x="3170" y="1381"/>
                  </a:lnTo>
                  <a:lnTo>
                    <a:pt x="1381" y="1381"/>
                  </a:lnTo>
                  <a:cubicBezTo>
                    <a:pt x="618" y="1381"/>
                    <a:pt x="0" y="763"/>
                    <a:pt x="0" y="0"/>
                  </a:cubicBezTo>
                  <a:close/>
                </a:path>
              </a:pathLst>
            </a:custGeom>
            <a:solidFill>
              <a:srgbClr val="61728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061" name="Google Shape;10061;p41"/>
            <p:cNvSpPr/>
            <p:nvPr/>
          </p:nvSpPr>
          <p:spPr>
            <a:xfrm>
              <a:off x="3215760" y="2442156"/>
              <a:ext cx="33392" cy="81313"/>
            </a:xfrm>
            <a:custGeom>
              <a:rect b="b" l="l" r="r" t="t"/>
              <a:pathLst>
                <a:path extrusionOk="0" h="3095" w="1271">
                  <a:moveTo>
                    <a:pt x="308" y="0"/>
                  </a:moveTo>
                  <a:cubicBezTo>
                    <a:pt x="141" y="0"/>
                    <a:pt x="0" y="208"/>
                    <a:pt x="140" y="370"/>
                  </a:cubicBezTo>
                  <a:cubicBezTo>
                    <a:pt x="792" y="1022"/>
                    <a:pt x="792" y="2069"/>
                    <a:pt x="140" y="2721"/>
                  </a:cubicBezTo>
                  <a:cubicBezTo>
                    <a:pt x="57" y="2804"/>
                    <a:pt x="57" y="2943"/>
                    <a:pt x="140" y="3026"/>
                  </a:cubicBezTo>
                  <a:cubicBezTo>
                    <a:pt x="186" y="3072"/>
                    <a:pt x="245" y="3095"/>
                    <a:pt x="302" y="3095"/>
                  </a:cubicBezTo>
                  <a:cubicBezTo>
                    <a:pt x="358" y="3095"/>
                    <a:pt x="412" y="3074"/>
                    <a:pt x="452" y="3033"/>
                  </a:cubicBezTo>
                  <a:cubicBezTo>
                    <a:pt x="1271" y="2208"/>
                    <a:pt x="1271" y="883"/>
                    <a:pt x="452" y="58"/>
                  </a:cubicBezTo>
                  <a:cubicBezTo>
                    <a:pt x="406" y="18"/>
                    <a:pt x="356" y="0"/>
                    <a:pt x="308" y="0"/>
                  </a:cubicBezTo>
                  <a:close/>
                </a:path>
              </a:pathLst>
            </a:custGeom>
            <a:solidFill>
              <a:srgbClr val="DFE6E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062" name="Google Shape;10062;p41"/>
            <p:cNvSpPr/>
            <p:nvPr/>
          </p:nvSpPr>
          <p:spPr>
            <a:xfrm>
              <a:off x="3256561" y="2401513"/>
              <a:ext cx="55829" cy="162627"/>
            </a:xfrm>
            <a:custGeom>
              <a:rect b="b" l="l" r="r" t="t"/>
              <a:pathLst>
                <a:path extrusionOk="0" h="6190" w="2125">
                  <a:moveTo>
                    <a:pt x="308" y="1"/>
                  </a:moveTo>
                  <a:cubicBezTo>
                    <a:pt x="141" y="1"/>
                    <a:pt x="1" y="207"/>
                    <a:pt x="141" y="363"/>
                  </a:cubicBezTo>
                  <a:cubicBezTo>
                    <a:pt x="1646" y="1875"/>
                    <a:pt x="1646" y="4310"/>
                    <a:pt x="141" y="5822"/>
                  </a:cubicBezTo>
                  <a:cubicBezTo>
                    <a:pt x="58" y="5905"/>
                    <a:pt x="58" y="6044"/>
                    <a:pt x="141" y="6127"/>
                  </a:cubicBezTo>
                  <a:cubicBezTo>
                    <a:pt x="183" y="6169"/>
                    <a:pt x="238" y="6190"/>
                    <a:pt x="294" y="6190"/>
                  </a:cubicBezTo>
                  <a:cubicBezTo>
                    <a:pt x="351" y="6190"/>
                    <a:pt x="408" y="6169"/>
                    <a:pt x="453" y="6127"/>
                  </a:cubicBezTo>
                  <a:cubicBezTo>
                    <a:pt x="2125" y="4449"/>
                    <a:pt x="2125" y="1737"/>
                    <a:pt x="453" y="58"/>
                  </a:cubicBezTo>
                  <a:cubicBezTo>
                    <a:pt x="407" y="18"/>
                    <a:pt x="356" y="1"/>
                    <a:pt x="308" y="1"/>
                  </a:cubicBezTo>
                  <a:close/>
                </a:path>
              </a:pathLst>
            </a:custGeom>
            <a:solidFill>
              <a:srgbClr val="DFE6E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063" name="Google Shape;10063;p41"/>
            <p:cNvSpPr/>
            <p:nvPr/>
          </p:nvSpPr>
          <p:spPr>
            <a:xfrm>
              <a:off x="3296653" y="2361421"/>
              <a:ext cx="77872" cy="242758"/>
            </a:xfrm>
            <a:custGeom>
              <a:rect b="b" l="l" r="r" t="t"/>
              <a:pathLst>
                <a:path extrusionOk="0" h="9240" w="2964">
                  <a:moveTo>
                    <a:pt x="302" y="1"/>
                  </a:moveTo>
                  <a:cubicBezTo>
                    <a:pt x="137" y="1"/>
                    <a:pt x="1" y="208"/>
                    <a:pt x="141" y="370"/>
                  </a:cubicBezTo>
                  <a:cubicBezTo>
                    <a:pt x="2478" y="2715"/>
                    <a:pt x="2478" y="6516"/>
                    <a:pt x="141" y="8867"/>
                  </a:cubicBezTo>
                  <a:cubicBezTo>
                    <a:pt x="51" y="8950"/>
                    <a:pt x="51" y="9089"/>
                    <a:pt x="141" y="9172"/>
                  </a:cubicBezTo>
                  <a:cubicBezTo>
                    <a:pt x="183" y="9217"/>
                    <a:pt x="238" y="9240"/>
                    <a:pt x="294" y="9240"/>
                  </a:cubicBezTo>
                  <a:cubicBezTo>
                    <a:pt x="349" y="9240"/>
                    <a:pt x="405" y="9217"/>
                    <a:pt x="446" y="9172"/>
                  </a:cubicBezTo>
                  <a:cubicBezTo>
                    <a:pt x="2964" y="6661"/>
                    <a:pt x="2964" y="2576"/>
                    <a:pt x="446" y="58"/>
                  </a:cubicBezTo>
                  <a:cubicBezTo>
                    <a:pt x="400" y="18"/>
                    <a:pt x="350" y="1"/>
                    <a:pt x="302" y="1"/>
                  </a:cubicBezTo>
                  <a:close/>
                </a:path>
              </a:pathLst>
            </a:custGeom>
            <a:solidFill>
              <a:srgbClr val="DFE6E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064" name="Google Shape;10064;p41"/>
            <p:cNvSpPr/>
            <p:nvPr/>
          </p:nvSpPr>
          <p:spPr>
            <a:xfrm>
              <a:off x="3151287" y="2329763"/>
              <a:ext cx="37727" cy="305996"/>
            </a:xfrm>
            <a:custGeom>
              <a:rect b="b" l="l" r="r" t="t"/>
              <a:pathLst>
                <a:path extrusionOk="0" h="11647" w="1436">
                  <a:moveTo>
                    <a:pt x="458" y="1"/>
                  </a:moveTo>
                  <a:cubicBezTo>
                    <a:pt x="208" y="1"/>
                    <a:pt x="0" y="202"/>
                    <a:pt x="0" y="451"/>
                  </a:cubicBezTo>
                  <a:lnTo>
                    <a:pt x="0" y="11196"/>
                  </a:lnTo>
                  <a:cubicBezTo>
                    <a:pt x="0" y="11445"/>
                    <a:pt x="208" y="11646"/>
                    <a:pt x="458" y="11646"/>
                  </a:cubicBezTo>
                  <a:lnTo>
                    <a:pt x="985" y="11646"/>
                  </a:lnTo>
                  <a:cubicBezTo>
                    <a:pt x="1235" y="11646"/>
                    <a:pt x="1436" y="11445"/>
                    <a:pt x="1436" y="11196"/>
                  </a:cubicBezTo>
                  <a:lnTo>
                    <a:pt x="1436" y="451"/>
                  </a:lnTo>
                  <a:cubicBezTo>
                    <a:pt x="1436" y="202"/>
                    <a:pt x="1235" y="1"/>
                    <a:pt x="985" y="1"/>
                  </a:cubicBezTo>
                  <a:close/>
                </a:path>
              </a:pathLst>
            </a:custGeom>
            <a:solidFill>
              <a:srgbClr val="7A899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065" name="Google Shape;10065;p41"/>
            <p:cNvSpPr/>
            <p:nvPr/>
          </p:nvSpPr>
          <p:spPr>
            <a:xfrm>
              <a:off x="3151287" y="2329763"/>
              <a:ext cx="30450" cy="305996"/>
            </a:xfrm>
            <a:custGeom>
              <a:rect b="b" l="l" r="r" t="t"/>
              <a:pathLst>
                <a:path extrusionOk="0" h="11647" w="1159">
                  <a:moveTo>
                    <a:pt x="458" y="1"/>
                  </a:moveTo>
                  <a:cubicBezTo>
                    <a:pt x="208" y="1"/>
                    <a:pt x="0" y="202"/>
                    <a:pt x="0" y="451"/>
                  </a:cubicBezTo>
                  <a:lnTo>
                    <a:pt x="0" y="11196"/>
                  </a:lnTo>
                  <a:cubicBezTo>
                    <a:pt x="0" y="11445"/>
                    <a:pt x="208" y="11646"/>
                    <a:pt x="458" y="11646"/>
                  </a:cubicBezTo>
                  <a:lnTo>
                    <a:pt x="985" y="11646"/>
                  </a:lnTo>
                  <a:cubicBezTo>
                    <a:pt x="1041" y="11646"/>
                    <a:pt x="1103" y="11633"/>
                    <a:pt x="1158" y="11612"/>
                  </a:cubicBezTo>
                  <a:cubicBezTo>
                    <a:pt x="985" y="11542"/>
                    <a:pt x="881" y="11376"/>
                    <a:pt x="881" y="11196"/>
                  </a:cubicBezTo>
                  <a:lnTo>
                    <a:pt x="881" y="451"/>
                  </a:lnTo>
                  <a:cubicBezTo>
                    <a:pt x="881" y="271"/>
                    <a:pt x="992" y="105"/>
                    <a:pt x="1158" y="35"/>
                  </a:cubicBezTo>
                  <a:cubicBezTo>
                    <a:pt x="1103" y="8"/>
                    <a:pt x="1048" y="1"/>
                    <a:pt x="985" y="1"/>
                  </a:cubicBezTo>
                  <a:close/>
                </a:path>
              </a:pathLst>
            </a:custGeom>
            <a:solidFill>
              <a:srgbClr val="61728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0066" name="Google Shape;10066;p41"/>
          <p:cNvGrpSpPr/>
          <p:nvPr/>
        </p:nvGrpSpPr>
        <p:grpSpPr>
          <a:xfrm>
            <a:off x="3545795" y="2318755"/>
            <a:ext cx="387834" cy="327933"/>
            <a:chOff x="3545795" y="2318755"/>
            <a:chExt cx="387834" cy="327933"/>
          </a:xfrm>
        </p:grpSpPr>
        <p:sp>
          <p:nvSpPr>
            <p:cNvPr id="10067" name="Google Shape;10067;p41"/>
            <p:cNvSpPr/>
            <p:nvPr/>
          </p:nvSpPr>
          <p:spPr>
            <a:xfrm>
              <a:off x="3565315" y="2318755"/>
              <a:ext cx="11691" cy="57694"/>
            </a:xfrm>
            <a:custGeom>
              <a:rect b="b" l="l" r="r" t="t"/>
              <a:pathLst>
                <a:path extrusionOk="0" h="2196" w="445">
                  <a:moveTo>
                    <a:pt x="222" y="0"/>
                  </a:moveTo>
                  <a:cubicBezTo>
                    <a:pt x="111" y="0"/>
                    <a:pt x="0" y="73"/>
                    <a:pt x="0" y="218"/>
                  </a:cubicBezTo>
                  <a:lnTo>
                    <a:pt x="0" y="1973"/>
                  </a:lnTo>
                  <a:cubicBezTo>
                    <a:pt x="0" y="2091"/>
                    <a:pt x="97" y="2195"/>
                    <a:pt x="222" y="2195"/>
                  </a:cubicBezTo>
                  <a:cubicBezTo>
                    <a:pt x="347" y="2195"/>
                    <a:pt x="444" y="2091"/>
                    <a:pt x="444" y="1973"/>
                  </a:cubicBezTo>
                  <a:lnTo>
                    <a:pt x="444" y="218"/>
                  </a:lnTo>
                  <a:cubicBezTo>
                    <a:pt x="444" y="73"/>
                    <a:pt x="333" y="0"/>
                    <a:pt x="222" y="0"/>
                  </a:cubicBezTo>
                  <a:close/>
                </a:path>
              </a:pathLst>
            </a:custGeom>
            <a:solidFill>
              <a:srgbClr val="95A6B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068" name="Google Shape;10068;p41"/>
            <p:cNvSpPr/>
            <p:nvPr/>
          </p:nvSpPr>
          <p:spPr>
            <a:xfrm>
              <a:off x="3545795" y="2318755"/>
              <a:ext cx="11691" cy="57694"/>
            </a:xfrm>
            <a:custGeom>
              <a:rect b="b" l="l" r="r" t="t"/>
              <a:pathLst>
                <a:path extrusionOk="0" h="2196" w="445">
                  <a:moveTo>
                    <a:pt x="223" y="0"/>
                  </a:moveTo>
                  <a:cubicBezTo>
                    <a:pt x="112" y="0"/>
                    <a:pt x="1" y="73"/>
                    <a:pt x="1" y="218"/>
                  </a:cubicBezTo>
                  <a:lnTo>
                    <a:pt x="1" y="1973"/>
                  </a:lnTo>
                  <a:cubicBezTo>
                    <a:pt x="1" y="2091"/>
                    <a:pt x="98" y="2195"/>
                    <a:pt x="223" y="2195"/>
                  </a:cubicBezTo>
                  <a:cubicBezTo>
                    <a:pt x="341" y="2195"/>
                    <a:pt x="445" y="2091"/>
                    <a:pt x="445" y="1973"/>
                  </a:cubicBezTo>
                  <a:lnTo>
                    <a:pt x="445" y="218"/>
                  </a:lnTo>
                  <a:cubicBezTo>
                    <a:pt x="445" y="73"/>
                    <a:pt x="334" y="0"/>
                    <a:pt x="223" y="0"/>
                  </a:cubicBezTo>
                  <a:close/>
                </a:path>
              </a:pathLst>
            </a:custGeom>
            <a:solidFill>
              <a:srgbClr val="95A6B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069" name="Google Shape;10069;p41"/>
            <p:cNvSpPr/>
            <p:nvPr/>
          </p:nvSpPr>
          <p:spPr>
            <a:xfrm>
              <a:off x="3584888" y="2318755"/>
              <a:ext cx="11796" cy="57694"/>
            </a:xfrm>
            <a:custGeom>
              <a:rect b="b" l="l" r="r" t="t"/>
              <a:pathLst>
                <a:path extrusionOk="0" h="2196" w="449">
                  <a:moveTo>
                    <a:pt x="224" y="0"/>
                  </a:moveTo>
                  <a:cubicBezTo>
                    <a:pt x="112" y="0"/>
                    <a:pt x="1" y="73"/>
                    <a:pt x="4" y="218"/>
                  </a:cubicBezTo>
                  <a:lnTo>
                    <a:pt x="4" y="1973"/>
                  </a:lnTo>
                  <a:cubicBezTo>
                    <a:pt x="4" y="2091"/>
                    <a:pt x="101" y="2195"/>
                    <a:pt x="226" y="2195"/>
                  </a:cubicBezTo>
                  <a:cubicBezTo>
                    <a:pt x="344" y="2195"/>
                    <a:pt x="448" y="2091"/>
                    <a:pt x="448" y="1973"/>
                  </a:cubicBezTo>
                  <a:lnTo>
                    <a:pt x="448" y="218"/>
                  </a:lnTo>
                  <a:cubicBezTo>
                    <a:pt x="448" y="73"/>
                    <a:pt x="335" y="0"/>
                    <a:pt x="224" y="0"/>
                  </a:cubicBezTo>
                  <a:close/>
                </a:path>
              </a:pathLst>
            </a:custGeom>
            <a:solidFill>
              <a:srgbClr val="95A6B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nvGrpSpPr>
            <p:cNvPr id="10070" name="Google Shape;10070;p41"/>
            <p:cNvGrpSpPr/>
            <p:nvPr/>
          </p:nvGrpSpPr>
          <p:grpSpPr>
            <a:xfrm>
              <a:off x="3545795" y="2322301"/>
              <a:ext cx="387834" cy="324387"/>
              <a:chOff x="3545795" y="2322301"/>
              <a:chExt cx="387834" cy="324387"/>
            </a:xfrm>
          </p:grpSpPr>
          <p:sp>
            <p:nvSpPr>
              <p:cNvPr id="10071" name="Google Shape;10071;p41"/>
              <p:cNvSpPr/>
              <p:nvPr/>
            </p:nvSpPr>
            <p:spPr>
              <a:xfrm>
                <a:off x="3613604" y="2355089"/>
                <a:ext cx="258968" cy="258994"/>
              </a:xfrm>
              <a:custGeom>
                <a:rect b="b" l="l" r="r" t="t"/>
                <a:pathLst>
                  <a:path extrusionOk="0" h="9858" w="9857">
                    <a:moveTo>
                      <a:pt x="4932" y="1"/>
                    </a:moveTo>
                    <a:cubicBezTo>
                      <a:pt x="2213" y="1"/>
                      <a:pt x="0" y="2206"/>
                      <a:pt x="0" y="4925"/>
                    </a:cubicBezTo>
                    <a:cubicBezTo>
                      <a:pt x="0" y="7651"/>
                      <a:pt x="2213" y="9857"/>
                      <a:pt x="4932" y="9857"/>
                    </a:cubicBezTo>
                    <a:cubicBezTo>
                      <a:pt x="7651" y="9857"/>
                      <a:pt x="9857" y="7651"/>
                      <a:pt x="9857" y="4925"/>
                    </a:cubicBezTo>
                    <a:cubicBezTo>
                      <a:pt x="9857" y="2206"/>
                      <a:pt x="7651" y="1"/>
                      <a:pt x="4932" y="1"/>
                    </a:cubicBezTo>
                    <a:close/>
                  </a:path>
                </a:pathLst>
              </a:custGeom>
              <a:solidFill>
                <a:srgbClr val="C3CFD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072" name="Google Shape;10072;p41"/>
              <p:cNvSpPr/>
              <p:nvPr/>
            </p:nvSpPr>
            <p:spPr>
              <a:xfrm>
                <a:off x="3639667" y="2380968"/>
                <a:ext cx="207027" cy="207054"/>
              </a:xfrm>
              <a:custGeom>
                <a:rect b="b" l="l" r="r" t="t"/>
                <a:pathLst>
                  <a:path extrusionOk="0" h="7881" w="7880">
                    <a:moveTo>
                      <a:pt x="3940" y="1"/>
                    </a:moveTo>
                    <a:cubicBezTo>
                      <a:pt x="1762" y="1"/>
                      <a:pt x="0" y="1769"/>
                      <a:pt x="0" y="3940"/>
                    </a:cubicBezTo>
                    <a:cubicBezTo>
                      <a:pt x="0" y="6118"/>
                      <a:pt x="1762" y="7880"/>
                      <a:pt x="3940" y="7880"/>
                    </a:cubicBezTo>
                    <a:cubicBezTo>
                      <a:pt x="6118" y="7880"/>
                      <a:pt x="7880" y="6118"/>
                      <a:pt x="7880" y="3940"/>
                    </a:cubicBezTo>
                    <a:cubicBezTo>
                      <a:pt x="7880" y="1769"/>
                      <a:pt x="6118" y="1"/>
                      <a:pt x="3940" y="1"/>
                    </a:cubicBezTo>
                    <a:close/>
                  </a:path>
                </a:pathLst>
              </a:custGeom>
              <a:solidFill>
                <a:srgbClr val="F2F4F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073" name="Google Shape;10073;p41"/>
              <p:cNvSpPr/>
              <p:nvPr/>
            </p:nvSpPr>
            <p:spPr>
              <a:xfrm>
                <a:off x="3722583" y="2380968"/>
                <a:ext cx="129392" cy="207080"/>
              </a:xfrm>
              <a:custGeom>
                <a:rect b="b" l="l" r="r" t="t"/>
                <a:pathLst>
                  <a:path extrusionOk="0" h="7882" w="4925">
                    <a:moveTo>
                      <a:pt x="784" y="1"/>
                    </a:moveTo>
                    <a:cubicBezTo>
                      <a:pt x="520" y="1"/>
                      <a:pt x="257" y="28"/>
                      <a:pt x="0" y="84"/>
                    </a:cubicBezTo>
                    <a:cubicBezTo>
                      <a:pt x="1831" y="458"/>
                      <a:pt x="3149" y="2068"/>
                      <a:pt x="3149" y="3940"/>
                    </a:cubicBezTo>
                    <a:cubicBezTo>
                      <a:pt x="3149" y="5813"/>
                      <a:pt x="1831" y="7429"/>
                      <a:pt x="0" y="7804"/>
                    </a:cubicBezTo>
                    <a:cubicBezTo>
                      <a:pt x="263" y="7857"/>
                      <a:pt x="524" y="7882"/>
                      <a:pt x="781" y="7882"/>
                    </a:cubicBezTo>
                    <a:cubicBezTo>
                      <a:pt x="2758" y="7882"/>
                      <a:pt x="4486" y="6386"/>
                      <a:pt x="4689" y="4336"/>
                    </a:cubicBezTo>
                    <a:cubicBezTo>
                      <a:pt x="4925" y="2019"/>
                      <a:pt x="3107" y="8"/>
                      <a:pt x="784" y="1"/>
                    </a:cubicBezTo>
                    <a:close/>
                  </a:path>
                </a:pathLst>
              </a:custGeom>
              <a:solidFill>
                <a:srgbClr val="E4EAE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074" name="Google Shape;10074;p41"/>
              <p:cNvSpPr/>
              <p:nvPr/>
            </p:nvSpPr>
            <p:spPr>
              <a:xfrm>
                <a:off x="3895140" y="2322301"/>
                <a:ext cx="38489" cy="324387"/>
              </a:xfrm>
              <a:custGeom>
                <a:rect b="b" l="l" r="r" t="t"/>
                <a:pathLst>
                  <a:path extrusionOk="0" h="12347" w="1465">
                    <a:moveTo>
                      <a:pt x="1450" y="0"/>
                    </a:moveTo>
                    <a:cubicBezTo>
                      <a:pt x="556" y="541"/>
                      <a:pt x="1" y="1512"/>
                      <a:pt x="1" y="2567"/>
                    </a:cubicBezTo>
                    <a:lnTo>
                      <a:pt x="1" y="5986"/>
                    </a:lnTo>
                    <a:cubicBezTo>
                      <a:pt x="1" y="6204"/>
                      <a:pt x="315" y="6392"/>
                      <a:pt x="576" y="6392"/>
                    </a:cubicBezTo>
                    <a:cubicBezTo>
                      <a:pt x="597" y="6392"/>
                      <a:pt x="618" y="6391"/>
                      <a:pt x="639" y="6388"/>
                    </a:cubicBezTo>
                    <a:lnTo>
                      <a:pt x="639" y="7450"/>
                    </a:lnTo>
                    <a:cubicBezTo>
                      <a:pt x="639" y="8747"/>
                      <a:pt x="285" y="11057"/>
                      <a:pt x="285" y="11542"/>
                    </a:cubicBezTo>
                    <a:cubicBezTo>
                      <a:pt x="285" y="12090"/>
                      <a:pt x="514" y="12347"/>
                      <a:pt x="868" y="12347"/>
                    </a:cubicBezTo>
                    <a:cubicBezTo>
                      <a:pt x="1214" y="12347"/>
                      <a:pt x="1464" y="12090"/>
                      <a:pt x="1464" y="11542"/>
                    </a:cubicBezTo>
                    <a:cubicBezTo>
                      <a:pt x="1464" y="11542"/>
                      <a:pt x="1464" y="4211"/>
                      <a:pt x="1450" y="7"/>
                    </a:cubicBezTo>
                    <a:lnTo>
                      <a:pt x="1450" y="0"/>
                    </a:lnTo>
                    <a:close/>
                  </a:path>
                </a:pathLst>
              </a:custGeom>
              <a:solidFill>
                <a:srgbClr val="95A6B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075" name="Google Shape;10075;p41"/>
              <p:cNvSpPr/>
              <p:nvPr/>
            </p:nvSpPr>
            <p:spPr>
              <a:xfrm>
                <a:off x="3895140" y="2322301"/>
                <a:ext cx="38489" cy="167960"/>
              </a:xfrm>
              <a:custGeom>
                <a:rect b="b" l="l" r="r" t="t"/>
                <a:pathLst>
                  <a:path extrusionOk="0" h="6393" w="1465">
                    <a:moveTo>
                      <a:pt x="1450" y="0"/>
                    </a:moveTo>
                    <a:cubicBezTo>
                      <a:pt x="556" y="541"/>
                      <a:pt x="1" y="1512"/>
                      <a:pt x="1" y="2567"/>
                    </a:cubicBezTo>
                    <a:lnTo>
                      <a:pt x="1" y="5993"/>
                    </a:lnTo>
                    <a:cubicBezTo>
                      <a:pt x="1" y="6205"/>
                      <a:pt x="314" y="6392"/>
                      <a:pt x="576" y="6392"/>
                    </a:cubicBezTo>
                    <a:cubicBezTo>
                      <a:pt x="597" y="6392"/>
                      <a:pt x="618" y="6391"/>
                      <a:pt x="639" y="6388"/>
                    </a:cubicBezTo>
                    <a:lnTo>
                      <a:pt x="1464" y="6375"/>
                    </a:lnTo>
                    <a:cubicBezTo>
                      <a:pt x="1457" y="4356"/>
                      <a:pt x="1450" y="1686"/>
                      <a:pt x="1450" y="7"/>
                    </a:cubicBezTo>
                    <a:lnTo>
                      <a:pt x="1450" y="0"/>
                    </a:lnTo>
                    <a:close/>
                  </a:path>
                </a:pathLst>
              </a:custGeom>
              <a:solidFill>
                <a:srgbClr val="C7D0D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076" name="Google Shape;10076;p41"/>
              <p:cNvSpPr/>
              <p:nvPr/>
            </p:nvSpPr>
            <p:spPr>
              <a:xfrm>
                <a:off x="3545795" y="2370590"/>
                <a:ext cx="50890" cy="275021"/>
              </a:xfrm>
              <a:custGeom>
                <a:rect b="b" l="l" r="r" t="t"/>
                <a:pathLst>
                  <a:path extrusionOk="0" h="10468" w="1937">
                    <a:moveTo>
                      <a:pt x="1" y="0"/>
                    </a:moveTo>
                    <a:lnTo>
                      <a:pt x="1" y="1138"/>
                    </a:lnTo>
                    <a:cubicBezTo>
                      <a:pt x="1" y="1332"/>
                      <a:pt x="98" y="1519"/>
                      <a:pt x="265" y="1637"/>
                    </a:cubicBezTo>
                    <a:cubicBezTo>
                      <a:pt x="424" y="1727"/>
                      <a:pt x="549" y="2060"/>
                      <a:pt x="549" y="2241"/>
                    </a:cubicBezTo>
                    <a:lnTo>
                      <a:pt x="549" y="3912"/>
                    </a:lnTo>
                    <a:cubicBezTo>
                      <a:pt x="549" y="5286"/>
                      <a:pt x="535" y="6652"/>
                      <a:pt x="389" y="8019"/>
                    </a:cubicBezTo>
                    <a:cubicBezTo>
                      <a:pt x="299" y="8830"/>
                      <a:pt x="251" y="9551"/>
                      <a:pt x="251" y="9718"/>
                    </a:cubicBezTo>
                    <a:cubicBezTo>
                      <a:pt x="230" y="10127"/>
                      <a:pt x="556" y="10467"/>
                      <a:pt x="965" y="10467"/>
                    </a:cubicBezTo>
                    <a:cubicBezTo>
                      <a:pt x="1381" y="10467"/>
                      <a:pt x="1707" y="10127"/>
                      <a:pt x="1686" y="9718"/>
                    </a:cubicBezTo>
                    <a:cubicBezTo>
                      <a:pt x="1686" y="9551"/>
                      <a:pt x="1638" y="8830"/>
                      <a:pt x="1548" y="8019"/>
                    </a:cubicBezTo>
                    <a:cubicBezTo>
                      <a:pt x="1402" y="6659"/>
                      <a:pt x="1388" y="5286"/>
                      <a:pt x="1388" y="3912"/>
                    </a:cubicBezTo>
                    <a:lnTo>
                      <a:pt x="1388" y="2255"/>
                    </a:lnTo>
                    <a:cubicBezTo>
                      <a:pt x="1402" y="1991"/>
                      <a:pt x="1534" y="1755"/>
                      <a:pt x="1742" y="1596"/>
                    </a:cubicBezTo>
                    <a:cubicBezTo>
                      <a:pt x="1881" y="1505"/>
                      <a:pt x="1936" y="1304"/>
                      <a:pt x="1936" y="1138"/>
                    </a:cubicBezTo>
                    <a:lnTo>
                      <a:pt x="1936" y="0"/>
                    </a:lnTo>
                    <a:close/>
                  </a:path>
                </a:pathLst>
              </a:custGeom>
              <a:solidFill>
                <a:srgbClr val="95A6B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077" name="Google Shape;10077;p41"/>
              <p:cNvSpPr/>
              <p:nvPr/>
            </p:nvSpPr>
            <p:spPr>
              <a:xfrm>
                <a:off x="3545795" y="2370590"/>
                <a:ext cx="50890" cy="59244"/>
              </a:xfrm>
              <a:custGeom>
                <a:rect b="b" l="l" r="r" t="t"/>
                <a:pathLst>
                  <a:path extrusionOk="0" h="2255" w="1937">
                    <a:moveTo>
                      <a:pt x="1" y="0"/>
                    </a:moveTo>
                    <a:lnTo>
                      <a:pt x="1" y="1138"/>
                    </a:lnTo>
                    <a:cubicBezTo>
                      <a:pt x="1" y="1332"/>
                      <a:pt x="98" y="1519"/>
                      <a:pt x="265" y="1637"/>
                    </a:cubicBezTo>
                    <a:cubicBezTo>
                      <a:pt x="424" y="1727"/>
                      <a:pt x="549" y="2060"/>
                      <a:pt x="549" y="2241"/>
                    </a:cubicBezTo>
                    <a:lnTo>
                      <a:pt x="1388" y="2255"/>
                    </a:lnTo>
                    <a:cubicBezTo>
                      <a:pt x="1402" y="1991"/>
                      <a:pt x="1534" y="1755"/>
                      <a:pt x="1742" y="1603"/>
                    </a:cubicBezTo>
                    <a:cubicBezTo>
                      <a:pt x="1881" y="1505"/>
                      <a:pt x="1936" y="1304"/>
                      <a:pt x="1936" y="1138"/>
                    </a:cubicBezTo>
                    <a:lnTo>
                      <a:pt x="1936" y="0"/>
                    </a:lnTo>
                    <a:close/>
                  </a:path>
                </a:pathLst>
              </a:custGeom>
              <a:solidFill>
                <a:srgbClr val="C7D0D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grpSp>
        <p:nvGrpSpPr>
          <p:cNvPr id="10078" name="Google Shape;10078;p41"/>
          <p:cNvGrpSpPr/>
          <p:nvPr/>
        </p:nvGrpSpPr>
        <p:grpSpPr>
          <a:xfrm>
            <a:off x="4718468" y="2306984"/>
            <a:ext cx="364294" cy="351553"/>
            <a:chOff x="4718468" y="2306984"/>
            <a:chExt cx="364294" cy="351553"/>
          </a:xfrm>
        </p:grpSpPr>
        <p:sp>
          <p:nvSpPr>
            <p:cNvPr id="10079" name="Google Shape;10079;p41"/>
            <p:cNvSpPr/>
            <p:nvPr/>
          </p:nvSpPr>
          <p:spPr>
            <a:xfrm>
              <a:off x="4718468" y="2472869"/>
              <a:ext cx="55593" cy="57195"/>
            </a:xfrm>
            <a:custGeom>
              <a:rect b="b" l="l" r="r" t="t"/>
              <a:pathLst>
                <a:path extrusionOk="0" h="2177" w="2116">
                  <a:moveTo>
                    <a:pt x="784" y="408"/>
                  </a:moveTo>
                  <a:cubicBezTo>
                    <a:pt x="930" y="449"/>
                    <a:pt x="1034" y="560"/>
                    <a:pt x="1082" y="699"/>
                  </a:cubicBezTo>
                  <a:cubicBezTo>
                    <a:pt x="1110" y="762"/>
                    <a:pt x="1124" y="824"/>
                    <a:pt x="1124" y="893"/>
                  </a:cubicBezTo>
                  <a:cubicBezTo>
                    <a:pt x="840" y="831"/>
                    <a:pt x="625" y="748"/>
                    <a:pt x="576" y="651"/>
                  </a:cubicBezTo>
                  <a:cubicBezTo>
                    <a:pt x="555" y="609"/>
                    <a:pt x="604" y="533"/>
                    <a:pt x="632" y="491"/>
                  </a:cubicBezTo>
                  <a:cubicBezTo>
                    <a:pt x="659" y="442"/>
                    <a:pt x="715" y="408"/>
                    <a:pt x="763" y="408"/>
                  </a:cubicBezTo>
                  <a:close/>
                  <a:moveTo>
                    <a:pt x="765" y="1"/>
                  </a:moveTo>
                  <a:cubicBezTo>
                    <a:pt x="584" y="1"/>
                    <a:pt x="415" y="89"/>
                    <a:pt x="306" y="241"/>
                  </a:cubicBezTo>
                  <a:cubicBezTo>
                    <a:pt x="111" y="498"/>
                    <a:pt x="146" y="706"/>
                    <a:pt x="208" y="831"/>
                  </a:cubicBezTo>
                  <a:cubicBezTo>
                    <a:pt x="312" y="1046"/>
                    <a:pt x="576" y="1192"/>
                    <a:pt x="1013" y="1289"/>
                  </a:cubicBezTo>
                  <a:cubicBezTo>
                    <a:pt x="999" y="1303"/>
                    <a:pt x="985" y="1323"/>
                    <a:pt x="971" y="1344"/>
                  </a:cubicBezTo>
                  <a:cubicBezTo>
                    <a:pt x="791" y="1587"/>
                    <a:pt x="514" y="1733"/>
                    <a:pt x="208" y="1746"/>
                  </a:cubicBezTo>
                  <a:cubicBezTo>
                    <a:pt x="91" y="1753"/>
                    <a:pt x="0" y="1844"/>
                    <a:pt x="0" y="1961"/>
                  </a:cubicBezTo>
                  <a:cubicBezTo>
                    <a:pt x="0" y="2079"/>
                    <a:pt x="91" y="2170"/>
                    <a:pt x="201" y="2177"/>
                  </a:cubicBezTo>
                  <a:lnTo>
                    <a:pt x="250" y="2177"/>
                  </a:lnTo>
                  <a:cubicBezTo>
                    <a:pt x="500" y="2177"/>
                    <a:pt x="909" y="2086"/>
                    <a:pt x="1297" y="1594"/>
                  </a:cubicBezTo>
                  <a:cubicBezTo>
                    <a:pt x="1353" y="1525"/>
                    <a:pt x="1401" y="1441"/>
                    <a:pt x="1443" y="1358"/>
                  </a:cubicBezTo>
                  <a:cubicBezTo>
                    <a:pt x="1700" y="1386"/>
                    <a:pt x="1901" y="1386"/>
                    <a:pt x="1908" y="1386"/>
                  </a:cubicBezTo>
                  <a:cubicBezTo>
                    <a:pt x="1912" y="1386"/>
                    <a:pt x="1916" y="1386"/>
                    <a:pt x="1920" y="1386"/>
                  </a:cubicBezTo>
                  <a:cubicBezTo>
                    <a:pt x="2032" y="1386"/>
                    <a:pt x="2116" y="1292"/>
                    <a:pt x="2116" y="1178"/>
                  </a:cubicBezTo>
                  <a:cubicBezTo>
                    <a:pt x="2116" y="1067"/>
                    <a:pt x="2019" y="977"/>
                    <a:pt x="1908" y="977"/>
                  </a:cubicBezTo>
                  <a:cubicBezTo>
                    <a:pt x="1790" y="977"/>
                    <a:pt x="1665" y="970"/>
                    <a:pt x="1540" y="956"/>
                  </a:cubicBezTo>
                  <a:cubicBezTo>
                    <a:pt x="1540" y="817"/>
                    <a:pt x="1519" y="678"/>
                    <a:pt x="1464" y="547"/>
                  </a:cubicBezTo>
                  <a:cubicBezTo>
                    <a:pt x="1346" y="255"/>
                    <a:pt x="1103" y="40"/>
                    <a:pt x="840" y="5"/>
                  </a:cubicBezTo>
                  <a:cubicBezTo>
                    <a:pt x="815" y="2"/>
                    <a:pt x="790" y="1"/>
                    <a:pt x="765" y="1"/>
                  </a:cubicBezTo>
                  <a:close/>
                </a:path>
              </a:pathLst>
            </a:custGeom>
            <a:solidFill>
              <a:srgbClr val="98A6B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080" name="Google Shape;10080;p41"/>
            <p:cNvSpPr/>
            <p:nvPr/>
          </p:nvSpPr>
          <p:spPr>
            <a:xfrm>
              <a:off x="4764392" y="2405927"/>
              <a:ext cx="318370" cy="252610"/>
            </a:xfrm>
            <a:custGeom>
              <a:rect b="b" l="l" r="r" t="t"/>
              <a:pathLst>
                <a:path extrusionOk="0" h="9615" w="12118">
                  <a:moveTo>
                    <a:pt x="5251" y="1"/>
                  </a:moveTo>
                  <a:cubicBezTo>
                    <a:pt x="2352" y="1"/>
                    <a:pt x="0" y="1326"/>
                    <a:pt x="0" y="4253"/>
                  </a:cubicBezTo>
                  <a:cubicBezTo>
                    <a:pt x="0" y="5938"/>
                    <a:pt x="826" y="7124"/>
                    <a:pt x="2109" y="7804"/>
                  </a:cubicBezTo>
                  <a:cubicBezTo>
                    <a:pt x="2137" y="7825"/>
                    <a:pt x="2157" y="7853"/>
                    <a:pt x="2164" y="7887"/>
                  </a:cubicBezTo>
                  <a:lnTo>
                    <a:pt x="2456" y="9379"/>
                  </a:lnTo>
                  <a:cubicBezTo>
                    <a:pt x="2476" y="9517"/>
                    <a:pt x="2601" y="9615"/>
                    <a:pt x="2747" y="9615"/>
                  </a:cubicBezTo>
                  <a:lnTo>
                    <a:pt x="3711" y="9615"/>
                  </a:lnTo>
                  <a:cubicBezTo>
                    <a:pt x="3857" y="9615"/>
                    <a:pt x="3975" y="9517"/>
                    <a:pt x="4002" y="9379"/>
                  </a:cubicBezTo>
                  <a:lnTo>
                    <a:pt x="4162" y="8546"/>
                  </a:lnTo>
                  <a:cubicBezTo>
                    <a:pt x="4168" y="8495"/>
                    <a:pt x="4222" y="8455"/>
                    <a:pt x="4280" y="8455"/>
                  </a:cubicBezTo>
                  <a:cubicBezTo>
                    <a:pt x="4285" y="8455"/>
                    <a:pt x="4289" y="8456"/>
                    <a:pt x="4294" y="8456"/>
                  </a:cubicBezTo>
                  <a:cubicBezTo>
                    <a:pt x="4613" y="8491"/>
                    <a:pt x="4932" y="8512"/>
                    <a:pt x="5251" y="8512"/>
                  </a:cubicBezTo>
                  <a:cubicBezTo>
                    <a:pt x="5688" y="8512"/>
                    <a:pt x="6125" y="8477"/>
                    <a:pt x="6562" y="8415"/>
                  </a:cubicBezTo>
                  <a:cubicBezTo>
                    <a:pt x="6570" y="8413"/>
                    <a:pt x="6578" y="8412"/>
                    <a:pt x="6586" y="8412"/>
                  </a:cubicBezTo>
                  <a:cubicBezTo>
                    <a:pt x="6638" y="8412"/>
                    <a:pt x="6682" y="8450"/>
                    <a:pt x="6694" y="8505"/>
                  </a:cubicBezTo>
                  <a:lnTo>
                    <a:pt x="6860" y="9372"/>
                  </a:lnTo>
                  <a:cubicBezTo>
                    <a:pt x="6888" y="9510"/>
                    <a:pt x="7006" y="9615"/>
                    <a:pt x="7151" y="9615"/>
                  </a:cubicBezTo>
                  <a:lnTo>
                    <a:pt x="8116" y="9615"/>
                  </a:lnTo>
                  <a:cubicBezTo>
                    <a:pt x="8261" y="9615"/>
                    <a:pt x="8379" y="9510"/>
                    <a:pt x="8407" y="9372"/>
                  </a:cubicBezTo>
                  <a:lnTo>
                    <a:pt x="8705" y="7797"/>
                  </a:lnTo>
                  <a:cubicBezTo>
                    <a:pt x="8712" y="7763"/>
                    <a:pt x="8733" y="7728"/>
                    <a:pt x="8768" y="7714"/>
                  </a:cubicBezTo>
                  <a:cubicBezTo>
                    <a:pt x="9524" y="7319"/>
                    <a:pt x="10155" y="6771"/>
                    <a:pt x="10557" y="6084"/>
                  </a:cubicBezTo>
                  <a:cubicBezTo>
                    <a:pt x="10606" y="5987"/>
                    <a:pt x="10696" y="5918"/>
                    <a:pt x="10793" y="5883"/>
                  </a:cubicBezTo>
                  <a:lnTo>
                    <a:pt x="11722" y="5592"/>
                  </a:lnTo>
                  <a:cubicBezTo>
                    <a:pt x="11958" y="5515"/>
                    <a:pt x="12118" y="5293"/>
                    <a:pt x="12118" y="5044"/>
                  </a:cubicBezTo>
                  <a:lnTo>
                    <a:pt x="12118" y="4093"/>
                  </a:lnTo>
                  <a:cubicBezTo>
                    <a:pt x="12118" y="3844"/>
                    <a:pt x="11958" y="3629"/>
                    <a:pt x="11722" y="3552"/>
                  </a:cubicBezTo>
                  <a:lnTo>
                    <a:pt x="11147" y="3372"/>
                  </a:lnTo>
                  <a:cubicBezTo>
                    <a:pt x="11008" y="3323"/>
                    <a:pt x="10904" y="3212"/>
                    <a:pt x="10862" y="3081"/>
                  </a:cubicBezTo>
                  <a:cubicBezTo>
                    <a:pt x="10196" y="965"/>
                    <a:pt x="7734" y="1"/>
                    <a:pt x="5251" y="1"/>
                  </a:cubicBezTo>
                  <a:close/>
                </a:path>
              </a:pathLst>
            </a:custGeom>
            <a:solidFill>
              <a:srgbClr val="AAB6C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081" name="Google Shape;10081;p41"/>
            <p:cNvSpPr/>
            <p:nvPr/>
          </p:nvSpPr>
          <p:spPr>
            <a:xfrm>
              <a:off x="4764760" y="2495595"/>
              <a:ext cx="318002" cy="162574"/>
            </a:xfrm>
            <a:custGeom>
              <a:rect b="b" l="l" r="r" t="t"/>
              <a:pathLst>
                <a:path extrusionOk="0" h="6188" w="12104">
                  <a:moveTo>
                    <a:pt x="11285" y="1"/>
                  </a:moveTo>
                  <a:lnTo>
                    <a:pt x="11285" y="507"/>
                  </a:lnTo>
                  <a:cubicBezTo>
                    <a:pt x="11285" y="1131"/>
                    <a:pt x="10890" y="1686"/>
                    <a:pt x="10293" y="1887"/>
                  </a:cubicBezTo>
                  <a:cubicBezTo>
                    <a:pt x="10030" y="1970"/>
                    <a:pt x="9794" y="2144"/>
                    <a:pt x="9621" y="2366"/>
                  </a:cubicBezTo>
                  <a:cubicBezTo>
                    <a:pt x="9413" y="2643"/>
                    <a:pt x="9163" y="2893"/>
                    <a:pt x="8885" y="3108"/>
                  </a:cubicBezTo>
                  <a:cubicBezTo>
                    <a:pt x="8559" y="3365"/>
                    <a:pt x="8337" y="3739"/>
                    <a:pt x="8275" y="4155"/>
                  </a:cubicBezTo>
                  <a:cubicBezTo>
                    <a:pt x="8226" y="4454"/>
                    <a:pt x="8192" y="4766"/>
                    <a:pt x="8171" y="4988"/>
                  </a:cubicBezTo>
                  <a:cubicBezTo>
                    <a:pt x="8150" y="5161"/>
                    <a:pt x="8004" y="5293"/>
                    <a:pt x="7831" y="5293"/>
                  </a:cubicBezTo>
                  <a:lnTo>
                    <a:pt x="7137" y="5293"/>
                  </a:lnTo>
                  <a:cubicBezTo>
                    <a:pt x="6999" y="5293"/>
                    <a:pt x="6874" y="5189"/>
                    <a:pt x="6853" y="5050"/>
                  </a:cubicBezTo>
                  <a:lnTo>
                    <a:pt x="6687" y="4183"/>
                  </a:lnTo>
                  <a:cubicBezTo>
                    <a:pt x="6674" y="4125"/>
                    <a:pt x="6619" y="4085"/>
                    <a:pt x="6562" y="4085"/>
                  </a:cubicBezTo>
                  <a:cubicBezTo>
                    <a:pt x="6557" y="4085"/>
                    <a:pt x="6552" y="4085"/>
                    <a:pt x="6548" y="4086"/>
                  </a:cubicBezTo>
                  <a:cubicBezTo>
                    <a:pt x="6118" y="4155"/>
                    <a:pt x="5681" y="4183"/>
                    <a:pt x="5244" y="4183"/>
                  </a:cubicBezTo>
                  <a:cubicBezTo>
                    <a:pt x="4925" y="4183"/>
                    <a:pt x="4599" y="4169"/>
                    <a:pt x="4280" y="4135"/>
                  </a:cubicBezTo>
                  <a:cubicBezTo>
                    <a:pt x="4272" y="4133"/>
                    <a:pt x="4264" y="4132"/>
                    <a:pt x="4256" y="4132"/>
                  </a:cubicBezTo>
                  <a:cubicBezTo>
                    <a:pt x="4204" y="4132"/>
                    <a:pt x="4161" y="4170"/>
                    <a:pt x="4155" y="4225"/>
                  </a:cubicBezTo>
                  <a:lnTo>
                    <a:pt x="3995" y="5057"/>
                  </a:lnTo>
                  <a:cubicBezTo>
                    <a:pt x="3968" y="5196"/>
                    <a:pt x="3843" y="5293"/>
                    <a:pt x="3704" y="5293"/>
                  </a:cubicBezTo>
                  <a:lnTo>
                    <a:pt x="2733" y="5293"/>
                  </a:lnTo>
                  <a:cubicBezTo>
                    <a:pt x="2594" y="5293"/>
                    <a:pt x="2469" y="5196"/>
                    <a:pt x="2442" y="5057"/>
                  </a:cubicBezTo>
                  <a:lnTo>
                    <a:pt x="2157" y="3566"/>
                  </a:lnTo>
                  <a:cubicBezTo>
                    <a:pt x="2150" y="3531"/>
                    <a:pt x="2130" y="3503"/>
                    <a:pt x="2095" y="3483"/>
                  </a:cubicBezTo>
                  <a:cubicBezTo>
                    <a:pt x="937" y="2865"/>
                    <a:pt x="146" y="1832"/>
                    <a:pt x="14" y="382"/>
                  </a:cubicBezTo>
                  <a:cubicBezTo>
                    <a:pt x="7" y="417"/>
                    <a:pt x="7" y="451"/>
                    <a:pt x="7" y="493"/>
                  </a:cubicBezTo>
                  <a:lnTo>
                    <a:pt x="7" y="500"/>
                  </a:lnTo>
                  <a:cubicBezTo>
                    <a:pt x="7" y="535"/>
                    <a:pt x="0" y="569"/>
                    <a:pt x="0" y="604"/>
                  </a:cubicBezTo>
                  <a:lnTo>
                    <a:pt x="0" y="639"/>
                  </a:lnTo>
                  <a:lnTo>
                    <a:pt x="0" y="715"/>
                  </a:lnTo>
                  <a:lnTo>
                    <a:pt x="0" y="840"/>
                  </a:lnTo>
                  <a:cubicBezTo>
                    <a:pt x="0" y="1041"/>
                    <a:pt x="14" y="1249"/>
                    <a:pt x="35" y="1450"/>
                  </a:cubicBezTo>
                  <a:cubicBezTo>
                    <a:pt x="63" y="1679"/>
                    <a:pt x="111" y="1908"/>
                    <a:pt x="180" y="2130"/>
                  </a:cubicBezTo>
                  <a:lnTo>
                    <a:pt x="194" y="2165"/>
                  </a:lnTo>
                  <a:cubicBezTo>
                    <a:pt x="201" y="2192"/>
                    <a:pt x="215" y="2220"/>
                    <a:pt x="222" y="2255"/>
                  </a:cubicBezTo>
                  <a:lnTo>
                    <a:pt x="236" y="2290"/>
                  </a:lnTo>
                  <a:cubicBezTo>
                    <a:pt x="264" y="2366"/>
                    <a:pt x="291" y="2435"/>
                    <a:pt x="319" y="2511"/>
                  </a:cubicBezTo>
                  <a:lnTo>
                    <a:pt x="333" y="2532"/>
                  </a:lnTo>
                  <a:cubicBezTo>
                    <a:pt x="347" y="2574"/>
                    <a:pt x="361" y="2609"/>
                    <a:pt x="382" y="2643"/>
                  </a:cubicBezTo>
                  <a:lnTo>
                    <a:pt x="389" y="2657"/>
                  </a:lnTo>
                  <a:cubicBezTo>
                    <a:pt x="402" y="2692"/>
                    <a:pt x="423" y="2720"/>
                    <a:pt x="437" y="2754"/>
                  </a:cubicBezTo>
                  <a:lnTo>
                    <a:pt x="444" y="2768"/>
                  </a:lnTo>
                  <a:cubicBezTo>
                    <a:pt x="465" y="2803"/>
                    <a:pt x="479" y="2837"/>
                    <a:pt x="500" y="2872"/>
                  </a:cubicBezTo>
                  <a:lnTo>
                    <a:pt x="513" y="2893"/>
                  </a:lnTo>
                  <a:cubicBezTo>
                    <a:pt x="569" y="2997"/>
                    <a:pt x="638" y="3101"/>
                    <a:pt x="708" y="3198"/>
                  </a:cubicBezTo>
                  <a:lnTo>
                    <a:pt x="728" y="3226"/>
                  </a:lnTo>
                  <a:lnTo>
                    <a:pt x="784" y="3295"/>
                  </a:lnTo>
                  <a:lnTo>
                    <a:pt x="805" y="3323"/>
                  </a:lnTo>
                  <a:cubicBezTo>
                    <a:pt x="826" y="3351"/>
                    <a:pt x="853" y="3385"/>
                    <a:pt x="874" y="3406"/>
                  </a:cubicBezTo>
                  <a:cubicBezTo>
                    <a:pt x="902" y="3441"/>
                    <a:pt x="923" y="3469"/>
                    <a:pt x="950" y="3496"/>
                  </a:cubicBezTo>
                  <a:lnTo>
                    <a:pt x="978" y="3524"/>
                  </a:lnTo>
                  <a:lnTo>
                    <a:pt x="1034" y="3587"/>
                  </a:lnTo>
                  <a:lnTo>
                    <a:pt x="1054" y="3607"/>
                  </a:lnTo>
                  <a:cubicBezTo>
                    <a:pt x="1082" y="3635"/>
                    <a:pt x="1110" y="3663"/>
                    <a:pt x="1138" y="3698"/>
                  </a:cubicBezTo>
                  <a:cubicBezTo>
                    <a:pt x="1172" y="3725"/>
                    <a:pt x="1200" y="3753"/>
                    <a:pt x="1235" y="3781"/>
                  </a:cubicBezTo>
                  <a:cubicBezTo>
                    <a:pt x="1297" y="3843"/>
                    <a:pt x="1367" y="3899"/>
                    <a:pt x="1436" y="3954"/>
                  </a:cubicBezTo>
                  <a:cubicBezTo>
                    <a:pt x="1505" y="4010"/>
                    <a:pt x="1575" y="4058"/>
                    <a:pt x="1644" y="4107"/>
                  </a:cubicBezTo>
                  <a:lnTo>
                    <a:pt x="1755" y="4183"/>
                  </a:lnTo>
                  <a:lnTo>
                    <a:pt x="1859" y="4246"/>
                  </a:lnTo>
                  <a:lnTo>
                    <a:pt x="1887" y="4266"/>
                  </a:lnTo>
                  <a:lnTo>
                    <a:pt x="1963" y="4315"/>
                  </a:lnTo>
                  <a:lnTo>
                    <a:pt x="1998" y="4329"/>
                  </a:lnTo>
                  <a:lnTo>
                    <a:pt x="2102" y="4391"/>
                  </a:lnTo>
                  <a:cubicBezTo>
                    <a:pt x="2116" y="4398"/>
                    <a:pt x="2130" y="4405"/>
                    <a:pt x="2143" y="4419"/>
                  </a:cubicBezTo>
                  <a:lnTo>
                    <a:pt x="2143" y="4426"/>
                  </a:lnTo>
                  <a:cubicBezTo>
                    <a:pt x="2143" y="4433"/>
                    <a:pt x="2143" y="4440"/>
                    <a:pt x="2150" y="4440"/>
                  </a:cubicBezTo>
                  <a:lnTo>
                    <a:pt x="2150" y="4447"/>
                  </a:lnTo>
                  <a:cubicBezTo>
                    <a:pt x="2150" y="4454"/>
                    <a:pt x="2157" y="4461"/>
                    <a:pt x="2157" y="4467"/>
                  </a:cubicBezTo>
                  <a:lnTo>
                    <a:pt x="2442" y="5959"/>
                  </a:lnTo>
                  <a:cubicBezTo>
                    <a:pt x="2442" y="5973"/>
                    <a:pt x="2449" y="5993"/>
                    <a:pt x="2456" y="6007"/>
                  </a:cubicBezTo>
                  <a:cubicBezTo>
                    <a:pt x="2456" y="6014"/>
                    <a:pt x="2462" y="6021"/>
                    <a:pt x="2469" y="6035"/>
                  </a:cubicBezTo>
                  <a:lnTo>
                    <a:pt x="2476" y="6056"/>
                  </a:lnTo>
                  <a:lnTo>
                    <a:pt x="2490" y="6077"/>
                  </a:lnTo>
                  <a:lnTo>
                    <a:pt x="2511" y="6097"/>
                  </a:lnTo>
                  <a:lnTo>
                    <a:pt x="2525" y="6118"/>
                  </a:lnTo>
                  <a:lnTo>
                    <a:pt x="2532" y="6125"/>
                  </a:lnTo>
                  <a:lnTo>
                    <a:pt x="2553" y="6139"/>
                  </a:lnTo>
                  <a:lnTo>
                    <a:pt x="2560" y="6139"/>
                  </a:lnTo>
                  <a:lnTo>
                    <a:pt x="2573" y="6153"/>
                  </a:lnTo>
                  <a:lnTo>
                    <a:pt x="2580" y="6160"/>
                  </a:lnTo>
                  <a:lnTo>
                    <a:pt x="2608" y="6174"/>
                  </a:lnTo>
                  <a:lnTo>
                    <a:pt x="2636" y="6181"/>
                  </a:lnTo>
                  <a:lnTo>
                    <a:pt x="2643" y="6181"/>
                  </a:lnTo>
                  <a:lnTo>
                    <a:pt x="2664" y="6188"/>
                  </a:lnTo>
                  <a:lnTo>
                    <a:pt x="3704" y="6188"/>
                  </a:lnTo>
                  <a:cubicBezTo>
                    <a:pt x="3843" y="6188"/>
                    <a:pt x="3968" y="6084"/>
                    <a:pt x="3995" y="5945"/>
                  </a:cubicBezTo>
                  <a:lnTo>
                    <a:pt x="4148" y="5119"/>
                  </a:lnTo>
                  <a:cubicBezTo>
                    <a:pt x="4148" y="5113"/>
                    <a:pt x="4155" y="5106"/>
                    <a:pt x="4155" y="5099"/>
                  </a:cubicBezTo>
                  <a:lnTo>
                    <a:pt x="4155" y="5092"/>
                  </a:lnTo>
                  <a:lnTo>
                    <a:pt x="4162" y="5078"/>
                  </a:lnTo>
                  <a:cubicBezTo>
                    <a:pt x="4169" y="5071"/>
                    <a:pt x="4169" y="5064"/>
                    <a:pt x="4176" y="5057"/>
                  </a:cubicBezTo>
                  <a:cubicBezTo>
                    <a:pt x="4190" y="5050"/>
                    <a:pt x="4203" y="5036"/>
                    <a:pt x="4217" y="5029"/>
                  </a:cubicBezTo>
                  <a:lnTo>
                    <a:pt x="4273" y="5029"/>
                  </a:lnTo>
                  <a:lnTo>
                    <a:pt x="4432" y="5050"/>
                  </a:lnTo>
                  <a:lnTo>
                    <a:pt x="4474" y="5050"/>
                  </a:lnTo>
                  <a:lnTo>
                    <a:pt x="4627" y="5064"/>
                  </a:lnTo>
                  <a:lnTo>
                    <a:pt x="4786" y="5071"/>
                  </a:lnTo>
                  <a:lnTo>
                    <a:pt x="4828" y="5071"/>
                  </a:lnTo>
                  <a:lnTo>
                    <a:pt x="4994" y="5078"/>
                  </a:lnTo>
                  <a:lnTo>
                    <a:pt x="5237" y="5078"/>
                  </a:lnTo>
                  <a:cubicBezTo>
                    <a:pt x="5348" y="5078"/>
                    <a:pt x="5459" y="5071"/>
                    <a:pt x="5563" y="5071"/>
                  </a:cubicBezTo>
                  <a:lnTo>
                    <a:pt x="5736" y="5064"/>
                  </a:lnTo>
                  <a:lnTo>
                    <a:pt x="5750" y="5064"/>
                  </a:lnTo>
                  <a:lnTo>
                    <a:pt x="5903" y="5050"/>
                  </a:lnTo>
                  <a:cubicBezTo>
                    <a:pt x="6014" y="5043"/>
                    <a:pt x="6125" y="5029"/>
                    <a:pt x="6236" y="5022"/>
                  </a:cubicBezTo>
                  <a:lnTo>
                    <a:pt x="6388" y="5002"/>
                  </a:lnTo>
                  <a:lnTo>
                    <a:pt x="6458" y="4995"/>
                  </a:lnTo>
                  <a:lnTo>
                    <a:pt x="6541" y="4981"/>
                  </a:lnTo>
                  <a:cubicBezTo>
                    <a:pt x="6547" y="4980"/>
                    <a:pt x="6552" y="4980"/>
                    <a:pt x="6558" y="4980"/>
                  </a:cubicBezTo>
                  <a:cubicBezTo>
                    <a:pt x="6606" y="4980"/>
                    <a:pt x="6647" y="5007"/>
                    <a:pt x="6666" y="5050"/>
                  </a:cubicBezTo>
                  <a:cubicBezTo>
                    <a:pt x="6666" y="5057"/>
                    <a:pt x="6673" y="5064"/>
                    <a:pt x="6673" y="5071"/>
                  </a:cubicBezTo>
                  <a:lnTo>
                    <a:pt x="6756" y="5508"/>
                  </a:lnTo>
                  <a:lnTo>
                    <a:pt x="6846" y="5938"/>
                  </a:lnTo>
                  <a:cubicBezTo>
                    <a:pt x="6874" y="6077"/>
                    <a:pt x="6992" y="6181"/>
                    <a:pt x="7137" y="6181"/>
                  </a:cubicBezTo>
                  <a:lnTo>
                    <a:pt x="8178" y="6181"/>
                  </a:lnTo>
                  <a:lnTo>
                    <a:pt x="8199" y="6174"/>
                  </a:lnTo>
                  <a:lnTo>
                    <a:pt x="8206" y="6174"/>
                  </a:lnTo>
                  <a:lnTo>
                    <a:pt x="8233" y="6167"/>
                  </a:lnTo>
                  <a:lnTo>
                    <a:pt x="8254" y="6153"/>
                  </a:lnTo>
                  <a:lnTo>
                    <a:pt x="8261" y="6146"/>
                  </a:lnTo>
                  <a:lnTo>
                    <a:pt x="8282" y="6139"/>
                  </a:lnTo>
                  <a:lnTo>
                    <a:pt x="8289" y="6132"/>
                  </a:lnTo>
                  <a:lnTo>
                    <a:pt x="8303" y="6118"/>
                  </a:lnTo>
                  <a:lnTo>
                    <a:pt x="8310" y="6111"/>
                  </a:lnTo>
                  <a:lnTo>
                    <a:pt x="8330" y="6091"/>
                  </a:lnTo>
                  <a:lnTo>
                    <a:pt x="8337" y="6084"/>
                  </a:lnTo>
                  <a:cubicBezTo>
                    <a:pt x="8358" y="6056"/>
                    <a:pt x="8372" y="6028"/>
                    <a:pt x="8386" y="6000"/>
                  </a:cubicBezTo>
                  <a:cubicBezTo>
                    <a:pt x="8393" y="5986"/>
                    <a:pt x="8393" y="5966"/>
                    <a:pt x="8400" y="5952"/>
                  </a:cubicBezTo>
                  <a:lnTo>
                    <a:pt x="8462" y="5605"/>
                  </a:lnTo>
                  <a:lnTo>
                    <a:pt x="8532" y="5244"/>
                  </a:lnTo>
                  <a:lnTo>
                    <a:pt x="8573" y="5022"/>
                  </a:lnTo>
                  <a:lnTo>
                    <a:pt x="8691" y="4377"/>
                  </a:lnTo>
                  <a:lnTo>
                    <a:pt x="8705" y="4315"/>
                  </a:lnTo>
                  <a:lnTo>
                    <a:pt x="8754" y="4294"/>
                  </a:lnTo>
                  <a:lnTo>
                    <a:pt x="8823" y="4259"/>
                  </a:lnTo>
                  <a:lnTo>
                    <a:pt x="8892" y="4218"/>
                  </a:lnTo>
                  <a:lnTo>
                    <a:pt x="8955" y="4183"/>
                  </a:lnTo>
                  <a:lnTo>
                    <a:pt x="9031" y="4135"/>
                  </a:lnTo>
                  <a:lnTo>
                    <a:pt x="9093" y="4100"/>
                  </a:lnTo>
                  <a:lnTo>
                    <a:pt x="9163" y="4051"/>
                  </a:lnTo>
                  <a:lnTo>
                    <a:pt x="9232" y="4010"/>
                  </a:lnTo>
                  <a:lnTo>
                    <a:pt x="9295" y="3968"/>
                  </a:lnTo>
                  <a:lnTo>
                    <a:pt x="9357" y="3926"/>
                  </a:lnTo>
                  <a:lnTo>
                    <a:pt x="9426" y="3878"/>
                  </a:lnTo>
                  <a:lnTo>
                    <a:pt x="9482" y="3836"/>
                  </a:lnTo>
                  <a:lnTo>
                    <a:pt x="9544" y="3788"/>
                  </a:lnTo>
                  <a:lnTo>
                    <a:pt x="9600" y="3739"/>
                  </a:lnTo>
                  <a:lnTo>
                    <a:pt x="9669" y="3691"/>
                  </a:lnTo>
                  <a:lnTo>
                    <a:pt x="9725" y="3642"/>
                  </a:lnTo>
                  <a:lnTo>
                    <a:pt x="9780" y="3587"/>
                  </a:lnTo>
                  <a:lnTo>
                    <a:pt x="9836" y="3538"/>
                  </a:lnTo>
                  <a:lnTo>
                    <a:pt x="9891" y="3489"/>
                  </a:lnTo>
                  <a:lnTo>
                    <a:pt x="9947" y="3434"/>
                  </a:lnTo>
                  <a:lnTo>
                    <a:pt x="10002" y="3378"/>
                  </a:lnTo>
                  <a:lnTo>
                    <a:pt x="10051" y="3323"/>
                  </a:lnTo>
                  <a:lnTo>
                    <a:pt x="10106" y="3268"/>
                  </a:lnTo>
                  <a:lnTo>
                    <a:pt x="10148" y="3212"/>
                  </a:lnTo>
                  <a:lnTo>
                    <a:pt x="10203" y="3157"/>
                  </a:lnTo>
                  <a:lnTo>
                    <a:pt x="10245" y="3094"/>
                  </a:lnTo>
                  <a:lnTo>
                    <a:pt x="10293" y="3039"/>
                  </a:lnTo>
                  <a:lnTo>
                    <a:pt x="10335" y="2976"/>
                  </a:lnTo>
                  <a:cubicBezTo>
                    <a:pt x="10349" y="2955"/>
                    <a:pt x="10370" y="2935"/>
                    <a:pt x="10384" y="2914"/>
                  </a:cubicBezTo>
                  <a:lnTo>
                    <a:pt x="10425" y="2851"/>
                  </a:lnTo>
                  <a:cubicBezTo>
                    <a:pt x="10439" y="2831"/>
                    <a:pt x="10453" y="2810"/>
                    <a:pt x="10467" y="2789"/>
                  </a:cubicBezTo>
                  <a:cubicBezTo>
                    <a:pt x="10481" y="2768"/>
                    <a:pt x="10495" y="2733"/>
                    <a:pt x="10515" y="2706"/>
                  </a:cubicBezTo>
                  <a:cubicBezTo>
                    <a:pt x="10529" y="2685"/>
                    <a:pt x="10536" y="2678"/>
                    <a:pt x="10543" y="2657"/>
                  </a:cubicBezTo>
                  <a:cubicBezTo>
                    <a:pt x="10599" y="2567"/>
                    <a:pt x="10682" y="2505"/>
                    <a:pt x="10779" y="2470"/>
                  </a:cubicBezTo>
                  <a:lnTo>
                    <a:pt x="11251" y="2317"/>
                  </a:lnTo>
                  <a:lnTo>
                    <a:pt x="11708" y="2172"/>
                  </a:lnTo>
                  <a:cubicBezTo>
                    <a:pt x="11944" y="2095"/>
                    <a:pt x="12104" y="1880"/>
                    <a:pt x="12104" y="1631"/>
                  </a:cubicBezTo>
                  <a:lnTo>
                    <a:pt x="12104" y="680"/>
                  </a:lnTo>
                  <a:cubicBezTo>
                    <a:pt x="12104" y="597"/>
                    <a:pt x="12083" y="514"/>
                    <a:pt x="12048" y="438"/>
                  </a:cubicBezTo>
                  <a:cubicBezTo>
                    <a:pt x="12048" y="431"/>
                    <a:pt x="12041" y="417"/>
                    <a:pt x="12034" y="403"/>
                  </a:cubicBezTo>
                  <a:cubicBezTo>
                    <a:pt x="12007" y="361"/>
                    <a:pt x="11979" y="313"/>
                    <a:pt x="11944" y="278"/>
                  </a:cubicBezTo>
                  <a:cubicBezTo>
                    <a:pt x="11875" y="216"/>
                    <a:pt x="11799" y="167"/>
                    <a:pt x="11715" y="139"/>
                  </a:cubicBezTo>
                  <a:lnTo>
                    <a:pt x="11285" y="1"/>
                  </a:lnTo>
                  <a:close/>
                </a:path>
              </a:pathLst>
            </a:custGeom>
            <a:solidFill>
              <a:srgbClr val="98A6B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082" name="Google Shape;10082;p41"/>
            <p:cNvSpPr/>
            <p:nvPr/>
          </p:nvSpPr>
          <p:spPr>
            <a:xfrm>
              <a:off x="4952976" y="2394314"/>
              <a:ext cx="81129" cy="79816"/>
            </a:xfrm>
            <a:custGeom>
              <a:rect b="b" l="l" r="r" t="t"/>
              <a:pathLst>
                <a:path extrusionOk="0" h="3038" w="3088">
                  <a:moveTo>
                    <a:pt x="2505" y="1"/>
                  </a:moveTo>
                  <a:cubicBezTo>
                    <a:pt x="2032" y="1"/>
                    <a:pt x="1018" y="445"/>
                    <a:pt x="584" y="644"/>
                  </a:cubicBezTo>
                  <a:cubicBezTo>
                    <a:pt x="452" y="700"/>
                    <a:pt x="362" y="818"/>
                    <a:pt x="327" y="956"/>
                  </a:cubicBezTo>
                  <a:cubicBezTo>
                    <a:pt x="1" y="2513"/>
                    <a:pt x="965" y="3038"/>
                    <a:pt x="1698" y="3038"/>
                  </a:cubicBezTo>
                  <a:cubicBezTo>
                    <a:pt x="1915" y="3038"/>
                    <a:pt x="2112" y="2992"/>
                    <a:pt x="2249" y="2912"/>
                  </a:cubicBezTo>
                  <a:cubicBezTo>
                    <a:pt x="2873" y="2565"/>
                    <a:pt x="3088" y="249"/>
                    <a:pt x="2679" y="34"/>
                  </a:cubicBezTo>
                  <a:cubicBezTo>
                    <a:pt x="2636" y="11"/>
                    <a:pt x="2576" y="1"/>
                    <a:pt x="2505" y="1"/>
                  </a:cubicBezTo>
                  <a:close/>
                </a:path>
              </a:pathLst>
            </a:custGeom>
            <a:solidFill>
              <a:srgbClr val="98A6B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083" name="Google Shape;10083;p41"/>
            <p:cNvSpPr/>
            <p:nvPr/>
          </p:nvSpPr>
          <p:spPr>
            <a:xfrm>
              <a:off x="4993804" y="2493230"/>
              <a:ext cx="35205" cy="22988"/>
            </a:xfrm>
            <a:custGeom>
              <a:rect b="b" l="l" r="r" t="t"/>
              <a:pathLst>
                <a:path extrusionOk="0" h="875" w="1340">
                  <a:moveTo>
                    <a:pt x="206" y="0"/>
                  </a:moveTo>
                  <a:cubicBezTo>
                    <a:pt x="103" y="0"/>
                    <a:pt x="1" y="70"/>
                    <a:pt x="1" y="208"/>
                  </a:cubicBezTo>
                  <a:cubicBezTo>
                    <a:pt x="1" y="576"/>
                    <a:pt x="299" y="874"/>
                    <a:pt x="667" y="874"/>
                  </a:cubicBezTo>
                  <a:cubicBezTo>
                    <a:pt x="1034" y="874"/>
                    <a:pt x="1333" y="576"/>
                    <a:pt x="1340" y="208"/>
                  </a:cubicBezTo>
                  <a:cubicBezTo>
                    <a:pt x="1340" y="70"/>
                    <a:pt x="1237" y="0"/>
                    <a:pt x="1135" y="0"/>
                  </a:cubicBezTo>
                  <a:cubicBezTo>
                    <a:pt x="1033" y="0"/>
                    <a:pt x="930" y="70"/>
                    <a:pt x="930" y="208"/>
                  </a:cubicBezTo>
                  <a:cubicBezTo>
                    <a:pt x="930" y="382"/>
                    <a:pt x="800" y="469"/>
                    <a:pt x="670" y="469"/>
                  </a:cubicBezTo>
                  <a:cubicBezTo>
                    <a:pt x="540" y="469"/>
                    <a:pt x="410" y="382"/>
                    <a:pt x="410" y="208"/>
                  </a:cubicBezTo>
                  <a:cubicBezTo>
                    <a:pt x="410" y="70"/>
                    <a:pt x="308" y="0"/>
                    <a:pt x="206" y="0"/>
                  </a:cubicBezTo>
                  <a:close/>
                </a:path>
              </a:pathLst>
            </a:custGeom>
            <a:solidFill>
              <a:srgbClr val="98A6B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084" name="Google Shape;10084;p41"/>
            <p:cNvSpPr/>
            <p:nvPr/>
          </p:nvSpPr>
          <p:spPr>
            <a:xfrm>
              <a:off x="4829916" y="2432278"/>
              <a:ext cx="109793" cy="18470"/>
            </a:xfrm>
            <a:custGeom>
              <a:rect b="b" l="l" r="r" t="t"/>
              <a:pathLst>
                <a:path extrusionOk="0" h="703" w="4179">
                  <a:moveTo>
                    <a:pt x="2095" y="0"/>
                  </a:moveTo>
                  <a:cubicBezTo>
                    <a:pt x="1465" y="0"/>
                    <a:pt x="836" y="101"/>
                    <a:pt x="232" y="302"/>
                  </a:cubicBezTo>
                  <a:cubicBezTo>
                    <a:pt x="0" y="377"/>
                    <a:pt x="80" y="702"/>
                    <a:pt x="292" y="702"/>
                  </a:cubicBezTo>
                  <a:cubicBezTo>
                    <a:pt x="315" y="702"/>
                    <a:pt x="339" y="698"/>
                    <a:pt x="364" y="690"/>
                  </a:cubicBezTo>
                  <a:cubicBezTo>
                    <a:pt x="926" y="503"/>
                    <a:pt x="1510" y="409"/>
                    <a:pt x="2095" y="409"/>
                  </a:cubicBezTo>
                  <a:cubicBezTo>
                    <a:pt x="2681" y="409"/>
                    <a:pt x="3267" y="503"/>
                    <a:pt x="3832" y="690"/>
                  </a:cubicBezTo>
                  <a:cubicBezTo>
                    <a:pt x="3853" y="697"/>
                    <a:pt x="3874" y="697"/>
                    <a:pt x="3894" y="697"/>
                  </a:cubicBezTo>
                  <a:cubicBezTo>
                    <a:pt x="4130" y="697"/>
                    <a:pt x="4179" y="371"/>
                    <a:pt x="3957" y="302"/>
                  </a:cubicBezTo>
                  <a:cubicBezTo>
                    <a:pt x="3353" y="101"/>
                    <a:pt x="2724" y="0"/>
                    <a:pt x="2095" y="0"/>
                  </a:cubicBezTo>
                  <a:close/>
                </a:path>
              </a:pathLst>
            </a:custGeom>
            <a:solidFill>
              <a:srgbClr val="98A6B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085" name="Google Shape;10085;p41"/>
            <p:cNvSpPr/>
            <p:nvPr/>
          </p:nvSpPr>
          <p:spPr>
            <a:xfrm>
              <a:off x="4816859" y="2306984"/>
              <a:ext cx="136170" cy="135986"/>
            </a:xfrm>
            <a:custGeom>
              <a:rect b="b" l="l" r="r" t="t"/>
              <a:pathLst>
                <a:path extrusionOk="0" h="5176" w="5183">
                  <a:moveTo>
                    <a:pt x="2595" y="1"/>
                  </a:moveTo>
                  <a:cubicBezTo>
                    <a:pt x="1166" y="1"/>
                    <a:pt x="1" y="1159"/>
                    <a:pt x="1" y="2588"/>
                  </a:cubicBezTo>
                  <a:cubicBezTo>
                    <a:pt x="1" y="4017"/>
                    <a:pt x="1166" y="5175"/>
                    <a:pt x="2595" y="5175"/>
                  </a:cubicBezTo>
                  <a:cubicBezTo>
                    <a:pt x="4024" y="5175"/>
                    <a:pt x="5182" y="4017"/>
                    <a:pt x="5182" y="2588"/>
                  </a:cubicBezTo>
                  <a:cubicBezTo>
                    <a:pt x="5182" y="1159"/>
                    <a:pt x="4024" y="1"/>
                    <a:pt x="2595" y="1"/>
                  </a:cubicBezTo>
                  <a:close/>
                </a:path>
              </a:pathLst>
            </a:custGeom>
            <a:solidFill>
              <a:srgbClr val="8296A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086" name="Google Shape;10086;p41"/>
            <p:cNvSpPr/>
            <p:nvPr/>
          </p:nvSpPr>
          <p:spPr>
            <a:xfrm>
              <a:off x="4966113" y="2402301"/>
              <a:ext cx="57616" cy="56775"/>
            </a:xfrm>
            <a:custGeom>
              <a:rect b="b" l="l" r="r" t="t"/>
              <a:pathLst>
                <a:path extrusionOk="0" h="2161" w="2193">
                  <a:moveTo>
                    <a:pt x="2005" y="0"/>
                  </a:moveTo>
                  <a:cubicBezTo>
                    <a:pt x="1721" y="0"/>
                    <a:pt x="1034" y="236"/>
                    <a:pt x="209" y="611"/>
                  </a:cubicBezTo>
                  <a:cubicBezTo>
                    <a:pt x="167" y="631"/>
                    <a:pt x="132" y="666"/>
                    <a:pt x="125" y="715"/>
                  </a:cubicBezTo>
                  <a:cubicBezTo>
                    <a:pt x="1" y="1283"/>
                    <a:pt x="63" y="1741"/>
                    <a:pt x="306" y="2039"/>
                  </a:cubicBezTo>
                  <a:cubicBezTo>
                    <a:pt x="334" y="2074"/>
                    <a:pt x="368" y="2109"/>
                    <a:pt x="403" y="2144"/>
                  </a:cubicBezTo>
                  <a:cubicBezTo>
                    <a:pt x="414" y="2155"/>
                    <a:pt x="429" y="2160"/>
                    <a:pt x="444" y="2160"/>
                  </a:cubicBezTo>
                  <a:cubicBezTo>
                    <a:pt x="474" y="2160"/>
                    <a:pt x="505" y="2139"/>
                    <a:pt x="514" y="2102"/>
                  </a:cubicBezTo>
                  <a:cubicBezTo>
                    <a:pt x="798" y="971"/>
                    <a:pt x="2192" y="0"/>
                    <a:pt x="2005" y="0"/>
                  </a:cubicBezTo>
                  <a:close/>
                </a:path>
              </a:pathLst>
            </a:custGeom>
            <a:solidFill>
              <a:srgbClr val="AAB6C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087" name="Google Shape;10087;p41"/>
            <p:cNvSpPr/>
            <p:nvPr/>
          </p:nvSpPr>
          <p:spPr>
            <a:xfrm>
              <a:off x="4837640" y="2327766"/>
              <a:ext cx="122115" cy="115257"/>
            </a:xfrm>
            <a:custGeom>
              <a:rect b="b" l="l" r="r" t="t"/>
              <a:pathLst>
                <a:path extrusionOk="0" h="4387" w="4648">
                  <a:moveTo>
                    <a:pt x="3670" y="0"/>
                  </a:moveTo>
                  <a:lnTo>
                    <a:pt x="1" y="3663"/>
                  </a:lnTo>
                  <a:cubicBezTo>
                    <a:pt x="504" y="4146"/>
                    <a:pt x="1153" y="4387"/>
                    <a:pt x="1802" y="4387"/>
                  </a:cubicBezTo>
                  <a:cubicBezTo>
                    <a:pt x="2466" y="4387"/>
                    <a:pt x="3130" y="4134"/>
                    <a:pt x="3635" y="3628"/>
                  </a:cubicBezTo>
                  <a:cubicBezTo>
                    <a:pt x="4634" y="2629"/>
                    <a:pt x="4648" y="1013"/>
                    <a:pt x="3670" y="0"/>
                  </a:cubicBezTo>
                  <a:close/>
                </a:path>
              </a:pathLst>
            </a:custGeom>
            <a:solidFill>
              <a:srgbClr val="828F9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088" name="Google Shape;10088;p41"/>
            <p:cNvSpPr/>
            <p:nvPr/>
          </p:nvSpPr>
          <p:spPr>
            <a:xfrm>
              <a:off x="4864070" y="2336305"/>
              <a:ext cx="41931" cy="76611"/>
            </a:xfrm>
            <a:custGeom>
              <a:rect b="b" l="l" r="r" t="t"/>
              <a:pathLst>
                <a:path extrusionOk="0" h="2916" w="1596">
                  <a:moveTo>
                    <a:pt x="763" y="515"/>
                  </a:moveTo>
                  <a:lnTo>
                    <a:pt x="763" y="1160"/>
                  </a:lnTo>
                  <a:cubicBezTo>
                    <a:pt x="569" y="1090"/>
                    <a:pt x="417" y="1014"/>
                    <a:pt x="417" y="813"/>
                  </a:cubicBezTo>
                  <a:cubicBezTo>
                    <a:pt x="417" y="626"/>
                    <a:pt x="562" y="542"/>
                    <a:pt x="763" y="515"/>
                  </a:cubicBezTo>
                  <a:close/>
                  <a:moveTo>
                    <a:pt x="930" y="1624"/>
                  </a:moveTo>
                  <a:cubicBezTo>
                    <a:pt x="1103" y="1701"/>
                    <a:pt x="1242" y="1798"/>
                    <a:pt x="1242" y="2020"/>
                  </a:cubicBezTo>
                  <a:cubicBezTo>
                    <a:pt x="1242" y="2228"/>
                    <a:pt x="1117" y="2339"/>
                    <a:pt x="930" y="2374"/>
                  </a:cubicBezTo>
                  <a:lnTo>
                    <a:pt x="930" y="1624"/>
                  </a:lnTo>
                  <a:close/>
                  <a:moveTo>
                    <a:pt x="829" y="1"/>
                  </a:moveTo>
                  <a:cubicBezTo>
                    <a:pt x="784" y="1"/>
                    <a:pt x="742" y="40"/>
                    <a:pt x="736" y="85"/>
                  </a:cubicBezTo>
                  <a:lnTo>
                    <a:pt x="736" y="189"/>
                  </a:lnTo>
                  <a:cubicBezTo>
                    <a:pt x="403" y="230"/>
                    <a:pt x="63" y="404"/>
                    <a:pt x="63" y="854"/>
                  </a:cubicBezTo>
                  <a:cubicBezTo>
                    <a:pt x="63" y="1305"/>
                    <a:pt x="417" y="1430"/>
                    <a:pt x="736" y="1548"/>
                  </a:cubicBezTo>
                  <a:lnTo>
                    <a:pt x="736" y="2380"/>
                  </a:lnTo>
                  <a:cubicBezTo>
                    <a:pt x="375" y="2353"/>
                    <a:pt x="278" y="2103"/>
                    <a:pt x="160" y="2103"/>
                  </a:cubicBezTo>
                  <a:cubicBezTo>
                    <a:pt x="70" y="2103"/>
                    <a:pt x="0" y="2221"/>
                    <a:pt x="0" y="2311"/>
                  </a:cubicBezTo>
                  <a:cubicBezTo>
                    <a:pt x="0" y="2484"/>
                    <a:pt x="299" y="2720"/>
                    <a:pt x="736" y="2727"/>
                  </a:cubicBezTo>
                  <a:lnTo>
                    <a:pt x="736" y="2831"/>
                  </a:lnTo>
                  <a:cubicBezTo>
                    <a:pt x="742" y="2882"/>
                    <a:pt x="783" y="2915"/>
                    <a:pt x="827" y="2915"/>
                  </a:cubicBezTo>
                  <a:cubicBezTo>
                    <a:pt x="831" y="2915"/>
                    <a:pt x="835" y="2915"/>
                    <a:pt x="840" y="2915"/>
                  </a:cubicBezTo>
                  <a:cubicBezTo>
                    <a:pt x="895" y="2915"/>
                    <a:pt x="951" y="2880"/>
                    <a:pt x="951" y="2831"/>
                  </a:cubicBezTo>
                  <a:lnTo>
                    <a:pt x="951" y="2713"/>
                  </a:lnTo>
                  <a:cubicBezTo>
                    <a:pt x="1339" y="2658"/>
                    <a:pt x="1596" y="2415"/>
                    <a:pt x="1596" y="1978"/>
                  </a:cubicBezTo>
                  <a:cubicBezTo>
                    <a:pt x="1596" y="1493"/>
                    <a:pt x="1256" y="1340"/>
                    <a:pt x="951" y="1229"/>
                  </a:cubicBezTo>
                  <a:lnTo>
                    <a:pt x="951" y="515"/>
                  </a:lnTo>
                  <a:cubicBezTo>
                    <a:pt x="1200" y="528"/>
                    <a:pt x="1290" y="639"/>
                    <a:pt x="1374" y="639"/>
                  </a:cubicBezTo>
                  <a:cubicBezTo>
                    <a:pt x="1485" y="639"/>
                    <a:pt x="1533" y="508"/>
                    <a:pt x="1533" y="438"/>
                  </a:cubicBezTo>
                  <a:cubicBezTo>
                    <a:pt x="1533" y="265"/>
                    <a:pt x="1193" y="189"/>
                    <a:pt x="951" y="182"/>
                  </a:cubicBezTo>
                  <a:lnTo>
                    <a:pt x="951" y="85"/>
                  </a:lnTo>
                  <a:cubicBezTo>
                    <a:pt x="951" y="43"/>
                    <a:pt x="895" y="1"/>
                    <a:pt x="840" y="1"/>
                  </a:cubicBezTo>
                  <a:cubicBezTo>
                    <a:pt x="836" y="1"/>
                    <a:pt x="832" y="1"/>
                    <a:pt x="829" y="1"/>
                  </a:cubicBezTo>
                  <a:close/>
                </a:path>
              </a:pathLst>
            </a:custGeom>
            <a:solidFill>
              <a:srgbClr val="5A6B7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0089" name="Google Shape;10089;p41"/>
          <p:cNvGrpSpPr/>
          <p:nvPr/>
        </p:nvGrpSpPr>
        <p:grpSpPr>
          <a:xfrm>
            <a:off x="4147908" y="2303017"/>
            <a:ext cx="361194" cy="359355"/>
            <a:chOff x="4147908" y="2303017"/>
            <a:chExt cx="361194" cy="359355"/>
          </a:xfrm>
        </p:grpSpPr>
        <p:sp>
          <p:nvSpPr>
            <p:cNvPr id="10090" name="Google Shape;10090;p41"/>
            <p:cNvSpPr/>
            <p:nvPr/>
          </p:nvSpPr>
          <p:spPr>
            <a:xfrm>
              <a:off x="4147908" y="2365861"/>
              <a:ext cx="296511" cy="296511"/>
            </a:xfrm>
            <a:custGeom>
              <a:rect b="b" l="l" r="r" t="t"/>
              <a:pathLst>
                <a:path extrusionOk="0" h="11286" w="11286">
                  <a:moveTo>
                    <a:pt x="5639" y="0"/>
                  </a:moveTo>
                  <a:cubicBezTo>
                    <a:pt x="2525" y="0"/>
                    <a:pt x="0" y="2525"/>
                    <a:pt x="0" y="5646"/>
                  </a:cubicBezTo>
                  <a:cubicBezTo>
                    <a:pt x="0" y="8760"/>
                    <a:pt x="2525" y="11285"/>
                    <a:pt x="5639" y="11285"/>
                  </a:cubicBezTo>
                  <a:cubicBezTo>
                    <a:pt x="8761" y="11285"/>
                    <a:pt x="11285" y="8760"/>
                    <a:pt x="11285" y="5646"/>
                  </a:cubicBezTo>
                  <a:cubicBezTo>
                    <a:pt x="11285" y="2525"/>
                    <a:pt x="8761" y="0"/>
                    <a:pt x="5639" y="0"/>
                  </a:cubicBezTo>
                  <a:close/>
                </a:path>
              </a:pathLst>
            </a:custGeom>
            <a:solidFill>
              <a:srgbClr val="81909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091" name="Google Shape;10091;p41"/>
            <p:cNvSpPr/>
            <p:nvPr/>
          </p:nvSpPr>
          <p:spPr>
            <a:xfrm>
              <a:off x="4296059" y="2508179"/>
              <a:ext cx="148361" cy="11875"/>
            </a:xfrm>
            <a:custGeom>
              <a:rect b="b" l="l" r="r" t="t"/>
              <a:pathLst>
                <a:path extrusionOk="0" h="452" w="5647">
                  <a:moveTo>
                    <a:pt x="0" y="0"/>
                  </a:moveTo>
                  <a:lnTo>
                    <a:pt x="0" y="451"/>
                  </a:lnTo>
                  <a:lnTo>
                    <a:pt x="5639" y="451"/>
                  </a:lnTo>
                  <a:cubicBezTo>
                    <a:pt x="5639" y="375"/>
                    <a:pt x="5646" y="305"/>
                    <a:pt x="5646" y="229"/>
                  </a:cubicBezTo>
                  <a:cubicBezTo>
                    <a:pt x="5646" y="153"/>
                    <a:pt x="5646" y="76"/>
                    <a:pt x="5639" y="0"/>
                  </a:cubicBezTo>
                  <a:close/>
                </a:path>
              </a:pathLst>
            </a:custGeom>
            <a:solidFill>
              <a:srgbClr val="213B5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092" name="Google Shape;10092;p41"/>
            <p:cNvSpPr/>
            <p:nvPr/>
          </p:nvSpPr>
          <p:spPr>
            <a:xfrm>
              <a:off x="4420695" y="2303017"/>
              <a:ext cx="88407" cy="86542"/>
            </a:xfrm>
            <a:custGeom>
              <a:rect b="b" l="l" r="r" t="t"/>
              <a:pathLst>
                <a:path extrusionOk="0" h="3294" w="3365">
                  <a:moveTo>
                    <a:pt x="2029" y="0"/>
                  </a:moveTo>
                  <a:cubicBezTo>
                    <a:pt x="1974" y="0"/>
                    <a:pt x="1918" y="21"/>
                    <a:pt x="1873" y="68"/>
                  </a:cubicBezTo>
                  <a:lnTo>
                    <a:pt x="202" y="1740"/>
                  </a:lnTo>
                  <a:cubicBezTo>
                    <a:pt x="70" y="1865"/>
                    <a:pt x="1" y="2038"/>
                    <a:pt x="1" y="2219"/>
                  </a:cubicBezTo>
                  <a:lnTo>
                    <a:pt x="1" y="3294"/>
                  </a:lnTo>
                  <a:lnTo>
                    <a:pt x="1069" y="3294"/>
                  </a:lnTo>
                  <a:cubicBezTo>
                    <a:pt x="1249" y="3294"/>
                    <a:pt x="1423" y="3224"/>
                    <a:pt x="1547" y="3099"/>
                  </a:cubicBezTo>
                  <a:lnTo>
                    <a:pt x="3226" y="1421"/>
                  </a:lnTo>
                  <a:cubicBezTo>
                    <a:pt x="3365" y="1282"/>
                    <a:pt x="3268" y="1039"/>
                    <a:pt x="3066" y="1039"/>
                  </a:cubicBezTo>
                  <a:lnTo>
                    <a:pt x="2255" y="1039"/>
                  </a:lnTo>
                  <a:lnTo>
                    <a:pt x="2255" y="228"/>
                  </a:lnTo>
                  <a:cubicBezTo>
                    <a:pt x="2255" y="92"/>
                    <a:pt x="2144" y="0"/>
                    <a:pt x="2029" y="0"/>
                  </a:cubicBezTo>
                  <a:close/>
                </a:path>
              </a:pathLst>
            </a:custGeom>
            <a:solidFill>
              <a:srgbClr val="82828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093" name="Google Shape;10093;p41"/>
            <p:cNvSpPr/>
            <p:nvPr/>
          </p:nvSpPr>
          <p:spPr>
            <a:xfrm>
              <a:off x="4420695" y="2303017"/>
              <a:ext cx="59376" cy="86542"/>
            </a:xfrm>
            <a:custGeom>
              <a:rect b="b" l="l" r="r" t="t"/>
              <a:pathLst>
                <a:path extrusionOk="0" h="3294" w="2260">
                  <a:moveTo>
                    <a:pt x="2031" y="0"/>
                  </a:moveTo>
                  <a:cubicBezTo>
                    <a:pt x="1975" y="0"/>
                    <a:pt x="1918" y="21"/>
                    <a:pt x="1873" y="68"/>
                  </a:cubicBezTo>
                  <a:lnTo>
                    <a:pt x="202" y="1740"/>
                  </a:lnTo>
                  <a:cubicBezTo>
                    <a:pt x="70" y="1865"/>
                    <a:pt x="1" y="2038"/>
                    <a:pt x="1" y="2219"/>
                  </a:cubicBezTo>
                  <a:lnTo>
                    <a:pt x="1" y="3294"/>
                  </a:lnTo>
                  <a:lnTo>
                    <a:pt x="2255" y="1039"/>
                  </a:lnTo>
                  <a:lnTo>
                    <a:pt x="2255" y="228"/>
                  </a:lnTo>
                  <a:cubicBezTo>
                    <a:pt x="2260" y="92"/>
                    <a:pt x="2147" y="0"/>
                    <a:pt x="2031" y="0"/>
                  </a:cubicBezTo>
                  <a:close/>
                </a:path>
              </a:pathLst>
            </a:custGeom>
            <a:solidFill>
              <a:srgbClr val="81909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094" name="Google Shape;10094;p41"/>
            <p:cNvSpPr/>
            <p:nvPr/>
          </p:nvSpPr>
          <p:spPr>
            <a:xfrm>
              <a:off x="4183429" y="2401382"/>
              <a:ext cx="225444" cy="225444"/>
            </a:xfrm>
            <a:custGeom>
              <a:rect b="b" l="l" r="r" t="t"/>
              <a:pathLst>
                <a:path extrusionOk="0" h="8581" w="8581">
                  <a:moveTo>
                    <a:pt x="4287" y="1"/>
                  </a:moveTo>
                  <a:cubicBezTo>
                    <a:pt x="1922" y="1"/>
                    <a:pt x="1" y="1922"/>
                    <a:pt x="1" y="4294"/>
                  </a:cubicBezTo>
                  <a:cubicBezTo>
                    <a:pt x="1" y="6659"/>
                    <a:pt x="1922" y="8581"/>
                    <a:pt x="4287" y="8581"/>
                  </a:cubicBezTo>
                  <a:cubicBezTo>
                    <a:pt x="6659" y="8581"/>
                    <a:pt x="8581" y="6659"/>
                    <a:pt x="8581" y="4294"/>
                  </a:cubicBezTo>
                  <a:cubicBezTo>
                    <a:pt x="8581" y="1922"/>
                    <a:pt x="6659" y="1"/>
                    <a:pt x="4287" y="1"/>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095" name="Google Shape;10095;p41"/>
            <p:cNvSpPr/>
            <p:nvPr/>
          </p:nvSpPr>
          <p:spPr>
            <a:xfrm>
              <a:off x="4296059" y="2508179"/>
              <a:ext cx="112814" cy="11875"/>
            </a:xfrm>
            <a:custGeom>
              <a:rect b="b" l="l" r="r" t="t"/>
              <a:pathLst>
                <a:path extrusionOk="0" h="452" w="4294">
                  <a:moveTo>
                    <a:pt x="0" y="0"/>
                  </a:moveTo>
                  <a:lnTo>
                    <a:pt x="0" y="451"/>
                  </a:lnTo>
                  <a:lnTo>
                    <a:pt x="4280" y="451"/>
                  </a:lnTo>
                  <a:cubicBezTo>
                    <a:pt x="4280" y="375"/>
                    <a:pt x="4294" y="305"/>
                    <a:pt x="4294" y="229"/>
                  </a:cubicBezTo>
                  <a:cubicBezTo>
                    <a:pt x="4294" y="153"/>
                    <a:pt x="4287" y="76"/>
                    <a:pt x="4280" y="0"/>
                  </a:cubicBezTo>
                  <a:close/>
                </a:path>
              </a:pathLst>
            </a:custGeom>
            <a:solidFill>
              <a:srgbClr val="E3E9E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096" name="Google Shape;10096;p41"/>
            <p:cNvSpPr/>
            <p:nvPr/>
          </p:nvSpPr>
          <p:spPr>
            <a:xfrm>
              <a:off x="4213143" y="2431096"/>
              <a:ext cx="166042" cy="166042"/>
            </a:xfrm>
            <a:custGeom>
              <a:rect b="b" l="l" r="r" t="t"/>
              <a:pathLst>
                <a:path extrusionOk="0" h="6320" w="6320">
                  <a:moveTo>
                    <a:pt x="3156" y="0"/>
                  </a:moveTo>
                  <a:cubicBezTo>
                    <a:pt x="1415" y="0"/>
                    <a:pt x="0" y="1415"/>
                    <a:pt x="0" y="3163"/>
                  </a:cubicBezTo>
                  <a:cubicBezTo>
                    <a:pt x="0" y="4904"/>
                    <a:pt x="1415" y="6319"/>
                    <a:pt x="3156" y="6319"/>
                  </a:cubicBezTo>
                  <a:cubicBezTo>
                    <a:pt x="4904" y="6319"/>
                    <a:pt x="6319" y="4904"/>
                    <a:pt x="6319" y="3163"/>
                  </a:cubicBezTo>
                  <a:cubicBezTo>
                    <a:pt x="6319" y="1415"/>
                    <a:pt x="4904" y="0"/>
                    <a:pt x="3156" y="0"/>
                  </a:cubicBezTo>
                  <a:close/>
                </a:path>
              </a:pathLst>
            </a:custGeom>
            <a:solidFill>
              <a:srgbClr val="81909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097" name="Google Shape;10097;p41"/>
            <p:cNvSpPr/>
            <p:nvPr/>
          </p:nvSpPr>
          <p:spPr>
            <a:xfrm>
              <a:off x="4296059" y="2508179"/>
              <a:ext cx="83126" cy="11875"/>
            </a:xfrm>
            <a:custGeom>
              <a:rect b="b" l="l" r="r" t="t"/>
              <a:pathLst>
                <a:path extrusionOk="0" h="452" w="3164">
                  <a:moveTo>
                    <a:pt x="0" y="0"/>
                  </a:moveTo>
                  <a:lnTo>
                    <a:pt x="0" y="451"/>
                  </a:lnTo>
                  <a:lnTo>
                    <a:pt x="3149" y="451"/>
                  </a:lnTo>
                  <a:cubicBezTo>
                    <a:pt x="3156" y="375"/>
                    <a:pt x="3163" y="305"/>
                    <a:pt x="3163" y="229"/>
                  </a:cubicBezTo>
                  <a:cubicBezTo>
                    <a:pt x="3163" y="153"/>
                    <a:pt x="3156" y="76"/>
                    <a:pt x="3149" y="0"/>
                  </a:cubicBezTo>
                  <a:close/>
                </a:path>
              </a:pathLst>
            </a:custGeom>
            <a:solidFill>
              <a:srgbClr val="82828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098" name="Google Shape;10098;p41"/>
            <p:cNvSpPr/>
            <p:nvPr/>
          </p:nvSpPr>
          <p:spPr>
            <a:xfrm>
              <a:off x="4248663" y="2466616"/>
              <a:ext cx="94975" cy="94975"/>
            </a:xfrm>
            <a:custGeom>
              <a:rect b="b" l="l" r="r" t="t"/>
              <a:pathLst>
                <a:path extrusionOk="0" h="3615" w="3615">
                  <a:moveTo>
                    <a:pt x="1804" y="1"/>
                  </a:moveTo>
                  <a:cubicBezTo>
                    <a:pt x="812" y="1"/>
                    <a:pt x="1" y="812"/>
                    <a:pt x="1" y="1811"/>
                  </a:cubicBezTo>
                  <a:cubicBezTo>
                    <a:pt x="1" y="2803"/>
                    <a:pt x="812" y="3614"/>
                    <a:pt x="1804" y="3614"/>
                  </a:cubicBezTo>
                  <a:cubicBezTo>
                    <a:pt x="2803" y="3614"/>
                    <a:pt x="3615" y="2803"/>
                    <a:pt x="3615" y="1811"/>
                  </a:cubicBezTo>
                  <a:cubicBezTo>
                    <a:pt x="3615" y="812"/>
                    <a:pt x="2803" y="1"/>
                    <a:pt x="1804" y="1"/>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099" name="Google Shape;10099;p41"/>
            <p:cNvSpPr/>
            <p:nvPr/>
          </p:nvSpPr>
          <p:spPr>
            <a:xfrm>
              <a:off x="4296059" y="2508179"/>
              <a:ext cx="47763" cy="11875"/>
            </a:xfrm>
            <a:custGeom>
              <a:rect b="b" l="l" r="r" t="t"/>
              <a:pathLst>
                <a:path extrusionOk="0" h="452" w="1818">
                  <a:moveTo>
                    <a:pt x="0" y="0"/>
                  </a:moveTo>
                  <a:lnTo>
                    <a:pt x="0" y="451"/>
                  </a:lnTo>
                  <a:lnTo>
                    <a:pt x="1797" y="451"/>
                  </a:lnTo>
                  <a:cubicBezTo>
                    <a:pt x="1818" y="305"/>
                    <a:pt x="1818" y="153"/>
                    <a:pt x="1797" y="0"/>
                  </a:cubicBezTo>
                  <a:close/>
                </a:path>
              </a:pathLst>
            </a:custGeom>
            <a:solidFill>
              <a:srgbClr val="E3E9E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100" name="Google Shape;10100;p41"/>
            <p:cNvSpPr/>
            <p:nvPr/>
          </p:nvSpPr>
          <p:spPr>
            <a:xfrm>
              <a:off x="4278377" y="2496330"/>
              <a:ext cx="35547" cy="35547"/>
            </a:xfrm>
            <a:custGeom>
              <a:rect b="b" l="l" r="r" t="t"/>
              <a:pathLst>
                <a:path extrusionOk="0" h="1353" w="1353">
                  <a:moveTo>
                    <a:pt x="673" y="0"/>
                  </a:moveTo>
                  <a:cubicBezTo>
                    <a:pt x="299" y="0"/>
                    <a:pt x="0" y="306"/>
                    <a:pt x="0" y="680"/>
                  </a:cubicBezTo>
                  <a:cubicBezTo>
                    <a:pt x="0" y="1055"/>
                    <a:pt x="299" y="1353"/>
                    <a:pt x="673" y="1353"/>
                  </a:cubicBezTo>
                  <a:cubicBezTo>
                    <a:pt x="1048" y="1353"/>
                    <a:pt x="1353" y="1055"/>
                    <a:pt x="1353" y="680"/>
                  </a:cubicBezTo>
                  <a:cubicBezTo>
                    <a:pt x="1353" y="306"/>
                    <a:pt x="1048" y="0"/>
                    <a:pt x="673" y="0"/>
                  </a:cubicBezTo>
                  <a:close/>
                </a:path>
              </a:pathLst>
            </a:custGeom>
            <a:solidFill>
              <a:srgbClr val="81909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101" name="Google Shape;10101;p41"/>
            <p:cNvSpPr/>
            <p:nvPr/>
          </p:nvSpPr>
          <p:spPr>
            <a:xfrm>
              <a:off x="4296059" y="2508179"/>
              <a:ext cx="18233" cy="11875"/>
            </a:xfrm>
            <a:custGeom>
              <a:rect b="b" l="l" r="r" t="t"/>
              <a:pathLst>
                <a:path extrusionOk="0" h="452" w="694">
                  <a:moveTo>
                    <a:pt x="0" y="0"/>
                  </a:moveTo>
                  <a:lnTo>
                    <a:pt x="0" y="451"/>
                  </a:lnTo>
                  <a:lnTo>
                    <a:pt x="638" y="451"/>
                  </a:lnTo>
                  <a:cubicBezTo>
                    <a:pt x="694" y="305"/>
                    <a:pt x="694" y="146"/>
                    <a:pt x="638" y="0"/>
                  </a:cubicBezTo>
                  <a:close/>
                </a:path>
              </a:pathLst>
            </a:custGeom>
            <a:solidFill>
              <a:srgbClr val="82828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102" name="Google Shape;10102;p41"/>
            <p:cNvSpPr/>
            <p:nvPr/>
          </p:nvSpPr>
          <p:spPr>
            <a:xfrm>
              <a:off x="4287678" y="2480094"/>
              <a:ext cx="42483" cy="40013"/>
            </a:xfrm>
            <a:custGeom>
              <a:rect b="b" l="l" r="r" t="t"/>
              <a:pathLst>
                <a:path extrusionOk="0" h="1523" w="1617">
                  <a:moveTo>
                    <a:pt x="1297" y="1"/>
                  </a:moveTo>
                  <a:lnTo>
                    <a:pt x="160" y="1132"/>
                  </a:lnTo>
                  <a:cubicBezTo>
                    <a:pt x="0" y="1296"/>
                    <a:pt x="150" y="1522"/>
                    <a:pt x="323" y="1522"/>
                  </a:cubicBezTo>
                  <a:cubicBezTo>
                    <a:pt x="375" y="1522"/>
                    <a:pt x="430" y="1501"/>
                    <a:pt x="479" y="1451"/>
                  </a:cubicBezTo>
                  <a:lnTo>
                    <a:pt x="1616" y="320"/>
                  </a:lnTo>
                  <a:lnTo>
                    <a:pt x="1297" y="1"/>
                  </a:lnTo>
                  <a:close/>
                </a:path>
              </a:pathLst>
            </a:custGeom>
            <a:solidFill>
              <a:srgbClr val="70707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103" name="Google Shape;10103;p41"/>
            <p:cNvSpPr/>
            <p:nvPr/>
          </p:nvSpPr>
          <p:spPr>
            <a:xfrm>
              <a:off x="4314817" y="2315313"/>
              <a:ext cx="182568" cy="178128"/>
            </a:xfrm>
            <a:custGeom>
              <a:rect b="b" l="l" r="r" t="t"/>
              <a:pathLst>
                <a:path extrusionOk="0" h="6780" w="6949">
                  <a:moveTo>
                    <a:pt x="6625" y="1"/>
                  </a:moveTo>
                  <a:cubicBezTo>
                    <a:pt x="6572" y="1"/>
                    <a:pt x="6516" y="22"/>
                    <a:pt x="6465" y="72"/>
                  </a:cubicBezTo>
                  <a:lnTo>
                    <a:pt x="146" y="6391"/>
                  </a:lnTo>
                  <a:cubicBezTo>
                    <a:pt x="1" y="6537"/>
                    <a:pt x="105" y="6779"/>
                    <a:pt x="306" y="6779"/>
                  </a:cubicBezTo>
                  <a:cubicBezTo>
                    <a:pt x="368" y="6772"/>
                    <a:pt x="424" y="6752"/>
                    <a:pt x="465" y="6710"/>
                  </a:cubicBezTo>
                  <a:lnTo>
                    <a:pt x="6784" y="391"/>
                  </a:lnTo>
                  <a:cubicBezTo>
                    <a:pt x="6949" y="226"/>
                    <a:pt x="6800" y="1"/>
                    <a:pt x="6625" y="1"/>
                  </a:cubicBezTo>
                  <a:close/>
                </a:path>
              </a:pathLst>
            </a:custGeom>
            <a:solidFill>
              <a:srgbClr val="213B5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0104" name="Google Shape;10104;p41"/>
          <p:cNvGrpSpPr/>
          <p:nvPr/>
        </p:nvGrpSpPr>
        <p:grpSpPr>
          <a:xfrm>
            <a:off x="5292128" y="2299891"/>
            <a:ext cx="367027" cy="365214"/>
            <a:chOff x="5292128" y="2299891"/>
            <a:chExt cx="367027" cy="365214"/>
          </a:xfrm>
        </p:grpSpPr>
        <p:sp>
          <p:nvSpPr>
            <p:cNvPr id="10105" name="Google Shape;10105;p41"/>
            <p:cNvSpPr/>
            <p:nvPr/>
          </p:nvSpPr>
          <p:spPr>
            <a:xfrm>
              <a:off x="5470361" y="2467772"/>
              <a:ext cx="11323" cy="124243"/>
            </a:xfrm>
            <a:custGeom>
              <a:rect b="b" l="l" r="r" t="t"/>
              <a:pathLst>
                <a:path extrusionOk="0" h="4729" w="431">
                  <a:moveTo>
                    <a:pt x="215" y="0"/>
                  </a:moveTo>
                  <a:cubicBezTo>
                    <a:pt x="108" y="0"/>
                    <a:pt x="0" y="71"/>
                    <a:pt x="0" y="213"/>
                  </a:cubicBezTo>
                  <a:lnTo>
                    <a:pt x="0" y="4514"/>
                  </a:lnTo>
                  <a:cubicBezTo>
                    <a:pt x="0" y="4632"/>
                    <a:pt x="97" y="4729"/>
                    <a:pt x="215" y="4729"/>
                  </a:cubicBezTo>
                  <a:cubicBezTo>
                    <a:pt x="333" y="4729"/>
                    <a:pt x="430" y="4632"/>
                    <a:pt x="430" y="4514"/>
                  </a:cubicBezTo>
                  <a:lnTo>
                    <a:pt x="430" y="213"/>
                  </a:lnTo>
                  <a:cubicBezTo>
                    <a:pt x="430" y="71"/>
                    <a:pt x="323" y="0"/>
                    <a:pt x="215" y="0"/>
                  </a:cubicBezTo>
                  <a:close/>
                </a:path>
              </a:pathLst>
            </a:custGeom>
            <a:solidFill>
              <a:srgbClr val="59595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106" name="Google Shape;10106;p41"/>
            <p:cNvSpPr/>
            <p:nvPr/>
          </p:nvSpPr>
          <p:spPr>
            <a:xfrm>
              <a:off x="5464870" y="2299891"/>
              <a:ext cx="22279" cy="40827"/>
            </a:xfrm>
            <a:custGeom>
              <a:rect b="b" l="l" r="r" t="t"/>
              <a:pathLst>
                <a:path extrusionOk="0" h="1554" w="848">
                  <a:moveTo>
                    <a:pt x="424" y="0"/>
                  </a:moveTo>
                  <a:cubicBezTo>
                    <a:pt x="188" y="0"/>
                    <a:pt x="1" y="194"/>
                    <a:pt x="8" y="430"/>
                  </a:cubicBezTo>
                  <a:lnTo>
                    <a:pt x="8" y="1554"/>
                  </a:lnTo>
                  <a:lnTo>
                    <a:pt x="840" y="1554"/>
                  </a:lnTo>
                  <a:lnTo>
                    <a:pt x="840" y="430"/>
                  </a:lnTo>
                  <a:cubicBezTo>
                    <a:pt x="847" y="194"/>
                    <a:pt x="660" y="0"/>
                    <a:pt x="424" y="0"/>
                  </a:cubicBezTo>
                  <a:close/>
                </a:path>
              </a:pathLst>
            </a:custGeom>
            <a:solidFill>
              <a:srgbClr val="7383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107" name="Google Shape;10107;p41"/>
            <p:cNvSpPr/>
            <p:nvPr/>
          </p:nvSpPr>
          <p:spPr>
            <a:xfrm>
              <a:off x="5292128" y="2316837"/>
              <a:ext cx="367027" cy="184433"/>
            </a:xfrm>
            <a:custGeom>
              <a:rect b="b" l="l" r="r" t="t"/>
              <a:pathLst>
                <a:path extrusionOk="0" h="7020" w="13970">
                  <a:moveTo>
                    <a:pt x="6985" y="0"/>
                  </a:moveTo>
                  <a:cubicBezTo>
                    <a:pt x="3122" y="0"/>
                    <a:pt x="0" y="3156"/>
                    <a:pt x="49" y="7020"/>
                  </a:cubicBezTo>
                  <a:lnTo>
                    <a:pt x="56" y="7020"/>
                  </a:lnTo>
                  <a:cubicBezTo>
                    <a:pt x="507" y="6479"/>
                    <a:pt x="1148" y="6208"/>
                    <a:pt x="1790" y="6208"/>
                  </a:cubicBezTo>
                  <a:cubicBezTo>
                    <a:pt x="2432" y="6208"/>
                    <a:pt x="3073" y="6479"/>
                    <a:pt x="3524" y="7020"/>
                  </a:cubicBezTo>
                  <a:cubicBezTo>
                    <a:pt x="3975" y="6479"/>
                    <a:pt x="4616" y="6208"/>
                    <a:pt x="5258" y="6208"/>
                  </a:cubicBezTo>
                  <a:cubicBezTo>
                    <a:pt x="5900" y="6208"/>
                    <a:pt x="6541" y="6479"/>
                    <a:pt x="6992" y="7020"/>
                  </a:cubicBezTo>
                  <a:cubicBezTo>
                    <a:pt x="7443" y="6479"/>
                    <a:pt x="8085" y="6208"/>
                    <a:pt x="8726" y="6208"/>
                  </a:cubicBezTo>
                  <a:cubicBezTo>
                    <a:pt x="9368" y="6208"/>
                    <a:pt x="10009" y="6479"/>
                    <a:pt x="10460" y="7020"/>
                  </a:cubicBezTo>
                  <a:cubicBezTo>
                    <a:pt x="10911" y="6479"/>
                    <a:pt x="11553" y="6208"/>
                    <a:pt x="12194" y="6208"/>
                  </a:cubicBezTo>
                  <a:cubicBezTo>
                    <a:pt x="12836" y="6208"/>
                    <a:pt x="13477" y="6479"/>
                    <a:pt x="13928" y="7020"/>
                  </a:cubicBezTo>
                  <a:cubicBezTo>
                    <a:pt x="13970" y="3156"/>
                    <a:pt x="10849" y="0"/>
                    <a:pt x="6985" y="0"/>
                  </a:cubicBezTo>
                  <a:close/>
                </a:path>
              </a:pathLst>
            </a:custGeom>
            <a:solidFill>
              <a:srgbClr val="A5B1B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108" name="Google Shape;10108;p41"/>
            <p:cNvSpPr/>
            <p:nvPr/>
          </p:nvSpPr>
          <p:spPr>
            <a:xfrm>
              <a:off x="5293757" y="2319017"/>
              <a:ext cx="182279" cy="182436"/>
            </a:xfrm>
            <a:custGeom>
              <a:rect b="b" l="l" r="r" t="t"/>
              <a:pathLst>
                <a:path extrusionOk="0" h="6944" w="6938">
                  <a:moveTo>
                    <a:pt x="6937" y="0"/>
                  </a:moveTo>
                  <a:cubicBezTo>
                    <a:pt x="3108" y="0"/>
                    <a:pt x="1" y="3108"/>
                    <a:pt x="1" y="6944"/>
                  </a:cubicBezTo>
                  <a:cubicBezTo>
                    <a:pt x="452" y="6399"/>
                    <a:pt x="1093" y="6127"/>
                    <a:pt x="1735" y="6127"/>
                  </a:cubicBezTo>
                  <a:cubicBezTo>
                    <a:pt x="2377" y="6127"/>
                    <a:pt x="3018" y="6399"/>
                    <a:pt x="3469" y="6944"/>
                  </a:cubicBezTo>
                  <a:cubicBezTo>
                    <a:pt x="3469" y="3108"/>
                    <a:pt x="5023" y="0"/>
                    <a:pt x="6937" y="0"/>
                  </a:cubicBezTo>
                  <a:close/>
                </a:path>
              </a:pathLst>
            </a:custGeom>
            <a:solidFill>
              <a:srgbClr val="95A6B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109" name="Google Shape;10109;p41"/>
            <p:cNvSpPr/>
            <p:nvPr/>
          </p:nvSpPr>
          <p:spPr>
            <a:xfrm>
              <a:off x="5476009" y="2319017"/>
              <a:ext cx="91139" cy="182252"/>
            </a:xfrm>
            <a:custGeom>
              <a:rect b="b" l="l" r="r" t="t"/>
              <a:pathLst>
                <a:path extrusionOk="0" h="6937" w="3469">
                  <a:moveTo>
                    <a:pt x="0" y="0"/>
                  </a:moveTo>
                  <a:lnTo>
                    <a:pt x="0" y="6937"/>
                  </a:lnTo>
                  <a:cubicBezTo>
                    <a:pt x="451" y="6396"/>
                    <a:pt x="1093" y="6125"/>
                    <a:pt x="1734" y="6125"/>
                  </a:cubicBezTo>
                  <a:cubicBezTo>
                    <a:pt x="2376" y="6125"/>
                    <a:pt x="3017" y="6396"/>
                    <a:pt x="3468" y="6937"/>
                  </a:cubicBezTo>
                  <a:cubicBezTo>
                    <a:pt x="3468" y="3108"/>
                    <a:pt x="1914" y="0"/>
                    <a:pt x="0" y="0"/>
                  </a:cubicBezTo>
                  <a:close/>
                </a:path>
              </a:pathLst>
            </a:custGeom>
            <a:solidFill>
              <a:srgbClr val="D7DDE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110" name="Google Shape;10110;p41"/>
            <p:cNvSpPr/>
            <p:nvPr/>
          </p:nvSpPr>
          <p:spPr>
            <a:xfrm>
              <a:off x="5404574" y="2564035"/>
              <a:ext cx="82758" cy="101070"/>
            </a:xfrm>
            <a:custGeom>
              <a:rect b="b" l="l" r="r" t="t"/>
              <a:pathLst>
                <a:path extrusionOk="0" h="3847" w="3150">
                  <a:moveTo>
                    <a:pt x="2719" y="0"/>
                  </a:moveTo>
                  <a:cubicBezTo>
                    <a:pt x="2508" y="0"/>
                    <a:pt x="2296" y="142"/>
                    <a:pt x="2296" y="427"/>
                  </a:cubicBezTo>
                  <a:lnTo>
                    <a:pt x="2296" y="2258"/>
                  </a:lnTo>
                  <a:cubicBezTo>
                    <a:pt x="2296" y="2663"/>
                    <a:pt x="1970" y="2993"/>
                    <a:pt x="1573" y="2993"/>
                  </a:cubicBezTo>
                  <a:cubicBezTo>
                    <a:pt x="1569" y="2993"/>
                    <a:pt x="1565" y="2993"/>
                    <a:pt x="1561" y="2993"/>
                  </a:cubicBezTo>
                  <a:cubicBezTo>
                    <a:pt x="1262" y="2993"/>
                    <a:pt x="1006" y="2806"/>
                    <a:pt x="895" y="2535"/>
                  </a:cubicBezTo>
                  <a:cubicBezTo>
                    <a:pt x="832" y="2376"/>
                    <a:pt x="673" y="2272"/>
                    <a:pt x="506" y="2272"/>
                  </a:cubicBezTo>
                  <a:cubicBezTo>
                    <a:pt x="208" y="2272"/>
                    <a:pt x="0" y="2577"/>
                    <a:pt x="111" y="2854"/>
                  </a:cubicBezTo>
                  <a:cubicBezTo>
                    <a:pt x="345" y="3453"/>
                    <a:pt x="933" y="3846"/>
                    <a:pt x="1579" y="3846"/>
                  </a:cubicBezTo>
                  <a:cubicBezTo>
                    <a:pt x="1584" y="3846"/>
                    <a:pt x="1590" y="3846"/>
                    <a:pt x="1595" y="3846"/>
                  </a:cubicBezTo>
                  <a:cubicBezTo>
                    <a:pt x="2462" y="3825"/>
                    <a:pt x="3149" y="3111"/>
                    <a:pt x="3142" y="2244"/>
                  </a:cubicBezTo>
                  <a:lnTo>
                    <a:pt x="3142" y="427"/>
                  </a:lnTo>
                  <a:cubicBezTo>
                    <a:pt x="3142" y="142"/>
                    <a:pt x="2931" y="0"/>
                    <a:pt x="2719" y="0"/>
                  </a:cubicBezTo>
                  <a:close/>
                </a:path>
              </a:pathLst>
            </a:custGeom>
            <a:solidFill>
              <a:srgbClr val="7383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0111" name="Google Shape;10111;p41"/>
          <p:cNvGrpSpPr/>
          <p:nvPr/>
        </p:nvGrpSpPr>
        <p:grpSpPr>
          <a:xfrm>
            <a:off x="5873617" y="2309901"/>
            <a:ext cx="345720" cy="345720"/>
            <a:chOff x="5873617" y="2309901"/>
            <a:chExt cx="345720" cy="345720"/>
          </a:xfrm>
        </p:grpSpPr>
        <p:sp>
          <p:nvSpPr>
            <p:cNvPr id="10112" name="Google Shape;10112;p41"/>
            <p:cNvSpPr/>
            <p:nvPr/>
          </p:nvSpPr>
          <p:spPr>
            <a:xfrm>
              <a:off x="5873617" y="2309901"/>
              <a:ext cx="345720" cy="345720"/>
            </a:xfrm>
            <a:custGeom>
              <a:rect b="b" l="l" r="r" t="t"/>
              <a:pathLst>
                <a:path extrusionOk="0" h="13159" w="13159">
                  <a:moveTo>
                    <a:pt x="6583" y="1"/>
                  </a:moveTo>
                  <a:cubicBezTo>
                    <a:pt x="2949" y="1"/>
                    <a:pt x="1" y="2942"/>
                    <a:pt x="1" y="6576"/>
                  </a:cubicBezTo>
                  <a:cubicBezTo>
                    <a:pt x="1" y="10211"/>
                    <a:pt x="2949" y="13159"/>
                    <a:pt x="6583" y="13159"/>
                  </a:cubicBezTo>
                  <a:cubicBezTo>
                    <a:pt x="10218" y="13159"/>
                    <a:pt x="13159" y="10211"/>
                    <a:pt x="13159" y="6576"/>
                  </a:cubicBezTo>
                  <a:cubicBezTo>
                    <a:pt x="13159" y="2942"/>
                    <a:pt x="10218" y="1"/>
                    <a:pt x="6583" y="1"/>
                  </a:cubicBezTo>
                  <a:close/>
                </a:path>
              </a:pathLst>
            </a:custGeom>
            <a:solidFill>
              <a:srgbClr val="79889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113" name="Google Shape;10113;p41"/>
            <p:cNvSpPr/>
            <p:nvPr/>
          </p:nvSpPr>
          <p:spPr>
            <a:xfrm>
              <a:off x="5899496" y="2335779"/>
              <a:ext cx="293963" cy="293963"/>
            </a:xfrm>
            <a:custGeom>
              <a:rect b="b" l="l" r="r" t="t"/>
              <a:pathLst>
                <a:path extrusionOk="0" h="11189" w="11189">
                  <a:moveTo>
                    <a:pt x="5598" y="1"/>
                  </a:moveTo>
                  <a:cubicBezTo>
                    <a:pt x="2505" y="1"/>
                    <a:pt x="1" y="2504"/>
                    <a:pt x="1" y="5591"/>
                  </a:cubicBezTo>
                  <a:cubicBezTo>
                    <a:pt x="1" y="8685"/>
                    <a:pt x="2505" y="11189"/>
                    <a:pt x="5598" y="11189"/>
                  </a:cubicBezTo>
                  <a:cubicBezTo>
                    <a:pt x="8685" y="11189"/>
                    <a:pt x="11189" y="8685"/>
                    <a:pt x="11189" y="5591"/>
                  </a:cubicBezTo>
                  <a:cubicBezTo>
                    <a:pt x="11189" y="2504"/>
                    <a:pt x="8685" y="1"/>
                    <a:pt x="5598" y="1"/>
                  </a:cubicBezTo>
                  <a:close/>
                </a:path>
              </a:pathLst>
            </a:custGeom>
            <a:solidFill>
              <a:srgbClr val="F2F4F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114" name="Google Shape;10114;p41"/>
            <p:cNvSpPr/>
            <p:nvPr/>
          </p:nvSpPr>
          <p:spPr>
            <a:xfrm>
              <a:off x="6041288" y="2356088"/>
              <a:ext cx="10404" cy="131888"/>
            </a:xfrm>
            <a:custGeom>
              <a:rect b="b" l="l" r="r" t="t"/>
              <a:pathLst>
                <a:path extrusionOk="0" h="5020" w="396">
                  <a:moveTo>
                    <a:pt x="198" y="1"/>
                  </a:moveTo>
                  <a:cubicBezTo>
                    <a:pt x="99" y="1"/>
                    <a:pt x="0" y="67"/>
                    <a:pt x="0" y="199"/>
                  </a:cubicBezTo>
                  <a:lnTo>
                    <a:pt x="0" y="4818"/>
                  </a:lnTo>
                  <a:cubicBezTo>
                    <a:pt x="0" y="4929"/>
                    <a:pt x="90" y="5019"/>
                    <a:pt x="201" y="5019"/>
                  </a:cubicBezTo>
                  <a:cubicBezTo>
                    <a:pt x="305" y="5019"/>
                    <a:pt x="395" y="4929"/>
                    <a:pt x="395" y="4818"/>
                  </a:cubicBezTo>
                  <a:lnTo>
                    <a:pt x="395" y="199"/>
                  </a:lnTo>
                  <a:cubicBezTo>
                    <a:pt x="395" y="67"/>
                    <a:pt x="297" y="1"/>
                    <a:pt x="198" y="1"/>
                  </a:cubicBezTo>
                  <a:close/>
                </a:path>
              </a:pathLst>
            </a:custGeom>
            <a:solidFill>
              <a:srgbClr val="A3ADB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115" name="Google Shape;10115;p41"/>
            <p:cNvSpPr/>
            <p:nvPr/>
          </p:nvSpPr>
          <p:spPr>
            <a:xfrm>
              <a:off x="6039449" y="2477546"/>
              <a:ext cx="135435" cy="10430"/>
            </a:xfrm>
            <a:custGeom>
              <a:rect b="b" l="l" r="r" t="t"/>
              <a:pathLst>
                <a:path extrusionOk="0" h="397" w="5155">
                  <a:moveTo>
                    <a:pt x="271" y="1"/>
                  </a:moveTo>
                  <a:cubicBezTo>
                    <a:pt x="1" y="1"/>
                    <a:pt x="1" y="396"/>
                    <a:pt x="271" y="396"/>
                  </a:cubicBezTo>
                  <a:lnTo>
                    <a:pt x="4891" y="396"/>
                  </a:lnTo>
                  <a:cubicBezTo>
                    <a:pt x="5154" y="396"/>
                    <a:pt x="5154" y="1"/>
                    <a:pt x="4891" y="1"/>
                  </a:cubicBezTo>
                  <a:close/>
                </a:path>
              </a:pathLst>
            </a:custGeom>
            <a:solidFill>
              <a:srgbClr val="A3ADB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116" name="Google Shape;10116;p41"/>
            <p:cNvSpPr/>
            <p:nvPr/>
          </p:nvSpPr>
          <p:spPr>
            <a:xfrm>
              <a:off x="5935778" y="2372035"/>
              <a:ext cx="275178" cy="257970"/>
            </a:xfrm>
            <a:custGeom>
              <a:rect b="b" l="l" r="r" t="t"/>
              <a:pathLst>
                <a:path extrusionOk="0" h="9819" w="10474">
                  <a:moveTo>
                    <a:pt x="7893" y="1"/>
                  </a:moveTo>
                  <a:cubicBezTo>
                    <a:pt x="9815" y="2213"/>
                    <a:pt x="9697" y="5543"/>
                    <a:pt x="7623" y="7617"/>
                  </a:cubicBezTo>
                  <a:cubicBezTo>
                    <a:pt x="6532" y="8704"/>
                    <a:pt x="5100" y="9254"/>
                    <a:pt x="3664" y="9254"/>
                  </a:cubicBezTo>
                  <a:cubicBezTo>
                    <a:pt x="2361" y="9254"/>
                    <a:pt x="1056" y="8801"/>
                    <a:pt x="0" y="7887"/>
                  </a:cubicBezTo>
                  <a:lnTo>
                    <a:pt x="0" y="7887"/>
                  </a:lnTo>
                  <a:cubicBezTo>
                    <a:pt x="1112" y="9170"/>
                    <a:pt x="2669" y="9818"/>
                    <a:pt x="4229" y="9818"/>
                  </a:cubicBezTo>
                  <a:cubicBezTo>
                    <a:pt x="5657" y="9818"/>
                    <a:pt x="7088" y="9275"/>
                    <a:pt x="8185" y="8179"/>
                  </a:cubicBezTo>
                  <a:cubicBezTo>
                    <a:pt x="10474" y="5883"/>
                    <a:pt x="10342" y="2123"/>
                    <a:pt x="7893" y="1"/>
                  </a:cubicBezTo>
                  <a:close/>
                </a:path>
              </a:pathLst>
            </a:custGeom>
            <a:solidFill>
              <a:srgbClr val="BCCAD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117" name="Google Shape;10117;p41"/>
            <p:cNvSpPr/>
            <p:nvPr/>
          </p:nvSpPr>
          <p:spPr>
            <a:xfrm>
              <a:off x="5918097" y="2477546"/>
              <a:ext cx="21333" cy="10430"/>
            </a:xfrm>
            <a:custGeom>
              <a:rect b="b" l="l" r="r" t="t"/>
              <a:pathLst>
                <a:path extrusionOk="0" h="397" w="812">
                  <a:moveTo>
                    <a:pt x="264" y="1"/>
                  </a:moveTo>
                  <a:cubicBezTo>
                    <a:pt x="0" y="1"/>
                    <a:pt x="0" y="396"/>
                    <a:pt x="264" y="396"/>
                  </a:cubicBezTo>
                  <a:lnTo>
                    <a:pt x="548" y="396"/>
                  </a:lnTo>
                  <a:cubicBezTo>
                    <a:pt x="812" y="396"/>
                    <a:pt x="812" y="1"/>
                    <a:pt x="548" y="1"/>
                  </a:cubicBezTo>
                  <a:close/>
                </a:path>
              </a:pathLst>
            </a:custGeom>
            <a:solidFill>
              <a:srgbClr val="3D3D3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118" name="Google Shape;10118;p41"/>
            <p:cNvSpPr/>
            <p:nvPr/>
          </p:nvSpPr>
          <p:spPr>
            <a:xfrm>
              <a:off x="6041288" y="2591542"/>
              <a:ext cx="10404" cy="17970"/>
            </a:xfrm>
            <a:custGeom>
              <a:rect b="b" l="l" r="r" t="t"/>
              <a:pathLst>
                <a:path extrusionOk="0" h="684" w="396">
                  <a:moveTo>
                    <a:pt x="198" y="0"/>
                  </a:moveTo>
                  <a:cubicBezTo>
                    <a:pt x="99" y="0"/>
                    <a:pt x="0" y="66"/>
                    <a:pt x="0" y="198"/>
                  </a:cubicBezTo>
                  <a:lnTo>
                    <a:pt x="0" y="483"/>
                  </a:lnTo>
                  <a:cubicBezTo>
                    <a:pt x="0" y="594"/>
                    <a:pt x="90" y="684"/>
                    <a:pt x="201" y="684"/>
                  </a:cubicBezTo>
                  <a:cubicBezTo>
                    <a:pt x="305" y="684"/>
                    <a:pt x="395" y="594"/>
                    <a:pt x="395" y="483"/>
                  </a:cubicBezTo>
                  <a:lnTo>
                    <a:pt x="395" y="198"/>
                  </a:lnTo>
                  <a:cubicBezTo>
                    <a:pt x="395" y="66"/>
                    <a:pt x="297" y="0"/>
                    <a:pt x="198" y="0"/>
                  </a:cubicBezTo>
                  <a:close/>
                </a:path>
              </a:pathLst>
            </a:custGeom>
            <a:solidFill>
              <a:srgbClr val="3D3D3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119" name="Google Shape;10119;p41"/>
            <p:cNvSpPr/>
            <p:nvPr/>
          </p:nvSpPr>
          <p:spPr>
            <a:xfrm>
              <a:off x="5953144" y="2391556"/>
              <a:ext cx="19836" cy="15869"/>
            </a:xfrm>
            <a:custGeom>
              <a:rect b="b" l="l" r="r" t="t"/>
              <a:pathLst>
                <a:path extrusionOk="0" h="604" w="755">
                  <a:moveTo>
                    <a:pt x="285" y="0"/>
                  </a:moveTo>
                  <a:cubicBezTo>
                    <a:pt x="133" y="0"/>
                    <a:pt x="0" y="196"/>
                    <a:pt x="144" y="340"/>
                  </a:cubicBezTo>
                  <a:lnTo>
                    <a:pt x="345" y="541"/>
                  </a:lnTo>
                  <a:cubicBezTo>
                    <a:pt x="379" y="583"/>
                    <a:pt x="435" y="603"/>
                    <a:pt x="484" y="603"/>
                  </a:cubicBezTo>
                  <a:cubicBezTo>
                    <a:pt x="664" y="603"/>
                    <a:pt x="754" y="388"/>
                    <a:pt x="629" y="264"/>
                  </a:cubicBezTo>
                  <a:lnTo>
                    <a:pt x="421" y="62"/>
                  </a:lnTo>
                  <a:cubicBezTo>
                    <a:pt x="379" y="19"/>
                    <a:pt x="331" y="0"/>
                    <a:pt x="285" y="0"/>
                  </a:cubicBezTo>
                  <a:close/>
                </a:path>
              </a:pathLst>
            </a:custGeom>
            <a:solidFill>
              <a:srgbClr val="3D3D3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120" name="Google Shape;10120;p41"/>
            <p:cNvSpPr/>
            <p:nvPr/>
          </p:nvSpPr>
          <p:spPr>
            <a:xfrm>
              <a:off x="6119686" y="2557939"/>
              <a:ext cx="19652" cy="15869"/>
            </a:xfrm>
            <a:custGeom>
              <a:rect b="b" l="l" r="r" t="t"/>
              <a:pathLst>
                <a:path extrusionOk="0" h="604" w="748">
                  <a:moveTo>
                    <a:pt x="285" y="1"/>
                  </a:moveTo>
                  <a:cubicBezTo>
                    <a:pt x="131" y="1"/>
                    <a:pt x="0" y="202"/>
                    <a:pt x="144" y="347"/>
                  </a:cubicBezTo>
                  <a:lnTo>
                    <a:pt x="345" y="548"/>
                  </a:lnTo>
                  <a:cubicBezTo>
                    <a:pt x="380" y="582"/>
                    <a:pt x="429" y="603"/>
                    <a:pt x="484" y="603"/>
                  </a:cubicBezTo>
                  <a:cubicBezTo>
                    <a:pt x="658" y="603"/>
                    <a:pt x="748" y="388"/>
                    <a:pt x="623" y="263"/>
                  </a:cubicBezTo>
                  <a:lnTo>
                    <a:pt x="422" y="62"/>
                  </a:lnTo>
                  <a:cubicBezTo>
                    <a:pt x="379" y="19"/>
                    <a:pt x="331" y="1"/>
                    <a:pt x="285" y="1"/>
                  </a:cubicBezTo>
                  <a:close/>
                </a:path>
              </a:pathLst>
            </a:custGeom>
            <a:solidFill>
              <a:srgbClr val="3D3D3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121" name="Google Shape;10121;p41"/>
            <p:cNvSpPr/>
            <p:nvPr/>
          </p:nvSpPr>
          <p:spPr>
            <a:xfrm>
              <a:off x="6120185" y="2391556"/>
              <a:ext cx="19652" cy="15869"/>
            </a:xfrm>
            <a:custGeom>
              <a:rect b="b" l="l" r="r" t="t"/>
              <a:pathLst>
                <a:path extrusionOk="0" h="604" w="748">
                  <a:moveTo>
                    <a:pt x="466" y="0"/>
                  </a:moveTo>
                  <a:cubicBezTo>
                    <a:pt x="419" y="0"/>
                    <a:pt x="370" y="19"/>
                    <a:pt x="326" y="62"/>
                  </a:cubicBezTo>
                  <a:lnTo>
                    <a:pt x="125" y="264"/>
                  </a:lnTo>
                  <a:cubicBezTo>
                    <a:pt x="0" y="388"/>
                    <a:pt x="84" y="603"/>
                    <a:pt x="264" y="603"/>
                  </a:cubicBezTo>
                  <a:cubicBezTo>
                    <a:pt x="313" y="603"/>
                    <a:pt x="368" y="583"/>
                    <a:pt x="403" y="541"/>
                  </a:cubicBezTo>
                  <a:lnTo>
                    <a:pt x="604" y="340"/>
                  </a:lnTo>
                  <a:cubicBezTo>
                    <a:pt x="747" y="196"/>
                    <a:pt x="618" y="0"/>
                    <a:pt x="466" y="0"/>
                  </a:cubicBezTo>
                  <a:close/>
                </a:path>
              </a:pathLst>
            </a:custGeom>
            <a:solidFill>
              <a:srgbClr val="3D3D3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122" name="Google Shape;10122;p41"/>
            <p:cNvSpPr/>
            <p:nvPr/>
          </p:nvSpPr>
          <p:spPr>
            <a:xfrm>
              <a:off x="5953617" y="2557939"/>
              <a:ext cx="19862" cy="15869"/>
            </a:xfrm>
            <a:custGeom>
              <a:rect b="b" l="l" r="r" t="t"/>
              <a:pathLst>
                <a:path extrusionOk="0" h="604" w="756">
                  <a:moveTo>
                    <a:pt x="465" y="1"/>
                  </a:moveTo>
                  <a:cubicBezTo>
                    <a:pt x="418" y="1"/>
                    <a:pt x="370" y="19"/>
                    <a:pt x="327" y="62"/>
                  </a:cubicBezTo>
                  <a:lnTo>
                    <a:pt x="126" y="263"/>
                  </a:lnTo>
                  <a:cubicBezTo>
                    <a:pt x="1" y="388"/>
                    <a:pt x="91" y="603"/>
                    <a:pt x="264" y="603"/>
                  </a:cubicBezTo>
                  <a:cubicBezTo>
                    <a:pt x="320" y="603"/>
                    <a:pt x="368" y="582"/>
                    <a:pt x="403" y="548"/>
                  </a:cubicBezTo>
                  <a:lnTo>
                    <a:pt x="611" y="347"/>
                  </a:lnTo>
                  <a:cubicBezTo>
                    <a:pt x="755" y="202"/>
                    <a:pt x="620" y="1"/>
                    <a:pt x="465" y="1"/>
                  </a:cubicBezTo>
                  <a:close/>
                </a:path>
              </a:pathLst>
            </a:custGeom>
            <a:solidFill>
              <a:srgbClr val="3D3D3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123" name="Google Shape;10123;p41"/>
            <p:cNvSpPr/>
            <p:nvPr/>
          </p:nvSpPr>
          <p:spPr>
            <a:xfrm>
              <a:off x="5927056" y="2429887"/>
              <a:ext cx="21859" cy="13425"/>
            </a:xfrm>
            <a:custGeom>
              <a:rect b="b" l="l" r="r" t="t"/>
              <a:pathLst>
                <a:path extrusionOk="0" h="511" w="832">
                  <a:moveTo>
                    <a:pt x="289" y="0"/>
                  </a:moveTo>
                  <a:cubicBezTo>
                    <a:pt x="98" y="0"/>
                    <a:pt x="1" y="295"/>
                    <a:pt x="214" y="386"/>
                  </a:cubicBezTo>
                  <a:lnTo>
                    <a:pt x="478" y="497"/>
                  </a:lnTo>
                  <a:cubicBezTo>
                    <a:pt x="499" y="504"/>
                    <a:pt x="526" y="511"/>
                    <a:pt x="554" y="511"/>
                  </a:cubicBezTo>
                  <a:cubicBezTo>
                    <a:pt x="769" y="511"/>
                    <a:pt x="831" y="213"/>
                    <a:pt x="630" y="129"/>
                  </a:cubicBezTo>
                  <a:lnTo>
                    <a:pt x="374" y="18"/>
                  </a:lnTo>
                  <a:cubicBezTo>
                    <a:pt x="344" y="6"/>
                    <a:pt x="316" y="0"/>
                    <a:pt x="289" y="0"/>
                  </a:cubicBezTo>
                  <a:close/>
                </a:path>
              </a:pathLst>
            </a:custGeom>
            <a:solidFill>
              <a:srgbClr val="3D3D3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124" name="Google Shape;10124;p41"/>
            <p:cNvSpPr/>
            <p:nvPr/>
          </p:nvSpPr>
          <p:spPr>
            <a:xfrm>
              <a:off x="6143751" y="2522077"/>
              <a:ext cx="21832" cy="13452"/>
            </a:xfrm>
            <a:custGeom>
              <a:rect b="b" l="l" r="r" t="t"/>
              <a:pathLst>
                <a:path extrusionOk="0" h="512" w="831">
                  <a:moveTo>
                    <a:pt x="287" y="0"/>
                  </a:moveTo>
                  <a:cubicBezTo>
                    <a:pt x="97" y="0"/>
                    <a:pt x="1" y="289"/>
                    <a:pt x="213" y="380"/>
                  </a:cubicBezTo>
                  <a:lnTo>
                    <a:pt x="477" y="491"/>
                  </a:lnTo>
                  <a:cubicBezTo>
                    <a:pt x="498" y="505"/>
                    <a:pt x="525" y="512"/>
                    <a:pt x="553" y="512"/>
                  </a:cubicBezTo>
                  <a:cubicBezTo>
                    <a:pt x="768" y="512"/>
                    <a:pt x="831" y="213"/>
                    <a:pt x="629" y="130"/>
                  </a:cubicBezTo>
                  <a:lnTo>
                    <a:pt x="373" y="19"/>
                  </a:lnTo>
                  <a:cubicBezTo>
                    <a:pt x="343" y="6"/>
                    <a:pt x="314" y="0"/>
                    <a:pt x="287" y="0"/>
                  </a:cubicBezTo>
                  <a:close/>
                </a:path>
              </a:pathLst>
            </a:custGeom>
            <a:solidFill>
              <a:srgbClr val="3D3D3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125" name="Google Shape;10125;p41"/>
            <p:cNvSpPr/>
            <p:nvPr/>
          </p:nvSpPr>
          <p:spPr>
            <a:xfrm>
              <a:off x="6084822" y="2365730"/>
              <a:ext cx="15816" cy="17261"/>
            </a:xfrm>
            <a:custGeom>
              <a:rect b="b" l="l" r="r" t="t"/>
              <a:pathLst>
                <a:path extrusionOk="0" h="657" w="602">
                  <a:moveTo>
                    <a:pt x="345" y="0"/>
                  </a:moveTo>
                  <a:cubicBezTo>
                    <a:pt x="275" y="0"/>
                    <a:pt x="204" y="37"/>
                    <a:pt x="167" y="123"/>
                  </a:cubicBezTo>
                  <a:lnTo>
                    <a:pt x="56" y="386"/>
                  </a:lnTo>
                  <a:cubicBezTo>
                    <a:pt x="1" y="511"/>
                    <a:pt x="98" y="657"/>
                    <a:pt x="237" y="657"/>
                  </a:cubicBezTo>
                  <a:cubicBezTo>
                    <a:pt x="320" y="657"/>
                    <a:pt x="389" y="608"/>
                    <a:pt x="424" y="539"/>
                  </a:cubicBezTo>
                  <a:lnTo>
                    <a:pt x="535" y="276"/>
                  </a:lnTo>
                  <a:cubicBezTo>
                    <a:pt x="602" y="119"/>
                    <a:pt x="473" y="0"/>
                    <a:pt x="345" y="0"/>
                  </a:cubicBezTo>
                  <a:close/>
                </a:path>
              </a:pathLst>
            </a:custGeom>
            <a:solidFill>
              <a:srgbClr val="3D3D3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126" name="Google Shape;10126;p41"/>
            <p:cNvSpPr/>
            <p:nvPr/>
          </p:nvSpPr>
          <p:spPr>
            <a:xfrm>
              <a:off x="5992632" y="2582399"/>
              <a:ext cx="15816" cy="17287"/>
            </a:xfrm>
            <a:custGeom>
              <a:rect b="b" l="l" r="r" t="t"/>
              <a:pathLst>
                <a:path extrusionOk="0" h="658" w="602">
                  <a:moveTo>
                    <a:pt x="350" y="0"/>
                  </a:moveTo>
                  <a:cubicBezTo>
                    <a:pt x="280" y="0"/>
                    <a:pt x="211" y="37"/>
                    <a:pt x="174" y="123"/>
                  </a:cubicBezTo>
                  <a:lnTo>
                    <a:pt x="56" y="387"/>
                  </a:lnTo>
                  <a:cubicBezTo>
                    <a:pt x="0" y="511"/>
                    <a:pt x="97" y="657"/>
                    <a:pt x="243" y="657"/>
                  </a:cubicBezTo>
                  <a:cubicBezTo>
                    <a:pt x="319" y="657"/>
                    <a:pt x="396" y="609"/>
                    <a:pt x="423" y="539"/>
                  </a:cubicBezTo>
                  <a:lnTo>
                    <a:pt x="534" y="276"/>
                  </a:lnTo>
                  <a:cubicBezTo>
                    <a:pt x="601" y="119"/>
                    <a:pt x="475" y="0"/>
                    <a:pt x="350" y="0"/>
                  </a:cubicBezTo>
                  <a:close/>
                </a:path>
              </a:pathLst>
            </a:custGeom>
            <a:solidFill>
              <a:srgbClr val="3D3D3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127" name="Google Shape;10127;p41"/>
            <p:cNvSpPr/>
            <p:nvPr/>
          </p:nvSpPr>
          <p:spPr>
            <a:xfrm>
              <a:off x="5994445" y="2364758"/>
              <a:ext cx="15527" cy="17524"/>
            </a:xfrm>
            <a:custGeom>
              <a:rect b="b" l="l" r="r" t="t"/>
              <a:pathLst>
                <a:path extrusionOk="0" h="667" w="591">
                  <a:moveTo>
                    <a:pt x="255" y="1"/>
                  </a:moveTo>
                  <a:cubicBezTo>
                    <a:pt x="129" y="1"/>
                    <a:pt x="1" y="118"/>
                    <a:pt x="63" y="278"/>
                  </a:cubicBezTo>
                  <a:lnTo>
                    <a:pt x="174" y="541"/>
                  </a:lnTo>
                  <a:cubicBezTo>
                    <a:pt x="202" y="611"/>
                    <a:pt x="271" y="659"/>
                    <a:pt x="354" y="666"/>
                  </a:cubicBezTo>
                  <a:cubicBezTo>
                    <a:pt x="493" y="666"/>
                    <a:pt x="590" y="521"/>
                    <a:pt x="542" y="389"/>
                  </a:cubicBezTo>
                  <a:lnTo>
                    <a:pt x="431" y="125"/>
                  </a:lnTo>
                  <a:cubicBezTo>
                    <a:pt x="396" y="38"/>
                    <a:pt x="326" y="1"/>
                    <a:pt x="255" y="1"/>
                  </a:cubicBezTo>
                  <a:close/>
                </a:path>
              </a:pathLst>
            </a:custGeom>
            <a:solidFill>
              <a:srgbClr val="3D3D3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128" name="Google Shape;10128;p41"/>
            <p:cNvSpPr/>
            <p:nvPr/>
          </p:nvSpPr>
          <p:spPr>
            <a:xfrm>
              <a:off x="6082641" y="2583161"/>
              <a:ext cx="15527" cy="17419"/>
            </a:xfrm>
            <a:custGeom>
              <a:rect b="b" l="l" r="r" t="t"/>
              <a:pathLst>
                <a:path extrusionOk="0" h="663" w="591">
                  <a:moveTo>
                    <a:pt x="254" y="1"/>
                  </a:moveTo>
                  <a:cubicBezTo>
                    <a:pt x="129" y="1"/>
                    <a:pt x="1" y="119"/>
                    <a:pt x="63" y="274"/>
                  </a:cubicBezTo>
                  <a:lnTo>
                    <a:pt x="174" y="538"/>
                  </a:lnTo>
                  <a:cubicBezTo>
                    <a:pt x="202" y="614"/>
                    <a:pt x="271" y="663"/>
                    <a:pt x="354" y="663"/>
                  </a:cubicBezTo>
                  <a:cubicBezTo>
                    <a:pt x="493" y="663"/>
                    <a:pt x="590" y="524"/>
                    <a:pt x="542" y="392"/>
                  </a:cubicBezTo>
                  <a:lnTo>
                    <a:pt x="431" y="129"/>
                  </a:lnTo>
                  <a:cubicBezTo>
                    <a:pt x="396" y="39"/>
                    <a:pt x="325" y="1"/>
                    <a:pt x="254" y="1"/>
                  </a:cubicBezTo>
                  <a:close/>
                </a:path>
              </a:pathLst>
            </a:custGeom>
            <a:solidFill>
              <a:srgbClr val="3D3D3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129" name="Google Shape;10129;p41"/>
            <p:cNvSpPr/>
            <p:nvPr/>
          </p:nvSpPr>
          <p:spPr>
            <a:xfrm>
              <a:off x="6144776" y="2431936"/>
              <a:ext cx="22069" cy="13399"/>
            </a:xfrm>
            <a:custGeom>
              <a:rect b="b" l="l" r="r" t="t"/>
              <a:pathLst>
                <a:path extrusionOk="0" h="510" w="840">
                  <a:moveTo>
                    <a:pt x="552" y="1"/>
                  </a:moveTo>
                  <a:cubicBezTo>
                    <a:pt x="527" y="1"/>
                    <a:pt x="500" y="6"/>
                    <a:pt x="473" y="17"/>
                  </a:cubicBezTo>
                  <a:lnTo>
                    <a:pt x="209" y="128"/>
                  </a:lnTo>
                  <a:cubicBezTo>
                    <a:pt x="1" y="204"/>
                    <a:pt x="63" y="509"/>
                    <a:pt x="285" y="509"/>
                  </a:cubicBezTo>
                  <a:cubicBezTo>
                    <a:pt x="306" y="509"/>
                    <a:pt x="334" y="502"/>
                    <a:pt x="355" y="495"/>
                  </a:cubicBezTo>
                  <a:lnTo>
                    <a:pt x="618" y="384"/>
                  </a:lnTo>
                  <a:cubicBezTo>
                    <a:pt x="839" y="298"/>
                    <a:pt x="745" y="1"/>
                    <a:pt x="552" y="1"/>
                  </a:cubicBezTo>
                  <a:close/>
                </a:path>
              </a:pathLst>
            </a:custGeom>
            <a:solidFill>
              <a:srgbClr val="3D3D3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130" name="Google Shape;10130;p41"/>
            <p:cNvSpPr/>
            <p:nvPr/>
          </p:nvSpPr>
          <p:spPr>
            <a:xfrm>
              <a:off x="5926530" y="2520081"/>
              <a:ext cx="21964" cy="13268"/>
            </a:xfrm>
            <a:custGeom>
              <a:rect b="b" l="l" r="r" t="t"/>
              <a:pathLst>
                <a:path extrusionOk="0" h="505" w="836">
                  <a:moveTo>
                    <a:pt x="553" y="1"/>
                  </a:moveTo>
                  <a:cubicBezTo>
                    <a:pt x="527" y="1"/>
                    <a:pt x="499" y="6"/>
                    <a:pt x="470" y="19"/>
                  </a:cubicBezTo>
                  <a:lnTo>
                    <a:pt x="206" y="123"/>
                  </a:lnTo>
                  <a:cubicBezTo>
                    <a:pt x="1" y="205"/>
                    <a:pt x="59" y="504"/>
                    <a:pt x="275" y="504"/>
                  </a:cubicBezTo>
                  <a:cubicBezTo>
                    <a:pt x="278" y="504"/>
                    <a:pt x="280" y="504"/>
                    <a:pt x="283" y="504"/>
                  </a:cubicBezTo>
                  <a:lnTo>
                    <a:pt x="276" y="504"/>
                  </a:lnTo>
                  <a:cubicBezTo>
                    <a:pt x="303" y="504"/>
                    <a:pt x="331" y="504"/>
                    <a:pt x="352" y="490"/>
                  </a:cubicBezTo>
                  <a:lnTo>
                    <a:pt x="616" y="386"/>
                  </a:lnTo>
                  <a:cubicBezTo>
                    <a:pt x="835" y="301"/>
                    <a:pt x="744" y="1"/>
                    <a:pt x="553" y="1"/>
                  </a:cubicBezTo>
                  <a:close/>
                </a:path>
              </a:pathLst>
            </a:custGeom>
            <a:solidFill>
              <a:srgbClr val="3D3D3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0131" name="Google Shape;10131;p41"/>
          <p:cNvGrpSpPr/>
          <p:nvPr/>
        </p:nvGrpSpPr>
        <p:grpSpPr>
          <a:xfrm>
            <a:off x="6863329" y="2297710"/>
            <a:ext cx="391460" cy="370127"/>
            <a:chOff x="6863329" y="2297710"/>
            <a:chExt cx="391460" cy="370127"/>
          </a:xfrm>
        </p:grpSpPr>
        <p:sp>
          <p:nvSpPr>
            <p:cNvPr id="10132" name="Google Shape;10132;p41"/>
            <p:cNvSpPr/>
            <p:nvPr/>
          </p:nvSpPr>
          <p:spPr>
            <a:xfrm>
              <a:off x="6979033" y="2297710"/>
              <a:ext cx="272603" cy="342961"/>
            </a:xfrm>
            <a:custGeom>
              <a:rect b="b" l="l" r="r" t="t"/>
              <a:pathLst>
                <a:path extrusionOk="0" h="13054" w="10376">
                  <a:moveTo>
                    <a:pt x="3589" y="0"/>
                  </a:moveTo>
                  <a:cubicBezTo>
                    <a:pt x="3379" y="0"/>
                    <a:pt x="3193" y="25"/>
                    <a:pt x="3060" y="48"/>
                  </a:cubicBezTo>
                  <a:cubicBezTo>
                    <a:pt x="2942" y="69"/>
                    <a:pt x="2851" y="180"/>
                    <a:pt x="2851" y="305"/>
                  </a:cubicBezTo>
                  <a:lnTo>
                    <a:pt x="2851" y="3468"/>
                  </a:lnTo>
                  <a:lnTo>
                    <a:pt x="1" y="7089"/>
                  </a:lnTo>
                  <a:lnTo>
                    <a:pt x="1" y="12270"/>
                  </a:lnTo>
                  <a:lnTo>
                    <a:pt x="1554" y="13054"/>
                  </a:lnTo>
                  <a:lnTo>
                    <a:pt x="8525" y="13054"/>
                  </a:lnTo>
                  <a:cubicBezTo>
                    <a:pt x="9101" y="13054"/>
                    <a:pt x="9573" y="12596"/>
                    <a:pt x="9587" y="12027"/>
                  </a:cubicBezTo>
                  <a:cubicBezTo>
                    <a:pt x="9587" y="11521"/>
                    <a:pt x="9233" y="11091"/>
                    <a:pt x="8740" y="11001"/>
                  </a:cubicBezTo>
                  <a:lnTo>
                    <a:pt x="8740" y="10980"/>
                  </a:lnTo>
                  <a:lnTo>
                    <a:pt x="8803" y="10980"/>
                  </a:lnTo>
                  <a:cubicBezTo>
                    <a:pt x="9351" y="10973"/>
                    <a:pt x="9802" y="10550"/>
                    <a:pt x="9836" y="10009"/>
                  </a:cubicBezTo>
                  <a:cubicBezTo>
                    <a:pt x="9864" y="9461"/>
                    <a:pt x="9476" y="8982"/>
                    <a:pt x="8935" y="8913"/>
                  </a:cubicBezTo>
                  <a:lnTo>
                    <a:pt x="8935" y="8899"/>
                  </a:lnTo>
                  <a:cubicBezTo>
                    <a:pt x="8976" y="8899"/>
                    <a:pt x="9025" y="8906"/>
                    <a:pt x="9066" y="8906"/>
                  </a:cubicBezTo>
                  <a:cubicBezTo>
                    <a:pt x="9621" y="8899"/>
                    <a:pt x="10079" y="8455"/>
                    <a:pt x="10093" y="7900"/>
                  </a:cubicBezTo>
                  <a:cubicBezTo>
                    <a:pt x="10114" y="7345"/>
                    <a:pt x="9684" y="6874"/>
                    <a:pt x="9129" y="6832"/>
                  </a:cubicBezTo>
                  <a:lnTo>
                    <a:pt x="9129" y="6811"/>
                  </a:lnTo>
                  <a:cubicBezTo>
                    <a:pt x="9196" y="6824"/>
                    <a:pt x="9262" y="6830"/>
                    <a:pt x="9328" y="6830"/>
                  </a:cubicBezTo>
                  <a:cubicBezTo>
                    <a:pt x="9897" y="6830"/>
                    <a:pt x="10375" y="6361"/>
                    <a:pt x="10356" y="5764"/>
                  </a:cubicBezTo>
                  <a:cubicBezTo>
                    <a:pt x="10336" y="5202"/>
                    <a:pt x="9871" y="4758"/>
                    <a:pt x="9302" y="4758"/>
                  </a:cubicBezTo>
                  <a:lnTo>
                    <a:pt x="5439" y="4758"/>
                  </a:lnTo>
                  <a:lnTo>
                    <a:pt x="5439" y="2171"/>
                  </a:lnTo>
                  <a:cubicBezTo>
                    <a:pt x="5439" y="324"/>
                    <a:pt x="4356" y="0"/>
                    <a:pt x="3589" y="0"/>
                  </a:cubicBez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133" name="Google Shape;10133;p41"/>
            <p:cNvSpPr/>
            <p:nvPr/>
          </p:nvSpPr>
          <p:spPr>
            <a:xfrm>
              <a:off x="6979033" y="2606386"/>
              <a:ext cx="255342" cy="34286"/>
            </a:xfrm>
            <a:custGeom>
              <a:rect b="b" l="l" r="r" t="t"/>
              <a:pathLst>
                <a:path extrusionOk="0" h="1305" w="9719">
                  <a:moveTo>
                    <a:pt x="1" y="1"/>
                  </a:moveTo>
                  <a:lnTo>
                    <a:pt x="1" y="521"/>
                  </a:lnTo>
                  <a:lnTo>
                    <a:pt x="1554" y="1305"/>
                  </a:lnTo>
                  <a:lnTo>
                    <a:pt x="8546" y="1305"/>
                  </a:lnTo>
                  <a:cubicBezTo>
                    <a:pt x="9226" y="1298"/>
                    <a:pt x="9718" y="660"/>
                    <a:pt x="9552" y="8"/>
                  </a:cubicBezTo>
                  <a:lnTo>
                    <a:pt x="9552" y="8"/>
                  </a:lnTo>
                  <a:cubicBezTo>
                    <a:pt x="9434" y="465"/>
                    <a:pt x="9018" y="778"/>
                    <a:pt x="8546" y="785"/>
                  </a:cubicBezTo>
                  <a:lnTo>
                    <a:pt x="1554" y="785"/>
                  </a:lnTo>
                  <a:lnTo>
                    <a:pt x="1" y="1"/>
                  </a:lnTo>
                  <a:close/>
                </a:path>
              </a:pathLst>
            </a:custGeom>
            <a:solidFill>
              <a:srgbClr val="667E9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134" name="Google Shape;10134;p41"/>
            <p:cNvSpPr/>
            <p:nvPr/>
          </p:nvSpPr>
          <p:spPr>
            <a:xfrm>
              <a:off x="7176392" y="2552081"/>
              <a:ext cx="64709" cy="34102"/>
            </a:xfrm>
            <a:custGeom>
              <a:rect b="b" l="l" r="r" t="t"/>
              <a:pathLst>
                <a:path extrusionOk="0" h="1298" w="2463">
                  <a:moveTo>
                    <a:pt x="2296" y="1"/>
                  </a:moveTo>
                  <a:cubicBezTo>
                    <a:pt x="2179" y="459"/>
                    <a:pt x="1769" y="778"/>
                    <a:pt x="1298" y="778"/>
                  </a:cubicBezTo>
                  <a:lnTo>
                    <a:pt x="1" y="778"/>
                  </a:lnTo>
                  <a:lnTo>
                    <a:pt x="1" y="1298"/>
                  </a:lnTo>
                  <a:lnTo>
                    <a:pt x="1298" y="1298"/>
                  </a:lnTo>
                  <a:cubicBezTo>
                    <a:pt x="1970" y="1291"/>
                    <a:pt x="2463" y="653"/>
                    <a:pt x="2296" y="1"/>
                  </a:cubicBezTo>
                  <a:close/>
                </a:path>
              </a:pathLst>
            </a:custGeom>
            <a:solidFill>
              <a:srgbClr val="667E9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135" name="Google Shape;10135;p41"/>
            <p:cNvSpPr/>
            <p:nvPr/>
          </p:nvSpPr>
          <p:spPr>
            <a:xfrm>
              <a:off x="7176392" y="2497591"/>
              <a:ext cx="71461" cy="34102"/>
            </a:xfrm>
            <a:custGeom>
              <a:rect b="b" l="l" r="r" t="t"/>
              <a:pathLst>
                <a:path extrusionOk="0" h="1298" w="2720">
                  <a:moveTo>
                    <a:pt x="2560" y="1"/>
                  </a:moveTo>
                  <a:lnTo>
                    <a:pt x="2560" y="1"/>
                  </a:lnTo>
                  <a:cubicBezTo>
                    <a:pt x="2435" y="459"/>
                    <a:pt x="2026" y="778"/>
                    <a:pt x="1554" y="778"/>
                  </a:cubicBezTo>
                  <a:lnTo>
                    <a:pt x="1" y="778"/>
                  </a:lnTo>
                  <a:lnTo>
                    <a:pt x="1" y="1298"/>
                  </a:lnTo>
                  <a:lnTo>
                    <a:pt x="1554" y="1298"/>
                  </a:lnTo>
                  <a:cubicBezTo>
                    <a:pt x="2227" y="1291"/>
                    <a:pt x="2720" y="660"/>
                    <a:pt x="2560" y="1"/>
                  </a:cubicBezTo>
                  <a:close/>
                </a:path>
              </a:pathLst>
            </a:custGeom>
            <a:solidFill>
              <a:srgbClr val="667E9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136" name="Google Shape;10136;p41"/>
            <p:cNvSpPr/>
            <p:nvPr/>
          </p:nvSpPr>
          <p:spPr>
            <a:xfrm>
              <a:off x="7176392" y="2443286"/>
              <a:ext cx="78397" cy="33944"/>
            </a:xfrm>
            <a:custGeom>
              <a:rect b="b" l="l" r="r" t="t"/>
              <a:pathLst>
                <a:path extrusionOk="0" h="1292" w="2984">
                  <a:moveTo>
                    <a:pt x="2817" y="1"/>
                  </a:moveTo>
                  <a:lnTo>
                    <a:pt x="2817" y="1"/>
                  </a:lnTo>
                  <a:cubicBezTo>
                    <a:pt x="2699" y="452"/>
                    <a:pt x="2283" y="771"/>
                    <a:pt x="1811" y="771"/>
                  </a:cubicBezTo>
                  <a:lnTo>
                    <a:pt x="1" y="771"/>
                  </a:lnTo>
                  <a:lnTo>
                    <a:pt x="1" y="1291"/>
                  </a:lnTo>
                  <a:lnTo>
                    <a:pt x="1811" y="1291"/>
                  </a:lnTo>
                  <a:cubicBezTo>
                    <a:pt x="2491" y="1291"/>
                    <a:pt x="2983" y="653"/>
                    <a:pt x="2817" y="1"/>
                  </a:cubicBezTo>
                  <a:close/>
                </a:path>
              </a:pathLst>
            </a:custGeom>
            <a:solidFill>
              <a:srgbClr val="667E9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137" name="Google Shape;10137;p41"/>
            <p:cNvSpPr/>
            <p:nvPr/>
          </p:nvSpPr>
          <p:spPr>
            <a:xfrm>
              <a:off x="6863329" y="2450038"/>
              <a:ext cx="122666" cy="217799"/>
            </a:xfrm>
            <a:custGeom>
              <a:rect b="b" l="l" r="r" t="t"/>
              <a:pathLst>
                <a:path extrusionOk="0" h="8290" w="4669">
                  <a:moveTo>
                    <a:pt x="3897" y="0"/>
                  </a:moveTo>
                  <a:cubicBezTo>
                    <a:pt x="3893" y="0"/>
                    <a:pt x="3889" y="0"/>
                    <a:pt x="3884" y="1"/>
                  </a:cubicBezTo>
                  <a:lnTo>
                    <a:pt x="777" y="1"/>
                  </a:lnTo>
                  <a:cubicBezTo>
                    <a:pt x="347" y="1"/>
                    <a:pt x="0" y="347"/>
                    <a:pt x="0" y="777"/>
                  </a:cubicBezTo>
                  <a:lnTo>
                    <a:pt x="0" y="7512"/>
                  </a:lnTo>
                  <a:cubicBezTo>
                    <a:pt x="0" y="7942"/>
                    <a:pt x="347" y="8289"/>
                    <a:pt x="777" y="8289"/>
                  </a:cubicBezTo>
                  <a:lnTo>
                    <a:pt x="3884" y="8289"/>
                  </a:lnTo>
                  <a:cubicBezTo>
                    <a:pt x="4321" y="8289"/>
                    <a:pt x="4668" y="7942"/>
                    <a:pt x="4668" y="7512"/>
                  </a:cubicBezTo>
                  <a:lnTo>
                    <a:pt x="4668" y="777"/>
                  </a:lnTo>
                  <a:cubicBezTo>
                    <a:pt x="4668" y="351"/>
                    <a:pt x="4321" y="0"/>
                    <a:pt x="3897" y="0"/>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138" name="Google Shape;10138;p41"/>
            <p:cNvSpPr/>
            <p:nvPr/>
          </p:nvSpPr>
          <p:spPr>
            <a:xfrm>
              <a:off x="6863329" y="2449854"/>
              <a:ext cx="41011" cy="217983"/>
            </a:xfrm>
            <a:custGeom>
              <a:rect b="b" l="l" r="r" t="t"/>
              <a:pathLst>
                <a:path extrusionOk="0" h="8297" w="1561">
                  <a:moveTo>
                    <a:pt x="777" y="1"/>
                  </a:moveTo>
                  <a:cubicBezTo>
                    <a:pt x="347" y="1"/>
                    <a:pt x="0" y="347"/>
                    <a:pt x="0" y="784"/>
                  </a:cubicBezTo>
                  <a:lnTo>
                    <a:pt x="0" y="7519"/>
                  </a:lnTo>
                  <a:cubicBezTo>
                    <a:pt x="0" y="7949"/>
                    <a:pt x="347" y="8296"/>
                    <a:pt x="777" y="8296"/>
                  </a:cubicBezTo>
                  <a:lnTo>
                    <a:pt x="1561" y="8296"/>
                  </a:lnTo>
                  <a:cubicBezTo>
                    <a:pt x="1131" y="8296"/>
                    <a:pt x="777" y="7949"/>
                    <a:pt x="777" y="7519"/>
                  </a:cubicBezTo>
                  <a:lnTo>
                    <a:pt x="777" y="784"/>
                  </a:lnTo>
                  <a:cubicBezTo>
                    <a:pt x="777" y="347"/>
                    <a:pt x="1131" y="1"/>
                    <a:pt x="1561" y="1"/>
                  </a:cubicBezTo>
                  <a:close/>
                </a:path>
              </a:pathLst>
            </a:custGeom>
            <a:solidFill>
              <a:srgbClr val="445D7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139" name="Google Shape;10139;p41"/>
            <p:cNvSpPr/>
            <p:nvPr/>
          </p:nvSpPr>
          <p:spPr>
            <a:xfrm>
              <a:off x="6917818" y="2599660"/>
              <a:ext cx="40827" cy="40827"/>
            </a:xfrm>
            <a:custGeom>
              <a:rect b="b" l="l" r="r" t="t"/>
              <a:pathLst>
                <a:path extrusionOk="0" h="1554" w="1554">
                  <a:moveTo>
                    <a:pt x="777" y="0"/>
                  </a:moveTo>
                  <a:cubicBezTo>
                    <a:pt x="347" y="0"/>
                    <a:pt x="0" y="347"/>
                    <a:pt x="0" y="777"/>
                  </a:cubicBezTo>
                  <a:cubicBezTo>
                    <a:pt x="0" y="1207"/>
                    <a:pt x="347" y="1554"/>
                    <a:pt x="777" y="1554"/>
                  </a:cubicBezTo>
                  <a:cubicBezTo>
                    <a:pt x="1207" y="1554"/>
                    <a:pt x="1554" y="1207"/>
                    <a:pt x="1554" y="777"/>
                  </a:cubicBezTo>
                  <a:cubicBezTo>
                    <a:pt x="1554" y="347"/>
                    <a:pt x="1207" y="0"/>
                    <a:pt x="777" y="0"/>
                  </a:cubicBezTo>
                  <a:close/>
                </a:path>
              </a:pathLst>
            </a:custGeom>
            <a:solidFill>
              <a:srgbClr val="445D7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140" name="Google Shape;10140;p41"/>
            <p:cNvSpPr/>
            <p:nvPr/>
          </p:nvSpPr>
          <p:spPr>
            <a:xfrm>
              <a:off x="6924544" y="2606386"/>
              <a:ext cx="27376" cy="27376"/>
            </a:xfrm>
            <a:custGeom>
              <a:rect b="b" l="l" r="r" t="t"/>
              <a:pathLst>
                <a:path extrusionOk="0" h="1042" w="1042">
                  <a:moveTo>
                    <a:pt x="521" y="1"/>
                  </a:moveTo>
                  <a:cubicBezTo>
                    <a:pt x="237" y="1"/>
                    <a:pt x="1" y="237"/>
                    <a:pt x="1" y="521"/>
                  </a:cubicBezTo>
                  <a:cubicBezTo>
                    <a:pt x="1" y="805"/>
                    <a:pt x="237" y="1041"/>
                    <a:pt x="521" y="1041"/>
                  </a:cubicBezTo>
                  <a:cubicBezTo>
                    <a:pt x="805" y="1041"/>
                    <a:pt x="1041" y="805"/>
                    <a:pt x="1041" y="521"/>
                  </a:cubicBezTo>
                  <a:cubicBezTo>
                    <a:pt x="1041" y="237"/>
                    <a:pt x="805" y="1"/>
                    <a:pt x="521" y="1"/>
                  </a:cubicBez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0141" name="Google Shape;10141;p41"/>
          <p:cNvGrpSpPr/>
          <p:nvPr/>
        </p:nvGrpSpPr>
        <p:grpSpPr>
          <a:xfrm>
            <a:off x="7421488" y="2318518"/>
            <a:ext cx="342620" cy="328459"/>
            <a:chOff x="7421488" y="2318518"/>
            <a:chExt cx="342620" cy="328459"/>
          </a:xfrm>
        </p:grpSpPr>
        <p:sp>
          <p:nvSpPr>
            <p:cNvPr id="10142" name="Google Shape;10142;p41"/>
            <p:cNvSpPr/>
            <p:nvPr/>
          </p:nvSpPr>
          <p:spPr>
            <a:xfrm>
              <a:off x="7531754" y="2515641"/>
              <a:ext cx="9117" cy="18969"/>
            </a:xfrm>
            <a:custGeom>
              <a:rect b="b" l="l" r="r" t="t"/>
              <a:pathLst>
                <a:path extrusionOk="0" h="722" w="347">
                  <a:moveTo>
                    <a:pt x="305" y="1"/>
                  </a:moveTo>
                  <a:lnTo>
                    <a:pt x="0" y="299"/>
                  </a:lnTo>
                  <a:cubicBezTo>
                    <a:pt x="104" y="451"/>
                    <a:pt x="222" y="590"/>
                    <a:pt x="347" y="722"/>
                  </a:cubicBezTo>
                  <a:cubicBezTo>
                    <a:pt x="319" y="479"/>
                    <a:pt x="305" y="236"/>
                    <a:pt x="305" y="1"/>
                  </a:cubicBezTo>
                  <a:close/>
                </a:path>
              </a:pathLst>
            </a:custGeom>
            <a:solidFill>
              <a:srgbClr val="667E9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143" name="Google Shape;10143;p41"/>
            <p:cNvSpPr/>
            <p:nvPr/>
          </p:nvSpPr>
          <p:spPr>
            <a:xfrm>
              <a:off x="7540844" y="2339983"/>
              <a:ext cx="223264" cy="234902"/>
            </a:xfrm>
            <a:custGeom>
              <a:rect b="b" l="l" r="r" t="t"/>
              <a:pathLst>
                <a:path extrusionOk="0" h="8941" w="8498">
                  <a:moveTo>
                    <a:pt x="7409" y="0"/>
                  </a:moveTo>
                  <a:cubicBezTo>
                    <a:pt x="7409" y="0"/>
                    <a:pt x="7721" y="2081"/>
                    <a:pt x="6625" y="3170"/>
                  </a:cubicBezTo>
                  <a:lnTo>
                    <a:pt x="3178" y="6631"/>
                  </a:lnTo>
                  <a:cubicBezTo>
                    <a:pt x="2481" y="7323"/>
                    <a:pt x="1387" y="7449"/>
                    <a:pt x="681" y="7449"/>
                  </a:cubicBezTo>
                  <a:cubicBezTo>
                    <a:pt x="277" y="7449"/>
                    <a:pt x="1" y="7408"/>
                    <a:pt x="1" y="7408"/>
                  </a:cubicBezTo>
                  <a:lnTo>
                    <a:pt x="1" y="7408"/>
                  </a:lnTo>
                  <a:cubicBezTo>
                    <a:pt x="341" y="7748"/>
                    <a:pt x="764" y="7997"/>
                    <a:pt x="1236" y="8129"/>
                  </a:cubicBezTo>
                  <a:lnTo>
                    <a:pt x="2047" y="8941"/>
                  </a:lnTo>
                  <a:cubicBezTo>
                    <a:pt x="2734" y="8497"/>
                    <a:pt x="3372" y="7984"/>
                    <a:pt x="3955" y="7408"/>
                  </a:cubicBezTo>
                  <a:lnTo>
                    <a:pt x="7409" y="3947"/>
                  </a:lnTo>
                  <a:cubicBezTo>
                    <a:pt x="8498" y="2858"/>
                    <a:pt x="8498" y="1089"/>
                    <a:pt x="7409" y="0"/>
                  </a:cubicBezTo>
                  <a:close/>
                </a:path>
              </a:pathLst>
            </a:custGeom>
            <a:solidFill>
              <a:srgbClr val="445D7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144" name="Google Shape;10144;p41"/>
            <p:cNvSpPr/>
            <p:nvPr/>
          </p:nvSpPr>
          <p:spPr>
            <a:xfrm>
              <a:off x="7520456" y="2318518"/>
              <a:ext cx="235270" cy="227756"/>
            </a:xfrm>
            <a:custGeom>
              <a:rect b="b" l="l" r="r" t="t"/>
              <a:pathLst>
                <a:path extrusionOk="0" h="8669" w="8955">
                  <a:moveTo>
                    <a:pt x="6211" y="1422"/>
                  </a:moveTo>
                  <a:cubicBezTo>
                    <a:pt x="6562" y="1422"/>
                    <a:pt x="6912" y="1556"/>
                    <a:pt x="7179" y="1823"/>
                  </a:cubicBezTo>
                  <a:cubicBezTo>
                    <a:pt x="7713" y="2357"/>
                    <a:pt x="7713" y="3224"/>
                    <a:pt x="7179" y="3765"/>
                  </a:cubicBezTo>
                  <a:lnTo>
                    <a:pt x="5445" y="5499"/>
                  </a:lnTo>
                  <a:lnTo>
                    <a:pt x="5077" y="5589"/>
                  </a:lnTo>
                  <a:lnTo>
                    <a:pt x="3822" y="7122"/>
                  </a:lnTo>
                  <a:lnTo>
                    <a:pt x="3725" y="7219"/>
                  </a:lnTo>
                  <a:cubicBezTo>
                    <a:pt x="3455" y="7496"/>
                    <a:pt x="3097" y="7635"/>
                    <a:pt x="2739" y="7635"/>
                  </a:cubicBezTo>
                  <a:cubicBezTo>
                    <a:pt x="2388" y="7635"/>
                    <a:pt x="2037" y="7501"/>
                    <a:pt x="1769" y="7233"/>
                  </a:cubicBezTo>
                  <a:cubicBezTo>
                    <a:pt x="1228" y="6692"/>
                    <a:pt x="1235" y="5811"/>
                    <a:pt x="1783" y="5277"/>
                  </a:cubicBezTo>
                  <a:lnTo>
                    <a:pt x="5237" y="1823"/>
                  </a:lnTo>
                  <a:cubicBezTo>
                    <a:pt x="5507" y="1556"/>
                    <a:pt x="5859" y="1422"/>
                    <a:pt x="6211" y="1422"/>
                  </a:cubicBezTo>
                  <a:close/>
                  <a:moveTo>
                    <a:pt x="6211" y="0"/>
                  </a:moveTo>
                  <a:cubicBezTo>
                    <a:pt x="5495" y="0"/>
                    <a:pt x="4779" y="273"/>
                    <a:pt x="4231" y="817"/>
                  </a:cubicBezTo>
                  <a:lnTo>
                    <a:pt x="777" y="4271"/>
                  </a:lnTo>
                  <a:lnTo>
                    <a:pt x="0" y="6678"/>
                  </a:lnTo>
                  <a:cubicBezTo>
                    <a:pt x="63" y="7080"/>
                    <a:pt x="208" y="7469"/>
                    <a:pt x="437" y="7809"/>
                  </a:cubicBezTo>
                  <a:lnTo>
                    <a:pt x="479" y="7767"/>
                  </a:lnTo>
                  <a:cubicBezTo>
                    <a:pt x="548" y="7941"/>
                    <a:pt x="652" y="8093"/>
                    <a:pt x="784" y="8225"/>
                  </a:cubicBezTo>
                  <a:cubicBezTo>
                    <a:pt x="1082" y="8523"/>
                    <a:pt x="1494" y="8668"/>
                    <a:pt x="1951" y="8668"/>
                  </a:cubicBezTo>
                  <a:cubicBezTo>
                    <a:pt x="2079" y="8668"/>
                    <a:pt x="2211" y="8657"/>
                    <a:pt x="2345" y="8634"/>
                  </a:cubicBezTo>
                  <a:cubicBezTo>
                    <a:pt x="2948" y="8523"/>
                    <a:pt x="3600" y="8183"/>
                    <a:pt x="4148" y="7642"/>
                  </a:cubicBezTo>
                  <a:lnTo>
                    <a:pt x="7602" y="4188"/>
                  </a:lnTo>
                  <a:cubicBezTo>
                    <a:pt x="8691" y="3092"/>
                    <a:pt x="8955" y="1587"/>
                    <a:pt x="8185" y="817"/>
                  </a:cubicBezTo>
                  <a:cubicBezTo>
                    <a:pt x="7640" y="273"/>
                    <a:pt x="6926" y="0"/>
                    <a:pt x="6211" y="0"/>
                  </a:cubicBezTo>
                  <a:close/>
                </a:path>
              </a:pathLst>
            </a:custGeom>
            <a:solidFill>
              <a:srgbClr val="667E9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145" name="Google Shape;10145;p41"/>
            <p:cNvSpPr/>
            <p:nvPr/>
          </p:nvSpPr>
          <p:spPr>
            <a:xfrm>
              <a:off x="7450283" y="2573598"/>
              <a:ext cx="152013" cy="73379"/>
            </a:xfrm>
            <a:custGeom>
              <a:rect b="b" l="l" r="r" t="t"/>
              <a:pathLst>
                <a:path extrusionOk="0" h="2793" w="5786">
                  <a:moveTo>
                    <a:pt x="4370" y="0"/>
                  </a:moveTo>
                  <a:lnTo>
                    <a:pt x="3171" y="1193"/>
                  </a:lnTo>
                  <a:cubicBezTo>
                    <a:pt x="2482" y="1886"/>
                    <a:pt x="1398" y="2013"/>
                    <a:pt x="693" y="2013"/>
                  </a:cubicBezTo>
                  <a:cubicBezTo>
                    <a:pt x="283" y="2013"/>
                    <a:pt x="1" y="1970"/>
                    <a:pt x="1" y="1970"/>
                  </a:cubicBezTo>
                  <a:lnTo>
                    <a:pt x="1" y="1970"/>
                  </a:lnTo>
                  <a:cubicBezTo>
                    <a:pt x="545" y="2518"/>
                    <a:pt x="1260" y="2792"/>
                    <a:pt x="1974" y="2792"/>
                  </a:cubicBezTo>
                  <a:cubicBezTo>
                    <a:pt x="2688" y="2792"/>
                    <a:pt x="3403" y="2518"/>
                    <a:pt x="3947" y="1970"/>
                  </a:cubicBezTo>
                  <a:lnTo>
                    <a:pt x="5785" y="139"/>
                  </a:lnTo>
                  <a:lnTo>
                    <a:pt x="4370" y="0"/>
                  </a:ln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146" name="Google Shape;10146;p41"/>
            <p:cNvSpPr/>
            <p:nvPr/>
          </p:nvSpPr>
          <p:spPr>
            <a:xfrm>
              <a:off x="7565093" y="2530958"/>
              <a:ext cx="83310" cy="46713"/>
            </a:xfrm>
            <a:custGeom>
              <a:rect b="b" l="l" r="r" t="t"/>
              <a:pathLst>
                <a:path extrusionOk="0" h="1778" w="3171">
                  <a:moveTo>
                    <a:pt x="3170" y="0"/>
                  </a:moveTo>
                  <a:lnTo>
                    <a:pt x="3032" y="132"/>
                  </a:lnTo>
                  <a:cubicBezTo>
                    <a:pt x="2507" y="663"/>
                    <a:pt x="1792" y="953"/>
                    <a:pt x="1054" y="953"/>
                  </a:cubicBezTo>
                  <a:cubicBezTo>
                    <a:pt x="935" y="953"/>
                    <a:pt x="814" y="945"/>
                    <a:pt x="694" y="930"/>
                  </a:cubicBezTo>
                  <a:lnTo>
                    <a:pt x="0" y="1623"/>
                  </a:lnTo>
                  <a:cubicBezTo>
                    <a:pt x="346" y="1728"/>
                    <a:pt x="704" y="1777"/>
                    <a:pt x="1064" y="1777"/>
                  </a:cubicBezTo>
                  <a:cubicBezTo>
                    <a:pt x="1181" y="1777"/>
                    <a:pt x="1298" y="1772"/>
                    <a:pt x="1415" y="1762"/>
                  </a:cubicBezTo>
                  <a:lnTo>
                    <a:pt x="3032" y="139"/>
                  </a:lnTo>
                  <a:cubicBezTo>
                    <a:pt x="3080" y="97"/>
                    <a:pt x="3122" y="49"/>
                    <a:pt x="3170" y="0"/>
                  </a:cubicBez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147" name="Google Shape;10147;p41"/>
            <p:cNvSpPr/>
            <p:nvPr/>
          </p:nvSpPr>
          <p:spPr>
            <a:xfrm>
              <a:off x="7421488" y="2409447"/>
              <a:ext cx="236558" cy="227599"/>
            </a:xfrm>
            <a:custGeom>
              <a:rect b="b" l="l" r="r" t="t"/>
              <a:pathLst>
                <a:path extrusionOk="0" h="8663" w="9004">
                  <a:moveTo>
                    <a:pt x="6524" y="0"/>
                  </a:moveTo>
                  <a:cubicBezTo>
                    <a:pt x="5810" y="0"/>
                    <a:pt x="5095" y="273"/>
                    <a:pt x="4551" y="817"/>
                  </a:cubicBezTo>
                  <a:lnTo>
                    <a:pt x="1097" y="4271"/>
                  </a:lnTo>
                  <a:cubicBezTo>
                    <a:pt x="1" y="5360"/>
                    <a:pt x="1" y="7129"/>
                    <a:pt x="1097" y="8225"/>
                  </a:cubicBezTo>
                  <a:cubicBezTo>
                    <a:pt x="1393" y="8521"/>
                    <a:pt x="1801" y="8663"/>
                    <a:pt x="2255" y="8663"/>
                  </a:cubicBezTo>
                  <a:cubicBezTo>
                    <a:pt x="2386" y="8663"/>
                    <a:pt x="2520" y="8651"/>
                    <a:pt x="2657" y="8627"/>
                  </a:cubicBezTo>
                  <a:cubicBezTo>
                    <a:pt x="3261" y="8523"/>
                    <a:pt x="3913" y="8183"/>
                    <a:pt x="4461" y="7642"/>
                  </a:cubicBezTo>
                  <a:lnTo>
                    <a:pt x="5779" y="6325"/>
                  </a:lnTo>
                  <a:cubicBezTo>
                    <a:pt x="5779" y="6325"/>
                    <a:pt x="5632" y="6119"/>
                    <a:pt x="5240" y="6119"/>
                  </a:cubicBezTo>
                  <a:cubicBezTo>
                    <a:pt x="5206" y="6119"/>
                    <a:pt x="5171" y="6120"/>
                    <a:pt x="5134" y="6123"/>
                  </a:cubicBezTo>
                  <a:lnTo>
                    <a:pt x="4045" y="7219"/>
                  </a:lnTo>
                  <a:cubicBezTo>
                    <a:pt x="3775" y="7496"/>
                    <a:pt x="3417" y="7635"/>
                    <a:pt x="3059" y="7635"/>
                  </a:cubicBezTo>
                  <a:cubicBezTo>
                    <a:pt x="2708" y="7635"/>
                    <a:pt x="2356" y="7501"/>
                    <a:pt x="2089" y="7233"/>
                  </a:cubicBezTo>
                  <a:cubicBezTo>
                    <a:pt x="1548" y="6692"/>
                    <a:pt x="1554" y="5811"/>
                    <a:pt x="2102" y="5277"/>
                  </a:cubicBezTo>
                  <a:lnTo>
                    <a:pt x="5557" y="1823"/>
                  </a:lnTo>
                  <a:cubicBezTo>
                    <a:pt x="5820" y="1559"/>
                    <a:pt x="6168" y="1427"/>
                    <a:pt x="6517" y="1427"/>
                  </a:cubicBezTo>
                  <a:cubicBezTo>
                    <a:pt x="6847" y="1427"/>
                    <a:pt x="7177" y="1545"/>
                    <a:pt x="7436" y="1781"/>
                  </a:cubicBezTo>
                  <a:cubicBezTo>
                    <a:pt x="7977" y="2274"/>
                    <a:pt x="8040" y="3099"/>
                    <a:pt x="7582" y="3661"/>
                  </a:cubicBezTo>
                  <a:lnTo>
                    <a:pt x="8914" y="2336"/>
                  </a:lnTo>
                  <a:cubicBezTo>
                    <a:pt x="9004" y="1740"/>
                    <a:pt x="8872" y="1192"/>
                    <a:pt x="8498" y="817"/>
                  </a:cubicBezTo>
                  <a:cubicBezTo>
                    <a:pt x="7953" y="273"/>
                    <a:pt x="7239" y="0"/>
                    <a:pt x="6524" y="0"/>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148" name="Google Shape;10148;p41"/>
            <p:cNvSpPr/>
            <p:nvPr/>
          </p:nvSpPr>
          <p:spPr>
            <a:xfrm>
              <a:off x="7556161" y="2553368"/>
              <a:ext cx="36650" cy="22253"/>
            </a:xfrm>
            <a:custGeom>
              <a:rect b="b" l="l" r="r" t="t"/>
              <a:pathLst>
                <a:path extrusionOk="0" h="847" w="1395">
                  <a:moveTo>
                    <a:pt x="653" y="0"/>
                  </a:moveTo>
                  <a:lnTo>
                    <a:pt x="1" y="645"/>
                  </a:lnTo>
                  <a:cubicBezTo>
                    <a:pt x="209" y="736"/>
                    <a:pt x="431" y="798"/>
                    <a:pt x="646" y="847"/>
                  </a:cubicBezTo>
                  <a:lnTo>
                    <a:pt x="1395" y="104"/>
                  </a:lnTo>
                  <a:cubicBezTo>
                    <a:pt x="1145" y="104"/>
                    <a:pt x="895" y="70"/>
                    <a:pt x="653" y="0"/>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0149" name="Google Shape;10149;p41"/>
          <p:cNvGrpSpPr/>
          <p:nvPr/>
        </p:nvGrpSpPr>
        <p:grpSpPr>
          <a:xfrm>
            <a:off x="2508373" y="2779889"/>
            <a:ext cx="337523" cy="337680"/>
            <a:chOff x="2508373" y="2779889"/>
            <a:chExt cx="337523" cy="337680"/>
          </a:xfrm>
        </p:grpSpPr>
        <p:sp>
          <p:nvSpPr>
            <p:cNvPr id="10150" name="Google Shape;10150;p41"/>
            <p:cNvSpPr/>
            <p:nvPr/>
          </p:nvSpPr>
          <p:spPr>
            <a:xfrm>
              <a:off x="2508373" y="2779889"/>
              <a:ext cx="256971" cy="256971"/>
            </a:xfrm>
            <a:custGeom>
              <a:rect b="b" l="l" r="r" t="t"/>
              <a:pathLst>
                <a:path extrusionOk="0" h="9781" w="9781">
                  <a:moveTo>
                    <a:pt x="4585" y="0"/>
                  </a:moveTo>
                  <a:cubicBezTo>
                    <a:pt x="4377" y="0"/>
                    <a:pt x="4190" y="153"/>
                    <a:pt x="4155" y="354"/>
                  </a:cubicBezTo>
                  <a:lnTo>
                    <a:pt x="3933" y="1464"/>
                  </a:lnTo>
                  <a:cubicBezTo>
                    <a:pt x="3656" y="1540"/>
                    <a:pt x="3392" y="1651"/>
                    <a:pt x="3149" y="1790"/>
                  </a:cubicBezTo>
                  <a:lnTo>
                    <a:pt x="2213" y="1165"/>
                  </a:lnTo>
                  <a:cubicBezTo>
                    <a:pt x="2138" y="1116"/>
                    <a:pt x="2053" y="1092"/>
                    <a:pt x="1969" y="1092"/>
                  </a:cubicBezTo>
                  <a:cubicBezTo>
                    <a:pt x="1852" y="1092"/>
                    <a:pt x="1736" y="1139"/>
                    <a:pt x="1651" y="1228"/>
                  </a:cubicBezTo>
                  <a:lnTo>
                    <a:pt x="1221" y="1658"/>
                  </a:lnTo>
                  <a:cubicBezTo>
                    <a:pt x="1068" y="1803"/>
                    <a:pt x="1048" y="2039"/>
                    <a:pt x="1166" y="2220"/>
                  </a:cubicBezTo>
                  <a:lnTo>
                    <a:pt x="1790" y="3156"/>
                  </a:lnTo>
                  <a:cubicBezTo>
                    <a:pt x="1651" y="3399"/>
                    <a:pt x="1547" y="3662"/>
                    <a:pt x="1471" y="3940"/>
                  </a:cubicBezTo>
                  <a:lnTo>
                    <a:pt x="361" y="4162"/>
                  </a:lnTo>
                  <a:cubicBezTo>
                    <a:pt x="153" y="4196"/>
                    <a:pt x="7" y="4384"/>
                    <a:pt x="0" y="4592"/>
                  </a:cubicBezTo>
                  <a:lnTo>
                    <a:pt x="0" y="5202"/>
                  </a:lnTo>
                  <a:cubicBezTo>
                    <a:pt x="7" y="5410"/>
                    <a:pt x="153" y="5591"/>
                    <a:pt x="361" y="5632"/>
                  </a:cubicBezTo>
                  <a:lnTo>
                    <a:pt x="1471" y="5854"/>
                  </a:lnTo>
                  <a:cubicBezTo>
                    <a:pt x="1547" y="6125"/>
                    <a:pt x="1651" y="6388"/>
                    <a:pt x="1790" y="6638"/>
                  </a:cubicBezTo>
                  <a:lnTo>
                    <a:pt x="1166" y="7574"/>
                  </a:lnTo>
                  <a:cubicBezTo>
                    <a:pt x="1048" y="7748"/>
                    <a:pt x="1068" y="7984"/>
                    <a:pt x="1221" y="8136"/>
                  </a:cubicBezTo>
                  <a:lnTo>
                    <a:pt x="1651" y="8566"/>
                  </a:lnTo>
                  <a:cubicBezTo>
                    <a:pt x="1735" y="8650"/>
                    <a:pt x="1848" y="8692"/>
                    <a:pt x="1964" y="8692"/>
                  </a:cubicBezTo>
                  <a:cubicBezTo>
                    <a:pt x="2049" y="8692"/>
                    <a:pt x="2136" y="8669"/>
                    <a:pt x="2213" y="8622"/>
                  </a:cubicBezTo>
                  <a:lnTo>
                    <a:pt x="3156" y="7990"/>
                  </a:lnTo>
                  <a:cubicBezTo>
                    <a:pt x="3399" y="8129"/>
                    <a:pt x="3663" y="8233"/>
                    <a:pt x="3933" y="8310"/>
                  </a:cubicBezTo>
                  <a:lnTo>
                    <a:pt x="4155" y="9419"/>
                  </a:lnTo>
                  <a:cubicBezTo>
                    <a:pt x="4197" y="9627"/>
                    <a:pt x="4377" y="9773"/>
                    <a:pt x="4592" y="9780"/>
                  </a:cubicBezTo>
                  <a:lnTo>
                    <a:pt x="5195" y="9780"/>
                  </a:lnTo>
                  <a:cubicBezTo>
                    <a:pt x="5404" y="9773"/>
                    <a:pt x="5591" y="9627"/>
                    <a:pt x="5632" y="9419"/>
                  </a:cubicBezTo>
                  <a:lnTo>
                    <a:pt x="5854" y="8310"/>
                  </a:lnTo>
                  <a:cubicBezTo>
                    <a:pt x="6125" y="8233"/>
                    <a:pt x="6389" y="8129"/>
                    <a:pt x="6631" y="7990"/>
                  </a:cubicBezTo>
                  <a:lnTo>
                    <a:pt x="7568" y="8615"/>
                  </a:lnTo>
                  <a:cubicBezTo>
                    <a:pt x="7644" y="8664"/>
                    <a:pt x="7730" y="8688"/>
                    <a:pt x="7814" y="8688"/>
                  </a:cubicBezTo>
                  <a:cubicBezTo>
                    <a:pt x="7931" y="8688"/>
                    <a:pt x="8045" y="8643"/>
                    <a:pt x="8129" y="8559"/>
                  </a:cubicBezTo>
                  <a:lnTo>
                    <a:pt x="8560" y="8129"/>
                  </a:lnTo>
                  <a:cubicBezTo>
                    <a:pt x="8712" y="7984"/>
                    <a:pt x="8733" y="7748"/>
                    <a:pt x="8615" y="7567"/>
                  </a:cubicBezTo>
                  <a:lnTo>
                    <a:pt x="7991" y="6631"/>
                  </a:lnTo>
                  <a:cubicBezTo>
                    <a:pt x="8129" y="6381"/>
                    <a:pt x="8234" y="6118"/>
                    <a:pt x="8310" y="5847"/>
                  </a:cubicBezTo>
                  <a:lnTo>
                    <a:pt x="9420" y="5625"/>
                  </a:lnTo>
                  <a:cubicBezTo>
                    <a:pt x="9628" y="5584"/>
                    <a:pt x="9773" y="5403"/>
                    <a:pt x="9780" y="5195"/>
                  </a:cubicBezTo>
                  <a:lnTo>
                    <a:pt x="9780" y="4585"/>
                  </a:lnTo>
                  <a:cubicBezTo>
                    <a:pt x="9780" y="4377"/>
                    <a:pt x="9628" y="4189"/>
                    <a:pt x="9420" y="4148"/>
                  </a:cubicBezTo>
                  <a:lnTo>
                    <a:pt x="8310" y="3926"/>
                  </a:lnTo>
                  <a:cubicBezTo>
                    <a:pt x="8234" y="3655"/>
                    <a:pt x="8129" y="3392"/>
                    <a:pt x="7991" y="3149"/>
                  </a:cubicBezTo>
                  <a:lnTo>
                    <a:pt x="8615" y="2206"/>
                  </a:lnTo>
                  <a:cubicBezTo>
                    <a:pt x="8733" y="2032"/>
                    <a:pt x="8712" y="1796"/>
                    <a:pt x="8560" y="1644"/>
                  </a:cubicBezTo>
                  <a:lnTo>
                    <a:pt x="8129" y="1221"/>
                  </a:lnTo>
                  <a:cubicBezTo>
                    <a:pt x="8046" y="1134"/>
                    <a:pt x="7934" y="1090"/>
                    <a:pt x="7821" y="1090"/>
                  </a:cubicBezTo>
                  <a:cubicBezTo>
                    <a:pt x="7735" y="1090"/>
                    <a:pt x="7649" y="1115"/>
                    <a:pt x="7575" y="1165"/>
                  </a:cubicBezTo>
                  <a:lnTo>
                    <a:pt x="6631" y="1790"/>
                  </a:lnTo>
                  <a:cubicBezTo>
                    <a:pt x="6389" y="1651"/>
                    <a:pt x="6125" y="1540"/>
                    <a:pt x="5854" y="1464"/>
                  </a:cubicBezTo>
                  <a:lnTo>
                    <a:pt x="5626" y="354"/>
                  </a:lnTo>
                  <a:cubicBezTo>
                    <a:pt x="5584" y="153"/>
                    <a:pt x="5404" y="0"/>
                    <a:pt x="5195" y="0"/>
                  </a:cubicBezTo>
                  <a:close/>
                </a:path>
              </a:pathLst>
            </a:custGeom>
            <a:solidFill>
              <a:srgbClr val="667E9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151" name="Google Shape;10151;p41"/>
            <p:cNvSpPr/>
            <p:nvPr/>
          </p:nvSpPr>
          <p:spPr>
            <a:xfrm>
              <a:off x="2561391" y="2852034"/>
              <a:ext cx="131783" cy="112814"/>
            </a:xfrm>
            <a:custGeom>
              <a:rect b="b" l="l" r="r" t="t"/>
              <a:pathLst>
                <a:path extrusionOk="0" h="4294" w="5016">
                  <a:moveTo>
                    <a:pt x="2872" y="1"/>
                  </a:moveTo>
                  <a:cubicBezTo>
                    <a:pt x="958" y="1"/>
                    <a:pt x="1" y="2310"/>
                    <a:pt x="1353" y="3663"/>
                  </a:cubicBezTo>
                  <a:cubicBezTo>
                    <a:pt x="1791" y="4098"/>
                    <a:pt x="2328" y="4293"/>
                    <a:pt x="2855" y="4293"/>
                  </a:cubicBezTo>
                  <a:cubicBezTo>
                    <a:pt x="3958" y="4293"/>
                    <a:pt x="5016" y="3439"/>
                    <a:pt x="5016" y="2144"/>
                  </a:cubicBezTo>
                  <a:cubicBezTo>
                    <a:pt x="5016" y="958"/>
                    <a:pt x="4058" y="1"/>
                    <a:pt x="2872" y="1"/>
                  </a:cubicBezTo>
                  <a:close/>
                </a:path>
              </a:pathLst>
            </a:custGeom>
            <a:solidFill>
              <a:srgbClr val="DEE5E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152" name="Google Shape;10152;p41"/>
            <p:cNvSpPr/>
            <p:nvPr/>
          </p:nvSpPr>
          <p:spPr>
            <a:xfrm>
              <a:off x="2599302" y="2880277"/>
              <a:ext cx="65629" cy="56223"/>
            </a:xfrm>
            <a:custGeom>
              <a:rect b="b" l="l" r="r" t="t"/>
              <a:pathLst>
                <a:path extrusionOk="0" h="2140" w="2498">
                  <a:moveTo>
                    <a:pt x="1429" y="1"/>
                  </a:moveTo>
                  <a:cubicBezTo>
                    <a:pt x="479" y="1"/>
                    <a:pt x="0" y="1152"/>
                    <a:pt x="673" y="1825"/>
                  </a:cubicBezTo>
                  <a:cubicBezTo>
                    <a:pt x="891" y="2042"/>
                    <a:pt x="1158" y="2140"/>
                    <a:pt x="1420" y="2140"/>
                  </a:cubicBezTo>
                  <a:cubicBezTo>
                    <a:pt x="1970" y="2140"/>
                    <a:pt x="2497" y="1712"/>
                    <a:pt x="2497" y="1069"/>
                  </a:cubicBezTo>
                  <a:cubicBezTo>
                    <a:pt x="2497" y="479"/>
                    <a:pt x="2019" y="1"/>
                    <a:pt x="1429" y="1"/>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153" name="Google Shape;10153;p41"/>
            <p:cNvSpPr/>
            <p:nvPr/>
          </p:nvSpPr>
          <p:spPr>
            <a:xfrm>
              <a:off x="2677121" y="2948611"/>
              <a:ext cx="168775" cy="168958"/>
            </a:xfrm>
            <a:custGeom>
              <a:rect b="b" l="l" r="r" t="t"/>
              <a:pathLst>
                <a:path extrusionOk="0" h="6431" w="6424">
                  <a:moveTo>
                    <a:pt x="3017" y="1"/>
                  </a:moveTo>
                  <a:cubicBezTo>
                    <a:pt x="2879" y="1"/>
                    <a:pt x="2754" y="98"/>
                    <a:pt x="2733" y="237"/>
                  </a:cubicBezTo>
                  <a:lnTo>
                    <a:pt x="2587" y="965"/>
                  </a:lnTo>
                  <a:cubicBezTo>
                    <a:pt x="2407" y="1014"/>
                    <a:pt x="2234" y="1090"/>
                    <a:pt x="2067" y="1180"/>
                  </a:cubicBezTo>
                  <a:lnTo>
                    <a:pt x="1450" y="764"/>
                  </a:lnTo>
                  <a:cubicBezTo>
                    <a:pt x="1404" y="733"/>
                    <a:pt x="1350" y="718"/>
                    <a:pt x="1296" y="718"/>
                  </a:cubicBezTo>
                  <a:cubicBezTo>
                    <a:pt x="1218" y="718"/>
                    <a:pt x="1139" y="748"/>
                    <a:pt x="1082" y="805"/>
                  </a:cubicBezTo>
                  <a:lnTo>
                    <a:pt x="805" y="1083"/>
                  </a:lnTo>
                  <a:cubicBezTo>
                    <a:pt x="701" y="1180"/>
                    <a:pt x="687" y="1340"/>
                    <a:pt x="763" y="1451"/>
                  </a:cubicBezTo>
                  <a:lnTo>
                    <a:pt x="1179" y="2068"/>
                  </a:lnTo>
                  <a:cubicBezTo>
                    <a:pt x="1089" y="2234"/>
                    <a:pt x="1013" y="2408"/>
                    <a:pt x="964" y="2588"/>
                  </a:cubicBezTo>
                  <a:lnTo>
                    <a:pt x="236" y="2734"/>
                  </a:lnTo>
                  <a:cubicBezTo>
                    <a:pt x="97" y="2761"/>
                    <a:pt x="0" y="2879"/>
                    <a:pt x="0" y="3018"/>
                  </a:cubicBezTo>
                  <a:lnTo>
                    <a:pt x="0" y="3413"/>
                  </a:lnTo>
                  <a:cubicBezTo>
                    <a:pt x="0" y="3552"/>
                    <a:pt x="97" y="3670"/>
                    <a:pt x="236" y="3698"/>
                  </a:cubicBezTo>
                  <a:lnTo>
                    <a:pt x="964" y="3844"/>
                  </a:lnTo>
                  <a:cubicBezTo>
                    <a:pt x="1013" y="4024"/>
                    <a:pt x="1089" y="4197"/>
                    <a:pt x="1179" y="4364"/>
                  </a:cubicBezTo>
                  <a:lnTo>
                    <a:pt x="763" y="4981"/>
                  </a:lnTo>
                  <a:cubicBezTo>
                    <a:pt x="687" y="5092"/>
                    <a:pt x="701" y="5252"/>
                    <a:pt x="805" y="5349"/>
                  </a:cubicBezTo>
                  <a:lnTo>
                    <a:pt x="1082" y="5626"/>
                  </a:lnTo>
                  <a:cubicBezTo>
                    <a:pt x="1139" y="5683"/>
                    <a:pt x="1218" y="5714"/>
                    <a:pt x="1296" y="5714"/>
                  </a:cubicBezTo>
                  <a:cubicBezTo>
                    <a:pt x="1350" y="5714"/>
                    <a:pt x="1404" y="5699"/>
                    <a:pt x="1450" y="5668"/>
                  </a:cubicBezTo>
                  <a:lnTo>
                    <a:pt x="2067" y="5252"/>
                  </a:lnTo>
                  <a:cubicBezTo>
                    <a:pt x="2234" y="5342"/>
                    <a:pt x="2407" y="5418"/>
                    <a:pt x="2587" y="5467"/>
                  </a:cubicBezTo>
                  <a:lnTo>
                    <a:pt x="2733" y="6195"/>
                  </a:lnTo>
                  <a:cubicBezTo>
                    <a:pt x="2754" y="6334"/>
                    <a:pt x="2879" y="6431"/>
                    <a:pt x="3017" y="6431"/>
                  </a:cubicBezTo>
                  <a:lnTo>
                    <a:pt x="3413" y="6431"/>
                  </a:lnTo>
                  <a:cubicBezTo>
                    <a:pt x="3552" y="6431"/>
                    <a:pt x="3669" y="6334"/>
                    <a:pt x="3697" y="6195"/>
                  </a:cubicBezTo>
                  <a:lnTo>
                    <a:pt x="3843" y="5467"/>
                  </a:lnTo>
                  <a:cubicBezTo>
                    <a:pt x="4023" y="5418"/>
                    <a:pt x="4197" y="5342"/>
                    <a:pt x="4356" y="5252"/>
                  </a:cubicBezTo>
                  <a:lnTo>
                    <a:pt x="4980" y="5668"/>
                  </a:lnTo>
                  <a:cubicBezTo>
                    <a:pt x="5027" y="5697"/>
                    <a:pt x="5080" y="5711"/>
                    <a:pt x="5134" y="5711"/>
                  </a:cubicBezTo>
                  <a:cubicBezTo>
                    <a:pt x="5209" y="5711"/>
                    <a:pt x="5284" y="5683"/>
                    <a:pt x="5341" y="5626"/>
                  </a:cubicBezTo>
                  <a:lnTo>
                    <a:pt x="5625" y="5342"/>
                  </a:lnTo>
                  <a:cubicBezTo>
                    <a:pt x="5723" y="5245"/>
                    <a:pt x="5736" y="5092"/>
                    <a:pt x="5660" y="4974"/>
                  </a:cubicBezTo>
                  <a:lnTo>
                    <a:pt x="5251" y="4357"/>
                  </a:lnTo>
                  <a:cubicBezTo>
                    <a:pt x="5341" y="4190"/>
                    <a:pt x="5410" y="4024"/>
                    <a:pt x="5466" y="3844"/>
                  </a:cubicBezTo>
                  <a:lnTo>
                    <a:pt x="6194" y="3698"/>
                  </a:lnTo>
                  <a:cubicBezTo>
                    <a:pt x="6326" y="3670"/>
                    <a:pt x="6423" y="3552"/>
                    <a:pt x="6423" y="3413"/>
                  </a:cubicBezTo>
                  <a:lnTo>
                    <a:pt x="6423" y="3018"/>
                  </a:lnTo>
                  <a:cubicBezTo>
                    <a:pt x="6423" y="2879"/>
                    <a:pt x="6333" y="2761"/>
                    <a:pt x="6194" y="2734"/>
                  </a:cubicBezTo>
                  <a:lnTo>
                    <a:pt x="5466" y="2588"/>
                  </a:lnTo>
                  <a:cubicBezTo>
                    <a:pt x="5417" y="2408"/>
                    <a:pt x="5348" y="2234"/>
                    <a:pt x="5251" y="2068"/>
                  </a:cubicBezTo>
                  <a:lnTo>
                    <a:pt x="5667" y="1451"/>
                  </a:lnTo>
                  <a:cubicBezTo>
                    <a:pt x="5743" y="1340"/>
                    <a:pt x="5729" y="1180"/>
                    <a:pt x="5632" y="1083"/>
                  </a:cubicBezTo>
                  <a:lnTo>
                    <a:pt x="5348" y="805"/>
                  </a:lnTo>
                  <a:cubicBezTo>
                    <a:pt x="5291" y="748"/>
                    <a:pt x="5214" y="718"/>
                    <a:pt x="5137" y="718"/>
                  </a:cubicBezTo>
                  <a:cubicBezTo>
                    <a:pt x="5083" y="718"/>
                    <a:pt x="5029" y="733"/>
                    <a:pt x="4980" y="764"/>
                  </a:cubicBezTo>
                  <a:lnTo>
                    <a:pt x="4363" y="1180"/>
                  </a:lnTo>
                  <a:cubicBezTo>
                    <a:pt x="4197" y="1090"/>
                    <a:pt x="4030" y="1014"/>
                    <a:pt x="3850" y="965"/>
                  </a:cubicBezTo>
                  <a:lnTo>
                    <a:pt x="3704" y="237"/>
                  </a:lnTo>
                  <a:cubicBezTo>
                    <a:pt x="3676" y="98"/>
                    <a:pt x="3558" y="1"/>
                    <a:pt x="3420" y="1"/>
                  </a:cubicBezTo>
                  <a:close/>
                </a:path>
              </a:pathLst>
            </a:custGeom>
            <a:solidFill>
              <a:srgbClr val="445D7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154" name="Google Shape;10154;p41"/>
            <p:cNvSpPr/>
            <p:nvPr/>
          </p:nvSpPr>
          <p:spPr>
            <a:xfrm>
              <a:off x="2705180" y="2990910"/>
              <a:ext cx="98601" cy="84466"/>
            </a:xfrm>
            <a:custGeom>
              <a:rect b="b" l="l" r="r" t="t"/>
              <a:pathLst>
                <a:path extrusionOk="0" h="3215" w="3753">
                  <a:moveTo>
                    <a:pt x="2144" y="0"/>
                  </a:moveTo>
                  <a:cubicBezTo>
                    <a:pt x="715" y="0"/>
                    <a:pt x="0" y="1727"/>
                    <a:pt x="1013" y="2740"/>
                  </a:cubicBezTo>
                  <a:cubicBezTo>
                    <a:pt x="1341" y="3068"/>
                    <a:pt x="1743" y="3215"/>
                    <a:pt x="2138" y="3215"/>
                  </a:cubicBezTo>
                  <a:cubicBezTo>
                    <a:pt x="2963" y="3215"/>
                    <a:pt x="3753" y="2573"/>
                    <a:pt x="3753" y="1602"/>
                  </a:cubicBezTo>
                  <a:cubicBezTo>
                    <a:pt x="3753" y="721"/>
                    <a:pt x="3031" y="0"/>
                    <a:pt x="2144" y="0"/>
                  </a:cubicBezTo>
                  <a:close/>
                </a:path>
              </a:pathLst>
            </a:custGeom>
            <a:solidFill>
              <a:srgbClr val="BAC2C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155" name="Google Shape;10155;p41"/>
            <p:cNvSpPr/>
            <p:nvPr/>
          </p:nvSpPr>
          <p:spPr>
            <a:xfrm>
              <a:off x="2727774" y="3007856"/>
              <a:ext cx="59061" cy="50601"/>
            </a:xfrm>
            <a:custGeom>
              <a:rect b="b" l="l" r="r" t="t"/>
              <a:pathLst>
                <a:path extrusionOk="0" h="1926" w="2248">
                  <a:moveTo>
                    <a:pt x="1284" y="0"/>
                  </a:moveTo>
                  <a:cubicBezTo>
                    <a:pt x="430" y="0"/>
                    <a:pt x="0" y="1034"/>
                    <a:pt x="604" y="1644"/>
                  </a:cubicBezTo>
                  <a:cubicBezTo>
                    <a:pt x="801" y="1839"/>
                    <a:pt x="1041" y="1926"/>
                    <a:pt x="1277" y="1926"/>
                  </a:cubicBezTo>
                  <a:cubicBezTo>
                    <a:pt x="1773" y="1926"/>
                    <a:pt x="2248" y="1540"/>
                    <a:pt x="2248" y="957"/>
                  </a:cubicBezTo>
                  <a:cubicBezTo>
                    <a:pt x="2248" y="430"/>
                    <a:pt x="1818" y="0"/>
                    <a:pt x="1284" y="0"/>
                  </a:cubicBezTo>
                  <a:close/>
                </a:path>
              </a:pathLst>
            </a:custGeom>
            <a:solidFill>
              <a:srgbClr val="667E9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0156" name="Google Shape;10156;p41"/>
          <p:cNvGrpSpPr/>
          <p:nvPr/>
        </p:nvGrpSpPr>
        <p:grpSpPr>
          <a:xfrm>
            <a:off x="1884401" y="4141593"/>
            <a:ext cx="410613" cy="372229"/>
            <a:chOff x="1884401" y="4141593"/>
            <a:chExt cx="410613" cy="372229"/>
          </a:xfrm>
        </p:grpSpPr>
        <p:sp>
          <p:nvSpPr>
            <p:cNvPr id="10157" name="Google Shape;10157;p41"/>
            <p:cNvSpPr/>
            <p:nvPr/>
          </p:nvSpPr>
          <p:spPr>
            <a:xfrm>
              <a:off x="1934529" y="4484476"/>
              <a:ext cx="343697" cy="29346"/>
            </a:xfrm>
            <a:custGeom>
              <a:rect b="b" l="l" r="r" t="t"/>
              <a:pathLst>
                <a:path extrusionOk="0" h="1117" w="13082">
                  <a:moveTo>
                    <a:pt x="0" y="0"/>
                  </a:moveTo>
                  <a:lnTo>
                    <a:pt x="188" y="659"/>
                  </a:lnTo>
                  <a:cubicBezTo>
                    <a:pt x="271" y="923"/>
                    <a:pt x="514" y="1103"/>
                    <a:pt x="791" y="1117"/>
                  </a:cubicBezTo>
                  <a:lnTo>
                    <a:pt x="12284" y="1117"/>
                  </a:lnTo>
                  <a:cubicBezTo>
                    <a:pt x="12562" y="1103"/>
                    <a:pt x="12804" y="923"/>
                    <a:pt x="12895" y="659"/>
                  </a:cubicBezTo>
                  <a:lnTo>
                    <a:pt x="13082" y="0"/>
                  </a:lnTo>
                  <a:close/>
                </a:path>
              </a:pathLst>
            </a:custGeom>
            <a:solidFill>
              <a:srgbClr val="D1D6D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158" name="Google Shape;10158;p41"/>
            <p:cNvSpPr/>
            <p:nvPr/>
          </p:nvSpPr>
          <p:spPr>
            <a:xfrm>
              <a:off x="1884401" y="4269619"/>
              <a:ext cx="345720" cy="189635"/>
            </a:xfrm>
            <a:custGeom>
              <a:rect b="b" l="l" r="r" t="t"/>
              <a:pathLst>
                <a:path extrusionOk="0" h="7218" w="13159">
                  <a:moveTo>
                    <a:pt x="3739" y="957"/>
                  </a:moveTo>
                  <a:lnTo>
                    <a:pt x="3739" y="2511"/>
                  </a:lnTo>
                  <a:cubicBezTo>
                    <a:pt x="3732" y="2802"/>
                    <a:pt x="3760" y="3094"/>
                    <a:pt x="3816" y="3378"/>
                  </a:cubicBezTo>
                  <a:lnTo>
                    <a:pt x="3517" y="3378"/>
                  </a:lnTo>
                  <a:cubicBezTo>
                    <a:pt x="2262" y="3378"/>
                    <a:pt x="1409" y="2116"/>
                    <a:pt x="1867" y="957"/>
                  </a:cubicBezTo>
                  <a:close/>
                  <a:moveTo>
                    <a:pt x="1312" y="0"/>
                  </a:moveTo>
                  <a:cubicBezTo>
                    <a:pt x="1" y="1804"/>
                    <a:pt x="1291" y="4328"/>
                    <a:pt x="3517" y="4335"/>
                  </a:cubicBezTo>
                  <a:lnTo>
                    <a:pt x="4107" y="4335"/>
                  </a:lnTo>
                  <a:cubicBezTo>
                    <a:pt x="4851" y="6108"/>
                    <a:pt x="6579" y="7217"/>
                    <a:pt x="8443" y="7217"/>
                  </a:cubicBezTo>
                  <a:cubicBezTo>
                    <a:pt x="8752" y="7217"/>
                    <a:pt x="9065" y="7187"/>
                    <a:pt x="9379" y="7124"/>
                  </a:cubicBezTo>
                  <a:cubicBezTo>
                    <a:pt x="11577" y="6687"/>
                    <a:pt x="13159" y="4752"/>
                    <a:pt x="13159" y="2511"/>
                  </a:cubicBezTo>
                  <a:lnTo>
                    <a:pt x="13159" y="0"/>
                  </a:lnTo>
                  <a:lnTo>
                    <a:pt x="12118" y="0"/>
                  </a:lnTo>
                  <a:lnTo>
                    <a:pt x="11876" y="319"/>
                  </a:lnTo>
                  <a:lnTo>
                    <a:pt x="11640" y="0"/>
                  </a:lnTo>
                  <a:close/>
                </a:path>
              </a:pathLst>
            </a:custGeom>
            <a:solidFill>
              <a:srgbClr val="D1D6D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159" name="Google Shape;10159;p41"/>
            <p:cNvSpPr/>
            <p:nvPr/>
          </p:nvSpPr>
          <p:spPr>
            <a:xfrm>
              <a:off x="2097970" y="4322006"/>
              <a:ext cx="104827" cy="110003"/>
            </a:xfrm>
            <a:custGeom>
              <a:rect b="b" l="l" r="r" t="t"/>
              <a:pathLst>
                <a:path extrusionOk="0" h="4187" w="3990">
                  <a:moveTo>
                    <a:pt x="3750" y="0"/>
                  </a:moveTo>
                  <a:cubicBezTo>
                    <a:pt x="3630" y="0"/>
                    <a:pt x="3511" y="80"/>
                    <a:pt x="3511" y="240"/>
                  </a:cubicBezTo>
                  <a:lnTo>
                    <a:pt x="3511" y="517"/>
                  </a:lnTo>
                  <a:cubicBezTo>
                    <a:pt x="3504" y="2279"/>
                    <a:pt x="2082" y="3708"/>
                    <a:pt x="320" y="3708"/>
                  </a:cubicBezTo>
                  <a:cubicBezTo>
                    <a:pt x="1" y="3708"/>
                    <a:pt x="1" y="4186"/>
                    <a:pt x="320" y="4186"/>
                  </a:cubicBezTo>
                  <a:cubicBezTo>
                    <a:pt x="2345" y="4186"/>
                    <a:pt x="3982" y="2543"/>
                    <a:pt x="3989" y="517"/>
                  </a:cubicBezTo>
                  <a:lnTo>
                    <a:pt x="3989" y="240"/>
                  </a:lnTo>
                  <a:cubicBezTo>
                    <a:pt x="3989" y="80"/>
                    <a:pt x="3870" y="0"/>
                    <a:pt x="3750" y="0"/>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160" name="Google Shape;10160;p41"/>
            <p:cNvSpPr/>
            <p:nvPr/>
          </p:nvSpPr>
          <p:spPr>
            <a:xfrm>
              <a:off x="2190187" y="4269619"/>
              <a:ext cx="12611" cy="39829"/>
            </a:xfrm>
            <a:custGeom>
              <a:rect b="b" l="l" r="r" t="t"/>
              <a:pathLst>
                <a:path extrusionOk="0" h="1516" w="480">
                  <a:moveTo>
                    <a:pt x="1" y="0"/>
                  </a:moveTo>
                  <a:lnTo>
                    <a:pt x="1" y="1277"/>
                  </a:lnTo>
                  <a:cubicBezTo>
                    <a:pt x="1" y="1436"/>
                    <a:pt x="120" y="1516"/>
                    <a:pt x="240" y="1516"/>
                  </a:cubicBezTo>
                  <a:cubicBezTo>
                    <a:pt x="360" y="1516"/>
                    <a:pt x="479" y="1436"/>
                    <a:pt x="479" y="1277"/>
                  </a:cubicBezTo>
                  <a:lnTo>
                    <a:pt x="479" y="0"/>
                  </a:ln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161" name="Google Shape;10161;p41"/>
            <p:cNvSpPr/>
            <p:nvPr/>
          </p:nvSpPr>
          <p:spPr>
            <a:xfrm>
              <a:off x="2069018" y="4141593"/>
              <a:ext cx="24250" cy="109083"/>
            </a:xfrm>
            <a:custGeom>
              <a:rect b="b" l="l" r="r" t="t"/>
              <a:pathLst>
                <a:path extrusionOk="0" h="4152" w="923">
                  <a:moveTo>
                    <a:pt x="621" y="1"/>
                  </a:moveTo>
                  <a:cubicBezTo>
                    <a:pt x="501" y="1"/>
                    <a:pt x="382" y="80"/>
                    <a:pt x="382" y="240"/>
                  </a:cubicBezTo>
                  <a:cubicBezTo>
                    <a:pt x="382" y="420"/>
                    <a:pt x="340" y="594"/>
                    <a:pt x="250" y="739"/>
                  </a:cubicBezTo>
                  <a:cubicBezTo>
                    <a:pt x="0" y="1190"/>
                    <a:pt x="0" y="1738"/>
                    <a:pt x="250" y="2189"/>
                  </a:cubicBezTo>
                  <a:cubicBezTo>
                    <a:pt x="423" y="2501"/>
                    <a:pt x="423" y="2876"/>
                    <a:pt x="250" y="3188"/>
                  </a:cubicBezTo>
                  <a:cubicBezTo>
                    <a:pt x="118" y="3410"/>
                    <a:pt x="56" y="3659"/>
                    <a:pt x="63" y="3909"/>
                  </a:cubicBezTo>
                  <a:cubicBezTo>
                    <a:pt x="63" y="4041"/>
                    <a:pt x="167" y="4152"/>
                    <a:pt x="298" y="4152"/>
                  </a:cubicBezTo>
                  <a:cubicBezTo>
                    <a:pt x="430" y="4152"/>
                    <a:pt x="541" y="4041"/>
                    <a:pt x="541" y="3909"/>
                  </a:cubicBezTo>
                  <a:cubicBezTo>
                    <a:pt x="534" y="3736"/>
                    <a:pt x="583" y="3562"/>
                    <a:pt x="673" y="3410"/>
                  </a:cubicBezTo>
                  <a:cubicBezTo>
                    <a:pt x="923" y="2959"/>
                    <a:pt x="923" y="2418"/>
                    <a:pt x="673" y="1967"/>
                  </a:cubicBezTo>
                  <a:cubicBezTo>
                    <a:pt x="493" y="1655"/>
                    <a:pt x="493" y="1273"/>
                    <a:pt x="673" y="961"/>
                  </a:cubicBezTo>
                  <a:cubicBezTo>
                    <a:pt x="798" y="746"/>
                    <a:pt x="867" y="497"/>
                    <a:pt x="860" y="240"/>
                  </a:cubicBezTo>
                  <a:cubicBezTo>
                    <a:pt x="860" y="80"/>
                    <a:pt x="741" y="1"/>
                    <a:pt x="621" y="1"/>
                  </a:cubicBezTo>
                  <a:close/>
                </a:path>
              </a:pathLst>
            </a:custGeom>
            <a:solidFill>
              <a:srgbClr val="EDF1F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162" name="Google Shape;10162;p41"/>
            <p:cNvSpPr/>
            <p:nvPr/>
          </p:nvSpPr>
          <p:spPr>
            <a:xfrm>
              <a:off x="2119303" y="4141593"/>
              <a:ext cx="24276" cy="109083"/>
            </a:xfrm>
            <a:custGeom>
              <a:rect b="b" l="l" r="r" t="t"/>
              <a:pathLst>
                <a:path extrusionOk="0" h="4152" w="924">
                  <a:moveTo>
                    <a:pt x="621" y="1"/>
                  </a:moveTo>
                  <a:cubicBezTo>
                    <a:pt x="502" y="1"/>
                    <a:pt x="382" y="80"/>
                    <a:pt x="382" y="240"/>
                  </a:cubicBezTo>
                  <a:cubicBezTo>
                    <a:pt x="389" y="420"/>
                    <a:pt x="340" y="594"/>
                    <a:pt x="250" y="739"/>
                  </a:cubicBezTo>
                  <a:cubicBezTo>
                    <a:pt x="1" y="1190"/>
                    <a:pt x="1" y="1738"/>
                    <a:pt x="250" y="2189"/>
                  </a:cubicBezTo>
                  <a:cubicBezTo>
                    <a:pt x="424" y="2501"/>
                    <a:pt x="424" y="2876"/>
                    <a:pt x="250" y="3188"/>
                  </a:cubicBezTo>
                  <a:cubicBezTo>
                    <a:pt x="118" y="3410"/>
                    <a:pt x="56" y="3659"/>
                    <a:pt x="63" y="3909"/>
                  </a:cubicBezTo>
                  <a:cubicBezTo>
                    <a:pt x="63" y="4041"/>
                    <a:pt x="167" y="4152"/>
                    <a:pt x="299" y="4152"/>
                  </a:cubicBezTo>
                  <a:cubicBezTo>
                    <a:pt x="431" y="4152"/>
                    <a:pt x="542" y="4041"/>
                    <a:pt x="542" y="3909"/>
                  </a:cubicBezTo>
                  <a:cubicBezTo>
                    <a:pt x="535" y="3736"/>
                    <a:pt x="583" y="3562"/>
                    <a:pt x="673" y="3410"/>
                  </a:cubicBezTo>
                  <a:cubicBezTo>
                    <a:pt x="923" y="2959"/>
                    <a:pt x="923" y="2418"/>
                    <a:pt x="673" y="1967"/>
                  </a:cubicBezTo>
                  <a:cubicBezTo>
                    <a:pt x="500" y="1655"/>
                    <a:pt x="500" y="1273"/>
                    <a:pt x="673" y="961"/>
                  </a:cubicBezTo>
                  <a:cubicBezTo>
                    <a:pt x="798" y="746"/>
                    <a:pt x="868" y="497"/>
                    <a:pt x="861" y="240"/>
                  </a:cubicBezTo>
                  <a:cubicBezTo>
                    <a:pt x="861" y="80"/>
                    <a:pt x="741" y="1"/>
                    <a:pt x="621" y="1"/>
                  </a:cubicBezTo>
                  <a:close/>
                </a:path>
              </a:pathLst>
            </a:custGeom>
            <a:solidFill>
              <a:srgbClr val="EDF1F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163" name="Google Shape;10163;p41"/>
            <p:cNvSpPr/>
            <p:nvPr/>
          </p:nvSpPr>
          <p:spPr>
            <a:xfrm>
              <a:off x="1917583" y="4478091"/>
              <a:ext cx="377431" cy="12585"/>
            </a:xfrm>
            <a:custGeom>
              <a:rect b="b" l="l" r="r" t="t"/>
              <a:pathLst>
                <a:path extrusionOk="0" h="479" w="14366">
                  <a:moveTo>
                    <a:pt x="319" y="0"/>
                  </a:moveTo>
                  <a:cubicBezTo>
                    <a:pt x="0" y="0"/>
                    <a:pt x="0" y="479"/>
                    <a:pt x="319" y="479"/>
                  </a:cubicBezTo>
                  <a:lnTo>
                    <a:pt x="14046" y="479"/>
                  </a:lnTo>
                  <a:cubicBezTo>
                    <a:pt x="14365" y="479"/>
                    <a:pt x="14365" y="0"/>
                    <a:pt x="14046" y="0"/>
                  </a:cubicBezTo>
                  <a:close/>
                </a:path>
              </a:pathLst>
            </a:custGeom>
            <a:solidFill>
              <a:srgbClr val="A5AFB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0164" name="Google Shape;10164;p41"/>
          <p:cNvGrpSpPr/>
          <p:nvPr/>
        </p:nvGrpSpPr>
        <p:grpSpPr>
          <a:xfrm>
            <a:off x="1430832" y="2773689"/>
            <a:ext cx="294515" cy="349898"/>
            <a:chOff x="1430832" y="2773689"/>
            <a:chExt cx="294515" cy="349898"/>
          </a:xfrm>
        </p:grpSpPr>
        <p:sp>
          <p:nvSpPr>
            <p:cNvPr id="10165" name="Google Shape;10165;p41"/>
            <p:cNvSpPr/>
            <p:nvPr/>
          </p:nvSpPr>
          <p:spPr>
            <a:xfrm>
              <a:off x="1430832" y="2794996"/>
              <a:ext cx="90062" cy="149648"/>
            </a:xfrm>
            <a:custGeom>
              <a:rect b="b" l="l" r="r" t="t"/>
              <a:pathLst>
                <a:path extrusionOk="0" h="5696" w="3428">
                  <a:moveTo>
                    <a:pt x="604" y="1"/>
                  </a:moveTo>
                  <a:cubicBezTo>
                    <a:pt x="271" y="1"/>
                    <a:pt x="1" y="271"/>
                    <a:pt x="8" y="597"/>
                  </a:cubicBezTo>
                  <a:lnTo>
                    <a:pt x="8" y="1423"/>
                  </a:lnTo>
                  <a:cubicBezTo>
                    <a:pt x="8" y="3406"/>
                    <a:pt x="1020" y="3816"/>
                    <a:pt x="1839" y="4149"/>
                  </a:cubicBezTo>
                  <a:cubicBezTo>
                    <a:pt x="2290" y="4336"/>
                    <a:pt x="2685" y="4495"/>
                    <a:pt x="2879" y="4891"/>
                  </a:cubicBezTo>
                  <a:cubicBezTo>
                    <a:pt x="2935" y="4981"/>
                    <a:pt x="2921" y="5106"/>
                    <a:pt x="2844" y="5182"/>
                  </a:cubicBezTo>
                  <a:cubicBezTo>
                    <a:pt x="2770" y="5257"/>
                    <a:pt x="2670" y="5299"/>
                    <a:pt x="2568" y="5299"/>
                  </a:cubicBezTo>
                  <a:cubicBezTo>
                    <a:pt x="2528" y="5299"/>
                    <a:pt x="2488" y="5293"/>
                    <a:pt x="2449" y="5279"/>
                  </a:cubicBezTo>
                  <a:cubicBezTo>
                    <a:pt x="2303" y="5217"/>
                    <a:pt x="2283" y="5043"/>
                    <a:pt x="2290" y="4905"/>
                  </a:cubicBezTo>
                  <a:cubicBezTo>
                    <a:pt x="2297" y="4768"/>
                    <a:pt x="2193" y="4696"/>
                    <a:pt x="2091" y="4696"/>
                  </a:cubicBezTo>
                  <a:cubicBezTo>
                    <a:pt x="1996" y="4696"/>
                    <a:pt x="1901" y="4757"/>
                    <a:pt x="1894" y="4884"/>
                  </a:cubicBezTo>
                  <a:cubicBezTo>
                    <a:pt x="1887" y="5057"/>
                    <a:pt x="1908" y="5480"/>
                    <a:pt x="2290" y="5640"/>
                  </a:cubicBezTo>
                  <a:cubicBezTo>
                    <a:pt x="2373" y="5681"/>
                    <a:pt x="2470" y="5695"/>
                    <a:pt x="2560" y="5695"/>
                  </a:cubicBezTo>
                  <a:cubicBezTo>
                    <a:pt x="2775" y="5695"/>
                    <a:pt x="2983" y="5605"/>
                    <a:pt x="3136" y="5453"/>
                  </a:cubicBezTo>
                  <a:cubicBezTo>
                    <a:pt x="3323" y="5258"/>
                    <a:pt x="3365" y="4960"/>
                    <a:pt x="3240" y="4717"/>
                  </a:cubicBezTo>
                  <a:cubicBezTo>
                    <a:pt x="2983" y="4183"/>
                    <a:pt x="2477" y="3982"/>
                    <a:pt x="1984" y="3781"/>
                  </a:cubicBezTo>
                  <a:cubicBezTo>
                    <a:pt x="1596" y="3628"/>
                    <a:pt x="1194" y="3462"/>
                    <a:pt x="902" y="3136"/>
                  </a:cubicBezTo>
                  <a:cubicBezTo>
                    <a:pt x="562" y="2761"/>
                    <a:pt x="403" y="2199"/>
                    <a:pt x="403" y="1423"/>
                  </a:cubicBezTo>
                  <a:lnTo>
                    <a:pt x="403" y="597"/>
                  </a:lnTo>
                  <a:cubicBezTo>
                    <a:pt x="403" y="486"/>
                    <a:pt x="493" y="396"/>
                    <a:pt x="604" y="396"/>
                  </a:cubicBezTo>
                  <a:cubicBezTo>
                    <a:pt x="916" y="403"/>
                    <a:pt x="1208" y="556"/>
                    <a:pt x="1381" y="812"/>
                  </a:cubicBezTo>
                  <a:lnTo>
                    <a:pt x="1534" y="1034"/>
                  </a:lnTo>
                  <a:cubicBezTo>
                    <a:pt x="1693" y="1270"/>
                    <a:pt x="1964" y="1409"/>
                    <a:pt x="2241" y="1409"/>
                  </a:cubicBezTo>
                  <a:lnTo>
                    <a:pt x="3170" y="1409"/>
                  </a:lnTo>
                  <a:cubicBezTo>
                    <a:pt x="3427" y="1409"/>
                    <a:pt x="3427" y="1013"/>
                    <a:pt x="3170" y="1013"/>
                  </a:cubicBezTo>
                  <a:lnTo>
                    <a:pt x="2241" y="1013"/>
                  </a:lnTo>
                  <a:cubicBezTo>
                    <a:pt x="2088" y="1013"/>
                    <a:pt x="1950" y="937"/>
                    <a:pt x="1860" y="812"/>
                  </a:cubicBezTo>
                  <a:lnTo>
                    <a:pt x="1707" y="590"/>
                  </a:lnTo>
                  <a:cubicBezTo>
                    <a:pt x="1457" y="223"/>
                    <a:pt x="1041" y="8"/>
                    <a:pt x="604" y="1"/>
                  </a:cubicBezTo>
                  <a:close/>
                </a:path>
              </a:pathLst>
            </a:custGeom>
            <a:solidFill>
              <a:srgbClr val="A5B7C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166" name="Google Shape;10166;p41"/>
            <p:cNvSpPr/>
            <p:nvPr/>
          </p:nvSpPr>
          <p:spPr>
            <a:xfrm>
              <a:off x="1635127" y="2795180"/>
              <a:ext cx="90220" cy="149464"/>
            </a:xfrm>
            <a:custGeom>
              <a:rect b="b" l="l" r="r" t="t"/>
              <a:pathLst>
                <a:path extrusionOk="0" h="5689" w="3434">
                  <a:moveTo>
                    <a:pt x="2837" y="1"/>
                  </a:moveTo>
                  <a:cubicBezTo>
                    <a:pt x="2393" y="1"/>
                    <a:pt x="1977" y="216"/>
                    <a:pt x="1727" y="583"/>
                  </a:cubicBezTo>
                  <a:lnTo>
                    <a:pt x="1575" y="805"/>
                  </a:lnTo>
                  <a:cubicBezTo>
                    <a:pt x="1484" y="930"/>
                    <a:pt x="1346" y="1006"/>
                    <a:pt x="1193" y="1006"/>
                  </a:cubicBezTo>
                  <a:lnTo>
                    <a:pt x="264" y="1006"/>
                  </a:lnTo>
                  <a:cubicBezTo>
                    <a:pt x="0" y="1006"/>
                    <a:pt x="0" y="1402"/>
                    <a:pt x="264" y="1402"/>
                  </a:cubicBezTo>
                  <a:lnTo>
                    <a:pt x="1193" y="1402"/>
                  </a:lnTo>
                  <a:cubicBezTo>
                    <a:pt x="1477" y="1402"/>
                    <a:pt x="1741" y="1263"/>
                    <a:pt x="1901" y="1027"/>
                  </a:cubicBezTo>
                  <a:lnTo>
                    <a:pt x="2060" y="805"/>
                  </a:lnTo>
                  <a:cubicBezTo>
                    <a:pt x="2234" y="549"/>
                    <a:pt x="2525" y="396"/>
                    <a:pt x="2837" y="396"/>
                  </a:cubicBezTo>
                  <a:cubicBezTo>
                    <a:pt x="2948" y="396"/>
                    <a:pt x="3038" y="486"/>
                    <a:pt x="3038" y="597"/>
                  </a:cubicBezTo>
                  <a:lnTo>
                    <a:pt x="3038" y="1423"/>
                  </a:lnTo>
                  <a:cubicBezTo>
                    <a:pt x="3038" y="2192"/>
                    <a:pt x="2872" y="2754"/>
                    <a:pt x="2539" y="3129"/>
                  </a:cubicBezTo>
                  <a:cubicBezTo>
                    <a:pt x="2240" y="3455"/>
                    <a:pt x="1838" y="3621"/>
                    <a:pt x="1450" y="3781"/>
                  </a:cubicBezTo>
                  <a:cubicBezTo>
                    <a:pt x="964" y="3975"/>
                    <a:pt x="465" y="4183"/>
                    <a:pt x="201" y="4710"/>
                  </a:cubicBezTo>
                  <a:cubicBezTo>
                    <a:pt x="69" y="4953"/>
                    <a:pt x="118" y="5251"/>
                    <a:pt x="305" y="5446"/>
                  </a:cubicBezTo>
                  <a:cubicBezTo>
                    <a:pt x="458" y="5605"/>
                    <a:pt x="659" y="5688"/>
                    <a:pt x="874" y="5688"/>
                  </a:cubicBezTo>
                  <a:cubicBezTo>
                    <a:pt x="971" y="5688"/>
                    <a:pt x="1061" y="5674"/>
                    <a:pt x="1145" y="5633"/>
                  </a:cubicBezTo>
                  <a:cubicBezTo>
                    <a:pt x="1526" y="5473"/>
                    <a:pt x="1554" y="5050"/>
                    <a:pt x="1540" y="4877"/>
                  </a:cubicBezTo>
                  <a:cubicBezTo>
                    <a:pt x="1537" y="4750"/>
                    <a:pt x="1444" y="4689"/>
                    <a:pt x="1349" y="4689"/>
                  </a:cubicBezTo>
                  <a:cubicBezTo>
                    <a:pt x="1246" y="4689"/>
                    <a:pt x="1141" y="4761"/>
                    <a:pt x="1145" y="4898"/>
                  </a:cubicBezTo>
                  <a:cubicBezTo>
                    <a:pt x="1151" y="5036"/>
                    <a:pt x="1131" y="5210"/>
                    <a:pt x="992" y="5272"/>
                  </a:cubicBezTo>
                  <a:cubicBezTo>
                    <a:pt x="953" y="5286"/>
                    <a:pt x="912" y="5292"/>
                    <a:pt x="872" y="5292"/>
                  </a:cubicBezTo>
                  <a:cubicBezTo>
                    <a:pt x="768" y="5292"/>
                    <a:pt x="666" y="5250"/>
                    <a:pt x="597" y="5175"/>
                  </a:cubicBezTo>
                  <a:cubicBezTo>
                    <a:pt x="513" y="5099"/>
                    <a:pt x="499" y="4974"/>
                    <a:pt x="562" y="4884"/>
                  </a:cubicBezTo>
                  <a:cubicBezTo>
                    <a:pt x="749" y="4495"/>
                    <a:pt x="1145" y="4329"/>
                    <a:pt x="1602" y="4148"/>
                  </a:cubicBezTo>
                  <a:cubicBezTo>
                    <a:pt x="2414" y="3816"/>
                    <a:pt x="3433" y="3399"/>
                    <a:pt x="3433" y="1423"/>
                  </a:cubicBezTo>
                  <a:lnTo>
                    <a:pt x="3433" y="597"/>
                  </a:lnTo>
                  <a:cubicBezTo>
                    <a:pt x="3433" y="264"/>
                    <a:pt x="3163" y="1"/>
                    <a:pt x="2837" y="1"/>
                  </a:cubicBezTo>
                  <a:close/>
                </a:path>
              </a:pathLst>
            </a:custGeom>
            <a:solidFill>
              <a:srgbClr val="A5B7C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167" name="Google Shape;10167;p41"/>
            <p:cNvSpPr/>
            <p:nvPr/>
          </p:nvSpPr>
          <p:spPr>
            <a:xfrm>
              <a:off x="1566609" y="2972861"/>
              <a:ext cx="22988" cy="104249"/>
            </a:xfrm>
            <a:custGeom>
              <a:rect b="b" l="l" r="r" t="t"/>
              <a:pathLst>
                <a:path extrusionOk="0" h="3968" w="875">
                  <a:moveTo>
                    <a:pt x="0" y="0"/>
                  </a:moveTo>
                  <a:lnTo>
                    <a:pt x="0" y="3968"/>
                  </a:lnTo>
                  <a:lnTo>
                    <a:pt x="874" y="3968"/>
                  </a:lnTo>
                  <a:lnTo>
                    <a:pt x="874" y="0"/>
                  </a:ln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168" name="Google Shape;10168;p41"/>
            <p:cNvSpPr/>
            <p:nvPr/>
          </p:nvSpPr>
          <p:spPr>
            <a:xfrm>
              <a:off x="1493703" y="2785354"/>
              <a:ext cx="168775" cy="206108"/>
            </a:xfrm>
            <a:custGeom>
              <a:rect b="b" l="l" r="r" t="t"/>
              <a:pathLst>
                <a:path extrusionOk="0" h="7845" w="6424">
                  <a:moveTo>
                    <a:pt x="1" y="0"/>
                  </a:moveTo>
                  <a:lnTo>
                    <a:pt x="1" y="2573"/>
                  </a:lnTo>
                  <a:cubicBezTo>
                    <a:pt x="8" y="4398"/>
                    <a:pt x="875" y="6118"/>
                    <a:pt x="2345" y="7200"/>
                  </a:cubicBezTo>
                  <a:lnTo>
                    <a:pt x="3219" y="7845"/>
                  </a:lnTo>
                  <a:lnTo>
                    <a:pt x="4086" y="7200"/>
                  </a:lnTo>
                  <a:cubicBezTo>
                    <a:pt x="5556" y="6111"/>
                    <a:pt x="6424" y="4398"/>
                    <a:pt x="6424" y="2573"/>
                  </a:cubicBezTo>
                  <a:lnTo>
                    <a:pt x="6424" y="0"/>
                  </a:ln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169" name="Google Shape;10169;p41"/>
            <p:cNvSpPr/>
            <p:nvPr/>
          </p:nvSpPr>
          <p:spPr>
            <a:xfrm>
              <a:off x="1562037" y="2785354"/>
              <a:ext cx="100440" cy="206108"/>
            </a:xfrm>
            <a:custGeom>
              <a:rect b="b" l="l" r="r" t="t"/>
              <a:pathLst>
                <a:path extrusionOk="0" h="7845" w="3823">
                  <a:moveTo>
                    <a:pt x="2609" y="0"/>
                  </a:moveTo>
                  <a:lnTo>
                    <a:pt x="2609" y="2573"/>
                  </a:lnTo>
                  <a:cubicBezTo>
                    <a:pt x="2609" y="4398"/>
                    <a:pt x="1735" y="6118"/>
                    <a:pt x="264" y="7200"/>
                  </a:cubicBezTo>
                  <a:lnTo>
                    <a:pt x="1" y="7394"/>
                  </a:lnTo>
                  <a:lnTo>
                    <a:pt x="611" y="7845"/>
                  </a:lnTo>
                  <a:lnTo>
                    <a:pt x="1485" y="7200"/>
                  </a:lnTo>
                  <a:cubicBezTo>
                    <a:pt x="2955" y="6111"/>
                    <a:pt x="3823" y="4398"/>
                    <a:pt x="3823" y="2573"/>
                  </a:cubicBezTo>
                  <a:lnTo>
                    <a:pt x="3823" y="0"/>
                  </a:lnTo>
                  <a:close/>
                </a:path>
              </a:pathLst>
            </a:custGeom>
            <a:solidFill>
              <a:srgbClr val="445D7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170" name="Google Shape;10170;p41"/>
            <p:cNvSpPr/>
            <p:nvPr/>
          </p:nvSpPr>
          <p:spPr>
            <a:xfrm>
              <a:off x="1482773" y="2773689"/>
              <a:ext cx="190817" cy="23172"/>
            </a:xfrm>
            <a:custGeom>
              <a:rect b="b" l="l" r="r" t="t"/>
              <a:pathLst>
                <a:path extrusionOk="0" h="882" w="7263">
                  <a:moveTo>
                    <a:pt x="181" y="0"/>
                  </a:moveTo>
                  <a:cubicBezTo>
                    <a:pt x="84" y="0"/>
                    <a:pt x="0" y="83"/>
                    <a:pt x="0" y="181"/>
                  </a:cubicBezTo>
                  <a:lnTo>
                    <a:pt x="0" y="701"/>
                  </a:lnTo>
                  <a:cubicBezTo>
                    <a:pt x="0" y="805"/>
                    <a:pt x="84" y="881"/>
                    <a:pt x="181" y="881"/>
                  </a:cubicBezTo>
                  <a:lnTo>
                    <a:pt x="7075" y="881"/>
                  </a:lnTo>
                  <a:cubicBezTo>
                    <a:pt x="7079" y="881"/>
                    <a:pt x="7083" y="881"/>
                    <a:pt x="7087" y="881"/>
                  </a:cubicBezTo>
                  <a:cubicBezTo>
                    <a:pt x="7179" y="881"/>
                    <a:pt x="7256" y="801"/>
                    <a:pt x="7263" y="708"/>
                  </a:cubicBezTo>
                  <a:lnTo>
                    <a:pt x="7263" y="187"/>
                  </a:lnTo>
                  <a:cubicBezTo>
                    <a:pt x="7263" y="83"/>
                    <a:pt x="7179" y="0"/>
                    <a:pt x="7075" y="0"/>
                  </a:cubicBezTo>
                  <a:close/>
                </a:path>
              </a:pathLst>
            </a:custGeom>
            <a:solidFill>
              <a:srgbClr val="A5B7C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171" name="Google Shape;10171;p41"/>
            <p:cNvSpPr/>
            <p:nvPr/>
          </p:nvSpPr>
          <p:spPr>
            <a:xfrm>
              <a:off x="1641669" y="2773689"/>
              <a:ext cx="31921" cy="23172"/>
            </a:xfrm>
            <a:custGeom>
              <a:rect b="b" l="l" r="r" t="t"/>
              <a:pathLst>
                <a:path extrusionOk="0" h="882" w="1215">
                  <a:moveTo>
                    <a:pt x="1" y="0"/>
                  </a:moveTo>
                  <a:lnTo>
                    <a:pt x="1" y="881"/>
                  </a:lnTo>
                  <a:lnTo>
                    <a:pt x="1020" y="881"/>
                  </a:lnTo>
                  <a:cubicBezTo>
                    <a:pt x="1024" y="881"/>
                    <a:pt x="1029" y="881"/>
                    <a:pt x="1033" y="881"/>
                  </a:cubicBezTo>
                  <a:cubicBezTo>
                    <a:pt x="1131" y="881"/>
                    <a:pt x="1208" y="801"/>
                    <a:pt x="1215" y="708"/>
                  </a:cubicBezTo>
                  <a:lnTo>
                    <a:pt x="1215" y="187"/>
                  </a:lnTo>
                  <a:cubicBezTo>
                    <a:pt x="1215" y="83"/>
                    <a:pt x="1124" y="0"/>
                    <a:pt x="1027" y="0"/>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172" name="Google Shape;10172;p41"/>
            <p:cNvSpPr/>
            <p:nvPr/>
          </p:nvSpPr>
          <p:spPr>
            <a:xfrm>
              <a:off x="1536343" y="2836060"/>
              <a:ext cx="83494" cy="78975"/>
            </a:xfrm>
            <a:custGeom>
              <a:rect b="b" l="l" r="r" t="t"/>
              <a:pathLst>
                <a:path extrusionOk="0" h="3006" w="3178">
                  <a:moveTo>
                    <a:pt x="1589" y="0"/>
                  </a:moveTo>
                  <a:cubicBezTo>
                    <a:pt x="1575" y="0"/>
                    <a:pt x="1561" y="9"/>
                    <a:pt x="1554" y="26"/>
                  </a:cubicBezTo>
                  <a:lnTo>
                    <a:pt x="1097" y="949"/>
                  </a:lnTo>
                  <a:cubicBezTo>
                    <a:pt x="1090" y="956"/>
                    <a:pt x="1083" y="969"/>
                    <a:pt x="1069" y="969"/>
                  </a:cubicBezTo>
                  <a:lnTo>
                    <a:pt x="49" y="1115"/>
                  </a:lnTo>
                  <a:cubicBezTo>
                    <a:pt x="15" y="1122"/>
                    <a:pt x="1" y="1164"/>
                    <a:pt x="28" y="1184"/>
                  </a:cubicBezTo>
                  <a:lnTo>
                    <a:pt x="764" y="1906"/>
                  </a:lnTo>
                  <a:cubicBezTo>
                    <a:pt x="771" y="1913"/>
                    <a:pt x="778" y="1927"/>
                    <a:pt x="778" y="1940"/>
                  </a:cubicBezTo>
                  <a:lnTo>
                    <a:pt x="604" y="2953"/>
                  </a:lnTo>
                  <a:cubicBezTo>
                    <a:pt x="598" y="2982"/>
                    <a:pt x="621" y="3005"/>
                    <a:pt x="644" y="3005"/>
                  </a:cubicBezTo>
                  <a:cubicBezTo>
                    <a:pt x="649" y="3005"/>
                    <a:pt x="655" y="3004"/>
                    <a:pt x="660" y="3002"/>
                  </a:cubicBezTo>
                  <a:lnTo>
                    <a:pt x="1568" y="2516"/>
                  </a:lnTo>
                  <a:cubicBezTo>
                    <a:pt x="1575" y="2513"/>
                    <a:pt x="1582" y="2511"/>
                    <a:pt x="1589" y="2511"/>
                  </a:cubicBezTo>
                  <a:cubicBezTo>
                    <a:pt x="1596" y="2511"/>
                    <a:pt x="1603" y="2513"/>
                    <a:pt x="1610" y="2516"/>
                  </a:cubicBezTo>
                  <a:lnTo>
                    <a:pt x="2519" y="3002"/>
                  </a:lnTo>
                  <a:cubicBezTo>
                    <a:pt x="2525" y="3004"/>
                    <a:pt x="2531" y="3005"/>
                    <a:pt x="2537" y="3005"/>
                  </a:cubicBezTo>
                  <a:cubicBezTo>
                    <a:pt x="2564" y="3005"/>
                    <a:pt x="2587" y="2982"/>
                    <a:pt x="2581" y="2953"/>
                  </a:cubicBezTo>
                  <a:lnTo>
                    <a:pt x="2408" y="1940"/>
                  </a:lnTo>
                  <a:cubicBezTo>
                    <a:pt x="2401" y="1927"/>
                    <a:pt x="2408" y="1913"/>
                    <a:pt x="2414" y="1906"/>
                  </a:cubicBezTo>
                  <a:lnTo>
                    <a:pt x="3157" y="1184"/>
                  </a:lnTo>
                  <a:cubicBezTo>
                    <a:pt x="3177" y="1164"/>
                    <a:pt x="3164" y="1122"/>
                    <a:pt x="3129" y="1115"/>
                  </a:cubicBezTo>
                  <a:lnTo>
                    <a:pt x="2109" y="969"/>
                  </a:lnTo>
                  <a:cubicBezTo>
                    <a:pt x="2095" y="969"/>
                    <a:pt x="2088" y="956"/>
                    <a:pt x="2082" y="949"/>
                  </a:cubicBezTo>
                  <a:lnTo>
                    <a:pt x="1624" y="26"/>
                  </a:lnTo>
                  <a:cubicBezTo>
                    <a:pt x="1617" y="9"/>
                    <a:pt x="1603" y="0"/>
                    <a:pt x="1589" y="0"/>
                  </a:cubicBezTo>
                  <a:close/>
                </a:path>
              </a:pathLst>
            </a:custGeom>
            <a:solidFill>
              <a:srgbClr val="667E9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173" name="Google Shape;10173;p41"/>
            <p:cNvSpPr/>
            <p:nvPr/>
          </p:nvSpPr>
          <p:spPr>
            <a:xfrm>
              <a:off x="1556205" y="2977958"/>
              <a:ext cx="43770" cy="21543"/>
            </a:xfrm>
            <a:custGeom>
              <a:rect b="b" l="l" r="r" t="t"/>
              <a:pathLst>
                <a:path extrusionOk="0" h="820" w="1666">
                  <a:moveTo>
                    <a:pt x="341" y="1"/>
                  </a:moveTo>
                  <a:cubicBezTo>
                    <a:pt x="153" y="1"/>
                    <a:pt x="1" y="153"/>
                    <a:pt x="1" y="340"/>
                  </a:cubicBezTo>
                  <a:lnTo>
                    <a:pt x="1" y="486"/>
                  </a:lnTo>
                  <a:cubicBezTo>
                    <a:pt x="1" y="666"/>
                    <a:pt x="153" y="819"/>
                    <a:pt x="341" y="819"/>
                  </a:cubicBezTo>
                  <a:lnTo>
                    <a:pt x="1326" y="819"/>
                  </a:lnTo>
                  <a:cubicBezTo>
                    <a:pt x="1513" y="819"/>
                    <a:pt x="1665" y="666"/>
                    <a:pt x="1665" y="486"/>
                  </a:cubicBezTo>
                  <a:lnTo>
                    <a:pt x="1665" y="340"/>
                  </a:lnTo>
                  <a:cubicBezTo>
                    <a:pt x="1665" y="153"/>
                    <a:pt x="1513" y="1"/>
                    <a:pt x="1326" y="1"/>
                  </a:cubicBezTo>
                  <a:close/>
                </a:path>
              </a:pathLst>
            </a:custGeom>
            <a:solidFill>
              <a:srgbClr val="A5B7C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174" name="Google Shape;10174;p41"/>
            <p:cNvSpPr/>
            <p:nvPr/>
          </p:nvSpPr>
          <p:spPr>
            <a:xfrm>
              <a:off x="1533427" y="3061609"/>
              <a:ext cx="89326" cy="30818"/>
            </a:xfrm>
            <a:custGeom>
              <a:rect b="b" l="l" r="r" t="t"/>
              <a:pathLst>
                <a:path extrusionOk="0" h="1173" w="3400">
                  <a:moveTo>
                    <a:pt x="452" y="0"/>
                  </a:moveTo>
                  <a:cubicBezTo>
                    <a:pt x="202" y="0"/>
                    <a:pt x="1" y="201"/>
                    <a:pt x="1" y="451"/>
                  </a:cubicBezTo>
                  <a:lnTo>
                    <a:pt x="1" y="1173"/>
                  </a:lnTo>
                  <a:lnTo>
                    <a:pt x="3399" y="1173"/>
                  </a:lnTo>
                  <a:lnTo>
                    <a:pt x="3399" y="451"/>
                  </a:lnTo>
                  <a:cubicBezTo>
                    <a:pt x="3399" y="201"/>
                    <a:pt x="3198" y="0"/>
                    <a:pt x="2949" y="0"/>
                  </a:cubicBezTo>
                  <a:close/>
                </a:path>
              </a:pathLst>
            </a:custGeom>
            <a:solidFill>
              <a:srgbClr val="A5B7C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175" name="Google Shape;10175;p41"/>
            <p:cNvSpPr/>
            <p:nvPr/>
          </p:nvSpPr>
          <p:spPr>
            <a:xfrm>
              <a:off x="1591200" y="3061609"/>
              <a:ext cx="31737" cy="30818"/>
            </a:xfrm>
            <a:custGeom>
              <a:rect b="b" l="l" r="r" t="t"/>
              <a:pathLst>
                <a:path extrusionOk="0" h="1173" w="1208">
                  <a:moveTo>
                    <a:pt x="0" y="0"/>
                  </a:moveTo>
                  <a:lnTo>
                    <a:pt x="0" y="1173"/>
                  </a:lnTo>
                  <a:lnTo>
                    <a:pt x="1207" y="1173"/>
                  </a:lnTo>
                  <a:lnTo>
                    <a:pt x="1207" y="451"/>
                  </a:lnTo>
                  <a:cubicBezTo>
                    <a:pt x="1200" y="201"/>
                    <a:pt x="999" y="0"/>
                    <a:pt x="750" y="0"/>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176" name="Google Shape;10176;p41"/>
            <p:cNvSpPr/>
            <p:nvPr/>
          </p:nvSpPr>
          <p:spPr>
            <a:xfrm>
              <a:off x="1501006" y="3084756"/>
              <a:ext cx="154193" cy="38831"/>
            </a:xfrm>
            <a:custGeom>
              <a:rect b="b" l="l" r="r" t="t"/>
              <a:pathLst>
                <a:path extrusionOk="0" h="1478" w="5869">
                  <a:moveTo>
                    <a:pt x="472" y="0"/>
                  </a:moveTo>
                  <a:cubicBezTo>
                    <a:pt x="354" y="0"/>
                    <a:pt x="250" y="90"/>
                    <a:pt x="222" y="208"/>
                  </a:cubicBezTo>
                  <a:lnTo>
                    <a:pt x="35" y="1179"/>
                  </a:lnTo>
                  <a:cubicBezTo>
                    <a:pt x="0" y="1332"/>
                    <a:pt x="125" y="1478"/>
                    <a:pt x="284" y="1478"/>
                  </a:cubicBezTo>
                  <a:lnTo>
                    <a:pt x="5591" y="1478"/>
                  </a:lnTo>
                  <a:cubicBezTo>
                    <a:pt x="5750" y="1478"/>
                    <a:pt x="5868" y="1332"/>
                    <a:pt x="5833" y="1179"/>
                  </a:cubicBezTo>
                  <a:lnTo>
                    <a:pt x="5646" y="208"/>
                  </a:lnTo>
                  <a:cubicBezTo>
                    <a:pt x="5618" y="90"/>
                    <a:pt x="5514" y="0"/>
                    <a:pt x="5396" y="0"/>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177" name="Google Shape;10177;p41"/>
            <p:cNvSpPr/>
            <p:nvPr/>
          </p:nvSpPr>
          <p:spPr>
            <a:xfrm>
              <a:off x="1616159" y="3084756"/>
              <a:ext cx="38857" cy="38647"/>
            </a:xfrm>
            <a:custGeom>
              <a:rect b="b" l="l" r="r" t="t"/>
              <a:pathLst>
                <a:path extrusionOk="0" h="1471" w="1479">
                  <a:moveTo>
                    <a:pt x="1" y="0"/>
                  </a:moveTo>
                  <a:lnTo>
                    <a:pt x="292" y="1471"/>
                  </a:lnTo>
                  <a:lnTo>
                    <a:pt x="1208" y="1471"/>
                  </a:lnTo>
                  <a:cubicBezTo>
                    <a:pt x="1360" y="1471"/>
                    <a:pt x="1478" y="1332"/>
                    <a:pt x="1450" y="1179"/>
                  </a:cubicBezTo>
                  <a:lnTo>
                    <a:pt x="1263" y="201"/>
                  </a:lnTo>
                  <a:cubicBezTo>
                    <a:pt x="1242" y="83"/>
                    <a:pt x="1138" y="0"/>
                    <a:pt x="1013" y="0"/>
                  </a:cubicBez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0178" name="Google Shape;10178;p41"/>
          <p:cNvGrpSpPr/>
          <p:nvPr/>
        </p:nvGrpSpPr>
        <p:grpSpPr>
          <a:xfrm>
            <a:off x="3082217" y="2788586"/>
            <a:ext cx="288866" cy="320235"/>
            <a:chOff x="3082217" y="2788586"/>
            <a:chExt cx="288866" cy="320235"/>
          </a:xfrm>
        </p:grpSpPr>
        <p:sp>
          <p:nvSpPr>
            <p:cNvPr id="10179" name="Google Shape;10179;p41"/>
            <p:cNvSpPr/>
            <p:nvPr/>
          </p:nvSpPr>
          <p:spPr>
            <a:xfrm>
              <a:off x="3082401" y="2867508"/>
              <a:ext cx="275178" cy="241313"/>
            </a:xfrm>
            <a:custGeom>
              <a:rect b="b" l="l" r="r" t="t"/>
              <a:pathLst>
                <a:path extrusionOk="0" h="9185" w="10474">
                  <a:moveTo>
                    <a:pt x="3096" y="0"/>
                  </a:moveTo>
                  <a:cubicBezTo>
                    <a:pt x="2877" y="0"/>
                    <a:pt x="2660" y="23"/>
                    <a:pt x="2456" y="78"/>
                  </a:cubicBezTo>
                  <a:cubicBezTo>
                    <a:pt x="1263" y="383"/>
                    <a:pt x="0" y="1666"/>
                    <a:pt x="0" y="3782"/>
                  </a:cubicBezTo>
                  <a:cubicBezTo>
                    <a:pt x="0" y="5217"/>
                    <a:pt x="909" y="7194"/>
                    <a:pt x="2033" y="8311"/>
                  </a:cubicBezTo>
                  <a:cubicBezTo>
                    <a:pt x="2567" y="8845"/>
                    <a:pt x="3142" y="9185"/>
                    <a:pt x="3690" y="9185"/>
                  </a:cubicBezTo>
                  <a:cubicBezTo>
                    <a:pt x="4016" y="9185"/>
                    <a:pt x="4335" y="9136"/>
                    <a:pt x="4641" y="9046"/>
                  </a:cubicBezTo>
                  <a:cubicBezTo>
                    <a:pt x="4835" y="8987"/>
                    <a:pt x="5036" y="8958"/>
                    <a:pt x="5237" y="8958"/>
                  </a:cubicBezTo>
                  <a:cubicBezTo>
                    <a:pt x="5438" y="8958"/>
                    <a:pt x="5639" y="8987"/>
                    <a:pt x="5834" y="9046"/>
                  </a:cubicBezTo>
                  <a:cubicBezTo>
                    <a:pt x="6139" y="9136"/>
                    <a:pt x="6458" y="9185"/>
                    <a:pt x="6784" y="9185"/>
                  </a:cubicBezTo>
                  <a:cubicBezTo>
                    <a:pt x="7304" y="9185"/>
                    <a:pt x="7852" y="8873"/>
                    <a:pt x="8365" y="8387"/>
                  </a:cubicBezTo>
                  <a:cubicBezTo>
                    <a:pt x="9524" y="7277"/>
                    <a:pt x="10474" y="5252"/>
                    <a:pt x="10474" y="3782"/>
                  </a:cubicBezTo>
                  <a:cubicBezTo>
                    <a:pt x="10474" y="1666"/>
                    <a:pt x="9205" y="383"/>
                    <a:pt x="8018" y="78"/>
                  </a:cubicBezTo>
                  <a:cubicBezTo>
                    <a:pt x="7812" y="23"/>
                    <a:pt x="7594" y="0"/>
                    <a:pt x="7375" y="0"/>
                  </a:cubicBezTo>
                  <a:cubicBezTo>
                    <a:pt x="6985" y="0"/>
                    <a:pt x="6592" y="72"/>
                    <a:pt x="6250" y="161"/>
                  </a:cubicBezTo>
                  <a:cubicBezTo>
                    <a:pt x="6139" y="189"/>
                    <a:pt x="6028" y="216"/>
                    <a:pt x="5910" y="237"/>
                  </a:cubicBezTo>
                  <a:cubicBezTo>
                    <a:pt x="5687" y="273"/>
                    <a:pt x="5462" y="291"/>
                    <a:pt x="5238" y="291"/>
                  </a:cubicBezTo>
                  <a:cubicBezTo>
                    <a:pt x="4896" y="291"/>
                    <a:pt x="4555" y="249"/>
                    <a:pt x="4224" y="161"/>
                  </a:cubicBezTo>
                  <a:cubicBezTo>
                    <a:pt x="3882" y="72"/>
                    <a:pt x="3486" y="0"/>
                    <a:pt x="3096" y="0"/>
                  </a:cubicBezTo>
                  <a:close/>
                </a:path>
              </a:pathLst>
            </a:custGeom>
            <a:solidFill>
              <a:srgbClr val="D7DC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180" name="Google Shape;10180;p41"/>
            <p:cNvSpPr/>
            <p:nvPr/>
          </p:nvSpPr>
          <p:spPr>
            <a:xfrm>
              <a:off x="3082217" y="2867508"/>
              <a:ext cx="219980" cy="241313"/>
            </a:xfrm>
            <a:custGeom>
              <a:rect b="b" l="l" r="r" t="t"/>
              <a:pathLst>
                <a:path extrusionOk="0" h="9185" w="8373">
                  <a:moveTo>
                    <a:pt x="8372" y="8380"/>
                  </a:moveTo>
                  <a:cubicBezTo>
                    <a:pt x="8369" y="8383"/>
                    <a:pt x="8366" y="8386"/>
                    <a:pt x="8364" y="8389"/>
                  </a:cubicBezTo>
                  <a:lnTo>
                    <a:pt x="8364" y="8389"/>
                  </a:lnTo>
                  <a:cubicBezTo>
                    <a:pt x="8366" y="8388"/>
                    <a:pt x="8369" y="8388"/>
                    <a:pt x="8372" y="8387"/>
                  </a:cubicBezTo>
                  <a:lnTo>
                    <a:pt x="8372" y="8380"/>
                  </a:lnTo>
                  <a:close/>
                  <a:moveTo>
                    <a:pt x="3101" y="0"/>
                  </a:moveTo>
                  <a:cubicBezTo>
                    <a:pt x="2883" y="0"/>
                    <a:pt x="2667" y="23"/>
                    <a:pt x="2463" y="78"/>
                  </a:cubicBezTo>
                  <a:cubicBezTo>
                    <a:pt x="1270" y="383"/>
                    <a:pt x="0" y="1666"/>
                    <a:pt x="0" y="3782"/>
                  </a:cubicBezTo>
                  <a:cubicBezTo>
                    <a:pt x="0" y="5897"/>
                    <a:pt x="1991" y="9185"/>
                    <a:pt x="3697" y="9185"/>
                  </a:cubicBezTo>
                  <a:cubicBezTo>
                    <a:pt x="4023" y="9185"/>
                    <a:pt x="4342" y="9136"/>
                    <a:pt x="4648" y="9046"/>
                  </a:cubicBezTo>
                  <a:cubicBezTo>
                    <a:pt x="4842" y="8987"/>
                    <a:pt x="5043" y="8958"/>
                    <a:pt x="5244" y="8958"/>
                  </a:cubicBezTo>
                  <a:cubicBezTo>
                    <a:pt x="5445" y="8958"/>
                    <a:pt x="5646" y="8987"/>
                    <a:pt x="5841" y="9046"/>
                  </a:cubicBezTo>
                  <a:cubicBezTo>
                    <a:pt x="6146" y="9136"/>
                    <a:pt x="6465" y="9185"/>
                    <a:pt x="6791" y="9185"/>
                  </a:cubicBezTo>
                  <a:cubicBezTo>
                    <a:pt x="7308" y="9185"/>
                    <a:pt x="7860" y="8876"/>
                    <a:pt x="8364" y="8389"/>
                  </a:cubicBezTo>
                  <a:lnTo>
                    <a:pt x="8364" y="8389"/>
                  </a:lnTo>
                  <a:cubicBezTo>
                    <a:pt x="7729" y="8500"/>
                    <a:pt x="7160" y="8547"/>
                    <a:pt x="6651" y="8547"/>
                  </a:cubicBezTo>
                  <a:cubicBezTo>
                    <a:pt x="6029" y="8547"/>
                    <a:pt x="5496" y="8477"/>
                    <a:pt x="5043" y="8366"/>
                  </a:cubicBezTo>
                  <a:cubicBezTo>
                    <a:pt x="3704" y="8033"/>
                    <a:pt x="2705" y="6910"/>
                    <a:pt x="2539" y="5536"/>
                  </a:cubicBezTo>
                  <a:cubicBezTo>
                    <a:pt x="2123" y="2110"/>
                    <a:pt x="4363" y="1111"/>
                    <a:pt x="4363" y="1111"/>
                  </a:cubicBezTo>
                  <a:cubicBezTo>
                    <a:pt x="4682" y="1255"/>
                    <a:pt x="5018" y="1292"/>
                    <a:pt x="5280" y="1292"/>
                  </a:cubicBezTo>
                  <a:cubicBezTo>
                    <a:pt x="5561" y="1292"/>
                    <a:pt x="5757" y="1250"/>
                    <a:pt x="5757" y="1250"/>
                  </a:cubicBezTo>
                  <a:cubicBezTo>
                    <a:pt x="5286" y="778"/>
                    <a:pt x="5917" y="237"/>
                    <a:pt x="5917" y="237"/>
                  </a:cubicBezTo>
                  <a:lnTo>
                    <a:pt x="5917" y="237"/>
                  </a:lnTo>
                  <a:cubicBezTo>
                    <a:pt x="5694" y="273"/>
                    <a:pt x="5469" y="291"/>
                    <a:pt x="5245" y="291"/>
                  </a:cubicBezTo>
                  <a:cubicBezTo>
                    <a:pt x="4903" y="291"/>
                    <a:pt x="4562" y="249"/>
                    <a:pt x="4231" y="161"/>
                  </a:cubicBezTo>
                  <a:cubicBezTo>
                    <a:pt x="3885" y="72"/>
                    <a:pt x="3490" y="0"/>
                    <a:pt x="3101" y="0"/>
                  </a:cubicBezTo>
                  <a:close/>
                </a:path>
              </a:pathLst>
            </a:custGeom>
            <a:solidFill>
              <a:srgbClr val="D3D8D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181" name="Google Shape;10181;p41"/>
            <p:cNvSpPr/>
            <p:nvPr/>
          </p:nvSpPr>
          <p:spPr>
            <a:xfrm>
              <a:off x="3233100" y="2788586"/>
              <a:ext cx="137983" cy="76269"/>
            </a:xfrm>
            <a:custGeom>
              <a:rect b="b" l="l" r="r" t="t"/>
              <a:pathLst>
                <a:path extrusionOk="0" h="2903" w="5252">
                  <a:moveTo>
                    <a:pt x="2510" y="1"/>
                  </a:moveTo>
                  <a:cubicBezTo>
                    <a:pt x="2390" y="1"/>
                    <a:pt x="2266" y="5"/>
                    <a:pt x="2137" y="16"/>
                  </a:cubicBezTo>
                  <a:cubicBezTo>
                    <a:pt x="611" y="134"/>
                    <a:pt x="14" y="1896"/>
                    <a:pt x="0" y="1951"/>
                  </a:cubicBezTo>
                  <a:cubicBezTo>
                    <a:pt x="21" y="1944"/>
                    <a:pt x="42" y="1930"/>
                    <a:pt x="63" y="1930"/>
                  </a:cubicBezTo>
                  <a:cubicBezTo>
                    <a:pt x="84" y="1925"/>
                    <a:pt x="107" y="1923"/>
                    <a:pt x="131" y="1923"/>
                  </a:cubicBezTo>
                  <a:cubicBezTo>
                    <a:pt x="619" y="1923"/>
                    <a:pt x="1590" y="2903"/>
                    <a:pt x="2725" y="2903"/>
                  </a:cubicBezTo>
                  <a:cubicBezTo>
                    <a:pt x="2946" y="2903"/>
                    <a:pt x="3174" y="2866"/>
                    <a:pt x="3406" y="2776"/>
                  </a:cubicBezTo>
                  <a:cubicBezTo>
                    <a:pt x="4960" y="2180"/>
                    <a:pt x="5251" y="127"/>
                    <a:pt x="5251" y="127"/>
                  </a:cubicBezTo>
                  <a:lnTo>
                    <a:pt x="5251" y="127"/>
                  </a:lnTo>
                  <a:cubicBezTo>
                    <a:pt x="5067" y="247"/>
                    <a:pt x="4874" y="291"/>
                    <a:pt x="4663" y="291"/>
                  </a:cubicBezTo>
                  <a:cubicBezTo>
                    <a:pt x="4120" y="291"/>
                    <a:pt x="3457" y="1"/>
                    <a:pt x="2510" y="1"/>
                  </a:cubicBezTo>
                  <a:close/>
                </a:path>
              </a:pathLst>
            </a:custGeom>
            <a:solidFill>
              <a:srgbClr val="C7CDD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182" name="Google Shape;10182;p41"/>
            <p:cNvSpPr/>
            <p:nvPr/>
          </p:nvSpPr>
          <p:spPr>
            <a:xfrm>
              <a:off x="3232916" y="2788586"/>
              <a:ext cx="138167" cy="51258"/>
            </a:xfrm>
            <a:custGeom>
              <a:rect b="b" l="l" r="r" t="t"/>
              <a:pathLst>
                <a:path extrusionOk="0" h="1951" w="5259">
                  <a:moveTo>
                    <a:pt x="2517" y="1"/>
                  </a:moveTo>
                  <a:cubicBezTo>
                    <a:pt x="2397" y="1"/>
                    <a:pt x="2273" y="5"/>
                    <a:pt x="2144" y="16"/>
                  </a:cubicBezTo>
                  <a:cubicBezTo>
                    <a:pt x="618" y="134"/>
                    <a:pt x="21" y="1896"/>
                    <a:pt x="1" y="1951"/>
                  </a:cubicBezTo>
                  <a:lnTo>
                    <a:pt x="70" y="1923"/>
                  </a:lnTo>
                  <a:cubicBezTo>
                    <a:pt x="403" y="1798"/>
                    <a:pt x="1832" y="1278"/>
                    <a:pt x="2990" y="1278"/>
                  </a:cubicBezTo>
                  <a:cubicBezTo>
                    <a:pt x="4315" y="1278"/>
                    <a:pt x="5258" y="127"/>
                    <a:pt x="5258" y="127"/>
                  </a:cubicBezTo>
                  <a:lnTo>
                    <a:pt x="5258" y="127"/>
                  </a:lnTo>
                  <a:cubicBezTo>
                    <a:pt x="5074" y="247"/>
                    <a:pt x="4881" y="291"/>
                    <a:pt x="4670" y="291"/>
                  </a:cubicBezTo>
                  <a:cubicBezTo>
                    <a:pt x="4127" y="291"/>
                    <a:pt x="3464" y="1"/>
                    <a:pt x="2517" y="1"/>
                  </a:cubicBezTo>
                  <a:close/>
                </a:path>
              </a:pathLst>
            </a:custGeom>
            <a:solidFill>
              <a:srgbClr val="6A7F9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183" name="Google Shape;10183;p41"/>
            <p:cNvSpPr/>
            <p:nvPr/>
          </p:nvSpPr>
          <p:spPr>
            <a:xfrm>
              <a:off x="3293605" y="2915403"/>
              <a:ext cx="38831" cy="55540"/>
            </a:xfrm>
            <a:custGeom>
              <a:rect b="b" l="l" r="r" t="t"/>
              <a:pathLst>
                <a:path extrusionOk="0" h="2114" w="1478">
                  <a:moveTo>
                    <a:pt x="674" y="1"/>
                  </a:moveTo>
                  <a:cubicBezTo>
                    <a:pt x="660" y="1"/>
                    <a:pt x="646" y="1"/>
                    <a:pt x="631" y="3"/>
                  </a:cubicBezTo>
                  <a:cubicBezTo>
                    <a:pt x="257" y="44"/>
                    <a:pt x="0" y="544"/>
                    <a:pt x="56" y="1126"/>
                  </a:cubicBezTo>
                  <a:cubicBezTo>
                    <a:pt x="116" y="1687"/>
                    <a:pt x="440" y="2113"/>
                    <a:pt x="804" y="2113"/>
                  </a:cubicBezTo>
                  <a:cubicBezTo>
                    <a:pt x="818" y="2113"/>
                    <a:pt x="832" y="2112"/>
                    <a:pt x="847" y="2111"/>
                  </a:cubicBezTo>
                  <a:cubicBezTo>
                    <a:pt x="1221" y="2076"/>
                    <a:pt x="1478" y="1570"/>
                    <a:pt x="1422" y="987"/>
                  </a:cubicBezTo>
                  <a:cubicBezTo>
                    <a:pt x="1362" y="427"/>
                    <a:pt x="1038" y="1"/>
                    <a:pt x="674" y="1"/>
                  </a:cubicBezTo>
                  <a:close/>
                </a:path>
              </a:pathLst>
            </a:custGeom>
            <a:solidFill>
              <a:srgbClr val="E4EAE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184" name="Google Shape;10184;p41"/>
            <p:cNvSpPr/>
            <p:nvPr/>
          </p:nvSpPr>
          <p:spPr>
            <a:xfrm>
              <a:off x="3191379" y="2892677"/>
              <a:ext cx="57405" cy="13136"/>
            </a:xfrm>
            <a:custGeom>
              <a:rect b="b" l="l" r="r" t="t"/>
              <a:pathLst>
                <a:path extrusionOk="0" h="500" w="2185">
                  <a:moveTo>
                    <a:pt x="0" y="0"/>
                  </a:moveTo>
                  <a:cubicBezTo>
                    <a:pt x="0" y="236"/>
                    <a:pt x="368" y="437"/>
                    <a:pt x="867" y="486"/>
                  </a:cubicBezTo>
                  <a:cubicBezTo>
                    <a:pt x="936" y="500"/>
                    <a:pt x="1013" y="500"/>
                    <a:pt x="1089" y="500"/>
                  </a:cubicBezTo>
                  <a:cubicBezTo>
                    <a:pt x="1165" y="500"/>
                    <a:pt x="1235" y="493"/>
                    <a:pt x="1304" y="486"/>
                  </a:cubicBezTo>
                  <a:cubicBezTo>
                    <a:pt x="1810" y="444"/>
                    <a:pt x="2185" y="243"/>
                    <a:pt x="2185" y="0"/>
                  </a:cubicBezTo>
                  <a:close/>
                </a:path>
              </a:pathLst>
            </a:custGeom>
            <a:solidFill>
              <a:srgbClr val="D3D8D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185" name="Google Shape;10185;p41"/>
            <p:cNvSpPr/>
            <p:nvPr/>
          </p:nvSpPr>
          <p:spPr>
            <a:xfrm>
              <a:off x="3195320" y="2830070"/>
              <a:ext cx="49708" cy="75560"/>
            </a:xfrm>
            <a:custGeom>
              <a:rect b="b" l="l" r="r" t="t"/>
              <a:pathLst>
                <a:path extrusionOk="0" h="2876" w="1892">
                  <a:moveTo>
                    <a:pt x="1586" y="1"/>
                  </a:moveTo>
                  <a:cubicBezTo>
                    <a:pt x="1522" y="1"/>
                    <a:pt x="1457" y="30"/>
                    <a:pt x="1411" y="101"/>
                  </a:cubicBezTo>
                  <a:lnTo>
                    <a:pt x="814" y="1010"/>
                  </a:lnTo>
                  <a:cubicBezTo>
                    <a:pt x="717" y="726"/>
                    <a:pt x="606" y="448"/>
                    <a:pt x="474" y="178"/>
                  </a:cubicBezTo>
                  <a:cubicBezTo>
                    <a:pt x="428" y="100"/>
                    <a:pt x="359" y="68"/>
                    <a:pt x="291" y="68"/>
                  </a:cubicBezTo>
                  <a:cubicBezTo>
                    <a:pt x="144" y="68"/>
                    <a:pt x="1" y="216"/>
                    <a:pt x="86" y="386"/>
                  </a:cubicBezTo>
                  <a:cubicBezTo>
                    <a:pt x="384" y="1017"/>
                    <a:pt x="585" y="1690"/>
                    <a:pt x="676" y="2383"/>
                  </a:cubicBezTo>
                  <a:cubicBezTo>
                    <a:pt x="696" y="2536"/>
                    <a:pt x="710" y="2703"/>
                    <a:pt x="717" y="2869"/>
                  </a:cubicBezTo>
                  <a:cubicBezTo>
                    <a:pt x="786" y="2876"/>
                    <a:pt x="863" y="2876"/>
                    <a:pt x="939" y="2876"/>
                  </a:cubicBezTo>
                  <a:cubicBezTo>
                    <a:pt x="1015" y="2876"/>
                    <a:pt x="1085" y="2876"/>
                    <a:pt x="1154" y="2869"/>
                  </a:cubicBezTo>
                  <a:cubicBezTo>
                    <a:pt x="1147" y="2703"/>
                    <a:pt x="1133" y="2536"/>
                    <a:pt x="1119" y="2383"/>
                  </a:cubicBezTo>
                  <a:cubicBezTo>
                    <a:pt x="1085" y="2106"/>
                    <a:pt x="1036" y="1836"/>
                    <a:pt x="974" y="1572"/>
                  </a:cubicBezTo>
                  <a:lnTo>
                    <a:pt x="1778" y="351"/>
                  </a:lnTo>
                  <a:lnTo>
                    <a:pt x="1778" y="344"/>
                  </a:lnTo>
                  <a:cubicBezTo>
                    <a:pt x="1891" y="173"/>
                    <a:pt x="1740" y="1"/>
                    <a:pt x="1586" y="1"/>
                  </a:cubicBezTo>
                  <a:close/>
                </a:path>
              </a:pathLst>
            </a:custGeom>
            <a:solidFill>
              <a:srgbClr val="81909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0186" name="Google Shape;10186;p41"/>
          <p:cNvGrpSpPr/>
          <p:nvPr/>
        </p:nvGrpSpPr>
        <p:grpSpPr>
          <a:xfrm>
            <a:off x="3610557" y="2780704"/>
            <a:ext cx="325017" cy="336051"/>
            <a:chOff x="3610557" y="2780704"/>
            <a:chExt cx="325017" cy="336051"/>
          </a:xfrm>
        </p:grpSpPr>
        <p:sp>
          <p:nvSpPr>
            <p:cNvPr id="10187" name="Google Shape;10187;p41"/>
            <p:cNvSpPr/>
            <p:nvPr/>
          </p:nvSpPr>
          <p:spPr>
            <a:xfrm>
              <a:off x="3610557" y="2780704"/>
              <a:ext cx="324702" cy="335973"/>
            </a:xfrm>
            <a:custGeom>
              <a:rect b="b" l="l" r="r" t="t"/>
              <a:pathLst>
                <a:path extrusionOk="0" h="12788" w="12359">
                  <a:moveTo>
                    <a:pt x="11722" y="1"/>
                  </a:moveTo>
                  <a:cubicBezTo>
                    <a:pt x="11685" y="1"/>
                    <a:pt x="11648" y="4"/>
                    <a:pt x="11610" y="11"/>
                  </a:cubicBezTo>
                  <a:lnTo>
                    <a:pt x="3959" y="1363"/>
                  </a:lnTo>
                  <a:cubicBezTo>
                    <a:pt x="3661" y="1412"/>
                    <a:pt x="3439" y="1675"/>
                    <a:pt x="3439" y="1980"/>
                  </a:cubicBezTo>
                  <a:lnTo>
                    <a:pt x="3439" y="8611"/>
                  </a:lnTo>
                  <a:cubicBezTo>
                    <a:pt x="3121" y="8453"/>
                    <a:pt x="2788" y="8379"/>
                    <a:pt x="2462" y="8379"/>
                  </a:cubicBezTo>
                  <a:cubicBezTo>
                    <a:pt x="1475" y="8379"/>
                    <a:pt x="550" y="9053"/>
                    <a:pt x="310" y="10096"/>
                  </a:cubicBezTo>
                  <a:cubicBezTo>
                    <a:pt x="1" y="11479"/>
                    <a:pt x="1050" y="12787"/>
                    <a:pt x="2462" y="12787"/>
                  </a:cubicBezTo>
                  <a:cubicBezTo>
                    <a:pt x="2473" y="12787"/>
                    <a:pt x="2484" y="12787"/>
                    <a:pt x="2495" y="12787"/>
                  </a:cubicBezTo>
                  <a:cubicBezTo>
                    <a:pt x="3709" y="12759"/>
                    <a:pt x="4673" y="11767"/>
                    <a:pt x="4666" y="10554"/>
                  </a:cubicBezTo>
                  <a:lnTo>
                    <a:pt x="4666" y="3187"/>
                  </a:lnTo>
                  <a:lnTo>
                    <a:pt x="11124" y="2043"/>
                  </a:lnTo>
                  <a:lnTo>
                    <a:pt x="11124" y="7030"/>
                  </a:lnTo>
                  <a:cubicBezTo>
                    <a:pt x="10808" y="6874"/>
                    <a:pt x="10475" y="6801"/>
                    <a:pt x="10149" y="6801"/>
                  </a:cubicBezTo>
                  <a:cubicBezTo>
                    <a:pt x="9160" y="6801"/>
                    <a:pt x="8231" y="7473"/>
                    <a:pt x="7996" y="8521"/>
                  </a:cubicBezTo>
                  <a:cubicBezTo>
                    <a:pt x="7686" y="9905"/>
                    <a:pt x="8735" y="11213"/>
                    <a:pt x="10147" y="11213"/>
                  </a:cubicBezTo>
                  <a:cubicBezTo>
                    <a:pt x="10158" y="11213"/>
                    <a:pt x="10170" y="11213"/>
                    <a:pt x="10181" y="11213"/>
                  </a:cubicBezTo>
                  <a:cubicBezTo>
                    <a:pt x="11394" y="11185"/>
                    <a:pt x="12359" y="10193"/>
                    <a:pt x="12352" y="8979"/>
                  </a:cubicBezTo>
                  <a:lnTo>
                    <a:pt x="12352" y="628"/>
                  </a:lnTo>
                  <a:cubicBezTo>
                    <a:pt x="12352" y="278"/>
                    <a:pt x="12064" y="1"/>
                    <a:pt x="11722" y="1"/>
                  </a:cubicBezTo>
                  <a:close/>
                </a:path>
              </a:pathLst>
            </a:custGeom>
            <a:solidFill>
              <a:srgbClr val="A7B1B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188" name="Google Shape;10188;p41"/>
            <p:cNvSpPr/>
            <p:nvPr/>
          </p:nvSpPr>
          <p:spPr>
            <a:xfrm>
              <a:off x="3665703" y="2864434"/>
              <a:ext cx="67967" cy="252321"/>
            </a:xfrm>
            <a:custGeom>
              <a:rect b="b" l="l" r="r" t="t"/>
              <a:pathLst>
                <a:path extrusionOk="0" h="9604" w="2587">
                  <a:moveTo>
                    <a:pt x="2567" y="0"/>
                  </a:moveTo>
                  <a:lnTo>
                    <a:pt x="2297" y="84"/>
                  </a:lnTo>
                  <a:cubicBezTo>
                    <a:pt x="2026" y="160"/>
                    <a:pt x="1846" y="410"/>
                    <a:pt x="1846" y="687"/>
                  </a:cubicBezTo>
                  <a:lnTo>
                    <a:pt x="1846" y="7367"/>
                  </a:lnTo>
                  <a:cubicBezTo>
                    <a:pt x="1846" y="8456"/>
                    <a:pt x="1069" y="9385"/>
                    <a:pt x="1" y="9572"/>
                  </a:cubicBezTo>
                  <a:cubicBezTo>
                    <a:pt x="126" y="9593"/>
                    <a:pt x="250" y="9603"/>
                    <a:pt x="372" y="9603"/>
                  </a:cubicBezTo>
                  <a:cubicBezTo>
                    <a:pt x="1576" y="9603"/>
                    <a:pt x="2586" y="8614"/>
                    <a:pt x="2567" y="7367"/>
                  </a:cubicBezTo>
                  <a:lnTo>
                    <a:pt x="2567" y="0"/>
                  </a:lnTo>
                  <a:close/>
                </a:path>
              </a:pathLst>
            </a:custGeom>
            <a:solidFill>
              <a:srgbClr val="8C99A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189" name="Google Shape;10189;p41"/>
            <p:cNvSpPr/>
            <p:nvPr/>
          </p:nvSpPr>
          <p:spPr>
            <a:xfrm>
              <a:off x="3867633" y="2780704"/>
              <a:ext cx="67941" cy="294830"/>
            </a:xfrm>
            <a:custGeom>
              <a:rect b="b" l="l" r="r" t="t"/>
              <a:pathLst>
                <a:path extrusionOk="0" h="11222" w="2586">
                  <a:moveTo>
                    <a:pt x="1942" y="1"/>
                  </a:moveTo>
                  <a:cubicBezTo>
                    <a:pt x="1906" y="1"/>
                    <a:pt x="1869" y="4"/>
                    <a:pt x="1831" y="11"/>
                  </a:cubicBezTo>
                  <a:lnTo>
                    <a:pt x="1499" y="66"/>
                  </a:lnTo>
                  <a:cubicBezTo>
                    <a:pt x="1714" y="170"/>
                    <a:pt x="1845" y="392"/>
                    <a:pt x="1845" y="628"/>
                  </a:cubicBezTo>
                  <a:lnTo>
                    <a:pt x="1845" y="8979"/>
                  </a:lnTo>
                  <a:cubicBezTo>
                    <a:pt x="1852" y="10068"/>
                    <a:pt x="1075" y="10998"/>
                    <a:pt x="0" y="11192"/>
                  </a:cubicBezTo>
                  <a:cubicBezTo>
                    <a:pt x="123" y="11212"/>
                    <a:pt x="244" y="11221"/>
                    <a:pt x="363" y="11221"/>
                  </a:cubicBezTo>
                  <a:cubicBezTo>
                    <a:pt x="1571" y="11221"/>
                    <a:pt x="2586" y="10236"/>
                    <a:pt x="2567" y="8986"/>
                  </a:cubicBezTo>
                  <a:lnTo>
                    <a:pt x="2567" y="628"/>
                  </a:lnTo>
                  <a:cubicBezTo>
                    <a:pt x="2567" y="278"/>
                    <a:pt x="2279" y="1"/>
                    <a:pt x="1942" y="1"/>
                  </a:cubicBezTo>
                  <a:close/>
                </a:path>
              </a:pathLst>
            </a:custGeom>
            <a:solidFill>
              <a:srgbClr val="8C99A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0190" name="Google Shape;10190;p41"/>
          <p:cNvGrpSpPr/>
          <p:nvPr/>
        </p:nvGrpSpPr>
        <p:grpSpPr>
          <a:xfrm>
            <a:off x="4179067" y="2811495"/>
            <a:ext cx="286476" cy="274390"/>
            <a:chOff x="4179067" y="2811495"/>
            <a:chExt cx="286476" cy="274390"/>
          </a:xfrm>
        </p:grpSpPr>
        <p:sp>
          <p:nvSpPr>
            <p:cNvPr id="10191" name="Google Shape;10191;p41"/>
            <p:cNvSpPr/>
            <p:nvPr/>
          </p:nvSpPr>
          <p:spPr>
            <a:xfrm>
              <a:off x="4333786" y="2956651"/>
              <a:ext cx="69990" cy="69990"/>
            </a:xfrm>
            <a:custGeom>
              <a:rect b="b" l="l" r="r" t="t"/>
              <a:pathLst>
                <a:path extrusionOk="0" h="2664" w="2664">
                  <a:moveTo>
                    <a:pt x="493" y="0"/>
                  </a:moveTo>
                  <a:lnTo>
                    <a:pt x="0" y="493"/>
                  </a:lnTo>
                  <a:lnTo>
                    <a:pt x="2171" y="2664"/>
                  </a:lnTo>
                  <a:lnTo>
                    <a:pt x="2664" y="2171"/>
                  </a:lnTo>
                  <a:lnTo>
                    <a:pt x="493" y="0"/>
                  </a:lnTo>
                  <a:close/>
                </a:path>
              </a:pathLst>
            </a:custGeom>
            <a:solidFill>
              <a:srgbClr val="DFE6E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192" name="Google Shape;10192;p41"/>
            <p:cNvSpPr/>
            <p:nvPr/>
          </p:nvSpPr>
          <p:spPr>
            <a:xfrm>
              <a:off x="4363290" y="2987022"/>
              <a:ext cx="102253" cy="98785"/>
            </a:xfrm>
            <a:custGeom>
              <a:rect b="b" l="l" r="r" t="t"/>
              <a:pathLst>
                <a:path extrusionOk="0" h="3760" w="3892">
                  <a:moveTo>
                    <a:pt x="820" y="1"/>
                  </a:moveTo>
                  <a:cubicBezTo>
                    <a:pt x="748" y="1"/>
                    <a:pt x="675" y="28"/>
                    <a:pt x="618" y="86"/>
                  </a:cubicBezTo>
                  <a:lnTo>
                    <a:pt x="112" y="592"/>
                  </a:lnTo>
                  <a:cubicBezTo>
                    <a:pt x="8" y="696"/>
                    <a:pt x="1" y="869"/>
                    <a:pt x="105" y="980"/>
                  </a:cubicBezTo>
                  <a:lnTo>
                    <a:pt x="2283" y="3471"/>
                  </a:lnTo>
                  <a:cubicBezTo>
                    <a:pt x="2456" y="3662"/>
                    <a:pt x="2696" y="3760"/>
                    <a:pt x="2936" y="3760"/>
                  </a:cubicBezTo>
                  <a:cubicBezTo>
                    <a:pt x="3156" y="3760"/>
                    <a:pt x="3376" y="3678"/>
                    <a:pt x="3545" y="3512"/>
                  </a:cubicBezTo>
                  <a:cubicBezTo>
                    <a:pt x="3892" y="3158"/>
                    <a:pt x="3878" y="2583"/>
                    <a:pt x="3503" y="2250"/>
                  </a:cubicBezTo>
                  <a:lnTo>
                    <a:pt x="1013" y="72"/>
                  </a:lnTo>
                  <a:cubicBezTo>
                    <a:pt x="956" y="25"/>
                    <a:pt x="888" y="1"/>
                    <a:pt x="820" y="1"/>
                  </a:cubicBezTo>
                  <a:close/>
                </a:path>
              </a:pathLst>
            </a:custGeom>
            <a:solidFill>
              <a:srgbClr val="B0B8C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193" name="Google Shape;10193;p41"/>
            <p:cNvSpPr/>
            <p:nvPr/>
          </p:nvSpPr>
          <p:spPr>
            <a:xfrm>
              <a:off x="4363474" y="2993826"/>
              <a:ext cx="98259" cy="92059"/>
            </a:xfrm>
            <a:custGeom>
              <a:rect b="b" l="l" r="r" t="t"/>
              <a:pathLst>
                <a:path extrusionOk="0" h="3504" w="3740">
                  <a:moveTo>
                    <a:pt x="438" y="0"/>
                  </a:moveTo>
                  <a:lnTo>
                    <a:pt x="112" y="333"/>
                  </a:lnTo>
                  <a:cubicBezTo>
                    <a:pt x="1" y="437"/>
                    <a:pt x="1" y="610"/>
                    <a:pt x="98" y="721"/>
                  </a:cubicBezTo>
                  <a:lnTo>
                    <a:pt x="2276" y="3212"/>
                  </a:lnTo>
                  <a:cubicBezTo>
                    <a:pt x="2449" y="3406"/>
                    <a:pt x="2687" y="3503"/>
                    <a:pt x="2926" y="3503"/>
                  </a:cubicBezTo>
                  <a:cubicBezTo>
                    <a:pt x="3147" y="3503"/>
                    <a:pt x="3368" y="3420"/>
                    <a:pt x="3538" y="3253"/>
                  </a:cubicBezTo>
                  <a:cubicBezTo>
                    <a:pt x="3628" y="3163"/>
                    <a:pt x="3698" y="3052"/>
                    <a:pt x="3739" y="2934"/>
                  </a:cubicBezTo>
                  <a:lnTo>
                    <a:pt x="3739" y="2934"/>
                  </a:lnTo>
                  <a:cubicBezTo>
                    <a:pt x="3645" y="2967"/>
                    <a:pt x="3547" y="2984"/>
                    <a:pt x="3450" y="2984"/>
                  </a:cubicBezTo>
                  <a:cubicBezTo>
                    <a:pt x="3205" y="2984"/>
                    <a:pt x="2965" y="2880"/>
                    <a:pt x="2796" y="2691"/>
                  </a:cubicBezTo>
                  <a:lnTo>
                    <a:pt x="438" y="0"/>
                  </a:lnTo>
                  <a:close/>
                </a:path>
              </a:pathLst>
            </a:custGeom>
            <a:solidFill>
              <a:srgbClr val="A5AFB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194" name="Google Shape;10194;p41"/>
            <p:cNvSpPr/>
            <p:nvPr/>
          </p:nvSpPr>
          <p:spPr>
            <a:xfrm>
              <a:off x="4179067" y="2811495"/>
              <a:ext cx="215408" cy="196282"/>
            </a:xfrm>
            <a:custGeom>
              <a:rect b="b" l="l" r="r" t="t"/>
              <a:pathLst>
                <a:path extrusionOk="0" h="7471" w="8199">
                  <a:moveTo>
                    <a:pt x="4097" y="0"/>
                  </a:moveTo>
                  <a:cubicBezTo>
                    <a:pt x="3141" y="0"/>
                    <a:pt x="2185" y="365"/>
                    <a:pt x="1457" y="1093"/>
                  </a:cubicBezTo>
                  <a:cubicBezTo>
                    <a:pt x="0" y="2549"/>
                    <a:pt x="0" y="4922"/>
                    <a:pt x="1457" y="6378"/>
                  </a:cubicBezTo>
                  <a:cubicBezTo>
                    <a:pt x="2185" y="7107"/>
                    <a:pt x="3141" y="7471"/>
                    <a:pt x="4097" y="7471"/>
                  </a:cubicBezTo>
                  <a:cubicBezTo>
                    <a:pt x="5053" y="7471"/>
                    <a:pt x="6010" y="7107"/>
                    <a:pt x="6742" y="6378"/>
                  </a:cubicBezTo>
                  <a:cubicBezTo>
                    <a:pt x="8199" y="4922"/>
                    <a:pt x="8199" y="2549"/>
                    <a:pt x="6742" y="1093"/>
                  </a:cubicBezTo>
                  <a:cubicBezTo>
                    <a:pt x="6010" y="365"/>
                    <a:pt x="5053" y="0"/>
                    <a:pt x="4097" y="0"/>
                  </a:cubicBezTo>
                  <a:close/>
                </a:path>
              </a:pathLst>
            </a:custGeom>
            <a:solidFill>
              <a:srgbClr val="E2E8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195" name="Google Shape;10195;p41"/>
            <p:cNvSpPr/>
            <p:nvPr/>
          </p:nvSpPr>
          <p:spPr>
            <a:xfrm>
              <a:off x="4204210" y="2834405"/>
              <a:ext cx="165123" cy="150463"/>
            </a:xfrm>
            <a:custGeom>
              <a:rect b="b" l="l" r="r" t="t"/>
              <a:pathLst>
                <a:path extrusionOk="0" h="5727" w="6285">
                  <a:moveTo>
                    <a:pt x="3143" y="1"/>
                  </a:moveTo>
                  <a:cubicBezTo>
                    <a:pt x="2409" y="1"/>
                    <a:pt x="1676" y="280"/>
                    <a:pt x="1117" y="838"/>
                  </a:cubicBezTo>
                  <a:cubicBezTo>
                    <a:pt x="0" y="1955"/>
                    <a:pt x="0" y="3772"/>
                    <a:pt x="1117" y="4889"/>
                  </a:cubicBezTo>
                  <a:cubicBezTo>
                    <a:pt x="1676" y="5447"/>
                    <a:pt x="2409" y="5726"/>
                    <a:pt x="3143" y="5726"/>
                  </a:cubicBezTo>
                  <a:cubicBezTo>
                    <a:pt x="3876" y="5726"/>
                    <a:pt x="4610" y="5447"/>
                    <a:pt x="5168" y="4889"/>
                  </a:cubicBezTo>
                  <a:cubicBezTo>
                    <a:pt x="6285" y="3772"/>
                    <a:pt x="6285" y="1955"/>
                    <a:pt x="5168" y="838"/>
                  </a:cubicBezTo>
                  <a:cubicBezTo>
                    <a:pt x="4610" y="280"/>
                    <a:pt x="3876" y="1"/>
                    <a:pt x="3143" y="1"/>
                  </a:cubicBezTo>
                  <a:close/>
                </a:path>
              </a:pathLst>
            </a:custGeom>
            <a:solidFill>
              <a:srgbClr val="CBD1D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196" name="Google Shape;10196;p41"/>
            <p:cNvSpPr/>
            <p:nvPr/>
          </p:nvSpPr>
          <p:spPr>
            <a:xfrm>
              <a:off x="4204210" y="2850037"/>
              <a:ext cx="142160" cy="133175"/>
            </a:xfrm>
            <a:custGeom>
              <a:rect b="b" l="l" r="r" t="t"/>
              <a:pathLst>
                <a:path extrusionOk="0" h="5069" w="5411">
                  <a:moveTo>
                    <a:pt x="1388" y="0"/>
                  </a:moveTo>
                  <a:lnTo>
                    <a:pt x="1388" y="0"/>
                  </a:lnTo>
                  <a:cubicBezTo>
                    <a:pt x="1291" y="77"/>
                    <a:pt x="1200" y="153"/>
                    <a:pt x="1117" y="243"/>
                  </a:cubicBezTo>
                  <a:cubicBezTo>
                    <a:pt x="0" y="1422"/>
                    <a:pt x="84" y="3288"/>
                    <a:pt x="1304" y="4356"/>
                  </a:cubicBezTo>
                  <a:cubicBezTo>
                    <a:pt x="1848" y="4835"/>
                    <a:pt x="2522" y="5068"/>
                    <a:pt x="3193" y="5068"/>
                  </a:cubicBezTo>
                  <a:cubicBezTo>
                    <a:pt x="4021" y="5068"/>
                    <a:pt x="4844" y="4713"/>
                    <a:pt x="5411" y="4023"/>
                  </a:cubicBezTo>
                  <a:lnTo>
                    <a:pt x="5411" y="4023"/>
                  </a:lnTo>
                  <a:cubicBezTo>
                    <a:pt x="4886" y="4437"/>
                    <a:pt x="4259" y="4640"/>
                    <a:pt x="3634" y="4640"/>
                  </a:cubicBezTo>
                  <a:cubicBezTo>
                    <a:pt x="2898" y="4640"/>
                    <a:pt x="2165" y="4357"/>
                    <a:pt x="1610" y="3801"/>
                  </a:cubicBezTo>
                  <a:cubicBezTo>
                    <a:pt x="576" y="2775"/>
                    <a:pt x="486" y="1138"/>
                    <a:pt x="1388" y="0"/>
                  </a:cubicBezTo>
                  <a:close/>
                </a:path>
              </a:pathLst>
            </a:custGeom>
            <a:solidFill>
              <a:srgbClr val="B3C3D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197" name="Google Shape;10197;p41"/>
            <p:cNvSpPr/>
            <p:nvPr/>
          </p:nvSpPr>
          <p:spPr>
            <a:xfrm>
              <a:off x="4246666" y="2855186"/>
              <a:ext cx="81103" cy="22883"/>
            </a:xfrm>
            <a:custGeom>
              <a:rect b="b" l="l" r="r" t="t"/>
              <a:pathLst>
                <a:path extrusionOk="0" h="871" w="3087">
                  <a:moveTo>
                    <a:pt x="1524" y="0"/>
                  </a:moveTo>
                  <a:cubicBezTo>
                    <a:pt x="994" y="0"/>
                    <a:pt x="465" y="203"/>
                    <a:pt x="63" y="609"/>
                  </a:cubicBezTo>
                  <a:cubicBezTo>
                    <a:pt x="1" y="671"/>
                    <a:pt x="1" y="762"/>
                    <a:pt x="63" y="824"/>
                  </a:cubicBezTo>
                  <a:cubicBezTo>
                    <a:pt x="91" y="855"/>
                    <a:pt x="129" y="871"/>
                    <a:pt x="168" y="871"/>
                  </a:cubicBezTo>
                  <a:cubicBezTo>
                    <a:pt x="207" y="871"/>
                    <a:pt x="247" y="855"/>
                    <a:pt x="278" y="824"/>
                  </a:cubicBezTo>
                  <a:cubicBezTo>
                    <a:pt x="621" y="481"/>
                    <a:pt x="1072" y="309"/>
                    <a:pt x="1523" y="309"/>
                  </a:cubicBezTo>
                  <a:cubicBezTo>
                    <a:pt x="1974" y="309"/>
                    <a:pt x="2425" y="481"/>
                    <a:pt x="2768" y="824"/>
                  </a:cubicBezTo>
                  <a:cubicBezTo>
                    <a:pt x="2801" y="854"/>
                    <a:pt x="2838" y="867"/>
                    <a:pt x="2872" y="867"/>
                  </a:cubicBezTo>
                  <a:cubicBezTo>
                    <a:pt x="2989" y="867"/>
                    <a:pt x="3086" y="721"/>
                    <a:pt x="2990" y="609"/>
                  </a:cubicBezTo>
                  <a:cubicBezTo>
                    <a:pt x="2584" y="203"/>
                    <a:pt x="2054" y="0"/>
                    <a:pt x="1524" y="0"/>
                  </a:cubicBezTo>
                  <a:close/>
                </a:path>
              </a:pathLst>
            </a:custGeom>
            <a:solidFill>
              <a:srgbClr val="F7F9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198" name="Google Shape;10198;p41"/>
            <p:cNvSpPr/>
            <p:nvPr/>
          </p:nvSpPr>
          <p:spPr>
            <a:xfrm>
              <a:off x="4363290" y="2987022"/>
              <a:ext cx="41589" cy="40722"/>
            </a:xfrm>
            <a:custGeom>
              <a:rect b="b" l="l" r="r" t="t"/>
              <a:pathLst>
                <a:path extrusionOk="0" h="1550" w="1583">
                  <a:moveTo>
                    <a:pt x="821" y="1"/>
                  </a:moveTo>
                  <a:cubicBezTo>
                    <a:pt x="749" y="1"/>
                    <a:pt x="679" y="28"/>
                    <a:pt x="625" y="86"/>
                  </a:cubicBezTo>
                  <a:lnTo>
                    <a:pt x="119" y="592"/>
                  </a:lnTo>
                  <a:cubicBezTo>
                    <a:pt x="8" y="696"/>
                    <a:pt x="1" y="863"/>
                    <a:pt x="105" y="980"/>
                  </a:cubicBezTo>
                  <a:lnTo>
                    <a:pt x="597" y="1549"/>
                  </a:lnTo>
                  <a:lnTo>
                    <a:pt x="1582" y="564"/>
                  </a:lnTo>
                  <a:lnTo>
                    <a:pt x="1013" y="72"/>
                  </a:lnTo>
                  <a:cubicBezTo>
                    <a:pt x="956" y="25"/>
                    <a:pt x="888" y="1"/>
                    <a:pt x="821" y="1"/>
                  </a:cubicBezTo>
                  <a:close/>
                </a:path>
              </a:pathLst>
            </a:custGeom>
            <a:solidFill>
              <a:srgbClr val="D3D8D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199" name="Google Shape;10199;p41"/>
            <p:cNvSpPr/>
            <p:nvPr/>
          </p:nvSpPr>
          <p:spPr>
            <a:xfrm>
              <a:off x="4363474" y="2993826"/>
              <a:ext cx="29189" cy="33918"/>
            </a:xfrm>
            <a:custGeom>
              <a:rect b="b" l="l" r="r" t="t"/>
              <a:pathLst>
                <a:path extrusionOk="0" h="1291" w="1111">
                  <a:moveTo>
                    <a:pt x="438" y="0"/>
                  </a:moveTo>
                  <a:lnTo>
                    <a:pt x="112" y="326"/>
                  </a:lnTo>
                  <a:cubicBezTo>
                    <a:pt x="1" y="437"/>
                    <a:pt x="1" y="604"/>
                    <a:pt x="98" y="721"/>
                  </a:cubicBezTo>
                  <a:lnTo>
                    <a:pt x="590" y="1290"/>
                  </a:lnTo>
                  <a:lnTo>
                    <a:pt x="1110" y="770"/>
                  </a:lnTo>
                  <a:lnTo>
                    <a:pt x="438" y="0"/>
                  </a:lnTo>
                  <a:close/>
                </a:path>
              </a:pathLst>
            </a:custGeom>
            <a:solidFill>
              <a:srgbClr val="C9D5D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0200" name="Google Shape;10200;p41"/>
          <p:cNvGrpSpPr/>
          <p:nvPr/>
        </p:nvGrpSpPr>
        <p:grpSpPr>
          <a:xfrm>
            <a:off x="4686757" y="2762156"/>
            <a:ext cx="371047" cy="374199"/>
            <a:chOff x="4686757" y="2762156"/>
            <a:chExt cx="371047" cy="374199"/>
          </a:xfrm>
        </p:grpSpPr>
        <p:sp>
          <p:nvSpPr>
            <p:cNvPr id="10201" name="Google Shape;10201;p41"/>
            <p:cNvSpPr/>
            <p:nvPr/>
          </p:nvSpPr>
          <p:spPr>
            <a:xfrm>
              <a:off x="4696767" y="2762156"/>
              <a:ext cx="353207" cy="374199"/>
            </a:xfrm>
            <a:custGeom>
              <a:rect b="b" l="l" r="r" t="t"/>
              <a:pathLst>
                <a:path extrusionOk="0" h="14243" w="13444">
                  <a:moveTo>
                    <a:pt x="4822" y="3727"/>
                  </a:moveTo>
                  <a:lnTo>
                    <a:pt x="6361" y="4608"/>
                  </a:lnTo>
                  <a:lnTo>
                    <a:pt x="4822" y="5482"/>
                  </a:lnTo>
                  <a:lnTo>
                    <a:pt x="4822" y="3727"/>
                  </a:lnTo>
                  <a:close/>
                  <a:moveTo>
                    <a:pt x="8741" y="3727"/>
                  </a:moveTo>
                  <a:lnTo>
                    <a:pt x="8741" y="5482"/>
                  </a:lnTo>
                  <a:lnTo>
                    <a:pt x="7201" y="4608"/>
                  </a:lnTo>
                  <a:lnTo>
                    <a:pt x="8741" y="3727"/>
                  </a:lnTo>
                  <a:close/>
                  <a:moveTo>
                    <a:pt x="2685" y="2797"/>
                  </a:moveTo>
                  <a:cubicBezTo>
                    <a:pt x="3448" y="2797"/>
                    <a:pt x="3844" y="3207"/>
                    <a:pt x="4405" y="3484"/>
                  </a:cubicBezTo>
                  <a:lnTo>
                    <a:pt x="4405" y="5725"/>
                  </a:lnTo>
                  <a:lnTo>
                    <a:pt x="2422" y="6862"/>
                  </a:lnTo>
                  <a:lnTo>
                    <a:pt x="1707" y="6453"/>
                  </a:lnTo>
                  <a:cubicBezTo>
                    <a:pt x="937" y="6016"/>
                    <a:pt x="563" y="5107"/>
                    <a:pt x="792" y="4247"/>
                  </a:cubicBezTo>
                  <a:cubicBezTo>
                    <a:pt x="1021" y="3394"/>
                    <a:pt x="1797" y="2797"/>
                    <a:pt x="2685" y="2797"/>
                  </a:cubicBezTo>
                  <a:close/>
                  <a:moveTo>
                    <a:pt x="10870" y="2797"/>
                  </a:moveTo>
                  <a:cubicBezTo>
                    <a:pt x="11758" y="2797"/>
                    <a:pt x="12535" y="3394"/>
                    <a:pt x="12764" y="4247"/>
                  </a:cubicBezTo>
                  <a:cubicBezTo>
                    <a:pt x="12992" y="5107"/>
                    <a:pt x="12618" y="6009"/>
                    <a:pt x="11848" y="6453"/>
                  </a:cubicBezTo>
                  <a:lnTo>
                    <a:pt x="11140" y="6862"/>
                  </a:lnTo>
                  <a:lnTo>
                    <a:pt x="9150" y="5725"/>
                  </a:lnTo>
                  <a:lnTo>
                    <a:pt x="9150" y="3484"/>
                  </a:lnTo>
                  <a:cubicBezTo>
                    <a:pt x="9725" y="3200"/>
                    <a:pt x="10114" y="2797"/>
                    <a:pt x="10870" y="2797"/>
                  </a:cubicBezTo>
                  <a:close/>
                  <a:moveTo>
                    <a:pt x="4398" y="6203"/>
                  </a:moveTo>
                  <a:lnTo>
                    <a:pt x="4398" y="7993"/>
                  </a:lnTo>
                  <a:lnTo>
                    <a:pt x="2838" y="7098"/>
                  </a:lnTo>
                  <a:lnTo>
                    <a:pt x="4398" y="6203"/>
                  </a:lnTo>
                  <a:close/>
                  <a:moveTo>
                    <a:pt x="9150" y="6203"/>
                  </a:moveTo>
                  <a:lnTo>
                    <a:pt x="10710" y="7098"/>
                  </a:lnTo>
                  <a:lnTo>
                    <a:pt x="9150" y="7993"/>
                  </a:lnTo>
                  <a:lnTo>
                    <a:pt x="9150" y="6203"/>
                  </a:lnTo>
                  <a:close/>
                  <a:moveTo>
                    <a:pt x="6778" y="4844"/>
                  </a:moveTo>
                  <a:lnTo>
                    <a:pt x="8741" y="5967"/>
                  </a:lnTo>
                  <a:lnTo>
                    <a:pt x="8741" y="8235"/>
                  </a:lnTo>
                  <a:lnTo>
                    <a:pt x="6778" y="9352"/>
                  </a:lnTo>
                  <a:lnTo>
                    <a:pt x="4822" y="8235"/>
                  </a:lnTo>
                  <a:lnTo>
                    <a:pt x="4822" y="5967"/>
                  </a:lnTo>
                  <a:lnTo>
                    <a:pt x="6778" y="4844"/>
                  </a:lnTo>
                  <a:close/>
                  <a:moveTo>
                    <a:pt x="4822" y="8721"/>
                  </a:moveTo>
                  <a:lnTo>
                    <a:pt x="6354" y="9595"/>
                  </a:lnTo>
                  <a:lnTo>
                    <a:pt x="4822" y="10476"/>
                  </a:lnTo>
                  <a:lnTo>
                    <a:pt x="4822" y="8721"/>
                  </a:lnTo>
                  <a:close/>
                  <a:moveTo>
                    <a:pt x="8734" y="8714"/>
                  </a:moveTo>
                  <a:lnTo>
                    <a:pt x="8734" y="10476"/>
                  </a:lnTo>
                  <a:lnTo>
                    <a:pt x="7201" y="9595"/>
                  </a:lnTo>
                  <a:lnTo>
                    <a:pt x="8734" y="8714"/>
                  </a:lnTo>
                  <a:close/>
                  <a:moveTo>
                    <a:pt x="11140" y="7341"/>
                  </a:moveTo>
                  <a:lnTo>
                    <a:pt x="11855" y="7743"/>
                  </a:lnTo>
                  <a:cubicBezTo>
                    <a:pt x="12306" y="8007"/>
                    <a:pt x="12632" y="8430"/>
                    <a:pt x="12764" y="8929"/>
                  </a:cubicBezTo>
                  <a:cubicBezTo>
                    <a:pt x="13125" y="10254"/>
                    <a:pt x="12073" y="11406"/>
                    <a:pt x="10873" y="11406"/>
                  </a:cubicBezTo>
                  <a:cubicBezTo>
                    <a:pt x="10553" y="11406"/>
                    <a:pt x="10223" y="11324"/>
                    <a:pt x="9906" y="11142"/>
                  </a:cubicBezTo>
                  <a:lnTo>
                    <a:pt x="9157" y="10712"/>
                  </a:lnTo>
                  <a:lnTo>
                    <a:pt x="9157" y="8478"/>
                  </a:lnTo>
                  <a:lnTo>
                    <a:pt x="11140" y="7341"/>
                  </a:lnTo>
                  <a:close/>
                  <a:moveTo>
                    <a:pt x="6778" y="9838"/>
                  </a:moveTo>
                  <a:lnTo>
                    <a:pt x="8741" y="10954"/>
                  </a:lnTo>
                  <a:lnTo>
                    <a:pt x="8741" y="11821"/>
                  </a:lnTo>
                  <a:cubicBezTo>
                    <a:pt x="8734" y="12903"/>
                    <a:pt x="7860" y="13777"/>
                    <a:pt x="6778" y="13777"/>
                  </a:cubicBezTo>
                  <a:cubicBezTo>
                    <a:pt x="5702" y="13777"/>
                    <a:pt x="4822" y="12903"/>
                    <a:pt x="4822" y="11821"/>
                  </a:cubicBezTo>
                  <a:lnTo>
                    <a:pt x="4822" y="10954"/>
                  </a:lnTo>
                  <a:lnTo>
                    <a:pt x="6778" y="9838"/>
                  </a:lnTo>
                  <a:close/>
                  <a:moveTo>
                    <a:pt x="6767" y="0"/>
                  </a:moveTo>
                  <a:cubicBezTo>
                    <a:pt x="6533" y="0"/>
                    <a:pt x="6296" y="35"/>
                    <a:pt x="6063" y="106"/>
                  </a:cubicBezTo>
                  <a:cubicBezTo>
                    <a:pt x="5071" y="418"/>
                    <a:pt x="4398" y="1334"/>
                    <a:pt x="4398" y="2374"/>
                  </a:cubicBezTo>
                  <a:lnTo>
                    <a:pt x="4398" y="3006"/>
                  </a:lnTo>
                  <a:lnTo>
                    <a:pt x="3851" y="2693"/>
                  </a:lnTo>
                  <a:cubicBezTo>
                    <a:pt x="3488" y="2491"/>
                    <a:pt x="3094" y="2395"/>
                    <a:pt x="2706" y="2395"/>
                  </a:cubicBezTo>
                  <a:cubicBezTo>
                    <a:pt x="1881" y="2395"/>
                    <a:pt x="1080" y="2827"/>
                    <a:pt x="646" y="3595"/>
                  </a:cubicBezTo>
                  <a:cubicBezTo>
                    <a:pt x="1" y="4719"/>
                    <a:pt x="375" y="6155"/>
                    <a:pt x="1492" y="6814"/>
                  </a:cubicBezTo>
                  <a:lnTo>
                    <a:pt x="1992" y="7098"/>
                  </a:lnTo>
                  <a:lnTo>
                    <a:pt x="1499" y="7389"/>
                  </a:lnTo>
                  <a:cubicBezTo>
                    <a:pt x="597" y="7902"/>
                    <a:pt x="140" y="8943"/>
                    <a:pt x="369" y="9956"/>
                  </a:cubicBezTo>
                  <a:cubicBezTo>
                    <a:pt x="591" y="10968"/>
                    <a:pt x="1444" y="11717"/>
                    <a:pt x="2477" y="11808"/>
                  </a:cubicBezTo>
                  <a:lnTo>
                    <a:pt x="2491" y="11808"/>
                  </a:lnTo>
                  <a:cubicBezTo>
                    <a:pt x="2495" y="11808"/>
                    <a:pt x="2500" y="11808"/>
                    <a:pt x="2504" y="11808"/>
                  </a:cubicBezTo>
                  <a:cubicBezTo>
                    <a:pt x="2769" y="11808"/>
                    <a:pt x="2785" y="11398"/>
                    <a:pt x="2512" y="11391"/>
                  </a:cubicBezTo>
                  <a:cubicBezTo>
                    <a:pt x="1659" y="11315"/>
                    <a:pt x="958" y="10698"/>
                    <a:pt x="778" y="9865"/>
                  </a:cubicBezTo>
                  <a:cubicBezTo>
                    <a:pt x="591" y="9033"/>
                    <a:pt x="965" y="8173"/>
                    <a:pt x="1707" y="7750"/>
                  </a:cubicBezTo>
                  <a:lnTo>
                    <a:pt x="2415" y="7341"/>
                  </a:lnTo>
                  <a:lnTo>
                    <a:pt x="4405" y="8478"/>
                  </a:lnTo>
                  <a:lnTo>
                    <a:pt x="4405" y="10712"/>
                  </a:lnTo>
                  <a:cubicBezTo>
                    <a:pt x="3740" y="11079"/>
                    <a:pt x="3587" y="11211"/>
                    <a:pt x="3261" y="11315"/>
                  </a:cubicBezTo>
                  <a:cubicBezTo>
                    <a:pt x="3014" y="11391"/>
                    <a:pt x="3097" y="11727"/>
                    <a:pt x="3319" y="11727"/>
                  </a:cubicBezTo>
                  <a:cubicBezTo>
                    <a:pt x="3340" y="11727"/>
                    <a:pt x="3362" y="11724"/>
                    <a:pt x="3386" y="11717"/>
                  </a:cubicBezTo>
                  <a:cubicBezTo>
                    <a:pt x="3760" y="11599"/>
                    <a:pt x="3948" y="11447"/>
                    <a:pt x="4405" y="11197"/>
                  </a:cubicBezTo>
                  <a:lnTo>
                    <a:pt x="4405" y="11821"/>
                  </a:lnTo>
                  <a:cubicBezTo>
                    <a:pt x="4378" y="13153"/>
                    <a:pt x="5446" y="14242"/>
                    <a:pt x="6778" y="14242"/>
                  </a:cubicBezTo>
                  <a:cubicBezTo>
                    <a:pt x="8109" y="14242"/>
                    <a:pt x="9178" y="13153"/>
                    <a:pt x="9157" y="11821"/>
                  </a:cubicBezTo>
                  <a:lnTo>
                    <a:pt x="9157" y="11197"/>
                  </a:lnTo>
                  <a:cubicBezTo>
                    <a:pt x="9517" y="11371"/>
                    <a:pt x="10003" y="11821"/>
                    <a:pt x="10877" y="11821"/>
                  </a:cubicBezTo>
                  <a:cubicBezTo>
                    <a:pt x="11952" y="11821"/>
                    <a:pt x="12888" y="11093"/>
                    <a:pt x="13166" y="10053"/>
                  </a:cubicBezTo>
                  <a:cubicBezTo>
                    <a:pt x="13443" y="9019"/>
                    <a:pt x="12985" y="7923"/>
                    <a:pt x="12056" y="7389"/>
                  </a:cubicBezTo>
                  <a:lnTo>
                    <a:pt x="11564" y="7105"/>
                  </a:lnTo>
                  <a:lnTo>
                    <a:pt x="12056" y="6820"/>
                  </a:lnTo>
                  <a:cubicBezTo>
                    <a:pt x="12791" y="6390"/>
                    <a:pt x="13249" y="5600"/>
                    <a:pt x="13249" y="4747"/>
                  </a:cubicBezTo>
                  <a:cubicBezTo>
                    <a:pt x="13249" y="3375"/>
                    <a:pt x="12106" y="2377"/>
                    <a:pt x="10863" y="2377"/>
                  </a:cubicBezTo>
                  <a:cubicBezTo>
                    <a:pt x="10471" y="2377"/>
                    <a:pt x="10070" y="2476"/>
                    <a:pt x="9691" y="2693"/>
                  </a:cubicBezTo>
                  <a:lnTo>
                    <a:pt x="9150" y="3006"/>
                  </a:lnTo>
                  <a:cubicBezTo>
                    <a:pt x="9136" y="2485"/>
                    <a:pt x="9178" y="2250"/>
                    <a:pt x="9087" y="1861"/>
                  </a:cubicBezTo>
                  <a:cubicBezTo>
                    <a:pt x="9064" y="1748"/>
                    <a:pt x="8979" y="1698"/>
                    <a:pt x="8892" y="1698"/>
                  </a:cubicBezTo>
                  <a:cubicBezTo>
                    <a:pt x="8771" y="1698"/>
                    <a:pt x="8646" y="1794"/>
                    <a:pt x="8678" y="1951"/>
                  </a:cubicBezTo>
                  <a:cubicBezTo>
                    <a:pt x="8754" y="2284"/>
                    <a:pt x="8720" y="2471"/>
                    <a:pt x="8727" y="3241"/>
                  </a:cubicBezTo>
                  <a:lnTo>
                    <a:pt x="6771" y="4365"/>
                  </a:lnTo>
                  <a:lnTo>
                    <a:pt x="4815" y="3241"/>
                  </a:lnTo>
                  <a:lnTo>
                    <a:pt x="4815" y="2374"/>
                  </a:lnTo>
                  <a:cubicBezTo>
                    <a:pt x="4815" y="1521"/>
                    <a:pt x="5370" y="765"/>
                    <a:pt x="6188" y="509"/>
                  </a:cubicBezTo>
                  <a:cubicBezTo>
                    <a:pt x="6381" y="448"/>
                    <a:pt x="6578" y="419"/>
                    <a:pt x="6773" y="419"/>
                  </a:cubicBezTo>
                  <a:cubicBezTo>
                    <a:pt x="7401" y="419"/>
                    <a:pt x="8004" y="724"/>
                    <a:pt x="8380" y="1265"/>
                  </a:cubicBezTo>
                  <a:cubicBezTo>
                    <a:pt x="8426" y="1330"/>
                    <a:pt x="8487" y="1358"/>
                    <a:pt x="8547" y="1358"/>
                  </a:cubicBezTo>
                  <a:cubicBezTo>
                    <a:pt x="8697" y="1358"/>
                    <a:pt x="8840" y="1190"/>
                    <a:pt x="8727" y="1022"/>
                  </a:cubicBezTo>
                  <a:cubicBezTo>
                    <a:pt x="8270" y="369"/>
                    <a:pt x="7533" y="0"/>
                    <a:pt x="6767" y="0"/>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202" name="Google Shape;10202;p41"/>
            <p:cNvSpPr/>
            <p:nvPr/>
          </p:nvSpPr>
          <p:spPr>
            <a:xfrm>
              <a:off x="4843656" y="2919134"/>
              <a:ext cx="62161" cy="59244"/>
            </a:xfrm>
            <a:custGeom>
              <a:rect b="b" l="l" r="r" t="t"/>
              <a:pathLst>
                <a:path extrusionOk="0" h="2255" w="2366">
                  <a:moveTo>
                    <a:pt x="1191" y="0"/>
                  </a:moveTo>
                  <a:cubicBezTo>
                    <a:pt x="667" y="0"/>
                    <a:pt x="146" y="346"/>
                    <a:pt x="70" y="991"/>
                  </a:cubicBezTo>
                  <a:cubicBezTo>
                    <a:pt x="0" y="1504"/>
                    <a:pt x="306" y="2004"/>
                    <a:pt x="791" y="2184"/>
                  </a:cubicBezTo>
                  <a:cubicBezTo>
                    <a:pt x="920" y="2232"/>
                    <a:pt x="1053" y="2255"/>
                    <a:pt x="1185" y="2255"/>
                  </a:cubicBezTo>
                  <a:cubicBezTo>
                    <a:pt x="1552" y="2255"/>
                    <a:pt x="1909" y="2077"/>
                    <a:pt x="2123" y="1761"/>
                  </a:cubicBezTo>
                  <a:cubicBezTo>
                    <a:pt x="2324" y="1456"/>
                    <a:pt x="2366" y="1081"/>
                    <a:pt x="2248" y="741"/>
                  </a:cubicBezTo>
                  <a:cubicBezTo>
                    <a:pt x="2062" y="238"/>
                    <a:pt x="1626" y="0"/>
                    <a:pt x="1191" y="0"/>
                  </a:cubicBezTo>
                  <a:close/>
                </a:path>
              </a:pathLst>
            </a:custGeom>
            <a:solidFill>
              <a:srgbClr val="445D7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203" name="Google Shape;10203;p41"/>
            <p:cNvSpPr/>
            <p:nvPr/>
          </p:nvSpPr>
          <p:spPr>
            <a:xfrm>
              <a:off x="4686757" y="2827311"/>
              <a:ext cx="62660" cy="48473"/>
            </a:xfrm>
            <a:custGeom>
              <a:rect b="b" l="l" r="r" t="t"/>
              <a:pathLst>
                <a:path extrusionOk="0" h="1845" w="2385">
                  <a:moveTo>
                    <a:pt x="1207" y="1"/>
                  </a:moveTo>
                  <a:cubicBezTo>
                    <a:pt x="1147" y="1"/>
                    <a:pt x="1084" y="7"/>
                    <a:pt x="1020" y="19"/>
                  </a:cubicBezTo>
                  <a:cubicBezTo>
                    <a:pt x="215" y="172"/>
                    <a:pt x="0" y="1226"/>
                    <a:pt x="680" y="1691"/>
                  </a:cubicBezTo>
                  <a:cubicBezTo>
                    <a:pt x="770" y="1746"/>
                    <a:pt x="867" y="1795"/>
                    <a:pt x="978" y="1816"/>
                  </a:cubicBezTo>
                  <a:cubicBezTo>
                    <a:pt x="1054" y="1835"/>
                    <a:pt x="1130" y="1845"/>
                    <a:pt x="1205" y="1845"/>
                  </a:cubicBezTo>
                  <a:cubicBezTo>
                    <a:pt x="1503" y="1845"/>
                    <a:pt x="1786" y="1696"/>
                    <a:pt x="1963" y="1441"/>
                  </a:cubicBezTo>
                  <a:cubicBezTo>
                    <a:pt x="2385" y="809"/>
                    <a:pt x="1913" y="1"/>
                    <a:pt x="1207" y="1"/>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204" name="Google Shape;10204;p41"/>
            <p:cNvSpPr/>
            <p:nvPr/>
          </p:nvSpPr>
          <p:spPr>
            <a:xfrm>
              <a:off x="5005600" y="3019416"/>
              <a:ext cx="52020" cy="48604"/>
            </a:xfrm>
            <a:custGeom>
              <a:rect b="b" l="l" r="r" t="t"/>
              <a:pathLst>
                <a:path extrusionOk="0" h="1850" w="1980">
                  <a:moveTo>
                    <a:pt x="1025" y="1"/>
                  </a:moveTo>
                  <a:cubicBezTo>
                    <a:pt x="613" y="1"/>
                    <a:pt x="203" y="258"/>
                    <a:pt x="114" y="760"/>
                  </a:cubicBezTo>
                  <a:cubicBezTo>
                    <a:pt x="0" y="1404"/>
                    <a:pt x="513" y="1850"/>
                    <a:pt x="1039" y="1850"/>
                  </a:cubicBezTo>
                  <a:cubicBezTo>
                    <a:pt x="1317" y="1850"/>
                    <a:pt x="1598" y="1725"/>
                    <a:pt x="1792" y="1440"/>
                  </a:cubicBezTo>
                  <a:cubicBezTo>
                    <a:pt x="1938" y="1225"/>
                    <a:pt x="1980" y="954"/>
                    <a:pt x="1924" y="705"/>
                  </a:cubicBezTo>
                  <a:cubicBezTo>
                    <a:pt x="1806" y="232"/>
                    <a:pt x="1415" y="1"/>
                    <a:pt x="1025" y="1"/>
                  </a:cubicBezTo>
                  <a:close/>
                </a:path>
              </a:pathLst>
            </a:custGeom>
            <a:solidFill>
              <a:srgbClr val="667E9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205" name="Google Shape;10205;p41"/>
            <p:cNvSpPr/>
            <p:nvPr/>
          </p:nvSpPr>
          <p:spPr>
            <a:xfrm>
              <a:off x="4857476" y="2936946"/>
              <a:ext cx="48341" cy="41484"/>
            </a:xfrm>
            <a:custGeom>
              <a:rect b="b" l="l" r="r" t="t"/>
              <a:pathLst>
                <a:path extrusionOk="0" h="1579" w="1840">
                  <a:moveTo>
                    <a:pt x="1332" y="1"/>
                  </a:moveTo>
                  <a:cubicBezTo>
                    <a:pt x="592" y="1"/>
                    <a:pt x="1" y="749"/>
                    <a:pt x="279" y="1513"/>
                  </a:cubicBezTo>
                  <a:cubicBezTo>
                    <a:pt x="403" y="1557"/>
                    <a:pt x="531" y="1579"/>
                    <a:pt x="657" y="1579"/>
                  </a:cubicBezTo>
                  <a:cubicBezTo>
                    <a:pt x="1025" y="1579"/>
                    <a:pt x="1380" y="1398"/>
                    <a:pt x="1597" y="1083"/>
                  </a:cubicBezTo>
                  <a:cubicBezTo>
                    <a:pt x="1791" y="785"/>
                    <a:pt x="1840" y="410"/>
                    <a:pt x="1722" y="70"/>
                  </a:cubicBezTo>
                  <a:cubicBezTo>
                    <a:pt x="1590" y="23"/>
                    <a:pt x="1459" y="1"/>
                    <a:pt x="1332" y="1"/>
                  </a:cubicBezTo>
                  <a:close/>
                </a:path>
              </a:pathLst>
            </a:custGeom>
            <a:solidFill>
              <a:srgbClr val="A5B7C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206" name="Google Shape;10206;p41"/>
            <p:cNvSpPr/>
            <p:nvPr/>
          </p:nvSpPr>
          <p:spPr>
            <a:xfrm>
              <a:off x="4708563" y="2844940"/>
              <a:ext cx="34890" cy="30844"/>
            </a:xfrm>
            <a:custGeom>
              <a:rect b="b" l="l" r="r" t="t"/>
              <a:pathLst>
                <a:path extrusionOk="0" h="1174" w="1328">
                  <a:moveTo>
                    <a:pt x="1040" y="0"/>
                  </a:moveTo>
                  <a:cubicBezTo>
                    <a:pt x="464" y="0"/>
                    <a:pt x="1" y="548"/>
                    <a:pt x="148" y="1145"/>
                  </a:cubicBezTo>
                  <a:cubicBezTo>
                    <a:pt x="224" y="1164"/>
                    <a:pt x="300" y="1174"/>
                    <a:pt x="375" y="1174"/>
                  </a:cubicBezTo>
                  <a:cubicBezTo>
                    <a:pt x="673" y="1174"/>
                    <a:pt x="956" y="1025"/>
                    <a:pt x="1133" y="770"/>
                  </a:cubicBezTo>
                  <a:cubicBezTo>
                    <a:pt x="1279" y="548"/>
                    <a:pt x="1328" y="285"/>
                    <a:pt x="1265" y="28"/>
                  </a:cubicBezTo>
                  <a:cubicBezTo>
                    <a:pt x="1189" y="9"/>
                    <a:pt x="1114" y="0"/>
                    <a:pt x="1040" y="0"/>
                  </a:cubicBez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207" name="Google Shape;10207;p41"/>
            <p:cNvSpPr/>
            <p:nvPr/>
          </p:nvSpPr>
          <p:spPr>
            <a:xfrm>
              <a:off x="5022914" y="3037176"/>
              <a:ext cx="34890" cy="30765"/>
            </a:xfrm>
            <a:custGeom>
              <a:rect b="b" l="l" r="r" t="t"/>
              <a:pathLst>
                <a:path extrusionOk="0" h="1171" w="1328">
                  <a:moveTo>
                    <a:pt x="1040" y="1"/>
                  </a:moveTo>
                  <a:cubicBezTo>
                    <a:pt x="464" y="1"/>
                    <a:pt x="1" y="549"/>
                    <a:pt x="148" y="1145"/>
                  </a:cubicBezTo>
                  <a:cubicBezTo>
                    <a:pt x="220" y="1163"/>
                    <a:pt x="293" y="1171"/>
                    <a:pt x="364" y="1171"/>
                  </a:cubicBezTo>
                  <a:cubicBezTo>
                    <a:pt x="668" y="1171"/>
                    <a:pt x="959" y="1022"/>
                    <a:pt x="1133" y="764"/>
                  </a:cubicBezTo>
                  <a:cubicBezTo>
                    <a:pt x="1279" y="549"/>
                    <a:pt x="1328" y="278"/>
                    <a:pt x="1265" y="29"/>
                  </a:cubicBezTo>
                  <a:cubicBezTo>
                    <a:pt x="1189" y="10"/>
                    <a:pt x="1114" y="1"/>
                    <a:pt x="1040" y="1"/>
                  </a:cubicBezTo>
                  <a:close/>
                </a:path>
              </a:pathLst>
            </a:custGeom>
            <a:solidFill>
              <a:srgbClr val="213B5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0208" name="Google Shape;10208;p41"/>
          <p:cNvGrpSpPr/>
          <p:nvPr/>
        </p:nvGrpSpPr>
        <p:grpSpPr>
          <a:xfrm>
            <a:off x="5221613" y="2784802"/>
            <a:ext cx="406567" cy="327855"/>
            <a:chOff x="5221613" y="2784802"/>
            <a:chExt cx="406567" cy="327855"/>
          </a:xfrm>
        </p:grpSpPr>
        <p:sp>
          <p:nvSpPr>
            <p:cNvPr id="10209" name="Google Shape;10209;p41"/>
            <p:cNvSpPr/>
            <p:nvPr/>
          </p:nvSpPr>
          <p:spPr>
            <a:xfrm>
              <a:off x="5221613" y="2811049"/>
              <a:ext cx="406567" cy="301608"/>
            </a:xfrm>
            <a:custGeom>
              <a:rect b="b" l="l" r="r" t="t"/>
              <a:pathLst>
                <a:path extrusionOk="0" h="11480" w="15475">
                  <a:moveTo>
                    <a:pt x="749" y="0"/>
                  </a:moveTo>
                  <a:cubicBezTo>
                    <a:pt x="340" y="0"/>
                    <a:pt x="0" y="333"/>
                    <a:pt x="0" y="749"/>
                  </a:cubicBezTo>
                  <a:lnTo>
                    <a:pt x="0" y="10730"/>
                  </a:lnTo>
                  <a:cubicBezTo>
                    <a:pt x="0" y="11140"/>
                    <a:pt x="340" y="11479"/>
                    <a:pt x="749" y="11479"/>
                  </a:cubicBezTo>
                  <a:lnTo>
                    <a:pt x="14726" y="11479"/>
                  </a:lnTo>
                  <a:cubicBezTo>
                    <a:pt x="15135" y="11479"/>
                    <a:pt x="15475" y="11140"/>
                    <a:pt x="15475" y="10730"/>
                  </a:cubicBezTo>
                  <a:lnTo>
                    <a:pt x="15475" y="749"/>
                  </a:lnTo>
                  <a:cubicBezTo>
                    <a:pt x="15475" y="333"/>
                    <a:pt x="15135" y="0"/>
                    <a:pt x="14726" y="0"/>
                  </a:cubicBezTo>
                  <a:close/>
                </a:path>
              </a:pathLst>
            </a:custGeom>
            <a:solidFill>
              <a:srgbClr val="DBE3E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210" name="Google Shape;10210;p41"/>
            <p:cNvSpPr/>
            <p:nvPr/>
          </p:nvSpPr>
          <p:spPr>
            <a:xfrm>
              <a:off x="5221613" y="2811049"/>
              <a:ext cx="406567" cy="39382"/>
            </a:xfrm>
            <a:custGeom>
              <a:rect b="b" l="l" r="r" t="t"/>
              <a:pathLst>
                <a:path extrusionOk="0" h="1499" w="15475">
                  <a:moveTo>
                    <a:pt x="749" y="0"/>
                  </a:moveTo>
                  <a:cubicBezTo>
                    <a:pt x="340" y="0"/>
                    <a:pt x="0" y="333"/>
                    <a:pt x="0" y="749"/>
                  </a:cubicBezTo>
                  <a:lnTo>
                    <a:pt x="0" y="1498"/>
                  </a:lnTo>
                  <a:lnTo>
                    <a:pt x="15475" y="1498"/>
                  </a:lnTo>
                  <a:lnTo>
                    <a:pt x="15475" y="749"/>
                  </a:lnTo>
                  <a:cubicBezTo>
                    <a:pt x="15475" y="333"/>
                    <a:pt x="15135" y="0"/>
                    <a:pt x="14726" y="0"/>
                  </a:cubicBezTo>
                  <a:close/>
                </a:path>
              </a:pathLst>
            </a:custGeom>
            <a:solidFill>
              <a:srgbClr val="8F9BA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211" name="Google Shape;10211;p41"/>
            <p:cNvSpPr/>
            <p:nvPr/>
          </p:nvSpPr>
          <p:spPr>
            <a:xfrm>
              <a:off x="5247833" y="2811049"/>
              <a:ext cx="52519" cy="26246"/>
            </a:xfrm>
            <a:custGeom>
              <a:rect b="b" l="l" r="r" t="t"/>
              <a:pathLst>
                <a:path extrusionOk="0" h="999" w="1999">
                  <a:moveTo>
                    <a:pt x="1" y="0"/>
                  </a:moveTo>
                  <a:lnTo>
                    <a:pt x="1" y="250"/>
                  </a:lnTo>
                  <a:cubicBezTo>
                    <a:pt x="1" y="659"/>
                    <a:pt x="341" y="999"/>
                    <a:pt x="750" y="999"/>
                  </a:cubicBezTo>
                  <a:lnTo>
                    <a:pt x="1249" y="999"/>
                  </a:lnTo>
                  <a:cubicBezTo>
                    <a:pt x="1666" y="999"/>
                    <a:pt x="1999" y="659"/>
                    <a:pt x="1999" y="250"/>
                  </a:cubicBezTo>
                  <a:lnTo>
                    <a:pt x="1999" y="0"/>
                  </a:lnTo>
                  <a:close/>
                </a:path>
              </a:pathLst>
            </a:custGeom>
            <a:solidFill>
              <a:srgbClr val="8095A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212" name="Google Shape;10212;p41"/>
            <p:cNvSpPr/>
            <p:nvPr/>
          </p:nvSpPr>
          <p:spPr>
            <a:xfrm>
              <a:off x="5549441" y="2811049"/>
              <a:ext cx="52492" cy="26246"/>
            </a:xfrm>
            <a:custGeom>
              <a:rect b="b" l="l" r="r" t="t"/>
              <a:pathLst>
                <a:path extrusionOk="0" h="999" w="1998">
                  <a:moveTo>
                    <a:pt x="0" y="0"/>
                  </a:moveTo>
                  <a:lnTo>
                    <a:pt x="0" y="250"/>
                  </a:lnTo>
                  <a:cubicBezTo>
                    <a:pt x="0" y="659"/>
                    <a:pt x="333" y="999"/>
                    <a:pt x="749" y="999"/>
                  </a:cubicBezTo>
                  <a:lnTo>
                    <a:pt x="1249" y="999"/>
                  </a:lnTo>
                  <a:cubicBezTo>
                    <a:pt x="1658" y="999"/>
                    <a:pt x="1998" y="659"/>
                    <a:pt x="1998" y="250"/>
                  </a:cubicBezTo>
                  <a:lnTo>
                    <a:pt x="1998" y="0"/>
                  </a:lnTo>
                  <a:close/>
                </a:path>
              </a:pathLst>
            </a:custGeom>
            <a:solidFill>
              <a:srgbClr val="8095A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213" name="Google Shape;10213;p41"/>
            <p:cNvSpPr/>
            <p:nvPr/>
          </p:nvSpPr>
          <p:spPr>
            <a:xfrm>
              <a:off x="5260969" y="2784802"/>
              <a:ext cx="26272" cy="39382"/>
            </a:xfrm>
            <a:custGeom>
              <a:rect b="b" l="l" r="r" t="t"/>
              <a:pathLst>
                <a:path extrusionOk="0" h="1499" w="1000">
                  <a:moveTo>
                    <a:pt x="250" y="0"/>
                  </a:moveTo>
                  <a:cubicBezTo>
                    <a:pt x="111" y="0"/>
                    <a:pt x="0" y="111"/>
                    <a:pt x="0" y="250"/>
                  </a:cubicBezTo>
                  <a:lnTo>
                    <a:pt x="0" y="1249"/>
                  </a:lnTo>
                  <a:cubicBezTo>
                    <a:pt x="0" y="1381"/>
                    <a:pt x="111" y="1498"/>
                    <a:pt x="250" y="1498"/>
                  </a:cubicBezTo>
                  <a:lnTo>
                    <a:pt x="749" y="1498"/>
                  </a:lnTo>
                  <a:cubicBezTo>
                    <a:pt x="888" y="1498"/>
                    <a:pt x="999" y="1388"/>
                    <a:pt x="999" y="1249"/>
                  </a:cubicBezTo>
                  <a:lnTo>
                    <a:pt x="999" y="250"/>
                  </a:lnTo>
                  <a:cubicBezTo>
                    <a:pt x="999" y="111"/>
                    <a:pt x="888" y="0"/>
                    <a:pt x="749" y="0"/>
                  </a:cubicBezTo>
                  <a:close/>
                </a:path>
              </a:pathLst>
            </a:custGeom>
            <a:solidFill>
              <a:srgbClr val="96A2A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214" name="Google Shape;10214;p41"/>
            <p:cNvSpPr/>
            <p:nvPr/>
          </p:nvSpPr>
          <p:spPr>
            <a:xfrm>
              <a:off x="5260969" y="2784802"/>
              <a:ext cx="26272" cy="19704"/>
            </a:xfrm>
            <a:custGeom>
              <a:rect b="b" l="l" r="r" t="t"/>
              <a:pathLst>
                <a:path extrusionOk="0" h="750" w="1000">
                  <a:moveTo>
                    <a:pt x="250" y="0"/>
                  </a:moveTo>
                  <a:cubicBezTo>
                    <a:pt x="111" y="0"/>
                    <a:pt x="0" y="111"/>
                    <a:pt x="0" y="250"/>
                  </a:cubicBezTo>
                  <a:lnTo>
                    <a:pt x="0" y="500"/>
                  </a:lnTo>
                  <a:cubicBezTo>
                    <a:pt x="0" y="638"/>
                    <a:pt x="111" y="749"/>
                    <a:pt x="250" y="749"/>
                  </a:cubicBezTo>
                  <a:lnTo>
                    <a:pt x="749" y="749"/>
                  </a:lnTo>
                  <a:cubicBezTo>
                    <a:pt x="888" y="749"/>
                    <a:pt x="999" y="638"/>
                    <a:pt x="999" y="500"/>
                  </a:cubicBezTo>
                  <a:lnTo>
                    <a:pt x="999" y="250"/>
                  </a:lnTo>
                  <a:cubicBezTo>
                    <a:pt x="999" y="111"/>
                    <a:pt x="888" y="0"/>
                    <a:pt x="749" y="0"/>
                  </a:cubicBezTo>
                  <a:close/>
                </a:path>
              </a:pathLst>
            </a:custGeom>
            <a:solidFill>
              <a:srgbClr val="B8C7D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215" name="Google Shape;10215;p41"/>
            <p:cNvSpPr/>
            <p:nvPr/>
          </p:nvSpPr>
          <p:spPr>
            <a:xfrm>
              <a:off x="5562551" y="2784802"/>
              <a:ext cx="26456" cy="39382"/>
            </a:xfrm>
            <a:custGeom>
              <a:rect b="b" l="l" r="r" t="t"/>
              <a:pathLst>
                <a:path extrusionOk="0" h="1499" w="1007">
                  <a:moveTo>
                    <a:pt x="250" y="0"/>
                  </a:moveTo>
                  <a:cubicBezTo>
                    <a:pt x="119" y="0"/>
                    <a:pt x="1" y="111"/>
                    <a:pt x="1" y="250"/>
                  </a:cubicBezTo>
                  <a:lnTo>
                    <a:pt x="1" y="1249"/>
                  </a:lnTo>
                  <a:cubicBezTo>
                    <a:pt x="1" y="1381"/>
                    <a:pt x="119" y="1498"/>
                    <a:pt x="250" y="1498"/>
                  </a:cubicBezTo>
                  <a:lnTo>
                    <a:pt x="757" y="1498"/>
                  </a:lnTo>
                  <a:cubicBezTo>
                    <a:pt x="889" y="1498"/>
                    <a:pt x="1000" y="1388"/>
                    <a:pt x="1006" y="1249"/>
                  </a:cubicBezTo>
                  <a:lnTo>
                    <a:pt x="1006" y="250"/>
                  </a:lnTo>
                  <a:cubicBezTo>
                    <a:pt x="1006" y="111"/>
                    <a:pt x="889" y="0"/>
                    <a:pt x="757" y="0"/>
                  </a:cubicBezTo>
                  <a:close/>
                </a:path>
              </a:pathLst>
            </a:custGeom>
            <a:solidFill>
              <a:srgbClr val="96A2A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216" name="Google Shape;10216;p41"/>
            <p:cNvSpPr/>
            <p:nvPr/>
          </p:nvSpPr>
          <p:spPr>
            <a:xfrm>
              <a:off x="5562551" y="2784802"/>
              <a:ext cx="26456" cy="19704"/>
            </a:xfrm>
            <a:custGeom>
              <a:rect b="b" l="l" r="r" t="t"/>
              <a:pathLst>
                <a:path extrusionOk="0" h="750" w="1007">
                  <a:moveTo>
                    <a:pt x="250" y="0"/>
                  </a:moveTo>
                  <a:cubicBezTo>
                    <a:pt x="119" y="0"/>
                    <a:pt x="1" y="111"/>
                    <a:pt x="1" y="250"/>
                  </a:cubicBezTo>
                  <a:lnTo>
                    <a:pt x="1" y="500"/>
                  </a:lnTo>
                  <a:cubicBezTo>
                    <a:pt x="1" y="638"/>
                    <a:pt x="119" y="749"/>
                    <a:pt x="250" y="749"/>
                  </a:cubicBezTo>
                  <a:lnTo>
                    <a:pt x="757" y="749"/>
                  </a:lnTo>
                  <a:cubicBezTo>
                    <a:pt x="889" y="749"/>
                    <a:pt x="1006" y="638"/>
                    <a:pt x="1006" y="500"/>
                  </a:cubicBezTo>
                  <a:lnTo>
                    <a:pt x="1006" y="250"/>
                  </a:lnTo>
                  <a:cubicBezTo>
                    <a:pt x="1006" y="111"/>
                    <a:pt x="889" y="0"/>
                    <a:pt x="757" y="0"/>
                  </a:cubicBezTo>
                  <a:close/>
                </a:path>
              </a:pathLst>
            </a:custGeom>
            <a:solidFill>
              <a:srgbClr val="B8C7D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217" name="Google Shape;10217;p41"/>
            <p:cNvSpPr/>
            <p:nvPr/>
          </p:nvSpPr>
          <p:spPr>
            <a:xfrm>
              <a:off x="5221613" y="2850405"/>
              <a:ext cx="406567" cy="13136"/>
            </a:xfrm>
            <a:custGeom>
              <a:rect b="b" l="l" r="r" t="t"/>
              <a:pathLst>
                <a:path extrusionOk="0" h="500" w="15475">
                  <a:moveTo>
                    <a:pt x="0" y="0"/>
                  </a:moveTo>
                  <a:lnTo>
                    <a:pt x="0" y="500"/>
                  </a:lnTo>
                  <a:lnTo>
                    <a:pt x="15475" y="500"/>
                  </a:lnTo>
                  <a:lnTo>
                    <a:pt x="15475" y="0"/>
                  </a:lnTo>
                  <a:close/>
                </a:path>
              </a:pathLst>
            </a:custGeom>
            <a:solidFill>
              <a:srgbClr val="CBD6D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218" name="Google Shape;10218;p41"/>
            <p:cNvSpPr/>
            <p:nvPr/>
          </p:nvSpPr>
          <p:spPr>
            <a:xfrm>
              <a:off x="5260969" y="2889577"/>
              <a:ext cx="52492" cy="26272"/>
            </a:xfrm>
            <a:custGeom>
              <a:rect b="b" l="l" r="r" t="t"/>
              <a:pathLst>
                <a:path extrusionOk="0" h="1000" w="1998">
                  <a:moveTo>
                    <a:pt x="250" y="1"/>
                  </a:moveTo>
                  <a:cubicBezTo>
                    <a:pt x="111" y="1"/>
                    <a:pt x="0" y="112"/>
                    <a:pt x="0" y="250"/>
                  </a:cubicBezTo>
                  <a:lnTo>
                    <a:pt x="0" y="750"/>
                  </a:lnTo>
                  <a:cubicBezTo>
                    <a:pt x="0" y="888"/>
                    <a:pt x="111" y="999"/>
                    <a:pt x="250" y="999"/>
                  </a:cubicBezTo>
                  <a:lnTo>
                    <a:pt x="1748" y="999"/>
                  </a:lnTo>
                  <a:cubicBezTo>
                    <a:pt x="1887" y="999"/>
                    <a:pt x="1998" y="888"/>
                    <a:pt x="1998" y="750"/>
                  </a:cubicBezTo>
                  <a:lnTo>
                    <a:pt x="1998" y="250"/>
                  </a:lnTo>
                  <a:cubicBezTo>
                    <a:pt x="1998" y="112"/>
                    <a:pt x="1887" y="1"/>
                    <a:pt x="1748" y="1"/>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219" name="Google Shape;10219;p41"/>
            <p:cNvSpPr/>
            <p:nvPr/>
          </p:nvSpPr>
          <p:spPr>
            <a:xfrm>
              <a:off x="5260969" y="2942070"/>
              <a:ext cx="52492" cy="26272"/>
            </a:xfrm>
            <a:custGeom>
              <a:rect b="b" l="l" r="r" t="t"/>
              <a:pathLst>
                <a:path extrusionOk="0" h="1000" w="1998">
                  <a:moveTo>
                    <a:pt x="250" y="0"/>
                  </a:moveTo>
                  <a:cubicBezTo>
                    <a:pt x="111" y="0"/>
                    <a:pt x="0" y="111"/>
                    <a:pt x="0" y="250"/>
                  </a:cubicBezTo>
                  <a:lnTo>
                    <a:pt x="0" y="749"/>
                  </a:lnTo>
                  <a:cubicBezTo>
                    <a:pt x="0" y="888"/>
                    <a:pt x="111" y="999"/>
                    <a:pt x="250" y="999"/>
                  </a:cubicBezTo>
                  <a:lnTo>
                    <a:pt x="1748" y="999"/>
                  </a:lnTo>
                  <a:cubicBezTo>
                    <a:pt x="1887" y="999"/>
                    <a:pt x="1998" y="888"/>
                    <a:pt x="1998" y="749"/>
                  </a:cubicBezTo>
                  <a:lnTo>
                    <a:pt x="1998" y="250"/>
                  </a:lnTo>
                  <a:cubicBezTo>
                    <a:pt x="1998" y="111"/>
                    <a:pt x="1887" y="0"/>
                    <a:pt x="1748" y="0"/>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220" name="Google Shape;10220;p41"/>
            <p:cNvSpPr/>
            <p:nvPr/>
          </p:nvSpPr>
          <p:spPr>
            <a:xfrm>
              <a:off x="5260969" y="2994536"/>
              <a:ext cx="52492" cy="26272"/>
            </a:xfrm>
            <a:custGeom>
              <a:rect b="b" l="l" r="r" t="t"/>
              <a:pathLst>
                <a:path extrusionOk="0" h="1000" w="1998">
                  <a:moveTo>
                    <a:pt x="250" y="1"/>
                  </a:moveTo>
                  <a:cubicBezTo>
                    <a:pt x="111" y="1"/>
                    <a:pt x="0" y="112"/>
                    <a:pt x="0" y="251"/>
                  </a:cubicBezTo>
                  <a:lnTo>
                    <a:pt x="0" y="750"/>
                  </a:lnTo>
                  <a:cubicBezTo>
                    <a:pt x="0" y="889"/>
                    <a:pt x="111" y="1000"/>
                    <a:pt x="250" y="1000"/>
                  </a:cubicBezTo>
                  <a:lnTo>
                    <a:pt x="1748" y="1000"/>
                  </a:lnTo>
                  <a:cubicBezTo>
                    <a:pt x="1887" y="1000"/>
                    <a:pt x="1998" y="889"/>
                    <a:pt x="1998" y="750"/>
                  </a:cubicBezTo>
                  <a:lnTo>
                    <a:pt x="1998" y="251"/>
                  </a:lnTo>
                  <a:cubicBezTo>
                    <a:pt x="1998" y="112"/>
                    <a:pt x="1887" y="1"/>
                    <a:pt x="1748" y="1"/>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221" name="Google Shape;10221;p41"/>
            <p:cNvSpPr/>
            <p:nvPr/>
          </p:nvSpPr>
          <p:spPr>
            <a:xfrm>
              <a:off x="5352818" y="2994536"/>
              <a:ext cx="52492" cy="26272"/>
            </a:xfrm>
            <a:custGeom>
              <a:rect b="b" l="l" r="r" t="t"/>
              <a:pathLst>
                <a:path extrusionOk="0" h="1000" w="1998">
                  <a:moveTo>
                    <a:pt x="250" y="1"/>
                  </a:moveTo>
                  <a:cubicBezTo>
                    <a:pt x="111" y="1"/>
                    <a:pt x="0" y="112"/>
                    <a:pt x="0" y="251"/>
                  </a:cubicBezTo>
                  <a:lnTo>
                    <a:pt x="0" y="750"/>
                  </a:lnTo>
                  <a:cubicBezTo>
                    <a:pt x="0" y="889"/>
                    <a:pt x="111" y="1000"/>
                    <a:pt x="250" y="1000"/>
                  </a:cubicBezTo>
                  <a:lnTo>
                    <a:pt x="1748" y="1000"/>
                  </a:lnTo>
                  <a:cubicBezTo>
                    <a:pt x="1880" y="1000"/>
                    <a:pt x="1998" y="889"/>
                    <a:pt x="1998" y="750"/>
                  </a:cubicBezTo>
                  <a:lnTo>
                    <a:pt x="1998" y="251"/>
                  </a:lnTo>
                  <a:cubicBezTo>
                    <a:pt x="1998" y="112"/>
                    <a:pt x="1887" y="1"/>
                    <a:pt x="1748" y="1"/>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222" name="Google Shape;10222;p41"/>
            <p:cNvSpPr/>
            <p:nvPr/>
          </p:nvSpPr>
          <p:spPr>
            <a:xfrm>
              <a:off x="5444482" y="2994536"/>
              <a:ext cx="52492" cy="26272"/>
            </a:xfrm>
            <a:custGeom>
              <a:rect b="b" l="l" r="r" t="t"/>
              <a:pathLst>
                <a:path extrusionOk="0" h="1000" w="1998">
                  <a:moveTo>
                    <a:pt x="250" y="1"/>
                  </a:moveTo>
                  <a:cubicBezTo>
                    <a:pt x="111" y="1"/>
                    <a:pt x="0" y="112"/>
                    <a:pt x="0" y="251"/>
                  </a:cubicBezTo>
                  <a:lnTo>
                    <a:pt x="0" y="750"/>
                  </a:lnTo>
                  <a:cubicBezTo>
                    <a:pt x="0" y="889"/>
                    <a:pt x="111" y="1000"/>
                    <a:pt x="250" y="1000"/>
                  </a:cubicBezTo>
                  <a:lnTo>
                    <a:pt x="1748" y="1000"/>
                  </a:lnTo>
                  <a:cubicBezTo>
                    <a:pt x="1887" y="1000"/>
                    <a:pt x="1998" y="889"/>
                    <a:pt x="1998" y="750"/>
                  </a:cubicBezTo>
                  <a:lnTo>
                    <a:pt x="1998" y="251"/>
                  </a:lnTo>
                  <a:cubicBezTo>
                    <a:pt x="1998" y="112"/>
                    <a:pt x="1887" y="1"/>
                    <a:pt x="1748" y="1"/>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223" name="Google Shape;10223;p41"/>
            <p:cNvSpPr/>
            <p:nvPr/>
          </p:nvSpPr>
          <p:spPr>
            <a:xfrm>
              <a:off x="5352818" y="2942070"/>
              <a:ext cx="52492" cy="26272"/>
            </a:xfrm>
            <a:custGeom>
              <a:rect b="b" l="l" r="r" t="t"/>
              <a:pathLst>
                <a:path extrusionOk="0" h="1000" w="1998">
                  <a:moveTo>
                    <a:pt x="250" y="0"/>
                  </a:moveTo>
                  <a:cubicBezTo>
                    <a:pt x="111" y="0"/>
                    <a:pt x="0" y="111"/>
                    <a:pt x="0" y="250"/>
                  </a:cubicBezTo>
                  <a:lnTo>
                    <a:pt x="0" y="749"/>
                  </a:lnTo>
                  <a:cubicBezTo>
                    <a:pt x="0" y="888"/>
                    <a:pt x="111" y="999"/>
                    <a:pt x="250" y="999"/>
                  </a:cubicBezTo>
                  <a:lnTo>
                    <a:pt x="1748" y="999"/>
                  </a:lnTo>
                  <a:cubicBezTo>
                    <a:pt x="1880" y="999"/>
                    <a:pt x="1998" y="888"/>
                    <a:pt x="1998" y="749"/>
                  </a:cubicBezTo>
                  <a:lnTo>
                    <a:pt x="1998" y="250"/>
                  </a:lnTo>
                  <a:cubicBezTo>
                    <a:pt x="1998" y="111"/>
                    <a:pt x="1887" y="0"/>
                    <a:pt x="1748" y="0"/>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224" name="Google Shape;10224;p41"/>
            <p:cNvSpPr/>
            <p:nvPr/>
          </p:nvSpPr>
          <p:spPr>
            <a:xfrm>
              <a:off x="5260969" y="3047028"/>
              <a:ext cx="52492" cy="26272"/>
            </a:xfrm>
            <a:custGeom>
              <a:rect b="b" l="l" r="r" t="t"/>
              <a:pathLst>
                <a:path extrusionOk="0" h="1000" w="1998">
                  <a:moveTo>
                    <a:pt x="250" y="0"/>
                  </a:moveTo>
                  <a:cubicBezTo>
                    <a:pt x="111" y="0"/>
                    <a:pt x="0" y="111"/>
                    <a:pt x="0" y="250"/>
                  </a:cubicBezTo>
                  <a:lnTo>
                    <a:pt x="0" y="750"/>
                  </a:lnTo>
                  <a:cubicBezTo>
                    <a:pt x="0" y="888"/>
                    <a:pt x="111" y="999"/>
                    <a:pt x="250" y="999"/>
                  </a:cubicBezTo>
                  <a:lnTo>
                    <a:pt x="1748" y="999"/>
                  </a:lnTo>
                  <a:cubicBezTo>
                    <a:pt x="1887" y="999"/>
                    <a:pt x="1998" y="888"/>
                    <a:pt x="1998" y="750"/>
                  </a:cubicBezTo>
                  <a:lnTo>
                    <a:pt x="1998" y="250"/>
                  </a:lnTo>
                  <a:cubicBezTo>
                    <a:pt x="1998" y="111"/>
                    <a:pt x="1887" y="0"/>
                    <a:pt x="1748" y="0"/>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225" name="Google Shape;10225;p41"/>
            <p:cNvSpPr/>
            <p:nvPr/>
          </p:nvSpPr>
          <p:spPr>
            <a:xfrm>
              <a:off x="5352818" y="2889577"/>
              <a:ext cx="52492" cy="26272"/>
            </a:xfrm>
            <a:custGeom>
              <a:rect b="b" l="l" r="r" t="t"/>
              <a:pathLst>
                <a:path extrusionOk="0" h="1000" w="1998">
                  <a:moveTo>
                    <a:pt x="250" y="1"/>
                  </a:moveTo>
                  <a:cubicBezTo>
                    <a:pt x="111" y="1"/>
                    <a:pt x="0" y="112"/>
                    <a:pt x="0" y="250"/>
                  </a:cubicBezTo>
                  <a:lnTo>
                    <a:pt x="0" y="750"/>
                  </a:lnTo>
                  <a:cubicBezTo>
                    <a:pt x="0" y="888"/>
                    <a:pt x="111" y="999"/>
                    <a:pt x="250" y="999"/>
                  </a:cubicBezTo>
                  <a:lnTo>
                    <a:pt x="1748" y="999"/>
                  </a:lnTo>
                  <a:cubicBezTo>
                    <a:pt x="1880" y="999"/>
                    <a:pt x="1998" y="888"/>
                    <a:pt x="1998" y="750"/>
                  </a:cubicBezTo>
                  <a:lnTo>
                    <a:pt x="1998" y="250"/>
                  </a:lnTo>
                  <a:cubicBezTo>
                    <a:pt x="1998" y="112"/>
                    <a:pt x="1887" y="1"/>
                    <a:pt x="1748" y="1"/>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226" name="Google Shape;10226;p41"/>
            <p:cNvSpPr/>
            <p:nvPr/>
          </p:nvSpPr>
          <p:spPr>
            <a:xfrm>
              <a:off x="5352818" y="3047028"/>
              <a:ext cx="52492" cy="26272"/>
            </a:xfrm>
            <a:custGeom>
              <a:rect b="b" l="l" r="r" t="t"/>
              <a:pathLst>
                <a:path extrusionOk="0" h="1000" w="1998">
                  <a:moveTo>
                    <a:pt x="250" y="0"/>
                  </a:moveTo>
                  <a:cubicBezTo>
                    <a:pt x="111" y="0"/>
                    <a:pt x="0" y="111"/>
                    <a:pt x="0" y="250"/>
                  </a:cubicBezTo>
                  <a:lnTo>
                    <a:pt x="0" y="750"/>
                  </a:lnTo>
                  <a:cubicBezTo>
                    <a:pt x="0" y="888"/>
                    <a:pt x="111" y="999"/>
                    <a:pt x="250" y="999"/>
                  </a:cubicBezTo>
                  <a:lnTo>
                    <a:pt x="1748" y="999"/>
                  </a:lnTo>
                  <a:cubicBezTo>
                    <a:pt x="1880" y="999"/>
                    <a:pt x="1998" y="888"/>
                    <a:pt x="1998" y="750"/>
                  </a:cubicBezTo>
                  <a:lnTo>
                    <a:pt x="1998" y="250"/>
                  </a:lnTo>
                  <a:cubicBezTo>
                    <a:pt x="1998" y="111"/>
                    <a:pt x="1887" y="0"/>
                    <a:pt x="1748" y="0"/>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227" name="Google Shape;10227;p41"/>
            <p:cNvSpPr/>
            <p:nvPr/>
          </p:nvSpPr>
          <p:spPr>
            <a:xfrm>
              <a:off x="5536489" y="2994536"/>
              <a:ext cx="52519" cy="26272"/>
            </a:xfrm>
            <a:custGeom>
              <a:rect b="b" l="l" r="r" t="t"/>
              <a:pathLst>
                <a:path extrusionOk="0" h="1000" w="1999">
                  <a:moveTo>
                    <a:pt x="251" y="1"/>
                  </a:moveTo>
                  <a:cubicBezTo>
                    <a:pt x="112" y="1"/>
                    <a:pt x="1" y="112"/>
                    <a:pt x="1" y="251"/>
                  </a:cubicBezTo>
                  <a:lnTo>
                    <a:pt x="1" y="750"/>
                  </a:lnTo>
                  <a:cubicBezTo>
                    <a:pt x="1" y="889"/>
                    <a:pt x="112" y="1000"/>
                    <a:pt x="251" y="1000"/>
                  </a:cubicBezTo>
                  <a:lnTo>
                    <a:pt x="1749" y="1000"/>
                  </a:lnTo>
                  <a:cubicBezTo>
                    <a:pt x="1881" y="1000"/>
                    <a:pt x="1998" y="889"/>
                    <a:pt x="1998" y="750"/>
                  </a:cubicBezTo>
                  <a:lnTo>
                    <a:pt x="1998" y="251"/>
                  </a:lnTo>
                  <a:cubicBezTo>
                    <a:pt x="1998" y="112"/>
                    <a:pt x="1881" y="1"/>
                    <a:pt x="1749" y="1"/>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228" name="Google Shape;10228;p41"/>
            <p:cNvSpPr/>
            <p:nvPr/>
          </p:nvSpPr>
          <p:spPr>
            <a:xfrm>
              <a:off x="5536489" y="2889577"/>
              <a:ext cx="52519" cy="26272"/>
            </a:xfrm>
            <a:custGeom>
              <a:rect b="b" l="l" r="r" t="t"/>
              <a:pathLst>
                <a:path extrusionOk="0" h="1000" w="1999">
                  <a:moveTo>
                    <a:pt x="251" y="1"/>
                  </a:moveTo>
                  <a:cubicBezTo>
                    <a:pt x="112" y="1"/>
                    <a:pt x="1" y="112"/>
                    <a:pt x="1" y="250"/>
                  </a:cubicBezTo>
                  <a:lnTo>
                    <a:pt x="1" y="750"/>
                  </a:lnTo>
                  <a:cubicBezTo>
                    <a:pt x="1" y="888"/>
                    <a:pt x="112" y="999"/>
                    <a:pt x="251" y="999"/>
                  </a:cubicBezTo>
                  <a:lnTo>
                    <a:pt x="1749" y="999"/>
                  </a:lnTo>
                  <a:cubicBezTo>
                    <a:pt x="1881" y="999"/>
                    <a:pt x="1998" y="888"/>
                    <a:pt x="1998" y="750"/>
                  </a:cubicBezTo>
                  <a:lnTo>
                    <a:pt x="1998" y="250"/>
                  </a:lnTo>
                  <a:cubicBezTo>
                    <a:pt x="1998" y="112"/>
                    <a:pt x="1881" y="1"/>
                    <a:pt x="1749" y="1"/>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229" name="Google Shape;10229;p41"/>
            <p:cNvSpPr/>
            <p:nvPr/>
          </p:nvSpPr>
          <p:spPr>
            <a:xfrm>
              <a:off x="5536489" y="3047028"/>
              <a:ext cx="52519" cy="26272"/>
            </a:xfrm>
            <a:custGeom>
              <a:rect b="b" l="l" r="r" t="t"/>
              <a:pathLst>
                <a:path extrusionOk="0" h="1000" w="1999">
                  <a:moveTo>
                    <a:pt x="251" y="0"/>
                  </a:moveTo>
                  <a:cubicBezTo>
                    <a:pt x="112" y="0"/>
                    <a:pt x="1" y="111"/>
                    <a:pt x="1" y="250"/>
                  </a:cubicBezTo>
                  <a:lnTo>
                    <a:pt x="1" y="750"/>
                  </a:lnTo>
                  <a:cubicBezTo>
                    <a:pt x="1" y="888"/>
                    <a:pt x="112" y="999"/>
                    <a:pt x="251" y="999"/>
                  </a:cubicBezTo>
                  <a:lnTo>
                    <a:pt x="1749" y="999"/>
                  </a:lnTo>
                  <a:cubicBezTo>
                    <a:pt x="1881" y="999"/>
                    <a:pt x="1998" y="888"/>
                    <a:pt x="1998" y="750"/>
                  </a:cubicBezTo>
                  <a:lnTo>
                    <a:pt x="1998" y="250"/>
                  </a:lnTo>
                  <a:cubicBezTo>
                    <a:pt x="1998" y="111"/>
                    <a:pt x="1881" y="0"/>
                    <a:pt x="1749" y="0"/>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230" name="Google Shape;10230;p41"/>
            <p:cNvSpPr/>
            <p:nvPr/>
          </p:nvSpPr>
          <p:spPr>
            <a:xfrm>
              <a:off x="5444482" y="2942070"/>
              <a:ext cx="52492" cy="26272"/>
            </a:xfrm>
            <a:custGeom>
              <a:rect b="b" l="l" r="r" t="t"/>
              <a:pathLst>
                <a:path extrusionOk="0" h="1000" w="1998">
                  <a:moveTo>
                    <a:pt x="250" y="0"/>
                  </a:moveTo>
                  <a:cubicBezTo>
                    <a:pt x="111" y="0"/>
                    <a:pt x="0" y="111"/>
                    <a:pt x="0" y="250"/>
                  </a:cubicBezTo>
                  <a:lnTo>
                    <a:pt x="0" y="749"/>
                  </a:lnTo>
                  <a:cubicBezTo>
                    <a:pt x="0" y="888"/>
                    <a:pt x="111" y="999"/>
                    <a:pt x="250" y="999"/>
                  </a:cubicBezTo>
                  <a:lnTo>
                    <a:pt x="1748" y="999"/>
                  </a:lnTo>
                  <a:cubicBezTo>
                    <a:pt x="1887" y="999"/>
                    <a:pt x="1998" y="888"/>
                    <a:pt x="1998" y="749"/>
                  </a:cubicBezTo>
                  <a:lnTo>
                    <a:pt x="1998" y="250"/>
                  </a:lnTo>
                  <a:cubicBezTo>
                    <a:pt x="1998" y="111"/>
                    <a:pt x="1887" y="0"/>
                    <a:pt x="1748" y="0"/>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231" name="Google Shape;10231;p41"/>
            <p:cNvSpPr/>
            <p:nvPr/>
          </p:nvSpPr>
          <p:spPr>
            <a:xfrm>
              <a:off x="5444482" y="2889577"/>
              <a:ext cx="52492" cy="26272"/>
            </a:xfrm>
            <a:custGeom>
              <a:rect b="b" l="l" r="r" t="t"/>
              <a:pathLst>
                <a:path extrusionOk="0" h="1000" w="1998">
                  <a:moveTo>
                    <a:pt x="250" y="1"/>
                  </a:moveTo>
                  <a:cubicBezTo>
                    <a:pt x="111" y="1"/>
                    <a:pt x="0" y="112"/>
                    <a:pt x="0" y="250"/>
                  </a:cubicBezTo>
                  <a:lnTo>
                    <a:pt x="0" y="750"/>
                  </a:lnTo>
                  <a:cubicBezTo>
                    <a:pt x="0" y="888"/>
                    <a:pt x="111" y="999"/>
                    <a:pt x="250" y="999"/>
                  </a:cubicBezTo>
                  <a:lnTo>
                    <a:pt x="1748" y="999"/>
                  </a:lnTo>
                  <a:cubicBezTo>
                    <a:pt x="1887" y="999"/>
                    <a:pt x="1998" y="888"/>
                    <a:pt x="1998" y="750"/>
                  </a:cubicBezTo>
                  <a:lnTo>
                    <a:pt x="1998" y="250"/>
                  </a:lnTo>
                  <a:cubicBezTo>
                    <a:pt x="1998" y="112"/>
                    <a:pt x="1887" y="1"/>
                    <a:pt x="1748" y="1"/>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232" name="Google Shape;10232;p41"/>
            <p:cNvSpPr/>
            <p:nvPr/>
          </p:nvSpPr>
          <p:spPr>
            <a:xfrm>
              <a:off x="5536489" y="2942070"/>
              <a:ext cx="52519" cy="26272"/>
            </a:xfrm>
            <a:custGeom>
              <a:rect b="b" l="l" r="r" t="t"/>
              <a:pathLst>
                <a:path extrusionOk="0" h="1000" w="1999">
                  <a:moveTo>
                    <a:pt x="251" y="0"/>
                  </a:moveTo>
                  <a:cubicBezTo>
                    <a:pt x="112" y="0"/>
                    <a:pt x="1" y="111"/>
                    <a:pt x="1" y="250"/>
                  </a:cubicBezTo>
                  <a:lnTo>
                    <a:pt x="1" y="749"/>
                  </a:lnTo>
                  <a:cubicBezTo>
                    <a:pt x="1" y="888"/>
                    <a:pt x="112" y="999"/>
                    <a:pt x="251" y="999"/>
                  </a:cubicBezTo>
                  <a:lnTo>
                    <a:pt x="1749" y="999"/>
                  </a:lnTo>
                  <a:cubicBezTo>
                    <a:pt x="1881" y="999"/>
                    <a:pt x="1998" y="888"/>
                    <a:pt x="1998" y="749"/>
                  </a:cubicBezTo>
                  <a:lnTo>
                    <a:pt x="1998" y="250"/>
                  </a:lnTo>
                  <a:cubicBezTo>
                    <a:pt x="1998" y="111"/>
                    <a:pt x="1881" y="0"/>
                    <a:pt x="1749" y="0"/>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233" name="Google Shape;10233;p41"/>
            <p:cNvSpPr/>
            <p:nvPr/>
          </p:nvSpPr>
          <p:spPr>
            <a:xfrm>
              <a:off x="5444482" y="3047028"/>
              <a:ext cx="52492" cy="26272"/>
            </a:xfrm>
            <a:custGeom>
              <a:rect b="b" l="l" r="r" t="t"/>
              <a:pathLst>
                <a:path extrusionOk="0" h="1000" w="1998">
                  <a:moveTo>
                    <a:pt x="250" y="0"/>
                  </a:moveTo>
                  <a:cubicBezTo>
                    <a:pt x="111" y="0"/>
                    <a:pt x="0" y="111"/>
                    <a:pt x="0" y="250"/>
                  </a:cubicBezTo>
                  <a:lnTo>
                    <a:pt x="0" y="750"/>
                  </a:lnTo>
                  <a:cubicBezTo>
                    <a:pt x="0" y="888"/>
                    <a:pt x="111" y="999"/>
                    <a:pt x="250" y="999"/>
                  </a:cubicBezTo>
                  <a:lnTo>
                    <a:pt x="1748" y="999"/>
                  </a:lnTo>
                  <a:cubicBezTo>
                    <a:pt x="1887" y="999"/>
                    <a:pt x="1998" y="888"/>
                    <a:pt x="1998" y="750"/>
                  </a:cubicBezTo>
                  <a:lnTo>
                    <a:pt x="1998" y="250"/>
                  </a:lnTo>
                  <a:cubicBezTo>
                    <a:pt x="1998" y="111"/>
                    <a:pt x="1887" y="0"/>
                    <a:pt x="1748" y="0"/>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234" name="Google Shape;10234;p41"/>
            <p:cNvSpPr/>
            <p:nvPr/>
          </p:nvSpPr>
          <p:spPr>
            <a:xfrm>
              <a:off x="5533178" y="2935239"/>
              <a:ext cx="58824" cy="39645"/>
            </a:xfrm>
            <a:custGeom>
              <a:rect b="b" l="l" r="r" t="t"/>
              <a:pathLst>
                <a:path extrusionOk="0" h="1509" w="2239">
                  <a:moveTo>
                    <a:pt x="1875" y="0"/>
                  </a:moveTo>
                  <a:cubicBezTo>
                    <a:pt x="1814" y="0"/>
                    <a:pt x="1751" y="26"/>
                    <a:pt x="1694" y="87"/>
                  </a:cubicBezTo>
                  <a:lnTo>
                    <a:pt x="869" y="905"/>
                  </a:lnTo>
                  <a:lnTo>
                    <a:pt x="550" y="586"/>
                  </a:lnTo>
                  <a:cubicBezTo>
                    <a:pt x="494" y="525"/>
                    <a:pt x="430" y="500"/>
                    <a:pt x="369" y="500"/>
                  </a:cubicBezTo>
                  <a:cubicBezTo>
                    <a:pt x="172" y="500"/>
                    <a:pt x="1" y="760"/>
                    <a:pt x="196" y="940"/>
                  </a:cubicBezTo>
                  <a:lnTo>
                    <a:pt x="696" y="1439"/>
                  </a:lnTo>
                  <a:cubicBezTo>
                    <a:pt x="744" y="1481"/>
                    <a:pt x="807" y="1509"/>
                    <a:pt x="869" y="1509"/>
                  </a:cubicBezTo>
                  <a:cubicBezTo>
                    <a:pt x="938" y="1509"/>
                    <a:pt x="1001" y="1488"/>
                    <a:pt x="1049" y="1439"/>
                  </a:cubicBezTo>
                  <a:lnTo>
                    <a:pt x="2048" y="441"/>
                  </a:lnTo>
                  <a:cubicBezTo>
                    <a:pt x="2239" y="261"/>
                    <a:pt x="2070" y="0"/>
                    <a:pt x="1875" y="0"/>
                  </a:cubicBezTo>
                  <a:close/>
                </a:path>
              </a:pathLst>
            </a:custGeom>
            <a:solidFill>
              <a:srgbClr val="8F9BA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235" name="Google Shape;10235;p41"/>
            <p:cNvSpPr/>
            <p:nvPr/>
          </p:nvSpPr>
          <p:spPr>
            <a:xfrm>
              <a:off x="5349665" y="2935607"/>
              <a:ext cx="58141" cy="39277"/>
            </a:xfrm>
            <a:custGeom>
              <a:rect b="b" l="l" r="r" t="t"/>
              <a:pathLst>
                <a:path extrusionOk="0" h="1495" w="2213">
                  <a:moveTo>
                    <a:pt x="1861" y="1"/>
                  </a:moveTo>
                  <a:cubicBezTo>
                    <a:pt x="1805" y="1"/>
                    <a:pt x="1747" y="22"/>
                    <a:pt x="1695" y="73"/>
                  </a:cubicBezTo>
                  <a:lnTo>
                    <a:pt x="869" y="891"/>
                  </a:lnTo>
                  <a:lnTo>
                    <a:pt x="550" y="572"/>
                  </a:lnTo>
                  <a:cubicBezTo>
                    <a:pt x="494" y="511"/>
                    <a:pt x="430" y="486"/>
                    <a:pt x="369" y="486"/>
                  </a:cubicBezTo>
                  <a:cubicBezTo>
                    <a:pt x="172" y="486"/>
                    <a:pt x="1" y="746"/>
                    <a:pt x="196" y="926"/>
                  </a:cubicBezTo>
                  <a:lnTo>
                    <a:pt x="696" y="1425"/>
                  </a:lnTo>
                  <a:cubicBezTo>
                    <a:pt x="738" y="1467"/>
                    <a:pt x="800" y="1495"/>
                    <a:pt x="869" y="1495"/>
                  </a:cubicBezTo>
                  <a:cubicBezTo>
                    <a:pt x="932" y="1495"/>
                    <a:pt x="1001" y="1474"/>
                    <a:pt x="1043" y="1425"/>
                  </a:cubicBezTo>
                  <a:lnTo>
                    <a:pt x="2042" y="427"/>
                  </a:lnTo>
                  <a:cubicBezTo>
                    <a:pt x="2213" y="245"/>
                    <a:pt x="2050" y="1"/>
                    <a:pt x="1861" y="1"/>
                  </a:cubicBezTo>
                  <a:close/>
                </a:path>
              </a:pathLst>
            </a:custGeom>
            <a:solidFill>
              <a:srgbClr val="8F9BA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236" name="Google Shape;10236;p41"/>
            <p:cNvSpPr/>
            <p:nvPr/>
          </p:nvSpPr>
          <p:spPr>
            <a:xfrm>
              <a:off x="5441487" y="2987731"/>
              <a:ext cx="58798" cy="39645"/>
            </a:xfrm>
            <a:custGeom>
              <a:rect b="b" l="l" r="r" t="t"/>
              <a:pathLst>
                <a:path extrusionOk="0" h="1509" w="2238">
                  <a:moveTo>
                    <a:pt x="1870" y="0"/>
                  </a:moveTo>
                  <a:cubicBezTo>
                    <a:pt x="1809" y="0"/>
                    <a:pt x="1745" y="25"/>
                    <a:pt x="1689" y="86"/>
                  </a:cubicBezTo>
                  <a:lnTo>
                    <a:pt x="870" y="905"/>
                  </a:lnTo>
                  <a:lnTo>
                    <a:pt x="544" y="586"/>
                  </a:lnTo>
                  <a:cubicBezTo>
                    <a:pt x="488" y="525"/>
                    <a:pt x="425" y="499"/>
                    <a:pt x="364" y="499"/>
                  </a:cubicBezTo>
                  <a:cubicBezTo>
                    <a:pt x="168" y="499"/>
                    <a:pt x="0" y="760"/>
                    <a:pt x="190" y="940"/>
                  </a:cubicBezTo>
                  <a:lnTo>
                    <a:pt x="690" y="1439"/>
                  </a:lnTo>
                  <a:cubicBezTo>
                    <a:pt x="738" y="1481"/>
                    <a:pt x="801" y="1508"/>
                    <a:pt x="863" y="1508"/>
                  </a:cubicBezTo>
                  <a:cubicBezTo>
                    <a:pt x="933" y="1508"/>
                    <a:pt x="995" y="1481"/>
                    <a:pt x="1044" y="1432"/>
                  </a:cubicBezTo>
                  <a:lnTo>
                    <a:pt x="2042" y="440"/>
                  </a:lnTo>
                  <a:cubicBezTo>
                    <a:pt x="2238" y="260"/>
                    <a:pt x="2067" y="0"/>
                    <a:pt x="1870" y="0"/>
                  </a:cubicBezTo>
                  <a:close/>
                </a:path>
              </a:pathLst>
            </a:custGeom>
            <a:solidFill>
              <a:srgbClr val="8F9BA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237" name="Google Shape;10237;p41"/>
            <p:cNvSpPr/>
            <p:nvPr/>
          </p:nvSpPr>
          <p:spPr>
            <a:xfrm>
              <a:off x="5258631" y="3040565"/>
              <a:ext cx="57353" cy="39277"/>
            </a:xfrm>
            <a:custGeom>
              <a:rect b="b" l="l" r="r" t="t"/>
              <a:pathLst>
                <a:path extrusionOk="0" h="1495" w="2183">
                  <a:moveTo>
                    <a:pt x="1835" y="0"/>
                  </a:moveTo>
                  <a:cubicBezTo>
                    <a:pt x="1778" y="0"/>
                    <a:pt x="1718" y="22"/>
                    <a:pt x="1664" y="73"/>
                  </a:cubicBezTo>
                  <a:lnTo>
                    <a:pt x="838" y="892"/>
                  </a:lnTo>
                  <a:lnTo>
                    <a:pt x="519" y="572"/>
                  </a:lnTo>
                  <a:cubicBezTo>
                    <a:pt x="465" y="521"/>
                    <a:pt x="405" y="499"/>
                    <a:pt x="348" y="499"/>
                  </a:cubicBezTo>
                  <a:cubicBezTo>
                    <a:pt x="159" y="499"/>
                    <a:pt x="0" y="738"/>
                    <a:pt x="166" y="919"/>
                  </a:cubicBezTo>
                  <a:lnTo>
                    <a:pt x="665" y="1419"/>
                  </a:lnTo>
                  <a:cubicBezTo>
                    <a:pt x="714" y="1467"/>
                    <a:pt x="776" y="1495"/>
                    <a:pt x="838" y="1495"/>
                  </a:cubicBezTo>
                  <a:cubicBezTo>
                    <a:pt x="908" y="1495"/>
                    <a:pt x="970" y="1467"/>
                    <a:pt x="1019" y="1419"/>
                  </a:cubicBezTo>
                  <a:lnTo>
                    <a:pt x="2018" y="420"/>
                  </a:lnTo>
                  <a:cubicBezTo>
                    <a:pt x="2183" y="239"/>
                    <a:pt x="2024" y="0"/>
                    <a:pt x="1835" y="0"/>
                  </a:cubicBezTo>
                  <a:close/>
                </a:path>
              </a:pathLst>
            </a:custGeom>
            <a:solidFill>
              <a:srgbClr val="8F9BA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238" name="Google Shape;10238;p41"/>
            <p:cNvSpPr/>
            <p:nvPr/>
          </p:nvSpPr>
          <p:spPr>
            <a:xfrm>
              <a:off x="5442118" y="2882746"/>
              <a:ext cx="58167" cy="39671"/>
            </a:xfrm>
            <a:custGeom>
              <a:rect b="b" l="l" r="r" t="t"/>
              <a:pathLst>
                <a:path extrusionOk="0" h="1510" w="2214">
                  <a:moveTo>
                    <a:pt x="1846" y="1"/>
                  </a:moveTo>
                  <a:cubicBezTo>
                    <a:pt x="1785" y="1"/>
                    <a:pt x="1721" y="26"/>
                    <a:pt x="1665" y="87"/>
                  </a:cubicBezTo>
                  <a:lnTo>
                    <a:pt x="846" y="913"/>
                  </a:lnTo>
                  <a:lnTo>
                    <a:pt x="520" y="587"/>
                  </a:lnTo>
                  <a:cubicBezTo>
                    <a:pt x="467" y="538"/>
                    <a:pt x="408" y="517"/>
                    <a:pt x="353" y="517"/>
                  </a:cubicBezTo>
                  <a:cubicBezTo>
                    <a:pt x="162" y="517"/>
                    <a:pt x="0" y="758"/>
                    <a:pt x="166" y="940"/>
                  </a:cubicBezTo>
                  <a:lnTo>
                    <a:pt x="666" y="1440"/>
                  </a:lnTo>
                  <a:cubicBezTo>
                    <a:pt x="714" y="1488"/>
                    <a:pt x="777" y="1509"/>
                    <a:pt x="839" y="1509"/>
                  </a:cubicBezTo>
                  <a:cubicBezTo>
                    <a:pt x="909" y="1509"/>
                    <a:pt x="971" y="1488"/>
                    <a:pt x="1020" y="1440"/>
                  </a:cubicBezTo>
                  <a:lnTo>
                    <a:pt x="2018" y="441"/>
                  </a:lnTo>
                  <a:cubicBezTo>
                    <a:pt x="2214" y="261"/>
                    <a:pt x="2043" y="1"/>
                    <a:pt x="1846" y="1"/>
                  </a:cubicBezTo>
                  <a:close/>
                </a:path>
              </a:pathLst>
            </a:custGeom>
            <a:solidFill>
              <a:srgbClr val="8F9BA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0239" name="Google Shape;10239;p41"/>
          <p:cNvGrpSpPr/>
          <p:nvPr/>
        </p:nvGrpSpPr>
        <p:grpSpPr>
          <a:xfrm>
            <a:off x="5812586" y="2760921"/>
            <a:ext cx="303606" cy="375434"/>
            <a:chOff x="5812586" y="2760921"/>
            <a:chExt cx="303606" cy="375434"/>
          </a:xfrm>
        </p:grpSpPr>
        <p:sp>
          <p:nvSpPr>
            <p:cNvPr id="10240" name="Google Shape;10240;p41"/>
            <p:cNvSpPr/>
            <p:nvPr/>
          </p:nvSpPr>
          <p:spPr>
            <a:xfrm>
              <a:off x="5911896" y="2760921"/>
              <a:ext cx="125215" cy="32289"/>
            </a:xfrm>
            <a:custGeom>
              <a:rect b="b" l="l" r="r" t="t"/>
              <a:pathLst>
                <a:path extrusionOk="0" h="1229" w="4766">
                  <a:moveTo>
                    <a:pt x="347" y="1"/>
                  </a:moveTo>
                  <a:cubicBezTo>
                    <a:pt x="153" y="1"/>
                    <a:pt x="0" y="160"/>
                    <a:pt x="0" y="347"/>
                  </a:cubicBezTo>
                  <a:lnTo>
                    <a:pt x="0" y="882"/>
                  </a:lnTo>
                  <a:cubicBezTo>
                    <a:pt x="0" y="1069"/>
                    <a:pt x="153" y="1228"/>
                    <a:pt x="347" y="1228"/>
                  </a:cubicBezTo>
                  <a:lnTo>
                    <a:pt x="4419" y="1228"/>
                  </a:lnTo>
                  <a:cubicBezTo>
                    <a:pt x="4613" y="1228"/>
                    <a:pt x="4766" y="1069"/>
                    <a:pt x="4766" y="882"/>
                  </a:cubicBezTo>
                  <a:lnTo>
                    <a:pt x="4766" y="347"/>
                  </a:lnTo>
                  <a:cubicBezTo>
                    <a:pt x="4766" y="160"/>
                    <a:pt x="4613" y="1"/>
                    <a:pt x="4419" y="1"/>
                  </a:cubicBezTo>
                  <a:close/>
                </a:path>
              </a:pathLst>
            </a:custGeom>
            <a:solidFill>
              <a:srgbClr val="BEC5C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241" name="Google Shape;10241;p41"/>
            <p:cNvSpPr/>
            <p:nvPr/>
          </p:nvSpPr>
          <p:spPr>
            <a:xfrm>
              <a:off x="6001722" y="2761105"/>
              <a:ext cx="35389" cy="32105"/>
            </a:xfrm>
            <a:custGeom>
              <a:rect b="b" l="l" r="r" t="t"/>
              <a:pathLst>
                <a:path extrusionOk="0" h="1222" w="1347">
                  <a:moveTo>
                    <a:pt x="1" y="1"/>
                  </a:moveTo>
                  <a:cubicBezTo>
                    <a:pt x="202" y="1"/>
                    <a:pt x="362" y="160"/>
                    <a:pt x="362" y="354"/>
                  </a:cubicBezTo>
                  <a:lnTo>
                    <a:pt x="362" y="861"/>
                  </a:lnTo>
                  <a:cubicBezTo>
                    <a:pt x="362" y="1062"/>
                    <a:pt x="202" y="1221"/>
                    <a:pt x="1" y="1221"/>
                  </a:cubicBezTo>
                  <a:lnTo>
                    <a:pt x="993" y="1221"/>
                  </a:lnTo>
                  <a:cubicBezTo>
                    <a:pt x="1187" y="1221"/>
                    <a:pt x="1347" y="1062"/>
                    <a:pt x="1347" y="861"/>
                  </a:cubicBezTo>
                  <a:lnTo>
                    <a:pt x="1347" y="354"/>
                  </a:lnTo>
                  <a:cubicBezTo>
                    <a:pt x="1347" y="160"/>
                    <a:pt x="1187" y="1"/>
                    <a:pt x="993" y="1"/>
                  </a:cubicBezTo>
                  <a:close/>
                </a:path>
              </a:pathLst>
            </a:custGeom>
            <a:solidFill>
              <a:srgbClr val="A3ADB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242" name="Google Shape;10242;p41"/>
            <p:cNvSpPr/>
            <p:nvPr/>
          </p:nvSpPr>
          <p:spPr>
            <a:xfrm>
              <a:off x="5812586" y="2793183"/>
              <a:ext cx="295960" cy="343171"/>
            </a:xfrm>
            <a:custGeom>
              <a:rect b="b" l="l" r="r" t="t"/>
              <a:pathLst>
                <a:path extrusionOk="0" h="13062" w="11265">
                  <a:moveTo>
                    <a:pt x="4647" y="0"/>
                  </a:moveTo>
                  <a:lnTo>
                    <a:pt x="4647" y="3801"/>
                  </a:lnTo>
                  <a:cubicBezTo>
                    <a:pt x="4647" y="4030"/>
                    <a:pt x="4509" y="4238"/>
                    <a:pt x="4294" y="4322"/>
                  </a:cubicBezTo>
                  <a:cubicBezTo>
                    <a:pt x="923" y="5653"/>
                    <a:pt x="0" y="9995"/>
                    <a:pt x="2539" y="12583"/>
                  </a:cubicBezTo>
                  <a:cubicBezTo>
                    <a:pt x="2837" y="12888"/>
                    <a:pt x="3246" y="13061"/>
                    <a:pt x="3676" y="13061"/>
                  </a:cubicBezTo>
                  <a:lnTo>
                    <a:pt x="8643" y="13061"/>
                  </a:lnTo>
                  <a:cubicBezTo>
                    <a:pt x="9073" y="13061"/>
                    <a:pt x="9482" y="12888"/>
                    <a:pt x="9780" y="12583"/>
                  </a:cubicBezTo>
                  <a:cubicBezTo>
                    <a:pt x="10737" y="11612"/>
                    <a:pt x="11265" y="10287"/>
                    <a:pt x="11230" y="8927"/>
                  </a:cubicBezTo>
                  <a:cubicBezTo>
                    <a:pt x="11181" y="6888"/>
                    <a:pt x="9919" y="5078"/>
                    <a:pt x="8025" y="4329"/>
                  </a:cubicBezTo>
                  <a:cubicBezTo>
                    <a:pt x="7810" y="4245"/>
                    <a:pt x="7672" y="4037"/>
                    <a:pt x="7672" y="3808"/>
                  </a:cubicBezTo>
                  <a:lnTo>
                    <a:pt x="7672" y="0"/>
                  </a:lnTo>
                  <a:close/>
                </a:path>
              </a:pathLst>
            </a:custGeom>
            <a:solidFill>
              <a:srgbClr val="E3E9E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243" name="Google Shape;10243;p41"/>
            <p:cNvSpPr/>
            <p:nvPr/>
          </p:nvSpPr>
          <p:spPr>
            <a:xfrm>
              <a:off x="5934675" y="2793183"/>
              <a:ext cx="181517" cy="340965"/>
            </a:xfrm>
            <a:custGeom>
              <a:rect b="b" l="l" r="r" t="t"/>
              <a:pathLst>
                <a:path extrusionOk="0" h="12978" w="6909">
                  <a:moveTo>
                    <a:pt x="0" y="0"/>
                  </a:moveTo>
                  <a:lnTo>
                    <a:pt x="0" y="507"/>
                  </a:lnTo>
                  <a:lnTo>
                    <a:pt x="1561" y="507"/>
                  </a:lnTo>
                  <a:cubicBezTo>
                    <a:pt x="1565" y="507"/>
                    <a:pt x="1569" y="507"/>
                    <a:pt x="1573" y="507"/>
                  </a:cubicBezTo>
                  <a:cubicBezTo>
                    <a:pt x="1963" y="507"/>
                    <a:pt x="2276" y="830"/>
                    <a:pt x="2276" y="1221"/>
                  </a:cubicBezTo>
                  <a:lnTo>
                    <a:pt x="2276" y="4315"/>
                  </a:lnTo>
                  <a:cubicBezTo>
                    <a:pt x="2276" y="4544"/>
                    <a:pt x="2414" y="4752"/>
                    <a:pt x="2629" y="4835"/>
                  </a:cubicBezTo>
                  <a:cubicBezTo>
                    <a:pt x="5938" y="6139"/>
                    <a:pt x="6909" y="10363"/>
                    <a:pt x="4495" y="12978"/>
                  </a:cubicBezTo>
                  <a:cubicBezTo>
                    <a:pt x="4738" y="12902"/>
                    <a:pt x="4953" y="12763"/>
                    <a:pt x="5133" y="12576"/>
                  </a:cubicBezTo>
                  <a:cubicBezTo>
                    <a:pt x="6090" y="11605"/>
                    <a:pt x="6618" y="10287"/>
                    <a:pt x="6583" y="8927"/>
                  </a:cubicBezTo>
                  <a:cubicBezTo>
                    <a:pt x="6534" y="6888"/>
                    <a:pt x="5272" y="5078"/>
                    <a:pt x="3378" y="4329"/>
                  </a:cubicBezTo>
                  <a:cubicBezTo>
                    <a:pt x="3163" y="4245"/>
                    <a:pt x="3025" y="4037"/>
                    <a:pt x="3025" y="3808"/>
                  </a:cubicBezTo>
                  <a:lnTo>
                    <a:pt x="3025" y="0"/>
                  </a:lnTo>
                  <a:close/>
                </a:path>
              </a:pathLst>
            </a:custGeom>
            <a:solidFill>
              <a:srgbClr val="D1DBE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244" name="Google Shape;10244;p41"/>
            <p:cNvSpPr/>
            <p:nvPr/>
          </p:nvSpPr>
          <p:spPr>
            <a:xfrm>
              <a:off x="5841197" y="2978063"/>
              <a:ext cx="267349" cy="158292"/>
            </a:xfrm>
            <a:custGeom>
              <a:rect b="b" l="l" r="r" t="t"/>
              <a:pathLst>
                <a:path extrusionOk="0" h="6025" w="10176">
                  <a:moveTo>
                    <a:pt x="2691" y="0"/>
                  </a:moveTo>
                  <a:cubicBezTo>
                    <a:pt x="1242" y="0"/>
                    <a:pt x="187" y="642"/>
                    <a:pt x="187" y="642"/>
                  </a:cubicBezTo>
                  <a:cubicBezTo>
                    <a:pt x="70" y="1086"/>
                    <a:pt x="7" y="1536"/>
                    <a:pt x="7" y="2001"/>
                  </a:cubicBezTo>
                  <a:cubicBezTo>
                    <a:pt x="0" y="3326"/>
                    <a:pt x="520" y="4602"/>
                    <a:pt x="1457" y="5546"/>
                  </a:cubicBezTo>
                  <a:cubicBezTo>
                    <a:pt x="1755" y="5851"/>
                    <a:pt x="2164" y="6017"/>
                    <a:pt x="2594" y="6024"/>
                  </a:cubicBezTo>
                  <a:lnTo>
                    <a:pt x="7561" y="6024"/>
                  </a:lnTo>
                  <a:cubicBezTo>
                    <a:pt x="7991" y="6024"/>
                    <a:pt x="8400" y="5851"/>
                    <a:pt x="8698" y="5546"/>
                  </a:cubicBezTo>
                  <a:cubicBezTo>
                    <a:pt x="9655" y="4568"/>
                    <a:pt x="10176" y="3250"/>
                    <a:pt x="10141" y="1890"/>
                  </a:cubicBezTo>
                  <a:cubicBezTo>
                    <a:pt x="10134" y="1356"/>
                    <a:pt x="10037" y="829"/>
                    <a:pt x="9856" y="330"/>
                  </a:cubicBezTo>
                  <a:cubicBezTo>
                    <a:pt x="9856" y="330"/>
                    <a:pt x="9856" y="330"/>
                    <a:pt x="9856" y="330"/>
                  </a:cubicBezTo>
                  <a:cubicBezTo>
                    <a:pt x="9850" y="330"/>
                    <a:pt x="8712" y="1213"/>
                    <a:pt x="7157" y="1213"/>
                  </a:cubicBezTo>
                  <a:cubicBezTo>
                    <a:pt x="6517" y="1213"/>
                    <a:pt x="5808" y="1063"/>
                    <a:pt x="5077" y="642"/>
                  </a:cubicBezTo>
                  <a:cubicBezTo>
                    <a:pt x="4238" y="161"/>
                    <a:pt x="3415" y="0"/>
                    <a:pt x="2691" y="0"/>
                  </a:cubicBezTo>
                  <a:close/>
                </a:path>
              </a:pathLst>
            </a:custGeom>
            <a:solidFill>
              <a:srgbClr val="96A2A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245" name="Google Shape;10245;p41"/>
            <p:cNvSpPr/>
            <p:nvPr/>
          </p:nvSpPr>
          <p:spPr>
            <a:xfrm>
              <a:off x="6052402" y="2986523"/>
              <a:ext cx="56144" cy="147809"/>
            </a:xfrm>
            <a:custGeom>
              <a:rect b="b" l="l" r="r" t="t"/>
              <a:pathLst>
                <a:path extrusionOk="0" h="5626" w="2137">
                  <a:moveTo>
                    <a:pt x="1804" y="1"/>
                  </a:moveTo>
                  <a:cubicBezTo>
                    <a:pt x="1561" y="174"/>
                    <a:pt x="1304" y="327"/>
                    <a:pt x="1034" y="445"/>
                  </a:cubicBezTo>
                  <a:cubicBezTo>
                    <a:pt x="1686" y="2227"/>
                    <a:pt x="1283" y="4232"/>
                    <a:pt x="0" y="5626"/>
                  </a:cubicBezTo>
                  <a:cubicBezTo>
                    <a:pt x="28" y="5612"/>
                    <a:pt x="56" y="5605"/>
                    <a:pt x="83" y="5591"/>
                  </a:cubicBezTo>
                  <a:cubicBezTo>
                    <a:pt x="90" y="5591"/>
                    <a:pt x="90" y="5591"/>
                    <a:pt x="90" y="5584"/>
                  </a:cubicBezTo>
                  <a:cubicBezTo>
                    <a:pt x="174" y="5550"/>
                    <a:pt x="257" y="5508"/>
                    <a:pt x="340" y="5452"/>
                  </a:cubicBezTo>
                  <a:cubicBezTo>
                    <a:pt x="361" y="5432"/>
                    <a:pt x="396" y="5418"/>
                    <a:pt x="409" y="5404"/>
                  </a:cubicBezTo>
                  <a:cubicBezTo>
                    <a:pt x="416" y="5397"/>
                    <a:pt x="423" y="5397"/>
                    <a:pt x="430" y="5397"/>
                  </a:cubicBezTo>
                  <a:cubicBezTo>
                    <a:pt x="451" y="5383"/>
                    <a:pt x="465" y="5369"/>
                    <a:pt x="479" y="5355"/>
                  </a:cubicBezTo>
                  <a:cubicBezTo>
                    <a:pt x="486" y="5348"/>
                    <a:pt x="500" y="5348"/>
                    <a:pt x="500" y="5335"/>
                  </a:cubicBezTo>
                  <a:cubicBezTo>
                    <a:pt x="520" y="5321"/>
                    <a:pt x="534" y="5314"/>
                    <a:pt x="548" y="5293"/>
                  </a:cubicBezTo>
                  <a:lnTo>
                    <a:pt x="569" y="5272"/>
                  </a:lnTo>
                  <a:cubicBezTo>
                    <a:pt x="597" y="5251"/>
                    <a:pt x="618" y="5231"/>
                    <a:pt x="638" y="5210"/>
                  </a:cubicBezTo>
                  <a:cubicBezTo>
                    <a:pt x="1609" y="4253"/>
                    <a:pt x="2137" y="2928"/>
                    <a:pt x="2102" y="1568"/>
                  </a:cubicBezTo>
                  <a:cubicBezTo>
                    <a:pt x="2102" y="1534"/>
                    <a:pt x="2095" y="1499"/>
                    <a:pt x="2095" y="1464"/>
                  </a:cubicBezTo>
                  <a:cubicBezTo>
                    <a:pt x="2095" y="1457"/>
                    <a:pt x="2095" y="1443"/>
                    <a:pt x="2095" y="1429"/>
                  </a:cubicBezTo>
                  <a:cubicBezTo>
                    <a:pt x="2088" y="1409"/>
                    <a:pt x="2088" y="1381"/>
                    <a:pt x="2088" y="1360"/>
                  </a:cubicBezTo>
                  <a:cubicBezTo>
                    <a:pt x="2088" y="1353"/>
                    <a:pt x="2081" y="1339"/>
                    <a:pt x="2081" y="1325"/>
                  </a:cubicBezTo>
                  <a:cubicBezTo>
                    <a:pt x="2074" y="1305"/>
                    <a:pt x="2074" y="1284"/>
                    <a:pt x="2074" y="1263"/>
                  </a:cubicBezTo>
                  <a:cubicBezTo>
                    <a:pt x="2074" y="1249"/>
                    <a:pt x="2074" y="1242"/>
                    <a:pt x="2074" y="1228"/>
                  </a:cubicBezTo>
                  <a:cubicBezTo>
                    <a:pt x="2067" y="1208"/>
                    <a:pt x="2067" y="1187"/>
                    <a:pt x="2067" y="1166"/>
                  </a:cubicBezTo>
                  <a:cubicBezTo>
                    <a:pt x="2060" y="1152"/>
                    <a:pt x="2060" y="1138"/>
                    <a:pt x="2060" y="1131"/>
                  </a:cubicBezTo>
                  <a:cubicBezTo>
                    <a:pt x="2053" y="1110"/>
                    <a:pt x="2053" y="1083"/>
                    <a:pt x="2053" y="1062"/>
                  </a:cubicBezTo>
                  <a:cubicBezTo>
                    <a:pt x="2053" y="1055"/>
                    <a:pt x="2046" y="1041"/>
                    <a:pt x="2053" y="1027"/>
                  </a:cubicBezTo>
                  <a:cubicBezTo>
                    <a:pt x="2046" y="1013"/>
                    <a:pt x="2046" y="992"/>
                    <a:pt x="2039" y="965"/>
                  </a:cubicBezTo>
                  <a:cubicBezTo>
                    <a:pt x="2039" y="958"/>
                    <a:pt x="2033" y="944"/>
                    <a:pt x="2039" y="930"/>
                  </a:cubicBezTo>
                  <a:cubicBezTo>
                    <a:pt x="2033" y="909"/>
                    <a:pt x="2033" y="888"/>
                    <a:pt x="2026" y="868"/>
                  </a:cubicBezTo>
                  <a:cubicBezTo>
                    <a:pt x="2026" y="861"/>
                    <a:pt x="2019" y="847"/>
                    <a:pt x="2019" y="840"/>
                  </a:cubicBezTo>
                  <a:cubicBezTo>
                    <a:pt x="2019" y="819"/>
                    <a:pt x="2019" y="791"/>
                    <a:pt x="2012" y="771"/>
                  </a:cubicBezTo>
                  <a:cubicBezTo>
                    <a:pt x="2005" y="757"/>
                    <a:pt x="2005" y="750"/>
                    <a:pt x="2005" y="743"/>
                  </a:cubicBezTo>
                  <a:cubicBezTo>
                    <a:pt x="1998" y="722"/>
                    <a:pt x="1998" y="694"/>
                    <a:pt x="1998" y="673"/>
                  </a:cubicBezTo>
                  <a:cubicBezTo>
                    <a:pt x="1991" y="666"/>
                    <a:pt x="1991" y="653"/>
                    <a:pt x="1991" y="646"/>
                  </a:cubicBezTo>
                  <a:cubicBezTo>
                    <a:pt x="1984" y="625"/>
                    <a:pt x="1984" y="597"/>
                    <a:pt x="1977" y="576"/>
                  </a:cubicBezTo>
                  <a:cubicBezTo>
                    <a:pt x="1970" y="576"/>
                    <a:pt x="1970" y="569"/>
                    <a:pt x="1970" y="562"/>
                  </a:cubicBezTo>
                  <a:cubicBezTo>
                    <a:pt x="1970" y="535"/>
                    <a:pt x="1963" y="507"/>
                    <a:pt x="1949" y="486"/>
                  </a:cubicBezTo>
                  <a:cubicBezTo>
                    <a:pt x="1949" y="479"/>
                    <a:pt x="1949" y="472"/>
                    <a:pt x="1949" y="465"/>
                  </a:cubicBezTo>
                  <a:cubicBezTo>
                    <a:pt x="1942" y="438"/>
                    <a:pt x="1935" y="410"/>
                    <a:pt x="1928" y="382"/>
                  </a:cubicBezTo>
                  <a:cubicBezTo>
                    <a:pt x="1922" y="382"/>
                    <a:pt x="1922" y="375"/>
                    <a:pt x="1922" y="368"/>
                  </a:cubicBezTo>
                  <a:cubicBezTo>
                    <a:pt x="1915" y="340"/>
                    <a:pt x="1908" y="313"/>
                    <a:pt x="1901" y="285"/>
                  </a:cubicBezTo>
                  <a:cubicBezTo>
                    <a:pt x="1901" y="285"/>
                    <a:pt x="1894" y="278"/>
                    <a:pt x="1894" y="278"/>
                  </a:cubicBezTo>
                  <a:cubicBezTo>
                    <a:pt x="1894" y="250"/>
                    <a:pt x="1880" y="223"/>
                    <a:pt x="1873" y="188"/>
                  </a:cubicBezTo>
                  <a:cubicBezTo>
                    <a:pt x="1866" y="181"/>
                    <a:pt x="1866" y="181"/>
                    <a:pt x="1866" y="181"/>
                  </a:cubicBezTo>
                  <a:cubicBezTo>
                    <a:pt x="1852" y="153"/>
                    <a:pt x="1845" y="125"/>
                    <a:pt x="1838" y="91"/>
                  </a:cubicBezTo>
                  <a:cubicBezTo>
                    <a:pt x="1838" y="91"/>
                    <a:pt x="1838" y="84"/>
                    <a:pt x="1838" y="84"/>
                  </a:cubicBezTo>
                  <a:cubicBezTo>
                    <a:pt x="1824" y="56"/>
                    <a:pt x="1817" y="28"/>
                    <a:pt x="1804" y="1"/>
                  </a:cubicBezTo>
                  <a:close/>
                </a:path>
              </a:pathLst>
            </a:custGeom>
            <a:solidFill>
              <a:srgbClr val="91919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246" name="Google Shape;10246;p41"/>
            <p:cNvSpPr/>
            <p:nvPr/>
          </p:nvSpPr>
          <p:spPr>
            <a:xfrm>
              <a:off x="6054582" y="3027718"/>
              <a:ext cx="20256" cy="17182"/>
            </a:xfrm>
            <a:custGeom>
              <a:rect b="b" l="l" r="r" t="t"/>
              <a:pathLst>
                <a:path extrusionOk="0" h="654" w="771">
                  <a:moveTo>
                    <a:pt x="437" y="0"/>
                  </a:moveTo>
                  <a:cubicBezTo>
                    <a:pt x="146" y="0"/>
                    <a:pt x="0" y="347"/>
                    <a:pt x="209" y="555"/>
                  </a:cubicBezTo>
                  <a:cubicBezTo>
                    <a:pt x="276" y="623"/>
                    <a:pt x="359" y="653"/>
                    <a:pt x="441" y="653"/>
                  </a:cubicBezTo>
                  <a:cubicBezTo>
                    <a:pt x="609" y="653"/>
                    <a:pt x="770" y="523"/>
                    <a:pt x="770" y="326"/>
                  </a:cubicBezTo>
                  <a:cubicBezTo>
                    <a:pt x="763" y="146"/>
                    <a:pt x="618" y="0"/>
                    <a:pt x="437" y="0"/>
                  </a:cubicBezTo>
                  <a:close/>
                </a:path>
              </a:pathLst>
            </a:custGeom>
            <a:solidFill>
              <a:srgbClr val="29292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247" name="Google Shape;10247;p41"/>
            <p:cNvSpPr/>
            <p:nvPr/>
          </p:nvSpPr>
          <p:spPr>
            <a:xfrm>
              <a:off x="6012678" y="3090588"/>
              <a:ext cx="17681" cy="15186"/>
            </a:xfrm>
            <a:custGeom>
              <a:rect b="b" l="l" r="r" t="t"/>
              <a:pathLst>
                <a:path extrusionOk="0" h="578" w="673">
                  <a:moveTo>
                    <a:pt x="389" y="0"/>
                  </a:moveTo>
                  <a:cubicBezTo>
                    <a:pt x="132" y="0"/>
                    <a:pt x="0" y="312"/>
                    <a:pt x="180" y="493"/>
                  </a:cubicBezTo>
                  <a:cubicBezTo>
                    <a:pt x="241" y="551"/>
                    <a:pt x="315" y="578"/>
                    <a:pt x="386" y="578"/>
                  </a:cubicBezTo>
                  <a:cubicBezTo>
                    <a:pt x="534" y="578"/>
                    <a:pt x="673" y="465"/>
                    <a:pt x="673" y="292"/>
                  </a:cubicBezTo>
                  <a:cubicBezTo>
                    <a:pt x="673" y="132"/>
                    <a:pt x="548" y="7"/>
                    <a:pt x="389" y="0"/>
                  </a:cubicBezTo>
                  <a:close/>
                </a:path>
              </a:pathLst>
            </a:custGeom>
            <a:solidFill>
              <a:srgbClr val="29292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248" name="Google Shape;10248;p41"/>
            <p:cNvSpPr/>
            <p:nvPr/>
          </p:nvSpPr>
          <p:spPr>
            <a:xfrm>
              <a:off x="5891299" y="3017130"/>
              <a:ext cx="17708" cy="15212"/>
            </a:xfrm>
            <a:custGeom>
              <a:rect b="b" l="l" r="r" t="t"/>
              <a:pathLst>
                <a:path extrusionOk="0" h="579" w="674">
                  <a:moveTo>
                    <a:pt x="389" y="1"/>
                  </a:moveTo>
                  <a:cubicBezTo>
                    <a:pt x="132" y="1"/>
                    <a:pt x="1" y="313"/>
                    <a:pt x="181" y="493"/>
                  </a:cubicBezTo>
                  <a:cubicBezTo>
                    <a:pt x="242" y="552"/>
                    <a:pt x="315" y="578"/>
                    <a:pt x="387" y="578"/>
                  </a:cubicBezTo>
                  <a:cubicBezTo>
                    <a:pt x="535" y="578"/>
                    <a:pt x="673" y="465"/>
                    <a:pt x="673" y="292"/>
                  </a:cubicBezTo>
                  <a:cubicBezTo>
                    <a:pt x="673" y="133"/>
                    <a:pt x="549" y="1"/>
                    <a:pt x="389" y="1"/>
                  </a:cubicBezTo>
                  <a:close/>
                </a:path>
              </a:pathLst>
            </a:custGeom>
            <a:solidFill>
              <a:srgbClr val="29292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249" name="Google Shape;10249;p41"/>
            <p:cNvSpPr/>
            <p:nvPr/>
          </p:nvSpPr>
          <p:spPr>
            <a:xfrm>
              <a:off x="5915916" y="3090588"/>
              <a:ext cx="17681" cy="15186"/>
            </a:xfrm>
            <a:custGeom>
              <a:rect b="b" l="l" r="r" t="t"/>
              <a:pathLst>
                <a:path extrusionOk="0" h="578" w="673">
                  <a:moveTo>
                    <a:pt x="381" y="0"/>
                  </a:moveTo>
                  <a:cubicBezTo>
                    <a:pt x="125" y="0"/>
                    <a:pt x="0" y="312"/>
                    <a:pt x="180" y="493"/>
                  </a:cubicBezTo>
                  <a:cubicBezTo>
                    <a:pt x="239" y="551"/>
                    <a:pt x="312" y="578"/>
                    <a:pt x="383" y="578"/>
                  </a:cubicBezTo>
                  <a:cubicBezTo>
                    <a:pt x="531" y="578"/>
                    <a:pt x="673" y="465"/>
                    <a:pt x="673" y="292"/>
                  </a:cubicBezTo>
                  <a:cubicBezTo>
                    <a:pt x="666" y="132"/>
                    <a:pt x="541" y="7"/>
                    <a:pt x="381" y="0"/>
                  </a:cubicBezTo>
                  <a:close/>
                </a:path>
              </a:pathLst>
            </a:custGeom>
            <a:solidFill>
              <a:srgbClr val="29292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250" name="Google Shape;10250;p41"/>
            <p:cNvSpPr/>
            <p:nvPr/>
          </p:nvSpPr>
          <p:spPr>
            <a:xfrm>
              <a:off x="5959266" y="3032999"/>
              <a:ext cx="21360" cy="18286"/>
            </a:xfrm>
            <a:custGeom>
              <a:rect b="b" l="l" r="r" t="t"/>
              <a:pathLst>
                <a:path extrusionOk="0" h="696" w="813">
                  <a:moveTo>
                    <a:pt x="466" y="0"/>
                  </a:moveTo>
                  <a:cubicBezTo>
                    <a:pt x="153" y="0"/>
                    <a:pt x="1" y="375"/>
                    <a:pt x="216" y="590"/>
                  </a:cubicBezTo>
                  <a:cubicBezTo>
                    <a:pt x="288" y="663"/>
                    <a:pt x="377" y="695"/>
                    <a:pt x="464" y="695"/>
                  </a:cubicBezTo>
                  <a:cubicBezTo>
                    <a:pt x="643" y="695"/>
                    <a:pt x="812" y="557"/>
                    <a:pt x="812" y="347"/>
                  </a:cubicBezTo>
                  <a:cubicBezTo>
                    <a:pt x="812" y="153"/>
                    <a:pt x="653" y="0"/>
                    <a:pt x="466" y="0"/>
                  </a:cubicBezTo>
                  <a:close/>
                </a:path>
              </a:pathLst>
            </a:custGeom>
            <a:solidFill>
              <a:srgbClr val="29292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0251" name="Google Shape;10251;p41"/>
          <p:cNvGrpSpPr/>
          <p:nvPr/>
        </p:nvGrpSpPr>
        <p:grpSpPr>
          <a:xfrm>
            <a:off x="6334673" y="2759633"/>
            <a:ext cx="378508" cy="378167"/>
            <a:chOff x="6334673" y="2759633"/>
            <a:chExt cx="378508" cy="378167"/>
          </a:xfrm>
        </p:grpSpPr>
        <p:sp>
          <p:nvSpPr>
            <p:cNvPr id="10252" name="Google Shape;10252;p41"/>
            <p:cNvSpPr/>
            <p:nvPr/>
          </p:nvSpPr>
          <p:spPr>
            <a:xfrm>
              <a:off x="6334673" y="2759633"/>
              <a:ext cx="287027" cy="189004"/>
            </a:xfrm>
            <a:custGeom>
              <a:rect b="b" l="l" r="r" t="t"/>
              <a:pathLst>
                <a:path extrusionOk="0" h="7194" w="10925">
                  <a:moveTo>
                    <a:pt x="6983" y="1"/>
                  </a:moveTo>
                  <a:cubicBezTo>
                    <a:pt x="6979" y="1"/>
                    <a:pt x="6975" y="1"/>
                    <a:pt x="6971" y="1"/>
                  </a:cubicBezTo>
                  <a:lnTo>
                    <a:pt x="930" y="1"/>
                  </a:lnTo>
                  <a:cubicBezTo>
                    <a:pt x="417" y="1"/>
                    <a:pt x="7" y="417"/>
                    <a:pt x="7" y="931"/>
                  </a:cubicBezTo>
                  <a:lnTo>
                    <a:pt x="7" y="6965"/>
                  </a:lnTo>
                  <a:cubicBezTo>
                    <a:pt x="0" y="7090"/>
                    <a:pt x="104" y="7194"/>
                    <a:pt x="236" y="7194"/>
                  </a:cubicBezTo>
                  <a:lnTo>
                    <a:pt x="2560" y="7194"/>
                  </a:lnTo>
                  <a:cubicBezTo>
                    <a:pt x="2816" y="7194"/>
                    <a:pt x="3025" y="6986"/>
                    <a:pt x="3025" y="6729"/>
                  </a:cubicBezTo>
                  <a:lnTo>
                    <a:pt x="3025" y="6264"/>
                  </a:lnTo>
                  <a:cubicBezTo>
                    <a:pt x="3031" y="6063"/>
                    <a:pt x="2948" y="5876"/>
                    <a:pt x="2796" y="5744"/>
                  </a:cubicBezTo>
                  <a:cubicBezTo>
                    <a:pt x="1873" y="4981"/>
                    <a:pt x="2407" y="3483"/>
                    <a:pt x="3600" y="3476"/>
                  </a:cubicBezTo>
                  <a:cubicBezTo>
                    <a:pt x="3603" y="3476"/>
                    <a:pt x="3606" y="3476"/>
                    <a:pt x="3609" y="3476"/>
                  </a:cubicBezTo>
                  <a:cubicBezTo>
                    <a:pt x="4796" y="3476"/>
                    <a:pt x="5339" y="4962"/>
                    <a:pt x="4426" y="5730"/>
                  </a:cubicBezTo>
                  <a:cubicBezTo>
                    <a:pt x="4273" y="5862"/>
                    <a:pt x="4183" y="6056"/>
                    <a:pt x="4190" y="6258"/>
                  </a:cubicBezTo>
                  <a:lnTo>
                    <a:pt x="4190" y="6729"/>
                  </a:lnTo>
                  <a:cubicBezTo>
                    <a:pt x="4190" y="6986"/>
                    <a:pt x="4391" y="7194"/>
                    <a:pt x="4648" y="7194"/>
                  </a:cubicBezTo>
                  <a:lnTo>
                    <a:pt x="7207" y="7194"/>
                  </a:lnTo>
                  <a:lnTo>
                    <a:pt x="7207" y="4641"/>
                  </a:lnTo>
                  <a:cubicBezTo>
                    <a:pt x="7207" y="4385"/>
                    <a:pt x="7415" y="4177"/>
                    <a:pt x="7672" y="4177"/>
                  </a:cubicBezTo>
                  <a:lnTo>
                    <a:pt x="8143" y="4177"/>
                  </a:lnTo>
                  <a:cubicBezTo>
                    <a:pt x="8345" y="4177"/>
                    <a:pt x="8539" y="4267"/>
                    <a:pt x="8671" y="4419"/>
                  </a:cubicBezTo>
                  <a:cubicBezTo>
                    <a:pt x="8935" y="4737"/>
                    <a:pt x="9286" y="4878"/>
                    <a:pt x="9633" y="4878"/>
                  </a:cubicBezTo>
                  <a:cubicBezTo>
                    <a:pt x="10288" y="4878"/>
                    <a:pt x="10925" y="4374"/>
                    <a:pt x="10925" y="3594"/>
                  </a:cubicBezTo>
                  <a:cubicBezTo>
                    <a:pt x="10920" y="2815"/>
                    <a:pt x="10288" y="2317"/>
                    <a:pt x="9636" y="2317"/>
                  </a:cubicBezTo>
                  <a:cubicBezTo>
                    <a:pt x="9283" y="2317"/>
                    <a:pt x="8925" y="2463"/>
                    <a:pt x="8657" y="2789"/>
                  </a:cubicBezTo>
                  <a:cubicBezTo>
                    <a:pt x="8530" y="2930"/>
                    <a:pt x="8345" y="3019"/>
                    <a:pt x="8157" y="3019"/>
                  </a:cubicBezTo>
                  <a:cubicBezTo>
                    <a:pt x="8150" y="3019"/>
                    <a:pt x="8143" y="3019"/>
                    <a:pt x="8137" y="3018"/>
                  </a:cubicBezTo>
                  <a:lnTo>
                    <a:pt x="7672" y="3018"/>
                  </a:lnTo>
                  <a:cubicBezTo>
                    <a:pt x="7415" y="3018"/>
                    <a:pt x="7207" y="2810"/>
                    <a:pt x="7207" y="2554"/>
                  </a:cubicBezTo>
                  <a:lnTo>
                    <a:pt x="7207" y="230"/>
                  </a:lnTo>
                  <a:cubicBezTo>
                    <a:pt x="7207" y="102"/>
                    <a:pt x="7103" y="1"/>
                    <a:pt x="6983" y="1"/>
                  </a:cubicBezTo>
                  <a:close/>
                </a:path>
              </a:pathLst>
            </a:custGeom>
            <a:solidFill>
              <a:srgbClr val="8C9CA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253" name="Google Shape;10253;p41"/>
            <p:cNvSpPr/>
            <p:nvPr/>
          </p:nvSpPr>
          <p:spPr>
            <a:xfrm>
              <a:off x="6524019" y="2759660"/>
              <a:ext cx="189162" cy="286659"/>
            </a:xfrm>
            <a:custGeom>
              <a:rect b="b" l="l" r="r" t="t"/>
              <a:pathLst>
                <a:path extrusionOk="0" h="10911" w="7200">
                  <a:moveTo>
                    <a:pt x="229" y="0"/>
                  </a:moveTo>
                  <a:cubicBezTo>
                    <a:pt x="104" y="0"/>
                    <a:pt x="0" y="104"/>
                    <a:pt x="0" y="229"/>
                  </a:cubicBezTo>
                  <a:lnTo>
                    <a:pt x="0" y="2553"/>
                  </a:lnTo>
                  <a:cubicBezTo>
                    <a:pt x="0" y="2809"/>
                    <a:pt x="208" y="3017"/>
                    <a:pt x="465" y="3017"/>
                  </a:cubicBezTo>
                  <a:lnTo>
                    <a:pt x="930" y="3017"/>
                  </a:lnTo>
                  <a:cubicBezTo>
                    <a:pt x="937" y="3018"/>
                    <a:pt x="944" y="3018"/>
                    <a:pt x="951" y="3018"/>
                  </a:cubicBezTo>
                  <a:cubicBezTo>
                    <a:pt x="1144" y="3018"/>
                    <a:pt x="1323" y="2929"/>
                    <a:pt x="1450" y="2788"/>
                  </a:cubicBezTo>
                  <a:cubicBezTo>
                    <a:pt x="1718" y="2462"/>
                    <a:pt x="2076" y="2316"/>
                    <a:pt x="2429" y="2316"/>
                  </a:cubicBezTo>
                  <a:cubicBezTo>
                    <a:pt x="3081" y="2316"/>
                    <a:pt x="3713" y="2814"/>
                    <a:pt x="3718" y="3593"/>
                  </a:cubicBezTo>
                  <a:cubicBezTo>
                    <a:pt x="3722" y="4373"/>
                    <a:pt x="3087" y="4877"/>
                    <a:pt x="2431" y="4877"/>
                  </a:cubicBezTo>
                  <a:cubicBezTo>
                    <a:pt x="2083" y="4877"/>
                    <a:pt x="1730" y="4736"/>
                    <a:pt x="1464" y="4418"/>
                  </a:cubicBezTo>
                  <a:cubicBezTo>
                    <a:pt x="1332" y="4266"/>
                    <a:pt x="1138" y="4176"/>
                    <a:pt x="936" y="4176"/>
                  </a:cubicBezTo>
                  <a:lnTo>
                    <a:pt x="465" y="4176"/>
                  </a:lnTo>
                  <a:cubicBezTo>
                    <a:pt x="208" y="4176"/>
                    <a:pt x="0" y="4384"/>
                    <a:pt x="0" y="4640"/>
                  </a:cubicBezTo>
                  <a:lnTo>
                    <a:pt x="0" y="7193"/>
                  </a:lnTo>
                  <a:lnTo>
                    <a:pt x="2553" y="7193"/>
                  </a:lnTo>
                  <a:cubicBezTo>
                    <a:pt x="2809" y="7193"/>
                    <a:pt x="3017" y="7401"/>
                    <a:pt x="3017" y="7658"/>
                  </a:cubicBezTo>
                  <a:lnTo>
                    <a:pt x="3017" y="8129"/>
                  </a:lnTo>
                  <a:cubicBezTo>
                    <a:pt x="3017" y="8330"/>
                    <a:pt x="2927" y="8525"/>
                    <a:pt x="2775" y="8656"/>
                  </a:cubicBezTo>
                  <a:cubicBezTo>
                    <a:pt x="1861" y="9425"/>
                    <a:pt x="2404" y="10911"/>
                    <a:pt x="3592" y="10911"/>
                  </a:cubicBezTo>
                  <a:cubicBezTo>
                    <a:pt x="3594" y="10911"/>
                    <a:pt x="3597" y="10911"/>
                    <a:pt x="3600" y="10911"/>
                  </a:cubicBezTo>
                  <a:cubicBezTo>
                    <a:pt x="4800" y="10904"/>
                    <a:pt x="5334" y="9406"/>
                    <a:pt x="4405" y="8649"/>
                  </a:cubicBezTo>
                  <a:cubicBezTo>
                    <a:pt x="4259" y="8518"/>
                    <a:pt x="4169" y="8323"/>
                    <a:pt x="4176" y="8122"/>
                  </a:cubicBezTo>
                  <a:lnTo>
                    <a:pt x="4176" y="7658"/>
                  </a:lnTo>
                  <a:cubicBezTo>
                    <a:pt x="4176" y="7401"/>
                    <a:pt x="4384" y="7193"/>
                    <a:pt x="4640" y="7193"/>
                  </a:cubicBezTo>
                  <a:lnTo>
                    <a:pt x="6964" y="7193"/>
                  </a:lnTo>
                  <a:cubicBezTo>
                    <a:pt x="7096" y="7193"/>
                    <a:pt x="7200" y="7089"/>
                    <a:pt x="7193" y="6964"/>
                  </a:cubicBezTo>
                  <a:lnTo>
                    <a:pt x="7193" y="930"/>
                  </a:lnTo>
                  <a:cubicBezTo>
                    <a:pt x="7193" y="416"/>
                    <a:pt x="6784" y="0"/>
                    <a:pt x="6270" y="0"/>
                  </a:cubicBezTo>
                  <a:close/>
                </a:path>
              </a:pathLst>
            </a:custGeom>
            <a:solidFill>
              <a:srgbClr val="BCC7D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254" name="Google Shape;10254;p41"/>
            <p:cNvSpPr/>
            <p:nvPr/>
          </p:nvSpPr>
          <p:spPr>
            <a:xfrm>
              <a:off x="6426207" y="2948611"/>
              <a:ext cx="286791" cy="189188"/>
            </a:xfrm>
            <a:custGeom>
              <a:rect b="b" l="l" r="r" t="t"/>
              <a:pathLst>
                <a:path extrusionOk="0" h="7201" w="10916">
                  <a:moveTo>
                    <a:pt x="3716" y="1"/>
                  </a:moveTo>
                  <a:lnTo>
                    <a:pt x="3716" y="2560"/>
                  </a:lnTo>
                  <a:cubicBezTo>
                    <a:pt x="3716" y="2817"/>
                    <a:pt x="3508" y="3025"/>
                    <a:pt x="3258" y="3025"/>
                  </a:cubicBezTo>
                  <a:lnTo>
                    <a:pt x="2787" y="3025"/>
                  </a:lnTo>
                  <a:cubicBezTo>
                    <a:pt x="2586" y="3025"/>
                    <a:pt x="2391" y="2935"/>
                    <a:pt x="2260" y="2782"/>
                  </a:cubicBezTo>
                  <a:cubicBezTo>
                    <a:pt x="1993" y="2465"/>
                    <a:pt x="1640" y="2324"/>
                    <a:pt x="1292" y="2324"/>
                  </a:cubicBezTo>
                  <a:cubicBezTo>
                    <a:pt x="636" y="2324"/>
                    <a:pt x="1" y="2828"/>
                    <a:pt x="5" y="3608"/>
                  </a:cubicBezTo>
                  <a:cubicBezTo>
                    <a:pt x="10" y="4383"/>
                    <a:pt x="644" y="4880"/>
                    <a:pt x="1295" y="4880"/>
                  </a:cubicBezTo>
                  <a:cubicBezTo>
                    <a:pt x="1646" y="4880"/>
                    <a:pt x="2002" y="4735"/>
                    <a:pt x="2266" y="4412"/>
                  </a:cubicBezTo>
                  <a:cubicBezTo>
                    <a:pt x="2393" y="4266"/>
                    <a:pt x="2578" y="4183"/>
                    <a:pt x="2770" y="4183"/>
                  </a:cubicBezTo>
                  <a:cubicBezTo>
                    <a:pt x="2778" y="4183"/>
                    <a:pt x="2786" y="4183"/>
                    <a:pt x="2794" y="4183"/>
                  </a:cubicBezTo>
                  <a:lnTo>
                    <a:pt x="3258" y="4183"/>
                  </a:lnTo>
                  <a:cubicBezTo>
                    <a:pt x="3515" y="4183"/>
                    <a:pt x="3723" y="4392"/>
                    <a:pt x="3723" y="4648"/>
                  </a:cubicBezTo>
                  <a:lnTo>
                    <a:pt x="3723" y="6965"/>
                  </a:lnTo>
                  <a:cubicBezTo>
                    <a:pt x="3723" y="7097"/>
                    <a:pt x="3820" y="7201"/>
                    <a:pt x="3952" y="7201"/>
                  </a:cubicBezTo>
                  <a:lnTo>
                    <a:pt x="9986" y="7201"/>
                  </a:lnTo>
                  <a:cubicBezTo>
                    <a:pt x="10500" y="7201"/>
                    <a:pt x="10916" y="6784"/>
                    <a:pt x="10916" y="6271"/>
                  </a:cubicBezTo>
                  <a:lnTo>
                    <a:pt x="10916" y="237"/>
                  </a:lnTo>
                  <a:cubicBezTo>
                    <a:pt x="10916" y="105"/>
                    <a:pt x="10812" y="1"/>
                    <a:pt x="10687" y="1"/>
                  </a:cubicBezTo>
                  <a:lnTo>
                    <a:pt x="8363" y="1"/>
                  </a:lnTo>
                  <a:cubicBezTo>
                    <a:pt x="8107" y="1"/>
                    <a:pt x="7899" y="209"/>
                    <a:pt x="7899" y="466"/>
                  </a:cubicBezTo>
                  <a:lnTo>
                    <a:pt x="7899" y="930"/>
                  </a:lnTo>
                  <a:cubicBezTo>
                    <a:pt x="7892" y="1131"/>
                    <a:pt x="7975" y="1326"/>
                    <a:pt x="8128" y="1457"/>
                  </a:cubicBezTo>
                  <a:cubicBezTo>
                    <a:pt x="9050" y="2214"/>
                    <a:pt x="8516" y="3712"/>
                    <a:pt x="7323" y="3719"/>
                  </a:cubicBezTo>
                  <a:cubicBezTo>
                    <a:pt x="7320" y="3719"/>
                    <a:pt x="7317" y="3719"/>
                    <a:pt x="7315" y="3719"/>
                  </a:cubicBezTo>
                  <a:cubicBezTo>
                    <a:pt x="6127" y="3719"/>
                    <a:pt x="5584" y="2233"/>
                    <a:pt x="6498" y="1464"/>
                  </a:cubicBezTo>
                  <a:cubicBezTo>
                    <a:pt x="6650" y="1333"/>
                    <a:pt x="6740" y="1138"/>
                    <a:pt x="6740" y="937"/>
                  </a:cubicBezTo>
                  <a:lnTo>
                    <a:pt x="6740" y="466"/>
                  </a:lnTo>
                  <a:cubicBezTo>
                    <a:pt x="6740" y="209"/>
                    <a:pt x="6532" y="1"/>
                    <a:pt x="6276" y="1"/>
                  </a:cubicBezTo>
                  <a:close/>
                </a:path>
              </a:pathLst>
            </a:custGeom>
            <a:solidFill>
              <a:srgbClr val="8F9BA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255" name="Google Shape;10255;p41"/>
            <p:cNvSpPr/>
            <p:nvPr/>
          </p:nvSpPr>
          <p:spPr>
            <a:xfrm>
              <a:off x="6334857" y="2850957"/>
              <a:ext cx="189188" cy="286843"/>
            </a:xfrm>
            <a:custGeom>
              <a:rect b="b" l="l" r="r" t="t"/>
              <a:pathLst>
                <a:path extrusionOk="0" h="10918" w="7201">
                  <a:moveTo>
                    <a:pt x="3586" y="0"/>
                  </a:moveTo>
                  <a:cubicBezTo>
                    <a:pt x="2393" y="7"/>
                    <a:pt x="1859" y="1505"/>
                    <a:pt x="2782" y="2268"/>
                  </a:cubicBezTo>
                  <a:cubicBezTo>
                    <a:pt x="2934" y="2400"/>
                    <a:pt x="3018" y="2594"/>
                    <a:pt x="3018" y="2795"/>
                  </a:cubicBezTo>
                  <a:lnTo>
                    <a:pt x="3018" y="3253"/>
                  </a:lnTo>
                  <a:cubicBezTo>
                    <a:pt x="3018" y="3510"/>
                    <a:pt x="2809" y="3718"/>
                    <a:pt x="2553" y="3718"/>
                  </a:cubicBezTo>
                  <a:lnTo>
                    <a:pt x="229" y="3718"/>
                  </a:lnTo>
                  <a:cubicBezTo>
                    <a:pt x="104" y="3725"/>
                    <a:pt x="0" y="3822"/>
                    <a:pt x="0" y="3954"/>
                  </a:cubicBezTo>
                  <a:lnTo>
                    <a:pt x="0" y="9988"/>
                  </a:lnTo>
                  <a:cubicBezTo>
                    <a:pt x="0" y="10501"/>
                    <a:pt x="416" y="10911"/>
                    <a:pt x="930" y="10918"/>
                  </a:cubicBezTo>
                  <a:lnTo>
                    <a:pt x="6964" y="10918"/>
                  </a:lnTo>
                  <a:cubicBezTo>
                    <a:pt x="7096" y="10918"/>
                    <a:pt x="7200" y="10814"/>
                    <a:pt x="7200" y="10682"/>
                  </a:cubicBezTo>
                  <a:lnTo>
                    <a:pt x="7200" y="8365"/>
                  </a:lnTo>
                  <a:cubicBezTo>
                    <a:pt x="7200" y="8109"/>
                    <a:pt x="6992" y="7900"/>
                    <a:pt x="6735" y="7900"/>
                  </a:cubicBezTo>
                  <a:lnTo>
                    <a:pt x="6264" y="7900"/>
                  </a:lnTo>
                  <a:cubicBezTo>
                    <a:pt x="6256" y="7900"/>
                    <a:pt x="6248" y="7900"/>
                    <a:pt x="6240" y="7900"/>
                  </a:cubicBezTo>
                  <a:cubicBezTo>
                    <a:pt x="6048" y="7900"/>
                    <a:pt x="5870" y="7983"/>
                    <a:pt x="5743" y="8129"/>
                  </a:cubicBezTo>
                  <a:cubicBezTo>
                    <a:pt x="5476" y="8452"/>
                    <a:pt x="5119" y="8597"/>
                    <a:pt x="4767" y="8597"/>
                  </a:cubicBezTo>
                  <a:cubicBezTo>
                    <a:pt x="4114" y="8597"/>
                    <a:pt x="3480" y="8100"/>
                    <a:pt x="3475" y="7325"/>
                  </a:cubicBezTo>
                  <a:cubicBezTo>
                    <a:pt x="3471" y="6545"/>
                    <a:pt x="4106" y="6041"/>
                    <a:pt x="4762" y="6041"/>
                  </a:cubicBezTo>
                  <a:cubicBezTo>
                    <a:pt x="5110" y="6041"/>
                    <a:pt x="5463" y="6182"/>
                    <a:pt x="5730" y="6499"/>
                  </a:cubicBezTo>
                  <a:cubicBezTo>
                    <a:pt x="5861" y="6652"/>
                    <a:pt x="6056" y="6742"/>
                    <a:pt x="6257" y="6742"/>
                  </a:cubicBezTo>
                  <a:lnTo>
                    <a:pt x="6728" y="6742"/>
                  </a:lnTo>
                  <a:cubicBezTo>
                    <a:pt x="6985" y="6742"/>
                    <a:pt x="7193" y="6534"/>
                    <a:pt x="7193" y="6277"/>
                  </a:cubicBezTo>
                  <a:lnTo>
                    <a:pt x="7193" y="3718"/>
                  </a:lnTo>
                  <a:lnTo>
                    <a:pt x="4641" y="3718"/>
                  </a:lnTo>
                  <a:cubicBezTo>
                    <a:pt x="4384" y="3718"/>
                    <a:pt x="4176" y="3510"/>
                    <a:pt x="4176" y="3253"/>
                  </a:cubicBezTo>
                  <a:lnTo>
                    <a:pt x="4176" y="2782"/>
                  </a:lnTo>
                  <a:cubicBezTo>
                    <a:pt x="4176" y="2580"/>
                    <a:pt x="4266" y="2386"/>
                    <a:pt x="4419" y="2254"/>
                  </a:cubicBezTo>
                  <a:cubicBezTo>
                    <a:pt x="5334" y="1491"/>
                    <a:pt x="4786" y="0"/>
                    <a:pt x="3586" y="0"/>
                  </a:cubicBezTo>
                  <a:close/>
                </a:path>
              </a:pathLst>
            </a:custGeom>
            <a:solidFill>
              <a:srgbClr val="5F7D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0256" name="Google Shape;10256;p41"/>
          <p:cNvGrpSpPr/>
          <p:nvPr/>
        </p:nvGrpSpPr>
        <p:grpSpPr>
          <a:xfrm>
            <a:off x="8012645" y="2806477"/>
            <a:ext cx="319763" cy="284506"/>
            <a:chOff x="8012645" y="2806477"/>
            <a:chExt cx="319763" cy="284506"/>
          </a:xfrm>
        </p:grpSpPr>
        <p:sp>
          <p:nvSpPr>
            <p:cNvPr id="10257" name="Google Shape;10257;p41"/>
            <p:cNvSpPr/>
            <p:nvPr/>
          </p:nvSpPr>
          <p:spPr>
            <a:xfrm>
              <a:off x="8117446" y="3039252"/>
              <a:ext cx="87855" cy="51731"/>
            </a:xfrm>
            <a:custGeom>
              <a:rect b="b" l="l" r="r" t="t"/>
              <a:pathLst>
                <a:path extrusionOk="0" h="1969" w="3344">
                  <a:moveTo>
                    <a:pt x="2235" y="1"/>
                  </a:moveTo>
                  <a:cubicBezTo>
                    <a:pt x="2172" y="1"/>
                    <a:pt x="2108" y="31"/>
                    <a:pt x="2067" y="102"/>
                  </a:cubicBezTo>
                  <a:lnTo>
                    <a:pt x="1346" y="1566"/>
                  </a:lnTo>
                  <a:lnTo>
                    <a:pt x="271" y="1566"/>
                  </a:lnTo>
                  <a:cubicBezTo>
                    <a:pt x="0" y="1566"/>
                    <a:pt x="0" y="1968"/>
                    <a:pt x="271" y="1968"/>
                  </a:cubicBezTo>
                  <a:lnTo>
                    <a:pt x="3073" y="1968"/>
                  </a:lnTo>
                  <a:cubicBezTo>
                    <a:pt x="3343" y="1968"/>
                    <a:pt x="3343" y="1566"/>
                    <a:pt x="3073" y="1566"/>
                  </a:cubicBezTo>
                  <a:lnTo>
                    <a:pt x="1790" y="1566"/>
                  </a:lnTo>
                  <a:lnTo>
                    <a:pt x="2428" y="276"/>
                  </a:lnTo>
                  <a:cubicBezTo>
                    <a:pt x="2488" y="123"/>
                    <a:pt x="2362" y="1"/>
                    <a:pt x="2235" y="1"/>
                  </a:cubicBezTo>
                  <a:close/>
                </a:path>
              </a:pathLst>
            </a:custGeom>
            <a:solidFill>
              <a:srgbClr val="445D7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258" name="Google Shape;10258;p41"/>
            <p:cNvSpPr/>
            <p:nvPr/>
          </p:nvSpPr>
          <p:spPr>
            <a:xfrm>
              <a:off x="8138570" y="3039252"/>
              <a:ext cx="66732" cy="51731"/>
            </a:xfrm>
            <a:custGeom>
              <a:rect b="b" l="l" r="r" t="t"/>
              <a:pathLst>
                <a:path extrusionOk="0" h="1969" w="2540">
                  <a:moveTo>
                    <a:pt x="2231" y="1"/>
                  </a:moveTo>
                  <a:cubicBezTo>
                    <a:pt x="2169" y="1"/>
                    <a:pt x="2107" y="31"/>
                    <a:pt x="2068" y="102"/>
                  </a:cubicBezTo>
                  <a:lnTo>
                    <a:pt x="1346" y="1566"/>
                  </a:lnTo>
                  <a:lnTo>
                    <a:pt x="264" y="1566"/>
                  </a:lnTo>
                  <a:cubicBezTo>
                    <a:pt x="1" y="1566"/>
                    <a:pt x="1" y="1968"/>
                    <a:pt x="264" y="1968"/>
                  </a:cubicBezTo>
                  <a:lnTo>
                    <a:pt x="2269" y="1968"/>
                  </a:lnTo>
                  <a:cubicBezTo>
                    <a:pt x="2539" y="1968"/>
                    <a:pt x="2539" y="1566"/>
                    <a:pt x="2269" y="1566"/>
                  </a:cubicBezTo>
                  <a:lnTo>
                    <a:pt x="1790" y="1566"/>
                  </a:lnTo>
                  <a:lnTo>
                    <a:pt x="2421" y="276"/>
                  </a:lnTo>
                  <a:cubicBezTo>
                    <a:pt x="2482" y="123"/>
                    <a:pt x="2356" y="1"/>
                    <a:pt x="2231" y="1"/>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259" name="Google Shape;10259;p41"/>
            <p:cNvSpPr/>
            <p:nvPr/>
          </p:nvSpPr>
          <p:spPr>
            <a:xfrm>
              <a:off x="8012645" y="2884664"/>
              <a:ext cx="32841" cy="41747"/>
            </a:xfrm>
            <a:custGeom>
              <a:rect b="b" l="l" r="r" t="t"/>
              <a:pathLst>
                <a:path extrusionOk="0" h="1589" w="1250">
                  <a:moveTo>
                    <a:pt x="1249" y="0"/>
                  </a:moveTo>
                  <a:lnTo>
                    <a:pt x="181" y="451"/>
                  </a:lnTo>
                  <a:cubicBezTo>
                    <a:pt x="29" y="514"/>
                    <a:pt x="1" y="715"/>
                    <a:pt x="133" y="819"/>
                  </a:cubicBezTo>
                  <a:lnTo>
                    <a:pt x="1104" y="1589"/>
                  </a:lnTo>
                  <a:lnTo>
                    <a:pt x="1249" y="0"/>
                  </a:ln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260" name="Google Shape;10260;p41"/>
            <p:cNvSpPr/>
            <p:nvPr/>
          </p:nvSpPr>
          <p:spPr>
            <a:xfrm>
              <a:off x="8025598" y="2806477"/>
              <a:ext cx="306810" cy="247513"/>
            </a:xfrm>
            <a:custGeom>
              <a:rect b="b" l="l" r="r" t="t"/>
              <a:pathLst>
                <a:path extrusionOk="0" h="9421" w="11678">
                  <a:moveTo>
                    <a:pt x="4621" y="1"/>
                  </a:moveTo>
                  <a:cubicBezTo>
                    <a:pt x="4383" y="1"/>
                    <a:pt x="938" y="65"/>
                    <a:pt x="382" y="3809"/>
                  </a:cubicBezTo>
                  <a:cubicBezTo>
                    <a:pt x="0" y="7214"/>
                    <a:pt x="2761" y="9420"/>
                    <a:pt x="5972" y="9420"/>
                  </a:cubicBezTo>
                  <a:cubicBezTo>
                    <a:pt x="8573" y="9420"/>
                    <a:pt x="10828" y="7873"/>
                    <a:pt x="11625" y="5730"/>
                  </a:cubicBezTo>
                  <a:cubicBezTo>
                    <a:pt x="11677" y="5574"/>
                    <a:pt x="11560" y="5427"/>
                    <a:pt x="11416" y="5427"/>
                  </a:cubicBezTo>
                  <a:cubicBezTo>
                    <a:pt x="11387" y="5427"/>
                    <a:pt x="11357" y="5433"/>
                    <a:pt x="11327" y="5446"/>
                  </a:cubicBezTo>
                  <a:cubicBezTo>
                    <a:pt x="10896" y="5625"/>
                    <a:pt x="10433" y="5718"/>
                    <a:pt x="9967" y="5718"/>
                  </a:cubicBezTo>
                  <a:cubicBezTo>
                    <a:pt x="9856" y="5718"/>
                    <a:pt x="9745" y="5713"/>
                    <a:pt x="9635" y="5702"/>
                  </a:cubicBezTo>
                  <a:cubicBezTo>
                    <a:pt x="7984" y="5543"/>
                    <a:pt x="6805" y="3503"/>
                    <a:pt x="6090" y="2276"/>
                  </a:cubicBezTo>
                  <a:cubicBezTo>
                    <a:pt x="5619" y="1457"/>
                    <a:pt x="4980" y="951"/>
                    <a:pt x="4037" y="764"/>
                  </a:cubicBezTo>
                  <a:lnTo>
                    <a:pt x="4634" y="1"/>
                  </a:lnTo>
                  <a:cubicBezTo>
                    <a:pt x="4634" y="1"/>
                    <a:pt x="4629" y="1"/>
                    <a:pt x="4621" y="1"/>
                  </a:cubicBezTo>
                  <a:close/>
                </a:path>
              </a:pathLst>
            </a:custGeom>
            <a:solidFill>
              <a:srgbClr val="A5B7C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261" name="Google Shape;10261;p41"/>
            <p:cNvSpPr/>
            <p:nvPr/>
          </p:nvSpPr>
          <p:spPr>
            <a:xfrm>
              <a:off x="8025598" y="2806477"/>
              <a:ext cx="209576" cy="247671"/>
            </a:xfrm>
            <a:custGeom>
              <a:rect b="b" l="l" r="r" t="t"/>
              <a:pathLst>
                <a:path extrusionOk="0" h="9427" w="7977">
                  <a:moveTo>
                    <a:pt x="4623" y="1"/>
                  </a:moveTo>
                  <a:cubicBezTo>
                    <a:pt x="4407" y="1"/>
                    <a:pt x="939" y="59"/>
                    <a:pt x="382" y="3809"/>
                  </a:cubicBezTo>
                  <a:cubicBezTo>
                    <a:pt x="0" y="7221"/>
                    <a:pt x="2761" y="9427"/>
                    <a:pt x="5972" y="9427"/>
                  </a:cubicBezTo>
                  <a:cubicBezTo>
                    <a:pt x="6652" y="9427"/>
                    <a:pt x="7325" y="9316"/>
                    <a:pt x="7977" y="9108"/>
                  </a:cubicBezTo>
                  <a:lnTo>
                    <a:pt x="7977" y="9108"/>
                  </a:lnTo>
                  <a:cubicBezTo>
                    <a:pt x="7824" y="9115"/>
                    <a:pt x="7672" y="9122"/>
                    <a:pt x="7519" y="9122"/>
                  </a:cubicBezTo>
                  <a:cubicBezTo>
                    <a:pt x="4315" y="9122"/>
                    <a:pt x="1547" y="6916"/>
                    <a:pt x="1935" y="3510"/>
                  </a:cubicBezTo>
                  <a:cubicBezTo>
                    <a:pt x="2254" y="1339"/>
                    <a:pt x="3552" y="403"/>
                    <a:pt x="4634" y="1"/>
                  </a:cubicBezTo>
                  <a:cubicBezTo>
                    <a:pt x="4634" y="1"/>
                    <a:pt x="4630" y="1"/>
                    <a:pt x="4623" y="1"/>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262" name="Google Shape;10262;p41"/>
            <p:cNvSpPr/>
            <p:nvPr/>
          </p:nvSpPr>
          <p:spPr>
            <a:xfrm>
              <a:off x="8110274" y="2874865"/>
              <a:ext cx="179205" cy="111290"/>
            </a:xfrm>
            <a:custGeom>
              <a:rect b="b" l="l" r="r" t="t"/>
              <a:pathLst>
                <a:path extrusionOk="0" h="4236" w="6821">
                  <a:moveTo>
                    <a:pt x="2513" y="0"/>
                  </a:moveTo>
                  <a:cubicBezTo>
                    <a:pt x="2336" y="0"/>
                    <a:pt x="2157" y="43"/>
                    <a:pt x="1993" y="131"/>
                  </a:cubicBezTo>
                  <a:lnTo>
                    <a:pt x="1986" y="131"/>
                  </a:lnTo>
                  <a:cubicBezTo>
                    <a:pt x="0" y="1212"/>
                    <a:pt x="1031" y="4236"/>
                    <a:pt x="3479" y="4236"/>
                  </a:cubicBezTo>
                  <a:cubicBezTo>
                    <a:pt x="4374" y="4236"/>
                    <a:pt x="5458" y="3831"/>
                    <a:pt x="6654" y="2780"/>
                  </a:cubicBezTo>
                  <a:cubicBezTo>
                    <a:pt x="6821" y="2634"/>
                    <a:pt x="6717" y="2364"/>
                    <a:pt x="6502" y="2364"/>
                  </a:cubicBezTo>
                  <a:cubicBezTo>
                    <a:pt x="5780" y="2364"/>
                    <a:pt x="4629" y="2052"/>
                    <a:pt x="3401" y="443"/>
                  </a:cubicBezTo>
                  <a:cubicBezTo>
                    <a:pt x="3187" y="156"/>
                    <a:pt x="2853" y="0"/>
                    <a:pt x="2513" y="0"/>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263" name="Google Shape;10263;p41"/>
            <p:cNvSpPr/>
            <p:nvPr/>
          </p:nvSpPr>
          <p:spPr>
            <a:xfrm>
              <a:off x="8131397" y="2917084"/>
              <a:ext cx="158082" cy="69175"/>
            </a:xfrm>
            <a:custGeom>
              <a:rect b="b" l="l" r="r" t="t"/>
              <a:pathLst>
                <a:path extrusionOk="0" h="2633" w="6017">
                  <a:moveTo>
                    <a:pt x="149" y="1"/>
                  </a:moveTo>
                  <a:cubicBezTo>
                    <a:pt x="0" y="1236"/>
                    <a:pt x="1008" y="2632"/>
                    <a:pt x="2671" y="2632"/>
                  </a:cubicBezTo>
                  <a:cubicBezTo>
                    <a:pt x="3567" y="2632"/>
                    <a:pt x="4653" y="2227"/>
                    <a:pt x="5850" y="1173"/>
                  </a:cubicBezTo>
                  <a:cubicBezTo>
                    <a:pt x="6017" y="1027"/>
                    <a:pt x="5913" y="757"/>
                    <a:pt x="5691" y="757"/>
                  </a:cubicBezTo>
                  <a:cubicBezTo>
                    <a:pt x="5538" y="757"/>
                    <a:pt x="5386" y="743"/>
                    <a:pt x="5240" y="715"/>
                  </a:cubicBezTo>
                  <a:cubicBezTo>
                    <a:pt x="4532" y="1378"/>
                    <a:pt x="3303" y="1901"/>
                    <a:pt x="2228" y="1901"/>
                  </a:cubicBezTo>
                  <a:cubicBezTo>
                    <a:pt x="1166" y="1901"/>
                    <a:pt x="256" y="1390"/>
                    <a:pt x="149" y="1"/>
                  </a:cubicBez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264" name="Google Shape;10264;p41"/>
            <p:cNvSpPr/>
            <p:nvPr/>
          </p:nvSpPr>
          <p:spPr>
            <a:xfrm>
              <a:off x="8066399" y="2869715"/>
              <a:ext cx="31737" cy="36834"/>
            </a:xfrm>
            <a:custGeom>
              <a:rect b="b" l="l" r="r" t="t"/>
              <a:pathLst>
                <a:path extrusionOk="0" h="1402" w="1208">
                  <a:moveTo>
                    <a:pt x="604" y="1"/>
                  </a:moveTo>
                  <a:cubicBezTo>
                    <a:pt x="271" y="1"/>
                    <a:pt x="1" y="271"/>
                    <a:pt x="1" y="604"/>
                  </a:cubicBezTo>
                  <a:lnTo>
                    <a:pt x="1" y="798"/>
                  </a:lnTo>
                  <a:cubicBezTo>
                    <a:pt x="1" y="1131"/>
                    <a:pt x="271" y="1402"/>
                    <a:pt x="604" y="1402"/>
                  </a:cubicBezTo>
                  <a:cubicBezTo>
                    <a:pt x="937" y="1402"/>
                    <a:pt x="1208" y="1138"/>
                    <a:pt x="1208" y="805"/>
                  </a:cubicBezTo>
                  <a:lnTo>
                    <a:pt x="1208" y="604"/>
                  </a:lnTo>
                  <a:cubicBezTo>
                    <a:pt x="1208" y="271"/>
                    <a:pt x="937" y="1"/>
                    <a:pt x="604" y="1"/>
                  </a:cubicBezTo>
                  <a:close/>
                </a:path>
              </a:pathLst>
            </a:custGeom>
            <a:solidFill>
              <a:srgbClr val="667E9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265" name="Google Shape;10265;p41"/>
            <p:cNvSpPr/>
            <p:nvPr/>
          </p:nvSpPr>
          <p:spPr>
            <a:xfrm>
              <a:off x="8082268" y="2869715"/>
              <a:ext cx="15869" cy="26220"/>
            </a:xfrm>
            <a:custGeom>
              <a:rect b="b" l="l" r="r" t="t"/>
              <a:pathLst>
                <a:path extrusionOk="0" h="998" w="604">
                  <a:moveTo>
                    <a:pt x="13" y="0"/>
                  </a:moveTo>
                  <a:cubicBezTo>
                    <a:pt x="9" y="0"/>
                    <a:pt x="4" y="0"/>
                    <a:pt x="0" y="1"/>
                  </a:cubicBezTo>
                  <a:lnTo>
                    <a:pt x="0" y="701"/>
                  </a:lnTo>
                  <a:cubicBezTo>
                    <a:pt x="0" y="899"/>
                    <a:pt x="151" y="998"/>
                    <a:pt x="302" y="998"/>
                  </a:cubicBezTo>
                  <a:cubicBezTo>
                    <a:pt x="453" y="998"/>
                    <a:pt x="604" y="899"/>
                    <a:pt x="604" y="701"/>
                  </a:cubicBezTo>
                  <a:lnTo>
                    <a:pt x="604" y="604"/>
                  </a:lnTo>
                  <a:cubicBezTo>
                    <a:pt x="604" y="275"/>
                    <a:pt x="340" y="0"/>
                    <a:pt x="13" y="0"/>
                  </a:cubicBezTo>
                  <a:close/>
                </a:path>
              </a:pathLst>
            </a:custGeom>
            <a:solidFill>
              <a:srgbClr val="213B5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266" name="Google Shape;10266;p41"/>
            <p:cNvSpPr/>
            <p:nvPr/>
          </p:nvSpPr>
          <p:spPr>
            <a:xfrm>
              <a:off x="8076987" y="2874996"/>
              <a:ext cx="10588" cy="10430"/>
            </a:xfrm>
            <a:custGeom>
              <a:rect b="b" l="l" r="r" t="t"/>
              <a:pathLst>
                <a:path extrusionOk="0" h="397" w="403">
                  <a:moveTo>
                    <a:pt x="201" y="1"/>
                  </a:moveTo>
                  <a:cubicBezTo>
                    <a:pt x="90" y="1"/>
                    <a:pt x="0" y="91"/>
                    <a:pt x="0" y="202"/>
                  </a:cubicBezTo>
                  <a:cubicBezTo>
                    <a:pt x="0" y="306"/>
                    <a:pt x="90" y="396"/>
                    <a:pt x="201" y="396"/>
                  </a:cubicBezTo>
                  <a:cubicBezTo>
                    <a:pt x="312" y="396"/>
                    <a:pt x="403" y="306"/>
                    <a:pt x="403" y="202"/>
                  </a:cubicBezTo>
                  <a:cubicBezTo>
                    <a:pt x="403" y="91"/>
                    <a:pt x="312" y="1"/>
                    <a:pt x="201" y="1"/>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0267" name="Google Shape;10267;p41"/>
          <p:cNvGrpSpPr/>
          <p:nvPr/>
        </p:nvGrpSpPr>
        <p:grpSpPr>
          <a:xfrm>
            <a:off x="2454435" y="4162138"/>
            <a:ext cx="385339" cy="388071"/>
            <a:chOff x="2454435" y="4162138"/>
            <a:chExt cx="385339" cy="388071"/>
          </a:xfrm>
        </p:grpSpPr>
        <p:sp>
          <p:nvSpPr>
            <p:cNvPr id="10268" name="Google Shape;10268;p41"/>
            <p:cNvSpPr/>
            <p:nvPr/>
          </p:nvSpPr>
          <p:spPr>
            <a:xfrm>
              <a:off x="2568511" y="4162138"/>
              <a:ext cx="184144" cy="79973"/>
            </a:xfrm>
            <a:custGeom>
              <a:rect b="b" l="l" r="r" t="t"/>
              <a:pathLst>
                <a:path extrusionOk="0" h="3044" w="7009">
                  <a:moveTo>
                    <a:pt x="6770" y="1"/>
                  </a:moveTo>
                  <a:cubicBezTo>
                    <a:pt x="6757" y="1"/>
                    <a:pt x="6743" y="3"/>
                    <a:pt x="6728" y="6"/>
                  </a:cubicBezTo>
                  <a:cubicBezTo>
                    <a:pt x="5459" y="186"/>
                    <a:pt x="2359" y="783"/>
                    <a:pt x="0" y="2586"/>
                  </a:cubicBezTo>
                  <a:lnTo>
                    <a:pt x="5064" y="3044"/>
                  </a:lnTo>
                  <a:cubicBezTo>
                    <a:pt x="5355" y="1858"/>
                    <a:pt x="6305" y="838"/>
                    <a:pt x="6874" y="311"/>
                  </a:cubicBezTo>
                  <a:cubicBezTo>
                    <a:pt x="7008" y="209"/>
                    <a:pt x="6925" y="1"/>
                    <a:pt x="6770" y="1"/>
                  </a:cubicBezTo>
                  <a:close/>
                </a:path>
              </a:pathLst>
            </a:custGeom>
            <a:solidFill>
              <a:srgbClr val="7D92A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269" name="Google Shape;10269;p41"/>
            <p:cNvSpPr/>
            <p:nvPr/>
          </p:nvSpPr>
          <p:spPr>
            <a:xfrm>
              <a:off x="2568511" y="4470236"/>
              <a:ext cx="184144" cy="79973"/>
            </a:xfrm>
            <a:custGeom>
              <a:rect b="b" l="l" r="r" t="t"/>
              <a:pathLst>
                <a:path extrusionOk="0" h="3044" w="7009">
                  <a:moveTo>
                    <a:pt x="5064" y="1"/>
                  </a:moveTo>
                  <a:lnTo>
                    <a:pt x="0" y="466"/>
                  </a:lnTo>
                  <a:cubicBezTo>
                    <a:pt x="2359" y="2269"/>
                    <a:pt x="5459" y="2866"/>
                    <a:pt x="6728" y="3039"/>
                  </a:cubicBezTo>
                  <a:cubicBezTo>
                    <a:pt x="6743" y="3042"/>
                    <a:pt x="6757" y="3044"/>
                    <a:pt x="6770" y="3044"/>
                  </a:cubicBezTo>
                  <a:cubicBezTo>
                    <a:pt x="6925" y="3044"/>
                    <a:pt x="7008" y="2836"/>
                    <a:pt x="6874" y="2734"/>
                  </a:cubicBezTo>
                  <a:cubicBezTo>
                    <a:pt x="6305" y="2207"/>
                    <a:pt x="5355" y="1187"/>
                    <a:pt x="5064" y="1"/>
                  </a:cubicBezTo>
                  <a:close/>
                </a:path>
              </a:pathLst>
            </a:custGeom>
            <a:solidFill>
              <a:srgbClr val="7D92A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270" name="Google Shape;10270;p41"/>
            <p:cNvSpPr/>
            <p:nvPr/>
          </p:nvSpPr>
          <p:spPr>
            <a:xfrm>
              <a:off x="2454435" y="4217310"/>
              <a:ext cx="385339" cy="277753"/>
            </a:xfrm>
            <a:custGeom>
              <a:rect b="b" l="l" r="r" t="t"/>
              <a:pathLst>
                <a:path extrusionOk="0" h="10572" w="14667">
                  <a:moveTo>
                    <a:pt x="6812" y="1"/>
                  </a:moveTo>
                  <a:cubicBezTo>
                    <a:pt x="2650" y="1"/>
                    <a:pt x="1811" y="2893"/>
                    <a:pt x="160" y="4960"/>
                  </a:cubicBezTo>
                  <a:cubicBezTo>
                    <a:pt x="0" y="5147"/>
                    <a:pt x="0" y="5425"/>
                    <a:pt x="160" y="5619"/>
                  </a:cubicBezTo>
                  <a:cubicBezTo>
                    <a:pt x="1811" y="7679"/>
                    <a:pt x="2650" y="10571"/>
                    <a:pt x="6812" y="10571"/>
                  </a:cubicBezTo>
                  <a:cubicBezTo>
                    <a:pt x="6817" y="10571"/>
                    <a:pt x="6822" y="10571"/>
                    <a:pt x="6827" y="10571"/>
                  </a:cubicBezTo>
                  <a:cubicBezTo>
                    <a:pt x="9172" y="10571"/>
                    <a:pt x="11231" y="9033"/>
                    <a:pt x="11910" y="6798"/>
                  </a:cubicBezTo>
                  <a:cubicBezTo>
                    <a:pt x="11973" y="6591"/>
                    <a:pt x="12167" y="6461"/>
                    <a:pt x="12369" y="6461"/>
                  </a:cubicBezTo>
                  <a:cubicBezTo>
                    <a:pt x="12431" y="6461"/>
                    <a:pt x="12494" y="6474"/>
                    <a:pt x="12555" y="6500"/>
                  </a:cubicBezTo>
                  <a:lnTo>
                    <a:pt x="14303" y="7249"/>
                  </a:lnTo>
                  <a:cubicBezTo>
                    <a:pt x="14332" y="7262"/>
                    <a:pt x="14363" y="7267"/>
                    <a:pt x="14392" y="7267"/>
                  </a:cubicBezTo>
                  <a:cubicBezTo>
                    <a:pt x="14540" y="7267"/>
                    <a:pt x="14667" y="7121"/>
                    <a:pt x="14615" y="6964"/>
                  </a:cubicBezTo>
                  <a:lnTo>
                    <a:pt x="14178" y="5667"/>
                  </a:lnTo>
                  <a:cubicBezTo>
                    <a:pt x="14095" y="5425"/>
                    <a:pt x="14095" y="5154"/>
                    <a:pt x="14178" y="4911"/>
                  </a:cubicBezTo>
                  <a:lnTo>
                    <a:pt x="14615" y="3614"/>
                  </a:lnTo>
                  <a:cubicBezTo>
                    <a:pt x="14666" y="3459"/>
                    <a:pt x="14542" y="3309"/>
                    <a:pt x="14396" y="3309"/>
                  </a:cubicBezTo>
                  <a:cubicBezTo>
                    <a:pt x="14365" y="3309"/>
                    <a:pt x="14334" y="3316"/>
                    <a:pt x="14303" y="3330"/>
                  </a:cubicBezTo>
                  <a:lnTo>
                    <a:pt x="12555" y="4079"/>
                  </a:lnTo>
                  <a:cubicBezTo>
                    <a:pt x="12494" y="4105"/>
                    <a:pt x="12432" y="4117"/>
                    <a:pt x="12370" y="4117"/>
                  </a:cubicBezTo>
                  <a:cubicBezTo>
                    <a:pt x="12169" y="4117"/>
                    <a:pt x="11979" y="3988"/>
                    <a:pt x="11910" y="3781"/>
                  </a:cubicBezTo>
                  <a:cubicBezTo>
                    <a:pt x="11237" y="1533"/>
                    <a:pt x="9163" y="1"/>
                    <a:pt x="6812" y="1"/>
                  </a:cubicBezTo>
                  <a:close/>
                </a:path>
              </a:pathLst>
            </a:custGeom>
            <a:solidFill>
              <a:srgbClr val="BCC7D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271" name="Google Shape;10271;p41"/>
            <p:cNvSpPr/>
            <p:nvPr/>
          </p:nvSpPr>
          <p:spPr>
            <a:xfrm>
              <a:off x="2454435" y="4251386"/>
              <a:ext cx="250403" cy="243677"/>
            </a:xfrm>
            <a:custGeom>
              <a:rect b="b" l="l" r="r" t="t"/>
              <a:pathLst>
                <a:path extrusionOk="0" h="9275" w="9531">
                  <a:moveTo>
                    <a:pt x="2976" y="1"/>
                  </a:moveTo>
                  <a:lnTo>
                    <a:pt x="2976" y="1"/>
                  </a:lnTo>
                  <a:cubicBezTo>
                    <a:pt x="1783" y="1027"/>
                    <a:pt x="1103" y="2477"/>
                    <a:pt x="160" y="3663"/>
                  </a:cubicBezTo>
                  <a:cubicBezTo>
                    <a:pt x="0" y="3850"/>
                    <a:pt x="0" y="4128"/>
                    <a:pt x="160" y="4322"/>
                  </a:cubicBezTo>
                  <a:cubicBezTo>
                    <a:pt x="1811" y="6382"/>
                    <a:pt x="2650" y="9274"/>
                    <a:pt x="6812" y="9274"/>
                  </a:cubicBezTo>
                  <a:cubicBezTo>
                    <a:pt x="7769" y="9274"/>
                    <a:pt x="8705" y="9018"/>
                    <a:pt x="9530" y="8532"/>
                  </a:cubicBezTo>
                  <a:cubicBezTo>
                    <a:pt x="5723" y="7880"/>
                    <a:pt x="2941" y="4579"/>
                    <a:pt x="2941" y="715"/>
                  </a:cubicBezTo>
                  <a:cubicBezTo>
                    <a:pt x="2941" y="479"/>
                    <a:pt x="2955" y="236"/>
                    <a:pt x="2976" y="1"/>
                  </a:cubicBezTo>
                  <a:close/>
                </a:path>
              </a:pathLst>
            </a:custGeom>
            <a:solidFill>
              <a:srgbClr val="A4B2C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272" name="Google Shape;10272;p41"/>
            <p:cNvSpPr/>
            <p:nvPr/>
          </p:nvSpPr>
          <p:spPr>
            <a:xfrm>
              <a:off x="2495420" y="4331018"/>
              <a:ext cx="31553" cy="31553"/>
            </a:xfrm>
            <a:custGeom>
              <a:rect b="b" l="l" r="r" t="t"/>
              <a:pathLst>
                <a:path extrusionOk="0" h="1201" w="1201">
                  <a:moveTo>
                    <a:pt x="597" y="1"/>
                  </a:moveTo>
                  <a:cubicBezTo>
                    <a:pt x="271" y="1"/>
                    <a:pt x="1" y="271"/>
                    <a:pt x="1" y="597"/>
                  </a:cubicBezTo>
                  <a:cubicBezTo>
                    <a:pt x="1" y="930"/>
                    <a:pt x="271" y="1201"/>
                    <a:pt x="597" y="1201"/>
                  </a:cubicBezTo>
                  <a:cubicBezTo>
                    <a:pt x="930" y="1201"/>
                    <a:pt x="1201" y="930"/>
                    <a:pt x="1201" y="597"/>
                  </a:cubicBezTo>
                  <a:cubicBezTo>
                    <a:pt x="1201" y="271"/>
                    <a:pt x="930" y="1"/>
                    <a:pt x="597" y="1"/>
                  </a:cubicBezTo>
                  <a:close/>
                </a:path>
              </a:pathLst>
            </a:custGeom>
            <a:solidFill>
              <a:srgbClr val="4B637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273" name="Google Shape;10273;p41"/>
            <p:cNvSpPr/>
            <p:nvPr/>
          </p:nvSpPr>
          <p:spPr>
            <a:xfrm>
              <a:off x="2508005" y="4337218"/>
              <a:ext cx="12768" cy="12795"/>
            </a:xfrm>
            <a:custGeom>
              <a:rect b="b" l="l" r="r" t="t"/>
              <a:pathLst>
                <a:path extrusionOk="0" h="487" w="486">
                  <a:moveTo>
                    <a:pt x="243" y="1"/>
                  </a:moveTo>
                  <a:cubicBezTo>
                    <a:pt x="111" y="1"/>
                    <a:pt x="0" y="112"/>
                    <a:pt x="0" y="243"/>
                  </a:cubicBezTo>
                  <a:cubicBezTo>
                    <a:pt x="0" y="375"/>
                    <a:pt x="111" y="486"/>
                    <a:pt x="243" y="486"/>
                  </a:cubicBezTo>
                  <a:cubicBezTo>
                    <a:pt x="375" y="486"/>
                    <a:pt x="486" y="375"/>
                    <a:pt x="486" y="243"/>
                  </a:cubicBezTo>
                  <a:cubicBezTo>
                    <a:pt x="486" y="112"/>
                    <a:pt x="375" y="1"/>
                    <a:pt x="243" y="1"/>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274" name="Google Shape;10274;p41"/>
            <p:cNvSpPr/>
            <p:nvPr/>
          </p:nvSpPr>
          <p:spPr>
            <a:xfrm>
              <a:off x="2545181" y="4220227"/>
              <a:ext cx="53780" cy="271920"/>
            </a:xfrm>
            <a:custGeom>
              <a:rect b="b" l="l" r="r" t="t"/>
              <a:pathLst>
                <a:path extrusionOk="0" h="10350" w="2047">
                  <a:moveTo>
                    <a:pt x="2047" y="1"/>
                  </a:moveTo>
                  <a:lnTo>
                    <a:pt x="2047" y="1"/>
                  </a:lnTo>
                  <a:cubicBezTo>
                    <a:pt x="1630" y="77"/>
                    <a:pt x="1221" y="195"/>
                    <a:pt x="833" y="361"/>
                  </a:cubicBezTo>
                  <a:cubicBezTo>
                    <a:pt x="313" y="1721"/>
                    <a:pt x="0" y="3378"/>
                    <a:pt x="0" y="5175"/>
                  </a:cubicBezTo>
                  <a:cubicBezTo>
                    <a:pt x="0" y="6971"/>
                    <a:pt x="313" y="8636"/>
                    <a:pt x="833" y="9996"/>
                  </a:cubicBezTo>
                  <a:cubicBezTo>
                    <a:pt x="1228" y="10162"/>
                    <a:pt x="1630" y="10280"/>
                    <a:pt x="2047" y="10349"/>
                  </a:cubicBezTo>
                  <a:cubicBezTo>
                    <a:pt x="1707" y="8893"/>
                    <a:pt x="1506" y="7110"/>
                    <a:pt x="1506" y="5175"/>
                  </a:cubicBezTo>
                  <a:cubicBezTo>
                    <a:pt x="1506" y="3247"/>
                    <a:pt x="1707" y="1464"/>
                    <a:pt x="2047" y="1"/>
                  </a:cubicBezTo>
                  <a:close/>
                </a:path>
              </a:pathLst>
            </a:custGeom>
            <a:solidFill>
              <a:srgbClr val="162F4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275" name="Google Shape;10275;p41"/>
            <p:cNvSpPr/>
            <p:nvPr/>
          </p:nvSpPr>
          <p:spPr>
            <a:xfrm>
              <a:off x="2545181" y="4344680"/>
              <a:ext cx="53780" cy="147468"/>
            </a:xfrm>
            <a:custGeom>
              <a:rect b="b" l="l" r="r" t="t"/>
              <a:pathLst>
                <a:path extrusionOk="0" h="5613" w="2047">
                  <a:moveTo>
                    <a:pt x="7" y="1"/>
                  </a:moveTo>
                  <a:cubicBezTo>
                    <a:pt x="7" y="147"/>
                    <a:pt x="0" y="292"/>
                    <a:pt x="0" y="438"/>
                  </a:cubicBezTo>
                  <a:cubicBezTo>
                    <a:pt x="0" y="2234"/>
                    <a:pt x="313" y="3892"/>
                    <a:pt x="833" y="5259"/>
                  </a:cubicBezTo>
                  <a:cubicBezTo>
                    <a:pt x="1221" y="5418"/>
                    <a:pt x="1630" y="5543"/>
                    <a:pt x="2047" y="5612"/>
                  </a:cubicBezTo>
                  <a:cubicBezTo>
                    <a:pt x="1818" y="4600"/>
                    <a:pt x="1658" y="3573"/>
                    <a:pt x="1582" y="2533"/>
                  </a:cubicBezTo>
                  <a:cubicBezTo>
                    <a:pt x="902" y="1797"/>
                    <a:pt x="368" y="937"/>
                    <a:pt x="7" y="1"/>
                  </a:cubicBezTo>
                  <a:close/>
                </a:path>
              </a:pathLst>
            </a:custGeom>
            <a:solidFill>
              <a:srgbClr val="3F546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276" name="Google Shape;10276;p41"/>
            <p:cNvSpPr/>
            <p:nvPr/>
          </p:nvSpPr>
          <p:spPr>
            <a:xfrm>
              <a:off x="2623184" y="4217678"/>
              <a:ext cx="49944" cy="277201"/>
            </a:xfrm>
            <a:custGeom>
              <a:rect b="b" l="l" r="r" t="t"/>
              <a:pathLst>
                <a:path extrusionOk="0" h="10551" w="1901">
                  <a:moveTo>
                    <a:pt x="617" y="0"/>
                  </a:moveTo>
                  <a:cubicBezTo>
                    <a:pt x="236" y="1436"/>
                    <a:pt x="0" y="3267"/>
                    <a:pt x="0" y="5272"/>
                  </a:cubicBezTo>
                  <a:cubicBezTo>
                    <a:pt x="0" y="7283"/>
                    <a:pt x="229" y="9115"/>
                    <a:pt x="617" y="10550"/>
                  </a:cubicBezTo>
                  <a:cubicBezTo>
                    <a:pt x="1047" y="10530"/>
                    <a:pt x="1484" y="10460"/>
                    <a:pt x="1901" y="10335"/>
                  </a:cubicBezTo>
                  <a:cubicBezTo>
                    <a:pt x="1588" y="8948"/>
                    <a:pt x="1401" y="7193"/>
                    <a:pt x="1401" y="5272"/>
                  </a:cubicBezTo>
                  <a:cubicBezTo>
                    <a:pt x="1401" y="3351"/>
                    <a:pt x="1588" y="1589"/>
                    <a:pt x="1901" y="209"/>
                  </a:cubicBezTo>
                  <a:cubicBezTo>
                    <a:pt x="1484" y="84"/>
                    <a:pt x="1047" y="14"/>
                    <a:pt x="617" y="0"/>
                  </a:cubicBezTo>
                  <a:close/>
                </a:path>
              </a:pathLst>
            </a:custGeom>
            <a:solidFill>
              <a:srgbClr val="162F4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277" name="Google Shape;10277;p41"/>
            <p:cNvSpPr/>
            <p:nvPr/>
          </p:nvSpPr>
          <p:spPr>
            <a:xfrm>
              <a:off x="2629542" y="4446748"/>
              <a:ext cx="43586" cy="48131"/>
            </a:xfrm>
            <a:custGeom>
              <a:rect b="b" l="l" r="r" t="t"/>
              <a:pathLst>
                <a:path extrusionOk="0" h="1832" w="1659">
                  <a:moveTo>
                    <a:pt x="1" y="0"/>
                  </a:moveTo>
                  <a:cubicBezTo>
                    <a:pt x="91" y="618"/>
                    <a:pt x="216" y="1228"/>
                    <a:pt x="375" y="1831"/>
                  </a:cubicBezTo>
                  <a:cubicBezTo>
                    <a:pt x="805" y="1811"/>
                    <a:pt x="1242" y="1741"/>
                    <a:pt x="1659" y="1616"/>
                  </a:cubicBezTo>
                  <a:cubicBezTo>
                    <a:pt x="1596" y="1339"/>
                    <a:pt x="1541" y="1034"/>
                    <a:pt x="1485" y="729"/>
                  </a:cubicBezTo>
                  <a:cubicBezTo>
                    <a:pt x="965" y="534"/>
                    <a:pt x="466" y="292"/>
                    <a:pt x="1" y="0"/>
                  </a:cubicBezTo>
                  <a:close/>
                </a:path>
              </a:pathLst>
            </a:custGeom>
            <a:solidFill>
              <a:srgbClr val="3F546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278" name="Google Shape;10278;p41"/>
            <p:cNvSpPr/>
            <p:nvPr/>
          </p:nvSpPr>
          <p:spPr>
            <a:xfrm>
              <a:off x="2694960" y="4243925"/>
              <a:ext cx="48867" cy="224709"/>
            </a:xfrm>
            <a:custGeom>
              <a:rect b="b" l="l" r="r" t="t"/>
              <a:pathLst>
                <a:path extrusionOk="0" h="8553" w="1860">
                  <a:moveTo>
                    <a:pt x="778" y="0"/>
                  </a:moveTo>
                  <a:cubicBezTo>
                    <a:pt x="1" y="2796"/>
                    <a:pt x="1" y="5750"/>
                    <a:pt x="778" y="8553"/>
                  </a:cubicBezTo>
                  <a:cubicBezTo>
                    <a:pt x="1187" y="8254"/>
                    <a:pt x="1548" y="7901"/>
                    <a:pt x="1860" y="7505"/>
                  </a:cubicBezTo>
                  <a:cubicBezTo>
                    <a:pt x="1353" y="5383"/>
                    <a:pt x="1353" y="3170"/>
                    <a:pt x="1860" y="1041"/>
                  </a:cubicBezTo>
                  <a:cubicBezTo>
                    <a:pt x="1548" y="645"/>
                    <a:pt x="1187" y="299"/>
                    <a:pt x="778" y="0"/>
                  </a:cubicBezTo>
                  <a:close/>
                </a:path>
              </a:pathLst>
            </a:custGeom>
            <a:solidFill>
              <a:srgbClr val="162F4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0279" name="Google Shape;10279;p41"/>
          <p:cNvGrpSpPr/>
          <p:nvPr/>
        </p:nvGrpSpPr>
        <p:grpSpPr>
          <a:xfrm>
            <a:off x="3601939" y="4161192"/>
            <a:ext cx="275179" cy="388912"/>
            <a:chOff x="3601939" y="4161192"/>
            <a:chExt cx="275179" cy="388912"/>
          </a:xfrm>
        </p:grpSpPr>
        <p:sp>
          <p:nvSpPr>
            <p:cNvPr id="10280" name="Google Shape;10280;p41"/>
            <p:cNvSpPr/>
            <p:nvPr/>
          </p:nvSpPr>
          <p:spPr>
            <a:xfrm>
              <a:off x="3601939" y="4161192"/>
              <a:ext cx="195546" cy="388912"/>
            </a:xfrm>
            <a:custGeom>
              <a:rect b="b" l="l" r="r" t="t"/>
              <a:pathLst>
                <a:path extrusionOk="0" h="14803" w="7443">
                  <a:moveTo>
                    <a:pt x="3725" y="0"/>
                  </a:moveTo>
                  <a:cubicBezTo>
                    <a:pt x="2608" y="0"/>
                    <a:pt x="1714" y="916"/>
                    <a:pt x="1734" y="2033"/>
                  </a:cubicBezTo>
                  <a:lnTo>
                    <a:pt x="1734" y="8580"/>
                  </a:lnTo>
                  <a:cubicBezTo>
                    <a:pt x="521" y="9440"/>
                    <a:pt x="0" y="10994"/>
                    <a:pt x="458" y="12416"/>
                  </a:cubicBezTo>
                  <a:cubicBezTo>
                    <a:pt x="909" y="13838"/>
                    <a:pt x="2227" y="14802"/>
                    <a:pt x="3725" y="14802"/>
                  </a:cubicBezTo>
                  <a:cubicBezTo>
                    <a:pt x="5216" y="14802"/>
                    <a:pt x="6534" y="13838"/>
                    <a:pt x="6992" y="12416"/>
                  </a:cubicBezTo>
                  <a:cubicBezTo>
                    <a:pt x="7443" y="10994"/>
                    <a:pt x="6930" y="9440"/>
                    <a:pt x="5709" y="8580"/>
                  </a:cubicBezTo>
                  <a:lnTo>
                    <a:pt x="5709" y="2033"/>
                  </a:lnTo>
                  <a:cubicBezTo>
                    <a:pt x="5737" y="916"/>
                    <a:pt x="4835" y="0"/>
                    <a:pt x="3725" y="0"/>
                  </a:cubicBezTo>
                  <a:close/>
                </a:path>
              </a:pathLst>
            </a:custGeom>
            <a:solidFill>
              <a:srgbClr val="C9CFD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281" name="Google Shape;10281;p41"/>
            <p:cNvSpPr/>
            <p:nvPr/>
          </p:nvSpPr>
          <p:spPr>
            <a:xfrm>
              <a:off x="3630182" y="4193980"/>
              <a:ext cx="128131" cy="324597"/>
            </a:xfrm>
            <a:custGeom>
              <a:rect b="b" l="l" r="r" t="t"/>
              <a:pathLst>
                <a:path extrusionOk="0" h="12355" w="4877">
                  <a:moveTo>
                    <a:pt x="2650" y="1"/>
                  </a:moveTo>
                  <a:cubicBezTo>
                    <a:pt x="2213" y="1"/>
                    <a:pt x="1866" y="348"/>
                    <a:pt x="1866" y="785"/>
                  </a:cubicBezTo>
                  <a:lnTo>
                    <a:pt x="1866" y="7950"/>
                  </a:lnTo>
                  <a:lnTo>
                    <a:pt x="1360" y="8310"/>
                  </a:lnTo>
                  <a:cubicBezTo>
                    <a:pt x="0" y="9274"/>
                    <a:pt x="146" y="11341"/>
                    <a:pt x="1624" y="12104"/>
                  </a:cubicBezTo>
                  <a:cubicBezTo>
                    <a:pt x="1957" y="12276"/>
                    <a:pt x="2305" y="12354"/>
                    <a:pt x="2643" y="12354"/>
                  </a:cubicBezTo>
                  <a:cubicBezTo>
                    <a:pt x="3811" y="12354"/>
                    <a:pt x="4871" y="11418"/>
                    <a:pt x="4877" y="10128"/>
                  </a:cubicBezTo>
                  <a:cubicBezTo>
                    <a:pt x="4870" y="9406"/>
                    <a:pt x="4523" y="8733"/>
                    <a:pt x="3933" y="8310"/>
                  </a:cubicBezTo>
                  <a:lnTo>
                    <a:pt x="3434" y="7950"/>
                  </a:lnTo>
                  <a:lnTo>
                    <a:pt x="3434" y="785"/>
                  </a:lnTo>
                  <a:cubicBezTo>
                    <a:pt x="3434" y="348"/>
                    <a:pt x="3080" y="1"/>
                    <a:pt x="2650" y="1"/>
                  </a:cubicBezTo>
                  <a:close/>
                </a:path>
              </a:pathLst>
            </a:custGeom>
            <a:solidFill>
              <a:srgbClr val="A5B1B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282" name="Google Shape;10282;p41"/>
            <p:cNvSpPr/>
            <p:nvPr/>
          </p:nvSpPr>
          <p:spPr>
            <a:xfrm>
              <a:off x="3636383" y="4193980"/>
              <a:ext cx="63448" cy="324597"/>
            </a:xfrm>
            <a:custGeom>
              <a:rect b="b" l="l" r="r" t="t"/>
              <a:pathLst>
                <a:path extrusionOk="0" h="12355" w="2415">
                  <a:moveTo>
                    <a:pt x="2407" y="1"/>
                  </a:moveTo>
                  <a:cubicBezTo>
                    <a:pt x="1977" y="1"/>
                    <a:pt x="1630" y="354"/>
                    <a:pt x="1630" y="785"/>
                  </a:cubicBezTo>
                  <a:lnTo>
                    <a:pt x="1630" y="7950"/>
                  </a:lnTo>
                  <a:lnTo>
                    <a:pt x="1124" y="8310"/>
                  </a:lnTo>
                  <a:cubicBezTo>
                    <a:pt x="333" y="8872"/>
                    <a:pt x="0" y="9878"/>
                    <a:pt x="292" y="10800"/>
                  </a:cubicBezTo>
                  <a:cubicBezTo>
                    <a:pt x="590" y="11723"/>
                    <a:pt x="1443" y="12354"/>
                    <a:pt x="2414" y="12354"/>
                  </a:cubicBezTo>
                  <a:cubicBezTo>
                    <a:pt x="1714" y="12354"/>
                    <a:pt x="1145" y="11355"/>
                    <a:pt x="1138" y="10128"/>
                  </a:cubicBezTo>
                  <a:cubicBezTo>
                    <a:pt x="1138" y="9295"/>
                    <a:pt x="1492" y="8504"/>
                    <a:pt x="2116" y="7950"/>
                  </a:cubicBezTo>
                  <a:lnTo>
                    <a:pt x="2116" y="785"/>
                  </a:lnTo>
                  <a:cubicBezTo>
                    <a:pt x="2116" y="354"/>
                    <a:pt x="2164" y="1"/>
                    <a:pt x="2407" y="1"/>
                  </a:cubicBezTo>
                  <a:close/>
                </a:path>
              </a:pathLst>
            </a:custGeom>
            <a:solidFill>
              <a:srgbClr val="7084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283" name="Google Shape;10283;p41"/>
            <p:cNvSpPr/>
            <p:nvPr/>
          </p:nvSpPr>
          <p:spPr>
            <a:xfrm>
              <a:off x="3679207" y="4193980"/>
              <a:ext cx="41195" cy="89326"/>
            </a:xfrm>
            <a:custGeom>
              <a:rect b="b" l="l" r="r" t="t"/>
              <a:pathLst>
                <a:path extrusionOk="0" h="3400" w="1568">
                  <a:moveTo>
                    <a:pt x="784" y="1"/>
                  </a:moveTo>
                  <a:cubicBezTo>
                    <a:pt x="347" y="1"/>
                    <a:pt x="0" y="348"/>
                    <a:pt x="0" y="785"/>
                  </a:cubicBezTo>
                  <a:lnTo>
                    <a:pt x="0" y="3399"/>
                  </a:lnTo>
                  <a:lnTo>
                    <a:pt x="1568" y="3399"/>
                  </a:lnTo>
                  <a:lnTo>
                    <a:pt x="1568" y="785"/>
                  </a:lnTo>
                  <a:cubicBezTo>
                    <a:pt x="1568" y="348"/>
                    <a:pt x="1214" y="1"/>
                    <a:pt x="784" y="1"/>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284" name="Google Shape;10284;p41"/>
            <p:cNvSpPr/>
            <p:nvPr/>
          </p:nvSpPr>
          <p:spPr>
            <a:xfrm>
              <a:off x="3679207" y="4368010"/>
              <a:ext cx="41195" cy="11875"/>
            </a:xfrm>
            <a:custGeom>
              <a:rect b="b" l="l" r="r" t="t"/>
              <a:pathLst>
                <a:path extrusionOk="0" h="452" w="1568">
                  <a:moveTo>
                    <a:pt x="0" y="1"/>
                  </a:moveTo>
                  <a:lnTo>
                    <a:pt x="0" y="452"/>
                  </a:lnTo>
                  <a:lnTo>
                    <a:pt x="1568" y="452"/>
                  </a:lnTo>
                  <a:lnTo>
                    <a:pt x="1568" y="1"/>
                  </a:lnTo>
                  <a:close/>
                </a:path>
              </a:pathLst>
            </a:custGeom>
            <a:solidFill>
              <a:srgbClr val="7383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285" name="Google Shape;10285;p41"/>
            <p:cNvSpPr/>
            <p:nvPr/>
          </p:nvSpPr>
          <p:spPr>
            <a:xfrm>
              <a:off x="3679207" y="4322637"/>
              <a:ext cx="41195" cy="12059"/>
            </a:xfrm>
            <a:custGeom>
              <a:rect b="b" l="l" r="r" t="t"/>
              <a:pathLst>
                <a:path extrusionOk="0" h="459" w="1568">
                  <a:moveTo>
                    <a:pt x="0" y="1"/>
                  </a:moveTo>
                  <a:lnTo>
                    <a:pt x="0" y="458"/>
                  </a:lnTo>
                  <a:lnTo>
                    <a:pt x="1568" y="458"/>
                  </a:lnTo>
                  <a:lnTo>
                    <a:pt x="1568" y="1"/>
                  </a:lnTo>
                  <a:close/>
                </a:path>
              </a:pathLst>
            </a:custGeom>
            <a:solidFill>
              <a:srgbClr val="7383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286" name="Google Shape;10286;p41"/>
            <p:cNvSpPr/>
            <p:nvPr/>
          </p:nvSpPr>
          <p:spPr>
            <a:xfrm>
              <a:off x="3679207" y="4277448"/>
              <a:ext cx="41195" cy="11875"/>
            </a:xfrm>
            <a:custGeom>
              <a:rect b="b" l="l" r="r" t="t"/>
              <a:pathLst>
                <a:path extrusionOk="0" h="452" w="1568">
                  <a:moveTo>
                    <a:pt x="0" y="1"/>
                  </a:moveTo>
                  <a:lnTo>
                    <a:pt x="0" y="451"/>
                  </a:lnTo>
                  <a:lnTo>
                    <a:pt x="1568" y="451"/>
                  </a:lnTo>
                  <a:lnTo>
                    <a:pt x="1568" y="1"/>
                  </a:lnTo>
                  <a:close/>
                </a:path>
              </a:pathLst>
            </a:custGeom>
            <a:solidFill>
              <a:srgbClr val="7383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287" name="Google Shape;10287;p41"/>
            <p:cNvSpPr/>
            <p:nvPr/>
          </p:nvSpPr>
          <p:spPr>
            <a:xfrm>
              <a:off x="3679207" y="4232076"/>
              <a:ext cx="41195" cy="11875"/>
            </a:xfrm>
            <a:custGeom>
              <a:rect b="b" l="l" r="r" t="t"/>
              <a:pathLst>
                <a:path extrusionOk="0" h="452" w="1568">
                  <a:moveTo>
                    <a:pt x="0" y="0"/>
                  </a:moveTo>
                  <a:lnTo>
                    <a:pt x="0" y="451"/>
                  </a:lnTo>
                  <a:lnTo>
                    <a:pt x="1568" y="451"/>
                  </a:lnTo>
                  <a:lnTo>
                    <a:pt x="1568" y="0"/>
                  </a:lnTo>
                  <a:close/>
                </a:path>
              </a:pathLst>
            </a:custGeom>
            <a:solidFill>
              <a:srgbClr val="7383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288" name="Google Shape;10288;p41"/>
            <p:cNvSpPr/>
            <p:nvPr/>
          </p:nvSpPr>
          <p:spPr>
            <a:xfrm>
              <a:off x="3811489" y="4211846"/>
              <a:ext cx="65629" cy="111921"/>
            </a:xfrm>
            <a:custGeom>
              <a:rect b="b" l="l" r="r" t="t"/>
              <a:pathLst>
                <a:path extrusionOk="0" h="4260" w="2498">
                  <a:moveTo>
                    <a:pt x="1243" y="0"/>
                  </a:moveTo>
                  <a:cubicBezTo>
                    <a:pt x="452" y="0"/>
                    <a:pt x="1" y="465"/>
                    <a:pt x="1" y="1270"/>
                  </a:cubicBezTo>
                  <a:lnTo>
                    <a:pt x="1" y="2990"/>
                  </a:lnTo>
                  <a:cubicBezTo>
                    <a:pt x="1" y="3427"/>
                    <a:pt x="119" y="3753"/>
                    <a:pt x="362" y="3968"/>
                  </a:cubicBezTo>
                  <a:cubicBezTo>
                    <a:pt x="577" y="4155"/>
                    <a:pt x="875" y="4259"/>
                    <a:pt x="1243" y="4259"/>
                  </a:cubicBezTo>
                  <a:cubicBezTo>
                    <a:pt x="1978" y="4259"/>
                    <a:pt x="2498" y="3836"/>
                    <a:pt x="2498" y="3226"/>
                  </a:cubicBezTo>
                  <a:cubicBezTo>
                    <a:pt x="2498" y="2990"/>
                    <a:pt x="2401" y="2941"/>
                    <a:pt x="2241" y="2941"/>
                  </a:cubicBezTo>
                  <a:cubicBezTo>
                    <a:pt x="2082" y="2941"/>
                    <a:pt x="1999" y="3004"/>
                    <a:pt x="1985" y="3122"/>
                  </a:cubicBezTo>
                  <a:cubicBezTo>
                    <a:pt x="1950" y="3385"/>
                    <a:pt x="1901" y="3788"/>
                    <a:pt x="1270" y="3788"/>
                  </a:cubicBezTo>
                  <a:cubicBezTo>
                    <a:pt x="757" y="3788"/>
                    <a:pt x="507" y="3531"/>
                    <a:pt x="507" y="2990"/>
                  </a:cubicBezTo>
                  <a:lnTo>
                    <a:pt x="507" y="1270"/>
                  </a:lnTo>
                  <a:cubicBezTo>
                    <a:pt x="507" y="736"/>
                    <a:pt x="757" y="465"/>
                    <a:pt x="1256" y="465"/>
                  </a:cubicBezTo>
                  <a:cubicBezTo>
                    <a:pt x="1832" y="465"/>
                    <a:pt x="1971" y="812"/>
                    <a:pt x="1985" y="1110"/>
                  </a:cubicBezTo>
                  <a:cubicBezTo>
                    <a:pt x="1992" y="1228"/>
                    <a:pt x="2082" y="1291"/>
                    <a:pt x="2241" y="1291"/>
                  </a:cubicBezTo>
                  <a:cubicBezTo>
                    <a:pt x="2401" y="1291"/>
                    <a:pt x="2498" y="1249"/>
                    <a:pt x="2498" y="1013"/>
                  </a:cubicBezTo>
                  <a:cubicBezTo>
                    <a:pt x="2498" y="417"/>
                    <a:pt x="1985" y="0"/>
                    <a:pt x="1243" y="0"/>
                  </a:cubicBezTo>
                  <a:close/>
                </a:path>
              </a:pathLst>
            </a:custGeom>
            <a:solidFill>
              <a:srgbClr val="7383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289" name="Google Shape;10289;p41"/>
            <p:cNvSpPr/>
            <p:nvPr/>
          </p:nvSpPr>
          <p:spPr>
            <a:xfrm>
              <a:off x="3774497" y="4175485"/>
              <a:ext cx="45241" cy="38936"/>
            </a:xfrm>
            <a:custGeom>
              <a:rect b="b" l="l" r="r" t="t"/>
              <a:pathLst>
                <a:path extrusionOk="0" h="1482" w="1722">
                  <a:moveTo>
                    <a:pt x="986" y="453"/>
                  </a:moveTo>
                  <a:cubicBezTo>
                    <a:pt x="1131" y="453"/>
                    <a:pt x="1270" y="566"/>
                    <a:pt x="1270" y="739"/>
                  </a:cubicBezTo>
                  <a:cubicBezTo>
                    <a:pt x="1270" y="899"/>
                    <a:pt x="1145" y="1031"/>
                    <a:pt x="986" y="1031"/>
                  </a:cubicBezTo>
                  <a:cubicBezTo>
                    <a:pt x="729" y="1031"/>
                    <a:pt x="604" y="719"/>
                    <a:pt x="785" y="538"/>
                  </a:cubicBezTo>
                  <a:cubicBezTo>
                    <a:pt x="843" y="480"/>
                    <a:pt x="915" y="453"/>
                    <a:pt x="986" y="453"/>
                  </a:cubicBezTo>
                  <a:close/>
                  <a:moveTo>
                    <a:pt x="983" y="1"/>
                  </a:moveTo>
                  <a:cubicBezTo>
                    <a:pt x="801" y="1"/>
                    <a:pt x="616" y="68"/>
                    <a:pt x="466" y="219"/>
                  </a:cubicBezTo>
                  <a:cubicBezTo>
                    <a:pt x="1" y="684"/>
                    <a:pt x="327" y="1482"/>
                    <a:pt x="986" y="1482"/>
                  </a:cubicBezTo>
                  <a:cubicBezTo>
                    <a:pt x="1395" y="1482"/>
                    <a:pt x="1721" y="1149"/>
                    <a:pt x="1721" y="739"/>
                  </a:cubicBezTo>
                  <a:cubicBezTo>
                    <a:pt x="1721" y="294"/>
                    <a:pt x="1360" y="1"/>
                    <a:pt x="983" y="1"/>
                  </a:cubicBezTo>
                  <a:close/>
                </a:path>
              </a:pathLst>
            </a:custGeom>
            <a:solidFill>
              <a:srgbClr val="7383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0290" name="Google Shape;10290;p41"/>
          <p:cNvGrpSpPr/>
          <p:nvPr/>
        </p:nvGrpSpPr>
        <p:grpSpPr>
          <a:xfrm>
            <a:off x="836023" y="3215146"/>
            <a:ext cx="375802" cy="371677"/>
            <a:chOff x="836023" y="3215146"/>
            <a:chExt cx="375802" cy="371677"/>
          </a:xfrm>
        </p:grpSpPr>
        <p:sp>
          <p:nvSpPr>
            <p:cNvPr id="10291" name="Google Shape;10291;p41"/>
            <p:cNvSpPr/>
            <p:nvPr/>
          </p:nvSpPr>
          <p:spPr>
            <a:xfrm>
              <a:off x="907274" y="3284847"/>
              <a:ext cx="232748" cy="231645"/>
            </a:xfrm>
            <a:custGeom>
              <a:rect b="b" l="l" r="r" t="t"/>
              <a:pathLst>
                <a:path extrusionOk="0" h="8817" w="8859">
                  <a:moveTo>
                    <a:pt x="4413" y="0"/>
                  </a:moveTo>
                  <a:cubicBezTo>
                    <a:pt x="1978" y="0"/>
                    <a:pt x="1" y="1981"/>
                    <a:pt x="8" y="4418"/>
                  </a:cubicBezTo>
                  <a:lnTo>
                    <a:pt x="8" y="4536"/>
                  </a:lnTo>
                  <a:lnTo>
                    <a:pt x="8" y="4578"/>
                  </a:lnTo>
                  <a:lnTo>
                    <a:pt x="8" y="4661"/>
                  </a:lnTo>
                  <a:lnTo>
                    <a:pt x="8" y="4703"/>
                  </a:lnTo>
                  <a:cubicBezTo>
                    <a:pt x="8" y="4724"/>
                    <a:pt x="8" y="4751"/>
                    <a:pt x="8" y="4779"/>
                  </a:cubicBezTo>
                  <a:cubicBezTo>
                    <a:pt x="15" y="4800"/>
                    <a:pt x="8" y="4807"/>
                    <a:pt x="15" y="4828"/>
                  </a:cubicBezTo>
                  <a:cubicBezTo>
                    <a:pt x="22" y="4842"/>
                    <a:pt x="15" y="4869"/>
                    <a:pt x="22" y="4897"/>
                  </a:cubicBezTo>
                  <a:cubicBezTo>
                    <a:pt x="29" y="4918"/>
                    <a:pt x="22" y="4932"/>
                    <a:pt x="29" y="4946"/>
                  </a:cubicBezTo>
                  <a:cubicBezTo>
                    <a:pt x="36" y="4960"/>
                    <a:pt x="36" y="4987"/>
                    <a:pt x="36" y="5015"/>
                  </a:cubicBezTo>
                  <a:lnTo>
                    <a:pt x="43" y="5064"/>
                  </a:lnTo>
                  <a:cubicBezTo>
                    <a:pt x="43" y="5084"/>
                    <a:pt x="50" y="5105"/>
                    <a:pt x="56" y="5126"/>
                  </a:cubicBezTo>
                  <a:lnTo>
                    <a:pt x="63" y="5175"/>
                  </a:lnTo>
                  <a:cubicBezTo>
                    <a:pt x="63" y="5202"/>
                    <a:pt x="70" y="5223"/>
                    <a:pt x="77" y="5244"/>
                  </a:cubicBezTo>
                  <a:lnTo>
                    <a:pt x="84" y="5292"/>
                  </a:lnTo>
                  <a:cubicBezTo>
                    <a:pt x="91" y="5313"/>
                    <a:pt x="91" y="5334"/>
                    <a:pt x="98" y="5362"/>
                  </a:cubicBezTo>
                  <a:lnTo>
                    <a:pt x="105" y="5403"/>
                  </a:lnTo>
                  <a:cubicBezTo>
                    <a:pt x="112" y="5431"/>
                    <a:pt x="119" y="5452"/>
                    <a:pt x="126" y="5473"/>
                  </a:cubicBezTo>
                  <a:lnTo>
                    <a:pt x="133" y="5514"/>
                  </a:lnTo>
                  <a:cubicBezTo>
                    <a:pt x="140" y="5542"/>
                    <a:pt x="154" y="5577"/>
                    <a:pt x="160" y="5605"/>
                  </a:cubicBezTo>
                  <a:lnTo>
                    <a:pt x="167" y="5625"/>
                  </a:lnTo>
                  <a:cubicBezTo>
                    <a:pt x="174" y="5667"/>
                    <a:pt x="188" y="5702"/>
                    <a:pt x="195" y="5736"/>
                  </a:cubicBezTo>
                  <a:lnTo>
                    <a:pt x="209" y="5771"/>
                  </a:lnTo>
                  <a:cubicBezTo>
                    <a:pt x="216" y="5792"/>
                    <a:pt x="223" y="5820"/>
                    <a:pt x="230" y="5847"/>
                  </a:cubicBezTo>
                  <a:lnTo>
                    <a:pt x="251" y="5889"/>
                  </a:lnTo>
                  <a:lnTo>
                    <a:pt x="271" y="5951"/>
                  </a:lnTo>
                  <a:lnTo>
                    <a:pt x="285" y="6000"/>
                  </a:lnTo>
                  <a:lnTo>
                    <a:pt x="313" y="6055"/>
                  </a:lnTo>
                  <a:lnTo>
                    <a:pt x="327" y="6104"/>
                  </a:lnTo>
                  <a:lnTo>
                    <a:pt x="355" y="6166"/>
                  </a:lnTo>
                  <a:lnTo>
                    <a:pt x="376" y="6208"/>
                  </a:lnTo>
                  <a:lnTo>
                    <a:pt x="403" y="6264"/>
                  </a:lnTo>
                  <a:lnTo>
                    <a:pt x="424" y="6312"/>
                  </a:lnTo>
                  <a:lnTo>
                    <a:pt x="452" y="6368"/>
                  </a:lnTo>
                  <a:lnTo>
                    <a:pt x="473" y="6409"/>
                  </a:lnTo>
                  <a:lnTo>
                    <a:pt x="500" y="6472"/>
                  </a:lnTo>
                  <a:lnTo>
                    <a:pt x="521" y="6513"/>
                  </a:lnTo>
                  <a:lnTo>
                    <a:pt x="556" y="6569"/>
                  </a:lnTo>
                  <a:lnTo>
                    <a:pt x="577" y="6610"/>
                  </a:lnTo>
                  <a:lnTo>
                    <a:pt x="618" y="6680"/>
                  </a:lnTo>
                  <a:lnTo>
                    <a:pt x="632" y="6707"/>
                  </a:lnTo>
                  <a:cubicBezTo>
                    <a:pt x="653" y="6735"/>
                    <a:pt x="674" y="6770"/>
                    <a:pt x="695" y="6805"/>
                  </a:cubicBezTo>
                  <a:lnTo>
                    <a:pt x="702" y="6818"/>
                  </a:lnTo>
                  <a:lnTo>
                    <a:pt x="757" y="6895"/>
                  </a:lnTo>
                  <a:lnTo>
                    <a:pt x="778" y="6929"/>
                  </a:lnTo>
                  <a:lnTo>
                    <a:pt x="819" y="6985"/>
                  </a:lnTo>
                  <a:lnTo>
                    <a:pt x="847" y="7020"/>
                  </a:lnTo>
                  <a:lnTo>
                    <a:pt x="882" y="7075"/>
                  </a:lnTo>
                  <a:lnTo>
                    <a:pt x="910" y="7110"/>
                  </a:lnTo>
                  <a:lnTo>
                    <a:pt x="951" y="7165"/>
                  </a:lnTo>
                  <a:lnTo>
                    <a:pt x="986" y="7200"/>
                  </a:lnTo>
                  <a:lnTo>
                    <a:pt x="1028" y="7248"/>
                  </a:lnTo>
                  <a:lnTo>
                    <a:pt x="1055" y="7290"/>
                  </a:lnTo>
                  <a:lnTo>
                    <a:pt x="1097" y="7339"/>
                  </a:lnTo>
                  <a:lnTo>
                    <a:pt x="1125" y="7373"/>
                  </a:lnTo>
                  <a:lnTo>
                    <a:pt x="1173" y="7422"/>
                  </a:lnTo>
                  <a:lnTo>
                    <a:pt x="1201" y="7457"/>
                  </a:lnTo>
                  <a:lnTo>
                    <a:pt x="1249" y="7505"/>
                  </a:lnTo>
                  <a:lnTo>
                    <a:pt x="1277" y="7533"/>
                  </a:lnTo>
                  <a:lnTo>
                    <a:pt x="1333" y="7588"/>
                  </a:lnTo>
                  <a:lnTo>
                    <a:pt x="1360" y="7609"/>
                  </a:lnTo>
                  <a:lnTo>
                    <a:pt x="1444" y="7685"/>
                  </a:lnTo>
                  <a:lnTo>
                    <a:pt x="1527" y="7762"/>
                  </a:lnTo>
                  <a:cubicBezTo>
                    <a:pt x="1728" y="7935"/>
                    <a:pt x="1936" y="8088"/>
                    <a:pt x="2165" y="8220"/>
                  </a:cubicBezTo>
                  <a:lnTo>
                    <a:pt x="2179" y="8226"/>
                  </a:lnTo>
                  <a:lnTo>
                    <a:pt x="2269" y="8282"/>
                  </a:lnTo>
                  <a:lnTo>
                    <a:pt x="2290" y="8296"/>
                  </a:lnTo>
                  <a:lnTo>
                    <a:pt x="2408" y="8351"/>
                  </a:lnTo>
                  <a:lnTo>
                    <a:pt x="2436" y="8365"/>
                  </a:lnTo>
                  <a:lnTo>
                    <a:pt x="2526" y="8414"/>
                  </a:lnTo>
                  <a:lnTo>
                    <a:pt x="2560" y="8428"/>
                  </a:lnTo>
                  <a:lnTo>
                    <a:pt x="2658" y="8469"/>
                  </a:lnTo>
                  <a:lnTo>
                    <a:pt x="2678" y="8483"/>
                  </a:lnTo>
                  <a:lnTo>
                    <a:pt x="2796" y="8532"/>
                  </a:lnTo>
                  <a:lnTo>
                    <a:pt x="2831" y="8539"/>
                  </a:lnTo>
                  <a:lnTo>
                    <a:pt x="2921" y="8573"/>
                  </a:lnTo>
                  <a:lnTo>
                    <a:pt x="2963" y="8587"/>
                  </a:lnTo>
                  <a:lnTo>
                    <a:pt x="3067" y="8622"/>
                  </a:lnTo>
                  <a:lnTo>
                    <a:pt x="3088" y="8629"/>
                  </a:lnTo>
                  <a:lnTo>
                    <a:pt x="3212" y="8670"/>
                  </a:lnTo>
                  <a:lnTo>
                    <a:pt x="3247" y="8677"/>
                  </a:lnTo>
                  <a:lnTo>
                    <a:pt x="3344" y="8698"/>
                  </a:lnTo>
                  <a:lnTo>
                    <a:pt x="3379" y="8712"/>
                  </a:lnTo>
                  <a:lnTo>
                    <a:pt x="3497" y="8740"/>
                  </a:lnTo>
                  <a:lnTo>
                    <a:pt x="3511" y="8740"/>
                  </a:lnTo>
                  <a:lnTo>
                    <a:pt x="3642" y="8761"/>
                  </a:lnTo>
                  <a:lnTo>
                    <a:pt x="3677" y="8767"/>
                  </a:lnTo>
                  <a:lnTo>
                    <a:pt x="3781" y="8781"/>
                  </a:lnTo>
                  <a:lnTo>
                    <a:pt x="3816" y="8788"/>
                  </a:lnTo>
                  <a:lnTo>
                    <a:pt x="3941" y="8802"/>
                  </a:lnTo>
                  <a:lnTo>
                    <a:pt x="3955" y="8802"/>
                  </a:lnTo>
                  <a:lnTo>
                    <a:pt x="4086" y="8816"/>
                  </a:lnTo>
                  <a:lnTo>
                    <a:pt x="4725" y="8816"/>
                  </a:lnTo>
                  <a:lnTo>
                    <a:pt x="4863" y="8802"/>
                  </a:lnTo>
                  <a:lnTo>
                    <a:pt x="4870" y="8802"/>
                  </a:lnTo>
                  <a:lnTo>
                    <a:pt x="4995" y="8788"/>
                  </a:lnTo>
                  <a:lnTo>
                    <a:pt x="5037" y="8781"/>
                  </a:lnTo>
                  <a:lnTo>
                    <a:pt x="5134" y="8767"/>
                  </a:lnTo>
                  <a:lnTo>
                    <a:pt x="5168" y="8761"/>
                  </a:lnTo>
                  <a:lnTo>
                    <a:pt x="5300" y="8740"/>
                  </a:lnTo>
                  <a:lnTo>
                    <a:pt x="5314" y="8740"/>
                  </a:lnTo>
                  <a:lnTo>
                    <a:pt x="5432" y="8712"/>
                  </a:lnTo>
                  <a:lnTo>
                    <a:pt x="5467" y="8698"/>
                  </a:lnTo>
                  <a:lnTo>
                    <a:pt x="5564" y="8677"/>
                  </a:lnTo>
                  <a:lnTo>
                    <a:pt x="5598" y="8670"/>
                  </a:lnTo>
                  <a:lnTo>
                    <a:pt x="5723" y="8629"/>
                  </a:lnTo>
                  <a:lnTo>
                    <a:pt x="5744" y="8622"/>
                  </a:lnTo>
                  <a:lnTo>
                    <a:pt x="5848" y="8587"/>
                  </a:lnTo>
                  <a:lnTo>
                    <a:pt x="5890" y="8573"/>
                  </a:lnTo>
                  <a:lnTo>
                    <a:pt x="5980" y="8539"/>
                  </a:lnTo>
                  <a:lnTo>
                    <a:pt x="6015" y="8532"/>
                  </a:lnTo>
                  <a:lnTo>
                    <a:pt x="6133" y="8483"/>
                  </a:lnTo>
                  <a:lnTo>
                    <a:pt x="6188" y="8476"/>
                  </a:lnTo>
                  <a:lnTo>
                    <a:pt x="6285" y="8428"/>
                  </a:lnTo>
                  <a:lnTo>
                    <a:pt x="6320" y="8414"/>
                  </a:lnTo>
                  <a:lnTo>
                    <a:pt x="6410" y="8365"/>
                  </a:lnTo>
                  <a:lnTo>
                    <a:pt x="6438" y="8358"/>
                  </a:lnTo>
                  <a:lnTo>
                    <a:pt x="6556" y="8296"/>
                  </a:lnTo>
                  <a:lnTo>
                    <a:pt x="6576" y="8282"/>
                  </a:lnTo>
                  <a:lnTo>
                    <a:pt x="6667" y="8233"/>
                  </a:lnTo>
                  <a:lnTo>
                    <a:pt x="6681" y="8220"/>
                  </a:lnTo>
                  <a:cubicBezTo>
                    <a:pt x="6909" y="8088"/>
                    <a:pt x="7117" y="7935"/>
                    <a:pt x="7319" y="7762"/>
                  </a:cubicBezTo>
                  <a:lnTo>
                    <a:pt x="7402" y="7692"/>
                  </a:lnTo>
                  <a:lnTo>
                    <a:pt x="7485" y="7616"/>
                  </a:lnTo>
                  <a:lnTo>
                    <a:pt x="7513" y="7588"/>
                  </a:lnTo>
                  <a:lnTo>
                    <a:pt x="7568" y="7533"/>
                  </a:lnTo>
                  <a:lnTo>
                    <a:pt x="7603" y="7505"/>
                  </a:lnTo>
                  <a:lnTo>
                    <a:pt x="7652" y="7457"/>
                  </a:lnTo>
                  <a:lnTo>
                    <a:pt x="7679" y="7422"/>
                  </a:lnTo>
                  <a:lnTo>
                    <a:pt x="7728" y="7373"/>
                  </a:lnTo>
                  <a:lnTo>
                    <a:pt x="7756" y="7339"/>
                  </a:lnTo>
                  <a:lnTo>
                    <a:pt x="7797" y="7290"/>
                  </a:lnTo>
                  <a:lnTo>
                    <a:pt x="7832" y="7248"/>
                  </a:lnTo>
                  <a:lnTo>
                    <a:pt x="7874" y="7200"/>
                  </a:lnTo>
                  <a:lnTo>
                    <a:pt x="7901" y="7165"/>
                  </a:lnTo>
                  <a:lnTo>
                    <a:pt x="7943" y="7110"/>
                  </a:lnTo>
                  <a:lnTo>
                    <a:pt x="7971" y="7075"/>
                  </a:lnTo>
                  <a:lnTo>
                    <a:pt x="8012" y="7020"/>
                  </a:lnTo>
                  <a:lnTo>
                    <a:pt x="8033" y="6985"/>
                  </a:lnTo>
                  <a:lnTo>
                    <a:pt x="8082" y="6929"/>
                  </a:lnTo>
                  <a:lnTo>
                    <a:pt x="8102" y="6895"/>
                  </a:lnTo>
                  <a:lnTo>
                    <a:pt x="8151" y="6818"/>
                  </a:lnTo>
                  <a:lnTo>
                    <a:pt x="8165" y="6805"/>
                  </a:lnTo>
                  <a:cubicBezTo>
                    <a:pt x="8186" y="6770"/>
                    <a:pt x="8200" y="6742"/>
                    <a:pt x="8220" y="6707"/>
                  </a:cubicBezTo>
                  <a:lnTo>
                    <a:pt x="8241" y="6680"/>
                  </a:lnTo>
                  <a:lnTo>
                    <a:pt x="8276" y="6610"/>
                  </a:lnTo>
                  <a:lnTo>
                    <a:pt x="8297" y="6569"/>
                  </a:lnTo>
                  <a:lnTo>
                    <a:pt x="8331" y="6513"/>
                  </a:lnTo>
                  <a:lnTo>
                    <a:pt x="8352" y="6472"/>
                  </a:lnTo>
                  <a:lnTo>
                    <a:pt x="8387" y="6409"/>
                  </a:lnTo>
                  <a:lnTo>
                    <a:pt x="8408" y="6368"/>
                  </a:lnTo>
                  <a:lnTo>
                    <a:pt x="8435" y="6312"/>
                  </a:lnTo>
                  <a:lnTo>
                    <a:pt x="8456" y="6264"/>
                  </a:lnTo>
                  <a:lnTo>
                    <a:pt x="8477" y="6208"/>
                  </a:lnTo>
                  <a:lnTo>
                    <a:pt x="8498" y="6166"/>
                  </a:lnTo>
                  <a:lnTo>
                    <a:pt x="8526" y="6104"/>
                  </a:lnTo>
                  <a:lnTo>
                    <a:pt x="8546" y="6055"/>
                  </a:lnTo>
                  <a:lnTo>
                    <a:pt x="8567" y="6000"/>
                  </a:lnTo>
                  <a:lnTo>
                    <a:pt x="8581" y="5951"/>
                  </a:lnTo>
                  <a:lnTo>
                    <a:pt x="8609" y="5889"/>
                  </a:lnTo>
                  <a:lnTo>
                    <a:pt x="8623" y="5847"/>
                  </a:lnTo>
                  <a:cubicBezTo>
                    <a:pt x="8630" y="5820"/>
                    <a:pt x="8637" y="5792"/>
                    <a:pt x="8650" y="5771"/>
                  </a:cubicBezTo>
                  <a:lnTo>
                    <a:pt x="8657" y="5736"/>
                  </a:lnTo>
                  <a:cubicBezTo>
                    <a:pt x="8671" y="5702"/>
                    <a:pt x="8678" y="5667"/>
                    <a:pt x="8692" y="5625"/>
                  </a:cubicBezTo>
                  <a:lnTo>
                    <a:pt x="8699" y="5605"/>
                  </a:lnTo>
                  <a:cubicBezTo>
                    <a:pt x="8706" y="5577"/>
                    <a:pt x="8713" y="5549"/>
                    <a:pt x="8720" y="5514"/>
                  </a:cubicBezTo>
                  <a:lnTo>
                    <a:pt x="8727" y="5473"/>
                  </a:lnTo>
                  <a:cubicBezTo>
                    <a:pt x="8734" y="5452"/>
                    <a:pt x="8741" y="5431"/>
                    <a:pt x="8747" y="5403"/>
                  </a:cubicBezTo>
                  <a:lnTo>
                    <a:pt x="8754" y="5362"/>
                  </a:lnTo>
                  <a:cubicBezTo>
                    <a:pt x="8761" y="5334"/>
                    <a:pt x="8768" y="5313"/>
                    <a:pt x="8768" y="5292"/>
                  </a:cubicBezTo>
                  <a:lnTo>
                    <a:pt x="8782" y="5244"/>
                  </a:lnTo>
                  <a:lnTo>
                    <a:pt x="8796" y="5175"/>
                  </a:lnTo>
                  <a:lnTo>
                    <a:pt x="8803" y="5126"/>
                  </a:lnTo>
                  <a:lnTo>
                    <a:pt x="8810" y="5064"/>
                  </a:lnTo>
                  <a:cubicBezTo>
                    <a:pt x="8810" y="5043"/>
                    <a:pt x="8817" y="5029"/>
                    <a:pt x="8817" y="5015"/>
                  </a:cubicBezTo>
                  <a:cubicBezTo>
                    <a:pt x="8817" y="4994"/>
                    <a:pt x="8824" y="4966"/>
                    <a:pt x="8824" y="4946"/>
                  </a:cubicBezTo>
                  <a:cubicBezTo>
                    <a:pt x="8831" y="4925"/>
                    <a:pt x="8824" y="4911"/>
                    <a:pt x="8831" y="4897"/>
                  </a:cubicBezTo>
                  <a:cubicBezTo>
                    <a:pt x="8838" y="4876"/>
                    <a:pt x="8838" y="4849"/>
                    <a:pt x="8838" y="4828"/>
                  </a:cubicBezTo>
                  <a:cubicBezTo>
                    <a:pt x="8845" y="4807"/>
                    <a:pt x="8838" y="4793"/>
                    <a:pt x="8845" y="4779"/>
                  </a:cubicBezTo>
                  <a:cubicBezTo>
                    <a:pt x="8852" y="4758"/>
                    <a:pt x="8845" y="4731"/>
                    <a:pt x="8852" y="4703"/>
                  </a:cubicBezTo>
                  <a:cubicBezTo>
                    <a:pt x="8858" y="4682"/>
                    <a:pt x="8852" y="4675"/>
                    <a:pt x="8852" y="4661"/>
                  </a:cubicBezTo>
                  <a:lnTo>
                    <a:pt x="8852" y="4578"/>
                  </a:lnTo>
                  <a:lnTo>
                    <a:pt x="8852" y="4536"/>
                  </a:lnTo>
                  <a:lnTo>
                    <a:pt x="8852" y="4418"/>
                  </a:lnTo>
                  <a:cubicBezTo>
                    <a:pt x="8852" y="1981"/>
                    <a:pt x="6882" y="0"/>
                    <a:pt x="4439" y="0"/>
                  </a:cubicBezTo>
                  <a:cubicBezTo>
                    <a:pt x="4435" y="0"/>
                    <a:pt x="4431" y="0"/>
                    <a:pt x="4426" y="0"/>
                  </a:cubicBezTo>
                  <a:cubicBezTo>
                    <a:pt x="4422" y="0"/>
                    <a:pt x="4418" y="0"/>
                    <a:pt x="4413" y="0"/>
                  </a:cubicBezTo>
                  <a:close/>
                </a:path>
              </a:pathLst>
            </a:custGeom>
            <a:solidFill>
              <a:srgbClr val="8DA0B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292" name="Google Shape;10292;p41"/>
            <p:cNvSpPr/>
            <p:nvPr/>
          </p:nvSpPr>
          <p:spPr>
            <a:xfrm>
              <a:off x="953198" y="3284847"/>
              <a:ext cx="186456" cy="221976"/>
            </a:xfrm>
            <a:custGeom>
              <a:rect b="b" l="l" r="r" t="t"/>
              <a:pathLst>
                <a:path extrusionOk="0" h="8449" w="7097">
                  <a:moveTo>
                    <a:pt x="2692" y="0"/>
                  </a:moveTo>
                  <a:cubicBezTo>
                    <a:pt x="2435" y="0"/>
                    <a:pt x="2172" y="21"/>
                    <a:pt x="1915" y="70"/>
                  </a:cubicBezTo>
                  <a:cubicBezTo>
                    <a:pt x="535" y="1332"/>
                    <a:pt x="1" y="3288"/>
                    <a:pt x="556" y="5077"/>
                  </a:cubicBezTo>
                  <a:cubicBezTo>
                    <a:pt x="1104" y="6874"/>
                    <a:pt x="2644" y="8185"/>
                    <a:pt x="4502" y="8448"/>
                  </a:cubicBezTo>
                  <a:lnTo>
                    <a:pt x="4537" y="8435"/>
                  </a:lnTo>
                  <a:lnTo>
                    <a:pt x="4579" y="8414"/>
                  </a:lnTo>
                  <a:lnTo>
                    <a:pt x="4669" y="8372"/>
                  </a:lnTo>
                  <a:lnTo>
                    <a:pt x="4697" y="8358"/>
                  </a:lnTo>
                  <a:lnTo>
                    <a:pt x="4808" y="8303"/>
                  </a:lnTo>
                  <a:lnTo>
                    <a:pt x="4828" y="8289"/>
                  </a:lnTo>
                  <a:lnTo>
                    <a:pt x="4919" y="8233"/>
                  </a:lnTo>
                  <a:lnTo>
                    <a:pt x="4933" y="8226"/>
                  </a:lnTo>
                  <a:cubicBezTo>
                    <a:pt x="5161" y="8095"/>
                    <a:pt x="5376" y="7942"/>
                    <a:pt x="5571" y="7769"/>
                  </a:cubicBezTo>
                  <a:lnTo>
                    <a:pt x="5661" y="7692"/>
                  </a:lnTo>
                  <a:lnTo>
                    <a:pt x="5737" y="7616"/>
                  </a:lnTo>
                  <a:lnTo>
                    <a:pt x="5765" y="7595"/>
                  </a:lnTo>
                  <a:lnTo>
                    <a:pt x="5820" y="7540"/>
                  </a:lnTo>
                  <a:lnTo>
                    <a:pt x="5848" y="7512"/>
                  </a:lnTo>
                  <a:lnTo>
                    <a:pt x="5897" y="7463"/>
                  </a:lnTo>
                  <a:lnTo>
                    <a:pt x="5924" y="7429"/>
                  </a:lnTo>
                  <a:lnTo>
                    <a:pt x="5973" y="7380"/>
                  </a:lnTo>
                  <a:lnTo>
                    <a:pt x="6001" y="7346"/>
                  </a:lnTo>
                  <a:lnTo>
                    <a:pt x="6042" y="7297"/>
                  </a:lnTo>
                  <a:lnTo>
                    <a:pt x="6077" y="7255"/>
                  </a:lnTo>
                  <a:lnTo>
                    <a:pt x="6119" y="7207"/>
                  </a:lnTo>
                  <a:lnTo>
                    <a:pt x="6146" y="7172"/>
                  </a:lnTo>
                  <a:lnTo>
                    <a:pt x="6188" y="7117"/>
                  </a:lnTo>
                  <a:lnTo>
                    <a:pt x="6216" y="7082"/>
                  </a:lnTo>
                  <a:lnTo>
                    <a:pt x="6257" y="7026"/>
                  </a:lnTo>
                  <a:lnTo>
                    <a:pt x="6278" y="6992"/>
                  </a:lnTo>
                  <a:lnTo>
                    <a:pt x="6320" y="6936"/>
                  </a:lnTo>
                  <a:lnTo>
                    <a:pt x="6347" y="6902"/>
                  </a:lnTo>
                  <a:lnTo>
                    <a:pt x="6396" y="6818"/>
                  </a:lnTo>
                  <a:lnTo>
                    <a:pt x="6403" y="6811"/>
                  </a:lnTo>
                  <a:cubicBezTo>
                    <a:pt x="6424" y="6777"/>
                    <a:pt x="6445" y="6749"/>
                    <a:pt x="6465" y="6714"/>
                  </a:cubicBezTo>
                  <a:lnTo>
                    <a:pt x="6479" y="6687"/>
                  </a:lnTo>
                  <a:lnTo>
                    <a:pt x="6521" y="6617"/>
                  </a:lnTo>
                  <a:lnTo>
                    <a:pt x="6542" y="6576"/>
                  </a:lnTo>
                  <a:lnTo>
                    <a:pt x="6576" y="6520"/>
                  </a:lnTo>
                  <a:lnTo>
                    <a:pt x="6597" y="6479"/>
                  </a:lnTo>
                  <a:lnTo>
                    <a:pt x="6625" y="6416"/>
                  </a:lnTo>
                  <a:lnTo>
                    <a:pt x="6653" y="6374"/>
                  </a:lnTo>
                  <a:lnTo>
                    <a:pt x="6680" y="6319"/>
                  </a:lnTo>
                  <a:lnTo>
                    <a:pt x="6701" y="6270"/>
                  </a:lnTo>
                  <a:lnTo>
                    <a:pt x="6722" y="6215"/>
                  </a:lnTo>
                  <a:lnTo>
                    <a:pt x="6743" y="6173"/>
                  </a:lnTo>
                  <a:lnTo>
                    <a:pt x="6771" y="6111"/>
                  </a:lnTo>
                  <a:lnTo>
                    <a:pt x="6784" y="6062"/>
                  </a:lnTo>
                  <a:lnTo>
                    <a:pt x="6812" y="6007"/>
                  </a:lnTo>
                  <a:lnTo>
                    <a:pt x="6826" y="5958"/>
                  </a:lnTo>
                  <a:lnTo>
                    <a:pt x="6854" y="5896"/>
                  </a:lnTo>
                  <a:lnTo>
                    <a:pt x="6868" y="5854"/>
                  </a:lnTo>
                  <a:cubicBezTo>
                    <a:pt x="6875" y="5827"/>
                    <a:pt x="6882" y="5799"/>
                    <a:pt x="6889" y="5778"/>
                  </a:cubicBezTo>
                  <a:lnTo>
                    <a:pt x="6902" y="5743"/>
                  </a:lnTo>
                  <a:cubicBezTo>
                    <a:pt x="6916" y="5709"/>
                    <a:pt x="6923" y="5674"/>
                    <a:pt x="6937" y="5632"/>
                  </a:cubicBezTo>
                  <a:lnTo>
                    <a:pt x="6944" y="5612"/>
                  </a:lnTo>
                  <a:cubicBezTo>
                    <a:pt x="6951" y="5584"/>
                    <a:pt x="6958" y="5556"/>
                    <a:pt x="6965" y="5521"/>
                  </a:cubicBezTo>
                  <a:lnTo>
                    <a:pt x="6972" y="5480"/>
                  </a:lnTo>
                  <a:cubicBezTo>
                    <a:pt x="6979" y="5459"/>
                    <a:pt x="6986" y="5438"/>
                    <a:pt x="6993" y="5410"/>
                  </a:cubicBezTo>
                  <a:lnTo>
                    <a:pt x="6999" y="5369"/>
                  </a:lnTo>
                  <a:cubicBezTo>
                    <a:pt x="7006" y="5341"/>
                    <a:pt x="7013" y="5320"/>
                    <a:pt x="7013" y="5299"/>
                  </a:cubicBezTo>
                  <a:lnTo>
                    <a:pt x="7027" y="5251"/>
                  </a:lnTo>
                  <a:lnTo>
                    <a:pt x="7034" y="5181"/>
                  </a:lnTo>
                  <a:lnTo>
                    <a:pt x="7048" y="5133"/>
                  </a:lnTo>
                  <a:lnTo>
                    <a:pt x="7055" y="5070"/>
                  </a:lnTo>
                  <a:cubicBezTo>
                    <a:pt x="7055" y="5050"/>
                    <a:pt x="7062" y="5036"/>
                    <a:pt x="7062" y="5022"/>
                  </a:cubicBezTo>
                  <a:cubicBezTo>
                    <a:pt x="7062" y="5001"/>
                    <a:pt x="7069" y="4973"/>
                    <a:pt x="7069" y="4953"/>
                  </a:cubicBezTo>
                  <a:cubicBezTo>
                    <a:pt x="7076" y="4932"/>
                    <a:pt x="7069" y="4918"/>
                    <a:pt x="7076" y="4904"/>
                  </a:cubicBezTo>
                  <a:cubicBezTo>
                    <a:pt x="7083" y="4883"/>
                    <a:pt x="7083" y="4855"/>
                    <a:pt x="7083" y="4835"/>
                  </a:cubicBezTo>
                  <a:cubicBezTo>
                    <a:pt x="7090" y="4814"/>
                    <a:pt x="7083" y="4800"/>
                    <a:pt x="7090" y="4786"/>
                  </a:cubicBezTo>
                  <a:cubicBezTo>
                    <a:pt x="7097" y="4765"/>
                    <a:pt x="7090" y="4738"/>
                    <a:pt x="7097" y="4710"/>
                  </a:cubicBezTo>
                  <a:cubicBezTo>
                    <a:pt x="7097" y="4689"/>
                    <a:pt x="7097" y="4682"/>
                    <a:pt x="7097" y="4668"/>
                  </a:cubicBezTo>
                  <a:lnTo>
                    <a:pt x="7097" y="4585"/>
                  </a:lnTo>
                  <a:lnTo>
                    <a:pt x="7097" y="4543"/>
                  </a:lnTo>
                  <a:lnTo>
                    <a:pt x="7097" y="4425"/>
                  </a:lnTo>
                  <a:cubicBezTo>
                    <a:pt x="7097" y="3031"/>
                    <a:pt x="6438" y="1720"/>
                    <a:pt x="5321" y="888"/>
                  </a:cubicBezTo>
                  <a:lnTo>
                    <a:pt x="5335" y="881"/>
                  </a:lnTo>
                  <a:cubicBezTo>
                    <a:pt x="4572" y="305"/>
                    <a:pt x="3649" y="0"/>
                    <a:pt x="2692" y="0"/>
                  </a:cubicBezTo>
                  <a:close/>
                </a:path>
              </a:pathLst>
            </a:custGeom>
            <a:solidFill>
              <a:srgbClr val="AAB8C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293" name="Google Shape;10293;p41"/>
            <p:cNvSpPr/>
            <p:nvPr/>
          </p:nvSpPr>
          <p:spPr>
            <a:xfrm>
              <a:off x="936437" y="3313799"/>
              <a:ext cx="175159" cy="174791"/>
            </a:xfrm>
            <a:custGeom>
              <a:rect b="b" l="l" r="r" t="t"/>
              <a:pathLst>
                <a:path extrusionOk="0" h="6653" w="6667">
                  <a:moveTo>
                    <a:pt x="2963" y="1"/>
                  </a:moveTo>
                  <a:lnTo>
                    <a:pt x="2914" y="8"/>
                  </a:lnTo>
                  <a:lnTo>
                    <a:pt x="2879" y="15"/>
                  </a:lnTo>
                  <a:lnTo>
                    <a:pt x="2838" y="15"/>
                  </a:lnTo>
                  <a:lnTo>
                    <a:pt x="2796" y="22"/>
                  </a:lnTo>
                  <a:lnTo>
                    <a:pt x="2754" y="29"/>
                  </a:lnTo>
                  <a:lnTo>
                    <a:pt x="2720" y="36"/>
                  </a:lnTo>
                  <a:lnTo>
                    <a:pt x="2671" y="43"/>
                  </a:lnTo>
                  <a:lnTo>
                    <a:pt x="2637" y="50"/>
                  </a:lnTo>
                  <a:lnTo>
                    <a:pt x="2595" y="63"/>
                  </a:lnTo>
                  <a:lnTo>
                    <a:pt x="2560" y="70"/>
                  </a:lnTo>
                  <a:lnTo>
                    <a:pt x="2519" y="84"/>
                  </a:lnTo>
                  <a:lnTo>
                    <a:pt x="2484" y="91"/>
                  </a:lnTo>
                  <a:lnTo>
                    <a:pt x="2442" y="105"/>
                  </a:lnTo>
                  <a:lnTo>
                    <a:pt x="2401" y="112"/>
                  </a:lnTo>
                  <a:lnTo>
                    <a:pt x="2359" y="126"/>
                  </a:lnTo>
                  <a:lnTo>
                    <a:pt x="2324" y="133"/>
                  </a:lnTo>
                  <a:lnTo>
                    <a:pt x="2283" y="147"/>
                  </a:lnTo>
                  <a:lnTo>
                    <a:pt x="2255" y="161"/>
                  </a:lnTo>
                  <a:lnTo>
                    <a:pt x="2206" y="174"/>
                  </a:lnTo>
                  <a:lnTo>
                    <a:pt x="2179" y="188"/>
                  </a:lnTo>
                  <a:lnTo>
                    <a:pt x="2130" y="202"/>
                  </a:lnTo>
                  <a:lnTo>
                    <a:pt x="2102" y="216"/>
                  </a:lnTo>
                  <a:lnTo>
                    <a:pt x="2033" y="244"/>
                  </a:lnTo>
                  <a:lnTo>
                    <a:pt x="2012" y="251"/>
                  </a:lnTo>
                  <a:lnTo>
                    <a:pt x="1957" y="272"/>
                  </a:lnTo>
                  <a:lnTo>
                    <a:pt x="1929" y="285"/>
                  </a:lnTo>
                  <a:lnTo>
                    <a:pt x="1887" y="306"/>
                  </a:lnTo>
                  <a:lnTo>
                    <a:pt x="1853" y="327"/>
                  </a:lnTo>
                  <a:lnTo>
                    <a:pt x="1818" y="341"/>
                  </a:lnTo>
                  <a:lnTo>
                    <a:pt x="1783" y="362"/>
                  </a:lnTo>
                  <a:lnTo>
                    <a:pt x="1749" y="382"/>
                  </a:lnTo>
                  <a:lnTo>
                    <a:pt x="1714" y="396"/>
                  </a:lnTo>
                  <a:lnTo>
                    <a:pt x="1679" y="417"/>
                  </a:lnTo>
                  <a:lnTo>
                    <a:pt x="1645" y="438"/>
                  </a:lnTo>
                  <a:lnTo>
                    <a:pt x="1610" y="459"/>
                  </a:lnTo>
                  <a:lnTo>
                    <a:pt x="1575" y="480"/>
                  </a:lnTo>
                  <a:lnTo>
                    <a:pt x="1548" y="500"/>
                  </a:lnTo>
                  <a:lnTo>
                    <a:pt x="1513" y="521"/>
                  </a:lnTo>
                  <a:lnTo>
                    <a:pt x="1478" y="542"/>
                  </a:lnTo>
                  <a:lnTo>
                    <a:pt x="1443" y="563"/>
                  </a:lnTo>
                  <a:lnTo>
                    <a:pt x="1416" y="584"/>
                  </a:lnTo>
                  <a:lnTo>
                    <a:pt x="1381" y="604"/>
                  </a:lnTo>
                  <a:lnTo>
                    <a:pt x="1353" y="632"/>
                  </a:lnTo>
                  <a:lnTo>
                    <a:pt x="1319" y="653"/>
                  </a:lnTo>
                  <a:lnTo>
                    <a:pt x="1291" y="674"/>
                  </a:lnTo>
                  <a:lnTo>
                    <a:pt x="1256" y="702"/>
                  </a:lnTo>
                  <a:lnTo>
                    <a:pt x="1228" y="722"/>
                  </a:lnTo>
                  <a:lnTo>
                    <a:pt x="1201" y="750"/>
                  </a:lnTo>
                  <a:lnTo>
                    <a:pt x="1166" y="778"/>
                  </a:lnTo>
                  <a:lnTo>
                    <a:pt x="1138" y="799"/>
                  </a:lnTo>
                  <a:lnTo>
                    <a:pt x="1111" y="826"/>
                  </a:lnTo>
                  <a:lnTo>
                    <a:pt x="1083" y="854"/>
                  </a:lnTo>
                  <a:cubicBezTo>
                    <a:pt x="861" y="1055"/>
                    <a:pt x="667" y="1284"/>
                    <a:pt x="507" y="1541"/>
                  </a:cubicBezTo>
                  <a:lnTo>
                    <a:pt x="493" y="1562"/>
                  </a:lnTo>
                  <a:cubicBezTo>
                    <a:pt x="459" y="1624"/>
                    <a:pt x="417" y="1686"/>
                    <a:pt x="382" y="1749"/>
                  </a:cubicBezTo>
                  <a:lnTo>
                    <a:pt x="375" y="1770"/>
                  </a:lnTo>
                  <a:cubicBezTo>
                    <a:pt x="341" y="1839"/>
                    <a:pt x="306" y="1902"/>
                    <a:pt x="278" y="1971"/>
                  </a:cubicBezTo>
                  <a:lnTo>
                    <a:pt x="271" y="1992"/>
                  </a:lnTo>
                  <a:cubicBezTo>
                    <a:pt x="237" y="2054"/>
                    <a:pt x="216" y="2123"/>
                    <a:pt x="188" y="2193"/>
                  </a:cubicBezTo>
                  <a:lnTo>
                    <a:pt x="181" y="2221"/>
                  </a:lnTo>
                  <a:cubicBezTo>
                    <a:pt x="153" y="2290"/>
                    <a:pt x="133" y="2359"/>
                    <a:pt x="112" y="2429"/>
                  </a:cubicBezTo>
                  <a:lnTo>
                    <a:pt x="105" y="2456"/>
                  </a:lnTo>
                  <a:cubicBezTo>
                    <a:pt x="91" y="2526"/>
                    <a:pt x="70" y="2595"/>
                    <a:pt x="56" y="2671"/>
                  </a:cubicBezTo>
                  <a:lnTo>
                    <a:pt x="56" y="2699"/>
                  </a:lnTo>
                  <a:cubicBezTo>
                    <a:pt x="42" y="2769"/>
                    <a:pt x="28" y="2845"/>
                    <a:pt x="22" y="2921"/>
                  </a:cubicBezTo>
                  <a:lnTo>
                    <a:pt x="22" y="2949"/>
                  </a:lnTo>
                  <a:cubicBezTo>
                    <a:pt x="15" y="3018"/>
                    <a:pt x="8" y="3095"/>
                    <a:pt x="1" y="3171"/>
                  </a:cubicBezTo>
                  <a:lnTo>
                    <a:pt x="1" y="3199"/>
                  </a:lnTo>
                  <a:lnTo>
                    <a:pt x="1" y="3316"/>
                  </a:lnTo>
                  <a:cubicBezTo>
                    <a:pt x="1" y="3427"/>
                    <a:pt x="8" y="3545"/>
                    <a:pt x="22" y="3656"/>
                  </a:cubicBezTo>
                  <a:cubicBezTo>
                    <a:pt x="28" y="3712"/>
                    <a:pt x="35" y="3767"/>
                    <a:pt x="42" y="3823"/>
                  </a:cubicBezTo>
                  <a:cubicBezTo>
                    <a:pt x="292" y="5453"/>
                    <a:pt x="1686" y="6653"/>
                    <a:pt x="3337" y="6653"/>
                  </a:cubicBezTo>
                  <a:cubicBezTo>
                    <a:pt x="4981" y="6653"/>
                    <a:pt x="6382" y="5453"/>
                    <a:pt x="6632" y="3823"/>
                  </a:cubicBezTo>
                  <a:cubicBezTo>
                    <a:pt x="6639" y="3767"/>
                    <a:pt x="6646" y="3712"/>
                    <a:pt x="6653" y="3656"/>
                  </a:cubicBezTo>
                  <a:cubicBezTo>
                    <a:pt x="6659" y="3545"/>
                    <a:pt x="6666" y="3427"/>
                    <a:pt x="6666" y="3316"/>
                  </a:cubicBezTo>
                  <a:cubicBezTo>
                    <a:pt x="6666" y="3282"/>
                    <a:pt x="6666" y="3240"/>
                    <a:pt x="6666" y="3206"/>
                  </a:cubicBezTo>
                  <a:lnTo>
                    <a:pt x="6666" y="3171"/>
                  </a:lnTo>
                  <a:cubicBezTo>
                    <a:pt x="6659" y="3095"/>
                    <a:pt x="6659" y="3025"/>
                    <a:pt x="6646" y="2949"/>
                  </a:cubicBezTo>
                  <a:lnTo>
                    <a:pt x="6646" y="2921"/>
                  </a:lnTo>
                  <a:cubicBezTo>
                    <a:pt x="6639" y="2845"/>
                    <a:pt x="6632" y="2769"/>
                    <a:pt x="6618" y="2699"/>
                  </a:cubicBezTo>
                  <a:lnTo>
                    <a:pt x="6611" y="2671"/>
                  </a:lnTo>
                  <a:cubicBezTo>
                    <a:pt x="6597" y="2602"/>
                    <a:pt x="6576" y="2526"/>
                    <a:pt x="6562" y="2456"/>
                  </a:cubicBezTo>
                  <a:lnTo>
                    <a:pt x="6555" y="2429"/>
                  </a:lnTo>
                  <a:cubicBezTo>
                    <a:pt x="6535" y="2359"/>
                    <a:pt x="6514" y="2290"/>
                    <a:pt x="6486" y="2221"/>
                  </a:cubicBezTo>
                  <a:lnTo>
                    <a:pt x="6479" y="2193"/>
                  </a:lnTo>
                  <a:cubicBezTo>
                    <a:pt x="6451" y="2123"/>
                    <a:pt x="6431" y="2061"/>
                    <a:pt x="6396" y="1992"/>
                  </a:cubicBezTo>
                  <a:lnTo>
                    <a:pt x="6389" y="1971"/>
                  </a:lnTo>
                  <a:cubicBezTo>
                    <a:pt x="6361" y="1902"/>
                    <a:pt x="6327" y="1839"/>
                    <a:pt x="6292" y="1770"/>
                  </a:cubicBezTo>
                  <a:lnTo>
                    <a:pt x="6285" y="1749"/>
                  </a:lnTo>
                  <a:cubicBezTo>
                    <a:pt x="6250" y="1686"/>
                    <a:pt x="6209" y="1624"/>
                    <a:pt x="6174" y="1562"/>
                  </a:cubicBezTo>
                  <a:lnTo>
                    <a:pt x="6160" y="1541"/>
                  </a:lnTo>
                  <a:cubicBezTo>
                    <a:pt x="6001" y="1284"/>
                    <a:pt x="5806" y="1055"/>
                    <a:pt x="5584" y="854"/>
                  </a:cubicBezTo>
                  <a:lnTo>
                    <a:pt x="5557" y="826"/>
                  </a:lnTo>
                  <a:lnTo>
                    <a:pt x="5529" y="799"/>
                  </a:lnTo>
                  <a:lnTo>
                    <a:pt x="5501" y="778"/>
                  </a:lnTo>
                  <a:lnTo>
                    <a:pt x="5466" y="750"/>
                  </a:lnTo>
                  <a:lnTo>
                    <a:pt x="5439" y="729"/>
                  </a:lnTo>
                  <a:lnTo>
                    <a:pt x="5411" y="702"/>
                  </a:lnTo>
                  <a:lnTo>
                    <a:pt x="5376" y="681"/>
                  </a:lnTo>
                  <a:lnTo>
                    <a:pt x="5349" y="653"/>
                  </a:lnTo>
                  <a:lnTo>
                    <a:pt x="5314" y="632"/>
                  </a:lnTo>
                  <a:lnTo>
                    <a:pt x="5286" y="611"/>
                  </a:lnTo>
                  <a:lnTo>
                    <a:pt x="5251" y="584"/>
                  </a:lnTo>
                  <a:lnTo>
                    <a:pt x="5224" y="563"/>
                  </a:lnTo>
                  <a:lnTo>
                    <a:pt x="5189" y="542"/>
                  </a:lnTo>
                  <a:lnTo>
                    <a:pt x="5154" y="521"/>
                  </a:lnTo>
                  <a:lnTo>
                    <a:pt x="5120" y="500"/>
                  </a:lnTo>
                  <a:lnTo>
                    <a:pt x="5092" y="480"/>
                  </a:lnTo>
                  <a:lnTo>
                    <a:pt x="5057" y="459"/>
                  </a:lnTo>
                  <a:lnTo>
                    <a:pt x="5023" y="438"/>
                  </a:lnTo>
                  <a:lnTo>
                    <a:pt x="4988" y="417"/>
                  </a:lnTo>
                  <a:lnTo>
                    <a:pt x="4953" y="396"/>
                  </a:lnTo>
                  <a:lnTo>
                    <a:pt x="4919" y="382"/>
                  </a:lnTo>
                  <a:lnTo>
                    <a:pt x="4884" y="362"/>
                  </a:lnTo>
                  <a:lnTo>
                    <a:pt x="4849" y="348"/>
                  </a:lnTo>
                  <a:lnTo>
                    <a:pt x="4814" y="327"/>
                  </a:lnTo>
                  <a:lnTo>
                    <a:pt x="4780" y="306"/>
                  </a:lnTo>
                  <a:lnTo>
                    <a:pt x="4738" y="292"/>
                  </a:lnTo>
                  <a:lnTo>
                    <a:pt x="4710" y="278"/>
                  </a:lnTo>
                  <a:lnTo>
                    <a:pt x="4655" y="251"/>
                  </a:lnTo>
                  <a:lnTo>
                    <a:pt x="4634" y="244"/>
                  </a:lnTo>
                  <a:lnTo>
                    <a:pt x="4565" y="216"/>
                  </a:lnTo>
                  <a:lnTo>
                    <a:pt x="4537" y="202"/>
                  </a:lnTo>
                  <a:lnTo>
                    <a:pt x="4488" y="188"/>
                  </a:lnTo>
                  <a:lnTo>
                    <a:pt x="4461" y="174"/>
                  </a:lnTo>
                  <a:lnTo>
                    <a:pt x="4412" y="161"/>
                  </a:lnTo>
                  <a:lnTo>
                    <a:pt x="4377" y="154"/>
                  </a:lnTo>
                  <a:lnTo>
                    <a:pt x="4336" y="140"/>
                  </a:lnTo>
                  <a:lnTo>
                    <a:pt x="4301" y="126"/>
                  </a:lnTo>
                  <a:lnTo>
                    <a:pt x="4260" y="112"/>
                  </a:lnTo>
                  <a:lnTo>
                    <a:pt x="4225" y="105"/>
                  </a:lnTo>
                  <a:lnTo>
                    <a:pt x="4183" y="91"/>
                  </a:lnTo>
                  <a:lnTo>
                    <a:pt x="4149" y="84"/>
                  </a:lnTo>
                  <a:lnTo>
                    <a:pt x="4107" y="70"/>
                  </a:lnTo>
                  <a:lnTo>
                    <a:pt x="4072" y="63"/>
                  </a:lnTo>
                  <a:lnTo>
                    <a:pt x="4031" y="56"/>
                  </a:lnTo>
                  <a:lnTo>
                    <a:pt x="3989" y="50"/>
                  </a:lnTo>
                  <a:lnTo>
                    <a:pt x="3947" y="43"/>
                  </a:lnTo>
                  <a:lnTo>
                    <a:pt x="3913" y="36"/>
                  </a:lnTo>
                  <a:lnTo>
                    <a:pt x="3871" y="29"/>
                  </a:lnTo>
                  <a:lnTo>
                    <a:pt x="3830" y="22"/>
                  </a:lnTo>
                  <a:lnTo>
                    <a:pt x="3788" y="15"/>
                  </a:lnTo>
                  <a:lnTo>
                    <a:pt x="3753" y="8"/>
                  </a:lnTo>
                  <a:lnTo>
                    <a:pt x="3698" y="1"/>
                  </a:lnTo>
                  <a:close/>
                </a:path>
              </a:pathLst>
            </a:custGeom>
            <a:solidFill>
              <a:srgbClr val="707F8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294" name="Google Shape;10294;p41"/>
            <p:cNvSpPr/>
            <p:nvPr/>
          </p:nvSpPr>
          <p:spPr>
            <a:xfrm>
              <a:off x="947550" y="3313799"/>
              <a:ext cx="164045" cy="174791"/>
            </a:xfrm>
            <a:custGeom>
              <a:rect b="b" l="l" r="r" t="t"/>
              <a:pathLst>
                <a:path extrusionOk="0" h="6653" w="6244">
                  <a:moveTo>
                    <a:pt x="2540" y="1"/>
                  </a:moveTo>
                  <a:lnTo>
                    <a:pt x="2491" y="8"/>
                  </a:lnTo>
                  <a:lnTo>
                    <a:pt x="2456" y="15"/>
                  </a:lnTo>
                  <a:lnTo>
                    <a:pt x="2415" y="15"/>
                  </a:lnTo>
                  <a:lnTo>
                    <a:pt x="2373" y="22"/>
                  </a:lnTo>
                  <a:lnTo>
                    <a:pt x="2331" y="29"/>
                  </a:lnTo>
                  <a:lnTo>
                    <a:pt x="2297" y="36"/>
                  </a:lnTo>
                  <a:lnTo>
                    <a:pt x="2248" y="43"/>
                  </a:lnTo>
                  <a:lnTo>
                    <a:pt x="2214" y="50"/>
                  </a:lnTo>
                  <a:lnTo>
                    <a:pt x="2172" y="63"/>
                  </a:lnTo>
                  <a:lnTo>
                    <a:pt x="2137" y="70"/>
                  </a:lnTo>
                  <a:lnTo>
                    <a:pt x="2096" y="84"/>
                  </a:lnTo>
                  <a:lnTo>
                    <a:pt x="2061" y="91"/>
                  </a:lnTo>
                  <a:lnTo>
                    <a:pt x="2019" y="105"/>
                  </a:lnTo>
                  <a:lnTo>
                    <a:pt x="1978" y="112"/>
                  </a:lnTo>
                  <a:lnTo>
                    <a:pt x="1936" y="126"/>
                  </a:lnTo>
                  <a:lnTo>
                    <a:pt x="1901" y="133"/>
                  </a:lnTo>
                  <a:lnTo>
                    <a:pt x="1860" y="147"/>
                  </a:lnTo>
                  <a:lnTo>
                    <a:pt x="1832" y="161"/>
                  </a:lnTo>
                  <a:lnTo>
                    <a:pt x="1783" y="174"/>
                  </a:lnTo>
                  <a:lnTo>
                    <a:pt x="1756" y="188"/>
                  </a:lnTo>
                  <a:lnTo>
                    <a:pt x="1707" y="202"/>
                  </a:lnTo>
                  <a:lnTo>
                    <a:pt x="1679" y="216"/>
                  </a:lnTo>
                  <a:lnTo>
                    <a:pt x="1610" y="244"/>
                  </a:lnTo>
                  <a:lnTo>
                    <a:pt x="1589" y="251"/>
                  </a:lnTo>
                  <a:lnTo>
                    <a:pt x="1534" y="272"/>
                  </a:lnTo>
                  <a:lnTo>
                    <a:pt x="1506" y="285"/>
                  </a:lnTo>
                  <a:lnTo>
                    <a:pt x="1464" y="306"/>
                  </a:lnTo>
                  <a:lnTo>
                    <a:pt x="1430" y="327"/>
                  </a:lnTo>
                  <a:lnTo>
                    <a:pt x="1395" y="341"/>
                  </a:lnTo>
                  <a:lnTo>
                    <a:pt x="1360" y="362"/>
                  </a:lnTo>
                  <a:lnTo>
                    <a:pt x="1326" y="382"/>
                  </a:lnTo>
                  <a:lnTo>
                    <a:pt x="1291" y="396"/>
                  </a:lnTo>
                  <a:lnTo>
                    <a:pt x="1256" y="417"/>
                  </a:lnTo>
                  <a:lnTo>
                    <a:pt x="1222" y="438"/>
                  </a:lnTo>
                  <a:lnTo>
                    <a:pt x="1187" y="459"/>
                  </a:lnTo>
                  <a:lnTo>
                    <a:pt x="1152" y="480"/>
                  </a:lnTo>
                  <a:lnTo>
                    <a:pt x="1125" y="500"/>
                  </a:lnTo>
                  <a:lnTo>
                    <a:pt x="1090" y="521"/>
                  </a:lnTo>
                  <a:lnTo>
                    <a:pt x="1055" y="542"/>
                  </a:lnTo>
                  <a:lnTo>
                    <a:pt x="1020" y="563"/>
                  </a:lnTo>
                  <a:lnTo>
                    <a:pt x="993" y="584"/>
                  </a:lnTo>
                  <a:lnTo>
                    <a:pt x="958" y="604"/>
                  </a:lnTo>
                  <a:lnTo>
                    <a:pt x="951" y="611"/>
                  </a:lnTo>
                  <a:cubicBezTo>
                    <a:pt x="1" y="2810"/>
                    <a:pt x="792" y="5377"/>
                    <a:pt x="2817" y="6653"/>
                  </a:cubicBezTo>
                  <a:lnTo>
                    <a:pt x="2900" y="6653"/>
                  </a:lnTo>
                  <a:cubicBezTo>
                    <a:pt x="4551" y="6653"/>
                    <a:pt x="5945" y="5453"/>
                    <a:pt x="6195" y="3823"/>
                  </a:cubicBezTo>
                  <a:cubicBezTo>
                    <a:pt x="6209" y="3767"/>
                    <a:pt x="6216" y="3712"/>
                    <a:pt x="6216" y="3656"/>
                  </a:cubicBezTo>
                  <a:cubicBezTo>
                    <a:pt x="6230" y="3545"/>
                    <a:pt x="6236" y="3427"/>
                    <a:pt x="6236" y="3316"/>
                  </a:cubicBezTo>
                  <a:lnTo>
                    <a:pt x="6236" y="3199"/>
                  </a:lnTo>
                  <a:cubicBezTo>
                    <a:pt x="6243" y="3192"/>
                    <a:pt x="6243" y="3185"/>
                    <a:pt x="6243" y="3171"/>
                  </a:cubicBezTo>
                  <a:cubicBezTo>
                    <a:pt x="6236" y="3095"/>
                    <a:pt x="6230" y="3025"/>
                    <a:pt x="6223" y="2949"/>
                  </a:cubicBezTo>
                  <a:lnTo>
                    <a:pt x="6223" y="2921"/>
                  </a:lnTo>
                  <a:cubicBezTo>
                    <a:pt x="6216" y="2845"/>
                    <a:pt x="6202" y="2769"/>
                    <a:pt x="6188" y="2699"/>
                  </a:cubicBezTo>
                  <a:lnTo>
                    <a:pt x="6188" y="2671"/>
                  </a:lnTo>
                  <a:cubicBezTo>
                    <a:pt x="6174" y="2602"/>
                    <a:pt x="6153" y="2526"/>
                    <a:pt x="6139" y="2456"/>
                  </a:cubicBezTo>
                  <a:lnTo>
                    <a:pt x="6132" y="2429"/>
                  </a:lnTo>
                  <a:cubicBezTo>
                    <a:pt x="6112" y="2359"/>
                    <a:pt x="6091" y="2290"/>
                    <a:pt x="6063" y="2221"/>
                  </a:cubicBezTo>
                  <a:lnTo>
                    <a:pt x="6056" y="2193"/>
                  </a:lnTo>
                  <a:cubicBezTo>
                    <a:pt x="6028" y="2123"/>
                    <a:pt x="6008" y="2061"/>
                    <a:pt x="5973" y="1992"/>
                  </a:cubicBezTo>
                  <a:lnTo>
                    <a:pt x="5966" y="1971"/>
                  </a:lnTo>
                  <a:cubicBezTo>
                    <a:pt x="5938" y="1902"/>
                    <a:pt x="5904" y="1839"/>
                    <a:pt x="5869" y="1770"/>
                  </a:cubicBezTo>
                  <a:lnTo>
                    <a:pt x="5862" y="1749"/>
                  </a:lnTo>
                  <a:cubicBezTo>
                    <a:pt x="5827" y="1686"/>
                    <a:pt x="5786" y="1624"/>
                    <a:pt x="5751" y="1562"/>
                  </a:cubicBezTo>
                  <a:lnTo>
                    <a:pt x="5737" y="1541"/>
                  </a:lnTo>
                  <a:cubicBezTo>
                    <a:pt x="5578" y="1284"/>
                    <a:pt x="5383" y="1055"/>
                    <a:pt x="5161" y="854"/>
                  </a:cubicBezTo>
                  <a:lnTo>
                    <a:pt x="5134" y="826"/>
                  </a:lnTo>
                  <a:lnTo>
                    <a:pt x="5106" y="799"/>
                  </a:lnTo>
                  <a:lnTo>
                    <a:pt x="5078" y="778"/>
                  </a:lnTo>
                  <a:lnTo>
                    <a:pt x="5043" y="750"/>
                  </a:lnTo>
                  <a:lnTo>
                    <a:pt x="5016" y="729"/>
                  </a:lnTo>
                  <a:lnTo>
                    <a:pt x="4988" y="702"/>
                  </a:lnTo>
                  <a:lnTo>
                    <a:pt x="4953" y="681"/>
                  </a:lnTo>
                  <a:lnTo>
                    <a:pt x="4926" y="653"/>
                  </a:lnTo>
                  <a:lnTo>
                    <a:pt x="4891" y="632"/>
                  </a:lnTo>
                  <a:lnTo>
                    <a:pt x="4863" y="611"/>
                  </a:lnTo>
                  <a:lnTo>
                    <a:pt x="4828" y="584"/>
                  </a:lnTo>
                  <a:lnTo>
                    <a:pt x="4801" y="563"/>
                  </a:lnTo>
                  <a:lnTo>
                    <a:pt x="4766" y="542"/>
                  </a:lnTo>
                  <a:lnTo>
                    <a:pt x="4731" y="521"/>
                  </a:lnTo>
                  <a:lnTo>
                    <a:pt x="4697" y="500"/>
                  </a:lnTo>
                  <a:lnTo>
                    <a:pt x="4669" y="480"/>
                  </a:lnTo>
                  <a:lnTo>
                    <a:pt x="4634" y="459"/>
                  </a:lnTo>
                  <a:lnTo>
                    <a:pt x="4600" y="438"/>
                  </a:lnTo>
                  <a:lnTo>
                    <a:pt x="4565" y="417"/>
                  </a:lnTo>
                  <a:lnTo>
                    <a:pt x="4530" y="396"/>
                  </a:lnTo>
                  <a:lnTo>
                    <a:pt x="4496" y="382"/>
                  </a:lnTo>
                  <a:lnTo>
                    <a:pt x="4461" y="362"/>
                  </a:lnTo>
                  <a:lnTo>
                    <a:pt x="4426" y="348"/>
                  </a:lnTo>
                  <a:lnTo>
                    <a:pt x="4391" y="327"/>
                  </a:lnTo>
                  <a:lnTo>
                    <a:pt x="4357" y="306"/>
                  </a:lnTo>
                  <a:lnTo>
                    <a:pt x="4315" y="292"/>
                  </a:lnTo>
                  <a:lnTo>
                    <a:pt x="4287" y="278"/>
                  </a:lnTo>
                  <a:lnTo>
                    <a:pt x="4232" y="251"/>
                  </a:lnTo>
                  <a:lnTo>
                    <a:pt x="4211" y="244"/>
                  </a:lnTo>
                  <a:lnTo>
                    <a:pt x="4142" y="216"/>
                  </a:lnTo>
                  <a:lnTo>
                    <a:pt x="4114" y="202"/>
                  </a:lnTo>
                  <a:lnTo>
                    <a:pt x="4065" y="188"/>
                  </a:lnTo>
                  <a:lnTo>
                    <a:pt x="4038" y="174"/>
                  </a:lnTo>
                  <a:lnTo>
                    <a:pt x="3989" y="161"/>
                  </a:lnTo>
                  <a:lnTo>
                    <a:pt x="3954" y="154"/>
                  </a:lnTo>
                  <a:lnTo>
                    <a:pt x="3913" y="140"/>
                  </a:lnTo>
                  <a:lnTo>
                    <a:pt x="3878" y="126"/>
                  </a:lnTo>
                  <a:lnTo>
                    <a:pt x="3837" y="112"/>
                  </a:lnTo>
                  <a:lnTo>
                    <a:pt x="3802" y="105"/>
                  </a:lnTo>
                  <a:lnTo>
                    <a:pt x="3760" y="91"/>
                  </a:lnTo>
                  <a:lnTo>
                    <a:pt x="3726" y="84"/>
                  </a:lnTo>
                  <a:lnTo>
                    <a:pt x="3684" y="70"/>
                  </a:lnTo>
                  <a:lnTo>
                    <a:pt x="3649" y="63"/>
                  </a:lnTo>
                  <a:lnTo>
                    <a:pt x="3608" y="56"/>
                  </a:lnTo>
                  <a:lnTo>
                    <a:pt x="3566" y="50"/>
                  </a:lnTo>
                  <a:lnTo>
                    <a:pt x="3524" y="43"/>
                  </a:lnTo>
                  <a:lnTo>
                    <a:pt x="3490" y="36"/>
                  </a:lnTo>
                  <a:lnTo>
                    <a:pt x="3448" y="29"/>
                  </a:lnTo>
                  <a:lnTo>
                    <a:pt x="3407" y="22"/>
                  </a:lnTo>
                  <a:lnTo>
                    <a:pt x="3365" y="15"/>
                  </a:lnTo>
                  <a:lnTo>
                    <a:pt x="3330" y="8"/>
                  </a:lnTo>
                  <a:lnTo>
                    <a:pt x="3275" y="1"/>
                  </a:lnTo>
                  <a:close/>
                </a:path>
              </a:pathLst>
            </a:custGeom>
            <a:solidFill>
              <a:srgbClr val="51637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295" name="Google Shape;10295;p41"/>
            <p:cNvSpPr/>
            <p:nvPr/>
          </p:nvSpPr>
          <p:spPr>
            <a:xfrm>
              <a:off x="1017724" y="3215146"/>
              <a:ext cx="12585" cy="48578"/>
            </a:xfrm>
            <a:custGeom>
              <a:rect b="b" l="l" r="r" t="t"/>
              <a:pathLst>
                <a:path extrusionOk="0" h="1849" w="479">
                  <a:moveTo>
                    <a:pt x="240" y="0"/>
                  </a:moveTo>
                  <a:cubicBezTo>
                    <a:pt x="120" y="0"/>
                    <a:pt x="0" y="80"/>
                    <a:pt x="0" y="239"/>
                  </a:cubicBezTo>
                  <a:lnTo>
                    <a:pt x="0" y="1613"/>
                  </a:lnTo>
                  <a:cubicBezTo>
                    <a:pt x="0" y="1745"/>
                    <a:pt x="104" y="1849"/>
                    <a:pt x="236" y="1849"/>
                  </a:cubicBezTo>
                  <a:cubicBezTo>
                    <a:pt x="368" y="1849"/>
                    <a:pt x="479" y="1738"/>
                    <a:pt x="479" y="1606"/>
                  </a:cubicBezTo>
                  <a:lnTo>
                    <a:pt x="479" y="239"/>
                  </a:lnTo>
                  <a:cubicBezTo>
                    <a:pt x="479" y="80"/>
                    <a:pt x="359" y="0"/>
                    <a:pt x="240" y="0"/>
                  </a:cubicBezTo>
                  <a:close/>
                </a:path>
              </a:pathLst>
            </a:custGeom>
            <a:solidFill>
              <a:srgbClr val="AAB8C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296" name="Google Shape;10296;p41"/>
            <p:cNvSpPr/>
            <p:nvPr/>
          </p:nvSpPr>
          <p:spPr>
            <a:xfrm>
              <a:off x="1017724" y="3538219"/>
              <a:ext cx="12585" cy="48604"/>
            </a:xfrm>
            <a:custGeom>
              <a:rect b="b" l="l" r="r" t="t"/>
              <a:pathLst>
                <a:path extrusionOk="0" h="1850" w="479">
                  <a:moveTo>
                    <a:pt x="237" y="1"/>
                  </a:moveTo>
                  <a:cubicBezTo>
                    <a:pt x="118" y="1"/>
                    <a:pt x="0" y="81"/>
                    <a:pt x="0" y="240"/>
                  </a:cubicBezTo>
                  <a:lnTo>
                    <a:pt x="0" y="1614"/>
                  </a:lnTo>
                  <a:cubicBezTo>
                    <a:pt x="0" y="1745"/>
                    <a:pt x="104" y="1849"/>
                    <a:pt x="236" y="1849"/>
                  </a:cubicBezTo>
                  <a:cubicBezTo>
                    <a:pt x="368" y="1849"/>
                    <a:pt x="479" y="1745"/>
                    <a:pt x="479" y="1614"/>
                  </a:cubicBezTo>
                  <a:lnTo>
                    <a:pt x="479" y="240"/>
                  </a:lnTo>
                  <a:cubicBezTo>
                    <a:pt x="475" y="81"/>
                    <a:pt x="356" y="1"/>
                    <a:pt x="237" y="1"/>
                  </a:cubicBezTo>
                  <a:close/>
                </a:path>
              </a:pathLst>
            </a:custGeom>
            <a:solidFill>
              <a:srgbClr val="AAB8C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297" name="Google Shape;10297;p41"/>
            <p:cNvSpPr/>
            <p:nvPr/>
          </p:nvSpPr>
          <p:spPr>
            <a:xfrm>
              <a:off x="925901" y="3238975"/>
              <a:ext cx="34259" cy="43875"/>
            </a:xfrm>
            <a:custGeom>
              <a:rect b="b" l="l" r="r" t="t"/>
              <a:pathLst>
                <a:path extrusionOk="0" h="1670" w="1304">
                  <a:moveTo>
                    <a:pt x="327" y="0"/>
                  </a:moveTo>
                  <a:cubicBezTo>
                    <a:pt x="163" y="0"/>
                    <a:pt x="1" y="173"/>
                    <a:pt x="110" y="359"/>
                  </a:cubicBezTo>
                  <a:lnTo>
                    <a:pt x="797" y="1552"/>
                  </a:lnTo>
                  <a:cubicBezTo>
                    <a:pt x="839" y="1621"/>
                    <a:pt x="915" y="1670"/>
                    <a:pt x="998" y="1670"/>
                  </a:cubicBezTo>
                  <a:lnTo>
                    <a:pt x="1005" y="1670"/>
                  </a:lnTo>
                  <a:cubicBezTo>
                    <a:pt x="1186" y="1670"/>
                    <a:pt x="1303" y="1469"/>
                    <a:pt x="1206" y="1309"/>
                  </a:cubicBezTo>
                  <a:lnTo>
                    <a:pt x="527" y="123"/>
                  </a:lnTo>
                  <a:cubicBezTo>
                    <a:pt x="477" y="36"/>
                    <a:pt x="402" y="0"/>
                    <a:pt x="327" y="0"/>
                  </a:cubicBezTo>
                  <a:close/>
                </a:path>
              </a:pathLst>
            </a:custGeom>
            <a:solidFill>
              <a:srgbClr val="AAB8C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298" name="Google Shape;10298;p41"/>
            <p:cNvSpPr/>
            <p:nvPr/>
          </p:nvSpPr>
          <p:spPr>
            <a:xfrm>
              <a:off x="1087556" y="3518961"/>
              <a:ext cx="34049" cy="43796"/>
            </a:xfrm>
            <a:custGeom>
              <a:rect b="b" l="l" r="r" t="t"/>
              <a:pathLst>
                <a:path extrusionOk="0" h="1667" w="1296">
                  <a:moveTo>
                    <a:pt x="321" y="0"/>
                  </a:moveTo>
                  <a:cubicBezTo>
                    <a:pt x="159" y="0"/>
                    <a:pt x="0" y="170"/>
                    <a:pt x="110" y="356"/>
                  </a:cubicBezTo>
                  <a:lnTo>
                    <a:pt x="790" y="1549"/>
                  </a:lnTo>
                  <a:cubicBezTo>
                    <a:pt x="831" y="1618"/>
                    <a:pt x="914" y="1667"/>
                    <a:pt x="998" y="1667"/>
                  </a:cubicBezTo>
                  <a:cubicBezTo>
                    <a:pt x="1178" y="1667"/>
                    <a:pt x="1296" y="1466"/>
                    <a:pt x="1206" y="1306"/>
                  </a:cubicBezTo>
                  <a:lnTo>
                    <a:pt x="519" y="120"/>
                  </a:lnTo>
                  <a:cubicBezTo>
                    <a:pt x="469" y="35"/>
                    <a:pt x="395" y="0"/>
                    <a:pt x="321" y="0"/>
                  </a:cubicBezTo>
                  <a:close/>
                </a:path>
              </a:pathLst>
            </a:custGeom>
            <a:solidFill>
              <a:srgbClr val="AAB8C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299" name="Google Shape;10299;p41"/>
            <p:cNvSpPr/>
            <p:nvPr/>
          </p:nvSpPr>
          <p:spPr>
            <a:xfrm>
              <a:off x="859274" y="3304788"/>
              <a:ext cx="49130" cy="30739"/>
            </a:xfrm>
            <a:custGeom>
              <a:rect b="b" l="l" r="r" t="t"/>
              <a:pathLst>
                <a:path extrusionOk="0" h="1170" w="1870">
                  <a:moveTo>
                    <a:pt x="346" y="0"/>
                  </a:moveTo>
                  <a:cubicBezTo>
                    <a:pt x="133" y="0"/>
                    <a:pt x="0" y="314"/>
                    <a:pt x="233" y="448"/>
                  </a:cubicBezTo>
                  <a:lnTo>
                    <a:pt x="1419" y="1135"/>
                  </a:lnTo>
                  <a:cubicBezTo>
                    <a:pt x="1453" y="1156"/>
                    <a:pt x="1495" y="1162"/>
                    <a:pt x="1537" y="1169"/>
                  </a:cubicBezTo>
                  <a:lnTo>
                    <a:pt x="1544" y="1169"/>
                  </a:lnTo>
                  <a:cubicBezTo>
                    <a:pt x="1786" y="1169"/>
                    <a:pt x="1870" y="843"/>
                    <a:pt x="1661" y="725"/>
                  </a:cubicBezTo>
                  <a:lnTo>
                    <a:pt x="475" y="39"/>
                  </a:lnTo>
                  <a:cubicBezTo>
                    <a:pt x="431" y="12"/>
                    <a:pt x="387" y="0"/>
                    <a:pt x="346" y="0"/>
                  </a:cubicBezTo>
                  <a:close/>
                </a:path>
              </a:pathLst>
            </a:custGeom>
            <a:solidFill>
              <a:srgbClr val="AAB8C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300" name="Google Shape;10300;p41"/>
            <p:cNvSpPr/>
            <p:nvPr/>
          </p:nvSpPr>
          <p:spPr>
            <a:xfrm>
              <a:off x="1139103" y="3466311"/>
              <a:ext cx="49024" cy="30660"/>
            </a:xfrm>
            <a:custGeom>
              <a:rect b="b" l="l" r="r" t="t"/>
              <a:pathLst>
                <a:path extrusionOk="0" h="1167" w="1866">
                  <a:moveTo>
                    <a:pt x="346" y="0"/>
                  </a:moveTo>
                  <a:cubicBezTo>
                    <a:pt x="133" y="0"/>
                    <a:pt x="0" y="318"/>
                    <a:pt x="229" y="452"/>
                  </a:cubicBezTo>
                  <a:lnTo>
                    <a:pt x="1422" y="1139"/>
                  </a:lnTo>
                  <a:cubicBezTo>
                    <a:pt x="1456" y="1160"/>
                    <a:pt x="1498" y="1167"/>
                    <a:pt x="1540" y="1167"/>
                  </a:cubicBezTo>
                  <a:cubicBezTo>
                    <a:pt x="1782" y="1167"/>
                    <a:pt x="1866" y="848"/>
                    <a:pt x="1658" y="723"/>
                  </a:cubicBezTo>
                  <a:lnTo>
                    <a:pt x="471" y="36"/>
                  </a:lnTo>
                  <a:cubicBezTo>
                    <a:pt x="428" y="11"/>
                    <a:pt x="386" y="0"/>
                    <a:pt x="346" y="0"/>
                  </a:cubicBezTo>
                  <a:close/>
                </a:path>
              </a:pathLst>
            </a:custGeom>
            <a:solidFill>
              <a:srgbClr val="AAB8C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301" name="Google Shape;10301;p41"/>
            <p:cNvSpPr/>
            <p:nvPr/>
          </p:nvSpPr>
          <p:spPr>
            <a:xfrm>
              <a:off x="836023" y="3394719"/>
              <a:ext cx="52703" cy="12611"/>
            </a:xfrm>
            <a:custGeom>
              <a:rect b="b" l="l" r="r" t="t"/>
              <a:pathLst>
                <a:path extrusionOk="0" h="480" w="2006">
                  <a:moveTo>
                    <a:pt x="320" y="1"/>
                  </a:moveTo>
                  <a:cubicBezTo>
                    <a:pt x="1" y="1"/>
                    <a:pt x="1" y="472"/>
                    <a:pt x="320" y="479"/>
                  </a:cubicBezTo>
                  <a:lnTo>
                    <a:pt x="1693" y="479"/>
                  </a:lnTo>
                  <a:cubicBezTo>
                    <a:pt x="2005" y="479"/>
                    <a:pt x="2005" y="1"/>
                    <a:pt x="1693" y="1"/>
                  </a:cubicBezTo>
                  <a:close/>
                </a:path>
              </a:pathLst>
            </a:custGeom>
            <a:solidFill>
              <a:srgbClr val="AAB8C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302" name="Google Shape;10302;p41"/>
            <p:cNvSpPr/>
            <p:nvPr/>
          </p:nvSpPr>
          <p:spPr>
            <a:xfrm>
              <a:off x="1159122" y="3394719"/>
              <a:ext cx="52703" cy="12611"/>
            </a:xfrm>
            <a:custGeom>
              <a:rect b="b" l="l" r="r" t="t"/>
              <a:pathLst>
                <a:path extrusionOk="0" h="480" w="2006">
                  <a:moveTo>
                    <a:pt x="320" y="1"/>
                  </a:moveTo>
                  <a:cubicBezTo>
                    <a:pt x="1" y="1"/>
                    <a:pt x="1" y="479"/>
                    <a:pt x="320" y="479"/>
                  </a:cubicBezTo>
                  <a:lnTo>
                    <a:pt x="1693" y="479"/>
                  </a:lnTo>
                  <a:cubicBezTo>
                    <a:pt x="2005" y="472"/>
                    <a:pt x="2005" y="1"/>
                    <a:pt x="1693" y="1"/>
                  </a:cubicBezTo>
                  <a:close/>
                </a:path>
              </a:pathLst>
            </a:custGeom>
            <a:solidFill>
              <a:srgbClr val="AAB8C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303" name="Google Shape;10303;p41"/>
            <p:cNvSpPr/>
            <p:nvPr/>
          </p:nvSpPr>
          <p:spPr>
            <a:xfrm>
              <a:off x="859721" y="3466311"/>
              <a:ext cx="49182" cy="30660"/>
            </a:xfrm>
            <a:custGeom>
              <a:rect b="b" l="l" r="r" t="t"/>
              <a:pathLst>
                <a:path extrusionOk="0" h="1167" w="1872">
                  <a:moveTo>
                    <a:pt x="1525" y="0"/>
                  </a:moveTo>
                  <a:cubicBezTo>
                    <a:pt x="1486" y="0"/>
                    <a:pt x="1444" y="11"/>
                    <a:pt x="1402" y="36"/>
                  </a:cubicBezTo>
                  <a:lnTo>
                    <a:pt x="216" y="723"/>
                  </a:lnTo>
                  <a:cubicBezTo>
                    <a:pt x="1" y="848"/>
                    <a:pt x="91" y="1167"/>
                    <a:pt x="334" y="1167"/>
                  </a:cubicBezTo>
                  <a:cubicBezTo>
                    <a:pt x="375" y="1167"/>
                    <a:pt x="417" y="1153"/>
                    <a:pt x="458" y="1132"/>
                  </a:cubicBezTo>
                  <a:lnTo>
                    <a:pt x="1638" y="452"/>
                  </a:lnTo>
                  <a:cubicBezTo>
                    <a:pt x="1872" y="318"/>
                    <a:pt x="1735" y="0"/>
                    <a:pt x="1525" y="0"/>
                  </a:cubicBezTo>
                  <a:close/>
                </a:path>
              </a:pathLst>
            </a:custGeom>
            <a:solidFill>
              <a:srgbClr val="AAB8C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304" name="Google Shape;10304;p41"/>
            <p:cNvSpPr/>
            <p:nvPr/>
          </p:nvSpPr>
          <p:spPr>
            <a:xfrm>
              <a:off x="1139628" y="3304840"/>
              <a:ext cx="49024" cy="30686"/>
            </a:xfrm>
            <a:custGeom>
              <a:rect b="b" l="l" r="r" t="t"/>
              <a:pathLst>
                <a:path extrusionOk="0" h="1168" w="1866">
                  <a:moveTo>
                    <a:pt x="1526" y="1"/>
                  </a:moveTo>
                  <a:cubicBezTo>
                    <a:pt x="1486" y="1"/>
                    <a:pt x="1445" y="12"/>
                    <a:pt x="1402" y="37"/>
                  </a:cubicBezTo>
                  <a:lnTo>
                    <a:pt x="209" y="723"/>
                  </a:lnTo>
                  <a:cubicBezTo>
                    <a:pt x="1" y="841"/>
                    <a:pt x="84" y="1167"/>
                    <a:pt x="334" y="1167"/>
                  </a:cubicBezTo>
                  <a:cubicBezTo>
                    <a:pt x="375" y="1167"/>
                    <a:pt x="410" y="1154"/>
                    <a:pt x="451" y="1133"/>
                  </a:cubicBezTo>
                  <a:lnTo>
                    <a:pt x="1638" y="446"/>
                  </a:lnTo>
                  <a:cubicBezTo>
                    <a:pt x="1865" y="312"/>
                    <a:pt x="1734" y="1"/>
                    <a:pt x="1526" y="1"/>
                  </a:cubicBezTo>
                  <a:close/>
                </a:path>
              </a:pathLst>
            </a:custGeom>
            <a:solidFill>
              <a:srgbClr val="AAB8C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305" name="Google Shape;10305;p41"/>
            <p:cNvSpPr/>
            <p:nvPr/>
          </p:nvSpPr>
          <p:spPr>
            <a:xfrm>
              <a:off x="926427" y="3518961"/>
              <a:ext cx="34075" cy="43796"/>
            </a:xfrm>
            <a:custGeom>
              <a:rect b="b" l="l" r="r" t="t"/>
              <a:pathLst>
                <a:path extrusionOk="0" h="1667" w="1297">
                  <a:moveTo>
                    <a:pt x="975" y="0"/>
                  </a:moveTo>
                  <a:cubicBezTo>
                    <a:pt x="901" y="0"/>
                    <a:pt x="827" y="35"/>
                    <a:pt x="777" y="120"/>
                  </a:cubicBezTo>
                  <a:lnTo>
                    <a:pt x="90" y="1313"/>
                  </a:lnTo>
                  <a:cubicBezTo>
                    <a:pt x="0" y="1466"/>
                    <a:pt x="111" y="1667"/>
                    <a:pt x="299" y="1667"/>
                  </a:cubicBezTo>
                  <a:cubicBezTo>
                    <a:pt x="382" y="1667"/>
                    <a:pt x="458" y="1618"/>
                    <a:pt x="507" y="1549"/>
                  </a:cubicBezTo>
                  <a:lnTo>
                    <a:pt x="1186" y="356"/>
                  </a:lnTo>
                  <a:cubicBezTo>
                    <a:pt x="1296" y="170"/>
                    <a:pt x="1137" y="0"/>
                    <a:pt x="975" y="0"/>
                  </a:cubicBezTo>
                  <a:close/>
                </a:path>
              </a:pathLst>
            </a:custGeom>
            <a:solidFill>
              <a:srgbClr val="AAB8C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306" name="Google Shape;10306;p41"/>
            <p:cNvSpPr/>
            <p:nvPr/>
          </p:nvSpPr>
          <p:spPr>
            <a:xfrm>
              <a:off x="1087871" y="3239106"/>
              <a:ext cx="34233" cy="43744"/>
            </a:xfrm>
            <a:custGeom>
              <a:rect b="b" l="l" r="r" t="t"/>
              <a:pathLst>
                <a:path extrusionOk="0" h="1665" w="1303">
                  <a:moveTo>
                    <a:pt x="980" y="1"/>
                  </a:moveTo>
                  <a:cubicBezTo>
                    <a:pt x="904" y="1"/>
                    <a:pt x="828" y="37"/>
                    <a:pt x="778" y="125"/>
                  </a:cubicBezTo>
                  <a:lnTo>
                    <a:pt x="98" y="1311"/>
                  </a:lnTo>
                  <a:cubicBezTo>
                    <a:pt x="1" y="1471"/>
                    <a:pt x="119" y="1665"/>
                    <a:pt x="299" y="1665"/>
                  </a:cubicBezTo>
                  <a:cubicBezTo>
                    <a:pt x="382" y="1665"/>
                    <a:pt x="465" y="1616"/>
                    <a:pt x="507" y="1547"/>
                  </a:cubicBezTo>
                  <a:lnTo>
                    <a:pt x="1194" y="361"/>
                  </a:lnTo>
                  <a:cubicBezTo>
                    <a:pt x="1303" y="171"/>
                    <a:pt x="1143" y="1"/>
                    <a:pt x="980" y="1"/>
                  </a:cubicBezTo>
                  <a:close/>
                </a:path>
              </a:pathLst>
            </a:custGeom>
            <a:solidFill>
              <a:srgbClr val="AAB8C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0307" name="Google Shape;10307;p41"/>
          <p:cNvGrpSpPr/>
          <p:nvPr/>
        </p:nvGrpSpPr>
        <p:grpSpPr>
          <a:xfrm>
            <a:off x="1356297" y="3210890"/>
            <a:ext cx="431368" cy="380189"/>
            <a:chOff x="1356297" y="3210890"/>
            <a:chExt cx="431368" cy="380189"/>
          </a:xfrm>
        </p:grpSpPr>
        <p:sp>
          <p:nvSpPr>
            <p:cNvPr id="10308" name="Google Shape;10308;p41"/>
            <p:cNvSpPr/>
            <p:nvPr/>
          </p:nvSpPr>
          <p:spPr>
            <a:xfrm>
              <a:off x="1418432" y="3271343"/>
              <a:ext cx="191369" cy="190843"/>
            </a:xfrm>
            <a:custGeom>
              <a:rect b="b" l="l" r="r" t="t"/>
              <a:pathLst>
                <a:path extrusionOk="0" h="7264" w="7284">
                  <a:moveTo>
                    <a:pt x="3642" y="1"/>
                  </a:moveTo>
                  <a:cubicBezTo>
                    <a:pt x="1631" y="1"/>
                    <a:pt x="1" y="1631"/>
                    <a:pt x="1" y="3642"/>
                  </a:cubicBezTo>
                  <a:lnTo>
                    <a:pt x="1" y="3739"/>
                  </a:lnTo>
                  <a:lnTo>
                    <a:pt x="1" y="3774"/>
                  </a:lnTo>
                  <a:lnTo>
                    <a:pt x="1" y="3837"/>
                  </a:lnTo>
                  <a:lnTo>
                    <a:pt x="1" y="3878"/>
                  </a:lnTo>
                  <a:lnTo>
                    <a:pt x="1" y="3934"/>
                  </a:lnTo>
                  <a:lnTo>
                    <a:pt x="1" y="3975"/>
                  </a:lnTo>
                  <a:cubicBezTo>
                    <a:pt x="1" y="3989"/>
                    <a:pt x="1" y="4010"/>
                    <a:pt x="1" y="4031"/>
                  </a:cubicBezTo>
                  <a:lnTo>
                    <a:pt x="8" y="4072"/>
                  </a:lnTo>
                  <a:cubicBezTo>
                    <a:pt x="8" y="4093"/>
                    <a:pt x="8" y="4114"/>
                    <a:pt x="15" y="4128"/>
                  </a:cubicBezTo>
                  <a:lnTo>
                    <a:pt x="22" y="4170"/>
                  </a:lnTo>
                  <a:cubicBezTo>
                    <a:pt x="22" y="4190"/>
                    <a:pt x="29" y="4204"/>
                    <a:pt x="29" y="4225"/>
                  </a:cubicBezTo>
                  <a:lnTo>
                    <a:pt x="36" y="4267"/>
                  </a:lnTo>
                  <a:lnTo>
                    <a:pt x="43" y="4322"/>
                  </a:lnTo>
                  <a:lnTo>
                    <a:pt x="56" y="4357"/>
                  </a:lnTo>
                  <a:cubicBezTo>
                    <a:pt x="56" y="4378"/>
                    <a:pt x="63" y="4398"/>
                    <a:pt x="63" y="4412"/>
                  </a:cubicBezTo>
                  <a:lnTo>
                    <a:pt x="70" y="4454"/>
                  </a:lnTo>
                  <a:cubicBezTo>
                    <a:pt x="77" y="4475"/>
                    <a:pt x="84" y="4496"/>
                    <a:pt x="84" y="4509"/>
                  </a:cubicBezTo>
                  <a:lnTo>
                    <a:pt x="98" y="4544"/>
                  </a:lnTo>
                  <a:cubicBezTo>
                    <a:pt x="98" y="4572"/>
                    <a:pt x="105" y="4593"/>
                    <a:pt x="112" y="4613"/>
                  </a:cubicBezTo>
                  <a:lnTo>
                    <a:pt x="119" y="4634"/>
                  </a:lnTo>
                  <a:cubicBezTo>
                    <a:pt x="126" y="4669"/>
                    <a:pt x="140" y="4697"/>
                    <a:pt x="147" y="4724"/>
                  </a:cubicBezTo>
                  <a:lnTo>
                    <a:pt x="154" y="4745"/>
                  </a:lnTo>
                  <a:cubicBezTo>
                    <a:pt x="160" y="4773"/>
                    <a:pt x="167" y="4794"/>
                    <a:pt x="174" y="4815"/>
                  </a:cubicBezTo>
                  <a:lnTo>
                    <a:pt x="188" y="4849"/>
                  </a:lnTo>
                  <a:lnTo>
                    <a:pt x="209" y="4898"/>
                  </a:lnTo>
                  <a:lnTo>
                    <a:pt x="223" y="4939"/>
                  </a:lnTo>
                  <a:lnTo>
                    <a:pt x="244" y="4988"/>
                  </a:lnTo>
                  <a:lnTo>
                    <a:pt x="258" y="5023"/>
                  </a:lnTo>
                  <a:lnTo>
                    <a:pt x="278" y="5078"/>
                  </a:lnTo>
                  <a:lnTo>
                    <a:pt x="292" y="5113"/>
                  </a:lnTo>
                  <a:lnTo>
                    <a:pt x="313" y="5161"/>
                  </a:lnTo>
                  <a:lnTo>
                    <a:pt x="334" y="5196"/>
                  </a:lnTo>
                  <a:lnTo>
                    <a:pt x="355" y="5245"/>
                  </a:lnTo>
                  <a:lnTo>
                    <a:pt x="376" y="5279"/>
                  </a:lnTo>
                  <a:lnTo>
                    <a:pt x="403" y="5328"/>
                  </a:lnTo>
                  <a:lnTo>
                    <a:pt x="417" y="5363"/>
                  </a:lnTo>
                  <a:lnTo>
                    <a:pt x="445" y="5411"/>
                  </a:lnTo>
                  <a:lnTo>
                    <a:pt x="466" y="5446"/>
                  </a:lnTo>
                  <a:lnTo>
                    <a:pt x="493" y="5501"/>
                  </a:lnTo>
                  <a:lnTo>
                    <a:pt x="507" y="5522"/>
                  </a:lnTo>
                  <a:lnTo>
                    <a:pt x="556" y="5598"/>
                  </a:lnTo>
                  <a:lnTo>
                    <a:pt x="563" y="5612"/>
                  </a:lnTo>
                  <a:lnTo>
                    <a:pt x="611" y="5675"/>
                  </a:lnTo>
                  <a:lnTo>
                    <a:pt x="625" y="5702"/>
                  </a:lnTo>
                  <a:lnTo>
                    <a:pt x="660" y="5751"/>
                  </a:lnTo>
                  <a:lnTo>
                    <a:pt x="681" y="5786"/>
                  </a:lnTo>
                  <a:lnTo>
                    <a:pt x="715" y="5827"/>
                  </a:lnTo>
                  <a:lnTo>
                    <a:pt x="736" y="5855"/>
                  </a:lnTo>
                  <a:lnTo>
                    <a:pt x="771" y="5904"/>
                  </a:lnTo>
                  <a:lnTo>
                    <a:pt x="799" y="5931"/>
                  </a:lnTo>
                  <a:lnTo>
                    <a:pt x="833" y="5973"/>
                  </a:lnTo>
                  <a:lnTo>
                    <a:pt x="854" y="6001"/>
                  </a:lnTo>
                  <a:lnTo>
                    <a:pt x="889" y="6042"/>
                  </a:lnTo>
                  <a:lnTo>
                    <a:pt x="917" y="6070"/>
                  </a:lnTo>
                  <a:lnTo>
                    <a:pt x="951" y="6112"/>
                  </a:lnTo>
                  <a:lnTo>
                    <a:pt x="979" y="6139"/>
                  </a:lnTo>
                  <a:lnTo>
                    <a:pt x="1021" y="6181"/>
                  </a:lnTo>
                  <a:lnTo>
                    <a:pt x="1041" y="6202"/>
                  </a:lnTo>
                  <a:lnTo>
                    <a:pt x="1090" y="6250"/>
                  </a:lnTo>
                  <a:lnTo>
                    <a:pt x="1104" y="6271"/>
                  </a:lnTo>
                  <a:lnTo>
                    <a:pt x="1173" y="6334"/>
                  </a:lnTo>
                  <a:lnTo>
                    <a:pt x="1243" y="6396"/>
                  </a:lnTo>
                  <a:cubicBezTo>
                    <a:pt x="1409" y="6535"/>
                    <a:pt x="1582" y="6660"/>
                    <a:pt x="1770" y="6771"/>
                  </a:cubicBezTo>
                  <a:lnTo>
                    <a:pt x="1784" y="6778"/>
                  </a:lnTo>
                  <a:lnTo>
                    <a:pt x="1860" y="6819"/>
                  </a:lnTo>
                  <a:lnTo>
                    <a:pt x="1881" y="6833"/>
                  </a:lnTo>
                  <a:lnTo>
                    <a:pt x="1971" y="6882"/>
                  </a:lnTo>
                  <a:lnTo>
                    <a:pt x="1992" y="6895"/>
                  </a:lnTo>
                  <a:lnTo>
                    <a:pt x="2068" y="6930"/>
                  </a:lnTo>
                  <a:lnTo>
                    <a:pt x="2096" y="6944"/>
                  </a:lnTo>
                  <a:lnTo>
                    <a:pt x="2179" y="6979"/>
                  </a:lnTo>
                  <a:lnTo>
                    <a:pt x="2200" y="6986"/>
                  </a:lnTo>
                  <a:lnTo>
                    <a:pt x="2297" y="7027"/>
                  </a:lnTo>
                  <a:lnTo>
                    <a:pt x="2325" y="7041"/>
                  </a:lnTo>
                  <a:lnTo>
                    <a:pt x="2401" y="7069"/>
                  </a:lnTo>
                  <a:lnTo>
                    <a:pt x="2429" y="7076"/>
                  </a:lnTo>
                  <a:lnTo>
                    <a:pt x="2519" y="7104"/>
                  </a:lnTo>
                  <a:lnTo>
                    <a:pt x="2533" y="7110"/>
                  </a:lnTo>
                  <a:lnTo>
                    <a:pt x="2637" y="7138"/>
                  </a:lnTo>
                  <a:lnTo>
                    <a:pt x="2664" y="7152"/>
                  </a:lnTo>
                  <a:lnTo>
                    <a:pt x="2741" y="7173"/>
                  </a:lnTo>
                  <a:lnTo>
                    <a:pt x="2775" y="7180"/>
                  </a:lnTo>
                  <a:lnTo>
                    <a:pt x="2873" y="7201"/>
                  </a:lnTo>
                  <a:lnTo>
                    <a:pt x="2886" y="7201"/>
                  </a:lnTo>
                  <a:lnTo>
                    <a:pt x="2990" y="7221"/>
                  </a:lnTo>
                  <a:lnTo>
                    <a:pt x="3018" y="7221"/>
                  </a:lnTo>
                  <a:lnTo>
                    <a:pt x="3101" y="7235"/>
                  </a:lnTo>
                  <a:lnTo>
                    <a:pt x="3136" y="7242"/>
                  </a:lnTo>
                  <a:lnTo>
                    <a:pt x="3240" y="7256"/>
                  </a:lnTo>
                  <a:lnTo>
                    <a:pt x="3247" y="7256"/>
                  </a:lnTo>
                  <a:lnTo>
                    <a:pt x="3358" y="7263"/>
                  </a:lnTo>
                  <a:lnTo>
                    <a:pt x="3892" y="7263"/>
                  </a:lnTo>
                  <a:lnTo>
                    <a:pt x="4003" y="7256"/>
                  </a:lnTo>
                  <a:lnTo>
                    <a:pt x="4010" y="7256"/>
                  </a:lnTo>
                  <a:lnTo>
                    <a:pt x="4107" y="7242"/>
                  </a:lnTo>
                  <a:lnTo>
                    <a:pt x="4142" y="7235"/>
                  </a:lnTo>
                  <a:lnTo>
                    <a:pt x="4232" y="7221"/>
                  </a:lnTo>
                  <a:lnTo>
                    <a:pt x="4260" y="7221"/>
                  </a:lnTo>
                  <a:lnTo>
                    <a:pt x="4371" y="7201"/>
                  </a:lnTo>
                  <a:lnTo>
                    <a:pt x="4378" y="7201"/>
                  </a:lnTo>
                  <a:lnTo>
                    <a:pt x="4475" y="7180"/>
                  </a:lnTo>
                  <a:lnTo>
                    <a:pt x="4509" y="7173"/>
                  </a:lnTo>
                  <a:lnTo>
                    <a:pt x="4586" y="7152"/>
                  </a:lnTo>
                  <a:lnTo>
                    <a:pt x="4614" y="7138"/>
                  </a:lnTo>
                  <a:lnTo>
                    <a:pt x="4718" y="7110"/>
                  </a:lnTo>
                  <a:lnTo>
                    <a:pt x="4731" y="7104"/>
                  </a:lnTo>
                  <a:lnTo>
                    <a:pt x="4822" y="7076"/>
                  </a:lnTo>
                  <a:lnTo>
                    <a:pt x="4849" y="7069"/>
                  </a:lnTo>
                  <a:lnTo>
                    <a:pt x="4933" y="7041"/>
                  </a:lnTo>
                  <a:lnTo>
                    <a:pt x="4953" y="7027"/>
                  </a:lnTo>
                  <a:lnTo>
                    <a:pt x="5051" y="6986"/>
                  </a:lnTo>
                  <a:lnTo>
                    <a:pt x="5071" y="6979"/>
                  </a:lnTo>
                  <a:lnTo>
                    <a:pt x="5155" y="6944"/>
                  </a:lnTo>
                  <a:lnTo>
                    <a:pt x="5182" y="6930"/>
                  </a:lnTo>
                  <a:lnTo>
                    <a:pt x="5259" y="6895"/>
                  </a:lnTo>
                  <a:lnTo>
                    <a:pt x="5279" y="6882"/>
                  </a:lnTo>
                  <a:lnTo>
                    <a:pt x="5377" y="6833"/>
                  </a:lnTo>
                  <a:lnTo>
                    <a:pt x="5397" y="6819"/>
                  </a:lnTo>
                  <a:lnTo>
                    <a:pt x="5467" y="6778"/>
                  </a:lnTo>
                  <a:lnTo>
                    <a:pt x="5481" y="6771"/>
                  </a:lnTo>
                  <a:cubicBezTo>
                    <a:pt x="5668" y="6660"/>
                    <a:pt x="5841" y="6535"/>
                    <a:pt x="6008" y="6396"/>
                  </a:cubicBezTo>
                  <a:lnTo>
                    <a:pt x="6077" y="6334"/>
                  </a:lnTo>
                  <a:lnTo>
                    <a:pt x="6146" y="6271"/>
                  </a:lnTo>
                  <a:lnTo>
                    <a:pt x="6160" y="6250"/>
                  </a:lnTo>
                  <a:lnTo>
                    <a:pt x="6209" y="6202"/>
                  </a:lnTo>
                  <a:lnTo>
                    <a:pt x="6257" y="6181"/>
                  </a:lnTo>
                  <a:lnTo>
                    <a:pt x="6299" y="6139"/>
                  </a:lnTo>
                  <a:lnTo>
                    <a:pt x="6320" y="6112"/>
                  </a:lnTo>
                  <a:lnTo>
                    <a:pt x="6361" y="6070"/>
                  </a:lnTo>
                  <a:lnTo>
                    <a:pt x="6382" y="6042"/>
                  </a:lnTo>
                  <a:lnTo>
                    <a:pt x="6424" y="6001"/>
                  </a:lnTo>
                  <a:lnTo>
                    <a:pt x="6445" y="5973"/>
                  </a:lnTo>
                  <a:lnTo>
                    <a:pt x="6479" y="5931"/>
                  </a:lnTo>
                  <a:lnTo>
                    <a:pt x="6507" y="5904"/>
                  </a:lnTo>
                  <a:lnTo>
                    <a:pt x="6535" y="5855"/>
                  </a:lnTo>
                  <a:lnTo>
                    <a:pt x="6563" y="5827"/>
                  </a:lnTo>
                  <a:lnTo>
                    <a:pt x="6590" y="5786"/>
                  </a:lnTo>
                  <a:lnTo>
                    <a:pt x="6618" y="5751"/>
                  </a:lnTo>
                  <a:lnTo>
                    <a:pt x="6653" y="5702"/>
                  </a:lnTo>
                  <a:lnTo>
                    <a:pt x="6667" y="5675"/>
                  </a:lnTo>
                  <a:lnTo>
                    <a:pt x="6708" y="5612"/>
                  </a:lnTo>
                  <a:lnTo>
                    <a:pt x="6715" y="5598"/>
                  </a:lnTo>
                  <a:lnTo>
                    <a:pt x="6764" y="5522"/>
                  </a:lnTo>
                  <a:lnTo>
                    <a:pt x="6785" y="5501"/>
                  </a:lnTo>
                  <a:lnTo>
                    <a:pt x="6812" y="5446"/>
                  </a:lnTo>
                  <a:lnTo>
                    <a:pt x="6833" y="5411"/>
                  </a:lnTo>
                  <a:lnTo>
                    <a:pt x="6861" y="5363"/>
                  </a:lnTo>
                  <a:lnTo>
                    <a:pt x="6875" y="5328"/>
                  </a:lnTo>
                  <a:lnTo>
                    <a:pt x="6902" y="5279"/>
                  </a:lnTo>
                  <a:lnTo>
                    <a:pt x="6923" y="5245"/>
                  </a:lnTo>
                  <a:lnTo>
                    <a:pt x="6944" y="5196"/>
                  </a:lnTo>
                  <a:lnTo>
                    <a:pt x="6958" y="5161"/>
                  </a:lnTo>
                  <a:lnTo>
                    <a:pt x="6986" y="5113"/>
                  </a:lnTo>
                  <a:lnTo>
                    <a:pt x="7000" y="5078"/>
                  </a:lnTo>
                  <a:lnTo>
                    <a:pt x="7020" y="5023"/>
                  </a:lnTo>
                  <a:lnTo>
                    <a:pt x="7034" y="4988"/>
                  </a:lnTo>
                  <a:lnTo>
                    <a:pt x="7055" y="4939"/>
                  </a:lnTo>
                  <a:lnTo>
                    <a:pt x="7069" y="4898"/>
                  </a:lnTo>
                  <a:lnTo>
                    <a:pt x="7090" y="4849"/>
                  </a:lnTo>
                  <a:lnTo>
                    <a:pt x="7104" y="4815"/>
                  </a:lnTo>
                  <a:lnTo>
                    <a:pt x="7124" y="4745"/>
                  </a:lnTo>
                  <a:lnTo>
                    <a:pt x="7131" y="4724"/>
                  </a:lnTo>
                  <a:cubicBezTo>
                    <a:pt x="7138" y="4690"/>
                    <a:pt x="7145" y="4662"/>
                    <a:pt x="7159" y="4634"/>
                  </a:cubicBezTo>
                  <a:lnTo>
                    <a:pt x="7166" y="4613"/>
                  </a:lnTo>
                  <a:cubicBezTo>
                    <a:pt x="7166" y="4593"/>
                    <a:pt x="7173" y="4572"/>
                    <a:pt x="7180" y="4544"/>
                  </a:cubicBezTo>
                  <a:lnTo>
                    <a:pt x="7194" y="4509"/>
                  </a:lnTo>
                  <a:lnTo>
                    <a:pt x="7208" y="4454"/>
                  </a:lnTo>
                  <a:lnTo>
                    <a:pt x="7215" y="4412"/>
                  </a:lnTo>
                  <a:cubicBezTo>
                    <a:pt x="7215" y="4398"/>
                    <a:pt x="7222" y="4378"/>
                    <a:pt x="7228" y="4357"/>
                  </a:cubicBezTo>
                  <a:lnTo>
                    <a:pt x="7235" y="4322"/>
                  </a:lnTo>
                  <a:cubicBezTo>
                    <a:pt x="7235" y="4301"/>
                    <a:pt x="7242" y="4280"/>
                    <a:pt x="7242" y="4267"/>
                  </a:cubicBezTo>
                  <a:lnTo>
                    <a:pt x="7249" y="4225"/>
                  </a:lnTo>
                  <a:lnTo>
                    <a:pt x="7256" y="4170"/>
                  </a:lnTo>
                  <a:lnTo>
                    <a:pt x="7263" y="4128"/>
                  </a:lnTo>
                  <a:cubicBezTo>
                    <a:pt x="7263" y="4107"/>
                    <a:pt x="7270" y="4093"/>
                    <a:pt x="7270" y="4072"/>
                  </a:cubicBezTo>
                  <a:lnTo>
                    <a:pt x="7277" y="4031"/>
                  </a:lnTo>
                  <a:cubicBezTo>
                    <a:pt x="7277" y="4010"/>
                    <a:pt x="7277" y="3996"/>
                    <a:pt x="7284" y="3975"/>
                  </a:cubicBezTo>
                  <a:cubicBezTo>
                    <a:pt x="7284" y="3954"/>
                    <a:pt x="7284" y="3948"/>
                    <a:pt x="7284" y="3934"/>
                  </a:cubicBezTo>
                  <a:lnTo>
                    <a:pt x="7284" y="3878"/>
                  </a:lnTo>
                  <a:lnTo>
                    <a:pt x="7284" y="3837"/>
                  </a:lnTo>
                  <a:lnTo>
                    <a:pt x="7284" y="3774"/>
                  </a:lnTo>
                  <a:lnTo>
                    <a:pt x="7284" y="3739"/>
                  </a:lnTo>
                  <a:lnTo>
                    <a:pt x="7284" y="3642"/>
                  </a:lnTo>
                  <a:cubicBezTo>
                    <a:pt x="7284" y="1631"/>
                    <a:pt x="5647" y="1"/>
                    <a:pt x="3642" y="1"/>
                  </a:cubicBezTo>
                  <a:close/>
                </a:path>
              </a:pathLst>
            </a:custGeom>
            <a:solidFill>
              <a:srgbClr val="8DA0B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309" name="Google Shape;10309;p41"/>
            <p:cNvSpPr/>
            <p:nvPr/>
          </p:nvSpPr>
          <p:spPr>
            <a:xfrm>
              <a:off x="1462543" y="3271159"/>
              <a:ext cx="147257" cy="177523"/>
            </a:xfrm>
            <a:custGeom>
              <a:rect b="b" l="l" r="r" t="t"/>
              <a:pathLst>
                <a:path extrusionOk="0" h="6757" w="5605">
                  <a:moveTo>
                    <a:pt x="2137" y="1"/>
                  </a:moveTo>
                  <a:cubicBezTo>
                    <a:pt x="708" y="806"/>
                    <a:pt x="1" y="2463"/>
                    <a:pt x="403" y="4045"/>
                  </a:cubicBezTo>
                  <a:cubicBezTo>
                    <a:pt x="812" y="5626"/>
                    <a:pt x="2234" y="6743"/>
                    <a:pt x="3871" y="6757"/>
                  </a:cubicBezTo>
                  <a:cubicBezTo>
                    <a:pt x="4037" y="6653"/>
                    <a:pt x="4197" y="6535"/>
                    <a:pt x="4350" y="6403"/>
                  </a:cubicBezTo>
                  <a:lnTo>
                    <a:pt x="4419" y="6341"/>
                  </a:lnTo>
                  <a:lnTo>
                    <a:pt x="4488" y="6278"/>
                  </a:lnTo>
                  <a:lnTo>
                    <a:pt x="4509" y="6257"/>
                  </a:lnTo>
                  <a:lnTo>
                    <a:pt x="4551" y="6216"/>
                  </a:lnTo>
                  <a:lnTo>
                    <a:pt x="4578" y="6188"/>
                  </a:lnTo>
                  <a:lnTo>
                    <a:pt x="4620" y="6146"/>
                  </a:lnTo>
                  <a:lnTo>
                    <a:pt x="4641" y="6119"/>
                  </a:lnTo>
                  <a:lnTo>
                    <a:pt x="4682" y="6084"/>
                  </a:lnTo>
                  <a:lnTo>
                    <a:pt x="4703" y="6049"/>
                  </a:lnTo>
                  <a:lnTo>
                    <a:pt x="4738" y="6015"/>
                  </a:lnTo>
                  <a:lnTo>
                    <a:pt x="4766" y="5980"/>
                  </a:lnTo>
                  <a:lnTo>
                    <a:pt x="4800" y="5938"/>
                  </a:lnTo>
                  <a:lnTo>
                    <a:pt x="4821" y="5911"/>
                  </a:lnTo>
                  <a:lnTo>
                    <a:pt x="4856" y="5869"/>
                  </a:lnTo>
                  <a:lnTo>
                    <a:pt x="4877" y="5834"/>
                  </a:lnTo>
                  <a:lnTo>
                    <a:pt x="4911" y="5793"/>
                  </a:lnTo>
                  <a:lnTo>
                    <a:pt x="4932" y="5765"/>
                  </a:lnTo>
                  <a:lnTo>
                    <a:pt x="4967" y="5716"/>
                  </a:lnTo>
                  <a:lnTo>
                    <a:pt x="4988" y="5689"/>
                  </a:lnTo>
                  <a:lnTo>
                    <a:pt x="5029" y="5619"/>
                  </a:lnTo>
                  <a:lnTo>
                    <a:pt x="5036" y="5612"/>
                  </a:lnTo>
                  <a:lnTo>
                    <a:pt x="5085" y="5536"/>
                  </a:lnTo>
                  <a:lnTo>
                    <a:pt x="5099" y="5508"/>
                  </a:lnTo>
                  <a:lnTo>
                    <a:pt x="5133" y="5453"/>
                  </a:lnTo>
                  <a:lnTo>
                    <a:pt x="5154" y="5425"/>
                  </a:lnTo>
                  <a:lnTo>
                    <a:pt x="5182" y="5370"/>
                  </a:lnTo>
                  <a:lnTo>
                    <a:pt x="5196" y="5342"/>
                  </a:lnTo>
                  <a:lnTo>
                    <a:pt x="5223" y="5293"/>
                  </a:lnTo>
                  <a:lnTo>
                    <a:pt x="5237" y="5252"/>
                  </a:lnTo>
                  <a:lnTo>
                    <a:pt x="5265" y="5210"/>
                  </a:lnTo>
                  <a:lnTo>
                    <a:pt x="5279" y="5168"/>
                  </a:lnTo>
                  <a:lnTo>
                    <a:pt x="5300" y="5120"/>
                  </a:lnTo>
                  <a:lnTo>
                    <a:pt x="5321" y="5085"/>
                  </a:lnTo>
                  <a:lnTo>
                    <a:pt x="5341" y="5037"/>
                  </a:lnTo>
                  <a:lnTo>
                    <a:pt x="5355" y="4995"/>
                  </a:lnTo>
                  <a:lnTo>
                    <a:pt x="5376" y="4946"/>
                  </a:lnTo>
                  <a:lnTo>
                    <a:pt x="5390" y="4912"/>
                  </a:lnTo>
                  <a:lnTo>
                    <a:pt x="5411" y="4856"/>
                  </a:lnTo>
                  <a:lnTo>
                    <a:pt x="5425" y="4822"/>
                  </a:lnTo>
                  <a:lnTo>
                    <a:pt x="5445" y="4759"/>
                  </a:lnTo>
                  <a:lnTo>
                    <a:pt x="5452" y="4731"/>
                  </a:lnTo>
                  <a:cubicBezTo>
                    <a:pt x="5459" y="4704"/>
                    <a:pt x="5466" y="4676"/>
                    <a:pt x="5480" y="4648"/>
                  </a:cubicBezTo>
                  <a:lnTo>
                    <a:pt x="5480" y="4627"/>
                  </a:lnTo>
                  <a:cubicBezTo>
                    <a:pt x="5487" y="4600"/>
                    <a:pt x="5494" y="4579"/>
                    <a:pt x="5501" y="4558"/>
                  </a:cubicBezTo>
                  <a:lnTo>
                    <a:pt x="5508" y="4523"/>
                  </a:lnTo>
                  <a:lnTo>
                    <a:pt x="5522" y="4461"/>
                  </a:lnTo>
                  <a:lnTo>
                    <a:pt x="5536" y="4426"/>
                  </a:lnTo>
                  <a:cubicBezTo>
                    <a:pt x="5536" y="4405"/>
                    <a:pt x="5543" y="4392"/>
                    <a:pt x="5543" y="4371"/>
                  </a:cubicBezTo>
                  <a:lnTo>
                    <a:pt x="5549" y="4329"/>
                  </a:lnTo>
                  <a:cubicBezTo>
                    <a:pt x="5549" y="4308"/>
                    <a:pt x="5556" y="4294"/>
                    <a:pt x="5563" y="4274"/>
                  </a:cubicBezTo>
                  <a:lnTo>
                    <a:pt x="5570" y="4232"/>
                  </a:lnTo>
                  <a:lnTo>
                    <a:pt x="5577" y="4177"/>
                  </a:lnTo>
                  <a:lnTo>
                    <a:pt x="5584" y="4135"/>
                  </a:lnTo>
                  <a:cubicBezTo>
                    <a:pt x="5584" y="4121"/>
                    <a:pt x="5591" y="4100"/>
                    <a:pt x="5591" y="4086"/>
                  </a:cubicBezTo>
                  <a:lnTo>
                    <a:pt x="5598" y="4045"/>
                  </a:lnTo>
                  <a:cubicBezTo>
                    <a:pt x="5598" y="4024"/>
                    <a:pt x="5598" y="4003"/>
                    <a:pt x="5598" y="3982"/>
                  </a:cubicBezTo>
                  <a:cubicBezTo>
                    <a:pt x="5605" y="3968"/>
                    <a:pt x="5598" y="3961"/>
                    <a:pt x="5598" y="3948"/>
                  </a:cubicBezTo>
                  <a:lnTo>
                    <a:pt x="5598" y="3885"/>
                  </a:lnTo>
                  <a:lnTo>
                    <a:pt x="5598" y="3851"/>
                  </a:lnTo>
                  <a:lnTo>
                    <a:pt x="5598" y="3781"/>
                  </a:lnTo>
                  <a:lnTo>
                    <a:pt x="5598" y="3746"/>
                  </a:lnTo>
                  <a:lnTo>
                    <a:pt x="5598" y="3649"/>
                  </a:lnTo>
                  <a:cubicBezTo>
                    <a:pt x="5605" y="2498"/>
                    <a:pt x="5057" y="1416"/>
                    <a:pt x="4134" y="729"/>
                  </a:cubicBezTo>
                  <a:lnTo>
                    <a:pt x="4148" y="722"/>
                  </a:lnTo>
                  <a:cubicBezTo>
                    <a:pt x="3566" y="285"/>
                    <a:pt x="2865" y="36"/>
                    <a:pt x="2137" y="1"/>
                  </a:cubicBezTo>
                  <a:close/>
                </a:path>
              </a:pathLst>
            </a:custGeom>
            <a:solidFill>
              <a:srgbClr val="AAB8C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310" name="Google Shape;10310;p41"/>
            <p:cNvSpPr/>
            <p:nvPr/>
          </p:nvSpPr>
          <p:spPr>
            <a:xfrm>
              <a:off x="1442681" y="3295408"/>
              <a:ext cx="144000" cy="143264"/>
            </a:xfrm>
            <a:custGeom>
              <a:rect b="b" l="l" r="r" t="t"/>
              <a:pathLst>
                <a:path extrusionOk="0" h="5453" w="5481">
                  <a:moveTo>
                    <a:pt x="2331" y="0"/>
                  </a:moveTo>
                  <a:lnTo>
                    <a:pt x="2296" y="7"/>
                  </a:lnTo>
                  <a:lnTo>
                    <a:pt x="2262" y="14"/>
                  </a:lnTo>
                  <a:lnTo>
                    <a:pt x="2234" y="14"/>
                  </a:lnTo>
                  <a:lnTo>
                    <a:pt x="2199" y="21"/>
                  </a:lnTo>
                  <a:lnTo>
                    <a:pt x="2165" y="28"/>
                  </a:lnTo>
                  <a:lnTo>
                    <a:pt x="2130" y="35"/>
                  </a:lnTo>
                  <a:lnTo>
                    <a:pt x="2102" y="42"/>
                  </a:lnTo>
                  <a:lnTo>
                    <a:pt x="2067" y="49"/>
                  </a:lnTo>
                  <a:lnTo>
                    <a:pt x="2040" y="56"/>
                  </a:lnTo>
                  <a:lnTo>
                    <a:pt x="2005" y="70"/>
                  </a:lnTo>
                  <a:lnTo>
                    <a:pt x="1977" y="77"/>
                  </a:lnTo>
                  <a:lnTo>
                    <a:pt x="1943" y="84"/>
                  </a:lnTo>
                  <a:lnTo>
                    <a:pt x="1908" y="98"/>
                  </a:lnTo>
                  <a:lnTo>
                    <a:pt x="1894" y="98"/>
                  </a:lnTo>
                  <a:lnTo>
                    <a:pt x="1873" y="104"/>
                  </a:lnTo>
                  <a:lnTo>
                    <a:pt x="1859" y="111"/>
                  </a:lnTo>
                  <a:lnTo>
                    <a:pt x="1846" y="111"/>
                  </a:lnTo>
                  <a:lnTo>
                    <a:pt x="1811" y="125"/>
                  </a:lnTo>
                  <a:lnTo>
                    <a:pt x="1783" y="139"/>
                  </a:lnTo>
                  <a:lnTo>
                    <a:pt x="1748" y="153"/>
                  </a:lnTo>
                  <a:lnTo>
                    <a:pt x="1728" y="160"/>
                  </a:lnTo>
                  <a:lnTo>
                    <a:pt x="1672" y="181"/>
                  </a:lnTo>
                  <a:lnTo>
                    <a:pt x="1644" y="195"/>
                  </a:lnTo>
                  <a:lnTo>
                    <a:pt x="1624" y="202"/>
                  </a:lnTo>
                  <a:lnTo>
                    <a:pt x="1610" y="209"/>
                  </a:lnTo>
                  <a:lnTo>
                    <a:pt x="1582" y="222"/>
                  </a:lnTo>
                  <a:lnTo>
                    <a:pt x="1561" y="229"/>
                  </a:lnTo>
                  <a:lnTo>
                    <a:pt x="1547" y="236"/>
                  </a:lnTo>
                  <a:lnTo>
                    <a:pt x="1520" y="250"/>
                  </a:lnTo>
                  <a:lnTo>
                    <a:pt x="1492" y="264"/>
                  </a:lnTo>
                  <a:lnTo>
                    <a:pt x="1464" y="278"/>
                  </a:lnTo>
                  <a:lnTo>
                    <a:pt x="1436" y="299"/>
                  </a:lnTo>
                  <a:lnTo>
                    <a:pt x="1402" y="313"/>
                  </a:lnTo>
                  <a:lnTo>
                    <a:pt x="1374" y="326"/>
                  </a:lnTo>
                  <a:lnTo>
                    <a:pt x="1346" y="347"/>
                  </a:lnTo>
                  <a:lnTo>
                    <a:pt x="1318" y="361"/>
                  </a:lnTo>
                  <a:lnTo>
                    <a:pt x="1291" y="375"/>
                  </a:lnTo>
                  <a:lnTo>
                    <a:pt x="1263" y="396"/>
                  </a:lnTo>
                  <a:lnTo>
                    <a:pt x="1235" y="410"/>
                  </a:lnTo>
                  <a:lnTo>
                    <a:pt x="1214" y="430"/>
                  </a:lnTo>
                  <a:lnTo>
                    <a:pt x="1187" y="444"/>
                  </a:lnTo>
                  <a:lnTo>
                    <a:pt x="1159" y="465"/>
                  </a:lnTo>
                  <a:lnTo>
                    <a:pt x="1131" y="486"/>
                  </a:lnTo>
                  <a:lnTo>
                    <a:pt x="1110" y="500"/>
                  </a:lnTo>
                  <a:lnTo>
                    <a:pt x="1083" y="521"/>
                  </a:lnTo>
                  <a:lnTo>
                    <a:pt x="1055" y="541"/>
                  </a:lnTo>
                  <a:lnTo>
                    <a:pt x="1027" y="562"/>
                  </a:lnTo>
                  <a:lnTo>
                    <a:pt x="1006" y="583"/>
                  </a:lnTo>
                  <a:lnTo>
                    <a:pt x="978" y="604"/>
                  </a:lnTo>
                  <a:lnTo>
                    <a:pt x="965" y="611"/>
                  </a:lnTo>
                  <a:lnTo>
                    <a:pt x="958" y="625"/>
                  </a:lnTo>
                  <a:lnTo>
                    <a:pt x="944" y="632"/>
                  </a:lnTo>
                  <a:lnTo>
                    <a:pt x="930" y="646"/>
                  </a:lnTo>
                  <a:lnTo>
                    <a:pt x="909" y="666"/>
                  </a:lnTo>
                  <a:lnTo>
                    <a:pt x="881" y="687"/>
                  </a:lnTo>
                  <a:cubicBezTo>
                    <a:pt x="750" y="812"/>
                    <a:pt x="625" y="951"/>
                    <a:pt x="514" y="1103"/>
                  </a:cubicBezTo>
                  <a:cubicBezTo>
                    <a:pt x="479" y="1152"/>
                    <a:pt x="444" y="1200"/>
                    <a:pt x="410" y="1256"/>
                  </a:cubicBezTo>
                  <a:lnTo>
                    <a:pt x="396" y="1270"/>
                  </a:lnTo>
                  <a:cubicBezTo>
                    <a:pt x="368" y="1325"/>
                    <a:pt x="340" y="1374"/>
                    <a:pt x="313" y="1429"/>
                  </a:cubicBezTo>
                  <a:lnTo>
                    <a:pt x="299" y="1443"/>
                  </a:lnTo>
                  <a:cubicBezTo>
                    <a:pt x="271" y="1499"/>
                    <a:pt x="250" y="1554"/>
                    <a:pt x="222" y="1610"/>
                  </a:cubicBezTo>
                  <a:lnTo>
                    <a:pt x="215" y="1630"/>
                  </a:lnTo>
                  <a:cubicBezTo>
                    <a:pt x="188" y="1686"/>
                    <a:pt x="167" y="1741"/>
                    <a:pt x="146" y="1797"/>
                  </a:cubicBezTo>
                  <a:lnTo>
                    <a:pt x="139" y="1818"/>
                  </a:lnTo>
                  <a:cubicBezTo>
                    <a:pt x="125" y="1873"/>
                    <a:pt x="105" y="1929"/>
                    <a:pt x="91" y="1991"/>
                  </a:cubicBezTo>
                  <a:lnTo>
                    <a:pt x="84" y="2012"/>
                  </a:lnTo>
                  <a:cubicBezTo>
                    <a:pt x="63" y="2067"/>
                    <a:pt x="56" y="2130"/>
                    <a:pt x="42" y="2185"/>
                  </a:cubicBezTo>
                  <a:lnTo>
                    <a:pt x="42" y="2213"/>
                  </a:lnTo>
                  <a:cubicBezTo>
                    <a:pt x="28" y="2269"/>
                    <a:pt x="21" y="2331"/>
                    <a:pt x="14" y="2393"/>
                  </a:cubicBezTo>
                  <a:lnTo>
                    <a:pt x="14" y="2414"/>
                  </a:lnTo>
                  <a:cubicBezTo>
                    <a:pt x="14" y="2449"/>
                    <a:pt x="7" y="2477"/>
                    <a:pt x="7" y="2511"/>
                  </a:cubicBezTo>
                  <a:cubicBezTo>
                    <a:pt x="0" y="2539"/>
                    <a:pt x="7" y="2574"/>
                    <a:pt x="0" y="2602"/>
                  </a:cubicBezTo>
                  <a:lnTo>
                    <a:pt x="0" y="2629"/>
                  </a:lnTo>
                  <a:lnTo>
                    <a:pt x="0" y="2719"/>
                  </a:lnTo>
                  <a:cubicBezTo>
                    <a:pt x="0" y="2817"/>
                    <a:pt x="7" y="2907"/>
                    <a:pt x="14" y="3004"/>
                  </a:cubicBezTo>
                  <a:cubicBezTo>
                    <a:pt x="14" y="3025"/>
                    <a:pt x="14" y="3045"/>
                    <a:pt x="21" y="3066"/>
                  </a:cubicBezTo>
                  <a:cubicBezTo>
                    <a:pt x="21" y="3087"/>
                    <a:pt x="28" y="3115"/>
                    <a:pt x="28" y="3143"/>
                  </a:cubicBezTo>
                  <a:cubicBezTo>
                    <a:pt x="49" y="3254"/>
                    <a:pt x="70" y="3364"/>
                    <a:pt x="105" y="3475"/>
                  </a:cubicBezTo>
                  <a:cubicBezTo>
                    <a:pt x="111" y="3510"/>
                    <a:pt x="125" y="3538"/>
                    <a:pt x="132" y="3573"/>
                  </a:cubicBezTo>
                  <a:lnTo>
                    <a:pt x="139" y="3600"/>
                  </a:lnTo>
                  <a:cubicBezTo>
                    <a:pt x="153" y="3621"/>
                    <a:pt x="160" y="3649"/>
                    <a:pt x="167" y="3670"/>
                  </a:cubicBezTo>
                  <a:lnTo>
                    <a:pt x="174" y="3690"/>
                  </a:lnTo>
                  <a:cubicBezTo>
                    <a:pt x="188" y="3718"/>
                    <a:pt x="195" y="3746"/>
                    <a:pt x="209" y="3774"/>
                  </a:cubicBezTo>
                  <a:cubicBezTo>
                    <a:pt x="313" y="4030"/>
                    <a:pt x="465" y="4273"/>
                    <a:pt x="639" y="4488"/>
                  </a:cubicBezTo>
                  <a:lnTo>
                    <a:pt x="666" y="4516"/>
                  </a:lnTo>
                  <a:lnTo>
                    <a:pt x="680" y="4537"/>
                  </a:lnTo>
                  <a:lnTo>
                    <a:pt x="743" y="4606"/>
                  </a:lnTo>
                  <a:lnTo>
                    <a:pt x="757" y="4620"/>
                  </a:lnTo>
                  <a:lnTo>
                    <a:pt x="819" y="4675"/>
                  </a:lnTo>
                  <a:lnTo>
                    <a:pt x="833" y="4696"/>
                  </a:lnTo>
                  <a:lnTo>
                    <a:pt x="902" y="4759"/>
                  </a:lnTo>
                  <a:lnTo>
                    <a:pt x="916" y="4773"/>
                  </a:lnTo>
                  <a:lnTo>
                    <a:pt x="978" y="4828"/>
                  </a:lnTo>
                  <a:lnTo>
                    <a:pt x="992" y="4842"/>
                  </a:lnTo>
                  <a:lnTo>
                    <a:pt x="1069" y="4897"/>
                  </a:lnTo>
                  <a:lnTo>
                    <a:pt x="1083" y="4911"/>
                  </a:lnTo>
                  <a:lnTo>
                    <a:pt x="1152" y="4960"/>
                  </a:lnTo>
                  <a:lnTo>
                    <a:pt x="1173" y="4974"/>
                  </a:lnTo>
                  <a:lnTo>
                    <a:pt x="1249" y="5029"/>
                  </a:lnTo>
                  <a:lnTo>
                    <a:pt x="1263" y="5036"/>
                  </a:lnTo>
                  <a:lnTo>
                    <a:pt x="1332" y="5078"/>
                  </a:lnTo>
                  <a:lnTo>
                    <a:pt x="1353" y="5092"/>
                  </a:lnTo>
                  <a:lnTo>
                    <a:pt x="1443" y="5140"/>
                  </a:lnTo>
                  <a:lnTo>
                    <a:pt x="1450" y="5147"/>
                  </a:lnTo>
                  <a:lnTo>
                    <a:pt x="1533" y="5189"/>
                  </a:lnTo>
                  <a:lnTo>
                    <a:pt x="1554" y="5196"/>
                  </a:lnTo>
                  <a:lnTo>
                    <a:pt x="1637" y="5237"/>
                  </a:lnTo>
                  <a:lnTo>
                    <a:pt x="1651" y="5244"/>
                  </a:lnTo>
                  <a:lnTo>
                    <a:pt x="1728" y="5272"/>
                  </a:lnTo>
                  <a:lnTo>
                    <a:pt x="1755" y="5286"/>
                  </a:lnTo>
                  <a:lnTo>
                    <a:pt x="1846" y="5320"/>
                  </a:lnTo>
                  <a:lnTo>
                    <a:pt x="1852" y="5320"/>
                  </a:lnTo>
                  <a:lnTo>
                    <a:pt x="1943" y="5348"/>
                  </a:lnTo>
                  <a:lnTo>
                    <a:pt x="1963" y="5355"/>
                  </a:lnTo>
                  <a:lnTo>
                    <a:pt x="2061" y="5376"/>
                  </a:lnTo>
                  <a:lnTo>
                    <a:pt x="2067" y="5376"/>
                  </a:lnTo>
                  <a:lnTo>
                    <a:pt x="2158" y="5397"/>
                  </a:lnTo>
                  <a:lnTo>
                    <a:pt x="2178" y="5404"/>
                  </a:lnTo>
                  <a:lnTo>
                    <a:pt x="2282" y="5425"/>
                  </a:lnTo>
                  <a:lnTo>
                    <a:pt x="2380" y="5438"/>
                  </a:lnTo>
                  <a:lnTo>
                    <a:pt x="2407" y="5438"/>
                  </a:lnTo>
                  <a:lnTo>
                    <a:pt x="2511" y="5452"/>
                  </a:lnTo>
                  <a:lnTo>
                    <a:pt x="2969" y="5452"/>
                  </a:lnTo>
                  <a:lnTo>
                    <a:pt x="3073" y="5438"/>
                  </a:lnTo>
                  <a:lnTo>
                    <a:pt x="3101" y="5438"/>
                  </a:lnTo>
                  <a:lnTo>
                    <a:pt x="3191" y="5425"/>
                  </a:lnTo>
                  <a:lnTo>
                    <a:pt x="3198" y="5425"/>
                  </a:lnTo>
                  <a:lnTo>
                    <a:pt x="3302" y="5404"/>
                  </a:lnTo>
                  <a:lnTo>
                    <a:pt x="3323" y="5397"/>
                  </a:lnTo>
                  <a:lnTo>
                    <a:pt x="3413" y="5376"/>
                  </a:lnTo>
                  <a:lnTo>
                    <a:pt x="3420" y="5376"/>
                  </a:lnTo>
                  <a:lnTo>
                    <a:pt x="3517" y="5355"/>
                  </a:lnTo>
                  <a:lnTo>
                    <a:pt x="3538" y="5348"/>
                  </a:lnTo>
                  <a:lnTo>
                    <a:pt x="3621" y="5320"/>
                  </a:lnTo>
                  <a:lnTo>
                    <a:pt x="3635" y="5320"/>
                  </a:lnTo>
                  <a:lnTo>
                    <a:pt x="3725" y="5286"/>
                  </a:lnTo>
                  <a:lnTo>
                    <a:pt x="3746" y="5272"/>
                  </a:lnTo>
                  <a:lnTo>
                    <a:pt x="3829" y="5244"/>
                  </a:lnTo>
                  <a:lnTo>
                    <a:pt x="3843" y="5237"/>
                  </a:lnTo>
                  <a:lnTo>
                    <a:pt x="3926" y="5196"/>
                  </a:lnTo>
                  <a:lnTo>
                    <a:pt x="3947" y="5189"/>
                  </a:lnTo>
                  <a:lnTo>
                    <a:pt x="4030" y="5147"/>
                  </a:lnTo>
                  <a:lnTo>
                    <a:pt x="4037" y="5140"/>
                  </a:lnTo>
                  <a:lnTo>
                    <a:pt x="4128" y="5092"/>
                  </a:lnTo>
                  <a:lnTo>
                    <a:pt x="4148" y="5078"/>
                  </a:lnTo>
                  <a:lnTo>
                    <a:pt x="4218" y="5036"/>
                  </a:lnTo>
                  <a:lnTo>
                    <a:pt x="4232" y="5029"/>
                  </a:lnTo>
                  <a:lnTo>
                    <a:pt x="4308" y="4974"/>
                  </a:lnTo>
                  <a:lnTo>
                    <a:pt x="4329" y="4960"/>
                  </a:lnTo>
                  <a:lnTo>
                    <a:pt x="4398" y="4911"/>
                  </a:lnTo>
                  <a:lnTo>
                    <a:pt x="4412" y="4897"/>
                  </a:lnTo>
                  <a:lnTo>
                    <a:pt x="4488" y="4842"/>
                  </a:lnTo>
                  <a:lnTo>
                    <a:pt x="4502" y="4828"/>
                  </a:lnTo>
                  <a:lnTo>
                    <a:pt x="4564" y="4773"/>
                  </a:lnTo>
                  <a:lnTo>
                    <a:pt x="4578" y="4759"/>
                  </a:lnTo>
                  <a:lnTo>
                    <a:pt x="4648" y="4696"/>
                  </a:lnTo>
                  <a:lnTo>
                    <a:pt x="4662" y="4675"/>
                  </a:lnTo>
                  <a:lnTo>
                    <a:pt x="4724" y="4620"/>
                  </a:lnTo>
                  <a:lnTo>
                    <a:pt x="4738" y="4606"/>
                  </a:lnTo>
                  <a:cubicBezTo>
                    <a:pt x="4759" y="4585"/>
                    <a:pt x="4780" y="4558"/>
                    <a:pt x="4800" y="4537"/>
                  </a:cubicBezTo>
                  <a:lnTo>
                    <a:pt x="4814" y="4516"/>
                  </a:lnTo>
                  <a:lnTo>
                    <a:pt x="4842" y="4488"/>
                  </a:lnTo>
                  <a:cubicBezTo>
                    <a:pt x="5022" y="4273"/>
                    <a:pt x="5168" y="4030"/>
                    <a:pt x="5272" y="3774"/>
                  </a:cubicBezTo>
                  <a:cubicBezTo>
                    <a:pt x="5286" y="3746"/>
                    <a:pt x="5293" y="3718"/>
                    <a:pt x="5307" y="3690"/>
                  </a:cubicBezTo>
                  <a:lnTo>
                    <a:pt x="5314" y="3670"/>
                  </a:lnTo>
                  <a:cubicBezTo>
                    <a:pt x="5321" y="3649"/>
                    <a:pt x="5327" y="3621"/>
                    <a:pt x="5341" y="3600"/>
                  </a:cubicBezTo>
                  <a:lnTo>
                    <a:pt x="5348" y="3573"/>
                  </a:lnTo>
                  <a:cubicBezTo>
                    <a:pt x="5355" y="3538"/>
                    <a:pt x="5369" y="3510"/>
                    <a:pt x="5376" y="3475"/>
                  </a:cubicBezTo>
                  <a:cubicBezTo>
                    <a:pt x="5411" y="3364"/>
                    <a:pt x="5432" y="3254"/>
                    <a:pt x="5452" y="3143"/>
                  </a:cubicBezTo>
                  <a:cubicBezTo>
                    <a:pt x="5452" y="3115"/>
                    <a:pt x="5459" y="3087"/>
                    <a:pt x="5459" y="3066"/>
                  </a:cubicBezTo>
                  <a:cubicBezTo>
                    <a:pt x="5466" y="3038"/>
                    <a:pt x="5466" y="3025"/>
                    <a:pt x="5466" y="3004"/>
                  </a:cubicBezTo>
                  <a:cubicBezTo>
                    <a:pt x="5473" y="2907"/>
                    <a:pt x="5480" y="2817"/>
                    <a:pt x="5480" y="2719"/>
                  </a:cubicBezTo>
                  <a:lnTo>
                    <a:pt x="5480" y="2629"/>
                  </a:lnTo>
                  <a:lnTo>
                    <a:pt x="5480" y="2602"/>
                  </a:lnTo>
                  <a:cubicBezTo>
                    <a:pt x="5480" y="2574"/>
                    <a:pt x="5480" y="2539"/>
                    <a:pt x="5473" y="2511"/>
                  </a:cubicBezTo>
                  <a:cubicBezTo>
                    <a:pt x="5466" y="2477"/>
                    <a:pt x="5466" y="2449"/>
                    <a:pt x="5466" y="2414"/>
                  </a:cubicBezTo>
                  <a:lnTo>
                    <a:pt x="5466" y="2393"/>
                  </a:lnTo>
                  <a:cubicBezTo>
                    <a:pt x="5459" y="2331"/>
                    <a:pt x="5445" y="2269"/>
                    <a:pt x="5438" y="2213"/>
                  </a:cubicBezTo>
                  <a:lnTo>
                    <a:pt x="5438" y="2185"/>
                  </a:lnTo>
                  <a:cubicBezTo>
                    <a:pt x="5425" y="2130"/>
                    <a:pt x="5411" y="2074"/>
                    <a:pt x="5397" y="2012"/>
                  </a:cubicBezTo>
                  <a:lnTo>
                    <a:pt x="5390" y="1991"/>
                  </a:lnTo>
                  <a:cubicBezTo>
                    <a:pt x="5376" y="1929"/>
                    <a:pt x="5355" y="1873"/>
                    <a:pt x="5334" y="1818"/>
                  </a:cubicBezTo>
                  <a:lnTo>
                    <a:pt x="5327" y="1797"/>
                  </a:lnTo>
                  <a:cubicBezTo>
                    <a:pt x="5307" y="1734"/>
                    <a:pt x="5286" y="1679"/>
                    <a:pt x="5265" y="1630"/>
                  </a:cubicBezTo>
                  <a:lnTo>
                    <a:pt x="5258" y="1610"/>
                  </a:lnTo>
                  <a:cubicBezTo>
                    <a:pt x="5230" y="1554"/>
                    <a:pt x="5203" y="1499"/>
                    <a:pt x="5175" y="1443"/>
                  </a:cubicBezTo>
                  <a:lnTo>
                    <a:pt x="5168" y="1429"/>
                  </a:lnTo>
                  <a:cubicBezTo>
                    <a:pt x="5140" y="1374"/>
                    <a:pt x="5112" y="1325"/>
                    <a:pt x="5078" y="1270"/>
                  </a:cubicBezTo>
                  <a:lnTo>
                    <a:pt x="5071" y="1256"/>
                  </a:lnTo>
                  <a:cubicBezTo>
                    <a:pt x="5036" y="1200"/>
                    <a:pt x="5001" y="1152"/>
                    <a:pt x="4967" y="1103"/>
                  </a:cubicBezTo>
                  <a:cubicBezTo>
                    <a:pt x="4856" y="951"/>
                    <a:pt x="4731" y="812"/>
                    <a:pt x="4592" y="687"/>
                  </a:cubicBezTo>
                  <a:lnTo>
                    <a:pt x="4571" y="666"/>
                  </a:lnTo>
                  <a:lnTo>
                    <a:pt x="4551" y="646"/>
                  </a:lnTo>
                  <a:lnTo>
                    <a:pt x="4537" y="632"/>
                  </a:lnTo>
                  <a:lnTo>
                    <a:pt x="4523" y="625"/>
                  </a:lnTo>
                  <a:lnTo>
                    <a:pt x="4509" y="611"/>
                  </a:lnTo>
                  <a:lnTo>
                    <a:pt x="4502" y="604"/>
                  </a:lnTo>
                  <a:lnTo>
                    <a:pt x="4474" y="583"/>
                  </a:lnTo>
                  <a:lnTo>
                    <a:pt x="4447" y="562"/>
                  </a:lnTo>
                  <a:lnTo>
                    <a:pt x="4426" y="541"/>
                  </a:lnTo>
                  <a:lnTo>
                    <a:pt x="4398" y="521"/>
                  </a:lnTo>
                  <a:lnTo>
                    <a:pt x="4370" y="500"/>
                  </a:lnTo>
                  <a:lnTo>
                    <a:pt x="4343" y="486"/>
                  </a:lnTo>
                  <a:lnTo>
                    <a:pt x="4322" y="465"/>
                  </a:lnTo>
                  <a:lnTo>
                    <a:pt x="4294" y="444"/>
                  </a:lnTo>
                  <a:lnTo>
                    <a:pt x="4266" y="430"/>
                  </a:lnTo>
                  <a:lnTo>
                    <a:pt x="4238" y="410"/>
                  </a:lnTo>
                  <a:lnTo>
                    <a:pt x="4211" y="396"/>
                  </a:lnTo>
                  <a:lnTo>
                    <a:pt x="4183" y="375"/>
                  </a:lnTo>
                  <a:lnTo>
                    <a:pt x="4155" y="361"/>
                  </a:lnTo>
                  <a:lnTo>
                    <a:pt x="4128" y="347"/>
                  </a:lnTo>
                  <a:lnTo>
                    <a:pt x="4100" y="326"/>
                  </a:lnTo>
                  <a:lnTo>
                    <a:pt x="4072" y="313"/>
                  </a:lnTo>
                  <a:lnTo>
                    <a:pt x="4044" y="299"/>
                  </a:lnTo>
                  <a:lnTo>
                    <a:pt x="4017" y="278"/>
                  </a:lnTo>
                  <a:lnTo>
                    <a:pt x="3989" y="264"/>
                  </a:lnTo>
                  <a:lnTo>
                    <a:pt x="3961" y="250"/>
                  </a:lnTo>
                  <a:lnTo>
                    <a:pt x="3933" y="236"/>
                  </a:lnTo>
                  <a:lnTo>
                    <a:pt x="3912" y="229"/>
                  </a:lnTo>
                  <a:lnTo>
                    <a:pt x="3899" y="222"/>
                  </a:lnTo>
                  <a:lnTo>
                    <a:pt x="3871" y="209"/>
                  </a:lnTo>
                  <a:lnTo>
                    <a:pt x="3850" y="202"/>
                  </a:lnTo>
                  <a:lnTo>
                    <a:pt x="3836" y="195"/>
                  </a:lnTo>
                  <a:lnTo>
                    <a:pt x="3802" y="181"/>
                  </a:lnTo>
                  <a:lnTo>
                    <a:pt x="3753" y="160"/>
                  </a:lnTo>
                  <a:lnTo>
                    <a:pt x="3725" y="153"/>
                  </a:lnTo>
                  <a:lnTo>
                    <a:pt x="3691" y="139"/>
                  </a:lnTo>
                  <a:lnTo>
                    <a:pt x="3663" y="125"/>
                  </a:lnTo>
                  <a:lnTo>
                    <a:pt x="3628" y="111"/>
                  </a:lnTo>
                  <a:lnTo>
                    <a:pt x="3614" y="111"/>
                  </a:lnTo>
                  <a:lnTo>
                    <a:pt x="3600" y="104"/>
                  </a:lnTo>
                  <a:lnTo>
                    <a:pt x="3586" y="98"/>
                  </a:lnTo>
                  <a:lnTo>
                    <a:pt x="3566" y="98"/>
                  </a:lnTo>
                  <a:lnTo>
                    <a:pt x="3538" y="84"/>
                  </a:lnTo>
                  <a:lnTo>
                    <a:pt x="3503" y="77"/>
                  </a:lnTo>
                  <a:lnTo>
                    <a:pt x="3476" y="70"/>
                  </a:lnTo>
                  <a:lnTo>
                    <a:pt x="3441" y="56"/>
                  </a:lnTo>
                  <a:lnTo>
                    <a:pt x="3413" y="49"/>
                  </a:lnTo>
                  <a:lnTo>
                    <a:pt x="3378" y="42"/>
                  </a:lnTo>
                  <a:lnTo>
                    <a:pt x="3344" y="35"/>
                  </a:lnTo>
                  <a:lnTo>
                    <a:pt x="3309" y="28"/>
                  </a:lnTo>
                  <a:lnTo>
                    <a:pt x="3281" y="21"/>
                  </a:lnTo>
                  <a:lnTo>
                    <a:pt x="3247" y="14"/>
                  </a:lnTo>
                  <a:lnTo>
                    <a:pt x="3212" y="14"/>
                  </a:lnTo>
                  <a:lnTo>
                    <a:pt x="3177" y="7"/>
                  </a:lnTo>
                  <a:lnTo>
                    <a:pt x="3150" y="0"/>
                  </a:lnTo>
                  <a:close/>
                </a:path>
              </a:pathLst>
            </a:custGeom>
            <a:solidFill>
              <a:srgbClr val="707F8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311" name="Google Shape;10311;p41"/>
            <p:cNvSpPr/>
            <p:nvPr/>
          </p:nvSpPr>
          <p:spPr>
            <a:xfrm>
              <a:off x="1454346" y="3295225"/>
              <a:ext cx="132335" cy="143448"/>
            </a:xfrm>
            <a:custGeom>
              <a:rect b="b" l="l" r="r" t="t"/>
              <a:pathLst>
                <a:path extrusionOk="0" h="5460" w="5037">
                  <a:moveTo>
                    <a:pt x="1922" y="1"/>
                  </a:moveTo>
                  <a:lnTo>
                    <a:pt x="1880" y="7"/>
                  </a:lnTo>
                  <a:lnTo>
                    <a:pt x="1852" y="14"/>
                  </a:lnTo>
                  <a:lnTo>
                    <a:pt x="1818" y="21"/>
                  </a:lnTo>
                  <a:lnTo>
                    <a:pt x="1783" y="21"/>
                  </a:lnTo>
                  <a:lnTo>
                    <a:pt x="1748" y="28"/>
                  </a:lnTo>
                  <a:lnTo>
                    <a:pt x="1721" y="35"/>
                  </a:lnTo>
                  <a:lnTo>
                    <a:pt x="1686" y="42"/>
                  </a:lnTo>
                  <a:lnTo>
                    <a:pt x="1658" y="49"/>
                  </a:lnTo>
                  <a:lnTo>
                    <a:pt x="1623" y="56"/>
                  </a:lnTo>
                  <a:lnTo>
                    <a:pt x="1589" y="63"/>
                  </a:lnTo>
                  <a:lnTo>
                    <a:pt x="1554" y="77"/>
                  </a:lnTo>
                  <a:lnTo>
                    <a:pt x="1526" y="84"/>
                  </a:lnTo>
                  <a:lnTo>
                    <a:pt x="1492" y="91"/>
                  </a:lnTo>
                  <a:lnTo>
                    <a:pt x="1464" y="105"/>
                  </a:lnTo>
                  <a:lnTo>
                    <a:pt x="1450" y="105"/>
                  </a:lnTo>
                  <a:lnTo>
                    <a:pt x="1429" y="111"/>
                  </a:lnTo>
                  <a:lnTo>
                    <a:pt x="1415" y="118"/>
                  </a:lnTo>
                  <a:lnTo>
                    <a:pt x="1402" y="118"/>
                  </a:lnTo>
                  <a:lnTo>
                    <a:pt x="1367" y="132"/>
                  </a:lnTo>
                  <a:lnTo>
                    <a:pt x="1339" y="139"/>
                  </a:lnTo>
                  <a:lnTo>
                    <a:pt x="1304" y="153"/>
                  </a:lnTo>
                  <a:lnTo>
                    <a:pt x="1277" y="167"/>
                  </a:lnTo>
                  <a:lnTo>
                    <a:pt x="1249" y="174"/>
                  </a:lnTo>
                  <a:cubicBezTo>
                    <a:pt x="0" y="1984"/>
                    <a:pt x="639" y="4481"/>
                    <a:pt x="2608" y="5459"/>
                  </a:cubicBezTo>
                  <a:lnTo>
                    <a:pt x="2650" y="5459"/>
                  </a:lnTo>
                  <a:lnTo>
                    <a:pt x="2747" y="5445"/>
                  </a:lnTo>
                  <a:lnTo>
                    <a:pt x="2754" y="5445"/>
                  </a:lnTo>
                  <a:lnTo>
                    <a:pt x="2851" y="5425"/>
                  </a:lnTo>
                  <a:lnTo>
                    <a:pt x="2879" y="5425"/>
                  </a:lnTo>
                  <a:lnTo>
                    <a:pt x="2962" y="5404"/>
                  </a:lnTo>
                  <a:lnTo>
                    <a:pt x="2969" y="5404"/>
                  </a:lnTo>
                  <a:lnTo>
                    <a:pt x="3066" y="5376"/>
                  </a:lnTo>
                  <a:lnTo>
                    <a:pt x="3087" y="5369"/>
                  </a:lnTo>
                  <a:lnTo>
                    <a:pt x="3177" y="5341"/>
                  </a:lnTo>
                  <a:lnTo>
                    <a:pt x="3184" y="5341"/>
                  </a:lnTo>
                  <a:lnTo>
                    <a:pt x="3281" y="5307"/>
                  </a:lnTo>
                  <a:lnTo>
                    <a:pt x="3302" y="5300"/>
                  </a:lnTo>
                  <a:lnTo>
                    <a:pt x="3385" y="5265"/>
                  </a:lnTo>
                  <a:lnTo>
                    <a:pt x="3392" y="5258"/>
                  </a:lnTo>
                  <a:lnTo>
                    <a:pt x="3482" y="5217"/>
                  </a:lnTo>
                  <a:lnTo>
                    <a:pt x="3503" y="5210"/>
                  </a:lnTo>
                  <a:lnTo>
                    <a:pt x="3579" y="5168"/>
                  </a:lnTo>
                  <a:lnTo>
                    <a:pt x="3593" y="5161"/>
                  </a:lnTo>
                  <a:lnTo>
                    <a:pt x="3677" y="5112"/>
                  </a:lnTo>
                  <a:lnTo>
                    <a:pt x="3697" y="5106"/>
                  </a:lnTo>
                  <a:lnTo>
                    <a:pt x="3774" y="5057"/>
                  </a:lnTo>
                  <a:lnTo>
                    <a:pt x="3781" y="5050"/>
                  </a:lnTo>
                  <a:lnTo>
                    <a:pt x="3864" y="4995"/>
                  </a:lnTo>
                  <a:lnTo>
                    <a:pt x="3885" y="4981"/>
                  </a:lnTo>
                  <a:lnTo>
                    <a:pt x="3947" y="4932"/>
                  </a:lnTo>
                  <a:lnTo>
                    <a:pt x="3961" y="4925"/>
                  </a:lnTo>
                  <a:lnTo>
                    <a:pt x="4037" y="4863"/>
                  </a:lnTo>
                  <a:lnTo>
                    <a:pt x="4058" y="4849"/>
                  </a:lnTo>
                  <a:lnTo>
                    <a:pt x="4120" y="4793"/>
                  </a:lnTo>
                  <a:lnTo>
                    <a:pt x="4127" y="4780"/>
                  </a:lnTo>
                  <a:lnTo>
                    <a:pt x="4204" y="4717"/>
                  </a:lnTo>
                  <a:lnTo>
                    <a:pt x="4218" y="4703"/>
                  </a:lnTo>
                  <a:lnTo>
                    <a:pt x="4273" y="4641"/>
                  </a:lnTo>
                  <a:lnTo>
                    <a:pt x="4287" y="4627"/>
                  </a:lnTo>
                  <a:cubicBezTo>
                    <a:pt x="4308" y="4606"/>
                    <a:pt x="4329" y="4578"/>
                    <a:pt x="4349" y="4558"/>
                  </a:cubicBezTo>
                  <a:lnTo>
                    <a:pt x="4363" y="4544"/>
                  </a:lnTo>
                  <a:lnTo>
                    <a:pt x="4391" y="4509"/>
                  </a:lnTo>
                  <a:cubicBezTo>
                    <a:pt x="4571" y="4294"/>
                    <a:pt x="4717" y="4058"/>
                    <a:pt x="4828" y="3795"/>
                  </a:cubicBezTo>
                  <a:cubicBezTo>
                    <a:pt x="4835" y="3767"/>
                    <a:pt x="4849" y="3746"/>
                    <a:pt x="4856" y="3718"/>
                  </a:cubicBezTo>
                  <a:lnTo>
                    <a:pt x="4863" y="3697"/>
                  </a:lnTo>
                  <a:cubicBezTo>
                    <a:pt x="4877" y="3670"/>
                    <a:pt x="4883" y="3642"/>
                    <a:pt x="4890" y="3621"/>
                  </a:cubicBezTo>
                  <a:lnTo>
                    <a:pt x="4897" y="3593"/>
                  </a:lnTo>
                  <a:cubicBezTo>
                    <a:pt x="4911" y="3559"/>
                    <a:pt x="4918" y="3531"/>
                    <a:pt x="4932" y="3496"/>
                  </a:cubicBezTo>
                  <a:cubicBezTo>
                    <a:pt x="4960" y="3385"/>
                    <a:pt x="4988" y="3274"/>
                    <a:pt x="5001" y="3163"/>
                  </a:cubicBezTo>
                  <a:cubicBezTo>
                    <a:pt x="5001" y="3136"/>
                    <a:pt x="5008" y="3115"/>
                    <a:pt x="5015" y="3087"/>
                  </a:cubicBezTo>
                  <a:cubicBezTo>
                    <a:pt x="5015" y="3059"/>
                    <a:pt x="5015" y="3045"/>
                    <a:pt x="5022" y="3025"/>
                  </a:cubicBezTo>
                  <a:cubicBezTo>
                    <a:pt x="5029" y="2935"/>
                    <a:pt x="5036" y="2837"/>
                    <a:pt x="5036" y="2740"/>
                  </a:cubicBezTo>
                  <a:lnTo>
                    <a:pt x="5036" y="2650"/>
                  </a:lnTo>
                  <a:cubicBezTo>
                    <a:pt x="5036" y="2622"/>
                    <a:pt x="5029" y="2615"/>
                    <a:pt x="5029" y="2609"/>
                  </a:cubicBezTo>
                  <a:cubicBezTo>
                    <a:pt x="5029" y="2581"/>
                    <a:pt x="5029" y="2546"/>
                    <a:pt x="5029" y="2518"/>
                  </a:cubicBezTo>
                  <a:cubicBezTo>
                    <a:pt x="5022" y="2484"/>
                    <a:pt x="5022" y="2456"/>
                    <a:pt x="5015" y="2421"/>
                  </a:cubicBezTo>
                  <a:lnTo>
                    <a:pt x="5015" y="2400"/>
                  </a:lnTo>
                  <a:cubicBezTo>
                    <a:pt x="5008" y="2338"/>
                    <a:pt x="5001" y="2276"/>
                    <a:pt x="4988" y="2220"/>
                  </a:cubicBezTo>
                  <a:lnTo>
                    <a:pt x="4988" y="2192"/>
                  </a:lnTo>
                  <a:cubicBezTo>
                    <a:pt x="4981" y="2137"/>
                    <a:pt x="4967" y="2074"/>
                    <a:pt x="4946" y="2019"/>
                  </a:cubicBezTo>
                  <a:lnTo>
                    <a:pt x="4946" y="1998"/>
                  </a:lnTo>
                  <a:cubicBezTo>
                    <a:pt x="4925" y="1936"/>
                    <a:pt x="4911" y="1880"/>
                    <a:pt x="4890" y="1825"/>
                  </a:cubicBezTo>
                  <a:lnTo>
                    <a:pt x="4883" y="1804"/>
                  </a:lnTo>
                  <a:cubicBezTo>
                    <a:pt x="4863" y="1741"/>
                    <a:pt x="4842" y="1686"/>
                    <a:pt x="4814" y="1631"/>
                  </a:cubicBezTo>
                  <a:lnTo>
                    <a:pt x="4807" y="1617"/>
                  </a:lnTo>
                  <a:cubicBezTo>
                    <a:pt x="4786" y="1561"/>
                    <a:pt x="4759" y="1506"/>
                    <a:pt x="4731" y="1450"/>
                  </a:cubicBezTo>
                  <a:lnTo>
                    <a:pt x="4717" y="1429"/>
                  </a:lnTo>
                  <a:cubicBezTo>
                    <a:pt x="4689" y="1381"/>
                    <a:pt x="4662" y="1332"/>
                    <a:pt x="4634" y="1277"/>
                  </a:cubicBezTo>
                  <a:lnTo>
                    <a:pt x="4620" y="1263"/>
                  </a:lnTo>
                  <a:cubicBezTo>
                    <a:pt x="4592" y="1207"/>
                    <a:pt x="4557" y="1159"/>
                    <a:pt x="4516" y="1103"/>
                  </a:cubicBezTo>
                  <a:cubicBezTo>
                    <a:pt x="4412" y="958"/>
                    <a:pt x="4287" y="819"/>
                    <a:pt x="4148" y="694"/>
                  </a:cubicBezTo>
                  <a:lnTo>
                    <a:pt x="4127" y="673"/>
                  </a:lnTo>
                  <a:lnTo>
                    <a:pt x="4100" y="653"/>
                  </a:lnTo>
                  <a:lnTo>
                    <a:pt x="4086" y="639"/>
                  </a:lnTo>
                  <a:lnTo>
                    <a:pt x="4079" y="632"/>
                  </a:lnTo>
                  <a:lnTo>
                    <a:pt x="4065" y="618"/>
                  </a:lnTo>
                  <a:lnTo>
                    <a:pt x="4051" y="611"/>
                  </a:lnTo>
                  <a:lnTo>
                    <a:pt x="4030" y="590"/>
                  </a:lnTo>
                  <a:lnTo>
                    <a:pt x="4003" y="569"/>
                  </a:lnTo>
                  <a:lnTo>
                    <a:pt x="3975" y="548"/>
                  </a:lnTo>
                  <a:lnTo>
                    <a:pt x="3947" y="528"/>
                  </a:lnTo>
                  <a:lnTo>
                    <a:pt x="3926" y="507"/>
                  </a:lnTo>
                  <a:lnTo>
                    <a:pt x="3899" y="493"/>
                  </a:lnTo>
                  <a:lnTo>
                    <a:pt x="3871" y="472"/>
                  </a:lnTo>
                  <a:lnTo>
                    <a:pt x="3843" y="451"/>
                  </a:lnTo>
                  <a:lnTo>
                    <a:pt x="3822" y="437"/>
                  </a:lnTo>
                  <a:lnTo>
                    <a:pt x="3794" y="417"/>
                  </a:lnTo>
                  <a:lnTo>
                    <a:pt x="3767" y="403"/>
                  </a:lnTo>
                  <a:lnTo>
                    <a:pt x="3739" y="382"/>
                  </a:lnTo>
                  <a:lnTo>
                    <a:pt x="3711" y="368"/>
                  </a:lnTo>
                  <a:lnTo>
                    <a:pt x="3684" y="347"/>
                  </a:lnTo>
                  <a:lnTo>
                    <a:pt x="3656" y="333"/>
                  </a:lnTo>
                  <a:lnTo>
                    <a:pt x="3628" y="320"/>
                  </a:lnTo>
                  <a:lnTo>
                    <a:pt x="3600" y="306"/>
                  </a:lnTo>
                  <a:lnTo>
                    <a:pt x="3573" y="285"/>
                  </a:lnTo>
                  <a:lnTo>
                    <a:pt x="3545" y="271"/>
                  </a:lnTo>
                  <a:lnTo>
                    <a:pt x="3510" y="257"/>
                  </a:lnTo>
                  <a:lnTo>
                    <a:pt x="3482" y="243"/>
                  </a:lnTo>
                  <a:lnTo>
                    <a:pt x="3468" y="236"/>
                  </a:lnTo>
                  <a:lnTo>
                    <a:pt x="3455" y="229"/>
                  </a:lnTo>
                  <a:lnTo>
                    <a:pt x="3427" y="216"/>
                  </a:lnTo>
                  <a:lnTo>
                    <a:pt x="3406" y="209"/>
                  </a:lnTo>
                  <a:lnTo>
                    <a:pt x="3385" y="202"/>
                  </a:lnTo>
                  <a:lnTo>
                    <a:pt x="3358" y="188"/>
                  </a:lnTo>
                  <a:lnTo>
                    <a:pt x="3309" y="167"/>
                  </a:lnTo>
                  <a:lnTo>
                    <a:pt x="3281" y="153"/>
                  </a:lnTo>
                  <a:lnTo>
                    <a:pt x="3247" y="139"/>
                  </a:lnTo>
                  <a:lnTo>
                    <a:pt x="3219" y="132"/>
                  </a:lnTo>
                  <a:lnTo>
                    <a:pt x="3184" y="118"/>
                  </a:lnTo>
                  <a:lnTo>
                    <a:pt x="3170" y="118"/>
                  </a:lnTo>
                  <a:lnTo>
                    <a:pt x="3156" y="111"/>
                  </a:lnTo>
                  <a:lnTo>
                    <a:pt x="3136" y="105"/>
                  </a:lnTo>
                  <a:lnTo>
                    <a:pt x="3122" y="105"/>
                  </a:lnTo>
                  <a:lnTo>
                    <a:pt x="3094" y="91"/>
                  </a:lnTo>
                  <a:lnTo>
                    <a:pt x="3059" y="84"/>
                  </a:lnTo>
                  <a:lnTo>
                    <a:pt x="3025" y="77"/>
                  </a:lnTo>
                  <a:lnTo>
                    <a:pt x="2997" y="63"/>
                  </a:lnTo>
                  <a:lnTo>
                    <a:pt x="2962" y="56"/>
                  </a:lnTo>
                  <a:lnTo>
                    <a:pt x="2927" y="49"/>
                  </a:lnTo>
                  <a:lnTo>
                    <a:pt x="2900" y="42"/>
                  </a:lnTo>
                  <a:lnTo>
                    <a:pt x="2865" y="35"/>
                  </a:lnTo>
                  <a:lnTo>
                    <a:pt x="2830" y="28"/>
                  </a:lnTo>
                  <a:lnTo>
                    <a:pt x="2796" y="21"/>
                  </a:lnTo>
                  <a:lnTo>
                    <a:pt x="2768" y="21"/>
                  </a:lnTo>
                  <a:lnTo>
                    <a:pt x="2733" y="14"/>
                  </a:lnTo>
                  <a:lnTo>
                    <a:pt x="2699" y="7"/>
                  </a:lnTo>
                  <a:lnTo>
                    <a:pt x="2664" y="1"/>
                  </a:lnTo>
                  <a:close/>
                </a:path>
              </a:pathLst>
            </a:custGeom>
            <a:solidFill>
              <a:srgbClr val="51637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312" name="Google Shape;10312;p41"/>
            <p:cNvSpPr/>
            <p:nvPr/>
          </p:nvSpPr>
          <p:spPr>
            <a:xfrm>
              <a:off x="1506996" y="3210890"/>
              <a:ext cx="14608" cy="44453"/>
            </a:xfrm>
            <a:custGeom>
              <a:rect b="b" l="l" r="r" t="t"/>
              <a:pathLst>
                <a:path extrusionOk="0" h="1692" w="556">
                  <a:moveTo>
                    <a:pt x="278" y="1"/>
                  </a:moveTo>
                  <a:cubicBezTo>
                    <a:pt x="140" y="1"/>
                    <a:pt x="1" y="93"/>
                    <a:pt x="1" y="277"/>
                  </a:cubicBezTo>
                  <a:lnTo>
                    <a:pt x="1" y="1414"/>
                  </a:lnTo>
                  <a:cubicBezTo>
                    <a:pt x="1" y="1567"/>
                    <a:pt x="126" y="1691"/>
                    <a:pt x="278" y="1691"/>
                  </a:cubicBezTo>
                  <a:cubicBezTo>
                    <a:pt x="431" y="1691"/>
                    <a:pt x="556" y="1560"/>
                    <a:pt x="556" y="1407"/>
                  </a:cubicBezTo>
                  <a:lnTo>
                    <a:pt x="556" y="277"/>
                  </a:lnTo>
                  <a:cubicBezTo>
                    <a:pt x="556" y="93"/>
                    <a:pt x="417" y="1"/>
                    <a:pt x="278" y="1"/>
                  </a:cubicBezTo>
                  <a:close/>
                </a:path>
              </a:pathLst>
            </a:custGeom>
            <a:solidFill>
              <a:srgbClr val="AAB8C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313" name="Google Shape;10313;p41"/>
            <p:cNvSpPr/>
            <p:nvPr/>
          </p:nvSpPr>
          <p:spPr>
            <a:xfrm>
              <a:off x="1430307" y="3230489"/>
              <a:ext cx="33892" cy="40696"/>
            </a:xfrm>
            <a:custGeom>
              <a:rect b="b" l="l" r="r" t="t"/>
              <a:pathLst>
                <a:path extrusionOk="0" h="1549" w="1290">
                  <a:moveTo>
                    <a:pt x="385" y="0"/>
                  </a:moveTo>
                  <a:cubicBezTo>
                    <a:pt x="192" y="0"/>
                    <a:pt x="0" y="206"/>
                    <a:pt x="139" y="425"/>
                  </a:cubicBezTo>
                  <a:lnTo>
                    <a:pt x="700" y="1410"/>
                  </a:lnTo>
                  <a:cubicBezTo>
                    <a:pt x="749" y="1493"/>
                    <a:pt x="846" y="1549"/>
                    <a:pt x="943" y="1549"/>
                  </a:cubicBezTo>
                  <a:cubicBezTo>
                    <a:pt x="1158" y="1549"/>
                    <a:pt x="1290" y="1313"/>
                    <a:pt x="1186" y="1133"/>
                  </a:cubicBezTo>
                  <a:lnTo>
                    <a:pt x="617" y="148"/>
                  </a:lnTo>
                  <a:cubicBezTo>
                    <a:pt x="561" y="43"/>
                    <a:pt x="473" y="0"/>
                    <a:pt x="385" y="0"/>
                  </a:cubicBezTo>
                  <a:close/>
                </a:path>
              </a:pathLst>
            </a:custGeom>
            <a:solidFill>
              <a:srgbClr val="AAB8C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314" name="Google Shape;10314;p41"/>
            <p:cNvSpPr/>
            <p:nvPr/>
          </p:nvSpPr>
          <p:spPr>
            <a:xfrm>
              <a:off x="1374872" y="3284768"/>
              <a:ext cx="47002" cy="29793"/>
            </a:xfrm>
            <a:custGeom>
              <a:rect b="b" l="l" r="r" t="t"/>
              <a:pathLst>
                <a:path extrusionOk="0" h="1134" w="1789">
                  <a:moveTo>
                    <a:pt x="412" y="0"/>
                  </a:moveTo>
                  <a:cubicBezTo>
                    <a:pt x="160" y="0"/>
                    <a:pt x="0" y="373"/>
                    <a:pt x="286" y="530"/>
                  </a:cubicBezTo>
                  <a:lnTo>
                    <a:pt x="1264" y="1092"/>
                  </a:lnTo>
                  <a:cubicBezTo>
                    <a:pt x="1305" y="1120"/>
                    <a:pt x="1354" y="1134"/>
                    <a:pt x="1402" y="1134"/>
                  </a:cubicBezTo>
                  <a:cubicBezTo>
                    <a:pt x="1405" y="1134"/>
                    <a:pt x="1407" y="1134"/>
                    <a:pt x="1410" y="1134"/>
                  </a:cubicBezTo>
                  <a:cubicBezTo>
                    <a:pt x="1695" y="1134"/>
                    <a:pt x="1789" y="751"/>
                    <a:pt x="1541" y="614"/>
                  </a:cubicBezTo>
                  <a:lnTo>
                    <a:pt x="563" y="45"/>
                  </a:lnTo>
                  <a:cubicBezTo>
                    <a:pt x="511" y="14"/>
                    <a:pt x="460" y="0"/>
                    <a:pt x="412" y="0"/>
                  </a:cubicBezTo>
                  <a:close/>
                </a:path>
              </a:pathLst>
            </a:custGeom>
            <a:solidFill>
              <a:srgbClr val="AAB8C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315" name="Google Shape;10315;p41"/>
            <p:cNvSpPr/>
            <p:nvPr/>
          </p:nvSpPr>
          <p:spPr>
            <a:xfrm>
              <a:off x="1356297" y="3359198"/>
              <a:ext cx="49235" cy="14581"/>
            </a:xfrm>
            <a:custGeom>
              <a:rect b="b" l="l" r="r" t="t"/>
              <a:pathLst>
                <a:path extrusionOk="0" h="555" w="1874">
                  <a:moveTo>
                    <a:pt x="368" y="0"/>
                  </a:moveTo>
                  <a:cubicBezTo>
                    <a:pt x="1" y="0"/>
                    <a:pt x="1" y="555"/>
                    <a:pt x="368" y="555"/>
                  </a:cubicBezTo>
                  <a:lnTo>
                    <a:pt x="1506" y="555"/>
                  </a:lnTo>
                  <a:cubicBezTo>
                    <a:pt x="1873" y="555"/>
                    <a:pt x="1873" y="0"/>
                    <a:pt x="1506" y="0"/>
                  </a:cubicBezTo>
                  <a:close/>
                </a:path>
              </a:pathLst>
            </a:custGeom>
            <a:solidFill>
              <a:srgbClr val="AAB8C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316" name="Google Shape;10316;p41"/>
            <p:cNvSpPr/>
            <p:nvPr/>
          </p:nvSpPr>
          <p:spPr>
            <a:xfrm>
              <a:off x="1375686" y="3418311"/>
              <a:ext cx="46476" cy="29478"/>
            </a:xfrm>
            <a:custGeom>
              <a:rect b="b" l="l" r="r" t="t"/>
              <a:pathLst>
                <a:path extrusionOk="0" h="1122" w="1769">
                  <a:moveTo>
                    <a:pt x="1373" y="1"/>
                  </a:moveTo>
                  <a:cubicBezTo>
                    <a:pt x="1329" y="1"/>
                    <a:pt x="1281" y="13"/>
                    <a:pt x="1233" y="39"/>
                  </a:cubicBezTo>
                  <a:lnTo>
                    <a:pt x="255" y="601"/>
                  </a:lnTo>
                  <a:cubicBezTo>
                    <a:pt x="0" y="745"/>
                    <a:pt x="100" y="1121"/>
                    <a:pt x="386" y="1121"/>
                  </a:cubicBezTo>
                  <a:cubicBezTo>
                    <a:pt x="388" y="1121"/>
                    <a:pt x="391" y="1121"/>
                    <a:pt x="393" y="1121"/>
                  </a:cubicBezTo>
                  <a:cubicBezTo>
                    <a:pt x="442" y="1121"/>
                    <a:pt x="490" y="1107"/>
                    <a:pt x="532" y="1086"/>
                  </a:cubicBezTo>
                  <a:lnTo>
                    <a:pt x="1510" y="518"/>
                  </a:lnTo>
                  <a:cubicBezTo>
                    <a:pt x="1769" y="359"/>
                    <a:pt x="1619" y="1"/>
                    <a:pt x="1373" y="1"/>
                  </a:cubicBezTo>
                  <a:close/>
                </a:path>
              </a:pathLst>
            </a:custGeom>
            <a:solidFill>
              <a:srgbClr val="AAB8C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317" name="Google Shape;10317;p41"/>
            <p:cNvSpPr/>
            <p:nvPr/>
          </p:nvSpPr>
          <p:spPr>
            <a:xfrm>
              <a:off x="1606701" y="3284689"/>
              <a:ext cx="46870" cy="29872"/>
            </a:xfrm>
            <a:custGeom>
              <a:rect b="b" l="l" r="r" t="t"/>
              <a:pathLst>
                <a:path extrusionOk="0" h="1137" w="1784">
                  <a:moveTo>
                    <a:pt x="1381" y="1"/>
                  </a:moveTo>
                  <a:cubicBezTo>
                    <a:pt x="1333" y="1"/>
                    <a:pt x="1281" y="15"/>
                    <a:pt x="1228" y="48"/>
                  </a:cubicBezTo>
                  <a:lnTo>
                    <a:pt x="250" y="617"/>
                  </a:lnTo>
                  <a:cubicBezTo>
                    <a:pt x="0" y="755"/>
                    <a:pt x="97" y="1137"/>
                    <a:pt x="388" y="1137"/>
                  </a:cubicBezTo>
                  <a:cubicBezTo>
                    <a:pt x="437" y="1137"/>
                    <a:pt x="486" y="1123"/>
                    <a:pt x="527" y="1095"/>
                  </a:cubicBezTo>
                  <a:lnTo>
                    <a:pt x="1505" y="526"/>
                  </a:lnTo>
                  <a:cubicBezTo>
                    <a:pt x="1784" y="375"/>
                    <a:pt x="1630" y="1"/>
                    <a:pt x="1381" y="1"/>
                  </a:cubicBezTo>
                  <a:close/>
                </a:path>
              </a:pathLst>
            </a:custGeom>
            <a:solidFill>
              <a:srgbClr val="AAB8C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318" name="Google Shape;10318;p41"/>
            <p:cNvSpPr/>
            <p:nvPr/>
          </p:nvSpPr>
          <p:spPr>
            <a:xfrm>
              <a:off x="1564402" y="3230857"/>
              <a:ext cx="33419" cy="40328"/>
            </a:xfrm>
            <a:custGeom>
              <a:rect b="b" l="l" r="r" t="t"/>
              <a:pathLst>
                <a:path extrusionOk="0" h="1535" w="1272">
                  <a:moveTo>
                    <a:pt x="900" y="0"/>
                  </a:moveTo>
                  <a:cubicBezTo>
                    <a:pt x="816" y="0"/>
                    <a:pt x="732" y="39"/>
                    <a:pt x="674" y="134"/>
                  </a:cubicBezTo>
                  <a:lnTo>
                    <a:pt x="105" y="1119"/>
                  </a:lnTo>
                  <a:cubicBezTo>
                    <a:pt x="1" y="1299"/>
                    <a:pt x="133" y="1535"/>
                    <a:pt x="348" y="1535"/>
                  </a:cubicBezTo>
                  <a:cubicBezTo>
                    <a:pt x="445" y="1535"/>
                    <a:pt x="535" y="1479"/>
                    <a:pt x="590" y="1396"/>
                  </a:cubicBezTo>
                  <a:lnTo>
                    <a:pt x="1152" y="411"/>
                  </a:lnTo>
                  <a:cubicBezTo>
                    <a:pt x="1272" y="196"/>
                    <a:pt x="1087" y="0"/>
                    <a:pt x="900" y="0"/>
                  </a:cubicBezTo>
                  <a:close/>
                </a:path>
              </a:pathLst>
            </a:custGeom>
            <a:solidFill>
              <a:srgbClr val="AAB8C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319" name="Google Shape;10319;p41"/>
            <p:cNvSpPr/>
            <p:nvPr/>
          </p:nvSpPr>
          <p:spPr>
            <a:xfrm>
              <a:off x="1360317" y="3362587"/>
              <a:ext cx="427348" cy="228492"/>
            </a:xfrm>
            <a:custGeom>
              <a:rect b="b" l="l" r="r" t="t"/>
              <a:pathLst>
                <a:path extrusionOk="0" h="8697" w="16266">
                  <a:moveTo>
                    <a:pt x="9272" y="1"/>
                  </a:moveTo>
                  <a:cubicBezTo>
                    <a:pt x="7689" y="1"/>
                    <a:pt x="6230" y="1084"/>
                    <a:pt x="5861" y="2722"/>
                  </a:cubicBezTo>
                  <a:cubicBezTo>
                    <a:pt x="5644" y="2651"/>
                    <a:pt x="5422" y="2616"/>
                    <a:pt x="5202" y="2616"/>
                  </a:cubicBezTo>
                  <a:cubicBezTo>
                    <a:pt x="4525" y="2616"/>
                    <a:pt x="3874" y="2943"/>
                    <a:pt x="3475" y="3520"/>
                  </a:cubicBezTo>
                  <a:cubicBezTo>
                    <a:pt x="3251" y="3461"/>
                    <a:pt x="3027" y="3433"/>
                    <a:pt x="2807" y="3433"/>
                  </a:cubicBezTo>
                  <a:cubicBezTo>
                    <a:pt x="1521" y="3433"/>
                    <a:pt x="373" y="4388"/>
                    <a:pt x="201" y="5732"/>
                  </a:cubicBezTo>
                  <a:cubicBezTo>
                    <a:pt x="0" y="7307"/>
                    <a:pt x="1228" y="8694"/>
                    <a:pt x="2816" y="8694"/>
                  </a:cubicBezTo>
                  <a:lnTo>
                    <a:pt x="13540" y="8694"/>
                  </a:lnTo>
                  <a:cubicBezTo>
                    <a:pt x="13581" y="8696"/>
                    <a:pt x="13622" y="8697"/>
                    <a:pt x="13663" y="8697"/>
                  </a:cubicBezTo>
                  <a:cubicBezTo>
                    <a:pt x="15092" y="8697"/>
                    <a:pt x="16266" y="7536"/>
                    <a:pt x="16266" y="6093"/>
                  </a:cubicBezTo>
                  <a:cubicBezTo>
                    <a:pt x="16266" y="4654"/>
                    <a:pt x="15099" y="3495"/>
                    <a:pt x="13675" y="3495"/>
                  </a:cubicBezTo>
                  <a:cubicBezTo>
                    <a:pt x="13630" y="3495"/>
                    <a:pt x="13585" y="3496"/>
                    <a:pt x="13540" y="3499"/>
                  </a:cubicBezTo>
                  <a:cubicBezTo>
                    <a:pt x="13276" y="3499"/>
                    <a:pt x="13013" y="3533"/>
                    <a:pt x="12763" y="3617"/>
                  </a:cubicBezTo>
                  <a:lnTo>
                    <a:pt x="12763" y="3499"/>
                  </a:lnTo>
                  <a:cubicBezTo>
                    <a:pt x="12763" y="2895"/>
                    <a:pt x="12603" y="2299"/>
                    <a:pt x="12305" y="1772"/>
                  </a:cubicBezTo>
                  <a:cubicBezTo>
                    <a:pt x="11695" y="579"/>
                    <a:pt x="10425" y="197"/>
                    <a:pt x="10425" y="197"/>
                  </a:cubicBezTo>
                  <a:cubicBezTo>
                    <a:pt x="10043" y="64"/>
                    <a:pt x="9654" y="1"/>
                    <a:pt x="9272" y="1"/>
                  </a:cubicBezTo>
                  <a:close/>
                </a:path>
              </a:pathLst>
            </a:custGeom>
            <a:solidFill>
              <a:srgbClr val="99A4B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320" name="Google Shape;10320;p41"/>
            <p:cNvSpPr/>
            <p:nvPr/>
          </p:nvSpPr>
          <p:spPr>
            <a:xfrm>
              <a:off x="1360317" y="3431264"/>
              <a:ext cx="216512" cy="159737"/>
            </a:xfrm>
            <a:custGeom>
              <a:rect b="b" l="l" r="r" t="t"/>
              <a:pathLst>
                <a:path extrusionOk="0" h="6080" w="8241">
                  <a:moveTo>
                    <a:pt x="5195" y="1"/>
                  </a:moveTo>
                  <a:cubicBezTo>
                    <a:pt x="4523" y="1"/>
                    <a:pt x="3875" y="331"/>
                    <a:pt x="3475" y="906"/>
                  </a:cubicBezTo>
                  <a:cubicBezTo>
                    <a:pt x="3251" y="847"/>
                    <a:pt x="3027" y="819"/>
                    <a:pt x="2807" y="819"/>
                  </a:cubicBezTo>
                  <a:cubicBezTo>
                    <a:pt x="1521" y="819"/>
                    <a:pt x="373" y="1774"/>
                    <a:pt x="201" y="3118"/>
                  </a:cubicBezTo>
                  <a:cubicBezTo>
                    <a:pt x="0" y="4693"/>
                    <a:pt x="1228" y="6080"/>
                    <a:pt x="2816" y="6080"/>
                  </a:cubicBezTo>
                  <a:lnTo>
                    <a:pt x="8241" y="6080"/>
                  </a:lnTo>
                  <a:cubicBezTo>
                    <a:pt x="6652" y="4963"/>
                    <a:pt x="5709" y="3139"/>
                    <a:pt x="5709" y="1197"/>
                  </a:cubicBezTo>
                  <a:cubicBezTo>
                    <a:pt x="5709" y="822"/>
                    <a:pt x="5737" y="455"/>
                    <a:pt x="5806" y="94"/>
                  </a:cubicBezTo>
                  <a:cubicBezTo>
                    <a:pt x="5604" y="31"/>
                    <a:pt x="5399" y="1"/>
                    <a:pt x="5195" y="1"/>
                  </a:cubicBezTo>
                  <a:close/>
                </a:path>
              </a:pathLst>
            </a:custGeom>
            <a:solidFill>
              <a:srgbClr val="78879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0321" name="Google Shape;10321;p41"/>
          <p:cNvGrpSpPr/>
          <p:nvPr/>
        </p:nvGrpSpPr>
        <p:grpSpPr>
          <a:xfrm>
            <a:off x="1903737" y="3215540"/>
            <a:ext cx="411874" cy="370731"/>
            <a:chOff x="1903737" y="3215540"/>
            <a:chExt cx="411874" cy="370731"/>
          </a:xfrm>
        </p:grpSpPr>
        <p:sp>
          <p:nvSpPr>
            <p:cNvPr id="10322" name="Google Shape;10322;p41"/>
            <p:cNvSpPr/>
            <p:nvPr/>
          </p:nvSpPr>
          <p:spPr>
            <a:xfrm>
              <a:off x="2115940" y="3285661"/>
              <a:ext cx="77451" cy="75271"/>
            </a:xfrm>
            <a:custGeom>
              <a:rect b="b" l="l" r="r" t="t"/>
              <a:pathLst>
                <a:path extrusionOk="0" h="2865" w="2948">
                  <a:moveTo>
                    <a:pt x="1475" y="0"/>
                  </a:moveTo>
                  <a:cubicBezTo>
                    <a:pt x="1438" y="0"/>
                    <a:pt x="1401" y="25"/>
                    <a:pt x="1398" y="73"/>
                  </a:cubicBezTo>
                  <a:cubicBezTo>
                    <a:pt x="1398" y="781"/>
                    <a:pt x="822" y="1356"/>
                    <a:pt x="115" y="1356"/>
                  </a:cubicBezTo>
                  <a:cubicBezTo>
                    <a:pt x="110" y="1356"/>
                    <a:pt x="106" y="1356"/>
                    <a:pt x="102" y="1356"/>
                  </a:cubicBezTo>
                  <a:cubicBezTo>
                    <a:pt x="1" y="1356"/>
                    <a:pt x="1" y="1517"/>
                    <a:pt x="102" y="1517"/>
                  </a:cubicBezTo>
                  <a:cubicBezTo>
                    <a:pt x="106" y="1517"/>
                    <a:pt x="110" y="1516"/>
                    <a:pt x="115" y="1516"/>
                  </a:cubicBezTo>
                  <a:cubicBezTo>
                    <a:pt x="822" y="1516"/>
                    <a:pt x="1391" y="2085"/>
                    <a:pt x="1398" y="2792"/>
                  </a:cubicBezTo>
                  <a:cubicBezTo>
                    <a:pt x="1401" y="2841"/>
                    <a:pt x="1438" y="2865"/>
                    <a:pt x="1475" y="2865"/>
                  </a:cubicBezTo>
                  <a:cubicBezTo>
                    <a:pt x="1512" y="2865"/>
                    <a:pt x="1550" y="2841"/>
                    <a:pt x="1557" y="2792"/>
                  </a:cubicBezTo>
                  <a:cubicBezTo>
                    <a:pt x="1557" y="2085"/>
                    <a:pt x="2126" y="1516"/>
                    <a:pt x="2834" y="1516"/>
                  </a:cubicBezTo>
                  <a:cubicBezTo>
                    <a:pt x="2838" y="1516"/>
                    <a:pt x="2842" y="1517"/>
                    <a:pt x="2846" y="1517"/>
                  </a:cubicBezTo>
                  <a:cubicBezTo>
                    <a:pt x="2947" y="1517"/>
                    <a:pt x="2947" y="1356"/>
                    <a:pt x="2846" y="1356"/>
                  </a:cubicBezTo>
                  <a:cubicBezTo>
                    <a:pt x="2842" y="1356"/>
                    <a:pt x="2838" y="1356"/>
                    <a:pt x="2834" y="1356"/>
                  </a:cubicBezTo>
                  <a:cubicBezTo>
                    <a:pt x="2126" y="1349"/>
                    <a:pt x="1557" y="781"/>
                    <a:pt x="1557" y="73"/>
                  </a:cubicBezTo>
                  <a:cubicBezTo>
                    <a:pt x="1550" y="25"/>
                    <a:pt x="1512" y="0"/>
                    <a:pt x="1475" y="0"/>
                  </a:cubicBezTo>
                  <a:close/>
                </a:path>
              </a:pathLst>
            </a:custGeom>
            <a:solidFill>
              <a:srgbClr val="51637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323" name="Google Shape;10323;p41"/>
            <p:cNvSpPr/>
            <p:nvPr/>
          </p:nvSpPr>
          <p:spPr>
            <a:xfrm>
              <a:off x="2116939" y="3285425"/>
              <a:ext cx="44663" cy="74798"/>
            </a:xfrm>
            <a:custGeom>
              <a:rect b="b" l="l" r="r" t="t"/>
              <a:pathLst>
                <a:path extrusionOk="0" h="2847" w="1700">
                  <a:moveTo>
                    <a:pt x="1437" y="1"/>
                  </a:moveTo>
                  <a:cubicBezTo>
                    <a:pt x="1395" y="1"/>
                    <a:pt x="1353" y="30"/>
                    <a:pt x="1360" y="89"/>
                  </a:cubicBezTo>
                  <a:cubicBezTo>
                    <a:pt x="1353" y="589"/>
                    <a:pt x="1062" y="1039"/>
                    <a:pt x="611" y="1247"/>
                  </a:cubicBezTo>
                  <a:lnTo>
                    <a:pt x="604" y="1247"/>
                  </a:lnTo>
                  <a:cubicBezTo>
                    <a:pt x="548" y="1275"/>
                    <a:pt x="500" y="1289"/>
                    <a:pt x="444" y="1310"/>
                  </a:cubicBezTo>
                  <a:lnTo>
                    <a:pt x="430" y="1310"/>
                  </a:lnTo>
                  <a:lnTo>
                    <a:pt x="361" y="1324"/>
                  </a:lnTo>
                  <a:lnTo>
                    <a:pt x="347" y="1324"/>
                  </a:lnTo>
                  <a:cubicBezTo>
                    <a:pt x="319" y="1331"/>
                    <a:pt x="292" y="1338"/>
                    <a:pt x="271" y="1345"/>
                  </a:cubicBezTo>
                  <a:lnTo>
                    <a:pt x="257" y="1345"/>
                  </a:lnTo>
                  <a:lnTo>
                    <a:pt x="188" y="1352"/>
                  </a:lnTo>
                  <a:lnTo>
                    <a:pt x="84" y="1352"/>
                  </a:lnTo>
                  <a:cubicBezTo>
                    <a:pt x="35" y="1352"/>
                    <a:pt x="0" y="1386"/>
                    <a:pt x="0" y="1428"/>
                  </a:cubicBezTo>
                  <a:cubicBezTo>
                    <a:pt x="0" y="1476"/>
                    <a:pt x="35" y="1511"/>
                    <a:pt x="84" y="1511"/>
                  </a:cubicBezTo>
                  <a:lnTo>
                    <a:pt x="188" y="1511"/>
                  </a:lnTo>
                  <a:lnTo>
                    <a:pt x="257" y="1518"/>
                  </a:lnTo>
                  <a:lnTo>
                    <a:pt x="271" y="1518"/>
                  </a:lnTo>
                  <a:cubicBezTo>
                    <a:pt x="292" y="1525"/>
                    <a:pt x="319" y="1525"/>
                    <a:pt x="347" y="1532"/>
                  </a:cubicBezTo>
                  <a:lnTo>
                    <a:pt x="361" y="1532"/>
                  </a:lnTo>
                  <a:lnTo>
                    <a:pt x="430" y="1553"/>
                  </a:lnTo>
                  <a:lnTo>
                    <a:pt x="444" y="1553"/>
                  </a:lnTo>
                  <a:cubicBezTo>
                    <a:pt x="500" y="1567"/>
                    <a:pt x="548" y="1587"/>
                    <a:pt x="604" y="1608"/>
                  </a:cubicBezTo>
                  <a:lnTo>
                    <a:pt x="611" y="1608"/>
                  </a:lnTo>
                  <a:cubicBezTo>
                    <a:pt x="1062" y="1816"/>
                    <a:pt x="1353" y="2274"/>
                    <a:pt x="1360" y="2773"/>
                  </a:cubicBezTo>
                  <a:cubicBezTo>
                    <a:pt x="1363" y="2822"/>
                    <a:pt x="1400" y="2846"/>
                    <a:pt x="1437" y="2846"/>
                  </a:cubicBezTo>
                  <a:cubicBezTo>
                    <a:pt x="1474" y="2846"/>
                    <a:pt x="1512" y="2822"/>
                    <a:pt x="1519" y="2773"/>
                  </a:cubicBezTo>
                  <a:cubicBezTo>
                    <a:pt x="1519" y="2538"/>
                    <a:pt x="1582" y="2309"/>
                    <a:pt x="1700" y="2108"/>
                  </a:cubicBezTo>
                  <a:cubicBezTo>
                    <a:pt x="1637" y="1851"/>
                    <a:pt x="1499" y="1615"/>
                    <a:pt x="1290" y="1442"/>
                  </a:cubicBezTo>
                  <a:cubicBezTo>
                    <a:pt x="1499" y="1261"/>
                    <a:pt x="1644" y="1019"/>
                    <a:pt x="1700" y="748"/>
                  </a:cubicBezTo>
                  <a:cubicBezTo>
                    <a:pt x="1582" y="547"/>
                    <a:pt x="1519" y="318"/>
                    <a:pt x="1519" y="89"/>
                  </a:cubicBezTo>
                  <a:cubicBezTo>
                    <a:pt x="1523" y="30"/>
                    <a:pt x="1480" y="1"/>
                    <a:pt x="1437" y="1"/>
                  </a:cubicBezTo>
                  <a:close/>
                </a:path>
              </a:pathLst>
            </a:custGeom>
            <a:solidFill>
              <a:srgbClr val="707F8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324" name="Google Shape;10324;p41"/>
            <p:cNvSpPr/>
            <p:nvPr/>
          </p:nvSpPr>
          <p:spPr>
            <a:xfrm>
              <a:off x="2200407" y="3381609"/>
              <a:ext cx="28453" cy="28453"/>
            </a:xfrm>
            <a:custGeom>
              <a:rect b="b" l="l" r="r" t="t"/>
              <a:pathLst>
                <a:path extrusionOk="0" h="1083" w="1083">
                  <a:moveTo>
                    <a:pt x="541" y="0"/>
                  </a:moveTo>
                  <a:cubicBezTo>
                    <a:pt x="236" y="0"/>
                    <a:pt x="0" y="243"/>
                    <a:pt x="0" y="541"/>
                  </a:cubicBezTo>
                  <a:cubicBezTo>
                    <a:pt x="0" y="846"/>
                    <a:pt x="236" y="1082"/>
                    <a:pt x="541" y="1082"/>
                  </a:cubicBezTo>
                  <a:cubicBezTo>
                    <a:pt x="839" y="1082"/>
                    <a:pt x="1082" y="846"/>
                    <a:pt x="1082" y="541"/>
                  </a:cubicBezTo>
                  <a:cubicBezTo>
                    <a:pt x="1082" y="243"/>
                    <a:pt x="839" y="0"/>
                    <a:pt x="541" y="0"/>
                  </a:cubicBezTo>
                  <a:close/>
                </a:path>
              </a:pathLst>
            </a:custGeom>
            <a:solidFill>
              <a:srgbClr val="51637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325" name="Google Shape;10325;p41"/>
            <p:cNvSpPr/>
            <p:nvPr/>
          </p:nvSpPr>
          <p:spPr>
            <a:xfrm>
              <a:off x="1942174" y="3547073"/>
              <a:ext cx="28453" cy="28453"/>
            </a:xfrm>
            <a:custGeom>
              <a:rect b="b" l="l" r="r" t="t"/>
              <a:pathLst>
                <a:path extrusionOk="0" h="1083" w="1083">
                  <a:moveTo>
                    <a:pt x="542" y="0"/>
                  </a:moveTo>
                  <a:cubicBezTo>
                    <a:pt x="243" y="0"/>
                    <a:pt x="1" y="243"/>
                    <a:pt x="1" y="541"/>
                  </a:cubicBezTo>
                  <a:cubicBezTo>
                    <a:pt x="1" y="840"/>
                    <a:pt x="243" y="1082"/>
                    <a:pt x="542" y="1082"/>
                  </a:cubicBezTo>
                  <a:cubicBezTo>
                    <a:pt x="840" y="1082"/>
                    <a:pt x="1083" y="840"/>
                    <a:pt x="1083" y="541"/>
                  </a:cubicBezTo>
                  <a:cubicBezTo>
                    <a:pt x="1083" y="243"/>
                    <a:pt x="840" y="0"/>
                    <a:pt x="542" y="0"/>
                  </a:cubicBezTo>
                  <a:close/>
                </a:path>
              </a:pathLst>
            </a:custGeom>
            <a:solidFill>
              <a:srgbClr val="51637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326" name="Google Shape;10326;p41"/>
            <p:cNvSpPr/>
            <p:nvPr/>
          </p:nvSpPr>
          <p:spPr>
            <a:xfrm>
              <a:off x="1903737" y="3215540"/>
              <a:ext cx="411874" cy="370731"/>
            </a:xfrm>
            <a:custGeom>
              <a:rect b="b" l="l" r="r" t="t"/>
              <a:pathLst>
                <a:path extrusionOk="0" h="14111" w="15677">
                  <a:moveTo>
                    <a:pt x="5942" y="0"/>
                  </a:moveTo>
                  <a:cubicBezTo>
                    <a:pt x="5889" y="0"/>
                    <a:pt x="5834" y="12"/>
                    <a:pt x="5778" y="37"/>
                  </a:cubicBezTo>
                  <a:cubicBezTo>
                    <a:pt x="1103" y="2173"/>
                    <a:pt x="0" y="8319"/>
                    <a:pt x="3635" y="11953"/>
                  </a:cubicBezTo>
                  <a:cubicBezTo>
                    <a:pt x="5027" y="13346"/>
                    <a:pt x="6905" y="14110"/>
                    <a:pt x="8838" y="14110"/>
                  </a:cubicBezTo>
                  <a:cubicBezTo>
                    <a:pt x="9274" y="14110"/>
                    <a:pt x="9712" y="14072"/>
                    <a:pt x="10148" y="13993"/>
                  </a:cubicBezTo>
                  <a:cubicBezTo>
                    <a:pt x="12527" y="13563"/>
                    <a:pt x="14538" y="12002"/>
                    <a:pt x="15544" y="9803"/>
                  </a:cubicBezTo>
                  <a:cubicBezTo>
                    <a:pt x="15677" y="9521"/>
                    <a:pt x="15447" y="9248"/>
                    <a:pt x="15189" y="9248"/>
                  </a:cubicBezTo>
                  <a:cubicBezTo>
                    <a:pt x="15110" y="9248"/>
                    <a:pt x="15029" y="9273"/>
                    <a:pt x="14954" y="9332"/>
                  </a:cubicBezTo>
                  <a:cubicBezTo>
                    <a:pt x="13881" y="10151"/>
                    <a:pt x="12568" y="10601"/>
                    <a:pt x="11219" y="10601"/>
                  </a:cubicBezTo>
                  <a:cubicBezTo>
                    <a:pt x="11209" y="10601"/>
                    <a:pt x="11198" y="10601"/>
                    <a:pt x="11188" y="10601"/>
                  </a:cubicBezTo>
                  <a:cubicBezTo>
                    <a:pt x="10814" y="10601"/>
                    <a:pt x="10439" y="10573"/>
                    <a:pt x="10071" y="10504"/>
                  </a:cubicBezTo>
                  <a:lnTo>
                    <a:pt x="9239" y="10289"/>
                  </a:lnTo>
                  <a:cubicBezTo>
                    <a:pt x="6700" y="9449"/>
                    <a:pt x="4980" y="7077"/>
                    <a:pt x="4980" y="4393"/>
                  </a:cubicBezTo>
                  <a:cubicBezTo>
                    <a:pt x="4973" y="3034"/>
                    <a:pt x="5417" y="1709"/>
                    <a:pt x="6250" y="634"/>
                  </a:cubicBezTo>
                  <a:cubicBezTo>
                    <a:pt x="6461" y="357"/>
                    <a:pt x="6239" y="0"/>
                    <a:pt x="5942" y="0"/>
                  </a:cubicBezTo>
                  <a:close/>
                </a:path>
              </a:pathLst>
            </a:custGeom>
            <a:solidFill>
              <a:srgbClr val="AAB8C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327" name="Google Shape;10327;p41"/>
            <p:cNvSpPr/>
            <p:nvPr/>
          </p:nvSpPr>
          <p:spPr>
            <a:xfrm>
              <a:off x="1920867" y="3246752"/>
              <a:ext cx="360275" cy="338889"/>
            </a:xfrm>
            <a:custGeom>
              <a:rect b="b" l="l" r="r" t="t"/>
              <a:pathLst>
                <a:path extrusionOk="0" h="12899" w="13713">
                  <a:moveTo>
                    <a:pt x="3336" y="0"/>
                  </a:moveTo>
                  <a:lnTo>
                    <a:pt x="3336" y="0"/>
                  </a:lnTo>
                  <a:cubicBezTo>
                    <a:pt x="153" y="2810"/>
                    <a:pt x="0" y="7720"/>
                    <a:pt x="2990" y="10724"/>
                  </a:cubicBezTo>
                  <a:cubicBezTo>
                    <a:pt x="4433" y="12177"/>
                    <a:pt x="6325" y="12898"/>
                    <a:pt x="8213" y="12898"/>
                  </a:cubicBezTo>
                  <a:cubicBezTo>
                    <a:pt x="10235" y="12898"/>
                    <a:pt x="12253" y="12072"/>
                    <a:pt x="13713" y="10432"/>
                  </a:cubicBezTo>
                  <a:lnTo>
                    <a:pt x="13713" y="10432"/>
                  </a:lnTo>
                  <a:cubicBezTo>
                    <a:pt x="13456" y="10661"/>
                    <a:pt x="13179" y="10869"/>
                    <a:pt x="12894" y="11057"/>
                  </a:cubicBezTo>
                  <a:cubicBezTo>
                    <a:pt x="11657" y="11868"/>
                    <a:pt x="10251" y="12264"/>
                    <a:pt x="8854" y="12264"/>
                  </a:cubicBezTo>
                  <a:cubicBezTo>
                    <a:pt x="6951" y="12264"/>
                    <a:pt x="5065" y="11530"/>
                    <a:pt x="3642" y="10106"/>
                  </a:cubicBezTo>
                  <a:cubicBezTo>
                    <a:pt x="1172" y="7637"/>
                    <a:pt x="770" y="3767"/>
                    <a:pt x="2691" y="847"/>
                  </a:cubicBezTo>
                  <a:cubicBezTo>
                    <a:pt x="2885" y="555"/>
                    <a:pt x="3100" y="271"/>
                    <a:pt x="3336" y="0"/>
                  </a:cubicBezTo>
                  <a:close/>
                </a:path>
              </a:pathLst>
            </a:custGeom>
            <a:solidFill>
              <a:srgbClr val="8DA0B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328" name="Google Shape;10328;p41"/>
            <p:cNvSpPr/>
            <p:nvPr/>
          </p:nvSpPr>
          <p:spPr>
            <a:xfrm>
              <a:off x="2146285" y="3395822"/>
              <a:ext cx="16972" cy="16972"/>
            </a:xfrm>
            <a:custGeom>
              <a:rect b="b" l="l" r="r" t="t"/>
              <a:pathLst>
                <a:path extrusionOk="0" h="646" w="646">
                  <a:moveTo>
                    <a:pt x="319" y="0"/>
                  </a:moveTo>
                  <a:cubicBezTo>
                    <a:pt x="139" y="0"/>
                    <a:pt x="0" y="146"/>
                    <a:pt x="0" y="326"/>
                  </a:cubicBezTo>
                  <a:cubicBezTo>
                    <a:pt x="0" y="507"/>
                    <a:pt x="139" y="645"/>
                    <a:pt x="319" y="645"/>
                  </a:cubicBezTo>
                  <a:cubicBezTo>
                    <a:pt x="499" y="645"/>
                    <a:pt x="645" y="507"/>
                    <a:pt x="645" y="326"/>
                  </a:cubicBezTo>
                  <a:cubicBezTo>
                    <a:pt x="645" y="146"/>
                    <a:pt x="499" y="0"/>
                    <a:pt x="319" y="0"/>
                  </a:cubicBezTo>
                  <a:close/>
                </a:path>
              </a:pathLst>
            </a:custGeom>
            <a:solidFill>
              <a:srgbClr val="AAB8C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329" name="Google Shape;10329;p41"/>
            <p:cNvSpPr/>
            <p:nvPr/>
          </p:nvSpPr>
          <p:spPr>
            <a:xfrm>
              <a:off x="1925228" y="3497497"/>
              <a:ext cx="16972" cy="16972"/>
            </a:xfrm>
            <a:custGeom>
              <a:rect b="b" l="l" r="r" t="t"/>
              <a:pathLst>
                <a:path extrusionOk="0" h="646" w="646">
                  <a:moveTo>
                    <a:pt x="320" y="1"/>
                  </a:moveTo>
                  <a:cubicBezTo>
                    <a:pt x="139" y="1"/>
                    <a:pt x="0" y="146"/>
                    <a:pt x="0" y="320"/>
                  </a:cubicBezTo>
                  <a:cubicBezTo>
                    <a:pt x="0" y="500"/>
                    <a:pt x="139" y="646"/>
                    <a:pt x="320" y="646"/>
                  </a:cubicBezTo>
                  <a:cubicBezTo>
                    <a:pt x="500" y="646"/>
                    <a:pt x="646" y="500"/>
                    <a:pt x="646" y="320"/>
                  </a:cubicBezTo>
                  <a:cubicBezTo>
                    <a:pt x="646" y="146"/>
                    <a:pt x="500" y="1"/>
                    <a:pt x="320" y="1"/>
                  </a:cubicBezTo>
                  <a:close/>
                </a:path>
              </a:pathLst>
            </a:custGeom>
            <a:solidFill>
              <a:srgbClr val="AAB8C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330" name="Google Shape;10330;p41"/>
            <p:cNvSpPr/>
            <p:nvPr/>
          </p:nvSpPr>
          <p:spPr>
            <a:xfrm>
              <a:off x="2200407" y="3265169"/>
              <a:ext cx="16972" cy="16972"/>
            </a:xfrm>
            <a:custGeom>
              <a:rect b="b" l="l" r="r" t="t"/>
              <a:pathLst>
                <a:path extrusionOk="0" h="646" w="646">
                  <a:moveTo>
                    <a:pt x="326" y="0"/>
                  </a:moveTo>
                  <a:cubicBezTo>
                    <a:pt x="146" y="0"/>
                    <a:pt x="0" y="139"/>
                    <a:pt x="0" y="319"/>
                  </a:cubicBezTo>
                  <a:cubicBezTo>
                    <a:pt x="0" y="499"/>
                    <a:pt x="146" y="645"/>
                    <a:pt x="326" y="645"/>
                  </a:cubicBezTo>
                  <a:cubicBezTo>
                    <a:pt x="506" y="645"/>
                    <a:pt x="645" y="499"/>
                    <a:pt x="645" y="319"/>
                  </a:cubicBezTo>
                  <a:cubicBezTo>
                    <a:pt x="645" y="139"/>
                    <a:pt x="506" y="0"/>
                    <a:pt x="326" y="0"/>
                  </a:cubicBezTo>
                  <a:close/>
                </a:path>
              </a:pathLst>
            </a:custGeom>
            <a:solidFill>
              <a:srgbClr val="AAB8C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0331" name="Google Shape;10331;p41"/>
          <p:cNvGrpSpPr/>
          <p:nvPr/>
        </p:nvGrpSpPr>
        <p:grpSpPr>
          <a:xfrm>
            <a:off x="2468465" y="3248854"/>
            <a:ext cx="397818" cy="304078"/>
            <a:chOff x="2468465" y="3248854"/>
            <a:chExt cx="397818" cy="304078"/>
          </a:xfrm>
        </p:grpSpPr>
        <p:sp>
          <p:nvSpPr>
            <p:cNvPr id="10332" name="Google Shape;10332;p41"/>
            <p:cNvSpPr/>
            <p:nvPr/>
          </p:nvSpPr>
          <p:spPr>
            <a:xfrm>
              <a:off x="2488511" y="3248854"/>
              <a:ext cx="182988" cy="99967"/>
            </a:xfrm>
            <a:custGeom>
              <a:rect b="b" l="l" r="r" t="t"/>
              <a:pathLst>
                <a:path extrusionOk="0" h="3805" w="6965">
                  <a:moveTo>
                    <a:pt x="4042" y="0"/>
                  </a:moveTo>
                  <a:cubicBezTo>
                    <a:pt x="3341" y="0"/>
                    <a:pt x="2720" y="492"/>
                    <a:pt x="2560" y="1190"/>
                  </a:cubicBezTo>
                  <a:cubicBezTo>
                    <a:pt x="2465" y="1159"/>
                    <a:pt x="2368" y="1144"/>
                    <a:pt x="2272" y="1144"/>
                  </a:cubicBezTo>
                  <a:cubicBezTo>
                    <a:pt x="1976" y="1144"/>
                    <a:pt x="1692" y="1285"/>
                    <a:pt x="1519" y="1537"/>
                  </a:cubicBezTo>
                  <a:cubicBezTo>
                    <a:pt x="1421" y="1511"/>
                    <a:pt x="1324" y="1499"/>
                    <a:pt x="1228" y="1499"/>
                  </a:cubicBezTo>
                  <a:cubicBezTo>
                    <a:pt x="663" y="1499"/>
                    <a:pt x="162" y="1915"/>
                    <a:pt x="90" y="2508"/>
                  </a:cubicBezTo>
                  <a:cubicBezTo>
                    <a:pt x="0" y="3194"/>
                    <a:pt x="534" y="3798"/>
                    <a:pt x="1228" y="3798"/>
                  </a:cubicBezTo>
                  <a:lnTo>
                    <a:pt x="3066" y="3798"/>
                  </a:lnTo>
                  <a:lnTo>
                    <a:pt x="3898" y="3805"/>
                  </a:lnTo>
                  <a:lnTo>
                    <a:pt x="5001" y="3805"/>
                  </a:lnTo>
                  <a:cubicBezTo>
                    <a:pt x="5417" y="3035"/>
                    <a:pt x="6125" y="2473"/>
                    <a:pt x="6964" y="2237"/>
                  </a:cubicBezTo>
                  <a:cubicBezTo>
                    <a:pt x="6782" y="1800"/>
                    <a:pt x="6366" y="1531"/>
                    <a:pt x="5920" y="1531"/>
                  </a:cubicBezTo>
                  <a:cubicBezTo>
                    <a:pt x="5806" y="1531"/>
                    <a:pt x="5691" y="1549"/>
                    <a:pt x="5577" y="1585"/>
                  </a:cubicBezTo>
                  <a:lnTo>
                    <a:pt x="5577" y="1530"/>
                  </a:lnTo>
                  <a:cubicBezTo>
                    <a:pt x="5577" y="753"/>
                    <a:pt x="4994" y="94"/>
                    <a:pt x="4217" y="11"/>
                  </a:cubicBezTo>
                  <a:cubicBezTo>
                    <a:pt x="4159" y="4"/>
                    <a:pt x="4100" y="0"/>
                    <a:pt x="4042" y="0"/>
                  </a:cubicBezTo>
                  <a:close/>
                </a:path>
              </a:pathLst>
            </a:custGeom>
            <a:solidFill>
              <a:srgbClr val="99A4B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333" name="Google Shape;10333;p41"/>
            <p:cNvSpPr/>
            <p:nvPr/>
          </p:nvSpPr>
          <p:spPr>
            <a:xfrm>
              <a:off x="2468465" y="3303448"/>
              <a:ext cx="397818" cy="211389"/>
            </a:xfrm>
            <a:custGeom>
              <a:rect b="b" l="l" r="r" t="t"/>
              <a:pathLst>
                <a:path extrusionOk="0" h="8046" w="15142">
                  <a:moveTo>
                    <a:pt x="8591" y="0"/>
                  </a:moveTo>
                  <a:cubicBezTo>
                    <a:pt x="7169" y="0"/>
                    <a:pt x="5780" y="932"/>
                    <a:pt x="5417" y="2524"/>
                  </a:cubicBezTo>
                  <a:cubicBezTo>
                    <a:pt x="5213" y="2455"/>
                    <a:pt x="5004" y="2422"/>
                    <a:pt x="4797" y="2422"/>
                  </a:cubicBezTo>
                  <a:cubicBezTo>
                    <a:pt x="4175" y="2422"/>
                    <a:pt x="3576" y="2724"/>
                    <a:pt x="3212" y="3260"/>
                  </a:cubicBezTo>
                  <a:cubicBezTo>
                    <a:pt x="3003" y="3205"/>
                    <a:pt x="2795" y="3179"/>
                    <a:pt x="2590" y="3179"/>
                  </a:cubicBezTo>
                  <a:cubicBezTo>
                    <a:pt x="1399" y="3179"/>
                    <a:pt x="340" y="4063"/>
                    <a:pt x="181" y="5306"/>
                  </a:cubicBezTo>
                  <a:cubicBezTo>
                    <a:pt x="0" y="6755"/>
                    <a:pt x="1131" y="8046"/>
                    <a:pt x="2594" y="8046"/>
                  </a:cubicBezTo>
                  <a:lnTo>
                    <a:pt x="5279" y="8046"/>
                  </a:lnTo>
                  <a:cubicBezTo>
                    <a:pt x="5285" y="7191"/>
                    <a:pt x="5987" y="6548"/>
                    <a:pt x="6786" y="6548"/>
                  </a:cubicBezTo>
                  <a:cubicBezTo>
                    <a:pt x="6934" y="6548"/>
                    <a:pt x="7084" y="6570"/>
                    <a:pt x="7235" y="6617"/>
                  </a:cubicBezTo>
                  <a:lnTo>
                    <a:pt x="7235" y="6547"/>
                  </a:lnTo>
                  <a:cubicBezTo>
                    <a:pt x="7235" y="5521"/>
                    <a:pt x="8012" y="4654"/>
                    <a:pt x="9031" y="4543"/>
                  </a:cubicBezTo>
                  <a:cubicBezTo>
                    <a:pt x="9109" y="4534"/>
                    <a:pt x="9187" y="4529"/>
                    <a:pt x="9264" y="4529"/>
                  </a:cubicBezTo>
                  <a:cubicBezTo>
                    <a:pt x="10197" y="4529"/>
                    <a:pt x="11019" y="5174"/>
                    <a:pt x="11237" y="6103"/>
                  </a:cubicBezTo>
                  <a:cubicBezTo>
                    <a:pt x="11365" y="6060"/>
                    <a:pt x="11496" y="6039"/>
                    <a:pt x="11625" y="6039"/>
                  </a:cubicBezTo>
                  <a:cubicBezTo>
                    <a:pt x="12015" y="6039"/>
                    <a:pt x="12390" y="6228"/>
                    <a:pt x="12624" y="6561"/>
                  </a:cubicBezTo>
                  <a:cubicBezTo>
                    <a:pt x="12749" y="6529"/>
                    <a:pt x="12875" y="6514"/>
                    <a:pt x="12999" y="6514"/>
                  </a:cubicBezTo>
                  <a:cubicBezTo>
                    <a:pt x="13526" y="6514"/>
                    <a:pt x="14029" y="6789"/>
                    <a:pt x="14310" y="7255"/>
                  </a:cubicBezTo>
                  <a:cubicBezTo>
                    <a:pt x="15045" y="6450"/>
                    <a:pt x="15142" y="5257"/>
                    <a:pt x="14559" y="4335"/>
                  </a:cubicBezTo>
                  <a:cubicBezTo>
                    <a:pt x="14107" y="3632"/>
                    <a:pt x="13336" y="3228"/>
                    <a:pt x="12536" y="3228"/>
                  </a:cubicBezTo>
                  <a:cubicBezTo>
                    <a:pt x="12292" y="3228"/>
                    <a:pt x="12046" y="3265"/>
                    <a:pt x="11806" y="3343"/>
                  </a:cubicBezTo>
                  <a:lnTo>
                    <a:pt x="11806" y="3232"/>
                  </a:lnTo>
                  <a:cubicBezTo>
                    <a:pt x="11806" y="2712"/>
                    <a:pt x="11681" y="2191"/>
                    <a:pt x="11431" y="1727"/>
                  </a:cubicBezTo>
                  <a:lnTo>
                    <a:pt x="10939" y="1026"/>
                  </a:lnTo>
                  <a:cubicBezTo>
                    <a:pt x="10280" y="324"/>
                    <a:pt x="9430" y="0"/>
                    <a:pt x="8591" y="0"/>
                  </a:cubicBezTo>
                  <a:close/>
                </a:path>
              </a:pathLst>
            </a:custGeom>
            <a:solidFill>
              <a:srgbClr val="D0DAE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334" name="Google Shape;10334;p41"/>
            <p:cNvSpPr/>
            <p:nvPr/>
          </p:nvSpPr>
          <p:spPr>
            <a:xfrm>
              <a:off x="2473930" y="3387073"/>
              <a:ext cx="138141" cy="127763"/>
            </a:xfrm>
            <a:custGeom>
              <a:rect b="b" l="l" r="r" t="t"/>
              <a:pathLst>
                <a:path extrusionOk="0" h="4863" w="5258">
                  <a:moveTo>
                    <a:pt x="2386" y="0"/>
                  </a:moveTo>
                  <a:cubicBezTo>
                    <a:pt x="1062" y="21"/>
                    <a:pt x="0" y="1103"/>
                    <a:pt x="0" y="2428"/>
                  </a:cubicBezTo>
                  <a:cubicBezTo>
                    <a:pt x="0" y="3753"/>
                    <a:pt x="1062" y="4835"/>
                    <a:pt x="2386" y="4863"/>
                  </a:cubicBezTo>
                  <a:lnTo>
                    <a:pt x="5071" y="4863"/>
                  </a:lnTo>
                  <a:cubicBezTo>
                    <a:pt x="5071" y="4613"/>
                    <a:pt x="5133" y="4370"/>
                    <a:pt x="5258" y="4148"/>
                  </a:cubicBezTo>
                  <a:cubicBezTo>
                    <a:pt x="3905" y="3115"/>
                    <a:pt x="2948" y="1651"/>
                    <a:pt x="2539" y="0"/>
                  </a:cubicBezTo>
                  <a:close/>
                </a:path>
              </a:pathLst>
            </a:custGeom>
            <a:solidFill>
              <a:srgbClr val="C2C9D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335" name="Google Shape;10335;p41"/>
            <p:cNvSpPr/>
            <p:nvPr/>
          </p:nvSpPr>
          <p:spPr>
            <a:xfrm>
              <a:off x="2488327" y="3279382"/>
              <a:ext cx="55409" cy="69438"/>
            </a:xfrm>
            <a:custGeom>
              <a:rect b="b" l="l" r="r" t="t"/>
              <a:pathLst>
                <a:path extrusionOk="0" h="2643" w="2109">
                  <a:moveTo>
                    <a:pt x="2109" y="0"/>
                  </a:moveTo>
                  <a:lnTo>
                    <a:pt x="2109" y="0"/>
                  </a:lnTo>
                  <a:cubicBezTo>
                    <a:pt x="1866" y="42"/>
                    <a:pt x="1658" y="180"/>
                    <a:pt x="1519" y="382"/>
                  </a:cubicBezTo>
                  <a:cubicBezTo>
                    <a:pt x="1421" y="356"/>
                    <a:pt x="1324" y="344"/>
                    <a:pt x="1228" y="344"/>
                  </a:cubicBezTo>
                  <a:cubicBezTo>
                    <a:pt x="665" y="344"/>
                    <a:pt x="168" y="759"/>
                    <a:pt x="90" y="1346"/>
                  </a:cubicBezTo>
                  <a:cubicBezTo>
                    <a:pt x="0" y="2032"/>
                    <a:pt x="534" y="2643"/>
                    <a:pt x="1228" y="2643"/>
                  </a:cubicBezTo>
                  <a:lnTo>
                    <a:pt x="1769" y="2643"/>
                  </a:lnTo>
                  <a:cubicBezTo>
                    <a:pt x="1762" y="2518"/>
                    <a:pt x="1762" y="2393"/>
                    <a:pt x="1762" y="2268"/>
                  </a:cubicBezTo>
                  <a:cubicBezTo>
                    <a:pt x="1755" y="1498"/>
                    <a:pt x="1873" y="735"/>
                    <a:pt x="2109" y="0"/>
                  </a:cubicBezTo>
                  <a:close/>
                </a:path>
              </a:pathLst>
            </a:custGeom>
            <a:solidFill>
              <a:srgbClr val="78879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336" name="Google Shape;10336;p41"/>
            <p:cNvSpPr/>
            <p:nvPr/>
          </p:nvSpPr>
          <p:spPr>
            <a:xfrm>
              <a:off x="2603663" y="3420807"/>
              <a:ext cx="246226" cy="132124"/>
            </a:xfrm>
            <a:custGeom>
              <a:rect b="b" l="l" r="r" t="t"/>
              <a:pathLst>
                <a:path extrusionOk="0" h="5029" w="9372">
                  <a:moveTo>
                    <a:pt x="4117" y="0"/>
                  </a:moveTo>
                  <a:cubicBezTo>
                    <a:pt x="4040" y="0"/>
                    <a:pt x="3963" y="4"/>
                    <a:pt x="3885" y="13"/>
                  </a:cubicBezTo>
                  <a:cubicBezTo>
                    <a:pt x="2859" y="124"/>
                    <a:pt x="2089" y="991"/>
                    <a:pt x="2082" y="2018"/>
                  </a:cubicBezTo>
                  <a:lnTo>
                    <a:pt x="2082" y="2087"/>
                  </a:lnTo>
                  <a:cubicBezTo>
                    <a:pt x="1931" y="2040"/>
                    <a:pt x="1778" y="2017"/>
                    <a:pt x="1629" y="2017"/>
                  </a:cubicBezTo>
                  <a:cubicBezTo>
                    <a:pt x="910" y="2017"/>
                    <a:pt x="261" y="2541"/>
                    <a:pt x="147" y="3294"/>
                  </a:cubicBezTo>
                  <a:cubicBezTo>
                    <a:pt x="1" y="4210"/>
                    <a:pt x="708" y="5028"/>
                    <a:pt x="1631" y="5028"/>
                  </a:cubicBezTo>
                  <a:lnTo>
                    <a:pt x="7853" y="5028"/>
                  </a:lnTo>
                  <a:cubicBezTo>
                    <a:pt x="8692" y="5028"/>
                    <a:pt x="9372" y="4349"/>
                    <a:pt x="9372" y="3509"/>
                  </a:cubicBezTo>
                  <a:cubicBezTo>
                    <a:pt x="9372" y="2663"/>
                    <a:pt x="8692" y="1983"/>
                    <a:pt x="7853" y="1983"/>
                  </a:cubicBezTo>
                  <a:cubicBezTo>
                    <a:pt x="7728" y="1983"/>
                    <a:pt x="7596" y="1997"/>
                    <a:pt x="7471" y="2032"/>
                  </a:cubicBezTo>
                  <a:cubicBezTo>
                    <a:pt x="7240" y="1696"/>
                    <a:pt x="6859" y="1507"/>
                    <a:pt x="6464" y="1507"/>
                  </a:cubicBezTo>
                  <a:cubicBezTo>
                    <a:pt x="6337" y="1507"/>
                    <a:pt x="6209" y="1527"/>
                    <a:pt x="6084" y="1567"/>
                  </a:cubicBezTo>
                  <a:cubicBezTo>
                    <a:pt x="5873" y="644"/>
                    <a:pt x="5046" y="0"/>
                    <a:pt x="4117" y="0"/>
                  </a:cubicBezTo>
                  <a:close/>
                </a:path>
              </a:pathLst>
            </a:custGeom>
            <a:solidFill>
              <a:srgbClr val="E7ECF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337" name="Google Shape;10337;p41"/>
            <p:cNvSpPr/>
            <p:nvPr/>
          </p:nvSpPr>
          <p:spPr>
            <a:xfrm>
              <a:off x="2603847" y="3422594"/>
              <a:ext cx="143264" cy="130338"/>
            </a:xfrm>
            <a:custGeom>
              <a:rect b="b" l="l" r="r" t="t"/>
              <a:pathLst>
                <a:path extrusionOk="0" h="4961" w="5453">
                  <a:moveTo>
                    <a:pt x="3559" y="1"/>
                  </a:moveTo>
                  <a:lnTo>
                    <a:pt x="3559" y="1"/>
                  </a:lnTo>
                  <a:cubicBezTo>
                    <a:pt x="2685" y="244"/>
                    <a:pt x="2082" y="1041"/>
                    <a:pt x="2082" y="1950"/>
                  </a:cubicBezTo>
                  <a:lnTo>
                    <a:pt x="2082" y="2019"/>
                  </a:lnTo>
                  <a:cubicBezTo>
                    <a:pt x="1931" y="1972"/>
                    <a:pt x="1778" y="1949"/>
                    <a:pt x="1629" y="1949"/>
                  </a:cubicBezTo>
                  <a:cubicBezTo>
                    <a:pt x="907" y="1949"/>
                    <a:pt x="254" y="2473"/>
                    <a:pt x="140" y="3226"/>
                  </a:cubicBezTo>
                  <a:cubicBezTo>
                    <a:pt x="1" y="4142"/>
                    <a:pt x="708" y="4960"/>
                    <a:pt x="1631" y="4960"/>
                  </a:cubicBezTo>
                  <a:lnTo>
                    <a:pt x="5453" y="4960"/>
                  </a:lnTo>
                  <a:cubicBezTo>
                    <a:pt x="4107" y="4350"/>
                    <a:pt x="3233" y="3011"/>
                    <a:pt x="3240" y="1527"/>
                  </a:cubicBezTo>
                  <a:cubicBezTo>
                    <a:pt x="3233" y="1000"/>
                    <a:pt x="3344" y="479"/>
                    <a:pt x="3559" y="1"/>
                  </a:cubicBezTo>
                  <a:close/>
                </a:path>
              </a:pathLst>
            </a:custGeom>
            <a:solidFill>
              <a:srgbClr val="DBDFE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0338" name="Google Shape;10338;p41"/>
          <p:cNvGrpSpPr/>
          <p:nvPr/>
        </p:nvGrpSpPr>
        <p:grpSpPr>
          <a:xfrm>
            <a:off x="3017166" y="3216013"/>
            <a:ext cx="394376" cy="369812"/>
            <a:chOff x="3017166" y="3216013"/>
            <a:chExt cx="394376" cy="369812"/>
          </a:xfrm>
        </p:grpSpPr>
        <p:sp>
          <p:nvSpPr>
            <p:cNvPr id="10339" name="Google Shape;10339;p41"/>
            <p:cNvSpPr/>
            <p:nvPr/>
          </p:nvSpPr>
          <p:spPr>
            <a:xfrm>
              <a:off x="3017166" y="3216013"/>
              <a:ext cx="394376" cy="369812"/>
            </a:xfrm>
            <a:custGeom>
              <a:rect b="b" l="l" r="r" t="t"/>
              <a:pathLst>
                <a:path extrusionOk="0" h="14076" w="15011">
                  <a:moveTo>
                    <a:pt x="7502" y="0"/>
                  </a:moveTo>
                  <a:cubicBezTo>
                    <a:pt x="7359" y="0"/>
                    <a:pt x="7217" y="78"/>
                    <a:pt x="7151" y="234"/>
                  </a:cubicBezTo>
                  <a:lnTo>
                    <a:pt x="5251" y="4646"/>
                  </a:lnTo>
                  <a:lnTo>
                    <a:pt x="472" y="5089"/>
                  </a:lnTo>
                  <a:cubicBezTo>
                    <a:pt x="132" y="5117"/>
                    <a:pt x="0" y="5533"/>
                    <a:pt x="250" y="5755"/>
                  </a:cubicBezTo>
                  <a:lnTo>
                    <a:pt x="3864" y="8925"/>
                  </a:lnTo>
                  <a:lnTo>
                    <a:pt x="2802" y="13607"/>
                  </a:lnTo>
                  <a:cubicBezTo>
                    <a:pt x="2748" y="13863"/>
                    <a:pt x="2953" y="14075"/>
                    <a:pt x="3185" y="14075"/>
                  </a:cubicBezTo>
                  <a:cubicBezTo>
                    <a:pt x="3249" y="14075"/>
                    <a:pt x="3315" y="14059"/>
                    <a:pt x="3378" y="14023"/>
                  </a:cubicBezTo>
                  <a:lnTo>
                    <a:pt x="7505" y="11568"/>
                  </a:lnTo>
                  <a:lnTo>
                    <a:pt x="11632" y="14023"/>
                  </a:lnTo>
                  <a:cubicBezTo>
                    <a:pt x="11695" y="14059"/>
                    <a:pt x="11761" y="14075"/>
                    <a:pt x="11825" y="14075"/>
                  </a:cubicBezTo>
                  <a:cubicBezTo>
                    <a:pt x="12056" y="14075"/>
                    <a:pt x="12261" y="13863"/>
                    <a:pt x="12201" y="13607"/>
                  </a:cubicBezTo>
                  <a:lnTo>
                    <a:pt x="11147" y="8925"/>
                  </a:lnTo>
                  <a:lnTo>
                    <a:pt x="14753" y="5755"/>
                  </a:lnTo>
                  <a:cubicBezTo>
                    <a:pt x="15010" y="5533"/>
                    <a:pt x="14871" y="5117"/>
                    <a:pt x="14538" y="5089"/>
                  </a:cubicBezTo>
                  <a:lnTo>
                    <a:pt x="9752" y="4646"/>
                  </a:lnTo>
                  <a:lnTo>
                    <a:pt x="7852" y="234"/>
                  </a:lnTo>
                  <a:cubicBezTo>
                    <a:pt x="7786" y="78"/>
                    <a:pt x="7644" y="0"/>
                    <a:pt x="7502" y="0"/>
                  </a:cubicBezTo>
                  <a:close/>
                </a:path>
              </a:pathLst>
            </a:custGeom>
            <a:solidFill>
              <a:srgbClr val="BCC7D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340" name="Google Shape;10340;p41"/>
            <p:cNvSpPr/>
            <p:nvPr/>
          </p:nvSpPr>
          <p:spPr>
            <a:xfrm>
              <a:off x="3017166" y="3216013"/>
              <a:ext cx="231093" cy="369812"/>
            </a:xfrm>
            <a:custGeom>
              <a:rect b="b" l="l" r="r" t="t"/>
              <a:pathLst>
                <a:path extrusionOk="0" h="14076" w="8796">
                  <a:moveTo>
                    <a:pt x="7502" y="0"/>
                  </a:moveTo>
                  <a:cubicBezTo>
                    <a:pt x="7359" y="0"/>
                    <a:pt x="7217" y="78"/>
                    <a:pt x="7151" y="234"/>
                  </a:cubicBezTo>
                  <a:lnTo>
                    <a:pt x="5251" y="4646"/>
                  </a:lnTo>
                  <a:lnTo>
                    <a:pt x="472" y="5089"/>
                  </a:lnTo>
                  <a:cubicBezTo>
                    <a:pt x="132" y="5117"/>
                    <a:pt x="0" y="5533"/>
                    <a:pt x="250" y="5755"/>
                  </a:cubicBezTo>
                  <a:lnTo>
                    <a:pt x="3864" y="8925"/>
                  </a:lnTo>
                  <a:lnTo>
                    <a:pt x="2802" y="13607"/>
                  </a:lnTo>
                  <a:cubicBezTo>
                    <a:pt x="2748" y="13863"/>
                    <a:pt x="2953" y="14075"/>
                    <a:pt x="3185" y="14075"/>
                  </a:cubicBezTo>
                  <a:cubicBezTo>
                    <a:pt x="3249" y="14075"/>
                    <a:pt x="3315" y="14059"/>
                    <a:pt x="3378" y="14023"/>
                  </a:cubicBezTo>
                  <a:lnTo>
                    <a:pt x="4294" y="13475"/>
                  </a:lnTo>
                  <a:cubicBezTo>
                    <a:pt x="4425" y="8225"/>
                    <a:pt x="6867" y="4528"/>
                    <a:pt x="8795" y="2412"/>
                  </a:cubicBezTo>
                  <a:lnTo>
                    <a:pt x="7859" y="234"/>
                  </a:lnTo>
                  <a:cubicBezTo>
                    <a:pt x="7789" y="78"/>
                    <a:pt x="7646" y="0"/>
                    <a:pt x="7502" y="0"/>
                  </a:cubicBezTo>
                  <a:close/>
                </a:path>
              </a:pathLst>
            </a:custGeom>
            <a:solidFill>
              <a:srgbClr val="A4B2C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0341" name="Google Shape;10341;p41"/>
          <p:cNvGrpSpPr/>
          <p:nvPr/>
        </p:nvGrpSpPr>
        <p:grpSpPr>
          <a:xfrm>
            <a:off x="4210043" y="3213228"/>
            <a:ext cx="199014" cy="375408"/>
            <a:chOff x="4210043" y="3213228"/>
            <a:chExt cx="199014" cy="375408"/>
          </a:xfrm>
        </p:grpSpPr>
        <p:sp>
          <p:nvSpPr>
            <p:cNvPr id="10342" name="Google Shape;10342;p41"/>
            <p:cNvSpPr/>
            <p:nvPr/>
          </p:nvSpPr>
          <p:spPr>
            <a:xfrm>
              <a:off x="4295875" y="3440091"/>
              <a:ext cx="27350" cy="148545"/>
            </a:xfrm>
            <a:custGeom>
              <a:rect b="b" l="l" r="r" t="t"/>
              <a:pathLst>
                <a:path extrusionOk="0" h="5654" w="1041">
                  <a:moveTo>
                    <a:pt x="250" y="1"/>
                  </a:moveTo>
                  <a:cubicBezTo>
                    <a:pt x="111" y="1"/>
                    <a:pt x="0" y="112"/>
                    <a:pt x="0" y="250"/>
                  </a:cubicBezTo>
                  <a:lnTo>
                    <a:pt x="0" y="5134"/>
                  </a:lnTo>
                  <a:cubicBezTo>
                    <a:pt x="0" y="5418"/>
                    <a:pt x="229" y="5654"/>
                    <a:pt x="521" y="5654"/>
                  </a:cubicBezTo>
                  <a:cubicBezTo>
                    <a:pt x="805" y="5654"/>
                    <a:pt x="1041" y="5418"/>
                    <a:pt x="1041" y="5134"/>
                  </a:cubicBezTo>
                  <a:lnTo>
                    <a:pt x="1041" y="250"/>
                  </a:lnTo>
                  <a:cubicBezTo>
                    <a:pt x="1041" y="112"/>
                    <a:pt x="930" y="1"/>
                    <a:pt x="791" y="1"/>
                  </a:cubicBezTo>
                  <a:close/>
                </a:path>
              </a:pathLst>
            </a:custGeom>
            <a:solidFill>
              <a:srgbClr val="A3ADB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343" name="Google Shape;10343;p41"/>
            <p:cNvSpPr/>
            <p:nvPr/>
          </p:nvSpPr>
          <p:spPr>
            <a:xfrm>
              <a:off x="4299684" y="3447264"/>
              <a:ext cx="84781" cy="139849"/>
            </a:xfrm>
            <a:custGeom>
              <a:rect b="b" l="l" r="r" t="t"/>
              <a:pathLst>
                <a:path extrusionOk="0" h="5323" w="3227">
                  <a:moveTo>
                    <a:pt x="769" y="0"/>
                  </a:moveTo>
                  <a:cubicBezTo>
                    <a:pt x="732" y="0"/>
                    <a:pt x="695" y="8"/>
                    <a:pt x="660" y="26"/>
                  </a:cubicBezTo>
                  <a:lnTo>
                    <a:pt x="174" y="262"/>
                  </a:lnTo>
                  <a:cubicBezTo>
                    <a:pt x="50" y="317"/>
                    <a:pt x="1" y="470"/>
                    <a:pt x="56" y="602"/>
                  </a:cubicBezTo>
                  <a:lnTo>
                    <a:pt x="2165" y="5034"/>
                  </a:lnTo>
                  <a:cubicBezTo>
                    <a:pt x="2254" y="5217"/>
                    <a:pt x="2439" y="5323"/>
                    <a:pt x="2630" y="5323"/>
                  </a:cubicBezTo>
                  <a:cubicBezTo>
                    <a:pt x="2707" y="5323"/>
                    <a:pt x="2785" y="5306"/>
                    <a:pt x="2859" y="5270"/>
                  </a:cubicBezTo>
                  <a:cubicBezTo>
                    <a:pt x="3115" y="5145"/>
                    <a:pt x="3226" y="4833"/>
                    <a:pt x="3101" y="4576"/>
                  </a:cubicBezTo>
                  <a:lnTo>
                    <a:pt x="1000" y="144"/>
                  </a:lnTo>
                  <a:cubicBezTo>
                    <a:pt x="955" y="54"/>
                    <a:pt x="863" y="0"/>
                    <a:pt x="769" y="0"/>
                  </a:cubicBezTo>
                  <a:close/>
                </a:path>
              </a:pathLst>
            </a:custGeom>
            <a:solidFill>
              <a:srgbClr val="8A97A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344" name="Google Shape;10344;p41"/>
            <p:cNvSpPr/>
            <p:nvPr/>
          </p:nvSpPr>
          <p:spPr>
            <a:xfrm>
              <a:off x="4234450" y="3447158"/>
              <a:ext cx="84965" cy="139954"/>
            </a:xfrm>
            <a:custGeom>
              <a:rect b="b" l="l" r="r" t="t"/>
              <a:pathLst>
                <a:path extrusionOk="0" h="5327" w="3234">
                  <a:moveTo>
                    <a:pt x="2460" y="0"/>
                  </a:moveTo>
                  <a:cubicBezTo>
                    <a:pt x="2365" y="0"/>
                    <a:pt x="2274" y="51"/>
                    <a:pt x="2234" y="141"/>
                  </a:cubicBezTo>
                  <a:lnTo>
                    <a:pt x="126" y="4580"/>
                  </a:lnTo>
                  <a:cubicBezTo>
                    <a:pt x="1" y="4837"/>
                    <a:pt x="112" y="5149"/>
                    <a:pt x="368" y="5274"/>
                  </a:cubicBezTo>
                  <a:cubicBezTo>
                    <a:pt x="442" y="5309"/>
                    <a:pt x="520" y="5326"/>
                    <a:pt x="597" y="5326"/>
                  </a:cubicBezTo>
                  <a:cubicBezTo>
                    <a:pt x="791" y="5326"/>
                    <a:pt x="980" y="5219"/>
                    <a:pt x="1069" y="5031"/>
                  </a:cubicBezTo>
                  <a:lnTo>
                    <a:pt x="3171" y="599"/>
                  </a:lnTo>
                  <a:cubicBezTo>
                    <a:pt x="3233" y="474"/>
                    <a:pt x="3178" y="321"/>
                    <a:pt x="3053" y="259"/>
                  </a:cubicBezTo>
                  <a:lnTo>
                    <a:pt x="2567" y="23"/>
                  </a:lnTo>
                  <a:cubicBezTo>
                    <a:pt x="2533" y="8"/>
                    <a:pt x="2496" y="0"/>
                    <a:pt x="2460" y="0"/>
                  </a:cubicBezTo>
                  <a:close/>
                </a:path>
              </a:pathLst>
            </a:custGeom>
            <a:solidFill>
              <a:srgbClr val="9BA6B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345" name="Google Shape;10345;p41"/>
            <p:cNvSpPr/>
            <p:nvPr/>
          </p:nvSpPr>
          <p:spPr>
            <a:xfrm>
              <a:off x="4294036" y="3213228"/>
              <a:ext cx="30844" cy="42667"/>
            </a:xfrm>
            <a:custGeom>
              <a:rect b="b" l="l" r="r" t="t"/>
              <a:pathLst>
                <a:path extrusionOk="0" h="1624" w="1174">
                  <a:moveTo>
                    <a:pt x="591" y="0"/>
                  </a:moveTo>
                  <a:cubicBezTo>
                    <a:pt x="265" y="0"/>
                    <a:pt x="8" y="264"/>
                    <a:pt x="1" y="583"/>
                  </a:cubicBezTo>
                  <a:lnTo>
                    <a:pt x="1" y="1249"/>
                  </a:lnTo>
                  <a:cubicBezTo>
                    <a:pt x="1" y="1457"/>
                    <a:pt x="174" y="1623"/>
                    <a:pt x="382" y="1623"/>
                  </a:cubicBezTo>
                  <a:lnTo>
                    <a:pt x="792" y="1623"/>
                  </a:lnTo>
                  <a:cubicBezTo>
                    <a:pt x="1000" y="1623"/>
                    <a:pt x="1173" y="1457"/>
                    <a:pt x="1173" y="1249"/>
                  </a:cubicBezTo>
                  <a:lnTo>
                    <a:pt x="1173" y="583"/>
                  </a:lnTo>
                  <a:cubicBezTo>
                    <a:pt x="1173" y="264"/>
                    <a:pt x="910" y="0"/>
                    <a:pt x="591" y="0"/>
                  </a:cubicBezTo>
                  <a:close/>
                </a:path>
              </a:pathLst>
            </a:custGeom>
            <a:solidFill>
              <a:srgbClr val="667A8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346" name="Google Shape;10346;p41"/>
            <p:cNvSpPr/>
            <p:nvPr/>
          </p:nvSpPr>
          <p:spPr>
            <a:xfrm>
              <a:off x="4229721" y="3254581"/>
              <a:ext cx="159474" cy="193392"/>
            </a:xfrm>
            <a:custGeom>
              <a:rect b="b" l="l" r="r" t="t"/>
              <a:pathLst>
                <a:path extrusionOk="0" h="7361" w="6070">
                  <a:moveTo>
                    <a:pt x="347" y="1"/>
                  </a:moveTo>
                  <a:cubicBezTo>
                    <a:pt x="160" y="1"/>
                    <a:pt x="0" y="153"/>
                    <a:pt x="0" y="348"/>
                  </a:cubicBezTo>
                  <a:lnTo>
                    <a:pt x="0" y="7013"/>
                  </a:lnTo>
                  <a:cubicBezTo>
                    <a:pt x="0" y="7200"/>
                    <a:pt x="160" y="7360"/>
                    <a:pt x="347" y="7360"/>
                  </a:cubicBezTo>
                  <a:lnTo>
                    <a:pt x="5723" y="7360"/>
                  </a:lnTo>
                  <a:cubicBezTo>
                    <a:pt x="5917" y="7360"/>
                    <a:pt x="6070" y="7200"/>
                    <a:pt x="6070" y="7013"/>
                  </a:cubicBezTo>
                  <a:lnTo>
                    <a:pt x="6070" y="348"/>
                  </a:lnTo>
                  <a:cubicBezTo>
                    <a:pt x="6070" y="153"/>
                    <a:pt x="5917" y="1"/>
                    <a:pt x="5723" y="1"/>
                  </a:cubicBezTo>
                  <a:close/>
                </a:path>
              </a:pathLst>
            </a:custGeom>
            <a:solidFill>
              <a:srgbClr val="9BA6B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347" name="Google Shape;10347;p41"/>
            <p:cNvSpPr/>
            <p:nvPr/>
          </p:nvSpPr>
          <p:spPr>
            <a:xfrm>
              <a:off x="4253418" y="3254581"/>
              <a:ext cx="135776" cy="193392"/>
            </a:xfrm>
            <a:custGeom>
              <a:rect b="b" l="l" r="r" t="t"/>
              <a:pathLst>
                <a:path extrusionOk="0" h="7361" w="5168">
                  <a:moveTo>
                    <a:pt x="347" y="1"/>
                  </a:moveTo>
                  <a:cubicBezTo>
                    <a:pt x="160" y="1"/>
                    <a:pt x="0" y="153"/>
                    <a:pt x="0" y="348"/>
                  </a:cubicBezTo>
                  <a:lnTo>
                    <a:pt x="0" y="7013"/>
                  </a:lnTo>
                  <a:cubicBezTo>
                    <a:pt x="0" y="7200"/>
                    <a:pt x="160" y="7360"/>
                    <a:pt x="347" y="7360"/>
                  </a:cubicBezTo>
                  <a:lnTo>
                    <a:pt x="4821" y="7360"/>
                  </a:lnTo>
                  <a:cubicBezTo>
                    <a:pt x="5015" y="7360"/>
                    <a:pt x="5168" y="7200"/>
                    <a:pt x="5168" y="7013"/>
                  </a:cubicBezTo>
                  <a:lnTo>
                    <a:pt x="5168" y="348"/>
                  </a:lnTo>
                  <a:cubicBezTo>
                    <a:pt x="5168" y="153"/>
                    <a:pt x="5015" y="1"/>
                    <a:pt x="4821" y="1"/>
                  </a:cubicBezTo>
                  <a:close/>
                </a:path>
              </a:pathLst>
            </a:custGeom>
            <a:solidFill>
              <a:srgbClr val="ABB5B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348" name="Google Shape;10348;p41"/>
            <p:cNvSpPr/>
            <p:nvPr/>
          </p:nvSpPr>
          <p:spPr>
            <a:xfrm>
              <a:off x="4210043" y="3237635"/>
              <a:ext cx="199014" cy="31737"/>
            </a:xfrm>
            <a:custGeom>
              <a:rect b="b" l="l" r="r" t="t"/>
              <a:pathLst>
                <a:path extrusionOk="0" h="1208" w="7575">
                  <a:moveTo>
                    <a:pt x="361" y="1"/>
                  </a:moveTo>
                  <a:cubicBezTo>
                    <a:pt x="160" y="1"/>
                    <a:pt x="0" y="160"/>
                    <a:pt x="0" y="361"/>
                  </a:cubicBezTo>
                  <a:lnTo>
                    <a:pt x="0" y="847"/>
                  </a:lnTo>
                  <a:cubicBezTo>
                    <a:pt x="0" y="1041"/>
                    <a:pt x="160" y="1208"/>
                    <a:pt x="361" y="1208"/>
                  </a:cubicBezTo>
                  <a:lnTo>
                    <a:pt x="7207" y="1208"/>
                  </a:lnTo>
                  <a:cubicBezTo>
                    <a:pt x="7408" y="1208"/>
                    <a:pt x="7568" y="1041"/>
                    <a:pt x="7575" y="847"/>
                  </a:cubicBezTo>
                  <a:lnTo>
                    <a:pt x="7575" y="361"/>
                  </a:lnTo>
                  <a:cubicBezTo>
                    <a:pt x="7568" y="160"/>
                    <a:pt x="7408" y="1"/>
                    <a:pt x="7207" y="1"/>
                  </a:cubicBezTo>
                  <a:close/>
                </a:path>
              </a:pathLst>
            </a:custGeom>
            <a:solidFill>
              <a:srgbClr val="A3ADB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349" name="Google Shape;10349;p41"/>
            <p:cNvSpPr/>
            <p:nvPr/>
          </p:nvSpPr>
          <p:spPr>
            <a:xfrm>
              <a:off x="4210043" y="3432998"/>
              <a:ext cx="199014" cy="31737"/>
            </a:xfrm>
            <a:custGeom>
              <a:rect b="b" l="l" r="r" t="t"/>
              <a:pathLst>
                <a:path extrusionOk="0" h="1208" w="7575">
                  <a:moveTo>
                    <a:pt x="361" y="0"/>
                  </a:moveTo>
                  <a:cubicBezTo>
                    <a:pt x="160" y="0"/>
                    <a:pt x="0" y="167"/>
                    <a:pt x="0" y="368"/>
                  </a:cubicBezTo>
                  <a:lnTo>
                    <a:pt x="0" y="846"/>
                  </a:lnTo>
                  <a:cubicBezTo>
                    <a:pt x="0" y="1048"/>
                    <a:pt x="160" y="1207"/>
                    <a:pt x="361" y="1207"/>
                  </a:cubicBezTo>
                  <a:lnTo>
                    <a:pt x="7207" y="1207"/>
                  </a:lnTo>
                  <a:cubicBezTo>
                    <a:pt x="7408" y="1207"/>
                    <a:pt x="7568" y="1048"/>
                    <a:pt x="7575" y="846"/>
                  </a:cubicBezTo>
                  <a:lnTo>
                    <a:pt x="7575" y="368"/>
                  </a:lnTo>
                  <a:cubicBezTo>
                    <a:pt x="7568" y="167"/>
                    <a:pt x="7408" y="0"/>
                    <a:pt x="7207" y="0"/>
                  </a:cubicBezTo>
                  <a:close/>
                </a:path>
              </a:pathLst>
            </a:custGeom>
            <a:solidFill>
              <a:srgbClr val="A3ADB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350" name="Google Shape;10350;p41"/>
            <p:cNvSpPr/>
            <p:nvPr/>
          </p:nvSpPr>
          <p:spPr>
            <a:xfrm>
              <a:off x="4238286" y="3237635"/>
              <a:ext cx="170771" cy="31737"/>
            </a:xfrm>
            <a:custGeom>
              <a:rect b="b" l="l" r="r" t="t"/>
              <a:pathLst>
                <a:path extrusionOk="0" h="1208" w="6500">
                  <a:moveTo>
                    <a:pt x="361" y="1"/>
                  </a:moveTo>
                  <a:cubicBezTo>
                    <a:pt x="160" y="1"/>
                    <a:pt x="0" y="160"/>
                    <a:pt x="0" y="361"/>
                  </a:cubicBezTo>
                  <a:lnTo>
                    <a:pt x="0" y="847"/>
                  </a:lnTo>
                  <a:cubicBezTo>
                    <a:pt x="0" y="1041"/>
                    <a:pt x="160" y="1208"/>
                    <a:pt x="361" y="1208"/>
                  </a:cubicBezTo>
                  <a:lnTo>
                    <a:pt x="6132" y="1208"/>
                  </a:lnTo>
                  <a:cubicBezTo>
                    <a:pt x="6333" y="1208"/>
                    <a:pt x="6493" y="1041"/>
                    <a:pt x="6500" y="847"/>
                  </a:cubicBezTo>
                  <a:lnTo>
                    <a:pt x="6500" y="361"/>
                  </a:lnTo>
                  <a:cubicBezTo>
                    <a:pt x="6493" y="160"/>
                    <a:pt x="6333" y="1"/>
                    <a:pt x="6132" y="1"/>
                  </a:cubicBezTo>
                  <a:close/>
                </a:path>
              </a:pathLst>
            </a:custGeom>
            <a:solidFill>
              <a:srgbClr val="8A97A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351" name="Google Shape;10351;p41"/>
            <p:cNvSpPr/>
            <p:nvPr/>
          </p:nvSpPr>
          <p:spPr>
            <a:xfrm>
              <a:off x="4238286" y="3432998"/>
              <a:ext cx="170771" cy="31737"/>
            </a:xfrm>
            <a:custGeom>
              <a:rect b="b" l="l" r="r" t="t"/>
              <a:pathLst>
                <a:path extrusionOk="0" h="1208" w="6500">
                  <a:moveTo>
                    <a:pt x="361" y="0"/>
                  </a:moveTo>
                  <a:cubicBezTo>
                    <a:pt x="160" y="0"/>
                    <a:pt x="0" y="167"/>
                    <a:pt x="0" y="368"/>
                  </a:cubicBezTo>
                  <a:lnTo>
                    <a:pt x="0" y="846"/>
                  </a:lnTo>
                  <a:cubicBezTo>
                    <a:pt x="0" y="1048"/>
                    <a:pt x="160" y="1207"/>
                    <a:pt x="361" y="1207"/>
                  </a:cubicBezTo>
                  <a:lnTo>
                    <a:pt x="6132" y="1207"/>
                  </a:lnTo>
                  <a:cubicBezTo>
                    <a:pt x="6333" y="1207"/>
                    <a:pt x="6493" y="1048"/>
                    <a:pt x="6500" y="846"/>
                  </a:cubicBezTo>
                  <a:lnTo>
                    <a:pt x="6500" y="368"/>
                  </a:lnTo>
                  <a:cubicBezTo>
                    <a:pt x="6493" y="167"/>
                    <a:pt x="6333" y="0"/>
                    <a:pt x="6132" y="0"/>
                  </a:cubicBezTo>
                  <a:close/>
                </a:path>
              </a:pathLst>
            </a:custGeom>
            <a:solidFill>
              <a:srgbClr val="8A97A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0352" name="Google Shape;10352;p41"/>
          <p:cNvGrpSpPr/>
          <p:nvPr/>
        </p:nvGrpSpPr>
        <p:grpSpPr>
          <a:xfrm>
            <a:off x="4818146" y="3203323"/>
            <a:ext cx="77846" cy="395165"/>
            <a:chOff x="4818146" y="3203323"/>
            <a:chExt cx="77846" cy="395165"/>
          </a:xfrm>
        </p:grpSpPr>
        <p:sp>
          <p:nvSpPr>
            <p:cNvPr id="10353" name="Google Shape;10353;p41"/>
            <p:cNvSpPr/>
            <p:nvPr/>
          </p:nvSpPr>
          <p:spPr>
            <a:xfrm>
              <a:off x="4818146" y="3203376"/>
              <a:ext cx="77845" cy="395112"/>
            </a:xfrm>
            <a:custGeom>
              <a:rect b="b" l="l" r="r" t="t"/>
              <a:pathLst>
                <a:path extrusionOk="0" h="15039" w="2963">
                  <a:moveTo>
                    <a:pt x="1481" y="1"/>
                  </a:moveTo>
                  <a:cubicBezTo>
                    <a:pt x="1441" y="1"/>
                    <a:pt x="1402" y="21"/>
                    <a:pt x="1381" y="63"/>
                  </a:cubicBezTo>
                  <a:lnTo>
                    <a:pt x="833" y="1097"/>
                  </a:lnTo>
                  <a:lnTo>
                    <a:pt x="146" y="2394"/>
                  </a:lnTo>
                  <a:cubicBezTo>
                    <a:pt x="49" y="2574"/>
                    <a:pt x="0" y="2775"/>
                    <a:pt x="0" y="2983"/>
                  </a:cubicBezTo>
                  <a:lnTo>
                    <a:pt x="0" y="13561"/>
                  </a:lnTo>
                  <a:cubicBezTo>
                    <a:pt x="0" y="14378"/>
                    <a:pt x="666" y="15039"/>
                    <a:pt x="1480" y="15039"/>
                  </a:cubicBezTo>
                  <a:cubicBezTo>
                    <a:pt x="1489" y="15039"/>
                    <a:pt x="1497" y="15038"/>
                    <a:pt x="1506" y="15038"/>
                  </a:cubicBezTo>
                  <a:cubicBezTo>
                    <a:pt x="1707" y="15038"/>
                    <a:pt x="1901" y="14990"/>
                    <a:pt x="2081" y="14913"/>
                  </a:cubicBezTo>
                  <a:cubicBezTo>
                    <a:pt x="2608" y="14671"/>
                    <a:pt x="2955" y="14144"/>
                    <a:pt x="2962" y="13561"/>
                  </a:cubicBezTo>
                  <a:lnTo>
                    <a:pt x="2962" y="13533"/>
                  </a:lnTo>
                  <a:lnTo>
                    <a:pt x="2962" y="2983"/>
                  </a:lnTo>
                  <a:cubicBezTo>
                    <a:pt x="2962" y="2893"/>
                    <a:pt x="2955" y="2810"/>
                    <a:pt x="2934" y="2720"/>
                  </a:cubicBezTo>
                  <a:lnTo>
                    <a:pt x="2928" y="2706"/>
                  </a:lnTo>
                  <a:cubicBezTo>
                    <a:pt x="2907" y="2595"/>
                    <a:pt x="2865" y="2498"/>
                    <a:pt x="2817" y="2401"/>
                  </a:cubicBezTo>
                  <a:lnTo>
                    <a:pt x="2130" y="1104"/>
                  </a:lnTo>
                  <a:lnTo>
                    <a:pt x="1582" y="63"/>
                  </a:lnTo>
                  <a:cubicBezTo>
                    <a:pt x="1561" y="21"/>
                    <a:pt x="1521" y="1"/>
                    <a:pt x="1481" y="1"/>
                  </a:cubicBezTo>
                  <a:close/>
                </a:path>
              </a:pathLst>
            </a:custGeom>
            <a:solidFill>
              <a:srgbClr val="445D7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354" name="Google Shape;10354;p41"/>
            <p:cNvSpPr/>
            <p:nvPr/>
          </p:nvSpPr>
          <p:spPr>
            <a:xfrm>
              <a:off x="4818146" y="3523927"/>
              <a:ext cx="77845" cy="35731"/>
            </a:xfrm>
            <a:custGeom>
              <a:rect b="b" l="l" r="r" t="t"/>
              <a:pathLst>
                <a:path extrusionOk="0" h="1360" w="2963">
                  <a:moveTo>
                    <a:pt x="0" y="0"/>
                  </a:moveTo>
                  <a:lnTo>
                    <a:pt x="0" y="1360"/>
                  </a:lnTo>
                  <a:lnTo>
                    <a:pt x="2962" y="1360"/>
                  </a:lnTo>
                  <a:lnTo>
                    <a:pt x="2962" y="1332"/>
                  </a:lnTo>
                  <a:lnTo>
                    <a:pt x="2962" y="0"/>
                  </a:lnTo>
                  <a:close/>
                </a:path>
              </a:pathLst>
            </a:custGeom>
            <a:solidFill>
              <a:srgbClr val="213B5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355" name="Google Shape;10355;p41"/>
            <p:cNvSpPr/>
            <p:nvPr/>
          </p:nvSpPr>
          <p:spPr>
            <a:xfrm>
              <a:off x="4839821" y="3203323"/>
              <a:ext cx="34286" cy="35310"/>
            </a:xfrm>
            <a:custGeom>
              <a:rect b="b" l="l" r="r" t="t"/>
              <a:pathLst>
                <a:path extrusionOk="0" h="1344" w="1305">
                  <a:moveTo>
                    <a:pt x="652" y="1"/>
                  </a:moveTo>
                  <a:cubicBezTo>
                    <a:pt x="613" y="1"/>
                    <a:pt x="573" y="20"/>
                    <a:pt x="549" y="58"/>
                  </a:cubicBezTo>
                  <a:lnTo>
                    <a:pt x="1" y="1099"/>
                  </a:lnTo>
                  <a:cubicBezTo>
                    <a:pt x="188" y="1262"/>
                    <a:pt x="420" y="1343"/>
                    <a:pt x="653" y="1343"/>
                  </a:cubicBezTo>
                  <a:cubicBezTo>
                    <a:pt x="885" y="1343"/>
                    <a:pt x="1118" y="1262"/>
                    <a:pt x="1305" y="1099"/>
                  </a:cubicBezTo>
                  <a:lnTo>
                    <a:pt x="750" y="58"/>
                  </a:lnTo>
                  <a:cubicBezTo>
                    <a:pt x="729" y="20"/>
                    <a:pt x="691" y="1"/>
                    <a:pt x="652" y="1"/>
                  </a:cubicBezTo>
                  <a:close/>
                </a:path>
              </a:pathLst>
            </a:custGeom>
            <a:solidFill>
              <a:srgbClr val="667E9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356" name="Google Shape;10356;p41"/>
            <p:cNvSpPr/>
            <p:nvPr/>
          </p:nvSpPr>
          <p:spPr>
            <a:xfrm>
              <a:off x="4818146" y="3559631"/>
              <a:ext cx="77845" cy="38857"/>
            </a:xfrm>
            <a:custGeom>
              <a:rect b="b" l="l" r="r" t="t"/>
              <a:pathLst>
                <a:path extrusionOk="0" h="1479" w="2963">
                  <a:moveTo>
                    <a:pt x="0" y="1"/>
                  </a:moveTo>
                  <a:cubicBezTo>
                    <a:pt x="0" y="818"/>
                    <a:pt x="666" y="1479"/>
                    <a:pt x="1480" y="1479"/>
                  </a:cubicBezTo>
                  <a:cubicBezTo>
                    <a:pt x="1489" y="1479"/>
                    <a:pt x="1497" y="1478"/>
                    <a:pt x="1506" y="1478"/>
                  </a:cubicBezTo>
                  <a:cubicBezTo>
                    <a:pt x="1707" y="1478"/>
                    <a:pt x="1901" y="1430"/>
                    <a:pt x="2081" y="1353"/>
                  </a:cubicBezTo>
                  <a:cubicBezTo>
                    <a:pt x="2608" y="1111"/>
                    <a:pt x="2955" y="584"/>
                    <a:pt x="2962" y="1"/>
                  </a:cubicBezTo>
                  <a:close/>
                </a:path>
              </a:pathLst>
            </a:custGeom>
            <a:solidFill>
              <a:srgbClr val="A5B7C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357" name="Google Shape;10357;p41"/>
            <p:cNvSpPr/>
            <p:nvPr/>
          </p:nvSpPr>
          <p:spPr>
            <a:xfrm>
              <a:off x="4849857" y="3523927"/>
              <a:ext cx="46135" cy="35731"/>
            </a:xfrm>
            <a:custGeom>
              <a:rect b="b" l="l" r="r" t="t"/>
              <a:pathLst>
                <a:path extrusionOk="0" h="1360" w="1756">
                  <a:moveTo>
                    <a:pt x="0" y="0"/>
                  </a:moveTo>
                  <a:lnTo>
                    <a:pt x="0" y="1360"/>
                  </a:lnTo>
                  <a:lnTo>
                    <a:pt x="1755" y="1360"/>
                  </a:lnTo>
                  <a:lnTo>
                    <a:pt x="1755" y="1332"/>
                  </a:lnTo>
                  <a:lnTo>
                    <a:pt x="1755" y="0"/>
                  </a:ln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358" name="Google Shape;10358;p41"/>
            <p:cNvSpPr/>
            <p:nvPr/>
          </p:nvSpPr>
          <p:spPr>
            <a:xfrm>
              <a:off x="4849857" y="3559631"/>
              <a:ext cx="46135" cy="35573"/>
            </a:xfrm>
            <a:custGeom>
              <a:rect b="b" l="l" r="r" t="t"/>
              <a:pathLst>
                <a:path extrusionOk="0" h="1354" w="1756">
                  <a:moveTo>
                    <a:pt x="0" y="1"/>
                  </a:moveTo>
                  <a:cubicBezTo>
                    <a:pt x="0" y="584"/>
                    <a:pt x="340" y="1111"/>
                    <a:pt x="874" y="1353"/>
                  </a:cubicBezTo>
                  <a:cubicBezTo>
                    <a:pt x="1401" y="1111"/>
                    <a:pt x="1748" y="584"/>
                    <a:pt x="1755" y="1"/>
                  </a:cubicBez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359" name="Google Shape;10359;p41"/>
            <p:cNvSpPr/>
            <p:nvPr/>
          </p:nvSpPr>
          <p:spPr>
            <a:xfrm>
              <a:off x="4818146" y="3274259"/>
              <a:ext cx="77845" cy="249694"/>
            </a:xfrm>
            <a:custGeom>
              <a:rect b="b" l="l" r="r" t="t"/>
              <a:pathLst>
                <a:path extrusionOk="0" h="9504" w="2963">
                  <a:moveTo>
                    <a:pt x="35" y="1"/>
                  </a:moveTo>
                  <a:cubicBezTo>
                    <a:pt x="14" y="91"/>
                    <a:pt x="0" y="188"/>
                    <a:pt x="0" y="285"/>
                  </a:cubicBezTo>
                  <a:lnTo>
                    <a:pt x="0" y="9503"/>
                  </a:lnTo>
                  <a:lnTo>
                    <a:pt x="2962" y="9503"/>
                  </a:lnTo>
                  <a:lnTo>
                    <a:pt x="2962" y="285"/>
                  </a:lnTo>
                  <a:cubicBezTo>
                    <a:pt x="2962" y="195"/>
                    <a:pt x="2955" y="105"/>
                    <a:pt x="2934" y="15"/>
                  </a:cubicBezTo>
                  <a:lnTo>
                    <a:pt x="2928" y="1"/>
                  </a:lnTo>
                  <a:close/>
                </a:path>
              </a:pathLst>
            </a:custGeom>
            <a:solidFill>
              <a:srgbClr val="667E9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360" name="Google Shape;10360;p41"/>
            <p:cNvSpPr/>
            <p:nvPr/>
          </p:nvSpPr>
          <p:spPr>
            <a:xfrm>
              <a:off x="4849857" y="3274259"/>
              <a:ext cx="46135" cy="249694"/>
            </a:xfrm>
            <a:custGeom>
              <a:rect b="b" l="l" r="r" t="t"/>
              <a:pathLst>
                <a:path extrusionOk="0" h="9504" w="1756">
                  <a:moveTo>
                    <a:pt x="0" y="1"/>
                  </a:moveTo>
                  <a:lnTo>
                    <a:pt x="0" y="9503"/>
                  </a:lnTo>
                  <a:lnTo>
                    <a:pt x="1755" y="9503"/>
                  </a:lnTo>
                  <a:lnTo>
                    <a:pt x="1755" y="285"/>
                  </a:lnTo>
                  <a:cubicBezTo>
                    <a:pt x="1755" y="195"/>
                    <a:pt x="1748" y="105"/>
                    <a:pt x="1727" y="15"/>
                  </a:cubicBezTo>
                  <a:lnTo>
                    <a:pt x="1721" y="1"/>
                  </a:ln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0361" name="Google Shape;10361;p41"/>
          <p:cNvGrpSpPr/>
          <p:nvPr/>
        </p:nvGrpSpPr>
        <p:grpSpPr>
          <a:xfrm>
            <a:off x="5228890" y="3235428"/>
            <a:ext cx="344091" cy="332768"/>
            <a:chOff x="5228890" y="3235428"/>
            <a:chExt cx="344091" cy="332768"/>
          </a:xfrm>
        </p:grpSpPr>
        <p:sp>
          <p:nvSpPr>
            <p:cNvPr id="10362" name="Google Shape;10362;p41"/>
            <p:cNvSpPr/>
            <p:nvPr/>
          </p:nvSpPr>
          <p:spPr>
            <a:xfrm>
              <a:off x="5228890" y="3261701"/>
              <a:ext cx="316741" cy="306495"/>
            </a:xfrm>
            <a:custGeom>
              <a:rect b="b" l="l" r="r" t="t"/>
              <a:pathLst>
                <a:path extrusionOk="0" h="11666" w="12056">
                  <a:moveTo>
                    <a:pt x="2817" y="0"/>
                  </a:moveTo>
                  <a:lnTo>
                    <a:pt x="1866" y="493"/>
                  </a:lnTo>
                  <a:lnTo>
                    <a:pt x="1603" y="631"/>
                  </a:lnTo>
                  <a:cubicBezTo>
                    <a:pt x="458" y="1221"/>
                    <a:pt x="1" y="2629"/>
                    <a:pt x="576" y="3787"/>
                  </a:cubicBezTo>
                  <a:cubicBezTo>
                    <a:pt x="1339" y="5320"/>
                    <a:pt x="6708" y="10654"/>
                    <a:pt x="8255" y="11417"/>
                  </a:cubicBezTo>
                  <a:cubicBezTo>
                    <a:pt x="8594" y="11586"/>
                    <a:pt x="8955" y="11666"/>
                    <a:pt x="9310" y="11666"/>
                  </a:cubicBezTo>
                  <a:cubicBezTo>
                    <a:pt x="10167" y="11666"/>
                    <a:pt x="10993" y="11202"/>
                    <a:pt x="11424" y="10398"/>
                  </a:cubicBezTo>
                  <a:lnTo>
                    <a:pt x="11556" y="10134"/>
                  </a:lnTo>
                  <a:lnTo>
                    <a:pt x="12056" y="9191"/>
                  </a:lnTo>
                  <a:lnTo>
                    <a:pt x="9323" y="7672"/>
                  </a:lnTo>
                  <a:lnTo>
                    <a:pt x="9080" y="8261"/>
                  </a:lnTo>
                  <a:cubicBezTo>
                    <a:pt x="9032" y="8372"/>
                    <a:pt x="8962" y="8476"/>
                    <a:pt x="8886" y="8566"/>
                  </a:cubicBezTo>
                  <a:cubicBezTo>
                    <a:pt x="8666" y="8815"/>
                    <a:pt x="8358" y="8943"/>
                    <a:pt x="8048" y="8943"/>
                  </a:cubicBezTo>
                  <a:cubicBezTo>
                    <a:pt x="7820" y="8943"/>
                    <a:pt x="7591" y="8874"/>
                    <a:pt x="7395" y="8733"/>
                  </a:cubicBezTo>
                  <a:cubicBezTo>
                    <a:pt x="7124" y="8539"/>
                    <a:pt x="3469" y="4904"/>
                    <a:pt x="3274" y="4634"/>
                  </a:cubicBezTo>
                  <a:cubicBezTo>
                    <a:pt x="2858" y="4051"/>
                    <a:pt x="3087" y="3233"/>
                    <a:pt x="3753" y="2962"/>
                  </a:cubicBezTo>
                  <a:lnTo>
                    <a:pt x="4343" y="2719"/>
                  </a:lnTo>
                  <a:lnTo>
                    <a:pt x="2817" y="0"/>
                  </a:lnTo>
                  <a:close/>
                </a:path>
              </a:pathLst>
            </a:custGeom>
            <a:solidFill>
              <a:srgbClr val="445D7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363" name="Google Shape;10363;p41"/>
            <p:cNvSpPr/>
            <p:nvPr/>
          </p:nvSpPr>
          <p:spPr>
            <a:xfrm>
              <a:off x="5277731" y="3261701"/>
              <a:ext cx="65261" cy="82942"/>
            </a:xfrm>
            <a:custGeom>
              <a:rect b="b" l="l" r="r" t="t"/>
              <a:pathLst>
                <a:path extrusionOk="0" h="3157" w="2484">
                  <a:moveTo>
                    <a:pt x="951" y="0"/>
                  </a:moveTo>
                  <a:lnTo>
                    <a:pt x="0" y="493"/>
                  </a:lnTo>
                  <a:lnTo>
                    <a:pt x="1582" y="3156"/>
                  </a:lnTo>
                  <a:cubicBezTo>
                    <a:pt x="1672" y="3073"/>
                    <a:pt x="1776" y="3011"/>
                    <a:pt x="1894" y="2962"/>
                  </a:cubicBezTo>
                  <a:lnTo>
                    <a:pt x="2484" y="2719"/>
                  </a:lnTo>
                  <a:lnTo>
                    <a:pt x="951" y="0"/>
                  </a:ln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364" name="Google Shape;10364;p41"/>
            <p:cNvSpPr/>
            <p:nvPr/>
          </p:nvSpPr>
          <p:spPr>
            <a:xfrm>
              <a:off x="5462137" y="3463053"/>
              <a:ext cx="83494" cy="64893"/>
            </a:xfrm>
            <a:custGeom>
              <a:rect b="b" l="l" r="r" t="t"/>
              <a:pathLst>
                <a:path extrusionOk="0" h="2470" w="3178">
                  <a:moveTo>
                    <a:pt x="445" y="1"/>
                  </a:moveTo>
                  <a:lnTo>
                    <a:pt x="195" y="590"/>
                  </a:lnTo>
                  <a:cubicBezTo>
                    <a:pt x="147" y="708"/>
                    <a:pt x="84" y="812"/>
                    <a:pt x="1" y="902"/>
                  </a:cubicBezTo>
                  <a:lnTo>
                    <a:pt x="2678" y="2470"/>
                  </a:lnTo>
                  <a:lnTo>
                    <a:pt x="3178" y="1527"/>
                  </a:lnTo>
                  <a:lnTo>
                    <a:pt x="445" y="1"/>
                  </a:ln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365" name="Google Shape;10365;p41"/>
            <p:cNvSpPr/>
            <p:nvPr/>
          </p:nvSpPr>
          <p:spPr>
            <a:xfrm>
              <a:off x="5286663" y="3235428"/>
              <a:ext cx="90771" cy="111973"/>
            </a:xfrm>
            <a:custGeom>
              <a:rect b="b" l="l" r="r" t="t"/>
              <a:pathLst>
                <a:path extrusionOk="0" h="4262" w="3455">
                  <a:moveTo>
                    <a:pt x="1287" y="1"/>
                  </a:moveTo>
                  <a:cubicBezTo>
                    <a:pt x="1243" y="1"/>
                    <a:pt x="1199" y="12"/>
                    <a:pt x="1159" y="36"/>
                  </a:cubicBezTo>
                  <a:lnTo>
                    <a:pt x="160" y="619"/>
                  </a:lnTo>
                  <a:cubicBezTo>
                    <a:pt x="35" y="695"/>
                    <a:pt x="0" y="848"/>
                    <a:pt x="70" y="966"/>
                  </a:cubicBezTo>
                  <a:lnTo>
                    <a:pt x="1949" y="4142"/>
                  </a:lnTo>
                  <a:cubicBezTo>
                    <a:pt x="1999" y="4220"/>
                    <a:pt x="2082" y="4261"/>
                    <a:pt x="2166" y="4261"/>
                  </a:cubicBezTo>
                  <a:cubicBezTo>
                    <a:pt x="2211" y="4261"/>
                    <a:pt x="2256" y="4250"/>
                    <a:pt x="2296" y="4226"/>
                  </a:cubicBezTo>
                  <a:lnTo>
                    <a:pt x="3295" y="3643"/>
                  </a:lnTo>
                  <a:cubicBezTo>
                    <a:pt x="3413" y="3574"/>
                    <a:pt x="3455" y="3414"/>
                    <a:pt x="3385" y="3296"/>
                  </a:cubicBezTo>
                  <a:lnTo>
                    <a:pt x="1506" y="126"/>
                  </a:lnTo>
                  <a:cubicBezTo>
                    <a:pt x="1455" y="44"/>
                    <a:pt x="1372" y="1"/>
                    <a:pt x="1287" y="1"/>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366" name="Google Shape;10366;p41"/>
            <p:cNvSpPr/>
            <p:nvPr/>
          </p:nvSpPr>
          <p:spPr>
            <a:xfrm>
              <a:off x="5458328" y="3429740"/>
              <a:ext cx="114653" cy="88486"/>
            </a:xfrm>
            <a:custGeom>
              <a:rect b="b" l="l" r="r" t="t"/>
              <a:pathLst>
                <a:path extrusionOk="0" h="3368" w="4364">
                  <a:moveTo>
                    <a:pt x="884" y="0"/>
                  </a:moveTo>
                  <a:cubicBezTo>
                    <a:pt x="797" y="0"/>
                    <a:pt x="713" y="45"/>
                    <a:pt x="666" y="124"/>
                  </a:cubicBezTo>
                  <a:lnTo>
                    <a:pt x="77" y="1116"/>
                  </a:lnTo>
                  <a:cubicBezTo>
                    <a:pt x="0" y="1234"/>
                    <a:pt x="42" y="1394"/>
                    <a:pt x="160" y="1463"/>
                  </a:cubicBezTo>
                  <a:lnTo>
                    <a:pt x="3350" y="3329"/>
                  </a:lnTo>
                  <a:cubicBezTo>
                    <a:pt x="3393" y="3355"/>
                    <a:pt x="3440" y="3367"/>
                    <a:pt x="3485" y="3367"/>
                  </a:cubicBezTo>
                  <a:cubicBezTo>
                    <a:pt x="3571" y="3367"/>
                    <a:pt x="3652" y="3323"/>
                    <a:pt x="3697" y="3246"/>
                  </a:cubicBezTo>
                  <a:lnTo>
                    <a:pt x="4287" y="2254"/>
                  </a:lnTo>
                  <a:cubicBezTo>
                    <a:pt x="4363" y="2136"/>
                    <a:pt x="4321" y="1976"/>
                    <a:pt x="4204" y="1907"/>
                  </a:cubicBezTo>
                  <a:lnTo>
                    <a:pt x="1013" y="34"/>
                  </a:lnTo>
                  <a:cubicBezTo>
                    <a:pt x="972" y="11"/>
                    <a:pt x="928" y="0"/>
                    <a:pt x="884" y="0"/>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0367" name="Google Shape;10367;p41"/>
          <p:cNvGrpSpPr/>
          <p:nvPr/>
        </p:nvGrpSpPr>
        <p:grpSpPr>
          <a:xfrm>
            <a:off x="5757913" y="3227047"/>
            <a:ext cx="388544" cy="347927"/>
            <a:chOff x="5757913" y="3227047"/>
            <a:chExt cx="388544" cy="347927"/>
          </a:xfrm>
        </p:grpSpPr>
        <p:sp>
          <p:nvSpPr>
            <p:cNvPr id="10368" name="Google Shape;10368;p41"/>
            <p:cNvSpPr/>
            <p:nvPr/>
          </p:nvSpPr>
          <p:spPr>
            <a:xfrm>
              <a:off x="5757913" y="3227047"/>
              <a:ext cx="388544" cy="347927"/>
            </a:xfrm>
            <a:custGeom>
              <a:rect b="b" l="l" r="r" t="t"/>
              <a:pathLst>
                <a:path extrusionOk="0" h="13243" w="14789">
                  <a:moveTo>
                    <a:pt x="4050" y="0"/>
                  </a:moveTo>
                  <a:cubicBezTo>
                    <a:pt x="3523" y="0"/>
                    <a:pt x="2993" y="103"/>
                    <a:pt x="2490" y="314"/>
                  </a:cubicBezTo>
                  <a:cubicBezTo>
                    <a:pt x="978" y="952"/>
                    <a:pt x="0" y="2436"/>
                    <a:pt x="14" y="4073"/>
                  </a:cubicBezTo>
                  <a:cubicBezTo>
                    <a:pt x="14" y="8283"/>
                    <a:pt x="5431" y="12105"/>
                    <a:pt x="6985" y="13118"/>
                  </a:cubicBezTo>
                  <a:cubicBezTo>
                    <a:pt x="7110" y="13201"/>
                    <a:pt x="7254" y="13243"/>
                    <a:pt x="7398" y="13243"/>
                  </a:cubicBezTo>
                  <a:cubicBezTo>
                    <a:pt x="7542" y="13243"/>
                    <a:pt x="7686" y="13201"/>
                    <a:pt x="7810" y="13118"/>
                  </a:cubicBezTo>
                  <a:cubicBezTo>
                    <a:pt x="9364" y="12105"/>
                    <a:pt x="14781" y="8283"/>
                    <a:pt x="14781" y="4073"/>
                  </a:cubicBezTo>
                  <a:cubicBezTo>
                    <a:pt x="14788" y="1833"/>
                    <a:pt x="12971" y="8"/>
                    <a:pt x="10731" y="1"/>
                  </a:cubicBezTo>
                  <a:cubicBezTo>
                    <a:pt x="9662" y="1"/>
                    <a:pt x="8643" y="424"/>
                    <a:pt x="7887" y="1174"/>
                  </a:cubicBezTo>
                  <a:cubicBezTo>
                    <a:pt x="7752" y="1309"/>
                    <a:pt x="7575" y="1376"/>
                    <a:pt x="7397" y="1376"/>
                  </a:cubicBezTo>
                  <a:cubicBezTo>
                    <a:pt x="7219" y="1376"/>
                    <a:pt x="7041" y="1309"/>
                    <a:pt x="6902" y="1174"/>
                  </a:cubicBezTo>
                  <a:cubicBezTo>
                    <a:pt x="6131" y="407"/>
                    <a:pt x="5098" y="0"/>
                    <a:pt x="4050" y="0"/>
                  </a:cubicBezTo>
                  <a:close/>
                </a:path>
              </a:pathLst>
            </a:custGeom>
            <a:solidFill>
              <a:srgbClr val="96A4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369" name="Google Shape;10369;p41"/>
            <p:cNvSpPr/>
            <p:nvPr/>
          </p:nvSpPr>
          <p:spPr>
            <a:xfrm>
              <a:off x="5758097" y="3227074"/>
              <a:ext cx="194101" cy="347743"/>
            </a:xfrm>
            <a:custGeom>
              <a:rect b="b" l="l" r="r" t="t"/>
              <a:pathLst>
                <a:path extrusionOk="0" h="13236" w="7388">
                  <a:moveTo>
                    <a:pt x="4058" y="0"/>
                  </a:moveTo>
                  <a:cubicBezTo>
                    <a:pt x="1811" y="7"/>
                    <a:pt x="0" y="1832"/>
                    <a:pt x="7" y="4072"/>
                  </a:cubicBezTo>
                  <a:cubicBezTo>
                    <a:pt x="7" y="8282"/>
                    <a:pt x="5424" y="12104"/>
                    <a:pt x="6978" y="13117"/>
                  </a:cubicBezTo>
                  <a:cubicBezTo>
                    <a:pt x="7088" y="13188"/>
                    <a:pt x="7223" y="13235"/>
                    <a:pt x="7360" y="13235"/>
                  </a:cubicBezTo>
                  <a:cubicBezTo>
                    <a:pt x="7369" y="13235"/>
                    <a:pt x="7378" y="13235"/>
                    <a:pt x="7387" y="13235"/>
                  </a:cubicBezTo>
                  <a:cubicBezTo>
                    <a:pt x="1859" y="5688"/>
                    <a:pt x="3829" y="1457"/>
                    <a:pt x="5702" y="354"/>
                  </a:cubicBezTo>
                  <a:cubicBezTo>
                    <a:pt x="5182" y="118"/>
                    <a:pt x="4620" y="0"/>
                    <a:pt x="4058" y="0"/>
                  </a:cubicBezTo>
                  <a:close/>
                </a:path>
              </a:pathLst>
            </a:custGeom>
            <a:solidFill>
              <a:srgbClr val="7F91A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10370" name="Google Shape;10370;p41"/>
          <p:cNvSpPr/>
          <p:nvPr/>
        </p:nvSpPr>
        <p:spPr>
          <a:xfrm>
            <a:off x="6898849" y="3377589"/>
            <a:ext cx="316925" cy="43770"/>
          </a:xfrm>
          <a:custGeom>
            <a:rect b="b" l="l" r="r" t="t"/>
            <a:pathLst>
              <a:path extrusionOk="0" h="1666" w="12063">
                <a:moveTo>
                  <a:pt x="8" y="1"/>
                </a:moveTo>
                <a:lnTo>
                  <a:pt x="1" y="1665"/>
                </a:lnTo>
                <a:lnTo>
                  <a:pt x="12063" y="1665"/>
                </a:lnTo>
                <a:lnTo>
                  <a:pt x="12056" y="1"/>
                </a:ln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371" name="Google Shape;10371;p41"/>
          <p:cNvSpPr/>
          <p:nvPr/>
        </p:nvSpPr>
        <p:spPr>
          <a:xfrm>
            <a:off x="6996346" y="3227074"/>
            <a:ext cx="128867" cy="61977"/>
          </a:xfrm>
          <a:custGeom>
            <a:rect b="b" l="l" r="r" t="t"/>
            <a:pathLst>
              <a:path extrusionOk="0" h="2359" w="4905">
                <a:moveTo>
                  <a:pt x="2453" y="0"/>
                </a:moveTo>
                <a:cubicBezTo>
                  <a:pt x="2399" y="0"/>
                  <a:pt x="2345" y="21"/>
                  <a:pt x="2303" y="63"/>
                </a:cubicBezTo>
                <a:lnTo>
                  <a:pt x="999" y="1360"/>
                </a:lnTo>
                <a:lnTo>
                  <a:pt x="1" y="2359"/>
                </a:lnTo>
                <a:lnTo>
                  <a:pt x="4905" y="2359"/>
                </a:lnTo>
                <a:lnTo>
                  <a:pt x="2602" y="63"/>
                </a:lnTo>
                <a:cubicBezTo>
                  <a:pt x="2560" y="21"/>
                  <a:pt x="2506" y="0"/>
                  <a:pt x="2453" y="0"/>
                </a:cubicBezTo>
                <a:close/>
              </a:path>
            </a:pathLst>
          </a:custGeom>
          <a:solidFill>
            <a:srgbClr val="ECF0F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372" name="Google Shape;10372;p41"/>
          <p:cNvSpPr/>
          <p:nvPr/>
        </p:nvSpPr>
        <p:spPr>
          <a:xfrm>
            <a:off x="6996346" y="3262778"/>
            <a:ext cx="128867" cy="26273"/>
          </a:xfrm>
          <a:custGeom>
            <a:rect b="b" l="l" r="r" t="t"/>
            <a:pathLst>
              <a:path extrusionOk="0" h="1000" w="4905">
                <a:moveTo>
                  <a:pt x="999" y="1"/>
                </a:moveTo>
                <a:lnTo>
                  <a:pt x="1" y="1000"/>
                </a:lnTo>
                <a:lnTo>
                  <a:pt x="4905" y="1000"/>
                </a:lnTo>
                <a:lnTo>
                  <a:pt x="3906" y="1"/>
                </a:lnTo>
                <a:close/>
              </a:path>
            </a:pathLst>
          </a:custGeom>
          <a:solidFill>
            <a:srgbClr val="778DA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373" name="Google Shape;10373;p41"/>
          <p:cNvSpPr/>
          <p:nvPr/>
        </p:nvSpPr>
        <p:spPr>
          <a:xfrm>
            <a:off x="6918186" y="3280092"/>
            <a:ext cx="278278" cy="260439"/>
          </a:xfrm>
          <a:custGeom>
            <a:rect b="b" l="l" r="r" t="t"/>
            <a:pathLst>
              <a:path extrusionOk="0" h="9913" w="10592">
                <a:moveTo>
                  <a:pt x="10388" y="0"/>
                </a:moveTo>
                <a:cubicBezTo>
                  <a:pt x="10384" y="0"/>
                  <a:pt x="10381" y="1"/>
                  <a:pt x="10377" y="1"/>
                </a:cubicBezTo>
                <a:lnTo>
                  <a:pt x="215" y="1"/>
                </a:lnTo>
                <a:cubicBezTo>
                  <a:pt x="97" y="1"/>
                  <a:pt x="0" y="91"/>
                  <a:pt x="0" y="209"/>
                </a:cubicBezTo>
                <a:lnTo>
                  <a:pt x="0" y="9913"/>
                </a:lnTo>
                <a:lnTo>
                  <a:pt x="10592" y="9913"/>
                </a:lnTo>
                <a:lnTo>
                  <a:pt x="10592" y="209"/>
                </a:lnTo>
                <a:cubicBezTo>
                  <a:pt x="10592" y="95"/>
                  <a:pt x="10501" y="0"/>
                  <a:pt x="10388" y="0"/>
                </a:cubicBezTo>
                <a:close/>
              </a:path>
            </a:pathLst>
          </a:custGeom>
          <a:solidFill>
            <a:srgbClr val="F3F5F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374" name="Google Shape;10374;p41"/>
          <p:cNvSpPr/>
          <p:nvPr/>
        </p:nvSpPr>
        <p:spPr>
          <a:xfrm>
            <a:off x="7177127" y="3279908"/>
            <a:ext cx="19337" cy="260623"/>
          </a:xfrm>
          <a:custGeom>
            <a:rect b="b" l="l" r="r" t="t"/>
            <a:pathLst>
              <a:path extrusionOk="0" h="9920" w="736">
                <a:moveTo>
                  <a:pt x="0" y="1"/>
                </a:moveTo>
                <a:lnTo>
                  <a:pt x="0" y="9920"/>
                </a:lnTo>
                <a:lnTo>
                  <a:pt x="736" y="9920"/>
                </a:lnTo>
                <a:lnTo>
                  <a:pt x="736" y="216"/>
                </a:lnTo>
                <a:cubicBezTo>
                  <a:pt x="736" y="98"/>
                  <a:pt x="638" y="1"/>
                  <a:pt x="521" y="1"/>
                </a:cubicBezTo>
                <a:close/>
              </a:path>
            </a:pathLst>
          </a:custGeom>
          <a:solidFill>
            <a:srgbClr val="E8EDF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375" name="Google Shape;10375;p41"/>
          <p:cNvSpPr/>
          <p:nvPr/>
        </p:nvSpPr>
        <p:spPr>
          <a:xfrm>
            <a:off x="6918186" y="3367579"/>
            <a:ext cx="278278" cy="172952"/>
          </a:xfrm>
          <a:custGeom>
            <a:rect b="b" l="l" r="r" t="t"/>
            <a:pathLst>
              <a:path extrusionOk="0" h="6583" w="10592">
                <a:moveTo>
                  <a:pt x="0" y="0"/>
                </a:moveTo>
                <a:lnTo>
                  <a:pt x="0" y="6583"/>
                </a:lnTo>
                <a:lnTo>
                  <a:pt x="10592" y="6583"/>
                </a:lnTo>
                <a:lnTo>
                  <a:pt x="10592" y="0"/>
                </a:lnTo>
                <a:lnTo>
                  <a:pt x="5299" y="3794"/>
                </a:lnTo>
                <a:lnTo>
                  <a:pt x="0" y="0"/>
                </a:lnTo>
                <a:close/>
              </a:path>
            </a:pathLst>
          </a:custGeom>
          <a:solidFill>
            <a:srgbClr val="E8EDF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376" name="Google Shape;10376;p41"/>
          <p:cNvSpPr/>
          <p:nvPr/>
        </p:nvSpPr>
        <p:spPr>
          <a:xfrm>
            <a:off x="6958619" y="3418784"/>
            <a:ext cx="197385" cy="10588"/>
          </a:xfrm>
          <a:custGeom>
            <a:rect b="b" l="l" r="r" t="t"/>
            <a:pathLst>
              <a:path extrusionOk="0" h="403" w="7513">
                <a:moveTo>
                  <a:pt x="271" y="0"/>
                </a:moveTo>
                <a:cubicBezTo>
                  <a:pt x="1" y="0"/>
                  <a:pt x="1" y="403"/>
                  <a:pt x="271" y="403"/>
                </a:cubicBezTo>
                <a:lnTo>
                  <a:pt x="7242" y="403"/>
                </a:lnTo>
                <a:cubicBezTo>
                  <a:pt x="7513" y="403"/>
                  <a:pt x="7513" y="0"/>
                  <a:pt x="7242" y="0"/>
                </a:cubicBezTo>
                <a:close/>
              </a:path>
            </a:pathLst>
          </a:custGeom>
          <a:solidFill>
            <a:srgbClr val="08080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377" name="Google Shape;10377;p41"/>
          <p:cNvSpPr/>
          <p:nvPr/>
        </p:nvSpPr>
        <p:spPr>
          <a:xfrm>
            <a:off x="6992511" y="3441378"/>
            <a:ext cx="129970" cy="10588"/>
          </a:xfrm>
          <a:custGeom>
            <a:rect b="b" l="l" r="r" t="t"/>
            <a:pathLst>
              <a:path extrusionOk="0" h="403" w="4947">
                <a:moveTo>
                  <a:pt x="271" y="0"/>
                </a:moveTo>
                <a:cubicBezTo>
                  <a:pt x="1" y="0"/>
                  <a:pt x="1" y="403"/>
                  <a:pt x="271" y="403"/>
                </a:cubicBezTo>
                <a:lnTo>
                  <a:pt x="4676" y="403"/>
                </a:lnTo>
                <a:cubicBezTo>
                  <a:pt x="4946" y="403"/>
                  <a:pt x="4946" y="0"/>
                  <a:pt x="4676" y="0"/>
                </a:cubicBezTo>
                <a:close/>
              </a:path>
            </a:pathLst>
          </a:custGeom>
          <a:solidFill>
            <a:srgbClr val="08080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378" name="Google Shape;10378;p41"/>
          <p:cNvSpPr/>
          <p:nvPr/>
        </p:nvSpPr>
        <p:spPr>
          <a:xfrm>
            <a:off x="7021489" y="3463789"/>
            <a:ext cx="70016" cy="10588"/>
          </a:xfrm>
          <a:custGeom>
            <a:rect b="b" l="l" r="r" t="t"/>
            <a:pathLst>
              <a:path extrusionOk="0" h="403" w="2665">
                <a:moveTo>
                  <a:pt x="271" y="0"/>
                </a:moveTo>
                <a:cubicBezTo>
                  <a:pt x="1" y="0"/>
                  <a:pt x="1" y="403"/>
                  <a:pt x="271" y="403"/>
                </a:cubicBezTo>
                <a:lnTo>
                  <a:pt x="2394" y="403"/>
                </a:lnTo>
                <a:cubicBezTo>
                  <a:pt x="2664" y="403"/>
                  <a:pt x="2664" y="0"/>
                  <a:pt x="2394" y="0"/>
                </a:cubicBezTo>
                <a:close/>
              </a:path>
            </a:pathLst>
          </a:custGeom>
          <a:solidFill>
            <a:srgbClr val="08080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379" name="Google Shape;10379;p41"/>
          <p:cNvSpPr/>
          <p:nvPr/>
        </p:nvSpPr>
        <p:spPr>
          <a:xfrm>
            <a:off x="6894856" y="3377510"/>
            <a:ext cx="324938" cy="197280"/>
          </a:xfrm>
          <a:custGeom>
            <a:rect b="b" l="l" r="r" t="t"/>
            <a:pathLst>
              <a:path extrusionOk="0" h="7509" w="12368">
                <a:moveTo>
                  <a:pt x="174" y="1"/>
                </a:moveTo>
                <a:cubicBezTo>
                  <a:pt x="85" y="1"/>
                  <a:pt x="0" y="73"/>
                  <a:pt x="0" y="177"/>
                </a:cubicBezTo>
                <a:lnTo>
                  <a:pt x="0" y="7294"/>
                </a:lnTo>
                <a:cubicBezTo>
                  <a:pt x="0" y="7411"/>
                  <a:pt x="97" y="7509"/>
                  <a:pt x="215" y="7509"/>
                </a:cubicBezTo>
                <a:lnTo>
                  <a:pt x="12152" y="7509"/>
                </a:lnTo>
                <a:cubicBezTo>
                  <a:pt x="12270" y="7509"/>
                  <a:pt x="12367" y="7411"/>
                  <a:pt x="12367" y="7294"/>
                </a:cubicBezTo>
                <a:lnTo>
                  <a:pt x="12367" y="177"/>
                </a:lnTo>
                <a:cubicBezTo>
                  <a:pt x="12367" y="77"/>
                  <a:pt x="12280" y="5"/>
                  <a:pt x="12190" y="5"/>
                </a:cubicBezTo>
                <a:cubicBezTo>
                  <a:pt x="12155" y="5"/>
                  <a:pt x="12121" y="15"/>
                  <a:pt x="12090" y="38"/>
                </a:cubicBezTo>
                <a:lnTo>
                  <a:pt x="11708" y="316"/>
                </a:lnTo>
                <a:lnTo>
                  <a:pt x="6284" y="4200"/>
                </a:lnTo>
                <a:cubicBezTo>
                  <a:pt x="6253" y="4221"/>
                  <a:pt x="6218" y="4231"/>
                  <a:pt x="6184" y="4231"/>
                </a:cubicBezTo>
                <a:cubicBezTo>
                  <a:pt x="6149" y="4231"/>
                  <a:pt x="6114" y="4221"/>
                  <a:pt x="6083" y="4200"/>
                </a:cubicBezTo>
                <a:lnTo>
                  <a:pt x="278" y="38"/>
                </a:lnTo>
                <a:cubicBezTo>
                  <a:pt x="246" y="13"/>
                  <a:pt x="210" y="1"/>
                  <a:pt x="174" y="1"/>
                </a:cubicBezTo>
                <a:close/>
              </a:path>
            </a:pathLst>
          </a:custGeom>
          <a:solidFill>
            <a:srgbClr val="A4B3B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380" name="Google Shape;10380;p41"/>
          <p:cNvSpPr/>
          <p:nvPr/>
        </p:nvSpPr>
        <p:spPr>
          <a:xfrm>
            <a:off x="7202454" y="3377641"/>
            <a:ext cx="17340" cy="197149"/>
          </a:xfrm>
          <a:custGeom>
            <a:rect b="b" l="l" r="r" t="t"/>
            <a:pathLst>
              <a:path extrusionOk="0" h="7504" w="660">
                <a:moveTo>
                  <a:pt x="482" y="0"/>
                </a:moveTo>
                <a:cubicBezTo>
                  <a:pt x="447" y="0"/>
                  <a:pt x="413" y="10"/>
                  <a:pt x="382" y="33"/>
                </a:cubicBezTo>
                <a:lnTo>
                  <a:pt x="0" y="304"/>
                </a:lnTo>
                <a:lnTo>
                  <a:pt x="0" y="7504"/>
                </a:lnTo>
                <a:lnTo>
                  <a:pt x="444" y="7504"/>
                </a:lnTo>
                <a:cubicBezTo>
                  <a:pt x="562" y="7504"/>
                  <a:pt x="659" y="7406"/>
                  <a:pt x="659" y="7289"/>
                </a:cubicBezTo>
                <a:lnTo>
                  <a:pt x="659" y="172"/>
                </a:lnTo>
                <a:cubicBezTo>
                  <a:pt x="659" y="72"/>
                  <a:pt x="572" y="0"/>
                  <a:pt x="482" y="0"/>
                </a:cubicBez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381" name="Google Shape;10381;p41"/>
          <p:cNvSpPr/>
          <p:nvPr/>
        </p:nvSpPr>
        <p:spPr>
          <a:xfrm>
            <a:off x="6955361" y="3318371"/>
            <a:ext cx="32630" cy="32630"/>
          </a:xfrm>
          <a:custGeom>
            <a:rect b="b" l="l" r="r" t="t"/>
            <a:pathLst>
              <a:path extrusionOk="0" h="1242" w="1242">
                <a:moveTo>
                  <a:pt x="194" y="0"/>
                </a:moveTo>
                <a:cubicBezTo>
                  <a:pt x="83" y="0"/>
                  <a:pt x="0" y="91"/>
                  <a:pt x="0" y="195"/>
                </a:cubicBezTo>
                <a:lnTo>
                  <a:pt x="0" y="1048"/>
                </a:lnTo>
                <a:cubicBezTo>
                  <a:pt x="0" y="1159"/>
                  <a:pt x="83" y="1242"/>
                  <a:pt x="194" y="1242"/>
                </a:cubicBezTo>
                <a:lnTo>
                  <a:pt x="1047" y="1242"/>
                </a:lnTo>
                <a:cubicBezTo>
                  <a:pt x="1158" y="1242"/>
                  <a:pt x="1242" y="1159"/>
                  <a:pt x="1242" y="1048"/>
                </a:cubicBezTo>
                <a:lnTo>
                  <a:pt x="1242" y="195"/>
                </a:lnTo>
                <a:cubicBezTo>
                  <a:pt x="1242" y="91"/>
                  <a:pt x="1158" y="0"/>
                  <a:pt x="1047" y="0"/>
                </a:cubicBezTo>
                <a:close/>
              </a:path>
            </a:pathLst>
          </a:custGeom>
          <a:solidFill>
            <a:srgbClr val="40404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382" name="Google Shape;10382;p41"/>
          <p:cNvSpPr/>
          <p:nvPr/>
        </p:nvSpPr>
        <p:spPr>
          <a:xfrm>
            <a:off x="7009115" y="3313090"/>
            <a:ext cx="36466" cy="10588"/>
          </a:xfrm>
          <a:custGeom>
            <a:rect b="b" l="l" r="r" t="t"/>
            <a:pathLst>
              <a:path extrusionOk="0" h="403" w="1388">
                <a:moveTo>
                  <a:pt x="271" y="0"/>
                </a:moveTo>
                <a:cubicBezTo>
                  <a:pt x="0" y="0"/>
                  <a:pt x="0" y="403"/>
                  <a:pt x="271" y="403"/>
                </a:cubicBezTo>
                <a:lnTo>
                  <a:pt x="1124" y="403"/>
                </a:lnTo>
                <a:cubicBezTo>
                  <a:pt x="1387" y="403"/>
                  <a:pt x="1387" y="0"/>
                  <a:pt x="1124" y="0"/>
                </a:cubicBezTo>
                <a:close/>
              </a:path>
            </a:pathLst>
          </a:custGeom>
          <a:solidFill>
            <a:srgbClr val="08080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383" name="Google Shape;10383;p41"/>
          <p:cNvSpPr/>
          <p:nvPr/>
        </p:nvSpPr>
        <p:spPr>
          <a:xfrm>
            <a:off x="7009115" y="3341149"/>
            <a:ext cx="113366" cy="10588"/>
          </a:xfrm>
          <a:custGeom>
            <a:rect b="b" l="l" r="r" t="t"/>
            <a:pathLst>
              <a:path extrusionOk="0" h="403" w="4315">
                <a:moveTo>
                  <a:pt x="271" y="0"/>
                </a:moveTo>
                <a:cubicBezTo>
                  <a:pt x="0" y="0"/>
                  <a:pt x="0" y="403"/>
                  <a:pt x="271" y="403"/>
                </a:cubicBezTo>
                <a:lnTo>
                  <a:pt x="4044" y="403"/>
                </a:lnTo>
                <a:cubicBezTo>
                  <a:pt x="4314" y="403"/>
                  <a:pt x="4314" y="0"/>
                  <a:pt x="4044" y="0"/>
                </a:cubicBezTo>
                <a:close/>
              </a:path>
            </a:pathLst>
          </a:custGeom>
          <a:solidFill>
            <a:srgbClr val="08080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384" name="Google Shape;10384;p41"/>
          <p:cNvSpPr/>
          <p:nvPr/>
        </p:nvSpPr>
        <p:spPr>
          <a:xfrm>
            <a:off x="6961010" y="3385234"/>
            <a:ext cx="69806" cy="10614"/>
          </a:xfrm>
          <a:custGeom>
            <a:rect b="b" l="l" r="r" t="t"/>
            <a:pathLst>
              <a:path extrusionOk="0" h="404" w="2657">
                <a:moveTo>
                  <a:pt x="271" y="1"/>
                </a:moveTo>
                <a:cubicBezTo>
                  <a:pt x="0" y="1"/>
                  <a:pt x="0" y="403"/>
                  <a:pt x="271" y="403"/>
                </a:cubicBezTo>
                <a:lnTo>
                  <a:pt x="2386" y="403"/>
                </a:lnTo>
                <a:cubicBezTo>
                  <a:pt x="2657" y="403"/>
                  <a:pt x="2657" y="1"/>
                  <a:pt x="2386" y="1"/>
                </a:cubicBezTo>
                <a:close/>
              </a:path>
            </a:pathLst>
          </a:custGeom>
          <a:solidFill>
            <a:srgbClr val="08080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385" name="Google Shape;10385;p41"/>
          <p:cNvSpPr/>
          <p:nvPr/>
        </p:nvSpPr>
        <p:spPr>
          <a:xfrm>
            <a:off x="6921443" y="3539060"/>
            <a:ext cx="57248" cy="10588"/>
          </a:xfrm>
          <a:custGeom>
            <a:rect b="b" l="l" r="r" t="t"/>
            <a:pathLst>
              <a:path extrusionOk="0" h="403" w="2179">
                <a:moveTo>
                  <a:pt x="271" y="0"/>
                </a:moveTo>
                <a:cubicBezTo>
                  <a:pt x="1" y="0"/>
                  <a:pt x="1" y="402"/>
                  <a:pt x="271" y="402"/>
                </a:cubicBezTo>
                <a:lnTo>
                  <a:pt x="1908" y="402"/>
                </a:lnTo>
                <a:cubicBezTo>
                  <a:pt x="2179" y="402"/>
                  <a:pt x="2179" y="0"/>
                  <a:pt x="1908" y="0"/>
                </a:cubicBezTo>
                <a:close/>
              </a:path>
            </a:pathLst>
          </a:custGeom>
          <a:solidFill>
            <a:srgbClr val="F3F5F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nvGrpSpPr>
          <p:cNvPr id="10386" name="Google Shape;10386;p41"/>
          <p:cNvGrpSpPr/>
          <p:nvPr/>
        </p:nvGrpSpPr>
        <p:grpSpPr>
          <a:xfrm>
            <a:off x="7414946" y="3220873"/>
            <a:ext cx="360091" cy="360118"/>
            <a:chOff x="7414946" y="3220873"/>
            <a:chExt cx="360091" cy="360118"/>
          </a:xfrm>
        </p:grpSpPr>
        <p:sp>
          <p:nvSpPr>
            <p:cNvPr id="10387" name="Google Shape;10387;p41"/>
            <p:cNvSpPr/>
            <p:nvPr/>
          </p:nvSpPr>
          <p:spPr>
            <a:xfrm>
              <a:off x="7414946" y="3305234"/>
              <a:ext cx="151619" cy="195389"/>
            </a:xfrm>
            <a:custGeom>
              <a:rect b="b" l="l" r="r" t="t"/>
              <a:pathLst>
                <a:path extrusionOk="0" h="7437" w="5771">
                  <a:moveTo>
                    <a:pt x="0" y="1"/>
                  </a:moveTo>
                  <a:lnTo>
                    <a:pt x="0" y="4572"/>
                  </a:lnTo>
                  <a:lnTo>
                    <a:pt x="5771" y="7437"/>
                  </a:lnTo>
                  <a:lnTo>
                    <a:pt x="4571" y="1360"/>
                  </a:lnTo>
                  <a:lnTo>
                    <a:pt x="902" y="272"/>
                  </a:lnTo>
                  <a:lnTo>
                    <a:pt x="0" y="1"/>
                  </a:lnTo>
                  <a:close/>
                </a:path>
              </a:pathLst>
            </a:custGeom>
            <a:solidFill>
              <a:srgbClr val="C2CCD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388" name="Google Shape;10388;p41"/>
            <p:cNvSpPr/>
            <p:nvPr/>
          </p:nvSpPr>
          <p:spPr>
            <a:xfrm>
              <a:off x="7414946" y="3425326"/>
              <a:ext cx="143789" cy="155665"/>
            </a:xfrm>
            <a:custGeom>
              <a:rect b="b" l="l" r="r" t="t"/>
              <a:pathLst>
                <a:path extrusionOk="0" h="5925" w="5473">
                  <a:moveTo>
                    <a:pt x="0" y="1"/>
                  </a:moveTo>
                  <a:lnTo>
                    <a:pt x="0" y="4572"/>
                  </a:lnTo>
                  <a:lnTo>
                    <a:pt x="4571" y="5924"/>
                  </a:lnTo>
                  <a:lnTo>
                    <a:pt x="5473" y="3642"/>
                  </a:lnTo>
                  <a:lnTo>
                    <a:pt x="4571" y="1353"/>
                  </a:lnTo>
                  <a:lnTo>
                    <a:pt x="0" y="1"/>
                  </a:lnTo>
                  <a:close/>
                </a:path>
              </a:pathLst>
            </a:custGeom>
            <a:solidFill>
              <a:srgbClr val="ACB9C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389" name="Google Shape;10389;p41"/>
            <p:cNvSpPr/>
            <p:nvPr/>
          </p:nvSpPr>
          <p:spPr>
            <a:xfrm>
              <a:off x="7735471" y="3430265"/>
              <a:ext cx="39566" cy="150725"/>
            </a:xfrm>
            <a:custGeom>
              <a:rect b="b" l="l" r="r" t="t"/>
              <a:pathLst>
                <a:path extrusionOk="0" h="5737" w="1506">
                  <a:moveTo>
                    <a:pt x="1" y="0"/>
                  </a:moveTo>
                  <a:lnTo>
                    <a:pt x="604" y="5466"/>
                  </a:lnTo>
                  <a:lnTo>
                    <a:pt x="1506" y="5736"/>
                  </a:lnTo>
                  <a:lnTo>
                    <a:pt x="1506" y="1165"/>
                  </a:lnTo>
                  <a:lnTo>
                    <a:pt x="1" y="0"/>
                  </a:lnTo>
                  <a:close/>
                </a:path>
              </a:pathLst>
            </a:custGeom>
            <a:solidFill>
              <a:srgbClr val="94A5B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390" name="Google Shape;10390;p41"/>
            <p:cNvSpPr/>
            <p:nvPr/>
          </p:nvSpPr>
          <p:spPr>
            <a:xfrm>
              <a:off x="7623418" y="3393641"/>
              <a:ext cx="127947" cy="180229"/>
            </a:xfrm>
            <a:custGeom>
              <a:rect b="b" l="l" r="r" t="t"/>
              <a:pathLst>
                <a:path extrusionOk="0" h="6860" w="4870">
                  <a:moveTo>
                    <a:pt x="0" y="0"/>
                  </a:moveTo>
                  <a:lnTo>
                    <a:pt x="1200" y="5778"/>
                  </a:lnTo>
                  <a:lnTo>
                    <a:pt x="4869" y="6860"/>
                  </a:lnTo>
                  <a:lnTo>
                    <a:pt x="4869" y="2296"/>
                  </a:lnTo>
                  <a:lnTo>
                    <a:pt x="0" y="0"/>
                  </a:lnTo>
                  <a:close/>
                </a:path>
              </a:pathLst>
            </a:custGeom>
            <a:solidFill>
              <a:srgbClr val="ACB9C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391" name="Google Shape;10391;p41"/>
            <p:cNvSpPr/>
            <p:nvPr/>
          </p:nvSpPr>
          <p:spPr>
            <a:xfrm>
              <a:off x="7535038" y="3420045"/>
              <a:ext cx="119908" cy="160945"/>
            </a:xfrm>
            <a:custGeom>
              <a:rect b="b" l="l" r="r" t="t"/>
              <a:pathLst>
                <a:path extrusionOk="0" h="6126" w="4564">
                  <a:moveTo>
                    <a:pt x="2282" y="1"/>
                  </a:moveTo>
                  <a:lnTo>
                    <a:pt x="0" y="1554"/>
                  </a:lnTo>
                  <a:lnTo>
                    <a:pt x="0" y="6125"/>
                  </a:lnTo>
                  <a:lnTo>
                    <a:pt x="4564" y="4773"/>
                  </a:lnTo>
                  <a:lnTo>
                    <a:pt x="4564" y="202"/>
                  </a:lnTo>
                  <a:lnTo>
                    <a:pt x="2282" y="1"/>
                  </a:lnTo>
                  <a:close/>
                </a:path>
              </a:pathLst>
            </a:custGeom>
            <a:solidFill>
              <a:srgbClr val="94A5B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392" name="Google Shape;10392;p41"/>
            <p:cNvSpPr/>
            <p:nvPr/>
          </p:nvSpPr>
          <p:spPr>
            <a:xfrm>
              <a:off x="7735471" y="3333845"/>
              <a:ext cx="39566" cy="127054"/>
            </a:xfrm>
            <a:custGeom>
              <a:rect b="b" l="l" r="r" t="t"/>
              <a:pathLst>
                <a:path extrusionOk="0" h="4836" w="1506">
                  <a:moveTo>
                    <a:pt x="604" y="1"/>
                  </a:moveTo>
                  <a:lnTo>
                    <a:pt x="1" y="2290"/>
                  </a:lnTo>
                  <a:lnTo>
                    <a:pt x="604" y="4572"/>
                  </a:lnTo>
                  <a:lnTo>
                    <a:pt x="1506" y="4835"/>
                  </a:lnTo>
                  <a:lnTo>
                    <a:pt x="1506" y="271"/>
                  </a:lnTo>
                  <a:lnTo>
                    <a:pt x="604" y="1"/>
                  </a:lnTo>
                  <a:close/>
                </a:path>
              </a:pathLst>
            </a:custGeom>
            <a:solidFill>
              <a:srgbClr val="ACB9C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393" name="Google Shape;10393;p41"/>
            <p:cNvSpPr/>
            <p:nvPr/>
          </p:nvSpPr>
          <p:spPr>
            <a:xfrm>
              <a:off x="7631248" y="3305234"/>
              <a:ext cx="120118" cy="148729"/>
            </a:xfrm>
            <a:custGeom>
              <a:rect b="b" l="l" r="r" t="t"/>
              <a:pathLst>
                <a:path extrusionOk="0" h="5661" w="4572">
                  <a:moveTo>
                    <a:pt x="902" y="1"/>
                  </a:moveTo>
                  <a:lnTo>
                    <a:pt x="0" y="2290"/>
                  </a:lnTo>
                  <a:lnTo>
                    <a:pt x="902" y="4572"/>
                  </a:lnTo>
                  <a:lnTo>
                    <a:pt x="4571" y="5661"/>
                  </a:lnTo>
                  <a:lnTo>
                    <a:pt x="4571" y="1090"/>
                  </a:lnTo>
                  <a:lnTo>
                    <a:pt x="902" y="1"/>
                  </a:lnTo>
                  <a:close/>
                </a:path>
              </a:pathLst>
            </a:custGeom>
            <a:solidFill>
              <a:srgbClr val="C2CCD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394" name="Google Shape;10394;p41"/>
            <p:cNvSpPr/>
            <p:nvPr/>
          </p:nvSpPr>
          <p:spPr>
            <a:xfrm>
              <a:off x="7535038" y="3305234"/>
              <a:ext cx="119908" cy="155665"/>
            </a:xfrm>
            <a:custGeom>
              <a:rect b="b" l="l" r="r" t="t"/>
              <a:pathLst>
                <a:path extrusionOk="0" h="5925" w="4564">
                  <a:moveTo>
                    <a:pt x="4564" y="1"/>
                  </a:moveTo>
                  <a:lnTo>
                    <a:pt x="0" y="1360"/>
                  </a:lnTo>
                  <a:lnTo>
                    <a:pt x="0" y="5924"/>
                  </a:lnTo>
                  <a:lnTo>
                    <a:pt x="4564" y="4572"/>
                  </a:lnTo>
                  <a:lnTo>
                    <a:pt x="4564" y="1"/>
                  </a:lnTo>
                  <a:close/>
                </a:path>
              </a:pathLst>
            </a:custGeom>
            <a:solidFill>
              <a:srgbClr val="ACB9C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395" name="Google Shape;10395;p41"/>
            <p:cNvSpPr/>
            <p:nvPr/>
          </p:nvSpPr>
          <p:spPr>
            <a:xfrm>
              <a:off x="7654945" y="3220873"/>
              <a:ext cx="67258" cy="180807"/>
            </a:xfrm>
            <a:custGeom>
              <a:rect b="b" l="l" r="r" t="t"/>
              <a:pathLst>
                <a:path extrusionOk="0" h="6882" w="2560">
                  <a:moveTo>
                    <a:pt x="0" y="1"/>
                  </a:moveTo>
                  <a:lnTo>
                    <a:pt x="0" y="6881"/>
                  </a:lnTo>
                  <a:cubicBezTo>
                    <a:pt x="0" y="6881"/>
                    <a:pt x="2559" y="4322"/>
                    <a:pt x="2559" y="2560"/>
                  </a:cubicBezTo>
                  <a:cubicBezTo>
                    <a:pt x="2559" y="1145"/>
                    <a:pt x="1415" y="1"/>
                    <a:pt x="0" y="1"/>
                  </a:cubicBezTo>
                  <a:close/>
                </a:path>
              </a:pathLst>
            </a:custGeom>
            <a:solidFill>
              <a:srgbClr val="1F374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396" name="Google Shape;10396;p41"/>
            <p:cNvSpPr/>
            <p:nvPr/>
          </p:nvSpPr>
          <p:spPr>
            <a:xfrm>
              <a:off x="7587688" y="3220873"/>
              <a:ext cx="118831" cy="180807"/>
            </a:xfrm>
            <a:custGeom>
              <a:rect b="b" l="l" r="r" t="t"/>
              <a:pathLst>
                <a:path extrusionOk="0" h="6882" w="4523">
                  <a:moveTo>
                    <a:pt x="2560" y="1"/>
                  </a:moveTo>
                  <a:cubicBezTo>
                    <a:pt x="1145" y="1"/>
                    <a:pt x="1" y="1145"/>
                    <a:pt x="1" y="2560"/>
                  </a:cubicBezTo>
                  <a:cubicBezTo>
                    <a:pt x="1" y="4322"/>
                    <a:pt x="2560" y="6881"/>
                    <a:pt x="2560" y="6881"/>
                  </a:cubicBezTo>
                  <a:cubicBezTo>
                    <a:pt x="2560" y="6881"/>
                    <a:pt x="4523" y="4322"/>
                    <a:pt x="4523" y="2560"/>
                  </a:cubicBezTo>
                  <a:cubicBezTo>
                    <a:pt x="4523" y="1152"/>
                    <a:pt x="3642" y="1"/>
                    <a:pt x="2560" y="1"/>
                  </a:cubicBezTo>
                  <a:close/>
                </a:path>
              </a:pathLst>
            </a:custGeom>
            <a:solidFill>
              <a:srgbClr val="45596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397" name="Google Shape;10397;p41"/>
            <p:cNvSpPr/>
            <p:nvPr/>
          </p:nvSpPr>
          <p:spPr>
            <a:xfrm>
              <a:off x="7607366" y="3252479"/>
              <a:ext cx="83310" cy="71382"/>
            </a:xfrm>
            <a:custGeom>
              <a:rect b="b" l="l" r="r" t="t"/>
              <a:pathLst>
                <a:path extrusionOk="0" h="2717" w="3171">
                  <a:moveTo>
                    <a:pt x="1803" y="0"/>
                  </a:moveTo>
                  <a:cubicBezTo>
                    <a:pt x="1470" y="0"/>
                    <a:pt x="1130" y="124"/>
                    <a:pt x="854" y="400"/>
                  </a:cubicBezTo>
                  <a:cubicBezTo>
                    <a:pt x="1" y="1253"/>
                    <a:pt x="604" y="2716"/>
                    <a:pt x="1811" y="2716"/>
                  </a:cubicBezTo>
                  <a:cubicBezTo>
                    <a:pt x="2560" y="2710"/>
                    <a:pt x="3164" y="2106"/>
                    <a:pt x="3171" y="1357"/>
                  </a:cubicBezTo>
                  <a:cubicBezTo>
                    <a:pt x="3171" y="541"/>
                    <a:pt x="2501" y="0"/>
                    <a:pt x="1803" y="0"/>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0398" name="Google Shape;10398;p41"/>
          <p:cNvGrpSpPr/>
          <p:nvPr/>
        </p:nvGrpSpPr>
        <p:grpSpPr>
          <a:xfrm>
            <a:off x="8027227" y="3215041"/>
            <a:ext cx="231829" cy="371782"/>
            <a:chOff x="8027227" y="3215041"/>
            <a:chExt cx="231829" cy="371782"/>
          </a:xfrm>
        </p:grpSpPr>
        <p:sp>
          <p:nvSpPr>
            <p:cNvPr id="10399" name="Google Shape;10399;p41"/>
            <p:cNvSpPr/>
            <p:nvPr/>
          </p:nvSpPr>
          <p:spPr>
            <a:xfrm>
              <a:off x="8135102" y="3239080"/>
              <a:ext cx="123954" cy="131967"/>
            </a:xfrm>
            <a:custGeom>
              <a:rect b="b" l="l" r="r" t="t"/>
              <a:pathLst>
                <a:path extrusionOk="0" h="5023" w="4718">
                  <a:moveTo>
                    <a:pt x="4450" y="1"/>
                  </a:moveTo>
                  <a:cubicBezTo>
                    <a:pt x="4446" y="1"/>
                    <a:pt x="4443" y="1"/>
                    <a:pt x="4440" y="1"/>
                  </a:cubicBezTo>
                  <a:lnTo>
                    <a:pt x="230" y="1"/>
                  </a:lnTo>
                  <a:cubicBezTo>
                    <a:pt x="105" y="1"/>
                    <a:pt x="1" y="98"/>
                    <a:pt x="1" y="223"/>
                  </a:cubicBezTo>
                  <a:lnTo>
                    <a:pt x="1" y="5023"/>
                  </a:lnTo>
                  <a:lnTo>
                    <a:pt x="4440" y="5023"/>
                  </a:lnTo>
                  <a:cubicBezTo>
                    <a:pt x="4606" y="5023"/>
                    <a:pt x="4717" y="4850"/>
                    <a:pt x="4648" y="4697"/>
                  </a:cubicBezTo>
                  <a:lnTo>
                    <a:pt x="3656" y="2512"/>
                  </a:lnTo>
                  <a:lnTo>
                    <a:pt x="4655" y="320"/>
                  </a:lnTo>
                  <a:cubicBezTo>
                    <a:pt x="4716" y="171"/>
                    <a:pt x="4611" y="1"/>
                    <a:pt x="4450" y="1"/>
                  </a:cubicBezTo>
                  <a:close/>
                </a:path>
              </a:pathLst>
            </a:custGeom>
            <a:solidFill>
              <a:srgbClr val="AAB6C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400" name="Google Shape;10400;p41"/>
            <p:cNvSpPr/>
            <p:nvPr/>
          </p:nvSpPr>
          <p:spPr>
            <a:xfrm>
              <a:off x="8135285" y="3240184"/>
              <a:ext cx="40302" cy="22805"/>
            </a:xfrm>
            <a:custGeom>
              <a:rect b="b" l="l" r="r" t="t"/>
              <a:pathLst>
                <a:path extrusionOk="0" h="868" w="1534">
                  <a:moveTo>
                    <a:pt x="91" y="1"/>
                  </a:moveTo>
                  <a:cubicBezTo>
                    <a:pt x="35" y="42"/>
                    <a:pt x="1" y="112"/>
                    <a:pt x="1" y="181"/>
                  </a:cubicBezTo>
                  <a:lnTo>
                    <a:pt x="1" y="868"/>
                  </a:lnTo>
                  <a:lnTo>
                    <a:pt x="1388" y="868"/>
                  </a:lnTo>
                  <a:cubicBezTo>
                    <a:pt x="1492" y="868"/>
                    <a:pt x="1534" y="722"/>
                    <a:pt x="1430" y="674"/>
                  </a:cubicBezTo>
                  <a:lnTo>
                    <a:pt x="91" y="1"/>
                  </a:lnTo>
                  <a:close/>
                </a:path>
              </a:pathLst>
            </a:custGeom>
            <a:solidFill>
              <a:srgbClr val="7A8C9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401" name="Google Shape;10401;p41"/>
            <p:cNvSpPr/>
            <p:nvPr/>
          </p:nvSpPr>
          <p:spPr>
            <a:xfrm>
              <a:off x="8057309" y="3262962"/>
              <a:ext cx="23882" cy="12059"/>
            </a:xfrm>
            <a:custGeom>
              <a:rect b="b" l="l" r="r" t="t"/>
              <a:pathLst>
                <a:path extrusionOk="0" h="459" w="909">
                  <a:moveTo>
                    <a:pt x="0" y="1"/>
                  </a:moveTo>
                  <a:lnTo>
                    <a:pt x="0" y="459"/>
                  </a:lnTo>
                  <a:lnTo>
                    <a:pt x="909" y="459"/>
                  </a:lnTo>
                  <a:lnTo>
                    <a:pt x="909" y="1"/>
                  </a:lnTo>
                  <a:close/>
                </a:path>
              </a:pathLst>
            </a:custGeom>
            <a:solidFill>
              <a:srgbClr val="4B637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402" name="Google Shape;10402;p41"/>
            <p:cNvSpPr/>
            <p:nvPr/>
          </p:nvSpPr>
          <p:spPr>
            <a:xfrm>
              <a:off x="8057309" y="3382870"/>
              <a:ext cx="23882" cy="12059"/>
            </a:xfrm>
            <a:custGeom>
              <a:rect b="b" l="l" r="r" t="t"/>
              <a:pathLst>
                <a:path extrusionOk="0" h="459" w="909">
                  <a:moveTo>
                    <a:pt x="0" y="1"/>
                  </a:moveTo>
                  <a:lnTo>
                    <a:pt x="0" y="459"/>
                  </a:lnTo>
                  <a:lnTo>
                    <a:pt x="909" y="459"/>
                  </a:lnTo>
                  <a:lnTo>
                    <a:pt x="909" y="1"/>
                  </a:lnTo>
                  <a:close/>
                </a:path>
              </a:pathLst>
            </a:custGeom>
            <a:solidFill>
              <a:srgbClr val="4B637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403" name="Google Shape;10403;p41"/>
            <p:cNvSpPr/>
            <p:nvPr/>
          </p:nvSpPr>
          <p:spPr>
            <a:xfrm>
              <a:off x="8075148" y="3256946"/>
              <a:ext cx="102095" cy="144000"/>
            </a:xfrm>
            <a:custGeom>
              <a:rect b="b" l="l" r="r" t="t"/>
              <a:pathLst>
                <a:path extrusionOk="0" h="5481" w="3886">
                  <a:moveTo>
                    <a:pt x="230" y="1"/>
                  </a:moveTo>
                  <a:cubicBezTo>
                    <a:pt x="105" y="1"/>
                    <a:pt x="1" y="105"/>
                    <a:pt x="1" y="230"/>
                  </a:cubicBezTo>
                  <a:lnTo>
                    <a:pt x="1" y="5252"/>
                  </a:lnTo>
                  <a:cubicBezTo>
                    <a:pt x="1" y="5376"/>
                    <a:pt x="105" y="5480"/>
                    <a:pt x="230" y="5480"/>
                  </a:cubicBezTo>
                  <a:lnTo>
                    <a:pt x="3656" y="5480"/>
                  </a:lnTo>
                  <a:cubicBezTo>
                    <a:pt x="3781" y="5480"/>
                    <a:pt x="3885" y="5376"/>
                    <a:pt x="3885" y="5252"/>
                  </a:cubicBezTo>
                  <a:lnTo>
                    <a:pt x="3885" y="230"/>
                  </a:lnTo>
                  <a:cubicBezTo>
                    <a:pt x="3885" y="105"/>
                    <a:pt x="3781" y="1"/>
                    <a:pt x="3656" y="1"/>
                  </a:cubicBezTo>
                  <a:close/>
                </a:path>
              </a:pathLst>
            </a:custGeom>
            <a:solidFill>
              <a:srgbClr val="909FA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404" name="Google Shape;10404;p41"/>
            <p:cNvSpPr/>
            <p:nvPr/>
          </p:nvSpPr>
          <p:spPr>
            <a:xfrm>
              <a:off x="8051292" y="3232906"/>
              <a:ext cx="12033" cy="335868"/>
            </a:xfrm>
            <a:custGeom>
              <a:rect b="b" l="l" r="r" t="t"/>
              <a:pathLst>
                <a:path extrusionOk="0" h="12784" w="458">
                  <a:moveTo>
                    <a:pt x="0" y="0"/>
                  </a:moveTo>
                  <a:lnTo>
                    <a:pt x="0" y="12784"/>
                  </a:lnTo>
                  <a:lnTo>
                    <a:pt x="458" y="12784"/>
                  </a:lnTo>
                  <a:lnTo>
                    <a:pt x="458" y="0"/>
                  </a:lnTo>
                  <a:close/>
                </a:path>
              </a:pathLst>
            </a:custGeom>
            <a:solidFill>
              <a:srgbClr val="6E829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405" name="Google Shape;10405;p41"/>
            <p:cNvSpPr/>
            <p:nvPr/>
          </p:nvSpPr>
          <p:spPr>
            <a:xfrm>
              <a:off x="8027411" y="3562915"/>
              <a:ext cx="59980" cy="23908"/>
            </a:xfrm>
            <a:custGeom>
              <a:rect b="b" l="l" r="r" t="t"/>
              <a:pathLst>
                <a:path extrusionOk="0" h="910" w="2283">
                  <a:moveTo>
                    <a:pt x="458" y="1"/>
                  </a:moveTo>
                  <a:cubicBezTo>
                    <a:pt x="202" y="1"/>
                    <a:pt x="1" y="202"/>
                    <a:pt x="1" y="459"/>
                  </a:cubicBezTo>
                  <a:lnTo>
                    <a:pt x="1" y="687"/>
                  </a:lnTo>
                  <a:cubicBezTo>
                    <a:pt x="1" y="812"/>
                    <a:pt x="98" y="909"/>
                    <a:pt x="229" y="909"/>
                  </a:cubicBezTo>
                  <a:lnTo>
                    <a:pt x="2047" y="909"/>
                  </a:lnTo>
                  <a:cubicBezTo>
                    <a:pt x="2051" y="910"/>
                    <a:pt x="2055" y="910"/>
                    <a:pt x="2059" y="910"/>
                  </a:cubicBezTo>
                  <a:cubicBezTo>
                    <a:pt x="2185" y="910"/>
                    <a:pt x="2283" y="808"/>
                    <a:pt x="2283" y="680"/>
                  </a:cubicBezTo>
                  <a:lnTo>
                    <a:pt x="2283" y="459"/>
                  </a:lnTo>
                  <a:cubicBezTo>
                    <a:pt x="2283" y="202"/>
                    <a:pt x="2075" y="1"/>
                    <a:pt x="1825" y="1"/>
                  </a:cubicBezTo>
                  <a:close/>
                </a:path>
              </a:pathLst>
            </a:custGeom>
            <a:solidFill>
              <a:srgbClr val="9FB3C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406" name="Google Shape;10406;p41"/>
            <p:cNvSpPr/>
            <p:nvPr/>
          </p:nvSpPr>
          <p:spPr>
            <a:xfrm>
              <a:off x="8045276" y="3215041"/>
              <a:ext cx="23882" cy="24092"/>
            </a:xfrm>
            <a:custGeom>
              <a:rect b="b" l="l" r="r" t="t"/>
              <a:pathLst>
                <a:path extrusionOk="0" h="917" w="909">
                  <a:moveTo>
                    <a:pt x="458" y="1"/>
                  </a:moveTo>
                  <a:cubicBezTo>
                    <a:pt x="201" y="1"/>
                    <a:pt x="0" y="202"/>
                    <a:pt x="0" y="458"/>
                  </a:cubicBezTo>
                  <a:cubicBezTo>
                    <a:pt x="0" y="708"/>
                    <a:pt x="201" y="916"/>
                    <a:pt x="458" y="916"/>
                  </a:cubicBezTo>
                  <a:cubicBezTo>
                    <a:pt x="708" y="916"/>
                    <a:pt x="909" y="708"/>
                    <a:pt x="909" y="458"/>
                  </a:cubicBezTo>
                  <a:cubicBezTo>
                    <a:pt x="909" y="202"/>
                    <a:pt x="708" y="1"/>
                    <a:pt x="458" y="1"/>
                  </a:cubicBezTo>
                  <a:close/>
                </a:path>
              </a:pathLst>
            </a:custGeom>
            <a:solidFill>
              <a:srgbClr val="9FB3C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407" name="Google Shape;10407;p41"/>
            <p:cNvSpPr/>
            <p:nvPr/>
          </p:nvSpPr>
          <p:spPr>
            <a:xfrm>
              <a:off x="8027227" y="3562915"/>
              <a:ext cx="30108" cy="23908"/>
            </a:xfrm>
            <a:custGeom>
              <a:rect b="b" l="l" r="r" t="t"/>
              <a:pathLst>
                <a:path extrusionOk="0" h="910" w="1146">
                  <a:moveTo>
                    <a:pt x="458" y="1"/>
                  </a:moveTo>
                  <a:cubicBezTo>
                    <a:pt x="209" y="1"/>
                    <a:pt x="1" y="202"/>
                    <a:pt x="1" y="459"/>
                  </a:cubicBezTo>
                  <a:lnTo>
                    <a:pt x="1" y="680"/>
                  </a:lnTo>
                  <a:cubicBezTo>
                    <a:pt x="1" y="812"/>
                    <a:pt x="105" y="909"/>
                    <a:pt x="230" y="909"/>
                  </a:cubicBezTo>
                  <a:lnTo>
                    <a:pt x="916" y="909"/>
                  </a:lnTo>
                  <a:cubicBezTo>
                    <a:pt x="791" y="909"/>
                    <a:pt x="687" y="812"/>
                    <a:pt x="687" y="680"/>
                  </a:cubicBezTo>
                  <a:lnTo>
                    <a:pt x="687" y="459"/>
                  </a:lnTo>
                  <a:cubicBezTo>
                    <a:pt x="687" y="202"/>
                    <a:pt x="888" y="1"/>
                    <a:pt x="1145" y="1"/>
                  </a:cubicBezTo>
                  <a:close/>
                </a:path>
              </a:pathLst>
            </a:custGeom>
            <a:solidFill>
              <a:srgbClr val="7F8E9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408" name="Google Shape;10408;p41"/>
            <p:cNvSpPr/>
            <p:nvPr/>
          </p:nvSpPr>
          <p:spPr>
            <a:xfrm>
              <a:off x="8043095" y="3216144"/>
              <a:ext cx="25169" cy="22778"/>
            </a:xfrm>
            <a:custGeom>
              <a:rect b="b" l="l" r="r" t="t"/>
              <a:pathLst>
                <a:path extrusionOk="0" h="867" w="958">
                  <a:moveTo>
                    <a:pt x="354" y="0"/>
                  </a:moveTo>
                  <a:cubicBezTo>
                    <a:pt x="63" y="132"/>
                    <a:pt x="0" y="507"/>
                    <a:pt x="222" y="735"/>
                  </a:cubicBezTo>
                  <a:cubicBezTo>
                    <a:pt x="311" y="825"/>
                    <a:pt x="426" y="867"/>
                    <a:pt x="541" y="867"/>
                  </a:cubicBezTo>
                  <a:cubicBezTo>
                    <a:pt x="710" y="867"/>
                    <a:pt x="878" y="774"/>
                    <a:pt x="957" y="604"/>
                  </a:cubicBezTo>
                  <a:lnTo>
                    <a:pt x="957" y="604"/>
                  </a:lnTo>
                  <a:cubicBezTo>
                    <a:pt x="895" y="631"/>
                    <a:pt x="832" y="645"/>
                    <a:pt x="770" y="645"/>
                  </a:cubicBezTo>
                  <a:cubicBezTo>
                    <a:pt x="437" y="645"/>
                    <a:pt x="215" y="298"/>
                    <a:pt x="354" y="0"/>
                  </a:cubicBezTo>
                  <a:close/>
                </a:path>
              </a:pathLst>
            </a:custGeom>
            <a:solidFill>
              <a:srgbClr val="7F8E9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0409" name="Google Shape;10409;p41"/>
          <p:cNvGrpSpPr/>
          <p:nvPr/>
        </p:nvGrpSpPr>
        <p:grpSpPr>
          <a:xfrm>
            <a:off x="4093603" y="4146138"/>
            <a:ext cx="395637" cy="420544"/>
            <a:chOff x="4093603" y="4146138"/>
            <a:chExt cx="395637" cy="420544"/>
          </a:xfrm>
        </p:grpSpPr>
        <p:sp>
          <p:nvSpPr>
            <p:cNvPr id="10410" name="Google Shape;10410;p41"/>
            <p:cNvSpPr/>
            <p:nvPr/>
          </p:nvSpPr>
          <p:spPr>
            <a:xfrm>
              <a:off x="4158286" y="4218414"/>
              <a:ext cx="266088" cy="326567"/>
            </a:xfrm>
            <a:custGeom>
              <a:rect b="b" l="l" r="r" t="t"/>
              <a:pathLst>
                <a:path extrusionOk="0" h="12430" w="10128">
                  <a:moveTo>
                    <a:pt x="5064" y="0"/>
                  </a:moveTo>
                  <a:cubicBezTo>
                    <a:pt x="2865" y="0"/>
                    <a:pt x="958" y="1526"/>
                    <a:pt x="479" y="3669"/>
                  </a:cubicBezTo>
                  <a:cubicBezTo>
                    <a:pt x="1" y="5813"/>
                    <a:pt x="1076" y="8005"/>
                    <a:pt x="3059" y="8941"/>
                  </a:cubicBezTo>
                  <a:cubicBezTo>
                    <a:pt x="3448" y="9128"/>
                    <a:pt x="3691" y="9510"/>
                    <a:pt x="3684" y="9933"/>
                  </a:cubicBezTo>
                  <a:lnTo>
                    <a:pt x="3684" y="11875"/>
                  </a:lnTo>
                  <a:lnTo>
                    <a:pt x="3691" y="11875"/>
                  </a:lnTo>
                  <a:cubicBezTo>
                    <a:pt x="3691" y="12180"/>
                    <a:pt x="3933" y="12430"/>
                    <a:pt x="4239" y="12430"/>
                  </a:cubicBezTo>
                  <a:lnTo>
                    <a:pt x="5896" y="12430"/>
                  </a:lnTo>
                  <a:cubicBezTo>
                    <a:pt x="6201" y="12430"/>
                    <a:pt x="6451" y="12180"/>
                    <a:pt x="6451" y="11875"/>
                  </a:cubicBezTo>
                  <a:lnTo>
                    <a:pt x="6451" y="9933"/>
                  </a:lnTo>
                  <a:cubicBezTo>
                    <a:pt x="6444" y="9510"/>
                    <a:pt x="6687" y="9128"/>
                    <a:pt x="7068" y="8941"/>
                  </a:cubicBezTo>
                  <a:cubicBezTo>
                    <a:pt x="9052" y="8005"/>
                    <a:pt x="10127" y="5813"/>
                    <a:pt x="9649" y="3669"/>
                  </a:cubicBezTo>
                  <a:cubicBezTo>
                    <a:pt x="9170" y="1526"/>
                    <a:pt x="7263" y="0"/>
                    <a:pt x="5064" y="0"/>
                  </a:cubicBezTo>
                  <a:close/>
                </a:path>
              </a:pathLst>
            </a:custGeom>
            <a:solidFill>
              <a:srgbClr val="E5EBE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411" name="Google Shape;10411;p41"/>
            <p:cNvSpPr/>
            <p:nvPr/>
          </p:nvSpPr>
          <p:spPr>
            <a:xfrm>
              <a:off x="4189813" y="4240089"/>
              <a:ext cx="203218" cy="203218"/>
            </a:xfrm>
            <a:custGeom>
              <a:rect b="b" l="l" r="r" t="t"/>
              <a:pathLst>
                <a:path extrusionOk="0" h="7735" w="7735">
                  <a:moveTo>
                    <a:pt x="3871" y="1"/>
                  </a:moveTo>
                  <a:cubicBezTo>
                    <a:pt x="1735" y="1"/>
                    <a:pt x="0" y="1735"/>
                    <a:pt x="0" y="3871"/>
                  </a:cubicBezTo>
                  <a:cubicBezTo>
                    <a:pt x="0" y="6007"/>
                    <a:pt x="1735" y="7734"/>
                    <a:pt x="3871" y="7734"/>
                  </a:cubicBezTo>
                  <a:cubicBezTo>
                    <a:pt x="6007" y="7734"/>
                    <a:pt x="7734" y="6007"/>
                    <a:pt x="7734" y="3871"/>
                  </a:cubicBezTo>
                  <a:cubicBezTo>
                    <a:pt x="7734" y="1735"/>
                    <a:pt x="6007" y="1"/>
                    <a:pt x="3871" y="1"/>
                  </a:cubicBezTo>
                  <a:close/>
                </a:path>
              </a:pathLst>
            </a:custGeom>
            <a:solidFill>
              <a:srgbClr val="F3F5F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412" name="Google Shape;10412;p41"/>
            <p:cNvSpPr/>
            <p:nvPr/>
          </p:nvSpPr>
          <p:spPr>
            <a:xfrm>
              <a:off x="4211671" y="4261947"/>
              <a:ext cx="159658" cy="159684"/>
            </a:xfrm>
            <a:custGeom>
              <a:rect b="b" l="l" r="r" t="t"/>
              <a:pathLst>
                <a:path extrusionOk="0" h="6078" w="6077">
                  <a:moveTo>
                    <a:pt x="3039" y="1"/>
                  </a:moveTo>
                  <a:cubicBezTo>
                    <a:pt x="1360" y="1"/>
                    <a:pt x="1" y="1360"/>
                    <a:pt x="1" y="3039"/>
                  </a:cubicBezTo>
                  <a:cubicBezTo>
                    <a:pt x="1" y="4718"/>
                    <a:pt x="1360" y="6077"/>
                    <a:pt x="3039" y="6077"/>
                  </a:cubicBezTo>
                  <a:cubicBezTo>
                    <a:pt x="4717" y="6077"/>
                    <a:pt x="6077" y="4718"/>
                    <a:pt x="6077" y="3039"/>
                  </a:cubicBezTo>
                  <a:cubicBezTo>
                    <a:pt x="6077" y="1360"/>
                    <a:pt x="4717" y="1"/>
                    <a:pt x="3039" y="1"/>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413" name="Google Shape;10413;p41"/>
            <p:cNvSpPr/>
            <p:nvPr/>
          </p:nvSpPr>
          <p:spPr>
            <a:xfrm>
              <a:off x="4269629" y="4537677"/>
              <a:ext cx="43586" cy="29005"/>
            </a:xfrm>
            <a:custGeom>
              <a:rect b="b" l="l" r="r" t="t"/>
              <a:pathLst>
                <a:path extrusionOk="0" h="1104" w="1659">
                  <a:moveTo>
                    <a:pt x="1" y="0"/>
                  </a:moveTo>
                  <a:lnTo>
                    <a:pt x="1" y="548"/>
                  </a:lnTo>
                  <a:cubicBezTo>
                    <a:pt x="1" y="854"/>
                    <a:pt x="250" y="1103"/>
                    <a:pt x="555" y="1103"/>
                  </a:cubicBezTo>
                  <a:lnTo>
                    <a:pt x="1103" y="1103"/>
                  </a:lnTo>
                  <a:cubicBezTo>
                    <a:pt x="1409" y="1103"/>
                    <a:pt x="1658" y="854"/>
                    <a:pt x="1658" y="548"/>
                  </a:cubicBezTo>
                  <a:lnTo>
                    <a:pt x="1658" y="0"/>
                  </a:lnTo>
                  <a:close/>
                </a:path>
              </a:pathLst>
            </a:custGeom>
            <a:solidFill>
              <a:srgbClr val="70707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414" name="Google Shape;10414;p41"/>
            <p:cNvSpPr/>
            <p:nvPr/>
          </p:nvSpPr>
          <p:spPr>
            <a:xfrm>
              <a:off x="4434725" y="4334486"/>
              <a:ext cx="54515" cy="14608"/>
            </a:xfrm>
            <a:custGeom>
              <a:rect b="b" l="l" r="r" t="t"/>
              <a:pathLst>
                <a:path extrusionOk="0" h="556" w="2075">
                  <a:moveTo>
                    <a:pt x="348" y="1"/>
                  </a:moveTo>
                  <a:cubicBezTo>
                    <a:pt x="1" y="21"/>
                    <a:pt x="1" y="535"/>
                    <a:pt x="348" y="555"/>
                  </a:cubicBezTo>
                  <a:lnTo>
                    <a:pt x="1728" y="555"/>
                  </a:lnTo>
                  <a:cubicBezTo>
                    <a:pt x="2075" y="535"/>
                    <a:pt x="2075" y="21"/>
                    <a:pt x="1728" y="1"/>
                  </a:cubicBezTo>
                  <a:close/>
                </a:path>
              </a:pathLst>
            </a:custGeom>
            <a:solidFill>
              <a:srgbClr val="E5EBE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415" name="Google Shape;10415;p41"/>
            <p:cNvSpPr/>
            <p:nvPr/>
          </p:nvSpPr>
          <p:spPr>
            <a:xfrm>
              <a:off x="4093603" y="4334460"/>
              <a:ext cx="62896" cy="14634"/>
            </a:xfrm>
            <a:custGeom>
              <a:rect b="b" l="l" r="r" t="t"/>
              <a:pathLst>
                <a:path extrusionOk="0" h="557" w="2394">
                  <a:moveTo>
                    <a:pt x="2025" y="1"/>
                  </a:moveTo>
                  <a:cubicBezTo>
                    <a:pt x="2018" y="1"/>
                    <a:pt x="2011" y="1"/>
                    <a:pt x="2005" y="2"/>
                  </a:cubicBezTo>
                  <a:lnTo>
                    <a:pt x="354" y="2"/>
                  </a:lnTo>
                  <a:cubicBezTo>
                    <a:pt x="0" y="22"/>
                    <a:pt x="0" y="536"/>
                    <a:pt x="354" y="556"/>
                  </a:cubicBezTo>
                  <a:lnTo>
                    <a:pt x="2005" y="556"/>
                  </a:lnTo>
                  <a:cubicBezTo>
                    <a:pt x="2011" y="557"/>
                    <a:pt x="2018" y="557"/>
                    <a:pt x="2025" y="557"/>
                  </a:cubicBezTo>
                  <a:cubicBezTo>
                    <a:pt x="2393" y="557"/>
                    <a:pt x="2393" y="1"/>
                    <a:pt x="2025" y="1"/>
                  </a:cubicBezTo>
                  <a:close/>
                </a:path>
              </a:pathLst>
            </a:custGeom>
            <a:solidFill>
              <a:srgbClr val="E5EBE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416" name="Google Shape;10416;p41"/>
            <p:cNvSpPr/>
            <p:nvPr/>
          </p:nvSpPr>
          <p:spPr>
            <a:xfrm>
              <a:off x="4284210" y="4146138"/>
              <a:ext cx="14424" cy="50417"/>
            </a:xfrm>
            <a:custGeom>
              <a:rect b="b" l="l" r="r" t="t"/>
              <a:pathLst>
                <a:path extrusionOk="0" h="1919" w="549">
                  <a:moveTo>
                    <a:pt x="277" y="1"/>
                  </a:moveTo>
                  <a:cubicBezTo>
                    <a:pt x="144" y="1"/>
                    <a:pt x="11" y="88"/>
                    <a:pt x="0" y="261"/>
                  </a:cubicBezTo>
                  <a:lnTo>
                    <a:pt x="0" y="1641"/>
                  </a:lnTo>
                  <a:cubicBezTo>
                    <a:pt x="0" y="1794"/>
                    <a:pt x="125" y="1919"/>
                    <a:pt x="278" y="1919"/>
                  </a:cubicBezTo>
                  <a:cubicBezTo>
                    <a:pt x="430" y="1919"/>
                    <a:pt x="548" y="1794"/>
                    <a:pt x="548" y="1641"/>
                  </a:cubicBezTo>
                  <a:lnTo>
                    <a:pt x="548" y="261"/>
                  </a:lnTo>
                  <a:cubicBezTo>
                    <a:pt x="541" y="88"/>
                    <a:pt x="410" y="1"/>
                    <a:pt x="277" y="1"/>
                  </a:cubicBezTo>
                  <a:close/>
                </a:path>
              </a:pathLst>
            </a:custGeom>
            <a:solidFill>
              <a:srgbClr val="E5EBE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417" name="Google Shape;10417;p41"/>
            <p:cNvSpPr/>
            <p:nvPr/>
          </p:nvSpPr>
          <p:spPr>
            <a:xfrm>
              <a:off x="4358561" y="4183813"/>
              <a:ext cx="29294" cy="33156"/>
            </a:xfrm>
            <a:custGeom>
              <a:rect b="b" l="l" r="r" t="t"/>
              <a:pathLst>
                <a:path extrusionOk="0" h="1262" w="1115">
                  <a:moveTo>
                    <a:pt x="745" y="0"/>
                  </a:moveTo>
                  <a:cubicBezTo>
                    <a:pt x="662" y="0"/>
                    <a:pt x="578" y="39"/>
                    <a:pt x="521" y="131"/>
                  </a:cubicBezTo>
                  <a:lnTo>
                    <a:pt x="104" y="852"/>
                  </a:lnTo>
                  <a:cubicBezTo>
                    <a:pt x="0" y="1033"/>
                    <a:pt x="132" y="1262"/>
                    <a:pt x="347" y="1262"/>
                  </a:cubicBezTo>
                  <a:cubicBezTo>
                    <a:pt x="444" y="1262"/>
                    <a:pt x="534" y="1213"/>
                    <a:pt x="583" y="1130"/>
                  </a:cubicBezTo>
                  <a:lnTo>
                    <a:pt x="999" y="409"/>
                  </a:lnTo>
                  <a:cubicBezTo>
                    <a:pt x="1114" y="193"/>
                    <a:pt x="931" y="0"/>
                    <a:pt x="745" y="0"/>
                  </a:cubicBezTo>
                  <a:close/>
                </a:path>
              </a:pathLst>
            </a:custGeom>
            <a:solidFill>
              <a:srgbClr val="F3F5F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418" name="Google Shape;10418;p41"/>
            <p:cNvSpPr/>
            <p:nvPr/>
          </p:nvSpPr>
          <p:spPr>
            <a:xfrm>
              <a:off x="4195277" y="4466505"/>
              <a:ext cx="29268" cy="33287"/>
            </a:xfrm>
            <a:custGeom>
              <a:rect b="b" l="l" r="r" t="t"/>
              <a:pathLst>
                <a:path extrusionOk="0" h="1267" w="1114">
                  <a:moveTo>
                    <a:pt x="748" y="1"/>
                  </a:moveTo>
                  <a:cubicBezTo>
                    <a:pt x="664" y="1"/>
                    <a:pt x="579" y="41"/>
                    <a:pt x="521" y="136"/>
                  </a:cubicBezTo>
                  <a:lnTo>
                    <a:pt x="105" y="850"/>
                  </a:lnTo>
                  <a:cubicBezTo>
                    <a:pt x="1" y="1038"/>
                    <a:pt x="132" y="1267"/>
                    <a:pt x="347" y="1267"/>
                  </a:cubicBezTo>
                  <a:cubicBezTo>
                    <a:pt x="444" y="1267"/>
                    <a:pt x="535" y="1211"/>
                    <a:pt x="583" y="1128"/>
                  </a:cubicBezTo>
                  <a:lnTo>
                    <a:pt x="999" y="413"/>
                  </a:lnTo>
                  <a:cubicBezTo>
                    <a:pt x="1114" y="194"/>
                    <a:pt x="933" y="1"/>
                    <a:pt x="748" y="1"/>
                  </a:cubicBezTo>
                  <a:close/>
                </a:path>
              </a:pathLst>
            </a:custGeom>
            <a:solidFill>
              <a:srgbClr val="F3F5F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419" name="Google Shape;10419;p41"/>
            <p:cNvSpPr/>
            <p:nvPr/>
          </p:nvSpPr>
          <p:spPr>
            <a:xfrm>
              <a:off x="4195172" y="4183813"/>
              <a:ext cx="29294" cy="33156"/>
            </a:xfrm>
            <a:custGeom>
              <a:rect b="b" l="l" r="r" t="t"/>
              <a:pathLst>
                <a:path extrusionOk="0" h="1262" w="1115">
                  <a:moveTo>
                    <a:pt x="366" y="0"/>
                  </a:moveTo>
                  <a:cubicBezTo>
                    <a:pt x="180" y="0"/>
                    <a:pt x="1" y="193"/>
                    <a:pt x="116" y="409"/>
                  </a:cubicBezTo>
                  <a:lnTo>
                    <a:pt x="525" y="1130"/>
                  </a:lnTo>
                  <a:cubicBezTo>
                    <a:pt x="573" y="1213"/>
                    <a:pt x="670" y="1262"/>
                    <a:pt x="768" y="1262"/>
                  </a:cubicBezTo>
                  <a:cubicBezTo>
                    <a:pt x="976" y="1262"/>
                    <a:pt x="1114" y="1033"/>
                    <a:pt x="1003" y="852"/>
                  </a:cubicBezTo>
                  <a:lnTo>
                    <a:pt x="594" y="131"/>
                  </a:lnTo>
                  <a:cubicBezTo>
                    <a:pt x="534" y="39"/>
                    <a:pt x="450" y="0"/>
                    <a:pt x="366" y="0"/>
                  </a:cubicBezTo>
                  <a:close/>
                </a:path>
              </a:pathLst>
            </a:custGeom>
            <a:solidFill>
              <a:srgbClr val="F3F5F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420" name="Google Shape;10420;p41"/>
            <p:cNvSpPr/>
            <p:nvPr/>
          </p:nvSpPr>
          <p:spPr>
            <a:xfrm>
              <a:off x="4358272" y="4466505"/>
              <a:ext cx="29294" cy="33287"/>
            </a:xfrm>
            <a:custGeom>
              <a:rect b="b" l="l" r="r" t="t"/>
              <a:pathLst>
                <a:path extrusionOk="0" h="1267" w="1115">
                  <a:moveTo>
                    <a:pt x="367" y="1"/>
                  </a:moveTo>
                  <a:cubicBezTo>
                    <a:pt x="182" y="1"/>
                    <a:pt x="1" y="194"/>
                    <a:pt x="115" y="413"/>
                  </a:cubicBezTo>
                  <a:lnTo>
                    <a:pt x="532" y="1128"/>
                  </a:lnTo>
                  <a:cubicBezTo>
                    <a:pt x="580" y="1211"/>
                    <a:pt x="670" y="1267"/>
                    <a:pt x="774" y="1267"/>
                  </a:cubicBezTo>
                  <a:cubicBezTo>
                    <a:pt x="982" y="1267"/>
                    <a:pt x="1114" y="1038"/>
                    <a:pt x="1010" y="850"/>
                  </a:cubicBezTo>
                  <a:lnTo>
                    <a:pt x="594" y="136"/>
                  </a:lnTo>
                  <a:cubicBezTo>
                    <a:pt x="536" y="41"/>
                    <a:pt x="451" y="1"/>
                    <a:pt x="367" y="1"/>
                  </a:cubicBezTo>
                  <a:close/>
                </a:path>
              </a:pathLst>
            </a:custGeom>
            <a:solidFill>
              <a:srgbClr val="F3F5F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421" name="Google Shape;10421;p41"/>
            <p:cNvSpPr/>
            <p:nvPr/>
          </p:nvSpPr>
          <p:spPr>
            <a:xfrm>
              <a:off x="4412315" y="4410335"/>
              <a:ext cx="39934" cy="25668"/>
            </a:xfrm>
            <a:custGeom>
              <a:rect b="b" l="l" r="r" t="t"/>
              <a:pathLst>
                <a:path extrusionOk="0" h="977" w="1520">
                  <a:moveTo>
                    <a:pt x="408" y="1"/>
                  </a:moveTo>
                  <a:cubicBezTo>
                    <a:pt x="158" y="1"/>
                    <a:pt x="0" y="375"/>
                    <a:pt x="285" y="526"/>
                  </a:cubicBezTo>
                  <a:lnTo>
                    <a:pt x="999" y="942"/>
                  </a:lnTo>
                  <a:cubicBezTo>
                    <a:pt x="1041" y="963"/>
                    <a:pt x="1090" y="977"/>
                    <a:pt x="1138" y="977"/>
                  </a:cubicBezTo>
                  <a:cubicBezTo>
                    <a:pt x="1422" y="977"/>
                    <a:pt x="1520" y="602"/>
                    <a:pt x="1277" y="464"/>
                  </a:cubicBezTo>
                  <a:lnTo>
                    <a:pt x="562" y="48"/>
                  </a:lnTo>
                  <a:cubicBezTo>
                    <a:pt x="509" y="15"/>
                    <a:pt x="457" y="1"/>
                    <a:pt x="408" y="1"/>
                  </a:cubicBezTo>
                  <a:close/>
                </a:path>
              </a:pathLst>
            </a:custGeom>
            <a:solidFill>
              <a:srgbClr val="F3F5F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422" name="Google Shape;10422;p41"/>
            <p:cNvSpPr/>
            <p:nvPr/>
          </p:nvSpPr>
          <p:spPr>
            <a:xfrm>
              <a:off x="4130306" y="4247340"/>
              <a:ext cx="39304" cy="25589"/>
            </a:xfrm>
            <a:custGeom>
              <a:rect b="b" l="l" r="r" t="t"/>
              <a:pathLst>
                <a:path extrusionOk="0" h="974" w="1496">
                  <a:moveTo>
                    <a:pt x="397" y="1"/>
                  </a:moveTo>
                  <a:cubicBezTo>
                    <a:pt x="153" y="1"/>
                    <a:pt x="0" y="356"/>
                    <a:pt x="254" y="515"/>
                  </a:cubicBezTo>
                  <a:lnTo>
                    <a:pt x="975" y="931"/>
                  </a:lnTo>
                  <a:cubicBezTo>
                    <a:pt x="1017" y="959"/>
                    <a:pt x="1066" y="966"/>
                    <a:pt x="1114" y="973"/>
                  </a:cubicBezTo>
                  <a:lnTo>
                    <a:pt x="1114" y="966"/>
                  </a:lnTo>
                  <a:cubicBezTo>
                    <a:pt x="1398" y="966"/>
                    <a:pt x="1496" y="592"/>
                    <a:pt x="1253" y="453"/>
                  </a:cubicBezTo>
                  <a:lnTo>
                    <a:pt x="531" y="37"/>
                  </a:lnTo>
                  <a:cubicBezTo>
                    <a:pt x="485" y="12"/>
                    <a:pt x="439" y="1"/>
                    <a:pt x="397" y="1"/>
                  </a:cubicBezTo>
                  <a:close/>
                </a:path>
              </a:pathLst>
            </a:custGeom>
            <a:solidFill>
              <a:srgbClr val="F3F5F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423" name="Google Shape;10423;p41"/>
            <p:cNvSpPr/>
            <p:nvPr/>
          </p:nvSpPr>
          <p:spPr>
            <a:xfrm>
              <a:off x="4413418" y="4247182"/>
              <a:ext cx="39908" cy="25747"/>
            </a:xfrm>
            <a:custGeom>
              <a:rect b="b" l="l" r="r" t="t"/>
              <a:pathLst>
                <a:path extrusionOk="0" h="980" w="1519">
                  <a:moveTo>
                    <a:pt x="1114" y="0"/>
                  </a:moveTo>
                  <a:cubicBezTo>
                    <a:pt x="1064" y="0"/>
                    <a:pt x="1011" y="15"/>
                    <a:pt x="957" y="50"/>
                  </a:cubicBezTo>
                  <a:lnTo>
                    <a:pt x="243" y="459"/>
                  </a:lnTo>
                  <a:cubicBezTo>
                    <a:pt x="0" y="605"/>
                    <a:pt x="97" y="972"/>
                    <a:pt x="382" y="979"/>
                  </a:cubicBezTo>
                  <a:cubicBezTo>
                    <a:pt x="430" y="979"/>
                    <a:pt x="479" y="965"/>
                    <a:pt x="520" y="937"/>
                  </a:cubicBezTo>
                  <a:lnTo>
                    <a:pt x="1235" y="528"/>
                  </a:lnTo>
                  <a:cubicBezTo>
                    <a:pt x="1518" y="378"/>
                    <a:pt x="1363" y="0"/>
                    <a:pt x="1114" y="0"/>
                  </a:cubicBezTo>
                  <a:close/>
                </a:path>
              </a:pathLst>
            </a:custGeom>
            <a:solidFill>
              <a:srgbClr val="F3F5F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424" name="Google Shape;10424;p41"/>
            <p:cNvSpPr/>
            <p:nvPr/>
          </p:nvSpPr>
          <p:spPr>
            <a:xfrm>
              <a:off x="4130595" y="4410624"/>
              <a:ext cx="39304" cy="25379"/>
            </a:xfrm>
            <a:custGeom>
              <a:rect b="b" l="l" r="r" t="t"/>
              <a:pathLst>
                <a:path extrusionOk="0" h="966" w="1496">
                  <a:moveTo>
                    <a:pt x="1099" y="1"/>
                  </a:moveTo>
                  <a:cubicBezTo>
                    <a:pt x="1056" y="1"/>
                    <a:pt x="1011" y="12"/>
                    <a:pt x="964" y="37"/>
                  </a:cubicBezTo>
                  <a:lnTo>
                    <a:pt x="243" y="453"/>
                  </a:lnTo>
                  <a:cubicBezTo>
                    <a:pt x="0" y="598"/>
                    <a:pt x="104" y="966"/>
                    <a:pt x="382" y="966"/>
                  </a:cubicBezTo>
                  <a:cubicBezTo>
                    <a:pt x="430" y="966"/>
                    <a:pt x="479" y="952"/>
                    <a:pt x="520" y="931"/>
                  </a:cubicBezTo>
                  <a:lnTo>
                    <a:pt x="1242" y="515"/>
                  </a:lnTo>
                  <a:cubicBezTo>
                    <a:pt x="1496" y="356"/>
                    <a:pt x="1343" y="1"/>
                    <a:pt x="1099" y="1"/>
                  </a:cubicBezTo>
                  <a:close/>
                </a:path>
              </a:pathLst>
            </a:custGeom>
            <a:solidFill>
              <a:srgbClr val="F3F5F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425" name="Google Shape;10425;p41"/>
            <p:cNvSpPr/>
            <p:nvPr/>
          </p:nvSpPr>
          <p:spPr>
            <a:xfrm>
              <a:off x="4255231" y="4494118"/>
              <a:ext cx="72565" cy="50864"/>
            </a:xfrm>
            <a:custGeom>
              <a:rect b="b" l="l" r="r" t="t"/>
              <a:pathLst>
                <a:path extrusionOk="0" h="1936" w="2762">
                  <a:moveTo>
                    <a:pt x="1" y="1"/>
                  </a:moveTo>
                  <a:lnTo>
                    <a:pt x="1" y="1381"/>
                  </a:lnTo>
                  <a:cubicBezTo>
                    <a:pt x="1" y="1686"/>
                    <a:pt x="243" y="1936"/>
                    <a:pt x="549" y="1936"/>
                  </a:cubicBezTo>
                  <a:lnTo>
                    <a:pt x="2206" y="1936"/>
                  </a:lnTo>
                  <a:cubicBezTo>
                    <a:pt x="2511" y="1936"/>
                    <a:pt x="2761" y="1686"/>
                    <a:pt x="2761" y="1381"/>
                  </a:cubicBezTo>
                  <a:lnTo>
                    <a:pt x="2761" y="1"/>
                  </a:lnTo>
                  <a:close/>
                </a:path>
              </a:pathLst>
            </a:custGeom>
            <a:solidFill>
              <a:srgbClr val="C7CDD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426" name="Google Shape;10426;p41"/>
            <p:cNvSpPr/>
            <p:nvPr/>
          </p:nvSpPr>
          <p:spPr>
            <a:xfrm>
              <a:off x="4247954" y="4494118"/>
              <a:ext cx="87120" cy="14608"/>
            </a:xfrm>
            <a:custGeom>
              <a:rect b="b" l="l" r="r" t="t"/>
              <a:pathLst>
                <a:path extrusionOk="0" h="556" w="3316">
                  <a:moveTo>
                    <a:pt x="278" y="1"/>
                  </a:moveTo>
                  <a:cubicBezTo>
                    <a:pt x="125" y="1"/>
                    <a:pt x="0" y="125"/>
                    <a:pt x="0" y="278"/>
                  </a:cubicBezTo>
                  <a:cubicBezTo>
                    <a:pt x="0" y="431"/>
                    <a:pt x="125" y="556"/>
                    <a:pt x="278" y="556"/>
                  </a:cubicBezTo>
                  <a:lnTo>
                    <a:pt x="3038" y="556"/>
                  </a:lnTo>
                  <a:cubicBezTo>
                    <a:pt x="3191" y="556"/>
                    <a:pt x="3316" y="431"/>
                    <a:pt x="3316" y="278"/>
                  </a:cubicBezTo>
                  <a:cubicBezTo>
                    <a:pt x="3316" y="125"/>
                    <a:pt x="3191" y="1"/>
                    <a:pt x="3038" y="1"/>
                  </a:cubicBezTo>
                  <a:close/>
                </a:path>
              </a:pathLst>
            </a:custGeom>
            <a:solidFill>
              <a:srgbClr val="ADB7C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0427" name="Google Shape;10427;p41"/>
          <p:cNvGrpSpPr/>
          <p:nvPr/>
        </p:nvGrpSpPr>
        <p:grpSpPr>
          <a:xfrm>
            <a:off x="4644406" y="4162322"/>
            <a:ext cx="392064" cy="387887"/>
            <a:chOff x="4644406" y="4162322"/>
            <a:chExt cx="392064" cy="387887"/>
          </a:xfrm>
        </p:grpSpPr>
        <p:sp>
          <p:nvSpPr>
            <p:cNvPr id="10428" name="Google Shape;10428;p41"/>
            <p:cNvSpPr/>
            <p:nvPr/>
          </p:nvSpPr>
          <p:spPr>
            <a:xfrm>
              <a:off x="4644406" y="4334118"/>
              <a:ext cx="217326" cy="216065"/>
            </a:xfrm>
            <a:custGeom>
              <a:rect b="b" l="l" r="r" t="t"/>
              <a:pathLst>
                <a:path extrusionOk="0" h="8224" w="8272">
                  <a:moveTo>
                    <a:pt x="7397" y="1"/>
                  </a:moveTo>
                  <a:lnTo>
                    <a:pt x="4456" y="2942"/>
                  </a:lnTo>
                  <a:cubicBezTo>
                    <a:pt x="3860" y="3538"/>
                    <a:pt x="3291" y="4162"/>
                    <a:pt x="2743" y="4814"/>
                  </a:cubicBezTo>
                  <a:lnTo>
                    <a:pt x="93" y="7991"/>
                  </a:lnTo>
                  <a:cubicBezTo>
                    <a:pt x="0" y="8105"/>
                    <a:pt x="66" y="8223"/>
                    <a:pt x="169" y="8223"/>
                  </a:cubicBezTo>
                  <a:cubicBezTo>
                    <a:pt x="203" y="8223"/>
                    <a:pt x="242" y="8210"/>
                    <a:pt x="281" y="8178"/>
                  </a:cubicBezTo>
                  <a:lnTo>
                    <a:pt x="3457" y="5522"/>
                  </a:lnTo>
                  <a:cubicBezTo>
                    <a:pt x="4103" y="4981"/>
                    <a:pt x="4727" y="4412"/>
                    <a:pt x="5330" y="3809"/>
                  </a:cubicBezTo>
                  <a:lnTo>
                    <a:pt x="8271" y="875"/>
                  </a:lnTo>
                  <a:lnTo>
                    <a:pt x="7397" y="1"/>
                  </a:lnTo>
                  <a:close/>
                </a:path>
              </a:pathLst>
            </a:custGeom>
            <a:solidFill>
              <a:srgbClr val="E3E9E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429" name="Google Shape;10429;p41"/>
            <p:cNvSpPr/>
            <p:nvPr/>
          </p:nvSpPr>
          <p:spPr>
            <a:xfrm>
              <a:off x="4646481" y="4345783"/>
              <a:ext cx="215251" cy="204426"/>
            </a:xfrm>
            <a:custGeom>
              <a:rect b="b" l="l" r="r" t="t"/>
              <a:pathLst>
                <a:path extrusionOk="0" h="7781" w="8193">
                  <a:moveTo>
                    <a:pt x="7755" y="1"/>
                  </a:moveTo>
                  <a:lnTo>
                    <a:pt x="1" y="7748"/>
                  </a:lnTo>
                  <a:cubicBezTo>
                    <a:pt x="29" y="7770"/>
                    <a:pt x="61" y="7781"/>
                    <a:pt x="92" y="7781"/>
                  </a:cubicBezTo>
                  <a:cubicBezTo>
                    <a:pt x="131" y="7781"/>
                    <a:pt x="168" y="7765"/>
                    <a:pt x="195" y="7734"/>
                  </a:cubicBezTo>
                  <a:lnTo>
                    <a:pt x="3378" y="5078"/>
                  </a:lnTo>
                  <a:cubicBezTo>
                    <a:pt x="4024" y="4537"/>
                    <a:pt x="4648" y="3968"/>
                    <a:pt x="5251" y="3372"/>
                  </a:cubicBezTo>
                  <a:lnTo>
                    <a:pt x="8192" y="431"/>
                  </a:lnTo>
                  <a:lnTo>
                    <a:pt x="7755" y="1"/>
                  </a:lnTo>
                  <a:close/>
                </a:path>
              </a:pathLst>
            </a:custGeom>
            <a:solidFill>
              <a:srgbClr val="C9CFD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430" name="Google Shape;10430;p41"/>
            <p:cNvSpPr/>
            <p:nvPr/>
          </p:nvSpPr>
          <p:spPr>
            <a:xfrm>
              <a:off x="4720780" y="4162322"/>
              <a:ext cx="315690" cy="299743"/>
            </a:xfrm>
            <a:custGeom>
              <a:rect b="b" l="l" r="r" t="t"/>
              <a:pathLst>
                <a:path extrusionOk="0" h="11409" w="12016">
                  <a:moveTo>
                    <a:pt x="7767" y="0"/>
                  </a:moveTo>
                  <a:cubicBezTo>
                    <a:pt x="7487" y="0"/>
                    <a:pt x="7201" y="111"/>
                    <a:pt x="6980" y="332"/>
                  </a:cubicBezTo>
                  <a:cubicBezTo>
                    <a:pt x="6557" y="755"/>
                    <a:pt x="6536" y="1414"/>
                    <a:pt x="6939" y="1816"/>
                  </a:cubicBezTo>
                  <a:lnTo>
                    <a:pt x="7057" y="1941"/>
                  </a:lnTo>
                  <a:cubicBezTo>
                    <a:pt x="7126" y="2010"/>
                    <a:pt x="7126" y="2128"/>
                    <a:pt x="7050" y="2191"/>
                  </a:cubicBezTo>
                  <a:lnTo>
                    <a:pt x="5447" y="3800"/>
                  </a:lnTo>
                  <a:cubicBezTo>
                    <a:pt x="5026" y="4221"/>
                    <a:pt x="4469" y="4442"/>
                    <a:pt x="3918" y="4442"/>
                  </a:cubicBezTo>
                  <a:cubicBezTo>
                    <a:pt x="3553" y="4442"/>
                    <a:pt x="3192" y="4346"/>
                    <a:pt x="2874" y="4147"/>
                  </a:cubicBezTo>
                  <a:cubicBezTo>
                    <a:pt x="2390" y="3839"/>
                    <a:pt x="1862" y="3724"/>
                    <a:pt x="1423" y="3724"/>
                  </a:cubicBezTo>
                  <a:cubicBezTo>
                    <a:pt x="1000" y="3724"/>
                    <a:pt x="659" y="3830"/>
                    <a:pt x="516" y="3973"/>
                  </a:cubicBezTo>
                  <a:cubicBezTo>
                    <a:pt x="0" y="4489"/>
                    <a:pt x="6891" y="11409"/>
                    <a:pt x="7851" y="11409"/>
                  </a:cubicBezTo>
                  <a:cubicBezTo>
                    <a:pt x="7885" y="11409"/>
                    <a:pt x="7912" y="11400"/>
                    <a:pt x="7931" y="11381"/>
                  </a:cubicBezTo>
                  <a:cubicBezTo>
                    <a:pt x="8222" y="11097"/>
                    <a:pt x="8354" y="9980"/>
                    <a:pt x="7757" y="9030"/>
                  </a:cubicBezTo>
                  <a:cubicBezTo>
                    <a:pt x="7258" y="8232"/>
                    <a:pt x="7403" y="7157"/>
                    <a:pt x="8104" y="6456"/>
                  </a:cubicBezTo>
                  <a:lnTo>
                    <a:pt x="9706" y="4854"/>
                  </a:lnTo>
                  <a:cubicBezTo>
                    <a:pt x="9742" y="4815"/>
                    <a:pt x="9788" y="4796"/>
                    <a:pt x="9835" y="4796"/>
                  </a:cubicBezTo>
                  <a:cubicBezTo>
                    <a:pt x="9880" y="4796"/>
                    <a:pt x="9926" y="4813"/>
                    <a:pt x="9963" y="4847"/>
                  </a:cubicBezTo>
                  <a:lnTo>
                    <a:pt x="10088" y="4965"/>
                  </a:lnTo>
                  <a:cubicBezTo>
                    <a:pt x="10278" y="5159"/>
                    <a:pt x="10531" y="5254"/>
                    <a:pt x="10789" y="5254"/>
                  </a:cubicBezTo>
                  <a:cubicBezTo>
                    <a:pt x="11068" y="5254"/>
                    <a:pt x="11353" y="5143"/>
                    <a:pt x="11572" y="4924"/>
                  </a:cubicBezTo>
                  <a:cubicBezTo>
                    <a:pt x="11995" y="4500"/>
                    <a:pt x="12016" y="3835"/>
                    <a:pt x="11621" y="3432"/>
                  </a:cubicBezTo>
                  <a:lnTo>
                    <a:pt x="8465" y="283"/>
                  </a:lnTo>
                  <a:cubicBezTo>
                    <a:pt x="8275" y="94"/>
                    <a:pt x="8024" y="0"/>
                    <a:pt x="7767" y="0"/>
                  </a:cubicBezTo>
                  <a:close/>
                </a:path>
              </a:pathLst>
            </a:custGeom>
            <a:solidFill>
              <a:srgbClr val="69798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431" name="Google Shape;10431;p41"/>
            <p:cNvSpPr/>
            <p:nvPr/>
          </p:nvSpPr>
          <p:spPr>
            <a:xfrm>
              <a:off x="4727952" y="4227872"/>
              <a:ext cx="308518" cy="233668"/>
            </a:xfrm>
            <a:custGeom>
              <a:rect b="b" l="l" r="r" t="t"/>
              <a:pathLst>
                <a:path extrusionOk="0" h="8894" w="11743">
                  <a:moveTo>
                    <a:pt x="10404" y="1"/>
                  </a:moveTo>
                  <a:cubicBezTo>
                    <a:pt x="10807" y="403"/>
                    <a:pt x="10786" y="1069"/>
                    <a:pt x="10363" y="1492"/>
                  </a:cubicBezTo>
                  <a:cubicBezTo>
                    <a:pt x="10143" y="1712"/>
                    <a:pt x="9858" y="1823"/>
                    <a:pt x="9580" y="1823"/>
                  </a:cubicBezTo>
                  <a:cubicBezTo>
                    <a:pt x="9321" y="1823"/>
                    <a:pt x="9069" y="1727"/>
                    <a:pt x="8878" y="1534"/>
                  </a:cubicBezTo>
                  <a:lnTo>
                    <a:pt x="8753" y="1409"/>
                  </a:lnTo>
                  <a:cubicBezTo>
                    <a:pt x="8717" y="1376"/>
                    <a:pt x="8673" y="1360"/>
                    <a:pt x="8629" y="1360"/>
                  </a:cubicBezTo>
                  <a:cubicBezTo>
                    <a:pt x="8581" y="1360"/>
                    <a:pt x="8533" y="1379"/>
                    <a:pt x="8497" y="1416"/>
                  </a:cubicBezTo>
                  <a:lnTo>
                    <a:pt x="6895" y="3025"/>
                  </a:lnTo>
                  <a:cubicBezTo>
                    <a:pt x="6194" y="3726"/>
                    <a:pt x="6048" y="4801"/>
                    <a:pt x="6548" y="5591"/>
                  </a:cubicBezTo>
                  <a:cubicBezTo>
                    <a:pt x="7144" y="6549"/>
                    <a:pt x="7013" y="7665"/>
                    <a:pt x="6721" y="7950"/>
                  </a:cubicBezTo>
                  <a:cubicBezTo>
                    <a:pt x="6695" y="7971"/>
                    <a:pt x="6664" y="7980"/>
                    <a:pt x="6636" y="7980"/>
                  </a:cubicBezTo>
                  <a:cubicBezTo>
                    <a:pt x="6627" y="7980"/>
                    <a:pt x="6618" y="7979"/>
                    <a:pt x="6610" y="7977"/>
                  </a:cubicBezTo>
                  <a:cubicBezTo>
                    <a:pt x="4488" y="6278"/>
                    <a:pt x="486" y="2130"/>
                    <a:pt x="430" y="1360"/>
                  </a:cubicBezTo>
                  <a:cubicBezTo>
                    <a:pt x="368" y="1388"/>
                    <a:pt x="298" y="1430"/>
                    <a:pt x="243" y="1478"/>
                  </a:cubicBezTo>
                  <a:cubicBezTo>
                    <a:pt x="0" y="1721"/>
                    <a:pt x="1422" y="3407"/>
                    <a:pt x="3087" y="5113"/>
                  </a:cubicBezTo>
                  <a:cubicBezTo>
                    <a:pt x="3364" y="5397"/>
                    <a:pt x="3642" y="5682"/>
                    <a:pt x="3926" y="5959"/>
                  </a:cubicBezTo>
                  <a:lnTo>
                    <a:pt x="4016" y="6042"/>
                  </a:lnTo>
                  <a:lnTo>
                    <a:pt x="4023" y="6056"/>
                  </a:lnTo>
                  <a:lnTo>
                    <a:pt x="4106" y="6139"/>
                  </a:lnTo>
                  <a:lnTo>
                    <a:pt x="4120" y="6146"/>
                  </a:lnTo>
                  <a:lnTo>
                    <a:pt x="4203" y="6236"/>
                  </a:lnTo>
                  <a:lnTo>
                    <a:pt x="4210" y="6243"/>
                  </a:lnTo>
                  <a:lnTo>
                    <a:pt x="4300" y="6327"/>
                  </a:lnTo>
                  <a:cubicBezTo>
                    <a:pt x="4488" y="6507"/>
                    <a:pt x="4675" y="6687"/>
                    <a:pt x="4855" y="6854"/>
                  </a:cubicBezTo>
                  <a:lnTo>
                    <a:pt x="4946" y="6937"/>
                  </a:lnTo>
                  <a:lnTo>
                    <a:pt x="4952" y="6944"/>
                  </a:lnTo>
                  <a:lnTo>
                    <a:pt x="5036" y="7020"/>
                  </a:lnTo>
                  <a:lnTo>
                    <a:pt x="5050" y="7034"/>
                  </a:lnTo>
                  <a:lnTo>
                    <a:pt x="5119" y="7097"/>
                  </a:lnTo>
                  <a:lnTo>
                    <a:pt x="5140" y="7117"/>
                  </a:lnTo>
                  <a:lnTo>
                    <a:pt x="5209" y="7180"/>
                  </a:lnTo>
                  <a:lnTo>
                    <a:pt x="5230" y="7194"/>
                  </a:lnTo>
                  <a:lnTo>
                    <a:pt x="5299" y="7263"/>
                  </a:lnTo>
                  <a:lnTo>
                    <a:pt x="5313" y="7277"/>
                  </a:lnTo>
                  <a:lnTo>
                    <a:pt x="5382" y="7339"/>
                  </a:lnTo>
                  <a:lnTo>
                    <a:pt x="5403" y="7353"/>
                  </a:lnTo>
                  <a:lnTo>
                    <a:pt x="5473" y="7423"/>
                  </a:lnTo>
                  <a:lnTo>
                    <a:pt x="5487" y="7430"/>
                  </a:lnTo>
                  <a:lnTo>
                    <a:pt x="5563" y="7499"/>
                  </a:lnTo>
                  <a:cubicBezTo>
                    <a:pt x="5653" y="7575"/>
                    <a:pt x="5736" y="7651"/>
                    <a:pt x="5819" y="7721"/>
                  </a:cubicBezTo>
                  <a:lnTo>
                    <a:pt x="5826" y="7728"/>
                  </a:lnTo>
                  <a:lnTo>
                    <a:pt x="5896" y="7790"/>
                  </a:lnTo>
                  <a:lnTo>
                    <a:pt x="5917" y="7804"/>
                  </a:lnTo>
                  <a:lnTo>
                    <a:pt x="5979" y="7853"/>
                  </a:lnTo>
                  <a:lnTo>
                    <a:pt x="6000" y="7873"/>
                  </a:lnTo>
                  <a:lnTo>
                    <a:pt x="6055" y="7922"/>
                  </a:lnTo>
                  <a:lnTo>
                    <a:pt x="6076" y="7943"/>
                  </a:lnTo>
                  <a:lnTo>
                    <a:pt x="6132" y="7984"/>
                  </a:lnTo>
                  <a:lnTo>
                    <a:pt x="6159" y="8005"/>
                  </a:lnTo>
                  <a:lnTo>
                    <a:pt x="6208" y="8047"/>
                  </a:lnTo>
                  <a:lnTo>
                    <a:pt x="6229" y="8068"/>
                  </a:lnTo>
                  <a:lnTo>
                    <a:pt x="6277" y="8109"/>
                  </a:lnTo>
                  <a:lnTo>
                    <a:pt x="6305" y="8130"/>
                  </a:lnTo>
                  <a:lnTo>
                    <a:pt x="6354" y="8165"/>
                  </a:lnTo>
                  <a:lnTo>
                    <a:pt x="6374" y="8186"/>
                  </a:lnTo>
                  <a:lnTo>
                    <a:pt x="6423" y="8227"/>
                  </a:lnTo>
                  <a:lnTo>
                    <a:pt x="6451" y="8241"/>
                  </a:lnTo>
                  <a:lnTo>
                    <a:pt x="6499" y="8283"/>
                  </a:lnTo>
                  <a:lnTo>
                    <a:pt x="6513" y="8297"/>
                  </a:lnTo>
                  <a:lnTo>
                    <a:pt x="6582" y="8352"/>
                  </a:lnTo>
                  <a:lnTo>
                    <a:pt x="6652" y="8401"/>
                  </a:lnTo>
                  <a:lnTo>
                    <a:pt x="6659" y="8408"/>
                  </a:lnTo>
                  <a:lnTo>
                    <a:pt x="6714" y="8449"/>
                  </a:lnTo>
                  <a:lnTo>
                    <a:pt x="6735" y="8463"/>
                  </a:lnTo>
                  <a:lnTo>
                    <a:pt x="6777" y="8491"/>
                  </a:lnTo>
                  <a:lnTo>
                    <a:pt x="6797" y="8512"/>
                  </a:lnTo>
                  <a:lnTo>
                    <a:pt x="6839" y="8539"/>
                  </a:lnTo>
                  <a:lnTo>
                    <a:pt x="6860" y="8553"/>
                  </a:lnTo>
                  <a:lnTo>
                    <a:pt x="6895" y="8581"/>
                  </a:lnTo>
                  <a:lnTo>
                    <a:pt x="6922" y="8595"/>
                  </a:lnTo>
                  <a:lnTo>
                    <a:pt x="6957" y="8623"/>
                  </a:lnTo>
                  <a:lnTo>
                    <a:pt x="6978" y="8636"/>
                  </a:lnTo>
                  <a:lnTo>
                    <a:pt x="7013" y="8657"/>
                  </a:lnTo>
                  <a:lnTo>
                    <a:pt x="7033" y="8671"/>
                  </a:lnTo>
                  <a:lnTo>
                    <a:pt x="7068" y="8692"/>
                  </a:lnTo>
                  <a:lnTo>
                    <a:pt x="7089" y="8706"/>
                  </a:lnTo>
                  <a:lnTo>
                    <a:pt x="7117" y="8727"/>
                  </a:lnTo>
                  <a:lnTo>
                    <a:pt x="7137" y="8740"/>
                  </a:lnTo>
                  <a:lnTo>
                    <a:pt x="7165" y="8754"/>
                  </a:lnTo>
                  <a:lnTo>
                    <a:pt x="7186" y="8768"/>
                  </a:lnTo>
                  <a:lnTo>
                    <a:pt x="7221" y="8782"/>
                  </a:lnTo>
                  <a:lnTo>
                    <a:pt x="7234" y="8796"/>
                  </a:lnTo>
                  <a:lnTo>
                    <a:pt x="7276" y="8817"/>
                  </a:lnTo>
                  <a:lnTo>
                    <a:pt x="7318" y="8838"/>
                  </a:lnTo>
                  <a:lnTo>
                    <a:pt x="7332" y="8844"/>
                  </a:lnTo>
                  <a:lnTo>
                    <a:pt x="7359" y="8851"/>
                  </a:lnTo>
                  <a:lnTo>
                    <a:pt x="7373" y="8858"/>
                  </a:lnTo>
                  <a:lnTo>
                    <a:pt x="7394" y="8872"/>
                  </a:lnTo>
                  <a:lnTo>
                    <a:pt x="7408" y="8879"/>
                  </a:lnTo>
                  <a:lnTo>
                    <a:pt x="7429" y="8886"/>
                  </a:lnTo>
                  <a:lnTo>
                    <a:pt x="7449" y="8886"/>
                  </a:lnTo>
                  <a:lnTo>
                    <a:pt x="7463" y="8893"/>
                  </a:lnTo>
                  <a:lnTo>
                    <a:pt x="7623" y="8893"/>
                  </a:lnTo>
                  <a:cubicBezTo>
                    <a:pt x="7630" y="8886"/>
                    <a:pt x="7630" y="8879"/>
                    <a:pt x="7637" y="8879"/>
                  </a:cubicBezTo>
                  <a:cubicBezTo>
                    <a:pt x="7651" y="8872"/>
                    <a:pt x="7671" y="8865"/>
                    <a:pt x="7685" y="8858"/>
                  </a:cubicBezTo>
                  <a:lnTo>
                    <a:pt x="7692" y="8844"/>
                  </a:lnTo>
                  <a:lnTo>
                    <a:pt x="7713" y="8817"/>
                  </a:lnTo>
                  <a:lnTo>
                    <a:pt x="7727" y="8803"/>
                  </a:lnTo>
                  <a:lnTo>
                    <a:pt x="7748" y="8768"/>
                  </a:lnTo>
                  <a:lnTo>
                    <a:pt x="7755" y="8754"/>
                  </a:lnTo>
                  <a:cubicBezTo>
                    <a:pt x="7970" y="8338"/>
                    <a:pt x="8011" y="7374"/>
                    <a:pt x="7484" y="6535"/>
                  </a:cubicBezTo>
                  <a:cubicBezTo>
                    <a:pt x="6985" y="5737"/>
                    <a:pt x="7130" y="4662"/>
                    <a:pt x="7831" y="3961"/>
                  </a:cubicBezTo>
                  <a:lnTo>
                    <a:pt x="9433" y="2359"/>
                  </a:lnTo>
                  <a:cubicBezTo>
                    <a:pt x="9469" y="2320"/>
                    <a:pt x="9517" y="2301"/>
                    <a:pt x="9565" y="2301"/>
                  </a:cubicBezTo>
                  <a:cubicBezTo>
                    <a:pt x="9611" y="2301"/>
                    <a:pt x="9656" y="2318"/>
                    <a:pt x="9690" y="2352"/>
                  </a:cubicBezTo>
                  <a:lnTo>
                    <a:pt x="9815" y="2470"/>
                  </a:lnTo>
                  <a:cubicBezTo>
                    <a:pt x="10005" y="2664"/>
                    <a:pt x="10258" y="2759"/>
                    <a:pt x="10516" y="2759"/>
                  </a:cubicBezTo>
                  <a:cubicBezTo>
                    <a:pt x="10795" y="2759"/>
                    <a:pt x="11080" y="2648"/>
                    <a:pt x="11299" y="2429"/>
                  </a:cubicBezTo>
                  <a:cubicBezTo>
                    <a:pt x="11722" y="2005"/>
                    <a:pt x="11743" y="1340"/>
                    <a:pt x="11348" y="937"/>
                  </a:cubicBezTo>
                  <a:lnTo>
                    <a:pt x="10404" y="1"/>
                  </a:lnTo>
                  <a:close/>
                </a:path>
              </a:pathLst>
            </a:custGeom>
            <a:solidFill>
              <a:srgbClr val="4C5F7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432" name="Google Shape;10432;p41"/>
            <p:cNvSpPr/>
            <p:nvPr/>
          </p:nvSpPr>
          <p:spPr>
            <a:xfrm>
              <a:off x="4892497" y="4162322"/>
              <a:ext cx="143973" cy="138062"/>
            </a:xfrm>
            <a:custGeom>
              <a:rect b="b" l="l" r="r" t="t"/>
              <a:pathLst>
                <a:path extrusionOk="0" h="5255" w="5480">
                  <a:moveTo>
                    <a:pt x="1232" y="0"/>
                  </a:moveTo>
                  <a:cubicBezTo>
                    <a:pt x="951" y="0"/>
                    <a:pt x="665" y="111"/>
                    <a:pt x="444" y="332"/>
                  </a:cubicBezTo>
                  <a:cubicBezTo>
                    <a:pt x="21" y="755"/>
                    <a:pt x="0" y="1421"/>
                    <a:pt x="403" y="1816"/>
                  </a:cubicBezTo>
                  <a:lnTo>
                    <a:pt x="521" y="1941"/>
                  </a:lnTo>
                  <a:lnTo>
                    <a:pt x="3427" y="4840"/>
                  </a:lnTo>
                  <a:lnTo>
                    <a:pt x="3552" y="4965"/>
                  </a:lnTo>
                  <a:cubicBezTo>
                    <a:pt x="3742" y="5159"/>
                    <a:pt x="3995" y="5254"/>
                    <a:pt x="4253" y="5254"/>
                  </a:cubicBezTo>
                  <a:cubicBezTo>
                    <a:pt x="4532" y="5254"/>
                    <a:pt x="4817" y="5143"/>
                    <a:pt x="5036" y="4924"/>
                  </a:cubicBezTo>
                  <a:cubicBezTo>
                    <a:pt x="5459" y="4500"/>
                    <a:pt x="5480" y="3835"/>
                    <a:pt x="5085" y="3439"/>
                  </a:cubicBezTo>
                  <a:lnTo>
                    <a:pt x="1936" y="283"/>
                  </a:lnTo>
                  <a:cubicBezTo>
                    <a:pt x="1743" y="94"/>
                    <a:pt x="1490" y="0"/>
                    <a:pt x="1232" y="0"/>
                  </a:cubicBezTo>
                  <a:close/>
                </a:path>
              </a:pathLst>
            </a:custGeom>
            <a:solidFill>
              <a:srgbClr val="69798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433" name="Google Shape;10433;p41"/>
            <p:cNvSpPr/>
            <p:nvPr/>
          </p:nvSpPr>
          <p:spPr>
            <a:xfrm>
              <a:off x="4893758" y="4185048"/>
              <a:ext cx="142712" cy="115336"/>
            </a:xfrm>
            <a:custGeom>
              <a:rect b="b" l="l" r="r" t="t"/>
              <a:pathLst>
                <a:path extrusionOk="0" h="4390" w="5432">
                  <a:moveTo>
                    <a:pt x="91" y="1"/>
                  </a:moveTo>
                  <a:lnTo>
                    <a:pt x="91" y="1"/>
                  </a:lnTo>
                  <a:cubicBezTo>
                    <a:pt x="1" y="341"/>
                    <a:pt x="105" y="701"/>
                    <a:pt x="348" y="951"/>
                  </a:cubicBezTo>
                  <a:lnTo>
                    <a:pt x="473" y="1076"/>
                  </a:lnTo>
                  <a:lnTo>
                    <a:pt x="3379" y="3982"/>
                  </a:lnTo>
                  <a:lnTo>
                    <a:pt x="3497" y="4100"/>
                  </a:lnTo>
                  <a:cubicBezTo>
                    <a:pt x="3690" y="4294"/>
                    <a:pt x="3945" y="4389"/>
                    <a:pt x="4204" y="4389"/>
                  </a:cubicBezTo>
                  <a:cubicBezTo>
                    <a:pt x="4484" y="4389"/>
                    <a:pt x="4769" y="4278"/>
                    <a:pt x="4988" y="4059"/>
                  </a:cubicBezTo>
                  <a:cubicBezTo>
                    <a:pt x="5411" y="3635"/>
                    <a:pt x="5432" y="2970"/>
                    <a:pt x="5037" y="2574"/>
                  </a:cubicBezTo>
                  <a:lnTo>
                    <a:pt x="4690" y="2227"/>
                  </a:lnTo>
                  <a:cubicBezTo>
                    <a:pt x="4634" y="2429"/>
                    <a:pt x="4530" y="2616"/>
                    <a:pt x="4385" y="2761"/>
                  </a:cubicBezTo>
                  <a:cubicBezTo>
                    <a:pt x="4165" y="2981"/>
                    <a:pt x="3880" y="3092"/>
                    <a:pt x="3601" y="3092"/>
                  </a:cubicBezTo>
                  <a:cubicBezTo>
                    <a:pt x="3341" y="3092"/>
                    <a:pt x="3087" y="2997"/>
                    <a:pt x="2893" y="2803"/>
                  </a:cubicBezTo>
                  <a:lnTo>
                    <a:pt x="2775" y="2685"/>
                  </a:lnTo>
                  <a:lnTo>
                    <a:pt x="91" y="1"/>
                  </a:lnTo>
                  <a:close/>
                </a:path>
              </a:pathLst>
            </a:custGeom>
            <a:solidFill>
              <a:srgbClr val="4C5F7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0434" name="Google Shape;10434;p41"/>
          <p:cNvGrpSpPr/>
          <p:nvPr/>
        </p:nvGrpSpPr>
        <p:grpSpPr>
          <a:xfrm>
            <a:off x="5728383" y="4221698"/>
            <a:ext cx="417128" cy="269162"/>
            <a:chOff x="5728383" y="4221698"/>
            <a:chExt cx="417128" cy="269162"/>
          </a:xfrm>
        </p:grpSpPr>
        <p:sp>
          <p:nvSpPr>
            <p:cNvPr id="10435" name="Google Shape;10435;p41"/>
            <p:cNvSpPr/>
            <p:nvPr/>
          </p:nvSpPr>
          <p:spPr>
            <a:xfrm>
              <a:off x="5728383" y="4221698"/>
              <a:ext cx="417128" cy="225260"/>
            </a:xfrm>
            <a:custGeom>
              <a:rect b="b" l="l" r="r" t="t"/>
              <a:pathLst>
                <a:path extrusionOk="0" h="8574" w="15877">
                  <a:moveTo>
                    <a:pt x="5813" y="0"/>
                  </a:moveTo>
                  <a:cubicBezTo>
                    <a:pt x="5133" y="0"/>
                    <a:pt x="4509" y="361"/>
                    <a:pt x="4169" y="943"/>
                  </a:cubicBezTo>
                  <a:lnTo>
                    <a:pt x="2498" y="3815"/>
                  </a:lnTo>
                  <a:lnTo>
                    <a:pt x="1436" y="4079"/>
                  </a:lnTo>
                  <a:cubicBezTo>
                    <a:pt x="597" y="4294"/>
                    <a:pt x="1" y="5057"/>
                    <a:pt x="1" y="5930"/>
                  </a:cubicBezTo>
                  <a:lnTo>
                    <a:pt x="1" y="7623"/>
                  </a:lnTo>
                  <a:cubicBezTo>
                    <a:pt x="1" y="8150"/>
                    <a:pt x="431" y="8573"/>
                    <a:pt x="958" y="8573"/>
                  </a:cubicBezTo>
                  <a:lnTo>
                    <a:pt x="14837" y="8573"/>
                  </a:lnTo>
                  <a:cubicBezTo>
                    <a:pt x="15364" y="8573"/>
                    <a:pt x="15787" y="8150"/>
                    <a:pt x="15787" y="7623"/>
                  </a:cubicBezTo>
                  <a:lnTo>
                    <a:pt x="15787" y="7158"/>
                  </a:lnTo>
                  <a:cubicBezTo>
                    <a:pt x="15787" y="6999"/>
                    <a:pt x="15725" y="6846"/>
                    <a:pt x="15614" y="6728"/>
                  </a:cubicBezTo>
                  <a:cubicBezTo>
                    <a:pt x="15496" y="6617"/>
                    <a:pt x="15434" y="6465"/>
                    <a:pt x="15441" y="6305"/>
                  </a:cubicBezTo>
                  <a:lnTo>
                    <a:pt x="15441" y="5084"/>
                  </a:lnTo>
                  <a:lnTo>
                    <a:pt x="15746" y="4411"/>
                  </a:lnTo>
                  <a:cubicBezTo>
                    <a:pt x="15876" y="4137"/>
                    <a:pt x="15681" y="3815"/>
                    <a:pt x="15374" y="3815"/>
                  </a:cubicBezTo>
                  <a:cubicBezTo>
                    <a:pt x="15371" y="3815"/>
                    <a:pt x="15368" y="3815"/>
                    <a:pt x="15364" y="3815"/>
                  </a:cubicBezTo>
                  <a:lnTo>
                    <a:pt x="14248" y="3815"/>
                  </a:lnTo>
                  <a:lnTo>
                    <a:pt x="11959" y="763"/>
                  </a:lnTo>
                  <a:cubicBezTo>
                    <a:pt x="11598" y="284"/>
                    <a:pt x="11036" y="0"/>
                    <a:pt x="10440" y="0"/>
                  </a:cubicBezTo>
                  <a:close/>
                </a:path>
              </a:pathLst>
            </a:custGeom>
            <a:solidFill>
              <a:srgbClr val="41566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436" name="Google Shape;10436;p41"/>
            <p:cNvSpPr/>
            <p:nvPr/>
          </p:nvSpPr>
          <p:spPr>
            <a:xfrm>
              <a:off x="5728383" y="4226059"/>
              <a:ext cx="417128" cy="220899"/>
            </a:xfrm>
            <a:custGeom>
              <a:rect b="b" l="l" r="r" t="t"/>
              <a:pathLst>
                <a:path extrusionOk="0" h="8408" w="15877">
                  <a:moveTo>
                    <a:pt x="5495" y="4363"/>
                  </a:moveTo>
                  <a:cubicBezTo>
                    <a:pt x="5182" y="4363"/>
                    <a:pt x="5182" y="4836"/>
                    <a:pt x="5495" y="4836"/>
                  </a:cubicBezTo>
                  <a:cubicBezTo>
                    <a:pt x="5502" y="4836"/>
                    <a:pt x="5508" y="4835"/>
                    <a:pt x="5515" y="4835"/>
                  </a:cubicBezTo>
                  <a:lnTo>
                    <a:pt x="6465" y="4835"/>
                  </a:lnTo>
                  <a:cubicBezTo>
                    <a:pt x="6472" y="4835"/>
                    <a:pt x="6479" y="4836"/>
                    <a:pt x="6485" y="4836"/>
                  </a:cubicBezTo>
                  <a:cubicBezTo>
                    <a:pt x="6798" y="4836"/>
                    <a:pt x="6798" y="4363"/>
                    <a:pt x="6485" y="4363"/>
                  </a:cubicBezTo>
                  <a:cubicBezTo>
                    <a:pt x="6479" y="4363"/>
                    <a:pt x="6472" y="4363"/>
                    <a:pt x="6465" y="4363"/>
                  </a:cubicBezTo>
                  <a:lnTo>
                    <a:pt x="5515" y="4363"/>
                  </a:lnTo>
                  <a:cubicBezTo>
                    <a:pt x="5508" y="4363"/>
                    <a:pt x="5502" y="4363"/>
                    <a:pt x="5495" y="4363"/>
                  </a:cubicBezTo>
                  <a:close/>
                  <a:moveTo>
                    <a:pt x="9310" y="4363"/>
                  </a:moveTo>
                  <a:cubicBezTo>
                    <a:pt x="8997" y="4363"/>
                    <a:pt x="8997" y="4836"/>
                    <a:pt x="9310" y="4836"/>
                  </a:cubicBezTo>
                  <a:cubicBezTo>
                    <a:pt x="9316" y="4836"/>
                    <a:pt x="9323" y="4835"/>
                    <a:pt x="9330" y="4835"/>
                  </a:cubicBezTo>
                  <a:lnTo>
                    <a:pt x="10280" y="4835"/>
                  </a:lnTo>
                  <a:cubicBezTo>
                    <a:pt x="10287" y="4835"/>
                    <a:pt x="10293" y="4836"/>
                    <a:pt x="10300" y="4836"/>
                  </a:cubicBezTo>
                  <a:cubicBezTo>
                    <a:pt x="10613" y="4836"/>
                    <a:pt x="10613" y="4363"/>
                    <a:pt x="10300" y="4363"/>
                  </a:cubicBezTo>
                  <a:cubicBezTo>
                    <a:pt x="10293" y="4363"/>
                    <a:pt x="10287" y="4363"/>
                    <a:pt x="10280" y="4363"/>
                  </a:cubicBezTo>
                  <a:lnTo>
                    <a:pt x="9330" y="4363"/>
                  </a:lnTo>
                  <a:cubicBezTo>
                    <a:pt x="9323" y="4363"/>
                    <a:pt x="9316" y="4363"/>
                    <a:pt x="9310" y="4363"/>
                  </a:cubicBezTo>
                  <a:close/>
                  <a:moveTo>
                    <a:pt x="13055" y="3642"/>
                  </a:moveTo>
                  <a:lnTo>
                    <a:pt x="13623" y="4405"/>
                  </a:lnTo>
                  <a:cubicBezTo>
                    <a:pt x="13714" y="4523"/>
                    <a:pt x="13859" y="4592"/>
                    <a:pt x="14005" y="4592"/>
                  </a:cubicBezTo>
                  <a:lnTo>
                    <a:pt x="14483" y="4592"/>
                  </a:lnTo>
                  <a:lnTo>
                    <a:pt x="14483" y="6139"/>
                  </a:lnTo>
                  <a:cubicBezTo>
                    <a:pt x="14483" y="6265"/>
                    <a:pt x="14384" y="6351"/>
                    <a:pt x="14277" y="6351"/>
                  </a:cubicBezTo>
                  <a:cubicBezTo>
                    <a:pt x="14237" y="6351"/>
                    <a:pt x="14195" y="6339"/>
                    <a:pt x="14157" y="6312"/>
                  </a:cubicBezTo>
                  <a:lnTo>
                    <a:pt x="14150" y="6312"/>
                  </a:lnTo>
                  <a:cubicBezTo>
                    <a:pt x="13676" y="5955"/>
                    <a:pt x="13128" y="5787"/>
                    <a:pt x="12588" y="5787"/>
                  </a:cubicBezTo>
                  <a:cubicBezTo>
                    <a:pt x="11558" y="5787"/>
                    <a:pt x="10555" y="6397"/>
                    <a:pt x="10141" y="7457"/>
                  </a:cubicBezTo>
                  <a:lnTo>
                    <a:pt x="8373" y="7457"/>
                  </a:lnTo>
                  <a:lnTo>
                    <a:pt x="8373" y="3642"/>
                  </a:lnTo>
                  <a:close/>
                  <a:moveTo>
                    <a:pt x="11216" y="1"/>
                  </a:moveTo>
                  <a:cubicBezTo>
                    <a:pt x="10946" y="340"/>
                    <a:pt x="10939" y="819"/>
                    <a:pt x="11203" y="1166"/>
                  </a:cubicBezTo>
                  <a:lnTo>
                    <a:pt x="12174" y="2470"/>
                  </a:lnTo>
                  <a:lnTo>
                    <a:pt x="10058" y="2470"/>
                  </a:lnTo>
                  <a:lnTo>
                    <a:pt x="8373" y="784"/>
                  </a:lnTo>
                  <a:lnTo>
                    <a:pt x="7415" y="784"/>
                  </a:lnTo>
                  <a:lnTo>
                    <a:pt x="7415" y="7457"/>
                  </a:lnTo>
                  <a:lnTo>
                    <a:pt x="4807" y="7457"/>
                  </a:lnTo>
                  <a:cubicBezTo>
                    <a:pt x="4391" y="6503"/>
                    <a:pt x="3507" y="6026"/>
                    <a:pt x="2623" y="6026"/>
                  </a:cubicBezTo>
                  <a:cubicBezTo>
                    <a:pt x="1740" y="6026"/>
                    <a:pt x="857" y="6503"/>
                    <a:pt x="445" y="7457"/>
                  </a:cubicBezTo>
                  <a:lnTo>
                    <a:pt x="1" y="7457"/>
                  </a:lnTo>
                  <a:cubicBezTo>
                    <a:pt x="1" y="7984"/>
                    <a:pt x="431" y="8407"/>
                    <a:pt x="958" y="8407"/>
                  </a:cubicBezTo>
                  <a:lnTo>
                    <a:pt x="14837" y="8407"/>
                  </a:lnTo>
                  <a:cubicBezTo>
                    <a:pt x="15364" y="8407"/>
                    <a:pt x="15787" y="7984"/>
                    <a:pt x="15787" y="7457"/>
                  </a:cubicBezTo>
                  <a:lnTo>
                    <a:pt x="15787" y="6985"/>
                  </a:lnTo>
                  <a:cubicBezTo>
                    <a:pt x="15787" y="6826"/>
                    <a:pt x="15725" y="6673"/>
                    <a:pt x="15614" y="6562"/>
                  </a:cubicBezTo>
                  <a:cubicBezTo>
                    <a:pt x="15496" y="6451"/>
                    <a:pt x="15434" y="6299"/>
                    <a:pt x="15441" y="6139"/>
                  </a:cubicBezTo>
                  <a:lnTo>
                    <a:pt x="15441" y="4918"/>
                  </a:lnTo>
                  <a:lnTo>
                    <a:pt x="15746" y="4245"/>
                  </a:lnTo>
                  <a:cubicBezTo>
                    <a:pt x="15876" y="3971"/>
                    <a:pt x="15681" y="3649"/>
                    <a:pt x="15374" y="3649"/>
                  </a:cubicBezTo>
                  <a:cubicBezTo>
                    <a:pt x="15371" y="3649"/>
                    <a:pt x="15368" y="3649"/>
                    <a:pt x="15364" y="3649"/>
                  </a:cubicBezTo>
                  <a:lnTo>
                    <a:pt x="14248" y="3649"/>
                  </a:lnTo>
                  <a:lnTo>
                    <a:pt x="11959" y="597"/>
                  </a:lnTo>
                  <a:cubicBezTo>
                    <a:pt x="11764" y="340"/>
                    <a:pt x="11508" y="132"/>
                    <a:pt x="11216" y="1"/>
                  </a:cubicBezTo>
                  <a:close/>
                </a:path>
              </a:pathLst>
            </a:custGeom>
            <a:solidFill>
              <a:srgbClr val="7F91A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437" name="Google Shape;10437;p41"/>
            <p:cNvSpPr/>
            <p:nvPr/>
          </p:nvSpPr>
          <p:spPr>
            <a:xfrm>
              <a:off x="5822964" y="4246657"/>
              <a:ext cx="100440" cy="75271"/>
            </a:xfrm>
            <a:custGeom>
              <a:rect b="b" l="l" r="r" t="t"/>
              <a:pathLst>
                <a:path extrusionOk="0" h="2865" w="3823">
                  <a:moveTo>
                    <a:pt x="2213" y="0"/>
                  </a:moveTo>
                  <a:cubicBezTo>
                    <a:pt x="1880" y="0"/>
                    <a:pt x="1561" y="181"/>
                    <a:pt x="1395" y="479"/>
                  </a:cubicBezTo>
                  <a:lnTo>
                    <a:pt x="1" y="2865"/>
                  </a:lnTo>
                  <a:lnTo>
                    <a:pt x="3822" y="2865"/>
                  </a:lnTo>
                  <a:lnTo>
                    <a:pt x="3822" y="0"/>
                  </a:lnTo>
                  <a:close/>
                </a:path>
              </a:pathLst>
            </a:custGeom>
            <a:solidFill>
              <a:srgbClr val="A9B2B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438" name="Google Shape;10438;p41"/>
            <p:cNvSpPr/>
            <p:nvPr/>
          </p:nvSpPr>
          <p:spPr>
            <a:xfrm>
              <a:off x="5948336" y="4246657"/>
              <a:ext cx="109924" cy="75271"/>
            </a:xfrm>
            <a:custGeom>
              <a:rect b="b" l="l" r="r" t="t"/>
              <a:pathLst>
                <a:path extrusionOk="0" h="2865" w="4184">
                  <a:moveTo>
                    <a:pt x="1" y="0"/>
                  </a:moveTo>
                  <a:lnTo>
                    <a:pt x="1" y="2865"/>
                  </a:lnTo>
                  <a:lnTo>
                    <a:pt x="3261" y="2865"/>
                  </a:lnTo>
                  <a:cubicBezTo>
                    <a:pt x="3843" y="2865"/>
                    <a:pt x="4183" y="2192"/>
                    <a:pt x="3829" y="1720"/>
                  </a:cubicBezTo>
                  <a:lnTo>
                    <a:pt x="2831" y="382"/>
                  </a:lnTo>
                  <a:cubicBezTo>
                    <a:pt x="2650" y="146"/>
                    <a:pt x="2366" y="0"/>
                    <a:pt x="2068" y="0"/>
                  </a:cubicBezTo>
                  <a:close/>
                </a:path>
              </a:pathLst>
            </a:custGeom>
            <a:solidFill>
              <a:srgbClr val="A9B2B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439" name="Google Shape;10439;p41"/>
            <p:cNvSpPr/>
            <p:nvPr/>
          </p:nvSpPr>
          <p:spPr>
            <a:xfrm>
              <a:off x="5738787" y="4403057"/>
              <a:ext cx="102436" cy="87803"/>
            </a:xfrm>
            <a:custGeom>
              <a:rect b="b" l="l" r="r" t="t"/>
              <a:pathLst>
                <a:path extrusionOk="0" h="3342" w="3899">
                  <a:moveTo>
                    <a:pt x="2217" y="1"/>
                  </a:moveTo>
                  <a:cubicBezTo>
                    <a:pt x="1806" y="1"/>
                    <a:pt x="1388" y="152"/>
                    <a:pt x="1047" y="491"/>
                  </a:cubicBezTo>
                  <a:cubicBezTo>
                    <a:pt x="0" y="1545"/>
                    <a:pt x="742" y="3342"/>
                    <a:pt x="2227" y="3342"/>
                  </a:cubicBezTo>
                  <a:cubicBezTo>
                    <a:pt x="3149" y="3335"/>
                    <a:pt x="3898" y="2593"/>
                    <a:pt x="3898" y="1670"/>
                  </a:cubicBezTo>
                  <a:cubicBezTo>
                    <a:pt x="3898" y="666"/>
                    <a:pt x="3075" y="1"/>
                    <a:pt x="2217" y="1"/>
                  </a:cubicBezTo>
                  <a:close/>
                </a:path>
              </a:pathLst>
            </a:custGeom>
            <a:solidFill>
              <a:srgbClr val="63748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440" name="Google Shape;10440;p41"/>
            <p:cNvSpPr/>
            <p:nvPr/>
          </p:nvSpPr>
          <p:spPr>
            <a:xfrm>
              <a:off x="5754445" y="4404108"/>
              <a:ext cx="98443" cy="86673"/>
            </a:xfrm>
            <a:custGeom>
              <a:rect b="b" l="l" r="r" t="t"/>
              <a:pathLst>
                <a:path extrusionOk="0" h="3299" w="3747">
                  <a:moveTo>
                    <a:pt x="1977" y="0"/>
                  </a:moveTo>
                  <a:lnTo>
                    <a:pt x="1977" y="0"/>
                  </a:lnTo>
                  <a:cubicBezTo>
                    <a:pt x="1776" y="368"/>
                    <a:pt x="1839" y="832"/>
                    <a:pt x="2137" y="1131"/>
                  </a:cubicBezTo>
                  <a:lnTo>
                    <a:pt x="1131" y="2136"/>
                  </a:lnTo>
                  <a:cubicBezTo>
                    <a:pt x="949" y="1954"/>
                    <a:pt x="705" y="1860"/>
                    <a:pt x="459" y="1860"/>
                  </a:cubicBezTo>
                  <a:cubicBezTo>
                    <a:pt x="302" y="1860"/>
                    <a:pt x="144" y="1899"/>
                    <a:pt x="1" y="1977"/>
                  </a:cubicBezTo>
                  <a:cubicBezTo>
                    <a:pt x="174" y="2805"/>
                    <a:pt x="896" y="3299"/>
                    <a:pt x="1639" y="3299"/>
                  </a:cubicBezTo>
                  <a:cubicBezTo>
                    <a:pt x="2053" y="3299"/>
                    <a:pt x="2474" y="3145"/>
                    <a:pt x="2810" y="2809"/>
                  </a:cubicBezTo>
                  <a:cubicBezTo>
                    <a:pt x="3746" y="1873"/>
                    <a:pt x="3267" y="271"/>
                    <a:pt x="1977" y="0"/>
                  </a:cubicBezTo>
                  <a:close/>
                </a:path>
              </a:pathLst>
            </a:custGeom>
            <a:solidFill>
              <a:srgbClr val="63748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441" name="Google Shape;10441;p41"/>
            <p:cNvSpPr/>
            <p:nvPr/>
          </p:nvSpPr>
          <p:spPr>
            <a:xfrm>
              <a:off x="5772311" y="4428147"/>
              <a:ext cx="43744" cy="37648"/>
            </a:xfrm>
            <a:custGeom>
              <a:rect b="b" l="l" r="r" t="t"/>
              <a:pathLst>
                <a:path extrusionOk="0" h="1433" w="1665">
                  <a:moveTo>
                    <a:pt x="951" y="1"/>
                  </a:moveTo>
                  <a:cubicBezTo>
                    <a:pt x="319" y="1"/>
                    <a:pt x="0" y="771"/>
                    <a:pt x="451" y="1221"/>
                  </a:cubicBezTo>
                  <a:cubicBezTo>
                    <a:pt x="595" y="1367"/>
                    <a:pt x="772" y="1433"/>
                    <a:pt x="947" y="1433"/>
                  </a:cubicBezTo>
                  <a:cubicBezTo>
                    <a:pt x="1313" y="1433"/>
                    <a:pt x="1665" y="1147"/>
                    <a:pt x="1665" y="715"/>
                  </a:cubicBezTo>
                  <a:cubicBezTo>
                    <a:pt x="1665" y="320"/>
                    <a:pt x="1346" y="1"/>
                    <a:pt x="951" y="1"/>
                  </a:cubicBezTo>
                  <a:close/>
                </a:path>
              </a:pathLst>
            </a:custGeom>
            <a:solidFill>
              <a:srgbClr val="CDD5D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442" name="Google Shape;10442;p41"/>
            <p:cNvSpPr/>
            <p:nvPr/>
          </p:nvSpPr>
          <p:spPr>
            <a:xfrm>
              <a:off x="6000277" y="4403057"/>
              <a:ext cx="102436" cy="87803"/>
            </a:xfrm>
            <a:custGeom>
              <a:rect b="b" l="l" r="r" t="t"/>
              <a:pathLst>
                <a:path extrusionOk="0" h="3342" w="3899">
                  <a:moveTo>
                    <a:pt x="2219" y="1"/>
                  </a:moveTo>
                  <a:cubicBezTo>
                    <a:pt x="1810" y="1"/>
                    <a:pt x="1393" y="152"/>
                    <a:pt x="1055" y="491"/>
                  </a:cubicBezTo>
                  <a:cubicBezTo>
                    <a:pt x="0" y="1545"/>
                    <a:pt x="750" y="3342"/>
                    <a:pt x="2234" y="3342"/>
                  </a:cubicBezTo>
                  <a:cubicBezTo>
                    <a:pt x="3156" y="3335"/>
                    <a:pt x="3899" y="2593"/>
                    <a:pt x="3899" y="1670"/>
                  </a:cubicBezTo>
                  <a:cubicBezTo>
                    <a:pt x="3899" y="666"/>
                    <a:pt x="3076" y="1"/>
                    <a:pt x="2219" y="1"/>
                  </a:cubicBezTo>
                  <a:close/>
                </a:path>
              </a:pathLst>
            </a:custGeom>
            <a:solidFill>
              <a:srgbClr val="63748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443" name="Google Shape;10443;p41"/>
            <p:cNvSpPr/>
            <p:nvPr/>
          </p:nvSpPr>
          <p:spPr>
            <a:xfrm>
              <a:off x="6016119" y="4404108"/>
              <a:ext cx="98443" cy="86673"/>
            </a:xfrm>
            <a:custGeom>
              <a:rect b="b" l="l" r="r" t="t"/>
              <a:pathLst>
                <a:path extrusionOk="0" h="3299" w="3747">
                  <a:moveTo>
                    <a:pt x="1971" y="0"/>
                  </a:moveTo>
                  <a:lnTo>
                    <a:pt x="1971" y="0"/>
                  </a:lnTo>
                  <a:cubicBezTo>
                    <a:pt x="1770" y="368"/>
                    <a:pt x="1839" y="832"/>
                    <a:pt x="2137" y="1131"/>
                  </a:cubicBezTo>
                  <a:lnTo>
                    <a:pt x="1125" y="2136"/>
                  </a:lnTo>
                  <a:cubicBezTo>
                    <a:pt x="943" y="1954"/>
                    <a:pt x="701" y="1860"/>
                    <a:pt x="457" y="1860"/>
                  </a:cubicBezTo>
                  <a:cubicBezTo>
                    <a:pt x="301" y="1860"/>
                    <a:pt x="144" y="1899"/>
                    <a:pt x="1" y="1977"/>
                  </a:cubicBezTo>
                  <a:cubicBezTo>
                    <a:pt x="175" y="2805"/>
                    <a:pt x="897" y="3299"/>
                    <a:pt x="1639" y="3299"/>
                  </a:cubicBezTo>
                  <a:cubicBezTo>
                    <a:pt x="2054" y="3299"/>
                    <a:pt x="2475" y="3145"/>
                    <a:pt x="2810" y="2809"/>
                  </a:cubicBezTo>
                  <a:cubicBezTo>
                    <a:pt x="3746" y="1873"/>
                    <a:pt x="3268" y="271"/>
                    <a:pt x="1971" y="0"/>
                  </a:cubicBezTo>
                  <a:close/>
                </a:path>
              </a:pathLst>
            </a:custGeom>
            <a:solidFill>
              <a:srgbClr val="63748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444" name="Google Shape;10444;p41"/>
            <p:cNvSpPr/>
            <p:nvPr/>
          </p:nvSpPr>
          <p:spPr>
            <a:xfrm>
              <a:off x="6033801" y="4428147"/>
              <a:ext cx="43954" cy="37648"/>
            </a:xfrm>
            <a:custGeom>
              <a:rect b="b" l="l" r="r" t="t"/>
              <a:pathLst>
                <a:path extrusionOk="0" h="1433" w="1673">
                  <a:moveTo>
                    <a:pt x="958" y="1"/>
                  </a:moveTo>
                  <a:cubicBezTo>
                    <a:pt x="320" y="1"/>
                    <a:pt x="1" y="771"/>
                    <a:pt x="452" y="1221"/>
                  </a:cubicBezTo>
                  <a:cubicBezTo>
                    <a:pt x="597" y="1367"/>
                    <a:pt x="777" y="1433"/>
                    <a:pt x="952" y="1433"/>
                  </a:cubicBezTo>
                  <a:cubicBezTo>
                    <a:pt x="1320" y="1433"/>
                    <a:pt x="1672" y="1147"/>
                    <a:pt x="1672" y="715"/>
                  </a:cubicBezTo>
                  <a:cubicBezTo>
                    <a:pt x="1672" y="320"/>
                    <a:pt x="1353" y="1"/>
                    <a:pt x="958" y="1"/>
                  </a:cubicBezTo>
                  <a:close/>
                </a:path>
              </a:pathLst>
            </a:custGeom>
            <a:solidFill>
              <a:srgbClr val="CDD5D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445" name="Google Shape;10445;p41"/>
            <p:cNvSpPr/>
            <p:nvPr/>
          </p:nvSpPr>
          <p:spPr>
            <a:xfrm>
              <a:off x="5728567" y="4328469"/>
              <a:ext cx="39382" cy="49051"/>
            </a:xfrm>
            <a:custGeom>
              <a:rect b="b" l="l" r="r" t="t"/>
              <a:pathLst>
                <a:path extrusionOk="0" h="1867" w="1499">
                  <a:moveTo>
                    <a:pt x="1499" y="1"/>
                  </a:moveTo>
                  <a:lnTo>
                    <a:pt x="1429" y="15"/>
                  </a:lnTo>
                  <a:cubicBezTo>
                    <a:pt x="590" y="230"/>
                    <a:pt x="1" y="993"/>
                    <a:pt x="1" y="1866"/>
                  </a:cubicBezTo>
                  <a:lnTo>
                    <a:pt x="549" y="1866"/>
                  </a:lnTo>
                  <a:cubicBezTo>
                    <a:pt x="1076" y="1866"/>
                    <a:pt x="1499" y="1436"/>
                    <a:pt x="1499" y="909"/>
                  </a:cubicBezTo>
                  <a:lnTo>
                    <a:pt x="1499" y="1"/>
                  </a:lnTo>
                  <a:close/>
                </a:path>
              </a:pathLst>
            </a:custGeom>
            <a:solidFill>
              <a:srgbClr val="ADBAC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446" name="Google Shape;10446;p41"/>
            <p:cNvSpPr/>
            <p:nvPr/>
          </p:nvSpPr>
          <p:spPr>
            <a:xfrm>
              <a:off x="6109071" y="4346886"/>
              <a:ext cx="28821" cy="24985"/>
            </a:xfrm>
            <a:custGeom>
              <a:rect b="b" l="l" r="r" t="t"/>
              <a:pathLst>
                <a:path extrusionOk="0" h="951" w="1097">
                  <a:moveTo>
                    <a:pt x="0" y="0"/>
                  </a:moveTo>
                  <a:lnTo>
                    <a:pt x="0" y="950"/>
                  </a:lnTo>
                  <a:lnTo>
                    <a:pt x="951" y="950"/>
                  </a:lnTo>
                  <a:lnTo>
                    <a:pt x="951" y="319"/>
                  </a:lnTo>
                  <a:lnTo>
                    <a:pt x="1096" y="0"/>
                  </a:lnTo>
                  <a:close/>
                </a:path>
              </a:pathLst>
            </a:custGeom>
            <a:solidFill>
              <a:srgbClr val="8C9CA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0447" name="Google Shape;10447;p41"/>
          <p:cNvGrpSpPr/>
          <p:nvPr/>
        </p:nvGrpSpPr>
        <p:grpSpPr>
          <a:xfrm>
            <a:off x="834210" y="3696905"/>
            <a:ext cx="371782" cy="342751"/>
            <a:chOff x="834210" y="3696905"/>
            <a:chExt cx="371782" cy="342751"/>
          </a:xfrm>
        </p:grpSpPr>
        <p:sp>
          <p:nvSpPr>
            <p:cNvPr id="10448" name="Google Shape;10448;p41"/>
            <p:cNvSpPr/>
            <p:nvPr/>
          </p:nvSpPr>
          <p:spPr>
            <a:xfrm>
              <a:off x="866289" y="3696905"/>
              <a:ext cx="138876" cy="111500"/>
            </a:xfrm>
            <a:custGeom>
              <a:rect b="b" l="l" r="r" t="t"/>
              <a:pathLst>
                <a:path extrusionOk="0" h="4244" w="5286">
                  <a:moveTo>
                    <a:pt x="1856" y="0"/>
                  </a:moveTo>
                  <a:cubicBezTo>
                    <a:pt x="1791" y="0"/>
                    <a:pt x="1728" y="4"/>
                    <a:pt x="1665" y="13"/>
                  </a:cubicBezTo>
                  <a:cubicBezTo>
                    <a:pt x="1124" y="89"/>
                    <a:pt x="701" y="471"/>
                    <a:pt x="416" y="1150"/>
                  </a:cubicBezTo>
                  <a:cubicBezTo>
                    <a:pt x="35" y="2094"/>
                    <a:pt x="0" y="2857"/>
                    <a:pt x="326" y="3418"/>
                  </a:cubicBezTo>
                  <a:cubicBezTo>
                    <a:pt x="736" y="4126"/>
                    <a:pt x="1540" y="4237"/>
                    <a:pt x="1575" y="4244"/>
                  </a:cubicBezTo>
                  <a:lnTo>
                    <a:pt x="5078" y="4244"/>
                  </a:lnTo>
                  <a:cubicBezTo>
                    <a:pt x="5189" y="4244"/>
                    <a:pt x="5286" y="4154"/>
                    <a:pt x="5286" y="4036"/>
                  </a:cubicBezTo>
                  <a:lnTo>
                    <a:pt x="5286" y="2475"/>
                  </a:lnTo>
                  <a:cubicBezTo>
                    <a:pt x="5279" y="2427"/>
                    <a:pt x="5265" y="2385"/>
                    <a:pt x="5237" y="2350"/>
                  </a:cubicBezTo>
                  <a:cubicBezTo>
                    <a:pt x="5157" y="2250"/>
                    <a:pt x="3361" y="0"/>
                    <a:pt x="1856" y="0"/>
                  </a:cubicBezTo>
                  <a:close/>
                </a:path>
              </a:pathLst>
            </a:custGeom>
            <a:solidFill>
              <a:srgbClr val="7B8E9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449" name="Google Shape;10449;p41"/>
            <p:cNvSpPr/>
            <p:nvPr/>
          </p:nvSpPr>
          <p:spPr>
            <a:xfrm>
              <a:off x="1035221" y="3696905"/>
              <a:ext cx="138693" cy="111500"/>
            </a:xfrm>
            <a:custGeom>
              <a:rect b="b" l="l" r="r" t="t"/>
              <a:pathLst>
                <a:path extrusionOk="0" h="4244" w="5279">
                  <a:moveTo>
                    <a:pt x="3423" y="0"/>
                  </a:moveTo>
                  <a:cubicBezTo>
                    <a:pt x="1918" y="0"/>
                    <a:pt x="122" y="2250"/>
                    <a:pt x="42" y="2350"/>
                  </a:cubicBezTo>
                  <a:cubicBezTo>
                    <a:pt x="14" y="2385"/>
                    <a:pt x="0" y="2433"/>
                    <a:pt x="0" y="2475"/>
                  </a:cubicBezTo>
                  <a:lnTo>
                    <a:pt x="0" y="4036"/>
                  </a:lnTo>
                  <a:cubicBezTo>
                    <a:pt x="0" y="4154"/>
                    <a:pt x="90" y="4244"/>
                    <a:pt x="208" y="4244"/>
                  </a:cubicBezTo>
                  <a:lnTo>
                    <a:pt x="3711" y="4244"/>
                  </a:lnTo>
                  <a:cubicBezTo>
                    <a:pt x="3746" y="4244"/>
                    <a:pt x="4550" y="4126"/>
                    <a:pt x="4953" y="3425"/>
                  </a:cubicBezTo>
                  <a:cubicBezTo>
                    <a:pt x="5279" y="2857"/>
                    <a:pt x="5251" y="2094"/>
                    <a:pt x="4855" y="1157"/>
                  </a:cubicBezTo>
                  <a:cubicBezTo>
                    <a:pt x="4578" y="471"/>
                    <a:pt x="4155" y="89"/>
                    <a:pt x="3614" y="13"/>
                  </a:cubicBezTo>
                  <a:cubicBezTo>
                    <a:pt x="3551" y="4"/>
                    <a:pt x="3487" y="0"/>
                    <a:pt x="3423" y="0"/>
                  </a:cubicBezTo>
                  <a:close/>
                </a:path>
              </a:pathLst>
            </a:custGeom>
            <a:solidFill>
              <a:srgbClr val="7B8E9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450" name="Google Shape;10450;p41"/>
            <p:cNvSpPr/>
            <p:nvPr/>
          </p:nvSpPr>
          <p:spPr>
            <a:xfrm>
              <a:off x="867550" y="3750080"/>
              <a:ext cx="137615" cy="58325"/>
            </a:xfrm>
            <a:custGeom>
              <a:rect b="b" l="l" r="r" t="t"/>
              <a:pathLst>
                <a:path extrusionOk="0" h="2220" w="5238">
                  <a:moveTo>
                    <a:pt x="105" y="0"/>
                  </a:moveTo>
                  <a:cubicBezTo>
                    <a:pt x="1" y="555"/>
                    <a:pt x="56" y="1020"/>
                    <a:pt x="278" y="1401"/>
                  </a:cubicBezTo>
                  <a:cubicBezTo>
                    <a:pt x="688" y="2102"/>
                    <a:pt x="1492" y="2220"/>
                    <a:pt x="1527" y="2220"/>
                  </a:cubicBezTo>
                  <a:lnTo>
                    <a:pt x="5030" y="2220"/>
                  </a:lnTo>
                  <a:cubicBezTo>
                    <a:pt x="5141" y="2220"/>
                    <a:pt x="5238" y="2130"/>
                    <a:pt x="5238" y="2012"/>
                  </a:cubicBezTo>
                  <a:lnTo>
                    <a:pt x="5238" y="1061"/>
                  </a:lnTo>
                  <a:cubicBezTo>
                    <a:pt x="5231" y="1172"/>
                    <a:pt x="5141" y="1270"/>
                    <a:pt x="5030" y="1270"/>
                  </a:cubicBezTo>
                  <a:lnTo>
                    <a:pt x="1527" y="1270"/>
                  </a:lnTo>
                  <a:cubicBezTo>
                    <a:pt x="1492" y="1263"/>
                    <a:pt x="688" y="1152"/>
                    <a:pt x="278" y="444"/>
                  </a:cubicBezTo>
                  <a:cubicBezTo>
                    <a:pt x="202" y="305"/>
                    <a:pt x="140" y="160"/>
                    <a:pt x="105" y="0"/>
                  </a:cubicBezTo>
                  <a:close/>
                </a:path>
              </a:pathLst>
            </a:custGeom>
            <a:solidFill>
              <a:srgbClr val="657A8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451" name="Google Shape;10451;p41"/>
            <p:cNvSpPr/>
            <p:nvPr/>
          </p:nvSpPr>
          <p:spPr>
            <a:xfrm>
              <a:off x="1035221" y="3750080"/>
              <a:ext cx="137431" cy="58325"/>
            </a:xfrm>
            <a:custGeom>
              <a:rect b="b" l="l" r="r" t="t"/>
              <a:pathLst>
                <a:path extrusionOk="0" h="2220" w="5231">
                  <a:moveTo>
                    <a:pt x="5126" y="0"/>
                  </a:moveTo>
                  <a:cubicBezTo>
                    <a:pt x="5091" y="153"/>
                    <a:pt x="5036" y="305"/>
                    <a:pt x="4953" y="444"/>
                  </a:cubicBezTo>
                  <a:cubicBezTo>
                    <a:pt x="4550" y="1145"/>
                    <a:pt x="3739" y="1263"/>
                    <a:pt x="3711" y="1263"/>
                  </a:cubicBezTo>
                  <a:lnTo>
                    <a:pt x="208" y="1263"/>
                  </a:lnTo>
                  <a:cubicBezTo>
                    <a:pt x="90" y="1263"/>
                    <a:pt x="0" y="1172"/>
                    <a:pt x="0" y="1055"/>
                  </a:cubicBezTo>
                  <a:lnTo>
                    <a:pt x="0" y="2012"/>
                  </a:lnTo>
                  <a:cubicBezTo>
                    <a:pt x="0" y="2123"/>
                    <a:pt x="90" y="2220"/>
                    <a:pt x="208" y="2220"/>
                  </a:cubicBezTo>
                  <a:lnTo>
                    <a:pt x="3711" y="2220"/>
                  </a:lnTo>
                  <a:cubicBezTo>
                    <a:pt x="3746" y="2213"/>
                    <a:pt x="4550" y="2102"/>
                    <a:pt x="4953" y="1394"/>
                  </a:cubicBezTo>
                  <a:cubicBezTo>
                    <a:pt x="5175" y="1020"/>
                    <a:pt x="5230" y="548"/>
                    <a:pt x="5126" y="0"/>
                  </a:cubicBezTo>
                  <a:close/>
                </a:path>
              </a:pathLst>
            </a:custGeom>
            <a:solidFill>
              <a:srgbClr val="657A8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452" name="Google Shape;10452;p41"/>
            <p:cNvSpPr/>
            <p:nvPr/>
          </p:nvSpPr>
          <p:spPr>
            <a:xfrm>
              <a:off x="994210" y="3756438"/>
              <a:ext cx="51967" cy="51967"/>
            </a:xfrm>
            <a:custGeom>
              <a:rect b="b" l="l" r="r" t="t"/>
              <a:pathLst>
                <a:path extrusionOk="0" h="1978" w="1978">
                  <a:moveTo>
                    <a:pt x="209" y="1"/>
                  </a:moveTo>
                  <a:cubicBezTo>
                    <a:pt x="91" y="1"/>
                    <a:pt x="1" y="98"/>
                    <a:pt x="1" y="209"/>
                  </a:cubicBezTo>
                  <a:lnTo>
                    <a:pt x="1" y="1770"/>
                  </a:lnTo>
                  <a:cubicBezTo>
                    <a:pt x="1" y="1888"/>
                    <a:pt x="91" y="1978"/>
                    <a:pt x="209" y="1978"/>
                  </a:cubicBezTo>
                  <a:lnTo>
                    <a:pt x="1769" y="1978"/>
                  </a:lnTo>
                  <a:cubicBezTo>
                    <a:pt x="1880" y="1978"/>
                    <a:pt x="1977" y="1888"/>
                    <a:pt x="1977" y="1770"/>
                  </a:cubicBezTo>
                  <a:lnTo>
                    <a:pt x="1977" y="209"/>
                  </a:lnTo>
                  <a:cubicBezTo>
                    <a:pt x="1977" y="98"/>
                    <a:pt x="1880" y="1"/>
                    <a:pt x="1769" y="1"/>
                  </a:cubicBezTo>
                  <a:close/>
                </a:path>
              </a:pathLst>
            </a:custGeom>
            <a:solidFill>
              <a:srgbClr val="657A8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453" name="Google Shape;10453;p41"/>
            <p:cNvSpPr/>
            <p:nvPr/>
          </p:nvSpPr>
          <p:spPr>
            <a:xfrm>
              <a:off x="994210" y="3783420"/>
              <a:ext cx="51967" cy="24985"/>
            </a:xfrm>
            <a:custGeom>
              <a:rect b="b" l="l" r="r" t="t"/>
              <a:pathLst>
                <a:path extrusionOk="0" h="951" w="1978">
                  <a:moveTo>
                    <a:pt x="1" y="1"/>
                  </a:moveTo>
                  <a:lnTo>
                    <a:pt x="1" y="743"/>
                  </a:lnTo>
                  <a:cubicBezTo>
                    <a:pt x="1" y="861"/>
                    <a:pt x="91" y="951"/>
                    <a:pt x="209" y="951"/>
                  </a:cubicBezTo>
                  <a:lnTo>
                    <a:pt x="1769" y="951"/>
                  </a:lnTo>
                  <a:cubicBezTo>
                    <a:pt x="1880" y="951"/>
                    <a:pt x="1977" y="861"/>
                    <a:pt x="1977" y="743"/>
                  </a:cubicBezTo>
                  <a:lnTo>
                    <a:pt x="1977" y="1"/>
                  </a:lnTo>
                  <a:close/>
                </a:path>
              </a:pathLst>
            </a:custGeom>
            <a:solidFill>
              <a:srgbClr val="435D7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454" name="Google Shape;10454;p41"/>
            <p:cNvSpPr/>
            <p:nvPr/>
          </p:nvSpPr>
          <p:spPr>
            <a:xfrm>
              <a:off x="861718" y="3851387"/>
              <a:ext cx="316768" cy="188269"/>
            </a:xfrm>
            <a:custGeom>
              <a:rect b="b" l="l" r="r" t="t"/>
              <a:pathLst>
                <a:path extrusionOk="0" h="7166" w="12057">
                  <a:moveTo>
                    <a:pt x="209" y="1"/>
                  </a:moveTo>
                  <a:cubicBezTo>
                    <a:pt x="98" y="1"/>
                    <a:pt x="1" y="91"/>
                    <a:pt x="1" y="209"/>
                  </a:cubicBezTo>
                  <a:lnTo>
                    <a:pt x="1" y="6264"/>
                  </a:lnTo>
                  <a:cubicBezTo>
                    <a:pt x="1" y="6757"/>
                    <a:pt x="410" y="7166"/>
                    <a:pt x="903" y="7166"/>
                  </a:cubicBezTo>
                  <a:lnTo>
                    <a:pt x="11154" y="7166"/>
                  </a:lnTo>
                  <a:cubicBezTo>
                    <a:pt x="11654" y="7166"/>
                    <a:pt x="12056" y="6757"/>
                    <a:pt x="12056" y="6264"/>
                  </a:cubicBezTo>
                  <a:lnTo>
                    <a:pt x="12056" y="209"/>
                  </a:lnTo>
                  <a:cubicBezTo>
                    <a:pt x="12056" y="98"/>
                    <a:pt x="11966" y="1"/>
                    <a:pt x="11848" y="1"/>
                  </a:cubicBezTo>
                  <a:close/>
                </a:path>
              </a:pathLst>
            </a:custGeom>
            <a:solidFill>
              <a:srgbClr val="A7B5C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455" name="Google Shape;10455;p41"/>
            <p:cNvSpPr/>
            <p:nvPr/>
          </p:nvSpPr>
          <p:spPr>
            <a:xfrm>
              <a:off x="861718" y="3851387"/>
              <a:ext cx="316768" cy="29005"/>
            </a:xfrm>
            <a:custGeom>
              <a:rect b="b" l="l" r="r" t="t"/>
              <a:pathLst>
                <a:path extrusionOk="0" h="1104" w="12057">
                  <a:moveTo>
                    <a:pt x="209" y="1"/>
                  </a:moveTo>
                  <a:cubicBezTo>
                    <a:pt x="98" y="1"/>
                    <a:pt x="1" y="91"/>
                    <a:pt x="1" y="209"/>
                  </a:cubicBezTo>
                  <a:lnTo>
                    <a:pt x="1" y="1104"/>
                  </a:lnTo>
                  <a:lnTo>
                    <a:pt x="12056" y="1104"/>
                  </a:lnTo>
                  <a:lnTo>
                    <a:pt x="12056" y="209"/>
                  </a:lnTo>
                  <a:cubicBezTo>
                    <a:pt x="12056" y="98"/>
                    <a:pt x="11966" y="1"/>
                    <a:pt x="11848" y="1"/>
                  </a:cubicBezTo>
                  <a:close/>
                </a:path>
              </a:pathLst>
            </a:custGeom>
            <a:solidFill>
              <a:srgbClr val="7F93A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456" name="Google Shape;10456;p41"/>
            <p:cNvSpPr/>
            <p:nvPr/>
          </p:nvSpPr>
          <p:spPr>
            <a:xfrm>
              <a:off x="834394" y="3797450"/>
              <a:ext cx="371598" cy="64893"/>
            </a:xfrm>
            <a:custGeom>
              <a:rect b="b" l="l" r="r" t="t"/>
              <a:pathLst>
                <a:path extrusionOk="0" h="2470" w="14144">
                  <a:moveTo>
                    <a:pt x="209" y="1"/>
                  </a:moveTo>
                  <a:cubicBezTo>
                    <a:pt x="91" y="1"/>
                    <a:pt x="0" y="98"/>
                    <a:pt x="0" y="209"/>
                  </a:cubicBezTo>
                  <a:lnTo>
                    <a:pt x="0" y="2262"/>
                  </a:lnTo>
                  <a:cubicBezTo>
                    <a:pt x="0" y="2380"/>
                    <a:pt x="91" y="2470"/>
                    <a:pt x="209" y="2470"/>
                  </a:cubicBezTo>
                  <a:lnTo>
                    <a:pt x="13935" y="2470"/>
                  </a:lnTo>
                  <a:cubicBezTo>
                    <a:pt x="14053" y="2470"/>
                    <a:pt x="14143" y="2380"/>
                    <a:pt x="14143" y="2262"/>
                  </a:cubicBezTo>
                  <a:lnTo>
                    <a:pt x="14143" y="209"/>
                  </a:lnTo>
                  <a:cubicBezTo>
                    <a:pt x="14143" y="98"/>
                    <a:pt x="14053" y="1"/>
                    <a:pt x="13935" y="1"/>
                  </a:cubicBezTo>
                  <a:close/>
                </a:path>
              </a:pathLst>
            </a:custGeom>
            <a:solidFill>
              <a:srgbClr val="BFC9D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457" name="Google Shape;10457;p41"/>
            <p:cNvSpPr/>
            <p:nvPr/>
          </p:nvSpPr>
          <p:spPr>
            <a:xfrm>
              <a:off x="834210" y="3837174"/>
              <a:ext cx="371782" cy="25169"/>
            </a:xfrm>
            <a:custGeom>
              <a:rect b="b" l="l" r="r" t="t"/>
              <a:pathLst>
                <a:path extrusionOk="0" h="958" w="14151">
                  <a:moveTo>
                    <a:pt x="1" y="1"/>
                  </a:moveTo>
                  <a:lnTo>
                    <a:pt x="1" y="750"/>
                  </a:lnTo>
                  <a:cubicBezTo>
                    <a:pt x="1" y="868"/>
                    <a:pt x="91" y="958"/>
                    <a:pt x="209" y="958"/>
                  </a:cubicBezTo>
                  <a:lnTo>
                    <a:pt x="13942" y="958"/>
                  </a:lnTo>
                  <a:cubicBezTo>
                    <a:pt x="14060" y="958"/>
                    <a:pt x="14150" y="868"/>
                    <a:pt x="14150" y="750"/>
                  </a:cubicBezTo>
                  <a:lnTo>
                    <a:pt x="14150" y="1"/>
                  </a:lnTo>
                  <a:close/>
                </a:path>
              </a:pathLst>
            </a:custGeom>
            <a:solidFill>
              <a:srgbClr val="A2B1C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458" name="Google Shape;10458;p41"/>
            <p:cNvSpPr/>
            <p:nvPr/>
          </p:nvSpPr>
          <p:spPr>
            <a:xfrm>
              <a:off x="987642" y="3797450"/>
              <a:ext cx="64919" cy="242206"/>
            </a:xfrm>
            <a:custGeom>
              <a:rect b="b" l="l" r="r" t="t"/>
              <a:pathLst>
                <a:path extrusionOk="0" h="9219" w="2471">
                  <a:moveTo>
                    <a:pt x="209" y="1"/>
                  </a:moveTo>
                  <a:cubicBezTo>
                    <a:pt x="98" y="1"/>
                    <a:pt x="1" y="98"/>
                    <a:pt x="1" y="209"/>
                  </a:cubicBezTo>
                  <a:lnTo>
                    <a:pt x="1" y="9011"/>
                  </a:lnTo>
                  <a:cubicBezTo>
                    <a:pt x="1" y="9122"/>
                    <a:pt x="98" y="9219"/>
                    <a:pt x="209" y="9219"/>
                  </a:cubicBezTo>
                  <a:lnTo>
                    <a:pt x="2262" y="9219"/>
                  </a:lnTo>
                  <a:cubicBezTo>
                    <a:pt x="2380" y="9219"/>
                    <a:pt x="2470" y="9122"/>
                    <a:pt x="2470" y="9011"/>
                  </a:cubicBezTo>
                  <a:lnTo>
                    <a:pt x="2470" y="209"/>
                  </a:lnTo>
                  <a:cubicBezTo>
                    <a:pt x="2470" y="98"/>
                    <a:pt x="2380" y="1"/>
                    <a:pt x="2262" y="1"/>
                  </a:cubicBezTo>
                  <a:close/>
                </a:path>
              </a:pathLst>
            </a:custGeom>
            <a:solidFill>
              <a:srgbClr val="7B8E9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459" name="Google Shape;10459;p41"/>
            <p:cNvSpPr/>
            <p:nvPr/>
          </p:nvSpPr>
          <p:spPr>
            <a:xfrm>
              <a:off x="1027366" y="3797450"/>
              <a:ext cx="25195" cy="242206"/>
            </a:xfrm>
            <a:custGeom>
              <a:rect b="b" l="l" r="r" t="t"/>
              <a:pathLst>
                <a:path extrusionOk="0" h="9219" w="959">
                  <a:moveTo>
                    <a:pt x="1" y="1"/>
                  </a:moveTo>
                  <a:lnTo>
                    <a:pt x="1" y="9219"/>
                  </a:lnTo>
                  <a:lnTo>
                    <a:pt x="750" y="9219"/>
                  </a:lnTo>
                  <a:cubicBezTo>
                    <a:pt x="868" y="9219"/>
                    <a:pt x="958" y="9122"/>
                    <a:pt x="958" y="9011"/>
                  </a:cubicBezTo>
                  <a:lnTo>
                    <a:pt x="958" y="209"/>
                  </a:lnTo>
                  <a:cubicBezTo>
                    <a:pt x="958" y="98"/>
                    <a:pt x="868" y="1"/>
                    <a:pt x="750" y="1"/>
                  </a:cubicBezTo>
                  <a:close/>
                </a:path>
              </a:pathLst>
            </a:custGeom>
            <a:solidFill>
              <a:srgbClr val="657A8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0460" name="Google Shape;10460;p41"/>
          <p:cNvGrpSpPr/>
          <p:nvPr/>
        </p:nvGrpSpPr>
        <p:grpSpPr>
          <a:xfrm>
            <a:off x="1359398" y="3682271"/>
            <a:ext cx="395295" cy="371966"/>
            <a:chOff x="1359398" y="3682271"/>
            <a:chExt cx="395295" cy="371966"/>
          </a:xfrm>
        </p:grpSpPr>
        <p:sp>
          <p:nvSpPr>
            <p:cNvPr id="10461" name="Google Shape;10461;p41"/>
            <p:cNvSpPr/>
            <p:nvPr/>
          </p:nvSpPr>
          <p:spPr>
            <a:xfrm>
              <a:off x="1382911" y="3682271"/>
              <a:ext cx="371782" cy="371966"/>
            </a:xfrm>
            <a:custGeom>
              <a:rect b="b" l="l" r="r" t="t"/>
              <a:pathLst>
                <a:path extrusionOk="0" h="14158" w="14151">
                  <a:moveTo>
                    <a:pt x="7075" y="1"/>
                  </a:moveTo>
                  <a:cubicBezTo>
                    <a:pt x="3170" y="1"/>
                    <a:pt x="0" y="3171"/>
                    <a:pt x="0" y="7083"/>
                  </a:cubicBezTo>
                  <a:cubicBezTo>
                    <a:pt x="0" y="10988"/>
                    <a:pt x="3170" y="14158"/>
                    <a:pt x="7075" y="14158"/>
                  </a:cubicBezTo>
                  <a:cubicBezTo>
                    <a:pt x="10980" y="14158"/>
                    <a:pt x="14150" y="10988"/>
                    <a:pt x="14150" y="7083"/>
                  </a:cubicBezTo>
                  <a:cubicBezTo>
                    <a:pt x="14150" y="3171"/>
                    <a:pt x="10980" y="1"/>
                    <a:pt x="7075" y="1"/>
                  </a:cubicBezTo>
                  <a:close/>
                </a:path>
              </a:pathLst>
            </a:custGeom>
            <a:solidFill>
              <a:srgbClr val="C5CFD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462" name="Google Shape;10462;p41"/>
            <p:cNvSpPr/>
            <p:nvPr/>
          </p:nvSpPr>
          <p:spPr>
            <a:xfrm>
              <a:off x="1498090" y="3920668"/>
              <a:ext cx="141241" cy="39172"/>
            </a:xfrm>
            <a:custGeom>
              <a:rect b="b" l="l" r="r" t="t"/>
              <a:pathLst>
                <a:path extrusionOk="0" h="1491" w="5376">
                  <a:moveTo>
                    <a:pt x="408" y="0"/>
                  </a:moveTo>
                  <a:cubicBezTo>
                    <a:pt x="190" y="0"/>
                    <a:pt x="1" y="270"/>
                    <a:pt x="194" y="485"/>
                  </a:cubicBezTo>
                  <a:cubicBezTo>
                    <a:pt x="777" y="1109"/>
                    <a:pt x="1706" y="1491"/>
                    <a:pt x="2691" y="1491"/>
                  </a:cubicBezTo>
                  <a:cubicBezTo>
                    <a:pt x="3676" y="1491"/>
                    <a:pt x="4606" y="1109"/>
                    <a:pt x="5181" y="485"/>
                  </a:cubicBezTo>
                  <a:cubicBezTo>
                    <a:pt x="5375" y="270"/>
                    <a:pt x="5181" y="0"/>
                    <a:pt x="4964" y="0"/>
                  </a:cubicBezTo>
                  <a:cubicBezTo>
                    <a:pt x="4894" y="0"/>
                    <a:pt x="4821" y="29"/>
                    <a:pt x="4758" y="97"/>
                  </a:cubicBezTo>
                  <a:cubicBezTo>
                    <a:pt x="4287" y="610"/>
                    <a:pt x="3510" y="915"/>
                    <a:pt x="2684" y="915"/>
                  </a:cubicBezTo>
                  <a:cubicBezTo>
                    <a:pt x="1859" y="915"/>
                    <a:pt x="1089" y="610"/>
                    <a:pt x="617" y="97"/>
                  </a:cubicBezTo>
                  <a:cubicBezTo>
                    <a:pt x="553" y="29"/>
                    <a:pt x="479" y="0"/>
                    <a:pt x="408" y="0"/>
                  </a:cubicBezTo>
                  <a:close/>
                </a:path>
              </a:pathLst>
            </a:custGeom>
            <a:solidFill>
              <a:srgbClr val="4C5F7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463" name="Google Shape;10463;p41"/>
            <p:cNvSpPr/>
            <p:nvPr/>
          </p:nvSpPr>
          <p:spPr>
            <a:xfrm>
              <a:off x="1490786" y="3826428"/>
              <a:ext cx="30108" cy="41931"/>
            </a:xfrm>
            <a:custGeom>
              <a:rect b="b" l="l" r="r" t="t"/>
              <a:pathLst>
                <a:path extrusionOk="0" h="1596" w="1146">
                  <a:moveTo>
                    <a:pt x="557" y="0"/>
                  </a:moveTo>
                  <a:cubicBezTo>
                    <a:pt x="251" y="0"/>
                    <a:pt x="1" y="254"/>
                    <a:pt x="1" y="569"/>
                  </a:cubicBezTo>
                  <a:lnTo>
                    <a:pt x="1" y="1020"/>
                  </a:lnTo>
                  <a:cubicBezTo>
                    <a:pt x="1" y="1339"/>
                    <a:pt x="257" y="1596"/>
                    <a:pt x="569" y="1596"/>
                  </a:cubicBezTo>
                  <a:cubicBezTo>
                    <a:pt x="888" y="1596"/>
                    <a:pt x="1145" y="1339"/>
                    <a:pt x="1145" y="1027"/>
                  </a:cubicBezTo>
                  <a:lnTo>
                    <a:pt x="1145" y="569"/>
                  </a:lnTo>
                  <a:cubicBezTo>
                    <a:pt x="1145" y="250"/>
                    <a:pt x="888" y="0"/>
                    <a:pt x="569" y="0"/>
                  </a:cubicBezTo>
                  <a:cubicBezTo>
                    <a:pt x="565" y="0"/>
                    <a:pt x="561" y="0"/>
                    <a:pt x="557" y="0"/>
                  </a:cubicBezTo>
                  <a:close/>
                </a:path>
              </a:pathLst>
            </a:custGeom>
            <a:solidFill>
              <a:srgbClr val="38383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464" name="Google Shape;10464;p41"/>
            <p:cNvSpPr/>
            <p:nvPr/>
          </p:nvSpPr>
          <p:spPr>
            <a:xfrm>
              <a:off x="1502819" y="3826349"/>
              <a:ext cx="18075" cy="29951"/>
            </a:xfrm>
            <a:custGeom>
              <a:rect b="b" l="l" r="r" t="t"/>
              <a:pathLst>
                <a:path extrusionOk="0" h="1140" w="688">
                  <a:moveTo>
                    <a:pt x="79" y="1"/>
                  </a:moveTo>
                  <a:cubicBezTo>
                    <a:pt x="53" y="1"/>
                    <a:pt x="25" y="5"/>
                    <a:pt x="0" y="10"/>
                  </a:cubicBezTo>
                  <a:lnTo>
                    <a:pt x="0" y="801"/>
                  </a:lnTo>
                  <a:cubicBezTo>
                    <a:pt x="0" y="1027"/>
                    <a:pt x="172" y="1139"/>
                    <a:pt x="344" y="1139"/>
                  </a:cubicBezTo>
                  <a:cubicBezTo>
                    <a:pt x="515" y="1139"/>
                    <a:pt x="687" y="1027"/>
                    <a:pt x="687" y="801"/>
                  </a:cubicBezTo>
                  <a:lnTo>
                    <a:pt x="687" y="572"/>
                  </a:lnTo>
                  <a:cubicBezTo>
                    <a:pt x="687" y="253"/>
                    <a:pt x="430" y="3"/>
                    <a:pt x="111" y="3"/>
                  </a:cubicBezTo>
                  <a:cubicBezTo>
                    <a:pt x="101" y="1"/>
                    <a:pt x="90" y="1"/>
                    <a:pt x="79" y="1"/>
                  </a:cubicBezTo>
                  <a:close/>
                </a:path>
              </a:pathLst>
            </a:custGeom>
            <a:solidFill>
              <a:srgbClr val="3C516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465" name="Google Shape;10465;p41"/>
            <p:cNvSpPr/>
            <p:nvPr/>
          </p:nvSpPr>
          <p:spPr>
            <a:xfrm>
              <a:off x="1616710" y="3826244"/>
              <a:ext cx="30082" cy="42115"/>
            </a:xfrm>
            <a:custGeom>
              <a:rect b="b" l="l" r="r" t="t"/>
              <a:pathLst>
                <a:path extrusionOk="0" h="1603" w="1145">
                  <a:moveTo>
                    <a:pt x="576" y="1"/>
                  </a:moveTo>
                  <a:cubicBezTo>
                    <a:pt x="257" y="1"/>
                    <a:pt x="1" y="257"/>
                    <a:pt x="1" y="576"/>
                  </a:cubicBezTo>
                  <a:lnTo>
                    <a:pt x="1" y="1027"/>
                  </a:lnTo>
                  <a:cubicBezTo>
                    <a:pt x="1" y="1346"/>
                    <a:pt x="257" y="1603"/>
                    <a:pt x="576" y="1603"/>
                  </a:cubicBezTo>
                  <a:cubicBezTo>
                    <a:pt x="888" y="1603"/>
                    <a:pt x="1145" y="1346"/>
                    <a:pt x="1145" y="1027"/>
                  </a:cubicBezTo>
                  <a:lnTo>
                    <a:pt x="1145" y="576"/>
                  </a:lnTo>
                  <a:cubicBezTo>
                    <a:pt x="1145" y="257"/>
                    <a:pt x="888" y="1"/>
                    <a:pt x="576" y="1"/>
                  </a:cubicBezTo>
                  <a:close/>
                </a:path>
              </a:pathLst>
            </a:custGeom>
            <a:solidFill>
              <a:srgbClr val="38383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466" name="Google Shape;10466;p41"/>
            <p:cNvSpPr/>
            <p:nvPr/>
          </p:nvSpPr>
          <p:spPr>
            <a:xfrm>
              <a:off x="1628743" y="3826349"/>
              <a:ext cx="18049" cy="29951"/>
            </a:xfrm>
            <a:custGeom>
              <a:rect b="b" l="l" r="r" t="t"/>
              <a:pathLst>
                <a:path extrusionOk="0" h="1140" w="687">
                  <a:moveTo>
                    <a:pt x="82" y="1"/>
                  </a:moveTo>
                  <a:cubicBezTo>
                    <a:pt x="53" y="1"/>
                    <a:pt x="25" y="5"/>
                    <a:pt x="0" y="10"/>
                  </a:cubicBezTo>
                  <a:lnTo>
                    <a:pt x="0" y="801"/>
                  </a:lnTo>
                  <a:cubicBezTo>
                    <a:pt x="0" y="1027"/>
                    <a:pt x="172" y="1139"/>
                    <a:pt x="344" y="1139"/>
                  </a:cubicBezTo>
                  <a:cubicBezTo>
                    <a:pt x="515" y="1139"/>
                    <a:pt x="687" y="1027"/>
                    <a:pt x="687" y="801"/>
                  </a:cubicBezTo>
                  <a:lnTo>
                    <a:pt x="687" y="572"/>
                  </a:lnTo>
                  <a:cubicBezTo>
                    <a:pt x="687" y="253"/>
                    <a:pt x="430" y="3"/>
                    <a:pt x="118" y="3"/>
                  </a:cubicBezTo>
                  <a:cubicBezTo>
                    <a:pt x="106" y="1"/>
                    <a:pt x="94" y="1"/>
                    <a:pt x="82" y="1"/>
                  </a:cubicBezTo>
                  <a:close/>
                </a:path>
              </a:pathLst>
            </a:custGeom>
            <a:solidFill>
              <a:srgbClr val="3C516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467" name="Google Shape;10467;p41"/>
            <p:cNvSpPr/>
            <p:nvPr/>
          </p:nvSpPr>
          <p:spPr>
            <a:xfrm>
              <a:off x="1359398" y="3724018"/>
              <a:ext cx="353733" cy="330114"/>
            </a:xfrm>
            <a:custGeom>
              <a:rect b="b" l="l" r="r" t="t"/>
              <a:pathLst>
                <a:path extrusionOk="0" h="12565" w="13464">
                  <a:moveTo>
                    <a:pt x="3510" y="0"/>
                  </a:moveTo>
                  <a:cubicBezTo>
                    <a:pt x="250" y="2650"/>
                    <a:pt x="1" y="7526"/>
                    <a:pt x="2969" y="10495"/>
                  </a:cubicBezTo>
                  <a:cubicBezTo>
                    <a:pt x="4356" y="11882"/>
                    <a:pt x="6164" y="12564"/>
                    <a:pt x="7967" y="12564"/>
                  </a:cubicBezTo>
                  <a:cubicBezTo>
                    <a:pt x="10014" y="12564"/>
                    <a:pt x="12055" y="11684"/>
                    <a:pt x="13464" y="9954"/>
                  </a:cubicBezTo>
                  <a:lnTo>
                    <a:pt x="13464" y="9954"/>
                  </a:lnTo>
                  <a:cubicBezTo>
                    <a:pt x="12201" y="10980"/>
                    <a:pt x="10627" y="11542"/>
                    <a:pt x="8997" y="11542"/>
                  </a:cubicBezTo>
                  <a:cubicBezTo>
                    <a:pt x="6271" y="11542"/>
                    <a:pt x="3781" y="9968"/>
                    <a:pt x="2609" y="7505"/>
                  </a:cubicBezTo>
                  <a:cubicBezTo>
                    <a:pt x="1436" y="5036"/>
                    <a:pt x="1783" y="2116"/>
                    <a:pt x="3510" y="0"/>
                  </a:cubicBezTo>
                  <a:close/>
                </a:path>
              </a:pathLst>
            </a:custGeom>
            <a:solidFill>
              <a:srgbClr val="B0BDC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0468" name="Google Shape;10468;p41"/>
          <p:cNvGrpSpPr/>
          <p:nvPr/>
        </p:nvGrpSpPr>
        <p:grpSpPr>
          <a:xfrm>
            <a:off x="1908099" y="3682271"/>
            <a:ext cx="395296" cy="371966"/>
            <a:chOff x="1908099" y="3682271"/>
            <a:chExt cx="395296" cy="371966"/>
          </a:xfrm>
        </p:grpSpPr>
        <p:sp>
          <p:nvSpPr>
            <p:cNvPr id="10469" name="Google Shape;10469;p41"/>
            <p:cNvSpPr/>
            <p:nvPr/>
          </p:nvSpPr>
          <p:spPr>
            <a:xfrm>
              <a:off x="1931613" y="3682271"/>
              <a:ext cx="371782" cy="371966"/>
            </a:xfrm>
            <a:custGeom>
              <a:rect b="b" l="l" r="r" t="t"/>
              <a:pathLst>
                <a:path extrusionOk="0" h="14158" w="14151">
                  <a:moveTo>
                    <a:pt x="7075" y="1"/>
                  </a:moveTo>
                  <a:cubicBezTo>
                    <a:pt x="3163" y="1"/>
                    <a:pt x="0" y="3171"/>
                    <a:pt x="0" y="7083"/>
                  </a:cubicBezTo>
                  <a:cubicBezTo>
                    <a:pt x="0" y="10988"/>
                    <a:pt x="3163" y="14158"/>
                    <a:pt x="7075" y="14158"/>
                  </a:cubicBezTo>
                  <a:cubicBezTo>
                    <a:pt x="10980" y="14158"/>
                    <a:pt x="14150" y="10988"/>
                    <a:pt x="14150" y="7083"/>
                  </a:cubicBezTo>
                  <a:cubicBezTo>
                    <a:pt x="14150" y="3171"/>
                    <a:pt x="10980" y="1"/>
                    <a:pt x="7075" y="1"/>
                  </a:cubicBezTo>
                  <a:close/>
                </a:path>
              </a:pathLst>
            </a:custGeom>
            <a:solidFill>
              <a:srgbClr val="C5CFD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470" name="Google Shape;10470;p41"/>
            <p:cNvSpPr/>
            <p:nvPr/>
          </p:nvSpPr>
          <p:spPr>
            <a:xfrm>
              <a:off x="2039487" y="3826244"/>
              <a:ext cx="30082" cy="42115"/>
            </a:xfrm>
            <a:custGeom>
              <a:rect b="b" l="l" r="r" t="t"/>
              <a:pathLst>
                <a:path extrusionOk="0" h="1603" w="1145">
                  <a:moveTo>
                    <a:pt x="569" y="1"/>
                  </a:moveTo>
                  <a:cubicBezTo>
                    <a:pt x="257" y="1"/>
                    <a:pt x="0" y="257"/>
                    <a:pt x="0" y="576"/>
                  </a:cubicBezTo>
                  <a:lnTo>
                    <a:pt x="0" y="1027"/>
                  </a:lnTo>
                  <a:cubicBezTo>
                    <a:pt x="0" y="1346"/>
                    <a:pt x="257" y="1603"/>
                    <a:pt x="569" y="1603"/>
                  </a:cubicBezTo>
                  <a:cubicBezTo>
                    <a:pt x="888" y="1603"/>
                    <a:pt x="1145" y="1346"/>
                    <a:pt x="1145" y="1027"/>
                  </a:cubicBezTo>
                  <a:lnTo>
                    <a:pt x="1145" y="576"/>
                  </a:lnTo>
                  <a:cubicBezTo>
                    <a:pt x="1145" y="257"/>
                    <a:pt x="888" y="1"/>
                    <a:pt x="569" y="1"/>
                  </a:cubicBezTo>
                  <a:close/>
                </a:path>
              </a:pathLst>
            </a:custGeom>
            <a:solidFill>
              <a:srgbClr val="38383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471" name="Google Shape;10471;p41"/>
            <p:cNvSpPr/>
            <p:nvPr/>
          </p:nvSpPr>
          <p:spPr>
            <a:xfrm>
              <a:off x="2051520" y="3826349"/>
              <a:ext cx="18049" cy="29951"/>
            </a:xfrm>
            <a:custGeom>
              <a:rect b="b" l="l" r="r" t="t"/>
              <a:pathLst>
                <a:path extrusionOk="0" h="1140" w="687">
                  <a:moveTo>
                    <a:pt x="79" y="1"/>
                  </a:moveTo>
                  <a:cubicBezTo>
                    <a:pt x="53" y="1"/>
                    <a:pt x="25" y="5"/>
                    <a:pt x="0" y="10"/>
                  </a:cubicBezTo>
                  <a:lnTo>
                    <a:pt x="0" y="801"/>
                  </a:lnTo>
                  <a:cubicBezTo>
                    <a:pt x="0" y="1027"/>
                    <a:pt x="172" y="1139"/>
                    <a:pt x="344" y="1139"/>
                  </a:cubicBezTo>
                  <a:cubicBezTo>
                    <a:pt x="515" y="1139"/>
                    <a:pt x="687" y="1027"/>
                    <a:pt x="687" y="801"/>
                  </a:cubicBezTo>
                  <a:lnTo>
                    <a:pt x="687" y="572"/>
                  </a:lnTo>
                  <a:cubicBezTo>
                    <a:pt x="687" y="253"/>
                    <a:pt x="430" y="3"/>
                    <a:pt x="111" y="3"/>
                  </a:cubicBezTo>
                  <a:cubicBezTo>
                    <a:pt x="101" y="1"/>
                    <a:pt x="90" y="1"/>
                    <a:pt x="79" y="1"/>
                  </a:cubicBezTo>
                  <a:close/>
                </a:path>
              </a:pathLst>
            </a:custGeom>
            <a:solidFill>
              <a:srgbClr val="3C516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472" name="Google Shape;10472;p41"/>
            <p:cNvSpPr/>
            <p:nvPr/>
          </p:nvSpPr>
          <p:spPr>
            <a:xfrm>
              <a:off x="2165412" y="3826244"/>
              <a:ext cx="30082" cy="42115"/>
            </a:xfrm>
            <a:custGeom>
              <a:rect b="b" l="l" r="r" t="t"/>
              <a:pathLst>
                <a:path extrusionOk="0" h="1603" w="1145">
                  <a:moveTo>
                    <a:pt x="569" y="1"/>
                  </a:moveTo>
                  <a:cubicBezTo>
                    <a:pt x="257" y="1"/>
                    <a:pt x="0" y="257"/>
                    <a:pt x="0" y="576"/>
                  </a:cubicBezTo>
                  <a:lnTo>
                    <a:pt x="0" y="1027"/>
                  </a:lnTo>
                  <a:cubicBezTo>
                    <a:pt x="0" y="1346"/>
                    <a:pt x="257" y="1603"/>
                    <a:pt x="569" y="1603"/>
                  </a:cubicBezTo>
                  <a:cubicBezTo>
                    <a:pt x="888" y="1603"/>
                    <a:pt x="1145" y="1346"/>
                    <a:pt x="1145" y="1027"/>
                  </a:cubicBezTo>
                  <a:lnTo>
                    <a:pt x="1145" y="576"/>
                  </a:lnTo>
                  <a:cubicBezTo>
                    <a:pt x="1145" y="257"/>
                    <a:pt x="888" y="1"/>
                    <a:pt x="569" y="1"/>
                  </a:cubicBezTo>
                  <a:close/>
                </a:path>
              </a:pathLst>
            </a:custGeom>
            <a:solidFill>
              <a:srgbClr val="38383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473" name="Google Shape;10473;p41"/>
            <p:cNvSpPr/>
            <p:nvPr/>
          </p:nvSpPr>
          <p:spPr>
            <a:xfrm>
              <a:off x="2177444" y="3826349"/>
              <a:ext cx="18049" cy="29951"/>
            </a:xfrm>
            <a:custGeom>
              <a:rect b="b" l="l" r="r" t="t"/>
              <a:pathLst>
                <a:path extrusionOk="0" h="1140" w="687">
                  <a:moveTo>
                    <a:pt x="79" y="1"/>
                  </a:moveTo>
                  <a:cubicBezTo>
                    <a:pt x="53" y="1"/>
                    <a:pt x="25" y="5"/>
                    <a:pt x="0" y="10"/>
                  </a:cubicBezTo>
                  <a:lnTo>
                    <a:pt x="0" y="801"/>
                  </a:lnTo>
                  <a:cubicBezTo>
                    <a:pt x="0" y="1027"/>
                    <a:pt x="172" y="1139"/>
                    <a:pt x="344" y="1139"/>
                  </a:cubicBezTo>
                  <a:cubicBezTo>
                    <a:pt x="515" y="1139"/>
                    <a:pt x="687" y="1027"/>
                    <a:pt x="687" y="801"/>
                  </a:cubicBezTo>
                  <a:lnTo>
                    <a:pt x="687" y="572"/>
                  </a:lnTo>
                  <a:cubicBezTo>
                    <a:pt x="687" y="253"/>
                    <a:pt x="430" y="3"/>
                    <a:pt x="111" y="3"/>
                  </a:cubicBezTo>
                  <a:cubicBezTo>
                    <a:pt x="101" y="1"/>
                    <a:pt x="90" y="1"/>
                    <a:pt x="79" y="1"/>
                  </a:cubicBezTo>
                  <a:close/>
                </a:path>
              </a:pathLst>
            </a:custGeom>
            <a:solidFill>
              <a:srgbClr val="3C516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474" name="Google Shape;10474;p41"/>
            <p:cNvSpPr/>
            <p:nvPr/>
          </p:nvSpPr>
          <p:spPr>
            <a:xfrm>
              <a:off x="2047501" y="3920825"/>
              <a:ext cx="140532" cy="39015"/>
            </a:xfrm>
            <a:custGeom>
              <a:rect b="b" l="l" r="r" t="t"/>
              <a:pathLst>
                <a:path extrusionOk="0" h="1485" w="5349">
                  <a:moveTo>
                    <a:pt x="2664" y="0"/>
                  </a:moveTo>
                  <a:cubicBezTo>
                    <a:pt x="1679" y="0"/>
                    <a:pt x="750" y="375"/>
                    <a:pt x="167" y="1006"/>
                  </a:cubicBezTo>
                  <a:cubicBezTo>
                    <a:pt x="1" y="1186"/>
                    <a:pt x="132" y="1485"/>
                    <a:pt x="382" y="1485"/>
                  </a:cubicBezTo>
                  <a:cubicBezTo>
                    <a:pt x="458" y="1478"/>
                    <a:pt x="535" y="1443"/>
                    <a:pt x="590" y="1388"/>
                  </a:cubicBezTo>
                  <a:cubicBezTo>
                    <a:pt x="1062" y="874"/>
                    <a:pt x="1839" y="562"/>
                    <a:pt x="2664" y="562"/>
                  </a:cubicBezTo>
                  <a:cubicBezTo>
                    <a:pt x="3490" y="562"/>
                    <a:pt x="4259" y="874"/>
                    <a:pt x="4738" y="1388"/>
                  </a:cubicBezTo>
                  <a:cubicBezTo>
                    <a:pt x="4800" y="1455"/>
                    <a:pt x="4872" y="1483"/>
                    <a:pt x="4941" y="1483"/>
                  </a:cubicBezTo>
                  <a:cubicBezTo>
                    <a:pt x="5157" y="1483"/>
                    <a:pt x="5349" y="1209"/>
                    <a:pt x="5154" y="999"/>
                  </a:cubicBezTo>
                  <a:cubicBezTo>
                    <a:pt x="4579" y="375"/>
                    <a:pt x="3642" y="0"/>
                    <a:pt x="2664" y="0"/>
                  </a:cubicBezTo>
                  <a:close/>
                </a:path>
              </a:pathLst>
            </a:custGeom>
            <a:solidFill>
              <a:srgbClr val="4C5F7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475" name="Google Shape;10475;p41"/>
            <p:cNvSpPr/>
            <p:nvPr/>
          </p:nvSpPr>
          <p:spPr>
            <a:xfrm>
              <a:off x="1908099" y="3724018"/>
              <a:ext cx="353549" cy="330114"/>
            </a:xfrm>
            <a:custGeom>
              <a:rect b="b" l="l" r="r" t="t"/>
              <a:pathLst>
                <a:path extrusionOk="0" h="12565" w="13457">
                  <a:moveTo>
                    <a:pt x="3503" y="0"/>
                  </a:moveTo>
                  <a:lnTo>
                    <a:pt x="3503" y="0"/>
                  </a:lnTo>
                  <a:cubicBezTo>
                    <a:pt x="250" y="2650"/>
                    <a:pt x="0" y="7526"/>
                    <a:pt x="2969" y="10495"/>
                  </a:cubicBezTo>
                  <a:cubicBezTo>
                    <a:pt x="4356" y="11882"/>
                    <a:pt x="6164" y="12564"/>
                    <a:pt x="7966" y="12564"/>
                  </a:cubicBezTo>
                  <a:cubicBezTo>
                    <a:pt x="10013" y="12564"/>
                    <a:pt x="12051" y="11684"/>
                    <a:pt x="13457" y="9954"/>
                  </a:cubicBezTo>
                  <a:lnTo>
                    <a:pt x="13457" y="9954"/>
                  </a:lnTo>
                  <a:cubicBezTo>
                    <a:pt x="12201" y="10980"/>
                    <a:pt x="10620" y="11542"/>
                    <a:pt x="8997" y="11542"/>
                  </a:cubicBezTo>
                  <a:cubicBezTo>
                    <a:pt x="6264" y="11542"/>
                    <a:pt x="3781" y="9968"/>
                    <a:pt x="2608" y="7505"/>
                  </a:cubicBezTo>
                  <a:cubicBezTo>
                    <a:pt x="1436" y="5036"/>
                    <a:pt x="1783" y="2116"/>
                    <a:pt x="3503" y="0"/>
                  </a:cubicBezTo>
                  <a:close/>
                </a:path>
              </a:pathLst>
            </a:custGeom>
            <a:solidFill>
              <a:srgbClr val="B0BDC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0476" name="Google Shape;10476;p41"/>
          <p:cNvGrpSpPr/>
          <p:nvPr/>
        </p:nvGrpSpPr>
        <p:grpSpPr>
          <a:xfrm>
            <a:off x="2456800" y="3682271"/>
            <a:ext cx="395270" cy="371966"/>
            <a:chOff x="2456800" y="3682271"/>
            <a:chExt cx="395270" cy="371966"/>
          </a:xfrm>
        </p:grpSpPr>
        <p:sp>
          <p:nvSpPr>
            <p:cNvPr id="10477" name="Google Shape;10477;p41"/>
            <p:cNvSpPr/>
            <p:nvPr/>
          </p:nvSpPr>
          <p:spPr>
            <a:xfrm>
              <a:off x="2480314" y="3682271"/>
              <a:ext cx="371756" cy="371966"/>
            </a:xfrm>
            <a:custGeom>
              <a:rect b="b" l="l" r="r" t="t"/>
              <a:pathLst>
                <a:path extrusionOk="0" h="14158" w="14150">
                  <a:moveTo>
                    <a:pt x="7075" y="1"/>
                  </a:moveTo>
                  <a:cubicBezTo>
                    <a:pt x="3163" y="1"/>
                    <a:pt x="0" y="3171"/>
                    <a:pt x="0" y="7083"/>
                  </a:cubicBezTo>
                  <a:cubicBezTo>
                    <a:pt x="0" y="10988"/>
                    <a:pt x="3163" y="14158"/>
                    <a:pt x="7075" y="14158"/>
                  </a:cubicBezTo>
                  <a:cubicBezTo>
                    <a:pt x="10980" y="14158"/>
                    <a:pt x="14150" y="10988"/>
                    <a:pt x="14150" y="7083"/>
                  </a:cubicBezTo>
                  <a:cubicBezTo>
                    <a:pt x="14150" y="3171"/>
                    <a:pt x="10980" y="1"/>
                    <a:pt x="7075" y="1"/>
                  </a:cubicBezTo>
                  <a:close/>
                </a:path>
              </a:pathLst>
            </a:custGeom>
            <a:solidFill>
              <a:srgbClr val="C5CFD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478" name="Google Shape;10478;p41"/>
            <p:cNvSpPr/>
            <p:nvPr/>
          </p:nvSpPr>
          <p:spPr>
            <a:xfrm>
              <a:off x="2456800" y="3724018"/>
              <a:ext cx="353549" cy="330114"/>
            </a:xfrm>
            <a:custGeom>
              <a:rect b="b" l="l" r="r" t="t"/>
              <a:pathLst>
                <a:path extrusionOk="0" h="12565" w="13457">
                  <a:moveTo>
                    <a:pt x="3503" y="0"/>
                  </a:moveTo>
                  <a:lnTo>
                    <a:pt x="3503" y="0"/>
                  </a:lnTo>
                  <a:cubicBezTo>
                    <a:pt x="250" y="2650"/>
                    <a:pt x="0" y="7526"/>
                    <a:pt x="2969" y="10495"/>
                  </a:cubicBezTo>
                  <a:cubicBezTo>
                    <a:pt x="4356" y="11882"/>
                    <a:pt x="6164" y="12564"/>
                    <a:pt x="7966" y="12564"/>
                  </a:cubicBezTo>
                  <a:cubicBezTo>
                    <a:pt x="10012" y="12564"/>
                    <a:pt x="12051" y="11684"/>
                    <a:pt x="13457" y="9954"/>
                  </a:cubicBezTo>
                  <a:lnTo>
                    <a:pt x="13457" y="9954"/>
                  </a:lnTo>
                  <a:cubicBezTo>
                    <a:pt x="12201" y="10980"/>
                    <a:pt x="10620" y="11542"/>
                    <a:pt x="8997" y="11542"/>
                  </a:cubicBezTo>
                  <a:cubicBezTo>
                    <a:pt x="6264" y="11542"/>
                    <a:pt x="3781" y="9968"/>
                    <a:pt x="2608" y="7505"/>
                  </a:cubicBezTo>
                  <a:cubicBezTo>
                    <a:pt x="1436" y="5036"/>
                    <a:pt x="1783" y="2116"/>
                    <a:pt x="3503" y="0"/>
                  </a:cubicBezTo>
                  <a:close/>
                </a:path>
              </a:pathLst>
            </a:custGeom>
            <a:solidFill>
              <a:srgbClr val="B0BDC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479" name="Google Shape;10479;p41"/>
            <p:cNvSpPr/>
            <p:nvPr/>
          </p:nvSpPr>
          <p:spPr>
            <a:xfrm>
              <a:off x="2557318" y="3892267"/>
              <a:ext cx="217589" cy="96000"/>
            </a:xfrm>
            <a:custGeom>
              <a:rect b="b" l="l" r="r" t="t"/>
              <a:pathLst>
                <a:path extrusionOk="0" h="3654" w="8282">
                  <a:moveTo>
                    <a:pt x="244" y="1"/>
                  </a:moveTo>
                  <a:cubicBezTo>
                    <a:pt x="105" y="1"/>
                    <a:pt x="1" y="146"/>
                    <a:pt x="45" y="297"/>
                  </a:cubicBezTo>
                  <a:cubicBezTo>
                    <a:pt x="593" y="2246"/>
                    <a:pt x="2223" y="3654"/>
                    <a:pt x="4144" y="3654"/>
                  </a:cubicBezTo>
                  <a:cubicBezTo>
                    <a:pt x="6065" y="3654"/>
                    <a:pt x="7688" y="2246"/>
                    <a:pt x="8243" y="297"/>
                  </a:cubicBezTo>
                  <a:cubicBezTo>
                    <a:pt x="8281" y="146"/>
                    <a:pt x="8176" y="1"/>
                    <a:pt x="8043" y="1"/>
                  </a:cubicBezTo>
                  <a:cubicBezTo>
                    <a:pt x="8029" y="1"/>
                    <a:pt x="8015" y="2"/>
                    <a:pt x="8001" y="5"/>
                  </a:cubicBezTo>
                  <a:cubicBezTo>
                    <a:pt x="6766" y="297"/>
                    <a:pt x="5498" y="450"/>
                    <a:pt x="4229" y="450"/>
                  </a:cubicBezTo>
                  <a:cubicBezTo>
                    <a:pt x="4200" y="450"/>
                    <a:pt x="4172" y="449"/>
                    <a:pt x="4144" y="449"/>
                  </a:cubicBezTo>
                  <a:cubicBezTo>
                    <a:pt x="4116" y="449"/>
                    <a:pt x="4087" y="450"/>
                    <a:pt x="4059" y="450"/>
                  </a:cubicBezTo>
                  <a:cubicBezTo>
                    <a:pt x="2784" y="450"/>
                    <a:pt x="1522" y="297"/>
                    <a:pt x="288" y="5"/>
                  </a:cubicBezTo>
                  <a:cubicBezTo>
                    <a:pt x="273" y="2"/>
                    <a:pt x="258" y="1"/>
                    <a:pt x="244" y="1"/>
                  </a:cubicBezTo>
                  <a:close/>
                </a:path>
              </a:pathLst>
            </a:custGeom>
            <a:solidFill>
              <a:srgbClr val="3C516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480" name="Google Shape;10480;p41"/>
            <p:cNvSpPr/>
            <p:nvPr/>
          </p:nvSpPr>
          <p:spPr>
            <a:xfrm>
              <a:off x="2557318" y="3892267"/>
              <a:ext cx="217746" cy="53359"/>
            </a:xfrm>
            <a:custGeom>
              <a:rect b="b" l="l" r="r" t="t"/>
              <a:pathLst>
                <a:path extrusionOk="0" h="2031" w="8288">
                  <a:moveTo>
                    <a:pt x="244" y="1"/>
                  </a:moveTo>
                  <a:cubicBezTo>
                    <a:pt x="105" y="1"/>
                    <a:pt x="1" y="146"/>
                    <a:pt x="45" y="297"/>
                  </a:cubicBezTo>
                  <a:cubicBezTo>
                    <a:pt x="183" y="796"/>
                    <a:pt x="398" y="1268"/>
                    <a:pt x="683" y="1698"/>
                  </a:cubicBezTo>
                  <a:cubicBezTo>
                    <a:pt x="1824" y="1920"/>
                    <a:pt x="2982" y="2031"/>
                    <a:pt x="4141" y="2031"/>
                  </a:cubicBezTo>
                  <a:cubicBezTo>
                    <a:pt x="5299" y="2031"/>
                    <a:pt x="6457" y="1920"/>
                    <a:pt x="7598" y="1698"/>
                  </a:cubicBezTo>
                  <a:cubicBezTo>
                    <a:pt x="7883" y="1268"/>
                    <a:pt x="8098" y="796"/>
                    <a:pt x="8243" y="297"/>
                  </a:cubicBezTo>
                  <a:cubicBezTo>
                    <a:pt x="8287" y="146"/>
                    <a:pt x="8177" y="1"/>
                    <a:pt x="8043" y="1"/>
                  </a:cubicBezTo>
                  <a:cubicBezTo>
                    <a:pt x="8029" y="1"/>
                    <a:pt x="8015" y="2"/>
                    <a:pt x="8001" y="5"/>
                  </a:cubicBezTo>
                  <a:cubicBezTo>
                    <a:pt x="6731" y="300"/>
                    <a:pt x="5436" y="448"/>
                    <a:pt x="4141" y="448"/>
                  </a:cubicBezTo>
                  <a:cubicBezTo>
                    <a:pt x="2847" y="448"/>
                    <a:pt x="1553" y="300"/>
                    <a:pt x="288" y="5"/>
                  </a:cubicBezTo>
                  <a:cubicBezTo>
                    <a:pt x="273" y="2"/>
                    <a:pt x="258" y="1"/>
                    <a:pt x="244" y="1"/>
                  </a:cubicBezTo>
                  <a:close/>
                </a:path>
              </a:pathLst>
            </a:custGeom>
            <a:solidFill>
              <a:srgbClr val="38383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481" name="Google Shape;10481;p41"/>
            <p:cNvSpPr/>
            <p:nvPr/>
          </p:nvSpPr>
          <p:spPr>
            <a:xfrm>
              <a:off x="2588189" y="3796346"/>
              <a:ext cx="30082" cy="54332"/>
            </a:xfrm>
            <a:custGeom>
              <a:rect b="b" l="l" r="r" t="t"/>
              <a:pathLst>
                <a:path extrusionOk="0" h="2068" w="1145">
                  <a:moveTo>
                    <a:pt x="569" y="1"/>
                  </a:moveTo>
                  <a:cubicBezTo>
                    <a:pt x="257" y="1"/>
                    <a:pt x="0" y="258"/>
                    <a:pt x="0" y="570"/>
                  </a:cubicBezTo>
                  <a:lnTo>
                    <a:pt x="0" y="1492"/>
                  </a:lnTo>
                  <a:cubicBezTo>
                    <a:pt x="0" y="1811"/>
                    <a:pt x="257" y="2068"/>
                    <a:pt x="569" y="2068"/>
                  </a:cubicBezTo>
                  <a:cubicBezTo>
                    <a:pt x="888" y="2068"/>
                    <a:pt x="1145" y="1811"/>
                    <a:pt x="1145" y="1492"/>
                  </a:cubicBezTo>
                  <a:lnTo>
                    <a:pt x="1145" y="570"/>
                  </a:lnTo>
                  <a:cubicBezTo>
                    <a:pt x="1145" y="258"/>
                    <a:pt x="888" y="1"/>
                    <a:pt x="569" y="1"/>
                  </a:cubicBezTo>
                  <a:close/>
                </a:path>
              </a:pathLst>
            </a:custGeom>
            <a:solidFill>
              <a:srgbClr val="38383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482" name="Google Shape;10482;p41"/>
            <p:cNvSpPr/>
            <p:nvPr/>
          </p:nvSpPr>
          <p:spPr>
            <a:xfrm>
              <a:off x="2600221" y="3796346"/>
              <a:ext cx="18049" cy="42220"/>
            </a:xfrm>
            <a:custGeom>
              <a:rect b="b" l="l" r="r" t="t"/>
              <a:pathLst>
                <a:path extrusionOk="0" h="1607" w="687">
                  <a:moveTo>
                    <a:pt x="111" y="1"/>
                  </a:moveTo>
                  <a:cubicBezTo>
                    <a:pt x="76" y="1"/>
                    <a:pt x="35" y="1"/>
                    <a:pt x="0" y="8"/>
                  </a:cubicBezTo>
                  <a:lnTo>
                    <a:pt x="0" y="1263"/>
                  </a:lnTo>
                  <a:cubicBezTo>
                    <a:pt x="0" y="1492"/>
                    <a:pt x="172" y="1607"/>
                    <a:pt x="343" y="1607"/>
                  </a:cubicBezTo>
                  <a:cubicBezTo>
                    <a:pt x="513" y="1607"/>
                    <a:pt x="683" y="1492"/>
                    <a:pt x="680" y="1263"/>
                  </a:cubicBezTo>
                  <a:lnTo>
                    <a:pt x="680" y="570"/>
                  </a:lnTo>
                  <a:cubicBezTo>
                    <a:pt x="687" y="258"/>
                    <a:pt x="430" y="1"/>
                    <a:pt x="111" y="1"/>
                  </a:cubicBezTo>
                  <a:close/>
                </a:path>
              </a:pathLst>
            </a:custGeom>
            <a:solidFill>
              <a:srgbClr val="3C516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483" name="Google Shape;10483;p41"/>
            <p:cNvSpPr/>
            <p:nvPr/>
          </p:nvSpPr>
          <p:spPr>
            <a:xfrm>
              <a:off x="2714113" y="3796346"/>
              <a:ext cx="30082" cy="54332"/>
            </a:xfrm>
            <a:custGeom>
              <a:rect b="b" l="l" r="r" t="t"/>
              <a:pathLst>
                <a:path extrusionOk="0" h="2068" w="1145">
                  <a:moveTo>
                    <a:pt x="569" y="1"/>
                  </a:moveTo>
                  <a:cubicBezTo>
                    <a:pt x="257" y="1"/>
                    <a:pt x="0" y="258"/>
                    <a:pt x="0" y="570"/>
                  </a:cubicBezTo>
                  <a:lnTo>
                    <a:pt x="0" y="1492"/>
                  </a:lnTo>
                  <a:cubicBezTo>
                    <a:pt x="0" y="1811"/>
                    <a:pt x="257" y="2068"/>
                    <a:pt x="569" y="2068"/>
                  </a:cubicBezTo>
                  <a:cubicBezTo>
                    <a:pt x="888" y="2068"/>
                    <a:pt x="1145" y="1811"/>
                    <a:pt x="1145" y="1492"/>
                  </a:cubicBezTo>
                  <a:lnTo>
                    <a:pt x="1145" y="570"/>
                  </a:lnTo>
                  <a:cubicBezTo>
                    <a:pt x="1145" y="258"/>
                    <a:pt x="888" y="1"/>
                    <a:pt x="569" y="1"/>
                  </a:cubicBezTo>
                  <a:close/>
                </a:path>
              </a:pathLst>
            </a:custGeom>
            <a:solidFill>
              <a:srgbClr val="38383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484" name="Google Shape;10484;p41"/>
            <p:cNvSpPr/>
            <p:nvPr/>
          </p:nvSpPr>
          <p:spPr>
            <a:xfrm>
              <a:off x="2726146" y="3796346"/>
              <a:ext cx="18049" cy="42220"/>
            </a:xfrm>
            <a:custGeom>
              <a:rect b="b" l="l" r="r" t="t"/>
              <a:pathLst>
                <a:path extrusionOk="0" h="1607" w="687">
                  <a:moveTo>
                    <a:pt x="111" y="1"/>
                  </a:moveTo>
                  <a:cubicBezTo>
                    <a:pt x="76" y="1"/>
                    <a:pt x="35" y="1"/>
                    <a:pt x="0" y="8"/>
                  </a:cubicBezTo>
                  <a:lnTo>
                    <a:pt x="0" y="1263"/>
                  </a:lnTo>
                  <a:cubicBezTo>
                    <a:pt x="0" y="1492"/>
                    <a:pt x="172" y="1607"/>
                    <a:pt x="343" y="1607"/>
                  </a:cubicBezTo>
                  <a:cubicBezTo>
                    <a:pt x="513" y="1607"/>
                    <a:pt x="683" y="1492"/>
                    <a:pt x="680" y="1263"/>
                  </a:cubicBezTo>
                  <a:lnTo>
                    <a:pt x="680" y="570"/>
                  </a:lnTo>
                  <a:cubicBezTo>
                    <a:pt x="687" y="258"/>
                    <a:pt x="430" y="1"/>
                    <a:pt x="111" y="1"/>
                  </a:cubicBezTo>
                  <a:close/>
                </a:path>
              </a:pathLst>
            </a:custGeom>
            <a:solidFill>
              <a:srgbClr val="3C516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485" name="Google Shape;10485;p41"/>
            <p:cNvSpPr/>
            <p:nvPr/>
          </p:nvSpPr>
          <p:spPr>
            <a:xfrm>
              <a:off x="2577259" y="3895131"/>
              <a:ext cx="177681" cy="33156"/>
            </a:xfrm>
            <a:custGeom>
              <a:rect b="b" l="l" r="r" t="t"/>
              <a:pathLst>
                <a:path extrusionOk="0" h="1262" w="6763">
                  <a:moveTo>
                    <a:pt x="0" y="0"/>
                  </a:moveTo>
                  <a:lnTo>
                    <a:pt x="0" y="0"/>
                  </a:lnTo>
                  <a:cubicBezTo>
                    <a:pt x="90" y="236"/>
                    <a:pt x="194" y="465"/>
                    <a:pt x="319" y="680"/>
                  </a:cubicBezTo>
                  <a:cubicBezTo>
                    <a:pt x="458" y="916"/>
                    <a:pt x="701" y="1076"/>
                    <a:pt x="971" y="1110"/>
                  </a:cubicBezTo>
                  <a:cubicBezTo>
                    <a:pt x="1772" y="1211"/>
                    <a:pt x="2579" y="1261"/>
                    <a:pt x="3386" y="1261"/>
                  </a:cubicBezTo>
                  <a:cubicBezTo>
                    <a:pt x="4193" y="1261"/>
                    <a:pt x="5001" y="1211"/>
                    <a:pt x="5806" y="1110"/>
                  </a:cubicBezTo>
                  <a:cubicBezTo>
                    <a:pt x="6076" y="1076"/>
                    <a:pt x="6319" y="916"/>
                    <a:pt x="6451" y="680"/>
                  </a:cubicBezTo>
                  <a:cubicBezTo>
                    <a:pt x="6576" y="465"/>
                    <a:pt x="6680" y="236"/>
                    <a:pt x="6763" y="0"/>
                  </a:cubicBezTo>
                  <a:lnTo>
                    <a:pt x="6763" y="0"/>
                  </a:lnTo>
                  <a:cubicBezTo>
                    <a:pt x="5650" y="226"/>
                    <a:pt x="4517" y="339"/>
                    <a:pt x="3384" y="339"/>
                  </a:cubicBezTo>
                  <a:cubicBezTo>
                    <a:pt x="2251" y="339"/>
                    <a:pt x="1117" y="226"/>
                    <a:pt x="0" y="0"/>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0486" name="Google Shape;10486;p41"/>
          <p:cNvGrpSpPr/>
          <p:nvPr/>
        </p:nvGrpSpPr>
        <p:grpSpPr>
          <a:xfrm>
            <a:off x="3014250" y="3682271"/>
            <a:ext cx="391092" cy="371940"/>
            <a:chOff x="3014250" y="3682271"/>
            <a:chExt cx="391092" cy="371940"/>
          </a:xfrm>
        </p:grpSpPr>
        <p:sp>
          <p:nvSpPr>
            <p:cNvPr id="10487" name="Google Shape;10487;p41"/>
            <p:cNvSpPr/>
            <p:nvPr/>
          </p:nvSpPr>
          <p:spPr>
            <a:xfrm>
              <a:off x="3014250" y="3682271"/>
              <a:ext cx="386521" cy="371940"/>
            </a:xfrm>
            <a:custGeom>
              <a:rect b="b" l="l" r="r" t="t"/>
              <a:pathLst>
                <a:path extrusionOk="0" h="14157" w="14712">
                  <a:moveTo>
                    <a:pt x="7637" y="1"/>
                  </a:moveTo>
                  <a:cubicBezTo>
                    <a:pt x="4772" y="1"/>
                    <a:pt x="2192" y="1728"/>
                    <a:pt x="1096" y="4371"/>
                  </a:cubicBezTo>
                  <a:cubicBezTo>
                    <a:pt x="0" y="7013"/>
                    <a:pt x="611" y="10058"/>
                    <a:pt x="2629" y="12084"/>
                  </a:cubicBezTo>
                  <a:cubicBezTo>
                    <a:pt x="3983" y="13438"/>
                    <a:pt x="5793" y="14156"/>
                    <a:pt x="7634" y="14156"/>
                  </a:cubicBezTo>
                  <a:cubicBezTo>
                    <a:pt x="8546" y="14156"/>
                    <a:pt x="9466" y="13980"/>
                    <a:pt x="10342" y="13617"/>
                  </a:cubicBezTo>
                  <a:cubicBezTo>
                    <a:pt x="12985" y="12521"/>
                    <a:pt x="14712" y="9940"/>
                    <a:pt x="14712" y="7083"/>
                  </a:cubicBezTo>
                  <a:cubicBezTo>
                    <a:pt x="14712" y="3171"/>
                    <a:pt x="11542" y="8"/>
                    <a:pt x="7637" y="1"/>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488" name="Google Shape;10488;p41"/>
            <p:cNvSpPr/>
            <p:nvPr/>
          </p:nvSpPr>
          <p:spPr>
            <a:xfrm>
              <a:off x="3028279" y="3694567"/>
              <a:ext cx="377063" cy="347480"/>
            </a:xfrm>
            <a:custGeom>
              <a:rect b="b" l="l" r="r" t="t"/>
              <a:pathLst>
                <a:path extrusionOk="0" h="13226" w="14352">
                  <a:moveTo>
                    <a:pt x="7099" y="0"/>
                  </a:moveTo>
                  <a:cubicBezTo>
                    <a:pt x="6251" y="0"/>
                    <a:pt x="5393" y="163"/>
                    <a:pt x="4571" y="504"/>
                  </a:cubicBezTo>
                  <a:cubicBezTo>
                    <a:pt x="1658" y="1711"/>
                    <a:pt x="0" y="4811"/>
                    <a:pt x="618" y="7905"/>
                  </a:cubicBezTo>
                  <a:cubicBezTo>
                    <a:pt x="1228" y="10998"/>
                    <a:pt x="3947" y="13225"/>
                    <a:pt x="7103" y="13225"/>
                  </a:cubicBezTo>
                  <a:cubicBezTo>
                    <a:pt x="7111" y="13225"/>
                    <a:pt x="7120" y="13225"/>
                    <a:pt x="7129" y="13225"/>
                  </a:cubicBezTo>
                  <a:cubicBezTo>
                    <a:pt x="8874" y="13225"/>
                    <a:pt x="10542" y="12525"/>
                    <a:pt x="11778" y="11290"/>
                  </a:cubicBezTo>
                  <a:cubicBezTo>
                    <a:pt x="14011" y="9056"/>
                    <a:pt x="14351" y="5560"/>
                    <a:pt x="12603" y="2939"/>
                  </a:cubicBezTo>
                  <a:cubicBezTo>
                    <a:pt x="11344" y="1057"/>
                    <a:pt x="9255" y="0"/>
                    <a:pt x="7099" y="0"/>
                  </a:cubicBezTo>
                  <a:close/>
                </a:path>
              </a:pathLst>
            </a:custGeom>
            <a:solidFill>
              <a:srgbClr val="A5B7C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489" name="Google Shape;10489;p41"/>
            <p:cNvSpPr/>
            <p:nvPr/>
          </p:nvSpPr>
          <p:spPr>
            <a:xfrm>
              <a:off x="3144167" y="3741332"/>
              <a:ext cx="141267" cy="253871"/>
            </a:xfrm>
            <a:custGeom>
              <a:rect b="b" l="l" r="r" t="t"/>
              <a:pathLst>
                <a:path extrusionOk="0" h="9663" w="5377">
                  <a:moveTo>
                    <a:pt x="2588" y="0"/>
                  </a:moveTo>
                  <a:cubicBezTo>
                    <a:pt x="812" y="0"/>
                    <a:pt x="1" y="1048"/>
                    <a:pt x="1" y="1755"/>
                  </a:cubicBezTo>
                  <a:cubicBezTo>
                    <a:pt x="1" y="2268"/>
                    <a:pt x="438" y="2504"/>
                    <a:pt x="791" y="2504"/>
                  </a:cubicBezTo>
                  <a:cubicBezTo>
                    <a:pt x="1499" y="2504"/>
                    <a:pt x="1208" y="1492"/>
                    <a:pt x="2546" y="1492"/>
                  </a:cubicBezTo>
                  <a:cubicBezTo>
                    <a:pt x="3205" y="1492"/>
                    <a:pt x="3725" y="1776"/>
                    <a:pt x="3725" y="2386"/>
                  </a:cubicBezTo>
                  <a:cubicBezTo>
                    <a:pt x="3725" y="3094"/>
                    <a:pt x="2990" y="3503"/>
                    <a:pt x="2560" y="3871"/>
                  </a:cubicBezTo>
                  <a:cubicBezTo>
                    <a:pt x="2179" y="4197"/>
                    <a:pt x="1679" y="4738"/>
                    <a:pt x="1679" y="5861"/>
                  </a:cubicBezTo>
                  <a:cubicBezTo>
                    <a:pt x="1679" y="6541"/>
                    <a:pt x="1860" y="6742"/>
                    <a:pt x="2401" y="6742"/>
                  </a:cubicBezTo>
                  <a:cubicBezTo>
                    <a:pt x="3046" y="6742"/>
                    <a:pt x="3177" y="6451"/>
                    <a:pt x="3177" y="6201"/>
                  </a:cubicBezTo>
                  <a:cubicBezTo>
                    <a:pt x="3177" y="5515"/>
                    <a:pt x="3184" y="5126"/>
                    <a:pt x="3906" y="4564"/>
                  </a:cubicBezTo>
                  <a:cubicBezTo>
                    <a:pt x="4266" y="4287"/>
                    <a:pt x="5376" y="3406"/>
                    <a:pt x="5376" y="2164"/>
                  </a:cubicBezTo>
                  <a:cubicBezTo>
                    <a:pt x="5376" y="930"/>
                    <a:pt x="4266" y="0"/>
                    <a:pt x="2588" y="0"/>
                  </a:cubicBezTo>
                  <a:close/>
                  <a:moveTo>
                    <a:pt x="2414" y="7644"/>
                  </a:moveTo>
                  <a:cubicBezTo>
                    <a:pt x="1860" y="7644"/>
                    <a:pt x="1402" y="8095"/>
                    <a:pt x="1402" y="8657"/>
                  </a:cubicBezTo>
                  <a:cubicBezTo>
                    <a:pt x="1402" y="9212"/>
                    <a:pt x="1860" y="9662"/>
                    <a:pt x="2414" y="9662"/>
                  </a:cubicBezTo>
                  <a:cubicBezTo>
                    <a:pt x="2969" y="9655"/>
                    <a:pt x="3420" y="9212"/>
                    <a:pt x="3427" y="8657"/>
                  </a:cubicBezTo>
                  <a:cubicBezTo>
                    <a:pt x="3420" y="8102"/>
                    <a:pt x="2969" y="7651"/>
                    <a:pt x="2414" y="7644"/>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0490" name="Google Shape;10490;p41"/>
          <p:cNvGrpSpPr/>
          <p:nvPr/>
        </p:nvGrpSpPr>
        <p:grpSpPr>
          <a:xfrm>
            <a:off x="3569125" y="3702947"/>
            <a:ext cx="388728" cy="330692"/>
            <a:chOff x="3569125" y="3702947"/>
            <a:chExt cx="388728" cy="330692"/>
          </a:xfrm>
        </p:grpSpPr>
        <p:sp>
          <p:nvSpPr>
            <p:cNvPr id="10491" name="Google Shape;10491;p41"/>
            <p:cNvSpPr/>
            <p:nvPr/>
          </p:nvSpPr>
          <p:spPr>
            <a:xfrm>
              <a:off x="3569125" y="3702947"/>
              <a:ext cx="388728" cy="330692"/>
            </a:xfrm>
            <a:custGeom>
              <a:rect b="b" l="l" r="r" t="t"/>
              <a:pathLst>
                <a:path extrusionOk="0" h="12587" w="14796">
                  <a:moveTo>
                    <a:pt x="7402" y="0"/>
                  </a:moveTo>
                  <a:cubicBezTo>
                    <a:pt x="6946" y="0"/>
                    <a:pt x="6490" y="226"/>
                    <a:pt x="6230" y="677"/>
                  </a:cubicBezTo>
                  <a:lnTo>
                    <a:pt x="521" y="10555"/>
                  </a:lnTo>
                  <a:cubicBezTo>
                    <a:pt x="1" y="11456"/>
                    <a:pt x="653" y="12587"/>
                    <a:pt x="1693" y="12587"/>
                  </a:cubicBezTo>
                  <a:lnTo>
                    <a:pt x="13103" y="12587"/>
                  </a:lnTo>
                  <a:cubicBezTo>
                    <a:pt x="14144" y="12587"/>
                    <a:pt x="14796" y="11456"/>
                    <a:pt x="14275" y="10555"/>
                  </a:cubicBezTo>
                  <a:lnTo>
                    <a:pt x="8574" y="671"/>
                  </a:lnTo>
                  <a:cubicBezTo>
                    <a:pt x="8311" y="224"/>
                    <a:pt x="7856" y="0"/>
                    <a:pt x="7402" y="0"/>
                  </a:cubicBezTo>
                  <a:close/>
                </a:path>
              </a:pathLst>
            </a:custGeom>
            <a:solidFill>
              <a:srgbClr val="445D7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492" name="Google Shape;10492;p41"/>
            <p:cNvSpPr/>
            <p:nvPr/>
          </p:nvSpPr>
          <p:spPr>
            <a:xfrm>
              <a:off x="3607036" y="3733135"/>
              <a:ext cx="313089" cy="270265"/>
            </a:xfrm>
            <a:custGeom>
              <a:rect b="b" l="l" r="r" t="t"/>
              <a:pathLst>
                <a:path extrusionOk="0" h="10287" w="11917">
                  <a:moveTo>
                    <a:pt x="5959" y="0"/>
                  </a:moveTo>
                  <a:cubicBezTo>
                    <a:pt x="5891" y="0"/>
                    <a:pt x="5823" y="35"/>
                    <a:pt x="5785" y="104"/>
                  </a:cubicBezTo>
                  <a:lnTo>
                    <a:pt x="77" y="9981"/>
                  </a:lnTo>
                  <a:cubicBezTo>
                    <a:pt x="1" y="10120"/>
                    <a:pt x="98" y="10286"/>
                    <a:pt x="250" y="10286"/>
                  </a:cubicBezTo>
                  <a:lnTo>
                    <a:pt x="11667" y="10286"/>
                  </a:lnTo>
                  <a:cubicBezTo>
                    <a:pt x="11820" y="10286"/>
                    <a:pt x="11917" y="10120"/>
                    <a:pt x="11841" y="9981"/>
                  </a:cubicBezTo>
                  <a:lnTo>
                    <a:pt x="6132" y="104"/>
                  </a:lnTo>
                  <a:cubicBezTo>
                    <a:pt x="6094" y="35"/>
                    <a:pt x="6026" y="0"/>
                    <a:pt x="5959" y="0"/>
                  </a:cubicBezTo>
                  <a:close/>
                </a:path>
              </a:pathLst>
            </a:custGeom>
            <a:solidFill>
              <a:srgbClr val="A5B7C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493" name="Google Shape;10493;p41"/>
            <p:cNvSpPr/>
            <p:nvPr/>
          </p:nvSpPr>
          <p:spPr>
            <a:xfrm>
              <a:off x="3731489" y="3930126"/>
              <a:ext cx="55987" cy="47816"/>
            </a:xfrm>
            <a:custGeom>
              <a:rect b="b" l="l" r="r" t="t"/>
              <a:pathLst>
                <a:path extrusionOk="0" h="1820" w="2131">
                  <a:moveTo>
                    <a:pt x="1215" y="0"/>
                  </a:moveTo>
                  <a:cubicBezTo>
                    <a:pt x="410" y="0"/>
                    <a:pt x="1" y="978"/>
                    <a:pt x="577" y="1554"/>
                  </a:cubicBezTo>
                  <a:cubicBezTo>
                    <a:pt x="760" y="1738"/>
                    <a:pt x="988" y="1820"/>
                    <a:pt x="1211" y="1820"/>
                  </a:cubicBezTo>
                  <a:cubicBezTo>
                    <a:pt x="1679" y="1820"/>
                    <a:pt x="2130" y="1458"/>
                    <a:pt x="2130" y="909"/>
                  </a:cubicBezTo>
                  <a:cubicBezTo>
                    <a:pt x="2130" y="409"/>
                    <a:pt x="1721" y="0"/>
                    <a:pt x="1215" y="0"/>
                  </a:cubicBezTo>
                  <a:close/>
                </a:path>
              </a:pathLst>
            </a:custGeom>
            <a:solidFill>
              <a:srgbClr val="445D7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494" name="Google Shape;10494;p41"/>
            <p:cNvSpPr/>
            <p:nvPr/>
          </p:nvSpPr>
          <p:spPr>
            <a:xfrm>
              <a:off x="3742812" y="3798185"/>
              <a:ext cx="41379" cy="112446"/>
            </a:xfrm>
            <a:custGeom>
              <a:rect b="b" l="l" r="r" t="t"/>
              <a:pathLst>
                <a:path extrusionOk="0" h="4280" w="1575">
                  <a:moveTo>
                    <a:pt x="534" y="0"/>
                  </a:moveTo>
                  <a:cubicBezTo>
                    <a:pt x="236" y="0"/>
                    <a:pt x="0" y="236"/>
                    <a:pt x="0" y="534"/>
                  </a:cubicBezTo>
                  <a:lnTo>
                    <a:pt x="0" y="3746"/>
                  </a:lnTo>
                  <a:cubicBezTo>
                    <a:pt x="0" y="4037"/>
                    <a:pt x="236" y="4280"/>
                    <a:pt x="534" y="4280"/>
                  </a:cubicBezTo>
                  <a:lnTo>
                    <a:pt x="1040" y="4280"/>
                  </a:lnTo>
                  <a:cubicBezTo>
                    <a:pt x="1339" y="4280"/>
                    <a:pt x="1575" y="4037"/>
                    <a:pt x="1575" y="3746"/>
                  </a:cubicBezTo>
                  <a:lnTo>
                    <a:pt x="1575" y="534"/>
                  </a:lnTo>
                  <a:cubicBezTo>
                    <a:pt x="1575" y="236"/>
                    <a:pt x="1339" y="0"/>
                    <a:pt x="1040" y="0"/>
                  </a:cubicBezTo>
                  <a:close/>
                </a:path>
              </a:pathLst>
            </a:custGeom>
            <a:solidFill>
              <a:srgbClr val="445D7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0495" name="Google Shape;10495;p41"/>
          <p:cNvGrpSpPr/>
          <p:nvPr/>
        </p:nvGrpSpPr>
        <p:grpSpPr>
          <a:xfrm>
            <a:off x="4111994" y="3682455"/>
            <a:ext cx="387992" cy="371625"/>
            <a:chOff x="4111994" y="3682455"/>
            <a:chExt cx="387992" cy="371625"/>
          </a:xfrm>
        </p:grpSpPr>
        <p:sp>
          <p:nvSpPr>
            <p:cNvPr id="10496" name="Google Shape;10496;p41"/>
            <p:cNvSpPr/>
            <p:nvPr/>
          </p:nvSpPr>
          <p:spPr>
            <a:xfrm>
              <a:off x="4111994" y="3682455"/>
              <a:ext cx="386179" cy="371572"/>
            </a:xfrm>
            <a:custGeom>
              <a:rect b="b" l="l" r="r" t="t"/>
              <a:pathLst>
                <a:path extrusionOk="0" h="14143" w="14699">
                  <a:moveTo>
                    <a:pt x="7623" y="1546"/>
                  </a:moveTo>
                  <a:cubicBezTo>
                    <a:pt x="9044" y="1546"/>
                    <a:pt x="10458" y="2093"/>
                    <a:pt x="11529" y="3164"/>
                  </a:cubicBezTo>
                  <a:cubicBezTo>
                    <a:pt x="13485" y="5113"/>
                    <a:pt x="13700" y="8199"/>
                    <a:pt x="12035" y="10398"/>
                  </a:cubicBezTo>
                  <a:lnTo>
                    <a:pt x="12028" y="10398"/>
                  </a:lnTo>
                  <a:lnTo>
                    <a:pt x="4294" y="2664"/>
                  </a:lnTo>
                  <a:cubicBezTo>
                    <a:pt x="5285" y="1914"/>
                    <a:pt x="6456" y="1546"/>
                    <a:pt x="7623" y="1546"/>
                  </a:cubicBezTo>
                  <a:close/>
                  <a:moveTo>
                    <a:pt x="3198" y="3760"/>
                  </a:moveTo>
                  <a:lnTo>
                    <a:pt x="10932" y="11494"/>
                  </a:lnTo>
                  <a:cubicBezTo>
                    <a:pt x="9959" y="12225"/>
                    <a:pt x="8794" y="12598"/>
                    <a:pt x="7620" y="12598"/>
                  </a:cubicBezTo>
                  <a:cubicBezTo>
                    <a:pt x="6777" y="12598"/>
                    <a:pt x="5930" y="12406"/>
                    <a:pt x="5147" y="12014"/>
                  </a:cubicBezTo>
                  <a:cubicBezTo>
                    <a:pt x="3275" y="11078"/>
                    <a:pt x="2096" y="9164"/>
                    <a:pt x="2089" y="7070"/>
                  </a:cubicBezTo>
                  <a:lnTo>
                    <a:pt x="2089" y="7070"/>
                  </a:lnTo>
                  <a:cubicBezTo>
                    <a:pt x="2090" y="5872"/>
                    <a:pt x="2478" y="4716"/>
                    <a:pt x="3198" y="3760"/>
                  </a:cubicBezTo>
                  <a:close/>
                  <a:moveTo>
                    <a:pt x="7617" y="1"/>
                  </a:moveTo>
                  <a:cubicBezTo>
                    <a:pt x="4759" y="8"/>
                    <a:pt x="2186" y="1728"/>
                    <a:pt x="1090" y="4371"/>
                  </a:cubicBezTo>
                  <a:cubicBezTo>
                    <a:pt x="1" y="7013"/>
                    <a:pt x="604" y="10051"/>
                    <a:pt x="2630" y="12077"/>
                  </a:cubicBezTo>
                  <a:cubicBezTo>
                    <a:pt x="3979" y="13426"/>
                    <a:pt x="5786" y="14143"/>
                    <a:pt x="7626" y="14143"/>
                  </a:cubicBezTo>
                  <a:cubicBezTo>
                    <a:pt x="8538" y="14143"/>
                    <a:pt x="9459" y="13966"/>
                    <a:pt x="10336" y="13603"/>
                  </a:cubicBezTo>
                  <a:cubicBezTo>
                    <a:pt x="12971" y="12507"/>
                    <a:pt x="14692" y="9933"/>
                    <a:pt x="14698" y="7076"/>
                  </a:cubicBezTo>
                  <a:cubicBezTo>
                    <a:pt x="14692" y="3164"/>
                    <a:pt x="11529" y="1"/>
                    <a:pt x="7617" y="1"/>
                  </a:cubicBezTo>
                  <a:close/>
                </a:path>
              </a:pathLst>
            </a:custGeom>
            <a:solidFill>
              <a:srgbClr val="8394A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497" name="Google Shape;10497;p41"/>
            <p:cNvSpPr/>
            <p:nvPr/>
          </p:nvSpPr>
          <p:spPr>
            <a:xfrm>
              <a:off x="4301156" y="3682455"/>
              <a:ext cx="198830" cy="371625"/>
            </a:xfrm>
            <a:custGeom>
              <a:rect b="b" l="l" r="r" t="t"/>
              <a:pathLst>
                <a:path extrusionOk="0" h="14145" w="7568">
                  <a:moveTo>
                    <a:pt x="493" y="0"/>
                  </a:moveTo>
                  <a:cubicBezTo>
                    <a:pt x="468" y="0"/>
                    <a:pt x="442" y="1"/>
                    <a:pt x="417" y="1"/>
                  </a:cubicBezTo>
                  <a:cubicBezTo>
                    <a:pt x="278" y="1"/>
                    <a:pt x="139" y="8"/>
                    <a:pt x="0" y="15"/>
                  </a:cubicBezTo>
                  <a:cubicBezTo>
                    <a:pt x="3739" y="230"/>
                    <a:pt x="6666" y="3323"/>
                    <a:pt x="6666" y="7076"/>
                  </a:cubicBezTo>
                  <a:cubicBezTo>
                    <a:pt x="6666" y="10821"/>
                    <a:pt x="3739" y="13915"/>
                    <a:pt x="0" y="14130"/>
                  </a:cubicBezTo>
                  <a:cubicBezTo>
                    <a:pt x="139" y="14137"/>
                    <a:pt x="278" y="14144"/>
                    <a:pt x="417" y="14144"/>
                  </a:cubicBezTo>
                  <a:cubicBezTo>
                    <a:pt x="442" y="14144"/>
                    <a:pt x="468" y="14144"/>
                    <a:pt x="493" y="14144"/>
                  </a:cubicBezTo>
                  <a:cubicBezTo>
                    <a:pt x="4398" y="14144"/>
                    <a:pt x="7568" y="10983"/>
                    <a:pt x="7568" y="7076"/>
                  </a:cubicBezTo>
                  <a:cubicBezTo>
                    <a:pt x="7568" y="3162"/>
                    <a:pt x="4398" y="0"/>
                    <a:pt x="493" y="0"/>
                  </a:cubicBezTo>
                  <a:close/>
                </a:path>
              </a:pathLst>
            </a:custGeom>
            <a:solidFill>
              <a:srgbClr val="5B728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0498" name="Google Shape;10498;p41"/>
          <p:cNvGrpSpPr/>
          <p:nvPr/>
        </p:nvGrpSpPr>
        <p:grpSpPr>
          <a:xfrm>
            <a:off x="4674908" y="3682271"/>
            <a:ext cx="371966" cy="371966"/>
            <a:chOff x="4674908" y="3682271"/>
            <a:chExt cx="371966" cy="371966"/>
          </a:xfrm>
        </p:grpSpPr>
        <p:sp>
          <p:nvSpPr>
            <p:cNvPr id="10499" name="Google Shape;10499;p41"/>
            <p:cNvSpPr/>
            <p:nvPr/>
          </p:nvSpPr>
          <p:spPr>
            <a:xfrm>
              <a:off x="4674908" y="3682271"/>
              <a:ext cx="371966" cy="371966"/>
            </a:xfrm>
            <a:custGeom>
              <a:rect b="b" l="l" r="r" t="t"/>
              <a:pathLst>
                <a:path extrusionOk="0" h="14158" w="14158">
                  <a:moveTo>
                    <a:pt x="2394" y="1"/>
                  </a:moveTo>
                  <a:cubicBezTo>
                    <a:pt x="1069" y="1"/>
                    <a:pt x="1" y="1076"/>
                    <a:pt x="1" y="2401"/>
                  </a:cubicBezTo>
                  <a:lnTo>
                    <a:pt x="1" y="11765"/>
                  </a:lnTo>
                  <a:cubicBezTo>
                    <a:pt x="1" y="13083"/>
                    <a:pt x="1076" y="14158"/>
                    <a:pt x="2394" y="14158"/>
                  </a:cubicBezTo>
                  <a:lnTo>
                    <a:pt x="11757" y="14158"/>
                  </a:lnTo>
                  <a:cubicBezTo>
                    <a:pt x="13082" y="14158"/>
                    <a:pt x="14157" y="13083"/>
                    <a:pt x="14157" y="11758"/>
                  </a:cubicBezTo>
                  <a:lnTo>
                    <a:pt x="14157" y="2394"/>
                  </a:lnTo>
                  <a:cubicBezTo>
                    <a:pt x="14150" y="1076"/>
                    <a:pt x="13082" y="1"/>
                    <a:pt x="11757" y="1"/>
                  </a:cubicBezTo>
                  <a:close/>
                </a:path>
              </a:pathLst>
            </a:custGeom>
            <a:solidFill>
              <a:srgbClr val="445D7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500" name="Google Shape;10500;p41"/>
            <p:cNvSpPr/>
            <p:nvPr/>
          </p:nvSpPr>
          <p:spPr>
            <a:xfrm>
              <a:off x="4690934" y="3698140"/>
              <a:ext cx="339887" cy="340071"/>
            </a:xfrm>
            <a:custGeom>
              <a:rect b="b" l="l" r="r" t="t"/>
              <a:pathLst>
                <a:path extrusionOk="0" h="12944" w="12937">
                  <a:moveTo>
                    <a:pt x="1784" y="0"/>
                  </a:moveTo>
                  <a:cubicBezTo>
                    <a:pt x="799" y="0"/>
                    <a:pt x="1" y="805"/>
                    <a:pt x="1" y="1790"/>
                  </a:cubicBezTo>
                  <a:lnTo>
                    <a:pt x="1" y="11154"/>
                  </a:lnTo>
                  <a:cubicBezTo>
                    <a:pt x="1" y="12139"/>
                    <a:pt x="799" y="12943"/>
                    <a:pt x="1784" y="12943"/>
                  </a:cubicBezTo>
                  <a:lnTo>
                    <a:pt x="11147" y="12943"/>
                  </a:lnTo>
                  <a:cubicBezTo>
                    <a:pt x="12139" y="12943"/>
                    <a:pt x="12937" y="12146"/>
                    <a:pt x="12937" y="11154"/>
                  </a:cubicBezTo>
                  <a:lnTo>
                    <a:pt x="12937" y="1790"/>
                  </a:lnTo>
                  <a:cubicBezTo>
                    <a:pt x="12937" y="805"/>
                    <a:pt x="12139" y="0"/>
                    <a:pt x="11147" y="0"/>
                  </a:cubicBezTo>
                  <a:close/>
                </a:path>
              </a:pathLst>
            </a:custGeom>
            <a:solidFill>
              <a:srgbClr val="667E9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501" name="Google Shape;10501;p41"/>
            <p:cNvSpPr/>
            <p:nvPr/>
          </p:nvSpPr>
          <p:spPr>
            <a:xfrm>
              <a:off x="4802829" y="3742409"/>
              <a:ext cx="103908" cy="89169"/>
            </a:xfrm>
            <a:custGeom>
              <a:rect b="b" l="l" r="r" t="t"/>
              <a:pathLst>
                <a:path extrusionOk="0" h="3394" w="3955">
                  <a:moveTo>
                    <a:pt x="2262" y="1"/>
                  </a:moveTo>
                  <a:cubicBezTo>
                    <a:pt x="757" y="1"/>
                    <a:pt x="1" y="1825"/>
                    <a:pt x="1069" y="2893"/>
                  </a:cubicBezTo>
                  <a:cubicBezTo>
                    <a:pt x="1414" y="3239"/>
                    <a:pt x="1838" y="3393"/>
                    <a:pt x="2254" y="3393"/>
                  </a:cubicBezTo>
                  <a:cubicBezTo>
                    <a:pt x="3122" y="3393"/>
                    <a:pt x="3954" y="2716"/>
                    <a:pt x="3954" y="1693"/>
                  </a:cubicBezTo>
                  <a:cubicBezTo>
                    <a:pt x="3954" y="764"/>
                    <a:pt x="3198" y="1"/>
                    <a:pt x="2262" y="1"/>
                  </a:cubicBezTo>
                  <a:close/>
                </a:path>
              </a:pathLst>
            </a:custGeom>
            <a:solidFill>
              <a:srgbClr val="A5B7C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502" name="Google Shape;10502;p41"/>
            <p:cNvSpPr/>
            <p:nvPr/>
          </p:nvSpPr>
          <p:spPr>
            <a:xfrm>
              <a:off x="4789167" y="3855591"/>
              <a:ext cx="143448" cy="138509"/>
            </a:xfrm>
            <a:custGeom>
              <a:rect b="b" l="l" r="r" t="t"/>
              <a:pathLst>
                <a:path extrusionOk="0" h="5272" w="5460">
                  <a:moveTo>
                    <a:pt x="403" y="0"/>
                  </a:moveTo>
                  <a:cubicBezTo>
                    <a:pt x="181" y="0"/>
                    <a:pt x="1" y="181"/>
                    <a:pt x="1" y="403"/>
                  </a:cubicBezTo>
                  <a:lnTo>
                    <a:pt x="1" y="957"/>
                  </a:lnTo>
                  <a:cubicBezTo>
                    <a:pt x="1" y="1179"/>
                    <a:pt x="181" y="1360"/>
                    <a:pt x="403" y="1360"/>
                  </a:cubicBezTo>
                  <a:lnTo>
                    <a:pt x="764" y="1360"/>
                  </a:lnTo>
                  <a:cubicBezTo>
                    <a:pt x="986" y="1360"/>
                    <a:pt x="1166" y="1533"/>
                    <a:pt x="1166" y="1755"/>
                  </a:cubicBezTo>
                  <a:lnTo>
                    <a:pt x="1166" y="3517"/>
                  </a:lnTo>
                  <a:cubicBezTo>
                    <a:pt x="1166" y="3732"/>
                    <a:pt x="986" y="3912"/>
                    <a:pt x="764" y="3912"/>
                  </a:cubicBezTo>
                  <a:lnTo>
                    <a:pt x="514" y="3912"/>
                  </a:lnTo>
                  <a:cubicBezTo>
                    <a:pt x="292" y="3912"/>
                    <a:pt x="112" y="4093"/>
                    <a:pt x="112" y="4315"/>
                  </a:cubicBezTo>
                  <a:lnTo>
                    <a:pt x="112" y="4869"/>
                  </a:lnTo>
                  <a:cubicBezTo>
                    <a:pt x="112" y="5091"/>
                    <a:pt x="292" y="5272"/>
                    <a:pt x="514" y="5272"/>
                  </a:cubicBezTo>
                  <a:lnTo>
                    <a:pt x="5057" y="5272"/>
                  </a:lnTo>
                  <a:cubicBezTo>
                    <a:pt x="5279" y="5272"/>
                    <a:pt x="5459" y="5091"/>
                    <a:pt x="5459" y="4869"/>
                  </a:cubicBezTo>
                  <a:lnTo>
                    <a:pt x="5459" y="4321"/>
                  </a:lnTo>
                  <a:cubicBezTo>
                    <a:pt x="5459" y="4100"/>
                    <a:pt x="5279" y="3919"/>
                    <a:pt x="5057" y="3919"/>
                  </a:cubicBezTo>
                  <a:lnTo>
                    <a:pt x="4807" y="3919"/>
                  </a:lnTo>
                  <a:cubicBezTo>
                    <a:pt x="4585" y="3919"/>
                    <a:pt x="4405" y="3739"/>
                    <a:pt x="4405" y="3517"/>
                  </a:cubicBezTo>
                  <a:lnTo>
                    <a:pt x="4405" y="403"/>
                  </a:lnTo>
                  <a:cubicBezTo>
                    <a:pt x="4405" y="181"/>
                    <a:pt x="4225" y="0"/>
                    <a:pt x="4003" y="0"/>
                  </a:cubicBezTo>
                  <a:close/>
                </a:path>
              </a:pathLst>
            </a:custGeom>
            <a:solidFill>
              <a:srgbClr val="A5B7C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0503" name="Google Shape;10503;p41"/>
          <p:cNvGrpSpPr/>
          <p:nvPr/>
        </p:nvGrpSpPr>
        <p:grpSpPr>
          <a:xfrm>
            <a:off x="5223609" y="3731112"/>
            <a:ext cx="371782" cy="274285"/>
            <a:chOff x="5223609" y="3731112"/>
            <a:chExt cx="371782" cy="274285"/>
          </a:xfrm>
        </p:grpSpPr>
        <p:sp>
          <p:nvSpPr>
            <p:cNvPr id="10504" name="Google Shape;10504;p41"/>
            <p:cNvSpPr/>
            <p:nvPr/>
          </p:nvSpPr>
          <p:spPr>
            <a:xfrm>
              <a:off x="5223609" y="3731112"/>
              <a:ext cx="371782" cy="274285"/>
            </a:xfrm>
            <a:custGeom>
              <a:rect b="b" l="l" r="r" t="t"/>
              <a:pathLst>
                <a:path extrusionOk="0" h="10440" w="14151">
                  <a:moveTo>
                    <a:pt x="11972" y="1"/>
                  </a:moveTo>
                  <a:lnTo>
                    <a:pt x="5563" y="6410"/>
                  </a:lnTo>
                  <a:cubicBezTo>
                    <a:pt x="5477" y="6497"/>
                    <a:pt x="5364" y="6540"/>
                    <a:pt x="5251" y="6540"/>
                  </a:cubicBezTo>
                  <a:cubicBezTo>
                    <a:pt x="5138" y="6540"/>
                    <a:pt x="5026" y="6497"/>
                    <a:pt x="4939" y="6410"/>
                  </a:cubicBezTo>
                  <a:lnTo>
                    <a:pt x="2178" y="3649"/>
                  </a:lnTo>
                  <a:lnTo>
                    <a:pt x="0" y="5827"/>
                  </a:lnTo>
                  <a:lnTo>
                    <a:pt x="4162" y="9989"/>
                  </a:lnTo>
                  <a:cubicBezTo>
                    <a:pt x="4453" y="10280"/>
                    <a:pt x="4842" y="10440"/>
                    <a:pt x="5251" y="10440"/>
                  </a:cubicBezTo>
                  <a:cubicBezTo>
                    <a:pt x="5660" y="10440"/>
                    <a:pt x="6056" y="10280"/>
                    <a:pt x="6340" y="9989"/>
                  </a:cubicBezTo>
                  <a:lnTo>
                    <a:pt x="14150" y="2179"/>
                  </a:lnTo>
                  <a:lnTo>
                    <a:pt x="11972" y="1"/>
                  </a:lnTo>
                  <a:close/>
                </a:path>
              </a:pathLst>
            </a:custGeom>
            <a:solidFill>
              <a:srgbClr val="9FAEB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505" name="Google Shape;10505;p41"/>
            <p:cNvSpPr/>
            <p:nvPr/>
          </p:nvSpPr>
          <p:spPr>
            <a:xfrm>
              <a:off x="5338236" y="3769391"/>
              <a:ext cx="257155" cy="236006"/>
            </a:xfrm>
            <a:custGeom>
              <a:rect b="b" l="l" r="r" t="t"/>
              <a:pathLst>
                <a:path extrusionOk="0" h="8983" w="9788">
                  <a:moveTo>
                    <a:pt x="9066" y="0"/>
                  </a:moveTo>
                  <a:lnTo>
                    <a:pt x="826" y="8248"/>
                  </a:lnTo>
                  <a:cubicBezTo>
                    <a:pt x="597" y="8470"/>
                    <a:pt x="312" y="8629"/>
                    <a:pt x="0" y="8698"/>
                  </a:cubicBezTo>
                  <a:cubicBezTo>
                    <a:pt x="257" y="8886"/>
                    <a:pt x="569" y="8983"/>
                    <a:pt x="888" y="8983"/>
                  </a:cubicBezTo>
                  <a:cubicBezTo>
                    <a:pt x="1297" y="8983"/>
                    <a:pt x="1693" y="8823"/>
                    <a:pt x="1977" y="8532"/>
                  </a:cubicBezTo>
                  <a:lnTo>
                    <a:pt x="9787" y="722"/>
                  </a:lnTo>
                  <a:lnTo>
                    <a:pt x="9066" y="0"/>
                  </a:lnTo>
                  <a:close/>
                </a:path>
              </a:pathLst>
            </a:custGeom>
            <a:solidFill>
              <a:srgbClr val="37495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10506" name="Google Shape;10506;p41"/>
          <p:cNvSpPr/>
          <p:nvPr/>
        </p:nvSpPr>
        <p:spPr>
          <a:xfrm>
            <a:off x="5812218" y="3723834"/>
            <a:ext cx="291966" cy="289050"/>
          </a:xfrm>
          <a:custGeom>
            <a:rect b="b" l="l" r="r" t="t"/>
            <a:pathLst>
              <a:path extrusionOk="0" h="11002" w="11113">
                <a:moveTo>
                  <a:pt x="2619" y="0"/>
                </a:moveTo>
                <a:cubicBezTo>
                  <a:pt x="2492" y="0"/>
                  <a:pt x="2366" y="49"/>
                  <a:pt x="2268" y="146"/>
                </a:cubicBezTo>
                <a:lnTo>
                  <a:pt x="201" y="2213"/>
                </a:lnTo>
                <a:cubicBezTo>
                  <a:pt x="7" y="2407"/>
                  <a:pt x="7" y="2719"/>
                  <a:pt x="201" y="2914"/>
                </a:cubicBezTo>
                <a:lnTo>
                  <a:pt x="2782" y="5501"/>
                </a:lnTo>
                <a:lnTo>
                  <a:pt x="195" y="8081"/>
                </a:lnTo>
                <a:cubicBezTo>
                  <a:pt x="0" y="8275"/>
                  <a:pt x="0" y="8587"/>
                  <a:pt x="195" y="8782"/>
                </a:cubicBezTo>
                <a:lnTo>
                  <a:pt x="2268" y="10856"/>
                </a:lnTo>
                <a:cubicBezTo>
                  <a:pt x="2366" y="10953"/>
                  <a:pt x="2492" y="11001"/>
                  <a:pt x="2619" y="11001"/>
                </a:cubicBezTo>
                <a:cubicBezTo>
                  <a:pt x="2745" y="11001"/>
                  <a:pt x="2872" y="10953"/>
                  <a:pt x="2969" y="10856"/>
                </a:cubicBezTo>
                <a:lnTo>
                  <a:pt x="5556" y="8268"/>
                </a:lnTo>
                <a:lnTo>
                  <a:pt x="8143" y="10856"/>
                </a:lnTo>
                <a:cubicBezTo>
                  <a:pt x="8241" y="10953"/>
                  <a:pt x="8367" y="11001"/>
                  <a:pt x="8494" y="11001"/>
                </a:cubicBezTo>
                <a:cubicBezTo>
                  <a:pt x="8620" y="11001"/>
                  <a:pt x="8747" y="10953"/>
                  <a:pt x="8844" y="10856"/>
                </a:cubicBezTo>
                <a:lnTo>
                  <a:pt x="10911" y="8789"/>
                </a:lnTo>
                <a:cubicBezTo>
                  <a:pt x="11105" y="8594"/>
                  <a:pt x="11105" y="8275"/>
                  <a:pt x="10911" y="8081"/>
                </a:cubicBezTo>
                <a:lnTo>
                  <a:pt x="8331" y="5501"/>
                </a:lnTo>
                <a:lnTo>
                  <a:pt x="10918" y="2914"/>
                </a:lnTo>
                <a:cubicBezTo>
                  <a:pt x="11112" y="2719"/>
                  <a:pt x="11112" y="2407"/>
                  <a:pt x="10918" y="2213"/>
                </a:cubicBezTo>
                <a:lnTo>
                  <a:pt x="8844" y="146"/>
                </a:lnTo>
                <a:cubicBezTo>
                  <a:pt x="8747" y="49"/>
                  <a:pt x="8620" y="0"/>
                  <a:pt x="8494" y="0"/>
                </a:cubicBezTo>
                <a:cubicBezTo>
                  <a:pt x="8367" y="0"/>
                  <a:pt x="8241" y="49"/>
                  <a:pt x="8143" y="146"/>
                </a:cubicBezTo>
                <a:lnTo>
                  <a:pt x="5556" y="2726"/>
                </a:lnTo>
                <a:lnTo>
                  <a:pt x="2969" y="146"/>
                </a:lnTo>
                <a:cubicBezTo>
                  <a:pt x="2872" y="49"/>
                  <a:pt x="2745" y="0"/>
                  <a:pt x="2619" y="0"/>
                </a:cubicBezTo>
                <a:close/>
              </a:path>
            </a:pathLst>
          </a:custGeom>
          <a:solidFill>
            <a:srgbClr val="96A4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nvGrpSpPr>
          <p:cNvPr id="10507" name="Google Shape;10507;p41"/>
          <p:cNvGrpSpPr/>
          <p:nvPr/>
        </p:nvGrpSpPr>
        <p:grpSpPr>
          <a:xfrm>
            <a:off x="6319908" y="3696721"/>
            <a:ext cx="373963" cy="343119"/>
            <a:chOff x="6319908" y="3696721"/>
            <a:chExt cx="373963" cy="343119"/>
          </a:xfrm>
        </p:grpSpPr>
        <p:sp>
          <p:nvSpPr>
            <p:cNvPr id="10508" name="Google Shape;10508;p41"/>
            <p:cNvSpPr/>
            <p:nvPr/>
          </p:nvSpPr>
          <p:spPr>
            <a:xfrm>
              <a:off x="6378049" y="3745325"/>
              <a:ext cx="48315" cy="66180"/>
            </a:xfrm>
            <a:custGeom>
              <a:rect b="b" l="l" r="r" t="t"/>
              <a:pathLst>
                <a:path extrusionOk="0" h="2519" w="1839">
                  <a:moveTo>
                    <a:pt x="0" y="1"/>
                  </a:moveTo>
                  <a:lnTo>
                    <a:pt x="0" y="2519"/>
                  </a:lnTo>
                  <a:lnTo>
                    <a:pt x="1838" y="923"/>
                  </a:lnTo>
                  <a:lnTo>
                    <a:pt x="1838" y="1"/>
                  </a:lnTo>
                  <a:close/>
                </a:path>
              </a:pathLst>
            </a:custGeom>
            <a:solidFill>
              <a:srgbClr val="B7C2C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509" name="Google Shape;10509;p41"/>
            <p:cNvSpPr/>
            <p:nvPr/>
          </p:nvSpPr>
          <p:spPr>
            <a:xfrm>
              <a:off x="6401195" y="3745325"/>
              <a:ext cx="25169" cy="46135"/>
            </a:xfrm>
            <a:custGeom>
              <a:rect b="b" l="l" r="r" t="t"/>
              <a:pathLst>
                <a:path extrusionOk="0" h="1756" w="958">
                  <a:moveTo>
                    <a:pt x="0" y="1"/>
                  </a:moveTo>
                  <a:lnTo>
                    <a:pt x="0" y="1756"/>
                  </a:lnTo>
                  <a:lnTo>
                    <a:pt x="957" y="923"/>
                  </a:lnTo>
                  <a:lnTo>
                    <a:pt x="957" y="1"/>
                  </a:lnTo>
                  <a:close/>
                </a:path>
              </a:pathLst>
            </a:custGeom>
            <a:solidFill>
              <a:srgbClr val="9FAEB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510" name="Google Shape;10510;p41"/>
            <p:cNvSpPr/>
            <p:nvPr/>
          </p:nvSpPr>
          <p:spPr>
            <a:xfrm>
              <a:off x="6366016" y="3736813"/>
              <a:ext cx="281562" cy="303027"/>
            </a:xfrm>
            <a:custGeom>
              <a:rect b="b" l="l" r="r" t="t"/>
              <a:pathLst>
                <a:path extrusionOk="0" h="11534" w="10717">
                  <a:moveTo>
                    <a:pt x="5359" y="1"/>
                  </a:moveTo>
                  <a:cubicBezTo>
                    <a:pt x="5333" y="1"/>
                    <a:pt x="5307" y="9"/>
                    <a:pt x="5286" y="27"/>
                  </a:cubicBezTo>
                  <a:lnTo>
                    <a:pt x="0" y="4625"/>
                  </a:lnTo>
                  <a:lnTo>
                    <a:pt x="0" y="11222"/>
                  </a:lnTo>
                  <a:cubicBezTo>
                    <a:pt x="0" y="11395"/>
                    <a:pt x="146" y="11534"/>
                    <a:pt x="319" y="11534"/>
                  </a:cubicBezTo>
                  <a:lnTo>
                    <a:pt x="10405" y="11534"/>
                  </a:lnTo>
                  <a:cubicBezTo>
                    <a:pt x="10578" y="11534"/>
                    <a:pt x="10717" y="11395"/>
                    <a:pt x="10717" y="11222"/>
                  </a:cubicBezTo>
                  <a:lnTo>
                    <a:pt x="10717" y="4625"/>
                  </a:lnTo>
                  <a:lnTo>
                    <a:pt x="5431" y="27"/>
                  </a:lnTo>
                  <a:cubicBezTo>
                    <a:pt x="5411" y="9"/>
                    <a:pt x="5385" y="1"/>
                    <a:pt x="5359" y="1"/>
                  </a:cubicBezTo>
                  <a:close/>
                </a:path>
              </a:pathLst>
            </a:custGeom>
            <a:solidFill>
              <a:srgbClr val="879AA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511" name="Google Shape;10511;p41"/>
            <p:cNvSpPr/>
            <p:nvPr/>
          </p:nvSpPr>
          <p:spPr>
            <a:xfrm>
              <a:off x="6493753" y="3736813"/>
              <a:ext cx="153825" cy="303027"/>
            </a:xfrm>
            <a:custGeom>
              <a:rect b="b" l="l" r="r" t="t"/>
              <a:pathLst>
                <a:path extrusionOk="0" h="11534" w="5855">
                  <a:moveTo>
                    <a:pt x="497" y="1"/>
                  </a:moveTo>
                  <a:cubicBezTo>
                    <a:pt x="471" y="1"/>
                    <a:pt x="445" y="9"/>
                    <a:pt x="424" y="27"/>
                  </a:cubicBezTo>
                  <a:lnTo>
                    <a:pt x="1" y="394"/>
                  </a:lnTo>
                  <a:cubicBezTo>
                    <a:pt x="1901" y="2010"/>
                    <a:pt x="4918" y="4625"/>
                    <a:pt x="4918" y="4625"/>
                  </a:cubicBezTo>
                  <a:lnTo>
                    <a:pt x="4918" y="11222"/>
                  </a:lnTo>
                  <a:cubicBezTo>
                    <a:pt x="4918" y="11395"/>
                    <a:pt x="4773" y="11534"/>
                    <a:pt x="4599" y="11534"/>
                  </a:cubicBezTo>
                  <a:lnTo>
                    <a:pt x="5543" y="11534"/>
                  </a:lnTo>
                  <a:cubicBezTo>
                    <a:pt x="5716" y="11534"/>
                    <a:pt x="5855" y="11395"/>
                    <a:pt x="5855" y="11222"/>
                  </a:cubicBezTo>
                  <a:lnTo>
                    <a:pt x="5855" y="4625"/>
                  </a:lnTo>
                  <a:lnTo>
                    <a:pt x="569" y="27"/>
                  </a:lnTo>
                  <a:cubicBezTo>
                    <a:pt x="549" y="9"/>
                    <a:pt x="523" y="1"/>
                    <a:pt x="497" y="1"/>
                  </a:cubicBezTo>
                  <a:close/>
                </a:path>
              </a:pathLst>
            </a:custGeom>
            <a:solidFill>
              <a:srgbClr val="707F8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512" name="Google Shape;10512;p41"/>
            <p:cNvSpPr/>
            <p:nvPr/>
          </p:nvSpPr>
          <p:spPr>
            <a:xfrm>
              <a:off x="6366200" y="3726750"/>
              <a:ext cx="70174" cy="22069"/>
            </a:xfrm>
            <a:custGeom>
              <a:rect b="b" l="l" r="r" t="t"/>
              <a:pathLst>
                <a:path extrusionOk="0" h="840" w="2671">
                  <a:moveTo>
                    <a:pt x="118" y="0"/>
                  </a:moveTo>
                  <a:cubicBezTo>
                    <a:pt x="49" y="0"/>
                    <a:pt x="0" y="49"/>
                    <a:pt x="0" y="118"/>
                  </a:cubicBezTo>
                  <a:lnTo>
                    <a:pt x="0" y="722"/>
                  </a:lnTo>
                  <a:cubicBezTo>
                    <a:pt x="0" y="791"/>
                    <a:pt x="49" y="840"/>
                    <a:pt x="118" y="840"/>
                  </a:cubicBezTo>
                  <a:lnTo>
                    <a:pt x="2553" y="840"/>
                  </a:lnTo>
                  <a:cubicBezTo>
                    <a:pt x="2615" y="840"/>
                    <a:pt x="2671" y="791"/>
                    <a:pt x="2671" y="722"/>
                  </a:cubicBezTo>
                  <a:lnTo>
                    <a:pt x="2671" y="118"/>
                  </a:lnTo>
                  <a:cubicBezTo>
                    <a:pt x="2671" y="49"/>
                    <a:pt x="2615" y="0"/>
                    <a:pt x="2553" y="0"/>
                  </a:cubicBezTo>
                  <a:close/>
                </a:path>
              </a:pathLst>
            </a:custGeom>
            <a:solidFill>
              <a:srgbClr val="57697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513" name="Google Shape;10513;p41"/>
            <p:cNvSpPr/>
            <p:nvPr/>
          </p:nvSpPr>
          <p:spPr>
            <a:xfrm>
              <a:off x="6467691" y="3889298"/>
              <a:ext cx="85123" cy="150541"/>
            </a:xfrm>
            <a:custGeom>
              <a:rect b="b" l="l" r="r" t="t"/>
              <a:pathLst>
                <a:path extrusionOk="0" h="5730" w="3240">
                  <a:moveTo>
                    <a:pt x="292" y="0"/>
                  </a:moveTo>
                  <a:cubicBezTo>
                    <a:pt x="133" y="0"/>
                    <a:pt x="1" y="132"/>
                    <a:pt x="1" y="292"/>
                  </a:cubicBezTo>
                  <a:lnTo>
                    <a:pt x="1" y="5730"/>
                  </a:lnTo>
                  <a:lnTo>
                    <a:pt x="3240" y="5730"/>
                  </a:lnTo>
                  <a:lnTo>
                    <a:pt x="3240" y="292"/>
                  </a:lnTo>
                  <a:cubicBezTo>
                    <a:pt x="3240" y="132"/>
                    <a:pt x="3108" y="0"/>
                    <a:pt x="2942" y="0"/>
                  </a:cubicBezTo>
                  <a:close/>
                </a:path>
              </a:pathLst>
            </a:custGeom>
            <a:solidFill>
              <a:srgbClr val="57697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514" name="Google Shape;10514;p41"/>
            <p:cNvSpPr/>
            <p:nvPr/>
          </p:nvSpPr>
          <p:spPr>
            <a:xfrm>
              <a:off x="6519632" y="3889298"/>
              <a:ext cx="33182" cy="150541"/>
            </a:xfrm>
            <a:custGeom>
              <a:rect b="b" l="l" r="r" t="t"/>
              <a:pathLst>
                <a:path extrusionOk="0" h="5730" w="1263">
                  <a:moveTo>
                    <a:pt x="1" y="0"/>
                  </a:moveTo>
                  <a:cubicBezTo>
                    <a:pt x="167" y="0"/>
                    <a:pt x="299" y="132"/>
                    <a:pt x="299" y="292"/>
                  </a:cubicBezTo>
                  <a:lnTo>
                    <a:pt x="299" y="5730"/>
                  </a:lnTo>
                  <a:lnTo>
                    <a:pt x="1263" y="5730"/>
                  </a:lnTo>
                  <a:lnTo>
                    <a:pt x="1263" y="292"/>
                  </a:lnTo>
                  <a:cubicBezTo>
                    <a:pt x="1263" y="132"/>
                    <a:pt x="1131" y="0"/>
                    <a:pt x="965" y="0"/>
                  </a:cubicBezTo>
                  <a:close/>
                </a:path>
              </a:pathLst>
            </a:custGeom>
            <a:solidFill>
              <a:srgbClr val="22394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515" name="Google Shape;10515;p41"/>
            <p:cNvSpPr/>
            <p:nvPr/>
          </p:nvSpPr>
          <p:spPr>
            <a:xfrm>
              <a:off x="6319908" y="3696721"/>
              <a:ext cx="373963" cy="165096"/>
            </a:xfrm>
            <a:custGeom>
              <a:rect b="b" l="l" r="r" t="t"/>
              <a:pathLst>
                <a:path extrusionOk="0" h="6284" w="14234">
                  <a:moveTo>
                    <a:pt x="7114" y="1"/>
                  </a:moveTo>
                  <a:cubicBezTo>
                    <a:pt x="7088" y="1"/>
                    <a:pt x="7062" y="9"/>
                    <a:pt x="7041" y="27"/>
                  </a:cubicBezTo>
                  <a:lnTo>
                    <a:pt x="77" y="6089"/>
                  </a:lnTo>
                  <a:cubicBezTo>
                    <a:pt x="1" y="6158"/>
                    <a:pt x="49" y="6283"/>
                    <a:pt x="153" y="6283"/>
                  </a:cubicBezTo>
                  <a:lnTo>
                    <a:pt x="1762" y="6283"/>
                  </a:lnTo>
                  <a:lnTo>
                    <a:pt x="7041" y="1691"/>
                  </a:lnTo>
                  <a:cubicBezTo>
                    <a:pt x="7062" y="1674"/>
                    <a:pt x="7088" y="1665"/>
                    <a:pt x="7114" y="1665"/>
                  </a:cubicBezTo>
                  <a:cubicBezTo>
                    <a:pt x="7140" y="1665"/>
                    <a:pt x="7166" y="1674"/>
                    <a:pt x="7186" y="1691"/>
                  </a:cubicBezTo>
                  <a:lnTo>
                    <a:pt x="12472" y="6283"/>
                  </a:lnTo>
                  <a:lnTo>
                    <a:pt x="14081" y="6283"/>
                  </a:lnTo>
                  <a:cubicBezTo>
                    <a:pt x="14185" y="6283"/>
                    <a:pt x="14234" y="6158"/>
                    <a:pt x="14150" y="6089"/>
                  </a:cubicBezTo>
                  <a:lnTo>
                    <a:pt x="7186" y="27"/>
                  </a:lnTo>
                  <a:cubicBezTo>
                    <a:pt x="7166" y="9"/>
                    <a:pt x="7140" y="1"/>
                    <a:pt x="7114" y="1"/>
                  </a:cubicBezTo>
                  <a:close/>
                </a:path>
              </a:pathLst>
            </a:custGeom>
            <a:solidFill>
              <a:srgbClr val="8797A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516" name="Google Shape;10516;p41"/>
            <p:cNvSpPr/>
            <p:nvPr/>
          </p:nvSpPr>
          <p:spPr>
            <a:xfrm>
              <a:off x="6411021" y="3726750"/>
              <a:ext cx="25353" cy="22253"/>
            </a:xfrm>
            <a:custGeom>
              <a:rect b="b" l="l" r="r" t="t"/>
              <a:pathLst>
                <a:path extrusionOk="0" h="847" w="965">
                  <a:moveTo>
                    <a:pt x="1" y="0"/>
                  </a:moveTo>
                  <a:lnTo>
                    <a:pt x="1" y="847"/>
                  </a:lnTo>
                  <a:lnTo>
                    <a:pt x="847" y="847"/>
                  </a:lnTo>
                  <a:cubicBezTo>
                    <a:pt x="909" y="847"/>
                    <a:pt x="965" y="791"/>
                    <a:pt x="965" y="729"/>
                  </a:cubicBezTo>
                  <a:lnTo>
                    <a:pt x="965" y="118"/>
                  </a:lnTo>
                  <a:cubicBezTo>
                    <a:pt x="965" y="56"/>
                    <a:pt x="909" y="0"/>
                    <a:pt x="847" y="0"/>
                  </a:cubicBezTo>
                  <a:close/>
                </a:path>
              </a:pathLst>
            </a:custGeom>
            <a:solidFill>
              <a:srgbClr val="22394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0517" name="Google Shape;10517;p41"/>
          <p:cNvGrpSpPr/>
          <p:nvPr/>
        </p:nvGrpSpPr>
        <p:grpSpPr>
          <a:xfrm>
            <a:off x="6871342" y="3740044"/>
            <a:ext cx="371966" cy="256420"/>
            <a:chOff x="6871342" y="3740044"/>
            <a:chExt cx="371966" cy="256420"/>
          </a:xfrm>
        </p:grpSpPr>
        <p:sp>
          <p:nvSpPr>
            <p:cNvPr id="10518" name="Google Shape;10518;p41"/>
            <p:cNvSpPr/>
            <p:nvPr/>
          </p:nvSpPr>
          <p:spPr>
            <a:xfrm>
              <a:off x="6871342" y="3816944"/>
              <a:ext cx="371966" cy="179520"/>
            </a:xfrm>
            <a:custGeom>
              <a:rect b="b" l="l" r="r" t="t"/>
              <a:pathLst>
                <a:path extrusionOk="0" h="6833" w="14158">
                  <a:moveTo>
                    <a:pt x="0" y="1"/>
                  </a:moveTo>
                  <a:lnTo>
                    <a:pt x="0" y="6590"/>
                  </a:lnTo>
                  <a:cubicBezTo>
                    <a:pt x="0" y="6722"/>
                    <a:pt x="111" y="6833"/>
                    <a:pt x="250" y="6833"/>
                  </a:cubicBezTo>
                  <a:lnTo>
                    <a:pt x="13907" y="6833"/>
                  </a:lnTo>
                  <a:cubicBezTo>
                    <a:pt x="14046" y="6833"/>
                    <a:pt x="14157" y="6722"/>
                    <a:pt x="14157" y="6590"/>
                  </a:cubicBezTo>
                  <a:lnTo>
                    <a:pt x="14157" y="1"/>
                  </a:lnTo>
                  <a:close/>
                </a:path>
              </a:pathLst>
            </a:custGeom>
            <a:solidFill>
              <a:srgbClr val="CBD6D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519" name="Google Shape;10519;p41"/>
            <p:cNvSpPr/>
            <p:nvPr/>
          </p:nvSpPr>
          <p:spPr>
            <a:xfrm>
              <a:off x="6871342" y="3740044"/>
              <a:ext cx="371966" cy="179520"/>
            </a:xfrm>
            <a:custGeom>
              <a:rect b="b" l="l" r="r" t="t"/>
              <a:pathLst>
                <a:path extrusionOk="0" h="6833" w="14158">
                  <a:moveTo>
                    <a:pt x="250" y="1"/>
                  </a:moveTo>
                  <a:cubicBezTo>
                    <a:pt x="111" y="1"/>
                    <a:pt x="0" y="112"/>
                    <a:pt x="0" y="243"/>
                  </a:cubicBezTo>
                  <a:lnTo>
                    <a:pt x="0" y="6590"/>
                  </a:lnTo>
                  <a:cubicBezTo>
                    <a:pt x="0" y="6722"/>
                    <a:pt x="111" y="6833"/>
                    <a:pt x="250" y="6833"/>
                  </a:cubicBezTo>
                  <a:lnTo>
                    <a:pt x="13907" y="6833"/>
                  </a:lnTo>
                  <a:cubicBezTo>
                    <a:pt x="14046" y="6833"/>
                    <a:pt x="14157" y="6722"/>
                    <a:pt x="14157" y="6590"/>
                  </a:cubicBezTo>
                  <a:lnTo>
                    <a:pt x="14157" y="243"/>
                  </a:lnTo>
                  <a:cubicBezTo>
                    <a:pt x="14157" y="112"/>
                    <a:pt x="14046" y="1"/>
                    <a:pt x="13907" y="1"/>
                  </a:cubicBezTo>
                  <a:close/>
                </a:path>
              </a:pathLst>
            </a:custGeom>
            <a:solidFill>
              <a:srgbClr val="EFF2F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520" name="Google Shape;10520;p41"/>
            <p:cNvSpPr/>
            <p:nvPr/>
          </p:nvSpPr>
          <p:spPr>
            <a:xfrm>
              <a:off x="6890652" y="3759355"/>
              <a:ext cx="333319" cy="140899"/>
            </a:xfrm>
            <a:custGeom>
              <a:rect b="b" l="l" r="r" t="t"/>
              <a:pathLst>
                <a:path extrusionOk="0" h="5363" w="12687">
                  <a:moveTo>
                    <a:pt x="3796" y="486"/>
                  </a:moveTo>
                  <a:cubicBezTo>
                    <a:pt x="3888" y="486"/>
                    <a:pt x="3939" y="606"/>
                    <a:pt x="3878" y="681"/>
                  </a:cubicBezTo>
                  <a:cubicBezTo>
                    <a:pt x="2935" y="1846"/>
                    <a:pt x="2935" y="3518"/>
                    <a:pt x="3878" y="4676"/>
                  </a:cubicBezTo>
                  <a:cubicBezTo>
                    <a:pt x="3940" y="4759"/>
                    <a:pt x="3885" y="4877"/>
                    <a:pt x="3788" y="4877"/>
                  </a:cubicBezTo>
                  <a:lnTo>
                    <a:pt x="1443" y="4877"/>
                  </a:lnTo>
                  <a:cubicBezTo>
                    <a:pt x="1346" y="4398"/>
                    <a:pt x="972" y="4024"/>
                    <a:pt x="493" y="3927"/>
                  </a:cubicBezTo>
                  <a:lnTo>
                    <a:pt x="493" y="1437"/>
                  </a:lnTo>
                  <a:cubicBezTo>
                    <a:pt x="972" y="1340"/>
                    <a:pt x="1346" y="965"/>
                    <a:pt x="1443" y="486"/>
                  </a:cubicBezTo>
                  <a:lnTo>
                    <a:pt x="3788" y="486"/>
                  </a:lnTo>
                  <a:cubicBezTo>
                    <a:pt x="3790" y="486"/>
                    <a:pt x="3793" y="486"/>
                    <a:pt x="3796" y="486"/>
                  </a:cubicBezTo>
                  <a:close/>
                  <a:moveTo>
                    <a:pt x="11251" y="486"/>
                  </a:moveTo>
                  <a:cubicBezTo>
                    <a:pt x="11348" y="972"/>
                    <a:pt x="11723" y="1347"/>
                    <a:pt x="12201" y="1444"/>
                  </a:cubicBezTo>
                  <a:lnTo>
                    <a:pt x="12201" y="3927"/>
                  </a:lnTo>
                  <a:cubicBezTo>
                    <a:pt x="11723" y="4024"/>
                    <a:pt x="11348" y="4398"/>
                    <a:pt x="11251" y="4884"/>
                  </a:cubicBezTo>
                  <a:lnTo>
                    <a:pt x="8900" y="4884"/>
                  </a:lnTo>
                  <a:cubicBezTo>
                    <a:pt x="8796" y="4884"/>
                    <a:pt x="8740" y="4766"/>
                    <a:pt x="8803" y="4683"/>
                  </a:cubicBezTo>
                  <a:cubicBezTo>
                    <a:pt x="9753" y="3518"/>
                    <a:pt x="9753" y="1853"/>
                    <a:pt x="8803" y="688"/>
                  </a:cubicBezTo>
                  <a:cubicBezTo>
                    <a:pt x="8740" y="604"/>
                    <a:pt x="8796" y="486"/>
                    <a:pt x="8900" y="486"/>
                  </a:cubicBezTo>
                  <a:close/>
                  <a:moveTo>
                    <a:pt x="1221" y="1"/>
                  </a:moveTo>
                  <a:cubicBezTo>
                    <a:pt x="1083" y="1"/>
                    <a:pt x="979" y="105"/>
                    <a:pt x="979" y="244"/>
                  </a:cubicBezTo>
                  <a:cubicBezTo>
                    <a:pt x="979" y="646"/>
                    <a:pt x="646" y="972"/>
                    <a:pt x="243" y="972"/>
                  </a:cubicBezTo>
                  <a:cubicBezTo>
                    <a:pt x="112" y="972"/>
                    <a:pt x="1" y="1083"/>
                    <a:pt x="1" y="1222"/>
                  </a:cubicBezTo>
                  <a:lnTo>
                    <a:pt x="1" y="4149"/>
                  </a:lnTo>
                  <a:cubicBezTo>
                    <a:pt x="1" y="4281"/>
                    <a:pt x="112" y="4392"/>
                    <a:pt x="243" y="4392"/>
                  </a:cubicBezTo>
                  <a:cubicBezTo>
                    <a:pt x="646" y="4392"/>
                    <a:pt x="979" y="4718"/>
                    <a:pt x="979" y="5120"/>
                  </a:cubicBezTo>
                  <a:cubicBezTo>
                    <a:pt x="979" y="5259"/>
                    <a:pt x="1083" y="5363"/>
                    <a:pt x="1221" y="5363"/>
                  </a:cubicBezTo>
                  <a:lnTo>
                    <a:pt x="11466" y="5363"/>
                  </a:lnTo>
                  <a:cubicBezTo>
                    <a:pt x="11605" y="5363"/>
                    <a:pt x="11709" y="5259"/>
                    <a:pt x="11709" y="5120"/>
                  </a:cubicBezTo>
                  <a:cubicBezTo>
                    <a:pt x="11709" y="4718"/>
                    <a:pt x="12042" y="4392"/>
                    <a:pt x="12444" y="4392"/>
                  </a:cubicBezTo>
                  <a:cubicBezTo>
                    <a:pt x="12576" y="4392"/>
                    <a:pt x="12687" y="4281"/>
                    <a:pt x="12687" y="4149"/>
                  </a:cubicBezTo>
                  <a:lnTo>
                    <a:pt x="12687" y="1222"/>
                  </a:lnTo>
                  <a:cubicBezTo>
                    <a:pt x="12687" y="1083"/>
                    <a:pt x="12576" y="972"/>
                    <a:pt x="12444" y="972"/>
                  </a:cubicBezTo>
                  <a:cubicBezTo>
                    <a:pt x="12042" y="972"/>
                    <a:pt x="11709" y="646"/>
                    <a:pt x="11709" y="244"/>
                  </a:cubicBezTo>
                  <a:cubicBezTo>
                    <a:pt x="11709" y="105"/>
                    <a:pt x="11605" y="1"/>
                    <a:pt x="11466" y="1"/>
                  </a:cubicBezTo>
                  <a:close/>
                </a:path>
              </a:pathLst>
            </a:custGeom>
            <a:solidFill>
              <a:srgbClr val="8F9BA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521" name="Google Shape;10521;p41"/>
            <p:cNvSpPr/>
            <p:nvPr/>
          </p:nvSpPr>
          <p:spPr>
            <a:xfrm>
              <a:off x="6986862" y="3759355"/>
              <a:ext cx="140899" cy="141083"/>
            </a:xfrm>
            <a:custGeom>
              <a:rect b="b" l="l" r="r" t="t"/>
              <a:pathLst>
                <a:path extrusionOk="0" h="5370" w="5363">
                  <a:moveTo>
                    <a:pt x="2685" y="1"/>
                  </a:moveTo>
                  <a:cubicBezTo>
                    <a:pt x="1201" y="1"/>
                    <a:pt x="1" y="1201"/>
                    <a:pt x="1" y="2685"/>
                  </a:cubicBezTo>
                  <a:cubicBezTo>
                    <a:pt x="1" y="4163"/>
                    <a:pt x="1201" y="5370"/>
                    <a:pt x="2685" y="5370"/>
                  </a:cubicBezTo>
                  <a:cubicBezTo>
                    <a:pt x="4163" y="5370"/>
                    <a:pt x="5363" y="4163"/>
                    <a:pt x="5363" y="2685"/>
                  </a:cubicBezTo>
                  <a:cubicBezTo>
                    <a:pt x="5363" y="1201"/>
                    <a:pt x="4163" y="1"/>
                    <a:pt x="2685" y="1"/>
                  </a:cubicBezTo>
                  <a:close/>
                </a:path>
              </a:pathLst>
            </a:custGeom>
            <a:solidFill>
              <a:srgbClr val="8095A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522" name="Google Shape;10522;p41"/>
            <p:cNvSpPr/>
            <p:nvPr/>
          </p:nvSpPr>
          <p:spPr>
            <a:xfrm>
              <a:off x="7025141" y="3785023"/>
              <a:ext cx="64184" cy="89773"/>
            </a:xfrm>
            <a:custGeom>
              <a:rect b="b" l="l" r="r" t="t"/>
              <a:pathLst>
                <a:path extrusionOk="0" h="3417" w="2443">
                  <a:moveTo>
                    <a:pt x="979" y="751"/>
                  </a:moveTo>
                  <a:lnTo>
                    <a:pt x="979" y="1382"/>
                  </a:lnTo>
                  <a:cubicBezTo>
                    <a:pt x="632" y="1264"/>
                    <a:pt x="493" y="1160"/>
                    <a:pt x="493" y="1022"/>
                  </a:cubicBezTo>
                  <a:cubicBezTo>
                    <a:pt x="493" y="938"/>
                    <a:pt x="673" y="800"/>
                    <a:pt x="979" y="751"/>
                  </a:cubicBezTo>
                  <a:close/>
                  <a:moveTo>
                    <a:pt x="1471" y="2027"/>
                  </a:moveTo>
                  <a:cubicBezTo>
                    <a:pt x="1818" y="2145"/>
                    <a:pt x="1957" y="2249"/>
                    <a:pt x="1957" y="2395"/>
                  </a:cubicBezTo>
                  <a:cubicBezTo>
                    <a:pt x="1964" y="2471"/>
                    <a:pt x="1776" y="2617"/>
                    <a:pt x="1471" y="2659"/>
                  </a:cubicBezTo>
                  <a:lnTo>
                    <a:pt x="1471" y="2027"/>
                  </a:lnTo>
                  <a:close/>
                  <a:moveTo>
                    <a:pt x="1225" y="0"/>
                  </a:moveTo>
                  <a:cubicBezTo>
                    <a:pt x="1102" y="0"/>
                    <a:pt x="979" y="82"/>
                    <a:pt x="979" y="245"/>
                  </a:cubicBezTo>
                  <a:lnTo>
                    <a:pt x="979" y="259"/>
                  </a:lnTo>
                  <a:cubicBezTo>
                    <a:pt x="410" y="328"/>
                    <a:pt x="1" y="626"/>
                    <a:pt x="1" y="1022"/>
                  </a:cubicBezTo>
                  <a:cubicBezTo>
                    <a:pt x="1" y="1563"/>
                    <a:pt x="535" y="1771"/>
                    <a:pt x="979" y="1896"/>
                  </a:cubicBezTo>
                  <a:lnTo>
                    <a:pt x="979" y="2659"/>
                  </a:lnTo>
                  <a:cubicBezTo>
                    <a:pt x="673" y="2610"/>
                    <a:pt x="493" y="2471"/>
                    <a:pt x="493" y="2395"/>
                  </a:cubicBezTo>
                  <a:cubicBezTo>
                    <a:pt x="493" y="2232"/>
                    <a:pt x="370" y="2150"/>
                    <a:pt x="247" y="2150"/>
                  </a:cubicBezTo>
                  <a:cubicBezTo>
                    <a:pt x="124" y="2150"/>
                    <a:pt x="1" y="2232"/>
                    <a:pt x="1" y="2395"/>
                  </a:cubicBezTo>
                  <a:cubicBezTo>
                    <a:pt x="1" y="2783"/>
                    <a:pt x="410" y="3089"/>
                    <a:pt x="979" y="3158"/>
                  </a:cubicBezTo>
                  <a:lnTo>
                    <a:pt x="979" y="3172"/>
                  </a:lnTo>
                  <a:cubicBezTo>
                    <a:pt x="979" y="3335"/>
                    <a:pt x="1102" y="3416"/>
                    <a:pt x="1225" y="3416"/>
                  </a:cubicBezTo>
                  <a:cubicBezTo>
                    <a:pt x="1348" y="3416"/>
                    <a:pt x="1471" y="3335"/>
                    <a:pt x="1471" y="3172"/>
                  </a:cubicBezTo>
                  <a:lnTo>
                    <a:pt x="1471" y="3158"/>
                  </a:lnTo>
                  <a:cubicBezTo>
                    <a:pt x="2040" y="3089"/>
                    <a:pt x="2442" y="2783"/>
                    <a:pt x="2442" y="2395"/>
                  </a:cubicBezTo>
                  <a:cubicBezTo>
                    <a:pt x="2442" y="1847"/>
                    <a:pt x="1908" y="1639"/>
                    <a:pt x="1471" y="1521"/>
                  </a:cubicBezTo>
                  <a:lnTo>
                    <a:pt x="1471" y="751"/>
                  </a:lnTo>
                  <a:cubicBezTo>
                    <a:pt x="1776" y="800"/>
                    <a:pt x="1957" y="938"/>
                    <a:pt x="1957" y="1022"/>
                  </a:cubicBezTo>
                  <a:cubicBezTo>
                    <a:pt x="1957" y="1185"/>
                    <a:pt x="2078" y="1266"/>
                    <a:pt x="2199" y="1266"/>
                  </a:cubicBezTo>
                  <a:cubicBezTo>
                    <a:pt x="2321" y="1266"/>
                    <a:pt x="2442" y="1185"/>
                    <a:pt x="2442" y="1022"/>
                  </a:cubicBezTo>
                  <a:cubicBezTo>
                    <a:pt x="2442" y="626"/>
                    <a:pt x="2040" y="328"/>
                    <a:pt x="1471" y="259"/>
                  </a:cubicBezTo>
                  <a:lnTo>
                    <a:pt x="1471" y="245"/>
                  </a:lnTo>
                  <a:cubicBezTo>
                    <a:pt x="1471" y="82"/>
                    <a:pt x="1348" y="0"/>
                    <a:pt x="1225" y="0"/>
                  </a:cubicBezTo>
                  <a:close/>
                </a:path>
              </a:pathLst>
            </a:custGeom>
            <a:solidFill>
              <a:srgbClr val="EFF2F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523" name="Google Shape;10523;p41"/>
            <p:cNvSpPr/>
            <p:nvPr/>
          </p:nvSpPr>
          <p:spPr>
            <a:xfrm>
              <a:off x="6890652" y="3759355"/>
              <a:ext cx="12795" cy="12795"/>
            </a:xfrm>
            <a:custGeom>
              <a:rect b="b" l="l" r="r" t="t"/>
              <a:pathLst>
                <a:path extrusionOk="0" h="487" w="487">
                  <a:moveTo>
                    <a:pt x="243" y="1"/>
                  </a:moveTo>
                  <a:cubicBezTo>
                    <a:pt x="112" y="1"/>
                    <a:pt x="1" y="105"/>
                    <a:pt x="1" y="244"/>
                  </a:cubicBezTo>
                  <a:cubicBezTo>
                    <a:pt x="1" y="376"/>
                    <a:pt x="112" y="486"/>
                    <a:pt x="243" y="486"/>
                  </a:cubicBezTo>
                  <a:cubicBezTo>
                    <a:pt x="382" y="486"/>
                    <a:pt x="486" y="376"/>
                    <a:pt x="486" y="244"/>
                  </a:cubicBezTo>
                  <a:cubicBezTo>
                    <a:pt x="486" y="105"/>
                    <a:pt x="382" y="1"/>
                    <a:pt x="243" y="1"/>
                  </a:cubicBezTo>
                  <a:close/>
                </a:path>
              </a:pathLst>
            </a:custGeom>
            <a:solidFill>
              <a:srgbClr val="8F9BA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524" name="Google Shape;10524;p41"/>
            <p:cNvSpPr/>
            <p:nvPr/>
          </p:nvSpPr>
          <p:spPr>
            <a:xfrm>
              <a:off x="7211203" y="3759355"/>
              <a:ext cx="12768" cy="12795"/>
            </a:xfrm>
            <a:custGeom>
              <a:rect b="b" l="l" r="r" t="t"/>
              <a:pathLst>
                <a:path extrusionOk="0" h="487" w="486">
                  <a:moveTo>
                    <a:pt x="243" y="1"/>
                  </a:moveTo>
                  <a:cubicBezTo>
                    <a:pt x="104" y="1"/>
                    <a:pt x="0" y="105"/>
                    <a:pt x="0" y="244"/>
                  </a:cubicBezTo>
                  <a:cubicBezTo>
                    <a:pt x="0" y="376"/>
                    <a:pt x="104" y="486"/>
                    <a:pt x="243" y="486"/>
                  </a:cubicBezTo>
                  <a:cubicBezTo>
                    <a:pt x="375" y="486"/>
                    <a:pt x="486" y="376"/>
                    <a:pt x="486" y="244"/>
                  </a:cubicBezTo>
                  <a:cubicBezTo>
                    <a:pt x="486" y="105"/>
                    <a:pt x="375" y="1"/>
                    <a:pt x="243" y="1"/>
                  </a:cubicBezTo>
                  <a:close/>
                </a:path>
              </a:pathLst>
            </a:custGeom>
            <a:solidFill>
              <a:srgbClr val="8F9BA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525" name="Google Shape;10525;p41"/>
            <p:cNvSpPr/>
            <p:nvPr/>
          </p:nvSpPr>
          <p:spPr>
            <a:xfrm>
              <a:off x="6890652" y="3887486"/>
              <a:ext cx="12795" cy="12768"/>
            </a:xfrm>
            <a:custGeom>
              <a:rect b="b" l="l" r="r" t="t"/>
              <a:pathLst>
                <a:path extrusionOk="0" h="486" w="487">
                  <a:moveTo>
                    <a:pt x="243" y="0"/>
                  </a:moveTo>
                  <a:cubicBezTo>
                    <a:pt x="112" y="0"/>
                    <a:pt x="1" y="111"/>
                    <a:pt x="1" y="243"/>
                  </a:cubicBezTo>
                  <a:cubicBezTo>
                    <a:pt x="1" y="382"/>
                    <a:pt x="112" y="486"/>
                    <a:pt x="243" y="486"/>
                  </a:cubicBezTo>
                  <a:cubicBezTo>
                    <a:pt x="382" y="486"/>
                    <a:pt x="486" y="382"/>
                    <a:pt x="486" y="243"/>
                  </a:cubicBezTo>
                  <a:cubicBezTo>
                    <a:pt x="486" y="111"/>
                    <a:pt x="382" y="0"/>
                    <a:pt x="243" y="0"/>
                  </a:cubicBezTo>
                  <a:close/>
                </a:path>
              </a:pathLst>
            </a:custGeom>
            <a:solidFill>
              <a:srgbClr val="8F9BA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526" name="Google Shape;10526;p41"/>
            <p:cNvSpPr/>
            <p:nvPr/>
          </p:nvSpPr>
          <p:spPr>
            <a:xfrm>
              <a:off x="7211203" y="3887486"/>
              <a:ext cx="12768" cy="12768"/>
            </a:xfrm>
            <a:custGeom>
              <a:rect b="b" l="l" r="r" t="t"/>
              <a:pathLst>
                <a:path extrusionOk="0" h="486" w="486">
                  <a:moveTo>
                    <a:pt x="243" y="0"/>
                  </a:moveTo>
                  <a:cubicBezTo>
                    <a:pt x="104" y="0"/>
                    <a:pt x="0" y="111"/>
                    <a:pt x="0" y="243"/>
                  </a:cubicBezTo>
                  <a:cubicBezTo>
                    <a:pt x="0" y="382"/>
                    <a:pt x="104" y="486"/>
                    <a:pt x="243" y="486"/>
                  </a:cubicBezTo>
                  <a:cubicBezTo>
                    <a:pt x="375" y="486"/>
                    <a:pt x="486" y="382"/>
                    <a:pt x="486" y="243"/>
                  </a:cubicBezTo>
                  <a:cubicBezTo>
                    <a:pt x="486" y="111"/>
                    <a:pt x="375" y="0"/>
                    <a:pt x="243" y="0"/>
                  </a:cubicBezTo>
                  <a:close/>
                </a:path>
              </a:pathLst>
            </a:custGeom>
            <a:solidFill>
              <a:srgbClr val="8F9BA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527" name="Google Shape;10527;p41"/>
            <p:cNvSpPr/>
            <p:nvPr/>
          </p:nvSpPr>
          <p:spPr>
            <a:xfrm>
              <a:off x="6871342" y="3932306"/>
              <a:ext cx="371966" cy="12952"/>
            </a:xfrm>
            <a:custGeom>
              <a:rect b="b" l="l" r="r" t="t"/>
              <a:pathLst>
                <a:path extrusionOk="0" h="493" w="14158">
                  <a:moveTo>
                    <a:pt x="0" y="0"/>
                  </a:moveTo>
                  <a:lnTo>
                    <a:pt x="0" y="493"/>
                  </a:lnTo>
                  <a:lnTo>
                    <a:pt x="14157" y="493"/>
                  </a:lnTo>
                  <a:lnTo>
                    <a:pt x="14157" y="0"/>
                  </a:lnTo>
                  <a:close/>
                </a:path>
              </a:pathLst>
            </a:custGeom>
            <a:solidFill>
              <a:srgbClr val="B8C7D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528" name="Google Shape;10528;p41"/>
            <p:cNvSpPr/>
            <p:nvPr/>
          </p:nvSpPr>
          <p:spPr>
            <a:xfrm>
              <a:off x="6871342" y="3958001"/>
              <a:ext cx="371966" cy="12768"/>
            </a:xfrm>
            <a:custGeom>
              <a:rect b="b" l="l" r="r" t="t"/>
              <a:pathLst>
                <a:path extrusionOk="0" h="486" w="14158">
                  <a:moveTo>
                    <a:pt x="0" y="0"/>
                  </a:moveTo>
                  <a:lnTo>
                    <a:pt x="0" y="486"/>
                  </a:lnTo>
                  <a:lnTo>
                    <a:pt x="14157" y="486"/>
                  </a:lnTo>
                  <a:lnTo>
                    <a:pt x="14157" y="0"/>
                  </a:lnTo>
                  <a:close/>
                </a:path>
              </a:pathLst>
            </a:custGeom>
            <a:solidFill>
              <a:srgbClr val="B8C7D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529" name="Google Shape;10529;p41"/>
            <p:cNvSpPr/>
            <p:nvPr/>
          </p:nvSpPr>
          <p:spPr>
            <a:xfrm>
              <a:off x="6871342" y="3983695"/>
              <a:ext cx="371966" cy="12768"/>
            </a:xfrm>
            <a:custGeom>
              <a:rect b="b" l="l" r="r" t="t"/>
              <a:pathLst>
                <a:path extrusionOk="0" h="486" w="14158">
                  <a:moveTo>
                    <a:pt x="0" y="0"/>
                  </a:moveTo>
                  <a:lnTo>
                    <a:pt x="0" y="243"/>
                  </a:lnTo>
                  <a:cubicBezTo>
                    <a:pt x="0" y="375"/>
                    <a:pt x="111" y="486"/>
                    <a:pt x="250" y="486"/>
                  </a:cubicBezTo>
                  <a:lnTo>
                    <a:pt x="13907" y="486"/>
                  </a:lnTo>
                  <a:cubicBezTo>
                    <a:pt x="14046" y="486"/>
                    <a:pt x="14157" y="375"/>
                    <a:pt x="14157" y="243"/>
                  </a:cubicBezTo>
                  <a:lnTo>
                    <a:pt x="14157" y="0"/>
                  </a:lnTo>
                  <a:close/>
                </a:path>
              </a:pathLst>
            </a:custGeom>
            <a:solidFill>
              <a:srgbClr val="B8C7D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0530" name="Google Shape;10530;p41"/>
          <p:cNvGrpSpPr/>
          <p:nvPr/>
        </p:nvGrpSpPr>
        <p:grpSpPr>
          <a:xfrm>
            <a:off x="7402362" y="3681535"/>
            <a:ext cx="402757" cy="372729"/>
            <a:chOff x="7402362" y="3681535"/>
            <a:chExt cx="402757" cy="372729"/>
          </a:xfrm>
        </p:grpSpPr>
        <p:sp>
          <p:nvSpPr>
            <p:cNvPr id="10531" name="Google Shape;10531;p41"/>
            <p:cNvSpPr/>
            <p:nvPr/>
          </p:nvSpPr>
          <p:spPr>
            <a:xfrm>
              <a:off x="7471248" y="3681535"/>
              <a:ext cx="333871" cy="303763"/>
            </a:xfrm>
            <a:custGeom>
              <a:rect b="b" l="l" r="r" t="t"/>
              <a:pathLst>
                <a:path extrusionOk="0" h="11562" w="12708">
                  <a:moveTo>
                    <a:pt x="6341" y="0"/>
                  </a:moveTo>
                  <a:cubicBezTo>
                    <a:pt x="4868" y="0"/>
                    <a:pt x="3393" y="562"/>
                    <a:pt x="2268" y="1687"/>
                  </a:cubicBezTo>
                  <a:cubicBezTo>
                    <a:pt x="0" y="3955"/>
                    <a:pt x="21" y="7624"/>
                    <a:pt x="2296" y="9871"/>
                  </a:cubicBezTo>
                  <a:cubicBezTo>
                    <a:pt x="2407" y="9982"/>
                    <a:pt x="2518" y="10086"/>
                    <a:pt x="2636" y="10184"/>
                  </a:cubicBezTo>
                  <a:cubicBezTo>
                    <a:pt x="3718" y="11105"/>
                    <a:pt x="5049" y="11561"/>
                    <a:pt x="6375" y="11561"/>
                  </a:cubicBezTo>
                  <a:cubicBezTo>
                    <a:pt x="7854" y="11561"/>
                    <a:pt x="9327" y="10994"/>
                    <a:pt x="10446" y="9871"/>
                  </a:cubicBezTo>
                  <a:cubicBezTo>
                    <a:pt x="12576" y="7749"/>
                    <a:pt x="12707" y="4343"/>
                    <a:pt x="10758" y="2061"/>
                  </a:cubicBezTo>
                  <a:cubicBezTo>
                    <a:pt x="10661" y="1943"/>
                    <a:pt x="10557" y="1832"/>
                    <a:pt x="10446" y="1721"/>
                  </a:cubicBezTo>
                  <a:cubicBezTo>
                    <a:pt x="9320" y="574"/>
                    <a:pt x="7831" y="0"/>
                    <a:pt x="6341" y="0"/>
                  </a:cubicBezTo>
                  <a:close/>
                </a:path>
              </a:pathLst>
            </a:custGeom>
            <a:solidFill>
              <a:srgbClr val="8A9D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532" name="Google Shape;10532;p41"/>
            <p:cNvSpPr/>
            <p:nvPr/>
          </p:nvSpPr>
          <p:spPr>
            <a:xfrm>
              <a:off x="7540502" y="3735683"/>
              <a:ext cx="236741" cy="236558"/>
            </a:xfrm>
            <a:custGeom>
              <a:rect b="b" l="l" r="r" t="t"/>
              <a:pathLst>
                <a:path extrusionOk="0" h="9004" w="9011">
                  <a:moveTo>
                    <a:pt x="8122" y="0"/>
                  </a:moveTo>
                  <a:lnTo>
                    <a:pt x="0" y="8123"/>
                  </a:lnTo>
                  <a:cubicBezTo>
                    <a:pt x="423" y="8483"/>
                    <a:pt x="895" y="8781"/>
                    <a:pt x="1401" y="9003"/>
                  </a:cubicBezTo>
                  <a:lnTo>
                    <a:pt x="9010" y="1401"/>
                  </a:lnTo>
                  <a:cubicBezTo>
                    <a:pt x="8781" y="888"/>
                    <a:pt x="8483" y="416"/>
                    <a:pt x="8122" y="0"/>
                  </a:cubicBezTo>
                  <a:close/>
                </a:path>
              </a:pathLst>
            </a:custGeom>
            <a:solidFill>
              <a:srgbClr val="A2B1C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533" name="Google Shape;10533;p41"/>
            <p:cNvSpPr/>
            <p:nvPr/>
          </p:nvSpPr>
          <p:spPr>
            <a:xfrm>
              <a:off x="7472693" y="3728274"/>
              <a:ext cx="283585" cy="256998"/>
            </a:xfrm>
            <a:custGeom>
              <a:rect b="b" l="l" r="r" t="t"/>
              <a:pathLst>
                <a:path extrusionOk="0" h="9782" w="10794">
                  <a:moveTo>
                    <a:pt x="9427" y="8869"/>
                  </a:moveTo>
                  <a:cubicBezTo>
                    <a:pt x="9426" y="8870"/>
                    <a:pt x="9424" y="8871"/>
                    <a:pt x="9423" y="8872"/>
                  </a:cubicBezTo>
                  <a:lnTo>
                    <a:pt x="9423" y="8872"/>
                  </a:lnTo>
                  <a:cubicBezTo>
                    <a:pt x="9422" y="8873"/>
                    <a:pt x="9421" y="8875"/>
                    <a:pt x="9420" y="8876"/>
                  </a:cubicBezTo>
                  <a:lnTo>
                    <a:pt x="9427" y="8869"/>
                  </a:lnTo>
                  <a:close/>
                  <a:moveTo>
                    <a:pt x="4560" y="0"/>
                  </a:moveTo>
                  <a:cubicBezTo>
                    <a:pt x="3489" y="0"/>
                    <a:pt x="2412" y="298"/>
                    <a:pt x="1457" y="907"/>
                  </a:cubicBezTo>
                  <a:cubicBezTo>
                    <a:pt x="1" y="3189"/>
                    <a:pt x="327" y="6178"/>
                    <a:pt x="2241" y="8092"/>
                  </a:cubicBezTo>
                  <a:cubicBezTo>
                    <a:pt x="2352" y="8203"/>
                    <a:pt x="2463" y="8307"/>
                    <a:pt x="2574" y="8405"/>
                  </a:cubicBezTo>
                  <a:cubicBezTo>
                    <a:pt x="3647" y="9316"/>
                    <a:pt x="4980" y="9782"/>
                    <a:pt x="6320" y="9782"/>
                  </a:cubicBezTo>
                  <a:cubicBezTo>
                    <a:pt x="7394" y="9782"/>
                    <a:pt x="8472" y="9482"/>
                    <a:pt x="9423" y="8872"/>
                  </a:cubicBezTo>
                  <a:lnTo>
                    <a:pt x="9423" y="8872"/>
                  </a:lnTo>
                  <a:cubicBezTo>
                    <a:pt x="10793" y="6736"/>
                    <a:pt x="10605" y="3957"/>
                    <a:pt x="8955" y="2023"/>
                  </a:cubicBezTo>
                  <a:cubicBezTo>
                    <a:pt x="8858" y="1912"/>
                    <a:pt x="8754" y="1794"/>
                    <a:pt x="8643" y="1690"/>
                  </a:cubicBezTo>
                  <a:cubicBezTo>
                    <a:pt x="7529" y="576"/>
                    <a:pt x="6051" y="0"/>
                    <a:pt x="4560" y="0"/>
                  </a:cubicBezTo>
                  <a:close/>
                </a:path>
              </a:pathLst>
            </a:custGeom>
            <a:solidFill>
              <a:srgbClr val="68819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534" name="Google Shape;10534;p41"/>
            <p:cNvSpPr/>
            <p:nvPr/>
          </p:nvSpPr>
          <p:spPr>
            <a:xfrm>
              <a:off x="7508791" y="3711985"/>
              <a:ext cx="251691" cy="243572"/>
            </a:xfrm>
            <a:custGeom>
              <a:rect b="b" l="l" r="r" t="t"/>
              <a:pathLst>
                <a:path extrusionOk="0" h="9271" w="9580">
                  <a:moveTo>
                    <a:pt x="4946" y="1"/>
                  </a:moveTo>
                  <a:cubicBezTo>
                    <a:pt x="4842" y="1"/>
                    <a:pt x="4738" y="7"/>
                    <a:pt x="4641" y="14"/>
                  </a:cubicBezTo>
                  <a:cubicBezTo>
                    <a:pt x="2906" y="125"/>
                    <a:pt x="1381" y="1201"/>
                    <a:pt x="694" y="2796"/>
                  </a:cubicBezTo>
                  <a:cubicBezTo>
                    <a:pt x="0" y="4384"/>
                    <a:pt x="257" y="6229"/>
                    <a:pt x="1360" y="7575"/>
                  </a:cubicBezTo>
                  <a:cubicBezTo>
                    <a:pt x="1561" y="7818"/>
                    <a:pt x="1790" y="8047"/>
                    <a:pt x="2039" y="8248"/>
                  </a:cubicBezTo>
                  <a:cubicBezTo>
                    <a:pt x="2878" y="8922"/>
                    <a:pt x="3906" y="9270"/>
                    <a:pt x="4943" y="9270"/>
                  </a:cubicBezTo>
                  <a:cubicBezTo>
                    <a:pt x="5623" y="9270"/>
                    <a:pt x="6306" y="9121"/>
                    <a:pt x="6943" y="8816"/>
                  </a:cubicBezTo>
                  <a:cubicBezTo>
                    <a:pt x="8553" y="8047"/>
                    <a:pt x="9579" y="6417"/>
                    <a:pt x="9579" y="4634"/>
                  </a:cubicBezTo>
                  <a:cubicBezTo>
                    <a:pt x="9579" y="3247"/>
                    <a:pt x="8955" y="1936"/>
                    <a:pt x="7880" y="1055"/>
                  </a:cubicBezTo>
                  <a:cubicBezTo>
                    <a:pt x="7741" y="937"/>
                    <a:pt x="7595" y="833"/>
                    <a:pt x="7443" y="736"/>
                  </a:cubicBezTo>
                  <a:cubicBezTo>
                    <a:pt x="6694" y="257"/>
                    <a:pt x="5827" y="1"/>
                    <a:pt x="4946" y="1"/>
                  </a:cubicBezTo>
                  <a:close/>
                </a:path>
              </a:pathLst>
            </a:custGeom>
            <a:solidFill>
              <a:srgbClr val="BAC5D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535" name="Google Shape;10535;p41"/>
            <p:cNvSpPr/>
            <p:nvPr/>
          </p:nvSpPr>
          <p:spPr>
            <a:xfrm>
              <a:off x="7496575" y="3728248"/>
              <a:ext cx="251323" cy="227310"/>
            </a:xfrm>
            <a:custGeom>
              <a:rect b="b" l="l" r="r" t="t"/>
              <a:pathLst>
                <a:path extrusionOk="0" h="8652" w="9566">
                  <a:moveTo>
                    <a:pt x="3663" y="0"/>
                  </a:moveTo>
                  <a:cubicBezTo>
                    <a:pt x="3458" y="0"/>
                    <a:pt x="3252" y="11"/>
                    <a:pt x="3045" y="34"/>
                  </a:cubicBezTo>
                  <a:cubicBezTo>
                    <a:pt x="444" y="1580"/>
                    <a:pt x="0" y="5159"/>
                    <a:pt x="2137" y="7296"/>
                  </a:cubicBezTo>
                  <a:cubicBezTo>
                    <a:pt x="3053" y="8211"/>
                    <a:pt x="4232" y="8652"/>
                    <a:pt x="5403" y="8652"/>
                  </a:cubicBezTo>
                  <a:cubicBezTo>
                    <a:pt x="6963" y="8652"/>
                    <a:pt x="8508" y="7869"/>
                    <a:pt x="9392" y="6387"/>
                  </a:cubicBezTo>
                  <a:cubicBezTo>
                    <a:pt x="9565" y="4813"/>
                    <a:pt x="9080" y="3231"/>
                    <a:pt x="8053" y="2024"/>
                  </a:cubicBezTo>
                  <a:cubicBezTo>
                    <a:pt x="7949" y="1913"/>
                    <a:pt x="7845" y="1795"/>
                    <a:pt x="7741" y="1691"/>
                  </a:cubicBezTo>
                  <a:cubicBezTo>
                    <a:pt x="6653" y="603"/>
                    <a:pt x="5183" y="0"/>
                    <a:pt x="3663" y="0"/>
                  </a:cubicBezTo>
                  <a:close/>
                </a:path>
              </a:pathLst>
            </a:custGeom>
            <a:solidFill>
              <a:srgbClr val="A2B1C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536" name="Google Shape;10536;p41"/>
            <p:cNvSpPr/>
            <p:nvPr/>
          </p:nvSpPr>
          <p:spPr>
            <a:xfrm>
              <a:off x="7511524" y="3731296"/>
              <a:ext cx="221976" cy="232564"/>
            </a:xfrm>
            <a:custGeom>
              <a:rect b="b" l="l" r="r" t="t"/>
              <a:pathLst>
                <a:path extrusionOk="0" h="8852" w="8449">
                  <a:moveTo>
                    <a:pt x="7339" y="1"/>
                  </a:moveTo>
                  <a:lnTo>
                    <a:pt x="0" y="7339"/>
                  </a:lnTo>
                  <a:cubicBezTo>
                    <a:pt x="139" y="7866"/>
                    <a:pt x="340" y="8373"/>
                    <a:pt x="597" y="8851"/>
                  </a:cubicBezTo>
                  <a:lnTo>
                    <a:pt x="1935" y="7513"/>
                  </a:lnTo>
                  <a:lnTo>
                    <a:pt x="8449" y="1000"/>
                  </a:lnTo>
                  <a:cubicBezTo>
                    <a:pt x="8247" y="750"/>
                    <a:pt x="8025" y="521"/>
                    <a:pt x="7776" y="320"/>
                  </a:cubicBezTo>
                  <a:cubicBezTo>
                    <a:pt x="7637" y="202"/>
                    <a:pt x="7491" y="98"/>
                    <a:pt x="7339" y="1"/>
                  </a:cubicBezTo>
                  <a:close/>
                </a:path>
              </a:pathLst>
            </a:custGeom>
            <a:solidFill>
              <a:srgbClr val="A2B1C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537" name="Google Shape;10537;p41"/>
            <p:cNvSpPr/>
            <p:nvPr/>
          </p:nvSpPr>
          <p:spPr>
            <a:xfrm>
              <a:off x="7519721" y="3712169"/>
              <a:ext cx="144157" cy="136696"/>
            </a:xfrm>
            <a:custGeom>
              <a:rect b="b" l="l" r="r" t="t"/>
              <a:pathLst>
                <a:path extrusionOk="0" h="5203" w="5487">
                  <a:moveTo>
                    <a:pt x="4530" y="0"/>
                  </a:moveTo>
                  <a:cubicBezTo>
                    <a:pt x="4426" y="0"/>
                    <a:pt x="4322" y="7"/>
                    <a:pt x="4225" y="14"/>
                  </a:cubicBezTo>
                  <a:lnTo>
                    <a:pt x="0" y="4232"/>
                  </a:lnTo>
                  <a:cubicBezTo>
                    <a:pt x="91" y="4571"/>
                    <a:pt x="215" y="4897"/>
                    <a:pt x="382" y="5203"/>
                  </a:cubicBezTo>
                  <a:lnTo>
                    <a:pt x="5487" y="98"/>
                  </a:lnTo>
                  <a:cubicBezTo>
                    <a:pt x="5175" y="35"/>
                    <a:pt x="4849" y="0"/>
                    <a:pt x="4530" y="0"/>
                  </a:cubicBezTo>
                  <a:close/>
                </a:path>
              </a:pathLst>
            </a:custGeom>
            <a:solidFill>
              <a:srgbClr val="A2B1C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538" name="Google Shape;10538;p41"/>
            <p:cNvSpPr/>
            <p:nvPr/>
          </p:nvSpPr>
          <p:spPr>
            <a:xfrm>
              <a:off x="7502039" y="3706442"/>
              <a:ext cx="276466" cy="254686"/>
            </a:xfrm>
            <a:custGeom>
              <a:rect b="b" l="l" r="r" t="t"/>
              <a:pathLst>
                <a:path extrusionOk="0" h="9694" w="10523">
                  <a:moveTo>
                    <a:pt x="5203" y="434"/>
                  </a:moveTo>
                  <a:cubicBezTo>
                    <a:pt x="6375" y="434"/>
                    <a:pt x="7492" y="898"/>
                    <a:pt x="8324" y="1724"/>
                  </a:cubicBezTo>
                  <a:cubicBezTo>
                    <a:pt x="9808" y="3215"/>
                    <a:pt x="10044" y="5545"/>
                    <a:pt x="8872" y="7300"/>
                  </a:cubicBezTo>
                  <a:cubicBezTo>
                    <a:pt x="8035" y="8555"/>
                    <a:pt x="6642" y="9259"/>
                    <a:pt x="5203" y="9259"/>
                  </a:cubicBezTo>
                  <a:cubicBezTo>
                    <a:pt x="4638" y="9259"/>
                    <a:pt x="4065" y="9150"/>
                    <a:pt x="3517" y="8923"/>
                  </a:cubicBezTo>
                  <a:cubicBezTo>
                    <a:pt x="1568" y="8119"/>
                    <a:pt x="465" y="6052"/>
                    <a:pt x="875" y="3992"/>
                  </a:cubicBezTo>
                  <a:cubicBezTo>
                    <a:pt x="1284" y="1925"/>
                    <a:pt x="3094" y="434"/>
                    <a:pt x="5203" y="434"/>
                  </a:cubicBezTo>
                  <a:close/>
                  <a:moveTo>
                    <a:pt x="5207" y="0"/>
                  </a:moveTo>
                  <a:cubicBezTo>
                    <a:pt x="4584" y="0"/>
                    <a:pt x="3954" y="120"/>
                    <a:pt x="3351" y="371"/>
                  </a:cubicBezTo>
                  <a:cubicBezTo>
                    <a:pt x="1214" y="1252"/>
                    <a:pt x="1" y="3520"/>
                    <a:pt x="451" y="5788"/>
                  </a:cubicBezTo>
                  <a:cubicBezTo>
                    <a:pt x="895" y="8056"/>
                    <a:pt x="2886" y="9693"/>
                    <a:pt x="5203" y="9693"/>
                  </a:cubicBezTo>
                  <a:cubicBezTo>
                    <a:pt x="5211" y="9693"/>
                    <a:pt x="5220" y="9693"/>
                    <a:pt x="5228" y="9693"/>
                  </a:cubicBezTo>
                  <a:cubicBezTo>
                    <a:pt x="6502" y="9693"/>
                    <a:pt x="7727" y="9181"/>
                    <a:pt x="8629" y="8278"/>
                  </a:cubicBezTo>
                  <a:cubicBezTo>
                    <a:pt x="10266" y="6641"/>
                    <a:pt x="10523" y="4082"/>
                    <a:pt x="9240" y="2154"/>
                  </a:cubicBezTo>
                  <a:cubicBezTo>
                    <a:pt x="8319" y="775"/>
                    <a:pt x="6788" y="0"/>
                    <a:pt x="5207" y="0"/>
                  </a:cubicBezTo>
                  <a:close/>
                </a:path>
              </a:pathLst>
            </a:custGeom>
            <a:solidFill>
              <a:srgbClr val="68819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539" name="Google Shape;10539;p41"/>
            <p:cNvSpPr/>
            <p:nvPr/>
          </p:nvSpPr>
          <p:spPr>
            <a:xfrm>
              <a:off x="7402362" y="3750580"/>
              <a:ext cx="333871" cy="303684"/>
            </a:xfrm>
            <a:custGeom>
              <a:rect b="b" l="l" r="r" t="t"/>
              <a:pathLst>
                <a:path extrusionOk="0" h="11559" w="12708">
                  <a:moveTo>
                    <a:pt x="6339" y="0"/>
                  </a:moveTo>
                  <a:cubicBezTo>
                    <a:pt x="4863" y="0"/>
                    <a:pt x="3387" y="562"/>
                    <a:pt x="2262" y="1688"/>
                  </a:cubicBezTo>
                  <a:cubicBezTo>
                    <a:pt x="0" y="3949"/>
                    <a:pt x="14" y="7625"/>
                    <a:pt x="2296" y="9865"/>
                  </a:cubicBezTo>
                  <a:cubicBezTo>
                    <a:pt x="2407" y="9976"/>
                    <a:pt x="2518" y="10080"/>
                    <a:pt x="2629" y="10177"/>
                  </a:cubicBezTo>
                  <a:cubicBezTo>
                    <a:pt x="3711" y="11101"/>
                    <a:pt x="5041" y="11558"/>
                    <a:pt x="6368" y="11558"/>
                  </a:cubicBezTo>
                  <a:cubicBezTo>
                    <a:pt x="7850" y="11558"/>
                    <a:pt x="9327" y="10989"/>
                    <a:pt x="10446" y="9865"/>
                  </a:cubicBezTo>
                  <a:lnTo>
                    <a:pt x="10446" y="9872"/>
                  </a:lnTo>
                  <a:cubicBezTo>
                    <a:pt x="12569" y="7743"/>
                    <a:pt x="12708" y="4344"/>
                    <a:pt x="10758" y="2055"/>
                  </a:cubicBezTo>
                  <a:cubicBezTo>
                    <a:pt x="10654" y="1937"/>
                    <a:pt x="10557" y="1826"/>
                    <a:pt x="10446" y="1715"/>
                  </a:cubicBezTo>
                  <a:cubicBezTo>
                    <a:pt x="9318" y="573"/>
                    <a:pt x="7828" y="0"/>
                    <a:pt x="6339" y="0"/>
                  </a:cubicBezTo>
                  <a:close/>
                </a:path>
              </a:pathLst>
            </a:custGeom>
            <a:solidFill>
              <a:srgbClr val="8A9D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540" name="Google Shape;10540;p41"/>
            <p:cNvSpPr/>
            <p:nvPr/>
          </p:nvSpPr>
          <p:spPr>
            <a:xfrm>
              <a:off x="7471432" y="3804570"/>
              <a:ext cx="236741" cy="236741"/>
            </a:xfrm>
            <a:custGeom>
              <a:rect b="b" l="l" r="r" t="t"/>
              <a:pathLst>
                <a:path extrusionOk="0" h="9011" w="9011">
                  <a:moveTo>
                    <a:pt x="8129" y="0"/>
                  </a:moveTo>
                  <a:lnTo>
                    <a:pt x="0" y="8122"/>
                  </a:lnTo>
                  <a:cubicBezTo>
                    <a:pt x="423" y="8483"/>
                    <a:pt x="895" y="8781"/>
                    <a:pt x="1408" y="9010"/>
                  </a:cubicBezTo>
                  <a:lnTo>
                    <a:pt x="9010" y="1401"/>
                  </a:lnTo>
                  <a:cubicBezTo>
                    <a:pt x="8788" y="895"/>
                    <a:pt x="8490" y="423"/>
                    <a:pt x="8129" y="0"/>
                  </a:cubicBezTo>
                  <a:close/>
                </a:path>
              </a:pathLst>
            </a:custGeom>
            <a:solidFill>
              <a:srgbClr val="A2B1C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541" name="Google Shape;10541;p41"/>
            <p:cNvSpPr/>
            <p:nvPr/>
          </p:nvSpPr>
          <p:spPr>
            <a:xfrm>
              <a:off x="7435334" y="3781029"/>
              <a:ext cx="256078" cy="243520"/>
            </a:xfrm>
            <a:custGeom>
              <a:rect b="b" l="l" r="r" t="t"/>
              <a:pathLst>
                <a:path extrusionOk="0" h="9269" w="9747">
                  <a:moveTo>
                    <a:pt x="5117" y="0"/>
                  </a:moveTo>
                  <a:cubicBezTo>
                    <a:pt x="4109" y="0"/>
                    <a:pt x="3101" y="328"/>
                    <a:pt x="2262" y="986"/>
                  </a:cubicBezTo>
                  <a:cubicBezTo>
                    <a:pt x="556" y="2318"/>
                    <a:pt x="1" y="4656"/>
                    <a:pt x="930" y="6618"/>
                  </a:cubicBezTo>
                  <a:cubicBezTo>
                    <a:pt x="1705" y="8262"/>
                    <a:pt x="3357" y="9269"/>
                    <a:pt x="5120" y="9269"/>
                  </a:cubicBezTo>
                  <a:cubicBezTo>
                    <a:pt x="5455" y="9269"/>
                    <a:pt x="5795" y="9232"/>
                    <a:pt x="6133" y="9157"/>
                  </a:cubicBezTo>
                  <a:cubicBezTo>
                    <a:pt x="8248" y="8679"/>
                    <a:pt x="9746" y="6799"/>
                    <a:pt x="9746" y="4635"/>
                  </a:cubicBezTo>
                  <a:cubicBezTo>
                    <a:pt x="9746" y="3247"/>
                    <a:pt x="9122" y="1930"/>
                    <a:pt x="8054" y="1049"/>
                  </a:cubicBezTo>
                  <a:cubicBezTo>
                    <a:pt x="7201" y="351"/>
                    <a:pt x="6159" y="0"/>
                    <a:pt x="5117" y="0"/>
                  </a:cubicBezTo>
                  <a:close/>
                </a:path>
              </a:pathLst>
            </a:custGeom>
            <a:solidFill>
              <a:srgbClr val="BAC5D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542" name="Google Shape;10542;p41"/>
            <p:cNvSpPr/>
            <p:nvPr/>
          </p:nvSpPr>
          <p:spPr>
            <a:xfrm>
              <a:off x="7435701" y="3780924"/>
              <a:ext cx="211231" cy="198962"/>
            </a:xfrm>
            <a:custGeom>
              <a:rect b="b" l="l" r="r" t="t"/>
              <a:pathLst>
                <a:path extrusionOk="0" h="7573" w="8040">
                  <a:moveTo>
                    <a:pt x="5097" y="1"/>
                  </a:moveTo>
                  <a:cubicBezTo>
                    <a:pt x="3906" y="1"/>
                    <a:pt x="2718" y="458"/>
                    <a:pt x="1818" y="1358"/>
                  </a:cubicBezTo>
                  <a:cubicBezTo>
                    <a:pt x="133" y="3043"/>
                    <a:pt x="1" y="5735"/>
                    <a:pt x="1520" y="7573"/>
                  </a:cubicBezTo>
                  <a:lnTo>
                    <a:pt x="1520" y="7573"/>
                  </a:lnTo>
                  <a:lnTo>
                    <a:pt x="8040" y="1053"/>
                  </a:lnTo>
                  <a:cubicBezTo>
                    <a:pt x="7180" y="348"/>
                    <a:pt x="6137" y="1"/>
                    <a:pt x="5097" y="1"/>
                  </a:cubicBezTo>
                  <a:close/>
                </a:path>
              </a:pathLst>
            </a:custGeom>
            <a:solidFill>
              <a:srgbClr val="A2B1C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543" name="Google Shape;10543;p41"/>
            <p:cNvSpPr/>
            <p:nvPr/>
          </p:nvSpPr>
          <p:spPr>
            <a:xfrm>
              <a:off x="7452122" y="3785417"/>
              <a:ext cx="174949" cy="174791"/>
            </a:xfrm>
            <a:custGeom>
              <a:rect b="b" l="l" r="r" t="t"/>
              <a:pathLst>
                <a:path extrusionOk="0" h="6653" w="6659">
                  <a:moveTo>
                    <a:pt x="5688" y="1"/>
                  </a:moveTo>
                  <a:lnTo>
                    <a:pt x="0" y="5682"/>
                  </a:lnTo>
                  <a:cubicBezTo>
                    <a:pt x="97" y="6014"/>
                    <a:pt x="222" y="6340"/>
                    <a:pt x="388" y="6653"/>
                  </a:cubicBezTo>
                  <a:lnTo>
                    <a:pt x="6659" y="382"/>
                  </a:lnTo>
                  <a:cubicBezTo>
                    <a:pt x="6354" y="216"/>
                    <a:pt x="6028" y="91"/>
                    <a:pt x="5688" y="1"/>
                  </a:cubicBezTo>
                  <a:close/>
                </a:path>
              </a:pathLst>
            </a:custGeom>
            <a:solidFill>
              <a:srgbClr val="BAC5D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544" name="Google Shape;10544;p41"/>
            <p:cNvSpPr/>
            <p:nvPr/>
          </p:nvSpPr>
          <p:spPr>
            <a:xfrm>
              <a:off x="7432969" y="3775407"/>
              <a:ext cx="276466" cy="254791"/>
            </a:xfrm>
            <a:custGeom>
              <a:rect b="b" l="l" r="r" t="t"/>
              <a:pathLst>
                <a:path extrusionOk="0" h="9698" w="10523">
                  <a:moveTo>
                    <a:pt x="5229" y="437"/>
                  </a:moveTo>
                  <a:cubicBezTo>
                    <a:pt x="6392" y="437"/>
                    <a:pt x="7505" y="901"/>
                    <a:pt x="8324" y="1727"/>
                  </a:cubicBezTo>
                  <a:cubicBezTo>
                    <a:pt x="9815" y="3212"/>
                    <a:pt x="10044" y="5549"/>
                    <a:pt x="8879" y="7297"/>
                  </a:cubicBezTo>
                  <a:cubicBezTo>
                    <a:pt x="8036" y="8554"/>
                    <a:pt x="6642" y="9262"/>
                    <a:pt x="5203" y="9262"/>
                  </a:cubicBezTo>
                  <a:cubicBezTo>
                    <a:pt x="4640" y="9262"/>
                    <a:pt x="4070" y="9153"/>
                    <a:pt x="3524" y="8927"/>
                  </a:cubicBezTo>
                  <a:cubicBezTo>
                    <a:pt x="1575" y="8123"/>
                    <a:pt x="472" y="6056"/>
                    <a:pt x="882" y="3989"/>
                  </a:cubicBezTo>
                  <a:cubicBezTo>
                    <a:pt x="1291" y="1922"/>
                    <a:pt x="3101" y="437"/>
                    <a:pt x="5203" y="437"/>
                  </a:cubicBezTo>
                  <a:cubicBezTo>
                    <a:pt x="5212" y="437"/>
                    <a:pt x="5220" y="437"/>
                    <a:pt x="5229" y="437"/>
                  </a:cubicBezTo>
                  <a:close/>
                  <a:moveTo>
                    <a:pt x="5204" y="0"/>
                  </a:moveTo>
                  <a:cubicBezTo>
                    <a:pt x="4583" y="0"/>
                    <a:pt x="3954" y="119"/>
                    <a:pt x="3351" y="368"/>
                  </a:cubicBezTo>
                  <a:cubicBezTo>
                    <a:pt x="1215" y="1256"/>
                    <a:pt x="1" y="3524"/>
                    <a:pt x="452" y="5792"/>
                  </a:cubicBezTo>
                  <a:cubicBezTo>
                    <a:pt x="902" y="8060"/>
                    <a:pt x="2893" y="9697"/>
                    <a:pt x="5203" y="9697"/>
                  </a:cubicBezTo>
                  <a:cubicBezTo>
                    <a:pt x="6493" y="9697"/>
                    <a:pt x="7728" y="9191"/>
                    <a:pt x="8636" y="8275"/>
                  </a:cubicBezTo>
                  <a:cubicBezTo>
                    <a:pt x="10266" y="6645"/>
                    <a:pt x="10523" y="4079"/>
                    <a:pt x="9240" y="2157"/>
                  </a:cubicBezTo>
                  <a:cubicBezTo>
                    <a:pt x="8319" y="773"/>
                    <a:pt x="6786" y="0"/>
                    <a:pt x="5204" y="0"/>
                  </a:cubicBezTo>
                  <a:close/>
                </a:path>
              </a:pathLst>
            </a:custGeom>
            <a:solidFill>
              <a:srgbClr val="68819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545" name="Google Shape;10545;p41"/>
            <p:cNvSpPr/>
            <p:nvPr/>
          </p:nvSpPr>
          <p:spPr>
            <a:xfrm>
              <a:off x="7528286" y="3838093"/>
              <a:ext cx="82758" cy="129418"/>
            </a:xfrm>
            <a:custGeom>
              <a:rect b="b" l="l" r="r" t="t"/>
              <a:pathLst>
                <a:path extrusionOk="0" h="4926" w="3150">
                  <a:moveTo>
                    <a:pt x="1575" y="0"/>
                  </a:moveTo>
                  <a:cubicBezTo>
                    <a:pt x="722" y="0"/>
                    <a:pt x="14" y="604"/>
                    <a:pt x="14" y="1339"/>
                  </a:cubicBezTo>
                  <a:cubicBezTo>
                    <a:pt x="14" y="2081"/>
                    <a:pt x="715" y="2678"/>
                    <a:pt x="1575" y="2678"/>
                  </a:cubicBezTo>
                  <a:cubicBezTo>
                    <a:pt x="2199" y="2678"/>
                    <a:pt x="2705" y="3087"/>
                    <a:pt x="2705" y="3579"/>
                  </a:cubicBezTo>
                  <a:cubicBezTo>
                    <a:pt x="2705" y="4079"/>
                    <a:pt x="2199" y="4488"/>
                    <a:pt x="1575" y="4488"/>
                  </a:cubicBezTo>
                  <a:cubicBezTo>
                    <a:pt x="958" y="4488"/>
                    <a:pt x="451" y="4079"/>
                    <a:pt x="451" y="3579"/>
                  </a:cubicBezTo>
                  <a:cubicBezTo>
                    <a:pt x="465" y="3423"/>
                    <a:pt x="349" y="3345"/>
                    <a:pt x="233" y="3345"/>
                  </a:cubicBezTo>
                  <a:cubicBezTo>
                    <a:pt x="117" y="3345"/>
                    <a:pt x="0" y="3423"/>
                    <a:pt x="14" y="3579"/>
                  </a:cubicBezTo>
                  <a:cubicBezTo>
                    <a:pt x="14" y="4322"/>
                    <a:pt x="715" y="4925"/>
                    <a:pt x="1575" y="4925"/>
                  </a:cubicBezTo>
                  <a:cubicBezTo>
                    <a:pt x="2442" y="4925"/>
                    <a:pt x="3136" y="4322"/>
                    <a:pt x="3136" y="3579"/>
                  </a:cubicBezTo>
                  <a:cubicBezTo>
                    <a:pt x="3136" y="2844"/>
                    <a:pt x="2442" y="2241"/>
                    <a:pt x="1575" y="2241"/>
                  </a:cubicBezTo>
                  <a:cubicBezTo>
                    <a:pt x="958" y="2241"/>
                    <a:pt x="451" y="1838"/>
                    <a:pt x="451" y="1339"/>
                  </a:cubicBezTo>
                  <a:cubicBezTo>
                    <a:pt x="451" y="840"/>
                    <a:pt x="958" y="437"/>
                    <a:pt x="1575" y="437"/>
                  </a:cubicBezTo>
                  <a:cubicBezTo>
                    <a:pt x="2199" y="437"/>
                    <a:pt x="2705" y="840"/>
                    <a:pt x="2705" y="1339"/>
                  </a:cubicBezTo>
                  <a:cubicBezTo>
                    <a:pt x="2692" y="1499"/>
                    <a:pt x="2806" y="1578"/>
                    <a:pt x="2921" y="1578"/>
                  </a:cubicBezTo>
                  <a:cubicBezTo>
                    <a:pt x="3035" y="1578"/>
                    <a:pt x="3149" y="1499"/>
                    <a:pt x="3136" y="1339"/>
                  </a:cubicBezTo>
                  <a:cubicBezTo>
                    <a:pt x="3136" y="604"/>
                    <a:pt x="2435" y="0"/>
                    <a:pt x="1575" y="0"/>
                  </a:cubicBezTo>
                  <a:close/>
                </a:path>
              </a:pathLst>
            </a:custGeom>
            <a:solidFill>
              <a:srgbClr val="68819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546" name="Google Shape;10546;p41"/>
            <p:cNvSpPr/>
            <p:nvPr/>
          </p:nvSpPr>
          <p:spPr>
            <a:xfrm>
              <a:off x="7563622" y="3825798"/>
              <a:ext cx="12164" cy="153353"/>
            </a:xfrm>
            <a:custGeom>
              <a:rect b="b" l="l" r="r" t="t"/>
              <a:pathLst>
                <a:path extrusionOk="0" h="5837" w="463">
                  <a:moveTo>
                    <a:pt x="232" y="0"/>
                  </a:moveTo>
                  <a:cubicBezTo>
                    <a:pt x="117" y="0"/>
                    <a:pt x="1" y="80"/>
                    <a:pt x="15" y="239"/>
                  </a:cubicBezTo>
                  <a:lnTo>
                    <a:pt x="15" y="5622"/>
                  </a:lnTo>
                  <a:cubicBezTo>
                    <a:pt x="15" y="5740"/>
                    <a:pt x="112" y="5837"/>
                    <a:pt x="230" y="5837"/>
                  </a:cubicBezTo>
                  <a:cubicBezTo>
                    <a:pt x="355" y="5837"/>
                    <a:pt x="452" y="5740"/>
                    <a:pt x="445" y="5622"/>
                  </a:cubicBezTo>
                  <a:lnTo>
                    <a:pt x="445" y="239"/>
                  </a:lnTo>
                  <a:cubicBezTo>
                    <a:pt x="462" y="80"/>
                    <a:pt x="348" y="0"/>
                    <a:pt x="232" y="0"/>
                  </a:cubicBezTo>
                  <a:close/>
                </a:path>
              </a:pathLst>
            </a:custGeom>
            <a:solidFill>
              <a:srgbClr val="68819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0547" name="Google Shape;10547;p41"/>
          <p:cNvGrpSpPr/>
          <p:nvPr/>
        </p:nvGrpSpPr>
        <p:grpSpPr>
          <a:xfrm>
            <a:off x="7960705" y="3736235"/>
            <a:ext cx="378902" cy="264064"/>
            <a:chOff x="7960705" y="3736235"/>
            <a:chExt cx="378902" cy="264064"/>
          </a:xfrm>
        </p:grpSpPr>
        <p:sp>
          <p:nvSpPr>
            <p:cNvPr id="10548" name="Google Shape;10548;p41"/>
            <p:cNvSpPr/>
            <p:nvPr/>
          </p:nvSpPr>
          <p:spPr>
            <a:xfrm>
              <a:off x="7960705" y="3736235"/>
              <a:ext cx="378902" cy="235638"/>
            </a:xfrm>
            <a:custGeom>
              <a:rect b="b" l="l" r="r" t="t"/>
              <a:pathLst>
                <a:path extrusionOk="0" h="8969" w="14422">
                  <a:moveTo>
                    <a:pt x="7319" y="0"/>
                  </a:moveTo>
                  <a:cubicBezTo>
                    <a:pt x="6514" y="0"/>
                    <a:pt x="6112" y="964"/>
                    <a:pt x="6674" y="1533"/>
                  </a:cubicBezTo>
                  <a:lnTo>
                    <a:pt x="3691" y="4821"/>
                  </a:lnTo>
                  <a:lnTo>
                    <a:pt x="1888" y="3274"/>
                  </a:lnTo>
                  <a:cubicBezTo>
                    <a:pt x="1888" y="3232"/>
                    <a:pt x="1895" y="3198"/>
                    <a:pt x="1895" y="3163"/>
                  </a:cubicBezTo>
                  <a:cubicBezTo>
                    <a:pt x="1895" y="2670"/>
                    <a:pt x="1489" y="2334"/>
                    <a:pt x="1059" y="2334"/>
                  </a:cubicBezTo>
                  <a:cubicBezTo>
                    <a:pt x="879" y="2334"/>
                    <a:pt x="695" y="2394"/>
                    <a:pt x="535" y="2525"/>
                  </a:cubicBezTo>
                  <a:cubicBezTo>
                    <a:pt x="1" y="2976"/>
                    <a:pt x="223" y="3850"/>
                    <a:pt x="917" y="3974"/>
                  </a:cubicBezTo>
                  <a:lnTo>
                    <a:pt x="917" y="8760"/>
                  </a:lnTo>
                  <a:cubicBezTo>
                    <a:pt x="917" y="8871"/>
                    <a:pt x="1007" y="8969"/>
                    <a:pt x="1125" y="8969"/>
                  </a:cubicBezTo>
                  <a:lnTo>
                    <a:pt x="13506" y="8969"/>
                  </a:lnTo>
                  <a:cubicBezTo>
                    <a:pt x="13624" y="8969"/>
                    <a:pt x="13714" y="8871"/>
                    <a:pt x="13714" y="8760"/>
                  </a:cubicBezTo>
                  <a:lnTo>
                    <a:pt x="13714" y="3974"/>
                  </a:lnTo>
                  <a:cubicBezTo>
                    <a:pt x="14130" y="3891"/>
                    <a:pt x="14421" y="3510"/>
                    <a:pt x="14380" y="3087"/>
                  </a:cubicBezTo>
                  <a:cubicBezTo>
                    <a:pt x="14345" y="2664"/>
                    <a:pt x="13991" y="2338"/>
                    <a:pt x="13561" y="2338"/>
                  </a:cubicBezTo>
                  <a:cubicBezTo>
                    <a:pt x="13062" y="2338"/>
                    <a:pt x="12680" y="2775"/>
                    <a:pt x="12743" y="3274"/>
                  </a:cubicBezTo>
                  <a:lnTo>
                    <a:pt x="10939" y="4821"/>
                  </a:lnTo>
                  <a:lnTo>
                    <a:pt x="7957" y="1533"/>
                  </a:lnTo>
                  <a:cubicBezTo>
                    <a:pt x="8519" y="964"/>
                    <a:pt x="8116" y="0"/>
                    <a:pt x="7319" y="0"/>
                  </a:cubicBezTo>
                  <a:close/>
                </a:path>
              </a:pathLst>
            </a:custGeom>
            <a:solidFill>
              <a:srgbClr val="B8C4D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549" name="Google Shape;10549;p41"/>
            <p:cNvSpPr/>
            <p:nvPr/>
          </p:nvSpPr>
          <p:spPr>
            <a:xfrm>
              <a:off x="8295653" y="3797450"/>
              <a:ext cx="43034" cy="174423"/>
            </a:xfrm>
            <a:custGeom>
              <a:rect b="b" l="l" r="r" t="t"/>
              <a:pathLst>
                <a:path extrusionOk="0" h="6639" w="1638">
                  <a:moveTo>
                    <a:pt x="812" y="0"/>
                  </a:moveTo>
                  <a:cubicBezTo>
                    <a:pt x="414" y="0"/>
                    <a:pt x="68" y="287"/>
                    <a:pt x="1" y="687"/>
                  </a:cubicBezTo>
                  <a:lnTo>
                    <a:pt x="1" y="6639"/>
                  </a:lnTo>
                  <a:lnTo>
                    <a:pt x="757" y="6639"/>
                  </a:lnTo>
                  <a:cubicBezTo>
                    <a:pt x="868" y="6632"/>
                    <a:pt x="965" y="6541"/>
                    <a:pt x="965" y="6430"/>
                  </a:cubicBezTo>
                  <a:lnTo>
                    <a:pt x="965" y="1644"/>
                  </a:lnTo>
                  <a:cubicBezTo>
                    <a:pt x="1325" y="1575"/>
                    <a:pt x="1596" y="1284"/>
                    <a:pt x="1631" y="923"/>
                  </a:cubicBezTo>
                  <a:lnTo>
                    <a:pt x="1638" y="743"/>
                  </a:lnTo>
                  <a:cubicBezTo>
                    <a:pt x="1589" y="334"/>
                    <a:pt x="1256" y="14"/>
                    <a:pt x="840" y="1"/>
                  </a:cubicBezTo>
                  <a:cubicBezTo>
                    <a:pt x="831" y="0"/>
                    <a:pt x="821" y="0"/>
                    <a:pt x="812" y="0"/>
                  </a:cubicBezTo>
                  <a:close/>
                </a:path>
              </a:pathLst>
            </a:custGeom>
            <a:solidFill>
              <a:srgbClr val="92A4B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550" name="Google Shape;10550;p41"/>
            <p:cNvSpPr/>
            <p:nvPr/>
          </p:nvSpPr>
          <p:spPr>
            <a:xfrm>
              <a:off x="8109407" y="3875821"/>
              <a:ext cx="76033" cy="64972"/>
            </a:xfrm>
            <a:custGeom>
              <a:rect b="b" l="l" r="r" t="t"/>
              <a:pathLst>
                <a:path extrusionOk="0" h="2473" w="2894">
                  <a:moveTo>
                    <a:pt x="1659" y="0"/>
                  </a:moveTo>
                  <a:cubicBezTo>
                    <a:pt x="556" y="0"/>
                    <a:pt x="1" y="1332"/>
                    <a:pt x="785" y="2109"/>
                  </a:cubicBezTo>
                  <a:cubicBezTo>
                    <a:pt x="1036" y="2360"/>
                    <a:pt x="1346" y="2473"/>
                    <a:pt x="1649" y="2473"/>
                  </a:cubicBezTo>
                  <a:cubicBezTo>
                    <a:pt x="2284" y="2473"/>
                    <a:pt x="2893" y="1981"/>
                    <a:pt x="2893" y="1235"/>
                  </a:cubicBezTo>
                  <a:cubicBezTo>
                    <a:pt x="2893" y="555"/>
                    <a:pt x="2338" y="0"/>
                    <a:pt x="1659" y="0"/>
                  </a:cubicBezTo>
                  <a:close/>
                </a:path>
              </a:pathLst>
            </a:custGeom>
            <a:solidFill>
              <a:srgbClr val="7B8E9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551" name="Google Shape;10551;p41"/>
            <p:cNvSpPr/>
            <p:nvPr/>
          </p:nvSpPr>
          <p:spPr>
            <a:xfrm>
              <a:off x="7961624" y="3897495"/>
              <a:ext cx="50496" cy="43245"/>
            </a:xfrm>
            <a:custGeom>
              <a:rect b="b" l="l" r="r" t="t"/>
              <a:pathLst>
                <a:path extrusionOk="0" h="1646" w="1922">
                  <a:moveTo>
                    <a:pt x="1103" y="1"/>
                  </a:moveTo>
                  <a:cubicBezTo>
                    <a:pt x="368" y="1"/>
                    <a:pt x="1" y="881"/>
                    <a:pt x="521" y="1402"/>
                  </a:cubicBezTo>
                  <a:cubicBezTo>
                    <a:pt x="689" y="1570"/>
                    <a:pt x="895" y="1645"/>
                    <a:pt x="1097" y="1645"/>
                  </a:cubicBezTo>
                  <a:cubicBezTo>
                    <a:pt x="1519" y="1645"/>
                    <a:pt x="1922" y="1316"/>
                    <a:pt x="1922" y="819"/>
                  </a:cubicBezTo>
                  <a:cubicBezTo>
                    <a:pt x="1922" y="368"/>
                    <a:pt x="1554" y="1"/>
                    <a:pt x="1103" y="1"/>
                  </a:cubicBezTo>
                  <a:close/>
                </a:path>
              </a:pathLst>
            </a:custGeom>
            <a:solidFill>
              <a:srgbClr val="7B8E9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552" name="Google Shape;10552;p41"/>
            <p:cNvSpPr/>
            <p:nvPr/>
          </p:nvSpPr>
          <p:spPr>
            <a:xfrm>
              <a:off x="8037447" y="3897495"/>
              <a:ext cx="50496" cy="43245"/>
            </a:xfrm>
            <a:custGeom>
              <a:rect b="b" l="l" r="r" t="t"/>
              <a:pathLst>
                <a:path extrusionOk="0" h="1646" w="1922">
                  <a:moveTo>
                    <a:pt x="1103" y="1"/>
                  </a:moveTo>
                  <a:cubicBezTo>
                    <a:pt x="368" y="1"/>
                    <a:pt x="0" y="881"/>
                    <a:pt x="520" y="1402"/>
                  </a:cubicBezTo>
                  <a:cubicBezTo>
                    <a:pt x="686" y="1570"/>
                    <a:pt x="892" y="1645"/>
                    <a:pt x="1094" y="1645"/>
                  </a:cubicBezTo>
                  <a:cubicBezTo>
                    <a:pt x="1515" y="1645"/>
                    <a:pt x="1921" y="1316"/>
                    <a:pt x="1921" y="819"/>
                  </a:cubicBezTo>
                  <a:cubicBezTo>
                    <a:pt x="1921" y="368"/>
                    <a:pt x="1554" y="1"/>
                    <a:pt x="1103" y="1"/>
                  </a:cubicBezTo>
                  <a:close/>
                </a:path>
              </a:pathLst>
            </a:custGeom>
            <a:solidFill>
              <a:srgbClr val="7B8E9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553" name="Google Shape;10553;p41"/>
            <p:cNvSpPr/>
            <p:nvPr/>
          </p:nvSpPr>
          <p:spPr>
            <a:xfrm>
              <a:off x="8286352" y="3897495"/>
              <a:ext cx="50522" cy="43245"/>
            </a:xfrm>
            <a:custGeom>
              <a:rect b="b" l="l" r="r" t="t"/>
              <a:pathLst>
                <a:path extrusionOk="0" h="1646" w="1923">
                  <a:moveTo>
                    <a:pt x="1104" y="1"/>
                  </a:moveTo>
                  <a:cubicBezTo>
                    <a:pt x="369" y="1"/>
                    <a:pt x="1" y="881"/>
                    <a:pt x="521" y="1402"/>
                  </a:cubicBezTo>
                  <a:cubicBezTo>
                    <a:pt x="687" y="1570"/>
                    <a:pt x="893" y="1645"/>
                    <a:pt x="1094" y="1645"/>
                  </a:cubicBezTo>
                  <a:cubicBezTo>
                    <a:pt x="1516" y="1645"/>
                    <a:pt x="1922" y="1316"/>
                    <a:pt x="1922" y="819"/>
                  </a:cubicBezTo>
                  <a:cubicBezTo>
                    <a:pt x="1922" y="368"/>
                    <a:pt x="1555" y="1"/>
                    <a:pt x="1104" y="1"/>
                  </a:cubicBezTo>
                  <a:close/>
                </a:path>
              </a:pathLst>
            </a:custGeom>
            <a:solidFill>
              <a:srgbClr val="7B8E9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554" name="Google Shape;10554;p41"/>
            <p:cNvSpPr/>
            <p:nvPr/>
          </p:nvSpPr>
          <p:spPr>
            <a:xfrm>
              <a:off x="8210556" y="3897495"/>
              <a:ext cx="50496" cy="43245"/>
            </a:xfrm>
            <a:custGeom>
              <a:rect b="b" l="l" r="r" t="t"/>
              <a:pathLst>
                <a:path extrusionOk="0" h="1646" w="1922">
                  <a:moveTo>
                    <a:pt x="1103" y="1"/>
                  </a:moveTo>
                  <a:cubicBezTo>
                    <a:pt x="368" y="1"/>
                    <a:pt x="0" y="881"/>
                    <a:pt x="521" y="1402"/>
                  </a:cubicBezTo>
                  <a:cubicBezTo>
                    <a:pt x="689" y="1570"/>
                    <a:pt x="895" y="1645"/>
                    <a:pt x="1097" y="1645"/>
                  </a:cubicBezTo>
                  <a:cubicBezTo>
                    <a:pt x="1519" y="1645"/>
                    <a:pt x="1922" y="1316"/>
                    <a:pt x="1922" y="819"/>
                  </a:cubicBezTo>
                  <a:cubicBezTo>
                    <a:pt x="1922" y="368"/>
                    <a:pt x="1554" y="1"/>
                    <a:pt x="1103" y="1"/>
                  </a:cubicBezTo>
                  <a:close/>
                </a:path>
              </a:pathLst>
            </a:custGeom>
            <a:solidFill>
              <a:srgbClr val="7B8E9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555" name="Google Shape;10555;p41"/>
            <p:cNvSpPr/>
            <p:nvPr/>
          </p:nvSpPr>
          <p:spPr>
            <a:xfrm>
              <a:off x="8143666" y="3875821"/>
              <a:ext cx="44138" cy="64919"/>
            </a:xfrm>
            <a:custGeom>
              <a:rect b="b" l="l" r="r" t="t"/>
              <a:pathLst>
                <a:path extrusionOk="0" h="2471" w="1680">
                  <a:moveTo>
                    <a:pt x="355" y="0"/>
                  </a:moveTo>
                  <a:cubicBezTo>
                    <a:pt x="230" y="0"/>
                    <a:pt x="112" y="14"/>
                    <a:pt x="1" y="49"/>
                  </a:cubicBezTo>
                  <a:cubicBezTo>
                    <a:pt x="1173" y="402"/>
                    <a:pt x="1173" y="2067"/>
                    <a:pt x="1" y="2421"/>
                  </a:cubicBezTo>
                  <a:cubicBezTo>
                    <a:pt x="117" y="2454"/>
                    <a:pt x="233" y="2470"/>
                    <a:pt x="348" y="2470"/>
                  </a:cubicBezTo>
                  <a:cubicBezTo>
                    <a:pt x="944" y="2470"/>
                    <a:pt x="1481" y="2038"/>
                    <a:pt x="1568" y="1415"/>
                  </a:cubicBezTo>
                  <a:cubicBezTo>
                    <a:pt x="1679" y="666"/>
                    <a:pt x="1104" y="0"/>
                    <a:pt x="355" y="0"/>
                  </a:cubicBezTo>
                  <a:close/>
                </a:path>
              </a:pathLst>
            </a:custGeom>
            <a:solidFill>
              <a:srgbClr val="6C81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556" name="Google Shape;10556;p41"/>
            <p:cNvSpPr/>
            <p:nvPr/>
          </p:nvSpPr>
          <p:spPr>
            <a:xfrm>
              <a:off x="7981302" y="3897495"/>
              <a:ext cx="33392" cy="43192"/>
            </a:xfrm>
            <a:custGeom>
              <a:rect b="b" l="l" r="r" t="t"/>
              <a:pathLst>
                <a:path extrusionOk="0" h="1644" w="1271">
                  <a:moveTo>
                    <a:pt x="354" y="1"/>
                  </a:moveTo>
                  <a:cubicBezTo>
                    <a:pt x="230" y="1"/>
                    <a:pt x="112" y="28"/>
                    <a:pt x="1" y="77"/>
                  </a:cubicBezTo>
                  <a:cubicBezTo>
                    <a:pt x="625" y="375"/>
                    <a:pt x="625" y="1263"/>
                    <a:pt x="1" y="1561"/>
                  </a:cubicBezTo>
                  <a:cubicBezTo>
                    <a:pt x="116" y="1617"/>
                    <a:pt x="237" y="1643"/>
                    <a:pt x="355" y="1643"/>
                  </a:cubicBezTo>
                  <a:cubicBezTo>
                    <a:pt x="723" y="1643"/>
                    <a:pt x="1068" y="1393"/>
                    <a:pt x="1152" y="999"/>
                  </a:cubicBezTo>
                  <a:cubicBezTo>
                    <a:pt x="1270" y="486"/>
                    <a:pt x="882" y="1"/>
                    <a:pt x="354" y="1"/>
                  </a:cubicBezTo>
                  <a:close/>
                </a:path>
              </a:pathLst>
            </a:custGeom>
            <a:solidFill>
              <a:srgbClr val="6C81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557" name="Google Shape;10557;p41"/>
            <p:cNvSpPr/>
            <p:nvPr/>
          </p:nvSpPr>
          <p:spPr>
            <a:xfrm>
              <a:off x="8057125" y="3897495"/>
              <a:ext cx="33366" cy="43192"/>
            </a:xfrm>
            <a:custGeom>
              <a:rect b="b" l="l" r="r" t="t"/>
              <a:pathLst>
                <a:path extrusionOk="0" h="1644" w="1270">
                  <a:moveTo>
                    <a:pt x="354" y="1"/>
                  </a:moveTo>
                  <a:cubicBezTo>
                    <a:pt x="229" y="1"/>
                    <a:pt x="104" y="28"/>
                    <a:pt x="0" y="77"/>
                  </a:cubicBezTo>
                  <a:cubicBezTo>
                    <a:pt x="624" y="375"/>
                    <a:pt x="624" y="1263"/>
                    <a:pt x="0" y="1561"/>
                  </a:cubicBezTo>
                  <a:cubicBezTo>
                    <a:pt x="115" y="1617"/>
                    <a:pt x="236" y="1643"/>
                    <a:pt x="354" y="1643"/>
                  </a:cubicBezTo>
                  <a:cubicBezTo>
                    <a:pt x="720" y="1643"/>
                    <a:pt x="1062" y="1393"/>
                    <a:pt x="1152" y="999"/>
                  </a:cubicBezTo>
                  <a:cubicBezTo>
                    <a:pt x="1270" y="486"/>
                    <a:pt x="881" y="1"/>
                    <a:pt x="354" y="1"/>
                  </a:cubicBezTo>
                  <a:close/>
                </a:path>
              </a:pathLst>
            </a:custGeom>
            <a:solidFill>
              <a:srgbClr val="6C81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558" name="Google Shape;10558;p41"/>
            <p:cNvSpPr/>
            <p:nvPr/>
          </p:nvSpPr>
          <p:spPr>
            <a:xfrm>
              <a:off x="8306057" y="3897495"/>
              <a:ext cx="33366" cy="43192"/>
            </a:xfrm>
            <a:custGeom>
              <a:rect b="b" l="l" r="r" t="t"/>
              <a:pathLst>
                <a:path extrusionOk="0" h="1644" w="1270">
                  <a:moveTo>
                    <a:pt x="354" y="1"/>
                  </a:moveTo>
                  <a:cubicBezTo>
                    <a:pt x="229" y="1"/>
                    <a:pt x="104" y="28"/>
                    <a:pt x="0" y="77"/>
                  </a:cubicBezTo>
                  <a:cubicBezTo>
                    <a:pt x="624" y="375"/>
                    <a:pt x="624" y="1263"/>
                    <a:pt x="0" y="1561"/>
                  </a:cubicBezTo>
                  <a:cubicBezTo>
                    <a:pt x="115" y="1617"/>
                    <a:pt x="236" y="1643"/>
                    <a:pt x="354" y="1643"/>
                  </a:cubicBezTo>
                  <a:cubicBezTo>
                    <a:pt x="719" y="1643"/>
                    <a:pt x="1062" y="1393"/>
                    <a:pt x="1151" y="999"/>
                  </a:cubicBezTo>
                  <a:cubicBezTo>
                    <a:pt x="1269" y="486"/>
                    <a:pt x="881" y="1"/>
                    <a:pt x="354" y="1"/>
                  </a:cubicBezTo>
                  <a:close/>
                </a:path>
              </a:pathLst>
            </a:custGeom>
            <a:solidFill>
              <a:srgbClr val="6C81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559" name="Google Shape;10559;p41"/>
            <p:cNvSpPr/>
            <p:nvPr/>
          </p:nvSpPr>
          <p:spPr>
            <a:xfrm>
              <a:off x="8230234" y="3897495"/>
              <a:ext cx="33366" cy="43192"/>
            </a:xfrm>
            <a:custGeom>
              <a:rect b="b" l="l" r="r" t="t"/>
              <a:pathLst>
                <a:path extrusionOk="0" h="1644" w="1270">
                  <a:moveTo>
                    <a:pt x="354" y="1"/>
                  </a:moveTo>
                  <a:cubicBezTo>
                    <a:pt x="229" y="1"/>
                    <a:pt x="112" y="28"/>
                    <a:pt x="1" y="77"/>
                  </a:cubicBezTo>
                  <a:cubicBezTo>
                    <a:pt x="625" y="375"/>
                    <a:pt x="625" y="1263"/>
                    <a:pt x="1" y="1561"/>
                  </a:cubicBezTo>
                  <a:cubicBezTo>
                    <a:pt x="116" y="1617"/>
                    <a:pt x="237" y="1643"/>
                    <a:pt x="355" y="1643"/>
                  </a:cubicBezTo>
                  <a:cubicBezTo>
                    <a:pt x="723" y="1643"/>
                    <a:pt x="1068" y="1393"/>
                    <a:pt x="1152" y="999"/>
                  </a:cubicBezTo>
                  <a:cubicBezTo>
                    <a:pt x="1270" y="486"/>
                    <a:pt x="881" y="1"/>
                    <a:pt x="354" y="1"/>
                  </a:cubicBezTo>
                  <a:close/>
                </a:path>
              </a:pathLst>
            </a:custGeom>
            <a:solidFill>
              <a:srgbClr val="6C81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560" name="Google Shape;10560;p41"/>
            <p:cNvSpPr/>
            <p:nvPr/>
          </p:nvSpPr>
          <p:spPr>
            <a:xfrm>
              <a:off x="7970373" y="3960733"/>
              <a:ext cx="365030" cy="39566"/>
            </a:xfrm>
            <a:custGeom>
              <a:rect b="b" l="l" r="r" t="t"/>
              <a:pathLst>
                <a:path extrusionOk="0" h="1506" w="13894">
                  <a:moveTo>
                    <a:pt x="757" y="0"/>
                  </a:moveTo>
                  <a:cubicBezTo>
                    <a:pt x="340" y="0"/>
                    <a:pt x="1" y="340"/>
                    <a:pt x="1" y="756"/>
                  </a:cubicBezTo>
                  <a:cubicBezTo>
                    <a:pt x="1" y="1173"/>
                    <a:pt x="340" y="1506"/>
                    <a:pt x="757" y="1506"/>
                  </a:cubicBezTo>
                  <a:lnTo>
                    <a:pt x="13138" y="1506"/>
                  </a:lnTo>
                  <a:cubicBezTo>
                    <a:pt x="13554" y="1506"/>
                    <a:pt x="13894" y="1173"/>
                    <a:pt x="13894" y="756"/>
                  </a:cubicBezTo>
                  <a:cubicBezTo>
                    <a:pt x="13894" y="340"/>
                    <a:pt x="13554" y="0"/>
                    <a:pt x="13138" y="0"/>
                  </a:cubicBezTo>
                  <a:close/>
                </a:path>
              </a:pathLst>
            </a:custGeom>
            <a:solidFill>
              <a:srgbClr val="5A6C7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561" name="Google Shape;10561;p41"/>
            <p:cNvSpPr/>
            <p:nvPr/>
          </p:nvSpPr>
          <p:spPr>
            <a:xfrm>
              <a:off x="8291108" y="3960733"/>
              <a:ext cx="44295" cy="39566"/>
            </a:xfrm>
            <a:custGeom>
              <a:rect b="b" l="l" r="r" t="t"/>
              <a:pathLst>
                <a:path extrusionOk="0" h="1506" w="1686">
                  <a:moveTo>
                    <a:pt x="0" y="0"/>
                  </a:moveTo>
                  <a:cubicBezTo>
                    <a:pt x="416" y="0"/>
                    <a:pt x="749" y="340"/>
                    <a:pt x="749" y="756"/>
                  </a:cubicBezTo>
                  <a:cubicBezTo>
                    <a:pt x="749" y="1173"/>
                    <a:pt x="416" y="1506"/>
                    <a:pt x="0" y="1506"/>
                  </a:cubicBezTo>
                  <a:lnTo>
                    <a:pt x="930" y="1506"/>
                  </a:lnTo>
                  <a:cubicBezTo>
                    <a:pt x="1346" y="1506"/>
                    <a:pt x="1686" y="1173"/>
                    <a:pt x="1686" y="756"/>
                  </a:cubicBezTo>
                  <a:cubicBezTo>
                    <a:pt x="1686" y="340"/>
                    <a:pt x="1346" y="0"/>
                    <a:pt x="930" y="0"/>
                  </a:cubicBezTo>
                  <a:close/>
                </a:path>
              </a:pathLst>
            </a:custGeom>
            <a:solidFill>
              <a:srgbClr val="828F9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0562" name="Google Shape;10562;p41"/>
          <p:cNvGrpSpPr/>
          <p:nvPr/>
        </p:nvGrpSpPr>
        <p:grpSpPr>
          <a:xfrm>
            <a:off x="6400828" y="4162270"/>
            <a:ext cx="166200" cy="388018"/>
            <a:chOff x="6400828" y="4162270"/>
            <a:chExt cx="166200" cy="388018"/>
          </a:xfrm>
        </p:grpSpPr>
        <p:sp>
          <p:nvSpPr>
            <p:cNvPr id="10563" name="Google Shape;10563;p41"/>
            <p:cNvSpPr/>
            <p:nvPr/>
          </p:nvSpPr>
          <p:spPr>
            <a:xfrm>
              <a:off x="6433432" y="4162270"/>
              <a:ext cx="88407" cy="75717"/>
            </a:xfrm>
            <a:custGeom>
              <a:rect b="b" l="l" r="r" t="t"/>
              <a:pathLst>
                <a:path extrusionOk="0" h="2882" w="3365">
                  <a:moveTo>
                    <a:pt x="1922" y="1"/>
                  </a:moveTo>
                  <a:cubicBezTo>
                    <a:pt x="646" y="1"/>
                    <a:pt x="1" y="1548"/>
                    <a:pt x="909" y="2456"/>
                  </a:cubicBezTo>
                  <a:cubicBezTo>
                    <a:pt x="1201" y="2750"/>
                    <a:pt x="1560" y="2881"/>
                    <a:pt x="1914" y="2881"/>
                  </a:cubicBezTo>
                  <a:cubicBezTo>
                    <a:pt x="2653" y="2881"/>
                    <a:pt x="3365" y="2305"/>
                    <a:pt x="3365" y="1437"/>
                  </a:cubicBezTo>
                  <a:cubicBezTo>
                    <a:pt x="3365" y="646"/>
                    <a:pt x="2720" y="1"/>
                    <a:pt x="1922" y="1"/>
                  </a:cubicBezTo>
                  <a:close/>
                </a:path>
              </a:pathLst>
            </a:custGeom>
            <a:solidFill>
              <a:srgbClr val="879AA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564" name="Google Shape;10564;p41"/>
            <p:cNvSpPr/>
            <p:nvPr/>
          </p:nvSpPr>
          <p:spPr>
            <a:xfrm>
              <a:off x="6475888" y="4162270"/>
              <a:ext cx="48157" cy="75612"/>
            </a:xfrm>
            <a:custGeom>
              <a:rect b="b" l="l" r="r" t="t"/>
              <a:pathLst>
                <a:path extrusionOk="0" h="2878" w="1833">
                  <a:moveTo>
                    <a:pt x="306" y="1"/>
                  </a:moveTo>
                  <a:cubicBezTo>
                    <a:pt x="209" y="1"/>
                    <a:pt x="105" y="15"/>
                    <a:pt x="1" y="36"/>
                  </a:cubicBezTo>
                  <a:cubicBezTo>
                    <a:pt x="667" y="181"/>
                    <a:pt x="1132" y="764"/>
                    <a:pt x="1132" y="1437"/>
                  </a:cubicBezTo>
                  <a:cubicBezTo>
                    <a:pt x="1132" y="2116"/>
                    <a:pt x="667" y="2699"/>
                    <a:pt x="1" y="2845"/>
                  </a:cubicBezTo>
                  <a:cubicBezTo>
                    <a:pt x="104" y="2867"/>
                    <a:pt x="207" y="2878"/>
                    <a:pt x="308" y="2878"/>
                  </a:cubicBezTo>
                  <a:cubicBezTo>
                    <a:pt x="1028" y="2878"/>
                    <a:pt x="1657" y="2338"/>
                    <a:pt x="1742" y="1596"/>
                  </a:cubicBezTo>
                  <a:cubicBezTo>
                    <a:pt x="1832" y="743"/>
                    <a:pt x="1166" y="1"/>
                    <a:pt x="306" y="1"/>
                  </a:cubicBezTo>
                  <a:close/>
                </a:path>
              </a:pathLst>
            </a:custGeom>
            <a:solidFill>
              <a:srgbClr val="707F8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565" name="Google Shape;10565;p41"/>
            <p:cNvSpPr/>
            <p:nvPr/>
          </p:nvSpPr>
          <p:spPr>
            <a:xfrm>
              <a:off x="6400828" y="4244292"/>
              <a:ext cx="166042" cy="305996"/>
            </a:xfrm>
            <a:custGeom>
              <a:rect b="b" l="l" r="r" t="t"/>
              <a:pathLst>
                <a:path extrusionOk="0" h="11647" w="6320">
                  <a:moveTo>
                    <a:pt x="1700" y="0"/>
                  </a:moveTo>
                  <a:cubicBezTo>
                    <a:pt x="763" y="0"/>
                    <a:pt x="0" y="756"/>
                    <a:pt x="7" y="1693"/>
                  </a:cubicBezTo>
                  <a:lnTo>
                    <a:pt x="7" y="5313"/>
                  </a:lnTo>
                  <a:cubicBezTo>
                    <a:pt x="0" y="5611"/>
                    <a:pt x="229" y="5854"/>
                    <a:pt x="527" y="5875"/>
                  </a:cubicBezTo>
                  <a:cubicBezTo>
                    <a:pt x="532" y="5875"/>
                    <a:pt x="536" y="5875"/>
                    <a:pt x="540" y="5875"/>
                  </a:cubicBezTo>
                  <a:cubicBezTo>
                    <a:pt x="840" y="5875"/>
                    <a:pt x="1089" y="5635"/>
                    <a:pt x="1089" y="5327"/>
                  </a:cubicBezTo>
                  <a:lnTo>
                    <a:pt x="1089" y="1991"/>
                  </a:lnTo>
                  <a:cubicBezTo>
                    <a:pt x="1079" y="1783"/>
                    <a:pt x="1233" y="1679"/>
                    <a:pt x="1387" y="1679"/>
                  </a:cubicBezTo>
                  <a:cubicBezTo>
                    <a:pt x="1540" y="1679"/>
                    <a:pt x="1693" y="1783"/>
                    <a:pt x="1679" y="1991"/>
                  </a:cubicBezTo>
                  <a:lnTo>
                    <a:pt x="1679" y="11084"/>
                  </a:lnTo>
                  <a:cubicBezTo>
                    <a:pt x="1679" y="11382"/>
                    <a:pt x="1908" y="11625"/>
                    <a:pt x="2199" y="11646"/>
                  </a:cubicBezTo>
                  <a:cubicBezTo>
                    <a:pt x="2203" y="11646"/>
                    <a:pt x="2208" y="11646"/>
                    <a:pt x="2212" y="11646"/>
                  </a:cubicBezTo>
                  <a:cubicBezTo>
                    <a:pt x="2518" y="11646"/>
                    <a:pt x="2768" y="11406"/>
                    <a:pt x="2768" y="11098"/>
                  </a:cubicBezTo>
                  <a:lnTo>
                    <a:pt x="2768" y="7158"/>
                  </a:lnTo>
                  <a:cubicBezTo>
                    <a:pt x="2789" y="6919"/>
                    <a:pt x="2972" y="6799"/>
                    <a:pt x="3156" y="6799"/>
                  </a:cubicBezTo>
                  <a:cubicBezTo>
                    <a:pt x="3340" y="6799"/>
                    <a:pt x="3524" y="6919"/>
                    <a:pt x="3545" y="7158"/>
                  </a:cubicBezTo>
                  <a:lnTo>
                    <a:pt x="3545" y="11098"/>
                  </a:lnTo>
                  <a:cubicBezTo>
                    <a:pt x="3545" y="11396"/>
                    <a:pt x="3787" y="11639"/>
                    <a:pt x="4093" y="11639"/>
                  </a:cubicBezTo>
                  <a:cubicBezTo>
                    <a:pt x="4391" y="11639"/>
                    <a:pt x="4634" y="11396"/>
                    <a:pt x="4634" y="11098"/>
                  </a:cubicBezTo>
                  <a:lnTo>
                    <a:pt x="4634" y="1991"/>
                  </a:lnTo>
                  <a:cubicBezTo>
                    <a:pt x="4623" y="1783"/>
                    <a:pt x="4777" y="1679"/>
                    <a:pt x="4932" y="1679"/>
                  </a:cubicBezTo>
                  <a:cubicBezTo>
                    <a:pt x="5086" y="1679"/>
                    <a:pt x="5240" y="1783"/>
                    <a:pt x="5230" y="1991"/>
                  </a:cubicBezTo>
                  <a:lnTo>
                    <a:pt x="5230" y="5327"/>
                  </a:lnTo>
                  <a:cubicBezTo>
                    <a:pt x="5230" y="5632"/>
                    <a:pt x="5473" y="5875"/>
                    <a:pt x="5771" y="5875"/>
                  </a:cubicBezTo>
                  <a:cubicBezTo>
                    <a:pt x="6069" y="5875"/>
                    <a:pt x="6312" y="5632"/>
                    <a:pt x="6319" y="5327"/>
                  </a:cubicBezTo>
                  <a:lnTo>
                    <a:pt x="6319" y="1693"/>
                  </a:lnTo>
                  <a:cubicBezTo>
                    <a:pt x="6319" y="763"/>
                    <a:pt x="5563" y="7"/>
                    <a:pt x="4634" y="0"/>
                  </a:cubicBezTo>
                  <a:close/>
                </a:path>
              </a:pathLst>
            </a:custGeom>
            <a:solidFill>
              <a:srgbClr val="879AA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566" name="Google Shape;10566;p41"/>
            <p:cNvSpPr/>
            <p:nvPr/>
          </p:nvSpPr>
          <p:spPr>
            <a:xfrm>
              <a:off x="6452400" y="4421947"/>
              <a:ext cx="31553" cy="127973"/>
            </a:xfrm>
            <a:custGeom>
              <a:rect b="b" l="l" r="r" t="t"/>
              <a:pathLst>
                <a:path extrusionOk="0" h="4871" w="1201">
                  <a:moveTo>
                    <a:pt x="721" y="1"/>
                  </a:moveTo>
                  <a:cubicBezTo>
                    <a:pt x="472" y="1"/>
                    <a:pt x="271" y="202"/>
                    <a:pt x="271" y="452"/>
                  </a:cubicBezTo>
                  <a:lnTo>
                    <a:pt x="271" y="4336"/>
                  </a:lnTo>
                  <a:cubicBezTo>
                    <a:pt x="271" y="4530"/>
                    <a:pt x="167" y="4711"/>
                    <a:pt x="0" y="4808"/>
                  </a:cubicBezTo>
                  <a:lnTo>
                    <a:pt x="35" y="4828"/>
                  </a:lnTo>
                  <a:lnTo>
                    <a:pt x="49" y="4835"/>
                  </a:lnTo>
                  <a:lnTo>
                    <a:pt x="83" y="4849"/>
                  </a:lnTo>
                  <a:lnTo>
                    <a:pt x="97" y="4849"/>
                  </a:lnTo>
                  <a:lnTo>
                    <a:pt x="132" y="4863"/>
                  </a:lnTo>
                  <a:lnTo>
                    <a:pt x="146" y="4863"/>
                  </a:lnTo>
                  <a:lnTo>
                    <a:pt x="187" y="4870"/>
                  </a:lnTo>
                  <a:lnTo>
                    <a:pt x="250" y="4870"/>
                  </a:lnTo>
                  <a:cubicBezTo>
                    <a:pt x="258" y="4870"/>
                    <a:pt x="266" y="4871"/>
                    <a:pt x="274" y="4871"/>
                  </a:cubicBezTo>
                  <a:cubicBezTo>
                    <a:pt x="568" y="4871"/>
                    <a:pt x="812" y="4626"/>
                    <a:pt x="812" y="4329"/>
                  </a:cubicBezTo>
                  <a:lnTo>
                    <a:pt x="812" y="396"/>
                  </a:lnTo>
                  <a:cubicBezTo>
                    <a:pt x="812" y="174"/>
                    <a:pt x="985" y="1"/>
                    <a:pt x="1200" y="1"/>
                  </a:cubicBezTo>
                  <a:close/>
                </a:path>
              </a:pathLst>
            </a:custGeom>
            <a:solidFill>
              <a:srgbClr val="707F8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567" name="Google Shape;10567;p41"/>
            <p:cNvSpPr/>
            <p:nvPr/>
          </p:nvSpPr>
          <p:spPr>
            <a:xfrm>
              <a:off x="6501583" y="4288745"/>
              <a:ext cx="29005" cy="261359"/>
            </a:xfrm>
            <a:custGeom>
              <a:rect b="b" l="l" r="r" t="t"/>
              <a:pathLst>
                <a:path extrusionOk="0" h="9948" w="1104">
                  <a:moveTo>
                    <a:pt x="715" y="1"/>
                  </a:moveTo>
                  <a:cubicBezTo>
                    <a:pt x="473" y="1"/>
                    <a:pt x="271" y="202"/>
                    <a:pt x="271" y="451"/>
                  </a:cubicBezTo>
                  <a:lnTo>
                    <a:pt x="271" y="9406"/>
                  </a:lnTo>
                  <a:cubicBezTo>
                    <a:pt x="271" y="9600"/>
                    <a:pt x="167" y="9781"/>
                    <a:pt x="1" y="9878"/>
                  </a:cubicBezTo>
                  <a:lnTo>
                    <a:pt x="22" y="9892"/>
                  </a:lnTo>
                  <a:lnTo>
                    <a:pt x="36" y="9898"/>
                  </a:lnTo>
                  <a:lnTo>
                    <a:pt x="77" y="9919"/>
                  </a:lnTo>
                  <a:lnTo>
                    <a:pt x="98" y="9926"/>
                  </a:lnTo>
                  <a:lnTo>
                    <a:pt x="119" y="9933"/>
                  </a:lnTo>
                  <a:lnTo>
                    <a:pt x="147" y="9940"/>
                  </a:lnTo>
                  <a:lnTo>
                    <a:pt x="160" y="9940"/>
                  </a:lnTo>
                  <a:lnTo>
                    <a:pt x="202" y="9947"/>
                  </a:lnTo>
                  <a:lnTo>
                    <a:pt x="264" y="9947"/>
                  </a:lnTo>
                  <a:cubicBezTo>
                    <a:pt x="466" y="9947"/>
                    <a:pt x="653" y="9836"/>
                    <a:pt x="743" y="9663"/>
                  </a:cubicBezTo>
                  <a:cubicBezTo>
                    <a:pt x="750" y="9642"/>
                    <a:pt x="764" y="9628"/>
                    <a:pt x="771" y="9614"/>
                  </a:cubicBezTo>
                  <a:cubicBezTo>
                    <a:pt x="792" y="9559"/>
                    <a:pt x="806" y="9510"/>
                    <a:pt x="806" y="9455"/>
                  </a:cubicBezTo>
                  <a:lnTo>
                    <a:pt x="806" y="9399"/>
                  </a:lnTo>
                  <a:lnTo>
                    <a:pt x="806" y="299"/>
                  </a:lnTo>
                  <a:cubicBezTo>
                    <a:pt x="806" y="132"/>
                    <a:pt x="944" y="1"/>
                    <a:pt x="1104" y="1"/>
                  </a:cubicBezTo>
                  <a:close/>
                </a:path>
              </a:pathLst>
            </a:custGeom>
            <a:solidFill>
              <a:srgbClr val="707F8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568" name="Google Shape;10568;p41"/>
            <p:cNvSpPr/>
            <p:nvPr/>
          </p:nvSpPr>
          <p:spPr>
            <a:xfrm>
              <a:off x="6408105" y="4288745"/>
              <a:ext cx="29189" cy="109924"/>
            </a:xfrm>
            <a:custGeom>
              <a:rect b="b" l="l" r="r" t="t"/>
              <a:pathLst>
                <a:path extrusionOk="0" h="4184" w="1111">
                  <a:moveTo>
                    <a:pt x="722" y="1"/>
                  </a:moveTo>
                  <a:cubicBezTo>
                    <a:pt x="479" y="1"/>
                    <a:pt x="278" y="202"/>
                    <a:pt x="278" y="451"/>
                  </a:cubicBezTo>
                  <a:lnTo>
                    <a:pt x="278" y="3649"/>
                  </a:lnTo>
                  <a:cubicBezTo>
                    <a:pt x="278" y="3843"/>
                    <a:pt x="167" y="4024"/>
                    <a:pt x="1" y="4121"/>
                  </a:cubicBezTo>
                  <a:lnTo>
                    <a:pt x="35" y="4141"/>
                  </a:lnTo>
                  <a:lnTo>
                    <a:pt x="49" y="4148"/>
                  </a:lnTo>
                  <a:lnTo>
                    <a:pt x="91" y="4162"/>
                  </a:lnTo>
                  <a:lnTo>
                    <a:pt x="98" y="4162"/>
                  </a:lnTo>
                  <a:lnTo>
                    <a:pt x="139" y="4169"/>
                  </a:lnTo>
                  <a:lnTo>
                    <a:pt x="146" y="4169"/>
                  </a:lnTo>
                  <a:lnTo>
                    <a:pt x="195" y="4183"/>
                  </a:lnTo>
                  <a:lnTo>
                    <a:pt x="250" y="4183"/>
                  </a:lnTo>
                  <a:cubicBezTo>
                    <a:pt x="255" y="4183"/>
                    <a:pt x="259" y="4183"/>
                    <a:pt x="263" y="4183"/>
                  </a:cubicBezTo>
                  <a:cubicBezTo>
                    <a:pt x="569" y="4183"/>
                    <a:pt x="812" y="3943"/>
                    <a:pt x="819" y="3635"/>
                  </a:cubicBezTo>
                  <a:lnTo>
                    <a:pt x="819" y="299"/>
                  </a:lnTo>
                  <a:cubicBezTo>
                    <a:pt x="819" y="132"/>
                    <a:pt x="951" y="1"/>
                    <a:pt x="1110" y="1"/>
                  </a:cubicBezTo>
                  <a:close/>
                </a:path>
              </a:pathLst>
            </a:custGeom>
            <a:solidFill>
              <a:srgbClr val="707F8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569" name="Google Shape;10569;p41"/>
            <p:cNvSpPr/>
            <p:nvPr/>
          </p:nvSpPr>
          <p:spPr>
            <a:xfrm>
              <a:off x="6508519" y="4244292"/>
              <a:ext cx="58509" cy="154298"/>
            </a:xfrm>
            <a:custGeom>
              <a:rect b="b" l="l" r="r" t="t"/>
              <a:pathLst>
                <a:path extrusionOk="0" h="5873" w="2227">
                  <a:moveTo>
                    <a:pt x="0" y="0"/>
                  </a:moveTo>
                  <a:cubicBezTo>
                    <a:pt x="930" y="0"/>
                    <a:pt x="1686" y="756"/>
                    <a:pt x="1686" y="1693"/>
                  </a:cubicBezTo>
                  <a:lnTo>
                    <a:pt x="1686" y="5327"/>
                  </a:lnTo>
                  <a:cubicBezTo>
                    <a:pt x="1686" y="5521"/>
                    <a:pt x="1582" y="5702"/>
                    <a:pt x="1415" y="5799"/>
                  </a:cubicBezTo>
                  <a:cubicBezTo>
                    <a:pt x="1503" y="5849"/>
                    <a:pt x="1596" y="5872"/>
                    <a:pt x="1686" y="5872"/>
                  </a:cubicBezTo>
                  <a:cubicBezTo>
                    <a:pt x="1968" y="5872"/>
                    <a:pt x="2227" y="5647"/>
                    <a:pt x="2227" y="5327"/>
                  </a:cubicBezTo>
                  <a:lnTo>
                    <a:pt x="2227" y="1693"/>
                  </a:lnTo>
                  <a:cubicBezTo>
                    <a:pt x="2227" y="756"/>
                    <a:pt x="1471" y="0"/>
                    <a:pt x="535" y="0"/>
                  </a:cubicBezTo>
                  <a:close/>
                </a:path>
              </a:pathLst>
            </a:custGeom>
            <a:solidFill>
              <a:srgbClr val="707F8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0570" name="Google Shape;10570;p41"/>
          <p:cNvGrpSpPr/>
          <p:nvPr/>
        </p:nvGrpSpPr>
        <p:grpSpPr>
          <a:xfrm>
            <a:off x="6919815" y="4162270"/>
            <a:ext cx="225260" cy="388018"/>
            <a:chOff x="6919815" y="4162270"/>
            <a:chExt cx="225260" cy="388018"/>
          </a:xfrm>
        </p:grpSpPr>
        <p:sp>
          <p:nvSpPr>
            <p:cNvPr id="10571" name="Google Shape;10571;p41"/>
            <p:cNvSpPr/>
            <p:nvPr/>
          </p:nvSpPr>
          <p:spPr>
            <a:xfrm>
              <a:off x="6919815" y="4244634"/>
              <a:ext cx="224157" cy="305654"/>
            </a:xfrm>
            <a:custGeom>
              <a:rect b="b" l="l" r="r" t="t"/>
              <a:pathLst>
                <a:path extrusionOk="0" h="11634" w="8532">
                  <a:moveTo>
                    <a:pt x="2810" y="1"/>
                  </a:moveTo>
                  <a:cubicBezTo>
                    <a:pt x="2060" y="1"/>
                    <a:pt x="1402" y="493"/>
                    <a:pt x="1187" y="1208"/>
                  </a:cubicBezTo>
                  <a:lnTo>
                    <a:pt x="84" y="5175"/>
                  </a:lnTo>
                  <a:cubicBezTo>
                    <a:pt x="0" y="5467"/>
                    <a:pt x="167" y="5772"/>
                    <a:pt x="458" y="5855"/>
                  </a:cubicBezTo>
                  <a:cubicBezTo>
                    <a:pt x="508" y="5869"/>
                    <a:pt x="557" y="5876"/>
                    <a:pt x="606" y="5876"/>
                  </a:cubicBezTo>
                  <a:cubicBezTo>
                    <a:pt x="846" y="5876"/>
                    <a:pt x="1068" y="5714"/>
                    <a:pt x="1131" y="5467"/>
                  </a:cubicBezTo>
                  <a:lnTo>
                    <a:pt x="2123" y="1915"/>
                  </a:lnTo>
                  <a:cubicBezTo>
                    <a:pt x="2165" y="1758"/>
                    <a:pt x="2285" y="1689"/>
                    <a:pt x="2405" y="1689"/>
                  </a:cubicBezTo>
                  <a:cubicBezTo>
                    <a:pt x="2582" y="1689"/>
                    <a:pt x="2760" y="1837"/>
                    <a:pt x="2699" y="2068"/>
                  </a:cubicBezTo>
                  <a:lnTo>
                    <a:pt x="1637" y="6188"/>
                  </a:lnTo>
                  <a:lnTo>
                    <a:pt x="1464" y="6847"/>
                  </a:lnTo>
                  <a:cubicBezTo>
                    <a:pt x="1443" y="6937"/>
                    <a:pt x="1513" y="7027"/>
                    <a:pt x="1603" y="7027"/>
                  </a:cubicBezTo>
                  <a:lnTo>
                    <a:pt x="2796" y="7027"/>
                  </a:lnTo>
                  <a:lnTo>
                    <a:pt x="2796" y="11071"/>
                  </a:lnTo>
                  <a:cubicBezTo>
                    <a:pt x="2789" y="11369"/>
                    <a:pt x="3018" y="11612"/>
                    <a:pt x="3316" y="11633"/>
                  </a:cubicBezTo>
                  <a:cubicBezTo>
                    <a:pt x="3320" y="11633"/>
                    <a:pt x="3324" y="11633"/>
                    <a:pt x="3329" y="11633"/>
                  </a:cubicBezTo>
                  <a:cubicBezTo>
                    <a:pt x="3628" y="11633"/>
                    <a:pt x="3878" y="11393"/>
                    <a:pt x="3878" y="11085"/>
                  </a:cubicBezTo>
                  <a:lnTo>
                    <a:pt x="3878" y="7027"/>
                  </a:lnTo>
                  <a:lnTo>
                    <a:pt x="4655" y="7027"/>
                  </a:lnTo>
                  <a:lnTo>
                    <a:pt x="4655" y="11085"/>
                  </a:lnTo>
                  <a:cubicBezTo>
                    <a:pt x="4655" y="11383"/>
                    <a:pt x="4897" y="11626"/>
                    <a:pt x="5203" y="11626"/>
                  </a:cubicBezTo>
                  <a:cubicBezTo>
                    <a:pt x="5501" y="11626"/>
                    <a:pt x="5744" y="11383"/>
                    <a:pt x="5744" y="11085"/>
                  </a:cubicBezTo>
                  <a:lnTo>
                    <a:pt x="5744" y="7027"/>
                  </a:lnTo>
                  <a:lnTo>
                    <a:pt x="6930" y="7027"/>
                  </a:lnTo>
                  <a:cubicBezTo>
                    <a:pt x="7027" y="7027"/>
                    <a:pt x="7096" y="6937"/>
                    <a:pt x="7068" y="6847"/>
                  </a:cubicBezTo>
                  <a:lnTo>
                    <a:pt x="6895" y="6188"/>
                  </a:lnTo>
                  <a:lnTo>
                    <a:pt x="5834" y="2068"/>
                  </a:lnTo>
                  <a:cubicBezTo>
                    <a:pt x="5772" y="1836"/>
                    <a:pt x="5955" y="1688"/>
                    <a:pt x="6134" y="1688"/>
                  </a:cubicBezTo>
                  <a:cubicBezTo>
                    <a:pt x="6255" y="1688"/>
                    <a:pt x="6375" y="1755"/>
                    <a:pt x="6416" y="1908"/>
                  </a:cubicBezTo>
                  <a:lnTo>
                    <a:pt x="7408" y="5467"/>
                  </a:lnTo>
                  <a:cubicBezTo>
                    <a:pt x="7477" y="5701"/>
                    <a:pt x="7692" y="5856"/>
                    <a:pt x="7925" y="5856"/>
                  </a:cubicBezTo>
                  <a:cubicBezTo>
                    <a:pt x="7974" y="5856"/>
                    <a:pt x="8024" y="5849"/>
                    <a:pt x="8074" y="5834"/>
                  </a:cubicBezTo>
                  <a:cubicBezTo>
                    <a:pt x="8359" y="5758"/>
                    <a:pt x="8532" y="5460"/>
                    <a:pt x="8456" y="5175"/>
                  </a:cubicBezTo>
                  <a:lnTo>
                    <a:pt x="8470" y="5175"/>
                  </a:lnTo>
                  <a:lnTo>
                    <a:pt x="7367" y="1208"/>
                  </a:lnTo>
                  <a:cubicBezTo>
                    <a:pt x="7152" y="493"/>
                    <a:pt x="6493" y="1"/>
                    <a:pt x="5744" y="1"/>
                  </a:cubicBezTo>
                  <a:close/>
                </a:path>
              </a:pathLst>
            </a:custGeom>
            <a:solidFill>
              <a:srgbClr val="879AA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572" name="Google Shape;10572;p41"/>
            <p:cNvSpPr/>
            <p:nvPr/>
          </p:nvSpPr>
          <p:spPr>
            <a:xfrm>
              <a:off x="6981581" y="4162270"/>
              <a:ext cx="88407" cy="75717"/>
            </a:xfrm>
            <a:custGeom>
              <a:rect b="b" l="l" r="r" t="t"/>
              <a:pathLst>
                <a:path extrusionOk="0" h="2882" w="3365">
                  <a:moveTo>
                    <a:pt x="1922" y="1"/>
                  </a:moveTo>
                  <a:cubicBezTo>
                    <a:pt x="639" y="1"/>
                    <a:pt x="1" y="1555"/>
                    <a:pt x="909" y="2456"/>
                  </a:cubicBezTo>
                  <a:cubicBezTo>
                    <a:pt x="1201" y="2750"/>
                    <a:pt x="1561" y="2882"/>
                    <a:pt x="1915" y="2882"/>
                  </a:cubicBezTo>
                  <a:cubicBezTo>
                    <a:pt x="2654" y="2882"/>
                    <a:pt x="3365" y="2307"/>
                    <a:pt x="3365" y="1444"/>
                  </a:cubicBezTo>
                  <a:cubicBezTo>
                    <a:pt x="3365" y="646"/>
                    <a:pt x="2720" y="1"/>
                    <a:pt x="1922" y="1"/>
                  </a:cubicBezTo>
                  <a:close/>
                </a:path>
              </a:pathLst>
            </a:custGeom>
            <a:solidFill>
              <a:srgbClr val="879AA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573" name="Google Shape;10573;p41"/>
            <p:cNvSpPr/>
            <p:nvPr/>
          </p:nvSpPr>
          <p:spPr>
            <a:xfrm>
              <a:off x="7024038" y="4162270"/>
              <a:ext cx="48157" cy="75612"/>
            </a:xfrm>
            <a:custGeom>
              <a:rect b="b" l="l" r="r" t="t"/>
              <a:pathLst>
                <a:path extrusionOk="0" h="2878" w="1833">
                  <a:moveTo>
                    <a:pt x="306" y="1"/>
                  </a:moveTo>
                  <a:cubicBezTo>
                    <a:pt x="209" y="1"/>
                    <a:pt x="105" y="15"/>
                    <a:pt x="1" y="36"/>
                  </a:cubicBezTo>
                  <a:cubicBezTo>
                    <a:pt x="667" y="181"/>
                    <a:pt x="1138" y="764"/>
                    <a:pt x="1138" y="1444"/>
                  </a:cubicBezTo>
                  <a:cubicBezTo>
                    <a:pt x="1138" y="2116"/>
                    <a:pt x="667" y="2699"/>
                    <a:pt x="1" y="2845"/>
                  </a:cubicBezTo>
                  <a:cubicBezTo>
                    <a:pt x="104" y="2867"/>
                    <a:pt x="207" y="2878"/>
                    <a:pt x="308" y="2878"/>
                  </a:cubicBezTo>
                  <a:cubicBezTo>
                    <a:pt x="1029" y="2878"/>
                    <a:pt x="1663" y="2338"/>
                    <a:pt x="1742" y="1596"/>
                  </a:cubicBezTo>
                  <a:cubicBezTo>
                    <a:pt x="1832" y="743"/>
                    <a:pt x="1166" y="1"/>
                    <a:pt x="306" y="1"/>
                  </a:cubicBezTo>
                  <a:close/>
                </a:path>
              </a:pathLst>
            </a:custGeom>
            <a:solidFill>
              <a:srgbClr val="707F8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574" name="Google Shape;10574;p41"/>
            <p:cNvSpPr/>
            <p:nvPr/>
          </p:nvSpPr>
          <p:spPr>
            <a:xfrm>
              <a:off x="6928563" y="4289113"/>
              <a:ext cx="54515" cy="109556"/>
            </a:xfrm>
            <a:custGeom>
              <a:rect b="b" l="l" r="r" t="t"/>
              <a:pathLst>
                <a:path extrusionOk="0" h="4170" w="2075">
                  <a:moveTo>
                    <a:pt x="1533" y="0"/>
                  </a:moveTo>
                  <a:cubicBezTo>
                    <a:pt x="1401" y="0"/>
                    <a:pt x="1284" y="91"/>
                    <a:pt x="1249" y="215"/>
                  </a:cubicBezTo>
                  <a:lnTo>
                    <a:pt x="257" y="3774"/>
                  </a:lnTo>
                  <a:cubicBezTo>
                    <a:pt x="215" y="3912"/>
                    <a:pt x="125" y="4030"/>
                    <a:pt x="0" y="4100"/>
                  </a:cubicBezTo>
                  <a:cubicBezTo>
                    <a:pt x="42" y="4121"/>
                    <a:pt x="84" y="4141"/>
                    <a:pt x="125" y="4148"/>
                  </a:cubicBezTo>
                  <a:cubicBezTo>
                    <a:pt x="176" y="4163"/>
                    <a:pt x="227" y="4170"/>
                    <a:pt x="277" y="4170"/>
                  </a:cubicBezTo>
                  <a:cubicBezTo>
                    <a:pt x="514" y="4170"/>
                    <a:pt x="729" y="4014"/>
                    <a:pt x="798" y="3774"/>
                  </a:cubicBezTo>
                  <a:lnTo>
                    <a:pt x="1790" y="215"/>
                  </a:lnTo>
                  <a:cubicBezTo>
                    <a:pt x="1825" y="91"/>
                    <a:pt x="1943" y="0"/>
                    <a:pt x="2074" y="0"/>
                  </a:cubicBezTo>
                  <a:close/>
                </a:path>
              </a:pathLst>
            </a:custGeom>
            <a:solidFill>
              <a:srgbClr val="707F8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575" name="Google Shape;10575;p41"/>
            <p:cNvSpPr/>
            <p:nvPr/>
          </p:nvSpPr>
          <p:spPr>
            <a:xfrm>
              <a:off x="7056484" y="4244634"/>
              <a:ext cx="88591" cy="154167"/>
            </a:xfrm>
            <a:custGeom>
              <a:rect b="b" l="l" r="r" t="t"/>
              <a:pathLst>
                <a:path extrusionOk="0" h="5868" w="3372">
                  <a:moveTo>
                    <a:pt x="1" y="1"/>
                  </a:moveTo>
                  <a:cubicBezTo>
                    <a:pt x="750" y="1"/>
                    <a:pt x="1409" y="493"/>
                    <a:pt x="1624" y="1208"/>
                  </a:cubicBezTo>
                  <a:lnTo>
                    <a:pt x="2727" y="5175"/>
                  </a:lnTo>
                  <a:cubicBezTo>
                    <a:pt x="2796" y="5418"/>
                    <a:pt x="2692" y="5668"/>
                    <a:pt x="2477" y="5793"/>
                  </a:cubicBezTo>
                  <a:cubicBezTo>
                    <a:pt x="2565" y="5844"/>
                    <a:pt x="2657" y="5867"/>
                    <a:pt x="2746" y="5867"/>
                  </a:cubicBezTo>
                  <a:cubicBezTo>
                    <a:pt x="3079" y="5867"/>
                    <a:pt x="3371" y="5547"/>
                    <a:pt x="3268" y="5175"/>
                  </a:cubicBezTo>
                  <a:lnTo>
                    <a:pt x="2165" y="1208"/>
                  </a:lnTo>
                  <a:cubicBezTo>
                    <a:pt x="1950" y="493"/>
                    <a:pt x="1291" y="1"/>
                    <a:pt x="542" y="1"/>
                  </a:cubicBezTo>
                  <a:close/>
                </a:path>
              </a:pathLst>
            </a:custGeom>
            <a:solidFill>
              <a:srgbClr val="707F8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576" name="Google Shape;10576;p41"/>
            <p:cNvSpPr/>
            <p:nvPr/>
          </p:nvSpPr>
          <p:spPr>
            <a:xfrm>
              <a:off x="7000550" y="4429251"/>
              <a:ext cx="21333" cy="121037"/>
            </a:xfrm>
            <a:custGeom>
              <a:rect b="b" l="l" r="r" t="t"/>
              <a:pathLst>
                <a:path extrusionOk="0" h="4607" w="812">
                  <a:moveTo>
                    <a:pt x="416" y="0"/>
                  </a:moveTo>
                  <a:cubicBezTo>
                    <a:pt x="340" y="0"/>
                    <a:pt x="271" y="70"/>
                    <a:pt x="271" y="153"/>
                  </a:cubicBezTo>
                  <a:lnTo>
                    <a:pt x="271" y="4058"/>
                  </a:lnTo>
                  <a:cubicBezTo>
                    <a:pt x="271" y="4252"/>
                    <a:pt x="167" y="4433"/>
                    <a:pt x="0" y="4530"/>
                  </a:cubicBezTo>
                  <a:cubicBezTo>
                    <a:pt x="76" y="4571"/>
                    <a:pt x="160" y="4599"/>
                    <a:pt x="243" y="4606"/>
                  </a:cubicBezTo>
                  <a:cubicBezTo>
                    <a:pt x="247" y="4606"/>
                    <a:pt x="252" y="4606"/>
                    <a:pt x="256" y="4606"/>
                  </a:cubicBezTo>
                  <a:cubicBezTo>
                    <a:pt x="562" y="4606"/>
                    <a:pt x="812" y="4366"/>
                    <a:pt x="812" y="4058"/>
                  </a:cubicBezTo>
                  <a:lnTo>
                    <a:pt x="812" y="0"/>
                  </a:lnTo>
                  <a:close/>
                </a:path>
              </a:pathLst>
            </a:custGeom>
            <a:solidFill>
              <a:srgbClr val="707F8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577" name="Google Shape;10577;p41"/>
            <p:cNvSpPr/>
            <p:nvPr/>
          </p:nvSpPr>
          <p:spPr>
            <a:xfrm>
              <a:off x="7049574" y="4429251"/>
              <a:ext cx="21517" cy="120932"/>
            </a:xfrm>
            <a:custGeom>
              <a:rect b="b" l="l" r="r" t="t"/>
              <a:pathLst>
                <a:path extrusionOk="0" h="4603" w="819">
                  <a:moveTo>
                    <a:pt x="423" y="0"/>
                  </a:moveTo>
                  <a:cubicBezTo>
                    <a:pt x="340" y="0"/>
                    <a:pt x="271" y="70"/>
                    <a:pt x="271" y="153"/>
                  </a:cubicBezTo>
                  <a:lnTo>
                    <a:pt x="277" y="4058"/>
                  </a:lnTo>
                  <a:cubicBezTo>
                    <a:pt x="277" y="4252"/>
                    <a:pt x="173" y="4433"/>
                    <a:pt x="0" y="4530"/>
                  </a:cubicBezTo>
                  <a:cubicBezTo>
                    <a:pt x="87" y="4580"/>
                    <a:pt x="179" y="4602"/>
                    <a:pt x="269" y="4602"/>
                  </a:cubicBezTo>
                  <a:cubicBezTo>
                    <a:pt x="554" y="4602"/>
                    <a:pt x="818" y="4374"/>
                    <a:pt x="818" y="4058"/>
                  </a:cubicBezTo>
                  <a:lnTo>
                    <a:pt x="818" y="0"/>
                  </a:lnTo>
                  <a:close/>
                </a:path>
              </a:pathLst>
            </a:custGeom>
            <a:solidFill>
              <a:srgbClr val="707F8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578" name="Google Shape;10578;p41"/>
            <p:cNvSpPr/>
            <p:nvPr/>
          </p:nvSpPr>
          <p:spPr>
            <a:xfrm>
              <a:off x="7058139" y="4289113"/>
              <a:ext cx="48315" cy="140164"/>
            </a:xfrm>
            <a:custGeom>
              <a:rect b="b" l="l" r="r" t="t"/>
              <a:pathLst>
                <a:path extrusionOk="0" h="5335" w="1839">
                  <a:moveTo>
                    <a:pt x="340" y="0"/>
                  </a:moveTo>
                  <a:cubicBezTo>
                    <a:pt x="139" y="0"/>
                    <a:pt x="0" y="181"/>
                    <a:pt x="49" y="375"/>
                  </a:cubicBezTo>
                  <a:lnTo>
                    <a:pt x="1325" y="5334"/>
                  </a:lnTo>
                  <a:lnTo>
                    <a:pt x="1679" y="5334"/>
                  </a:lnTo>
                  <a:cubicBezTo>
                    <a:pt x="1769" y="5334"/>
                    <a:pt x="1838" y="5244"/>
                    <a:pt x="1817" y="5154"/>
                  </a:cubicBezTo>
                  <a:lnTo>
                    <a:pt x="590" y="375"/>
                  </a:lnTo>
                  <a:cubicBezTo>
                    <a:pt x="534" y="181"/>
                    <a:pt x="680" y="0"/>
                    <a:pt x="874" y="0"/>
                  </a:cubicBezTo>
                  <a:close/>
                </a:path>
              </a:pathLst>
            </a:custGeom>
            <a:solidFill>
              <a:srgbClr val="707F8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0579" name="Google Shape;10579;p41"/>
          <p:cNvGrpSpPr/>
          <p:nvPr/>
        </p:nvGrpSpPr>
        <p:grpSpPr>
          <a:xfrm>
            <a:off x="7385600" y="4177035"/>
            <a:ext cx="388728" cy="358383"/>
            <a:chOff x="7385600" y="4177035"/>
            <a:chExt cx="388728" cy="358383"/>
          </a:xfrm>
        </p:grpSpPr>
        <p:sp>
          <p:nvSpPr>
            <p:cNvPr id="10580" name="Google Shape;10580;p41"/>
            <p:cNvSpPr/>
            <p:nvPr/>
          </p:nvSpPr>
          <p:spPr>
            <a:xfrm>
              <a:off x="7385600" y="4314808"/>
              <a:ext cx="230541" cy="220610"/>
            </a:xfrm>
            <a:custGeom>
              <a:rect b="b" l="l" r="r" t="t"/>
              <a:pathLst>
                <a:path extrusionOk="0" h="8397" w="8775">
                  <a:moveTo>
                    <a:pt x="6790" y="0"/>
                  </a:moveTo>
                  <a:cubicBezTo>
                    <a:pt x="6786" y="0"/>
                    <a:pt x="6781" y="0"/>
                    <a:pt x="6777" y="0"/>
                  </a:cubicBezTo>
                  <a:lnTo>
                    <a:pt x="1942" y="35"/>
                  </a:lnTo>
                  <a:cubicBezTo>
                    <a:pt x="867" y="49"/>
                    <a:pt x="0" y="923"/>
                    <a:pt x="7" y="1998"/>
                  </a:cubicBezTo>
                  <a:lnTo>
                    <a:pt x="35" y="4939"/>
                  </a:lnTo>
                  <a:cubicBezTo>
                    <a:pt x="42" y="6017"/>
                    <a:pt x="916" y="6874"/>
                    <a:pt x="1985" y="6874"/>
                  </a:cubicBezTo>
                  <a:cubicBezTo>
                    <a:pt x="1989" y="6874"/>
                    <a:pt x="1994" y="6874"/>
                    <a:pt x="1998" y="6874"/>
                  </a:cubicBezTo>
                  <a:lnTo>
                    <a:pt x="4474" y="6860"/>
                  </a:lnTo>
                  <a:cubicBezTo>
                    <a:pt x="4478" y="6860"/>
                    <a:pt x="4481" y="6859"/>
                    <a:pt x="4485" y="6859"/>
                  </a:cubicBezTo>
                  <a:cubicBezTo>
                    <a:pt x="4522" y="6859"/>
                    <a:pt x="4551" y="6892"/>
                    <a:pt x="4557" y="6930"/>
                  </a:cubicBezTo>
                  <a:cubicBezTo>
                    <a:pt x="4613" y="7172"/>
                    <a:pt x="4738" y="8005"/>
                    <a:pt x="3982" y="8248"/>
                  </a:cubicBezTo>
                  <a:cubicBezTo>
                    <a:pt x="3919" y="8261"/>
                    <a:pt x="3919" y="8352"/>
                    <a:pt x="3989" y="8359"/>
                  </a:cubicBezTo>
                  <a:cubicBezTo>
                    <a:pt x="4102" y="8379"/>
                    <a:pt x="4244" y="8397"/>
                    <a:pt x="4399" y="8397"/>
                  </a:cubicBezTo>
                  <a:cubicBezTo>
                    <a:pt x="4974" y="8397"/>
                    <a:pt x="5715" y="8155"/>
                    <a:pt x="5737" y="6937"/>
                  </a:cubicBezTo>
                  <a:cubicBezTo>
                    <a:pt x="5737" y="6888"/>
                    <a:pt x="5771" y="6846"/>
                    <a:pt x="5820" y="6846"/>
                  </a:cubicBezTo>
                  <a:lnTo>
                    <a:pt x="6832" y="6839"/>
                  </a:lnTo>
                  <a:cubicBezTo>
                    <a:pt x="7908" y="6826"/>
                    <a:pt x="8775" y="5952"/>
                    <a:pt x="8768" y="4877"/>
                  </a:cubicBezTo>
                  <a:lnTo>
                    <a:pt x="8747" y="1936"/>
                  </a:lnTo>
                  <a:cubicBezTo>
                    <a:pt x="8733" y="858"/>
                    <a:pt x="7859" y="0"/>
                    <a:pt x="6790" y="0"/>
                  </a:cubicBezTo>
                  <a:close/>
                </a:path>
              </a:pathLst>
            </a:custGeom>
            <a:solidFill>
              <a:srgbClr val="9FAEB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581" name="Google Shape;10581;p41"/>
            <p:cNvSpPr/>
            <p:nvPr/>
          </p:nvSpPr>
          <p:spPr>
            <a:xfrm>
              <a:off x="7541212" y="4315176"/>
              <a:ext cx="74561" cy="179704"/>
            </a:xfrm>
            <a:custGeom>
              <a:rect b="b" l="l" r="r" t="t"/>
              <a:pathLst>
                <a:path extrusionOk="0" h="6840" w="2838">
                  <a:moveTo>
                    <a:pt x="1" y="0"/>
                  </a:moveTo>
                  <a:cubicBezTo>
                    <a:pt x="1076" y="7"/>
                    <a:pt x="1943" y="881"/>
                    <a:pt x="1950" y="1956"/>
                  </a:cubicBezTo>
                  <a:lnTo>
                    <a:pt x="1950" y="4890"/>
                  </a:lnTo>
                  <a:cubicBezTo>
                    <a:pt x="1943" y="5965"/>
                    <a:pt x="1076" y="6839"/>
                    <a:pt x="1" y="6839"/>
                  </a:cubicBezTo>
                  <a:lnTo>
                    <a:pt x="889" y="6839"/>
                  </a:lnTo>
                  <a:cubicBezTo>
                    <a:pt x="1964" y="6839"/>
                    <a:pt x="2838" y="5965"/>
                    <a:pt x="2838" y="4890"/>
                  </a:cubicBezTo>
                  <a:lnTo>
                    <a:pt x="2838" y="1956"/>
                  </a:lnTo>
                  <a:cubicBezTo>
                    <a:pt x="2838" y="881"/>
                    <a:pt x="1964" y="7"/>
                    <a:pt x="889" y="0"/>
                  </a:cubicBezTo>
                  <a:close/>
                </a:path>
              </a:pathLst>
            </a:custGeom>
            <a:solidFill>
              <a:srgbClr val="7F91A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582" name="Google Shape;10582;p41"/>
            <p:cNvSpPr/>
            <p:nvPr/>
          </p:nvSpPr>
          <p:spPr>
            <a:xfrm>
              <a:off x="7435334" y="4177035"/>
              <a:ext cx="338994" cy="281011"/>
            </a:xfrm>
            <a:custGeom>
              <a:rect b="b" l="l" r="r" t="t"/>
              <a:pathLst>
                <a:path extrusionOk="0" h="10696" w="12903">
                  <a:moveTo>
                    <a:pt x="1908" y="1"/>
                  </a:moveTo>
                  <a:cubicBezTo>
                    <a:pt x="854" y="1"/>
                    <a:pt x="1" y="854"/>
                    <a:pt x="1" y="1908"/>
                  </a:cubicBezTo>
                  <a:lnTo>
                    <a:pt x="1" y="6285"/>
                  </a:lnTo>
                  <a:cubicBezTo>
                    <a:pt x="1" y="7339"/>
                    <a:pt x="854" y="8192"/>
                    <a:pt x="1908" y="8192"/>
                  </a:cubicBezTo>
                  <a:lnTo>
                    <a:pt x="7797" y="8192"/>
                  </a:lnTo>
                  <a:cubicBezTo>
                    <a:pt x="7922" y="8192"/>
                    <a:pt x="8019" y="8303"/>
                    <a:pt x="8005" y="8428"/>
                  </a:cubicBezTo>
                  <a:cubicBezTo>
                    <a:pt x="7926" y="9062"/>
                    <a:pt x="7891" y="10695"/>
                    <a:pt x="9647" y="10695"/>
                  </a:cubicBezTo>
                  <a:cubicBezTo>
                    <a:pt x="9735" y="10695"/>
                    <a:pt x="9829" y="10691"/>
                    <a:pt x="9927" y="10682"/>
                  </a:cubicBezTo>
                  <a:cubicBezTo>
                    <a:pt x="9996" y="10675"/>
                    <a:pt x="10017" y="10585"/>
                    <a:pt x="9961" y="10551"/>
                  </a:cubicBezTo>
                  <a:cubicBezTo>
                    <a:pt x="9559" y="10322"/>
                    <a:pt x="8796" y="9684"/>
                    <a:pt x="9344" y="8331"/>
                  </a:cubicBezTo>
                  <a:cubicBezTo>
                    <a:pt x="9379" y="8255"/>
                    <a:pt x="9455" y="8206"/>
                    <a:pt x="9538" y="8206"/>
                  </a:cubicBezTo>
                  <a:lnTo>
                    <a:pt x="10995" y="8206"/>
                  </a:lnTo>
                  <a:cubicBezTo>
                    <a:pt x="12049" y="8206"/>
                    <a:pt x="12902" y="7353"/>
                    <a:pt x="12902" y="6299"/>
                  </a:cubicBezTo>
                  <a:lnTo>
                    <a:pt x="12902" y="1908"/>
                  </a:lnTo>
                  <a:cubicBezTo>
                    <a:pt x="12902" y="854"/>
                    <a:pt x="12049" y="1"/>
                    <a:pt x="10995" y="1"/>
                  </a:cubicBezTo>
                  <a:close/>
                </a:path>
              </a:pathLst>
            </a:custGeom>
            <a:solidFill>
              <a:srgbClr val="F1F4F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583" name="Google Shape;10583;p41"/>
            <p:cNvSpPr/>
            <p:nvPr/>
          </p:nvSpPr>
          <p:spPr>
            <a:xfrm>
              <a:off x="7700843" y="4177035"/>
              <a:ext cx="73484" cy="215618"/>
            </a:xfrm>
            <a:custGeom>
              <a:rect b="b" l="l" r="r" t="t"/>
              <a:pathLst>
                <a:path extrusionOk="0" h="8207" w="2797">
                  <a:moveTo>
                    <a:pt x="889" y="1"/>
                  </a:moveTo>
                  <a:lnTo>
                    <a:pt x="889" y="8"/>
                  </a:lnTo>
                  <a:lnTo>
                    <a:pt x="1" y="8"/>
                  </a:lnTo>
                  <a:cubicBezTo>
                    <a:pt x="1048" y="8"/>
                    <a:pt x="1908" y="861"/>
                    <a:pt x="1908" y="1915"/>
                  </a:cubicBezTo>
                  <a:lnTo>
                    <a:pt x="1908" y="6299"/>
                  </a:lnTo>
                  <a:cubicBezTo>
                    <a:pt x="1908" y="7353"/>
                    <a:pt x="1048" y="8206"/>
                    <a:pt x="1" y="8206"/>
                  </a:cubicBezTo>
                  <a:lnTo>
                    <a:pt x="889" y="8206"/>
                  </a:lnTo>
                  <a:cubicBezTo>
                    <a:pt x="1943" y="8206"/>
                    <a:pt x="2796" y="7353"/>
                    <a:pt x="2796" y="6299"/>
                  </a:cubicBezTo>
                  <a:lnTo>
                    <a:pt x="2796" y="1908"/>
                  </a:lnTo>
                  <a:cubicBezTo>
                    <a:pt x="2796" y="854"/>
                    <a:pt x="1943" y="1"/>
                    <a:pt x="889" y="1"/>
                  </a:cubicBezTo>
                  <a:close/>
                </a:path>
              </a:pathLst>
            </a:custGeom>
            <a:solidFill>
              <a:srgbClr val="C0CDD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584" name="Google Shape;10584;p41"/>
            <p:cNvSpPr/>
            <p:nvPr/>
          </p:nvSpPr>
          <p:spPr>
            <a:xfrm>
              <a:off x="7516069" y="4261764"/>
              <a:ext cx="28085" cy="28112"/>
            </a:xfrm>
            <a:custGeom>
              <a:rect b="b" l="l" r="r" t="t"/>
              <a:pathLst>
                <a:path extrusionOk="0" h="1070" w="1069">
                  <a:moveTo>
                    <a:pt x="535" y="1"/>
                  </a:moveTo>
                  <a:cubicBezTo>
                    <a:pt x="236" y="1"/>
                    <a:pt x="1" y="244"/>
                    <a:pt x="1" y="535"/>
                  </a:cubicBezTo>
                  <a:cubicBezTo>
                    <a:pt x="1" y="833"/>
                    <a:pt x="236" y="1069"/>
                    <a:pt x="535" y="1069"/>
                  </a:cubicBezTo>
                  <a:cubicBezTo>
                    <a:pt x="826" y="1069"/>
                    <a:pt x="1069" y="833"/>
                    <a:pt x="1069" y="535"/>
                  </a:cubicBezTo>
                  <a:cubicBezTo>
                    <a:pt x="1069" y="244"/>
                    <a:pt x="826" y="1"/>
                    <a:pt x="535" y="1"/>
                  </a:cubicBezTo>
                  <a:close/>
                </a:path>
              </a:pathLst>
            </a:custGeom>
            <a:solidFill>
              <a:srgbClr val="57697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585" name="Google Shape;10585;p41"/>
            <p:cNvSpPr/>
            <p:nvPr/>
          </p:nvSpPr>
          <p:spPr>
            <a:xfrm>
              <a:off x="7586059" y="4261764"/>
              <a:ext cx="28085" cy="28112"/>
            </a:xfrm>
            <a:custGeom>
              <a:rect b="b" l="l" r="r" t="t"/>
              <a:pathLst>
                <a:path extrusionOk="0" h="1070" w="1069">
                  <a:moveTo>
                    <a:pt x="534" y="1"/>
                  </a:moveTo>
                  <a:cubicBezTo>
                    <a:pt x="236" y="1"/>
                    <a:pt x="0" y="244"/>
                    <a:pt x="0" y="535"/>
                  </a:cubicBezTo>
                  <a:cubicBezTo>
                    <a:pt x="0" y="833"/>
                    <a:pt x="236" y="1069"/>
                    <a:pt x="534" y="1069"/>
                  </a:cubicBezTo>
                  <a:cubicBezTo>
                    <a:pt x="826" y="1069"/>
                    <a:pt x="1068" y="833"/>
                    <a:pt x="1068" y="535"/>
                  </a:cubicBezTo>
                  <a:cubicBezTo>
                    <a:pt x="1068" y="244"/>
                    <a:pt x="826" y="1"/>
                    <a:pt x="534" y="1"/>
                  </a:cubicBezTo>
                  <a:close/>
                </a:path>
              </a:pathLst>
            </a:custGeom>
            <a:solidFill>
              <a:srgbClr val="57697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586" name="Google Shape;10586;p41"/>
            <p:cNvSpPr/>
            <p:nvPr/>
          </p:nvSpPr>
          <p:spPr>
            <a:xfrm>
              <a:off x="7655839" y="4261764"/>
              <a:ext cx="28269" cy="28112"/>
            </a:xfrm>
            <a:custGeom>
              <a:rect b="b" l="l" r="r" t="t"/>
              <a:pathLst>
                <a:path extrusionOk="0" h="1070" w="1076">
                  <a:moveTo>
                    <a:pt x="535" y="1"/>
                  </a:moveTo>
                  <a:cubicBezTo>
                    <a:pt x="243" y="1"/>
                    <a:pt x="1" y="244"/>
                    <a:pt x="1" y="535"/>
                  </a:cubicBezTo>
                  <a:cubicBezTo>
                    <a:pt x="1" y="833"/>
                    <a:pt x="243" y="1069"/>
                    <a:pt x="535" y="1069"/>
                  </a:cubicBezTo>
                  <a:cubicBezTo>
                    <a:pt x="833" y="1069"/>
                    <a:pt x="1076" y="833"/>
                    <a:pt x="1076" y="535"/>
                  </a:cubicBezTo>
                  <a:cubicBezTo>
                    <a:pt x="1076" y="244"/>
                    <a:pt x="833" y="1"/>
                    <a:pt x="535" y="1"/>
                  </a:cubicBezTo>
                  <a:close/>
                </a:path>
              </a:pathLst>
            </a:custGeom>
            <a:solidFill>
              <a:srgbClr val="57697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0587" name="Google Shape;10587;p41"/>
          <p:cNvGrpSpPr/>
          <p:nvPr/>
        </p:nvGrpSpPr>
        <p:grpSpPr>
          <a:xfrm>
            <a:off x="3625085" y="3259862"/>
            <a:ext cx="369207" cy="258259"/>
            <a:chOff x="3625085" y="3259862"/>
            <a:chExt cx="369207" cy="258259"/>
          </a:xfrm>
        </p:grpSpPr>
        <p:sp>
          <p:nvSpPr>
            <p:cNvPr id="10588" name="Google Shape;10588;p41"/>
            <p:cNvSpPr/>
            <p:nvPr/>
          </p:nvSpPr>
          <p:spPr>
            <a:xfrm>
              <a:off x="3779069" y="3268978"/>
              <a:ext cx="109372" cy="40670"/>
            </a:xfrm>
            <a:custGeom>
              <a:rect b="b" l="l" r="r" t="t"/>
              <a:pathLst>
                <a:path extrusionOk="0" h="1548" w="4163">
                  <a:moveTo>
                    <a:pt x="1207" y="1"/>
                  </a:moveTo>
                  <a:cubicBezTo>
                    <a:pt x="909" y="1"/>
                    <a:pt x="638" y="174"/>
                    <a:pt x="514" y="445"/>
                  </a:cubicBezTo>
                  <a:lnTo>
                    <a:pt x="0" y="1547"/>
                  </a:lnTo>
                  <a:lnTo>
                    <a:pt x="4162" y="1547"/>
                  </a:lnTo>
                  <a:lnTo>
                    <a:pt x="3649" y="445"/>
                  </a:lnTo>
                  <a:cubicBezTo>
                    <a:pt x="3524" y="174"/>
                    <a:pt x="3253" y="1"/>
                    <a:pt x="2955" y="1"/>
                  </a:cubicBezTo>
                  <a:close/>
                </a:path>
              </a:pathLst>
            </a:custGeom>
            <a:solidFill>
              <a:srgbClr val="435D7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589" name="Google Shape;10589;p41"/>
            <p:cNvSpPr/>
            <p:nvPr/>
          </p:nvSpPr>
          <p:spPr>
            <a:xfrm>
              <a:off x="3913374" y="3283192"/>
              <a:ext cx="57432" cy="31369"/>
            </a:xfrm>
            <a:custGeom>
              <a:rect b="b" l="l" r="r" t="t"/>
              <a:pathLst>
                <a:path extrusionOk="0" h="1194" w="2186">
                  <a:moveTo>
                    <a:pt x="347" y="1"/>
                  </a:moveTo>
                  <a:cubicBezTo>
                    <a:pt x="153" y="1"/>
                    <a:pt x="0" y="160"/>
                    <a:pt x="0" y="348"/>
                  </a:cubicBezTo>
                  <a:lnTo>
                    <a:pt x="0" y="1194"/>
                  </a:lnTo>
                  <a:lnTo>
                    <a:pt x="2185" y="1194"/>
                  </a:lnTo>
                  <a:lnTo>
                    <a:pt x="2185" y="348"/>
                  </a:lnTo>
                  <a:cubicBezTo>
                    <a:pt x="2185" y="160"/>
                    <a:pt x="2026" y="1"/>
                    <a:pt x="1838" y="1"/>
                  </a:cubicBezTo>
                  <a:close/>
                </a:path>
              </a:pathLst>
            </a:custGeom>
            <a:solidFill>
              <a:srgbClr val="435D7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590" name="Google Shape;10590;p41"/>
            <p:cNvSpPr/>
            <p:nvPr/>
          </p:nvSpPr>
          <p:spPr>
            <a:xfrm>
              <a:off x="3625085" y="3309070"/>
              <a:ext cx="369207" cy="209050"/>
            </a:xfrm>
            <a:custGeom>
              <a:rect b="b" l="l" r="r" t="t"/>
              <a:pathLst>
                <a:path extrusionOk="0" h="7957" w="14053">
                  <a:moveTo>
                    <a:pt x="860" y="1"/>
                  </a:moveTo>
                  <a:cubicBezTo>
                    <a:pt x="389" y="1"/>
                    <a:pt x="0" y="382"/>
                    <a:pt x="0" y="854"/>
                  </a:cubicBezTo>
                  <a:lnTo>
                    <a:pt x="0" y="7096"/>
                  </a:lnTo>
                  <a:cubicBezTo>
                    <a:pt x="0" y="7575"/>
                    <a:pt x="389" y="7956"/>
                    <a:pt x="860" y="7956"/>
                  </a:cubicBezTo>
                  <a:lnTo>
                    <a:pt x="13193" y="7956"/>
                  </a:lnTo>
                  <a:cubicBezTo>
                    <a:pt x="13665" y="7956"/>
                    <a:pt x="14053" y="7575"/>
                    <a:pt x="14053" y="7096"/>
                  </a:cubicBezTo>
                  <a:lnTo>
                    <a:pt x="14053" y="861"/>
                  </a:lnTo>
                  <a:cubicBezTo>
                    <a:pt x="14053" y="382"/>
                    <a:pt x="13665" y="1"/>
                    <a:pt x="13193" y="1"/>
                  </a:cubicBezTo>
                  <a:close/>
                </a:path>
              </a:pathLst>
            </a:custGeom>
            <a:solidFill>
              <a:srgbClr val="697D9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591" name="Google Shape;10591;p41"/>
            <p:cNvSpPr/>
            <p:nvPr/>
          </p:nvSpPr>
          <p:spPr>
            <a:xfrm>
              <a:off x="3941616" y="3344065"/>
              <a:ext cx="52676" cy="145996"/>
            </a:xfrm>
            <a:custGeom>
              <a:rect b="b" l="l" r="r" t="t"/>
              <a:pathLst>
                <a:path extrusionOk="0" h="5557" w="2005">
                  <a:moveTo>
                    <a:pt x="2005" y="0"/>
                  </a:moveTo>
                  <a:lnTo>
                    <a:pt x="798" y="7"/>
                  </a:lnTo>
                  <a:lnTo>
                    <a:pt x="749" y="7"/>
                  </a:lnTo>
                  <a:cubicBezTo>
                    <a:pt x="326" y="28"/>
                    <a:pt x="0" y="382"/>
                    <a:pt x="0" y="805"/>
                  </a:cubicBezTo>
                  <a:lnTo>
                    <a:pt x="0" y="4759"/>
                  </a:lnTo>
                  <a:cubicBezTo>
                    <a:pt x="0" y="5196"/>
                    <a:pt x="354" y="5556"/>
                    <a:pt x="798" y="5556"/>
                  </a:cubicBezTo>
                  <a:lnTo>
                    <a:pt x="2005" y="5556"/>
                  </a:lnTo>
                  <a:lnTo>
                    <a:pt x="2005" y="0"/>
                  </a:lnTo>
                  <a:close/>
                </a:path>
              </a:pathLst>
            </a:custGeom>
            <a:solidFill>
              <a:srgbClr val="526A7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592" name="Google Shape;10592;p41"/>
            <p:cNvSpPr/>
            <p:nvPr/>
          </p:nvSpPr>
          <p:spPr>
            <a:xfrm>
              <a:off x="3739161" y="3324203"/>
              <a:ext cx="187349" cy="179783"/>
            </a:xfrm>
            <a:custGeom>
              <a:rect b="b" l="l" r="r" t="t"/>
              <a:pathLst>
                <a:path extrusionOk="0" h="6843" w="7131">
                  <a:moveTo>
                    <a:pt x="3723" y="0"/>
                  </a:moveTo>
                  <a:cubicBezTo>
                    <a:pt x="3714" y="0"/>
                    <a:pt x="3706" y="0"/>
                    <a:pt x="3697" y="0"/>
                  </a:cubicBezTo>
                  <a:cubicBezTo>
                    <a:pt x="2310" y="0"/>
                    <a:pt x="1062" y="833"/>
                    <a:pt x="534" y="2109"/>
                  </a:cubicBezTo>
                  <a:cubicBezTo>
                    <a:pt x="0" y="3392"/>
                    <a:pt x="299" y="4863"/>
                    <a:pt x="1277" y="5841"/>
                  </a:cubicBezTo>
                  <a:cubicBezTo>
                    <a:pt x="1931" y="6495"/>
                    <a:pt x="2806" y="6842"/>
                    <a:pt x="3698" y="6842"/>
                  </a:cubicBezTo>
                  <a:cubicBezTo>
                    <a:pt x="4139" y="6842"/>
                    <a:pt x="4584" y="6757"/>
                    <a:pt x="5008" y="6583"/>
                  </a:cubicBezTo>
                  <a:cubicBezTo>
                    <a:pt x="6284" y="6056"/>
                    <a:pt x="7117" y="4807"/>
                    <a:pt x="7117" y="3420"/>
                  </a:cubicBezTo>
                  <a:cubicBezTo>
                    <a:pt x="7131" y="1535"/>
                    <a:pt x="5605" y="0"/>
                    <a:pt x="3723" y="0"/>
                  </a:cubicBezTo>
                  <a:close/>
                </a:path>
              </a:pathLst>
            </a:custGeom>
            <a:solidFill>
              <a:srgbClr val="435D7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593" name="Google Shape;10593;p41"/>
            <p:cNvSpPr/>
            <p:nvPr/>
          </p:nvSpPr>
          <p:spPr>
            <a:xfrm>
              <a:off x="3755739" y="3339494"/>
              <a:ext cx="155297" cy="149096"/>
            </a:xfrm>
            <a:custGeom>
              <a:rect b="b" l="l" r="r" t="t"/>
              <a:pathLst>
                <a:path extrusionOk="0" h="5675" w="5911">
                  <a:moveTo>
                    <a:pt x="3079" y="1"/>
                  </a:moveTo>
                  <a:cubicBezTo>
                    <a:pt x="3075" y="1"/>
                    <a:pt x="3071" y="1"/>
                    <a:pt x="3066" y="1"/>
                  </a:cubicBezTo>
                  <a:cubicBezTo>
                    <a:pt x="1915" y="1"/>
                    <a:pt x="881" y="695"/>
                    <a:pt x="444" y="1749"/>
                  </a:cubicBezTo>
                  <a:cubicBezTo>
                    <a:pt x="0" y="2810"/>
                    <a:pt x="243" y="4031"/>
                    <a:pt x="1055" y="4842"/>
                  </a:cubicBezTo>
                  <a:cubicBezTo>
                    <a:pt x="1598" y="5386"/>
                    <a:pt x="2325" y="5674"/>
                    <a:pt x="3065" y="5674"/>
                  </a:cubicBezTo>
                  <a:cubicBezTo>
                    <a:pt x="3430" y="5674"/>
                    <a:pt x="3798" y="5604"/>
                    <a:pt x="4148" y="5460"/>
                  </a:cubicBezTo>
                  <a:cubicBezTo>
                    <a:pt x="5210" y="5023"/>
                    <a:pt x="5903" y="3982"/>
                    <a:pt x="5903" y="2838"/>
                  </a:cubicBezTo>
                  <a:cubicBezTo>
                    <a:pt x="5910" y="1275"/>
                    <a:pt x="4641" y="1"/>
                    <a:pt x="3079" y="1"/>
                  </a:cubicBezTo>
                  <a:close/>
                </a:path>
              </a:pathLst>
            </a:custGeom>
            <a:solidFill>
              <a:srgbClr val="213B5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594" name="Google Shape;10594;p41"/>
            <p:cNvSpPr/>
            <p:nvPr/>
          </p:nvSpPr>
          <p:spPr>
            <a:xfrm>
              <a:off x="3775049" y="3359172"/>
              <a:ext cx="122298" cy="108479"/>
            </a:xfrm>
            <a:custGeom>
              <a:rect b="b" l="l" r="r" t="t"/>
              <a:pathLst>
                <a:path extrusionOk="0" h="4129" w="4655">
                  <a:moveTo>
                    <a:pt x="2326" y="0"/>
                  </a:moveTo>
                  <a:cubicBezTo>
                    <a:pt x="1712" y="0"/>
                    <a:pt x="1103" y="276"/>
                    <a:pt x="694" y="799"/>
                  </a:cubicBezTo>
                  <a:cubicBezTo>
                    <a:pt x="1" y="1680"/>
                    <a:pt x="146" y="2956"/>
                    <a:pt x="1013" y="3663"/>
                  </a:cubicBezTo>
                  <a:cubicBezTo>
                    <a:pt x="1396" y="3976"/>
                    <a:pt x="1858" y="4128"/>
                    <a:pt x="2318" y="4128"/>
                  </a:cubicBezTo>
                  <a:cubicBezTo>
                    <a:pt x="2900" y="4128"/>
                    <a:pt x="3478" y="3883"/>
                    <a:pt x="3885" y="3407"/>
                  </a:cubicBezTo>
                  <a:lnTo>
                    <a:pt x="3892" y="3400"/>
                  </a:lnTo>
                  <a:cubicBezTo>
                    <a:pt x="3934" y="3351"/>
                    <a:pt x="3968" y="3310"/>
                    <a:pt x="4003" y="3261"/>
                  </a:cubicBezTo>
                  <a:cubicBezTo>
                    <a:pt x="4655" y="2346"/>
                    <a:pt x="4454" y="1083"/>
                    <a:pt x="3552" y="410"/>
                  </a:cubicBezTo>
                  <a:cubicBezTo>
                    <a:pt x="3185" y="134"/>
                    <a:pt x="2754" y="0"/>
                    <a:pt x="2326" y="0"/>
                  </a:cubicBezTo>
                  <a:close/>
                </a:path>
              </a:pathLst>
            </a:custGeom>
            <a:solidFill>
              <a:srgbClr val="C5D0D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595" name="Google Shape;10595;p41"/>
            <p:cNvSpPr/>
            <p:nvPr/>
          </p:nvSpPr>
          <p:spPr>
            <a:xfrm>
              <a:off x="3798563" y="3359093"/>
              <a:ext cx="98075" cy="90982"/>
            </a:xfrm>
            <a:custGeom>
              <a:rect b="b" l="l" r="r" t="t"/>
              <a:pathLst>
                <a:path extrusionOk="0" h="3463" w="3733">
                  <a:moveTo>
                    <a:pt x="1423" y="1"/>
                  </a:moveTo>
                  <a:cubicBezTo>
                    <a:pt x="1124" y="1"/>
                    <a:pt x="823" y="65"/>
                    <a:pt x="541" y="198"/>
                  </a:cubicBezTo>
                  <a:cubicBezTo>
                    <a:pt x="0" y="968"/>
                    <a:pt x="42" y="2002"/>
                    <a:pt x="646" y="2723"/>
                  </a:cubicBezTo>
                  <a:cubicBezTo>
                    <a:pt x="1043" y="3204"/>
                    <a:pt x="1629" y="3463"/>
                    <a:pt x="2226" y="3463"/>
                  </a:cubicBezTo>
                  <a:cubicBezTo>
                    <a:pt x="2524" y="3463"/>
                    <a:pt x="2826" y="3398"/>
                    <a:pt x="3108" y="3264"/>
                  </a:cubicBezTo>
                  <a:cubicBezTo>
                    <a:pt x="3732" y="2390"/>
                    <a:pt x="3580" y="1183"/>
                    <a:pt x="2761" y="490"/>
                  </a:cubicBezTo>
                  <a:cubicBezTo>
                    <a:pt x="2380" y="169"/>
                    <a:pt x="1904" y="1"/>
                    <a:pt x="1423" y="1"/>
                  </a:cubicBezTo>
                  <a:close/>
                </a:path>
              </a:pathLst>
            </a:custGeom>
            <a:solidFill>
              <a:srgbClr val="D1DAE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596" name="Google Shape;10596;p41"/>
            <p:cNvSpPr/>
            <p:nvPr/>
          </p:nvSpPr>
          <p:spPr>
            <a:xfrm>
              <a:off x="3828461" y="3387441"/>
              <a:ext cx="34286" cy="34286"/>
            </a:xfrm>
            <a:custGeom>
              <a:rect b="b" l="l" r="r" t="t"/>
              <a:pathLst>
                <a:path extrusionOk="0" h="1305" w="1305">
                  <a:moveTo>
                    <a:pt x="652" y="0"/>
                  </a:moveTo>
                  <a:cubicBezTo>
                    <a:pt x="291" y="0"/>
                    <a:pt x="0" y="292"/>
                    <a:pt x="0" y="652"/>
                  </a:cubicBezTo>
                  <a:cubicBezTo>
                    <a:pt x="0" y="1013"/>
                    <a:pt x="291" y="1304"/>
                    <a:pt x="652" y="1304"/>
                  </a:cubicBezTo>
                  <a:cubicBezTo>
                    <a:pt x="1013" y="1304"/>
                    <a:pt x="1304" y="1013"/>
                    <a:pt x="1304" y="652"/>
                  </a:cubicBezTo>
                  <a:cubicBezTo>
                    <a:pt x="1304" y="292"/>
                    <a:pt x="1013" y="0"/>
                    <a:pt x="652" y="0"/>
                  </a:cubicBezTo>
                  <a:close/>
                </a:path>
              </a:pathLst>
            </a:custGeom>
            <a:solidFill>
              <a:srgbClr val="ECEFF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597" name="Google Shape;10597;p41"/>
            <p:cNvSpPr/>
            <p:nvPr/>
          </p:nvSpPr>
          <p:spPr>
            <a:xfrm>
              <a:off x="3658057" y="3259862"/>
              <a:ext cx="35573" cy="31028"/>
            </a:xfrm>
            <a:custGeom>
              <a:rect b="b" l="l" r="r" t="t"/>
              <a:pathLst>
                <a:path extrusionOk="0" h="1181" w="1354">
                  <a:moveTo>
                    <a:pt x="347" y="1"/>
                  </a:moveTo>
                  <a:cubicBezTo>
                    <a:pt x="153" y="1"/>
                    <a:pt x="1" y="153"/>
                    <a:pt x="1" y="348"/>
                  </a:cubicBezTo>
                  <a:lnTo>
                    <a:pt x="1" y="833"/>
                  </a:lnTo>
                  <a:cubicBezTo>
                    <a:pt x="1" y="1021"/>
                    <a:pt x="153" y="1180"/>
                    <a:pt x="347" y="1180"/>
                  </a:cubicBezTo>
                  <a:lnTo>
                    <a:pt x="1006" y="1180"/>
                  </a:lnTo>
                  <a:cubicBezTo>
                    <a:pt x="1194" y="1180"/>
                    <a:pt x="1353" y="1021"/>
                    <a:pt x="1353" y="833"/>
                  </a:cubicBezTo>
                  <a:lnTo>
                    <a:pt x="1353" y="348"/>
                  </a:lnTo>
                  <a:cubicBezTo>
                    <a:pt x="1353" y="153"/>
                    <a:pt x="1194" y="1"/>
                    <a:pt x="1006" y="1"/>
                  </a:cubicBezTo>
                  <a:close/>
                </a:path>
              </a:pathLst>
            </a:custGeom>
            <a:solidFill>
              <a:srgbClr val="435D7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598" name="Google Shape;10598;p41"/>
            <p:cNvSpPr/>
            <p:nvPr/>
          </p:nvSpPr>
          <p:spPr>
            <a:xfrm>
              <a:off x="3625085" y="3281931"/>
              <a:ext cx="101517" cy="236190"/>
            </a:xfrm>
            <a:custGeom>
              <a:rect b="b" l="l" r="r" t="t"/>
              <a:pathLst>
                <a:path extrusionOk="0" h="8990" w="3864">
                  <a:moveTo>
                    <a:pt x="860" y="0"/>
                  </a:moveTo>
                  <a:cubicBezTo>
                    <a:pt x="389" y="7"/>
                    <a:pt x="7" y="389"/>
                    <a:pt x="0" y="860"/>
                  </a:cubicBezTo>
                  <a:lnTo>
                    <a:pt x="0" y="8129"/>
                  </a:lnTo>
                  <a:cubicBezTo>
                    <a:pt x="7" y="8601"/>
                    <a:pt x="389" y="8989"/>
                    <a:pt x="860" y="8989"/>
                  </a:cubicBezTo>
                  <a:lnTo>
                    <a:pt x="3004" y="8989"/>
                  </a:lnTo>
                  <a:cubicBezTo>
                    <a:pt x="3475" y="8989"/>
                    <a:pt x="3857" y="8601"/>
                    <a:pt x="3864" y="8129"/>
                  </a:cubicBezTo>
                  <a:lnTo>
                    <a:pt x="3864" y="860"/>
                  </a:lnTo>
                  <a:cubicBezTo>
                    <a:pt x="3864" y="396"/>
                    <a:pt x="3496" y="14"/>
                    <a:pt x="3031" y="0"/>
                  </a:cubicBezTo>
                  <a:close/>
                </a:path>
              </a:pathLst>
            </a:custGeom>
            <a:solidFill>
              <a:srgbClr val="435D7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599" name="Google Shape;10599;p41"/>
            <p:cNvSpPr/>
            <p:nvPr/>
          </p:nvSpPr>
          <p:spPr>
            <a:xfrm>
              <a:off x="3625269" y="3281931"/>
              <a:ext cx="79474" cy="209944"/>
            </a:xfrm>
            <a:custGeom>
              <a:rect b="b" l="l" r="r" t="t"/>
              <a:pathLst>
                <a:path extrusionOk="0" h="7991" w="3025">
                  <a:moveTo>
                    <a:pt x="860" y="0"/>
                  </a:moveTo>
                  <a:cubicBezTo>
                    <a:pt x="382" y="7"/>
                    <a:pt x="0" y="389"/>
                    <a:pt x="0" y="860"/>
                  </a:cubicBezTo>
                  <a:lnTo>
                    <a:pt x="0" y="7991"/>
                  </a:lnTo>
                  <a:lnTo>
                    <a:pt x="2164" y="7991"/>
                  </a:lnTo>
                  <a:cubicBezTo>
                    <a:pt x="2636" y="7984"/>
                    <a:pt x="3017" y="7602"/>
                    <a:pt x="3024" y="7131"/>
                  </a:cubicBezTo>
                  <a:lnTo>
                    <a:pt x="3024" y="0"/>
                  </a:lnTo>
                  <a:close/>
                </a:path>
              </a:pathLst>
            </a:custGeom>
            <a:solidFill>
              <a:srgbClr val="526A7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600" name="Google Shape;10600;p41"/>
            <p:cNvSpPr/>
            <p:nvPr/>
          </p:nvSpPr>
          <p:spPr>
            <a:xfrm>
              <a:off x="3912822" y="3327671"/>
              <a:ext cx="22621" cy="22621"/>
            </a:xfrm>
            <a:custGeom>
              <a:rect b="b" l="l" r="r" t="t"/>
              <a:pathLst>
                <a:path extrusionOk="0" h="861" w="861">
                  <a:moveTo>
                    <a:pt x="431" y="0"/>
                  </a:moveTo>
                  <a:cubicBezTo>
                    <a:pt x="195" y="0"/>
                    <a:pt x="0" y="194"/>
                    <a:pt x="0" y="430"/>
                  </a:cubicBezTo>
                  <a:cubicBezTo>
                    <a:pt x="0" y="666"/>
                    <a:pt x="195" y="860"/>
                    <a:pt x="431" y="860"/>
                  </a:cubicBezTo>
                  <a:cubicBezTo>
                    <a:pt x="673" y="860"/>
                    <a:pt x="861" y="666"/>
                    <a:pt x="861" y="430"/>
                  </a:cubicBezTo>
                  <a:cubicBezTo>
                    <a:pt x="861" y="194"/>
                    <a:pt x="673" y="0"/>
                    <a:pt x="431" y="0"/>
                  </a:cubicBezTo>
                  <a:close/>
                </a:path>
              </a:pathLst>
            </a:custGeom>
            <a:solidFill>
              <a:srgbClr val="B8C2C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0601" name="Google Shape;10601;p41"/>
          <p:cNvGrpSpPr/>
          <p:nvPr/>
        </p:nvGrpSpPr>
        <p:grpSpPr>
          <a:xfrm>
            <a:off x="6317360" y="3276808"/>
            <a:ext cx="363217" cy="248590"/>
            <a:chOff x="6317360" y="3276808"/>
            <a:chExt cx="363217" cy="248590"/>
          </a:xfrm>
        </p:grpSpPr>
        <p:sp>
          <p:nvSpPr>
            <p:cNvPr id="10602" name="Google Shape;10602;p41"/>
            <p:cNvSpPr/>
            <p:nvPr/>
          </p:nvSpPr>
          <p:spPr>
            <a:xfrm>
              <a:off x="6568840" y="3420045"/>
              <a:ext cx="77110" cy="49051"/>
            </a:xfrm>
            <a:custGeom>
              <a:rect b="b" l="l" r="r" t="t"/>
              <a:pathLst>
                <a:path extrusionOk="0" h="1867" w="2935">
                  <a:moveTo>
                    <a:pt x="0" y="1"/>
                  </a:moveTo>
                  <a:lnTo>
                    <a:pt x="0" y="1867"/>
                  </a:lnTo>
                  <a:lnTo>
                    <a:pt x="2934" y="1867"/>
                  </a:lnTo>
                  <a:lnTo>
                    <a:pt x="2934" y="1"/>
                  </a:lnTo>
                  <a:close/>
                </a:path>
              </a:pathLst>
            </a:custGeom>
            <a:solidFill>
              <a:srgbClr val="A9BBC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603" name="Google Shape;10603;p41"/>
            <p:cNvSpPr/>
            <p:nvPr/>
          </p:nvSpPr>
          <p:spPr>
            <a:xfrm>
              <a:off x="6568840" y="3444663"/>
              <a:ext cx="77110" cy="24433"/>
            </a:xfrm>
            <a:custGeom>
              <a:rect b="b" l="l" r="r" t="t"/>
              <a:pathLst>
                <a:path extrusionOk="0" h="930" w="2935">
                  <a:moveTo>
                    <a:pt x="0" y="0"/>
                  </a:moveTo>
                  <a:lnTo>
                    <a:pt x="0" y="930"/>
                  </a:lnTo>
                  <a:lnTo>
                    <a:pt x="2934" y="930"/>
                  </a:lnTo>
                  <a:lnTo>
                    <a:pt x="2934" y="0"/>
                  </a:lnTo>
                  <a:close/>
                </a:path>
              </a:pathLst>
            </a:custGeom>
            <a:solidFill>
              <a:srgbClr val="9BAFB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604" name="Google Shape;10604;p41"/>
            <p:cNvSpPr/>
            <p:nvPr/>
          </p:nvSpPr>
          <p:spPr>
            <a:xfrm>
              <a:off x="6626797" y="3387178"/>
              <a:ext cx="53780" cy="114890"/>
            </a:xfrm>
            <a:custGeom>
              <a:rect b="b" l="l" r="r" t="t"/>
              <a:pathLst>
                <a:path extrusionOk="0" h="4373" w="2047">
                  <a:moveTo>
                    <a:pt x="1827" y="1"/>
                  </a:moveTo>
                  <a:cubicBezTo>
                    <a:pt x="1806" y="1"/>
                    <a:pt x="1784" y="4"/>
                    <a:pt x="1762" y="10"/>
                  </a:cubicBezTo>
                  <a:lnTo>
                    <a:pt x="167" y="447"/>
                  </a:lnTo>
                  <a:cubicBezTo>
                    <a:pt x="69" y="475"/>
                    <a:pt x="0" y="558"/>
                    <a:pt x="0" y="662"/>
                  </a:cubicBezTo>
                  <a:lnTo>
                    <a:pt x="0" y="3707"/>
                  </a:lnTo>
                  <a:cubicBezTo>
                    <a:pt x="0" y="3811"/>
                    <a:pt x="69" y="3901"/>
                    <a:pt x="167" y="3922"/>
                  </a:cubicBezTo>
                  <a:lnTo>
                    <a:pt x="1762" y="4366"/>
                  </a:lnTo>
                  <a:cubicBezTo>
                    <a:pt x="1781" y="4371"/>
                    <a:pt x="1800" y="4373"/>
                    <a:pt x="1818" y="4373"/>
                  </a:cubicBezTo>
                  <a:cubicBezTo>
                    <a:pt x="1941" y="4373"/>
                    <a:pt x="2046" y="4277"/>
                    <a:pt x="2046" y="4144"/>
                  </a:cubicBezTo>
                  <a:lnTo>
                    <a:pt x="2046" y="225"/>
                  </a:lnTo>
                  <a:cubicBezTo>
                    <a:pt x="2046" y="96"/>
                    <a:pt x="1946" y="1"/>
                    <a:pt x="1827" y="1"/>
                  </a:cubicBezTo>
                  <a:close/>
                </a:path>
              </a:pathLst>
            </a:custGeom>
            <a:solidFill>
              <a:srgbClr val="CDD8D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605" name="Google Shape;10605;p41"/>
            <p:cNvSpPr/>
            <p:nvPr/>
          </p:nvSpPr>
          <p:spPr>
            <a:xfrm>
              <a:off x="6345051" y="3363743"/>
              <a:ext cx="247855" cy="161655"/>
            </a:xfrm>
            <a:custGeom>
              <a:rect b="b" l="l" r="r" t="t"/>
              <a:pathLst>
                <a:path extrusionOk="0" h="6153" w="9434">
                  <a:moveTo>
                    <a:pt x="320" y="1"/>
                  </a:moveTo>
                  <a:cubicBezTo>
                    <a:pt x="146" y="1"/>
                    <a:pt x="1" y="146"/>
                    <a:pt x="1" y="320"/>
                  </a:cubicBezTo>
                  <a:lnTo>
                    <a:pt x="1" y="5834"/>
                  </a:lnTo>
                  <a:cubicBezTo>
                    <a:pt x="1" y="6014"/>
                    <a:pt x="146" y="6153"/>
                    <a:pt x="320" y="6153"/>
                  </a:cubicBezTo>
                  <a:lnTo>
                    <a:pt x="9115" y="6153"/>
                  </a:lnTo>
                  <a:cubicBezTo>
                    <a:pt x="9288" y="6153"/>
                    <a:pt x="9434" y="6014"/>
                    <a:pt x="9434" y="5834"/>
                  </a:cubicBezTo>
                  <a:lnTo>
                    <a:pt x="9434" y="320"/>
                  </a:lnTo>
                  <a:cubicBezTo>
                    <a:pt x="9434" y="146"/>
                    <a:pt x="9288" y="1"/>
                    <a:pt x="9115" y="1"/>
                  </a:cubicBezTo>
                  <a:close/>
                </a:path>
              </a:pathLst>
            </a:custGeom>
            <a:solidFill>
              <a:srgbClr val="41586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606" name="Google Shape;10606;p41"/>
            <p:cNvSpPr/>
            <p:nvPr/>
          </p:nvSpPr>
          <p:spPr>
            <a:xfrm>
              <a:off x="6345051" y="3363743"/>
              <a:ext cx="247671" cy="161655"/>
            </a:xfrm>
            <a:custGeom>
              <a:rect b="b" l="l" r="r" t="t"/>
              <a:pathLst>
                <a:path extrusionOk="0" h="6153" w="9427">
                  <a:moveTo>
                    <a:pt x="7658" y="1"/>
                  </a:moveTo>
                  <a:cubicBezTo>
                    <a:pt x="7832" y="1"/>
                    <a:pt x="7970" y="146"/>
                    <a:pt x="7970" y="320"/>
                  </a:cubicBezTo>
                  <a:lnTo>
                    <a:pt x="7970" y="5314"/>
                  </a:lnTo>
                  <a:cubicBezTo>
                    <a:pt x="7970" y="5549"/>
                    <a:pt x="7783" y="5744"/>
                    <a:pt x="7547" y="5744"/>
                  </a:cubicBezTo>
                  <a:lnTo>
                    <a:pt x="313" y="5744"/>
                  </a:lnTo>
                  <a:cubicBezTo>
                    <a:pt x="160" y="5744"/>
                    <a:pt x="28" y="5633"/>
                    <a:pt x="1" y="5480"/>
                  </a:cubicBezTo>
                  <a:lnTo>
                    <a:pt x="1" y="5841"/>
                  </a:lnTo>
                  <a:cubicBezTo>
                    <a:pt x="1" y="6014"/>
                    <a:pt x="146" y="6153"/>
                    <a:pt x="320" y="6153"/>
                  </a:cubicBezTo>
                  <a:lnTo>
                    <a:pt x="9115" y="6153"/>
                  </a:lnTo>
                  <a:cubicBezTo>
                    <a:pt x="9288" y="6153"/>
                    <a:pt x="9427" y="6014"/>
                    <a:pt x="9427" y="5841"/>
                  </a:cubicBezTo>
                  <a:lnTo>
                    <a:pt x="9427" y="320"/>
                  </a:lnTo>
                  <a:cubicBezTo>
                    <a:pt x="9427" y="313"/>
                    <a:pt x="9427" y="299"/>
                    <a:pt x="9427" y="292"/>
                  </a:cubicBezTo>
                  <a:cubicBezTo>
                    <a:pt x="9413" y="125"/>
                    <a:pt x="9274" y="1"/>
                    <a:pt x="9115" y="1"/>
                  </a:cubicBezTo>
                  <a:close/>
                </a:path>
              </a:pathLst>
            </a:custGeom>
            <a:solidFill>
              <a:srgbClr val="324B6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607" name="Google Shape;10607;p41"/>
            <p:cNvSpPr/>
            <p:nvPr/>
          </p:nvSpPr>
          <p:spPr>
            <a:xfrm>
              <a:off x="6317360" y="3276808"/>
              <a:ext cx="147993" cy="147835"/>
            </a:xfrm>
            <a:custGeom>
              <a:rect b="b" l="l" r="r" t="t"/>
              <a:pathLst>
                <a:path extrusionOk="0" h="5627" w="5633">
                  <a:moveTo>
                    <a:pt x="2817" y="1"/>
                  </a:moveTo>
                  <a:cubicBezTo>
                    <a:pt x="1263" y="1"/>
                    <a:pt x="0" y="1256"/>
                    <a:pt x="0" y="2810"/>
                  </a:cubicBezTo>
                  <a:cubicBezTo>
                    <a:pt x="0" y="4371"/>
                    <a:pt x="1263" y="5626"/>
                    <a:pt x="2817" y="5626"/>
                  </a:cubicBezTo>
                  <a:cubicBezTo>
                    <a:pt x="4370" y="5626"/>
                    <a:pt x="5633" y="4371"/>
                    <a:pt x="5633" y="2810"/>
                  </a:cubicBezTo>
                  <a:cubicBezTo>
                    <a:pt x="5633" y="1256"/>
                    <a:pt x="4370" y="1"/>
                    <a:pt x="2817" y="1"/>
                  </a:cubicBezTo>
                  <a:close/>
                </a:path>
              </a:pathLst>
            </a:custGeom>
            <a:solidFill>
              <a:srgbClr val="39516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608" name="Google Shape;10608;p41"/>
            <p:cNvSpPr/>
            <p:nvPr/>
          </p:nvSpPr>
          <p:spPr>
            <a:xfrm>
              <a:off x="6339035" y="3298325"/>
              <a:ext cx="133622" cy="126344"/>
            </a:xfrm>
            <a:custGeom>
              <a:rect b="b" l="l" r="r" t="t"/>
              <a:pathLst>
                <a:path extrusionOk="0" h="4809" w="5086">
                  <a:moveTo>
                    <a:pt x="3982" y="0"/>
                  </a:moveTo>
                  <a:lnTo>
                    <a:pt x="1" y="3982"/>
                  </a:lnTo>
                  <a:cubicBezTo>
                    <a:pt x="552" y="4533"/>
                    <a:pt x="1274" y="4809"/>
                    <a:pt x="1994" y="4809"/>
                  </a:cubicBezTo>
                  <a:cubicBezTo>
                    <a:pt x="2715" y="4809"/>
                    <a:pt x="3434" y="4533"/>
                    <a:pt x="3982" y="3982"/>
                  </a:cubicBezTo>
                  <a:cubicBezTo>
                    <a:pt x="5085" y="2886"/>
                    <a:pt x="5085" y="1103"/>
                    <a:pt x="3982" y="0"/>
                  </a:cubicBezTo>
                  <a:close/>
                </a:path>
              </a:pathLst>
            </a:custGeom>
            <a:solidFill>
              <a:srgbClr val="27415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609" name="Google Shape;10609;p41"/>
            <p:cNvSpPr/>
            <p:nvPr/>
          </p:nvSpPr>
          <p:spPr>
            <a:xfrm>
              <a:off x="6505051" y="3446659"/>
              <a:ext cx="54148" cy="54148"/>
            </a:xfrm>
            <a:custGeom>
              <a:rect b="b" l="l" r="r" t="t"/>
              <a:pathLst>
                <a:path extrusionOk="0" h="2061" w="2061">
                  <a:moveTo>
                    <a:pt x="98" y="0"/>
                  </a:moveTo>
                  <a:cubicBezTo>
                    <a:pt x="42" y="0"/>
                    <a:pt x="1" y="42"/>
                    <a:pt x="1" y="98"/>
                  </a:cubicBezTo>
                  <a:lnTo>
                    <a:pt x="1" y="1970"/>
                  </a:lnTo>
                  <a:cubicBezTo>
                    <a:pt x="1" y="2019"/>
                    <a:pt x="42" y="2061"/>
                    <a:pt x="98" y="2061"/>
                  </a:cubicBezTo>
                  <a:lnTo>
                    <a:pt x="1971" y="2061"/>
                  </a:lnTo>
                  <a:cubicBezTo>
                    <a:pt x="2019" y="2061"/>
                    <a:pt x="2061" y="2019"/>
                    <a:pt x="2061" y="1970"/>
                  </a:cubicBezTo>
                  <a:lnTo>
                    <a:pt x="2061" y="98"/>
                  </a:lnTo>
                  <a:cubicBezTo>
                    <a:pt x="2061" y="42"/>
                    <a:pt x="2019" y="0"/>
                    <a:pt x="1971" y="0"/>
                  </a:cubicBezTo>
                  <a:close/>
                </a:path>
              </a:pathLst>
            </a:custGeom>
            <a:solidFill>
              <a:srgbClr val="A9BBC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610" name="Google Shape;10610;p41"/>
            <p:cNvSpPr/>
            <p:nvPr/>
          </p:nvSpPr>
          <p:spPr>
            <a:xfrm>
              <a:off x="6358371" y="3325885"/>
              <a:ext cx="57773" cy="49550"/>
            </a:xfrm>
            <a:custGeom>
              <a:rect b="b" l="l" r="r" t="t"/>
              <a:pathLst>
                <a:path extrusionOk="0" h="1886" w="2199">
                  <a:moveTo>
                    <a:pt x="1251" y="0"/>
                  </a:moveTo>
                  <a:cubicBezTo>
                    <a:pt x="1019" y="0"/>
                    <a:pt x="783" y="86"/>
                    <a:pt x="590" y="276"/>
                  </a:cubicBezTo>
                  <a:cubicBezTo>
                    <a:pt x="0" y="873"/>
                    <a:pt x="416" y="1885"/>
                    <a:pt x="1256" y="1885"/>
                  </a:cubicBezTo>
                  <a:cubicBezTo>
                    <a:pt x="1776" y="1885"/>
                    <a:pt x="2199" y="1462"/>
                    <a:pt x="2199" y="942"/>
                  </a:cubicBezTo>
                  <a:cubicBezTo>
                    <a:pt x="2199" y="374"/>
                    <a:pt x="1735" y="0"/>
                    <a:pt x="1251" y="0"/>
                  </a:cubicBezTo>
                  <a:close/>
                </a:path>
              </a:pathLst>
            </a:custGeom>
            <a:solidFill>
              <a:srgbClr val="CDD8D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611" name="Google Shape;10611;p41"/>
            <p:cNvSpPr/>
            <p:nvPr/>
          </p:nvSpPr>
          <p:spPr>
            <a:xfrm>
              <a:off x="6484821" y="3293937"/>
              <a:ext cx="113734" cy="113576"/>
            </a:xfrm>
            <a:custGeom>
              <a:rect b="b" l="l" r="r" t="t"/>
              <a:pathLst>
                <a:path extrusionOk="0" h="4323" w="4329">
                  <a:moveTo>
                    <a:pt x="2165" y="1"/>
                  </a:moveTo>
                  <a:cubicBezTo>
                    <a:pt x="972" y="1"/>
                    <a:pt x="1" y="965"/>
                    <a:pt x="1" y="2158"/>
                  </a:cubicBezTo>
                  <a:cubicBezTo>
                    <a:pt x="1" y="3351"/>
                    <a:pt x="972" y="4322"/>
                    <a:pt x="2165" y="4322"/>
                  </a:cubicBezTo>
                  <a:cubicBezTo>
                    <a:pt x="3358" y="4322"/>
                    <a:pt x="4329" y="3351"/>
                    <a:pt x="4329" y="2158"/>
                  </a:cubicBezTo>
                  <a:cubicBezTo>
                    <a:pt x="4329" y="965"/>
                    <a:pt x="3358" y="1"/>
                    <a:pt x="2165" y="1"/>
                  </a:cubicBezTo>
                  <a:close/>
                </a:path>
              </a:pathLst>
            </a:custGeom>
            <a:solidFill>
              <a:srgbClr val="39516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612" name="Google Shape;10612;p41"/>
            <p:cNvSpPr/>
            <p:nvPr/>
          </p:nvSpPr>
          <p:spPr>
            <a:xfrm>
              <a:off x="6501583" y="3310541"/>
              <a:ext cx="102463" cy="96919"/>
            </a:xfrm>
            <a:custGeom>
              <a:rect b="b" l="l" r="r" t="t"/>
              <a:pathLst>
                <a:path extrusionOk="0" h="3689" w="3900">
                  <a:moveTo>
                    <a:pt x="3053" y="0"/>
                  </a:moveTo>
                  <a:lnTo>
                    <a:pt x="1" y="3059"/>
                  </a:lnTo>
                  <a:cubicBezTo>
                    <a:pt x="421" y="3479"/>
                    <a:pt x="974" y="3688"/>
                    <a:pt x="1527" y="3688"/>
                  </a:cubicBezTo>
                  <a:cubicBezTo>
                    <a:pt x="2080" y="3688"/>
                    <a:pt x="2633" y="3479"/>
                    <a:pt x="3053" y="3059"/>
                  </a:cubicBezTo>
                  <a:cubicBezTo>
                    <a:pt x="3899" y="2213"/>
                    <a:pt x="3899" y="846"/>
                    <a:pt x="3053" y="0"/>
                  </a:cubicBezTo>
                  <a:close/>
                </a:path>
              </a:pathLst>
            </a:custGeom>
            <a:solidFill>
              <a:srgbClr val="27415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613" name="Google Shape;10613;p41"/>
            <p:cNvSpPr/>
            <p:nvPr/>
          </p:nvSpPr>
          <p:spPr>
            <a:xfrm>
              <a:off x="6521445" y="3335448"/>
              <a:ext cx="35389" cy="30502"/>
            </a:xfrm>
            <a:custGeom>
              <a:rect b="b" l="l" r="r" t="t"/>
              <a:pathLst>
                <a:path extrusionOk="0" h="1161" w="1347">
                  <a:moveTo>
                    <a:pt x="766" y="0"/>
                  </a:moveTo>
                  <a:cubicBezTo>
                    <a:pt x="625" y="0"/>
                    <a:pt x="480" y="53"/>
                    <a:pt x="362" y="169"/>
                  </a:cubicBezTo>
                  <a:cubicBezTo>
                    <a:pt x="1" y="536"/>
                    <a:pt x="258" y="1161"/>
                    <a:pt x="771" y="1161"/>
                  </a:cubicBezTo>
                  <a:cubicBezTo>
                    <a:pt x="1090" y="1161"/>
                    <a:pt x="1347" y="897"/>
                    <a:pt x="1347" y="578"/>
                  </a:cubicBezTo>
                  <a:cubicBezTo>
                    <a:pt x="1347" y="230"/>
                    <a:pt x="1063" y="0"/>
                    <a:pt x="766" y="0"/>
                  </a:cubicBezTo>
                  <a:close/>
                </a:path>
              </a:pathLst>
            </a:custGeom>
            <a:solidFill>
              <a:srgbClr val="CDD8D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614" name="Google Shape;10614;p41"/>
            <p:cNvSpPr/>
            <p:nvPr/>
          </p:nvSpPr>
          <p:spPr>
            <a:xfrm>
              <a:off x="6413071" y="3305234"/>
              <a:ext cx="25800" cy="21806"/>
            </a:xfrm>
            <a:custGeom>
              <a:rect b="b" l="l" r="r" t="t"/>
              <a:pathLst>
                <a:path extrusionOk="0" h="830" w="982">
                  <a:moveTo>
                    <a:pt x="693" y="1"/>
                  </a:moveTo>
                  <a:cubicBezTo>
                    <a:pt x="647" y="1"/>
                    <a:pt x="599" y="17"/>
                    <a:pt x="554" y="56"/>
                  </a:cubicBezTo>
                  <a:lnTo>
                    <a:pt x="131" y="480"/>
                  </a:lnTo>
                  <a:cubicBezTo>
                    <a:pt x="1" y="631"/>
                    <a:pt x="133" y="830"/>
                    <a:pt x="293" y="830"/>
                  </a:cubicBezTo>
                  <a:cubicBezTo>
                    <a:pt x="338" y="830"/>
                    <a:pt x="385" y="814"/>
                    <a:pt x="429" y="778"/>
                  </a:cubicBezTo>
                  <a:lnTo>
                    <a:pt x="852" y="348"/>
                  </a:lnTo>
                  <a:cubicBezTo>
                    <a:pt x="981" y="197"/>
                    <a:pt x="852" y="1"/>
                    <a:pt x="693" y="1"/>
                  </a:cubicBezTo>
                  <a:close/>
                </a:path>
              </a:pathLst>
            </a:custGeom>
            <a:solidFill>
              <a:srgbClr val="203B5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615" name="Google Shape;10615;p41"/>
            <p:cNvSpPr/>
            <p:nvPr/>
          </p:nvSpPr>
          <p:spPr>
            <a:xfrm>
              <a:off x="6343869" y="3373779"/>
              <a:ext cx="26956" cy="22358"/>
            </a:xfrm>
            <a:custGeom>
              <a:rect b="b" l="l" r="r" t="t"/>
              <a:pathLst>
                <a:path extrusionOk="0" h="851" w="1026">
                  <a:moveTo>
                    <a:pt x="712" y="1"/>
                  </a:moveTo>
                  <a:cubicBezTo>
                    <a:pt x="660" y="1"/>
                    <a:pt x="606" y="23"/>
                    <a:pt x="559" y="76"/>
                  </a:cubicBezTo>
                  <a:lnTo>
                    <a:pt x="136" y="499"/>
                  </a:lnTo>
                  <a:cubicBezTo>
                    <a:pt x="1" y="656"/>
                    <a:pt x="135" y="850"/>
                    <a:pt x="292" y="850"/>
                  </a:cubicBezTo>
                  <a:cubicBezTo>
                    <a:pt x="337" y="850"/>
                    <a:pt x="384" y="835"/>
                    <a:pt x="427" y="798"/>
                  </a:cubicBezTo>
                  <a:lnTo>
                    <a:pt x="857" y="375"/>
                  </a:lnTo>
                  <a:cubicBezTo>
                    <a:pt x="1026" y="222"/>
                    <a:pt x="878" y="1"/>
                    <a:pt x="712" y="1"/>
                  </a:cubicBezTo>
                  <a:close/>
                </a:path>
              </a:pathLst>
            </a:custGeom>
            <a:solidFill>
              <a:srgbClr val="203B5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616" name="Google Shape;10616;p41"/>
            <p:cNvSpPr/>
            <p:nvPr/>
          </p:nvSpPr>
          <p:spPr>
            <a:xfrm>
              <a:off x="6412072" y="3373779"/>
              <a:ext cx="27823" cy="22962"/>
            </a:xfrm>
            <a:custGeom>
              <a:rect b="b" l="l" r="r" t="t"/>
              <a:pathLst>
                <a:path extrusionOk="0" h="874" w="1059">
                  <a:moveTo>
                    <a:pt x="311" y="1"/>
                  </a:moveTo>
                  <a:cubicBezTo>
                    <a:pt x="144" y="1"/>
                    <a:pt x="0" y="222"/>
                    <a:pt x="169" y="375"/>
                  </a:cubicBezTo>
                  <a:lnTo>
                    <a:pt x="592" y="798"/>
                  </a:lnTo>
                  <a:cubicBezTo>
                    <a:pt x="640" y="851"/>
                    <a:pt x="695" y="873"/>
                    <a:pt x="748" y="873"/>
                  </a:cubicBezTo>
                  <a:cubicBezTo>
                    <a:pt x="915" y="873"/>
                    <a:pt x="1059" y="652"/>
                    <a:pt x="890" y="499"/>
                  </a:cubicBezTo>
                  <a:lnTo>
                    <a:pt x="467" y="76"/>
                  </a:lnTo>
                  <a:cubicBezTo>
                    <a:pt x="419" y="23"/>
                    <a:pt x="363" y="1"/>
                    <a:pt x="311" y="1"/>
                  </a:cubicBezTo>
                  <a:close/>
                </a:path>
              </a:pathLst>
            </a:custGeom>
            <a:solidFill>
              <a:srgbClr val="203B5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617" name="Google Shape;10617;p41"/>
            <p:cNvSpPr/>
            <p:nvPr/>
          </p:nvSpPr>
          <p:spPr>
            <a:xfrm>
              <a:off x="6342870" y="3304656"/>
              <a:ext cx="27980" cy="22988"/>
            </a:xfrm>
            <a:custGeom>
              <a:rect b="b" l="l" r="r" t="t"/>
              <a:pathLst>
                <a:path extrusionOk="0" h="875" w="1065">
                  <a:moveTo>
                    <a:pt x="310" y="0"/>
                  </a:moveTo>
                  <a:cubicBezTo>
                    <a:pt x="145" y="0"/>
                    <a:pt x="1" y="223"/>
                    <a:pt x="174" y="370"/>
                  </a:cubicBezTo>
                  <a:lnTo>
                    <a:pt x="597" y="800"/>
                  </a:lnTo>
                  <a:cubicBezTo>
                    <a:pt x="643" y="853"/>
                    <a:pt x="697" y="874"/>
                    <a:pt x="749" y="874"/>
                  </a:cubicBezTo>
                  <a:cubicBezTo>
                    <a:pt x="915" y="874"/>
                    <a:pt x="1064" y="650"/>
                    <a:pt x="895" y="502"/>
                  </a:cubicBezTo>
                  <a:lnTo>
                    <a:pt x="465" y="78"/>
                  </a:lnTo>
                  <a:cubicBezTo>
                    <a:pt x="418" y="23"/>
                    <a:pt x="363" y="0"/>
                    <a:pt x="310" y="0"/>
                  </a:cubicBezTo>
                  <a:close/>
                </a:path>
              </a:pathLst>
            </a:custGeom>
            <a:solidFill>
              <a:srgbClr val="203B5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618" name="Google Shape;10618;p41"/>
            <p:cNvSpPr/>
            <p:nvPr/>
          </p:nvSpPr>
          <p:spPr>
            <a:xfrm>
              <a:off x="6557727" y="3315402"/>
              <a:ext cx="21754" cy="17392"/>
            </a:xfrm>
            <a:custGeom>
              <a:rect b="b" l="l" r="r" t="t"/>
              <a:pathLst>
                <a:path extrusionOk="0" h="662" w="828">
                  <a:moveTo>
                    <a:pt x="516" y="0"/>
                  </a:moveTo>
                  <a:cubicBezTo>
                    <a:pt x="463" y="0"/>
                    <a:pt x="408" y="23"/>
                    <a:pt x="361" y="79"/>
                  </a:cubicBezTo>
                  <a:lnTo>
                    <a:pt x="132" y="308"/>
                  </a:lnTo>
                  <a:cubicBezTo>
                    <a:pt x="0" y="439"/>
                    <a:pt x="90" y="661"/>
                    <a:pt x="278" y="661"/>
                  </a:cubicBezTo>
                  <a:cubicBezTo>
                    <a:pt x="333" y="661"/>
                    <a:pt x="389" y="641"/>
                    <a:pt x="430" y="599"/>
                  </a:cubicBezTo>
                  <a:lnTo>
                    <a:pt x="659" y="370"/>
                  </a:lnTo>
                  <a:cubicBezTo>
                    <a:pt x="827" y="223"/>
                    <a:pt x="681" y="0"/>
                    <a:pt x="516" y="0"/>
                  </a:cubicBezTo>
                  <a:close/>
                </a:path>
              </a:pathLst>
            </a:custGeom>
            <a:solidFill>
              <a:srgbClr val="203B5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619" name="Google Shape;10619;p41"/>
            <p:cNvSpPr/>
            <p:nvPr/>
          </p:nvSpPr>
          <p:spPr>
            <a:xfrm>
              <a:off x="6504945" y="3368761"/>
              <a:ext cx="20676" cy="16683"/>
            </a:xfrm>
            <a:custGeom>
              <a:rect b="b" l="l" r="r" t="t"/>
              <a:pathLst>
                <a:path extrusionOk="0" h="635" w="787">
                  <a:moveTo>
                    <a:pt x="494" y="0"/>
                  </a:moveTo>
                  <a:cubicBezTo>
                    <a:pt x="449" y="0"/>
                    <a:pt x="402" y="16"/>
                    <a:pt x="358" y="52"/>
                  </a:cubicBezTo>
                  <a:lnTo>
                    <a:pt x="130" y="288"/>
                  </a:lnTo>
                  <a:cubicBezTo>
                    <a:pt x="1" y="439"/>
                    <a:pt x="130" y="635"/>
                    <a:pt x="288" y="635"/>
                  </a:cubicBezTo>
                  <a:cubicBezTo>
                    <a:pt x="334" y="635"/>
                    <a:pt x="383" y="618"/>
                    <a:pt x="428" y="579"/>
                  </a:cubicBezTo>
                  <a:lnTo>
                    <a:pt x="657" y="351"/>
                  </a:lnTo>
                  <a:cubicBezTo>
                    <a:pt x="787" y="199"/>
                    <a:pt x="654" y="0"/>
                    <a:pt x="494" y="0"/>
                  </a:cubicBezTo>
                  <a:close/>
                </a:path>
              </a:pathLst>
            </a:custGeom>
            <a:solidFill>
              <a:srgbClr val="203B5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620" name="Google Shape;10620;p41"/>
            <p:cNvSpPr/>
            <p:nvPr/>
          </p:nvSpPr>
          <p:spPr>
            <a:xfrm>
              <a:off x="6557753" y="3368761"/>
              <a:ext cx="20703" cy="16683"/>
            </a:xfrm>
            <a:custGeom>
              <a:rect b="b" l="l" r="r" t="t"/>
              <a:pathLst>
                <a:path extrusionOk="0" h="635" w="788">
                  <a:moveTo>
                    <a:pt x="294" y="0"/>
                  </a:moveTo>
                  <a:cubicBezTo>
                    <a:pt x="133" y="0"/>
                    <a:pt x="1" y="199"/>
                    <a:pt x="131" y="351"/>
                  </a:cubicBezTo>
                  <a:lnTo>
                    <a:pt x="360" y="579"/>
                  </a:lnTo>
                  <a:cubicBezTo>
                    <a:pt x="405" y="618"/>
                    <a:pt x="454" y="635"/>
                    <a:pt x="500" y="635"/>
                  </a:cubicBezTo>
                  <a:cubicBezTo>
                    <a:pt x="658" y="635"/>
                    <a:pt x="787" y="439"/>
                    <a:pt x="658" y="288"/>
                  </a:cubicBezTo>
                  <a:lnTo>
                    <a:pt x="429" y="52"/>
                  </a:lnTo>
                  <a:cubicBezTo>
                    <a:pt x="385" y="16"/>
                    <a:pt x="338" y="0"/>
                    <a:pt x="294" y="0"/>
                  </a:cubicBezTo>
                  <a:close/>
                </a:path>
              </a:pathLst>
            </a:custGeom>
            <a:solidFill>
              <a:srgbClr val="203B5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621" name="Google Shape;10621;p41"/>
            <p:cNvSpPr/>
            <p:nvPr/>
          </p:nvSpPr>
          <p:spPr>
            <a:xfrm>
              <a:off x="6504945" y="3316006"/>
              <a:ext cx="20808" cy="16604"/>
            </a:xfrm>
            <a:custGeom>
              <a:rect b="b" l="l" r="r" t="t"/>
              <a:pathLst>
                <a:path extrusionOk="0" h="632" w="792">
                  <a:moveTo>
                    <a:pt x="291" y="0"/>
                  </a:moveTo>
                  <a:cubicBezTo>
                    <a:pt x="134" y="0"/>
                    <a:pt x="1" y="197"/>
                    <a:pt x="130" y="347"/>
                  </a:cubicBezTo>
                  <a:lnTo>
                    <a:pt x="358" y="576"/>
                  </a:lnTo>
                  <a:cubicBezTo>
                    <a:pt x="404" y="615"/>
                    <a:pt x="452" y="631"/>
                    <a:pt x="499" y="631"/>
                  </a:cubicBezTo>
                  <a:cubicBezTo>
                    <a:pt x="659" y="631"/>
                    <a:pt x="791" y="435"/>
                    <a:pt x="657" y="285"/>
                  </a:cubicBezTo>
                  <a:lnTo>
                    <a:pt x="428" y="56"/>
                  </a:lnTo>
                  <a:cubicBezTo>
                    <a:pt x="384" y="17"/>
                    <a:pt x="337" y="0"/>
                    <a:pt x="291" y="0"/>
                  </a:cubicBezTo>
                  <a:close/>
                </a:path>
              </a:pathLst>
            </a:custGeom>
            <a:solidFill>
              <a:srgbClr val="203B5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622" name="Google Shape;10622;p41"/>
            <p:cNvSpPr/>
            <p:nvPr/>
          </p:nvSpPr>
          <p:spPr>
            <a:xfrm>
              <a:off x="6367094" y="3441168"/>
              <a:ext cx="105931" cy="11008"/>
            </a:xfrm>
            <a:custGeom>
              <a:rect b="b" l="l" r="r" t="t"/>
              <a:pathLst>
                <a:path extrusionOk="0" h="419" w="4032">
                  <a:moveTo>
                    <a:pt x="273" y="1"/>
                  </a:moveTo>
                  <a:cubicBezTo>
                    <a:pt x="1" y="1"/>
                    <a:pt x="1" y="418"/>
                    <a:pt x="273" y="418"/>
                  </a:cubicBezTo>
                  <a:cubicBezTo>
                    <a:pt x="279" y="418"/>
                    <a:pt x="286" y="418"/>
                    <a:pt x="292" y="418"/>
                  </a:cubicBezTo>
                  <a:lnTo>
                    <a:pt x="3740" y="418"/>
                  </a:lnTo>
                  <a:cubicBezTo>
                    <a:pt x="3746" y="418"/>
                    <a:pt x="3753" y="418"/>
                    <a:pt x="3759" y="418"/>
                  </a:cubicBezTo>
                  <a:cubicBezTo>
                    <a:pt x="4031" y="418"/>
                    <a:pt x="4031" y="1"/>
                    <a:pt x="3759" y="1"/>
                  </a:cubicBezTo>
                  <a:cubicBezTo>
                    <a:pt x="3753" y="1"/>
                    <a:pt x="3746" y="1"/>
                    <a:pt x="3740" y="1"/>
                  </a:cubicBezTo>
                  <a:lnTo>
                    <a:pt x="292" y="1"/>
                  </a:lnTo>
                  <a:cubicBezTo>
                    <a:pt x="286" y="1"/>
                    <a:pt x="279" y="1"/>
                    <a:pt x="273" y="1"/>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623" name="Google Shape;10623;p41"/>
            <p:cNvSpPr/>
            <p:nvPr/>
          </p:nvSpPr>
          <p:spPr>
            <a:xfrm>
              <a:off x="6368013" y="3495290"/>
              <a:ext cx="105011" cy="11008"/>
            </a:xfrm>
            <a:custGeom>
              <a:rect b="b" l="l" r="r" t="t"/>
              <a:pathLst>
                <a:path extrusionOk="0" h="419" w="3997">
                  <a:moveTo>
                    <a:pt x="3724" y="1"/>
                  </a:moveTo>
                  <a:cubicBezTo>
                    <a:pt x="3718" y="1"/>
                    <a:pt x="3711" y="1"/>
                    <a:pt x="3705" y="1"/>
                  </a:cubicBezTo>
                  <a:lnTo>
                    <a:pt x="257" y="1"/>
                  </a:lnTo>
                  <a:cubicBezTo>
                    <a:pt x="1" y="22"/>
                    <a:pt x="1" y="404"/>
                    <a:pt x="257" y="418"/>
                  </a:cubicBezTo>
                  <a:lnTo>
                    <a:pt x="3705" y="418"/>
                  </a:lnTo>
                  <a:cubicBezTo>
                    <a:pt x="3711" y="418"/>
                    <a:pt x="3718" y="418"/>
                    <a:pt x="3724" y="418"/>
                  </a:cubicBezTo>
                  <a:cubicBezTo>
                    <a:pt x="3996" y="418"/>
                    <a:pt x="3996" y="1"/>
                    <a:pt x="3724" y="1"/>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624" name="Google Shape;10624;p41"/>
            <p:cNvSpPr/>
            <p:nvPr/>
          </p:nvSpPr>
          <p:spPr>
            <a:xfrm>
              <a:off x="6367094" y="3468334"/>
              <a:ext cx="105931" cy="10982"/>
            </a:xfrm>
            <a:custGeom>
              <a:rect b="b" l="l" r="r" t="t"/>
              <a:pathLst>
                <a:path extrusionOk="0" h="418" w="4032">
                  <a:moveTo>
                    <a:pt x="273" y="0"/>
                  </a:moveTo>
                  <a:cubicBezTo>
                    <a:pt x="1" y="0"/>
                    <a:pt x="1" y="418"/>
                    <a:pt x="273" y="418"/>
                  </a:cubicBezTo>
                  <a:cubicBezTo>
                    <a:pt x="279" y="418"/>
                    <a:pt x="286" y="418"/>
                    <a:pt x="292" y="417"/>
                  </a:cubicBezTo>
                  <a:lnTo>
                    <a:pt x="3740" y="417"/>
                  </a:lnTo>
                  <a:cubicBezTo>
                    <a:pt x="3746" y="418"/>
                    <a:pt x="3753" y="418"/>
                    <a:pt x="3759" y="418"/>
                  </a:cubicBezTo>
                  <a:cubicBezTo>
                    <a:pt x="4031" y="418"/>
                    <a:pt x="4031" y="0"/>
                    <a:pt x="3759" y="0"/>
                  </a:cubicBezTo>
                  <a:cubicBezTo>
                    <a:pt x="3753" y="0"/>
                    <a:pt x="3746" y="0"/>
                    <a:pt x="3740" y="1"/>
                  </a:cubicBezTo>
                  <a:lnTo>
                    <a:pt x="292" y="1"/>
                  </a:lnTo>
                  <a:cubicBezTo>
                    <a:pt x="286" y="0"/>
                    <a:pt x="279" y="0"/>
                    <a:pt x="273" y="0"/>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625" name="Google Shape;10625;p41"/>
            <p:cNvSpPr/>
            <p:nvPr/>
          </p:nvSpPr>
          <p:spPr>
            <a:xfrm>
              <a:off x="6532216" y="3446659"/>
              <a:ext cx="27166" cy="54148"/>
            </a:xfrm>
            <a:custGeom>
              <a:rect b="b" l="l" r="r" t="t"/>
              <a:pathLst>
                <a:path extrusionOk="0" h="2061" w="1034">
                  <a:moveTo>
                    <a:pt x="0" y="0"/>
                  </a:moveTo>
                  <a:lnTo>
                    <a:pt x="0" y="2061"/>
                  </a:lnTo>
                  <a:lnTo>
                    <a:pt x="937" y="2061"/>
                  </a:lnTo>
                  <a:cubicBezTo>
                    <a:pt x="985" y="2061"/>
                    <a:pt x="1034" y="2019"/>
                    <a:pt x="1034" y="1970"/>
                  </a:cubicBezTo>
                  <a:lnTo>
                    <a:pt x="1034" y="98"/>
                  </a:lnTo>
                  <a:cubicBezTo>
                    <a:pt x="1034" y="42"/>
                    <a:pt x="985" y="0"/>
                    <a:pt x="937" y="0"/>
                  </a:cubicBezTo>
                  <a:close/>
                </a:path>
              </a:pathLst>
            </a:custGeom>
            <a:solidFill>
              <a:srgbClr val="9BAFB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626" name="Google Shape;10626;p41"/>
            <p:cNvSpPr/>
            <p:nvPr/>
          </p:nvSpPr>
          <p:spPr>
            <a:xfrm>
              <a:off x="6626797" y="3444663"/>
              <a:ext cx="53780" cy="57458"/>
            </a:xfrm>
            <a:custGeom>
              <a:rect b="b" l="l" r="r" t="t"/>
              <a:pathLst>
                <a:path extrusionOk="0" h="2187" w="2047">
                  <a:moveTo>
                    <a:pt x="0" y="0"/>
                  </a:moveTo>
                  <a:lnTo>
                    <a:pt x="0" y="1526"/>
                  </a:lnTo>
                  <a:cubicBezTo>
                    <a:pt x="0" y="1623"/>
                    <a:pt x="69" y="1713"/>
                    <a:pt x="167" y="1741"/>
                  </a:cubicBezTo>
                  <a:lnTo>
                    <a:pt x="1762" y="2178"/>
                  </a:lnTo>
                  <a:cubicBezTo>
                    <a:pt x="1783" y="2184"/>
                    <a:pt x="1804" y="2187"/>
                    <a:pt x="1824" y="2187"/>
                  </a:cubicBezTo>
                  <a:cubicBezTo>
                    <a:pt x="1945" y="2187"/>
                    <a:pt x="2046" y="2088"/>
                    <a:pt x="2046" y="1963"/>
                  </a:cubicBezTo>
                  <a:lnTo>
                    <a:pt x="2046" y="0"/>
                  </a:lnTo>
                  <a:close/>
                </a:path>
              </a:pathLst>
            </a:custGeom>
            <a:solidFill>
              <a:srgbClr val="BFCCD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627" name="Google Shape;10627;p41"/>
            <p:cNvSpPr/>
            <p:nvPr/>
          </p:nvSpPr>
          <p:spPr>
            <a:xfrm>
              <a:off x="6391343" y="3325832"/>
              <a:ext cx="24801" cy="49602"/>
            </a:xfrm>
            <a:custGeom>
              <a:rect b="b" l="l" r="r" t="t"/>
              <a:pathLst>
                <a:path extrusionOk="0" h="1888" w="944">
                  <a:moveTo>
                    <a:pt x="1" y="1"/>
                  </a:moveTo>
                  <a:lnTo>
                    <a:pt x="1" y="1887"/>
                  </a:lnTo>
                  <a:cubicBezTo>
                    <a:pt x="521" y="1887"/>
                    <a:pt x="944" y="1464"/>
                    <a:pt x="944" y="944"/>
                  </a:cubicBezTo>
                  <a:cubicBezTo>
                    <a:pt x="944" y="424"/>
                    <a:pt x="521" y="1"/>
                    <a:pt x="1" y="1"/>
                  </a:cubicBezTo>
                  <a:close/>
                </a:path>
              </a:pathLst>
            </a:custGeom>
            <a:solidFill>
              <a:srgbClr val="BFCCD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628" name="Google Shape;10628;p41"/>
            <p:cNvSpPr/>
            <p:nvPr/>
          </p:nvSpPr>
          <p:spPr>
            <a:xfrm>
              <a:off x="6541674" y="3335500"/>
              <a:ext cx="14608" cy="30450"/>
            </a:xfrm>
            <a:custGeom>
              <a:rect b="b" l="l" r="r" t="t"/>
              <a:pathLst>
                <a:path extrusionOk="0" h="1159" w="556">
                  <a:moveTo>
                    <a:pt x="1" y="0"/>
                  </a:moveTo>
                  <a:lnTo>
                    <a:pt x="1" y="1159"/>
                  </a:lnTo>
                  <a:cubicBezTo>
                    <a:pt x="313" y="1145"/>
                    <a:pt x="556" y="888"/>
                    <a:pt x="556" y="576"/>
                  </a:cubicBezTo>
                  <a:cubicBezTo>
                    <a:pt x="556" y="271"/>
                    <a:pt x="313" y="14"/>
                    <a:pt x="1" y="0"/>
                  </a:cubicBezTo>
                  <a:close/>
                </a:path>
              </a:pathLst>
            </a:custGeom>
            <a:solidFill>
              <a:srgbClr val="BFCCD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0629" name="Google Shape;10629;p41"/>
          <p:cNvGrpSpPr/>
          <p:nvPr/>
        </p:nvGrpSpPr>
        <p:grpSpPr>
          <a:xfrm>
            <a:off x="5084391" y="4183682"/>
            <a:ext cx="504064" cy="325595"/>
            <a:chOff x="5084391" y="4183682"/>
            <a:chExt cx="504064" cy="325595"/>
          </a:xfrm>
        </p:grpSpPr>
        <p:sp>
          <p:nvSpPr>
            <p:cNvPr id="10630" name="Google Shape;10630;p41"/>
            <p:cNvSpPr/>
            <p:nvPr/>
          </p:nvSpPr>
          <p:spPr>
            <a:xfrm>
              <a:off x="5209948" y="4186887"/>
              <a:ext cx="186981" cy="137957"/>
            </a:xfrm>
            <a:custGeom>
              <a:rect b="b" l="l" r="r" t="t"/>
              <a:pathLst>
                <a:path extrusionOk="0" h="5251" w="7117">
                  <a:moveTo>
                    <a:pt x="250" y="0"/>
                  </a:moveTo>
                  <a:cubicBezTo>
                    <a:pt x="90" y="0"/>
                    <a:pt x="0" y="188"/>
                    <a:pt x="97" y="312"/>
                  </a:cubicBezTo>
                  <a:lnTo>
                    <a:pt x="3954" y="5251"/>
                  </a:lnTo>
                  <a:lnTo>
                    <a:pt x="7117" y="5251"/>
                  </a:lnTo>
                  <a:lnTo>
                    <a:pt x="2275" y="631"/>
                  </a:lnTo>
                  <a:cubicBezTo>
                    <a:pt x="1845" y="229"/>
                    <a:pt x="1276" y="0"/>
                    <a:pt x="687" y="0"/>
                  </a:cubicBezTo>
                  <a:close/>
                </a:path>
              </a:pathLst>
            </a:custGeom>
            <a:solidFill>
              <a:srgbClr val="9BABB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631" name="Google Shape;10631;p41"/>
            <p:cNvSpPr/>
            <p:nvPr/>
          </p:nvSpPr>
          <p:spPr>
            <a:xfrm>
              <a:off x="5212680" y="4186887"/>
              <a:ext cx="184249" cy="137957"/>
            </a:xfrm>
            <a:custGeom>
              <a:rect b="b" l="l" r="r" t="t"/>
              <a:pathLst>
                <a:path extrusionOk="0" h="5251" w="7013">
                  <a:moveTo>
                    <a:pt x="153" y="0"/>
                  </a:moveTo>
                  <a:cubicBezTo>
                    <a:pt x="90" y="0"/>
                    <a:pt x="35" y="28"/>
                    <a:pt x="0" y="77"/>
                  </a:cubicBezTo>
                  <a:cubicBezTo>
                    <a:pt x="382" y="174"/>
                    <a:pt x="729" y="361"/>
                    <a:pt x="1020" y="631"/>
                  </a:cubicBezTo>
                  <a:lnTo>
                    <a:pt x="5861" y="5251"/>
                  </a:lnTo>
                  <a:lnTo>
                    <a:pt x="7013" y="5251"/>
                  </a:lnTo>
                  <a:lnTo>
                    <a:pt x="2178" y="631"/>
                  </a:lnTo>
                  <a:cubicBezTo>
                    <a:pt x="1748" y="229"/>
                    <a:pt x="1179" y="0"/>
                    <a:pt x="583" y="0"/>
                  </a:cubicBezTo>
                  <a:close/>
                </a:path>
              </a:pathLst>
            </a:custGeom>
            <a:solidFill>
              <a:srgbClr val="748B9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632" name="Google Shape;10632;p41"/>
            <p:cNvSpPr/>
            <p:nvPr/>
          </p:nvSpPr>
          <p:spPr>
            <a:xfrm>
              <a:off x="5084391" y="4236069"/>
              <a:ext cx="504064" cy="145103"/>
            </a:xfrm>
            <a:custGeom>
              <a:rect b="b" l="l" r="r" t="t"/>
              <a:pathLst>
                <a:path extrusionOk="0" h="5523" w="19186">
                  <a:moveTo>
                    <a:pt x="1060" y="1"/>
                  </a:moveTo>
                  <a:cubicBezTo>
                    <a:pt x="1053" y="1"/>
                    <a:pt x="1047" y="1"/>
                    <a:pt x="1041" y="1"/>
                  </a:cubicBezTo>
                  <a:lnTo>
                    <a:pt x="194" y="1"/>
                  </a:lnTo>
                  <a:cubicBezTo>
                    <a:pt x="90" y="1"/>
                    <a:pt x="0" y="84"/>
                    <a:pt x="0" y="195"/>
                  </a:cubicBezTo>
                  <a:lnTo>
                    <a:pt x="0" y="4731"/>
                  </a:lnTo>
                  <a:cubicBezTo>
                    <a:pt x="0" y="5162"/>
                    <a:pt x="354" y="5515"/>
                    <a:pt x="791" y="5522"/>
                  </a:cubicBezTo>
                  <a:lnTo>
                    <a:pt x="19026" y="5522"/>
                  </a:lnTo>
                  <a:cubicBezTo>
                    <a:pt x="19116" y="5522"/>
                    <a:pt x="19186" y="5453"/>
                    <a:pt x="19186" y="5363"/>
                  </a:cubicBezTo>
                  <a:lnTo>
                    <a:pt x="19186" y="5356"/>
                  </a:lnTo>
                  <a:cubicBezTo>
                    <a:pt x="19186" y="5155"/>
                    <a:pt x="19109" y="4953"/>
                    <a:pt x="18964" y="4815"/>
                  </a:cubicBezTo>
                  <a:lnTo>
                    <a:pt x="18520" y="4364"/>
                  </a:lnTo>
                  <a:lnTo>
                    <a:pt x="17847" y="3691"/>
                  </a:lnTo>
                  <a:cubicBezTo>
                    <a:pt x="17417" y="3254"/>
                    <a:pt x="16827" y="3011"/>
                    <a:pt x="16217" y="3011"/>
                  </a:cubicBezTo>
                  <a:lnTo>
                    <a:pt x="3669" y="3011"/>
                  </a:lnTo>
                  <a:cubicBezTo>
                    <a:pt x="3392" y="3011"/>
                    <a:pt x="3142" y="2866"/>
                    <a:pt x="3004" y="2623"/>
                  </a:cubicBezTo>
                  <a:lnTo>
                    <a:pt x="1713" y="382"/>
                  </a:lnTo>
                  <a:cubicBezTo>
                    <a:pt x="1578" y="145"/>
                    <a:pt x="1330" y="1"/>
                    <a:pt x="1060" y="1"/>
                  </a:cubicBezTo>
                  <a:close/>
                </a:path>
              </a:pathLst>
            </a:custGeom>
            <a:solidFill>
              <a:srgbClr val="C1CFD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633" name="Google Shape;10633;p41"/>
            <p:cNvSpPr/>
            <p:nvPr/>
          </p:nvSpPr>
          <p:spPr>
            <a:xfrm>
              <a:off x="5209948" y="4348148"/>
              <a:ext cx="209050" cy="161129"/>
            </a:xfrm>
            <a:custGeom>
              <a:rect b="b" l="l" r="r" t="t"/>
              <a:pathLst>
                <a:path extrusionOk="0" h="6133" w="7957">
                  <a:moveTo>
                    <a:pt x="4738" y="1"/>
                  </a:moveTo>
                  <a:cubicBezTo>
                    <a:pt x="4675" y="1"/>
                    <a:pt x="4620" y="28"/>
                    <a:pt x="4585" y="70"/>
                  </a:cubicBezTo>
                  <a:lnTo>
                    <a:pt x="104" y="5820"/>
                  </a:lnTo>
                  <a:cubicBezTo>
                    <a:pt x="0" y="5952"/>
                    <a:pt x="90" y="6132"/>
                    <a:pt x="257" y="6132"/>
                  </a:cubicBezTo>
                  <a:lnTo>
                    <a:pt x="687" y="6132"/>
                  </a:lnTo>
                  <a:cubicBezTo>
                    <a:pt x="1276" y="6132"/>
                    <a:pt x="1845" y="5910"/>
                    <a:pt x="2275" y="5501"/>
                  </a:cubicBezTo>
                  <a:lnTo>
                    <a:pt x="7880" y="195"/>
                  </a:lnTo>
                  <a:cubicBezTo>
                    <a:pt x="7956" y="126"/>
                    <a:pt x="7907" y="1"/>
                    <a:pt x="7803" y="1"/>
                  </a:cubicBezTo>
                  <a:close/>
                </a:path>
              </a:pathLst>
            </a:custGeom>
            <a:solidFill>
              <a:srgbClr val="9BABB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634" name="Google Shape;10634;p41"/>
            <p:cNvSpPr/>
            <p:nvPr/>
          </p:nvSpPr>
          <p:spPr>
            <a:xfrm>
              <a:off x="5382322" y="4183682"/>
              <a:ext cx="203218" cy="76663"/>
            </a:xfrm>
            <a:custGeom>
              <a:rect b="b" l="l" r="r" t="t"/>
              <a:pathLst>
                <a:path extrusionOk="0" h="2918" w="7735">
                  <a:moveTo>
                    <a:pt x="3807" y="1"/>
                  </a:moveTo>
                  <a:cubicBezTo>
                    <a:pt x="3769" y="1"/>
                    <a:pt x="3730" y="2"/>
                    <a:pt x="3691" y="4"/>
                  </a:cubicBezTo>
                  <a:cubicBezTo>
                    <a:pt x="2768" y="67"/>
                    <a:pt x="2026" y="767"/>
                    <a:pt x="1908" y="1683"/>
                  </a:cubicBezTo>
                  <a:cubicBezTo>
                    <a:pt x="1723" y="1598"/>
                    <a:pt x="1532" y="1559"/>
                    <a:pt x="1346" y="1559"/>
                  </a:cubicBezTo>
                  <a:cubicBezTo>
                    <a:pt x="637" y="1559"/>
                    <a:pt x="1" y="2130"/>
                    <a:pt x="1" y="2911"/>
                  </a:cubicBezTo>
                  <a:lnTo>
                    <a:pt x="7735" y="2918"/>
                  </a:lnTo>
                  <a:cubicBezTo>
                    <a:pt x="7735" y="2023"/>
                    <a:pt x="7005" y="1354"/>
                    <a:pt x="6177" y="1354"/>
                  </a:cubicBezTo>
                  <a:cubicBezTo>
                    <a:pt x="6009" y="1354"/>
                    <a:pt x="5838" y="1382"/>
                    <a:pt x="5668" y="1440"/>
                  </a:cubicBezTo>
                  <a:cubicBezTo>
                    <a:pt x="5449" y="590"/>
                    <a:pt x="4676" y="1"/>
                    <a:pt x="3807" y="1"/>
                  </a:cubicBezTo>
                  <a:close/>
                </a:path>
              </a:pathLst>
            </a:custGeom>
            <a:solidFill>
              <a:srgbClr val="9BA9B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635" name="Google Shape;10635;p41"/>
            <p:cNvSpPr/>
            <p:nvPr/>
          </p:nvSpPr>
          <p:spPr>
            <a:xfrm>
              <a:off x="5274263" y="4337901"/>
              <a:ext cx="23724" cy="20309"/>
            </a:xfrm>
            <a:custGeom>
              <a:rect b="b" l="l" r="r" t="t"/>
              <a:pathLst>
                <a:path extrusionOk="0" h="773" w="903">
                  <a:moveTo>
                    <a:pt x="512" y="0"/>
                  </a:moveTo>
                  <a:cubicBezTo>
                    <a:pt x="418" y="0"/>
                    <a:pt x="322" y="35"/>
                    <a:pt x="243" y="113"/>
                  </a:cubicBezTo>
                  <a:cubicBezTo>
                    <a:pt x="1" y="356"/>
                    <a:pt x="167" y="772"/>
                    <a:pt x="514" y="772"/>
                  </a:cubicBezTo>
                  <a:cubicBezTo>
                    <a:pt x="729" y="772"/>
                    <a:pt x="895" y="599"/>
                    <a:pt x="902" y="391"/>
                  </a:cubicBezTo>
                  <a:cubicBezTo>
                    <a:pt x="902" y="156"/>
                    <a:pt x="711" y="0"/>
                    <a:pt x="512" y="0"/>
                  </a:cubicBezTo>
                  <a:close/>
                </a:path>
              </a:pathLst>
            </a:custGeom>
            <a:solidFill>
              <a:srgbClr val="465C7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636" name="Google Shape;10636;p41"/>
            <p:cNvSpPr/>
            <p:nvPr/>
          </p:nvSpPr>
          <p:spPr>
            <a:xfrm>
              <a:off x="5233619" y="4337901"/>
              <a:ext cx="23724" cy="20309"/>
            </a:xfrm>
            <a:custGeom>
              <a:rect b="b" l="l" r="r" t="t"/>
              <a:pathLst>
                <a:path extrusionOk="0" h="773" w="903">
                  <a:moveTo>
                    <a:pt x="512" y="0"/>
                  </a:moveTo>
                  <a:cubicBezTo>
                    <a:pt x="418" y="0"/>
                    <a:pt x="322" y="35"/>
                    <a:pt x="244" y="113"/>
                  </a:cubicBezTo>
                  <a:cubicBezTo>
                    <a:pt x="1" y="356"/>
                    <a:pt x="174" y="772"/>
                    <a:pt x="514" y="772"/>
                  </a:cubicBezTo>
                  <a:cubicBezTo>
                    <a:pt x="729" y="772"/>
                    <a:pt x="903" y="599"/>
                    <a:pt x="903" y="391"/>
                  </a:cubicBezTo>
                  <a:cubicBezTo>
                    <a:pt x="903" y="156"/>
                    <a:pt x="711" y="0"/>
                    <a:pt x="512" y="0"/>
                  </a:cubicBezTo>
                  <a:close/>
                </a:path>
              </a:pathLst>
            </a:custGeom>
            <a:solidFill>
              <a:srgbClr val="465C7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637" name="Google Shape;10637;p41"/>
            <p:cNvSpPr/>
            <p:nvPr/>
          </p:nvSpPr>
          <p:spPr>
            <a:xfrm>
              <a:off x="5193002" y="4337901"/>
              <a:ext cx="23698" cy="20309"/>
            </a:xfrm>
            <a:custGeom>
              <a:rect b="b" l="l" r="r" t="t"/>
              <a:pathLst>
                <a:path extrusionOk="0" h="773" w="902">
                  <a:moveTo>
                    <a:pt x="512" y="0"/>
                  </a:moveTo>
                  <a:cubicBezTo>
                    <a:pt x="417" y="0"/>
                    <a:pt x="321" y="35"/>
                    <a:pt x="243" y="113"/>
                  </a:cubicBezTo>
                  <a:cubicBezTo>
                    <a:pt x="0" y="356"/>
                    <a:pt x="174" y="772"/>
                    <a:pt x="520" y="772"/>
                  </a:cubicBezTo>
                  <a:cubicBezTo>
                    <a:pt x="728" y="772"/>
                    <a:pt x="902" y="599"/>
                    <a:pt x="902" y="391"/>
                  </a:cubicBezTo>
                  <a:cubicBezTo>
                    <a:pt x="902" y="156"/>
                    <a:pt x="710" y="0"/>
                    <a:pt x="512" y="0"/>
                  </a:cubicBezTo>
                  <a:close/>
                </a:path>
              </a:pathLst>
            </a:custGeom>
            <a:solidFill>
              <a:srgbClr val="465C7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638" name="Google Shape;10638;p41"/>
            <p:cNvSpPr/>
            <p:nvPr/>
          </p:nvSpPr>
          <p:spPr>
            <a:xfrm>
              <a:off x="5152542" y="4337901"/>
              <a:ext cx="23724" cy="20309"/>
            </a:xfrm>
            <a:custGeom>
              <a:rect b="b" l="l" r="r" t="t"/>
              <a:pathLst>
                <a:path extrusionOk="0" h="773" w="903">
                  <a:moveTo>
                    <a:pt x="512" y="0"/>
                  </a:moveTo>
                  <a:cubicBezTo>
                    <a:pt x="417" y="0"/>
                    <a:pt x="321" y="35"/>
                    <a:pt x="243" y="113"/>
                  </a:cubicBezTo>
                  <a:cubicBezTo>
                    <a:pt x="0" y="356"/>
                    <a:pt x="174" y="772"/>
                    <a:pt x="514" y="772"/>
                  </a:cubicBezTo>
                  <a:cubicBezTo>
                    <a:pt x="729" y="772"/>
                    <a:pt x="902" y="599"/>
                    <a:pt x="902" y="391"/>
                  </a:cubicBezTo>
                  <a:cubicBezTo>
                    <a:pt x="902" y="156"/>
                    <a:pt x="711" y="0"/>
                    <a:pt x="512" y="0"/>
                  </a:cubicBezTo>
                  <a:close/>
                </a:path>
              </a:pathLst>
            </a:custGeom>
            <a:solidFill>
              <a:srgbClr val="465C7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639" name="Google Shape;10639;p41"/>
            <p:cNvSpPr/>
            <p:nvPr/>
          </p:nvSpPr>
          <p:spPr>
            <a:xfrm>
              <a:off x="5446479" y="4337901"/>
              <a:ext cx="23724" cy="20309"/>
            </a:xfrm>
            <a:custGeom>
              <a:rect b="b" l="l" r="r" t="t"/>
              <a:pathLst>
                <a:path extrusionOk="0" h="773" w="903">
                  <a:moveTo>
                    <a:pt x="512" y="0"/>
                  </a:moveTo>
                  <a:cubicBezTo>
                    <a:pt x="417" y="0"/>
                    <a:pt x="321" y="35"/>
                    <a:pt x="243" y="113"/>
                  </a:cubicBezTo>
                  <a:cubicBezTo>
                    <a:pt x="0" y="356"/>
                    <a:pt x="174" y="772"/>
                    <a:pt x="521" y="772"/>
                  </a:cubicBezTo>
                  <a:cubicBezTo>
                    <a:pt x="729" y="772"/>
                    <a:pt x="902" y="599"/>
                    <a:pt x="902" y="391"/>
                  </a:cubicBezTo>
                  <a:cubicBezTo>
                    <a:pt x="902" y="156"/>
                    <a:pt x="711" y="0"/>
                    <a:pt x="512" y="0"/>
                  </a:cubicBezTo>
                  <a:close/>
                </a:path>
              </a:pathLst>
            </a:custGeom>
            <a:solidFill>
              <a:srgbClr val="465C7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640" name="Google Shape;10640;p41"/>
            <p:cNvSpPr/>
            <p:nvPr/>
          </p:nvSpPr>
          <p:spPr>
            <a:xfrm>
              <a:off x="5467261" y="4183944"/>
              <a:ext cx="118279" cy="76400"/>
            </a:xfrm>
            <a:custGeom>
              <a:rect b="b" l="l" r="r" t="t"/>
              <a:pathLst>
                <a:path extrusionOk="0" h="2908" w="4502">
                  <a:moveTo>
                    <a:pt x="583" y="0"/>
                  </a:moveTo>
                  <a:cubicBezTo>
                    <a:pt x="390" y="0"/>
                    <a:pt x="194" y="30"/>
                    <a:pt x="0" y="91"/>
                  </a:cubicBezTo>
                  <a:cubicBezTo>
                    <a:pt x="624" y="286"/>
                    <a:pt x="1103" y="792"/>
                    <a:pt x="1269" y="1430"/>
                  </a:cubicBezTo>
                  <a:cubicBezTo>
                    <a:pt x="1440" y="1372"/>
                    <a:pt x="1611" y="1344"/>
                    <a:pt x="1779" y="1344"/>
                  </a:cubicBezTo>
                  <a:cubicBezTo>
                    <a:pt x="2607" y="1344"/>
                    <a:pt x="3338" y="2013"/>
                    <a:pt x="3343" y="2908"/>
                  </a:cubicBezTo>
                  <a:lnTo>
                    <a:pt x="4502" y="2908"/>
                  </a:lnTo>
                  <a:cubicBezTo>
                    <a:pt x="4502" y="2019"/>
                    <a:pt x="3772" y="1351"/>
                    <a:pt x="2944" y="1351"/>
                  </a:cubicBezTo>
                  <a:cubicBezTo>
                    <a:pt x="2777" y="1351"/>
                    <a:pt x="2605" y="1379"/>
                    <a:pt x="2435" y="1437"/>
                  </a:cubicBezTo>
                  <a:cubicBezTo>
                    <a:pt x="2209" y="567"/>
                    <a:pt x="1430" y="0"/>
                    <a:pt x="583" y="0"/>
                  </a:cubicBezTo>
                  <a:close/>
                </a:path>
              </a:pathLst>
            </a:custGeom>
            <a:solidFill>
              <a:srgbClr val="657A8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641" name="Google Shape;10641;p41"/>
            <p:cNvSpPr/>
            <p:nvPr/>
          </p:nvSpPr>
          <p:spPr>
            <a:xfrm>
              <a:off x="5212680" y="4348148"/>
              <a:ext cx="206265" cy="161129"/>
            </a:xfrm>
            <a:custGeom>
              <a:rect b="b" l="l" r="r" t="t"/>
              <a:pathLst>
                <a:path extrusionOk="0" h="6133" w="7851">
                  <a:moveTo>
                    <a:pt x="7701" y="0"/>
                  </a:moveTo>
                  <a:cubicBezTo>
                    <a:pt x="7698" y="0"/>
                    <a:pt x="7695" y="1"/>
                    <a:pt x="7692" y="1"/>
                  </a:cubicBezTo>
                  <a:lnTo>
                    <a:pt x="6541" y="1"/>
                  </a:lnTo>
                  <a:cubicBezTo>
                    <a:pt x="6645" y="1"/>
                    <a:pt x="6694" y="126"/>
                    <a:pt x="6617" y="195"/>
                  </a:cubicBezTo>
                  <a:lnTo>
                    <a:pt x="1013" y="5501"/>
                  </a:lnTo>
                  <a:cubicBezTo>
                    <a:pt x="729" y="5772"/>
                    <a:pt x="382" y="5966"/>
                    <a:pt x="0" y="6063"/>
                  </a:cubicBezTo>
                  <a:cubicBezTo>
                    <a:pt x="35" y="6112"/>
                    <a:pt x="90" y="6132"/>
                    <a:pt x="153" y="6132"/>
                  </a:cubicBezTo>
                  <a:lnTo>
                    <a:pt x="583" y="6132"/>
                  </a:lnTo>
                  <a:cubicBezTo>
                    <a:pt x="1172" y="6132"/>
                    <a:pt x="1741" y="5910"/>
                    <a:pt x="2178" y="5501"/>
                  </a:cubicBezTo>
                  <a:lnTo>
                    <a:pt x="7776" y="202"/>
                  </a:lnTo>
                  <a:cubicBezTo>
                    <a:pt x="7850" y="128"/>
                    <a:pt x="7806" y="0"/>
                    <a:pt x="7701" y="0"/>
                  </a:cubicBezTo>
                  <a:close/>
                </a:path>
              </a:pathLst>
            </a:custGeom>
            <a:solidFill>
              <a:srgbClr val="748B9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642" name="Google Shape;10642;p41"/>
            <p:cNvSpPr/>
            <p:nvPr/>
          </p:nvSpPr>
          <p:spPr>
            <a:xfrm>
              <a:off x="5479819" y="4315176"/>
              <a:ext cx="27376" cy="6410"/>
            </a:xfrm>
            <a:custGeom>
              <a:rect b="b" l="l" r="r" t="t"/>
              <a:pathLst>
                <a:path extrusionOk="0" h="244" w="1042">
                  <a:moveTo>
                    <a:pt x="1" y="0"/>
                  </a:moveTo>
                  <a:cubicBezTo>
                    <a:pt x="361" y="0"/>
                    <a:pt x="715" y="84"/>
                    <a:pt x="1041" y="243"/>
                  </a:cubicBezTo>
                  <a:lnTo>
                    <a:pt x="1041" y="0"/>
                  </a:lnTo>
                  <a:close/>
                </a:path>
              </a:pathLst>
            </a:custGeom>
            <a:solidFill>
              <a:srgbClr val="8C9EA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643" name="Google Shape;10643;p41"/>
            <p:cNvSpPr/>
            <p:nvPr/>
          </p:nvSpPr>
          <p:spPr>
            <a:xfrm>
              <a:off x="5540508" y="4350696"/>
              <a:ext cx="47947" cy="30476"/>
            </a:xfrm>
            <a:custGeom>
              <a:rect b="b" l="l" r="r" t="t"/>
              <a:pathLst>
                <a:path extrusionOk="0" h="1160" w="1825">
                  <a:moveTo>
                    <a:pt x="0" y="1"/>
                  </a:moveTo>
                  <a:lnTo>
                    <a:pt x="451" y="452"/>
                  </a:lnTo>
                  <a:cubicBezTo>
                    <a:pt x="590" y="590"/>
                    <a:pt x="666" y="792"/>
                    <a:pt x="666" y="993"/>
                  </a:cubicBezTo>
                  <a:lnTo>
                    <a:pt x="666" y="1000"/>
                  </a:lnTo>
                  <a:cubicBezTo>
                    <a:pt x="666" y="1090"/>
                    <a:pt x="597" y="1159"/>
                    <a:pt x="514" y="1159"/>
                  </a:cubicBezTo>
                  <a:lnTo>
                    <a:pt x="1665" y="1159"/>
                  </a:lnTo>
                  <a:cubicBezTo>
                    <a:pt x="1755" y="1159"/>
                    <a:pt x="1825" y="1090"/>
                    <a:pt x="1825" y="1000"/>
                  </a:cubicBezTo>
                  <a:lnTo>
                    <a:pt x="1825" y="993"/>
                  </a:lnTo>
                  <a:cubicBezTo>
                    <a:pt x="1825" y="792"/>
                    <a:pt x="1748" y="597"/>
                    <a:pt x="1610" y="452"/>
                  </a:cubicBezTo>
                  <a:lnTo>
                    <a:pt x="1159" y="1"/>
                  </a:lnTo>
                  <a:close/>
                </a:path>
              </a:pathLst>
            </a:custGeom>
            <a:solidFill>
              <a:srgbClr val="8C9EA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644" name="Google Shape;10644;p41"/>
            <p:cNvSpPr/>
            <p:nvPr/>
          </p:nvSpPr>
          <p:spPr>
            <a:xfrm>
              <a:off x="5507352" y="4315176"/>
              <a:ext cx="63606" cy="35547"/>
            </a:xfrm>
            <a:custGeom>
              <a:rect b="b" l="l" r="r" t="t"/>
              <a:pathLst>
                <a:path extrusionOk="0" h="1353" w="2421">
                  <a:moveTo>
                    <a:pt x="0" y="0"/>
                  </a:moveTo>
                  <a:lnTo>
                    <a:pt x="0" y="770"/>
                  </a:lnTo>
                  <a:cubicBezTo>
                    <a:pt x="0" y="1089"/>
                    <a:pt x="257" y="1353"/>
                    <a:pt x="576" y="1353"/>
                  </a:cubicBezTo>
                  <a:lnTo>
                    <a:pt x="2421" y="1353"/>
                  </a:lnTo>
                  <a:lnTo>
                    <a:pt x="1748" y="680"/>
                  </a:lnTo>
                  <a:cubicBezTo>
                    <a:pt x="1318" y="243"/>
                    <a:pt x="728" y="0"/>
                    <a:pt x="118" y="0"/>
                  </a:cubicBezTo>
                  <a:close/>
                </a:path>
              </a:pathLst>
            </a:custGeom>
            <a:solidFill>
              <a:srgbClr val="99A8B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645" name="Google Shape;10645;p41"/>
            <p:cNvSpPr/>
            <p:nvPr/>
          </p:nvSpPr>
          <p:spPr>
            <a:xfrm>
              <a:off x="5507352" y="4315176"/>
              <a:ext cx="63606" cy="35547"/>
            </a:xfrm>
            <a:custGeom>
              <a:rect b="b" l="l" r="r" t="t"/>
              <a:pathLst>
                <a:path extrusionOk="0" h="1353" w="2421">
                  <a:moveTo>
                    <a:pt x="0" y="0"/>
                  </a:moveTo>
                  <a:lnTo>
                    <a:pt x="0" y="243"/>
                  </a:lnTo>
                  <a:cubicBezTo>
                    <a:pt x="215" y="354"/>
                    <a:pt x="416" y="500"/>
                    <a:pt x="597" y="680"/>
                  </a:cubicBezTo>
                  <a:lnTo>
                    <a:pt x="1262" y="1353"/>
                  </a:lnTo>
                  <a:lnTo>
                    <a:pt x="2421" y="1353"/>
                  </a:lnTo>
                  <a:lnTo>
                    <a:pt x="1755" y="673"/>
                  </a:lnTo>
                  <a:cubicBezTo>
                    <a:pt x="1318" y="243"/>
                    <a:pt x="728" y="0"/>
                    <a:pt x="118" y="0"/>
                  </a:cubicBezTo>
                  <a:close/>
                </a:path>
              </a:pathLst>
            </a:custGeom>
            <a:solidFill>
              <a:srgbClr val="74879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0646" name="Google Shape;10646;p41"/>
          <p:cNvGrpSpPr/>
          <p:nvPr/>
        </p:nvGrpSpPr>
        <p:grpSpPr>
          <a:xfrm>
            <a:off x="7947595" y="2347996"/>
            <a:ext cx="379795" cy="267164"/>
            <a:chOff x="7947595" y="2347996"/>
            <a:chExt cx="379795" cy="267164"/>
          </a:xfrm>
        </p:grpSpPr>
        <p:sp>
          <p:nvSpPr>
            <p:cNvPr id="10647" name="Google Shape;10647;p41"/>
            <p:cNvSpPr/>
            <p:nvPr/>
          </p:nvSpPr>
          <p:spPr>
            <a:xfrm>
              <a:off x="7947779" y="2386432"/>
              <a:ext cx="379611" cy="228728"/>
            </a:xfrm>
            <a:custGeom>
              <a:rect b="b" l="l" r="r" t="t"/>
              <a:pathLst>
                <a:path extrusionOk="0" h="8706" w="14449">
                  <a:moveTo>
                    <a:pt x="7221" y="1"/>
                  </a:moveTo>
                  <a:cubicBezTo>
                    <a:pt x="6361" y="1"/>
                    <a:pt x="5071" y="549"/>
                    <a:pt x="3392" y="1645"/>
                  </a:cubicBezTo>
                  <a:cubicBezTo>
                    <a:pt x="2303" y="2352"/>
                    <a:pt x="1263" y="3122"/>
                    <a:pt x="257" y="3941"/>
                  </a:cubicBezTo>
                  <a:cubicBezTo>
                    <a:pt x="0" y="4156"/>
                    <a:pt x="0" y="4551"/>
                    <a:pt x="257" y="4759"/>
                  </a:cubicBezTo>
                  <a:cubicBezTo>
                    <a:pt x="1263" y="5584"/>
                    <a:pt x="2303" y="6347"/>
                    <a:pt x="3392" y="7062"/>
                  </a:cubicBezTo>
                  <a:cubicBezTo>
                    <a:pt x="5071" y="8151"/>
                    <a:pt x="6361" y="8706"/>
                    <a:pt x="7221" y="8706"/>
                  </a:cubicBezTo>
                  <a:cubicBezTo>
                    <a:pt x="8081" y="8706"/>
                    <a:pt x="9371" y="8151"/>
                    <a:pt x="11057" y="7062"/>
                  </a:cubicBezTo>
                  <a:cubicBezTo>
                    <a:pt x="12139" y="6347"/>
                    <a:pt x="13186" y="5584"/>
                    <a:pt x="14192" y="4759"/>
                  </a:cubicBezTo>
                  <a:cubicBezTo>
                    <a:pt x="14449" y="4551"/>
                    <a:pt x="14449" y="4156"/>
                    <a:pt x="14192" y="3941"/>
                  </a:cubicBezTo>
                  <a:cubicBezTo>
                    <a:pt x="13186" y="3122"/>
                    <a:pt x="12139" y="2352"/>
                    <a:pt x="11057" y="1645"/>
                  </a:cubicBezTo>
                  <a:cubicBezTo>
                    <a:pt x="9371" y="549"/>
                    <a:pt x="8081" y="1"/>
                    <a:pt x="7221" y="1"/>
                  </a:cubicBezTo>
                  <a:close/>
                </a:path>
              </a:pathLst>
            </a:custGeom>
            <a:solidFill>
              <a:srgbClr val="E2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648" name="Google Shape;10648;p41"/>
            <p:cNvSpPr/>
            <p:nvPr/>
          </p:nvSpPr>
          <p:spPr>
            <a:xfrm>
              <a:off x="7947595" y="2386432"/>
              <a:ext cx="208866" cy="228728"/>
            </a:xfrm>
            <a:custGeom>
              <a:rect b="b" l="l" r="r" t="t"/>
              <a:pathLst>
                <a:path extrusionOk="0" h="8706" w="7950">
                  <a:moveTo>
                    <a:pt x="7228" y="1"/>
                  </a:moveTo>
                  <a:cubicBezTo>
                    <a:pt x="6368" y="1"/>
                    <a:pt x="5078" y="549"/>
                    <a:pt x="3399" y="1645"/>
                  </a:cubicBezTo>
                  <a:cubicBezTo>
                    <a:pt x="2310" y="2352"/>
                    <a:pt x="1263" y="3122"/>
                    <a:pt x="264" y="3941"/>
                  </a:cubicBezTo>
                  <a:cubicBezTo>
                    <a:pt x="1" y="4156"/>
                    <a:pt x="1" y="4551"/>
                    <a:pt x="264" y="4759"/>
                  </a:cubicBezTo>
                  <a:cubicBezTo>
                    <a:pt x="1263" y="5584"/>
                    <a:pt x="2310" y="6347"/>
                    <a:pt x="3392" y="7062"/>
                  </a:cubicBezTo>
                  <a:cubicBezTo>
                    <a:pt x="5078" y="8151"/>
                    <a:pt x="6368" y="8706"/>
                    <a:pt x="7228" y="8706"/>
                  </a:cubicBezTo>
                  <a:cubicBezTo>
                    <a:pt x="7471" y="8699"/>
                    <a:pt x="7714" y="8664"/>
                    <a:pt x="7949" y="8602"/>
                  </a:cubicBezTo>
                  <a:cubicBezTo>
                    <a:pt x="7145" y="8394"/>
                    <a:pt x="6104" y="7880"/>
                    <a:pt x="4835" y="7062"/>
                  </a:cubicBezTo>
                  <a:cubicBezTo>
                    <a:pt x="3753" y="6347"/>
                    <a:pt x="2706" y="5584"/>
                    <a:pt x="1707" y="4759"/>
                  </a:cubicBezTo>
                  <a:cubicBezTo>
                    <a:pt x="1443" y="4551"/>
                    <a:pt x="1443" y="4156"/>
                    <a:pt x="1707" y="3941"/>
                  </a:cubicBezTo>
                  <a:cubicBezTo>
                    <a:pt x="2706" y="3122"/>
                    <a:pt x="3753" y="2352"/>
                    <a:pt x="4835" y="1645"/>
                  </a:cubicBezTo>
                  <a:cubicBezTo>
                    <a:pt x="6104" y="826"/>
                    <a:pt x="7145" y="306"/>
                    <a:pt x="7949" y="105"/>
                  </a:cubicBezTo>
                  <a:cubicBezTo>
                    <a:pt x="7714" y="35"/>
                    <a:pt x="7471" y="1"/>
                    <a:pt x="7228" y="1"/>
                  </a:cubicBezTo>
                  <a:close/>
                </a:path>
              </a:pathLst>
            </a:custGeom>
            <a:solidFill>
              <a:srgbClr val="E2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649" name="Google Shape;10649;p41"/>
            <p:cNvSpPr/>
            <p:nvPr/>
          </p:nvSpPr>
          <p:spPr>
            <a:xfrm>
              <a:off x="8049269" y="2419063"/>
              <a:ext cx="170062" cy="163678"/>
            </a:xfrm>
            <a:custGeom>
              <a:rect b="b" l="l" r="r" t="t"/>
              <a:pathLst>
                <a:path extrusionOk="0" h="6230" w="6473">
                  <a:moveTo>
                    <a:pt x="3359" y="1"/>
                  </a:moveTo>
                  <a:cubicBezTo>
                    <a:pt x="2549" y="1"/>
                    <a:pt x="1753" y="315"/>
                    <a:pt x="1159" y="909"/>
                  </a:cubicBezTo>
                  <a:cubicBezTo>
                    <a:pt x="271" y="1804"/>
                    <a:pt x="1" y="3142"/>
                    <a:pt x="486" y="4301"/>
                  </a:cubicBezTo>
                  <a:cubicBezTo>
                    <a:pt x="965" y="5466"/>
                    <a:pt x="2103" y="6229"/>
                    <a:pt x="3358" y="6229"/>
                  </a:cubicBezTo>
                  <a:cubicBezTo>
                    <a:pt x="5078" y="6222"/>
                    <a:pt x="6472" y="4828"/>
                    <a:pt x="6472" y="3115"/>
                  </a:cubicBezTo>
                  <a:cubicBezTo>
                    <a:pt x="6472" y="1852"/>
                    <a:pt x="5716" y="722"/>
                    <a:pt x="4551" y="236"/>
                  </a:cubicBezTo>
                  <a:cubicBezTo>
                    <a:pt x="4165" y="78"/>
                    <a:pt x="3760" y="1"/>
                    <a:pt x="3359" y="1"/>
                  </a:cubicBezTo>
                  <a:close/>
                </a:path>
              </a:pathLst>
            </a:custGeom>
            <a:solidFill>
              <a:srgbClr val="6A7F9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650" name="Google Shape;10650;p41"/>
            <p:cNvSpPr/>
            <p:nvPr/>
          </p:nvSpPr>
          <p:spPr>
            <a:xfrm>
              <a:off x="8055837" y="2418984"/>
              <a:ext cx="97340" cy="163599"/>
            </a:xfrm>
            <a:custGeom>
              <a:rect b="b" l="l" r="r" t="t"/>
              <a:pathLst>
                <a:path extrusionOk="0" h="6227" w="3705">
                  <a:moveTo>
                    <a:pt x="3102" y="0"/>
                  </a:moveTo>
                  <a:cubicBezTo>
                    <a:pt x="1427" y="0"/>
                    <a:pt x="1" y="1361"/>
                    <a:pt x="1" y="3111"/>
                  </a:cubicBezTo>
                  <a:cubicBezTo>
                    <a:pt x="1" y="4863"/>
                    <a:pt x="1432" y="6226"/>
                    <a:pt x="3112" y="6226"/>
                  </a:cubicBezTo>
                  <a:cubicBezTo>
                    <a:pt x="3307" y="6226"/>
                    <a:pt x="3505" y="6208"/>
                    <a:pt x="3705" y="6170"/>
                  </a:cubicBezTo>
                  <a:cubicBezTo>
                    <a:pt x="2241" y="5885"/>
                    <a:pt x="1187" y="4602"/>
                    <a:pt x="1180" y="3111"/>
                  </a:cubicBezTo>
                  <a:cubicBezTo>
                    <a:pt x="1187" y="1619"/>
                    <a:pt x="2241" y="343"/>
                    <a:pt x="3705" y="59"/>
                  </a:cubicBezTo>
                  <a:cubicBezTo>
                    <a:pt x="3502" y="19"/>
                    <a:pt x="3300" y="0"/>
                    <a:pt x="3102" y="0"/>
                  </a:cubicBezTo>
                  <a:close/>
                </a:path>
              </a:pathLst>
            </a:custGeom>
            <a:solidFill>
              <a:srgbClr val="50687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651" name="Google Shape;10651;p41"/>
            <p:cNvSpPr/>
            <p:nvPr/>
          </p:nvSpPr>
          <p:spPr>
            <a:xfrm>
              <a:off x="8082451" y="2459444"/>
              <a:ext cx="96420" cy="82653"/>
            </a:xfrm>
            <a:custGeom>
              <a:rect b="b" l="l" r="r" t="t"/>
              <a:pathLst>
                <a:path extrusionOk="0" h="3146" w="3670">
                  <a:moveTo>
                    <a:pt x="2084" y="1"/>
                  </a:moveTo>
                  <a:cubicBezTo>
                    <a:pt x="1699" y="1"/>
                    <a:pt x="1305" y="143"/>
                    <a:pt x="985" y="461"/>
                  </a:cubicBezTo>
                  <a:cubicBezTo>
                    <a:pt x="0" y="1453"/>
                    <a:pt x="701" y="3145"/>
                    <a:pt x="2095" y="3145"/>
                  </a:cubicBezTo>
                  <a:cubicBezTo>
                    <a:pt x="2962" y="3138"/>
                    <a:pt x="3663" y="2438"/>
                    <a:pt x="3670" y="1571"/>
                  </a:cubicBezTo>
                  <a:cubicBezTo>
                    <a:pt x="3670" y="627"/>
                    <a:pt x="2894" y="1"/>
                    <a:pt x="2084" y="1"/>
                  </a:cubicBezTo>
                  <a:close/>
                </a:path>
              </a:pathLst>
            </a:custGeom>
            <a:solidFill>
              <a:srgbClr val="455F7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652" name="Google Shape;10652;p41"/>
            <p:cNvSpPr/>
            <p:nvPr/>
          </p:nvSpPr>
          <p:spPr>
            <a:xfrm>
              <a:off x="8096113" y="2459496"/>
              <a:ext cx="57432" cy="82601"/>
            </a:xfrm>
            <a:custGeom>
              <a:rect b="b" l="l" r="r" t="t"/>
              <a:pathLst>
                <a:path extrusionOk="0" h="3144" w="2186">
                  <a:moveTo>
                    <a:pt x="1572" y="0"/>
                  </a:moveTo>
                  <a:cubicBezTo>
                    <a:pt x="744" y="0"/>
                    <a:pt x="1" y="666"/>
                    <a:pt x="1" y="1569"/>
                  </a:cubicBezTo>
                  <a:cubicBezTo>
                    <a:pt x="1" y="2473"/>
                    <a:pt x="746" y="3143"/>
                    <a:pt x="1575" y="3143"/>
                  </a:cubicBezTo>
                  <a:cubicBezTo>
                    <a:pt x="1777" y="3143"/>
                    <a:pt x="1983" y="3104"/>
                    <a:pt x="2185" y="3018"/>
                  </a:cubicBezTo>
                  <a:cubicBezTo>
                    <a:pt x="1610" y="2769"/>
                    <a:pt x="1235" y="2200"/>
                    <a:pt x="1235" y="1569"/>
                  </a:cubicBezTo>
                  <a:cubicBezTo>
                    <a:pt x="1235" y="938"/>
                    <a:pt x="1610" y="369"/>
                    <a:pt x="2185" y="126"/>
                  </a:cubicBezTo>
                  <a:cubicBezTo>
                    <a:pt x="1982" y="40"/>
                    <a:pt x="1775" y="0"/>
                    <a:pt x="1572" y="0"/>
                  </a:cubicBezTo>
                  <a:close/>
                </a:path>
              </a:pathLst>
            </a:custGeom>
            <a:solidFill>
              <a:srgbClr val="465C7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653" name="Google Shape;10653;p41"/>
            <p:cNvSpPr/>
            <p:nvPr/>
          </p:nvSpPr>
          <p:spPr>
            <a:xfrm>
              <a:off x="8254563" y="2401513"/>
              <a:ext cx="38174" cy="26325"/>
            </a:xfrm>
            <a:custGeom>
              <a:rect b="b" l="l" r="r" t="t"/>
              <a:pathLst>
                <a:path extrusionOk="0" h="1002" w="1453">
                  <a:moveTo>
                    <a:pt x="343" y="1"/>
                  </a:moveTo>
                  <a:cubicBezTo>
                    <a:pt x="142" y="1"/>
                    <a:pt x="1" y="290"/>
                    <a:pt x="212" y="433"/>
                  </a:cubicBezTo>
                  <a:lnTo>
                    <a:pt x="219" y="433"/>
                  </a:lnTo>
                  <a:cubicBezTo>
                    <a:pt x="469" y="599"/>
                    <a:pt x="725" y="772"/>
                    <a:pt x="989" y="960"/>
                  </a:cubicBezTo>
                  <a:cubicBezTo>
                    <a:pt x="1033" y="989"/>
                    <a:pt x="1078" y="1002"/>
                    <a:pt x="1119" y="1002"/>
                  </a:cubicBezTo>
                  <a:cubicBezTo>
                    <a:pt x="1314" y="1002"/>
                    <a:pt x="1452" y="727"/>
                    <a:pt x="1253" y="578"/>
                  </a:cubicBezTo>
                  <a:cubicBezTo>
                    <a:pt x="996" y="391"/>
                    <a:pt x="732" y="211"/>
                    <a:pt x="476" y="44"/>
                  </a:cubicBezTo>
                  <a:cubicBezTo>
                    <a:pt x="431" y="14"/>
                    <a:pt x="385" y="1"/>
                    <a:pt x="343" y="1"/>
                  </a:cubicBezTo>
                  <a:close/>
                </a:path>
              </a:pathLst>
            </a:custGeom>
            <a:solidFill>
              <a:srgbClr val="E2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654" name="Google Shape;10654;p41"/>
            <p:cNvSpPr/>
            <p:nvPr/>
          </p:nvSpPr>
          <p:spPr>
            <a:xfrm>
              <a:off x="8013933" y="2347996"/>
              <a:ext cx="230331" cy="58693"/>
            </a:xfrm>
            <a:custGeom>
              <a:rect b="b" l="l" r="r" t="t"/>
              <a:pathLst>
                <a:path extrusionOk="0" h="2234" w="8767">
                  <a:moveTo>
                    <a:pt x="4710" y="0"/>
                  </a:moveTo>
                  <a:cubicBezTo>
                    <a:pt x="3566" y="0"/>
                    <a:pt x="2095" y="590"/>
                    <a:pt x="201" y="1804"/>
                  </a:cubicBezTo>
                  <a:cubicBezTo>
                    <a:pt x="0" y="1929"/>
                    <a:pt x="90" y="2227"/>
                    <a:pt x="326" y="2227"/>
                  </a:cubicBezTo>
                  <a:lnTo>
                    <a:pt x="319" y="2234"/>
                  </a:lnTo>
                  <a:cubicBezTo>
                    <a:pt x="368" y="2234"/>
                    <a:pt x="410" y="2220"/>
                    <a:pt x="444" y="2199"/>
                  </a:cubicBezTo>
                  <a:cubicBezTo>
                    <a:pt x="2268" y="1034"/>
                    <a:pt x="3656" y="472"/>
                    <a:pt x="4703" y="472"/>
                  </a:cubicBezTo>
                  <a:cubicBezTo>
                    <a:pt x="5626" y="472"/>
                    <a:pt x="6798" y="909"/>
                    <a:pt x="8303" y="1790"/>
                  </a:cubicBezTo>
                  <a:cubicBezTo>
                    <a:pt x="8346" y="1815"/>
                    <a:pt x="8389" y="1827"/>
                    <a:pt x="8428" y="1827"/>
                  </a:cubicBezTo>
                  <a:cubicBezTo>
                    <a:pt x="8636" y="1827"/>
                    <a:pt x="8767" y="1521"/>
                    <a:pt x="8546" y="1387"/>
                  </a:cubicBezTo>
                  <a:cubicBezTo>
                    <a:pt x="6964" y="458"/>
                    <a:pt x="5709" y="0"/>
                    <a:pt x="4710" y="0"/>
                  </a:cubicBezTo>
                  <a:close/>
                </a:path>
              </a:pathLst>
            </a:custGeom>
            <a:solidFill>
              <a:srgbClr val="E2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655" name="Google Shape;10655;p41"/>
            <p:cNvSpPr/>
            <p:nvPr/>
          </p:nvSpPr>
          <p:spPr>
            <a:xfrm>
              <a:off x="8147686" y="2462097"/>
              <a:ext cx="33366" cy="28427"/>
            </a:xfrm>
            <a:custGeom>
              <a:rect b="b" l="l" r="r" t="t"/>
              <a:pathLst>
                <a:path extrusionOk="0" h="1082" w="1270">
                  <a:moveTo>
                    <a:pt x="546" y="0"/>
                  </a:moveTo>
                  <a:cubicBezTo>
                    <a:pt x="268" y="0"/>
                    <a:pt x="0" y="216"/>
                    <a:pt x="0" y="540"/>
                  </a:cubicBezTo>
                  <a:cubicBezTo>
                    <a:pt x="0" y="839"/>
                    <a:pt x="243" y="1081"/>
                    <a:pt x="541" y="1081"/>
                  </a:cubicBezTo>
                  <a:cubicBezTo>
                    <a:pt x="1027" y="1081"/>
                    <a:pt x="1270" y="499"/>
                    <a:pt x="923" y="159"/>
                  </a:cubicBezTo>
                  <a:cubicBezTo>
                    <a:pt x="813" y="49"/>
                    <a:pt x="678" y="0"/>
                    <a:pt x="546" y="0"/>
                  </a:cubicBezTo>
                  <a:close/>
                </a:path>
              </a:pathLst>
            </a:custGeom>
            <a:solidFill>
              <a:srgbClr val="E2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0656" name="Google Shape;10656;p41"/>
          <p:cNvGrpSpPr/>
          <p:nvPr/>
        </p:nvGrpSpPr>
        <p:grpSpPr>
          <a:xfrm>
            <a:off x="6400644" y="2310269"/>
            <a:ext cx="275362" cy="338784"/>
            <a:chOff x="6400644" y="2310269"/>
            <a:chExt cx="275362" cy="338784"/>
          </a:xfrm>
        </p:grpSpPr>
        <p:sp>
          <p:nvSpPr>
            <p:cNvPr id="10657" name="Google Shape;10657;p41"/>
            <p:cNvSpPr/>
            <p:nvPr/>
          </p:nvSpPr>
          <p:spPr>
            <a:xfrm>
              <a:off x="6503789" y="2310269"/>
              <a:ext cx="69070" cy="45399"/>
            </a:xfrm>
            <a:custGeom>
              <a:rect b="b" l="l" r="r" t="t"/>
              <a:pathLst>
                <a:path extrusionOk="0" h="1728" w="2629">
                  <a:moveTo>
                    <a:pt x="1242" y="0"/>
                  </a:moveTo>
                  <a:cubicBezTo>
                    <a:pt x="555" y="0"/>
                    <a:pt x="0" y="555"/>
                    <a:pt x="0" y="1242"/>
                  </a:cubicBezTo>
                  <a:lnTo>
                    <a:pt x="0" y="1728"/>
                  </a:lnTo>
                  <a:lnTo>
                    <a:pt x="382" y="1728"/>
                  </a:lnTo>
                  <a:lnTo>
                    <a:pt x="382" y="1242"/>
                  </a:lnTo>
                  <a:cubicBezTo>
                    <a:pt x="382" y="763"/>
                    <a:pt x="770" y="382"/>
                    <a:pt x="1242" y="382"/>
                  </a:cubicBezTo>
                  <a:lnTo>
                    <a:pt x="1380" y="382"/>
                  </a:lnTo>
                  <a:cubicBezTo>
                    <a:pt x="1859" y="382"/>
                    <a:pt x="2241" y="763"/>
                    <a:pt x="2241" y="1242"/>
                  </a:cubicBezTo>
                  <a:lnTo>
                    <a:pt x="2241" y="1728"/>
                  </a:lnTo>
                  <a:lnTo>
                    <a:pt x="2629" y="1728"/>
                  </a:lnTo>
                  <a:lnTo>
                    <a:pt x="2629" y="1242"/>
                  </a:lnTo>
                  <a:cubicBezTo>
                    <a:pt x="2622" y="555"/>
                    <a:pt x="2067" y="0"/>
                    <a:pt x="1380" y="0"/>
                  </a:cubicBez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658" name="Google Shape;10658;p41"/>
            <p:cNvSpPr/>
            <p:nvPr/>
          </p:nvSpPr>
          <p:spPr>
            <a:xfrm>
              <a:off x="6434351" y="2389533"/>
              <a:ext cx="207763" cy="259520"/>
            </a:xfrm>
            <a:custGeom>
              <a:rect b="b" l="l" r="r" t="t"/>
              <a:pathLst>
                <a:path extrusionOk="0" h="9878" w="7908">
                  <a:moveTo>
                    <a:pt x="0" y="1"/>
                  </a:moveTo>
                  <a:lnTo>
                    <a:pt x="500" y="9226"/>
                  </a:lnTo>
                  <a:cubicBezTo>
                    <a:pt x="521" y="9593"/>
                    <a:pt x="826" y="9878"/>
                    <a:pt x="1193" y="9878"/>
                  </a:cubicBezTo>
                  <a:lnTo>
                    <a:pt x="6694" y="9878"/>
                  </a:lnTo>
                  <a:cubicBezTo>
                    <a:pt x="7055" y="9871"/>
                    <a:pt x="7360" y="9587"/>
                    <a:pt x="7381" y="9226"/>
                  </a:cubicBezTo>
                  <a:lnTo>
                    <a:pt x="7908" y="1"/>
                  </a:ln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659" name="Google Shape;10659;p41"/>
            <p:cNvSpPr/>
            <p:nvPr/>
          </p:nvSpPr>
          <p:spPr>
            <a:xfrm>
              <a:off x="6447645" y="2389533"/>
              <a:ext cx="194653" cy="259520"/>
            </a:xfrm>
            <a:custGeom>
              <a:rect b="b" l="l" r="r" t="t"/>
              <a:pathLst>
                <a:path extrusionOk="0" h="9878" w="7409">
                  <a:moveTo>
                    <a:pt x="5113" y="1"/>
                  </a:moveTo>
                  <a:lnTo>
                    <a:pt x="4877" y="8595"/>
                  </a:lnTo>
                  <a:cubicBezTo>
                    <a:pt x="4863" y="8969"/>
                    <a:pt x="4558" y="9261"/>
                    <a:pt x="4190" y="9267"/>
                  </a:cubicBezTo>
                  <a:lnTo>
                    <a:pt x="1" y="9267"/>
                  </a:lnTo>
                  <a:cubicBezTo>
                    <a:pt x="42" y="9614"/>
                    <a:pt x="341" y="9878"/>
                    <a:pt x="687" y="9878"/>
                  </a:cubicBezTo>
                  <a:lnTo>
                    <a:pt x="6188" y="9878"/>
                  </a:lnTo>
                  <a:cubicBezTo>
                    <a:pt x="6555" y="9878"/>
                    <a:pt x="6861" y="9593"/>
                    <a:pt x="6881" y="9226"/>
                  </a:cubicBezTo>
                  <a:lnTo>
                    <a:pt x="7409" y="8"/>
                  </a:lnTo>
                  <a:lnTo>
                    <a:pt x="5113" y="1"/>
                  </a:lnTo>
                  <a:close/>
                </a:path>
              </a:pathLst>
            </a:custGeom>
            <a:solidFill>
              <a:srgbClr val="A5B7C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660" name="Google Shape;10660;p41"/>
            <p:cNvSpPr/>
            <p:nvPr/>
          </p:nvSpPr>
          <p:spPr>
            <a:xfrm>
              <a:off x="6434351" y="2343424"/>
              <a:ext cx="207211" cy="42850"/>
            </a:xfrm>
            <a:custGeom>
              <a:rect b="b" l="l" r="r" t="t"/>
              <a:pathLst>
                <a:path extrusionOk="0" h="1631" w="7887">
                  <a:moveTo>
                    <a:pt x="1589" y="1"/>
                  </a:moveTo>
                  <a:cubicBezTo>
                    <a:pt x="708" y="1"/>
                    <a:pt x="0" y="708"/>
                    <a:pt x="0" y="1589"/>
                  </a:cubicBezTo>
                  <a:lnTo>
                    <a:pt x="0" y="1631"/>
                  </a:lnTo>
                  <a:lnTo>
                    <a:pt x="7887" y="1631"/>
                  </a:lnTo>
                  <a:lnTo>
                    <a:pt x="7887" y="1589"/>
                  </a:lnTo>
                  <a:cubicBezTo>
                    <a:pt x="7887" y="715"/>
                    <a:pt x="7179" y="8"/>
                    <a:pt x="6305" y="1"/>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661" name="Google Shape;10661;p41"/>
            <p:cNvSpPr/>
            <p:nvPr/>
          </p:nvSpPr>
          <p:spPr>
            <a:xfrm>
              <a:off x="6555178" y="2343424"/>
              <a:ext cx="86568" cy="42850"/>
            </a:xfrm>
            <a:custGeom>
              <a:rect b="b" l="l" r="r" t="t"/>
              <a:pathLst>
                <a:path extrusionOk="0" h="1631" w="3295">
                  <a:moveTo>
                    <a:pt x="0" y="1"/>
                  </a:moveTo>
                  <a:cubicBezTo>
                    <a:pt x="888" y="1"/>
                    <a:pt x="1609" y="722"/>
                    <a:pt x="1609" y="1610"/>
                  </a:cubicBezTo>
                  <a:lnTo>
                    <a:pt x="1609" y="1631"/>
                  </a:lnTo>
                  <a:lnTo>
                    <a:pt x="3295" y="1631"/>
                  </a:lnTo>
                  <a:lnTo>
                    <a:pt x="3295" y="1610"/>
                  </a:lnTo>
                  <a:cubicBezTo>
                    <a:pt x="3295" y="722"/>
                    <a:pt x="2573" y="1"/>
                    <a:pt x="1686" y="1"/>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662" name="Google Shape;10662;p41"/>
            <p:cNvSpPr/>
            <p:nvPr/>
          </p:nvSpPr>
          <p:spPr>
            <a:xfrm>
              <a:off x="6400644" y="2368751"/>
              <a:ext cx="275362" cy="30844"/>
            </a:xfrm>
            <a:custGeom>
              <a:rect b="b" l="l" r="r" t="t"/>
              <a:pathLst>
                <a:path extrusionOk="0" h="1174" w="10481">
                  <a:moveTo>
                    <a:pt x="583" y="1"/>
                  </a:moveTo>
                  <a:cubicBezTo>
                    <a:pt x="257" y="1"/>
                    <a:pt x="0" y="265"/>
                    <a:pt x="0" y="584"/>
                  </a:cubicBezTo>
                  <a:lnTo>
                    <a:pt x="0" y="597"/>
                  </a:lnTo>
                  <a:cubicBezTo>
                    <a:pt x="0" y="917"/>
                    <a:pt x="257" y="1173"/>
                    <a:pt x="583" y="1173"/>
                  </a:cubicBezTo>
                  <a:lnTo>
                    <a:pt x="9898" y="1173"/>
                  </a:lnTo>
                  <a:cubicBezTo>
                    <a:pt x="10217" y="1173"/>
                    <a:pt x="10481" y="917"/>
                    <a:pt x="10481" y="597"/>
                  </a:cubicBezTo>
                  <a:lnTo>
                    <a:pt x="10481" y="584"/>
                  </a:lnTo>
                  <a:cubicBezTo>
                    <a:pt x="10474" y="265"/>
                    <a:pt x="10217" y="1"/>
                    <a:pt x="9898" y="1"/>
                  </a:cubicBez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663" name="Google Shape;10663;p41"/>
            <p:cNvSpPr/>
            <p:nvPr/>
          </p:nvSpPr>
          <p:spPr>
            <a:xfrm>
              <a:off x="6400644" y="2368751"/>
              <a:ext cx="275362" cy="31028"/>
            </a:xfrm>
            <a:custGeom>
              <a:rect b="b" l="l" r="r" t="t"/>
              <a:pathLst>
                <a:path extrusionOk="0" h="1181" w="10481">
                  <a:moveTo>
                    <a:pt x="8677" y="1"/>
                  </a:moveTo>
                  <a:cubicBezTo>
                    <a:pt x="8677" y="327"/>
                    <a:pt x="8414" y="591"/>
                    <a:pt x="8088" y="591"/>
                  </a:cubicBezTo>
                  <a:lnTo>
                    <a:pt x="0" y="591"/>
                  </a:lnTo>
                  <a:cubicBezTo>
                    <a:pt x="0" y="917"/>
                    <a:pt x="264" y="1180"/>
                    <a:pt x="590" y="1180"/>
                  </a:cubicBezTo>
                  <a:lnTo>
                    <a:pt x="9891" y="1180"/>
                  </a:lnTo>
                  <a:cubicBezTo>
                    <a:pt x="10217" y="1180"/>
                    <a:pt x="10481" y="917"/>
                    <a:pt x="10481" y="591"/>
                  </a:cubicBezTo>
                  <a:cubicBezTo>
                    <a:pt x="10481" y="265"/>
                    <a:pt x="10217" y="1"/>
                    <a:pt x="9891" y="1"/>
                  </a:cubicBezTo>
                  <a:close/>
                </a:path>
              </a:pathLst>
            </a:custGeom>
            <a:solidFill>
              <a:srgbClr val="A5B7C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664" name="Google Shape;10664;p41"/>
            <p:cNvSpPr/>
            <p:nvPr/>
          </p:nvSpPr>
          <p:spPr>
            <a:xfrm>
              <a:off x="6528748" y="2430912"/>
              <a:ext cx="19153" cy="165858"/>
            </a:xfrm>
            <a:custGeom>
              <a:rect b="b" l="l" r="r" t="t"/>
              <a:pathLst>
                <a:path extrusionOk="0" h="6313" w="729">
                  <a:moveTo>
                    <a:pt x="349" y="0"/>
                  </a:moveTo>
                  <a:cubicBezTo>
                    <a:pt x="154" y="0"/>
                    <a:pt x="0" y="164"/>
                    <a:pt x="0" y="354"/>
                  </a:cubicBezTo>
                  <a:lnTo>
                    <a:pt x="0" y="5951"/>
                  </a:lnTo>
                  <a:cubicBezTo>
                    <a:pt x="0" y="6153"/>
                    <a:pt x="160" y="6312"/>
                    <a:pt x="361" y="6312"/>
                  </a:cubicBezTo>
                  <a:lnTo>
                    <a:pt x="368" y="6312"/>
                  </a:lnTo>
                  <a:cubicBezTo>
                    <a:pt x="562" y="6312"/>
                    <a:pt x="729" y="6153"/>
                    <a:pt x="729" y="5951"/>
                  </a:cubicBezTo>
                  <a:lnTo>
                    <a:pt x="729" y="354"/>
                  </a:lnTo>
                  <a:cubicBezTo>
                    <a:pt x="729" y="160"/>
                    <a:pt x="562" y="0"/>
                    <a:pt x="368" y="0"/>
                  </a:cubicBezTo>
                  <a:lnTo>
                    <a:pt x="361" y="0"/>
                  </a:lnTo>
                  <a:cubicBezTo>
                    <a:pt x="357" y="0"/>
                    <a:pt x="353" y="0"/>
                    <a:pt x="349" y="0"/>
                  </a:cubicBezTo>
                  <a:close/>
                </a:path>
              </a:pathLst>
            </a:custGeom>
            <a:solidFill>
              <a:srgbClr val="667E9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665" name="Google Shape;10665;p41"/>
            <p:cNvSpPr/>
            <p:nvPr/>
          </p:nvSpPr>
          <p:spPr>
            <a:xfrm>
              <a:off x="6582870" y="2430912"/>
              <a:ext cx="23356" cy="165438"/>
            </a:xfrm>
            <a:custGeom>
              <a:rect b="b" l="l" r="r" t="t"/>
              <a:pathLst>
                <a:path extrusionOk="0" h="6297" w="889">
                  <a:moveTo>
                    <a:pt x="508" y="0"/>
                  </a:moveTo>
                  <a:cubicBezTo>
                    <a:pt x="320" y="0"/>
                    <a:pt x="167" y="157"/>
                    <a:pt x="160" y="347"/>
                  </a:cubicBezTo>
                  <a:lnTo>
                    <a:pt x="0" y="5938"/>
                  </a:lnTo>
                  <a:cubicBezTo>
                    <a:pt x="4" y="6175"/>
                    <a:pt x="185" y="6297"/>
                    <a:pt x="365" y="6297"/>
                  </a:cubicBezTo>
                  <a:cubicBezTo>
                    <a:pt x="537" y="6297"/>
                    <a:pt x="708" y="6186"/>
                    <a:pt x="722" y="5958"/>
                  </a:cubicBezTo>
                  <a:lnTo>
                    <a:pt x="881" y="368"/>
                  </a:lnTo>
                  <a:cubicBezTo>
                    <a:pt x="888" y="167"/>
                    <a:pt x="722" y="0"/>
                    <a:pt x="521" y="0"/>
                  </a:cubicBezTo>
                  <a:cubicBezTo>
                    <a:pt x="517" y="0"/>
                    <a:pt x="513" y="0"/>
                    <a:pt x="508" y="0"/>
                  </a:cubicBezTo>
                  <a:close/>
                </a:path>
              </a:pathLst>
            </a:custGeom>
            <a:solidFill>
              <a:srgbClr val="667E9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666" name="Google Shape;10666;p41"/>
            <p:cNvSpPr/>
            <p:nvPr/>
          </p:nvSpPr>
          <p:spPr>
            <a:xfrm>
              <a:off x="6470423" y="2430912"/>
              <a:ext cx="23356" cy="165438"/>
            </a:xfrm>
            <a:custGeom>
              <a:rect b="b" l="l" r="r" t="t"/>
              <a:pathLst>
                <a:path extrusionOk="0" h="6297" w="889">
                  <a:moveTo>
                    <a:pt x="381" y="0"/>
                  </a:moveTo>
                  <a:cubicBezTo>
                    <a:pt x="377" y="0"/>
                    <a:pt x="373" y="0"/>
                    <a:pt x="368" y="0"/>
                  </a:cubicBezTo>
                  <a:cubicBezTo>
                    <a:pt x="160" y="0"/>
                    <a:pt x="1" y="167"/>
                    <a:pt x="8" y="368"/>
                  </a:cubicBezTo>
                  <a:lnTo>
                    <a:pt x="160" y="5958"/>
                  </a:lnTo>
                  <a:cubicBezTo>
                    <a:pt x="177" y="6186"/>
                    <a:pt x="350" y="6297"/>
                    <a:pt x="523" y="6297"/>
                  </a:cubicBezTo>
                  <a:cubicBezTo>
                    <a:pt x="704" y="6297"/>
                    <a:pt x="885" y="6175"/>
                    <a:pt x="889" y="5938"/>
                  </a:cubicBezTo>
                  <a:lnTo>
                    <a:pt x="729" y="347"/>
                  </a:lnTo>
                  <a:cubicBezTo>
                    <a:pt x="722" y="157"/>
                    <a:pt x="569" y="0"/>
                    <a:pt x="381" y="0"/>
                  </a:cubicBezTo>
                  <a:close/>
                </a:path>
              </a:pathLst>
            </a:custGeom>
            <a:solidFill>
              <a:srgbClr val="667E9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667" name="Google Shape;10667;p41"/>
            <p:cNvSpPr/>
            <p:nvPr/>
          </p:nvSpPr>
          <p:spPr>
            <a:xfrm>
              <a:off x="6529668" y="2430912"/>
              <a:ext cx="18233" cy="165858"/>
            </a:xfrm>
            <a:custGeom>
              <a:rect b="b" l="l" r="r" t="t"/>
              <a:pathLst>
                <a:path extrusionOk="0" h="6313" w="694">
                  <a:moveTo>
                    <a:pt x="338" y="0"/>
                  </a:moveTo>
                  <a:cubicBezTo>
                    <a:pt x="334" y="0"/>
                    <a:pt x="330" y="0"/>
                    <a:pt x="326" y="0"/>
                  </a:cubicBezTo>
                  <a:lnTo>
                    <a:pt x="319" y="0"/>
                  </a:lnTo>
                  <a:cubicBezTo>
                    <a:pt x="333" y="42"/>
                    <a:pt x="347" y="90"/>
                    <a:pt x="347" y="139"/>
                  </a:cubicBezTo>
                  <a:lnTo>
                    <a:pt x="347" y="5730"/>
                  </a:lnTo>
                  <a:cubicBezTo>
                    <a:pt x="347" y="5924"/>
                    <a:pt x="194" y="6083"/>
                    <a:pt x="0" y="6090"/>
                  </a:cubicBezTo>
                  <a:cubicBezTo>
                    <a:pt x="56" y="6222"/>
                    <a:pt x="187" y="6312"/>
                    <a:pt x="333" y="6312"/>
                  </a:cubicBezTo>
                  <a:cubicBezTo>
                    <a:pt x="527" y="6312"/>
                    <a:pt x="694" y="6146"/>
                    <a:pt x="694" y="5951"/>
                  </a:cubicBezTo>
                  <a:lnTo>
                    <a:pt x="694" y="361"/>
                  </a:lnTo>
                  <a:cubicBezTo>
                    <a:pt x="694" y="164"/>
                    <a:pt x="534" y="0"/>
                    <a:pt x="338" y="0"/>
                  </a:cubicBezTo>
                  <a:close/>
                </a:path>
              </a:pathLst>
            </a:custGeom>
            <a:solidFill>
              <a:srgbClr val="445D7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668" name="Google Shape;10668;p41"/>
            <p:cNvSpPr/>
            <p:nvPr/>
          </p:nvSpPr>
          <p:spPr>
            <a:xfrm>
              <a:off x="6583789" y="2430912"/>
              <a:ext cx="22437" cy="165858"/>
            </a:xfrm>
            <a:custGeom>
              <a:rect b="b" l="l" r="r" t="t"/>
              <a:pathLst>
                <a:path extrusionOk="0" h="6313" w="854">
                  <a:moveTo>
                    <a:pt x="498" y="0"/>
                  </a:moveTo>
                  <a:cubicBezTo>
                    <a:pt x="494" y="0"/>
                    <a:pt x="490" y="0"/>
                    <a:pt x="486" y="0"/>
                  </a:cubicBezTo>
                  <a:lnTo>
                    <a:pt x="472" y="0"/>
                  </a:lnTo>
                  <a:cubicBezTo>
                    <a:pt x="493" y="42"/>
                    <a:pt x="506" y="97"/>
                    <a:pt x="500" y="153"/>
                  </a:cubicBezTo>
                  <a:lnTo>
                    <a:pt x="347" y="5743"/>
                  </a:lnTo>
                  <a:cubicBezTo>
                    <a:pt x="340" y="5931"/>
                    <a:pt x="187" y="6083"/>
                    <a:pt x="0" y="6090"/>
                  </a:cubicBezTo>
                  <a:cubicBezTo>
                    <a:pt x="62" y="6243"/>
                    <a:pt x="194" y="6312"/>
                    <a:pt x="327" y="6312"/>
                  </a:cubicBezTo>
                  <a:cubicBezTo>
                    <a:pt x="508" y="6312"/>
                    <a:pt x="690" y="6183"/>
                    <a:pt x="694" y="5958"/>
                  </a:cubicBezTo>
                  <a:lnTo>
                    <a:pt x="846" y="368"/>
                  </a:lnTo>
                  <a:cubicBezTo>
                    <a:pt x="853" y="164"/>
                    <a:pt x="693" y="0"/>
                    <a:pt x="498" y="0"/>
                  </a:cubicBezTo>
                  <a:close/>
                </a:path>
              </a:pathLst>
            </a:custGeom>
            <a:solidFill>
              <a:srgbClr val="445D7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669" name="Google Shape;10669;p41"/>
            <p:cNvSpPr/>
            <p:nvPr/>
          </p:nvSpPr>
          <p:spPr>
            <a:xfrm>
              <a:off x="6475547" y="2430912"/>
              <a:ext cx="18338" cy="165963"/>
            </a:xfrm>
            <a:custGeom>
              <a:rect b="b" l="l" r="r" t="t"/>
              <a:pathLst>
                <a:path extrusionOk="0" h="6317" w="698">
                  <a:moveTo>
                    <a:pt x="160" y="0"/>
                  </a:moveTo>
                  <a:cubicBezTo>
                    <a:pt x="173" y="42"/>
                    <a:pt x="187" y="90"/>
                    <a:pt x="187" y="132"/>
                  </a:cubicBezTo>
                  <a:lnTo>
                    <a:pt x="347" y="5723"/>
                  </a:lnTo>
                  <a:cubicBezTo>
                    <a:pt x="347" y="5924"/>
                    <a:pt x="194" y="6090"/>
                    <a:pt x="0" y="6097"/>
                  </a:cubicBezTo>
                  <a:cubicBezTo>
                    <a:pt x="63" y="6248"/>
                    <a:pt x="192" y="6316"/>
                    <a:pt x="323" y="6316"/>
                  </a:cubicBezTo>
                  <a:cubicBezTo>
                    <a:pt x="510" y="6316"/>
                    <a:pt x="698" y="6177"/>
                    <a:pt x="694" y="5945"/>
                  </a:cubicBezTo>
                  <a:lnTo>
                    <a:pt x="534" y="347"/>
                  </a:lnTo>
                  <a:cubicBezTo>
                    <a:pt x="520" y="153"/>
                    <a:pt x="368" y="0"/>
                    <a:pt x="173" y="0"/>
                  </a:cubicBezTo>
                  <a:close/>
                </a:path>
              </a:pathLst>
            </a:custGeom>
            <a:solidFill>
              <a:srgbClr val="445D7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0670" name="Google Shape;10670;p41"/>
          <p:cNvGrpSpPr/>
          <p:nvPr/>
        </p:nvGrpSpPr>
        <p:grpSpPr>
          <a:xfrm>
            <a:off x="1342268" y="4161009"/>
            <a:ext cx="359565" cy="358094"/>
            <a:chOff x="1342268" y="4161009"/>
            <a:chExt cx="359565" cy="358094"/>
          </a:xfrm>
        </p:grpSpPr>
        <p:sp>
          <p:nvSpPr>
            <p:cNvPr id="10671" name="Google Shape;10671;p41"/>
            <p:cNvSpPr/>
            <p:nvPr/>
          </p:nvSpPr>
          <p:spPr>
            <a:xfrm>
              <a:off x="1342268" y="4371845"/>
              <a:ext cx="65077" cy="147257"/>
            </a:xfrm>
            <a:custGeom>
              <a:rect b="b" l="l" r="r" t="t"/>
              <a:pathLst>
                <a:path extrusionOk="0" h="5605" w="2477">
                  <a:moveTo>
                    <a:pt x="354" y="0"/>
                  </a:moveTo>
                  <a:cubicBezTo>
                    <a:pt x="160" y="0"/>
                    <a:pt x="1" y="160"/>
                    <a:pt x="1" y="354"/>
                  </a:cubicBezTo>
                  <a:lnTo>
                    <a:pt x="1" y="5605"/>
                  </a:lnTo>
                  <a:lnTo>
                    <a:pt x="2477" y="5605"/>
                  </a:lnTo>
                  <a:lnTo>
                    <a:pt x="2477" y="354"/>
                  </a:lnTo>
                  <a:cubicBezTo>
                    <a:pt x="2477" y="160"/>
                    <a:pt x="2310" y="0"/>
                    <a:pt x="2116" y="0"/>
                  </a:cubicBezTo>
                  <a:close/>
                </a:path>
              </a:pathLst>
            </a:custGeom>
            <a:solidFill>
              <a:srgbClr val="94A3B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672" name="Google Shape;10672;p41"/>
            <p:cNvSpPr/>
            <p:nvPr/>
          </p:nvSpPr>
          <p:spPr>
            <a:xfrm>
              <a:off x="1342268" y="4371845"/>
              <a:ext cx="31002" cy="147257"/>
            </a:xfrm>
            <a:custGeom>
              <a:rect b="b" l="l" r="r" t="t"/>
              <a:pathLst>
                <a:path extrusionOk="0" h="5605" w="1180">
                  <a:moveTo>
                    <a:pt x="354" y="0"/>
                  </a:moveTo>
                  <a:cubicBezTo>
                    <a:pt x="160" y="0"/>
                    <a:pt x="1" y="160"/>
                    <a:pt x="1" y="354"/>
                  </a:cubicBezTo>
                  <a:lnTo>
                    <a:pt x="1" y="5605"/>
                  </a:lnTo>
                  <a:lnTo>
                    <a:pt x="826" y="5605"/>
                  </a:lnTo>
                  <a:lnTo>
                    <a:pt x="826" y="354"/>
                  </a:lnTo>
                  <a:cubicBezTo>
                    <a:pt x="826" y="160"/>
                    <a:pt x="986" y="0"/>
                    <a:pt x="1180" y="0"/>
                  </a:cubicBezTo>
                  <a:close/>
                </a:path>
              </a:pathLst>
            </a:custGeom>
            <a:solidFill>
              <a:srgbClr val="657A8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673" name="Google Shape;10673;p41"/>
            <p:cNvSpPr/>
            <p:nvPr/>
          </p:nvSpPr>
          <p:spPr>
            <a:xfrm>
              <a:off x="1440501" y="4335589"/>
              <a:ext cx="65077" cy="183513"/>
            </a:xfrm>
            <a:custGeom>
              <a:rect b="b" l="l" r="r" t="t"/>
              <a:pathLst>
                <a:path extrusionOk="0" h="6985" w="2477">
                  <a:moveTo>
                    <a:pt x="354" y="0"/>
                  </a:moveTo>
                  <a:cubicBezTo>
                    <a:pt x="160" y="0"/>
                    <a:pt x="0" y="153"/>
                    <a:pt x="0" y="354"/>
                  </a:cubicBezTo>
                  <a:lnTo>
                    <a:pt x="0" y="6985"/>
                  </a:lnTo>
                  <a:lnTo>
                    <a:pt x="2476" y="6985"/>
                  </a:lnTo>
                  <a:lnTo>
                    <a:pt x="2476" y="354"/>
                  </a:lnTo>
                  <a:cubicBezTo>
                    <a:pt x="2476" y="153"/>
                    <a:pt x="2317" y="0"/>
                    <a:pt x="2116" y="0"/>
                  </a:cubicBezTo>
                  <a:close/>
                </a:path>
              </a:pathLst>
            </a:custGeom>
            <a:solidFill>
              <a:srgbClr val="4E677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674" name="Google Shape;10674;p41"/>
            <p:cNvSpPr/>
            <p:nvPr/>
          </p:nvSpPr>
          <p:spPr>
            <a:xfrm>
              <a:off x="1440501" y="4335589"/>
              <a:ext cx="31002" cy="183513"/>
            </a:xfrm>
            <a:custGeom>
              <a:rect b="b" l="l" r="r" t="t"/>
              <a:pathLst>
                <a:path extrusionOk="0" h="6985" w="1180">
                  <a:moveTo>
                    <a:pt x="354" y="0"/>
                  </a:moveTo>
                  <a:cubicBezTo>
                    <a:pt x="160" y="0"/>
                    <a:pt x="0" y="153"/>
                    <a:pt x="0" y="354"/>
                  </a:cubicBezTo>
                  <a:lnTo>
                    <a:pt x="0" y="6985"/>
                  </a:lnTo>
                  <a:lnTo>
                    <a:pt x="826" y="6985"/>
                  </a:lnTo>
                  <a:lnTo>
                    <a:pt x="826" y="354"/>
                  </a:lnTo>
                  <a:cubicBezTo>
                    <a:pt x="826" y="153"/>
                    <a:pt x="985" y="0"/>
                    <a:pt x="1179" y="0"/>
                  </a:cubicBezTo>
                  <a:close/>
                </a:path>
              </a:pathLst>
            </a:custGeom>
            <a:solidFill>
              <a:srgbClr val="657A8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675" name="Google Shape;10675;p41"/>
            <p:cNvSpPr/>
            <p:nvPr/>
          </p:nvSpPr>
          <p:spPr>
            <a:xfrm>
              <a:off x="1538707" y="4299123"/>
              <a:ext cx="64919" cy="219980"/>
            </a:xfrm>
            <a:custGeom>
              <a:rect b="b" l="l" r="r" t="t"/>
              <a:pathLst>
                <a:path extrusionOk="0" h="8373" w="2471">
                  <a:moveTo>
                    <a:pt x="355" y="1"/>
                  </a:moveTo>
                  <a:cubicBezTo>
                    <a:pt x="153" y="1"/>
                    <a:pt x="1" y="160"/>
                    <a:pt x="1" y="355"/>
                  </a:cubicBezTo>
                  <a:lnTo>
                    <a:pt x="1" y="8373"/>
                  </a:lnTo>
                  <a:lnTo>
                    <a:pt x="2470" y="8373"/>
                  </a:lnTo>
                  <a:lnTo>
                    <a:pt x="2470" y="355"/>
                  </a:lnTo>
                  <a:cubicBezTo>
                    <a:pt x="2470" y="160"/>
                    <a:pt x="2311" y="1"/>
                    <a:pt x="2116" y="1"/>
                  </a:cubicBezTo>
                  <a:close/>
                </a:path>
              </a:pathLst>
            </a:custGeom>
            <a:solidFill>
              <a:srgbClr val="C0CAD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676" name="Google Shape;10676;p41"/>
            <p:cNvSpPr/>
            <p:nvPr/>
          </p:nvSpPr>
          <p:spPr>
            <a:xfrm>
              <a:off x="1538707" y="4299123"/>
              <a:ext cx="31002" cy="219980"/>
            </a:xfrm>
            <a:custGeom>
              <a:rect b="b" l="l" r="r" t="t"/>
              <a:pathLst>
                <a:path extrusionOk="0" h="8373" w="1180">
                  <a:moveTo>
                    <a:pt x="355" y="1"/>
                  </a:moveTo>
                  <a:cubicBezTo>
                    <a:pt x="153" y="1"/>
                    <a:pt x="1" y="160"/>
                    <a:pt x="1" y="355"/>
                  </a:cubicBezTo>
                  <a:lnTo>
                    <a:pt x="1" y="8373"/>
                  </a:lnTo>
                  <a:lnTo>
                    <a:pt x="826" y="8373"/>
                  </a:lnTo>
                  <a:lnTo>
                    <a:pt x="826" y="355"/>
                  </a:lnTo>
                  <a:cubicBezTo>
                    <a:pt x="826" y="160"/>
                    <a:pt x="986" y="1"/>
                    <a:pt x="1180" y="1"/>
                  </a:cubicBezTo>
                  <a:close/>
                </a:path>
              </a:pathLst>
            </a:custGeom>
            <a:solidFill>
              <a:srgbClr val="A9B7C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677" name="Google Shape;10677;p41"/>
            <p:cNvSpPr/>
            <p:nvPr/>
          </p:nvSpPr>
          <p:spPr>
            <a:xfrm>
              <a:off x="1636940" y="4262683"/>
              <a:ext cx="64893" cy="256420"/>
            </a:xfrm>
            <a:custGeom>
              <a:rect b="b" l="l" r="r" t="t"/>
              <a:pathLst>
                <a:path extrusionOk="0" h="9760" w="2470">
                  <a:moveTo>
                    <a:pt x="354" y="1"/>
                  </a:moveTo>
                  <a:cubicBezTo>
                    <a:pt x="153" y="1"/>
                    <a:pt x="0" y="160"/>
                    <a:pt x="0" y="354"/>
                  </a:cubicBezTo>
                  <a:lnTo>
                    <a:pt x="0" y="9760"/>
                  </a:lnTo>
                  <a:lnTo>
                    <a:pt x="2470" y="9760"/>
                  </a:lnTo>
                  <a:lnTo>
                    <a:pt x="2470" y="354"/>
                  </a:lnTo>
                  <a:cubicBezTo>
                    <a:pt x="2470" y="160"/>
                    <a:pt x="2310" y="1"/>
                    <a:pt x="2116" y="1"/>
                  </a:cubicBezTo>
                  <a:close/>
                </a:path>
              </a:pathLst>
            </a:custGeom>
            <a:solidFill>
              <a:srgbClr val="657A8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678" name="Google Shape;10678;p41"/>
            <p:cNvSpPr/>
            <p:nvPr/>
          </p:nvSpPr>
          <p:spPr>
            <a:xfrm>
              <a:off x="1636940" y="4262683"/>
              <a:ext cx="31002" cy="256420"/>
            </a:xfrm>
            <a:custGeom>
              <a:rect b="b" l="l" r="r" t="t"/>
              <a:pathLst>
                <a:path extrusionOk="0" h="9760" w="1180">
                  <a:moveTo>
                    <a:pt x="354" y="1"/>
                  </a:moveTo>
                  <a:cubicBezTo>
                    <a:pt x="153" y="1"/>
                    <a:pt x="0" y="160"/>
                    <a:pt x="0" y="354"/>
                  </a:cubicBezTo>
                  <a:lnTo>
                    <a:pt x="0" y="9760"/>
                  </a:lnTo>
                  <a:lnTo>
                    <a:pt x="826" y="9760"/>
                  </a:lnTo>
                  <a:lnTo>
                    <a:pt x="826" y="354"/>
                  </a:lnTo>
                  <a:cubicBezTo>
                    <a:pt x="826" y="160"/>
                    <a:pt x="978" y="1"/>
                    <a:pt x="1180" y="1"/>
                  </a:cubicBezTo>
                  <a:close/>
                </a:path>
              </a:pathLst>
            </a:custGeom>
            <a:solidFill>
              <a:srgbClr val="4E677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679" name="Google Shape;10679;p41"/>
            <p:cNvSpPr/>
            <p:nvPr/>
          </p:nvSpPr>
          <p:spPr>
            <a:xfrm>
              <a:off x="1357953" y="4161009"/>
              <a:ext cx="333687" cy="134699"/>
            </a:xfrm>
            <a:custGeom>
              <a:rect b="b" l="l" r="r" t="t"/>
              <a:pathLst>
                <a:path extrusionOk="0" h="5127" w="12701">
                  <a:moveTo>
                    <a:pt x="10208" y="0"/>
                  </a:moveTo>
                  <a:cubicBezTo>
                    <a:pt x="10033" y="0"/>
                    <a:pt x="9921" y="204"/>
                    <a:pt x="10030" y="354"/>
                  </a:cubicBezTo>
                  <a:lnTo>
                    <a:pt x="10391" y="874"/>
                  </a:lnTo>
                  <a:cubicBezTo>
                    <a:pt x="9177" y="1603"/>
                    <a:pt x="5292" y="3649"/>
                    <a:pt x="0" y="3649"/>
                  </a:cubicBezTo>
                  <a:lnTo>
                    <a:pt x="0" y="5126"/>
                  </a:lnTo>
                  <a:cubicBezTo>
                    <a:pt x="2879" y="5112"/>
                    <a:pt x="5729" y="4557"/>
                    <a:pt x="8400" y="3489"/>
                  </a:cubicBezTo>
                  <a:cubicBezTo>
                    <a:pt x="9378" y="3101"/>
                    <a:pt x="10328" y="2636"/>
                    <a:pt x="11237" y="2088"/>
                  </a:cubicBezTo>
                  <a:lnTo>
                    <a:pt x="11556" y="2553"/>
                  </a:lnTo>
                  <a:cubicBezTo>
                    <a:pt x="11601" y="2616"/>
                    <a:pt x="11670" y="2646"/>
                    <a:pt x="11739" y="2646"/>
                  </a:cubicBezTo>
                  <a:cubicBezTo>
                    <a:pt x="11830" y="2646"/>
                    <a:pt x="11920" y="2593"/>
                    <a:pt x="11951" y="2490"/>
                  </a:cubicBezTo>
                  <a:lnTo>
                    <a:pt x="12659" y="375"/>
                  </a:lnTo>
                  <a:cubicBezTo>
                    <a:pt x="12700" y="229"/>
                    <a:pt x="12603" y="84"/>
                    <a:pt x="12451" y="84"/>
                  </a:cubicBezTo>
                  <a:lnTo>
                    <a:pt x="10217" y="0"/>
                  </a:lnTo>
                  <a:cubicBezTo>
                    <a:pt x="10214" y="0"/>
                    <a:pt x="10211" y="0"/>
                    <a:pt x="10208" y="0"/>
                  </a:cubicBezTo>
                  <a:close/>
                </a:path>
              </a:pathLst>
            </a:custGeom>
            <a:solidFill>
              <a:srgbClr val="657A8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0680" name="Google Shape;10680;p41"/>
          <p:cNvGrpSpPr/>
          <p:nvPr/>
        </p:nvGrpSpPr>
        <p:grpSpPr>
          <a:xfrm>
            <a:off x="1913012" y="2764940"/>
            <a:ext cx="417522" cy="374252"/>
            <a:chOff x="1913012" y="2764940"/>
            <a:chExt cx="417522" cy="374252"/>
          </a:xfrm>
        </p:grpSpPr>
        <p:sp>
          <p:nvSpPr>
            <p:cNvPr id="10681" name="Google Shape;10681;p41"/>
            <p:cNvSpPr/>
            <p:nvPr/>
          </p:nvSpPr>
          <p:spPr>
            <a:xfrm>
              <a:off x="2010693" y="2813676"/>
              <a:ext cx="285214" cy="163494"/>
            </a:xfrm>
            <a:custGeom>
              <a:rect b="b" l="l" r="r" t="t"/>
              <a:pathLst>
                <a:path extrusionOk="0" h="6223" w="10856">
                  <a:moveTo>
                    <a:pt x="3594" y="2591"/>
                  </a:moveTo>
                  <a:lnTo>
                    <a:pt x="3594" y="4034"/>
                  </a:lnTo>
                  <a:lnTo>
                    <a:pt x="2151" y="4034"/>
                  </a:lnTo>
                  <a:lnTo>
                    <a:pt x="2151" y="2591"/>
                  </a:lnTo>
                  <a:close/>
                  <a:moveTo>
                    <a:pt x="5508" y="2591"/>
                  </a:moveTo>
                  <a:lnTo>
                    <a:pt x="5508" y="4034"/>
                  </a:lnTo>
                  <a:lnTo>
                    <a:pt x="4072" y="4034"/>
                  </a:lnTo>
                  <a:lnTo>
                    <a:pt x="4072" y="2591"/>
                  </a:lnTo>
                  <a:close/>
                  <a:moveTo>
                    <a:pt x="7422" y="2591"/>
                  </a:moveTo>
                  <a:lnTo>
                    <a:pt x="7422" y="4034"/>
                  </a:lnTo>
                  <a:lnTo>
                    <a:pt x="5986" y="4034"/>
                  </a:lnTo>
                  <a:lnTo>
                    <a:pt x="5986" y="2591"/>
                  </a:lnTo>
                  <a:close/>
                  <a:moveTo>
                    <a:pt x="9337" y="2591"/>
                  </a:moveTo>
                  <a:lnTo>
                    <a:pt x="9344" y="4034"/>
                  </a:lnTo>
                  <a:lnTo>
                    <a:pt x="7901" y="4034"/>
                  </a:lnTo>
                  <a:lnTo>
                    <a:pt x="7901" y="2591"/>
                  </a:lnTo>
                  <a:close/>
                  <a:moveTo>
                    <a:pt x="1915" y="1"/>
                  </a:moveTo>
                  <a:cubicBezTo>
                    <a:pt x="1797" y="1"/>
                    <a:pt x="1679" y="80"/>
                    <a:pt x="1679" y="240"/>
                  </a:cubicBezTo>
                  <a:lnTo>
                    <a:pt x="1679" y="2113"/>
                  </a:lnTo>
                  <a:lnTo>
                    <a:pt x="320" y="2113"/>
                  </a:lnTo>
                  <a:cubicBezTo>
                    <a:pt x="1" y="2113"/>
                    <a:pt x="1" y="2591"/>
                    <a:pt x="320" y="2591"/>
                  </a:cubicBezTo>
                  <a:lnTo>
                    <a:pt x="1679" y="2591"/>
                  </a:lnTo>
                  <a:lnTo>
                    <a:pt x="1679" y="4027"/>
                  </a:lnTo>
                  <a:lnTo>
                    <a:pt x="916" y="4027"/>
                  </a:lnTo>
                  <a:cubicBezTo>
                    <a:pt x="597" y="4027"/>
                    <a:pt x="597" y="4506"/>
                    <a:pt x="916" y="4506"/>
                  </a:cubicBezTo>
                  <a:lnTo>
                    <a:pt x="1679" y="4506"/>
                  </a:lnTo>
                  <a:lnTo>
                    <a:pt x="1679" y="5865"/>
                  </a:lnTo>
                  <a:cubicBezTo>
                    <a:pt x="1679" y="6025"/>
                    <a:pt x="1797" y="6104"/>
                    <a:pt x="1915" y="6104"/>
                  </a:cubicBezTo>
                  <a:cubicBezTo>
                    <a:pt x="2033" y="6104"/>
                    <a:pt x="2151" y="6025"/>
                    <a:pt x="2151" y="5865"/>
                  </a:cubicBezTo>
                  <a:lnTo>
                    <a:pt x="2151" y="4506"/>
                  </a:lnTo>
                  <a:lnTo>
                    <a:pt x="3594" y="4506"/>
                  </a:lnTo>
                  <a:lnTo>
                    <a:pt x="3594" y="5983"/>
                  </a:lnTo>
                  <a:cubicBezTo>
                    <a:pt x="3594" y="6143"/>
                    <a:pt x="3711" y="6222"/>
                    <a:pt x="3830" y="6222"/>
                  </a:cubicBezTo>
                  <a:cubicBezTo>
                    <a:pt x="3949" y="6222"/>
                    <a:pt x="4069" y="6143"/>
                    <a:pt x="4072" y="5983"/>
                  </a:cubicBezTo>
                  <a:lnTo>
                    <a:pt x="4072" y="4506"/>
                  </a:lnTo>
                  <a:lnTo>
                    <a:pt x="5508" y="4506"/>
                  </a:lnTo>
                  <a:lnTo>
                    <a:pt x="5508" y="5983"/>
                  </a:lnTo>
                  <a:cubicBezTo>
                    <a:pt x="5508" y="6143"/>
                    <a:pt x="5628" y="6222"/>
                    <a:pt x="5747" y="6222"/>
                  </a:cubicBezTo>
                  <a:cubicBezTo>
                    <a:pt x="5867" y="6222"/>
                    <a:pt x="5986" y="6143"/>
                    <a:pt x="5986" y="5983"/>
                  </a:cubicBezTo>
                  <a:lnTo>
                    <a:pt x="5986" y="4506"/>
                  </a:lnTo>
                  <a:lnTo>
                    <a:pt x="7422" y="4506"/>
                  </a:lnTo>
                  <a:lnTo>
                    <a:pt x="7422" y="5983"/>
                  </a:lnTo>
                  <a:cubicBezTo>
                    <a:pt x="7422" y="6143"/>
                    <a:pt x="7542" y="6222"/>
                    <a:pt x="7662" y="6222"/>
                  </a:cubicBezTo>
                  <a:cubicBezTo>
                    <a:pt x="7781" y="6222"/>
                    <a:pt x="7901" y="6143"/>
                    <a:pt x="7901" y="5983"/>
                  </a:cubicBezTo>
                  <a:lnTo>
                    <a:pt x="7901" y="4506"/>
                  </a:lnTo>
                  <a:lnTo>
                    <a:pt x="9344" y="4506"/>
                  </a:lnTo>
                  <a:lnTo>
                    <a:pt x="9344" y="5983"/>
                  </a:lnTo>
                  <a:cubicBezTo>
                    <a:pt x="9344" y="6143"/>
                    <a:pt x="9462" y="6222"/>
                    <a:pt x="9579" y="6222"/>
                  </a:cubicBezTo>
                  <a:cubicBezTo>
                    <a:pt x="9697" y="6222"/>
                    <a:pt x="9815" y="6143"/>
                    <a:pt x="9815" y="5983"/>
                  </a:cubicBezTo>
                  <a:lnTo>
                    <a:pt x="9815" y="4506"/>
                  </a:lnTo>
                  <a:lnTo>
                    <a:pt x="10016" y="4506"/>
                  </a:lnTo>
                  <a:cubicBezTo>
                    <a:pt x="10329" y="4506"/>
                    <a:pt x="10329" y="4027"/>
                    <a:pt x="10016" y="4027"/>
                  </a:cubicBezTo>
                  <a:lnTo>
                    <a:pt x="9815" y="4027"/>
                  </a:lnTo>
                  <a:lnTo>
                    <a:pt x="9815" y="2591"/>
                  </a:lnTo>
                  <a:lnTo>
                    <a:pt x="10544" y="2591"/>
                  </a:lnTo>
                  <a:cubicBezTo>
                    <a:pt x="10856" y="2591"/>
                    <a:pt x="10856" y="2113"/>
                    <a:pt x="10544" y="2113"/>
                  </a:cubicBezTo>
                  <a:lnTo>
                    <a:pt x="9815" y="2113"/>
                  </a:lnTo>
                  <a:lnTo>
                    <a:pt x="9815" y="240"/>
                  </a:lnTo>
                  <a:cubicBezTo>
                    <a:pt x="9815" y="80"/>
                    <a:pt x="9696" y="1"/>
                    <a:pt x="9576" y="1"/>
                  </a:cubicBezTo>
                  <a:cubicBezTo>
                    <a:pt x="9456" y="1"/>
                    <a:pt x="9337" y="80"/>
                    <a:pt x="9337" y="240"/>
                  </a:cubicBezTo>
                  <a:lnTo>
                    <a:pt x="9337" y="2113"/>
                  </a:lnTo>
                  <a:lnTo>
                    <a:pt x="7901" y="2113"/>
                  </a:lnTo>
                  <a:lnTo>
                    <a:pt x="7901" y="240"/>
                  </a:lnTo>
                  <a:cubicBezTo>
                    <a:pt x="7901" y="80"/>
                    <a:pt x="7781" y="1"/>
                    <a:pt x="7662" y="1"/>
                  </a:cubicBezTo>
                  <a:cubicBezTo>
                    <a:pt x="7542" y="1"/>
                    <a:pt x="7422" y="80"/>
                    <a:pt x="7422" y="240"/>
                  </a:cubicBezTo>
                  <a:lnTo>
                    <a:pt x="7422" y="2113"/>
                  </a:lnTo>
                  <a:lnTo>
                    <a:pt x="5980" y="2113"/>
                  </a:lnTo>
                  <a:lnTo>
                    <a:pt x="5980" y="240"/>
                  </a:lnTo>
                  <a:cubicBezTo>
                    <a:pt x="5980" y="80"/>
                    <a:pt x="5862" y="1"/>
                    <a:pt x="5744" y="1"/>
                  </a:cubicBezTo>
                  <a:cubicBezTo>
                    <a:pt x="5626" y="1"/>
                    <a:pt x="5508" y="80"/>
                    <a:pt x="5508" y="240"/>
                  </a:cubicBezTo>
                  <a:lnTo>
                    <a:pt x="5508" y="2113"/>
                  </a:lnTo>
                  <a:lnTo>
                    <a:pt x="4072" y="2113"/>
                  </a:lnTo>
                  <a:lnTo>
                    <a:pt x="4072" y="240"/>
                  </a:lnTo>
                  <a:cubicBezTo>
                    <a:pt x="4072" y="80"/>
                    <a:pt x="3954" y="1"/>
                    <a:pt x="3836" y="1"/>
                  </a:cubicBezTo>
                  <a:cubicBezTo>
                    <a:pt x="3718" y="1"/>
                    <a:pt x="3600" y="80"/>
                    <a:pt x="3600" y="240"/>
                  </a:cubicBezTo>
                  <a:lnTo>
                    <a:pt x="3600" y="2113"/>
                  </a:lnTo>
                  <a:lnTo>
                    <a:pt x="2151" y="2113"/>
                  </a:lnTo>
                  <a:lnTo>
                    <a:pt x="2151" y="240"/>
                  </a:lnTo>
                  <a:cubicBezTo>
                    <a:pt x="2151" y="80"/>
                    <a:pt x="2033" y="1"/>
                    <a:pt x="1915" y="1"/>
                  </a:cubicBezTo>
                  <a:close/>
                </a:path>
              </a:pathLst>
            </a:custGeom>
            <a:solidFill>
              <a:srgbClr val="D1D8D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682" name="Google Shape;10682;p41"/>
            <p:cNvSpPr/>
            <p:nvPr/>
          </p:nvSpPr>
          <p:spPr>
            <a:xfrm>
              <a:off x="2022174" y="3062529"/>
              <a:ext cx="89694" cy="76663"/>
            </a:xfrm>
            <a:custGeom>
              <a:rect b="b" l="l" r="r" t="t"/>
              <a:pathLst>
                <a:path extrusionOk="0" h="2918" w="3414">
                  <a:moveTo>
                    <a:pt x="1957" y="0"/>
                  </a:moveTo>
                  <a:cubicBezTo>
                    <a:pt x="653" y="0"/>
                    <a:pt x="1" y="1568"/>
                    <a:pt x="923" y="2490"/>
                  </a:cubicBezTo>
                  <a:cubicBezTo>
                    <a:pt x="1218" y="2786"/>
                    <a:pt x="1583" y="2918"/>
                    <a:pt x="1940" y="2918"/>
                  </a:cubicBezTo>
                  <a:cubicBezTo>
                    <a:pt x="2691" y="2918"/>
                    <a:pt x="3413" y="2335"/>
                    <a:pt x="3413" y="1457"/>
                  </a:cubicBezTo>
                  <a:cubicBezTo>
                    <a:pt x="3413" y="652"/>
                    <a:pt x="2761" y="0"/>
                    <a:pt x="1957" y="0"/>
                  </a:cubicBezTo>
                  <a:close/>
                </a:path>
              </a:pathLst>
            </a:custGeom>
            <a:solidFill>
              <a:srgbClr val="203B5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683" name="Google Shape;10683;p41"/>
            <p:cNvSpPr/>
            <p:nvPr/>
          </p:nvSpPr>
          <p:spPr>
            <a:xfrm>
              <a:off x="2050233" y="3083284"/>
              <a:ext cx="40670" cy="34969"/>
            </a:xfrm>
            <a:custGeom>
              <a:rect b="b" l="l" r="r" t="t"/>
              <a:pathLst>
                <a:path extrusionOk="0" h="1331" w="1548">
                  <a:moveTo>
                    <a:pt x="889" y="1"/>
                  </a:moveTo>
                  <a:cubicBezTo>
                    <a:pt x="299" y="1"/>
                    <a:pt x="1" y="715"/>
                    <a:pt x="417" y="1131"/>
                  </a:cubicBezTo>
                  <a:cubicBezTo>
                    <a:pt x="552" y="1269"/>
                    <a:pt x="719" y="1330"/>
                    <a:pt x="882" y="1330"/>
                  </a:cubicBezTo>
                  <a:cubicBezTo>
                    <a:pt x="1222" y="1330"/>
                    <a:pt x="1547" y="1065"/>
                    <a:pt x="1547" y="667"/>
                  </a:cubicBezTo>
                  <a:cubicBezTo>
                    <a:pt x="1547" y="299"/>
                    <a:pt x="1249" y="1"/>
                    <a:pt x="889" y="1"/>
                  </a:cubicBezTo>
                  <a:close/>
                </a:path>
              </a:pathLst>
            </a:custGeom>
            <a:solidFill>
              <a:srgbClr val="435D7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684" name="Google Shape;10684;p41"/>
            <p:cNvSpPr/>
            <p:nvPr/>
          </p:nvSpPr>
          <p:spPr>
            <a:xfrm>
              <a:off x="2174344" y="3062529"/>
              <a:ext cx="89668" cy="76663"/>
            </a:xfrm>
            <a:custGeom>
              <a:rect b="b" l="l" r="r" t="t"/>
              <a:pathLst>
                <a:path extrusionOk="0" h="2918" w="3413">
                  <a:moveTo>
                    <a:pt x="1956" y="0"/>
                  </a:moveTo>
                  <a:cubicBezTo>
                    <a:pt x="652" y="0"/>
                    <a:pt x="0" y="1568"/>
                    <a:pt x="923" y="2490"/>
                  </a:cubicBezTo>
                  <a:cubicBezTo>
                    <a:pt x="1218" y="2786"/>
                    <a:pt x="1582" y="2918"/>
                    <a:pt x="1940" y="2918"/>
                  </a:cubicBezTo>
                  <a:cubicBezTo>
                    <a:pt x="2691" y="2918"/>
                    <a:pt x="3413" y="2335"/>
                    <a:pt x="3413" y="1457"/>
                  </a:cubicBezTo>
                  <a:cubicBezTo>
                    <a:pt x="3413" y="652"/>
                    <a:pt x="2761" y="0"/>
                    <a:pt x="1956" y="0"/>
                  </a:cubicBezTo>
                  <a:close/>
                </a:path>
              </a:pathLst>
            </a:custGeom>
            <a:solidFill>
              <a:srgbClr val="203B5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685" name="Google Shape;10685;p41"/>
            <p:cNvSpPr/>
            <p:nvPr/>
          </p:nvSpPr>
          <p:spPr>
            <a:xfrm>
              <a:off x="2202219" y="3083284"/>
              <a:ext cx="40854" cy="34969"/>
            </a:xfrm>
            <a:custGeom>
              <a:rect b="b" l="l" r="r" t="t"/>
              <a:pathLst>
                <a:path extrusionOk="0" h="1331" w="1555">
                  <a:moveTo>
                    <a:pt x="888" y="1"/>
                  </a:moveTo>
                  <a:cubicBezTo>
                    <a:pt x="299" y="1"/>
                    <a:pt x="0" y="715"/>
                    <a:pt x="417" y="1131"/>
                  </a:cubicBezTo>
                  <a:cubicBezTo>
                    <a:pt x="554" y="1269"/>
                    <a:pt x="722" y="1330"/>
                    <a:pt x="887" y="1330"/>
                  </a:cubicBezTo>
                  <a:cubicBezTo>
                    <a:pt x="1228" y="1330"/>
                    <a:pt x="1554" y="1065"/>
                    <a:pt x="1554" y="667"/>
                  </a:cubicBezTo>
                  <a:cubicBezTo>
                    <a:pt x="1554" y="299"/>
                    <a:pt x="1256" y="1"/>
                    <a:pt x="888" y="1"/>
                  </a:cubicBezTo>
                  <a:close/>
                </a:path>
              </a:pathLst>
            </a:custGeom>
            <a:solidFill>
              <a:srgbClr val="435D7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686" name="Google Shape;10686;p41"/>
            <p:cNvSpPr/>
            <p:nvPr/>
          </p:nvSpPr>
          <p:spPr>
            <a:xfrm>
              <a:off x="1995376" y="2792632"/>
              <a:ext cx="335158" cy="174975"/>
            </a:xfrm>
            <a:custGeom>
              <a:rect b="b" l="l" r="r" t="t"/>
              <a:pathLst>
                <a:path extrusionOk="0" h="6660" w="12757">
                  <a:moveTo>
                    <a:pt x="1" y="1"/>
                  </a:moveTo>
                  <a:lnTo>
                    <a:pt x="445" y="1263"/>
                  </a:lnTo>
                  <a:lnTo>
                    <a:pt x="11335" y="1263"/>
                  </a:lnTo>
                  <a:lnTo>
                    <a:pt x="10086" y="6659"/>
                  </a:lnTo>
                  <a:lnTo>
                    <a:pt x="11390" y="6659"/>
                  </a:lnTo>
                  <a:lnTo>
                    <a:pt x="12576" y="1506"/>
                  </a:lnTo>
                  <a:cubicBezTo>
                    <a:pt x="12757" y="736"/>
                    <a:pt x="12167" y="1"/>
                    <a:pt x="11376" y="1"/>
                  </a:cubicBezTo>
                  <a:close/>
                </a:path>
              </a:pathLst>
            </a:custGeom>
            <a:solidFill>
              <a:srgbClr val="96A7B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687" name="Google Shape;10687;p41"/>
            <p:cNvSpPr/>
            <p:nvPr/>
          </p:nvSpPr>
          <p:spPr>
            <a:xfrm>
              <a:off x="2273654" y="2792632"/>
              <a:ext cx="56696" cy="174975"/>
            </a:xfrm>
            <a:custGeom>
              <a:rect b="b" l="l" r="r" t="t"/>
              <a:pathLst>
                <a:path extrusionOk="0" h="6660" w="2158">
                  <a:moveTo>
                    <a:pt x="0" y="1"/>
                  </a:moveTo>
                  <a:cubicBezTo>
                    <a:pt x="791" y="1"/>
                    <a:pt x="1374" y="736"/>
                    <a:pt x="1200" y="1506"/>
                  </a:cubicBezTo>
                  <a:lnTo>
                    <a:pt x="14" y="6659"/>
                  </a:lnTo>
                  <a:lnTo>
                    <a:pt x="791" y="6659"/>
                  </a:lnTo>
                  <a:lnTo>
                    <a:pt x="1977" y="1506"/>
                  </a:lnTo>
                  <a:cubicBezTo>
                    <a:pt x="2158" y="736"/>
                    <a:pt x="1575" y="1"/>
                    <a:pt x="784" y="1"/>
                  </a:cubicBezTo>
                  <a:close/>
                </a:path>
              </a:pathLst>
            </a:custGeom>
            <a:solidFill>
              <a:srgbClr val="49627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688" name="Google Shape;10688;p41"/>
            <p:cNvSpPr/>
            <p:nvPr/>
          </p:nvSpPr>
          <p:spPr>
            <a:xfrm>
              <a:off x="1913012" y="2764940"/>
              <a:ext cx="412610" cy="236006"/>
            </a:xfrm>
            <a:custGeom>
              <a:rect b="b" l="l" r="r" t="t"/>
              <a:pathLst>
                <a:path extrusionOk="0" h="8983" w="15705">
                  <a:moveTo>
                    <a:pt x="632" y="0"/>
                  </a:moveTo>
                  <a:cubicBezTo>
                    <a:pt x="278" y="0"/>
                    <a:pt x="1" y="285"/>
                    <a:pt x="1" y="631"/>
                  </a:cubicBezTo>
                  <a:cubicBezTo>
                    <a:pt x="1" y="978"/>
                    <a:pt x="278" y="1263"/>
                    <a:pt x="632" y="1263"/>
                  </a:cubicBezTo>
                  <a:lnTo>
                    <a:pt x="1769" y="1263"/>
                  </a:lnTo>
                  <a:cubicBezTo>
                    <a:pt x="1825" y="1263"/>
                    <a:pt x="1880" y="1297"/>
                    <a:pt x="1901" y="1353"/>
                  </a:cubicBezTo>
                  <a:lnTo>
                    <a:pt x="4045" y="7408"/>
                  </a:lnTo>
                  <a:cubicBezTo>
                    <a:pt x="4447" y="8358"/>
                    <a:pt x="5383" y="8983"/>
                    <a:pt x="6417" y="8983"/>
                  </a:cubicBezTo>
                  <a:lnTo>
                    <a:pt x="15073" y="8983"/>
                  </a:lnTo>
                  <a:cubicBezTo>
                    <a:pt x="15420" y="8983"/>
                    <a:pt x="15704" y="8698"/>
                    <a:pt x="15704" y="8344"/>
                  </a:cubicBezTo>
                  <a:cubicBezTo>
                    <a:pt x="15704" y="7998"/>
                    <a:pt x="15420" y="7713"/>
                    <a:pt x="15073" y="7713"/>
                  </a:cubicBezTo>
                  <a:lnTo>
                    <a:pt x="6417" y="7713"/>
                  </a:lnTo>
                  <a:cubicBezTo>
                    <a:pt x="5890" y="7713"/>
                    <a:pt x="5411" y="7401"/>
                    <a:pt x="5203" y="6909"/>
                  </a:cubicBezTo>
                  <a:lnTo>
                    <a:pt x="3060" y="853"/>
                  </a:lnTo>
                  <a:cubicBezTo>
                    <a:pt x="2845" y="340"/>
                    <a:pt x="2331" y="0"/>
                    <a:pt x="1769" y="0"/>
                  </a:cubicBezTo>
                  <a:close/>
                </a:path>
              </a:pathLst>
            </a:custGeom>
            <a:solidFill>
              <a:srgbClr val="96A7B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689" name="Google Shape;10689;p41"/>
            <p:cNvSpPr/>
            <p:nvPr/>
          </p:nvSpPr>
          <p:spPr>
            <a:xfrm>
              <a:off x="2026903" y="2967580"/>
              <a:ext cx="299270" cy="33182"/>
            </a:xfrm>
            <a:custGeom>
              <a:rect b="b" l="l" r="r" t="t"/>
              <a:pathLst>
                <a:path extrusionOk="0" h="1263" w="11391">
                  <a:moveTo>
                    <a:pt x="10801" y="0"/>
                  </a:moveTo>
                  <a:cubicBezTo>
                    <a:pt x="10807" y="21"/>
                    <a:pt x="10807" y="42"/>
                    <a:pt x="10801" y="63"/>
                  </a:cubicBezTo>
                  <a:cubicBezTo>
                    <a:pt x="10801" y="409"/>
                    <a:pt x="10523" y="694"/>
                    <a:pt x="10169" y="694"/>
                  </a:cubicBezTo>
                  <a:lnTo>
                    <a:pt x="1513" y="694"/>
                  </a:lnTo>
                  <a:cubicBezTo>
                    <a:pt x="972" y="694"/>
                    <a:pt x="438" y="520"/>
                    <a:pt x="1" y="201"/>
                  </a:cubicBezTo>
                  <a:lnTo>
                    <a:pt x="1" y="201"/>
                  </a:lnTo>
                  <a:cubicBezTo>
                    <a:pt x="479" y="867"/>
                    <a:pt x="1256" y="1263"/>
                    <a:pt x="2082" y="1263"/>
                  </a:cubicBezTo>
                  <a:lnTo>
                    <a:pt x="10738" y="1263"/>
                  </a:lnTo>
                  <a:cubicBezTo>
                    <a:pt x="11078" y="1263"/>
                    <a:pt x="11355" y="999"/>
                    <a:pt x="11376" y="659"/>
                  </a:cubicBezTo>
                  <a:cubicBezTo>
                    <a:pt x="11390" y="319"/>
                    <a:pt x="11140" y="28"/>
                    <a:pt x="10801" y="0"/>
                  </a:cubicBezTo>
                  <a:close/>
                </a:path>
              </a:pathLst>
            </a:custGeom>
            <a:solidFill>
              <a:srgbClr val="49627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690" name="Google Shape;10690;p41"/>
            <p:cNvSpPr/>
            <p:nvPr/>
          </p:nvSpPr>
          <p:spPr>
            <a:xfrm>
              <a:off x="1994483" y="2978326"/>
              <a:ext cx="287027" cy="92427"/>
            </a:xfrm>
            <a:custGeom>
              <a:rect b="b" l="l" r="r" t="t"/>
              <a:pathLst>
                <a:path extrusionOk="0" h="3518" w="10925">
                  <a:moveTo>
                    <a:pt x="1401" y="0"/>
                  </a:moveTo>
                  <a:lnTo>
                    <a:pt x="763" y="923"/>
                  </a:lnTo>
                  <a:cubicBezTo>
                    <a:pt x="0" y="2019"/>
                    <a:pt x="784" y="3517"/>
                    <a:pt x="2123" y="3517"/>
                  </a:cubicBezTo>
                  <a:lnTo>
                    <a:pt x="10287" y="3517"/>
                  </a:lnTo>
                  <a:cubicBezTo>
                    <a:pt x="10640" y="3517"/>
                    <a:pt x="10925" y="3233"/>
                    <a:pt x="10925" y="2886"/>
                  </a:cubicBezTo>
                  <a:cubicBezTo>
                    <a:pt x="10925" y="2539"/>
                    <a:pt x="10640" y="2255"/>
                    <a:pt x="10287" y="2255"/>
                  </a:cubicBezTo>
                  <a:lnTo>
                    <a:pt x="2123" y="2255"/>
                  </a:lnTo>
                  <a:cubicBezTo>
                    <a:pt x="1804" y="2255"/>
                    <a:pt x="1623" y="1901"/>
                    <a:pt x="1797" y="1644"/>
                  </a:cubicBezTo>
                  <a:lnTo>
                    <a:pt x="2449" y="701"/>
                  </a:lnTo>
                  <a:cubicBezTo>
                    <a:pt x="2046" y="562"/>
                    <a:pt x="1686" y="320"/>
                    <a:pt x="1401" y="0"/>
                  </a:cubicBezTo>
                  <a:close/>
                </a:path>
              </a:pathLst>
            </a:custGeom>
            <a:solidFill>
              <a:srgbClr val="96A7B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691" name="Google Shape;10691;p41"/>
            <p:cNvSpPr/>
            <p:nvPr/>
          </p:nvSpPr>
          <p:spPr>
            <a:xfrm>
              <a:off x="2003757" y="3021518"/>
              <a:ext cx="277569" cy="49235"/>
            </a:xfrm>
            <a:custGeom>
              <a:rect b="b" l="l" r="r" t="t"/>
              <a:pathLst>
                <a:path extrusionOk="0" h="1874" w="10565">
                  <a:moveTo>
                    <a:pt x="126" y="0"/>
                  </a:moveTo>
                  <a:cubicBezTo>
                    <a:pt x="1" y="951"/>
                    <a:pt x="708" y="1811"/>
                    <a:pt x="1666" y="1873"/>
                  </a:cubicBezTo>
                  <a:lnTo>
                    <a:pt x="9455" y="1873"/>
                  </a:lnTo>
                  <a:cubicBezTo>
                    <a:pt x="9892" y="1873"/>
                    <a:pt x="10058" y="1859"/>
                    <a:pt x="10142" y="1838"/>
                  </a:cubicBezTo>
                  <a:cubicBezTo>
                    <a:pt x="10169" y="1825"/>
                    <a:pt x="10204" y="1811"/>
                    <a:pt x="10232" y="1797"/>
                  </a:cubicBezTo>
                  <a:lnTo>
                    <a:pt x="10253" y="1783"/>
                  </a:lnTo>
                  <a:cubicBezTo>
                    <a:pt x="10273" y="1776"/>
                    <a:pt x="10294" y="1755"/>
                    <a:pt x="10315" y="1741"/>
                  </a:cubicBezTo>
                  <a:lnTo>
                    <a:pt x="10322" y="1741"/>
                  </a:lnTo>
                  <a:lnTo>
                    <a:pt x="10350" y="1714"/>
                  </a:lnTo>
                  <a:lnTo>
                    <a:pt x="10357" y="1707"/>
                  </a:lnTo>
                  <a:cubicBezTo>
                    <a:pt x="10371" y="1693"/>
                    <a:pt x="10384" y="1679"/>
                    <a:pt x="10398" y="1665"/>
                  </a:cubicBezTo>
                  <a:lnTo>
                    <a:pt x="10412" y="1651"/>
                  </a:lnTo>
                  <a:lnTo>
                    <a:pt x="10433" y="1630"/>
                  </a:lnTo>
                  <a:lnTo>
                    <a:pt x="10447" y="1610"/>
                  </a:lnTo>
                  <a:lnTo>
                    <a:pt x="10468" y="1575"/>
                  </a:lnTo>
                  <a:lnTo>
                    <a:pt x="10482" y="1547"/>
                  </a:lnTo>
                  <a:lnTo>
                    <a:pt x="10495" y="1526"/>
                  </a:lnTo>
                  <a:lnTo>
                    <a:pt x="10509" y="1499"/>
                  </a:lnTo>
                  <a:lnTo>
                    <a:pt x="10523" y="1471"/>
                  </a:lnTo>
                  <a:cubicBezTo>
                    <a:pt x="10523" y="1464"/>
                    <a:pt x="10530" y="1450"/>
                    <a:pt x="10537" y="1436"/>
                  </a:cubicBezTo>
                  <a:lnTo>
                    <a:pt x="10544" y="1415"/>
                  </a:lnTo>
                  <a:cubicBezTo>
                    <a:pt x="10544" y="1401"/>
                    <a:pt x="10551" y="1388"/>
                    <a:pt x="10551" y="1374"/>
                  </a:cubicBezTo>
                  <a:lnTo>
                    <a:pt x="10551" y="1360"/>
                  </a:lnTo>
                  <a:cubicBezTo>
                    <a:pt x="10551" y="1346"/>
                    <a:pt x="10558" y="1325"/>
                    <a:pt x="10558" y="1311"/>
                  </a:cubicBezTo>
                  <a:lnTo>
                    <a:pt x="10558" y="1297"/>
                  </a:lnTo>
                  <a:lnTo>
                    <a:pt x="10558" y="1235"/>
                  </a:lnTo>
                  <a:cubicBezTo>
                    <a:pt x="10565" y="1221"/>
                    <a:pt x="10565" y="1200"/>
                    <a:pt x="10565" y="1180"/>
                  </a:cubicBezTo>
                  <a:cubicBezTo>
                    <a:pt x="10565" y="1159"/>
                    <a:pt x="10558" y="1145"/>
                    <a:pt x="10558" y="1124"/>
                  </a:cubicBezTo>
                  <a:lnTo>
                    <a:pt x="10558" y="1117"/>
                  </a:lnTo>
                  <a:cubicBezTo>
                    <a:pt x="10551" y="1075"/>
                    <a:pt x="10537" y="1034"/>
                    <a:pt x="10523" y="999"/>
                  </a:cubicBezTo>
                  <a:cubicBezTo>
                    <a:pt x="10384" y="1186"/>
                    <a:pt x="10169" y="1304"/>
                    <a:pt x="9941" y="1325"/>
                  </a:cubicBezTo>
                  <a:lnTo>
                    <a:pt x="1770" y="1325"/>
                  </a:lnTo>
                  <a:cubicBezTo>
                    <a:pt x="979" y="1311"/>
                    <a:pt x="306" y="763"/>
                    <a:pt x="126" y="0"/>
                  </a:cubicBezTo>
                  <a:close/>
                </a:path>
              </a:pathLst>
            </a:custGeom>
            <a:solidFill>
              <a:srgbClr val="49627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692" name="Google Shape;10692;p41"/>
            <p:cNvSpPr/>
            <p:nvPr/>
          </p:nvSpPr>
          <p:spPr>
            <a:xfrm>
              <a:off x="2020361" y="2978326"/>
              <a:ext cx="38463" cy="32841"/>
            </a:xfrm>
            <a:custGeom>
              <a:rect b="b" l="l" r="r" t="t"/>
              <a:pathLst>
                <a:path extrusionOk="0" h="1250" w="1464">
                  <a:moveTo>
                    <a:pt x="416" y="0"/>
                  </a:moveTo>
                  <a:lnTo>
                    <a:pt x="0" y="604"/>
                  </a:lnTo>
                  <a:cubicBezTo>
                    <a:pt x="305" y="902"/>
                    <a:pt x="673" y="1124"/>
                    <a:pt x="1089" y="1249"/>
                  </a:cubicBezTo>
                  <a:lnTo>
                    <a:pt x="1464" y="701"/>
                  </a:lnTo>
                  <a:cubicBezTo>
                    <a:pt x="1061" y="562"/>
                    <a:pt x="701" y="320"/>
                    <a:pt x="416" y="0"/>
                  </a:cubicBezTo>
                  <a:close/>
                </a:path>
              </a:pathLst>
            </a:custGeom>
            <a:solidFill>
              <a:srgbClr val="49627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0693" name="Google Shape;10693;p41"/>
          <p:cNvGrpSpPr/>
          <p:nvPr/>
        </p:nvGrpSpPr>
        <p:grpSpPr>
          <a:xfrm>
            <a:off x="830742" y="2763601"/>
            <a:ext cx="384735" cy="381555"/>
            <a:chOff x="830742" y="2763601"/>
            <a:chExt cx="384735" cy="381555"/>
          </a:xfrm>
        </p:grpSpPr>
        <p:sp>
          <p:nvSpPr>
            <p:cNvPr id="10694" name="Google Shape;10694;p41"/>
            <p:cNvSpPr/>
            <p:nvPr/>
          </p:nvSpPr>
          <p:spPr>
            <a:xfrm>
              <a:off x="830742" y="2881012"/>
              <a:ext cx="174423" cy="83678"/>
            </a:xfrm>
            <a:custGeom>
              <a:rect b="b" l="l" r="r" t="t"/>
              <a:pathLst>
                <a:path extrusionOk="0" h="3185" w="6639">
                  <a:moveTo>
                    <a:pt x="6639" y="1"/>
                  </a:moveTo>
                  <a:lnTo>
                    <a:pt x="5189" y="125"/>
                  </a:lnTo>
                  <a:cubicBezTo>
                    <a:pt x="3289" y="285"/>
                    <a:pt x="1506" y="1110"/>
                    <a:pt x="160" y="2456"/>
                  </a:cubicBezTo>
                  <a:cubicBezTo>
                    <a:pt x="1" y="2616"/>
                    <a:pt x="105" y="2886"/>
                    <a:pt x="327" y="2907"/>
                  </a:cubicBezTo>
                  <a:lnTo>
                    <a:pt x="3462" y="3184"/>
                  </a:lnTo>
                  <a:lnTo>
                    <a:pt x="6639" y="1"/>
                  </a:lnTo>
                  <a:close/>
                </a:path>
              </a:pathLst>
            </a:custGeom>
            <a:solidFill>
              <a:srgbClr val="C0CAD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695" name="Google Shape;10695;p41"/>
            <p:cNvSpPr/>
            <p:nvPr/>
          </p:nvSpPr>
          <p:spPr>
            <a:xfrm>
              <a:off x="1013520" y="2973045"/>
              <a:ext cx="83494" cy="172111"/>
            </a:xfrm>
            <a:custGeom>
              <a:rect b="b" l="l" r="r" t="t"/>
              <a:pathLst>
                <a:path extrusionOk="0" h="6551" w="3178">
                  <a:moveTo>
                    <a:pt x="3178" y="0"/>
                  </a:moveTo>
                  <a:lnTo>
                    <a:pt x="1" y="3177"/>
                  </a:lnTo>
                  <a:lnTo>
                    <a:pt x="278" y="6305"/>
                  </a:lnTo>
                  <a:cubicBezTo>
                    <a:pt x="292" y="6457"/>
                    <a:pt x="415" y="6550"/>
                    <a:pt x="543" y="6550"/>
                  </a:cubicBezTo>
                  <a:cubicBezTo>
                    <a:pt x="608" y="6550"/>
                    <a:pt x="675" y="6526"/>
                    <a:pt x="729" y="6472"/>
                  </a:cubicBezTo>
                  <a:cubicBezTo>
                    <a:pt x="2075" y="5126"/>
                    <a:pt x="2900" y="3344"/>
                    <a:pt x="3053" y="1443"/>
                  </a:cubicBezTo>
                  <a:lnTo>
                    <a:pt x="3178" y="0"/>
                  </a:lnTo>
                  <a:close/>
                </a:path>
              </a:pathLst>
            </a:custGeom>
            <a:solidFill>
              <a:srgbClr val="C0CAD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696" name="Google Shape;10696;p41"/>
            <p:cNvSpPr/>
            <p:nvPr/>
          </p:nvSpPr>
          <p:spPr>
            <a:xfrm>
              <a:off x="830742" y="2885557"/>
              <a:ext cx="125583" cy="72932"/>
            </a:xfrm>
            <a:custGeom>
              <a:rect b="b" l="l" r="r" t="t"/>
              <a:pathLst>
                <a:path extrusionOk="0" h="2776" w="4780">
                  <a:moveTo>
                    <a:pt x="4780" y="1"/>
                  </a:moveTo>
                  <a:lnTo>
                    <a:pt x="4780" y="1"/>
                  </a:lnTo>
                  <a:cubicBezTo>
                    <a:pt x="3032" y="237"/>
                    <a:pt x="1409" y="1034"/>
                    <a:pt x="160" y="2283"/>
                  </a:cubicBezTo>
                  <a:cubicBezTo>
                    <a:pt x="1" y="2443"/>
                    <a:pt x="105" y="2713"/>
                    <a:pt x="327" y="2734"/>
                  </a:cubicBezTo>
                  <a:lnTo>
                    <a:pt x="791" y="2775"/>
                  </a:lnTo>
                  <a:cubicBezTo>
                    <a:pt x="646" y="2664"/>
                    <a:pt x="625" y="2449"/>
                    <a:pt x="750" y="2318"/>
                  </a:cubicBezTo>
                  <a:cubicBezTo>
                    <a:pt x="1867" y="1201"/>
                    <a:pt x="3261" y="403"/>
                    <a:pt x="4780" y="1"/>
                  </a:cubicBezTo>
                  <a:close/>
                </a:path>
              </a:pathLst>
            </a:custGeom>
            <a:solidFill>
              <a:srgbClr val="AAB8C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697" name="Google Shape;10697;p41"/>
            <p:cNvSpPr/>
            <p:nvPr/>
          </p:nvSpPr>
          <p:spPr>
            <a:xfrm>
              <a:off x="1013520" y="3041012"/>
              <a:ext cx="24460" cy="104144"/>
            </a:xfrm>
            <a:custGeom>
              <a:rect b="b" l="l" r="r" t="t"/>
              <a:pathLst>
                <a:path extrusionOk="0" h="3964" w="931">
                  <a:moveTo>
                    <a:pt x="583" y="1"/>
                  </a:moveTo>
                  <a:lnTo>
                    <a:pt x="1" y="590"/>
                  </a:lnTo>
                  <a:lnTo>
                    <a:pt x="278" y="3718"/>
                  </a:lnTo>
                  <a:cubicBezTo>
                    <a:pt x="292" y="3870"/>
                    <a:pt x="415" y="3963"/>
                    <a:pt x="543" y="3963"/>
                  </a:cubicBezTo>
                  <a:cubicBezTo>
                    <a:pt x="608" y="3963"/>
                    <a:pt x="675" y="3939"/>
                    <a:pt x="729" y="3885"/>
                  </a:cubicBezTo>
                  <a:cubicBezTo>
                    <a:pt x="798" y="3815"/>
                    <a:pt x="861" y="3746"/>
                    <a:pt x="930" y="3677"/>
                  </a:cubicBezTo>
                  <a:cubicBezTo>
                    <a:pt x="909" y="3642"/>
                    <a:pt x="902" y="3607"/>
                    <a:pt x="902" y="3573"/>
                  </a:cubicBezTo>
                  <a:lnTo>
                    <a:pt x="583" y="1"/>
                  </a:lnTo>
                  <a:close/>
                </a:path>
              </a:pathLst>
            </a:custGeom>
            <a:solidFill>
              <a:srgbClr val="AAB8C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698" name="Google Shape;10698;p41"/>
            <p:cNvSpPr/>
            <p:nvPr/>
          </p:nvSpPr>
          <p:spPr>
            <a:xfrm>
              <a:off x="903281" y="2763601"/>
              <a:ext cx="312038" cy="310383"/>
            </a:xfrm>
            <a:custGeom>
              <a:rect b="b" l="l" r="r" t="t"/>
              <a:pathLst>
                <a:path extrusionOk="0" h="11814" w="11877">
                  <a:moveTo>
                    <a:pt x="11644" y="0"/>
                  </a:moveTo>
                  <a:cubicBezTo>
                    <a:pt x="11624" y="0"/>
                    <a:pt x="11604" y="3"/>
                    <a:pt x="11584" y="10"/>
                  </a:cubicBezTo>
                  <a:lnTo>
                    <a:pt x="9080" y="745"/>
                  </a:lnTo>
                  <a:lnTo>
                    <a:pt x="7228" y="1286"/>
                  </a:lnTo>
                  <a:cubicBezTo>
                    <a:pt x="7075" y="1327"/>
                    <a:pt x="6937" y="1411"/>
                    <a:pt x="6826" y="1522"/>
                  </a:cubicBezTo>
                  <a:lnTo>
                    <a:pt x="91" y="8257"/>
                  </a:lnTo>
                  <a:cubicBezTo>
                    <a:pt x="0" y="8340"/>
                    <a:pt x="0" y="8479"/>
                    <a:pt x="91" y="8569"/>
                  </a:cubicBezTo>
                  <a:lnTo>
                    <a:pt x="1436" y="9914"/>
                  </a:lnTo>
                  <a:lnTo>
                    <a:pt x="1929" y="10414"/>
                  </a:lnTo>
                  <a:lnTo>
                    <a:pt x="3267" y="11746"/>
                  </a:lnTo>
                  <a:cubicBezTo>
                    <a:pt x="3312" y="11791"/>
                    <a:pt x="3373" y="11813"/>
                    <a:pt x="3435" y="11813"/>
                  </a:cubicBezTo>
                  <a:cubicBezTo>
                    <a:pt x="3496" y="11813"/>
                    <a:pt x="3559" y="11791"/>
                    <a:pt x="3607" y="11746"/>
                  </a:cubicBezTo>
                  <a:lnTo>
                    <a:pt x="7374" y="7965"/>
                  </a:lnTo>
                  <a:lnTo>
                    <a:pt x="10308" y="5038"/>
                  </a:lnTo>
                  <a:cubicBezTo>
                    <a:pt x="10432" y="4913"/>
                    <a:pt x="10523" y="4761"/>
                    <a:pt x="10571" y="4594"/>
                  </a:cubicBezTo>
                  <a:lnTo>
                    <a:pt x="11840" y="259"/>
                  </a:lnTo>
                  <a:cubicBezTo>
                    <a:pt x="11876" y="127"/>
                    <a:pt x="11772" y="0"/>
                    <a:pt x="11644" y="0"/>
                  </a:cubicBezTo>
                  <a:close/>
                </a:path>
              </a:pathLst>
            </a:custGeom>
            <a:solidFill>
              <a:srgbClr val="E5EBE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699" name="Google Shape;10699;p41"/>
            <p:cNvSpPr/>
            <p:nvPr/>
          </p:nvSpPr>
          <p:spPr>
            <a:xfrm>
              <a:off x="903281" y="2763601"/>
              <a:ext cx="312012" cy="232065"/>
            </a:xfrm>
            <a:custGeom>
              <a:rect b="b" l="l" r="r" t="t"/>
              <a:pathLst>
                <a:path extrusionOk="0" h="8833" w="11876">
                  <a:moveTo>
                    <a:pt x="11637" y="0"/>
                  </a:moveTo>
                  <a:cubicBezTo>
                    <a:pt x="11618" y="0"/>
                    <a:pt x="11597" y="3"/>
                    <a:pt x="11577" y="10"/>
                  </a:cubicBezTo>
                  <a:lnTo>
                    <a:pt x="7207" y="1286"/>
                  </a:lnTo>
                  <a:cubicBezTo>
                    <a:pt x="7068" y="1327"/>
                    <a:pt x="6943" y="1404"/>
                    <a:pt x="6839" y="1501"/>
                  </a:cubicBezTo>
                  <a:lnTo>
                    <a:pt x="91" y="8257"/>
                  </a:lnTo>
                  <a:cubicBezTo>
                    <a:pt x="0" y="8340"/>
                    <a:pt x="0" y="8479"/>
                    <a:pt x="91" y="8569"/>
                  </a:cubicBezTo>
                  <a:lnTo>
                    <a:pt x="361" y="8832"/>
                  </a:lnTo>
                  <a:lnTo>
                    <a:pt x="1117" y="8069"/>
                  </a:lnTo>
                  <a:lnTo>
                    <a:pt x="7179" y="2007"/>
                  </a:lnTo>
                  <a:cubicBezTo>
                    <a:pt x="7269" y="1917"/>
                    <a:pt x="7387" y="1848"/>
                    <a:pt x="7512" y="1813"/>
                  </a:cubicBezTo>
                  <a:lnTo>
                    <a:pt x="11750" y="571"/>
                  </a:lnTo>
                  <a:lnTo>
                    <a:pt x="11833" y="266"/>
                  </a:lnTo>
                  <a:cubicBezTo>
                    <a:pt x="11876" y="128"/>
                    <a:pt x="11767" y="0"/>
                    <a:pt x="11637" y="0"/>
                  </a:cubicBezTo>
                  <a:close/>
                </a:path>
              </a:pathLst>
            </a:custGeom>
            <a:solidFill>
              <a:srgbClr val="E2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700" name="Google Shape;10700;p41"/>
            <p:cNvSpPr/>
            <p:nvPr/>
          </p:nvSpPr>
          <p:spPr>
            <a:xfrm>
              <a:off x="1060732" y="2852218"/>
              <a:ext cx="65261" cy="65261"/>
            </a:xfrm>
            <a:custGeom>
              <a:rect b="b" l="l" r="r" t="t"/>
              <a:pathLst>
                <a:path extrusionOk="0" h="2484" w="2484">
                  <a:moveTo>
                    <a:pt x="1242" y="1"/>
                  </a:moveTo>
                  <a:cubicBezTo>
                    <a:pt x="555" y="1"/>
                    <a:pt x="0" y="556"/>
                    <a:pt x="0" y="1242"/>
                  </a:cubicBezTo>
                  <a:cubicBezTo>
                    <a:pt x="0" y="1929"/>
                    <a:pt x="555" y="2484"/>
                    <a:pt x="1242" y="2484"/>
                  </a:cubicBezTo>
                  <a:cubicBezTo>
                    <a:pt x="1922" y="2484"/>
                    <a:pt x="2483" y="1929"/>
                    <a:pt x="2483" y="1242"/>
                  </a:cubicBezTo>
                  <a:cubicBezTo>
                    <a:pt x="2483" y="556"/>
                    <a:pt x="1922" y="1"/>
                    <a:pt x="1242" y="1"/>
                  </a:cubicBezTo>
                  <a:close/>
                </a:path>
              </a:pathLst>
            </a:custGeom>
            <a:solidFill>
              <a:srgbClr val="61778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701" name="Google Shape;10701;p41"/>
            <p:cNvSpPr/>
            <p:nvPr/>
          </p:nvSpPr>
          <p:spPr>
            <a:xfrm>
              <a:off x="1060732" y="2852218"/>
              <a:ext cx="40302" cy="65287"/>
            </a:xfrm>
            <a:custGeom>
              <a:rect b="b" l="l" r="r" t="t"/>
              <a:pathLst>
                <a:path extrusionOk="0" h="2485" w="1534">
                  <a:moveTo>
                    <a:pt x="1239" y="0"/>
                  </a:moveTo>
                  <a:cubicBezTo>
                    <a:pt x="572" y="0"/>
                    <a:pt x="0" y="539"/>
                    <a:pt x="0" y="1242"/>
                  </a:cubicBezTo>
                  <a:cubicBezTo>
                    <a:pt x="0" y="1945"/>
                    <a:pt x="572" y="2484"/>
                    <a:pt x="1239" y="2484"/>
                  </a:cubicBezTo>
                  <a:cubicBezTo>
                    <a:pt x="1336" y="2484"/>
                    <a:pt x="1434" y="2473"/>
                    <a:pt x="1533" y="2449"/>
                  </a:cubicBezTo>
                  <a:cubicBezTo>
                    <a:pt x="590" y="2220"/>
                    <a:pt x="264" y="1048"/>
                    <a:pt x="944" y="361"/>
                  </a:cubicBezTo>
                  <a:cubicBezTo>
                    <a:pt x="1110" y="202"/>
                    <a:pt x="1311" y="91"/>
                    <a:pt x="1533" y="35"/>
                  </a:cubicBezTo>
                  <a:cubicBezTo>
                    <a:pt x="1434" y="12"/>
                    <a:pt x="1336" y="0"/>
                    <a:pt x="1239" y="0"/>
                  </a:cubicBezTo>
                  <a:close/>
                </a:path>
              </a:pathLst>
            </a:custGeom>
            <a:solidFill>
              <a:srgbClr val="47607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702" name="Google Shape;10702;p41"/>
            <p:cNvSpPr/>
            <p:nvPr/>
          </p:nvSpPr>
          <p:spPr>
            <a:xfrm>
              <a:off x="895084" y="2998739"/>
              <a:ext cx="84387" cy="83520"/>
            </a:xfrm>
            <a:custGeom>
              <a:rect b="b" l="l" r="r" t="t"/>
              <a:pathLst>
                <a:path extrusionOk="0" h="3179" w="3212">
                  <a:moveTo>
                    <a:pt x="833" y="0"/>
                  </a:moveTo>
                  <a:lnTo>
                    <a:pt x="125" y="701"/>
                  </a:lnTo>
                  <a:cubicBezTo>
                    <a:pt x="0" y="826"/>
                    <a:pt x="0" y="1034"/>
                    <a:pt x="125" y="1166"/>
                  </a:cubicBezTo>
                  <a:lnTo>
                    <a:pt x="1082" y="2123"/>
                  </a:lnTo>
                  <a:lnTo>
                    <a:pt x="2046" y="3080"/>
                  </a:lnTo>
                  <a:cubicBezTo>
                    <a:pt x="2109" y="3146"/>
                    <a:pt x="2192" y="3179"/>
                    <a:pt x="2276" y="3179"/>
                  </a:cubicBezTo>
                  <a:cubicBezTo>
                    <a:pt x="2360" y="3179"/>
                    <a:pt x="2445" y="3146"/>
                    <a:pt x="2511" y="3080"/>
                  </a:cubicBezTo>
                  <a:lnTo>
                    <a:pt x="3212" y="2379"/>
                  </a:lnTo>
                  <a:lnTo>
                    <a:pt x="2275" y="1436"/>
                  </a:lnTo>
                  <a:lnTo>
                    <a:pt x="1769" y="937"/>
                  </a:lnTo>
                  <a:lnTo>
                    <a:pt x="833" y="0"/>
                  </a:lnTo>
                  <a:close/>
                </a:path>
              </a:pathLst>
            </a:custGeom>
            <a:solidFill>
              <a:srgbClr val="61778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703" name="Google Shape;10703;p41"/>
            <p:cNvSpPr/>
            <p:nvPr/>
          </p:nvSpPr>
          <p:spPr>
            <a:xfrm>
              <a:off x="895084" y="2998555"/>
              <a:ext cx="32814" cy="36650"/>
            </a:xfrm>
            <a:custGeom>
              <a:rect b="b" l="l" r="r" t="t"/>
              <a:pathLst>
                <a:path extrusionOk="0" h="1395" w="1249">
                  <a:moveTo>
                    <a:pt x="833" y="0"/>
                  </a:moveTo>
                  <a:lnTo>
                    <a:pt x="125" y="708"/>
                  </a:lnTo>
                  <a:cubicBezTo>
                    <a:pt x="0" y="833"/>
                    <a:pt x="0" y="1041"/>
                    <a:pt x="125" y="1173"/>
                  </a:cubicBezTo>
                  <a:lnTo>
                    <a:pt x="347" y="1395"/>
                  </a:lnTo>
                  <a:cubicBezTo>
                    <a:pt x="361" y="1325"/>
                    <a:pt x="396" y="1270"/>
                    <a:pt x="444" y="1221"/>
                  </a:cubicBezTo>
                  <a:lnTo>
                    <a:pt x="1249" y="417"/>
                  </a:lnTo>
                  <a:lnTo>
                    <a:pt x="833" y="0"/>
                  </a:lnTo>
                  <a:close/>
                </a:path>
              </a:pathLst>
            </a:custGeom>
            <a:solidFill>
              <a:srgbClr val="47607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704" name="Google Shape;10704;p41"/>
            <p:cNvSpPr/>
            <p:nvPr/>
          </p:nvSpPr>
          <p:spPr>
            <a:xfrm>
              <a:off x="903281" y="2964480"/>
              <a:ext cx="110266" cy="109504"/>
            </a:xfrm>
            <a:custGeom>
              <a:rect b="b" l="l" r="r" t="t"/>
              <a:pathLst>
                <a:path extrusionOk="0" h="4168" w="4197">
                  <a:moveTo>
                    <a:pt x="694" y="0"/>
                  </a:moveTo>
                  <a:lnTo>
                    <a:pt x="91" y="611"/>
                  </a:lnTo>
                  <a:cubicBezTo>
                    <a:pt x="0" y="694"/>
                    <a:pt x="0" y="833"/>
                    <a:pt x="91" y="916"/>
                  </a:cubicBezTo>
                  <a:lnTo>
                    <a:pt x="1436" y="2268"/>
                  </a:lnTo>
                  <a:lnTo>
                    <a:pt x="1936" y="2761"/>
                  </a:lnTo>
                  <a:lnTo>
                    <a:pt x="3267" y="4100"/>
                  </a:lnTo>
                  <a:cubicBezTo>
                    <a:pt x="3312" y="4145"/>
                    <a:pt x="3373" y="4167"/>
                    <a:pt x="3435" y="4167"/>
                  </a:cubicBezTo>
                  <a:cubicBezTo>
                    <a:pt x="3496" y="4167"/>
                    <a:pt x="3559" y="4145"/>
                    <a:pt x="3607" y="4100"/>
                  </a:cubicBezTo>
                  <a:lnTo>
                    <a:pt x="4197" y="3503"/>
                  </a:lnTo>
                  <a:lnTo>
                    <a:pt x="2699" y="2005"/>
                  </a:lnTo>
                  <a:lnTo>
                    <a:pt x="2199" y="1505"/>
                  </a:lnTo>
                  <a:lnTo>
                    <a:pt x="694" y="0"/>
                  </a:lnTo>
                  <a:close/>
                </a:path>
              </a:pathLst>
            </a:custGeom>
            <a:solidFill>
              <a:srgbClr val="BBC6C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705" name="Google Shape;10705;p41"/>
            <p:cNvSpPr/>
            <p:nvPr/>
          </p:nvSpPr>
          <p:spPr>
            <a:xfrm>
              <a:off x="903281" y="2964480"/>
              <a:ext cx="29557" cy="31185"/>
            </a:xfrm>
            <a:custGeom>
              <a:rect b="b" l="l" r="r" t="t"/>
              <a:pathLst>
                <a:path extrusionOk="0" h="1187" w="1125">
                  <a:moveTo>
                    <a:pt x="701" y="0"/>
                  </a:moveTo>
                  <a:lnTo>
                    <a:pt x="91" y="611"/>
                  </a:lnTo>
                  <a:cubicBezTo>
                    <a:pt x="0" y="694"/>
                    <a:pt x="0" y="833"/>
                    <a:pt x="91" y="923"/>
                  </a:cubicBezTo>
                  <a:lnTo>
                    <a:pt x="361" y="1186"/>
                  </a:lnTo>
                  <a:lnTo>
                    <a:pt x="1124" y="423"/>
                  </a:lnTo>
                  <a:lnTo>
                    <a:pt x="701" y="0"/>
                  </a:lnTo>
                  <a:close/>
                </a:path>
              </a:pathLst>
            </a:custGeom>
            <a:solidFill>
              <a:srgbClr val="E2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706" name="Google Shape;10706;p41"/>
            <p:cNvSpPr/>
            <p:nvPr/>
          </p:nvSpPr>
          <p:spPr>
            <a:xfrm>
              <a:off x="854992" y="3038831"/>
              <a:ext cx="34154" cy="31185"/>
            </a:xfrm>
            <a:custGeom>
              <a:rect b="b" l="l" r="r" t="t"/>
              <a:pathLst>
                <a:path extrusionOk="0" h="1187" w="1300">
                  <a:moveTo>
                    <a:pt x="986" y="1"/>
                  </a:moveTo>
                  <a:cubicBezTo>
                    <a:pt x="935" y="1"/>
                    <a:pt x="881" y="21"/>
                    <a:pt x="833" y="70"/>
                  </a:cubicBezTo>
                  <a:lnTo>
                    <a:pt x="84" y="812"/>
                  </a:lnTo>
                  <a:cubicBezTo>
                    <a:pt x="0" y="895"/>
                    <a:pt x="0" y="1041"/>
                    <a:pt x="84" y="1124"/>
                  </a:cubicBezTo>
                  <a:cubicBezTo>
                    <a:pt x="129" y="1166"/>
                    <a:pt x="186" y="1186"/>
                    <a:pt x="242" y="1186"/>
                  </a:cubicBezTo>
                  <a:cubicBezTo>
                    <a:pt x="299" y="1186"/>
                    <a:pt x="354" y="1166"/>
                    <a:pt x="396" y="1124"/>
                  </a:cubicBezTo>
                  <a:lnTo>
                    <a:pt x="1145" y="375"/>
                  </a:lnTo>
                  <a:cubicBezTo>
                    <a:pt x="1299" y="221"/>
                    <a:pt x="1155" y="1"/>
                    <a:pt x="986" y="1"/>
                  </a:cubicBezTo>
                  <a:close/>
                </a:path>
              </a:pathLst>
            </a:custGeom>
            <a:solidFill>
              <a:srgbClr val="E5EBE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707" name="Google Shape;10707;p41"/>
            <p:cNvSpPr/>
            <p:nvPr/>
          </p:nvSpPr>
          <p:spPr>
            <a:xfrm>
              <a:off x="873934" y="3057800"/>
              <a:ext cx="34286" cy="31343"/>
            </a:xfrm>
            <a:custGeom>
              <a:rect b="b" l="l" r="r" t="t"/>
              <a:pathLst>
                <a:path extrusionOk="0" h="1193" w="1305">
                  <a:moveTo>
                    <a:pt x="987" y="0"/>
                  </a:moveTo>
                  <a:cubicBezTo>
                    <a:pt x="935" y="0"/>
                    <a:pt x="881" y="21"/>
                    <a:pt x="833" y="69"/>
                  </a:cubicBezTo>
                  <a:lnTo>
                    <a:pt x="91" y="818"/>
                  </a:lnTo>
                  <a:cubicBezTo>
                    <a:pt x="1" y="901"/>
                    <a:pt x="1" y="1040"/>
                    <a:pt x="91" y="1130"/>
                  </a:cubicBezTo>
                  <a:cubicBezTo>
                    <a:pt x="132" y="1172"/>
                    <a:pt x="188" y="1193"/>
                    <a:pt x="244" y="1193"/>
                  </a:cubicBezTo>
                  <a:cubicBezTo>
                    <a:pt x="301" y="1193"/>
                    <a:pt x="358" y="1172"/>
                    <a:pt x="403" y="1130"/>
                  </a:cubicBezTo>
                  <a:lnTo>
                    <a:pt x="1145" y="381"/>
                  </a:lnTo>
                  <a:cubicBezTo>
                    <a:pt x="1305" y="221"/>
                    <a:pt x="1158" y="0"/>
                    <a:pt x="987" y="0"/>
                  </a:cubicBezTo>
                  <a:close/>
                </a:path>
              </a:pathLst>
            </a:custGeom>
            <a:solidFill>
              <a:srgbClr val="E5EBE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708" name="Google Shape;10708;p41"/>
            <p:cNvSpPr/>
            <p:nvPr/>
          </p:nvSpPr>
          <p:spPr>
            <a:xfrm>
              <a:off x="912213" y="3095895"/>
              <a:ext cx="34102" cy="31343"/>
            </a:xfrm>
            <a:custGeom>
              <a:rect b="b" l="l" r="r" t="t"/>
              <a:pathLst>
                <a:path extrusionOk="0" h="1193" w="1298">
                  <a:moveTo>
                    <a:pt x="983" y="0"/>
                  </a:moveTo>
                  <a:cubicBezTo>
                    <a:pt x="932" y="0"/>
                    <a:pt x="879" y="20"/>
                    <a:pt x="833" y="69"/>
                  </a:cubicBezTo>
                  <a:lnTo>
                    <a:pt x="83" y="818"/>
                  </a:lnTo>
                  <a:cubicBezTo>
                    <a:pt x="0" y="901"/>
                    <a:pt x="0" y="1040"/>
                    <a:pt x="83" y="1130"/>
                  </a:cubicBezTo>
                  <a:cubicBezTo>
                    <a:pt x="125" y="1172"/>
                    <a:pt x="181" y="1192"/>
                    <a:pt x="237" y="1192"/>
                  </a:cubicBezTo>
                  <a:cubicBezTo>
                    <a:pt x="293" y="1192"/>
                    <a:pt x="351" y="1172"/>
                    <a:pt x="396" y="1130"/>
                  </a:cubicBezTo>
                  <a:lnTo>
                    <a:pt x="1138" y="381"/>
                  </a:lnTo>
                  <a:cubicBezTo>
                    <a:pt x="1297" y="221"/>
                    <a:pt x="1151" y="0"/>
                    <a:pt x="983" y="0"/>
                  </a:cubicBezTo>
                  <a:close/>
                </a:path>
              </a:pathLst>
            </a:custGeom>
            <a:solidFill>
              <a:srgbClr val="E5EBE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709" name="Google Shape;10709;p41"/>
            <p:cNvSpPr/>
            <p:nvPr/>
          </p:nvSpPr>
          <p:spPr>
            <a:xfrm>
              <a:off x="893061" y="3076926"/>
              <a:ext cx="34312" cy="31343"/>
            </a:xfrm>
            <a:custGeom>
              <a:rect b="b" l="l" r="r" t="t"/>
              <a:pathLst>
                <a:path extrusionOk="0" h="1193" w="1306">
                  <a:moveTo>
                    <a:pt x="987" y="1"/>
                  </a:moveTo>
                  <a:cubicBezTo>
                    <a:pt x="936" y="1"/>
                    <a:pt x="882" y="21"/>
                    <a:pt x="833" y="69"/>
                  </a:cubicBezTo>
                  <a:lnTo>
                    <a:pt x="91" y="818"/>
                  </a:lnTo>
                  <a:cubicBezTo>
                    <a:pt x="1" y="902"/>
                    <a:pt x="1" y="1040"/>
                    <a:pt x="91" y="1131"/>
                  </a:cubicBezTo>
                  <a:cubicBezTo>
                    <a:pt x="133" y="1172"/>
                    <a:pt x="188" y="1193"/>
                    <a:pt x="245" y="1193"/>
                  </a:cubicBezTo>
                  <a:cubicBezTo>
                    <a:pt x="301" y="1193"/>
                    <a:pt x="358" y="1172"/>
                    <a:pt x="403" y="1131"/>
                  </a:cubicBezTo>
                  <a:lnTo>
                    <a:pt x="1145" y="381"/>
                  </a:lnTo>
                  <a:cubicBezTo>
                    <a:pt x="1305" y="222"/>
                    <a:pt x="1158" y="1"/>
                    <a:pt x="987" y="1"/>
                  </a:cubicBezTo>
                  <a:close/>
                </a:path>
              </a:pathLst>
            </a:custGeom>
            <a:solidFill>
              <a:srgbClr val="E5EBE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710" name="Google Shape;10710;p41"/>
            <p:cNvSpPr/>
            <p:nvPr/>
          </p:nvSpPr>
          <p:spPr>
            <a:xfrm>
              <a:off x="1141809" y="2763601"/>
              <a:ext cx="73668" cy="72801"/>
            </a:xfrm>
            <a:custGeom>
              <a:rect b="b" l="l" r="r" t="t"/>
              <a:pathLst>
                <a:path extrusionOk="0" h="2771" w="2804">
                  <a:moveTo>
                    <a:pt x="2567" y="0"/>
                  </a:moveTo>
                  <a:cubicBezTo>
                    <a:pt x="2547" y="0"/>
                    <a:pt x="2526" y="3"/>
                    <a:pt x="2505" y="10"/>
                  </a:cubicBezTo>
                  <a:lnTo>
                    <a:pt x="1" y="745"/>
                  </a:lnTo>
                  <a:lnTo>
                    <a:pt x="2033" y="2770"/>
                  </a:lnTo>
                  <a:lnTo>
                    <a:pt x="2761" y="266"/>
                  </a:lnTo>
                  <a:cubicBezTo>
                    <a:pt x="2804" y="128"/>
                    <a:pt x="2700" y="0"/>
                    <a:pt x="2567" y="0"/>
                  </a:cubicBezTo>
                  <a:close/>
                </a:path>
              </a:pathLst>
            </a:custGeom>
            <a:solidFill>
              <a:srgbClr val="657A8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711" name="Google Shape;10711;p41"/>
            <p:cNvSpPr/>
            <p:nvPr/>
          </p:nvSpPr>
          <p:spPr>
            <a:xfrm>
              <a:off x="1141809" y="2763601"/>
              <a:ext cx="73484" cy="31974"/>
            </a:xfrm>
            <a:custGeom>
              <a:rect b="b" l="l" r="r" t="t"/>
              <a:pathLst>
                <a:path extrusionOk="0" h="1217" w="2797">
                  <a:moveTo>
                    <a:pt x="2563" y="0"/>
                  </a:moveTo>
                  <a:cubicBezTo>
                    <a:pt x="2544" y="0"/>
                    <a:pt x="2524" y="3"/>
                    <a:pt x="2505" y="10"/>
                  </a:cubicBezTo>
                  <a:lnTo>
                    <a:pt x="1686" y="245"/>
                  </a:lnTo>
                  <a:lnTo>
                    <a:pt x="1" y="745"/>
                  </a:lnTo>
                  <a:lnTo>
                    <a:pt x="472" y="1217"/>
                  </a:lnTo>
                  <a:lnTo>
                    <a:pt x="2671" y="578"/>
                  </a:lnTo>
                  <a:lnTo>
                    <a:pt x="2754" y="266"/>
                  </a:lnTo>
                  <a:cubicBezTo>
                    <a:pt x="2797" y="133"/>
                    <a:pt x="2692" y="0"/>
                    <a:pt x="2563" y="0"/>
                  </a:cubicBezTo>
                  <a:close/>
                </a:path>
              </a:pathLst>
            </a:custGeom>
            <a:solidFill>
              <a:srgbClr val="657A8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712" name="Google Shape;10712;p41"/>
            <p:cNvSpPr/>
            <p:nvPr/>
          </p:nvSpPr>
          <p:spPr>
            <a:xfrm>
              <a:off x="919491" y="2924099"/>
              <a:ext cx="135435" cy="133780"/>
            </a:xfrm>
            <a:custGeom>
              <a:rect b="b" l="l" r="r" t="t"/>
              <a:pathLst>
                <a:path extrusionOk="0" h="5092" w="5155">
                  <a:moveTo>
                    <a:pt x="4759" y="1"/>
                  </a:moveTo>
                  <a:cubicBezTo>
                    <a:pt x="4676" y="1"/>
                    <a:pt x="4592" y="32"/>
                    <a:pt x="4530" y="95"/>
                  </a:cubicBezTo>
                  <a:lnTo>
                    <a:pt x="126" y="4499"/>
                  </a:lnTo>
                  <a:cubicBezTo>
                    <a:pt x="1" y="4624"/>
                    <a:pt x="1" y="4832"/>
                    <a:pt x="126" y="4957"/>
                  </a:cubicBezTo>
                  <a:lnTo>
                    <a:pt x="160" y="4999"/>
                  </a:lnTo>
                  <a:cubicBezTo>
                    <a:pt x="222" y="5060"/>
                    <a:pt x="304" y="5091"/>
                    <a:pt x="386" y="5091"/>
                  </a:cubicBezTo>
                  <a:cubicBezTo>
                    <a:pt x="470" y="5091"/>
                    <a:pt x="555" y="5058"/>
                    <a:pt x="618" y="4992"/>
                  </a:cubicBezTo>
                  <a:lnTo>
                    <a:pt x="5022" y="587"/>
                  </a:lnTo>
                  <a:cubicBezTo>
                    <a:pt x="5154" y="462"/>
                    <a:pt x="5154" y="254"/>
                    <a:pt x="5022" y="129"/>
                  </a:cubicBezTo>
                  <a:lnTo>
                    <a:pt x="4988" y="95"/>
                  </a:lnTo>
                  <a:cubicBezTo>
                    <a:pt x="4925" y="32"/>
                    <a:pt x="4842" y="1"/>
                    <a:pt x="4759" y="1"/>
                  </a:cubicBezTo>
                  <a:close/>
                </a:path>
              </a:pathLst>
            </a:custGeom>
            <a:solidFill>
              <a:srgbClr val="C0CAD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713" name="Google Shape;10713;p41"/>
            <p:cNvSpPr/>
            <p:nvPr/>
          </p:nvSpPr>
          <p:spPr>
            <a:xfrm>
              <a:off x="919491" y="2924099"/>
              <a:ext cx="135435" cy="133780"/>
            </a:xfrm>
            <a:custGeom>
              <a:rect b="b" l="l" r="r" t="t"/>
              <a:pathLst>
                <a:path extrusionOk="0" h="5092" w="5155">
                  <a:moveTo>
                    <a:pt x="4759" y="1"/>
                  </a:moveTo>
                  <a:cubicBezTo>
                    <a:pt x="4676" y="1"/>
                    <a:pt x="4592" y="32"/>
                    <a:pt x="4530" y="95"/>
                  </a:cubicBezTo>
                  <a:lnTo>
                    <a:pt x="126" y="4499"/>
                  </a:lnTo>
                  <a:cubicBezTo>
                    <a:pt x="1" y="4624"/>
                    <a:pt x="1" y="4832"/>
                    <a:pt x="126" y="4957"/>
                  </a:cubicBezTo>
                  <a:lnTo>
                    <a:pt x="160" y="4999"/>
                  </a:lnTo>
                  <a:cubicBezTo>
                    <a:pt x="222" y="5060"/>
                    <a:pt x="304" y="5091"/>
                    <a:pt x="386" y="5091"/>
                  </a:cubicBezTo>
                  <a:cubicBezTo>
                    <a:pt x="470" y="5091"/>
                    <a:pt x="555" y="5058"/>
                    <a:pt x="618" y="4992"/>
                  </a:cubicBezTo>
                  <a:lnTo>
                    <a:pt x="5022" y="587"/>
                  </a:lnTo>
                  <a:cubicBezTo>
                    <a:pt x="5154" y="462"/>
                    <a:pt x="5154" y="254"/>
                    <a:pt x="5022" y="129"/>
                  </a:cubicBezTo>
                  <a:lnTo>
                    <a:pt x="4988" y="95"/>
                  </a:lnTo>
                  <a:cubicBezTo>
                    <a:pt x="4925" y="32"/>
                    <a:pt x="4842" y="1"/>
                    <a:pt x="4759" y="1"/>
                  </a:cubicBezTo>
                  <a:close/>
                </a:path>
              </a:pathLst>
            </a:custGeom>
            <a:solidFill>
              <a:srgbClr val="C0CAD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714" name="Google Shape;10714;p41"/>
            <p:cNvSpPr/>
            <p:nvPr/>
          </p:nvSpPr>
          <p:spPr>
            <a:xfrm>
              <a:off x="919491" y="2924152"/>
              <a:ext cx="133254" cy="133648"/>
            </a:xfrm>
            <a:custGeom>
              <a:rect b="b" l="l" r="r" t="t"/>
              <a:pathLst>
                <a:path extrusionOk="0" h="5087" w="5072">
                  <a:moveTo>
                    <a:pt x="4762" y="1"/>
                  </a:moveTo>
                  <a:cubicBezTo>
                    <a:pt x="4676" y="1"/>
                    <a:pt x="4589" y="34"/>
                    <a:pt x="4523" y="100"/>
                  </a:cubicBezTo>
                  <a:lnTo>
                    <a:pt x="132" y="4490"/>
                  </a:lnTo>
                  <a:cubicBezTo>
                    <a:pt x="1" y="4622"/>
                    <a:pt x="1" y="4837"/>
                    <a:pt x="132" y="4962"/>
                  </a:cubicBezTo>
                  <a:lnTo>
                    <a:pt x="153" y="4990"/>
                  </a:lnTo>
                  <a:cubicBezTo>
                    <a:pt x="216" y="5045"/>
                    <a:pt x="299" y="5080"/>
                    <a:pt x="382" y="5087"/>
                  </a:cubicBezTo>
                  <a:cubicBezTo>
                    <a:pt x="306" y="4955"/>
                    <a:pt x="327" y="4781"/>
                    <a:pt x="438" y="4671"/>
                  </a:cubicBezTo>
                  <a:lnTo>
                    <a:pt x="4828" y="280"/>
                  </a:lnTo>
                  <a:cubicBezTo>
                    <a:pt x="4891" y="217"/>
                    <a:pt x="4974" y="183"/>
                    <a:pt x="5071" y="183"/>
                  </a:cubicBezTo>
                  <a:cubicBezTo>
                    <a:pt x="5057" y="162"/>
                    <a:pt x="5036" y="141"/>
                    <a:pt x="5022" y="120"/>
                  </a:cubicBezTo>
                  <a:lnTo>
                    <a:pt x="5002" y="100"/>
                  </a:lnTo>
                  <a:cubicBezTo>
                    <a:pt x="4936" y="34"/>
                    <a:pt x="4849" y="1"/>
                    <a:pt x="4762" y="1"/>
                  </a:cubicBezTo>
                  <a:close/>
                </a:path>
              </a:pathLst>
            </a:custGeom>
            <a:solidFill>
              <a:srgbClr val="AAB8C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0715" name="Google Shape;10715;p41"/>
          <p:cNvGrpSpPr/>
          <p:nvPr/>
        </p:nvGrpSpPr>
        <p:grpSpPr>
          <a:xfrm>
            <a:off x="3007498" y="4183419"/>
            <a:ext cx="375433" cy="329667"/>
            <a:chOff x="3007498" y="4183419"/>
            <a:chExt cx="375433" cy="329667"/>
          </a:xfrm>
        </p:grpSpPr>
        <p:sp>
          <p:nvSpPr>
            <p:cNvPr id="10716" name="Google Shape;10716;p41"/>
            <p:cNvSpPr/>
            <p:nvPr/>
          </p:nvSpPr>
          <p:spPr>
            <a:xfrm>
              <a:off x="3046302" y="4196792"/>
              <a:ext cx="53622" cy="53465"/>
            </a:xfrm>
            <a:custGeom>
              <a:rect b="b" l="l" r="r" t="t"/>
              <a:pathLst>
                <a:path extrusionOk="0" h="2035" w="2041">
                  <a:moveTo>
                    <a:pt x="874" y="1"/>
                  </a:moveTo>
                  <a:cubicBezTo>
                    <a:pt x="738" y="1"/>
                    <a:pt x="605" y="36"/>
                    <a:pt x="486" y="109"/>
                  </a:cubicBezTo>
                  <a:cubicBezTo>
                    <a:pt x="105" y="338"/>
                    <a:pt x="1" y="844"/>
                    <a:pt x="299" y="1323"/>
                  </a:cubicBezTo>
                  <a:cubicBezTo>
                    <a:pt x="543" y="1705"/>
                    <a:pt x="1026" y="2034"/>
                    <a:pt x="1402" y="2034"/>
                  </a:cubicBezTo>
                  <a:cubicBezTo>
                    <a:pt x="1496" y="2034"/>
                    <a:pt x="1583" y="2014"/>
                    <a:pt x="1659" y="1968"/>
                  </a:cubicBezTo>
                  <a:cubicBezTo>
                    <a:pt x="2040" y="1739"/>
                    <a:pt x="1978" y="969"/>
                    <a:pt x="1679" y="490"/>
                  </a:cubicBezTo>
                  <a:cubicBezTo>
                    <a:pt x="1475" y="168"/>
                    <a:pt x="1168" y="1"/>
                    <a:pt x="874" y="1"/>
                  </a:cubicBezTo>
                  <a:close/>
                </a:path>
              </a:pathLst>
            </a:custGeom>
            <a:solidFill>
              <a:srgbClr val="697D9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717" name="Google Shape;10717;p41"/>
            <p:cNvSpPr/>
            <p:nvPr/>
          </p:nvSpPr>
          <p:spPr>
            <a:xfrm>
              <a:off x="3007498" y="4244292"/>
              <a:ext cx="50680" cy="42483"/>
            </a:xfrm>
            <a:custGeom>
              <a:rect b="b" l="l" r="r" t="t"/>
              <a:pathLst>
                <a:path extrusionOk="0" h="1617" w="1929">
                  <a:moveTo>
                    <a:pt x="730" y="0"/>
                  </a:moveTo>
                  <a:cubicBezTo>
                    <a:pt x="545" y="0"/>
                    <a:pt x="374" y="75"/>
                    <a:pt x="250" y="215"/>
                  </a:cubicBezTo>
                  <a:cubicBezTo>
                    <a:pt x="0" y="500"/>
                    <a:pt x="49" y="943"/>
                    <a:pt x="417" y="1263"/>
                  </a:cubicBezTo>
                  <a:cubicBezTo>
                    <a:pt x="653" y="1472"/>
                    <a:pt x="1008" y="1616"/>
                    <a:pt x="1295" y="1616"/>
                  </a:cubicBezTo>
                  <a:cubicBezTo>
                    <a:pt x="1454" y="1616"/>
                    <a:pt x="1593" y="1572"/>
                    <a:pt x="1679" y="1471"/>
                  </a:cubicBezTo>
                  <a:cubicBezTo>
                    <a:pt x="1929" y="1186"/>
                    <a:pt x="1679" y="562"/>
                    <a:pt x="1311" y="243"/>
                  </a:cubicBezTo>
                  <a:cubicBezTo>
                    <a:pt x="1126" y="78"/>
                    <a:pt x="920" y="0"/>
                    <a:pt x="730" y="0"/>
                  </a:cubicBezTo>
                  <a:close/>
                </a:path>
              </a:pathLst>
            </a:custGeom>
            <a:solidFill>
              <a:srgbClr val="697D9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718" name="Google Shape;10718;p41"/>
            <p:cNvSpPr/>
            <p:nvPr/>
          </p:nvSpPr>
          <p:spPr>
            <a:xfrm>
              <a:off x="3169126" y="4210112"/>
              <a:ext cx="43218" cy="47763"/>
            </a:xfrm>
            <a:custGeom>
              <a:rect b="b" l="l" r="r" t="t"/>
              <a:pathLst>
                <a:path extrusionOk="0" h="1818" w="1645">
                  <a:moveTo>
                    <a:pt x="911" y="0"/>
                  </a:moveTo>
                  <a:cubicBezTo>
                    <a:pt x="642" y="0"/>
                    <a:pt x="365" y="176"/>
                    <a:pt x="209" y="503"/>
                  </a:cubicBezTo>
                  <a:cubicBezTo>
                    <a:pt x="1" y="947"/>
                    <a:pt x="15" y="1620"/>
                    <a:pt x="355" y="1780"/>
                  </a:cubicBezTo>
                  <a:cubicBezTo>
                    <a:pt x="407" y="1805"/>
                    <a:pt x="464" y="1817"/>
                    <a:pt x="524" y="1817"/>
                  </a:cubicBezTo>
                  <a:cubicBezTo>
                    <a:pt x="852" y="1817"/>
                    <a:pt x="1261" y="1463"/>
                    <a:pt x="1437" y="1093"/>
                  </a:cubicBezTo>
                  <a:cubicBezTo>
                    <a:pt x="1645" y="649"/>
                    <a:pt x="1513" y="226"/>
                    <a:pt x="1173" y="60"/>
                  </a:cubicBezTo>
                  <a:cubicBezTo>
                    <a:pt x="1090" y="20"/>
                    <a:pt x="1001" y="0"/>
                    <a:pt x="911" y="0"/>
                  </a:cubicBezTo>
                  <a:close/>
                </a:path>
              </a:pathLst>
            </a:custGeom>
            <a:solidFill>
              <a:srgbClr val="697D9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719" name="Google Shape;10719;p41"/>
            <p:cNvSpPr/>
            <p:nvPr/>
          </p:nvSpPr>
          <p:spPr>
            <a:xfrm>
              <a:off x="3056338" y="4262263"/>
              <a:ext cx="135592" cy="89195"/>
            </a:xfrm>
            <a:custGeom>
              <a:rect b="b" l="l" r="r" t="t"/>
              <a:pathLst>
                <a:path extrusionOk="0" h="3395" w="5161">
                  <a:moveTo>
                    <a:pt x="2705" y="1"/>
                  </a:moveTo>
                  <a:cubicBezTo>
                    <a:pt x="2531" y="1"/>
                    <a:pt x="2357" y="18"/>
                    <a:pt x="2185" y="51"/>
                  </a:cubicBezTo>
                  <a:cubicBezTo>
                    <a:pt x="867" y="322"/>
                    <a:pt x="0" y="1543"/>
                    <a:pt x="202" y="2535"/>
                  </a:cubicBezTo>
                  <a:cubicBezTo>
                    <a:pt x="336" y="3177"/>
                    <a:pt x="850" y="3395"/>
                    <a:pt x="1553" y="3395"/>
                  </a:cubicBezTo>
                  <a:cubicBezTo>
                    <a:pt x="1935" y="3395"/>
                    <a:pt x="2373" y="3330"/>
                    <a:pt x="2837" y="3235"/>
                  </a:cubicBezTo>
                  <a:cubicBezTo>
                    <a:pt x="4155" y="2965"/>
                    <a:pt x="5161" y="2493"/>
                    <a:pt x="4904" y="1522"/>
                  </a:cubicBezTo>
                  <a:cubicBezTo>
                    <a:pt x="4641" y="516"/>
                    <a:pt x="3815" y="204"/>
                    <a:pt x="3462" y="107"/>
                  </a:cubicBezTo>
                  <a:cubicBezTo>
                    <a:pt x="3214" y="37"/>
                    <a:pt x="2959" y="1"/>
                    <a:pt x="2705" y="1"/>
                  </a:cubicBezTo>
                  <a:close/>
                </a:path>
              </a:pathLst>
            </a:custGeom>
            <a:solidFill>
              <a:srgbClr val="697D9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720" name="Google Shape;10720;p41"/>
            <p:cNvSpPr/>
            <p:nvPr/>
          </p:nvSpPr>
          <p:spPr>
            <a:xfrm>
              <a:off x="3111563" y="4183419"/>
              <a:ext cx="46292" cy="57589"/>
            </a:xfrm>
            <a:custGeom>
              <a:rect b="b" l="l" r="r" t="t"/>
              <a:pathLst>
                <a:path extrusionOk="0" h="2192" w="1762">
                  <a:moveTo>
                    <a:pt x="892" y="1"/>
                  </a:moveTo>
                  <a:cubicBezTo>
                    <a:pt x="510" y="1"/>
                    <a:pt x="171" y="298"/>
                    <a:pt x="90" y="798"/>
                  </a:cubicBezTo>
                  <a:cubicBezTo>
                    <a:pt x="0" y="1353"/>
                    <a:pt x="243" y="2102"/>
                    <a:pt x="680" y="2185"/>
                  </a:cubicBezTo>
                  <a:cubicBezTo>
                    <a:pt x="705" y="2190"/>
                    <a:pt x="729" y="2192"/>
                    <a:pt x="754" y="2192"/>
                  </a:cubicBezTo>
                  <a:cubicBezTo>
                    <a:pt x="1168" y="2192"/>
                    <a:pt x="1587" y="1613"/>
                    <a:pt x="1672" y="1089"/>
                  </a:cubicBezTo>
                  <a:cubicBezTo>
                    <a:pt x="1762" y="535"/>
                    <a:pt x="1471" y="104"/>
                    <a:pt x="1034" y="14"/>
                  </a:cubicBezTo>
                  <a:cubicBezTo>
                    <a:pt x="986" y="5"/>
                    <a:pt x="938" y="1"/>
                    <a:pt x="892" y="1"/>
                  </a:cubicBezTo>
                  <a:close/>
                </a:path>
              </a:pathLst>
            </a:custGeom>
            <a:solidFill>
              <a:srgbClr val="697D9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721" name="Google Shape;10721;p41"/>
            <p:cNvSpPr/>
            <p:nvPr/>
          </p:nvSpPr>
          <p:spPr>
            <a:xfrm>
              <a:off x="3056706" y="4265415"/>
              <a:ext cx="50496" cy="86069"/>
            </a:xfrm>
            <a:custGeom>
              <a:rect b="b" l="l" r="r" t="t"/>
              <a:pathLst>
                <a:path extrusionOk="0" h="3276" w="1922">
                  <a:moveTo>
                    <a:pt x="1922" y="1"/>
                  </a:moveTo>
                  <a:cubicBezTo>
                    <a:pt x="742" y="361"/>
                    <a:pt x="0" y="1485"/>
                    <a:pt x="188" y="2415"/>
                  </a:cubicBezTo>
                  <a:cubicBezTo>
                    <a:pt x="320" y="3057"/>
                    <a:pt x="833" y="3276"/>
                    <a:pt x="1538" y="3276"/>
                  </a:cubicBezTo>
                  <a:cubicBezTo>
                    <a:pt x="1570" y="3276"/>
                    <a:pt x="1604" y="3276"/>
                    <a:pt x="1637" y="3275"/>
                  </a:cubicBezTo>
                  <a:cubicBezTo>
                    <a:pt x="1464" y="3101"/>
                    <a:pt x="1339" y="2879"/>
                    <a:pt x="1283" y="2643"/>
                  </a:cubicBezTo>
                  <a:cubicBezTo>
                    <a:pt x="1034" y="1783"/>
                    <a:pt x="1297" y="722"/>
                    <a:pt x="1922" y="1"/>
                  </a:cubicBezTo>
                  <a:close/>
                </a:path>
              </a:pathLst>
            </a:custGeom>
            <a:solidFill>
              <a:srgbClr val="4F647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722" name="Google Shape;10722;p41"/>
            <p:cNvSpPr/>
            <p:nvPr/>
          </p:nvSpPr>
          <p:spPr>
            <a:xfrm>
              <a:off x="3007498" y="4248286"/>
              <a:ext cx="46502" cy="38489"/>
            </a:xfrm>
            <a:custGeom>
              <a:rect b="b" l="l" r="r" t="t"/>
              <a:pathLst>
                <a:path extrusionOk="0" h="1465" w="1770">
                  <a:moveTo>
                    <a:pt x="320" y="1"/>
                  </a:moveTo>
                  <a:cubicBezTo>
                    <a:pt x="292" y="15"/>
                    <a:pt x="271" y="42"/>
                    <a:pt x="250" y="63"/>
                  </a:cubicBezTo>
                  <a:cubicBezTo>
                    <a:pt x="0" y="348"/>
                    <a:pt x="49" y="791"/>
                    <a:pt x="417" y="1111"/>
                  </a:cubicBezTo>
                  <a:cubicBezTo>
                    <a:pt x="649" y="1320"/>
                    <a:pt x="1004" y="1464"/>
                    <a:pt x="1293" y="1464"/>
                  </a:cubicBezTo>
                  <a:cubicBezTo>
                    <a:pt x="1453" y="1464"/>
                    <a:pt x="1593" y="1420"/>
                    <a:pt x="1679" y="1319"/>
                  </a:cubicBezTo>
                  <a:cubicBezTo>
                    <a:pt x="1735" y="1249"/>
                    <a:pt x="1762" y="1173"/>
                    <a:pt x="1769" y="1090"/>
                  </a:cubicBezTo>
                  <a:lnTo>
                    <a:pt x="1769" y="1090"/>
                  </a:lnTo>
                  <a:cubicBezTo>
                    <a:pt x="1764" y="1090"/>
                    <a:pt x="1758" y="1090"/>
                    <a:pt x="1753" y="1090"/>
                  </a:cubicBezTo>
                  <a:cubicBezTo>
                    <a:pt x="1435" y="1090"/>
                    <a:pt x="1001" y="898"/>
                    <a:pt x="708" y="639"/>
                  </a:cubicBezTo>
                  <a:cubicBezTo>
                    <a:pt x="507" y="479"/>
                    <a:pt x="368" y="250"/>
                    <a:pt x="320" y="1"/>
                  </a:cubicBezTo>
                  <a:close/>
                </a:path>
              </a:pathLst>
            </a:custGeom>
            <a:solidFill>
              <a:srgbClr val="4F647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723" name="Google Shape;10723;p41"/>
            <p:cNvSpPr/>
            <p:nvPr/>
          </p:nvSpPr>
          <p:spPr>
            <a:xfrm>
              <a:off x="3046302" y="4197448"/>
              <a:ext cx="44506" cy="52887"/>
            </a:xfrm>
            <a:custGeom>
              <a:rect b="b" l="l" r="r" t="t"/>
              <a:pathLst>
                <a:path extrusionOk="0" h="2013" w="1694">
                  <a:moveTo>
                    <a:pt x="715" y="1"/>
                  </a:moveTo>
                  <a:lnTo>
                    <a:pt x="715" y="1"/>
                  </a:lnTo>
                  <a:cubicBezTo>
                    <a:pt x="632" y="14"/>
                    <a:pt x="556" y="49"/>
                    <a:pt x="486" y="91"/>
                  </a:cubicBezTo>
                  <a:cubicBezTo>
                    <a:pt x="105" y="320"/>
                    <a:pt x="1" y="826"/>
                    <a:pt x="299" y="1305"/>
                  </a:cubicBezTo>
                  <a:cubicBezTo>
                    <a:pt x="542" y="1685"/>
                    <a:pt x="1021" y="2013"/>
                    <a:pt x="1396" y="2013"/>
                  </a:cubicBezTo>
                  <a:cubicBezTo>
                    <a:pt x="1492" y="2013"/>
                    <a:pt x="1582" y="1991"/>
                    <a:pt x="1659" y="1943"/>
                  </a:cubicBezTo>
                  <a:cubicBezTo>
                    <a:pt x="1673" y="1936"/>
                    <a:pt x="1686" y="1929"/>
                    <a:pt x="1693" y="1915"/>
                  </a:cubicBezTo>
                  <a:cubicBezTo>
                    <a:pt x="1319" y="1714"/>
                    <a:pt x="1007" y="1409"/>
                    <a:pt x="806" y="1034"/>
                  </a:cubicBezTo>
                  <a:cubicBezTo>
                    <a:pt x="597" y="639"/>
                    <a:pt x="584" y="264"/>
                    <a:pt x="715" y="1"/>
                  </a:cubicBezTo>
                  <a:close/>
                </a:path>
              </a:pathLst>
            </a:custGeom>
            <a:solidFill>
              <a:srgbClr val="4F647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724" name="Google Shape;10724;p41"/>
            <p:cNvSpPr/>
            <p:nvPr/>
          </p:nvSpPr>
          <p:spPr>
            <a:xfrm>
              <a:off x="3111905" y="4183419"/>
              <a:ext cx="34837" cy="55593"/>
            </a:xfrm>
            <a:custGeom>
              <a:rect b="b" l="l" r="r" t="t"/>
              <a:pathLst>
                <a:path extrusionOk="0" h="2116" w="1326">
                  <a:moveTo>
                    <a:pt x="883" y="1"/>
                  </a:moveTo>
                  <a:cubicBezTo>
                    <a:pt x="503" y="1"/>
                    <a:pt x="158" y="303"/>
                    <a:pt x="77" y="798"/>
                  </a:cubicBezTo>
                  <a:cubicBezTo>
                    <a:pt x="1" y="1277"/>
                    <a:pt x="174" y="1908"/>
                    <a:pt x="514" y="2116"/>
                  </a:cubicBezTo>
                  <a:cubicBezTo>
                    <a:pt x="424" y="1728"/>
                    <a:pt x="438" y="1318"/>
                    <a:pt x="570" y="937"/>
                  </a:cubicBezTo>
                  <a:cubicBezTo>
                    <a:pt x="715" y="514"/>
                    <a:pt x="1000" y="243"/>
                    <a:pt x="1326" y="146"/>
                  </a:cubicBezTo>
                  <a:cubicBezTo>
                    <a:pt x="1236" y="77"/>
                    <a:pt x="1132" y="35"/>
                    <a:pt x="1021" y="14"/>
                  </a:cubicBezTo>
                  <a:cubicBezTo>
                    <a:pt x="974" y="5"/>
                    <a:pt x="928" y="1"/>
                    <a:pt x="883" y="1"/>
                  </a:cubicBezTo>
                  <a:close/>
                </a:path>
              </a:pathLst>
            </a:custGeom>
            <a:solidFill>
              <a:srgbClr val="4F647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725" name="Google Shape;10725;p41"/>
            <p:cNvSpPr/>
            <p:nvPr/>
          </p:nvSpPr>
          <p:spPr>
            <a:xfrm>
              <a:off x="3169678" y="4210086"/>
              <a:ext cx="37937" cy="42982"/>
            </a:xfrm>
            <a:custGeom>
              <a:rect b="b" l="l" r="r" t="t"/>
              <a:pathLst>
                <a:path extrusionOk="0" h="1636" w="1444">
                  <a:moveTo>
                    <a:pt x="884" y="0"/>
                  </a:moveTo>
                  <a:cubicBezTo>
                    <a:pt x="615" y="0"/>
                    <a:pt x="343" y="173"/>
                    <a:pt x="188" y="504"/>
                  </a:cubicBezTo>
                  <a:cubicBezTo>
                    <a:pt x="15" y="865"/>
                    <a:pt x="1" y="1365"/>
                    <a:pt x="174" y="1635"/>
                  </a:cubicBezTo>
                  <a:cubicBezTo>
                    <a:pt x="237" y="1295"/>
                    <a:pt x="396" y="976"/>
                    <a:pt x="625" y="719"/>
                  </a:cubicBezTo>
                  <a:cubicBezTo>
                    <a:pt x="828" y="490"/>
                    <a:pt x="1116" y="359"/>
                    <a:pt x="1420" y="359"/>
                  </a:cubicBezTo>
                  <a:cubicBezTo>
                    <a:pt x="1428" y="359"/>
                    <a:pt x="1436" y="359"/>
                    <a:pt x="1443" y="359"/>
                  </a:cubicBezTo>
                  <a:cubicBezTo>
                    <a:pt x="1388" y="227"/>
                    <a:pt x="1284" y="123"/>
                    <a:pt x="1152" y="61"/>
                  </a:cubicBezTo>
                  <a:cubicBezTo>
                    <a:pt x="1066" y="20"/>
                    <a:pt x="975" y="0"/>
                    <a:pt x="884" y="0"/>
                  </a:cubicBezTo>
                  <a:close/>
                </a:path>
              </a:pathLst>
            </a:custGeom>
            <a:solidFill>
              <a:srgbClr val="4F647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726" name="Google Shape;10726;p41"/>
            <p:cNvSpPr/>
            <p:nvPr/>
          </p:nvSpPr>
          <p:spPr>
            <a:xfrm>
              <a:off x="3245316" y="4339740"/>
              <a:ext cx="43034" cy="57826"/>
            </a:xfrm>
            <a:custGeom>
              <a:rect b="b" l="l" r="r" t="t"/>
              <a:pathLst>
                <a:path extrusionOk="0" h="2201" w="1638">
                  <a:moveTo>
                    <a:pt x="810" y="1"/>
                  </a:moveTo>
                  <a:cubicBezTo>
                    <a:pt x="383" y="1"/>
                    <a:pt x="34" y="357"/>
                    <a:pt x="14" y="910"/>
                  </a:cubicBezTo>
                  <a:cubicBezTo>
                    <a:pt x="0" y="1472"/>
                    <a:pt x="347" y="2180"/>
                    <a:pt x="791" y="2200"/>
                  </a:cubicBezTo>
                  <a:cubicBezTo>
                    <a:pt x="798" y="2201"/>
                    <a:pt x="804" y="2201"/>
                    <a:pt x="811" y="2201"/>
                  </a:cubicBezTo>
                  <a:cubicBezTo>
                    <a:pt x="1246" y="2201"/>
                    <a:pt x="1610" y="1533"/>
                    <a:pt x="1623" y="980"/>
                  </a:cubicBezTo>
                  <a:cubicBezTo>
                    <a:pt x="1637" y="418"/>
                    <a:pt x="1290" y="22"/>
                    <a:pt x="846" y="2"/>
                  </a:cubicBezTo>
                  <a:cubicBezTo>
                    <a:pt x="834" y="1"/>
                    <a:pt x="822" y="1"/>
                    <a:pt x="810" y="1"/>
                  </a:cubicBezTo>
                  <a:close/>
                </a:path>
              </a:pathLst>
            </a:custGeom>
            <a:solidFill>
              <a:srgbClr val="697D9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727" name="Google Shape;10727;p41"/>
            <p:cNvSpPr/>
            <p:nvPr/>
          </p:nvSpPr>
          <p:spPr>
            <a:xfrm>
              <a:off x="3187175" y="4355793"/>
              <a:ext cx="41038" cy="49366"/>
            </a:xfrm>
            <a:custGeom>
              <a:rect b="b" l="l" r="r" t="t"/>
              <a:pathLst>
                <a:path extrusionOk="0" h="1879" w="1562">
                  <a:moveTo>
                    <a:pt x="728" y="1"/>
                  </a:moveTo>
                  <a:cubicBezTo>
                    <a:pt x="675" y="1"/>
                    <a:pt x="622" y="8"/>
                    <a:pt x="569" y="22"/>
                  </a:cubicBezTo>
                  <a:cubicBezTo>
                    <a:pt x="209" y="119"/>
                    <a:pt x="1" y="514"/>
                    <a:pt x="125" y="986"/>
                  </a:cubicBezTo>
                  <a:cubicBezTo>
                    <a:pt x="240" y="1418"/>
                    <a:pt x="628" y="1879"/>
                    <a:pt x="969" y="1879"/>
                  </a:cubicBezTo>
                  <a:cubicBezTo>
                    <a:pt x="1000" y="1879"/>
                    <a:pt x="1031" y="1875"/>
                    <a:pt x="1062" y="1867"/>
                  </a:cubicBezTo>
                  <a:cubicBezTo>
                    <a:pt x="1422" y="1763"/>
                    <a:pt x="1561" y="1111"/>
                    <a:pt x="1436" y="639"/>
                  </a:cubicBezTo>
                  <a:cubicBezTo>
                    <a:pt x="1330" y="237"/>
                    <a:pt x="1036" y="1"/>
                    <a:pt x="728" y="1"/>
                  </a:cubicBezTo>
                  <a:close/>
                </a:path>
              </a:pathLst>
            </a:custGeom>
            <a:solidFill>
              <a:srgbClr val="697D9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728" name="Google Shape;10728;p41"/>
            <p:cNvSpPr/>
            <p:nvPr/>
          </p:nvSpPr>
          <p:spPr>
            <a:xfrm>
              <a:off x="3329861" y="4419977"/>
              <a:ext cx="53070" cy="39671"/>
            </a:xfrm>
            <a:custGeom>
              <a:rect b="b" l="l" r="r" t="t"/>
              <a:pathLst>
                <a:path extrusionOk="0" h="1510" w="2020">
                  <a:moveTo>
                    <a:pt x="1259" y="0"/>
                  </a:moveTo>
                  <a:cubicBezTo>
                    <a:pt x="1106" y="0"/>
                    <a:pt x="941" y="45"/>
                    <a:pt x="777" y="138"/>
                  </a:cubicBezTo>
                  <a:cubicBezTo>
                    <a:pt x="361" y="388"/>
                    <a:pt x="1" y="957"/>
                    <a:pt x="188" y="1283"/>
                  </a:cubicBezTo>
                  <a:cubicBezTo>
                    <a:pt x="284" y="1440"/>
                    <a:pt x="496" y="1510"/>
                    <a:pt x="737" y="1510"/>
                  </a:cubicBezTo>
                  <a:cubicBezTo>
                    <a:pt x="984" y="1510"/>
                    <a:pt x="1260" y="1437"/>
                    <a:pt x="1471" y="1311"/>
                  </a:cubicBezTo>
                  <a:cubicBezTo>
                    <a:pt x="1887" y="1061"/>
                    <a:pt x="2019" y="631"/>
                    <a:pt x="1832" y="312"/>
                  </a:cubicBezTo>
                  <a:cubicBezTo>
                    <a:pt x="1713" y="112"/>
                    <a:pt x="1502" y="0"/>
                    <a:pt x="1259" y="0"/>
                  </a:cubicBezTo>
                  <a:close/>
                </a:path>
              </a:pathLst>
            </a:custGeom>
            <a:solidFill>
              <a:srgbClr val="697D9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729" name="Google Shape;10729;p41"/>
            <p:cNvSpPr/>
            <p:nvPr/>
          </p:nvSpPr>
          <p:spPr>
            <a:xfrm>
              <a:off x="3187911" y="4418111"/>
              <a:ext cx="136328" cy="94975"/>
            </a:xfrm>
            <a:custGeom>
              <a:rect b="b" l="l" r="r" t="t"/>
              <a:pathLst>
                <a:path extrusionOk="0" h="3615" w="5189">
                  <a:moveTo>
                    <a:pt x="2405" y="0"/>
                  </a:moveTo>
                  <a:cubicBezTo>
                    <a:pt x="1490" y="0"/>
                    <a:pt x="662" y="471"/>
                    <a:pt x="382" y="1160"/>
                  </a:cubicBezTo>
                  <a:cubicBezTo>
                    <a:pt x="0" y="2089"/>
                    <a:pt x="930" y="2699"/>
                    <a:pt x="2178" y="3206"/>
                  </a:cubicBezTo>
                  <a:cubicBezTo>
                    <a:pt x="2779" y="3449"/>
                    <a:pt x="3343" y="3614"/>
                    <a:pt x="3805" y="3614"/>
                  </a:cubicBezTo>
                  <a:cubicBezTo>
                    <a:pt x="4303" y="3614"/>
                    <a:pt x="4679" y="3422"/>
                    <a:pt x="4849" y="2928"/>
                  </a:cubicBezTo>
                  <a:cubicBezTo>
                    <a:pt x="5189" y="1950"/>
                    <a:pt x="4675" y="1236"/>
                    <a:pt x="4439" y="951"/>
                  </a:cubicBezTo>
                  <a:cubicBezTo>
                    <a:pt x="4162" y="619"/>
                    <a:pt x="3808" y="362"/>
                    <a:pt x="3406" y="195"/>
                  </a:cubicBezTo>
                  <a:cubicBezTo>
                    <a:pt x="3075" y="61"/>
                    <a:pt x="2734" y="0"/>
                    <a:pt x="2405" y="0"/>
                  </a:cubicBezTo>
                  <a:close/>
                </a:path>
              </a:pathLst>
            </a:custGeom>
            <a:solidFill>
              <a:srgbClr val="697D9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730" name="Google Shape;10730;p41"/>
            <p:cNvSpPr/>
            <p:nvPr/>
          </p:nvSpPr>
          <p:spPr>
            <a:xfrm>
              <a:off x="3294682" y="4365277"/>
              <a:ext cx="56171" cy="51336"/>
            </a:xfrm>
            <a:custGeom>
              <a:rect b="b" l="l" r="r" t="t"/>
              <a:pathLst>
                <a:path extrusionOk="0" h="1954" w="2138">
                  <a:moveTo>
                    <a:pt x="1305" y="1"/>
                  </a:moveTo>
                  <a:cubicBezTo>
                    <a:pt x="1067" y="1"/>
                    <a:pt x="815" y="108"/>
                    <a:pt x="604" y="334"/>
                  </a:cubicBezTo>
                  <a:cubicBezTo>
                    <a:pt x="216" y="750"/>
                    <a:pt x="1" y="1506"/>
                    <a:pt x="320" y="1818"/>
                  </a:cubicBezTo>
                  <a:cubicBezTo>
                    <a:pt x="418" y="1912"/>
                    <a:pt x="556" y="1953"/>
                    <a:pt x="710" y="1953"/>
                  </a:cubicBezTo>
                  <a:cubicBezTo>
                    <a:pt x="1056" y="1953"/>
                    <a:pt x="1487" y="1745"/>
                    <a:pt x="1756" y="1457"/>
                  </a:cubicBezTo>
                  <a:cubicBezTo>
                    <a:pt x="2137" y="1048"/>
                    <a:pt x="2137" y="514"/>
                    <a:pt x="1825" y="209"/>
                  </a:cubicBezTo>
                  <a:cubicBezTo>
                    <a:pt x="1682" y="72"/>
                    <a:pt x="1498" y="1"/>
                    <a:pt x="1305" y="1"/>
                  </a:cubicBezTo>
                  <a:close/>
                </a:path>
              </a:pathLst>
            </a:custGeom>
            <a:solidFill>
              <a:srgbClr val="697D9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731" name="Google Shape;10731;p41"/>
            <p:cNvSpPr/>
            <p:nvPr/>
          </p:nvSpPr>
          <p:spPr>
            <a:xfrm>
              <a:off x="3191011" y="4418111"/>
              <a:ext cx="80026" cy="70384"/>
            </a:xfrm>
            <a:custGeom>
              <a:rect b="b" l="l" r="r" t="t"/>
              <a:pathLst>
                <a:path extrusionOk="0" h="2679" w="3046">
                  <a:moveTo>
                    <a:pt x="2285" y="1"/>
                  </a:moveTo>
                  <a:cubicBezTo>
                    <a:pt x="1371" y="1"/>
                    <a:pt x="542" y="472"/>
                    <a:pt x="264" y="1153"/>
                  </a:cubicBezTo>
                  <a:cubicBezTo>
                    <a:pt x="0" y="1791"/>
                    <a:pt x="347" y="2276"/>
                    <a:pt x="992" y="2679"/>
                  </a:cubicBezTo>
                  <a:cubicBezTo>
                    <a:pt x="944" y="2436"/>
                    <a:pt x="957" y="2186"/>
                    <a:pt x="1041" y="1950"/>
                  </a:cubicBezTo>
                  <a:cubicBezTo>
                    <a:pt x="1311" y="1104"/>
                    <a:pt x="2123" y="369"/>
                    <a:pt x="3045" y="112"/>
                  </a:cubicBezTo>
                  <a:cubicBezTo>
                    <a:pt x="2792" y="36"/>
                    <a:pt x="2535" y="1"/>
                    <a:pt x="2285" y="1"/>
                  </a:cubicBezTo>
                  <a:close/>
                </a:path>
              </a:pathLst>
            </a:custGeom>
            <a:solidFill>
              <a:srgbClr val="4F647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732" name="Google Shape;10732;p41"/>
            <p:cNvSpPr/>
            <p:nvPr/>
          </p:nvSpPr>
          <p:spPr>
            <a:xfrm>
              <a:off x="3187175" y="4355977"/>
              <a:ext cx="33182" cy="49182"/>
            </a:xfrm>
            <a:custGeom>
              <a:rect b="b" l="l" r="r" t="t"/>
              <a:pathLst>
                <a:path extrusionOk="0" h="1872" w="1263">
                  <a:moveTo>
                    <a:pt x="666" y="1"/>
                  </a:moveTo>
                  <a:cubicBezTo>
                    <a:pt x="632" y="1"/>
                    <a:pt x="604" y="8"/>
                    <a:pt x="569" y="15"/>
                  </a:cubicBezTo>
                  <a:cubicBezTo>
                    <a:pt x="209" y="112"/>
                    <a:pt x="1" y="507"/>
                    <a:pt x="125" y="979"/>
                  </a:cubicBezTo>
                  <a:cubicBezTo>
                    <a:pt x="240" y="1411"/>
                    <a:pt x="628" y="1872"/>
                    <a:pt x="969" y="1872"/>
                  </a:cubicBezTo>
                  <a:cubicBezTo>
                    <a:pt x="1000" y="1872"/>
                    <a:pt x="1031" y="1868"/>
                    <a:pt x="1062" y="1860"/>
                  </a:cubicBezTo>
                  <a:cubicBezTo>
                    <a:pt x="1145" y="1832"/>
                    <a:pt x="1214" y="1784"/>
                    <a:pt x="1263" y="1721"/>
                  </a:cubicBezTo>
                  <a:cubicBezTo>
                    <a:pt x="992" y="1541"/>
                    <a:pt x="729" y="1139"/>
                    <a:pt x="632" y="750"/>
                  </a:cubicBezTo>
                  <a:cubicBezTo>
                    <a:pt x="555" y="507"/>
                    <a:pt x="569" y="237"/>
                    <a:pt x="666" y="1"/>
                  </a:cubicBezTo>
                  <a:close/>
                </a:path>
              </a:pathLst>
            </a:custGeom>
            <a:solidFill>
              <a:srgbClr val="4F647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733" name="Google Shape;10733;p41"/>
            <p:cNvSpPr/>
            <p:nvPr/>
          </p:nvSpPr>
          <p:spPr>
            <a:xfrm>
              <a:off x="3245316" y="4339740"/>
              <a:ext cx="28453" cy="57826"/>
            </a:xfrm>
            <a:custGeom>
              <a:rect b="b" l="l" r="r" t="t"/>
              <a:pathLst>
                <a:path extrusionOk="0" h="2201" w="1083">
                  <a:moveTo>
                    <a:pt x="810" y="1"/>
                  </a:moveTo>
                  <a:cubicBezTo>
                    <a:pt x="383" y="1"/>
                    <a:pt x="35" y="357"/>
                    <a:pt x="21" y="910"/>
                  </a:cubicBezTo>
                  <a:cubicBezTo>
                    <a:pt x="0" y="1472"/>
                    <a:pt x="347" y="2180"/>
                    <a:pt x="791" y="2200"/>
                  </a:cubicBezTo>
                  <a:cubicBezTo>
                    <a:pt x="805" y="2200"/>
                    <a:pt x="819" y="2194"/>
                    <a:pt x="833" y="2194"/>
                  </a:cubicBezTo>
                  <a:cubicBezTo>
                    <a:pt x="631" y="1819"/>
                    <a:pt x="541" y="1389"/>
                    <a:pt x="583" y="959"/>
                  </a:cubicBezTo>
                  <a:cubicBezTo>
                    <a:pt x="624" y="522"/>
                    <a:pt x="826" y="203"/>
                    <a:pt x="1082" y="57"/>
                  </a:cubicBezTo>
                  <a:cubicBezTo>
                    <a:pt x="1006" y="22"/>
                    <a:pt x="930" y="9"/>
                    <a:pt x="846" y="2"/>
                  </a:cubicBezTo>
                  <a:cubicBezTo>
                    <a:pt x="834" y="1"/>
                    <a:pt x="822" y="1"/>
                    <a:pt x="810" y="1"/>
                  </a:cubicBezTo>
                  <a:close/>
                </a:path>
              </a:pathLst>
            </a:custGeom>
            <a:solidFill>
              <a:srgbClr val="4F647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734" name="Google Shape;10734;p41"/>
            <p:cNvSpPr/>
            <p:nvPr/>
          </p:nvSpPr>
          <p:spPr>
            <a:xfrm>
              <a:off x="3296338" y="4365198"/>
              <a:ext cx="51047" cy="44033"/>
            </a:xfrm>
            <a:custGeom>
              <a:rect b="b" l="l" r="r" t="t"/>
              <a:pathLst>
                <a:path extrusionOk="0" h="1676" w="1943">
                  <a:moveTo>
                    <a:pt x="1244" y="1"/>
                  </a:moveTo>
                  <a:cubicBezTo>
                    <a:pt x="1006" y="1"/>
                    <a:pt x="752" y="110"/>
                    <a:pt x="541" y="337"/>
                  </a:cubicBezTo>
                  <a:cubicBezTo>
                    <a:pt x="201" y="697"/>
                    <a:pt x="0" y="1322"/>
                    <a:pt x="160" y="1675"/>
                  </a:cubicBezTo>
                  <a:cubicBezTo>
                    <a:pt x="306" y="1301"/>
                    <a:pt x="548" y="968"/>
                    <a:pt x="867" y="725"/>
                  </a:cubicBezTo>
                  <a:cubicBezTo>
                    <a:pt x="1123" y="533"/>
                    <a:pt x="1392" y="446"/>
                    <a:pt x="1644" y="446"/>
                  </a:cubicBezTo>
                  <a:cubicBezTo>
                    <a:pt x="1747" y="446"/>
                    <a:pt x="1847" y="461"/>
                    <a:pt x="1942" y="489"/>
                  </a:cubicBezTo>
                  <a:cubicBezTo>
                    <a:pt x="1901" y="385"/>
                    <a:pt x="1838" y="288"/>
                    <a:pt x="1762" y="212"/>
                  </a:cubicBezTo>
                  <a:cubicBezTo>
                    <a:pt x="1620" y="72"/>
                    <a:pt x="1437" y="1"/>
                    <a:pt x="1244" y="1"/>
                  </a:cubicBezTo>
                  <a:close/>
                </a:path>
              </a:pathLst>
            </a:custGeom>
            <a:solidFill>
              <a:srgbClr val="4F647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735" name="Google Shape;10735;p41"/>
            <p:cNvSpPr/>
            <p:nvPr/>
          </p:nvSpPr>
          <p:spPr>
            <a:xfrm>
              <a:off x="3333697" y="4419898"/>
              <a:ext cx="46844" cy="28138"/>
            </a:xfrm>
            <a:custGeom>
              <a:rect b="b" l="l" r="r" t="t"/>
              <a:pathLst>
                <a:path extrusionOk="0" h="1071" w="1783">
                  <a:moveTo>
                    <a:pt x="1114" y="0"/>
                  </a:moveTo>
                  <a:cubicBezTo>
                    <a:pt x="962" y="0"/>
                    <a:pt x="799" y="45"/>
                    <a:pt x="638" y="141"/>
                  </a:cubicBezTo>
                  <a:cubicBezTo>
                    <a:pt x="299" y="342"/>
                    <a:pt x="0" y="745"/>
                    <a:pt x="0" y="1071"/>
                  </a:cubicBezTo>
                  <a:cubicBezTo>
                    <a:pt x="236" y="821"/>
                    <a:pt x="548" y="648"/>
                    <a:pt x="881" y="564"/>
                  </a:cubicBezTo>
                  <a:cubicBezTo>
                    <a:pt x="974" y="539"/>
                    <a:pt x="1068" y="527"/>
                    <a:pt x="1162" y="527"/>
                  </a:cubicBezTo>
                  <a:cubicBezTo>
                    <a:pt x="1375" y="527"/>
                    <a:pt x="1584" y="592"/>
                    <a:pt x="1762" y="717"/>
                  </a:cubicBezTo>
                  <a:cubicBezTo>
                    <a:pt x="1783" y="578"/>
                    <a:pt x="1755" y="433"/>
                    <a:pt x="1686" y="315"/>
                  </a:cubicBezTo>
                  <a:cubicBezTo>
                    <a:pt x="1566" y="114"/>
                    <a:pt x="1355" y="0"/>
                    <a:pt x="1114" y="0"/>
                  </a:cubicBezTo>
                  <a:close/>
                </a:path>
              </a:pathLst>
            </a:custGeom>
            <a:solidFill>
              <a:srgbClr val="4F647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0736" name="Google Shape;10736;p41"/>
          <p:cNvGrpSpPr/>
          <p:nvPr/>
        </p:nvGrpSpPr>
        <p:grpSpPr>
          <a:xfrm>
            <a:off x="6919276" y="2766990"/>
            <a:ext cx="274550" cy="354729"/>
            <a:chOff x="7606826" y="2419290"/>
            <a:chExt cx="274550" cy="354729"/>
          </a:xfrm>
        </p:grpSpPr>
        <p:sp>
          <p:nvSpPr>
            <p:cNvPr id="10737" name="Google Shape;10737;p41"/>
            <p:cNvSpPr/>
            <p:nvPr/>
          </p:nvSpPr>
          <p:spPr>
            <a:xfrm>
              <a:off x="7606826" y="2619370"/>
              <a:ext cx="274550" cy="154649"/>
            </a:xfrm>
            <a:custGeom>
              <a:rect b="b" l="l" r="r" t="t"/>
              <a:pathLst>
                <a:path extrusionOk="0" h="5906" w="10485">
                  <a:moveTo>
                    <a:pt x="3711" y="1"/>
                  </a:moveTo>
                  <a:lnTo>
                    <a:pt x="3711" y="1041"/>
                  </a:lnTo>
                  <a:cubicBezTo>
                    <a:pt x="3711" y="1336"/>
                    <a:pt x="3520" y="1584"/>
                    <a:pt x="3244" y="1670"/>
                  </a:cubicBezTo>
                  <a:lnTo>
                    <a:pt x="935" y="2348"/>
                  </a:lnTo>
                  <a:cubicBezTo>
                    <a:pt x="382" y="2510"/>
                    <a:pt x="0" y="3025"/>
                    <a:pt x="0" y="3607"/>
                  </a:cubicBezTo>
                  <a:lnTo>
                    <a:pt x="0" y="5248"/>
                  </a:lnTo>
                  <a:cubicBezTo>
                    <a:pt x="0" y="5610"/>
                    <a:pt x="286" y="5906"/>
                    <a:pt x="649" y="5906"/>
                  </a:cubicBezTo>
                  <a:lnTo>
                    <a:pt x="9826" y="5906"/>
                  </a:lnTo>
                  <a:cubicBezTo>
                    <a:pt x="10189" y="5906"/>
                    <a:pt x="10485" y="5610"/>
                    <a:pt x="10485" y="5248"/>
                  </a:cubicBezTo>
                  <a:lnTo>
                    <a:pt x="10485" y="3607"/>
                  </a:lnTo>
                  <a:cubicBezTo>
                    <a:pt x="10485" y="3025"/>
                    <a:pt x="10093" y="2510"/>
                    <a:pt x="9540" y="2348"/>
                  </a:cubicBezTo>
                  <a:lnTo>
                    <a:pt x="7241" y="1670"/>
                  </a:lnTo>
                  <a:cubicBezTo>
                    <a:pt x="6955" y="1584"/>
                    <a:pt x="6764" y="1336"/>
                    <a:pt x="6764" y="1041"/>
                  </a:cubicBezTo>
                  <a:lnTo>
                    <a:pt x="6764" y="1"/>
                  </a:lnTo>
                  <a:close/>
                </a:path>
              </a:pathLst>
            </a:custGeom>
            <a:solidFill>
              <a:srgbClr val="E7ECF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738" name="Google Shape;10738;p41"/>
            <p:cNvSpPr/>
            <p:nvPr/>
          </p:nvSpPr>
          <p:spPr>
            <a:xfrm>
              <a:off x="7606826" y="2667576"/>
              <a:ext cx="274550" cy="106442"/>
            </a:xfrm>
            <a:custGeom>
              <a:rect b="b" l="l" r="r" t="t"/>
              <a:pathLst>
                <a:path extrusionOk="0" h="4065" w="10485">
                  <a:moveTo>
                    <a:pt x="2671" y="1"/>
                  </a:moveTo>
                  <a:lnTo>
                    <a:pt x="935" y="507"/>
                  </a:lnTo>
                  <a:cubicBezTo>
                    <a:pt x="382" y="669"/>
                    <a:pt x="0" y="1184"/>
                    <a:pt x="0" y="1766"/>
                  </a:cubicBezTo>
                  <a:lnTo>
                    <a:pt x="0" y="3407"/>
                  </a:lnTo>
                  <a:cubicBezTo>
                    <a:pt x="0" y="3769"/>
                    <a:pt x="286" y="4065"/>
                    <a:pt x="649" y="4065"/>
                  </a:cubicBezTo>
                  <a:lnTo>
                    <a:pt x="9826" y="4065"/>
                  </a:lnTo>
                  <a:cubicBezTo>
                    <a:pt x="10189" y="4065"/>
                    <a:pt x="10485" y="3769"/>
                    <a:pt x="10485" y="3407"/>
                  </a:cubicBezTo>
                  <a:lnTo>
                    <a:pt x="10485" y="1766"/>
                  </a:lnTo>
                  <a:cubicBezTo>
                    <a:pt x="10485" y="1184"/>
                    <a:pt x="10093" y="669"/>
                    <a:pt x="9540" y="507"/>
                  </a:cubicBezTo>
                  <a:lnTo>
                    <a:pt x="7804" y="1"/>
                  </a:lnTo>
                  <a:cubicBezTo>
                    <a:pt x="7556" y="1213"/>
                    <a:pt x="6478" y="2090"/>
                    <a:pt x="5238" y="2090"/>
                  </a:cubicBezTo>
                  <a:cubicBezTo>
                    <a:pt x="3997" y="2090"/>
                    <a:pt x="2919" y="1213"/>
                    <a:pt x="2671" y="1"/>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739" name="Google Shape;10739;p41"/>
            <p:cNvSpPr/>
            <p:nvPr/>
          </p:nvSpPr>
          <p:spPr>
            <a:xfrm>
              <a:off x="7703998" y="2619370"/>
              <a:ext cx="79943" cy="22886"/>
            </a:xfrm>
            <a:custGeom>
              <a:rect b="b" l="l" r="r" t="t"/>
              <a:pathLst>
                <a:path extrusionOk="0" h="874" w="3053">
                  <a:moveTo>
                    <a:pt x="0" y="1"/>
                  </a:moveTo>
                  <a:lnTo>
                    <a:pt x="0" y="487"/>
                  </a:lnTo>
                  <a:cubicBezTo>
                    <a:pt x="477" y="745"/>
                    <a:pt x="1002" y="874"/>
                    <a:pt x="1527" y="874"/>
                  </a:cubicBezTo>
                  <a:cubicBezTo>
                    <a:pt x="2051" y="874"/>
                    <a:pt x="2576" y="745"/>
                    <a:pt x="3053" y="487"/>
                  </a:cubicBezTo>
                  <a:lnTo>
                    <a:pt x="3053" y="1"/>
                  </a:ln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740" name="Google Shape;10740;p41"/>
            <p:cNvSpPr/>
            <p:nvPr/>
          </p:nvSpPr>
          <p:spPr>
            <a:xfrm>
              <a:off x="7647543" y="2470744"/>
              <a:ext cx="192617" cy="160147"/>
            </a:xfrm>
            <a:custGeom>
              <a:rect b="b" l="l" r="r" t="t"/>
              <a:pathLst>
                <a:path extrusionOk="0" h="6116" w="7356">
                  <a:moveTo>
                    <a:pt x="840" y="1"/>
                  </a:moveTo>
                  <a:lnTo>
                    <a:pt x="840" y="2405"/>
                  </a:lnTo>
                  <a:lnTo>
                    <a:pt x="735" y="2405"/>
                  </a:lnTo>
                  <a:cubicBezTo>
                    <a:pt x="0" y="2405"/>
                    <a:pt x="0" y="3492"/>
                    <a:pt x="735" y="3492"/>
                  </a:cubicBezTo>
                  <a:lnTo>
                    <a:pt x="849" y="3492"/>
                  </a:lnTo>
                  <a:cubicBezTo>
                    <a:pt x="964" y="4971"/>
                    <a:pt x="2194" y="6116"/>
                    <a:pt x="3683" y="6116"/>
                  </a:cubicBezTo>
                  <a:cubicBezTo>
                    <a:pt x="5161" y="6116"/>
                    <a:pt x="6392" y="4971"/>
                    <a:pt x="6506" y="3492"/>
                  </a:cubicBezTo>
                  <a:lnTo>
                    <a:pt x="6630" y="3492"/>
                  </a:lnTo>
                  <a:cubicBezTo>
                    <a:pt x="7355" y="3492"/>
                    <a:pt x="7355" y="2405"/>
                    <a:pt x="6630" y="2405"/>
                  </a:cubicBezTo>
                  <a:lnTo>
                    <a:pt x="6525" y="2405"/>
                  </a:lnTo>
                  <a:lnTo>
                    <a:pt x="6525" y="1"/>
                  </a:lnTo>
                  <a:close/>
                </a:path>
              </a:pathLst>
            </a:custGeom>
            <a:solidFill>
              <a:srgbClr val="ECF0F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741" name="Google Shape;10741;p41"/>
            <p:cNvSpPr/>
            <p:nvPr/>
          </p:nvSpPr>
          <p:spPr>
            <a:xfrm>
              <a:off x="7651785" y="2470744"/>
              <a:ext cx="166379" cy="160121"/>
            </a:xfrm>
            <a:custGeom>
              <a:rect b="b" l="l" r="r" t="t"/>
              <a:pathLst>
                <a:path extrusionOk="0" h="6115" w="6354">
                  <a:moveTo>
                    <a:pt x="678" y="1"/>
                  </a:moveTo>
                  <a:lnTo>
                    <a:pt x="678" y="2405"/>
                  </a:lnTo>
                  <a:lnTo>
                    <a:pt x="601" y="2405"/>
                  </a:lnTo>
                  <a:cubicBezTo>
                    <a:pt x="595" y="2404"/>
                    <a:pt x="589" y="2404"/>
                    <a:pt x="583" y="2404"/>
                  </a:cubicBezTo>
                  <a:cubicBezTo>
                    <a:pt x="304" y="2404"/>
                    <a:pt x="66" y="2611"/>
                    <a:pt x="29" y="2891"/>
                  </a:cubicBezTo>
                  <a:cubicBezTo>
                    <a:pt x="0" y="3215"/>
                    <a:pt x="248" y="3492"/>
                    <a:pt x="573" y="3492"/>
                  </a:cubicBezTo>
                  <a:lnTo>
                    <a:pt x="687" y="3492"/>
                  </a:lnTo>
                  <a:cubicBezTo>
                    <a:pt x="800" y="4995"/>
                    <a:pt x="2046" y="6115"/>
                    <a:pt x="3499" y="6115"/>
                  </a:cubicBezTo>
                  <a:cubicBezTo>
                    <a:pt x="3650" y="6115"/>
                    <a:pt x="3804" y="6103"/>
                    <a:pt x="3959" y="6077"/>
                  </a:cubicBezTo>
                  <a:cubicBezTo>
                    <a:pt x="2576" y="5868"/>
                    <a:pt x="1555" y="4675"/>
                    <a:pt x="1555" y="3282"/>
                  </a:cubicBezTo>
                  <a:lnTo>
                    <a:pt x="1555" y="1527"/>
                  </a:lnTo>
                  <a:cubicBezTo>
                    <a:pt x="1555" y="1050"/>
                    <a:pt x="1946" y="659"/>
                    <a:pt x="2433" y="659"/>
                  </a:cubicBezTo>
                  <a:lnTo>
                    <a:pt x="3740" y="659"/>
                  </a:lnTo>
                  <a:cubicBezTo>
                    <a:pt x="3932" y="802"/>
                    <a:pt x="4163" y="875"/>
                    <a:pt x="4392" y="875"/>
                  </a:cubicBezTo>
                  <a:cubicBezTo>
                    <a:pt x="4562" y="875"/>
                    <a:pt x="4731" y="835"/>
                    <a:pt x="4885" y="754"/>
                  </a:cubicBezTo>
                  <a:cubicBezTo>
                    <a:pt x="5184" y="972"/>
                    <a:pt x="5547" y="1088"/>
                    <a:pt x="5914" y="1088"/>
                  </a:cubicBezTo>
                  <a:cubicBezTo>
                    <a:pt x="6061" y="1088"/>
                    <a:pt x="6209" y="1069"/>
                    <a:pt x="6354" y="1031"/>
                  </a:cubicBezTo>
                  <a:lnTo>
                    <a:pt x="6354" y="1"/>
                  </a:lnTo>
                  <a:close/>
                </a:path>
              </a:pathLst>
            </a:custGeom>
            <a:solidFill>
              <a:srgbClr val="E7ECF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742" name="Google Shape;10742;p41"/>
            <p:cNvSpPr/>
            <p:nvPr/>
          </p:nvSpPr>
          <p:spPr>
            <a:xfrm>
              <a:off x="7654770" y="2419290"/>
              <a:ext cx="174156" cy="114428"/>
            </a:xfrm>
            <a:custGeom>
              <a:rect b="b" l="l" r="r" t="t"/>
              <a:pathLst>
                <a:path extrusionOk="0" h="4370" w="6651">
                  <a:moveTo>
                    <a:pt x="1842" y="0"/>
                  </a:moveTo>
                  <a:cubicBezTo>
                    <a:pt x="812" y="0"/>
                    <a:pt x="1" y="897"/>
                    <a:pt x="106" y="1918"/>
                  </a:cubicBezTo>
                  <a:lnTo>
                    <a:pt x="344" y="4370"/>
                  </a:lnTo>
                  <a:lnTo>
                    <a:pt x="564" y="4370"/>
                  </a:lnTo>
                  <a:cubicBezTo>
                    <a:pt x="812" y="4370"/>
                    <a:pt x="1003" y="4169"/>
                    <a:pt x="1003" y="3931"/>
                  </a:cubicBezTo>
                  <a:lnTo>
                    <a:pt x="1003" y="2967"/>
                  </a:lnTo>
                  <a:cubicBezTo>
                    <a:pt x="1003" y="2481"/>
                    <a:pt x="1394" y="2090"/>
                    <a:pt x="1880" y="2090"/>
                  </a:cubicBezTo>
                  <a:lnTo>
                    <a:pt x="5811" y="2090"/>
                  </a:lnTo>
                  <a:lnTo>
                    <a:pt x="5811" y="3931"/>
                  </a:lnTo>
                  <a:cubicBezTo>
                    <a:pt x="5811" y="4169"/>
                    <a:pt x="6011" y="4370"/>
                    <a:pt x="6249" y="4370"/>
                  </a:cubicBezTo>
                  <a:lnTo>
                    <a:pt x="6469" y="4370"/>
                  </a:lnTo>
                  <a:lnTo>
                    <a:pt x="6650" y="2004"/>
                  </a:lnTo>
                  <a:lnTo>
                    <a:pt x="6631" y="2004"/>
                  </a:lnTo>
                  <a:lnTo>
                    <a:pt x="5811" y="0"/>
                  </a:lnTo>
                  <a:close/>
                </a:path>
              </a:pathLst>
            </a:custGeom>
            <a:solidFill>
              <a:srgbClr val="D4DDE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743" name="Google Shape;10743;p41"/>
            <p:cNvSpPr/>
            <p:nvPr/>
          </p:nvSpPr>
          <p:spPr>
            <a:xfrm>
              <a:off x="7654770" y="2419290"/>
              <a:ext cx="71983" cy="114428"/>
            </a:xfrm>
            <a:custGeom>
              <a:rect b="b" l="l" r="r" t="t"/>
              <a:pathLst>
                <a:path extrusionOk="0" h="4370" w="2749">
                  <a:moveTo>
                    <a:pt x="1842" y="0"/>
                  </a:moveTo>
                  <a:cubicBezTo>
                    <a:pt x="812" y="0"/>
                    <a:pt x="1" y="888"/>
                    <a:pt x="106" y="1918"/>
                  </a:cubicBezTo>
                  <a:lnTo>
                    <a:pt x="344" y="4370"/>
                  </a:lnTo>
                  <a:lnTo>
                    <a:pt x="564" y="4370"/>
                  </a:lnTo>
                  <a:cubicBezTo>
                    <a:pt x="812" y="4370"/>
                    <a:pt x="1003" y="4169"/>
                    <a:pt x="1003" y="3931"/>
                  </a:cubicBezTo>
                  <a:lnTo>
                    <a:pt x="1003" y="1756"/>
                  </a:lnTo>
                  <a:cubicBezTo>
                    <a:pt x="1003" y="783"/>
                    <a:pt x="1785" y="0"/>
                    <a:pt x="2748" y="0"/>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744" name="Google Shape;10744;p41"/>
            <p:cNvSpPr/>
            <p:nvPr/>
          </p:nvSpPr>
          <p:spPr>
            <a:xfrm>
              <a:off x="7703998" y="2533640"/>
              <a:ext cx="11495" cy="17308"/>
            </a:xfrm>
            <a:custGeom>
              <a:rect b="b" l="l" r="r" t="t"/>
              <a:pathLst>
                <a:path extrusionOk="0" h="661" w="439">
                  <a:moveTo>
                    <a:pt x="220" y="0"/>
                  </a:moveTo>
                  <a:cubicBezTo>
                    <a:pt x="110" y="0"/>
                    <a:pt x="0" y="74"/>
                    <a:pt x="0" y="222"/>
                  </a:cubicBezTo>
                  <a:lnTo>
                    <a:pt x="0" y="441"/>
                  </a:lnTo>
                  <a:cubicBezTo>
                    <a:pt x="0" y="556"/>
                    <a:pt x="96" y="661"/>
                    <a:pt x="220" y="661"/>
                  </a:cubicBezTo>
                  <a:cubicBezTo>
                    <a:pt x="334" y="661"/>
                    <a:pt x="439" y="556"/>
                    <a:pt x="439" y="441"/>
                  </a:cubicBezTo>
                  <a:lnTo>
                    <a:pt x="439" y="222"/>
                  </a:lnTo>
                  <a:cubicBezTo>
                    <a:pt x="439" y="74"/>
                    <a:pt x="329" y="0"/>
                    <a:pt x="220" y="0"/>
                  </a:cubicBezTo>
                  <a:close/>
                </a:path>
              </a:pathLst>
            </a:custGeom>
            <a:solidFill>
              <a:srgbClr val="213B5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745" name="Google Shape;10745;p41"/>
            <p:cNvSpPr/>
            <p:nvPr/>
          </p:nvSpPr>
          <p:spPr>
            <a:xfrm>
              <a:off x="7772681" y="2533640"/>
              <a:ext cx="11260" cy="17308"/>
            </a:xfrm>
            <a:custGeom>
              <a:rect b="b" l="l" r="r" t="t"/>
              <a:pathLst>
                <a:path extrusionOk="0" h="661" w="430">
                  <a:moveTo>
                    <a:pt x="215" y="0"/>
                  </a:moveTo>
                  <a:cubicBezTo>
                    <a:pt x="108" y="0"/>
                    <a:pt x="1" y="74"/>
                    <a:pt x="1" y="222"/>
                  </a:cubicBezTo>
                  <a:lnTo>
                    <a:pt x="1" y="441"/>
                  </a:lnTo>
                  <a:cubicBezTo>
                    <a:pt x="1" y="556"/>
                    <a:pt x="96" y="661"/>
                    <a:pt x="220" y="661"/>
                  </a:cubicBezTo>
                  <a:cubicBezTo>
                    <a:pt x="335" y="661"/>
                    <a:pt x="430" y="556"/>
                    <a:pt x="430" y="441"/>
                  </a:cubicBezTo>
                  <a:lnTo>
                    <a:pt x="430" y="222"/>
                  </a:lnTo>
                  <a:cubicBezTo>
                    <a:pt x="430" y="74"/>
                    <a:pt x="323" y="0"/>
                    <a:pt x="215" y="0"/>
                  </a:cubicBezTo>
                  <a:close/>
                </a:path>
              </a:pathLst>
            </a:custGeom>
            <a:solidFill>
              <a:srgbClr val="213B5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746" name="Google Shape;10746;p41"/>
            <p:cNvSpPr/>
            <p:nvPr/>
          </p:nvSpPr>
          <p:spPr>
            <a:xfrm>
              <a:off x="7718714" y="2573598"/>
              <a:ext cx="50720" cy="17334"/>
            </a:xfrm>
            <a:custGeom>
              <a:rect b="b" l="l" r="r" t="t"/>
              <a:pathLst>
                <a:path extrusionOk="0" h="662" w="1937">
                  <a:moveTo>
                    <a:pt x="314" y="0"/>
                  </a:moveTo>
                  <a:cubicBezTo>
                    <a:pt x="144" y="0"/>
                    <a:pt x="0" y="221"/>
                    <a:pt x="154" y="375"/>
                  </a:cubicBezTo>
                  <a:cubicBezTo>
                    <a:pt x="372" y="566"/>
                    <a:pt x="643" y="662"/>
                    <a:pt x="924" y="662"/>
                  </a:cubicBezTo>
                  <a:cubicBezTo>
                    <a:pt x="938" y="662"/>
                    <a:pt x="951" y="662"/>
                    <a:pt x="965" y="661"/>
                  </a:cubicBezTo>
                  <a:cubicBezTo>
                    <a:pt x="978" y="662"/>
                    <a:pt x="991" y="662"/>
                    <a:pt x="1005" y="662"/>
                  </a:cubicBezTo>
                  <a:cubicBezTo>
                    <a:pt x="1286" y="662"/>
                    <a:pt x="1557" y="566"/>
                    <a:pt x="1775" y="375"/>
                  </a:cubicBezTo>
                  <a:cubicBezTo>
                    <a:pt x="1936" y="221"/>
                    <a:pt x="1789" y="0"/>
                    <a:pt x="1621" y="0"/>
                  </a:cubicBezTo>
                  <a:cubicBezTo>
                    <a:pt x="1570" y="0"/>
                    <a:pt x="1517" y="21"/>
                    <a:pt x="1470" y="70"/>
                  </a:cubicBezTo>
                  <a:cubicBezTo>
                    <a:pt x="1318" y="170"/>
                    <a:pt x="1141" y="220"/>
                    <a:pt x="966" y="220"/>
                  </a:cubicBezTo>
                  <a:cubicBezTo>
                    <a:pt x="790" y="220"/>
                    <a:pt x="616" y="170"/>
                    <a:pt x="469" y="70"/>
                  </a:cubicBezTo>
                  <a:cubicBezTo>
                    <a:pt x="420" y="21"/>
                    <a:pt x="365" y="0"/>
                    <a:pt x="314" y="0"/>
                  </a:cubicBezTo>
                  <a:close/>
                </a:path>
              </a:pathLst>
            </a:custGeom>
            <a:solidFill>
              <a:srgbClr val="DAE2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747" name="Google Shape;10747;p41"/>
            <p:cNvSpPr/>
            <p:nvPr/>
          </p:nvSpPr>
          <p:spPr>
            <a:xfrm>
              <a:off x="7696483" y="2516463"/>
              <a:ext cx="26525" cy="11521"/>
            </a:xfrm>
            <a:custGeom>
              <a:rect b="b" l="l" r="r" t="t"/>
              <a:pathLst>
                <a:path extrusionOk="0" h="440" w="1013">
                  <a:moveTo>
                    <a:pt x="287" y="0"/>
                  </a:moveTo>
                  <a:cubicBezTo>
                    <a:pt x="1" y="0"/>
                    <a:pt x="1" y="439"/>
                    <a:pt x="287" y="439"/>
                  </a:cubicBezTo>
                  <a:lnTo>
                    <a:pt x="726" y="439"/>
                  </a:lnTo>
                  <a:cubicBezTo>
                    <a:pt x="1012" y="439"/>
                    <a:pt x="1012" y="0"/>
                    <a:pt x="726" y="0"/>
                  </a:cubicBezTo>
                  <a:close/>
                </a:path>
              </a:pathLst>
            </a:custGeom>
            <a:solidFill>
              <a:srgbClr val="D4DDE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748" name="Google Shape;10748;p41"/>
            <p:cNvSpPr/>
            <p:nvPr/>
          </p:nvSpPr>
          <p:spPr>
            <a:xfrm>
              <a:off x="7764931" y="2516463"/>
              <a:ext cx="26761" cy="11521"/>
            </a:xfrm>
            <a:custGeom>
              <a:rect b="b" l="l" r="r" t="t"/>
              <a:pathLst>
                <a:path extrusionOk="0" h="440" w="1022">
                  <a:moveTo>
                    <a:pt x="297" y="0"/>
                  </a:moveTo>
                  <a:cubicBezTo>
                    <a:pt x="1" y="0"/>
                    <a:pt x="1" y="439"/>
                    <a:pt x="297" y="439"/>
                  </a:cubicBezTo>
                  <a:lnTo>
                    <a:pt x="726" y="439"/>
                  </a:lnTo>
                  <a:cubicBezTo>
                    <a:pt x="1022" y="439"/>
                    <a:pt x="1022" y="0"/>
                    <a:pt x="726" y="0"/>
                  </a:cubicBezTo>
                  <a:close/>
                </a:path>
              </a:pathLst>
            </a:custGeom>
            <a:solidFill>
              <a:srgbClr val="D4DDE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749" name="Google Shape;10749;p41"/>
            <p:cNvSpPr/>
            <p:nvPr/>
          </p:nvSpPr>
          <p:spPr>
            <a:xfrm>
              <a:off x="7772681" y="2419290"/>
              <a:ext cx="68474" cy="68709"/>
            </a:xfrm>
            <a:custGeom>
              <a:rect b="b" l="l" r="r" t="t"/>
              <a:pathLst>
                <a:path extrusionOk="0" h="2624" w="2615">
                  <a:moveTo>
                    <a:pt x="1308" y="0"/>
                  </a:moveTo>
                  <a:cubicBezTo>
                    <a:pt x="583" y="0"/>
                    <a:pt x="1" y="582"/>
                    <a:pt x="1" y="1307"/>
                  </a:cubicBezTo>
                  <a:cubicBezTo>
                    <a:pt x="1" y="2032"/>
                    <a:pt x="583" y="2624"/>
                    <a:pt x="1308" y="2624"/>
                  </a:cubicBezTo>
                  <a:cubicBezTo>
                    <a:pt x="2033" y="2624"/>
                    <a:pt x="2615" y="2032"/>
                    <a:pt x="2615" y="1307"/>
                  </a:cubicBezTo>
                  <a:cubicBezTo>
                    <a:pt x="2615" y="582"/>
                    <a:pt x="2033" y="0"/>
                    <a:pt x="1308" y="0"/>
                  </a:cubicBezTo>
                  <a:close/>
                </a:path>
              </a:pathLst>
            </a:custGeom>
            <a:solidFill>
              <a:srgbClr val="D4DDE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750" name="Google Shape;10750;p41"/>
            <p:cNvSpPr/>
            <p:nvPr/>
          </p:nvSpPr>
          <p:spPr>
            <a:xfrm>
              <a:off x="7749717" y="2447753"/>
              <a:ext cx="34224" cy="34512"/>
            </a:xfrm>
            <a:custGeom>
              <a:rect b="b" l="l" r="r" t="t"/>
              <a:pathLst>
                <a:path extrusionOk="0" h="1318" w="1307">
                  <a:moveTo>
                    <a:pt x="658" y="1"/>
                  </a:moveTo>
                  <a:cubicBezTo>
                    <a:pt x="296" y="1"/>
                    <a:pt x="0" y="297"/>
                    <a:pt x="0" y="659"/>
                  </a:cubicBezTo>
                  <a:cubicBezTo>
                    <a:pt x="0" y="1022"/>
                    <a:pt x="296" y="1317"/>
                    <a:pt x="658" y="1317"/>
                  </a:cubicBezTo>
                  <a:cubicBezTo>
                    <a:pt x="1021" y="1317"/>
                    <a:pt x="1307" y="1022"/>
                    <a:pt x="1307" y="659"/>
                  </a:cubicBezTo>
                  <a:cubicBezTo>
                    <a:pt x="1307" y="297"/>
                    <a:pt x="1021" y="1"/>
                    <a:pt x="658" y="1"/>
                  </a:cubicBezTo>
                  <a:close/>
                </a:path>
              </a:pathLst>
            </a:custGeom>
            <a:solidFill>
              <a:srgbClr val="D4DDE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751" name="Google Shape;10751;p41"/>
            <p:cNvSpPr/>
            <p:nvPr/>
          </p:nvSpPr>
          <p:spPr>
            <a:xfrm>
              <a:off x="7654770" y="2667576"/>
              <a:ext cx="178398" cy="77717"/>
            </a:xfrm>
            <a:custGeom>
              <a:rect b="b" l="l" r="r" t="t"/>
              <a:pathLst>
                <a:path extrusionOk="0" h="2968" w="6813">
                  <a:moveTo>
                    <a:pt x="840" y="1"/>
                  </a:moveTo>
                  <a:lnTo>
                    <a:pt x="1" y="249"/>
                  </a:lnTo>
                  <a:cubicBezTo>
                    <a:pt x="363" y="1833"/>
                    <a:pt x="1775" y="2968"/>
                    <a:pt x="3407" y="2968"/>
                  </a:cubicBezTo>
                  <a:cubicBezTo>
                    <a:pt x="5038" y="2968"/>
                    <a:pt x="6459" y="1833"/>
                    <a:pt x="6812" y="249"/>
                  </a:cubicBezTo>
                  <a:lnTo>
                    <a:pt x="5982" y="1"/>
                  </a:lnTo>
                  <a:cubicBezTo>
                    <a:pt x="5725" y="1213"/>
                    <a:pt x="4656" y="2090"/>
                    <a:pt x="3416" y="2090"/>
                  </a:cubicBezTo>
                  <a:cubicBezTo>
                    <a:pt x="2166" y="2090"/>
                    <a:pt x="1098" y="1213"/>
                    <a:pt x="840" y="1"/>
                  </a:cubicBezTo>
                  <a:close/>
                </a:path>
              </a:pathLst>
            </a:custGeom>
            <a:solidFill>
              <a:srgbClr val="DAE2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0752" name="Google Shape;10752;p41"/>
          <p:cNvGrpSpPr/>
          <p:nvPr/>
        </p:nvGrpSpPr>
        <p:grpSpPr>
          <a:xfrm>
            <a:off x="7550168" y="2777003"/>
            <a:ext cx="263316" cy="354729"/>
            <a:chOff x="8062968" y="2419290"/>
            <a:chExt cx="263316" cy="354729"/>
          </a:xfrm>
        </p:grpSpPr>
        <p:sp>
          <p:nvSpPr>
            <p:cNvPr id="10753" name="Google Shape;10753;p41"/>
            <p:cNvSpPr/>
            <p:nvPr/>
          </p:nvSpPr>
          <p:spPr>
            <a:xfrm>
              <a:off x="8080198" y="2436520"/>
              <a:ext cx="97434" cy="257320"/>
            </a:xfrm>
            <a:custGeom>
              <a:rect b="b" l="l" r="r" t="t"/>
              <a:pathLst>
                <a:path extrusionOk="0" h="9827" w="3721">
                  <a:moveTo>
                    <a:pt x="2404" y="1"/>
                  </a:moveTo>
                  <a:cubicBezTo>
                    <a:pt x="878" y="869"/>
                    <a:pt x="0" y="2338"/>
                    <a:pt x="0" y="3988"/>
                  </a:cubicBezTo>
                  <a:cubicBezTo>
                    <a:pt x="0" y="6946"/>
                    <a:pt x="1527" y="9827"/>
                    <a:pt x="1527" y="9827"/>
                  </a:cubicBezTo>
                  <a:lnTo>
                    <a:pt x="3721" y="9827"/>
                  </a:lnTo>
                  <a:lnTo>
                    <a:pt x="3721" y="1"/>
                  </a:lnTo>
                  <a:close/>
                </a:path>
              </a:pathLst>
            </a:custGeom>
            <a:solidFill>
              <a:srgbClr val="445D7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754" name="Google Shape;10754;p41"/>
            <p:cNvSpPr/>
            <p:nvPr/>
          </p:nvSpPr>
          <p:spPr>
            <a:xfrm>
              <a:off x="8131652" y="2419290"/>
              <a:ext cx="183138" cy="268815"/>
            </a:xfrm>
            <a:custGeom>
              <a:rect b="b" l="l" r="r" t="t"/>
              <a:pathLst>
                <a:path extrusionOk="0" h="10266" w="6994">
                  <a:moveTo>
                    <a:pt x="1966" y="0"/>
                  </a:moveTo>
                  <a:cubicBezTo>
                    <a:pt x="878" y="0"/>
                    <a:pt x="1" y="687"/>
                    <a:pt x="1" y="1527"/>
                  </a:cubicBezTo>
                  <a:cubicBezTo>
                    <a:pt x="1" y="2013"/>
                    <a:pt x="392" y="2404"/>
                    <a:pt x="878" y="2404"/>
                  </a:cubicBezTo>
                  <a:lnTo>
                    <a:pt x="1756" y="2404"/>
                  </a:lnTo>
                  <a:lnTo>
                    <a:pt x="1756" y="10265"/>
                  </a:lnTo>
                  <a:lnTo>
                    <a:pt x="5248" y="10265"/>
                  </a:lnTo>
                  <a:cubicBezTo>
                    <a:pt x="5248" y="10265"/>
                    <a:pt x="6993" y="7432"/>
                    <a:pt x="6993" y="4589"/>
                  </a:cubicBezTo>
                  <a:cubicBezTo>
                    <a:pt x="6993" y="2051"/>
                    <a:pt x="4942" y="0"/>
                    <a:pt x="2405" y="0"/>
                  </a:cubicBezTo>
                  <a:close/>
                </a:path>
              </a:pathLst>
            </a:custGeom>
            <a:solidFill>
              <a:srgbClr val="576D8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755" name="Google Shape;10755;p41"/>
            <p:cNvSpPr/>
            <p:nvPr/>
          </p:nvSpPr>
          <p:spPr>
            <a:xfrm>
              <a:off x="8103188" y="2562182"/>
              <a:ext cx="22755" cy="45928"/>
            </a:xfrm>
            <a:custGeom>
              <a:rect b="b" l="l" r="r" t="t"/>
              <a:pathLst>
                <a:path extrusionOk="0" h="1754" w="869">
                  <a:moveTo>
                    <a:pt x="429" y="0"/>
                  </a:moveTo>
                  <a:cubicBezTo>
                    <a:pt x="429" y="0"/>
                    <a:pt x="0" y="878"/>
                    <a:pt x="0" y="1317"/>
                  </a:cubicBezTo>
                  <a:cubicBezTo>
                    <a:pt x="0" y="1608"/>
                    <a:pt x="217" y="1753"/>
                    <a:pt x="434" y="1753"/>
                  </a:cubicBezTo>
                  <a:cubicBezTo>
                    <a:pt x="651" y="1753"/>
                    <a:pt x="868" y="1608"/>
                    <a:pt x="868" y="1317"/>
                  </a:cubicBezTo>
                  <a:cubicBezTo>
                    <a:pt x="868" y="878"/>
                    <a:pt x="429" y="0"/>
                    <a:pt x="429" y="0"/>
                  </a:cubicBezTo>
                  <a:close/>
                </a:path>
              </a:pathLst>
            </a:custGeom>
            <a:solidFill>
              <a:srgbClr val="F4F7F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756" name="Google Shape;10756;p41"/>
            <p:cNvSpPr/>
            <p:nvPr/>
          </p:nvSpPr>
          <p:spPr>
            <a:xfrm>
              <a:off x="8103188" y="2562182"/>
              <a:ext cx="11495" cy="45981"/>
            </a:xfrm>
            <a:custGeom>
              <a:rect b="b" l="l" r="r" t="t"/>
              <a:pathLst>
                <a:path extrusionOk="0" h="1756" w="439">
                  <a:moveTo>
                    <a:pt x="439" y="0"/>
                  </a:moveTo>
                  <a:cubicBezTo>
                    <a:pt x="439" y="0"/>
                    <a:pt x="0" y="878"/>
                    <a:pt x="0" y="1317"/>
                  </a:cubicBezTo>
                  <a:cubicBezTo>
                    <a:pt x="0" y="1555"/>
                    <a:pt x="191" y="1755"/>
                    <a:pt x="439" y="1755"/>
                  </a:cubicBezTo>
                  <a:lnTo>
                    <a:pt x="439" y="0"/>
                  </a:lnTo>
                  <a:close/>
                </a:path>
              </a:pathLst>
            </a:custGeom>
            <a:solidFill>
              <a:srgbClr val="F1F4F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757" name="Google Shape;10757;p41"/>
            <p:cNvSpPr/>
            <p:nvPr/>
          </p:nvSpPr>
          <p:spPr>
            <a:xfrm>
              <a:off x="8263310" y="2562182"/>
              <a:ext cx="22755" cy="45928"/>
            </a:xfrm>
            <a:custGeom>
              <a:rect b="b" l="l" r="r" t="t"/>
              <a:pathLst>
                <a:path extrusionOk="0" h="1754" w="869">
                  <a:moveTo>
                    <a:pt x="439" y="0"/>
                  </a:moveTo>
                  <a:cubicBezTo>
                    <a:pt x="439" y="0"/>
                    <a:pt x="0" y="878"/>
                    <a:pt x="0" y="1317"/>
                  </a:cubicBezTo>
                  <a:cubicBezTo>
                    <a:pt x="0" y="1608"/>
                    <a:pt x="217" y="1753"/>
                    <a:pt x="434" y="1753"/>
                  </a:cubicBezTo>
                  <a:cubicBezTo>
                    <a:pt x="651" y="1753"/>
                    <a:pt x="868" y="1608"/>
                    <a:pt x="868" y="1317"/>
                  </a:cubicBezTo>
                  <a:cubicBezTo>
                    <a:pt x="868" y="878"/>
                    <a:pt x="439" y="0"/>
                    <a:pt x="439" y="0"/>
                  </a:cubicBezTo>
                  <a:close/>
                </a:path>
              </a:pathLst>
            </a:custGeom>
            <a:solidFill>
              <a:srgbClr val="F4F7F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758" name="Google Shape;10758;p41"/>
            <p:cNvSpPr/>
            <p:nvPr/>
          </p:nvSpPr>
          <p:spPr>
            <a:xfrm>
              <a:off x="8263310" y="2562182"/>
              <a:ext cx="11495" cy="45981"/>
            </a:xfrm>
            <a:custGeom>
              <a:rect b="b" l="l" r="r" t="t"/>
              <a:pathLst>
                <a:path extrusionOk="0" h="1756" w="439">
                  <a:moveTo>
                    <a:pt x="439" y="0"/>
                  </a:moveTo>
                  <a:cubicBezTo>
                    <a:pt x="439" y="0"/>
                    <a:pt x="0" y="878"/>
                    <a:pt x="0" y="1317"/>
                  </a:cubicBezTo>
                  <a:cubicBezTo>
                    <a:pt x="0" y="1555"/>
                    <a:pt x="191" y="1755"/>
                    <a:pt x="439" y="1755"/>
                  </a:cubicBezTo>
                  <a:lnTo>
                    <a:pt x="439" y="0"/>
                  </a:lnTo>
                  <a:close/>
                </a:path>
              </a:pathLst>
            </a:custGeom>
            <a:solidFill>
              <a:srgbClr val="F1F4F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759" name="Google Shape;10759;p41"/>
            <p:cNvSpPr/>
            <p:nvPr/>
          </p:nvSpPr>
          <p:spPr>
            <a:xfrm>
              <a:off x="8062968" y="2625131"/>
              <a:ext cx="263316" cy="148888"/>
            </a:xfrm>
            <a:custGeom>
              <a:rect b="b" l="l" r="r" t="t"/>
              <a:pathLst>
                <a:path extrusionOk="0" h="5686" w="10056">
                  <a:moveTo>
                    <a:pt x="3711" y="0"/>
                  </a:moveTo>
                  <a:lnTo>
                    <a:pt x="3711" y="1135"/>
                  </a:lnTo>
                  <a:cubicBezTo>
                    <a:pt x="3711" y="1498"/>
                    <a:pt x="3482" y="1832"/>
                    <a:pt x="3129" y="1956"/>
                  </a:cubicBezTo>
                  <a:lnTo>
                    <a:pt x="878" y="2748"/>
                  </a:lnTo>
                  <a:cubicBezTo>
                    <a:pt x="353" y="2938"/>
                    <a:pt x="0" y="3435"/>
                    <a:pt x="0" y="3988"/>
                  </a:cubicBezTo>
                  <a:lnTo>
                    <a:pt x="0" y="5028"/>
                  </a:lnTo>
                  <a:cubicBezTo>
                    <a:pt x="0" y="5390"/>
                    <a:pt x="296" y="5686"/>
                    <a:pt x="658" y="5686"/>
                  </a:cubicBezTo>
                  <a:lnTo>
                    <a:pt x="9397" y="5686"/>
                  </a:lnTo>
                  <a:cubicBezTo>
                    <a:pt x="9759" y="5686"/>
                    <a:pt x="10055" y="5390"/>
                    <a:pt x="10055" y="5028"/>
                  </a:cubicBezTo>
                  <a:lnTo>
                    <a:pt x="10055" y="3988"/>
                  </a:lnTo>
                  <a:cubicBezTo>
                    <a:pt x="10046" y="3435"/>
                    <a:pt x="9702" y="2938"/>
                    <a:pt x="9178" y="2748"/>
                  </a:cubicBezTo>
                  <a:lnTo>
                    <a:pt x="6917" y="1956"/>
                  </a:lnTo>
                  <a:cubicBezTo>
                    <a:pt x="6573" y="1832"/>
                    <a:pt x="6335" y="1498"/>
                    <a:pt x="6335" y="1135"/>
                  </a:cubicBezTo>
                  <a:lnTo>
                    <a:pt x="6335" y="0"/>
                  </a:lnTo>
                  <a:close/>
                </a:path>
              </a:pathLst>
            </a:custGeom>
            <a:solidFill>
              <a:srgbClr val="E7ECF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760" name="Google Shape;10760;p41"/>
            <p:cNvSpPr/>
            <p:nvPr/>
          </p:nvSpPr>
          <p:spPr>
            <a:xfrm>
              <a:off x="8160376" y="2625131"/>
              <a:ext cx="68736" cy="22990"/>
            </a:xfrm>
            <a:custGeom>
              <a:rect b="b" l="l" r="r" t="t"/>
              <a:pathLst>
                <a:path extrusionOk="0" h="878" w="2625">
                  <a:moveTo>
                    <a:pt x="1" y="0"/>
                  </a:moveTo>
                  <a:lnTo>
                    <a:pt x="1" y="601"/>
                  </a:lnTo>
                  <a:cubicBezTo>
                    <a:pt x="411" y="782"/>
                    <a:pt x="859" y="878"/>
                    <a:pt x="1308" y="878"/>
                  </a:cubicBezTo>
                  <a:cubicBezTo>
                    <a:pt x="1756" y="878"/>
                    <a:pt x="2204" y="782"/>
                    <a:pt x="2624" y="601"/>
                  </a:cubicBezTo>
                  <a:lnTo>
                    <a:pt x="2624" y="0"/>
                  </a:ln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761" name="Google Shape;10761;p41"/>
            <p:cNvSpPr/>
            <p:nvPr/>
          </p:nvSpPr>
          <p:spPr>
            <a:xfrm>
              <a:off x="8098187" y="2482239"/>
              <a:ext cx="192617" cy="154387"/>
            </a:xfrm>
            <a:custGeom>
              <a:rect b="b" l="l" r="r" t="t"/>
              <a:pathLst>
                <a:path extrusionOk="0" h="5896" w="7356">
                  <a:moveTo>
                    <a:pt x="2156" y="0"/>
                  </a:moveTo>
                  <a:cubicBezTo>
                    <a:pt x="1431" y="0"/>
                    <a:pt x="840" y="582"/>
                    <a:pt x="840" y="1307"/>
                  </a:cubicBezTo>
                  <a:lnTo>
                    <a:pt x="840" y="2185"/>
                  </a:lnTo>
                  <a:lnTo>
                    <a:pt x="735" y="2185"/>
                  </a:lnTo>
                  <a:cubicBezTo>
                    <a:pt x="0" y="2185"/>
                    <a:pt x="0" y="3273"/>
                    <a:pt x="735" y="3273"/>
                  </a:cubicBezTo>
                  <a:lnTo>
                    <a:pt x="849" y="3273"/>
                  </a:lnTo>
                  <a:cubicBezTo>
                    <a:pt x="964" y="4751"/>
                    <a:pt x="2194" y="5896"/>
                    <a:pt x="3683" y="5896"/>
                  </a:cubicBezTo>
                  <a:cubicBezTo>
                    <a:pt x="5161" y="5896"/>
                    <a:pt x="6392" y="4751"/>
                    <a:pt x="6506" y="3273"/>
                  </a:cubicBezTo>
                  <a:lnTo>
                    <a:pt x="6630" y="3273"/>
                  </a:lnTo>
                  <a:cubicBezTo>
                    <a:pt x="7356" y="3273"/>
                    <a:pt x="7356" y="2185"/>
                    <a:pt x="6630" y="2185"/>
                  </a:cubicBezTo>
                  <a:lnTo>
                    <a:pt x="6526" y="2185"/>
                  </a:lnTo>
                  <a:lnTo>
                    <a:pt x="6526" y="1307"/>
                  </a:lnTo>
                  <a:cubicBezTo>
                    <a:pt x="6526" y="582"/>
                    <a:pt x="5934" y="0"/>
                    <a:pt x="5209" y="0"/>
                  </a:cubicBezTo>
                  <a:close/>
                </a:path>
              </a:pathLst>
            </a:custGeom>
            <a:solidFill>
              <a:srgbClr val="ECF0F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762" name="Google Shape;10762;p41"/>
            <p:cNvSpPr/>
            <p:nvPr/>
          </p:nvSpPr>
          <p:spPr>
            <a:xfrm>
              <a:off x="8154642" y="2539872"/>
              <a:ext cx="11521" cy="17334"/>
            </a:xfrm>
            <a:custGeom>
              <a:rect b="b" l="l" r="r" t="t"/>
              <a:pathLst>
                <a:path extrusionOk="0" h="662" w="440">
                  <a:moveTo>
                    <a:pt x="220" y="1"/>
                  </a:moveTo>
                  <a:cubicBezTo>
                    <a:pt x="110" y="1"/>
                    <a:pt x="0" y="75"/>
                    <a:pt x="0" y="222"/>
                  </a:cubicBezTo>
                  <a:lnTo>
                    <a:pt x="0" y="442"/>
                  </a:lnTo>
                  <a:cubicBezTo>
                    <a:pt x="0" y="556"/>
                    <a:pt x="96" y="661"/>
                    <a:pt x="220" y="661"/>
                  </a:cubicBezTo>
                  <a:cubicBezTo>
                    <a:pt x="334" y="652"/>
                    <a:pt x="439" y="556"/>
                    <a:pt x="439" y="442"/>
                  </a:cubicBezTo>
                  <a:lnTo>
                    <a:pt x="439" y="222"/>
                  </a:lnTo>
                  <a:cubicBezTo>
                    <a:pt x="439" y="75"/>
                    <a:pt x="329" y="1"/>
                    <a:pt x="220" y="1"/>
                  </a:cubicBezTo>
                  <a:close/>
                </a:path>
              </a:pathLst>
            </a:custGeom>
            <a:solidFill>
              <a:srgbClr val="213B5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763" name="Google Shape;10763;p41"/>
            <p:cNvSpPr/>
            <p:nvPr/>
          </p:nvSpPr>
          <p:spPr>
            <a:xfrm>
              <a:off x="8223325" y="2539872"/>
              <a:ext cx="11286" cy="17334"/>
            </a:xfrm>
            <a:custGeom>
              <a:rect b="b" l="l" r="r" t="t"/>
              <a:pathLst>
                <a:path extrusionOk="0" h="662" w="431">
                  <a:moveTo>
                    <a:pt x="215" y="1"/>
                  </a:moveTo>
                  <a:cubicBezTo>
                    <a:pt x="108" y="1"/>
                    <a:pt x="1" y="75"/>
                    <a:pt x="1" y="222"/>
                  </a:cubicBezTo>
                  <a:lnTo>
                    <a:pt x="1" y="442"/>
                  </a:lnTo>
                  <a:cubicBezTo>
                    <a:pt x="1" y="556"/>
                    <a:pt x="96" y="661"/>
                    <a:pt x="220" y="661"/>
                  </a:cubicBezTo>
                  <a:cubicBezTo>
                    <a:pt x="335" y="652"/>
                    <a:pt x="430" y="556"/>
                    <a:pt x="430" y="442"/>
                  </a:cubicBezTo>
                  <a:lnTo>
                    <a:pt x="430" y="222"/>
                  </a:lnTo>
                  <a:cubicBezTo>
                    <a:pt x="430" y="75"/>
                    <a:pt x="323" y="1"/>
                    <a:pt x="215" y="1"/>
                  </a:cubicBezTo>
                  <a:close/>
                </a:path>
              </a:pathLst>
            </a:custGeom>
            <a:solidFill>
              <a:srgbClr val="213B5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764" name="Google Shape;10764;p41"/>
            <p:cNvSpPr/>
            <p:nvPr/>
          </p:nvSpPr>
          <p:spPr>
            <a:xfrm>
              <a:off x="8169358" y="2585094"/>
              <a:ext cx="50720" cy="17334"/>
            </a:xfrm>
            <a:custGeom>
              <a:rect b="b" l="l" r="r" t="t"/>
              <a:pathLst>
                <a:path extrusionOk="0" h="662" w="1937">
                  <a:moveTo>
                    <a:pt x="310" y="0"/>
                  </a:moveTo>
                  <a:cubicBezTo>
                    <a:pt x="144" y="0"/>
                    <a:pt x="0" y="221"/>
                    <a:pt x="154" y="375"/>
                  </a:cubicBezTo>
                  <a:cubicBezTo>
                    <a:pt x="373" y="558"/>
                    <a:pt x="645" y="662"/>
                    <a:pt x="928" y="662"/>
                  </a:cubicBezTo>
                  <a:cubicBezTo>
                    <a:pt x="940" y="662"/>
                    <a:pt x="952" y="661"/>
                    <a:pt x="965" y="661"/>
                  </a:cubicBezTo>
                  <a:cubicBezTo>
                    <a:pt x="977" y="661"/>
                    <a:pt x="989" y="662"/>
                    <a:pt x="1002" y="662"/>
                  </a:cubicBezTo>
                  <a:cubicBezTo>
                    <a:pt x="1284" y="662"/>
                    <a:pt x="1556" y="558"/>
                    <a:pt x="1776" y="375"/>
                  </a:cubicBezTo>
                  <a:cubicBezTo>
                    <a:pt x="1936" y="221"/>
                    <a:pt x="1789" y="0"/>
                    <a:pt x="1621" y="0"/>
                  </a:cubicBezTo>
                  <a:cubicBezTo>
                    <a:pt x="1570" y="0"/>
                    <a:pt x="1517" y="21"/>
                    <a:pt x="1470" y="70"/>
                  </a:cubicBezTo>
                  <a:cubicBezTo>
                    <a:pt x="1318" y="170"/>
                    <a:pt x="1141" y="220"/>
                    <a:pt x="965" y="220"/>
                  </a:cubicBezTo>
                  <a:cubicBezTo>
                    <a:pt x="788" y="220"/>
                    <a:pt x="612" y="170"/>
                    <a:pt x="459" y="70"/>
                  </a:cubicBezTo>
                  <a:cubicBezTo>
                    <a:pt x="412" y="21"/>
                    <a:pt x="360" y="0"/>
                    <a:pt x="310" y="0"/>
                  </a:cubicBezTo>
                  <a:close/>
                </a:path>
              </a:pathLst>
            </a:custGeom>
            <a:solidFill>
              <a:srgbClr val="DAE2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765" name="Google Shape;10765;p41"/>
            <p:cNvSpPr/>
            <p:nvPr/>
          </p:nvSpPr>
          <p:spPr>
            <a:xfrm>
              <a:off x="8146734" y="2519317"/>
              <a:ext cx="23017" cy="14664"/>
            </a:xfrm>
            <a:custGeom>
              <a:rect b="b" l="l" r="r" t="t"/>
              <a:pathLst>
                <a:path extrusionOk="0" h="560" w="879">
                  <a:moveTo>
                    <a:pt x="566" y="1"/>
                  </a:moveTo>
                  <a:cubicBezTo>
                    <a:pt x="534" y="1"/>
                    <a:pt x="500" y="8"/>
                    <a:pt x="464" y="25"/>
                  </a:cubicBezTo>
                  <a:lnTo>
                    <a:pt x="207" y="149"/>
                  </a:lnTo>
                  <a:cubicBezTo>
                    <a:pt x="0" y="243"/>
                    <a:pt x="62" y="559"/>
                    <a:pt x="292" y="559"/>
                  </a:cubicBezTo>
                  <a:cubicBezTo>
                    <a:pt x="295" y="559"/>
                    <a:pt x="299" y="559"/>
                    <a:pt x="302" y="559"/>
                  </a:cubicBezTo>
                  <a:cubicBezTo>
                    <a:pt x="331" y="559"/>
                    <a:pt x="369" y="550"/>
                    <a:pt x="398" y="540"/>
                  </a:cubicBezTo>
                  <a:lnTo>
                    <a:pt x="655" y="426"/>
                  </a:lnTo>
                  <a:cubicBezTo>
                    <a:pt x="878" y="310"/>
                    <a:pt x="772" y="1"/>
                    <a:pt x="566" y="1"/>
                  </a:cubicBezTo>
                  <a:close/>
                </a:path>
              </a:pathLst>
            </a:custGeom>
            <a:solidFill>
              <a:srgbClr val="D4DDE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766" name="Google Shape;10766;p41"/>
            <p:cNvSpPr/>
            <p:nvPr/>
          </p:nvSpPr>
          <p:spPr>
            <a:xfrm>
              <a:off x="8219476" y="2519317"/>
              <a:ext cx="23278" cy="14664"/>
            </a:xfrm>
            <a:custGeom>
              <a:rect b="b" l="l" r="r" t="t"/>
              <a:pathLst>
                <a:path extrusionOk="0" h="560" w="889">
                  <a:moveTo>
                    <a:pt x="313" y="1"/>
                  </a:moveTo>
                  <a:cubicBezTo>
                    <a:pt x="107" y="1"/>
                    <a:pt x="1" y="310"/>
                    <a:pt x="224" y="426"/>
                  </a:cubicBezTo>
                  <a:lnTo>
                    <a:pt x="491" y="540"/>
                  </a:lnTo>
                  <a:cubicBezTo>
                    <a:pt x="520" y="550"/>
                    <a:pt x="548" y="559"/>
                    <a:pt x="577" y="559"/>
                  </a:cubicBezTo>
                  <a:cubicBezTo>
                    <a:pt x="580" y="559"/>
                    <a:pt x="584" y="559"/>
                    <a:pt x="587" y="559"/>
                  </a:cubicBezTo>
                  <a:cubicBezTo>
                    <a:pt x="818" y="559"/>
                    <a:pt x="889" y="243"/>
                    <a:pt x="672" y="149"/>
                  </a:cubicBezTo>
                  <a:lnTo>
                    <a:pt x="415" y="25"/>
                  </a:lnTo>
                  <a:cubicBezTo>
                    <a:pt x="379" y="8"/>
                    <a:pt x="345" y="1"/>
                    <a:pt x="313" y="1"/>
                  </a:cubicBezTo>
                  <a:close/>
                </a:path>
              </a:pathLst>
            </a:custGeom>
            <a:solidFill>
              <a:srgbClr val="D4DDE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767" name="Google Shape;10767;p41"/>
            <p:cNvSpPr/>
            <p:nvPr/>
          </p:nvSpPr>
          <p:spPr>
            <a:xfrm>
              <a:off x="8062968" y="2692321"/>
              <a:ext cx="263316" cy="81697"/>
            </a:xfrm>
            <a:custGeom>
              <a:rect b="b" l="l" r="r" t="t"/>
              <a:pathLst>
                <a:path extrusionOk="0" h="3120" w="10056">
                  <a:moveTo>
                    <a:pt x="1393" y="0"/>
                  </a:moveTo>
                  <a:lnTo>
                    <a:pt x="878" y="182"/>
                  </a:lnTo>
                  <a:cubicBezTo>
                    <a:pt x="353" y="372"/>
                    <a:pt x="0" y="869"/>
                    <a:pt x="0" y="1422"/>
                  </a:cubicBezTo>
                  <a:lnTo>
                    <a:pt x="0" y="2462"/>
                  </a:lnTo>
                  <a:cubicBezTo>
                    <a:pt x="0" y="2824"/>
                    <a:pt x="296" y="3120"/>
                    <a:pt x="658" y="3120"/>
                  </a:cubicBezTo>
                  <a:lnTo>
                    <a:pt x="9397" y="3120"/>
                  </a:lnTo>
                  <a:cubicBezTo>
                    <a:pt x="9759" y="3120"/>
                    <a:pt x="10055" y="2824"/>
                    <a:pt x="10055" y="2462"/>
                  </a:cubicBezTo>
                  <a:lnTo>
                    <a:pt x="10055" y="1422"/>
                  </a:lnTo>
                  <a:cubicBezTo>
                    <a:pt x="10055" y="869"/>
                    <a:pt x="9702" y="372"/>
                    <a:pt x="9178" y="182"/>
                  </a:cubicBezTo>
                  <a:lnTo>
                    <a:pt x="8662" y="0"/>
                  </a:lnTo>
                  <a:cubicBezTo>
                    <a:pt x="7747" y="1202"/>
                    <a:pt x="6387" y="1803"/>
                    <a:pt x="5028" y="1803"/>
                  </a:cubicBezTo>
                  <a:cubicBezTo>
                    <a:pt x="3668" y="1803"/>
                    <a:pt x="2309" y="1202"/>
                    <a:pt x="1393" y="0"/>
                  </a:cubicBezTo>
                  <a:close/>
                </a:path>
              </a:pathLst>
            </a:custGeom>
            <a:solidFill>
              <a:srgbClr val="E1E7E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768" name="Google Shape;10768;p41"/>
            <p:cNvSpPr/>
            <p:nvPr/>
          </p:nvSpPr>
          <p:spPr>
            <a:xfrm>
              <a:off x="8087949" y="2692557"/>
              <a:ext cx="213355" cy="58550"/>
            </a:xfrm>
            <a:custGeom>
              <a:rect b="b" l="l" r="r" t="t"/>
              <a:pathLst>
                <a:path extrusionOk="0" h="2236" w="8148">
                  <a:moveTo>
                    <a:pt x="439" y="1"/>
                  </a:moveTo>
                  <a:lnTo>
                    <a:pt x="0" y="154"/>
                  </a:lnTo>
                  <a:cubicBezTo>
                    <a:pt x="1002" y="1542"/>
                    <a:pt x="2538" y="2236"/>
                    <a:pt x="4074" y="2236"/>
                  </a:cubicBezTo>
                  <a:cubicBezTo>
                    <a:pt x="5610" y="2236"/>
                    <a:pt x="7146" y="1542"/>
                    <a:pt x="8147" y="154"/>
                  </a:cubicBezTo>
                  <a:lnTo>
                    <a:pt x="7708" y="1"/>
                  </a:lnTo>
                  <a:cubicBezTo>
                    <a:pt x="6850" y="1127"/>
                    <a:pt x="5505" y="1794"/>
                    <a:pt x="4074" y="1794"/>
                  </a:cubicBezTo>
                  <a:cubicBezTo>
                    <a:pt x="2652" y="1794"/>
                    <a:pt x="1307" y="1127"/>
                    <a:pt x="439" y="1"/>
                  </a:cubicBezTo>
                  <a:close/>
                </a:path>
              </a:pathLst>
            </a:custGeom>
            <a:solidFill>
              <a:srgbClr val="DBE2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769" name="Google Shape;10769;p41"/>
            <p:cNvSpPr/>
            <p:nvPr/>
          </p:nvSpPr>
          <p:spPr>
            <a:xfrm>
              <a:off x="8102429" y="2482239"/>
              <a:ext cx="138152" cy="154387"/>
            </a:xfrm>
            <a:custGeom>
              <a:rect b="b" l="l" r="r" t="t"/>
              <a:pathLst>
                <a:path extrusionOk="0" h="5896" w="5276">
                  <a:moveTo>
                    <a:pt x="1994" y="0"/>
                  </a:moveTo>
                  <a:cubicBezTo>
                    <a:pt x="1269" y="0"/>
                    <a:pt x="678" y="582"/>
                    <a:pt x="678" y="1307"/>
                  </a:cubicBezTo>
                  <a:lnTo>
                    <a:pt x="678" y="2185"/>
                  </a:lnTo>
                  <a:lnTo>
                    <a:pt x="611" y="2185"/>
                  </a:lnTo>
                  <a:cubicBezTo>
                    <a:pt x="604" y="2185"/>
                    <a:pt x="598" y="2185"/>
                    <a:pt x="592" y="2185"/>
                  </a:cubicBezTo>
                  <a:cubicBezTo>
                    <a:pt x="304" y="2185"/>
                    <a:pt x="66" y="2392"/>
                    <a:pt x="29" y="2672"/>
                  </a:cubicBezTo>
                  <a:cubicBezTo>
                    <a:pt x="0" y="2996"/>
                    <a:pt x="248" y="3273"/>
                    <a:pt x="573" y="3273"/>
                  </a:cubicBezTo>
                  <a:lnTo>
                    <a:pt x="697" y="3273"/>
                  </a:lnTo>
                  <a:cubicBezTo>
                    <a:pt x="800" y="4776"/>
                    <a:pt x="2054" y="5895"/>
                    <a:pt x="3501" y="5895"/>
                  </a:cubicBezTo>
                  <a:cubicBezTo>
                    <a:pt x="3652" y="5895"/>
                    <a:pt x="3805" y="5883"/>
                    <a:pt x="3959" y="5858"/>
                  </a:cubicBezTo>
                  <a:cubicBezTo>
                    <a:pt x="2576" y="5648"/>
                    <a:pt x="1555" y="4455"/>
                    <a:pt x="1555" y="3053"/>
                  </a:cubicBezTo>
                  <a:lnTo>
                    <a:pt x="1555" y="1307"/>
                  </a:lnTo>
                  <a:cubicBezTo>
                    <a:pt x="1555" y="830"/>
                    <a:pt x="1947" y="439"/>
                    <a:pt x="2433" y="439"/>
                  </a:cubicBezTo>
                  <a:lnTo>
                    <a:pt x="4837" y="439"/>
                  </a:lnTo>
                  <a:cubicBezTo>
                    <a:pt x="5076" y="439"/>
                    <a:pt x="5276" y="239"/>
                    <a:pt x="5276" y="0"/>
                  </a:cubicBezTo>
                  <a:close/>
                </a:path>
              </a:pathLst>
            </a:custGeom>
            <a:solidFill>
              <a:srgbClr val="E7ECF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10770" name="Google Shape;10770;p41"/>
          <p:cNvSpPr txBox="1"/>
          <p:nvPr/>
        </p:nvSpPr>
        <p:spPr>
          <a:xfrm>
            <a:off x="828875" y="1176707"/>
            <a:ext cx="7525800" cy="761400"/>
          </a:xfrm>
          <a:prstGeom prst="rect">
            <a:avLst/>
          </a:prstGeom>
          <a:noFill/>
          <a:ln>
            <a:noFill/>
          </a:ln>
        </p:spPr>
        <p:txBody>
          <a:bodyPr anchorCtr="0" anchor="ctr" bIns="91425" lIns="91425" spcFirstLastPara="1" rIns="91425" wrap="square" tIns="91425">
            <a:noAutofit/>
          </a:bodyPr>
          <a:lstStyle/>
          <a:p>
            <a:pPr indent="0" lvl="0" marL="0" marR="0" rtl="0" algn="ctr">
              <a:lnSpc>
                <a:spcPct val="115000"/>
              </a:lnSpc>
              <a:spcBef>
                <a:spcPts val="0"/>
              </a:spcBef>
              <a:spcAft>
                <a:spcPts val="0"/>
              </a:spcAft>
              <a:buClr>
                <a:srgbClr val="000000"/>
              </a:buClr>
              <a:buSzPts val="1100"/>
              <a:buFont typeface="Arial"/>
              <a:buNone/>
            </a:pPr>
            <a:r>
              <a:rPr b="0" i="0" lang="en" sz="1100" u="none" cap="none" strike="noStrike">
                <a:solidFill>
                  <a:srgbClr val="FFFFFF"/>
                </a:solidFill>
                <a:latin typeface="Arial"/>
                <a:ea typeface="Arial"/>
                <a:cs typeface="Arial"/>
                <a:sym typeface="Arial"/>
              </a:rPr>
              <a:t>You can</a:t>
            </a:r>
            <a:r>
              <a:rPr b="0" i="0" lang="en" sz="1100" u="none" cap="none" strike="noStrike">
                <a:solidFill>
                  <a:srgbClr val="435D74"/>
                </a:solidFill>
                <a:latin typeface="Arial"/>
                <a:ea typeface="Arial"/>
                <a:cs typeface="Arial"/>
                <a:sym typeface="Arial"/>
              </a:rPr>
              <a:t> </a:t>
            </a:r>
            <a:r>
              <a:rPr b="0" i="0" lang="en" sz="1100" u="none" cap="none" strike="noStrike">
                <a:solidFill>
                  <a:srgbClr val="869FB2"/>
                </a:solidFill>
                <a:latin typeface="Arial"/>
                <a:ea typeface="Arial"/>
                <a:cs typeface="Arial"/>
                <a:sym typeface="Arial"/>
              </a:rPr>
              <a:t>resize</a:t>
            </a:r>
            <a:r>
              <a:rPr b="0" i="0" lang="en" sz="1100" u="none" cap="none" strike="noStrike">
                <a:solidFill>
                  <a:srgbClr val="435D74"/>
                </a:solidFill>
                <a:latin typeface="Arial"/>
                <a:ea typeface="Arial"/>
                <a:cs typeface="Arial"/>
                <a:sym typeface="Arial"/>
              </a:rPr>
              <a:t> </a:t>
            </a:r>
            <a:r>
              <a:rPr b="0" i="0" lang="en" sz="1100" u="none" cap="none" strike="noStrike">
                <a:solidFill>
                  <a:srgbClr val="FFFFFF"/>
                </a:solidFill>
                <a:latin typeface="Arial"/>
                <a:ea typeface="Arial"/>
                <a:cs typeface="Arial"/>
                <a:sym typeface="Arial"/>
              </a:rPr>
              <a:t>these icons without losing quality.</a:t>
            </a:r>
            <a:endParaRPr b="0" i="0" sz="1100" u="none" cap="none" strike="noStrike">
              <a:solidFill>
                <a:srgbClr val="FFFFFF"/>
              </a:solidFill>
              <a:latin typeface="Arial"/>
              <a:ea typeface="Arial"/>
              <a:cs typeface="Arial"/>
              <a:sym typeface="Arial"/>
            </a:endParaRPr>
          </a:p>
          <a:p>
            <a:pPr indent="0" lvl="0" marL="0" marR="0" rtl="0" algn="ctr">
              <a:lnSpc>
                <a:spcPct val="115000"/>
              </a:lnSpc>
              <a:spcBef>
                <a:spcPts val="0"/>
              </a:spcBef>
              <a:spcAft>
                <a:spcPts val="0"/>
              </a:spcAft>
              <a:buClr>
                <a:srgbClr val="000000"/>
              </a:buClr>
              <a:buSzPts val="1100"/>
              <a:buFont typeface="Arial"/>
              <a:buNone/>
            </a:pPr>
            <a:r>
              <a:rPr b="0" i="0" lang="en" sz="1100" u="none" cap="none" strike="noStrike">
                <a:solidFill>
                  <a:srgbClr val="FFFFFF"/>
                </a:solidFill>
                <a:latin typeface="Arial"/>
                <a:ea typeface="Arial"/>
                <a:cs typeface="Arial"/>
                <a:sym typeface="Arial"/>
              </a:rPr>
              <a:t>You can </a:t>
            </a:r>
            <a:r>
              <a:rPr b="0" i="0" lang="en" sz="1100" u="none" cap="none" strike="noStrike">
                <a:solidFill>
                  <a:srgbClr val="869FB2"/>
                </a:solidFill>
                <a:latin typeface="Arial"/>
                <a:ea typeface="Arial"/>
                <a:cs typeface="Arial"/>
                <a:sym typeface="Arial"/>
              </a:rPr>
              <a:t>change the stroke and fill color</a:t>
            </a:r>
            <a:r>
              <a:rPr b="0" i="0" lang="en" sz="1100" u="none" cap="none" strike="noStrike">
                <a:solidFill>
                  <a:srgbClr val="FFFFFF"/>
                </a:solidFill>
                <a:latin typeface="Arial"/>
                <a:ea typeface="Arial"/>
                <a:cs typeface="Arial"/>
                <a:sym typeface="Arial"/>
              </a:rPr>
              <a:t>; just select the icon and click on the</a:t>
            </a:r>
            <a:r>
              <a:rPr b="0" i="0" lang="en" sz="1100" u="none" cap="none" strike="noStrike">
                <a:solidFill>
                  <a:srgbClr val="435D74"/>
                </a:solidFill>
                <a:latin typeface="Arial"/>
                <a:ea typeface="Arial"/>
                <a:cs typeface="Arial"/>
                <a:sym typeface="Arial"/>
              </a:rPr>
              <a:t> </a:t>
            </a:r>
            <a:r>
              <a:rPr b="0" i="0" lang="en" sz="1100" u="none" cap="none" strike="noStrike">
                <a:solidFill>
                  <a:srgbClr val="869FB2"/>
                </a:solidFill>
                <a:latin typeface="Arial"/>
                <a:ea typeface="Arial"/>
                <a:cs typeface="Arial"/>
                <a:sym typeface="Arial"/>
              </a:rPr>
              <a:t>paint bucket/pen</a:t>
            </a:r>
            <a:r>
              <a:rPr b="0" i="0" lang="en" sz="1100" u="none" cap="none" strike="noStrike">
                <a:solidFill>
                  <a:srgbClr val="FFFFFF"/>
                </a:solidFill>
                <a:latin typeface="Arial"/>
                <a:ea typeface="Arial"/>
                <a:cs typeface="Arial"/>
                <a:sym typeface="Arial"/>
              </a:rPr>
              <a:t>.</a:t>
            </a:r>
            <a:endParaRPr b="0" i="0" sz="1100" u="none" cap="none" strike="noStrike">
              <a:solidFill>
                <a:srgbClr val="FFFFFF"/>
              </a:solidFill>
              <a:latin typeface="Arial"/>
              <a:ea typeface="Arial"/>
              <a:cs typeface="Arial"/>
              <a:sym typeface="Arial"/>
            </a:endParaRPr>
          </a:p>
          <a:p>
            <a:pPr indent="0" lvl="0" marL="0" marR="0" rtl="0" algn="ctr">
              <a:lnSpc>
                <a:spcPct val="115000"/>
              </a:lnSpc>
              <a:spcBef>
                <a:spcPts val="0"/>
              </a:spcBef>
              <a:spcAft>
                <a:spcPts val="0"/>
              </a:spcAft>
              <a:buClr>
                <a:srgbClr val="000000"/>
              </a:buClr>
              <a:buSzPts val="1100"/>
              <a:buFont typeface="Arial"/>
              <a:buNone/>
            </a:pPr>
            <a:r>
              <a:rPr b="0" i="0" lang="en" sz="1100" u="none" cap="none" strike="noStrike">
                <a:solidFill>
                  <a:srgbClr val="FFFFFF"/>
                </a:solidFill>
                <a:latin typeface="Arial"/>
                <a:ea typeface="Arial"/>
                <a:cs typeface="Arial"/>
                <a:sym typeface="Arial"/>
              </a:rPr>
              <a:t>In Google Slides, you can also use </a:t>
            </a:r>
            <a:r>
              <a:rPr b="0" i="0" lang="en" sz="1100" u="none" cap="none" strike="noStrike">
                <a:solidFill>
                  <a:srgbClr val="869FB2"/>
                </a:solidFill>
                <a:uFill>
                  <a:noFill/>
                </a:uFill>
                <a:latin typeface="Arial"/>
                <a:ea typeface="Arial"/>
                <a:cs typeface="Arial"/>
                <a:sym typeface="Arial"/>
                <a:hlinkClick r:id="rId3">
                  <a:extLst>
                    <a:ext uri="{A12FA001-AC4F-418D-AE19-62706E023703}">
                      <ahyp:hlinkClr val="tx"/>
                    </a:ext>
                  </a:extLst>
                </a:hlinkClick>
              </a:rPr>
              <a:t>Flaticon’s extension</a:t>
            </a:r>
            <a:r>
              <a:rPr b="0" i="0" lang="en" sz="1100" u="none" cap="none" strike="noStrike">
                <a:solidFill>
                  <a:srgbClr val="FFFFFF"/>
                </a:solidFill>
                <a:latin typeface="Arial"/>
                <a:ea typeface="Arial"/>
                <a:cs typeface="Arial"/>
                <a:sym typeface="Arial"/>
              </a:rPr>
              <a:t>, allowing you to customize and add even more icons.</a:t>
            </a:r>
            <a:br>
              <a:rPr b="0" i="0" lang="en" sz="1100" u="none" cap="none" strike="noStrike">
                <a:solidFill>
                  <a:srgbClr val="435D74"/>
                </a:solidFill>
                <a:latin typeface="Arial"/>
                <a:ea typeface="Arial"/>
                <a:cs typeface="Arial"/>
                <a:sym typeface="Arial"/>
              </a:rPr>
            </a:br>
            <a:endParaRPr b="0" i="0" sz="1100" u="none" cap="none" strike="noStrike">
              <a:solidFill>
                <a:srgbClr val="435D74"/>
              </a:solidFill>
              <a:latin typeface="Arial"/>
              <a:ea typeface="Arial"/>
              <a:cs typeface="Arial"/>
              <a:sym typeface="Arial"/>
            </a:endParaRPr>
          </a:p>
        </p:txBody>
      </p:sp>
      <p:sp>
        <p:nvSpPr>
          <p:cNvPr id="10771" name="Google Shape;10771;p41"/>
          <p:cNvSpPr txBox="1"/>
          <p:nvPr/>
        </p:nvSpPr>
        <p:spPr>
          <a:xfrm>
            <a:off x="1048350" y="323850"/>
            <a:ext cx="7047300" cy="482400"/>
          </a:xfrm>
          <a:prstGeom prst="rect">
            <a:avLst/>
          </a:prstGeom>
          <a:noFill/>
          <a:ln>
            <a:noFill/>
          </a:ln>
        </p:spPr>
        <p:txBody>
          <a:bodyPr anchorCtr="0" anchor="t"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2400"/>
              <a:buFont typeface="Arial"/>
              <a:buNone/>
            </a:pPr>
            <a:r>
              <a:rPr b="0" i="0" lang="en" sz="2400" u="none" cap="none" strike="noStrike">
                <a:solidFill>
                  <a:srgbClr val="FFFFFF"/>
                </a:solidFill>
                <a:latin typeface="Arial"/>
                <a:ea typeface="Arial"/>
                <a:cs typeface="Arial"/>
                <a:sym typeface="Arial"/>
              </a:rPr>
              <a:t>...and our sets of editable icons</a:t>
            </a:r>
            <a:endParaRPr b="0" i="0" sz="2400" u="none" cap="none" strike="noStrike">
              <a:solidFill>
                <a:srgbClr val="FFFFFF"/>
              </a:solidFill>
              <a:latin typeface="Arial"/>
              <a:ea typeface="Arial"/>
              <a:cs typeface="Arial"/>
              <a:sym typeface="Arial"/>
            </a:endParaRPr>
          </a:p>
        </p:txBody>
      </p:sp>
    </p:spTree>
  </p:cSld>
  <p:clrMapOvr>
    <a:masterClrMapping/>
  </p:clrMapOvr>
</p:sld>
</file>

<file path=ppt/slides/slide5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0">
  <p:cSld>
    <p:spTree>
      <p:nvGrpSpPr>
        <p:cNvPr id="10775" name="Shape 10775"/>
        <p:cNvGrpSpPr/>
        <p:nvPr/>
      </p:nvGrpSpPr>
      <p:grpSpPr>
        <a:xfrm>
          <a:off x="0" y="0"/>
          <a:ext cx="0" cy="0"/>
          <a:chOff x="0" y="0"/>
          <a:chExt cx="0" cy="0"/>
        </a:xfrm>
      </p:grpSpPr>
      <p:grpSp>
        <p:nvGrpSpPr>
          <p:cNvPr id="10776" name="Google Shape;10776;p42"/>
          <p:cNvGrpSpPr/>
          <p:nvPr/>
        </p:nvGrpSpPr>
        <p:grpSpPr>
          <a:xfrm>
            <a:off x="7075663" y="2261129"/>
            <a:ext cx="362163" cy="347098"/>
            <a:chOff x="7075663" y="2444129"/>
            <a:chExt cx="362163" cy="347098"/>
          </a:xfrm>
        </p:grpSpPr>
        <p:sp>
          <p:nvSpPr>
            <p:cNvPr id="10777" name="Google Shape;10777;p42"/>
            <p:cNvSpPr/>
            <p:nvPr/>
          </p:nvSpPr>
          <p:spPr>
            <a:xfrm>
              <a:off x="7165817" y="2444129"/>
              <a:ext cx="181854" cy="100713"/>
            </a:xfrm>
            <a:custGeom>
              <a:rect b="b" l="l" r="r" t="t"/>
              <a:pathLst>
                <a:path extrusionOk="0" h="3844" w="6941">
                  <a:moveTo>
                    <a:pt x="1879" y="0"/>
                  </a:moveTo>
                  <a:cubicBezTo>
                    <a:pt x="844" y="0"/>
                    <a:pt x="0" y="844"/>
                    <a:pt x="0" y="1879"/>
                  </a:cubicBezTo>
                  <a:lnTo>
                    <a:pt x="0" y="2790"/>
                  </a:lnTo>
                  <a:lnTo>
                    <a:pt x="10" y="2790"/>
                  </a:lnTo>
                  <a:lnTo>
                    <a:pt x="10" y="3834"/>
                  </a:lnTo>
                  <a:lnTo>
                    <a:pt x="1045" y="3834"/>
                  </a:lnTo>
                  <a:lnTo>
                    <a:pt x="1045" y="1879"/>
                  </a:lnTo>
                  <a:cubicBezTo>
                    <a:pt x="1045" y="1419"/>
                    <a:pt x="1419" y="1045"/>
                    <a:pt x="1879" y="1045"/>
                  </a:cubicBezTo>
                  <a:lnTo>
                    <a:pt x="5071" y="1045"/>
                  </a:lnTo>
                  <a:cubicBezTo>
                    <a:pt x="5531" y="1045"/>
                    <a:pt x="5905" y="1419"/>
                    <a:pt x="5905" y="1879"/>
                  </a:cubicBezTo>
                  <a:lnTo>
                    <a:pt x="5905" y="3844"/>
                  </a:lnTo>
                  <a:lnTo>
                    <a:pt x="6940" y="3844"/>
                  </a:lnTo>
                  <a:lnTo>
                    <a:pt x="6940" y="1879"/>
                  </a:lnTo>
                  <a:cubicBezTo>
                    <a:pt x="6940" y="844"/>
                    <a:pt x="6097" y="0"/>
                    <a:pt x="5071" y="0"/>
                  </a:cubicBezTo>
                  <a:close/>
                </a:path>
              </a:pathLst>
            </a:custGeom>
            <a:solidFill>
              <a:srgbClr val="53687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778" name="Google Shape;10778;p42"/>
            <p:cNvSpPr/>
            <p:nvPr/>
          </p:nvSpPr>
          <p:spPr>
            <a:xfrm>
              <a:off x="7166053" y="2517201"/>
              <a:ext cx="27405" cy="27405"/>
            </a:xfrm>
            <a:custGeom>
              <a:rect b="b" l="l" r="r" t="t"/>
              <a:pathLst>
                <a:path extrusionOk="0" h="1046" w="1046">
                  <a:moveTo>
                    <a:pt x="260" y="1"/>
                  </a:moveTo>
                  <a:cubicBezTo>
                    <a:pt x="173" y="1"/>
                    <a:pt x="87" y="1"/>
                    <a:pt x="1" y="10"/>
                  </a:cubicBezTo>
                  <a:lnTo>
                    <a:pt x="1" y="1045"/>
                  </a:lnTo>
                  <a:lnTo>
                    <a:pt x="1046" y="1045"/>
                  </a:lnTo>
                  <a:lnTo>
                    <a:pt x="1046" y="1"/>
                  </a:lnTo>
                  <a:close/>
                </a:path>
              </a:pathLst>
            </a:custGeom>
            <a:solidFill>
              <a:srgbClr val="27415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779" name="Google Shape;10779;p42"/>
            <p:cNvSpPr/>
            <p:nvPr/>
          </p:nvSpPr>
          <p:spPr>
            <a:xfrm>
              <a:off x="7320266" y="2517201"/>
              <a:ext cx="27405" cy="27641"/>
            </a:xfrm>
            <a:custGeom>
              <a:rect b="b" l="l" r="r" t="t"/>
              <a:pathLst>
                <a:path extrusionOk="0" h="1055" w="1046">
                  <a:moveTo>
                    <a:pt x="0" y="1"/>
                  </a:moveTo>
                  <a:lnTo>
                    <a:pt x="0" y="1055"/>
                  </a:lnTo>
                  <a:lnTo>
                    <a:pt x="1045" y="1055"/>
                  </a:lnTo>
                  <a:lnTo>
                    <a:pt x="1045" y="10"/>
                  </a:lnTo>
                  <a:cubicBezTo>
                    <a:pt x="959" y="10"/>
                    <a:pt x="863" y="1"/>
                    <a:pt x="777" y="1"/>
                  </a:cubicBezTo>
                  <a:close/>
                </a:path>
              </a:pathLst>
            </a:custGeom>
            <a:solidFill>
              <a:srgbClr val="27415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780" name="Google Shape;10780;p42"/>
            <p:cNvSpPr/>
            <p:nvPr/>
          </p:nvSpPr>
          <p:spPr>
            <a:xfrm>
              <a:off x="7075899" y="2544580"/>
              <a:ext cx="361927" cy="246647"/>
            </a:xfrm>
            <a:custGeom>
              <a:rect b="b" l="l" r="r" t="t"/>
              <a:pathLst>
                <a:path extrusionOk="0" h="9414" w="13814">
                  <a:moveTo>
                    <a:pt x="3701" y="0"/>
                  </a:moveTo>
                  <a:cubicBezTo>
                    <a:pt x="1649" y="0"/>
                    <a:pt x="1" y="1659"/>
                    <a:pt x="1" y="3700"/>
                  </a:cubicBezTo>
                  <a:lnTo>
                    <a:pt x="1" y="8637"/>
                  </a:lnTo>
                  <a:cubicBezTo>
                    <a:pt x="1" y="9068"/>
                    <a:pt x="346" y="9413"/>
                    <a:pt x="768" y="9413"/>
                  </a:cubicBezTo>
                  <a:lnTo>
                    <a:pt x="13037" y="9413"/>
                  </a:lnTo>
                  <a:cubicBezTo>
                    <a:pt x="13468" y="9413"/>
                    <a:pt x="13813" y="9068"/>
                    <a:pt x="13813" y="8637"/>
                  </a:cubicBezTo>
                  <a:lnTo>
                    <a:pt x="13813" y="3700"/>
                  </a:lnTo>
                  <a:cubicBezTo>
                    <a:pt x="13813" y="1659"/>
                    <a:pt x="12155" y="0"/>
                    <a:pt x="10113" y="0"/>
                  </a:cubicBezTo>
                  <a:close/>
                </a:path>
              </a:pathLst>
            </a:custGeom>
            <a:solidFill>
              <a:srgbClr val="E7EB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781" name="Google Shape;10781;p42"/>
            <p:cNvSpPr/>
            <p:nvPr/>
          </p:nvSpPr>
          <p:spPr>
            <a:xfrm>
              <a:off x="7298153" y="2544580"/>
              <a:ext cx="139672" cy="246647"/>
            </a:xfrm>
            <a:custGeom>
              <a:rect b="b" l="l" r="r" t="t"/>
              <a:pathLst>
                <a:path extrusionOk="0" h="9414" w="5331">
                  <a:moveTo>
                    <a:pt x="1" y="0"/>
                  </a:moveTo>
                  <a:cubicBezTo>
                    <a:pt x="2052" y="0"/>
                    <a:pt x="3710" y="1659"/>
                    <a:pt x="3701" y="3710"/>
                  </a:cubicBezTo>
                  <a:lnTo>
                    <a:pt x="3701" y="8608"/>
                  </a:lnTo>
                  <a:cubicBezTo>
                    <a:pt x="3701" y="9049"/>
                    <a:pt x="3346" y="9413"/>
                    <a:pt x="2905" y="9413"/>
                  </a:cubicBezTo>
                  <a:lnTo>
                    <a:pt x="4535" y="9413"/>
                  </a:lnTo>
                  <a:cubicBezTo>
                    <a:pt x="4976" y="9413"/>
                    <a:pt x="5330" y="9049"/>
                    <a:pt x="5330" y="8608"/>
                  </a:cubicBezTo>
                  <a:lnTo>
                    <a:pt x="5330" y="3710"/>
                  </a:lnTo>
                  <a:cubicBezTo>
                    <a:pt x="5330" y="1659"/>
                    <a:pt x="3672" y="0"/>
                    <a:pt x="1630" y="0"/>
                  </a:cubicBezTo>
                  <a:close/>
                </a:path>
              </a:pathLst>
            </a:custGeom>
            <a:solidFill>
              <a:srgbClr val="D2D8D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782" name="Google Shape;10782;p42"/>
            <p:cNvSpPr/>
            <p:nvPr/>
          </p:nvSpPr>
          <p:spPr>
            <a:xfrm>
              <a:off x="7075663" y="2743229"/>
              <a:ext cx="362163" cy="47998"/>
            </a:xfrm>
            <a:custGeom>
              <a:rect b="b" l="l" r="r" t="t"/>
              <a:pathLst>
                <a:path extrusionOk="0" h="1832" w="13823">
                  <a:moveTo>
                    <a:pt x="0" y="0"/>
                  </a:moveTo>
                  <a:lnTo>
                    <a:pt x="10" y="1026"/>
                  </a:lnTo>
                  <a:cubicBezTo>
                    <a:pt x="10" y="1467"/>
                    <a:pt x="364" y="1831"/>
                    <a:pt x="805" y="1831"/>
                  </a:cubicBezTo>
                  <a:lnTo>
                    <a:pt x="13017" y="1831"/>
                  </a:lnTo>
                  <a:cubicBezTo>
                    <a:pt x="13458" y="1831"/>
                    <a:pt x="13822" y="1467"/>
                    <a:pt x="13822" y="1026"/>
                  </a:cubicBezTo>
                  <a:lnTo>
                    <a:pt x="13822" y="0"/>
                  </a:lnTo>
                  <a:close/>
                </a:path>
              </a:pathLst>
            </a:custGeom>
            <a:solidFill>
              <a:srgbClr val="657A8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783" name="Google Shape;10783;p42"/>
            <p:cNvSpPr/>
            <p:nvPr/>
          </p:nvSpPr>
          <p:spPr>
            <a:xfrm>
              <a:off x="7374002" y="2743464"/>
              <a:ext cx="63823" cy="47763"/>
            </a:xfrm>
            <a:custGeom>
              <a:rect b="b" l="l" r="r" t="t"/>
              <a:pathLst>
                <a:path extrusionOk="0" h="1823" w="2436">
                  <a:moveTo>
                    <a:pt x="806" y="1"/>
                  </a:moveTo>
                  <a:lnTo>
                    <a:pt x="806" y="1017"/>
                  </a:lnTo>
                  <a:cubicBezTo>
                    <a:pt x="806" y="1458"/>
                    <a:pt x="441" y="1822"/>
                    <a:pt x="1" y="1822"/>
                  </a:cubicBezTo>
                  <a:lnTo>
                    <a:pt x="1630" y="1822"/>
                  </a:lnTo>
                  <a:cubicBezTo>
                    <a:pt x="2071" y="1822"/>
                    <a:pt x="2435" y="1458"/>
                    <a:pt x="2435" y="1017"/>
                  </a:cubicBezTo>
                  <a:lnTo>
                    <a:pt x="2435" y="1"/>
                  </a:lnTo>
                  <a:close/>
                </a:path>
              </a:pathLst>
            </a:custGeom>
            <a:solidFill>
              <a:srgbClr val="4E677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784" name="Google Shape;10784;p42"/>
            <p:cNvSpPr/>
            <p:nvPr/>
          </p:nvSpPr>
          <p:spPr>
            <a:xfrm>
              <a:off x="7198960" y="2593286"/>
              <a:ext cx="115542" cy="115306"/>
            </a:xfrm>
            <a:custGeom>
              <a:rect b="b" l="l" r="r" t="t"/>
              <a:pathLst>
                <a:path extrusionOk="0" h="4401" w="4410">
                  <a:moveTo>
                    <a:pt x="1831" y="1"/>
                  </a:moveTo>
                  <a:cubicBezTo>
                    <a:pt x="1592" y="1"/>
                    <a:pt x="1390" y="193"/>
                    <a:pt x="1390" y="442"/>
                  </a:cubicBezTo>
                  <a:lnTo>
                    <a:pt x="1390" y="1391"/>
                  </a:lnTo>
                  <a:lnTo>
                    <a:pt x="441" y="1391"/>
                  </a:lnTo>
                  <a:cubicBezTo>
                    <a:pt x="202" y="1391"/>
                    <a:pt x="10" y="1582"/>
                    <a:pt x="1" y="1832"/>
                  </a:cubicBezTo>
                  <a:lnTo>
                    <a:pt x="1" y="2579"/>
                  </a:lnTo>
                  <a:cubicBezTo>
                    <a:pt x="10" y="2819"/>
                    <a:pt x="202" y="3011"/>
                    <a:pt x="441" y="3020"/>
                  </a:cubicBezTo>
                  <a:lnTo>
                    <a:pt x="1390" y="3020"/>
                  </a:lnTo>
                  <a:lnTo>
                    <a:pt x="1390" y="3969"/>
                  </a:lnTo>
                  <a:cubicBezTo>
                    <a:pt x="1390" y="4209"/>
                    <a:pt x="1592" y="4401"/>
                    <a:pt x="1831" y="4401"/>
                  </a:cubicBezTo>
                  <a:lnTo>
                    <a:pt x="2579" y="4401"/>
                  </a:lnTo>
                  <a:cubicBezTo>
                    <a:pt x="2819" y="4401"/>
                    <a:pt x="3020" y="4209"/>
                    <a:pt x="3020" y="3969"/>
                  </a:cubicBezTo>
                  <a:lnTo>
                    <a:pt x="3020" y="3020"/>
                  </a:lnTo>
                  <a:lnTo>
                    <a:pt x="3969" y="3020"/>
                  </a:lnTo>
                  <a:cubicBezTo>
                    <a:pt x="4209" y="3011"/>
                    <a:pt x="4410" y="2819"/>
                    <a:pt x="4410" y="2579"/>
                  </a:cubicBezTo>
                  <a:lnTo>
                    <a:pt x="4410" y="1832"/>
                  </a:lnTo>
                  <a:cubicBezTo>
                    <a:pt x="4410" y="1582"/>
                    <a:pt x="4209" y="1391"/>
                    <a:pt x="3969" y="1391"/>
                  </a:cubicBezTo>
                  <a:lnTo>
                    <a:pt x="3020" y="1391"/>
                  </a:lnTo>
                  <a:lnTo>
                    <a:pt x="3020" y="442"/>
                  </a:lnTo>
                  <a:cubicBezTo>
                    <a:pt x="3020" y="193"/>
                    <a:pt x="2819" y="1"/>
                    <a:pt x="2579" y="1"/>
                  </a:cubicBezTo>
                  <a:close/>
                </a:path>
              </a:pathLst>
            </a:custGeom>
            <a:solidFill>
              <a:srgbClr val="657A8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0785" name="Google Shape;10785;p42"/>
          <p:cNvGrpSpPr/>
          <p:nvPr/>
        </p:nvGrpSpPr>
        <p:grpSpPr>
          <a:xfrm>
            <a:off x="6638175" y="2253584"/>
            <a:ext cx="372198" cy="362163"/>
            <a:chOff x="6638175" y="2436584"/>
            <a:chExt cx="372198" cy="362163"/>
          </a:xfrm>
        </p:grpSpPr>
        <p:sp>
          <p:nvSpPr>
            <p:cNvPr id="10786" name="Google Shape;10786;p42"/>
            <p:cNvSpPr/>
            <p:nvPr/>
          </p:nvSpPr>
          <p:spPr>
            <a:xfrm>
              <a:off x="6638175" y="2436584"/>
              <a:ext cx="182090" cy="362163"/>
            </a:xfrm>
            <a:custGeom>
              <a:rect b="b" l="l" r="r" t="t"/>
              <a:pathLst>
                <a:path extrusionOk="0" h="13823" w="6950">
                  <a:moveTo>
                    <a:pt x="3470" y="1"/>
                  </a:moveTo>
                  <a:cubicBezTo>
                    <a:pt x="1553" y="1"/>
                    <a:pt x="0" y="1563"/>
                    <a:pt x="0" y="3480"/>
                  </a:cubicBezTo>
                  <a:lnTo>
                    <a:pt x="0" y="10343"/>
                  </a:lnTo>
                  <a:cubicBezTo>
                    <a:pt x="0" y="12260"/>
                    <a:pt x="1553" y="13823"/>
                    <a:pt x="3470" y="13823"/>
                  </a:cubicBezTo>
                  <a:cubicBezTo>
                    <a:pt x="5387" y="13823"/>
                    <a:pt x="6950" y="12260"/>
                    <a:pt x="6950" y="10343"/>
                  </a:cubicBezTo>
                  <a:lnTo>
                    <a:pt x="6950" y="3480"/>
                  </a:lnTo>
                  <a:cubicBezTo>
                    <a:pt x="6950" y="1563"/>
                    <a:pt x="5387" y="1"/>
                    <a:pt x="3470" y="1"/>
                  </a:cubicBezTo>
                  <a:close/>
                </a:path>
              </a:pathLst>
            </a:custGeom>
            <a:solidFill>
              <a:srgbClr val="A4B3B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787" name="Google Shape;10787;p42"/>
            <p:cNvSpPr/>
            <p:nvPr/>
          </p:nvSpPr>
          <p:spPr>
            <a:xfrm>
              <a:off x="6662017" y="2441850"/>
              <a:ext cx="158248" cy="356792"/>
            </a:xfrm>
            <a:custGeom>
              <a:rect b="b" l="l" r="r" t="t"/>
              <a:pathLst>
                <a:path extrusionOk="0" h="13618" w="6040">
                  <a:moveTo>
                    <a:pt x="3720" y="1"/>
                  </a:moveTo>
                  <a:lnTo>
                    <a:pt x="3720" y="1"/>
                  </a:lnTo>
                  <a:cubicBezTo>
                    <a:pt x="4305" y="643"/>
                    <a:pt x="4631" y="1477"/>
                    <a:pt x="4631" y="2349"/>
                  </a:cubicBezTo>
                  <a:lnTo>
                    <a:pt x="4631" y="9212"/>
                  </a:lnTo>
                  <a:cubicBezTo>
                    <a:pt x="4631" y="11129"/>
                    <a:pt x="3078" y="12682"/>
                    <a:pt x="1161" y="12682"/>
                  </a:cubicBezTo>
                  <a:cubicBezTo>
                    <a:pt x="768" y="12682"/>
                    <a:pt x="375" y="12615"/>
                    <a:pt x="1" y="12491"/>
                  </a:cubicBezTo>
                  <a:lnTo>
                    <a:pt x="1" y="12491"/>
                  </a:lnTo>
                  <a:cubicBezTo>
                    <a:pt x="673" y="13222"/>
                    <a:pt x="1608" y="13617"/>
                    <a:pt x="2566" y="13617"/>
                  </a:cubicBezTo>
                  <a:cubicBezTo>
                    <a:pt x="2988" y="13617"/>
                    <a:pt x="3415" y="13540"/>
                    <a:pt x="3826" y="13382"/>
                  </a:cubicBezTo>
                  <a:cubicBezTo>
                    <a:pt x="5158" y="12864"/>
                    <a:pt x="6040" y="11570"/>
                    <a:pt x="6040" y="10142"/>
                  </a:cubicBezTo>
                  <a:lnTo>
                    <a:pt x="6040" y="3270"/>
                  </a:lnTo>
                  <a:cubicBezTo>
                    <a:pt x="6040" y="1803"/>
                    <a:pt x="5110" y="490"/>
                    <a:pt x="3720" y="1"/>
                  </a:cubicBezTo>
                  <a:close/>
                </a:path>
              </a:pathLst>
            </a:custGeom>
            <a:solidFill>
              <a:srgbClr val="95A6B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788" name="Google Shape;10788;p42"/>
            <p:cNvSpPr/>
            <p:nvPr/>
          </p:nvSpPr>
          <p:spPr>
            <a:xfrm>
              <a:off x="6638175" y="2617652"/>
              <a:ext cx="182090" cy="181094"/>
            </a:xfrm>
            <a:custGeom>
              <a:rect b="b" l="l" r="r" t="t"/>
              <a:pathLst>
                <a:path extrusionOk="0" h="6912" w="6950">
                  <a:moveTo>
                    <a:pt x="0" y="1"/>
                  </a:moveTo>
                  <a:lnTo>
                    <a:pt x="0" y="3432"/>
                  </a:lnTo>
                  <a:cubicBezTo>
                    <a:pt x="0" y="5349"/>
                    <a:pt x="1553" y="6912"/>
                    <a:pt x="3470" y="6912"/>
                  </a:cubicBezTo>
                  <a:cubicBezTo>
                    <a:pt x="5387" y="6912"/>
                    <a:pt x="6950" y="5349"/>
                    <a:pt x="6950" y="3432"/>
                  </a:cubicBezTo>
                  <a:lnTo>
                    <a:pt x="6950" y="1"/>
                  </a:lnTo>
                  <a:close/>
                </a:path>
              </a:pathLst>
            </a:custGeom>
            <a:solidFill>
              <a:srgbClr val="657A8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789" name="Google Shape;10789;p42"/>
            <p:cNvSpPr/>
            <p:nvPr/>
          </p:nvSpPr>
          <p:spPr>
            <a:xfrm>
              <a:off x="6662017" y="2617652"/>
              <a:ext cx="158248" cy="180990"/>
            </a:xfrm>
            <a:custGeom>
              <a:rect b="b" l="l" r="r" t="t"/>
              <a:pathLst>
                <a:path extrusionOk="0" h="6908" w="6040">
                  <a:moveTo>
                    <a:pt x="4631" y="1"/>
                  </a:moveTo>
                  <a:lnTo>
                    <a:pt x="4631" y="2502"/>
                  </a:lnTo>
                  <a:cubicBezTo>
                    <a:pt x="4631" y="4419"/>
                    <a:pt x="3078" y="5982"/>
                    <a:pt x="1161" y="5982"/>
                  </a:cubicBezTo>
                  <a:cubicBezTo>
                    <a:pt x="758" y="5982"/>
                    <a:pt x="365" y="5915"/>
                    <a:pt x="1" y="5781"/>
                  </a:cubicBezTo>
                  <a:lnTo>
                    <a:pt x="1" y="5781"/>
                  </a:lnTo>
                  <a:cubicBezTo>
                    <a:pt x="673" y="6512"/>
                    <a:pt x="1608" y="6907"/>
                    <a:pt x="2566" y="6907"/>
                  </a:cubicBezTo>
                  <a:cubicBezTo>
                    <a:pt x="2988" y="6907"/>
                    <a:pt x="3415" y="6830"/>
                    <a:pt x="3826" y="6672"/>
                  </a:cubicBezTo>
                  <a:cubicBezTo>
                    <a:pt x="5158" y="6154"/>
                    <a:pt x="6040" y="4860"/>
                    <a:pt x="6040" y="3432"/>
                  </a:cubicBezTo>
                  <a:lnTo>
                    <a:pt x="6040" y="1"/>
                  </a:lnTo>
                  <a:close/>
                </a:path>
              </a:pathLst>
            </a:custGeom>
            <a:solidFill>
              <a:srgbClr val="4E677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790" name="Google Shape;10790;p42"/>
            <p:cNvSpPr/>
            <p:nvPr/>
          </p:nvSpPr>
          <p:spPr>
            <a:xfrm>
              <a:off x="6846623" y="2467762"/>
              <a:ext cx="160999" cy="153899"/>
            </a:xfrm>
            <a:custGeom>
              <a:rect b="b" l="l" r="r" t="t"/>
              <a:pathLst>
                <a:path extrusionOk="0" h="5874" w="6145">
                  <a:moveTo>
                    <a:pt x="2950" y="1"/>
                  </a:moveTo>
                  <a:cubicBezTo>
                    <a:pt x="1445" y="1"/>
                    <a:pt x="0" y="1171"/>
                    <a:pt x="0" y="2942"/>
                  </a:cubicBezTo>
                  <a:cubicBezTo>
                    <a:pt x="0" y="4706"/>
                    <a:pt x="1444" y="5874"/>
                    <a:pt x="2949" y="5874"/>
                  </a:cubicBezTo>
                  <a:cubicBezTo>
                    <a:pt x="3667" y="5874"/>
                    <a:pt x="4399" y="5607"/>
                    <a:pt x="4994" y="5012"/>
                  </a:cubicBezTo>
                  <a:cubicBezTo>
                    <a:pt x="6144" y="3862"/>
                    <a:pt x="6144" y="2012"/>
                    <a:pt x="4994" y="862"/>
                  </a:cubicBezTo>
                  <a:cubicBezTo>
                    <a:pt x="4400" y="267"/>
                    <a:pt x="3668" y="1"/>
                    <a:pt x="2950" y="1"/>
                  </a:cubicBezTo>
                  <a:close/>
                </a:path>
              </a:pathLst>
            </a:custGeom>
            <a:solidFill>
              <a:srgbClr val="A8BAC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791" name="Google Shape;10791;p42"/>
            <p:cNvSpPr/>
            <p:nvPr/>
          </p:nvSpPr>
          <p:spPr>
            <a:xfrm>
              <a:off x="6857155" y="2478530"/>
              <a:ext cx="151462" cy="143576"/>
            </a:xfrm>
            <a:custGeom>
              <a:rect b="b" l="l" r="r" t="t"/>
              <a:pathLst>
                <a:path extrusionOk="0" h="5480" w="5781">
                  <a:moveTo>
                    <a:pt x="4017" y="0"/>
                  </a:moveTo>
                  <a:lnTo>
                    <a:pt x="4017" y="0"/>
                  </a:lnTo>
                  <a:cubicBezTo>
                    <a:pt x="4688" y="1151"/>
                    <a:pt x="4506" y="2617"/>
                    <a:pt x="3557" y="3557"/>
                  </a:cubicBezTo>
                  <a:cubicBezTo>
                    <a:pt x="2995" y="4125"/>
                    <a:pt x="2244" y="4418"/>
                    <a:pt x="1484" y="4418"/>
                  </a:cubicBezTo>
                  <a:cubicBezTo>
                    <a:pt x="975" y="4418"/>
                    <a:pt x="463" y="4286"/>
                    <a:pt x="1" y="4017"/>
                  </a:cubicBezTo>
                  <a:lnTo>
                    <a:pt x="1" y="4017"/>
                  </a:lnTo>
                  <a:cubicBezTo>
                    <a:pt x="125" y="4227"/>
                    <a:pt x="279" y="4419"/>
                    <a:pt x="451" y="4592"/>
                  </a:cubicBezTo>
                  <a:cubicBezTo>
                    <a:pt x="1028" y="5182"/>
                    <a:pt x="1792" y="5480"/>
                    <a:pt x="2556" y="5480"/>
                  </a:cubicBezTo>
                  <a:cubicBezTo>
                    <a:pt x="3304" y="5480"/>
                    <a:pt x="4052" y="5194"/>
                    <a:pt x="4621" y="4620"/>
                  </a:cubicBezTo>
                  <a:cubicBezTo>
                    <a:pt x="5781" y="3470"/>
                    <a:pt x="5771" y="1592"/>
                    <a:pt x="4592" y="451"/>
                  </a:cubicBezTo>
                  <a:cubicBezTo>
                    <a:pt x="4420" y="278"/>
                    <a:pt x="4228" y="125"/>
                    <a:pt x="4017" y="0"/>
                  </a:cubicBezTo>
                  <a:close/>
                </a:path>
              </a:pathLst>
            </a:custGeom>
            <a:solidFill>
              <a:srgbClr val="869FB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792" name="Google Shape;10792;p42"/>
            <p:cNvSpPr/>
            <p:nvPr/>
          </p:nvSpPr>
          <p:spPr>
            <a:xfrm>
              <a:off x="6846623" y="2636621"/>
              <a:ext cx="160999" cy="153794"/>
            </a:xfrm>
            <a:custGeom>
              <a:rect b="b" l="l" r="r" t="t"/>
              <a:pathLst>
                <a:path extrusionOk="0" h="5870" w="6145">
                  <a:moveTo>
                    <a:pt x="2944" y="0"/>
                  </a:moveTo>
                  <a:cubicBezTo>
                    <a:pt x="1442" y="0"/>
                    <a:pt x="0" y="1169"/>
                    <a:pt x="0" y="2938"/>
                  </a:cubicBezTo>
                  <a:cubicBezTo>
                    <a:pt x="0" y="4703"/>
                    <a:pt x="1444" y="5870"/>
                    <a:pt x="2949" y="5870"/>
                  </a:cubicBezTo>
                  <a:cubicBezTo>
                    <a:pt x="3667" y="5870"/>
                    <a:pt x="4399" y="5604"/>
                    <a:pt x="4994" y="5009"/>
                  </a:cubicBezTo>
                  <a:cubicBezTo>
                    <a:pt x="6144" y="3858"/>
                    <a:pt x="6144" y="2008"/>
                    <a:pt x="4994" y="868"/>
                  </a:cubicBezTo>
                  <a:cubicBezTo>
                    <a:pt x="4398" y="269"/>
                    <a:pt x="3664" y="0"/>
                    <a:pt x="2944" y="0"/>
                  </a:cubicBezTo>
                  <a:close/>
                </a:path>
              </a:pathLst>
            </a:custGeom>
            <a:solidFill>
              <a:srgbClr val="A8BAC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793" name="Google Shape;10793;p42"/>
            <p:cNvSpPr/>
            <p:nvPr/>
          </p:nvSpPr>
          <p:spPr>
            <a:xfrm>
              <a:off x="6857155" y="2647546"/>
              <a:ext cx="153218" cy="142790"/>
            </a:xfrm>
            <a:custGeom>
              <a:rect b="b" l="l" r="r" t="t"/>
              <a:pathLst>
                <a:path extrusionOk="0" h="5450" w="5848">
                  <a:moveTo>
                    <a:pt x="4017" y="0"/>
                  </a:moveTo>
                  <a:cubicBezTo>
                    <a:pt x="4698" y="1151"/>
                    <a:pt x="4516" y="2617"/>
                    <a:pt x="3567" y="3566"/>
                  </a:cubicBezTo>
                  <a:cubicBezTo>
                    <a:pt x="3001" y="4132"/>
                    <a:pt x="2250" y="4425"/>
                    <a:pt x="1493" y="4425"/>
                  </a:cubicBezTo>
                  <a:cubicBezTo>
                    <a:pt x="981" y="4425"/>
                    <a:pt x="465" y="4291"/>
                    <a:pt x="1" y="4017"/>
                  </a:cubicBezTo>
                  <a:lnTo>
                    <a:pt x="1" y="4017"/>
                  </a:lnTo>
                  <a:cubicBezTo>
                    <a:pt x="554" y="4946"/>
                    <a:pt x="1529" y="5449"/>
                    <a:pt x="2523" y="5449"/>
                  </a:cubicBezTo>
                  <a:cubicBezTo>
                    <a:pt x="3149" y="5449"/>
                    <a:pt x="3783" y="5250"/>
                    <a:pt x="4324" y="4831"/>
                  </a:cubicBezTo>
                  <a:cubicBezTo>
                    <a:pt x="5714" y="3758"/>
                    <a:pt x="5848" y="1697"/>
                    <a:pt x="4592" y="451"/>
                  </a:cubicBezTo>
                  <a:cubicBezTo>
                    <a:pt x="4420" y="269"/>
                    <a:pt x="4228" y="125"/>
                    <a:pt x="4017" y="0"/>
                  </a:cubicBezTo>
                  <a:close/>
                </a:path>
              </a:pathLst>
            </a:custGeom>
            <a:solidFill>
              <a:srgbClr val="869FB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794" name="Google Shape;10794;p42"/>
            <p:cNvSpPr/>
            <p:nvPr/>
          </p:nvSpPr>
          <p:spPr>
            <a:xfrm>
              <a:off x="6863941" y="2485552"/>
              <a:ext cx="118555" cy="118581"/>
            </a:xfrm>
            <a:custGeom>
              <a:rect b="b" l="l" r="r" t="t"/>
              <a:pathLst>
                <a:path extrusionOk="0" h="4526" w="4525">
                  <a:moveTo>
                    <a:pt x="403" y="1"/>
                  </a:moveTo>
                  <a:cubicBezTo>
                    <a:pt x="327" y="58"/>
                    <a:pt x="259" y="116"/>
                    <a:pt x="192" y="183"/>
                  </a:cubicBezTo>
                  <a:cubicBezTo>
                    <a:pt x="125" y="250"/>
                    <a:pt x="58" y="317"/>
                    <a:pt x="1" y="394"/>
                  </a:cubicBezTo>
                  <a:lnTo>
                    <a:pt x="4132" y="4525"/>
                  </a:lnTo>
                  <a:cubicBezTo>
                    <a:pt x="4199" y="4458"/>
                    <a:pt x="4276" y="4400"/>
                    <a:pt x="4333" y="4333"/>
                  </a:cubicBezTo>
                  <a:cubicBezTo>
                    <a:pt x="4410" y="4257"/>
                    <a:pt x="4467" y="4199"/>
                    <a:pt x="4525" y="4122"/>
                  </a:cubicBezTo>
                  <a:lnTo>
                    <a:pt x="403" y="1"/>
                  </a:lnTo>
                  <a:close/>
                </a:path>
              </a:pathLst>
            </a:custGeom>
            <a:solidFill>
              <a:srgbClr val="7F91A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795" name="Google Shape;10795;p42"/>
            <p:cNvSpPr/>
            <p:nvPr/>
          </p:nvSpPr>
          <p:spPr>
            <a:xfrm>
              <a:off x="6863941" y="2654332"/>
              <a:ext cx="118555" cy="118555"/>
            </a:xfrm>
            <a:custGeom>
              <a:rect b="b" l="l" r="r" t="t"/>
              <a:pathLst>
                <a:path extrusionOk="0" h="4525" w="4525">
                  <a:moveTo>
                    <a:pt x="4132" y="0"/>
                  </a:moveTo>
                  <a:lnTo>
                    <a:pt x="1" y="4122"/>
                  </a:lnTo>
                  <a:cubicBezTo>
                    <a:pt x="58" y="4198"/>
                    <a:pt x="125" y="4266"/>
                    <a:pt x="192" y="4333"/>
                  </a:cubicBezTo>
                  <a:cubicBezTo>
                    <a:pt x="259" y="4400"/>
                    <a:pt x="327" y="4457"/>
                    <a:pt x="403" y="4524"/>
                  </a:cubicBezTo>
                  <a:lnTo>
                    <a:pt x="4525" y="393"/>
                  </a:lnTo>
                  <a:cubicBezTo>
                    <a:pt x="4467" y="316"/>
                    <a:pt x="4400" y="249"/>
                    <a:pt x="4333" y="192"/>
                  </a:cubicBezTo>
                  <a:cubicBezTo>
                    <a:pt x="4276" y="125"/>
                    <a:pt x="4199" y="58"/>
                    <a:pt x="4132" y="0"/>
                  </a:cubicBezTo>
                  <a:close/>
                </a:path>
              </a:pathLst>
            </a:custGeom>
            <a:solidFill>
              <a:srgbClr val="7F91A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796" name="Google Shape;10796;p42"/>
            <p:cNvSpPr/>
            <p:nvPr/>
          </p:nvSpPr>
          <p:spPr>
            <a:xfrm>
              <a:off x="6863941" y="2758294"/>
              <a:ext cx="20881" cy="14593"/>
            </a:xfrm>
            <a:custGeom>
              <a:rect b="b" l="l" r="r" t="t"/>
              <a:pathLst>
                <a:path extrusionOk="0" h="557" w="797">
                  <a:moveTo>
                    <a:pt x="164" y="0"/>
                  </a:moveTo>
                  <a:lnTo>
                    <a:pt x="1" y="163"/>
                  </a:lnTo>
                  <a:cubicBezTo>
                    <a:pt x="29" y="192"/>
                    <a:pt x="58" y="230"/>
                    <a:pt x="87" y="259"/>
                  </a:cubicBezTo>
                  <a:lnTo>
                    <a:pt x="106" y="278"/>
                  </a:lnTo>
                  <a:cubicBezTo>
                    <a:pt x="135" y="307"/>
                    <a:pt x="164" y="346"/>
                    <a:pt x="192" y="374"/>
                  </a:cubicBezTo>
                  <a:lnTo>
                    <a:pt x="298" y="470"/>
                  </a:lnTo>
                  <a:cubicBezTo>
                    <a:pt x="327" y="499"/>
                    <a:pt x="365" y="528"/>
                    <a:pt x="403" y="556"/>
                  </a:cubicBezTo>
                  <a:lnTo>
                    <a:pt x="796" y="163"/>
                  </a:lnTo>
                  <a:cubicBezTo>
                    <a:pt x="576" y="135"/>
                    <a:pt x="365" y="77"/>
                    <a:pt x="164" y="0"/>
                  </a:cubicBezTo>
                  <a:close/>
                </a:path>
              </a:pathLst>
            </a:custGeom>
            <a:solidFill>
              <a:srgbClr val="657A8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797" name="Google Shape;10797;p42"/>
            <p:cNvSpPr/>
            <p:nvPr/>
          </p:nvSpPr>
          <p:spPr>
            <a:xfrm>
              <a:off x="6967902" y="2654332"/>
              <a:ext cx="14593" cy="20619"/>
            </a:xfrm>
            <a:custGeom>
              <a:rect b="b" l="l" r="r" t="t"/>
              <a:pathLst>
                <a:path extrusionOk="0" h="787" w="557">
                  <a:moveTo>
                    <a:pt x="164" y="0"/>
                  </a:moveTo>
                  <a:lnTo>
                    <a:pt x="1" y="163"/>
                  </a:lnTo>
                  <a:cubicBezTo>
                    <a:pt x="78" y="364"/>
                    <a:pt x="135" y="575"/>
                    <a:pt x="164" y="786"/>
                  </a:cubicBezTo>
                  <a:lnTo>
                    <a:pt x="557" y="393"/>
                  </a:lnTo>
                  <a:cubicBezTo>
                    <a:pt x="528" y="364"/>
                    <a:pt x="499" y="326"/>
                    <a:pt x="471" y="288"/>
                  </a:cubicBezTo>
                  <a:cubicBezTo>
                    <a:pt x="432" y="259"/>
                    <a:pt x="404" y="221"/>
                    <a:pt x="365" y="192"/>
                  </a:cubicBezTo>
                  <a:lnTo>
                    <a:pt x="279" y="96"/>
                  </a:lnTo>
                  <a:lnTo>
                    <a:pt x="260" y="86"/>
                  </a:lnTo>
                  <a:cubicBezTo>
                    <a:pt x="231" y="58"/>
                    <a:pt x="193" y="29"/>
                    <a:pt x="164" y="0"/>
                  </a:cubicBezTo>
                  <a:close/>
                </a:path>
              </a:pathLst>
            </a:custGeom>
            <a:solidFill>
              <a:srgbClr val="657A8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798" name="Google Shape;10798;p42"/>
            <p:cNvSpPr/>
            <p:nvPr/>
          </p:nvSpPr>
          <p:spPr>
            <a:xfrm>
              <a:off x="6944820" y="2566169"/>
              <a:ext cx="37676" cy="37702"/>
            </a:xfrm>
            <a:custGeom>
              <a:rect b="b" l="l" r="r" t="t"/>
              <a:pathLst>
                <a:path extrusionOk="0" h="1439" w="1438">
                  <a:moveTo>
                    <a:pt x="403" y="1"/>
                  </a:moveTo>
                  <a:cubicBezTo>
                    <a:pt x="345" y="77"/>
                    <a:pt x="278" y="144"/>
                    <a:pt x="211" y="212"/>
                  </a:cubicBezTo>
                  <a:cubicBezTo>
                    <a:pt x="144" y="279"/>
                    <a:pt x="77" y="346"/>
                    <a:pt x="0" y="403"/>
                  </a:cubicBezTo>
                  <a:lnTo>
                    <a:pt x="1045" y="1438"/>
                  </a:lnTo>
                  <a:cubicBezTo>
                    <a:pt x="1074" y="1410"/>
                    <a:pt x="1112" y="1381"/>
                    <a:pt x="1150" y="1352"/>
                  </a:cubicBezTo>
                  <a:cubicBezTo>
                    <a:pt x="1179" y="1314"/>
                    <a:pt x="1217" y="1285"/>
                    <a:pt x="1246" y="1247"/>
                  </a:cubicBezTo>
                  <a:cubicBezTo>
                    <a:pt x="1275" y="1218"/>
                    <a:pt x="1313" y="1189"/>
                    <a:pt x="1342" y="1151"/>
                  </a:cubicBezTo>
                  <a:lnTo>
                    <a:pt x="1352" y="1151"/>
                  </a:lnTo>
                  <a:cubicBezTo>
                    <a:pt x="1380" y="1113"/>
                    <a:pt x="1409" y="1074"/>
                    <a:pt x="1438" y="1036"/>
                  </a:cubicBezTo>
                  <a:lnTo>
                    <a:pt x="403" y="1"/>
                  </a:lnTo>
                  <a:close/>
                </a:path>
              </a:pathLst>
            </a:custGeom>
            <a:solidFill>
              <a:srgbClr val="657A8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0799" name="Google Shape;10799;p42"/>
          <p:cNvGrpSpPr/>
          <p:nvPr/>
        </p:nvGrpSpPr>
        <p:grpSpPr>
          <a:xfrm>
            <a:off x="6192906" y="2256440"/>
            <a:ext cx="371700" cy="356084"/>
            <a:chOff x="6192906" y="2439440"/>
            <a:chExt cx="371700" cy="356084"/>
          </a:xfrm>
        </p:grpSpPr>
        <p:sp>
          <p:nvSpPr>
            <p:cNvPr id="10800" name="Google Shape;10800;p42"/>
            <p:cNvSpPr/>
            <p:nvPr/>
          </p:nvSpPr>
          <p:spPr>
            <a:xfrm>
              <a:off x="6227805" y="2461710"/>
              <a:ext cx="247904" cy="110381"/>
            </a:xfrm>
            <a:custGeom>
              <a:rect b="b" l="l" r="r" t="t"/>
              <a:pathLst>
                <a:path extrusionOk="0" h="4213" w="9462">
                  <a:moveTo>
                    <a:pt x="308" y="0"/>
                  </a:moveTo>
                  <a:lnTo>
                    <a:pt x="1" y="470"/>
                  </a:lnTo>
                  <a:lnTo>
                    <a:pt x="729" y="959"/>
                  </a:lnTo>
                  <a:lnTo>
                    <a:pt x="729" y="3815"/>
                  </a:lnTo>
                  <a:lnTo>
                    <a:pt x="1285" y="3815"/>
                  </a:lnTo>
                  <a:lnTo>
                    <a:pt x="1285" y="2684"/>
                  </a:lnTo>
                  <a:lnTo>
                    <a:pt x="6615" y="2684"/>
                  </a:lnTo>
                  <a:lnTo>
                    <a:pt x="6615" y="3940"/>
                  </a:lnTo>
                  <a:cubicBezTo>
                    <a:pt x="6615" y="4122"/>
                    <a:pt x="6756" y="4213"/>
                    <a:pt x="6898" y="4213"/>
                  </a:cubicBezTo>
                  <a:cubicBezTo>
                    <a:pt x="7039" y="4213"/>
                    <a:pt x="7180" y="4122"/>
                    <a:pt x="7180" y="3940"/>
                  </a:cubicBezTo>
                  <a:lnTo>
                    <a:pt x="7180" y="2694"/>
                  </a:lnTo>
                  <a:lnTo>
                    <a:pt x="9174" y="2694"/>
                  </a:lnTo>
                  <a:cubicBezTo>
                    <a:pt x="9327" y="2694"/>
                    <a:pt x="9452" y="2559"/>
                    <a:pt x="9452" y="2406"/>
                  </a:cubicBezTo>
                  <a:cubicBezTo>
                    <a:pt x="9461" y="2258"/>
                    <a:pt x="9345" y="2128"/>
                    <a:pt x="9199" y="2128"/>
                  </a:cubicBezTo>
                  <a:cubicBezTo>
                    <a:pt x="9194" y="2128"/>
                    <a:pt x="9189" y="2128"/>
                    <a:pt x="9184" y="2128"/>
                  </a:cubicBezTo>
                  <a:lnTo>
                    <a:pt x="1285" y="2128"/>
                  </a:lnTo>
                  <a:lnTo>
                    <a:pt x="1285" y="805"/>
                  </a:lnTo>
                  <a:cubicBezTo>
                    <a:pt x="1285" y="709"/>
                    <a:pt x="1247" y="623"/>
                    <a:pt x="1170" y="575"/>
                  </a:cubicBezTo>
                  <a:lnTo>
                    <a:pt x="308" y="0"/>
                  </a:lnTo>
                  <a:close/>
                </a:path>
              </a:pathLst>
            </a:custGeom>
            <a:solidFill>
              <a:srgbClr val="7B8B9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801" name="Google Shape;10801;p42"/>
            <p:cNvSpPr/>
            <p:nvPr/>
          </p:nvSpPr>
          <p:spPr>
            <a:xfrm>
              <a:off x="6483962" y="2670078"/>
              <a:ext cx="14593" cy="54575"/>
            </a:xfrm>
            <a:custGeom>
              <a:rect b="b" l="l" r="r" t="t"/>
              <a:pathLst>
                <a:path extrusionOk="0" h="2083" w="557">
                  <a:moveTo>
                    <a:pt x="279" y="1"/>
                  </a:moveTo>
                  <a:cubicBezTo>
                    <a:pt x="140" y="1"/>
                    <a:pt x="1" y="94"/>
                    <a:pt x="1" y="281"/>
                  </a:cubicBezTo>
                  <a:lnTo>
                    <a:pt x="1" y="1805"/>
                  </a:lnTo>
                  <a:cubicBezTo>
                    <a:pt x="1" y="1958"/>
                    <a:pt x="126" y="2083"/>
                    <a:pt x="279" y="2083"/>
                  </a:cubicBezTo>
                  <a:cubicBezTo>
                    <a:pt x="432" y="2083"/>
                    <a:pt x="557" y="1958"/>
                    <a:pt x="557" y="1805"/>
                  </a:cubicBezTo>
                  <a:lnTo>
                    <a:pt x="557" y="281"/>
                  </a:lnTo>
                  <a:cubicBezTo>
                    <a:pt x="557" y="94"/>
                    <a:pt x="418" y="1"/>
                    <a:pt x="279" y="1"/>
                  </a:cubicBezTo>
                  <a:close/>
                </a:path>
              </a:pathLst>
            </a:custGeom>
            <a:solidFill>
              <a:srgbClr val="7B8B9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802" name="Google Shape;10802;p42"/>
            <p:cNvSpPr/>
            <p:nvPr/>
          </p:nvSpPr>
          <p:spPr>
            <a:xfrm>
              <a:off x="6246905" y="2554117"/>
              <a:ext cx="251651" cy="128118"/>
            </a:xfrm>
            <a:custGeom>
              <a:rect b="b" l="l" r="r" t="t"/>
              <a:pathLst>
                <a:path extrusionOk="0" h="4890" w="9605">
                  <a:moveTo>
                    <a:pt x="0" y="1"/>
                  </a:moveTo>
                  <a:lnTo>
                    <a:pt x="0" y="2589"/>
                  </a:lnTo>
                  <a:cubicBezTo>
                    <a:pt x="501" y="2348"/>
                    <a:pt x="1055" y="2214"/>
                    <a:pt x="1619" y="2214"/>
                  </a:cubicBezTo>
                  <a:cubicBezTo>
                    <a:pt x="1639" y="2214"/>
                    <a:pt x="1658" y="2214"/>
                    <a:pt x="1678" y="2215"/>
                  </a:cubicBezTo>
                  <a:cubicBezTo>
                    <a:pt x="3557" y="2215"/>
                    <a:pt x="4640" y="3106"/>
                    <a:pt x="4975" y="4889"/>
                  </a:cubicBezTo>
                  <a:lnTo>
                    <a:pt x="9605" y="4889"/>
                  </a:lnTo>
                  <a:lnTo>
                    <a:pt x="9605" y="3950"/>
                  </a:lnTo>
                  <a:lnTo>
                    <a:pt x="9605" y="2953"/>
                  </a:lnTo>
                  <a:cubicBezTo>
                    <a:pt x="9509" y="1304"/>
                    <a:pt x="8148" y="10"/>
                    <a:pt x="6490" y="1"/>
                  </a:cubicBezTo>
                  <a:close/>
                </a:path>
              </a:pathLst>
            </a:custGeom>
            <a:solidFill>
              <a:srgbClr val="A4B3B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803" name="Google Shape;10803;p42"/>
            <p:cNvSpPr/>
            <p:nvPr/>
          </p:nvSpPr>
          <p:spPr>
            <a:xfrm>
              <a:off x="6246905" y="2584142"/>
              <a:ext cx="167287" cy="97831"/>
            </a:xfrm>
            <a:custGeom>
              <a:rect b="b" l="l" r="r" t="t"/>
              <a:pathLst>
                <a:path extrusionOk="0" h="3734" w="6385">
                  <a:moveTo>
                    <a:pt x="1673" y="1"/>
                  </a:moveTo>
                  <a:cubicBezTo>
                    <a:pt x="1119" y="1"/>
                    <a:pt x="554" y="97"/>
                    <a:pt x="0" y="302"/>
                  </a:cubicBezTo>
                  <a:lnTo>
                    <a:pt x="0" y="1443"/>
                  </a:lnTo>
                  <a:cubicBezTo>
                    <a:pt x="510" y="1202"/>
                    <a:pt x="1055" y="1068"/>
                    <a:pt x="1619" y="1068"/>
                  </a:cubicBezTo>
                  <a:cubicBezTo>
                    <a:pt x="1639" y="1068"/>
                    <a:pt x="1658" y="1068"/>
                    <a:pt x="1678" y="1069"/>
                  </a:cubicBezTo>
                  <a:cubicBezTo>
                    <a:pt x="1688" y="1069"/>
                    <a:pt x="1698" y="1069"/>
                    <a:pt x="1707" y="1069"/>
                  </a:cubicBezTo>
                  <a:cubicBezTo>
                    <a:pt x="3568" y="1069"/>
                    <a:pt x="4641" y="1970"/>
                    <a:pt x="4975" y="3733"/>
                  </a:cubicBezTo>
                  <a:lnTo>
                    <a:pt x="6384" y="3733"/>
                  </a:lnTo>
                  <a:cubicBezTo>
                    <a:pt x="5850" y="1481"/>
                    <a:pt x="3843" y="1"/>
                    <a:pt x="1673" y="1"/>
                  </a:cubicBezTo>
                  <a:close/>
                </a:path>
              </a:pathLst>
            </a:custGeom>
            <a:solidFill>
              <a:srgbClr val="93A5B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804" name="Google Shape;10804;p42"/>
            <p:cNvSpPr/>
            <p:nvPr/>
          </p:nvSpPr>
          <p:spPr>
            <a:xfrm>
              <a:off x="6192906" y="2605102"/>
              <a:ext cx="197915" cy="190369"/>
            </a:xfrm>
            <a:custGeom>
              <a:rect b="b" l="l" r="r" t="t"/>
              <a:pathLst>
                <a:path extrusionOk="0" h="7266" w="7554">
                  <a:moveTo>
                    <a:pt x="3921" y="0"/>
                  </a:moveTo>
                  <a:cubicBezTo>
                    <a:pt x="2445" y="0"/>
                    <a:pt x="1122" y="882"/>
                    <a:pt x="566" y="2243"/>
                  </a:cubicBezTo>
                  <a:cubicBezTo>
                    <a:pt x="0" y="3604"/>
                    <a:pt x="307" y="5167"/>
                    <a:pt x="1352" y="6202"/>
                  </a:cubicBezTo>
                  <a:cubicBezTo>
                    <a:pt x="2045" y="6895"/>
                    <a:pt x="2974" y="7266"/>
                    <a:pt x="3920" y="7266"/>
                  </a:cubicBezTo>
                  <a:cubicBezTo>
                    <a:pt x="4388" y="7266"/>
                    <a:pt x="4861" y="7175"/>
                    <a:pt x="5311" y="6988"/>
                  </a:cubicBezTo>
                  <a:cubicBezTo>
                    <a:pt x="6672" y="6423"/>
                    <a:pt x="7554" y="5100"/>
                    <a:pt x="7554" y="3633"/>
                  </a:cubicBezTo>
                  <a:cubicBezTo>
                    <a:pt x="7554" y="1620"/>
                    <a:pt x="5924" y="0"/>
                    <a:pt x="3921" y="0"/>
                  </a:cubicBezTo>
                  <a:close/>
                </a:path>
              </a:pathLst>
            </a:custGeom>
            <a:solidFill>
              <a:srgbClr val="53687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805" name="Google Shape;10805;p42"/>
            <p:cNvSpPr/>
            <p:nvPr/>
          </p:nvSpPr>
          <p:spPr>
            <a:xfrm>
              <a:off x="6280807" y="2605102"/>
              <a:ext cx="113787" cy="190291"/>
            </a:xfrm>
            <a:custGeom>
              <a:rect b="b" l="l" r="r" t="t"/>
              <a:pathLst>
                <a:path extrusionOk="0" h="7263" w="4343">
                  <a:moveTo>
                    <a:pt x="566" y="0"/>
                  </a:moveTo>
                  <a:cubicBezTo>
                    <a:pt x="374" y="0"/>
                    <a:pt x="182" y="10"/>
                    <a:pt x="0" y="39"/>
                  </a:cubicBezTo>
                  <a:cubicBezTo>
                    <a:pt x="1764" y="317"/>
                    <a:pt x="3068" y="1841"/>
                    <a:pt x="3068" y="3633"/>
                  </a:cubicBezTo>
                  <a:cubicBezTo>
                    <a:pt x="3068" y="5416"/>
                    <a:pt x="1764" y="6940"/>
                    <a:pt x="0" y="7218"/>
                  </a:cubicBezTo>
                  <a:cubicBezTo>
                    <a:pt x="190" y="7248"/>
                    <a:pt x="379" y="7262"/>
                    <a:pt x="565" y="7262"/>
                  </a:cubicBezTo>
                  <a:cubicBezTo>
                    <a:pt x="2426" y="7262"/>
                    <a:pt x="4031" y="5828"/>
                    <a:pt x="4180" y="3911"/>
                  </a:cubicBezTo>
                  <a:cubicBezTo>
                    <a:pt x="4343" y="1802"/>
                    <a:pt x="2675" y="0"/>
                    <a:pt x="566" y="0"/>
                  </a:cubicBezTo>
                  <a:close/>
                </a:path>
              </a:pathLst>
            </a:custGeom>
            <a:solidFill>
              <a:srgbClr val="27415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806" name="Google Shape;10806;p42"/>
            <p:cNvSpPr/>
            <p:nvPr/>
          </p:nvSpPr>
          <p:spPr>
            <a:xfrm>
              <a:off x="6499787" y="2747735"/>
              <a:ext cx="64819" cy="14593"/>
            </a:xfrm>
            <a:custGeom>
              <a:rect b="b" l="l" r="r" t="t"/>
              <a:pathLst>
                <a:path extrusionOk="0" h="557" w="2474">
                  <a:moveTo>
                    <a:pt x="375" y="1"/>
                  </a:moveTo>
                  <a:cubicBezTo>
                    <a:pt x="1" y="1"/>
                    <a:pt x="1" y="557"/>
                    <a:pt x="375" y="557"/>
                  </a:cubicBezTo>
                  <a:lnTo>
                    <a:pt x="2110" y="557"/>
                  </a:lnTo>
                  <a:cubicBezTo>
                    <a:pt x="2474" y="557"/>
                    <a:pt x="2474" y="1"/>
                    <a:pt x="2110" y="1"/>
                  </a:cubicBezTo>
                  <a:close/>
                </a:path>
              </a:pathLst>
            </a:custGeom>
            <a:solidFill>
              <a:srgbClr val="7B8B9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807" name="Google Shape;10807;p42"/>
            <p:cNvSpPr/>
            <p:nvPr/>
          </p:nvSpPr>
          <p:spPr>
            <a:xfrm>
              <a:off x="6437274" y="2714592"/>
              <a:ext cx="94189" cy="80932"/>
            </a:xfrm>
            <a:custGeom>
              <a:rect b="b" l="l" r="r" t="t"/>
              <a:pathLst>
                <a:path extrusionOk="0" h="3089" w="3595">
                  <a:moveTo>
                    <a:pt x="2061" y="1"/>
                  </a:moveTo>
                  <a:cubicBezTo>
                    <a:pt x="690" y="1"/>
                    <a:pt x="0" y="1659"/>
                    <a:pt x="968" y="2637"/>
                  </a:cubicBezTo>
                  <a:cubicBezTo>
                    <a:pt x="1280" y="2949"/>
                    <a:pt x="1665" y="3089"/>
                    <a:pt x="2042" y="3089"/>
                  </a:cubicBezTo>
                  <a:cubicBezTo>
                    <a:pt x="2834" y="3089"/>
                    <a:pt x="3595" y="2472"/>
                    <a:pt x="3595" y="1544"/>
                  </a:cubicBezTo>
                  <a:cubicBezTo>
                    <a:pt x="3595" y="691"/>
                    <a:pt x="2904" y="1"/>
                    <a:pt x="2061" y="1"/>
                  </a:cubicBezTo>
                  <a:close/>
                </a:path>
              </a:pathLst>
            </a:custGeom>
            <a:solidFill>
              <a:srgbClr val="53687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808" name="Google Shape;10808;p42"/>
            <p:cNvSpPr/>
            <p:nvPr/>
          </p:nvSpPr>
          <p:spPr>
            <a:xfrm>
              <a:off x="6477438" y="2714854"/>
              <a:ext cx="54024" cy="80644"/>
            </a:xfrm>
            <a:custGeom>
              <a:rect b="b" l="l" r="r" t="t"/>
              <a:pathLst>
                <a:path extrusionOk="0" h="3078" w="2062">
                  <a:moveTo>
                    <a:pt x="528" y="0"/>
                  </a:moveTo>
                  <a:cubicBezTo>
                    <a:pt x="346" y="0"/>
                    <a:pt x="173" y="29"/>
                    <a:pt x="1" y="86"/>
                  </a:cubicBezTo>
                  <a:cubicBezTo>
                    <a:pt x="1362" y="575"/>
                    <a:pt x="1362" y="2492"/>
                    <a:pt x="1" y="2981"/>
                  </a:cubicBezTo>
                  <a:cubicBezTo>
                    <a:pt x="173" y="3048"/>
                    <a:pt x="346" y="3077"/>
                    <a:pt x="528" y="3077"/>
                  </a:cubicBezTo>
                  <a:cubicBezTo>
                    <a:pt x="1381" y="3077"/>
                    <a:pt x="2062" y="2387"/>
                    <a:pt x="2062" y="1534"/>
                  </a:cubicBezTo>
                  <a:cubicBezTo>
                    <a:pt x="2062" y="690"/>
                    <a:pt x="1381" y="0"/>
                    <a:pt x="528" y="0"/>
                  </a:cubicBezTo>
                  <a:close/>
                </a:path>
              </a:pathLst>
            </a:custGeom>
            <a:solidFill>
              <a:srgbClr val="27415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809" name="Google Shape;10809;p42"/>
            <p:cNvSpPr/>
            <p:nvPr/>
          </p:nvSpPr>
          <p:spPr>
            <a:xfrm>
              <a:off x="6193902" y="2439440"/>
              <a:ext cx="47003" cy="37466"/>
            </a:xfrm>
            <a:custGeom>
              <a:rect b="b" l="l" r="r" t="t"/>
              <a:pathLst>
                <a:path extrusionOk="0" h="1430" w="1794">
                  <a:moveTo>
                    <a:pt x="714" y="0"/>
                  </a:moveTo>
                  <a:cubicBezTo>
                    <a:pt x="293" y="0"/>
                    <a:pt x="0" y="618"/>
                    <a:pt x="471" y="908"/>
                  </a:cubicBezTo>
                  <a:lnTo>
                    <a:pt x="1161" y="1397"/>
                  </a:lnTo>
                  <a:cubicBezTo>
                    <a:pt x="1187" y="1419"/>
                    <a:pt x="1220" y="1430"/>
                    <a:pt x="1252" y="1430"/>
                  </a:cubicBezTo>
                  <a:cubicBezTo>
                    <a:pt x="1302" y="1430"/>
                    <a:pt x="1352" y="1405"/>
                    <a:pt x="1381" y="1358"/>
                  </a:cubicBezTo>
                  <a:lnTo>
                    <a:pt x="1745" y="812"/>
                  </a:lnTo>
                  <a:cubicBezTo>
                    <a:pt x="1793" y="735"/>
                    <a:pt x="1774" y="639"/>
                    <a:pt x="1707" y="591"/>
                  </a:cubicBezTo>
                  <a:lnTo>
                    <a:pt x="1007" y="102"/>
                  </a:lnTo>
                  <a:cubicBezTo>
                    <a:pt x="908" y="31"/>
                    <a:pt x="808" y="0"/>
                    <a:pt x="714" y="0"/>
                  </a:cubicBezTo>
                  <a:close/>
                </a:path>
              </a:pathLst>
            </a:custGeom>
            <a:solidFill>
              <a:srgbClr val="C6CED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810" name="Google Shape;10810;p42"/>
            <p:cNvSpPr/>
            <p:nvPr/>
          </p:nvSpPr>
          <p:spPr>
            <a:xfrm>
              <a:off x="6241376" y="2659598"/>
              <a:ext cx="94949" cy="81351"/>
            </a:xfrm>
            <a:custGeom>
              <a:rect b="b" l="l" r="r" t="t"/>
              <a:pathLst>
                <a:path extrusionOk="0" h="3105" w="3624">
                  <a:moveTo>
                    <a:pt x="2071" y="0"/>
                  </a:moveTo>
                  <a:cubicBezTo>
                    <a:pt x="691" y="10"/>
                    <a:pt x="0" y="1678"/>
                    <a:pt x="978" y="2646"/>
                  </a:cubicBezTo>
                  <a:cubicBezTo>
                    <a:pt x="1295" y="2963"/>
                    <a:pt x="1684" y="3104"/>
                    <a:pt x="2065" y="3104"/>
                  </a:cubicBezTo>
                  <a:cubicBezTo>
                    <a:pt x="2861" y="3104"/>
                    <a:pt x="3624" y="2487"/>
                    <a:pt x="3624" y="1553"/>
                  </a:cubicBezTo>
                  <a:cubicBezTo>
                    <a:pt x="3624" y="691"/>
                    <a:pt x="2924" y="0"/>
                    <a:pt x="2071" y="0"/>
                  </a:cubicBezTo>
                  <a:close/>
                </a:path>
              </a:pathLst>
            </a:custGeom>
            <a:solidFill>
              <a:srgbClr val="E1E5E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811" name="Google Shape;10811;p42"/>
            <p:cNvSpPr/>
            <p:nvPr/>
          </p:nvSpPr>
          <p:spPr>
            <a:xfrm>
              <a:off x="6282065" y="2659598"/>
              <a:ext cx="54024" cy="81403"/>
            </a:xfrm>
            <a:custGeom>
              <a:rect b="b" l="l" r="r" t="t"/>
              <a:pathLst>
                <a:path extrusionOk="0" h="3107" w="2062">
                  <a:moveTo>
                    <a:pt x="518" y="0"/>
                  </a:moveTo>
                  <a:cubicBezTo>
                    <a:pt x="336" y="0"/>
                    <a:pt x="163" y="29"/>
                    <a:pt x="0" y="87"/>
                  </a:cubicBezTo>
                  <a:cubicBezTo>
                    <a:pt x="1371" y="585"/>
                    <a:pt x="1371" y="2521"/>
                    <a:pt x="0" y="3020"/>
                  </a:cubicBezTo>
                  <a:cubicBezTo>
                    <a:pt x="163" y="3068"/>
                    <a:pt x="336" y="3096"/>
                    <a:pt x="518" y="3106"/>
                  </a:cubicBezTo>
                  <a:cubicBezTo>
                    <a:pt x="1371" y="3106"/>
                    <a:pt x="2061" y="2406"/>
                    <a:pt x="2061" y="1553"/>
                  </a:cubicBezTo>
                  <a:cubicBezTo>
                    <a:pt x="2061" y="691"/>
                    <a:pt x="1371" y="0"/>
                    <a:pt x="518" y="0"/>
                  </a:cubicBezTo>
                  <a:close/>
                </a:path>
              </a:pathLst>
            </a:custGeom>
            <a:solidFill>
              <a:srgbClr val="C7D0D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812" name="Google Shape;10812;p42"/>
            <p:cNvSpPr/>
            <p:nvPr/>
          </p:nvSpPr>
          <p:spPr>
            <a:xfrm>
              <a:off x="6439265" y="2510180"/>
              <a:ext cx="65317" cy="28899"/>
            </a:xfrm>
            <a:custGeom>
              <a:rect b="b" l="l" r="r" t="t"/>
              <a:pathLst>
                <a:path extrusionOk="0" h="1103" w="2493">
                  <a:moveTo>
                    <a:pt x="269" y="0"/>
                  </a:moveTo>
                  <a:cubicBezTo>
                    <a:pt x="116" y="0"/>
                    <a:pt x="1" y="115"/>
                    <a:pt x="1" y="259"/>
                  </a:cubicBezTo>
                  <a:lnTo>
                    <a:pt x="1" y="844"/>
                  </a:lnTo>
                  <a:cubicBezTo>
                    <a:pt x="1" y="987"/>
                    <a:pt x="116" y="1102"/>
                    <a:pt x="269" y="1102"/>
                  </a:cubicBezTo>
                  <a:lnTo>
                    <a:pt x="1966" y="1102"/>
                  </a:lnTo>
                  <a:cubicBezTo>
                    <a:pt x="2253" y="1102"/>
                    <a:pt x="2493" y="863"/>
                    <a:pt x="2493" y="575"/>
                  </a:cubicBezTo>
                  <a:lnTo>
                    <a:pt x="2493" y="527"/>
                  </a:lnTo>
                  <a:cubicBezTo>
                    <a:pt x="2493" y="240"/>
                    <a:pt x="2253" y="0"/>
                    <a:pt x="1966" y="0"/>
                  </a:cubicBezTo>
                  <a:close/>
                </a:path>
              </a:pathLst>
            </a:custGeom>
            <a:solidFill>
              <a:srgbClr val="C6CED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0813" name="Google Shape;10813;p42"/>
          <p:cNvGrpSpPr/>
          <p:nvPr/>
        </p:nvGrpSpPr>
        <p:grpSpPr>
          <a:xfrm>
            <a:off x="5762467" y="2253584"/>
            <a:ext cx="362163" cy="362162"/>
            <a:chOff x="5762467" y="2436584"/>
            <a:chExt cx="362163" cy="362162"/>
          </a:xfrm>
        </p:grpSpPr>
        <p:sp>
          <p:nvSpPr>
            <p:cNvPr id="10814" name="Google Shape;10814;p42"/>
            <p:cNvSpPr/>
            <p:nvPr/>
          </p:nvSpPr>
          <p:spPr>
            <a:xfrm>
              <a:off x="5762467" y="2778127"/>
              <a:ext cx="362163" cy="20619"/>
            </a:xfrm>
            <a:custGeom>
              <a:rect b="b" l="l" r="r" t="t"/>
              <a:pathLst>
                <a:path extrusionOk="0" h="787" w="13823">
                  <a:moveTo>
                    <a:pt x="201" y="1"/>
                  </a:moveTo>
                  <a:cubicBezTo>
                    <a:pt x="96" y="1"/>
                    <a:pt x="0" y="87"/>
                    <a:pt x="0" y="202"/>
                  </a:cubicBezTo>
                  <a:lnTo>
                    <a:pt x="0" y="585"/>
                  </a:lnTo>
                  <a:cubicBezTo>
                    <a:pt x="0" y="691"/>
                    <a:pt x="96" y="777"/>
                    <a:pt x="201" y="787"/>
                  </a:cubicBezTo>
                  <a:lnTo>
                    <a:pt x="13611" y="787"/>
                  </a:lnTo>
                  <a:cubicBezTo>
                    <a:pt x="13726" y="787"/>
                    <a:pt x="13822" y="691"/>
                    <a:pt x="13813" y="585"/>
                  </a:cubicBezTo>
                  <a:lnTo>
                    <a:pt x="13813" y="202"/>
                  </a:lnTo>
                  <a:cubicBezTo>
                    <a:pt x="13813" y="87"/>
                    <a:pt x="13726" y="1"/>
                    <a:pt x="13611" y="1"/>
                  </a:cubicBezTo>
                  <a:close/>
                </a:path>
              </a:pathLst>
            </a:custGeom>
            <a:solidFill>
              <a:srgbClr val="7082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815" name="Google Shape;10815;p42"/>
            <p:cNvSpPr/>
            <p:nvPr/>
          </p:nvSpPr>
          <p:spPr>
            <a:xfrm>
              <a:off x="5762702" y="2777891"/>
              <a:ext cx="361927" cy="9301"/>
            </a:xfrm>
            <a:custGeom>
              <a:rect b="b" l="l" r="r" t="t"/>
              <a:pathLst>
                <a:path extrusionOk="0" h="355" w="13814">
                  <a:moveTo>
                    <a:pt x="212" y="0"/>
                  </a:moveTo>
                  <a:cubicBezTo>
                    <a:pt x="87" y="0"/>
                    <a:pt x="1" y="96"/>
                    <a:pt x="1" y="211"/>
                  </a:cubicBezTo>
                  <a:lnTo>
                    <a:pt x="1" y="355"/>
                  </a:lnTo>
                  <a:lnTo>
                    <a:pt x="13813" y="355"/>
                  </a:lnTo>
                  <a:lnTo>
                    <a:pt x="13813" y="211"/>
                  </a:lnTo>
                  <a:cubicBezTo>
                    <a:pt x="13813" y="96"/>
                    <a:pt x="13717" y="0"/>
                    <a:pt x="13602" y="0"/>
                  </a:cubicBezTo>
                  <a:close/>
                </a:path>
              </a:pathLst>
            </a:custGeom>
            <a:solidFill>
              <a:srgbClr val="39516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816" name="Google Shape;10816;p42"/>
            <p:cNvSpPr/>
            <p:nvPr/>
          </p:nvSpPr>
          <p:spPr>
            <a:xfrm>
              <a:off x="5852359" y="2528493"/>
              <a:ext cx="182352" cy="249660"/>
            </a:xfrm>
            <a:custGeom>
              <a:rect b="b" l="l" r="r" t="t"/>
              <a:pathLst>
                <a:path extrusionOk="0" h="9529" w="6960">
                  <a:moveTo>
                    <a:pt x="1" y="1"/>
                  </a:moveTo>
                  <a:lnTo>
                    <a:pt x="1" y="9529"/>
                  </a:lnTo>
                  <a:lnTo>
                    <a:pt x="6960" y="9529"/>
                  </a:lnTo>
                  <a:lnTo>
                    <a:pt x="6960" y="1"/>
                  </a:lnTo>
                  <a:close/>
                </a:path>
              </a:pathLst>
            </a:custGeom>
            <a:solidFill>
              <a:srgbClr val="E1E5E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817" name="Google Shape;10817;p42"/>
            <p:cNvSpPr/>
            <p:nvPr/>
          </p:nvSpPr>
          <p:spPr>
            <a:xfrm>
              <a:off x="5838551" y="2508922"/>
              <a:ext cx="209967" cy="19860"/>
            </a:xfrm>
            <a:custGeom>
              <a:rect b="b" l="l" r="r" t="t"/>
              <a:pathLst>
                <a:path extrusionOk="0" h="758" w="8014">
                  <a:moveTo>
                    <a:pt x="211" y="0"/>
                  </a:moveTo>
                  <a:cubicBezTo>
                    <a:pt x="96" y="0"/>
                    <a:pt x="0" y="96"/>
                    <a:pt x="0" y="211"/>
                  </a:cubicBezTo>
                  <a:lnTo>
                    <a:pt x="0" y="547"/>
                  </a:lnTo>
                  <a:cubicBezTo>
                    <a:pt x="0" y="662"/>
                    <a:pt x="96" y="757"/>
                    <a:pt x="211" y="757"/>
                  </a:cubicBezTo>
                  <a:lnTo>
                    <a:pt x="7813" y="757"/>
                  </a:lnTo>
                  <a:cubicBezTo>
                    <a:pt x="7928" y="757"/>
                    <a:pt x="8014" y="662"/>
                    <a:pt x="8014" y="547"/>
                  </a:cubicBezTo>
                  <a:lnTo>
                    <a:pt x="8014" y="211"/>
                  </a:lnTo>
                  <a:cubicBezTo>
                    <a:pt x="8014" y="96"/>
                    <a:pt x="7928" y="0"/>
                    <a:pt x="7813" y="0"/>
                  </a:cubicBezTo>
                  <a:close/>
                </a:path>
              </a:pathLst>
            </a:custGeom>
            <a:solidFill>
              <a:srgbClr val="7082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818" name="Google Shape;10818;p42"/>
            <p:cNvSpPr/>
            <p:nvPr/>
          </p:nvSpPr>
          <p:spPr>
            <a:xfrm>
              <a:off x="6014589" y="2508922"/>
              <a:ext cx="33929" cy="19598"/>
            </a:xfrm>
            <a:custGeom>
              <a:rect b="b" l="l" r="r" t="t"/>
              <a:pathLst>
                <a:path extrusionOk="0" h="748" w="1295">
                  <a:moveTo>
                    <a:pt x="1" y="0"/>
                  </a:moveTo>
                  <a:lnTo>
                    <a:pt x="1" y="748"/>
                  </a:lnTo>
                  <a:lnTo>
                    <a:pt x="1094" y="748"/>
                  </a:lnTo>
                  <a:cubicBezTo>
                    <a:pt x="1209" y="748"/>
                    <a:pt x="1295" y="652"/>
                    <a:pt x="1295" y="537"/>
                  </a:cubicBezTo>
                  <a:lnTo>
                    <a:pt x="1295" y="201"/>
                  </a:lnTo>
                  <a:cubicBezTo>
                    <a:pt x="1295" y="86"/>
                    <a:pt x="1209" y="0"/>
                    <a:pt x="1094" y="0"/>
                  </a:cubicBezTo>
                  <a:close/>
                </a:path>
              </a:pathLst>
            </a:custGeom>
            <a:solidFill>
              <a:srgbClr val="39516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819" name="Google Shape;10819;p42"/>
            <p:cNvSpPr/>
            <p:nvPr/>
          </p:nvSpPr>
          <p:spPr>
            <a:xfrm>
              <a:off x="5762467" y="2565173"/>
              <a:ext cx="89918" cy="19598"/>
            </a:xfrm>
            <a:custGeom>
              <a:rect b="b" l="l" r="r" t="t"/>
              <a:pathLst>
                <a:path extrusionOk="0" h="748" w="3432">
                  <a:moveTo>
                    <a:pt x="201" y="0"/>
                  </a:moveTo>
                  <a:cubicBezTo>
                    <a:pt x="96" y="0"/>
                    <a:pt x="10" y="87"/>
                    <a:pt x="0" y="202"/>
                  </a:cubicBezTo>
                  <a:lnTo>
                    <a:pt x="0" y="547"/>
                  </a:lnTo>
                  <a:cubicBezTo>
                    <a:pt x="10" y="652"/>
                    <a:pt x="96" y="748"/>
                    <a:pt x="201" y="748"/>
                  </a:cubicBezTo>
                  <a:lnTo>
                    <a:pt x="3432" y="748"/>
                  </a:lnTo>
                  <a:lnTo>
                    <a:pt x="3432" y="0"/>
                  </a:lnTo>
                  <a:close/>
                </a:path>
              </a:pathLst>
            </a:custGeom>
            <a:solidFill>
              <a:srgbClr val="7082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820" name="Google Shape;10820;p42"/>
            <p:cNvSpPr/>
            <p:nvPr/>
          </p:nvSpPr>
          <p:spPr>
            <a:xfrm>
              <a:off x="5835041" y="2565173"/>
              <a:ext cx="17344" cy="19598"/>
            </a:xfrm>
            <a:custGeom>
              <a:rect b="b" l="l" r="r" t="t"/>
              <a:pathLst>
                <a:path extrusionOk="0" h="748" w="662">
                  <a:moveTo>
                    <a:pt x="0" y="0"/>
                  </a:moveTo>
                  <a:lnTo>
                    <a:pt x="0" y="748"/>
                  </a:lnTo>
                  <a:lnTo>
                    <a:pt x="662" y="748"/>
                  </a:lnTo>
                  <a:lnTo>
                    <a:pt x="662" y="0"/>
                  </a:lnTo>
                  <a:close/>
                </a:path>
              </a:pathLst>
            </a:custGeom>
            <a:solidFill>
              <a:srgbClr val="39516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821" name="Google Shape;10821;p42"/>
            <p:cNvSpPr/>
            <p:nvPr/>
          </p:nvSpPr>
          <p:spPr>
            <a:xfrm>
              <a:off x="5835041" y="2565173"/>
              <a:ext cx="17344" cy="19598"/>
            </a:xfrm>
            <a:custGeom>
              <a:rect b="b" l="l" r="r" t="t"/>
              <a:pathLst>
                <a:path extrusionOk="0" h="748" w="662">
                  <a:moveTo>
                    <a:pt x="0" y="0"/>
                  </a:moveTo>
                  <a:lnTo>
                    <a:pt x="0" y="748"/>
                  </a:lnTo>
                  <a:lnTo>
                    <a:pt x="662" y="748"/>
                  </a:lnTo>
                  <a:lnTo>
                    <a:pt x="662" y="0"/>
                  </a:lnTo>
                  <a:close/>
                </a:path>
              </a:pathLst>
            </a:custGeom>
            <a:solidFill>
              <a:srgbClr val="39516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822" name="Google Shape;10822;p42"/>
            <p:cNvSpPr/>
            <p:nvPr/>
          </p:nvSpPr>
          <p:spPr>
            <a:xfrm>
              <a:off x="5894803" y="2686217"/>
              <a:ext cx="97726" cy="91936"/>
            </a:xfrm>
            <a:custGeom>
              <a:rect b="b" l="l" r="r" t="t"/>
              <a:pathLst>
                <a:path extrusionOk="0" h="3509" w="3730">
                  <a:moveTo>
                    <a:pt x="576" y="0"/>
                  </a:moveTo>
                  <a:cubicBezTo>
                    <a:pt x="259" y="0"/>
                    <a:pt x="1" y="250"/>
                    <a:pt x="1" y="576"/>
                  </a:cubicBezTo>
                  <a:lnTo>
                    <a:pt x="1" y="3509"/>
                  </a:lnTo>
                  <a:lnTo>
                    <a:pt x="3729" y="3509"/>
                  </a:lnTo>
                  <a:lnTo>
                    <a:pt x="3720" y="3499"/>
                  </a:lnTo>
                  <a:lnTo>
                    <a:pt x="3720" y="576"/>
                  </a:lnTo>
                  <a:cubicBezTo>
                    <a:pt x="3720" y="250"/>
                    <a:pt x="3461" y="0"/>
                    <a:pt x="3145" y="0"/>
                  </a:cubicBezTo>
                  <a:close/>
                </a:path>
              </a:pathLst>
            </a:custGeom>
            <a:solidFill>
              <a:srgbClr val="A4B3B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823" name="Google Shape;10823;p42"/>
            <p:cNvSpPr/>
            <p:nvPr/>
          </p:nvSpPr>
          <p:spPr>
            <a:xfrm>
              <a:off x="5930959" y="2686217"/>
              <a:ext cx="25152" cy="91700"/>
            </a:xfrm>
            <a:custGeom>
              <a:rect b="b" l="l" r="r" t="t"/>
              <a:pathLst>
                <a:path extrusionOk="0" h="3500" w="960">
                  <a:moveTo>
                    <a:pt x="1" y="0"/>
                  </a:moveTo>
                  <a:lnTo>
                    <a:pt x="1" y="3499"/>
                  </a:lnTo>
                  <a:lnTo>
                    <a:pt x="959" y="3499"/>
                  </a:lnTo>
                  <a:lnTo>
                    <a:pt x="959" y="0"/>
                  </a:lnTo>
                  <a:close/>
                </a:path>
              </a:pathLst>
            </a:custGeom>
            <a:solidFill>
              <a:srgbClr val="93A5B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824" name="Google Shape;10824;p42"/>
            <p:cNvSpPr/>
            <p:nvPr/>
          </p:nvSpPr>
          <p:spPr>
            <a:xfrm>
              <a:off x="5770484" y="2584745"/>
              <a:ext cx="81901" cy="193173"/>
            </a:xfrm>
            <a:custGeom>
              <a:rect b="b" l="l" r="r" t="t"/>
              <a:pathLst>
                <a:path extrusionOk="0" h="7373" w="3126">
                  <a:moveTo>
                    <a:pt x="1" y="1"/>
                  </a:moveTo>
                  <a:lnTo>
                    <a:pt x="1" y="7372"/>
                  </a:lnTo>
                  <a:lnTo>
                    <a:pt x="3126" y="7372"/>
                  </a:lnTo>
                  <a:lnTo>
                    <a:pt x="3126" y="1"/>
                  </a:lnTo>
                  <a:close/>
                </a:path>
              </a:pathLst>
            </a:custGeom>
            <a:solidFill>
              <a:srgbClr val="E1E5E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825" name="Google Shape;10825;p42"/>
            <p:cNvSpPr/>
            <p:nvPr/>
          </p:nvSpPr>
          <p:spPr>
            <a:xfrm>
              <a:off x="5835041" y="2584745"/>
              <a:ext cx="17344" cy="193173"/>
            </a:xfrm>
            <a:custGeom>
              <a:rect b="b" l="l" r="r" t="t"/>
              <a:pathLst>
                <a:path extrusionOk="0" h="7373" w="662">
                  <a:moveTo>
                    <a:pt x="0" y="1"/>
                  </a:moveTo>
                  <a:lnTo>
                    <a:pt x="0" y="7372"/>
                  </a:lnTo>
                  <a:lnTo>
                    <a:pt x="662" y="7372"/>
                  </a:lnTo>
                  <a:lnTo>
                    <a:pt x="662" y="1"/>
                  </a:lnTo>
                  <a:close/>
                </a:path>
              </a:pathLst>
            </a:custGeom>
            <a:solidFill>
              <a:srgbClr val="C8D1D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826" name="Google Shape;10826;p42"/>
            <p:cNvSpPr/>
            <p:nvPr/>
          </p:nvSpPr>
          <p:spPr>
            <a:xfrm>
              <a:off x="5835041" y="2584745"/>
              <a:ext cx="17344" cy="193173"/>
            </a:xfrm>
            <a:custGeom>
              <a:rect b="b" l="l" r="r" t="t"/>
              <a:pathLst>
                <a:path extrusionOk="0" h="7373" w="662">
                  <a:moveTo>
                    <a:pt x="0" y="1"/>
                  </a:moveTo>
                  <a:lnTo>
                    <a:pt x="0" y="7372"/>
                  </a:lnTo>
                  <a:lnTo>
                    <a:pt x="662" y="7372"/>
                  </a:lnTo>
                  <a:lnTo>
                    <a:pt x="662" y="1"/>
                  </a:lnTo>
                  <a:close/>
                </a:path>
              </a:pathLst>
            </a:custGeom>
            <a:solidFill>
              <a:srgbClr val="C8D1D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827" name="Google Shape;10827;p42"/>
            <p:cNvSpPr/>
            <p:nvPr/>
          </p:nvSpPr>
          <p:spPr>
            <a:xfrm>
              <a:off x="6034685" y="2584745"/>
              <a:ext cx="81901" cy="193408"/>
            </a:xfrm>
            <a:custGeom>
              <a:rect b="b" l="l" r="r" t="t"/>
              <a:pathLst>
                <a:path extrusionOk="0" h="7382" w="3126">
                  <a:moveTo>
                    <a:pt x="1" y="1"/>
                  </a:moveTo>
                  <a:lnTo>
                    <a:pt x="1" y="7382"/>
                  </a:lnTo>
                  <a:lnTo>
                    <a:pt x="3126" y="7382"/>
                  </a:lnTo>
                  <a:lnTo>
                    <a:pt x="3126" y="1"/>
                  </a:lnTo>
                  <a:close/>
                </a:path>
              </a:pathLst>
            </a:custGeom>
            <a:solidFill>
              <a:srgbClr val="E1E5E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828" name="Google Shape;10828;p42"/>
            <p:cNvSpPr/>
            <p:nvPr/>
          </p:nvSpPr>
          <p:spPr>
            <a:xfrm>
              <a:off x="6034685" y="2584745"/>
              <a:ext cx="17371" cy="193173"/>
            </a:xfrm>
            <a:custGeom>
              <a:rect b="b" l="l" r="r" t="t"/>
              <a:pathLst>
                <a:path extrusionOk="0" h="7373" w="663">
                  <a:moveTo>
                    <a:pt x="1" y="1"/>
                  </a:moveTo>
                  <a:lnTo>
                    <a:pt x="1" y="7372"/>
                  </a:lnTo>
                  <a:lnTo>
                    <a:pt x="662" y="7372"/>
                  </a:lnTo>
                  <a:lnTo>
                    <a:pt x="662" y="1"/>
                  </a:lnTo>
                  <a:close/>
                </a:path>
              </a:pathLst>
            </a:custGeom>
            <a:solidFill>
              <a:srgbClr val="C8D1D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829" name="Google Shape;10829;p42"/>
            <p:cNvSpPr/>
            <p:nvPr/>
          </p:nvSpPr>
          <p:spPr>
            <a:xfrm>
              <a:off x="5872192" y="2567400"/>
              <a:ext cx="29920" cy="58819"/>
            </a:xfrm>
            <a:custGeom>
              <a:rect b="b" l="l" r="r" t="t"/>
              <a:pathLst>
                <a:path extrusionOk="0" h="2245" w="1142">
                  <a:moveTo>
                    <a:pt x="206" y="1"/>
                  </a:moveTo>
                  <a:cubicBezTo>
                    <a:pt x="89" y="1"/>
                    <a:pt x="1" y="102"/>
                    <a:pt x="1" y="212"/>
                  </a:cubicBezTo>
                  <a:lnTo>
                    <a:pt x="1" y="2024"/>
                  </a:lnTo>
                  <a:cubicBezTo>
                    <a:pt x="1" y="2149"/>
                    <a:pt x="97" y="2245"/>
                    <a:pt x="221" y="2245"/>
                  </a:cubicBezTo>
                  <a:lnTo>
                    <a:pt x="921" y="2245"/>
                  </a:lnTo>
                  <a:cubicBezTo>
                    <a:pt x="1046" y="2245"/>
                    <a:pt x="1142" y="2139"/>
                    <a:pt x="1142" y="2024"/>
                  </a:cubicBezTo>
                  <a:lnTo>
                    <a:pt x="1142" y="212"/>
                  </a:lnTo>
                  <a:cubicBezTo>
                    <a:pt x="1142" y="102"/>
                    <a:pt x="1045" y="1"/>
                    <a:pt x="936" y="1"/>
                  </a:cubicBezTo>
                  <a:cubicBezTo>
                    <a:pt x="931" y="1"/>
                    <a:pt x="926" y="1"/>
                    <a:pt x="921" y="2"/>
                  </a:cubicBezTo>
                  <a:lnTo>
                    <a:pt x="221" y="2"/>
                  </a:lnTo>
                  <a:cubicBezTo>
                    <a:pt x="216" y="1"/>
                    <a:pt x="211" y="1"/>
                    <a:pt x="206" y="1"/>
                  </a:cubicBezTo>
                  <a:close/>
                </a:path>
              </a:pathLst>
            </a:custGeom>
            <a:solidFill>
              <a:srgbClr val="A4B3B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830" name="Google Shape;10830;p42"/>
            <p:cNvSpPr/>
            <p:nvPr/>
          </p:nvSpPr>
          <p:spPr>
            <a:xfrm>
              <a:off x="5928706" y="2567400"/>
              <a:ext cx="29920" cy="58819"/>
            </a:xfrm>
            <a:custGeom>
              <a:rect b="b" l="l" r="r" t="t"/>
              <a:pathLst>
                <a:path extrusionOk="0" h="2245" w="1142">
                  <a:moveTo>
                    <a:pt x="205" y="1"/>
                  </a:moveTo>
                  <a:cubicBezTo>
                    <a:pt x="89" y="1"/>
                    <a:pt x="1" y="102"/>
                    <a:pt x="1" y="212"/>
                  </a:cubicBezTo>
                  <a:lnTo>
                    <a:pt x="1" y="2024"/>
                  </a:lnTo>
                  <a:cubicBezTo>
                    <a:pt x="1" y="2149"/>
                    <a:pt x="97" y="2245"/>
                    <a:pt x="221" y="2245"/>
                  </a:cubicBezTo>
                  <a:lnTo>
                    <a:pt x="911" y="2245"/>
                  </a:lnTo>
                  <a:cubicBezTo>
                    <a:pt x="1036" y="2245"/>
                    <a:pt x="1141" y="2149"/>
                    <a:pt x="1141" y="2024"/>
                  </a:cubicBezTo>
                  <a:lnTo>
                    <a:pt x="1141" y="212"/>
                  </a:lnTo>
                  <a:cubicBezTo>
                    <a:pt x="1141" y="102"/>
                    <a:pt x="1045" y="1"/>
                    <a:pt x="935" y="1"/>
                  </a:cubicBezTo>
                  <a:cubicBezTo>
                    <a:pt x="931" y="1"/>
                    <a:pt x="926" y="1"/>
                    <a:pt x="921" y="2"/>
                  </a:cubicBezTo>
                  <a:lnTo>
                    <a:pt x="221" y="2"/>
                  </a:lnTo>
                  <a:cubicBezTo>
                    <a:pt x="216" y="1"/>
                    <a:pt x="211" y="1"/>
                    <a:pt x="205" y="1"/>
                  </a:cubicBezTo>
                  <a:close/>
                </a:path>
              </a:pathLst>
            </a:custGeom>
            <a:solidFill>
              <a:srgbClr val="A4B3B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831" name="Google Shape;10831;p42"/>
            <p:cNvSpPr/>
            <p:nvPr/>
          </p:nvSpPr>
          <p:spPr>
            <a:xfrm>
              <a:off x="5984957" y="2567400"/>
              <a:ext cx="29920" cy="58819"/>
            </a:xfrm>
            <a:custGeom>
              <a:rect b="b" l="l" r="r" t="t"/>
              <a:pathLst>
                <a:path extrusionOk="0" h="2245" w="1142">
                  <a:moveTo>
                    <a:pt x="206" y="1"/>
                  </a:moveTo>
                  <a:cubicBezTo>
                    <a:pt x="89" y="1"/>
                    <a:pt x="1" y="102"/>
                    <a:pt x="1" y="212"/>
                  </a:cubicBezTo>
                  <a:lnTo>
                    <a:pt x="1" y="2024"/>
                  </a:lnTo>
                  <a:cubicBezTo>
                    <a:pt x="1" y="2149"/>
                    <a:pt x="97" y="2245"/>
                    <a:pt x="221" y="2245"/>
                  </a:cubicBezTo>
                  <a:lnTo>
                    <a:pt x="921" y="2245"/>
                  </a:lnTo>
                  <a:cubicBezTo>
                    <a:pt x="1036" y="2245"/>
                    <a:pt x="1141" y="2149"/>
                    <a:pt x="1132" y="2024"/>
                  </a:cubicBezTo>
                  <a:lnTo>
                    <a:pt x="1132" y="212"/>
                  </a:lnTo>
                  <a:cubicBezTo>
                    <a:pt x="1132" y="102"/>
                    <a:pt x="1044" y="1"/>
                    <a:pt x="936" y="1"/>
                  </a:cubicBezTo>
                  <a:cubicBezTo>
                    <a:pt x="931" y="1"/>
                    <a:pt x="926" y="1"/>
                    <a:pt x="921" y="2"/>
                  </a:cubicBezTo>
                  <a:lnTo>
                    <a:pt x="221" y="2"/>
                  </a:lnTo>
                  <a:cubicBezTo>
                    <a:pt x="216" y="1"/>
                    <a:pt x="211" y="1"/>
                    <a:pt x="206" y="1"/>
                  </a:cubicBezTo>
                  <a:close/>
                </a:path>
              </a:pathLst>
            </a:custGeom>
            <a:solidFill>
              <a:srgbClr val="A4B3B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832" name="Google Shape;10832;p42"/>
            <p:cNvSpPr/>
            <p:nvPr/>
          </p:nvSpPr>
          <p:spPr>
            <a:xfrm>
              <a:off x="5796369" y="2651817"/>
              <a:ext cx="29894" cy="59029"/>
            </a:xfrm>
            <a:custGeom>
              <a:rect b="b" l="l" r="r" t="t"/>
              <a:pathLst>
                <a:path extrusionOk="0" h="2253" w="1141">
                  <a:moveTo>
                    <a:pt x="221" y="0"/>
                  </a:moveTo>
                  <a:cubicBezTo>
                    <a:pt x="106" y="0"/>
                    <a:pt x="0" y="96"/>
                    <a:pt x="10" y="221"/>
                  </a:cubicBezTo>
                  <a:lnTo>
                    <a:pt x="10" y="2032"/>
                  </a:lnTo>
                  <a:cubicBezTo>
                    <a:pt x="0" y="2147"/>
                    <a:pt x="106" y="2253"/>
                    <a:pt x="221" y="2253"/>
                  </a:cubicBezTo>
                  <a:lnTo>
                    <a:pt x="920" y="2253"/>
                  </a:lnTo>
                  <a:cubicBezTo>
                    <a:pt x="1045" y="2253"/>
                    <a:pt x="1141" y="2147"/>
                    <a:pt x="1141" y="2032"/>
                  </a:cubicBezTo>
                  <a:lnTo>
                    <a:pt x="1141" y="221"/>
                  </a:lnTo>
                  <a:cubicBezTo>
                    <a:pt x="1141" y="96"/>
                    <a:pt x="1045" y="0"/>
                    <a:pt x="920" y="0"/>
                  </a:cubicBezTo>
                  <a:close/>
                </a:path>
              </a:pathLst>
            </a:custGeom>
            <a:solidFill>
              <a:srgbClr val="A4B3B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833" name="Google Shape;10833;p42"/>
            <p:cNvSpPr/>
            <p:nvPr/>
          </p:nvSpPr>
          <p:spPr>
            <a:xfrm>
              <a:off x="6060806" y="2651817"/>
              <a:ext cx="29658" cy="59029"/>
            </a:xfrm>
            <a:custGeom>
              <a:rect b="b" l="l" r="r" t="t"/>
              <a:pathLst>
                <a:path extrusionOk="0" h="2253" w="1132">
                  <a:moveTo>
                    <a:pt x="221" y="0"/>
                  </a:moveTo>
                  <a:cubicBezTo>
                    <a:pt x="96" y="0"/>
                    <a:pt x="1" y="96"/>
                    <a:pt x="1" y="221"/>
                  </a:cubicBezTo>
                  <a:lnTo>
                    <a:pt x="1" y="2032"/>
                  </a:lnTo>
                  <a:cubicBezTo>
                    <a:pt x="1" y="2147"/>
                    <a:pt x="96" y="2253"/>
                    <a:pt x="221" y="2253"/>
                  </a:cubicBezTo>
                  <a:lnTo>
                    <a:pt x="921" y="2253"/>
                  </a:lnTo>
                  <a:cubicBezTo>
                    <a:pt x="1036" y="2253"/>
                    <a:pt x="1132" y="2147"/>
                    <a:pt x="1132" y="2032"/>
                  </a:cubicBezTo>
                  <a:lnTo>
                    <a:pt x="1132" y="221"/>
                  </a:lnTo>
                  <a:cubicBezTo>
                    <a:pt x="1132" y="96"/>
                    <a:pt x="1036" y="0"/>
                    <a:pt x="921" y="0"/>
                  </a:cubicBezTo>
                  <a:close/>
                </a:path>
              </a:pathLst>
            </a:custGeom>
            <a:solidFill>
              <a:srgbClr val="A4B3B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834" name="Google Shape;10834;p42"/>
            <p:cNvSpPr/>
            <p:nvPr/>
          </p:nvSpPr>
          <p:spPr>
            <a:xfrm>
              <a:off x="6034685" y="2565173"/>
              <a:ext cx="89945" cy="19860"/>
            </a:xfrm>
            <a:custGeom>
              <a:rect b="b" l="l" r="r" t="t"/>
              <a:pathLst>
                <a:path extrusionOk="0" h="758" w="3433">
                  <a:moveTo>
                    <a:pt x="1" y="0"/>
                  </a:moveTo>
                  <a:lnTo>
                    <a:pt x="1" y="758"/>
                  </a:lnTo>
                  <a:lnTo>
                    <a:pt x="3221" y="758"/>
                  </a:lnTo>
                  <a:cubicBezTo>
                    <a:pt x="3336" y="758"/>
                    <a:pt x="3432" y="662"/>
                    <a:pt x="3432" y="547"/>
                  </a:cubicBezTo>
                  <a:lnTo>
                    <a:pt x="3432" y="211"/>
                  </a:lnTo>
                  <a:cubicBezTo>
                    <a:pt x="3432" y="96"/>
                    <a:pt x="3336" y="0"/>
                    <a:pt x="3221" y="0"/>
                  </a:cubicBezTo>
                  <a:close/>
                </a:path>
              </a:pathLst>
            </a:custGeom>
            <a:solidFill>
              <a:srgbClr val="7082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835" name="Google Shape;10835;p42"/>
            <p:cNvSpPr/>
            <p:nvPr/>
          </p:nvSpPr>
          <p:spPr>
            <a:xfrm>
              <a:off x="6034685" y="2565173"/>
              <a:ext cx="17371" cy="19598"/>
            </a:xfrm>
            <a:custGeom>
              <a:rect b="b" l="l" r="r" t="t"/>
              <a:pathLst>
                <a:path extrusionOk="0" h="748" w="663">
                  <a:moveTo>
                    <a:pt x="1" y="0"/>
                  </a:moveTo>
                  <a:lnTo>
                    <a:pt x="1" y="748"/>
                  </a:lnTo>
                  <a:lnTo>
                    <a:pt x="662" y="748"/>
                  </a:lnTo>
                  <a:lnTo>
                    <a:pt x="662" y="0"/>
                  </a:lnTo>
                  <a:close/>
                </a:path>
              </a:pathLst>
            </a:custGeom>
            <a:solidFill>
              <a:srgbClr val="39516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836" name="Google Shape;10836;p42"/>
            <p:cNvSpPr/>
            <p:nvPr/>
          </p:nvSpPr>
          <p:spPr>
            <a:xfrm>
              <a:off x="5892550" y="2436584"/>
              <a:ext cx="101735" cy="72364"/>
            </a:xfrm>
            <a:custGeom>
              <a:rect b="b" l="l" r="r" t="t"/>
              <a:pathLst>
                <a:path extrusionOk="0" h="2762" w="3883">
                  <a:moveTo>
                    <a:pt x="451" y="1"/>
                  </a:moveTo>
                  <a:cubicBezTo>
                    <a:pt x="202" y="1"/>
                    <a:pt x="0" y="202"/>
                    <a:pt x="0" y="451"/>
                  </a:cubicBezTo>
                  <a:lnTo>
                    <a:pt x="0" y="2761"/>
                  </a:lnTo>
                  <a:lnTo>
                    <a:pt x="3882" y="2761"/>
                  </a:lnTo>
                  <a:lnTo>
                    <a:pt x="3882" y="451"/>
                  </a:lnTo>
                  <a:cubicBezTo>
                    <a:pt x="3882" y="202"/>
                    <a:pt x="3681" y="1"/>
                    <a:pt x="3432" y="1"/>
                  </a:cubicBezTo>
                  <a:close/>
                </a:path>
              </a:pathLst>
            </a:custGeom>
            <a:solidFill>
              <a:srgbClr val="657A8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837" name="Google Shape;10837;p42"/>
            <p:cNvSpPr/>
            <p:nvPr/>
          </p:nvSpPr>
          <p:spPr>
            <a:xfrm>
              <a:off x="5976416" y="2436584"/>
              <a:ext cx="18130" cy="72364"/>
            </a:xfrm>
            <a:custGeom>
              <a:rect b="b" l="l" r="r" t="t"/>
              <a:pathLst>
                <a:path extrusionOk="0" h="2762" w="692">
                  <a:moveTo>
                    <a:pt x="1" y="1"/>
                  </a:moveTo>
                  <a:lnTo>
                    <a:pt x="1" y="2761"/>
                  </a:lnTo>
                  <a:lnTo>
                    <a:pt x="691" y="2761"/>
                  </a:lnTo>
                  <a:lnTo>
                    <a:pt x="691" y="451"/>
                  </a:lnTo>
                  <a:cubicBezTo>
                    <a:pt x="691" y="202"/>
                    <a:pt x="490" y="1"/>
                    <a:pt x="241" y="1"/>
                  </a:cubicBezTo>
                  <a:close/>
                </a:path>
              </a:pathLst>
            </a:custGeom>
            <a:solidFill>
              <a:srgbClr val="5A708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838" name="Google Shape;10838;p42"/>
            <p:cNvSpPr/>
            <p:nvPr/>
          </p:nvSpPr>
          <p:spPr>
            <a:xfrm>
              <a:off x="5919405" y="2450706"/>
              <a:ext cx="48260" cy="44619"/>
            </a:xfrm>
            <a:custGeom>
              <a:rect b="b" l="l" r="r" t="t"/>
              <a:pathLst>
                <a:path extrusionOk="0" h="1703" w="1842">
                  <a:moveTo>
                    <a:pt x="921" y="1"/>
                  </a:moveTo>
                  <a:cubicBezTo>
                    <a:pt x="816" y="1"/>
                    <a:pt x="710" y="70"/>
                    <a:pt x="710" y="209"/>
                  </a:cubicBezTo>
                  <a:lnTo>
                    <a:pt x="710" y="641"/>
                  </a:lnTo>
                  <a:lnTo>
                    <a:pt x="279" y="641"/>
                  </a:lnTo>
                  <a:cubicBezTo>
                    <a:pt x="1" y="641"/>
                    <a:pt x="1" y="1062"/>
                    <a:pt x="279" y="1062"/>
                  </a:cubicBezTo>
                  <a:lnTo>
                    <a:pt x="710" y="1062"/>
                  </a:lnTo>
                  <a:lnTo>
                    <a:pt x="710" y="1494"/>
                  </a:lnTo>
                  <a:cubicBezTo>
                    <a:pt x="710" y="1633"/>
                    <a:pt x="816" y="1702"/>
                    <a:pt x="921" y="1702"/>
                  </a:cubicBezTo>
                  <a:cubicBezTo>
                    <a:pt x="1027" y="1702"/>
                    <a:pt x="1132" y="1633"/>
                    <a:pt x="1132" y="1494"/>
                  </a:cubicBezTo>
                  <a:lnTo>
                    <a:pt x="1132" y="1062"/>
                  </a:lnTo>
                  <a:lnTo>
                    <a:pt x="1563" y="1062"/>
                  </a:lnTo>
                  <a:cubicBezTo>
                    <a:pt x="1841" y="1062"/>
                    <a:pt x="1841" y="641"/>
                    <a:pt x="1563" y="641"/>
                  </a:cubicBezTo>
                  <a:lnTo>
                    <a:pt x="1132" y="641"/>
                  </a:lnTo>
                  <a:lnTo>
                    <a:pt x="1132" y="209"/>
                  </a:lnTo>
                  <a:cubicBezTo>
                    <a:pt x="1132" y="70"/>
                    <a:pt x="1027" y="1"/>
                    <a:pt x="921" y="1"/>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0839" name="Google Shape;10839;p42"/>
          <p:cNvGrpSpPr/>
          <p:nvPr/>
        </p:nvGrpSpPr>
        <p:grpSpPr>
          <a:xfrm>
            <a:off x="5323721" y="2254029"/>
            <a:ext cx="362922" cy="361220"/>
            <a:chOff x="5323721" y="2437029"/>
            <a:chExt cx="362922" cy="361220"/>
          </a:xfrm>
        </p:grpSpPr>
        <p:sp>
          <p:nvSpPr>
            <p:cNvPr id="10840" name="Google Shape;10840;p42"/>
            <p:cNvSpPr/>
            <p:nvPr/>
          </p:nvSpPr>
          <p:spPr>
            <a:xfrm>
              <a:off x="5611528" y="2437029"/>
              <a:ext cx="75115" cy="73989"/>
            </a:xfrm>
            <a:custGeom>
              <a:rect b="b" l="l" r="r" t="t"/>
              <a:pathLst>
                <a:path extrusionOk="0" h="2824" w="2867">
                  <a:moveTo>
                    <a:pt x="293" y="0"/>
                  </a:moveTo>
                  <a:cubicBezTo>
                    <a:pt x="226" y="0"/>
                    <a:pt x="158" y="27"/>
                    <a:pt x="106" y="79"/>
                  </a:cubicBezTo>
                  <a:lnTo>
                    <a:pt x="96" y="89"/>
                  </a:lnTo>
                  <a:cubicBezTo>
                    <a:pt x="0" y="185"/>
                    <a:pt x="0" y="348"/>
                    <a:pt x="96" y="453"/>
                  </a:cubicBezTo>
                  <a:lnTo>
                    <a:pt x="2387" y="2744"/>
                  </a:lnTo>
                  <a:cubicBezTo>
                    <a:pt x="2440" y="2797"/>
                    <a:pt x="2507" y="2823"/>
                    <a:pt x="2574" y="2823"/>
                  </a:cubicBezTo>
                  <a:cubicBezTo>
                    <a:pt x="2641" y="2823"/>
                    <a:pt x="2708" y="2797"/>
                    <a:pt x="2761" y="2744"/>
                  </a:cubicBezTo>
                  <a:lnTo>
                    <a:pt x="2770" y="2735"/>
                  </a:lnTo>
                  <a:cubicBezTo>
                    <a:pt x="2866" y="2629"/>
                    <a:pt x="2866" y="2466"/>
                    <a:pt x="2770" y="2361"/>
                  </a:cubicBezTo>
                  <a:lnTo>
                    <a:pt x="480" y="79"/>
                  </a:lnTo>
                  <a:cubicBezTo>
                    <a:pt x="427" y="27"/>
                    <a:pt x="360" y="0"/>
                    <a:pt x="293" y="0"/>
                  </a:cubicBezTo>
                  <a:close/>
                </a:path>
              </a:pathLst>
            </a:custGeom>
            <a:solidFill>
              <a:srgbClr val="65788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841" name="Google Shape;10841;p42"/>
            <p:cNvSpPr/>
            <p:nvPr/>
          </p:nvSpPr>
          <p:spPr>
            <a:xfrm>
              <a:off x="5323721" y="2714042"/>
              <a:ext cx="88346" cy="84207"/>
            </a:xfrm>
            <a:custGeom>
              <a:rect b="b" l="l" r="r" t="t"/>
              <a:pathLst>
                <a:path extrusionOk="0" h="3214" w="3372">
                  <a:moveTo>
                    <a:pt x="3082" y="1"/>
                  </a:moveTo>
                  <a:cubicBezTo>
                    <a:pt x="3036" y="1"/>
                    <a:pt x="2987" y="18"/>
                    <a:pt x="2943" y="60"/>
                  </a:cubicBezTo>
                  <a:lnTo>
                    <a:pt x="135" y="2859"/>
                  </a:lnTo>
                  <a:cubicBezTo>
                    <a:pt x="0" y="2993"/>
                    <a:pt x="96" y="3214"/>
                    <a:pt x="278" y="3214"/>
                  </a:cubicBezTo>
                  <a:cubicBezTo>
                    <a:pt x="336" y="3214"/>
                    <a:pt x="384" y="3194"/>
                    <a:pt x="432" y="3156"/>
                  </a:cubicBezTo>
                  <a:lnTo>
                    <a:pt x="3231" y="347"/>
                  </a:lnTo>
                  <a:cubicBezTo>
                    <a:pt x="3371" y="200"/>
                    <a:pt x="3238" y="1"/>
                    <a:pt x="3082" y="1"/>
                  </a:cubicBezTo>
                  <a:close/>
                </a:path>
              </a:pathLst>
            </a:custGeom>
            <a:solidFill>
              <a:srgbClr val="65788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842" name="Google Shape;10842;p42"/>
            <p:cNvSpPr/>
            <p:nvPr/>
          </p:nvSpPr>
          <p:spPr>
            <a:xfrm>
              <a:off x="5395536" y="2683702"/>
              <a:ext cx="43728" cy="42601"/>
            </a:xfrm>
            <a:custGeom>
              <a:rect b="b" l="l" r="r" t="t"/>
              <a:pathLst>
                <a:path extrusionOk="0" h="1626" w="1669">
                  <a:moveTo>
                    <a:pt x="729" y="1"/>
                  </a:moveTo>
                  <a:lnTo>
                    <a:pt x="173" y="557"/>
                  </a:lnTo>
                  <a:cubicBezTo>
                    <a:pt x="1" y="719"/>
                    <a:pt x="1" y="997"/>
                    <a:pt x="173" y="1170"/>
                  </a:cubicBezTo>
                  <a:lnTo>
                    <a:pt x="509" y="1496"/>
                  </a:lnTo>
                  <a:cubicBezTo>
                    <a:pt x="590" y="1582"/>
                    <a:pt x="701" y="1625"/>
                    <a:pt x="812" y="1625"/>
                  </a:cubicBezTo>
                  <a:cubicBezTo>
                    <a:pt x="923" y="1625"/>
                    <a:pt x="1036" y="1582"/>
                    <a:pt x="1122" y="1496"/>
                  </a:cubicBezTo>
                  <a:lnTo>
                    <a:pt x="1669" y="940"/>
                  </a:lnTo>
                  <a:lnTo>
                    <a:pt x="729" y="1"/>
                  </a:lnTo>
                  <a:close/>
                </a:path>
              </a:pathLst>
            </a:custGeom>
            <a:solidFill>
              <a:srgbClr val="E8EBE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843" name="Google Shape;10843;p42"/>
            <p:cNvSpPr/>
            <p:nvPr/>
          </p:nvSpPr>
          <p:spPr>
            <a:xfrm>
              <a:off x="5413640" y="2504651"/>
              <a:ext cx="204936" cy="203155"/>
            </a:xfrm>
            <a:custGeom>
              <a:rect b="b" l="l" r="r" t="t"/>
              <a:pathLst>
                <a:path extrusionOk="0" h="7754" w="7822">
                  <a:moveTo>
                    <a:pt x="5358" y="0"/>
                  </a:moveTo>
                  <a:lnTo>
                    <a:pt x="968" y="4390"/>
                  </a:lnTo>
                  <a:cubicBezTo>
                    <a:pt x="326" y="5023"/>
                    <a:pt x="0" y="5914"/>
                    <a:pt x="77" y="6815"/>
                  </a:cubicBezTo>
                  <a:cubicBezTo>
                    <a:pt x="115" y="7314"/>
                    <a:pt x="508" y="7707"/>
                    <a:pt x="1006" y="7745"/>
                  </a:cubicBezTo>
                  <a:cubicBezTo>
                    <a:pt x="1084" y="7751"/>
                    <a:pt x="1162" y="7754"/>
                    <a:pt x="1239" y="7754"/>
                  </a:cubicBezTo>
                  <a:cubicBezTo>
                    <a:pt x="2058" y="7754"/>
                    <a:pt x="2845" y="7432"/>
                    <a:pt x="3432" y="6854"/>
                  </a:cubicBezTo>
                  <a:lnTo>
                    <a:pt x="7822" y="2464"/>
                  </a:lnTo>
                  <a:lnTo>
                    <a:pt x="5358" y="0"/>
                  </a:lnTo>
                  <a:close/>
                </a:path>
              </a:pathLst>
            </a:custGeom>
            <a:solidFill>
              <a:srgbClr val="E8EBE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844" name="Google Shape;10844;p42"/>
            <p:cNvSpPr/>
            <p:nvPr/>
          </p:nvSpPr>
          <p:spPr>
            <a:xfrm>
              <a:off x="5417386" y="2554877"/>
              <a:ext cx="201190" cy="153191"/>
            </a:xfrm>
            <a:custGeom>
              <a:rect b="b" l="l" r="r" t="t"/>
              <a:pathLst>
                <a:path extrusionOk="0" h="5847" w="7679">
                  <a:moveTo>
                    <a:pt x="7123" y="0"/>
                  </a:moveTo>
                  <a:lnTo>
                    <a:pt x="6222" y="901"/>
                  </a:lnTo>
                  <a:lnTo>
                    <a:pt x="5723" y="1390"/>
                  </a:lnTo>
                  <a:lnTo>
                    <a:pt x="2733" y="4390"/>
                  </a:lnTo>
                  <a:cubicBezTo>
                    <a:pt x="2152" y="4971"/>
                    <a:pt x="1376" y="5293"/>
                    <a:pt x="567" y="5293"/>
                  </a:cubicBezTo>
                  <a:cubicBezTo>
                    <a:pt x="481" y="5293"/>
                    <a:pt x="394" y="5289"/>
                    <a:pt x="308" y="5282"/>
                  </a:cubicBezTo>
                  <a:cubicBezTo>
                    <a:pt x="202" y="5272"/>
                    <a:pt x="97" y="5253"/>
                    <a:pt x="1" y="5215"/>
                  </a:cubicBezTo>
                  <a:lnTo>
                    <a:pt x="1" y="5215"/>
                  </a:lnTo>
                  <a:cubicBezTo>
                    <a:pt x="145" y="5569"/>
                    <a:pt x="470" y="5809"/>
                    <a:pt x="854" y="5838"/>
                  </a:cubicBezTo>
                  <a:cubicBezTo>
                    <a:pt x="931" y="5844"/>
                    <a:pt x="1009" y="5846"/>
                    <a:pt x="1086" y="5846"/>
                  </a:cubicBezTo>
                  <a:cubicBezTo>
                    <a:pt x="1906" y="5846"/>
                    <a:pt x="2701" y="5524"/>
                    <a:pt x="3279" y="4937"/>
                  </a:cubicBezTo>
                  <a:lnTo>
                    <a:pt x="6279" y="1946"/>
                  </a:lnTo>
                  <a:lnTo>
                    <a:pt x="7679" y="547"/>
                  </a:lnTo>
                  <a:lnTo>
                    <a:pt x="7123" y="0"/>
                  </a:lnTo>
                  <a:close/>
                </a:path>
              </a:pathLst>
            </a:custGeom>
            <a:solidFill>
              <a:srgbClr val="D7DDE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845" name="Google Shape;10845;p42"/>
            <p:cNvSpPr/>
            <p:nvPr/>
          </p:nvSpPr>
          <p:spPr>
            <a:xfrm>
              <a:off x="5413640" y="2579243"/>
              <a:ext cx="132362" cy="128563"/>
            </a:xfrm>
            <a:custGeom>
              <a:rect b="b" l="l" r="r" t="t"/>
              <a:pathLst>
                <a:path extrusionOk="0" h="4907" w="5052">
                  <a:moveTo>
                    <a:pt x="2511" y="0"/>
                  </a:moveTo>
                  <a:lnTo>
                    <a:pt x="968" y="1543"/>
                  </a:lnTo>
                  <a:cubicBezTo>
                    <a:pt x="326" y="2176"/>
                    <a:pt x="0" y="3067"/>
                    <a:pt x="77" y="3968"/>
                  </a:cubicBezTo>
                  <a:cubicBezTo>
                    <a:pt x="115" y="4467"/>
                    <a:pt x="508" y="4860"/>
                    <a:pt x="1006" y="4898"/>
                  </a:cubicBezTo>
                  <a:cubicBezTo>
                    <a:pt x="1084" y="4904"/>
                    <a:pt x="1162" y="4907"/>
                    <a:pt x="1239" y="4907"/>
                  </a:cubicBezTo>
                  <a:cubicBezTo>
                    <a:pt x="2058" y="4907"/>
                    <a:pt x="2845" y="4585"/>
                    <a:pt x="3432" y="4007"/>
                  </a:cubicBezTo>
                  <a:lnTo>
                    <a:pt x="5052" y="2387"/>
                  </a:lnTo>
                  <a:lnTo>
                    <a:pt x="5052" y="2387"/>
                  </a:lnTo>
                  <a:cubicBezTo>
                    <a:pt x="5052" y="2387"/>
                    <a:pt x="5049" y="2387"/>
                    <a:pt x="5043" y="2387"/>
                  </a:cubicBezTo>
                  <a:cubicBezTo>
                    <a:pt x="4960" y="2387"/>
                    <a:pt x="4252" y="2353"/>
                    <a:pt x="3748" y="1227"/>
                  </a:cubicBezTo>
                  <a:cubicBezTo>
                    <a:pt x="3211" y="29"/>
                    <a:pt x="2511" y="0"/>
                    <a:pt x="2511" y="0"/>
                  </a:cubicBezTo>
                  <a:close/>
                </a:path>
              </a:pathLst>
            </a:custGeom>
            <a:solidFill>
              <a:srgbClr val="A4B3B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846" name="Google Shape;10846;p42"/>
            <p:cNvSpPr/>
            <p:nvPr/>
          </p:nvSpPr>
          <p:spPr>
            <a:xfrm>
              <a:off x="5417386" y="2632481"/>
              <a:ext cx="128616" cy="75325"/>
            </a:xfrm>
            <a:custGeom>
              <a:rect b="b" l="l" r="r" t="t"/>
              <a:pathLst>
                <a:path extrusionOk="0" h="2875" w="4909">
                  <a:moveTo>
                    <a:pt x="4151" y="0"/>
                  </a:moveTo>
                  <a:lnTo>
                    <a:pt x="2742" y="1419"/>
                  </a:lnTo>
                  <a:cubicBezTo>
                    <a:pt x="2162" y="1999"/>
                    <a:pt x="1378" y="2321"/>
                    <a:pt x="574" y="2321"/>
                  </a:cubicBezTo>
                  <a:cubicBezTo>
                    <a:pt x="489" y="2321"/>
                    <a:pt x="403" y="2318"/>
                    <a:pt x="317" y="2310"/>
                  </a:cubicBezTo>
                  <a:cubicBezTo>
                    <a:pt x="202" y="2301"/>
                    <a:pt x="106" y="2281"/>
                    <a:pt x="1" y="2243"/>
                  </a:cubicBezTo>
                  <a:lnTo>
                    <a:pt x="1" y="2243"/>
                  </a:lnTo>
                  <a:cubicBezTo>
                    <a:pt x="154" y="2598"/>
                    <a:pt x="480" y="2837"/>
                    <a:pt x="863" y="2866"/>
                  </a:cubicBezTo>
                  <a:cubicBezTo>
                    <a:pt x="941" y="2872"/>
                    <a:pt x="1019" y="2875"/>
                    <a:pt x="1096" y="2875"/>
                  </a:cubicBezTo>
                  <a:cubicBezTo>
                    <a:pt x="1915" y="2875"/>
                    <a:pt x="2702" y="2553"/>
                    <a:pt x="3289" y="1975"/>
                  </a:cubicBezTo>
                  <a:lnTo>
                    <a:pt x="4909" y="355"/>
                  </a:lnTo>
                  <a:lnTo>
                    <a:pt x="4909" y="355"/>
                  </a:lnTo>
                  <a:cubicBezTo>
                    <a:pt x="4909" y="355"/>
                    <a:pt x="4908" y="355"/>
                    <a:pt x="4906" y="355"/>
                  </a:cubicBezTo>
                  <a:cubicBezTo>
                    <a:pt x="4873" y="355"/>
                    <a:pt x="4534" y="346"/>
                    <a:pt x="4151" y="0"/>
                  </a:cubicBezTo>
                  <a:close/>
                </a:path>
              </a:pathLst>
            </a:custGeom>
            <a:solidFill>
              <a:srgbClr val="95A6B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847" name="Google Shape;10847;p42"/>
            <p:cNvSpPr/>
            <p:nvPr/>
          </p:nvSpPr>
          <p:spPr>
            <a:xfrm>
              <a:off x="5540710" y="2480102"/>
              <a:ext cx="103228" cy="101342"/>
            </a:xfrm>
            <a:custGeom>
              <a:rect b="b" l="l" r="r" t="t"/>
              <a:pathLst>
                <a:path extrusionOk="0" h="3868" w="3940">
                  <a:moveTo>
                    <a:pt x="370" y="0"/>
                  </a:moveTo>
                  <a:cubicBezTo>
                    <a:pt x="288" y="0"/>
                    <a:pt x="206" y="31"/>
                    <a:pt x="144" y="94"/>
                  </a:cubicBezTo>
                  <a:lnTo>
                    <a:pt x="134" y="103"/>
                  </a:lnTo>
                  <a:cubicBezTo>
                    <a:pt x="0" y="228"/>
                    <a:pt x="0" y="439"/>
                    <a:pt x="134" y="563"/>
                  </a:cubicBezTo>
                  <a:lnTo>
                    <a:pt x="3336" y="3774"/>
                  </a:lnTo>
                  <a:cubicBezTo>
                    <a:pt x="3403" y="3837"/>
                    <a:pt x="3487" y="3868"/>
                    <a:pt x="3570" y="3868"/>
                  </a:cubicBezTo>
                  <a:cubicBezTo>
                    <a:pt x="3652" y="3868"/>
                    <a:pt x="3734" y="3837"/>
                    <a:pt x="3796" y="3774"/>
                  </a:cubicBezTo>
                  <a:lnTo>
                    <a:pt x="3806" y="3765"/>
                  </a:lnTo>
                  <a:cubicBezTo>
                    <a:pt x="3940" y="3631"/>
                    <a:pt x="3940" y="3429"/>
                    <a:pt x="3806" y="3305"/>
                  </a:cubicBezTo>
                  <a:lnTo>
                    <a:pt x="604" y="94"/>
                  </a:lnTo>
                  <a:cubicBezTo>
                    <a:pt x="537" y="31"/>
                    <a:pt x="453" y="0"/>
                    <a:pt x="370" y="0"/>
                  </a:cubicBezTo>
                  <a:close/>
                </a:path>
              </a:pathLst>
            </a:custGeom>
            <a:solidFill>
              <a:srgbClr val="CAD3D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848" name="Google Shape;10848;p42"/>
            <p:cNvSpPr/>
            <p:nvPr/>
          </p:nvSpPr>
          <p:spPr>
            <a:xfrm>
              <a:off x="5619310" y="2557890"/>
              <a:ext cx="26750" cy="23213"/>
            </a:xfrm>
            <a:custGeom>
              <a:rect b="b" l="l" r="r" t="t"/>
              <a:pathLst>
                <a:path extrusionOk="0" h="886" w="1021">
                  <a:moveTo>
                    <a:pt x="470" y="0"/>
                  </a:moveTo>
                  <a:lnTo>
                    <a:pt x="0" y="460"/>
                  </a:lnTo>
                  <a:lnTo>
                    <a:pt x="336" y="796"/>
                  </a:lnTo>
                  <a:cubicBezTo>
                    <a:pt x="405" y="859"/>
                    <a:pt x="481" y="885"/>
                    <a:pt x="554" y="885"/>
                  </a:cubicBezTo>
                  <a:cubicBezTo>
                    <a:pt x="805" y="885"/>
                    <a:pt x="1021" y="571"/>
                    <a:pt x="806" y="326"/>
                  </a:cubicBezTo>
                  <a:lnTo>
                    <a:pt x="470" y="0"/>
                  </a:lnTo>
                  <a:close/>
                </a:path>
              </a:pathLst>
            </a:custGeom>
            <a:solidFill>
              <a:srgbClr val="AFBCC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849" name="Google Shape;10849;p42"/>
            <p:cNvSpPr/>
            <p:nvPr/>
          </p:nvSpPr>
          <p:spPr>
            <a:xfrm>
              <a:off x="5575608" y="2456181"/>
              <a:ext cx="91202" cy="91176"/>
            </a:xfrm>
            <a:custGeom>
              <a:rect b="b" l="l" r="r" t="t"/>
              <a:pathLst>
                <a:path extrusionOk="0" h="3480" w="3481">
                  <a:moveTo>
                    <a:pt x="1745" y="0"/>
                  </a:moveTo>
                  <a:lnTo>
                    <a:pt x="1" y="1745"/>
                  </a:lnTo>
                  <a:lnTo>
                    <a:pt x="1745" y="3480"/>
                  </a:lnTo>
                  <a:lnTo>
                    <a:pt x="3480" y="1745"/>
                  </a:lnTo>
                  <a:lnTo>
                    <a:pt x="1745" y="0"/>
                  </a:lnTo>
                  <a:close/>
                </a:path>
              </a:pathLst>
            </a:custGeom>
            <a:solidFill>
              <a:srgbClr val="C6CED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850" name="Google Shape;10850;p42"/>
            <p:cNvSpPr/>
            <p:nvPr/>
          </p:nvSpPr>
          <p:spPr>
            <a:xfrm>
              <a:off x="5575608" y="2456181"/>
              <a:ext cx="91438" cy="91176"/>
            </a:xfrm>
            <a:custGeom>
              <a:rect b="b" l="l" r="r" t="t"/>
              <a:pathLst>
                <a:path extrusionOk="0" h="3480" w="3490">
                  <a:moveTo>
                    <a:pt x="1" y="1745"/>
                  </a:moveTo>
                  <a:lnTo>
                    <a:pt x="1256" y="3000"/>
                  </a:lnTo>
                  <a:lnTo>
                    <a:pt x="1260" y="2997"/>
                  </a:lnTo>
                  <a:lnTo>
                    <a:pt x="1260" y="2997"/>
                  </a:lnTo>
                  <a:lnTo>
                    <a:pt x="1" y="1745"/>
                  </a:lnTo>
                  <a:close/>
                  <a:moveTo>
                    <a:pt x="1745" y="0"/>
                  </a:moveTo>
                  <a:lnTo>
                    <a:pt x="1448" y="288"/>
                  </a:lnTo>
                  <a:lnTo>
                    <a:pt x="2359" y="1208"/>
                  </a:lnTo>
                  <a:cubicBezTo>
                    <a:pt x="2550" y="1390"/>
                    <a:pt x="2550" y="1706"/>
                    <a:pt x="2359" y="1889"/>
                  </a:cubicBezTo>
                  <a:lnTo>
                    <a:pt x="1260" y="2997"/>
                  </a:lnTo>
                  <a:lnTo>
                    <a:pt x="1260" y="2997"/>
                  </a:lnTo>
                  <a:lnTo>
                    <a:pt x="1745" y="3480"/>
                  </a:lnTo>
                  <a:lnTo>
                    <a:pt x="3490" y="1745"/>
                  </a:lnTo>
                  <a:lnTo>
                    <a:pt x="1745" y="0"/>
                  </a:lnTo>
                  <a:close/>
                </a:path>
              </a:pathLst>
            </a:custGeom>
            <a:solidFill>
              <a:srgbClr val="ADB8C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851" name="Google Shape;10851;p42"/>
            <p:cNvSpPr/>
            <p:nvPr/>
          </p:nvSpPr>
          <p:spPr>
            <a:xfrm>
              <a:off x="5523680" y="2521865"/>
              <a:ext cx="29868" cy="27012"/>
            </a:xfrm>
            <a:custGeom>
              <a:rect b="b" l="l" r="r" t="t"/>
              <a:pathLst>
                <a:path extrusionOk="0" h="1031" w="1140">
                  <a:moveTo>
                    <a:pt x="305" y="1"/>
                  </a:moveTo>
                  <a:cubicBezTo>
                    <a:pt x="140" y="1"/>
                    <a:pt x="1" y="213"/>
                    <a:pt x="161" y="359"/>
                  </a:cubicBezTo>
                  <a:lnTo>
                    <a:pt x="775" y="973"/>
                  </a:lnTo>
                  <a:cubicBezTo>
                    <a:pt x="813" y="1011"/>
                    <a:pt x="861" y="1030"/>
                    <a:pt x="919" y="1030"/>
                  </a:cubicBezTo>
                  <a:cubicBezTo>
                    <a:pt x="967" y="1030"/>
                    <a:pt x="1024" y="1011"/>
                    <a:pt x="1062" y="973"/>
                  </a:cubicBezTo>
                  <a:cubicBezTo>
                    <a:pt x="1139" y="896"/>
                    <a:pt x="1139" y="762"/>
                    <a:pt x="1062" y="685"/>
                  </a:cubicBezTo>
                  <a:lnTo>
                    <a:pt x="459" y="72"/>
                  </a:lnTo>
                  <a:cubicBezTo>
                    <a:pt x="411" y="21"/>
                    <a:pt x="357" y="1"/>
                    <a:pt x="305" y="1"/>
                  </a:cubicBezTo>
                  <a:close/>
                </a:path>
              </a:pathLst>
            </a:custGeom>
            <a:solidFill>
              <a:srgbClr val="65788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852" name="Google Shape;10852;p42"/>
            <p:cNvSpPr/>
            <p:nvPr/>
          </p:nvSpPr>
          <p:spPr>
            <a:xfrm>
              <a:off x="5505366" y="2541358"/>
              <a:ext cx="29344" cy="26593"/>
            </a:xfrm>
            <a:custGeom>
              <a:rect b="b" l="l" r="r" t="t"/>
              <a:pathLst>
                <a:path extrusionOk="0" h="1015" w="1120">
                  <a:moveTo>
                    <a:pt x="292" y="1"/>
                  </a:moveTo>
                  <a:cubicBezTo>
                    <a:pt x="135" y="1"/>
                    <a:pt x="0" y="195"/>
                    <a:pt x="141" y="344"/>
                  </a:cubicBezTo>
                  <a:lnTo>
                    <a:pt x="745" y="957"/>
                  </a:lnTo>
                  <a:cubicBezTo>
                    <a:pt x="784" y="996"/>
                    <a:pt x="832" y="1015"/>
                    <a:pt x="889" y="1015"/>
                  </a:cubicBezTo>
                  <a:cubicBezTo>
                    <a:pt x="947" y="1015"/>
                    <a:pt x="995" y="996"/>
                    <a:pt x="1033" y="957"/>
                  </a:cubicBezTo>
                  <a:cubicBezTo>
                    <a:pt x="1119" y="871"/>
                    <a:pt x="1119" y="746"/>
                    <a:pt x="1033" y="660"/>
                  </a:cubicBezTo>
                  <a:lnTo>
                    <a:pt x="429" y="56"/>
                  </a:lnTo>
                  <a:cubicBezTo>
                    <a:pt x="386" y="17"/>
                    <a:pt x="338" y="1"/>
                    <a:pt x="292" y="1"/>
                  </a:cubicBezTo>
                  <a:close/>
                </a:path>
              </a:pathLst>
            </a:custGeom>
            <a:solidFill>
              <a:srgbClr val="65788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853" name="Google Shape;10853;p42"/>
            <p:cNvSpPr/>
            <p:nvPr/>
          </p:nvSpPr>
          <p:spPr>
            <a:xfrm>
              <a:off x="5486266" y="2560222"/>
              <a:ext cx="43675" cy="40898"/>
            </a:xfrm>
            <a:custGeom>
              <a:rect b="b" l="l" r="r" t="t"/>
              <a:pathLst>
                <a:path extrusionOk="0" h="1561" w="1667">
                  <a:moveTo>
                    <a:pt x="296" y="1"/>
                  </a:moveTo>
                  <a:cubicBezTo>
                    <a:pt x="138" y="1"/>
                    <a:pt x="0" y="203"/>
                    <a:pt x="142" y="352"/>
                  </a:cubicBezTo>
                  <a:lnTo>
                    <a:pt x="1292" y="1502"/>
                  </a:lnTo>
                  <a:cubicBezTo>
                    <a:pt x="1331" y="1541"/>
                    <a:pt x="1388" y="1560"/>
                    <a:pt x="1446" y="1560"/>
                  </a:cubicBezTo>
                  <a:cubicBezTo>
                    <a:pt x="1494" y="1560"/>
                    <a:pt x="1541" y="1541"/>
                    <a:pt x="1580" y="1502"/>
                  </a:cubicBezTo>
                  <a:cubicBezTo>
                    <a:pt x="1666" y="1426"/>
                    <a:pt x="1666" y="1292"/>
                    <a:pt x="1580" y="1215"/>
                  </a:cubicBezTo>
                  <a:lnTo>
                    <a:pt x="430" y="55"/>
                  </a:lnTo>
                  <a:cubicBezTo>
                    <a:pt x="387" y="17"/>
                    <a:pt x="341" y="1"/>
                    <a:pt x="296" y="1"/>
                  </a:cubicBezTo>
                  <a:close/>
                </a:path>
              </a:pathLst>
            </a:custGeom>
            <a:solidFill>
              <a:srgbClr val="65788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854" name="Google Shape;10854;p42"/>
            <p:cNvSpPr/>
            <p:nvPr/>
          </p:nvSpPr>
          <p:spPr>
            <a:xfrm>
              <a:off x="5467376" y="2579295"/>
              <a:ext cx="29161" cy="26593"/>
            </a:xfrm>
            <a:custGeom>
              <a:rect b="b" l="l" r="r" t="t"/>
              <a:pathLst>
                <a:path extrusionOk="0" h="1015" w="1113">
                  <a:moveTo>
                    <a:pt x="291" y="0"/>
                  </a:moveTo>
                  <a:cubicBezTo>
                    <a:pt x="132" y="0"/>
                    <a:pt x="1" y="195"/>
                    <a:pt x="134" y="343"/>
                  </a:cubicBezTo>
                  <a:lnTo>
                    <a:pt x="748" y="957"/>
                  </a:lnTo>
                  <a:cubicBezTo>
                    <a:pt x="786" y="995"/>
                    <a:pt x="834" y="1014"/>
                    <a:pt x="892" y="1014"/>
                  </a:cubicBezTo>
                  <a:cubicBezTo>
                    <a:pt x="949" y="1014"/>
                    <a:pt x="997" y="995"/>
                    <a:pt x="1036" y="957"/>
                  </a:cubicBezTo>
                  <a:cubicBezTo>
                    <a:pt x="1112" y="870"/>
                    <a:pt x="1112" y="746"/>
                    <a:pt x="1036" y="659"/>
                  </a:cubicBezTo>
                  <a:lnTo>
                    <a:pt x="432" y="56"/>
                  </a:lnTo>
                  <a:cubicBezTo>
                    <a:pt x="386" y="17"/>
                    <a:pt x="337" y="0"/>
                    <a:pt x="291" y="0"/>
                  </a:cubicBezTo>
                  <a:close/>
                </a:path>
              </a:pathLst>
            </a:custGeom>
            <a:solidFill>
              <a:srgbClr val="65788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855" name="Google Shape;10855;p42"/>
            <p:cNvSpPr/>
            <p:nvPr/>
          </p:nvSpPr>
          <p:spPr>
            <a:xfrm>
              <a:off x="5448381" y="2598264"/>
              <a:ext cx="29318" cy="26698"/>
            </a:xfrm>
            <a:custGeom>
              <a:rect b="b" l="l" r="r" t="t"/>
              <a:pathLst>
                <a:path extrusionOk="0" h="1019" w="1119">
                  <a:moveTo>
                    <a:pt x="289" y="1"/>
                  </a:moveTo>
                  <a:cubicBezTo>
                    <a:pt x="133" y="1"/>
                    <a:pt x="0" y="200"/>
                    <a:pt x="141" y="348"/>
                  </a:cubicBezTo>
                  <a:lnTo>
                    <a:pt x="744" y="952"/>
                  </a:lnTo>
                  <a:cubicBezTo>
                    <a:pt x="783" y="990"/>
                    <a:pt x="831" y="1019"/>
                    <a:pt x="888" y="1019"/>
                  </a:cubicBezTo>
                  <a:cubicBezTo>
                    <a:pt x="946" y="1019"/>
                    <a:pt x="994" y="990"/>
                    <a:pt x="1032" y="952"/>
                  </a:cubicBezTo>
                  <a:cubicBezTo>
                    <a:pt x="1118" y="875"/>
                    <a:pt x="1118" y="741"/>
                    <a:pt x="1032" y="664"/>
                  </a:cubicBezTo>
                  <a:lnTo>
                    <a:pt x="428" y="60"/>
                  </a:lnTo>
                  <a:cubicBezTo>
                    <a:pt x="384" y="18"/>
                    <a:pt x="336" y="1"/>
                    <a:pt x="289" y="1"/>
                  </a:cubicBezTo>
                  <a:close/>
                </a:path>
              </a:pathLst>
            </a:custGeom>
            <a:solidFill>
              <a:srgbClr val="65788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856" name="Google Shape;10856;p42"/>
            <p:cNvSpPr/>
            <p:nvPr/>
          </p:nvSpPr>
          <p:spPr>
            <a:xfrm>
              <a:off x="5429491" y="2617364"/>
              <a:ext cx="43440" cy="40741"/>
            </a:xfrm>
            <a:custGeom>
              <a:rect b="b" l="l" r="r" t="t"/>
              <a:pathLst>
                <a:path extrusionOk="0" h="1555" w="1658">
                  <a:moveTo>
                    <a:pt x="287" y="0"/>
                  </a:moveTo>
                  <a:cubicBezTo>
                    <a:pt x="129" y="0"/>
                    <a:pt x="0" y="199"/>
                    <a:pt x="133" y="347"/>
                  </a:cubicBezTo>
                  <a:lnTo>
                    <a:pt x="1283" y="1497"/>
                  </a:lnTo>
                  <a:cubicBezTo>
                    <a:pt x="1322" y="1536"/>
                    <a:pt x="1379" y="1555"/>
                    <a:pt x="1437" y="1555"/>
                  </a:cubicBezTo>
                  <a:cubicBezTo>
                    <a:pt x="1485" y="1555"/>
                    <a:pt x="1542" y="1536"/>
                    <a:pt x="1580" y="1497"/>
                  </a:cubicBezTo>
                  <a:cubicBezTo>
                    <a:pt x="1657" y="1421"/>
                    <a:pt x="1657" y="1286"/>
                    <a:pt x="1580" y="1210"/>
                  </a:cubicBezTo>
                  <a:lnTo>
                    <a:pt x="430" y="60"/>
                  </a:lnTo>
                  <a:cubicBezTo>
                    <a:pt x="384" y="18"/>
                    <a:pt x="334" y="0"/>
                    <a:pt x="287" y="0"/>
                  </a:cubicBezTo>
                  <a:close/>
                </a:path>
              </a:pathLst>
            </a:custGeom>
            <a:solidFill>
              <a:srgbClr val="65788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0857" name="Google Shape;10857;p42"/>
          <p:cNvGrpSpPr/>
          <p:nvPr/>
        </p:nvGrpSpPr>
        <p:grpSpPr>
          <a:xfrm>
            <a:off x="4875937" y="2285731"/>
            <a:ext cx="407122" cy="315448"/>
            <a:chOff x="4875937" y="2468731"/>
            <a:chExt cx="407122" cy="315448"/>
          </a:xfrm>
        </p:grpSpPr>
        <p:sp>
          <p:nvSpPr>
            <p:cNvPr id="10858" name="Google Shape;10858;p42"/>
            <p:cNvSpPr/>
            <p:nvPr/>
          </p:nvSpPr>
          <p:spPr>
            <a:xfrm>
              <a:off x="4876199" y="2482801"/>
              <a:ext cx="223041" cy="247380"/>
            </a:xfrm>
            <a:custGeom>
              <a:rect b="b" l="l" r="r" t="t"/>
              <a:pathLst>
                <a:path extrusionOk="0" h="9442" w="8513">
                  <a:moveTo>
                    <a:pt x="719" y="0"/>
                  </a:moveTo>
                  <a:cubicBezTo>
                    <a:pt x="317" y="0"/>
                    <a:pt x="0" y="317"/>
                    <a:pt x="0" y="719"/>
                  </a:cubicBezTo>
                  <a:lnTo>
                    <a:pt x="0" y="8723"/>
                  </a:lnTo>
                  <a:cubicBezTo>
                    <a:pt x="0" y="9126"/>
                    <a:pt x="317" y="9442"/>
                    <a:pt x="719" y="9442"/>
                  </a:cubicBezTo>
                  <a:lnTo>
                    <a:pt x="2483" y="9442"/>
                  </a:lnTo>
                  <a:cubicBezTo>
                    <a:pt x="2617" y="8570"/>
                    <a:pt x="3365" y="7918"/>
                    <a:pt x="4256" y="7918"/>
                  </a:cubicBezTo>
                  <a:cubicBezTo>
                    <a:pt x="5138" y="7918"/>
                    <a:pt x="5895" y="8570"/>
                    <a:pt x="6020" y="9442"/>
                  </a:cubicBezTo>
                  <a:lnTo>
                    <a:pt x="8512" y="9442"/>
                  </a:lnTo>
                  <a:lnTo>
                    <a:pt x="8512" y="719"/>
                  </a:lnTo>
                  <a:cubicBezTo>
                    <a:pt x="8512" y="326"/>
                    <a:pt x="8196" y="0"/>
                    <a:pt x="7793" y="0"/>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859" name="Google Shape;10859;p42"/>
            <p:cNvSpPr/>
            <p:nvPr/>
          </p:nvSpPr>
          <p:spPr>
            <a:xfrm>
              <a:off x="5044456" y="2482801"/>
              <a:ext cx="54784" cy="247642"/>
            </a:xfrm>
            <a:custGeom>
              <a:rect b="b" l="l" r="r" t="t"/>
              <a:pathLst>
                <a:path extrusionOk="0" h="9452" w="2091">
                  <a:moveTo>
                    <a:pt x="0" y="0"/>
                  </a:moveTo>
                  <a:cubicBezTo>
                    <a:pt x="403" y="0"/>
                    <a:pt x="719" y="317"/>
                    <a:pt x="719" y="719"/>
                  </a:cubicBezTo>
                  <a:lnTo>
                    <a:pt x="719" y="9451"/>
                  </a:lnTo>
                  <a:lnTo>
                    <a:pt x="2081" y="9451"/>
                  </a:lnTo>
                  <a:lnTo>
                    <a:pt x="2081" y="719"/>
                  </a:lnTo>
                  <a:cubicBezTo>
                    <a:pt x="2090" y="326"/>
                    <a:pt x="1764" y="0"/>
                    <a:pt x="1362" y="0"/>
                  </a:cubicBezTo>
                  <a:close/>
                </a:path>
              </a:pathLst>
            </a:custGeom>
            <a:solidFill>
              <a:srgbClr val="DFE4E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860" name="Google Shape;10860;p42"/>
            <p:cNvSpPr/>
            <p:nvPr/>
          </p:nvSpPr>
          <p:spPr>
            <a:xfrm>
              <a:off x="5099214" y="2530249"/>
              <a:ext cx="183845" cy="200194"/>
            </a:xfrm>
            <a:custGeom>
              <a:rect b="b" l="l" r="r" t="t"/>
              <a:pathLst>
                <a:path extrusionOk="0" h="7641" w="7017">
                  <a:moveTo>
                    <a:pt x="0" y="1"/>
                  </a:moveTo>
                  <a:lnTo>
                    <a:pt x="0" y="7640"/>
                  </a:lnTo>
                  <a:lnTo>
                    <a:pt x="1467" y="7640"/>
                  </a:lnTo>
                  <a:cubicBezTo>
                    <a:pt x="1601" y="6759"/>
                    <a:pt x="2349" y="6116"/>
                    <a:pt x="3240" y="6116"/>
                  </a:cubicBezTo>
                  <a:cubicBezTo>
                    <a:pt x="4122" y="6116"/>
                    <a:pt x="4879" y="6759"/>
                    <a:pt x="5004" y="7640"/>
                  </a:cubicBezTo>
                  <a:lnTo>
                    <a:pt x="6298" y="7640"/>
                  </a:lnTo>
                  <a:cubicBezTo>
                    <a:pt x="6691" y="7640"/>
                    <a:pt x="7017" y="7315"/>
                    <a:pt x="7017" y="6922"/>
                  </a:cubicBezTo>
                  <a:lnTo>
                    <a:pt x="7017" y="3375"/>
                  </a:lnTo>
                  <a:cubicBezTo>
                    <a:pt x="7007" y="3126"/>
                    <a:pt x="6921" y="2877"/>
                    <a:pt x="6748" y="2694"/>
                  </a:cubicBezTo>
                  <a:lnTo>
                    <a:pt x="4649" y="346"/>
                  </a:lnTo>
                  <a:cubicBezTo>
                    <a:pt x="4457" y="126"/>
                    <a:pt x="4179" y="1"/>
                    <a:pt x="3882" y="1"/>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861" name="Google Shape;10861;p42"/>
            <p:cNvSpPr/>
            <p:nvPr/>
          </p:nvSpPr>
          <p:spPr>
            <a:xfrm>
              <a:off x="5169770" y="2530249"/>
              <a:ext cx="113289" cy="200194"/>
            </a:xfrm>
            <a:custGeom>
              <a:rect b="b" l="l" r="r" t="t"/>
              <a:pathLst>
                <a:path extrusionOk="0" h="7641" w="4324">
                  <a:moveTo>
                    <a:pt x="33" y="0"/>
                  </a:moveTo>
                  <a:cubicBezTo>
                    <a:pt x="22" y="0"/>
                    <a:pt x="11" y="1"/>
                    <a:pt x="1" y="1"/>
                  </a:cubicBezTo>
                  <a:lnTo>
                    <a:pt x="64" y="1"/>
                  </a:lnTo>
                  <a:cubicBezTo>
                    <a:pt x="54" y="1"/>
                    <a:pt x="43" y="0"/>
                    <a:pt x="33" y="0"/>
                  </a:cubicBezTo>
                  <a:close/>
                  <a:moveTo>
                    <a:pt x="64" y="1"/>
                  </a:moveTo>
                  <a:lnTo>
                    <a:pt x="64" y="1"/>
                  </a:lnTo>
                  <a:cubicBezTo>
                    <a:pt x="337" y="10"/>
                    <a:pt x="590" y="132"/>
                    <a:pt x="767" y="336"/>
                  </a:cubicBezTo>
                  <a:lnTo>
                    <a:pt x="1189" y="816"/>
                  </a:lnTo>
                  <a:lnTo>
                    <a:pt x="1851" y="1554"/>
                  </a:lnTo>
                  <a:lnTo>
                    <a:pt x="2867" y="2694"/>
                  </a:lnTo>
                  <a:cubicBezTo>
                    <a:pt x="3039" y="2877"/>
                    <a:pt x="3135" y="3126"/>
                    <a:pt x="3135" y="3375"/>
                  </a:cubicBezTo>
                  <a:lnTo>
                    <a:pt x="3135" y="6922"/>
                  </a:lnTo>
                  <a:cubicBezTo>
                    <a:pt x="3135" y="7315"/>
                    <a:pt x="2809" y="7640"/>
                    <a:pt x="2416" y="7640"/>
                  </a:cubicBezTo>
                  <a:lnTo>
                    <a:pt x="3605" y="7640"/>
                  </a:lnTo>
                  <a:cubicBezTo>
                    <a:pt x="3998" y="7640"/>
                    <a:pt x="4324" y="7315"/>
                    <a:pt x="4324" y="6922"/>
                  </a:cubicBezTo>
                  <a:lnTo>
                    <a:pt x="4324" y="3375"/>
                  </a:lnTo>
                  <a:cubicBezTo>
                    <a:pt x="4314" y="3126"/>
                    <a:pt x="4218" y="2877"/>
                    <a:pt x="4055" y="2694"/>
                  </a:cubicBezTo>
                  <a:lnTo>
                    <a:pt x="3039" y="1554"/>
                  </a:lnTo>
                  <a:lnTo>
                    <a:pt x="2378" y="816"/>
                  </a:lnTo>
                  <a:lnTo>
                    <a:pt x="1956" y="336"/>
                  </a:lnTo>
                  <a:cubicBezTo>
                    <a:pt x="1755" y="126"/>
                    <a:pt x="1486" y="1"/>
                    <a:pt x="1189" y="1"/>
                  </a:cubicBezTo>
                  <a:close/>
                </a:path>
              </a:pathLst>
            </a:custGeom>
            <a:solidFill>
              <a:srgbClr val="DFE4E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862" name="Google Shape;10862;p42"/>
            <p:cNvSpPr/>
            <p:nvPr/>
          </p:nvSpPr>
          <p:spPr>
            <a:xfrm>
              <a:off x="5141396" y="2560405"/>
              <a:ext cx="75115" cy="69849"/>
            </a:xfrm>
            <a:custGeom>
              <a:rect b="b" l="l" r="r" t="t"/>
              <a:pathLst>
                <a:path extrusionOk="0" h="2666" w="2867">
                  <a:moveTo>
                    <a:pt x="355" y="0"/>
                  </a:moveTo>
                  <a:cubicBezTo>
                    <a:pt x="163" y="0"/>
                    <a:pt x="0" y="154"/>
                    <a:pt x="10" y="345"/>
                  </a:cubicBezTo>
                  <a:lnTo>
                    <a:pt x="10" y="2320"/>
                  </a:lnTo>
                  <a:cubicBezTo>
                    <a:pt x="1" y="2506"/>
                    <a:pt x="154" y="2665"/>
                    <a:pt x="339" y="2665"/>
                  </a:cubicBezTo>
                  <a:cubicBezTo>
                    <a:pt x="344" y="2665"/>
                    <a:pt x="350" y="2665"/>
                    <a:pt x="355" y="2665"/>
                  </a:cubicBezTo>
                  <a:lnTo>
                    <a:pt x="2521" y="2665"/>
                  </a:lnTo>
                  <a:cubicBezTo>
                    <a:pt x="2713" y="2665"/>
                    <a:pt x="2866" y="2512"/>
                    <a:pt x="2866" y="2329"/>
                  </a:cubicBezTo>
                  <a:lnTo>
                    <a:pt x="2866" y="1572"/>
                  </a:lnTo>
                  <a:cubicBezTo>
                    <a:pt x="2866" y="1486"/>
                    <a:pt x="2838" y="1409"/>
                    <a:pt x="2790" y="1342"/>
                  </a:cubicBezTo>
                  <a:lnTo>
                    <a:pt x="1735" y="125"/>
                  </a:lnTo>
                  <a:cubicBezTo>
                    <a:pt x="1668" y="48"/>
                    <a:pt x="1572" y="0"/>
                    <a:pt x="1477" y="0"/>
                  </a:cubicBezTo>
                  <a:close/>
                </a:path>
              </a:pathLst>
            </a:custGeom>
            <a:solidFill>
              <a:srgbClr val="A4B3B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863" name="Google Shape;10863;p42"/>
            <p:cNvSpPr/>
            <p:nvPr/>
          </p:nvSpPr>
          <p:spPr>
            <a:xfrm>
              <a:off x="5128846" y="2512669"/>
              <a:ext cx="62042" cy="17606"/>
            </a:xfrm>
            <a:custGeom>
              <a:rect b="b" l="l" r="r" t="t"/>
              <a:pathLst>
                <a:path extrusionOk="0" h="672" w="2368">
                  <a:moveTo>
                    <a:pt x="288" y="1"/>
                  </a:moveTo>
                  <a:cubicBezTo>
                    <a:pt x="125" y="1"/>
                    <a:pt x="0" y="126"/>
                    <a:pt x="0" y="289"/>
                  </a:cubicBezTo>
                  <a:lnTo>
                    <a:pt x="0" y="672"/>
                  </a:lnTo>
                  <a:lnTo>
                    <a:pt x="2368" y="672"/>
                  </a:lnTo>
                  <a:lnTo>
                    <a:pt x="2368" y="289"/>
                  </a:lnTo>
                  <a:cubicBezTo>
                    <a:pt x="2368" y="126"/>
                    <a:pt x="2243" y="1"/>
                    <a:pt x="2080" y="1"/>
                  </a:cubicBezTo>
                  <a:close/>
                </a:path>
              </a:pathLst>
            </a:custGeom>
            <a:solidFill>
              <a:srgbClr val="7E8D9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864" name="Google Shape;10864;p42"/>
            <p:cNvSpPr/>
            <p:nvPr/>
          </p:nvSpPr>
          <p:spPr>
            <a:xfrm>
              <a:off x="5135867" y="2468731"/>
              <a:ext cx="47998" cy="43728"/>
            </a:xfrm>
            <a:custGeom>
              <a:rect b="b" l="l" r="r" t="t"/>
              <a:pathLst>
                <a:path extrusionOk="0" h="1669" w="1832">
                  <a:moveTo>
                    <a:pt x="892" y="1"/>
                  </a:moveTo>
                  <a:cubicBezTo>
                    <a:pt x="403" y="1"/>
                    <a:pt x="1" y="403"/>
                    <a:pt x="1" y="892"/>
                  </a:cubicBezTo>
                  <a:lnTo>
                    <a:pt x="1" y="1668"/>
                  </a:lnTo>
                  <a:lnTo>
                    <a:pt x="1831" y="1668"/>
                  </a:lnTo>
                  <a:lnTo>
                    <a:pt x="1831" y="892"/>
                  </a:lnTo>
                  <a:cubicBezTo>
                    <a:pt x="1831" y="403"/>
                    <a:pt x="1438" y="1"/>
                    <a:pt x="950" y="1"/>
                  </a:cubicBezTo>
                  <a:close/>
                </a:path>
              </a:pathLst>
            </a:custGeom>
            <a:solidFill>
              <a:srgbClr val="657A8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865" name="Google Shape;10865;p42"/>
            <p:cNvSpPr/>
            <p:nvPr/>
          </p:nvSpPr>
          <p:spPr>
            <a:xfrm>
              <a:off x="5150697" y="2468731"/>
              <a:ext cx="33405" cy="43728"/>
            </a:xfrm>
            <a:custGeom>
              <a:rect b="b" l="l" r="r" t="t"/>
              <a:pathLst>
                <a:path extrusionOk="0" h="1669" w="1275">
                  <a:moveTo>
                    <a:pt x="355" y="1"/>
                  </a:moveTo>
                  <a:cubicBezTo>
                    <a:pt x="230" y="1"/>
                    <a:pt x="115" y="20"/>
                    <a:pt x="0" y="68"/>
                  </a:cubicBezTo>
                  <a:cubicBezTo>
                    <a:pt x="345" y="211"/>
                    <a:pt x="575" y="547"/>
                    <a:pt x="575" y="911"/>
                  </a:cubicBezTo>
                  <a:lnTo>
                    <a:pt x="575" y="1668"/>
                  </a:lnTo>
                  <a:lnTo>
                    <a:pt x="1275" y="1668"/>
                  </a:lnTo>
                  <a:lnTo>
                    <a:pt x="1275" y="911"/>
                  </a:lnTo>
                  <a:cubicBezTo>
                    <a:pt x="1265" y="403"/>
                    <a:pt x="853" y="1"/>
                    <a:pt x="355" y="1"/>
                  </a:cubicBezTo>
                  <a:close/>
                </a:path>
              </a:pathLst>
            </a:custGeom>
            <a:solidFill>
              <a:srgbClr val="526A7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866" name="Google Shape;10866;p42"/>
            <p:cNvSpPr/>
            <p:nvPr/>
          </p:nvSpPr>
          <p:spPr>
            <a:xfrm>
              <a:off x="4924905" y="2690488"/>
              <a:ext cx="109778" cy="93691"/>
            </a:xfrm>
            <a:custGeom>
              <a:rect b="b" l="l" r="r" t="t"/>
              <a:pathLst>
                <a:path extrusionOk="0" h="3576" w="4190">
                  <a:moveTo>
                    <a:pt x="2397" y="0"/>
                  </a:moveTo>
                  <a:cubicBezTo>
                    <a:pt x="796" y="0"/>
                    <a:pt x="1" y="1917"/>
                    <a:pt x="1122" y="3049"/>
                  </a:cubicBezTo>
                  <a:cubicBezTo>
                    <a:pt x="1486" y="3412"/>
                    <a:pt x="1935" y="3575"/>
                    <a:pt x="2375" y="3575"/>
                  </a:cubicBezTo>
                  <a:cubicBezTo>
                    <a:pt x="3292" y="3575"/>
                    <a:pt x="4174" y="2868"/>
                    <a:pt x="4180" y="1793"/>
                  </a:cubicBezTo>
                  <a:cubicBezTo>
                    <a:pt x="4190" y="806"/>
                    <a:pt x="3384" y="0"/>
                    <a:pt x="2397" y="0"/>
                  </a:cubicBezTo>
                  <a:close/>
                </a:path>
              </a:pathLst>
            </a:custGeom>
            <a:solidFill>
              <a:srgbClr val="7E8D9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867" name="Google Shape;10867;p42"/>
            <p:cNvSpPr/>
            <p:nvPr/>
          </p:nvSpPr>
          <p:spPr>
            <a:xfrm>
              <a:off x="4949533" y="2697772"/>
              <a:ext cx="93691" cy="86303"/>
            </a:xfrm>
            <a:custGeom>
              <a:rect b="b" l="l" r="r" t="t"/>
              <a:pathLst>
                <a:path extrusionOk="0" h="3294" w="3576">
                  <a:moveTo>
                    <a:pt x="2464" y="0"/>
                  </a:moveTo>
                  <a:cubicBezTo>
                    <a:pt x="3294" y="1300"/>
                    <a:pt x="2243" y="2766"/>
                    <a:pt x="964" y="2766"/>
                  </a:cubicBezTo>
                  <a:cubicBezTo>
                    <a:pt x="648" y="2766"/>
                    <a:pt x="319" y="2676"/>
                    <a:pt x="0" y="2473"/>
                  </a:cubicBezTo>
                  <a:lnTo>
                    <a:pt x="0" y="2473"/>
                  </a:lnTo>
                  <a:cubicBezTo>
                    <a:pt x="345" y="3012"/>
                    <a:pt x="920" y="3294"/>
                    <a:pt x="1503" y="3294"/>
                  </a:cubicBezTo>
                  <a:cubicBezTo>
                    <a:pt x="1956" y="3294"/>
                    <a:pt x="2414" y="3123"/>
                    <a:pt x="2770" y="2771"/>
                  </a:cubicBezTo>
                  <a:cubicBezTo>
                    <a:pt x="3576" y="1965"/>
                    <a:pt x="3432" y="614"/>
                    <a:pt x="2473" y="0"/>
                  </a:cubicBezTo>
                  <a:close/>
                </a:path>
              </a:pathLst>
            </a:custGeom>
            <a:solidFill>
              <a:srgbClr val="65788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868" name="Google Shape;10868;p42"/>
            <p:cNvSpPr/>
            <p:nvPr/>
          </p:nvSpPr>
          <p:spPr>
            <a:xfrm>
              <a:off x="4961087" y="2717605"/>
              <a:ext cx="46479" cy="39824"/>
            </a:xfrm>
            <a:custGeom>
              <a:rect b="b" l="l" r="r" t="t"/>
              <a:pathLst>
                <a:path extrusionOk="0" h="1520" w="1774">
                  <a:moveTo>
                    <a:pt x="1016" y="1"/>
                  </a:moveTo>
                  <a:cubicBezTo>
                    <a:pt x="336" y="1"/>
                    <a:pt x="0" y="815"/>
                    <a:pt x="470" y="1295"/>
                  </a:cubicBezTo>
                  <a:cubicBezTo>
                    <a:pt x="625" y="1450"/>
                    <a:pt x="817" y="1520"/>
                    <a:pt x="1005" y="1520"/>
                  </a:cubicBezTo>
                  <a:cubicBezTo>
                    <a:pt x="1397" y="1520"/>
                    <a:pt x="1773" y="1218"/>
                    <a:pt x="1773" y="758"/>
                  </a:cubicBezTo>
                  <a:cubicBezTo>
                    <a:pt x="1773" y="336"/>
                    <a:pt x="1428" y="1"/>
                    <a:pt x="1016" y="1"/>
                  </a:cubicBezTo>
                  <a:close/>
                </a:path>
              </a:pathLst>
            </a:custGeom>
            <a:solidFill>
              <a:srgbClr val="D5DAD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869" name="Google Shape;10869;p42"/>
            <p:cNvSpPr/>
            <p:nvPr/>
          </p:nvSpPr>
          <p:spPr>
            <a:xfrm>
              <a:off x="5121300" y="2690488"/>
              <a:ext cx="109516" cy="93691"/>
            </a:xfrm>
            <a:custGeom>
              <a:rect b="b" l="l" r="r" t="t"/>
              <a:pathLst>
                <a:path extrusionOk="0" h="3576" w="4180">
                  <a:moveTo>
                    <a:pt x="2387" y="0"/>
                  </a:moveTo>
                  <a:cubicBezTo>
                    <a:pt x="796" y="0"/>
                    <a:pt x="1" y="1917"/>
                    <a:pt x="1122" y="3049"/>
                  </a:cubicBezTo>
                  <a:cubicBezTo>
                    <a:pt x="1486" y="3412"/>
                    <a:pt x="1934" y="3575"/>
                    <a:pt x="2375" y="3575"/>
                  </a:cubicBezTo>
                  <a:cubicBezTo>
                    <a:pt x="3292" y="3575"/>
                    <a:pt x="4173" y="2868"/>
                    <a:pt x="4180" y="1793"/>
                  </a:cubicBezTo>
                  <a:cubicBezTo>
                    <a:pt x="4180" y="806"/>
                    <a:pt x="3384" y="0"/>
                    <a:pt x="2387" y="0"/>
                  </a:cubicBezTo>
                  <a:close/>
                </a:path>
              </a:pathLst>
            </a:custGeom>
            <a:solidFill>
              <a:srgbClr val="7E8D9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870" name="Google Shape;10870;p42"/>
            <p:cNvSpPr/>
            <p:nvPr/>
          </p:nvSpPr>
          <p:spPr>
            <a:xfrm>
              <a:off x="5144409" y="2697772"/>
              <a:ext cx="93691" cy="86303"/>
            </a:xfrm>
            <a:custGeom>
              <a:rect b="b" l="l" r="r" t="t"/>
              <a:pathLst>
                <a:path extrusionOk="0" h="3294" w="3576">
                  <a:moveTo>
                    <a:pt x="2483" y="0"/>
                  </a:moveTo>
                  <a:cubicBezTo>
                    <a:pt x="2934" y="710"/>
                    <a:pt x="2838" y="1639"/>
                    <a:pt x="2234" y="2234"/>
                  </a:cubicBezTo>
                  <a:cubicBezTo>
                    <a:pt x="1890" y="2583"/>
                    <a:pt x="1434" y="2762"/>
                    <a:pt x="973" y="2762"/>
                  </a:cubicBezTo>
                  <a:cubicBezTo>
                    <a:pt x="638" y="2762"/>
                    <a:pt x="299" y="2667"/>
                    <a:pt x="0" y="2473"/>
                  </a:cubicBezTo>
                  <a:lnTo>
                    <a:pt x="0" y="2473"/>
                  </a:lnTo>
                  <a:cubicBezTo>
                    <a:pt x="345" y="3012"/>
                    <a:pt x="924" y="3294"/>
                    <a:pt x="1507" y="3294"/>
                  </a:cubicBezTo>
                  <a:cubicBezTo>
                    <a:pt x="1961" y="3294"/>
                    <a:pt x="2418" y="3123"/>
                    <a:pt x="2771" y="2771"/>
                  </a:cubicBezTo>
                  <a:cubicBezTo>
                    <a:pt x="3576" y="1965"/>
                    <a:pt x="3432" y="623"/>
                    <a:pt x="2483" y="0"/>
                  </a:cubicBezTo>
                  <a:close/>
                </a:path>
              </a:pathLst>
            </a:custGeom>
            <a:solidFill>
              <a:srgbClr val="65788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871" name="Google Shape;10871;p42"/>
            <p:cNvSpPr/>
            <p:nvPr/>
          </p:nvSpPr>
          <p:spPr>
            <a:xfrm>
              <a:off x="5157220" y="2717605"/>
              <a:ext cx="46741" cy="39824"/>
            </a:xfrm>
            <a:custGeom>
              <a:rect b="b" l="l" r="r" t="t"/>
              <a:pathLst>
                <a:path extrusionOk="0" h="1520" w="1784">
                  <a:moveTo>
                    <a:pt x="1016" y="1"/>
                  </a:moveTo>
                  <a:cubicBezTo>
                    <a:pt x="345" y="1"/>
                    <a:pt x="0" y="815"/>
                    <a:pt x="480" y="1295"/>
                  </a:cubicBezTo>
                  <a:cubicBezTo>
                    <a:pt x="635" y="1450"/>
                    <a:pt x="827" y="1520"/>
                    <a:pt x="1015" y="1520"/>
                  </a:cubicBezTo>
                  <a:cubicBezTo>
                    <a:pt x="1407" y="1520"/>
                    <a:pt x="1783" y="1218"/>
                    <a:pt x="1783" y="758"/>
                  </a:cubicBezTo>
                  <a:cubicBezTo>
                    <a:pt x="1783" y="336"/>
                    <a:pt x="1438" y="1"/>
                    <a:pt x="1016" y="1"/>
                  </a:cubicBezTo>
                  <a:close/>
                </a:path>
              </a:pathLst>
            </a:custGeom>
            <a:solidFill>
              <a:srgbClr val="D5DAD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872" name="Google Shape;10872;p42"/>
            <p:cNvSpPr/>
            <p:nvPr/>
          </p:nvSpPr>
          <p:spPr>
            <a:xfrm>
              <a:off x="4936223" y="2525245"/>
              <a:ext cx="102730" cy="102494"/>
            </a:xfrm>
            <a:custGeom>
              <a:rect b="b" l="l" r="r" t="t"/>
              <a:pathLst>
                <a:path extrusionOk="0" h="3912" w="3921">
                  <a:moveTo>
                    <a:pt x="1678" y="0"/>
                  </a:moveTo>
                  <a:cubicBezTo>
                    <a:pt x="1476" y="0"/>
                    <a:pt x="1313" y="154"/>
                    <a:pt x="1313" y="355"/>
                  </a:cubicBezTo>
                  <a:lnTo>
                    <a:pt x="1313" y="1304"/>
                  </a:lnTo>
                  <a:lnTo>
                    <a:pt x="364" y="1304"/>
                  </a:lnTo>
                  <a:cubicBezTo>
                    <a:pt x="163" y="1304"/>
                    <a:pt x="0" y="1467"/>
                    <a:pt x="0" y="1668"/>
                  </a:cubicBezTo>
                  <a:lnTo>
                    <a:pt x="0" y="2234"/>
                  </a:lnTo>
                  <a:cubicBezTo>
                    <a:pt x="0" y="2425"/>
                    <a:pt x="163" y="2598"/>
                    <a:pt x="364" y="2598"/>
                  </a:cubicBezTo>
                  <a:lnTo>
                    <a:pt x="1304" y="2598"/>
                  </a:lnTo>
                  <a:lnTo>
                    <a:pt x="1304" y="3547"/>
                  </a:lnTo>
                  <a:cubicBezTo>
                    <a:pt x="1304" y="3748"/>
                    <a:pt x="1467" y="3911"/>
                    <a:pt x="1678" y="3911"/>
                  </a:cubicBezTo>
                  <a:lnTo>
                    <a:pt x="2234" y="3911"/>
                  </a:lnTo>
                  <a:cubicBezTo>
                    <a:pt x="2435" y="3911"/>
                    <a:pt x="2607" y="3748"/>
                    <a:pt x="2598" y="3547"/>
                  </a:cubicBezTo>
                  <a:lnTo>
                    <a:pt x="2598" y="2598"/>
                  </a:lnTo>
                  <a:lnTo>
                    <a:pt x="3547" y="2598"/>
                  </a:lnTo>
                  <a:cubicBezTo>
                    <a:pt x="3552" y="2598"/>
                    <a:pt x="3557" y="2598"/>
                    <a:pt x="3563" y="2598"/>
                  </a:cubicBezTo>
                  <a:cubicBezTo>
                    <a:pt x="3757" y="2598"/>
                    <a:pt x="3920" y="2430"/>
                    <a:pt x="3911" y="2234"/>
                  </a:cubicBezTo>
                  <a:lnTo>
                    <a:pt x="3911" y="1668"/>
                  </a:lnTo>
                  <a:cubicBezTo>
                    <a:pt x="3911" y="1467"/>
                    <a:pt x="3748" y="1304"/>
                    <a:pt x="3556" y="1304"/>
                  </a:cubicBezTo>
                  <a:lnTo>
                    <a:pt x="2607" y="1304"/>
                  </a:lnTo>
                  <a:lnTo>
                    <a:pt x="2607" y="355"/>
                  </a:lnTo>
                  <a:cubicBezTo>
                    <a:pt x="2607" y="154"/>
                    <a:pt x="2435" y="0"/>
                    <a:pt x="2243" y="0"/>
                  </a:cubicBezTo>
                  <a:close/>
                </a:path>
              </a:pathLst>
            </a:custGeom>
            <a:solidFill>
              <a:srgbClr val="657A8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873" name="Google Shape;10873;p42"/>
            <p:cNvSpPr/>
            <p:nvPr/>
          </p:nvSpPr>
          <p:spPr>
            <a:xfrm>
              <a:off x="5098952" y="2670890"/>
              <a:ext cx="183872" cy="59815"/>
            </a:xfrm>
            <a:custGeom>
              <a:rect b="b" l="l" r="r" t="t"/>
              <a:pathLst>
                <a:path extrusionOk="0" h="2283" w="7018">
                  <a:moveTo>
                    <a:pt x="1" y="1"/>
                  </a:moveTo>
                  <a:lnTo>
                    <a:pt x="1" y="2282"/>
                  </a:lnTo>
                  <a:lnTo>
                    <a:pt x="1467" y="2282"/>
                  </a:lnTo>
                  <a:cubicBezTo>
                    <a:pt x="1601" y="1400"/>
                    <a:pt x="2359" y="748"/>
                    <a:pt x="3240" y="748"/>
                  </a:cubicBezTo>
                  <a:cubicBezTo>
                    <a:pt x="3247" y="748"/>
                    <a:pt x="3253" y="748"/>
                    <a:pt x="3260" y="748"/>
                  </a:cubicBezTo>
                  <a:cubicBezTo>
                    <a:pt x="4143" y="748"/>
                    <a:pt x="4880" y="1397"/>
                    <a:pt x="5014" y="2272"/>
                  </a:cubicBezTo>
                  <a:lnTo>
                    <a:pt x="6298" y="2272"/>
                  </a:lnTo>
                  <a:cubicBezTo>
                    <a:pt x="6691" y="2272"/>
                    <a:pt x="7017" y="1947"/>
                    <a:pt x="7017" y="1554"/>
                  </a:cubicBezTo>
                  <a:lnTo>
                    <a:pt x="7017" y="1"/>
                  </a:lnTo>
                  <a:close/>
                </a:path>
              </a:pathLst>
            </a:custGeom>
            <a:solidFill>
              <a:srgbClr val="657A8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874" name="Google Shape;10874;p42"/>
            <p:cNvSpPr/>
            <p:nvPr/>
          </p:nvSpPr>
          <p:spPr>
            <a:xfrm>
              <a:off x="5233069" y="2670890"/>
              <a:ext cx="49990" cy="59553"/>
            </a:xfrm>
            <a:custGeom>
              <a:rect b="b" l="l" r="r" t="t"/>
              <a:pathLst>
                <a:path extrusionOk="0" h="2273" w="1908">
                  <a:moveTo>
                    <a:pt x="719" y="1"/>
                  </a:moveTo>
                  <a:lnTo>
                    <a:pt x="719" y="1554"/>
                  </a:lnTo>
                  <a:cubicBezTo>
                    <a:pt x="719" y="1947"/>
                    <a:pt x="393" y="2272"/>
                    <a:pt x="0" y="2272"/>
                  </a:cubicBezTo>
                  <a:lnTo>
                    <a:pt x="1189" y="2272"/>
                  </a:lnTo>
                  <a:cubicBezTo>
                    <a:pt x="1582" y="2272"/>
                    <a:pt x="1908" y="1947"/>
                    <a:pt x="1908" y="1554"/>
                  </a:cubicBezTo>
                  <a:lnTo>
                    <a:pt x="1908" y="1"/>
                  </a:lnTo>
                  <a:close/>
                </a:path>
              </a:pathLst>
            </a:custGeom>
            <a:solidFill>
              <a:srgbClr val="526A7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875" name="Google Shape;10875;p42"/>
            <p:cNvSpPr/>
            <p:nvPr/>
          </p:nvSpPr>
          <p:spPr>
            <a:xfrm>
              <a:off x="4875937" y="2670655"/>
              <a:ext cx="223303" cy="59788"/>
            </a:xfrm>
            <a:custGeom>
              <a:rect b="b" l="l" r="r" t="t"/>
              <a:pathLst>
                <a:path extrusionOk="0" h="2282" w="8523">
                  <a:moveTo>
                    <a:pt x="1" y="0"/>
                  </a:moveTo>
                  <a:lnTo>
                    <a:pt x="1" y="1553"/>
                  </a:lnTo>
                  <a:cubicBezTo>
                    <a:pt x="1" y="1956"/>
                    <a:pt x="327" y="2281"/>
                    <a:pt x="720" y="2281"/>
                  </a:cubicBezTo>
                  <a:lnTo>
                    <a:pt x="2493" y="2281"/>
                  </a:lnTo>
                  <a:cubicBezTo>
                    <a:pt x="2627" y="1409"/>
                    <a:pt x="3375" y="757"/>
                    <a:pt x="4257" y="757"/>
                  </a:cubicBezTo>
                  <a:cubicBezTo>
                    <a:pt x="5148" y="757"/>
                    <a:pt x="5896" y="1409"/>
                    <a:pt x="6030" y="2281"/>
                  </a:cubicBezTo>
                  <a:lnTo>
                    <a:pt x="8522" y="2281"/>
                  </a:lnTo>
                  <a:lnTo>
                    <a:pt x="8522" y="0"/>
                  </a:lnTo>
                  <a:close/>
                </a:path>
              </a:pathLst>
            </a:custGeom>
            <a:solidFill>
              <a:srgbClr val="657A8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876" name="Google Shape;10876;p42"/>
            <p:cNvSpPr/>
            <p:nvPr/>
          </p:nvSpPr>
          <p:spPr>
            <a:xfrm>
              <a:off x="5063529" y="2670890"/>
              <a:ext cx="35711" cy="59815"/>
            </a:xfrm>
            <a:custGeom>
              <a:rect b="b" l="l" r="r" t="t"/>
              <a:pathLst>
                <a:path extrusionOk="0" h="2283" w="1363">
                  <a:moveTo>
                    <a:pt x="1" y="1"/>
                  </a:moveTo>
                  <a:lnTo>
                    <a:pt x="1" y="2282"/>
                  </a:lnTo>
                  <a:lnTo>
                    <a:pt x="1362" y="2282"/>
                  </a:lnTo>
                  <a:lnTo>
                    <a:pt x="1362" y="1"/>
                  </a:lnTo>
                  <a:close/>
                </a:path>
              </a:pathLst>
            </a:custGeom>
            <a:solidFill>
              <a:srgbClr val="526A7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0877" name="Google Shape;10877;p42"/>
          <p:cNvGrpSpPr/>
          <p:nvPr/>
        </p:nvGrpSpPr>
        <p:grpSpPr>
          <a:xfrm>
            <a:off x="4893282" y="3621774"/>
            <a:ext cx="242114" cy="362163"/>
            <a:chOff x="4893282" y="3804774"/>
            <a:chExt cx="242114" cy="362163"/>
          </a:xfrm>
        </p:grpSpPr>
        <p:sp>
          <p:nvSpPr>
            <p:cNvPr id="10878" name="Google Shape;10878;p42"/>
            <p:cNvSpPr/>
            <p:nvPr/>
          </p:nvSpPr>
          <p:spPr>
            <a:xfrm>
              <a:off x="4893517" y="3804774"/>
              <a:ext cx="241878" cy="361927"/>
            </a:xfrm>
            <a:custGeom>
              <a:rect b="b" l="l" r="r" t="t"/>
              <a:pathLst>
                <a:path extrusionOk="0" h="13814" w="9232">
                  <a:moveTo>
                    <a:pt x="796" y="1"/>
                  </a:moveTo>
                  <a:cubicBezTo>
                    <a:pt x="355" y="1"/>
                    <a:pt x="1" y="355"/>
                    <a:pt x="1" y="787"/>
                  </a:cubicBezTo>
                  <a:lnTo>
                    <a:pt x="1" y="13027"/>
                  </a:lnTo>
                  <a:cubicBezTo>
                    <a:pt x="1" y="13468"/>
                    <a:pt x="355" y="13813"/>
                    <a:pt x="796" y="13813"/>
                  </a:cubicBezTo>
                  <a:lnTo>
                    <a:pt x="8445" y="13813"/>
                  </a:lnTo>
                  <a:cubicBezTo>
                    <a:pt x="8877" y="13813"/>
                    <a:pt x="9231" y="13468"/>
                    <a:pt x="9231" y="13027"/>
                  </a:cubicBezTo>
                  <a:lnTo>
                    <a:pt x="9231" y="787"/>
                  </a:lnTo>
                  <a:cubicBezTo>
                    <a:pt x="9231" y="355"/>
                    <a:pt x="8877" y="1"/>
                    <a:pt x="8445" y="1"/>
                  </a:cubicBezTo>
                  <a:close/>
                </a:path>
              </a:pathLst>
            </a:custGeom>
            <a:solidFill>
              <a:srgbClr val="CED6D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879" name="Google Shape;10879;p42"/>
            <p:cNvSpPr/>
            <p:nvPr/>
          </p:nvSpPr>
          <p:spPr>
            <a:xfrm>
              <a:off x="4893282" y="3804774"/>
              <a:ext cx="242114" cy="362163"/>
            </a:xfrm>
            <a:custGeom>
              <a:rect b="b" l="l" r="r" t="t"/>
              <a:pathLst>
                <a:path extrusionOk="0" h="13823" w="9241">
                  <a:moveTo>
                    <a:pt x="8244" y="1"/>
                  </a:moveTo>
                  <a:lnTo>
                    <a:pt x="8244" y="12040"/>
                  </a:lnTo>
                  <a:cubicBezTo>
                    <a:pt x="8244" y="12481"/>
                    <a:pt x="7889" y="12826"/>
                    <a:pt x="7458" y="12826"/>
                  </a:cubicBezTo>
                  <a:lnTo>
                    <a:pt x="0" y="12826"/>
                  </a:lnTo>
                  <a:lnTo>
                    <a:pt x="0" y="13027"/>
                  </a:lnTo>
                  <a:cubicBezTo>
                    <a:pt x="0" y="13468"/>
                    <a:pt x="355" y="13823"/>
                    <a:pt x="796" y="13823"/>
                  </a:cubicBezTo>
                  <a:lnTo>
                    <a:pt x="8445" y="13823"/>
                  </a:lnTo>
                  <a:cubicBezTo>
                    <a:pt x="8876" y="13823"/>
                    <a:pt x="9231" y="13468"/>
                    <a:pt x="9231" y="13027"/>
                  </a:cubicBezTo>
                  <a:lnTo>
                    <a:pt x="9231" y="787"/>
                  </a:lnTo>
                  <a:cubicBezTo>
                    <a:pt x="9240" y="355"/>
                    <a:pt x="8886" y="1"/>
                    <a:pt x="8445" y="1"/>
                  </a:cubicBezTo>
                  <a:close/>
                </a:path>
              </a:pathLst>
            </a:custGeom>
            <a:solidFill>
              <a:srgbClr val="BDC8C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880" name="Google Shape;10880;p42"/>
            <p:cNvSpPr/>
            <p:nvPr/>
          </p:nvSpPr>
          <p:spPr>
            <a:xfrm>
              <a:off x="4917124" y="3834668"/>
              <a:ext cx="83159" cy="71264"/>
            </a:xfrm>
            <a:custGeom>
              <a:rect b="b" l="l" r="r" t="t"/>
              <a:pathLst>
                <a:path extrusionOk="0" h="2720" w="3174">
                  <a:moveTo>
                    <a:pt x="1812" y="0"/>
                  </a:moveTo>
                  <a:cubicBezTo>
                    <a:pt x="605" y="0"/>
                    <a:pt x="1" y="1467"/>
                    <a:pt x="854" y="2320"/>
                  </a:cubicBezTo>
                  <a:cubicBezTo>
                    <a:pt x="1130" y="2596"/>
                    <a:pt x="1470" y="2719"/>
                    <a:pt x="1804" y="2719"/>
                  </a:cubicBezTo>
                  <a:cubicBezTo>
                    <a:pt x="2502" y="2719"/>
                    <a:pt x="3173" y="2179"/>
                    <a:pt x="3173" y="1361"/>
                  </a:cubicBezTo>
                  <a:cubicBezTo>
                    <a:pt x="3173" y="604"/>
                    <a:pt x="2560" y="0"/>
                    <a:pt x="1812" y="0"/>
                  </a:cubicBezTo>
                  <a:close/>
                </a:path>
              </a:pathLst>
            </a:custGeom>
            <a:solidFill>
              <a:srgbClr val="A4B3B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881" name="Google Shape;10881;p42"/>
            <p:cNvSpPr/>
            <p:nvPr/>
          </p:nvSpPr>
          <p:spPr>
            <a:xfrm>
              <a:off x="4957812" y="3834668"/>
              <a:ext cx="42470" cy="71343"/>
            </a:xfrm>
            <a:custGeom>
              <a:rect b="b" l="l" r="r" t="t"/>
              <a:pathLst>
                <a:path extrusionOk="0" h="2723" w="1621">
                  <a:moveTo>
                    <a:pt x="259" y="0"/>
                  </a:moveTo>
                  <a:cubicBezTo>
                    <a:pt x="173" y="0"/>
                    <a:pt x="87" y="10"/>
                    <a:pt x="1" y="29"/>
                  </a:cubicBezTo>
                  <a:cubicBezTo>
                    <a:pt x="643" y="144"/>
                    <a:pt x="1103" y="710"/>
                    <a:pt x="1103" y="1361"/>
                  </a:cubicBezTo>
                  <a:cubicBezTo>
                    <a:pt x="1103" y="2013"/>
                    <a:pt x="643" y="2569"/>
                    <a:pt x="1" y="2694"/>
                  </a:cubicBezTo>
                  <a:cubicBezTo>
                    <a:pt x="87" y="2713"/>
                    <a:pt x="173" y="2722"/>
                    <a:pt x="259" y="2722"/>
                  </a:cubicBezTo>
                  <a:cubicBezTo>
                    <a:pt x="1017" y="2722"/>
                    <a:pt x="1620" y="2109"/>
                    <a:pt x="1620" y="1361"/>
                  </a:cubicBezTo>
                  <a:cubicBezTo>
                    <a:pt x="1620" y="604"/>
                    <a:pt x="1017" y="0"/>
                    <a:pt x="259" y="0"/>
                  </a:cubicBezTo>
                  <a:close/>
                </a:path>
              </a:pathLst>
            </a:custGeom>
            <a:solidFill>
              <a:srgbClr val="8C9EA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882" name="Google Shape;10882;p42"/>
            <p:cNvSpPr/>
            <p:nvPr/>
          </p:nvSpPr>
          <p:spPr>
            <a:xfrm>
              <a:off x="4935961" y="3841454"/>
              <a:ext cx="57535" cy="57535"/>
            </a:xfrm>
            <a:custGeom>
              <a:rect b="b" l="l" r="r" t="t"/>
              <a:pathLst>
                <a:path extrusionOk="0" h="2196" w="2196">
                  <a:moveTo>
                    <a:pt x="1899" y="0"/>
                  </a:moveTo>
                  <a:lnTo>
                    <a:pt x="1" y="1908"/>
                  </a:lnTo>
                  <a:cubicBezTo>
                    <a:pt x="77" y="2013"/>
                    <a:pt x="183" y="2118"/>
                    <a:pt x="288" y="2195"/>
                  </a:cubicBezTo>
                  <a:lnTo>
                    <a:pt x="2196" y="297"/>
                  </a:lnTo>
                  <a:cubicBezTo>
                    <a:pt x="2109" y="182"/>
                    <a:pt x="2014" y="86"/>
                    <a:pt x="1899" y="0"/>
                  </a:cubicBezTo>
                  <a:close/>
                </a:path>
              </a:pathLst>
            </a:custGeom>
            <a:solidFill>
              <a:srgbClr val="879AA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883" name="Google Shape;10883;p42"/>
            <p:cNvSpPr/>
            <p:nvPr/>
          </p:nvSpPr>
          <p:spPr>
            <a:xfrm>
              <a:off x="4979401" y="3841690"/>
              <a:ext cx="14358" cy="16611"/>
            </a:xfrm>
            <a:custGeom>
              <a:rect b="b" l="l" r="r" t="t"/>
              <a:pathLst>
                <a:path extrusionOk="0" h="634" w="548">
                  <a:moveTo>
                    <a:pt x="250" y="1"/>
                  </a:moveTo>
                  <a:lnTo>
                    <a:pt x="1" y="259"/>
                  </a:lnTo>
                  <a:cubicBezTo>
                    <a:pt x="87" y="374"/>
                    <a:pt x="164" y="499"/>
                    <a:pt x="212" y="633"/>
                  </a:cubicBezTo>
                  <a:lnTo>
                    <a:pt x="547" y="298"/>
                  </a:lnTo>
                  <a:lnTo>
                    <a:pt x="509" y="250"/>
                  </a:lnTo>
                  <a:cubicBezTo>
                    <a:pt x="509" y="250"/>
                    <a:pt x="509" y="250"/>
                    <a:pt x="509" y="240"/>
                  </a:cubicBezTo>
                  <a:lnTo>
                    <a:pt x="480" y="212"/>
                  </a:lnTo>
                  <a:lnTo>
                    <a:pt x="471" y="202"/>
                  </a:lnTo>
                  <a:cubicBezTo>
                    <a:pt x="432" y="154"/>
                    <a:pt x="384" y="106"/>
                    <a:pt x="336" y="68"/>
                  </a:cubicBezTo>
                  <a:lnTo>
                    <a:pt x="327" y="58"/>
                  </a:lnTo>
                  <a:lnTo>
                    <a:pt x="298" y="29"/>
                  </a:lnTo>
                  <a:lnTo>
                    <a:pt x="288" y="29"/>
                  </a:lnTo>
                  <a:lnTo>
                    <a:pt x="250" y="1"/>
                  </a:lnTo>
                  <a:close/>
                </a:path>
              </a:pathLst>
            </a:custGeom>
            <a:solidFill>
              <a:srgbClr val="778DA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884" name="Google Shape;10884;p42"/>
            <p:cNvSpPr/>
            <p:nvPr/>
          </p:nvSpPr>
          <p:spPr>
            <a:xfrm>
              <a:off x="5016317" y="3834668"/>
              <a:ext cx="83421" cy="71264"/>
            </a:xfrm>
            <a:custGeom>
              <a:rect b="b" l="l" r="r" t="t"/>
              <a:pathLst>
                <a:path extrusionOk="0" h="2720" w="3184">
                  <a:moveTo>
                    <a:pt x="1822" y="0"/>
                  </a:moveTo>
                  <a:cubicBezTo>
                    <a:pt x="614" y="0"/>
                    <a:pt x="1" y="1467"/>
                    <a:pt x="864" y="2320"/>
                  </a:cubicBezTo>
                  <a:cubicBezTo>
                    <a:pt x="1139" y="2596"/>
                    <a:pt x="1480" y="2719"/>
                    <a:pt x="1813" y="2719"/>
                  </a:cubicBezTo>
                  <a:cubicBezTo>
                    <a:pt x="2512" y="2719"/>
                    <a:pt x="3183" y="2179"/>
                    <a:pt x="3183" y="1361"/>
                  </a:cubicBezTo>
                  <a:cubicBezTo>
                    <a:pt x="3183" y="604"/>
                    <a:pt x="2570" y="0"/>
                    <a:pt x="1822" y="0"/>
                  </a:cubicBezTo>
                  <a:close/>
                </a:path>
              </a:pathLst>
            </a:custGeom>
            <a:solidFill>
              <a:srgbClr val="A4B3B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885" name="Google Shape;10885;p42"/>
            <p:cNvSpPr/>
            <p:nvPr/>
          </p:nvSpPr>
          <p:spPr>
            <a:xfrm>
              <a:off x="5057267" y="3834668"/>
              <a:ext cx="42470" cy="71343"/>
            </a:xfrm>
            <a:custGeom>
              <a:rect b="b" l="l" r="r" t="t"/>
              <a:pathLst>
                <a:path extrusionOk="0" h="2723" w="1621">
                  <a:moveTo>
                    <a:pt x="259" y="0"/>
                  </a:moveTo>
                  <a:cubicBezTo>
                    <a:pt x="173" y="0"/>
                    <a:pt x="87" y="10"/>
                    <a:pt x="0" y="29"/>
                  </a:cubicBezTo>
                  <a:cubicBezTo>
                    <a:pt x="643" y="144"/>
                    <a:pt x="1103" y="710"/>
                    <a:pt x="1103" y="1361"/>
                  </a:cubicBezTo>
                  <a:cubicBezTo>
                    <a:pt x="1103" y="2013"/>
                    <a:pt x="643" y="2569"/>
                    <a:pt x="0" y="2694"/>
                  </a:cubicBezTo>
                  <a:cubicBezTo>
                    <a:pt x="87" y="2713"/>
                    <a:pt x="173" y="2722"/>
                    <a:pt x="259" y="2722"/>
                  </a:cubicBezTo>
                  <a:cubicBezTo>
                    <a:pt x="1007" y="2722"/>
                    <a:pt x="1620" y="2109"/>
                    <a:pt x="1620" y="1361"/>
                  </a:cubicBezTo>
                  <a:cubicBezTo>
                    <a:pt x="1620" y="604"/>
                    <a:pt x="1007" y="0"/>
                    <a:pt x="259" y="0"/>
                  </a:cubicBezTo>
                  <a:close/>
                </a:path>
              </a:pathLst>
            </a:custGeom>
            <a:solidFill>
              <a:srgbClr val="8C9EA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886" name="Google Shape;10886;p42"/>
            <p:cNvSpPr/>
            <p:nvPr/>
          </p:nvSpPr>
          <p:spPr>
            <a:xfrm>
              <a:off x="5035155" y="3841454"/>
              <a:ext cx="57535" cy="57535"/>
            </a:xfrm>
            <a:custGeom>
              <a:rect b="b" l="l" r="r" t="t"/>
              <a:pathLst>
                <a:path extrusionOk="0" h="2196" w="2196">
                  <a:moveTo>
                    <a:pt x="1908" y="0"/>
                  </a:moveTo>
                  <a:lnTo>
                    <a:pt x="1" y="1908"/>
                  </a:lnTo>
                  <a:cubicBezTo>
                    <a:pt x="87" y="2013"/>
                    <a:pt x="183" y="2109"/>
                    <a:pt x="298" y="2195"/>
                  </a:cubicBezTo>
                  <a:lnTo>
                    <a:pt x="2196" y="297"/>
                  </a:lnTo>
                  <a:cubicBezTo>
                    <a:pt x="2119" y="182"/>
                    <a:pt x="2014" y="86"/>
                    <a:pt x="1908" y="0"/>
                  </a:cubicBezTo>
                  <a:close/>
                </a:path>
              </a:pathLst>
            </a:custGeom>
            <a:solidFill>
              <a:srgbClr val="879AA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887" name="Google Shape;10887;p42"/>
            <p:cNvSpPr/>
            <p:nvPr/>
          </p:nvSpPr>
          <p:spPr>
            <a:xfrm>
              <a:off x="5078620" y="3841690"/>
              <a:ext cx="14593" cy="16611"/>
            </a:xfrm>
            <a:custGeom>
              <a:rect b="b" l="l" r="r" t="t"/>
              <a:pathLst>
                <a:path extrusionOk="0" h="634" w="557">
                  <a:moveTo>
                    <a:pt x="259" y="1"/>
                  </a:moveTo>
                  <a:lnTo>
                    <a:pt x="0" y="259"/>
                  </a:lnTo>
                  <a:cubicBezTo>
                    <a:pt x="96" y="374"/>
                    <a:pt x="163" y="499"/>
                    <a:pt x="221" y="633"/>
                  </a:cubicBezTo>
                  <a:lnTo>
                    <a:pt x="556" y="298"/>
                  </a:lnTo>
                  <a:cubicBezTo>
                    <a:pt x="537" y="279"/>
                    <a:pt x="527" y="269"/>
                    <a:pt x="518" y="250"/>
                  </a:cubicBezTo>
                  <a:cubicBezTo>
                    <a:pt x="508" y="250"/>
                    <a:pt x="508" y="250"/>
                    <a:pt x="518" y="240"/>
                  </a:cubicBezTo>
                  <a:lnTo>
                    <a:pt x="489" y="212"/>
                  </a:lnTo>
                  <a:lnTo>
                    <a:pt x="479" y="202"/>
                  </a:lnTo>
                  <a:cubicBezTo>
                    <a:pt x="441" y="154"/>
                    <a:pt x="393" y="106"/>
                    <a:pt x="345" y="68"/>
                  </a:cubicBezTo>
                  <a:lnTo>
                    <a:pt x="336" y="58"/>
                  </a:lnTo>
                  <a:lnTo>
                    <a:pt x="307" y="29"/>
                  </a:lnTo>
                  <a:lnTo>
                    <a:pt x="288" y="29"/>
                  </a:lnTo>
                  <a:lnTo>
                    <a:pt x="259" y="1"/>
                  </a:lnTo>
                  <a:close/>
                </a:path>
              </a:pathLst>
            </a:custGeom>
            <a:solidFill>
              <a:srgbClr val="778DA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888" name="Google Shape;10888;p42"/>
            <p:cNvSpPr/>
            <p:nvPr/>
          </p:nvSpPr>
          <p:spPr>
            <a:xfrm>
              <a:off x="4917124" y="3947669"/>
              <a:ext cx="83159" cy="71264"/>
            </a:xfrm>
            <a:custGeom>
              <a:rect b="b" l="l" r="r" t="t"/>
              <a:pathLst>
                <a:path extrusionOk="0" h="2720" w="3174">
                  <a:moveTo>
                    <a:pt x="1812" y="1"/>
                  </a:moveTo>
                  <a:cubicBezTo>
                    <a:pt x="605" y="1"/>
                    <a:pt x="1" y="1458"/>
                    <a:pt x="854" y="2320"/>
                  </a:cubicBezTo>
                  <a:cubicBezTo>
                    <a:pt x="1129" y="2596"/>
                    <a:pt x="1469" y="2719"/>
                    <a:pt x="1802" y="2719"/>
                  </a:cubicBezTo>
                  <a:cubicBezTo>
                    <a:pt x="2501" y="2719"/>
                    <a:pt x="3173" y="2176"/>
                    <a:pt x="3173" y="1352"/>
                  </a:cubicBezTo>
                  <a:cubicBezTo>
                    <a:pt x="3173" y="605"/>
                    <a:pt x="2560" y="1"/>
                    <a:pt x="1812" y="1"/>
                  </a:cubicBezTo>
                  <a:close/>
                </a:path>
              </a:pathLst>
            </a:custGeom>
            <a:solidFill>
              <a:srgbClr val="A4B3B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889" name="Google Shape;10889;p42"/>
            <p:cNvSpPr/>
            <p:nvPr/>
          </p:nvSpPr>
          <p:spPr>
            <a:xfrm>
              <a:off x="4957812" y="3947433"/>
              <a:ext cx="42470" cy="71578"/>
            </a:xfrm>
            <a:custGeom>
              <a:rect b="b" l="l" r="r" t="t"/>
              <a:pathLst>
                <a:path extrusionOk="0" h="2732" w="1621">
                  <a:moveTo>
                    <a:pt x="259" y="0"/>
                  </a:moveTo>
                  <a:cubicBezTo>
                    <a:pt x="173" y="0"/>
                    <a:pt x="87" y="10"/>
                    <a:pt x="1" y="29"/>
                  </a:cubicBezTo>
                  <a:cubicBezTo>
                    <a:pt x="643" y="153"/>
                    <a:pt x="1103" y="709"/>
                    <a:pt x="1103" y="1361"/>
                  </a:cubicBezTo>
                  <a:cubicBezTo>
                    <a:pt x="1103" y="2013"/>
                    <a:pt x="643" y="2579"/>
                    <a:pt x="1" y="2703"/>
                  </a:cubicBezTo>
                  <a:cubicBezTo>
                    <a:pt x="87" y="2722"/>
                    <a:pt x="173" y="2722"/>
                    <a:pt x="259" y="2732"/>
                  </a:cubicBezTo>
                  <a:cubicBezTo>
                    <a:pt x="1017" y="2722"/>
                    <a:pt x="1620" y="2118"/>
                    <a:pt x="1620" y="1371"/>
                  </a:cubicBezTo>
                  <a:cubicBezTo>
                    <a:pt x="1620" y="614"/>
                    <a:pt x="1017" y="10"/>
                    <a:pt x="259" y="10"/>
                  </a:cubicBezTo>
                  <a:lnTo>
                    <a:pt x="259" y="0"/>
                  </a:lnTo>
                  <a:close/>
                </a:path>
              </a:pathLst>
            </a:custGeom>
            <a:solidFill>
              <a:srgbClr val="8C9EA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890" name="Google Shape;10890;p42"/>
            <p:cNvSpPr/>
            <p:nvPr/>
          </p:nvSpPr>
          <p:spPr>
            <a:xfrm>
              <a:off x="4935961" y="3954455"/>
              <a:ext cx="57535" cy="57535"/>
            </a:xfrm>
            <a:custGeom>
              <a:rect b="b" l="l" r="r" t="t"/>
              <a:pathLst>
                <a:path extrusionOk="0" h="2196" w="2196">
                  <a:moveTo>
                    <a:pt x="1899" y="0"/>
                  </a:moveTo>
                  <a:lnTo>
                    <a:pt x="1" y="1898"/>
                  </a:lnTo>
                  <a:cubicBezTo>
                    <a:pt x="77" y="2013"/>
                    <a:pt x="183" y="2109"/>
                    <a:pt x="288" y="2196"/>
                  </a:cubicBezTo>
                  <a:lnTo>
                    <a:pt x="2196" y="288"/>
                  </a:lnTo>
                  <a:cubicBezTo>
                    <a:pt x="2109" y="183"/>
                    <a:pt x="2004" y="77"/>
                    <a:pt x="1899" y="0"/>
                  </a:cubicBezTo>
                  <a:close/>
                </a:path>
              </a:pathLst>
            </a:custGeom>
            <a:solidFill>
              <a:srgbClr val="879AA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891" name="Google Shape;10891;p42"/>
            <p:cNvSpPr/>
            <p:nvPr/>
          </p:nvSpPr>
          <p:spPr>
            <a:xfrm>
              <a:off x="4979401" y="3954717"/>
              <a:ext cx="14358" cy="16585"/>
            </a:xfrm>
            <a:custGeom>
              <a:rect b="b" l="l" r="r" t="t"/>
              <a:pathLst>
                <a:path extrusionOk="0" h="633" w="548">
                  <a:moveTo>
                    <a:pt x="250" y="0"/>
                  </a:moveTo>
                  <a:lnTo>
                    <a:pt x="1" y="249"/>
                  </a:lnTo>
                  <a:cubicBezTo>
                    <a:pt x="87" y="364"/>
                    <a:pt x="164" y="489"/>
                    <a:pt x="212" y="633"/>
                  </a:cubicBezTo>
                  <a:lnTo>
                    <a:pt x="547" y="297"/>
                  </a:lnTo>
                  <a:cubicBezTo>
                    <a:pt x="528" y="268"/>
                    <a:pt x="518" y="259"/>
                    <a:pt x="509" y="249"/>
                  </a:cubicBezTo>
                  <a:cubicBezTo>
                    <a:pt x="509" y="240"/>
                    <a:pt x="509" y="240"/>
                    <a:pt x="509" y="240"/>
                  </a:cubicBezTo>
                  <a:lnTo>
                    <a:pt x="480" y="201"/>
                  </a:lnTo>
                  <a:lnTo>
                    <a:pt x="471" y="192"/>
                  </a:lnTo>
                  <a:cubicBezTo>
                    <a:pt x="432" y="144"/>
                    <a:pt x="384" y="105"/>
                    <a:pt x="336" y="58"/>
                  </a:cubicBezTo>
                  <a:lnTo>
                    <a:pt x="327" y="48"/>
                  </a:lnTo>
                  <a:lnTo>
                    <a:pt x="298" y="29"/>
                  </a:lnTo>
                  <a:cubicBezTo>
                    <a:pt x="298" y="24"/>
                    <a:pt x="296" y="22"/>
                    <a:pt x="293" y="22"/>
                  </a:cubicBezTo>
                  <a:cubicBezTo>
                    <a:pt x="291" y="22"/>
                    <a:pt x="288" y="24"/>
                    <a:pt x="288" y="29"/>
                  </a:cubicBezTo>
                  <a:lnTo>
                    <a:pt x="250" y="0"/>
                  </a:lnTo>
                  <a:close/>
                </a:path>
              </a:pathLst>
            </a:custGeom>
            <a:solidFill>
              <a:srgbClr val="778DA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892" name="Google Shape;10892;p42"/>
            <p:cNvSpPr/>
            <p:nvPr/>
          </p:nvSpPr>
          <p:spPr>
            <a:xfrm>
              <a:off x="5016317" y="3947669"/>
              <a:ext cx="83421" cy="71264"/>
            </a:xfrm>
            <a:custGeom>
              <a:rect b="b" l="l" r="r" t="t"/>
              <a:pathLst>
                <a:path extrusionOk="0" h="2720" w="3184">
                  <a:moveTo>
                    <a:pt x="1822" y="1"/>
                  </a:moveTo>
                  <a:cubicBezTo>
                    <a:pt x="614" y="1"/>
                    <a:pt x="1" y="1458"/>
                    <a:pt x="864" y="2320"/>
                  </a:cubicBezTo>
                  <a:cubicBezTo>
                    <a:pt x="1139" y="2596"/>
                    <a:pt x="1479" y="2719"/>
                    <a:pt x="1812" y="2719"/>
                  </a:cubicBezTo>
                  <a:cubicBezTo>
                    <a:pt x="2511" y="2719"/>
                    <a:pt x="3183" y="2176"/>
                    <a:pt x="3183" y="1352"/>
                  </a:cubicBezTo>
                  <a:cubicBezTo>
                    <a:pt x="3183" y="605"/>
                    <a:pt x="2570" y="1"/>
                    <a:pt x="1822" y="1"/>
                  </a:cubicBezTo>
                  <a:close/>
                </a:path>
              </a:pathLst>
            </a:custGeom>
            <a:solidFill>
              <a:srgbClr val="A4B3B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893" name="Google Shape;10893;p42"/>
            <p:cNvSpPr/>
            <p:nvPr/>
          </p:nvSpPr>
          <p:spPr>
            <a:xfrm>
              <a:off x="5057267" y="3947433"/>
              <a:ext cx="42470" cy="71578"/>
            </a:xfrm>
            <a:custGeom>
              <a:rect b="b" l="l" r="r" t="t"/>
              <a:pathLst>
                <a:path extrusionOk="0" h="2732" w="1621">
                  <a:moveTo>
                    <a:pt x="259" y="0"/>
                  </a:moveTo>
                  <a:cubicBezTo>
                    <a:pt x="173" y="0"/>
                    <a:pt x="87" y="10"/>
                    <a:pt x="0" y="29"/>
                  </a:cubicBezTo>
                  <a:cubicBezTo>
                    <a:pt x="643" y="153"/>
                    <a:pt x="1103" y="709"/>
                    <a:pt x="1103" y="1361"/>
                  </a:cubicBezTo>
                  <a:cubicBezTo>
                    <a:pt x="1103" y="2013"/>
                    <a:pt x="643" y="2579"/>
                    <a:pt x="0" y="2703"/>
                  </a:cubicBezTo>
                  <a:cubicBezTo>
                    <a:pt x="87" y="2722"/>
                    <a:pt x="173" y="2722"/>
                    <a:pt x="259" y="2732"/>
                  </a:cubicBezTo>
                  <a:cubicBezTo>
                    <a:pt x="1007" y="2722"/>
                    <a:pt x="1620" y="2118"/>
                    <a:pt x="1620" y="1371"/>
                  </a:cubicBezTo>
                  <a:cubicBezTo>
                    <a:pt x="1620" y="614"/>
                    <a:pt x="1007" y="10"/>
                    <a:pt x="259" y="10"/>
                  </a:cubicBezTo>
                  <a:lnTo>
                    <a:pt x="259" y="0"/>
                  </a:lnTo>
                  <a:close/>
                </a:path>
              </a:pathLst>
            </a:custGeom>
            <a:solidFill>
              <a:srgbClr val="8C9EA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894" name="Google Shape;10894;p42"/>
            <p:cNvSpPr/>
            <p:nvPr/>
          </p:nvSpPr>
          <p:spPr>
            <a:xfrm>
              <a:off x="5035155" y="3954455"/>
              <a:ext cx="57535" cy="57535"/>
            </a:xfrm>
            <a:custGeom>
              <a:rect b="b" l="l" r="r" t="t"/>
              <a:pathLst>
                <a:path extrusionOk="0" h="2196" w="2196">
                  <a:moveTo>
                    <a:pt x="1908" y="0"/>
                  </a:moveTo>
                  <a:lnTo>
                    <a:pt x="1" y="1898"/>
                  </a:lnTo>
                  <a:cubicBezTo>
                    <a:pt x="87" y="2013"/>
                    <a:pt x="183" y="2109"/>
                    <a:pt x="298" y="2196"/>
                  </a:cubicBezTo>
                  <a:lnTo>
                    <a:pt x="2196" y="298"/>
                  </a:lnTo>
                  <a:cubicBezTo>
                    <a:pt x="2119" y="183"/>
                    <a:pt x="2014" y="87"/>
                    <a:pt x="1908" y="0"/>
                  </a:cubicBezTo>
                  <a:close/>
                </a:path>
              </a:pathLst>
            </a:custGeom>
            <a:solidFill>
              <a:srgbClr val="879AA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895" name="Google Shape;10895;p42"/>
            <p:cNvSpPr/>
            <p:nvPr/>
          </p:nvSpPr>
          <p:spPr>
            <a:xfrm>
              <a:off x="5078620" y="3954717"/>
              <a:ext cx="14593" cy="16585"/>
            </a:xfrm>
            <a:custGeom>
              <a:rect b="b" l="l" r="r" t="t"/>
              <a:pathLst>
                <a:path extrusionOk="0" h="633" w="557">
                  <a:moveTo>
                    <a:pt x="259" y="0"/>
                  </a:moveTo>
                  <a:lnTo>
                    <a:pt x="0" y="249"/>
                  </a:lnTo>
                  <a:cubicBezTo>
                    <a:pt x="96" y="364"/>
                    <a:pt x="163" y="489"/>
                    <a:pt x="221" y="633"/>
                  </a:cubicBezTo>
                  <a:lnTo>
                    <a:pt x="556" y="297"/>
                  </a:lnTo>
                  <a:cubicBezTo>
                    <a:pt x="537" y="278"/>
                    <a:pt x="527" y="259"/>
                    <a:pt x="518" y="249"/>
                  </a:cubicBezTo>
                  <a:cubicBezTo>
                    <a:pt x="508" y="240"/>
                    <a:pt x="508" y="240"/>
                    <a:pt x="518" y="240"/>
                  </a:cubicBezTo>
                  <a:lnTo>
                    <a:pt x="489" y="201"/>
                  </a:lnTo>
                  <a:lnTo>
                    <a:pt x="479" y="192"/>
                  </a:lnTo>
                  <a:cubicBezTo>
                    <a:pt x="441" y="144"/>
                    <a:pt x="393" y="105"/>
                    <a:pt x="345" y="58"/>
                  </a:cubicBezTo>
                  <a:lnTo>
                    <a:pt x="336" y="48"/>
                  </a:lnTo>
                  <a:lnTo>
                    <a:pt x="307" y="29"/>
                  </a:lnTo>
                  <a:cubicBezTo>
                    <a:pt x="302" y="24"/>
                    <a:pt x="300" y="22"/>
                    <a:pt x="297" y="22"/>
                  </a:cubicBezTo>
                  <a:cubicBezTo>
                    <a:pt x="295" y="22"/>
                    <a:pt x="292" y="24"/>
                    <a:pt x="288" y="29"/>
                  </a:cubicBezTo>
                  <a:lnTo>
                    <a:pt x="259" y="0"/>
                  </a:lnTo>
                  <a:close/>
                </a:path>
              </a:pathLst>
            </a:custGeom>
            <a:solidFill>
              <a:srgbClr val="778DA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896" name="Google Shape;10896;p42"/>
            <p:cNvSpPr/>
            <p:nvPr/>
          </p:nvSpPr>
          <p:spPr>
            <a:xfrm>
              <a:off x="4917124" y="4060434"/>
              <a:ext cx="83159" cy="71264"/>
            </a:xfrm>
            <a:custGeom>
              <a:rect b="b" l="l" r="r" t="t"/>
              <a:pathLst>
                <a:path extrusionOk="0" h="2720" w="3174">
                  <a:moveTo>
                    <a:pt x="1812" y="0"/>
                  </a:moveTo>
                  <a:cubicBezTo>
                    <a:pt x="605" y="0"/>
                    <a:pt x="1" y="1467"/>
                    <a:pt x="854" y="2320"/>
                  </a:cubicBezTo>
                  <a:cubicBezTo>
                    <a:pt x="1130" y="2596"/>
                    <a:pt x="1470" y="2720"/>
                    <a:pt x="1804" y="2720"/>
                  </a:cubicBezTo>
                  <a:cubicBezTo>
                    <a:pt x="2502" y="2720"/>
                    <a:pt x="3173" y="2179"/>
                    <a:pt x="3173" y="1362"/>
                  </a:cubicBezTo>
                  <a:cubicBezTo>
                    <a:pt x="3173" y="604"/>
                    <a:pt x="2560" y="0"/>
                    <a:pt x="1812" y="0"/>
                  </a:cubicBezTo>
                  <a:close/>
                </a:path>
              </a:pathLst>
            </a:custGeom>
            <a:solidFill>
              <a:srgbClr val="A4B3B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897" name="Google Shape;10897;p42"/>
            <p:cNvSpPr/>
            <p:nvPr/>
          </p:nvSpPr>
          <p:spPr>
            <a:xfrm>
              <a:off x="4957812" y="4060434"/>
              <a:ext cx="42470" cy="71343"/>
            </a:xfrm>
            <a:custGeom>
              <a:rect b="b" l="l" r="r" t="t"/>
              <a:pathLst>
                <a:path extrusionOk="0" h="2723" w="1621">
                  <a:moveTo>
                    <a:pt x="259" y="0"/>
                  </a:moveTo>
                  <a:cubicBezTo>
                    <a:pt x="173" y="0"/>
                    <a:pt x="87" y="10"/>
                    <a:pt x="1" y="29"/>
                  </a:cubicBezTo>
                  <a:cubicBezTo>
                    <a:pt x="643" y="154"/>
                    <a:pt x="1103" y="710"/>
                    <a:pt x="1103" y="1362"/>
                  </a:cubicBezTo>
                  <a:cubicBezTo>
                    <a:pt x="1103" y="2013"/>
                    <a:pt x="643" y="2579"/>
                    <a:pt x="1" y="2704"/>
                  </a:cubicBezTo>
                  <a:cubicBezTo>
                    <a:pt x="87" y="2713"/>
                    <a:pt x="173" y="2723"/>
                    <a:pt x="259" y="2723"/>
                  </a:cubicBezTo>
                  <a:cubicBezTo>
                    <a:pt x="1017" y="2723"/>
                    <a:pt x="1620" y="2119"/>
                    <a:pt x="1620" y="1362"/>
                  </a:cubicBezTo>
                  <a:cubicBezTo>
                    <a:pt x="1620" y="614"/>
                    <a:pt x="1017" y="0"/>
                    <a:pt x="259" y="0"/>
                  </a:cubicBezTo>
                  <a:close/>
                </a:path>
              </a:pathLst>
            </a:custGeom>
            <a:solidFill>
              <a:srgbClr val="8C9EA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898" name="Google Shape;10898;p42"/>
            <p:cNvSpPr/>
            <p:nvPr/>
          </p:nvSpPr>
          <p:spPr>
            <a:xfrm>
              <a:off x="4935961" y="4067219"/>
              <a:ext cx="57535" cy="57535"/>
            </a:xfrm>
            <a:custGeom>
              <a:rect b="b" l="l" r="r" t="t"/>
              <a:pathLst>
                <a:path extrusionOk="0" h="2196" w="2196">
                  <a:moveTo>
                    <a:pt x="1899" y="0"/>
                  </a:moveTo>
                  <a:lnTo>
                    <a:pt x="1" y="1908"/>
                  </a:lnTo>
                  <a:cubicBezTo>
                    <a:pt x="77" y="2013"/>
                    <a:pt x="183" y="2119"/>
                    <a:pt x="288" y="2195"/>
                  </a:cubicBezTo>
                  <a:lnTo>
                    <a:pt x="2196" y="297"/>
                  </a:lnTo>
                  <a:cubicBezTo>
                    <a:pt x="2109" y="182"/>
                    <a:pt x="2014" y="87"/>
                    <a:pt x="1899" y="0"/>
                  </a:cubicBezTo>
                  <a:close/>
                </a:path>
              </a:pathLst>
            </a:custGeom>
            <a:solidFill>
              <a:srgbClr val="879AA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899" name="Google Shape;10899;p42"/>
            <p:cNvSpPr/>
            <p:nvPr/>
          </p:nvSpPr>
          <p:spPr>
            <a:xfrm>
              <a:off x="4979401" y="4067455"/>
              <a:ext cx="14358" cy="16611"/>
            </a:xfrm>
            <a:custGeom>
              <a:rect b="b" l="l" r="r" t="t"/>
              <a:pathLst>
                <a:path extrusionOk="0" h="634" w="548">
                  <a:moveTo>
                    <a:pt x="250" y="1"/>
                  </a:moveTo>
                  <a:lnTo>
                    <a:pt x="1" y="260"/>
                  </a:lnTo>
                  <a:cubicBezTo>
                    <a:pt x="87" y="375"/>
                    <a:pt x="164" y="499"/>
                    <a:pt x="212" y="634"/>
                  </a:cubicBezTo>
                  <a:lnTo>
                    <a:pt x="547" y="298"/>
                  </a:lnTo>
                  <a:lnTo>
                    <a:pt x="509" y="250"/>
                  </a:lnTo>
                  <a:cubicBezTo>
                    <a:pt x="509" y="250"/>
                    <a:pt x="509" y="250"/>
                    <a:pt x="509" y="241"/>
                  </a:cubicBezTo>
                  <a:lnTo>
                    <a:pt x="480" y="212"/>
                  </a:lnTo>
                  <a:lnTo>
                    <a:pt x="471" y="202"/>
                  </a:lnTo>
                  <a:cubicBezTo>
                    <a:pt x="432" y="154"/>
                    <a:pt x="384" y="106"/>
                    <a:pt x="336" y="68"/>
                  </a:cubicBezTo>
                  <a:lnTo>
                    <a:pt x="327" y="58"/>
                  </a:lnTo>
                  <a:lnTo>
                    <a:pt x="298" y="30"/>
                  </a:lnTo>
                  <a:lnTo>
                    <a:pt x="288" y="30"/>
                  </a:lnTo>
                  <a:lnTo>
                    <a:pt x="250" y="1"/>
                  </a:lnTo>
                  <a:close/>
                </a:path>
              </a:pathLst>
            </a:custGeom>
            <a:solidFill>
              <a:srgbClr val="778DA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900" name="Google Shape;10900;p42"/>
            <p:cNvSpPr/>
            <p:nvPr/>
          </p:nvSpPr>
          <p:spPr>
            <a:xfrm>
              <a:off x="5016317" y="4060434"/>
              <a:ext cx="83421" cy="71264"/>
            </a:xfrm>
            <a:custGeom>
              <a:rect b="b" l="l" r="r" t="t"/>
              <a:pathLst>
                <a:path extrusionOk="0" h="2720" w="3184">
                  <a:moveTo>
                    <a:pt x="1822" y="0"/>
                  </a:moveTo>
                  <a:cubicBezTo>
                    <a:pt x="614" y="0"/>
                    <a:pt x="1" y="1467"/>
                    <a:pt x="864" y="2320"/>
                  </a:cubicBezTo>
                  <a:cubicBezTo>
                    <a:pt x="1139" y="2596"/>
                    <a:pt x="1480" y="2720"/>
                    <a:pt x="1813" y="2720"/>
                  </a:cubicBezTo>
                  <a:cubicBezTo>
                    <a:pt x="2512" y="2720"/>
                    <a:pt x="3183" y="2179"/>
                    <a:pt x="3183" y="1362"/>
                  </a:cubicBezTo>
                  <a:cubicBezTo>
                    <a:pt x="3183" y="604"/>
                    <a:pt x="2570" y="0"/>
                    <a:pt x="1822" y="0"/>
                  </a:cubicBezTo>
                  <a:close/>
                </a:path>
              </a:pathLst>
            </a:custGeom>
            <a:solidFill>
              <a:srgbClr val="A4B3B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901" name="Google Shape;10901;p42"/>
            <p:cNvSpPr/>
            <p:nvPr/>
          </p:nvSpPr>
          <p:spPr>
            <a:xfrm>
              <a:off x="5057267" y="4060434"/>
              <a:ext cx="42470" cy="71343"/>
            </a:xfrm>
            <a:custGeom>
              <a:rect b="b" l="l" r="r" t="t"/>
              <a:pathLst>
                <a:path extrusionOk="0" h="2723" w="1621">
                  <a:moveTo>
                    <a:pt x="259" y="0"/>
                  </a:moveTo>
                  <a:cubicBezTo>
                    <a:pt x="173" y="0"/>
                    <a:pt x="87" y="10"/>
                    <a:pt x="0" y="29"/>
                  </a:cubicBezTo>
                  <a:cubicBezTo>
                    <a:pt x="643" y="154"/>
                    <a:pt x="1103" y="710"/>
                    <a:pt x="1103" y="1362"/>
                  </a:cubicBezTo>
                  <a:cubicBezTo>
                    <a:pt x="1103" y="2013"/>
                    <a:pt x="643" y="2579"/>
                    <a:pt x="0" y="2704"/>
                  </a:cubicBezTo>
                  <a:cubicBezTo>
                    <a:pt x="87" y="2713"/>
                    <a:pt x="173" y="2723"/>
                    <a:pt x="259" y="2723"/>
                  </a:cubicBezTo>
                  <a:cubicBezTo>
                    <a:pt x="1007" y="2723"/>
                    <a:pt x="1620" y="2119"/>
                    <a:pt x="1620" y="1362"/>
                  </a:cubicBezTo>
                  <a:cubicBezTo>
                    <a:pt x="1620" y="614"/>
                    <a:pt x="1007" y="0"/>
                    <a:pt x="259" y="0"/>
                  </a:cubicBezTo>
                  <a:close/>
                </a:path>
              </a:pathLst>
            </a:custGeom>
            <a:solidFill>
              <a:srgbClr val="8C9EA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902" name="Google Shape;10902;p42"/>
            <p:cNvSpPr/>
            <p:nvPr/>
          </p:nvSpPr>
          <p:spPr>
            <a:xfrm>
              <a:off x="5035155" y="4067219"/>
              <a:ext cx="57535" cy="57535"/>
            </a:xfrm>
            <a:custGeom>
              <a:rect b="b" l="l" r="r" t="t"/>
              <a:pathLst>
                <a:path extrusionOk="0" h="2196" w="2196">
                  <a:moveTo>
                    <a:pt x="1908" y="0"/>
                  </a:moveTo>
                  <a:lnTo>
                    <a:pt x="1" y="1908"/>
                  </a:lnTo>
                  <a:cubicBezTo>
                    <a:pt x="87" y="2013"/>
                    <a:pt x="183" y="2119"/>
                    <a:pt x="298" y="2195"/>
                  </a:cubicBezTo>
                  <a:lnTo>
                    <a:pt x="2196" y="297"/>
                  </a:lnTo>
                  <a:cubicBezTo>
                    <a:pt x="2119" y="182"/>
                    <a:pt x="2014" y="87"/>
                    <a:pt x="1908" y="0"/>
                  </a:cubicBezTo>
                  <a:close/>
                </a:path>
              </a:pathLst>
            </a:custGeom>
            <a:solidFill>
              <a:srgbClr val="879AA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903" name="Google Shape;10903;p42"/>
            <p:cNvSpPr/>
            <p:nvPr/>
          </p:nvSpPr>
          <p:spPr>
            <a:xfrm>
              <a:off x="5078620" y="4067455"/>
              <a:ext cx="14593" cy="16611"/>
            </a:xfrm>
            <a:custGeom>
              <a:rect b="b" l="l" r="r" t="t"/>
              <a:pathLst>
                <a:path extrusionOk="0" h="634" w="557">
                  <a:moveTo>
                    <a:pt x="259" y="1"/>
                  </a:moveTo>
                  <a:lnTo>
                    <a:pt x="0" y="260"/>
                  </a:lnTo>
                  <a:cubicBezTo>
                    <a:pt x="96" y="375"/>
                    <a:pt x="163" y="499"/>
                    <a:pt x="221" y="634"/>
                  </a:cubicBezTo>
                  <a:lnTo>
                    <a:pt x="556" y="298"/>
                  </a:lnTo>
                  <a:cubicBezTo>
                    <a:pt x="537" y="279"/>
                    <a:pt x="527" y="269"/>
                    <a:pt x="518" y="250"/>
                  </a:cubicBezTo>
                  <a:cubicBezTo>
                    <a:pt x="508" y="250"/>
                    <a:pt x="508" y="250"/>
                    <a:pt x="518" y="241"/>
                  </a:cubicBezTo>
                  <a:lnTo>
                    <a:pt x="489" y="212"/>
                  </a:lnTo>
                  <a:lnTo>
                    <a:pt x="479" y="202"/>
                  </a:lnTo>
                  <a:cubicBezTo>
                    <a:pt x="441" y="154"/>
                    <a:pt x="393" y="106"/>
                    <a:pt x="345" y="68"/>
                  </a:cubicBezTo>
                  <a:lnTo>
                    <a:pt x="336" y="58"/>
                  </a:lnTo>
                  <a:lnTo>
                    <a:pt x="307" y="30"/>
                  </a:lnTo>
                  <a:lnTo>
                    <a:pt x="288" y="30"/>
                  </a:lnTo>
                  <a:lnTo>
                    <a:pt x="259" y="1"/>
                  </a:lnTo>
                  <a:close/>
                </a:path>
              </a:pathLst>
            </a:custGeom>
            <a:solidFill>
              <a:srgbClr val="778DA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0904" name="Google Shape;10904;p42"/>
          <p:cNvGrpSpPr/>
          <p:nvPr/>
        </p:nvGrpSpPr>
        <p:grpSpPr>
          <a:xfrm>
            <a:off x="6248162" y="3621774"/>
            <a:ext cx="231058" cy="362425"/>
            <a:chOff x="6248162" y="3804774"/>
            <a:chExt cx="231058" cy="362425"/>
          </a:xfrm>
        </p:grpSpPr>
        <p:sp>
          <p:nvSpPr>
            <p:cNvPr id="10905" name="Google Shape;10905;p42"/>
            <p:cNvSpPr/>
            <p:nvPr/>
          </p:nvSpPr>
          <p:spPr>
            <a:xfrm>
              <a:off x="6248162" y="3845646"/>
              <a:ext cx="231058" cy="321553"/>
            </a:xfrm>
            <a:custGeom>
              <a:rect b="b" l="l" r="r" t="t"/>
              <a:pathLst>
                <a:path extrusionOk="0" h="12273" w="8819">
                  <a:moveTo>
                    <a:pt x="5048" y="1"/>
                  </a:moveTo>
                  <a:cubicBezTo>
                    <a:pt x="4745" y="1"/>
                    <a:pt x="4440" y="46"/>
                    <a:pt x="4141" y="147"/>
                  </a:cubicBezTo>
                  <a:cubicBezTo>
                    <a:pt x="3547" y="348"/>
                    <a:pt x="3029" y="741"/>
                    <a:pt x="2694" y="1278"/>
                  </a:cubicBezTo>
                  <a:cubicBezTo>
                    <a:pt x="2147" y="2083"/>
                    <a:pt x="2061" y="3118"/>
                    <a:pt x="2454" y="4019"/>
                  </a:cubicBezTo>
                  <a:cubicBezTo>
                    <a:pt x="2588" y="4316"/>
                    <a:pt x="2790" y="4585"/>
                    <a:pt x="3048" y="4796"/>
                  </a:cubicBezTo>
                  <a:cubicBezTo>
                    <a:pt x="3173" y="4892"/>
                    <a:pt x="3269" y="5045"/>
                    <a:pt x="3307" y="5208"/>
                  </a:cubicBezTo>
                  <a:cubicBezTo>
                    <a:pt x="3336" y="5352"/>
                    <a:pt x="3326" y="5505"/>
                    <a:pt x="3278" y="5649"/>
                  </a:cubicBezTo>
                  <a:cubicBezTo>
                    <a:pt x="3211" y="5840"/>
                    <a:pt x="3048" y="5994"/>
                    <a:pt x="2847" y="6061"/>
                  </a:cubicBezTo>
                  <a:cubicBezTo>
                    <a:pt x="2732" y="6099"/>
                    <a:pt x="2627" y="6138"/>
                    <a:pt x="2512" y="6186"/>
                  </a:cubicBezTo>
                  <a:cubicBezTo>
                    <a:pt x="1898" y="6464"/>
                    <a:pt x="1496" y="7067"/>
                    <a:pt x="1476" y="7748"/>
                  </a:cubicBezTo>
                  <a:cubicBezTo>
                    <a:pt x="662" y="7758"/>
                    <a:pt x="0" y="8419"/>
                    <a:pt x="0" y="9234"/>
                  </a:cubicBezTo>
                  <a:lnTo>
                    <a:pt x="0" y="12272"/>
                  </a:lnTo>
                  <a:lnTo>
                    <a:pt x="1112" y="12272"/>
                  </a:lnTo>
                  <a:lnTo>
                    <a:pt x="1112" y="12263"/>
                  </a:lnTo>
                  <a:lnTo>
                    <a:pt x="1112" y="12253"/>
                  </a:lnTo>
                  <a:lnTo>
                    <a:pt x="1112" y="9224"/>
                  </a:lnTo>
                  <a:cubicBezTo>
                    <a:pt x="1112" y="9013"/>
                    <a:pt x="1275" y="8841"/>
                    <a:pt x="1486" y="8841"/>
                  </a:cubicBezTo>
                  <a:lnTo>
                    <a:pt x="1793" y="8841"/>
                  </a:lnTo>
                  <a:cubicBezTo>
                    <a:pt x="1841" y="8917"/>
                    <a:pt x="1898" y="8984"/>
                    <a:pt x="1956" y="9052"/>
                  </a:cubicBezTo>
                  <a:lnTo>
                    <a:pt x="2004" y="9100"/>
                  </a:lnTo>
                  <a:cubicBezTo>
                    <a:pt x="2460" y="9539"/>
                    <a:pt x="3061" y="9778"/>
                    <a:pt x="3680" y="9778"/>
                  </a:cubicBezTo>
                  <a:cubicBezTo>
                    <a:pt x="3776" y="9778"/>
                    <a:pt x="3872" y="9772"/>
                    <a:pt x="3969" y="9761"/>
                  </a:cubicBezTo>
                  <a:cubicBezTo>
                    <a:pt x="5474" y="9579"/>
                    <a:pt x="6700" y="8869"/>
                    <a:pt x="7601" y="7547"/>
                  </a:cubicBezTo>
                  <a:cubicBezTo>
                    <a:pt x="8503" y="6243"/>
                    <a:pt x="8819" y="4623"/>
                    <a:pt x="8483" y="3080"/>
                  </a:cubicBezTo>
                  <a:cubicBezTo>
                    <a:pt x="8263" y="2083"/>
                    <a:pt x="7803" y="1297"/>
                    <a:pt x="7103" y="722"/>
                  </a:cubicBezTo>
                  <a:cubicBezTo>
                    <a:pt x="7065" y="693"/>
                    <a:pt x="7036" y="674"/>
                    <a:pt x="6998" y="645"/>
                  </a:cubicBezTo>
                  <a:cubicBezTo>
                    <a:pt x="6777" y="482"/>
                    <a:pt x="6528" y="338"/>
                    <a:pt x="6269" y="223"/>
                  </a:cubicBezTo>
                  <a:cubicBezTo>
                    <a:pt x="5876" y="85"/>
                    <a:pt x="5463" y="1"/>
                    <a:pt x="5048" y="1"/>
                  </a:cubicBezTo>
                  <a:close/>
                </a:path>
              </a:pathLst>
            </a:custGeom>
            <a:solidFill>
              <a:srgbClr val="6A7F9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906" name="Google Shape;10906;p42"/>
            <p:cNvSpPr/>
            <p:nvPr/>
          </p:nvSpPr>
          <p:spPr>
            <a:xfrm>
              <a:off x="6316963" y="3845463"/>
              <a:ext cx="162257" cy="256157"/>
            </a:xfrm>
            <a:custGeom>
              <a:rect b="b" l="l" r="r" t="t"/>
              <a:pathLst>
                <a:path extrusionOk="0" h="9777" w="6193">
                  <a:moveTo>
                    <a:pt x="2502" y="0"/>
                  </a:moveTo>
                  <a:lnTo>
                    <a:pt x="2502" y="0"/>
                  </a:lnTo>
                  <a:cubicBezTo>
                    <a:pt x="2752" y="115"/>
                    <a:pt x="2982" y="250"/>
                    <a:pt x="3202" y="413"/>
                  </a:cubicBezTo>
                  <a:cubicBezTo>
                    <a:pt x="3241" y="441"/>
                    <a:pt x="3269" y="461"/>
                    <a:pt x="3308" y="489"/>
                  </a:cubicBezTo>
                  <a:cubicBezTo>
                    <a:pt x="4007" y="1064"/>
                    <a:pt x="4467" y="1850"/>
                    <a:pt x="4688" y="2847"/>
                  </a:cubicBezTo>
                  <a:cubicBezTo>
                    <a:pt x="5023" y="4391"/>
                    <a:pt x="4707" y="6010"/>
                    <a:pt x="3806" y="7314"/>
                  </a:cubicBezTo>
                  <a:cubicBezTo>
                    <a:pt x="2905" y="8637"/>
                    <a:pt x="1678" y="9356"/>
                    <a:pt x="173" y="9528"/>
                  </a:cubicBezTo>
                  <a:cubicBezTo>
                    <a:pt x="116" y="9528"/>
                    <a:pt x="58" y="9538"/>
                    <a:pt x="1" y="9538"/>
                  </a:cubicBezTo>
                  <a:cubicBezTo>
                    <a:pt x="331" y="9696"/>
                    <a:pt x="686" y="9777"/>
                    <a:pt x="1045" y="9777"/>
                  </a:cubicBezTo>
                  <a:cubicBezTo>
                    <a:pt x="1144" y="9777"/>
                    <a:pt x="1243" y="9771"/>
                    <a:pt x="1343" y="9758"/>
                  </a:cubicBezTo>
                  <a:cubicBezTo>
                    <a:pt x="2848" y="9576"/>
                    <a:pt x="4074" y="8867"/>
                    <a:pt x="4975" y="7544"/>
                  </a:cubicBezTo>
                  <a:cubicBezTo>
                    <a:pt x="5877" y="6240"/>
                    <a:pt x="6193" y="4630"/>
                    <a:pt x="5857" y="3077"/>
                  </a:cubicBezTo>
                  <a:cubicBezTo>
                    <a:pt x="5637" y="2080"/>
                    <a:pt x="5177" y="1294"/>
                    <a:pt x="4477" y="719"/>
                  </a:cubicBezTo>
                  <a:cubicBezTo>
                    <a:pt x="4439" y="700"/>
                    <a:pt x="4410" y="671"/>
                    <a:pt x="4372" y="643"/>
                  </a:cubicBezTo>
                  <a:cubicBezTo>
                    <a:pt x="4151" y="480"/>
                    <a:pt x="3902" y="336"/>
                    <a:pt x="3643" y="230"/>
                  </a:cubicBezTo>
                  <a:cubicBezTo>
                    <a:pt x="3279" y="96"/>
                    <a:pt x="2895" y="20"/>
                    <a:pt x="2502" y="0"/>
                  </a:cubicBezTo>
                  <a:close/>
                </a:path>
              </a:pathLst>
            </a:custGeom>
            <a:solidFill>
              <a:srgbClr val="546C8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907" name="Google Shape;10907;p42"/>
            <p:cNvSpPr/>
            <p:nvPr/>
          </p:nvSpPr>
          <p:spPr>
            <a:xfrm>
              <a:off x="6256939" y="3804774"/>
              <a:ext cx="61046" cy="102232"/>
            </a:xfrm>
            <a:custGeom>
              <a:rect b="b" l="l" r="r" t="t"/>
              <a:pathLst>
                <a:path extrusionOk="0" h="3902" w="2330">
                  <a:moveTo>
                    <a:pt x="1" y="1"/>
                  </a:moveTo>
                  <a:lnTo>
                    <a:pt x="1" y="1630"/>
                  </a:lnTo>
                  <a:cubicBezTo>
                    <a:pt x="1" y="2148"/>
                    <a:pt x="183" y="2656"/>
                    <a:pt x="509" y="3068"/>
                  </a:cubicBezTo>
                  <a:cubicBezTo>
                    <a:pt x="835" y="3470"/>
                    <a:pt x="1295" y="3758"/>
                    <a:pt x="1803" y="3873"/>
                  </a:cubicBezTo>
                  <a:lnTo>
                    <a:pt x="1927" y="3902"/>
                  </a:lnTo>
                  <a:cubicBezTo>
                    <a:pt x="1995" y="3538"/>
                    <a:pt x="2129" y="3183"/>
                    <a:pt x="2330" y="2876"/>
                  </a:cubicBezTo>
                  <a:cubicBezTo>
                    <a:pt x="2292" y="2857"/>
                    <a:pt x="2244" y="2838"/>
                    <a:pt x="2205" y="2828"/>
                  </a:cubicBezTo>
                  <a:lnTo>
                    <a:pt x="2042" y="2790"/>
                  </a:lnTo>
                  <a:cubicBezTo>
                    <a:pt x="1496" y="2675"/>
                    <a:pt x="1113" y="2186"/>
                    <a:pt x="1113" y="1630"/>
                  </a:cubicBezTo>
                  <a:lnTo>
                    <a:pt x="1113" y="1"/>
                  </a:lnTo>
                  <a:close/>
                </a:path>
              </a:pathLst>
            </a:custGeom>
            <a:solidFill>
              <a:srgbClr val="566D8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908" name="Google Shape;10908;p42"/>
            <p:cNvSpPr/>
            <p:nvPr/>
          </p:nvSpPr>
          <p:spPr>
            <a:xfrm>
              <a:off x="6288589" y="3870562"/>
              <a:ext cx="29396" cy="36706"/>
            </a:xfrm>
            <a:custGeom>
              <a:rect b="b" l="l" r="r" t="t"/>
              <a:pathLst>
                <a:path extrusionOk="0" h="1401" w="1122">
                  <a:moveTo>
                    <a:pt x="278" y="1"/>
                  </a:moveTo>
                  <a:cubicBezTo>
                    <a:pt x="106" y="356"/>
                    <a:pt x="10" y="749"/>
                    <a:pt x="1" y="1151"/>
                  </a:cubicBezTo>
                  <a:cubicBezTo>
                    <a:pt x="183" y="1247"/>
                    <a:pt x="384" y="1324"/>
                    <a:pt x="585" y="1372"/>
                  </a:cubicBezTo>
                  <a:lnTo>
                    <a:pt x="719" y="1400"/>
                  </a:lnTo>
                  <a:cubicBezTo>
                    <a:pt x="777" y="1027"/>
                    <a:pt x="921" y="682"/>
                    <a:pt x="1122" y="365"/>
                  </a:cubicBezTo>
                  <a:cubicBezTo>
                    <a:pt x="1074" y="346"/>
                    <a:pt x="1036" y="327"/>
                    <a:pt x="988" y="317"/>
                  </a:cubicBezTo>
                  <a:lnTo>
                    <a:pt x="834" y="279"/>
                  </a:lnTo>
                  <a:cubicBezTo>
                    <a:pt x="624" y="231"/>
                    <a:pt x="432" y="135"/>
                    <a:pt x="278" y="1"/>
                  </a:cubicBezTo>
                  <a:close/>
                </a:path>
              </a:pathLst>
            </a:custGeom>
            <a:solidFill>
              <a:srgbClr val="435D7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0909" name="Google Shape;10909;p42"/>
          <p:cNvGrpSpPr/>
          <p:nvPr/>
        </p:nvGrpSpPr>
        <p:grpSpPr>
          <a:xfrm>
            <a:off x="5346568" y="3621774"/>
            <a:ext cx="233337" cy="362163"/>
            <a:chOff x="5346568" y="3804774"/>
            <a:chExt cx="233337" cy="362163"/>
          </a:xfrm>
        </p:grpSpPr>
        <p:sp>
          <p:nvSpPr>
            <p:cNvPr id="10910" name="Google Shape;10910;p42"/>
            <p:cNvSpPr/>
            <p:nvPr/>
          </p:nvSpPr>
          <p:spPr>
            <a:xfrm>
              <a:off x="5346568" y="3804774"/>
              <a:ext cx="233337" cy="264463"/>
            </a:xfrm>
            <a:custGeom>
              <a:rect b="b" l="l" r="r" t="t"/>
              <a:pathLst>
                <a:path extrusionOk="0" h="10094" w="8906">
                  <a:moveTo>
                    <a:pt x="2119" y="1"/>
                  </a:moveTo>
                  <a:cubicBezTo>
                    <a:pt x="950" y="1"/>
                    <a:pt x="1" y="950"/>
                    <a:pt x="1" y="2119"/>
                  </a:cubicBezTo>
                  <a:lnTo>
                    <a:pt x="1" y="8944"/>
                  </a:lnTo>
                  <a:cubicBezTo>
                    <a:pt x="1" y="9576"/>
                    <a:pt x="518" y="10094"/>
                    <a:pt x="1151" y="10094"/>
                  </a:cubicBezTo>
                  <a:lnTo>
                    <a:pt x="3499" y="10094"/>
                  </a:lnTo>
                  <a:lnTo>
                    <a:pt x="3499" y="8752"/>
                  </a:lnTo>
                  <a:lnTo>
                    <a:pt x="5407" y="8752"/>
                  </a:lnTo>
                  <a:lnTo>
                    <a:pt x="5407" y="10094"/>
                  </a:lnTo>
                  <a:lnTo>
                    <a:pt x="7755" y="10094"/>
                  </a:lnTo>
                  <a:cubicBezTo>
                    <a:pt x="8388" y="10094"/>
                    <a:pt x="8906" y="9586"/>
                    <a:pt x="8906" y="8953"/>
                  </a:cubicBezTo>
                  <a:lnTo>
                    <a:pt x="8906" y="2119"/>
                  </a:lnTo>
                  <a:cubicBezTo>
                    <a:pt x="8906" y="950"/>
                    <a:pt x="7957" y="1"/>
                    <a:pt x="6787" y="1"/>
                  </a:cubicBezTo>
                  <a:close/>
                </a:path>
              </a:pathLst>
            </a:custGeom>
            <a:solidFill>
              <a:srgbClr val="879AA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911" name="Google Shape;10911;p42"/>
            <p:cNvSpPr/>
            <p:nvPr/>
          </p:nvSpPr>
          <p:spPr>
            <a:xfrm>
              <a:off x="5494231" y="3804774"/>
              <a:ext cx="85674" cy="264463"/>
            </a:xfrm>
            <a:custGeom>
              <a:rect b="b" l="l" r="r" t="t"/>
              <a:pathLst>
                <a:path extrusionOk="0" h="10094" w="3270">
                  <a:moveTo>
                    <a:pt x="1" y="1"/>
                  </a:moveTo>
                  <a:cubicBezTo>
                    <a:pt x="1170" y="1"/>
                    <a:pt x="2119" y="950"/>
                    <a:pt x="2119" y="2119"/>
                  </a:cubicBezTo>
                  <a:lnTo>
                    <a:pt x="2119" y="8953"/>
                  </a:lnTo>
                  <a:cubicBezTo>
                    <a:pt x="2119" y="9586"/>
                    <a:pt x="1602" y="10094"/>
                    <a:pt x="969" y="10094"/>
                  </a:cubicBezTo>
                  <a:lnTo>
                    <a:pt x="2119" y="10094"/>
                  </a:lnTo>
                  <a:cubicBezTo>
                    <a:pt x="2752" y="10094"/>
                    <a:pt x="3270" y="9586"/>
                    <a:pt x="3270" y="8953"/>
                  </a:cubicBezTo>
                  <a:lnTo>
                    <a:pt x="3270" y="2119"/>
                  </a:lnTo>
                  <a:cubicBezTo>
                    <a:pt x="3270" y="950"/>
                    <a:pt x="2321" y="1"/>
                    <a:pt x="1151" y="1"/>
                  </a:cubicBezTo>
                  <a:close/>
                </a:path>
              </a:pathLst>
            </a:custGeom>
            <a:solidFill>
              <a:srgbClr val="778DA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912" name="Google Shape;10912;p42"/>
            <p:cNvSpPr/>
            <p:nvPr/>
          </p:nvSpPr>
          <p:spPr>
            <a:xfrm>
              <a:off x="5398811" y="3829900"/>
              <a:ext cx="129114" cy="110014"/>
            </a:xfrm>
            <a:custGeom>
              <a:rect b="b" l="l" r="r" t="t"/>
              <a:pathLst>
                <a:path extrusionOk="0" h="4199" w="4928">
                  <a:moveTo>
                    <a:pt x="2397" y="0"/>
                  </a:moveTo>
                  <a:cubicBezTo>
                    <a:pt x="1074" y="0"/>
                    <a:pt x="10" y="1064"/>
                    <a:pt x="0" y="2387"/>
                  </a:cubicBezTo>
                  <a:lnTo>
                    <a:pt x="0" y="3556"/>
                  </a:lnTo>
                  <a:cubicBezTo>
                    <a:pt x="0" y="3911"/>
                    <a:pt x="288" y="4199"/>
                    <a:pt x="643" y="4199"/>
                  </a:cubicBezTo>
                  <a:lnTo>
                    <a:pt x="4285" y="4199"/>
                  </a:lnTo>
                  <a:cubicBezTo>
                    <a:pt x="4640" y="4189"/>
                    <a:pt x="4927" y="3911"/>
                    <a:pt x="4927" y="3556"/>
                  </a:cubicBezTo>
                  <a:lnTo>
                    <a:pt x="4927" y="2387"/>
                  </a:lnTo>
                  <a:cubicBezTo>
                    <a:pt x="4927" y="1074"/>
                    <a:pt x="3854" y="0"/>
                    <a:pt x="2541" y="0"/>
                  </a:cubicBezTo>
                  <a:close/>
                </a:path>
              </a:pathLst>
            </a:custGeom>
            <a:solidFill>
              <a:srgbClr val="DCE2E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913" name="Google Shape;10913;p42"/>
            <p:cNvSpPr/>
            <p:nvPr/>
          </p:nvSpPr>
          <p:spPr>
            <a:xfrm>
              <a:off x="5398811" y="3840930"/>
              <a:ext cx="129114" cy="98984"/>
            </a:xfrm>
            <a:custGeom>
              <a:rect b="b" l="l" r="r" t="t"/>
              <a:pathLst>
                <a:path extrusionOk="0" h="3778" w="4928">
                  <a:moveTo>
                    <a:pt x="3835" y="1"/>
                  </a:moveTo>
                  <a:lnTo>
                    <a:pt x="3835" y="1"/>
                  </a:lnTo>
                  <a:cubicBezTo>
                    <a:pt x="4113" y="403"/>
                    <a:pt x="4256" y="883"/>
                    <a:pt x="4256" y="1372"/>
                  </a:cubicBezTo>
                  <a:lnTo>
                    <a:pt x="4256" y="2455"/>
                  </a:lnTo>
                  <a:cubicBezTo>
                    <a:pt x="4256" y="2809"/>
                    <a:pt x="3959" y="3107"/>
                    <a:pt x="3595" y="3107"/>
                  </a:cubicBezTo>
                  <a:lnTo>
                    <a:pt x="0" y="3107"/>
                  </a:lnTo>
                  <a:lnTo>
                    <a:pt x="0" y="3116"/>
                  </a:lnTo>
                  <a:cubicBezTo>
                    <a:pt x="0" y="3480"/>
                    <a:pt x="298" y="3778"/>
                    <a:pt x="662" y="3778"/>
                  </a:cubicBezTo>
                  <a:lnTo>
                    <a:pt x="4276" y="3778"/>
                  </a:lnTo>
                  <a:cubicBezTo>
                    <a:pt x="4630" y="3778"/>
                    <a:pt x="4927" y="3480"/>
                    <a:pt x="4927" y="3116"/>
                  </a:cubicBezTo>
                  <a:lnTo>
                    <a:pt x="4927" y="2043"/>
                  </a:lnTo>
                  <a:cubicBezTo>
                    <a:pt x="4927" y="1218"/>
                    <a:pt x="4515" y="451"/>
                    <a:pt x="3835" y="1"/>
                  </a:cubicBezTo>
                  <a:close/>
                </a:path>
              </a:pathLst>
            </a:custGeom>
            <a:solidFill>
              <a:srgbClr val="D1D9D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914" name="Google Shape;10914;p42"/>
            <p:cNvSpPr/>
            <p:nvPr/>
          </p:nvSpPr>
          <p:spPr>
            <a:xfrm>
              <a:off x="5438477" y="4034076"/>
              <a:ext cx="50016" cy="132860"/>
            </a:xfrm>
            <a:custGeom>
              <a:rect b="b" l="l" r="r" t="t"/>
              <a:pathLst>
                <a:path extrusionOk="0" h="5071" w="1909">
                  <a:moveTo>
                    <a:pt x="1" y="0"/>
                  </a:moveTo>
                  <a:lnTo>
                    <a:pt x="1" y="4869"/>
                  </a:lnTo>
                  <a:cubicBezTo>
                    <a:pt x="1" y="4975"/>
                    <a:pt x="87" y="5071"/>
                    <a:pt x="202" y="5071"/>
                  </a:cubicBezTo>
                  <a:lnTo>
                    <a:pt x="1707" y="5071"/>
                  </a:lnTo>
                  <a:cubicBezTo>
                    <a:pt x="1813" y="5071"/>
                    <a:pt x="1908" y="4975"/>
                    <a:pt x="1908" y="4869"/>
                  </a:cubicBezTo>
                  <a:lnTo>
                    <a:pt x="1908" y="0"/>
                  </a:lnTo>
                  <a:close/>
                </a:path>
              </a:pathLst>
            </a:custGeom>
            <a:solidFill>
              <a:srgbClr val="A4B3B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915" name="Google Shape;10915;p42"/>
            <p:cNvSpPr/>
            <p:nvPr/>
          </p:nvSpPr>
          <p:spPr>
            <a:xfrm>
              <a:off x="5471647" y="4034076"/>
              <a:ext cx="16847" cy="132860"/>
            </a:xfrm>
            <a:custGeom>
              <a:rect b="b" l="l" r="r" t="t"/>
              <a:pathLst>
                <a:path extrusionOk="0" h="5071" w="643">
                  <a:moveTo>
                    <a:pt x="0" y="0"/>
                  </a:moveTo>
                  <a:lnTo>
                    <a:pt x="0" y="5071"/>
                  </a:lnTo>
                  <a:lnTo>
                    <a:pt x="441" y="5071"/>
                  </a:lnTo>
                  <a:cubicBezTo>
                    <a:pt x="547" y="5071"/>
                    <a:pt x="642" y="4975"/>
                    <a:pt x="642" y="4869"/>
                  </a:cubicBezTo>
                  <a:lnTo>
                    <a:pt x="642" y="0"/>
                  </a:lnTo>
                  <a:close/>
                </a:path>
              </a:pathLst>
            </a:custGeom>
            <a:solidFill>
              <a:srgbClr val="98A9B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916" name="Google Shape;10916;p42"/>
            <p:cNvSpPr/>
            <p:nvPr/>
          </p:nvSpPr>
          <p:spPr>
            <a:xfrm>
              <a:off x="5369938" y="3977799"/>
              <a:ext cx="35920" cy="27667"/>
            </a:xfrm>
            <a:custGeom>
              <a:rect b="b" l="l" r="r" t="t"/>
              <a:pathLst>
                <a:path extrusionOk="0" h="1056" w="1371">
                  <a:moveTo>
                    <a:pt x="355" y="1"/>
                  </a:moveTo>
                  <a:cubicBezTo>
                    <a:pt x="163" y="1"/>
                    <a:pt x="0" y="154"/>
                    <a:pt x="0" y="356"/>
                  </a:cubicBezTo>
                  <a:lnTo>
                    <a:pt x="0" y="701"/>
                  </a:lnTo>
                  <a:cubicBezTo>
                    <a:pt x="0" y="892"/>
                    <a:pt x="163" y="1055"/>
                    <a:pt x="355" y="1055"/>
                  </a:cubicBezTo>
                  <a:lnTo>
                    <a:pt x="1016" y="1055"/>
                  </a:lnTo>
                  <a:cubicBezTo>
                    <a:pt x="1208" y="1055"/>
                    <a:pt x="1371" y="892"/>
                    <a:pt x="1371" y="701"/>
                  </a:cubicBezTo>
                  <a:lnTo>
                    <a:pt x="1371" y="356"/>
                  </a:lnTo>
                  <a:cubicBezTo>
                    <a:pt x="1371" y="154"/>
                    <a:pt x="1208" y="1"/>
                    <a:pt x="1016" y="1"/>
                  </a:cubicBezTo>
                  <a:close/>
                </a:path>
              </a:pathLst>
            </a:custGeom>
            <a:solidFill>
              <a:srgbClr val="CCD6D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917" name="Google Shape;10917;p42"/>
            <p:cNvSpPr/>
            <p:nvPr/>
          </p:nvSpPr>
          <p:spPr>
            <a:xfrm>
              <a:off x="5370174" y="3985344"/>
              <a:ext cx="36208" cy="20122"/>
            </a:xfrm>
            <a:custGeom>
              <a:rect b="b" l="l" r="r" t="t"/>
              <a:pathLst>
                <a:path extrusionOk="0" h="768" w="1382">
                  <a:moveTo>
                    <a:pt x="1" y="0"/>
                  </a:moveTo>
                  <a:cubicBezTo>
                    <a:pt x="1" y="29"/>
                    <a:pt x="1" y="48"/>
                    <a:pt x="1" y="77"/>
                  </a:cubicBezTo>
                  <a:lnTo>
                    <a:pt x="1" y="393"/>
                  </a:lnTo>
                  <a:cubicBezTo>
                    <a:pt x="1" y="604"/>
                    <a:pt x="164" y="767"/>
                    <a:pt x="375" y="767"/>
                  </a:cubicBezTo>
                  <a:lnTo>
                    <a:pt x="1007" y="767"/>
                  </a:lnTo>
                  <a:cubicBezTo>
                    <a:pt x="1209" y="767"/>
                    <a:pt x="1381" y="604"/>
                    <a:pt x="1381" y="393"/>
                  </a:cubicBezTo>
                  <a:lnTo>
                    <a:pt x="1381" y="77"/>
                  </a:lnTo>
                  <a:cubicBezTo>
                    <a:pt x="1381" y="48"/>
                    <a:pt x="1381" y="29"/>
                    <a:pt x="1381" y="0"/>
                  </a:cubicBezTo>
                  <a:cubicBezTo>
                    <a:pt x="1344" y="176"/>
                    <a:pt x="1191" y="308"/>
                    <a:pt x="1007" y="308"/>
                  </a:cubicBezTo>
                  <a:cubicBezTo>
                    <a:pt x="1001" y="308"/>
                    <a:pt x="995" y="308"/>
                    <a:pt x="988" y="307"/>
                  </a:cubicBezTo>
                  <a:lnTo>
                    <a:pt x="365" y="307"/>
                  </a:lnTo>
                  <a:cubicBezTo>
                    <a:pt x="183" y="307"/>
                    <a:pt x="30" y="183"/>
                    <a:pt x="1" y="0"/>
                  </a:cubicBezTo>
                  <a:close/>
                </a:path>
              </a:pathLst>
            </a:custGeom>
            <a:solidFill>
              <a:srgbClr val="A5B7C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918" name="Google Shape;10918;p42"/>
            <p:cNvSpPr/>
            <p:nvPr/>
          </p:nvSpPr>
          <p:spPr>
            <a:xfrm>
              <a:off x="5438477" y="3977799"/>
              <a:ext cx="49754" cy="27667"/>
            </a:xfrm>
            <a:custGeom>
              <a:rect b="b" l="l" r="r" t="t"/>
              <a:pathLst>
                <a:path extrusionOk="0" h="1056" w="1899">
                  <a:moveTo>
                    <a:pt x="365" y="1"/>
                  </a:moveTo>
                  <a:cubicBezTo>
                    <a:pt x="164" y="1"/>
                    <a:pt x="1" y="154"/>
                    <a:pt x="1" y="356"/>
                  </a:cubicBezTo>
                  <a:lnTo>
                    <a:pt x="1" y="701"/>
                  </a:lnTo>
                  <a:cubicBezTo>
                    <a:pt x="1" y="892"/>
                    <a:pt x="164" y="1055"/>
                    <a:pt x="365" y="1055"/>
                  </a:cubicBezTo>
                  <a:lnTo>
                    <a:pt x="1544" y="1055"/>
                  </a:lnTo>
                  <a:cubicBezTo>
                    <a:pt x="1736" y="1055"/>
                    <a:pt x="1899" y="892"/>
                    <a:pt x="1899" y="701"/>
                  </a:cubicBezTo>
                  <a:lnTo>
                    <a:pt x="1899" y="356"/>
                  </a:lnTo>
                  <a:cubicBezTo>
                    <a:pt x="1899" y="154"/>
                    <a:pt x="1736" y="1"/>
                    <a:pt x="1535" y="1"/>
                  </a:cubicBezTo>
                  <a:close/>
                </a:path>
              </a:pathLst>
            </a:custGeom>
            <a:solidFill>
              <a:srgbClr val="CCD6D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919" name="Google Shape;10919;p42"/>
            <p:cNvSpPr/>
            <p:nvPr/>
          </p:nvSpPr>
          <p:spPr>
            <a:xfrm>
              <a:off x="5438739" y="3985344"/>
              <a:ext cx="50016" cy="20122"/>
            </a:xfrm>
            <a:custGeom>
              <a:rect b="b" l="l" r="r" t="t"/>
              <a:pathLst>
                <a:path extrusionOk="0" h="768" w="1909">
                  <a:moveTo>
                    <a:pt x="1" y="0"/>
                  </a:moveTo>
                  <a:cubicBezTo>
                    <a:pt x="1" y="29"/>
                    <a:pt x="1" y="48"/>
                    <a:pt x="1" y="77"/>
                  </a:cubicBezTo>
                  <a:lnTo>
                    <a:pt x="1" y="393"/>
                  </a:lnTo>
                  <a:cubicBezTo>
                    <a:pt x="1" y="604"/>
                    <a:pt x="173" y="767"/>
                    <a:pt x="374" y="767"/>
                  </a:cubicBezTo>
                  <a:lnTo>
                    <a:pt x="1534" y="767"/>
                  </a:lnTo>
                  <a:cubicBezTo>
                    <a:pt x="1736" y="767"/>
                    <a:pt x="1908" y="604"/>
                    <a:pt x="1908" y="393"/>
                  </a:cubicBezTo>
                  <a:lnTo>
                    <a:pt x="1908" y="77"/>
                  </a:lnTo>
                  <a:cubicBezTo>
                    <a:pt x="1908" y="48"/>
                    <a:pt x="1908" y="29"/>
                    <a:pt x="1908" y="0"/>
                  </a:cubicBezTo>
                  <a:cubicBezTo>
                    <a:pt x="1871" y="176"/>
                    <a:pt x="1718" y="308"/>
                    <a:pt x="1534" y="308"/>
                  </a:cubicBezTo>
                  <a:cubicBezTo>
                    <a:pt x="1528" y="308"/>
                    <a:pt x="1522" y="308"/>
                    <a:pt x="1515" y="307"/>
                  </a:cubicBezTo>
                  <a:lnTo>
                    <a:pt x="365" y="307"/>
                  </a:lnTo>
                  <a:cubicBezTo>
                    <a:pt x="183" y="307"/>
                    <a:pt x="29" y="183"/>
                    <a:pt x="1" y="0"/>
                  </a:cubicBezTo>
                  <a:close/>
                </a:path>
              </a:pathLst>
            </a:custGeom>
            <a:solidFill>
              <a:srgbClr val="A5B7C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920" name="Google Shape;10920;p42"/>
            <p:cNvSpPr/>
            <p:nvPr/>
          </p:nvSpPr>
          <p:spPr>
            <a:xfrm>
              <a:off x="5520850" y="3977799"/>
              <a:ext cx="35946" cy="27667"/>
            </a:xfrm>
            <a:custGeom>
              <a:rect b="b" l="l" r="r" t="t"/>
              <a:pathLst>
                <a:path extrusionOk="0" h="1056" w="1372">
                  <a:moveTo>
                    <a:pt x="365" y="1"/>
                  </a:moveTo>
                  <a:cubicBezTo>
                    <a:pt x="164" y="1"/>
                    <a:pt x="1" y="154"/>
                    <a:pt x="1" y="356"/>
                  </a:cubicBezTo>
                  <a:lnTo>
                    <a:pt x="1" y="701"/>
                  </a:lnTo>
                  <a:cubicBezTo>
                    <a:pt x="1" y="892"/>
                    <a:pt x="164" y="1055"/>
                    <a:pt x="365" y="1055"/>
                  </a:cubicBezTo>
                  <a:lnTo>
                    <a:pt x="1017" y="1055"/>
                  </a:lnTo>
                  <a:cubicBezTo>
                    <a:pt x="1209" y="1055"/>
                    <a:pt x="1372" y="892"/>
                    <a:pt x="1372" y="701"/>
                  </a:cubicBezTo>
                  <a:lnTo>
                    <a:pt x="1372" y="356"/>
                  </a:lnTo>
                  <a:cubicBezTo>
                    <a:pt x="1372" y="154"/>
                    <a:pt x="1209" y="1"/>
                    <a:pt x="1017" y="1"/>
                  </a:cubicBezTo>
                  <a:close/>
                </a:path>
              </a:pathLst>
            </a:custGeom>
            <a:solidFill>
              <a:srgbClr val="CCD6D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921" name="Google Shape;10921;p42"/>
            <p:cNvSpPr/>
            <p:nvPr/>
          </p:nvSpPr>
          <p:spPr>
            <a:xfrm>
              <a:off x="5520850" y="3985842"/>
              <a:ext cx="36208" cy="19624"/>
            </a:xfrm>
            <a:custGeom>
              <a:rect b="b" l="l" r="r" t="t"/>
              <a:pathLst>
                <a:path extrusionOk="0" h="749" w="1382">
                  <a:moveTo>
                    <a:pt x="1" y="1"/>
                  </a:moveTo>
                  <a:cubicBezTo>
                    <a:pt x="1" y="20"/>
                    <a:pt x="1" y="39"/>
                    <a:pt x="1" y="58"/>
                  </a:cubicBezTo>
                  <a:lnTo>
                    <a:pt x="1" y="374"/>
                  </a:lnTo>
                  <a:cubicBezTo>
                    <a:pt x="1" y="585"/>
                    <a:pt x="174" y="748"/>
                    <a:pt x="375" y="748"/>
                  </a:cubicBezTo>
                  <a:lnTo>
                    <a:pt x="1007" y="748"/>
                  </a:lnTo>
                  <a:cubicBezTo>
                    <a:pt x="1218" y="748"/>
                    <a:pt x="1381" y="585"/>
                    <a:pt x="1381" y="374"/>
                  </a:cubicBezTo>
                  <a:lnTo>
                    <a:pt x="1381" y="58"/>
                  </a:lnTo>
                  <a:lnTo>
                    <a:pt x="1381" y="1"/>
                  </a:lnTo>
                  <a:cubicBezTo>
                    <a:pt x="1353" y="183"/>
                    <a:pt x="1190" y="317"/>
                    <a:pt x="1007" y="317"/>
                  </a:cubicBezTo>
                  <a:lnTo>
                    <a:pt x="375" y="317"/>
                  </a:lnTo>
                  <a:cubicBezTo>
                    <a:pt x="183" y="317"/>
                    <a:pt x="30" y="183"/>
                    <a:pt x="1" y="1"/>
                  </a:cubicBezTo>
                  <a:close/>
                </a:path>
              </a:pathLst>
            </a:custGeom>
            <a:solidFill>
              <a:srgbClr val="A5B7C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922" name="Google Shape;10922;p42"/>
            <p:cNvSpPr/>
            <p:nvPr/>
          </p:nvSpPr>
          <p:spPr>
            <a:xfrm>
              <a:off x="5438477" y="4113410"/>
              <a:ext cx="49754" cy="53527"/>
            </a:xfrm>
            <a:custGeom>
              <a:rect b="b" l="l" r="r" t="t"/>
              <a:pathLst>
                <a:path extrusionOk="0" h="2043" w="1899">
                  <a:moveTo>
                    <a:pt x="1" y="1"/>
                  </a:moveTo>
                  <a:lnTo>
                    <a:pt x="1" y="1841"/>
                  </a:lnTo>
                  <a:cubicBezTo>
                    <a:pt x="1" y="1947"/>
                    <a:pt x="87" y="2043"/>
                    <a:pt x="202" y="2043"/>
                  </a:cubicBezTo>
                  <a:lnTo>
                    <a:pt x="1698" y="2043"/>
                  </a:lnTo>
                  <a:cubicBezTo>
                    <a:pt x="1813" y="2043"/>
                    <a:pt x="1899" y="1947"/>
                    <a:pt x="1899" y="1841"/>
                  </a:cubicBezTo>
                  <a:lnTo>
                    <a:pt x="1899" y="1"/>
                  </a:lnTo>
                  <a:close/>
                </a:path>
              </a:pathLst>
            </a:custGeom>
            <a:solidFill>
              <a:srgbClr val="F0F2F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923" name="Google Shape;10923;p42"/>
            <p:cNvSpPr/>
            <p:nvPr/>
          </p:nvSpPr>
          <p:spPr>
            <a:xfrm>
              <a:off x="5471647" y="4113174"/>
              <a:ext cx="16847" cy="53762"/>
            </a:xfrm>
            <a:custGeom>
              <a:rect b="b" l="l" r="r" t="t"/>
              <a:pathLst>
                <a:path extrusionOk="0" h="2052" w="643">
                  <a:moveTo>
                    <a:pt x="0" y="0"/>
                  </a:moveTo>
                  <a:lnTo>
                    <a:pt x="0" y="10"/>
                  </a:lnTo>
                  <a:lnTo>
                    <a:pt x="0" y="2052"/>
                  </a:lnTo>
                  <a:lnTo>
                    <a:pt x="441" y="2052"/>
                  </a:lnTo>
                  <a:cubicBezTo>
                    <a:pt x="547" y="2052"/>
                    <a:pt x="642" y="1956"/>
                    <a:pt x="642" y="1850"/>
                  </a:cubicBezTo>
                  <a:lnTo>
                    <a:pt x="642" y="0"/>
                  </a:lnTo>
                  <a:close/>
                </a:path>
              </a:pathLst>
            </a:custGeom>
            <a:solidFill>
              <a:srgbClr val="DCE2E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924" name="Google Shape;10924;p42"/>
            <p:cNvSpPr/>
            <p:nvPr/>
          </p:nvSpPr>
          <p:spPr>
            <a:xfrm>
              <a:off x="5452311" y="4132772"/>
              <a:ext cx="19362" cy="16427"/>
            </a:xfrm>
            <a:custGeom>
              <a:rect b="b" l="l" r="r" t="t"/>
              <a:pathLst>
                <a:path extrusionOk="0" h="627" w="739">
                  <a:moveTo>
                    <a:pt x="422" y="0"/>
                  </a:moveTo>
                  <a:cubicBezTo>
                    <a:pt x="144" y="0"/>
                    <a:pt x="0" y="336"/>
                    <a:pt x="201" y="537"/>
                  </a:cubicBezTo>
                  <a:cubicBezTo>
                    <a:pt x="267" y="599"/>
                    <a:pt x="346" y="627"/>
                    <a:pt x="423" y="627"/>
                  </a:cubicBezTo>
                  <a:cubicBezTo>
                    <a:pt x="585" y="627"/>
                    <a:pt x="738" y="504"/>
                    <a:pt x="738" y="316"/>
                  </a:cubicBezTo>
                  <a:cubicBezTo>
                    <a:pt x="738" y="144"/>
                    <a:pt x="594" y="0"/>
                    <a:pt x="422" y="0"/>
                  </a:cubicBezTo>
                  <a:close/>
                </a:path>
              </a:pathLst>
            </a:custGeom>
            <a:solidFill>
              <a:srgbClr val="49627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925" name="Google Shape;10925;p42"/>
            <p:cNvSpPr/>
            <p:nvPr/>
          </p:nvSpPr>
          <p:spPr>
            <a:xfrm>
              <a:off x="5419902" y="3867811"/>
              <a:ext cx="30916" cy="51011"/>
            </a:xfrm>
            <a:custGeom>
              <a:rect b="b" l="l" r="r" t="t"/>
              <a:pathLst>
                <a:path extrusionOk="0" h="1947" w="1180">
                  <a:moveTo>
                    <a:pt x="767" y="422"/>
                  </a:moveTo>
                  <a:lnTo>
                    <a:pt x="767" y="767"/>
                  </a:lnTo>
                  <a:lnTo>
                    <a:pt x="422" y="767"/>
                  </a:lnTo>
                  <a:lnTo>
                    <a:pt x="422" y="422"/>
                  </a:lnTo>
                  <a:close/>
                  <a:moveTo>
                    <a:pt x="767" y="1180"/>
                  </a:moveTo>
                  <a:lnTo>
                    <a:pt x="767" y="1525"/>
                  </a:lnTo>
                  <a:lnTo>
                    <a:pt x="422" y="1525"/>
                  </a:lnTo>
                  <a:lnTo>
                    <a:pt x="422" y="1180"/>
                  </a:lnTo>
                  <a:close/>
                  <a:moveTo>
                    <a:pt x="212" y="1"/>
                  </a:moveTo>
                  <a:cubicBezTo>
                    <a:pt x="97" y="1"/>
                    <a:pt x="1" y="96"/>
                    <a:pt x="1" y="211"/>
                  </a:cubicBezTo>
                  <a:lnTo>
                    <a:pt x="1" y="1735"/>
                  </a:lnTo>
                  <a:cubicBezTo>
                    <a:pt x="1" y="1850"/>
                    <a:pt x="97" y="1946"/>
                    <a:pt x="212" y="1946"/>
                  </a:cubicBezTo>
                  <a:lnTo>
                    <a:pt x="969" y="1946"/>
                  </a:lnTo>
                  <a:cubicBezTo>
                    <a:pt x="1084" y="1946"/>
                    <a:pt x="1180" y="1850"/>
                    <a:pt x="1180" y="1735"/>
                  </a:cubicBezTo>
                  <a:lnTo>
                    <a:pt x="1180" y="211"/>
                  </a:lnTo>
                  <a:cubicBezTo>
                    <a:pt x="1180" y="96"/>
                    <a:pt x="1084" y="1"/>
                    <a:pt x="969" y="1"/>
                  </a:cubicBezTo>
                  <a:close/>
                </a:path>
              </a:pathLst>
            </a:custGeom>
            <a:solidFill>
              <a:srgbClr val="243F5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926" name="Google Shape;10926;p42"/>
            <p:cNvSpPr/>
            <p:nvPr/>
          </p:nvSpPr>
          <p:spPr>
            <a:xfrm>
              <a:off x="5475917" y="3867811"/>
              <a:ext cx="32671" cy="51011"/>
            </a:xfrm>
            <a:custGeom>
              <a:rect b="b" l="l" r="r" t="t"/>
              <a:pathLst>
                <a:path extrusionOk="0" h="1947" w="1247">
                  <a:moveTo>
                    <a:pt x="757" y="1189"/>
                  </a:moveTo>
                  <a:lnTo>
                    <a:pt x="757" y="1525"/>
                  </a:lnTo>
                  <a:lnTo>
                    <a:pt x="422" y="1525"/>
                  </a:lnTo>
                  <a:lnTo>
                    <a:pt x="422" y="1189"/>
                  </a:lnTo>
                  <a:close/>
                  <a:moveTo>
                    <a:pt x="211" y="1"/>
                  </a:moveTo>
                  <a:cubicBezTo>
                    <a:pt x="96" y="1"/>
                    <a:pt x="0" y="96"/>
                    <a:pt x="0" y="211"/>
                  </a:cubicBezTo>
                  <a:lnTo>
                    <a:pt x="0" y="1735"/>
                  </a:lnTo>
                  <a:cubicBezTo>
                    <a:pt x="0" y="1850"/>
                    <a:pt x="96" y="1946"/>
                    <a:pt x="211" y="1946"/>
                  </a:cubicBezTo>
                  <a:lnTo>
                    <a:pt x="968" y="1946"/>
                  </a:lnTo>
                  <a:cubicBezTo>
                    <a:pt x="1083" y="1946"/>
                    <a:pt x="1179" y="1850"/>
                    <a:pt x="1179" y="1735"/>
                  </a:cubicBezTo>
                  <a:lnTo>
                    <a:pt x="1179" y="978"/>
                  </a:lnTo>
                  <a:cubicBezTo>
                    <a:pt x="1179" y="854"/>
                    <a:pt x="1083" y="767"/>
                    <a:pt x="968" y="767"/>
                  </a:cubicBezTo>
                  <a:lnTo>
                    <a:pt x="412" y="767"/>
                  </a:lnTo>
                  <a:lnTo>
                    <a:pt x="412" y="422"/>
                  </a:lnTo>
                  <a:lnTo>
                    <a:pt x="968" y="422"/>
                  </a:lnTo>
                  <a:cubicBezTo>
                    <a:pt x="1246" y="422"/>
                    <a:pt x="1246" y="1"/>
                    <a:pt x="968" y="1"/>
                  </a:cubicBezTo>
                  <a:close/>
                </a:path>
              </a:pathLst>
            </a:custGeom>
            <a:solidFill>
              <a:srgbClr val="243F5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927" name="Google Shape;10927;p42"/>
            <p:cNvSpPr/>
            <p:nvPr/>
          </p:nvSpPr>
          <p:spPr>
            <a:xfrm>
              <a:off x="5456817" y="3905696"/>
              <a:ext cx="16349" cy="18890"/>
            </a:xfrm>
            <a:custGeom>
              <a:rect b="b" l="l" r="r" t="t"/>
              <a:pathLst>
                <a:path extrusionOk="0" h="721" w="624">
                  <a:moveTo>
                    <a:pt x="387" y="1"/>
                  </a:moveTo>
                  <a:cubicBezTo>
                    <a:pt x="309" y="1"/>
                    <a:pt x="236" y="42"/>
                    <a:pt x="202" y="117"/>
                  </a:cubicBezTo>
                  <a:lnTo>
                    <a:pt x="49" y="424"/>
                  </a:lnTo>
                  <a:cubicBezTo>
                    <a:pt x="1" y="520"/>
                    <a:pt x="39" y="654"/>
                    <a:pt x="144" y="702"/>
                  </a:cubicBezTo>
                  <a:cubicBezTo>
                    <a:pt x="173" y="711"/>
                    <a:pt x="202" y="721"/>
                    <a:pt x="231" y="721"/>
                  </a:cubicBezTo>
                  <a:cubicBezTo>
                    <a:pt x="307" y="721"/>
                    <a:pt x="384" y="673"/>
                    <a:pt x="422" y="606"/>
                  </a:cubicBezTo>
                  <a:lnTo>
                    <a:pt x="576" y="299"/>
                  </a:lnTo>
                  <a:cubicBezTo>
                    <a:pt x="624" y="194"/>
                    <a:pt x="576" y="79"/>
                    <a:pt x="480" y="21"/>
                  </a:cubicBezTo>
                  <a:cubicBezTo>
                    <a:pt x="450" y="7"/>
                    <a:pt x="418" y="1"/>
                    <a:pt x="387" y="1"/>
                  </a:cubicBezTo>
                  <a:close/>
                </a:path>
              </a:pathLst>
            </a:custGeom>
            <a:solidFill>
              <a:srgbClr val="243F5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928" name="Google Shape;10928;p42"/>
            <p:cNvSpPr/>
            <p:nvPr/>
          </p:nvSpPr>
          <p:spPr>
            <a:xfrm>
              <a:off x="5419142" y="4028548"/>
              <a:ext cx="88425" cy="11056"/>
            </a:xfrm>
            <a:custGeom>
              <a:rect b="b" l="l" r="r" t="t"/>
              <a:pathLst>
                <a:path extrusionOk="0" h="422" w="3375">
                  <a:moveTo>
                    <a:pt x="279" y="0"/>
                  </a:moveTo>
                  <a:cubicBezTo>
                    <a:pt x="1" y="0"/>
                    <a:pt x="1" y="422"/>
                    <a:pt x="279" y="422"/>
                  </a:cubicBezTo>
                  <a:lnTo>
                    <a:pt x="3097" y="422"/>
                  </a:lnTo>
                  <a:cubicBezTo>
                    <a:pt x="3375" y="422"/>
                    <a:pt x="3375" y="0"/>
                    <a:pt x="3097" y="0"/>
                  </a:cubicBezTo>
                  <a:close/>
                </a:path>
              </a:pathLst>
            </a:custGeom>
            <a:solidFill>
              <a:srgbClr val="243F5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0929" name="Google Shape;10929;p42"/>
          <p:cNvGrpSpPr/>
          <p:nvPr/>
        </p:nvGrpSpPr>
        <p:grpSpPr>
          <a:xfrm>
            <a:off x="6704985" y="3622141"/>
            <a:ext cx="209967" cy="361638"/>
            <a:chOff x="6704985" y="3805141"/>
            <a:chExt cx="209967" cy="361638"/>
          </a:xfrm>
        </p:grpSpPr>
        <p:sp>
          <p:nvSpPr>
            <p:cNvPr id="10930" name="Google Shape;10930;p42"/>
            <p:cNvSpPr/>
            <p:nvPr/>
          </p:nvSpPr>
          <p:spPr>
            <a:xfrm>
              <a:off x="6704985" y="3965013"/>
              <a:ext cx="209967" cy="201426"/>
            </a:xfrm>
            <a:custGeom>
              <a:rect b="b" l="l" r="r" t="t"/>
              <a:pathLst>
                <a:path extrusionOk="0" h="7688" w="8014">
                  <a:moveTo>
                    <a:pt x="3240" y="0"/>
                  </a:moveTo>
                  <a:lnTo>
                    <a:pt x="3240" y="1208"/>
                  </a:lnTo>
                  <a:lnTo>
                    <a:pt x="3058" y="1208"/>
                  </a:lnTo>
                  <a:cubicBezTo>
                    <a:pt x="1946" y="1208"/>
                    <a:pt x="987" y="1965"/>
                    <a:pt x="719" y="3048"/>
                  </a:cubicBezTo>
                  <a:lnTo>
                    <a:pt x="115" y="5540"/>
                  </a:lnTo>
                  <a:cubicBezTo>
                    <a:pt x="0" y="6000"/>
                    <a:pt x="211" y="6480"/>
                    <a:pt x="614" y="6710"/>
                  </a:cubicBezTo>
                  <a:cubicBezTo>
                    <a:pt x="1745" y="7362"/>
                    <a:pt x="2876" y="7688"/>
                    <a:pt x="4007" y="7688"/>
                  </a:cubicBezTo>
                  <a:cubicBezTo>
                    <a:pt x="5138" y="7688"/>
                    <a:pt x="6269" y="7362"/>
                    <a:pt x="7400" y="6710"/>
                  </a:cubicBezTo>
                  <a:cubicBezTo>
                    <a:pt x="7803" y="6480"/>
                    <a:pt x="8013" y="6000"/>
                    <a:pt x="7898" y="5540"/>
                  </a:cubicBezTo>
                  <a:lnTo>
                    <a:pt x="7285" y="3039"/>
                  </a:lnTo>
                  <a:cubicBezTo>
                    <a:pt x="7026" y="1965"/>
                    <a:pt x="6058" y="1208"/>
                    <a:pt x="4946" y="1208"/>
                  </a:cubicBezTo>
                  <a:lnTo>
                    <a:pt x="4774" y="1208"/>
                  </a:lnTo>
                  <a:lnTo>
                    <a:pt x="4774" y="0"/>
                  </a:lnTo>
                  <a:cubicBezTo>
                    <a:pt x="4534" y="115"/>
                    <a:pt x="4266" y="182"/>
                    <a:pt x="4007" y="182"/>
                  </a:cubicBezTo>
                  <a:cubicBezTo>
                    <a:pt x="3738" y="182"/>
                    <a:pt x="3470" y="115"/>
                    <a:pt x="3240" y="0"/>
                  </a:cubicBezTo>
                  <a:close/>
                </a:path>
              </a:pathLst>
            </a:custGeom>
            <a:solidFill>
              <a:srgbClr val="F2F4F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931" name="Google Shape;10931;p42"/>
            <p:cNvSpPr/>
            <p:nvPr/>
          </p:nvSpPr>
          <p:spPr>
            <a:xfrm>
              <a:off x="6796895" y="3965013"/>
              <a:ext cx="118057" cy="201766"/>
            </a:xfrm>
            <a:custGeom>
              <a:rect b="b" l="l" r="r" t="t"/>
              <a:pathLst>
                <a:path extrusionOk="0" h="7701" w="4506">
                  <a:moveTo>
                    <a:pt x="1266" y="0"/>
                  </a:moveTo>
                  <a:cubicBezTo>
                    <a:pt x="1026" y="115"/>
                    <a:pt x="767" y="182"/>
                    <a:pt x="499" y="182"/>
                  </a:cubicBezTo>
                  <a:cubicBezTo>
                    <a:pt x="422" y="182"/>
                    <a:pt x="345" y="307"/>
                    <a:pt x="269" y="307"/>
                  </a:cubicBezTo>
                  <a:lnTo>
                    <a:pt x="269" y="1217"/>
                  </a:lnTo>
                  <a:lnTo>
                    <a:pt x="451" y="1217"/>
                  </a:lnTo>
                  <a:cubicBezTo>
                    <a:pt x="1553" y="1217"/>
                    <a:pt x="2521" y="1975"/>
                    <a:pt x="2780" y="3048"/>
                  </a:cubicBezTo>
                  <a:lnTo>
                    <a:pt x="3394" y="5550"/>
                  </a:lnTo>
                  <a:cubicBezTo>
                    <a:pt x="3509" y="6010"/>
                    <a:pt x="3298" y="6480"/>
                    <a:pt x="2895" y="6719"/>
                  </a:cubicBezTo>
                  <a:cubicBezTo>
                    <a:pt x="2013" y="7247"/>
                    <a:pt x="1026" y="7582"/>
                    <a:pt x="0" y="7678"/>
                  </a:cubicBezTo>
                  <a:cubicBezTo>
                    <a:pt x="170" y="7693"/>
                    <a:pt x="339" y="7700"/>
                    <a:pt x="508" y="7700"/>
                  </a:cubicBezTo>
                  <a:cubicBezTo>
                    <a:pt x="1633" y="7700"/>
                    <a:pt x="2759" y="7369"/>
                    <a:pt x="3892" y="6719"/>
                  </a:cubicBezTo>
                  <a:cubicBezTo>
                    <a:pt x="4295" y="6480"/>
                    <a:pt x="4505" y="6000"/>
                    <a:pt x="4390" y="5540"/>
                  </a:cubicBezTo>
                  <a:lnTo>
                    <a:pt x="3777" y="3039"/>
                  </a:lnTo>
                  <a:cubicBezTo>
                    <a:pt x="3518" y="1965"/>
                    <a:pt x="2550" y="1208"/>
                    <a:pt x="1448" y="1208"/>
                  </a:cubicBezTo>
                  <a:lnTo>
                    <a:pt x="1266" y="1208"/>
                  </a:lnTo>
                  <a:lnTo>
                    <a:pt x="1266" y="0"/>
                  </a:lnTo>
                  <a:close/>
                </a:path>
              </a:pathLst>
            </a:custGeom>
            <a:solidFill>
              <a:srgbClr val="DEE2E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932" name="Google Shape;10932;p42"/>
            <p:cNvSpPr/>
            <p:nvPr/>
          </p:nvSpPr>
          <p:spPr>
            <a:xfrm>
              <a:off x="6789847" y="3965013"/>
              <a:ext cx="7074" cy="7808"/>
            </a:xfrm>
            <a:custGeom>
              <a:rect b="b" l="l" r="r" t="t"/>
              <a:pathLst>
                <a:path extrusionOk="0" h="298" w="270">
                  <a:moveTo>
                    <a:pt x="1" y="0"/>
                  </a:moveTo>
                  <a:lnTo>
                    <a:pt x="1" y="297"/>
                  </a:lnTo>
                  <a:cubicBezTo>
                    <a:pt x="87" y="278"/>
                    <a:pt x="183" y="259"/>
                    <a:pt x="269" y="240"/>
                  </a:cubicBezTo>
                  <a:cubicBezTo>
                    <a:pt x="173" y="211"/>
                    <a:pt x="87" y="38"/>
                    <a:pt x="1" y="0"/>
                  </a:cubicBezTo>
                  <a:close/>
                </a:path>
              </a:pathLst>
            </a:custGeom>
            <a:solidFill>
              <a:srgbClr val="DEE2E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933" name="Google Shape;10933;p42"/>
            <p:cNvSpPr/>
            <p:nvPr/>
          </p:nvSpPr>
          <p:spPr>
            <a:xfrm>
              <a:off x="6744495" y="3965013"/>
              <a:ext cx="132939" cy="201426"/>
            </a:xfrm>
            <a:custGeom>
              <a:rect b="b" l="l" r="r" t="t"/>
              <a:pathLst>
                <a:path extrusionOk="0" h="7688" w="5074">
                  <a:moveTo>
                    <a:pt x="1732" y="0"/>
                  </a:moveTo>
                  <a:lnTo>
                    <a:pt x="1732" y="1208"/>
                  </a:lnTo>
                  <a:lnTo>
                    <a:pt x="1559" y="1208"/>
                  </a:lnTo>
                  <a:cubicBezTo>
                    <a:pt x="1253" y="1208"/>
                    <a:pt x="956" y="1265"/>
                    <a:pt x="687" y="1371"/>
                  </a:cubicBezTo>
                  <a:lnTo>
                    <a:pt x="35" y="2646"/>
                  </a:lnTo>
                  <a:cubicBezTo>
                    <a:pt x="0" y="2724"/>
                    <a:pt x="61" y="2811"/>
                    <a:pt x="145" y="2811"/>
                  </a:cubicBezTo>
                  <a:cubicBezTo>
                    <a:pt x="153" y="2811"/>
                    <a:pt x="161" y="2810"/>
                    <a:pt x="170" y="2809"/>
                  </a:cubicBezTo>
                  <a:lnTo>
                    <a:pt x="850" y="2626"/>
                  </a:lnTo>
                  <a:cubicBezTo>
                    <a:pt x="869" y="2621"/>
                    <a:pt x="888" y="2618"/>
                    <a:pt x="907" y="2618"/>
                  </a:cubicBezTo>
                  <a:cubicBezTo>
                    <a:pt x="985" y="2618"/>
                    <a:pt x="1061" y="2663"/>
                    <a:pt x="1099" y="2732"/>
                  </a:cubicBezTo>
                  <a:lnTo>
                    <a:pt x="1234" y="2952"/>
                  </a:lnTo>
                  <a:cubicBezTo>
                    <a:pt x="1943" y="4179"/>
                    <a:pt x="2326" y="5569"/>
                    <a:pt x="2326" y="6988"/>
                  </a:cubicBezTo>
                  <a:lnTo>
                    <a:pt x="2326" y="7688"/>
                  </a:lnTo>
                  <a:lnTo>
                    <a:pt x="2758" y="7688"/>
                  </a:lnTo>
                  <a:lnTo>
                    <a:pt x="2758" y="6978"/>
                  </a:lnTo>
                  <a:cubicBezTo>
                    <a:pt x="2758" y="5569"/>
                    <a:pt x="3131" y="4170"/>
                    <a:pt x="3850" y="2952"/>
                  </a:cubicBezTo>
                  <a:lnTo>
                    <a:pt x="3975" y="2732"/>
                  </a:lnTo>
                  <a:cubicBezTo>
                    <a:pt x="4021" y="2663"/>
                    <a:pt x="4092" y="2618"/>
                    <a:pt x="4173" y="2618"/>
                  </a:cubicBezTo>
                  <a:cubicBezTo>
                    <a:pt x="4193" y="2618"/>
                    <a:pt x="4213" y="2621"/>
                    <a:pt x="4234" y="2626"/>
                  </a:cubicBezTo>
                  <a:lnTo>
                    <a:pt x="4905" y="2809"/>
                  </a:lnTo>
                  <a:cubicBezTo>
                    <a:pt x="4913" y="2810"/>
                    <a:pt x="4921" y="2811"/>
                    <a:pt x="4929" y="2811"/>
                  </a:cubicBezTo>
                  <a:cubicBezTo>
                    <a:pt x="5013" y="2811"/>
                    <a:pt x="5074" y="2724"/>
                    <a:pt x="5039" y="2636"/>
                  </a:cubicBezTo>
                  <a:lnTo>
                    <a:pt x="4406" y="1409"/>
                  </a:lnTo>
                  <a:cubicBezTo>
                    <a:pt x="4100" y="1275"/>
                    <a:pt x="3774" y="1208"/>
                    <a:pt x="3448" y="1208"/>
                  </a:cubicBezTo>
                  <a:lnTo>
                    <a:pt x="3266" y="1208"/>
                  </a:lnTo>
                  <a:lnTo>
                    <a:pt x="3266" y="0"/>
                  </a:lnTo>
                  <a:cubicBezTo>
                    <a:pt x="3026" y="115"/>
                    <a:pt x="2767" y="182"/>
                    <a:pt x="2499" y="182"/>
                  </a:cubicBezTo>
                  <a:cubicBezTo>
                    <a:pt x="2230" y="182"/>
                    <a:pt x="1972" y="115"/>
                    <a:pt x="1732" y="0"/>
                  </a:cubicBezTo>
                  <a:close/>
                </a:path>
              </a:pathLst>
            </a:custGeom>
            <a:solidFill>
              <a:srgbClr val="70879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934" name="Google Shape;10934;p42"/>
            <p:cNvSpPr/>
            <p:nvPr/>
          </p:nvSpPr>
          <p:spPr>
            <a:xfrm>
              <a:off x="6772791" y="3965013"/>
              <a:ext cx="73858" cy="135873"/>
            </a:xfrm>
            <a:custGeom>
              <a:rect b="b" l="l" r="r" t="t"/>
              <a:pathLst>
                <a:path extrusionOk="0" h="5186" w="2819">
                  <a:moveTo>
                    <a:pt x="652" y="0"/>
                  </a:moveTo>
                  <a:lnTo>
                    <a:pt x="652" y="1208"/>
                  </a:lnTo>
                  <a:lnTo>
                    <a:pt x="479" y="1208"/>
                  </a:lnTo>
                  <a:cubicBezTo>
                    <a:pt x="316" y="1208"/>
                    <a:pt x="154" y="1227"/>
                    <a:pt x="0" y="1256"/>
                  </a:cubicBezTo>
                  <a:cubicBezTo>
                    <a:pt x="19" y="1294"/>
                    <a:pt x="38" y="1313"/>
                    <a:pt x="38" y="1313"/>
                  </a:cubicBezTo>
                  <a:lnTo>
                    <a:pt x="1457" y="5186"/>
                  </a:lnTo>
                  <a:lnTo>
                    <a:pt x="2799" y="1313"/>
                  </a:lnTo>
                  <a:lnTo>
                    <a:pt x="2818" y="1246"/>
                  </a:lnTo>
                  <a:cubicBezTo>
                    <a:pt x="2665" y="1217"/>
                    <a:pt x="2521" y="1208"/>
                    <a:pt x="2368" y="1208"/>
                  </a:cubicBezTo>
                  <a:lnTo>
                    <a:pt x="2186" y="1208"/>
                  </a:lnTo>
                  <a:lnTo>
                    <a:pt x="2186" y="0"/>
                  </a:lnTo>
                  <a:cubicBezTo>
                    <a:pt x="1946" y="115"/>
                    <a:pt x="1687" y="182"/>
                    <a:pt x="1419" y="182"/>
                  </a:cubicBezTo>
                  <a:cubicBezTo>
                    <a:pt x="1150" y="182"/>
                    <a:pt x="892" y="115"/>
                    <a:pt x="652" y="0"/>
                  </a:cubicBezTo>
                  <a:close/>
                </a:path>
              </a:pathLst>
            </a:custGeom>
            <a:solidFill>
              <a:srgbClr val="B9C3C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935" name="Google Shape;10935;p42"/>
            <p:cNvSpPr/>
            <p:nvPr/>
          </p:nvSpPr>
          <p:spPr>
            <a:xfrm>
              <a:off x="6772791" y="3978323"/>
              <a:ext cx="74094" cy="49492"/>
            </a:xfrm>
            <a:custGeom>
              <a:rect b="b" l="l" r="r" t="t"/>
              <a:pathLst>
                <a:path extrusionOk="0" h="1889" w="2828">
                  <a:moveTo>
                    <a:pt x="2186" y="0"/>
                  </a:moveTo>
                  <a:lnTo>
                    <a:pt x="1285" y="278"/>
                  </a:lnTo>
                  <a:lnTo>
                    <a:pt x="652" y="201"/>
                  </a:lnTo>
                  <a:lnTo>
                    <a:pt x="652" y="700"/>
                  </a:lnTo>
                  <a:lnTo>
                    <a:pt x="479" y="700"/>
                  </a:lnTo>
                  <a:cubicBezTo>
                    <a:pt x="316" y="700"/>
                    <a:pt x="154" y="719"/>
                    <a:pt x="0" y="748"/>
                  </a:cubicBezTo>
                  <a:cubicBezTo>
                    <a:pt x="29" y="786"/>
                    <a:pt x="48" y="805"/>
                    <a:pt x="48" y="805"/>
                  </a:cubicBezTo>
                  <a:lnTo>
                    <a:pt x="441" y="1888"/>
                  </a:lnTo>
                  <a:lnTo>
                    <a:pt x="1285" y="1045"/>
                  </a:lnTo>
                  <a:cubicBezTo>
                    <a:pt x="1333" y="997"/>
                    <a:pt x="1395" y="973"/>
                    <a:pt x="1457" y="973"/>
                  </a:cubicBezTo>
                  <a:cubicBezTo>
                    <a:pt x="1519" y="973"/>
                    <a:pt x="1582" y="997"/>
                    <a:pt x="1630" y="1045"/>
                  </a:cubicBezTo>
                  <a:lnTo>
                    <a:pt x="2435" y="1888"/>
                  </a:lnTo>
                  <a:lnTo>
                    <a:pt x="2809" y="805"/>
                  </a:lnTo>
                  <a:lnTo>
                    <a:pt x="2828" y="738"/>
                  </a:lnTo>
                  <a:cubicBezTo>
                    <a:pt x="2684" y="709"/>
                    <a:pt x="2531" y="700"/>
                    <a:pt x="2377" y="700"/>
                  </a:cubicBezTo>
                  <a:lnTo>
                    <a:pt x="2186" y="700"/>
                  </a:lnTo>
                  <a:lnTo>
                    <a:pt x="2186" y="0"/>
                  </a:lnTo>
                  <a:close/>
                </a:path>
              </a:pathLst>
            </a:custGeom>
            <a:solidFill>
              <a:srgbClr val="AFBCC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936" name="Google Shape;10936;p42"/>
            <p:cNvSpPr/>
            <p:nvPr/>
          </p:nvSpPr>
          <p:spPr>
            <a:xfrm>
              <a:off x="6727570" y="3805141"/>
              <a:ext cx="162021" cy="136528"/>
            </a:xfrm>
            <a:custGeom>
              <a:rect b="b" l="l" r="r" t="t"/>
              <a:pathLst>
                <a:path extrusionOk="0" h="5211" w="6184">
                  <a:moveTo>
                    <a:pt x="2373" y="0"/>
                  </a:moveTo>
                  <a:cubicBezTo>
                    <a:pt x="1117" y="0"/>
                    <a:pt x="1" y="1026"/>
                    <a:pt x="1" y="2383"/>
                  </a:cubicBezTo>
                  <a:cubicBezTo>
                    <a:pt x="1" y="3073"/>
                    <a:pt x="49" y="3773"/>
                    <a:pt x="145" y="4453"/>
                  </a:cubicBezTo>
                  <a:cubicBezTo>
                    <a:pt x="212" y="4885"/>
                    <a:pt x="576" y="5211"/>
                    <a:pt x="1017" y="5211"/>
                  </a:cubicBezTo>
                  <a:lnTo>
                    <a:pt x="5177" y="5211"/>
                  </a:lnTo>
                  <a:cubicBezTo>
                    <a:pt x="5618" y="5211"/>
                    <a:pt x="5992" y="4885"/>
                    <a:pt x="6049" y="4444"/>
                  </a:cubicBezTo>
                  <a:cubicBezTo>
                    <a:pt x="6116" y="3849"/>
                    <a:pt x="6174" y="3284"/>
                    <a:pt x="6183" y="2738"/>
                  </a:cubicBezTo>
                  <a:lnTo>
                    <a:pt x="6183" y="2047"/>
                  </a:lnTo>
                  <a:cubicBezTo>
                    <a:pt x="6183" y="1817"/>
                    <a:pt x="6174" y="1587"/>
                    <a:pt x="6145" y="1357"/>
                  </a:cubicBezTo>
                  <a:cubicBezTo>
                    <a:pt x="6076" y="641"/>
                    <a:pt x="5471" y="192"/>
                    <a:pt x="4850" y="192"/>
                  </a:cubicBezTo>
                  <a:cubicBezTo>
                    <a:pt x="4523" y="192"/>
                    <a:pt x="4192" y="316"/>
                    <a:pt x="3931" y="590"/>
                  </a:cubicBezTo>
                  <a:cubicBezTo>
                    <a:pt x="3921" y="600"/>
                    <a:pt x="3921" y="610"/>
                    <a:pt x="3912" y="610"/>
                  </a:cubicBezTo>
                  <a:cubicBezTo>
                    <a:pt x="3710" y="408"/>
                    <a:pt x="3461" y="245"/>
                    <a:pt x="3193" y="150"/>
                  </a:cubicBezTo>
                  <a:cubicBezTo>
                    <a:pt x="2920" y="48"/>
                    <a:pt x="2643" y="0"/>
                    <a:pt x="2373" y="0"/>
                  </a:cubicBezTo>
                  <a:close/>
                </a:path>
              </a:pathLst>
            </a:custGeom>
            <a:solidFill>
              <a:srgbClr val="3B536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937" name="Google Shape;10937;p42"/>
            <p:cNvSpPr/>
            <p:nvPr/>
          </p:nvSpPr>
          <p:spPr>
            <a:xfrm>
              <a:off x="6728330" y="3805219"/>
              <a:ext cx="161261" cy="131681"/>
            </a:xfrm>
            <a:custGeom>
              <a:rect b="b" l="l" r="r" t="t"/>
              <a:pathLst>
                <a:path extrusionOk="0" h="5026" w="6155">
                  <a:moveTo>
                    <a:pt x="2338" y="1"/>
                  </a:moveTo>
                  <a:cubicBezTo>
                    <a:pt x="1225" y="1"/>
                    <a:pt x="209" y="795"/>
                    <a:pt x="1" y="1968"/>
                  </a:cubicBezTo>
                  <a:cubicBezTo>
                    <a:pt x="447" y="1287"/>
                    <a:pt x="1198" y="900"/>
                    <a:pt x="1974" y="900"/>
                  </a:cubicBezTo>
                  <a:cubicBezTo>
                    <a:pt x="2247" y="900"/>
                    <a:pt x="2523" y="948"/>
                    <a:pt x="2790" y="1048"/>
                  </a:cubicBezTo>
                  <a:cubicBezTo>
                    <a:pt x="3068" y="1143"/>
                    <a:pt x="3317" y="1306"/>
                    <a:pt x="3518" y="1517"/>
                  </a:cubicBezTo>
                  <a:cubicBezTo>
                    <a:pt x="3528" y="1508"/>
                    <a:pt x="3528" y="1498"/>
                    <a:pt x="3538" y="1488"/>
                  </a:cubicBezTo>
                  <a:cubicBezTo>
                    <a:pt x="3798" y="1214"/>
                    <a:pt x="4130" y="1090"/>
                    <a:pt x="4457" y="1090"/>
                  </a:cubicBezTo>
                  <a:cubicBezTo>
                    <a:pt x="5078" y="1090"/>
                    <a:pt x="5683" y="1539"/>
                    <a:pt x="5752" y="2255"/>
                  </a:cubicBezTo>
                  <a:cubicBezTo>
                    <a:pt x="5781" y="2485"/>
                    <a:pt x="5790" y="2715"/>
                    <a:pt x="5790" y="2945"/>
                  </a:cubicBezTo>
                  <a:lnTo>
                    <a:pt x="5790" y="3636"/>
                  </a:lnTo>
                  <a:cubicBezTo>
                    <a:pt x="5781" y="4086"/>
                    <a:pt x="5742" y="4546"/>
                    <a:pt x="5694" y="5025"/>
                  </a:cubicBezTo>
                  <a:cubicBezTo>
                    <a:pt x="5876" y="4882"/>
                    <a:pt x="5991" y="4671"/>
                    <a:pt x="6020" y="4441"/>
                  </a:cubicBezTo>
                  <a:cubicBezTo>
                    <a:pt x="6087" y="3846"/>
                    <a:pt x="6135" y="3281"/>
                    <a:pt x="6154" y="2735"/>
                  </a:cubicBezTo>
                  <a:lnTo>
                    <a:pt x="6154" y="2044"/>
                  </a:lnTo>
                  <a:cubicBezTo>
                    <a:pt x="6154" y="1814"/>
                    <a:pt x="6145" y="1584"/>
                    <a:pt x="6106" y="1354"/>
                  </a:cubicBezTo>
                  <a:cubicBezTo>
                    <a:pt x="6038" y="640"/>
                    <a:pt x="5440" y="192"/>
                    <a:pt x="4824" y="192"/>
                  </a:cubicBezTo>
                  <a:cubicBezTo>
                    <a:pt x="4497" y="192"/>
                    <a:pt x="4164" y="318"/>
                    <a:pt x="3902" y="597"/>
                  </a:cubicBezTo>
                  <a:cubicBezTo>
                    <a:pt x="3892" y="597"/>
                    <a:pt x="3883" y="607"/>
                    <a:pt x="3883" y="616"/>
                  </a:cubicBezTo>
                  <a:cubicBezTo>
                    <a:pt x="3672" y="405"/>
                    <a:pt x="3423" y="252"/>
                    <a:pt x="3154" y="147"/>
                  </a:cubicBezTo>
                  <a:cubicBezTo>
                    <a:pt x="2883" y="47"/>
                    <a:pt x="2608" y="1"/>
                    <a:pt x="2338" y="1"/>
                  </a:cubicBezTo>
                  <a:close/>
                </a:path>
              </a:pathLst>
            </a:custGeom>
            <a:solidFill>
              <a:srgbClr val="243F5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938" name="Google Shape;10938;p42"/>
            <p:cNvSpPr/>
            <p:nvPr/>
          </p:nvSpPr>
          <p:spPr>
            <a:xfrm>
              <a:off x="6789847" y="3965013"/>
              <a:ext cx="40217" cy="35999"/>
            </a:xfrm>
            <a:custGeom>
              <a:rect b="b" l="l" r="r" t="t"/>
              <a:pathLst>
                <a:path extrusionOk="0" h="1374" w="1535">
                  <a:moveTo>
                    <a:pt x="1" y="0"/>
                  </a:moveTo>
                  <a:lnTo>
                    <a:pt x="1" y="1208"/>
                  </a:lnTo>
                  <a:cubicBezTo>
                    <a:pt x="245" y="1318"/>
                    <a:pt x="507" y="1373"/>
                    <a:pt x="768" y="1373"/>
                  </a:cubicBezTo>
                  <a:cubicBezTo>
                    <a:pt x="1029" y="1373"/>
                    <a:pt x="1290" y="1318"/>
                    <a:pt x="1535" y="1208"/>
                  </a:cubicBezTo>
                  <a:lnTo>
                    <a:pt x="1535" y="0"/>
                  </a:lnTo>
                  <a:cubicBezTo>
                    <a:pt x="1295" y="115"/>
                    <a:pt x="1036" y="182"/>
                    <a:pt x="768" y="182"/>
                  </a:cubicBezTo>
                  <a:cubicBezTo>
                    <a:pt x="499" y="182"/>
                    <a:pt x="241" y="115"/>
                    <a:pt x="1" y="0"/>
                  </a:cubicBezTo>
                  <a:close/>
                </a:path>
              </a:pathLst>
            </a:custGeom>
            <a:solidFill>
              <a:srgbClr val="D6DC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939" name="Google Shape;10939;p42"/>
            <p:cNvSpPr/>
            <p:nvPr/>
          </p:nvSpPr>
          <p:spPr>
            <a:xfrm>
              <a:off x="6789847" y="3969782"/>
              <a:ext cx="40217" cy="19598"/>
            </a:xfrm>
            <a:custGeom>
              <a:rect b="b" l="l" r="r" t="t"/>
              <a:pathLst>
                <a:path extrusionOk="0" h="748" w="1535">
                  <a:moveTo>
                    <a:pt x="1" y="0"/>
                  </a:moveTo>
                  <a:lnTo>
                    <a:pt x="1" y="585"/>
                  </a:lnTo>
                  <a:cubicBezTo>
                    <a:pt x="241" y="690"/>
                    <a:pt x="509" y="748"/>
                    <a:pt x="768" y="748"/>
                  </a:cubicBezTo>
                  <a:cubicBezTo>
                    <a:pt x="1036" y="748"/>
                    <a:pt x="1295" y="690"/>
                    <a:pt x="1535" y="585"/>
                  </a:cubicBezTo>
                  <a:lnTo>
                    <a:pt x="1535" y="0"/>
                  </a:lnTo>
                  <a:cubicBezTo>
                    <a:pt x="1295" y="115"/>
                    <a:pt x="1036" y="182"/>
                    <a:pt x="768" y="182"/>
                  </a:cubicBezTo>
                  <a:cubicBezTo>
                    <a:pt x="499" y="182"/>
                    <a:pt x="241" y="115"/>
                    <a:pt x="1" y="0"/>
                  </a:cubicBezTo>
                  <a:close/>
                </a:path>
              </a:pathLst>
            </a:custGeom>
            <a:solidFill>
              <a:srgbClr val="C9D0D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940" name="Google Shape;10940;p42"/>
            <p:cNvSpPr/>
            <p:nvPr/>
          </p:nvSpPr>
          <p:spPr>
            <a:xfrm>
              <a:off x="6760477" y="3866318"/>
              <a:ext cx="99219" cy="113525"/>
            </a:xfrm>
            <a:custGeom>
              <a:rect b="b" l="l" r="r" t="t"/>
              <a:pathLst>
                <a:path extrusionOk="0" h="4333" w="3787">
                  <a:moveTo>
                    <a:pt x="1189" y="0"/>
                  </a:moveTo>
                  <a:cubicBezTo>
                    <a:pt x="844" y="335"/>
                    <a:pt x="441" y="604"/>
                    <a:pt x="0" y="805"/>
                  </a:cubicBezTo>
                  <a:lnTo>
                    <a:pt x="0" y="2435"/>
                  </a:lnTo>
                  <a:cubicBezTo>
                    <a:pt x="0" y="3479"/>
                    <a:pt x="844" y="4333"/>
                    <a:pt x="1889" y="4333"/>
                  </a:cubicBezTo>
                  <a:cubicBezTo>
                    <a:pt x="2934" y="4333"/>
                    <a:pt x="3787" y="3479"/>
                    <a:pt x="3787" y="2435"/>
                  </a:cubicBezTo>
                  <a:lnTo>
                    <a:pt x="3787" y="805"/>
                  </a:lnTo>
                  <a:cubicBezTo>
                    <a:pt x="2857" y="796"/>
                    <a:pt x="1956" y="518"/>
                    <a:pt x="1189" y="0"/>
                  </a:cubicBezTo>
                  <a:close/>
                </a:path>
              </a:pathLst>
            </a:custGeom>
            <a:solidFill>
              <a:srgbClr val="D6DC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941" name="Google Shape;10941;p42"/>
            <p:cNvSpPr/>
            <p:nvPr/>
          </p:nvSpPr>
          <p:spPr>
            <a:xfrm>
              <a:off x="6777297" y="3866318"/>
              <a:ext cx="82163" cy="109752"/>
            </a:xfrm>
            <a:custGeom>
              <a:rect b="b" l="l" r="r" t="t"/>
              <a:pathLst>
                <a:path extrusionOk="0" h="4189" w="3136">
                  <a:moveTo>
                    <a:pt x="547" y="0"/>
                  </a:moveTo>
                  <a:cubicBezTo>
                    <a:pt x="375" y="163"/>
                    <a:pt x="192" y="307"/>
                    <a:pt x="1" y="441"/>
                  </a:cubicBezTo>
                  <a:cubicBezTo>
                    <a:pt x="758" y="930"/>
                    <a:pt x="1630" y="1198"/>
                    <a:pt x="2531" y="1208"/>
                  </a:cubicBezTo>
                  <a:lnTo>
                    <a:pt x="2531" y="2847"/>
                  </a:lnTo>
                  <a:cubicBezTo>
                    <a:pt x="2531" y="3345"/>
                    <a:pt x="2330" y="3834"/>
                    <a:pt x="1975" y="4189"/>
                  </a:cubicBezTo>
                  <a:cubicBezTo>
                    <a:pt x="2685" y="3892"/>
                    <a:pt x="3135" y="3202"/>
                    <a:pt x="3135" y="2444"/>
                  </a:cubicBezTo>
                  <a:lnTo>
                    <a:pt x="3135" y="805"/>
                  </a:lnTo>
                  <a:cubicBezTo>
                    <a:pt x="2215" y="796"/>
                    <a:pt x="1304" y="518"/>
                    <a:pt x="547" y="0"/>
                  </a:cubicBezTo>
                  <a:close/>
                </a:path>
              </a:pathLst>
            </a:custGeom>
            <a:solidFill>
              <a:srgbClr val="C9D0D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0942" name="Google Shape;10942;p42"/>
          <p:cNvGrpSpPr/>
          <p:nvPr/>
        </p:nvGrpSpPr>
        <p:grpSpPr>
          <a:xfrm>
            <a:off x="7513884" y="2265269"/>
            <a:ext cx="363185" cy="338792"/>
            <a:chOff x="7513884" y="2448269"/>
            <a:chExt cx="363185" cy="338792"/>
          </a:xfrm>
        </p:grpSpPr>
        <p:sp>
          <p:nvSpPr>
            <p:cNvPr id="10943" name="Google Shape;10943;p42"/>
            <p:cNvSpPr/>
            <p:nvPr/>
          </p:nvSpPr>
          <p:spPr>
            <a:xfrm>
              <a:off x="7666316" y="2448269"/>
              <a:ext cx="210753" cy="206954"/>
            </a:xfrm>
            <a:custGeom>
              <a:rect b="b" l="l" r="r" t="t"/>
              <a:pathLst>
                <a:path extrusionOk="0" h="7899" w="8044">
                  <a:moveTo>
                    <a:pt x="5680" y="0"/>
                  </a:moveTo>
                  <a:cubicBezTo>
                    <a:pt x="5491" y="0"/>
                    <a:pt x="5302" y="72"/>
                    <a:pt x="5158" y="216"/>
                  </a:cubicBezTo>
                  <a:lnTo>
                    <a:pt x="289" y="5085"/>
                  </a:lnTo>
                  <a:cubicBezTo>
                    <a:pt x="1" y="5373"/>
                    <a:pt x="1" y="5843"/>
                    <a:pt x="289" y="6130"/>
                  </a:cubicBezTo>
                  <a:lnTo>
                    <a:pt x="1851" y="7683"/>
                  </a:lnTo>
                  <a:cubicBezTo>
                    <a:pt x="1995" y="7827"/>
                    <a:pt x="2182" y="7899"/>
                    <a:pt x="2370" y="7899"/>
                  </a:cubicBezTo>
                  <a:cubicBezTo>
                    <a:pt x="2558" y="7899"/>
                    <a:pt x="2747" y="7827"/>
                    <a:pt x="2896" y="7683"/>
                  </a:cubicBezTo>
                  <a:lnTo>
                    <a:pt x="7756" y="2814"/>
                  </a:lnTo>
                  <a:cubicBezTo>
                    <a:pt x="8043" y="2526"/>
                    <a:pt x="8043" y="2066"/>
                    <a:pt x="7756" y="1778"/>
                  </a:cubicBezTo>
                  <a:lnTo>
                    <a:pt x="6203" y="216"/>
                  </a:lnTo>
                  <a:cubicBezTo>
                    <a:pt x="6059" y="72"/>
                    <a:pt x="5870" y="0"/>
                    <a:pt x="5680" y="0"/>
                  </a:cubicBezTo>
                  <a:close/>
                </a:path>
              </a:pathLst>
            </a:custGeom>
            <a:solidFill>
              <a:srgbClr val="A4B3B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944" name="Google Shape;10944;p42"/>
            <p:cNvSpPr/>
            <p:nvPr/>
          </p:nvSpPr>
          <p:spPr>
            <a:xfrm>
              <a:off x="7691442" y="2471482"/>
              <a:ext cx="185627" cy="183741"/>
            </a:xfrm>
            <a:custGeom>
              <a:rect b="b" l="l" r="r" t="t"/>
              <a:pathLst>
                <a:path extrusionOk="0" h="7013" w="7085">
                  <a:moveTo>
                    <a:pt x="5915" y="1"/>
                  </a:moveTo>
                  <a:lnTo>
                    <a:pt x="5920" y="7"/>
                  </a:lnTo>
                  <a:lnTo>
                    <a:pt x="5920" y="7"/>
                  </a:lnTo>
                  <a:cubicBezTo>
                    <a:pt x="5918" y="5"/>
                    <a:pt x="5917" y="3"/>
                    <a:pt x="5915" y="1"/>
                  </a:cubicBezTo>
                  <a:close/>
                  <a:moveTo>
                    <a:pt x="5920" y="7"/>
                  </a:moveTo>
                  <a:cubicBezTo>
                    <a:pt x="6202" y="295"/>
                    <a:pt x="6200" y="760"/>
                    <a:pt x="5915" y="1046"/>
                  </a:cubicBezTo>
                  <a:lnTo>
                    <a:pt x="1045" y="5915"/>
                  </a:lnTo>
                  <a:cubicBezTo>
                    <a:pt x="902" y="6059"/>
                    <a:pt x="715" y="6131"/>
                    <a:pt x="526" y="6131"/>
                  </a:cubicBezTo>
                  <a:cubicBezTo>
                    <a:pt x="338" y="6131"/>
                    <a:pt x="149" y="6059"/>
                    <a:pt x="0" y="5915"/>
                  </a:cubicBezTo>
                  <a:lnTo>
                    <a:pt x="0" y="5915"/>
                  </a:lnTo>
                  <a:lnTo>
                    <a:pt x="892" y="6797"/>
                  </a:lnTo>
                  <a:cubicBezTo>
                    <a:pt x="1036" y="6941"/>
                    <a:pt x="1223" y="7013"/>
                    <a:pt x="1410" y="7013"/>
                  </a:cubicBezTo>
                  <a:cubicBezTo>
                    <a:pt x="1596" y="7013"/>
                    <a:pt x="1783" y="6941"/>
                    <a:pt x="1927" y="6797"/>
                  </a:cubicBezTo>
                  <a:lnTo>
                    <a:pt x="6797" y="1928"/>
                  </a:lnTo>
                  <a:cubicBezTo>
                    <a:pt x="7084" y="1640"/>
                    <a:pt x="7084" y="1180"/>
                    <a:pt x="6797" y="892"/>
                  </a:cubicBezTo>
                  <a:lnTo>
                    <a:pt x="5920" y="7"/>
                  </a:lnTo>
                  <a:close/>
                </a:path>
              </a:pathLst>
            </a:custGeom>
            <a:solidFill>
              <a:srgbClr val="96A7B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945" name="Google Shape;10945;p42"/>
            <p:cNvSpPr/>
            <p:nvPr/>
          </p:nvSpPr>
          <p:spPr>
            <a:xfrm>
              <a:off x="7755972" y="2483298"/>
              <a:ext cx="84416" cy="84154"/>
            </a:xfrm>
            <a:custGeom>
              <a:rect b="b" l="l" r="r" t="t"/>
              <a:pathLst>
                <a:path extrusionOk="0" h="3212" w="3222">
                  <a:moveTo>
                    <a:pt x="624" y="0"/>
                  </a:moveTo>
                  <a:lnTo>
                    <a:pt x="1" y="614"/>
                  </a:lnTo>
                  <a:lnTo>
                    <a:pt x="2599" y="3212"/>
                  </a:lnTo>
                  <a:lnTo>
                    <a:pt x="3222" y="2589"/>
                  </a:lnTo>
                  <a:lnTo>
                    <a:pt x="624" y="0"/>
                  </a:lnTo>
                  <a:close/>
                </a:path>
              </a:pathLst>
            </a:custGeom>
            <a:solidFill>
              <a:srgbClr val="879AA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946" name="Google Shape;10946;p42"/>
            <p:cNvSpPr/>
            <p:nvPr/>
          </p:nvSpPr>
          <p:spPr>
            <a:xfrm>
              <a:off x="7800931" y="2528258"/>
              <a:ext cx="39457" cy="39195"/>
            </a:xfrm>
            <a:custGeom>
              <a:rect b="b" l="l" r="r" t="t"/>
              <a:pathLst>
                <a:path extrusionOk="0" h="1496" w="1506">
                  <a:moveTo>
                    <a:pt x="614" y="0"/>
                  </a:moveTo>
                  <a:lnTo>
                    <a:pt x="1" y="614"/>
                  </a:lnTo>
                  <a:lnTo>
                    <a:pt x="883" y="1496"/>
                  </a:lnTo>
                  <a:lnTo>
                    <a:pt x="1506" y="882"/>
                  </a:lnTo>
                  <a:lnTo>
                    <a:pt x="614" y="0"/>
                  </a:lnTo>
                  <a:close/>
                </a:path>
              </a:pathLst>
            </a:custGeom>
            <a:solidFill>
              <a:srgbClr val="778DA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947" name="Google Shape;10947;p42"/>
            <p:cNvSpPr/>
            <p:nvPr/>
          </p:nvSpPr>
          <p:spPr>
            <a:xfrm>
              <a:off x="7513884" y="2611888"/>
              <a:ext cx="195662" cy="175068"/>
            </a:xfrm>
            <a:custGeom>
              <a:rect b="b" l="l" r="r" t="t"/>
              <a:pathLst>
                <a:path extrusionOk="0" h="6682" w="7468">
                  <a:moveTo>
                    <a:pt x="6231" y="0"/>
                  </a:moveTo>
                  <a:lnTo>
                    <a:pt x="1" y="6231"/>
                  </a:lnTo>
                  <a:cubicBezTo>
                    <a:pt x="84" y="6538"/>
                    <a:pt x="472" y="6682"/>
                    <a:pt x="1011" y="6682"/>
                  </a:cubicBezTo>
                  <a:cubicBezTo>
                    <a:pt x="2642" y="6682"/>
                    <a:pt x="5653" y="5363"/>
                    <a:pt x="5761" y="3259"/>
                  </a:cubicBezTo>
                  <a:cubicBezTo>
                    <a:pt x="5790" y="3010"/>
                    <a:pt x="5905" y="2780"/>
                    <a:pt x="6097" y="2617"/>
                  </a:cubicBezTo>
                  <a:lnTo>
                    <a:pt x="7468" y="1237"/>
                  </a:lnTo>
                  <a:lnTo>
                    <a:pt x="6231" y="0"/>
                  </a:lnTo>
                  <a:close/>
                </a:path>
              </a:pathLst>
            </a:custGeom>
            <a:solidFill>
              <a:srgbClr val="F0F2F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948" name="Google Shape;10948;p42"/>
            <p:cNvSpPr/>
            <p:nvPr/>
          </p:nvSpPr>
          <p:spPr>
            <a:xfrm>
              <a:off x="7513884" y="2626691"/>
              <a:ext cx="195426" cy="160370"/>
            </a:xfrm>
            <a:custGeom>
              <a:rect b="b" l="l" r="r" t="t"/>
              <a:pathLst>
                <a:path extrusionOk="0" h="6121" w="7459">
                  <a:moveTo>
                    <a:pt x="6787" y="1"/>
                  </a:moveTo>
                  <a:lnTo>
                    <a:pt x="5407" y="1371"/>
                  </a:lnTo>
                  <a:cubicBezTo>
                    <a:pt x="5225" y="1534"/>
                    <a:pt x="5110" y="1764"/>
                    <a:pt x="5081" y="2014"/>
                  </a:cubicBezTo>
                  <a:cubicBezTo>
                    <a:pt x="4968" y="4114"/>
                    <a:pt x="1958" y="5437"/>
                    <a:pt x="326" y="5437"/>
                  </a:cubicBezTo>
                  <a:cubicBezTo>
                    <a:pt x="297" y="5437"/>
                    <a:pt x="268" y="5436"/>
                    <a:pt x="240" y="5436"/>
                  </a:cubicBezTo>
                  <a:lnTo>
                    <a:pt x="1" y="5675"/>
                  </a:lnTo>
                  <a:cubicBezTo>
                    <a:pt x="81" y="5978"/>
                    <a:pt x="465" y="6121"/>
                    <a:pt x="1000" y="6121"/>
                  </a:cubicBezTo>
                  <a:cubicBezTo>
                    <a:pt x="2628" y="6121"/>
                    <a:pt x="5653" y="4801"/>
                    <a:pt x="5761" y="2694"/>
                  </a:cubicBezTo>
                  <a:cubicBezTo>
                    <a:pt x="5790" y="2455"/>
                    <a:pt x="5905" y="2225"/>
                    <a:pt x="6087" y="2052"/>
                  </a:cubicBezTo>
                  <a:lnTo>
                    <a:pt x="7458" y="681"/>
                  </a:lnTo>
                  <a:lnTo>
                    <a:pt x="6787" y="1"/>
                  </a:lnTo>
                  <a:close/>
                </a:path>
              </a:pathLst>
            </a:custGeom>
            <a:solidFill>
              <a:srgbClr val="CED6D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0949" name="Google Shape;10949;p42"/>
          <p:cNvGrpSpPr/>
          <p:nvPr/>
        </p:nvGrpSpPr>
        <p:grpSpPr>
          <a:xfrm>
            <a:off x="5777767" y="3621826"/>
            <a:ext cx="258699" cy="362136"/>
            <a:chOff x="5777767" y="3804826"/>
            <a:chExt cx="258699" cy="362136"/>
          </a:xfrm>
        </p:grpSpPr>
        <p:sp>
          <p:nvSpPr>
            <p:cNvPr id="10950" name="Google Shape;10950;p42"/>
            <p:cNvSpPr/>
            <p:nvPr/>
          </p:nvSpPr>
          <p:spPr>
            <a:xfrm>
              <a:off x="5777767" y="3804826"/>
              <a:ext cx="258699" cy="362136"/>
            </a:xfrm>
            <a:custGeom>
              <a:rect b="b" l="l" r="r" t="t"/>
              <a:pathLst>
                <a:path extrusionOk="0" h="13822" w="9874">
                  <a:moveTo>
                    <a:pt x="5867" y="0"/>
                  </a:moveTo>
                  <a:cubicBezTo>
                    <a:pt x="5620" y="0"/>
                    <a:pt x="5369" y="28"/>
                    <a:pt x="5119" y="85"/>
                  </a:cubicBezTo>
                  <a:cubicBezTo>
                    <a:pt x="4669" y="200"/>
                    <a:pt x="4238" y="382"/>
                    <a:pt x="3835" y="622"/>
                  </a:cubicBezTo>
                  <a:cubicBezTo>
                    <a:pt x="3528" y="804"/>
                    <a:pt x="3260" y="1043"/>
                    <a:pt x="3039" y="1312"/>
                  </a:cubicBezTo>
                  <a:cubicBezTo>
                    <a:pt x="2685" y="1743"/>
                    <a:pt x="2196" y="2031"/>
                    <a:pt x="1659" y="2136"/>
                  </a:cubicBezTo>
                  <a:cubicBezTo>
                    <a:pt x="1448" y="2174"/>
                    <a:pt x="1266" y="2318"/>
                    <a:pt x="1180" y="2520"/>
                  </a:cubicBezTo>
                  <a:cubicBezTo>
                    <a:pt x="979" y="2980"/>
                    <a:pt x="739" y="3814"/>
                    <a:pt x="1266" y="4427"/>
                  </a:cubicBezTo>
                  <a:cubicBezTo>
                    <a:pt x="2033" y="5328"/>
                    <a:pt x="1" y="6833"/>
                    <a:pt x="1266" y="9095"/>
                  </a:cubicBezTo>
                  <a:cubicBezTo>
                    <a:pt x="1669" y="9804"/>
                    <a:pt x="1410" y="10677"/>
                    <a:pt x="1324" y="11434"/>
                  </a:cubicBezTo>
                  <a:cubicBezTo>
                    <a:pt x="1218" y="12162"/>
                    <a:pt x="1496" y="12891"/>
                    <a:pt x="2062" y="13361"/>
                  </a:cubicBezTo>
                  <a:cubicBezTo>
                    <a:pt x="2416" y="13659"/>
                    <a:pt x="2870" y="13821"/>
                    <a:pt x="3344" y="13821"/>
                  </a:cubicBezTo>
                  <a:cubicBezTo>
                    <a:pt x="3357" y="13821"/>
                    <a:pt x="3371" y="13821"/>
                    <a:pt x="3384" y="13821"/>
                  </a:cubicBezTo>
                  <a:cubicBezTo>
                    <a:pt x="4103" y="13802"/>
                    <a:pt x="4774" y="13437"/>
                    <a:pt x="5196" y="12853"/>
                  </a:cubicBezTo>
                  <a:lnTo>
                    <a:pt x="5963" y="11769"/>
                  </a:lnTo>
                  <a:lnTo>
                    <a:pt x="5944" y="11769"/>
                  </a:lnTo>
                  <a:lnTo>
                    <a:pt x="6509" y="11012"/>
                  </a:lnTo>
                  <a:lnTo>
                    <a:pt x="7497" y="9622"/>
                  </a:lnTo>
                  <a:cubicBezTo>
                    <a:pt x="9471" y="6574"/>
                    <a:pt x="9874" y="4053"/>
                    <a:pt x="8925" y="1973"/>
                  </a:cubicBezTo>
                  <a:cubicBezTo>
                    <a:pt x="8370" y="750"/>
                    <a:pt x="7160" y="0"/>
                    <a:pt x="5867" y="0"/>
                  </a:cubicBezTo>
                  <a:close/>
                </a:path>
              </a:pathLst>
            </a:custGeom>
            <a:solidFill>
              <a:srgbClr val="D6DC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951" name="Google Shape;10951;p42"/>
            <p:cNvSpPr/>
            <p:nvPr/>
          </p:nvSpPr>
          <p:spPr>
            <a:xfrm>
              <a:off x="5820211" y="3822852"/>
              <a:ext cx="216255" cy="344085"/>
            </a:xfrm>
            <a:custGeom>
              <a:rect b="b" l="l" r="r" t="t"/>
              <a:pathLst>
                <a:path extrusionOk="0" h="13133" w="8254">
                  <a:moveTo>
                    <a:pt x="6270" y="1"/>
                  </a:moveTo>
                  <a:cubicBezTo>
                    <a:pt x="6433" y="202"/>
                    <a:pt x="6567" y="432"/>
                    <a:pt x="6672" y="672"/>
                  </a:cubicBezTo>
                  <a:cubicBezTo>
                    <a:pt x="7612" y="2742"/>
                    <a:pt x="7199" y="5263"/>
                    <a:pt x="5234" y="8292"/>
                  </a:cubicBezTo>
                  <a:lnTo>
                    <a:pt x="4247" y="9682"/>
                  </a:lnTo>
                  <a:lnTo>
                    <a:pt x="3682" y="10449"/>
                  </a:lnTo>
                  <a:lnTo>
                    <a:pt x="3701" y="10449"/>
                  </a:lnTo>
                  <a:lnTo>
                    <a:pt x="2934" y="11513"/>
                  </a:lnTo>
                  <a:cubicBezTo>
                    <a:pt x="2512" y="12117"/>
                    <a:pt x="1822" y="12481"/>
                    <a:pt x="1074" y="12490"/>
                  </a:cubicBezTo>
                  <a:cubicBezTo>
                    <a:pt x="700" y="12490"/>
                    <a:pt x="317" y="12385"/>
                    <a:pt x="1" y="12184"/>
                  </a:cubicBezTo>
                  <a:lnTo>
                    <a:pt x="1" y="12184"/>
                  </a:lnTo>
                  <a:cubicBezTo>
                    <a:pt x="116" y="12366"/>
                    <a:pt x="260" y="12529"/>
                    <a:pt x="432" y="12673"/>
                  </a:cubicBezTo>
                  <a:cubicBezTo>
                    <a:pt x="796" y="12970"/>
                    <a:pt x="1247" y="13133"/>
                    <a:pt x="1717" y="13133"/>
                  </a:cubicBezTo>
                  <a:cubicBezTo>
                    <a:pt x="2455" y="13123"/>
                    <a:pt x="3145" y="12759"/>
                    <a:pt x="3576" y="12155"/>
                  </a:cubicBezTo>
                  <a:lnTo>
                    <a:pt x="4333" y="11091"/>
                  </a:lnTo>
                  <a:lnTo>
                    <a:pt x="4314" y="11091"/>
                  </a:lnTo>
                  <a:lnTo>
                    <a:pt x="4880" y="10324"/>
                  </a:lnTo>
                  <a:lnTo>
                    <a:pt x="5877" y="8944"/>
                  </a:lnTo>
                  <a:cubicBezTo>
                    <a:pt x="7842" y="5905"/>
                    <a:pt x="8254" y="3384"/>
                    <a:pt x="7314" y="1314"/>
                  </a:cubicBezTo>
                  <a:cubicBezTo>
                    <a:pt x="7084" y="796"/>
                    <a:pt x="6720" y="346"/>
                    <a:pt x="6270" y="1"/>
                  </a:cubicBezTo>
                  <a:close/>
                </a:path>
              </a:pathLst>
            </a:custGeom>
            <a:solidFill>
              <a:srgbClr val="CBD2D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952" name="Google Shape;10952;p42"/>
            <p:cNvSpPr/>
            <p:nvPr/>
          </p:nvSpPr>
          <p:spPr>
            <a:xfrm>
              <a:off x="5841067" y="3853427"/>
              <a:ext cx="154973" cy="205775"/>
            </a:xfrm>
            <a:custGeom>
              <a:rect b="b" l="l" r="r" t="t"/>
              <a:pathLst>
                <a:path extrusionOk="0" h="7854" w="5915">
                  <a:moveTo>
                    <a:pt x="2982" y="0"/>
                  </a:moveTo>
                  <a:cubicBezTo>
                    <a:pt x="2860" y="0"/>
                    <a:pt x="2738" y="7"/>
                    <a:pt x="2617" y="22"/>
                  </a:cubicBezTo>
                  <a:cubicBezTo>
                    <a:pt x="2128" y="32"/>
                    <a:pt x="1965" y="224"/>
                    <a:pt x="1965" y="224"/>
                  </a:cubicBezTo>
                  <a:cubicBezTo>
                    <a:pt x="1515" y="463"/>
                    <a:pt x="1199" y="895"/>
                    <a:pt x="1103" y="1383"/>
                  </a:cubicBezTo>
                  <a:cubicBezTo>
                    <a:pt x="1064" y="1585"/>
                    <a:pt x="1045" y="1786"/>
                    <a:pt x="1036" y="1987"/>
                  </a:cubicBezTo>
                  <a:cubicBezTo>
                    <a:pt x="1026" y="2831"/>
                    <a:pt x="1429" y="3636"/>
                    <a:pt x="2119" y="4125"/>
                  </a:cubicBezTo>
                  <a:lnTo>
                    <a:pt x="2560" y="4432"/>
                  </a:lnTo>
                  <a:cubicBezTo>
                    <a:pt x="2646" y="4489"/>
                    <a:pt x="2713" y="4585"/>
                    <a:pt x="2732" y="4700"/>
                  </a:cubicBezTo>
                  <a:cubicBezTo>
                    <a:pt x="2771" y="4834"/>
                    <a:pt x="2742" y="4988"/>
                    <a:pt x="2656" y="5103"/>
                  </a:cubicBezTo>
                  <a:cubicBezTo>
                    <a:pt x="2566" y="5209"/>
                    <a:pt x="2441" y="5263"/>
                    <a:pt x="2314" y="5263"/>
                  </a:cubicBezTo>
                  <a:cubicBezTo>
                    <a:pt x="2223" y="5263"/>
                    <a:pt x="2132" y="5235"/>
                    <a:pt x="2052" y="5179"/>
                  </a:cubicBezTo>
                  <a:lnTo>
                    <a:pt x="882" y="4355"/>
                  </a:lnTo>
                  <a:cubicBezTo>
                    <a:pt x="852" y="4332"/>
                    <a:pt x="819" y="4322"/>
                    <a:pt x="786" y="4322"/>
                  </a:cubicBezTo>
                  <a:cubicBezTo>
                    <a:pt x="694" y="4322"/>
                    <a:pt x="609" y="4402"/>
                    <a:pt x="623" y="4508"/>
                  </a:cubicBezTo>
                  <a:cubicBezTo>
                    <a:pt x="729" y="5333"/>
                    <a:pt x="671" y="6061"/>
                    <a:pt x="413" y="6684"/>
                  </a:cubicBezTo>
                  <a:lnTo>
                    <a:pt x="115" y="7326"/>
                  </a:lnTo>
                  <a:cubicBezTo>
                    <a:pt x="0" y="7566"/>
                    <a:pt x="182" y="7844"/>
                    <a:pt x="451" y="7854"/>
                  </a:cubicBezTo>
                  <a:cubicBezTo>
                    <a:pt x="681" y="7834"/>
                    <a:pt x="901" y="7719"/>
                    <a:pt x="1036" y="7537"/>
                  </a:cubicBezTo>
                  <a:lnTo>
                    <a:pt x="1361" y="7048"/>
                  </a:lnTo>
                  <a:cubicBezTo>
                    <a:pt x="3911" y="6358"/>
                    <a:pt x="4390" y="4441"/>
                    <a:pt x="3633" y="1805"/>
                  </a:cubicBezTo>
                  <a:cubicBezTo>
                    <a:pt x="3585" y="1652"/>
                    <a:pt x="3643" y="1489"/>
                    <a:pt x="3777" y="1412"/>
                  </a:cubicBezTo>
                  <a:cubicBezTo>
                    <a:pt x="3832" y="1385"/>
                    <a:pt x="3891" y="1372"/>
                    <a:pt x="3950" y="1372"/>
                  </a:cubicBezTo>
                  <a:cubicBezTo>
                    <a:pt x="4036" y="1372"/>
                    <a:pt x="4121" y="1399"/>
                    <a:pt x="4189" y="1451"/>
                  </a:cubicBezTo>
                  <a:cubicBezTo>
                    <a:pt x="4208" y="1470"/>
                    <a:pt x="4228" y="1479"/>
                    <a:pt x="4247" y="1498"/>
                  </a:cubicBezTo>
                  <a:cubicBezTo>
                    <a:pt x="4946" y="2936"/>
                    <a:pt x="5071" y="4259"/>
                    <a:pt x="4429" y="5793"/>
                  </a:cubicBezTo>
                  <a:cubicBezTo>
                    <a:pt x="4390" y="5902"/>
                    <a:pt x="4476" y="5989"/>
                    <a:pt x="4566" y="5989"/>
                  </a:cubicBezTo>
                  <a:cubicBezTo>
                    <a:pt x="4611" y="5989"/>
                    <a:pt x="4656" y="5968"/>
                    <a:pt x="4688" y="5917"/>
                  </a:cubicBezTo>
                  <a:cubicBezTo>
                    <a:pt x="5608" y="4422"/>
                    <a:pt x="5915" y="2975"/>
                    <a:pt x="5454" y="1604"/>
                  </a:cubicBezTo>
                  <a:cubicBezTo>
                    <a:pt x="5253" y="1010"/>
                    <a:pt x="4803" y="521"/>
                    <a:pt x="4228" y="262"/>
                  </a:cubicBezTo>
                  <a:cubicBezTo>
                    <a:pt x="3832" y="90"/>
                    <a:pt x="3408" y="0"/>
                    <a:pt x="2982" y="0"/>
                  </a:cubicBezTo>
                  <a:close/>
                </a:path>
              </a:pathLst>
            </a:custGeom>
            <a:solidFill>
              <a:srgbClr val="B8C1C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0953" name="Google Shape;10953;p42"/>
          <p:cNvGrpSpPr/>
          <p:nvPr/>
        </p:nvGrpSpPr>
        <p:grpSpPr>
          <a:xfrm>
            <a:off x="7953101" y="2253584"/>
            <a:ext cx="361691" cy="362162"/>
            <a:chOff x="7953101" y="2436584"/>
            <a:chExt cx="361691" cy="362162"/>
          </a:xfrm>
        </p:grpSpPr>
        <p:sp>
          <p:nvSpPr>
            <p:cNvPr id="10954" name="Google Shape;10954;p42"/>
            <p:cNvSpPr/>
            <p:nvPr/>
          </p:nvSpPr>
          <p:spPr>
            <a:xfrm>
              <a:off x="7960673" y="2452906"/>
              <a:ext cx="304392" cy="345840"/>
            </a:xfrm>
            <a:custGeom>
              <a:rect b="b" l="l" r="r" t="t"/>
              <a:pathLst>
                <a:path extrusionOk="0" h="13200" w="11618">
                  <a:moveTo>
                    <a:pt x="1294" y="1"/>
                  </a:moveTo>
                  <a:cubicBezTo>
                    <a:pt x="575" y="1"/>
                    <a:pt x="0" y="585"/>
                    <a:pt x="0" y="1304"/>
                  </a:cubicBezTo>
                  <a:lnTo>
                    <a:pt x="0" y="3116"/>
                  </a:lnTo>
                  <a:lnTo>
                    <a:pt x="546" y="2943"/>
                  </a:lnTo>
                  <a:lnTo>
                    <a:pt x="546" y="2339"/>
                  </a:lnTo>
                  <a:lnTo>
                    <a:pt x="546" y="1304"/>
                  </a:lnTo>
                  <a:cubicBezTo>
                    <a:pt x="546" y="892"/>
                    <a:pt x="882" y="557"/>
                    <a:pt x="1294" y="557"/>
                  </a:cubicBezTo>
                  <a:lnTo>
                    <a:pt x="2157" y="557"/>
                  </a:lnTo>
                  <a:lnTo>
                    <a:pt x="2157" y="1"/>
                  </a:lnTo>
                  <a:close/>
                  <a:moveTo>
                    <a:pt x="6614" y="10"/>
                  </a:moveTo>
                  <a:lnTo>
                    <a:pt x="6614" y="557"/>
                  </a:lnTo>
                  <a:lnTo>
                    <a:pt x="7486" y="557"/>
                  </a:lnTo>
                  <a:cubicBezTo>
                    <a:pt x="7898" y="557"/>
                    <a:pt x="8234" y="892"/>
                    <a:pt x="8234" y="1304"/>
                  </a:cubicBezTo>
                  <a:lnTo>
                    <a:pt x="8234" y="2339"/>
                  </a:lnTo>
                  <a:lnTo>
                    <a:pt x="8234" y="2943"/>
                  </a:lnTo>
                  <a:lnTo>
                    <a:pt x="8780" y="3116"/>
                  </a:lnTo>
                  <a:lnTo>
                    <a:pt x="8780" y="1304"/>
                  </a:lnTo>
                  <a:cubicBezTo>
                    <a:pt x="8780" y="585"/>
                    <a:pt x="8205" y="10"/>
                    <a:pt x="7486" y="10"/>
                  </a:cubicBezTo>
                  <a:close/>
                  <a:moveTo>
                    <a:pt x="11071" y="8963"/>
                  </a:moveTo>
                  <a:lnTo>
                    <a:pt x="11071" y="10554"/>
                  </a:lnTo>
                  <a:cubicBezTo>
                    <a:pt x="11071" y="11714"/>
                    <a:pt x="10132" y="12644"/>
                    <a:pt x="8982" y="12653"/>
                  </a:cubicBezTo>
                  <a:lnTo>
                    <a:pt x="6748" y="12653"/>
                  </a:lnTo>
                  <a:cubicBezTo>
                    <a:pt x="5598" y="12644"/>
                    <a:pt x="4659" y="11714"/>
                    <a:pt x="4659" y="10554"/>
                  </a:cubicBezTo>
                  <a:lnTo>
                    <a:pt x="4659" y="9327"/>
                  </a:lnTo>
                  <a:lnTo>
                    <a:pt x="4103" y="9327"/>
                  </a:lnTo>
                  <a:lnTo>
                    <a:pt x="4103" y="9845"/>
                  </a:lnTo>
                  <a:lnTo>
                    <a:pt x="4103" y="10554"/>
                  </a:lnTo>
                  <a:cubicBezTo>
                    <a:pt x="4103" y="12011"/>
                    <a:pt x="5291" y="13200"/>
                    <a:pt x="6748" y="13200"/>
                  </a:cubicBezTo>
                  <a:lnTo>
                    <a:pt x="8982" y="13200"/>
                  </a:lnTo>
                  <a:cubicBezTo>
                    <a:pt x="10439" y="13200"/>
                    <a:pt x="11618" y="12011"/>
                    <a:pt x="11618" y="10554"/>
                  </a:cubicBezTo>
                  <a:lnTo>
                    <a:pt x="11618" y="8963"/>
                  </a:lnTo>
                  <a:close/>
                </a:path>
              </a:pathLst>
            </a:custGeom>
            <a:solidFill>
              <a:srgbClr val="778DA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955" name="Google Shape;10955;p42"/>
            <p:cNvSpPr/>
            <p:nvPr/>
          </p:nvSpPr>
          <p:spPr>
            <a:xfrm>
              <a:off x="8012156" y="2436846"/>
              <a:ext cx="40453" cy="46977"/>
            </a:xfrm>
            <a:custGeom>
              <a:rect b="b" l="l" r="r" t="t"/>
              <a:pathLst>
                <a:path extrusionOk="0" h="1793" w="1544">
                  <a:moveTo>
                    <a:pt x="383" y="0"/>
                  </a:moveTo>
                  <a:cubicBezTo>
                    <a:pt x="173" y="0"/>
                    <a:pt x="0" y="163"/>
                    <a:pt x="0" y="374"/>
                  </a:cubicBezTo>
                  <a:lnTo>
                    <a:pt x="0" y="1419"/>
                  </a:lnTo>
                  <a:cubicBezTo>
                    <a:pt x="0" y="1630"/>
                    <a:pt x="173" y="1793"/>
                    <a:pt x="383" y="1793"/>
                  </a:cubicBezTo>
                  <a:lnTo>
                    <a:pt x="642" y="1793"/>
                  </a:lnTo>
                  <a:cubicBezTo>
                    <a:pt x="1141" y="1793"/>
                    <a:pt x="1543" y="1390"/>
                    <a:pt x="1543" y="892"/>
                  </a:cubicBezTo>
                  <a:cubicBezTo>
                    <a:pt x="1543" y="403"/>
                    <a:pt x="1141" y="0"/>
                    <a:pt x="642" y="0"/>
                  </a:cubicBezTo>
                  <a:close/>
                </a:path>
              </a:pathLst>
            </a:custGeom>
            <a:solidFill>
              <a:srgbClr val="A4B3B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956" name="Google Shape;10956;p42"/>
            <p:cNvSpPr/>
            <p:nvPr/>
          </p:nvSpPr>
          <p:spPr>
            <a:xfrm>
              <a:off x="8012156" y="2436584"/>
              <a:ext cx="23108" cy="47239"/>
            </a:xfrm>
            <a:custGeom>
              <a:rect b="b" l="l" r="r" t="t"/>
              <a:pathLst>
                <a:path extrusionOk="0" h="1803" w="882">
                  <a:moveTo>
                    <a:pt x="383" y="1"/>
                  </a:moveTo>
                  <a:cubicBezTo>
                    <a:pt x="173" y="1"/>
                    <a:pt x="0" y="164"/>
                    <a:pt x="0" y="374"/>
                  </a:cubicBezTo>
                  <a:lnTo>
                    <a:pt x="0" y="1419"/>
                  </a:lnTo>
                  <a:cubicBezTo>
                    <a:pt x="0" y="1630"/>
                    <a:pt x="173" y="1803"/>
                    <a:pt x="383" y="1803"/>
                  </a:cubicBezTo>
                  <a:lnTo>
                    <a:pt x="642" y="1803"/>
                  </a:lnTo>
                  <a:cubicBezTo>
                    <a:pt x="729" y="1803"/>
                    <a:pt x="805" y="1793"/>
                    <a:pt x="882" y="1764"/>
                  </a:cubicBezTo>
                  <a:cubicBezTo>
                    <a:pt x="738" y="1716"/>
                    <a:pt x="642" y="1573"/>
                    <a:pt x="642" y="1419"/>
                  </a:cubicBezTo>
                  <a:lnTo>
                    <a:pt x="642" y="384"/>
                  </a:lnTo>
                  <a:cubicBezTo>
                    <a:pt x="642" y="231"/>
                    <a:pt x="738" y="87"/>
                    <a:pt x="872" y="29"/>
                  </a:cubicBezTo>
                  <a:cubicBezTo>
                    <a:pt x="796" y="10"/>
                    <a:pt x="719" y="1"/>
                    <a:pt x="642" y="1"/>
                  </a:cubicBezTo>
                  <a:close/>
                </a:path>
              </a:pathLst>
            </a:custGeom>
            <a:solidFill>
              <a:srgbClr val="8C9EA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957" name="Google Shape;10957;p42"/>
            <p:cNvSpPr/>
            <p:nvPr/>
          </p:nvSpPr>
          <p:spPr>
            <a:xfrm>
              <a:off x="8098773" y="2436846"/>
              <a:ext cx="40479" cy="46977"/>
            </a:xfrm>
            <a:custGeom>
              <a:rect b="b" l="l" r="r" t="t"/>
              <a:pathLst>
                <a:path extrusionOk="0" h="1793" w="1545">
                  <a:moveTo>
                    <a:pt x="902" y="0"/>
                  </a:moveTo>
                  <a:cubicBezTo>
                    <a:pt x="404" y="0"/>
                    <a:pt x="1" y="403"/>
                    <a:pt x="1" y="892"/>
                  </a:cubicBezTo>
                  <a:cubicBezTo>
                    <a:pt x="1" y="1390"/>
                    <a:pt x="404" y="1793"/>
                    <a:pt x="902" y="1793"/>
                  </a:cubicBezTo>
                  <a:lnTo>
                    <a:pt x="1170" y="1793"/>
                  </a:lnTo>
                  <a:cubicBezTo>
                    <a:pt x="1381" y="1793"/>
                    <a:pt x="1544" y="1630"/>
                    <a:pt x="1544" y="1419"/>
                  </a:cubicBezTo>
                  <a:lnTo>
                    <a:pt x="1544" y="374"/>
                  </a:lnTo>
                  <a:cubicBezTo>
                    <a:pt x="1544" y="163"/>
                    <a:pt x="1381" y="0"/>
                    <a:pt x="1170" y="0"/>
                  </a:cubicBezTo>
                  <a:close/>
                </a:path>
              </a:pathLst>
            </a:custGeom>
            <a:solidFill>
              <a:srgbClr val="A4B3B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958" name="Google Shape;10958;p42"/>
            <p:cNvSpPr/>
            <p:nvPr/>
          </p:nvSpPr>
          <p:spPr>
            <a:xfrm>
              <a:off x="8116117" y="2436584"/>
              <a:ext cx="23135" cy="47239"/>
            </a:xfrm>
            <a:custGeom>
              <a:rect b="b" l="l" r="r" t="t"/>
              <a:pathLst>
                <a:path extrusionOk="0" h="1803" w="883">
                  <a:moveTo>
                    <a:pt x="240" y="1"/>
                  </a:moveTo>
                  <a:cubicBezTo>
                    <a:pt x="154" y="1"/>
                    <a:pt x="77" y="10"/>
                    <a:pt x="0" y="39"/>
                  </a:cubicBezTo>
                  <a:cubicBezTo>
                    <a:pt x="135" y="96"/>
                    <a:pt x="230" y="231"/>
                    <a:pt x="230" y="384"/>
                  </a:cubicBezTo>
                  <a:lnTo>
                    <a:pt x="230" y="1419"/>
                  </a:lnTo>
                  <a:cubicBezTo>
                    <a:pt x="230" y="1573"/>
                    <a:pt x="135" y="1707"/>
                    <a:pt x="0" y="1764"/>
                  </a:cubicBezTo>
                  <a:cubicBezTo>
                    <a:pt x="77" y="1793"/>
                    <a:pt x="154" y="1803"/>
                    <a:pt x="240" y="1803"/>
                  </a:cubicBezTo>
                  <a:lnTo>
                    <a:pt x="508" y="1803"/>
                  </a:lnTo>
                  <a:cubicBezTo>
                    <a:pt x="719" y="1803"/>
                    <a:pt x="882" y="1630"/>
                    <a:pt x="882" y="1419"/>
                  </a:cubicBezTo>
                  <a:lnTo>
                    <a:pt x="882" y="384"/>
                  </a:lnTo>
                  <a:cubicBezTo>
                    <a:pt x="882" y="173"/>
                    <a:pt x="719" y="1"/>
                    <a:pt x="508" y="1"/>
                  </a:cubicBezTo>
                  <a:close/>
                </a:path>
              </a:pathLst>
            </a:custGeom>
            <a:solidFill>
              <a:srgbClr val="8C9EA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959" name="Google Shape;10959;p42"/>
            <p:cNvSpPr/>
            <p:nvPr/>
          </p:nvSpPr>
          <p:spPr>
            <a:xfrm>
              <a:off x="8204254" y="2591085"/>
              <a:ext cx="108023" cy="102940"/>
            </a:xfrm>
            <a:custGeom>
              <a:rect b="b" l="l" r="r" t="t"/>
              <a:pathLst>
                <a:path extrusionOk="0" h="3929" w="4123">
                  <a:moveTo>
                    <a:pt x="2062" y="1"/>
                  </a:moveTo>
                  <a:cubicBezTo>
                    <a:pt x="1930" y="1"/>
                    <a:pt x="1798" y="13"/>
                    <a:pt x="1669" y="37"/>
                  </a:cubicBezTo>
                  <a:cubicBezTo>
                    <a:pt x="672" y="238"/>
                    <a:pt x="1" y="1158"/>
                    <a:pt x="97" y="2165"/>
                  </a:cubicBezTo>
                  <a:cubicBezTo>
                    <a:pt x="202" y="3171"/>
                    <a:pt x="1046" y="3929"/>
                    <a:pt x="2062" y="3929"/>
                  </a:cubicBezTo>
                  <a:cubicBezTo>
                    <a:pt x="3068" y="3929"/>
                    <a:pt x="3912" y="3171"/>
                    <a:pt x="4017" y="2165"/>
                  </a:cubicBezTo>
                  <a:cubicBezTo>
                    <a:pt x="4123" y="1158"/>
                    <a:pt x="3442" y="238"/>
                    <a:pt x="2455" y="37"/>
                  </a:cubicBezTo>
                  <a:cubicBezTo>
                    <a:pt x="2325" y="13"/>
                    <a:pt x="2194" y="1"/>
                    <a:pt x="2062" y="1"/>
                  </a:cubicBezTo>
                  <a:close/>
                </a:path>
              </a:pathLst>
            </a:custGeom>
            <a:solidFill>
              <a:srgbClr val="C6CED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960" name="Google Shape;10960;p42"/>
            <p:cNvSpPr/>
            <p:nvPr/>
          </p:nvSpPr>
          <p:spPr>
            <a:xfrm>
              <a:off x="8244183" y="2591085"/>
              <a:ext cx="70609" cy="102992"/>
            </a:xfrm>
            <a:custGeom>
              <a:rect b="b" l="l" r="r" t="t"/>
              <a:pathLst>
                <a:path extrusionOk="0" h="3931" w="2695">
                  <a:moveTo>
                    <a:pt x="538" y="1"/>
                  </a:moveTo>
                  <a:cubicBezTo>
                    <a:pt x="406" y="1"/>
                    <a:pt x="274" y="13"/>
                    <a:pt x="145" y="37"/>
                  </a:cubicBezTo>
                  <a:cubicBezTo>
                    <a:pt x="97" y="47"/>
                    <a:pt x="49" y="56"/>
                    <a:pt x="1" y="75"/>
                  </a:cubicBezTo>
                  <a:cubicBezTo>
                    <a:pt x="844" y="315"/>
                    <a:pt x="1429" y="1082"/>
                    <a:pt x="1429" y="1964"/>
                  </a:cubicBezTo>
                  <a:cubicBezTo>
                    <a:pt x="1429" y="2845"/>
                    <a:pt x="844" y="3612"/>
                    <a:pt x="1" y="3861"/>
                  </a:cubicBezTo>
                  <a:cubicBezTo>
                    <a:pt x="173" y="3908"/>
                    <a:pt x="346" y="3930"/>
                    <a:pt x="516" y="3930"/>
                  </a:cubicBezTo>
                  <a:cubicBezTo>
                    <a:pt x="1399" y="3930"/>
                    <a:pt x="2211" y="3332"/>
                    <a:pt x="2436" y="2424"/>
                  </a:cubicBezTo>
                  <a:cubicBezTo>
                    <a:pt x="2694" y="1350"/>
                    <a:pt x="2014" y="267"/>
                    <a:pt x="931" y="37"/>
                  </a:cubicBezTo>
                  <a:cubicBezTo>
                    <a:pt x="801" y="13"/>
                    <a:pt x="670" y="1"/>
                    <a:pt x="538" y="1"/>
                  </a:cubicBezTo>
                  <a:close/>
                </a:path>
              </a:pathLst>
            </a:custGeom>
            <a:solidFill>
              <a:srgbClr val="8997A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961" name="Google Shape;10961;p42"/>
            <p:cNvSpPr/>
            <p:nvPr/>
          </p:nvSpPr>
          <p:spPr>
            <a:xfrm>
              <a:off x="8234646" y="2624936"/>
              <a:ext cx="40977" cy="35291"/>
            </a:xfrm>
            <a:custGeom>
              <a:rect b="b" l="l" r="r" t="t"/>
              <a:pathLst>
                <a:path extrusionOk="0" h="1347" w="1564">
                  <a:moveTo>
                    <a:pt x="892" y="1"/>
                  </a:moveTo>
                  <a:cubicBezTo>
                    <a:pt x="298" y="1"/>
                    <a:pt x="1" y="729"/>
                    <a:pt x="422" y="1151"/>
                  </a:cubicBezTo>
                  <a:cubicBezTo>
                    <a:pt x="558" y="1286"/>
                    <a:pt x="723" y="1346"/>
                    <a:pt x="886" y="1346"/>
                  </a:cubicBezTo>
                  <a:cubicBezTo>
                    <a:pt x="1231" y="1346"/>
                    <a:pt x="1563" y="1075"/>
                    <a:pt x="1563" y="672"/>
                  </a:cubicBezTo>
                  <a:cubicBezTo>
                    <a:pt x="1563" y="298"/>
                    <a:pt x="1266" y="1"/>
                    <a:pt x="892" y="1"/>
                  </a:cubicBezTo>
                  <a:close/>
                </a:path>
              </a:pathLst>
            </a:custGeom>
            <a:solidFill>
              <a:srgbClr val="53687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962" name="Google Shape;10962;p42"/>
            <p:cNvSpPr/>
            <p:nvPr/>
          </p:nvSpPr>
          <p:spPr>
            <a:xfrm>
              <a:off x="7953101" y="2520214"/>
              <a:ext cx="244446" cy="184867"/>
            </a:xfrm>
            <a:custGeom>
              <a:rect b="b" l="l" r="r" t="t"/>
              <a:pathLst>
                <a:path extrusionOk="0" h="7056" w="9330">
                  <a:moveTo>
                    <a:pt x="631" y="0"/>
                  </a:moveTo>
                  <a:cubicBezTo>
                    <a:pt x="319" y="0"/>
                    <a:pt x="0" y="233"/>
                    <a:pt x="69" y="652"/>
                  </a:cubicBezTo>
                  <a:lnTo>
                    <a:pt x="327" y="2761"/>
                  </a:lnTo>
                  <a:cubicBezTo>
                    <a:pt x="519" y="4285"/>
                    <a:pt x="1823" y="5435"/>
                    <a:pt x="3366" y="5435"/>
                  </a:cubicBezTo>
                  <a:lnTo>
                    <a:pt x="4104" y="5435"/>
                  </a:lnTo>
                  <a:lnTo>
                    <a:pt x="4104" y="6499"/>
                  </a:lnTo>
                  <a:cubicBezTo>
                    <a:pt x="4104" y="6806"/>
                    <a:pt x="4353" y="7055"/>
                    <a:pt x="4670" y="7055"/>
                  </a:cubicBezTo>
                  <a:cubicBezTo>
                    <a:pt x="4976" y="7055"/>
                    <a:pt x="5226" y="6806"/>
                    <a:pt x="5226" y="6499"/>
                  </a:cubicBezTo>
                  <a:lnTo>
                    <a:pt x="5226" y="5435"/>
                  </a:lnTo>
                  <a:lnTo>
                    <a:pt x="5964" y="5435"/>
                  </a:lnTo>
                  <a:cubicBezTo>
                    <a:pt x="7507" y="5435"/>
                    <a:pt x="8801" y="4285"/>
                    <a:pt x="9002" y="2752"/>
                  </a:cubicBezTo>
                  <a:lnTo>
                    <a:pt x="9261" y="652"/>
                  </a:lnTo>
                  <a:cubicBezTo>
                    <a:pt x="9329" y="233"/>
                    <a:pt x="9011" y="0"/>
                    <a:pt x="8699" y="0"/>
                  </a:cubicBezTo>
                  <a:cubicBezTo>
                    <a:pt x="8440" y="0"/>
                    <a:pt x="8185" y="161"/>
                    <a:pt x="8159" y="509"/>
                  </a:cubicBezTo>
                  <a:lnTo>
                    <a:pt x="7890" y="2617"/>
                  </a:lnTo>
                  <a:cubicBezTo>
                    <a:pt x="7775" y="3585"/>
                    <a:pt x="6951" y="4314"/>
                    <a:pt x="5973" y="4324"/>
                  </a:cubicBezTo>
                  <a:lnTo>
                    <a:pt x="3366" y="4324"/>
                  </a:lnTo>
                  <a:cubicBezTo>
                    <a:pt x="2379" y="4314"/>
                    <a:pt x="1554" y="3585"/>
                    <a:pt x="1439" y="2617"/>
                  </a:cubicBezTo>
                  <a:lnTo>
                    <a:pt x="1171" y="509"/>
                  </a:lnTo>
                  <a:cubicBezTo>
                    <a:pt x="1145" y="161"/>
                    <a:pt x="890" y="0"/>
                    <a:pt x="631" y="0"/>
                  </a:cubicBezTo>
                  <a:close/>
                </a:path>
              </a:pathLst>
            </a:custGeom>
            <a:solidFill>
              <a:srgbClr val="C6CED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0963" name="Google Shape;10963;p42"/>
          <p:cNvGrpSpPr/>
          <p:nvPr/>
        </p:nvGrpSpPr>
        <p:grpSpPr>
          <a:xfrm>
            <a:off x="4859353" y="3172130"/>
            <a:ext cx="373481" cy="362267"/>
            <a:chOff x="4859353" y="3355130"/>
            <a:chExt cx="373481" cy="362267"/>
          </a:xfrm>
        </p:grpSpPr>
        <p:sp>
          <p:nvSpPr>
            <p:cNvPr id="10964" name="Google Shape;10964;p42"/>
            <p:cNvSpPr/>
            <p:nvPr/>
          </p:nvSpPr>
          <p:spPr>
            <a:xfrm>
              <a:off x="4859353" y="3355130"/>
              <a:ext cx="373219" cy="362005"/>
            </a:xfrm>
            <a:custGeom>
              <a:rect b="b" l="l" r="r" t="t"/>
              <a:pathLst>
                <a:path extrusionOk="0" h="13817" w="14245">
                  <a:moveTo>
                    <a:pt x="11398" y="0"/>
                  </a:moveTo>
                  <a:cubicBezTo>
                    <a:pt x="11111" y="0"/>
                    <a:pt x="10823" y="110"/>
                    <a:pt x="10603" y="331"/>
                  </a:cubicBezTo>
                  <a:lnTo>
                    <a:pt x="6481" y="4462"/>
                  </a:lnTo>
                  <a:cubicBezTo>
                    <a:pt x="5685" y="5248"/>
                    <a:pt x="5081" y="6187"/>
                    <a:pt x="4679" y="7232"/>
                  </a:cubicBezTo>
                  <a:cubicBezTo>
                    <a:pt x="4410" y="7941"/>
                    <a:pt x="4037" y="8603"/>
                    <a:pt x="3576" y="9207"/>
                  </a:cubicBezTo>
                  <a:lnTo>
                    <a:pt x="2896" y="10012"/>
                  </a:lnTo>
                  <a:lnTo>
                    <a:pt x="586" y="12322"/>
                  </a:lnTo>
                  <a:cubicBezTo>
                    <a:pt x="1" y="12966"/>
                    <a:pt x="571" y="13816"/>
                    <a:pt x="1246" y="13816"/>
                  </a:cubicBezTo>
                  <a:cubicBezTo>
                    <a:pt x="1444" y="13816"/>
                    <a:pt x="1652" y="13743"/>
                    <a:pt x="1841" y="13568"/>
                  </a:cubicBezTo>
                  <a:lnTo>
                    <a:pt x="4152" y="11268"/>
                  </a:lnTo>
                  <a:cubicBezTo>
                    <a:pt x="4928" y="10472"/>
                    <a:pt x="5877" y="9859"/>
                    <a:pt x="6912" y="9466"/>
                  </a:cubicBezTo>
                  <a:cubicBezTo>
                    <a:pt x="7957" y="9073"/>
                    <a:pt x="8896" y="8459"/>
                    <a:pt x="9682" y="7673"/>
                  </a:cubicBezTo>
                  <a:lnTo>
                    <a:pt x="13814" y="3542"/>
                  </a:lnTo>
                  <a:cubicBezTo>
                    <a:pt x="14245" y="3101"/>
                    <a:pt x="14245" y="2392"/>
                    <a:pt x="13814" y="1951"/>
                  </a:cubicBezTo>
                  <a:lnTo>
                    <a:pt x="12194" y="331"/>
                  </a:lnTo>
                  <a:cubicBezTo>
                    <a:pt x="11973" y="110"/>
                    <a:pt x="11686" y="0"/>
                    <a:pt x="11398" y="0"/>
                  </a:cubicBezTo>
                  <a:close/>
                </a:path>
              </a:pathLst>
            </a:custGeom>
            <a:solidFill>
              <a:srgbClr val="A4B3B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965" name="Google Shape;10965;p42"/>
            <p:cNvSpPr/>
            <p:nvPr/>
          </p:nvSpPr>
          <p:spPr>
            <a:xfrm>
              <a:off x="4868418" y="3388142"/>
              <a:ext cx="364154" cy="329255"/>
            </a:xfrm>
            <a:custGeom>
              <a:rect b="b" l="l" r="r" t="t"/>
              <a:pathLst>
                <a:path extrusionOk="0" h="12567" w="13899">
                  <a:moveTo>
                    <a:pt x="12758" y="1"/>
                  </a:moveTo>
                  <a:lnTo>
                    <a:pt x="12758" y="1"/>
                  </a:lnTo>
                  <a:cubicBezTo>
                    <a:pt x="13199" y="442"/>
                    <a:pt x="13199" y="1151"/>
                    <a:pt x="12758" y="1592"/>
                  </a:cubicBezTo>
                  <a:lnTo>
                    <a:pt x="8637" y="5723"/>
                  </a:lnTo>
                  <a:cubicBezTo>
                    <a:pt x="7851" y="6509"/>
                    <a:pt x="6902" y="7122"/>
                    <a:pt x="5866" y="7515"/>
                  </a:cubicBezTo>
                  <a:cubicBezTo>
                    <a:pt x="4822" y="7908"/>
                    <a:pt x="3882" y="8522"/>
                    <a:pt x="3096" y="9317"/>
                  </a:cubicBezTo>
                  <a:lnTo>
                    <a:pt x="796" y="11608"/>
                  </a:lnTo>
                  <a:cubicBezTo>
                    <a:pt x="626" y="11771"/>
                    <a:pt x="399" y="11864"/>
                    <a:pt x="167" y="11864"/>
                  </a:cubicBezTo>
                  <a:cubicBezTo>
                    <a:pt x="112" y="11864"/>
                    <a:pt x="56" y="11859"/>
                    <a:pt x="0" y="11848"/>
                  </a:cubicBezTo>
                  <a:lnTo>
                    <a:pt x="0" y="11848"/>
                  </a:lnTo>
                  <a:cubicBezTo>
                    <a:pt x="29" y="12021"/>
                    <a:pt x="115" y="12183"/>
                    <a:pt x="240" y="12308"/>
                  </a:cubicBezTo>
                  <a:cubicBezTo>
                    <a:pt x="412" y="12481"/>
                    <a:pt x="640" y="12567"/>
                    <a:pt x="868" y="12567"/>
                  </a:cubicBezTo>
                  <a:cubicBezTo>
                    <a:pt x="1095" y="12567"/>
                    <a:pt x="1323" y="12481"/>
                    <a:pt x="1495" y="12308"/>
                  </a:cubicBezTo>
                  <a:lnTo>
                    <a:pt x="3796" y="9998"/>
                  </a:lnTo>
                  <a:cubicBezTo>
                    <a:pt x="4582" y="9212"/>
                    <a:pt x="5531" y="8599"/>
                    <a:pt x="6566" y="8206"/>
                  </a:cubicBezTo>
                  <a:cubicBezTo>
                    <a:pt x="7611" y="7803"/>
                    <a:pt x="8550" y="7199"/>
                    <a:pt x="9336" y="6404"/>
                  </a:cubicBezTo>
                  <a:lnTo>
                    <a:pt x="13468" y="2282"/>
                  </a:lnTo>
                  <a:cubicBezTo>
                    <a:pt x="13889" y="1841"/>
                    <a:pt x="13899" y="1141"/>
                    <a:pt x="13468" y="710"/>
                  </a:cubicBezTo>
                  <a:lnTo>
                    <a:pt x="12758" y="1"/>
                  </a:lnTo>
                  <a:close/>
                </a:path>
              </a:pathLst>
            </a:custGeom>
            <a:solidFill>
              <a:srgbClr val="8C9EA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966" name="Google Shape;10966;p42"/>
            <p:cNvSpPr/>
            <p:nvPr/>
          </p:nvSpPr>
          <p:spPr>
            <a:xfrm>
              <a:off x="4969497" y="3355627"/>
              <a:ext cx="263336" cy="251415"/>
            </a:xfrm>
            <a:custGeom>
              <a:rect b="b" l="l" r="r" t="t"/>
              <a:pathLst>
                <a:path extrusionOk="0" h="9596" w="10051">
                  <a:moveTo>
                    <a:pt x="7194" y="0"/>
                  </a:moveTo>
                  <a:cubicBezTo>
                    <a:pt x="6907" y="0"/>
                    <a:pt x="6619" y="110"/>
                    <a:pt x="6399" y="331"/>
                  </a:cubicBezTo>
                  <a:lnTo>
                    <a:pt x="2277" y="4453"/>
                  </a:lnTo>
                  <a:cubicBezTo>
                    <a:pt x="1481" y="5239"/>
                    <a:pt x="868" y="6188"/>
                    <a:pt x="475" y="7223"/>
                  </a:cubicBezTo>
                  <a:lnTo>
                    <a:pt x="456" y="7271"/>
                  </a:lnTo>
                  <a:cubicBezTo>
                    <a:pt x="1" y="8440"/>
                    <a:pt x="908" y="9595"/>
                    <a:pt x="2035" y="9595"/>
                  </a:cubicBezTo>
                  <a:cubicBezTo>
                    <a:pt x="2238" y="9595"/>
                    <a:pt x="2449" y="9557"/>
                    <a:pt x="2660" y="9475"/>
                  </a:cubicBezTo>
                  <a:lnTo>
                    <a:pt x="2708" y="9456"/>
                  </a:lnTo>
                  <a:cubicBezTo>
                    <a:pt x="3743" y="9054"/>
                    <a:pt x="4692" y="8440"/>
                    <a:pt x="5469" y="7654"/>
                  </a:cubicBezTo>
                  <a:lnTo>
                    <a:pt x="9600" y="3532"/>
                  </a:lnTo>
                  <a:cubicBezTo>
                    <a:pt x="10041" y="3091"/>
                    <a:pt x="10051" y="2382"/>
                    <a:pt x="9610" y="1951"/>
                  </a:cubicBezTo>
                  <a:lnTo>
                    <a:pt x="7990" y="331"/>
                  </a:lnTo>
                  <a:cubicBezTo>
                    <a:pt x="7769" y="110"/>
                    <a:pt x="7482" y="0"/>
                    <a:pt x="7194" y="0"/>
                  </a:cubicBezTo>
                  <a:close/>
                </a:path>
              </a:pathLst>
            </a:custGeom>
            <a:solidFill>
              <a:srgbClr val="E1E5E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967" name="Google Shape;10967;p42"/>
            <p:cNvSpPr/>
            <p:nvPr/>
          </p:nvSpPr>
          <p:spPr>
            <a:xfrm>
              <a:off x="5178809" y="3364038"/>
              <a:ext cx="12078" cy="12078"/>
            </a:xfrm>
            <a:custGeom>
              <a:rect b="b" l="l" r="r" t="t"/>
              <a:pathLst>
                <a:path extrusionOk="0" h="461" w="461">
                  <a:moveTo>
                    <a:pt x="461" y="460"/>
                  </a:moveTo>
                  <a:lnTo>
                    <a:pt x="1" y="0"/>
                  </a:lnTo>
                  <a:close/>
                </a:path>
              </a:pathLst>
            </a:custGeom>
            <a:solidFill>
              <a:srgbClr val="CAD3D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968" name="Google Shape;10968;p42"/>
            <p:cNvSpPr/>
            <p:nvPr/>
          </p:nvSpPr>
          <p:spPr>
            <a:xfrm>
              <a:off x="4983934" y="3388142"/>
              <a:ext cx="248900" cy="218849"/>
            </a:xfrm>
            <a:custGeom>
              <a:rect b="b" l="l" r="r" t="t"/>
              <a:pathLst>
                <a:path extrusionOk="0" h="8353" w="9500">
                  <a:moveTo>
                    <a:pt x="8349" y="1"/>
                  </a:moveTo>
                  <a:cubicBezTo>
                    <a:pt x="8790" y="442"/>
                    <a:pt x="8790" y="1151"/>
                    <a:pt x="8349" y="1582"/>
                  </a:cubicBezTo>
                  <a:lnTo>
                    <a:pt x="4228" y="5723"/>
                  </a:lnTo>
                  <a:cubicBezTo>
                    <a:pt x="3442" y="6509"/>
                    <a:pt x="2493" y="7122"/>
                    <a:pt x="1457" y="7515"/>
                  </a:cubicBezTo>
                  <a:lnTo>
                    <a:pt x="1409" y="7535"/>
                  </a:lnTo>
                  <a:cubicBezTo>
                    <a:pt x="1214" y="7612"/>
                    <a:pt x="1008" y="7650"/>
                    <a:pt x="803" y="7650"/>
                  </a:cubicBezTo>
                  <a:cubicBezTo>
                    <a:pt x="525" y="7650"/>
                    <a:pt x="249" y="7581"/>
                    <a:pt x="0" y="7448"/>
                  </a:cubicBezTo>
                  <a:lnTo>
                    <a:pt x="0" y="7448"/>
                  </a:lnTo>
                  <a:cubicBezTo>
                    <a:pt x="301" y="8021"/>
                    <a:pt x="885" y="8353"/>
                    <a:pt x="1496" y="8353"/>
                  </a:cubicBezTo>
                  <a:cubicBezTo>
                    <a:pt x="1704" y="8353"/>
                    <a:pt x="1915" y="8315"/>
                    <a:pt x="2119" y="8234"/>
                  </a:cubicBezTo>
                  <a:lnTo>
                    <a:pt x="2157" y="8225"/>
                  </a:lnTo>
                  <a:cubicBezTo>
                    <a:pt x="3202" y="7822"/>
                    <a:pt x="4141" y="7209"/>
                    <a:pt x="4927" y="6423"/>
                  </a:cubicBezTo>
                  <a:lnTo>
                    <a:pt x="9059" y="2291"/>
                  </a:lnTo>
                  <a:cubicBezTo>
                    <a:pt x="9500" y="1860"/>
                    <a:pt x="9500" y="1141"/>
                    <a:pt x="9059" y="710"/>
                  </a:cubicBezTo>
                  <a:lnTo>
                    <a:pt x="8349" y="1"/>
                  </a:lnTo>
                  <a:close/>
                </a:path>
              </a:pathLst>
            </a:custGeom>
            <a:solidFill>
              <a:srgbClr val="C8D1D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969" name="Google Shape;10969;p42"/>
            <p:cNvSpPr/>
            <p:nvPr/>
          </p:nvSpPr>
          <p:spPr>
            <a:xfrm>
              <a:off x="4865641" y="3654098"/>
              <a:ext cx="65579" cy="63299"/>
            </a:xfrm>
            <a:custGeom>
              <a:rect b="b" l="l" r="r" t="t"/>
              <a:pathLst>
                <a:path extrusionOk="0" h="2416" w="2503">
                  <a:moveTo>
                    <a:pt x="1247" y="0"/>
                  </a:moveTo>
                  <a:lnTo>
                    <a:pt x="346" y="901"/>
                  </a:lnTo>
                  <a:cubicBezTo>
                    <a:pt x="1" y="1246"/>
                    <a:pt x="1" y="1812"/>
                    <a:pt x="346" y="2157"/>
                  </a:cubicBezTo>
                  <a:cubicBezTo>
                    <a:pt x="518" y="2330"/>
                    <a:pt x="746" y="2416"/>
                    <a:pt x="974" y="2416"/>
                  </a:cubicBezTo>
                  <a:cubicBezTo>
                    <a:pt x="1201" y="2416"/>
                    <a:pt x="1429" y="2330"/>
                    <a:pt x="1601" y="2157"/>
                  </a:cubicBezTo>
                  <a:lnTo>
                    <a:pt x="2502" y="1256"/>
                  </a:lnTo>
                  <a:lnTo>
                    <a:pt x="1247" y="0"/>
                  </a:lnTo>
                  <a:close/>
                </a:path>
              </a:pathLst>
            </a:custGeom>
            <a:solidFill>
              <a:srgbClr val="53687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970" name="Google Shape;10970;p42"/>
            <p:cNvSpPr/>
            <p:nvPr/>
          </p:nvSpPr>
          <p:spPr>
            <a:xfrm>
              <a:off x="4868156" y="3668665"/>
              <a:ext cx="63063" cy="48732"/>
            </a:xfrm>
            <a:custGeom>
              <a:rect b="b" l="l" r="r" t="t"/>
              <a:pathLst>
                <a:path extrusionOk="0" h="1860" w="2407">
                  <a:moveTo>
                    <a:pt x="1697" y="0"/>
                  </a:moveTo>
                  <a:lnTo>
                    <a:pt x="796" y="901"/>
                  </a:lnTo>
                  <a:cubicBezTo>
                    <a:pt x="626" y="1064"/>
                    <a:pt x="400" y="1157"/>
                    <a:pt x="168" y="1157"/>
                  </a:cubicBezTo>
                  <a:cubicBezTo>
                    <a:pt x="112" y="1157"/>
                    <a:pt x="56" y="1152"/>
                    <a:pt x="1" y="1141"/>
                  </a:cubicBezTo>
                  <a:lnTo>
                    <a:pt x="1" y="1141"/>
                  </a:lnTo>
                  <a:cubicBezTo>
                    <a:pt x="39" y="1314"/>
                    <a:pt x="116" y="1476"/>
                    <a:pt x="240" y="1601"/>
                  </a:cubicBezTo>
                  <a:cubicBezTo>
                    <a:pt x="418" y="1774"/>
                    <a:pt x="645" y="1860"/>
                    <a:pt x="872" y="1860"/>
                  </a:cubicBezTo>
                  <a:cubicBezTo>
                    <a:pt x="1098" y="1860"/>
                    <a:pt x="1323" y="1774"/>
                    <a:pt x="1496" y="1601"/>
                  </a:cubicBezTo>
                  <a:lnTo>
                    <a:pt x="2406" y="700"/>
                  </a:lnTo>
                  <a:lnTo>
                    <a:pt x="1697" y="0"/>
                  </a:lnTo>
                  <a:close/>
                </a:path>
              </a:pathLst>
            </a:custGeom>
            <a:solidFill>
              <a:srgbClr val="27415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971" name="Google Shape;10971;p42"/>
            <p:cNvSpPr/>
            <p:nvPr/>
          </p:nvSpPr>
          <p:spPr>
            <a:xfrm>
              <a:off x="5010160" y="3403076"/>
              <a:ext cx="178527" cy="165689"/>
            </a:xfrm>
            <a:custGeom>
              <a:rect b="b" l="l" r="r" t="t"/>
              <a:pathLst>
                <a:path extrusionOk="0" h="6324" w="6814">
                  <a:moveTo>
                    <a:pt x="5961" y="0"/>
                  </a:moveTo>
                  <a:cubicBezTo>
                    <a:pt x="5822" y="0"/>
                    <a:pt x="5676" y="56"/>
                    <a:pt x="5546" y="188"/>
                  </a:cubicBezTo>
                  <a:lnTo>
                    <a:pt x="428" y="5297"/>
                  </a:lnTo>
                  <a:cubicBezTo>
                    <a:pt x="1" y="5731"/>
                    <a:pt x="393" y="6323"/>
                    <a:pt x="855" y="6323"/>
                  </a:cubicBezTo>
                  <a:cubicBezTo>
                    <a:pt x="994" y="6323"/>
                    <a:pt x="1140" y="6269"/>
                    <a:pt x="1271" y="6140"/>
                  </a:cubicBezTo>
                  <a:lnTo>
                    <a:pt x="5623" y="1779"/>
                  </a:lnTo>
                  <a:lnTo>
                    <a:pt x="6380" y="1022"/>
                  </a:lnTo>
                  <a:cubicBezTo>
                    <a:pt x="6814" y="596"/>
                    <a:pt x="6419" y="0"/>
                    <a:pt x="5961" y="0"/>
                  </a:cubicBezTo>
                  <a:close/>
                </a:path>
              </a:pathLst>
            </a:custGeom>
            <a:solidFill>
              <a:srgbClr val="657A8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972" name="Google Shape;10972;p42"/>
            <p:cNvSpPr/>
            <p:nvPr/>
          </p:nvSpPr>
          <p:spPr>
            <a:xfrm>
              <a:off x="5115274" y="3375592"/>
              <a:ext cx="27143" cy="26200"/>
            </a:xfrm>
            <a:custGeom>
              <a:rect b="b" l="l" r="r" t="t"/>
              <a:pathLst>
                <a:path extrusionOk="0" h="1000" w="1036">
                  <a:moveTo>
                    <a:pt x="403" y="0"/>
                  </a:moveTo>
                  <a:lnTo>
                    <a:pt x="1" y="393"/>
                  </a:lnTo>
                  <a:lnTo>
                    <a:pt x="528" y="920"/>
                  </a:lnTo>
                  <a:cubicBezTo>
                    <a:pt x="580" y="973"/>
                    <a:pt x="652" y="1000"/>
                    <a:pt x="724" y="1000"/>
                  </a:cubicBezTo>
                  <a:cubicBezTo>
                    <a:pt x="796" y="1000"/>
                    <a:pt x="868" y="973"/>
                    <a:pt x="921" y="920"/>
                  </a:cubicBezTo>
                  <a:cubicBezTo>
                    <a:pt x="1036" y="805"/>
                    <a:pt x="1036" y="633"/>
                    <a:pt x="921" y="518"/>
                  </a:cubicBezTo>
                  <a:lnTo>
                    <a:pt x="403" y="0"/>
                  </a:lnTo>
                  <a:close/>
                </a:path>
              </a:pathLst>
            </a:custGeom>
            <a:solidFill>
              <a:srgbClr val="7B8B9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973" name="Google Shape;10973;p42"/>
            <p:cNvSpPr/>
            <p:nvPr/>
          </p:nvSpPr>
          <p:spPr>
            <a:xfrm>
              <a:off x="5094681" y="3396185"/>
              <a:ext cx="27143" cy="26200"/>
            </a:xfrm>
            <a:custGeom>
              <a:rect b="b" l="l" r="r" t="t"/>
              <a:pathLst>
                <a:path extrusionOk="0" h="1000" w="1036">
                  <a:moveTo>
                    <a:pt x="403" y="0"/>
                  </a:moveTo>
                  <a:lnTo>
                    <a:pt x="1" y="403"/>
                  </a:lnTo>
                  <a:lnTo>
                    <a:pt x="528" y="920"/>
                  </a:lnTo>
                  <a:cubicBezTo>
                    <a:pt x="580" y="973"/>
                    <a:pt x="650" y="1000"/>
                    <a:pt x="721" y="1000"/>
                  </a:cubicBezTo>
                  <a:cubicBezTo>
                    <a:pt x="791" y="1000"/>
                    <a:pt x="863" y="973"/>
                    <a:pt x="921" y="920"/>
                  </a:cubicBezTo>
                  <a:cubicBezTo>
                    <a:pt x="1036" y="815"/>
                    <a:pt x="1036" y="633"/>
                    <a:pt x="921" y="527"/>
                  </a:cubicBezTo>
                  <a:lnTo>
                    <a:pt x="403" y="0"/>
                  </a:lnTo>
                  <a:close/>
                </a:path>
              </a:pathLst>
            </a:custGeom>
            <a:solidFill>
              <a:srgbClr val="7B8B9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974" name="Google Shape;10974;p42"/>
            <p:cNvSpPr/>
            <p:nvPr/>
          </p:nvSpPr>
          <p:spPr>
            <a:xfrm>
              <a:off x="5074088" y="3416778"/>
              <a:ext cx="29344" cy="26357"/>
            </a:xfrm>
            <a:custGeom>
              <a:rect b="b" l="l" r="r" t="t"/>
              <a:pathLst>
                <a:path extrusionOk="0" h="1006" w="1120">
                  <a:moveTo>
                    <a:pt x="403" y="0"/>
                  </a:moveTo>
                  <a:lnTo>
                    <a:pt x="1" y="393"/>
                  </a:lnTo>
                  <a:lnTo>
                    <a:pt x="528" y="920"/>
                  </a:lnTo>
                  <a:cubicBezTo>
                    <a:pt x="587" y="980"/>
                    <a:pt x="654" y="1005"/>
                    <a:pt x="719" y="1005"/>
                  </a:cubicBezTo>
                  <a:cubicBezTo>
                    <a:pt x="933" y="1005"/>
                    <a:pt x="1120" y="727"/>
                    <a:pt x="921" y="527"/>
                  </a:cubicBezTo>
                  <a:lnTo>
                    <a:pt x="403" y="0"/>
                  </a:lnTo>
                  <a:close/>
                </a:path>
              </a:pathLst>
            </a:custGeom>
            <a:solidFill>
              <a:srgbClr val="7B8B9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975" name="Google Shape;10975;p42"/>
            <p:cNvSpPr/>
            <p:nvPr/>
          </p:nvSpPr>
          <p:spPr>
            <a:xfrm>
              <a:off x="5053495" y="3437371"/>
              <a:ext cx="26907" cy="26200"/>
            </a:xfrm>
            <a:custGeom>
              <a:rect b="b" l="l" r="r" t="t"/>
              <a:pathLst>
                <a:path extrusionOk="0" h="1000" w="1027">
                  <a:moveTo>
                    <a:pt x="394" y="0"/>
                  </a:moveTo>
                  <a:lnTo>
                    <a:pt x="1" y="403"/>
                  </a:lnTo>
                  <a:lnTo>
                    <a:pt x="518" y="920"/>
                  </a:lnTo>
                  <a:cubicBezTo>
                    <a:pt x="576" y="973"/>
                    <a:pt x="648" y="999"/>
                    <a:pt x="719" y="999"/>
                  </a:cubicBezTo>
                  <a:cubicBezTo>
                    <a:pt x="791" y="999"/>
                    <a:pt x="863" y="973"/>
                    <a:pt x="921" y="920"/>
                  </a:cubicBezTo>
                  <a:cubicBezTo>
                    <a:pt x="1026" y="815"/>
                    <a:pt x="1026" y="633"/>
                    <a:pt x="921" y="527"/>
                  </a:cubicBezTo>
                  <a:lnTo>
                    <a:pt x="394" y="0"/>
                  </a:lnTo>
                  <a:close/>
                </a:path>
              </a:pathLst>
            </a:custGeom>
            <a:solidFill>
              <a:srgbClr val="7B8B9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976" name="Google Shape;10976;p42"/>
            <p:cNvSpPr/>
            <p:nvPr/>
          </p:nvSpPr>
          <p:spPr>
            <a:xfrm>
              <a:off x="5032901" y="3457965"/>
              <a:ext cx="26907" cy="26200"/>
            </a:xfrm>
            <a:custGeom>
              <a:rect b="b" l="l" r="r" t="t"/>
              <a:pathLst>
                <a:path extrusionOk="0" h="1000" w="1027">
                  <a:moveTo>
                    <a:pt x="394" y="0"/>
                  </a:moveTo>
                  <a:lnTo>
                    <a:pt x="1" y="403"/>
                  </a:lnTo>
                  <a:lnTo>
                    <a:pt x="518" y="920"/>
                  </a:lnTo>
                  <a:cubicBezTo>
                    <a:pt x="571" y="973"/>
                    <a:pt x="643" y="999"/>
                    <a:pt x="715" y="999"/>
                  </a:cubicBezTo>
                  <a:cubicBezTo>
                    <a:pt x="787" y="999"/>
                    <a:pt x="858" y="973"/>
                    <a:pt x="911" y="920"/>
                  </a:cubicBezTo>
                  <a:cubicBezTo>
                    <a:pt x="1026" y="815"/>
                    <a:pt x="1026" y="633"/>
                    <a:pt x="911" y="527"/>
                  </a:cubicBezTo>
                  <a:lnTo>
                    <a:pt x="394" y="0"/>
                  </a:lnTo>
                  <a:close/>
                </a:path>
              </a:pathLst>
            </a:custGeom>
            <a:solidFill>
              <a:srgbClr val="7B8B9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977" name="Google Shape;10977;p42"/>
            <p:cNvSpPr/>
            <p:nvPr/>
          </p:nvSpPr>
          <p:spPr>
            <a:xfrm>
              <a:off x="5013304" y="3478794"/>
              <a:ext cx="25912" cy="26148"/>
            </a:xfrm>
            <a:custGeom>
              <a:rect b="b" l="l" r="r" t="t"/>
              <a:pathLst>
                <a:path extrusionOk="0" h="998" w="989">
                  <a:moveTo>
                    <a:pt x="365" y="1"/>
                  </a:moveTo>
                  <a:cubicBezTo>
                    <a:pt x="241" y="145"/>
                    <a:pt x="116" y="288"/>
                    <a:pt x="1" y="432"/>
                  </a:cubicBezTo>
                  <a:lnTo>
                    <a:pt x="480" y="911"/>
                  </a:lnTo>
                  <a:cubicBezTo>
                    <a:pt x="538" y="969"/>
                    <a:pt x="610" y="998"/>
                    <a:pt x="681" y="998"/>
                  </a:cubicBezTo>
                  <a:cubicBezTo>
                    <a:pt x="753" y="998"/>
                    <a:pt x="825" y="969"/>
                    <a:pt x="883" y="911"/>
                  </a:cubicBezTo>
                  <a:cubicBezTo>
                    <a:pt x="988" y="806"/>
                    <a:pt x="988" y="624"/>
                    <a:pt x="883" y="518"/>
                  </a:cubicBezTo>
                  <a:lnTo>
                    <a:pt x="365" y="1"/>
                  </a:lnTo>
                  <a:close/>
                </a:path>
              </a:pathLst>
            </a:custGeom>
            <a:solidFill>
              <a:srgbClr val="7B8B9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0978" name="Google Shape;10978;p42"/>
          <p:cNvGrpSpPr/>
          <p:nvPr/>
        </p:nvGrpSpPr>
        <p:grpSpPr>
          <a:xfrm>
            <a:off x="6637678" y="1317982"/>
            <a:ext cx="378721" cy="362005"/>
            <a:chOff x="6637678" y="1500982"/>
            <a:chExt cx="378721" cy="362005"/>
          </a:xfrm>
        </p:grpSpPr>
        <p:sp>
          <p:nvSpPr>
            <p:cNvPr id="10979" name="Google Shape;10979;p42"/>
            <p:cNvSpPr/>
            <p:nvPr/>
          </p:nvSpPr>
          <p:spPr>
            <a:xfrm>
              <a:off x="6637678" y="1500982"/>
              <a:ext cx="377725" cy="361717"/>
            </a:xfrm>
            <a:custGeom>
              <a:rect b="b" l="l" r="r" t="t"/>
              <a:pathLst>
                <a:path extrusionOk="0" h="13806" w="14417">
                  <a:moveTo>
                    <a:pt x="10950" y="0"/>
                  </a:moveTo>
                  <a:cubicBezTo>
                    <a:pt x="10150" y="0"/>
                    <a:pt x="9348" y="305"/>
                    <a:pt x="8732" y="916"/>
                  </a:cubicBezTo>
                  <a:lnTo>
                    <a:pt x="1237" y="8402"/>
                  </a:lnTo>
                  <a:cubicBezTo>
                    <a:pt x="0" y="9638"/>
                    <a:pt x="0" y="11642"/>
                    <a:pt x="1237" y="12878"/>
                  </a:cubicBezTo>
                  <a:cubicBezTo>
                    <a:pt x="1855" y="13497"/>
                    <a:pt x="2665" y="13806"/>
                    <a:pt x="3475" y="13806"/>
                  </a:cubicBezTo>
                  <a:cubicBezTo>
                    <a:pt x="4285" y="13806"/>
                    <a:pt x="5095" y="13497"/>
                    <a:pt x="5713" y="12878"/>
                  </a:cubicBezTo>
                  <a:lnTo>
                    <a:pt x="13199" y="5383"/>
                  </a:lnTo>
                  <a:cubicBezTo>
                    <a:pt x="14417" y="4146"/>
                    <a:pt x="14407" y="2162"/>
                    <a:pt x="13180" y="925"/>
                  </a:cubicBezTo>
                  <a:cubicBezTo>
                    <a:pt x="12564" y="310"/>
                    <a:pt x="11758" y="0"/>
                    <a:pt x="10950" y="0"/>
                  </a:cubicBezTo>
                  <a:close/>
                </a:path>
              </a:pathLst>
            </a:custGeom>
            <a:solidFill>
              <a:srgbClr val="D6DBD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980" name="Google Shape;10980;p42"/>
            <p:cNvSpPr/>
            <p:nvPr/>
          </p:nvSpPr>
          <p:spPr>
            <a:xfrm>
              <a:off x="6696680" y="1551338"/>
              <a:ext cx="260218" cy="260454"/>
            </a:xfrm>
            <a:custGeom>
              <a:rect b="b" l="l" r="r" t="t"/>
              <a:pathLst>
                <a:path extrusionOk="0" h="9941" w="9932">
                  <a:moveTo>
                    <a:pt x="5464" y="0"/>
                  </a:moveTo>
                  <a:lnTo>
                    <a:pt x="1" y="5464"/>
                  </a:lnTo>
                  <a:lnTo>
                    <a:pt x="4468" y="9940"/>
                  </a:lnTo>
                  <a:lnTo>
                    <a:pt x="9931" y="4477"/>
                  </a:lnTo>
                  <a:lnTo>
                    <a:pt x="5464" y="0"/>
                  </a:lnTo>
                  <a:close/>
                </a:path>
              </a:pathLst>
            </a:custGeom>
            <a:solidFill>
              <a:srgbClr val="BEC6C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981" name="Google Shape;10981;p42"/>
            <p:cNvSpPr/>
            <p:nvPr/>
          </p:nvSpPr>
          <p:spPr>
            <a:xfrm>
              <a:off x="6638175" y="1500982"/>
              <a:ext cx="377725" cy="361717"/>
            </a:xfrm>
            <a:custGeom>
              <a:rect b="b" l="l" r="r" t="t"/>
              <a:pathLst>
                <a:path extrusionOk="0" h="13806" w="14417">
                  <a:moveTo>
                    <a:pt x="3467" y="0"/>
                  </a:moveTo>
                  <a:cubicBezTo>
                    <a:pt x="2659" y="0"/>
                    <a:pt x="1853" y="310"/>
                    <a:pt x="1237" y="925"/>
                  </a:cubicBezTo>
                  <a:cubicBezTo>
                    <a:pt x="0" y="2162"/>
                    <a:pt x="0" y="4146"/>
                    <a:pt x="1218" y="5383"/>
                  </a:cubicBezTo>
                  <a:lnTo>
                    <a:pt x="8713" y="12878"/>
                  </a:lnTo>
                  <a:cubicBezTo>
                    <a:pt x="9327" y="13497"/>
                    <a:pt x="10135" y="13806"/>
                    <a:pt x="10943" y="13806"/>
                  </a:cubicBezTo>
                  <a:cubicBezTo>
                    <a:pt x="11752" y="13806"/>
                    <a:pt x="12562" y="13497"/>
                    <a:pt x="13180" y="12878"/>
                  </a:cubicBezTo>
                  <a:cubicBezTo>
                    <a:pt x="14417" y="11642"/>
                    <a:pt x="14417" y="9638"/>
                    <a:pt x="13180" y="8402"/>
                  </a:cubicBezTo>
                  <a:lnTo>
                    <a:pt x="5685" y="916"/>
                  </a:lnTo>
                  <a:cubicBezTo>
                    <a:pt x="5069" y="305"/>
                    <a:pt x="4267" y="0"/>
                    <a:pt x="3467" y="0"/>
                  </a:cubicBezTo>
                  <a:close/>
                </a:path>
              </a:pathLst>
            </a:custGeom>
            <a:solidFill>
              <a:srgbClr val="D6DBD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982" name="Google Shape;10982;p42"/>
            <p:cNvSpPr/>
            <p:nvPr/>
          </p:nvSpPr>
          <p:spPr>
            <a:xfrm>
              <a:off x="6842090" y="1696748"/>
              <a:ext cx="174309" cy="166239"/>
            </a:xfrm>
            <a:custGeom>
              <a:rect b="b" l="l" r="r" t="t"/>
              <a:pathLst>
                <a:path extrusionOk="0" h="6345" w="6653">
                  <a:moveTo>
                    <a:pt x="4467" y="0"/>
                  </a:moveTo>
                  <a:cubicBezTo>
                    <a:pt x="5694" y="1237"/>
                    <a:pt x="5685" y="3230"/>
                    <a:pt x="4458" y="4457"/>
                  </a:cubicBezTo>
                  <a:cubicBezTo>
                    <a:pt x="3836" y="5074"/>
                    <a:pt x="3025" y="5384"/>
                    <a:pt x="2215" y="5384"/>
                  </a:cubicBezTo>
                  <a:cubicBezTo>
                    <a:pt x="1415" y="5384"/>
                    <a:pt x="615" y="5082"/>
                    <a:pt x="1" y="4477"/>
                  </a:cubicBezTo>
                  <a:lnTo>
                    <a:pt x="1" y="4477"/>
                  </a:lnTo>
                  <a:lnTo>
                    <a:pt x="930" y="5397"/>
                  </a:lnTo>
                  <a:cubicBezTo>
                    <a:pt x="1547" y="6028"/>
                    <a:pt x="2363" y="6344"/>
                    <a:pt x="3180" y="6344"/>
                  </a:cubicBezTo>
                  <a:cubicBezTo>
                    <a:pt x="3988" y="6344"/>
                    <a:pt x="4797" y="6035"/>
                    <a:pt x="5416" y="5416"/>
                  </a:cubicBezTo>
                  <a:cubicBezTo>
                    <a:pt x="6653" y="4179"/>
                    <a:pt x="6653" y="2166"/>
                    <a:pt x="5397" y="930"/>
                  </a:cubicBezTo>
                  <a:lnTo>
                    <a:pt x="4467" y="0"/>
                  </a:lnTo>
                  <a:close/>
                </a:path>
              </a:pathLst>
            </a:custGeom>
            <a:solidFill>
              <a:srgbClr val="BEC6C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983" name="Google Shape;10983;p42"/>
            <p:cNvSpPr/>
            <p:nvPr/>
          </p:nvSpPr>
          <p:spPr>
            <a:xfrm>
              <a:off x="6752931" y="1608847"/>
              <a:ext cx="146458" cy="144179"/>
            </a:xfrm>
            <a:custGeom>
              <a:rect b="b" l="l" r="r" t="t"/>
              <a:pathLst>
                <a:path extrusionOk="0" h="5503" w="5590">
                  <a:moveTo>
                    <a:pt x="2349" y="0"/>
                  </a:moveTo>
                  <a:cubicBezTo>
                    <a:pt x="2249" y="0"/>
                    <a:pt x="2148" y="39"/>
                    <a:pt x="2071" y="115"/>
                  </a:cubicBezTo>
                  <a:lnTo>
                    <a:pt x="154" y="2032"/>
                  </a:lnTo>
                  <a:cubicBezTo>
                    <a:pt x="1" y="2186"/>
                    <a:pt x="1" y="2435"/>
                    <a:pt x="154" y="2588"/>
                  </a:cubicBezTo>
                  <a:lnTo>
                    <a:pt x="2963" y="5387"/>
                  </a:lnTo>
                  <a:cubicBezTo>
                    <a:pt x="3039" y="5464"/>
                    <a:pt x="3140" y="5502"/>
                    <a:pt x="3241" y="5502"/>
                  </a:cubicBezTo>
                  <a:cubicBezTo>
                    <a:pt x="3341" y="5502"/>
                    <a:pt x="3442" y="5464"/>
                    <a:pt x="3519" y="5387"/>
                  </a:cubicBezTo>
                  <a:lnTo>
                    <a:pt x="5436" y="3470"/>
                  </a:lnTo>
                  <a:cubicBezTo>
                    <a:pt x="5589" y="3317"/>
                    <a:pt x="5589" y="3068"/>
                    <a:pt x="5436" y="2914"/>
                  </a:cubicBezTo>
                  <a:lnTo>
                    <a:pt x="2627" y="115"/>
                  </a:lnTo>
                  <a:cubicBezTo>
                    <a:pt x="2551" y="39"/>
                    <a:pt x="2450" y="0"/>
                    <a:pt x="2349" y="0"/>
                  </a:cubicBezTo>
                  <a:close/>
                </a:path>
              </a:pathLst>
            </a:custGeom>
            <a:solidFill>
              <a:srgbClr val="B8C1C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984" name="Google Shape;10984;p42"/>
            <p:cNvSpPr/>
            <p:nvPr/>
          </p:nvSpPr>
          <p:spPr>
            <a:xfrm>
              <a:off x="6797393" y="1608847"/>
              <a:ext cx="101735" cy="144414"/>
            </a:xfrm>
            <a:custGeom>
              <a:rect b="b" l="l" r="r" t="t"/>
              <a:pathLst>
                <a:path extrusionOk="0" h="5512" w="3883">
                  <a:moveTo>
                    <a:pt x="652" y="0"/>
                  </a:moveTo>
                  <a:cubicBezTo>
                    <a:pt x="552" y="0"/>
                    <a:pt x="451" y="39"/>
                    <a:pt x="374" y="115"/>
                  </a:cubicBezTo>
                  <a:lnTo>
                    <a:pt x="1" y="480"/>
                  </a:lnTo>
                  <a:lnTo>
                    <a:pt x="1247" y="1726"/>
                  </a:lnTo>
                  <a:cubicBezTo>
                    <a:pt x="2052" y="2540"/>
                    <a:pt x="2052" y="3854"/>
                    <a:pt x="1247" y="4668"/>
                  </a:cubicBezTo>
                  <a:lnTo>
                    <a:pt x="882" y="5023"/>
                  </a:lnTo>
                  <a:lnTo>
                    <a:pt x="1256" y="5397"/>
                  </a:lnTo>
                  <a:cubicBezTo>
                    <a:pt x="1333" y="5474"/>
                    <a:pt x="1434" y="5512"/>
                    <a:pt x="1534" y="5512"/>
                  </a:cubicBezTo>
                  <a:cubicBezTo>
                    <a:pt x="1635" y="5512"/>
                    <a:pt x="1735" y="5474"/>
                    <a:pt x="1812" y="5397"/>
                  </a:cubicBezTo>
                  <a:lnTo>
                    <a:pt x="3729" y="3480"/>
                  </a:lnTo>
                  <a:cubicBezTo>
                    <a:pt x="3883" y="3326"/>
                    <a:pt x="3883" y="3077"/>
                    <a:pt x="3729" y="2924"/>
                  </a:cubicBezTo>
                  <a:lnTo>
                    <a:pt x="930" y="115"/>
                  </a:lnTo>
                  <a:cubicBezTo>
                    <a:pt x="854" y="39"/>
                    <a:pt x="753" y="0"/>
                    <a:pt x="652" y="0"/>
                  </a:cubicBezTo>
                  <a:close/>
                </a:path>
              </a:pathLst>
            </a:custGeom>
            <a:solidFill>
              <a:srgbClr val="697D9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985" name="Google Shape;10985;p42"/>
            <p:cNvSpPr/>
            <p:nvPr/>
          </p:nvSpPr>
          <p:spPr>
            <a:xfrm>
              <a:off x="6697309" y="1620087"/>
              <a:ext cx="22270" cy="18654"/>
            </a:xfrm>
            <a:custGeom>
              <a:rect b="b" l="l" r="r" t="t"/>
              <a:pathLst>
                <a:path extrusionOk="0" h="712" w="850">
                  <a:moveTo>
                    <a:pt x="402" y="0"/>
                  </a:moveTo>
                  <a:cubicBezTo>
                    <a:pt x="184" y="0"/>
                    <a:pt x="1" y="283"/>
                    <a:pt x="207" y="482"/>
                  </a:cubicBezTo>
                  <a:lnTo>
                    <a:pt x="351" y="626"/>
                  </a:lnTo>
                  <a:cubicBezTo>
                    <a:pt x="399" y="683"/>
                    <a:pt x="475" y="712"/>
                    <a:pt x="542" y="712"/>
                  </a:cubicBezTo>
                  <a:cubicBezTo>
                    <a:pt x="619" y="712"/>
                    <a:pt x="696" y="683"/>
                    <a:pt x="744" y="626"/>
                  </a:cubicBezTo>
                  <a:cubicBezTo>
                    <a:pt x="849" y="520"/>
                    <a:pt x="849" y="338"/>
                    <a:pt x="744" y="233"/>
                  </a:cubicBezTo>
                  <a:lnTo>
                    <a:pt x="600" y="89"/>
                  </a:lnTo>
                  <a:cubicBezTo>
                    <a:pt x="537" y="26"/>
                    <a:pt x="468" y="0"/>
                    <a:pt x="402" y="0"/>
                  </a:cubicBezTo>
                  <a:close/>
                </a:path>
              </a:pathLst>
            </a:custGeom>
            <a:solidFill>
              <a:srgbClr val="BEC6C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986" name="Google Shape;10986;p42"/>
            <p:cNvSpPr/>
            <p:nvPr/>
          </p:nvSpPr>
          <p:spPr>
            <a:xfrm>
              <a:off x="6690995" y="1582123"/>
              <a:ext cx="22296" cy="18707"/>
            </a:xfrm>
            <a:custGeom>
              <a:rect b="b" l="l" r="r" t="t"/>
              <a:pathLst>
                <a:path extrusionOk="0" h="714" w="851">
                  <a:moveTo>
                    <a:pt x="401" y="1"/>
                  </a:moveTo>
                  <a:cubicBezTo>
                    <a:pt x="184" y="1"/>
                    <a:pt x="1" y="278"/>
                    <a:pt x="199" y="484"/>
                  </a:cubicBezTo>
                  <a:lnTo>
                    <a:pt x="342" y="627"/>
                  </a:lnTo>
                  <a:cubicBezTo>
                    <a:pt x="400" y="685"/>
                    <a:pt x="472" y="714"/>
                    <a:pt x="544" y="714"/>
                  </a:cubicBezTo>
                  <a:cubicBezTo>
                    <a:pt x="616" y="714"/>
                    <a:pt x="687" y="685"/>
                    <a:pt x="745" y="627"/>
                  </a:cubicBezTo>
                  <a:cubicBezTo>
                    <a:pt x="850" y="522"/>
                    <a:pt x="850" y="340"/>
                    <a:pt x="745" y="234"/>
                  </a:cubicBezTo>
                  <a:lnTo>
                    <a:pt x="601" y="91"/>
                  </a:lnTo>
                  <a:cubicBezTo>
                    <a:pt x="538" y="27"/>
                    <a:pt x="468" y="1"/>
                    <a:pt x="401" y="1"/>
                  </a:cubicBezTo>
                  <a:close/>
                </a:path>
              </a:pathLst>
            </a:custGeom>
            <a:solidFill>
              <a:srgbClr val="BEC6C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987" name="Google Shape;10987;p42"/>
            <p:cNvSpPr/>
            <p:nvPr/>
          </p:nvSpPr>
          <p:spPr>
            <a:xfrm>
              <a:off x="6724190" y="1548771"/>
              <a:ext cx="22244" cy="18654"/>
            </a:xfrm>
            <a:custGeom>
              <a:rect b="b" l="l" r="r" t="t"/>
              <a:pathLst>
                <a:path extrusionOk="0" h="712" w="849">
                  <a:moveTo>
                    <a:pt x="405" y="0"/>
                  </a:moveTo>
                  <a:cubicBezTo>
                    <a:pt x="189" y="0"/>
                    <a:pt x="1" y="283"/>
                    <a:pt x="206" y="482"/>
                  </a:cubicBezTo>
                  <a:lnTo>
                    <a:pt x="350" y="625"/>
                  </a:lnTo>
                  <a:cubicBezTo>
                    <a:pt x="398" y="683"/>
                    <a:pt x="475" y="712"/>
                    <a:pt x="542" y="712"/>
                  </a:cubicBezTo>
                  <a:cubicBezTo>
                    <a:pt x="619" y="712"/>
                    <a:pt x="695" y="683"/>
                    <a:pt x="743" y="625"/>
                  </a:cubicBezTo>
                  <a:cubicBezTo>
                    <a:pt x="849" y="520"/>
                    <a:pt x="849" y="338"/>
                    <a:pt x="743" y="232"/>
                  </a:cubicBezTo>
                  <a:lnTo>
                    <a:pt x="599" y="89"/>
                  </a:lnTo>
                  <a:cubicBezTo>
                    <a:pt x="539" y="26"/>
                    <a:pt x="471" y="0"/>
                    <a:pt x="405" y="0"/>
                  </a:cubicBezTo>
                  <a:close/>
                </a:path>
              </a:pathLst>
            </a:custGeom>
            <a:solidFill>
              <a:srgbClr val="BEC6C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988" name="Google Shape;10988;p42"/>
            <p:cNvSpPr/>
            <p:nvPr/>
          </p:nvSpPr>
          <p:spPr>
            <a:xfrm>
              <a:off x="6729902" y="1587782"/>
              <a:ext cx="22322" cy="18576"/>
            </a:xfrm>
            <a:custGeom>
              <a:rect b="b" l="l" r="r" t="t"/>
              <a:pathLst>
                <a:path extrusionOk="0" h="709" w="852">
                  <a:moveTo>
                    <a:pt x="406" y="1"/>
                  </a:moveTo>
                  <a:cubicBezTo>
                    <a:pt x="187" y="1"/>
                    <a:pt x="0" y="281"/>
                    <a:pt x="199" y="488"/>
                  </a:cubicBezTo>
                  <a:lnTo>
                    <a:pt x="343" y="632"/>
                  </a:lnTo>
                  <a:cubicBezTo>
                    <a:pt x="401" y="680"/>
                    <a:pt x="468" y="708"/>
                    <a:pt x="544" y="708"/>
                  </a:cubicBezTo>
                  <a:cubicBezTo>
                    <a:pt x="621" y="708"/>
                    <a:pt x="688" y="680"/>
                    <a:pt x="746" y="632"/>
                  </a:cubicBezTo>
                  <a:cubicBezTo>
                    <a:pt x="851" y="517"/>
                    <a:pt x="851" y="344"/>
                    <a:pt x="746" y="229"/>
                  </a:cubicBezTo>
                  <a:lnTo>
                    <a:pt x="602" y="85"/>
                  </a:lnTo>
                  <a:cubicBezTo>
                    <a:pt x="540" y="26"/>
                    <a:pt x="472" y="1"/>
                    <a:pt x="406" y="1"/>
                  </a:cubicBezTo>
                  <a:close/>
                </a:path>
              </a:pathLst>
            </a:custGeom>
            <a:solidFill>
              <a:srgbClr val="BEC6C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989" name="Google Shape;10989;p42"/>
            <p:cNvSpPr/>
            <p:nvPr/>
          </p:nvSpPr>
          <p:spPr>
            <a:xfrm>
              <a:off x="6762285" y="1555137"/>
              <a:ext cx="22322" cy="18812"/>
            </a:xfrm>
            <a:custGeom>
              <a:rect b="b" l="l" r="r" t="t"/>
              <a:pathLst>
                <a:path extrusionOk="0" h="718" w="852">
                  <a:moveTo>
                    <a:pt x="407" y="1"/>
                  </a:moveTo>
                  <a:cubicBezTo>
                    <a:pt x="188" y="1"/>
                    <a:pt x="1" y="281"/>
                    <a:pt x="200" y="488"/>
                  </a:cubicBezTo>
                  <a:lnTo>
                    <a:pt x="344" y="632"/>
                  </a:lnTo>
                  <a:cubicBezTo>
                    <a:pt x="401" y="680"/>
                    <a:pt x="468" y="708"/>
                    <a:pt x="545" y="718"/>
                  </a:cubicBezTo>
                  <a:cubicBezTo>
                    <a:pt x="622" y="718"/>
                    <a:pt x="689" y="680"/>
                    <a:pt x="746" y="632"/>
                  </a:cubicBezTo>
                  <a:cubicBezTo>
                    <a:pt x="852" y="517"/>
                    <a:pt x="852" y="344"/>
                    <a:pt x="746" y="229"/>
                  </a:cubicBezTo>
                  <a:lnTo>
                    <a:pt x="602" y="85"/>
                  </a:lnTo>
                  <a:cubicBezTo>
                    <a:pt x="541" y="26"/>
                    <a:pt x="472" y="1"/>
                    <a:pt x="407" y="1"/>
                  </a:cubicBezTo>
                  <a:close/>
                </a:path>
              </a:pathLst>
            </a:custGeom>
            <a:solidFill>
              <a:srgbClr val="BEC6C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990" name="Google Shape;10990;p42"/>
            <p:cNvSpPr/>
            <p:nvPr/>
          </p:nvSpPr>
          <p:spPr>
            <a:xfrm>
              <a:off x="6866508" y="1789208"/>
              <a:ext cx="22322" cy="18812"/>
            </a:xfrm>
            <a:custGeom>
              <a:rect b="b" l="l" r="r" t="t"/>
              <a:pathLst>
                <a:path extrusionOk="0" h="718" w="852">
                  <a:moveTo>
                    <a:pt x="407" y="0"/>
                  </a:moveTo>
                  <a:cubicBezTo>
                    <a:pt x="188" y="0"/>
                    <a:pt x="1" y="281"/>
                    <a:pt x="200" y="487"/>
                  </a:cubicBezTo>
                  <a:lnTo>
                    <a:pt x="344" y="631"/>
                  </a:lnTo>
                  <a:cubicBezTo>
                    <a:pt x="401" y="679"/>
                    <a:pt x="468" y="708"/>
                    <a:pt x="545" y="717"/>
                  </a:cubicBezTo>
                  <a:cubicBezTo>
                    <a:pt x="622" y="717"/>
                    <a:pt x="689" y="679"/>
                    <a:pt x="746" y="631"/>
                  </a:cubicBezTo>
                  <a:cubicBezTo>
                    <a:pt x="852" y="516"/>
                    <a:pt x="852" y="344"/>
                    <a:pt x="746" y="229"/>
                  </a:cubicBezTo>
                  <a:lnTo>
                    <a:pt x="602" y="85"/>
                  </a:lnTo>
                  <a:cubicBezTo>
                    <a:pt x="541" y="25"/>
                    <a:pt x="472" y="0"/>
                    <a:pt x="407" y="0"/>
                  </a:cubicBezTo>
                  <a:close/>
                </a:path>
              </a:pathLst>
            </a:custGeom>
            <a:solidFill>
              <a:srgbClr val="BEC6C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991" name="Google Shape;10991;p42"/>
            <p:cNvSpPr/>
            <p:nvPr/>
          </p:nvSpPr>
          <p:spPr>
            <a:xfrm>
              <a:off x="6903450" y="1794998"/>
              <a:ext cx="23554" cy="19309"/>
            </a:xfrm>
            <a:custGeom>
              <a:rect b="b" l="l" r="r" t="t"/>
              <a:pathLst>
                <a:path extrusionOk="0" h="737" w="899">
                  <a:moveTo>
                    <a:pt x="428" y="1"/>
                  </a:moveTo>
                  <a:cubicBezTo>
                    <a:pt x="203" y="1"/>
                    <a:pt x="1" y="311"/>
                    <a:pt x="247" y="506"/>
                  </a:cubicBezTo>
                  <a:lnTo>
                    <a:pt x="391" y="650"/>
                  </a:lnTo>
                  <a:cubicBezTo>
                    <a:pt x="438" y="707"/>
                    <a:pt x="515" y="736"/>
                    <a:pt x="592" y="736"/>
                  </a:cubicBezTo>
                  <a:cubicBezTo>
                    <a:pt x="659" y="736"/>
                    <a:pt x="736" y="707"/>
                    <a:pt x="784" y="650"/>
                  </a:cubicBezTo>
                  <a:cubicBezTo>
                    <a:pt x="899" y="544"/>
                    <a:pt x="899" y="362"/>
                    <a:pt x="784" y="257"/>
                  </a:cubicBezTo>
                  <a:lnTo>
                    <a:pt x="640" y="113"/>
                  </a:lnTo>
                  <a:cubicBezTo>
                    <a:pt x="576" y="33"/>
                    <a:pt x="501" y="1"/>
                    <a:pt x="428" y="1"/>
                  </a:cubicBezTo>
                  <a:close/>
                </a:path>
              </a:pathLst>
            </a:custGeom>
            <a:solidFill>
              <a:srgbClr val="BEC6C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992" name="Google Shape;10992;p42"/>
            <p:cNvSpPr/>
            <p:nvPr/>
          </p:nvSpPr>
          <p:spPr>
            <a:xfrm>
              <a:off x="6937877" y="1762432"/>
              <a:ext cx="22270" cy="18707"/>
            </a:xfrm>
            <a:custGeom>
              <a:rect b="b" l="l" r="r" t="t"/>
              <a:pathLst>
                <a:path extrusionOk="0" h="714" w="850">
                  <a:moveTo>
                    <a:pt x="400" y="1"/>
                  </a:moveTo>
                  <a:cubicBezTo>
                    <a:pt x="183" y="1"/>
                    <a:pt x="0" y="279"/>
                    <a:pt x="198" y="484"/>
                  </a:cubicBezTo>
                  <a:lnTo>
                    <a:pt x="342" y="628"/>
                  </a:lnTo>
                  <a:cubicBezTo>
                    <a:pt x="399" y="675"/>
                    <a:pt x="466" y="714"/>
                    <a:pt x="543" y="714"/>
                  </a:cubicBezTo>
                  <a:cubicBezTo>
                    <a:pt x="620" y="714"/>
                    <a:pt x="687" y="685"/>
                    <a:pt x="744" y="628"/>
                  </a:cubicBezTo>
                  <a:cubicBezTo>
                    <a:pt x="850" y="513"/>
                    <a:pt x="850" y="340"/>
                    <a:pt x="744" y="235"/>
                  </a:cubicBezTo>
                  <a:lnTo>
                    <a:pt x="601" y="91"/>
                  </a:lnTo>
                  <a:cubicBezTo>
                    <a:pt x="537" y="27"/>
                    <a:pt x="467" y="1"/>
                    <a:pt x="400" y="1"/>
                  </a:cubicBezTo>
                  <a:close/>
                </a:path>
              </a:pathLst>
            </a:custGeom>
            <a:solidFill>
              <a:srgbClr val="BEC6C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993" name="Google Shape;10993;p42"/>
            <p:cNvSpPr/>
            <p:nvPr/>
          </p:nvSpPr>
          <p:spPr>
            <a:xfrm>
              <a:off x="6898970" y="1756799"/>
              <a:ext cx="22270" cy="18812"/>
            </a:xfrm>
            <a:custGeom>
              <a:rect b="b" l="l" r="r" t="t"/>
              <a:pathLst>
                <a:path extrusionOk="0" h="718" w="850">
                  <a:moveTo>
                    <a:pt x="404" y="1"/>
                  </a:moveTo>
                  <a:cubicBezTo>
                    <a:pt x="186" y="1"/>
                    <a:pt x="0" y="281"/>
                    <a:pt x="207" y="488"/>
                  </a:cubicBezTo>
                  <a:lnTo>
                    <a:pt x="351" y="632"/>
                  </a:lnTo>
                  <a:cubicBezTo>
                    <a:pt x="399" y="680"/>
                    <a:pt x="466" y="708"/>
                    <a:pt x="542" y="718"/>
                  </a:cubicBezTo>
                  <a:cubicBezTo>
                    <a:pt x="619" y="718"/>
                    <a:pt x="696" y="680"/>
                    <a:pt x="744" y="632"/>
                  </a:cubicBezTo>
                  <a:cubicBezTo>
                    <a:pt x="849" y="517"/>
                    <a:pt x="849" y="344"/>
                    <a:pt x="744" y="229"/>
                  </a:cubicBezTo>
                  <a:lnTo>
                    <a:pt x="600" y="85"/>
                  </a:lnTo>
                  <a:cubicBezTo>
                    <a:pt x="538" y="26"/>
                    <a:pt x="470" y="1"/>
                    <a:pt x="404" y="1"/>
                  </a:cubicBezTo>
                  <a:close/>
                </a:path>
              </a:pathLst>
            </a:custGeom>
            <a:solidFill>
              <a:srgbClr val="BEC6C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994" name="Google Shape;10994;p42"/>
            <p:cNvSpPr/>
            <p:nvPr/>
          </p:nvSpPr>
          <p:spPr>
            <a:xfrm>
              <a:off x="6931380" y="1724311"/>
              <a:ext cx="22506" cy="18654"/>
            </a:xfrm>
            <a:custGeom>
              <a:rect b="b" l="l" r="r" t="t"/>
              <a:pathLst>
                <a:path extrusionOk="0" h="712" w="859">
                  <a:moveTo>
                    <a:pt x="405" y="0"/>
                  </a:moveTo>
                  <a:cubicBezTo>
                    <a:pt x="189" y="0"/>
                    <a:pt x="1" y="283"/>
                    <a:pt x="206" y="482"/>
                  </a:cubicBezTo>
                  <a:lnTo>
                    <a:pt x="350" y="626"/>
                  </a:lnTo>
                  <a:cubicBezTo>
                    <a:pt x="403" y="683"/>
                    <a:pt x="475" y="712"/>
                    <a:pt x="547" y="712"/>
                  </a:cubicBezTo>
                  <a:cubicBezTo>
                    <a:pt x="619" y="712"/>
                    <a:pt x="690" y="683"/>
                    <a:pt x="743" y="626"/>
                  </a:cubicBezTo>
                  <a:cubicBezTo>
                    <a:pt x="858" y="520"/>
                    <a:pt x="858" y="338"/>
                    <a:pt x="743" y="233"/>
                  </a:cubicBezTo>
                  <a:lnTo>
                    <a:pt x="599" y="89"/>
                  </a:lnTo>
                  <a:cubicBezTo>
                    <a:pt x="539" y="26"/>
                    <a:pt x="471" y="0"/>
                    <a:pt x="405" y="0"/>
                  </a:cubicBezTo>
                  <a:close/>
                </a:path>
              </a:pathLst>
            </a:custGeom>
            <a:solidFill>
              <a:srgbClr val="BEC6C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0995" name="Google Shape;10995;p42"/>
          <p:cNvGrpSpPr/>
          <p:nvPr/>
        </p:nvGrpSpPr>
        <p:grpSpPr>
          <a:xfrm>
            <a:off x="5827993" y="3172496"/>
            <a:ext cx="223041" cy="362163"/>
            <a:chOff x="5827993" y="3355496"/>
            <a:chExt cx="223041" cy="362163"/>
          </a:xfrm>
        </p:grpSpPr>
        <p:sp>
          <p:nvSpPr>
            <p:cNvPr id="10996" name="Google Shape;10996;p42"/>
            <p:cNvSpPr/>
            <p:nvPr/>
          </p:nvSpPr>
          <p:spPr>
            <a:xfrm>
              <a:off x="5827993" y="3448664"/>
              <a:ext cx="223041" cy="268995"/>
            </a:xfrm>
            <a:custGeom>
              <a:rect b="b" l="l" r="r" t="t"/>
              <a:pathLst>
                <a:path extrusionOk="0" h="10267" w="8513">
                  <a:moveTo>
                    <a:pt x="854" y="1"/>
                  </a:moveTo>
                  <a:cubicBezTo>
                    <a:pt x="384" y="1"/>
                    <a:pt x="1" y="384"/>
                    <a:pt x="1" y="854"/>
                  </a:cubicBezTo>
                  <a:lnTo>
                    <a:pt x="1" y="9413"/>
                  </a:lnTo>
                  <a:cubicBezTo>
                    <a:pt x="1" y="9883"/>
                    <a:pt x="384" y="10266"/>
                    <a:pt x="854" y="10266"/>
                  </a:cubicBezTo>
                  <a:lnTo>
                    <a:pt x="7660" y="10266"/>
                  </a:lnTo>
                  <a:cubicBezTo>
                    <a:pt x="8129" y="10266"/>
                    <a:pt x="8513" y="9883"/>
                    <a:pt x="8513" y="9413"/>
                  </a:cubicBezTo>
                  <a:lnTo>
                    <a:pt x="8513" y="854"/>
                  </a:lnTo>
                  <a:cubicBezTo>
                    <a:pt x="8513" y="384"/>
                    <a:pt x="8129" y="1"/>
                    <a:pt x="7660" y="1"/>
                  </a:cubicBezTo>
                  <a:close/>
                </a:path>
              </a:pathLst>
            </a:custGeom>
            <a:solidFill>
              <a:srgbClr val="A4B3B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997" name="Google Shape;10997;p42"/>
            <p:cNvSpPr/>
            <p:nvPr/>
          </p:nvSpPr>
          <p:spPr>
            <a:xfrm>
              <a:off x="5989987" y="3448664"/>
              <a:ext cx="60810" cy="268733"/>
            </a:xfrm>
            <a:custGeom>
              <a:rect b="b" l="l" r="r" t="t"/>
              <a:pathLst>
                <a:path extrusionOk="0" h="10257" w="2321">
                  <a:moveTo>
                    <a:pt x="0" y="1"/>
                  </a:moveTo>
                  <a:cubicBezTo>
                    <a:pt x="489" y="1"/>
                    <a:pt x="882" y="403"/>
                    <a:pt x="882" y="892"/>
                  </a:cubicBezTo>
                  <a:lnTo>
                    <a:pt x="882" y="9375"/>
                  </a:lnTo>
                  <a:cubicBezTo>
                    <a:pt x="882" y="9864"/>
                    <a:pt x="489" y="10257"/>
                    <a:pt x="0" y="10257"/>
                  </a:cubicBezTo>
                  <a:lnTo>
                    <a:pt x="1438" y="10257"/>
                  </a:lnTo>
                  <a:cubicBezTo>
                    <a:pt x="1927" y="10257"/>
                    <a:pt x="2320" y="9864"/>
                    <a:pt x="2320" y="9375"/>
                  </a:cubicBezTo>
                  <a:lnTo>
                    <a:pt x="2320" y="892"/>
                  </a:lnTo>
                  <a:cubicBezTo>
                    <a:pt x="2320" y="403"/>
                    <a:pt x="1927" y="1"/>
                    <a:pt x="1438" y="1"/>
                  </a:cubicBezTo>
                  <a:close/>
                </a:path>
              </a:pathLst>
            </a:custGeom>
            <a:solidFill>
              <a:srgbClr val="8C9EA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998" name="Google Shape;10998;p42"/>
            <p:cNvSpPr/>
            <p:nvPr/>
          </p:nvSpPr>
          <p:spPr>
            <a:xfrm>
              <a:off x="5878218" y="3424560"/>
              <a:ext cx="122354" cy="24130"/>
            </a:xfrm>
            <a:custGeom>
              <a:rect b="b" l="l" r="r" t="t"/>
              <a:pathLst>
                <a:path extrusionOk="0" h="921" w="4670">
                  <a:moveTo>
                    <a:pt x="1" y="0"/>
                  </a:moveTo>
                  <a:lnTo>
                    <a:pt x="1" y="921"/>
                  </a:lnTo>
                  <a:lnTo>
                    <a:pt x="4669" y="921"/>
                  </a:lnTo>
                  <a:lnTo>
                    <a:pt x="4669" y="0"/>
                  </a:lnTo>
                  <a:close/>
                </a:path>
              </a:pathLst>
            </a:custGeom>
            <a:solidFill>
              <a:srgbClr val="879AA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999" name="Google Shape;10999;p42"/>
            <p:cNvSpPr/>
            <p:nvPr/>
          </p:nvSpPr>
          <p:spPr>
            <a:xfrm>
              <a:off x="5878218" y="3424560"/>
              <a:ext cx="122354" cy="24130"/>
            </a:xfrm>
            <a:custGeom>
              <a:rect b="b" l="l" r="r" t="t"/>
              <a:pathLst>
                <a:path extrusionOk="0" h="921" w="4670">
                  <a:moveTo>
                    <a:pt x="1" y="0"/>
                  </a:moveTo>
                  <a:lnTo>
                    <a:pt x="1" y="921"/>
                  </a:lnTo>
                  <a:lnTo>
                    <a:pt x="4669" y="921"/>
                  </a:lnTo>
                  <a:lnTo>
                    <a:pt x="4669" y="0"/>
                  </a:lnTo>
                  <a:close/>
                </a:path>
              </a:pathLst>
            </a:custGeom>
            <a:solidFill>
              <a:srgbClr val="879AA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000" name="Google Shape;11000;p42"/>
            <p:cNvSpPr/>
            <p:nvPr/>
          </p:nvSpPr>
          <p:spPr>
            <a:xfrm>
              <a:off x="5963630" y="3424560"/>
              <a:ext cx="36942" cy="24130"/>
            </a:xfrm>
            <a:custGeom>
              <a:rect b="b" l="l" r="r" t="t"/>
              <a:pathLst>
                <a:path extrusionOk="0" h="921" w="1410">
                  <a:moveTo>
                    <a:pt x="0" y="0"/>
                  </a:moveTo>
                  <a:lnTo>
                    <a:pt x="0" y="921"/>
                  </a:lnTo>
                  <a:lnTo>
                    <a:pt x="1409" y="921"/>
                  </a:lnTo>
                  <a:lnTo>
                    <a:pt x="1409" y="0"/>
                  </a:lnTo>
                  <a:close/>
                </a:path>
              </a:pathLst>
            </a:custGeom>
            <a:solidFill>
              <a:srgbClr val="738A9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001" name="Google Shape;11001;p42"/>
            <p:cNvSpPr/>
            <p:nvPr/>
          </p:nvSpPr>
          <p:spPr>
            <a:xfrm>
              <a:off x="5852857" y="3355496"/>
              <a:ext cx="172815" cy="69089"/>
            </a:xfrm>
            <a:custGeom>
              <a:rect b="b" l="l" r="r" t="t"/>
              <a:pathLst>
                <a:path extrusionOk="0" h="2637" w="6596">
                  <a:moveTo>
                    <a:pt x="451" y="0"/>
                  </a:moveTo>
                  <a:cubicBezTo>
                    <a:pt x="202" y="0"/>
                    <a:pt x="1" y="202"/>
                    <a:pt x="1" y="451"/>
                  </a:cubicBezTo>
                  <a:lnTo>
                    <a:pt x="1" y="2186"/>
                  </a:lnTo>
                  <a:cubicBezTo>
                    <a:pt x="1" y="2435"/>
                    <a:pt x="202" y="2636"/>
                    <a:pt x="451" y="2636"/>
                  </a:cubicBezTo>
                  <a:lnTo>
                    <a:pt x="6145" y="2636"/>
                  </a:lnTo>
                  <a:cubicBezTo>
                    <a:pt x="6394" y="2636"/>
                    <a:pt x="6596" y="2435"/>
                    <a:pt x="6596" y="2186"/>
                  </a:cubicBezTo>
                  <a:lnTo>
                    <a:pt x="6596" y="451"/>
                  </a:lnTo>
                  <a:cubicBezTo>
                    <a:pt x="6596" y="202"/>
                    <a:pt x="6394" y="0"/>
                    <a:pt x="6145" y="0"/>
                  </a:cubicBezTo>
                  <a:close/>
                </a:path>
              </a:pathLst>
            </a:custGeom>
            <a:solidFill>
              <a:srgbClr val="A4B3B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002" name="Google Shape;11002;p42"/>
            <p:cNvSpPr/>
            <p:nvPr/>
          </p:nvSpPr>
          <p:spPr>
            <a:xfrm>
              <a:off x="5981708" y="3355496"/>
              <a:ext cx="43964" cy="69089"/>
            </a:xfrm>
            <a:custGeom>
              <a:rect b="b" l="l" r="r" t="t"/>
              <a:pathLst>
                <a:path extrusionOk="0" h="2637" w="1678">
                  <a:moveTo>
                    <a:pt x="0" y="0"/>
                  </a:moveTo>
                  <a:lnTo>
                    <a:pt x="0" y="2636"/>
                  </a:lnTo>
                  <a:lnTo>
                    <a:pt x="1208" y="2636"/>
                  </a:lnTo>
                  <a:cubicBezTo>
                    <a:pt x="1467" y="2636"/>
                    <a:pt x="1678" y="2425"/>
                    <a:pt x="1678" y="2167"/>
                  </a:cubicBezTo>
                  <a:lnTo>
                    <a:pt x="1678" y="470"/>
                  </a:lnTo>
                  <a:cubicBezTo>
                    <a:pt x="1678" y="211"/>
                    <a:pt x="1467" y="0"/>
                    <a:pt x="1208" y="0"/>
                  </a:cubicBezTo>
                  <a:close/>
                </a:path>
              </a:pathLst>
            </a:custGeom>
            <a:solidFill>
              <a:srgbClr val="8C9EA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003" name="Google Shape;11003;p42"/>
            <p:cNvSpPr/>
            <p:nvPr/>
          </p:nvSpPr>
          <p:spPr>
            <a:xfrm>
              <a:off x="5862917" y="3488854"/>
              <a:ext cx="152720" cy="188378"/>
            </a:xfrm>
            <a:custGeom>
              <a:rect b="b" l="l" r="r" t="t"/>
              <a:pathLst>
                <a:path extrusionOk="0" h="7190" w="5829">
                  <a:moveTo>
                    <a:pt x="355" y="0"/>
                  </a:moveTo>
                  <a:cubicBezTo>
                    <a:pt x="163" y="0"/>
                    <a:pt x="0" y="154"/>
                    <a:pt x="0" y="355"/>
                  </a:cubicBezTo>
                  <a:lnTo>
                    <a:pt x="0" y="6844"/>
                  </a:lnTo>
                  <a:cubicBezTo>
                    <a:pt x="0" y="7036"/>
                    <a:pt x="163" y="7189"/>
                    <a:pt x="355" y="7189"/>
                  </a:cubicBezTo>
                  <a:lnTo>
                    <a:pt x="5483" y="7189"/>
                  </a:lnTo>
                  <a:cubicBezTo>
                    <a:pt x="5489" y="7190"/>
                    <a:pt x="5494" y="7190"/>
                    <a:pt x="5499" y="7190"/>
                  </a:cubicBezTo>
                  <a:cubicBezTo>
                    <a:pt x="5683" y="7190"/>
                    <a:pt x="5828" y="7030"/>
                    <a:pt x="5828" y="6844"/>
                  </a:cubicBezTo>
                  <a:lnTo>
                    <a:pt x="5828" y="355"/>
                  </a:lnTo>
                  <a:cubicBezTo>
                    <a:pt x="5828" y="154"/>
                    <a:pt x="5675" y="0"/>
                    <a:pt x="5483" y="0"/>
                  </a:cubicBezTo>
                  <a:close/>
                </a:path>
              </a:pathLst>
            </a:custGeom>
            <a:solidFill>
              <a:srgbClr val="E8EBE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004" name="Google Shape;11004;p42"/>
            <p:cNvSpPr/>
            <p:nvPr/>
          </p:nvSpPr>
          <p:spPr>
            <a:xfrm>
              <a:off x="5971412" y="3488854"/>
              <a:ext cx="44226" cy="188614"/>
            </a:xfrm>
            <a:custGeom>
              <a:rect b="b" l="l" r="r" t="t"/>
              <a:pathLst>
                <a:path extrusionOk="0" h="7199" w="1688">
                  <a:moveTo>
                    <a:pt x="0" y="0"/>
                  </a:moveTo>
                  <a:lnTo>
                    <a:pt x="0" y="7199"/>
                  </a:lnTo>
                  <a:lnTo>
                    <a:pt x="1342" y="7199"/>
                  </a:lnTo>
                  <a:cubicBezTo>
                    <a:pt x="1534" y="7199"/>
                    <a:pt x="1687" y="7036"/>
                    <a:pt x="1687" y="6844"/>
                  </a:cubicBezTo>
                  <a:lnTo>
                    <a:pt x="1687" y="355"/>
                  </a:lnTo>
                  <a:cubicBezTo>
                    <a:pt x="1687" y="163"/>
                    <a:pt x="1534" y="0"/>
                    <a:pt x="1342" y="0"/>
                  </a:cubicBezTo>
                  <a:close/>
                </a:path>
              </a:pathLst>
            </a:custGeom>
            <a:solidFill>
              <a:srgbClr val="CBD3D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005" name="Google Shape;11005;p42"/>
            <p:cNvSpPr/>
            <p:nvPr/>
          </p:nvSpPr>
          <p:spPr>
            <a:xfrm>
              <a:off x="5869939" y="3531036"/>
              <a:ext cx="121568" cy="104197"/>
            </a:xfrm>
            <a:custGeom>
              <a:rect b="b" l="l" r="r" t="t"/>
              <a:pathLst>
                <a:path extrusionOk="0" h="3977" w="4640">
                  <a:moveTo>
                    <a:pt x="2656" y="1"/>
                  </a:moveTo>
                  <a:cubicBezTo>
                    <a:pt x="883" y="1"/>
                    <a:pt x="1" y="2138"/>
                    <a:pt x="1247" y="3394"/>
                  </a:cubicBezTo>
                  <a:cubicBezTo>
                    <a:pt x="1653" y="3796"/>
                    <a:pt x="2150" y="3977"/>
                    <a:pt x="2638" y="3977"/>
                  </a:cubicBezTo>
                  <a:cubicBezTo>
                    <a:pt x="3661" y="3977"/>
                    <a:pt x="4640" y="3185"/>
                    <a:pt x="4640" y="1985"/>
                  </a:cubicBezTo>
                  <a:cubicBezTo>
                    <a:pt x="4640" y="892"/>
                    <a:pt x="3749" y="1"/>
                    <a:pt x="2656" y="1"/>
                  </a:cubicBezTo>
                  <a:close/>
                </a:path>
              </a:pathLst>
            </a:custGeom>
            <a:solidFill>
              <a:srgbClr val="657A8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006" name="Google Shape;11006;p42"/>
            <p:cNvSpPr/>
            <p:nvPr/>
          </p:nvSpPr>
          <p:spPr>
            <a:xfrm>
              <a:off x="5894043" y="3538058"/>
              <a:ext cx="106529" cy="97202"/>
            </a:xfrm>
            <a:custGeom>
              <a:rect b="b" l="l" r="r" t="t"/>
              <a:pathLst>
                <a:path extrusionOk="0" h="3710" w="4066">
                  <a:moveTo>
                    <a:pt x="2714" y="1"/>
                  </a:moveTo>
                  <a:cubicBezTo>
                    <a:pt x="3452" y="1324"/>
                    <a:pt x="2503" y="2963"/>
                    <a:pt x="979" y="2963"/>
                  </a:cubicBezTo>
                  <a:cubicBezTo>
                    <a:pt x="634" y="2963"/>
                    <a:pt x="298" y="2877"/>
                    <a:pt x="1" y="2704"/>
                  </a:cubicBezTo>
                  <a:lnTo>
                    <a:pt x="1" y="2704"/>
                  </a:lnTo>
                  <a:cubicBezTo>
                    <a:pt x="376" y="3361"/>
                    <a:pt x="1050" y="3709"/>
                    <a:pt x="1732" y="3709"/>
                  </a:cubicBezTo>
                  <a:cubicBezTo>
                    <a:pt x="2234" y="3709"/>
                    <a:pt x="2741" y="3520"/>
                    <a:pt x="3135" y="3126"/>
                  </a:cubicBezTo>
                  <a:cubicBezTo>
                    <a:pt x="4065" y="2206"/>
                    <a:pt x="3854" y="643"/>
                    <a:pt x="2714" y="1"/>
                  </a:cubicBezTo>
                  <a:close/>
                </a:path>
              </a:pathLst>
            </a:custGeom>
            <a:solidFill>
              <a:srgbClr val="4E677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007" name="Google Shape;11007;p42"/>
            <p:cNvSpPr/>
            <p:nvPr/>
          </p:nvSpPr>
          <p:spPr>
            <a:xfrm>
              <a:off x="5905597" y="3551813"/>
              <a:ext cx="67334" cy="62513"/>
            </a:xfrm>
            <a:custGeom>
              <a:rect b="b" l="l" r="r" t="t"/>
              <a:pathLst>
                <a:path extrusionOk="0" h="2386" w="2570">
                  <a:moveTo>
                    <a:pt x="1286" y="1"/>
                  </a:moveTo>
                  <a:cubicBezTo>
                    <a:pt x="1146" y="1"/>
                    <a:pt x="1007" y="94"/>
                    <a:pt x="1007" y="281"/>
                  </a:cubicBezTo>
                  <a:lnTo>
                    <a:pt x="1007" y="914"/>
                  </a:lnTo>
                  <a:lnTo>
                    <a:pt x="375" y="914"/>
                  </a:lnTo>
                  <a:cubicBezTo>
                    <a:pt x="1" y="914"/>
                    <a:pt x="1" y="1479"/>
                    <a:pt x="375" y="1479"/>
                  </a:cubicBezTo>
                  <a:lnTo>
                    <a:pt x="1007" y="1479"/>
                  </a:lnTo>
                  <a:lnTo>
                    <a:pt x="1007" y="2112"/>
                  </a:lnTo>
                  <a:cubicBezTo>
                    <a:pt x="1007" y="2294"/>
                    <a:pt x="1149" y="2385"/>
                    <a:pt x="1290" y="2385"/>
                  </a:cubicBezTo>
                  <a:cubicBezTo>
                    <a:pt x="1431" y="2385"/>
                    <a:pt x="1573" y="2294"/>
                    <a:pt x="1573" y="2112"/>
                  </a:cubicBezTo>
                  <a:lnTo>
                    <a:pt x="1573" y="1479"/>
                  </a:lnTo>
                  <a:lnTo>
                    <a:pt x="2205" y="1479"/>
                  </a:lnTo>
                  <a:cubicBezTo>
                    <a:pt x="2570" y="1479"/>
                    <a:pt x="2570" y="914"/>
                    <a:pt x="2205" y="914"/>
                  </a:cubicBezTo>
                  <a:lnTo>
                    <a:pt x="1573" y="914"/>
                  </a:lnTo>
                  <a:lnTo>
                    <a:pt x="1573" y="281"/>
                  </a:lnTo>
                  <a:cubicBezTo>
                    <a:pt x="1568" y="94"/>
                    <a:pt x="1427" y="1"/>
                    <a:pt x="1286" y="1"/>
                  </a:cubicBezTo>
                  <a:close/>
                </a:path>
              </a:pathLst>
            </a:custGeom>
            <a:solidFill>
              <a:srgbClr val="27415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008" name="Google Shape;11008;p42"/>
            <p:cNvSpPr/>
            <p:nvPr/>
          </p:nvSpPr>
          <p:spPr>
            <a:xfrm>
              <a:off x="5887781" y="3355496"/>
              <a:ext cx="14593" cy="69089"/>
            </a:xfrm>
            <a:custGeom>
              <a:rect b="b" l="l" r="r" t="t"/>
              <a:pathLst>
                <a:path extrusionOk="0" h="2637" w="557">
                  <a:moveTo>
                    <a:pt x="0" y="0"/>
                  </a:moveTo>
                  <a:lnTo>
                    <a:pt x="0" y="2588"/>
                  </a:lnTo>
                  <a:cubicBezTo>
                    <a:pt x="0" y="2608"/>
                    <a:pt x="0" y="2617"/>
                    <a:pt x="0" y="2636"/>
                  </a:cubicBezTo>
                  <a:lnTo>
                    <a:pt x="556" y="2636"/>
                  </a:lnTo>
                  <a:cubicBezTo>
                    <a:pt x="556" y="2617"/>
                    <a:pt x="556" y="2608"/>
                    <a:pt x="556" y="2588"/>
                  </a:cubicBezTo>
                  <a:lnTo>
                    <a:pt x="556" y="0"/>
                  </a:lnTo>
                  <a:close/>
                </a:path>
              </a:pathLst>
            </a:custGeom>
            <a:solidFill>
              <a:srgbClr val="324B6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009" name="Google Shape;11009;p42"/>
            <p:cNvSpPr/>
            <p:nvPr/>
          </p:nvSpPr>
          <p:spPr>
            <a:xfrm>
              <a:off x="5931719" y="3355496"/>
              <a:ext cx="14855" cy="69089"/>
            </a:xfrm>
            <a:custGeom>
              <a:rect b="b" l="l" r="r" t="t"/>
              <a:pathLst>
                <a:path extrusionOk="0" h="2637" w="567">
                  <a:moveTo>
                    <a:pt x="1" y="0"/>
                  </a:moveTo>
                  <a:cubicBezTo>
                    <a:pt x="1" y="10"/>
                    <a:pt x="1" y="20"/>
                    <a:pt x="1" y="29"/>
                  </a:cubicBezTo>
                  <a:lnTo>
                    <a:pt x="1" y="2608"/>
                  </a:lnTo>
                  <a:cubicBezTo>
                    <a:pt x="1" y="2617"/>
                    <a:pt x="1" y="2627"/>
                    <a:pt x="1" y="2636"/>
                  </a:cubicBezTo>
                  <a:lnTo>
                    <a:pt x="566" y="2636"/>
                  </a:lnTo>
                  <a:cubicBezTo>
                    <a:pt x="566" y="2627"/>
                    <a:pt x="566" y="2617"/>
                    <a:pt x="566" y="2608"/>
                  </a:cubicBezTo>
                  <a:lnTo>
                    <a:pt x="566" y="29"/>
                  </a:lnTo>
                  <a:cubicBezTo>
                    <a:pt x="566" y="20"/>
                    <a:pt x="566" y="10"/>
                    <a:pt x="566" y="0"/>
                  </a:cubicBezTo>
                  <a:close/>
                </a:path>
              </a:pathLst>
            </a:custGeom>
            <a:solidFill>
              <a:srgbClr val="324B6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010" name="Google Shape;11010;p42"/>
            <p:cNvSpPr/>
            <p:nvPr/>
          </p:nvSpPr>
          <p:spPr>
            <a:xfrm>
              <a:off x="5976416" y="3355496"/>
              <a:ext cx="14593" cy="69089"/>
            </a:xfrm>
            <a:custGeom>
              <a:rect b="b" l="l" r="r" t="t"/>
              <a:pathLst>
                <a:path extrusionOk="0" h="2637" w="557">
                  <a:moveTo>
                    <a:pt x="1" y="0"/>
                  </a:moveTo>
                  <a:lnTo>
                    <a:pt x="1" y="2588"/>
                  </a:lnTo>
                  <a:cubicBezTo>
                    <a:pt x="1" y="2608"/>
                    <a:pt x="1" y="2617"/>
                    <a:pt x="1" y="2636"/>
                  </a:cubicBezTo>
                  <a:lnTo>
                    <a:pt x="557" y="2636"/>
                  </a:lnTo>
                  <a:cubicBezTo>
                    <a:pt x="557" y="2617"/>
                    <a:pt x="557" y="2608"/>
                    <a:pt x="557" y="2588"/>
                  </a:cubicBezTo>
                  <a:lnTo>
                    <a:pt x="557" y="0"/>
                  </a:lnTo>
                  <a:close/>
                </a:path>
              </a:pathLst>
            </a:custGeom>
            <a:solidFill>
              <a:srgbClr val="324B6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1011" name="Google Shape;11011;p42"/>
          <p:cNvGrpSpPr/>
          <p:nvPr/>
        </p:nvGrpSpPr>
        <p:grpSpPr>
          <a:xfrm>
            <a:off x="7528713" y="1317641"/>
            <a:ext cx="370521" cy="361586"/>
            <a:chOff x="7528713" y="1500641"/>
            <a:chExt cx="370521" cy="361586"/>
          </a:xfrm>
        </p:grpSpPr>
        <p:sp>
          <p:nvSpPr>
            <p:cNvPr id="11012" name="Google Shape;11012;p42"/>
            <p:cNvSpPr/>
            <p:nvPr/>
          </p:nvSpPr>
          <p:spPr>
            <a:xfrm>
              <a:off x="7684158" y="1587809"/>
              <a:ext cx="121070" cy="119603"/>
            </a:xfrm>
            <a:custGeom>
              <a:rect b="b" l="l" r="r" t="t"/>
              <a:pathLst>
                <a:path extrusionOk="0" h="4565" w="4621">
                  <a:moveTo>
                    <a:pt x="796" y="1"/>
                  </a:moveTo>
                  <a:cubicBezTo>
                    <a:pt x="717" y="1"/>
                    <a:pt x="638" y="32"/>
                    <a:pt x="576" y="94"/>
                  </a:cubicBezTo>
                  <a:lnTo>
                    <a:pt x="125" y="544"/>
                  </a:lnTo>
                  <a:cubicBezTo>
                    <a:pt x="1" y="669"/>
                    <a:pt x="1" y="861"/>
                    <a:pt x="125" y="985"/>
                  </a:cubicBezTo>
                  <a:lnTo>
                    <a:pt x="3605" y="4474"/>
                  </a:lnTo>
                  <a:cubicBezTo>
                    <a:pt x="3666" y="4536"/>
                    <a:pt x="3745" y="4564"/>
                    <a:pt x="3824" y="4564"/>
                  </a:cubicBezTo>
                  <a:cubicBezTo>
                    <a:pt x="3906" y="4564"/>
                    <a:pt x="3987" y="4533"/>
                    <a:pt x="4046" y="4474"/>
                  </a:cubicBezTo>
                  <a:lnTo>
                    <a:pt x="4496" y="4014"/>
                  </a:lnTo>
                  <a:cubicBezTo>
                    <a:pt x="4621" y="3899"/>
                    <a:pt x="4621" y="3698"/>
                    <a:pt x="4496" y="3583"/>
                  </a:cubicBezTo>
                  <a:lnTo>
                    <a:pt x="1017" y="94"/>
                  </a:lnTo>
                  <a:cubicBezTo>
                    <a:pt x="954" y="32"/>
                    <a:pt x="875" y="1"/>
                    <a:pt x="796" y="1"/>
                  </a:cubicBezTo>
                  <a:close/>
                </a:path>
              </a:pathLst>
            </a:custGeom>
            <a:solidFill>
              <a:srgbClr val="879AA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013" name="Google Shape;11013;p42"/>
            <p:cNvSpPr/>
            <p:nvPr/>
          </p:nvSpPr>
          <p:spPr>
            <a:xfrm>
              <a:off x="7750208" y="1653282"/>
              <a:ext cx="54784" cy="53972"/>
            </a:xfrm>
            <a:custGeom>
              <a:rect b="b" l="l" r="r" t="t"/>
              <a:pathLst>
                <a:path extrusionOk="0" h="2060" w="2091">
                  <a:moveTo>
                    <a:pt x="902" y="1"/>
                  </a:moveTo>
                  <a:lnTo>
                    <a:pt x="904" y="3"/>
                  </a:lnTo>
                  <a:lnTo>
                    <a:pt x="904" y="3"/>
                  </a:lnTo>
                  <a:cubicBezTo>
                    <a:pt x="903" y="2"/>
                    <a:pt x="902" y="2"/>
                    <a:pt x="902" y="1"/>
                  </a:cubicBezTo>
                  <a:close/>
                  <a:moveTo>
                    <a:pt x="904" y="3"/>
                  </a:moveTo>
                  <a:cubicBezTo>
                    <a:pt x="1026" y="128"/>
                    <a:pt x="1025" y="327"/>
                    <a:pt x="902" y="451"/>
                  </a:cubicBezTo>
                  <a:lnTo>
                    <a:pt x="451" y="892"/>
                  </a:lnTo>
                  <a:cubicBezTo>
                    <a:pt x="389" y="955"/>
                    <a:pt x="307" y="986"/>
                    <a:pt x="226" y="986"/>
                  </a:cubicBezTo>
                  <a:cubicBezTo>
                    <a:pt x="144" y="986"/>
                    <a:pt x="63" y="955"/>
                    <a:pt x="1" y="892"/>
                  </a:cubicBezTo>
                  <a:lnTo>
                    <a:pt x="1" y="892"/>
                  </a:lnTo>
                  <a:lnTo>
                    <a:pt x="1074" y="1966"/>
                  </a:lnTo>
                  <a:cubicBezTo>
                    <a:pt x="1136" y="2028"/>
                    <a:pt x="1218" y="2059"/>
                    <a:pt x="1299" y="2059"/>
                  </a:cubicBezTo>
                  <a:cubicBezTo>
                    <a:pt x="1381" y="2059"/>
                    <a:pt x="1462" y="2028"/>
                    <a:pt x="1525" y="1966"/>
                  </a:cubicBezTo>
                  <a:lnTo>
                    <a:pt x="1965" y="1525"/>
                  </a:lnTo>
                  <a:cubicBezTo>
                    <a:pt x="2090" y="1400"/>
                    <a:pt x="2090" y="1209"/>
                    <a:pt x="1975" y="1084"/>
                  </a:cubicBezTo>
                  <a:lnTo>
                    <a:pt x="904" y="3"/>
                  </a:lnTo>
                  <a:close/>
                </a:path>
              </a:pathLst>
            </a:custGeom>
            <a:solidFill>
              <a:srgbClr val="738A9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014" name="Google Shape;11014;p42"/>
            <p:cNvSpPr/>
            <p:nvPr/>
          </p:nvSpPr>
          <p:spPr>
            <a:xfrm>
              <a:off x="7735143" y="1500641"/>
              <a:ext cx="164091" cy="156702"/>
            </a:xfrm>
            <a:custGeom>
              <a:rect b="b" l="l" r="r" t="t"/>
              <a:pathLst>
                <a:path extrusionOk="0" h="5981" w="6263">
                  <a:moveTo>
                    <a:pt x="5229" y="0"/>
                  </a:moveTo>
                  <a:cubicBezTo>
                    <a:pt x="5065" y="0"/>
                    <a:pt x="4893" y="60"/>
                    <a:pt x="4736" y="200"/>
                  </a:cubicBezTo>
                  <a:lnTo>
                    <a:pt x="0" y="4360"/>
                  </a:lnTo>
                  <a:lnTo>
                    <a:pt x="1620" y="5980"/>
                  </a:lnTo>
                  <a:lnTo>
                    <a:pt x="5780" y="1245"/>
                  </a:lnTo>
                  <a:cubicBezTo>
                    <a:pt x="6263" y="703"/>
                    <a:pt x="5791" y="0"/>
                    <a:pt x="5229" y="0"/>
                  </a:cubicBezTo>
                  <a:close/>
                </a:path>
              </a:pathLst>
            </a:custGeom>
            <a:solidFill>
              <a:srgbClr val="EEF1F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015" name="Google Shape;11015;p42"/>
            <p:cNvSpPr/>
            <p:nvPr/>
          </p:nvSpPr>
          <p:spPr>
            <a:xfrm>
              <a:off x="7735143" y="1500641"/>
              <a:ext cx="164091" cy="156702"/>
            </a:xfrm>
            <a:custGeom>
              <a:rect b="b" l="l" r="r" t="t"/>
              <a:pathLst>
                <a:path extrusionOk="0" h="5981" w="6263">
                  <a:moveTo>
                    <a:pt x="5229" y="0"/>
                  </a:moveTo>
                  <a:cubicBezTo>
                    <a:pt x="5065" y="0"/>
                    <a:pt x="4893" y="60"/>
                    <a:pt x="4736" y="200"/>
                  </a:cubicBezTo>
                  <a:lnTo>
                    <a:pt x="0" y="4360"/>
                  </a:lnTo>
                  <a:lnTo>
                    <a:pt x="1620" y="5980"/>
                  </a:lnTo>
                  <a:lnTo>
                    <a:pt x="5780" y="1245"/>
                  </a:lnTo>
                  <a:cubicBezTo>
                    <a:pt x="6263" y="703"/>
                    <a:pt x="5791" y="0"/>
                    <a:pt x="5229" y="0"/>
                  </a:cubicBezTo>
                  <a:close/>
                </a:path>
              </a:pathLst>
            </a:custGeom>
            <a:solidFill>
              <a:srgbClr val="EEF1F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016" name="Google Shape;11016;p42"/>
            <p:cNvSpPr/>
            <p:nvPr/>
          </p:nvSpPr>
          <p:spPr>
            <a:xfrm>
              <a:off x="7764775" y="1501846"/>
              <a:ext cx="128616" cy="155497"/>
            </a:xfrm>
            <a:custGeom>
              <a:rect b="b" l="l" r="r" t="t"/>
              <a:pathLst>
                <a:path extrusionOk="0" h="5935" w="4909">
                  <a:moveTo>
                    <a:pt x="4314" y="1"/>
                  </a:moveTo>
                  <a:lnTo>
                    <a:pt x="4314" y="1"/>
                  </a:lnTo>
                  <a:cubicBezTo>
                    <a:pt x="4391" y="250"/>
                    <a:pt x="4333" y="519"/>
                    <a:pt x="4160" y="710"/>
                  </a:cubicBezTo>
                  <a:lnTo>
                    <a:pt x="0" y="5445"/>
                  </a:lnTo>
                  <a:lnTo>
                    <a:pt x="489" y="5934"/>
                  </a:lnTo>
                  <a:lnTo>
                    <a:pt x="4649" y="1199"/>
                  </a:lnTo>
                  <a:cubicBezTo>
                    <a:pt x="4908" y="902"/>
                    <a:pt x="4899" y="461"/>
                    <a:pt x="4621" y="183"/>
                  </a:cubicBezTo>
                  <a:cubicBezTo>
                    <a:pt x="4534" y="97"/>
                    <a:pt x="4429" y="30"/>
                    <a:pt x="4314" y="1"/>
                  </a:cubicBezTo>
                  <a:close/>
                </a:path>
              </a:pathLst>
            </a:custGeom>
            <a:solidFill>
              <a:srgbClr val="DDE2E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017" name="Google Shape;11017;p42"/>
            <p:cNvSpPr/>
            <p:nvPr/>
          </p:nvSpPr>
          <p:spPr>
            <a:xfrm>
              <a:off x="7528713" y="1618279"/>
              <a:ext cx="252673" cy="243948"/>
            </a:xfrm>
            <a:custGeom>
              <a:rect b="b" l="l" r="r" t="t"/>
              <a:pathLst>
                <a:path extrusionOk="0" h="9311" w="9644">
                  <a:moveTo>
                    <a:pt x="5258" y="1"/>
                  </a:moveTo>
                  <a:cubicBezTo>
                    <a:pt x="3986" y="1"/>
                    <a:pt x="2655" y="522"/>
                    <a:pt x="1620" y="1557"/>
                  </a:cubicBezTo>
                  <a:cubicBezTo>
                    <a:pt x="527" y="2660"/>
                    <a:pt x="0" y="4078"/>
                    <a:pt x="67" y="5420"/>
                  </a:cubicBezTo>
                  <a:cubicBezTo>
                    <a:pt x="86" y="5938"/>
                    <a:pt x="307" y="6417"/>
                    <a:pt x="671" y="6781"/>
                  </a:cubicBezTo>
                  <a:lnTo>
                    <a:pt x="2588" y="8698"/>
                  </a:lnTo>
                  <a:cubicBezTo>
                    <a:pt x="2952" y="9063"/>
                    <a:pt x="3432" y="9283"/>
                    <a:pt x="3949" y="9302"/>
                  </a:cubicBezTo>
                  <a:cubicBezTo>
                    <a:pt x="4027" y="9308"/>
                    <a:pt x="4105" y="9310"/>
                    <a:pt x="4182" y="9310"/>
                  </a:cubicBezTo>
                  <a:cubicBezTo>
                    <a:pt x="4382" y="9310"/>
                    <a:pt x="4580" y="9294"/>
                    <a:pt x="4774" y="9274"/>
                  </a:cubicBezTo>
                  <a:lnTo>
                    <a:pt x="5723" y="9053"/>
                  </a:lnTo>
                  <a:cubicBezTo>
                    <a:pt x="6509" y="8785"/>
                    <a:pt x="7228" y="8334"/>
                    <a:pt x="7812" y="7749"/>
                  </a:cubicBezTo>
                  <a:cubicBezTo>
                    <a:pt x="9154" y="6408"/>
                    <a:pt x="9643" y="4567"/>
                    <a:pt x="9231" y="3005"/>
                  </a:cubicBezTo>
                  <a:lnTo>
                    <a:pt x="6365" y="139"/>
                  </a:lnTo>
                  <a:cubicBezTo>
                    <a:pt x="6007" y="47"/>
                    <a:pt x="5635" y="1"/>
                    <a:pt x="5258" y="1"/>
                  </a:cubicBezTo>
                  <a:close/>
                </a:path>
              </a:pathLst>
            </a:custGeom>
            <a:solidFill>
              <a:srgbClr val="A3B2B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018" name="Google Shape;11018;p42"/>
            <p:cNvSpPr/>
            <p:nvPr/>
          </p:nvSpPr>
          <p:spPr>
            <a:xfrm>
              <a:off x="7570136" y="1670627"/>
              <a:ext cx="211251" cy="191574"/>
            </a:xfrm>
            <a:custGeom>
              <a:rect b="b" l="l" r="r" t="t"/>
              <a:pathLst>
                <a:path extrusionOk="0" h="7312" w="8063">
                  <a:moveTo>
                    <a:pt x="6643" y="0"/>
                  </a:moveTo>
                  <a:cubicBezTo>
                    <a:pt x="7056" y="1572"/>
                    <a:pt x="6567" y="3413"/>
                    <a:pt x="5225" y="4745"/>
                  </a:cubicBezTo>
                  <a:cubicBezTo>
                    <a:pt x="4640" y="5339"/>
                    <a:pt x="3921" y="5780"/>
                    <a:pt x="3135" y="6049"/>
                  </a:cubicBezTo>
                  <a:lnTo>
                    <a:pt x="2196" y="6269"/>
                  </a:lnTo>
                  <a:cubicBezTo>
                    <a:pt x="1995" y="6290"/>
                    <a:pt x="1795" y="6306"/>
                    <a:pt x="1595" y="6306"/>
                  </a:cubicBezTo>
                  <a:cubicBezTo>
                    <a:pt x="1517" y="6306"/>
                    <a:pt x="1440" y="6303"/>
                    <a:pt x="1362" y="6298"/>
                  </a:cubicBezTo>
                  <a:cubicBezTo>
                    <a:pt x="854" y="6279"/>
                    <a:pt x="365" y="6058"/>
                    <a:pt x="1" y="5694"/>
                  </a:cubicBezTo>
                  <a:lnTo>
                    <a:pt x="1" y="5694"/>
                  </a:lnTo>
                  <a:lnTo>
                    <a:pt x="1007" y="6700"/>
                  </a:lnTo>
                  <a:cubicBezTo>
                    <a:pt x="1371" y="7065"/>
                    <a:pt x="1851" y="7276"/>
                    <a:pt x="2368" y="7304"/>
                  </a:cubicBezTo>
                  <a:cubicBezTo>
                    <a:pt x="2443" y="7309"/>
                    <a:pt x="2517" y="7312"/>
                    <a:pt x="2592" y="7312"/>
                  </a:cubicBezTo>
                  <a:cubicBezTo>
                    <a:pt x="2795" y="7312"/>
                    <a:pt x="2999" y="7294"/>
                    <a:pt x="3202" y="7266"/>
                  </a:cubicBezTo>
                  <a:lnTo>
                    <a:pt x="4142" y="7055"/>
                  </a:lnTo>
                  <a:cubicBezTo>
                    <a:pt x="4928" y="6787"/>
                    <a:pt x="5637" y="6336"/>
                    <a:pt x="6231" y="5751"/>
                  </a:cubicBezTo>
                  <a:cubicBezTo>
                    <a:pt x="7564" y="4419"/>
                    <a:pt x="8062" y="2579"/>
                    <a:pt x="7650" y="1007"/>
                  </a:cubicBezTo>
                  <a:lnTo>
                    <a:pt x="6643" y="0"/>
                  </a:lnTo>
                  <a:close/>
                </a:path>
              </a:pathLst>
            </a:custGeom>
            <a:solidFill>
              <a:srgbClr val="8DA0A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1019" name="Google Shape;11019;p42"/>
          <p:cNvGrpSpPr/>
          <p:nvPr/>
        </p:nvGrpSpPr>
        <p:grpSpPr>
          <a:xfrm>
            <a:off x="5317198" y="3172496"/>
            <a:ext cx="367429" cy="362163"/>
            <a:chOff x="5317198" y="3355496"/>
            <a:chExt cx="367429" cy="362163"/>
          </a:xfrm>
        </p:grpSpPr>
        <p:sp>
          <p:nvSpPr>
            <p:cNvPr id="11020" name="Google Shape;11020;p42"/>
            <p:cNvSpPr/>
            <p:nvPr/>
          </p:nvSpPr>
          <p:spPr>
            <a:xfrm>
              <a:off x="5378715" y="3535883"/>
              <a:ext cx="256184" cy="181776"/>
            </a:xfrm>
            <a:custGeom>
              <a:rect b="b" l="l" r="r" t="t"/>
              <a:pathLst>
                <a:path extrusionOk="0" h="6938" w="9778">
                  <a:moveTo>
                    <a:pt x="202" y="0"/>
                  </a:moveTo>
                  <a:cubicBezTo>
                    <a:pt x="101" y="0"/>
                    <a:pt x="1" y="70"/>
                    <a:pt x="1" y="209"/>
                  </a:cubicBezTo>
                  <a:lnTo>
                    <a:pt x="1" y="4637"/>
                  </a:lnTo>
                  <a:cubicBezTo>
                    <a:pt x="1" y="5902"/>
                    <a:pt x="1026" y="6928"/>
                    <a:pt x="2292" y="6937"/>
                  </a:cubicBezTo>
                  <a:lnTo>
                    <a:pt x="7477" y="6937"/>
                  </a:lnTo>
                  <a:cubicBezTo>
                    <a:pt x="8752" y="6928"/>
                    <a:pt x="9778" y="5902"/>
                    <a:pt x="9778" y="4637"/>
                  </a:cubicBezTo>
                  <a:lnTo>
                    <a:pt x="9778" y="496"/>
                  </a:lnTo>
                  <a:cubicBezTo>
                    <a:pt x="9778" y="357"/>
                    <a:pt x="9675" y="288"/>
                    <a:pt x="9572" y="288"/>
                  </a:cubicBezTo>
                  <a:cubicBezTo>
                    <a:pt x="9469" y="288"/>
                    <a:pt x="9366" y="357"/>
                    <a:pt x="9366" y="496"/>
                  </a:cubicBezTo>
                  <a:lnTo>
                    <a:pt x="9366" y="4637"/>
                  </a:lnTo>
                  <a:cubicBezTo>
                    <a:pt x="9366" y="5682"/>
                    <a:pt x="8522" y="6525"/>
                    <a:pt x="7487" y="6525"/>
                  </a:cubicBezTo>
                  <a:lnTo>
                    <a:pt x="2292" y="6525"/>
                  </a:lnTo>
                  <a:cubicBezTo>
                    <a:pt x="1247" y="6525"/>
                    <a:pt x="403" y="5682"/>
                    <a:pt x="403" y="4637"/>
                  </a:cubicBezTo>
                  <a:lnTo>
                    <a:pt x="403" y="209"/>
                  </a:lnTo>
                  <a:cubicBezTo>
                    <a:pt x="403" y="70"/>
                    <a:pt x="303" y="0"/>
                    <a:pt x="202" y="0"/>
                  </a:cubicBezTo>
                  <a:close/>
                </a:path>
              </a:pathLst>
            </a:custGeom>
            <a:solidFill>
              <a:srgbClr val="B9C3C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021" name="Google Shape;11021;p42"/>
            <p:cNvSpPr/>
            <p:nvPr/>
          </p:nvSpPr>
          <p:spPr>
            <a:xfrm>
              <a:off x="5455822" y="3438419"/>
              <a:ext cx="112031" cy="218220"/>
            </a:xfrm>
            <a:custGeom>
              <a:rect b="b" l="l" r="r" t="t"/>
              <a:pathLst>
                <a:path extrusionOk="0" h="8329" w="4276">
                  <a:moveTo>
                    <a:pt x="4069" y="1"/>
                  </a:moveTo>
                  <a:cubicBezTo>
                    <a:pt x="3966" y="1"/>
                    <a:pt x="3863" y="70"/>
                    <a:pt x="3863" y="209"/>
                  </a:cubicBezTo>
                  <a:lnTo>
                    <a:pt x="3863" y="6727"/>
                  </a:lnTo>
                  <a:cubicBezTo>
                    <a:pt x="3863" y="7389"/>
                    <a:pt x="3336" y="7916"/>
                    <a:pt x="2675" y="7916"/>
                  </a:cubicBezTo>
                  <a:lnTo>
                    <a:pt x="1601" y="7916"/>
                  </a:lnTo>
                  <a:cubicBezTo>
                    <a:pt x="940" y="7916"/>
                    <a:pt x="413" y="7389"/>
                    <a:pt x="413" y="6727"/>
                  </a:cubicBezTo>
                  <a:lnTo>
                    <a:pt x="413" y="3775"/>
                  </a:lnTo>
                  <a:cubicBezTo>
                    <a:pt x="413" y="3636"/>
                    <a:pt x="309" y="3567"/>
                    <a:pt x="206" y="3567"/>
                  </a:cubicBezTo>
                  <a:cubicBezTo>
                    <a:pt x="103" y="3567"/>
                    <a:pt x="0" y="3636"/>
                    <a:pt x="0" y="3775"/>
                  </a:cubicBezTo>
                  <a:lnTo>
                    <a:pt x="0" y="6727"/>
                  </a:lnTo>
                  <a:cubicBezTo>
                    <a:pt x="0" y="7609"/>
                    <a:pt x="719" y="8319"/>
                    <a:pt x="1592" y="8328"/>
                  </a:cubicBezTo>
                  <a:lnTo>
                    <a:pt x="2675" y="8328"/>
                  </a:lnTo>
                  <a:cubicBezTo>
                    <a:pt x="3557" y="8328"/>
                    <a:pt x="4266" y="7619"/>
                    <a:pt x="4275" y="6737"/>
                  </a:cubicBezTo>
                  <a:lnTo>
                    <a:pt x="4275" y="209"/>
                  </a:lnTo>
                  <a:cubicBezTo>
                    <a:pt x="4275" y="70"/>
                    <a:pt x="4172" y="1"/>
                    <a:pt x="4069" y="1"/>
                  </a:cubicBezTo>
                  <a:close/>
                </a:path>
              </a:pathLst>
            </a:custGeom>
            <a:solidFill>
              <a:srgbClr val="B9C3C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022" name="Google Shape;11022;p42"/>
            <p:cNvSpPr/>
            <p:nvPr/>
          </p:nvSpPr>
          <p:spPr>
            <a:xfrm>
              <a:off x="5448276" y="3359505"/>
              <a:ext cx="59815" cy="185129"/>
            </a:xfrm>
            <a:custGeom>
              <a:rect b="b" l="l" r="r" t="t"/>
              <a:pathLst>
                <a:path extrusionOk="0" h="7066" w="2283">
                  <a:moveTo>
                    <a:pt x="1" y="1"/>
                  </a:moveTo>
                  <a:cubicBezTo>
                    <a:pt x="116" y="106"/>
                    <a:pt x="183" y="260"/>
                    <a:pt x="183" y="423"/>
                  </a:cubicBezTo>
                  <a:lnTo>
                    <a:pt x="183" y="6653"/>
                  </a:lnTo>
                  <a:cubicBezTo>
                    <a:pt x="183" y="6806"/>
                    <a:pt x="116" y="6960"/>
                    <a:pt x="1" y="7065"/>
                  </a:cubicBezTo>
                  <a:lnTo>
                    <a:pt x="1084" y="7065"/>
                  </a:lnTo>
                  <a:cubicBezTo>
                    <a:pt x="1745" y="7065"/>
                    <a:pt x="2282" y="6528"/>
                    <a:pt x="2282" y="5867"/>
                  </a:cubicBezTo>
                  <a:lnTo>
                    <a:pt x="2282" y="1199"/>
                  </a:lnTo>
                  <a:cubicBezTo>
                    <a:pt x="2282" y="538"/>
                    <a:pt x="1745" y="1"/>
                    <a:pt x="1084" y="1"/>
                  </a:cubicBezTo>
                  <a:close/>
                </a:path>
              </a:pathLst>
            </a:custGeom>
            <a:solidFill>
              <a:srgbClr val="61748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023" name="Google Shape;11023;p42"/>
            <p:cNvSpPr/>
            <p:nvPr/>
          </p:nvSpPr>
          <p:spPr>
            <a:xfrm>
              <a:off x="5448276" y="3359505"/>
              <a:ext cx="21877" cy="185129"/>
            </a:xfrm>
            <a:custGeom>
              <a:rect b="b" l="l" r="r" t="t"/>
              <a:pathLst>
                <a:path extrusionOk="0" h="7066" w="835">
                  <a:moveTo>
                    <a:pt x="1" y="1"/>
                  </a:moveTo>
                  <a:cubicBezTo>
                    <a:pt x="116" y="116"/>
                    <a:pt x="183" y="260"/>
                    <a:pt x="183" y="423"/>
                  </a:cubicBezTo>
                  <a:lnTo>
                    <a:pt x="183" y="6653"/>
                  </a:lnTo>
                  <a:cubicBezTo>
                    <a:pt x="183" y="6806"/>
                    <a:pt x="116" y="6960"/>
                    <a:pt x="1" y="7065"/>
                  </a:cubicBezTo>
                  <a:lnTo>
                    <a:pt x="653" y="7065"/>
                  </a:lnTo>
                  <a:cubicBezTo>
                    <a:pt x="768" y="6960"/>
                    <a:pt x="835" y="6806"/>
                    <a:pt x="835" y="6653"/>
                  </a:cubicBezTo>
                  <a:lnTo>
                    <a:pt x="835" y="423"/>
                  </a:lnTo>
                  <a:cubicBezTo>
                    <a:pt x="835" y="260"/>
                    <a:pt x="768" y="106"/>
                    <a:pt x="653" y="1"/>
                  </a:cubicBezTo>
                  <a:close/>
                </a:path>
              </a:pathLst>
            </a:custGeom>
            <a:solidFill>
              <a:srgbClr val="53687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024" name="Google Shape;11024;p42"/>
            <p:cNvSpPr/>
            <p:nvPr/>
          </p:nvSpPr>
          <p:spPr>
            <a:xfrm>
              <a:off x="5529653" y="3432839"/>
              <a:ext cx="67570" cy="21379"/>
            </a:xfrm>
            <a:custGeom>
              <a:rect b="b" l="l" r="r" t="t"/>
              <a:pathLst>
                <a:path extrusionOk="0" h="816" w="2579">
                  <a:moveTo>
                    <a:pt x="355" y="1"/>
                  </a:moveTo>
                  <a:cubicBezTo>
                    <a:pt x="163" y="1"/>
                    <a:pt x="0" y="154"/>
                    <a:pt x="0" y="346"/>
                  </a:cubicBezTo>
                  <a:lnTo>
                    <a:pt x="0" y="470"/>
                  </a:lnTo>
                  <a:cubicBezTo>
                    <a:pt x="0" y="662"/>
                    <a:pt x="163" y="815"/>
                    <a:pt x="355" y="815"/>
                  </a:cubicBezTo>
                  <a:lnTo>
                    <a:pt x="2234" y="815"/>
                  </a:lnTo>
                  <a:cubicBezTo>
                    <a:pt x="2426" y="815"/>
                    <a:pt x="2579" y="662"/>
                    <a:pt x="2579" y="470"/>
                  </a:cubicBezTo>
                  <a:lnTo>
                    <a:pt x="2579" y="346"/>
                  </a:lnTo>
                  <a:cubicBezTo>
                    <a:pt x="2579" y="154"/>
                    <a:pt x="2426" y="1"/>
                    <a:pt x="2234" y="1"/>
                  </a:cubicBezTo>
                  <a:close/>
                </a:path>
              </a:pathLst>
            </a:custGeom>
            <a:solidFill>
              <a:srgbClr val="61748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025" name="Google Shape;11025;p42"/>
            <p:cNvSpPr/>
            <p:nvPr/>
          </p:nvSpPr>
          <p:spPr>
            <a:xfrm>
              <a:off x="5571102" y="3432839"/>
              <a:ext cx="26383" cy="21877"/>
            </a:xfrm>
            <a:custGeom>
              <a:rect b="b" l="l" r="r" t="t"/>
              <a:pathLst>
                <a:path extrusionOk="0" h="835" w="1007">
                  <a:moveTo>
                    <a:pt x="0" y="1"/>
                  </a:moveTo>
                  <a:cubicBezTo>
                    <a:pt x="201" y="1"/>
                    <a:pt x="364" y="164"/>
                    <a:pt x="364" y="365"/>
                  </a:cubicBezTo>
                  <a:lnTo>
                    <a:pt x="364" y="470"/>
                  </a:lnTo>
                  <a:cubicBezTo>
                    <a:pt x="364" y="672"/>
                    <a:pt x="201" y="835"/>
                    <a:pt x="0" y="835"/>
                  </a:cubicBezTo>
                  <a:lnTo>
                    <a:pt x="652" y="835"/>
                  </a:lnTo>
                  <a:cubicBezTo>
                    <a:pt x="844" y="835"/>
                    <a:pt x="1007" y="672"/>
                    <a:pt x="1007" y="470"/>
                  </a:cubicBezTo>
                  <a:lnTo>
                    <a:pt x="1007" y="365"/>
                  </a:lnTo>
                  <a:cubicBezTo>
                    <a:pt x="1007" y="164"/>
                    <a:pt x="844" y="1"/>
                    <a:pt x="652" y="1"/>
                  </a:cubicBezTo>
                  <a:close/>
                </a:path>
              </a:pathLst>
            </a:custGeom>
            <a:solidFill>
              <a:srgbClr val="53687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026" name="Google Shape;11026;p42"/>
            <p:cNvSpPr/>
            <p:nvPr/>
          </p:nvSpPr>
          <p:spPr>
            <a:xfrm>
              <a:off x="5596699" y="3538058"/>
              <a:ext cx="67832" cy="21405"/>
            </a:xfrm>
            <a:custGeom>
              <a:rect b="b" l="l" r="r" t="t"/>
              <a:pathLst>
                <a:path extrusionOk="0" h="817" w="2589">
                  <a:moveTo>
                    <a:pt x="2250" y="1"/>
                  </a:moveTo>
                  <a:cubicBezTo>
                    <a:pt x="2245" y="1"/>
                    <a:pt x="2240" y="1"/>
                    <a:pt x="2234" y="1"/>
                  </a:cubicBezTo>
                  <a:lnTo>
                    <a:pt x="355" y="1"/>
                  </a:lnTo>
                  <a:cubicBezTo>
                    <a:pt x="164" y="1"/>
                    <a:pt x="1" y="154"/>
                    <a:pt x="1" y="346"/>
                  </a:cubicBezTo>
                  <a:lnTo>
                    <a:pt x="1" y="471"/>
                  </a:lnTo>
                  <a:cubicBezTo>
                    <a:pt x="1" y="662"/>
                    <a:pt x="164" y="816"/>
                    <a:pt x="355" y="816"/>
                  </a:cubicBezTo>
                  <a:lnTo>
                    <a:pt x="2234" y="816"/>
                  </a:lnTo>
                  <a:cubicBezTo>
                    <a:pt x="2240" y="816"/>
                    <a:pt x="2246" y="816"/>
                    <a:pt x="2251" y="816"/>
                  </a:cubicBezTo>
                  <a:cubicBezTo>
                    <a:pt x="2435" y="816"/>
                    <a:pt x="2589" y="666"/>
                    <a:pt x="2589" y="480"/>
                  </a:cubicBezTo>
                  <a:lnTo>
                    <a:pt x="2589" y="356"/>
                  </a:lnTo>
                  <a:cubicBezTo>
                    <a:pt x="2589" y="160"/>
                    <a:pt x="2435" y="1"/>
                    <a:pt x="2250" y="1"/>
                  </a:cubicBezTo>
                  <a:close/>
                </a:path>
              </a:pathLst>
            </a:custGeom>
            <a:solidFill>
              <a:srgbClr val="61748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027" name="Google Shape;11027;p42"/>
            <p:cNvSpPr/>
            <p:nvPr/>
          </p:nvSpPr>
          <p:spPr>
            <a:xfrm>
              <a:off x="5639903" y="3538058"/>
              <a:ext cx="24628" cy="21641"/>
            </a:xfrm>
            <a:custGeom>
              <a:rect b="b" l="l" r="r" t="t"/>
              <a:pathLst>
                <a:path extrusionOk="0" h="826" w="940">
                  <a:moveTo>
                    <a:pt x="0" y="1"/>
                  </a:moveTo>
                  <a:cubicBezTo>
                    <a:pt x="192" y="1"/>
                    <a:pt x="355" y="154"/>
                    <a:pt x="355" y="356"/>
                  </a:cubicBezTo>
                  <a:lnTo>
                    <a:pt x="355" y="461"/>
                  </a:lnTo>
                  <a:cubicBezTo>
                    <a:pt x="355" y="662"/>
                    <a:pt x="192" y="825"/>
                    <a:pt x="0" y="825"/>
                  </a:cubicBezTo>
                  <a:lnTo>
                    <a:pt x="585" y="825"/>
                  </a:lnTo>
                  <a:cubicBezTo>
                    <a:pt x="777" y="825"/>
                    <a:pt x="940" y="662"/>
                    <a:pt x="940" y="461"/>
                  </a:cubicBezTo>
                  <a:lnTo>
                    <a:pt x="940" y="356"/>
                  </a:lnTo>
                  <a:cubicBezTo>
                    <a:pt x="940" y="154"/>
                    <a:pt x="777" y="1"/>
                    <a:pt x="585" y="1"/>
                  </a:cubicBezTo>
                  <a:close/>
                </a:path>
              </a:pathLst>
            </a:custGeom>
            <a:solidFill>
              <a:srgbClr val="53687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028" name="Google Shape;11028;p42"/>
            <p:cNvSpPr/>
            <p:nvPr/>
          </p:nvSpPr>
          <p:spPr>
            <a:xfrm>
              <a:off x="5576604" y="3470514"/>
              <a:ext cx="108023" cy="68592"/>
            </a:xfrm>
            <a:custGeom>
              <a:rect b="b" l="l" r="r" t="t"/>
              <a:pathLst>
                <a:path extrusionOk="0" h="2618" w="4123">
                  <a:moveTo>
                    <a:pt x="2062" y="0"/>
                  </a:moveTo>
                  <a:cubicBezTo>
                    <a:pt x="701" y="0"/>
                    <a:pt x="1" y="1640"/>
                    <a:pt x="959" y="2617"/>
                  </a:cubicBezTo>
                  <a:cubicBezTo>
                    <a:pt x="1007" y="2589"/>
                    <a:pt x="1065" y="2579"/>
                    <a:pt x="1132" y="2579"/>
                  </a:cubicBezTo>
                  <a:lnTo>
                    <a:pt x="3001" y="2579"/>
                  </a:lnTo>
                  <a:cubicBezTo>
                    <a:pt x="3059" y="2579"/>
                    <a:pt x="3116" y="2589"/>
                    <a:pt x="3164" y="2617"/>
                  </a:cubicBezTo>
                  <a:cubicBezTo>
                    <a:pt x="4123" y="1640"/>
                    <a:pt x="3423" y="0"/>
                    <a:pt x="2062" y="0"/>
                  </a:cubicBezTo>
                  <a:close/>
                </a:path>
              </a:pathLst>
            </a:custGeom>
            <a:solidFill>
              <a:srgbClr val="DCE2E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029" name="Google Shape;11029;p42"/>
            <p:cNvSpPr/>
            <p:nvPr/>
          </p:nvSpPr>
          <p:spPr>
            <a:xfrm>
              <a:off x="5600734" y="3538058"/>
              <a:ext cx="5528" cy="1284"/>
            </a:xfrm>
            <a:custGeom>
              <a:rect b="b" l="l" r="r" t="t"/>
              <a:pathLst>
                <a:path extrusionOk="0" h="49" w="211">
                  <a:moveTo>
                    <a:pt x="0" y="1"/>
                  </a:moveTo>
                  <a:cubicBezTo>
                    <a:pt x="10" y="20"/>
                    <a:pt x="29" y="30"/>
                    <a:pt x="38" y="49"/>
                  </a:cubicBezTo>
                  <a:cubicBezTo>
                    <a:pt x="86" y="20"/>
                    <a:pt x="153" y="1"/>
                    <a:pt x="211" y="1"/>
                  </a:cubicBezTo>
                  <a:close/>
                </a:path>
              </a:pathLst>
            </a:custGeom>
            <a:solidFill>
              <a:srgbClr val="CAD3D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030" name="Google Shape;11030;p42"/>
            <p:cNvSpPr/>
            <p:nvPr/>
          </p:nvSpPr>
          <p:spPr>
            <a:xfrm>
              <a:off x="5621327" y="3470776"/>
              <a:ext cx="63299" cy="68565"/>
            </a:xfrm>
            <a:custGeom>
              <a:rect b="b" l="l" r="r" t="t"/>
              <a:pathLst>
                <a:path extrusionOk="0" h="2617" w="2416">
                  <a:moveTo>
                    <a:pt x="355" y="0"/>
                  </a:moveTo>
                  <a:cubicBezTo>
                    <a:pt x="230" y="0"/>
                    <a:pt x="115" y="10"/>
                    <a:pt x="0" y="38"/>
                  </a:cubicBezTo>
                  <a:cubicBezTo>
                    <a:pt x="1131" y="316"/>
                    <a:pt x="1563" y="1706"/>
                    <a:pt x="777" y="2569"/>
                  </a:cubicBezTo>
                  <a:lnTo>
                    <a:pt x="1294" y="2569"/>
                  </a:lnTo>
                  <a:cubicBezTo>
                    <a:pt x="1352" y="2569"/>
                    <a:pt x="1409" y="2588"/>
                    <a:pt x="1467" y="2617"/>
                  </a:cubicBezTo>
                  <a:cubicBezTo>
                    <a:pt x="2416" y="1639"/>
                    <a:pt x="1726" y="0"/>
                    <a:pt x="364" y="0"/>
                  </a:cubicBezTo>
                  <a:close/>
                </a:path>
              </a:pathLst>
            </a:custGeom>
            <a:solidFill>
              <a:srgbClr val="CAD3D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031" name="Google Shape;11031;p42"/>
            <p:cNvSpPr/>
            <p:nvPr/>
          </p:nvSpPr>
          <p:spPr>
            <a:xfrm>
              <a:off x="5528396" y="3355496"/>
              <a:ext cx="70085" cy="77369"/>
            </a:xfrm>
            <a:custGeom>
              <a:rect b="b" l="l" r="r" t="t"/>
              <a:pathLst>
                <a:path extrusionOk="0" h="2953" w="2675">
                  <a:moveTo>
                    <a:pt x="1342" y="0"/>
                  </a:moveTo>
                  <a:cubicBezTo>
                    <a:pt x="604" y="0"/>
                    <a:pt x="1" y="719"/>
                    <a:pt x="1" y="1611"/>
                  </a:cubicBezTo>
                  <a:cubicBezTo>
                    <a:pt x="1" y="2023"/>
                    <a:pt x="135" y="2675"/>
                    <a:pt x="346" y="2953"/>
                  </a:cubicBezTo>
                  <a:lnTo>
                    <a:pt x="2339" y="2953"/>
                  </a:lnTo>
                  <a:cubicBezTo>
                    <a:pt x="2493" y="2713"/>
                    <a:pt x="2589" y="2435"/>
                    <a:pt x="2637" y="2148"/>
                  </a:cubicBezTo>
                  <a:cubicBezTo>
                    <a:pt x="2665" y="1927"/>
                    <a:pt x="2675" y="1697"/>
                    <a:pt x="2675" y="1477"/>
                  </a:cubicBezTo>
                  <a:cubicBezTo>
                    <a:pt x="2627" y="652"/>
                    <a:pt x="2042" y="0"/>
                    <a:pt x="1342" y="0"/>
                  </a:cubicBezTo>
                  <a:close/>
                </a:path>
              </a:pathLst>
            </a:custGeom>
            <a:solidFill>
              <a:srgbClr val="7E8D9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032" name="Google Shape;11032;p42"/>
            <p:cNvSpPr/>
            <p:nvPr/>
          </p:nvSpPr>
          <p:spPr>
            <a:xfrm>
              <a:off x="5554779" y="3355496"/>
              <a:ext cx="43964" cy="77369"/>
            </a:xfrm>
            <a:custGeom>
              <a:rect b="b" l="l" r="r" t="t"/>
              <a:pathLst>
                <a:path extrusionOk="0" h="2953" w="1678">
                  <a:moveTo>
                    <a:pt x="335" y="0"/>
                  </a:moveTo>
                  <a:cubicBezTo>
                    <a:pt x="220" y="0"/>
                    <a:pt x="105" y="20"/>
                    <a:pt x="0" y="48"/>
                  </a:cubicBezTo>
                  <a:cubicBezTo>
                    <a:pt x="537" y="221"/>
                    <a:pt x="949" y="786"/>
                    <a:pt x="987" y="1477"/>
                  </a:cubicBezTo>
                  <a:lnTo>
                    <a:pt x="939" y="2148"/>
                  </a:lnTo>
                  <a:cubicBezTo>
                    <a:pt x="901" y="2435"/>
                    <a:pt x="805" y="2703"/>
                    <a:pt x="652" y="2953"/>
                  </a:cubicBezTo>
                  <a:lnTo>
                    <a:pt x="1332" y="2953"/>
                  </a:lnTo>
                  <a:cubicBezTo>
                    <a:pt x="1486" y="2703"/>
                    <a:pt x="1582" y="2435"/>
                    <a:pt x="1620" y="2148"/>
                  </a:cubicBezTo>
                  <a:lnTo>
                    <a:pt x="1677" y="1477"/>
                  </a:lnTo>
                  <a:cubicBezTo>
                    <a:pt x="1620" y="652"/>
                    <a:pt x="1045" y="0"/>
                    <a:pt x="335" y="0"/>
                  </a:cubicBezTo>
                  <a:close/>
                </a:path>
              </a:pathLst>
            </a:custGeom>
            <a:solidFill>
              <a:srgbClr val="7082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033" name="Google Shape;11033;p42"/>
            <p:cNvSpPr/>
            <p:nvPr/>
          </p:nvSpPr>
          <p:spPr>
            <a:xfrm>
              <a:off x="5317433" y="3355496"/>
              <a:ext cx="135637" cy="193146"/>
            </a:xfrm>
            <a:custGeom>
              <a:rect b="b" l="l" r="r" t="t"/>
              <a:pathLst>
                <a:path extrusionOk="0" h="7372" w="5177">
                  <a:moveTo>
                    <a:pt x="1199" y="0"/>
                  </a:moveTo>
                  <a:cubicBezTo>
                    <a:pt x="538" y="0"/>
                    <a:pt x="1" y="537"/>
                    <a:pt x="1" y="1199"/>
                  </a:cubicBezTo>
                  <a:lnTo>
                    <a:pt x="1" y="6173"/>
                  </a:lnTo>
                  <a:cubicBezTo>
                    <a:pt x="1" y="6835"/>
                    <a:pt x="538" y="7372"/>
                    <a:pt x="1199" y="7372"/>
                  </a:cubicBezTo>
                  <a:lnTo>
                    <a:pt x="4611" y="7372"/>
                  </a:lnTo>
                  <a:cubicBezTo>
                    <a:pt x="4918" y="7372"/>
                    <a:pt x="5177" y="7122"/>
                    <a:pt x="5177" y="6806"/>
                  </a:cubicBezTo>
                  <a:lnTo>
                    <a:pt x="5177" y="576"/>
                  </a:lnTo>
                  <a:cubicBezTo>
                    <a:pt x="5177" y="259"/>
                    <a:pt x="4918" y="0"/>
                    <a:pt x="4611" y="0"/>
                  </a:cubicBezTo>
                  <a:close/>
                </a:path>
              </a:pathLst>
            </a:custGeom>
            <a:solidFill>
              <a:srgbClr val="7E8D9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034" name="Google Shape;11034;p42"/>
            <p:cNvSpPr/>
            <p:nvPr/>
          </p:nvSpPr>
          <p:spPr>
            <a:xfrm>
              <a:off x="5317198" y="3357514"/>
              <a:ext cx="135873" cy="191129"/>
            </a:xfrm>
            <a:custGeom>
              <a:rect b="b" l="l" r="r" t="t"/>
              <a:pathLst>
                <a:path extrusionOk="0" h="7295" w="5186">
                  <a:moveTo>
                    <a:pt x="786" y="0"/>
                  </a:moveTo>
                  <a:lnTo>
                    <a:pt x="786" y="0"/>
                  </a:lnTo>
                  <a:cubicBezTo>
                    <a:pt x="317" y="173"/>
                    <a:pt x="0" y="623"/>
                    <a:pt x="0" y="1122"/>
                  </a:cubicBezTo>
                  <a:lnTo>
                    <a:pt x="0" y="6096"/>
                  </a:lnTo>
                  <a:cubicBezTo>
                    <a:pt x="0" y="6758"/>
                    <a:pt x="537" y="7295"/>
                    <a:pt x="1198" y="7295"/>
                  </a:cubicBezTo>
                  <a:lnTo>
                    <a:pt x="4611" y="7295"/>
                  </a:lnTo>
                  <a:cubicBezTo>
                    <a:pt x="4927" y="7295"/>
                    <a:pt x="5186" y="7036"/>
                    <a:pt x="5186" y="6719"/>
                  </a:cubicBezTo>
                  <a:lnTo>
                    <a:pt x="5186" y="6585"/>
                  </a:lnTo>
                  <a:lnTo>
                    <a:pt x="1917" y="6595"/>
                  </a:lnTo>
                  <a:cubicBezTo>
                    <a:pt x="1256" y="6595"/>
                    <a:pt x="719" y="6058"/>
                    <a:pt x="719" y="5397"/>
                  </a:cubicBezTo>
                  <a:lnTo>
                    <a:pt x="719" y="422"/>
                  </a:lnTo>
                  <a:cubicBezTo>
                    <a:pt x="719" y="278"/>
                    <a:pt x="738" y="134"/>
                    <a:pt x="786" y="0"/>
                  </a:cubicBezTo>
                  <a:close/>
                </a:path>
              </a:pathLst>
            </a:custGeom>
            <a:solidFill>
              <a:srgbClr val="7082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035" name="Google Shape;11035;p42"/>
            <p:cNvSpPr/>
            <p:nvPr/>
          </p:nvSpPr>
          <p:spPr>
            <a:xfrm>
              <a:off x="5625336" y="3485579"/>
              <a:ext cx="10821" cy="27641"/>
            </a:xfrm>
            <a:custGeom>
              <a:rect b="b" l="l" r="r" t="t"/>
              <a:pathLst>
                <a:path extrusionOk="0" h="1055" w="413">
                  <a:moveTo>
                    <a:pt x="207" y="1"/>
                  </a:moveTo>
                  <a:cubicBezTo>
                    <a:pt x="104" y="1"/>
                    <a:pt x="1" y="68"/>
                    <a:pt x="1" y="202"/>
                  </a:cubicBezTo>
                  <a:lnTo>
                    <a:pt x="1" y="854"/>
                  </a:lnTo>
                  <a:cubicBezTo>
                    <a:pt x="1" y="959"/>
                    <a:pt x="87" y="1055"/>
                    <a:pt x="202" y="1055"/>
                  </a:cubicBezTo>
                  <a:cubicBezTo>
                    <a:pt x="317" y="1055"/>
                    <a:pt x="413" y="959"/>
                    <a:pt x="413" y="844"/>
                  </a:cubicBezTo>
                  <a:lnTo>
                    <a:pt x="413" y="202"/>
                  </a:lnTo>
                  <a:cubicBezTo>
                    <a:pt x="413" y="68"/>
                    <a:pt x="310" y="1"/>
                    <a:pt x="207" y="1"/>
                  </a:cubicBezTo>
                  <a:close/>
                </a:path>
              </a:pathLst>
            </a:custGeom>
            <a:solidFill>
              <a:srgbClr val="324B6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1036" name="Google Shape;11036;p42"/>
          <p:cNvGrpSpPr/>
          <p:nvPr/>
        </p:nvGrpSpPr>
        <p:grpSpPr>
          <a:xfrm>
            <a:off x="5302971" y="1317563"/>
            <a:ext cx="383175" cy="362241"/>
            <a:chOff x="5302971" y="1500563"/>
            <a:chExt cx="383175" cy="362241"/>
          </a:xfrm>
        </p:grpSpPr>
        <p:sp>
          <p:nvSpPr>
            <p:cNvPr id="11037" name="Google Shape;11037;p42"/>
            <p:cNvSpPr/>
            <p:nvPr/>
          </p:nvSpPr>
          <p:spPr>
            <a:xfrm>
              <a:off x="5302971" y="1500563"/>
              <a:ext cx="383175" cy="362241"/>
            </a:xfrm>
            <a:custGeom>
              <a:rect b="b" l="l" r="r" t="t"/>
              <a:pathLst>
                <a:path extrusionOk="0" h="13826" w="14625">
                  <a:moveTo>
                    <a:pt x="10701" y="1"/>
                  </a:moveTo>
                  <a:cubicBezTo>
                    <a:pt x="10676" y="1"/>
                    <a:pt x="10652" y="1"/>
                    <a:pt x="10627" y="2"/>
                  </a:cubicBezTo>
                  <a:cubicBezTo>
                    <a:pt x="9515" y="60"/>
                    <a:pt x="8758" y="1152"/>
                    <a:pt x="9113" y="2207"/>
                  </a:cubicBezTo>
                  <a:cubicBezTo>
                    <a:pt x="9218" y="2571"/>
                    <a:pt x="9122" y="2964"/>
                    <a:pt x="8854" y="3232"/>
                  </a:cubicBezTo>
                  <a:lnTo>
                    <a:pt x="3860" y="8226"/>
                  </a:lnTo>
                  <a:cubicBezTo>
                    <a:pt x="3666" y="8420"/>
                    <a:pt x="3409" y="8523"/>
                    <a:pt x="3147" y="8523"/>
                  </a:cubicBezTo>
                  <a:cubicBezTo>
                    <a:pt x="3045" y="8523"/>
                    <a:pt x="2943" y="8508"/>
                    <a:pt x="2844" y="8475"/>
                  </a:cubicBezTo>
                  <a:cubicBezTo>
                    <a:pt x="2657" y="8417"/>
                    <a:pt x="2476" y="8389"/>
                    <a:pt x="2303" y="8389"/>
                  </a:cubicBezTo>
                  <a:cubicBezTo>
                    <a:pt x="896" y="8389"/>
                    <a:pt x="1" y="10176"/>
                    <a:pt x="1118" y="11294"/>
                  </a:cubicBezTo>
                  <a:cubicBezTo>
                    <a:pt x="1438" y="11621"/>
                    <a:pt x="1868" y="11798"/>
                    <a:pt x="2314" y="11798"/>
                  </a:cubicBezTo>
                  <a:cubicBezTo>
                    <a:pt x="2442" y="11798"/>
                    <a:pt x="2571" y="11784"/>
                    <a:pt x="2700" y="11754"/>
                  </a:cubicBezTo>
                  <a:lnTo>
                    <a:pt x="2700" y="11754"/>
                  </a:lnTo>
                  <a:cubicBezTo>
                    <a:pt x="2456" y="12822"/>
                    <a:pt x="3275" y="13826"/>
                    <a:pt x="4350" y="13826"/>
                  </a:cubicBezTo>
                  <a:cubicBezTo>
                    <a:pt x="4375" y="13826"/>
                    <a:pt x="4400" y="13825"/>
                    <a:pt x="4425" y="13824"/>
                  </a:cubicBezTo>
                  <a:cubicBezTo>
                    <a:pt x="5547" y="13776"/>
                    <a:pt x="6314" y="12683"/>
                    <a:pt x="5978" y="11619"/>
                  </a:cubicBezTo>
                  <a:cubicBezTo>
                    <a:pt x="5863" y="11255"/>
                    <a:pt x="5959" y="10862"/>
                    <a:pt x="6227" y="10594"/>
                  </a:cubicBezTo>
                  <a:lnTo>
                    <a:pt x="7311" y="9511"/>
                  </a:lnTo>
                  <a:lnTo>
                    <a:pt x="11221" y="5600"/>
                  </a:lnTo>
                  <a:cubicBezTo>
                    <a:pt x="11415" y="5407"/>
                    <a:pt x="11673" y="5303"/>
                    <a:pt x="11938" y="5303"/>
                  </a:cubicBezTo>
                  <a:cubicBezTo>
                    <a:pt x="12041" y="5303"/>
                    <a:pt x="12145" y="5318"/>
                    <a:pt x="12247" y="5351"/>
                  </a:cubicBezTo>
                  <a:cubicBezTo>
                    <a:pt x="12413" y="5402"/>
                    <a:pt x="12585" y="5428"/>
                    <a:pt x="12756" y="5428"/>
                  </a:cubicBezTo>
                  <a:cubicBezTo>
                    <a:pt x="13186" y="5428"/>
                    <a:pt x="13612" y="5266"/>
                    <a:pt x="13934" y="4958"/>
                  </a:cubicBezTo>
                  <a:cubicBezTo>
                    <a:pt x="14615" y="4296"/>
                    <a:pt x="14624" y="3204"/>
                    <a:pt x="13963" y="2523"/>
                  </a:cubicBezTo>
                  <a:cubicBezTo>
                    <a:pt x="13639" y="2199"/>
                    <a:pt x="13202" y="2023"/>
                    <a:pt x="12756" y="2023"/>
                  </a:cubicBezTo>
                  <a:cubicBezTo>
                    <a:pt x="12634" y="2023"/>
                    <a:pt x="12512" y="2036"/>
                    <a:pt x="12391" y="2063"/>
                  </a:cubicBezTo>
                  <a:cubicBezTo>
                    <a:pt x="12515" y="1497"/>
                    <a:pt x="12343" y="903"/>
                    <a:pt x="11931" y="491"/>
                  </a:cubicBezTo>
                  <a:cubicBezTo>
                    <a:pt x="11768" y="328"/>
                    <a:pt x="11576" y="203"/>
                    <a:pt x="11365" y="127"/>
                  </a:cubicBezTo>
                  <a:cubicBezTo>
                    <a:pt x="11149" y="40"/>
                    <a:pt x="10926" y="1"/>
                    <a:pt x="10701" y="1"/>
                  </a:cubicBezTo>
                  <a:close/>
                </a:path>
              </a:pathLst>
            </a:custGeom>
            <a:solidFill>
              <a:srgbClr val="F2F4F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038" name="Google Shape;11038;p42"/>
            <p:cNvSpPr/>
            <p:nvPr/>
          </p:nvSpPr>
          <p:spPr>
            <a:xfrm>
              <a:off x="5375964" y="1557102"/>
              <a:ext cx="309920" cy="305675"/>
            </a:xfrm>
            <a:custGeom>
              <a:rect b="b" l="l" r="r" t="t"/>
              <a:pathLst>
                <a:path extrusionOk="0" h="11667" w="11829">
                  <a:moveTo>
                    <a:pt x="10611" y="1"/>
                  </a:moveTo>
                  <a:cubicBezTo>
                    <a:pt x="10880" y="643"/>
                    <a:pt x="10726" y="1391"/>
                    <a:pt x="10218" y="1879"/>
                  </a:cubicBezTo>
                  <a:cubicBezTo>
                    <a:pt x="9896" y="2188"/>
                    <a:pt x="9475" y="2350"/>
                    <a:pt x="9044" y="2350"/>
                  </a:cubicBezTo>
                  <a:cubicBezTo>
                    <a:pt x="8873" y="2350"/>
                    <a:pt x="8700" y="2324"/>
                    <a:pt x="8531" y="2272"/>
                  </a:cubicBezTo>
                  <a:cubicBezTo>
                    <a:pt x="8432" y="2240"/>
                    <a:pt x="8330" y="2225"/>
                    <a:pt x="8228" y="2225"/>
                  </a:cubicBezTo>
                  <a:cubicBezTo>
                    <a:pt x="7966" y="2225"/>
                    <a:pt x="7708" y="2328"/>
                    <a:pt x="7515" y="2522"/>
                  </a:cubicBezTo>
                  <a:lnTo>
                    <a:pt x="4352" y="5685"/>
                  </a:lnTo>
                  <a:lnTo>
                    <a:pt x="3595" y="6432"/>
                  </a:lnTo>
                  <a:lnTo>
                    <a:pt x="2521" y="7516"/>
                  </a:lnTo>
                  <a:cubicBezTo>
                    <a:pt x="2253" y="7784"/>
                    <a:pt x="2157" y="8177"/>
                    <a:pt x="2262" y="8541"/>
                  </a:cubicBezTo>
                  <a:cubicBezTo>
                    <a:pt x="2454" y="9126"/>
                    <a:pt x="2301" y="9768"/>
                    <a:pt x="1879" y="10219"/>
                  </a:cubicBezTo>
                  <a:cubicBezTo>
                    <a:pt x="1547" y="10564"/>
                    <a:pt x="1096" y="10745"/>
                    <a:pt x="640" y="10745"/>
                  </a:cubicBezTo>
                  <a:cubicBezTo>
                    <a:pt x="424" y="10745"/>
                    <a:pt x="206" y="10704"/>
                    <a:pt x="0" y="10621"/>
                  </a:cubicBezTo>
                  <a:lnTo>
                    <a:pt x="0" y="10621"/>
                  </a:lnTo>
                  <a:cubicBezTo>
                    <a:pt x="77" y="10823"/>
                    <a:pt x="211" y="11014"/>
                    <a:pt x="374" y="11177"/>
                  </a:cubicBezTo>
                  <a:cubicBezTo>
                    <a:pt x="705" y="11503"/>
                    <a:pt x="1138" y="11666"/>
                    <a:pt x="1571" y="11666"/>
                  </a:cubicBezTo>
                  <a:cubicBezTo>
                    <a:pt x="2017" y="11666"/>
                    <a:pt x="2464" y="11494"/>
                    <a:pt x="2799" y="11148"/>
                  </a:cubicBezTo>
                  <a:cubicBezTo>
                    <a:pt x="3221" y="10698"/>
                    <a:pt x="3374" y="10046"/>
                    <a:pt x="3183" y="9461"/>
                  </a:cubicBezTo>
                  <a:cubicBezTo>
                    <a:pt x="3077" y="9097"/>
                    <a:pt x="3173" y="8704"/>
                    <a:pt x="3441" y="8436"/>
                  </a:cubicBezTo>
                  <a:lnTo>
                    <a:pt x="8435" y="3442"/>
                  </a:lnTo>
                  <a:cubicBezTo>
                    <a:pt x="8622" y="3249"/>
                    <a:pt x="8883" y="3145"/>
                    <a:pt x="9147" y="3145"/>
                  </a:cubicBezTo>
                  <a:cubicBezTo>
                    <a:pt x="9249" y="3145"/>
                    <a:pt x="9352" y="3160"/>
                    <a:pt x="9451" y="3193"/>
                  </a:cubicBezTo>
                  <a:cubicBezTo>
                    <a:pt x="9622" y="3247"/>
                    <a:pt x="9796" y="3273"/>
                    <a:pt x="9967" y="3273"/>
                  </a:cubicBezTo>
                  <a:cubicBezTo>
                    <a:pt x="10549" y="3273"/>
                    <a:pt x="11106" y="2973"/>
                    <a:pt x="11416" y="2455"/>
                  </a:cubicBezTo>
                  <a:cubicBezTo>
                    <a:pt x="11829" y="1793"/>
                    <a:pt x="11723" y="930"/>
                    <a:pt x="11177" y="375"/>
                  </a:cubicBezTo>
                  <a:cubicBezTo>
                    <a:pt x="11014" y="212"/>
                    <a:pt x="10822" y="87"/>
                    <a:pt x="10611" y="1"/>
                  </a:cubicBezTo>
                  <a:close/>
                </a:path>
              </a:pathLst>
            </a:custGeom>
            <a:solidFill>
              <a:srgbClr val="D8DEE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1039" name="Google Shape;11039;p42"/>
          <p:cNvGrpSpPr/>
          <p:nvPr/>
        </p:nvGrpSpPr>
        <p:grpSpPr>
          <a:xfrm>
            <a:off x="6202705" y="1342453"/>
            <a:ext cx="364180" cy="312461"/>
            <a:chOff x="6202705" y="1525453"/>
            <a:chExt cx="364180" cy="312461"/>
          </a:xfrm>
        </p:grpSpPr>
        <p:sp>
          <p:nvSpPr>
            <p:cNvPr id="11040" name="Google Shape;11040;p42"/>
            <p:cNvSpPr/>
            <p:nvPr/>
          </p:nvSpPr>
          <p:spPr>
            <a:xfrm>
              <a:off x="6407615" y="1616891"/>
              <a:ext cx="159270" cy="221023"/>
            </a:xfrm>
            <a:custGeom>
              <a:rect b="b" l="l" r="r" t="t"/>
              <a:pathLst>
                <a:path extrusionOk="0" h="8436" w="6079">
                  <a:moveTo>
                    <a:pt x="2455" y="0"/>
                  </a:moveTo>
                  <a:cubicBezTo>
                    <a:pt x="1707" y="0"/>
                    <a:pt x="528" y="575"/>
                    <a:pt x="471" y="1313"/>
                  </a:cubicBezTo>
                  <a:lnTo>
                    <a:pt x="375" y="2406"/>
                  </a:lnTo>
                  <a:cubicBezTo>
                    <a:pt x="816" y="2914"/>
                    <a:pt x="1458" y="3412"/>
                    <a:pt x="2273" y="3422"/>
                  </a:cubicBezTo>
                  <a:lnTo>
                    <a:pt x="2254" y="4649"/>
                  </a:lnTo>
                  <a:cubicBezTo>
                    <a:pt x="1535" y="4639"/>
                    <a:pt x="825" y="4409"/>
                    <a:pt x="250" y="3988"/>
                  </a:cubicBezTo>
                  <a:lnTo>
                    <a:pt x="97" y="6393"/>
                  </a:lnTo>
                  <a:cubicBezTo>
                    <a:pt x="1" y="7486"/>
                    <a:pt x="873" y="8435"/>
                    <a:pt x="1976" y="8435"/>
                  </a:cubicBezTo>
                  <a:lnTo>
                    <a:pt x="5493" y="8435"/>
                  </a:lnTo>
                  <a:cubicBezTo>
                    <a:pt x="5819" y="8435"/>
                    <a:pt x="6078" y="8148"/>
                    <a:pt x="6030" y="7822"/>
                  </a:cubicBezTo>
                  <a:cubicBezTo>
                    <a:pt x="5599" y="4620"/>
                    <a:pt x="5196" y="1534"/>
                    <a:pt x="3241" y="240"/>
                  </a:cubicBezTo>
                  <a:cubicBezTo>
                    <a:pt x="3011" y="86"/>
                    <a:pt x="2733" y="0"/>
                    <a:pt x="2455" y="0"/>
                  </a:cubicBezTo>
                  <a:close/>
                </a:path>
              </a:pathLst>
            </a:custGeom>
            <a:solidFill>
              <a:srgbClr val="6A7F9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041" name="Google Shape;11041;p42"/>
            <p:cNvSpPr/>
            <p:nvPr/>
          </p:nvSpPr>
          <p:spPr>
            <a:xfrm>
              <a:off x="6454592" y="1616891"/>
              <a:ext cx="112031" cy="221023"/>
            </a:xfrm>
            <a:custGeom>
              <a:rect b="b" l="l" r="r" t="t"/>
              <a:pathLst>
                <a:path extrusionOk="0" h="8436" w="4276">
                  <a:moveTo>
                    <a:pt x="662" y="0"/>
                  </a:moveTo>
                  <a:cubicBezTo>
                    <a:pt x="432" y="10"/>
                    <a:pt x="211" y="48"/>
                    <a:pt x="0" y="125"/>
                  </a:cubicBezTo>
                  <a:cubicBezTo>
                    <a:pt x="77" y="153"/>
                    <a:pt x="154" y="192"/>
                    <a:pt x="231" y="240"/>
                  </a:cubicBezTo>
                  <a:cubicBezTo>
                    <a:pt x="2186" y="1534"/>
                    <a:pt x="2589" y="4630"/>
                    <a:pt x="3020" y="7822"/>
                  </a:cubicBezTo>
                  <a:cubicBezTo>
                    <a:pt x="3058" y="8148"/>
                    <a:pt x="2809" y="8435"/>
                    <a:pt x="2483" y="8435"/>
                  </a:cubicBezTo>
                  <a:lnTo>
                    <a:pt x="3700" y="8435"/>
                  </a:lnTo>
                  <a:cubicBezTo>
                    <a:pt x="4026" y="8435"/>
                    <a:pt x="4276" y="8148"/>
                    <a:pt x="4237" y="7822"/>
                  </a:cubicBezTo>
                  <a:cubicBezTo>
                    <a:pt x="3806" y="4630"/>
                    <a:pt x="3403" y="1534"/>
                    <a:pt x="1448" y="240"/>
                  </a:cubicBezTo>
                  <a:cubicBezTo>
                    <a:pt x="1218" y="86"/>
                    <a:pt x="940" y="0"/>
                    <a:pt x="662" y="0"/>
                  </a:cubicBezTo>
                  <a:close/>
                </a:path>
              </a:pathLst>
            </a:custGeom>
            <a:solidFill>
              <a:srgbClr val="546C8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042" name="Google Shape;11042;p42"/>
            <p:cNvSpPr/>
            <p:nvPr/>
          </p:nvSpPr>
          <p:spPr>
            <a:xfrm>
              <a:off x="6202705" y="1616891"/>
              <a:ext cx="158982" cy="221023"/>
            </a:xfrm>
            <a:custGeom>
              <a:rect b="b" l="l" r="r" t="t"/>
              <a:pathLst>
                <a:path extrusionOk="0" h="8436" w="6068">
                  <a:moveTo>
                    <a:pt x="3614" y="0"/>
                  </a:moveTo>
                  <a:cubicBezTo>
                    <a:pt x="3336" y="0"/>
                    <a:pt x="3058" y="86"/>
                    <a:pt x="2828" y="240"/>
                  </a:cubicBezTo>
                  <a:cubicBezTo>
                    <a:pt x="873" y="1534"/>
                    <a:pt x="470" y="4630"/>
                    <a:pt x="39" y="7822"/>
                  </a:cubicBezTo>
                  <a:cubicBezTo>
                    <a:pt x="0" y="8148"/>
                    <a:pt x="250" y="8435"/>
                    <a:pt x="575" y="8435"/>
                  </a:cubicBezTo>
                  <a:lnTo>
                    <a:pt x="4093" y="8435"/>
                  </a:lnTo>
                  <a:cubicBezTo>
                    <a:pt x="5196" y="8435"/>
                    <a:pt x="6068" y="7486"/>
                    <a:pt x="5982" y="6393"/>
                  </a:cubicBezTo>
                  <a:lnTo>
                    <a:pt x="5828" y="3901"/>
                  </a:lnTo>
                  <a:cubicBezTo>
                    <a:pt x="5291" y="4294"/>
                    <a:pt x="4620" y="4668"/>
                    <a:pt x="3825" y="4678"/>
                  </a:cubicBezTo>
                  <a:lnTo>
                    <a:pt x="3806" y="3422"/>
                  </a:lnTo>
                  <a:cubicBezTo>
                    <a:pt x="4611" y="3412"/>
                    <a:pt x="5253" y="2914"/>
                    <a:pt x="5694" y="2406"/>
                  </a:cubicBezTo>
                  <a:lnTo>
                    <a:pt x="5598" y="1323"/>
                  </a:lnTo>
                  <a:cubicBezTo>
                    <a:pt x="5541" y="575"/>
                    <a:pt x="4362" y="0"/>
                    <a:pt x="3614" y="0"/>
                  </a:cubicBezTo>
                  <a:close/>
                </a:path>
              </a:pathLst>
            </a:custGeom>
            <a:solidFill>
              <a:srgbClr val="6A7F9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043" name="Google Shape;11043;p42"/>
            <p:cNvSpPr/>
            <p:nvPr/>
          </p:nvSpPr>
          <p:spPr>
            <a:xfrm>
              <a:off x="6202705" y="1616891"/>
              <a:ext cx="112031" cy="221023"/>
            </a:xfrm>
            <a:custGeom>
              <a:rect b="b" l="l" r="r" t="t"/>
              <a:pathLst>
                <a:path extrusionOk="0" h="8436" w="4276">
                  <a:moveTo>
                    <a:pt x="3624" y="0"/>
                  </a:moveTo>
                  <a:cubicBezTo>
                    <a:pt x="3336" y="0"/>
                    <a:pt x="3068" y="86"/>
                    <a:pt x="2828" y="240"/>
                  </a:cubicBezTo>
                  <a:cubicBezTo>
                    <a:pt x="873" y="1534"/>
                    <a:pt x="470" y="4630"/>
                    <a:pt x="39" y="7822"/>
                  </a:cubicBezTo>
                  <a:cubicBezTo>
                    <a:pt x="0" y="8148"/>
                    <a:pt x="250" y="8435"/>
                    <a:pt x="575" y="8435"/>
                  </a:cubicBezTo>
                  <a:lnTo>
                    <a:pt x="1793" y="8435"/>
                  </a:lnTo>
                  <a:cubicBezTo>
                    <a:pt x="1467" y="8435"/>
                    <a:pt x="1218" y="8148"/>
                    <a:pt x="1266" y="7822"/>
                  </a:cubicBezTo>
                  <a:cubicBezTo>
                    <a:pt x="1687" y="4630"/>
                    <a:pt x="2100" y="1534"/>
                    <a:pt x="4045" y="240"/>
                  </a:cubicBezTo>
                  <a:cubicBezTo>
                    <a:pt x="4122" y="192"/>
                    <a:pt x="4199" y="153"/>
                    <a:pt x="4275" y="125"/>
                  </a:cubicBezTo>
                  <a:cubicBezTo>
                    <a:pt x="4065" y="48"/>
                    <a:pt x="3844" y="10"/>
                    <a:pt x="3624" y="0"/>
                  </a:cubicBezTo>
                  <a:close/>
                </a:path>
              </a:pathLst>
            </a:custGeom>
            <a:solidFill>
              <a:srgbClr val="546C8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044" name="Google Shape;11044;p42"/>
            <p:cNvSpPr/>
            <p:nvPr/>
          </p:nvSpPr>
          <p:spPr>
            <a:xfrm>
              <a:off x="6288327" y="1690958"/>
              <a:ext cx="28165" cy="64321"/>
            </a:xfrm>
            <a:custGeom>
              <a:rect b="b" l="l" r="r" t="t"/>
              <a:pathLst>
                <a:path extrusionOk="0" h="2455" w="1075">
                  <a:moveTo>
                    <a:pt x="538" y="1"/>
                  </a:moveTo>
                  <a:cubicBezTo>
                    <a:pt x="241" y="1"/>
                    <a:pt x="1" y="547"/>
                    <a:pt x="1" y="1228"/>
                  </a:cubicBezTo>
                  <a:cubicBezTo>
                    <a:pt x="1" y="1899"/>
                    <a:pt x="241" y="2455"/>
                    <a:pt x="538" y="2455"/>
                  </a:cubicBezTo>
                  <a:cubicBezTo>
                    <a:pt x="835" y="2455"/>
                    <a:pt x="1074" y="1899"/>
                    <a:pt x="1074" y="1228"/>
                  </a:cubicBezTo>
                  <a:cubicBezTo>
                    <a:pt x="1074" y="547"/>
                    <a:pt x="835" y="1"/>
                    <a:pt x="538" y="1"/>
                  </a:cubicBezTo>
                  <a:close/>
                </a:path>
              </a:pathLst>
            </a:custGeom>
            <a:solidFill>
              <a:srgbClr val="546C8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045" name="Google Shape;11045;p42"/>
            <p:cNvSpPr/>
            <p:nvPr/>
          </p:nvSpPr>
          <p:spPr>
            <a:xfrm>
              <a:off x="6453072" y="1690958"/>
              <a:ext cx="28165" cy="64321"/>
            </a:xfrm>
            <a:custGeom>
              <a:rect b="b" l="l" r="r" t="t"/>
              <a:pathLst>
                <a:path extrusionOk="0" h="2455" w="1075">
                  <a:moveTo>
                    <a:pt x="538" y="1"/>
                  </a:moveTo>
                  <a:cubicBezTo>
                    <a:pt x="241" y="1"/>
                    <a:pt x="1" y="547"/>
                    <a:pt x="1" y="1228"/>
                  </a:cubicBezTo>
                  <a:cubicBezTo>
                    <a:pt x="1" y="1899"/>
                    <a:pt x="241" y="2455"/>
                    <a:pt x="538" y="2455"/>
                  </a:cubicBezTo>
                  <a:cubicBezTo>
                    <a:pt x="835" y="2455"/>
                    <a:pt x="1075" y="1899"/>
                    <a:pt x="1075" y="1228"/>
                  </a:cubicBezTo>
                  <a:cubicBezTo>
                    <a:pt x="1075" y="547"/>
                    <a:pt x="835" y="1"/>
                    <a:pt x="538" y="1"/>
                  </a:cubicBezTo>
                  <a:close/>
                </a:path>
              </a:pathLst>
            </a:custGeom>
            <a:solidFill>
              <a:srgbClr val="546C8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046" name="Google Shape;11046;p42"/>
            <p:cNvSpPr/>
            <p:nvPr/>
          </p:nvSpPr>
          <p:spPr>
            <a:xfrm>
              <a:off x="6295086" y="1525453"/>
              <a:ext cx="177924" cy="246411"/>
            </a:xfrm>
            <a:custGeom>
              <a:rect b="b" l="l" r="r" t="t"/>
              <a:pathLst>
                <a:path extrusionOk="0" h="9405" w="6791">
                  <a:moveTo>
                    <a:pt x="3378" y="1"/>
                  </a:moveTo>
                  <a:cubicBezTo>
                    <a:pt x="3041" y="1"/>
                    <a:pt x="2772" y="275"/>
                    <a:pt x="2772" y="614"/>
                  </a:cubicBezTo>
                  <a:lnTo>
                    <a:pt x="2772" y="4698"/>
                  </a:lnTo>
                  <a:cubicBezTo>
                    <a:pt x="2772" y="4889"/>
                    <a:pt x="2724" y="5072"/>
                    <a:pt x="2619" y="5235"/>
                  </a:cubicBezTo>
                  <a:cubicBezTo>
                    <a:pt x="2475" y="5474"/>
                    <a:pt x="2312" y="5695"/>
                    <a:pt x="2130" y="5906"/>
                  </a:cubicBezTo>
                  <a:cubicBezTo>
                    <a:pt x="1967" y="6097"/>
                    <a:pt x="1785" y="6260"/>
                    <a:pt x="1583" y="6414"/>
                  </a:cubicBezTo>
                  <a:cubicBezTo>
                    <a:pt x="1468" y="6509"/>
                    <a:pt x="1325" y="6557"/>
                    <a:pt x="1171" y="6567"/>
                  </a:cubicBezTo>
                  <a:lnTo>
                    <a:pt x="1085" y="6567"/>
                  </a:lnTo>
                  <a:cubicBezTo>
                    <a:pt x="769" y="6509"/>
                    <a:pt x="519" y="6279"/>
                    <a:pt x="443" y="5973"/>
                  </a:cubicBezTo>
                  <a:cubicBezTo>
                    <a:pt x="415" y="5864"/>
                    <a:pt x="333" y="5816"/>
                    <a:pt x="249" y="5816"/>
                  </a:cubicBezTo>
                  <a:cubicBezTo>
                    <a:pt x="126" y="5816"/>
                    <a:pt x="0" y="5918"/>
                    <a:pt x="40" y="6078"/>
                  </a:cubicBezTo>
                  <a:cubicBezTo>
                    <a:pt x="126" y="6423"/>
                    <a:pt x="356" y="6711"/>
                    <a:pt x="663" y="6874"/>
                  </a:cubicBezTo>
                  <a:cubicBezTo>
                    <a:pt x="606" y="6883"/>
                    <a:pt x="548" y="6893"/>
                    <a:pt x="491" y="6902"/>
                  </a:cubicBezTo>
                  <a:cubicBezTo>
                    <a:pt x="347" y="6922"/>
                    <a:pt x="241" y="7037"/>
                    <a:pt x="241" y="7180"/>
                  </a:cubicBezTo>
                  <a:lnTo>
                    <a:pt x="241" y="7679"/>
                  </a:lnTo>
                  <a:cubicBezTo>
                    <a:pt x="241" y="7930"/>
                    <a:pt x="445" y="8127"/>
                    <a:pt x="689" y="8127"/>
                  </a:cubicBezTo>
                  <a:cubicBezTo>
                    <a:pt x="715" y="8127"/>
                    <a:pt x="742" y="8124"/>
                    <a:pt x="769" y="8120"/>
                  </a:cubicBezTo>
                  <a:lnTo>
                    <a:pt x="769" y="8120"/>
                  </a:lnTo>
                  <a:cubicBezTo>
                    <a:pt x="769" y="8264"/>
                    <a:pt x="759" y="8877"/>
                    <a:pt x="270" y="8992"/>
                  </a:cubicBezTo>
                  <a:cubicBezTo>
                    <a:pt x="165" y="9021"/>
                    <a:pt x="88" y="9117"/>
                    <a:pt x="107" y="9232"/>
                  </a:cubicBezTo>
                  <a:cubicBezTo>
                    <a:pt x="126" y="9327"/>
                    <a:pt x="213" y="9404"/>
                    <a:pt x="308" y="9404"/>
                  </a:cubicBezTo>
                  <a:lnTo>
                    <a:pt x="356" y="9404"/>
                  </a:lnTo>
                  <a:cubicBezTo>
                    <a:pt x="1066" y="9241"/>
                    <a:pt x="1200" y="8465"/>
                    <a:pt x="1181" y="8072"/>
                  </a:cubicBezTo>
                  <a:cubicBezTo>
                    <a:pt x="1171" y="8043"/>
                    <a:pt x="1190" y="8024"/>
                    <a:pt x="1209" y="8014"/>
                  </a:cubicBezTo>
                  <a:cubicBezTo>
                    <a:pt x="1861" y="7794"/>
                    <a:pt x="2456" y="7401"/>
                    <a:pt x="2916" y="6893"/>
                  </a:cubicBezTo>
                  <a:cubicBezTo>
                    <a:pt x="3045" y="6759"/>
                    <a:pt x="3215" y="6692"/>
                    <a:pt x="3385" y="6692"/>
                  </a:cubicBezTo>
                  <a:cubicBezTo>
                    <a:pt x="3556" y="6692"/>
                    <a:pt x="3726" y="6759"/>
                    <a:pt x="3855" y="6893"/>
                  </a:cubicBezTo>
                  <a:cubicBezTo>
                    <a:pt x="4315" y="7401"/>
                    <a:pt x="4900" y="7784"/>
                    <a:pt x="5542" y="8014"/>
                  </a:cubicBezTo>
                  <a:cubicBezTo>
                    <a:pt x="5561" y="8014"/>
                    <a:pt x="5580" y="8043"/>
                    <a:pt x="5580" y="8062"/>
                  </a:cubicBezTo>
                  <a:cubicBezTo>
                    <a:pt x="5552" y="8455"/>
                    <a:pt x="5695" y="9232"/>
                    <a:pt x="6395" y="9395"/>
                  </a:cubicBezTo>
                  <a:cubicBezTo>
                    <a:pt x="6405" y="9399"/>
                    <a:pt x="6412" y="9402"/>
                    <a:pt x="6419" y="9402"/>
                  </a:cubicBezTo>
                  <a:cubicBezTo>
                    <a:pt x="6426" y="9402"/>
                    <a:pt x="6434" y="9399"/>
                    <a:pt x="6443" y="9395"/>
                  </a:cubicBezTo>
                  <a:cubicBezTo>
                    <a:pt x="6549" y="9395"/>
                    <a:pt x="6635" y="9327"/>
                    <a:pt x="6644" y="9222"/>
                  </a:cubicBezTo>
                  <a:cubicBezTo>
                    <a:pt x="6664" y="9117"/>
                    <a:pt x="6596" y="9011"/>
                    <a:pt x="6481" y="8982"/>
                  </a:cubicBezTo>
                  <a:cubicBezTo>
                    <a:pt x="6002" y="8867"/>
                    <a:pt x="5983" y="8254"/>
                    <a:pt x="5993" y="8120"/>
                  </a:cubicBezTo>
                  <a:lnTo>
                    <a:pt x="6012" y="8120"/>
                  </a:lnTo>
                  <a:cubicBezTo>
                    <a:pt x="6034" y="8123"/>
                    <a:pt x="6056" y="8124"/>
                    <a:pt x="6077" y="8124"/>
                  </a:cubicBezTo>
                  <a:cubicBezTo>
                    <a:pt x="6326" y="8124"/>
                    <a:pt x="6529" y="7926"/>
                    <a:pt x="6529" y="7679"/>
                  </a:cubicBezTo>
                  <a:lnTo>
                    <a:pt x="6529" y="7171"/>
                  </a:lnTo>
                  <a:cubicBezTo>
                    <a:pt x="6539" y="7037"/>
                    <a:pt x="6434" y="6912"/>
                    <a:pt x="6290" y="6893"/>
                  </a:cubicBezTo>
                  <a:cubicBezTo>
                    <a:pt x="6232" y="6883"/>
                    <a:pt x="6165" y="6874"/>
                    <a:pt x="6108" y="6864"/>
                  </a:cubicBezTo>
                  <a:cubicBezTo>
                    <a:pt x="6424" y="6701"/>
                    <a:pt x="6664" y="6414"/>
                    <a:pt x="6750" y="6078"/>
                  </a:cubicBezTo>
                  <a:cubicBezTo>
                    <a:pt x="6790" y="5916"/>
                    <a:pt x="6660" y="5810"/>
                    <a:pt x="6536" y="5810"/>
                  </a:cubicBezTo>
                  <a:cubicBezTo>
                    <a:pt x="6454" y="5810"/>
                    <a:pt x="6374" y="5856"/>
                    <a:pt x="6347" y="5963"/>
                  </a:cubicBezTo>
                  <a:cubicBezTo>
                    <a:pt x="6271" y="6289"/>
                    <a:pt x="6002" y="6538"/>
                    <a:pt x="5667" y="6577"/>
                  </a:cubicBezTo>
                  <a:lnTo>
                    <a:pt x="5590" y="6577"/>
                  </a:lnTo>
                  <a:cubicBezTo>
                    <a:pt x="5456" y="6557"/>
                    <a:pt x="5331" y="6500"/>
                    <a:pt x="5216" y="6423"/>
                  </a:cubicBezTo>
                  <a:cubicBezTo>
                    <a:pt x="4804" y="6088"/>
                    <a:pt x="4459" y="5695"/>
                    <a:pt x="4181" y="5244"/>
                  </a:cubicBezTo>
                  <a:cubicBezTo>
                    <a:pt x="4085" y="5081"/>
                    <a:pt x="4028" y="4889"/>
                    <a:pt x="4028" y="4698"/>
                  </a:cubicBezTo>
                  <a:lnTo>
                    <a:pt x="4028" y="614"/>
                  </a:lnTo>
                  <a:cubicBezTo>
                    <a:pt x="4028" y="269"/>
                    <a:pt x="3759" y="1"/>
                    <a:pt x="3414" y="1"/>
                  </a:cubicBezTo>
                  <a:lnTo>
                    <a:pt x="3395" y="1"/>
                  </a:lnTo>
                  <a:cubicBezTo>
                    <a:pt x="3389" y="1"/>
                    <a:pt x="3383" y="1"/>
                    <a:pt x="3378" y="1"/>
                  </a:cubicBezTo>
                  <a:close/>
                </a:path>
              </a:pathLst>
            </a:custGeom>
            <a:solidFill>
              <a:srgbClr val="B8C1C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1047" name="Google Shape;11047;p42"/>
          <p:cNvGrpSpPr/>
          <p:nvPr/>
        </p:nvGrpSpPr>
        <p:grpSpPr>
          <a:xfrm>
            <a:off x="7087217" y="1320602"/>
            <a:ext cx="362399" cy="356163"/>
            <a:chOff x="7087217" y="1503602"/>
            <a:chExt cx="362399" cy="356163"/>
          </a:xfrm>
        </p:grpSpPr>
        <p:sp>
          <p:nvSpPr>
            <p:cNvPr id="11048" name="Google Shape;11048;p42"/>
            <p:cNvSpPr/>
            <p:nvPr/>
          </p:nvSpPr>
          <p:spPr>
            <a:xfrm>
              <a:off x="7087217" y="1503602"/>
              <a:ext cx="362398" cy="356163"/>
            </a:xfrm>
            <a:custGeom>
              <a:rect b="b" l="l" r="r" t="t"/>
              <a:pathLst>
                <a:path extrusionOk="0" h="13594" w="13832">
                  <a:moveTo>
                    <a:pt x="7471" y="1"/>
                  </a:moveTo>
                  <a:cubicBezTo>
                    <a:pt x="7135" y="1"/>
                    <a:pt x="6811" y="190"/>
                    <a:pt x="6633" y="490"/>
                  </a:cubicBezTo>
                  <a:cubicBezTo>
                    <a:pt x="6087" y="1420"/>
                    <a:pt x="5512" y="2944"/>
                    <a:pt x="5713" y="5062"/>
                  </a:cubicBezTo>
                  <a:cubicBezTo>
                    <a:pt x="4448" y="5944"/>
                    <a:pt x="3297" y="6989"/>
                    <a:pt x="2291" y="8158"/>
                  </a:cubicBezTo>
                  <a:cubicBezTo>
                    <a:pt x="1457" y="9136"/>
                    <a:pt x="719" y="10190"/>
                    <a:pt x="96" y="11312"/>
                  </a:cubicBezTo>
                  <a:cubicBezTo>
                    <a:pt x="0" y="11465"/>
                    <a:pt x="29" y="11676"/>
                    <a:pt x="163" y="11801"/>
                  </a:cubicBezTo>
                  <a:lnTo>
                    <a:pt x="1812" y="13468"/>
                  </a:lnTo>
                  <a:cubicBezTo>
                    <a:pt x="1896" y="13553"/>
                    <a:pt x="2005" y="13594"/>
                    <a:pt x="2112" y="13594"/>
                  </a:cubicBezTo>
                  <a:cubicBezTo>
                    <a:pt x="2260" y="13594"/>
                    <a:pt x="2405" y="13517"/>
                    <a:pt x="2483" y="13373"/>
                  </a:cubicBezTo>
                  <a:cubicBezTo>
                    <a:pt x="3087" y="12194"/>
                    <a:pt x="3834" y="11091"/>
                    <a:pt x="4697" y="10085"/>
                  </a:cubicBezTo>
                  <a:cubicBezTo>
                    <a:pt x="6259" y="8292"/>
                    <a:pt x="7793" y="7104"/>
                    <a:pt x="9844" y="6289"/>
                  </a:cubicBezTo>
                  <a:lnTo>
                    <a:pt x="10688" y="5963"/>
                  </a:lnTo>
                  <a:cubicBezTo>
                    <a:pt x="11665" y="5628"/>
                    <a:pt x="12682" y="5407"/>
                    <a:pt x="13707" y="5292"/>
                  </a:cubicBezTo>
                  <a:cubicBezTo>
                    <a:pt x="13784" y="5283"/>
                    <a:pt x="13832" y="5225"/>
                    <a:pt x="13832" y="5148"/>
                  </a:cubicBezTo>
                  <a:lnTo>
                    <a:pt x="13832" y="2340"/>
                  </a:lnTo>
                  <a:cubicBezTo>
                    <a:pt x="13832" y="2254"/>
                    <a:pt x="13765" y="2196"/>
                    <a:pt x="13688" y="2196"/>
                  </a:cubicBezTo>
                  <a:cubicBezTo>
                    <a:pt x="12011" y="2359"/>
                    <a:pt x="10381" y="2762"/>
                    <a:pt x="8819" y="3394"/>
                  </a:cubicBezTo>
                  <a:cubicBezTo>
                    <a:pt x="9029" y="2177"/>
                    <a:pt x="9815" y="998"/>
                    <a:pt x="10525" y="337"/>
                  </a:cubicBezTo>
                  <a:cubicBezTo>
                    <a:pt x="10647" y="215"/>
                    <a:pt x="10567" y="1"/>
                    <a:pt x="10401" y="1"/>
                  </a:cubicBezTo>
                  <a:cubicBezTo>
                    <a:pt x="10398" y="1"/>
                    <a:pt x="10394" y="1"/>
                    <a:pt x="10391" y="1"/>
                  </a:cubicBezTo>
                  <a:lnTo>
                    <a:pt x="7496" y="1"/>
                  </a:lnTo>
                  <a:cubicBezTo>
                    <a:pt x="7488" y="1"/>
                    <a:pt x="7479" y="1"/>
                    <a:pt x="7471" y="1"/>
                  </a:cubicBezTo>
                  <a:close/>
                </a:path>
              </a:pathLst>
            </a:custGeom>
            <a:solidFill>
              <a:srgbClr val="C7CFD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049" name="Google Shape;11049;p42"/>
            <p:cNvSpPr/>
            <p:nvPr/>
          </p:nvSpPr>
          <p:spPr>
            <a:xfrm>
              <a:off x="7140953" y="1772833"/>
              <a:ext cx="23135" cy="19781"/>
            </a:xfrm>
            <a:custGeom>
              <a:rect b="b" l="l" r="r" t="t"/>
              <a:pathLst>
                <a:path extrusionOk="0" h="755" w="883">
                  <a:moveTo>
                    <a:pt x="508" y="1"/>
                  </a:moveTo>
                  <a:cubicBezTo>
                    <a:pt x="173" y="1"/>
                    <a:pt x="0" y="403"/>
                    <a:pt x="240" y="643"/>
                  </a:cubicBezTo>
                  <a:cubicBezTo>
                    <a:pt x="317" y="720"/>
                    <a:pt x="411" y="754"/>
                    <a:pt x="503" y="754"/>
                  </a:cubicBezTo>
                  <a:cubicBezTo>
                    <a:pt x="697" y="754"/>
                    <a:pt x="882" y="602"/>
                    <a:pt x="882" y="374"/>
                  </a:cubicBezTo>
                  <a:cubicBezTo>
                    <a:pt x="882" y="163"/>
                    <a:pt x="710" y="1"/>
                    <a:pt x="508" y="1"/>
                  </a:cubicBezTo>
                  <a:close/>
                </a:path>
              </a:pathLst>
            </a:custGeom>
            <a:solidFill>
              <a:srgbClr val="B9C3C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050" name="Google Shape;11050;p42"/>
            <p:cNvSpPr/>
            <p:nvPr/>
          </p:nvSpPr>
          <p:spPr>
            <a:xfrm>
              <a:off x="7278818" y="1541277"/>
              <a:ext cx="23135" cy="19912"/>
            </a:xfrm>
            <a:custGeom>
              <a:rect b="b" l="l" r="r" t="t"/>
              <a:pathLst>
                <a:path extrusionOk="0" h="760" w="883">
                  <a:moveTo>
                    <a:pt x="509" y="1"/>
                  </a:moveTo>
                  <a:cubicBezTo>
                    <a:pt x="173" y="1"/>
                    <a:pt x="1" y="413"/>
                    <a:pt x="240" y="653"/>
                  </a:cubicBezTo>
                  <a:cubicBezTo>
                    <a:pt x="317" y="727"/>
                    <a:pt x="411" y="760"/>
                    <a:pt x="503" y="760"/>
                  </a:cubicBezTo>
                  <a:cubicBezTo>
                    <a:pt x="697" y="760"/>
                    <a:pt x="883" y="612"/>
                    <a:pt x="883" y="384"/>
                  </a:cubicBezTo>
                  <a:cubicBezTo>
                    <a:pt x="883" y="173"/>
                    <a:pt x="720" y="1"/>
                    <a:pt x="509" y="1"/>
                  </a:cubicBezTo>
                  <a:close/>
                </a:path>
              </a:pathLst>
            </a:custGeom>
            <a:solidFill>
              <a:srgbClr val="B9C3C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051" name="Google Shape;11051;p42"/>
            <p:cNvSpPr/>
            <p:nvPr/>
          </p:nvSpPr>
          <p:spPr>
            <a:xfrm>
              <a:off x="7322781" y="1635204"/>
              <a:ext cx="23108" cy="19781"/>
            </a:xfrm>
            <a:custGeom>
              <a:rect b="b" l="l" r="r" t="t"/>
              <a:pathLst>
                <a:path extrusionOk="0" h="755" w="882">
                  <a:moveTo>
                    <a:pt x="508" y="1"/>
                  </a:moveTo>
                  <a:cubicBezTo>
                    <a:pt x="173" y="1"/>
                    <a:pt x="0" y="403"/>
                    <a:pt x="240" y="643"/>
                  </a:cubicBezTo>
                  <a:cubicBezTo>
                    <a:pt x="317" y="720"/>
                    <a:pt x="411" y="755"/>
                    <a:pt x="503" y="755"/>
                  </a:cubicBezTo>
                  <a:cubicBezTo>
                    <a:pt x="697" y="755"/>
                    <a:pt x="882" y="602"/>
                    <a:pt x="882" y="375"/>
                  </a:cubicBezTo>
                  <a:cubicBezTo>
                    <a:pt x="882" y="164"/>
                    <a:pt x="719" y="1"/>
                    <a:pt x="508" y="1"/>
                  </a:cubicBezTo>
                  <a:close/>
                </a:path>
              </a:pathLst>
            </a:custGeom>
            <a:solidFill>
              <a:srgbClr val="B9C3C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052" name="Google Shape;11052;p42"/>
            <p:cNvSpPr/>
            <p:nvPr/>
          </p:nvSpPr>
          <p:spPr>
            <a:xfrm>
              <a:off x="7258722" y="1616367"/>
              <a:ext cx="23397" cy="19781"/>
            </a:xfrm>
            <a:custGeom>
              <a:rect b="b" l="l" r="r" t="t"/>
              <a:pathLst>
                <a:path extrusionOk="0" h="755" w="893">
                  <a:moveTo>
                    <a:pt x="526" y="0"/>
                  </a:moveTo>
                  <a:cubicBezTo>
                    <a:pt x="520" y="0"/>
                    <a:pt x="514" y="1"/>
                    <a:pt x="509" y="1"/>
                  </a:cubicBezTo>
                  <a:cubicBezTo>
                    <a:pt x="173" y="1"/>
                    <a:pt x="1" y="403"/>
                    <a:pt x="240" y="643"/>
                  </a:cubicBezTo>
                  <a:cubicBezTo>
                    <a:pt x="318" y="720"/>
                    <a:pt x="412" y="755"/>
                    <a:pt x="504" y="755"/>
                  </a:cubicBezTo>
                  <a:cubicBezTo>
                    <a:pt x="698" y="755"/>
                    <a:pt x="883" y="602"/>
                    <a:pt x="883" y="375"/>
                  </a:cubicBezTo>
                  <a:cubicBezTo>
                    <a:pt x="892" y="169"/>
                    <a:pt x="729" y="0"/>
                    <a:pt x="526" y="0"/>
                  </a:cubicBezTo>
                  <a:close/>
                </a:path>
              </a:pathLst>
            </a:custGeom>
            <a:solidFill>
              <a:srgbClr val="B9C3C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053" name="Google Shape;11053;p42"/>
            <p:cNvSpPr/>
            <p:nvPr/>
          </p:nvSpPr>
          <p:spPr>
            <a:xfrm>
              <a:off x="7231370" y="1692713"/>
              <a:ext cx="23108" cy="19912"/>
            </a:xfrm>
            <a:custGeom>
              <a:rect b="b" l="l" r="r" t="t"/>
              <a:pathLst>
                <a:path extrusionOk="0" h="760" w="882">
                  <a:moveTo>
                    <a:pt x="508" y="1"/>
                  </a:moveTo>
                  <a:cubicBezTo>
                    <a:pt x="163" y="1"/>
                    <a:pt x="0" y="413"/>
                    <a:pt x="240" y="653"/>
                  </a:cubicBezTo>
                  <a:cubicBezTo>
                    <a:pt x="314" y="727"/>
                    <a:pt x="407" y="760"/>
                    <a:pt x="498" y="760"/>
                  </a:cubicBezTo>
                  <a:cubicBezTo>
                    <a:pt x="692" y="760"/>
                    <a:pt x="882" y="612"/>
                    <a:pt x="882" y="384"/>
                  </a:cubicBezTo>
                  <a:cubicBezTo>
                    <a:pt x="882" y="173"/>
                    <a:pt x="709" y="1"/>
                    <a:pt x="508" y="1"/>
                  </a:cubicBezTo>
                  <a:close/>
                </a:path>
              </a:pathLst>
            </a:custGeom>
            <a:solidFill>
              <a:srgbClr val="B9C3C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054" name="Google Shape;11054;p42"/>
            <p:cNvSpPr/>
            <p:nvPr/>
          </p:nvSpPr>
          <p:spPr>
            <a:xfrm>
              <a:off x="7399626" y="1590009"/>
              <a:ext cx="23135" cy="19833"/>
            </a:xfrm>
            <a:custGeom>
              <a:rect b="b" l="l" r="r" t="t"/>
              <a:pathLst>
                <a:path extrusionOk="0" h="757" w="883">
                  <a:moveTo>
                    <a:pt x="508" y="0"/>
                  </a:moveTo>
                  <a:cubicBezTo>
                    <a:pt x="163" y="0"/>
                    <a:pt x="0" y="413"/>
                    <a:pt x="240" y="643"/>
                  </a:cubicBezTo>
                  <a:cubicBezTo>
                    <a:pt x="315" y="721"/>
                    <a:pt x="411" y="757"/>
                    <a:pt x="504" y="757"/>
                  </a:cubicBezTo>
                  <a:cubicBezTo>
                    <a:pt x="696" y="757"/>
                    <a:pt x="882" y="609"/>
                    <a:pt x="882" y="384"/>
                  </a:cubicBezTo>
                  <a:cubicBezTo>
                    <a:pt x="882" y="173"/>
                    <a:pt x="710" y="0"/>
                    <a:pt x="508" y="0"/>
                  </a:cubicBezTo>
                  <a:close/>
                </a:path>
              </a:pathLst>
            </a:custGeom>
            <a:solidFill>
              <a:srgbClr val="B9C3C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055" name="Google Shape;11055;p42"/>
            <p:cNvSpPr/>
            <p:nvPr/>
          </p:nvSpPr>
          <p:spPr>
            <a:xfrm>
              <a:off x="7108806" y="1792431"/>
              <a:ext cx="23135" cy="19833"/>
            </a:xfrm>
            <a:custGeom>
              <a:rect b="b" l="l" r="r" t="t"/>
              <a:pathLst>
                <a:path extrusionOk="0" h="757" w="883">
                  <a:moveTo>
                    <a:pt x="508" y="0"/>
                  </a:moveTo>
                  <a:cubicBezTo>
                    <a:pt x="173" y="0"/>
                    <a:pt x="0" y="412"/>
                    <a:pt x="240" y="642"/>
                  </a:cubicBezTo>
                  <a:cubicBezTo>
                    <a:pt x="319" y="721"/>
                    <a:pt x="415" y="756"/>
                    <a:pt x="509" y="756"/>
                  </a:cubicBezTo>
                  <a:cubicBezTo>
                    <a:pt x="701" y="756"/>
                    <a:pt x="882" y="609"/>
                    <a:pt x="882" y="384"/>
                  </a:cubicBezTo>
                  <a:cubicBezTo>
                    <a:pt x="882" y="173"/>
                    <a:pt x="719" y="0"/>
                    <a:pt x="508" y="0"/>
                  </a:cubicBezTo>
                  <a:close/>
                </a:path>
              </a:pathLst>
            </a:custGeom>
            <a:solidFill>
              <a:srgbClr val="B9C3C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056" name="Google Shape;11056;p42"/>
            <p:cNvSpPr/>
            <p:nvPr/>
          </p:nvSpPr>
          <p:spPr>
            <a:xfrm>
              <a:off x="7128639" y="1823320"/>
              <a:ext cx="23135" cy="19755"/>
            </a:xfrm>
            <a:custGeom>
              <a:rect b="b" l="l" r="r" t="t"/>
              <a:pathLst>
                <a:path extrusionOk="0" h="754" w="883">
                  <a:moveTo>
                    <a:pt x="509" y="0"/>
                  </a:moveTo>
                  <a:cubicBezTo>
                    <a:pt x="173" y="0"/>
                    <a:pt x="1" y="403"/>
                    <a:pt x="240" y="642"/>
                  </a:cubicBezTo>
                  <a:cubicBezTo>
                    <a:pt x="317" y="720"/>
                    <a:pt x="412" y="754"/>
                    <a:pt x="504" y="754"/>
                  </a:cubicBezTo>
                  <a:cubicBezTo>
                    <a:pt x="697" y="754"/>
                    <a:pt x="882" y="601"/>
                    <a:pt x="882" y="374"/>
                  </a:cubicBezTo>
                  <a:cubicBezTo>
                    <a:pt x="882" y="163"/>
                    <a:pt x="710" y="0"/>
                    <a:pt x="509" y="0"/>
                  </a:cubicBezTo>
                  <a:close/>
                </a:path>
              </a:pathLst>
            </a:custGeom>
            <a:solidFill>
              <a:srgbClr val="B9C3C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057" name="Google Shape;11057;p42"/>
            <p:cNvSpPr/>
            <p:nvPr/>
          </p:nvSpPr>
          <p:spPr>
            <a:xfrm>
              <a:off x="7129635" y="1561137"/>
              <a:ext cx="319981" cy="298628"/>
            </a:xfrm>
            <a:custGeom>
              <a:rect b="b" l="l" r="r" t="t"/>
              <a:pathLst>
                <a:path extrusionOk="0" h="11398" w="12213">
                  <a:moveTo>
                    <a:pt x="12059" y="0"/>
                  </a:moveTo>
                  <a:cubicBezTo>
                    <a:pt x="11916" y="10"/>
                    <a:pt x="11733" y="38"/>
                    <a:pt x="11609" y="58"/>
                  </a:cubicBezTo>
                  <a:lnTo>
                    <a:pt x="11609" y="1620"/>
                  </a:lnTo>
                  <a:cubicBezTo>
                    <a:pt x="11609" y="2099"/>
                    <a:pt x="11264" y="2511"/>
                    <a:pt x="10785" y="2588"/>
                  </a:cubicBezTo>
                  <a:cubicBezTo>
                    <a:pt x="9999" y="2713"/>
                    <a:pt x="9222" y="2914"/>
                    <a:pt x="8465" y="3173"/>
                  </a:cubicBezTo>
                  <a:lnTo>
                    <a:pt x="7621" y="3489"/>
                  </a:lnTo>
                  <a:cubicBezTo>
                    <a:pt x="5570" y="4304"/>
                    <a:pt x="4027" y="5492"/>
                    <a:pt x="2474" y="7295"/>
                  </a:cubicBezTo>
                  <a:cubicBezTo>
                    <a:pt x="1477" y="8435"/>
                    <a:pt x="643" y="9710"/>
                    <a:pt x="1" y="11090"/>
                  </a:cubicBezTo>
                  <a:lnTo>
                    <a:pt x="193" y="11272"/>
                  </a:lnTo>
                  <a:cubicBezTo>
                    <a:pt x="273" y="11356"/>
                    <a:pt x="379" y="11397"/>
                    <a:pt x="486" y="11397"/>
                  </a:cubicBezTo>
                  <a:cubicBezTo>
                    <a:pt x="634" y="11397"/>
                    <a:pt x="781" y="11318"/>
                    <a:pt x="854" y="11167"/>
                  </a:cubicBezTo>
                  <a:cubicBezTo>
                    <a:pt x="1468" y="9998"/>
                    <a:pt x="2206" y="8895"/>
                    <a:pt x="3078" y="7889"/>
                  </a:cubicBezTo>
                  <a:cubicBezTo>
                    <a:pt x="4631" y="6096"/>
                    <a:pt x="6174" y="4908"/>
                    <a:pt x="8225" y="4093"/>
                  </a:cubicBezTo>
                  <a:lnTo>
                    <a:pt x="9069" y="3767"/>
                  </a:lnTo>
                  <a:cubicBezTo>
                    <a:pt x="10046" y="3432"/>
                    <a:pt x="11063" y="3202"/>
                    <a:pt x="12088" y="3087"/>
                  </a:cubicBezTo>
                  <a:cubicBezTo>
                    <a:pt x="12155" y="3087"/>
                    <a:pt x="12213" y="3019"/>
                    <a:pt x="12213" y="2952"/>
                  </a:cubicBezTo>
                  <a:lnTo>
                    <a:pt x="12213" y="144"/>
                  </a:lnTo>
                  <a:cubicBezTo>
                    <a:pt x="12213" y="58"/>
                    <a:pt x="12146" y="0"/>
                    <a:pt x="12059" y="0"/>
                  </a:cubicBezTo>
                  <a:close/>
                </a:path>
              </a:pathLst>
            </a:custGeom>
            <a:solidFill>
              <a:srgbClr val="B9C3C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058" name="Google Shape;11058;p42"/>
            <p:cNvSpPr/>
            <p:nvPr/>
          </p:nvSpPr>
          <p:spPr>
            <a:xfrm>
              <a:off x="7117583" y="1646523"/>
              <a:ext cx="107027" cy="112162"/>
            </a:xfrm>
            <a:custGeom>
              <a:rect b="b" l="l" r="r" t="t"/>
              <a:pathLst>
                <a:path extrusionOk="0" h="4281" w="4085">
                  <a:moveTo>
                    <a:pt x="4027" y="0"/>
                  </a:moveTo>
                  <a:cubicBezTo>
                    <a:pt x="2963" y="796"/>
                    <a:pt x="1995" y="1706"/>
                    <a:pt x="1132" y="2713"/>
                  </a:cubicBezTo>
                  <a:cubicBezTo>
                    <a:pt x="710" y="3211"/>
                    <a:pt x="327" y="3700"/>
                    <a:pt x="1" y="4170"/>
                  </a:cubicBezTo>
                  <a:cubicBezTo>
                    <a:pt x="20" y="4169"/>
                    <a:pt x="37" y="4169"/>
                    <a:pt x="54" y="4169"/>
                  </a:cubicBezTo>
                  <a:cubicBezTo>
                    <a:pt x="347" y="4169"/>
                    <a:pt x="368" y="4280"/>
                    <a:pt x="565" y="4280"/>
                  </a:cubicBezTo>
                  <a:cubicBezTo>
                    <a:pt x="635" y="4280"/>
                    <a:pt x="728" y="4266"/>
                    <a:pt x="864" y="4227"/>
                  </a:cubicBezTo>
                  <a:cubicBezTo>
                    <a:pt x="1122" y="4160"/>
                    <a:pt x="1343" y="3844"/>
                    <a:pt x="1640" y="3690"/>
                  </a:cubicBezTo>
                  <a:cubicBezTo>
                    <a:pt x="1899" y="3556"/>
                    <a:pt x="2282" y="3585"/>
                    <a:pt x="2531" y="3374"/>
                  </a:cubicBezTo>
                  <a:cubicBezTo>
                    <a:pt x="2761" y="3192"/>
                    <a:pt x="2819" y="2818"/>
                    <a:pt x="3011" y="2559"/>
                  </a:cubicBezTo>
                  <a:cubicBezTo>
                    <a:pt x="3193" y="2329"/>
                    <a:pt x="3538" y="2176"/>
                    <a:pt x="3672" y="1879"/>
                  </a:cubicBezTo>
                  <a:cubicBezTo>
                    <a:pt x="3787" y="1610"/>
                    <a:pt x="3672" y="1246"/>
                    <a:pt x="3739" y="930"/>
                  </a:cubicBezTo>
                  <a:cubicBezTo>
                    <a:pt x="3806" y="652"/>
                    <a:pt x="4065" y="374"/>
                    <a:pt x="4084" y="48"/>
                  </a:cubicBezTo>
                  <a:lnTo>
                    <a:pt x="4027" y="0"/>
                  </a:lnTo>
                  <a:close/>
                </a:path>
              </a:pathLst>
            </a:custGeom>
            <a:solidFill>
              <a:srgbClr val="CCD6D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059" name="Google Shape;11059;p42"/>
            <p:cNvSpPr/>
            <p:nvPr/>
          </p:nvSpPr>
          <p:spPr>
            <a:xfrm>
              <a:off x="7117347" y="1646523"/>
              <a:ext cx="107499" cy="112057"/>
            </a:xfrm>
            <a:custGeom>
              <a:rect b="b" l="l" r="r" t="t"/>
              <a:pathLst>
                <a:path extrusionOk="0" h="4277" w="4103">
                  <a:moveTo>
                    <a:pt x="4036" y="0"/>
                  </a:moveTo>
                  <a:cubicBezTo>
                    <a:pt x="3796" y="182"/>
                    <a:pt x="3556" y="364"/>
                    <a:pt x="3317" y="566"/>
                  </a:cubicBezTo>
                  <a:cubicBezTo>
                    <a:pt x="3269" y="872"/>
                    <a:pt x="3365" y="1198"/>
                    <a:pt x="3250" y="1438"/>
                  </a:cubicBezTo>
                  <a:cubicBezTo>
                    <a:pt x="3125" y="1745"/>
                    <a:pt x="2770" y="1888"/>
                    <a:pt x="2598" y="2118"/>
                  </a:cubicBezTo>
                  <a:cubicBezTo>
                    <a:pt x="2397" y="2377"/>
                    <a:pt x="2339" y="2751"/>
                    <a:pt x="2119" y="2943"/>
                  </a:cubicBezTo>
                  <a:cubicBezTo>
                    <a:pt x="1860" y="3144"/>
                    <a:pt x="1476" y="3125"/>
                    <a:pt x="1218" y="3250"/>
                  </a:cubicBezTo>
                  <a:cubicBezTo>
                    <a:pt x="920" y="3403"/>
                    <a:pt x="700" y="3719"/>
                    <a:pt x="441" y="3796"/>
                  </a:cubicBezTo>
                  <a:cubicBezTo>
                    <a:pt x="374" y="3815"/>
                    <a:pt x="307" y="3825"/>
                    <a:pt x="240" y="3844"/>
                  </a:cubicBezTo>
                  <a:cubicBezTo>
                    <a:pt x="163" y="3949"/>
                    <a:pt x="87" y="4055"/>
                    <a:pt x="0" y="4170"/>
                  </a:cubicBezTo>
                  <a:cubicBezTo>
                    <a:pt x="20" y="4169"/>
                    <a:pt x="38" y="4169"/>
                    <a:pt x="56" y="4169"/>
                  </a:cubicBezTo>
                  <a:cubicBezTo>
                    <a:pt x="348" y="4169"/>
                    <a:pt x="373" y="4276"/>
                    <a:pt x="572" y="4276"/>
                  </a:cubicBezTo>
                  <a:cubicBezTo>
                    <a:pt x="641" y="4276"/>
                    <a:pt x="732" y="4263"/>
                    <a:pt x="863" y="4227"/>
                  </a:cubicBezTo>
                  <a:cubicBezTo>
                    <a:pt x="1122" y="4151"/>
                    <a:pt x="1342" y="3834"/>
                    <a:pt x="1639" y="3681"/>
                  </a:cubicBezTo>
                  <a:cubicBezTo>
                    <a:pt x="1898" y="3556"/>
                    <a:pt x="2291" y="3575"/>
                    <a:pt x="2540" y="3365"/>
                  </a:cubicBezTo>
                  <a:cubicBezTo>
                    <a:pt x="2770" y="3182"/>
                    <a:pt x="2828" y="2809"/>
                    <a:pt x="3020" y="2550"/>
                  </a:cubicBezTo>
                  <a:cubicBezTo>
                    <a:pt x="3192" y="2320"/>
                    <a:pt x="3547" y="2166"/>
                    <a:pt x="3671" y="1869"/>
                  </a:cubicBezTo>
                  <a:cubicBezTo>
                    <a:pt x="3796" y="1610"/>
                    <a:pt x="3671" y="1246"/>
                    <a:pt x="3748" y="920"/>
                  </a:cubicBezTo>
                  <a:cubicBezTo>
                    <a:pt x="3815" y="642"/>
                    <a:pt x="4084" y="374"/>
                    <a:pt x="4103" y="38"/>
                  </a:cubicBezTo>
                  <a:lnTo>
                    <a:pt x="4036" y="0"/>
                  </a:lnTo>
                  <a:close/>
                </a:path>
              </a:pathLst>
            </a:custGeom>
            <a:solidFill>
              <a:srgbClr val="A9BAC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060" name="Google Shape;11060;p42"/>
            <p:cNvSpPr/>
            <p:nvPr/>
          </p:nvSpPr>
          <p:spPr>
            <a:xfrm>
              <a:off x="7136421" y="1769322"/>
              <a:ext cx="23135" cy="19912"/>
            </a:xfrm>
            <a:custGeom>
              <a:rect b="b" l="l" r="r" t="t"/>
              <a:pathLst>
                <a:path extrusionOk="0" h="760" w="883">
                  <a:moveTo>
                    <a:pt x="499" y="0"/>
                  </a:moveTo>
                  <a:cubicBezTo>
                    <a:pt x="164" y="0"/>
                    <a:pt x="1" y="412"/>
                    <a:pt x="231" y="652"/>
                  </a:cubicBezTo>
                  <a:cubicBezTo>
                    <a:pt x="308" y="726"/>
                    <a:pt x="403" y="759"/>
                    <a:pt x="496" y="759"/>
                  </a:cubicBezTo>
                  <a:cubicBezTo>
                    <a:pt x="693" y="759"/>
                    <a:pt x="883" y="611"/>
                    <a:pt x="883" y="384"/>
                  </a:cubicBezTo>
                  <a:cubicBezTo>
                    <a:pt x="883" y="173"/>
                    <a:pt x="710" y="0"/>
                    <a:pt x="499" y="0"/>
                  </a:cubicBezTo>
                  <a:close/>
                </a:path>
              </a:pathLst>
            </a:custGeom>
            <a:solidFill>
              <a:srgbClr val="49627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061" name="Google Shape;11061;p42"/>
            <p:cNvSpPr/>
            <p:nvPr/>
          </p:nvSpPr>
          <p:spPr>
            <a:xfrm>
              <a:off x="7274311" y="1538029"/>
              <a:ext cx="23108" cy="19833"/>
            </a:xfrm>
            <a:custGeom>
              <a:rect b="b" l="l" r="r" t="t"/>
              <a:pathLst>
                <a:path extrusionOk="0" h="757" w="882">
                  <a:moveTo>
                    <a:pt x="508" y="0"/>
                  </a:moveTo>
                  <a:cubicBezTo>
                    <a:pt x="173" y="0"/>
                    <a:pt x="0" y="412"/>
                    <a:pt x="240" y="642"/>
                  </a:cubicBezTo>
                  <a:cubicBezTo>
                    <a:pt x="318" y="721"/>
                    <a:pt x="415" y="756"/>
                    <a:pt x="509" y="756"/>
                  </a:cubicBezTo>
                  <a:cubicBezTo>
                    <a:pt x="700" y="756"/>
                    <a:pt x="882" y="609"/>
                    <a:pt x="882" y="384"/>
                  </a:cubicBezTo>
                  <a:cubicBezTo>
                    <a:pt x="882" y="173"/>
                    <a:pt x="709" y="0"/>
                    <a:pt x="508" y="0"/>
                  </a:cubicBezTo>
                  <a:close/>
                </a:path>
              </a:pathLst>
            </a:custGeom>
            <a:solidFill>
              <a:srgbClr val="49627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062" name="Google Shape;11062;p42"/>
            <p:cNvSpPr/>
            <p:nvPr/>
          </p:nvSpPr>
          <p:spPr>
            <a:xfrm>
              <a:off x="7318249" y="1631956"/>
              <a:ext cx="23135" cy="19833"/>
            </a:xfrm>
            <a:custGeom>
              <a:rect b="b" l="l" r="r" t="t"/>
              <a:pathLst>
                <a:path extrusionOk="0" h="757" w="883">
                  <a:moveTo>
                    <a:pt x="509" y="0"/>
                  </a:moveTo>
                  <a:cubicBezTo>
                    <a:pt x="173" y="0"/>
                    <a:pt x="1" y="412"/>
                    <a:pt x="240" y="642"/>
                  </a:cubicBezTo>
                  <a:cubicBezTo>
                    <a:pt x="319" y="721"/>
                    <a:pt x="415" y="756"/>
                    <a:pt x="509" y="756"/>
                  </a:cubicBezTo>
                  <a:cubicBezTo>
                    <a:pt x="701" y="756"/>
                    <a:pt x="882" y="609"/>
                    <a:pt x="882" y="384"/>
                  </a:cubicBezTo>
                  <a:cubicBezTo>
                    <a:pt x="882" y="173"/>
                    <a:pt x="710" y="0"/>
                    <a:pt x="509" y="0"/>
                  </a:cubicBezTo>
                  <a:close/>
                </a:path>
              </a:pathLst>
            </a:custGeom>
            <a:solidFill>
              <a:srgbClr val="49627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063" name="Google Shape;11063;p42"/>
            <p:cNvSpPr/>
            <p:nvPr/>
          </p:nvSpPr>
          <p:spPr>
            <a:xfrm>
              <a:off x="7254216" y="1613118"/>
              <a:ext cx="23135" cy="19833"/>
            </a:xfrm>
            <a:custGeom>
              <a:rect b="b" l="l" r="r" t="t"/>
              <a:pathLst>
                <a:path extrusionOk="0" h="757" w="883">
                  <a:moveTo>
                    <a:pt x="508" y="0"/>
                  </a:moveTo>
                  <a:cubicBezTo>
                    <a:pt x="173" y="0"/>
                    <a:pt x="0" y="412"/>
                    <a:pt x="240" y="642"/>
                  </a:cubicBezTo>
                  <a:cubicBezTo>
                    <a:pt x="319" y="721"/>
                    <a:pt x="415" y="756"/>
                    <a:pt x="509" y="756"/>
                  </a:cubicBezTo>
                  <a:cubicBezTo>
                    <a:pt x="701" y="756"/>
                    <a:pt x="882" y="609"/>
                    <a:pt x="882" y="384"/>
                  </a:cubicBezTo>
                  <a:cubicBezTo>
                    <a:pt x="882" y="173"/>
                    <a:pt x="719" y="0"/>
                    <a:pt x="508" y="0"/>
                  </a:cubicBezTo>
                  <a:close/>
                </a:path>
              </a:pathLst>
            </a:custGeom>
            <a:solidFill>
              <a:srgbClr val="49627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064" name="Google Shape;11064;p42"/>
            <p:cNvSpPr/>
            <p:nvPr/>
          </p:nvSpPr>
          <p:spPr>
            <a:xfrm>
              <a:off x="7226575" y="1689465"/>
              <a:ext cx="23397" cy="19833"/>
            </a:xfrm>
            <a:custGeom>
              <a:rect b="b" l="l" r="r" t="t"/>
              <a:pathLst>
                <a:path extrusionOk="0" h="757" w="893">
                  <a:moveTo>
                    <a:pt x="509" y="0"/>
                  </a:moveTo>
                  <a:cubicBezTo>
                    <a:pt x="173" y="0"/>
                    <a:pt x="1" y="412"/>
                    <a:pt x="241" y="642"/>
                  </a:cubicBezTo>
                  <a:cubicBezTo>
                    <a:pt x="319" y="721"/>
                    <a:pt x="417" y="756"/>
                    <a:pt x="512" y="756"/>
                  </a:cubicBezTo>
                  <a:cubicBezTo>
                    <a:pt x="706" y="756"/>
                    <a:pt x="892" y="609"/>
                    <a:pt x="892" y="384"/>
                  </a:cubicBezTo>
                  <a:cubicBezTo>
                    <a:pt x="892" y="173"/>
                    <a:pt x="720" y="0"/>
                    <a:pt x="509" y="0"/>
                  </a:cubicBezTo>
                  <a:close/>
                </a:path>
              </a:pathLst>
            </a:custGeom>
            <a:solidFill>
              <a:srgbClr val="49627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065" name="Google Shape;11065;p42"/>
            <p:cNvSpPr/>
            <p:nvPr/>
          </p:nvSpPr>
          <p:spPr>
            <a:xfrm>
              <a:off x="7395093" y="1586734"/>
              <a:ext cx="23135" cy="19833"/>
            </a:xfrm>
            <a:custGeom>
              <a:rect b="b" l="l" r="r" t="t"/>
              <a:pathLst>
                <a:path extrusionOk="0" h="757" w="883">
                  <a:moveTo>
                    <a:pt x="499" y="1"/>
                  </a:moveTo>
                  <a:cubicBezTo>
                    <a:pt x="164" y="1"/>
                    <a:pt x="1" y="413"/>
                    <a:pt x="231" y="643"/>
                  </a:cubicBezTo>
                  <a:cubicBezTo>
                    <a:pt x="309" y="722"/>
                    <a:pt x="407" y="757"/>
                    <a:pt x="502" y="757"/>
                  </a:cubicBezTo>
                  <a:cubicBezTo>
                    <a:pt x="697" y="757"/>
                    <a:pt x="883" y="609"/>
                    <a:pt x="883" y="384"/>
                  </a:cubicBezTo>
                  <a:cubicBezTo>
                    <a:pt x="883" y="173"/>
                    <a:pt x="710" y="1"/>
                    <a:pt x="499" y="1"/>
                  </a:cubicBezTo>
                  <a:close/>
                </a:path>
              </a:pathLst>
            </a:custGeom>
            <a:solidFill>
              <a:srgbClr val="49627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066" name="Google Shape;11066;p42"/>
            <p:cNvSpPr/>
            <p:nvPr/>
          </p:nvSpPr>
          <p:spPr>
            <a:xfrm>
              <a:off x="7104273" y="1789156"/>
              <a:ext cx="23135" cy="19912"/>
            </a:xfrm>
            <a:custGeom>
              <a:rect b="b" l="l" r="r" t="t"/>
              <a:pathLst>
                <a:path extrusionOk="0" h="760" w="883">
                  <a:moveTo>
                    <a:pt x="509" y="1"/>
                  </a:moveTo>
                  <a:cubicBezTo>
                    <a:pt x="173" y="1"/>
                    <a:pt x="1" y="413"/>
                    <a:pt x="240" y="652"/>
                  </a:cubicBezTo>
                  <a:cubicBezTo>
                    <a:pt x="318" y="726"/>
                    <a:pt x="412" y="760"/>
                    <a:pt x="504" y="760"/>
                  </a:cubicBezTo>
                  <a:cubicBezTo>
                    <a:pt x="697" y="760"/>
                    <a:pt x="883" y="612"/>
                    <a:pt x="883" y="384"/>
                  </a:cubicBezTo>
                  <a:cubicBezTo>
                    <a:pt x="883" y="173"/>
                    <a:pt x="710" y="1"/>
                    <a:pt x="509" y="1"/>
                  </a:cubicBezTo>
                  <a:close/>
                </a:path>
              </a:pathLst>
            </a:custGeom>
            <a:solidFill>
              <a:srgbClr val="49627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067" name="Google Shape;11067;p42"/>
            <p:cNvSpPr/>
            <p:nvPr/>
          </p:nvSpPr>
          <p:spPr>
            <a:xfrm>
              <a:off x="7124133" y="1820045"/>
              <a:ext cx="23108" cy="19781"/>
            </a:xfrm>
            <a:custGeom>
              <a:rect b="b" l="l" r="r" t="t"/>
              <a:pathLst>
                <a:path extrusionOk="0" h="755" w="882">
                  <a:moveTo>
                    <a:pt x="499" y="1"/>
                  </a:moveTo>
                  <a:cubicBezTo>
                    <a:pt x="163" y="1"/>
                    <a:pt x="0" y="403"/>
                    <a:pt x="240" y="643"/>
                  </a:cubicBezTo>
                  <a:cubicBezTo>
                    <a:pt x="314" y="720"/>
                    <a:pt x="407" y="754"/>
                    <a:pt x="499" y="754"/>
                  </a:cubicBezTo>
                  <a:cubicBezTo>
                    <a:pt x="693" y="754"/>
                    <a:pt x="882" y="602"/>
                    <a:pt x="882" y="374"/>
                  </a:cubicBezTo>
                  <a:cubicBezTo>
                    <a:pt x="882" y="164"/>
                    <a:pt x="709" y="1"/>
                    <a:pt x="499" y="1"/>
                  </a:cubicBezTo>
                  <a:close/>
                </a:path>
              </a:pathLst>
            </a:custGeom>
            <a:solidFill>
              <a:srgbClr val="49627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068" name="Google Shape;11068;p42"/>
            <p:cNvSpPr/>
            <p:nvPr/>
          </p:nvSpPr>
          <p:spPr>
            <a:xfrm>
              <a:off x="7159529" y="1730677"/>
              <a:ext cx="86670" cy="97438"/>
            </a:xfrm>
            <a:custGeom>
              <a:rect b="b" l="l" r="r" t="t"/>
              <a:pathLst>
                <a:path extrusionOk="0" h="3719" w="3308">
                  <a:moveTo>
                    <a:pt x="2858" y="0"/>
                  </a:moveTo>
                  <a:cubicBezTo>
                    <a:pt x="2734" y="0"/>
                    <a:pt x="2616" y="11"/>
                    <a:pt x="2512" y="57"/>
                  </a:cubicBezTo>
                  <a:cubicBezTo>
                    <a:pt x="2205" y="191"/>
                    <a:pt x="2061" y="536"/>
                    <a:pt x="1831" y="718"/>
                  </a:cubicBezTo>
                  <a:cubicBezTo>
                    <a:pt x="1573" y="910"/>
                    <a:pt x="1199" y="967"/>
                    <a:pt x="1007" y="1197"/>
                  </a:cubicBezTo>
                  <a:cubicBezTo>
                    <a:pt x="806" y="1447"/>
                    <a:pt x="825" y="1830"/>
                    <a:pt x="700" y="2089"/>
                  </a:cubicBezTo>
                  <a:cubicBezTo>
                    <a:pt x="547" y="2396"/>
                    <a:pt x="231" y="2606"/>
                    <a:pt x="154" y="2865"/>
                  </a:cubicBezTo>
                  <a:cubicBezTo>
                    <a:pt x="1" y="3392"/>
                    <a:pt x="221" y="3258"/>
                    <a:pt x="202" y="3718"/>
                  </a:cubicBezTo>
                  <a:lnTo>
                    <a:pt x="269" y="3718"/>
                  </a:lnTo>
                  <a:cubicBezTo>
                    <a:pt x="758" y="2913"/>
                    <a:pt x="1323" y="2146"/>
                    <a:pt x="1946" y="1427"/>
                  </a:cubicBezTo>
                  <a:cubicBezTo>
                    <a:pt x="2368" y="929"/>
                    <a:pt x="2828" y="459"/>
                    <a:pt x="3308" y="18"/>
                  </a:cubicBezTo>
                  <a:lnTo>
                    <a:pt x="3288" y="9"/>
                  </a:lnTo>
                  <a:cubicBezTo>
                    <a:pt x="3265" y="10"/>
                    <a:pt x="3242" y="10"/>
                    <a:pt x="3220" y="10"/>
                  </a:cubicBezTo>
                  <a:cubicBezTo>
                    <a:pt x="3096" y="10"/>
                    <a:pt x="2974" y="0"/>
                    <a:pt x="2858" y="0"/>
                  </a:cubicBezTo>
                  <a:close/>
                </a:path>
              </a:pathLst>
            </a:custGeom>
            <a:solidFill>
              <a:srgbClr val="A9BAC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1069" name="Google Shape;11069;p42"/>
          <p:cNvGrpSpPr/>
          <p:nvPr/>
        </p:nvGrpSpPr>
        <p:grpSpPr>
          <a:xfrm>
            <a:off x="7968952" y="1317877"/>
            <a:ext cx="378748" cy="361455"/>
            <a:chOff x="7968952" y="1500877"/>
            <a:chExt cx="378748" cy="361455"/>
          </a:xfrm>
        </p:grpSpPr>
        <p:sp>
          <p:nvSpPr>
            <p:cNvPr id="11070" name="Google Shape;11070;p42"/>
            <p:cNvSpPr/>
            <p:nvPr/>
          </p:nvSpPr>
          <p:spPr>
            <a:xfrm>
              <a:off x="8160579" y="1622393"/>
              <a:ext cx="52505" cy="51771"/>
            </a:xfrm>
            <a:custGeom>
              <a:rect b="b" l="l" r="r" t="t"/>
              <a:pathLst>
                <a:path extrusionOk="0" h="1976" w="2004">
                  <a:moveTo>
                    <a:pt x="815" y="1"/>
                  </a:moveTo>
                  <a:lnTo>
                    <a:pt x="115" y="701"/>
                  </a:lnTo>
                  <a:cubicBezTo>
                    <a:pt x="0" y="816"/>
                    <a:pt x="0" y="998"/>
                    <a:pt x="115" y="1113"/>
                  </a:cubicBezTo>
                  <a:lnTo>
                    <a:pt x="901" y="1889"/>
                  </a:lnTo>
                  <a:cubicBezTo>
                    <a:pt x="954" y="1947"/>
                    <a:pt x="1026" y="1975"/>
                    <a:pt x="1099" y="1975"/>
                  </a:cubicBezTo>
                  <a:cubicBezTo>
                    <a:pt x="1172" y="1975"/>
                    <a:pt x="1246" y="1947"/>
                    <a:pt x="1304" y="1889"/>
                  </a:cubicBezTo>
                  <a:lnTo>
                    <a:pt x="2003" y="1189"/>
                  </a:lnTo>
                  <a:cubicBezTo>
                    <a:pt x="1754" y="1065"/>
                    <a:pt x="1524" y="892"/>
                    <a:pt x="1323" y="691"/>
                  </a:cubicBezTo>
                  <a:cubicBezTo>
                    <a:pt x="1112" y="490"/>
                    <a:pt x="949" y="260"/>
                    <a:pt x="815" y="1"/>
                  </a:cubicBezTo>
                  <a:close/>
                </a:path>
              </a:pathLst>
            </a:custGeom>
            <a:solidFill>
              <a:srgbClr val="C6CED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071" name="Google Shape;11071;p42"/>
            <p:cNvSpPr/>
            <p:nvPr/>
          </p:nvSpPr>
          <p:spPr>
            <a:xfrm>
              <a:off x="8163592" y="1642750"/>
              <a:ext cx="49728" cy="31230"/>
            </a:xfrm>
            <a:custGeom>
              <a:rect b="b" l="l" r="r" t="t"/>
              <a:pathLst>
                <a:path extrusionOk="0" h="1192" w="1898">
                  <a:moveTo>
                    <a:pt x="0" y="326"/>
                  </a:moveTo>
                  <a:lnTo>
                    <a:pt x="278" y="614"/>
                  </a:lnTo>
                  <a:cubicBezTo>
                    <a:pt x="291" y="626"/>
                    <a:pt x="305" y="636"/>
                    <a:pt x="319" y="645"/>
                  </a:cubicBezTo>
                  <a:lnTo>
                    <a:pt x="319" y="645"/>
                  </a:lnTo>
                  <a:lnTo>
                    <a:pt x="0" y="326"/>
                  </a:lnTo>
                  <a:close/>
                  <a:moveTo>
                    <a:pt x="1294" y="0"/>
                  </a:moveTo>
                  <a:lnTo>
                    <a:pt x="690" y="614"/>
                  </a:lnTo>
                  <a:cubicBezTo>
                    <a:pt x="633" y="666"/>
                    <a:pt x="558" y="693"/>
                    <a:pt x="484" y="693"/>
                  </a:cubicBezTo>
                  <a:cubicBezTo>
                    <a:pt x="427" y="693"/>
                    <a:pt x="369" y="677"/>
                    <a:pt x="319" y="645"/>
                  </a:cubicBezTo>
                  <a:lnTo>
                    <a:pt x="319" y="645"/>
                  </a:lnTo>
                  <a:lnTo>
                    <a:pt x="786" y="1112"/>
                  </a:lnTo>
                  <a:cubicBezTo>
                    <a:pt x="839" y="1165"/>
                    <a:pt x="911" y="1191"/>
                    <a:pt x="984" y="1191"/>
                  </a:cubicBezTo>
                  <a:cubicBezTo>
                    <a:pt x="1057" y="1191"/>
                    <a:pt x="1131" y="1165"/>
                    <a:pt x="1189" y="1112"/>
                  </a:cubicBezTo>
                  <a:lnTo>
                    <a:pt x="1898" y="403"/>
                  </a:lnTo>
                  <a:cubicBezTo>
                    <a:pt x="1677" y="297"/>
                    <a:pt x="1476" y="163"/>
                    <a:pt x="1294" y="0"/>
                  </a:cubicBezTo>
                  <a:close/>
                </a:path>
              </a:pathLst>
            </a:custGeom>
            <a:solidFill>
              <a:srgbClr val="AFBAC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072" name="Google Shape;11072;p42"/>
            <p:cNvSpPr/>
            <p:nvPr/>
          </p:nvSpPr>
          <p:spPr>
            <a:xfrm>
              <a:off x="7968952" y="1652549"/>
              <a:ext cx="215233" cy="209364"/>
            </a:xfrm>
            <a:custGeom>
              <a:rect b="b" l="l" r="r" t="t"/>
              <a:pathLst>
                <a:path extrusionOk="0" h="7991" w="8215">
                  <a:moveTo>
                    <a:pt x="7458" y="0"/>
                  </a:moveTo>
                  <a:cubicBezTo>
                    <a:pt x="7113" y="297"/>
                    <a:pt x="6490" y="978"/>
                    <a:pt x="5982" y="2377"/>
                  </a:cubicBezTo>
                  <a:cubicBezTo>
                    <a:pt x="5522" y="3652"/>
                    <a:pt x="4716" y="4151"/>
                    <a:pt x="3499" y="4151"/>
                  </a:cubicBezTo>
                  <a:cubicBezTo>
                    <a:pt x="911" y="4151"/>
                    <a:pt x="0" y="7736"/>
                    <a:pt x="173" y="7898"/>
                  </a:cubicBezTo>
                  <a:cubicBezTo>
                    <a:pt x="202" y="7937"/>
                    <a:pt x="240" y="7956"/>
                    <a:pt x="278" y="7985"/>
                  </a:cubicBezTo>
                  <a:cubicBezTo>
                    <a:pt x="284" y="7989"/>
                    <a:pt x="291" y="7990"/>
                    <a:pt x="298" y="7990"/>
                  </a:cubicBezTo>
                  <a:cubicBezTo>
                    <a:pt x="581" y="7990"/>
                    <a:pt x="1705" y="5184"/>
                    <a:pt x="3671" y="5184"/>
                  </a:cubicBezTo>
                  <a:cubicBezTo>
                    <a:pt x="3700" y="5184"/>
                    <a:pt x="3729" y="5185"/>
                    <a:pt x="3758" y="5186"/>
                  </a:cubicBezTo>
                  <a:cubicBezTo>
                    <a:pt x="3800" y="5187"/>
                    <a:pt x="3842" y="5188"/>
                    <a:pt x="3885" y="5188"/>
                  </a:cubicBezTo>
                  <a:cubicBezTo>
                    <a:pt x="5152" y="5188"/>
                    <a:pt x="6367" y="4485"/>
                    <a:pt x="6988" y="2732"/>
                  </a:cubicBezTo>
                  <a:cubicBezTo>
                    <a:pt x="7487" y="1342"/>
                    <a:pt x="8081" y="853"/>
                    <a:pt x="8215" y="748"/>
                  </a:cubicBezTo>
                  <a:lnTo>
                    <a:pt x="7458" y="0"/>
                  </a:lnTo>
                  <a:close/>
                </a:path>
              </a:pathLst>
            </a:custGeom>
            <a:solidFill>
              <a:srgbClr val="D4DBD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073" name="Google Shape;11073;p42"/>
            <p:cNvSpPr/>
            <p:nvPr/>
          </p:nvSpPr>
          <p:spPr>
            <a:xfrm>
              <a:off x="8164587" y="1652287"/>
              <a:ext cx="9825" cy="10061"/>
            </a:xfrm>
            <a:custGeom>
              <a:rect b="b" l="l" r="r" t="t"/>
              <a:pathLst>
                <a:path extrusionOk="0" h="384" w="375">
                  <a:moveTo>
                    <a:pt x="374" y="384"/>
                  </a:moveTo>
                  <a:lnTo>
                    <a:pt x="0" y="1"/>
                  </a:lnTo>
                  <a:close/>
                </a:path>
              </a:pathLst>
            </a:custGeom>
            <a:solidFill>
              <a:srgbClr val="CFD5D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074" name="Google Shape;11074;p42"/>
            <p:cNvSpPr/>
            <p:nvPr/>
          </p:nvSpPr>
          <p:spPr>
            <a:xfrm>
              <a:off x="7972463" y="1662583"/>
              <a:ext cx="211722" cy="199565"/>
            </a:xfrm>
            <a:custGeom>
              <a:rect b="b" l="l" r="r" t="t"/>
              <a:pathLst>
                <a:path extrusionOk="0" h="7617" w="8081">
                  <a:moveTo>
                    <a:pt x="7717" y="1"/>
                  </a:moveTo>
                  <a:cubicBezTo>
                    <a:pt x="7583" y="96"/>
                    <a:pt x="6988" y="595"/>
                    <a:pt x="6490" y="1975"/>
                  </a:cubicBezTo>
                  <a:cubicBezTo>
                    <a:pt x="5859" y="3729"/>
                    <a:pt x="4644" y="4441"/>
                    <a:pt x="3384" y="4441"/>
                  </a:cubicBezTo>
                  <a:cubicBezTo>
                    <a:pt x="3342" y="4441"/>
                    <a:pt x="3301" y="4440"/>
                    <a:pt x="3260" y="4439"/>
                  </a:cubicBezTo>
                  <a:cubicBezTo>
                    <a:pt x="3230" y="4437"/>
                    <a:pt x="3200" y="4437"/>
                    <a:pt x="3171" y="4437"/>
                  </a:cubicBezTo>
                  <a:cubicBezTo>
                    <a:pt x="1658" y="4437"/>
                    <a:pt x="642" y="6112"/>
                    <a:pt x="125" y="6873"/>
                  </a:cubicBezTo>
                  <a:cubicBezTo>
                    <a:pt x="20" y="7237"/>
                    <a:pt x="1" y="7477"/>
                    <a:pt x="39" y="7525"/>
                  </a:cubicBezTo>
                  <a:cubicBezTo>
                    <a:pt x="68" y="7554"/>
                    <a:pt x="106" y="7583"/>
                    <a:pt x="144" y="7611"/>
                  </a:cubicBezTo>
                  <a:cubicBezTo>
                    <a:pt x="150" y="7615"/>
                    <a:pt x="156" y="7616"/>
                    <a:pt x="163" y="7616"/>
                  </a:cubicBezTo>
                  <a:cubicBezTo>
                    <a:pt x="445" y="7616"/>
                    <a:pt x="1581" y="4801"/>
                    <a:pt x="3556" y="4801"/>
                  </a:cubicBezTo>
                  <a:cubicBezTo>
                    <a:pt x="3582" y="4801"/>
                    <a:pt x="3608" y="4802"/>
                    <a:pt x="3633" y="4803"/>
                  </a:cubicBezTo>
                  <a:cubicBezTo>
                    <a:pt x="3675" y="4804"/>
                    <a:pt x="3717" y="4805"/>
                    <a:pt x="3759" y="4805"/>
                  </a:cubicBezTo>
                  <a:cubicBezTo>
                    <a:pt x="5018" y="4805"/>
                    <a:pt x="6223" y="4102"/>
                    <a:pt x="6854" y="2349"/>
                  </a:cubicBezTo>
                  <a:cubicBezTo>
                    <a:pt x="7353" y="969"/>
                    <a:pt x="7947" y="470"/>
                    <a:pt x="8081" y="374"/>
                  </a:cubicBezTo>
                  <a:cubicBezTo>
                    <a:pt x="8081" y="365"/>
                    <a:pt x="8081" y="365"/>
                    <a:pt x="8081" y="355"/>
                  </a:cubicBezTo>
                  <a:lnTo>
                    <a:pt x="7717" y="1"/>
                  </a:lnTo>
                  <a:close/>
                </a:path>
              </a:pathLst>
            </a:custGeom>
            <a:solidFill>
              <a:srgbClr val="CFD5D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075" name="Google Shape;11075;p42"/>
            <p:cNvSpPr/>
            <p:nvPr/>
          </p:nvSpPr>
          <p:spPr>
            <a:xfrm>
              <a:off x="8167103" y="1502554"/>
              <a:ext cx="180597" cy="157750"/>
            </a:xfrm>
            <a:custGeom>
              <a:rect b="b" l="l" r="r" t="t"/>
              <a:pathLst>
                <a:path extrusionOk="0" h="6021" w="6893">
                  <a:moveTo>
                    <a:pt x="4660" y="1"/>
                  </a:moveTo>
                  <a:cubicBezTo>
                    <a:pt x="4038" y="1"/>
                    <a:pt x="3324" y="202"/>
                    <a:pt x="2665" y="520"/>
                  </a:cubicBezTo>
                  <a:cubicBezTo>
                    <a:pt x="2425" y="635"/>
                    <a:pt x="2004" y="894"/>
                    <a:pt x="2004" y="894"/>
                  </a:cubicBezTo>
                  <a:cubicBezTo>
                    <a:pt x="1716" y="1076"/>
                    <a:pt x="1457" y="1287"/>
                    <a:pt x="1218" y="1527"/>
                  </a:cubicBezTo>
                  <a:cubicBezTo>
                    <a:pt x="0" y="2735"/>
                    <a:pt x="77" y="4268"/>
                    <a:pt x="1074" y="5265"/>
                  </a:cubicBezTo>
                  <a:cubicBezTo>
                    <a:pt x="1559" y="5755"/>
                    <a:pt x="2178" y="6020"/>
                    <a:pt x="2826" y="6020"/>
                  </a:cubicBezTo>
                  <a:cubicBezTo>
                    <a:pt x="3496" y="6020"/>
                    <a:pt x="4198" y="5736"/>
                    <a:pt x="4812" y="5121"/>
                  </a:cubicBezTo>
                  <a:cubicBezTo>
                    <a:pt x="6020" y="3904"/>
                    <a:pt x="6892" y="1431"/>
                    <a:pt x="5905" y="434"/>
                  </a:cubicBezTo>
                  <a:cubicBezTo>
                    <a:pt x="5601" y="131"/>
                    <a:pt x="5161" y="1"/>
                    <a:pt x="4660" y="1"/>
                  </a:cubicBezTo>
                  <a:close/>
                </a:path>
              </a:pathLst>
            </a:custGeom>
            <a:solidFill>
              <a:srgbClr val="D4DBD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076" name="Google Shape;11076;p42"/>
            <p:cNvSpPr/>
            <p:nvPr/>
          </p:nvSpPr>
          <p:spPr>
            <a:xfrm>
              <a:off x="8187198" y="1506877"/>
              <a:ext cx="160501" cy="153427"/>
            </a:xfrm>
            <a:custGeom>
              <a:rect b="b" l="l" r="r" t="t"/>
              <a:pathLst>
                <a:path extrusionOk="0" h="5856" w="6126">
                  <a:moveTo>
                    <a:pt x="4735" y="1"/>
                  </a:moveTo>
                  <a:cubicBezTo>
                    <a:pt x="5243" y="1151"/>
                    <a:pt x="4438" y="3212"/>
                    <a:pt x="3374" y="4285"/>
                  </a:cubicBezTo>
                  <a:cubicBezTo>
                    <a:pt x="2758" y="4902"/>
                    <a:pt x="2059" y="5186"/>
                    <a:pt x="1391" y="5186"/>
                  </a:cubicBezTo>
                  <a:cubicBezTo>
                    <a:pt x="895" y="5186"/>
                    <a:pt x="416" y="5030"/>
                    <a:pt x="0" y="4736"/>
                  </a:cubicBezTo>
                  <a:lnTo>
                    <a:pt x="0" y="4736"/>
                  </a:lnTo>
                  <a:cubicBezTo>
                    <a:pt x="86" y="4870"/>
                    <a:pt x="192" y="4985"/>
                    <a:pt x="307" y="5100"/>
                  </a:cubicBezTo>
                  <a:cubicBezTo>
                    <a:pt x="797" y="5590"/>
                    <a:pt x="1416" y="5855"/>
                    <a:pt x="2062" y="5855"/>
                  </a:cubicBezTo>
                  <a:cubicBezTo>
                    <a:pt x="2732" y="5855"/>
                    <a:pt x="3431" y="5571"/>
                    <a:pt x="4045" y="4956"/>
                  </a:cubicBezTo>
                  <a:cubicBezTo>
                    <a:pt x="5262" y="3739"/>
                    <a:pt x="6125" y="1256"/>
                    <a:pt x="5138" y="269"/>
                  </a:cubicBezTo>
                  <a:cubicBezTo>
                    <a:pt x="5023" y="154"/>
                    <a:pt x="4879" y="68"/>
                    <a:pt x="4735" y="1"/>
                  </a:cubicBezTo>
                  <a:close/>
                </a:path>
              </a:pathLst>
            </a:custGeom>
            <a:solidFill>
              <a:srgbClr val="CFD5D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077" name="Google Shape;11077;p42"/>
            <p:cNvSpPr/>
            <p:nvPr/>
          </p:nvSpPr>
          <p:spPr>
            <a:xfrm>
              <a:off x="8073176" y="1500877"/>
              <a:ext cx="93193" cy="81430"/>
            </a:xfrm>
            <a:custGeom>
              <a:rect b="b" l="l" r="r" t="t"/>
              <a:pathLst>
                <a:path extrusionOk="0" h="3108" w="3557">
                  <a:moveTo>
                    <a:pt x="2404" y="0"/>
                  </a:moveTo>
                  <a:cubicBezTo>
                    <a:pt x="1814" y="0"/>
                    <a:pt x="1058" y="351"/>
                    <a:pt x="623" y="786"/>
                  </a:cubicBezTo>
                  <a:cubicBezTo>
                    <a:pt x="0" y="1418"/>
                    <a:pt x="39" y="2204"/>
                    <a:pt x="556" y="2722"/>
                  </a:cubicBezTo>
                  <a:cubicBezTo>
                    <a:pt x="806" y="2972"/>
                    <a:pt x="1125" y="3108"/>
                    <a:pt x="1459" y="3108"/>
                  </a:cubicBezTo>
                  <a:cubicBezTo>
                    <a:pt x="1805" y="3108"/>
                    <a:pt x="2166" y="2962"/>
                    <a:pt x="2483" y="2645"/>
                  </a:cubicBezTo>
                  <a:cubicBezTo>
                    <a:pt x="3106" y="2022"/>
                    <a:pt x="3556" y="738"/>
                    <a:pt x="3039" y="220"/>
                  </a:cubicBezTo>
                  <a:cubicBezTo>
                    <a:pt x="2885" y="66"/>
                    <a:pt x="2660" y="0"/>
                    <a:pt x="2404" y="0"/>
                  </a:cubicBezTo>
                  <a:close/>
                </a:path>
              </a:pathLst>
            </a:custGeom>
            <a:solidFill>
              <a:srgbClr val="D4DBD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078" name="Google Shape;11078;p42"/>
            <p:cNvSpPr/>
            <p:nvPr/>
          </p:nvSpPr>
          <p:spPr>
            <a:xfrm>
              <a:off x="8081455" y="1501846"/>
              <a:ext cx="85176" cy="80696"/>
            </a:xfrm>
            <a:custGeom>
              <a:rect b="b" l="l" r="r" t="t"/>
              <a:pathLst>
                <a:path extrusionOk="0" h="3080" w="3251">
                  <a:moveTo>
                    <a:pt x="2378" y="1"/>
                  </a:moveTo>
                  <a:lnTo>
                    <a:pt x="2378" y="1"/>
                  </a:lnTo>
                  <a:cubicBezTo>
                    <a:pt x="2531" y="614"/>
                    <a:pt x="2138" y="1563"/>
                    <a:pt x="1630" y="2081"/>
                  </a:cubicBezTo>
                  <a:cubicBezTo>
                    <a:pt x="1308" y="2397"/>
                    <a:pt x="949" y="2543"/>
                    <a:pt x="603" y="2543"/>
                  </a:cubicBezTo>
                  <a:cubicBezTo>
                    <a:pt x="393" y="2543"/>
                    <a:pt x="189" y="2489"/>
                    <a:pt x="1" y="2388"/>
                  </a:cubicBezTo>
                  <a:lnTo>
                    <a:pt x="1" y="2388"/>
                  </a:lnTo>
                  <a:cubicBezTo>
                    <a:pt x="68" y="2493"/>
                    <a:pt x="144" y="2599"/>
                    <a:pt x="231" y="2685"/>
                  </a:cubicBezTo>
                  <a:cubicBezTo>
                    <a:pt x="486" y="2940"/>
                    <a:pt x="807" y="3079"/>
                    <a:pt x="1143" y="3079"/>
                  </a:cubicBezTo>
                  <a:cubicBezTo>
                    <a:pt x="1487" y="3079"/>
                    <a:pt x="1847" y="2933"/>
                    <a:pt x="2167" y="2618"/>
                  </a:cubicBezTo>
                  <a:cubicBezTo>
                    <a:pt x="2790" y="1995"/>
                    <a:pt x="3250" y="701"/>
                    <a:pt x="2723" y="193"/>
                  </a:cubicBezTo>
                  <a:cubicBezTo>
                    <a:pt x="2627" y="97"/>
                    <a:pt x="2512" y="39"/>
                    <a:pt x="2378" y="1"/>
                  </a:cubicBezTo>
                  <a:close/>
                </a:path>
              </a:pathLst>
            </a:custGeom>
            <a:solidFill>
              <a:srgbClr val="CFD5D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079" name="Google Shape;11079;p42"/>
            <p:cNvSpPr/>
            <p:nvPr/>
          </p:nvSpPr>
          <p:spPr>
            <a:xfrm>
              <a:off x="8069901" y="1562630"/>
              <a:ext cx="26907" cy="26593"/>
            </a:xfrm>
            <a:custGeom>
              <a:rect b="b" l="l" r="r" t="t"/>
              <a:pathLst>
                <a:path extrusionOk="0" h="1015" w="1027">
                  <a:moveTo>
                    <a:pt x="422" y="1"/>
                  </a:moveTo>
                  <a:lnTo>
                    <a:pt x="58" y="365"/>
                  </a:lnTo>
                  <a:cubicBezTo>
                    <a:pt x="1" y="422"/>
                    <a:pt x="1" y="509"/>
                    <a:pt x="58" y="576"/>
                  </a:cubicBezTo>
                  <a:lnTo>
                    <a:pt x="461" y="978"/>
                  </a:lnTo>
                  <a:cubicBezTo>
                    <a:pt x="490" y="1002"/>
                    <a:pt x="528" y="1014"/>
                    <a:pt x="566" y="1014"/>
                  </a:cubicBezTo>
                  <a:cubicBezTo>
                    <a:pt x="605" y="1014"/>
                    <a:pt x="643" y="1002"/>
                    <a:pt x="672" y="978"/>
                  </a:cubicBezTo>
                  <a:lnTo>
                    <a:pt x="1026" y="614"/>
                  </a:lnTo>
                  <a:cubicBezTo>
                    <a:pt x="902" y="547"/>
                    <a:pt x="777" y="461"/>
                    <a:pt x="672" y="365"/>
                  </a:cubicBezTo>
                  <a:cubicBezTo>
                    <a:pt x="566" y="259"/>
                    <a:pt x="480" y="135"/>
                    <a:pt x="422" y="1"/>
                  </a:cubicBezTo>
                  <a:close/>
                </a:path>
              </a:pathLst>
            </a:custGeom>
            <a:solidFill>
              <a:srgbClr val="C6CED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080" name="Google Shape;11080;p42"/>
            <p:cNvSpPr/>
            <p:nvPr/>
          </p:nvSpPr>
          <p:spPr>
            <a:xfrm>
              <a:off x="7970969" y="1578193"/>
              <a:ext cx="111009" cy="108337"/>
            </a:xfrm>
            <a:custGeom>
              <a:rect b="b" l="l" r="r" t="t"/>
              <a:pathLst>
                <a:path extrusionOk="0" h="4135" w="4237">
                  <a:moveTo>
                    <a:pt x="3844" y="1"/>
                  </a:moveTo>
                  <a:cubicBezTo>
                    <a:pt x="3671" y="154"/>
                    <a:pt x="3345" y="509"/>
                    <a:pt x="3087" y="1228"/>
                  </a:cubicBezTo>
                  <a:cubicBezTo>
                    <a:pt x="2856" y="1889"/>
                    <a:pt x="2435" y="2148"/>
                    <a:pt x="1812" y="2148"/>
                  </a:cubicBezTo>
                  <a:cubicBezTo>
                    <a:pt x="470" y="2148"/>
                    <a:pt x="0" y="3998"/>
                    <a:pt x="86" y="4084"/>
                  </a:cubicBezTo>
                  <a:cubicBezTo>
                    <a:pt x="105" y="4103"/>
                    <a:pt x="125" y="4113"/>
                    <a:pt x="144" y="4132"/>
                  </a:cubicBezTo>
                  <a:cubicBezTo>
                    <a:pt x="147" y="4134"/>
                    <a:pt x="151" y="4135"/>
                    <a:pt x="154" y="4135"/>
                  </a:cubicBezTo>
                  <a:cubicBezTo>
                    <a:pt x="305" y="4135"/>
                    <a:pt x="883" y="2684"/>
                    <a:pt x="1907" y="2684"/>
                  </a:cubicBezTo>
                  <a:cubicBezTo>
                    <a:pt x="1920" y="2684"/>
                    <a:pt x="1933" y="2684"/>
                    <a:pt x="1946" y="2685"/>
                  </a:cubicBezTo>
                  <a:cubicBezTo>
                    <a:pt x="1963" y="2685"/>
                    <a:pt x="1979" y="2685"/>
                    <a:pt x="1996" y="2685"/>
                  </a:cubicBezTo>
                  <a:cubicBezTo>
                    <a:pt x="2315" y="2685"/>
                    <a:pt x="2631" y="2599"/>
                    <a:pt x="2895" y="2416"/>
                  </a:cubicBezTo>
                  <a:cubicBezTo>
                    <a:pt x="3039" y="2321"/>
                    <a:pt x="3154" y="2206"/>
                    <a:pt x="3259" y="2071"/>
                  </a:cubicBezTo>
                  <a:cubicBezTo>
                    <a:pt x="3403" y="1870"/>
                    <a:pt x="3527" y="1650"/>
                    <a:pt x="3604" y="1420"/>
                  </a:cubicBezTo>
                  <a:cubicBezTo>
                    <a:pt x="3863" y="701"/>
                    <a:pt x="4160" y="442"/>
                    <a:pt x="4237" y="394"/>
                  </a:cubicBezTo>
                  <a:lnTo>
                    <a:pt x="3844" y="1"/>
                  </a:lnTo>
                  <a:close/>
                </a:path>
              </a:pathLst>
            </a:custGeom>
            <a:solidFill>
              <a:srgbClr val="D4DBD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081" name="Google Shape;11081;p42"/>
            <p:cNvSpPr/>
            <p:nvPr/>
          </p:nvSpPr>
          <p:spPr>
            <a:xfrm>
              <a:off x="8247458" y="1676758"/>
              <a:ext cx="92958" cy="81534"/>
            </a:xfrm>
            <a:custGeom>
              <a:rect b="b" l="l" r="r" t="t"/>
              <a:pathLst>
                <a:path extrusionOk="0" h="3112" w="3548">
                  <a:moveTo>
                    <a:pt x="2398" y="1"/>
                  </a:moveTo>
                  <a:cubicBezTo>
                    <a:pt x="1809" y="1"/>
                    <a:pt x="1057" y="352"/>
                    <a:pt x="624" y="792"/>
                  </a:cubicBezTo>
                  <a:cubicBezTo>
                    <a:pt x="1" y="1415"/>
                    <a:pt x="39" y="2211"/>
                    <a:pt x="547" y="2719"/>
                  </a:cubicBezTo>
                  <a:cubicBezTo>
                    <a:pt x="801" y="2973"/>
                    <a:pt x="1121" y="3112"/>
                    <a:pt x="1455" y="3112"/>
                  </a:cubicBezTo>
                  <a:cubicBezTo>
                    <a:pt x="1800" y="3112"/>
                    <a:pt x="2162" y="2963"/>
                    <a:pt x="2483" y="2642"/>
                  </a:cubicBezTo>
                  <a:cubicBezTo>
                    <a:pt x="3106" y="2028"/>
                    <a:pt x="3547" y="744"/>
                    <a:pt x="3039" y="226"/>
                  </a:cubicBezTo>
                  <a:cubicBezTo>
                    <a:pt x="2884" y="68"/>
                    <a:pt x="2657" y="1"/>
                    <a:pt x="2398" y="1"/>
                  </a:cubicBezTo>
                  <a:close/>
                </a:path>
              </a:pathLst>
            </a:custGeom>
            <a:solidFill>
              <a:srgbClr val="D4DBD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082" name="Google Shape;11082;p42"/>
            <p:cNvSpPr/>
            <p:nvPr/>
          </p:nvSpPr>
          <p:spPr>
            <a:xfrm>
              <a:off x="8255501" y="1677648"/>
              <a:ext cx="85150" cy="80460"/>
            </a:xfrm>
            <a:custGeom>
              <a:rect b="b" l="l" r="r" t="t"/>
              <a:pathLst>
                <a:path extrusionOk="0" h="3071" w="3250">
                  <a:moveTo>
                    <a:pt x="2368" y="1"/>
                  </a:moveTo>
                  <a:cubicBezTo>
                    <a:pt x="2502" y="605"/>
                    <a:pt x="2109" y="1534"/>
                    <a:pt x="1601" y="2042"/>
                  </a:cubicBezTo>
                  <a:cubicBezTo>
                    <a:pt x="1288" y="2361"/>
                    <a:pt x="930" y="2506"/>
                    <a:pt x="586" y="2506"/>
                  </a:cubicBezTo>
                  <a:cubicBezTo>
                    <a:pt x="382" y="2506"/>
                    <a:pt x="182" y="2455"/>
                    <a:pt x="0" y="2359"/>
                  </a:cubicBezTo>
                  <a:lnTo>
                    <a:pt x="0" y="2359"/>
                  </a:lnTo>
                  <a:cubicBezTo>
                    <a:pt x="67" y="2474"/>
                    <a:pt x="144" y="2589"/>
                    <a:pt x="240" y="2685"/>
                  </a:cubicBezTo>
                  <a:cubicBezTo>
                    <a:pt x="490" y="2934"/>
                    <a:pt x="809" y="3071"/>
                    <a:pt x="1143" y="3071"/>
                  </a:cubicBezTo>
                  <a:cubicBezTo>
                    <a:pt x="1488" y="3071"/>
                    <a:pt x="1850" y="2925"/>
                    <a:pt x="2167" y="2608"/>
                  </a:cubicBezTo>
                  <a:cubicBezTo>
                    <a:pt x="2799" y="1985"/>
                    <a:pt x="3250" y="700"/>
                    <a:pt x="2732" y="192"/>
                  </a:cubicBezTo>
                  <a:cubicBezTo>
                    <a:pt x="2636" y="97"/>
                    <a:pt x="2502" y="29"/>
                    <a:pt x="2368" y="1"/>
                  </a:cubicBezTo>
                  <a:close/>
                </a:path>
              </a:pathLst>
            </a:custGeom>
            <a:solidFill>
              <a:srgbClr val="CFD5D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083" name="Google Shape;11083;p42"/>
            <p:cNvSpPr/>
            <p:nvPr/>
          </p:nvSpPr>
          <p:spPr>
            <a:xfrm>
              <a:off x="8244183" y="1738432"/>
              <a:ext cx="27169" cy="26776"/>
            </a:xfrm>
            <a:custGeom>
              <a:rect b="b" l="l" r="r" t="t"/>
              <a:pathLst>
                <a:path extrusionOk="0" h="1022" w="1037">
                  <a:moveTo>
                    <a:pt x="423" y="0"/>
                  </a:moveTo>
                  <a:lnTo>
                    <a:pt x="58" y="365"/>
                  </a:lnTo>
                  <a:cubicBezTo>
                    <a:pt x="1" y="422"/>
                    <a:pt x="1" y="518"/>
                    <a:pt x="58" y="575"/>
                  </a:cubicBezTo>
                  <a:lnTo>
                    <a:pt x="461" y="978"/>
                  </a:lnTo>
                  <a:cubicBezTo>
                    <a:pt x="490" y="1007"/>
                    <a:pt x="528" y="1021"/>
                    <a:pt x="566" y="1021"/>
                  </a:cubicBezTo>
                  <a:cubicBezTo>
                    <a:pt x="605" y="1021"/>
                    <a:pt x="643" y="1007"/>
                    <a:pt x="672" y="978"/>
                  </a:cubicBezTo>
                  <a:lnTo>
                    <a:pt x="1036" y="614"/>
                  </a:lnTo>
                  <a:cubicBezTo>
                    <a:pt x="902" y="556"/>
                    <a:pt x="777" y="470"/>
                    <a:pt x="672" y="365"/>
                  </a:cubicBezTo>
                  <a:cubicBezTo>
                    <a:pt x="566" y="259"/>
                    <a:pt x="480" y="135"/>
                    <a:pt x="423" y="0"/>
                  </a:cubicBezTo>
                  <a:close/>
                </a:path>
              </a:pathLst>
            </a:custGeom>
            <a:solidFill>
              <a:srgbClr val="C6CED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084" name="Google Shape;11084;p42"/>
            <p:cNvSpPr/>
            <p:nvPr/>
          </p:nvSpPr>
          <p:spPr>
            <a:xfrm>
              <a:off x="8145252" y="1753995"/>
              <a:ext cx="111036" cy="108337"/>
            </a:xfrm>
            <a:custGeom>
              <a:rect b="b" l="l" r="r" t="t"/>
              <a:pathLst>
                <a:path extrusionOk="0" h="4135" w="4238">
                  <a:moveTo>
                    <a:pt x="3844" y="1"/>
                  </a:moveTo>
                  <a:cubicBezTo>
                    <a:pt x="3662" y="154"/>
                    <a:pt x="3346" y="509"/>
                    <a:pt x="3087" y="1228"/>
                  </a:cubicBezTo>
                  <a:cubicBezTo>
                    <a:pt x="2847" y="1889"/>
                    <a:pt x="2425" y="2148"/>
                    <a:pt x="1802" y="2148"/>
                  </a:cubicBezTo>
                  <a:cubicBezTo>
                    <a:pt x="470" y="2148"/>
                    <a:pt x="0" y="3998"/>
                    <a:pt x="87" y="4084"/>
                  </a:cubicBezTo>
                  <a:cubicBezTo>
                    <a:pt x="106" y="4103"/>
                    <a:pt x="125" y="4113"/>
                    <a:pt x="144" y="4132"/>
                  </a:cubicBezTo>
                  <a:cubicBezTo>
                    <a:pt x="147" y="4134"/>
                    <a:pt x="151" y="4135"/>
                    <a:pt x="155" y="4135"/>
                  </a:cubicBezTo>
                  <a:cubicBezTo>
                    <a:pt x="305" y="4135"/>
                    <a:pt x="883" y="2684"/>
                    <a:pt x="1898" y="2684"/>
                  </a:cubicBezTo>
                  <a:cubicBezTo>
                    <a:pt x="1911" y="2684"/>
                    <a:pt x="1924" y="2684"/>
                    <a:pt x="1937" y="2685"/>
                  </a:cubicBezTo>
                  <a:cubicBezTo>
                    <a:pt x="1963" y="2686"/>
                    <a:pt x="1990" y="2687"/>
                    <a:pt x="2017" y="2687"/>
                  </a:cubicBezTo>
                  <a:cubicBezTo>
                    <a:pt x="2335" y="2687"/>
                    <a:pt x="2648" y="2583"/>
                    <a:pt x="2905" y="2407"/>
                  </a:cubicBezTo>
                  <a:cubicBezTo>
                    <a:pt x="3192" y="2244"/>
                    <a:pt x="3250" y="2071"/>
                    <a:pt x="3250" y="2071"/>
                  </a:cubicBezTo>
                  <a:cubicBezTo>
                    <a:pt x="3403" y="1870"/>
                    <a:pt x="3518" y="1649"/>
                    <a:pt x="3604" y="1419"/>
                  </a:cubicBezTo>
                  <a:cubicBezTo>
                    <a:pt x="3854" y="700"/>
                    <a:pt x="4160" y="442"/>
                    <a:pt x="4237" y="394"/>
                  </a:cubicBezTo>
                  <a:lnTo>
                    <a:pt x="3844" y="1"/>
                  </a:lnTo>
                  <a:close/>
                </a:path>
              </a:pathLst>
            </a:custGeom>
            <a:solidFill>
              <a:srgbClr val="D4DBD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1085" name="Google Shape;11085;p42"/>
          <p:cNvGrpSpPr/>
          <p:nvPr/>
        </p:nvGrpSpPr>
        <p:grpSpPr>
          <a:xfrm>
            <a:off x="5761445" y="1358723"/>
            <a:ext cx="362162" cy="279737"/>
            <a:chOff x="5761445" y="1541723"/>
            <a:chExt cx="362162" cy="279737"/>
          </a:xfrm>
        </p:grpSpPr>
        <p:sp>
          <p:nvSpPr>
            <p:cNvPr id="11086" name="Google Shape;11086;p42"/>
            <p:cNvSpPr/>
            <p:nvPr/>
          </p:nvSpPr>
          <p:spPr>
            <a:xfrm>
              <a:off x="5870699" y="1603371"/>
              <a:ext cx="64059" cy="218089"/>
            </a:xfrm>
            <a:custGeom>
              <a:rect b="b" l="l" r="r" t="t"/>
              <a:pathLst>
                <a:path extrusionOk="0" h="8324" w="2445">
                  <a:moveTo>
                    <a:pt x="1735" y="1"/>
                  </a:moveTo>
                  <a:cubicBezTo>
                    <a:pt x="1630" y="1"/>
                    <a:pt x="1525" y="70"/>
                    <a:pt x="1525" y="209"/>
                  </a:cubicBezTo>
                  <a:lnTo>
                    <a:pt x="1525" y="487"/>
                  </a:lnTo>
                  <a:cubicBezTo>
                    <a:pt x="1525" y="1043"/>
                    <a:pt x="1170" y="1494"/>
                    <a:pt x="710" y="1494"/>
                  </a:cubicBezTo>
                  <a:lnTo>
                    <a:pt x="288" y="1494"/>
                  </a:lnTo>
                  <a:cubicBezTo>
                    <a:pt x="87" y="1494"/>
                    <a:pt x="0" y="1753"/>
                    <a:pt x="163" y="1877"/>
                  </a:cubicBezTo>
                  <a:cubicBezTo>
                    <a:pt x="29" y="2002"/>
                    <a:pt x="125" y="2232"/>
                    <a:pt x="307" y="2232"/>
                  </a:cubicBezTo>
                  <a:lnTo>
                    <a:pt x="739" y="2232"/>
                  </a:lnTo>
                  <a:cubicBezTo>
                    <a:pt x="1448" y="2232"/>
                    <a:pt x="2023" y="2807"/>
                    <a:pt x="2033" y="3516"/>
                  </a:cubicBezTo>
                  <a:lnTo>
                    <a:pt x="2033" y="8108"/>
                  </a:lnTo>
                  <a:cubicBezTo>
                    <a:pt x="2028" y="8251"/>
                    <a:pt x="2131" y="8323"/>
                    <a:pt x="2235" y="8323"/>
                  </a:cubicBezTo>
                  <a:cubicBezTo>
                    <a:pt x="2339" y="8323"/>
                    <a:pt x="2445" y="8251"/>
                    <a:pt x="2445" y="8108"/>
                  </a:cubicBezTo>
                  <a:lnTo>
                    <a:pt x="2445" y="3526"/>
                  </a:lnTo>
                  <a:cubicBezTo>
                    <a:pt x="2445" y="2711"/>
                    <a:pt x="1870" y="2002"/>
                    <a:pt x="1074" y="1848"/>
                  </a:cubicBezTo>
                  <a:cubicBezTo>
                    <a:pt x="1582" y="1666"/>
                    <a:pt x="1946" y="1129"/>
                    <a:pt x="1946" y="487"/>
                  </a:cubicBezTo>
                  <a:lnTo>
                    <a:pt x="1946" y="209"/>
                  </a:lnTo>
                  <a:cubicBezTo>
                    <a:pt x="1946" y="70"/>
                    <a:pt x="1841" y="1"/>
                    <a:pt x="1735" y="1"/>
                  </a:cubicBezTo>
                  <a:close/>
                </a:path>
              </a:pathLst>
            </a:custGeom>
            <a:solidFill>
              <a:srgbClr val="49627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087" name="Google Shape;11087;p42"/>
            <p:cNvSpPr/>
            <p:nvPr/>
          </p:nvSpPr>
          <p:spPr>
            <a:xfrm>
              <a:off x="5761445" y="1541723"/>
              <a:ext cx="139567" cy="223198"/>
            </a:xfrm>
            <a:custGeom>
              <a:rect b="b" l="l" r="r" t="t"/>
              <a:pathLst>
                <a:path extrusionOk="0" h="8519" w="5327">
                  <a:moveTo>
                    <a:pt x="2761" y="0"/>
                  </a:moveTo>
                  <a:cubicBezTo>
                    <a:pt x="2473" y="0"/>
                    <a:pt x="2171" y="66"/>
                    <a:pt x="1870" y="214"/>
                  </a:cubicBezTo>
                  <a:cubicBezTo>
                    <a:pt x="1611" y="338"/>
                    <a:pt x="1391" y="521"/>
                    <a:pt x="1199" y="741"/>
                  </a:cubicBezTo>
                  <a:cubicBezTo>
                    <a:pt x="1161" y="789"/>
                    <a:pt x="1132" y="837"/>
                    <a:pt x="1094" y="885"/>
                  </a:cubicBezTo>
                  <a:cubicBezTo>
                    <a:pt x="365" y="1978"/>
                    <a:pt x="1" y="3109"/>
                    <a:pt x="1" y="4259"/>
                  </a:cubicBezTo>
                  <a:cubicBezTo>
                    <a:pt x="1" y="5409"/>
                    <a:pt x="375" y="6550"/>
                    <a:pt x="1094" y="7633"/>
                  </a:cubicBezTo>
                  <a:cubicBezTo>
                    <a:pt x="1477" y="8205"/>
                    <a:pt x="2104" y="8519"/>
                    <a:pt x="2744" y="8519"/>
                  </a:cubicBezTo>
                  <a:cubicBezTo>
                    <a:pt x="3112" y="8519"/>
                    <a:pt x="3484" y="8415"/>
                    <a:pt x="3816" y="8198"/>
                  </a:cubicBezTo>
                  <a:cubicBezTo>
                    <a:pt x="4736" y="7585"/>
                    <a:pt x="4985" y="6339"/>
                    <a:pt x="4372" y="5419"/>
                  </a:cubicBezTo>
                  <a:lnTo>
                    <a:pt x="4353" y="5390"/>
                  </a:lnTo>
                  <a:cubicBezTo>
                    <a:pt x="4228" y="5189"/>
                    <a:pt x="4228" y="4939"/>
                    <a:pt x="4353" y="4738"/>
                  </a:cubicBezTo>
                  <a:cubicBezTo>
                    <a:pt x="4525" y="4451"/>
                    <a:pt x="4525" y="4086"/>
                    <a:pt x="4353" y="3789"/>
                  </a:cubicBezTo>
                  <a:cubicBezTo>
                    <a:pt x="4228" y="3598"/>
                    <a:pt x="4228" y="3339"/>
                    <a:pt x="4353" y="3147"/>
                  </a:cubicBezTo>
                  <a:cubicBezTo>
                    <a:pt x="4362" y="3118"/>
                    <a:pt x="4372" y="3109"/>
                    <a:pt x="4391" y="3089"/>
                  </a:cubicBezTo>
                  <a:cubicBezTo>
                    <a:pt x="5327" y="1682"/>
                    <a:pt x="4213" y="0"/>
                    <a:pt x="2761" y="0"/>
                  </a:cubicBezTo>
                  <a:close/>
                </a:path>
              </a:pathLst>
            </a:custGeom>
            <a:solidFill>
              <a:srgbClr val="6A7F9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088" name="Google Shape;11088;p42"/>
            <p:cNvSpPr/>
            <p:nvPr/>
          </p:nvSpPr>
          <p:spPr>
            <a:xfrm>
              <a:off x="5761707" y="1541854"/>
              <a:ext cx="83159" cy="222962"/>
            </a:xfrm>
            <a:custGeom>
              <a:rect b="b" l="l" r="r" t="t"/>
              <a:pathLst>
                <a:path extrusionOk="0" h="8510" w="3174">
                  <a:moveTo>
                    <a:pt x="2750" y="1"/>
                  </a:moveTo>
                  <a:cubicBezTo>
                    <a:pt x="2442" y="1"/>
                    <a:pt x="2135" y="71"/>
                    <a:pt x="1860" y="209"/>
                  </a:cubicBezTo>
                  <a:cubicBezTo>
                    <a:pt x="1601" y="333"/>
                    <a:pt x="1381" y="516"/>
                    <a:pt x="1199" y="736"/>
                  </a:cubicBezTo>
                  <a:cubicBezTo>
                    <a:pt x="1160" y="784"/>
                    <a:pt x="1122" y="832"/>
                    <a:pt x="1093" y="880"/>
                  </a:cubicBezTo>
                  <a:cubicBezTo>
                    <a:pt x="374" y="1973"/>
                    <a:pt x="0" y="3104"/>
                    <a:pt x="0" y="4254"/>
                  </a:cubicBezTo>
                  <a:cubicBezTo>
                    <a:pt x="0" y="5404"/>
                    <a:pt x="355" y="6545"/>
                    <a:pt x="1093" y="7628"/>
                  </a:cubicBezTo>
                  <a:cubicBezTo>
                    <a:pt x="1457" y="8184"/>
                    <a:pt x="2071" y="8510"/>
                    <a:pt x="2742" y="8510"/>
                  </a:cubicBezTo>
                  <a:cubicBezTo>
                    <a:pt x="2886" y="8510"/>
                    <a:pt x="3029" y="8500"/>
                    <a:pt x="3164" y="8471"/>
                  </a:cubicBezTo>
                  <a:cubicBezTo>
                    <a:pt x="2665" y="8356"/>
                    <a:pt x="2234" y="8059"/>
                    <a:pt x="1946" y="7628"/>
                  </a:cubicBezTo>
                  <a:cubicBezTo>
                    <a:pt x="1227" y="6545"/>
                    <a:pt x="863" y="5404"/>
                    <a:pt x="863" y="4254"/>
                  </a:cubicBezTo>
                  <a:cubicBezTo>
                    <a:pt x="863" y="3104"/>
                    <a:pt x="1218" y="1973"/>
                    <a:pt x="1946" y="880"/>
                  </a:cubicBezTo>
                  <a:cubicBezTo>
                    <a:pt x="1985" y="832"/>
                    <a:pt x="2023" y="784"/>
                    <a:pt x="2061" y="736"/>
                  </a:cubicBezTo>
                  <a:lnTo>
                    <a:pt x="2723" y="209"/>
                  </a:lnTo>
                  <a:cubicBezTo>
                    <a:pt x="2866" y="132"/>
                    <a:pt x="3020" y="84"/>
                    <a:pt x="3173" y="46"/>
                  </a:cubicBezTo>
                  <a:cubicBezTo>
                    <a:pt x="3034" y="16"/>
                    <a:pt x="2892" y="1"/>
                    <a:pt x="2750" y="1"/>
                  </a:cubicBezTo>
                  <a:close/>
                </a:path>
              </a:pathLst>
            </a:custGeom>
            <a:solidFill>
              <a:srgbClr val="546C8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089" name="Google Shape;11089;p42"/>
            <p:cNvSpPr/>
            <p:nvPr/>
          </p:nvSpPr>
          <p:spPr>
            <a:xfrm>
              <a:off x="5950059" y="1603371"/>
              <a:ext cx="64059" cy="218089"/>
            </a:xfrm>
            <a:custGeom>
              <a:rect b="b" l="l" r="r" t="t"/>
              <a:pathLst>
                <a:path extrusionOk="0" h="8324" w="2445">
                  <a:moveTo>
                    <a:pt x="719" y="1"/>
                  </a:moveTo>
                  <a:cubicBezTo>
                    <a:pt x="614" y="1"/>
                    <a:pt x="508" y="70"/>
                    <a:pt x="508" y="209"/>
                  </a:cubicBezTo>
                  <a:lnTo>
                    <a:pt x="508" y="487"/>
                  </a:lnTo>
                  <a:cubicBezTo>
                    <a:pt x="508" y="1129"/>
                    <a:pt x="873" y="1666"/>
                    <a:pt x="1381" y="1848"/>
                  </a:cubicBezTo>
                  <a:cubicBezTo>
                    <a:pt x="585" y="2002"/>
                    <a:pt x="0" y="2701"/>
                    <a:pt x="0" y="3526"/>
                  </a:cubicBezTo>
                  <a:lnTo>
                    <a:pt x="0" y="8108"/>
                  </a:lnTo>
                  <a:cubicBezTo>
                    <a:pt x="0" y="8251"/>
                    <a:pt x="106" y="8323"/>
                    <a:pt x="211" y="8323"/>
                  </a:cubicBezTo>
                  <a:cubicBezTo>
                    <a:pt x="317" y="8323"/>
                    <a:pt x="422" y="8251"/>
                    <a:pt x="422" y="8108"/>
                  </a:cubicBezTo>
                  <a:lnTo>
                    <a:pt x="422" y="3516"/>
                  </a:lnTo>
                  <a:cubicBezTo>
                    <a:pt x="422" y="2807"/>
                    <a:pt x="997" y="2232"/>
                    <a:pt x="1707" y="2232"/>
                  </a:cubicBezTo>
                  <a:lnTo>
                    <a:pt x="2138" y="2232"/>
                  </a:lnTo>
                  <a:cubicBezTo>
                    <a:pt x="2320" y="2232"/>
                    <a:pt x="2416" y="2002"/>
                    <a:pt x="2282" y="1877"/>
                  </a:cubicBezTo>
                  <a:cubicBezTo>
                    <a:pt x="2445" y="1753"/>
                    <a:pt x="2368" y="1494"/>
                    <a:pt x="2167" y="1494"/>
                  </a:cubicBezTo>
                  <a:lnTo>
                    <a:pt x="1745" y="1494"/>
                  </a:lnTo>
                  <a:cubicBezTo>
                    <a:pt x="1285" y="1494"/>
                    <a:pt x="930" y="1043"/>
                    <a:pt x="930" y="487"/>
                  </a:cubicBezTo>
                  <a:lnTo>
                    <a:pt x="930" y="209"/>
                  </a:lnTo>
                  <a:cubicBezTo>
                    <a:pt x="930" y="70"/>
                    <a:pt x="825" y="1"/>
                    <a:pt x="719" y="1"/>
                  </a:cubicBezTo>
                  <a:close/>
                </a:path>
              </a:pathLst>
            </a:custGeom>
            <a:solidFill>
              <a:srgbClr val="70879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090" name="Google Shape;11090;p42"/>
            <p:cNvSpPr/>
            <p:nvPr/>
          </p:nvSpPr>
          <p:spPr>
            <a:xfrm>
              <a:off x="5984040" y="1541723"/>
              <a:ext cx="139567" cy="223250"/>
            </a:xfrm>
            <a:custGeom>
              <a:rect b="b" l="l" r="r" t="t"/>
              <a:pathLst>
                <a:path extrusionOk="0" h="8521" w="5327">
                  <a:moveTo>
                    <a:pt x="2567" y="0"/>
                  </a:moveTo>
                  <a:cubicBezTo>
                    <a:pt x="1114" y="0"/>
                    <a:pt x="1" y="1682"/>
                    <a:pt x="937" y="3089"/>
                  </a:cubicBezTo>
                  <a:cubicBezTo>
                    <a:pt x="946" y="3109"/>
                    <a:pt x="966" y="3128"/>
                    <a:pt x="975" y="3137"/>
                  </a:cubicBezTo>
                  <a:cubicBezTo>
                    <a:pt x="1100" y="3339"/>
                    <a:pt x="1100" y="3588"/>
                    <a:pt x="975" y="3789"/>
                  </a:cubicBezTo>
                  <a:cubicBezTo>
                    <a:pt x="793" y="4077"/>
                    <a:pt x="793" y="4451"/>
                    <a:pt x="975" y="4738"/>
                  </a:cubicBezTo>
                  <a:cubicBezTo>
                    <a:pt x="1100" y="4939"/>
                    <a:pt x="1100" y="5189"/>
                    <a:pt x="975" y="5390"/>
                  </a:cubicBezTo>
                  <a:lnTo>
                    <a:pt x="956" y="5419"/>
                  </a:lnTo>
                  <a:cubicBezTo>
                    <a:pt x="343" y="6339"/>
                    <a:pt x="592" y="7575"/>
                    <a:pt x="1502" y="8198"/>
                  </a:cubicBezTo>
                  <a:cubicBezTo>
                    <a:pt x="1836" y="8416"/>
                    <a:pt x="2212" y="8521"/>
                    <a:pt x="2583" y="8521"/>
                  </a:cubicBezTo>
                  <a:cubicBezTo>
                    <a:pt x="3223" y="8521"/>
                    <a:pt x="3852" y="8210"/>
                    <a:pt x="4234" y="7633"/>
                  </a:cubicBezTo>
                  <a:cubicBezTo>
                    <a:pt x="4972" y="6550"/>
                    <a:pt x="5327" y="5419"/>
                    <a:pt x="5327" y="4259"/>
                  </a:cubicBezTo>
                  <a:cubicBezTo>
                    <a:pt x="5327" y="3109"/>
                    <a:pt x="4953" y="1978"/>
                    <a:pt x="4234" y="894"/>
                  </a:cubicBezTo>
                  <a:cubicBezTo>
                    <a:pt x="4205" y="837"/>
                    <a:pt x="4167" y="799"/>
                    <a:pt x="4129" y="741"/>
                  </a:cubicBezTo>
                  <a:cubicBezTo>
                    <a:pt x="3947" y="492"/>
                    <a:pt x="3458" y="214"/>
                    <a:pt x="3458" y="214"/>
                  </a:cubicBezTo>
                  <a:cubicBezTo>
                    <a:pt x="3156" y="66"/>
                    <a:pt x="2855" y="0"/>
                    <a:pt x="2567" y="0"/>
                  </a:cubicBezTo>
                  <a:close/>
                </a:path>
              </a:pathLst>
            </a:custGeom>
            <a:solidFill>
              <a:srgbClr val="6A7F9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091" name="Google Shape;11091;p42"/>
            <p:cNvSpPr/>
            <p:nvPr/>
          </p:nvSpPr>
          <p:spPr>
            <a:xfrm>
              <a:off x="6038955" y="1541959"/>
              <a:ext cx="84652" cy="223119"/>
            </a:xfrm>
            <a:custGeom>
              <a:rect b="b" l="l" r="r" t="t"/>
              <a:pathLst>
                <a:path extrusionOk="0" h="8516" w="3231">
                  <a:moveTo>
                    <a:pt x="494" y="0"/>
                  </a:moveTo>
                  <a:cubicBezTo>
                    <a:pt x="329" y="0"/>
                    <a:pt x="163" y="21"/>
                    <a:pt x="1" y="61"/>
                  </a:cubicBezTo>
                  <a:cubicBezTo>
                    <a:pt x="135" y="99"/>
                    <a:pt x="269" y="147"/>
                    <a:pt x="394" y="205"/>
                  </a:cubicBezTo>
                  <a:lnTo>
                    <a:pt x="1055" y="732"/>
                  </a:lnTo>
                  <a:cubicBezTo>
                    <a:pt x="1093" y="780"/>
                    <a:pt x="1122" y="828"/>
                    <a:pt x="1160" y="885"/>
                  </a:cubicBezTo>
                  <a:cubicBezTo>
                    <a:pt x="1879" y="1969"/>
                    <a:pt x="2253" y="3100"/>
                    <a:pt x="2253" y="4259"/>
                  </a:cubicBezTo>
                  <a:cubicBezTo>
                    <a:pt x="2253" y="5410"/>
                    <a:pt x="1889" y="6541"/>
                    <a:pt x="1160" y="7624"/>
                  </a:cubicBezTo>
                  <a:cubicBezTo>
                    <a:pt x="892" y="8036"/>
                    <a:pt x="480" y="8324"/>
                    <a:pt x="1" y="8448"/>
                  </a:cubicBezTo>
                  <a:cubicBezTo>
                    <a:pt x="164" y="8487"/>
                    <a:pt x="327" y="8506"/>
                    <a:pt x="499" y="8515"/>
                  </a:cubicBezTo>
                  <a:cubicBezTo>
                    <a:pt x="1160" y="8515"/>
                    <a:pt x="1784" y="8180"/>
                    <a:pt x="2148" y="7624"/>
                  </a:cubicBezTo>
                  <a:cubicBezTo>
                    <a:pt x="2867" y="6541"/>
                    <a:pt x="3231" y="5410"/>
                    <a:pt x="3231" y="4259"/>
                  </a:cubicBezTo>
                  <a:cubicBezTo>
                    <a:pt x="3231" y="3100"/>
                    <a:pt x="2867" y="1969"/>
                    <a:pt x="2148" y="885"/>
                  </a:cubicBezTo>
                  <a:cubicBezTo>
                    <a:pt x="2109" y="838"/>
                    <a:pt x="2071" y="780"/>
                    <a:pt x="2042" y="732"/>
                  </a:cubicBezTo>
                  <a:cubicBezTo>
                    <a:pt x="1851" y="521"/>
                    <a:pt x="1621" y="339"/>
                    <a:pt x="1371" y="205"/>
                  </a:cubicBezTo>
                  <a:cubicBezTo>
                    <a:pt x="1098" y="68"/>
                    <a:pt x="797" y="0"/>
                    <a:pt x="494" y="0"/>
                  </a:cubicBezTo>
                  <a:close/>
                </a:path>
              </a:pathLst>
            </a:custGeom>
            <a:solidFill>
              <a:srgbClr val="546C8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1092" name="Google Shape;11092;p42"/>
          <p:cNvGrpSpPr/>
          <p:nvPr/>
        </p:nvGrpSpPr>
        <p:grpSpPr>
          <a:xfrm>
            <a:off x="6204958" y="3172575"/>
            <a:ext cx="358390" cy="362320"/>
            <a:chOff x="6204958" y="3355575"/>
            <a:chExt cx="358390" cy="362320"/>
          </a:xfrm>
        </p:grpSpPr>
        <p:sp>
          <p:nvSpPr>
            <p:cNvPr id="11093" name="Google Shape;11093;p42"/>
            <p:cNvSpPr/>
            <p:nvPr/>
          </p:nvSpPr>
          <p:spPr>
            <a:xfrm>
              <a:off x="6204958" y="3355706"/>
              <a:ext cx="358154" cy="362189"/>
            </a:xfrm>
            <a:custGeom>
              <a:rect b="b" l="l" r="r" t="t"/>
              <a:pathLst>
                <a:path extrusionOk="0" h="13824" w="13670">
                  <a:moveTo>
                    <a:pt x="6161" y="1"/>
                  </a:moveTo>
                  <a:cubicBezTo>
                    <a:pt x="6056" y="1"/>
                    <a:pt x="5947" y="14"/>
                    <a:pt x="5838" y="40"/>
                  </a:cubicBezTo>
                  <a:cubicBezTo>
                    <a:pt x="5551" y="98"/>
                    <a:pt x="5282" y="251"/>
                    <a:pt x="5090" y="481"/>
                  </a:cubicBezTo>
                  <a:cubicBezTo>
                    <a:pt x="4886" y="354"/>
                    <a:pt x="4654" y="291"/>
                    <a:pt x="4420" y="291"/>
                  </a:cubicBezTo>
                  <a:cubicBezTo>
                    <a:pt x="4248" y="291"/>
                    <a:pt x="4074" y="326"/>
                    <a:pt x="3911" y="395"/>
                  </a:cubicBezTo>
                  <a:cubicBezTo>
                    <a:pt x="3643" y="500"/>
                    <a:pt x="3413" y="692"/>
                    <a:pt x="3250" y="932"/>
                  </a:cubicBezTo>
                  <a:cubicBezTo>
                    <a:pt x="3170" y="908"/>
                    <a:pt x="3086" y="897"/>
                    <a:pt x="3000" y="897"/>
                  </a:cubicBezTo>
                  <a:cubicBezTo>
                    <a:pt x="2664" y="897"/>
                    <a:pt x="2300" y="1073"/>
                    <a:pt x="2033" y="1401"/>
                  </a:cubicBezTo>
                  <a:cubicBezTo>
                    <a:pt x="1860" y="1612"/>
                    <a:pt x="1755" y="1862"/>
                    <a:pt x="1726" y="2130"/>
                  </a:cubicBezTo>
                  <a:cubicBezTo>
                    <a:pt x="1275" y="2159"/>
                    <a:pt x="854" y="2552"/>
                    <a:pt x="729" y="3117"/>
                  </a:cubicBezTo>
                  <a:cubicBezTo>
                    <a:pt x="672" y="3376"/>
                    <a:pt x="691" y="3644"/>
                    <a:pt x="787" y="3894"/>
                  </a:cubicBezTo>
                  <a:cubicBezTo>
                    <a:pt x="269" y="4037"/>
                    <a:pt x="1" y="4670"/>
                    <a:pt x="173" y="5303"/>
                  </a:cubicBezTo>
                  <a:cubicBezTo>
                    <a:pt x="240" y="5523"/>
                    <a:pt x="355" y="5734"/>
                    <a:pt x="518" y="5897"/>
                  </a:cubicBezTo>
                  <a:cubicBezTo>
                    <a:pt x="461" y="6127"/>
                    <a:pt x="470" y="6367"/>
                    <a:pt x="537" y="6587"/>
                  </a:cubicBezTo>
                  <a:cubicBezTo>
                    <a:pt x="686" y="7140"/>
                    <a:pt x="1126" y="7508"/>
                    <a:pt x="1575" y="7508"/>
                  </a:cubicBezTo>
                  <a:cubicBezTo>
                    <a:pt x="1648" y="7508"/>
                    <a:pt x="1721" y="7499"/>
                    <a:pt x="1793" y="7479"/>
                  </a:cubicBezTo>
                  <a:cubicBezTo>
                    <a:pt x="1841" y="7469"/>
                    <a:pt x="1898" y="7450"/>
                    <a:pt x="1946" y="7421"/>
                  </a:cubicBezTo>
                  <a:cubicBezTo>
                    <a:pt x="2052" y="7686"/>
                    <a:pt x="2468" y="7902"/>
                    <a:pt x="2846" y="7902"/>
                  </a:cubicBezTo>
                  <a:cubicBezTo>
                    <a:pt x="2947" y="7902"/>
                    <a:pt x="3046" y="7887"/>
                    <a:pt x="3135" y="7852"/>
                  </a:cubicBezTo>
                  <a:cubicBezTo>
                    <a:pt x="3645" y="9016"/>
                    <a:pt x="4426" y="9609"/>
                    <a:pt x="5634" y="9609"/>
                  </a:cubicBezTo>
                  <a:cubicBezTo>
                    <a:pt x="5969" y="9609"/>
                    <a:pt x="6336" y="9564"/>
                    <a:pt x="6739" y="9472"/>
                  </a:cubicBezTo>
                  <a:cubicBezTo>
                    <a:pt x="6835" y="10000"/>
                    <a:pt x="7161" y="10623"/>
                    <a:pt x="8043" y="11131"/>
                  </a:cubicBezTo>
                  <a:cubicBezTo>
                    <a:pt x="9519" y="11984"/>
                    <a:pt x="10171" y="12645"/>
                    <a:pt x="10267" y="13306"/>
                  </a:cubicBezTo>
                  <a:cubicBezTo>
                    <a:pt x="10309" y="13607"/>
                    <a:pt x="10568" y="13823"/>
                    <a:pt x="10863" y="13823"/>
                  </a:cubicBezTo>
                  <a:cubicBezTo>
                    <a:pt x="10897" y="13823"/>
                    <a:pt x="10932" y="13820"/>
                    <a:pt x="10966" y="13814"/>
                  </a:cubicBezTo>
                  <a:cubicBezTo>
                    <a:pt x="11302" y="13757"/>
                    <a:pt x="11513" y="13421"/>
                    <a:pt x="11436" y="13096"/>
                  </a:cubicBezTo>
                  <a:lnTo>
                    <a:pt x="10861" y="10460"/>
                  </a:lnTo>
                  <a:lnTo>
                    <a:pt x="10746" y="8763"/>
                  </a:lnTo>
                  <a:lnTo>
                    <a:pt x="11704" y="8399"/>
                  </a:lnTo>
                  <a:cubicBezTo>
                    <a:pt x="11813" y="8450"/>
                    <a:pt x="11928" y="8474"/>
                    <a:pt x="12044" y="8474"/>
                  </a:cubicBezTo>
                  <a:cubicBezTo>
                    <a:pt x="12449" y="8474"/>
                    <a:pt x="12866" y="8178"/>
                    <a:pt x="13075" y="7709"/>
                  </a:cubicBezTo>
                  <a:cubicBezTo>
                    <a:pt x="13219" y="7411"/>
                    <a:pt x="13238" y="7066"/>
                    <a:pt x="13142" y="6750"/>
                  </a:cubicBezTo>
                  <a:cubicBezTo>
                    <a:pt x="13353" y="6558"/>
                    <a:pt x="13506" y="6300"/>
                    <a:pt x="13554" y="6022"/>
                  </a:cubicBezTo>
                  <a:cubicBezTo>
                    <a:pt x="13669" y="5485"/>
                    <a:pt x="13478" y="4986"/>
                    <a:pt x="13123" y="4756"/>
                  </a:cubicBezTo>
                  <a:cubicBezTo>
                    <a:pt x="13209" y="4382"/>
                    <a:pt x="13123" y="3980"/>
                    <a:pt x="12883" y="3673"/>
                  </a:cubicBezTo>
                  <a:cubicBezTo>
                    <a:pt x="12701" y="3424"/>
                    <a:pt x="12433" y="3242"/>
                    <a:pt x="12136" y="3165"/>
                  </a:cubicBezTo>
                  <a:cubicBezTo>
                    <a:pt x="12212" y="2849"/>
                    <a:pt x="12145" y="2513"/>
                    <a:pt x="11944" y="2245"/>
                  </a:cubicBezTo>
                  <a:cubicBezTo>
                    <a:pt x="11944" y="2245"/>
                    <a:pt x="11570" y="1814"/>
                    <a:pt x="11350" y="1766"/>
                  </a:cubicBezTo>
                  <a:cubicBezTo>
                    <a:pt x="11154" y="1717"/>
                    <a:pt x="10979" y="1654"/>
                    <a:pt x="10807" y="1654"/>
                  </a:cubicBezTo>
                  <a:cubicBezTo>
                    <a:pt x="10777" y="1654"/>
                    <a:pt x="10747" y="1656"/>
                    <a:pt x="10717" y="1660"/>
                  </a:cubicBezTo>
                  <a:cubicBezTo>
                    <a:pt x="10602" y="1286"/>
                    <a:pt x="10334" y="989"/>
                    <a:pt x="9979" y="836"/>
                  </a:cubicBezTo>
                  <a:cubicBezTo>
                    <a:pt x="9798" y="755"/>
                    <a:pt x="9601" y="714"/>
                    <a:pt x="9404" y="714"/>
                  </a:cubicBezTo>
                  <a:cubicBezTo>
                    <a:pt x="9298" y="714"/>
                    <a:pt x="9192" y="726"/>
                    <a:pt x="9088" y="750"/>
                  </a:cubicBezTo>
                  <a:cubicBezTo>
                    <a:pt x="8877" y="366"/>
                    <a:pt x="8474" y="127"/>
                    <a:pt x="8033" y="127"/>
                  </a:cubicBezTo>
                  <a:cubicBezTo>
                    <a:pt x="7998" y="124"/>
                    <a:pt x="7963" y="122"/>
                    <a:pt x="7929" y="122"/>
                  </a:cubicBezTo>
                  <a:cubicBezTo>
                    <a:pt x="7621" y="122"/>
                    <a:pt x="7325" y="235"/>
                    <a:pt x="7084" y="433"/>
                  </a:cubicBezTo>
                  <a:cubicBezTo>
                    <a:pt x="6896" y="170"/>
                    <a:pt x="6548" y="1"/>
                    <a:pt x="6161" y="1"/>
                  </a:cubicBezTo>
                  <a:close/>
                </a:path>
              </a:pathLst>
            </a:custGeom>
            <a:solidFill>
              <a:srgbClr val="C6CED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094" name="Google Shape;11094;p42"/>
            <p:cNvSpPr/>
            <p:nvPr/>
          </p:nvSpPr>
          <p:spPr>
            <a:xfrm>
              <a:off x="6253428" y="3355575"/>
              <a:ext cx="309920" cy="221442"/>
            </a:xfrm>
            <a:custGeom>
              <a:rect b="b" l="l" r="r" t="t"/>
              <a:pathLst>
                <a:path extrusionOk="0" h="8452" w="11829">
                  <a:moveTo>
                    <a:pt x="4312" y="0"/>
                  </a:moveTo>
                  <a:cubicBezTo>
                    <a:pt x="4209" y="0"/>
                    <a:pt x="4104" y="12"/>
                    <a:pt x="3998" y="36"/>
                  </a:cubicBezTo>
                  <a:cubicBezTo>
                    <a:pt x="3701" y="103"/>
                    <a:pt x="3442" y="256"/>
                    <a:pt x="3240" y="486"/>
                  </a:cubicBezTo>
                  <a:cubicBezTo>
                    <a:pt x="3035" y="359"/>
                    <a:pt x="2804" y="292"/>
                    <a:pt x="2572" y="292"/>
                  </a:cubicBezTo>
                  <a:cubicBezTo>
                    <a:pt x="2402" y="292"/>
                    <a:pt x="2232" y="327"/>
                    <a:pt x="2071" y="400"/>
                  </a:cubicBezTo>
                  <a:cubicBezTo>
                    <a:pt x="1793" y="505"/>
                    <a:pt x="1563" y="688"/>
                    <a:pt x="1410" y="937"/>
                  </a:cubicBezTo>
                  <a:cubicBezTo>
                    <a:pt x="1330" y="913"/>
                    <a:pt x="1245" y="902"/>
                    <a:pt x="1159" y="902"/>
                  </a:cubicBezTo>
                  <a:cubicBezTo>
                    <a:pt x="821" y="902"/>
                    <a:pt x="452" y="1078"/>
                    <a:pt x="192" y="1406"/>
                  </a:cubicBezTo>
                  <a:cubicBezTo>
                    <a:pt x="116" y="1493"/>
                    <a:pt x="58" y="1598"/>
                    <a:pt x="1" y="1704"/>
                  </a:cubicBezTo>
                  <a:cubicBezTo>
                    <a:pt x="68" y="1694"/>
                    <a:pt x="125" y="1675"/>
                    <a:pt x="183" y="1675"/>
                  </a:cubicBezTo>
                  <a:cubicBezTo>
                    <a:pt x="422" y="1636"/>
                    <a:pt x="643" y="1541"/>
                    <a:pt x="834" y="1387"/>
                  </a:cubicBezTo>
                  <a:cubicBezTo>
                    <a:pt x="1084" y="1169"/>
                    <a:pt x="1403" y="1052"/>
                    <a:pt x="1730" y="1052"/>
                  </a:cubicBezTo>
                  <a:cubicBezTo>
                    <a:pt x="1805" y="1052"/>
                    <a:pt x="1881" y="1058"/>
                    <a:pt x="1956" y="1071"/>
                  </a:cubicBezTo>
                  <a:cubicBezTo>
                    <a:pt x="2026" y="1083"/>
                    <a:pt x="2097" y="1089"/>
                    <a:pt x="2167" y="1089"/>
                  </a:cubicBezTo>
                  <a:cubicBezTo>
                    <a:pt x="2372" y="1089"/>
                    <a:pt x="2573" y="1037"/>
                    <a:pt x="2752" y="937"/>
                  </a:cubicBezTo>
                  <a:cubicBezTo>
                    <a:pt x="2876" y="870"/>
                    <a:pt x="3001" y="822"/>
                    <a:pt x="3145" y="793"/>
                  </a:cubicBezTo>
                  <a:cubicBezTo>
                    <a:pt x="3245" y="770"/>
                    <a:pt x="3348" y="758"/>
                    <a:pt x="3451" y="758"/>
                  </a:cubicBezTo>
                  <a:cubicBezTo>
                    <a:pt x="3642" y="758"/>
                    <a:pt x="3833" y="798"/>
                    <a:pt x="4007" y="879"/>
                  </a:cubicBezTo>
                  <a:cubicBezTo>
                    <a:pt x="4166" y="953"/>
                    <a:pt x="4334" y="990"/>
                    <a:pt x="4503" y="990"/>
                  </a:cubicBezTo>
                  <a:cubicBezTo>
                    <a:pt x="4620" y="990"/>
                    <a:pt x="4737" y="972"/>
                    <a:pt x="4851" y="937"/>
                  </a:cubicBezTo>
                  <a:cubicBezTo>
                    <a:pt x="4979" y="897"/>
                    <a:pt x="5113" y="877"/>
                    <a:pt x="5254" y="877"/>
                  </a:cubicBezTo>
                  <a:cubicBezTo>
                    <a:pt x="5282" y="877"/>
                    <a:pt x="5311" y="878"/>
                    <a:pt x="5340" y="879"/>
                  </a:cubicBezTo>
                  <a:cubicBezTo>
                    <a:pt x="5627" y="898"/>
                    <a:pt x="5915" y="1004"/>
                    <a:pt x="6145" y="1196"/>
                  </a:cubicBezTo>
                  <a:cubicBezTo>
                    <a:pt x="6336" y="1359"/>
                    <a:pt x="6567" y="1454"/>
                    <a:pt x="6825" y="1474"/>
                  </a:cubicBezTo>
                  <a:cubicBezTo>
                    <a:pt x="6979" y="1493"/>
                    <a:pt x="7132" y="1531"/>
                    <a:pt x="7285" y="1598"/>
                  </a:cubicBezTo>
                  <a:cubicBezTo>
                    <a:pt x="7496" y="1694"/>
                    <a:pt x="7688" y="1838"/>
                    <a:pt x="7822" y="2029"/>
                  </a:cubicBezTo>
                  <a:cubicBezTo>
                    <a:pt x="7985" y="2250"/>
                    <a:pt x="8225" y="2413"/>
                    <a:pt x="8493" y="2480"/>
                  </a:cubicBezTo>
                  <a:cubicBezTo>
                    <a:pt x="8541" y="2499"/>
                    <a:pt x="8599" y="2509"/>
                    <a:pt x="8647" y="2518"/>
                  </a:cubicBezTo>
                  <a:cubicBezTo>
                    <a:pt x="8886" y="2576"/>
                    <a:pt x="9241" y="3007"/>
                    <a:pt x="9241" y="3007"/>
                  </a:cubicBezTo>
                  <a:cubicBezTo>
                    <a:pt x="9337" y="3141"/>
                    <a:pt x="9413" y="3295"/>
                    <a:pt x="9452" y="3458"/>
                  </a:cubicBezTo>
                  <a:cubicBezTo>
                    <a:pt x="9509" y="3726"/>
                    <a:pt x="9663" y="3966"/>
                    <a:pt x="9883" y="4129"/>
                  </a:cubicBezTo>
                  <a:cubicBezTo>
                    <a:pt x="9998" y="4215"/>
                    <a:pt x="10094" y="4311"/>
                    <a:pt x="10180" y="4426"/>
                  </a:cubicBezTo>
                  <a:cubicBezTo>
                    <a:pt x="10343" y="4637"/>
                    <a:pt x="10439" y="4886"/>
                    <a:pt x="10458" y="5154"/>
                  </a:cubicBezTo>
                  <a:cubicBezTo>
                    <a:pt x="10477" y="5375"/>
                    <a:pt x="10554" y="5586"/>
                    <a:pt x="10679" y="5758"/>
                  </a:cubicBezTo>
                  <a:cubicBezTo>
                    <a:pt x="10870" y="6065"/>
                    <a:pt x="10937" y="6429"/>
                    <a:pt x="10851" y="6774"/>
                  </a:cubicBezTo>
                  <a:cubicBezTo>
                    <a:pt x="10813" y="6985"/>
                    <a:pt x="10717" y="7177"/>
                    <a:pt x="10592" y="7340"/>
                  </a:cubicBezTo>
                  <a:cubicBezTo>
                    <a:pt x="10506" y="7455"/>
                    <a:pt x="10468" y="7589"/>
                    <a:pt x="10487" y="7723"/>
                  </a:cubicBezTo>
                  <a:cubicBezTo>
                    <a:pt x="10516" y="7972"/>
                    <a:pt x="10477" y="8222"/>
                    <a:pt x="10382" y="8452"/>
                  </a:cubicBezTo>
                  <a:cubicBezTo>
                    <a:pt x="10765" y="8346"/>
                    <a:pt x="11072" y="8078"/>
                    <a:pt x="11225" y="7714"/>
                  </a:cubicBezTo>
                  <a:cubicBezTo>
                    <a:pt x="11369" y="7407"/>
                    <a:pt x="11388" y="7071"/>
                    <a:pt x="11292" y="6755"/>
                  </a:cubicBezTo>
                  <a:cubicBezTo>
                    <a:pt x="11503" y="6554"/>
                    <a:pt x="11647" y="6295"/>
                    <a:pt x="11704" y="6017"/>
                  </a:cubicBezTo>
                  <a:cubicBezTo>
                    <a:pt x="11829" y="5490"/>
                    <a:pt x="11637" y="4982"/>
                    <a:pt x="11283" y="4761"/>
                  </a:cubicBezTo>
                  <a:cubicBezTo>
                    <a:pt x="11369" y="4378"/>
                    <a:pt x="11283" y="3985"/>
                    <a:pt x="11043" y="3678"/>
                  </a:cubicBezTo>
                  <a:cubicBezTo>
                    <a:pt x="10861" y="3429"/>
                    <a:pt x="10592" y="3247"/>
                    <a:pt x="10295" y="3170"/>
                  </a:cubicBezTo>
                  <a:cubicBezTo>
                    <a:pt x="10372" y="2844"/>
                    <a:pt x="10305" y="2509"/>
                    <a:pt x="10104" y="2250"/>
                  </a:cubicBezTo>
                  <a:cubicBezTo>
                    <a:pt x="10104" y="2250"/>
                    <a:pt x="9739" y="1819"/>
                    <a:pt x="9500" y="1761"/>
                  </a:cubicBezTo>
                  <a:cubicBezTo>
                    <a:pt x="9286" y="1718"/>
                    <a:pt x="9110" y="1653"/>
                    <a:pt x="8932" y="1653"/>
                  </a:cubicBezTo>
                  <a:cubicBezTo>
                    <a:pt x="8910" y="1653"/>
                    <a:pt x="8889" y="1654"/>
                    <a:pt x="8867" y="1656"/>
                  </a:cubicBezTo>
                  <a:cubicBezTo>
                    <a:pt x="8762" y="1291"/>
                    <a:pt x="8493" y="985"/>
                    <a:pt x="8139" y="841"/>
                  </a:cubicBezTo>
                  <a:cubicBezTo>
                    <a:pt x="7957" y="760"/>
                    <a:pt x="7760" y="715"/>
                    <a:pt x="7562" y="715"/>
                  </a:cubicBezTo>
                  <a:cubicBezTo>
                    <a:pt x="7457" y="715"/>
                    <a:pt x="7351" y="728"/>
                    <a:pt x="7247" y="755"/>
                  </a:cubicBezTo>
                  <a:cubicBezTo>
                    <a:pt x="7084" y="410"/>
                    <a:pt x="6672" y="160"/>
                    <a:pt x="6193" y="122"/>
                  </a:cubicBezTo>
                  <a:cubicBezTo>
                    <a:pt x="6158" y="119"/>
                    <a:pt x="6123" y="118"/>
                    <a:pt x="6088" y="118"/>
                  </a:cubicBezTo>
                  <a:cubicBezTo>
                    <a:pt x="5779" y="118"/>
                    <a:pt x="5476" y="232"/>
                    <a:pt x="5244" y="438"/>
                  </a:cubicBezTo>
                  <a:cubicBezTo>
                    <a:pt x="5054" y="165"/>
                    <a:pt x="4702" y="0"/>
                    <a:pt x="4312" y="0"/>
                  </a:cubicBezTo>
                  <a:close/>
                </a:path>
              </a:pathLst>
            </a:custGeom>
            <a:solidFill>
              <a:srgbClr val="8999A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095" name="Google Shape;11095;p42"/>
            <p:cNvSpPr/>
            <p:nvPr/>
          </p:nvSpPr>
          <p:spPr>
            <a:xfrm>
              <a:off x="6225814" y="3425057"/>
              <a:ext cx="3537" cy="6550"/>
            </a:xfrm>
            <a:custGeom>
              <a:rect b="b" l="l" r="r" t="t"/>
              <a:pathLst>
                <a:path extrusionOk="0" h="250" w="135">
                  <a:moveTo>
                    <a:pt x="134" y="1"/>
                  </a:moveTo>
                  <a:cubicBezTo>
                    <a:pt x="77" y="77"/>
                    <a:pt x="39" y="163"/>
                    <a:pt x="0" y="250"/>
                  </a:cubicBezTo>
                  <a:lnTo>
                    <a:pt x="86" y="250"/>
                  </a:lnTo>
                  <a:cubicBezTo>
                    <a:pt x="86" y="163"/>
                    <a:pt x="106" y="77"/>
                    <a:pt x="134" y="1"/>
                  </a:cubicBezTo>
                  <a:close/>
                </a:path>
              </a:pathLst>
            </a:custGeom>
            <a:solidFill>
              <a:srgbClr val="8999A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096" name="Google Shape;11096;p42"/>
            <p:cNvSpPr/>
            <p:nvPr/>
          </p:nvSpPr>
          <p:spPr>
            <a:xfrm>
              <a:off x="6367451" y="3577751"/>
              <a:ext cx="139148" cy="140144"/>
            </a:xfrm>
            <a:custGeom>
              <a:rect b="b" l="l" r="r" t="t"/>
              <a:pathLst>
                <a:path extrusionOk="0" h="5349" w="5311">
                  <a:moveTo>
                    <a:pt x="585" y="0"/>
                  </a:moveTo>
                  <a:cubicBezTo>
                    <a:pt x="585" y="1"/>
                    <a:pt x="0" y="1601"/>
                    <a:pt x="1841" y="2656"/>
                  </a:cubicBezTo>
                  <a:cubicBezTo>
                    <a:pt x="3317" y="3509"/>
                    <a:pt x="3969" y="4170"/>
                    <a:pt x="4065" y="4831"/>
                  </a:cubicBezTo>
                  <a:cubicBezTo>
                    <a:pt x="4107" y="5132"/>
                    <a:pt x="4366" y="5348"/>
                    <a:pt x="4661" y="5348"/>
                  </a:cubicBezTo>
                  <a:cubicBezTo>
                    <a:pt x="4695" y="5348"/>
                    <a:pt x="4730" y="5345"/>
                    <a:pt x="4764" y="5339"/>
                  </a:cubicBezTo>
                  <a:cubicBezTo>
                    <a:pt x="5100" y="5282"/>
                    <a:pt x="5311" y="4946"/>
                    <a:pt x="5234" y="4621"/>
                  </a:cubicBezTo>
                  <a:lnTo>
                    <a:pt x="4659" y="1985"/>
                  </a:lnTo>
                  <a:lnTo>
                    <a:pt x="4132" y="662"/>
                  </a:lnTo>
                  <a:cubicBezTo>
                    <a:pt x="4132" y="662"/>
                    <a:pt x="3539" y="703"/>
                    <a:pt x="2889" y="703"/>
                  </a:cubicBezTo>
                  <a:cubicBezTo>
                    <a:pt x="2171" y="703"/>
                    <a:pt x="1382" y="653"/>
                    <a:pt x="1246" y="441"/>
                  </a:cubicBezTo>
                  <a:cubicBezTo>
                    <a:pt x="1103" y="211"/>
                    <a:pt x="863" y="48"/>
                    <a:pt x="585" y="0"/>
                  </a:cubicBezTo>
                  <a:close/>
                </a:path>
              </a:pathLst>
            </a:custGeom>
            <a:solidFill>
              <a:srgbClr val="E1E6E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097" name="Google Shape;11097;p42"/>
            <p:cNvSpPr/>
            <p:nvPr/>
          </p:nvSpPr>
          <p:spPr>
            <a:xfrm>
              <a:off x="6460120" y="3595069"/>
              <a:ext cx="46479" cy="122328"/>
            </a:xfrm>
            <a:custGeom>
              <a:rect b="b" l="l" r="r" t="t"/>
              <a:pathLst>
                <a:path extrusionOk="0" h="4669" w="1774">
                  <a:moveTo>
                    <a:pt x="604" y="1"/>
                  </a:moveTo>
                  <a:cubicBezTo>
                    <a:pt x="604" y="1"/>
                    <a:pt x="345" y="20"/>
                    <a:pt x="0" y="30"/>
                  </a:cubicBezTo>
                  <a:lnTo>
                    <a:pt x="499" y="1295"/>
                  </a:lnTo>
                  <a:lnTo>
                    <a:pt x="1074" y="3931"/>
                  </a:lnTo>
                  <a:cubicBezTo>
                    <a:pt x="1131" y="4180"/>
                    <a:pt x="1016" y="4439"/>
                    <a:pt x="786" y="4573"/>
                  </a:cubicBezTo>
                  <a:cubicBezTo>
                    <a:pt x="882" y="4631"/>
                    <a:pt x="997" y="4669"/>
                    <a:pt x="1122" y="4669"/>
                  </a:cubicBezTo>
                  <a:cubicBezTo>
                    <a:pt x="1496" y="4669"/>
                    <a:pt x="1774" y="4324"/>
                    <a:pt x="1697" y="3960"/>
                  </a:cubicBezTo>
                  <a:lnTo>
                    <a:pt x="1122" y="1324"/>
                  </a:lnTo>
                  <a:lnTo>
                    <a:pt x="604" y="1"/>
                  </a:lnTo>
                  <a:close/>
                </a:path>
              </a:pathLst>
            </a:custGeom>
            <a:solidFill>
              <a:srgbClr val="D8DDE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098" name="Google Shape;11098;p42"/>
            <p:cNvSpPr/>
            <p:nvPr/>
          </p:nvSpPr>
          <p:spPr>
            <a:xfrm>
              <a:off x="6419929" y="3572485"/>
              <a:ext cx="101997" cy="56513"/>
            </a:xfrm>
            <a:custGeom>
              <a:rect b="b" l="l" r="r" t="t"/>
              <a:pathLst>
                <a:path extrusionOk="0" h="2157" w="3893">
                  <a:moveTo>
                    <a:pt x="825" y="0"/>
                  </a:moveTo>
                  <a:cubicBezTo>
                    <a:pt x="346" y="0"/>
                    <a:pt x="1" y="451"/>
                    <a:pt x="116" y="911"/>
                  </a:cubicBezTo>
                  <a:lnTo>
                    <a:pt x="192" y="1313"/>
                  </a:lnTo>
                  <a:cubicBezTo>
                    <a:pt x="317" y="1812"/>
                    <a:pt x="767" y="2157"/>
                    <a:pt x="1285" y="2157"/>
                  </a:cubicBezTo>
                  <a:lnTo>
                    <a:pt x="2608" y="2157"/>
                  </a:lnTo>
                  <a:cubicBezTo>
                    <a:pt x="3116" y="2157"/>
                    <a:pt x="3566" y="1812"/>
                    <a:pt x="3701" y="1313"/>
                  </a:cubicBezTo>
                  <a:lnTo>
                    <a:pt x="3768" y="911"/>
                  </a:lnTo>
                  <a:cubicBezTo>
                    <a:pt x="3892" y="451"/>
                    <a:pt x="3538" y="0"/>
                    <a:pt x="3068" y="0"/>
                  </a:cubicBezTo>
                  <a:close/>
                </a:path>
              </a:pathLst>
            </a:custGeom>
            <a:solidFill>
              <a:srgbClr val="657A8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099" name="Google Shape;11099;p42"/>
            <p:cNvSpPr/>
            <p:nvPr/>
          </p:nvSpPr>
          <p:spPr>
            <a:xfrm>
              <a:off x="6426453" y="3572485"/>
              <a:ext cx="95211" cy="56513"/>
            </a:xfrm>
            <a:custGeom>
              <a:rect b="b" l="l" r="r" t="t"/>
              <a:pathLst>
                <a:path extrusionOk="0" h="2157" w="3634">
                  <a:moveTo>
                    <a:pt x="2934" y="0"/>
                  </a:moveTo>
                  <a:lnTo>
                    <a:pt x="2934" y="0"/>
                  </a:lnTo>
                  <a:cubicBezTo>
                    <a:pt x="2944" y="96"/>
                    <a:pt x="2944" y="192"/>
                    <a:pt x="2915" y="288"/>
                  </a:cubicBezTo>
                  <a:lnTo>
                    <a:pt x="2838" y="690"/>
                  </a:lnTo>
                  <a:cubicBezTo>
                    <a:pt x="2714" y="1189"/>
                    <a:pt x="2263" y="1543"/>
                    <a:pt x="1745" y="1543"/>
                  </a:cubicBezTo>
                  <a:lnTo>
                    <a:pt x="432" y="1543"/>
                  </a:lnTo>
                  <a:cubicBezTo>
                    <a:pt x="279" y="1543"/>
                    <a:pt x="135" y="1515"/>
                    <a:pt x="1" y="1457"/>
                  </a:cubicBezTo>
                  <a:lnTo>
                    <a:pt x="1" y="1457"/>
                  </a:lnTo>
                  <a:cubicBezTo>
                    <a:pt x="173" y="1879"/>
                    <a:pt x="586" y="2157"/>
                    <a:pt x="1046" y="2157"/>
                  </a:cubicBezTo>
                  <a:lnTo>
                    <a:pt x="2359" y="2157"/>
                  </a:lnTo>
                  <a:cubicBezTo>
                    <a:pt x="2877" y="2157"/>
                    <a:pt x="3327" y="1802"/>
                    <a:pt x="3452" y="1304"/>
                  </a:cubicBezTo>
                  <a:lnTo>
                    <a:pt x="3528" y="901"/>
                  </a:lnTo>
                  <a:cubicBezTo>
                    <a:pt x="3634" y="479"/>
                    <a:pt x="3356" y="67"/>
                    <a:pt x="2934" y="0"/>
                  </a:cubicBezTo>
                  <a:close/>
                </a:path>
              </a:pathLst>
            </a:custGeom>
            <a:solidFill>
              <a:srgbClr val="526A7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100" name="Google Shape;11100;p42"/>
            <p:cNvSpPr/>
            <p:nvPr/>
          </p:nvSpPr>
          <p:spPr>
            <a:xfrm>
              <a:off x="6381232" y="3407006"/>
              <a:ext cx="100503" cy="62277"/>
            </a:xfrm>
            <a:custGeom>
              <a:rect b="b" l="l" r="r" t="t"/>
              <a:pathLst>
                <a:path extrusionOk="0" h="2377" w="3836">
                  <a:moveTo>
                    <a:pt x="886" y="1"/>
                  </a:moveTo>
                  <a:cubicBezTo>
                    <a:pt x="656" y="1"/>
                    <a:pt x="423" y="50"/>
                    <a:pt x="203" y="153"/>
                  </a:cubicBezTo>
                  <a:cubicBezTo>
                    <a:pt x="0" y="262"/>
                    <a:pt x="102" y="543"/>
                    <a:pt x="293" y="543"/>
                  </a:cubicBezTo>
                  <a:cubicBezTo>
                    <a:pt x="319" y="543"/>
                    <a:pt x="347" y="538"/>
                    <a:pt x="375" y="527"/>
                  </a:cubicBezTo>
                  <a:cubicBezTo>
                    <a:pt x="539" y="452"/>
                    <a:pt x="710" y="416"/>
                    <a:pt x="879" y="416"/>
                  </a:cubicBezTo>
                  <a:cubicBezTo>
                    <a:pt x="1295" y="416"/>
                    <a:pt x="1694" y="631"/>
                    <a:pt x="1919" y="1006"/>
                  </a:cubicBezTo>
                  <a:cubicBezTo>
                    <a:pt x="1612" y="1351"/>
                    <a:pt x="1535" y="1840"/>
                    <a:pt x="1727" y="2252"/>
                  </a:cubicBezTo>
                  <a:cubicBezTo>
                    <a:pt x="1765" y="2329"/>
                    <a:pt x="1832" y="2377"/>
                    <a:pt x="1919" y="2377"/>
                  </a:cubicBezTo>
                  <a:cubicBezTo>
                    <a:pt x="1947" y="2377"/>
                    <a:pt x="1976" y="2367"/>
                    <a:pt x="2005" y="2357"/>
                  </a:cubicBezTo>
                  <a:cubicBezTo>
                    <a:pt x="2110" y="2309"/>
                    <a:pt x="2149" y="2185"/>
                    <a:pt x="2101" y="2079"/>
                  </a:cubicBezTo>
                  <a:cubicBezTo>
                    <a:pt x="1938" y="1715"/>
                    <a:pt x="2091" y="1293"/>
                    <a:pt x="2455" y="1121"/>
                  </a:cubicBezTo>
                  <a:cubicBezTo>
                    <a:pt x="2551" y="1077"/>
                    <a:pt x="2652" y="1056"/>
                    <a:pt x="2752" y="1056"/>
                  </a:cubicBezTo>
                  <a:cubicBezTo>
                    <a:pt x="3023" y="1056"/>
                    <a:pt x="3285" y="1210"/>
                    <a:pt x="3404" y="1476"/>
                  </a:cubicBezTo>
                  <a:cubicBezTo>
                    <a:pt x="3447" y="1547"/>
                    <a:pt x="3527" y="1586"/>
                    <a:pt x="3608" y="1586"/>
                  </a:cubicBezTo>
                  <a:cubicBezTo>
                    <a:pt x="3636" y="1586"/>
                    <a:pt x="3665" y="1581"/>
                    <a:pt x="3692" y="1571"/>
                  </a:cubicBezTo>
                  <a:cubicBezTo>
                    <a:pt x="3788" y="1514"/>
                    <a:pt x="3836" y="1389"/>
                    <a:pt x="3788" y="1293"/>
                  </a:cubicBezTo>
                  <a:cubicBezTo>
                    <a:pt x="3592" y="875"/>
                    <a:pt x="3183" y="634"/>
                    <a:pt x="2757" y="634"/>
                  </a:cubicBezTo>
                  <a:cubicBezTo>
                    <a:pt x="2598" y="634"/>
                    <a:pt x="2436" y="667"/>
                    <a:pt x="2283" y="737"/>
                  </a:cubicBezTo>
                  <a:cubicBezTo>
                    <a:pt x="2273" y="747"/>
                    <a:pt x="2264" y="747"/>
                    <a:pt x="2264" y="757"/>
                  </a:cubicBezTo>
                  <a:cubicBezTo>
                    <a:pt x="1954" y="272"/>
                    <a:pt x="1428" y="1"/>
                    <a:pt x="886" y="1"/>
                  </a:cubicBezTo>
                  <a:close/>
                </a:path>
              </a:pathLst>
            </a:custGeom>
            <a:solidFill>
              <a:srgbClr val="50687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101" name="Google Shape;11101;p42"/>
            <p:cNvSpPr/>
            <p:nvPr/>
          </p:nvSpPr>
          <p:spPr>
            <a:xfrm>
              <a:off x="6255865" y="3454873"/>
              <a:ext cx="84259" cy="48811"/>
            </a:xfrm>
            <a:custGeom>
              <a:rect b="b" l="l" r="r" t="t"/>
              <a:pathLst>
                <a:path extrusionOk="0" h="1863" w="3216">
                  <a:moveTo>
                    <a:pt x="2482" y="1"/>
                  </a:moveTo>
                  <a:cubicBezTo>
                    <a:pt x="2018" y="1"/>
                    <a:pt x="1574" y="257"/>
                    <a:pt x="1345" y="693"/>
                  </a:cubicBezTo>
                  <a:cubicBezTo>
                    <a:pt x="1192" y="647"/>
                    <a:pt x="1036" y="624"/>
                    <a:pt x="880" y="624"/>
                  </a:cubicBezTo>
                  <a:cubicBezTo>
                    <a:pt x="646" y="624"/>
                    <a:pt x="414" y="676"/>
                    <a:pt x="195" y="780"/>
                  </a:cubicBezTo>
                  <a:cubicBezTo>
                    <a:pt x="1" y="889"/>
                    <a:pt x="97" y="1170"/>
                    <a:pt x="293" y="1170"/>
                  </a:cubicBezTo>
                  <a:cubicBezTo>
                    <a:pt x="319" y="1170"/>
                    <a:pt x="347" y="1165"/>
                    <a:pt x="377" y="1153"/>
                  </a:cubicBezTo>
                  <a:cubicBezTo>
                    <a:pt x="537" y="1079"/>
                    <a:pt x="706" y="1043"/>
                    <a:pt x="873" y="1043"/>
                  </a:cubicBezTo>
                  <a:cubicBezTo>
                    <a:pt x="1326" y="1043"/>
                    <a:pt x="1765" y="1304"/>
                    <a:pt x="1968" y="1738"/>
                  </a:cubicBezTo>
                  <a:cubicBezTo>
                    <a:pt x="2007" y="1815"/>
                    <a:pt x="2083" y="1863"/>
                    <a:pt x="2160" y="1863"/>
                  </a:cubicBezTo>
                  <a:cubicBezTo>
                    <a:pt x="2189" y="1863"/>
                    <a:pt x="2218" y="1853"/>
                    <a:pt x="2246" y="1844"/>
                  </a:cubicBezTo>
                  <a:cubicBezTo>
                    <a:pt x="2352" y="1796"/>
                    <a:pt x="2400" y="1671"/>
                    <a:pt x="2352" y="1566"/>
                  </a:cubicBezTo>
                  <a:cubicBezTo>
                    <a:pt x="2218" y="1278"/>
                    <a:pt x="1997" y="1029"/>
                    <a:pt x="1719" y="866"/>
                  </a:cubicBezTo>
                  <a:cubicBezTo>
                    <a:pt x="1825" y="684"/>
                    <a:pt x="1988" y="540"/>
                    <a:pt x="2179" y="473"/>
                  </a:cubicBezTo>
                  <a:cubicBezTo>
                    <a:pt x="2276" y="433"/>
                    <a:pt x="2380" y="414"/>
                    <a:pt x="2483" y="414"/>
                  </a:cubicBezTo>
                  <a:cubicBezTo>
                    <a:pt x="2605" y="414"/>
                    <a:pt x="2727" y="440"/>
                    <a:pt x="2841" y="492"/>
                  </a:cubicBezTo>
                  <a:cubicBezTo>
                    <a:pt x="2869" y="503"/>
                    <a:pt x="2897" y="509"/>
                    <a:pt x="2923" y="509"/>
                  </a:cubicBezTo>
                  <a:cubicBezTo>
                    <a:pt x="3114" y="509"/>
                    <a:pt x="3216" y="228"/>
                    <a:pt x="3013" y="118"/>
                  </a:cubicBezTo>
                  <a:cubicBezTo>
                    <a:pt x="2840" y="38"/>
                    <a:pt x="2660" y="1"/>
                    <a:pt x="2482" y="1"/>
                  </a:cubicBezTo>
                  <a:close/>
                </a:path>
              </a:pathLst>
            </a:custGeom>
            <a:solidFill>
              <a:srgbClr val="50687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102" name="Google Shape;11102;p42"/>
            <p:cNvSpPr/>
            <p:nvPr/>
          </p:nvSpPr>
          <p:spPr>
            <a:xfrm>
              <a:off x="6422183" y="3506932"/>
              <a:ext cx="51273" cy="22637"/>
            </a:xfrm>
            <a:custGeom>
              <a:rect b="b" l="l" r="r" t="t"/>
              <a:pathLst>
                <a:path extrusionOk="0" h="864" w="1957">
                  <a:moveTo>
                    <a:pt x="847" y="1"/>
                  </a:moveTo>
                  <a:cubicBezTo>
                    <a:pt x="584" y="1"/>
                    <a:pt x="326" y="82"/>
                    <a:pt x="116" y="240"/>
                  </a:cubicBezTo>
                  <a:cubicBezTo>
                    <a:pt x="20" y="307"/>
                    <a:pt x="1" y="432"/>
                    <a:pt x="58" y="528"/>
                  </a:cubicBezTo>
                  <a:cubicBezTo>
                    <a:pt x="99" y="585"/>
                    <a:pt x="164" y="615"/>
                    <a:pt x="230" y="615"/>
                  </a:cubicBezTo>
                  <a:cubicBezTo>
                    <a:pt x="273" y="615"/>
                    <a:pt x="317" y="602"/>
                    <a:pt x="356" y="575"/>
                  </a:cubicBezTo>
                  <a:cubicBezTo>
                    <a:pt x="505" y="471"/>
                    <a:pt x="679" y="420"/>
                    <a:pt x="851" y="420"/>
                  </a:cubicBezTo>
                  <a:cubicBezTo>
                    <a:pt x="1119" y="420"/>
                    <a:pt x="1384" y="543"/>
                    <a:pt x="1554" y="777"/>
                  </a:cubicBezTo>
                  <a:cubicBezTo>
                    <a:pt x="1592" y="834"/>
                    <a:pt x="1650" y="863"/>
                    <a:pt x="1726" y="863"/>
                  </a:cubicBezTo>
                  <a:cubicBezTo>
                    <a:pt x="1765" y="863"/>
                    <a:pt x="1803" y="853"/>
                    <a:pt x="1841" y="825"/>
                  </a:cubicBezTo>
                  <a:cubicBezTo>
                    <a:pt x="1937" y="758"/>
                    <a:pt x="1956" y="623"/>
                    <a:pt x="1889" y="528"/>
                  </a:cubicBezTo>
                  <a:cubicBezTo>
                    <a:pt x="1698" y="259"/>
                    <a:pt x="1400" y="67"/>
                    <a:pt x="1065" y="20"/>
                  </a:cubicBezTo>
                  <a:cubicBezTo>
                    <a:pt x="992" y="7"/>
                    <a:pt x="920" y="1"/>
                    <a:pt x="847" y="1"/>
                  </a:cubicBezTo>
                  <a:close/>
                </a:path>
              </a:pathLst>
            </a:custGeom>
            <a:solidFill>
              <a:srgbClr val="50687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103" name="Google Shape;11103;p42"/>
            <p:cNvSpPr/>
            <p:nvPr/>
          </p:nvSpPr>
          <p:spPr>
            <a:xfrm>
              <a:off x="6358621" y="3569236"/>
              <a:ext cx="52793" cy="23292"/>
            </a:xfrm>
            <a:custGeom>
              <a:rect b="b" l="l" r="r" t="t"/>
              <a:pathLst>
                <a:path extrusionOk="0" h="889" w="2015">
                  <a:moveTo>
                    <a:pt x="1151" y="0"/>
                  </a:moveTo>
                  <a:cubicBezTo>
                    <a:pt x="1078" y="0"/>
                    <a:pt x="1005" y="6"/>
                    <a:pt x="932" y="19"/>
                  </a:cubicBezTo>
                  <a:cubicBezTo>
                    <a:pt x="596" y="86"/>
                    <a:pt x="309" y="278"/>
                    <a:pt x="117" y="555"/>
                  </a:cubicBezTo>
                  <a:cubicBezTo>
                    <a:pt x="1" y="720"/>
                    <a:pt x="143" y="888"/>
                    <a:pt x="293" y="888"/>
                  </a:cubicBezTo>
                  <a:cubicBezTo>
                    <a:pt x="353" y="888"/>
                    <a:pt x="415" y="861"/>
                    <a:pt x="462" y="795"/>
                  </a:cubicBezTo>
                  <a:cubicBezTo>
                    <a:pt x="587" y="603"/>
                    <a:pt x="788" y="479"/>
                    <a:pt x="1018" y="440"/>
                  </a:cubicBezTo>
                  <a:cubicBezTo>
                    <a:pt x="1074" y="428"/>
                    <a:pt x="1130" y="422"/>
                    <a:pt x="1186" y="422"/>
                  </a:cubicBezTo>
                  <a:cubicBezTo>
                    <a:pt x="1352" y="422"/>
                    <a:pt x="1517" y="474"/>
                    <a:pt x="1660" y="575"/>
                  </a:cubicBezTo>
                  <a:cubicBezTo>
                    <a:pt x="1696" y="600"/>
                    <a:pt x="1735" y="611"/>
                    <a:pt x="1774" y="611"/>
                  </a:cubicBezTo>
                  <a:cubicBezTo>
                    <a:pt x="1840" y="611"/>
                    <a:pt x="1905" y="577"/>
                    <a:pt x="1948" y="517"/>
                  </a:cubicBezTo>
                  <a:cubicBezTo>
                    <a:pt x="2015" y="421"/>
                    <a:pt x="1986" y="297"/>
                    <a:pt x="1900" y="230"/>
                  </a:cubicBezTo>
                  <a:cubicBezTo>
                    <a:pt x="1675" y="80"/>
                    <a:pt x="1415" y="0"/>
                    <a:pt x="1151" y="0"/>
                  </a:cubicBezTo>
                  <a:close/>
                </a:path>
              </a:pathLst>
            </a:custGeom>
            <a:solidFill>
              <a:srgbClr val="50687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104" name="Google Shape;11104;p42"/>
            <p:cNvSpPr/>
            <p:nvPr/>
          </p:nvSpPr>
          <p:spPr>
            <a:xfrm>
              <a:off x="6345076" y="3480470"/>
              <a:ext cx="45509" cy="34532"/>
            </a:xfrm>
            <a:custGeom>
              <a:rect b="b" l="l" r="r" t="t"/>
              <a:pathLst>
                <a:path extrusionOk="0" h="1318" w="1737">
                  <a:moveTo>
                    <a:pt x="1509" y="1"/>
                  </a:moveTo>
                  <a:cubicBezTo>
                    <a:pt x="1409" y="1"/>
                    <a:pt x="1322" y="73"/>
                    <a:pt x="1305" y="176"/>
                  </a:cubicBezTo>
                  <a:cubicBezTo>
                    <a:pt x="1236" y="599"/>
                    <a:pt x="872" y="897"/>
                    <a:pt x="458" y="897"/>
                  </a:cubicBezTo>
                  <a:cubicBezTo>
                    <a:pt x="412" y="897"/>
                    <a:pt x="365" y="893"/>
                    <a:pt x="318" y="886"/>
                  </a:cubicBezTo>
                  <a:cubicBezTo>
                    <a:pt x="308" y="885"/>
                    <a:pt x="299" y="884"/>
                    <a:pt x="290" y="884"/>
                  </a:cubicBezTo>
                  <a:cubicBezTo>
                    <a:pt x="54" y="884"/>
                    <a:pt x="1" y="1242"/>
                    <a:pt x="250" y="1298"/>
                  </a:cubicBezTo>
                  <a:cubicBezTo>
                    <a:pt x="318" y="1308"/>
                    <a:pt x="394" y="1317"/>
                    <a:pt x="461" y="1317"/>
                  </a:cubicBezTo>
                  <a:cubicBezTo>
                    <a:pt x="1084" y="1308"/>
                    <a:pt x="1621" y="857"/>
                    <a:pt x="1717" y="244"/>
                  </a:cubicBezTo>
                  <a:cubicBezTo>
                    <a:pt x="1736" y="129"/>
                    <a:pt x="1659" y="23"/>
                    <a:pt x="1544" y="4"/>
                  </a:cubicBezTo>
                  <a:cubicBezTo>
                    <a:pt x="1533" y="2"/>
                    <a:pt x="1521" y="1"/>
                    <a:pt x="1509" y="1"/>
                  </a:cubicBezTo>
                  <a:close/>
                </a:path>
              </a:pathLst>
            </a:custGeom>
            <a:solidFill>
              <a:srgbClr val="50687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105" name="Google Shape;11105;p42"/>
            <p:cNvSpPr/>
            <p:nvPr/>
          </p:nvSpPr>
          <p:spPr>
            <a:xfrm>
              <a:off x="6278030" y="3534285"/>
              <a:ext cx="15353" cy="32933"/>
            </a:xfrm>
            <a:custGeom>
              <a:rect b="b" l="l" r="r" t="t"/>
              <a:pathLst>
                <a:path extrusionOk="0" h="1257" w="586">
                  <a:moveTo>
                    <a:pt x="300" y="1"/>
                  </a:moveTo>
                  <a:cubicBezTo>
                    <a:pt x="218" y="1"/>
                    <a:pt x="136" y="47"/>
                    <a:pt x="106" y="155"/>
                  </a:cubicBezTo>
                  <a:cubicBezTo>
                    <a:pt x="1" y="471"/>
                    <a:pt x="126" y="998"/>
                    <a:pt x="154" y="1094"/>
                  </a:cubicBezTo>
                  <a:cubicBezTo>
                    <a:pt x="173" y="1190"/>
                    <a:pt x="260" y="1257"/>
                    <a:pt x="356" y="1257"/>
                  </a:cubicBezTo>
                  <a:cubicBezTo>
                    <a:pt x="375" y="1257"/>
                    <a:pt x="384" y="1257"/>
                    <a:pt x="404" y="1247"/>
                  </a:cubicBezTo>
                  <a:cubicBezTo>
                    <a:pt x="519" y="1219"/>
                    <a:pt x="586" y="1103"/>
                    <a:pt x="557" y="998"/>
                  </a:cubicBezTo>
                  <a:cubicBezTo>
                    <a:pt x="499" y="787"/>
                    <a:pt x="451" y="433"/>
                    <a:pt x="499" y="279"/>
                  </a:cubicBezTo>
                  <a:cubicBezTo>
                    <a:pt x="564" y="115"/>
                    <a:pt x="431" y="1"/>
                    <a:pt x="300" y="1"/>
                  </a:cubicBezTo>
                  <a:close/>
                </a:path>
              </a:pathLst>
            </a:custGeom>
            <a:solidFill>
              <a:srgbClr val="50687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106" name="Google Shape;11106;p42"/>
            <p:cNvSpPr/>
            <p:nvPr/>
          </p:nvSpPr>
          <p:spPr>
            <a:xfrm>
              <a:off x="6325767" y="3362911"/>
              <a:ext cx="20672" cy="25519"/>
            </a:xfrm>
            <a:custGeom>
              <a:rect b="b" l="l" r="r" t="t"/>
              <a:pathLst>
                <a:path extrusionOk="0" h="974" w="789">
                  <a:moveTo>
                    <a:pt x="485" y="1"/>
                  </a:moveTo>
                  <a:cubicBezTo>
                    <a:pt x="438" y="1"/>
                    <a:pt x="389" y="19"/>
                    <a:pt x="345" y="62"/>
                  </a:cubicBezTo>
                  <a:cubicBezTo>
                    <a:pt x="307" y="101"/>
                    <a:pt x="0" y="408"/>
                    <a:pt x="0" y="772"/>
                  </a:cubicBezTo>
                  <a:cubicBezTo>
                    <a:pt x="0" y="887"/>
                    <a:pt x="96" y="973"/>
                    <a:pt x="211" y="973"/>
                  </a:cubicBezTo>
                  <a:cubicBezTo>
                    <a:pt x="216" y="974"/>
                    <a:pt x="222" y="974"/>
                    <a:pt x="227" y="974"/>
                  </a:cubicBezTo>
                  <a:cubicBezTo>
                    <a:pt x="335" y="974"/>
                    <a:pt x="421" y="881"/>
                    <a:pt x="412" y="772"/>
                  </a:cubicBezTo>
                  <a:cubicBezTo>
                    <a:pt x="412" y="618"/>
                    <a:pt x="575" y="417"/>
                    <a:pt x="633" y="360"/>
                  </a:cubicBezTo>
                  <a:cubicBezTo>
                    <a:pt x="788" y="212"/>
                    <a:pt x="646" y="1"/>
                    <a:pt x="485" y="1"/>
                  </a:cubicBezTo>
                  <a:close/>
                </a:path>
              </a:pathLst>
            </a:custGeom>
            <a:solidFill>
              <a:srgbClr val="50687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107" name="Google Shape;11107;p42"/>
            <p:cNvSpPr/>
            <p:nvPr/>
          </p:nvSpPr>
          <p:spPr>
            <a:xfrm>
              <a:off x="6305042" y="3381146"/>
              <a:ext cx="50880" cy="19205"/>
            </a:xfrm>
            <a:custGeom>
              <a:rect b="b" l="l" r="r" t="t"/>
              <a:pathLst>
                <a:path extrusionOk="0" h="733" w="1942">
                  <a:moveTo>
                    <a:pt x="1025" y="0"/>
                  </a:moveTo>
                  <a:cubicBezTo>
                    <a:pt x="896" y="0"/>
                    <a:pt x="778" y="24"/>
                    <a:pt x="676" y="57"/>
                  </a:cubicBezTo>
                  <a:cubicBezTo>
                    <a:pt x="484" y="124"/>
                    <a:pt x="302" y="229"/>
                    <a:pt x="149" y="373"/>
                  </a:cubicBezTo>
                  <a:cubicBezTo>
                    <a:pt x="1" y="521"/>
                    <a:pt x="139" y="732"/>
                    <a:pt x="302" y="732"/>
                  </a:cubicBezTo>
                  <a:cubicBezTo>
                    <a:pt x="350" y="732"/>
                    <a:pt x="400" y="714"/>
                    <a:pt x="446" y="670"/>
                  </a:cubicBezTo>
                  <a:cubicBezTo>
                    <a:pt x="459" y="651"/>
                    <a:pt x="699" y="421"/>
                    <a:pt x="1018" y="421"/>
                  </a:cubicBezTo>
                  <a:cubicBezTo>
                    <a:pt x="1184" y="421"/>
                    <a:pt x="1371" y="483"/>
                    <a:pt x="1558" y="670"/>
                  </a:cubicBezTo>
                  <a:cubicBezTo>
                    <a:pt x="1606" y="699"/>
                    <a:pt x="1654" y="728"/>
                    <a:pt x="1711" y="728"/>
                  </a:cubicBezTo>
                  <a:cubicBezTo>
                    <a:pt x="1759" y="728"/>
                    <a:pt x="1817" y="699"/>
                    <a:pt x="1855" y="660"/>
                  </a:cubicBezTo>
                  <a:cubicBezTo>
                    <a:pt x="1941" y="584"/>
                    <a:pt x="1941" y="450"/>
                    <a:pt x="1855" y="373"/>
                  </a:cubicBezTo>
                  <a:cubicBezTo>
                    <a:pt x="1565" y="89"/>
                    <a:pt x="1274" y="0"/>
                    <a:pt x="1025" y="0"/>
                  </a:cubicBezTo>
                  <a:close/>
                </a:path>
              </a:pathLst>
            </a:custGeom>
            <a:solidFill>
              <a:srgbClr val="50687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108" name="Google Shape;11108;p42"/>
            <p:cNvSpPr/>
            <p:nvPr/>
          </p:nvSpPr>
          <p:spPr>
            <a:xfrm>
              <a:off x="6526275" y="3501037"/>
              <a:ext cx="29056" cy="37309"/>
            </a:xfrm>
            <a:custGeom>
              <a:rect b="b" l="l" r="r" t="t"/>
              <a:pathLst>
                <a:path extrusionOk="0" h="1424" w="1109">
                  <a:moveTo>
                    <a:pt x="313" y="0"/>
                  </a:moveTo>
                  <a:cubicBezTo>
                    <a:pt x="141" y="0"/>
                    <a:pt x="1" y="236"/>
                    <a:pt x="188" y="379"/>
                  </a:cubicBezTo>
                  <a:cubicBezTo>
                    <a:pt x="447" y="590"/>
                    <a:pt x="629" y="896"/>
                    <a:pt x="686" y="1232"/>
                  </a:cubicBezTo>
                  <a:cubicBezTo>
                    <a:pt x="696" y="1337"/>
                    <a:pt x="792" y="1424"/>
                    <a:pt x="897" y="1424"/>
                  </a:cubicBezTo>
                  <a:cubicBezTo>
                    <a:pt x="907" y="1424"/>
                    <a:pt x="907" y="1424"/>
                    <a:pt x="916" y="1414"/>
                  </a:cubicBezTo>
                  <a:cubicBezTo>
                    <a:pt x="1032" y="1404"/>
                    <a:pt x="1108" y="1309"/>
                    <a:pt x="1108" y="1193"/>
                  </a:cubicBezTo>
                  <a:cubicBezTo>
                    <a:pt x="1032" y="753"/>
                    <a:pt x="801" y="350"/>
                    <a:pt x="456" y="62"/>
                  </a:cubicBezTo>
                  <a:cubicBezTo>
                    <a:pt x="410" y="19"/>
                    <a:pt x="360" y="0"/>
                    <a:pt x="313" y="0"/>
                  </a:cubicBezTo>
                  <a:close/>
                </a:path>
              </a:pathLst>
            </a:custGeom>
            <a:solidFill>
              <a:srgbClr val="50687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1109" name="Google Shape;11109;p42"/>
          <p:cNvGrpSpPr/>
          <p:nvPr/>
        </p:nvGrpSpPr>
        <p:grpSpPr>
          <a:xfrm>
            <a:off x="4939970" y="1316855"/>
            <a:ext cx="242978" cy="362661"/>
            <a:chOff x="4939970" y="1499855"/>
            <a:chExt cx="242978" cy="362661"/>
          </a:xfrm>
        </p:grpSpPr>
        <p:sp>
          <p:nvSpPr>
            <p:cNvPr id="11110" name="Google Shape;11110;p42"/>
            <p:cNvSpPr/>
            <p:nvPr/>
          </p:nvSpPr>
          <p:spPr>
            <a:xfrm>
              <a:off x="4992973" y="1499855"/>
              <a:ext cx="43728" cy="120075"/>
            </a:xfrm>
            <a:custGeom>
              <a:rect b="b" l="l" r="r" t="t"/>
              <a:pathLst>
                <a:path extrusionOk="0" h="4583" w="1669">
                  <a:moveTo>
                    <a:pt x="834" y="0"/>
                  </a:moveTo>
                  <a:cubicBezTo>
                    <a:pt x="374" y="0"/>
                    <a:pt x="0" y="384"/>
                    <a:pt x="20" y="844"/>
                  </a:cubicBezTo>
                  <a:lnTo>
                    <a:pt x="20" y="4582"/>
                  </a:lnTo>
                  <a:cubicBezTo>
                    <a:pt x="269" y="4179"/>
                    <a:pt x="710" y="3940"/>
                    <a:pt x="1189" y="3940"/>
                  </a:cubicBezTo>
                  <a:cubicBezTo>
                    <a:pt x="1342" y="3940"/>
                    <a:pt x="1496" y="3959"/>
                    <a:pt x="1649" y="4017"/>
                  </a:cubicBezTo>
                  <a:lnTo>
                    <a:pt x="1649" y="844"/>
                  </a:lnTo>
                  <a:cubicBezTo>
                    <a:pt x="1668" y="384"/>
                    <a:pt x="1295" y="0"/>
                    <a:pt x="834" y="0"/>
                  </a:cubicBezTo>
                  <a:close/>
                </a:path>
              </a:pathLst>
            </a:custGeom>
            <a:solidFill>
              <a:srgbClr val="D8DEE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111" name="Google Shape;11111;p42"/>
            <p:cNvSpPr/>
            <p:nvPr/>
          </p:nvSpPr>
          <p:spPr>
            <a:xfrm>
              <a:off x="4993470" y="1584979"/>
              <a:ext cx="42732" cy="34951"/>
            </a:xfrm>
            <a:custGeom>
              <a:rect b="b" l="l" r="r" t="t"/>
              <a:pathLst>
                <a:path extrusionOk="0" h="1334" w="1631">
                  <a:moveTo>
                    <a:pt x="1170" y="1"/>
                  </a:moveTo>
                  <a:cubicBezTo>
                    <a:pt x="691" y="1"/>
                    <a:pt x="250" y="250"/>
                    <a:pt x="1" y="652"/>
                  </a:cubicBezTo>
                  <a:lnTo>
                    <a:pt x="1" y="1333"/>
                  </a:lnTo>
                  <a:cubicBezTo>
                    <a:pt x="250" y="930"/>
                    <a:pt x="691" y="691"/>
                    <a:pt x="1170" y="691"/>
                  </a:cubicBezTo>
                  <a:cubicBezTo>
                    <a:pt x="1323" y="691"/>
                    <a:pt x="1477" y="710"/>
                    <a:pt x="1630" y="768"/>
                  </a:cubicBezTo>
                  <a:lnTo>
                    <a:pt x="1630" y="77"/>
                  </a:lnTo>
                  <a:cubicBezTo>
                    <a:pt x="1477" y="29"/>
                    <a:pt x="1323" y="1"/>
                    <a:pt x="1170" y="1"/>
                  </a:cubicBezTo>
                  <a:close/>
                </a:path>
              </a:pathLst>
            </a:custGeom>
            <a:solidFill>
              <a:srgbClr val="C6CED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112" name="Google Shape;11112;p42"/>
            <p:cNvSpPr/>
            <p:nvPr/>
          </p:nvSpPr>
          <p:spPr>
            <a:xfrm>
              <a:off x="4939970" y="1536588"/>
              <a:ext cx="203207" cy="325928"/>
            </a:xfrm>
            <a:custGeom>
              <a:rect b="b" l="l" r="r" t="t"/>
              <a:pathLst>
                <a:path extrusionOk="0" h="12440" w="7756">
                  <a:moveTo>
                    <a:pt x="1482" y="8965"/>
                  </a:moveTo>
                  <a:cubicBezTo>
                    <a:pt x="1805" y="8965"/>
                    <a:pt x="2129" y="9180"/>
                    <a:pt x="2129" y="9612"/>
                  </a:cubicBezTo>
                  <a:lnTo>
                    <a:pt x="2129" y="10810"/>
                  </a:lnTo>
                  <a:cubicBezTo>
                    <a:pt x="2129" y="11165"/>
                    <a:pt x="1841" y="11452"/>
                    <a:pt x="1477" y="11452"/>
                  </a:cubicBezTo>
                  <a:cubicBezTo>
                    <a:pt x="1122" y="11452"/>
                    <a:pt x="835" y="11165"/>
                    <a:pt x="835" y="10810"/>
                  </a:cubicBezTo>
                  <a:lnTo>
                    <a:pt x="835" y="9612"/>
                  </a:lnTo>
                  <a:cubicBezTo>
                    <a:pt x="835" y="9180"/>
                    <a:pt x="1158" y="8965"/>
                    <a:pt x="1482" y="8965"/>
                  </a:cubicBezTo>
                  <a:close/>
                  <a:moveTo>
                    <a:pt x="6858" y="0"/>
                  </a:moveTo>
                  <a:cubicBezTo>
                    <a:pt x="6651" y="0"/>
                    <a:pt x="6442" y="79"/>
                    <a:pt x="6279" y="237"/>
                  </a:cubicBezTo>
                  <a:lnTo>
                    <a:pt x="3835" y="2691"/>
                  </a:lnTo>
                  <a:cubicBezTo>
                    <a:pt x="3619" y="2581"/>
                    <a:pt x="3403" y="2532"/>
                    <a:pt x="3197" y="2532"/>
                  </a:cubicBezTo>
                  <a:cubicBezTo>
                    <a:pt x="2145" y="2532"/>
                    <a:pt x="1359" y="3811"/>
                    <a:pt x="2129" y="4781"/>
                  </a:cubicBezTo>
                  <a:lnTo>
                    <a:pt x="2129" y="8126"/>
                  </a:lnTo>
                  <a:cubicBezTo>
                    <a:pt x="1928" y="8021"/>
                    <a:pt x="1707" y="7973"/>
                    <a:pt x="1487" y="7973"/>
                  </a:cubicBezTo>
                  <a:cubicBezTo>
                    <a:pt x="662" y="7973"/>
                    <a:pt x="1" y="8644"/>
                    <a:pt x="1" y="9458"/>
                  </a:cubicBezTo>
                  <a:lnTo>
                    <a:pt x="1" y="10963"/>
                  </a:lnTo>
                  <a:cubicBezTo>
                    <a:pt x="1" y="11778"/>
                    <a:pt x="662" y="12439"/>
                    <a:pt x="1487" y="12439"/>
                  </a:cubicBezTo>
                  <a:cubicBezTo>
                    <a:pt x="2301" y="12439"/>
                    <a:pt x="2963" y="11778"/>
                    <a:pt x="2963" y="10963"/>
                  </a:cubicBezTo>
                  <a:lnTo>
                    <a:pt x="2963" y="5279"/>
                  </a:lnTo>
                  <a:cubicBezTo>
                    <a:pt x="3049" y="5298"/>
                    <a:pt x="3126" y="5308"/>
                    <a:pt x="3202" y="5308"/>
                  </a:cubicBezTo>
                  <a:cubicBezTo>
                    <a:pt x="3835" y="5308"/>
                    <a:pt x="4381" y="4877"/>
                    <a:pt x="4544" y="4273"/>
                  </a:cubicBezTo>
                  <a:lnTo>
                    <a:pt x="7439" y="1388"/>
                  </a:lnTo>
                  <a:cubicBezTo>
                    <a:pt x="7756" y="1071"/>
                    <a:pt x="7756" y="554"/>
                    <a:pt x="7430" y="237"/>
                  </a:cubicBezTo>
                  <a:cubicBezTo>
                    <a:pt x="7271" y="79"/>
                    <a:pt x="7065" y="0"/>
                    <a:pt x="6858" y="0"/>
                  </a:cubicBezTo>
                  <a:close/>
                </a:path>
              </a:pathLst>
            </a:custGeom>
            <a:solidFill>
              <a:srgbClr val="D8DEE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113" name="Google Shape;11113;p42"/>
            <p:cNvSpPr/>
            <p:nvPr/>
          </p:nvSpPr>
          <p:spPr>
            <a:xfrm>
              <a:off x="5033163" y="1662321"/>
              <a:ext cx="149785" cy="191155"/>
            </a:xfrm>
            <a:custGeom>
              <a:rect b="b" l="l" r="r" t="t"/>
              <a:pathLst>
                <a:path extrusionOk="0" h="7296" w="5717">
                  <a:moveTo>
                    <a:pt x="3823" y="4866"/>
                  </a:moveTo>
                  <a:cubicBezTo>
                    <a:pt x="4215" y="4866"/>
                    <a:pt x="4592" y="5168"/>
                    <a:pt x="4592" y="5628"/>
                  </a:cubicBezTo>
                  <a:cubicBezTo>
                    <a:pt x="4592" y="6049"/>
                    <a:pt x="4256" y="6394"/>
                    <a:pt x="3834" y="6394"/>
                  </a:cubicBezTo>
                  <a:lnTo>
                    <a:pt x="3825" y="6394"/>
                  </a:lnTo>
                  <a:cubicBezTo>
                    <a:pt x="3144" y="6394"/>
                    <a:pt x="2809" y="5570"/>
                    <a:pt x="3288" y="5091"/>
                  </a:cubicBezTo>
                  <a:cubicBezTo>
                    <a:pt x="3443" y="4935"/>
                    <a:pt x="3635" y="4866"/>
                    <a:pt x="3823" y="4866"/>
                  </a:cubicBezTo>
                  <a:close/>
                  <a:moveTo>
                    <a:pt x="719" y="1"/>
                  </a:moveTo>
                  <a:cubicBezTo>
                    <a:pt x="527" y="221"/>
                    <a:pt x="278" y="384"/>
                    <a:pt x="0" y="461"/>
                  </a:cubicBezTo>
                  <a:lnTo>
                    <a:pt x="1812" y="4880"/>
                  </a:lnTo>
                  <a:cubicBezTo>
                    <a:pt x="1975" y="5263"/>
                    <a:pt x="2109" y="5656"/>
                    <a:pt x="2214" y="6049"/>
                  </a:cubicBezTo>
                  <a:cubicBezTo>
                    <a:pt x="2404" y="6781"/>
                    <a:pt x="3065" y="7296"/>
                    <a:pt x="3823" y="7296"/>
                  </a:cubicBezTo>
                  <a:cubicBezTo>
                    <a:pt x="3830" y="7296"/>
                    <a:pt x="3837" y="7296"/>
                    <a:pt x="3844" y="7295"/>
                  </a:cubicBezTo>
                  <a:cubicBezTo>
                    <a:pt x="4611" y="7286"/>
                    <a:pt x="5263" y="6759"/>
                    <a:pt x="5445" y="6011"/>
                  </a:cubicBezTo>
                  <a:cubicBezTo>
                    <a:pt x="5717" y="4843"/>
                    <a:pt x="4785" y="3960"/>
                    <a:pt x="3804" y="3960"/>
                  </a:cubicBezTo>
                  <a:cubicBezTo>
                    <a:pt x="3368" y="3960"/>
                    <a:pt x="2923" y="4134"/>
                    <a:pt x="2569" y="4535"/>
                  </a:cubicBezTo>
                  <a:lnTo>
                    <a:pt x="719" y="1"/>
                  </a:lnTo>
                  <a:close/>
                </a:path>
              </a:pathLst>
            </a:custGeom>
            <a:solidFill>
              <a:srgbClr val="D8DEE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114" name="Google Shape;11114;p42"/>
            <p:cNvSpPr/>
            <p:nvPr/>
          </p:nvSpPr>
          <p:spPr>
            <a:xfrm>
              <a:off x="5033399" y="1662321"/>
              <a:ext cx="25388" cy="27667"/>
            </a:xfrm>
            <a:custGeom>
              <a:rect b="b" l="l" r="r" t="t"/>
              <a:pathLst>
                <a:path extrusionOk="0" h="1056" w="969">
                  <a:moveTo>
                    <a:pt x="720" y="1"/>
                  </a:moveTo>
                  <a:cubicBezTo>
                    <a:pt x="528" y="221"/>
                    <a:pt x="279" y="384"/>
                    <a:pt x="1" y="461"/>
                  </a:cubicBezTo>
                  <a:lnTo>
                    <a:pt x="240" y="1055"/>
                  </a:lnTo>
                  <a:cubicBezTo>
                    <a:pt x="518" y="979"/>
                    <a:pt x="777" y="825"/>
                    <a:pt x="969" y="614"/>
                  </a:cubicBezTo>
                  <a:lnTo>
                    <a:pt x="720" y="1"/>
                  </a:lnTo>
                  <a:close/>
                </a:path>
              </a:pathLst>
            </a:custGeom>
            <a:solidFill>
              <a:srgbClr val="C6CED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115" name="Google Shape;11115;p42"/>
            <p:cNvSpPr/>
            <p:nvPr/>
          </p:nvSpPr>
          <p:spPr>
            <a:xfrm>
              <a:off x="5006780" y="1626427"/>
              <a:ext cx="30680" cy="26279"/>
            </a:xfrm>
            <a:custGeom>
              <a:rect b="b" l="l" r="r" t="t"/>
              <a:pathLst>
                <a:path extrusionOk="0" h="1003" w="1171">
                  <a:moveTo>
                    <a:pt x="672" y="0"/>
                  </a:moveTo>
                  <a:cubicBezTo>
                    <a:pt x="221" y="0"/>
                    <a:pt x="1" y="547"/>
                    <a:pt x="317" y="853"/>
                  </a:cubicBezTo>
                  <a:cubicBezTo>
                    <a:pt x="420" y="956"/>
                    <a:pt x="547" y="1003"/>
                    <a:pt x="670" y="1003"/>
                  </a:cubicBezTo>
                  <a:cubicBezTo>
                    <a:pt x="926" y="1003"/>
                    <a:pt x="1170" y="805"/>
                    <a:pt x="1170" y="508"/>
                  </a:cubicBezTo>
                  <a:cubicBezTo>
                    <a:pt x="1170" y="230"/>
                    <a:pt x="950" y="0"/>
                    <a:pt x="672" y="0"/>
                  </a:cubicBezTo>
                  <a:close/>
                </a:path>
              </a:pathLst>
            </a:custGeom>
            <a:solidFill>
              <a:srgbClr val="53687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1116" name="Google Shape;11116;p42"/>
          <p:cNvGrpSpPr/>
          <p:nvPr/>
        </p:nvGrpSpPr>
        <p:grpSpPr>
          <a:xfrm>
            <a:off x="8023448" y="3172496"/>
            <a:ext cx="284323" cy="362163"/>
            <a:chOff x="8023448" y="3355496"/>
            <a:chExt cx="284323" cy="362163"/>
          </a:xfrm>
        </p:grpSpPr>
        <p:sp>
          <p:nvSpPr>
            <p:cNvPr id="11117" name="Google Shape;11117;p42"/>
            <p:cNvSpPr/>
            <p:nvPr/>
          </p:nvSpPr>
          <p:spPr>
            <a:xfrm>
              <a:off x="8023448" y="3372815"/>
              <a:ext cx="284322" cy="344844"/>
            </a:xfrm>
            <a:custGeom>
              <a:rect b="b" l="l" r="r" t="t"/>
              <a:pathLst>
                <a:path extrusionOk="0" h="13162" w="10852">
                  <a:moveTo>
                    <a:pt x="10228" y="1"/>
                  </a:moveTo>
                  <a:lnTo>
                    <a:pt x="1668" y="10"/>
                  </a:lnTo>
                  <a:lnTo>
                    <a:pt x="623" y="10"/>
                  </a:lnTo>
                  <a:cubicBezTo>
                    <a:pt x="278" y="10"/>
                    <a:pt x="0" y="288"/>
                    <a:pt x="0" y="633"/>
                  </a:cubicBezTo>
                  <a:lnTo>
                    <a:pt x="0" y="12538"/>
                  </a:lnTo>
                  <a:cubicBezTo>
                    <a:pt x="0" y="12874"/>
                    <a:pt x="278" y="13161"/>
                    <a:pt x="623" y="13161"/>
                  </a:cubicBezTo>
                  <a:lnTo>
                    <a:pt x="10228" y="13161"/>
                  </a:lnTo>
                  <a:cubicBezTo>
                    <a:pt x="10573" y="13161"/>
                    <a:pt x="10851" y="12874"/>
                    <a:pt x="10851" y="12538"/>
                  </a:cubicBezTo>
                  <a:lnTo>
                    <a:pt x="10851" y="633"/>
                  </a:lnTo>
                  <a:cubicBezTo>
                    <a:pt x="10851" y="288"/>
                    <a:pt x="10573" y="1"/>
                    <a:pt x="10228" y="1"/>
                  </a:cubicBezTo>
                  <a:close/>
                </a:path>
              </a:pathLst>
            </a:custGeom>
            <a:solidFill>
              <a:srgbClr val="677C8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118" name="Google Shape;11118;p42"/>
            <p:cNvSpPr/>
            <p:nvPr/>
          </p:nvSpPr>
          <p:spPr>
            <a:xfrm>
              <a:off x="8241930" y="3373077"/>
              <a:ext cx="65841" cy="344582"/>
            </a:xfrm>
            <a:custGeom>
              <a:rect b="b" l="l" r="r" t="t"/>
              <a:pathLst>
                <a:path extrusionOk="0" h="13152" w="2513">
                  <a:moveTo>
                    <a:pt x="1906" y="0"/>
                  </a:moveTo>
                  <a:cubicBezTo>
                    <a:pt x="1900" y="0"/>
                    <a:pt x="1895" y="0"/>
                    <a:pt x="1889" y="0"/>
                  </a:cubicBezTo>
                  <a:lnTo>
                    <a:pt x="1" y="0"/>
                  </a:lnTo>
                  <a:cubicBezTo>
                    <a:pt x="346" y="0"/>
                    <a:pt x="633" y="278"/>
                    <a:pt x="633" y="623"/>
                  </a:cubicBezTo>
                  <a:lnTo>
                    <a:pt x="633" y="12528"/>
                  </a:lnTo>
                  <a:cubicBezTo>
                    <a:pt x="633" y="12864"/>
                    <a:pt x="346" y="13151"/>
                    <a:pt x="1" y="13151"/>
                  </a:cubicBezTo>
                  <a:lnTo>
                    <a:pt x="1889" y="13151"/>
                  </a:lnTo>
                  <a:cubicBezTo>
                    <a:pt x="2234" y="13151"/>
                    <a:pt x="2512" y="12874"/>
                    <a:pt x="2512" y="12528"/>
                  </a:cubicBezTo>
                  <a:lnTo>
                    <a:pt x="2512" y="623"/>
                  </a:lnTo>
                  <a:cubicBezTo>
                    <a:pt x="2512" y="284"/>
                    <a:pt x="2243" y="0"/>
                    <a:pt x="1906" y="0"/>
                  </a:cubicBezTo>
                  <a:close/>
                </a:path>
              </a:pathLst>
            </a:custGeom>
            <a:solidFill>
              <a:srgbClr val="47607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119" name="Google Shape;11119;p42"/>
            <p:cNvSpPr/>
            <p:nvPr/>
          </p:nvSpPr>
          <p:spPr>
            <a:xfrm>
              <a:off x="8058111" y="3373077"/>
              <a:ext cx="214997" cy="312435"/>
            </a:xfrm>
            <a:custGeom>
              <a:rect b="b" l="l" r="r" t="t"/>
              <a:pathLst>
                <a:path extrusionOk="0" h="11925" w="8206">
                  <a:moveTo>
                    <a:pt x="0" y="0"/>
                  </a:moveTo>
                  <a:lnTo>
                    <a:pt x="0" y="11925"/>
                  </a:lnTo>
                  <a:lnTo>
                    <a:pt x="8205" y="11925"/>
                  </a:lnTo>
                  <a:lnTo>
                    <a:pt x="8205" y="0"/>
                  </a:lnTo>
                  <a:close/>
                </a:path>
              </a:pathLst>
            </a:custGeom>
            <a:solidFill>
              <a:srgbClr val="E7EB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120" name="Google Shape;11120;p42"/>
            <p:cNvSpPr/>
            <p:nvPr/>
          </p:nvSpPr>
          <p:spPr>
            <a:xfrm>
              <a:off x="8058346" y="3373077"/>
              <a:ext cx="214761" cy="312435"/>
            </a:xfrm>
            <a:custGeom>
              <a:rect b="b" l="l" r="r" t="t"/>
              <a:pathLst>
                <a:path extrusionOk="0" h="11925" w="8197">
                  <a:moveTo>
                    <a:pt x="7027" y="0"/>
                  </a:moveTo>
                  <a:lnTo>
                    <a:pt x="7027" y="7496"/>
                  </a:lnTo>
                  <a:cubicBezTo>
                    <a:pt x="7027" y="9289"/>
                    <a:pt x="5570" y="10755"/>
                    <a:pt x="3768" y="10755"/>
                  </a:cubicBezTo>
                  <a:lnTo>
                    <a:pt x="1" y="10755"/>
                  </a:lnTo>
                  <a:lnTo>
                    <a:pt x="1" y="11925"/>
                  </a:lnTo>
                  <a:lnTo>
                    <a:pt x="8196" y="11925"/>
                  </a:lnTo>
                  <a:lnTo>
                    <a:pt x="8196" y="0"/>
                  </a:lnTo>
                  <a:close/>
                </a:path>
              </a:pathLst>
            </a:custGeom>
            <a:solidFill>
              <a:srgbClr val="D2D8D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121" name="Google Shape;11121;p42"/>
            <p:cNvSpPr/>
            <p:nvPr/>
          </p:nvSpPr>
          <p:spPr>
            <a:xfrm>
              <a:off x="8092013" y="3355496"/>
              <a:ext cx="147427" cy="72338"/>
            </a:xfrm>
            <a:custGeom>
              <a:rect b="b" l="l" r="r" t="t"/>
              <a:pathLst>
                <a:path extrusionOk="0" h="2761" w="5627">
                  <a:moveTo>
                    <a:pt x="451" y="0"/>
                  </a:moveTo>
                  <a:cubicBezTo>
                    <a:pt x="201" y="0"/>
                    <a:pt x="0" y="202"/>
                    <a:pt x="0" y="451"/>
                  </a:cubicBezTo>
                  <a:lnTo>
                    <a:pt x="0" y="1352"/>
                  </a:lnTo>
                  <a:cubicBezTo>
                    <a:pt x="0" y="1601"/>
                    <a:pt x="201" y="1802"/>
                    <a:pt x="451" y="1802"/>
                  </a:cubicBezTo>
                  <a:lnTo>
                    <a:pt x="1620" y="1802"/>
                  </a:lnTo>
                  <a:cubicBezTo>
                    <a:pt x="1620" y="2330"/>
                    <a:pt x="2051" y="2761"/>
                    <a:pt x="2579" y="2761"/>
                  </a:cubicBezTo>
                  <a:lnTo>
                    <a:pt x="3048" y="2761"/>
                  </a:lnTo>
                  <a:cubicBezTo>
                    <a:pt x="3576" y="2761"/>
                    <a:pt x="4007" y="2330"/>
                    <a:pt x="4007" y="1802"/>
                  </a:cubicBezTo>
                  <a:lnTo>
                    <a:pt x="5176" y="1802"/>
                  </a:lnTo>
                  <a:cubicBezTo>
                    <a:pt x="5426" y="1802"/>
                    <a:pt x="5627" y="1601"/>
                    <a:pt x="5627" y="1352"/>
                  </a:cubicBezTo>
                  <a:lnTo>
                    <a:pt x="5627" y="451"/>
                  </a:lnTo>
                  <a:cubicBezTo>
                    <a:pt x="5627" y="202"/>
                    <a:pt x="5426" y="0"/>
                    <a:pt x="5176" y="0"/>
                  </a:cubicBezTo>
                  <a:close/>
                </a:path>
              </a:pathLst>
            </a:custGeom>
            <a:solidFill>
              <a:srgbClr val="53687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122" name="Google Shape;11122;p42"/>
            <p:cNvSpPr/>
            <p:nvPr/>
          </p:nvSpPr>
          <p:spPr>
            <a:xfrm>
              <a:off x="8162570" y="3355496"/>
              <a:ext cx="76871" cy="72102"/>
            </a:xfrm>
            <a:custGeom>
              <a:rect b="b" l="l" r="r" t="t"/>
              <a:pathLst>
                <a:path extrusionOk="0" h="2752" w="2934">
                  <a:moveTo>
                    <a:pt x="806" y="0"/>
                  </a:moveTo>
                  <a:cubicBezTo>
                    <a:pt x="1122" y="997"/>
                    <a:pt x="806" y="2090"/>
                    <a:pt x="1" y="2751"/>
                  </a:cubicBezTo>
                  <a:lnTo>
                    <a:pt x="346" y="2751"/>
                  </a:lnTo>
                  <a:cubicBezTo>
                    <a:pt x="873" y="2751"/>
                    <a:pt x="1304" y="2330"/>
                    <a:pt x="1304" y="1793"/>
                  </a:cubicBezTo>
                  <a:lnTo>
                    <a:pt x="2483" y="1793"/>
                  </a:lnTo>
                  <a:cubicBezTo>
                    <a:pt x="2733" y="1793"/>
                    <a:pt x="2934" y="1592"/>
                    <a:pt x="2934" y="1352"/>
                  </a:cubicBezTo>
                  <a:lnTo>
                    <a:pt x="2934" y="451"/>
                  </a:lnTo>
                  <a:cubicBezTo>
                    <a:pt x="2924" y="202"/>
                    <a:pt x="2733" y="0"/>
                    <a:pt x="2483" y="0"/>
                  </a:cubicBezTo>
                  <a:close/>
                </a:path>
              </a:pathLst>
            </a:custGeom>
            <a:solidFill>
              <a:srgbClr val="27415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123" name="Google Shape;11123;p42"/>
            <p:cNvSpPr/>
            <p:nvPr/>
          </p:nvSpPr>
          <p:spPr>
            <a:xfrm>
              <a:off x="8090992" y="3448402"/>
              <a:ext cx="147454" cy="103516"/>
            </a:xfrm>
            <a:custGeom>
              <a:rect b="b" l="l" r="r" t="t"/>
              <a:pathLst>
                <a:path extrusionOk="0" h="3951" w="5628">
                  <a:moveTo>
                    <a:pt x="3471" y="1"/>
                  </a:moveTo>
                  <a:cubicBezTo>
                    <a:pt x="3384" y="11"/>
                    <a:pt x="3308" y="68"/>
                    <a:pt x="3279" y="154"/>
                  </a:cubicBezTo>
                  <a:lnTo>
                    <a:pt x="2551" y="3049"/>
                  </a:lnTo>
                  <a:lnTo>
                    <a:pt x="1841" y="988"/>
                  </a:lnTo>
                  <a:cubicBezTo>
                    <a:pt x="1812" y="912"/>
                    <a:pt x="1745" y="854"/>
                    <a:pt x="1669" y="854"/>
                  </a:cubicBezTo>
                  <a:cubicBezTo>
                    <a:pt x="1661" y="853"/>
                    <a:pt x="1653" y="853"/>
                    <a:pt x="1645" y="853"/>
                  </a:cubicBezTo>
                  <a:cubicBezTo>
                    <a:pt x="1577" y="853"/>
                    <a:pt x="1510" y="890"/>
                    <a:pt x="1467" y="950"/>
                  </a:cubicBezTo>
                  <a:lnTo>
                    <a:pt x="883" y="2004"/>
                  </a:lnTo>
                  <a:lnTo>
                    <a:pt x="269" y="2004"/>
                  </a:lnTo>
                  <a:cubicBezTo>
                    <a:pt x="1" y="2004"/>
                    <a:pt x="1" y="2407"/>
                    <a:pt x="269" y="2407"/>
                  </a:cubicBezTo>
                  <a:lnTo>
                    <a:pt x="998" y="2407"/>
                  </a:lnTo>
                  <a:cubicBezTo>
                    <a:pt x="1074" y="2407"/>
                    <a:pt x="1142" y="2369"/>
                    <a:pt x="1170" y="2301"/>
                  </a:cubicBezTo>
                  <a:lnTo>
                    <a:pt x="1602" y="1544"/>
                  </a:lnTo>
                  <a:lnTo>
                    <a:pt x="2378" y="3816"/>
                  </a:lnTo>
                  <a:cubicBezTo>
                    <a:pt x="2407" y="3902"/>
                    <a:pt x="2483" y="3950"/>
                    <a:pt x="2570" y="3950"/>
                  </a:cubicBezTo>
                  <a:lnTo>
                    <a:pt x="2579" y="3950"/>
                  </a:lnTo>
                  <a:cubicBezTo>
                    <a:pt x="2666" y="3950"/>
                    <a:pt x="2742" y="3893"/>
                    <a:pt x="2771" y="3797"/>
                  </a:cubicBezTo>
                  <a:lnTo>
                    <a:pt x="3509" y="883"/>
                  </a:lnTo>
                  <a:lnTo>
                    <a:pt x="4017" y="2273"/>
                  </a:lnTo>
                  <a:cubicBezTo>
                    <a:pt x="4046" y="2349"/>
                    <a:pt x="4113" y="2407"/>
                    <a:pt x="4199" y="2407"/>
                  </a:cubicBezTo>
                  <a:lnTo>
                    <a:pt x="5417" y="2407"/>
                  </a:lnTo>
                  <a:cubicBezTo>
                    <a:pt x="5522" y="2407"/>
                    <a:pt x="5618" y="2311"/>
                    <a:pt x="5618" y="2206"/>
                  </a:cubicBezTo>
                  <a:cubicBezTo>
                    <a:pt x="5627" y="2091"/>
                    <a:pt x="5532" y="2004"/>
                    <a:pt x="5426" y="2004"/>
                  </a:cubicBezTo>
                  <a:lnTo>
                    <a:pt x="4353" y="2004"/>
                  </a:lnTo>
                  <a:lnTo>
                    <a:pt x="3672" y="135"/>
                  </a:lnTo>
                  <a:cubicBezTo>
                    <a:pt x="3643" y="49"/>
                    <a:pt x="3557" y="1"/>
                    <a:pt x="3471" y="1"/>
                  </a:cubicBezTo>
                  <a:close/>
                </a:path>
              </a:pathLst>
            </a:custGeom>
            <a:solidFill>
              <a:srgbClr val="ACB7B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124" name="Google Shape;11124;p42"/>
            <p:cNvSpPr/>
            <p:nvPr/>
          </p:nvSpPr>
          <p:spPr>
            <a:xfrm>
              <a:off x="8091254" y="3588310"/>
              <a:ext cx="148947" cy="10559"/>
            </a:xfrm>
            <a:custGeom>
              <a:rect b="b" l="l" r="r" t="t"/>
              <a:pathLst>
                <a:path extrusionOk="0" h="403" w="5685">
                  <a:moveTo>
                    <a:pt x="259" y="0"/>
                  </a:moveTo>
                  <a:cubicBezTo>
                    <a:pt x="0" y="0"/>
                    <a:pt x="0" y="403"/>
                    <a:pt x="259" y="403"/>
                  </a:cubicBezTo>
                  <a:lnTo>
                    <a:pt x="5416" y="403"/>
                  </a:lnTo>
                  <a:cubicBezTo>
                    <a:pt x="5685" y="403"/>
                    <a:pt x="5685" y="0"/>
                    <a:pt x="5416" y="0"/>
                  </a:cubicBezTo>
                  <a:close/>
                </a:path>
              </a:pathLst>
            </a:custGeom>
            <a:solidFill>
              <a:srgbClr val="ACB7B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125" name="Google Shape;11125;p42"/>
            <p:cNvSpPr/>
            <p:nvPr/>
          </p:nvSpPr>
          <p:spPr>
            <a:xfrm>
              <a:off x="8091254" y="3634998"/>
              <a:ext cx="148947" cy="10585"/>
            </a:xfrm>
            <a:custGeom>
              <a:rect b="b" l="l" r="r" t="t"/>
              <a:pathLst>
                <a:path extrusionOk="0" h="404" w="5685">
                  <a:moveTo>
                    <a:pt x="259" y="1"/>
                  </a:moveTo>
                  <a:cubicBezTo>
                    <a:pt x="0" y="1"/>
                    <a:pt x="0" y="403"/>
                    <a:pt x="259" y="403"/>
                  </a:cubicBezTo>
                  <a:lnTo>
                    <a:pt x="5416" y="403"/>
                  </a:lnTo>
                  <a:cubicBezTo>
                    <a:pt x="5685" y="403"/>
                    <a:pt x="5685" y="1"/>
                    <a:pt x="5416" y="1"/>
                  </a:cubicBezTo>
                  <a:close/>
                </a:path>
              </a:pathLst>
            </a:custGeom>
            <a:solidFill>
              <a:srgbClr val="ACB7B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1126" name="Google Shape;11126;p42"/>
          <p:cNvGrpSpPr/>
          <p:nvPr/>
        </p:nvGrpSpPr>
        <p:grpSpPr>
          <a:xfrm>
            <a:off x="6644201" y="3172496"/>
            <a:ext cx="366695" cy="361979"/>
            <a:chOff x="6644201" y="3355496"/>
            <a:chExt cx="366695" cy="361979"/>
          </a:xfrm>
        </p:grpSpPr>
        <p:sp>
          <p:nvSpPr>
            <p:cNvPr id="11127" name="Google Shape;11127;p42"/>
            <p:cNvSpPr/>
            <p:nvPr/>
          </p:nvSpPr>
          <p:spPr>
            <a:xfrm>
              <a:off x="6824274" y="3378421"/>
              <a:ext cx="11056" cy="52190"/>
            </a:xfrm>
            <a:custGeom>
              <a:rect b="b" l="l" r="r" t="t"/>
              <a:pathLst>
                <a:path extrusionOk="0" h="1992" w="422">
                  <a:moveTo>
                    <a:pt x="211" y="0"/>
                  </a:moveTo>
                  <a:cubicBezTo>
                    <a:pt x="106" y="0"/>
                    <a:pt x="0" y="70"/>
                    <a:pt x="0" y="209"/>
                  </a:cubicBezTo>
                  <a:lnTo>
                    <a:pt x="0" y="1781"/>
                  </a:lnTo>
                  <a:cubicBezTo>
                    <a:pt x="0" y="1896"/>
                    <a:pt x="96" y="1991"/>
                    <a:pt x="211" y="1991"/>
                  </a:cubicBezTo>
                  <a:cubicBezTo>
                    <a:pt x="326" y="1991"/>
                    <a:pt x="422" y="1896"/>
                    <a:pt x="422" y="1781"/>
                  </a:cubicBezTo>
                  <a:lnTo>
                    <a:pt x="422" y="209"/>
                  </a:lnTo>
                  <a:cubicBezTo>
                    <a:pt x="422" y="70"/>
                    <a:pt x="316" y="0"/>
                    <a:pt x="211" y="0"/>
                  </a:cubicBezTo>
                  <a:close/>
                </a:path>
              </a:pathLst>
            </a:custGeom>
            <a:solidFill>
              <a:srgbClr val="748B9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128" name="Google Shape;11128;p42"/>
            <p:cNvSpPr/>
            <p:nvPr/>
          </p:nvSpPr>
          <p:spPr>
            <a:xfrm>
              <a:off x="6904944" y="3402709"/>
              <a:ext cx="60994" cy="56802"/>
            </a:xfrm>
            <a:custGeom>
              <a:rect b="b" l="l" r="r" t="t"/>
              <a:pathLst>
                <a:path extrusionOk="0" h="2168" w="2328">
                  <a:moveTo>
                    <a:pt x="2031" y="0"/>
                  </a:moveTo>
                  <a:cubicBezTo>
                    <a:pt x="1982" y="0"/>
                    <a:pt x="1931" y="20"/>
                    <a:pt x="1886" y="68"/>
                  </a:cubicBezTo>
                  <a:lnTo>
                    <a:pt x="142" y="1812"/>
                  </a:lnTo>
                  <a:cubicBezTo>
                    <a:pt x="1" y="1934"/>
                    <a:pt x="90" y="2167"/>
                    <a:pt x="275" y="2167"/>
                  </a:cubicBezTo>
                  <a:cubicBezTo>
                    <a:pt x="278" y="2167"/>
                    <a:pt x="282" y="2167"/>
                    <a:pt x="286" y="2167"/>
                  </a:cubicBezTo>
                  <a:cubicBezTo>
                    <a:pt x="343" y="2167"/>
                    <a:pt x="401" y="2138"/>
                    <a:pt x="439" y="2100"/>
                  </a:cubicBezTo>
                  <a:lnTo>
                    <a:pt x="2174" y="365"/>
                  </a:lnTo>
                  <a:cubicBezTo>
                    <a:pt x="2328" y="211"/>
                    <a:pt x="2190" y="0"/>
                    <a:pt x="2031" y="0"/>
                  </a:cubicBezTo>
                  <a:close/>
                </a:path>
              </a:pathLst>
            </a:custGeom>
            <a:solidFill>
              <a:srgbClr val="748B9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129" name="Google Shape;11129;p42"/>
            <p:cNvSpPr/>
            <p:nvPr/>
          </p:nvSpPr>
          <p:spPr>
            <a:xfrm>
              <a:off x="6942541" y="3531036"/>
              <a:ext cx="47239" cy="10821"/>
            </a:xfrm>
            <a:custGeom>
              <a:rect b="b" l="l" r="r" t="t"/>
              <a:pathLst>
                <a:path extrusionOk="0" h="413" w="1803">
                  <a:moveTo>
                    <a:pt x="288" y="1"/>
                  </a:moveTo>
                  <a:cubicBezTo>
                    <a:pt x="1" y="1"/>
                    <a:pt x="1" y="413"/>
                    <a:pt x="288" y="413"/>
                  </a:cubicBezTo>
                  <a:lnTo>
                    <a:pt x="1525" y="413"/>
                  </a:lnTo>
                  <a:cubicBezTo>
                    <a:pt x="1803" y="413"/>
                    <a:pt x="1803" y="1"/>
                    <a:pt x="1525" y="1"/>
                  </a:cubicBezTo>
                  <a:close/>
                </a:path>
              </a:pathLst>
            </a:custGeom>
            <a:solidFill>
              <a:srgbClr val="748B9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130" name="Google Shape;11130;p42"/>
            <p:cNvSpPr/>
            <p:nvPr/>
          </p:nvSpPr>
          <p:spPr>
            <a:xfrm>
              <a:off x="6927397" y="3636518"/>
              <a:ext cx="30759" cy="26645"/>
            </a:xfrm>
            <a:custGeom>
              <a:rect b="b" l="l" r="r" t="t"/>
              <a:pathLst>
                <a:path extrusionOk="0" h="1017" w="1174">
                  <a:moveTo>
                    <a:pt x="299" y="0"/>
                  </a:moveTo>
                  <a:cubicBezTo>
                    <a:pt x="140" y="0"/>
                    <a:pt x="1" y="209"/>
                    <a:pt x="148" y="355"/>
                  </a:cubicBezTo>
                  <a:lnTo>
                    <a:pt x="742" y="949"/>
                  </a:lnTo>
                  <a:cubicBezTo>
                    <a:pt x="780" y="988"/>
                    <a:pt x="838" y="1007"/>
                    <a:pt x="895" y="1007"/>
                  </a:cubicBezTo>
                  <a:lnTo>
                    <a:pt x="895" y="1016"/>
                  </a:lnTo>
                  <a:cubicBezTo>
                    <a:pt x="1087" y="1016"/>
                    <a:pt x="1173" y="786"/>
                    <a:pt x="1039" y="652"/>
                  </a:cubicBezTo>
                  <a:lnTo>
                    <a:pt x="445" y="68"/>
                  </a:lnTo>
                  <a:cubicBezTo>
                    <a:pt x="400" y="20"/>
                    <a:pt x="349" y="0"/>
                    <a:pt x="299" y="0"/>
                  </a:cubicBezTo>
                  <a:close/>
                </a:path>
              </a:pathLst>
            </a:custGeom>
            <a:solidFill>
              <a:srgbClr val="748B9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131" name="Google Shape;11131;p42"/>
            <p:cNvSpPr/>
            <p:nvPr/>
          </p:nvSpPr>
          <p:spPr>
            <a:xfrm>
              <a:off x="6905049" y="3614169"/>
              <a:ext cx="23973" cy="21117"/>
            </a:xfrm>
            <a:custGeom>
              <a:rect b="b" l="l" r="r" t="t"/>
              <a:pathLst>
                <a:path extrusionOk="0" h="806" w="915">
                  <a:moveTo>
                    <a:pt x="295" y="0"/>
                  </a:moveTo>
                  <a:cubicBezTo>
                    <a:pt x="134" y="0"/>
                    <a:pt x="1" y="208"/>
                    <a:pt x="147" y="355"/>
                  </a:cubicBezTo>
                  <a:lnTo>
                    <a:pt x="540" y="748"/>
                  </a:lnTo>
                  <a:cubicBezTo>
                    <a:pt x="579" y="786"/>
                    <a:pt x="636" y="805"/>
                    <a:pt x="684" y="805"/>
                  </a:cubicBezTo>
                  <a:cubicBezTo>
                    <a:pt x="742" y="805"/>
                    <a:pt x="790" y="786"/>
                    <a:pt x="828" y="748"/>
                  </a:cubicBezTo>
                  <a:cubicBezTo>
                    <a:pt x="914" y="662"/>
                    <a:pt x="914" y="528"/>
                    <a:pt x="828" y="451"/>
                  </a:cubicBezTo>
                  <a:lnTo>
                    <a:pt x="445" y="67"/>
                  </a:lnTo>
                  <a:cubicBezTo>
                    <a:pt x="397" y="20"/>
                    <a:pt x="345" y="0"/>
                    <a:pt x="295" y="0"/>
                  </a:cubicBezTo>
                  <a:close/>
                </a:path>
              </a:pathLst>
            </a:custGeom>
            <a:solidFill>
              <a:srgbClr val="748B9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132" name="Google Shape;11132;p42"/>
            <p:cNvSpPr/>
            <p:nvPr/>
          </p:nvSpPr>
          <p:spPr>
            <a:xfrm>
              <a:off x="6824274" y="3642360"/>
              <a:ext cx="11056" cy="52190"/>
            </a:xfrm>
            <a:custGeom>
              <a:rect b="b" l="l" r="r" t="t"/>
              <a:pathLst>
                <a:path extrusionOk="0" h="1992" w="422">
                  <a:moveTo>
                    <a:pt x="211" y="0"/>
                  </a:moveTo>
                  <a:cubicBezTo>
                    <a:pt x="106" y="0"/>
                    <a:pt x="0" y="70"/>
                    <a:pt x="0" y="209"/>
                  </a:cubicBezTo>
                  <a:lnTo>
                    <a:pt x="0" y="1781"/>
                  </a:lnTo>
                  <a:cubicBezTo>
                    <a:pt x="0" y="1896"/>
                    <a:pt x="96" y="1992"/>
                    <a:pt x="211" y="1992"/>
                  </a:cubicBezTo>
                  <a:cubicBezTo>
                    <a:pt x="326" y="1992"/>
                    <a:pt x="422" y="1896"/>
                    <a:pt x="422" y="1781"/>
                  </a:cubicBezTo>
                  <a:lnTo>
                    <a:pt x="422" y="209"/>
                  </a:lnTo>
                  <a:cubicBezTo>
                    <a:pt x="422" y="70"/>
                    <a:pt x="316" y="0"/>
                    <a:pt x="211" y="0"/>
                  </a:cubicBezTo>
                  <a:close/>
                </a:path>
              </a:pathLst>
            </a:custGeom>
            <a:solidFill>
              <a:srgbClr val="748B9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133" name="Google Shape;11133;p42"/>
            <p:cNvSpPr/>
            <p:nvPr/>
          </p:nvSpPr>
          <p:spPr>
            <a:xfrm>
              <a:off x="6715780" y="3612754"/>
              <a:ext cx="40034" cy="37099"/>
            </a:xfrm>
            <a:custGeom>
              <a:rect b="b" l="l" r="r" t="t"/>
              <a:pathLst>
                <a:path extrusionOk="0" h="1416" w="1528">
                  <a:moveTo>
                    <a:pt x="1226" y="1"/>
                  </a:moveTo>
                  <a:cubicBezTo>
                    <a:pt x="1178" y="1"/>
                    <a:pt x="1128" y="19"/>
                    <a:pt x="1083" y="64"/>
                  </a:cubicBezTo>
                  <a:lnTo>
                    <a:pt x="87" y="1061"/>
                  </a:lnTo>
                  <a:cubicBezTo>
                    <a:pt x="0" y="1137"/>
                    <a:pt x="0" y="1272"/>
                    <a:pt x="87" y="1358"/>
                  </a:cubicBezTo>
                  <a:cubicBezTo>
                    <a:pt x="125" y="1396"/>
                    <a:pt x="182" y="1415"/>
                    <a:pt x="240" y="1415"/>
                  </a:cubicBezTo>
                  <a:cubicBezTo>
                    <a:pt x="288" y="1415"/>
                    <a:pt x="345" y="1396"/>
                    <a:pt x="384" y="1358"/>
                  </a:cubicBezTo>
                  <a:lnTo>
                    <a:pt x="1381" y="361"/>
                  </a:lnTo>
                  <a:cubicBezTo>
                    <a:pt x="1528" y="206"/>
                    <a:pt x="1387" y="1"/>
                    <a:pt x="1226" y="1"/>
                  </a:cubicBezTo>
                  <a:close/>
                </a:path>
              </a:pathLst>
            </a:custGeom>
            <a:solidFill>
              <a:srgbClr val="748B9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134" name="Google Shape;11134;p42"/>
            <p:cNvSpPr/>
            <p:nvPr/>
          </p:nvSpPr>
          <p:spPr>
            <a:xfrm>
              <a:off x="6669825" y="3531036"/>
              <a:ext cx="47239" cy="10821"/>
            </a:xfrm>
            <a:custGeom>
              <a:rect b="b" l="l" r="r" t="t"/>
              <a:pathLst>
                <a:path extrusionOk="0" h="413" w="1803">
                  <a:moveTo>
                    <a:pt x="288" y="1"/>
                  </a:moveTo>
                  <a:cubicBezTo>
                    <a:pt x="0" y="1"/>
                    <a:pt x="0" y="413"/>
                    <a:pt x="288" y="413"/>
                  </a:cubicBezTo>
                  <a:lnTo>
                    <a:pt x="1524" y="413"/>
                  </a:lnTo>
                  <a:cubicBezTo>
                    <a:pt x="1802" y="413"/>
                    <a:pt x="1802" y="1"/>
                    <a:pt x="1524" y="1"/>
                  </a:cubicBezTo>
                  <a:close/>
                </a:path>
              </a:pathLst>
            </a:custGeom>
            <a:solidFill>
              <a:srgbClr val="748B9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135" name="Google Shape;11135;p42"/>
            <p:cNvSpPr/>
            <p:nvPr/>
          </p:nvSpPr>
          <p:spPr>
            <a:xfrm>
              <a:off x="6700924" y="3410097"/>
              <a:ext cx="54548" cy="50409"/>
            </a:xfrm>
            <a:custGeom>
              <a:rect b="b" l="l" r="r" t="t"/>
              <a:pathLst>
                <a:path extrusionOk="0" h="1924" w="2082">
                  <a:moveTo>
                    <a:pt x="300" y="0"/>
                  </a:moveTo>
                  <a:cubicBezTo>
                    <a:pt x="140" y="0"/>
                    <a:pt x="0" y="206"/>
                    <a:pt x="155" y="361"/>
                  </a:cubicBezTo>
                  <a:lnTo>
                    <a:pt x="1650" y="1856"/>
                  </a:lnTo>
                  <a:cubicBezTo>
                    <a:pt x="1689" y="1894"/>
                    <a:pt x="1746" y="1913"/>
                    <a:pt x="1804" y="1913"/>
                  </a:cubicBezTo>
                  <a:lnTo>
                    <a:pt x="1804" y="1923"/>
                  </a:lnTo>
                  <a:cubicBezTo>
                    <a:pt x="1986" y="1923"/>
                    <a:pt x="2082" y="1693"/>
                    <a:pt x="1948" y="1559"/>
                  </a:cubicBezTo>
                  <a:lnTo>
                    <a:pt x="443" y="64"/>
                  </a:lnTo>
                  <a:cubicBezTo>
                    <a:pt x="398" y="19"/>
                    <a:pt x="348" y="0"/>
                    <a:pt x="300" y="0"/>
                  </a:cubicBezTo>
                  <a:close/>
                </a:path>
              </a:pathLst>
            </a:custGeom>
            <a:solidFill>
              <a:srgbClr val="748B9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136" name="Google Shape;11136;p42"/>
            <p:cNvSpPr/>
            <p:nvPr/>
          </p:nvSpPr>
          <p:spPr>
            <a:xfrm>
              <a:off x="6709492" y="3418953"/>
              <a:ext cx="240621" cy="234988"/>
            </a:xfrm>
            <a:custGeom>
              <a:rect b="b" l="l" r="r" t="t"/>
              <a:pathLst>
                <a:path extrusionOk="0" h="8969" w="9184">
                  <a:moveTo>
                    <a:pt x="3686" y="0"/>
                  </a:moveTo>
                  <a:cubicBezTo>
                    <a:pt x="3649" y="0"/>
                    <a:pt x="3612" y="4"/>
                    <a:pt x="3576" y="13"/>
                  </a:cubicBezTo>
                  <a:cubicBezTo>
                    <a:pt x="3250" y="80"/>
                    <a:pt x="3039" y="502"/>
                    <a:pt x="2742" y="646"/>
                  </a:cubicBezTo>
                  <a:cubicBezTo>
                    <a:pt x="2454" y="789"/>
                    <a:pt x="1985" y="694"/>
                    <a:pt x="1726" y="895"/>
                  </a:cubicBezTo>
                  <a:cubicBezTo>
                    <a:pt x="1467" y="1106"/>
                    <a:pt x="1467" y="1575"/>
                    <a:pt x="1266" y="1834"/>
                  </a:cubicBezTo>
                  <a:cubicBezTo>
                    <a:pt x="1055" y="2093"/>
                    <a:pt x="605" y="2189"/>
                    <a:pt x="451" y="2496"/>
                  </a:cubicBezTo>
                  <a:cubicBezTo>
                    <a:pt x="307" y="2793"/>
                    <a:pt x="518" y="3215"/>
                    <a:pt x="442" y="3540"/>
                  </a:cubicBezTo>
                  <a:cubicBezTo>
                    <a:pt x="365" y="3866"/>
                    <a:pt x="1" y="4144"/>
                    <a:pt x="1" y="4480"/>
                  </a:cubicBezTo>
                  <a:cubicBezTo>
                    <a:pt x="1" y="4815"/>
                    <a:pt x="365" y="5112"/>
                    <a:pt x="442" y="5429"/>
                  </a:cubicBezTo>
                  <a:cubicBezTo>
                    <a:pt x="509" y="5745"/>
                    <a:pt x="307" y="6176"/>
                    <a:pt x="451" y="6474"/>
                  </a:cubicBezTo>
                  <a:cubicBezTo>
                    <a:pt x="595" y="6771"/>
                    <a:pt x="1055" y="6876"/>
                    <a:pt x="1266" y="7135"/>
                  </a:cubicBezTo>
                  <a:cubicBezTo>
                    <a:pt x="1477" y="7394"/>
                    <a:pt x="1467" y="7863"/>
                    <a:pt x="1726" y="8074"/>
                  </a:cubicBezTo>
                  <a:cubicBezTo>
                    <a:pt x="1985" y="8276"/>
                    <a:pt x="2445" y="8170"/>
                    <a:pt x="2742" y="8324"/>
                  </a:cubicBezTo>
                  <a:cubicBezTo>
                    <a:pt x="3039" y="8467"/>
                    <a:pt x="3240" y="8889"/>
                    <a:pt x="3576" y="8956"/>
                  </a:cubicBezTo>
                  <a:cubicBezTo>
                    <a:pt x="3613" y="8965"/>
                    <a:pt x="3651" y="8969"/>
                    <a:pt x="3689" y="8969"/>
                  </a:cubicBezTo>
                  <a:cubicBezTo>
                    <a:pt x="3983" y="8969"/>
                    <a:pt x="4295" y="8736"/>
                    <a:pt x="4592" y="8736"/>
                  </a:cubicBezTo>
                  <a:cubicBezTo>
                    <a:pt x="4898" y="8736"/>
                    <a:pt x="5218" y="8969"/>
                    <a:pt x="5507" y="8969"/>
                  </a:cubicBezTo>
                  <a:cubicBezTo>
                    <a:pt x="5545" y="8969"/>
                    <a:pt x="5582" y="8965"/>
                    <a:pt x="5618" y="8956"/>
                  </a:cubicBezTo>
                  <a:cubicBezTo>
                    <a:pt x="5934" y="8889"/>
                    <a:pt x="6145" y="8458"/>
                    <a:pt x="6442" y="8324"/>
                  </a:cubicBezTo>
                  <a:cubicBezTo>
                    <a:pt x="6739" y="8180"/>
                    <a:pt x="7199" y="8276"/>
                    <a:pt x="7458" y="8074"/>
                  </a:cubicBezTo>
                  <a:cubicBezTo>
                    <a:pt x="7717" y="7863"/>
                    <a:pt x="7717" y="7394"/>
                    <a:pt x="7928" y="7135"/>
                  </a:cubicBezTo>
                  <a:cubicBezTo>
                    <a:pt x="8129" y="6876"/>
                    <a:pt x="8589" y="6780"/>
                    <a:pt x="8733" y="6474"/>
                  </a:cubicBezTo>
                  <a:cubicBezTo>
                    <a:pt x="8877" y="6176"/>
                    <a:pt x="8675" y="5755"/>
                    <a:pt x="8742" y="5429"/>
                  </a:cubicBezTo>
                  <a:cubicBezTo>
                    <a:pt x="8819" y="5103"/>
                    <a:pt x="9183" y="4815"/>
                    <a:pt x="9183" y="4480"/>
                  </a:cubicBezTo>
                  <a:cubicBezTo>
                    <a:pt x="9183" y="4144"/>
                    <a:pt x="8819" y="3857"/>
                    <a:pt x="8742" y="3540"/>
                  </a:cubicBezTo>
                  <a:cubicBezTo>
                    <a:pt x="8675" y="3224"/>
                    <a:pt x="8877" y="2793"/>
                    <a:pt x="8733" y="2496"/>
                  </a:cubicBezTo>
                  <a:cubicBezTo>
                    <a:pt x="8589" y="2199"/>
                    <a:pt x="8129" y="2093"/>
                    <a:pt x="7928" y="1834"/>
                  </a:cubicBezTo>
                  <a:cubicBezTo>
                    <a:pt x="7717" y="1575"/>
                    <a:pt x="7717" y="1106"/>
                    <a:pt x="7458" y="895"/>
                  </a:cubicBezTo>
                  <a:cubicBezTo>
                    <a:pt x="7353" y="818"/>
                    <a:pt x="7228" y="780"/>
                    <a:pt x="7094" y="770"/>
                  </a:cubicBezTo>
                  <a:lnTo>
                    <a:pt x="6365" y="617"/>
                  </a:lnTo>
                  <a:cubicBezTo>
                    <a:pt x="6107" y="454"/>
                    <a:pt x="5905" y="80"/>
                    <a:pt x="5608" y="23"/>
                  </a:cubicBezTo>
                  <a:cubicBezTo>
                    <a:pt x="5576" y="15"/>
                    <a:pt x="5543" y="12"/>
                    <a:pt x="5509" y="12"/>
                  </a:cubicBezTo>
                  <a:cubicBezTo>
                    <a:pt x="5229" y="12"/>
                    <a:pt x="4891" y="234"/>
                    <a:pt x="4592" y="234"/>
                  </a:cubicBezTo>
                  <a:cubicBezTo>
                    <a:pt x="4295" y="234"/>
                    <a:pt x="3975" y="0"/>
                    <a:pt x="3686" y="0"/>
                  </a:cubicBezTo>
                  <a:close/>
                </a:path>
              </a:pathLst>
            </a:custGeom>
            <a:solidFill>
              <a:srgbClr val="B8C3C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137" name="Google Shape;11137;p42"/>
            <p:cNvSpPr/>
            <p:nvPr/>
          </p:nvSpPr>
          <p:spPr>
            <a:xfrm>
              <a:off x="6749683" y="3436114"/>
              <a:ext cx="200430" cy="218010"/>
            </a:xfrm>
            <a:custGeom>
              <a:rect b="b" l="l" r="r" t="t"/>
              <a:pathLst>
                <a:path extrusionOk="0" h="8321" w="7650">
                  <a:moveTo>
                    <a:pt x="4966" y="0"/>
                  </a:moveTo>
                  <a:cubicBezTo>
                    <a:pt x="6375" y="1534"/>
                    <a:pt x="6528" y="3844"/>
                    <a:pt x="5339" y="5550"/>
                  </a:cubicBezTo>
                  <a:cubicBezTo>
                    <a:pt x="4482" y="6772"/>
                    <a:pt x="3103" y="7453"/>
                    <a:pt x="1682" y="7453"/>
                  </a:cubicBezTo>
                  <a:cubicBezTo>
                    <a:pt x="1118" y="7453"/>
                    <a:pt x="548" y="7346"/>
                    <a:pt x="0" y="7122"/>
                  </a:cubicBezTo>
                  <a:lnTo>
                    <a:pt x="0" y="7122"/>
                  </a:lnTo>
                  <a:cubicBezTo>
                    <a:pt x="39" y="7237"/>
                    <a:pt x="106" y="7343"/>
                    <a:pt x="192" y="7419"/>
                  </a:cubicBezTo>
                  <a:cubicBezTo>
                    <a:pt x="451" y="7630"/>
                    <a:pt x="911" y="7525"/>
                    <a:pt x="1208" y="7669"/>
                  </a:cubicBezTo>
                  <a:cubicBezTo>
                    <a:pt x="1505" y="7822"/>
                    <a:pt x="1706" y="8234"/>
                    <a:pt x="2042" y="8311"/>
                  </a:cubicBezTo>
                  <a:cubicBezTo>
                    <a:pt x="2076" y="8318"/>
                    <a:pt x="2110" y="8321"/>
                    <a:pt x="2145" y="8321"/>
                  </a:cubicBezTo>
                  <a:cubicBezTo>
                    <a:pt x="2442" y="8321"/>
                    <a:pt x="2758" y="8090"/>
                    <a:pt x="3058" y="8090"/>
                  </a:cubicBezTo>
                  <a:cubicBezTo>
                    <a:pt x="3367" y="8090"/>
                    <a:pt x="3691" y="8321"/>
                    <a:pt x="3983" y="8321"/>
                  </a:cubicBezTo>
                  <a:cubicBezTo>
                    <a:pt x="4017" y="8321"/>
                    <a:pt x="4051" y="8318"/>
                    <a:pt x="4084" y="8311"/>
                  </a:cubicBezTo>
                  <a:cubicBezTo>
                    <a:pt x="4400" y="8234"/>
                    <a:pt x="4611" y="7812"/>
                    <a:pt x="4908" y="7669"/>
                  </a:cubicBezTo>
                  <a:cubicBezTo>
                    <a:pt x="5205" y="7534"/>
                    <a:pt x="5665" y="7630"/>
                    <a:pt x="5924" y="7419"/>
                  </a:cubicBezTo>
                  <a:cubicBezTo>
                    <a:pt x="6183" y="7218"/>
                    <a:pt x="6183" y="6748"/>
                    <a:pt x="6394" y="6490"/>
                  </a:cubicBezTo>
                  <a:cubicBezTo>
                    <a:pt x="6595" y="6231"/>
                    <a:pt x="7055" y="6125"/>
                    <a:pt x="7199" y="5828"/>
                  </a:cubicBezTo>
                  <a:cubicBezTo>
                    <a:pt x="7343" y="5521"/>
                    <a:pt x="7132" y="5109"/>
                    <a:pt x="7208" y="4783"/>
                  </a:cubicBezTo>
                  <a:cubicBezTo>
                    <a:pt x="7276" y="4467"/>
                    <a:pt x="7649" y="4170"/>
                    <a:pt x="7649" y="3834"/>
                  </a:cubicBezTo>
                  <a:cubicBezTo>
                    <a:pt x="7649" y="3499"/>
                    <a:pt x="7276" y="3202"/>
                    <a:pt x="7208" y="2885"/>
                  </a:cubicBezTo>
                  <a:cubicBezTo>
                    <a:pt x="7132" y="2569"/>
                    <a:pt x="7333" y="2138"/>
                    <a:pt x="7189" y="1841"/>
                  </a:cubicBezTo>
                  <a:cubicBezTo>
                    <a:pt x="7046" y="1544"/>
                    <a:pt x="6595" y="1438"/>
                    <a:pt x="6384" y="1179"/>
                  </a:cubicBezTo>
                  <a:cubicBezTo>
                    <a:pt x="6173" y="920"/>
                    <a:pt x="6173" y="451"/>
                    <a:pt x="5914" y="250"/>
                  </a:cubicBezTo>
                  <a:cubicBezTo>
                    <a:pt x="5809" y="173"/>
                    <a:pt x="5684" y="125"/>
                    <a:pt x="5560" y="115"/>
                  </a:cubicBezTo>
                  <a:lnTo>
                    <a:pt x="4966" y="0"/>
                  </a:lnTo>
                  <a:close/>
                </a:path>
              </a:pathLst>
            </a:custGeom>
            <a:solidFill>
              <a:srgbClr val="A0AFB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138" name="Google Shape;11138;p42"/>
            <p:cNvSpPr/>
            <p:nvPr/>
          </p:nvSpPr>
          <p:spPr>
            <a:xfrm>
              <a:off x="6774049" y="3464226"/>
              <a:ext cx="33169" cy="28244"/>
            </a:xfrm>
            <a:custGeom>
              <a:rect b="b" l="l" r="r" t="t"/>
              <a:pathLst>
                <a:path extrusionOk="0" h="1078" w="1266">
                  <a:moveTo>
                    <a:pt x="729" y="1"/>
                  </a:moveTo>
                  <a:cubicBezTo>
                    <a:pt x="240" y="1"/>
                    <a:pt x="0" y="576"/>
                    <a:pt x="345" y="921"/>
                  </a:cubicBezTo>
                  <a:cubicBezTo>
                    <a:pt x="453" y="1029"/>
                    <a:pt x="587" y="1077"/>
                    <a:pt x="719" y="1077"/>
                  </a:cubicBezTo>
                  <a:cubicBezTo>
                    <a:pt x="996" y="1077"/>
                    <a:pt x="1265" y="863"/>
                    <a:pt x="1265" y="538"/>
                  </a:cubicBezTo>
                  <a:cubicBezTo>
                    <a:pt x="1265" y="240"/>
                    <a:pt x="1026" y="1"/>
                    <a:pt x="729" y="1"/>
                  </a:cubicBezTo>
                  <a:close/>
                </a:path>
              </a:pathLst>
            </a:custGeom>
            <a:solidFill>
              <a:srgbClr val="C1CBD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139" name="Google Shape;11139;p42"/>
            <p:cNvSpPr/>
            <p:nvPr/>
          </p:nvSpPr>
          <p:spPr>
            <a:xfrm>
              <a:off x="6810964" y="3355496"/>
              <a:ext cx="33169" cy="28479"/>
            </a:xfrm>
            <a:custGeom>
              <a:rect b="b" l="l" r="r" t="t"/>
              <a:pathLst>
                <a:path extrusionOk="0" h="1087" w="1266">
                  <a:moveTo>
                    <a:pt x="719" y="0"/>
                  </a:moveTo>
                  <a:cubicBezTo>
                    <a:pt x="240" y="0"/>
                    <a:pt x="0" y="585"/>
                    <a:pt x="336" y="930"/>
                  </a:cubicBezTo>
                  <a:cubicBezTo>
                    <a:pt x="447" y="1038"/>
                    <a:pt x="583" y="1087"/>
                    <a:pt x="716" y="1087"/>
                  </a:cubicBezTo>
                  <a:cubicBezTo>
                    <a:pt x="997" y="1087"/>
                    <a:pt x="1265" y="872"/>
                    <a:pt x="1265" y="547"/>
                  </a:cubicBezTo>
                  <a:cubicBezTo>
                    <a:pt x="1265" y="250"/>
                    <a:pt x="1016" y="0"/>
                    <a:pt x="719" y="0"/>
                  </a:cubicBezTo>
                  <a:close/>
                </a:path>
              </a:pathLst>
            </a:custGeom>
            <a:solidFill>
              <a:srgbClr val="C1CBD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140" name="Google Shape;11140;p42"/>
            <p:cNvSpPr/>
            <p:nvPr/>
          </p:nvSpPr>
          <p:spPr>
            <a:xfrm>
              <a:off x="6866194" y="3511203"/>
              <a:ext cx="33195" cy="28401"/>
            </a:xfrm>
            <a:custGeom>
              <a:rect b="b" l="l" r="r" t="t"/>
              <a:pathLst>
                <a:path extrusionOk="0" h="1084" w="1267">
                  <a:moveTo>
                    <a:pt x="729" y="0"/>
                  </a:moveTo>
                  <a:cubicBezTo>
                    <a:pt x="241" y="0"/>
                    <a:pt x="1" y="585"/>
                    <a:pt x="346" y="921"/>
                  </a:cubicBezTo>
                  <a:cubicBezTo>
                    <a:pt x="456" y="1033"/>
                    <a:pt x="592" y="1084"/>
                    <a:pt x="725" y="1084"/>
                  </a:cubicBezTo>
                  <a:cubicBezTo>
                    <a:pt x="1001" y="1084"/>
                    <a:pt x="1266" y="869"/>
                    <a:pt x="1266" y="547"/>
                  </a:cubicBezTo>
                  <a:cubicBezTo>
                    <a:pt x="1266" y="240"/>
                    <a:pt x="1027" y="0"/>
                    <a:pt x="729" y="0"/>
                  </a:cubicBezTo>
                  <a:close/>
                </a:path>
              </a:pathLst>
            </a:custGeom>
            <a:solidFill>
              <a:srgbClr val="C1CBD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141" name="Google Shape;11141;p42"/>
            <p:cNvSpPr/>
            <p:nvPr/>
          </p:nvSpPr>
          <p:spPr>
            <a:xfrm>
              <a:off x="6762992" y="3556896"/>
              <a:ext cx="52505" cy="44828"/>
            </a:xfrm>
            <a:custGeom>
              <a:rect b="b" l="l" r="r" t="t"/>
              <a:pathLst>
                <a:path extrusionOk="0" h="1711" w="2004">
                  <a:moveTo>
                    <a:pt x="1151" y="1"/>
                  </a:moveTo>
                  <a:cubicBezTo>
                    <a:pt x="384" y="1"/>
                    <a:pt x="0" y="921"/>
                    <a:pt x="547" y="1458"/>
                  </a:cubicBezTo>
                  <a:cubicBezTo>
                    <a:pt x="721" y="1632"/>
                    <a:pt x="936" y="1710"/>
                    <a:pt x="1146" y="1710"/>
                  </a:cubicBezTo>
                  <a:cubicBezTo>
                    <a:pt x="1584" y="1710"/>
                    <a:pt x="2004" y="1372"/>
                    <a:pt x="2004" y="854"/>
                  </a:cubicBezTo>
                  <a:cubicBezTo>
                    <a:pt x="2004" y="384"/>
                    <a:pt x="1620" y="1"/>
                    <a:pt x="1151" y="1"/>
                  </a:cubicBezTo>
                  <a:close/>
                </a:path>
              </a:pathLst>
            </a:custGeom>
            <a:solidFill>
              <a:srgbClr val="C1CBD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142" name="Google Shape;11142;p42"/>
            <p:cNvSpPr/>
            <p:nvPr/>
          </p:nvSpPr>
          <p:spPr>
            <a:xfrm>
              <a:off x="6953859" y="3377426"/>
              <a:ext cx="36680" cy="35003"/>
            </a:xfrm>
            <a:custGeom>
              <a:rect b="b" l="l" r="r" t="t"/>
              <a:pathLst>
                <a:path extrusionOk="0" h="1336" w="1400">
                  <a:moveTo>
                    <a:pt x="672" y="1"/>
                  </a:moveTo>
                  <a:cubicBezTo>
                    <a:pt x="329" y="1"/>
                    <a:pt x="0" y="267"/>
                    <a:pt x="0" y="668"/>
                  </a:cubicBezTo>
                  <a:cubicBezTo>
                    <a:pt x="0" y="1070"/>
                    <a:pt x="329" y="1336"/>
                    <a:pt x="672" y="1336"/>
                  </a:cubicBezTo>
                  <a:cubicBezTo>
                    <a:pt x="836" y="1336"/>
                    <a:pt x="1004" y="1275"/>
                    <a:pt x="1141" y="1138"/>
                  </a:cubicBezTo>
                  <a:cubicBezTo>
                    <a:pt x="1400" y="879"/>
                    <a:pt x="1400" y="457"/>
                    <a:pt x="1141" y="199"/>
                  </a:cubicBezTo>
                  <a:cubicBezTo>
                    <a:pt x="1004" y="62"/>
                    <a:pt x="836" y="1"/>
                    <a:pt x="672" y="1"/>
                  </a:cubicBezTo>
                  <a:close/>
                </a:path>
              </a:pathLst>
            </a:custGeom>
            <a:solidFill>
              <a:srgbClr val="C1CBD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143" name="Google Shape;11143;p42"/>
            <p:cNvSpPr/>
            <p:nvPr/>
          </p:nvSpPr>
          <p:spPr>
            <a:xfrm>
              <a:off x="6977701" y="3522259"/>
              <a:ext cx="33195" cy="28479"/>
            </a:xfrm>
            <a:custGeom>
              <a:rect b="b" l="l" r="r" t="t"/>
              <a:pathLst>
                <a:path extrusionOk="0" h="1087" w="1267">
                  <a:moveTo>
                    <a:pt x="729" y="0"/>
                  </a:moveTo>
                  <a:cubicBezTo>
                    <a:pt x="240" y="0"/>
                    <a:pt x="1" y="585"/>
                    <a:pt x="346" y="930"/>
                  </a:cubicBezTo>
                  <a:cubicBezTo>
                    <a:pt x="454" y="1038"/>
                    <a:pt x="588" y="1086"/>
                    <a:pt x="720" y="1086"/>
                  </a:cubicBezTo>
                  <a:cubicBezTo>
                    <a:pt x="997" y="1086"/>
                    <a:pt x="1266" y="871"/>
                    <a:pt x="1266" y="546"/>
                  </a:cubicBezTo>
                  <a:cubicBezTo>
                    <a:pt x="1266" y="249"/>
                    <a:pt x="1026" y="0"/>
                    <a:pt x="729" y="0"/>
                  </a:cubicBezTo>
                  <a:close/>
                </a:path>
              </a:pathLst>
            </a:custGeom>
            <a:solidFill>
              <a:srgbClr val="C1CBD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144" name="Google Shape;11144;p42"/>
            <p:cNvSpPr/>
            <p:nvPr/>
          </p:nvSpPr>
          <p:spPr>
            <a:xfrm>
              <a:off x="6945816" y="3652473"/>
              <a:ext cx="38462" cy="36680"/>
            </a:xfrm>
            <a:custGeom>
              <a:rect b="b" l="l" r="r" t="t"/>
              <a:pathLst>
                <a:path extrusionOk="0" h="1400" w="1468">
                  <a:moveTo>
                    <a:pt x="703" y="1"/>
                  </a:moveTo>
                  <a:cubicBezTo>
                    <a:pt x="344" y="1"/>
                    <a:pt x="0" y="282"/>
                    <a:pt x="0" y="705"/>
                  </a:cubicBezTo>
                  <a:cubicBezTo>
                    <a:pt x="0" y="1120"/>
                    <a:pt x="343" y="1399"/>
                    <a:pt x="702" y="1399"/>
                  </a:cubicBezTo>
                  <a:cubicBezTo>
                    <a:pt x="872" y="1399"/>
                    <a:pt x="1047" y="1336"/>
                    <a:pt x="1189" y="1193"/>
                  </a:cubicBezTo>
                  <a:cubicBezTo>
                    <a:pt x="1467" y="925"/>
                    <a:pt x="1467" y="484"/>
                    <a:pt x="1189" y="206"/>
                  </a:cubicBezTo>
                  <a:cubicBezTo>
                    <a:pt x="1047" y="64"/>
                    <a:pt x="873" y="1"/>
                    <a:pt x="703" y="1"/>
                  </a:cubicBezTo>
                  <a:close/>
                </a:path>
              </a:pathLst>
            </a:custGeom>
            <a:solidFill>
              <a:srgbClr val="C1CBD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145" name="Google Shape;11145;p42"/>
            <p:cNvSpPr/>
            <p:nvPr/>
          </p:nvSpPr>
          <p:spPr>
            <a:xfrm>
              <a:off x="6810964" y="3688996"/>
              <a:ext cx="33169" cy="28479"/>
            </a:xfrm>
            <a:custGeom>
              <a:rect b="b" l="l" r="r" t="t"/>
              <a:pathLst>
                <a:path extrusionOk="0" h="1087" w="1266">
                  <a:moveTo>
                    <a:pt x="719" y="1"/>
                  </a:moveTo>
                  <a:cubicBezTo>
                    <a:pt x="240" y="1"/>
                    <a:pt x="0" y="585"/>
                    <a:pt x="336" y="931"/>
                  </a:cubicBezTo>
                  <a:cubicBezTo>
                    <a:pt x="447" y="1039"/>
                    <a:pt x="583" y="1087"/>
                    <a:pt x="716" y="1087"/>
                  </a:cubicBezTo>
                  <a:cubicBezTo>
                    <a:pt x="997" y="1087"/>
                    <a:pt x="1265" y="872"/>
                    <a:pt x="1265" y="547"/>
                  </a:cubicBezTo>
                  <a:cubicBezTo>
                    <a:pt x="1265" y="250"/>
                    <a:pt x="1016" y="1"/>
                    <a:pt x="719" y="1"/>
                  </a:cubicBezTo>
                  <a:close/>
                </a:path>
              </a:pathLst>
            </a:custGeom>
            <a:solidFill>
              <a:srgbClr val="C1CBD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146" name="Google Shape;11146;p42"/>
            <p:cNvSpPr/>
            <p:nvPr/>
          </p:nvSpPr>
          <p:spPr>
            <a:xfrm>
              <a:off x="6697702" y="3640212"/>
              <a:ext cx="29894" cy="28479"/>
            </a:xfrm>
            <a:custGeom>
              <a:rect b="b" l="l" r="r" t="t"/>
              <a:pathLst>
                <a:path extrusionOk="0" h="1087" w="1141">
                  <a:moveTo>
                    <a:pt x="550" y="0"/>
                  </a:moveTo>
                  <a:cubicBezTo>
                    <a:pt x="269" y="0"/>
                    <a:pt x="0" y="215"/>
                    <a:pt x="0" y="540"/>
                  </a:cubicBezTo>
                  <a:cubicBezTo>
                    <a:pt x="0" y="870"/>
                    <a:pt x="266" y="1086"/>
                    <a:pt x="545" y="1086"/>
                  </a:cubicBezTo>
                  <a:cubicBezTo>
                    <a:pt x="680" y="1086"/>
                    <a:pt x="818" y="1036"/>
                    <a:pt x="930" y="923"/>
                  </a:cubicBezTo>
                  <a:cubicBezTo>
                    <a:pt x="1141" y="713"/>
                    <a:pt x="1141" y="367"/>
                    <a:pt x="930" y="157"/>
                  </a:cubicBezTo>
                  <a:cubicBezTo>
                    <a:pt x="819" y="49"/>
                    <a:pt x="683" y="0"/>
                    <a:pt x="550" y="0"/>
                  </a:cubicBezTo>
                  <a:close/>
                </a:path>
              </a:pathLst>
            </a:custGeom>
            <a:solidFill>
              <a:srgbClr val="C1CBD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147" name="Google Shape;11147;p42"/>
            <p:cNvSpPr/>
            <p:nvPr/>
          </p:nvSpPr>
          <p:spPr>
            <a:xfrm>
              <a:off x="6644201" y="3522259"/>
              <a:ext cx="33169" cy="28479"/>
            </a:xfrm>
            <a:custGeom>
              <a:rect b="b" l="l" r="r" t="t"/>
              <a:pathLst>
                <a:path extrusionOk="0" h="1087" w="1266">
                  <a:moveTo>
                    <a:pt x="719" y="0"/>
                  </a:moveTo>
                  <a:cubicBezTo>
                    <a:pt x="240" y="0"/>
                    <a:pt x="0" y="585"/>
                    <a:pt x="336" y="930"/>
                  </a:cubicBezTo>
                  <a:cubicBezTo>
                    <a:pt x="447" y="1038"/>
                    <a:pt x="583" y="1086"/>
                    <a:pt x="716" y="1086"/>
                  </a:cubicBezTo>
                  <a:cubicBezTo>
                    <a:pt x="997" y="1086"/>
                    <a:pt x="1266" y="871"/>
                    <a:pt x="1266" y="546"/>
                  </a:cubicBezTo>
                  <a:cubicBezTo>
                    <a:pt x="1266" y="249"/>
                    <a:pt x="1016" y="0"/>
                    <a:pt x="719" y="0"/>
                  </a:cubicBezTo>
                  <a:close/>
                </a:path>
              </a:pathLst>
            </a:custGeom>
            <a:solidFill>
              <a:srgbClr val="C1CBD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148" name="Google Shape;11148;p42"/>
            <p:cNvSpPr/>
            <p:nvPr/>
          </p:nvSpPr>
          <p:spPr>
            <a:xfrm>
              <a:off x="6676349" y="3383242"/>
              <a:ext cx="39457" cy="37754"/>
            </a:xfrm>
            <a:custGeom>
              <a:rect b="b" l="l" r="r" t="t"/>
              <a:pathLst>
                <a:path extrusionOk="0" h="1441" w="1506">
                  <a:moveTo>
                    <a:pt x="731" y="1"/>
                  </a:moveTo>
                  <a:cubicBezTo>
                    <a:pt x="359" y="1"/>
                    <a:pt x="0" y="290"/>
                    <a:pt x="0" y="724"/>
                  </a:cubicBezTo>
                  <a:cubicBezTo>
                    <a:pt x="0" y="1156"/>
                    <a:pt x="356" y="1441"/>
                    <a:pt x="726" y="1441"/>
                  </a:cubicBezTo>
                  <a:cubicBezTo>
                    <a:pt x="906" y="1441"/>
                    <a:pt x="1089" y="1373"/>
                    <a:pt x="1237" y="1223"/>
                  </a:cubicBezTo>
                  <a:cubicBezTo>
                    <a:pt x="1505" y="945"/>
                    <a:pt x="1505" y="494"/>
                    <a:pt x="1237" y="216"/>
                  </a:cubicBezTo>
                  <a:cubicBezTo>
                    <a:pt x="1091" y="67"/>
                    <a:pt x="910" y="1"/>
                    <a:pt x="731" y="1"/>
                  </a:cubicBezTo>
                  <a:close/>
                </a:path>
              </a:pathLst>
            </a:custGeom>
            <a:solidFill>
              <a:srgbClr val="C1CBD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1149" name="Google Shape;11149;p42"/>
          <p:cNvGrpSpPr/>
          <p:nvPr/>
        </p:nvGrpSpPr>
        <p:grpSpPr>
          <a:xfrm>
            <a:off x="7955145" y="1836192"/>
            <a:ext cx="365175" cy="271013"/>
            <a:chOff x="7955145" y="2019192"/>
            <a:chExt cx="365175" cy="271013"/>
          </a:xfrm>
        </p:grpSpPr>
        <p:sp>
          <p:nvSpPr>
            <p:cNvPr id="11150" name="Google Shape;11150;p42"/>
            <p:cNvSpPr/>
            <p:nvPr/>
          </p:nvSpPr>
          <p:spPr>
            <a:xfrm>
              <a:off x="7977729" y="2019192"/>
              <a:ext cx="320243" cy="271013"/>
            </a:xfrm>
            <a:custGeom>
              <a:rect b="b" l="l" r="r" t="t"/>
              <a:pathLst>
                <a:path extrusionOk="0" h="10344" w="12223">
                  <a:moveTo>
                    <a:pt x="8676" y="1"/>
                  </a:moveTo>
                  <a:cubicBezTo>
                    <a:pt x="7707" y="1"/>
                    <a:pt x="6778" y="394"/>
                    <a:pt x="6107" y="1103"/>
                  </a:cubicBezTo>
                  <a:cubicBezTo>
                    <a:pt x="5428" y="385"/>
                    <a:pt x="4496" y="5"/>
                    <a:pt x="3546" y="5"/>
                  </a:cubicBezTo>
                  <a:cubicBezTo>
                    <a:pt x="3101" y="5"/>
                    <a:pt x="2653" y="88"/>
                    <a:pt x="2225" y="260"/>
                  </a:cubicBezTo>
                  <a:cubicBezTo>
                    <a:pt x="883" y="796"/>
                    <a:pt x="1" y="2100"/>
                    <a:pt x="1" y="3547"/>
                  </a:cubicBezTo>
                  <a:cubicBezTo>
                    <a:pt x="1" y="5541"/>
                    <a:pt x="1372" y="6921"/>
                    <a:pt x="2570" y="7909"/>
                  </a:cubicBezTo>
                  <a:cubicBezTo>
                    <a:pt x="3087" y="8330"/>
                    <a:pt x="3624" y="8733"/>
                    <a:pt x="4180" y="9097"/>
                  </a:cubicBezTo>
                  <a:lnTo>
                    <a:pt x="6107" y="10343"/>
                  </a:lnTo>
                  <a:lnTo>
                    <a:pt x="8033" y="9097"/>
                  </a:lnTo>
                  <a:cubicBezTo>
                    <a:pt x="8589" y="8733"/>
                    <a:pt x="9126" y="8340"/>
                    <a:pt x="9644" y="7909"/>
                  </a:cubicBezTo>
                  <a:cubicBezTo>
                    <a:pt x="10842" y="6931"/>
                    <a:pt x="12222" y="5531"/>
                    <a:pt x="12222" y="3547"/>
                  </a:cubicBezTo>
                  <a:cubicBezTo>
                    <a:pt x="12222" y="1889"/>
                    <a:pt x="11072" y="451"/>
                    <a:pt x="9452" y="87"/>
                  </a:cubicBezTo>
                  <a:cubicBezTo>
                    <a:pt x="9193" y="30"/>
                    <a:pt x="8934" y="1"/>
                    <a:pt x="8676" y="1"/>
                  </a:cubicBezTo>
                  <a:close/>
                </a:path>
              </a:pathLst>
            </a:custGeom>
            <a:solidFill>
              <a:srgbClr val="657A8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151" name="Google Shape;11151;p42"/>
            <p:cNvSpPr/>
            <p:nvPr/>
          </p:nvSpPr>
          <p:spPr>
            <a:xfrm>
              <a:off x="8084468" y="2023226"/>
              <a:ext cx="213504" cy="266978"/>
            </a:xfrm>
            <a:custGeom>
              <a:rect b="b" l="l" r="r" t="t"/>
              <a:pathLst>
                <a:path extrusionOk="0" h="10190" w="8149">
                  <a:moveTo>
                    <a:pt x="5618" y="0"/>
                  </a:moveTo>
                  <a:lnTo>
                    <a:pt x="5618" y="0"/>
                  </a:lnTo>
                  <a:cubicBezTo>
                    <a:pt x="6020" y="2166"/>
                    <a:pt x="6298" y="7400"/>
                    <a:pt x="1" y="8876"/>
                  </a:cubicBezTo>
                  <a:cubicBezTo>
                    <a:pt x="58" y="8905"/>
                    <a:pt x="87" y="8934"/>
                    <a:pt x="106" y="8943"/>
                  </a:cubicBezTo>
                  <a:lnTo>
                    <a:pt x="2033" y="10189"/>
                  </a:lnTo>
                  <a:lnTo>
                    <a:pt x="3959" y="8943"/>
                  </a:lnTo>
                  <a:cubicBezTo>
                    <a:pt x="4515" y="8579"/>
                    <a:pt x="5052" y="8186"/>
                    <a:pt x="5570" y="7764"/>
                  </a:cubicBezTo>
                  <a:cubicBezTo>
                    <a:pt x="6768" y="6777"/>
                    <a:pt x="8139" y="5387"/>
                    <a:pt x="8139" y="3403"/>
                  </a:cubicBezTo>
                  <a:cubicBezTo>
                    <a:pt x="8148" y="1831"/>
                    <a:pt x="7113" y="451"/>
                    <a:pt x="5618" y="0"/>
                  </a:cubicBezTo>
                  <a:close/>
                </a:path>
              </a:pathLst>
            </a:custGeom>
            <a:solidFill>
              <a:srgbClr val="5A708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152" name="Google Shape;11152;p42"/>
            <p:cNvSpPr/>
            <p:nvPr/>
          </p:nvSpPr>
          <p:spPr>
            <a:xfrm>
              <a:off x="8182377" y="2136437"/>
              <a:ext cx="95735" cy="76163"/>
            </a:xfrm>
            <a:custGeom>
              <a:rect b="b" l="l" r="r" t="t"/>
              <a:pathLst>
                <a:path extrusionOk="0" h="2907" w="3654">
                  <a:moveTo>
                    <a:pt x="2082" y="1"/>
                  </a:moveTo>
                  <a:cubicBezTo>
                    <a:pt x="2076" y="1"/>
                    <a:pt x="2069" y="1"/>
                    <a:pt x="2063" y="2"/>
                  </a:cubicBezTo>
                  <a:cubicBezTo>
                    <a:pt x="1977" y="2"/>
                    <a:pt x="1909" y="60"/>
                    <a:pt x="1881" y="136"/>
                  </a:cubicBezTo>
                  <a:lnTo>
                    <a:pt x="1238" y="2140"/>
                  </a:lnTo>
                  <a:lnTo>
                    <a:pt x="443" y="318"/>
                  </a:lnTo>
                  <a:cubicBezTo>
                    <a:pt x="406" y="231"/>
                    <a:pt x="336" y="194"/>
                    <a:pt x="265" y="194"/>
                  </a:cubicBezTo>
                  <a:cubicBezTo>
                    <a:pt x="134" y="194"/>
                    <a:pt x="1" y="320"/>
                    <a:pt x="69" y="481"/>
                  </a:cubicBezTo>
                  <a:lnTo>
                    <a:pt x="1085" y="2791"/>
                  </a:lnTo>
                  <a:cubicBezTo>
                    <a:pt x="1114" y="2859"/>
                    <a:pt x="1191" y="2906"/>
                    <a:pt x="1267" y="2906"/>
                  </a:cubicBezTo>
                  <a:lnTo>
                    <a:pt x="1277" y="2906"/>
                  </a:lnTo>
                  <a:cubicBezTo>
                    <a:pt x="1363" y="2906"/>
                    <a:pt x="1440" y="2849"/>
                    <a:pt x="1459" y="2772"/>
                  </a:cubicBezTo>
                  <a:lnTo>
                    <a:pt x="2120" y="731"/>
                  </a:lnTo>
                  <a:lnTo>
                    <a:pt x="2657" y="1814"/>
                  </a:lnTo>
                  <a:cubicBezTo>
                    <a:pt x="2686" y="1881"/>
                    <a:pt x="2753" y="1929"/>
                    <a:pt x="2830" y="1929"/>
                  </a:cubicBezTo>
                  <a:lnTo>
                    <a:pt x="3366" y="1929"/>
                  </a:lnTo>
                  <a:cubicBezTo>
                    <a:pt x="3462" y="1795"/>
                    <a:pt x="3558" y="1660"/>
                    <a:pt x="3654" y="1517"/>
                  </a:cubicBezTo>
                  <a:lnTo>
                    <a:pt x="2954" y="1517"/>
                  </a:lnTo>
                  <a:lnTo>
                    <a:pt x="2254" y="108"/>
                  </a:lnTo>
                  <a:cubicBezTo>
                    <a:pt x="2219" y="46"/>
                    <a:pt x="2152" y="1"/>
                    <a:pt x="2082" y="1"/>
                  </a:cubicBezTo>
                  <a:close/>
                </a:path>
              </a:pathLst>
            </a:custGeom>
            <a:solidFill>
              <a:srgbClr val="5A708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153" name="Google Shape;11153;p42"/>
            <p:cNvSpPr/>
            <p:nvPr/>
          </p:nvSpPr>
          <p:spPr>
            <a:xfrm>
              <a:off x="7997327" y="2098866"/>
              <a:ext cx="191601" cy="125026"/>
            </a:xfrm>
            <a:custGeom>
              <a:rect b="b" l="l" r="r" t="t"/>
              <a:pathLst>
                <a:path extrusionOk="0" h="4772" w="7313">
                  <a:moveTo>
                    <a:pt x="6600" y="1"/>
                  </a:moveTo>
                  <a:cubicBezTo>
                    <a:pt x="6523" y="1"/>
                    <a:pt x="6447" y="41"/>
                    <a:pt x="6413" y="123"/>
                  </a:cubicBezTo>
                  <a:lnTo>
                    <a:pt x="5464" y="2471"/>
                  </a:lnTo>
                  <a:lnTo>
                    <a:pt x="4659" y="1129"/>
                  </a:lnTo>
                  <a:cubicBezTo>
                    <a:pt x="4621" y="1062"/>
                    <a:pt x="4555" y="1029"/>
                    <a:pt x="4489" y="1029"/>
                  </a:cubicBezTo>
                  <a:cubicBezTo>
                    <a:pt x="4405" y="1029"/>
                    <a:pt x="4322" y="1081"/>
                    <a:pt x="4295" y="1177"/>
                  </a:cubicBezTo>
                  <a:lnTo>
                    <a:pt x="3480" y="3909"/>
                  </a:lnTo>
                  <a:lnTo>
                    <a:pt x="2445" y="861"/>
                  </a:lnTo>
                  <a:cubicBezTo>
                    <a:pt x="2416" y="784"/>
                    <a:pt x="2349" y="736"/>
                    <a:pt x="2272" y="727"/>
                  </a:cubicBezTo>
                  <a:cubicBezTo>
                    <a:pt x="2186" y="727"/>
                    <a:pt x="2109" y="775"/>
                    <a:pt x="2071" y="851"/>
                  </a:cubicBezTo>
                  <a:lnTo>
                    <a:pt x="1045" y="2951"/>
                  </a:lnTo>
                  <a:lnTo>
                    <a:pt x="0" y="2951"/>
                  </a:lnTo>
                  <a:cubicBezTo>
                    <a:pt x="96" y="3094"/>
                    <a:pt x="192" y="3229"/>
                    <a:pt x="298" y="3363"/>
                  </a:cubicBezTo>
                  <a:lnTo>
                    <a:pt x="1170" y="3363"/>
                  </a:lnTo>
                  <a:cubicBezTo>
                    <a:pt x="1256" y="3353"/>
                    <a:pt x="1323" y="3315"/>
                    <a:pt x="1352" y="3238"/>
                  </a:cubicBezTo>
                  <a:lnTo>
                    <a:pt x="2224" y="1465"/>
                  </a:lnTo>
                  <a:lnTo>
                    <a:pt x="3298" y="4638"/>
                  </a:lnTo>
                  <a:cubicBezTo>
                    <a:pt x="3327" y="4714"/>
                    <a:pt x="3403" y="4772"/>
                    <a:pt x="3490" y="4772"/>
                  </a:cubicBezTo>
                  <a:cubicBezTo>
                    <a:pt x="3576" y="4772"/>
                    <a:pt x="3653" y="4714"/>
                    <a:pt x="3681" y="4628"/>
                  </a:cubicBezTo>
                  <a:lnTo>
                    <a:pt x="4534" y="1733"/>
                  </a:lnTo>
                  <a:lnTo>
                    <a:pt x="5301" y="3027"/>
                  </a:lnTo>
                  <a:cubicBezTo>
                    <a:pt x="5341" y="3094"/>
                    <a:pt x="5409" y="3126"/>
                    <a:pt x="5476" y="3126"/>
                  </a:cubicBezTo>
                  <a:cubicBezTo>
                    <a:pt x="5553" y="3126"/>
                    <a:pt x="5630" y="3085"/>
                    <a:pt x="5665" y="3008"/>
                  </a:cubicBezTo>
                  <a:lnTo>
                    <a:pt x="6595" y="727"/>
                  </a:lnTo>
                  <a:lnTo>
                    <a:pt x="6864" y="1359"/>
                  </a:lnTo>
                  <a:cubicBezTo>
                    <a:pt x="6904" y="1447"/>
                    <a:pt x="6976" y="1484"/>
                    <a:pt x="7048" y="1484"/>
                  </a:cubicBezTo>
                  <a:cubicBezTo>
                    <a:pt x="7181" y="1484"/>
                    <a:pt x="7312" y="1358"/>
                    <a:pt x="7237" y="1196"/>
                  </a:cubicBezTo>
                  <a:lnTo>
                    <a:pt x="6787" y="123"/>
                  </a:lnTo>
                  <a:cubicBezTo>
                    <a:pt x="6753" y="41"/>
                    <a:pt x="6677" y="1"/>
                    <a:pt x="6600" y="1"/>
                  </a:cubicBezTo>
                  <a:close/>
                </a:path>
              </a:pathLst>
            </a:custGeom>
            <a:solidFill>
              <a:srgbClr val="5A708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154" name="Google Shape;11154;p42"/>
            <p:cNvSpPr/>
            <p:nvPr/>
          </p:nvSpPr>
          <p:spPr>
            <a:xfrm>
              <a:off x="8182220" y="2122917"/>
              <a:ext cx="138100" cy="76373"/>
            </a:xfrm>
            <a:custGeom>
              <a:rect b="b" l="l" r="r" t="t"/>
              <a:pathLst>
                <a:path extrusionOk="0" h="2915" w="5271">
                  <a:moveTo>
                    <a:pt x="2059" y="1"/>
                  </a:moveTo>
                  <a:cubicBezTo>
                    <a:pt x="1983" y="10"/>
                    <a:pt x="1915" y="68"/>
                    <a:pt x="1887" y="144"/>
                  </a:cubicBezTo>
                  <a:lnTo>
                    <a:pt x="1244" y="2138"/>
                  </a:lnTo>
                  <a:lnTo>
                    <a:pt x="449" y="326"/>
                  </a:lnTo>
                  <a:cubicBezTo>
                    <a:pt x="408" y="239"/>
                    <a:pt x="336" y="202"/>
                    <a:pt x="264" y="202"/>
                  </a:cubicBezTo>
                  <a:cubicBezTo>
                    <a:pt x="132" y="202"/>
                    <a:pt x="0" y="328"/>
                    <a:pt x="75" y="489"/>
                  </a:cubicBezTo>
                  <a:lnTo>
                    <a:pt x="1081" y="2799"/>
                  </a:lnTo>
                  <a:cubicBezTo>
                    <a:pt x="1120" y="2867"/>
                    <a:pt x="1187" y="2914"/>
                    <a:pt x="1273" y="2914"/>
                  </a:cubicBezTo>
                  <a:lnTo>
                    <a:pt x="1283" y="2914"/>
                  </a:lnTo>
                  <a:cubicBezTo>
                    <a:pt x="1359" y="2905"/>
                    <a:pt x="1436" y="2847"/>
                    <a:pt x="1465" y="2771"/>
                  </a:cubicBezTo>
                  <a:lnTo>
                    <a:pt x="2117" y="739"/>
                  </a:lnTo>
                  <a:lnTo>
                    <a:pt x="2653" y="1812"/>
                  </a:lnTo>
                  <a:cubicBezTo>
                    <a:pt x="2682" y="1879"/>
                    <a:pt x="2759" y="1927"/>
                    <a:pt x="2836" y="1927"/>
                  </a:cubicBezTo>
                  <a:lnTo>
                    <a:pt x="5002" y="1927"/>
                  </a:lnTo>
                  <a:cubicBezTo>
                    <a:pt x="5270" y="1927"/>
                    <a:pt x="5270" y="1525"/>
                    <a:pt x="5002" y="1525"/>
                  </a:cubicBezTo>
                  <a:lnTo>
                    <a:pt x="2960" y="1525"/>
                  </a:lnTo>
                  <a:lnTo>
                    <a:pt x="2260" y="116"/>
                  </a:lnTo>
                  <a:cubicBezTo>
                    <a:pt x="2222" y="39"/>
                    <a:pt x="2145" y="1"/>
                    <a:pt x="2059" y="1"/>
                  </a:cubicBezTo>
                  <a:close/>
                </a:path>
              </a:pathLst>
            </a:custGeom>
            <a:solidFill>
              <a:srgbClr val="B8C6D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155" name="Google Shape;11155;p42"/>
            <p:cNvSpPr/>
            <p:nvPr/>
          </p:nvSpPr>
          <p:spPr>
            <a:xfrm>
              <a:off x="7955145" y="2085504"/>
              <a:ext cx="234123" cy="125341"/>
            </a:xfrm>
            <a:custGeom>
              <a:rect b="b" l="l" r="r" t="t"/>
              <a:pathLst>
                <a:path extrusionOk="0" h="4784" w="8936">
                  <a:moveTo>
                    <a:pt x="8205" y="0"/>
                  </a:moveTo>
                  <a:cubicBezTo>
                    <a:pt x="8129" y="0"/>
                    <a:pt x="8052" y="48"/>
                    <a:pt x="8023" y="125"/>
                  </a:cubicBezTo>
                  <a:lnTo>
                    <a:pt x="7074" y="2483"/>
                  </a:lnTo>
                  <a:lnTo>
                    <a:pt x="6279" y="1131"/>
                  </a:lnTo>
                  <a:cubicBezTo>
                    <a:pt x="6244" y="1071"/>
                    <a:pt x="6171" y="1034"/>
                    <a:pt x="6101" y="1034"/>
                  </a:cubicBezTo>
                  <a:cubicBezTo>
                    <a:pt x="6093" y="1034"/>
                    <a:pt x="6085" y="1035"/>
                    <a:pt x="6077" y="1036"/>
                  </a:cubicBezTo>
                  <a:cubicBezTo>
                    <a:pt x="6001" y="1045"/>
                    <a:pt x="5934" y="1103"/>
                    <a:pt x="5905" y="1179"/>
                  </a:cubicBezTo>
                  <a:lnTo>
                    <a:pt x="5100" y="3911"/>
                  </a:lnTo>
                  <a:lnTo>
                    <a:pt x="4064" y="863"/>
                  </a:lnTo>
                  <a:cubicBezTo>
                    <a:pt x="4036" y="786"/>
                    <a:pt x="3969" y="738"/>
                    <a:pt x="3882" y="729"/>
                  </a:cubicBezTo>
                  <a:cubicBezTo>
                    <a:pt x="3806" y="729"/>
                    <a:pt x="3729" y="777"/>
                    <a:pt x="3691" y="853"/>
                  </a:cubicBezTo>
                  <a:lnTo>
                    <a:pt x="2665" y="2953"/>
                  </a:lnTo>
                  <a:lnTo>
                    <a:pt x="269" y="2953"/>
                  </a:lnTo>
                  <a:cubicBezTo>
                    <a:pt x="0" y="2953"/>
                    <a:pt x="0" y="3355"/>
                    <a:pt x="269" y="3355"/>
                  </a:cubicBezTo>
                  <a:lnTo>
                    <a:pt x="2790" y="3355"/>
                  </a:lnTo>
                  <a:cubicBezTo>
                    <a:pt x="2866" y="3355"/>
                    <a:pt x="2943" y="3307"/>
                    <a:pt x="2972" y="3240"/>
                  </a:cubicBezTo>
                  <a:lnTo>
                    <a:pt x="3844" y="1457"/>
                  </a:lnTo>
                  <a:lnTo>
                    <a:pt x="4917" y="4640"/>
                  </a:lnTo>
                  <a:cubicBezTo>
                    <a:pt x="4946" y="4716"/>
                    <a:pt x="5023" y="4774"/>
                    <a:pt x="5109" y="4774"/>
                  </a:cubicBezTo>
                  <a:cubicBezTo>
                    <a:pt x="5109" y="4774"/>
                    <a:pt x="5109" y="4783"/>
                    <a:pt x="5109" y="4783"/>
                  </a:cubicBezTo>
                  <a:cubicBezTo>
                    <a:pt x="5205" y="4774"/>
                    <a:pt x="5282" y="4716"/>
                    <a:pt x="5301" y="4640"/>
                  </a:cubicBezTo>
                  <a:lnTo>
                    <a:pt x="6154" y="1726"/>
                  </a:lnTo>
                  <a:lnTo>
                    <a:pt x="6930" y="3020"/>
                  </a:lnTo>
                  <a:cubicBezTo>
                    <a:pt x="6969" y="3087"/>
                    <a:pt x="7045" y="3125"/>
                    <a:pt x="7113" y="3125"/>
                  </a:cubicBezTo>
                  <a:cubicBezTo>
                    <a:pt x="7189" y="3116"/>
                    <a:pt x="7256" y="3068"/>
                    <a:pt x="7285" y="3000"/>
                  </a:cubicBezTo>
                  <a:lnTo>
                    <a:pt x="8215" y="729"/>
                  </a:lnTo>
                  <a:lnTo>
                    <a:pt x="8493" y="1352"/>
                  </a:lnTo>
                  <a:cubicBezTo>
                    <a:pt x="8530" y="1439"/>
                    <a:pt x="8600" y="1476"/>
                    <a:pt x="8671" y="1476"/>
                  </a:cubicBezTo>
                  <a:cubicBezTo>
                    <a:pt x="8802" y="1476"/>
                    <a:pt x="8935" y="1351"/>
                    <a:pt x="8867" y="1189"/>
                  </a:cubicBezTo>
                  <a:lnTo>
                    <a:pt x="8397" y="125"/>
                  </a:lnTo>
                  <a:cubicBezTo>
                    <a:pt x="8368" y="48"/>
                    <a:pt x="8292" y="0"/>
                    <a:pt x="8205" y="0"/>
                  </a:cubicBezTo>
                  <a:close/>
                </a:path>
              </a:pathLst>
            </a:custGeom>
            <a:solidFill>
              <a:srgbClr val="B8C6D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1156" name="Google Shape;11156;p42"/>
          <p:cNvGrpSpPr/>
          <p:nvPr/>
        </p:nvGrpSpPr>
        <p:grpSpPr>
          <a:xfrm>
            <a:off x="7518155" y="1826471"/>
            <a:ext cx="361926" cy="290270"/>
            <a:chOff x="7518155" y="2009471"/>
            <a:chExt cx="361926" cy="290270"/>
          </a:xfrm>
        </p:grpSpPr>
        <p:sp>
          <p:nvSpPr>
            <p:cNvPr id="11157" name="Google Shape;11157;p42"/>
            <p:cNvSpPr/>
            <p:nvPr/>
          </p:nvSpPr>
          <p:spPr>
            <a:xfrm>
              <a:off x="7518155" y="2133712"/>
              <a:ext cx="361403" cy="166029"/>
            </a:xfrm>
            <a:custGeom>
              <a:rect b="b" l="l" r="r" t="t"/>
              <a:pathLst>
                <a:path extrusionOk="0" h="6337" w="13794">
                  <a:moveTo>
                    <a:pt x="3840" y="0"/>
                  </a:moveTo>
                  <a:cubicBezTo>
                    <a:pt x="3835" y="0"/>
                    <a:pt x="3830" y="1"/>
                    <a:pt x="3825" y="1"/>
                  </a:cubicBezTo>
                  <a:lnTo>
                    <a:pt x="442" y="1"/>
                  </a:lnTo>
                  <a:cubicBezTo>
                    <a:pt x="202" y="1"/>
                    <a:pt x="1" y="192"/>
                    <a:pt x="1" y="432"/>
                  </a:cubicBezTo>
                  <a:lnTo>
                    <a:pt x="1" y="5800"/>
                  </a:lnTo>
                  <a:cubicBezTo>
                    <a:pt x="1" y="6097"/>
                    <a:pt x="250" y="6337"/>
                    <a:pt x="547" y="6337"/>
                  </a:cubicBezTo>
                  <a:lnTo>
                    <a:pt x="13248" y="6337"/>
                  </a:lnTo>
                  <a:cubicBezTo>
                    <a:pt x="13545" y="6337"/>
                    <a:pt x="13794" y="6097"/>
                    <a:pt x="13794" y="5800"/>
                  </a:cubicBezTo>
                  <a:lnTo>
                    <a:pt x="13794" y="432"/>
                  </a:lnTo>
                  <a:cubicBezTo>
                    <a:pt x="13794" y="192"/>
                    <a:pt x="13593" y="1"/>
                    <a:pt x="13353" y="1"/>
                  </a:cubicBezTo>
                  <a:lnTo>
                    <a:pt x="9969" y="1"/>
                  </a:lnTo>
                  <a:cubicBezTo>
                    <a:pt x="9586" y="1"/>
                    <a:pt x="9308" y="346"/>
                    <a:pt x="9385" y="720"/>
                  </a:cubicBezTo>
                  <a:cubicBezTo>
                    <a:pt x="9711" y="2282"/>
                    <a:pt x="8532" y="3758"/>
                    <a:pt x="6931" y="3787"/>
                  </a:cubicBezTo>
                  <a:cubicBezTo>
                    <a:pt x="6919" y="3787"/>
                    <a:pt x="6907" y="3787"/>
                    <a:pt x="6896" y="3787"/>
                  </a:cubicBezTo>
                  <a:cubicBezTo>
                    <a:pt x="5493" y="3787"/>
                    <a:pt x="4362" y="2654"/>
                    <a:pt x="4362" y="1247"/>
                  </a:cubicBezTo>
                  <a:cubicBezTo>
                    <a:pt x="4362" y="1065"/>
                    <a:pt x="4372" y="892"/>
                    <a:pt x="4410" y="720"/>
                  </a:cubicBezTo>
                  <a:cubicBezTo>
                    <a:pt x="4486" y="351"/>
                    <a:pt x="4207" y="0"/>
                    <a:pt x="3840" y="0"/>
                  </a:cubicBezTo>
                  <a:close/>
                </a:path>
              </a:pathLst>
            </a:custGeom>
            <a:solidFill>
              <a:srgbClr val="E7EA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158" name="Google Shape;11158;p42"/>
            <p:cNvSpPr/>
            <p:nvPr/>
          </p:nvSpPr>
          <p:spPr>
            <a:xfrm>
              <a:off x="7765037" y="2147781"/>
              <a:ext cx="114782" cy="40217"/>
            </a:xfrm>
            <a:custGeom>
              <a:rect b="b" l="l" r="r" t="t"/>
              <a:pathLst>
                <a:path extrusionOk="0" h="1535" w="4381">
                  <a:moveTo>
                    <a:pt x="575" y="0"/>
                  </a:moveTo>
                  <a:cubicBezTo>
                    <a:pt x="307" y="0"/>
                    <a:pt x="77" y="173"/>
                    <a:pt x="0" y="432"/>
                  </a:cubicBezTo>
                  <a:cubicBezTo>
                    <a:pt x="0" y="508"/>
                    <a:pt x="10" y="585"/>
                    <a:pt x="10" y="671"/>
                  </a:cubicBezTo>
                  <a:cubicBezTo>
                    <a:pt x="19" y="748"/>
                    <a:pt x="10" y="796"/>
                    <a:pt x="10" y="863"/>
                  </a:cubicBezTo>
                  <a:cubicBezTo>
                    <a:pt x="29" y="997"/>
                    <a:pt x="48" y="1122"/>
                    <a:pt x="48" y="1256"/>
                  </a:cubicBezTo>
                  <a:cubicBezTo>
                    <a:pt x="48" y="1342"/>
                    <a:pt x="38" y="1429"/>
                    <a:pt x="29" y="1515"/>
                  </a:cubicBezTo>
                  <a:lnTo>
                    <a:pt x="48" y="1534"/>
                  </a:lnTo>
                  <a:cubicBezTo>
                    <a:pt x="479" y="1534"/>
                    <a:pt x="479" y="978"/>
                    <a:pt x="920" y="978"/>
                  </a:cubicBezTo>
                  <a:cubicBezTo>
                    <a:pt x="1352" y="978"/>
                    <a:pt x="1352" y="1534"/>
                    <a:pt x="1792" y="1534"/>
                  </a:cubicBezTo>
                  <a:cubicBezTo>
                    <a:pt x="2224" y="1534"/>
                    <a:pt x="2224" y="978"/>
                    <a:pt x="2665" y="978"/>
                  </a:cubicBezTo>
                  <a:cubicBezTo>
                    <a:pt x="3096" y="978"/>
                    <a:pt x="3096" y="1534"/>
                    <a:pt x="3537" y="1534"/>
                  </a:cubicBezTo>
                  <a:cubicBezTo>
                    <a:pt x="3968" y="1534"/>
                    <a:pt x="3968" y="1007"/>
                    <a:pt x="4381" y="978"/>
                  </a:cubicBezTo>
                  <a:lnTo>
                    <a:pt x="4381" y="10"/>
                  </a:lnTo>
                  <a:lnTo>
                    <a:pt x="4371" y="0"/>
                  </a:lnTo>
                  <a:close/>
                </a:path>
              </a:pathLst>
            </a:custGeom>
            <a:solidFill>
              <a:srgbClr val="D0D7D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159" name="Google Shape;11159;p42"/>
            <p:cNvSpPr/>
            <p:nvPr/>
          </p:nvSpPr>
          <p:spPr>
            <a:xfrm>
              <a:off x="7518417" y="2147781"/>
              <a:ext cx="114782" cy="40217"/>
            </a:xfrm>
            <a:custGeom>
              <a:rect b="b" l="l" r="r" t="t"/>
              <a:pathLst>
                <a:path extrusionOk="0" h="1535" w="4381">
                  <a:moveTo>
                    <a:pt x="0" y="0"/>
                  </a:moveTo>
                  <a:lnTo>
                    <a:pt x="0" y="978"/>
                  </a:lnTo>
                  <a:cubicBezTo>
                    <a:pt x="432" y="978"/>
                    <a:pt x="432" y="1534"/>
                    <a:pt x="863" y="1534"/>
                  </a:cubicBezTo>
                  <a:cubicBezTo>
                    <a:pt x="1304" y="1534"/>
                    <a:pt x="1304" y="978"/>
                    <a:pt x="1735" y="978"/>
                  </a:cubicBezTo>
                  <a:cubicBezTo>
                    <a:pt x="2176" y="978"/>
                    <a:pt x="2176" y="1534"/>
                    <a:pt x="2607" y="1534"/>
                  </a:cubicBezTo>
                  <a:cubicBezTo>
                    <a:pt x="3048" y="1534"/>
                    <a:pt x="3048" y="978"/>
                    <a:pt x="3480" y="978"/>
                  </a:cubicBezTo>
                  <a:cubicBezTo>
                    <a:pt x="3921" y="978"/>
                    <a:pt x="3921" y="1534"/>
                    <a:pt x="4352" y="1534"/>
                  </a:cubicBezTo>
                  <a:lnTo>
                    <a:pt x="4371" y="1505"/>
                  </a:lnTo>
                  <a:cubicBezTo>
                    <a:pt x="4362" y="1419"/>
                    <a:pt x="4352" y="1342"/>
                    <a:pt x="4352" y="1256"/>
                  </a:cubicBezTo>
                  <a:cubicBezTo>
                    <a:pt x="4352" y="1160"/>
                    <a:pt x="4352" y="1074"/>
                    <a:pt x="4371" y="978"/>
                  </a:cubicBezTo>
                  <a:cubicBezTo>
                    <a:pt x="4381" y="892"/>
                    <a:pt x="4352" y="806"/>
                    <a:pt x="4352" y="710"/>
                  </a:cubicBezTo>
                  <a:cubicBezTo>
                    <a:pt x="4352" y="595"/>
                    <a:pt x="4362" y="489"/>
                    <a:pt x="4381" y="374"/>
                  </a:cubicBezTo>
                  <a:cubicBezTo>
                    <a:pt x="4285" y="144"/>
                    <a:pt x="4064" y="0"/>
                    <a:pt x="3825" y="0"/>
                  </a:cubicBezTo>
                  <a:close/>
                </a:path>
              </a:pathLst>
            </a:custGeom>
            <a:solidFill>
              <a:srgbClr val="D0D7D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160" name="Google Shape;11160;p42"/>
            <p:cNvSpPr/>
            <p:nvPr/>
          </p:nvSpPr>
          <p:spPr>
            <a:xfrm>
              <a:off x="7518417" y="2133712"/>
              <a:ext cx="117533" cy="39955"/>
            </a:xfrm>
            <a:custGeom>
              <a:rect b="b" l="l" r="r" t="t"/>
              <a:pathLst>
                <a:path extrusionOk="0" h="1525" w="4486">
                  <a:moveTo>
                    <a:pt x="3830" y="0"/>
                  </a:moveTo>
                  <a:cubicBezTo>
                    <a:pt x="3825" y="0"/>
                    <a:pt x="3820" y="1"/>
                    <a:pt x="3815" y="1"/>
                  </a:cubicBezTo>
                  <a:lnTo>
                    <a:pt x="432" y="1"/>
                  </a:lnTo>
                  <a:cubicBezTo>
                    <a:pt x="192" y="1"/>
                    <a:pt x="0" y="192"/>
                    <a:pt x="0" y="442"/>
                  </a:cubicBezTo>
                  <a:lnTo>
                    <a:pt x="0" y="969"/>
                  </a:lnTo>
                  <a:cubicBezTo>
                    <a:pt x="432" y="969"/>
                    <a:pt x="432" y="1525"/>
                    <a:pt x="863" y="1525"/>
                  </a:cubicBezTo>
                  <a:cubicBezTo>
                    <a:pt x="1304" y="1525"/>
                    <a:pt x="1304" y="969"/>
                    <a:pt x="1735" y="969"/>
                  </a:cubicBezTo>
                  <a:cubicBezTo>
                    <a:pt x="2176" y="969"/>
                    <a:pt x="2176" y="1525"/>
                    <a:pt x="2607" y="1525"/>
                  </a:cubicBezTo>
                  <a:cubicBezTo>
                    <a:pt x="3048" y="1525"/>
                    <a:pt x="3048" y="969"/>
                    <a:pt x="3480" y="969"/>
                  </a:cubicBezTo>
                  <a:cubicBezTo>
                    <a:pt x="3921" y="969"/>
                    <a:pt x="3921" y="1525"/>
                    <a:pt x="4352" y="1525"/>
                  </a:cubicBezTo>
                  <a:lnTo>
                    <a:pt x="4371" y="1506"/>
                  </a:lnTo>
                  <a:cubicBezTo>
                    <a:pt x="4362" y="1419"/>
                    <a:pt x="4352" y="1333"/>
                    <a:pt x="4352" y="1247"/>
                  </a:cubicBezTo>
                  <a:cubicBezTo>
                    <a:pt x="4352" y="1074"/>
                    <a:pt x="4371" y="892"/>
                    <a:pt x="4409" y="720"/>
                  </a:cubicBezTo>
                  <a:cubicBezTo>
                    <a:pt x="4485" y="351"/>
                    <a:pt x="4206" y="0"/>
                    <a:pt x="3830" y="0"/>
                  </a:cubicBezTo>
                  <a:close/>
                </a:path>
              </a:pathLst>
            </a:custGeom>
            <a:solidFill>
              <a:srgbClr val="D6DC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161" name="Google Shape;11161;p42"/>
            <p:cNvSpPr/>
            <p:nvPr/>
          </p:nvSpPr>
          <p:spPr>
            <a:xfrm>
              <a:off x="7762548" y="2133712"/>
              <a:ext cx="117533" cy="39955"/>
            </a:xfrm>
            <a:custGeom>
              <a:rect b="b" l="l" r="r" t="t"/>
              <a:pathLst>
                <a:path extrusionOk="0" h="1525" w="4486">
                  <a:moveTo>
                    <a:pt x="655" y="0"/>
                  </a:moveTo>
                  <a:cubicBezTo>
                    <a:pt x="279" y="0"/>
                    <a:pt x="0" y="351"/>
                    <a:pt x="76" y="720"/>
                  </a:cubicBezTo>
                  <a:cubicBezTo>
                    <a:pt x="114" y="892"/>
                    <a:pt x="133" y="1074"/>
                    <a:pt x="133" y="1247"/>
                  </a:cubicBezTo>
                  <a:cubicBezTo>
                    <a:pt x="133" y="1333"/>
                    <a:pt x="124" y="1419"/>
                    <a:pt x="114" y="1506"/>
                  </a:cubicBezTo>
                  <a:lnTo>
                    <a:pt x="133" y="1525"/>
                  </a:lnTo>
                  <a:cubicBezTo>
                    <a:pt x="565" y="1525"/>
                    <a:pt x="565" y="969"/>
                    <a:pt x="1006" y="969"/>
                  </a:cubicBezTo>
                  <a:cubicBezTo>
                    <a:pt x="1437" y="969"/>
                    <a:pt x="1437" y="1525"/>
                    <a:pt x="1878" y="1525"/>
                  </a:cubicBezTo>
                  <a:cubicBezTo>
                    <a:pt x="2309" y="1525"/>
                    <a:pt x="2309" y="969"/>
                    <a:pt x="2750" y="969"/>
                  </a:cubicBezTo>
                  <a:cubicBezTo>
                    <a:pt x="3182" y="969"/>
                    <a:pt x="3182" y="1525"/>
                    <a:pt x="3622" y="1525"/>
                  </a:cubicBezTo>
                  <a:cubicBezTo>
                    <a:pt x="4054" y="1525"/>
                    <a:pt x="4054" y="969"/>
                    <a:pt x="4485" y="969"/>
                  </a:cubicBezTo>
                  <a:lnTo>
                    <a:pt x="4485" y="442"/>
                  </a:lnTo>
                  <a:cubicBezTo>
                    <a:pt x="4485" y="192"/>
                    <a:pt x="4293" y="1"/>
                    <a:pt x="4054" y="1"/>
                  </a:cubicBezTo>
                  <a:lnTo>
                    <a:pt x="670" y="1"/>
                  </a:lnTo>
                  <a:cubicBezTo>
                    <a:pt x="665" y="1"/>
                    <a:pt x="660" y="0"/>
                    <a:pt x="655" y="0"/>
                  </a:cubicBezTo>
                  <a:close/>
                </a:path>
              </a:pathLst>
            </a:custGeom>
            <a:solidFill>
              <a:srgbClr val="D6DC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162" name="Google Shape;11162;p42"/>
            <p:cNvSpPr/>
            <p:nvPr/>
          </p:nvSpPr>
          <p:spPr>
            <a:xfrm>
              <a:off x="7604536" y="2228896"/>
              <a:ext cx="22139" cy="18916"/>
            </a:xfrm>
            <a:custGeom>
              <a:rect b="b" l="l" r="r" t="t"/>
              <a:pathLst>
                <a:path extrusionOk="0" h="722" w="845">
                  <a:moveTo>
                    <a:pt x="480" y="1"/>
                  </a:moveTo>
                  <a:cubicBezTo>
                    <a:pt x="164" y="1"/>
                    <a:pt x="1" y="384"/>
                    <a:pt x="221" y="614"/>
                  </a:cubicBezTo>
                  <a:cubicBezTo>
                    <a:pt x="296" y="689"/>
                    <a:pt x="388" y="722"/>
                    <a:pt x="478" y="722"/>
                  </a:cubicBezTo>
                  <a:cubicBezTo>
                    <a:pt x="665" y="722"/>
                    <a:pt x="844" y="578"/>
                    <a:pt x="844" y="365"/>
                  </a:cubicBezTo>
                  <a:cubicBezTo>
                    <a:pt x="844" y="163"/>
                    <a:pt x="682" y="1"/>
                    <a:pt x="480" y="1"/>
                  </a:cubicBezTo>
                  <a:close/>
                </a:path>
              </a:pathLst>
            </a:custGeom>
            <a:solidFill>
              <a:srgbClr val="B9C3C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163" name="Google Shape;11163;p42"/>
            <p:cNvSpPr/>
            <p:nvPr/>
          </p:nvSpPr>
          <p:spPr>
            <a:xfrm>
              <a:off x="7526696" y="2253000"/>
              <a:ext cx="22113" cy="18916"/>
            </a:xfrm>
            <a:custGeom>
              <a:rect b="b" l="l" r="r" t="t"/>
              <a:pathLst>
                <a:path extrusionOk="0" h="722" w="844">
                  <a:moveTo>
                    <a:pt x="480" y="1"/>
                  </a:moveTo>
                  <a:cubicBezTo>
                    <a:pt x="163" y="1"/>
                    <a:pt x="0" y="384"/>
                    <a:pt x="231" y="614"/>
                  </a:cubicBezTo>
                  <a:cubicBezTo>
                    <a:pt x="302" y="689"/>
                    <a:pt x="391" y="722"/>
                    <a:pt x="479" y="722"/>
                  </a:cubicBezTo>
                  <a:cubicBezTo>
                    <a:pt x="664" y="722"/>
                    <a:pt x="844" y="576"/>
                    <a:pt x="844" y="355"/>
                  </a:cubicBezTo>
                  <a:cubicBezTo>
                    <a:pt x="844" y="164"/>
                    <a:pt x="681" y="1"/>
                    <a:pt x="480" y="1"/>
                  </a:cubicBezTo>
                  <a:close/>
                </a:path>
              </a:pathLst>
            </a:custGeom>
            <a:solidFill>
              <a:srgbClr val="B9C3C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164" name="Google Shape;11164;p42"/>
            <p:cNvSpPr/>
            <p:nvPr/>
          </p:nvSpPr>
          <p:spPr>
            <a:xfrm>
              <a:off x="7550564" y="2206286"/>
              <a:ext cx="22113" cy="18943"/>
            </a:xfrm>
            <a:custGeom>
              <a:rect b="b" l="l" r="r" t="t"/>
              <a:pathLst>
                <a:path extrusionOk="0" h="723" w="844">
                  <a:moveTo>
                    <a:pt x="489" y="1"/>
                  </a:moveTo>
                  <a:cubicBezTo>
                    <a:pt x="163" y="1"/>
                    <a:pt x="0" y="394"/>
                    <a:pt x="230" y="614"/>
                  </a:cubicBezTo>
                  <a:cubicBezTo>
                    <a:pt x="305" y="689"/>
                    <a:pt x="396" y="722"/>
                    <a:pt x="484" y="722"/>
                  </a:cubicBezTo>
                  <a:cubicBezTo>
                    <a:pt x="669" y="722"/>
                    <a:pt x="844" y="579"/>
                    <a:pt x="844" y="365"/>
                  </a:cubicBezTo>
                  <a:cubicBezTo>
                    <a:pt x="844" y="164"/>
                    <a:pt x="681" y="1"/>
                    <a:pt x="489" y="1"/>
                  </a:cubicBezTo>
                  <a:close/>
                </a:path>
              </a:pathLst>
            </a:custGeom>
            <a:solidFill>
              <a:srgbClr val="B9C3C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165" name="Google Shape;11165;p42"/>
            <p:cNvSpPr/>
            <p:nvPr/>
          </p:nvSpPr>
          <p:spPr>
            <a:xfrm>
              <a:off x="7768286" y="2228896"/>
              <a:ext cx="21877" cy="18916"/>
            </a:xfrm>
            <a:custGeom>
              <a:rect b="b" l="l" r="r" t="t"/>
              <a:pathLst>
                <a:path extrusionOk="0" h="722" w="835">
                  <a:moveTo>
                    <a:pt x="480" y="1"/>
                  </a:moveTo>
                  <a:cubicBezTo>
                    <a:pt x="154" y="1"/>
                    <a:pt x="1" y="384"/>
                    <a:pt x="221" y="614"/>
                  </a:cubicBezTo>
                  <a:cubicBezTo>
                    <a:pt x="296" y="689"/>
                    <a:pt x="387" y="722"/>
                    <a:pt x="475" y="722"/>
                  </a:cubicBezTo>
                  <a:cubicBezTo>
                    <a:pt x="660" y="722"/>
                    <a:pt x="835" y="578"/>
                    <a:pt x="835" y="365"/>
                  </a:cubicBezTo>
                  <a:cubicBezTo>
                    <a:pt x="835" y="163"/>
                    <a:pt x="672" y="1"/>
                    <a:pt x="480" y="1"/>
                  </a:cubicBezTo>
                  <a:close/>
                </a:path>
              </a:pathLst>
            </a:custGeom>
            <a:solidFill>
              <a:srgbClr val="B9C3C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166" name="Google Shape;11166;p42"/>
            <p:cNvSpPr/>
            <p:nvPr/>
          </p:nvSpPr>
          <p:spPr>
            <a:xfrm>
              <a:off x="7845891" y="2253000"/>
              <a:ext cx="22113" cy="18916"/>
            </a:xfrm>
            <a:custGeom>
              <a:rect b="b" l="l" r="r" t="t"/>
              <a:pathLst>
                <a:path extrusionOk="0" h="722" w="844">
                  <a:moveTo>
                    <a:pt x="489" y="1"/>
                  </a:moveTo>
                  <a:cubicBezTo>
                    <a:pt x="163" y="1"/>
                    <a:pt x="1" y="384"/>
                    <a:pt x="231" y="614"/>
                  </a:cubicBezTo>
                  <a:cubicBezTo>
                    <a:pt x="305" y="689"/>
                    <a:pt x="395" y="722"/>
                    <a:pt x="484" y="722"/>
                  </a:cubicBezTo>
                  <a:cubicBezTo>
                    <a:pt x="668" y="722"/>
                    <a:pt x="844" y="576"/>
                    <a:pt x="844" y="355"/>
                  </a:cubicBezTo>
                  <a:cubicBezTo>
                    <a:pt x="844" y="164"/>
                    <a:pt x="681" y="1"/>
                    <a:pt x="489" y="1"/>
                  </a:cubicBezTo>
                  <a:close/>
                </a:path>
              </a:pathLst>
            </a:custGeom>
            <a:solidFill>
              <a:srgbClr val="B9C3C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167" name="Google Shape;11167;p42"/>
            <p:cNvSpPr/>
            <p:nvPr/>
          </p:nvSpPr>
          <p:spPr>
            <a:xfrm>
              <a:off x="7822022" y="2206286"/>
              <a:ext cx="22139" cy="18943"/>
            </a:xfrm>
            <a:custGeom>
              <a:rect b="b" l="l" r="r" t="t"/>
              <a:pathLst>
                <a:path extrusionOk="0" h="723" w="845">
                  <a:moveTo>
                    <a:pt x="480" y="1"/>
                  </a:moveTo>
                  <a:cubicBezTo>
                    <a:pt x="164" y="1"/>
                    <a:pt x="1" y="394"/>
                    <a:pt x="221" y="614"/>
                  </a:cubicBezTo>
                  <a:cubicBezTo>
                    <a:pt x="296" y="689"/>
                    <a:pt x="388" y="722"/>
                    <a:pt x="478" y="722"/>
                  </a:cubicBezTo>
                  <a:cubicBezTo>
                    <a:pt x="665" y="722"/>
                    <a:pt x="844" y="579"/>
                    <a:pt x="844" y="365"/>
                  </a:cubicBezTo>
                  <a:cubicBezTo>
                    <a:pt x="844" y="164"/>
                    <a:pt x="681" y="1"/>
                    <a:pt x="480" y="1"/>
                  </a:cubicBezTo>
                  <a:close/>
                </a:path>
              </a:pathLst>
            </a:custGeom>
            <a:solidFill>
              <a:srgbClr val="B9C3C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168" name="Google Shape;11168;p42"/>
            <p:cNvSpPr/>
            <p:nvPr/>
          </p:nvSpPr>
          <p:spPr>
            <a:xfrm>
              <a:off x="7636500" y="2009471"/>
              <a:ext cx="125026" cy="206901"/>
            </a:xfrm>
            <a:custGeom>
              <a:rect b="b" l="l" r="r" t="t"/>
              <a:pathLst>
                <a:path extrusionOk="0" h="7897" w="4772">
                  <a:moveTo>
                    <a:pt x="2380" y="0"/>
                  </a:moveTo>
                  <a:cubicBezTo>
                    <a:pt x="2318" y="0"/>
                    <a:pt x="2256" y="41"/>
                    <a:pt x="2241" y="123"/>
                  </a:cubicBezTo>
                  <a:lnTo>
                    <a:pt x="1762" y="3113"/>
                  </a:lnTo>
                  <a:cubicBezTo>
                    <a:pt x="1647" y="3784"/>
                    <a:pt x="1369" y="4407"/>
                    <a:pt x="947" y="4934"/>
                  </a:cubicBezTo>
                  <a:cubicBezTo>
                    <a:pt x="1" y="6129"/>
                    <a:pt x="856" y="7896"/>
                    <a:pt x="2382" y="7896"/>
                  </a:cubicBezTo>
                  <a:cubicBezTo>
                    <a:pt x="2386" y="7896"/>
                    <a:pt x="2391" y="7896"/>
                    <a:pt x="2395" y="7896"/>
                  </a:cubicBezTo>
                  <a:cubicBezTo>
                    <a:pt x="3928" y="7887"/>
                    <a:pt x="4772" y="6113"/>
                    <a:pt x="3804" y="4915"/>
                  </a:cubicBezTo>
                  <a:cubicBezTo>
                    <a:pt x="3449" y="4474"/>
                    <a:pt x="3190" y="3957"/>
                    <a:pt x="3056" y="3410"/>
                  </a:cubicBezTo>
                  <a:lnTo>
                    <a:pt x="2874" y="2356"/>
                  </a:lnTo>
                  <a:lnTo>
                    <a:pt x="2519" y="123"/>
                  </a:lnTo>
                  <a:cubicBezTo>
                    <a:pt x="2505" y="41"/>
                    <a:pt x="2443" y="0"/>
                    <a:pt x="2380" y="0"/>
                  </a:cubicBezTo>
                  <a:close/>
                </a:path>
              </a:pathLst>
            </a:custGeom>
            <a:solidFill>
              <a:srgbClr val="3B536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169" name="Google Shape;11169;p42"/>
            <p:cNvSpPr/>
            <p:nvPr/>
          </p:nvSpPr>
          <p:spPr>
            <a:xfrm>
              <a:off x="7688167" y="2009471"/>
              <a:ext cx="73412" cy="206639"/>
            </a:xfrm>
            <a:custGeom>
              <a:rect b="b" l="l" r="r" t="t"/>
              <a:pathLst>
                <a:path extrusionOk="0" h="7887" w="2802">
                  <a:moveTo>
                    <a:pt x="408" y="0"/>
                  </a:moveTo>
                  <a:cubicBezTo>
                    <a:pt x="346" y="0"/>
                    <a:pt x="284" y="41"/>
                    <a:pt x="269" y="123"/>
                  </a:cubicBezTo>
                  <a:lnTo>
                    <a:pt x="1" y="1800"/>
                  </a:lnTo>
                  <a:lnTo>
                    <a:pt x="87" y="2356"/>
                  </a:lnTo>
                  <a:lnTo>
                    <a:pt x="269" y="3401"/>
                  </a:lnTo>
                  <a:cubicBezTo>
                    <a:pt x="403" y="3957"/>
                    <a:pt x="653" y="4474"/>
                    <a:pt x="1017" y="4915"/>
                  </a:cubicBezTo>
                  <a:cubicBezTo>
                    <a:pt x="1860" y="5960"/>
                    <a:pt x="1314" y="7542"/>
                    <a:pt x="1" y="7839"/>
                  </a:cubicBezTo>
                  <a:cubicBezTo>
                    <a:pt x="125" y="7867"/>
                    <a:pt x="260" y="7887"/>
                    <a:pt x="384" y="7887"/>
                  </a:cubicBezTo>
                  <a:cubicBezTo>
                    <a:pt x="396" y="7887"/>
                    <a:pt x="409" y="7887"/>
                    <a:pt x="421" y="7887"/>
                  </a:cubicBezTo>
                  <a:cubicBezTo>
                    <a:pt x="1941" y="7887"/>
                    <a:pt x="2802" y="6104"/>
                    <a:pt x="1832" y="4915"/>
                  </a:cubicBezTo>
                  <a:cubicBezTo>
                    <a:pt x="1477" y="4474"/>
                    <a:pt x="1218" y="3957"/>
                    <a:pt x="1094" y="3410"/>
                  </a:cubicBezTo>
                  <a:lnTo>
                    <a:pt x="911" y="2356"/>
                  </a:lnTo>
                  <a:lnTo>
                    <a:pt x="547" y="123"/>
                  </a:lnTo>
                  <a:cubicBezTo>
                    <a:pt x="533" y="41"/>
                    <a:pt x="471" y="0"/>
                    <a:pt x="408" y="0"/>
                  </a:cubicBezTo>
                  <a:close/>
                </a:path>
              </a:pathLst>
            </a:custGeom>
            <a:solidFill>
              <a:srgbClr val="2B455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1170" name="Google Shape;11170;p42"/>
          <p:cNvGrpSpPr/>
          <p:nvPr/>
        </p:nvGrpSpPr>
        <p:grpSpPr>
          <a:xfrm>
            <a:off x="7079672" y="1808053"/>
            <a:ext cx="362162" cy="327264"/>
            <a:chOff x="7079672" y="1991053"/>
            <a:chExt cx="362162" cy="327264"/>
          </a:xfrm>
        </p:grpSpPr>
        <p:sp>
          <p:nvSpPr>
            <p:cNvPr id="11171" name="Google Shape;11171;p42"/>
            <p:cNvSpPr/>
            <p:nvPr/>
          </p:nvSpPr>
          <p:spPr>
            <a:xfrm>
              <a:off x="7418202" y="2117651"/>
              <a:ext cx="23632" cy="200666"/>
            </a:xfrm>
            <a:custGeom>
              <a:rect b="b" l="l" r="r" t="t"/>
              <a:pathLst>
                <a:path extrusionOk="0" h="7659" w="902">
                  <a:moveTo>
                    <a:pt x="442" y="0"/>
                  </a:moveTo>
                  <a:cubicBezTo>
                    <a:pt x="192" y="0"/>
                    <a:pt x="1" y="202"/>
                    <a:pt x="1" y="441"/>
                  </a:cubicBezTo>
                  <a:lnTo>
                    <a:pt x="1" y="7544"/>
                  </a:lnTo>
                  <a:cubicBezTo>
                    <a:pt x="1" y="7611"/>
                    <a:pt x="58" y="7659"/>
                    <a:pt x="125" y="7659"/>
                  </a:cubicBezTo>
                  <a:lnTo>
                    <a:pt x="777" y="7659"/>
                  </a:lnTo>
                  <a:cubicBezTo>
                    <a:pt x="844" y="7659"/>
                    <a:pt x="902" y="7611"/>
                    <a:pt x="902" y="7534"/>
                  </a:cubicBezTo>
                  <a:lnTo>
                    <a:pt x="902" y="441"/>
                  </a:lnTo>
                  <a:cubicBezTo>
                    <a:pt x="902" y="202"/>
                    <a:pt x="710" y="0"/>
                    <a:pt x="461" y="0"/>
                  </a:cubicBezTo>
                  <a:close/>
                </a:path>
              </a:pathLst>
            </a:custGeom>
            <a:solidFill>
              <a:srgbClr val="CBD2D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172" name="Google Shape;11172;p42"/>
            <p:cNvSpPr/>
            <p:nvPr/>
          </p:nvSpPr>
          <p:spPr>
            <a:xfrm>
              <a:off x="7423992" y="2117651"/>
              <a:ext cx="17842" cy="200666"/>
            </a:xfrm>
            <a:custGeom>
              <a:rect b="b" l="l" r="r" t="t"/>
              <a:pathLst>
                <a:path extrusionOk="0" h="7659" w="681">
                  <a:moveTo>
                    <a:pt x="259" y="0"/>
                  </a:moveTo>
                  <a:cubicBezTo>
                    <a:pt x="173" y="0"/>
                    <a:pt x="77" y="19"/>
                    <a:pt x="0" y="58"/>
                  </a:cubicBezTo>
                  <a:cubicBezTo>
                    <a:pt x="144" y="144"/>
                    <a:pt x="221" y="288"/>
                    <a:pt x="221" y="451"/>
                  </a:cubicBezTo>
                  <a:lnTo>
                    <a:pt x="221" y="7659"/>
                  </a:lnTo>
                  <a:lnTo>
                    <a:pt x="546" y="7659"/>
                  </a:lnTo>
                  <a:cubicBezTo>
                    <a:pt x="623" y="7659"/>
                    <a:pt x="671" y="7601"/>
                    <a:pt x="681" y="7534"/>
                  </a:cubicBezTo>
                  <a:lnTo>
                    <a:pt x="681" y="470"/>
                  </a:lnTo>
                  <a:cubicBezTo>
                    <a:pt x="681" y="230"/>
                    <a:pt x="498" y="29"/>
                    <a:pt x="259" y="0"/>
                  </a:cubicBezTo>
                  <a:close/>
                </a:path>
              </a:pathLst>
            </a:custGeom>
            <a:solidFill>
              <a:srgbClr val="B8C1C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173" name="Google Shape;11173;p42"/>
            <p:cNvSpPr/>
            <p:nvPr/>
          </p:nvSpPr>
          <p:spPr>
            <a:xfrm>
              <a:off x="7103540" y="2161353"/>
              <a:ext cx="104748" cy="94687"/>
            </a:xfrm>
            <a:custGeom>
              <a:rect b="b" l="l" r="r" t="t"/>
              <a:pathLst>
                <a:path extrusionOk="0" h="3614" w="3998">
                  <a:moveTo>
                    <a:pt x="0" y="0"/>
                  </a:moveTo>
                  <a:lnTo>
                    <a:pt x="0" y="3614"/>
                  </a:lnTo>
                  <a:lnTo>
                    <a:pt x="3997" y="3614"/>
                  </a:lnTo>
                  <a:lnTo>
                    <a:pt x="3997" y="0"/>
                  </a:lnTo>
                  <a:close/>
                </a:path>
              </a:pathLst>
            </a:custGeom>
            <a:solidFill>
              <a:srgbClr val="D2D9D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174" name="Google Shape;11174;p42"/>
            <p:cNvSpPr/>
            <p:nvPr/>
          </p:nvSpPr>
          <p:spPr>
            <a:xfrm>
              <a:off x="7190419" y="2161353"/>
              <a:ext cx="17868" cy="94687"/>
            </a:xfrm>
            <a:custGeom>
              <a:rect b="b" l="l" r="r" t="t"/>
              <a:pathLst>
                <a:path extrusionOk="0" h="3614" w="682">
                  <a:moveTo>
                    <a:pt x="1" y="0"/>
                  </a:moveTo>
                  <a:lnTo>
                    <a:pt x="1" y="3614"/>
                  </a:lnTo>
                  <a:lnTo>
                    <a:pt x="681" y="3614"/>
                  </a:lnTo>
                  <a:lnTo>
                    <a:pt x="681" y="0"/>
                  </a:lnTo>
                  <a:close/>
                </a:path>
              </a:pathLst>
            </a:custGeom>
            <a:solidFill>
              <a:srgbClr val="CFD5D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175" name="Google Shape;11175;p42"/>
            <p:cNvSpPr/>
            <p:nvPr/>
          </p:nvSpPr>
          <p:spPr>
            <a:xfrm>
              <a:off x="7103540" y="2090010"/>
              <a:ext cx="71343" cy="71369"/>
            </a:xfrm>
            <a:custGeom>
              <a:rect b="b" l="l" r="r" t="t"/>
              <a:pathLst>
                <a:path extrusionOk="0" h="2724" w="2723">
                  <a:moveTo>
                    <a:pt x="0" y="1"/>
                  </a:moveTo>
                  <a:lnTo>
                    <a:pt x="0" y="2723"/>
                  </a:lnTo>
                  <a:lnTo>
                    <a:pt x="2722" y="2723"/>
                  </a:lnTo>
                  <a:lnTo>
                    <a:pt x="2722" y="2646"/>
                  </a:lnTo>
                  <a:cubicBezTo>
                    <a:pt x="2722" y="1189"/>
                    <a:pt x="1534" y="1"/>
                    <a:pt x="77" y="1"/>
                  </a:cubicBezTo>
                  <a:close/>
                </a:path>
              </a:pathLst>
            </a:custGeom>
            <a:solidFill>
              <a:srgbClr val="D9DEE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176" name="Google Shape;11176;p42"/>
            <p:cNvSpPr/>
            <p:nvPr/>
          </p:nvSpPr>
          <p:spPr>
            <a:xfrm>
              <a:off x="7103540" y="2090010"/>
              <a:ext cx="71343" cy="71369"/>
            </a:xfrm>
            <a:custGeom>
              <a:rect b="b" l="l" r="r" t="t"/>
              <a:pathLst>
                <a:path extrusionOk="0" h="2724" w="2723">
                  <a:moveTo>
                    <a:pt x="0" y="1"/>
                  </a:moveTo>
                  <a:lnTo>
                    <a:pt x="0" y="528"/>
                  </a:lnTo>
                  <a:cubicBezTo>
                    <a:pt x="1112" y="739"/>
                    <a:pt x="1984" y="1611"/>
                    <a:pt x="2195" y="2723"/>
                  </a:cubicBezTo>
                  <a:lnTo>
                    <a:pt x="2722" y="2723"/>
                  </a:lnTo>
                  <a:cubicBezTo>
                    <a:pt x="2722" y="1218"/>
                    <a:pt x="1505" y="1"/>
                    <a:pt x="0" y="1"/>
                  </a:cubicBezTo>
                  <a:close/>
                </a:path>
              </a:pathLst>
            </a:custGeom>
            <a:solidFill>
              <a:srgbClr val="C7CED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177" name="Google Shape;11177;p42"/>
            <p:cNvSpPr/>
            <p:nvPr/>
          </p:nvSpPr>
          <p:spPr>
            <a:xfrm>
              <a:off x="7139198" y="2256013"/>
              <a:ext cx="16847" cy="62304"/>
            </a:xfrm>
            <a:custGeom>
              <a:rect b="b" l="l" r="r" t="t"/>
              <a:pathLst>
                <a:path extrusionOk="0" h="2378" w="643">
                  <a:moveTo>
                    <a:pt x="0" y="1"/>
                  </a:moveTo>
                  <a:lnTo>
                    <a:pt x="0" y="2282"/>
                  </a:lnTo>
                  <a:cubicBezTo>
                    <a:pt x="0" y="2330"/>
                    <a:pt x="48" y="2378"/>
                    <a:pt x="106" y="2378"/>
                  </a:cubicBezTo>
                  <a:lnTo>
                    <a:pt x="537" y="2378"/>
                  </a:lnTo>
                  <a:cubicBezTo>
                    <a:pt x="595" y="2378"/>
                    <a:pt x="633" y="2330"/>
                    <a:pt x="642" y="2282"/>
                  </a:cubicBezTo>
                  <a:lnTo>
                    <a:pt x="642" y="1"/>
                  </a:lnTo>
                  <a:close/>
                </a:path>
              </a:pathLst>
            </a:custGeom>
            <a:solidFill>
              <a:srgbClr val="C1C9C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178" name="Google Shape;11178;p42"/>
            <p:cNvSpPr/>
            <p:nvPr/>
          </p:nvSpPr>
          <p:spPr>
            <a:xfrm>
              <a:off x="7193930" y="2002424"/>
              <a:ext cx="11083" cy="38147"/>
            </a:xfrm>
            <a:custGeom>
              <a:rect b="b" l="l" r="r" t="t"/>
              <a:pathLst>
                <a:path extrusionOk="0" h="1456" w="423">
                  <a:moveTo>
                    <a:pt x="212" y="1"/>
                  </a:moveTo>
                  <a:cubicBezTo>
                    <a:pt x="106" y="1"/>
                    <a:pt x="1" y="70"/>
                    <a:pt x="1" y="209"/>
                  </a:cubicBezTo>
                  <a:lnTo>
                    <a:pt x="1" y="1245"/>
                  </a:lnTo>
                  <a:cubicBezTo>
                    <a:pt x="1" y="1360"/>
                    <a:pt x="87" y="1456"/>
                    <a:pt x="212" y="1456"/>
                  </a:cubicBezTo>
                  <a:cubicBezTo>
                    <a:pt x="327" y="1456"/>
                    <a:pt x="413" y="1360"/>
                    <a:pt x="423" y="1245"/>
                  </a:cubicBezTo>
                  <a:lnTo>
                    <a:pt x="423" y="209"/>
                  </a:lnTo>
                  <a:cubicBezTo>
                    <a:pt x="423" y="70"/>
                    <a:pt x="317" y="1"/>
                    <a:pt x="212" y="1"/>
                  </a:cubicBezTo>
                  <a:close/>
                </a:path>
              </a:pathLst>
            </a:custGeom>
            <a:solidFill>
              <a:srgbClr val="C1C9C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179" name="Google Shape;11179;p42"/>
            <p:cNvSpPr/>
            <p:nvPr/>
          </p:nvSpPr>
          <p:spPr>
            <a:xfrm>
              <a:off x="7193930" y="2072063"/>
              <a:ext cx="11083" cy="47108"/>
            </a:xfrm>
            <a:custGeom>
              <a:rect b="b" l="l" r="r" t="t"/>
              <a:pathLst>
                <a:path extrusionOk="0" h="1798" w="423">
                  <a:moveTo>
                    <a:pt x="212" y="0"/>
                  </a:moveTo>
                  <a:cubicBezTo>
                    <a:pt x="106" y="0"/>
                    <a:pt x="1" y="72"/>
                    <a:pt x="1" y="216"/>
                  </a:cubicBezTo>
                  <a:lnTo>
                    <a:pt x="1" y="1587"/>
                  </a:lnTo>
                  <a:cubicBezTo>
                    <a:pt x="1" y="1702"/>
                    <a:pt x="87" y="1798"/>
                    <a:pt x="212" y="1798"/>
                  </a:cubicBezTo>
                  <a:cubicBezTo>
                    <a:pt x="317" y="1798"/>
                    <a:pt x="413" y="1702"/>
                    <a:pt x="423" y="1587"/>
                  </a:cubicBezTo>
                  <a:lnTo>
                    <a:pt x="423" y="216"/>
                  </a:lnTo>
                  <a:cubicBezTo>
                    <a:pt x="423" y="72"/>
                    <a:pt x="317" y="0"/>
                    <a:pt x="212" y="0"/>
                  </a:cubicBezTo>
                  <a:close/>
                </a:path>
              </a:pathLst>
            </a:custGeom>
            <a:solidFill>
              <a:srgbClr val="C1C9C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180" name="Google Shape;11180;p42"/>
            <p:cNvSpPr/>
            <p:nvPr/>
          </p:nvSpPr>
          <p:spPr>
            <a:xfrm>
              <a:off x="7177371" y="2029488"/>
              <a:ext cx="43964" cy="47998"/>
            </a:xfrm>
            <a:custGeom>
              <a:rect b="b" l="l" r="r" t="t"/>
              <a:pathLst>
                <a:path extrusionOk="0" h="1832" w="1678">
                  <a:moveTo>
                    <a:pt x="253" y="0"/>
                  </a:moveTo>
                  <a:cubicBezTo>
                    <a:pt x="108" y="0"/>
                    <a:pt x="1" y="130"/>
                    <a:pt x="10" y="269"/>
                  </a:cubicBezTo>
                  <a:lnTo>
                    <a:pt x="134" y="1573"/>
                  </a:lnTo>
                  <a:cubicBezTo>
                    <a:pt x="144" y="1717"/>
                    <a:pt x="269" y="1832"/>
                    <a:pt x="412" y="1832"/>
                  </a:cubicBezTo>
                  <a:lnTo>
                    <a:pt x="1265" y="1832"/>
                  </a:lnTo>
                  <a:cubicBezTo>
                    <a:pt x="1409" y="1832"/>
                    <a:pt x="1534" y="1717"/>
                    <a:pt x="1543" y="1573"/>
                  </a:cubicBezTo>
                  <a:lnTo>
                    <a:pt x="1668" y="269"/>
                  </a:lnTo>
                  <a:cubicBezTo>
                    <a:pt x="1678" y="125"/>
                    <a:pt x="1563" y="1"/>
                    <a:pt x="1409" y="1"/>
                  </a:cubicBezTo>
                  <a:lnTo>
                    <a:pt x="269" y="1"/>
                  </a:lnTo>
                  <a:cubicBezTo>
                    <a:pt x="263" y="0"/>
                    <a:pt x="258" y="0"/>
                    <a:pt x="253" y="0"/>
                  </a:cubicBezTo>
                  <a:close/>
                </a:path>
              </a:pathLst>
            </a:custGeom>
            <a:solidFill>
              <a:srgbClr val="A4B3B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181" name="Google Shape;11181;p42"/>
            <p:cNvSpPr/>
            <p:nvPr/>
          </p:nvSpPr>
          <p:spPr>
            <a:xfrm>
              <a:off x="7197205" y="2029488"/>
              <a:ext cx="24130" cy="47998"/>
            </a:xfrm>
            <a:custGeom>
              <a:rect b="b" l="l" r="r" t="t"/>
              <a:pathLst>
                <a:path extrusionOk="0" h="1832" w="921">
                  <a:moveTo>
                    <a:pt x="422" y="1"/>
                  </a:moveTo>
                  <a:lnTo>
                    <a:pt x="278" y="1582"/>
                  </a:lnTo>
                  <a:cubicBezTo>
                    <a:pt x="269" y="1726"/>
                    <a:pt x="144" y="1832"/>
                    <a:pt x="0" y="1832"/>
                  </a:cubicBezTo>
                  <a:lnTo>
                    <a:pt x="508" y="1832"/>
                  </a:lnTo>
                  <a:cubicBezTo>
                    <a:pt x="652" y="1832"/>
                    <a:pt x="777" y="1726"/>
                    <a:pt x="786" y="1582"/>
                  </a:cubicBezTo>
                  <a:lnTo>
                    <a:pt x="911" y="279"/>
                  </a:lnTo>
                  <a:cubicBezTo>
                    <a:pt x="921" y="125"/>
                    <a:pt x="806" y="1"/>
                    <a:pt x="652" y="1"/>
                  </a:cubicBezTo>
                  <a:close/>
                </a:path>
              </a:pathLst>
            </a:custGeom>
            <a:solidFill>
              <a:srgbClr val="95A6B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182" name="Google Shape;11182;p42"/>
            <p:cNvSpPr/>
            <p:nvPr/>
          </p:nvSpPr>
          <p:spPr>
            <a:xfrm>
              <a:off x="7208261" y="2145528"/>
              <a:ext cx="209705" cy="129611"/>
            </a:xfrm>
            <a:custGeom>
              <a:rect b="b" l="l" r="r" t="t"/>
              <a:pathLst>
                <a:path extrusionOk="0" h="4947" w="8004">
                  <a:moveTo>
                    <a:pt x="508" y="0"/>
                  </a:moveTo>
                  <a:cubicBezTo>
                    <a:pt x="230" y="0"/>
                    <a:pt x="0" y="221"/>
                    <a:pt x="0" y="508"/>
                  </a:cubicBezTo>
                  <a:lnTo>
                    <a:pt x="0" y="4438"/>
                  </a:lnTo>
                  <a:cubicBezTo>
                    <a:pt x="0" y="4716"/>
                    <a:pt x="230" y="4946"/>
                    <a:pt x="508" y="4946"/>
                  </a:cubicBezTo>
                  <a:lnTo>
                    <a:pt x="8004" y="4946"/>
                  </a:lnTo>
                  <a:lnTo>
                    <a:pt x="8004" y="0"/>
                  </a:lnTo>
                  <a:close/>
                </a:path>
              </a:pathLst>
            </a:custGeom>
            <a:solidFill>
              <a:srgbClr val="A4B3B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183" name="Google Shape;11183;p42"/>
            <p:cNvSpPr/>
            <p:nvPr/>
          </p:nvSpPr>
          <p:spPr>
            <a:xfrm>
              <a:off x="7391321" y="2145528"/>
              <a:ext cx="26645" cy="129611"/>
            </a:xfrm>
            <a:custGeom>
              <a:rect b="b" l="l" r="r" t="t"/>
              <a:pathLst>
                <a:path extrusionOk="0" h="4947" w="1017">
                  <a:moveTo>
                    <a:pt x="1" y="0"/>
                  </a:moveTo>
                  <a:lnTo>
                    <a:pt x="1" y="4946"/>
                  </a:lnTo>
                  <a:lnTo>
                    <a:pt x="1017" y="4946"/>
                  </a:lnTo>
                  <a:lnTo>
                    <a:pt x="1017" y="0"/>
                  </a:lnTo>
                  <a:close/>
                </a:path>
              </a:pathLst>
            </a:custGeom>
            <a:solidFill>
              <a:srgbClr val="95A6B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184" name="Google Shape;11184;p42"/>
            <p:cNvSpPr/>
            <p:nvPr/>
          </p:nvSpPr>
          <p:spPr>
            <a:xfrm>
              <a:off x="7139198" y="1991053"/>
              <a:ext cx="88189" cy="122092"/>
            </a:xfrm>
            <a:custGeom>
              <a:rect b="b" l="l" r="r" t="t"/>
              <a:pathLst>
                <a:path extrusionOk="0" h="4660" w="3366">
                  <a:moveTo>
                    <a:pt x="2951" y="0"/>
                  </a:moveTo>
                  <a:cubicBezTo>
                    <a:pt x="2942" y="0"/>
                    <a:pt x="2933" y="1"/>
                    <a:pt x="2924" y="1"/>
                  </a:cubicBezTo>
                  <a:lnTo>
                    <a:pt x="384" y="1"/>
                  </a:lnTo>
                  <a:cubicBezTo>
                    <a:pt x="173" y="1"/>
                    <a:pt x="0" y="174"/>
                    <a:pt x="0" y="385"/>
                  </a:cubicBezTo>
                  <a:lnTo>
                    <a:pt x="0" y="4142"/>
                  </a:lnTo>
                  <a:cubicBezTo>
                    <a:pt x="240" y="4276"/>
                    <a:pt x="451" y="4449"/>
                    <a:pt x="642" y="4660"/>
                  </a:cubicBezTo>
                  <a:lnTo>
                    <a:pt x="642" y="634"/>
                  </a:lnTo>
                  <a:lnTo>
                    <a:pt x="2924" y="634"/>
                  </a:lnTo>
                  <a:cubicBezTo>
                    <a:pt x="2933" y="634"/>
                    <a:pt x="2942" y="635"/>
                    <a:pt x="2951" y="635"/>
                  </a:cubicBezTo>
                  <a:cubicBezTo>
                    <a:pt x="3365" y="635"/>
                    <a:pt x="3365" y="0"/>
                    <a:pt x="2951" y="0"/>
                  </a:cubicBezTo>
                  <a:close/>
                </a:path>
              </a:pathLst>
            </a:custGeom>
            <a:solidFill>
              <a:srgbClr val="C1C9C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185" name="Google Shape;11185;p42"/>
            <p:cNvSpPr/>
            <p:nvPr/>
          </p:nvSpPr>
          <p:spPr>
            <a:xfrm>
              <a:off x="7079672" y="2018406"/>
              <a:ext cx="23894" cy="299911"/>
            </a:xfrm>
            <a:custGeom>
              <a:rect b="b" l="l" r="r" t="t"/>
              <a:pathLst>
                <a:path extrusionOk="0" h="11447" w="912">
                  <a:moveTo>
                    <a:pt x="446" y="1"/>
                  </a:moveTo>
                  <a:cubicBezTo>
                    <a:pt x="194" y="1"/>
                    <a:pt x="0" y="205"/>
                    <a:pt x="0" y="453"/>
                  </a:cubicBezTo>
                  <a:lnTo>
                    <a:pt x="0" y="11322"/>
                  </a:lnTo>
                  <a:lnTo>
                    <a:pt x="10" y="11322"/>
                  </a:lnTo>
                  <a:cubicBezTo>
                    <a:pt x="10" y="11389"/>
                    <a:pt x="58" y="11447"/>
                    <a:pt x="135" y="11447"/>
                  </a:cubicBezTo>
                  <a:lnTo>
                    <a:pt x="777" y="11447"/>
                  </a:lnTo>
                  <a:cubicBezTo>
                    <a:pt x="854" y="11447"/>
                    <a:pt x="902" y="11389"/>
                    <a:pt x="911" y="11322"/>
                  </a:cubicBezTo>
                  <a:lnTo>
                    <a:pt x="911" y="462"/>
                  </a:lnTo>
                  <a:cubicBezTo>
                    <a:pt x="911" y="213"/>
                    <a:pt x="719" y="12"/>
                    <a:pt x="480" y="2"/>
                  </a:cubicBezTo>
                  <a:cubicBezTo>
                    <a:pt x="468" y="1"/>
                    <a:pt x="457" y="1"/>
                    <a:pt x="446" y="1"/>
                  </a:cubicBezTo>
                  <a:close/>
                </a:path>
              </a:pathLst>
            </a:custGeom>
            <a:solidFill>
              <a:srgbClr val="CBD2D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186" name="Google Shape;11186;p42"/>
            <p:cNvSpPr/>
            <p:nvPr/>
          </p:nvSpPr>
          <p:spPr>
            <a:xfrm>
              <a:off x="7085698" y="2018379"/>
              <a:ext cx="17868" cy="299938"/>
            </a:xfrm>
            <a:custGeom>
              <a:rect b="b" l="l" r="r" t="t"/>
              <a:pathLst>
                <a:path extrusionOk="0" h="11448" w="682">
                  <a:moveTo>
                    <a:pt x="222" y="1"/>
                  </a:moveTo>
                  <a:cubicBezTo>
                    <a:pt x="144" y="1"/>
                    <a:pt x="72" y="21"/>
                    <a:pt x="1" y="61"/>
                  </a:cubicBezTo>
                  <a:cubicBezTo>
                    <a:pt x="144" y="137"/>
                    <a:pt x="231" y="291"/>
                    <a:pt x="231" y="454"/>
                  </a:cubicBezTo>
                  <a:lnTo>
                    <a:pt x="231" y="11448"/>
                  </a:lnTo>
                  <a:lnTo>
                    <a:pt x="547" y="11448"/>
                  </a:lnTo>
                  <a:cubicBezTo>
                    <a:pt x="614" y="11448"/>
                    <a:pt x="672" y="11390"/>
                    <a:pt x="672" y="11323"/>
                  </a:cubicBezTo>
                  <a:lnTo>
                    <a:pt x="672" y="463"/>
                  </a:lnTo>
                  <a:cubicBezTo>
                    <a:pt x="681" y="223"/>
                    <a:pt x="499" y="22"/>
                    <a:pt x="269" y="3"/>
                  </a:cubicBezTo>
                  <a:cubicBezTo>
                    <a:pt x="253" y="1"/>
                    <a:pt x="237" y="1"/>
                    <a:pt x="222" y="1"/>
                  </a:cubicBezTo>
                  <a:close/>
                </a:path>
              </a:pathLst>
            </a:custGeom>
            <a:solidFill>
              <a:srgbClr val="B8C1C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1187" name="Google Shape;11187;p42"/>
          <p:cNvGrpSpPr/>
          <p:nvPr/>
        </p:nvGrpSpPr>
        <p:grpSpPr>
          <a:xfrm>
            <a:off x="6641188" y="1852514"/>
            <a:ext cx="361901" cy="238132"/>
            <a:chOff x="6641188" y="2035514"/>
            <a:chExt cx="361901" cy="238132"/>
          </a:xfrm>
        </p:grpSpPr>
        <p:sp>
          <p:nvSpPr>
            <p:cNvPr id="11188" name="Google Shape;11188;p42"/>
            <p:cNvSpPr/>
            <p:nvPr/>
          </p:nvSpPr>
          <p:spPr>
            <a:xfrm>
              <a:off x="6641188" y="2035514"/>
              <a:ext cx="361901" cy="220787"/>
            </a:xfrm>
            <a:custGeom>
              <a:rect b="b" l="l" r="r" t="t"/>
              <a:pathLst>
                <a:path extrusionOk="0" h="8427" w="13813">
                  <a:moveTo>
                    <a:pt x="451" y="1"/>
                  </a:moveTo>
                  <a:cubicBezTo>
                    <a:pt x="202" y="1"/>
                    <a:pt x="0" y="202"/>
                    <a:pt x="0" y="461"/>
                  </a:cubicBezTo>
                  <a:lnTo>
                    <a:pt x="0" y="7976"/>
                  </a:lnTo>
                  <a:cubicBezTo>
                    <a:pt x="0" y="8225"/>
                    <a:pt x="202" y="8426"/>
                    <a:pt x="451" y="8426"/>
                  </a:cubicBezTo>
                  <a:lnTo>
                    <a:pt x="13362" y="8426"/>
                  </a:lnTo>
                  <a:cubicBezTo>
                    <a:pt x="13612" y="8426"/>
                    <a:pt x="13813" y="8225"/>
                    <a:pt x="13813" y="7985"/>
                  </a:cubicBezTo>
                  <a:lnTo>
                    <a:pt x="13813" y="461"/>
                  </a:lnTo>
                  <a:cubicBezTo>
                    <a:pt x="13813" y="202"/>
                    <a:pt x="13612" y="1"/>
                    <a:pt x="13362" y="1"/>
                  </a:cubicBezTo>
                  <a:close/>
                </a:path>
              </a:pathLst>
            </a:custGeom>
            <a:solidFill>
              <a:srgbClr val="DDE3E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189" name="Google Shape;11189;p42"/>
            <p:cNvSpPr/>
            <p:nvPr/>
          </p:nvSpPr>
          <p:spPr>
            <a:xfrm>
              <a:off x="6641188" y="2035514"/>
              <a:ext cx="361901" cy="220787"/>
            </a:xfrm>
            <a:custGeom>
              <a:rect b="b" l="l" r="r" t="t"/>
              <a:pathLst>
                <a:path extrusionOk="0" h="8427" w="13813">
                  <a:moveTo>
                    <a:pt x="12864" y="1"/>
                  </a:moveTo>
                  <a:lnTo>
                    <a:pt x="12864" y="6883"/>
                  </a:lnTo>
                  <a:cubicBezTo>
                    <a:pt x="12864" y="7132"/>
                    <a:pt x="12653" y="7343"/>
                    <a:pt x="12394" y="7343"/>
                  </a:cubicBezTo>
                  <a:lnTo>
                    <a:pt x="0" y="7343"/>
                  </a:lnTo>
                  <a:lnTo>
                    <a:pt x="0" y="7957"/>
                  </a:lnTo>
                  <a:cubicBezTo>
                    <a:pt x="0" y="8215"/>
                    <a:pt x="211" y="8426"/>
                    <a:pt x="460" y="8426"/>
                  </a:cubicBezTo>
                  <a:lnTo>
                    <a:pt x="13343" y="8426"/>
                  </a:lnTo>
                  <a:cubicBezTo>
                    <a:pt x="13602" y="8426"/>
                    <a:pt x="13813" y="8215"/>
                    <a:pt x="13813" y="7957"/>
                  </a:cubicBezTo>
                  <a:lnTo>
                    <a:pt x="13813" y="470"/>
                  </a:lnTo>
                  <a:cubicBezTo>
                    <a:pt x="13813" y="212"/>
                    <a:pt x="13602" y="1"/>
                    <a:pt x="13353" y="1"/>
                  </a:cubicBezTo>
                  <a:close/>
                </a:path>
              </a:pathLst>
            </a:custGeom>
            <a:solidFill>
              <a:srgbClr val="D2D8D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190" name="Google Shape;11190;p42"/>
            <p:cNvSpPr/>
            <p:nvPr/>
          </p:nvSpPr>
          <p:spPr>
            <a:xfrm>
              <a:off x="6681615" y="2256275"/>
              <a:ext cx="65579" cy="17371"/>
            </a:xfrm>
            <a:custGeom>
              <a:rect b="b" l="l" r="r" t="t"/>
              <a:pathLst>
                <a:path extrusionOk="0" h="663" w="2503">
                  <a:moveTo>
                    <a:pt x="1" y="0"/>
                  </a:moveTo>
                  <a:lnTo>
                    <a:pt x="1" y="355"/>
                  </a:lnTo>
                  <a:cubicBezTo>
                    <a:pt x="1" y="528"/>
                    <a:pt x="135" y="662"/>
                    <a:pt x="307" y="662"/>
                  </a:cubicBezTo>
                  <a:lnTo>
                    <a:pt x="2196" y="662"/>
                  </a:lnTo>
                  <a:cubicBezTo>
                    <a:pt x="2201" y="662"/>
                    <a:pt x="2206" y="662"/>
                    <a:pt x="2211" y="662"/>
                  </a:cubicBezTo>
                  <a:cubicBezTo>
                    <a:pt x="2368" y="662"/>
                    <a:pt x="2502" y="522"/>
                    <a:pt x="2502" y="355"/>
                  </a:cubicBezTo>
                  <a:lnTo>
                    <a:pt x="2502" y="0"/>
                  </a:lnTo>
                  <a:close/>
                </a:path>
              </a:pathLst>
            </a:custGeom>
            <a:solidFill>
              <a:srgbClr val="DDE3E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191" name="Google Shape;11191;p42"/>
            <p:cNvSpPr/>
            <p:nvPr/>
          </p:nvSpPr>
          <p:spPr>
            <a:xfrm>
              <a:off x="6897084" y="2256275"/>
              <a:ext cx="65579" cy="17371"/>
            </a:xfrm>
            <a:custGeom>
              <a:rect b="b" l="l" r="r" t="t"/>
              <a:pathLst>
                <a:path extrusionOk="0" h="663" w="2503">
                  <a:moveTo>
                    <a:pt x="1" y="0"/>
                  </a:moveTo>
                  <a:lnTo>
                    <a:pt x="1" y="355"/>
                  </a:lnTo>
                  <a:cubicBezTo>
                    <a:pt x="1" y="528"/>
                    <a:pt x="135" y="662"/>
                    <a:pt x="308" y="662"/>
                  </a:cubicBezTo>
                  <a:lnTo>
                    <a:pt x="2196" y="662"/>
                  </a:lnTo>
                  <a:cubicBezTo>
                    <a:pt x="2201" y="662"/>
                    <a:pt x="2207" y="662"/>
                    <a:pt x="2212" y="662"/>
                  </a:cubicBezTo>
                  <a:cubicBezTo>
                    <a:pt x="2377" y="662"/>
                    <a:pt x="2503" y="522"/>
                    <a:pt x="2503" y="355"/>
                  </a:cubicBezTo>
                  <a:lnTo>
                    <a:pt x="2503" y="0"/>
                  </a:lnTo>
                  <a:close/>
                </a:path>
              </a:pathLst>
            </a:custGeom>
            <a:solidFill>
              <a:srgbClr val="DDE3E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192" name="Google Shape;11192;p42"/>
            <p:cNvSpPr/>
            <p:nvPr/>
          </p:nvSpPr>
          <p:spPr>
            <a:xfrm>
              <a:off x="6666288" y="2064151"/>
              <a:ext cx="191653" cy="163776"/>
            </a:xfrm>
            <a:custGeom>
              <a:rect b="b" l="l" r="r" t="t"/>
              <a:pathLst>
                <a:path extrusionOk="0" h="6251" w="7315">
                  <a:moveTo>
                    <a:pt x="329" y="0"/>
                  </a:moveTo>
                  <a:cubicBezTo>
                    <a:pt x="145" y="0"/>
                    <a:pt x="1" y="150"/>
                    <a:pt x="1" y="336"/>
                  </a:cubicBezTo>
                  <a:lnTo>
                    <a:pt x="1" y="5905"/>
                  </a:lnTo>
                  <a:cubicBezTo>
                    <a:pt x="1" y="6097"/>
                    <a:pt x="154" y="6250"/>
                    <a:pt x="346" y="6250"/>
                  </a:cubicBezTo>
                  <a:lnTo>
                    <a:pt x="6970" y="6250"/>
                  </a:lnTo>
                  <a:cubicBezTo>
                    <a:pt x="7161" y="6250"/>
                    <a:pt x="7315" y="6097"/>
                    <a:pt x="7315" y="5905"/>
                  </a:cubicBezTo>
                  <a:lnTo>
                    <a:pt x="7315" y="336"/>
                  </a:lnTo>
                  <a:cubicBezTo>
                    <a:pt x="7315" y="150"/>
                    <a:pt x="7170" y="0"/>
                    <a:pt x="6987" y="0"/>
                  </a:cubicBezTo>
                  <a:cubicBezTo>
                    <a:pt x="6981" y="0"/>
                    <a:pt x="6975" y="0"/>
                    <a:pt x="6970" y="1"/>
                  </a:cubicBezTo>
                  <a:lnTo>
                    <a:pt x="346" y="1"/>
                  </a:lnTo>
                  <a:cubicBezTo>
                    <a:pt x="340" y="0"/>
                    <a:pt x="335" y="0"/>
                    <a:pt x="329" y="0"/>
                  </a:cubicBezTo>
                  <a:close/>
                </a:path>
              </a:pathLst>
            </a:custGeom>
            <a:solidFill>
              <a:srgbClr val="8493A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193" name="Google Shape;11193;p42"/>
            <p:cNvSpPr/>
            <p:nvPr/>
          </p:nvSpPr>
          <p:spPr>
            <a:xfrm>
              <a:off x="6666288" y="2063653"/>
              <a:ext cx="191915" cy="164274"/>
            </a:xfrm>
            <a:custGeom>
              <a:rect b="b" l="l" r="r" t="t"/>
              <a:pathLst>
                <a:path extrusionOk="0" h="6270" w="7325">
                  <a:moveTo>
                    <a:pt x="6960" y="0"/>
                  </a:moveTo>
                  <a:lnTo>
                    <a:pt x="6577" y="10"/>
                  </a:lnTo>
                  <a:lnTo>
                    <a:pt x="6577" y="4333"/>
                  </a:lnTo>
                  <a:cubicBezTo>
                    <a:pt x="6577" y="4994"/>
                    <a:pt x="6040" y="5531"/>
                    <a:pt x="5378" y="5531"/>
                  </a:cubicBezTo>
                  <a:lnTo>
                    <a:pt x="1" y="5531"/>
                  </a:lnTo>
                  <a:lnTo>
                    <a:pt x="1" y="5915"/>
                  </a:lnTo>
                  <a:cubicBezTo>
                    <a:pt x="1" y="6106"/>
                    <a:pt x="164" y="6269"/>
                    <a:pt x="365" y="6269"/>
                  </a:cubicBezTo>
                  <a:lnTo>
                    <a:pt x="6960" y="6269"/>
                  </a:lnTo>
                  <a:cubicBezTo>
                    <a:pt x="7161" y="6269"/>
                    <a:pt x="7324" y="6106"/>
                    <a:pt x="7324" y="5915"/>
                  </a:cubicBezTo>
                  <a:lnTo>
                    <a:pt x="7324" y="365"/>
                  </a:lnTo>
                  <a:cubicBezTo>
                    <a:pt x="7324" y="163"/>
                    <a:pt x="7161" y="0"/>
                    <a:pt x="6960" y="0"/>
                  </a:cubicBezTo>
                  <a:close/>
                </a:path>
              </a:pathLst>
            </a:custGeom>
            <a:solidFill>
              <a:srgbClr val="77879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194" name="Google Shape;11194;p42"/>
            <p:cNvSpPr/>
            <p:nvPr/>
          </p:nvSpPr>
          <p:spPr>
            <a:xfrm>
              <a:off x="6892315" y="2171387"/>
              <a:ext cx="75115" cy="64321"/>
            </a:xfrm>
            <a:custGeom>
              <a:rect b="b" l="l" r="r" t="t"/>
              <a:pathLst>
                <a:path extrusionOk="0" h="2455" w="2867">
                  <a:moveTo>
                    <a:pt x="1640" y="0"/>
                  </a:moveTo>
                  <a:cubicBezTo>
                    <a:pt x="547" y="0"/>
                    <a:pt x="1" y="1323"/>
                    <a:pt x="768" y="2090"/>
                  </a:cubicBezTo>
                  <a:cubicBezTo>
                    <a:pt x="1019" y="2342"/>
                    <a:pt x="1329" y="2455"/>
                    <a:pt x="1632" y="2455"/>
                  </a:cubicBezTo>
                  <a:cubicBezTo>
                    <a:pt x="2263" y="2455"/>
                    <a:pt x="2867" y="1966"/>
                    <a:pt x="2867" y="1227"/>
                  </a:cubicBezTo>
                  <a:cubicBezTo>
                    <a:pt x="2857" y="547"/>
                    <a:pt x="2311" y="0"/>
                    <a:pt x="1640" y="0"/>
                  </a:cubicBezTo>
                  <a:close/>
                </a:path>
              </a:pathLst>
            </a:custGeom>
            <a:solidFill>
              <a:srgbClr val="A4B3B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195" name="Google Shape;11195;p42"/>
            <p:cNvSpPr/>
            <p:nvPr/>
          </p:nvSpPr>
          <p:spPr>
            <a:xfrm>
              <a:off x="6925485" y="2171387"/>
              <a:ext cx="44461" cy="64111"/>
            </a:xfrm>
            <a:custGeom>
              <a:rect b="b" l="l" r="r" t="t"/>
              <a:pathLst>
                <a:path extrusionOk="0" h="2447" w="1697">
                  <a:moveTo>
                    <a:pt x="374" y="0"/>
                  </a:moveTo>
                  <a:cubicBezTo>
                    <a:pt x="240" y="0"/>
                    <a:pt x="115" y="20"/>
                    <a:pt x="0" y="58"/>
                  </a:cubicBezTo>
                  <a:cubicBezTo>
                    <a:pt x="1131" y="422"/>
                    <a:pt x="1131" y="2023"/>
                    <a:pt x="0" y="2387"/>
                  </a:cubicBezTo>
                  <a:cubicBezTo>
                    <a:pt x="125" y="2428"/>
                    <a:pt x="251" y="2447"/>
                    <a:pt x="375" y="2447"/>
                  </a:cubicBezTo>
                  <a:cubicBezTo>
                    <a:pt x="956" y="2447"/>
                    <a:pt x="1487" y="2026"/>
                    <a:pt x="1582" y="1410"/>
                  </a:cubicBezTo>
                  <a:cubicBezTo>
                    <a:pt x="1697" y="671"/>
                    <a:pt x="1122" y="0"/>
                    <a:pt x="374" y="0"/>
                  </a:cubicBezTo>
                  <a:close/>
                </a:path>
              </a:pathLst>
            </a:custGeom>
            <a:solidFill>
              <a:srgbClr val="9BABB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196" name="Google Shape;11196;p42"/>
            <p:cNvSpPr/>
            <p:nvPr/>
          </p:nvSpPr>
          <p:spPr>
            <a:xfrm>
              <a:off x="6889302" y="2064151"/>
              <a:ext cx="40715" cy="19624"/>
            </a:xfrm>
            <a:custGeom>
              <a:rect b="b" l="l" r="r" t="t"/>
              <a:pathLst>
                <a:path extrusionOk="0" h="749" w="1554">
                  <a:moveTo>
                    <a:pt x="317" y="1"/>
                  </a:moveTo>
                  <a:cubicBezTo>
                    <a:pt x="145" y="1"/>
                    <a:pt x="1" y="144"/>
                    <a:pt x="1" y="317"/>
                  </a:cubicBezTo>
                  <a:lnTo>
                    <a:pt x="1" y="422"/>
                  </a:lnTo>
                  <a:cubicBezTo>
                    <a:pt x="1" y="604"/>
                    <a:pt x="145" y="748"/>
                    <a:pt x="317" y="748"/>
                  </a:cubicBezTo>
                  <a:lnTo>
                    <a:pt x="1228" y="748"/>
                  </a:lnTo>
                  <a:cubicBezTo>
                    <a:pt x="1410" y="748"/>
                    <a:pt x="1554" y="595"/>
                    <a:pt x="1554" y="422"/>
                  </a:cubicBezTo>
                  <a:lnTo>
                    <a:pt x="1554" y="317"/>
                  </a:lnTo>
                  <a:cubicBezTo>
                    <a:pt x="1554" y="144"/>
                    <a:pt x="1410" y="1"/>
                    <a:pt x="1228" y="1"/>
                  </a:cubicBezTo>
                  <a:close/>
                </a:path>
              </a:pathLst>
            </a:custGeom>
            <a:solidFill>
              <a:srgbClr val="A4B3B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197" name="Google Shape;11197;p42"/>
            <p:cNvSpPr/>
            <p:nvPr/>
          </p:nvSpPr>
          <p:spPr>
            <a:xfrm>
              <a:off x="6908402" y="2063889"/>
              <a:ext cx="21615" cy="19886"/>
            </a:xfrm>
            <a:custGeom>
              <a:rect b="b" l="l" r="r" t="t"/>
              <a:pathLst>
                <a:path extrusionOk="0" h="759" w="825">
                  <a:moveTo>
                    <a:pt x="0" y="1"/>
                  </a:moveTo>
                  <a:cubicBezTo>
                    <a:pt x="192" y="1"/>
                    <a:pt x="336" y="154"/>
                    <a:pt x="336" y="336"/>
                  </a:cubicBezTo>
                  <a:lnTo>
                    <a:pt x="336" y="423"/>
                  </a:lnTo>
                  <a:cubicBezTo>
                    <a:pt x="336" y="605"/>
                    <a:pt x="192" y="758"/>
                    <a:pt x="0" y="758"/>
                  </a:cubicBezTo>
                  <a:lnTo>
                    <a:pt x="489" y="758"/>
                  </a:lnTo>
                  <a:cubicBezTo>
                    <a:pt x="671" y="758"/>
                    <a:pt x="825" y="605"/>
                    <a:pt x="825" y="423"/>
                  </a:cubicBezTo>
                  <a:lnTo>
                    <a:pt x="825" y="336"/>
                  </a:lnTo>
                  <a:cubicBezTo>
                    <a:pt x="825" y="154"/>
                    <a:pt x="671" y="1"/>
                    <a:pt x="489" y="1"/>
                  </a:cubicBezTo>
                  <a:close/>
                </a:path>
              </a:pathLst>
            </a:custGeom>
            <a:solidFill>
              <a:srgbClr val="9BABB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198" name="Google Shape;11198;p42"/>
            <p:cNvSpPr/>
            <p:nvPr/>
          </p:nvSpPr>
          <p:spPr>
            <a:xfrm>
              <a:off x="6889302" y="2099049"/>
              <a:ext cx="40715" cy="19624"/>
            </a:xfrm>
            <a:custGeom>
              <a:rect b="b" l="l" r="r" t="t"/>
              <a:pathLst>
                <a:path extrusionOk="0" h="749" w="1554">
                  <a:moveTo>
                    <a:pt x="317" y="1"/>
                  </a:moveTo>
                  <a:cubicBezTo>
                    <a:pt x="145" y="1"/>
                    <a:pt x="1" y="145"/>
                    <a:pt x="1" y="317"/>
                  </a:cubicBezTo>
                  <a:lnTo>
                    <a:pt x="1" y="423"/>
                  </a:lnTo>
                  <a:cubicBezTo>
                    <a:pt x="1" y="605"/>
                    <a:pt x="145" y="749"/>
                    <a:pt x="317" y="749"/>
                  </a:cubicBezTo>
                  <a:lnTo>
                    <a:pt x="1228" y="749"/>
                  </a:lnTo>
                  <a:cubicBezTo>
                    <a:pt x="1410" y="749"/>
                    <a:pt x="1554" y="605"/>
                    <a:pt x="1554" y="423"/>
                  </a:cubicBezTo>
                  <a:lnTo>
                    <a:pt x="1554" y="317"/>
                  </a:lnTo>
                  <a:cubicBezTo>
                    <a:pt x="1554" y="145"/>
                    <a:pt x="1410" y="1"/>
                    <a:pt x="1228" y="1"/>
                  </a:cubicBezTo>
                  <a:close/>
                </a:path>
              </a:pathLst>
            </a:custGeom>
            <a:solidFill>
              <a:srgbClr val="A4B3B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199" name="Google Shape;11199;p42"/>
            <p:cNvSpPr/>
            <p:nvPr/>
          </p:nvSpPr>
          <p:spPr>
            <a:xfrm>
              <a:off x="6889302" y="2133974"/>
              <a:ext cx="40715" cy="19598"/>
            </a:xfrm>
            <a:custGeom>
              <a:rect b="b" l="l" r="r" t="t"/>
              <a:pathLst>
                <a:path extrusionOk="0" h="748" w="1554">
                  <a:moveTo>
                    <a:pt x="317" y="0"/>
                  </a:moveTo>
                  <a:cubicBezTo>
                    <a:pt x="145" y="0"/>
                    <a:pt x="1" y="144"/>
                    <a:pt x="1" y="326"/>
                  </a:cubicBezTo>
                  <a:lnTo>
                    <a:pt x="1" y="422"/>
                  </a:lnTo>
                  <a:cubicBezTo>
                    <a:pt x="1" y="604"/>
                    <a:pt x="145" y="748"/>
                    <a:pt x="317" y="748"/>
                  </a:cubicBezTo>
                  <a:lnTo>
                    <a:pt x="1228" y="748"/>
                  </a:lnTo>
                  <a:cubicBezTo>
                    <a:pt x="1410" y="748"/>
                    <a:pt x="1554" y="604"/>
                    <a:pt x="1554" y="422"/>
                  </a:cubicBezTo>
                  <a:lnTo>
                    <a:pt x="1554" y="326"/>
                  </a:lnTo>
                  <a:cubicBezTo>
                    <a:pt x="1554" y="144"/>
                    <a:pt x="1410" y="0"/>
                    <a:pt x="1228" y="0"/>
                  </a:cubicBezTo>
                  <a:close/>
                </a:path>
              </a:pathLst>
            </a:custGeom>
            <a:solidFill>
              <a:srgbClr val="A4B3B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200" name="Google Shape;11200;p42"/>
            <p:cNvSpPr/>
            <p:nvPr/>
          </p:nvSpPr>
          <p:spPr>
            <a:xfrm>
              <a:off x="6908402" y="2099049"/>
              <a:ext cx="21615" cy="19624"/>
            </a:xfrm>
            <a:custGeom>
              <a:rect b="b" l="l" r="r" t="t"/>
              <a:pathLst>
                <a:path extrusionOk="0" h="749" w="825">
                  <a:moveTo>
                    <a:pt x="0" y="1"/>
                  </a:moveTo>
                  <a:cubicBezTo>
                    <a:pt x="192" y="1"/>
                    <a:pt x="336" y="145"/>
                    <a:pt x="336" y="336"/>
                  </a:cubicBezTo>
                  <a:lnTo>
                    <a:pt x="336" y="413"/>
                  </a:lnTo>
                  <a:cubicBezTo>
                    <a:pt x="336" y="595"/>
                    <a:pt x="192" y="749"/>
                    <a:pt x="0" y="749"/>
                  </a:cubicBezTo>
                  <a:lnTo>
                    <a:pt x="489" y="749"/>
                  </a:lnTo>
                  <a:cubicBezTo>
                    <a:pt x="671" y="749"/>
                    <a:pt x="825" y="605"/>
                    <a:pt x="825" y="413"/>
                  </a:cubicBezTo>
                  <a:lnTo>
                    <a:pt x="825" y="336"/>
                  </a:lnTo>
                  <a:cubicBezTo>
                    <a:pt x="825" y="145"/>
                    <a:pt x="671" y="1"/>
                    <a:pt x="489" y="1"/>
                  </a:cubicBezTo>
                  <a:close/>
                </a:path>
              </a:pathLst>
            </a:custGeom>
            <a:solidFill>
              <a:srgbClr val="9BABB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201" name="Google Shape;11201;p42"/>
            <p:cNvSpPr/>
            <p:nvPr/>
          </p:nvSpPr>
          <p:spPr>
            <a:xfrm>
              <a:off x="6908402" y="2133974"/>
              <a:ext cx="21615" cy="19598"/>
            </a:xfrm>
            <a:custGeom>
              <a:rect b="b" l="l" r="r" t="t"/>
              <a:pathLst>
                <a:path extrusionOk="0" h="748" w="825">
                  <a:moveTo>
                    <a:pt x="0" y="0"/>
                  </a:moveTo>
                  <a:cubicBezTo>
                    <a:pt x="192" y="0"/>
                    <a:pt x="336" y="144"/>
                    <a:pt x="336" y="326"/>
                  </a:cubicBezTo>
                  <a:lnTo>
                    <a:pt x="336" y="412"/>
                  </a:lnTo>
                  <a:cubicBezTo>
                    <a:pt x="336" y="595"/>
                    <a:pt x="192" y="748"/>
                    <a:pt x="0" y="748"/>
                  </a:cubicBezTo>
                  <a:lnTo>
                    <a:pt x="489" y="748"/>
                  </a:lnTo>
                  <a:cubicBezTo>
                    <a:pt x="671" y="748"/>
                    <a:pt x="825" y="595"/>
                    <a:pt x="825" y="412"/>
                  </a:cubicBezTo>
                  <a:lnTo>
                    <a:pt x="825" y="326"/>
                  </a:lnTo>
                  <a:cubicBezTo>
                    <a:pt x="825" y="144"/>
                    <a:pt x="671" y="0"/>
                    <a:pt x="489" y="0"/>
                  </a:cubicBezTo>
                  <a:close/>
                </a:path>
              </a:pathLst>
            </a:custGeom>
            <a:solidFill>
              <a:srgbClr val="9BABB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202" name="Google Shape;11202;p42"/>
            <p:cNvSpPr/>
            <p:nvPr/>
          </p:nvSpPr>
          <p:spPr>
            <a:xfrm>
              <a:off x="6947833" y="2064151"/>
              <a:ext cx="33405" cy="89421"/>
            </a:xfrm>
            <a:custGeom>
              <a:rect b="b" l="l" r="r" t="t"/>
              <a:pathLst>
                <a:path extrusionOk="0" h="3413" w="1275">
                  <a:moveTo>
                    <a:pt x="297" y="1"/>
                  </a:moveTo>
                  <a:cubicBezTo>
                    <a:pt x="134" y="1"/>
                    <a:pt x="0" y="135"/>
                    <a:pt x="0" y="298"/>
                  </a:cubicBezTo>
                  <a:lnTo>
                    <a:pt x="0" y="3116"/>
                  </a:lnTo>
                  <a:cubicBezTo>
                    <a:pt x="0" y="3279"/>
                    <a:pt x="134" y="3413"/>
                    <a:pt x="297" y="3413"/>
                  </a:cubicBezTo>
                  <a:lnTo>
                    <a:pt x="978" y="3413"/>
                  </a:lnTo>
                  <a:cubicBezTo>
                    <a:pt x="1141" y="3413"/>
                    <a:pt x="1275" y="3279"/>
                    <a:pt x="1275" y="3116"/>
                  </a:cubicBezTo>
                  <a:lnTo>
                    <a:pt x="1275" y="298"/>
                  </a:lnTo>
                  <a:cubicBezTo>
                    <a:pt x="1275" y="135"/>
                    <a:pt x="1141" y="1"/>
                    <a:pt x="978" y="1"/>
                  </a:cubicBezTo>
                  <a:close/>
                </a:path>
              </a:pathLst>
            </a:custGeom>
            <a:solidFill>
              <a:srgbClr val="A4B3B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203" name="Google Shape;11203;p42"/>
            <p:cNvSpPr/>
            <p:nvPr/>
          </p:nvSpPr>
          <p:spPr>
            <a:xfrm>
              <a:off x="6960645" y="2063889"/>
              <a:ext cx="20593" cy="89683"/>
            </a:xfrm>
            <a:custGeom>
              <a:rect b="b" l="l" r="r" t="t"/>
              <a:pathLst>
                <a:path extrusionOk="0" h="3423" w="786">
                  <a:moveTo>
                    <a:pt x="0" y="1"/>
                  </a:moveTo>
                  <a:cubicBezTo>
                    <a:pt x="173" y="1"/>
                    <a:pt x="307" y="145"/>
                    <a:pt x="307" y="317"/>
                  </a:cubicBezTo>
                  <a:lnTo>
                    <a:pt x="307" y="3116"/>
                  </a:lnTo>
                  <a:cubicBezTo>
                    <a:pt x="307" y="3279"/>
                    <a:pt x="173" y="3423"/>
                    <a:pt x="0" y="3423"/>
                  </a:cubicBezTo>
                  <a:lnTo>
                    <a:pt x="479" y="3423"/>
                  </a:lnTo>
                  <a:cubicBezTo>
                    <a:pt x="652" y="3423"/>
                    <a:pt x="786" y="3279"/>
                    <a:pt x="786" y="3116"/>
                  </a:cubicBezTo>
                  <a:lnTo>
                    <a:pt x="786" y="317"/>
                  </a:lnTo>
                  <a:cubicBezTo>
                    <a:pt x="786" y="145"/>
                    <a:pt x="642" y="1"/>
                    <a:pt x="479" y="1"/>
                  </a:cubicBezTo>
                  <a:close/>
                </a:path>
              </a:pathLst>
            </a:custGeom>
            <a:solidFill>
              <a:srgbClr val="9BABB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204" name="Google Shape;11204;p42"/>
            <p:cNvSpPr/>
            <p:nvPr/>
          </p:nvSpPr>
          <p:spPr>
            <a:xfrm>
              <a:off x="6816728" y="2076203"/>
              <a:ext cx="31676" cy="11083"/>
            </a:xfrm>
            <a:custGeom>
              <a:rect b="b" l="l" r="r" t="t"/>
              <a:pathLst>
                <a:path extrusionOk="0" h="423" w="1209">
                  <a:moveTo>
                    <a:pt x="211" y="1"/>
                  </a:moveTo>
                  <a:cubicBezTo>
                    <a:pt x="96" y="1"/>
                    <a:pt x="1" y="96"/>
                    <a:pt x="1" y="212"/>
                  </a:cubicBezTo>
                  <a:cubicBezTo>
                    <a:pt x="1" y="327"/>
                    <a:pt x="96" y="422"/>
                    <a:pt x="211" y="422"/>
                  </a:cubicBezTo>
                  <a:lnTo>
                    <a:pt x="930" y="422"/>
                  </a:lnTo>
                  <a:cubicBezTo>
                    <a:pt x="1208" y="422"/>
                    <a:pt x="1208" y="1"/>
                    <a:pt x="930" y="1"/>
                  </a:cubicBez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205" name="Google Shape;11205;p42"/>
            <p:cNvSpPr/>
            <p:nvPr/>
          </p:nvSpPr>
          <p:spPr>
            <a:xfrm>
              <a:off x="6677842" y="2076203"/>
              <a:ext cx="15353" cy="11083"/>
            </a:xfrm>
            <a:custGeom>
              <a:rect b="b" l="l" r="r" t="t"/>
              <a:pathLst>
                <a:path extrusionOk="0" h="423" w="586">
                  <a:moveTo>
                    <a:pt x="288" y="1"/>
                  </a:moveTo>
                  <a:cubicBezTo>
                    <a:pt x="1" y="1"/>
                    <a:pt x="1" y="422"/>
                    <a:pt x="288" y="422"/>
                  </a:cubicBezTo>
                  <a:lnTo>
                    <a:pt x="308" y="422"/>
                  </a:lnTo>
                  <a:cubicBezTo>
                    <a:pt x="586" y="422"/>
                    <a:pt x="586" y="1"/>
                    <a:pt x="308" y="1"/>
                  </a:cubicBez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206" name="Google Shape;11206;p42"/>
            <p:cNvSpPr/>
            <p:nvPr/>
          </p:nvSpPr>
          <p:spPr>
            <a:xfrm>
              <a:off x="6685126" y="2100569"/>
              <a:ext cx="155995" cy="90678"/>
            </a:xfrm>
            <a:custGeom>
              <a:rect b="b" l="l" r="r" t="t"/>
              <a:pathLst>
                <a:path extrusionOk="0" h="3461" w="5954">
                  <a:moveTo>
                    <a:pt x="2627" y="0"/>
                  </a:moveTo>
                  <a:cubicBezTo>
                    <a:pt x="2531" y="0"/>
                    <a:pt x="2445" y="68"/>
                    <a:pt x="2416" y="163"/>
                  </a:cubicBezTo>
                  <a:lnTo>
                    <a:pt x="1947" y="2445"/>
                  </a:lnTo>
                  <a:lnTo>
                    <a:pt x="1535" y="1160"/>
                  </a:lnTo>
                  <a:cubicBezTo>
                    <a:pt x="1505" y="1065"/>
                    <a:pt x="1423" y="1017"/>
                    <a:pt x="1339" y="1017"/>
                  </a:cubicBezTo>
                  <a:cubicBezTo>
                    <a:pt x="1262" y="1017"/>
                    <a:pt x="1183" y="1058"/>
                    <a:pt x="1141" y="1141"/>
                  </a:cubicBezTo>
                  <a:lnTo>
                    <a:pt x="624" y="2263"/>
                  </a:lnTo>
                  <a:lnTo>
                    <a:pt x="212" y="2263"/>
                  </a:lnTo>
                  <a:cubicBezTo>
                    <a:pt x="97" y="2263"/>
                    <a:pt x="1" y="2358"/>
                    <a:pt x="1" y="2473"/>
                  </a:cubicBezTo>
                  <a:cubicBezTo>
                    <a:pt x="1" y="2588"/>
                    <a:pt x="97" y="2684"/>
                    <a:pt x="212" y="2684"/>
                  </a:cubicBezTo>
                  <a:lnTo>
                    <a:pt x="758" y="2684"/>
                  </a:lnTo>
                  <a:cubicBezTo>
                    <a:pt x="844" y="2684"/>
                    <a:pt x="921" y="2636"/>
                    <a:pt x="950" y="2560"/>
                  </a:cubicBezTo>
                  <a:lnTo>
                    <a:pt x="1304" y="1802"/>
                  </a:lnTo>
                  <a:lnTo>
                    <a:pt x="1793" y="3317"/>
                  </a:lnTo>
                  <a:cubicBezTo>
                    <a:pt x="1822" y="3403"/>
                    <a:pt x="1908" y="3461"/>
                    <a:pt x="1995" y="3461"/>
                  </a:cubicBezTo>
                  <a:lnTo>
                    <a:pt x="2004" y="3461"/>
                  </a:lnTo>
                  <a:cubicBezTo>
                    <a:pt x="2100" y="3461"/>
                    <a:pt x="2177" y="3394"/>
                    <a:pt x="2196" y="3298"/>
                  </a:cubicBezTo>
                  <a:lnTo>
                    <a:pt x="2598" y="1362"/>
                  </a:lnTo>
                  <a:lnTo>
                    <a:pt x="2761" y="2378"/>
                  </a:lnTo>
                  <a:cubicBezTo>
                    <a:pt x="2781" y="2473"/>
                    <a:pt x="2867" y="2550"/>
                    <a:pt x="2972" y="2550"/>
                  </a:cubicBezTo>
                  <a:lnTo>
                    <a:pt x="3777" y="2550"/>
                  </a:lnTo>
                  <a:cubicBezTo>
                    <a:pt x="3873" y="2550"/>
                    <a:pt x="3960" y="2473"/>
                    <a:pt x="3979" y="2378"/>
                  </a:cubicBezTo>
                  <a:lnTo>
                    <a:pt x="4075" y="1850"/>
                  </a:lnTo>
                  <a:lnTo>
                    <a:pt x="4333" y="3020"/>
                  </a:lnTo>
                  <a:cubicBezTo>
                    <a:pt x="4353" y="3106"/>
                    <a:pt x="4429" y="3173"/>
                    <a:pt x="4516" y="3183"/>
                  </a:cubicBezTo>
                  <a:cubicBezTo>
                    <a:pt x="4523" y="3184"/>
                    <a:pt x="4530" y="3184"/>
                    <a:pt x="4537" y="3184"/>
                  </a:cubicBezTo>
                  <a:cubicBezTo>
                    <a:pt x="4616" y="3184"/>
                    <a:pt x="4691" y="3137"/>
                    <a:pt x="4726" y="3058"/>
                  </a:cubicBezTo>
                  <a:lnTo>
                    <a:pt x="4985" y="2512"/>
                  </a:lnTo>
                  <a:lnTo>
                    <a:pt x="5666" y="2512"/>
                  </a:lnTo>
                  <a:cubicBezTo>
                    <a:pt x="5953" y="2512"/>
                    <a:pt x="5953" y="2090"/>
                    <a:pt x="5666" y="2090"/>
                  </a:cubicBezTo>
                  <a:lnTo>
                    <a:pt x="4861" y="2090"/>
                  </a:lnTo>
                  <a:cubicBezTo>
                    <a:pt x="4774" y="2090"/>
                    <a:pt x="4698" y="2138"/>
                    <a:pt x="4669" y="2215"/>
                  </a:cubicBezTo>
                  <a:lnTo>
                    <a:pt x="4611" y="2330"/>
                  </a:lnTo>
                  <a:lnTo>
                    <a:pt x="4257" y="748"/>
                  </a:lnTo>
                  <a:cubicBezTo>
                    <a:pt x="4233" y="640"/>
                    <a:pt x="4146" y="587"/>
                    <a:pt x="4058" y="587"/>
                  </a:cubicBezTo>
                  <a:cubicBezTo>
                    <a:pt x="3966" y="587"/>
                    <a:pt x="3874" y="645"/>
                    <a:pt x="3854" y="758"/>
                  </a:cubicBezTo>
                  <a:lnTo>
                    <a:pt x="3595" y="2128"/>
                  </a:lnTo>
                  <a:lnTo>
                    <a:pt x="3145" y="2128"/>
                  </a:lnTo>
                  <a:lnTo>
                    <a:pt x="2829" y="173"/>
                  </a:lnTo>
                  <a:cubicBezTo>
                    <a:pt x="2819" y="77"/>
                    <a:pt x="2733" y="0"/>
                    <a:pt x="2627" y="0"/>
                  </a:cubicBez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1207" name="Google Shape;11207;p42"/>
          <p:cNvGrpSpPr/>
          <p:nvPr/>
        </p:nvGrpSpPr>
        <p:grpSpPr>
          <a:xfrm>
            <a:off x="6202443" y="1803677"/>
            <a:ext cx="362425" cy="335885"/>
            <a:chOff x="6202443" y="1986677"/>
            <a:chExt cx="362425" cy="335885"/>
          </a:xfrm>
        </p:grpSpPr>
        <p:sp>
          <p:nvSpPr>
            <p:cNvPr id="11208" name="Google Shape;11208;p42"/>
            <p:cNvSpPr/>
            <p:nvPr/>
          </p:nvSpPr>
          <p:spPr>
            <a:xfrm>
              <a:off x="6202705" y="2077460"/>
              <a:ext cx="202945" cy="244891"/>
            </a:xfrm>
            <a:custGeom>
              <a:rect b="b" l="l" r="r" t="t"/>
              <a:pathLst>
                <a:path extrusionOk="0" h="9347" w="7746">
                  <a:moveTo>
                    <a:pt x="892" y="1"/>
                  </a:moveTo>
                  <a:cubicBezTo>
                    <a:pt x="403" y="1"/>
                    <a:pt x="0" y="403"/>
                    <a:pt x="0" y="902"/>
                  </a:cubicBezTo>
                  <a:lnTo>
                    <a:pt x="0" y="8455"/>
                  </a:lnTo>
                  <a:cubicBezTo>
                    <a:pt x="0" y="8944"/>
                    <a:pt x="403" y="9346"/>
                    <a:pt x="892" y="9346"/>
                  </a:cubicBezTo>
                  <a:lnTo>
                    <a:pt x="6854" y="9346"/>
                  </a:lnTo>
                  <a:cubicBezTo>
                    <a:pt x="7256" y="9346"/>
                    <a:pt x="7621" y="9068"/>
                    <a:pt x="7726" y="8675"/>
                  </a:cubicBezTo>
                  <a:cubicBezTo>
                    <a:pt x="6432" y="7554"/>
                    <a:pt x="6442" y="5541"/>
                    <a:pt x="7745" y="4439"/>
                  </a:cubicBezTo>
                  <a:lnTo>
                    <a:pt x="7745" y="902"/>
                  </a:lnTo>
                  <a:cubicBezTo>
                    <a:pt x="7745" y="403"/>
                    <a:pt x="7343" y="1"/>
                    <a:pt x="6854" y="1"/>
                  </a:cubicBezTo>
                  <a:close/>
                </a:path>
              </a:pathLst>
            </a:custGeom>
            <a:solidFill>
              <a:srgbClr val="A4B3B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209" name="Google Shape;11209;p42"/>
            <p:cNvSpPr/>
            <p:nvPr/>
          </p:nvSpPr>
          <p:spPr>
            <a:xfrm>
              <a:off x="6202443" y="2077460"/>
              <a:ext cx="202185" cy="244891"/>
            </a:xfrm>
            <a:custGeom>
              <a:rect b="b" l="l" r="r" t="t"/>
              <a:pathLst>
                <a:path extrusionOk="0" h="9347" w="7717">
                  <a:moveTo>
                    <a:pt x="6193" y="1"/>
                  </a:moveTo>
                  <a:cubicBezTo>
                    <a:pt x="6682" y="1"/>
                    <a:pt x="7084" y="403"/>
                    <a:pt x="7084" y="902"/>
                  </a:cubicBezTo>
                  <a:lnTo>
                    <a:pt x="7084" y="3988"/>
                  </a:lnTo>
                  <a:cubicBezTo>
                    <a:pt x="7084" y="4122"/>
                    <a:pt x="7036" y="4256"/>
                    <a:pt x="6941" y="4362"/>
                  </a:cubicBezTo>
                  <a:cubicBezTo>
                    <a:pt x="6663" y="4697"/>
                    <a:pt x="6452" y="5071"/>
                    <a:pt x="6317" y="5474"/>
                  </a:cubicBezTo>
                  <a:cubicBezTo>
                    <a:pt x="6174" y="5819"/>
                    <a:pt x="6097" y="6193"/>
                    <a:pt x="6097" y="6567"/>
                  </a:cubicBezTo>
                  <a:cubicBezTo>
                    <a:pt x="6097" y="6940"/>
                    <a:pt x="6174" y="7314"/>
                    <a:pt x="6317" y="7659"/>
                  </a:cubicBezTo>
                  <a:cubicBezTo>
                    <a:pt x="6317" y="7659"/>
                    <a:pt x="6317" y="7659"/>
                    <a:pt x="6317" y="7669"/>
                  </a:cubicBezTo>
                  <a:cubicBezTo>
                    <a:pt x="6442" y="8052"/>
                    <a:pt x="6164" y="8445"/>
                    <a:pt x="5762" y="8455"/>
                  </a:cubicBezTo>
                  <a:lnTo>
                    <a:pt x="892" y="8455"/>
                  </a:lnTo>
                  <a:cubicBezTo>
                    <a:pt x="403" y="8455"/>
                    <a:pt x="1" y="8052"/>
                    <a:pt x="1" y="7554"/>
                  </a:cubicBezTo>
                  <a:lnTo>
                    <a:pt x="1" y="8445"/>
                  </a:lnTo>
                  <a:cubicBezTo>
                    <a:pt x="1" y="8944"/>
                    <a:pt x="403" y="9346"/>
                    <a:pt x="892" y="9346"/>
                  </a:cubicBezTo>
                  <a:lnTo>
                    <a:pt x="6854" y="9346"/>
                  </a:lnTo>
                  <a:cubicBezTo>
                    <a:pt x="7132" y="9346"/>
                    <a:pt x="7401" y="9212"/>
                    <a:pt x="7573" y="8992"/>
                  </a:cubicBezTo>
                  <a:cubicBezTo>
                    <a:pt x="7573" y="8982"/>
                    <a:pt x="7583" y="8972"/>
                    <a:pt x="7592" y="8963"/>
                  </a:cubicBezTo>
                  <a:cubicBezTo>
                    <a:pt x="7592" y="8953"/>
                    <a:pt x="7602" y="8944"/>
                    <a:pt x="7612" y="8934"/>
                  </a:cubicBezTo>
                  <a:lnTo>
                    <a:pt x="7612" y="8925"/>
                  </a:lnTo>
                  <a:cubicBezTo>
                    <a:pt x="7612" y="8915"/>
                    <a:pt x="7612" y="8905"/>
                    <a:pt x="7621" y="8905"/>
                  </a:cubicBezTo>
                  <a:cubicBezTo>
                    <a:pt x="7631" y="8896"/>
                    <a:pt x="7621" y="8905"/>
                    <a:pt x="7621" y="8886"/>
                  </a:cubicBezTo>
                  <a:cubicBezTo>
                    <a:pt x="7621" y="8886"/>
                    <a:pt x="7631" y="8877"/>
                    <a:pt x="7631" y="8867"/>
                  </a:cubicBezTo>
                  <a:lnTo>
                    <a:pt x="7631" y="8857"/>
                  </a:lnTo>
                  <a:cubicBezTo>
                    <a:pt x="7640" y="8848"/>
                    <a:pt x="7640" y="8838"/>
                    <a:pt x="7650" y="8838"/>
                  </a:cubicBezTo>
                  <a:lnTo>
                    <a:pt x="7650" y="8819"/>
                  </a:lnTo>
                  <a:cubicBezTo>
                    <a:pt x="7650" y="8819"/>
                    <a:pt x="7650" y="8809"/>
                    <a:pt x="7650" y="8800"/>
                  </a:cubicBezTo>
                  <a:lnTo>
                    <a:pt x="7650" y="8790"/>
                  </a:lnTo>
                  <a:cubicBezTo>
                    <a:pt x="7650" y="8781"/>
                    <a:pt x="7650" y="8771"/>
                    <a:pt x="7659" y="8762"/>
                  </a:cubicBezTo>
                  <a:cubicBezTo>
                    <a:pt x="7669" y="8762"/>
                    <a:pt x="7659" y="8752"/>
                    <a:pt x="7659" y="8752"/>
                  </a:cubicBezTo>
                  <a:lnTo>
                    <a:pt x="7669" y="8723"/>
                  </a:lnTo>
                  <a:lnTo>
                    <a:pt x="7669" y="8714"/>
                  </a:lnTo>
                  <a:cubicBezTo>
                    <a:pt x="7669" y="8694"/>
                    <a:pt x="7679" y="8685"/>
                    <a:pt x="7679" y="8675"/>
                  </a:cubicBezTo>
                  <a:cubicBezTo>
                    <a:pt x="7650" y="8647"/>
                    <a:pt x="7621" y="8618"/>
                    <a:pt x="7592" y="8589"/>
                  </a:cubicBezTo>
                  <a:lnTo>
                    <a:pt x="7583" y="8589"/>
                  </a:lnTo>
                  <a:cubicBezTo>
                    <a:pt x="7554" y="8560"/>
                    <a:pt x="7525" y="8532"/>
                    <a:pt x="7496" y="8503"/>
                  </a:cubicBezTo>
                  <a:lnTo>
                    <a:pt x="7487" y="8493"/>
                  </a:lnTo>
                  <a:cubicBezTo>
                    <a:pt x="7458" y="8464"/>
                    <a:pt x="7429" y="8436"/>
                    <a:pt x="7410" y="8407"/>
                  </a:cubicBezTo>
                  <a:lnTo>
                    <a:pt x="7410" y="8397"/>
                  </a:lnTo>
                  <a:cubicBezTo>
                    <a:pt x="7381" y="8359"/>
                    <a:pt x="7353" y="8330"/>
                    <a:pt x="7334" y="8301"/>
                  </a:cubicBezTo>
                  <a:cubicBezTo>
                    <a:pt x="6394" y="7122"/>
                    <a:pt x="6567" y="5416"/>
                    <a:pt x="7717" y="4439"/>
                  </a:cubicBezTo>
                  <a:lnTo>
                    <a:pt x="7717" y="902"/>
                  </a:lnTo>
                  <a:cubicBezTo>
                    <a:pt x="7717" y="422"/>
                    <a:pt x="7343" y="29"/>
                    <a:pt x="6864" y="1"/>
                  </a:cubicBezTo>
                  <a:close/>
                </a:path>
              </a:pathLst>
            </a:custGeom>
            <a:solidFill>
              <a:srgbClr val="90A2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210" name="Google Shape;11210;p42"/>
            <p:cNvSpPr/>
            <p:nvPr/>
          </p:nvSpPr>
          <p:spPr>
            <a:xfrm>
              <a:off x="6248398" y="2055610"/>
              <a:ext cx="111298" cy="22139"/>
            </a:xfrm>
            <a:custGeom>
              <a:rect b="b" l="l" r="r" t="t"/>
              <a:pathLst>
                <a:path extrusionOk="0" h="845" w="4248">
                  <a:moveTo>
                    <a:pt x="1" y="1"/>
                  </a:moveTo>
                  <a:lnTo>
                    <a:pt x="1" y="844"/>
                  </a:lnTo>
                  <a:lnTo>
                    <a:pt x="4247" y="844"/>
                  </a:lnTo>
                  <a:lnTo>
                    <a:pt x="4247" y="1"/>
                  </a:lnTo>
                  <a:close/>
                </a:path>
              </a:pathLst>
            </a:custGeom>
            <a:solidFill>
              <a:srgbClr val="879AA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211" name="Google Shape;11211;p42"/>
            <p:cNvSpPr/>
            <p:nvPr/>
          </p:nvSpPr>
          <p:spPr>
            <a:xfrm>
              <a:off x="6331295" y="2055610"/>
              <a:ext cx="28401" cy="22139"/>
            </a:xfrm>
            <a:custGeom>
              <a:rect b="b" l="l" r="r" t="t"/>
              <a:pathLst>
                <a:path extrusionOk="0" h="845" w="1084">
                  <a:moveTo>
                    <a:pt x="0" y="1"/>
                  </a:moveTo>
                  <a:lnTo>
                    <a:pt x="0" y="844"/>
                  </a:lnTo>
                  <a:lnTo>
                    <a:pt x="1083" y="844"/>
                  </a:lnTo>
                  <a:lnTo>
                    <a:pt x="1083" y="1"/>
                  </a:lnTo>
                  <a:close/>
                </a:path>
              </a:pathLst>
            </a:custGeom>
            <a:solidFill>
              <a:srgbClr val="748B9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212" name="Google Shape;11212;p42"/>
            <p:cNvSpPr/>
            <p:nvPr/>
          </p:nvSpPr>
          <p:spPr>
            <a:xfrm>
              <a:off x="6225290" y="1992834"/>
              <a:ext cx="157514" cy="62801"/>
            </a:xfrm>
            <a:custGeom>
              <a:rect b="b" l="l" r="r" t="t"/>
              <a:pathLst>
                <a:path extrusionOk="0" h="2397" w="6012">
                  <a:moveTo>
                    <a:pt x="336" y="0"/>
                  </a:moveTo>
                  <a:cubicBezTo>
                    <a:pt x="154" y="0"/>
                    <a:pt x="1" y="144"/>
                    <a:pt x="1" y="336"/>
                  </a:cubicBezTo>
                  <a:lnTo>
                    <a:pt x="1" y="1198"/>
                  </a:lnTo>
                  <a:lnTo>
                    <a:pt x="1" y="2061"/>
                  </a:lnTo>
                  <a:cubicBezTo>
                    <a:pt x="1" y="2243"/>
                    <a:pt x="154" y="2397"/>
                    <a:pt x="346" y="2397"/>
                  </a:cubicBezTo>
                  <a:lnTo>
                    <a:pt x="5676" y="2397"/>
                  </a:lnTo>
                  <a:cubicBezTo>
                    <a:pt x="5858" y="2397"/>
                    <a:pt x="6011" y="2243"/>
                    <a:pt x="6011" y="2061"/>
                  </a:cubicBezTo>
                  <a:lnTo>
                    <a:pt x="6011" y="336"/>
                  </a:lnTo>
                  <a:cubicBezTo>
                    <a:pt x="6011" y="144"/>
                    <a:pt x="5858" y="0"/>
                    <a:pt x="5676" y="0"/>
                  </a:cubicBezTo>
                  <a:close/>
                </a:path>
              </a:pathLst>
            </a:custGeom>
            <a:solidFill>
              <a:srgbClr val="A4B3B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213" name="Google Shape;11213;p42"/>
            <p:cNvSpPr/>
            <p:nvPr/>
          </p:nvSpPr>
          <p:spPr>
            <a:xfrm>
              <a:off x="6343085" y="1992572"/>
              <a:ext cx="39719" cy="63063"/>
            </a:xfrm>
            <a:custGeom>
              <a:rect b="b" l="l" r="r" t="t"/>
              <a:pathLst>
                <a:path extrusionOk="0" h="2407" w="1516">
                  <a:moveTo>
                    <a:pt x="10" y="1"/>
                  </a:moveTo>
                  <a:lnTo>
                    <a:pt x="1" y="10"/>
                  </a:lnTo>
                  <a:lnTo>
                    <a:pt x="10" y="10"/>
                  </a:lnTo>
                  <a:lnTo>
                    <a:pt x="10" y="1"/>
                  </a:lnTo>
                  <a:close/>
                  <a:moveTo>
                    <a:pt x="10" y="10"/>
                  </a:moveTo>
                  <a:lnTo>
                    <a:pt x="10" y="2407"/>
                  </a:lnTo>
                  <a:lnTo>
                    <a:pt x="1180" y="2407"/>
                  </a:lnTo>
                  <a:cubicBezTo>
                    <a:pt x="1362" y="2407"/>
                    <a:pt x="1515" y="2263"/>
                    <a:pt x="1515" y="2071"/>
                  </a:cubicBezTo>
                  <a:lnTo>
                    <a:pt x="1515" y="346"/>
                  </a:lnTo>
                  <a:cubicBezTo>
                    <a:pt x="1515" y="154"/>
                    <a:pt x="1362" y="10"/>
                    <a:pt x="1180" y="10"/>
                  </a:cubicBezTo>
                  <a:close/>
                </a:path>
              </a:pathLst>
            </a:custGeom>
            <a:solidFill>
              <a:srgbClr val="90A2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214" name="Google Shape;11214;p42"/>
            <p:cNvSpPr/>
            <p:nvPr/>
          </p:nvSpPr>
          <p:spPr>
            <a:xfrm>
              <a:off x="6222539" y="2138978"/>
              <a:ext cx="142685" cy="122223"/>
            </a:xfrm>
            <a:custGeom>
              <a:rect b="b" l="l" r="r" t="t"/>
              <a:pathLst>
                <a:path extrusionOk="0" h="4665" w="5446">
                  <a:moveTo>
                    <a:pt x="3116" y="1"/>
                  </a:moveTo>
                  <a:cubicBezTo>
                    <a:pt x="1045" y="1"/>
                    <a:pt x="1" y="2512"/>
                    <a:pt x="1467" y="3979"/>
                  </a:cubicBezTo>
                  <a:cubicBezTo>
                    <a:pt x="1941" y="4452"/>
                    <a:pt x="2523" y="4664"/>
                    <a:pt x="3094" y="4664"/>
                  </a:cubicBezTo>
                  <a:cubicBezTo>
                    <a:pt x="4293" y="4664"/>
                    <a:pt x="5445" y="3732"/>
                    <a:pt x="5445" y="2330"/>
                  </a:cubicBezTo>
                  <a:cubicBezTo>
                    <a:pt x="5445" y="1046"/>
                    <a:pt x="4400" y="1"/>
                    <a:pt x="3116" y="1"/>
                  </a:cubicBezTo>
                  <a:close/>
                </a:path>
              </a:pathLst>
            </a:custGeom>
            <a:solidFill>
              <a:srgbClr val="657A8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215" name="Google Shape;11215;p42"/>
            <p:cNvSpPr/>
            <p:nvPr/>
          </p:nvSpPr>
          <p:spPr>
            <a:xfrm>
              <a:off x="6253926" y="2149799"/>
              <a:ext cx="121070" cy="111586"/>
            </a:xfrm>
            <a:custGeom>
              <a:rect b="b" l="l" r="r" t="t"/>
              <a:pathLst>
                <a:path extrusionOk="0" h="4259" w="4621">
                  <a:moveTo>
                    <a:pt x="3241" y="0"/>
                  </a:moveTo>
                  <a:cubicBezTo>
                    <a:pt x="3864" y="920"/>
                    <a:pt x="3749" y="2157"/>
                    <a:pt x="2963" y="2952"/>
                  </a:cubicBezTo>
                  <a:cubicBezTo>
                    <a:pt x="2509" y="3401"/>
                    <a:pt x="1911" y="3634"/>
                    <a:pt x="1309" y="3634"/>
                  </a:cubicBezTo>
                  <a:cubicBezTo>
                    <a:pt x="856" y="3634"/>
                    <a:pt x="400" y="3502"/>
                    <a:pt x="1" y="3230"/>
                  </a:cubicBezTo>
                  <a:lnTo>
                    <a:pt x="1" y="3230"/>
                  </a:lnTo>
                  <a:cubicBezTo>
                    <a:pt x="459" y="3907"/>
                    <a:pt x="1196" y="4258"/>
                    <a:pt x="1939" y="4258"/>
                  </a:cubicBezTo>
                  <a:cubicBezTo>
                    <a:pt x="2531" y="4258"/>
                    <a:pt x="3126" y="4035"/>
                    <a:pt x="3586" y="3575"/>
                  </a:cubicBezTo>
                  <a:cubicBezTo>
                    <a:pt x="4621" y="2540"/>
                    <a:pt x="4458" y="815"/>
                    <a:pt x="3241" y="0"/>
                  </a:cubicBezTo>
                  <a:close/>
                </a:path>
              </a:pathLst>
            </a:custGeom>
            <a:solidFill>
              <a:srgbClr val="5B728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216" name="Google Shape;11216;p42"/>
            <p:cNvSpPr/>
            <p:nvPr/>
          </p:nvSpPr>
          <p:spPr>
            <a:xfrm>
              <a:off x="6355137" y="2176654"/>
              <a:ext cx="170562" cy="145908"/>
            </a:xfrm>
            <a:custGeom>
              <a:rect b="b" l="l" r="r" t="t"/>
              <a:pathLst>
                <a:path extrusionOk="0" h="5569" w="6510">
                  <a:moveTo>
                    <a:pt x="3729" y="1"/>
                  </a:moveTo>
                  <a:cubicBezTo>
                    <a:pt x="1247" y="1"/>
                    <a:pt x="1" y="2991"/>
                    <a:pt x="1755" y="4746"/>
                  </a:cubicBezTo>
                  <a:cubicBezTo>
                    <a:pt x="2323" y="5314"/>
                    <a:pt x="3022" y="5568"/>
                    <a:pt x="3707" y="5568"/>
                  </a:cubicBezTo>
                  <a:cubicBezTo>
                    <a:pt x="5138" y="5568"/>
                    <a:pt x="6509" y="4459"/>
                    <a:pt x="6509" y="2781"/>
                  </a:cubicBezTo>
                  <a:cubicBezTo>
                    <a:pt x="6509" y="1247"/>
                    <a:pt x="5263" y="1"/>
                    <a:pt x="3729" y="1"/>
                  </a:cubicBezTo>
                  <a:close/>
                </a:path>
              </a:pathLst>
            </a:custGeom>
            <a:solidFill>
              <a:srgbClr val="CCD6D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217" name="Google Shape;11217;p42"/>
            <p:cNvSpPr/>
            <p:nvPr/>
          </p:nvSpPr>
          <p:spPr>
            <a:xfrm>
              <a:off x="6394568" y="2191483"/>
              <a:ext cx="141166" cy="131026"/>
            </a:xfrm>
            <a:custGeom>
              <a:rect b="b" l="l" r="r" t="t"/>
              <a:pathLst>
                <a:path extrusionOk="0" h="5001" w="5388">
                  <a:moveTo>
                    <a:pt x="3902" y="0"/>
                  </a:moveTo>
                  <a:lnTo>
                    <a:pt x="3902" y="0"/>
                  </a:lnTo>
                  <a:cubicBezTo>
                    <a:pt x="4745" y="1103"/>
                    <a:pt x="4640" y="2665"/>
                    <a:pt x="3653" y="3652"/>
                  </a:cubicBezTo>
                  <a:cubicBezTo>
                    <a:pt x="3116" y="4194"/>
                    <a:pt x="2405" y="4470"/>
                    <a:pt x="1687" y="4470"/>
                  </a:cubicBezTo>
                  <a:cubicBezTo>
                    <a:pt x="1097" y="4470"/>
                    <a:pt x="503" y="4283"/>
                    <a:pt x="1" y="3902"/>
                  </a:cubicBezTo>
                  <a:lnTo>
                    <a:pt x="1" y="3902"/>
                  </a:lnTo>
                  <a:cubicBezTo>
                    <a:pt x="556" y="4628"/>
                    <a:pt x="1390" y="5001"/>
                    <a:pt x="2226" y="5001"/>
                  </a:cubicBezTo>
                  <a:cubicBezTo>
                    <a:pt x="2934" y="5001"/>
                    <a:pt x="3644" y="4734"/>
                    <a:pt x="4189" y="4189"/>
                  </a:cubicBezTo>
                  <a:cubicBezTo>
                    <a:pt x="5388" y="2991"/>
                    <a:pt x="5253" y="1016"/>
                    <a:pt x="3902" y="0"/>
                  </a:cubicBezTo>
                  <a:close/>
                </a:path>
              </a:pathLst>
            </a:custGeom>
            <a:solidFill>
              <a:srgbClr val="A9BAC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218" name="Google Shape;11218;p42"/>
            <p:cNvSpPr/>
            <p:nvPr/>
          </p:nvSpPr>
          <p:spPr>
            <a:xfrm>
              <a:off x="6402611" y="2199002"/>
              <a:ext cx="109516" cy="109542"/>
            </a:xfrm>
            <a:custGeom>
              <a:rect b="b" l="l" r="r" t="t"/>
              <a:pathLst>
                <a:path extrusionOk="0" h="4181" w="4180">
                  <a:moveTo>
                    <a:pt x="3921" y="1"/>
                  </a:moveTo>
                  <a:cubicBezTo>
                    <a:pt x="3902" y="10"/>
                    <a:pt x="3892" y="30"/>
                    <a:pt x="3873" y="39"/>
                  </a:cubicBezTo>
                  <a:lnTo>
                    <a:pt x="39" y="3883"/>
                  </a:lnTo>
                  <a:cubicBezTo>
                    <a:pt x="19" y="3893"/>
                    <a:pt x="10" y="3912"/>
                    <a:pt x="0" y="3921"/>
                  </a:cubicBezTo>
                  <a:cubicBezTo>
                    <a:pt x="106" y="4017"/>
                    <a:pt x="221" y="4103"/>
                    <a:pt x="345" y="4180"/>
                  </a:cubicBezTo>
                  <a:lnTo>
                    <a:pt x="4180" y="346"/>
                  </a:lnTo>
                  <a:cubicBezTo>
                    <a:pt x="4103" y="221"/>
                    <a:pt x="4017" y="106"/>
                    <a:pt x="3921" y="1"/>
                  </a:cubicBezTo>
                  <a:close/>
                </a:path>
              </a:pathLst>
            </a:custGeom>
            <a:solidFill>
              <a:srgbClr val="A9BAC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219" name="Google Shape;11219;p42"/>
            <p:cNvSpPr/>
            <p:nvPr/>
          </p:nvSpPr>
          <p:spPr>
            <a:xfrm>
              <a:off x="6451841" y="2085320"/>
              <a:ext cx="113027" cy="215181"/>
            </a:xfrm>
            <a:custGeom>
              <a:rect b="b" l="l" r="r" t="t"/>
              <a:pathLst>
                <a:path extrusionOk="0" h="8213" w="4314">
                  <a:moveTo>
                    <a:pt x="2085" y="1"/>
                  </a:moveTo>
                  <a:cubicBezTo>
                    <a:pt x="1972" y="1"/>
                    <a:pt x="1860" y="7"/>
                    <a:pt x="1773" y="26"/>
                  </a:cubicBezTo>
                  <a:cubicBezTo>
                    <a:pt x="786" y="266"/>
                    <a:pt x="0" y="1090"/>
                    <a:pt x="0" y="2145"/>
                  </a:cubicBezTo>
                  <a:lnTo>
                    <a:pt x="0" y="3487"/>
                  </a:lnTo>
                  <a:lnTo>
                    <a:pt x="29" y="3487"/>
                  </a:lnTo>
                  <a:cubicBezTo>
                    <a:pt x="2502" y="3487"/>
                    <a:pt x="3748" y="6458"/>
                    <a:pt x="2023" y="8212"/>
                  </a:cubicBezTo>
                  <a:lnTo>
                    <a:pt x="2157" y="8212"/>
                  </a:lnTo>
                  <a:cubicBezTo>
                    <a:pt x="3345" y="8212"/>
                    <a:pt x="4313" y="7254"/>
                    <a:pt x="4313" y="6056"/>
                  </a:cubicBezTo>
                  <a:lnTo>
                    <a:pt x="4313" y="2145"/>
                  </a:lnTo>
                  <a:cubicBezTo>
                    <a:pt x="4304" y="1100"/>
                    <a:pt x="3556" y="209"/>
                    <a:pt x="2531" y="26"/>
                  </a:cubicBezTo>
                  <a:cubicBezTo>
                    <a:pt x="2531" y="26"/>
                    <a:pt x="2309" y="1"/>
                    <a:pt x="2085" y="1"/>
                  </a:cubicBezTo>
                  <a:close/>
                </a:path>
              </a:pathLst>
            </a:custGeom>
            <a:solidFill>
              <a:srgbClr val="C6CED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220" name="Google Shape;11220;p42"/>
            <p:cNvSpPr/>
            <p:nvPr/>
          </p:nvSpPr>
          <p:spPr>
            <a:xfrm>
              <a:off x="6497796" y="2085242"/>
              <a:ext cx="66810" cy="215259"/>
            </a:xfrm>
            <a:custGeom>
              <a:rect b="b" l="l" r="r" t="t"/>
              <a:pathLst>
                <a:path extrusionOk="0" h="8216" w="2550">
                  <a:moveTo>
                    <a:pt x="398" y="1"/>
                  </a:moveTo>
                  <a:cubicBezTo>
                    <a:pt x="271" y="1"/>
                    <a:pt x="144" y="10"/>
                    <a:pt x="19" y="29"/>
                  </a:cubicBezTo>
                  <a:lnTo>
                    <a:pt x="0" y="29"/>
                  </a:lnTo>
                  <a:cubicBezTo>
                    <a:pt x="1016" y="221"/>
                    <a:pt x="1745" y="1113"/>
                    <a:pt x="1745" y="2148"/>
                  </a:cubicBezTo>
                  <a:lnTo>
                    <a:pt x="1745" y="6068"/>
                  </a:lnTo>
                  <a:cubicBezTo>
                    <a:pt x="1745" y="6950"/>
                    <a:pt x="1208" y="7736"/>
                    <a:pt x="403" y="8062"/>
                  </a:cubicBezTo>
                  <a:cubicBezTo>
                    <a:pt x="355" y="8119"/>
                    <a:pt x="307" y="8167"/>
                    <a:pt x="259" y="8215"/>
                  </a:cubicBezTo>
                  <a:lnTo>
                    <a:pt x="393" y="8215"/>
                  </a:lnTo>
                  <a:cubicBezTo>
                    <a:pt x="1582" y="8215"/>
                    <a:pt x="2550" y="7257"/>
                    <a:pt x="2550" y="6059"/>
                  </a:cubicBezTo>
                  <a:lnTo>
                    <a:pt x="2550" y="2148"/>
                  </a:lnTo>
                  <a:cubicBezTo>
                    <a:pt x="2540" y="1103"/>
                    <a:pt x="1802" y="212"/>
                    <a:pt x="777" y="29"/>
                  </a:cubicBezTo>
                  <a:cubicBezTo>
                    <a:pt x="652" y="10"/>
                    <a:pt x="525" y="1"/>
                    <a:pt x="398" y="1"/>
                  </a:cubicBezTo>
                  <a:close/>
                </a:path>
              </a:pathLst>
            </a:custGeom>
            <a:solidFill>
              <a:srgbClr val="B9C3C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221" name="Google Shape;11221;p42"/>
            <p:cNvSpPr/>
            <p:nvPr/>
          </p:nvSpPr>
          <p:spPr>
            <a:xfrm>
              <a:off x="6498791" y="2192740"/>
              <a:ext cx="66076" cy="107761"/>
            </a:xfrm>
            <a:custGeom>
              <a:rect b="b" l="l" r="r" t="t"/>
              <a:pathLst>
                <a:path extrusionOk="0" h="4113" w="2522">
                  <a:moveTo>
                    <a:pt x="10" y="0"/>
                  </a:moveTo>
                  <a:lnTo>
                    <a:pt x="0" y="10"/>
                  </a:lnTo>
                  <a:cubicBezTo>
                    <a:pt x="1275" y="1035"/>
                    <a:pt x="1381" y="2943"/>
                    <a:pt x="240" y="4112"/>
                  </a:cubicBezTo>
                  <a:lnTo>
                    <a:pt x="365" y="4112"/>
                  </a:lnTo>
                  <a:cubicBezTo>
                    <a:pt x="1563" y="4112"/>
                    <a:pt x="2521" y="3154"/>
                    <a:pt x="2521" y="1956"/>
                  </a:cubicBezTo>
                  <a:lnTo>
                    <a:pt x="2521" y="0"/>
                  </a:lnTo>
                  <a:close/>
                </a:path>
              </a:pathLst>
            </a:custGeom>
            <a:solidFill>
              <a:srgbClr val="657A8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222" name="Google Shape;11222;p42"/>
            <p:cNvSpPr/>
            <p:nvPr/>
          </p:nvSpPr>
          <p:spPr>
            <a:xfrm>
              <a:off x="6504555" y="2192740"/>
              <a:ext cx="60050" cy="107761"/>
            </a:xfrm>
            <a:custGeom>
              <a:rect b="b" l="l" r="r" t="t"/>
              <a:pathLst>
                <a:path extrusionOk="0" h="4113" w="2292">
                  <a:moveTo>
                    <a:pt x="1487" y="0"/>
                  </a:moveTo>
                  <a:lnTo>
                    <a:pt x="1487" y="1965"/>
                  </a:lnTo>
                  <a:cubicBezTo>
                    <a:pt x="1487" y="2847"/>
                    <a:pt x="950" y="3633"/>
                    <a:pt x="145" y="3959"/>
                  </a:cubicBezTo>
                  <a:cubicBezTo>
                    <a:pt x="116" y="3988"/>
                    <a:pt x="97" y="4016"/>
                    <a:pt x="78" y="4036"/>
                  </a:cubicBezTo>
                  <a:lnTo>
                    <a:pt x="68" y="4045"/>
                  </a:lnTo>
                  <a:lnTo>
                    <a:pt x="1" y="4112"/>
                  </a:lnTo>
                  <a:lnTo>
                    <a:pt x="135" y="4112"/>
                  </a:lnTo>
                  <a:cubicBezTo>
                    <a:pt x="1324" y="4112"/>
                    <a:pt x="2292" y="3154"/>
                    <a:pt x="2292" y="1956"/>
                  </a:cubicBezTo>
                  <a:lnTo>
                    <a:pt x="2292" y="0"/>
                  </a:lnTo>
                  <a:close/>
                </a:path>
              </a:pathLst>
            </a:custGeom>
            <a:solidFill>
              <a:srgbClr val="566D8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223" name="Google Shape;11223;p42"/>
            <p:cNvSpPr/>
            <p:nvPr/>
          </p:nvSpPr>
          <p:spPr>
            <a:xfrm>
              <a:off x="6268493" y="2166226"/>
              <a:ext cx="71343" cy="67596"/>
            </a:xfrm>
            <a:custGeom>
              <a:rect b="b" l="l" r="r" t="t"/>
              <a:pathLst>
                <a:path extrusionOk="0" h="2580" w="2723">
                  <a:moveTo>
                    <a:pt x="1357" y="1"/>
                  </a:moveTo>
                  <a:cubicBezTo>
                    <a:pt x="1249" y="1"/>
                    <a:pt x="1141" y="73"/>
                    <a:pt x="1141" y="217"/>
                  </a:cubicBezTo>
                  <a:lnTo>
                    <a:pt x="1141" y="1079"/>
                  </a:lnTo>
                  <a:lnTo>
                    <a:pt x="288" y="1079"/>
                  </a:lnTo>
                  <a:cubicBezTo>
                    <a:pt x="1" y="1079"/>
                    <a:pt x="1" y="1511"/>
                    <a:pt x="288" y="1511"/>
                  </a:cubicBezTo>
                  <a:lnTo>
                    <a:pt x="1141" y="1511"/>
                  </a:lnTo>
                  <a:lnTo>
                    <a:pt x="1141" y="2364"/>
                  </a:lnTo>
                  <a:cubicBezTo>
                    <a:pt x="1141" y="2508"/>
                    <a:pt x="1249" y="2579"/>
                    <a:pt x="1357" y="2579"/>
                  </a:cubicBezTo>
                  <a:cubicBezTo>
                    <a:pt x="1465" y="2579"/>
                    <a:pt x="1573" y="2508"/>
                    <a:pt x="1573" y="2364"/>
                  </a:cubicBezTo>
                  <a:lnTo>
                    <a:pt x="1573" y="1511"/>
                  </a:lnTo>
                  <a:lnTo>
                    <a:pt x="2435" y="1511"/>
                  </a:lnTo>
                  <a:cubicBezTo>
                    <a:pt x="2720" y="1501"/>
                    <a:pt x="2723" y="1079"/>
                    <a:pt x="2445" y="1079"/>
                  </a:cubicBezTo>
                  <a:cubicBezTo>
                    <a:pt x="2442" y="1079"/>
                    <a:pt x="2439" y="1079"/>
                    <a:pt x="2435" y="1079"/>
                  </a:cubicBezTo>
                  <a:lnTo>
                    <a:pt x="1573" y="1079"/>
                  </a:lnTo>
                  <a:lnTo>
                    <a:pt x="1573" y="217"/>
                  </a:lnTo>
                  <a:cubicBezTo>
                    <a:pt x="1573" y="73"/>
                    <a:pt x="1465" y="1"/>
                    <a:pt x="1357" y="1"/>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224" name="Google Shape;11224;p42"/>
            <p:cNvSpPr/>
            <p:nvPr/>
          </p:nvSpPr>
          <p:spPr>
            <a:xfrm>
              <a:off x="6258459" y="1986677"/>
              <a:ext cx="11318" cy="74487"/>
            </a:xfrm>
            <a:custGeom>
              <a:rect b="b" l="l" r="r" t="t"/>
              <a:pathLst>
                <a:path extrusionOk="0" h="2843" w="432">
                  <a:moveTo>
                    <a:pt x="216" y="0"/>
                  </a:moveTo>
                  <a:cubicBezTo>
                    <a:pt x="108" y="0"/>
                    <a:pt x="0" y="72"/>
                    <a:pt x="0" y="216"/>
                  </a:cubicBezTo>
                  <a:lnTo>
                    <a:pt x="0" y="2622"/>
                  </a:lnTo>
                  <a:cubicBezTo>
                    <a:pt x="0" y="2747"/>
                    <a:pt x="96" y="2843"/>
                    <a:pt x="221" y="2843"/>
                  </a:cubicBezTo>
                  <a:cubicBezTo>
                    <a:pt x="336" y="2843"/>
                    <a:pt x="432" y="2747"/>
                    <a:pt x="432" y="2622"/>
                  </a:cubicBezTo>
                  <a:lnTo>
                    <a:pt x="432" y="216"/>
                  </a:lnTo>
                  <a:cubicBezTo>
                    <a:pt x="432" y="72"/>
                    <a:pt x="324" y="0"/>
                    <a:pt x="216" y="0"/>
                  </a:cubicBezTo>
                  <a:close/>
                </a:path>
              </a:pathLst>
            </a:custGeom>
            <a:solidFill>
              <a:srgbClr val="3D546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225" name="Google Shape;11225;p42"/>
            <p:cNvSpPr/>
            <p:nvPr/>
          </p:nvSpPr>
          <p:spPr>
            <a:xfrm>
              <a:off x="6298623" y="1986677"/>
              <a:ext cx="11345" cy="74487"/>
            </a:xfrm>
            <a:custGeom>
              <a:rect b="b" l="l" r="r" t="t"/>
              <a:pathLst>
                <a:path extrusionOk="0" h="2843" w="433">
                  <a:moveTo>
                    <a:pt x="217" y="0"/>
                  </a:moveTo>
                  <a:cubicBezTo>
                    <a:pt x="109" y="0"/>
                    <a:pt x="1" y="72"/>
                    <a:pt x="1" y="216"/>
                  </a:cubicBezTo>
                  <a:lnTo>
                    <a:pt x="1" y="2622"/>
                  </a:lnTo>
                  <a:cubicBezTo>
                    <a:pt x="1" y="2747"/>
                    <a:pt x="97" y="2843"/>
                    <a:pt x="212" y="2843"/>
                  </a:cubicBezTo>
                  <a:cubicBezTo>
                    <a:pt x="336" y="2843"/>
                    <a:pt x="432" y="2747"/>
                    <a:pt x="432" y="2622"/>
                  </a:cubicBezTo>
                  <a:lnTo>
                    <a:pt x="432" y="216"/>
                  </a:lnTo>
                  <a:cubicBezTo>
                    <a:pt x="432" y="72"/>
                    <a:pt x="324" y="0"/>
                    <a:pt x="217" y="0"/>
                  </a:cubicBezTo>
                  <a:close/>
                </a:path>
              </a:pathLst>
            </a:custGeom>
            <a:solidFill>
              <a:srgbClr val="3D546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226" name="Google Shape;11226;p42"/>
            <p:cNvSpPr/>
            <p:nvPr/>
          </p:nvSpPr>
          <p:spPr>
            <a:xfrm>
              <a:off x="6338814" y="1986677"/>
              <a:ext cx="11318" cy="74487"/>
            </a:xfrm>
            <a:custGeom>
              <a:rect b="b" l="l" r="r" t="t"/>
              <a:pathLst>
                <a:path extrusionOk="0" h="2843" w="432">
                  <a:moveTo>
                    <a:pt x="216" y="0"/>
                  </a:moveTo>
                  <a:cubicBezTo>
                    <a:pt x="108" y="0"/>
                    <a:pt x="1" y="72"/>
                    <a:pt x="1" y="216"/>
                  </a:cubicBezTo>
                  <a:lnTo>
                    <a:pt x="1" y="2622"/>
                  </a:lnTo>
                  <a:cubicBezTo>
                    <a:pt x="1" y="2747"/>
                    <a:pt x="96" y="2843"/>
                    <a:pt x="211" y="2843"/>
                  </a:cubicBezTo>
                  <a:cubicBezTo>
                    <a:pt x="336" y="2843"/>
                    <a:pt x="432" y="2747"/>
                    <a:pt x="432" y="2622"/>
                  </a:cubicBezTo>
                  <a:lnTo>
                    <a:pt x="432" y="216"/>
                  </a:lnTo>
                  <a:cubicBezTo>
                    <a:pt x="432" y="72"/>
                    <a:pt x="324" y="0"/>
                    <a:pt x="216" y="0"/>
                  </a:cubicBezTo>
                  <a:close/>
                </a:path>
              </a:pathLst>
            </a:custGeom>
            <a:solidFill>
              <a:srgbClr val="3D546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227" name="Google Shape;11227;p42"/>
            <p:cNvSpPr/>
            <p:nvPr/>
          </p:nvSpPr>
          <p:spPr>
            <a:xfrm>
              <a:off x="6394306" y="2194286"/>
              <a:ext cx="116118" cy="111979"/>
            </a:xfrm>
            <a:custGeom>
              <a:rect b="b" l="l" r="r" t="t"/>
              <a:pathLst>
                <a:path extrusionOk="0" h="4274" w="4432">
                  <a:moveTo>
                    <a:pt x="4118" y="0"/>
                  </a:moveTo>
                  <a:cubicBezTo>
                    <a:pt x="4068" y="0"/>
                    <a:pt x="4016" y="20"/>
                    <a:pt x="3969" y="66"/>
                  </a:cubicBezTo>
                  <a:lnTo>
                    <a:pt x="126" y="3910"/>
                  </a:lnTo>
                  <a:cubicBezTo>
                    <a:pt x="1" y="4044"/>
                    <a:pt x="97" y="4264"/>
                    <a:pt x="279" y="4274"/>
                  </a:cubicBezTo>
                  <a:cubicBezTo>
                    <a:pt x="336" y="4274"/>
                    <a:pt x="394" y="4245"/>
                    <a:pt x="432" y="4216"/>
                  </a:cubicBezTo>
                  <a:lnTo>
                    <a:pt x="4276" y="373"/>
                  </a:lnTo>
                  <a:cubicBezTo>
                    <a:pt x="4431" y="218"/>
                    <a:pt x="4285" y="0"/>
                    <a:pt x="4118" y="0"/>
                  </a:cubicBezTo>
                  <a:close/>
                </a:path>
              </a:pathLst>
            </a:custGeom>
            <a:solidFill>
              <a:srgbClr val="99AEB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1228" name="Google Shape;11228;p42"/>
          <p:cNvGrpSpPr/>
          <p:nvPr/>
        </p:nvGrpSpPr>
        <p:grpSpPr>
          <a:xfrm>
            <a:off x="5764222" y="1833598"/>
            <a:ext cx="374293" cy="276069"/>
            <a:chOff x="5764222" y="2016598"/>
            <a:chExt cx="374293" cy="276069"/>
          </a:xfrm>
        </p:grpSpPr>
        <p:sp>
          <p:nvSpPr>
            <p:cNvPr id="11229" name="Google Shape;11229;p42"/>
            <p:cNvSpPr/>
            <p:nvPr/>
          </p:nvSpPr>
          <p:spPr>
            <a:xfrm>
              <a:off x="5925693" y="2209823"/>
              <a:ext cx="37440" cy="82844"/>
            </a:xfrm>
            <a:custGeom>
              <a:rect b="b" l="l" r="r" t="t"/>
              <a:pathLst>
                <a:path extrusionOk="0" h="3162" w="1429">
                  <a:moveTo>
                    <a:pt x="1333" y="0"/>
                  </a:moveTo>
                  <a:cubicBezTo>
                    <a:pt x="1208" y="144"/>
                    <a:pt x="1045" y="249"/>
                    <a:pt x="863" y="288"/>
                  </a:cubicBezTo>
                  <a:lnTo>
                    <a:pt x="269" y="403"/>
                  </a:lnTo>
                  <a:cubicBezTo>
                    <a:pt x="327" y="901"/>
                    <a:pt x="355" y="1764"/>
                    <a:pt x="96" y="2387"/>
                  </a:cubicBezTo>
                  <a:cubicBezTo>
                    <a:pt x="1" y="2617"/>
                    <a:pt x="77" y="2885"/>
                    <a:pt x="279" y="3039"/>
                  </a:cubicBezTo>
                  <a:lnTo>
                    <a:pt x="288" y="3048"/>
                  </a:lnTo>
                  <a:cubicBezTo>
                    <a:pt x="389" y="3125"/>
                    <a:pt x="504" y="3161"/>
                    <a:pt x="618" y="3161"/>
                  </a:cubicBezTo>
                  <a:cubicBezTo>
                    <a:pt x="830" y="3161"/>
                    <a:pt x="1035" y="3036"/>
                    <a:pt x="1122" y="2818"/>
                  </a:cubicBezTo>
                  <a:cubicBezTo>
                    <a:pt x="1323" y="2301"/>
                    <a:pt x="1419" y="1754"/>
                    <a:pt x="1419" y="1198"/>
                  </a:cubicBezTo>
                  <a:cubicBezTo>
                    <a:pt x="1429" y="796"/>
                    <a:pt x="1400" y="403"/>
                    <a:pt x="1333" y="0"/>
                  </a:cubicBezTo>
                  <a:close/>
                </a:path>
              </a:pathLst>
            </a:custGeom>
            <a:solidFill>
              <a:srgbClr val="A4B3B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230" name="Google Shape;11230;p42"/>
            <p:cNvSpPr/>
            <p:nvPr/>
          </p:nvSpPr>
          <p:spPr>
            <a:xfrm>
              <a:off x="5932478" y="2209823"/>
              <a:ext cx="29973" cy="29396"/>
            </a:xfrm>
            <a:custGeom>
              <a:rect b="b" l="l" r="r" t="t"/>
              <a:pathLst>
                <a:path extrusionOk="0" h="1122" w="1144">
                  <a:moveTo>
                    <a:pt x="1064" y="0"/>
                  </a:moveTo>
                  <a:cubicBezTo>
                    <a:pt x="949" y="144"/>
                    <a:pt x="777" y="249"/>
                    <a:pt x="595" y="288"/>
                  </a:cubicBezTo>
                  <a:lnTo>
                    <a:pt x="0" y="403"/>
                  </a:lnTo>
                  <a:cubicBezTo>
                    <a:pt x="29" y="642"/>
                    <a:pt x="39" y="882"/>
                    <a:pt x="39" y="1122"/>
                  </a:cubicBezTo>
                  <a:lnTo>
                    <a:pt x="595" y="1006"/>
                  </a:lnTo>
                  <a:cubicBezTo>
                    <a:pt x="806" y="959"/>
                    <a:pt x="997" y="853"/>
                    <a:pt x="1141" y="690"/>
                  </a:cubicBezTo>
                  <a:cubicBezTo>
                    <a:pt x="1142" y="694"/>
                    <a:pt x="1142" y="696"/>
                    <a:pt x="1142" y="696"/>
                  </a:cubicBezTo>
                  <a:cubicBezTo>
                    <a:pt x="1143" y="696"/>
                    <a:pt x="1083" y="100"/>
                    <a:pt x="1064" y="0"/>
                  </a:cubicBezTo>
                  <a:close/>
                </a:path>
              </a:pathLst>
            </a:custGeom>
            <a:solidFill>
              <a:srgbClr val="90A2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231" name="Google Shape;11231;p42"/>
            <p:cNvSpPr/>
            <p:nvPr/>
          </p:nvSpPr>
          <p:spPr>
            <a:xfrm>
              <a:off x="5913824" y="2016598"/>
              <a:ext cx="39772" cy="54103"/>
            </a:xfrm>
            <a:custGeom>
              <a:rect b="b" l="l" r="r" t="t"/>
              <a:pathLst>
                <a:path extrusionOk="0" h="2065" w="1518">
                  <a:moveTo>
                    <a:pt x="645" y="0"/>
                  </a:moveTo>
                  <a:cubicBezTo>
                    <a:pt x="324" y="0"/>
                    <a:pt x="1" y="254"/>
                    <a:pt x="89" y="675"/>
                  </a:cubicBezTo>
                  <a:lnTo>
                    <a:pt x="377" y="2026"/>
                  </a:lnTo>
                  <a:lnTo>
                    <a:pt x="1297" y="2026"/>
                  </a:lnTo>
                  <a:cubicBezTo>
                    <a:pt x="1374" y="2026"/>
                    <a:pt x="1451" y="2036"/>
                    <a:pt x="1518" y="2065"/>
                  </a:cubicBezTo>
                  <a:lnTo>
                    <a:pt x="1173" y="445"/>
                  </a:lnTo>
                  <a:lnTo>
                    <a:pt x="1182" y="445"/>
                  </a:lnTo>
                  <a:cubicBezTo>
                    <a:pt x="1113" y="137"/>
                    <a:pt x="880" y="0"/>
                    <a:pt x="645" y="0"/>
                  </a:cubicBezTo>
                  <a:close/>
                </a:path>
              </a:pathLst>
            </a:custGeom>
            <a:solidFill>
              <a:srgbClr val="A4B3B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232" name="Google Shape;11232;p42"/>
            <p:cNvSpPr/>
            <p:nvPr/>
          </p:nvSpPr>
          <p:spPr>
            <a:xfrm>
              <a:off x="5919667" y="2050081"/>
              <a:ext cx="34191" cy="20619"/>
            </a:xfrm>
            <a:custGeom>
              <a:rect b="b" l="l" r="r" t="t"/>
              <a:pathLst>
                <a:path extrusionOk="0" h="787" w="1305">
                  <a:moveTo>
                    <a:pt x="1" y="1"/>
                  </a:moveTo>
                  <a:lnTo>
                    <a:pt x="154" y="748"/>
                  </a:lnTo>
                  <a:lnTo>
                    <a:pt x="1074" y="748"/>
                  </a:lnTo>
                  <a:cubicBezTo>
                    <a:pt x="1151" y="748"/>
                    <a:pt x="1228" y="758"/>
                    <a:pt x="1304" y="787"/>
                  </a:cubicBezTo>
                  <a:lnTo>
                    <a:pt x="1141" y="30"/>
                  </a:lnTo>
                  <a:cubicBezTo>
                    <a:pt x="1055" y="1"/>
                    <a:pt x="959" y="1"/>
                    <a:pt x="873" y="1"/>
                  </a:cubicBezTo>
                  <a:close/>
                </a:path>
              </a:pathLst>
            </a:custGeom>
            <a:solidFill>
              <a:srgbClr val="90A2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233" name="Google Shape;11233;p42"/>
            <p:cNvSpPr/>
            <p:nvPr/>
          </p:nvSpPr>
          <p:spPr>
            <a:xfrm>
              <a:off x="6013096" y="2018301"/>
              <a:ext cx="39510" cy="52898"/>
            </a:xfrm>
            <a:custGeom>
              <a:rect b="b" l="l" r="r" t="t"/>
              <a:pathLst>
                <a:path extrusionOk="0" h="2019" w="1508">
                  <a:moveTo>
                    <a:pt x="862" y="0"/>
                  </a:moveTo>
                  <a:cubicBezTo>
                    <a:pt x="630" y="0"/>
                    <a:pt x="400" y="135"/>
                    <a:pt x="336" y="437"/>
                  </a:cubicBezTo>
                  <a:lnTo>
                    <a:pt x="0" y="2019"/>
                  </a:lnTo>
                  <a:lnTo>
                    <a:pt x="1131" y="2019"/>
                  </a:lnTo>
                  <a:lnTo>
                    <a:pt x="1419" y="677"/>
                  </a:lnTo>
                  <a:cubicBezTo>
                    <a:pt x="1508" y="255"/>
                    <a:pt x="1182" y="0"/>
                    <a:pt x="862" y="0"/>
                  </a:cubicBezTo>
                  <a:close/>
                </a:path>
              </a:pathLst>
            </a:custGeom>
            <a:solidFill>
              <a:srgbClr val="657A8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234" name="Google Shape;11234;p42"/>
            <p:cNvSpPr/>
            <p:nvPr/>
          </p:nvSpPr>
          <p:spPr>
            <a:xfrm>
              <a:off x="6012834" y="2050841"/>
              <a:ext cx="34191" cy="20619"/>
            </a:xfrm>
            <a:custGeom>
              <a:rect b="b" l="l" r="r" t="t"/>
              <a:pathLst>
                <a:path extrusionOk="0" h="787" w="1305">
                  <a:moveTo>
                    <a:pt x="173" y="1"/>
                  </a:moveTo>
                  <a:lnTo>
                    <a:pt x="1" y="787"/>
                  </a:lnTo>
                  <a:lnTo>
                    <a:pt x="1141" y="787"/>
                  </a:lnTo>
                  <a:lnTo>
                    <a:pt x="1304" y="1"/>
                  </a:lnTo>
                  <a:close/>
                </a:path>
              </a:pathLst>
            </a:custGeom>
            <a:solidFill>
              <a:srgbClr val="586F8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235" name="Google Shape;11235;p42"/>
            <p:cNvSpPr/>
            <p:nvPr/>
          </p:nvSpPr>
          <p:spPr>
            <a:xfrm>
              <a:off x="5764222" y="2069679"/>
              <a:ext cx="201190" cy="176798"/>
            </a:xfrm>
            <a:custGeom>
              <a:rect b="b" l="l" r="r" t="t"/>
              <a:pathLst>
                <a:path extrusionOk="0" h="6748" w="7679">
                  <a:moveTo>
                    <a:pt x="2770" y="0"/>
                  </a:moveTo>
                  <a:cubicBezTo>
                    <a:pt x="1237" y="0"/>
                    <a:pt x="0" y="1247"/>
                    <a:pt x="0" y="2780"/>
                  </a:cubicBezTo>
                  <a:lnTo>
                    <a:pt x="0" y="5368"/>
                  </a:lnTo>
                  <a:cubicBezTo>
                    <a:pt x="0" y="6145"/>
                    <a:pt x="632" y="6748"/>
                    <a:pt x="1373" y="6748"/>
                  </a:cubicBezTo>
                  <a:cubicBezTo>
                    <a:pt x="1464" y="6748"/>
                    <a:pt x="1556" y="6739"/>
                    <a:pt x="1649" y="6720"/>
                  </a:cubicBezTo>
                  <a:lnTo>
                    <a:pt x="7017" y="5637"/>
                  </a:lnTo>
                  <a:cubicBezTo>
                    <a:pt x="7400" y="5560"/>
                    <a:pt x="7678" y="5224"/>
                    <a:pt x="7678" y="4831"/>
                  </a:cubicBezTo>
                  <a:lnTo>
                    <a:pt x="7678" y="671"/>
                  </a:lnTo>
                  <a:cubicBezTo>
                    <a:pt x="7678" y="298"/>
                    <a:pt x="7381" y="0"/>
                    <a:pt x="7007" y="0"/>
                  </a:cubicBezTo>
                  <a:close/>
                </a:path>
              </a:pathLst>
            </a:custGeom>
            <a:solidFill>
              <a:srgbClr val="6A7F9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236" name="Google Shape;11236;p42"/>
            <p:cNvSpPr/>
            <p:nvPr/>
          </p:nvSpPr>
          <p:spPr>
            <a:xfrm>
              <a:off x="5769750" y="2069679"/>
              <a:ext cx="195662" cy="176562"/>
            </a:xfrm>
            <a:custGeom>
              <a:rect b="b" l="l" r="r" t="t"/>
              <a:pathLst>
                <a:path extrusionOk="0" h="6739" w="7468">
                  <a:moveTo>
                    <a:pt x="6250" y="0"/>
                  </a:moveTo>
                  <a:lnTo>
                    <a:pt x="6250" y="39"/>
                  </a:lnTo>
                  <a:lnTo>
                    <a:pt x="6250" y="4199"/>
                  </a:lnTo>
                  <a:cubicBezTo>
                    <a:pt x="6250" y="4592"/>
                    <a:pt x="5981" y="4927"/>
                    <a:pt x="5598" y="5004"/>
                  </a:cubicBezTo>
                  <a:lnTo>
                    <a:pt x="1342" y="5867"/>
                  </a:lnTo>
                  <a:lnTo>
                    <a:pt x="499" y="6030"/>
                  </a:lnTo>
                  <a:lnTo>
                    <a:pt x="221" y="6087"/>
                  </a:lnTo>
                  <a:cubicBezTo>
                    <a:pt x="144" y="6106"/>
                    <a:pt x="77" y="6116"/>
                    <a:pt x="0" y="6116"/>
                  </a:cubicBezTo>
                  <a:cubicBezTo>
                    <a:pt x="256" y="6507"/>
                    <a:pt x="691" y="6739"/>
                    <a:pt x="1150" y="6739"/>
                  </a:cubicBezTo>
                  <a:cubicBezTo>
                    <a:pt x="1242" y="6739"/>
                    <a:pt x="1335" y="6729"/>
                    <a:pt x="1428" y="6710"/>
                  </a:cubicBezTo>
                  <a:lnTo>
                    <a:pt x="1716" y="6653"/>
                  </a:lnTo>
                  <a:lnTo>
                    <a:pt x="2550" y="6490"/>
                  </a:lnTo>
                  <a:lnTo>
                    <a:pt x="6806" y="5627"/>
                  </a:lnTo>
                  <a:cubicBezTo>
                    <a:pt x="7189" y="5550"/>
                    <a:pt x="7467" y="5215"/>
                    <a:pt x="7467" y="4831"/>
                  </a:cubicBezTo>
                  <a:lnTo>
                    <a:pt x="7467" y="671"/>
                  </a:lnTo>
                  <a:cubicBezTo>
                    <a:pt x="7467" y="298"/>
                    <a:pt x="7170" y="0"/>
                    <a:pt x="6796" y="0"/>
                  </a:cubicBezTo>
                  <a:close/>
                </a:path>
              </a:pathLst>
            </a:custGeom>
            <a:solidFill>
              <a:srgbClr val="546C8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237" name="Google Shape;11237;p42"/>
            <p:cNvSpPr/>
            <p:nvPr/>
          </p:nvSpPr>
          <p:spPr>
            <a:xfrm>
              <a:off x="5987236" y="2069679"/>
              <a:ext cx="151279" cy="119289"/>
            </a:xfrm>
            <a:custGeom>
              <a:rect b="b" l="l" r="r" t="t"/>
              <a:pathLst>
                <a:path extrusionOk="0" h="4553" w="5774">
                  <a:moveTo>
                    <a:pt x="4124" y="0"/>
                  </a:moveTo>
                  <a:cubicBezTo>
                    <a:pt x="4117" y="0"/>
                    <a:pt x="4110" y="0"/>
                    <a:pt x="4103" y="0"/>
                  </a:cubicBezTo>
                  <a:lnTo>
                    <a:pt x="1227" y="0"/>
                  </a:lnTo>
                  <a:cubicBezTo>
                    <a:pt x="546" y="0"/>
                    <a:pt x="0" y="547"/>
                    <a:pt x="0" y="1218"/>
                  </a:cubicBezTo>
                  <a:lnTo>
                    <a:pt x="0" y="3940"/>
                  </a:lnTo>
                  <a:cubicBezTo>
                    <a:pt x="0" y="4295"/>
                    <a:pt x="291" y="4552"/>
                    <a:pt x="611" y="4552"/>
                  </a:cubicBezTo>
                  <a:cubicBezTo>
                    <a:pt x="714" y="4552"/>
                    <a:pt x="820" y="4525"/>
                    <a:pt x="920" y="4467"/>
                  </a:cubicBezTo>
                  <a:lnTo>
                    <a:pt x="4706" y="2234"/>
                  </a:lnTo>
                  <a:cubicBezTo>
                    <a:pt x="5774" y="1624"/>
                    <a:pt x="5335" y="0"/>
                    <a:pt x="4124" y="0"/>
                  </a:cubicBezTo>
                  <a:close/>
                </a:path>
              </a:pathLst>
            </a:custGeom>
            <a:solidFill>
              <a:srgbClr val="6A7F9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238" name="Google Shape;11238;p42"/>
            <p:cNvSpPr/>
            <p:nvPr/>
          </p:nvSpPr>
          <p:spPr>
            <a:xfrm>
              <a:off x="5986974" y="2071434"/>
              <a:ext cx="146930" cy="117533"/>
            </a:xfrm>
            <a:custGeom>
              <a:rect b="b" l="l" r="r" t="t"/>
              <a:pathLst>
                <a:path extrusionOk="0" h="4486" w="5608">
                  <a:moveTo>
                    <a:pt x="4496" y="1"/>
                  </a:moveTo>
                  <a:cubicBezTo>
                    <a:pt x="4544" y="125"/>
                    <a:pt x="4563" y="250"/>
                    <a:pt x="4563" y="384"/>
                  </a:cubicBezTo>
                  <a:cubicBezTo>
                    <a:pt x="4563" y="815"/>
                    <a:pt x="4343" y="1208"/>
                    <a:pt x="3969" y="1419"/>
                  </a:cubicBezTo>
                  <a:lnTo>
                    <a:pt x="183" y="3653"/>
                  </a:lnTo>
                  <a:cubicBezTo>
                    <a:pt x="125" y="3681"/>
                    <a:pt x="68" y="3710"/>
                    <a:pt x="0" y="3729"/>
                  </a:cubicBezTo>
                  <a:lnTo>
                    <a:pt x="0" y="3873"/>
                  </a:lnTo>
                  <a:cubicBezTo>
                    <a:pt x="0" y="4228"/>
                    <a:pt x="297" y="4485"/>
                    <a:pt x="620" y="4485"/>
                  </a:cubicBezTo>
                  <a:cubicBezTo>
                    <a:pt x="723" y="4485"/>
                    <a:pt x="830" y="4458"/>
                    <a:pt x="930" y="4400"/>
                  </a:cubicBezTo>
                  <a:lnTo>
                    <a:pt x="4716" y="2167"/>
                  </a:lnTo>
                  <a:cubicBezTo>
                    <a:pt x="5608" y="1659"/>
                    <a:pt x="5474" y="326"/>
                    <a:pt x="4496" y="1"/>
                  </a:cubicBezTo>
                  <a:close/>
                </a:path>
              </a:pathLst>
            </a:custGeom>
            <a:solidFill>
              <a:srgbClr val="546C8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239" name="Google Shape;11239;p42"/>
            <p:cNvSpPr/>
            <p:nvPr/>
          </p:nvSpPr>
          <p:spPr>
            <a:xfrm>
              <a:off x="5958836" y="2073452"/>
              <a:ext cx="44985" cy="133122"/>
            </a:xfrm>
            <a:custGeom>
              <a:rect b="b" l="l" r="r" t="t"/>
              <a:pathLst>
                <a:path extrusionOk="0" h="5081" w="1717">
                  <a:moveTo>
                    <a:pt x="1" y="0"/>
                  </a:moveTo>
                  <a:cubicBezTo>
                    <a:pt x="164" y="125"/>
                    <a:pt x="250" y="317"/>
                    <a:pt x="250" y="518"/>
                  </a:cubicBezTo>
                  <a:lnTo>
                    <a:pt x="250" y="4687"/>
                  </a:lnTo>
                  <a:cubicBezTo>
                    <a:pt x="250" y="4822"/>
                    <a:pt x="221" y="4956"/>
                    <a:pt x="154" y="5080"/>
                  </a:cubicBezTo>
                  <a:cubicBezTo>
                    <a:pt x="509" y="4716"/>
                    <a:pt x="931" y="4381"/>
                    <a:pt x="1525" y="4381"/>
                  </a:cubicBezTo>
                  <a:cubicBezTo>
                    <a:pt x="1266" y="4304"/>
                    <a:pt x="1084" y="4064"/>
                    <a:pt x="1084" y="3796"/>
                  </a:cubicBezTo>
                  <a:lnTo>
                    <a:pt x="1084" y="1074"/>
                  </a:lnTo>
                  <a:cubicBezTo>
                    <a:pt x="1074" y="623"/>
                    <a:pt x="1324" y="211"/>
                    <a:pt x="1717" y="0"/>
                  </a:cubicBezTo>
                  <a:close/>
                </a:path>
              </a:pathLst>
            </a:custGeom>
            <a:solidFill>
              <a:srgbClr val="C9D0D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1240" name="Google Shape;11240;p42"/>
          <p:cNvGrpSpPr/>
          <p:nvPr/>
        </p:nvGrpSpPr>
        <p:grpSpPr>
          <a:xfrm>
            <a:off x="5325477" y="1833441"/>
            <a:ext cx="361927" cy="276515"/>
            <a:chOff x="5325477" y="2016441"/>
            <a:chExt cx="361927" cy="276515"/>
          </a:xfrm>
        </p:grpSpPr>
        <p:sp>
          <p:nvSpPr>
            <p:cNvPr id="11241" name="Google Shape;11241;p42"/>
            <p:cNvSpPr/>
            <p:nvPr/>
          </p:nvSpPr>
          <p:spPr>
            <a:xfrm>
              <a:off x="5514091" y="2232853"/>
              <a:ext cx="35449" cy="60103"/>
            </a:xfrm>
            <a:custGeom>
              <a:rect b="b" l="l" r="r" t="t"/>
              <a:pathLst>
                <a:path extrusionOk="0" h="2294" w="1353">
                  <a:moveTo>
                    <a:pt x="1058" y="0"/>
                  </a:moveTo>
                  <a:cubicBezTo>
                    <a:pt x="1007" y="0"/>
                    <a:pt x="955" y="21"/>
                    <a:pt x="911" y="70"/>
                  </a:cubicBezTo>
                  <a:lnTo>
                    <a:pt x="384" y="626"/>
                  </a:lnTo>
                  <a:cubicBezTo>
                    <a:pt x="144" y="894"/>
                    <a:pt x="0" y="1239"/>
                    <a:pt x="10" y="1594"/>
                  </a:cubicBezTo>
                  <a:lnTo>
                    <a:pt x="10" y="2083"/>
                  </a:lnTo>
                  <a:cubicBezTo>
                    <a:pt x="10" y="2198"/>
                    <a:pt x="96" y="2294"/>
                    <a:pt x="211" y="2294"/>
                  </a:cubicBezTo>
                  <a:cubicBezTo>
                    <a:pt x="336" y="2294"/>
                    <a:pt x="422" y="2198"/>
                    <a:pt x="422" y="2083"/>
                  </a:cubicBezTo>
                  <a:lnTo>
                    <a:pt x="422" y="1594"/>
                  </a:lnTo>
                  <a:cubicBezTo>
                    <a:pt x="422" y="1335"/>
                    <a:pt x="518" y="1096"/>
                    <a:pt x="690" y="913"/>
                  </a:cubicBezTo>
                  <a:lnTo>
                    <a:pt x="1208" y="348"/>
                  </a:lnTo>
                  <a:cubicBezTo>
                    <a:pt x="1353" y="196"/>
                    <a:pt x="1213" y="0"/>
                    <a:pt x="1058" y="0"/>
                  </a:cubicBezTo>
                  <a:close/>
                </a:path>
              </a:pathLst>
            </a:custGeom>
            <a:solidFill>
              <a:srgbClr val="AFBAC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242" name="Google Shape;11242;p42"/>
            <p:cNvSpPr/>
            <p:nvPr/>
          </p:nvSpPr>
          <p:spPr>
            <a:xfrm>
              <a:off x="5605633" y="2232879"/>
              <a:ext cx="35291" cy="60077"/>
            </a:xfrm>
            <a:custGeom>
              <a:rect b="b" l="l" r="r" t="t"/>
              <a:pathLst>
                <a:path extrusionOk="0" h="2293" w="1347">
                  <a:moveTo>
                    <a:pt x="302" y="1"/>
                  </a:moveTo>
                  <a:cubicBezTo>
                    <a:pt x="145" y="1"/>
                    <a:pt x="1" y="203"/>
                    <a:pt x="139" y="357"/>
                  </a:cubicBezTo>
                  <a:lnTo>
                    <a:pt x="666" y="912"/>
                  </a:lnTo>
                  <a:cubicBezTo>
                    <a:pt x="839" y="1095"/>
                    <a:pt x="935" y="1344"/>
                    <a:pt x="935" y="1593"/>
                  </a:cubicBezTo>
                  <a:lnTo>
                    <a:pt x="935" y="2082"/>
                  </a:lnTo>
                  <a:cubicBezTo>
                    <a:pt x="935" y="2197"/>
                    <a:pt x="1021" y="2293"/>
                    <a:pt x="1146" y="2293"/>
                  </a:cubicBezTo>
                  <a:cubicBezTo>
                    <a:pt x="1261" y="2293"/>
                    <a:pt x="1347" y="2207"/>
                    <a:pt x="1347" y="2091"/>
                  </a:cubicBezTo>
                  <a:lnTo>
                    <a:pt x="1347" y="1603"/>
                  </a:lnTo>
                  <a:cubicBezTo>
                    <a:pt x="1347" y="1238"/>
                    <a:pt x="1213" y="893"/>
                    <a:pt x="973" y="635"/>
                  </a:cubicBezTo>
                  <a:lnTo>
                    <a:pt x="446" y="69"/>
                  </a:lnTo>
                  <a:cubicBezTo>
                    <a:pt x="402" y="21"/>
                    <a:pt x="351" y="1"/>
                    <a:pt x="302" y="1"/>
                  </a:cubicBezTo>
                  <a:close/>
                </a:path>
              </a:pathLst>
            </a:custGeom>
            <a:solidFill>
              <a:srgbClr val="AFBAC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243" name="Google Shape;11243;p42"/>
            <p:cNvSpPr/>
            <p:nvPr/>
          </p:nvSpPr>
          <p:spPr>
            <a:xfrm>
              <a:off x="5466852" y="2264476"/>
              <a:ext cx="219530" cy="28479"/>
            </a:xfrm>
            <a:custGeom>
              <a:rect b="b" l="l" r="r" t="t"/>
              <a:pathLst>
                <a:path extrusionOk="0" h="1087" w="8379">
                  <a:moveTo>
                    <a:pt x="297" y="0"/>
                  </a:moveTo>
                  <a:cubicBezTo>
                    <a:pt x="132" y="0"/>
                    <a:pt x="0" y="219"/>
                    <a:pt x="164" y="368"/>
                  </a:cubicBezTo>
                  <a:lnTo>
                    <a:pt x="902" y="1029"/>
                  </a:lnTo>
                  <a:cubicBezTo>
                    <a:pt x="940" y="1068"/>
                    <a:pt x="988" y="1087"/>
                    <a:pt x="1036" y="1087"/>
                  </a:cubicBezTo>
                  <a:lnTo>
                    <a:pt x="7449" y="1087"/>
                  </a:lnTo>
                  <a:cubicBezTo>
                    <a:pt x="7497" y="1087"/>
                    <a:pt x="7545" y="1068"/>
                    <a:pt x="7583" y="1039"/>
                  </a:cubicBezTo>
                  <a:lnTo>
                    <a:pt x="8292" y="387"/>
                  </a:lnTo>
                  <a:cubicBezTo>
                    <a:pt x="8379" y="310"/>
                    <a:pt x="8379" y="186"/>
                    <a:pt x="8302" y="99"/>
                  </a:cubicBezTo>
                  <a:cubicBezTo>
                    <a:pt x="8260" y="53"/>
                    <a:pt x="8202" y="28"/>
                    <a:pt x="8144" y="28"/>
                  </a:cubicBezTo>
                  <a:cubicBezTo>
                    <a:pt x="8096" y="28"/>
                    <a:pt x="8049" y="45"/>
                    <a:pt x="8015" y="80"/>
                  </a:cubicBezTo>
                  <a:lnTo>
                    <a:pt x="7363" y="675"/>
                  </a:lnTo>
                  <a:lnTo>
                    <a:pt x="1113" y="675"/>
                  </a:lnTo>
                  <a:lnTo>
                    <a:pt x="442" y="61"/>
                  </a:lnTo>
                  <a:cubicBezTo>
                    <a:pt x="395" y="18"/>
                    <a:pt x="345" y="0"/>
                    <a:pt x="297" y="0"/>
                  </a:cubicBezTo>
                  <a:close/>
                </a:path>
              </a:pathLst>
            </a:custGeom>
            <a:solidFill>
              <a:srgbClr val="6E809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244" name="Google Shape;11244;p42"/>
            <p:cNvSpPr/>
            <p:nvPr/>
          </p:nvSpPr>
          <p:spPr>
            <a:xfrm>
              <a:off x="5325477" y="2064413"/>
              <a:ext cx="361665" cy="177060"/>
            </a:xfrm>
            <a:custGeom>
              <a:rect b="b" l="l" r="r" t="t"/>
              <a:pathLst>
                <a:path extrusionOk="0" h="6758" w="13804">
                  <a:moveTo>
                    <a:pt x="259" y="0"/>
                  </a:moveTo>
                  <a:cubicBezTo>
                    <a:pt x="116" y="0"/>
                    <a:pt x="1" y="125"/>
                    <a:pt x="20" y="269"/>
                  </a:cubicBezTo>
                  <a:lnTo>
                    <a:pt x="317" y="3115"/>
                  </a:lnTo>
                  <a:cubicBezTo>
                    <a:pt x="326" y="3269"/>
                    <a:pt x="461" y="3393"/>
                    <a:pt x="624" y="3393"/>
                  </a:cubicBezTo>
                  <a:lnTo>
                    <a:pt x="1084" y="3393"/>
                  </a:lnTo>
                  <a:cubicBezTo>
                    <a:pt x="1208" y="3393"/>
                    <a:pt x="1314" y="3317"/>
                    <a:pt x="1371" y="3211"/>
                  </a:cubicBezTo>
                  <a:lnTo>
                    <a:pt x="1812" y="2272"/>
                  </a:lnTo>
                  <a:lnTo>
                    <a:pt x="5378" y="2272"/>
                  </a:lnTo>
                  <a:cubicBezTo>
                    <a:pt x="5627" y="2272"/>
                    <a:pt x="5838" y="2473"/>
                    <a:pt x="5838" y="2732"/>
                  </a:cubicBezTo>
                  <a:lnTo>
                    <a:pt x="5838" y="4572"/>
                  </a:lnTo>
                  <a:cubicBezTo>
                    <a:pt x="5838" y="4831"/>
                    <a:pt x="5886" y="5080"/>
                    <a:pt x="5963" y="5320"/>
                  </a:cubicBezTo>
                  <a:cubicBezTo>
                    <a:pt x="6049" y="5540"/>
                    <a:pt x="6164" y="5742"/>
                    <a:pt x="6308" y="5924"/>
                  </a:cubicBezTo>
                  <a:cubicBezTo>
                    <a:pt x="6739" y="6403"/>
                    <a:pt x="7324" y="6758"/>
                    <a:pt x="8024" y="6758"/>
                  </a:cubicBezTo>
                  <a:lnTo>
                    <a:pt x="12509" y="6758"/>
                  </a:lnTo>
                  <a:cubicBezTo>
                    <a:pt x="13228" y="6758"/>
                    <a:pt x="13804" y="6173"/>
                    <a:pt x="13804" y="5454"/>
                  </a:cubicBezTo>
                  <a:lnTo>
                    <a:pt x="10688" y="4141"/>
                  </a:lnTo>
                  <a:cubicBezTo>
                    <a:pt x="9826" y="3767"/>
                    <a:pt x="9270" y="2924"/>
                    <a:pt x="9270" y="1984"/>
                  </a:cubicBezTo>
                  <a:lnTo>
                    <a:pt x="9270" y="1610"/>
                  </a:lnTo>
                  <a:cubicBezTo>
                    <a:pt x="9270" y="1390"/>
                    <a:pt x="9097" y="1227"/>
                    <a:pt x="8886" y="1227"/>
                  </a:cubicBezTo>
                  <a:lnTo>
                    <a:pt x="1707" y="1227"/>
                  </a:lnTo>
                  <a:lnTo>
                    <a:pt x="1343" y="163"/>
                  </a:lnTo>
                  <a:cubicBezTo>
                    <a:pt x="1314" y="67"/>
                    <a:pt x="1218" y="0"/>
                    <a:pt x="1122" y="0"/>
                  </a:cubicBezTo>
                  <a:close/>
                </a:path>
              </a:pathLst>
            </a:custGeom>
            <a:solidFill>
              <a:srgbClr val="A4B3B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245" name="Google Shape;11245;p42"/>
            <p:cNvSpPr/>
            <p:nvPr/>
          </p:nvSpPr>
          <p:spPr>
            <a:xfrm>
              <a:off x="5325477" y="2064413"/>
              <a:ext cx="361927" cy="171793"/>
            </a:xfrm>
            <a:custGeom>
              <a:rect b="b" l="l" r="r" t="t"/>
              <a:pathLst>
                <a:path extrusionOk="0" h="6557" w="13814">
                  <a:moveTo>
                    <a:pt x="259" y="0"/>
                  </a:moveTo>
                  <a:cubicBezTo>
                    <a:pt x="116" y="0"/>
                    <a:pt x="1" y="125"/>
                    <a:pt x="20" y="269"/>
                  </a:cubicBezTo>
                  <a:lnTo>
                    <a:pt x="48" y="546"/>
                  </a:lnTo>
                  <a:lnTo>
                    <a:pt x="499" y="546"/>
                  </a:lnTo>
                  <a:cubicBezTo>
                    <a:pt x="681" y="546"/>
                    <a:pt x="834" y="662"/>
                    <a:pt x="902" y="834"/>
                  </a:cubicBezTo>
                  <a:lnTo>
                    <a:pt x="1084" y="1371"/>
                  </a:lnTo>
                  <a:cubicBezTo>
                    <a:pt x="1160" y="1610"/>
                    <a:pt x="1390" y="1773"/>
                    <a:pt x="1649" y="1773"/>
                  </a:cubicBezTo>
                  <a:lnTo>
                    <a:pt x="8397" y="1773"/>
                  </a:lnTo>
                  <a:cubicBezTo>
                    <a:pt x="8608" y="1773"/>
                    <a:pt x="8781" y="1946"/>
                    <a:pt x="8781" y="2157"/>
                  </a:cubicBezTo>
                  <a:lnTo>
                    <a:pt x="8781" y="2531"/>
                  </a:lnTo>
                  <a:cubicBezTo>
                    <a:pt x="8781" y="3470"/>
                    <a:pt x="9337" y="4323"/>
                    <a:pt x="10199" y="4687"/>
                  </a:cubicBezTo>
                  <a:lnTo>
                    <a:pt x="13315" y="6010"/>
                  </a:lnTo>
                  <a:cubicBezTo>
                    <a:pt x="13315" y="6192"/>
                    <a:pt x="13276" y="6384"/>
                    <a:pt x="13200" y="6556"/>
                  </a:cubicBezTo>
                  <a:cubicBezTo>
                    <a:pt x="13573" y="6317"/>
                    <a:pt x="13804" y="5905"/>
                    <a:pt x="13813" y="5464"/>
                  </a:cubicBezTo>
                  <a:lnTo>
                    <a:pt x="10688" y="4141"/>
                  </a:lnTo>
                  <a:cubicBezTo>
                    <a:pt x="9816" y="3767"/>
                    <a:pt x="9260" y="2924"/>
                    <a:pt x="9260" y="1984"/>
                  </a:cubicBezTo>
                  <a:lnTo>
                    <a:pt x="9260" y="1610"/>
                  </a:lnTo>
                  <a:cubicBezTo>
                    <a:pt x="9260" y="1390"/>
                    <a:pt x="9087" y="1227"/>
                    <a:pt x="8877" y="1227"/>
                  </a:cubicBezTo>
                  <a:lnTo>
                    <a:pt x="1707" y="1227"/>
                  </a:lnTo>
                  <a:lnTo>
                    <a:pt x="1343" y="163"/>
                  </a:lnTo>
                  <a:cubicBezTo>
                    <a:pt x="1314" y="67"/>
                    <a:pt x="1218" y="0"/>
                    <a:pt x="1122" y="0"/>
                  </a:cubicBezTo>
                  <a:close/>
                </a:path>
              </a:pathLst>
            </a:custGeom>
            <a:solidFill>
              <a:srgbClr val="99AAB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246" name="Google Shape;11246;p42"/>
            <p:cNvSpPr/>
            <p:nvPr/>
          </p:nvSpPr>
          <p:spPr>
            <a:xfrm>
              <a:off x="5567329" y="2102062"/>
              <a:ext cx="111036" cy="101735"/>
            </a:xfrm>
            <a:custGeom>
              <a:rect b="b" l="l" r="r" t="t"/>
              <a:pathLst>
                <a:path extrusionOk="0" h="3883" w="4238">
                  <a:moveTo>
                    <a:pt x="29" y="1"/>
                  </a:moveTo>
                  <a:lnTo>
                    <a:pt x="0" y="30"/>
                  </a:lnTo>
                  <a:cubicBezTo>
                    <a:pt x="19" y="68"/>
                    <a:pt x="29" y="116"/>
                    <a:pt x="29" y="173"/>
                  </a:cubicBezTo>
                  <a:lnTo>
                    <a:pt x="29" y="547"/>
                  </a:lnTo>
                  <a:cubicBezTo>
                    <a:pt x="29" y="1487"/>
                    <a:pt x="585" y="2330"/>
                    <a:pt x="1457" y="2704"/>
                  </a:cubicBezTo>
                  <a:lnTo>
                    <a:pt x="4237" y="3883"/>
                  </a:lnTo>
                  <a:cubicBezTo>
                    <a:pt x="4237" y="3883"/>
                    <a:pt x="4112" y="308"/>
                    <a:pt x="355" y="1"/>
                  </a:cubicBezTo>
                  <a:close/>
                </a:path>
              </a:pathLst>
            </a:custGeom>
            <a:solidFill>
              <a:srgbClr val="DCE2E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247" name="Google Shape;11247;p42"/>
            <p:cNvSpPr/>
            <p:nvPr/>
          </p:nvSpPr>
          <p:spPr>
            <a:xfrm>
              <a:off x="5567329" y="2102062"/>
              <a:ext cx="111036" cy="101735"/>
            </a:xfrm>
            <a:custGeom>
              <a:rect b="b" l="l" r="r" t="t"/>
              <a:pathLst>
                <a:path extrusionOk="0" h="3883" w="4238">
                  <a:moveTo>
                    <a:pt x="29" y="1"/>
                  </a:moveTo>
                  <a:lnTo>
                    <a:pt x="0" y="30"/>
                  </a:lnTo>
                  <a:cubicBezTo>
                    <a:pt x="19" y="68"/>
                    <a:pt x="29" y="126"/>
                    <a:pt x="29" y="173"/>
                  </a:cubicBezTo>
                  <a:lnTo>
                    <a:pt x="29" y="442"/>
                  </a:lnTo>
                  <a:cubicBezTo>
                    <a:pt x="2684" y="701"/>
                    <a:pt x="3480" y="2627"/>
                    <a:pt x="3710" y="3653"/>
                  </a:cubicBezTo>
                  <a:lnTo>
                    <a:pt x="4237" y="3883"/>
                  </a:lnTo>
                  <a:cubicBezTo>
                    <a:pt x="4237" y="3883"/>
                    <a:pt x="4122" y="308"/>
                    <a:pt x="365" y="1"/>
                  </a:cubicBezTo>
                  <a:close/>
                </a:path>
              </a:pathLst>
            </a:custGeom>
            <a:solidFill>
              <a:srgbClr val="C7D0D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248" name="Google Shape;11248;p42"/>
            <p:cNvSpPr/>
            <p:nvPr/>
          </p:nvSpPr>
          <p:spPr>
            <a:xfrm>
              <a:off x="5506309" y="2128943"/>
              <a:ext cx="37676" cy="63587"/>
            </a:xfrm>
            <a:custGeom>
              <a:rect b="b" l="l" r="r" t="t"/>
              <a:pathLst>
                <a:path extrusionOk="0" h="2427" w="1438">
                  <a:moveTo>
                    <a:pt x="173" y="1"/>
                  </a:moveTo>
                  <a:cubicBezTo>
                    <a:pt x="77" y="1"/>
                    <a:pt x="0" y="77"/>
                    <a:pt x="0" y="173"/>
                  </a:cubicBezTo>
                  <a:lnTo>
                    <a:pt x="0" y="2253"/>
                  </a:lnTo>
                  <a:cubicBezTo>
                    <a:pt x="0" y="2349"/>
                    <a:pt x="77" y="2426"/>
                    <a:pt x="173" y="2426"/>
                  </a:cubicBezTo>
                  <a:lnTo>
                    <a:pt x="1265" y="2426"/>
                  </a:lnTo>
                  <a:cubicBezTo>
                    <a:pt x="1271" y="2426"/>
                    <a:pt x="1276" y="2426"/>
                    <a:pt x="1281" y="2426"/>
                  </a:cubicBezTo>
                  <a:cubicBezTo>
                    <a:pt x="1370" y="2426"/>
                    <a:pt x="1438" y="2353"/>
                    <a:pt x="1438" y="2263"/>
                  </a:cubicBezTo>
                  <a:lnTo>
                    <a:pt x="1438" y="173"/>
                  </a:lnTo>
                  <a:cubicBezTo>
                    <a:pt x="1438" y="77"/>
                    <a:pt x="1361" y="1"/>
                    <a:pt x="1265" y="1"/>
                  </a:cubicBezTo>
                  <a:close/>
                </a:path>
              </a:pathLst>
            </a:custGeom>
            <a:solidFill>
              <a:srgbClr val="879AA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249" name="Google Shape;11249;p42"/>
            <p:cNvSpPr/>
            <p:nvPr/>
          </p:nvSpPr>
          <p:spPr>
            <a:xfrm>
              <a:off x="5530413" y="2128681"/>
              <a:ext cx="13572" cy="63823"/>
            </a:xfrm>
            <a:custGeom>
              <a:rect b="b" l="l" r="r" t="t"/>
              <a:pathLst>
                <a:path extrusionOk="0" h="2436" w="518">
                  <a:moveTo>
                    <a:pt x="0" y="1"/>
                  </a:moveTo>
                  <a:lnTo>
                    <a:pt x="0" y="2436"/>
                  </a:lnTo>
                  <a:lnTo>
                    <a:pt x="345" y="2436"/>
                  </a:lnTo>
                  <a:cubicBezTo>
                    <a:pt x="441" y="2436"/>
                    <a:pt x="518" y="2359"/>
                    <a:pt x="518" y="2263"/>
                  </a:cubicBezTo>
                  <a:lnTo>
                    <a:pt x="518" y="183"/>
                  </a:lnTo>
                  <a:cubicBezTo>
                    <a:pt x="518" y="78"/>
                    <a:pt x="441" y="1"/>
                    <a:pt x="345" y="1"/>
                  </a:cubicBezTo>
                  <a:close/>
                </a:path>
              </a:pathLst>
            </a:custGeom>
            <a:solidFill>
              <a:srgbClr val="7B90A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250" name="Google Shape;11250;p42"/>
            <p:cNvSpPr/>
            <p:nvPr/>
          </p:nvSpPr>
          <p:spPr>
            <a:xfrm>
              <a:off x="5503532" y="2078718"/>
              <a:ext cx="17606" cy="17868"/>
            </a:xfrm>
            <a:custGeom>
              <a:rect b="b" l="l" r="r" t="t"/>
              <a:pathLst>
                <a:path extrusionOk="0" h="682" w="672">
                  <a:moveTo>
                    <a:pt x="1" y="0"/>
                  </a:moveTo>
                  <a:lnTo>
                    <a:pt x="1" y="681"/>
                  </a:lnTo>
                  <a:lnTo>
                    <a:pt x="672" y="681"/>
                  </a:lnTo>
                  <a:lnTo>
                    <a:pt x="672" y="0"/>
                  </a:lnTo>
                  <a:close/>
                </a:path>
              </a:pathLst>
            </a:custGeom>
            <a:solidFill>
              <a:srgbClr val="C3CBD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251" name="Google Shape;11251;p42"/>
            <p:cNvSpPr/>
            <p:nvPr/>
          </p:nvSpPr>
          <p:spPr>
            <a:xfrm>
              <a:off x="5489960" y="2060876"/>
              <a:ext cx="44226" cy="17868"/>
            </a:xfrm>
            <a:custGeom>
              <a:rect b="b" l="l" r="r" t="t"/>
              <a:pathLst>
                <a:path extrusionOk="0" h="682" w="1688">
                  <a:moveTo>
                    <a:pt x="212" y="1"/>
                  </a:moveTo>
                  <a:cubicBezTo>
                    <a:pt x="97" y="1"/>
                    <a:pt x="1" y="97"/>
                    <a:pt x="1" y="212"/>
                  </a:cubicBezTo>
                  <a:lnTo>
                    <a:pt x="1" y="471"/>
                  </a:lnTo>
                  <a:cubicBezTo>
                    <a:pt x="1" y="586"/>
                    <a:pt x="97" y="681"/>
                    <a:pt x="212" y="681"/>
                  </a:cubicBezTo>
                  <a:lnTo>
                    <a:pt x="1477" y="681"/>
                  </a:lnTo>
                  <a:cubicBezTo>
                    <a:pt x="1602" y="681"/>
                    <a:pt x="1688" y="586"/>
                    <a:pt x="1688" y="471"/>
                  </a:cubicBezTo>
                  <a:lnTo>
                    <a:pt x="1688" y="212"/>
                  </a:lnTo>
                  <a:cubicBezTo>
                    <a:pt x="1688" y="97"/>
                    <a:pt x="1592" y="1"/>
                    <a:pt x="1477" y="1"/>
                  </a:cubicBezTo>
                  <a:close/>
                </a:path>
              </a:pathLst>
            </a:custGeom>
            <a:solidFill>
              <a:srgbClr val="A4B3B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252" name="Google Shape;11252;p42"/>
            <p:cNvSpPr/>
            <p:nvPr/>
          </p:nvSpPr>
          <p:spPr>
            <a:xfrm>
              <a:off x="5518859" y="2060640"/>
              <a:ext cx="15589" cy="18104"/>
            </a:xfrm>
            <a:custGeom>
              <a:rect b="b" l="l" r="r" t="t"/>
              <a:pathLst>
                <a:path extrusionOk="0" h="691" w="595">
                  <a:moveTo>
                    <a:pt x="0" y="0"/>
                  </a:moveTo>
                  <a:lnTo>
                    <a:pt x="0" y="10"/>
                  </a:lnTo>
                  <a:lnTo>
                    <a:pt x="0" y="690"/>
                  </a:lnTo>
                  <a:lnTo>
                    <a:pt x="374" y="690"/>
                  </a:lnTo>
                  <a:cubicBezTo>
                    <a:pt x="489" y="690"/>
                    <a:pt x="595" y="595"/>
                    <a:pt x="595" y="470"/>
                  </a:cubicBezTo>
                  <a:lnTo>
                    <a:pt x="595" y="221"/>
                  </a:lnTo>
                  <a:cubicBezTo>
                    <a:pt x="595" y="96"/>
                    <a:pt x="489" y="0"/>
                    <a:pt x="374" y="0"/>
                  </a:cubicBezTo>
                  <a:close/>
                </a:path>
              </a:pathLst>
            </a:custGeom>
            <a:solidFill>
              <a:srgbClr val="99AAB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253" name="Google Shape;11253;p42"/>
            <p:cNvSpPr/>
            <p:nvPr/>
          </p:nvSpPr>
          <p:spPr>
            <a:xfrm>
              <a:off x="5496746" y="2016441"/>
              <a:ext cx="31178" cy="44461"/>
            </a:xfrm>
            <a:custGeom>
              <a:rect b="b" l="l" r="r" t="t"/>
              <a:pathLst>
                <a:path extrusionOk="0" h="1697" w="1190">
                  <a:moveTo>
                    <a:pt x="631" y="0"/>
                  </a:moveTo>
                  <a:cubicBezTo>
                    <a:pt x="626" y="0"/>
                    <a:pt x="620" y="0"/>
                    <a:pt x="614" y="0"/>
                  </a:cubicBezTo>
                  <a:lnTo>
                    <a:pt x="576" y="0"/>
                  </a:lnTo>
                  <a:cubicBezTo>
                    <a:pt x="260" y="0"/>
                    <a:pt x="1" y="250"/>
                    <a:pt x="1" y="566"/>
                  </a:cubicBezTo>
                  <a:lnTo>
                    <a:pt x="1" y="1697"/>
                  </a:lnTo>
                  <a:lnTo>
                    <a:pt x="1189" y="1697"/>
                  </a:lnTo>
                  <a:lnTo>
                    <a:pt x="1189" y="566"/>
                  </a:lnTo>
                  <a:cubicBezTo>
                    <a:pt x="1189" y="255"/>
                    <a:pt x="940" y="0"/>
                    <a:pt x="631" y="0"/>
                  </a:cubicBezTo>
                  <a:close/>
                </a:path>
              </a:pathLst>
            </a:custGeom>
            <a:solidFill>
              <a:srgbClr val="6E809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254" name="Google Shape;11254;p42"/>
            <p:cNvSpPr/>
            <p:nvPr/>
          </p:nvSpPr>
          <p:spPr>
            <a:xfrm>
              <a:off x="5502039" y="2016441"/>
              <a:ext cx="25886" cy="44226"/>
            </a:xfrm>
            <a:custGeom>
              <a:rect b="b" l="l" r="r" t="t"/>
              <a:pathLst>
                <a:path extrusionOk="0" h="1688" w="988">
                  <a:moveTo>
                    <a:pt x="393" y="0"/>
                  </a:moveTo>
                  <a:cubicBezTo>
                    <a:pt x="249" y="0"/>
                    <a:pt x="115" y="48"/>
                    <a:pt x="0" y="144"/>
                  </a:cubicBezTo>
                  <a:cubicBezTo>
                    <a:pt x="230" y="230"/>
                    <a:pt x="383" y="451"/>
                    <a:pt x="393" y="690"/>
                  </a:cubicBezTo>
                  <a:lnTo>
                    <a:pt x="393" y="1687"/>
                  </a:lnTo>
                  <a:lnTo>
                    <a:pt x="987" y="1687"/>
                  </a:lnTo>
                  <a:lnTo>
                    <a:pt x="987" y="585"/>
                  </a:lnTo>
                  <a:cubicBezTo>
                    <a:pt x="978" y="259"/>
                    <a:pt x="719" y="0"/>
                    <a:pt x="393" y="0"/>
                  </a:cubicBezTo>
                  <a:close/>
                </a:path>
              </a:pathLst>
            </a:custGeom>
            <a:solidFill>
              <a:srgbClr val="53687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255" name="Google Shape;11255;p42"/>
            <p:cNvSpPr/>
            <p:nvPr/>
          </p:nvSpPr>
          <p:spPr>
            <a:xfrm>
              <a:off x="5363676" y="2019165"/>
              <a:ext cx="133096" cy="34741"/>
            </a:xfrm>
            <a:custGeom>
              <a:rect b="b" l="l" r="r" t="t"/>
              <a:pathLst>
                <a:path extrusionOk="0" h="1326" w="5080">
                  <a:moveTo>
                    <a:pt x="904" y="1"/>
                  </a:moveTo>
                  <a:cubicBezTo>
                    <a:pt x="734" y="1"/>
                    <a:pt x="566" y="67"/>
                    <a:pt x="440" y="184"/>
                  </a:cubicBezTo>
                  <a:cubicBezTo>
                    <a:pt x="1" y="595"/>
                    <a:pt x="300" y="1326"/>
                    <a:pt x="894" y="1326"/>
                  </a:cubicBezTo>
                  <a:cubicBezTo>
                    <a:pt x="909" y="1326"/>
                    <a:pt x="924" y="1325"/>
                    <a:pt x="939" y="1325"/>
                  </a:cubicBezTo>
                  <a:lnTo>
                    <a:pt x="5080" y="1037"/>
                  </a:lnTo>
                  <a:lnTo>
                    <a:pt x="5080" y="289"/>
                  </a:lnTo>
                  <a:lnTo>
                    <a:pt x="939" y="2"/>
                  </a:lnTo>
                  <a:cubicBezTo>
                    <a:pt x="927" y="1"/>
                    <a:pt x="916" y="1"/>
                    <a:pt x="904" y="1"/>
                  </a:cubicBezTo>
                  <a:close/>
                </a:path>
              </a:pathLst>
            </a:custGeom>
            <a:solidFill>
              <a:srgbClr val="AFBAC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256" name="Google Shape;11256;p42"/>
            <p:cNvSpPr/>
            <p:nvPr/>
          </p:nvSpPr>
          <p:spPr>
            <a:xfrm>
              <a:off x="5482939" y="2025977"/>
              <a:ext cx="14331" cy="21379"/>
            </a:xfrm>
            <a:custGeom>
              <a:rect b="b" l="l" r="r" t="t"/>
              <a:pathLst>
                <a:path extrusionOk="0" h="816" w="547">
                  <a:moveTo>
                    <a:pt x="49" y="1"/>
                  </a:moveTo>
                  <a:cubicBezTo>
                    <a:pt x="20" y="68"/>
                    <a:pt x="1" y="144"/>
                    <a:pt x="1" y="221"/>
                  </a:cubicBezTo>
                  <a:lnTo>
                    <a:pt x="10" y="221"/>
                  </a:lnTo>
                  <a:lnTo>
                    <a:pt x="10" y="815"/>
                  </a:lnTo>
                  <a:lnTo>
                    <a:pt x="547" y="777"/>
                  </a:lnTo>
                  <a:lnTo>
                    <a:pt x="547" y="29"/>
                  </a:lnTo>
                  <a:lnTo>
                    <a:pt x="49" y="1"/>
                  </a:lnTo>
                  <a:close/>
                </a:path>
              </a:pathLst>
            </a:custGeom>
            <a:solidFill>
              <a:srgbClr val="79899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257" name="Google Shape;11257;p42"/>
            <p:cNvSpPr/>
            <p:nvPr/>
          </p:nvSpPr>
          <p:spPr>
            <a:xfrm>
              <a:off x="5584647" y="2123179"/>
              <a:ext cx="26645" cy="52007"/>
            </a:xfrm>
            <a:custGeom>
              <a:rect b="b" l="l" r="r" t="t"/>
              <a:pathLst>
                <a:path extrusionOk="0" h="1985" w="1017">
                  <a:moveTo>
                    <a:pt x="509" y="0"/>
                  </a:moveTo>
                  <a:cubicBezTo>
                    <a:pt x="255" y="0"/>
                    <a:pt x="1" y="173"/>
                    <a:pt x="20" y="518"/>
                  </a:cubicBezTo>
                  <a:lnTo>
                    <a:pt x="20" y="1361"/>
                  </a:lnTo>
                  <a:cubicBezTo>
                    <a:pt x="240" y="1582"/>
                    <a:pt x="499" y="1773"/>
                    <a:pt x="796" y="1898"/>
                  </a:cubicBezTo>
                  <a:lnTo>
                    <a:pt x="998" y="1984"/>
                  </a:lnTo>
                  <a:lnTo>
                    <a:pt x="998" y="518"/>
                  </a:lnTo>
                  <a:cubicBezTo>
                    <a:pt x="1017" y="173"/>
                    <a:pt x="763" y="0"/>
                    <a:pt x="509" y="0"/>
                  </a:cubicBezTo>
                  <a:close/>
                </a:path>
              </a:pathLst>
            </a:custGeom>
            <a:solidFill>
              <a:srgbClr val="D6DBD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258" name="Google Shape;11258;p42"/>
            <p:cNvSpPr/>
            <p:nvPr/>
          </p:nvSpPr>
          <p:spPr>
            <a:xfrm>
              <a:off x="5592429" y="2123913"/>
              <a:ext cx="18366" cy="51011"/>
            </a:xfrm>
            <a:custGeom>
              <a:rect b="b" l="l" r="r" t="t"/>
              <a:pathLst>
                <a:path extrusionOk="0" h="1947" w="701">
                  <a:moveTo>
                    <a:pt x="229" y="1"/>
                  </a:moveTo>
                  <a:cubicBezTo>
                    <a:pt x="223" y="1"/>
                    <a:pt x="217" y="1"/>
                    <a:pt x="212" y="1"/>
                  </a:cubicBezTo>
                  <a:cubicBezTo>
                    <a:pt x="135" y="1"/>
                    <a:pt x="68" y="20"/>
                    <a:pt x="1" y="49"/>
                  </a:cubicBezTo>
                  <a:cubicBezTo>
                    <a:pt x="173" y="125"/>
                    <a:pt x="279" y="298"/>
                    <a:pt x="279" y="490"/>
                  </a:cubicBezTo>
                  <a:lnTo>
                    <a:pt x="279" y="1765"/>
                  </a:lnTo>
                  <a:cubicBezTo>
                    <a:pt x="346" y="1793"/>
                    <a:pt x="423" y="1832"/>
                    <a:pt x="490" y="1860"/>
                  </a:cubicBezTo>
                  <a:lnTo>
                    <a:pt x="701" y="1947"/>
                  </a:lnTo>
                  <a:lnTo>
                    <a:pt x="701" y="490"/>
                  </a:lnTo>
                  <a:cubicBezTo>
                    <a:pt x="701" y="218"/>
                    <a:pt x="489" y="1"/>
                    <a:pt x="229" y="1"/>
                  </a:cubicBezTo>
                  <a:close/>
                </a:path>
              </a:pathLst>
            </a:custGeom>
            <a:solidFill>
              <a:srgbClr val="C6CED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259" name="Google Shape;11259;p42"/>
            <p:cNvSpPr/>
            <p:nvPr/>
          </p:nvSpPr>
          <p:spPr>
            <a:xfrm>
              <a:off x="5526378" y="2019165"/>
              <a:ext cx="133096" cy="34558"/>
            </a:xfrm>
            <a:custGeom>
              <a:rect b="b" l="l" r="r" t="t"/>
              <a:pathLst>
                <a:path extrusionOk="0" h="1319" w="5080">
                  <a:moveTo>
                    <a:pt x="4186" y="0"/>
                  </a:moveTo>
                  <a:cubicBezTo>
                    <a:pt x="4172" y="0"/>
                    <a:pt x="4157" y="1"/>
                    <a:pt x="4142" y="2"/>
                  </a:cubicBezTo>
                  <a:lnTo>
                    <a:pt x="1" y="289"/>
                  </a:lnTo>
                  <a:lnTo>
                    <a:pt x="1" y="1037"/>
                  </a:lnTo>
                  <a:lnTo>
                    <a:pt x="4142" y="1315"/>
                  </a:lnTo>
                  <a:cubicBezTo>
                    <a:pt x="4162" y="1317"/>
                    <a:pt x="4183" y="1318"/>
                    <a:pt x="4204" y="1318"/>
                  </a:cubicBezTo>
                  <a:cubicBezTo>
                    <a:pt x="4365" y="1318"/>
                    <a:pt x="4521" y="1253"/>
                    <a:pt x="4640" y="1142"/>
                  </a:cubicBezTo>
                  <a:cubicBezTo>
                    <a:pt x="5080" y="731"/>
                    <a:pt x="4771" y="0"/>
                    <a:pt x="4186" y="0"/>
                  </a:cubicBezTo>
                  <a:close/>
                </a:path>
              </a:pathLst>
            </a:custGeom>
            <a:solidFill>
              <a:srgbClr val="AFBAC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260" name="Google Shape;11260;p42"/>
            <p:cNvSpPr/>
            <p:nvPr/>
          </p:nvSpPr>
          <p:spPr>
            <a:xfrm>
              <a:off x="5526143" y="2025977"/>
              <a:ext cx="14593" cy="21379"/>
            </a:xfrm>
            <a:custGeom>
              <a:rect b="b" l="l" r="r" t="t"/>
              <a:pathLst>
                <a:path extrusionOk="0" h="816" w="557">
                  <a:moveTo>
                    <a:pt x="508" y="1"/>
                  </a:moveTo>
                  <a:lnTo>
                    <a:pt x="0" y="29"/>
                  </a:lnTo>
                  <a:lnTo>
                    <a:pt x="0" y="777"/>
                  </a:lnTo>
                  <a:lnTo>
                    <a:pt x="547" y="815"/>
                  </a:lnTo>
                  <a:lnTo>
                    <a:pt x="547" y="221"/>
                  </a:lnTo>
                  <a:lnTo>
                    <a:pt x="556" y="221"/>
                  </a:lnTo>
                  <a:cubicBezTo>
                    <a:pt x="547" y="144"/>
                    <a:pt x="537" y="68"/>
                    <a:pt x="508" y="1"/>
                  </a:cubicBezTo>
                  <a:close/>
                </a:path>
              </a:pathLst>
            </a:custGeom>
            <a:solidFill>
              <a:srgbClr val="79899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1261" name="Google Shape;11261;p42"/>
          <p:cNvGrpSpPr/>
          <p:nvPr/>
        </p:nvGrpSpPr>
        <p:grpSpPr>
          <a:xfrm>
            <a:off x="4870671" y="1834200"/>
            <a:ext cx="364180" cy="274813"/>
            <a:chOff x="4870671" y="2017200"/>
            <a:chExt cx="364180" cy="274813"/>
          </a:xfrm>
        </p:grpSpPr>
        <p:sp>
          <p:nvSpPr>
            <p:cNvPr id="11262" name="Google Shape;11262;p42"/>
            <p:cNvSpPr/>
            <p:nvPr/>
          </p:nvSpPr>
          <p:spPr>
            <a:xfrm>
              <a:off x="5143151" y="2097294"/>
              <a:ext cx="91700" cy="115044"/>
            </a:xfrm>
            <a:custGeom>
              <a:rect b="b" l="l" r="r" t="t"/>
              <a:pathLst>
                <a:path extrusionOk="0" h="4391" w="3500">
                  <a:moveTo>
                    <a:pt x="1" y="1"/>
                  </a:moveTo>
                  <a:lnTo>
                    <a:pt x="1" y="4391"/>
                  </a:lnTo>
                  <a:cubicBezTo>
                    <a:pt x="1" y="4391"/>
                    <a:pt x="1457" y="3070"/>
                    <a:pt x="2833" y="3070"/>
                  </a:cubicBezTo>
                  <a:cubicBezTo>
                    <a:pt x="2922" y="3070"/>
                    <a:pt x="3009" y="3076"/>
                    <a:pt x="3097" y="3087"/>
                  </a:cubicBezTo>
                  <a:cubicBezTo>
                    <a:pt x="3113" y="3089"/>
                    <a:pt x="3129" y="3091"/>
                    <a:pt x="3145" y="3091"/>
                  </a:cubicBezTo>
                  <a:cubicBezTo>
                    <a:pt x="3336" y="3091"/>
                    <a:pt x="3499" y="2936"/>
                    <a:pt x="3499" y="2733"/>
                  </a:cubicBezTo>
                  <a:lnTo>
                    <a:pt x="3499" y="1659"/>
                  </a:lnTo>
                  <a:cubicBezTo>
                    <a:pt x="3499" y="1456"/>
                    <a:pt x="3336" y="1301"/>
                    <a:pt x="3145" y="1301"/>
                  </a:cubicBezTo>
                  <a:cubicBezTo>
                    <a:pt x="3129" y="1301"/>
                    <a:pt x="3113" y="1302"/>
                    <a:pt x="3097" y="1304"/>
                  </a:cubicBezTo>
                  <a:cubicBezTo>
                    <a:pt x="3009" y="1316"/>
                    <a:pt x="2922" y="1321"/>
                    <a:pt x="2833" y="1321"/>
                  </a:cubicBezTo>
                  <a:cubicBezTo>
                    <a:pt x="1457" y="1321"/>
                    <a:pt x="1" y="1"/>
                    <a:pt x="1" y="1"/>
                  </a:cubicBezTo>
                  <a:close/>
                </a:path>
              </a:pathLst>
            </a:custGeom>
            <a:solidFill>
              <a:srgbClr val="657A8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263" name="Google Shape;11263;p42"/>
            <p:cNvSpPr/>
            <p:nvPr/>
          </p:nvSpPr>
          <p:spPr>
            <a:xfrm>
              <a:off x="5143151" y="2097058"/>
              <a:ext cx="33667" cy="115280"/>
            </a:xfrm>
            <a:custGeom>
              <a:rect b="b" l="l" r="r" t="t"/>
              <a:pathLst>
                <a:path extrusionOk="0" h="4400" w="1285">
                  <a:moveTo>
                    <a:pt x="1" y="0"/>
                  </a:moveTo>
                  <a:lnTo>
                    <a:pt x="1" y="4400"/>
                  </a:lnTo>
                  <a:cubicBezTo>
                    <a:pt x="336" y="4112"/>
                    <a:pt x="691" y="3854"/>
                    <a:pt x="1074" y="3633"/>
                  </a:cubicBezTo>
                  <a:cubicBezTo>
                    <a:pt x="1218" y="3173"/>
                    <a:pt x="1285" y="2684"/>
                    <a:pt x="1285" y="2195"/>
                  </a:cubicBezTo>
                  <a:cubicBezTo>
                    <a:pt x="1285" y="1706"/>
                    <a:pt x="1218" y="1227"/>
                    <a:pt x="1074" y="757"/>
                  </a:cubicBezTo>
                  <a:cubicBezTo>
                    <a:pt x="691" y="547"/>
                    <a:pt x="336" y="288"/>
                    <a:pt x="1" y="0"/>
                  </a:cubicBezTo>
                  <a:close/>
                </a:path>
              </a:pathLst>
            </a:custGeom>
            <a:solidFill>
              <a:srgbClr val="5A708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264" name="Google Shape;11264;p42"/>
            <p:cNvSpPr/>
            <p:nvPr/>
          </p:nvSpPr>
          <p:spPr>
            <a:xfrm>
              <a:off x="4870671" y="2017200"/>
              <a:ext cx="290584" cy="274471"/>
            </a:xfrm>
            <a:custGeom>
              <a:rect b="b" l="l" r="r" t="t"/>
              <a:pathLst>
                <a:path extrusionOk="0" h="10476" w="11091">
                  <a:moveTo>
                    <a:pt x="5694" y="0"/>
                  </a:moveTo>
                  <a:cubicBezTo>
                    <a:pt x="5474" y="0"/>
                    <a:pt x="5253" y="10"/>
                    <a:pt x="5042" y="38"/>
                  </a:cubicBezTo>
                  <a:cubicBezTo>
                    <a:pt x="4793" y="48"/>
                    <a:pt x="4553" y="96"/>
                    <a:pt x="4323" y="182"/>
                  </a:cubicBezTo>
                  <a:cubicBezTo>
                    <a:pt x="1649" y="901"/>
                    <a:pt x="0" y="3566"/>
                    <a:pt x="547" y="6269"/>
                  </a:cubicBezTo>
                  <a:cubicBezTo>
                    <a:pt x="1038" y="8741"/>
                    <a:pt x="3212" y="10475"/>
                    <a:pt x="5669" y="10475"/>
                  </a:cubicBezTo>
                  <a:cubicBezTo>
                    <a:pt x="5899" y="10475"/>
                    <a:pt x="6131" y="10460"/>
                    <a:pt x="6365" y="10429"/>
                  </a:cubicBezTo>
                  <a:cubicBezTo>
                    <a:pt x="9107" y="10074"/>
                    <a:pt x="11091" y="7659"/>
                    <a:pt x="10918" y="4898"/>
                  </a:cubicBezTo>
                  <a:cubicBezTo>
                    <a:pt x="10736" y="2147"/>
                    <a:pt x="8455" y="0"/>
                    <a:pt x="5694" y="0"/>
                  </a:cubicBezTo>
                  <a:close/>
                </a:path>
              </a:pathLst>
            </a:custGeom>
            <a:solidFill>
              <a:srgbClr val="EEF1F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265" name="Google Shape;11265;p42"/>
            <p:cNvSpPr/>
            <p:nvPr/>
          </p:nvSpPr>
          <p:spPr>
            <a:xfrm>
              <a:off x="4911595" y="2046309"/>
              <a:ext cx="263729" cy="245704"/>
            </a:xfrm>
            <a:custGeom>
              <a:rect b="b" l="l" r="r" t="t"/>
              <a:pathLst>
                <a:path extrusionOk="0" h="9378" w="10066">
                  <a:moveTo>
                    <a:pt x="7362" y="1"/>
                  </a:moveTo>
                  <a:lnTo>
                    <a:pt x="7362" y="1"/>
                  </a:lnTo>
                  <a:cubicBezTo>
                    <a:pt x="9002" y="2091"/>
                    <a:pt x="8819" y="5072"/>
                    <a:pt x="6941" y="6950"/>
                  </a:cubicBezTo>
                  <a:cubicBezTo>
                    <a:pt x="5927" y="7969"/>
                    <a:pt x="4586" y="8486"/>
                    <a:pt x="3238" y="8486"/>
                  </a:cubicBezTo>
                  <a:cubicBezTo>
                    <a:pt x="2100" y="8486"/>
                    <a:pt x="957" y="8118"/>
                    <a:pt x="1" y="7372"/>
                  </a:cubicBezTo>
                  <a:lnTo>
                    <a:pt x="1" y="7372"/>
                  </a:lnTo>
                  <a:cubicBezTo>
                    <a:pt x="1040" y="8699"/>
                    <a:pt x="2579" y="9378"/>
                    <a:pt x="4125" y="9378"/>
                  </a:cubicBezTo>
                  <a:cubicBezTo>
                    <a:pt x="5461" y="9378"/>
                    <a:pt x="6802" y="8872"/>
                    <a:pt x="7832" y="7842"/>
                  </a:cubicBezTo>
                  <a:cubicBezTo>
                    <a:pt x="10065" y="5618"/>
                    <a:pt x="9845" y="1947"/>
                    <a:pt x="7362" y="1"/>
                  </a:cubicBezTo>
                  <a:close/>
                </a:path>
              </a:pathLst>
            </a:custGeom>
            <a:solidFill>
              <a:srgbClr val="D2D8D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266" name="Google Shape;11266;p42"/>
            <p:cNvSpPr/>
            <p:nvPr/>
          </p:nvSpPr>
          <p:spPr>
            <a:xfrm>
              <a:off x="4872688" y="2101774"/>
              <a:ext cx="28899" cy="103045"/>
            </a:xfrm>
            <a:custGeom>
              <a:rect b="b" l="l" r="r" t="t"/>
              <a:pathLst>
                <a:path extrusionOk="0" h="3933" w="1103">
                  <a:moveTo>
                    <a:pt x="864" y="0"/>
                  </a:moveTo>
                  <a:cubicBezTo>
                    <a:pt x="827" y="0"/>
                    <a:pt x="790" y="10"/>
                    <a:pt x="757" y="31"/>
                  </a:cubicBezTo>
                  <a:cubicBezTo>
                    <a:pt x="297" y="328"/>
                    <a:pt x="0" y="1085"/>
                    <a:pt x="0" y="1967"/>
                  </a:cubicBezTo>
                  <a:cubicBezTo>
                    <a:pt x="0" y="2840"/>
                    <a:pt x="297" y="3606"/>
                    <a:pt x="757" y="3894"/>
                  </a:cubicBezTo>
                  <a:cubicBezTo>
                    <a:pt x="786" y="3913"/>
                    <a:pt x="824" y="3932"/>
                    <a:pt x="872" y="3932"/>
                  </a:cubicBezTo>
                  <a:cubicBezTo>
                    <a:pt x="920" y="3932"/>
                    <a:pt x="959" y="3913"/>
                    <a:pt x="1007" y="3884"/>
                  </a:cubicBezTo>
                  <a:cubicBezTo>
                    <a:pt x="1074" y="3836"/>
                    <a:pt x="1102" y="3741"/>
                    <a:pt x="1074" y="3654"/>
                  </a:cubicBezTo>
                  <a:cubicBezTo>
                    <a:pt x="872" y="3118"/>
                    <a:pt x="777" y="2542"/>
                    <a:pt x="777" y="1967"/>
                  </a:cubicBezTo>
                  <a:cubicBezTo>
                    <a:pt x="777" y="1392"/>
                    <a:pt x="872" y="817"/>
                    <a:pt x="1064" y="280"/>
                  </a:cubicBezTo>
                  <a:cubicBezTo>
                    <a:pt x="1093" y="194"/>
                    <a:pt x="1064" y="98"/>
                    <a:pt x="997" y="50"/>
                  </a:cubicBezTo>
                  <a:cubicBezTo>
                    <a:pt x="959" y="18"/>
                    <a:pt x="912" y="0"/>
                    <a:pt x="864" y="0"/>
                  </a:cubicBezTo>
                  <a:close/>
                </a:path>
              </a:pathLst>
            </a:custGeom>
            <a:solidFill>
              <a:srgbClr val="D6DDE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267" name="Google Shape;11267;p42"/>
            <p:cNvSpPr/>
            <p:nvPr/>
          </p:nvSpPr>
          <p:spPr>
            <a:xfrm>
              <a:off x="4873946" y="2075024"/>
              <a:ext cx="73858" cy="159427"/>
            </a:xfrm>
            <a:custGeom>
              <a:rect b="b" l="l" r="r" t="t"/>
              <a:pathLst>
                <a:path extrusionOk="0" h="6085" w="2819">
                  <a:moveTo>
                    <a:pt x="1342" y="0"/>
                  </a:moveTo>
                  <a:cubicBezTo>
                    <a:pt x="1325" y="0"/>
                    <a:pt x="1308" y="2"/>
                    <a:pt x="1294" y="7"/>
                  </a:cubicBezTo>
                  <a:cubicBezTo>
                    <a:pt x="0" y="1829"/>
                    <a:pt x="0" y="4263"/>
                    <a:pt x="1294" y="6084"/>
                  </a:cubicBezTo>
                  <a:lnTo>
                    <a:pt x="1390" y="6084"/>
                  </a:lnTo>
                  <a:cubicBezTo>
                    <a:pt x="1572" y="6084"/>
                    <a:pt x="1812" y="5883"/>
                    <a:pt x="2003" y="5691"/>
                  </a:cubicBezTo>
                  <a:cubicBezTo>
                    <a:pt x="2291" y="5394"/>
                    <a:pt x="2502" y="5020"/>
                    <a:pt x="2598" y="4618"/>
                  </a:cubicBezTo>
                  <a:cubicBezTo>
                    <a:pt x="2607" y="4589"/>
                    <a:pt x="2617" y="4589"/>
                    <a:pt x="2617" y="4589"/>
                  </a:cubicBezTo>
                  <a:cubicBezTo>
                    <a:pt x="2751" y="4091"/>
                    <a:pt x="2818" y="3573"/>
                    <a:pt x="2818" y="3055"/>
                  </a:cubicBezTo>
                  <a:cubicBezTo>
                    <a:pt x="2818" y="1397"/>
                    <a:pt x="2176" y="17"/>
                    <a:pt x="1390" y="7"/>
                  </a:cubicBezTo>
                  <a:cubicBezTo>
                    <a:pt x="1376" y="2"/>
                    <a:pt x="1359" y="0"/>
                    <a:pt x="1342" y="0"/>
                  </a:cubicBezTo>
                  <a:close/>
                </a:path>
              </a:pathLst>
            </a:custGeom>
            <a:solidFill>
              <a:srgbClr val="A4B3B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268" name="Google Shape;11268;p42"/>
            <p:cNvSpPr/>
            <p:nvPr/>
          </p:nvSpPr>
          <p:spPr>
            <a:xfrm>
              <a:off x="4904312" y="2074945"/>
              <a:ext cx="43492" cy="159244"/>
            </a:xfrm>
            <a:custGeom>
              <a:rect b="b" l="l" r="r" t="t"/>
              <a:pathLst>
                <a:path extrusionOk="0" h="6078" w="1660">
                  <a:moveTo>
                    <a:pt x="125" y="1"/>
                  </a:moveTo>
                  <a:cubicBezTo>
                    <a:pt x="97" y="39"/>
                    <a:pt x="58" y="87"/>
                    <a:pt x="30" y="135"/>
                  </a:cubicBezTo>
                  <a:cubicBezTo>
                    <a:pt x="605" y="547"/>
                    <a:pt x="1026" y="1697"/>
                    <a:pt x="1017" y="3030"/>
                  </a:cubicBezTo>
                  <a:cubicBezTo>
                    <a:pt x="1017" y="3547"/>
                    <a:pt x="950" y="4065"/>
                    <a:pt x="825" y="4573"/>
                  </a:cubicBezTo>
                  <a:cubicBezTo>
                    <a:pt x="816" y="4582"/>
                    <a:pt x="816" y="4602"/>
                    <a:pt x="806" y="4611"/>
                  </a:cubicBezTo>
                  <a:cubicBezTo>
                    <a:pt x="710" y="5023"/>
                    <a:pt x="499" y="5397"/>
                    <a:pt x="212" y="5694"/>
                  </a:cubicBezTo>
                  <a:cubicBezTo>
                    <a:pt x="145" y="5761"/>
                    <a:pt x="78" y="5819"/>
                    <a:pt x="1" y="5886"/>
                  </a:cubicBezTo>
                  <a:cubicBezTo>
                    <a:pt x="39" y="5944"/>
                    <a:pt x="87" y="6011"/>
                    <a:pt x="135" y="6078"/>
                  </a:cubicBezTo>
                  <a:lnTo>
                    <a:pt x="231" y="6078"/>
                  </a:lnTo>
                  <a:cubicBezTo>
                    <a:pt x="413" y="6078"/>
                    <a:pt x="653" y="5877"/>
                    <a:pt x="844" y="5685"/>
                  </a:cubicBezTo>
                  <a:cubicBezTo>
                    <a:pt x="1132" y="5388"/>
                    <a:pt x="1343" y="5014"/>
                    <a:pt x="1439" y="4602"/>
                  </a:cubicBezTo>
                  <a:cubicBezTo>
                    <a:pt x="1448" y="4592"/>
                    <a:pt x="1448" y="4573"/>
                    <a:pt x="1448" y="4563"/>
                  </a:cubicBezTo>
                  <a:cubicBezTo>
                    <a:pt x="1582" y="4065"/>
                    <a:pt x="1650" y="3547"/>
                    <a:pt x="1650" y="3030"/>
                  </a:cubicBezTo>
                  <a:cubicBezTo>
                    <a:pt x="1659" y="1391"/>
                    <a:pt x="1017" y="10"/>
                    <a:pt x="231" y="1"/>
                  </a:cubicBezTo>
                  <a:close/>
                </a:path>
              </a:pathLst>
            </a:custGeom>
            <a:solidFill>
              <a:srgbClr val="96A7B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269" name="Google Shape;11269;p42"/>
            <p:cNvSpPr/>
            <p:nvPr/>
          </p:nvSpPr>
          <p:spPr>
            <a:xfrm>
              <a:off x="4877693" y="2119407"/>
              <a:ext cx="36706" cy="70583"/>
            </a:xfrm>
            <a:custGeom>
              <a:rect b="b" l="l" r="r" t="t"/>
              <a:pathLst>
                <a:path extrusionOk="0" h="2694" w="1401">
                  <a:moveTo>
                    <a:pt x="701" y="0"/>
                  </a:moveTo>
                  <a:cubicBezTo>
                    <a:pt x="308" y="0"/>
                    <a:pt x="1" y="595"/>
                    <a:pt x="1" y="1342"/>
                  </a:cubicBezTo>
                  <a:cubicBezTo>
                    <a:pt x="1" y="2099"/>
                    <a:pt x="308" y="2694"/>
                    <a:pt x="701" y="2694"/>
                  </a:cubicBezTo>
                  <a:cubicBezTo>
                    <a:pt x="1084" y="2694"/>
                    <a:pt x="1400" y="2090"/>
                    <a:pt x="1400" y="1342"/>
                  </a:cubicBezTo>
                  <a:cubicBezTo>
                    <a:pt x="1400" y="604"/>
                    <a:pt x="1084" y="0"/>
                    <a:pt x="701" y="0"/>
                  </a:cubicBezTo>
                  <a:close/>
                </a:path>
              </a:pathLst>
            </a:custGeom>
            <a:solidFill>
              <a:srgbClr val="27415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270" name="Google Shape;11270;p42"/>
            <p:cNvSpPr/>
            <p:nvPr/>
          </p:nvSpPr>
          <p:spPr>
            <a:xfrm>
              <a:off x="5047888" y="2085504"/>
              <a:ext cx="106346" cy="54024"/>
            </a:xfrm>
            <a:custGeom>
              <a:rect b="b" l="l" r="r" t="t"/>
              <a:pathLst>
                <a:path extrusionOk="0" h="2062" w="4059">
                  <a:moveTo>
                    <a:pt x="2031" y="0"/>
                  </a:moveTo>
                  <a:cubicBezTo>
                    <a:pt x="1978" y="0"/>
                    <a:pt x="1926" y="19"/>
                    <a:pt x="1882" y="58"/>
                  </a:cubicBezTo>
                  <a:cubicBezTo>
                    <a:pt x="1652" y="317"/>
                    <a:pt x="1537" y="652"/>
                    <a:pt x="1576" y="988"/>
                  </a:cubicBezTo>
                  <a:cubicBezTo>
                    <a:pt x="1326" y="838"/>
                    <a:pt x="1039" y="731"/>
                    <a:pt x="521" y="731"/>
                  </a:cubicBezTo>
                  <a:cubicBezTo>
                    <a:pt x="444" y="731"/>
                    <a:pt x="361" y="733"/>
                    <a:pt x="272" y="738"/>
                  </a:cubicBezTo>
                  <a:cubicBezTo>
                    <a:pt x="0" y="757"/>
                    <a:pt x="22" y="1161"/>
                    <a:pt x="283" y="1161"/>
                  </a:cubicBezTo>
                  <a:cubicBezTo>
                    <a:pt x="289" y="1161"/>
                    <a:pt x="295" y="1161"/>
                    <a:pt x="301" y="1160"/>
                  </a:cubicBezTo>
                  <a:cubicBezTo>
                    <a:pt x="390" y="1154"/>
                    <a:pt x="472" y="1151"/>
                    <a:pt x="547" y="1151"/>
                  </a:cubicBezTo>
                  <a:cubicBezTo>
                    <a:pt x="1076" y="1151"/>
                    <a:pt x="1282" y="1293"/>
                    <a:pt x="1576" y="1486"/>
                  </a:cubicBezTo>
                  <a:cubicBezTo>
                    <a:pt x="1643" y="1534"/>
                    <a:pt x="1729" y="1591"/>
                    <a:pt x="1825" y="1649"/>
                  </a:cubicBezTo>
                  <a:cubicBezTo>
                    <a:pt x="2017" y="1774"/>
                    <a:pt x="2218" y="1869"/>
                    <a:pt x="2429" y="1956"/>
                  </a:cubicBezTo>
                  <a:cubicBezTo>
                    <a:pt x="2611" y="2023"/>
                    <a:pt x="2812" y="2061"/>
                    <a:pt x="3004" y="2061"/>
                  </a:cubicBezTo>
                  <a:cubicBezTo>
                    <a:pt x="3282" y="2061"/>
                    <a:pt x="3550" y="1975"/>
                    <a:pt x="3771" y="1812"/>
                  </a:cubicBezTo>
                  <a:cubicBezTo>
                    <a:pt x="3876" y="1735"/>
                    <a:pt x="3982" y="1639"/>
                    <a:pt x="4058" y="1524"/>
                  </a:cubicBezTo>
                  <a:cubicBezTo>
                    <a:pt x="4020" y="1361"/>
                    <a:pt x="3982" y="1198"/>
                    <a:pt x="3924" y="1045"/>
                  </a:cubicBezTo>
                  <a:cubicBezTo>
                    <a:pt x="3876" y="1055"/>
                    <a:pt x="3838" y="1093"/>
                    <a:pt x="3819" y="1141"/>
                  </a:cubicBezTo>
                  <a:cubicBezTo>
                    <a:pt x="3732" y="1275"/>
                    <a:pt x="3627" y="1390"/>
                    <a:pt x="3502" y="1486"/>
                  </a:cubicBezTo>
                  <a:cubicBezTo>
                    <a:pt x="3354" y="1596"/>
                    <a:pt x="3190" y="1649"/>
                    <a:pt x="3009" y="1649"/>
                  </a:cubicBezTo>
                  <a:cubicBezTo>
                    <a:pt x="2876" y="1649"/>
                    <a:pt x="2733" y="1620"/>
                    <a:pt x="2582" y="1563"/>
                  </a:cubicBezTo>
                  <a:cubicBezTo>
                    <a:pt x="2410" y="1496"/>
                    <a:pt x="2247" y="1419"/>
                    <a:pt x="2093" y="1323"/>
                  </a:cubicBezTo>
                  <a:cubicBezTo>
                    <a:pt x="1825" y="729"/>
                    <a:pt x="2160" y="374"/>
                    <a:pt x="2180" y="355"/>
                  </a:cubicBezTo>
                  <a:cubicBezTo>
                    <a:pt x="2256" y="278"/>
                    <a:pt x="2256" y="144"/>
                    <a:pt x="2180" y="58"/>
                  </a:cubicBezTo>
                  <a:cubicBezTo>
                    <a:pt x="2136" y="19"/>
                    <a:pt x="2084" y="0"/>
                    <a:pt x="2031" y="0"/>
                  </a:cubicBezTo>
                  <a:close/>
                </a:path>
              </a:pathLst>
            </a:custGeom>
            <a:solidFill>
              <a:srgbClr val="657A8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271" name="Google Shape;11271;p42"/>
            <p:cNvSpPr/>
            <p:nvPr/>
          </p:nvSpPr>
          <p:spPr>
            <a:xfrm>
              <a:off x="5056508" y="2170313"/>
              <a:ext cx="99717" cy="68644"/>
            </a:xfrm>
            <a:custGeom>
              <a:rect b="b" l="l" r="r" t="t"/>
              <a:pathLst>
                <a:path extrusionOk="0" h="2620" w="3806">
                  <a:moveTo>
                    <a:pt x="3681" y="1"/>
                  </a:moveTo>
                  <a:cubicBezTo>
                    <a:pt x="3672" y="1"/>
                    <a:pt x="3662" y="2"/>
                    <a:pt x="3653" y="3"/>
                  </a:cubicBezTo>
                  <a:cubicBezTo>
                    <a:pt x="3202" y="61"/>
                    <a:pt x="2771" y="176"/>
                    <a:pt x="2349" y="339"/>
                  </a:cubicBezTo>
                  <a:cubicBezTo>
                    <a:pt x="2100" y="434"/>
                    <a:pt x="1851" y="559"/>
                    <a:pt x="1611" y="693"/>
                  </a:cubicBezTo>
                  <a:cubicBezTo>
                    <a:pt x="1601" y="703"/>
                    <a:pt x="1582" y="712"/>
                    <a:pt x="1573" y="722"/>
                  </a:cubicBezTo>
                  <a:cubicBezTo>
                    <a:pt x="1314" y="875"/>
                    <a:pt x="1065" y="1048"/>
                    <a:pt x="835" y="1259"/>
                  </a:cubicBezTo>
                  <a:cubicBezTo>
                    <a:pt x="451" y="942"/>
                    <a:pt x="528" y="415"/>
                    <a:pt x="537" y="387"/>
                  </a:cubicBezTo>
                  <a:cubicBezTo>
                    <a:pt x="548" y="241"/>
                    <a:pt x="435" y="160"/>
                    <a:pt x="324" y="160"/>
                  </a:cubicBezTo>
                  <a:cubicBezTo>
                    <a:pt x="237" y="160"/>
                    <a:pt x="150" y="210"/>
                    <a:pt x="125" y="319"/>
                  </a:cubicBezTo>
                  <a:cubicBezTo>
                    <a:pt x="125" y="358"/>
                    <a:pt x="1" y="1086"/>
                    <a:pt x="528" y="1556"/>
                  </a:cubicBezTo>
                  <a:cubicBezTo>
                    <a:pt x="394" y="1700"/>
                    <a:pt x="269" y="1863"/>
                    <a:pt x="154" y="2035"/>
                  </a:cubicBezTo>
                  <a:cubicBezTo>
                    <a:pt x="87" y="2131"/>
                    <a:pt x="116" y="2256"/>
                    <a:pt x="211" y="2323"/>
                  </a:cubicBezTo>
                  <a:cubicBezTo>
                    <a:pt x="250" y="2342"/>
                    <a:pt x="288" y="2361"/>
                    <a:pt x="336" y="2361"/>
                  </a:cubicBezTo>
                  <a:cubicBezTo>
                    <a:pt x="403" y="2361"/>
                    <a:pt x="470" y="2323"/>
                    <a:pt x="509" y="2265"/>
                  </a:cubicBezTo>
                  <a:cubicBezTo>
                    <a:pt x="720" y="1949"/>
                    <a:pt x="978" y="1671"/>
                    <a:pt x="1285" y="1431"/>
                  </a:cubicBezTo>
                  <a:lnTo>
                    <a:pt x="1285" y="1431"/>
                  </a:lnTo>
                  <a:cubicBezTo>
                    <a:pt x="1237" y="1815"/>
                    <a:pt x="1323" y="2189"/>
                    <a:pt x="1525" y="2524"/>
                  </a:cubicBezTo>
                  <a:cubicBezTo>
                    <a:pt x="1553" y="2582"/>
                    <a:pt x="1621" y="2620"/>
                    <a:pt x="1697" y="2620"/>
                  </a:cubicBezTo>
                  <a:cubicBezTo>
                    <a:pt x="1736" y="2610"/>
                    <a:pt x="1774" y="2601"/>
                    <a:pt x="1812" y="2582"/>
                  </a:cubicBezTo>
                  <a:cubicBezTo>
                    <a:pt x="1908" y="2524"/>
                    <a:pt x="1937" y="2390"/>
                    <a:pt x="1870" y="2294"/>
                  </a:cubicBezTo>
                  <a:cubicBezTo>
                    <a:pt x="1851" y="2275"/>
                    <a:pt x="1477" y="1652"/>
                    <a:pt x="1841" y="1058"/>
                  </a:cubicBezTo>
                  <a:cubicBezTo>
                    <a:pt x="2416" y="732"/>
                    <a:pt x="3039" y="521"/>
                    <a:pt x="3691" y="425"/>
                  </a:cubicBezTo>
                  <a:cubicBezTo>
                    <a:pt x="3710" y="425"/>
                    <a:pt x="3729" y="415"/>
                    <a:pt x="3748" y="406"/>
                  </a:cubicBezTo>
                  <a:cubicBezTo>
                    <a:pt x="3768" y="291"/>
                    <a:pt x="3787" y="176"/>
                    <a:pt x="3806" y="61"/>
                  </a:cubicBezTo>
                  <a:cubicBezTo>
                    <a:pt x="3774" y="21"/>
                    <a:pt x="3729" y="1"/>
                    <a:pt x="3681" y="1"/>
                  </a:cubicBezTo>
                  <a:close/>
                </a:path>
              </a:pathLst>
            </a:custGeom>
            <a:solidFill>
              <a:srgbClr val="657A8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272" name="Google Shape;11272;p42"/>
            <p:cNvSpPr/>
            <p:nvPr/>
          </p:nvSpPr>
          <p:spPr>
            <a:xfrm>
              <a:off x="5064368" y="2140995"/>
              <a:ext cx="45405" cy="20567"/>
            </a:xfrm>
            <a:custGeom>
              <a:rect b="b" l="l" r="r" t="t"/>
              <a:pathLst>
                <a:path extrusionOk="0" h="785" w="1733">
                  <a:moveTo>
                    <a:pt x="706" y="1"/>
                  </a:moveTo>
                  <a:cubicBezTo>
                    <a:pt x="527" y="1"/>
                    <a:pt x="341" y="49"/>
                    <a:pt x="161" y="173"/>
                  </a:cubicBezTo>
                  <a:cubicBezTo>
                    <a:pt x="1" y="317"/>
                    <a:pt x="121" y="548"/>
                    <a:pt x="293" y="548"/>
                  </a:cubicBezTo>
                  <a:cubicBezTo>
                    <a:pt x="328" y="548"/>
                    <a:pt x="364" y="539"/>
                    <a:pt x="400" y="518"/>
                  </a:cubicBezTo>
                  <a:cubicBezTo>
                    <a:pt x="503" y="445"/>
                    <a:pt x="610" y="417"/>
                    <a:pt x="713" y="417"/>
                  </a:cubicBezTo>
                  <a:cubicBezTo>
                    <a:pt x="1046" y="417"/>
                    <a:pt x="1344" y="705"/>
                    <a:pt x="1359" y="720"/>
                  </a:cubicBezTo>
                  <a:cubicBezTo>
                    <a:pt x="1397" y="763"/>
                    <a:pt x="1450" y="784"/>
                    <a:pt x="1504" y="784"/>
                  </a:cubicBezTo>
                  <a:cubicBezTo>
                    <a:pt x="1558" y="784"/>
                    <a:pt x="1613" y="763"/>
                    <a:pt x="1656" y="720"/>
                  </a:cubicBezTo>
                  <a:cubicBezTo>
                    <a:pt x="1733" y="643"/>
                    <a:pt x="1733" y="509"/>
                    <a:pt x="1656" y="432"/>
                  </a:cubicBezTo>
                  <a:cubicBezTo>
                    <a:pt x="1477" y="246"/>
                    <a:pt x="1109" y="1"/>
                    <a:pt x="706" y="1"/>
                  </a:cubicBezTo>
                  <a:close/>
                </a:path>
              </a:pathLst>
            </a:custGeom>
            <a:solidFill>
              <a:srgbClr val="657A8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273" name="Google Shape;11273;p42"/>
            <p:cNvSpPr/>
            <p:nvPr/>
          </p:nvSpPr>
          <p:spPr>
            <a:xfrm>
              <a:off x="5039556" y="2037479"/>
              <a:ext cx="75482" cy="44016"/>
            </a:xfrm>
            <a:custGeom>
              <a:rect b="b" l="l" r="r" t="t"/>
              <a:pathLst>
                <a:path extrusionOk="0" h="1680" w="2881">
                  <a:moveTo>
                    <a:pt x="282" y="0"/>
                  </a:moveTo>
                  <a:cubicBezTo>
                    <a:pt x="140" y="0"/>
                    <a:pt x="0" y="146"/>
                    <a:pt x="92" y="309"/>
                  </a:cubicBezTo>
                  <a:cubicBezTo>
                    <a:pt x="379" y="769"/>
                    <a:pt x="868" y="1066"/>
                    <a:pt x="1405" y="1105"/>
                  </a:cubicBezTo>
                  <a:cubicBezTo>
                    <a:pt x="1817" y="1124"/>
                    <a:pt x="2200" y="1306"/>
                    <a:pt x="2488" y="1613"/>
                  </a:cubicBezTo>
                  <a:cubicBezTo>
                    <a:pt x="2526" y="1651"/>
                    <a:pt x="2584" y="1680"/>
                    <a:pt x="2651" y="1680"/>
                  </a:cubicBezTo>
                  <a:cubicBezTo>
                    <a:pt x="2699" y="1680"/>
                    <a:pt x="2737" y="1661"/>
                    <a:pt x="2776" y="1632"/>
                  </a:cubicBezTo>
                  <a:cubicBezTo>
                    <a:pt x="2862" y="1555"/>
                    <a:pt x="2881" y="1431"/>
                    <a:pt x="2804" y="1344"/>
                  </a:cubicBezTo>
                  <a:cubicBezTo>
                    <a:pt x="2450" y="951"/>
                    <a:pt x="1961" y="721"/>
                    <a:pt x="1434" y="693"/>
                  </a:cubicBezTo>
                  <a:cubicBezTo>
                    <a:pt x="1041" y="664"/>
                    <a:pt x="676" y="443"/>
                    <a:pt x="456" y="108"/>
                  </a:cubicBezTo>
                  <a:cubicBezTo>
                    <a:pt x="413" y="32"/>
                    <a:pt x="347" y="0"/>
                    <a:pt x="282" y="0"/>
                  </a:cubicBezTo>
                  <a:close/>
                </a:path>
              </a:pathLst>
            </a:custGeom>
            <a:solidFill>
              <a:srgbClr val="657A8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274" name="Google Shape;11274;p42"/>
            <p:cNvSpPr/>
            <p:nvPr/>
          </p:nvSpPr>
          <p:spPr>
            <a:xfrm>
              <a:off x="5016002" y="2240634"/>
              <a:ext cx="61884" cy="30995"/>
            </a:xfrm>
            <a:custGeom>
              <a:rect b="b" l="l" r="r" t="t"/>
              <a:pathLst>
                <a:path extrusionOk="0" h="1183" w="2362">
                  <a:moveTo>
                    <a:pt x="2136" y="1"/>
                  </a:moveTo>
                  <a:cubicBezTo>
                    <a:pt x="2048" y="1"/>
                    <a:pt x="1970" y="54"/>
                    <a:pt x="1940" y="137"/>
                  </a:cubicBezTo>
                  <a:cubicBezTo>
                    <a:pt x="1921" y="164"/>
                    <a:pt x="1646" y="776"/>
                    <a:pt x="502" y="776"/>
                  </a:cubicBezTo>
                  <a:cubicBezTo>
                    <a:pt x="438" y="776"/>
                    <a:pt x="370" y="774"/>
                    <a:pt x="300" y="770"/>
                  </a:cubicBezTo>
                  <a:cubicBezTo>
                    <a:pt x="294" y="769"/>
                    <a:pt x="288" y="769"/>
                    <a:pt x="282" y="769"/>
                  </a:cubicBezTo>
                  <a:cubicBezTo>
                    <a:pt x="21" y="769"/>
                    <a:pt x="0" y="1163"/>
                    <a:pt x="272" y="1182"/>
                  </a:cubicBezTo>
                  <a:lnTo>
                    <a:pt x="511" y="1182"/>
                  </a:lnTo>
                  <a:cubicBezTo>
                    <a:pt x="1949" y="1182"/>
                    <a:pt x="2313" y="319"/>
                    <a:pt x="2323" y="281"/>
                  </a:cubicBezTo>
                  <a:cubicBezTo>
                    <a:pt x="2361" y="176"/>
                    <a:pt x="2313" y="61"/>
                    <a:pt x="2208" y="13"/>
                  </a:cubicBezTo>
                  <a:cubicBezTo>
                    <a:pt x="2184" y="5"/>
                    <a:pt x="2159" y="1"/>
                    <a:pt x="2136" y="1"/>
                  </a:cubicBezTo>
                  <a:close/>
                </a:path>
              </a:pathLst>
            </a:custGeom>
            <a:solidFill>
              <a:srgbClr val="657A8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1275" name="Google Shape;11275;p42"/>
          <p:cNvGrpSpPr/>
          <p:nvPr/>
        </p:nvGrpSpPr>
        <p:grpSpPr>
          <a:xfrm>
            <a:off x="7144726" y="3172496"/>
            <a:ext cx="260690" cy="362032"/>
            <a:chOff x="7144726" y="3355496"/>
            <a:chExt cx="260690" cy="362032"/>
          </a:xfrm>
        </p:grpSpPr>
        <p:sp>
          <p:nvSpPr>
            <p:cNvPr id="11276" name="Google Shape;11276;p42"/>
            <p:cNvSpPr/>
            <p:nvPr/>
          </p:nvSpPr>
          <p:spPr>
            <a:xfrm>
              <a:off x="7144726" y="3355496"/>
              <a:ext cx="260690" cy="362032"/>
            </a:xfrm>
            <a:custGeom>
              <a:rect b="b" l="l" r="r" t="t"/>
              <a:pathLst>
                <a:path extrusionOk="0" h="13818" w="9950">
                  <a:moveTo>
                    <a:pt x="4975" y="0"/>
                  </a:moveTo>
                  <a:cubicBezTo>
                    <a:pt x="3940" y="20"/>
                    <a:pt x="3087" y="796"/>
                    <a:pt x="2972" y="1812"/>
                  </a:cubicBezTo>
                  <a:lnTo>
                    <a:pt x="2329" y="7391"/>
                  </a:lnTo>
                  <a:cubicBezTo>
                    <a:pt x="2301" y="7669"/>
                    <a:pt x="2118" y="7899"/>
                    <a:pt x="1860" y="8004"/>
                  </a:cubicBezTo>
                  <a:cubicBezTo>
                    <a:pt x="1294" y="8225"/>
                    <a:pt x="815" y="8627"/>
                    <a:pt x="508" y="9145"/>
                  </a:cubicBezTo>
                  <a:cubicBezTo>
                    <a:pt x="19" y="9931"/>
                    <a:pt x="0" y="10909"/>
                    <a:pt x="460" y="11704"/>
                  </a:cubicBezTo>
                  <a:cubicBezTo>
                    <a:pt x="844" y="12366"/>
                    <a:pt x="1476" y="12711"/>
                    <a:pt x="2291" y="12806"/>
                  </a:cubicBezTo>
                  <a:cubicBezTo>
                    <a:pt x="2521" y="12835"/>
                    <a:pt x="2742" y="12941"/>
                    <a:pt x="2895" y="13113"/>
                  </a:cubicBezTo>
                  <a:cubicBezTo>
                    <a:pt x="3331" y="13583"/>
                    <a:pt x="4153" y="13818"/>
                    <a:pt x="4975" y="13818"/>
                  </a:cubicBezTo>
                  <a:cubicBezTo>
                    <a:pt x="5797" y="13818"/>
                    <a:pt x="6619" y="13583"/>
                    <a:pt x="7055" y="13113"/>
                  </a:cubicBezTo>
                  <a:cubicBezTo>
                    <a:pt x="7218" y="12941"/>
                    <a:pt x="7429" y="12835"/>
                    <a:pt x="7668" y="12806"/>
                  </a:cubicBezTo>
                  <a:cubicBezTo>
                    <a:pt x="8483" y="12711"/>
                    <a:pt x="9106" y="12366"/>
                    <a:pt x="9490" y="11704"/>
                  </a:cubicBezTo>
                  <a:cubicBezTo>
                    <a:pt x="9950" y="10909"/>
                    <a:pt x="9931" y="9931"/>
                    <a:pt x="9442" y="9145"/>
                  </a:cubicBezTo>
                  <a:cubicBezTo>
                    <a:pt x="9135" y="8627"/>
                    <a:pt x="8656" y="8225"/>
                    <a:pt x="8090" y="8004"/>
                  </a:cubicBezTo>
                  <a:cubicBezTo>
                    <a:pt x="7831" y="7899"/>
                    <a:pt x="7649" y="7669"/>
                    <a:pt x="7630" y="7391"/>
                  </a:cubicBezTo>
                  <a:lnTo>
                    <a:pt x="6997" y="1822"/>
                  </a:lnTo>
                  <a:cubicBezTo>
                    <a:pt x="6882" y="825"/>
                    <a:pt x="6068" y="48"/>
                    <a:pt x="5061" y="0"/>
                  </a:cubicBezTo>
                  <a:close/>
                </a:path>
              </a:pathLst>
            </a:custGeom>
            <a:solidFill>
              <a:srgbClr val="D6DC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277" name="Google Shape;11277;p42"/>
            <p:cNvSpPr/>
            <p:nvPr/>
          </p:nvSpPr>
          <p:spPr>
            <a:xfrm>
              <a:off x="7232601" y="3355496"/>
              <a:ext cx="172579" cy="330277"/>
            </a:xfrm>
            <a:custGeom>
              <a:rect b="b" l="l" r="r" t="t"/>
              <a:pathLst>
                <a:path extrusionOk="0" h="12606" w="6587">
                  <a:moveTo>
                    <a:pt x="1611" y="0"/>
                  </a:moveTo>
                  <a:cubicBezTo>
                    <a:pt x="979" y="0"/>
                    <a:pt x="375" y="307"/>
                    <a:pt x="1" y="825"/>
                  </a:cubicBezTo>
                  <a:cubicBezTo>
                    <a:pt x="231" y="729"/>
                    <a:pt x="480" y="681"/>
                    <a:pt x="720" y="681"/>
                  </a:cubicBezTo>
                  <a:lnTo>
                    <a:pt x="816" y="681"/>
                  </a:lnTo>
                  <a:cubicBezTo>
                    <a:pt x="1813" y="729"/>
                    <a:pt x="2637" y="1496"/>
                    <a:pt x="2742" y="2502"/>
                  </a:cubicBezTo>
                  <a:lnTo>
                    <a:pt x="3375" y="8071"/>
                  </a:lnTo>
                  <a:cubicBezTo>
                    <a:pt x="3404" y="8340"/>
                    <a:pt x="3586" y="8579"/>
                    <a:pt x="3845" y="8685"/>
                  </a:cubicBezTo>
                  <a:cubicBezTo>
                    <a:pt x="4410" y="8896"/>
                    <a:pt x="4890" y="9308"/>
                    <a:pt x="5196" y="9825"/>
                  </a:cubicBezTo>
                  <a:cubicBezTo>
                    <a:pt x="5685" y="10602"/>
                    <a:pt x="5704" y="11589"/>
                    <a:pt x="5244" y="12385"/>
                  </a:cubicBezTo>
                  <a:cubicBezTo>
                    <a:pt x="5206" y="12461"/>
                    <a:pt x="5148" y="12528"/>
                    <a:pt x="5100" y="12605"/>
                  </a:cubicBezTo>
                  <a:cubicBezTo>
                    <a:pt x="5532" y="12423"/>
                    <a:pt x="5896" y="12107"/>
                    <a:pt x="6136" y="11695"/>
                  </a:cubicBezTo>
                  <a:cubicBezTo>
                    <a:pt x="6586" y="10909"/>
                    <a:pt x="6577" y="9921"/>
                    <a:pt x="6088" y="9145"/>
                  </a:cubicBezTo>
                  <a:cubicBezTo>
                    <a:pt x="5771" y="8627"/>
                    <a:pt x="5302" y="8215"/>
                    <a:pt x="4727" y="8004"/>
                  </a:cubicBezTo>
                  <a:cubicBezTo>
                    <a:pt x="4477" y="7899"/>
                    <a:pt x="4295" y="7659"/>
                    <a:pt x="4266" y="7391"/>
                  </a:cubicBezTo>
                  <a:lnTo>
                    <a:pt x="3634" y="1812"/>
                  </a:lnTo>
                  <a:cubicBezTo>
                    <a:pt x="3528" y="815"/>
                    <a:pt x="2704" y="39"/>
                    <a:pt x="1698" y="0"/>
                  </a:cubicBezTo>
                  <a:close/>
                </a:path>
              </a:pathLst>
            </a:custGeom>
            <a:solidFill>
              <a:srgbClr val="CBD2D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278" name="Google Shape;11278;p42"/>
            <p:cNvSpPr/>
            <p:nvPr/>
          </p:nvSpPr>
          <p:spPr>
            <a:xfrm>
              <a:off x="7302424" y="3660936"/>
              <a:ext cx="85910" cy="52950"/>
            </a:xfrm>
            <a:custGeom>
              <a:rect b="b" l="l" r="r" t="t"/>
              <a:pathLst>
                <a:path extrusionOk="0" h="2021" w="3279">
                  <a:moveTo>
                    <a:pt x="1951" y="1"/>
                  </a:moveTo>
                  <a:cubicBezTo>
                    <a:pt x="1467" y="1"/>
                    <a:pt x="757" y="177"/>
                    <a:pt x="269" y="1072"/>
                  </a:cubicBezTo>
                  <a:lnTo>
                    <a:pt x="1" y="2021"/>
                  </a:lnTo>
                  <a:cubicBezTo>
                    <a:pt x="394" y="1925"/>
                    <a:pt x="748" y="1733"/>
                    <a:pt x="1026" y="1455"/>
                  </a:cubicBezTo>
                  <a:cubicBezTo>
                    <a:pt x="1189" y="1283"/>
                    <a:pt x="1410" y="1168"/>
                    <a:pt x="1640" y="1148"/>
                  </a:cubicBezTo>
                  <a:cubicBezTo>
                    <a:pt x="2340" y="1072"/>
                    <a:pt x="2896" y="803"/>
                    <a:pt x="3279" y="315"/>
                  </a:cubicBezTo>
                  <a:lnTo>
                    <a:pt x="2483" y="75"/>
                  </a:lnTo>
                  <a:cubicBezTo>
                    <a:pt x="2483" y="75"/>
                    <a:pt x="2265" y="1"/>
                    <a:pt x="1951" y="1"/>
                  </a:cubicBezTo>
                  <a:close/>
                </a:path>
              </a:pathLst>
            </a:custGeom>
            <a:solidFill>
              <a:srgbClr val="B8C1C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279" name="Google Shape;11279;p42"/>
            <p:cNvSpPr/>
            <p:nvPr/>
          </p:nvSpPr>
          <p:spPr>
            <a:xfrm>
              <a:off x="7161285" y="3661198"/>
              <a:ext cx="84652" cy="52452"/>
            </a:xfrm>
            <a:custGeom>
              <a:rect b="b" l="l" r="r" t="t"/>
              <a:pathLst>
                <a:path extrusionOk="0" h="2002" w="3231">
                  <a:moveTo>
                    <a:pt x="1290" y="0"/>
                  </a:moveTo>
                  <a:cubicBezTo>
                    <a:pt x="976" y="0"/>
                    <a:pt x="758" y="74"/>
                    <a:pt x="758" y="74"/>
                  </a:cubicBezTo>
                  <a:lnTo>
                    <a:pt x="1" y="295"/>
                  </a:lnTo>
                  <a:cubicBezTo>
                    <a:pt x="394" y="793"/>
                    <a:pt x="950" y="1062"/>
                    <a:pt x="1649" y="1148"/>
                  </a:cubicBezTo>
                  <a:cubicBezTo>
                    <a:pt x="1889" y="1167"/>
                    <a:pt x="2100" y="1282"/>
                    <a:pt x="2263" y="1445"/>
                  </a:cubicBezTo>
                  <a:cubicBezTo>
                    <a:pt x="2531" y="1714"/>
                    <a:pt x="2867" y="1905"/>
                    <a:pt x="3231" y="2001"/>
                  </a:cubicBezTo>
                  <a:lnTo>
                    <a:pt x="2972" y="1071"/>
                  </a:lnTo>
                  <a:cubicBezTo>
                    <a:pt x="2484" y="176"/>
                    <a:pt x="1774" y="0"/>
                    <a:pt x="1290" y="0"/>
                  </a:cubicBezTo>
                  <a:close/>
                </a:path>
              </a:pathLst>
            </a:custGeom>
            <a:solidFill>
              <a:srgbClr val="B8C1C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280" name="Google Shape;11280;p42"/>
            <p:cNvSpPr/>
            <p:nvPr/>
          </p:nvSpPr>
          <p:spPr>
            <a:xfrm>
              <a:off x="7175066" y="3655617"/>
              <a:ext cx="71631" cy="39195"/>
            </a:xfrm>
            <a:custGeom>
              <a:rect b="b" l="l" r="r" t="t"/>
              <a:pathLst>
                <a:path extrusionOk="0" h="1496" w="2734">
                  <a:moveTo>
                    <a:pt x="825" y="0"/>
                  </a:moveTo>
                  <a:cubicBezTo>
                    <a:pt x="620" y="0"/>
                    <a:pt x="417" y="28"/>
                    <a:pt x="222" y="86"/>
                  </a:cubicBezTo>
                  <a:cubicBezTo>
                    <a:pt x="1" y="175"/>
                    <a:pt x="83" y="485"/>
                    <a:pt x="294" y="485"/>
                  </a:cubicBezTo>
                  <a:cubicBezTo>
                    <a:pt x="311" y="485"/>
                    <a:pt x="328" y="483"/>
                    <a:pt x="347" y="479"/>
                  </a:cubicBezTo>
                  <a:cubicBezTo>
                    <a:pt x="365" y="476"/>
                    <a:pt x="547" y="419"/>
                    <a:pt x="804" y="419"/>
                  </a:cubicBezTo>
                  <a:cubicBezTo>
                    <a:pt x="1230" y="419"/>
                    <a:pt x="1864" y="574"/>
                    <a:pt x="2312" y="1380"/>
                  </a:cubicBezTo>
                  <a:cubicBezTo>
                    <a:pt x="2350" y="1447"/>
                    <a:pt x="2417" y="1495"/>
                    <a:pt x="2494" y="1495"/>
                  </a:cubicBezTo>
                  <a:cubicBezTo>
                    <a:pt x="2532" y="1495"/>
                    <a:pt x="2561" y="1486"/>
                    <a:pt x="2590" y="1466"/>
                  </a:cubicBezTo>
                  <a:cubicBezTo>
                    <a:pt x="2695" y="1409"/>
                    <a:pt x="2734" y="1284"/>
                    <a:pt x="2676" y="1179"/>
                  </a:cubicBezTo>
                  <a:cubicBezTo>
                    <a:pt x="2226" y="345"/>
                    <a:pt x="1584" y="86"/>
                    <a:pt x="1123" y="19"/>
                  </a:cubicBezTo>
                  <a:cubicBezTo>
                    <a:pt x="1024" y="7"/>
                    <a:pt x="924" y="0"/>
                    <a:pt x="825" y="0"/>
                  </a:cubicBezTo>
                  <a:close/>
                </a:path>
              </a:pathLst>
            </a:custGeom>
            <a:solidFill>
              <a:srgbClr val="5F758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281" name="Google Shape;11281;p42"/>
            <p:cNvSpPr/>
            <p:nvPr/>
          </p:nvSpPr>
          <p:spPr>
            <a:xfrm>
              <a:off x="7302686" y="3655670"/>
              <a:ext cx="72784" cy="39143"/>
            </a:xfrm>
            <a:custGeom>
              <a:rect b="b" l="l" r="r" t="t"/>
              <a:pathLst>
                <a:path extrusionOk="0" h="1494" w="2778">
                  <a:moveTo>
                    <a:pt x="1958" y="1"/>
                  </a:moveTo>
                  <a:cubicBezTo>
                    <a:pt x="1849" y="1"/>
                    <a:pt x="1739" y="10"/>
                    <a:pt x="1630" y="27"/>
                  </a:cubicBezTo>
                  <a:cubicBezTo>
                    <a:pt x="1179" y="84"/>
                    <a:pt x="537" y="343"/>
                    <a:pt x="77" y="1177"/>
                  </a:cubicBezTo>
                  <a:cubicBezTo>
                    <a:pt x="0" y="1321"/>
                    <a:pt x="96" y="1493"/>
                    <a:pt x="259" y="1493"/>
                  </a:cubicBezTo>
                  <a:cubicBezTo>
                    <a:pt x="336" y="1484"/>
                    <a:pt x="403" y="1445"/>
                    <a:pt x="432" y="1378"/>
                  </a:cubicBezTo>
                  <a:cubicBezTo>
                    <a:pt x="880" y="571"/>
                    <a:pt x="1516" y="413"/>
                    <a:pt x="1942" y="413"/>
                  </a:cubicBezTo>
                  <a:cubicBezTo>
                    <a:pt x="2198" y="413"/>
                    <a:pt x="2379" y="470"/>
                    <a:pt x="2397" y="477"/>
                  </a:cubicBezTo>
                  <a:cubicBezTo>
                    <a:pt x="2427" y="489"/>
                    <a:pt x="2455" y="494"/>
                    <a:pt x="2482" y="494"/>
                  </a:cubicBezTo>
                  <a:cubicBezTo>
                    <a:pt x="2692" y="494"/>
                    <a:pt x="2778" y="161"/>
                    <a:pt x="2531" y="84"/>
                  </a:cubicBezTo>
                  <a:cubicBezTo>
                    <a:pt x="2346" y="29"/>
                    <a:pt x="2153" y="1"/>
                    <a:pt x="1958" y="1"/>
                  </a:cubicBezTo>
                  <a:close/>
                </a:path>
              </a:pathLst>
            </a:custGeom>
            <a:solidFill>
              <a:srgbClr val="5F758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1282" name="Google Shape;11282;p42"/>
          <p:cNvGrpSpPr/>
          <p:nvPr/>
        </p:nvGrpSpPr>
        <p:grpSpPr>
          <a:xfrm>
            <a:off x="6705719" y="4095051"/>
            <a:ext cx="261712" cy="361769"/>
            <a:chOff x="6705719" y="4278051"/>
            <a:chExt cx="261712" cy="361769"/>
          </a:xfrm>
        </p:grpSpPr>
        <p:sp>
          <p:nvSpPr>
            <p:cNvPr id="11283" name="Google Shape;11283;p42"/>
            <p:cNvSpPr/>
            <p:nvPr/>
          </p:nvSpPr>
          <p:spPr>
            <a:xfrm>
              <a:off x="6863443" y="4340328"/>
              <a:ext cx="14331" cy="32802"/>
            </a:xfrm>
            <a:custGeom>
              <a:rect b="b" l="l" r="r" t="t"/>
              <a:pathLst>
                <a:path extrusionOk="0" h="1252" w="547">
                  <a:moveTo>
                    <a:pt x="274" y="0"/>
                  </a:moveTo>
                  <a:cubicBezTo>
                    <a:pt x="137" y="0"/>
                    <a:pt x="0" y="91"/>
                    <a:pt x="0" y="274"/>
                  </a:cubicBezTo>
                  <a:lnTo>
                    <a:pt x="0" y="973"/>
                  </a:lnTo>
                  <a:cubicBezTo>
                    <a:pt x="0" y="1127"/>
                    <a:pt x="125" y="1251"/>
                    <a:pt x="278" y="1251"/>
                  </a:cubicBezTo>
                  <a:cubicBezTo>
                    <a:pt x="422" y="1242"/>
                    <a:pt x="547" y="1127"/>
                    <a:pt x="547" y="973"/>
                  </a:cubicBezTo>
                  <a:lnTo>
                    <a:pt x="547" y="274"/>
                  </a:lnTo>
                  <a:cubicBezTo>
                    <a:pt x="547" y="91"/>
                    <a:pt x="410" y="0"/>
                    <a:pt x="274" y="0"/>
                  </a:cubicBezTo>
                  <a:close/>
                </a:path>
              </a:pathLst>
            </a:custGeom>
            <a:solidFill>
              <a:srgbClr val="7B8B9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284" name="Google Shape;11284;p42"/>
            <p:cNvSpPr/>
            <p:nvPr/>
          </p:nvSpPr>
          <p:spPr>
            <a:xfrm>
              <a:off x="6863443" y="4573875"/>
              <a:ext cx="14331" cy="65945"/>
            </a:xfrm>
            <a:custGeom>
              <a:rect b="b" l="l" r="r" t="t"/>
              <a:pathLst>
                <a:path extrusionOk="0" h="2517" w="547">
                  <a:moveTo>
                    <a:pt x="274" y="1"/>
                  </a:moveTo>
                  <a:cubicBezTo>
                    <a:pt x="137" y="1"/>
                    <a:pt x="0" y="92"/>
                    <a:pt x="0" y="274"/>
                  </a:cubicBezTo>
                  <a:lnTo>
                    <a:pt x="0" y="2248"/>
                  </a:lnTo>
                  <a:cubicBezTo>
                    <a:pt x="0" y="2392"/>
                    <a:pt x="125" y="2517"/>
                    <a:pt x="278" y="2517"/>
                  </a:cubicBezTo>
                  <a:cubicBezTo>
                    <a:pt x="422" y="2517"/>
                    <a:pt x="547" y="2392"/>
                    <a:pt x="547" y="2248"/>
                  </a:cubicBezTo>
                  <a:lnTo>
                    <a:pt x="547" y="274"/>
                  </a:lnTo>
                  <a:cubicBezTo>
                    <a:pt x="547" y="92"/>
                    <a:pt x="410" y="1"/>
                    <a:pt x="274" y="1"/>
                  </a:cubicBezTo>
                  <a:close/>
                </a:path>
              </a:pathLst>
            </a:custGeom>
            <a:solidFill>
              <a:srgbClr val="7B8B9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285" name="Google Shape;11285;p42"/>
            <p:cNvSpPr/>
            <p:nvPr/>
          </p:nvSpPr>
          <p:spPr>
            <a:xfrm>
              <a:off x="6773787" y="4364563"/>
              <a:ext cx="193644" cy="190133"/>
            </a:xfrm>
            <a:custGeom>
              <a:rect b="b" l="l" r="r" t="t"/>
              <a:pathLst>
                <a:path extrusionOk="0" h="7257" w="7391">
                  <a:moveTo>
                    <a:pt x="767" y="0"/>
                  </a:moveTo>
                  <a:cubicBezTo>
                    <a:pt x="336" y="0"/>
                    <a:pt x="0" y="365"/>
                    <a:pt x="48" y="796"/>
                  </a:cubicBezTo>
                  <a:lnTo>
                    <a:pt x="585" y="6288"/>
                  </a:lnTo>
                  <a:cubicBezTo>
                    <a:pt x="662" y="7036"/>
                    <a:pt x="1295" y="7256"/>
                    <a:pt x="2042" y="7256"/>
                  </a:cubicBezTo>
                  <a:lnTo>
                    <a:pt x="5340" y="7256"/>
                  </a:lnTo>
                  <a:cubicBezTo>
                    <a:pt x="6097" y="7256"/>
                    <a:pt x="6729" y="7036"/>
                    <a:pt x="6806" y="6288"/>
                  </a:cubicBezTo>
                  <a:lnTo>
                    <a:pt x="7343" y="796"/>
                  </a:lnTo>
                  <a:cubicBezTo>
                    <a:pt x="7391" y="365"/>
                    <a:pt x="7055" y="0"/>
                    <a:pt x="6624" y="0"/>
                  </a:cubicBezTo>
                  <a:close/>
                </a:path>
              </a:pathLst>
            </a:custGeom>
            <a:solidFill>
              <a:srgbClr val="E7EB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286" name="Google Shape;11286;p42"/>
            <p:cNvSpPr/>
            <p:nvPr/>
          </p:nvSpPr>
          <p:spPr>
            <a:xfrm>
              <a:off x="6877512" y="4364563"/>
              <a:ext cx="89918" cy="190133"/>
            </a:xfrm>
            <a:custGeom>
              <a:rect b="b" l="l" r="r" t="t"/>
              <a:pathLst>
                <a:path extrusionOk="0" h="7257" w="3432">
                  <a:moveTo>
                    <a:pt x="2681" y="0"/>
                  </a:moveTo>
                  <a:cubicBezTo>
                    <a:pt x="2676" y="0"/>
                    <a:pt x="2670" y="0"/>
                    <a:pt x="2665" y="0"/>
                  </a:cubicBezTo>
                  <a:lnTo>
                    <a:pt x="1275" y="0"/>
                  </a:lnTo>
                  <a:cubicBezTo>
                    <a:pt x="1706" y="0"/>
                    <a:pt x="2042" y="365"/>
                    <a:pt x="1994" y="796"/>
                  </a:cubicBezTo>
                  <a:lnTo>
                    <a:pt x="1457" y="6288"/>
                  </a:lnTo>
                  <a:cubicBezTo>
                    <a:pt x="1381" y="7036"/>
                    <a:pt x="748" y="7256"/>
                    <a:pt x="0" y="7256"/>
                  </a:cubicBezTo>
                  <a:lnTo>
                    <a:pt x="1390" y="7256"/>
                  </a:lnTo>
                  <a:cubicBezTo>
                    <a:pt x="2138" y="7256"/>
                    <a:pt x="2770" y="7036"/>
                    <a:pt x="2847" y="6288"/>
                  </a:cubicBezTo>
                  <a:lnTo>
                    <a:pt x="3393" y="796"/>
                  </a:lnTo>
                  <a:cubicBezTo>
                    <a:pt x="3431" y="370"/>
                    <a:pt x="3105" y="0"/>
                    <a:pt x="2681" y="0"/>
                  </a:cubicBezTo>
                  <a:close/>
                </a:path>
              </a:pathLst>
            </a:custGeom>
            <a:solidFill>
              <a:srgbClr val="D2D8D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287" name="Google Shape;11287;p42"/>
            <p:cNvSpPr/>
            <p:nvPr/>
          </p:nvSpPr>
          <p:spPr>
            <a:xfrm>
              <a:off x="6779315" y="4427600"/>
              <a:ext cx="182850" cy="127096"/>
            </a:xfrm>
            <a:custGeom>
              <a:rect b="b" l="l" r="r" t="t"/>
              <a:pathLst>
                <a:path extrusionOk="0" h="4851" w="6979">
                  <a:moveTo>
                    <a:pt x="0" y="0"/>
                  </a:moveTo>
                  <a:lnTo>
                    <a:pt x="384" y="3882"/>
                  </a:lnTo>
                  <a:cubicBezTo>
                    <a:pt x="451" y="4630"/>
                    <a:pt x="1084" y="4850"/>
                    <a:pt x="1841" y="4850"/>
                  </a:cubicBezTo>
                  <a:lnTo>
                    <a:pt x="5138" y="4850"/>
                  </a:lnTo>
                  <a:cubicBezTo>
                    <a:pt x="5886" y="4850"/>
                    <a:pt x="6518" y="4630"/>
                    <a:pt x="6595" y="3882"/>
                  </a:cubicBezTo>
                  <a:lnTo>
                    <a:pt x="6979" y="10"/>
                  </a:lnTo>
                  <a:lnTo>
                    <a:pt x="6969" y="0"/>
                  </a:lnTo>
                  <a:close/>
                </a:path>
              </a:pathLst>
            </a:custGeom>
            <a:solidFill>
              <a:srgbClr val="A4B3B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288" name="Google Shape;11288;p42"/>
            <p:cNvSpPr/>
            <p:nvPr/>
          </p:nvSpPr>
          <p:spPr>
            <a:xfrm>
              <a:off x="6877512" y="4427600"/>
              <a:ext cx="84652" cy="127096"/>
            </a:xfrm>
            <a:custGeom>
              <a:rect b="b" l="l" r="r" t="t"/>
              <a:pathLst>
                <a:path extrusionOk="0" h="4851" w="3231">
                  <a:moveTo>
                    <a:pt x="1841" y="0"/>
                  </a:moveTo>
                  <a:lnTo>
                    <a:pt x="1457" y="3882"/>
                  </a:lnTo>
                  <a:cubicBezTo>
                    <a:pt x="1381" y="4630"/>
                    <a:pt x="748" y="4850"/>
                    <a:pt x="0" y="4850"/>
                  </a:cubicBezTo>
                  <a:lnTo>
                    <a:pt x="1390" y="4850"/>
                  </a:lnTo>
                  <a:cubicBezTo>
                    <a:pt x="2138" y="4850"/>
                    <a:pt x="2770" y="4630"/>
                    <a:pt x="2847" y="3882"/>
                  </a:cubicBezTo>
                  <a:lnTo>
                    <a:pt x="3231" y="10"/>
                  </a:lnTo>
                  <a:lnTo>
                    <a:pt x="3221" y="0"/>
                  </a:lnTo>
                  <a:close/>
                </a:path>
              </a:pathLst>
            </a:custGeom>
            <a:solidFill>
              <a:srgbClr val="8C9EA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289" name="Google Shape;11289;p42"/>
            <p:cNvSpPr/>
            <p:nvPr/>
          </p:nvSpPr>
          <p:spPr>
            <a:xfrm>
              <a:off x="6826029" y="4554670"/>
              <a:ext cx="89421" cy="29396"/>
            </a:xfrm>
            <a:custGeom>
              <a:rect b="b" l="l" r="r" t="t"/>
              <a:pathLst>
                <a:path extrusionOk="0" h="1122" w="3413">
                  <a:moveTo>
                    <a:pt x="0" y="0"/>
                  </a:moveTo>
                  <a:lnTo>
                    <a:pt x="0" y="537"/>
                  </a:lnTo>
                  <a:cubicBezTo>
                    <a:pt x="0" y="854"/>
                    <a:pt x="259" y="1122"/>
                    <a:pt x="585" y="1122"/>
                  </a:cubicBezTo>
                  <a:lnTo>
                    <a:pt x="2828" y="1122"/>
                  </a:lnTo>
                  <a:cubicBezTo>
                    <a:pt x="3144" y="1112"/>
                    <a:pt x="3403" y="854"/>
                    <a:pt x="3413" y="537"/>
                  </a:cubicBezTo>
                  <a:lnTo>
                    <a:pt x="3413" y="0"/>
                  </a:lnTo>
                  <a:close/>
                </a:path>
              </a:pathLst>
            </a:custGeom>
            <a:solidFill>
              <a:srgbClr val="A4B3B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290" name="Google Shape;11290;p42"/>
            <p:cNvSpPr/>
            <p:nvPr/>
          </p:nvSpPr>
          <p:spPr>
            <a:xfrm>
              <a:off x="6871722" y="4554670"/>
              <a:ext cx="43728" cy="29396"/>
            </a:xfrm>
            <a:custGeom>
              <a:rect b="b" l="l" r="r" t="t"/>
              <a:pathLst>
                <a:path extrusionOk="0" h="1122" w="1669">
                  <a:moveTo>
                    <a:pt x="576" y="0"/>
                  </a:moveTo>
                  <a:lnTo>
                    <a:pt x="576" y="537"/>
                  </a:lnTo>
                  <a:cubicBezTo>
                    <a:pt x="576" y="854"/>
                    <a:pt x="317" y="1122"/>
                    <a:pt x="1" y="1122"/>
                  </a:cubicBezTo>
                  <a:lnTo>
                    <a:pt x="1084" y="1122"/>
                  </a:lnTo>
                  <a:cubicBezTo>
                    <a:pt x="1410" y="1122"/>
                    <a:pt x="1669" y="854"/>
                    <a:pt x="1669" y="537"/>
                  </a:cubicBezTo>
                  <a:lnTo>
                    <a:pt x="1669" y="0"/>
                  </a:lnTo>
                  <a:close/>
                </a:path>
              </a:pathLst>
            </a:custGeom>
            <a:solidFill>
              <a:srgbClr val="8C9EA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291" name="Google Shape;11291;p42"/>
            <p:cNvSpPr/>
            <p:nvPr/>
          </p:nvSpPr>
          <p:spPr>
            <a:xfrm>
              <a:off x="6863443" y="4278051"/>
              <a:ext cx="14331" cy="32540"/>
            </a:xfrm>
            <a:custGeom>
              <a:rect b="b" l="l" r="r" t="t"/>
              <a:pathLst>
                <a:path extrusionOk="0" h="1242" w="547">
                  <a:moveTo>
                    <a:pt x="274" y="0"/>
                  </a:moveTo>
                  <a:cubicBezTo>
                    <a:pt x="137" y="0"/>
                    <a:pt x="0" y="91"/>
                    <a:pt x="0" y="273"/>
                  </a:cubicBezTo>
                  <a:lnTo>
                    <a:pt x="0" y="973"/>
                  </a:lnTo>
                  <a:cubicBezTo>
                    <a:pt x="0" y="1117"/>
                    <a:pt x="125" y="1241"/>
                    <a:pt x="278" y="1241"/>
                  </a:cubicBezTo>
                  <a:cubicBezTo>
                    <a:pt x="422" y="1241"/>
                    <a:pt x="537" y="1117"/>
                    <a:pt x="547" y="973"/>
                  </a:cubicBezTo>
                  <a:lnTo>
                    <a:pt x="547" y="273"/>
                  </a:lnTo>
                  <a:cubicBezTo>
                    <a:pt x="547" y="91"/>
                    <a:pt x="410" y="0"/>
                    <a:pt x="274" y="0"/>
                  </a:cubicBezTo>
                  <a:close/>
                </a:path>
              </a:pathLst>
            </a:custGeom>
            <a:solidFill>
              <a:srgbClr val="7B8B9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292" name="Google Shape;11292;p42"/>
            <p:cNvSpPr/>
            <p:nvPr/>
          </p:nvSpPr>
          <p:spPr>
            <a:xfrm>
              <a:off x="6705719" y="4296312"/>
              <a:ext cx="200430" cy="343508"/>
            </a:xfrm>
            <a:custGeom>
              <a:rect b="b" l="l" r="r" t="t"/>
              <a:pathLst>
                <a:path extrusionOk="0" h="13111" w="7650">
                  <a:moveTo>
                    <a:pt x="6295" y="0"/>
                  </a:moveTo>
                  <a:cubicBezTo>
                    <a:pt x="5713" y="0"/>
                    <a:pt x="5184" y="374"/>
                    <a:pt x="5004" y="937"/>
                  </a:cubicBezTo>
                  <a:lnTo>
                    <a:pt x="1860" y="937"/>
                  </a:lnTo>
                  <a:cubicBezTo>
                    <a:pt x="835" y="937"/>
                    <a:pt x="1" y="1771"/>
                    <a:pt x="1" y="2797"/>
                  </a:cubicBezTo>
                  <a:lnTo>
                    <a:pt x="1" y="13111"/>
                  </a:lnTo>
                  <a:lnTo>
                    <a:pt x="892" y="13111"/>
                  </a:lnTo>
                  <a:lnTo>
                    <a:pt x="892" y="2797"/>
                  </a:lnTo>
                  <a:cubicBezTo>
                    <a:pt x="892" y="2270"/>
                    <a:pt x="1324" y="1829"/>
                    <a:pt x="1860" y="1829"/>
                  </a:cubicBezTo>
                  <a:lnTo>
                    <a:pt x="5378" y="1829"/>
                  </a:lnTo>
                  <a:cubicBezTo>
                    <a:pt x="5627" y="1829"/>
                    <a:pt x="5829" y="1637"/>
                    <a:pt x="5829" y="1388"/>
                  </a:cubicBezTo>
                  <a:lnTo>
                    <a:pt x="5829" y="1359"/>
                  </a:lnTo>
                  <a:cubicBezTo>
                    <a:pt x="5829" y="1048"/>
                    <a:pt x="6061" y="892"/>
                    <a:pt x="6294" y="892"/>
                  </a:cubicBezTo>
                  <a:cubicBezTo>
                    <a:pt x="6526" y="892"/>
                    <a:pt x="6759" y="1048"/>
                    <a:pt x="6759" y="1359"/>
                  </a:cubicBezTo>
                  <a:cubicBezTo>
                    <a:pt x="6759" y="1656"/>
                    <a:pt x="6981" y="1805"/>
                    <a:pt x="7204" y="1805"/>
                  </a:cubicBezTo>
                  <a:cubicBezTo>
                    <a:pt x="7427" y="1805"/>
                    <a:pt x="7650" y="1656"/>
                    <a:pt x="7650" y="1359"/>
                  </a:cubicBezTo>
                  <a:cubicBezTo>
                    <a:pt x="7650" y="688"/>
                    <a:pt x="7161" y="123"/>
                    <a:pt x="6509" y="17"/>
                  </a:cubicBezTo>
                  <a:cubicBezTo>
                    <a:pt x="6437" y="6"/>
                    <a:pt x="6366" y="0"/>
                    <a:pt x="6295" y="0"/>
                  </a:cubicBezTo>
                  <a:close/>
                </a:path>
              </a:pathLst>
            </a:custGeom>
            <a:solidFill>
              <a:srgbClr val="C6CED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293" name="Google Shape;11293;p42"/>
            <p:cNvSpPr/>
            <p:nvPr/>
          </p:nvSpPr>
          <p:spPr>
            <a:xfrm>
              <a:off x="6922367" y="4395689"/>
              <a:ext cx="42811" cy="14358"/>
            </a:xfrm>
            <a:custGeom>
              <a:rect b="b" l="l" r="r" t="t"/>
              <a:pathLst>
                <a:path extrusionOk="0" h="548" w="1634">
                  <a:moveTo>
                    <a:pt x="360" y="0"/>
                  </a:moveTo>
                  <a:cubicBezTo>
                    <a:pt x="1" y="0"/>
                    <a:pt x="1" y="548"/>
                    <a:pt x="360" y="548"/>
                  </a:cubicBezTo>
                  <a:cubicBezTo>
                    <a:pt x="366" y="548"/>
                    <a:pt x="372" y="548"/>
                    <a:pt x="378" y="547"/>
                  </a:cubicBezTo>
                  <a:lnTo>
                    <a:pt x="1576" y="547"/>
                  </a:lnTo>
                  <a:lnTo>
                    <a:pt x="1634" y="1"/>
                  </a:lnTo>
                  <a:lnTo>
                    <a:pt x="378" y="1"/>
                  </a:lnTo>
                  <a:cubicBezTo>
                    <a:pt x="372" y="1"/>
                    <a:pt x="366" y="0"/>
                    <a:pt x="360" y="0"/>
                  </a:cubicBezTo>
                  <a:close/>
                </a:path>
              </a:pathLst>
            </a:custGeom>
            <a:solidFill>
              <a:srgbClr val="203B5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294" name="Google Shape;11294;p42"/>
            <p:cNvSpPr/>
            <p:nvPr/>
          </p:nvSpPr>
          <p:spPr>
            <a:xfrm>
              <a:off x="6901092" y="4445390"/>
              <a:ext cx="59317" cy="14148"/>
            </a:xfrm>
            <a:custGeom>
              <a:rect b="b" l="l" r="r" t="t"/>
              <a:pathLst>
                <a:path extrusionOk="0" h="540" w="2264">
                  <a:moveTo>
                    <a:pt x="357" y="1"/>
                  </a:moveTo>
                  <a:cubicBezTo>
                    <a:pt x="1" y="1"/>
                    <a:pt x="1" y="540"/>
                    <a:pt x="357" y="540"/>
                  </a:cubicBezTo>
                  <a:cubicBezTo>
                    <a:pt x="366" y="540"/>
                    <a:pt x="375" y="539"/>
                    <a:pt x="385" y="539"/>
                  </a:cubicBezTo>
                  <a:lnTo>
                    <a:pt x="2206" y="539"/>
                  </a:lnTo>
                  <a:lnTo>
                    <a:pt x="2263" y="2"/>
                  </a:lnTo>
                  <a:lnTo>
                    <a:pt x="385" y="2"/>
                  </a:lnTo>
                  <a:cubicBezTo>
                    <a:pt x="375" y="1"/>
                    <a:pt x="366" y="1"/>
                    <a:pt x="357" y="1"/>
                  </a:cubicBezTo>
                  <a:close/>
                </a:path>
              </a:pathLst>
            </a:custGeom>
            <a:solidFill>
              <a:srgbClr val="203B5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295" name="Google Shape;11295;p42"/>
            <p:cNvSpPr/>
            <p:nvPr/>
          </p:nvSpPr>
          <p:spPr>
            <a:xfrm>
              <a:off x="6922445" y="4420526"/>
              <a:ext cx="40217" cy="14148"/>
            </a:xfrm>
            <a:custGeom>
              <a:rect b="b" l="l" r="r" t="t"/>
              <a:pathLst>
                <a:path extrusionOk="0" h="540" w="1535">
                  <a:moveTo>
                    <a:pt x="357" y="1"/>
                  </a:moveTo>
                  <a:cubicBezTo>
                    <a:pt x="1" y="1"/>
                    <a:pt x="1" y="540"/>
                    <a:pt x="357" y="540"/>
                  </a:cubicBezTo>
                  <a:cubicBezTo>
                    <a:pt x="366" y="540"/>
                    <a:pt x="375" y="539"/>
                    <a:pt x="384" y="539"/>
                  </a:cubicBezTo>
                  <a:lnTo>
                    <a:pt x="1487" y="539"/>
                  </a:lnTo>
                  <a:lnTo>
                    <a:pt x="1535" y="2"/>
                  </a:lnTo>
                  <a:lnTo>
                    <a:pt x="384" y="2"/>
                  </a:lnTo>
                  <a:cubicBezTo>
                    <a:pt x="375" y="1"/>
                    <a:pt x="366" y="1"/>
                    <a:pt x="357" y="1"/>
                  </a:cubicBezTo>
                  <a:close/>
                </a:path>
              </a:pathLst>
            </a:custGeom>
            <a:solidFill>
              <a:srgbClr val="203B5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296" name="Google Shape;11296;p42"/>
            <p:cNvSpPr/>
            <p:nvPr/>
          </p:nvSpPr>
          <p:spPr>
            <a:xfrm>
              <a:off x="6922445" y="4470254"/>
              <a:ext cx="35449" cy="14148"/>
            </a:xfrm>
            <a:custGeom>
              <a:rect b="b" l="l" r="r" t="t"/>
              <a:pathLst>
                <a:path extrusionOk="0" h="540" w="1353">
                  <a:moveTo>
                    <a:pt x="357" y="1"/>
                  </a:moveTo>
                  <a:cubicBezTo>
                    <a:pt x="1" y="1"/>
                    <a:pt x="1" y="540"/>
                    <a:pt x="357" y="540"/>
                  </a:cubicBezTo>
                  <a:cubicBezTo>
                    <a:pt x="366" y="540"/>
                    <a:pt x="375" y="539"/>
                    <a:pt x="384" y="539"/>
                  </a:cubicBezTo>
                  <a:lnTo>
                    <a:pt x="1295" y="539"/>
                  </a:lnTo>
                  <a:lnTo>
                    <a:pt x="1353" y="2"/>
                  </a:lnTo>
                  <a:lnTo>
                    <a:pt x="384" y="2"/>
                  </a:lnTo>
                  <a:cubicBezTo>
                    <a:pt x="375" y="1"/>
                    <a:pt x="366" y="1"/>
                    <a:pt x="357" y="1"/>
                  </a:cubicBezTo>
                  <a:close/>
                </a:path>
              </a:pathLst>
            </a:custGeom>
            <a:solidFill>
              <a:srgbClr val="203B5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297" name="Google Shape;11297;p42"/>
            <p:cNvSpPr/>
            <p:nvPr/>
          </p:nvSpPr>
          <p:spPr>
            <a:xfrm>
              <a:off x="6901014" y="4494882"/>
              <a:ext cx="54365" cy="14358"/>
            </a:xfrm>
            <a:custGeom>
              <a:rect b="b" l="l" r="r" t="t"/>
              <a:pathLst>
                <a:path extrusionOk="0" h="548" w="2075">
                  <a:moveTo>
                    <a:pt x="369" y="1"/>
                  </a:moveTo>
                  <a:cubicBezTo>
                    <a:pt x="1" y="1"/>
                    <a:pt x="1" y="548"/>
                    <a:pt x="369" y="548"/>
                  </a:cubicBezTo>
                  <a:cubicBezTo>
                    <a:pt x="375" y="548"/>
                    <a:pt x="381" y="548"/>
                    <a:pt x="388" y="548"/>
                  </a:cubicBezTo>
                  <a:lnTo>
                    <a:pt x="2017" y="548"/>
                  </a:lnTo>
                  <a:lnTo>
                    <a:pt x="2075" y="1"/>
                  </a:lnTo>
                  <a:lnTo>
                    <a:pt x="388" y="1"/>
                  </a:lnTo>
                  <a:cubicBezTo>
                    <a:pt x="381" y="1"/>
                    <a:pt x="375" y="1"/>
                    <a:pt x="369" y="1"/>
                  </a:cubicBezTo>
                  <a:close/>
                </a:path>
              </a:pathLst>
            </a:custGeom>
            <a:solidFill>
              <a:srgbClr val="203B5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1298" name="Google Shape;11298;p42"/>
          <p:cNvGrpSpPr/>
          <p:nvPr/>
        </p:nvGrpSpPr>
        <p:grpSpPr>
          <a:xfrm>
            <a:off x="5750650" y="2708652"/>
            <a:ext cx="320217" cy="361402"/>
            <a:chOff x="5750650" y="2891652"/>
            <a:chExt cx="320217" cy="361402"/>
          </a:xfrm>
        </p:grpSpPr>
        <p:sp>
          <p:nvSpPr>
            <p:cNvPr id="11299" name="Google Shape;11299;p42"/>
            <p:cNvSpPr/>
            <p:nvPr/>
          </p:nvSpPr>
          <p:spPr>
            <a:xfrm>
              <a:off x="5750650" y="2891652"/>
              <a:ext cx="196919" cy="193644"/>
            </a:xfrm>
            <a:custGeom>
              <a:rect b="b" l="l" r="r" t="t"/>
              <a:pathLst>
                <a:path extrusionOk="0" h="7391" w="7516">
                  <a:moveTo>
                    <a:pt x="777" y="0"/>
                  </a:moveTo>
                  <a:cubicBezTo>
                    <a:pt x="346" y="0"/>
                    <a:pt x="1" y="384"/>
                    <a:pt x="49" y="815"/>
                  </a:cubicBezTo>
                  <a:lnTo>
                    <a:pt x="595" y="6403"/>
                  </a:lnTo>
                  <a:cubicBezTo>
                    <a:pt x="672" y="7170"/>
                    <a:pt x="1314" y="7391"/>
                    <a:pt x="2081" y="7391"/>
                  </a:cubicBezTo>
                  <a:lnTo>
                    <a:pt x="5436" y="7391"/>
                  </a:lnTo>
                  <a:cubicBezTo>
                    <a:pt x="6202" y="7391"/>
                    <a:pt x="6845" y="7161"/>
                    <a:pt x="6921" y="6403"/>
                  </a:cubicBezTo>
                  <a:lnTo>
                    <a:pt x="7468" y="815"/>
                  </a:lnTo>
                  <a:cubicBezTo>
                    <a:pt x="7516" y="384"/>
                    <a:pt x="7170" y="0"/>
                    <a:pt x="6739" y="0"/>
                  </a:cubicBezTo>
                  <a:close/>
                </a:path>
              </a:pathLst>
            </a:custGeom>
            <a:solidFill>
              <a:srgbClr val="E7EB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300" name="Google Shape;11300;p42"/>
            <p:cNvSpPr/>
            <p:nvPr/>
          </p:nvSpPr>
          <p:spPr>
            <a:xfrm>
              <a:off x="5847590" y="2891652"/>
              <a:ext cx="99979" cy="193644"/>
            </a:xfrm>
            <a:custGeom>
              <a:rect b="b" l="l" r="r" t="t"/>
              <a:pathLst>
                <a:path extrusionOk="0" h="7391" w="3816">
                  <a:moveTo>
                    <a:pt x="1295" y="0"/>
                  </a:moveTo>
                  <a:cubicBezTo>
                    <a:pt x="1736" y="0"/>
                    <a:pt x="2071" y="384"/>
                    <a:pt x="2033" y="815"/>
                  </a:cubicBezTo>
                  <a:lnTo>
                    <a:pt x="1477" y="6403"/>
                  </a:lnTo>
                  <a:cubicBezTo>
                    <a:pt x="1400" y="7161"/>
                    <a:pt x="758" y="7391"/>
                    <a:pt x="1" y="7391"/>
                  </a:cubicBezTo>
                  <a:lnTo>
                    <a:pt x="1736" y="7391"/>
                  </a:lnTo>
                  <a:cubicBezTo>
                    <a:pt x="2502" y="7391"/>
                    <a:pt x="3145" y="7170"/>
                    <a:pt x="3221" y="6403"/>
                  </a:cubicBezTo>
                  <a:lnTo>
                    <a:pt x="3768" y="815"/>
                  </a:lnTo>
                  <a:cubicBezTo>
                    <a:pt x="3816" y="384"/>
                    <a:pt x="3470" y="0"/>
                    <a:pt x="3039" y="0"/>
                  </a:cubicBezTo>
                  <a:close/>
                </a:path>
              </a:pathLst>
            </a:custGeom>
            <a:solidFill>
              <a:srgbClr val="D2D8D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301" name="Google Shape;11301;p42"/>
            <p:cNvSpPr/>
            <p:nvPr/>
          </p:nvSpPr>
          <p:spPr>
            <a:xfrm>
              <a:off x="5753428" y="2930821"/>
              <a:ext cx="191129" cy="154475"/>
            </a:xfrm>
            <a:custGeom>
              <a:rect b="b" l="l" r="r" t="t"/>
              <a:pathLst>
                <a:path extrusionOk="0" h="5896" w="7295">
                  <a:moveTo>
                    <a:pt x="19" y="1"/>
                  </a:moveTo>
                  <a:lnTo>
                    <a:pt x="0" y="20"/>
                  </a:lnTo>
                  <a:lnTo>
                    <a:pt x="479" y="4908"/>
                  </a:lnTo>
                  <a:cubicBezTo>
                    <a:pt x="556" y="5675"/>
                    <a:pt x="1198" y="5896"/>
                    <a:pt x="1955" y="5896"/>
                  </a:cubicBezTo>
                  <a:lnTo>
                    <a:pt x="5330" y="5896"/>
                  </a:lnTo>
                  <a:cubicBezTo>
                    <a:pt x="6096" y="5896"/>
                    <a:pt x="6739" y="5675"/>
                    <a:pt x="6815" y="4908"/>
                  </a:cubicBezTo>
                  <a:lnTo>
                    <a:pt x="7295" y="1"/>
                  </a:lnTo>
                  <a:close/>
                </a:path>
              </a:pathLst>
            </a:custGeom>
            <a:solidFill>
              <a:srgbClr val="657A8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302" name="Google Shape;11302;p42"/>
            <p:cNvSpPr/>
            <p:nvPr/>
          </p:nvSpPr>
          <p:spPr>
            <a:xfrm>
              <a:off x="5847852" y="2930821"/>
              <a:ext cx="96966" cy="154475"/>
            </a:xfrm>
            <a:custGeom>
              <a:rect b="b" l="l" r="r" t="t"/>
              <a:pathLst>
                <a:path extrusionOk="0" h="5896" w="3701">
                  <a:moveTo>
                    <a:pt x="1956" y="1"/>
                  </a:moveTo>
                  <a:lnTo>
                    <a:pt x="1476" y="4908"/>
                  </a:lnTo>
                  <a:cubicBezTo>
                    <a:pt x="1409" y="5675"/>
                    <a:pt x="757" y="5896"/>
                    <a:pt x="0" y="5896"/>
                  </a:cubicBezTo>
                  <a:lnTo>
                    <a:pt x="1735" y="5896"/>
                  </a:lnTo>
                  <a:cubicBezTo>
                    <a:pt x="2502" y="5896"/>
                    <a:pt x="3144" y="5675"/>
                    <a:pt x="3221" y="4908"/>
                  </a:cubicBezTo>
                  <a:lnTo>
                    <a:pt x="3700" y="1"/>
                  </a:lnTo>
                  <a:close/>
                </a:path>
              </a:pathLst>
            </a:custGeom>
            <a:solidFill>
              <a:srgbClr val="4E677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303" name="Google Shape;11303;p42"/>
            <p:cNvSpPr/>
            <p:nvPr/>
          </p:nvSpPr>
          <p:spPr>
            <a:xfrm>
              <a:off x="5803653" y="3085270"/>
              <a:ext cx="90940" cy="29920"/>
            </a:xfrm>
            <a:custGeom>
              <a:rect b="b" l="l" r="r" t="t"/>
              <a:pathLst>
                <a:path extrusionOk="0" h="1142" w="3471">
                  <a:moveTo>
                    <a:pt x="0" y="1"/>
                  </a:moveTo>
                  <a:lnTo>
                    <a:pt x="0" y="557"/>
                  </a:lnTo>
                  <a:cubicBezTo>
                    <a:pt x="0" y="882"/>
                    <a:pt x="259" y="1141"/>
                    <a:pt x="585" y="1141"/>
                  </a:cubicBezTo>
                  <a:lnTo>
                    <a:pt x="2885" y="1141"/>
                  </a:lnTo>
                  <a:cubicBezTo>
                    <a:pt x="3211" y="1141"/>
                    <a:pt x="3470" y="882"/>
                    <a:pt x="3470" y="557"/>
                  </a:cubicBezTo>
                  <a:lnTo>
                    <a:pt x="3470" y="1"/>
                  </a:lnTo>
                  <a:close/>
                </a:path>
              </a:pathLst>
            </a:custGeom>
            <a:solidFill>
              <a:srgbClr val="657A8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304" name="Google Shape;11304;p42"/>
            <p:cNvSpPr/>
            <p:nvPr/>
          </p:nvSpPr>
          <p:spPr>
            <a:xfrm>
              <a:off x="5847093" y="3085270"/>
              <a:ext cx="47501" cy="29920"/>
            </a:xfrm>
            <a:custGeom>
              <a:rect b="b" l="l" r="r" t="t"/>
              <a:pathLst>
                <a:path extrusionOk="0" h="1142" w="1813">
                  <a:moveTo>
                    <a:pt x="595" y="1"/>
                  </a:moveTo>
                  <a:lnTo>
                    <a:pt x="595" y="547"/>
                  </a:lnTo>
                  <a:cubicBezTo>
                    <a:pt x="585" y="873"/>
                    <a:pt x="326" y="1141"/>
                    <a:pt x="0" y="1141"/>
                  </a:cubicBezTo>
                  <a:lnTo>
                    <a:pt x="1218" y="1141"/>
                  </a:lnTo>
                  <a:cubicBezTo>
                    <a:pt x="1544" y="1141"/>
                    <a:pt x="1812" y="873"/>
                    <a:pt x="1812" y="547"/>
                  </a:cubicBezTo>
                  <a:lnTo>
                    <a:pt x="1812" y="1"/>
                  </a:lnTo>
                  <a:close/>
                </a:path>
              </a:pathLst>
            </a:custGeom>
            <a:solidFill>
              <a:srgbClr val="4E677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305" name="Google Shape;11305;p42"/>
            <p:cNvSpPr/>
            <p:nvPr/>
          </p:nvSpPr>
          <p:spPr>
            <a:xfrm>
              <a:off x="6041470" y="2936611"/>
              <a:ext cx="14331" cy="56016"/>
            </a:xfrm>
            <a:custGeom>
              <a:rect b="b" l="l" r="r" t="t"/>
              <a:pathLst>
                <a:path extrusionOk="0" h="2138" w="547">
                  <a:moveTo>
                    <a:pt x="274" y="0"/>
                  </a:moveTo>
                  <a:cubicBezTo>
                    <a:pt x="142" y="0"/>
                    <a:pt x="10" y="86"/>
                    <a:pt x="0" y="259"/>
                  </a:cubicBezTo>
                  <a:lnTo>
                    <a:pt x="0" y="1869"/>
                  </a:lnTo>
                  <a:cubicBezTo>
                    <a:pt x="0" y="2013"/>
                    <a:pt x="125" y="2138"/>
                    <a:pt x="278" y="2138"/>
                  </a:cubicBezTo>
                  <a:cubicBezTo>
                    <a:pt x="422" y="2138"/>
                    <a:pt x="547" y="2013"/>
                    <a:pt x="547" y="1869"/>
                  </a:cubicBezTo>
                  <a:lnTo>
                    <a:pt x="547" y="259"/>
                  </a:lnTo>
                  <a:cubicBezTo>
                    <a:pt x="537" y="86"/>
                    <a:pt x="405" y="0"/>
                    <a:pt x="274" y="0"/>
                  </a:cubicBezTo>
                  <a:close/>
                </a:path>
              </a:pathLst>
            </a:custGeom>
            <a:solidFill>
              <a:srgbClr val="7B8B9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306" name="Google Shape;11306;p42"/>
            <p:cNvSpPr/>
            <p:nvPr/>
          </p:nvSpPr>
          <p:spPr>
            <a:xfrm>
              <a:off x="6026405" y="2971247"/>
              <a:ext cx="44226" cy="94451"/>
            </a:xfrm>
            <a:custGeom>
              <a:rect b="b" l="l" r="r" t="t"/>
              <a:pathLst>
                <a:path extrusionOk="0" h="3605" w="1688">
                  <a:moveTo>
                    <a:pt x="355" y="1"/>
                  </a:moveTo>
                  <a:cubicBezTo>
                    <a:pt x="163" y="1"/>
                    <a:pt x="0" y="164"/>
                    <a:pt x="0" y="365"/>
                  </a:cubicBezTo>
                  <a:lnTo>
                    <a:pt x="0" y="2042"/>
                  </a:lnTo>
                  <a:lnTo>
                    <a:pt x="0" y="3241"/>
                  </a:lnTo>
                  <a:cubicBezTo>
                    <a:pt x="0" y="3442"/>
                    <a:pt x="163" y="3595"/>
                    <a:pt x="355" y="3605"/>
                  </a:cubicBezTo>
                  <a:lnTo>
                    <a:pt x="1323" y="3605"/>
                  </a:lnTo>
                  <a:cubicBezTo>
                    <a:pt x="1524" y="3595"/>
                    <a:pt x="1678" y="3442"/>
                    <a:pt x="1687" y="3241"/>
                  </a:cubicBezTo>
                  <a:lnTo>
                    <a:pt x="1687" y="365"/>
                  </a:lnTo>
                  <a:cubicBezTo>
                    <a:pt x="1678" y="164"/>
                    <a:pt x="1524" y="1"/>
                    <a:pt x="1323" y="1"/>
                  </a:cubicBezTo>
                  <a:close/>
                </a:path>
              </a:pathLst>
            </a:custGeom>
            <a:solidFill>
              <a:srgbClr val="C6CED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307" name="Google Shape;11307;p42"/>
            <p:cNvSpPr/>
            <p:nvPr/>
          </p:nvSpPr>
          <p:spPr>
            <a:xfrm>
              <a:off x="6038955" y="2971247"/>
              <a:ext cx="31912" cy="94215"/>
            </a:xfrm>
            <a:custGeom>
              <a:rect b="b" l="l" r="r" t="t"/>
              <a:pathLst>
                <a:path extrusionOk="0" h="3596" w="1218">
                  <a:moveTo>
                    <a:pt x="870" y="0"/>
                  </a:moveTo>
                  <a:cubicBezTo>
                    <a:pt x="864" y="0"/>
                    <a:pt x="859" y="1"/>
                    <a:pt x="854" y="1"/>
                  </a:cubicBezTo>
                  <a:lnTo>
                    <a:pt x="1" y="1"/>
                  </a:lnTo>
                  <a:cubicBezTo>
                    <a:pt x="202" y="1"/>
                    <a:pt x="365" y="154"/>
                    <a:pt x="365" y="355"/>
                  </a:cubicBezTo>
                  <a:lnTo>
                    <a:pt x="365" y="3241"/>
                  </a:lnTo>
                  <a:cubicBezTo>
                    <a:pt x="365" y="3432"/>
                    <a:pt x="202" y="3595"/>
                    <a:pt x="1" y="3595"/>
                  </a:cubicBezTo>
                  <a:lnTo>
                    <a:pt x="854" y="3595"/>
                  </a:lnTo>
                  <a:cubicBezTo>
                    <a:pt x="1055" y="3595"/>
                    <a:pt x="1208" y="3432"/>
                    <a:pt x="1218" y="3241"/>
                  </a:cubicBezTo>
                  <a:lnTo>
                    <a:pt x="1218" y="365"/>
                  </a:lnTo>
                  <a:cubicBezTo>
                    <a:pt x="1218" y="169"/>
                    <a:pt x="1064" y="0"/>
                    <a:pt x="870" y="0"/>
                  </a:cubicBezTo>
                  <a:close/>
                </a:path>
              </a:pathLst>
            </a:custGeom>
            <a:solidFill>
              <a:srgbClr val="B7C1C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308" name="Google Shape;11308;p42"/>
            <p:cNvSpPr/>
            <p:nvPr/>
          </p:nvSpPr>
          <p:spPr>
            <a:xfrm>
              <a:off x="5841826" y="3065934"/>
              <a:ext cx="212718" cy="187120"/>
            </a:xfrm>
            <a:custGeom>
              <a:rect b="b" l="l" r="r" t="t"/>
              <a:pathLst>
                <a:path extrusionOk="0" h="7142" w="8119">
                  <a:moveTo>
                    <a:pt x="7573" y="0"/>
                  </a:moveTo>
                  <a:lnTo>
                    <a:pt x="7573" y="4323"/>
                  </a:lnTo>
                  <a:cubicBezTo>
                    <a:pt x="7573" y="5579"/>
                    <a:pt x="6557" y="6586"/>
                    <a:pt x="5310" y="6595"/>
                  </a:cubicBezTo>
                  <a:lnTo>
                    <a:pt x="2818" y="6595"/>
                  </a:lnTo>
                  <a:cubicBezTo>
                    <a:pt x="1563" y="6586"/>
                    <a:pt x="556" y="5579"/>
                    <a:pt x="556" y="4323"/>
                  </a:cubicBezTo>
                  <a:lnTo>
                    <a:pt x="556" y="1879"/>
                  </a:lnTo>
                  <a:lnTo>
                    <a:pt x="0" y="1879"/>
                  </a:lnTo>
                  <a:lnTo>
                    <a:pt x="0" y="4323"/>
                  </a:lnTo>
                  <a:cubicBezTo>
                    <a:pt x="0" y="5876"/>
                    <a:pt x="1265" y="7142"/>
                    <a:pt x="2818" y="7142"/>
                  </a:cubicBezTo>
                  <a:lnTo>
                    <a:pt x="5301" y="7142"/>
                  </a:lnTo>
                  <a:cubicBezTo>
                    <a:pt x="6863" y="7142"/>
                    <a:pt x="8119" y="5876"/>
                    <a:pt x="8119" y="4323"/>
                  </a:cubicBezTo>
                  <a:lnTo>
                    <a:pt x="8119" y="0"/>
                  </a:lnTo>
                  <a:close/>
                </a:path>
              </a:pathLst>
            </a:custGeom>
            <a:solidFill>
              <a:srgbClr val="7B8B9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309" name="Google Shape;11309;p42"/>
            <p:cNvSpPr/>
            <p:nvPr/>
          </p:nvSpPr>
          <p:spPr>
            <a:xfrm>
              <a:off x="5908610" y="2923511"/>
              <a:ext cx="36706" cy="14384"/>
            </a:xfrm>
            <a:custGeom>
              <a:rect b="b" l="l" r="r" t="t"/>
              <a:pathLst>
                <a:path extrusionOk="0" h="549" w="1401">
                  <a:moveTo>
                    <a:pt x="366" y="1"/>
                  </a:moveTo>
                  <a:cubicBezTo>
                    <a:pt x="0" y="1"/>
                    <a:pt x="0" y="549"/>
                    <a:pt x="366" y="549"/>
                  </a:cubicBezTo>
                  <a:cubicBezTo>
                    <a:pt x="375" y="549"/>
                    <a:pt x="384" y="549"/>
                    <a:pt x="394" y="548"/>
                  </a:cubicBezTo>
                  <a:lnTo>
                    <a:pt x="1352" y="548"/>
                  </a:lnTo>
                  <a:lnTo>
                    <a:pt x="1400" y="2"/>
                  </a:lnTo>
                  <a:lnTo>
                    <a:pt x="394" y="2"/>
                  </a:lnTo>
                  <a:cubicBezTo>
                    <a:pt x="384" y="1"/>
                    <a:pt x="375" y="1"/>
                    <a:pt x="366" y="1"/>
                  </a:cubicBezTo>
                  <a:close/>
                </a:path>
              </a:pathLst>
            </a:custGeom>
            <a:solidFill>
              <a:srgbClr val="203B5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310" name="Google Shape;11310;p42"/>
            <p:cNvSpPr/>
            <p:nvPr/>
          </p:nvSpPr>
          <p:spPr>
            <a:xfrm>
              <a:off x="5886917" y="2973998"/>
              <a:ext cx="53369" cy="14620"/>
            </a:xfrm>
            <a:custGeom>
              <a:rect b="b" l="l" r="r" t="t"/>
              <a:pathLst>
                <a:path extrusionOk="0" h="558" w="2037">
                  <a:moveTo>
                    <a:pt x="361" y="0"/>
                  </a:moveTo>
                  <a:cubicBezTo>
                    <a:pt x="1" y="0"/>
                    <a:pt x="4" y="558"/>
                    <a:pt x="370" y="558"/>
                  </a:cubicBezTo>
                  <a:cubicBezTo>
                    <a:pt x="376" y="558"/>
                    <a:pt x="382" y="558"/>
                    <a:pt x="388" y="557"/>
                  </a:cubicBezTo>
                  <a:lnTo>
                    <a:pt x="1989" y="557"/>
                  </a:lnTo>
                  <a:lnTo>
                    <a:pt x="1989" y="548"/>
                  </a:lnTo>
                  <a:lnTo>
                    <a:pt x="2037" y="1"/>
                  </a:lnTo>
                  <a:lnTo>
                    <a:pt x="388" y="1"/>
                  </a:lnTo>
                  <a:cubicBezTo>
                    <a:pt x="379" y="1"/>
                    <a:pt x="370" y="0"/>
                    <a:pt x="361" y="0"/>
                  </a:cubicBezTo>
                  <a:close/>
                </a:path>
              </a:pathLst>
            </a:custGeom>
            <a:solidFill>
              <a:srgbClr val="203B5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311" name="Google Shape;11311;p42"/>
            <p:cNvSpPr/>
            <p:nvPr/>
          </p:nvSpPr>
          <p:spPr>
            <a:xfrm>
              <a:off x="5908532" y="2948637"/>
              <a:ext cx="34270" cy="14646"/>
            </a:xfrm>
            <a:custGeom>
              <a:rect b="b" l="l" r="r" t="t"/>
              <a:pathLst>
                <a:path extrusionOk="0" h="559" w="1308">
                  <a:moveTo>
                    <a:pt x="378" y="1"/>
                  </a:moveTo>
                  <a:cubicBezTo>
                    <a:pt x="3" y="1"/>
                    <a:pt x="0" y="558"/>
                    <a:pt x="369" y="558"/>
                  </a:cubicBezTo>
                  <a:cubicBezTo>
                    <a:pt x="378" y="558"/>
                    <a:pt x="387" y="558"/>
                    <a:pt x="397" y="557"/>
                  </a:cubicBezTo>
                  <a:lnTo>
                    <a:pt x="1260" y="557"/>
                  </a:lnTo>
                  <a:lnTo>
                    <a:pt x="1307" y="1"/>
                  </a:lnTo>
                  <a:lnTo>
                    <a:pt x="397" y="1"/>
                  </a:lnTo>
                  <a:cubicBezTo>
                    <a:pt x="391" y="1"/>
                    <a:pt x="384" y="1"/>
                    <a:pt x="378" y="1"/>
                  </a:cubicBezTo>
                  <a:close/>
                </a:path>
              </a:pathLst>
            </a:custGeom>
            <a:solidFill>
              <a:srgbClr val="203B5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312" name="Google Shape;11312;p42"/>
            <p:cNvSpPr/>
            <p:nvPr/>
          </p:nvSpPr>
          <p:spPr>
            <a:xfrm>
              <a:off x="5908532" y="2999124"/>
              <a:ext cx="29501" cy="14620"/>
            </a:xfrm>
            <a:custGeom>
              <a:rect b="b" l="l" r="r" t="t"/>
              <a:pathLst>
                <a:path extrusionOk="0" h="558" w="1126">
                  <a:moveTo>
                    <a:pt x="378" y="0"/>
                  </a:moveTo>
                  <a:cubicBezTo>
                    <a:pt x="3" y="0"/>
                    <a:pt x="0" y="558"/>
                    <a:pt x="369" y="558"/>
                  </a:cubicBezTo>
                  <a:cubicBezTo>
                    <a:pt x="378" y="558"/>
                    <a:pt x="387" y="557"/>
                    <a:pt x="397" y="557"/>
                  </a:cubicBezTo>
                  <a:lnTo>
                    <a:pt x="1068" y="557"/>
                  </a:lnTo>
                  <a:lnTo>
                    <a:pt x="1125" y="1"/>
                  </a:lnTo>
                  <a:lnTo>
                    <a:pt x="397" y="1"/>
                  </a:lnTo>
                  <a:cubicBezTo>
                    <a:pt x="391" y="0"/>
                    <a:pt x="384" y="0"/>
                    <a:pt x="378" y="0"/>
                  </a:cubicBezTo>
                  <a:close/>
                </a:path>
              </a:pathLst>
            </a:custGeom>
            <a:solidFill>
              <a:srgbClr val="203B5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313" name="Google Shape;11313;p42"/>
            <p:cNvSpPr/>
            <p:nvPr/>
          </p:nvSpPr>
          <p:spPr>
            <a:xfrm>
              <a:off x="5886995" y="3024459"/>
              <a:ext cx="48522" cy="14410"/>
            </a:xfrm>
            <a:custGeom>
              <a:rect b="b" l="l" r="r" t="t"/>
              <a:pathLst>
                <a:path extrusionOk="0" h="550" w="1852">
                  <a:moveTo>
                    <a:pt x="358" y="1"/>
                  </a:moveTo>
                  <a:cubicBezTo>
                    <a:pt x="1" y="1"/>
                    <a:pt x="1" y="549"/>
                    <a:pt x="358" y="549"/>
                  </a:cubicBezTo>
                  <a:cubicBezTo>
                    <a:pt x="367" y="549"/>
                    <a:pt x="376" y="549"/>
                    <a:pt x="385" y="548"/>
                  </a:cubicBezTo>
                  <a:lnTo>
                    <a:pt x="1794" y="548"/>
                  </a:lnTo>
                  <a:lnTo>
                    <a:pt x="1851" y="2"/>
                  </a:lnTo>
                  <a:lnTo>
                    <a:pt x="385" y="2"/>
                  </a:lnTo>
                  <a:cubicBezTo>
                    <a:pt x="376" y="1"/>
                    <a:pt x="367" y="1"/>
                    <a:pt x="358" y="1"/>
                  </a:cubicBezTo>
                  <a:close/>
                </a:path>
              </a:pathLst>
            </a:custGeom>
            <a:solidFill>
              <a:srgbClr val="203B5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1314" name="Google Shape;11314;p42"/>
          <p:cNvGrpSpPr/>
          <p:nvPr/>
        </p:nvGrpSpPr>
        <p:grpSpPr>
          <a:xfrm>
            <a:off x="6658009" y="2708390"/>
            <a:ext cx="315972" cy="361927"/>
            <a:chOff x="6658009" y="2891390"/>
            <a:chExt cx="315972" cy="361927"/>
          </a:xfrm>
        </p:grpSpPr>
        <p:sp>
          <p:nvSpPr>
            <p:cNvPr id="11315" name="Google Shape;11315;p42"/>
            <p:cNvSpPr/>
            <p:nvPr/>
          </p:nvSpPr>
          <p:spPr>
            <a:xfrm>
              <a:off x="6658009" y="2891390"/>
              <a:ext cx="315972" cy="361927"/>
            </a:xfrm>
            <a:custGeom>
              <a:rect b="b" l="l" r="r" t="t"/>
              <a:pathLst>
                <a:path extrusionOk="0" h="13814" w="12060">
                  <a:moveTo>
                    <a:pt x="3921" y="1"/>
                  </a:moveTo>
                  <a:cubicBezTo>
                    <a:pt x="3346" y="1"/>
                    <a:pt x="2790" y="250"/>
                    <a:pt x="2416" y="691"/>
                  </a:cubicBezTo>
                  <a:lnTo>
                    <a:pt x="2023" y="1141"/>
                  </a:lnTo>
                  <a:lnTo>
                    <a:pt x="844" y="1141"/>
                  </a:lnTo>
                  <a:cubicBezTo>
                    <a:pt x="374" y="1141"/>
                    <a:pt x="1" y="1515"/>
                    <a:pt x="1" y="1985"/>
                  </a:cubicBezTo>
                  <a:lnTo>
                    <a:pt x="1" y="12979"/>
                  </a:lnTo>
                  <a:lnTo>
                    <a:pt x="10" y="12979"/>
                  </a:lnTo>
                  <a:cubicBezTo>
                    <a:pt x="10" y="13439"/>
                    <a:pt x="384" y="13813"/>
                    <a:pt x="854" y="13813"/>
                  </a:cubicBezTo>
                  <a:lnTo>
                    <a:pt x="11216" y="13813"/>
                  </a:lnTo>
                  <a:cubicBezTo>
                    <a:pt x="11676" y="13813"/>
                    <a:pt x="12059" y="13439"/>
                    <a:pt x="12059" y="12979"/>
                  </a:cubicBezTo>
                  <a:lnTo>
                    <a:pt x="12059" y="1985"/>
                  </a:lnTo>
                  <a:cubicBezTo>
                    <a:pt x="12059" y="1515"/>
                    <a:pt x="11676" y="1141"/>
                    <a:pt x="11216" y="1141"/>
                  </a:cubicBezTo>
                  <a:lnTo>
                    <a:pt x="10037" y="1141"/>
                  </a:lnTo>
                  <a:lnTo>
                    <a:pt x="9644" y="691"/>
                  </a:lnTo>
                  <a:cubicBezTo>
                    <a:pt x="9260" y="250"/>
                    <a:pt x="8714" y="1"/>
                    <a:pt x="8139" y="1"/>
                  </a:cubicBezTo>
                  <a:close/>
                </a:path>
              </a:pathLst>
            </a:custGeom>
            <a:solidFill>
              <a:srgbClr val="879AA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316" name="Google Shape;11316;p42"/>
            <p:cNvSpPr/>
            <p:nvPr/>
          </p:nvSpPr>
          <p:spPr>
            <a:xfrm>
              <a:off x="6658507" y="2921284"/>
              <a:ext cx="315474" cy="332033"/>
            </a:xfrm>
            <a:custGeom>
              <a:rect b="b" l="l" r="r" t="t"/>
              <a:pathLst>
                <a:path extrusionOk="0" h="12673" w="12041">
                  <a:moveTo>
                    <a:pt x="11005" y="0"/>
                  </a:moveTo>
                  <a:lnTo>
                    <a:pt x="11005" y="10793"/>
                  </a:lnTo>
                  <a:cubicBezTo>
                    <a:pt x="11005" y="11254"/>
                    <a:pt x="10631" y="11637"/>
                    <a:pt x="10171" y="11637"/>
                  </a:cubicBezTo>
                  <a:lnTo>
                    <a:pt x="1" y="11637"/>
                  </a:lnTo>
                  <a:lnTo>
                    <a:pt x="1" y="11829"/>
                  </a:lnTo>
                  <a:cubicBezTo>
                    <a:pt x="1" y="12289"/>
                    <a:pt x="375" y="12672"/>
                    <a:pt x="835" y="12672"/>
                  </a:cubicBezTo>
                  <a:lnTo>
                    <a:pt x="11197" y="12672"/>
                  </a:lnTo>
                  <a:cubicBezTo>
                    <a:pt x="11666" y="12672"/>
                    <a:pt x="12040" y="12289"/>
                    <a:pt x="12040" y="11829"/>
                  </a:cubicBezTo>
                  <a:lnTo>
                    <a:pt x="12040" y="834"/>
                  </a:lnTo>
                  <a:cubicBezTo>
                    <a:pt x="12040" y="374"/>
                    <a:pt x="11666" y="0"/>
                    <a:pt x="11206" y="0"/>
                  </a:cubicBezTo>
                  <a:close/>
                </a:path>
              </a:pathLst>
            </a:custGeom>
            <a:solidFill>
              <a:srgbClr val="7B90A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317" name="Google Shape;11317;p42"/>
            <p:cNvSpPr/>
            <p:nvPr/>
          </p:nvSpPr>
          <p:spPr>
            <a:xfrm>
              <a:off x="6742897" y="2928567"/>
              <a:ext cx="146432" cy="55780"/>
            </a:xfrm>
            <a:custGeom>
              <a:rect b="b" l="l" r="r" t="t"/>
              <a:pathLst>
                <a:path extrusionOk="0" h="2129" w="5589">
                  <a:moveTo>
                    <a:pt x="518" y="0"/>
                  </a:moveTo>
                  <a:cubicBezTo>
                    <a:pt x="231" y="0"/>
                    <a:pt x="0" y="230"/>
                    <a:pt x="0" y="508"/>
                  </a:cubicBezTo>
                  <a:lnTo>
                    <a:pt x="0" y="1611"/>
                  </a:lnTo>
                  <a:cubicBezTo>
                    <a:pt x="0" y="1898"/>
                    <a:pt x="231" y="2128"/>
                    <a:pt x="518" y="2128"/>
                  </a:cubicBezTo>
                  <a:lnTo>
                    <a:pt x="5071" y="2128"/>
                  </a:lnTo>
                  <a:cubicBezTo>
                    <a:pt x="5349" y="2128"/>
                    <a:pt x="5589" y="1898"/>
                    <a:pt x="5589" y="1611"/>
                  </a:cubicBezTo>
                  <a:lnTo>
                    <a:pt x="5589" y="508"/>
                  </a:lnTo>
                  <a:cubicBezTo>
                    <a:pt x="5589" y="230"/>
                    <a:pt x="5349" y="0"/>
                    <a:pt x="5071" y="0"/>
                  </a:cubicBezTo>
                  <a:close/>
                </a:path>
              </a:pathLst>
            </a:custGeom>
            <a:solidFill>
              <a:srgbClr val="DCE2E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318" name="Google Shape;11318;p42"/>
            <p:cNvSpPr/>
            <p:nvPr/>
          </p:nvSpPr>
          <p:spPr>
            <a:xfrm>
              <a:off x="6836562" y="2928567"/>
              <a:ext cx="52767" cy="55780"/>
            </a:xfrm>
            <a:custGeom>
              <a:rect b="b" l="l" r="r" t="t"/>
              <a:pathLst>
                <a:path extrusionOk="0" h="2129" w="2014">
                  <a:moveTo>
                    <a:pt x="1" y="0"/>
                  </a:moveTo>
                  <a:cubicBezTo>
                    <a:pt x="288" y="0"/>
                    <a:pt x="518" y="230"/>
                    <a:pt x="518" y="508"/>
                  </a:cubicBezTo>
                  <a:lnTo>
                    <a:pt x="518" y="1611"/>
                  </a:lnTo>
                  <a:cubicBezTo>
                    <a:pt x="518" y="1898"/>
                    <a:pt x="288" y="2128"/>
                    <a:pt x="1" y="2128"/>
                  </a:cubicBezTo>
                  <a:lnTo>
                    <a:pt x="1496" y="2128"/>
                  </a:lnTo>
                  <a:cubicBezTo>
                    <a:pt x="1784" y="2128"/>
                    <a:pt x="2014" y="1898"/>
                    <a:pt x="2014" y="1611"/>
                  </a:cubicBezTo>
                  <a:lnTo>
                    <a:pt x="2014" y="508"/>
                  </a:lnTo>
                  <a:cubicBezTo>
                    <a:pt x="2014" y="230"/>
                    <a:pt x="1784" y="0"/>
                    <a:pt x="1496" y="0"/>
                  </a:cubicBezTo>
                  <a:close/>
                </a:path>
              </a:pathLst>
            </a:custGeom>
            <a:solidFill>
              <a:srgbClr val="CED6D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319" name="Google Shape;11319;p42"/>
            <p:cNvSpPr/>
            <p:nvPr/>
          </p:nvSpPr>
          <p:spPr>
            <a:xfrm>
              <a:off x="6810702" y="3035856"/>
              <a:ext cx="11083" cy="162702"/>
            </a:xfrm>
            <a:custGeom>
              <a:rect b="b" l="l" r="r" t="t"/>
              <a:pathLst>
                <a:path extrusionOk="0" h="6210" w="423">
                  <a:moveTo>
                    <a:pt x="208" y="1"/>
                  </a:moveTo>
                  <a:cubicBezTo>
                    <a:pt x="104" y="1"/>
                    <a:pt x="1" y="70"/>
                    <a:pt x="1" y="209"/>
                  </a:cubicBezTo>
                  <a:lnTo>
                    <a:pt x="1" y="5999"/>
                  </a:lnTo>
                  <a:cubicBezTo>
                    <a:pt x="1" y="6114"/>
                    <a:pt x="87" y="6210"/>
                    <a:pt x="211" y="6210"/>
                  </a:cubicBezTo>
                  <a:cubicBezTo>
                    <a:pt x="326" y="6210"/>
                    <a:pt x="422" y="6114"/>
                    <a:pt x="422" y="5999"/>
                  </a:cubicBezTo>
                  <a:lnTo>
                    <a:pt x="422" y="209"/>
                  </a:lnTo>
                  <a:cubicBezTo>
                    <a:pt x="417" y="70"/>
                    <a:pt x="312" y="1"/>
                    <a:pt x="208" y="1"/>
                  </a:cubicBezTo>
                  <a:close/>
                </a:path>
              </a:pathLst>
            </a:custGeom>
            <a:solidFill>
              <a:srgbClr val="243F5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320" name="Google Shape;11320;p42"/>
            <p:cNvSpPr/>
            <p:nvPr/>
          </p:nvSpPr>
          <p:spPr>
            <a:xfrm>
              <a:off x="6724059" y="3209091"/>
              <a:ext cx="11083" cy="44226"/>
            </a:xfrm>
            <a:custGeom>
              <a:rect b="b" l="l" r="r" t="t"/>
              <a:pathLst>
                <a:path extrusionOk="0" h="1688" w="423">
                  <a:moveTo>
                    <a:pt x="211" y="0"/>
                  </a:moveTo>
                  <a:cubicBezTo>
                    <a:pt x="96" y="0"/>
                    <a:pt x="1" y="96"/>
                    <a:pt x="1" y="211"/>
                  </a:cubicBezTo>
                  <a:lnTo>
                    <a:pt x="1" y="1687"/>
                  </a:lnTo>
                  <a:lnTo>
                    <a:pt x="422" y="1687"/>
                  </a:lnTo>
                  <a:lnTo>
                    <a:pt x="422" y="211"/>
                  </a:lnTo>
                  <a:cubicBezTo>
                    <a:pt x="422" y="96"/>
                    <a:pt x="326" y="0"/>
                    <a:pt x="211" y="0"/>
                  </a:cubicBezTo>
                  <a:close/>
                </a:path>
              </a:pathLst>
            </a:custGeom>
            <a:solidFill>
              <a:srgbClr val="243F5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321" name="Google Shape;11321;p42"/>
            <p:cNvSpPr/>
            <p:nvPr/>
          </p:nvSpPr>
          <p:spPr>
            <a:xfrm>
              <a:off x="6897346" y="3209091"/>
              <a:ext cx="11083" cy="44226"/>
            </a:xfrm>
            <a:custGeom>
              <a:rect b="b" l="l" r="r" t="t"/>
              <a:pathLst>
                <a:path extrusionOk="0" h="1688" w="423">
                  <a:moveTo>
                    <a:pt x="211" y="0"/>
                  </a:moveTo>
                  <a:cubicBezTo>
                    <a:pt x="96" y="0"/>
                    <a:pt x="0" y="96"/>
                    <a:pt x="0" y="211"/>
                  </a:cubicBezTo>
                  <a:lnTo>
                    <a:pt x="0" y="1687"/>
                  </a:lnTo>
                  <a:lnTo>
                    <a:pt x="413" y="1687"/>
                  </a:lnTo>
                  <a:lnTo>
                    <a:pt x="413" y="211"/>
                  </a:lnTo>
                  <a:cubicBezTo>
                    <a:pt x="422" y="96"/>
                    <a:pt x="326" y="0"/>
                    <a:pt x="211" y="0"/>
                  </a:cubicBezTo>
                  <a:close/>
                </a:path>
              </a:pathLst>
            </a:custGeom>
            <a:solidFill>
              <a:srgbClr val="243F5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1322" name="Google Shape;11322;p42"/>
          <p:cNvGrpSpPr/>
          <p:nvPr/>
        </p:nvGrpSpPr>
        <p:grpSpPr>
          <a:xfrm>
            <a:off x="6203465" y="2708206"/>
            <a:ext cx="320478" cy="362111"/>
            <a:chOff x="6203465" y="2891206"/>
            <a:chExt cx="320478" cy="362111"/>
          </a:xfrm>
        </p:grpSpPr>
        <p:sp>
          <p:nvSpPr>
            <p:cNvPr id="11323" name="Google Shape;11323;p42"/>
            <p:cNvSpPr/>
            <p:nvPr/>
          </p:nvSpPr>
          <p:spPr>
            <a:xfrm>
              <a:off x="6203465" y="2902158"/>
              <a:ext cx="320478" cy="351159"/>
            </a:xfrm>
            <a:custGeom>
              <a:rect b="b" l="l" r="r" t="t"/>
              <a:pathLst>
                <a:path extrusionOk="0" h="13403" w="12232">
                  <a:moveTo>
                    <a:pt x="6261" y="1"/>
                  </a:moveTo>
                  <a:cubicBezTo>
                    <a:pt x="4487" y="1"/>
                    <a:pt x="2747" y="875"/>
                    <a:pt x="1716" y="2484"/>
                  </a:cubicBezTo>
                  <a:lnTo>
                    <a:pt x="1400" y="3050"/>
                  </a:lnTo>
                  <a:cubicBezTo>
                    <a:pt x="1054" y="3778"/>
                    <a:pt x="872" y="4574"/>
                    <a:pt x="872" y="5389"/>
                  </a:cubicBezTo>
                  <a:cubicBezTo>
                    <a:pt x="882" y="5734"/>
                    <a:pt x="920" y="6079"/>
                    <a:pt x="968" y="6424"/>
                  </a:cubicBezTo>
                  <a:lnTo>
                    <a:pt x="173" y="7833"/>
                  </a:lnTo>
                  <a:cubicBezTo>
                    <a:pt x="0" y="8140"/>
                    <a:pt x="134" y="8542"/>
                    <a:pt x="470" y="8686"/>
                  </a:cubicBezTo>
                  <a:lnTo>
                    <a:pt x="1428" y="9079"/>
                  </a:lnTo>
                  <a:lnTo>
                    <a:pt x="1428" y="10680"/>
                  </a:lnTo>
                  <a:cubicBezTo>
                    <a:pt x="1428" y="11245"/>
                    <a:pt x="1879" y="11696"/>
                    <a:pt x="2444" y="11696"/>
                  </a:cubicBezTo>
                  <a:lnTo>
                    <a:pt x="3767" y="11696"/>
                  </a:lnTo>
                  <a:lnTo>
                    <a:pt x="3767" y="12894"/>
                  </a:lnTo>
                  <a:cubicBezTo>
                    <a:pt x="3758" y="13172"/>
                    <a:pt x="3997" y="13402"/>
                    <a:pt x="4275" y="13402"/>
                  </a:cubicBezTo>
                  <a:lnTo>
                    <a:pt x="8531" y="13402"/>
                  </a:lnTo>
                  <a:cubicBezTo>
                    <a:pt x="8537" y="13402"/>
                    <a:pt x="8543" y="13402"/>
                    <a:pt x="8548" y="13402"/>
                  </a:cubicBezTo>
                  <a:cubicBezTo>
                    <a:pt x="8837" y="13402"/>
                    <a:pt x="9068" y="13167"/>
                    <a:pt x="9068" y="12885"/>
                  </a:cubicBezTo>
                  <a:lnTo>
                    <a:pt x="9068" y="10862"/>
                  </a:lnTo>
                  <a:cubicBezTo>
                    <a:pt x="9068" y="10344"/>
                    <a:pt x="9298" y="9865"/>
                    <a:pt x="9691" y="9539"/>
                  </a:cubicBezTo>
                  <a:cubicBezTo>
                    <a:pt x="11704" y="7871"/>
                    <a:pt x="12231" y="4996"/>
                    <a:pt x="10947" y="2724"/>
                  </a:cubicBezTo>
                  <a:lnTo>
                    <a:pt x="10947" y="2724"/>
                  </a:lnTo>
                  <a:lnTo>
                    <a:pt x="8589" y="3510"/>
                  </a:lnTo>
                  <a:cubicBezTo>
                    <a:pt x="8584" y="3511"/>
                    <a:pt x="8580" y="3511"/>
                    <a:pt x="8576" y="3511"/>
                  </a:cubicBezTo>
                  <a:cubicBezTo>
                    <a:pt x="8507" y="3511"/>
                    <a:pt x="8467" y="3440"/>
                    <a:pt x="8512" y="3385"/>
                  </a:cubicBezTo>
                  <a:lnTo>
                    <a:pt x="10228" y="1890"/>
                  </a:lnTo>
                  <a:lnTo>
                    <a:pt x="8982" y="1095"/>
                  </a:lnTo>
                  <a:lnTo>
                    <a:pt x="9298" y="941"/>
                  </a:lnTo>
                  <a:cubicBezTo>
                    <a:pt x="8366" y="305"/>
                    <a:pt x="7308" y="1"/>
                    <a:pt x="6261" y="1"/>
                  </a:cubicBezTo>
                  <a:close/>
                </a:path>
              </a:pathLst>
            </a:custGeom>
            <a:solidFill>
              <a:srgbClr val="D6DC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324" name="Google Shape;11324;p42"/>
            <p:cNvSpPr/>
            <p:nvPr/>
          </p:nvSpPr>
          <p:spPr>
            <a:xfrm>
              <a:off x="6286833" y="2902132"/>
              <a:ext cx="184867" cy="71159"/>
            </a:xfrm>
            <a:custGeom>
              <a:rect b="b" l="l" r="r" t="t"/>
              <a:pathLst>
                <a:path extrusionOk="0" h="2716" w="7056">
                  <a:moveTo>
                    <a:pt x="3083" y="0"/>
                  </a:moveTo>
                  <a:cubicBezTo>
                    <a:pt x="2005" y="0"/>
                    <a:pt x="928" y="324"/>
                    <a:pt x="0" y="971"/>
                  </a:cubicBezTo>
                  <a:cubicBezTo>
                    <a:pt x="467" y="854"/>
                    <a:pt x="951" y="788"/>
                    <a:pt x="1436" y="788"/>
                  </a:cubicBezTo>
                  <a:cubicBezTo>
                    <a:pt x="1469" y="788"/>
                    <a:pt x="1501" y="788"/>
                    <a:pt x="1534" y="789"/>
                  </a:cubicBezTo>
                  <a:cubicBezTo>
                    <a:pt x="1546" y="789"/>
                    <a:pt x="1557" y="789"/>
                    <a:pt x="1569" y="789"/>
                  </a:cubicBezTo>
                  <a:cubicBezTo>
                    <a:pt x="3282" y="789"/>
                    <a:pt x="4916" y="1487"/>
                    <a:pt x="6116" y="2715"/>
                  </a:cubicBezTo>
                  <a:lnTo>
                    <a:pt x="7055" y="1891"/>
                  </a:lnTo>
                  <a:lnTo>
                    <a:pt x="5819" y="1096"/>
                  </a:lnTo>
                  <a:lnTo>
                    <a:pt x="6125" y="942"/>
                  </a:lnTo>
                  <a:cubicBezTo>
                    <a:pt x="5207" y="314"/>
                    <a:pt x="4145" y="0"/>
                    <a:pt x="3083" y="0"/>
                  </a:cubicBezTo>
                  <a:close/>
                </a:path>
              </a:pathLst>
            </a:custGeom>
            <a:solidFill>
              <a:srgbClr val="C9D0D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325" name="Google Shape;11325;p42"/>
            <p:cNvSpPr/>
            <p:nvPr/>
          </p:nvSpPr>
          <p:spPr>
            <a:xfrm>
              <a:off x="6457107" y="2973265"/>
              <a:ext cx="57771" cy="131865"/>
            </a:xfrm>
            <a:custGeom>
              <a:rect b="b" l="l" r="r" t="t"/>
              <a:pathLst>
                <a:path extrusionOk="0" h="5033" w="2205">
                  <a:moveTo>
                    <a:pt x="1266" y="0"/>
                  </a:moveTo>
                  <a:lnTo>
                    <a:pt x="0" y="422"/>
                  </a:lnTo>
                  <a:cubicBezTo>
                    <a:pt x="940" y="1572"/>
                    <a:pt x="1448" y="3001"/>
                    <a:pt x="1448" y="4486"/>
                  </a:cubicBezTo>
                  <a:cubicBezTo>
                    <a:pt x="1448" y="4669"/>
                    <a:pt x="1438" y="4851"/>
                    <a:pt x="1419" y="5033"/>
                  </a:cubicBezTo>
                  <a:cubicBezTo>
                    <a:pt x="2205" y="3432"/>
                    <a:pt x="2147" y="1553"/>
                    <a:pt x="1266" y="0"/>
                  </a:cubicBezTo>
                  <a:close/>
                </a:path>
              </a:pathLst>
            </a:custGeom>
            <a:solidFill>
              <a:srgbClr val="C9D0D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326" name="Google Shape;11326;p42"/>
            <p:cNvSpPr/>
            <p:nvPr/>
          </p:nvSpPr>
          <p:spPr>
            <a:xfrm>
              <a:off x="6423807" y="2891206"/>
              <a:ext cx="97988" cy="103752"/>
            </a:xfrm>
            <a:custGeom>
              <a:rect b="b" l="l" r="r" t="t"/>
              <a:pathLst>
                <a:path extrusionOk="0" h="3960" w="3740">
                  <a:moveTo>
                    <a:pt x="3672" y="1"/>
                  </a:moveTo>
                  <a:cubicBezTo>
                    <a:pt x="3665" y="1"/>
                    <a:pt x="3657" y="3"/>
                    <a:pt x="3648" y="8"/>
                  </a:cubicBezTo>
                  <a:lnTo>
                    <a:pt x="648" y="1388"/>
                  </a:lnTo>
                  <a:cubicBezTo>
                    <a:pt x="485" y="1474"/>
                    <a:pt x="466" y="1695"/>
                    <a:pt x="619" y="1800"/>
                  </a:cubicBezTo>
                  <a:lnTo>
                    <a:pt x="1482" y="2366"/>
                  </a:lnTo>
                  <a:cubicBezTo>
                    <a:pt x="1559" y="2414"/>
                    <a:pt x="1568" y="2529"/>
                    <a:pt x="1501" y="2586"/>
                  </a:cubicBezTo>
                  <a:lnTo>
                    <a:pt x="35" y="3861"/>
                  </a:lnTo>
                  <a:cubicBezTo>
                    <a:pt x="1" y="3895"/>
                    <a:pt x="27" y="3960"/>
                    <a:pt x="74" y="3960"/>
                  </a:cubicBezTo>
                  <a:cubicBezTo>
                    <a:pt x="80" y="3960"/>
                    <a:pt x="86" y="3959"/>
                    <a:pt x="92" y="3957"/>
                  </a:cubicBezTo>
                  <a:lnTo>
                    <a:pt x="3505" y="2816"/>
                  </a:lnTo>
                  <a:cubicBezTo>
                    <a:pt x="3687" y="2749"/>
                    <a:pt x="3716" y="2519"/>
                    <a:pt x="3572" y="2404"/>
                  </a:cubicBezTo>
                  <a:lnTo>
                    <a:pt x="2652" y="1733"/>
                  </a:lnTo>
                  <a:cubicBezTo>
                    <a:pt x="2594" y="1685"/>
                    <a:pt x="2575" y="1599"/>
                    <a:pt x="2623" y="1541"/>
                  </a:cubicBezTo>
                  <a:lnTo>
                    <a:pt x="3716" y="84"/>
                  </a:lnTo>
                  <a:cubicBezTo>
                    <a:pt x="3739" y="52"/>
                    <a:pt x="3710" y="1"/>
                    <a:pt x="3672" y="1"/>
                  </a:cubicBezTo>
                  <a:close/>
                </a:path>
              </a:pathLst>
            </a:custGeom>
            <a:solidFill>
              <a:srgbClr val="A4B3B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327" name="Google Shape;11327;p42"/>
            <p:cNvSpPr/>
            <p:nvPr/>
          </p:nvSpPr>
          <p:spPr>
            <a:xfrm>
              <a:off x="6396087" y="2978085"/>
              <a:ext cx="33405" cy="38907"/>
            </a:xfrm>
            <a:custGeom>
              <a:rect b="b" l="l" r="r" t="t"/>
              <a:pathLst>
                <a:path extrusionOk="0" h="1485" w="1275">
                  <a:moveTo>
                    <a:pt x="230" y="1"/>
                  </a:moveTo>
                  <a:cubicBezTo>
                    <a:pt x="129" y="1"/>
                    <a:pt x="28" y="66"/>
                    <a:pt x="19" y="200"/>
                  </a:cubicBezTo>
                  <a:cubicBezTo>
                    <a:pt x="0" y="967"/>
                    <a:pt x="355" y="1417"/>
                    <a:pt x="1035" y="1484"/>
                  </a:cubicBezTo>
                  <a:lnTo>
                    <a:pt x="1054" y="1484"/>
                  </a:lnTo>
                  <a:cubicBezTo>
                    <a:pt x="1160" y="1484"/>
                    <a:pt x="1246" y="1398"/>
                    <a:pt x="1256" y="1293"/>
                  </a:cubicBezTo>
                  <a:cubicBezTo>
                    <a:pt x="1275" y="1178"/>
                    <a:pt x="1189" y="1072"/>
                    <a:pt x="1074" y="1063"/>
                  </a:cubicBezTo>
                  <a:cubicBezTo>
                    <a:pt x="767" y="1043"/>
                    <a:pt x="422" y="919"/>
                    <a:pt x="441" y="219"/>
                  </a:cubicBezTo>
                  <a:cubicBezTo>
                    <a:pt x="446" y="75"/>
                    <a:pt x="338" y="1"/>
                    <a:pt x="230" y="1"/>
                  </a:cubicBezTo>
                  <a:close/>
                </a:path>
              </a:pathLst>
            </a:custGeom>
            <a:solidFill>
              <a:srgbClr val="C9D0D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1328" name="Google Shape;11328;p42"/>
          <p:cNvGrpSpPr/>
          <p:nvPr/>
        </p:nvGrpSpPr>
        <p:grpSpPr>
          <a:xfrm>
            <a:off x="7567280" y="2708259"/>
            <a:ext cx="307116" cy="362293"/>
            <a:chOff x="7567280" y="2891259"/>
            <a:chExt cx="307116" cy="362293"/>
          </a:xfrm>
        </p:grpSpPr>
        <p:sp>
          <p:nvSpPr>
            <p:cNvPr id="11329" name="Google Shape;11329;p42"/>
            <p:cNvSpPr/>
            <p:nvPr/>
          </p:nvSpPr>
          <p:spPr>
            <a:xfrm>
              <a:off x="7612082" y="2891337"/>
              <a:ext cx="217250" cy="207006"/>
            </a:xfrm>
            <a:custGeom>
              <a:rect b="b" l="l" r="r" t="t"/>
              <a:pathLst>
                <a:path extrusionOk="0" h="7901" w="8292">
                  <a:moveTo>
                    <a:pt x="1727" y="0"/>
                  </a:moveTo>
                  <a:cubicBezTo>
                    <a:pt x="1363" y="0"/>
                    <a:pt x="1007" y="194"/>
                    <a:pt x="825" y="539"/>
                  </a:cubicBezTo>
                  <a:lnTo>
                    <a:pt x="269" y="1536"/>
                  </a:lnTo>
                  <a:cubicBezTo>
                    <a:pt x="1" y="2035"/>
                    <a:pt x="183" y="2667"/>
                    <a:pt x="681" y="2936"/>
                  </a:cubicBezTo>
                  <a:lnTo>
                    <a:pt x="1918" y="3616"/>
                  </a:lnTo>
                  <a:cubicBezTo>
                    <a:pt x="2282" y="3808"/>
                    <a:pt x="2502" y="4191"/>
                    <a:pt x="2502" y="4604"/>
                  </a:cubicBezTo>
                  <a:lnTo>
                    <a:pt x="2502" y="6981"/>
                  </a:lnTo>
                  <a:cubicBezTo>
                    <a:pt x="3049" y="7594"/>
                    <a:pt x="3595" y="7901"/>
                    <a:pt x="4141" y="7901"/>
                  </a:cubicBezTo>
                  <a:cubicBezTo>
                    <a:pt x="4688" y="7901"/>
                    <a:pt x="5234" y="7594"/>
                    <a:pt x="5781" y="6981"/>
                  </a:cubicBezTo>
                  <a:lnTo>
                    <a:pt x="5781" y="4604"/>
                  </a:lnTo>
                  <a:cubicBezTo>
                    <a:pt x="5781" y="4191"/>
                    <a:pt x="6011" y="3808"/>
                    <a:pt x="6375" y="3616"/>
                  </a:cubicBezTo>
                  <a:lnTo>
                    <a:pt x="7611" y="2936"/>
                  </a:lnTo>
                  <a:cubicBezTo>
                    <a:pt x="8110" y="2667"/>
                    <a:pt x="8292" y="2035"/>
                    <a:pt x="8014" y="1536"/>
                  </a:cubicBezTo>
                  <a:lnTo>
                    <a:pt x="7937" y="1393"/>
                  </a:lnTo>
                  <a:lnTo>
                    <a:pt x="7544" y="683"/>
                  </a:lnTo>
                  <a:lnTo>
                    <a:pt x="7458" y="539"/>
                  </a:lnTo>
                  <a:cubicBezTo>
                    <a:pt x="7269" y="194"/>
                    <a:pt x="6916" y="0"/>
                    <a:pt x="6554" y="0"/>
                  </a:cubicBezTo>
                  <a:cubicBezTo>
                    <a:pt x="6364" y="0"/>
                    <a:pt x="6172" y="54"/>
                    <a:pt x="6001" y="166"/>
                  </a:cubicBezTo>
                  <a:lnTo>
                    <a:pt x="5761" y="319"/>
                  </a:lnTo>
                  <a:cubicBezTo>
                    <a:pt x="5268" y="640"/>
                    <a:pt x="4705" y="801"/>
                    <a:pt x="4141" y="801"/>
                  </a:cubicBezTo>
                  <a:cubicBezTo>
                    <a:pt x="3578" y="801"/>
                    <a:pt x="3015" y="640"/>
                    <a:pt x="2521" y="319"/>
                  </a:cubicBezTo>
                  <a:lnTo>
                    <a:pt x="2282" y="166"/>
                  </a:lnTo>
                  <a:cubicBezTo>
                    <a:pt x="2110" y="54"/>
                    <a:pt x="1917" y="0"/>
                    <a:pt x="1727" y="0"/>
                  </a:cubicBezTo>
                  <a:close/>
                </a:path>
              </a:pathLst>
            </a:custGeom>
            <a:solidFill>
              <a:srgbClr val="F2F4F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330" name="Google Shape;11330;p42"/>
            <p:cNvSpPr/>
            <p:nvPr/>
          </p:nvSpPr>
          <p:spPr>
            <a:xfrm>
              <a:off x="7677870" y="3190698"/>
              <a:ext cx="85936" cy="62618"/>
            </a:xfrm>
            <a:custGeom>
              <a:rect b="b" l="l" r="r" t="t"/>
              <a:pathLst>
                <a:path extrusionOk="0" h="2390" w="3280">
                  <a:moveTo>
                    <a:pt x="1640" y="0"/>
                  </a:moveTo>
                  <a:cubicBezTo>
                    <a:pt x="1094" y="0"/>
                    <a:pt x="547" y="199"/>
                    <a:pt x="1" y="597"/>
                  </a:cubicBezTo>
                  <a:lnTo>
                    <a:pt x="1" y="1546"/>
                  </a:lnTo>
                  <a:cubicBezTo>
                    <a:pt x="1" y="2015"/>
                    <a:pt x="375" y="2389"/>
                    <a:pt x="844" y="2389"/>
                  </a:cubicBezTo>
                  <a:lnTo>
                    <a:pt x="2436" y="2389"/>
                  </a:lnTo>
                  <a:cubicBezTo>
                    <a:pt x="2896" y="2389"/>
                    <a:pt x="3279" y="2015"/>
                    <a:pt x="3279" y="1546"/>
                  </a:cubicBezTo>
                  <a:lnTo>
                    <a:pt x="3279" y="597"/>
                  </a:lnTo>
                  <a:cubicBezTo>
                    <a:pt x="2733" y="199"/>
                    <a:pt x="2186" y="0"/>
                    <a:pt x="1640" y="0"/>
                  </a:cubicBezTo>
                  <a:close/>
                </a:path>
              </a:pathLst>
            </a:custGeom>
            <a:solidFill>
              <a:srgbClr val="F2F4F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331" name="Google Shape;11331;p42"/>
            <p:cNvSpPr/>
            <p:nvPr/>
          </p:nvSpPr>
          <p:spPr>
            <a:xfrm>
              <a:off x="7644229" y="2891285"/>
              <a:ext cx="63299" cy="21091"/>
            </a:xfrm>
            <a:custGeom>
              <a:rect b="b" l="l" r="r" t="t"/>
              <a:pathLst>
                <a:path extrusionOk="0" h="805" w="2416">
                  <a:moveTo>
                    <a:pt x="498" y="1"/>
                  </a:moveTo>
                  <a:cubicBezTo>
                    <a:pt x="325" y="1"/>
                    <a:pt x="153" y="44"/>
                    <a:pt x="0" y="129"/>
                  </a:cubicBezTo>
                  <a:cubicBezTo>
                    <a:pt x="20" y="148"/>
                    <a:pt x="48" y="158"/>
                    <a:pt x="58" y="168"/>
                  </a:cubicBezTo>
                  <a:lnTo>
                    <a:pt x="298" y="331"/>
                  </a:lnTo>
                  <a:cubicBezTo>
                    <a:pt x="779" y="642"/>
                    <a:pt x="1341" y="804"/>
                    <a:pt x="1913" y="804"/>
                  </a:cubicBezTo>
                  <a:cubicBezTo>
                    <a:pt x="2080" y="804"/>
                    <a:pt x="2249" y="790"/>
                    <a:pt x="2416" y="762"/>
                  </a:cubicBezTo>
                  <a:cubicBezTo>
                    <a:pt x="2013" y="695"/>
                    <a:pt x="1640" y="551"/>
                    <a:pt x="1294" y="331"/>
                  </a:cubicBezTo>
                  <a:lnTo>
                    <a:pt x="1055" y="168"/>
                  </a:lnTo>
                  <a:cubicBezTo>
                    <a:pt x="887" y="56"/>
                    <a:pt x="692" y="1"/>
                    <a:pt x="498" y="1"/>
                  </a:cubicBezTo>
                  <a:close/>
                </a:path>
              </a:pathLst>
            </a:custGeom>
            <a:solidFill>
              <a:srgbClr val="D8DEE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332" name="Google Shape;11332;p42"/>
            <p:cNvSpPr/>
            <p:nvPr/>
          </p:nvSpPr>
          <p:spPr>
            <a:xfrm>
              <a:off x="7707502" y="2891259"/>
              <a:ext cx="121830" cy="207268"/>
            </a:xfrm>
            <a:custGeom>
              <a:rect b="b" l="l" r="r" t="t"/>
              <a:pathLst>
                <a:path extrusionOk="0" h="7911" w="4650">
                  <a:moveTo>
                    <a:pt x="2926" y="0"/>
                  </a:moveTo>
                  <a:cubicBezTo>
                    <a:pt x="2757" y="0"/>
                    <a:pt x="2585" y="42"/>
                    <a:pt x="2426" y="130"/>
                  </a:cubicBezTo>
                  <a:cubicBezTo>
                    <a:pt x="2599" y="226"/>
                    <a:pt x="2733" y="370"/>
                    <a:pt x="2829" y="533"/>
                  </a:cubicBezTo>
                  <a:lnTo>
                    <a:pt x="2905" y="686"/>
                  </a:lnTo>
                  <a:lnTo>
                    <a:pt x="3298" y="1396"/>
                  </a:lnTo>
                  <a:lnTo>
                    <a:pt x="3375" y="1539"/>
                  </a:lnTo>
                  <a:cubicBezTo>
                    <a:pt x="3653" y="2038"/>
                    <a:pt x="3471" y="2670"/>
                    <a:pt x="2972" y="2939"/>
                  </a:cubicBezTo>
                  <a:lnTo>
                    <a:pt x="1726" y="3619"/>
                  </a:lnTo>
                  <a:cubicBezTo>
                    <a:pt x="1372" y="3811"/>
                    <a:pt x="1142" y="4194"/>
                    <a:pt x="1142" y="4607"/>
                  </a:cubicBezTo>
                  <a:lnTo>
                    <a:pt x="1142" y="6984"/>
                  </a:lnTo>
                  <a:cubicBezTo>
                    <a:pt x="758" y="7415"/>
                    <a:pt x="384" y="7693"/>
                    <a:pt x="1" y="7827"/>
                  </a:cubicBezTo>
                  <a:cubicBezTo>
                    <a:pt x="167" y="7883"/>
                    <a:pt x="333" y="7910"/>
                    <a:pt x="498" y="7910"/>
                  </a:cubicBezTo>
                  <a:cubicBezTo>
                    <a:pt x="1048" y="7910"/>
                    <a:pt x="1595" y="7603"/>
                    <a:pt x="2148" y="6984"/>
                  </a:cubicBezTo>
                  <a:lnTo>
                    <a:pt x="2148" y="4607"/>
                  </a:lnTo>
                  <a:cubicBezTo>
                    <a:pt x="2148" y="4194"/>
                    <a:pt x="2369" y="3811"/>
                    <a:pt x="2733" y="3619"/>
                  </a:cubicBezTo>
                  <a:lnTo>
                    <a:pt x="3969" y="2939"/>
                  </a:lnTo>
                  <a:cubicBezTo>
                    <a:pt x="4468" y="2670"/>
                    <a:pt x="4650" y="2038"/>
                    <a:pt x="4372" y="1539"/>
                  </a:cubicBezTo>
                  <a:lnTo>
                    <a:pt x="4295" y="1396"/>
                  </a:lnTo>
                  <a:lnTo>
                    <a:pt x="3912" y="686"/>
                  </a:lnTo>
                  <a:lnTo>
                    <a:pt x="3826" y="533"/>
                  </a:lnTo>
                  <a:cubicBezTo>
                    <a:pt x="3642" y="193"/>
                    <a:pt x="3290" y="0"/>
                    <a:pt x="2926" y="0"/>
                  </a:cubicBezTo>
                  <a:close/>
                </a:path>
              </a:pathLst>
            </a:custGeom>
            <a:solidFill>
              <a:srgbClr val="D8DEE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333" name="Google Shape;11333;p42"/>
            <p:cNvSpPr/>
            <p:nvPr/>
          </p:nvSpPr>
          <p:spPr>
            <a:xfrm>
              <a:off x="7707502" y="3190751"/>
              <a:ext cx="56304" cy="62801"/>
            </a:xfrm>
            <a:custGeom>
              <a:rect b="b" l="l" r="r" t="t"/>
              <a:pathLst>
                <a:path extrusionOk="0" h="2397" w="2149">
                  <a:moveTo>
                    <a:pt x="511" y="0"/>
                  </a:moveTo>
                  <a:cubicBezTo>
                    <a:pt x="341" y="0"/>
                    <a:pt x="171" y="19"/>
                    <a:pt x="1" y="58"/>
                  </a:cubicBezTo>
                  <a:cubicBezTo>
                    <a:pt x="413" y="154"/>
                    <a:pt x="806" y="336"/>
                    <a:pt x="1142" y="595"/>
                  </a:cubicBezTo>
                  <a:lnTo>
                    <a:pt x="1142" y="1544"/>
                  </a:lnTo>
                  <a:cubicBezTo>
                    <a:pt x="1142" y="2013"/>
                    <a:pt x="768" y="2397"/>
                    <a:pt x="298" y="2397"/>
                  </a:cubicBezTo>
                  <a:lnTo>
                    <a:pt x="1305" y="2397"/>
                  </a:lnTo>
                  <a:cubicBezTo>
                    <a:pt x="1765" y="2397"/>
                    <a:pt x="2148" y="2013"/>
                    <a:pt x="2148" y="1544"/>
                  </a:cubicBezTo>
                  <a:lnTo>
                    <a:pt x="2148" y="595"/>
                  </a:lnTo>
                  <a:cubicBezTo>
                    <a:pt x="1599" y="200"/>
                    <a:pt x="1056" y="0"/>
                    <a:pt x="511" y="0"/>
                  </a:cubicBezTo>
                  <a:close/>
                </a:path>
              </a:pathLst>
            </a:custGeom>
            <a:solidFill>
              <a:srgbClr val="D8DEE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334" name="Google Shape;11334;p42"/>
            <p:cNvSpPr/>
            <p:nvPr/>
          </p:nvSpPr>
          <p:spPr>
            <a:xfrm>
              <a:off x="7677870" y="3190698"/>
              <a:ext cx="85936" cy="28191"/>
            </a:xfrm>
            <a:custGeom>
              <a:rect b="b" l="l" r="r" t="t"/>
              <a:pathLst>
                <a:path extrusionOk="0" h="1076" w="3280">
                  <a:moveTo>
                    <a:pt x="1640" y="0"/>
                  </a:moveTo>
                  <a:cubicBezTo>
                    <a:pt x="1094" y="0"/>
                    <a:pt x="547" y="199"/>
                    <a:pt x="1" y="597"/>
                  </a:cubicBezTo>
                  <a:lnTo>
                    <a:pt x="1" y="1076"/>
                  </a:lnTo>
                  <a:cubicBezTo>
                    <a:pt x="547" y="678"/>
                    <a:pt x="1094" y="479"/>
                    <a:pt x="1640" y="479"/>
                  </a:cubicBezTo>
                  <a:cubicBezTo>
                    <a:pt x="2186" y="479"/>
                    <a:pt x="2733" y="678"/>
                    <a:pt x="3279" y="1076"/>
                  </a:cubicBezTo>
                  <a:lnTo>
                    <a:pt x="3279" y="597"/>
                  </a:lnTo>
                  <a:cubicBezTo>
                    <a:pt x="2733" y="199"/>
                    <a:pt x="2186" y="0"/>
                    <a:pt x="1640" y="0"/>
                  </a:cubicBezTo>
                  <a:close/>
                </a:path>
              </a:pathLst>
            </a:custGeom>
            <a:solidFill>
              <a:srgbClr val="D8DEE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335" name="Google Shape;11335;p42"/>
            <p:cNvSpPr/>
            <p:nvPr/>
          </p:nvSpPr>
          <p:spPr>
            <a:xfrm>
              <a:off x="7669958" y="3221588"/>
              <a:ext cx="99874" cy="17397"/>
            </a:xfrm>
            <a:custGeom>
              <a:rect b="b" l="l" r="r" t="t"/>
              <a:pathLst>
                <a:path extrusionOk="0" h="664" w="3812">
                  <a:moveTo>
                    <a:pt x="1942" y="0"/>
                  </a:moveTo>
                  <a:cubicBezTo>
                    <a:pt x="1369" y="0"/>
                    <a:pt x="797" y="84"/>
                    <a:pt x="245" y="252"/>
                  </a:cubicBezTo>
                  <a:cubicBezTo>
                    <a:pt x="0" y="322"/>
                    <a:pt x="75" y="664"/>
                    <a:pt x="295" y="664"/>
                  </a:cubicBezTo>
                  <a:cubicBezTo>
                    <a:pt x="315" y="664"/>
                    <a:pt x="337" y="661"/>
                    <a:pt x="360" y="654"/>
                  </a:cubicBezTo>
                  <a:cubicBezTo>
                    <a:pt x="878" y="496"/>
                    <a:pt x="1410" y="417"/>
                    <a:pt x="1942" y="417"/>
                  </a:cubicBezTo>
                  <a:cubicBezTo>
                    <a:pt x="2474" y="417"/>
                    <a:pt x="3006" y="496"/>
                    <a:pt x="3524" y="654"/>
                  </a:cubicBezTo>
                  <a:cubicBezTo>
                    <a:pt x="3543" y="654"/>
                    <a:pt x="3562" y="664"/>
                    <a:pt x="3581" y="664"/>
                  </a:cubicBezTo>
                  <a:cubicBezTo>
                    <a:pt x="3667" y="654"/>
                    <a:pt x="3754" y="597"/>
                    <a:pt x="3782" y="510"/>
                  </a:cubicBezTo>
                  <a:cubicBezTo>
                    <a:pt x="3811" y="395"/>
                    <a:pt x="3754" y="280"/>
                    <a:pt x="3639" y="252"/>
                  </a:cubicBezTo>
                  <a:cubicBezTo>
                    <a:pt x="3087" y="84"/>
                    <a:pt x="2515" y="0"/>
                    <a:pt x="1942" y="0"/>
                  </a:cubicBezTo>
                  <a:close/>
                </a:path>
              </a:pathLst>
            </a:custGeom>
            <a:solidFill>
              <a:srgbClr val="D8DEE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336" name="Google Shape;11336;p42"/>
            <p:cNvSpPr/>
            <p:nvPr/>
          </p:nvSpPr>
          <p:spPr>
            <a:xfrm>
              <a:off x="7669958" y="3012879"/>
              <a:ext cx="99874" cy="17423"/>
            </a:xfrm>
            <a:custGeom>
              <a:rect b="b" l="l" r="r" t="t"/>
              <a:pathLst>
                <a:path extrusionOk="0" h="665" w="3812">
                  <a:moveTo>
                    <a:pt x="1942" y="1"/>
                  </a:moveTo>
                  <a:cubicBezTo>
                    <a:pt x="1369" y="1"/>
                    <a:pt x="797" y="84"/>
                    <a:pt x="245" y="252"/>
                  </a:cubicBezTo>
                  <a:cubicBezTo>
                    <a:pt x="1" y="331"/>
                    <a:pt x="75" y="665"/>
                    <a:pt x="293" y="665"/>
                  </a:cubicBezTo>
                  <a:cubicBezTo>
                    <a:pt x="314" y="665"/>
                    <a:pt x="337" y="662"/>
                    <a:pt x="360" y="655"/>
                  </a:cubicBezTo>
                  <a:cubicBezTo>
                    <a:pt x="878" y="497"/>
                    <a:pt x="1410" y="418"/>
                    <a:pt x="1942" y="418"/>
                  </a:cubicBezTo>
                  <a:cubicBezTo>
                    <a:pt x="2474" y="418"/>
                    <a:pt x="3006" y="497"/>
                    <a:pt x="3524" y="655"/>
                  </a:cubicBezTo>
                  <a:cubicBezTo>
                    <a:pt x="3543" y="664"/>
                    <a:pt x="3562" y="664"/>
                    <a:pt x="3581" y="664"/>
                  </a:cubicBezTo>
                  <a:cubicBezTo>
                    <a:pt x="3667" y="664"/>
                    <a:pt x="3754" y="607"/>
                    <a:pt x="3782" y="511"/>
                  </a:cubicBezTo>
                  <a:cubicBezTo>
                    <a:pt x="3811" y="406"/>
                    <a:pt x="3754" y="291"/>
                    <a:pt x="3639" y="252"/>
                  </a:cubicBezTo>
                  <a:cubicBezTo>
                    <a:pt x="3087" y="84"/>
                    <a:pt x="2515" y="1"/>
                    <a:pt x="1942" y="1"/>
                  </a:cubicBezTo>
                  <a:close/>
                </a:path>
              </a:pathLst>
            </a:custGeom>
            <a:solidFill>
              <a:srgbClr val="D8DEE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337" name="Google Shape;11337;p42"/>
            <p:cNvSpPr/>
            <p:nvPr/>
          </p:nvSpPr>
          <p:spPr>
            <a:xfrm>
              <a:off x="7670010" y="3041070"/>
              <a:ext cx="99822" cy="17423"/>
            </a:xfrm>
            <a:custGeom>
              <a:rect b="b" l="l" r="r" t="t"/>
              <a:pathLst>
                <a:path extrusionOk="0" h="665" w="3810">
                  <a:moveTo>
                    <a:pt x="1940" y="1"/>
                  </a:moveTo>
                  <a:cubicBezTo>
                    <a:pt x="1367" y="1"/>
                    <a:pt x="795" y="87"/>
                    <a:pt x="243" y="259"/>
                  </a:cubicBezTo>
                  <a:cubicBezTo>
                    <a:pt x="1" y="329"/>
                    <a:pt x="71" y="664"/>
                    <a:pt x="286" y="664"/>
                  </a:cubicBezTo>
                  <a:cubicBezTo>
                    <a:pt x="308" y="664"/>
                    <a:pt x="333" y="661"/>
                    <a:pt x="358" y="652"/>
                  </a:cubicBezTo>
                  <a:cubicBezTo>
                    <a:pt x="876" y="499"/>
                    <a:pt x="1408" y="422"/>
                    <a:pt x="1940" y="422"/>
                  </a:cubicBezTo>
                  <a:cubicBezTo>
                    <a:pt x="2472" y="422"/>
                    <a:pt x="3004" y="499"/>
                    <a:pt x="3522" y="652"/>
                  </a:cubicBezTo>
                  <a:cubicBezTo>
                    <a:pt x="3541" y="662"/>
                    <a:pt x="3560" y="662"/>
                    <a:pt x="3579" y="662"/>
                  </a:cubicBezTo>
                  <a:cubicBezTo>
                    <a:pt x="3665" y="662"/>
                    <a:pt x="3752" y="604"/>
                    <a:pt x="3780" y="518"/>
                  </a:cubicBezTo>
                  <a:cubicBezTo>
                    <a:pt x="3809" y="403"/>
                    <a:pt x="3752" y="288"/>
                    <a:pt x="3637" y="259"/>
                  </a:cubicBezTo>
                  <a:cubicBezTo>
                    <a:pt x="3085" y="87"/>
                    <a:pt x="2513" y="1"/>
                    <a:pt x="1940" y="1"/>
                  </a:cubicBezTo>
                  <a:close/>
                </a:path>
              </a:pathLst>
            </a:custGeom>
            <a:solidFill>
              <a:srgbClr val="D8DEE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338" name="Google Shape;11338;p42"/>
            <p:cNvSpPr/>
            <p:nvPr/>
          </p:nvSpPr>
          <p:spPr>
            <a:xfrm>
              <a:off x="7669958" y="3066615"/>
              <a:ext cx="99874" cy="17423"/>
            </a:xfrm>
            <a:custGeom>
              <a:rect b="b" l="l" r="r" t="t"/>
              <a:pathLst>
                <a:path extrusionOk="0" h="665" w="3812">
                  <a:moveTo>
                    <a:pt x="1942" y="1"/>
                  </a:moveTo>
                  <a:cubicBezTo>
                    <a:pt x="1369" y="1"/>
                    <a:pt x="797" y="85"/>
                    <a:pt x="245" y="252"/>
                  </a:cubicBezTo>
                  <a:cubicBezTo>
                    <a:pt x="1" y="331"/>
                    <a:pt x="75" y="665"/>
                    <a:pt x="293" y="665"/>
                  </a:cubicBezTo>
                  <a:cubicBezTo>
                    <a:pt x="314" y="665"/>
                    <a:pt x="337" y="662"/>
                    <a:pt x="360" y="655"/>
                  </a:cubicBezTo>
                  <a:cubicBezTo>
                    <a:pt x="878" y="497"/>
                    <a:pt x="1410" y="418"/>
                    <a:pt x="1942" y="418"/>
                  </a:cubicBezTo>
                  <a:cubicBezTo>
                    <a:pt x="2474" y="418"/>
                    <a:pt x="3006" y="497"/>
                    <a:pt x="3524" y="655"/>
                  </a:cubicBezTo>
                  <a:cubicBezTo>
                    <a:pt x="3543" y="665"/>
                    <a:pt x="3562" y="665"/>
                    <a:pt x="3581" y="665"/>
                  </a:cubicBezTo>
                  <a:cubicBezTo>
                    <a:pt x="3667" y="665"/>
                    <a:pt x="3754" y="598"/>
                    <a:pt x="3782" y="511"/>
                  </a:cubicBezTo>
                  <a:cubicBezTo>
                    <a:pt x="3811" y="406"/>
                    <a:pt x="3754" y="291"/>
                    <a:pt x="3639" y="252"/>
                  </a:cubicBezTo>
                  <a:cubicBezTo>
                    <a:pt x="3087" y="85"/>
                    <a:pt x="2515" y="1"/>
                    <a:pt x="1942" y="1"/>
                  </a:cubicBezTo>
                  <a:close/>
                </a:path>
              </a:pathLst>
            </a:custGeom>
            <a:solidFill>
              <a:srgbClr val="D8DEE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339" name="Google Shape;11339;p42"/>
            <p:cNvSpPr/>
            <p:nvPr/>
          </p:nvSpPr>
          <p:spPr>
            <a:xfrm>
              <a:off x="7567280" y="2994880"/>
              <a:ext cx="307116" cy="226368"/>
            </a:xfrm>
            <a:custGeom>
              <a:rect b="b" l="l" r="r" t="t"/>
              <a:pathLst>
                <a:path extrusionOk="0" h="8640" w="11722">
                  <a:moveTo>
                    <a:pt x="1536" y="1"/>
                  </a:moveTo>
                  <a:cubicBezTo>
                    <a:pt x="766" y="1"/>
                    <a:pt x="1" y="579"/>
                    <a:pt x="52" y="1533"/>
                  </a:cubicBezTo>
                  <a:cubicBezTo>
                    <a:pt x="52" y="1581"/>
                    <a:pt x="52" y="1620"/>
                    <a:pt x="62" y="1668"/>
                  </a:cubicBezTo>
                  <a:cubicBezTo>
                    <a:pt x="148" y="2367"/>
                    <a:pt x="254" y="3163"/>
                    <a:pt x="397" y="3959"/>
                  </a:cubicBezTo>
                  <a:lnTo>
                    <a:pt x="541" y="4716"/>
                  </a:lnTo>
                  <a:cubicBezTo>
                    <a:pt x="771" y="5809"/>
                    <a:pt x="1068" y="6863"/>
                    <a:pt x="1423" y="7639"/>
                  </a:cubicBezTo>
                  <a:cubicBezTo>
                    <a:pt x="1442" y="7668"/>
                    <a:pt x="1461" y="7706"/>
                    <a:pt x="1480" y="7745"/>
                  </a:cubicBezTo>
                  <a:cubicBezTo>
                    <a:pt x="1797" y="8332"/>
                    <a:pt x="2339" y="8639"/>
                    <a:pt x="2908" y="8639"/>
                  </a:cubicBezTo>
                  <a:cubicBezTo>
                    <a:pt x="3286" y="8639"/>
                    <a:pt x="3676" y="8503"/>
                    <a:pt x="4021" y="8224"/>
                  </a:cubicBezTo>
                  <a:cubicBezTo>
                    <a:pt x="4631" y="7723"/>
                    <a:pt x="5242" y="7474"/>
                    <a:pt x="5852" y="7474"/>
                  </a:cubicBezTo>
                  <a:cubicBezTo>
                    <a:pt x="6469" y="7474"/>
                    <a:pt x="7085" y="7728"/>
                    <a:pt x="7701" y="8234"/>
                  </a:cubicBezTo>
                  <a:cubicBezTo>
                    <a:pt x="8017" y="8490"/>
                    <a:pt x="8394" y="8613"/>
                    <a:pt x="8767" y="8613"/>
                  </a:cubicBezTo>
                  <a:cubicBezTo>
                    <a:pt x="9354" y="8613"/>
                    <a:pt x="9931" y="8308"/>
                    <a:pt x="10242" y="7745"/>
                  </a:cubicBezTo>
                  <a:cubicBezTo>
                    <a:pt x="10261" y="7716"/>
                    <a:pt x="10270" y="7678"/>
                    <a:pt x="10289" y="7639"/>
                  </a:cubicBezTo>
                  <a:cubicBezTo>
                    <a:pt x="10999" y="6125"/>
                    <a:pt x="11430" y="3546"/>
                    <a:pt x="11660" y="1668"/>
                  </a:cubicBezTo>
                  <a:cubicBezTo>
                    <a:pt x="11660" y="1620"/>
                    <a:pt x="11660" y="1581"/>
                    <a:pt x="11670" y="1533"/>
                  </a:cubicBezTo>
                  <a:cubicBezTo>
                    <a:pt x="11721" y="579"/>
                    <a:pt x="10956" y="1"/>
                    <a:pt x="10186" y="1"/>
                  </a:cubicBezTo>
                  <a:cubicBezTo>
                    <a:pt x="9672" y="1"/>
                    <a:pt x="9157" y="258"/>
                    <a:pt x="8880" y="834"/>
                  </a:cubicBezTo>
                  <a:cubicBezTo>
                    <a:pt x="7874" y="2914"/>
                    <a:pt x="6867" y="3954"/>
                    <a:pt x="5861" y="3954"/>
                  </a:cubicBezTo>
                  <a:cubicBezTo>
                    <a:pt x="4855" y="3954"/>
                    <a:pt x="3848" y="2914"/>
                    <a:pt x="2842" y="834"/>
                  </a:cubicBezTo>
                  <a:cubicBezTo>
                    <a:pt x="2565" y="258"/>
                    <a:pt x="2050" y="1"/>
                    <a:pt x="1536" y="1"/>
                  </a:cubicBezTo>
                  <a:close/>
                </a:path>
              </a:pathLst>
            </a:custGeom>
            <a:solidFill>
              <a:srgbClr val="6A7F9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340" name="Google Shape;11340;p42"/>
            <p:cNvSpPr/>
            <p:nvPr/>
          </p:nvSpPr>
          <p:spPr>
            <a:xfrm>
              <a:off x="7568144" y="3019717"/>
              <a:ext cx="305151" cy="201530"/>
            </a:xfrm>
            <a:custGeom>
              <a:rect b="b" l="l" r="r" t="t"/>
              <a:pathLst>
                <a:path extrusionOk="0" h="7692" w="11647">
                  <a:moveTo>
                    <a:pt x="86" y="1"/>
                  </a:moveTo>
                  <a:cubicBezTo>
                    <a:pt x="29" y="192"/>
                    <a:pt x="0" y="384"/>
                    <a:pt x="10" y="585"/>
                  </a:cubicBezTo>
                  <a:cubicBezTo>
                    <a:pt x="10" y="624"/>
                    <a:pt x="10" y="672"/>
                    <a:pt x="19" y="720"/>
                  </a:cubicBezTo>
                  <a:cubicBezTo>
                    <a:pt x="106" y="1419"/>
                    <a:pt x="221" y="2205"/>
                    <a:pt x="364" y="3001"/>
                  </a:cubicBezTo>
                  <a:lnTo>
                    <a:pt x="508" y="3768"/>
                  </a:lnTo>
                  <a:cubicBezTo>
                    <a:pt x="738" y="4861"/>
                    <a:pt x="1026" y="5905"/>
                    <a:pt x="1390" y="6691"/>
                  </a:cubicBezTo>
                  <a:cubicBezTo>
                    <a:pt x="1400" y="6720"/>
                    <a:pt x="1419" y="6758"/>
                    <a:pt x="1438" y="6797"/>
                  </a:cubicBezTo>
                  <a:cubicBezTo>
                    <a:pt x="1755" y="7384"/>
                    <a:pt x="2296" y="7691"/>
                    <a:pt x="2867" y="7691"/>
                  </a:cubicBezTo>
                  <a:cubicBezTo>
                    <a:pt x="3247" y="7691"/>
                    <a:pt x="3639" y="7555"/>
                    <a:pt x="3988" y="7276"/>
                  </a:cubicBezTo>
                  <a:cubicBezTo>
                    <a:pt x="4598" y="6775"/>
                    <a:pt x="5209" y="6526"/>
                    <a:pt x="5819" y="6526"/>
                  </a:cubicBezTo>
                  <a:cubicBezTo>
                    <a:pt x="6436" y="6526"/>
                    <a:pt x="7052" y="6780"/>
                    <a:pt x="7668" y="7286"/>
                  </a:cubicBezTo>
                  <a:cubicBezTo>
                    <a:pt x="7984" y="7546"/>
                    <a:pt x="8359" y="7669"/>
                    <a:pt x="8729" y="7669"/>
                  </a:cubicBezTo>
                  <a:cubicBezTo>
                    <a:pt x="9314" y="7669"/>
                    <a:pt x="9888" y="7361"/>
                    <a:pt x="10199" y="6797"/>
                  </a:cubicBezTo>
                  <a:cubicBezTo>
                    <a:pt x="10218" y="6768"/>
                    <a:pt x="10237" y="6730"/>
                    <a:pt x="10256" y="6691"/>
                  </a:cubicBezTo>
                  <a:cubicBezTo>
                    <a:pt x="10956" y="5177"/>
                    <a:pt x="11397" y="2598"/>
                    <a:pt x="11618" y="720"/>
                  </a:cubicBezTo>
                  <a:cubicBezTo>
                    <a:pt x="11618" y="672"/>
                    <a:pt x="11627" y="633"/>
                    <a:pt x="11627" y="585"/>
                  </a:cubicBezTo>
                  <a:cubicBezTo>
                    <a:pt x="11646" y="394"/>
                    <a:pt x="11618" y="192"/>
                    <a:pt x="11550" y="10"/>
                  </a:cubicBezTo>
                  <a:cubicBezTo>
                    <a:pt x="11311" y="1822"/>
                    <a:pt x="10899" y="4065"/>
                    <a:pt x="10256" y="5436"/>
                  </a:cubicBezTo>
                  <a:cubicBezTo>
                    <a:pt x="10237" y="5474"/>
                    <a:pt x="10218" y="5512"/>
                    <a:pt x="10199" y="5551"/>
                  </a:cubicBezTo>
                  <a:cubicBezTo>
                    <a:pt x="9887" y="6110"/>
                    <a:pt x="9311" y="6416"/>
                    <a:pt x="8725" y="6416"/>
                  </a:cubicBezTo>
                  <a:cubicBezTo>
                    <a:pt x="8356" y="6416"/>
                    <a:pt x="7983" y="6295"/>
                    <a:pt x="7668" y="6040"/>
                  </a:cubicBezTo>
                  <a:cubicBezTo>
                    <a:pt x="7052" y="5529"/>
                    <a:pt x="6436" y="5275"/>
                    <a:pt x="5819" y="5275"/>
                  </a:cubicBezTo>
                  <a:cubicBezTo>
                    <a:pt x="5209" y="5275"/>
                    <a:pt x="4598" y="5524"/>
                    <a:pt x="3988" y="6020"/>
                  </a:cubicBezTo>
                  <a:cubicBezTo>
                    <a:pt x="3642" y="6304"/>
                    <a:pt x="3251" y="6442"/>
                    <a:pt x="2871" y="6442"/>
                  </a:cubicBezTo>
                  <a:cubicBezTo>
                    <a:pt x="2304" y="6442"/>
                    <a:pt x="1764" y="6133"/>
                    <a:pt x="1447" y="5541"/>
                  </a:cubicBezTo>
                  <a:cubicBezTo>
                    <a:pt x="1419" y="5512"/>
                    <a:pt x="1409" y="5474"/>
                    <a:pt x="1390" y="5436"/>
                  </a:cubicBezTo>
                  <a:cubicBezTo>
                    <a:pt x="1026" y="4659"/>
                    <a:pt x="738" y="3614"/>
                    <a:pt x="508" y="2522"/>
                  </a:cubicBezTo>
                  <a:lnTo>
                    <a:pt x="364" y="1755"/>
                  </a:lnTo>
                  <a:cubicBezTo>
                    <a:pt x="249" y="1161"/>
                    <a:pt x="163" y="557"/>
                    <a:pt x="86" y="1"/>
                  </a:cubicBezTo>
                  <a:close/>
                </a:path>
              </a:pathLst>
            </a:custGeom>
            <a:solidFill>
              <a:srgbClr val="546C8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1341" name="Google Shape;11341;p42"/>
          <p:cNvGrpSpPr/>
          <p:nvPr/>
        </p:nvGrpSpPr>
        <p:grpSpPr>
          <a:xfrm>
            <a:off x="7112579" y="2708521"/>
            <a:ext cx="338556" cy="361534"/>
            <a:chOff x="7112579" y="2891521"/>
            <a:chExt cx="338556" cy="361534"/>
          </a:xfrm>
        </p:grpSpPr>
        <p:sp>
          <p:nvSpPr>
            <p:cNvPr id="11342" name="Google Shape;11342;p42"/>
            <p:cNvSpPr/>
            <p:nvPr/>
          </p:nvSpPr>
          <p:spPr>
            <a:xfrm>
              <a:off x="7112579" y="2891521"/>
              <a:ext cx="312671" cy="361534"/>
            </a:xfrm>
            <a:custGeom>
              <a:rect b="b" l="l" r="r" t="t"/>
              <a:pathLst>
                <a:path extrusionOk="0" h="13799" w="11934">
                  <a:moveTo>
                    <a:pt x="3454" y="1"/>
                  </a:moveTo>
                  <a:cubicBezTo>
                    <a:pt x="1665" y="1"/>
                    <a:pt x="0" y="1423"/>
                    <a:pt x="0" y="3446"/>
                  </a:cubicBezTo>
                  <a:cubicBezTo>
                    <a:pt x="0" y="3744"/>
                    <a:pt x="39" y="4031"/>
                    <a:pt x="106" y="4319"/>
                  </a:cubicBezTo>
                  <a:cubicBezTo>
                    <a:pt x="192" y="4597"/>
                    <a:pt x="297" y="4865"/>
                    <a:pt x="422" y="5124"/>
                  </a:cubicBezTo>
                  <a:cubicBezTo>
                    <a:pt x="547" y="5335"/>
                    <a:pt x="690" y="5536"/>
                    <a:pt x="844" y="5728"/>
                  </a:cubicBezTo>
                  <a:cubicBezTo>
                    <a:pt x="1639" y="6619"/>
                    <a:pt x="2071" y="7779"/>
                    <a:pt x="2071" y="8968"/>
                  </a:cubicBezTo>
                  <a:lnTo>
                    <a:pt x="2071" y="11747"/>
                  </a:lnTo>
                  <a:cubicBezTo>
                    <a:pt x="2071" y="12878"/>
                    <a:pt x="2991" y="13799"/>
                    <a:pt x="4131" y="13799"/>
                  </a:cubicBezTo>
                  <a:cubicBezTo>
                    <a:pt x="4409" y="13799"/>
                    <a:pt x="4639" y="13569"/>
                    <a:pt x="4639" y="13291"/>
                  </a:cubicBezTo>
                  <a:lnTo>
                    <a:pt x="4639" y="10722"/>
                  </a:lnTo>
                  <a:cubicBezTo>
                    <a:pt x="4639" y="10003"/>
                    <a:pt x="5224" y="9418"/>
                    <a:pt x="5943" y="9418"/>
                  </a:cubicBezTo>
                  <a:cubicBezTo>
                    <a:pt x="6662" y="9418"/>
                    <a:pt x="7247" y="10003"/>
                    <a:pt x="7247" y="10722"/>
                  </a:cubicBezTo>
                  <a:lnTo>
                    <a:pt x="7247" y="13291"/>
                  </a:lnTo>
                  <a:cubicBezTo>
                    <a:pt x="7247" y="13569"/>
                    <a:pt x="7477" y="13799"/>
                    <a:pt x="7755" y="13799"/>
                  </a:cubicBezTo>
                  <a:cubicBezTo>
                    <a:pt x="8895" y="13799"/>
                    <a:pt x="9816" y="12878"/>
                    <a:pt x="9816" y="11747"/>
                  </a:cubicBezTo>
                  <a:lnTo>
                    <a:pt x="9816" y="8968"/>
                  </a:lnTo>
                  <a:cubicBezTo>
                    <a:pt x="9825" y="7769"/>
                    <a:pt x="10257" y="6610"/>
                    <a:pt x="11052" y="5709"/>
                  </a:cubicBezTo>
                  <a:cubicBezTo>
                    <a:pt x="11637" y="5038"/>
                    <a:pt x="11934" y="4165"/>
                    <a:pt x="11896" y="3283"/>
                  </a:cubicBezTo>
                  <a:cubicBezTo>
                    <a:pt x="11809" y="1510"/>
                    <a:pt x="10257" y="24"/>
                    <a:pt x="8483" y="5"/>
                  </a:cubicBezTo>
                  <a:cubicBezTo>
                    <a:pt x="8468" y="5"/>
                    <a:pt x="8453" y="5"/>
                    <a:pt x="8438" y="5"/>
                  </a:cubicBezTo>
                  <a:cubicBezTo>
                    <a:pt x="7754" y="5"/>
                    <a:pt x="7091" y="215"/>
                    <a:pt x="6537" y="590"/>
                  </a:cubicBezTo>
                  <a:cubicBezTo>
                    <a:pt x="6360" y="710"/>
                    <a:pt x="6154" y="770"/>
                    <a:pt x="5948" y="770"/>
                  </a:cubicBezTo>
                  <a:cubicBezTo>
                    <a:pt x="5742" y="770"/>
                    <a:pt x="5536" y="710"/>
                    <a:pt x="5358" y="590"/>
                  </a:cubicBezTo>
                  <a:cubicBezTo>
                    <a:pt x="4755" y="184"/>
                    <a:pt x="4096" y="1"/>
                    <a:pt x="3454" y="1"/>
                  </a:cubicBezTo>
                  <a:close/>
                </a:path>
              </a:pathLst>
            </a:custGeom>
            <a:solidFill>
              <a:srgbClr val="F2F4F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343" name="Google Shape;11343;p42"/>
            <p:cNvSpPr/>
            <p:nvPr/>
          </p:nvSpPr>
          <p:spPr>
            <a:xfrm>
              <a:off x="7302424" y="2891783"/>
              <a:ext cx="148711" cy="361272"/>
            </a:xfrm>
            <a:custGeom>
              <a:rect b="b" l="l" r="r" t="t"/>
              <a:pathLst>
                <a:path extrusionOk="0" h="13789" w="5676">
                  <a:moveTo>
                    <a:pt x="1195" y="0"/>
                  </a:moveTo>
                  <a:cubicBezTo>
                    <a:pt x="886" y="0"/>
                    <a:pt x="584" y="40"/>
                    <a:pt x="288" y="120"/>
                  </a:cubicBezTo>
                  <a:cubicBezTo>
                    <a:pt x="2733" y="791"/>
                    <a:pt x="3643" y="3801"/>
                    <a:pt x="1966" y="5708"/>
                  </a:cubicBezTo>
                  <a:cubicBezTo>
                    <a:pt x="1170" y="6609"/>
                    <a:pt x="739" y="7759"/>
                    <a:pt x="739" y="8958"/>
                  </a:cubicBezTo>
                  <a:lnTo>
                    <a:pt x="739" y="11220"/>
                  </a:lnTo>
                  <a:cubicBezTo>
                    <a:pt x="739" y="11891"/>
                    <a:pt x="470" y="12542"/>
                    <a:pt x="1" y="13022"/>
                  </a:cubicBezTo>
                  <a:lnTo>
                    <a:pt x="1" y="13271"/>
                  </a:lnTo>
                  <a:cubicBezTo>
                    <a:pt x="1" y="13559"/>
                    <a:pt x="221" y="13789"/>
                    <a:pt x="509" y="13789"/>
                  </a:cubicBezTo>
                  <a:cubicBezTo>
                    <a:pt x="1649" y="13789"/>
                    <a:pt x="2570" y="12859"/>
                    <a:pt x="2560" y="11728"/>
                  </a:cubicBezTo>
                  <a:lnTo>
                    <a:pt x="2560" y="8938"/>
                  </a:lnTo>
                  <a:cubicBezTo>
                    <a:pt x="2570" y="7750"/>
                    <a:pt x="3011" y="6590"/>
                    <a:pt x="3797" y="5699"/>
                  </a:cubicBezTo>
                  <a:cubicBezTo>
                    <a:pt x="5675" y="3532"/>
                    <a:pt x="4237" y="149"/>
                    <a:pt x="1381" y="5"/>
                  </a:cubicBezTo>
                  <a:cubicBezTo>
                    <a:pt x="1319" y="2"/>
                    <a:pt x="1257" y="0"/>
                    <a:pt x="1195" y="0"/>
                  </a:cubicBezTo>
                  <a:close/>
                </a:path>
              </a:pathLst>
            </a:custGeom>
            <a:solidFill>
              <a:srgbClr val="D8DEE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1344" name="Google Shape;11344;p42"/>
          <p:cNvGrpSpPr/>
          <p:nvPr/>
        </p:nvGrpSpPr>
        <p:grpSpPr>
          <a:xfrm>
            <a:off x="7155259" y="3622036"/>
            <a:ext cx="207478" cy="361272"/>
            <a:chOff x="7155259" y="3805036"/>
            <a:chExt cx="207478" cy="361272"/>
          </a:xfrm>
        </p:grpSpPr>
        <p:sp>
          <p:nvSpPr>
            <p:cNvPr id="11345" name="Google Shape;11345;p42"/>
            <p:cNvSpPr/>
            <p:nvPr/>
          </p:nvSpPr>
          <p:spPr>
            <a:xfrm>
              <a:off x="7178865" y="3839175"/>
              <a:ext cx="160265" cy="144179"/>
            </a:xfrm>
            <a:custGeom>
              <a:rect b="b" l="l" r="r" t="t"/>
              <a:pathLst>
                <a:path extrusionOk="0" h="5503" w="6117">
                  <a:moveTo>
                    <a:pt x="1304" y="1"/>
                  </a:moveTo>
                  <a:cubicBezTo>
                    <a:pt x="499" y="480"/>
                    <a:pt x="10" y="1333"/>
                    <a:pt x="1" y="2263"/>
                  </a:cubicBezTo>
                  <a:cubicBezTo>
                    <a:pt x="1" y="2761"/>
                    <a:pt x="20" y="3825"/>
                    <a:pt x="68" y="4314"/>
                  </a:cubicBezTo>
                  <a:cubicBezTo>
                    <a:pt x="135" y="4985"/>
                    <a:pt x="710" y="5503"/>
                    <a:pt x="1391" y="5503"/>
                  </a:cubicBezTo>
                  <a:lnTo>
                    <a:pt x="4726" y="5503"/>
                  </a:lnTo>
                  <a:cubicBezTo>
                    <a:pt x="5407" y="5503"/>
                    <a:pt x="5982" y="4985"/>
                    <a:pt x="6049" y="4314"/>
                  </a:cubicBezTo>
                  <a:cubicBezTo>
                    <a:pt x="6097" y="3825"/>
                    <a:pt x="6116" y="2761"/>
                    <a:pt x="6116" y="2273"/>
                  </a:cubicBezTo>
                  <a:cubicBezTo>
                    <a:pt x="6116" y="1333"/>
                    <a:pt x="5618" y="480"/>
                    <a:pt x="4813" y="1"/>
                  </a:cubicBezTo>
                  <a:lnTo>
                    <a:pt x="4468" y="662"/>
                  </a:lnTo>
                  <a:cubicBezTo>
                    <a:pt x="3968" y="469"/>
                    <a:pt x="3499" y="371"/>
                    <a:pt x="3027" y="371"/>
                  </a:cubicBezTo>
                  <a:cubicBezTo>
                    <a:pt x="2585" y="371"/>
                    <a:pt x="2142" y="457"/>
                    <a:pt x="1669" y="633"/>
                  </a:cubicBezTo>
                  <a:lnTo>
                    <a:pt x="1304" y="1"/>
                  </a:lnTo>
                  <a:close/>
                </a:path>
              </a:pathLst>
            </a:custGeom>
            <a:solidFill>
              <a:srgbClr val="3B536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346" name="Google Shape;11346;p42"/>
            <p:cNvSpPr/>
            <p:nvPr/>
          </p:nvSpPr>
          <p:spPr>
            <a:xfrm>
              <a:off x="7281071" y="3839175"/>
              <a:ext cx="58059" cy="144179"/>
            </a:xfrm>
            <a:custGeom>
              <a:rect b="b" l="l" r="r" t="t"/>
              <a:pathLst>
                <a:path extrusionOk="0" h="5503" w="2216">
                  <a:moveTo>
                    <a:pt x="912" y="1"/>
                  </a:moveTo>
                  <a:lnTo>
                    <a:pt x="710" y="518"/>
                  </a:lnTo>
                  <a:cubicBezTo>
                    <a:pt x="1142" y="998"/>
                    <a:pt x="1391" y="1621"/>
                    <a:pt x="1391" y="2273"/>
                  </a:cubicBezTo>
                  <a:cubicBezTo>
                    <a:pt x="1391" y="2761"/>
                    <a:pt x="1372" y="3825"/>
                    <a:pt x="1324" y="4314"/>
                  </a:cubicBezTo>
                  <a:cubicBezTo>
                    <a:pt x="1257" y="4985"/>
                    <a:pt x="682" y="5503"/>
                    <a:pt x="1" y="5503"/>
                  </a:cubicBezTo>
                  <a:lnTo>
                    <a:pt x="825" y="5503"/>
                  </a:lnTo>
                  <a:cubicBezTo>
                    <a:pt x="1496" y="5503"/>
                    <a:pt x="2071" y="4985"/>
                    <a:pt x="2139" y="4314"/>
                  </a:cubicBezTo>
                  <a:cubicBezTo>
                    <a:pt x="2196" y="3825"/>
                    <a:pt x="2215" y="2761"/>
                    <a:pt x="2215" y="2273"/>
                  </a:cubicBezTo>
                  <a:cubicBezTo>
                    <a:pt x="2206" y="1333"/>
                    <a:pt x="1707" y="480"/>
                    <a:pt x="912" y="1"/>
                  </a:cubicBezTo>
                  <a:close/>
                </a:path>
              </a:pathLst>
            </a:custGeom>
            <a:solidFill>
              <a:srgbClr val="243F5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347" name="Google Shape;11347;p42"/>
            <p:cNvSpPr/>
            <p:nvPr/>
          </p:nvSpPr>
          <p:spPr>
            <a:xfrm>
              <a:off x="7204488" y="3805036"/>
              <a:ext cx="108756" cy="54417"/>
            </a:xfrm>
            <a:custGeom>
              <a:rect b="b" l="l" r="r" t="t"/>
              <a:pathLst>
                <a:path extrusionOk="0" h="2077" w="4151">
                  <a:moveTo>
                    <a:pt x="2077" y="0"/>
                  </a:moveTo>
                  <a:cubicBezTo>
                    <a:pt x="1414" y="0"/>
                    <a:pt x="753" y="115"/>
                    <a:pt x="125" y="345"/>
                  </a:cubicBezTo>
                  <a:cubicBezTo>
                    <a:pt x="39" y="374"/>
                    <a:pt x="0" y="460"/>
                    <a:pt x="29" y="537"/>
                  </a:cubicBezTo>
                  <a:lnTo>
                    <a:pt x="576" y="1984"/>
                  </a:lnTo>
                  <a:cubicBezTo>
                    <a:pt x="597" y="2040"/>
                    <a:pt x="648" y="2076"/>
                    <a:pt x="705" y="2076"/>
                  </a:cubicBezTo>
                  <a:cubicBezTo>
                    <a:pt x="725" y="2076"/>
                    <a:pt x="747" y="2071"/>
                    <a:pt x="767" y="2061"/>
                  </a:cubicBezTo>
                  <a:cubicBezTo>
                    <a:pt x="1189" y="1908"/>
                    <a:pt x="1632" y="1831"/>
                    <a:pt x="2076" y="1831"/>
                  </a:cubicBezTo>
                  <a:cubicBezTo>
                    <a:pt x="2519" y="1831"/>
                    <a:pt x="2962" y="1908"/>
                    <a:pt x="3384" y="2061"/>
                  </a:cubicBezTo>
                  <a:cubicBezTo>
                    <a:pt x="3401" y="2068"/>
                    <a:pt x="3419" y="2071"/>
                    <a:pt x="3437" y="2071"/>
                  </a:cubicBezTo>
                  <a:cubicBezTo>
                    <a:pt x="3497" y="2071"/>
                    <a:pt x="3553" y="2034"/>
                    <a:pt x="3576" y="1975"/>
                  </a:cubicBezTo>
                  <a:lnTo>
                    <a:pt x="4122" y="537"/>
                  </a:lnTo>
                  <a:cubicBezTo>
                    <a:pt x="4151" y="460"/>
                    <a:pt x="4113" y="374"/>
                    <a:pt x="4036" y="345"/>
                  </a:cubicBezTo>
                  <a:cubicBezTo>
                    <a:pt x="3403" y="115"/>
                    <a:pt x="2739" y="0"/>
                    <a:pt x="2077" y="0"/>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348" name="Google Shape;11348;p42"/>
            <p:cNvSpPr/>
            <p:nvPr/>
          </p:nvSpPr>
          <p:spPr>
            <a:xfrm>
              <a:off x="7275805" y="3809307"/>
              <a:ext cx="37440" cy="50252"/>
            </a:xfrm>
            <a:custGeom>
              <a:rect b="b" l="l" r="r" t="t"/>
              <a:pathLst>
                <a:path extrusionOk="0" h="1918" w="1429">
                  <a:moveTo>
                    <a:pt x="710" y="0"/>
                  </a:moveTo>
                  <a:lnTo>
                    <a:pt x="1" y="1735"/>
                  </a:lnTo>
                  <a:cubicBezTo>
                    <a:pt x="1" y="1735"/>
                    <a:pt x="2" y="1735"/>
                    <a:pt x="8" y="1735"/>
                  </a:cubicBezTo>
                  <a:cubicBezTo>
                    <a:pt x="35" y="1735"/>
                    <a:pt x="159" y="1748"/>
                    <a:pt x="662" y="1908"/>
                  </a:cubicBezTo>
                  <a:cubicBezTo>
                    <a:pt x="679" y="1914"/>
                    <a:pt x="697" y="1917"/>
                    <a:pt x="713" y="1917"/>
                  </a:cubicBezTo>
                  <a:cubicBezTo>
                    <a:pt x="771" y="1917"/>
                    <a:pt x="822" y="1881"/>
                    <a:pt x="844" y="1821"/>
                  </a:cubicBezTo>
                  <a:lnTo>
                    <a:pt x="1400" y="374"/>
                  </a:lnTo>
                  <a:cubicBezTo>
                    <a:pt x="1429" y="297"/>
                    <a:pt x="1391" y="211"/>
                    <a:pt x="1304" y="182"/>
                  </a:cubicBezTo>
                  <a:cubicBezTo>
                    <a:pt x="1113" y="115"/>
                    <a:pt x="911" y="48"/>
                    <a:pt x="710" y="0"/>
                  </a:cubicBezTo>
                  <a:close/>
                </a:path>
              </a:pathLst>
            </a:custGeom>
            <a:solidFill>
              <a:srgbClr val="D8DEE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349" name="Google Shape;11349;p42"/>
            <p:cNvSpPr/>
            <p:nvPr/>
          </p:nvSpPr>
          <p:spPr>
            <a:xfrm>
              <a:off x="7243815" y="3815568"/>
              <a:ext cx="30104" cy="24707"/>
            </a:xfrm>
            <a:custGeom>
              <a:rect b="b" l="l" r="r" t="t"/>
              <a:pathLst>
                <a:path extrusionOk="0" h="943" w="1149">
                  <a:moveTo>
                    <a:pt x="579" y="1"/>
                  </a:moveTo>
                  <a:cubicBezTo>
                    <a:pt x="479" y="1"/>
                    <a:pt x="378" y="68"/>
                    <a:pt x="369" y="202"/>
                  </a:cubicBezTo>
                  <a:lnTo>
                    <a:pt x="369" y="260"/>
                  </a:lnTo>
                  <a:lnTo>
                    <a:pt x="301" y="260"/>
                  </a:lnTo>
                  <a:cubicBezTo>
                    <a:pt x="295" y="259"/>
                    <a:pt x="289" y="259"/>
                    <a:pt x="283" y="259"/>
                  </a:cubicBezTo>
                  <a:cubicBezTo>
                    <a:pt x="1" y="259"/>
                    <a:pt x="1" y="691"/>
                    <a:pt x="283" y="691"/>
                  </a:cubicBezTo>
                  <a:cubicBezTo>
                    <a:pt x="289" y="691"/>
                    <a:pt x="295" y="691"/>
                    <a:pt x="301" y="691"/>
                  </a:cubicBezTo>
                  <a:lnTo>
                    <a:pt x="369" y="691"/>
                  </a:lnTo>
                  <a:lnTo>
                    <a:pt x="369" y="748"/>
                  </a:lnTo>
                  <a:cubicBezTo>
                    <a:pt x="378" y="878"/>
                    <a:pt x="479" y="943"/>
                    <a:pt x="579" y="943"/>
                  </a:cubicBezTo>
                  <a:cubicBezTo>
                    <a:pt x="680" y="943"/>
                    <a:pt x="781" y="878"/>
                    <a:pt x="790" y="748"/>
                  </a:cubicBezTo>
                  <a:lnTo>
                    <a:pt x="790" y="691"/>
                  </a:lnTo>
                  <a:lnTo>
                    <a:pt x="848" y="691"/>
                  </a:lnTo>
                  <a:cubicBezTo>
                    <a:pt x="854" y="691"/>
                    <a:pt x="860" y="691"/>
                    <a:pt x="866" y="691"/>
                  </a:cubicBezTo>
                  <a:cubicBezTo>
                    <a:pt x="1149" y="691"/>
                    <a:pt x="1149" y="259"/>
                    <a:pt x="866" y="259"/>
                  </a:cubicBezTo>
                  <a:cubicBezTo>
                    <a:pt x="860" y="259"/>
                    <a:pt x="854" y="259"/>
                    <a:pt x="848" y="260"/>
                  </a:cubicBezTo>
                  <a:lnTo>
                    <a:pt x="790" y="260"/>
                  </a:lnTo>
                  <a:lnTo>
                    <a:pt x="790" y="202"/>
                  </a:lnTo>
                  <a:cubicBezTo>
                    <a:pt x="781" y="68"/>
                    <a:pt x="680" y="1"/>
                    <a:pt x="579" y="1"/>
                  </a:cubicBezTo>
                  <a:close/>
                </a:path>
              </a:pathLst>
            </a:custGeom>
            <a:solidFill>
              <a:srgbClr val="657A8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350" name="Google Shape;11350;p42"/>
            <p:cNvSpPr/>
            <p:nvPr/>
          </p:nvSpPr>
          <p:spPr>
            <a:xfrm>
              <a:off x="7155259" y="3970515"/>
              <a:ext cx="207216" cy="195793"/>
            </a:xfrm>
            <a:custGeom>
              <a:rect b="b" l="l" r="r" t="t"/>
              <a:pathLst>
                <a:path extrusionOk="0" h="7473" w="7909">
                  <a:moveTo>
                    <a:pt x="3193" y="1"/>
                  </a:moveTo>
                  <a:lnTo>
                    <a:pt x="3193" y="1065"/>
                  </a:lnTo>
                  <a:lnTo>
                    <a:pt x="3010" y="1065"/>
                  </a:lnTo>
                  <a:cubicBezTo>
                    <a:pt x="1918" y="1065"/>
                    <a:pt x="969" y="1813"/>
                    <a:pt x="710" y="2877"/>
                  </a:cubicBezTo>
                  <a:lnTo>
                    <a:pt x="106" y="5350"/>
                  </a:lnTo>
                  <a:cubicBezTo>
                    <a:pt x="1" y="5800"/>
                    <a:pt x="202" y="6270"/>
                    <a:pt x="605" y="6509"/>
                  </a:cubicBezTo>
                  <a:cubicBezTo>
                    <a:pt x="1721" y="7152"/>
                    <a:pt x="2838" y="7473"/>
                    <a:pt x="3955" y="7473"/>
                  </a:cubicBezTo>
                  <a:cubicBezTo>
                    <a:pt x="5071" y="7473"/>
                    <a:pt x="6188" y="7152"/>
                    <a:pt x="7305" y="6509"/>
                  </a:cubicBezTo>
                  <a:cubicBezTo>
                    <a:pt x="7707" y="6270"/>
                    <a:pt x="7909" y="5800"/>
                    <a:pt x="7803" y="5350"/>
                  </a:cubicBezTo>
                  <a:lnTo>
                    <a:pt x="7209" y="2877"/>
                  </a:lnTo>
                  <a:cubicBezTo>
                    <a:pt x="6942" y="1819"/>
                    <a:pt x="5994" y="1065"/>
                    <a:pt x="4910" y="1065"/>
                  </a:cubicBezTo>
                  <a:cubicBezTo>
                    <a:pt x="4903" y="1065"/>
                    <a:pt x="4896" y="1065"/>
                    <a:pt x="4889" y="1065"/>
                  </a:cubicBezTo>
                  <a:lnTo>
                    <a:pt x="4707" y="1065"/>
                  </a:lnTo>
                  <a:lnTo>
                    <a:pt x="4707" y="1"/>
                  </a:lnTo>
                  <a:cubicBezTo>
                    <a:pt x="4467" y="121"/>
                    <a:pt x="4206" y="181"/>
                    <a:pt x="3946" y="181"/>
                  </a:cubicBezTo>
                  <a:cubicBezTo>
                    <a:pt x="3686" y="181"/>
                    <a:pt x="3427" y="121"/>
                    <a:pt x="3193" y="1"/>
                  </a:cubicBezTo>
                  <a:close/>
                </a:path>
              </a:pathLst>
            </a:custGeom>
            <a:solidFill>
              <a:srgbClr val="AFBCC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351" name="Google Shape;11351;p42"/>
            <p:cNvSpPr/>
            <p:nvPr/>
          </p:nvSpPr>
          <p:spPr>
            <a:xfrm>
              <a:off x="7239151" y="3970515"/>
              <a:ext cx="6550" cy="4297"/>
            </a:xfrm>
            <a:custGeom>
              <a:rect b="b" l="l" r="r" t="t"/>
              <a:pathLst>
                <a:path extrusionOk="0" h="164" w="250">
                  <a:moveTo>
                    <a:pt x="0" y="1"/>
                  </a:moveTo>
                  <a:lnTo>
                    <a:pt x="0" y="164"/>
                  </a:lnTo>
                  <a:cubicBezTo>
                    <a:pt x="86" y="154"/>
                    <a:pt x="173" y="126"/>
                    <a:pt x="249" y="106"/>
                  </a:cubicBezTo>
                  <a:cubicBezTo>
                    <a:pt x="163" y="78"/>
                    <a:pt x="77" y="39"/>
                    <a:pt x="0" y="1"/>
                  </a:cubicBezTo>
                  <a:close/>
                </a:path>
              </a:pathLst>
            </a:custGeom>
            <a:solidFill>
              <a:srgbClr val="98A9B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352" name="Google Shape;11352;p42"/>
            <p:cNvSpPr/>
            <p:nvPr/>
          </p:nvSpPr>
          <p:spPr>
            <a:xfrm>
              <a:off x="7245675" y="3970515"/>
              <a:ext cx="117062" cy="195766"/>
            </a:xfrm>
            <a:custGeom>
              <a:rect b="b" l="l" r="r" t="t"/>
              <a:pathLst>
                <a:path extrusionOk="0" h="7472" w="4468">
                  <a:moveTo>
                    <a:pt x="1266" y="1"/>
                  </a:moveTo>
                  <a:cubicBezTo>
                    <a:pt x="1036" y="126"/>
                    <a:pt x="777" y="183"/>
                    <a:pt x="508" y="183"/>
                  </a:cubicBezTo>
                  <a:cubicBezTo>
                    <a:pt x="422" y="183"/>
                    <a:pt x="345" y="183"/>
                    <a:pt x="259" y="164"/>
                  </a:cubicBezTo>
                  <a:lnTo>
                    <a:pt x="259" y="1065"/>
                  </a:lnTo>
                  <a:lnTo>
                    <a:pt x="441" y="1065"/>
                  </a:lnTo>
                  <a:cubicBezTo>
                    <a:pt x="1534" y="1065"/>
                    <a:pt x="2493" y="1813"/>
                    <a:pt x="2751" y="2877"/>
                  </a:cubicBezTo>
                  <a:lnTo>
                    <a:pt x="2866" y="3394"/>
                  </a:lnTo>
                  <a:lnTo>
                    <a:pt x="3029" y="4056"/>
                  </a:lnTo>
                  <a:lnTo>
                    <a:pt x="3346" y="5350"/>
                  </a:lnTo>
                  <a:cubicBezTo>
                    <a:pt x="3461" y="5800"/>
                    <a:pt x="3250" y="6279"/>
                    <a:pt x="2847" y="6509"/>
                  </a:cubicBezTo>
                  <a:cubicBezTo>
                    <a:pt x="1985" y="7027"/>
                    <a:pt x="1007" y="7353"/>
                    <a:pt x="0" y="7449"/>
                  </a:cubicBezTo>
                  <a:cubicBezTo>
                    <a:pt x="172" y="7464"/>
                    <a:pt x="343" y="7472"/>
                    <a:pt x="515" y="7472"/>
                  </a:cubicBezTo>
                  <a:cubicBezTo>
                    <a:pt x="1628" y="7472"/>
                    <a:pt x="2741" y="7149"/>
                    <a:pt x="3854" y="6509"/>
                  </a:cubicBezTo>
                  <a:cubicBezTo>
                    <a:pt x="4256" y="6279"/>
                    <a:pt x="4467" y="5800"/>
                    <a:pt x="4352" y="5350"/>
                  </a:cubicBezTo>
                  <a:lnTo>
                    <a:pt x="4036" y="4056"/>
                  </a:lnTo>
                  <a:lnTo>
                    <a:pt x="3873" y="3394"/>
                  </a:lnTo>
                  <a:lnTo>
                    <a:pt x="3758" y="2877"/>
                  </a:lnTo>
                  <a:cubicBezTo>
                    <a:pt x="3499" y="1813"/>
                    <a:pt x="2541" y="1065"/>
                    <a:pt x="1448" y="1065"/>
                  </a:cubicBezTo>
                  <a:lnTo>
                    <a:pt x="1266" y="1065"/>
                  </a:lnTo>
                  <a:lnTo>
                    <a:pt x="1266" y="1"/>
                  </a:lnTo>
                  <a:close/>
                </a:path>
              </a:pathLst>
            </a:custGeom>
            <a:solidFill>
              <a:srgbClr val="98A9B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353" name="Google Shape;11353;p42"/>
            <p:cNvSpPr/>
            <p:nvPr/>
          </p:nvSpPr>
          <p:spPr>
            <a:xfrm>
              <a:off x="7221571" y="3970515"/>
              <a:ext cx="73098" cy="84285"/>
            </a:xfrm>
            <a:custGeom>
              <a:rect b="b" l="l" r="r" t="t"/>
              <a:pathLst>
                <a:path extrusionOk="0" h="3217" w="2790">
                  <a:moveTo>
                    <a:pt x="671" y="1"/>
                  </a:moveTo>
                  <a:lnTo>
                    <a:pt x="671" y="1065"/>
                  </a:lnTo>
                  <a:lnTo>
                    <a:pt x="489" y="1065"/>
                  </a:lnTo>
                  <a:cubicBezTo>
                    <a:pt x="326" y="1065"/>
                    <a:pt x="163" y="1084"/>
                    <a:pt x="0" y="1113"/>
                  </a:cubicBezTo>
                  <a:lnTo>
                    <a:pt x="58" y="1170"/>
                  </a:lnTo>
                  <a:lnTo>
                    <a:pt x="1150" y="3059"/>
                  </a:lnTo>
                  <a:cubicBezTo>
                    <a:pt x="1213" y="3164"/>
                    <a:pt x="1321" y="3217"/>
                    <a:pt x="1427" y="3217"/>
                  </a:cubicBezTo>
                  <a:cubicBezTo>
                    <a:pt x="1534" y="3217"/>
                    <a:pt x="1639" y="3164"/>
                    <a:pt x="1697" y="3059"/>
                  </a:cubicBezTo>
                  <a:lnTo>
                    <a:pt x="2790" y="1170"/>
                  </a:lnTo>
                  <a:lnTo>
                    <a:pt x="2790" y="1103"/>
                  </a:lnTo>
                  <a:cubicBezTo>
                    <a:pt x="2646" y="1074"/>
                    <a:pt x="2512" y="1065"/>
                    <a:pt x="2368" y="1065"/>
                  </a:cubicBezTo>
                  <a:lnTo>
                    <a:pt x="2186" y="1065"/>
                  </a:lnTo>
                  <a:lnTo>
                    <a:pt x="2186" y="1"/>
                  </a:lnTo>
                  <a:cubicBezTo>
                    <a:pt x="1946" y="121"/>
                    <a:pt x="1687" y="181"/>
                    <a:pt x="1428" y="181"/>
                  </a:cubicBezTo>
                  <a:cubicBezTo>
                    <a:pt x="1170" y="181"/>
                    <a:pt x="911" y="121"/>
                    <a:pt x="671" y="1"/>
                  </a:cubicBezTo>
                  <a:close/>
                </a:path>
              </a:pathLst>
            </a:custGeom>
            <a:solidFill>
              <a:srgbClr val="D6DC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354" name="Google Shape;11354;p42"/>
            <p:cNvSpPr/>
            <p:nvPr/>
          </p:nvSpPr>
          <p:spPr>
            <a:xfrm>
              <a:off x="7239151" y="3970515"/>
              <a:ext cx="39693" cy="19362"/>
            </a:xfrm>
            <a:custGeom>
              <a:rect b="b" l="l" r="r" t="t"/>
              <a:pathLst>
                <a:path extrusionOk="0" h="739" w="1515">
                  <a:moveTo>
                    <a:pt x="0" y="1"/>
                  </a:moveTo>
                  <a:lnTo>
                    <a:pt x="0" y="576"/>
                  </a:lnTo>
                  <a:cubicBezTo>
                    <a:pt x="240" y="681"/>
                    <a:pt x="499" y="739"/>
                    <a:pt x="757" y="739"/>
                  </a:cubicBezTo>
                  <a:cubicBezTo>
                    <a:pt x="1016" y="739"/>
                    <a:pt x="1275" y="681"/>
                    <a:pt x="1515" y="576"/>
                  </a:cubicBezTo>
                  <a:lnTo>
                    <a:pt x="1515" y="1"/>
                  </a:lnTo>
                  <a:cubicBezTo>
                    <a:pt x="1275" y="121"/>
                    <a:pt x="1014" y="181"/>
                    <a:pt x="754" y="181"/>
                  </a:cubicBezTo>
                  <a:cubicBezTo>
                    <a:pt x="494" y="181"/>
                    <a:pt x="235" y="121"/>
                    <a:pt x="0" y="1"/>
                  </a:cubicBezTo>
                  <a:close/>
                </a:path>
              </a:pathLst>
            </a:custGeom>
            <a:solidFill>
              <a:srgbClr val="C9D0D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355" name="Google Shape;11355;p42"/>
            <p:cNvSpPr/>
            <p:nvPr/>
          </p:nvSpPr>
          <p:spPr>
            <a:xfrm>
              <a:off x="7210017" y="3869069"/>
              <a:ext cx="97962" cy="110774"/>
            </a:xfrm>
            <a:custGeom>
              <a:rect b="b" l="l" r="r" t="t"/>
              <a:pathLst>
                <a:path extrusionOk="0" h="4228" w="3739">
                  <a:moveTo>
                    <a:pt x="2560" y="0"/>
                  </a:moveTo>
                  <a:cubicBezTo>
                    <a:pt x="1802" y="508"/>
                    <a:pt x="911" y="786"/>
                    <a:pt x="0" y="796"/>
                  </a:cubicBezTo>
                  <a:lnTo>
                    <a:pt x="0" y="2358"/>
                  </a:lnTo>
                  <a:lnTo>
                    <a:pt x="0" y="2416"/>
                  </a:lnTo>
                  <a:cubicBezTo>
                    <a:pt x="29" y="3422"/>
                    <a:pt x="853" y="4228"/>
                    <a:pt x="1869" y="4228"/>
                  </a:cubicBezTo>
                  <a:cubicBezTo>
                    <a:pt x="2876" y="4228"/>
                    <a:pt x="3710" y="3422"/>
                    <a:pt x="3739" y="2416"/>
                  </a:cubicBezTo>
                  <a:lnTo>
                    <a:pt x="3739" y="796"/>
                  </a:lnTo>
                  <a:cubicBezTo>
                    <a:pt x="3298" y="604"/>
                    <a:pt x="2905" y="326"/>
                    <a:pt x="2560" y="0"/>
                  </a:cubicBezTo>
                  <a:close/>
                </a:path>
              </a:pathLst>
            </a:custGeom>
            <a:solidFill>
              <a:srgbClr val="D6DC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356" name="Google Shape;11356;p42"/>
            <p:cNvSpPr/>
            <p:nvPr/>
          </p:nvSpPr>
          <p:spPr>
            <a:xfrm>
              <a:off x="7261735" y="3869069"/>
              <a:ext cx="46243" cy="112031"/>
            </a:xfrm>
            <a:custGeom>
              <a:rect b="b" l="l" r="r" t="t"/>
              <a:pathLst>
                <a:path extrusionOk="0" h="4276" w="1765">
                  <a:moveTo>
                    <a:pt x="586" y="0"/>
                  </a:moveTo>
                  <a:cubicBezTo>
                    <a:pt x="403" y="125"/>
                    <a:pt x="212" y="240"/>
                    <a:pt x="1" y="336"/>
                  </a:cubicBezTo>
                  <a:cubicBezTo>
                    <a:pt x="308" y="604"/>
                    <a:pt x="653" y="834"/>
                    <a:pt x="1027" y="997"/>
                  </a:cubicBezTo>
                  <a:lnTo>
                    <a:pt x="1027" y="2608"/>
                  </a:lnTo>
                  <a:cubicBezTo>
                    <a:pt x="1027" y="3317"/>
                    <a:pt x="624" y="3959"/>
                    <a:pt x="1" y="4276"/>
                  </a:cubicBezTo>
                  <a:cubicBezTo>
                    <a:pt x="988" y="4218"/>
                    <a:pt x="1765" y="3403"/>
                    <a:pt x="1765" y="2406"/>
                  </a:cubicBezTo>
                  <a:lnTo>
                    <a:pt x="1765" y="796"/>
                  </a:lnTo>
                  <a:cubicBezTo>
                    <a:pt x="1324" y="604"/>
                    <a:pt x="931" y="336"/>
                    <a:pt x="586" y="0"/>
                  </a:cubicBezTo>
                  <a:close/>
                </a:path>
              </a:pathLst>
            </a:custGeom>
            <a:solidFill>
              <a:srgbClr val="C9D0D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1357" name="Google Shape;11357;p42"/>
          <p:cNvGrpSpPr/>
          <p:nvPr/>
        </p:nvGrpSpPr>
        <p:grpSpPr>
          <a:xfrm>
            <a:off x="4915368" y="2708390"/>
            <a:ext cx="182850" cy="361926"/>
            <a:chOff x="4915368" y="2891390"/>
            <a:chExt cx="182850" cy="361926"/>
          </a:xfrm>
        </p:grpSpPr>
        <p:sp>
          <p:nvSpPr>
            <p:cNvPr id="11358" name="Google Shape;11358;p42"/>
            <p:cNvSpPr/>
            <p:nvPr/>
          </p:nvSpPr>
          <p:spPr>
            <a:xfrm>
              <a:off x="4940992" y="2925292"/>
              <a:ext cx="131367" cy="326504"/>
            </a:xfrm>
            <a:custGeom>
              <a:rect b="b" l="l" r="r" t="t"/>
              <a:pathLst>
                <a:path extrusionOk="0" h="12462" w="5014">
                  <a:moveTo>
                    <a:pt x="0" y="1"/>
                  </a:moveTo>
                  <a:lnTo>
                    <a:pt x="0" y="10017"/>
                  </a:lnTo>
                  <a:cubicBezTo>
                    <a:pt x="29" y="11379"/>
                    <a:pt x="1141" y="12462"/>
                    <a:pt x="2512" y="12462"/>
                  </a:cubicBezTo>
                  <a:cubicBezTo>
                    <a:pt x="3873" y="12462"/>
                    <a:pt x="4985" y="11379"/>
                    <a:pt x="5013" y="10017"/>
                  </a:cubicBezTo>
                  <a:lnTo>
                    <a:pt x="5013" y="1"/>
                  </a:lnTo>
                  <a:close/>
                </a:path>
              </a:pathLst>
            </a:custGeom>
            <a:solidFill>
              <a:srgbClr val="E9EDE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359" name="Google Shape;11359;p42"/>
            <p:cNvSpPr/>
            <p:nvPr/>
          </p:nvSpPr>
          <p:spPr>
            <a:xfrm>
              <a:off x="4991977" y="2925292"/>
              <a:ext cx="80644" cy="328024"/>
            </a:xfrm>
            <a:custGeom>
              <a:rect b="b" l="l" r="r" t="t"/>
              <a:pathLst>
                <a:path extrusionOk="0" h="12520" w="3078">
                  <a:moveTo>
                    <a:pt x="1946" y="1"/>
                  </a:moveTo>
                  <a:lnTo>
                    <a:pt x="1946" y="10017"/>
                  </a:lnTo>
                  <a:cubicBezTo>
                    <a:pt x="1946" y="11187"/>
                    <a:pt x="1141" y="12193"/>
                    <a:pt x="0" y="12462"/>
                  </a:cubicBezTo>
                  <a:cubicBezTo>
                    <a:pt x="182" y="12500"/>
                    <a:pt x="374" y="12519"/>
                    <a:pt x="566" y="12519"/>
                  </a:cubicBezTo>
                  <a:cubicBezTo>
                    <a:pt x="1946" y="12519"/>
                    <a:pt x="3077" y="11398"/>
                    <a:pt x="3077" y="10017"/>
                  </a:cubicBezTo>
                  <a:lnTo>
                    <a:pt x="3077" y="1"/>
                  </a:lnTo>
                  <a:close/>
                </a:path>
              </a:pathLst>
            </a:custGeom>
            <a:solidFill>
              <a:srgbClr val="DCE1E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360" name="Google Shape;11360;p42"/>
            <p:cNvSpPr/>
            <p:nvPr/>
          </p:nvSpPr>
          <p:spPr>
            <a:xfrm>
              <a:off x="4940992" y="3044345"/>
              <a:ext cx="131367" cy="208971"/>
            </a:xfrm>
            <a:custGeom>
              <a:rect b="b" l="l" r="r" t="t"/>
              <a:pathLst>
                <a:path extrusionOk="0" h="7976" w="5014">
                  <a:moveTo>
                    <a:pt x="1277" y="0"/>
                  </a:moveTo>
                  <a:cubicBezTo>
                    <a:pt x="533" y="0"/>
                    <a:pt x="0" y="345"/>
                    <a:pt x="0" y="345"/>
                  </a:cubicBezTo>
                  <a:lnTo>
                    <a:pt x="0" y="5473"/>
                  </a:lnTo>
                  <a:cubicBezTo>
                    <a:pt x="0" y="6854"/>
                    <a:pt x="1122" y="7975"/>
                    <a:pt x="2512" y="7975"/>
                  </a:cubicBezTo>
                  <a:cubicBezTo>
                    <a:pt x="3892" y="7975"/>
                    <a:pt x="5013" y="6854"/>
                    <a:pt x="5013" y="5473"/>
                  </a:cubicBezTo>
                  <a:lnTo>
                    <a:pt x="5013" y="173"/>
                  </a:lnTo>
                  <a:cubicBezTo>
                    <a:pt x="5013" y="173"/>
                    <a:pt x="4410" y="651"/>
                    <a:pt x="3594" y="651"/>
                  </a:cubicBezTo>
                  <a:cubicBezTo>
                    <a:pt x="3260" y="651"/>
                    <a:pt x="2890" y="571"/>
                    <a:pt x="2512" y="345"/>
                  </a:cubicBezTo>
                  <a:cubicBezTo>
                    <a:pt x="2074" y="86"/>
                    <a:pt x="1649" y="0"/>
                    <a:pt x="1277" y="0"/>
                  </a:cubicBezTo>
                  <a:close/>
                </a:path>
              </a:pathLst>
            </a:custGeom>
            <a:solidFill>
              <a:srgbClr val="AFBCC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361" name="Google Shape;11361;p42"/>
            <p:cNvSpPr/>
            <p:nvPr/>
          </p:nvSpPr>
          <p:spPr>
            <a:xfrm>
              <a:off x="4991977" y="3048852"/>
              <a:ext cx="80382" cy="203443"/>
            </a:xfrm>
            <a:custGeom>
              <a:rect b="b" l="l" r="r" t="t"/>
              <a:pathLst>
                <a:path extrusionOk="0" h="7765" w="3068">
                  <a:moveTo>
                    <a:pt x="3067" y="1"/>
                  </a:moveTo>
                  <a:cubicBezTo>
                    <a:pt x="2732" y="250"/>
                    <a:pt x="2349" y="403"/>
                    <a:pt x="1946" y="461"/>
                  </a:cubicBezTo>
                  <a:lnTo>
                    <a:pt x="1946" y="5301"/>
                  </a:lnTo>
                  <a:cubicBezTo>
                    <a:pt x="1946" y="6461"/>
                    <a:pt x="1141" y="7477"/>
                    <a:pt x="0" y="7736"/>
                  </a:cubicBezTo>
                  <a:lnTo>
                    <a:pt x="67" y="7755"/>
                  </a:lnTo>
                  <a:lnTo>
                    <a:pt x="86" y="7755"/>
                  </a:lnTo>
                  <a:lnTo>
                    <a:pt x="134" y="7765"/>
                  </a:lnTo>
                  <a:lnTo>
                    <a:pt x="566" y="7765"/>
                  </a:lnTo>
                  <a:cubicBezTo>
                    <a:pt x="1946" y="7765"/>
                    <a:pt x="3067" y="6643"/>
                    <a:pt x="3067" y="5253"/>
                  </a:cubicBezTo>
                  <a:lnTo>
                    <a:pt x="3067" y="1"/>
                  </a:lnTo>
                  <a:close/>
                </a:path>
              </a:pathLst>
            </a:custGeom>
            <a:solidFill>
              <a:srgbClr val="98A9B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362" name="Google Shape;11362;p42"/>
            <p:cNvSpPr/>
            <p:nvPr/>
          </p:nvSpPr>
          <p:spPr>
            <a:xfrm>
              <a:off x="4963838" y="3076493"/>
              <a:ext cx="19624" cy="16558"/>
            </a:xfrm>
            <a:custGeom>
              <a:rect b="b" l="l" r="r" t="t"/>
              <a:pathLst>
                <a:path extrusionOk="0" h="632" w="749">
                  <a:moveTo>
                    <a:pt x="432" y="0"/>
                  </a:moveTo>
                  <a:cubicBezTo>
                    <a:pt x="144" y="0"/>
                    <a:pt x="1" y="336"/>
                    <a:pt x="202" y="537"/>
                  </a:cubicBezTo>
                  <a:cubicBezTo>
                    <a:pt x="267" y="602"/>
                    <a:pt x="347" y="631"/>
                    <a:pt x="426" y="631"/>
                  </a:cubicBezTo>
                  <a:cubicBezTo>
                    <a:pt x="590" y="631"/>
                    <a:pt x="748" y="504"/>
                    <a:pt x="748" y="316"/>
                  </a:cubicBezTo>
                  <a:cubicBezTo>
                    <a:pt x="739" y="134"/>
                    <a:pt x="604" y="0"/>
                    <a:pt x="432" y="0"/>
                  </a:cubicBezTo>
                  <a:close/>
                </a:path>
              </a:pathLst>
            </a:custGeom>
            <a:solidFill>
              <a:srgbClr val="3D546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363" name="Google Shape;11363;p42"/>
            <p:cNvSpPr/>
            <p:nvPr/>
          </p:nvSpPr>
          <p:spPr>
            <a:xfrm>
              <a:off x="5030386" y="3100099"/>
              <a:ext cx="16847" cy="14436"/>
            </a:xfrm>
            <a:custGeom>
              <a:rect b="b" l="l" r="r" t="t"/>
              <a:pathLst>
                <a:path extrusionOk="0" h="551" w="643">
                  <a:moveTo>
                    <a:pt x="365" y="0"/>
                  </a:moveTo>
                  <a:cubicBezTo>
                    <a:pt x="125" y="0"/>
                    <a:pt x="1" y="297"/>
                    <a:pt x="173" y="470"/>
                  </a:cubicBezTo>
                  <a:cubicBezTo>
                    <a:pt x="229" y="525"/>
                    <a:pt x="297" y="550"/>
                    <a:pt x="365" y="550"/>
                  </a:cubicBezTo>
                  <a:cubicBezTo>
                    <a:pt x="506" y="550"/>
                    <a:pt x="643" y="441"/>
                    <a:pt x="643" y="278"/>
                  </a:cubicBezTo>
                  <a:cubicBezTo>
                    <a:pt x="643" y="125"/>
                    <a:pt x="518" y="0"/>
                    <a:pt x="365" y="0"/>
                  </a:cubicBezTo>
                  <a:close/>
                </a:path>
              </a:pathLst>
            </a:custGeom>
            <a:solidFill>
              <a:srgbClr val="3D546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364" name="Google Shape;11364;p42"/>
            <p:cNvSpPr/>
            <p:nvPr/>
          </p:nvSpPr>
          <p:spPr>
            <a:xfrm>
              <a:off x="4980921" y="3202803"/>
              <a:ext cx="16847" cy="14436"/>
            </a:xfrm>
            <a:custGeom>
              <a:rect b="b" l="l" r="r" t="t"/>
              <a:pathLst>
                <a:path extrusionOk="0" h="551" w="643">
                  <a:moveTo>
                    <a:pt x="365" y="1"/>
                  </a:moveTo>
                  <a:cubicBezTo>
                    <a:pt x="125" y="1"/>
                    <a:pt x="0" y="298"/>
                    <a:pt x="173" y="470"/>
                  </a:cubicBezTo>
                  <a:cubicBezTo>
                    <a:pt x="229" y="526"/>
                    <a:pt x="297" y="551"/>
                    <a:pt x="364" y="551"/>
                  </a:cubicBezTo>
                  <a:cubicBezTo>
                    <a:pt x="506" y="551"/>
                    <a:pt x="643" y="441"/>
                    <a:pt x="643" y="278"/>
                  </a:cubicBezTo>
                  <a:cubicBezTo>
                    <a:pt x="643" y="125"/>
                    <a:pt x="518" y="1"/>
                    <a:pt x="365" y="1"/>
                  </a:cubicBezTo>
                  <a:close/>
                </a:path>
              </a:pathLst>
            </a:custGeom>
            <a:solidFill>
              <a:srgbClr val="3D546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365" name="Google Shape;11365;p42"/>
            <p:cNvSpPr/>
            <p:nvPr/>
          </p:nvSpPr>
          <p:spPr>
            <a:xfrm>
              <a:off x="5030386" y="3171651"/>
              <a:ext cx="16847" cy="14698"/>
            </a:xfrm>
            <a:custGeom>
              <a:rect b="b" l="l" r="r" t="t"/>
              <a:pathLst>
                <a:path extrusionOk="0" h="561" w="643">
                  <a:moveTo>
                    <a:pt x="365" y="1"/>
                  </a:moveTo>
                  <a:cubicBezTo>
                    <a:pt x="125" y="1"/>
                    <a:pt x="1" y="298"/>
                    <a:pt x="173" y="480"/>
                  </a:cubicBezTo>
                  <a:cubicBezTo>
                    <a:pt x="228" y="535"/>
                    <a:pt x="296" y="560"/>
                    <a:pt x="363" y="560"/>
                  </a:cubicBezTo>
                  <a:cubicBezTo>
                    <a:pt x="506" y="560"/>
                    <a:pt x="643" y="448"/>
                    <a:pt x="643" y="279"/>
                  </a:cubicBezTo>
                  <a:cubicBezTo>
                    <a:pt x="643" y="126"/>
                    <a:pt x="518" y="1"/>
                    <a:pt x="365" y="1"/>
                  </a:cubicBezTo>
                  <a:close/>
                </a:path>
              </a:pathLst>
            </a:custGeom>
            <a:solidFill>
              <a:srgbClr val="3D546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366" name="Google Shape;11366;p42"/>
            <p:cNvSpPr/>
            <p:nvPr/>
          </p:nvSpPr>
          <p:spPr>
            <a:xfrm>
              <a:off x="4974135" y="3132246"/>
              <a:ext cx="20357" cy="17397"/>
            </a:xfrm>
            <a:custGeom>
              <a:rect b="b" l="l" r="r" t="t"/>
              <a:pathLst>
                <a:path extrusionOk="0" h="664" w="777">
                  <a:moveTo>
                    <a:pt x="451" y="0"/>
                  </a:moveTo>
                  <a:cubicBezTo>
                    <a:pt x="154" y="0"/>
                    <a:pt x="1" y="355"/>
                    <a:pt x="211" y="566"/>
                  </a:cubicBezTo>
                  <a:cubicBezTo>
                    <a:pt x="279" y="634"/>
                    <a:pt x="362" y="664"/>
                    <a:pt x="443" y="664"/>
                  </a:cubicBezTo>
                  <a:cubicBezTo>
                    <a:pt x="614" y="664"/>
                    <a:pt x="777" y="530"/>
                    <a:pt x="777" y="336"/>
                  </a:cubicBezTo>
                  <a:cubicBezTo>
                    <a:pt x="777" y="144"/>
                    <a:pt x="633" y="0"/>
                    <a:pt x="451" y="0"/>
                  </a:cubicBezTo>
                  <a:close/>
                </a:path>
              </a:pathLst>
            </a:custGeom>
            <a:solidFill>
              <a:srgbClr val="3D546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367" name="Google Shape;11367;p42"/>
            <p:cNvSpPr/>
            <p:nvPr/>
          </p:nvSpPr>
          <p:spPr>
            <a:xfrm>
              <a:off x="4915368" y="2891390"/>
              <a:ext cx="182850" cy="33693"/>
            </a:xfrm>
            <a:custGeom>
              <a:rect b="b" l="l" r="r" t="t"/>
              <a:pathLst>
                <a:path extrusionOk="0" h="1286" w="6979">
                  <a:moveTo>
                    <a:pt x="442" y="1"/>
                  </a:moveTo>
                  <a:cubicBezTo>
                    <a:pt x="192" y="1"/>
                    <a:pt x="1" y="192"/>
                    <a:pt x="1" y="432"/>
                  </a:cubicBezTo>
                  <a:lnTo>
                    <a:pt x="1" y="854"/>
                  </a:lnTo>
                  <a:cubicBezTo>
                    <a:pt x="1" y="1093"/>
                    <a:pt x="192" y="1285"/>
                    <a:pt x="442" y="1285"/>
                  </a:cubicBezTo>
                  <a:lnTo>
                    <a:pt x="6538" y="1285"/>
                  </a:lnTo>
                  <a:cubicBezTo>
                    <a:pt x="6777" y="1285"/>
                    <a:pt x="6979" y="1093"/>
                    <a:pt x="6979" y="854"/>
                  </a:cubicBezTo>
                  <a:lnTo>
                    <a:pt x="6979" y="432"/>
                  </a:lnTo>
                  <a:cubicBezTo>
                    <a:pt x="6979" y="192"/>
                    <a:pt x="6777" y="1"/>
                    <a:pt x="6538" y="1"/>
                  </a:cubicBezTo>
                  <a:close/>
                </a:path>
              </a:pathLst>
            </a:custGeom>
            <a:solidFill>
              <a:srgbClr val="CDD5D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368" name="Google Shape;11368;p42"/>
            <p:cNvSpPr/>
            <p:nvPr/>
          </p:nvSpPr>
          <p:spPr>
            <a:xfrm>
              <a:off x="5055250" y="2891390"/>
              <a:ext cx="42732" cy="33693"/>
            </a:xfrm>
            <a:custGeom>
              <a:rect b="b" l="l" r="r" t="t"/>
              <a:pathLst>
                <a:path extrusionOk="0" h="1286" w="1631">
                  <a:moveTo>
                    <a:pt x="1" y="1"/>
                  </a:moveTo>
                  <a:cubicBezTo>
                    <a:pt x="240" y="1"/>
                    <a:pt x="432" y="192"/>
                    <a:pt x="432" y="432"/>
                  </a:cubicBezTo>
                  <a:lnTo>
                    <a:pt x="432" y="854"/>
                  </a:lnTo>
                  <a:cubicBezTo>
                    <a:pt x="432" y="1093"/>
                    <a:pt x="240" y="1285"/>
                    <a:pt x="1" y="1285"/>
                  </a:cubicBezTo>
                  <a:lnTo>
                    <a:pt x="1199" y="1285"/>
                  </a:lnTo>
                  <a:cubicBezTo>
                    <a:pt x="1438" y="1285"/>
                    <a:pt x="1630" y="1093"/>
                    <a:pt x="1630" y="854"/>
                  </a:cubicBezTo>
                  <a:lnTo>
                    <a:pt x="1630" y="432"/>
                  </a:lnTo>
                  <a:cubicBezTo>
                    <a:pt x="1630" y="192"/>
                    <a:pt x="1438" y="1"/>
                    <a:pt x="1199" y="1"/>
                  </a:cubicBezTo>
                  <a:close/>
                </a:path>
              </a:pathLst>
            </a:custGeom>
            <a:solidFill>
              <a:srgbClr val="B8C4C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1369" name="Google Shape;11369;p42"/>
          <p:cNvGrpSpPr/>
          <p:nvPr/>
        </p:nvGrpSpPr>
        <p:grpSpPr>
          <a:xfrm>
            <a:off x="8028714" y="2708652"/>
            <a:ext cx="289589" cy="361402"/>
            <a:chOff x="8028714" y="2891652"/>
            <a:chExt cx="289589" cy="361402"/>
          </a:xfrm>
        </p:grpSpPr>
        <p:sp>
          <p:nvSpPr>
            <p:cNvPr id="11370" name="Google Shape;11370;p42"/>
            <p:cNvSpPr/>
            <p:nvPr/>
          </p:nvSpPr>
          <p:spPr>
            <a:xfrm>
              <a:off x="8096520" y="3139006"/>
              <a:ext cx="167025" cy="83421"/>
            </a:xfrm>
            <a:custGeom>
              <a:rect b="b" l="l" r="r" t="t"/>
              <a:pathLst>
                <a:path extrusionOk="0" h="3184" w="6375">
                  <a:moveTo>
                    <a:pt x="3058" y="1"/>
                  </a:moveTo>
                  <a:cubicBezTo>
                    <a:pt x="1371" y="1"/>
                    <a:pt x="1" y="1362"/>
                    <a:pt x="1" y="3059"/>
                  </a:cubicBezTo>
                  <a:lnTo>
                    <a:pt x="1" y="3183"/>
                  </a:lnTo>
                  <a:lnTo>
                    <a:pt x="6375" y="3183"/>
                  </a:lnTo>
                  <a:lnTo>
                    <a:pt x="6375" y="3059"/>
                  </a:lnTo>
                  <a:cubicBezTo>
                    <a:pt x="6375" y="1362"/>
                    <a:pt x="5004" y="1"/>
                    <a:pt x="3317" y="1"/>
                  </a:cubicBezTo>
                  <a:close/>
                </a:path>
              </a:pathLst>
            </a:custGeom>
            <a:solidFill>
              <a:srgbClr val="DEE2E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371" name="Google Shape;11371;p42"/>
            <p:cNvSpPr/>
            <p:nvPr/>
          </p:nvSpPr>
          <p:spPr>
            <a:xfrm>
              <a:off x="8168360" y="3139006"/>
              <a:ext cx="95185" cy="83421"/>
            </a:xfrm>
            <a:custGeom>
              <a:rect b="b" l="l" r="r" t="t"/>
              <a:pathLst>
                <a:path extrusionOk="0" h="3184" w="3633">
                  <a:moveTo>
                    <a:pt x="441" y="1"/>
                  </a:moveTo>
                  <a:cubicBezTo>
                    <a:pt x="297" y="1"/>
                    <a:pt x="144" y="10"/>
                    <a:pt x="0" y="30"/>
                  </a:cubicBezTo>
                  <a:cubicBezTo>
                    <a:pt x="1563" y="250"/>
                    <a:pt x="2732" y="1602"/>
                    <a:pt x="2732" y="3183"/>
                  </a:cubicBezTo>
                  <a:lnTo>
                    <a:pt x="3633" y="3183"/>
                  </a:lnTo>
                  <a:cubicBezTo>
                    <a:pt x="3633" y="1429"/>
                    <a:pt x="2205" y="1"/>
                    <a:pt x="441" y="1"/>
                  </a:cubicBezTo>
                  <a:close/>
                </a:path>
              </a:pathLst>
            </a:custGeom>
            <a:solidFill>
              <a:srgbClr val="C9D0D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372" name="Google Shape;11372;p42"/>
            <p:cNvSpPr/>
            <p:nvPr/>
          </p:nvSpPr>
          <p:spPr>
            <a:xfrm>
              <a:off x="8028714" y="3109871"/>
              <a:ext cx="104748" cy="24392"/>
            </a:xfrm>
            <a:custGeom>
              <a:rect b="b" l="l" r="r" t="t"/>
              <a:pathLst>
                <a:path extrusionOk="0" h="931" w="3998">
                  <a:moveTo>
                    <a:pt x="298" y="1"/>
                  </a:moveTo>
                  <a:cubicBezTo>
                    <a:pt x="135" y="1"/>
                    <a:pt x="1" y="126"/>
                    <a:pt x="1" y="288"/>
                  </a:cubicBezTo>
                  <a:lnTo>
                    <a:pt x="1" y="634"/>
                  </a:lnTo>
                  <a:cubicBezTo>
                    <a:pt x="1" y="806"/>
                    <a:pt x="135" y="931"/>
                    <a:pt x="298" y="931"/>
                  </a:cubicBezTo>
                  <a:lnTo>
                    <a:pt x="3701" y="931"/>
                  </a:lnTo>
                  <a:cubicBezTo>
                    <a:pt x="3864" y="931"/>
                    <a:pt x="3998" y="806"/>
                    <a:pt x="3998" y="643"/>
                  </a:cubicBezTo>
                  <a:lnTo>
                    <a:pt x="3998" y="288"/>
                  </a:lnTo>
                  <a:cubicBezTo>
                    <a:pt x="3998" y="126"/>
                    <a:pt x="3864" y="1"/>
                    <a:pt x="3701" y="1"/>
                  </a:cubicBezTo>
                  <a:close/>
                </a:path>
              </a:pathLst>
            </a:custGeom>
            <a:solidFill>
              <a:srgbClr val="DCE2E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373" name="Google Shape;11373;p42"/>
            <p:cNvSpPr/>
            <p:nvPr/>
          </p:nvSpPr>
          <p:spPr>
            <a:xfrm>
              <a:off x="8101812" y="3109871"/>
              <a:ext cx="31650" cy="24392"/>
            </a:xfrm>
            <a:custGeom>
              <a:rect b="b" l="l" r="r" t="t"/>
              <a:pathLst>
                <a:path extrusionOk="0" h="931" w="1208">
                  <a:moveTo>
                    <a:pt x="0" y="1"/>
                  </a:moveTo>
                  <a:cubicBezTo>
                    <a:pt x="173" y="1"/>
                    <a:pt x="307" y="135"/>
                    <a:pt x="307" y="308"/>
                  </a:cubicBezTo>
                  <a:lnTo>
                    <a:pt x="307" y="624"/>
                  </a:lnTo>
                  <a:cubicBezTo>
                    <a:pt x="307" y="797"/>
                    <a:pt x="173" y="931"/>
                    <a:pt x="0" y="931"/>
                  </a:cubicBezTo>
                  <a:lnTo>
                    <a:pt x="901" y="931"/>
                  </a:lnTo>
                  <a:cubicBezTo>
                    <a:pt x="1074" y="931"/>
                    <a:pt x="1208" y="797"/>
                    <a:pt x="1208" y="624"/>
                  </a:cubicBezTo>
                  <a:lnTo>
                    <a:pt x="1208" y="308"/>
                  </a:lnTo>
                  <a:cubicBezTo>
                    <a:pt x="1208" y="135"/>
                    <a:pt x="1074" y="1"/>
                    <a:pt x="901" y="1"/>
                  </a:cubicBezTo>
                  <a:close/>
                </a:path>
              </a:pathLst>
            </a:custGeom>
            <a:solidFill>
              <a:srgbClr val="BDC8C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374" name="Google Shape;11374;p42"/>
            <p:cNvSpPr/>
            <p:nvPr/>
          </p:nvSpPr>
          <p:spPr>
            <a:xfrm>
              <a:off x="8053342" y="3134237"/>
              <a:ext cx="67570" cy="53527"/>
            </a:xfrm>
            <a:custGeom>
              <a:rect b="b" l="l" r="r" t="t"/>
              <a:pathLst>
                <a:path extrusionOk="0" h="2043" w="2579">
                  <a:moveTo>
                    <a:pt x="0" y="1"/>
                  </a:moveTo>
                  <a:cubicBezTo>
                    <a:pt x="10" y="49"/>
                    <a:pt x="29" y="87"/>
                    <a:pt x="48" y="135"/>
                  </a:cubicBezTo>
                  <a:cubicBezTo>
                    <a:pt x="498" y="921"/>
                    <a:pt x="1150" y="1582"/>
                    <a:pt x="1936" y="2042"/>
                  </a:cubicBezTo>
                  <a:cubicBezTo>
                    <a:pt x="2090" y="1697"/>
                    <a:pt x="2310" y="1381"/>
                    <a:pt x="2579" y="1113"/>
                  </a:cubicBezTo>
                  <a:cubicBezTo>
                    <a:pt x="2080" y="835"/>
                    <a:pt x="1658" y="461"/>
                    <a:pt x="1313" y="1"/>
                  </a:cubicBezTo>
                  <a:close/>
                </a:path>
              </a:pathLst>
            </a:custGeom>
            <a:solidFill>
              <a:srgbClr val="B3BDC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375" name="Google Shape;11375;p42"/>
            <p:cNvSpPr/>
            <p:nvPr/>
          </p:nvSpPr>
          <p:spPr>
            <a:xfrm>
              <a:off x="8159321" y="3165127"/>
              <a:ext cx="36182" cy="31099"/>
            </a:xfrm>
            <a:custGeom>
              <a:rect b="b" l="l" r="r" t="t"/>
              <a:pathLst>
                <a:path extrusionOk="0" h="1187" w="1381">
                  <a:moveTo>
                    <a:pt x="786" y="1"/>
                  </a:moveTo>
                  <a:cubicBezTo>
                    <a:pt x="259" y="1"/>
                    <a:pt x="0" y="643"/>
                    <a:pt x="364" y="1017"/>
                  </a:cubicBezTo>
                  <a:cubicBezTo>
                    <a:pt x="485" y="1134"/>
                    <a:pt x="633" y="1187"/>
                    <a:pt x="778" y="1187"/>
                  </a:cubicBezTo>
                  <a:cubicBezTo>
                    <a:pt x="1085" y="1187"/>
                    <a:pt x="1380" y="953"/>
                    <a:pt x="1380" y="595"/>
                  </a:cubicBezTo>
                  <a:cubicBezTo>
                    <a:pt x="1380" y="269"/>
                    <a:pt x="1112" y="1"/>
                    <a:pt x="786" y="1"/>
                  </a:cubicBezTo>
                  <a:close/>
                </a:path>
              </a:pathLst>
            </a:custGeom>
            <a:solidFill>
              <a:srgbClr val="5C708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376" name="Google Shape;11376;p42"/>
            <p:cNvSpPr/>
            <p:nvPr/>
          </p:nvSpPr>
          <p:spPr>
            <a:xfrm>
              <a:off x="8232655" y="2960453"/>
              <a:ext cx="74356" cy="219530"/>
            </a:xfrm>
            <a:custGeom>
              <a:rect b="b" l="l" r="r" t="t"/>
              <a:pathLst>
                <a:path extrusionOk="0" h="8379" w="2838">
                  <a:moveTo>
                    <a:pt x="566" y="1"/>
                  </a:moveTo>
                  <a:lnTo>
                    <a:pt x="86" y="998"/>
                  </a:lnTo>
                  <a:cubicBezTo>
                    <a:pt x="2300" y="2627"/>
                    <a:pt x="2253" y="5953"/>
                    <a:pt x="0" y="7525"/>
                  </a:cubicBezTo>
                  <a:cubicBezTo>
                    <a:pt x="297" y="7765"/>
                    <a:pt x="546" y="8052"/>
                    <a:pt x="738" y="8378"/>
                  </a:cubicBezTo>
                  <a:cubicBezTo>
                    <a:pt x="1984" y="7468"/>
                    <a:pt x="2751" y="6049"/>
                    <a:pt x="2837" y="4515"/>
                  </a:cubicBezTo>
                  <a:lnTo>
                    <a:pt x="2837" y="3864"/>
                  </a:lnTo>
                  <a:cubicBezTo>
                    <a:pt x="2732" y="2359"/>
                    <a:pt x="1975" y="988"/>
                    <a:pt x="767" y="87"/>
                  </a:cubicBezTo>
                  <a:cubicBezTo>
                    <a:pt x="709" y="49"/>
                    <a:pt x="642" y="20"/>
                    <a:pt x="566" y="1"/>
                  </a:cubicBezTo>
                  <a:close/>
                </a:path>
              </a:pathLst>
            </a:custGeom>
            <a:solidFill>
              <a:srgbClr val="B3BDC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377" name="Google Shape;11377;p42"/>
            <p:cNvSpPr/>
            <p:nvPr/>
          </p:nvSpPr>
          <p:spPr>
            <a:xfrm>
              <a:off x="8243685" y="2960453"/>
              <a:ext cx="63063" cy="219766"/>
            </a:xfrm>
            <a:custGeom>
              <a:rect b="b" l="l" r="r" t="t"/>
              <a:pathLst>
                <a:path extrusionOk="0" h="8388" w="2407">
                  <a:moveTo>
                    <a:pt x="145" y="1"/>
                  </a:moveTo>
                  <a:lnTo>
                    <a:pt x="1" y="288"/>
                  </a:lnTo>
                  <a:cubicBezTo>
                    <a:pt x="528" y="729"/>
                    <a:pt x="959" y="1275"/>
                    <a:pt x="1276" y="1879"/>
                  </a:cubicBezTo>
                  <a:cubicBezTo>
                    <a:pt x="1592" y="2493"/>
                    <a:pt x="1774" y="3173"/>
                    <a:pt x="1832" y="3864"/>
                  </a:cubicBezTo>
                  <a:lnTo>
                    <a:pt x="1832" y="4515"/>
                  </a:lnTo>
                  <a:cubicBezTo>
                    <a:pt x="1755" y="5886"/>
                    <a:pt x="1132" y="7170"/>
                    <a:pt x="106" y="8081"/>
                  </a:cubicBezTo>
                  <a:cubicBezTo>
                    <a:pt x="173" y="8177"/>
                    <a:pt x="250" y="8282"/>
                    <a:pt x="307" y="8388"/>
                  </a:cubicBezTo>
                  <a:cubicBezTo>
                    <a:pt x="1554" y="7477"/>
                    <a:pt x="2320" y="6059"/>
                    <a:pt x="2407" y="4515"/>
                  </a:cubicBezTo>
                  <a:lnTo>
                    <a:pt x="2407" y="3864"/>
                  </a:lnTo>
                  <a:cubicBezTo>
                    <a:pt x="2301" y="2359"/>
                    <a:pt x="1544" y="988"/>
                    <a:pt x="336" y="96"/>
                  </a:cubicBezTo>
                  <a:cubicBezTo>
                    <a:pt x="279" y="49"/>
                    <a:pt x="212" y="20"/>
                    <a:pt x="145" y="1"/>
                  </a:cubicBezTo>
                  <a:close/>
                </a:path>
              </a:pathLst>
            </a:custGeom>
            <a:solidFill>
              <a:srgbClr val="808F9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378" name="Google Shape;11378;p42"/>
            <p:cNvSpPr/>
            <p:nvPr/>
          </p:nvSpPr>
          <p:spPr>
            <a:xfrm>
              <a:off x="8041788" y="3222400"/>
              <a:ext cx="276515" cy="30654"/>
            </a:xfrm>
            <a:custGeom>
              <a:rect b="b" l="l" r="r" t="t"/>
              <a:pathLst>
                <a:path extrusionOk="0" h="1170" w="10554">
                  <a:moveTo>
                    <a:pt x="882" y="0"/>
                  </a:moveTo>
                  <a:cubicBezTo>
                    <a:pt x="594" y="0"/>
                    <a:pt x="336" y="182"/>
                    <a:pt x="230" y="451"/>
                  </a:cubicBezTo>
                  <a:lnTo>
                    <a:pt x="58" y="882"/>
                  </a:lnTo>
                  <a:cubicBezTo>
                    <a:pt x="0" y="1016"/>
                    <a:pt x="96" y="1170"/>
                    <a:pt x="249" y="1170"/>
                  </a:cubicBezTo>
                  <a:lnTo>
                    <a:pt x="10304" y="1170"/>
                  </a:lnTo>
                  <a:cubicBezTo>
                    <a:pt x="10458" y="1170"/>
                    <a:pt x="10554" y="1016"/>
                    <a:pt x="10506" y="882"/>
                  </a:cubicBezTo>
                  <a:lnTo>
                    <a:pt x="10333" y="451"/>
                  </a:lnTo>
                  <a:cubicBezTo>
                    <a:pt x="10228" y="182"/>
                    <a:pt x="9969" y="0"/>
                    <a:pt x="9681" y="0"/>
                  </a:cubicBezTo>
                  <a:close/>
                </a:path>
              </a:pathLst>
            </a:custGeom>
            <a:solidFill>
              <a:srgbClr val="677A8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379" name="Google Shape;11379;p42"/>
            <p:cNvSpPr/>
            <p:nvPr/>
          </p:nvSpPr>
          <p:spPr>
            <a:xfrm>
              <a:off x="8286627" y="3222400"/>
              <a:ext cx="31676" cy="30654"/>
            </a:xfrm>
            <a:custGeom>
              <a:rect b="b" l="l" r="r" t="t"/>
              <a:pathLst>
                <a:path extrusionOk="0" h="1170" w="1209">
                  <a:moveTo>
                    <a:pt x="1" y="0"/>
                  </a:moveTo>
                  <a:lnTo>
                    <a:pt x="461" y="1170"/>
                  </a:lnTo>
                  <a:lnTo>
                    <a:pt x="959" y="1170"/>
                  </a:lnTo>
                  <a:cubicBezTo>
                    <a:pt x="1103" y="1170"/>
                    <a:pt x="1209" y="1016"/>
                    <a:pt x="1151" y="882"/>
                  </a:cubicBezTo>
                  <a:lnTo>
                    <a:pt x="979" y="441"/>
                  </a:lnTo>
                  <a:cubicBezTo>
                    <a:pt x="873" y="173"/>
                    <a:pt x="614" y="0"/>
                    <a:pt x="327" y="0"/>
                  </a:cubicBezTo>
                  <a:close/>
                </a:path>
              </a:pathLst>
            </a:custGeom>
            <a:solidFill>
              <a:srgbClr val="4A607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380" name="Google Shape;11380;p42"/>
            <p:cNvSpPr/>
            <p:nvPr/>
          </p:nvSpPr>
          <p:spPr>
            <a:xfrm>
              <a:off x="8235668" y="2891652"/>
              <a:ext cx="58531" cy="57037"/>
            </a:xfrm>
            <a:custGeom>
              <a:rect b="b" l="l" r="r" t="t"/>
              <a:pathLst>
                <a:path extrusionOk="0" h="2177" w="2234">
                  <a:moveTo>
                    <a:pt x="532" y="0"/>
                  </a:moveTo>
                  <a:cubicBezTo>
                    <a:pt x="455" y="0"/>
                    <a:pt x="379" y="29"/>
                    <a:pt x="316" y="87"/>
                  </a:cubicBezTo>
                  <a:lnTo>
                    <a:pt x="115" y="297"/>
                  </a:lnTo>
                  <a:cubicBezTo>
                    <a:pt x="0" y="412"/>
                    <a:pt x="0" y="604"/>
                    <a:pt x="115" y="719"/>
                  </a:cubicBezTo>
                  <a:lnTo>
                    <a:pt x="1495" y="2090"/>
                  </a:lnTo>
                  <a:cubicBezTo>
                    <a:pt x="1553" y="2147"/>
                    <a:pt x="1630" y="2176"/>
                    <a:pt x="1706" y="2176"/>
                  </a:cubicBezTo>
                  <a:cubicBezTo>
                    <a:pt x="1783" y="2176"/>
                    <a:pt x="1860" y="2147"/>
                    <a:pt x="1917" y="2090"/>
                  </a:cubicBezTo>
                  <a:lnTo>
                    <a:pt x="2118" y="1889"/>
                  </a:lnTo>
                  <a:cubicBezTo>
                    <a:pt x="2233" y="1764"/>
                    <a:pt x="2233" y="1572"/>
                    <a:pt x="2118" y="1457"/>
                  </a:cubicBezTo>
                  <a:lnTo>
                    <a:pt x="748" y="87"/>
                  </a:lnTo>
                  <a:cubicBezTo>
                    <a:pt x="685" y="29"/>
                    <a:pt x="609" y="0"/>
                    <a:pt x="532" y="0"/>
                  </a:cubicBezTo>
                  <a:close/>
                </a:path>
              </a:pathLst>
            </a:custGeom>
            <a:solidFill>
              <a:srgbClr val="A4B3B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381" name="Google Shape;11381;p42"/>
            <p:cNvSpPr/>
            <p:nvPr/>
          </p:nvSpPr>
          <p:spPr>
            <a:xfrm>
              <a:off x="8240698" y="2912507"/>
              <a:ext cx="53500" cy="36182"/>
            </a:xfrm>
            <a:custGeom>
              <a:rect b="b" l="l" r="r" t="t"/>
              <a:pathLst>
                <a:path extrusionOk="0" h="1381" w="2042">
                  <a:moveTo>
                    <a:pt x="1" y="1"/>
                  </a:moveTo>
                  <a:lnTo>
                    <a:pt x="73" y="73"/>
                  </a:lnTo>
                  <a:lnTo>
                    <a:pt x="1" y="1"/>
                  </a:lnTo>
                  <a:close/>
                  <a:moveTo>
                    <a:pt x="73" y="73"/>
                  </a:moveTo>
                  <a:lnTo>
                    <a:pt x="144" y="144"/>
                  </a:lnTo>
                  <a:lnTo>
                    <a:pt x="73" y="73"/>
                  </a:lnTo>
                  <a:close/>
                  <a:moveTo>
                    <a:pt x="144" y="144"/>
                  </a:moveTo>
                  <a:lnTo>
                    <a:pt x="144" y="144"/>
                  </a:lnTo>
                  <a:lnTo>
                    <a:pt x="144" y="144"/>
                  </a:lnTo>
                  <a:close/>
                  <a:moveTo>
                    <a:pt x="144" y="144"/>
                  </a:moveTo>
                  <a:lnTo>
                    <a:pt x="144" y="144"/>
                  </a:lnTo>
                  <a:lnTo>
                    <a:pt x="144" y="144"/>
                  </a:lnTo>
                  <a:close/>
                  <a:moveTo>
                    <a:pt x="144" y="144"/>
                  </a:moveTo>
                  <a:lnTo>
                    <a:pt x="144" y="144"/>
                  </a:lnTo>
                  <a:lnTo>
                    <a:pt x="144" y="144"/>
                  </a:lnTo>
                  <a:close/>
                  <a:moveTo>
                    <a:pt x="144" y="144"/>
                  </a:moveTo>
                  <a:lnTo>
                    <a:pt x="144" y="144"/>
                  </a:lnTo>
                  <a:lnTo>
                    <a:pt x="144" y="144"/>
                  </a:lnTo>
                  <a:close/>
                  <a:moveTo>
                    <a:pt x="144" y="144"/>
                  </a:moveTo>
                  <a:lnTo>
                    <a:pt x="144" y="144"/>
                  </a:lnTo>
                  <a:lnTo>
                    <a:pt x="144" y="144"/>
                  </a:lnTo>
                  <a:close/>
                  <a:moveTo>
                    <a:pt x="144" y="144"/>
                  </a:moveTo>
                  <a:lnTo>
                    <a:pt x="144" y="144"/>
                  </a:lnTo>
                  <a:lnTo>
                    <a:pt x="144" y="144"/>
                  </a:lnTo>
                  <a:close/>
                  <a:moveTo>
                    <a:pt x="144" y="144"/>
                  </a:moveTo>
                  <a:lnTo>
                    <a:pt x="144" y="144"/>
                  </a:lnTo>
                  <a:lnTo>
                    <a:pt x="144" y="144"/>
                  </a:lnTo>
                  <a:close/>
                  <a:moveTo>
                    <a:pt x="144" y="144"/>
                  </a:moveTo>
                  <a:lnTo>
                    <a:pt x="369" y="369"/>
                  </a:lnTo>
                  <a:lnTo>
                    <a:pt x="144" y="144"/>
                  </a:lnTo>
                  <a:close/>
                  <a:moveTo>
                    <a:pt x="369" y="369"/>
                  </a:moveTo>
                  <a:lnTo>
                    <a:pt x="776" y="776"/>
                  </a:lnTo>
                  <a:lnTo>
                    <a:pt x="776" y="776"/>
                  </a:lnTo>
                  <a:lnTo>
                    <a:pt x="369" y="369"/>
                  </a:lnTo>
                  <a:close/>
                  <a:moveTo>
                    <a:pt x="1409" y="144"/>
                  </a:moveTo>
                  <a:cubicBezTo>
                    <a:pt x="1533" y="268"/>
                    <a:pt x="1533" y="470"/>
                    <a:pt x="1409" y="594"/>
                  </a:cubicBezTo>
                  <a:lnTo>
                    <a:pt x="1227" y="776"/>
                  </a:lnTo>
                  <a:cubicBezTo>
                    <a:pt x="1164" y="839"/>
                    <a:pt x="1083" y="870"/>
                    <a:pt x="1001" y="870"/>
                  </a:cubicBezTo>
                  <a:cubicBezTo>
                    <a:pt x="920" y="870"/>
                    <a:pt x="839" y="839"/>
                    <a:pt x="776" y="776"/>
                  </a:cubicBezTo>
                  <a:lnTo>
                    <a:pt x="776" y="776"/>
                  </a:lnTo>
                  <a:lnTo>
                    <a:pt x="1294" y="1294"/>
                  </a:lnTo>
                  <a:cubicBezTo>
                    <a:pt x="1356" y="1351"/>
                    <a:pt x="1435" y="1380"/>
                    <a:pt x="1514" y="1380"/>
                  </a:cubicBezTo>
                  <a:cubicBezTo>
                    <a:pt x="1593" y="1380"/>
                    <a:pt x="1672" y="1351"/>
                    <a:pt x="1735" y="1294"/>
                  </a:cubicBezTo>
                  <a:lnTo>
                    <a:pt x="1926" y="1102"/>
                  </a:lnTo>
                  <a:cubicBezTo>
                    <a:pt x="2041" y="978"/>
                    <a:pt x="2041" y="776"/>
                    <a:pt x="1917" y="652"/>
                  </a:cubicBezTo>
                  <a:lnTo>
                    <a:pt x="1409" y="144"/>
                  </a:lnTo>
                  <a:close/>
                </a:path>
              </a:pathLst>
            </a:custGeom>
            <a:solidFill>
              <a:srgbClr val="95A6B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382" name="Google Shape;11382;p42"/>
            <p:cNvSpPr/>
            <p:nvPr/>
          </p:nvSpPr>
          <p:spPr>
            <a:xfrm>
              <a:off x="8094005" y="3011490"/>
              <a:ext cx="80408" cy="79281"/>
            </a:xfrm>
            <a:custGeom>
              <a:rect b="b" l="l" r="r" t="t"/>
              <a:pathLst>
                <a:path extrusionOk="0" h="3026" w="3069">
                  <a:moveTo>
                    <a:pt x="611" y="1"/>
                  </a:moveTo>
                  <a:cubicBezTo>
                    <a:pt x="552" y="1"/>
                    <a:pt x="495" y="22"/>
                    <a:pt x="451" y="66"/>
                  </a:cubicBezTo>
                  <a:lnTo>
                    <a:pt x="87" y="430"/>
                  </a:lnTo>
                  <a:cubicBezTo>
                    <a:pt x="1" y="526"/>
                    <a:pt x="1" y="669"/>
                    <a:pt x="87" y="756"/>
                  </a:cubicBezTo>
                  <a:lnTo>
                    <a:pt x="2292" y="2960"/>
                  </a:lnTo>
                  <a:cubicBezTo>
                    <a:pt x="2335" y="3003"/>
                    <a:pt x="2392" y="3025"/>
                    <a:pt x="2451" y="3025"/>
                  </a:cubicBezTo>
                  <a:cubicBezTo>
                    <a:pt x="2510" y="3025"/>
                    <a:pt x="2570" y="3003"/>
                    <a:pt x="2618" y="2960"/>
                  </a:cubicBezTo>
                  <a:lnTo>
                    <a:pt x="2982" y="2587"/>
                  </a:lnTo>
                  <a:cubicBezTo>
                    <a:pt x="3068" y="2500"/>
                    <a:pt x="3068" y="2356"/>
                    <a:pt x="2972" y="2270"/>
                  </a:cubicBezTo>
                  <a:lnTo>
                    <a:pt x="777" y="66"/>
                  </a:lnTo>
                  <a:cubicBezTo>
                    <a:pt x="729" y="22"/>
                    <a:pt x="669" y="1"/>
                    <a:pt x="611" y="1"/>
                  </a:cubicBezTo>
                  <a:close/>
                </a:path>
              </a:pathLst>
            </a:custGeom>
            <a:solidFill>
              <a:srgbClr val="A4B3B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383" name="Google Shape;11383;p42"/>
            <p:cNvSpPr/>
            <p:nvPr/>
          </p:nvSpPr>
          <p:spPr>
            <a:xfrm>
              <a:off x="8140221" y="3057157"/>
              <a:ext cx="34427" cy="33536"/>
            </a:xfrm>
            <a:custGeom>
              <a:rect b="b" l="l" r="r" t="t"/>
              <a:pathLst>
                <a:path extrusionOk="0" h="1280" w="1314">
                  <a:moveTo>
                    <a:pt x="700" y="0"/>
                  </a:moveTo>
                  <a:lnTo>
                    <a:pt x="700" y="0"/>
                  </a:lnTo>
                  <a:cubicBezTo>
                    <a:pt x="796" y="96"/>
                    <a:pt x="796" y="249"/>
                    <a:pt x="700" y="345"/>
                  </a:cubicBezTo>
                  <a:lnTo>
                    <a:pt x="346" y="700"/>
                  </a:lnTo>
                  <a:cubicBezTo>
                    <a:pt x="298" y="748"/>
                    <a:pt x="235" y="772"/>
                    <a:pt x="173" y="772"/>
                  </a:cubicBezTo>
                  <a:cubicBezTo>
                    <a:pt x="111" y="772"/>
                    <a:pt x="49" y="748"/>
                    <a:pt x="1" y="700"/>
                  </a:cubicBezTo>
                  <a:lnTo>
                    <a:pt x="1" y="700"/>
                  </a:lnTo>
                  <a:lnTo>
                    <a:pt x="509" y="1208"/>
                  </a:lnTo>
                  <a:cubicBezTo>
                    <a:pt x="557" y="1256"/>
                    <a:pt x="619" y="1280"/>
                    <a:pt x="681" y="1280"/>
                  </a:cubicBezTo>
                  <a:cubicBezTo>
                    <a:pt x="743" y="1280"/>
                    <a:pt x="806" y="1256"/>
                    <a:pt x="854" y="1208"/>
                  </a:cubicBezTo>
                  <a:lnTo>
                    <a:pt x="1218" y="853"/>
                  </a:lnTo>
                  <a:cubicBezTo>
                    <a:pt x="1314" y="757"/>
                    <a:pt x="1314" y="604"/>
                    <a:pt x="1218" y="508"/>
                  </a:cubicBezTo>
                  <a:lnTo>
                    <a:pt x="700" y="0"/>
                  </a:lnTo>
                  <a:close/>
                </a:path>
              </a:pathLst>
            </a:custGeom>
            <a:solidFill>
              <a:srgbClr val="95A6B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384" name="Google Shape;11384;p42"/>
            <p:cNvSpPr/>
            <p:nvPr/>
          </p:nvSpPr>
          <p:spPr>
            <a:xfrm>
              <a:off x="8086485" y="3036564"/>
              <a:ext cx="32907" cy="31912"/>
            </a:xfrm>
            <a:custGeom>
              <a:rect b="b" l="l" r="r" t="t"/>
              <a:pathLst>
                <a:path extrusionOk="0" h="1218" w="1256">
                  <a:moveTo>
                    <a:pt x="575" y="0"/>
                  </a:moveTo>
                  <a:lnTo>
                    <a:pt x="125" y="451"/>
                  </a:lnTo>
                  <a:cubicBezTo>
                    <a:pt x="0" y="575"/>
                    <a:pt x="0" y="767"/>
                    <a:pt x="125" y="891"/>
                  </a:cubicBezTo>
                  <a:lnTo>
                    <a:pt x="365" y="1131"/>
                  </a:lnTo>
                  <a:cubicBezTo>
                    <a:pt x="422" y="1189"/>
                    <a:pt x="501" y="1217"/>
                    <a:pt x="581" y="1217"/>
                  </a:cubicBezTo>
                  <a:cubicBezTo>
                    <a:pt x="662" y="1217"/>
                    <a:pt x="743" y="1189"/>
                    <a:pt x="805" y="1131"/>
                  </a:cubicBezTo>
                  <a:lnTo>
                    <a:pt x="1256" y="671"/>
                  </a:lnTo>
                  <a:lnTo>
                    <a:pt x="575" y="0"/>
                  </a:lnTo>
                  <a:close/>
                </a:path>
              </a:pathLst>
            </a:custGeom>
            <a:solidFill>
              <a:srgbClr val="DCE2E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385" name="Google Shape;11385;p42"/>
            <p:cNvSpPr/>
            <p:nvPr/>
          </p:nvSpPr>
          <p:spPr>
            <a:xfrm>
              <a:off x="8115855" y="3065934"/>
              <a:ext cx="32933" cy="31912"/>
            </a:xfrm>
            <a:custGeom>
              <a:rect b="b" l="l" r="r" t="t"/>
              <a:pathLst>
                <a:path extrusionOk="0" h="1218" w="1257">
                  <a:moveTo>
                    <a:pt x="576" y="0"/>
                  </a:moveTo>
                  <a:lnTo>
                    <a:pt x="116" y="451"/>
                  </a:lnTo>
                  <a:cubicBezTo>
                    <a:pt x="1" y="576"/>
                    <a:pt x="1" y="767"/>
                    <a:pt x="116" y="892"/>
                  </a:cubicBezTo>
                  <a:lnTo>
                    <a:pt x="355" y="1132"/>
                  </a:lnTo>
                  <a:cubicBezTo>
                    <a:pt x="418" y="1189"/>
                    <a:pt x="497" y="1218"/>
                    <a:pt x="576" y="1218"/>
                  </a:cubicBezTo>
                  <a:cubicBezTo>
                    <a:pt x="655" y="1218"/>
                    <a:pt x="734" y="1189"/>
                    <a:pt x="796" y="1132"/>
                  </a:cubicBezTo>
                  <a:lnTo>
                    <a:pt x="1256" y="671"/>
                  </a:lnTo>
                  <a:lnTo>
                    <a:pt x="576" y="0"/>
                  </a:lnTo>
                  <a:close/>
                </a:path>
              </a:pathLst>
            </a:custGeom>
            <a:solidFill>
              <a:srgbClr val="DCE2E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386" name="Google Shape;11386;p42"/>
            <p:cNvSpPr/>
            <p:nvPr/>
          </p:nvSpPr>
          <p:spPr>
            <a:xfrm>
              <a:off x="8212062" y="2913738"/>
              <a:ext cx="61544" cy="61570"/>
            </a:xfrm>
            <a:custGeom>
              <a:rect b="b" l="l" r="r" t="t"/>
              <a:pathLst>
                <a:path extrusionOk="0" h="2350" w="2349">
                  <a:moveTo>
                    <a:pt x="1150" y="1"/>
                  </a:moveTo>
                  <a:lnTo>
                    <a:pt x="0" y="1151"/>
                  </a:lnTo>
                  <a:lnTo>
                    <a:pt x="1198" y="2349"/>
                  </a:lnTo>
                  <a:lnTo>
                    <a:pt x="2348" y="1199"/>
                  </a:lnTo>
                  <a:lnTo>
                    <a:pt x="1150" y="1"/>
                  </a:lnTo>
                  <a:close/>
                </a:path>
              </a:pathLst>
            </a:custGeom>
            <a:solidFill>
              <a:srgbClr val="B3BDC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387" name="Google Shape;11387;p42"/>
            <p:cNvSpPr/>
            <p:nvPr/>
          </p:nvSpPr>
          <p:spPr>
            <a:xfrm>
              <a:off x="8212953" y="2932078"/>
              <a:ext cx="60653" cy="43466"/>
            </a:xfrm>
            <a:custGeom>
              <a:rect b="b" l="l" r="r" t="t"/>
              <a:pathLst>
                <a:path extrusionOk="0" h="1659" w="2315">
                  <a:moveTo>
                    <a:pt x="0" y="495"/>
                  </a:moveTo>
                  <a:lnTo>
                    <a:pt x="14" y="509"/>
                  </a:lnTo>
                  <a:lnTo>
                    <a:pt x="0" y="495"/>
                  </a:lnTo>
                  <a:close/>
                  <a:moveTo>
                    <a:pt x="1806" y="1"/>
                  </a:moveTo>
                  <a:lnTo>
                    <a:pt x="656" y="1151"/>
                  </a:lnTo>
                  <a:lnTo>
                    <a:pt x="14" y="509"/>
                  </a:lnTo>
                  <a:lnTo>
                    <a:pt x="1164" y="1659"/>
                  </a:lnTo>
                  <a:lnTo>
                    <a:pt x="2314" y="509"/>
                  </a:lnTo>
                  <a:lnTo>
                    <a:pt x="1806" y="1"/>
                  </a:lnTo>
                  <a:close/>
                </a:path>
              </a:pathLst>
            </a:custGeom>
            <a:solidFill>
              <a:srgbClr val="808F9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388" name="Google Shape;11388;p42"/>
            <p:cNvSpPr/>
            <p:nvPr/>
          </p:nvSpPr>
          <p:spPr>
            <a:xfrm>
              <a:off x="8119890" y="2937423"/>
              <a:ext cx="128354" cy="128039"/>
            </a:xfrm>
            <a:custGeom>
              <a:rect b="b" l="l" r="r" t="t"/>
              <a:pathLst>
                <a:path extrusionOk="0" h="4887" w="4899">
                  <a:moveTo>
                    <a:pt x="3178" y="0"/>
                  </a:moveTo>
                  <a:cubicBezTo>
                    <a:pt x="3120" y="0"/>
                    <a:pt x="3063" y="22"/>
                    <a:pt x="3020" y="65"/>
                  </a:cubicBezTo>
                  <a:lnTo>
                    <a:pt x="1831" y="1253"/>
                  </a:lnTo>
                  <a:lnTo>
                    <a:pt x="1218" y="1867"/>
                  </a:lnTo>
                  <a:lnTo>
                    <a:pt x="0" y="3084"/>
                  </a:lnTo>
                  <a:lnTo>
                    <a:pt x="1793" y="4886"/>
                  </a:lnTo>
                  <a:lnTo>
                    <a:pt x="4812" y="1867"/>
                  </a:lnTo>
                  <a:cubicBezTo>
                    <a:pt x="4898" y="1781"/>
                    <a:pt x="4898" y="1637"/>
                    <a:pt x="4812" y="1551"/>
                  </a:cubicBezTo>
                  <a:lnTo>
                    <a:pt x="3336" y="65"/>
                  </a:lnTo>
                  <a:cubicBezTo>
                    <a:pt x="3293" y="22"/>
                    <a:pt x="3235" y="0"/>
                    <a:pt x="3178" y="0"/>
                  </a:cubicBezTo>
                  <a:close/>
                </a:path>
              </a:pathLst>
            </a:custGeom>
            <a:solidFill>
              <a:srgbClr val="DEE2E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389" name="Google Shape;11389;p42"/>
            <p:cNvSpPr/>
            <p:nvPr/>
          </p:nvSpPr>
          <p:spPr>
            <a:xfrm>
              <a:off x="8153531" y="2968732"/>
              <a:ext cx="94713" cy="96730"/>
            </a:xfrm>
            <a:custGeom>
              <a:rect b="b" l="l" r="r" t="t"/>
              <a:pathLst>
                <a:path extrusionOk="0" h="3692" w="3615">
                  <a:moveTo>
                    <a:pt x="3173" y="1"/>
                  </a:moveTo>
                  <a:lnTo>
                    <a:pt x="1" y="3183"/>
                  </a:lnTo>
                  <a:lnTo>
                    <a:pt x="509" y="3691"/>
                  </a:lnTo>
                  <a:lnTo>
                    <a:pt x="3528" y="682"/>
                  </a:lnTo>
                  <a:cubicBezTo>
                    <a:pt x="3614" y="586"/>
                    <a:pt x="3614" y="451"/>
                    <a:pt x="3528" y="365"/>
                  </a:cubicBezTo>
                  <a:lnTo>
                    <a:pt x="3173" y="1"/>
                  </a:lnTo>
                  <a:close/>
                </a:path>
              </a:pathLst>
            </a:custGeom>
            <a:solidFill>
              <a:srgbClr val="C9D0D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1390" name="Google Shape;11390;p42"/>
          <p:cNvGrpSpPr/>
          <p:nvPr/>
        </p:nvGrpSpPr>
        <p:grpSpPr>
          <a:xfrm>
            <a:off x="7551822" y="3621774"/>
            <a:ext cx="293335" cy="361927"/>
            <a:chOff x="7551822" y="3804774"/>
            <a:chExt cx="293335" cy="361927"/>
          </a:xfrm>
        </p:grpSpPr>
        <p:sp>
          <p:nvSpPr>
            <p:cNvPr id="11391" name="Google Shape;11391;p42"/>
            <p:cNvSpPr/>
            <p:nvPr/>
          </p:nvSpPr>
          <p:spPr>
            <a:xfrm>
              <a:off x="7647242" y="3804774"/>
              <a:ext cx="121070" cy="30916"/>
            </a:xfrm>
            <a:custGeom>
              <a:rect b="b" l="l" r="r" t="t"/>
              <a:pathLst>
                <a:path extrusionOk="0" h="1180" w="4621">
                  <a:moveTo>
                    <a:pt x="320" y="0"/>
                  </a:moveTo>
                  <a:cubicBezTo>
                    <a:pt x="145" y="0"/>
                    <a:pt x="0" y="150"/>
                    <a:pt x="0" y="336"/>
                  </a:cubicBezTo>
                  <a:lnTo>
                    <a:pt x="0" y="844"/>
                  </a:lnTo>
                  <a:cubicBezTo>
                    <a:pt x="0" y="1026"/>
                    <a:pt x="154" y="1180"/>
                    <a:pt x="336" y="1180"/>
                  </a:cubicBezTo>
                  <a:lnTo>
                    <a:pt x="4285" y="1180"/>
                  </a:lnTo>
                  <a:cubicBezTo>
                    <a:pt x="4467" y="1180"/>
                    <a:pt x="4621" y="1026"/>
                    <a:pt x="4621" y="844"/>
                  </a:cubicBezTo>
                  <a:lnTo>
                    <a:pt x="4621" y="336"/>
                  </a:lnTo>
                  <a:cubicBezTo>
                    <a:pt x="4621" y="150"/>
                    <a:pt x="4476" y="0"/>
                    <a:pt x="4301" y="0"/>
                  </a:cubicBezTo>
                  <a:cubicBezTo>
                    <a:pt x="4296" y="0"/>
                    <a:pt x="4291" y="0"/>
                    <a:pt x="4285" y="1"/>
                  </a:cubicBezTo>
                  <a:lnTo>
                    <a:pt x="336" y="1"/>
                  </a:lnTo>
                  <a:cubicBezTo>
                    <a:pt x="331" y="0"/>
                    <a:pt x="325" y="0"/>
                    <a:pt x="320" y="0"/>
                  </a:cubicBezTo>
                  <a:close/>
                </a:path>
              </a:pathLst>
            </a:custGeom>
            <a:solidFill>
              <a:srgbClr val="CDD5D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392" name="Google Shape;11392;p42"/>
            <p:cNvSpPr/>
            <p:nvPr/>
          </p:nvSpPr>
          <p:spPr>
            <a:xfrm>
              <a:off x="7734148" y="3804774"/>
              <a:ext cx="34165" cy="31178"/>
            </a:xfrm>
            <a:custGeom>
              <a:rect b="b" l="l" r="r" t="t"/>
              <a:pathLst>
                <a:path extrusionOk="0" h="1190" w="1304">
                  <a:moveTo>
                    <a:pt x="0" y="1"/>
                  </a:moveTo>
                  <a:cubicBezTo>
                    <a:pt x="192" y="1"/>
                    <a:pt x="345" y="154"/>
                    <a:pt x="345" y="346"/>
                  </a:cubicBezTo>
                  <a:lnTo>
                    <a:pt x="345" y="844"/>
                  </a:lnTo>
                  <a:cubicBezTo>
                    <a:pt x="345" y="1026"/>
                    <a:pt x="192" y="1189"/>
                    <a:pt x="0" y="1189"/>
                  </a:cubicBezTo>
                  <a:lnTo>
                    <a:pt x="959" y="1189"/>
                  </a:lnTo>
                  <a:cubicBezTo>
                    <a:pt x="1150" y="1189"/>
                    <a:pt x="1304" y="1026"/>
                    <a:pt x="1304" y="844"/>
                  </a:cubicBezTo>
                  <a:lnTo>
                    <a:pt x="1304" y="346"/>
                  </a:lnTo>
                  <a:cubicBezTo>
                    <a:pt x="1304" y="154"/>
                    <a:pt x="1150" y="1"/>
                    <a:pt x="959" y="1"/>
                  </a:cubicBezTo>
                  <a:close/>
                </a:path>
              </a:pathLst>
            </a:custGeom>
            <a:solidFill>
              <a:srgbClr val="B8C4C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393" name="Google Shape;11393;p42"/>
            <p:cNvSpPr/>
            <p:nvPr/>
          </p:nvSpPr>
          <p:spPr>
            <a:xfrm>
              <a:off x="7551822" y="3835664"/>
              <a:ext cx="285056" cy="331037"/>
            </a:xfrm>
            <a:custGeom>
              <a:rect b="b" l="l" r="r" t="t"/>
              <a:pathLst>
                <a:path extrusionOk="0" h="12635" w="10880">
                  <a:moveTo>
                    <a:pt x="4486" y="1"/>
                  </a:moveTo>
                  <a:lnTo>
                    <a:pt x="4486" y="3681"/>
                  </a:lnTo>
                  <a:cubicBezTo>
                    <a:pt x="4486" y="3902"/>
                    <a:pt x="4352" y="4103"/>
                    <a:pt x="4141" y="4180"/>
                  </a:cubicBezTo>
                  <a:cubicBezTo>
                    <a:pt x="882" y="5474"/>
                    <a:pt x="0" y="9672"/>
                    <a:pt x="2454" y="12174"/>
                  </a:cubicBezTo>
                  <a:cubicBezTo>
                    <a:pt x="2741" y="12462"/>
                    <a:pt x="3134" y="12634"/>
                    <a:pt x="3547" y="12634"/>
                  </a:cubicBezTo>
                  <a:lnTo>
                    <a:pt x="8349" y="12634"/>
                  </a:lnTo>
                  <a:cubicBezTo>
                    <a:pt x="8771" y="12634"/>
                    <a:pt x="9164" y="12462"/>
                    <a:pt x="9451" y="12164"/>
                  </a:cubicBezTo>
                  <a:cubicBezTo>
                    <a:pt x="10381" y="11225"/>
                    <a:pt x="10879" y="9950"/>
                    <a:pt x="10851" y="8627"/>
                  </a:cubicBezTo>
                  <a:cubicBezTo>
                    <a:pt x="10803" y="6662"/>
                    <a:pt x="9585" y="4908"/>
                    <a:pt x="7755" y="4189"/>
                  </a:cubicBezTo>
                  <a:cubicBezTo>
                    <a:pt x="7544" y="4103"/>
                    <a:pt x="7410" y="3902"/>
                    <a:pt x="7410" y="3681"/>
                  </a:cubicBezTo>
                  <a:lnTo>
                    <a:pt x="7410" y="1"/>
                  </a:lnTo>
                  <a:close/>
                </a:path>
              </a:pathLst>
            </a:custGeom>
            <a:solidFill>
              <a:srgbClr val="E9EDE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394" name="Google Shape;11394;p42"/>
            <p:cNvSpPr/>
            <p:nvPr/>
          </p:nvSpPr>
          <p:spPr>
            <a:xfrm>
              <a:off x="7669329" y="3835664"/>
              <a:ext cx="174833" cy="329020"/>
            </a:xfrm>
            <a:custGeom>
              <a:rect b="b" l="l" r="r" t="t"/>
              <a:pathLst>
                <a:path extrusionOk="0" h="12558" w="6673">
                  <a:moveTo>
                    <a:pt x="1" y="1"/>
                  </a:moveTo>
                  <a:lnTo>
                    <a:pt x="1" y="489"/>
                  </a:lnTo>
                  <a:lnTo>
                    <a:pt x="1506" y="489"/>
                  </a:lnTo>
                  <a:cubicBezTo>
                    <a:pt x="1889" y="489"/>
                    <a:pt x="2196" y="796"/>
                    <a:pt x="2196" y="1180"/>
                  </a:cubicBezTo>
                  <a:lnTo>
                    <a:pt x="2196" y="4180"/>
                  </a:lnTo>
                  <a:cubicBezTo>
                    <a:pt x="2196" y="4400"/>
                    <a:pt x="2340" y="4602"/>
                    <a:pt x="2541" y="4678"/>
                  </a:cubicBezTo>
                  <a:cubicBezTo>
                    <a:pt x="5743" y="5944"/>
                    <a:pt x="6672" y="10027"/>
                    <a:pt x="4343" y="12557"/>
                  </a:cubicBezTo>
                  <a:cubicBezTo>
                    <a:pt x="4573" y="12481"/>
                    <a:pt x="4794" y="12347"/>
                    <a:pt x="4966" y="12164"/>
                  </a:cubicBezTo>
                  <a:cubicBezTo>
                    <a:pt x="5896" y="11225"/>
                    <a:pt x="6394" y="9950"/>
                    <a:pt x="6366" y="8627"/>
                  </a:cubicBezTo>
                  <a:cubicBezTo>
                    <a:pt x="6318" y="6662"/>
                    <a:pt x="5100" y="4908"/>
                    <a:pt x="3270" y="4189"/>
                  </a:cubicBezTo>
                  <a:cubicBezTo>
                    <a:pt x="3059" y="4103"/>
                    <a:pt x="2925" y="3902"/>
                    <a:pt x="2925" y="3681"/>
                  </a:cubicBezTo>
                  <a:lnTo>
                    <a:pt x="2925" y="1"/>
                  </a:lnTo>
                  <a:close/>
                </a:path>
              </a:pathLst>
            </a:custGeom>
            <a:solidFill>
              <a:srgbClr val="DCE1E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395" name="Google Shape;11395;p42"/>
            <p:cNvSpPr/>
            <p:nvPr/>
          </p:nvSpPr>
          <p:spPr>
            <a:xfrm>
              <a:off x="7571655" y="4014007"/>
              <a:ext cx="273502" cy="152694"/>
            </a:xfrm>
            <a:custGeom>
              <a:rect b="b" l="l" r="r" t="t"/>
              <a:pathLst>
                <a:path extrusionOk="0" h="5828" w="10439">
                  <a:moveTo>
                    <a:pt x="2888" y="0"/>
                  </a:moveTo>
                  <a:cubicBezTo>
                    <a:pt x="1488" y="0"/>
                    <a:pt x="470" y="622"/>
                    <a:pt x="470" y="622"/>
                  </a:cubicBezTo>
                  <a:cubicBezTo>
                    <a:pt x="0" y="2309"/>
                    <a:pt x="470" y="4111"/>
                    <a:pt x="1697" y="5367"/>
                  </a:cubicBezTo>
                  <a:cubicBezTo>
                    <a:pt x="1984" y="5655"/>
                    <a:pt x="2377" y="5827"/>
                    <a:pt x="2790" y="5827"/>
                  </a:cubicBezTo>
                  <a:lnTo>
                    <a:pt x="7592" y="5827"/>
                  </a:lnTo>
                  <a:cubicBezTo>
                    <a:pt x="8014" y="5827"/>
                    <a:pt x="8407" y="5655"/>
                    <a:pt x="8694" y="5357"/>
                  </a:cubicBezTo>
                  <a:cubicBezTo>
                    <a:pt x="9998" y="4025"/>
                    <a:pt x="10439" y="2070"/>
                    <a:pt x="9816" y="316"/>
                  </a:cubicBezTo>
                  <a:lnTo>
                    <a:pt x="9816" y="316"/>
                  </a:lnTo>
                  <a:cubicBezTo>
                    <a:pt x="9816" y="316"/>
                    <a:pt x="8716" y="1174"/>
                    <a:pt x="7209" y="1174"/>
                  </a:cubicBezTo>
                  <a:cubicBezTo>
                    <a:pt x="6591" y="1174"/>
                    <a:pt x="5904" y="1029"/>
                    <a:pt x="5196" y="622"/>
                  </a:cubicBezTo>
                  <a:cubicBezTo>
                    <a:pt x="4384" y="156"/>
                    <a:pt x="3588" y="0"/>
                    <a:pt x="2888" y="0"/>
                  </a:cubicBezTo>
                  <a:close/>
                </a:path>
              </a:pathLst>
            </a:custGeom>
            <a:solidFill>
              <a:srgbClr val="AFBCC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396" name="Google Shape;11396;p42"/>
            <p:cNvSpPr/>
            <p:nvPr/>
          </p:nvSpPr>
          <p:spPr>
            <a:xfrm>
              <a:off x="7785369" y="4022260"/>
              <a:ext cx="52269" cy="142423"/>
            </a:xfrm>
            <a:custGeom>
              <a:rect b="b" l="l" r="r" t="t"/>
              <a:pathLst>
                <a:path extrusionOk="0" h="5436" w="1995">
                  <a:moveTo>
                    <a:pt x="1745" y="1"/>
                  </a:moveTo>
                  <a:cubicBezTo>
                    <a:pt x="1515" y="173"/>
                    <a:pt x="1266" y="317"/>
                    <a:pt x="997" y="432"/>
                  </a:cubicBezTo>
                  <a:cubicBezTo>
                    <a:pt x="1630" y="2157"/>
                    <a:pt x="1247" y="4093"/>
                    <a:pt x="0" y="5435"/>
                  </a:cubicBezTo>
                  <a:cubicBezTo>
                    <a:pt x="29" y="5426"/>
                    <a:pt x="58" y="5416"/>
                    <a:pt x="87" y="5407"/>
                  </a:cubicBezTo>
                  <a:cubicBezTo>
                    <a:pt x="173" y="5378"/>
                    <a:pt x="250" y="5330"/>
                    <a:pt x="326" y="5292"/>
                  </a:cubicBezTo>
                  <a:cubicBezTo>
                    <a:pt x="326" y="5292"/>
                    <a:pt x="374" y="5263"/>
                    <a:pt x="393" y="5244"/>
                  </a:cubicBezTo>
                  <a:lnTo>
                    <a:pt x="413" y="5234"/>
                  </a:lnTo>
                  <a:cubicBezTo>
                    <a:pt x="432" y="5225"/>
                    <a:pt x="441" y="5205"/>
                    <a:pt x="461" y="5196"/>
                  </a:cubicBezTo>
                  <a:lnTo>
                    <a:pt x="480" y="5177"/>
                  </a:lnTo>
                  <a:cubicBezTo>
                    <a:pt x="499" y="5167"/>
                    <a:pt x="508" y="5148"/>
                    <a:pt x="528" y="5138"/>
                  </a:cubicBezTo>
                  <a:cubicBezTo>
                    <a:pt x="537" y="5129"/>
                    <a:pt x="537" y="5129"/>
                    <a:pt x="547" y="5119"/>
                  </a:cubicBezTo>
                  <a:lnTo>
                    <a:pt x="614" y="5062"/>
                  </a:lnTo>
                  <a:cubicBezTo>
                    <a:pt x="1515" y="4103"/>
                    <a:pt x="1994" y="2819"/>
                    <a:pt x="1937" y="1505"/>
                  </a:cubicBezTo>
                  <a:lnTo>
                    <a:pt x="1937" y="1410"/>
                  </a:lnTo>
                  <a:lnTo>
                    <a:pt x="1937" y="1381"/>
                  </a:lnTo>
                  <a:cubicBezTo>
                    <a:pt x="1937" y="1352"/>
                    <a:pt x="1937" y="1333"/>
                    <a:pt x="1937" y="1314"/>
                  </a:cubicBezTo>
                  <a:lnTo>
                    <a:pt x="1937" y="1275"/>
                  </a:lnTo>
                  <a:lnTo>
                    <a:pt x="1937" y="1218"/>
                  </a:lnTo>
                  <a:cubicBezTo>
                    <a:pt x="1937" y="1199"/>
                    <a:pt x="1937" y="1189"/>
                    <a:pt x="1937" y="1180"/>
                  </a:cubicBezTo>
                  <a:lnTo>
                    <a:pt x="1937" y="1122"/>
                  </a:lnTo>
                  <a:cubicBezTo>
                    <a:pt x="1937" y="1103"/>
                    <a:pt x="1937" y="1093"/>
                    <a:pt x="1937" y="1084"/>
                  </a:cubicBezTo>
                  <a:lnTo>
                    <a:pt x="1937" y="1026"/>
                  </a:lnTo>
                  <a:cubicBezTo>
                    <a:pt x="1937" y="1017"/>
                    <a:pt x="1937" y="1007"/>
                    <a:pt x="1937" y="997"/>
                  </a:cubicBezTo>
                  <a:cubicBezTo>
                    <a:pt x="1937" y="969"/>
                    <a:pt x="1937" y="949"/>
                    <a:pt x="1927" y="930"/>
                  </a:cubicBezTo>
                  <a:cubicBezTo>
                    <a:pt x="1918" y="911"/>
                    <a:pt x="1927" y="911"/>
                    <a:pt x="1927" y="902"/>
                  </a:cubicBezTo>
                  <a:lnTo>
                    <a:pt x="1918" y="834"/>
                  </a:lnTo>
                  <a:lnTo>
                    <a:pt x="1918" y="806"/>
                  </a:lnTo>
                  <a:cubicBezTo>
                    <a:pt x="1918" y="787"/>
                    <a:pt x="1918" y="758"/>
                    <a:pt x="1908" y="739"/>
                  </a:cubicBezTo>
                  <a:lnTo>
                    <a:pt x="1908" y="710"/>
                  </a:lnTo>
                  <a:cubicBezTo>
                    <a:pt x="1908" y="700"/>
                    <a:pt x="1898" y="671"/>
                    <a:pt x="1898" y="643"/>
                  </a:cubicBezTo>
                  <a:cubicBezTo>
                    <a:pt x="1898" y="624"/>
                    <a:pt x="1898" y="624"/>
                    <a:pt x="1898" y="624"/>
                  </a:cubicBezTo>
                  <a:cubicBezTo>
                    <a:pt x="1898" y="614"/>
                    <a:pt x="1889" y="576"/>
                    <a:pt x="1879" y="556"/>
                  </a:cubicBezTo>
                  <a:cubicBezTo>
                    <a:pt x="1879" y="528"/>
                    <a:pt x="1879" y="537"/>
                    <a:pt x="1879" y="528"/>
                  </a:cubicBezTo>
                  <a:lnTo>
                    <a:pt x="1870" y="461"/>
                  </a:lnTo>
                  <a:lnTo>
                    <a:pt x="1870" y="441"/>
                  </a:lnTo>
                  <a:cubicBezTo>
                    <a:pt x="1860" y="422"/>
                    <a:pt x="1850" y="394"/>
                    <a:pt x="1850" y="365"/>
                  </a:cubicBezTo>
                  <a:cubicBezTo>
                    <a:pt x="1841" y="365"/>
                    <a:pt x="1841" y="355"/>
                    <a:pt x="1850" y="355"/>
                  </a:cubicBezTo>
                  <a:cubicBezTo>
                    <a:pt x="1850" y="326"/>
                    <a:pt x="1831" y="298"/>
                    <a:pt x="1822" y="278"/>
                  </a:cubicBezTo>
                  <a:cubicBezTo>
                    <a:pt x="1822" y="269"/>
                    <a:pt x="1822" y="269"/>
                    <a:pt x="1822" y="259"/>
                  </a:cubicBezTo>
                  <a:cubicBezTo>
                    <a:pt x="1822" y="240"/>
                    <a:pt x="1812" y="211"/>
                    <a:pt x="1802" y="183"/>
                  </a:cubicBezTo>
                  <a:cubicBezTo>
                    <a:pt x="1802" y="183"/>
                    <a:pt x="1802" y="173"/>
                    <a:pt x="1802" y="173"/>
                  </a:cubicBezTo>
                  <a:lnTo>
                    <a:pt x="1774" y="87"/>
                  </a:lnTo>
                  <a:cubicBezTo>
                    <a:pt x="1764" y="58"/>
                    <a:pt x="1755" y="29"/>
                    <a:pt x="1745" y="1"/>
                  </a:cubicBezTo>
                  <a:close/>
                </a:path>
              </a:pathLst>
            </a:custGeom>
            <a:solidFill>
              <a:srgbClr val="98A9B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397" name="Google Shape;11397;p42"/>
            <p:cNvSpPr/>
            <p:nvPr/>
          </p:nvSpPr>
          <p:spPr>
            <a:xfrm>
              <a:off x="7785107" y="4061927"/>
              <a:ext cx="19362" cy="16558"/>
            </a:xfrm>
            <a:custGeom>
              <a:rect b="b" l="l" r="r" t="t"/>
              <a:pathLst>
                <a:path extrusionOk="0" h="632" w="739">
                  <a:moveTo>
                    <a:pt x="423" y="1"/>
                  </a:moveTo>
                  <a:cubicBezTo>
                    <a:pt x="145" y="1"/>
                    <a:pt x="1" y="336"/>
                    <a:pt x="202" y="538"/>
                  </a:cubicBezTo>
                  <a:cubicBezTo>
                    <a:pt x="267" y="603"/>
                    <a:pt x="347" y="632"/>
                    <a:pt x="424" y="632"/>
                  </a:cubicBezTo>
                  <a:cubicBezTo>
                    <a:pt x="585" y="632"/>
                    <a:pt x="739" y="505"/>
                    <a:pt x="739" y="317"/>
                  </a:cubicBezTo>
                  <a:cubicBezTo>
                    <a:pt x="739" y="135"/>
                    <a:pt x="595" y="1"/>
                    <a:pt x="423" y="1"/>
                  </a:cubicBezTo>
                  <a:close/>
                </a:path>
              </a:pathLst>
            </a:custGeom>
            <a:solidFill>
              <a:srgbClr val="3D546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398" name="Google Shape;11398;p42"/>
            <p:cNvSpPr/>
            <p:nvPr/>
          </p:nvSpPr>
          <p:spPr>
            <a:xfrm>
              <a:off x="7744680" y="4122711"/>
              <a:ext cx="17109" cy="14436"/>
            </a:xfrm>
            <a:custGeom>
              <a:rect b="b" l="l" r="r" t="t"/>
              <a:pathLst>
                <a:path extrusionOk="0" h="551" w="653">
                  <a:moveTo>
                    <a:pt x="374" y="1"/>
                  </a:moveTo>
                  <a:cubicBezTo>
                    <a:pt x="125" y="1"/>
                    <a:pt x="1" y="298"/>
                    <a:pt x="183" y="470"/>
                  </a:cubicBezTo>
                  <a:cubicBezTo>
                    <a:pt x="238" y="526"/>
                    <a:pt x="307" y="551"/>
                    <a:pt x="374" y="551"/>
                  </a:cubicBezTo>
                  <a:cubicBezTo>
                    <a:pt x="516" y="551"/>
                    <a:pt x="652" y="441"/>
                    <a:pt x="652" y="279"/>
                  </a:cubicBezTo>
                  <a:cubicBezTo>
                    <a:pt x="652" y="125"/>
                    <a:pt x="528" y="1"/>
                    <a:pt x="374" y="1"/>
                  </a:cubicBezTo>
                  <a:close/>
                </a:path>
              </a:pathLst>
            </a:custGeom>
            <a:solidFill>
              <a:srgbClr val="3D546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399" name="Google Shape;11399;p42"/>
            <p:cNvSpPr/>
            <p:nvPr/>
          </p:nvSpPr>
          <p:spPr>
            <a:xfrm>
              <a:off x="7627645" y="4051892"/>
              <a:ext cx="17109" cy="14436"/>
            </a:xfrm>
            <a:custGeom>
              <a:rect b="b" l="l" r="r" t="t"/>
              <a:pathLst>
                <a:path extrusionOk="0" h="551" w="653">
                  <a:moveTo>
                    <a:pt x="375" y="1"/>
                  </a:moveTo>
                  <a:cubicBezTo>
                    <a:pt x="125" y="1"/>
                    <a:pt x="1" y="298"/>
                    <a:pt x="173" y="470"/>
                  </a:cubicBezTo>
                  <a:cubicBezTo>
                    <a:pt x="232" y="526"/>
                    <a:pt x="303" y="551"/>
                    <a:pt x="371" y="551"/>
                  </a:cubicBezTo>
                  <a:cubicBezTo>
                    <a:pt x="516" y="551"/>
                    <a:pt x="653" y="441"/>
                    <a:pt x="653" y="279"/>
                  </a:cubicBezTo>
                  <a:cubicBezTo>
                    <a:pt x="653" y="125"/>
                    <a:pt x="528" y="1"/>
                    <a:pt x="375" y="1"/>
                  </a:cubicBezTo>
                  <a:close/>
                </a:path>
              </a:pathLst>
            </a:custGeom>
            <a:solidFill>
              <a:srgbClr val="3D546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400" name="Google Shape;11400;p42"/>
            <p:cNvSpPr/>
            <p:nvPr/>
          </p:nvSpPr>
          <p:spPr>
            <a:xfrm>
              <a:off x="7651513" y="4122711"/>
              <a:ext cx="16847" cy="14436"/>
            </a:xfrm>
            <a:custGeom>
              <a:rect b="b" l="l" r="r" t="t"/>
              <a:pathLst>
                <a:path extrusionOk="0" h="551" w="643">
                  <a:moveTo>
                    <a:pt x="365" y="1"/>
                  </a:moveTo>
                  <a:cubicBezTo>
                    <a:pt x="115" y="1"/>
                    <a:pt x="0" y="298"/>
                    <a:pt x="173" y="470"/>
                  </a:cubicBezTo>
                  <a:cubicBezTo>
                    <a:pt x="229" y="526"/>
                    <a:pt x="297" y="551"/>
                    <a:pt x="364" y="551"/>
                  </a:cubicBezTo>
                  <a:cubicBezTo>
                    <a:pt x="506" y="551"/>
                    <a:pt x="643" y="441"/>
                    <a:pt x="643" y="279"/>
                  </a:cubicBezTo>
                  <a:cubicBezTo>
                    <a:pt x="643" y="125"/>
                    <a:pt x="518" y="1"/>
                    <a:pt x="365" y="1"/>
                  </a:cubicBezTo>
                  <a:close/>
                </a:path>
              </a:pathLst>
            </a:custGeom>
            <a:solidFill>
              <a:srgbClr val="3D546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401" name="Google Shape;11401;p42"/>
            <p:cNvSpPr/>
            <p:nvPr/>
          </p:nvSpPr>
          <p:spPr>
            <a:xfrm>
              <a:off x="7693459" y="4066957"/>
              <a:ext cx="20095" cy="17423"/>
            </a:xfrm>
            <a:custGeom>
              <a:rect b="b" l="l" r="r" t="t"/>
              <a:pathLst>
                <a:path extrusionOk="0" h="665" w="767">
                  <a:moveTo>
                    <a:pt x="441" y="1"/>
                  </a:moveTo>
                  <a:cubicBezTo>
                    <a:pt x="144" y="1"/>
                    <a:pt x="0" y="355"/>
                    <a:pt x="201" y="566"/>
                  </a:cubicBezTo>
                  <a:cubicBezTo>
                    <a:pt x="269" y="634"/>
                    <a:pt x="352" y="664"/>
                    <a:pt x="433" y="664"/>
                  </a:cubicBezTo>
                  <a:cubicBezTo>
                    <a:pt x="604" y="664"/>
                    <a:pt x="767" y="531"/>
                    <a:pt x="767" y="336"/>
                  </a:cubicBezTo>
                  <a:cubicBezTo>
                    <a:pt x="767" y="154"/>
                    <a:pt x="623" y="1"/>
                    <a:pt x="441" y="1"/>
                  </a:cubicBezTo>
                  <a:close/>
                </a:path>
              </a:pathLst>
            </a:custGeom>
            <a:solidFill>
              <a:srgbClr val="3D546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1402" name="Google Shape;11402;p42"/>
          <p:cNvGrpSpPr/>
          <p:nvPr/>
        </p:nvGrpSpPr>
        <p:grpSpPr>
          <a:xfrm>
            <a:off x="6263725" y="4094658"/>
            <a:ext cx="210491" cy="362163"/>
            <a:chOff x="6263725" y="4277658"/>
            <a:chExt cx="210491" cy="362163"/>
          </a:xfrm>
        </p:grpSpPr>
        <p:sp>
          <p:nvSpPr>
            <p:cNvPr id="11403" name="Google Shape;11403;p42"/>
            <p:cNvSpPr/>
            <p:nvPr/>
          </p:nvSpPr>
          <p:spPr>
            <a:xfrm>
              <a:off x="6265480" y="4277658"/>
              <a:ext cx="88189" cy="362163"/>
            </a:xfrm>
            <a:custGeom>
              <a:rect b="b" l="l" r="r" t="t"/>
              <a:pathLst>
                <a:path extrusionOk="0" h="13823" w="3366">
                  <a:moveTo>
                    <a:pt x="202" y="1"/>
                  </a:moveTo>
                  <a:cubicBezTo>
                    <a:pt x="101" y="1"/>
                    <a:pt x="1" y="68"/>
                    <a:pt x="1" y="202"/>
                  </a:cubicBezTo>
                  <a:cubicBezTo>
                    <a:pt x="1" y="1151"/>
                    <a:pt x="844" y="1630"/>
                    <a:pt x="1582" y="2052"/>
                  </a:cubicBezTo>
                  <a:cubicBezTo>
                    <a:pt x="2292" y="2455"/>
                    <a:pt x="2963" y="2828"/>
                    <a:pt x="2963" y="3557"/>
                  </a:cubicBezTo>
                  <a:cubicBezTo>
                    <a:pt x="2963" y="4276"/>
                    <a:pt x="2292" y="4650"/>
                    <a:pt x="1582" y="5052"/>
                  </a:cubicBezTo>
                  <a:cubicBezTo>
                    <a:pt x="835" y="5474"/>
                    <a:pt x="1" y="5953"/>
                    <a:pt x="1" y="6912"/>
                  </a:cubicBezTo>
                  <a:cubicBezTo>
                    <a:pt x="1" y="7870"/>
                    <a:pt x="844" y="8340"/>
                    <a:pt x="1582" y="8762"/>
                  </a:cubicBezTo>
                  <a:cubicBezTo>
                    <a:pt x="2292" y="9164"/>
                    <a:pt x="2963" y="9548"/>
                    <a:pt x="2963" y="10267"/>
                  </a:cubicBezTo>
                  <a:cubicBezTo>
                    <a:pt x="2963" y="10986"/>
                    <a:pt x="2292" y="11369"/>
                    <a:pt x="1582" y="11772"/>
                  </a:cubicBezTo>
                  <a:cubicBezTo>
                    <a:pt x="835" y="12184"/>
                    <a:pt x="1" y="12663"/>
                    <a:pt x="1" y="13622"/>
                  </a:cubicBezTo>
                  <a:cubicBezTo>
                    <a:pt x="1" y="13737"/>
                    <a:pt x="87" y="13823"/>
                    <a:pt x="202" y="13823"/>
                  </a:cubicBezTo>
                  <a:cubicBezTo>
                    <a:pt x="307" y="13823"/>
                    <a:pt x="403" y="13737"/>
                    <a:pt x="403" y="13622"/>
                  </a:cubicBezTo>
                  <a:cubicBezTo>
                    <a:pt x="403" y="12903"/>
                    <a:pt x="1074" y="12519"/>
                    <a:pt x="1784" y="12117"/>
                  </a:cubicBezTo>
                  <a:cubicBezTo>
                    <a:pt x="2531" y="11705"/>
                    <a:pt x="3365" y="11225"/>
                    <a:pt x="3365" y="10267"/>
                  </a:cubicBezTo>
                  <a:cubicBezTo>
                    <a:pt x="3365" y="9308"/>
                    <a:pt x="2522" y="8829"/>
                    <a:pt x="1784" y="8417"/>
                  </a:cubicBezTo>
                  <a:cubicBezTo>
                    <a:pt x="1074" y="8005"/>
                    <a:pt x="403" y="7631"/>
                    <a:pt x="403" y="6912"/>
                  </a:cubicBezTo>
                  <a:cubicBezTo>
                    <a:pt x="403" y="6183"/>
                    <a:pt x="1074" y="5810"/>
                    <a:pt x="1784" y="5407"/>
                  </a:cubicBezTo>
                  <a:cubicBezTo>
                    <a:pt x="2531" y="4995"/>
                    <a:pt x="3365" y="4506"/>
                    <a:pt x="3365" y="3557"/>
                  </a:cubicBezTo>
                  <a:cubicBezTo>
                    <a:pt x="3365" y="2598"/>
                    <a:pt x="2522" y="2119"/>
                    <a:pt x="1784" y="1697"/>
                  </a:cubicBezTo>
                  <a:cubicBezTo>
                    <a:pt x="1074" y="1295"/>
                    <a:pt x="403" y="921"/>
                    <a:pt x="403" y="202"/>
                  </a:cubicBezTo>
                  <a:cubicBezTo>
                    <a:pt x="403" y="68"/>
                    <a:pt x="303" y="1"/>
                    <a:pt x="202" y="1"/>
                  </a:cubicBezTo>
                  <a:close/>
                </a:path>
              </a:pathLst>
            </a:custGeom>
            <a:solidFill>
              <a:srgbClr val="657A8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404" name="Google Shape;11404;p42"/>
            <p:cNvSpPr/>
            <p:nvPr/>
          </p:nvSpPr>
          <p:spPr>
            <a:xfrm>
              <a:off x="6265480" y="4277658"/>
              <a:ext cx="88189" cy="155497"/>
            </a:xfrm>
            <a:custGeom>
              <a:rect b="b" l="l" r="r" t="t"/>
              <a:pathLst>
                <a:path extrusionOk="0" h="5935" w="3366">
                  <a:moveTo>
                    <a:pt x="3164" y="1"/>
                  </a:moveTo>
                  <a:cubicBezTo>
                    <a:pt x="3063" y="1"/>
                    <a:pt x="2963" y="68"/>
                    <a:pt x="2963" y="202"/>
                  </a:cubicBezTo>
                  <a:cubicBezTo>
                    <a:pt x="2963" y="931"/>
                    <a:pt x="2292" y="1304"/>
                    <a:pt x="1582" y="1707"/>
                  </a:cubicBezTo>
                  <a:cubicBezTo>
                    <a:pt x="835" y="2119"/>
                    <a:pt x="1" y="2608"/>
                    <a:pt x="1" y="3557"/>
                  </a:cubicBezTo>
                  <a:cubicBezTo>
                    <a:pt x="1" y="4516"/>
                    <a:pt x="844" y="4995"/>
                    <a:pt x="1582" y="5417"/>
                  </a:cubicBezTo>
                  <a:cubicBezTo>
                    <a:pt x="1851" y="5560"/>
                    <a:pt x="2109" y="5714"/>
                    <a:pt x="2359" y="5896"/>
                  </a:cubicBezTo>
                  <a:cubicBezTo>
                    <a:pt x="2397" y="5925"/>
                    <a:pt x="2435" y="5934"/>
                    <a:pt x="2483" y="5934"/>
                  </a:cubicBezTo>
                  <a:cubicBezTo>
                    <a:pt x="2675" y="5934"/>
                    <a:pt x="2752" y="5685"/>
                    <a:pt x="2598" y="5570"/>
                  </a:cubicBezTo>
                  <a:cubicBezTo>
                    <a:pt x="2339" y="5388"/>
                    <a:pt x="2062" y="5215"/>
                    <a:pt x="1784" y="5062"/>
                  </a:cubicBezTo>
                  <a:cubicBezTo>
                    <a:pt x="1074" y="4659"/>
                    <a:pt x="403" y="4285"/>
                    <a:pt x="403" y="3557"/>
                  </a:cubicBezTo>
                  <a:cubicBezTo>
                    <a:pt x="403" y="2838"/>
                    <a:pt x="1074" y="2464"/>
                    <a:pt x="1784" y="2062"/>
                  </a:cubicBezTo>
                  <a:cubicBezTo>
                    <a:pt x="2531" y="1640"/>
                    <a:pt x="3365" y="1161"/>
                    <a:pt x="3365" y="202"/>
                  </a:cubicBezTo>
                  <a:cubicBezTo>
                    <a:pt x="3365" y="68"/>
                    <a:pt x="3264" y="1"/>
                    <a:pt x="3164" y="1"/>
                  </a:cubicBezTo>
                  <a:close/>
                </a:path>
              </a:pathLst>
            </a:custGeom>
            <a:solidFill>
              <a:srgbClr val="A4B3B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405" name="Google Shape;11405;p42"/>
            <p:cNvSpPr/>
            <p:nvPr/>
          </p:nvSpPr>
          <p:spPr>
            <a:xfrm>
              <a:off x="6265480" y="4433600"/>
              <a:ext cx="88189" cy="206220"/>
            </a:xfrm>
            <a:custGeom>
              <a:rect b="b" l="l" r="r" t="t"/>
              <a:pathLst>
                <a:path extrusionOk="0" h="7871" w="3366">
                  <a:moveTo>
                    <a:pt x="2922" y="0"/>
                  </a:moveTo>
                  <a:cubicBezTo>
                    <a:pt x="2779" y="0"/>
                    <a:pt x="2641" y="169"/>
                    <a:pt x="2752" y="327"/>
                  </a:cubicBezTo>
                  <a:cubicBezTo>
                    <a:pt x="2895" y="509"/>
                    <a:pt x="2963" y="730"/>
                    <a:pt x="2963" y="960"/>
                  </a:cubicBezTo>
                  <a:cubicBezTo>
                    <a:pt x="2963" y="1679"/>
                    <a:pt x="2292" y="2062"/>
                    <a:pt x="1582" y="2465"/>
                  </a:cubicBezTo>
                  <a:cubicBezTo>
                    <a:pt x="835" y="2877"/>
                    <a:pt x="1" y="3356"/>
                    <a:pt x="1" y="4315"/>
                  </a:cubicBezTo>
                  <a:cubicBezTo>
                    <a:pt x="1" y="5273"/>
                    <a:pt x="844" y="5743"/>
                    <a:pt x="1582" y="6165"/>
                  </a:cubicBezTo>
                  <a:cubicBezTo>
                    <a:pt x="2292" y="6567"/>
                    <a:pt x="2963" y="6951"/>
                    <a:pt x="2963" y="7670"/>
                  </a:cubicBezTo>
                  <a:cubicBezTo>
                    <a:pt x="2963" y="7785"/>
                    <a:pt x="3058" y="7871"/>
                    <a:pt x="3164" y="7871"/>
                  </a:cubicBezTo>
                  <a:cubicBezTo>
                    <a:pt x="3279" y="7871"/>
                    <a:pt x="3365" y="7785"/>
                    <a:pt x="3365" y="7670"/>
                  </a:cubicBezTo>
                  <a:cubicBezTo>
                    <a:pt x="3365" y="6721"/>
                    <a:pt x="2522" y="6241"/>
                    <a:pt x="1784" y="5820"/>
                  </a:cubicBezTo>
                  <a:cubicBezTo>
                    <a:pt x="1074" y="5417"/>
                    <a:pt x="403" y="5043"/>
                    <a:pt x="403" y="4315"/>
                  </a:cubicBezTo>
                  <a:cubicBezTo>
                    <a:pt x="403" y="3596"/>
                    <a:pt x="1074" y="3212"/>
                    <a:pt x="1784" y="2810"/>
                  </a:cubicBezTo>
                  <a:cubicBezTo>
                    <a:pt x="2531" y="2398"/>
                    <a:pt x="3365" y="1918"/>
                    <a:pt x="3365" y="960"/>
                  </a:cubicBezTo>
                  <a:cubicBezTo>
                    <a:pt x="3365" y="644"/>
                    <a:pt x="3269" y="337"/>
                    <a:pt x="3078" y="88"/>
                  </a:cubicBezTo>
                  <a:cubicBezTo>
                    <a:pt x="3035" y="26"/>
                    <a:pt x="2978" y="0"/>
                    <a:pt x="2922" y="0"/>
                  </a:cubicBezTo>
                  <a:close/>
                </a:path>
              </a:pathLst>
            </a:custGeom>
            <a:solidFill>
              <a:srgbClr val="A4B3B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406" name="Google Shape;11406;p42"/>
            <p:cNvSpPr/>
            <p:nvPr/>
          </p:nvSpPr>
          <p:spPr>
            <a:xfrm>
              <a:off x="6267996" y="4349498"/>
              <a:ext cx="83159" cy="10559"/>
            </a:xfrm>
            <a:custGeom>
              <a:rect b="b" l="l" r="r" t="t"/>
              <a:pathLst>
                <a:path extrusionOk="0" h="403" w="3174">
                  <a:moveTo>
                    <a:pt x="269" y="0"/>
                  </a:moveTo>
                  <a:cubicBezTo>
                    <a:pt x="1" y="0"/>
                    <a:pt x="1" y="403"/>
                    <a:pt x="269" y="403"/>
                  </a:cubicBezTo>
                  <a:lnTo>
                    <a:pt x="2905" y="403"/>
                  </a:lnTo>
                  <a:cubicBezTo>
                    <a:pt x="3173" y="403"/>
                    <a:pt x="3173" y="0"/>
                    <a:pt x="2905" y="0"/>
                  </a:cubicBezTo>
                  <a:close/>
                </a:path>
              </a:pathLst>
            </a:custGeom>
            <a:solidFill>
              <a:srgbClr val="657A8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407" name="Google Shape;11407;p42"/>
            <p:cNvSpPr/>
            <p:nvPr/>
          </p:nvSpPr>
          <p:spPr>
            <a:xfrm>
              <a:off x="6263725" y="4453460"/>
              <a:ext cx="89945" cy="10585"/>
            </a:xfrm>
            <a:custGeom>
              <a:rect b="b" l="l" r="r" t="t"/>
              <a:pathLst>
                <a:path extrusionOk="0" h="404" w="3433">
                  <a:moveTo>
                    <a:pt x="269" y="1"/>
                  </a:moveTo>
                  <a:cubicBezTo>
                    <a:pt x="1" y="1"/>
                    <a:pt x="1" y="403"/>
                    <a:pt x="269" y="403"/>
                  </a:cubicBezTo>
                  <a:lnTo>
                    <a:pt x="3231" y="403"/>
                  </a:lnTo>
                  <a:cubicBezTo>
                    <a:pt x="3346" y="403"/>
                    <a:pt x="3432" y="317"/>
                    <a:pt x="3432" y="202"/>
                  </a:cubicBezTo>
                  <a:cubicBezTo>
                    <a:pt x="3432" y="87"/>
                    <a:pt x="3346" y="1"/>
                    <a:pt x="3231" y="1"/>
                  </a:cubicBezTo>
                  <a:close/>
                </a:path>
              </a:pathLst>
            </a:custGeom>
            <a:solidFill>
              <a:srgbClr val="A8BAC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408" name="Google Shape;11408;p42"/>
            <p:cNvSpPr/>
            <p:nvPr/>
          </p:nvSpPr>
          <p:spPr>
            <a:xfrm>
              <a:off x="6267996" y="4381881"/>
              <a:ext cx="83159" cy="10585"/>
            </a:xfrm>
            <a:custGeom>
              <a:rect b="b" l="l" r="r" t="t"/>
              <a:pathLst>
                <a:path extrusionOk="0" h="404" w="3174">
                  <a:moveTo>
                    <a:pt x="269" y="1"/>
                  </a:moveTo>
                  <a:cubicBezTo>
                    <a:pt x="1" y="1"/>
                    <a:pt x="1" y="403"/>
                    <a:pt x="269" y="403"/>
                  </a:cubicBezTo>
                  <a:lnTo>
                    <a:pt x="2905" y="403"/>
                  </a:lnTo>
                  <a:cubicBezTo>
                    <a:pt x="3173" y="403"/>
                    <a:pt x="3173" y="1"/>
                    <a:pt x="2905" y="1"/>
                  </a:cubicBezTo>
                  <a:close/>
                </a:path>
              </a:pathLst>
            </a:custGeom>
            <a:solidFill>
              <a:srgbClr val="657A8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409" name="Google Shape;11409;p42"/>
            <p:cNvSpPr/>
            <p:nvPr/>
          </p:nvSpPr>
          <p:spPr>
            <a:xfrm>
              <a:off x="6267996" y="4525772"/>
              <a:ext cx="83159" cy="10585"/>
            </a:xfrm>
            <a:custGeom>
              <a:rect b="b" l="l" r="r" t="t"/>
              <a:pathLst>
                <a:path extrusionOk="0" h="404" w="3174">
                  <a:moveTo>
                    <a:pt x="2914" y="1"/>
                  </a:moveTo>
                  <a:cubicBezTo>
                    <a:pt x="2911" y="1"/>
                    <a:pt x="2908" y="1"/>
                    <a:pt x="2905" y="1"/>
                  </a:cubicBezTo>
                  <a:lnTo>
                    <a:pt x="269" y="1"/>
                  </a:lnTo>
                  <a:cubicBezTo>
                    <a:pt x="1" y="1"/>
                    <a:pt x="1" y="404"/>
                    <a:pt x="269" y="404"/>
                  </a:cubicBezTo>
                  <a:lnTo>
                    <a:pt x="2905" y="404"/>
                  </a:lnTo>
                  <a:cubicBezTo>
                    <a:pt x="3170" y="394"/>
                    <a:pt x="3173" y="1"/>
                    <a:pt x="2914" y="1"/>
                  </a:cubicBezTo>
                  <a:close/>
                </a:path>
              </a:pathLst>
            </a:custGeom>
            <a:solidFill>
              <a:srgbClr val="657A8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410" name="Google Shape;11410;p42"/>
            <p:cNvSpPr/>
            <p:nvPr/>
          </p:nvSpPr>
          <p:spPr>
            <a:xfrm>
              <a:off x="6267996" y="4557683"/>
              <a:ext cx="83159" cy="10585"/>
            </a:xfrm>
            <a:custGeom>
              <a:rect b="b" l="l" r="r" t="t"/>
              <a:pathLst>
                <a:path extrusionOk="0" h="404" w="3174">
                  <a:moveTo>
                    <a:pt x="269" y="0"/>
                  </a:moveTo>
                  <a:cubicBezTo>
                    <a:pt x="1" y="0"/>
                    <a:pt x="1" y="403"/>
                    <a:pt x="269" y="403"/>
                  </a:cubicBezTo>
                  <a:lnTo>
                    <a:pt x="2905" y="403"/>
                  </a:lnTo>
                  <a:cubicBezTo>
                    <a:pt x="3173" y="403"/>
                    <a:pt x="3173" y="0"/>
                    <a:pt x="2905" y="0"/>
                  </a:cubicBezTo>
                  <a:close/>
                </a:path>
              </a:pathLst>
            </a:custGeom>
            <a:solidFill>
              <a:srgbClr val="657A8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411" name="Google Shape;11411;p42"/>
            <p:cNvSpPr/>
            <p:nvPr/>
          </p:nvSpPr>
          <p:spPr>
            <a:xfrm>
              <a:off x="6384271" y="4277658"/>
              <a:ext cx="88163" cy="362163"/>
            </a:xfrm>
            <a:custGeom>
              <a:rect b="b" l="l" r="r" t="t"/>
              <a:pathLst>
                <a:path extrusionOk="0" h="13823" w="3365">
                  <a:moveTo>
                    <a:pt x="202" y="1"/>
                  </a:moveTo>
                  <a:cubicBezTo>
                    <a:pt x="101" y="1"/>
                    <a:pt x="1" y="68"/>
                    <a:pt x="1" y="202"/>
                  </a:cubicBezTo>
                  <a:cubicBezTo>
                    <a:pt x="1" y="1151"/>
                    <a:pt x="834" y="1630"/>
                    <a:pt x="1582" y="2052"/>
                  </a:cubicBezTo>
                  <a:cubicBezTo>
                    <a:pt x="2291" y="2455"/>
                    <a:pt x="2962" y="2828"/>
                    <a:pt x="2962" y="3557"/>
                  </a:cubicBezTo>
                  <a:cubicBezTo>
                    <a:pt x="2962" y="4276"/>
                    <a:pt x="2291" y="4650"/>
                    <a:pt x="1582" y="5052"/>
                  </a:cubicBezTo>
                  <a:cubicBezTo>
                    <a:pt x="834" y="5474"/>
                    <a:pt x="1" y="5953"/>
                    <a:pt x="1" y="6912"/>
                  </a:cubicBezTo>
                  <a:cubicBezTo>
                    <a:pt x="1" y="7870"/>
                    <a:pt x="834" y="8340"/>
                    <a:pt x="1582" y="8762"/>
                  </a:cubicBezTo>
                  <a:cubicBezTo>
                    <a:pt x="2291" y="9164"/>
                    <a:pt x="2962" y="9548"/>
                    <a:pt x="2962" y="10267"/>
                  </a:cubicBezTo>
                  <a:cubicBezTo>
                    <a:pt x="2962" y="10986"/>
                    <a:pt x="2291" y="11369"/>
                    <a:pt x="1582" y="11772"/>
                  </a:cubicBezTo>
                  <a:cubicBezTo>
                    <a:pt x="834" y="12184"/>
                    <a:pt x="1" y="12663"/>
                    <a:pt x="1" y="13622"/>
                  </a:cubicBezTo>
                  <a:cubicBezTo>
                    <a:pt x="1" y="13737"/>
                    <a:pt x="87" y="13823"/>
                    <a:pt x="202" y="13823"/>
                  </a:cubicBezTo>
                  <a:cubicBezTo>
                    <a:pt x="307" y="13823"/>
                    <a:pt x="403" y="13737"/>
                    <a:pt x="403" y="13622"/>
                  </a:cubicBezTo>
                  <a:cubicBezTo>
                    <a:pt x="403" y="12903"/>
                    <a:pt x="1065" y="12519"/>
                    <a:pt x="1783" y="12117"/>
                  </a:cubicBezTo>
                  <a:cubicBezTo>
                    <a:pt x="2531" y="11705"/>
                    <a:pt x="3365" y="11225"/>
                    <a:pt x="3365" y="10267"/>
                  </a:cubicBezTo>
                  <a:cubicBezTo>
                    <a:pt x="3365" y="9308"/>
                    <a:pt x="2522" y="8829"/>
                    <a:pt x="1783" y="8417"/>
                  </a:cubicBezTo>
                  <a:cubicBezTo>
                    <a:pt x="1065" y="8005"/>
                    <a:pt x="403" y="7631"/>
                    <a:pt x="403" y="6912"/>
                  </a:cubicBezTo>
                  <a:cubicBezTo>
                    <a:pt x="403" y="6183"/>
                    <a:pt x="1065" y="5810"/>
                    <a:pt x="1783" y="5407"/>
                  </a:cubicBezTo>
                  <a:cubicBezTo>
                    <a:pt x="2531" y="4995"/>
                    <a:pt x="3365" y="4506"/>
                    <a:pt x="3365" y="3557"/>
                  </a:cubicBezTo>
                  <a:cubicBezTo>
                    <a:pt x="3365" y="2598"/>
                    <a:pt x="2522" y="2119"/>
                    <a:pt x="1783" y="1697"/>
                  </a:cubicBezTo>
                  <a:cubicBezTo>
                    <a:pt x="1065" y="1295"/>
                    <a:pt x="403" y="921"/>
                    <a:pt x="403" y="202"/>
                  </a:cubicBezTo>
                  <a:cubicBezTo>
                    <a:pt x="403" y="68"/>
                    <a:pt x="302" y="1"/>
                    <a:pt x="202" y="1"/>
                  </a:cubicBezTo>
                  <a:close/>
                </a:path>
              </a:pathLst>
            </a:custGeom>
            <a:solidFill>
              <a:srgbClr val="657A8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412" name="Google Shape;11412;p42"/>
            <p:cNvSpPr/>
            <p:nvPr/>
          </p:nvSpPr>
          <p:spPr>
            <a:xfrm>
              <a:off x="6403371" y="4277920"/>
              <a:ext cx="69063" cy="66076"/>
            </a:xfrm>
            <a:custGeom>
              <a:rect b="b" l="l" r="r" t="t"/>
              <a:pathLst>
                <a:path extrusionOk="0" h="2522" w="2636">
                  <a:moveTo>
                    <a:pt x="2435" y="0"/>
                  </a:moveTo>
                  <a:cubicBezTo>
                    <a:pt x="2334" y="0"/>
                    <a:pt x="2233" y="67"/>
                    <a:pt x="2233" y="202"/>
                  </a:cubicBezTo>
                  <a:cubicBezTo>
                    <a:pt x="2233" y="921"/>
                    <a:pt x="1562" y="1304"/>
                    <a:pt x="853" y="1707"/>
                  </a:cubicBezTo>
                  <a:cubicBezTo>
                    <a:pt x="604" y="1841"/>
                    <a:pt x="355" y="1994"/>
                    <a:pt x="115" y="2157"/>
                  </a:cubicBezTo>
                  <a:cubicBezTo>
                    <a:pt x="19" y="2224"/>
                    <a:pt x="0" y="2349"/>
                    <a:pt x="58" y="2435"/>
                  </a:cubicBezTo>
                  <a:cubicBezTo>
                    <a:pt x="96" y="2493"/>
                    <a:pt x="163" y="2521"/>
                    <a:pt x="230" y="2521"/>
                  </a:cubicBezTo>
                  <a:cubicBezTo>
                    <a:pt x="268" y="2521"/>
                    <a:pt x="307" y="2512"/>
                    <a:pt x="345" y="2483"/>
                  </a:cubicBezTo>
                  <a:cubicBezTo>
                    <a:pt x="556" y="2330"/>
                    <a:pt x="815" y="2195"/>
                    <a:pt x="1054" y="2052"/>
                  </a:cubicBezTo>
                  <a:cubicBezTo>
                    <a:pt x="1802" y="1639"/>
                    <a:pt x="2636" y="1160"/>
                    <a:pt x="2636" y="202"/>
                  </a:cubicBezTo>
                  <a:cubicBezTo>
                    <a:pt x="2636" y="67"/>
                    <a:pt x="2535" y="0"/>
                    <a:pt x="2435" y="0"/>
                  </a:cubicBezTo>
                  <a:close/>
                </a:path>
              </a:pathLst>
            </a:custGeom>
            <a:solidFill>
              <a:srgbClr val="A4B3B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413" name="Google Shape;11413;p42"/>
            <p:cNvSpPr/>
            <p:nvPr/>
          </p:nvSpPr>
          <p:spPr>
            <a:xfrm>
              <a:off x="6384271" y="4344835"/>
              <a:ext cx="88425" cy="294986"/>
            </a:xfrm>
            <a:custGeom>
              <a:rect b="b" l="l" r="r" t="t"/>
              <a:pathLst>
                <a:path extrusionOk="0" h="11259" w="3375">
                  <a:moveTo>
                    <a:pt x="471" y="1"/>
                  </a:moveTo>
                  <a:cubicBezTo>
                    <a:pt x="413" y="1"/>
                    <a:pt x="355" y="27"/>
                    <a:pt x="317" y="82"/>
                  </a:cubicBezTo>
                  <a:cubicBezTo>
                    <a:pt x="106" y="341"/>
                    <a:pt x="1" y="657"/>
                    <a:pt x="1" y="993"/>
                  </a:cubicBezTo>
                  <a:cubicBezTo>
                    <a:pt x="1" y="1942"/>
                    <a:pt x="844" y="2421"/>
                    <a:pt x="1582" y="2843"/>
                  </a:cubicBezTo>
                  <a:cubicBezTo>
                    <a:pt x="2291" y="3246"/>
                    <a:pt x="2962" y="3619"/>
                    <a:pt x="2962" y="4348"/>
                  </a:cubicBezTo>
                  <a:cubicBezTo>
                    <a:pt x="2962" y="5067"/>
                    <a:pt x="2291" y="5450"/>
                    <a:pt x="1582" y="5853"/>
                  </a:cubicBezTo>
                  <a:cubicBezTo>
                    <a:pt x="834" y="6265"/>
                    <a:pt x="1" y="6744"/>
                    <a:pt x="1" y="7703"/>
                  </a:cubicBezTo>
                  <a:cubicBezTo>
                    <a:pt x="1" y="8661"/>
                    <a:pt x="844" y="9131"/>
                    <a:pt x="1582" y="9553"/>
                  </a:cubicBezTo>
                  <a:cubicBezTo>
                    <a:pt x="2291" y="9955"/>
                    <a:pt x="2962" y="10339"/>
                    <a:pt x="2962" y="11058"/>
                  </a:cubicBezTo>
                  <a:cubicBezTo>
                    <a:pt x="2962" y="11173"/>
                    <a:pt x="3058" y="11259"/>
                    <a:pt x="3164" y="11259"/>
                  </a:cubicBezTo>
                  <a:cubicBezTo>
                    <a:pt x="3279" y="11259"/>
                    <a:pt x="3365" y="11173"/>
                    <a:pt x="3375" y="11058"/>
                  </a:cubicBezTo>
                  <a:cubicBezTo>
                    <a:pt x="3375" y="10109"/>
                    <a:pt x="2531" y="9629"/>
                    <a:pt x="1783" y="9208"/>
                  </a:cubicBezTo>
                  <a:cubicBezTo>
                    <a:pt x="1074" y="8805"/>
                    <a:pt x="403" y="8431"/>
                    <a:pt x="403" y="7703"/>
                  </a:cubicBezTo>
                  <a:cubicBezTo>
                    <a:pt x="403" y="6984"/>
                    <a:pt x="1074" y="6600"/>
                    <a:pt x="1783" y="6198"/>
                  </a:cubicBezTo>
                  <a:cubicBezTo>
                    <a:pt x="2531" y="5786"/>
                    <a:pt x="3375" y="5306"/>
                    <a:pt x="3375" y="4348"/>
                  </a:cubicBezTo>
                  <a:cubicBezTo>
                    <a:pt x="3375" y="3389"/>
                    <a:pt x="2531" y="2920"/>
                    <a:pt x="1783" y="2498"/>
                  </a:cubicBezTo>
                  <a:cubicBezTo>
                    <a:pt x="1074" y="2095"/>
                    <a:pt x="403" y="1712"/>
                    <a:pt x="403" y="993"/>
                  </a:cubicBezTo>
                  <a:cubicBezTo>
                    <a:pt x="403" y="753"/>
                    <a:pt x="489" y="523"/>
                    <a:pt x="633" y="332"/>
                  </a:cubicBezTo>
                  <a:cubicBezTo>
                    <a:pt x="700" y="245"/>
                    <a:pt x="691" y="111"/>
                    <a:pt x="595" y="44"/>
                  </a:cubicBezTo>
                  <a:cubicBezTo>
                    <a:pt x="558" y="15"/>
                    <a:pt x="514" y="1"/>
                    <a:pt x="471" y="1"/>
                  </a:cubicBezTo>
                  <a:close/>
                </a:path>
              </a:pathLst>
            </a:custGeom>
            <a:solidFill>
              <a:srgbClr val="A4B3B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414" name="Google Shape;11414;p42"/>
            <p:cNvSpPr/>
            <p:nvPr/>
          </p:nvSpPr>
          <p:spPr>
            <a:xfrm>
              <a:off x="6382516" y="4364563"/>
              <a:ext cx="91700" cy="10559"/>
            </a:xfrm>
            <a:custGeom>
              <a:rect b="b" l="l" r="r" t="t"/>
              <a:pathLst>
                <a:path extrusionOk="0" h="403" w="3500">
                  <a:moveTo>
                    <a:pt x="269" y="0"/>
                  </a:moveTo>
                  <a:cubicBezTo>
                    <a:pt x="0" y="0"/>
                    <a:pt x="0" y="403"/>
                    <a:pt x="269" y="403"/>
                  </a:cubicBezTo>
                  <a:lnTo>
                    <a:pt x="3231" y="403"/>
                  </a:lnTo>
                  <a:cubicBezTo>
                    <a:pt x="3499" y="403"/>
                    <a:pt x="3499" y="0"/>
                    <a:pt x="3231" y="0"/>
                  </a:cubicBezTo>
                  <a:close/>
                </a:path>
              </a:pathLst>
            </a:custGeom>
            <a:solidFill>
              <a:srgbClr val="A8BAC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415" name="Google Shape;11415;p42"/>
            <p:cNvSpPr/>
            <p:nvPr/>
          </p:nvSpPr>
          <p:spPr>
            <a:xfrm>
              <a:off x="6382516" y="4541361"/>
              <a:ext cx="91700" cy="10559"/>
            </a:xfrm>
            <a:custGeom>
              <a:rect b="b" l="l" r="r" t="t"/>
              <a:pathLst>
                <a:path extrusionOk="0" h="403" w="3500">
                  <a:moveTo>
                    <a:pt x="269" y="0"/>
                  </a:moveTo>
                  <a:cubicBezTo>
                    <a:pt x="0" y="0"/>
                    <a:pt x="0" y="403"/>
                    <a:pt x="269" y="403"/>
                  </a:cubicBezTo>
                  <a:lnTo>
                    <a:pt x="3231" y="403"/>
                  </a:lnTo>
                  <a:cubicBezTo>
                    <a:pt x="3499" y="403"/>
                    <a:pt x="3499" y="0"/>
                    <a:pt x="3231" y="0"/>
                  </a:cubicBezTo>
                  <a:close/>
                </a:path>
              </a:pathLst>
            </a:custGeom>
            <a:solidFill>
              <a:srgbClr val="B8C3C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416" name="Google Shape;11416;p42"/>
            <p:cNvSpPr/>
            <p:nvPr/>
          </p:nvSpPr>
          <p:spPr>
            <a:xfrm>
              <a:off x="6386524" y="4437399"/>
              <a:ext cx="81665" cy="10585"/>
            </a:xfrm>
            <a:custGeom>
              <a:rect b="b" l="l" r="r" t="t"/>
              <a:pathLst>
                <a:path extrusionOk="0" h="404" w="3117">
                  <a:moveTo>
                    <a:pt x="269" y="0"/>
                  </a:moveTo>
                  <a:cubicBezTo>
                    <a:pt x="1" y="0"/>
                    <a:pt x="1" y="403"/>
                    <a:pt x="269" y="403"/>
                  </a:cubicBezTo>
                  <a:lnTo>
                    <a:pt x="2915" y="403"/>
                  </a:lnTo>
                  <a:cubicBezTo>
                    <a:pt x="2920" y="403"/>
                    <a:pt x="2925" y="403"/>
                    <a:pt x="2931" y="403"/>
                  </a:cubicBezTo>
                  <a:cubicBezTo>
                    <a:pt x="3038" y="403"/>
                    <a:pt x="3116" y="311"/>
                    <a:pt x="3116" y="201"/>
                  </a:cubicBezTo>
                  <a:cubicBezTo>
                    <a:pt x="3116" y="96"/>
                    <a:pt x="3030" y="0"/>
                    <a:pt x="2915" y="0"/>
                  </a:cubicBezTo>
                  <a:close/>
                </a:path>
              </a:pathLst>
            </a:custGeom>
            <a:solidFill>
              <a:srgbClr val="A4B3B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417" name="Google Shape;11417;p42"/>
            <p:cNvSpPr/>
            <p:nvPr/>
          </p:nvSpPr>
          <p:spPr>
            <a:xfrm>
              <a:off x="6386524" y="4469782"/>
              <a:ext cx="83421" cy="10585"/>
            </a:xfrm>
            <a:custGeom>
              <a:rect b="b" l="l" r="r" t="t"/>
              <a:pathLst>
                <a:path extrusionOk="0" h="404" w="3184">
                  <a:moveTo>
                    <a:pt x="269" y="1"/>
                  </a:moveTo>
                  <a:cubicBezTo>
                    <a:pt x="1" y="1"/>
                    <a:pt x="1" y="403"/>
                    <a:pt x="269" y="403"/>
                  </a:cubicBezTo>
                  <a:lnTo>
                    <a:pt x="2915" y="403"/>
                  </a:lnTo>
                  <a:cubicBezTo>
                    <a:pt x="3183" y="403"/>
                    <a:pt x="3183" y="1"/>
                    <a:pt x="2915" y="1"/>
                  </a:cubicBezTo>
                  <a:close/>
                </a:path>
              </a:pathLst>
            </a:custGeom>
            <a:solidFill>
              <a:srgbClr val="A4B3B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1418" name="Google Shape;11418;p42"/>
          <p:cNvGrpSpPr/>
          <p:nvPr/>
        </p:nvGrpSpPr>
        <p:grpSpPr>
          <a:xfrm>
            <a:off x="7987790" y="3621695"/>
            <a:ext cx="336303" cy="362005"/>
            <a:chOff x="7987790" y="3804695"/>
            <a:chExt cx="336303" cy="362005"/>
          </a:xfrm>
        </p:grpSpPr>
        <p:sp>
          <p:nvSpPr>
            <p:cNvPr id="11419" name="Google Shape;11419;p42"/>
            <p:cNvSpPr/>
            <p:nvPr/>
          </p:nvSpPr>
          <p:spPr>
            <a:xfrm>
              <a:off x="8053080" y="3851489"/>
              <a:ext cx="218010" cy="208080"/>
            </a:xfrm>
            <a:custGeom>
              <a:rect b="b" l="l" r="r" t="t"/>
              <a:pathLst>
                <a:path extrusionOk="0" h="7942" w="8321">
                  <a:moveTo>
                    <a:pt x="1247" y="0"/>
                  </a:moveTo>
                  <a:cubicBezTo>
                    <a:pt x="556" y="0"/>
                    <a:pt x="0" y="556"/>
                    <a:pt x="0" y="1237"/>
                  </a:cubicBezTo>
                  <a:cubicBezTo>
                    <a:pt x="0" y="1927"/>
                    <a:pt x="556" y="2483"/>
                    <a:pt x="1247" y="2483"/>
                  </a:cubicBezTo>
                  <a:cubicBezTo>
                    <a:pt x="796" y="2483"/>
                    <a:pt x="384" y="2723"/>
                    <a:pt x="163" y="3106"/>
                  </a:cubicBezTo>
                  <a:cubicBezTo>
                    <a:pt x="317" y="3624"/>
                    <a:pt x="422" y="4161"/>
                    <a:pt x="489" y="4707"/>
                  </a:cubicBezTo>
                  <a:cubicBezTo>
                    <a:pt x="689" y="4861"/>
                    <a:pt x="940" y="4955"/>
                    <a:pt x="1194" y="4965"/>
                  </a:cubicBezTo>
                  <a:lnTo>
                    <a:pt x="1194" y="4965"/>
                  </a:lnTo>
                  <a:cubicBezTo>
                    <a:pt x="959" y="4965"/>
                    <a:pt x="727" y="5041"/>
                    <a:pt x="537" y="5177"/>
                  </a:cubicBezTo>
                  <a:cubicBezTo>
                    <a:pt x="595" y="5867"/>
                    <a:pt x="604" y="6566"/>
                    <a:pt x="585" y="7257"/>
                  </a:cubicBezTo>
                  <a:cubicBezTo>
                    <a:pt x="590" y="7728"/>
                    <a:pt x="2579" y="7942"/>
                    <a:pt x="4497" y="7942"/>
                  </a:cubicBezTo>
                  <a:cubicBezTo>
                    <a:pt x="6248" y="7942"/>
                    <a:pt x="7941" y="7763"/>
                    <a:pt x="8014" y="7439"/>
                  </a:cubicBezTo>
                  <a:cubicBezTo>
                    <a:pt x="8138" y="7247"/>
                    <a:pt x="8234" y="6902"/>
                    <a:pt x="8321" y="6547"/>
                  </a:cubicBezTo>
                  <a:lnTo>
                    <a:pt x="8043" y="5570"/>
                  </a:lnTo>
                  <a:cubicBezTo>
                    <a:pt x="8158" y="5387"/>
                    <a:pt x="8206" y="5177"/>
                    <a:pt x="8206" y="4966"/>
                  </a:cubicBezTo>
                  <a:cubicBezTo>
                    <a:pt x="8206" y="4276"/>
                    <a:pt x="7650" y="3720"/>
                    <a:pt x="6969" y="3720"/>
                  </a:cubicBezTo>
                  <a:cubicBezTo>
                    <a:pt x="7650" y="3720"/>
                    <a:pt x="8206" y="3164"/>
                    <a:pt x="8206" y="2483"/>
                  </a:cubicBezTo>
                  <a:cubicBezTo>
                    <a:pt x="8206" y="1793"/>
                    <a:pt x="7650" y="1237"/>
                    <a:pt x="6969" y="1237"/>
                  </a:cubicBezTo>
                  <a:lnTo>
                    <a:pt x="5905" y="1333"/>
                  </a:lnTo>
                  <a:lnTo>
                    <a:pt x="3714" y="1370"/>
                  </a:lnTo>
                  <a:lnTo>
                    <a:pt x="3714" y="1370"/>
                  </a:lnTo>
                  <a:cubicBezTo>
                    <a:pt x="4302" y="1350"/>
                    <a:pt x="4868" y="910"/>
                    <a:pt x="5177" y="451"/>
                  </a:cubicBezTo>
                  <a:lnTo>
                    <a:pt x="1247" y="0"/>
                  </a:lnTo>
                  <a:close/>
                </a:path>
              </a:pathLst>
            </a:custGeom>
            <a:solidFill>
              <a:srgbClr val="657A8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420" name="Google Shape;11420;p42"/>
            <p:cNvSpPr/>
            <p:nvPr/>
          </p:nvSpPr>
          <p:spPr>
            <a:xfrm>
              <a:off x="8057534" y="3969939"/>
              <a:ext cx="179575" cy="21196"/>
            </a:xfrm>
            <a:custGeom>
              <a:rect b="b" l="l" r="r" t="t"/>
              <a:pathLst>
                <a:path extrusionOk="0" h="809" w="6854">
                  <a:moveTo>
                    <a:pt x="307" y="0"/>
                  </a:moveTo>
                  <a:cubicBezTo>
                    <a:pt x="130" y="0"/>
                    <a:pt x="1" y="249"/>
                    <a:pt x="185" y="387"/>
                  </a:cubicBezTo>
                  <a:cubicBezTo>
                    <a:pt x="434" y="579"/>
                    <a:pt x="741" y="684"/>
                    <a:pt x="1057" y="684"/>
                  </a:cubicBezTo>
                  <a:cubicBezTo>
                    <a:pt x="1958" y="771"/>
                    <a:pt x="2879" y="809"/>
                    <a:pt x="3799" y="809"/>
                  </a:cubicBezTo>
                  <a:cubicBezTo>
                    <a:pt x="4729" y="809"/>
                    <a:pt x="5658" y="771"/>
                    <a:pt x="6598" y="675"/>
                  </a:cubicBezTo>
                  <a:cubicBezTo>
                    <a:pt x="6853" y="637"/>
                    <a:pt x="6819" y="262"/>
                    <a:pt x="6569" y="262"/>
                  </a:cubicBezTo>
                  <a:cubicBezTo>
                    <a:pt x="6566" y="262"/>
                    <a:pt x="6563" y="262"/>
                    <a:pt x="6559" y="263"/>
                  </a:cubicBezTo>
                  <a:cubicBezTo>
                    <a:pt x="5649" y="344"/>
                    <a:pt x="4736" y="385"/>
                    <a:pt x="3823" y="385"/>
                  </a:cubicBezTo>
                  <a:cubicBezTo>
                    <a:pt x="2910" y="385"/>
                    <a:pt x="1997" y="344"/>
                    <a:pt x="1086" y="263"/>
                  </a:cubicBezTo>
                  <a:lnTo>
                    <a:pt x="1067" y="263"/>
                  </a:lnTo>
                  <a:cubicBezTo>
                    <a:pt x="847" y="263"/>
                    <a:pt x="626" y="186"/>
                    <a:pt x="444" y="52"/>
                  </a:cubicBezTo>
                  <a:cubicBezTo>
                    <a:pt x="398" y="15"/>
                    <a:pt x="351" y="0"/>
                    <a:pt x="307" y="0"/>
                  </a:cubicBezTo>
                  <a:close/>
                </a:path>
              </a:pathLst>
            </a:custGeom>
            <a:solidFill>
              <a:srgbClr val="566D8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421" name="Google Shape;11421;p42"/>
            <p:cNvSpPr/>
            <p:nvPr/>
          </p:nvSpPr>
          <p:spPr>
            <a:xfrm>
              <a:off x="8050329" y="3909312"/>
              <a:ext cx="187330" cy="27589"/>
            </a:xfrm>
            <a:custGeom>
              <a:rect b="b" l="l" r="r" t="t"/>
              <a:pathLst>
                <a:path extrusionOk="0" h="1053" w="7150">
                  <a:moveTo>
                    <a:pt x="6855" y="0"/>
                  </a:moveTo>
                  <a:cubicBezTo>
                    <a:pt x="6837" y="0"/>
                    <a:pt x="6817" y="3"/>
                    <a:pt x="6796" y="8"/>
                  </a:cubicBezTo>
                  <a:cubicBezTo>
                    <a:pt x="6015" y="195"/>
                    <a:pt x="5181" y="288"/>
                    <a:pt x="4282" y="288"/>
                  </a:cubicBezTo>
                  <a:cubicBezTo>
                    <a:pt x="3384" y="288"/>
                    <a:pt x="2420" y="195"/>
                    <a:pt x="1380" y="8"/>
                  </a:cubicBezTo>
                  <a:lnTo>
                    <a:pt x="1342" y="8"/>
                  </a:lnTo>
                  <a:cubicBezTo>
                    <a:pt x="824" y="8"/>
                    <a:pt x="345" y="286"/>
                    <a:pt x="86" y="736"/>
                  </a:cubicBezTo>
                  <a:cubicBezTo>
                    <a:pt x="0" y="870"/>
                    <a:pt x="105" y="1052"/>
                    <a:pt x="268" y="1052"/>
                  </a:cubicBezTo>
                  <a:cubicBezTo>
                    <a:pt x="345" y="1043"/>
                    <a:pt x="412" y="1005"/>
                    <a:pt x="451" y="928"/>
                  </a:cubicBezTo>
                  <a:cubicBezTo>
                    <a:pt x="623" y="621"/>
                    <a:pt x="959" y="420"/>
                    <a:pt x="1323" y="410"/>
                  </a:cubicBezTo>
                  <a:cubicBezTo>
                    <a:pt x="2375" y="606"/>
                    <a:pt x="3357" y="701"/>
                    <a:pt x="4277" y="701"/>
                  </a:cubicBezTo>
                  <a:cubicBezTo>
                    <a:pt x="5209" y="701"/>
                    <a:pt x="6077" y="603"/>
                    <a:pt x="6892" y="410"/>
                  </a:cubicBezTo>
                  <a:cubicBezTo>
                    <a:pt x="7149" y="357"/>
                    <a:pt x="7086" y="0"/>
                    <a:pt x="6855" y="0"/>
                  </a:cubicBezTo>
                  <a:close/>
                </a:path>
              </a:pathLst>
            </a:custGeom>
            <a:solidFill>
              <a:srgbClr val="566D8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422" name="Google Shape;11422;p42"/>
            <p:cNvSpPr/>
            <p:nvPr/>
          </p:nvSpPr>
          <p:spPr>
            <a:xfrm>
              <a:off x="8083367" y="3946568"/>
              <a:ext cx="178946" cy="18209"/>
            </a:xfrm>
            <a:custGeom>
              <a:rect b="b" l="l" r="r" t="t"/>
              <a:pathLst>
                <a:path extrusionOk="0" h="695" w="6830">
                  <a:moveTo>
                    <a:pt x="296" y="0"/>
                  </a:moveTo>
                  <a:cubicBezTo>
                    <a:pt x="54" y="0"/>
                    <a:pt x="0" y="371"/>
                    <a:pt x="263" y="416"/>
                  </a:cubicBezTo>
                  <a:cubicBezTo>
                    <a:pt x="1183" y="589"/>
                    <a:pt x="2115" y="675"/>
                    <a:pt x="3048" y="675"/>
                  </a:cubicBezTo>
                  <a:cubicBezTo>
                    <a:pt x="3980" y="675"/>
                    <a:pt x="4912" y="589"/>
                    <a:pt x="5832" y="416"/>
                  </a:cubicBezTo>
                  <a:cubicBezTo>
                    <a:pt x="6053" y="426"/>
                    <a:pt x="6273" y="503"/>
                    <a:pt x="6455" y="647"/>
                  </a:cubicBezTo>
                  <a:cubicBezTo>
                    <a:pt x="6494" y="675"/>
                    <a:pt x="6542" y="694"/>
                    <a:pt x="6589" y="694"/>
                  </a:cubicBezTo>
                  <a:cubicBezTo>
                    <a:pt x="6647" y="694"/>
                    <a:pt x="6714" y="666"/>
                    <a:pt x="6752" y="618"/>
                  </a:cubicBezTo>
                  <a:cubicBezTo>
                    <a:pt x="6829" y="522"/>
                    <a:pt x="6810" y="397"/>
                    <a:pt x="6714" y="321"/>
                  </a:cubicBezTo>
                  <a:cubicBezTo>
                    <a:pt x="6455" y="119"/>
                    <a:pt x="6139" y="4"/>
                    <a:pt x="5813" y="4"/>
                  </a:cubicBezTo>
                  <a:lnTo>
                    <a:pt x="5775" y="4"/>
                  </a:lnTo>
                  <a:cubicBezTo>
                    <a:pt x="4878" y="172"/>
                    <a:pt x="3970" y="256"/>
                    <a:pt x="3061" y="256"/>
                  </a:cubicBezTo>
                  <a:cubicBezTo>
                    <a:pt x="2151" y="256"/>
                    <a:pt x="1241" y="172"/>
                    <a:pt x="340" y="4"/>
                  </a:cubicBezTo>
                  <a:cubicBezTo>
                    <a:pt x="325" y="2"/>
                    <a:pt x="310" y="0"/>
                    <a:pt x="296" y="0"/>
                  </a:cubicBezTo>
                  <a:close/>
                </a:path>
              </a:pathLst>
            </a:custGeom>
            <a:solidFill>
              <a:srgbClr val="566D8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423" name="Google Shape;11423;p42"/>
            <p:cNvSpPr/>
            <p:nvPr/>
          </p:nvSpPr>
          <p:spPr>
            <a:xfrm>
              <a:off x="8082188" y="3881173"/>
              <a:ext cx="178867" cy="18052"/>
            </a:xfrm>
            <a:custGeom>
              <a:rect b="b" l="l" r="r" t="t"/>
              <a:pathLst>
                <a:path extrusionOk="0" h="689" w="6827">
                  <a:moveTo>
                    <a:pt x="5795" y="1"/>
                  </a:moveTo>
                  <a:cubicBezTo>
                    <a:pt x="5789" y="1"/>
                    <a:pt x="5781" y="3"/>
                    <a:pt x="5772" y="8"/>
                  </a:cubicBezTo>
                  <a:cubicBezTo>
                    <a:pt x="4876" y="176"/>
                    <a:pt x="3967" y="260"/>
                    <a:pt x="3059" y="260"/>
                  </a:cubicBezTo>
                  <a:cubicBezTo>
                    <a:pt x="2151" y="260"/>
                    <a:pt x="1243" y="176"/>
                    <a:pt x="346" y="8"/>
                  </a:cubicBezTo>
                  <a:cubicBezTo>
                    <a:pt x="328" y="4"/>
                    <a:pt x="311" y="3"/>
                    <a:pt x="295" y="3"/>
                  </a:cubicBezTo>
                  <a:cubicBezTo>
                    <a:pt x="59" y="3"/>
                    <a:pt x="0" y="367"/>
                    <a:pt x="260" y="420"/>
                  </a:cubicBezTo>
                  <a:cubicBezTo>
                    <a:pt x="1180" y="593"/>
                    <a:pt x="2113" y="679"/>
                    <a:pt x="3045" y="679"/>
                  </a:cubicBezTo>
                  <a:cubicBezTo>
                    <a:pt x="3977" y="679"/>
                    <a:pt x="4909" y="593"/>
                    <a:pt x="5829" y="420"/>
                  </a:cubicBezTo>
                  <a:cubicBezTo>
                    <a:pt x="6059" y="420"/>
                    <a:pt x="6280" y="497"/>
                    <a:pt x="6452" y="641"/>
                  </a:cubicBezTo>
                  <a:cubicBezTo>
                    <a:pt x="6491" y="670"/>
                    <a:pt x="6539" y="689"/>
                    <a:pt x="6587" y="689"/>
                  </a:cubicBezTo>
                  <a:cubicBezTo>
                    <a:pt x="6644" y="689"/>
                    <a:pt x="6711" y="660"/>
                    <a:pt x="6749" y="622"/>
                  </a:cubicBezTo>
                  <a:cubicBezTo>
                    <a:pt x="6826" y="526"/>
                    <a:pt x="6807" y="392"/>
                    <a:pt x="6721" y="324"/>
                  </a:cubicBezTo>
                  <a:cubicBezTo>
                    <a:pt x="6462" y="114"/>
                    <a:pt x="6136" y="8"/>
                    <a:pt x="5810" y="8"/>
                  </a:cubicBezTo>
                  <a:cubicBezTo>
                    <a:pt x="5805" y="3"/>
                    <a:pt x="5801" y="1"/>
                    <a:pt x="5795" y="1"/>
                  </a:cubicBezTo>
                  <a:close/>
                </a:path>
              </a:pathLst>
            </a:custGeom>
            <a:solidFill>
              <a:srgbClr val="566D8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424" name="Google Shape;11424;p42"/>
            <p:cNvSpPr/>
            <p:nvPr/>
          </p:nvSpPr>
          <p:spPr>
            <a:xfrm>
              <a:off x="8083970" y="3999492"/>
              <a:ext cx="183610" cy="28322"/>
            </a:xfrm>
            <a:custGeom>
              <a:rect b="b" l="l" r="r" t="t"/>
              <a:pathLst>
                <a:path extrusionOk="0" h="1081" w="7008">
                  <a:moveTo>
                    <a:pt x="6702" y="0"/>
                  </a:moveTo>
                  <a:cubicBezTo>
                    <a:pt x="6649" y="0"/>
                    <a:pt x="6595" y="22"/>
                    <a:pt x="6547" y="74"/>
                  </a:cubicBezTo>
                  <a:cubicBezTo>
                    <a:pt x="6356" y="285"/>
                    <a:pt x="6078" y="400"/>
                    <a:pt x="5790" y="400"/>
                  </a:cubicBezTo>
                  <a:lnTo>
                    <a:pt x="5752" y="400"/>
                  </a:lnTo>
                  <a:cubicBezTo>
                    <a:pt x="4894" y="568"/>
                    <a:pt x="4022" y="651"/>
                    <a:pt x="3121" y="651"/>
                  </a:cubicBezTo>
                  <a:cubicBezTo>
                    <a:pt x="2219" y="651"/>
                    <a:pt x="1290" y="568"/>
                    <a:pt x="317" y="400"/>
                  </a:cubicBezTo>
                  <a:cubicBezTo>
                    <a:pt x="307" y="399"/>
                    <a:pt x="298" y="398"/>
                    <a:pt x="290" y="398"/>
                  </a:cubicBezTo>
                  <a:cubicBezTo>
                    <a:pt x="54" y="398"/>
                    <a:pt x="0" y="757"/>
                    <a:pt x="250" y="822"/>
                  </a:cubicBezTo>
                  <a:cubicBezTo>
                    <a:pt x="1199" y="985"/>
                    <a:pt x="2157" y="1071"/>
                    <a:pt x="3125" y="1080"/>
                  </a:cubicBezTo>
                  <a:cubicBezTo>
                    <a:pt x="4026" y="1080"/>
                    <a:pt x="4927" y="994"/>
                    <a:pt x="5819" y="822"/>
                  </a:cubicBezTo>
                  <a:cubicBezTo>
                    <a:pt x="6212" y="822"/>
                    <a:pt x="6595" y="649"/>
                    <a:pt x="6864" y="361"/>
                  </a:cubicBezTo>
                  <a:cubicBezTo>
                    <a:pt x="7008" y="203"/>
                    <a:pt x="6864" y="0"/>
                    <a:pt x="6702" y="0"/>
                  </a:cubicBezTo>
                  <a:close/>
                </a:path>
              </a:pathLst>
            </a:custGeom>
            <a:solidFill>
              <a:srgbClr val="566D8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425" name="Google Shape;11425;p42"/>
            <p:cNvSpPr/>
            <p:nvPr/>
          </p:nvSpPr>
          <p:spPr>
            <a:xfrm>
              <a:off x="8059106" y="3851489"/>
              <a:ext cx="129611" cy="29554"/>
            </a:xfrm>
            <a:custGeom>
              <a:rect b="b" l="l" r="r" t="t"/>
              <a:pathLst>
                <a:path extrusionOk="0" h="1128" w="4947">
                  <a:moveTo>
                    <a:pt x="1007" y="0"/>
                  </a:moveTo>
                  <a:cubicBezTo>
                    <a:pt x="604" y="0"/>
                    <a:pt x="231" y="192"/>
                    <a:pt x="1" y="518"/>
                  </a:cubicBezTo>
                  <a:cubicBezTo>
                    <a:pt x="166" y="459"/>
                    <a:pt x="340" y="429"/>
                    <a:pt x="513" y="429"/>
                  </a:cubicBezTo>
                  <a:cubicBezTo>
                    <a:pt x="731" y="429"/>
                    <a:pt x="948" y="475"/>
                    <a:pt x="1151" y="566"/>
                  </a:cubicBezTo>
                  <a:cubicBezTo>
                    <a:pt x="1959" y="939"/>
                    <a:pt x="2840" y="1128"/>
                    <a:pt x="3728" y="1128"/>
                  </a:cubicBezTo>
                  <a:cubicBezTo>
                    <a:pt x="3914" y="1128"/>
                    <a:pt x="4100" y="1119"/>
                    <a:pt x="4285" y="1103"/>
                  </a:cubicBezTo>
                  <a:cubicBezTo>
                    <a:pt x="4534" y="921"/>
                    <a:pt x="4764" y="700"/>
                    <a:pt x="4947" y="451"/>
                  </a:cubicBezTo>
                  <a:lnTo>
                    <a:pt x="1007" y="0"/>
                  </a:lnTo>
                  <a:close/>
                </a:path>
              </a:pathLst>
            </a:custGeom>
            <a:solidFill>
              <a:srgbClr val="566D8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426" name="Google Shape;11426;p42"/>
            <p:cNvSpPr/>
            <p:nvPr/>
          </p:nvSpPr>
          <p:spPr>
            <a:xfrm>
              <a:off x="7987790" y="3804695"/>
              <a:ext cx="336041" cy="362005"/>
            </a:xfrm>
            <a:custGeom>
              <a:rect b="b" l="l" r="r" t="t"/>
              <a:pathLst>
                <a:path extrusionOk="0" h="13817" w="12826">
                  <a:moveTo>
                    <a:pt x="3227" y="0"/>
                  </a:moveTo>
                  <a:cubicBezTo>
                    <a:pt x="2827" y="0"/>
                    <a:pt x="2426" y="75"/>
                    <a:pt x="2042" y="224"/>
                  </a:cubicBezTo>
                  <a:cubicBezTo>
                    <a:pt x="1266" y="531"/>
                    <a:pt x="633" y="1144"/>
                    <a:pt x="307" y="1921"/>
                  </a:cubicBezTo>
                  <a:lnTo>
                    <a:pt x="259" y="2045"/>
                  </a:lnTo>
                  <a:cubicBezTo>
                    <a:pt x="0" y="2745"/>
                    <a:pt x="87" y="3512"/>
                    <a:pt x="480" y="4144"/>
                  </a:cubicBezTo>
                  <a:cubicBezTo>
                    <a:pt x="786" y="4643"/>
                    <a:pt x="1007" y="5199"/>
                    <a:pt x="1131" y="5774"/>
                  </a:cubicBezTo>
                  <a:lnTo>
                    <a:pt x="1313" y="6752"/>
                  </a:lnTo>
                  <a:cubicBezTo>
                    <a:pt x="1476" y="8170"/>
                    <a:pt x="1381" y="9761"/>
                    <a:pt x="1246" y="11151"/>
                  </a:cubicBezTo>
                  <a:cubicBezTo>
                    <a:pt x="1198" y="11611"/>
                    <a:pt x="1534" y="12024"/>
                    <a:pt x="2004" y="12072"/>
                  </a:cubicBezTo>
                  <a:cubicBezTo>
                    <a:pt x="2028" y="12074"/>
                    <a:pt x="2051" y="12075"/>
                    <a:pt x="2075" y="12075"/>
                  </a:cubicBezTo>
                  <a:cubicBezTo>
                    <a:pt x="2506" y="12075"/>
                    <a:pt x="2878" y="11750"/>
                    <a:pt x="2924" y="11314"/>
                  </a:cubicBezTo>
                  <a:cubicBezTo>
                    <a:pt x="3096" y="9531"/>
                    <a:pt x="3125" y="8132"/>
                    <a:pt x="3020" y="6924"/>
                  </a:cubicBezTo>
                  <a:cubicBezTo>
                    <a:pt x="2885" y="5391"/>
                    <a:pt x="2521" y="4192"/>
                    <a:pt x="1917" y="3234"/>
                  </a:cubicBezTo>
                  <a:cubicBezTo>
                    <a:pt x="1802" y="3052"/>
                    <a:pt x="1774" y="2831"/>
                    <a:pt x="1841" y="2630"/>
                  </a:cubicBezTo>
                  <a:cubicBezTo>
                    <a:pt x="1850" y="2611"/>
                    <a:pt x="1860" y="2582"/>
                    <a:pt x="1869" y="2563"/>
                  </a:cubicBezTo>
                  <a:cubicBezTo>
                    <a:pt x="2023" y="2208"/>
                    <a:pt x="2310" y="1930"/>
                    <a:pt x="2675" y="1786"/>
                  </a:cubicBezTo>
                  <a:cubicBezTo>
                    <a:pt x="2855" y="1714"/>
                    <a:pt x="3046" y="1678"/>
                    <a:pt x="3238" y="1678"/>
                  </a:cubicBezTo>
                  <a:cubicBezTo>
                    <a:pt x="3453" y="1678"/>
                    <a:pt x="3670" y="1724"/>
                    <a:pt x="3873" y="1815"/>
                  </a:cubicBezTo>
                  <a:cubicBezTo>
                    <a:pt x="4683" y="2194"/>
                    <a:pt x="5555" y="2383"/>
                    <a:pt x="6427" y="2383"/>
                  </a:cubicBezTo>
                  <a:cubicBezTo>
                    <a:pt x="7300" y="2383"/>
                    <a:pt x="8172" y="2194"/>
                    <a:pt x="8982" y="1815"/>
                  </a:cubicBezTo>
                  <a:cubicBezTo>
                    <a:pt x="9185" y="1724"/>
                    <a:pt x="9401" y="1678"/>
                    <a:pt x="9617" y="1678"/>
                  </a:cubicBezTo>
                  <a:cubicBezTo>
                    <a:pt x="9808" y="1678"/>
                    <a:pt x="10000" y="1714"/>
                    <a:pt x="10180" y="1786"/>
                  </a:cubicBezTo>
                  <a:cubicBezTo>
                    <a:pt x="10544" y="1930"/>
                    <a:pt x="10832" y="2208"/>
                    <a:pt x="10985" y="2563"/>
                  </a:cubicBezTo>
                  <a:cubicBezTo>
                    <a:pt x="10995" y="2582"/>
                    <a:pt x="10995" y="2601"/>
                    <a:pt x="11004" y="2611"/>
                  </a:cubicBezTo>
                  <a:cubicBezTo>
                    <a:pt x="11100" y="2870"/>
                    <a:pt x="11119" y="3148"/>
                    <a:pt x="11052" y="3416"/>
                  </a:cubicBezTo>
                  <a:cubicBezTo>
                    <a:pt x="10765" y="4729"/>
                    <a:pt x="10659" y="6224"/>
                    <a:pt x="10745" y="7998"/>
                  </a:cubicBezTo>
                  <a:cubicBezTo>
                    <a:pt x="10803" y="9071"/>
                    <a:pt x="10199" y="10078"/>
                    <a:pt x="9221" y="10528"/>
                  </a:cubicBezTo>
                  <a:cubicBezTo>
                    <a:pt x="9202" y="10528"/>
                    <a:pt x="9183" y="10547"/>
                    <a:pt x="9164" y="10547"/>
                  </a:cubicBezTo>
                  <a:cubicBezTo>
                    <a:pt x="8474" y="10912"/>
                    <a:pt x="8129" y="11698"/>
                    <a:pt x="8330" y="12455"/>
                  </a:cubicBezTo>
                  <a:lnTo>
                    <a:pt x="8483" y="13049"/>
                  </a:lnTo>
                  <a:cubicBezTo>
                    <a:pt x="8531" y="13241"/>
                    <a:pt x="8608" y="13423"/>
                    <a:pt x="8704" y="13596"/>
                  </a:cubicBezTo>
                  <a:cubicBezTo>
                    <a:pt x="8780" y="13739"/>
                    <a:pt x="8848" y="13816"/>
                    <a:pt x="9020" y="13816"/>
                  </a:cubicBezTo>
                  <a:lnTo>
                    <a:pt x="9030" y="13816"/>
                  </a:lnTo>
                  <a:cubicBezTo>
                    <a:pt x="9288" y="13816"/>
                    <a:pt x="9413" y="13548"/>
                    <a:pt x="9499" y="13366"/>
                  </a:cubicBezTo>
                  <a:lnTo>
                    <a:pt x="9902" y="12091"/>
                  </a:lnTo>
                  <a:cubicBezTo>
                    <a:pt x="9902" y="12081"/>
                    <a:pt x="9912" y="12062"/>
                    <a:pt x="9921" y="12062"/>
                  </a:cubicBezTo>
                  <a:cubicBezTo>
                    <a:pt x="11522" y="11314"/>
                    <a:pt x="12509" y="9675"/>
                    <a:pt x="12413" y="7912"/>
                  </a:cubicBezTo>
                  <a:cubicBezTo>
                    <a:pt x="12337" y="6301"/>
                    <a:pt x="12423" y="4950"/>
                    <a:pt x="12691" y="3790"/>
                  </a:cubicBezTo>
                  <a:cubicBezTo>
                    <a:pt x="12826" y="3196"/>
                    <a:pt x="12778" y="2572"/>
                    <a:pt x="12557" y="2007"/>
                  </a:cubicBezTo>
                  <a:cubicBezTo>
                    <a:pt x="12548" y="1978"/>
                    <a:pt x="12538" y="1940"/>
                    <a:pt x="12528" y="1911"/>
                  </a:cubicBezTo>
                  <a:cubicBezTo>
                    <a:pt x="12193" y="1135"/>
                    <a:pt x="11570" y="531"/>
                    <a:pt x="10784" y="224"/>
                  </a:cubicBezTo>
                  <a:cubicBezTo>
                    <a:pt x="10405" y="80"/>
                    <a:pt x="10005" y="8"/>
                    <a:pt x="9605" y="8"/>
                  </a:cubicBezTo>
                  <a:cubicBezTo>
                    <a:pt x="9156" y="8"/>
                    <a:pt x="8708" y="99"/>
                    <a:pt x="8292" y="282"/>
                  </a:cubicBezTo>
                  <a:cubicBezTo>
                    <a:pt x="7697" y="560"/>
                    <a:pt x="7057" y="699"/>
                    <a:pt x="6418" y="699"/>
                  </a:cubicBezTo>
                  <a:cubicBezTo>
                    <a:pt x="5778" y="699"/>
                    <a:pt x="5138" y="560"/>
                    <a:pt x="4544" y="282"/>
                  </a:cubicBezTo>
                  <a:cubicBezTo>
                    <a:pt x="4123" y="94"/>
                    <a:pt x="3676" y="0"/>
                    <a:pt x="3227" y="0"/>
                  </a:cubicBezTo>
                  <a:close/>
                </a:path>
              </a:pathLst>
            </a:custGeom>
            <a:solidFill>
              <a:srgbClr val="6A7F9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427" name="Google Shape;11427;p42"/>
            <p:cNvSpPr/>
            <p:nvPr/>
          </p:nvSpPr>
          <p:spPr>
            <a:xfrm>
              <a:off x="8018680" y="3869331"/>
              <a:ext cx="51011" cy="251153"/>
            </a:xfrm>
            <a:custGeom>
              <a:rect b="b" l="l" r="r" t="t"/>
              <a:pathLst>
                <a:path extrusionOk="0" h="9586" w="1947">
                  <a:moveTo>
                    <a:pt x="748" y="0"/>
                  </a:moveTo>
                  <a:lnTo>
                    <a:pt x="748" y="0"/>
                  </a:lnTo>
                  <a:cubicBezTo>
                    <a:pt x="451" y="153"/>
                    <a:pt x="221" y="403"/>
                    <a:pt x="96" y="709"/>
                  </a:cubicBezTo>
                  <a:cubicBezTo>
                    <a:pt x="87" y="729"/>
                    <a:pt x="77" y="748"/>
                    <a:pt x="67" y="776"/>
                  </a:cubicBezTo>
                  <a:cubicBezTo>
                    <a:pt x="0" y="968"/>
                    <a:pt x="19" y="1198"/>
                    <a:pt x="144" y="1371"/>
                  </a:cubicBezTo>
                  <a:cubicBezTo>
                    <a:pt x="748" y="2329"/>
                    <a:pt x="1112" y="3537"/>
                    <a:pt x="1246" y="5061"/>
                  </a:cubicBezTo>
                  <a:cubicBezTo>
                    <a:pt x="1352" y="6269"/>
                    <a:pt x="1323" y="7668"/>
                    <a:pt x="1151" y="9451"/>
                  </a:cubicBezTo>
                  <a:cubicBezTo>
                    <a:pt x="1141" y="9499"/>
                    <a:pt x="1131" y="9547"/>
                    <a:pt x="1122" y="9585"/>
                  </a:cubicBezTo>
                  <a:cubicBezTo>
                    <a:pt x="1457" y="9499"/>
                    <a:pt x="1706" y="9202"/>
                    <a:pt x="1745" y="8857"/>
                  </a:cubicBezTo>
                  <a:cubicBezTo>
                    <a:pt x="1917" y="7074"/>
                    <a:pt x="1946" y="5675"/>
                    <a:pt x="1841" y="4467"/>
                  </a:cubicBezTo>
                  <a:cubicBezTo>
                    <a:pt x="1706" y="2933"/>
                    <a:pt x="1342" y="1735"/>
                    <a:pt x="738" y="776"/>
                  </a:cubicBezTo>
                  <a:cubicBezTo>
                    <a:pt x="623" y="594"/>
                    <a:pt x="595" y="374"/>
                    <a:pt x="671" y="173"/>
                  </a:cubicBezTo>
                  <a:cubicBezTo>
                    <a:pt x="681" y="153"/>
                    <a:pt x="681" y="125"/>
                    <a:pt x="690" y="105"/>
                  </a:cubicBezTo>
                  <a:lnTo>
                    <a:pt x="748" y="0"/>
                  </a:lnTo>
                  <a:close/>
                </a:path>
              </a:pathLst>
            </a:custGeom>
            <a:solidFill>
              <a:srgbClr val="546C8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428" name="Google Shape;11428;p42"/>
            <p:cNvSpPr/>
            <p:nvPr/>
          </p:nvSpPr>
          <p:spPr>
            <a:xfrm>
              <a:off x="8006366" y="3804695"/>
              <a:ext cx="317727" cy="300724"/>
            </a:xfrm>
            <a:custGeom>
              <a:rect b="b" l="l" r="r" t="t"/>
              <a:pathLst>
                <a:path extrusionOk="0" h="11478" w="12127">
                  <a:moveTo>
                    <a:pt x="2533" y="0"/>
                  </a:moveTo>
                  <a:cubicBezTo>
                    <a:pt x="2133" y="0"/>
                    <a:pt x="1732" y="75"/>
                    <a:pt x="1352" y="224"/>
                  </a:cubicBezTo>
                  <a:cubicBezTo>
                    <a:pt x="815" y="435"/>
                    <a:pt x="346" y="790"/>
                    <a:pt x="1" y="1250"/>
                  </a:cubicBezTo>
                  <a:cubicBezTo>
                    <a:pt x="231" y="1077"/>
                    <a:pt x="480" y="933"/>
                    <a:pt x="748" y="828"/>
                  </a:cubicBezTo>
                  <a:cubicBezTo>
                    <a:pt x="1128" y="679"/>
                    <a:pt x="1529" y="604"/>
                    <a:pt x="1930" y="604"/>
                  </a:cubicBezTo>
                  <a:cubicBezTo>
                    <a:pt x="2380" y="604"/>
                    <a:pt x="2829" y="698"/>
                    <a:pt x="3250" y="885"/>
                  </a:cubicBezTo>
                  <a:cubicBezTo>
                    <a:pt x="3840" y="1163"/>
                    <a:pt x="4479" y="1302"/>
                    <a:pt x="5119" y="1302"/>
                  </a:cubicBezTo>
                  <a:cubicBezTo>
                    <a:pt x="5759" y="1302"/>
                    <a:pt x="6399" y="1163"/>
                    <a:pt x="6988" y="885"/>
                  </a:cubicBezTo>
                  <a:cubicBezTo>
                    <a:pt x="7409" y="698"/>
                    <a:pt x="7859" y="604"/>
                    <a:pt x="8309" y="604"/>
                  </a:cubicBezTo>
                  <a:cubicBezTo>
                    <a:pt x="8710" y="604"/>
                    <a:pt x="9111" y="679"/>
                    <a:pt x="9490" y="828"/>
                  </a:cubicBezTo>
                  <a:cubicBezTo>
                    <a:pt x="10276" y="1135"/>
                    <a:pt x="10899" y="1739"/>
                    <a:pt x="11225" y="2515"/>
                  </a:cubicBezTo>
                  <a:cubicBezTo>
                    <a:pt x="11235" y="2544"/>
                    <a:pt x="11254" y="2572"/>
                    <a:pt x="11263" y="2601"/>
                  </a:cubicBezTo>
                  <a:cubicBezTo>
                    <a:pt x="11484" y="3176"/>
                    <a:pt x="11532" y="3790"/>
                    <a:pt x="11388" y="4384"/>
                  </a:cubicBezTo>
                  <a:cubicBezTo>
                    <a:pt x="11129" y="5554"/>
                    <a:pt x="11043" y="6905"/>
                    <a:pt x="11120" y="8506"/>
                  </a:cubicBezTo>
                  <a:cubicBezTo>
                    <a:pt x="11177" y="9579"/>
                    <a:pt x="10832" y="10643"/>
                    <a:pt x="10142" y="11477"/>
                  </a:cubicBezTo>
                  <a:cubicBezTo>
                    <a:pt x="11206" y="10605"/>
                    <a:pt x="11781" y="9282"/>
                    <a:pt x="11714" y="7912"/>
                  </a:cubicBezTo>
                  <a:cubicBezTo>
                    <a:pt x="11637" y="6301"/>
                    <a:pt x="11724" y="4950"/>
                    <a:pt x="11992" y="3790"/>
                  </a:cubicBezTo>
                  <a:cubicBezTo>
                    <a:pt x="12126" y="3196"/>
                    <a:pt x="12078" y="2572"/>
                    <a:pt x="11867" y="2007"/>
                  </a:cubicBezTo>
                  <a:cubicBezTo>
                    <a:pt x="11848" y="1978"/>
                    <a:pt x="11839" y="1940"/>
                    <a:pt x="11829" y="1911"/>
                  </a:cubicBezTo>
                  <a:cubicBezTo>
                    <a:pt x="11493" y="1135"/>
                    <a:pt x="10870" y="531"/>
                    <a:pt x="10084" y="224"/>
                  </a:cubicBezTo>
                  <a:cubicBezTo>
                    <a:pt x="9705" y="80"/>
                    <a:pt x="9305" y="8"/>
                    <a:pt x="8906" y="8"/>
                  </a:cubicBezTo>
                  <a:cubicBezTo>
                    <a:pt x="8457" y="8"/>
                    <a:pt x="8008" y="99"/>
                    <a:pt x="7592" y="282"/>
                  </a:cubicBezTo>
                  <a:cubicBezTo>
                    <a:pt x="6998" y="560"/>
                    <a:pt x="6358" y="699"/>
                    <a:pt x="5718" y="699"/>
                  </a:cubicBezTo>
                  <a:cubicBezTo>
                    <a:pt x="5078" y="699"/>
                    <a:pt x="4439" y="560"/>
                    <a:pt x="3844" y="282"/>
                  </a:cubicBezTo>
                  <a:cubicBezTo>
                    <a:pt x="3429" y="94"/>
                    <a:pt x="2981" y="0"/>
                    <a:pt x="2533" y="0"/>
                  </a:cubicBezTo>
                  <a:close/>
                </a:path>
              </a:pathLst>
            </a:custGeom>
            <a:solidFill>
              <a:srgbClr val="546C8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1429" name="Google Shape;11429;p42"/>
          <p:cNvGrpSpPr/>
          <p:nvPr/>
        </p:nvGrpSpPr>
        <p:grpSpPr>
          <a:xfrm>
            <a:off x="5273444" y="2708285"/>
            <a:ext cx="371123" cy="362267"/>
            <a:chOff x="5273444" y="2891285"/>
            <a:chExt cx="371123" cy="362267"/>
          </a:xfrm>
        </p:grpSpPr>
        <p:sp>
          <p:nvSpPr>
            <p:cNvPr id="11430" name="Google Shape;11430;p42"/>
            <p:cNvSpPr/>
            <p:nvPr/>
          </p:nvSpPr>
          <p:spPr>
            <a:xfrm>
              <a:off x="5301373" y="2914996"/>
              <a:ext cx="315186" cy="314452"/>
            </a:xfrm>
            <a:custGeom>
              <a:rect b="b" l="l" r="r" t="t"/>
              <a:pathLst>
                <a:path extrusionOk="0" h="12002" w="12030">
                  <a:moveTo>
                    <a:pt x="6161" y="1"/>
                  </a:moveTo>
                  <a:cubicBezTo>
                    <a:pt x="5782" y="1"/>
                    <a:pt x="5441" y="423"/>
                    <a:pt x="5071" y="480"/>
                  </a:cubicBezTo>
                  <a:cubicBezTo>
                    <a:pt x="5030" y="487"/>
                    <a:pt x="4988" y="490"/>
                    <a:pt x="4945" y="490"/>
                  </a:cubicBezTo>
                  <a:cubicBezTo>
                    <a:pt x="4666" y="490"/>
                    <a:pt x="4355" y="358"/>
                    <a:pt x="4081" y="358"/>
                  </a:cubicBezTo>
                  <a:cubicBezTo>
                    <a:pt x="4005" y="358"/>
                    <a:pt x="3932" y="368"/>
                    <a:pt x="3863" y="394"/>
                  </a:cubicBezTo>
                  <a:cubicBezTo>
                    <a:pt x="3499" y="528"/>
                    <a:pt x="3346" y="1065"/>
                    <a:pt x="3020" y="1266"/>
                  </a:cubicBezTo>
                  <a:cubicBezTo>
                    <a:pt x="2703" y="1467"/>
                    <a:pt x="2147" y="1391"/>
                    <a:pt x="1879" y="1649"/>
                  </a:cubicBezTo>
                  <a:cubicBezTo>
                    <a:pt x="1611" y="1908"/>
                    <a:pt x="1659" y="2464"/>
                    <a:pt x="1438" y="2771"/>
                  </a:cubicBezTo>
                  <a:cubicBezTo>
                    <a:pt x="1227" y="3068"/>
                    <a:pt x="690" y="3202"/>
                    <a:pt x="528" y="3557"/>
                  </a:cubicBezTo>
                  <a:cubicBezTo>
                    <a:pt x="374" y="3912"/>
                    <a:pt x="643" y="4391"/>
                    <a:pt x="556" y="4765"/>
                  </a:cubicBezTo>
                  <a:cubicBezTo>
                    <a:pt x="470" y="5138"/>
                    <a:pt x="20" y="5455"/>
                    <a:pt x="10" y="5838"/>
                  </a:cubicBezTo>
                  <a:cubicBezTo>
                    <a:pt x="0" y="6231"/>
                    <a:pt x="432" y="6567"/>
                    <a:pt x="499" y="6950"/>
                  </a:cubicBezTo>
                  <a:cubicBezTo>
                    <a:pt x="566" y="7324"/>
                    <a:pt x="278" y="7794"/>
                    <a:pt x="413" y="8148"/>
                  </a:cubicBezTo>
                  <a:cubicBezTo>
                    <a:pt x="547" y="8512"/>
                    <a:pt x="1083" y="8675"/>
                    <a:pt x="1285" y="8992"/>
                  </a:cubicBezTo>
                  <a:cubicBezTo>
                    <a:pt x="1486" y="9308"/>
                    <a:pt x="1400" y="9864"/>
                    <a:pt x="1659" y="10132"/>
                  </a:cubicBezTo>
                  <a:cubicBezTo>
                    <a:pt x="1917" y="10410"/>
                    <a:pt x="2483" y="10353"/>
                    <a:pt x="2790" y="10573"/>
                  </a:cubicBezTo>
                  <a:cubicBezTo>
                    <a:pt x="3087" y="10794"/>
                    <a:pt x="3221" y="11331"/>
                    <a:pt x="3576" y="11484"/>
                  </a:cubicBezTo>
                  <a:cubicBezTo>
                    <a:pt x="3662" y="11523"/>
                    <a:pt x="3755" y="11538"/>
                    <a:pt x="3852" y="11538"/>
                  </a:cubicBezTo>
                  <a:cubicBezTo>
                    <a:pt x="4098" y="11538"/>
                    <a:pt x="4370" y="11447"/>
                    <a:pt x="4615" y="11447"/>
                  </a:cubicBezTo>
                  <a:cubicBezTo>
                    <a:pt x="4673" y="11447"/>
                    <a:pt x="4729" y="11452"/>
                    <a:pt x="4783" y="11465"/>
                  </a:cubicBezTo>
                  <a:cubicBezTo>
                    <a:pt x="5157" y="11551"/>
                    <a:pt x="5474" y="11992"/>
                    <a:pt x="5857" y="12002"/>
                  </a:cubicBezTo>
                  <a:cubicBezTo>
                    <a:pt x="5861" y="12002"/>
                    <a:pt x="5865" y="12002"/>
                    <a:pt x="5870" y="12002"/>
                  </a:cubicBezTo>
                  <a:cubicBezTo>
                    <a:pt x="6248" y="12002"/>
                    <a:pt x="6590" y="11579"/>
                    <a:pt x="6959" y="11513"/>
                  </a:cubicBezTo>
                  <a:cubicBezTo>
                    <a:pt x="6995" y="11507"/>
                    <a:pt x="7031" y="11505"/>
                    <a:pt x="7068" y="11505"/>
                  </a:cubicBezTo>
                  <a:cubicBezTo>
                    <a:pt x="7348" y="11505"/>
                    <a:pt x="7661" y="11640"/>
                    <a:pt x="7937" y="11640"/>
                  </a:cubicBezTo>
                  <a:cubicBezTo>
                    <a:pt x="8017" y="11640"/>
                    <a:pt x="8095" y="11628"/>
                    <a:pt x="8167" y="11599"/>
                  </a:cubicBezTo>
                  <a:cubicBezTo>
                    <a:pt x="8531" y="11465"/>
                    <a:pt x="8685" y="10938"/>
                    <a:pt x="9011" y="10736"/>
                  </a:cubicBezTo>
                  <a:cubicBezTo>
                    <a:pt x="9327" y="10535"/>
                    <a:pt x="9883" y="10612"/>
                    <a:pt x="10151" y="10353"/>
                  </a:cubicBezTo>
                  <a:cubicBezTo>
                    <a:pt x="10420" y="10094"/>
                    <a:pt x="10372" y="9529"/>
                    <a:pt x="10592" y="9231"/>
                  </a:cubicBezTo>
                  <a:cubicBezTo>
                    <a:pt x="10803" y="8925"/>
                    <a:pt x="11340" y="8800"/>
                    <a:pt x="11503" y="8445"/>
                  </a:cubicBezTo>
                  <a:cubicBezTo>
                    <a:pt x="11656" y="8091"/>
                    <a:pt x="11388" y="7611"/>
                    <a:pt x="11474" y="7238"/>
                  </a:cubicBezTo>
                  <a:cubicBezTo>
                    <a:pt x="11560" y="6864"/>
                    <a:pt x="12011" y="6547"/>
                    <a:pt x="12020" y="6154"/>
                  </a:cubicBezTo>
                  <a:cubicBezTo>
                    <a:pt x="12030" y="5771"/>
                    <a:pt x="11599" y="5426"/>
                    <a:pt x="11532" y="5052"/>
                  </a:cubicBezTo>
                  <a:cubicBezTo>
                    <a:pt x="11464" y="4678"/>
                    <a:pt x="11752" y="4209"/>
                    <a:pt x="11618" y="3844"/>
                  </a:cubicBezTo>
                  <a:cubicBezTo>
                    <a:pt x="11484" y="3490"/>
                    <a:pt x="10947" y="3327"/>
                    <a:pt x="10746" y="3010"/>
                  </a:cubicBezTo>
                  <a:cubicBezTo>
                    <a:pt x="10544" y="2685"/>
                    <a:pt x="10631" y="2138"/>
                    <a:pt x="10372" y="1860"/>
                  </a:cubicBezTo>
                  <a:cubicBezTo>
                    <a:pt x="10113" y="1592"/>
                    <a:pt x="9547" y="1640"/>
                    <a:pt x="9241" y="1429"/>
                  </a:cubicBezTo>
                  <a:cubicBezTo>
                    <a:pt x="8944" y="1208"/>
                    <a:pt x="8809" y="672"/>
                    <a:pt x="8455" y="518"/>
                  </a:cubicBezTo>
                  <a:cubicBezTo>
                    <a:pt x="8369" y="479"/>
                    <a:pt x="8275" y="465"/>
                    <a:pt x="8178" y="465"/>
                  </a:cubicBezTo>
                  <a:cubicBezTo>
                    <a:pt x="7932" y="465"/>
                    <a:pt x="7660" y="555"/>
                    <a:pt x="7415" y="555"/>
                  </a:cubicBezTo>
                  <a:cubicBezTo>
                    <a:pt x="7357" y="555"/>
                    <a:pt x="7301" y="550"/>
                    <a:pt x="7247" y="537"/>
                  </a:cubicBezTo>
                  <a:cubicBezTo>
                    <a:pt x="6873" y="451"/>
                    <a:pt x="6557" y="1"/>
                    <a:pt x="6173" y="1"/>
                  </a:cubicBezTo>
                  <a:cubicBezTo>
                    <a:pt x="6169" y="1"/>
                    <a:pt x="6165" y="1"/>
                    <a:pt x="6161" y="1"/>
                  </a:cubicBezTo>
                  <a:close/>
                </a:path>
              </a:pathLst>
            </a:custGeom>
            <a:solidFill>
              <a:srgbClr val="D8DEE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431" name="Google Shape;11431;p42"/>
            <p:cNvSpPr/>
            <p:nvPr/>
          </p:nvSpPr>
          <p:spPr>
            <a:xfrm>
              <a:off x="5427945" y="2958200"/>
              <a:ext cx="188614" cy="271249"/>
            </a:xfrm>
            <a:custGeom>
              <a:rect b="b" l="l" r="r" t="t"/>
              <a:pathLst>
                <a:path extrusionOk="0" h="10353" w="7199">
                  <a:moveTo>
                    <a:pt x="5090" y="0"/>
                  </a:moveTo>
                  <a:lnTo>
                    <a:pt x="5090" y="0"/>
                  </a:lnTo>
                  <a:cubicBezTo>
                    <a:pt x="6653" y="4132"/>
                    <a:pt x="4275" y="8713"/>
                    <a:pt x="0" y="9825"/>
                  </a:cubicBezTo>
                  <a:cubicBezTo>
                    <a:pt x="355" y="9931"/>
                    <a:pt x="671" y="10343"/>
                    <a:pt x="1036" y="10353"/>
                  </a:cubicBezTo>
                  <a:cubicBezTo>
                    <a:pt x="1040" y="10353"/>
                    <a:pt x="1044" y="10353"/>
                    <a:pt x="1048" y="10353"/>
                  </a:cubicBezTo>
                  <a:cubicBezTo>
                    <a:pt x="1427" y="10353"/>
                    <a:pt x="1778" y="9930"/>
                    <a:pt x="2138" y="9864"/>
                  </a:cubicBezTo>
                  <a:cubicBezTo>
                    <a:pt x="2173" y="9858"/>
                    <a:pt x="2208" y="9856"/>
                    <a:pt x="2245" y="9856"/>
                  </a:cubicBezTo>
                  <a:cubicBezTo>
                    <a:pt x="2520" y="9856"/>
                    <a:pt x="2836" y="9991"/>
                    <a:pt x="3110" y="9991"/>
                  </a:cubicBezTo>
                  <a:cubicBezTo>
                    <a:pt x="3190" y="9991"/>
                    <a:pt x="3266" y="9979"/>
                    <a:pt x="3336" y="9950"/>
                  </a:cubicBezTo>
                  <a:cubicBezTo>
                    <a:pt x="3691" y="9816"/>
                    <a:pt x="3854" y="9289"/>
                    <a:pt x="4180" y="9087"/>
                  </a:cubicBezTo>
                  <a:cubicBezTo>
                    <a:pt x="4506" y="8886"/>
                    <a:pt x="5042" y="8963"/>
                    <a:pt x="5320" y="8704"/>
                  </a:cubicBezTo>
                  <a:cubicBezTo>
                    <a:pt x="5598" y="8445"/>
                    <a:pt x="5541" y="7899"/>
                    <a:pt x="5761" y="7582"/>
                  </a:cubicBezTo>
                  <a:cubicBezTo>
                    <a:pt x="5982" y="7266"/>
                    <a:pt x="6518" y="7141"/>
                    <a:pt x="6672" y="6796"/>
                  </a:cubicBezTo>
                  <a:cubicBezTo>
                    <a:pt x="6835" y="6442"/>
                    <a:pt x="6566" y="5953"/>
                    <a:pt x="6643" y="5589"/>
                  </a:cubicBezTo>
                  <a:cubicBezTo>
                    <a:pt x="6729" y="5215"/>
                    <a:pt x="7180" y="4889"/>
                    <a:pt x="7189" y="4505"/>
                  </a:cubicBezTo>
                  <a:cubicBezTo>
                    <a:pt x="7199" y="4132"/>
                    <a:pt x="6768" y="3777"/>
                    <a:pt x="6701" y="3403"/>
                  </a:cubicBezTo>
                  <a:cubicBezTo>
                    <a:pt x="6633" y="3029"/>
                    <a:pt x="6921" y="2560"/>
                    <a:pt x="6787" y="2195"/>
                  </a:cubicBezTo>
                  <a:cubicBezTo>
                    <a:pt x="6653" y="1841"/>
                    <a:pt x="6116" y="1687"/>
                    <a:pt x="5915" y="1361"/>
                  </a:cubicBezTo>
                  <a:cubicBezTo>
                    <a:pt x="5713" y="1036"/>
                    <a:pt x="5800" y="489"/>
                    <a:pt x="5541" y="211"/>
                  </a:cubicBezTo>
                  <a:cubicBezTo>
                    <a:pt x="5416" y="106"/>
                    <a:pt x="5253" y="29"/>
                    <a:pt x="5090" y="0"/>
                  </a:cubicBezTo>
                  <a:close/>
                </a:path>
              </a:pathLst>
            </a:custGeom>
            <a:solidFill>
              <a:srgbClr val="CCD3D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432" name="Google Shape;11432;p42"/>
            <p:cNvSpPr/>
            <p:nvPr/>
          </p:nvSpPr>
          <p:spPr>
            <a:xfrm>
              <a:off x="5430539" y="3027210"/>
              <a:ext cx="131786" cy="142318"/>
            </a:xfrm>
            <a:custGeom>
              <a:rect b="b" l="l" r="r" t="t"/>
              <a:pathLst>
                <a:path extrusionOk="0" h="5432" w="5030">
                  <a:moveTo>
                    <a:pt x="3592" y="0"/>
                  </a:moveTo>
                  <a:cubicBezTo>
                    <a:pt x="3355" y="0"/>
                    <a:pt x="3140" y="118"/>
                    <a:pt x="3084" y="376"/>
                  </a:cubicBezTo>
                  <a:cubicBezTo>
                    <a:pt x="2748" y="1910"/>
                    <a:pt x="1972" y="2840"/>
                    <a:pt x="841" y="4019"/>
                  </a:cubicBezTo>
                  <a:cubicBezTo>
                    <a:pt x="1" y="4893"/>
                    <a:pt x="539" y="5432"/>
                    <a:pt x="1462" y="5432"/>
                  </a:cubicBezTo>
                  <a:cubicBezTo>
                    <a:pt x="2330" y="5432"/>
                    <a:pt x="3538" y="4956"/>
                    <a:pt x="4263" y="3836"/>
                  </a:cubicBezTo>
                  <a:cubicBezTo>
                    <a:pt x="5030" y="2657"/>
                    <a:pt x="4589" y="1306"/>
                    <a:pt x="4311" y="482"/>
                  </a:cubicBezTo>
                  <a:cubicBezTo>
                    <a:pt x="4205" y="176"/>
                    <a:pt x="3882" y="0"/>
                    <a:pt x="3592" y="0"/>
                  </a:cubicBezTo>
                  <a:close/>
                </a:path>
              </a:pathLst>
            </a:custGeom>
            <a:solidFill>
              <a:srgbClr val="A4B3B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433" name="Google Shape;11433;p42"/>
            <p:cNvSpPr/>
            <p:nvPr/>
          </p:nvSpPr>
          <p:spPr>
            <a:xfrm>
              <a:off x="5441752" y="3027761"/>
              <a:ext cx="120572" cy="141585"/>
            </a:xfrm>
            <a:custGeom>
              <a:rect b="b" l="l" r="r" t="t"/>
              <a:pathLst>
                <a:path extrusionOk="0" h="5404" w="4602">
                  <a:moveTo>
                    <a:pt x="3365" y="1"/>
                  </a:moveTo>
                  <a:lnTo>
                    <a:pt x="3365" y="1"/>
                  </a:lnTo>
                  <a:cubicBezTo>
                    <a:pt x="3643" y="834"/>
                    <a:pt x="4026" y="2119"/>
                    <a:pt x="3288" y="3260"/>
                  </a:cubicBezTo>
                  <a:cubicBezTo>
                    <a:pt x="2569" y="4375"/>
                    <a:pt x="1366" y="4857"/>
                    <a:pt x="499" y="4857"/>
                  </a:cubicBezTo>
                  <a:cubicBezTo>
                    <a:pt x="315" y="4857"/>
                    <a:pt x="146" y="4835"/>
                    <a:pt x="1" y="4793"/>
                  </a:cubicBezTo>
                  <a:lnTo>
                    <a:pt x="1" y="4793"/>
                  </a:lnTo>
                  <a:cubicBezTo>
                    <a:pt x="16" y="5182"/>
                    <a:pt x="450" y="5404"/>
                    <a:pt x="1041" y="5404"/>
                  </a:cubicBezTo>
                  <a:cubicBezTo>
                    <a:pt x="1907" y="5404"/>
                    <a:pt x="3111" y="4928"/>
                    <a:pt x="3835" y="3806"/>
                  </a:cubicBezTo>
                  <a:cubicBezTo>
                    <a:pt x="4602" y="2627"/>
                    <a:pt x="4161" y="1285"/>
                    <a:pt x="3883" y="451"/>
                  </a:cubicBezTo>
                  <a:cubicBezTo>
                    <a:pt x="3796" y="231"/>
                    <a:pt x="3605" y="58"/>
                    <a:pt x="3365" y="1"/>
                  </a:cubicBezTo>
                  <a:close/>
                </a:path>
              </a:pathLst>
            </a:custGeom>
            <a:solidFill>
              <a:srgbClr val="90A2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434" name="Google Shape;11434;p42"/>
            <p:cNvSpPr/>
            <p:nvPr/>
          </p:nvSpPr>
          <p:spPr>
            <a:xfrm>
              <a:off x="5382986" y="2999779"/>
              <a:ext cx="69640" cy="69587"/>
            </a:xfrm>
            <a:custGeom>
              <a:rect b="b" l="l" r="r" t="t"/>
              <a:pathLst>
                <a:path extrusionOk="0" h="2656" w="2658">
                  <a:moveTo>
                    <a:pt x="1473" y="1"/>
                  </a:moveTo>
                  <a:cubicBezTo>
                    <a:pt x="1003" y="1"/>
                    <a:pt x="495" y="370"/>
                    <a:pt x="288" y="838"/>
                  </a:cubicBezTo>
                  <a:cubicBezTo>
                    <a:pt x="1" y="1490"/>
                    <a:pt x="288" y="2248"/>
                    <a:pt x="940" y="2535"/>
                  </a:cubicBezTo>
                  <a:cubicBezTo>
                    <a:pt x="1123" y="2616"/>
                    <a:pt x="1339" y="2656"/>
                    <a:pt x="1555" y="2656"/>
                  </a:cubicBezTo>
                  <a:cubicBezTo>
                    <a:pt x="2108" y="2656"/>
                    <a:pt x="2657" y="2393"/>
                    <a:pt x="2637" y="1883"/>
                  </a:cubicBezTo>
                  <a:cubicBezTo>
                    <a:pt x="2608" y="1289"/>
                    <a:pt x="2368" y="522"/>
                    <a:pt x="1985" y="187"/>
                  </a:cubicBezTo>
                  <a:cubicBezTo>
                    <a:pt x="1834" y="57"/>
                    <a:pt x="1656" y="1"/>
                    <a:pt x="1473" y="1"/>
                  </a:cubicBezTo>
                  <a:close/>
                </a:path>
              </a:pathLst>
            </a:custGeom>
            <a:solidFill>
              <a:srgbClr val="A4B3B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435" name="Google Shape;11435;p42"/>
            <p:cNvSpPr/>
            <p:nvPr/>
          </p:nvSpPr>
          <p:spPr>
            <a:xfrm>
              <a:off x="5390767" y="3000644"/>
              <a:ext cx="61858" cy="68932"/>
            </a:xfrm>
            <a:custGeom>
              <a:rect b="b" l="l" r="r" t="t"/>
              <a:pathLst>
                <a:path extrusionOk="0" h="2631" w="2361">
                  <a:moveTo>
                    <a:pt x="1391" y="0"/>
                  </a:moveTo>
                  <a:cubicBezTo>
                    <a:pt x="1573" y="374"/>
                    <a:pt x="1678" y="786"/>
                    <a:pt x="1697" y="1208"/>
                  </a:cubicBezTo>
                  <a:cubicBezTo>
                    <a:pt x="1718" y="1718"/>
                    <a:pt x="1168" y="1981"/>
                    <a:pt x="616" y="1981"/>
                  </a:cubicBezTo>
                  <a:cubicBezTo>
                    <a:pt x="400" y="1981"/>
                    <a:pt x="184" y="1941"/>
                    <a:pt x="1" y="1860"/>
                  </a:cubicBezTo>
                  <a:lnTo>
                    <a:pt x="1" y="1860"/>
                  </a:lnTo>
                  <a:cubicBezTo>
                    <a:pt x="125" y="2147"/>
                    <a:pt x="365" y="2377"/>
                    <a:pt x="653" y="2512"/>
                  </a:cubicBezTo>
                  <a:cubicBezTo>
                    <a:pt x="830" y="2591"/>
                    <a:pt x="1041" y="2630"/>
                    <a:pt x="1253" y="2630"/>
                  </a:cubicBezTo>
                  <a:cubicBezTo>
                    <a:pt x="1805" y="2630"/>
                    <a:pt x="2360" y="2363"/>
                    <a:pt x="2340" y="1850"/>
                  </a:cubicBezTo>
                  <a:cubicBezTo>
                    <a:pt x="2311" y="1256"/>
                    <a:pt x="2071" y="489"/>
                    <a:pt x="1688" y="154"/>
                  </a:cubicBezTo>
                  <a:cubicBezTo>
                    <a:pt x="1602" y="77"/>
                    <a:pt x="1506" y="29"/>
                    <a:pt x="1391" y="0"/>
                  </a:cubicBezTo>
                  <a:close/>
                </a:path>
              </a:pathLst>
            </a:custGeom>
            <a:solidFill>
              <a:srgbClr val="90A2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436" name="Google Shape;11436;p42"/>
            <p:cNvSpPr/>
            <p:nvPr/>
          </p:nvSpPr>
          <p:spPr>
            <a:xfrm>
              <a:off x="5510554" y="2894429"/>
              <a:ext cx="37571" cy="42706"/>
            </a:xfrm>
            <a:custGeom>
              <a:rect b="b" l="l" r="r" t="t"/>
              <a:pathLst>
                <a:path extrusionOk="0" h="1630" w="1434">
                  <a:moveTo>
                    <a:pt x="831" y="1"/>
                  </a:moveTo>
                  <a:cubicBezTo>
                    <a:pt x="670" y="1"/>
                    <a:pt x="510" y="88"/>
                    <a:pt x="432" y="297"/>
                  </a:cubicBezTo>
                  <a:lnTo>
                    <a:pt x="1" y="1275"/>
                  </a:lnTo>
                  <a:cubicBezTo>
                    <a:pt x="58" y="1264"/>
                    <a:pt x="117" y="1258"/>
                    <a:pt x="177" y="1258"/>
                  </a:cubicBezTo>
                  <a:cubicBezTo>
                    <a:pt x="275" y="1258"/>
                    <a:pt x="375" y="1273"/>
                    <a:pt x="471" y="1303"/>
                  </a:cubicBezTo>
                  <a:cubicBezTo>
                    <a:pt x="614" y="1380"/>
                    <a:pt x="729" y="1495"/>
                    <a:pt x="816" y="1629"/>
                  </a:cubicBezTo>
                  <a:lnTo>
                    <a:pt x="1247" y="661"/>
                  </a:lnTo>
                  <a:cubicBezTo>
                    <a:pt x="1433" y="295"/>
                    <a:pt x="1129" y="1"/>
                    <a:pt x="831" y="1"/>
                  </a:cubicBezTo>
                  <a:close/>
                </a:path>
              </a:pathLst>
            </a:custGeom>
            <a:solidFill>
              <a:srgbClr val="A4B3B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437" name="Google Shape;11437;p42"/>
            <p:cNvSpPr/>
            <p:nvPr/>
          </p:nvSpPr>
          <p:spPr>
            <a:xfrm>
              <a:off x="5597721" y="2995928"/>
              <a:ext cx="46846" cy="32619"/>
            </a:xfrm>
            <a:custGeom>
              <a:rect b="b" l="l" r="r" t="t"/>
              <a:pathLst>
                <a:path extrusionOk="0" h="1245" w="1788">
                  <a:moveTo>
                    <a:pt x="1152" y="0"/>
                  </a:moveTo>
                  <a:cubicBezTo>
                    <a:pt x="1103" y="0"/>
                    <a:pt x="1051" y="8"/>
                    <a:pt x="997" y="27"/>
                  </a:cubicBezTo>
                  <a:lnTo>
                    <a:pt x="0" y="410"/>
                  </a:lnTo>
                  <a:cubicBezTo>
                    <a:pt x="134" y="497"/>
                    <a:pt x="240" y="621"/>
                    <a:pt x="307" y="765"/>
                  </a:cubicBezTo>
                  <a:cubicBezTo>
                    <a:pt x="355" y="918"/>
                    <a:pt x="355" y="1081"/>
                    <a:pt x="316" y="1244"/>
                  </a:cubicBezTo>
                  <a:lnTo>
                    <a:pt x="1313" y="861"/>
                  </a:lnTo>
                  <a:cubicBezTo>
                    <a:pt x="1787" y="663"/>
                    <a:pt x="1587" y="0"/>
                    <a:pt x="1152" y="0"/>
                  </a:cubicBezTo>
                  <a:close/>
                </a:path>
              </a:pathLst>
            </a:custGeom>
            <a:solidFill>
              <a:srgbClr val="A4B3B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438" name="Google Shape;11438;p42"/>
            <p:cNvSpPr/>
            <p:nvPr/>
          </p:nvSpPr>
          <p:spPr>
            <a:xfrm>
              <a:off x="5594184" y="3123941"/>
              <a:ext cx="47448" cy="33824"/>
            </a:xfrm>
            <a:custGeom>
              <a:rect b="b" l="l" r="r" t="t"/>
              <a:pathLst>
                <a:path extrusionOk="0" h="1291" w="1811">
                  <a:moveTo>
                    <a:pt x="365" y="1"/>
                  </a:moveTo>
                  <a:lnTo>
                    <a:pt x="365" y="1"/>
                  </a:lnTo>
                  <a:cubicBezTo>
                    <a:pt x="394" y="154"/>
                    <a:pt x="384" y="317"/>
                    <a:pt x="327" y="470"/>
                  </a:cubicBezTo>
                  <a:cubicBezTo>
                    <a:pt x="250" y="614"/>
                    <a:pt x="135" y="729"/>
                    <a:pt x="1" y="815"/>
                  </a:cubicBezTo>
                  <a:lnTo>
                    <a:pt x="979" y="1247"/>
                  </a:lnTo>
                  <a:cubicBezTo>
                    <a:pt x="1046" y="1277"/>
                    <a:pt x="1111" y="1290"/>
                    <a:pt x="1172" y="1290"/>
                  </a:cubicBezTo>
                  <a:cubicBezTo>
                    <a:pt x="1593" y="1290"/>
                    <a:pt x="1811" y="642"/>
                    <a:pt x="1333" y="432"/>
                  </a:cubicBezTo>
                  <a:lnTo>
                    <a:pt x="365" y="1"/>
                  </a:lnTo>
                  <a:close/>
                </a:path>
              </a:pathLst>
            </a:custGeom>
            <a:solidFill>
              <a:srgbClr val="A4B3B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439" name="Google Shape;11439;p42"/>
            <p:cNvSpPr/>
            <p:nvPr/>
          </p:nvSpPr>
          <p:spPr>
            <a:xfrm>
              <a:off x="5503034" y="3211082"/>
              <a:ext cx="35894" cy="42470"/>
            </a:xfrm>
            <a:custGeom>
              <a:rect b="b" l="l" r="r" t="t"/>
              <a:pathLst>
                <a:path extrusionOk="0" h="1621" w="1370">
                  <a:moveTo>
                    <a:pt x="834" y="1"/>
                  </a:moveTo>
                  <a:cubicBezTo>
                    <a:pt x="710" y="221"/>
                    <a:pt x="472" y="357"/>
                    <a:pt x="226" y="357"/>
                  </a:cubicBezTo>
                  <a:cubicBezTo>
                    <a:pt x="151" y="357"/>
                    <a:pt x="75" y="344"/>
                    <a:pt x="0" y="317"/>
                  </a:cubicBezTo>
                  <a:lnTo>
                    <a:pt x="0" y="317"/>
                  </a:lnTo>
                  <a:lnTo>
                    <a:pt x="384" y="1314"/>
                  </a:lnTo>
                  <a:cubicBezTo>
                    <a:pt x="458" y="1530"/>
                    <a:pt x="623" y="1620"/>
                    <a:pt x="791" y="1620"/>
                  </a:cubicBezTo>
                  <a:cubicBezTo>
                    <a:pt x="1077" y="1620"/>
                    <a:pt x="1369" y="1355"/>
                    <a:pt x="1218" y="998"/>
                  </a:cubicBezTo>
                  <a:lnTo>
                    <a:pt x="834" y="1"/>
                  </a:lnTo>
                  <a:close/>
                </a:path>
              </a:pathLst>
            </a:custGeom>
            <a:solidFill>
              <a:srgbClr val="A4B3B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440" name="Google Shape;11440;p42"/>
            <p:cNvSpPr/>
            <p:nvPr/>
          </p:nvSpPr>
          <p:spPr>
            <a:xfrm>
              <a:off x="5369912" y="3207571"/>
              <a:ext cx="37466" cy="42706"/>
            </a:xfrm>
            <a:custGeom>
              <a:rect b="b" l="l" r="r" t="t"/>
              <a:pathLst>
                <a:path extrusionOk="0" h="1630" w="1430">
                  <a:moveTo>
                    <a:pt x="624" y="1"/>
                  </a:moveTo>
                  <a:lnTo>
                    <a:pt x="193" y="978"/>
                  </a:lnTo>
                  <a:cubicBezTo>
                    <a:pt x="1" y="1338"/>
                    <a:pt x="302" y="1630"/>
                    <a:pt x="598" y="1630"/>
                  </a:cubicBezTo>
                  <a:cubicBezTo>
                    <a:pt x="760" y="1630"/>
                    <a:pt x="920" y="1543"/>
                    <a:pt x="998" y="1333"/>
                  </a:cubicBezTo>
                  <a:lnTo>
                    <a:pt x="1429" y="365"/>
                  </a:lnTo>
                  <a:lnTo>
                    <a:pt x="1429" y="365"/>
                  </a:lnTo>
                  <a:cubicBezTo>
                    <a:pt x="1380" y="374"/>
                    <a:pt x="1330" y="378"/>
                    <a:pt x="1280" y="378"/>
                  </a:cubicBezTo>
                  <a:cubicBezTo>
                    <a:pt x="1173" y="378"/>
                    <a:pt x="1064" y="359"/>
                    <a:pt x="960" y="327"/>
                  </a:cubicBezTo>
                  <a:cubicBezTo>
                    <a:pt x="826" y="250"/>
                    <a:pt x="701" y="135"/>
                    <a:pt x="624" y="1"/>
                  </a:cubicBezTo>
                  <a:close/>
                </a:path>
              </a:pathLst>
            </a:custGeom>
            <a:solidFill>
              <a:srgbClr val="A4B3B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441" name="Google Shape;11441;p42"/>
            <p:cNvSpPr/>
            <p:nvPr/>
          </p:nvSpPr>
          <p:spPr>
            <a:xfrm>
              <a:off x="5273444" y="3116159"/>
              <a:ext cx="47029" cy="32698"/>
            </a:xfrm>
            <a:custGeom>
              <a:rect b="b" l="l" r="r" t="t"/>
              <a:pathLst>
                <a:path extrusionOk="0" h="1248" w="1795">
                  <a:moveTo>
                    <a:pt x="1469" y="1"/>
                  </a:moveTo>
                  <a:lnTo>
                    <a:pt x="472" y="384"/>
                  </a:lnTo>
                  <a:cubicBezTo>
                    <a:pt x="1" y="590"/>
                    <a:pt x="196" y="1247"/>
                    <a:pt x="633" y="1247"/>
                  </a:cubicBezTo>
                  <a:cubicBezTo>
                    <a:pt x="685" y="1247"/>
                    <a:pt x="740" y="1238"/>
                    <a:pt x="798" y="1218"/>
                  </a:cubicBezTo>
                  <a:lnTo>
                    <a:pt x="1795" y="834"/>
                  </a:lnTo>
                  <a:cubicBezTo>
                    <a:pt x="1661" y="748"/>
                    <a:pt x="1546" y="624"/>
                    <a:pt x="1479" y="480"/>
                  </a:cubicBezTo>
                  <a:cubicBezTo>
                    <a:pt x="1431" y="326"/>
                    <a:pt x="1431" y="164"/>
                    <a:pt x="1469" y="1"/>
                  </a:cubicBezTo>
                  <a:close/>
                </a:path>
              </a:pathLst>
            </a:custGeom>
            <a:solidFill>
              <a:srgbClr val="A4B3B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442" name="Google Shape;11442;p42"/>
            <p:cNvSpPr/>
            <p:nvPr/>
          </p:nvSpPr>
          <p:spPr>
            <a:xfrm>
              <a:off x="5277452" y="2987517"/>
              <a:ext cx="46295" cy="33248"/>
            </a:xfrm>
            <a:custGeom>
              <a:rect b="b" l="l" r="r" t="t"/>
              <a:pathLst>
                <a:path extrusionOk="0" h="1269" w="1767">
                  <a:moveTo>
                    <a:pt x="629" y="0"/>
                  </a:moveTo>
                  <a:cubicBezTo>
                    <a:pt x="208" y="0"/>
                    <a:pt x="0" y="607"/>
                    <a:pt x="434" y="837"/>
                  </a:cubicBezTo>
                  <a:lnTo>
                    <a:pt x="1412" y="1268"/>
                  </a:lnTo>
                  <a:cubicBezTo>
                    <a:pt x="1383" y="1115"/>
                    <a:pt x="1393" y="952"/>
                    <a:pt x="1450" y="798"/>
                  </a:cubicBezTo>
                  <a:cubicBezTo>
                    <a:pt x="1517" y="664"/>
                    <a:pt x="1632" y="540"/>
                    <a:pt x="1766" y="463"/>
                  </a:cubicBezTo>
                  <a:lnTo>
                    <a:pt x="798" y="32"/>
                  </a:lnTo>
                  <a:cubicBezTo>
                    <a:pt x="739" y="10"/>
                    <a:pt x="682" y="0"/>
                    <a:pt x="629" y="0"/>
                  </a:cubicBezTo>
                  <a:close/>
                </a:path>
              </a:pathLst>
            </a:custGeom>
            <a:solidFill>
              <a:srgbClr val="A4B3B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443" name="Google Shape;11443;p42"/>
            <p:cNvSpPr/>
            <p:nvPr/>
          </p:nvSpPr>
          <p:spPr>
            <a:xfrm>
              <a:off x="5379265" y="2891285"/>
              <a:ext cx="35632" cy="42575"/>
            </a:xfrm>
            <a:custGeom>
              <a:rect b="b" l="l" r="r" t="t"/>
              <a:pathLst>
                <a:path extrusionOk="0" h="1625" w="1360">
                  <a:moveTo>
                    <a:pt x="576" y="0"/>
                  </a:moveTo>
                  <a:cubicBezTo>
                    <a:pt x="289" y="0"/>
                    <a:pt x="1" y="264"/>
                    <a:pt x="152" y="628"/>
                  </a:cubicBezTo>
                  <a:lnTo>
                    <a:pt x="536" y="1625"/>
                  </a:lnTo>
                  <a:cubicBezTo>
                    <a:pt x="661" y="1395"/>
                    <a:pt x="896" y="1263"/>
                    <a:pt x="1141" y="1263"/>
                  </a:cubicBezTo>
                  <a:cubicBezTo>
                    <a:pt x="1214" y="1263"/>
                    <a:pt x="1288" y="1275"/>
                    <a:pt x="1360" y="1299"/>
                  </a:cubicBezTo>
                  <a:lnTo>
                    <a:pt x="986" y="302"/>
                  </a:lnTo>
                  <a:cubicBezTo>
                    <a:pt x="908" y="90"/>
                    <a:pt x="742" y="0"/>
                    <a:pt x="576" y="0"/>
                  </a:cubicBezTo>
                  <a:close/>
                </a:path>
              </a:pathLst>
            </a:custGeom>
            <a:solidFill>
              <a:srgbClr val="A4B3B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1444" name="Google Shape;11444;p42"/>
          <p:cNvGrpSpPr/>
          <p:nvPr/>
        </p:nvGrpSpPr>
        <p:grpSpPr>
          <a:xfrm>
            <a:off x="7630397" y="3175399"/>
            <a:ext cx="214759" cy="357030"/>
            <a:chOff x="2235125" y="238075"/>
            <a:chExt cx="3144350" cy="5227375"/>
          </a:xfrm>
        </p:grpSpPr>
        <p:sp>
          <p:nvSpPr>
            <p:cNvPr id="11445" name="Google Shape;11445;p42"/>
            <p:cNvSpPr/>
            <p:nvPr/>
          </p:nvSpPr>
          <p:spPr>
            <a:xfrm>
              <a:off x="2650075" y="593150"/>
              <a:ext cx="2312675" cy="2882350"/>
            </a:xfrm>
            <a:custGeom>
              <a:rect b="b" l="l" r="r" t="t"/>
              <a:pathLst>
                <a:path extrusionOk="0" h="115294" w="92507">
                  <a:moveTo>
                    <a:pt x="53000" y="6675"/>
                  </a:moveTo>
                  <a:lnTo>
                    <a:pt x="53000" y="27022"/>
                  </a:lnTo>
                  <a:lnTo>
                    <a:pt x="6325" y="27022"/>
                  </a:lnTo>
                  <a:lnTo>
                    <a:pt x="6325" y="6675"/>
                  </a:lnTo>
                  <a:cubicBezTo>
                    <a:pt x="14088" y="7462"/>
                    <a:pt x="21879" y="7856"/>
                    <a:pt x="29668" y="7856"/>
                  </a:cubicBezTo>
                  <a:cubicBezTo>
                    <a:pt x="37457" y="7856"/>
                    <a:pt x="45245" y="7462"/>
                    <a:pt x="53000" y="6675"/>
                  </a:cubicBezTo>
                  <a:close/>
                  <a:moveTo>
                    <a:pt x="86182" y="6675"/>
                  </a:moveTo>
                  <a:lnTo>
                    <a:pt x="86182" y="27022"/>
                  </a:lnTo>
                  <a:lnTo>
                    <a:pt x="59324" y="27022"/>
                  </a:lnTo>
                  <a:lnTo>
                    <a:pt x="59324" y="7863"/>
                  </a:lnTo>
                  <a:cubicBezTo>
                    <a:pt x="60136" y="7871"/>
                    <a:pt x="60949" y="7875"/>
                    <a:pt x="61761" y="7875"/>
                  </a:cubicBezTo>
                  <a:cubicBezTo>
                    <a:pt x="69908" y="7875"/>
                    <a:pt x="78063" y="7482"/>
                    <a:pt x="86182" y="6675"/>
                  </a:cubicBezTo>
                  <a:close/>
                  <a:moveTo>
                    <a:pt x="86182" y="33289"/>
                  </a:moveTo>
                  <a:lnTo>
                    <a:pt x="86182" y="43821"/>
                  </a:lnTo>
                  <a:lnTo>
                    <a:pt x="59324" y="43821"/>
                  </a:lnTo>
                  <a:lnTo>
                    <a:pt x="59324" y="33289"/>
                  </a:lnTo>
                  <a:close/>
                  <a:moveTo>
                    <a:pt x="52957" y="33332"/>
                  </a:moveTo>
                  <a:lnTo>
                    <a:pt x="52957" y="43863"/>
                  </a:lnTo>
                  <a:lnTo>
                    <a:pt x="6282" y="43863"/>
                  </a:lnTo>
                  <a:lnTo>
                    <a:pt x="6282" y="33332"/>
                  </a:lnTo>
                  <a:close/>
                  <a:moveTo>
                    <a:pt x="86182" y="50188"/>
                  </a:moveTo>
                  <a:lnTo>
                    <a:pt x="86182" y="85587"/>
                  </a:lnTo>
                  <a:cubicBezTo>
                    <a:pt x="86182" y="99146"/>
                    <a:pt x="74983" y="108967"/>
                    <a:pt x="62781" y="108967"/>
                  </a:cubicBezTo>
                  <a:cubicBezTo>
                    <a:pt x="58952" y="108967"/>
                    <a:pt x="55023" y="108000"/>
                    <a:pt x="51312" y="105877"/>
                  </a:cubicBezTo>
                  <a:cubicBezTo>
                    <a:pt x="56448" y="100368"/>
                    <a:pt x="59324" y="93128"/>
                    <a:pt x="59324" y="85587"/>
                  </a:cubicBezTo>
                  <a:lnTo>
                    <a:pt x="59324" y="50188"/>
                  </a:lnTo>
                  <a:close/>
                  <a:moveTo>
                    <a:pt x="53000" y="50145"/>
                  </a:moveTo>
                  <a:cubicBezTo>
                    <a:pt x="52957" y="88235"/>
                    <a:pt x="53272" y="87419"/>
                    <a:pt x="52313" y="91154"/>
                  </a:cubicBezTo>
                  <a:cubicBezTo>
                    <a:pt x="49687" y="101959"/>
                    <a:pt x="39927" y="108973"/>
                    <a:pt x="29584" y="108973"/>
                  </a:cubicBezTo>
                  <a:cubicBezTo>
                    <a:pt x="25163" y="108973"/>
                    <a:pt x="20635" y="107691"/>
                    <a:pt x="16513" y="104875"/>
                  </a:cubicBezTo>
                  <a:cubicBezTo>
                    <a:pt x="5495" y="97335"/>
                    <a:pt x="6368" y="84800"/>
                    <a:pt x="6325" y="84629"/>
                  </a:cubicBezTo>
                  <a:lnTo>
                    <a:pt x="6325" y="50145"/>
                  </a:lnTo>
                  <a:close/>
                  <a:moveTo>
                    <a:pt x="89327" y="1"/>
                  </a:moveTo>
                  <a:cubicBezTo>
                    <a:pt x="89210" y="1"/>
                    <a:pt x="89091" y="8"/>
                    <a:pt x="88972" y="22"/>
                  </a:cubicBezTo>
                  <a:cubicBezTo>
                    <a:pt x="80273" y="1030"/>
                    <a:pt x="71531" y="1529"/>
                    <a:pt x="62773" y="1529"/>
                  </a:cubicBezTo>
                  <a:cubicBezTo>
                    <a:pt x="61462" y="1529"/>
                    <a:pt x="60150" y="1518"/>
                    <a:pt x="58838" y="1496"/>
                  </a:cubicBezTo>
                  <a:cubicBezTo>
                    <a:pt x="58162" y="418"/>
                    <a:pt x="57448" y="57"/>
                    <a:pt x="55903" y="57"/>
                  </a:cubicBezTo>
                  <a:cubicBezTo>
                    <a:pt x="52772" y="57"/>
                    <a:pt x="46227" y="1539"/>
                    <a:pt x="29663" y="1539"/>
                  </a:cubicBezTo>
                  <a:cubicBezTo>
                    <a:pt x="11961" y="1539"/>
                    <a:pt x="6138" y="19"/>
                    <a:pt x="3358" y="19"/>
                  </a:cubicBezTo>
                  <a:cubicBezTo>
                    <a:pt x="2322" y="19"/>
                    <a:pt x="1708" y="230"/>
                    <a:pt x="1060" y="809"/>
                  </a:cubicBezTo>
                  <a:cubicBezTo>
                    <a:pt x="387" y="1395"/>
                    <a:pt x="1" y="2254"/>
                    <a:pt x="15" y="3155"/>
                  </a:cubicBezTo>
                  <a:lnTo>
                    <a:pt x="15" y="85587"/>
                  </a:lnTo>
                  <a:cubicBezTo>
                    <a:pt x="15" y="102909"/>
                    <a:pt x="14288" y="115293"/>
                    <a:pt x="29739" y="115293"/>
                  </a:cubicBezTo>
                  <a:cubicBezTo>
                    <a:pt x="35297" y="115293"/>
                    <a:pt x="41007" y="113691"/>
                    <a:pt x="46261" y="110141"/>
                  </a:cubicBezTo>
                  <a:cubicBezTo>
                    <a:pt x="51502" y="113674"/>
                    <a:pt x="57200" y="115268"/>
                    <a:pt x="62748" y="115268"/>
                  </a:cubicBezTo>
                  <a:cubicBezTo>
                    <a:pt x="78209" y="115268"/>
                    <a:pt x="92506" y="102888"/>
                    <a:pt x="92506" y="85587"/>
                  </a:cubicBezTo>
                  <a:lnTo>
                    <a:pt x="92506" y="3155"/>
                  </a:lnTo>
                  <a:cubicBezTo>
                    <a:pt x="92466" y="1403"/>
                    <a:pt x="91013" y="1"/>
                    <a:pt x="89327" y="1"/>
                  </a:cubicBezTo>
                  <a:close/>
                </a:path>
              </a:pathLst>
            </a:custGeom>
            <a:solidFill>
              <a:srgbClr val="ADB8C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446" name="Google Shape;11446;p42"/>
            <p:cNvSpPr/>
            <p:nvPr/>
          </p:nvSpPr>
          <p:spPr>
            <a:xfrm>
              <a:off x="3257850" y="3360975"/>
              <a:ext cx="269025" cy="1808275"/>
            </a:xfrm>
            <a:custGeom>
              <a:rect b="b" l="l" r="r" t="t"/>
              <a:pathLst>
                <a:path extrusionOk="0" h="72331" w="10761">
                  <a:moveTo>
                    <a:pt x="0" y="0"/>
                  </a:moveTo>
                  <a:lnTo>
                    <a:pt x="0" y="72331"/>
                  </a:lnTo>
                  <a:lnTo>
                    <a:pt x="10760" y="72331"/>
                  </a:lnTo>
                  <a:lnTo>
                    <a:pt x="10760" y="0"/>
                  </a:lnTo>
                  <a:cubicBezTo>
                    <a:pt x="8979" y="351"/>
                    <a:pt x="7176" y="526"/>
                    <a:pt x="5375" y="526"/>
                  </a:cubicBezTo>
                  <a:cubicBezTo>
                    <a:pt x="3574" y="526"/>
                    <a:pt x="1774" y="351"/>
                    <a:pt x="0" y="0"/>
                  </a:cubicBezTo>
                  <a:close/>
                </a:path>
              </a:pathLst>
            </a:custGeom>
            <a:solidFill>
              <a:srgbClr val="ADB8C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447" name="Google Shape;11447;p42"/>
            <p:cNvSpPr/>
            <p:nvPr/>
          </p:nvSpPr>
          <p:spPr>
            <a:xfrm>
              <a:off x="3093300" y="5170300"/>
              <a:ext cx="596675" cy="295150"/>
            </a:xfrm>
            <a:custGeom>
              <a:rect b="b" l="l" r="r" t="t"/>
              <a:pathLst>
                <a:path extrusionOk="0" h="11806" w="23867">
                  <a:moveTo>
                    <a:pt x="17762" y="0"/>
                  </a:moveTo>
                  <a:cubicBezTo>
                    <a:pt x="17751" y="0"/>
                    <a:pt x="17740" y="0"/>
                    <a:pt x="17729" y="1"/>
                  </a:cubicBezTo>
                  <a:lnTo>
                    <a:pt x="6196" y="1"/>
                  </a:lnTo>
                  <a:cubicBezTo>
                    <a:pt x="4536" y="1"/>
                    <a:pt x="3062" y="1045"/>
                    <a:pt x="2519" y="2605"/>
                  </a:cubicBezTo>
                  <a:lnTo>
                    <a:pt x="701" y="7827"/>
                  </a:lnTo>
                  <a:cubicBezTo>
                    <a:pt x="0" y="9759"/>
                    <a:pt x="1488" y="11805"/>
                    <a:pt x="3534" y="11805"/>
                  </a:cubicBezTo>
                  <a:lnTo>
                    <a:pt x="20347" y="11805"/>
                  </a:lnTo>
                  <a:cubicBezTo>
                    <a:pt x="22393" y="11805"/>
                    <a:pt x="23867" y="9759"/>
                    <a:pt x="23223" y="7827"/>
                  </a:cubicBezTo>
                  <a:lnTo>
                    <a:pt x="21392" y="2605"/>
                  </a:lnTo>
                  <a:cubicBezTo>
                    <a:pt x="20866" y="1055"/>
                    <a:pt x="19408" y="0"/>
                    <a:pt x="17762" y="0"/>
                  </a:cubicBezTo>
                  <a:close/>
                </a:path>
              </a:pathLst>
            </a:custGeom>
            <a:solidFill>
              <a:srgbClr val="53687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448" name="Google Shape;11448;p42"/>
            <p:cNvSpPr/>
            <p:nvPr/>
          </p:nvSpPr>
          <p:spPr>
            <a:xfrm>
              <a:off x="3921750" y="5170300"/>
              <a:ext cx="596700" cy="295150"/>
            </a:xfrm>
            <a:custGeom>
              <a:rect b="b" l="l" r="r" t="t"/>
              <a:pathLst>
                <a:path extrusionOk="0" h="11806" w="23868">
                  <a:moveTo>
                    <a:pt x="17762" y="0"/>
                  </a:moveTo>
                  <a:cubicBezTo>
                    <a:pt x="17751" y="0"/>
                    <a:pt x="17740" y="0"/>
                    <a:pt x="17729" y="1"/>
                  </a:cubicBezTo>
                  <a:lnTo>
                    <a:pt x="6182" y="1"/>
                  </a:lnTo>
                  <a:cubicBezTo>
                    <a:pt x="4537" y="1"/>
                    <a:pt x="3063" y="1045"/>
                    <a:pt x="2534" y="2605"/>
                  </a:cubicBezTo>
                  <a:lnTo>
                    <a:pt x="702" y="7827"/>
                  </a:lnTo>
                  <a:cubicBezTo>
                    <a:pt x="1" y="9759"/>
                    <a:pt x="1489" y="11805"/>
                    <a:pt x="3535" y="11805"/>
                  </a:cubicBezTo>
                  <a:lnTo>
                    <a:pt x="20348" y="11805"/>
                  </a:lnTo>
                  <a:cubicBezTo>
                    <a:pt x="22408" y="11805"/>
                    <a:pt x="23868" y="9788"/>
                    <a:pt x="23210" y="7827"/>
                  </a:cubicBezTo>
                  <a:lnTo>
                    <a:pt x="21378" y="2605"/>
                  </a:lnTo>
                  <a:cubicBezTo>
                    <a:pt x="20852" y="1055"/>
                    <a:pt x="19394" y="0"/>
                    <a:pt x="17762" y="0"/>
                  </a:cubicBezTo>
                  <a:close/>
                </a:path>
              </a:pathLst>
            </a:custGeom>
            <a:solidFill>
              <a:srgbClr val="53687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449" name="Google Shape;11449;p42"/>
            <p:cNvSpPr/>
            <p:nvPr/>
          </p:nvSpPr>
          <p:spPr>
            <a:xfrm>
              <a:off x="2235125" y="238575"/>
              <a:ext cx="2312300" cy="451450"/>
            </a:xfrm>
            <a:custGeom>
              <a:rect b="b" l="l" r="r" t="t"/>
              <a:pathLst>
                <a:path extrusionOk="0" h="18058" w="92492">
                  <a:moveTo>
                    <a:pt x="7935" y="1"/>
                  </a:moveTo>
                  <a:cubicBezTo>
                    <a:pt x="4432" y="1"/>
                    <a:pt x="1333" y="2523"/>
                    <a:pt x="702" y="6077"/>
                  </a:cubicBezTo>
                  <a:cubicBezTo>
                    <a:pt x="1" y="10041"/>
                    <a:pt x="2605" y="13833"/>
                    <a:pt x="6554" y="14591"/>
                  </a:cubicBezTo>
                  <a:cubicBezTo>
                    <a:pt x="19689" y="16902"/>
                    <a:pt x="32975" y="18057"/>
                    <a:pt x="46261" y="18057"/>
                  </a:cubicBezTo>
                  <a:cubicBezTo>
                    <a:pt x="59546" y="18057"/>
                    <a:pt x="72832" y="16902"/>
                    <a:pt x="85967" y="14591"/>
                  </a:cubicBezTo>
                  <a:cubicBezTo>
                    <a:pt x="89902" y="13818"/>
                    <a:pt x="92492" y="10041"/>
                    <a:pt x="91791" y="6092"/>
                  </a:cubicBezTo>
                  <a:cubicBezTo>
                    <a:pt x="91157" y="2525"/>
                    <a:pt x="88061" y="8"/>
                    <a:pt x="84547" y="8"/>
                  </a:cubicBezTo>
                  <a:cubicBezTo>
                    <a:pt x="84170" y="8"/>
                    <a:pt x="83789" y="37"/>
                    <a:pt x="83406" y="96"/>
                  </a:cubicBezTo>
                  <a:cubicBezTo>
                    <a:pt x="71122" y="2250"/>
                    <a:pt x="58695" y="3327"/>
                    <a:pt x="46266" y="3327"/>
                  </a:cubicBezTo>
                  <a:cubicBezTo>
                    <a:pt x="33837" y="3327"/>
                    <a:pt x="21407" y="2250"/>
                    <a:pt x="9115" y="96"/>
                  </a:cubicBezTo>
                  <a:cubicBezTo>
                    <a:pt x="8719" y="32"/>
                    <a:pt x="8324" y="1"/>
                    <a:pt x="7935" y="1"/>
                  </a:cubicBezTo>
                  <a:close/>
                </a:path>
              </a:pathLst>
            </a:custGeom>
            <a:solidFill>
              <a:srgbClr val="A4B3B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450" name="Google Shape;11450;p42"/>
            <p:cNvSpPr/>
            <p:nvPr/>
          </p:nvSpPr>
          <p:spPr>
            <a:xfrm>
              <a:off x="2251950" y="243125"/>
              <a:ext cx="2337325" cy="448250"/>
            </a:xfrm>
            <a:custGeom>
              <a:rect b="b" l="l" r="r" t="t"/>
              <a:pathLst>
                <a:path extrusionOk="0" h="17930" w="93493">
                  <a:moveTo>
                    <a:pt x="85738" y="0"/>
                  </a:moveTo>
                  <a:lnTo>
                    <a:pt x="85738" y="0"/>
                  </a:lnTo>
                  <a:cubicBezTo>
                    <a:pt x="86768" y="4136"/>
                    <a:pt x="84063" y="8285"/>
                    <a:pt x="79857" y="9015"/>
                  </a:cubicBezTo>
                  <a:cubicBezTo>
                    <a:pt x="66729" y="11333"/>
                    <a:pt x="53447" y="12492"/>
                    <a:pt x="40165" y="12492"/>
                  </a:cubicBezTo>
                  <a:cubicBezTo>
                    <a:pt x="26883" y="12492"/>
                    <a:pt x="13601" y="11333"/>
                    <a:pt x="473" y="9015"/>
                  </a:cubicBezTo>
                  <a:cubicBezTo>
                    <a:pt x="315" y="8958"/>
                    <a:pt x="158" y="8929"/>
                    <a:pt x="0" y="8929"/>
                  </a:cubicBezTo>
                  <a:cubicBezTo>
                    <a:pt x="716" y="11748"/>
                    <a:pt x="3005" y="13908"/>
                    <a:pt x="5881" y="14452"/>
                  </a:cubicBezTo>
                  <a:cubicBezTo>
                    <a:pt x="19009" y="16770"/>
                    <a:pt x="32291" y="17929"/>
                    <a:pt x="45573" y="17929"/>
                  </a:cubicBezTo>
                  <a:cubicBezTo>
                    <a:pt x="58855" y="17929"/>
                    <a:pt x="72137" y="16770"/>
                    <a:pt x="85265" y="14452"/>
                  </a:cubicBezTo>
                  <a:cubicBezTo>
                    <a:pt x="93092" y="13021"/>
                    <a:pt x="93493" y="1875"/>
                    <a:pt x="85738" y="0"/>
                  </a:cubicBezTo>
                  <a:close/>
                </a:path>
              </a:pathLst>
            </a:custGeom>
            <a:solidFill>
              <a:srgbClr val="90A2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451" name="Google Shape;11451;p42"/>
            <p:cNvSpPr/>
            <p:nvPr/>
          </p:nvSpPr>
          <p:spPr>
            <a:xfrm>
              <a:off x="3807650" y="238075"/>
              <a:ext cx="1571825" cy="453150"/>
            </a:xfrm>
            <a:custGeom>
              <a:rect b="b" l="l" r="r" t="t"/>
              <a:pathLst>
                <a:path extrusionOk="0" h="18126" w="62873">
                  <a:moveTo>
                    <a:pt x="54987" y="1"/>
                  </a:moveTo>
                  <a:cubicBezTo>
                    <a:pt x="54558" y="1"/>
                    <a:pt x="54124" y="38"/>
                    <a:pt x="53686" y="116"/>
                  </a:cubicBezTo>
                  <a:cubicBezTo>
                    <a:pt x="45116" y="1619"/>
                    <a:pt x="36473" y="2606"/>
                    <a:pt x="27774" y="3078"/>
                  </a:cubicBezTo>
                  <a:cubicBezTo>
                    <a:pt x="30964" y="7471"/>
                    <a:pt x="28432" y="13695"/>
                    <a:pt x="23123" y="14654"/>
                  </a:cubicBezTo>
                  <a:cubicBezTo>
                    <a:pt x="15468" y="15999"/>
                    <a:pt x="7741" y="16958"/>
                    <a:pt x="1" y="17530"/>
                  </a:cubicBezTo>
                  <a:cubicBezTo>
                    <a:pt x="5490" y="17927"/>
                    <a:pt x="10989" y="18125"/>
                    <a:pt x="16487" y="18125"/>
                  </a:cubicBezTo>
                  <a:cubicBezTo>
                    <a:pt x="29806" y="18125"/>
                    <a:pt x="43116" y="16963"/>
                    <a:pt x="56262" y="14654"/>
                  </a:cubicBezTo>
                  <a:cubicBezTo>
                    <a:pt x="60225" y="13924"/>
                    <a:pt x="62873" y="10090"/>
                    <a:pt x="62229" y="6083"/>
                  </a:cubicBezTo>
                  <a:cubicBezTo>
                    <a:pt x="61591" y="2514"/>
                    <a:pt x="58490" y="1"/>
                    <a:pt x="54987" y="1"/>
                  </a:cubicBezTo>
                  <a:close/>
                </a:path>
              </a:pathLst>
            </a:custGeom>
            <a:solidFill>
              <a:srgbClr val="A4B3B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452" name="Google Shape;11452;p42"/>
            <p:cNvSpPr/>
            <p:nvPr/>
          </p:nvSpPr>
          <p:spPr>
            <a:xfrm>
              <a:off x="3805500" y="298575"/>
              <a:ext cx="1011300" cy="385275"/>
            </a:xfrm>
            <a:custGeom>
              <a:rect b="b" l="l" r="r" t="t"/>
              <a:pathLst>
                <a:path extrusionOk="0" h="15411" w="40452">
                  <a:moveTo>
                    <a:pt x="36531" y="0"/>
                  </a:moveTo>
                  <a:lnTo>
                    <a:pt x="36531" y="0"/>
                  </a:lnTo>
                  <a:cubicBezTo>
                    <a:pt x="33612" y="258"/>
                    <a:pt x="30736" y="487"/>
                    <a:pt x="27774" y="658"/>
                  </a:cubicBezTo>
                  <a:cubicBezTo>
                    <a:pt x="30950" y="5051"/>
                    <a:pt x="28432" y="11275"/>
                    <a:pt x="23109" y="12234"/>
                  </a:cubicBezTo>
                  <a:cubicBezTo>
                    <a:pt x="15468" y="13579"/>
                    <a:pt x="7742" y="14538"/>
                    <a:pt x="1" y="15110"/>
                  </a:cubicBezTo>
                  <a:cubicBezTo>
                    <a:pt x="1560" y="15196"/>
                    <a:pt x="3091" y="15325"/>
                    <a:pt x="4651" y="15411"/>
                  </a:cubicBezTo>
                  <a:cubicBezTo>
                    <a:pt x="13937" y="14938"/>
                    <a:pt x="23195" y="13880"/>
                    <a:pt x="32352" y="12277"/>
                  </a:cubicBezTo>
                  <a:cubicBezTo>
                    <a:pt x="38090" y="11190"/>
                    <a:pt x="40451" y="4221"/>
                    <a:pt x="36531" y="0"/>
                  </a:cubicBezTo>
                  <a:close/>
                </a:path>
              </a:pathLst>
            </a:custGeom>
            <a:solidFill>
              <a:srgbClr val="90A2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453" name="Google Shape;11453;p42"/>
            <p:cNvSpPr/>
            <p:nvPr/>
          </p:nvSpPr>
          <p:spPr>
            <a:xfrm>
              <a:off x="4086300" y="3360975"/>
              <a:ext cx="269025" cy="1808275"/>
            </a:xfrm>
            <a:custGeom>
              <a:rect b="b" l="l" r="r" t="t"/>
              <a:pathLst>
                <a:path extrusionOk="0" h="72331" w="10761">
                  <a:moveTo>
                    <a:pt x="1" y="0"/>
                  </a:moveTo>
                  <a:lnTo>
                    <a:pt x="1" y="72331"/>
                  </a:lnTo>
                  <a:lnTo>
                    <a:pt x="10761" y="72331"/>
                  </a:lnTo>
                  <a:lnTo>
                    <a:pt x="10747" y="0"/>
                  </a:lnTo>
                  <a:cubicBezTo>
                    <a:pt x="8980" y="372"/>
                    <a:pt x="7180" y="558"/>
                    <a:pt x="5379" y="558"/>
                  </a:cubicBezTo>
                  <a:cubicBezTo>
                    <a:pt x="3578" y="558"/>
                    <a:pt x="1775" y="372"/>
                    <a:pt x="1" y="0"/>
                  </a:cubicBezTo>
                  <a:close/>
                </a:path>
              </a:pathLst>
            </a:custGeom>
            <a:solidFill>
              <a:srgbClr val="ADB8C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1454" name="Google Shape;11454;p42"/>
          <p:cNvGrpSpPr/>
          <p:nvPr/>
        </p:nvGrpSpPr>
        <p:grpSpPr>
          <a:xfrm>
            <a:off x="2810729" y="4084107"/>
            <a:ext cx="342496" cy="351944"/>
            <a:chOff x="2810729" y="4267107"/>
            <a:chExt cx="342496" cy="351944"/>
          </a:xfrm>
        </p:grpSpPr>
        <p:sp>
          <p:nvSpPr>
            <p:cNvPr id="11455" name="Google Shape;11455;p42"/>
            <p:cNvSpPr/>
            <p:nvPr/>
          </p:nvSpPr>
          <p:spPr>
            <a:xfrm>
              <a:off x="2890682" y="4267422"/>
              <a:ext cx="35575" cy="23627"/>
            </a:xfrm>
            <a:custGeom>
              <a:rect b="b" l="l" r="r" t="t"/>
              <a:pathLst>
                <a:path extrusionOk="0" h="1578" w="2376">
                  <a:moveTo>
                    <a:pt x="484" y="0"/>
                  </a:moveTo>
                  <a:cubicBezTo>
                    <a:pt x="210" y="0"/>
                    <a:pt x="0" y="231"/>
                    <a:pt x="0" y="505"/>
                  </a:cubicBezTo>
                  <a:lnTo>
                    <a:pt x="0" y="1577"/>
                  </a:lnTo>
                  <a:lnTo>
                    <a:pt x="2376" y="1577"/>
                  </a:lnTo>
                  <a:lnTo>
                    <a:pt x="2376" y="505"/>
                  </a:lnTo>
                  <a:cubicBezTo>
                    <a:pt x="2376" y="231"/>
                    <a:pt x="2166" y="0"/>
                    <a:pt x="1871" y="0"/>
                  </a:cubicBezTo>
                  <a:close/>
                </a:path>
              </a:pathLst>
            </a:custGeom>
            <a:solidFill>
              <a:srgbClr val="C4D0D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456" name="Google Shape;11456;p42"/>
            <p:cNvSpPr/>
            <p:nvPr/>
          </p:nvSpPr>
          <p:spPr>
            <a:xfrm>
              <a:off x="2890996" y="4390181"/>
              <a:ext cx="34946" cy="36533"/>
            </a:xfrm>
            <a:custGeom>
              <a:rect b="b" l="l" r="r" t="t"/>
              <a:pathLst>
                <a:path extrusionOk="0" h="2440" w="2334">
                  <a:moveTo>
                    <a:pt x="0" y="1"/>
                  </a:moveTo>
                  <a:lnTo>
                    <a:pt x="883" y="2250"/>
                  </a:lnTo>
                  <a:cubicBezTo>
                    <a:pt x="936" y="2376"/>
                    <a:pt x="1051" y="2440"/>
                    <a:pt x="1167" y="2440"/>
                  </a:cubicBezTo>
                  <a:cubicBezTo>
                    <a:pt x="1283" y="2440"/>
                    <a:pt x="1398" y="2376"/>
                    <a:pt x="1451" y="2250"/>
                  </a:cubicBezTo>
                  <a:lnTo>
                    <a:pt x="2334" y="1"/>
                  </a:lnTo>
                  <a:close/>
                </a:path>
              </a:pathLst>
            </a:custGeom>
            <a:solidFill>
              <a:srgbClr val="C4D0D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457" name="Google Shape;11457;p42"/>
            <p:cNvSpPr/>
            <p:nvPr/>
          </p:nvSpPr>
          <p:spPr>
            <a:xfrm>
              <a:off x="2886579" y="4287245"/>
              <a:ext cx="43780" cy="105466"/>
            </a:xfrm>
            <a:custGeom>
              <a:rect b="b" l="l" r="r" t="t"/>
              <a:pathLst>
                <a:path extrusionOk="0" h="7044" w="2924">
                  <a:moveTo>
                    <a:pt x="506" y="1"/>
                  </a:moveTo>
                  <a:cubicBezTo>
                    <a:pt x="232" y="1"/>
                    <a:pt x="22" y="211"/>
                    <a:pt x="22" y="505"/>
                  </a:cubicBezTo>
                  <a:lnTo>
                    <a:pt x="22" y="6539"/>
                  </a:lnTo>
                  <a:cubicBezTo>
                    <a:pt x="1" y="6813"/>
                    <a:pt x="232" y="7044"/>
                    <a:pt x="527" y="7044"/>
                  </a:cubicBezTo>
                  <a:lnTo>
                    <a:pt x="2419" y="7044"/>
                  </a:lnTo>
                  <a:cubicBezTo>
                    <a:pt x="2692" y="7044"/>
                    <a:pt x="2923" y="6813"/>
                    <a:pt x="2902" y="6539"/>
                  </a:cubicBezTo>
                  <a:lnTo>
                    <a:pt x="2902" y="505"/>
                  </a:lnTo>
                  <a:cubicBezTo>
                    <a:pt x="2902" y="211"/>
                    <a:pt x="2692" y="1"/>
                    <a:pt x="2419" y="1"/>
                  </a:cubicBez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458" name="Google Shape;11458;p42"/>
            <p:cNvSpPr/>
            <p:nvPr/>
          </p:nvSpPr>
          <p:spPr>
            <a:xfrm>
              <a:off x="2909248" y="4287245"/>
              <a:ext cx="20797" cy="105466"/>
            </a:xfrm>
            <a:custGeom>
              <a:rect b="b" l="l" r="r" t="t"/>
              <a:pathLst>
                <a:path extrusionOk="0" h="7044" w="1389">
                  <a:moveTo>
                    <a:pt x="1" y="1"/>
                  </a:moveTo>
                  <a:cubicBezTo>
                    <a:pt x="274" y="1"/>
                    <a:pt x="505" y="211"/>
                    <a:pt x="505" y="505"/>
                  </a:cubicBezTo>
                  <a:lnTo>
                    <a:pt x="505" y="6539"/>
                  </a:lnTo>
                  <a:cubicBezTo>
                    <a:pt x="505" y="6813"/>
                    <a:pt x="274" y="7044"/>
                    <a:pt x="1" y="7044"/>
                  </a:cubicBezTo>
                  <a:lnTo>
                    <a:pt x="905" y="7044"/>
                  </a:lnTo>
                  <a:cubicBezTo>
                    <a:pt x="1178" y="7044"/>
                    <a:pt x="1388" y="6813"/>
                    <a:pt x="1388" y="6539"/>
                  </a:cubicBezTo>
                  <a:lnTo>
                    <a:pt x="1388" y="505"/>
                  </a:lnTo>
                  <a:cubicBezTo>
                    <a:pt x="1388" y="211"/>
                    <a:pt x="1178" y="1"/>
                    <a:pt x="905" y="1"/>
                  </a:cubicBezTo>
                  <a:close/>
                </a:path>
              </a:pathLst>
            </a:custGeom>
            <a:solidFill>
              <a:srgbClr val="D1DBE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459" name="Google Shape;11459;p42"/>
            <p:cNvSpPr/>
            <p:nvPr/>
          </p:nvSpPr>
          <p:spPr>
            <a:xfrm>
              <a:off x="2819532" y="4267496"/>
              <a:ext cx="38419" cy="39917"/>
            </a:xfrm>
            <a:custGeom>
              <a:rect b="b" l="l" r="r" t="t"/>
              <a:pathLst>
                <a:path extrusionOk="0" h="2666" w="2566">
                  <a:moveTo>
                    <a:pt x="1273" y="0"/>
                  </a:moveTo>
                  <a:cubicBezTo>
                    <a:pt x="1147" y="0"/>
                    <a:pt x="1020" y="69"/>
                    <a:pt x="968" y="205"/>
                  </a:cubicBezTo>
                  <a:lnTo>
                    <a:pt x="1" y="2665"/>
                  </a:lnTo>
                  <a:lnTo>
                    <a:pt x="2566" y="2665"/>
                  </a:lnTo>
                  <a:lnTo>
                    <a:pt x="1578" y="205"/>
                  </a:lnTo>
                  <a:cubicBezTo>
                    <a:pt x="1525" y="69"/>
                    <a:pt x="1399" y="0"/>
                    <a:pt x="1273" y="0"/>
                  </a:cubicBezTo>
                  <a:close/>
                </a:path>
              </a:pathLst>
            </a:custGeom>
            <a:solidFill>
              <a:srgbClr val="4E677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460" name="Google Shape;11460;p42"/>
            <p:cNvSpPr/>
            <p:nvPr/>
          </p:nvSpPr>
          <p:spPr>
            <a:xfrm>
              <a:off x="2815130" y="4306140"/>
              <a:ext cx="46924" cy="230442"/>
            </a:xfrm>
            <a:custGeom>
              <a:rect b="b" l="l" r="r" t="t"/>
              <a:pathLst>
                <a:path extrusionOk="0" h="15391" w="3134">
                  <a:moveTo>
                    <a:pt x="547" y="0"/>
                  </a:moveTo>
                  <a:cubicBezTo>
                    <a:pt x="253" y="0"/>
                    <a:pt x="0" y="252"/>
                    <a:pt x="0" y="547"/>
                  </a:cubicBezTo>
                  <a:lnTo>
                    <a:pt x="0" y="14843"/>
                  </a:lnTo>
                  <a:cubicBezTo>
                    <a:pt x="0" y="15138"/>
                    <a:pt x="253" y="15390"/>
                    <a:pt x="547" y="15390"/>
                  </a:cubicBezTo>
                  <a:lnTo>
                    <a:pt x="2586" y="15390"/>
                  </a:lnTo>
                  <a:cubicBezTo>
                    <a:pt x="2902" y="15390"/>
                    <a:pt x="3133" y="15138"/>
                    <a:pt x="3133" y="14843"/>
                  </a:cubicBezTo>
                  <a:lnTo>
                    <a:pt x="3133" y="547"/>
                  </a:lnTo>
                  <a:cubicBezTo>
                    <a:pt x="3133" y="252"/>
                    <a:pt x="2902" y="0"/>
                    <a:pt x="2586" y="0"/>
                  </a:cubicBezTo>
                  <a:close/>
                </a:path>
              </a:pathLst>
            </a:custGeom>
            <a:solidFill>
              <a:srgbClr val="768C9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461" name="Google Shape;11461;p42"/>
            <p:cNvSpPr/>
            <p:nvPr/>
          </p:nvSpPr>
          <p:spPr>
            <a:xfrm>
              <a:off x="2838742" y="4306140"/>
              <a:ext cx="23312" cy="230442"/>
            </a:xfrm>
            <a:custGeom>
              <a:rect b="b" l="l" r="r" t="t"/>
              <a:pathLst>
                <a:path extrusionOk="0" h="15391" w="1557">
                  <a:moveTo>
                    <a:pt x="0" y="0"/>
                  </a:moveTo>
                  <a:lnTo>
                    <a:pt x="0" y="15390"/>
                  </a:lnTo>
                  <a:lnTo>
                    <a:pt x="1009" y="15390"/>
                  </a:lnTo>
                  <a:cubicBezTo>
                    <a:pt x="1325" y="15390"/>
                    <a:pt x="1556" y="15138"/>
                    <a:pt x="1556" y="14843"/>
                  </a:cubicBezTo>
                  <a:lnTo>
                    <a:pt x="1556" y="547"/>
                  </a:lnTo>
                  <a:cubicBezTo>
                    <a:pt x="1556" y="231"/>
                    <a:pt x="1325" y="0"/>
                    <a:pt x="1009" y="0"/>
                  </a:cubicBezTo>
                  <a:close/>
                </a:path>
              </a:pathLst>
            </a:custGeom>
            <a:solidFill>
              <a:srgbClr val="526A7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462" name="Google Shape;11462;p42"/>
            <p:cNvSpPr/>
            <p:nvPr/>
          </p:nvSpPr>
          <p:spPr>
            <a:xfrm>
              <a:off x="2815130" y="4505080"/>
              <a:ext cx="46924" cy="31502"/>
            </a:xfrm>
            <a:custGeom>
              <a:rect b="b" l="l" r="r" t="t"/>
              <a:pathLst>
                <a:path extrusionOk="0" h="2104" w="3134">
                  <a:moveTo>
                    <a:pt x="0" y="1"/>
                  </a:moveTo>
                  <a:lnTo>
                    <a:pt x="0" y="1556"/>
                  </a:lnTo>
                  <a:cubicBezTo>
                    <a:pt x="0" y="1851"/>
                    <a:pt x="253" y="2103"/>
                    <a:pt x="547" y="2103"/>
                  </a:cubicBezTo>
                  <a:lnTo>
                    <a:pt x="2586" y="2103"/>
                  </a:lnTo>
                  <a:cubicBezTo>
                    <a:pt x="2902" y="2103"/>
                    <a:pt x="3133" y="1851"/>
                    <a:pt x="3133" y="1556"/>
                  </a:cubicBezTo>
                  <a:lnTo>
                    <a:pt x="3133" y="1"/>
                  </a:lnTo>
                  <a:close/>
                </a:path>
              </a:pathLst>
            </a:custGeom>
            <a:solidFill>
              <a:srgbClr val="EAEEF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463" name="Google Shape;11463;p42"/>
            <p:cNvSpPr/>
            <p:nvPr/>
          </p:nvSpPr>
          <p:spPr>
            <a:xfrm>
              <a:off x="2888795" y="4455970"/>
              <a:ext cx="39677" cy="54799"/>
            </a:xfrm>
            <a:custGeom>
              <a:rect b="b" l="l" r="r" t="t"/>
              <a:pathLst>
                <a:path extrusionOk="0" h="3660" w="2650">
                  <a:moveTo>
                    <a:pt x="547" y="1"/>
                  </a:moveTo>
                  <a:cubicBezTo>
                    <a:pt x="252" y="1"/>
                    <a:pt x="0" y="232"/>
                    <a:pt x="0" y="547"/>
                  </a:cubicBezTo>
                  <a:lnTo>
                    <a:pt x="0" y="3659"/>
                  </a:lnTo>
                  <a:lnTo>
                    <a:pt x="2649" y="3659"/>
                  </a:lnTo>
                  <a:lnTo>
                    <a:pt x="2649" y="547"/>
                  </a:lnTo>
                  <a:cubicBezTo>
                    <a:pt x="2649" y="232"/>
                    <a:pt x="2397" y="1"/>
                    <a:pt x="2103" y="1"/>
                  </a:cubicBezTo>
                  <a:close/>
                </a:path>
              </a:pathLst>
            </a:custGeom>
            <a:solidFill>
              <a:srgbClr val="F3F5F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464" name="Google Shape;11464;p42"/>
            <p:cNvSpPr/>
            <p:nvPr/>
          </p:nvSpPr>
          <p:spPr>
            <a:xfrm>
              <a:off x="2883435" y="4475180"/>
              <a:ext cx="50068" cy="61402"/>
            </a:xfrm>
            <a:custGeom>
              <a:rect b="b" l="l" r="r" t="t"/>
              <a:pathLst>
                <a:path extrusionOk="0" h="4101" w="3344">
                  <a:moveTo>
                    <a:pt x="547" y="0"/>
                  </a:moveTo>
                  <a:cubicBezTo>
                    <a:pt x="253" y="0"/>
                    <a:pt x="1" y="232"/>
                    <a:pt x="1" y="547"/>
                  </a:cubicBezTo>
                  <a:lnTo>
                    <a:pt x="1" y="3553"/>
                  </a:lnTo>
                  <a:cubicBezTo>
                    <a:pt x="1" y="3848"/>
                    <a:pt x="253" y="4100"/>
                    <a:pt x="547" y="4100"/>
                  </a:cubicBezTo>
                  <a:lnTo>
                    <a:pt x="2797" y="4100"/>
                  </a:lnTo>
                  <a:cubicBezTo>
                    <a:pt x="3091" y="4100"/>
                    <a:pt x="3344" y="3848"/>
                    <a:pt x="3344" y="3553"/>
                  </a:cubicBezTo>
                  <a:lnTo>
                    <a:pt x="3344" y="547"/>
                  </a:lnTo>
                  <a:cubicBezTo>
                    <a:pt x="3344" y="232"/>
                    <a:pt x="3091" y="0"/>
                    <a:pt x="2797" y="0"/>
                  </a:cubicBezTo>
                  <a:close/>
                </a:path>
              </a:pathLst>
            </a:custGeom>
            <a:solidFill>
              <a:srgbClr val="A5B8C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465" name="Google Shape;11465;p42"/>
            <p:cNvSpPr/>
            <p:nvPr/>
          </p:nvSpPr>
          <p:spPr>
            <a:xfrm>
              <a:off x="2912077" y="4475180"/>
              <a:ext cx="21426" cy="61402"/>
            </a:xfrm>
            <a:custGeom>
              <a:rect b="b" l="l" r="r" t="t"/>
              <a:pathLst>
                <a:path extrusionOk="0" h="4101" w="1431">
                  <a:moveTo>
                    <a:pt x="1" y="0"/>
                  </a:moveTo>
                  <a:cubicBezTo>
                    <a:pt x="295" y="0"/>
                    <a:pt x="548" y="232"/>
                    <a:pt x="548" y="547"/>
                  </a:cubicBezTo>
                  <a:lnTo>
                    <a:pt x="548" y="3553"/>
                  </a:lnTo>
                  <a:cubicBezTo>
                    <a:pt x="548" y="3848"/>
                    <a:pt x="295" y="4100"/>
                    <a:pt x="1" y="4100"/>
                  </a:cubicBezTo>
                  <a:lnTo>
                    <a:pt x="884" y="4100"/>
                  </a:lnTo>
                  <a:cubicBezTo>
                    <a:pt x="1178" y="4100"/>
                    <a:pt x="1431" y="3848"/>
                    <a:pt x="1431" y="3553"/>
                  </a:cubicBezTo>
                  <a:lnTo>
                    <a:pt x="1431" y="547"/>
                  </a:lnTo>
                  <a:cubicBezTo>
                    <a:pt x="1431" y="232"/>
                    <a:pt x="1178" y="0"/>
                    <a:pt x="884" y="0"/>
                  </a:cubicBezTo>
                  <a:close/>
                </a:path>
              </a:pathLst>
            </a:custGeom>
            <a:solidFill>
              <a:srgbClr val="8498A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466" name="Google Shape;11466;p42"/>
            <p:cNvSpPr/>
            <p:nvPr/>
          </p:nvSpPr>
          <p:spPr>
            <a:xfrm>
              <a:off x="2955842" y="4272767"/>
              <a:ext cx="192666" cy="259399"/>
            </a:xfrm>
            <a:custGeom>
              <a:rect b="b" l="l" r="r" t="t"/>
              <a:pathLst>
                <a:path extrusionOk="0" h="17325" w="12868">
                  <a:moveTo>
                    <a:pt x="547" y="1"/>
                  </a:moveTo>
                  <a:cubicBezTo>
                    <a:pt x="253" y="1"/>
                    <a:pt x="0" y="253"/>
                    <a:pt x="0" y="568"/>
                  </a:cubicBezTo>
                  <a:lnTo>
                    <a:pt x="0" y="16778"/>
                  </a:lnTo>
                  <a:cubicBezTo>
                    <a:pt x="0" y="17072"/>
                    <a:pt x="253" y="17325"/>
                    <a:pt x="547" y="17325"/>
                  </a:cubicBezTo>
                  <a:lnTo>
                    <a:pt x="11774" y="17325"/>
                  </a:lnTo>
                  <a:cubicBezTo>
                    <a:pt x="12384" y="17325"/>
                    <a:pt x="12867" y="16820"/>
                    <a:pt x="12867" y="16231"/>
                  </a:cubicBezTo>
                  <a:lnTo>
                    <a:pt x="12867" y="1094"/>
                  </a:lnTo>
                  <a:cubicBezTo>
                    <a:pt x="12867" y="505"/>
                    <a:pt x="12384" y="22"/>
                    <a:pt x="11774" y="1"/>
                  </a:cubicBez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467" name="Google Shape;11467;p42"/>
            <p:cNvSpPr/>
            <p:nvPr/>
          </p:nvSpPr>
          <p:spPr>
            <a:xfrm>
              <a:off x="3116063" y="4273081"/>
              <a:ext cx="32445" cy="259084"/>
            </a:xfrm>
            <a:custGeom>
              <a:rect b="b" l="l" r="r" t="t"/>
              <a:pathLst>
                <a:path extrusionOk="0" h="17304" w="2167">
                  <a:moveTo>
                    <a:pt x="1" y="1"/>
                  </a:moveTo>
                  <a:cubicBezTo>
                    <a:pt x="610" y="1"/>
                    <a:pt x="1094" y="484"/>
                    <a:pt x="1094" y="1094"/>
                  </a:cubicBezTo>
                  <a:lnTo>
                    <a:pt x="1094" y="16210"/>
                  </a:lnTo>
                  <a:cubicBezTo>
                    <a:pt x="1094" y="16820"/>
                    <a:pt x="610" y="17304"/>
                    <a:pt x="1" y="17304"/>
                  </a:cubicBezTo>
                  <a:lnTo>
                    <a:pt x="1073" y="17304"/>
                  </a:lnTo>
                  <a:cubicBezTo>
                    <a:pt x="1683" y="17304"/>
                    <a:pt x="2166" y="16820"/>
                    <a:pt x="2166" y="16210"/>
                  </a:cubicBezTo>
                  <a:lnTo>
                    <a:pt x="2166" y="1094"/>
                  </a:lnTo>
                  <a:cubicBezTo>
                    <a:pt x="2166" y="484"/>
                    <a:pt x="1683" y="1"/>
                    <a:pt x="1073" y="1"/>
                  </a:cubicBezTo>
                  <a:close/>
                </a:path>
              </a:pathLst>
            </a:custGeom>
            <a:solidFill>
              <a:srgbClr val="4E677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468" name="Google Shape;11468;p42"/>
            <p:cNvSpPr/>
            <p:nvPr/>
          </p:nvSpPr>
          <p:spPr>
            <a:xfrm>
              <a:off x="2984484" y="4267107"/>
              <a:ext cx="18266" cy="270733"/>
            </a:xfrm>
            <a:custGeom>
              <a:rect b="b" l="l" r="r" t="t"/>
              <a:pathLst>
                <a:path extrusionOk="0" h="18082" w="1220">
                  <a:moveTo>
                    <a:pt x="316" y="0"/>
                  </a:moveTo>
                  <a:cubicBezTo>
                    <a:pt x="127" y="0"/>
                    <a:pt x="0" y="147"/>
                    <a:pt x="0" y="337"/>
                  </a:cubicBezTo>
                  <a:lnTo>
                    <a:pt x="0" y="17745"/>
                  </a:lnTo>
                  <a:cubicBezTo>
                    <a:pt x="0" y="17934"/>
                    <a:pt x="127" y="18081"/>
                    <a:pt x="316" y="18081"/>
                  </a:cubicBezTo>
                  <a:lnTo>
                    <a:pt x="884" y="18081"/>
                  </a:lnTo>
                  <a:cubicBezTo>
                    <a:pt x="1073" y="18081"/>
                    <a:pt x="1220" y="17934"/>
                    <a:pt x="1220" y="17745"/>
                  </a:cubicBezTo>
                  <a:lnTo>
                    <a:pt x="1220" y="337"/>
                  </a:lnTo>
                  <a:cubicBezTo>
                    <a:pt x="1220" y="147"/>
                    <a:pt x="1073" y="0"/>
                    <a:pt x="884" y="0"/>
                  </a:cubicBezTo>
                  <a:close/>
                </a:path>
              </a:pathLst>
            </a:custGeom>
            <a:solidFill>
              <a:srgbClr val="A5B8C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469" name="Google Shape;11469;p42"/>
            <p:cNvSpPr/>
            <p:nvPr/>
          </p:nvSpPr>
          <p:spPr>
            <a:xfrm>
              <a:off x="3091193" y="4499106"/>
              <a:ext cx="32445" cy="10705"/>
            </a:xfrm>
            <a:custGeom>
              <a:rect b="b" l="l" r="r" t="t"/>
              <a:pathLst>
                <a:path extrusionOk="0" h="715" w="2167">
                  <a:moveTo>
                    <a:pt x="484" y="0"/>
                  </a:moveTo>
                  <a:cubicBezTo>
                    <a:pt x="1" y="0"/>
                    <a:pt x="1" y="715"/>
                    <a:pt x="484" y="715"/>
                  </a:cubicBezTo>
                  <a:lnTo>
                    <a:pt x="1704" y="715"/>
                  </a:lnTo>
                  <a:cubicBezTo>
                    <a:pt x="2166" y="715"/>
                    <a:pt x="2166" y="0"/>
                    <a:pt x="1704" y="0"/>
                  </a:cubicBezTo>
                  <a:close/>
                </a:path>
              </a:pathLst>
            </a:custGeom>
            <a:solidFill>
              <a:srgbClr val="F3F5F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470" name="Google Shape;11470;p42"/>
            <p:cNvSpPr/>
            <p:nvPr/>
          </p:nvSpPr>
          <p:spPr>
            <a:xfrm>
              <a:off x="3110718" y="4485571"/>
              <a:ext cx="12292" cy="10705"/>
            </a:xfrm>
            <a:custGeom>
              <a:rect b="b" l="l" r="r" t="t"/>
              <a:pathLst>
                <a:path extrusionOk="0" h="715" w="821">
                  <a:moveTo>
                    <a:pt x="358" y="0"/>
                  </a:moveTo>
                  <a:cubicBezTo>
                    <a:pt x="147" y="0"/>
                    <a:pt x="0" y="168"/>
                    <a:pt x="0" y="357"/>
                  </a:cubicBezTo>
                  <a:cubicBezTo>
                    <a:pt x="0" y="547"/>
                    <a:pt x="168" y="715"/>
                    <a:pt x="358" y="715"/>
                  </a:cubicBezTo>
                  <a:cubicBezTo>
                    <a:pt x="820" y="715"/>
                    <a:pt x="820" y="0"/>
                    <a:pt x="358" y="0"/>
                  </a:cubicBezTo>
                  <a:close/>
                </a:path>
              </a:pathLst>
            </a:custGeom>
            <a:solidFill>
              <a:srgbClr val="F3F5F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471" name="Google Shape;11471;p42"/>
            <p:cNvSpPr/>
            <p:nvPr/>
          </p:nvSpPr>
          <p:spPr>
            <a:xfrm>
              <a:off x="2810729" y="4557334"/>
              <a:ext cx="342496" cy="61717"/>
            </a:xfrm>
            <a:custGeom>
              <a:rect b="b" l="l" r="r" t="t"/>
              <a:pathLst>
                <a:path extrusionOk="0" h="4122" w="22875">
                  <a:moveTo>
                    <a:pt x="547" y="1"/>
                  </a:moveTo>
                  <a:cubicBezTo>
                    <a:pt x="231" y="1"/>
                    <a:pt x="0" y="232"/>
                    <a:pt x="0" y="547"/>
                  </a:cubicBezTo>
                  <a:lnTo>
                    <a:pt x="0" y="3575"/>
                  </a:lnTo>
                  <a:cubicBezTo>
                    <a:pt x="0" y="3869"/>
                    <a:pt x="231" y="4121"/>
                    <a:pt x="547" y="4121"/>
                  </a:cubicBezTo>
                  <a:lnTo>
                    <a:pt x="22328" y="4121"/>
                  </a:lnTo>
                  <a:cubicBezTo>
                    <a:pt x="22622" y="4121"/>
                    <a:pt x="22875" y="3869"/>
                    <a:pt x="22875" y="3575"/>
                  </a:cubicBezTo>
                  <a:lnTo>
                    <a:pt x="22875" y="547"/>
                  </a:lnTo>
                  <a:cubicBezTo>
                    <a:pt x="22875" y="232"/>
                    <a:pt x="22622" y="1"/>
                    <a:pt x="22328" y="1"/>
                  </a:cubicBezTo>
                  <a:close/>
                </a:path>
              </a:pathLst>
            </a:custGeom>
            <a:solidFill>
              <a:srgbClr val="A7B9C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472" name="Google Shape;11472;p42"/>
            <p:cNvSpPr/>
            <p:nvPr/>
          </p:nvSpPr>
          <p:spPr>
            <a:xfrm>
              <a:off x="3129598" y="4557334"/>
              <a:ext cx="23627" cy="61717"/>
            </a:xfrm>
            <a:custGeom>
              <a:rect b="b" l="l" r="r" t="t"/>
              <a:pathLst>
                <a:path extrusionOk="0" h="4122" w="1578">
                  <a:moveTo>
                    <a:pt x="1" y="1"/>
                  </a:moveTo>
                  <a:cubicBezTo>
                    <a:pt x="295" y="1"/>
                    <a:pt x="547" y="232"/>
                    <a:pt x="547" y="547"/>
                  </a:cubicBezTo>
                  <a:lnTo>
                    <a:pt x="547" y="3575"/>
                  </a:lnTo>
                  <a:cubicBezTo>
                    <a:pt x="547" y="3869"/>
                    <a:pt x="295" y="4121"/>
                    <a:pt x="1" y="4121"/>
                  </a:cubicBezTo>
                  <a:lnTo>
                    <a:pt x="1031" y="4121"/>
                  </a:lnTo>
                  <a:cubicBezTo>
                    <a:pt x="1325" y="4121"/>
                    <a:pt x="1578" y="3869"/>
                    <a:pt x="1578" y="3575"/>
                  </a:cubicBezTo>
                  <a:lnTo>
                    <a:pt x="1578" y="547"/>
                  </a:lnTo>
                  <a:cubicBezTo>
                    <a:pt x="1578" y="232"/>
                    <a:pt x="1325" y="1"/>
                    <a:pt x="1031" y="1"/>
                  </a:cubicBezTo>
                  <a:close/>
                </a:path>
              </a:pathLst>
            </a:custGeom>
            <a:solidFill>
              <a:srgbClr val="9CB0C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473" name="Google Shape;11473;p42"/>
            <p:cNvSpPr/>
            <p:nvPr/>
          </p:nvSpPr>
          <p:spPr>
            <a:xfrm>
              <a:off x="2838428" y="4553711"/>
              <a:ext cx="10720" cy="22219"/>
            </a:xfrm>
            <a:custGeom>
              <a:rect b="b" l="l" r="r" t="t"/>
              <a:pathLst>
                <a:path extrusionOk="0" h="1484" w="716">
                  <a:moveTo>
                    <a:pt x="358" y="1"/>
                  </a:moveTo>
                  <a:cubicBezTo>
                    <a:pt x="179" y="1"/>
                    <a:pt x="0" y="116"/>
                    <a:pt x="0" y="348"/>
                  </a:cubicBezTo>
                  <a:lnTo>
                    <a:pt x="0" y="1126"/>
                  </a:lnTo>
                  <a:cubicBezTo>
                    <a:pt x="0" y="1315"/>
                    <a:pt x="168" y="1483"/>
                    <a:pt x="358" y="1483"/>
                  </a:cubicBezTo>
                  <a:cubicBezTo>
                    <a:pt x="547" y="1483"/>
                    <a:pt x="715" y="1315"/>
                    <a:pt x="715" y="1126"/>
                  </a:cubicBezTo>
                  <a:lnTo>
                    <a:pt x="715" y="348"/>
                  </a:lnTo>
                  <a:cubicBezTo>
                    <a:pt x="715" y="116"/>
                    <a:pt x="536" y="1"/>
                    <a:pt x="358" y="1"/>
                  </a:cubicBezTo>
                  <a:close/>
                </a:path>
              </a:pathLst>
            </a:custGeom>
            <a:solidFill>
              <a:srgbClr val="9CB0C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474" name="Google Shape;11474;p42"/>
            <p:cNvSpPr/>
            <p:nvPr/>
          </p:nvSpPr>
          <p:spPr>
            <a:xfrm>
              <a:off x="2863611" y="4553711"/>
              <a:ext cx="10705" cy="22219"/>
            </a:xfrm>
            <a:custGeom>
              <a:rect b="b" l="l" r="r" t="t"/>
              <a:pathLst>
                <a:path extrusionOk="0" h="1484" w="715">
                  <a:moveTo>
                    <a:pt x="358" y="1"/>
                  </a:moveTo>
                  <a:cubicBezTo>
                    <a:pt x="179" y="1"/>
                    <a:pt x="0" y="116"/>
                    <a:pt x="0" y="348"/>
                  </a:cubicBezTo>
                  <a:lnTo>
                    <a:pt x="0" y="1126"/>
                  </a:lnTo>
                  <a:cubicBezTo>
                    <a:pt x="0" y="1315"/>
                    <a:pt x="168" y="1483"/>
                    <a:pt x="358" y="1483"/>
                  </a:cubicBezTo>
                  <a:cubicBezTo>
                    <a:pt x="547" y="1483"/>
                    <a:pt x="715" y="1315"/>
                    <a:pt x="715" y="1126"/>
                  </a:cubicBezTo>
                  <a:lnTo>
                    <a:pt x="715" y="348"/>
                  </a:lnTo>
                  <a:cubicBezTo>
                    <a:pt x="715" y="116"/>
                    <a:pt x="536" y="1"/>
                    <a:pt x="358" y="1"/>
                  </a:cubicBezTo>
                  <a:close/>
                </a:path>
              </a:pathLst>
            </a:custGeom>
            <a:solidFill>
              <a:srgbClr val="9CB0C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475" name="Google Shape;11475;p42"/>
            <p:cNvSpPr/>
            <p:nvPr/>
          </p:nvSpPr>
          <p:spPr>
            <a:xfrm>
              <a:off x="2888795" y="4553711"/>
              <a:ext cx="10705" cy="22219"/>
            </a:xfrm>
            <a:custGeom>
              <a:rect b="b" l="l" r="r" t="t"/>
              <a:pathLst>
                <a:path extrusionOk="0" h="1484" w="715">
                  <a:moveTo>
                    <a:pt x="350" y="1"/>
                  </a:moveTo>
                  <a:cubicBezTo>
                    <a:pt x="174" y="1"/>
                    <a:pt x="0" y="116"/>
                    <a:pt x="0" y="348"/>
                  </a:cubicBezTo>
                  <a:lnTo>
                    <a:pt x="0" y="1126"/>
                  </a:lnTo>
                  <a:cubicBezTo>
                    <a:pt x="0" y="1315"/>
                    <a:pt x="147" y="1483"/>
                    <a:pt x="358" y="1483"/>
                  </a:cubicBezTo>
                  <a:cubicBezTo>
                    <a:pt x="547" y="1483"/>
                    <a:pt x="715" y="1315"/>
                    <a:pt x="715" y="1126"/>
                  </a:cubicBezTo>
                  <a:lnTo>
                    <a:pt x="715" y="348"/>
                  </a:lnTo>
                  <a:cubicBezTo>
                    <a:pt x="704" y="116"/>
                    <a:pt x="526" y="1"/>
                    <a:pt x="350" y="1"/>
                  </a:cubicBezTo>
                  <a:close/>
                </a:path>
              </a:pathLst>
            </a:custGeom>
            <a:solidFill>
              <a:srgbClr val="9CB0C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476" name="Google Shape;11476;p42"/>
            <p:cNvSpPr/>
            <p:nvPr/>
          </p:nvSpPr>
          <p:spPr>
            <a:xfrm>
              <a:off x="2913664" y="4553711"/>
              <a:ext cx="10705" cy="22219"/>
            </a:xfrm>
            <a:custGeom>
              <a:rect b="b" l="l" r="r" t="t"/>
              <a:pathLst>
                <a:path extrusionOk="0" h="1484" w="715">
                  <a:moveTo>
                    <a:pt x="357" y="1"/>
                  </a:moveTo>
                  <a:cubicBezTo>
                    <a:pt x="179" y="1"/>
                    <a:pt x="0" y="116"/>
                    <a:pt x="0" y="348"/>
                  </a:cubicBezTo>
                  <a:lnTo>
                    <a:pt x="0" y="1126"/>
                  </a:lnTo>
                  <a:cubicBezTo>
                    <a:pt x="0" y="1315"/>
                    <a:pt x="168" y="1483"/>
                    <a:pt x="357" y="1483"/>
                  </a:cubicBezTo>
                  <a:cubicBezTo>
                    <a:pt x="568" y="1483"/>
                    <a:pt x="715" y="1315"/>
                    <a:pt x="715" y="1126"/>
                  </a:cubicBezTo>
                  <a:lnTo>
                    <a:pt x="715" y="348"/>
                  </a:lnTo>
                  <a:cubicBezTo>
                    <a:pt x="715" y="116"/>
                    <a:pt x="536" y="1"/>
                    <a:pt x="357" y="1"/>
                  </a:cubicBezTo>
                  <a:close/>
                </a:path>
              </a:pathLst>
            </a:custGeom>
            <a:solidFill>
              <a:srgbClr val="9CB0C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477" name="Google Shape;11477;p42"/>
            <p:cNvSpPr/>
            <p:nvPr/>
          </p:nvSpPr>
          <p:spPr>
            <a:xfrm>
              <a:off x="2938833" y="4553711"/>
              <a:ext cx="10720" cy="22219"/>
            </a:xfrm>
            <a:custGeom>
              <a:rect b="b" l="l" r="r" t="t"/>
              <a:pathLst>
                <a:path extrusionOk="0" h="1484" w="716">
                  <a:moveTo>
                    <a:pt x="358" y="1"/>
                  </a:moveTo>
                  <a:cubicBezTo>
                    <a:pt x="180" y="1"/>
                    <a:pt x="1" y="116"/>
                    <a:pt x="1" y="348"/>
                  </a:cubicBezTo>
                  <a:lnTo>
                    <a:pt x="1" y="1126"/>
                  </a:lnTo>
                  <a:cubicBezTo>
                    <a:pt x="1" y="1315"/>
                    <a:pt x="169" y="1483"/>
                    <a:pt x="358" y="1483"/>
                  </a:cubicBezTo>
                  <a:cubicBezTo>
                    <a:pt x="548" y="1483"/>
                    <a:pt x="716" y="1315"/>
                    <a:pt x="716" y="1126"/>
                  </a:cubicBezTo>
                  <a:lnTo>
                    <a:pt x="716" y="348"/>
                  </a:lnTo>
                  <a:cubicBezTo>
                    <a:pt x="716" y="116"/>
                    <a:pt x="537" y="1"/>
                    <a:pt x="358" y="1"/>
                  </a:cubicBezTo>
                  <a:close/>
                </a:path>
              </a:pathLst>
            </a:custGeom>
            <a:solidFill>
              <a:srgbClr val="9CB0C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478" name="Google Shape;11478;p42"/>
            <p:cNvSpPr/>
            <p:nvPr/>
          </p:nvSpPr>
          <p:spPr>
            <a:xfrm>
              <a:off x="2964017" y="4553711"/>
              <a:ext cx="10720" cy="22219"/>
            </a:xfrm>
            <a:custGeom>
              <a:rect b="b" l="l" r="r" t="t"/>
              <a:pathLst>
                <a:path extrusionOk="0" h="1484" w="716">
                  <a:moveTo>
                    <a:pt x="358" y="1"/>
                  </a:moveTo>
                  <a:cubicBezTo>
                    <a:pt x="180" y="1"/>
                    <a:pt x="1" y="116"/>
                    <a:pt x="1" y="348"/>
                  </a:cubicBezTo>
                  <a:lnTo>
                    <a:pt x="1" y="1126"/>
                  </a:lnTo>
                  <a:cubicBezTo>
                    <a:pt x="1" y="1315"/>
                    <a:pt x="148" y="1483"/>
                    <a:pt x="358" y="1483"/>
                  </a:cubicBezTo>
                  <a:cubicBezTo>
                    <a:pt x="548" y="1483"/>
                    <a:pt x="716" y="1315"/>
                    <a:pt x="716" y="1126"/>
                  </a:cubicBezTo>
                  <a:lnTo>
                    <a:pt x="716" y="348"/>
                  </a:lnTo>
                  <a:cubicBezTo>
                    <a:pt x="716" y="116"/>
                    <a:pt x="537" y="1"/>
                    <a:pt x="358" y="1"/>
                  </a:cubicBezTo>
                  <a:close/>
                </a:path>
              </a:pathLst>
            </a:custGeom>
            <a:solidFill>
              <a:srgbClr val="9CB0C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479" name="Google Shape;11479;p42"/>
            <p:cNvSpPr/>
            <p:nvPr/>
          </p:nvSpPr>
          <p:spPr>
            <a:xfrm>
              <a:off x="2989201" y="4553711"/>
              <a:ext cx="10406" cy="22219"/>
            </a:xfrm>
            <a:custGeom>
              <a:rect b="b" l="l" r="r" t="t"/>
              <a:pathLst>
                <a:path extrusionOk="0" h="1484" w="695">
                  <a:moveTo>
                    <a:pt x="348" y="1"/>
                  </a:moveTo>
                  <a:cubicBezTo>
                    <a:pt x="174" y="1"/>
                    <a:pt x="1" y="116"/>
                    <a:pt x="1" y="348"/>
                  </a:cubicBezTo>
                  <a:lnTo>
                    <a:pt x="1" y="1126"/>
                  </a:lnTo>
                  <a:cubicBezTo>
                    <a:pt x="1" y="1315"/>
                    <a:pt x="148" y="1483"/>
                    <a:pt x="358" y="1483"/>
                  </a:cubicBezTo>
                  <a:cubicBezTo>
                    <a:pt x="547" y="1483"/>
                    <a:pt x="695" y="1315"/>
                    <a:pt x="695" y="1126"/>
                  </a:cubicBezTo>
                  <a:lnTo>
                    <a:pt x="695" y="348"/>
                  </a:lnTo>
                  <a:cubicBezTo>
                    <a:pt x="695" y="116"/>
                    <a:pt x="521" y="1"/>
                    <a:pt x="348" y="1"/>
                  </a:cubicBezTo>
                  <a:close/>
                </a:path>
              </a:pathLst>
            </a:custGeom>
            <a:solidFill>
              <a:srgbClr val="9CB0C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480" name="Google Shape;11480;p42"/>
            <p:cNvSpPr/>
            <p:nvPr/>
          </p:nvSpPr>
          <p:spPr>
            <a:xfrm>
              <a:off x="3014070" y="4553711"/>
              <a:ext cx="10720" cy="22219"/>
            </a:xfrm>
            <a:custGeom>
              <a:rect b="b" l="l" r="r" t="t"/>
              <a:pathLst>
                <a:path extrusionOk="0" h="1484" w="716">
                  <a:moveTo>
                    <a:pt x="358" y="1"/>
                  </a:moveTo>
                  <a:cubicBezTo>
                    <a:pt x="179" y="1"/>
                    <a:pt x="1" y="116"/>
                    <a:pt x="1" y="348"/>
                  </a:cubicBezTo>
                  <a:lnTo>
                    <a:pt x="1" y="1126"/>
                  </a:lnTo>
                  <a:cubicBezTo>
                    <a:pt x="1" y="1315"/>
                    <a:pt x="169" y="1483"/>
                    <a:pt x="358" y="1483"/>
                  </a:cubicBezTo>
                  <a:cubicBezTo>
                    <a:pt x="568" y="1483"/>
                    <a:pt x="716" y="1315"/>
                    <a:pt x="716" y="1126"/>
                  </a:cubicBezTo>
                  <a:lnTo>
                    <a:pt x="716" y="348"/>
                  </a:lnTo>
                  <a:cubicBezTo>
                    <a:pt x="716" y="116"/>
                    <a:pt x="537" y="1"/>
                    <a:pt x="358" y="1"/>
                  </a:cubicBezTo>
                  <a:close/>
                </a:path>
              </a:pathLst>
            </a:custGeom>
            <a:solidFill>
              <a:srgbClr val="9CB0C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481" name="Google Shape;11481;p42"/>
            <p:cNvSpPr/>
            <p:nvPr/>
          </p:nvSpPr>
          <p:spPr>
            <a:xfrm>
              <a:off x="3039254" y="4553711"/>
              <a:ext cx="10720" cy="22219"/>
            </a:xfrm>
            <a:custGeom>
              <a:rect b="b" l="l" r="r" t="t"/>
              <a:pathLst>
                <a:path extrusionOk="0" h="1484" w="716">
                  <a:moveTo>
                    <a:pt x="358" y="1"/>
                  </a:moveTo>
                  <a:cubicBezTo>
                    <a:pt x="179" y="1"/>
                    <a:pt x="1" y="116"/>
                    <a:pt x="1" y="348"/>
                  </a:cubicBezTo>
                  <a:lnTo>
                    <a:pt x="1" y="1126"/>
                  </a:lnTo>
                  <a:cubicBezTo>
                    <a:pt x="1" y="1315"/>
                    <a:pt x="169" y="1483"/>
                    <a:pt x="358" y="1483"/>
                  </a:cubicBezTo>
                  <a:cubicBezTo>
                    <a:pt x="547" y="1483"/>
                    <a:pt x="716" y="1315"/>
                    <a:pt x="716" y="1126"/>
                  </a:cubicBezTo>
                  <a:lnTo>
                    <a:pt x="716" y="348"/>
                  </a:lnTo>
                  <a:cubicBezTo>
                    <a:pt x="716" y="116"/>
                    <a:pt x="537" y="1"/>
                    <a:pt x="358" y="1"/>
                  </a:cubicBezTo>
                  <a:close/>
                </a:path>
              </a:pathLst>
            </a:custGeom>
            <a:solidFill>
              <a:srgbClr val="9CB0C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482" name="Google Shape;11482;p42"/>
            <p:cNvSpPr/>
            <p:nvPr/>
          </p:nvSpPr>
          <p:spPr>
            <a:xfrm>
              <a:off x="3064438" y="4553711"/>
              <a:ext cx="10720" cy="22219"/>
            </a:xfrm>
            <a:custGeom>
              <a:rect b="b" l="l" r="r" t="t"/>
              <a:pathLst>
                <a:path extrusionOk="0" h="1484" w="716">
                  <a:moveTo>
                    <a:pt x="358" y="1"/>
                  </a:moveTo>
                  <a:cubicBezTo>
                    <a:pt x="179" y="1"/>
                    <a:pt x="1" y="116"/>
                    <a:pt x="1" y="348"/>
                  </a:cubicBezTo>
                  <a:lnTo>
                    <a:pt x="1" y="1126"/>
                  </a:lnTo>
                  <a:cubicBezTo>
                    <a:pt x="1" y="1315"/>
                    <a:pt x="169" y="1483"/>
                    <a:pt x="358" y="1483"/>
                  </a:cubicBezTo>
                  <a:cubicBezTo>
                    <a:pt x="547" y="1483"/>
                    <a:pt x="715" y="1315"/>
                    <a:pt x="715" y="1126"/>
                  </a:cubicBezTo>
                  <a:lnTo>
                    <a:pt x="715" y="348"/>
                  </a:lnTo>
                  <a:cubicBezTo>
                    <a:pt x="715" y="116"/>
                    <a:pt x="537" y="1"/>
                    <a:pt x="358" y="1"/>
                  </a:cubicBezTo>
                  <a:close/>
                </a:path>
              </a:pathLst>
            </a:custGeom>
            <a:solidFill>
              <a:srgbClr val="9CB0C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483" name="Google Shape;11483;p42"/>
            <p:cNvSpPr/>
            <p:nvPr/>
          </p:nvSpPr>
          <p:spPr>
            <a:xfrm>
              <a:off x="3089472" y="4553711"/>
              <a:ext cx="10556" cy="22219"/>
            </a:xfrm>
            <a:custGeom>
              <a:rect b="b" l="l" r="r" t="t"/>
              <a:pathLst>
                <a:path extrusionOk="0" h="1484" w="705">
                  <a:moveTo>
                    <a:pt x="350" y="1"/>
                  </a:moveTo>
                  <a:cubicBezTo>
                    <a:pt x="174" y="1"/>
                    <a:pt x="0" y="116"/>
                    <a:pt x="11" y="348"/>
                  </a:cubicBezTo>
                  <a:lnTo>
                    <a:pt x="11" y="1126"/>
                  </a:lnTo>
                  <a:cubicBezTo>
                    <a:pt x="11" y="1315"/>
                    <a:pt x="158" y="1483"/>
                    <a:pt x="347" y="1483"/>
                  </a:cubicBezTo>
                  <a:cubicBezTo>
                    <a:pt x="557" y="1483"/>
                    <a:pt x="704" y="1315"/>
                    <a:pt x="704" y="1126"/>
                  </a:cubicBezTo>
                  <a:lnTo>
                    <a:pt x="704" y="348"/>
                  </a:lnTo>
                  <a:cubicBezTo>
                    <a:pt x="704" y="116"/>
                    <a:pt x="526" y="1"/>
                    <a:pt x="350" y="1"/>
                  </a:cubicBezTo>
                  <a:close/>
                </a:path>
              </a:pathLst>
            </a:custGeom>
            <a:solidFill>
              <a:srgbClr val="9CB0C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484" name="Google Shape;11484;p42"/>
            <p:cNvSpPr/>
            <p:nvPr/>
          </p:nvSpPr>
          <p:spPr>
            <a:xfrm>
              <a:off x="3114491" y="4553711"/>
              <a:ext cx="10720" cy="22219"/>
            </a:xfrm>
            <a:custGeom>
              <a:rect b="b" l="l" r="r" t="t"/>
              <a:pathLst>
                <a:path extrusionOk="0" h="1484" w="716">
                  <a:moveTo>
                    <a:pt x="358" y="1"/>
                  </a:moveTo>
                  <a:cubicBezTo>
                    <a:pt x="179" y="1"/>
                    <a:pt x="1" y="116"/>
                    <a:pt x="1" y="348"/>
                  </a:cubicBezTo>
                  <a:lnTo>
                    <a:pt x="1" y="1126"/>
                  </a:lnTo>
                  <a:cubicBezTo>
                    <a:pt x="1" y="1315"/>
                    <a:pt x="169" y="1483"/>
                    <a:pt x="358" y="1483"/>
                  </a:cubicBezTo>
                  <a:cubicBezTo>
                    <a:pt x="547" y="1483"/>
                    <a:pt x="715" y="1315"/>
                    <a:pt x="715" y="1126"/>
                  </a:cubicBezTo>
                  <a:lnTo>
                    <a:pt x="715" y="348"/>
                  </a:lnTo>
                  <a:cubicBezTo>
                    <a:pt x="715" y="116"/>
                    <a:pt x="537" y="1"/>
                    <a:pt x="358" y="1"/>
                  </a:cubicBezTo>
                  <a:close/>
                </a:path>
              </a:pathLst>
            </a:custGeom>
            <a:solidFill>
              <a:srgbClr val="9CB0C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1485" name="Google Shape;11485;p42"/>
          <p:cNvGrpSpPr/>
          <p:nvPr/>
        </p:nvGrpSpPr>
        <p:grpSpPr>
          <a:xfrm>
            <a:off x="1779168" y="3622625"/>
            <a:ext cx="282381" cy="343454"/>
            <a:chOff x="1779168" y="3805625"/>
            <a:chExt cx="282381" cy="343454"/>
          </a:xfrm>
        </p:grpSpPr>
        <p:sp>
          <p:nvSpPr>
            <p:cNvPr id="11486" name="Google Shape;11486;p42"/>
            <p:cNvSpPr/>
            <p:nvPr/>
          </p:nvSpPr>
          <p:spPr>
            <a:xfrm>
              <a:off x="1798048" y="3814758"/>
              <a:ext cx="243662" cy="314797"/>
            </a:xfrm>
            <a:custGeom>
              <a:rect b="b" l="l" r="r" t="t"/>
              <a:pathLst>
                <a:path extrusionOk="0" h="21025" w="16274">
                  <a:moveTo>
                    <a:pt x="1" y="0"/>
                  </a:moveTo>
                  <a:lnTo>
                    <a:pt x="1" y="21025"/>
                  </a:lnTo>
                  <a:lnTo>
                    <a:pt x="16274" y="21025"/>
                  </a:lnTo>
                  <a:lnTo>
                    <a:pt x="16274" y="0"/>
                  </a:lnTo>
                  <a:close/>
                </a:path>
              </a:pathLst>
            </a:custGeom>
            <a:solidFill>
              <a:srgbClr val="E2E8E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487" name="Google Shape;11487;p42"/>
            <p:cNvSpPr/>
            <p:nvPr/>
          </p:nvSpPr>
          <p:spPr>
            <a:xfrm>
              <a:off x="1798048" y="3814758"/>
              <a:ext cx="54485" cy="314797"/>
            </a:xfrm>
            <a:custGeom>
              <a:rect b="b" l="l" r="r" t="t"/>
              <a:pathLst>
                <a:path extrusionOk="0" h="21025" w="3639">
                  <a:moveTo>
                    <a:pt x="1" y="0"/>
                  </a:moveTo>
                  <a:lnTo>
                    <a:pt x="1" y="21025"/>
                  </a:lnTo>
                  <a:lnTo>
                    <a:pt x="3638" y="21025"/>
                  </a:lnTo>
                  <a:lnTo>
                    <a:pt x="3638" y="0"/>
                  </a:lnTo>
                  <a:close/>
                </a:path>
              </a:pathLst>
            </a:custGeom>
            <a:solidFill>
              <a:srgbClr val="B8C6D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488" name="Google Shape;11488;p42"/>
            <p:cNvSpPr/>
            <p:nvPr/>
          </p:nvSpPr>
          <p:spPr>
            <a:xfrm>
              <a:off x="1779168" y="4116319"/>
              <a:ext cx="282381" cy="32760"/>
            </a:xfrm>
            <a:custGeom>
              <a:rect b="b" l="l" r="r" t="t"/>
              <a:pathLst>
                <a:path extrusionOk="0" h="2188" w="18860">
                  <a:moveTo>
                    <a:pt x="694" y="0"/>
                  </a:moveTo>
                  <a:cubicBezTo>
                    <a:pt x="316" y="0"/>
                    <a:pt x="0" y="295"/>
                    <a:pt x="0" y="673"/>
                  </a:cubicBezTo>
                  <a:lnTo>
                    <a:pt x="0" y="1703"/>
                  </a:lnTo>
                  <a:cubicBezTo>
                    <a:pt x="0" y="1977"/>
                    <a:pt x="232" y="2187"/>
                    <a:pt x="484" y="2187"/>
                  </a:cubicBezTo>
                  <a:lnTo>
                    <a:pt x="18376" y="2187"/>
                  </a:lnTo>
                  <a:cubicBezTo>
                    <a:pt x="18649" y="2187"/>
                    <a:pt x="18859" y="1977"/>
                    <a:pt x="18859" y="1703"/>
                  </a:cubicBezTo>
                  <a:lnTo>
                    <a:pt x="18859" y="673"/>
                  </a:lnTo>
                  <a:cubicBezTo>
                    <a:pt x="18859" y="295"/>
                    <a:pt x="18565" y="0"/>
                    <a:pt x="18186" y="0"/>
                  </a:cubicBezTo>
                  <a:close/>
                </a:path>
              </a:pathLst>
            </a:custGeom>
            <a:solidFill>
              <a:srgbClr val="B8C6D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489" name="Google Shape;11489;p42"/>
            <p:cNvSpPr/>
            <p:nvPr/>
          </p:nvSpPr>
          <p:spPr>
            <a:xfrm>
              <a:off x="1930585" y="3847488"/>
              <a:ext cx="90359" cy="247750"/>
            </a:xfrm>
            <a:custGeom>
              <a:rect b="b" l="l" r="r" t="t"/>
              <a:pathLst>
                <a:path extrusionOk="0" h="16547" w="6035">
                  <a:moveTo>
                    <a:pt x="168" y="1"/>
                  </a:moveTo>
                  <a:cubicBezTo>
                    <a:pt x="84" y="1"/>
                    <a:pt x="0" y="85"/>
                    <a:pt x="0" y="169"/>
                  </a:cubicBezTo>
                  <a:lnTo>
                    <a:pt x="0" y="16400"/>
                  </a:lnTo>
                  <a:cubicBezTo>
                    <a:pt x="0" y="16484"/>
                    <a:pt x="84" y="16547"/>
                    <a:pt x="168" y="16547"/>
                  </a:cubicBezTo>
                  <a:lnTo>
                    <a:pt x="5866" y="16547"/>
                  </a:lnTo>
                  <a:cubicBezTo>
                    <a:pt x="5950" y="16547"/>
                    <a:pt x="6034" y="16484"/>
                    <a:pt x="6034" y="16400"/>
                  </a:cubicBezTo>
                  <a:lnTo>
                    <a:pt x="6034" y="169"/>
                  </a:lnTo>
                  <a:cubicBezTo>
                    <a:pt x="6034" y="85"/>
                    <a:pt x="5950" y="1"/>
                    <a:pt x="5866" y="1"/>
                  </a:cubicBezTo>
                  <a:close/>
                </a:path>
              </a:pathLst>
            </a:custGeom>
            <a:solidFill>
              <a:srgbClr val="F1F4F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490" name="Google Shape;11490;p42"/>
            <p:cNvSpPr/>
            <p:nvPr/>
          </p:nvSpPr>
          <p:spPr>
            <a:xfrm>
              <a:off x="1818830" y="3847488"/>
              <a:ext cx="90988" cy="147659"/>
            </a:xfrm>
            <a:custGeom>
              <a:rect b="b" l="l" r="r" t="t"/>
              <a:pathLst>
                <a:path extrusionOk="0" h="9862" w="6077">
                  <a:moveTo>
                    <a:pt x="169" y="1"/>
                  </a:moveTo>
                  <a:cubicBezTo>
                    <a:pt x="85" y="1"/>
                    <a:pt x="0" y="85"/>
                    <a:pt x="0" y="169"/>
                  </a:cubicBezTo>
                  <a:lnTo>
                    <a:pt x="0" y="9693"/>
                  </a:lnTo>
                  <a:cubicBezTo>
                    <a:pt x="0" y="9777"/>
                    <a:pt x="85" y="9861"/>
                    <a:pt x="169" y="9861"/>
                  </a:cubicBezTo>
                  <a:lnTo>
                    <a:pt x="5908" y="9861"/>
                  </a:lnTo>
                  <a:cubicBezTo>
                    <a:pt x="6013" y="9861"/>
                    <a:pt x="6076" y="9777"/>
                    <a:pt x="6076" y="9693"/>
                  </a:cubicBezTo>
                  <a:lnTo>
                    <a:pt x="6076" y="169"/>
                  </a:lnTo>
                  <a:cubicBezTo>
                    <a:pt x="6076" y="85"/>
                    <a:pt x="6013" y="1"/>
                    <a:pt x="5908" y="1"/>
                  </a:cubicBezTo>
                  <a:close/>
                </a:path>
              </a:pathLst>
            </a:custGeom>
            <a:solidFill>
              <a:srgbClr val="ECF0F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491" name="Google Shape;11491;p42"/>
            <p:cNvSpPr/>
            <p:nvPr/>
          </p:nvSpPr>
          <p:spPr>
            <a:xfrm>
              <a:off x="1818830" y="3847802"/>
              <a:ext cx="33703" cy="147344"/>
            </a:xfrm>
            <a:custGeom>
              <a:rect b="b" l="l" r="r" t="t"/>
              <a:pathLst>
                <a:path extrusionOk="0" h="9841" w="2251">
                  <a:moveTo>
                    <a:pt x="169" y="1"/>
                  </a:moveTo>
                  <a:cubicBezTo>
                    <a:pt x="85" y="1"/>
                    <a:pt x="0" y="64"/>
                    <a:pt x="0" y="148"/>
                  </a:cubicBezTo>
                  <a:lnTo>
                    <a:pt x="0" y="9693"/>
                  </a:lnTo>
                  <a:cubicBezTo>
                    <a:pt x="0" y="9777"/>
                    <a:pt x="85" y="9840"/>
                    <a:pt x="169" y="9840"/>
                  </a:cubicBezTo>
                  <a:lnTo>
                    <a:pt x="2250" y="9840"/>
                  </a:lnTo>
                  <a:lnTo>
                    <a:pt x="2250" y="1"/>
                  </a:lnTo>
                  <a:close/>
                </a:path>
              </a:pathLst>
            </a:custGeom>
            <a:solidFill>
              <a:srgbClr val="E7ECE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492" name="Google Shape;11492;p42"/>
            <p:cNvSpPr/>
            <p:nvPr/>
          </p:nvSpPr>
          <p:spPr>
            <a:xfrm>
              <a:off x="1831737" y="3916107"/>
              <a:ext cx="63603" cy="10406"/>
            </a:xfrm>
            <a:custGeom>
              <a:rect b="b" l="l" r="r" t="t"/>
              <a:pathLst>
                <a:path extrusionOk="0" h="695" w="4248">
                  <a:moveTo>
                    <a:pt x="463" y="1"/>
                  </a:moveTo>
                  <a:cubicBezTo>
                    <a:pt x="0" y="1"/>
                    <a:pt x="0" y="695"/>
                    <a:pt x="463" y="695"/>
                  </a:cubicBezTo>
                  <a:lnTo>
                    <a:pt x="3785" y="695"/>
                  </a:lnTo>
                  <a:cubicBezTo>
                    <a:pt x="4247" y="695"/>
                    <a:pt x="4247" y="1"/>
                    <a:pt x="3785" y="1"/>
                  </a:cubicBezTo>
                  <a:close/>
                </a:path>
              </a:pathLst>
            </a:custGeom>
            <a:solidFill>
              <a:srgbClr val="223D5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493" name="Google Shape;11493;p42"/>
            <p:cNvSpPr/>
            <p:nvPr/>
          </p:nvSpPr>
          <p:spPr>
            <a:xfrm>
              <a:off x="1831737" y="3916107"/>
              <a:ext cx="20797" cy="10406"/>
            </a:xfrm>
            <a:custGeom>
              <a:rect b="b" l="l" r="r" t="t"/>
              <a:pathLst>
                <a:path extrusionOk="0" h="695" w="1389">
                  <a:moveTo>
                    <a:pt x="463" y="1"/>
                  </a:moveTo>
                  <a:cubicBezTo>
                    <a:pt x="0" y="1"/>
                    <a:pt x="0" y="695"/>
                    <a:pt x="463" y="695"/>
                  </a:cubicBezTo>
                  <a:lnTo>
                    <a:pt x="1388" y="695"/>
                  </a:lnTo>
                  <a:lnTo>
                    <a:pt x="1388" y="1"/>
                  </a:lnTo>
                  <a:close/>
                </a:path>
              </a:pathLst>
            </a:custGeom>
            <a:solidFill>
              <a:srgbClr val="8AA2B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494" name="Google Shape;11494;p42"/>
            <p:cNvSpPr/>
            <p:nvPr/>
          </p:nvSpPr>
          <p:spPr>
            <a:xfrm>
              <a:off x="1831737" y="3892510"/>
              <a:ext cx="63603" cy="10391"/>
            </a:xfrm>
            <a:custGeom>
              <a:rect b="b" l="l" r="r" t="t"/>
              <a:pathLst>
                <a:path extrusionOk="0" h="694" w="4248">
                  <a:moveTo>
                    <a:pt x="463" y="0"/>
                  </a:moveTo>
                  <a:cubicBezTo>
                    <a:pt x="0" y="0"/>
                    <a:pt x="0" y="694"/>
                    <a:pt x="463" y="694"/>
                  </a:cubicBezTo>
                  <a:lnTo>
                    <a:pt x="3785" y="694"/>
                  </a:lnTo>
                  <a:cubicBezTo>
                    <a:pt x="4247" y="694"/>
                    <a:pt x="4247" y="0"/>
                    <a:pt x="3785" y="0"/>
                  </a:cubicBezTo>
                  <a:close/>
                </a:path>
              </a:pathLst>
            </a:custGeom>
            <a:solidFill>
              <a:srgbClr val="223D5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495" name="Google Shape;11495;p42"/>
            <p:cNvSpPr/>
            <p:nvPr/>
          </p:nvSpPr>
          <p:spPr>
            <a:xfrm>
              <a:off x="1831737" y="3892510"/>
              <a:ext cx="20797" cy="10391"/>
            </a:xfrm>
            <a:custGeom>
              <a:rect b="b" l="l" r="r" t="t"/>
              <a:pathLst>
                <a:path extrusionOk="0" h="694" w="1389">
                  <a:moveTo>
                    <a:pt x="463" y="0"/>
                  </a:moveTo>
                  <a:cubicBezTo>
                    <a:pt x="0" y="0"/>
                    <a:pt x="0" y="694"/>
                    <a:pt x="463" y="694"/>
                  </a:cubicBezTo>
                  <a:lnTo>
                    <a:pt x="1388" y="694"/>
                  </a:lnTo>
                  <a:lnTo>
                    <a:pt x="1388" y="0"/>
                  </a:lnTo>
                  <a:close/>
                </a:path>
              </a:pathLst>
            </a:custGeom>
            <a:solidFill>
              <a:srgbClr val="8AA2B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496" name="Google Shape;11496;p42"/>
            <p:cNvSpPr/>
            <p:nvPr/>
          </p:nvSpPr>
          <p:spPr>
            <a:xfrm>
              <a:off x="1831737" y="3868584"/>
              <a:ext cx="63603" cy="10406"/>
            </a:xfrm>
            <a:custGeom>
              <a:rect b="b" l="l" r="r" t="t"/>
              <a:pathLst>
                <a:path extrusionOk="0" h="695" w="4248">
                  <a:moveTo>
                    <a:pt x="463" y="0"/>
                  </a:moveTo>
                  <a:cubicBezTo>
                    <a:pt x="0" y="0"/>
                    <a:pt x="0" y="694"/>
                    <a:pt x="463" y="694"/>
                  </a:cubicBezTo>
                  <a:lnTo>
                    <a:pt x="3785" y="694"/>
                  </a:lnTo>
                  <a:cubicBezTo>
                    <a:pt x="4247" y="694"/>
                    <a:pt x="4247" y="0"/>
                    <a:pt x="3785" y="0"/>
                  </a:cubicBezTo>
                  <a:close/>
                </a:path>
              </a:pathLst>
            </a:custGeom>
            <a:solidFill>
              <a:srgbClr val="223D5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497" name="Google Shape;11497;p42"/>
            <p:cNvSpPr/>
            <p:nvPr/>
          </p:nvSpPr>
          <p:spPr>
            <a:xfrm>
              <a:off x="1831737" y="3868584"/>
              <a:ext cx="20797" cy="10406"/>
            </a:xfrm>
            <a:custGeom>
              <a:rect b="b" l="l" r="r" t="t"/>
              <a:pathLst>
                <a:path extrusionOk="0" h="695" w="1389">
                  <a:moveTo>
                    <a:pt x="463" y="0"/>
                  </a:moveTo>
                  <a:cubicBezTo>
                    <a:pt x="0" y="0"/>
                    <a:pt x="0" y="694"/>
                    <a:pt x="463" y="694"/>
                  </a:cubicBezTo>
                  <a:lnTo>
                    <a:pt x="1388" y="694"/>
                  </a:lnTo>
                  <a:lnTo>
                    <a:pt x="1388" y="0"/>
                  </a:lnTo>
                  <a:close/>
                </a:path>
              </a:pathLst>
            </a:custGeom>
            <a:solidFill>
              <a:srgbClr val="8AA2B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498" name="Google Shape;11498;p42"/>
            <p:cNvSpPr/>
            <p:nvPr/>
          </p:nvSpPr>
          <p:spPr>
            <a:xfrm>
              <a:off x="1831737" y="3940033"/>
              <a:ext cx="63603" cy="10406"/>
            </a:xfrm>
            <a:custGeom>
              <a:rect b="b" l="l" r="r" t="t"/>
              <a:pathLst>
                <a:path extrusionOk="0" h="695" w="4248">
                  <a:moveTo>
                    <a:pt x="463" y="1"/>
                  </a:moveTo>
                  <a:cubicBezTo>
                    <a:pt x="0" y="1"/>
                    <a:pt x="0" y="695"/>
                    <a:pt x="463" y="695"/>
                  </a:cubicBezTo>
                  <a:lnTo>
                    <a:pt x="3785" y="695"/>
                  </a:lnTo>
                  <a:cubicBezTo>
                    <a:pt x="4247" y="695"/>
                    <a:pt x="4247" y="1"/>
                    <a:pt x="3785" y="1"/>
                  </a:cubicBezTo>
                  <a:close/>
                </a:path>
              </a:pathLst>
            </a:custGeom>
            <a:solidFill>
              <a:srgbClr val="223D5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499" name="Google Shape;11499;p42"/>
            <p:cNvSpPr/>
            <p:nvPr/>
          </p:nvSpPr>
          <p:spPr>
            <a:xfrm>
              <a:off x="1831737" y="3940033"/>
              <a:ext cx="20797" cy="10406"/>
            </a:xfrm>
            <a:custGeom>
              <a:rect b="b" l="l" r="r" t="t"/>
              <a:pathLst>
                <a:path extrusionOk="0" h="695" w="1389">
                  <a:moveTo>
                    <a:pt x="463" y="1"/>
                  </a:moveTo>
                  <a:cubicBezTo>
                    <a:pt x="0" y="1"/>
                    <a:pt x="0" y="695"/>
                    <a:pt x="463" y="695"/>
                  </a:cubicBezTo>
                  <a:lnTo>
                    <a:pt x="1388" y="695"/>
                  </a:lnTo>
                  <a:lnTo>
                    <a:pt x="1388" y="1"/>
                  </a:lnTo>
                  <a:close/>
                </a:path>
              </a:pathLst>
            </a:custGeom>
            <a:solidFill>
              <a:srgbClr val="8AA2B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500" name="Google Shape;11500;p42"/>
            <p:cNvSpPr/>
            <p:nvPr/>
          </p:nvSpPr>
          <p:spPr>
            <a:xfrm>
              <a:off x="1831737" y="3963644"/>
              <a:ext cx="63603" cy="10406"/>
            </a:xfrm>
            <a:custGeom>
              <a:rect b="b" l="l" r="r" t="t"/>
              <a:pathLst>
                <a:path extrusionOk="0" h="695" w="4248">
                  <a:moveTo>
                    <a:pt x="463" y="1"/>
                  </a:moveTo>
                  <a:cubicBezTo>
                    <a:pt x="0" y="1"/>
                    <a:pt x="0" y="694"/>
                    <a:pt x="463" y="694"/>
                  </a:cubicBezTo>
                  <a:lnTo>
                    <a:pt x="3785" y="694"/>
                  </a:lnTo>
                  <a:cubicBezTo>
                    <a:pt x="4247" y="694"/>
                    <a:pt x="4247" y="1"/>
                    <a:pt x="3785" y="1"/>
                  </a:cubicBezTo>
                  <a:close/>
                </a:path>
              </a:pathLst>
            </a:custGeom>
            <a:solidFill>
              <a:srgbClr val="223D5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501" name="Google Shape;11501;p42"/>
            <p:cNvSpPr/>
            <p:nvPr/>
          </p:nvSpPr>
          <p:spPr>
            <a:xfrm>
              <a:off x="1831737" y="3963644"/>
              <a:ext cx="20797" cy="10406"/>
            </a:xfrm>
            <a:custGeom>
              <a:rect b="b" l="l" r="r" t="t"/>
              <a:pathLst>
                <a:path extrusionOk="0" h="695" w="1389">
                  <a:moveTo>
                    <a:pt x="463" y="1"/>
                  </a:moveTo>
                  <a:cubicBezTo>
                    <a:pt x="0" y="1"/>
                    <a:pt x="0" y="694"/>
                    <a:pt x="463" y="694"/>
                  </a:cubicBezTo>
                  <a:lnTo>
                    <a:pt x="1388" y="694"/>
                  </a:lnTo>
                  <a:lnTo>
                    <a:pt x="1388" y="1"/>
                  </a:lnTo>
                  <a:close/>
                </a:path>
              </a:pathLst>
            </a:custGeom>
            <a:solidFill>
              <a:srgbClr val="8AA2B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502" name="Google Shape;11502;p42"/>
            <p:cNvSpPr/>
            <p:nvPr/>
          </p:nvSpPr>
          <p:spPr>
            <a:xfrm>
              <a:off x="1818830" y="4022202"/>
              <a:ext cx="22369" cy="58557"/>
            </a:xfrm>
            <a:custGeom>
              <a:rect b="b" l="l" r="r" t="t"/>
              <a:pathLst>
                <a:path extrusionOk="0" h="3911" w="1494">
                  <a:moveTo>
                    <a:pt x="0" y="0"/>
                  </a:moveTo>
                  <a:lnTo>
                    <a:pt x="0" y="3911"/>
                  </a:lnTo>
                  <a:lnTo>
                    <a:pt x="841" y="3911"/>
                  </a:lnTo>
                  <a:cubicBezTo>
                    <a:pt x="1199" y="3911"/>
                    <a:pt x="1493" y="3616"/>
                    <a:pt x="1493" y="3259"/>
                  </a:cubicBezTo>
                  <a:lnTo>
                    <a:pt x="1493" y="631"/>
                  </a:lnTo>
                  <a:cubicBezTo>
                    <a:pt x="1493" y="274"/>
                    <a:pt x="1199" y="0"/>
                    <a:pt x="841" y="0"/>
                  </a:cubicBezTo>
                  <a:close/>
                </a:path>
              </a:pathLst>
            </a:custGeom>
            <a:solidFill>
              <a:srgbClr val="9DB1C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503" name="Google Shape;11503;p42"/>
            <p:cNvSpPr/>
            <p:nvPr/>
          </p:nvSpPr>
          <p:spPr>
            <a:xfrm>
              <a:off x="1865739" y="4039510"/>
              <a:ext cx="19839" cy="20168"/>
            </a:xfrm>
            <a:custGeom>
              <a:rect b="b" l="l" r="r" t="t"/>
              <a:pathLst>
                <a:path extrusionOk="0" h="1347" w="1325">
                  <a:moveTo>
                    <a:pt x="652" y="1"/>
                  </a:moveTo>
                  <a:cubicBezTo>
                    <a:pt x="294" y="1"/>
                    <a:pt x="0" y="295"/>
                    <a:pt x="0" y="673"/>
                  </a:cubicBezTo>
                  <a:cubicBezTo>
                    <a:pt x="0" y="1031"/>
                    <a:pt x="294" y="1346"/>
                    <a:pt x="652" y="1346"/>
                  </a:cubicBezTo>
                  <a:cubicBezTo>
                    <a:pt x="1030" y="1346"/>
                    <a:pt x="1325" y="1031"/>
                    <a:pt x="1325" y="673"/>
                  </a:cubicBezTo>
                  <a:cubicBezTo>
                    <a:pt x="1325" y="295"/>
                    <a:pt x="1030" y="1"/>
                    <a:pt x="652" y="1"/>
                  </a:cubicBezTo>
                  <a:close/>
                </a:path>
              </a:pathLst>
            </a:custGeom>
            <a:solidFill>
              <a:srgbClr val="F1F4F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504" name="Google Shape;11504;p42"/>
            <p:cNvSpPr/>
            <p:nvPr/>
          </p:nvSpPr>
          <p:spPr>
            <a:xfrm>
              <a:off x="1813800" y="4009760"/>
              <a:ext cx="10391" cy="83277"/>
            </a:xfrm>
            <a:custGeom>
              <a:rect b="b" l="l" r="r" t="t"/>
              <a:pathLst>
                <a:path extrusionOk="0" h="5562" w="694">
                  <a:moveTo>
                    <a:pt x="347" y="1"/>
                  </a:moveTo>
                  <a:cubicBezTo>
                    <a:pt x="173" y="1"/>
                    <a:pt x="0" y="116"/>
                    <a:pt x="0" y="348"/>
                  </a:cubicBezTo>
                  <a:lnTo>
                    <a:pt x="0" y="5225"/>
                  </a:lnTo>
                  <a:cubicBezTo>
                    <a:pt x="0" y="5415"/>
                    <a:pt x="147" y="5562"/>
                    <a:pt x="336" y="5562"/>
                  </a:cubicBezTo>
                  <a:cubicBezTo>
                    <a:pt x="526" y="5562"/>
                    <a:pt x="694" y="5415"/>
                    <a:pt x="694" y="5225"/>
                  </a:cubicBezTo>
                  <a:lnTo>
                    <a:pt x="694" y="348"/>
                  </a:lnTo>
                  <a:cubicBezTo>
                    <a:pt x="694" y="116"/>
                    <a:pt x="520" y="1"/>
                    <a:pt x="347" y="1"/>
                  </a:cubicBezTo>
                  <a:close/>
                </a:path>
              </a:pathLst>
            </a:custGeom>
            <a:solidFill>
              <a:srgbClr val="E7ECE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505" name="Google Shape;11505;p42"/>
            <p:cNvSpPr/>
            <p:nvPr/>
          </p:nvSpPr>
          <p:spPr>
            <a:xfrm>
              <a:off x="1930585" y="3967732"/>
              <a:ext cx="90359" cy="20797"/>
            </a:xfrm>
            <a:custGeom>
              <a:rect b="b" l="l" r="r" t="t"/>
              <a:pathLst>
                <a:path extrusionOk="0" h="1389" w="6035">
                  <a:moveTo>
                    <a:pt x="0" y="1"/>
                  </a:moveTo>
                  <a:lnTo>
                    <a:pt x="0" y="1389"/>
                  </a:lnTo>
                  <a:lnTo>
                    <a:pt x="6034" y="1389"/>
                  </a:lnTo>
                  <a:lnTo>
                    <a:pt x="6034" y="1"/>
                  </a:lnTo>
                  <a:close/>
                </a:path>
              </a:pathLst>
            </a:custGeom>
            <a:solidFill>
              <a:srgbClr val="F4F6F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506" name="Google Shape;11506;p42"/>
            <p:cNvSpPr/>
            <p:nvPr/>
          </p:nvSpPr>
          <p:spPr>
            <a:xfrm>
              <a:off x="1992901" y="3889351"/>
              <a:ext cx="28043" cy="78396"/>
            </a:xfrm>
            <a:custGeom>
              <a:rect b="b" l="l" r="r" t="t"/>
              <a:pathLst>
                <a:path extrusionOk="0" h="5236" w="1873">
                  <a:moveTo>
                    <a:pt x="337" y="1"/>
                  </a:moveTo>
                  <a:cubicBezTo>
                    <a:pt x="148" y="1"/>
                    <a:pt x="1" y="148"/>
                    <a:pt x="1" y="337"/>
                  </a:cubicBezTo>
                  <a:lnTo>
                    <a:pt x="1" y="5236"/>
                  </a:lnTo>
                  <a:lnTo>
                    <a:pt x="1872" y="5236"/>
                  </a:lnTo>
                  <a:lnTo>
                    <a:pt x="1872" y="337"/>
                  </a:lnTo>
                  <a:cubicBezTo>
                    <a:pt x="1872" y="148"/>
                    <a:pt x="1725" y="1"/>
                    <a:pt x="1536" y="1"/>
                  </a:cubicBezTo>
                  <a:close/>
                </a:path>
              </a:pathLst>
            </a:custGeom>
            <a:solidFill>
              <a:srgbClr val="C7D3D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507" name="Google Shape;11507;p42"/>
            <p:cNvSpPr/>
            <p:nvPr/>
          </p:nvSpPr>
          <p:spPr>
            <a:xfrm>
              <a:off x="1972134" y="3913591"/>
              <a:ext cx="20782" cy="54156"/>
            </a:xfrm>
            <a:custGeom>
              <a:rect b="b" l="l" r="r" t="t"/>
              <a:pathLst>
                <a:path extrusionOk="0" h="3617" w="1388">
                  <a:moveTo>
                    <a:pt x="337" y="1"/>
                  </a:moveTo>
                  <a:cubicBezTo>
                    <a:pt x="147" y="1"/>
                    <a:pt x="0" y="148"/>
                    <a:pt x="0" y="337"/>
                  </a:cubicBezTo>
                  <a:lnTo>
                    <a:pt x="0" y="3617"/>
                  </a:lnTo>
                  <a:lnTo>
                    <a:pt x="1388" y="3617"/>
                  </a:lnTo>
                  <a:lnTo>
                    <a:pt x="1388" y="337"/>
                  </a:lnTo>
                  <a:lnTo>
                    <a:pt x="1367" y="337"/>
                  </a:lnTo>
                  <a:cubicBezTo>
                    <a:pt x="1367" y="148"/>
                    <a:pt x="1220" y="1"/>
                    <a:pt x="1051" y="1"/>
                  </a:cubicBezTo>
                  <a:close/>
                </a:path>
              </a:pathLst>
            </a:custGeom>
            <a:solidFill>
              <a:srgbClr val="8CA4B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508" name="Google Shape;11508;p42"/>
            <p:cNvSpPr/>
            <p:nvPr/>
          </p:nvSpPr>
          <p:spPr>
            <a:xfrm>
              <a:off x="1930585" y="3889980"/>
              <a:ext cx="20782" cy="77767"/>
            </a:xfrm>
            <a:custGeom>
              <a:rect b="b" l="l" r="r" t="t"/>
              <a:pathLst>
                <a:path extrusionOk="0" h="5194" w="1388">
                  <a:moveTo>
                    <a:pt x="336" y="1"/>
                  </a:moveTo>
                  <a:cubicBezTo>
                    <a:pt x="147" y="1"/>
                    <a:pt x="0" y="148"/>
                    <a:pt x="0" y="337"/>
                  </a:cubicBezTo>
                  <a:lnTo>
                    <a:pt x="0" y="5194"/>
                  </a:lnTo>
                  <a:lnTo>
                    <a:pt x="1388" y="5194"/>
                  </a:lnTo>
                  <a:lnTo>
                    <a:pt x="1388" y="2440"/>
                  </a:lnTo>
                  <a:lnTo>
                    <a:pt x="1388" y="337"/>
                  </a:lnTo>
                  <a:cubicBezTo>
                    <a:pt x="1388" y="148"/>
                    <a:pt x="1240" y="1"/>
                    <a:pt x="1051" y="1"/>
                  </a:cubicBezTo>
                  <a:close/>
                </a:path>
              </a:pathLst>
            </a:custGeom>
            <a:solidFill>
              <a:srgbClr val="C7D3D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509" name="Google Shape;11509;p42"/>
            <p:cNvSpPr/>
            <p:nvPr/>
          </p:nvSpPr>
          <p:spPr>
            <a:xfrm>
              <a:off x="1951352" y="3921467"/>
              <a:ext cx="20797" cy="46280"/>
            </a:xfrm>
            <a:custGeom>
              <a:rect b="b" l="l" r="r" t="t"/>
              <a:pathLst>
                <a:path extrusionOk="0" h="3091" w="1389">
                  <a:moveTo>
                    <a:pt x="337" y="0"/>
                  </a:moveTo>
                  <a:cubicBezTo>
                    <a:pt x="148" y="0"/>
                    <a:pt x="1" y="148"/>
                    <a:pt x="1" y="337"/>
                  </a:cubicBezTo>
                  <a:lnTo>
                    <a:pt x="1" y="3091"/>
                  </a:lnTo>
                  <a:lnTo>
                    <a:pt x="1388" y="3091"/>
                  </a:lnTo>
                  <a:lnTo>
                    <a:pt x="1388" y="337"/>
                  </a:lnTo>
                  <a:cubicBezTo>
                    <a:pt x="1388" y="148"/>
                    <a:pt x="1241" y="0"/>
                    <a:pt x="1052" y="0"/>
                  </a:cubicBezTo>
                  <a:close/>
                </a:path>
              </a:pathLst>
            </a:custGeom>
            <a:solidFill>
              <a:srgbClr val="E8EDF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510" name="Google Shape;11510;p42"/>
            <p:cNvSpPr/>
            <p:nvPr/>
          </p:nvSpPr>
          <p:spPr>
            <a:xfrm>
              <a:off x="1974964" y="4026289"/>
              <a:ext cx="44393" cy="68948"/>
            </a:xfrm>
            <a:custGeom>
              <a:rect b="b" l="l" r="r" t="t"/>
              <a:pathLst>
                <a:path extrusionOk="0" h="4605" w="2965">
                  <a:moveTo>
                    <a:pt x="1040" y="0"/>
                  </a:moveTo>
                  <a:cubicBezTo>
                    <a:pt x="1003" y="0"/>
                    <a:pt x="964" y="7"/>
                    <a:pt x="926" y="22"/>
                  </a:cubicBezTo>
                  <a:lnTo>
                    <a:pt x="232" y="316"/>
                  </a:lnTo>
                  <a:cubicBezTo>
                    <a:pt x="64" y="379"/>
                    <a:pt x="0" y="568"/>
                    <a:pt x="64" y="736"/>
                  </a:cubicBezTo>
                  <a:lnTo>
                    <a:pt x="1682" y="4605"/>
                  </a:lnTo>
                  <a:lnTo>
                    <a:pt x="2965" y="4079"/>
                  </a:lnTo>
                  <a:lnTo>
                    <a:pt x="1346" y="190"/>
                  </a:lnTo>
                  <a:cubicBezTo>
                    <a:pt x="1281" y="76"/>
                    <a:pt x="1166" y="0"/>
                    <a:pt x="1040" y="0"/>
                  </a:cubicBezTo>
                  <a:close/>
                </a:path>
              </a:pathLst>
            </a:custGeom>
            <a:solidFill>
              <a:srgbClr val="E8EDF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511" name="Google Shape;11511;p42"/>
            <p:cNvSpPr/>
            <p:nvPr/>
          </p:nvSpPr>
          <p:spPr>
            <a:xfrm>
              <a:off x="1930585" y="4017770"/>
              <a:ext cx="20782" cy="77782"/>
            </a:xfrm>
            <a:custGeom>
              <a:rect b="b" l="l" r="r" t="t"/>
              <a:pathLst>
                <a:path extrusionOk="0" h="5195" w="1388">
                  <a:moveTo>
                    <a:pt x="1083" y="0"/>
                  </a:moveTo>
                  <a:cubicBezTo>
                    <a:pt x="1073" y="0"/>
                    <a:pt x="1062" y="1"/>
                    <a:pt x="1051" y="2"/>
                  </a:cubicBezTo>
                  <a:lnTo>
                    <a:pt x="336" y="2"/>
                  </a:lnTo>
                  <a:cubicBezTo>
                    <a:pt x="147" y="2"/>
                    <a:pt x="0" y="149"/>
                    <a:pt x="0" y="338"/>
                  </a:cubicBezTo>
                  <a:lnTo>
                    <a:pt x="0" y="4880"/>
                  </a:lnTo>
                  <a:cubicBezTo>
                    <a:pt x="0" y="5048"/>
                    <a:pt x="147" y="5195"/>
                    <a:pt x="315" y="5195"/>
                  </a:cubicBezTo>
                  <a:lnTo>
                    <a:pt x="1388" y="5195"/>
                  </a:lnTo>
                  <a:lnTo>
                    <a:pt x="1388" y="2125"/>
                  </a:lnTo>
                  <a:lnTo>
                    <a:pt x="1388" y="338"/>
                  </a:lnTo>
                  <a:cubicBezTo>
                    <a:pt x="1388" y="160"/>
                    <a:pt x="1257" y="0"/>
                    <a:pt x="1083" y="0"/>
                  </a:cubicBezTo>
                  <a:close/>
                </a:path>
              </a:pathLst>
            </a:custGeom>
            <a:solidFill>
              <a:srgbClr val="8CA4B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512" name="Google Shape;11512;p42"/>
            <p:cNvSpPr/>
            <p:nvPr/>
          </p:nvSpPr>
          <p:spPr>
            <a:xfrm>
              <a:off x="1951352" y="4044855"/>
              <a:ext cx="20797" cy="50697"/>
            </a:xfrm>
            <a:custGeom>
              <a:rect b="b" l="l" r="r" t="t"/>
              <a:pathLst>
                <a:path extrusionOk="0" h="3386" w="1389">
                  <a:moveTo>
                    <a:pt x="316" y="1"/>
                  </a:moveTo>
                  <a:cubicBezTo>
                    <a:pt x="148" y="1"/>
                    <a:pt x="1" y="148"/>
                    <a:pt x="1" y="316"/>
                  </a:cubicBezTo>
                  <a:lnTo>
                    <a:pt x="1" y="3386"/>
                  </a:lnTo>
                  <a:lnTo>
                    <a:pt x="1388" y="3386"/>
                  </a:lnTo>
                  <a:lnTo>
                    <a:pt x="1388" y="316"/>
                  </a:lnTo>
                  <a:cubicBezTo>
                    <a:pt x="1388" y="148"/>
                    <a:pt x="1241" y="1"/>
                    <a:pt x="1073" y="1"/>
                  </a:cubicBezTo>
                  <a:close/>
                </a:path>
              </a:pathLst>
            </a:custGeom>
            <a:solidFill>
              <a:srgbClr val="D1DBE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513" name="Google Shape;11513;p42"/>
            <p:cNvSpPr/>
            <p:nvPr/>
          </p:nvSpPr>
          <p:spPr>
            <a:xfrm>
              <a:off x="1789245" y="3805625"/>
              <a:ext cx="261914" cy="21426"/>
            </a:xfrm>
            <a:custGeom>
              <a:rect b="b" l="l" r="r" t="t"/>
              <a:pathLst>
                <a:path extrusionOk="0" h="1431" w="17493">
                  <a:moveTo>
                    <a:pt x="463" y="0"/>
                  </a:moveTo>
                  <a:cubicBezTo>
                    <a:pt x="210" y="0"/>
                    <a:pt x="0" y="211"/>
                    <a:pt x="0" y="484"/>
                  </a:cubicBezTo>
                  <a:lnTo>
                    <a:pt x="0" y="947"/>
                  </a:lnTo>
                  <a:cubicBezTo>
                    <a:pt x="0" y="1220"/>
                    <a:pt x="210" y="1430"/>
                    <a:pt x="463" y="1430"/>
                  </a:cubicBezTo>
                  <a:lnTo>
                    <a:pt x="17030" y="1430"/>
                  </a:lnTo>
                  <a:cubicBezTo>
                    <a:pt x="17282" y="1430"/>
                    <a:pt x="17492" y="1220"/>
                    <a:pt x="17492" y="947"/>
                  </a:cubicBezTo>
                  <a:lnTo>
                    <a:pt x="17492" y="484"/>
                  </a:lnTo>
                  <a:cubicBezTo>
                    <a:pt x="17492" y="211"/>
                    <a:pt x="17282" y="0"/>
                    <a:pt x="17030" y="0"/>
                  </a:cubicBezTo>
                  <a:close/>
                </a:path>
              </a:pathLst>
            </a:custGeom>
            <a:solidFill>
              <a:srgbClr val="B8C6D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1514" name="Google Shape;11514;p42"/>
          <p:cNvGrpSpPr/>
          <p:nvPr/>
        </p:nvGrpSpPr>
        <p:grpSpPr>
          <a:xfrm>
            <a:off x="2593522" y="2224029"/>
            <a:ext cx="391607" cy="364535"/>
            <a:chOff x="2593522" y="2407029"/>
            <a:chExt cx="391607" cy="364535"/>
          </a:xfrm>
        </p:grpSpPr>
        <p:sp>
          <p:nvSpPr>
            <p:cNvPr id="11515" name="Google Shape;11515;p42"/>
            <p:cNvSpPr/>
            <p:nvPr/>
          </p:nvSpPr>
          <p:spPr>
            <a:xfrm>
              <a:off x="2602641" y="2573867"/>
              <a:ext cx="97291" cy="197697"/>
            </a:xfrm>
            <a:custGeom>
              <a:rect b="b" l="l" r="r" t="t"/>
              <a:pathLst>
                <a:path extrusionOk="0" h="13204" w="6498">
                  <a:moveTo>
                    <a:pt x="1" y="0"/>
                  </a:moveTo>
                  <a:lnTo>
                    <a:pt x="1" y="12678"/>
                  </a:lnTo>
                  <a:cubicBezTo>
                    <a:pt x="1" y="12972"/>
                    <a:pt x="232" y="13203"/>
                    <a:pt x="527" y="13203"/>
                  </a:cubicBezTo>
                  <a:lnTo>
                    <a:pt x="6497" y="13203"/>
                  </a:lnTo>
                  <a:lnTo>
                    <a:pt x="6497" y="0"/>
                  </a:lnTo>
                  <a:close/>
                </a:path>
              </a:pathLst>
            </a:custGeom>
            <a:solidFill>
              <a:srgbClr val="D5DEE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516" name="Google Shape;11516;p42"/>
            <p:cNvSpPr/>
            <p:nvPr/>
          </p:nvSpPr>
          <p:spPr>
            <a:xfrm>
              <a:off x="2680078" y="2573867"/>
              <a:ext cx="19854" cy="156148"/>
            </a:xfrm>
            <a:custGeom>
              <a:rect b="b" l="l" r="r" t="t"/>
              <a:pathLst>
                <a:path extrusionOk="0" h="10429" w="1326">
                  <a:moveTo>
                    <a:pt x="548" y="0"/>
                  </a:moveTo>
                  <a:lnTo>
                    <a:pt x="548" y="6581"/>
                  </a:lnTo>
                  <a:cubicBezTo>
                    <a:pt x="548" y="6707"/>
                    <a:pt x="485" y="6854"/>
                    <a:pt x="379" y="6959"/>
                  </a:cubicBezTo>
                  <a:lnTo>
                    <a:pt x="169" y="7169"/>
                  </a:lnTo>
                  <a:cubicBezTo>
                    <a:pt x="64" y="7274"/>
                    <a:pt x="1" y="7401"/>
                    <a:pt x="22" y="7548"/>
                  </a:cubicBezTo>
                  <a:lnTo>
                    <a:pt x="22" y="10428"/>
                  </a:lnTo>
                  <a:lnTo>
                    <a:pt x="1325" y="10428"/>
                  </a:lnTo>
                  <a:lnTo>
                    <a:pt x="1325" y="0"/>
                  </a:lnTo>
                  <a:close/>
                </a:path>
              </a:pathLst>
            </a:custGeom>
            <a:solidFill>
              <a:srgbClr val="A5B8C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517" name="Google Shape;11517;p42"/>
            <p:cNvSpPr/>
            <p:nvPr/>
          </p:nvSpPr>
          <p:spPr>
            <a:xfrm>
              <a:off x="2602641" y="2742907"/>
              <a:ext cx="57629" cy="28657"/>
            </a:xfrm>
            <a:custGeom>
              <a:rect b="b" l="l" r="r" t="t"/>
              <a:pathLst>
                <a:path extrusionOk="0" h="1914" w="3849">
                  <a:moveTo>
                    <a:pt x="1" y="0"/>
                  </a:moveTo>
                  <a:lnTo>
                    <a:pt x="1" y="1388"/>
                  </a:lnTo>
                  <a:cubicBezTo>
                    <a:pt x="1" y="1682"/>
                    <a:pt x="232" y="1913"/>
                    <a:pt x="548" y="1913"/>
                  </a:cubicBezTo>
                  <a:lnTo>
                    <a:pt x="3848" y="1913"/>
                  </a:lnTo>
                  <a:lnTo>
                    <a:pt x="3848" y="0"/>
                  </a:lnTo>
                  <a:close/>
                </a:path>
              </a:pathLst>
            </a:custGeom>
            <a:solidFill>
              <a:srgbClr val="AABBC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518" name="Google Shape;11518;p42"/>
            <p:cNvSpPr/>
            <p:nvPr/>
          </p:nvSpPr>
          <p:spPr>
            <a:xfrm>
              <a:off x="2593522" y="2516552"/>
              <a:ext cx="106410" cy="57330"/>
            </a:xfrm>
            <a:custGeom>
              <a:rect b="b" l="l" r="r" t="t"/>
              <a:pathLst>
                <a:path extrusionOk="0" h="3829" w="7107">
                  <a:moveTo>
                    <a:pt x="783" y="0"/>
                  </a:moveTo>
                  <a:cubicBezTo>
                    <a:pt x="526" y="0"/>
                    <a:pt x="315" y="203"/>
                    <a:pt x="295" y="464"/>
                  </a:cubicBezTo>
                  <a:lnTo>
                    <a:pt x="42" y="3239"/>
                  </a:lnTo>
                  <a:cubicBezTo>
                    <a:pt x="0" y="3555"/>
                    <a:pt x="253" y="3828"/>
                    <a:pt x="568" y="3828"/>
                  </a:cubicBezTo>
                  <a:lnTo>
                    <a:pt x="7106" y="3828"/>
                  </a:lnTo>
                  <a:lnTo>
                    <a:pt x="7106" y="2"/>
                  </a:lnTo>
                  <a:lnTo>
                    <a:pt x="820" y="2"/>
                  </a:lnTo>
                  <a:cubicBezTo>
                    <a:pt x="808" y="1"/>
                    <a:pt x="795" y="0"/>
                    <a:pt x="783" y="0"/>
                  </a:cubicBezTo>
                  <a:close/>
                </a:path>
              </a:pathLst>
            </a:custGeom>
            <a:solidFill>
              <a:srgbClr val="E5EAE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519" name="Google Shape;11519;p42"/>
            <p:cNvSpPr/>
            <p:nvPr/>
          </p:nvSpPr>
          <p:spPr>
            <a:xfrm>
              <a:off x="2593522" y="2516567"/>
              <a:ext cx="106410" cy="56985"/>
            </a:xfrm>
            <a:custGeom>
              <a:rect b="b" l="l" r="r" t="t"/>
              <a:pathLst>
                <a:path extrusionOk="0" h="3806" w="7107">
                  <a:moveTo>
                    <a:pt x="5719" y="1"/>
                  </a:moveTo>
                  <a:lnTo>
                    <a:pt x="5719" y="1809"/>
                  </a:lnTo>
                  <a:cubicBezTo>
                    <a:pt x="5719" y="1956"/>
                    <a:pt x="5782" y="2082"/>
                    <a:pt x="5887" y="2187"/>
                  </a:cubicBezTo>
                  <a:lnTo>
                    <a:pt x="6097" y="2397"/>
                  </a:lnTo>
                  <a:cubicBezTo>
                    <a:pt x="6181" y="2481"/>
                    <a:pt x="6244" y="2587"/>
                    <a:pt x="6244" y="2713"/>
                  </a:cubicBezTo>
                  <a:lnTo>
                    <a:pt x="84" y="2713"/>
                  </a:lnTo>
                  <a:lnTo>
                    <a:pt x="21" y="3238"/>
                  </a:lnTo>
                  <a:cubicBezTo>
                    <a:pt x="0" y="3533"/>
                    <a:pt x="232" y="3806"/>
                    <a:pt x="547" y="3806"/>
                  </a:cubicBezTo>
                  <a:lnTo>
                    <a:pt x="7106" y="3806"/>
                  </a:lnTo>
                  <a:lnTo>
                    <a:pt x="7106" y="1"/>
                  </a:ln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520" name="Google Shape;11520;p42"/>
            <p:cNvSpPr/>
            <p:nvPr/>
          </p:nvSpPr>
          <p:spPr>
            <a:xfrm>
              <a:off x="2629726" y="2602794"/>
              <a:ext cx="43136" cy="61432"/>
            </a:xfrm>
            <a:custGeom>
              <a:rect b="b" l="l" r="r" t="t"/>
              <a:pathLst>
                <a:path extrusionOk="0" h="4103" w="2881">
                  <a:moveTo>
                    <a:pt x="1482" y="0"/>
                  </a:moveTo>
                  <a:cubicBezTo>
                    <a:pt x="1458" y="0"/>
                    <a:pt x="1433" y="1"/>
                    <a:pt x="1409" y="2"/>
                  </a:cubicBezTo>
                  <a:cubicBezTo>
                    <a:pt x="631" y="23"/>
                    <a:pt x="0" y="675"/>
                    <a:pt x="0" y="1453"/>
                  </a:cubicBezTo>
                  <a:lnTo>
                    <a:pt x="0" y="3766"/>
                  </a:lnTo>
                  <a:cubicBezTo>
                    <a:pt x="0" y="3955"/>
                    <a:pt x="147" y="4102"/>
                    <a:pt x="336" y="4102"/>
                  </a:cubicBezTo>
                  <a:lnTo>
                    <a:pt x="2565" y="4102"/>
                  </a:lnTo>
                  <a:cubicBezTo>
                    <a:pt x="2733" y="4102"/>
                    <a:pt x="2880" y="3955"/>
                    <a:pt x="2880" y="3766"/>
                  </a:cubicBezTo>
                  <a:lnTo>
                    <a:pt x="2880" y="1432"/>
                  </a:lnTo>
                  <a:cubicBezTo>
                    <a:pt x="2880" y="637"/>
                    <a:pt x="2248" y="0"/>
                    <a:pt x="1482" y="0"/>
                  </a:cubicBezTo>
                  <a:close/>
                </a:path>
              </a:pathLst>
            </a:custGeom>
            <a:solidFill>
              <a:srgbClr val="F8FAF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521" name="Google Shape;11521;p42"/>
            <p:cNvSpPr/>
            <p:nvPr/>
          </p:nvSpPr>
          <p:spPr>
            <a:xfrm>
              <a:off x="2646091" y="2602704"/>
              <a:ext cx="26771" cy="61522"/>
            </a:xfrm>
            <a:custGeom>
              <a:rect b="b" l="l" r="r" t="t"/>
              <a:pathLst>
                <a:path extrusionOk="0" h="4109" w="1788">
                  <a:moveTo>
                    <a:pt x="260" y="0"/>
                  </a:moveTo>
                  <a:cubicBezTo>
                    <a:pt x="174" y="0"/>
                    <a:pt x="93" y="20"/>
                    <a:pt x="0" y="50"/>
                  </a:cubicBezTo>
                  <a:cubicBezTo>
                    <a:pt x="652" y="197"/>
                    <a:pt x="1094" y="765"/>
                    <a:pt x="1094" y="1438"/>
                  </a:cubicBezTo>
                  <a:lnTo>
                    <a:pt x="1094" y="4108"/>
                  </a:lnTo>
                  <a:lnTo>
                    <a:pt x="1472" y="4108"/>
                  </a:lnTo>
                  <a:cubicBezTo>
                    <a:pt x="1640" y="4108"/>
                    <a:pt x="1787" y="3961"/>
                    <a:pt x="1787" y="3772"/>
                  </a:cubicBezTo>
                  <a:lnTo>
                    <a:pt x="1787" y="1459"/>
                  </a:lnTo>
                  <a:cubicBezTo>
                    <a:pt x="1787" y="660"/>
                    <a:pt x="1157" y="8"/>
                    <a:pt x="358" y="8"/>
                  </a:cubicBezTo>
                  <a:cubicBezTo>
                    <a:pt x="324" y="3"/>
                    <a:pt x="292" y="0"/>
                    <a:pt x="260" y="0"/>
                  </a:cubicBezTo>
                  <a:close/>
                </a:path>
              </a:pathLst>
            </a:custGeom>
            <a:solidFill>
              <a:srgbClr val="E1E7E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522" name="Google Shape;11522;p42"/>
            <p:cNvSpPr/>
            <p:nvPr/>
          </p:nvSpPr>
          <p:spPr>
            <a:xfrm>
              <a:off x="2878719" y="2573867"/>
              <a:ext cx="97276" cy="197697"/>
            </a:xfrm>
            <a:custGeom>
              <a:rect b="b" l="l" r="r" t="t"/>
              <a:pathLst>
                <a:path extrusionOk="0" h="13204" w="6497">
                  <a:moveTo>
                    <a:pt x="0" y="0"/>
                  </a:moveTo>
                  <a:lnTo>
                    <a:pt x="0" y="13203"/>
                  </a:lnTo>
                  <a:lnTo>
                    <a:pt x="5971" y="13203"/>
                  </a:lnTo>
                  <a:cubicBezTo>
                    <a:pt x="6245" y="13203"/>
                    <a:pt x="6497" y="12972"/>
                    <a:pt x="6497" y="12678"/>
                  </a:cubicBezTo>
                  <a:lnTo>
                    <a:pt x="6497" y="0"/>
                  </a:lnTo>
                  <a:close/>
                </a:path>
              </a:pathLst>
            </a:custGeom>
            <a:solidFill>
              <a:srgbClr val="D5DEE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523" name="Google Shape;11523;p42"/>
            <p:cNvSpPr/>
            <p:nvPr/>
          </p:nvSpPr>
          <p:spPr>
            <a:xfrm>
              <a:off x="2959929" y="2573867"/>
              <a:ext cx="15751" cy="197697"/>
            </a:xfrm>
            <a:custGeom>
              <a:rect b="b" l="l" r="r" t="t"/>
              <a:pathLst>
                <a:path extrusionOk="0" h="13204" w="1052">
                  <a:moveTo>
                    <a:pt x="1" y="0"/>
                  </a:moveTo>
                  <a:lnTo>
                    <a:pt x="1" y="13203"/>
                  </a:lnTo>
                  <a:lnTo>
                    <a:pt x="526" y="13203"/>
                  </a:lnTo>
                  <a:cubicBezTo>
                    <a:pt x="821" y="13203"/>
                    <a:pt x="1052" y="12972"/>
                    <a:pt x="1052" y="12678"/>
                  </a:cubicBezTo>
                  <a:lnTo>
                    <a:pt x="1052" y="0"/>
                  </a:lnTo>
                  <a:close/>
                </a:path>
              </a:pathLst>
            </a:custGeom>
            <a:solidFill>
              <a:srgbClr val="A5B8C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524" name="Google Shape;11524;p42"/>
            <p:cNvSpPr/>
            <p:nvPr/>
          </p:nvSpPr>
          <p:spPr>
            <a:xfrm>
              <a:off x="2878719" y="2573867"/>
              <a:ext cx="20782" cy="156148"/>
            </a:xfrm>
            <a:custGeom>
              <a:rect b="b" l="l" r="r" t="t"/>
              <a:pathLst>
                <a:path extrusionOk="0" h="10429" w="1388">
                  <a:moveTo>
                    <a:pt x="0" y="0"/>
                  </a:moveTo>
                  <a:lnTo>
                    <a:pt x="0" y="10428"/>
                  </a:lnTo>
                  <a:lnTo>
                    <a:pt x="1388" y="10428"/>
                  </a:lnTo>
                  <a:lnTo>
                    <a:pt x="1388" y="7548"/>
                  </a:lnTo>
                  <a:cubicBezTo>
                    <a:pt x="1388" y="7401"/>
                    <a:pt x="1325" y="7274"/>
                    <a:pt x="1220" y="7169"/>
                  </a:cubicBezTo>
                  <a:lnTo>
                    <a:pt x="1009" y="6959"/>
                  </a:lnTo>
                  <a:cubicBezTo>
                    <a:pt x="904" y="6854"/>
                    <a:pt x="841" y="6707"/>
                    <a:pt x="841" y="6581"/>
                  </a:cubicBezTo>
                  <a:lnTo>
                    <a:pt x="841" y="0"/>
                  </a:lnTo>
                  <a:close/>
                </a:path>
              </a:pathLst>
            </a:custGeom>
            <a:solidFill>
              <a:srgbClr val="A5B8C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525" name="Google Shape;11525;p42"/>
            <p:cNvSpPr/>
            <p:nvPr/>
          </p:nvSpPr>
          <p:spPr>
            <a:xfrm>
              <a:off x="2918381" y="2742907"/>
              <a:ext cx="57614" cy="28657"/>
            </a:xfrm>
            <a:custGeom>
              <a:rect b="b" l="l" r="r" t="t"/>
              <a:pathLst>
                <a:path extrusionOk="0" h="1914" w="3848">
                  <a:moveTo>
                    <a:pt x="0" y="0"/>
                  </a:moveTo>
                  <a:lnTo>
                    <a:pt x="0" y="1913"/>
                  </a:lnTo>
                  <a:lnTo>
                    <a:pt x="3322" y="1913"/>
                  </a:lnTo>
                  <a:cubicBezTo>
                    <a:pt x="3617" y="1913"/>
                    <a:pt x="3848" y="1682"/>
                    <a:pt x="3848" y="1388"/>
                  </a:cubicBezTo>
                  <a:lnTo>
                    <a:pt x="3848" y="0"/>
                  </a:lnTo>
                  <a:close/>
                </a:path>
              </a:pathLst>
            </a:custGeom>
            <a:solidFill>
              <a:srgbClr val="AABBC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526" name="Google Shape;11526;p42"/>
            <p:cNvSpPr/>
            <p:nvPr/>
          </p:nvSpPr>
          <p:spPr>
            <a:xfrm>
              <a:off x="2959929" y="2742907"/>
              <a:ext cx="15751" cy="28657"/>
            </a:xfrm>
            <a:custGeom>
              <a:rect b="b" l="l" r="r" t="t"/>
              <a:pathLst>
                <a:path extrusionOk="0" h="1914" w="1052">
                  <a:moveTo>
                    <a:pt x="1" y="0"/>
                  </a:moveTo>
                  <a:lnTo>
                    <a:pt x="1" y="1913"/>
                  </a:lnTo>
                  <a:lnTo>
                    <a:pt x="526" y="1913"/>
                  </a:lnTo>
                  <a:cubicBezTo>
                    <a:pt x="821" y="1913"/>
                    <a:pt x="1052" y="1682"/>
                    <a:pt x="1052" y="1388"/>
                  </a:cubicBezTo>
                  <a:lnTo>
                    <a:pt x="1052" y="0"/>
                  </a:lnTo>
                  <a:close/>
                </a:path>
              </a:pathLst>
            </a:custGeom>
            <a:solidFill>
              <a:srgbClr val="E7ECF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527" name="Google Shape;11527;p42"/>
            <p:cNvSpPr/>
            <p:nvPr/>
          </p:nvSpPr>
          <p:spPr>
            <a:xfrm>
              <a:off x="2878719" y="2516552"/>
              <a:ext cx="106410" cy="57330"/>
            </a:xfrm>
            <a:custGeom>
              <a:rect b="b" l="l" r="r" t="t"/>
              <a:pathLst>
                <a:path extrusionOk="0" h="3829" w="7107">
                  <a:moveTo>
                    <a:pt x="6306" y="0"/>
                  </a:moveTo>
                  <a:cubicBezTo>
                    <a:pt x="6293" y="0"/>
                    <a:pt x="6279" y="1"/>
                    <a:pt x="6266" y="2"/>
                  </a:cubicBezTo>
                  <a:lnTo>
                    <a:pt x="0" y="2"/>
                  </a:lnTo>
                  <a:lnTo>
                    <a:pt x="0" y="3828"/>
                  </a:lnTo>
                  <a:lnTo>
                    <a:pt x="6539" y="3828"/>
                  </a:lnTo>
                  <a:cubicBezTo>
                    <a:pt x="6854" y="3828"/>
                    <a:pt x="7107" y="3555"/>
                    <a:pt x="7064" y="3239"/>
                  </a:cubicBezTo>
                  <a:lnTo>
                    <a:pt x="6791" y="464"/>
                  </a:lnTo>
                  <a:cubicBezTo>
                    <a:pt x="6771" y="203"/>
                    <a:pt x="6579" y="0"/>
                    <a:pt x="6306" y="0"/>
                  </a:cubicBezTo>
                  <a:close/>
                </a:path>
              </a:pathLst>
            </a:custGeom>
            <a:solidFill>
              <a:srgbClr val="E5EAE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528" name="Google Shape;11528;p42"/>
            <p:cNvSpPr/>
            <p:nvPr/>
          </p:nvSpPr>
          <p:spPr>
            <a:xfrm>
              <a:off x="2878719" y="2516552"/>
              <a:ext cx="106410" cy="57330"/>
            </a:xfrm>
            <a:custGeom>
              <a:rect b="b" l="l" r="r" t="t"/>
              <a:pathLst>
                <a:path extrusionOk="0" h="3829" w="7107">
                  <a:moveTo>
                    <a:pt x="6324" y="0"/>
                  </a:moveTo>
                  <a:cubicBezTo>
                    <a:pt x="6312" y="0"/>
                    <a:pt x="6299" y="1"/>
                    <a:pt x="6287" y="2"/>
                  </a:cubicBezTo>
                  <a:lnTo>
                    <a:pt x="5635" y="2"/>
                  </a:lnTo>
                  <a:lnTo>
                    <a:pt x="5845" y="2125"/>
                  </a:lnTo>
                  <a:cubicBezTo>
                    <a:pt x="5887" y="2440"/>
                    <a:pt x="5635" y="2714"/>
                    <a:pt x="5319" y="2714"/>
                  </a:cubicBezTo>
                  <a:lnTo>
                    <a:pt x="0" y="2714"/>
                  </a:lnTo>
                  <a:lnTo>
                    <a:pt x="0" y="3828"/>
                  </a:lnTo>
                  <a:lnTo>
                    <a:pt x="6539" y="3828"/>
                  </a:lnTo>
                  <a:cubicBezTo>
                    <a:pt x="6854" y="3828"/>
                    <a:pt x="7107" y="3555"/>
                    <a:pt x="7064" y="3239"/>
                  </a:cubicBezTo>
                  <a:lnTo>
                    <a:pt x="6812" y="464"/>
                  </a:lnTo>
                  <a:cubicBezTo>
                    <a:pt x="6792" y="203"/>
                    <a:pt x="6581" y="0"/>
                    <a:pt x="6324" y="0"/>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529" name="Google Shape;11529;p42"/>
            <p:cNvSpPr/>
            <p:nvPr/>
          </p:nvSpPr>
          <p:spPr>
            <a:xfrm>
              <a:off x="2675991" y="2714249"/>
              <a:ext cx="226669" cy="28672"/>
            </a:xfrm>
            <a:custGeom>
              <a:rect b="b" l="l" r="r" t="t"/>
              <a:pathLst>
                <a:path extrusionOk="0" h="1915" w="15139">
                  <a:moveTo>
                    <a:pt x="526" y="1"/>
                  </a:moveTo>
                  <a:cubicBezTo>
                    <a:pt x="232" y="1"/>
                    <a:pt x="1" y="232"/>
                    <a:pt x="1" y="527"/>
                  </a:cubicBezTo>
                  <a:lnTo>
                    <a:pt x="1" y="1914"/>
                  </a:lnTo>
                  <a:lnTo>
                    <a:pt x="15138" y="1914"/>
                  </a:lnTo>
                  <a:lnTo>
                    <a:pt x="15117" y="527"/>
                  </a:lnTo>
                  <a:cubicBezTo>
                    <a:pt x="15117" y="232"/>
                    <a:pt x="14886" y="1"/>
                    <a:pt x="14592" y="1"/>
                  </a:cubicBezTo>
                  <a:close/>
                </a:path>
              </a:pathLst>
            </a:custGeom>
            <a:solidFill>
              <a:srgbClr val="D5DEE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530" name="Google Shape;11530;p42"/>
            <p:cNvSpPr/>
            <p:nvPr/>
          </p:nvSpPr>
          <p:spPr>
            <a:xfrm>
              <a:off x="2676305" y="2714249"/>
              <a:ext cx="226354" cy="28672"/>
            </a:xfrm>
            <a:custGeom>
              <a:rect b="b" l="l" r="r" t="t"/>
              <a:pathLst>
                <a:path extrusionOk="0" h="1915" w="15118">
                  <a:moveTo>
                    <a:pt x="14465" y="1"/>
                  </a:moveTo>
                  <a:lnTo>
                    <a:pt x="14465" y="737"/>
                  </a:lnTo>
                  <a:cubicBezTo>
                    <a:pt x="14465" y="1031"/>
                    <a:pt x="14234" y="1262"/>
                    <a:pt x="13940" y="1262"/>
                  </a:cubicBezTo>
                  <a:lnTo>
                    <a:pt x="1" y="1262"/>
                  </a:lnTo>
                  <a:lnTo>
                    <a:pt x="1" y="1914"/>
                  </a:lnTo>
                  <a:lnTo>
                    <a:pt x="15117" y="1914"/>
                  </a:lnTo>
                  <a:lnTo>
                    <a:pt x="15117" y="527"/>
                  </a:lnTo>
                  <a:cubicBezTo>
                    <a:pt x="15117" y="232"/>
                    <a:pt x="14886" y="1"/>
                    <a:pt x="14592" y="1"/>
                  </a:cubicBezTo>
                  <a:close/>
                </a:path>
              </a:pathLst>
            </a:custGeom>
            <a:solidFill>
              <a:srgbClr val="A5B8C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531" name="Google Shape;11531;p42"/>
            <p:cNvSpPr/>
            <p:nvPr/>
          </p:nvSpPr>
          <p:spPr>
            <a:xfrm>
              <a:off x="2660255" y="2742907"/>
              <a:ext cx="258141" cy="28657"/>
            </a:xfrm>
            <a:custGeom>
              <a:rect b="b" l="l" r="r" t="t"/>
              <a:pathLst>
                <a:path extrusionOk="0" h="1914" w="17241">
                  <a:moveTo>
                    <a:pt x="0" y="0"/>
                  </a:moveTo>
                  <a:lnTo>
                    <a:pt x="0" y="1913"/>
                  </a:lnTo>
                  <a:lnTo>
                    <a:pt x="17240" y="1913"/>
                  </a:lnTo>
                  <a:lnTo>
                    <a:pt x="17240" y="0"/>
                  </a:lnTo>
                  <a:close/>
                </a:path>
              </a:pathLst>
            </a:custGeom>
            <a:solidFill>
              <a:srgbClr val="D5DEE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532" name="Google Shape;11532;p42"/>
            <p:cNvSpPr/>
            <p:nvPr/>
          </p:nvSpPr>
          <p:spPr>
            <a:xfrm>
              <a:off x="2660255" y="2742907"/>
              <a:ext cx="258141" cy="28657"/>
            </a:xfrm>
            <a:custGeom>
              <a:rect b="b" l="l" r="r" t="t"/>
              <a:pathLst>
                <a:path extrusionOk="0" h="1914" w="17241">
                  <a:moveTo>
                    <a:pt x="16610" y="0"/>
                  </a:moveTo>
                  <a:lnTo>
                    <a:pt x="16610" y="736"/>
                  </a:lnTo>
                  <a:cubicBezTo>
                    <a:pt x="16610" y="1030"/>
                    <a:pt x="16378" y="1262"/>
                    <a:pt x="16084" y="1262"/>
                  </a:cubicBezTo>
                  <a:lnTo>
                    <a:pt x="0" y="1262"/>
                  </a:lnTo>
                  <a:lnTo>
                    <a:pt x="0" y="1913"/>
                  </a:lnTo>
                  <a:lnTo>
                    <a:pt x="17240" y="1913"/>
                  </a:lnTo>
                  <a:lnTo>
                    <a:pt x="17240" y="0"/>
                  </a:lnTo>
                  <a:close/>
                </a:path>
              </a:pathLst>
            </a:custGeom>
            <a:solidFill>
              <a:srgbClr val="A5B8C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533" name="Google Shape;11533;p42"/>
            <p:cNvSpPr/>
            <p:nvPr/>
          </p:nvSpPr>
          <p:spPr>
            <a:xfrm>
              <a:off x="2715968" y="2516567"/>
              <a:ext cx="147344" cy="197697"/>
            </a:xfrm>
            <a:custGeom>
              <a:rect b="b" l="l" r="r" t="t"/>
              <a:pathLst>
                <a:path extrusionOk="0" h="13204" w="9841">
                  <a:moveTo>
                    <a:pt x="1" y="1"/>
                  </a:moveTo>
                  <a:lnTo>
                    <a:pt x="1" y="13204"/>
                  </a:lnTo>
                  <a:lnTo>
                    <a:pt x="9840" y="13204"/>
                  </a:lnTo>
                  <a:lnTo>
                    <a:pt x="9840" y="1"/>
                  </a:lnTo>
                  <a:close/>
                </a:path>
              </a:pathLst>
            </a:custGeom>
            <a:solidFill>
              <a:srgbClr val="A5B8C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534" name="Google Shape;11534;p42"/>
            <p:cNvSpPr/>
            <p:nvPr/>
          </p:nvSpPr>
          <p:spPr>
            <a:xfrm>
              <a:off x="2763191" y="2618560"/>
              <a:ext cx="52583" cy="95704"/>
            </a:xfrm>
            <a:custGeom>
              <a:rect b="b" l="l" r="r" t="t"/>
              <a:pathLst>
                <a:path extrusionOk="0" h="6392" w="3512">
                  <a:moveTo>
                    <a:pt x="1748" y="0"/>
                  </a:moveTo>
                  <a:cubicBezTo>
                    <a:pt x="1540" y="0"/>
                    <a:pt x="1335" y="64"/>
                    <a:pt x="1157" y="190"/>
                  </a:cubicBezTo>
                  <a:lnTo>
                    <a:pt x="463" y="652"/>
                  </a:lnTo>
                  <a:cubicBezTo>
                    <a:pt x="169" y="841"/>
                    <a:pt x="0" y="1178"/>
                    <a:pt x="0" y="1535"/>
                  </a:cubicBezTo>
                  <a:lnTo>
                    <a:pt x="0" y="6392"/>
                  </a:lnTo>
                  <a:lnTo>
                    <a:pt x="3511" y="6392"/>
                  </a:lnTo>
                  <a:lnTo>
                    <a:pt x="3511" y="1535"/>
                  </a:lnTo>
                  <a:cubicBezTo>
                    <a:pt x="3511" y="1178"/>
                    <a:pt x="3322" y="841"/>
                    <a:pt x="3028" y="652"/>
                  </a:cubicBezTo>
                  <a:lnTo>
                    <a:pt x="2355" y="190"/>
                  </a:lnTo>
                  <a:cubicBezTo>
                    <a:pt x="2166" y="64"/>
                    <a:pt x="1956" y="0"/>
                    <a:pt x="1748" y="0"/>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535" name="Google Shape;11535;p42"/>
            <p:cNvSpPr/>
            <p:nvPr/>
          </p:nvSpPr>
          <p:spPr>
            <a:xfrm>
              <a:off x="2783329" y="2618515"/>
              <a:ext cx="32445" cy="95749"/>
            </a:xfrm>
            <a:custGeom>
              <a:rect b="b" l="l" r="r" t="t"/>
              <a:pathLst>
                <a:path extrusionOk="0" h="6395" w="2167">
                  <a:moveTo>
                    <a:pt x="414" y="0"/>
                  </a:moveTo>
                  <a:cubicBezTo>
                    <a:pt x="275" y="0"/>
                    <a:pt x="135" y="29"/>
                    <a:pt x="1" y="88"/>
                  </a:cubicBezTo>
                  <a:cubicBezTo>
                    <a:pt x="64" y="109"/>
                    <a:pt x="148" y="151"/>
                    <a:pt x="211" y="193"/>
                  </a:cubicBezTo>
                  <a:lnTo>
                    <a:pt x="905" y="655"/>
                  </a:lnTo>
                  <a:cubicBezTo>
                    <a:pt x="1199" y="844"/>
                    <a:pt x="1368" y="1181"/>
                    <a:pt x="1368" y="1538"/>
                  </a:cubicBezTo>
                  <a:lnTo>
                    <a:pt x="1368" y="6395"/>
                  </a:lnTo>
                  <a:lnTo>
                    <a:pt x="2166" y="6395"/>
                  </a:lnTo>
                  <a:lnTo>
                    <a:pt x="2166" y="1538"/>
                  </a:lnTo>
                  <a:cubicBezTo>
                    <a:pt x="2166" y="1181"/>
                    <a:pt x="1977" y="844"/>
                    <a:pt x="1683" y="655"/>
                  </a:cubicBezTo>
                  <a:lnTo>
                    <a:pt x="1010" y="193"/>
                  </a:lnTo>
                  <a:cubicBezTo>
                    <a:pt x="833" y="66"/>
                    <a:pt x="625" y="0"/>
                    <a:pt x="414" y="0"/>
                  </a:cubicBezTo>
                  <a:close/>
                </a:path>
              </a:pathLst>
            </a:custGeom>
            <a:solidFill>
              <a:srgbClr val="BECBD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536" name="Google Shape;11536;p42"/>
            <p:cNvSpPr/>
            <p:nvPr/>
          </p:nvSpPr>
          <p:spPr>
            <a:xfrm>
              <a:off x="2692041" y="2516253"/>
              <a:ext cx="47867" cy="32131"/>
            </a:xfrm>
            <a:custGeom>
              <a:rect b="b" l="l" r="r" t="t"/>
              <a:pathLst>
                <a:path extrusionOk="0" h="2146" w="3197">
                  <a:moveTo>
                    <a:pt x="1" y="1"/>
                  </a:moveTo>
                  <a:lnTo>
                    <a:pt x="1" y="1472"/>
                  </a:lnTo>
                  <a:cubicBezTo>
                    <a:pt x="1" y="1556"/>
                    <a:pt x="43" y="1640"/>
                    <a:pt x="106" y="1704"/>
                  </a:cubicBezTo>
                  <a:lnTo>
                    <a:pt x="526" y="2145"/>
                  </a:lnTo>
                  <a:lnTo>
                    <a:pt x="2671" y="2145"/>
                  </a:lnTo>
                  <a:lnTo>
                    <a:pt x="3112" y="1704"/>
                  </a:lnTo>
                  <a:cubicBezTo>
                    <a:pt x="3155" y="1640"/>
                    <a:pt x="3197" y="1556"/>
                    <a:pt x="3197" y="1472"/>
                  </a:cubicBezTo>
                  <a:lnTo>
                    <a:pt x="3197" y="1"/>
                  </a:ln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537" name="Google Shape;11537;p42"/>
            <p:cNvSpPr/>
            <p:nvPr/>
          </p:nvSpPr>
          <p:spPr>
            <a:xfrm>
              <a:off x="2719112" y="2516253"/>
              <a:ext cx="20797" cy="31817"/>
            </a:xfrm>
            <a:custGeom>
              <a:rect b="b" l="l" r="r" t="t"/>
              <a:pathLst>
                <a:path extrusionOk="0" h="2125" w="1389">
                  <a:moveTo>
                    <a:pt x="1389" y="1"/>
                  </a:moveTo>
                  <a:lnTo>
                    <a:pt x="527" y="22"/>
                  </a:lnTo>
                  <a:lnTo>
                    <a:pt x="527" y="1598"/>
                  </a:lnTo>
                  <a:lnTo>
                    <a:pt x="1" y="2124"/>
                  </a:lnTo>
                  <a:lnTo>
                    <a:pt x="863" y="2124"/>
                  </a:lnTo>
                  <a:lnTo>
                    <a:pt x="1304" y="1704"/>
                  </a:lnTo>
                  <a:cubicBezTo>
                    <a:pt x="1368" y="1640"/>
                    <a:pt x="1389" y="1556"/>
                    <a:pt x="1389" y="1472"/>
                  </a:cubicBezTo>
                  <a:lnTo>
                    <a:pt x="1389" y="1"/>
                  </a:lnTo>
                  <a:close/>
                </a:path>
              </a:pathLst>
            </a:custGeom>
            <a:solidFill>
              <a:srgbClr val="BECBD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538" name="Google Shape;11538;p42"/>
            <p:cNvSpPr/>
            <p:nvPr/>
          </p:nvSpPr>
          <p:spPr>
            <a:xfrm>
              <a:off x="2692041" y="2682148"/>
              <a:ext cx="47867" cy="32116"/>
            </a:xfrm>
            <a:custGeom>
              <a:rect b="b" l="l" r="r" t="t"/>
              <a:pathLst>
                <a:path extrusionOk="0" h="2145" w="3197">
                  <a:moveTo>
                    <a:pt x="526" y="0"/>
                  </a:moveTo>
                  <a:lnTo>
                    <a:pt x="85" y="442"/>
                  </a:lnTo>
                  <a:cubicBezTo>
                    <a:pt x="22" y="505"/>
                    <a:pt x="1" y="589"/>
                    <a:pt x="1" y="673"/>
                  </a:cubicBezTo>
                  <a:lnTo>
                    <a:pt x="1" y="2145"/>
                  </a:lnTo>
                  <a:lnTo>
                    <a:pt x="3197" y="2145"/>
                  </a:lnTo>
                  <a:lnTo>
                    <a:pt x="3197" y="673"/>
                  </a:lnTo>
                  <a:cubicBezTo>
                    <a:pt x="3197" y="589"/>
                    <a:pt x="3155" y="505"/>
                    <a:pt x="3091" y="442"/>
                  </a:cubicBezTo>
                  <a:lnTo>
                    <a:pt x="2650" y="0"/>
                  </a:ln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539" name="Google Shape;11539;p42"/>
            <p:cNvSpPr/>
            <p:nvPr/>
          </p:nvSpPr>
          <p:spPr>
            <a:xfrm>
              <a:off x="2719112" y="2682148"/>
              <a:ext cx="20797" cy="31802"/>
            </a:xfrm>
            <a:custGeom>
              <a:rect b="b" l="l" r="r" t="t"/>
              <a:pathLst>
                <a:path extrusionOk="0" h="2124" w="1389">
                  <a:moveTo>
                    <a:pt x="1" y="0"/>
                  </a:moveTo>
                  <a:lnTo>
                    <a:pt x="527" y="526"/>
                  </a:lnTo>
                  <a:lnTo>
                    <a:pt x="527" y="2124"/>
                  </a:lnTo>
                  <a:lnTo>
                    <a:pt x="1389" y="2124"/>
                  </a:lnTo>
                  <a:lnTo>
                    <a:pt x="1389" y="673"/>
                  </a:lnTo>
                  <a:cubicBezTo>
                    <a:pt x="1389" y="589"/>
                    <a:pt x="1347" y="505"/>
                    <a:pt x="1283" y="442"/>
                  </a:cubicBezTo>
                  <a:lnTo>
                    <a:pt x="863" y="0"/>
                  </a:lnTo>
                  <a:close/>
                </a:path>
              </a:pathLst>
            </a:custGeom>
            <a:solidFill>
              <a:srgbClr val="BECBD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540" name="Google Shape;11540;p42"/>
            <p:cNvSpPr/>
            <p:nvPr/>
          </p:nvSpPr>
          <p:spPr>
            <a:xfrm>
              <a:off x="2699917" y="2548369"/>
              <a:ext cx="31802" cy="133794"/>
            </a:xfrm>
            <a:custGeom>
              <a:rect b="b" l="l" r="r" t="t"/>
              <a:pathLst>
                <a:path extrusionOk="0" h="8936" w="2124">
                  <a:moveTo>
                    <a:pt x="0" y="0"/>
                  </a:moveTo>
                  <a:lnTo>
                    <a:pt x="0" y="8935"/>
                  </a:lnTo>
                  <a:lnTo>
                    <a:pt x="2124" y="8935"/>
                  </a:lnTo>
                  <a:lnTo>
                    <a:pt x="2124" y="0"/>
                  </a:lnTo>
                  <a:close/>
                </a:path>
              </a:pathLst>
            </a:custGeom>
            <a:solidFill>
              <a:srgbClr val="D5DEE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541" name="Google Shape;11541;p42"/>
            <p:cNvSpPr/>
            <p:nvPr/>
          </p:nvSpPr>
          <p:spPr>
            <a:xfrm>
              <a:off x="2838742" y="2516253"/>
              <a:ext cx="47852" cy="32131"/>
            </a:xfrm>
            <a:custGeom>
              <a:rect b="b" l="l" r="r" t="t"/>
              <a:pathLst>
                <a:path extrusionOk="0" h="2146" w="3196">
                  <a:moveTo>
                    <a:pt x="0" y="1"/>
                  </a:moveTo>
                  <a:lnTo>
                    <a:pt x="0" y="1472"/>
                  </a:lnTo>
                  <a:cubicBezTo>
                    <a:pt x="0" y="1556"/>
                    <a:pt x="42" y="1640"/>
                    <a:pt x="105" y="1704"/>
                  </a:cubicBezTo>
                  <a:lnTo>
                    <a:pt x="526" y="2145"/>
                  </a:lnTo>
                  <a:lnTo>
                    <a:pt x="2670" y="2145"/>
                  </a:lnTo>
                  <a:lnTo>
                    <a:pt x="3091" y="1704"/>
                  </a:lnTo>
                  <a:cubicBezTo>
                    <a:pt x="3154" y="1640"/>
                    <a:pt x="3196" y="1556"/>
                    <a:pt x="3196" y="1472"/>
                  </a:cubicBezTo>
                  <a:lnTo>
                    <a:pt x="3196" y="1"/>
                  </a:ln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542" name="Google Shape;11542;p42"/>
            <p:cNvSpPr/>
            <p:nvPr/>
          </p:nvSpPr>
          <p:spPr>
            <a:xfrm>
              <a:off x="2838742" y="2682148"/>
              <a:ext cx="47852" cy="32116"/>
            </a:xfrm>
            <a:custGeom>
              <a:rect b="b" l="l" r="r" t="t"/>
              <a:pathLst>
                <a:path extrusionOk="0" h="2145" w="3196">
                  <a:moveTo>
                    <a:pt x="526" y="0"/>
                  </a:moveTo>
                  <a:lnTo>
                    <a:pt x="105" y="442"/>
                  </a:lnTo>
                  <a:cubicBezTo>
                    <a:pt x="42" y="505"/>
                    <a:pt x="0" y="589"/>
                    <a:pt x="0" y="673"/>
                  </a:cubicBezTo>
                  <a:lnTo>
                    <a:pt x="0" y="2145"/>
                  </a:lnTo>
                  <a:lnTo>
                    <a:pt x="3196" y="2145"/>
                  </a:lnTo>
                  <a:lnTo>
                    <a:pt x="3196" y="673"/>
                  </a:lnTo>
                  <a:cubicBezTo>
                    <a:pt x="3196" y="589"/>
                    <a:pt x="3154" y="505"/>
                    <a:pt x="3112" y="442"/>
                  </a:cubicBezTo>
                  <a:lnTo>
                    <a:pt x="2670" y="0"/>
                  </a:ln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543" name="Google Shape;11543;p42"/>
            <p:cNvSpPr/>
            <p:nvPr/>
          </p:nvSpPr>
          <p:spPr>
            <a:xfrm>
              <a:off x="2866127" y="2516253"/>
              <a:ext cx="20467" cy="31817"/>
            </a:xfrm>
            <a:custGeom>
              <a:rect b="b" l="l" r="r" t="t"/>
              <a:pathLst>
                <a:path extrusionOk="0" h="2125" w="1367">
                  <a:moveTo>
                    <a:pt x="1367" y="1"/>
                  </a:moveTo>
                  <a:lnTo>
                    <a:pt x="526" y="22"/>
                  </a:lnTo>
                  <a:lnTo>
                    <a:pt x="526" y="1598"/>
                  </a:lnTo>
                  <a:lnTo>
                    <a:pt x="0" y="2124"/>
                  </a:lnTo>
                  <a:lnTo>
                    <a:pt x="841" y="2124"/>
                  </a:lnTo>
                  <a:lnTo>
                    <a:pt x="1283" y="1704"/>
                  </a:lnTo>
                  <a:cubicBezTo>
                    <a:pt x="1346" y="1640"/>
                    <a:pt x="1367" y="1556"/>
                    <a:pt x="1367" y="1472"/>
                  </a:cubicBezTo>
                  <a:lnTo>
                    <a:pt x="1367" y="1"/>
                  </a:lnTo>
                  <a:close/>
                </a:path>
              </a:pathLst>
            </a:custGeom>
            <a:solidFill>
              <a:srgbClr val="BECBD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544" name="Google Shape;11544;p42"/>
            <p:cNvSpPr/>
            <p:nvPr/>
          </p:nvSpPr>
          <p:spPr>
            <a:xfrm>
              <a:off x="2865812" y="2682148"/>
              <a:ext cx="20782" cy="31802"/>
            </a:xfrm>
            <a:custGeom>
              <a:rect b="b" l="l" r="r" t="t"/>
              <a:pathLst>
                <a:path extrusionOk="0" h="2124" w="1388">
                  <a:moveTo>
                    <a:pt x="0" y="0"/>
                  </a:moveTo>
                  <a:lnTo>
                    <a:pt x="526" y="526"/>
                  </a:lnTo>
                  <a:lnTo>
                    <a:pt x="526" y="2124"/>
                  </a:lnTo>
                  <a:lnTo>
                    <a:pt x="1388" y="2124"/>
                  </a:lnTo>
                  <a:lnTo>
                    <a:pt x="1388" y="673"/>
                  </a:lnTo>
                  <a:cubicBezTo>
                    <a:pt x="1388" y="589"/>
                    <a:pt x="1346" y="505"/>
                    <a:pt x="1283" y="442"/>
                  </a:cubicBezTo>
                  <a:lnTo>
                    <a:pt x="862" y="0"/>
                  </a:lnTo>
                  <a:close/>
                </a:path>
              </a:pathLst>
            </a:custGeom>
            <a:solidFill>
              <a:srgbClr val="BECBD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545" name="Google Shape;11545;p42"/>
            <p:cNvSpPr/>
            <p:nvPr/>
          </p:nvSpPr>
          <p:spPr>
            <a:xfrm>
              <a:off x="2846603" y="2548369"/>
              <a:ext cx="32131" cy="133794"/>
            </a:xfrm>
            <a:custGeom>
              <a:rect b="b" l="l" r="r" t="t"/>
              <a:pathLst>
                <a:path extrusionOk="0" h="8936" w="2146">
                  <a:moveTo>
                    <a:pt x="1" y="0"/>
                  </a:moveTo>
                  <a:lnTo>
                    <a:pt x="1" y="8935"/>
                  </a:lnTo>
                  <a:lnTo>
                    <a:pt x="2145" y="8935"/>
                  </a:lnTo>
                  <a:lnTo>
                    <a:pt x="2145" y="0"/>
                  </a:lnTo>
                  <a:close/>
                </a:path>
              </a:pathLst>
            </a:custGeom>
            <a:solidFill>
              <a:srgbClr val="D5DEE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546" name="Google Shape;11546;p42"/>
            <p:cNvSpPr/>
            <p:nvPr/>
          </p:nvSpPr>
          <p:spPr>
            <a:xfrm>
              <a:off x="2683238" y="2407029"/>
              <a:ext cx="212175" cy="80597"/>
            </a:xfrm>
            <a:custGeom>
              <a:rect b="b" l="l" r="r" t="t"/>
              <a:pathLst>
                <a:path extrusionOk="0" h="5383" w="14171">
                  <a:moveTo>
                    <a:pt x="7093" y="0"/>
                  </a:moveTo>
                  <a:cubicBezTo>
                    <a:pt x="6975" y="0"/>
                    <a:pt x="6854" y="42"/>
                    <a:pt x="6749" y="126"/>
                  </a:cubicBezTo>
                  <a:lnTo>
                    <a:pt x="0" y="5382"/>
                  </a:lnTo>
                  <a:lnTo>
                    <a:pt x="14171" y="5382"/>
                  </a:lnTo>
                  <a:lnTo>
                    <a:pt x="7422" y="126"/>
                  </a:lnTo>
                  <a:cubicBezTo>
                    <a:pt x="7327" y="42"/>
                    <a:pt x="7212" y="0"/>
                    <a:pt x="7093" y="0"/>
                  </a:cubicBezTo>
                  <a:close/>
                </a:path>
              </a:pathLst>
            </a:custGeom>
            <a:solidFill>
              <a:srgbClr val="E5EAE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547" name="Google Shape;11547;p42"/>
            <p:cNvSpPr/>
            <p:nvPr/>
          </p:nvSpPr>
          <p:spPr>
            <a:xfrm>
              <a:off x="2683238" y="2407029"/>
              <a:ext cx="212175" cy="80597"/>
            </a:xfrm>
            <a:custGeom>
              <a:rect b="b" l="l" r="r" t="t"/>
              <a:pathLst>
                <a:path extrusionOk="0" h="5383" w="14171">
                  <a:moveTo>
                    <a:pt x="7093" y="0"/>
                  </a:moveTo>
                  <a:cubicBezTo>
                    <a:pt x="6975" y="0"/>
                    <a:pt x="6854" y="42"/>
                    <a:pt x="6749" y="126"/>
                  </a:cubicBezTo>
                  <a:lnTo>
                    <a:pt x="6497" y="336"/>
                  </a:lnTo>
                  <a:lnTo>
                    <a:pt x="10723" y="3637"/>
                  </a:lnTo>
                  <a:cubicBezTo>
                    <a:pt x="11137" y="3927"/>
                    <a:pt x="10919" y="4584"/>
                    <a:pt x="10410" y="4584"/>
                  </a:cubicBezTo>
                  <a:cubicBezTo>
                    <a:pt x="10402" y="4584"/>
                    <a:pt x="10394" y="4584"/>
                    <a:pt x="10386" y="4583"/>
                  </a:cubicBezTo>
                  <a:lnTo>
                    <a:pt x="1030" y="4583"/>
                  </a:lnTo>
                  <a:lnTo>
                    <a:pt x="0" y="5382"/>
                  </a:lnTo>
                  <a:lnTo>
                    <a:pt x="14171" y="5382"/>
                  </a:lnTo>
                  <a:lnTo>
                    <a:pt x="7422" y="126"/>
                  </a:lnTo>
                  <a:cubicBezTo>
                    <a:pt x="7327" y="42"/>
                    <a:pt x="7212" y="0"/>
                    <a:pt x="7093" y="0"/>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548" name="Google Shape;11548;p42"/>
            <p:cNvSpPr/>
            <p:nvPr/>
          </p:nvSpPr>
          <p:spPr>
            <a:xfrm>
              <a:off x="2668130" y="2487925"/>
              <a:ext cx="242390" cy="28657"/>
            </a:xfrm>
            <a:custGeom>
              <a:rect b="b" l="l" r="r" t="t"/>
              <a:pathLst>
                <a:path extrusionOk="0" h="1914" w="16189">
                  <a:moveTo>
                    <a:pt x="526" y="0"/>
                  </a:moveTo>
                  <a:cubicBezTo>
                    <a:pt x="231" y="0"/>
                    <a:pt x="0" y="232"/>
                    <a:pt x="0" y="526"/>
                  </a:cubicBezTo>
                  <a:lnTo>
                    <a:pt x="0" y="1388"/>
                  </a:lnTo>
                  <a:cubicBezTo>
                    <a:pt x="0" y="1661"/>
                    <a:pt x="231" y="1914"/>
                    <a:pt x="526" y="1914"/>
                  </a:cubicBezTo>
                  <a:lnTo>
                    <a:pt x="15663" y="1914"/>
                  </a:lnTo>
                  <a:cubicBezTo>
                    <a:pt x="15957" y="1914"/>
                    <a:pt x="16189" y="1661"/>
                    <a:pt x="16189" y="1388"/>
                  </a:cubicBezTo>
                  <a:lnTo>
                    <a:pt x="16189" y="526"/>
                  </a:lnTo>
                  <a:cubicBezTo>
                    <a:pt x="16189" y="232"/>
                    <a:pt x="15957" y="0"/>
                    <a:pt x="15663" y="0"/>
                  </a:cubicBezTo>
                  <a:close/>
                </a:path>
              </a:pathLst>
            </a:custGeom>
            <a:solidFill>
              <a:srgbClr val="D5DEE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549" name="Google Shape;11549;p42"/>
            <p:cNvSpPr/>
            <p:nvPr/>
          </p:nvSpPr>
          <p:spPr>
            <a:xfrm>
              <a:off x="2668130" y="2487611"/>
              <a:ext cx="242390" cy="28657"/>
            </a:xfrm>
            <a:custGeom>
              <a:rect b="b" l="l" r="r" t="t"/>
              <a:pathLst>
                <a:path extrusionOk="0" h="1914" w="16189">
                  <a:moveTo>
                    <a:pt x="15558" y="0"/>
                  </a:moveTo>
                  <a:lnTo>
                    <a:pt x="15558" y="757"/>
                  </a:lnTo>
                  <a:cubicBezTo>
                    <a:pt x="15558" y="1052"/>
                    <a:pt x="15306" y="1283"/>
                    <a:pt x="15032" y="1283"/>
                  </a:cubicBezTo>
                  <a:lnTo>
                    <a:pt x="0" y="1283"/>
                  </a:lnTo>
                  <a:lnTo>
                    <a:pt x="0" y="1388"/>
                  </a:lnTo>
                  <a:cubicBezTo>
                    <a:pt x="0" y="1682"/>
                    <a:pt x="231" y="1914"/>
                    <a:pt x="526" y="1914"/>
                  </a:cubicBezTo>
                  <a:lnTo>
                    <a:pt x="15663" y="1914"/>
                  </a:lnTo>
                  <a:cubicBezTo>
                    <a:pt x="15957" y="1914"/>
                    <a:pt x="16189" y="1682"/>
                    <a:pt x="16189" y="1388"/>
                  </a:cubicBezTo>
                  <a:lnTo>
                    <a:pt x="16189" y="526"/>
                  </a:lnTo>
                  <a:cubicBezTo>
                    <a:pt x="16189" y="253"/>
                    <a:pt x="15957" y="0"/>
                    <a:pt x="15663" y="0"/>
                  </a:cubicBezTo>
                  <a:close/>
                </a:path>
              </a:pathLst>
            </a:custGeom>
            <a:solidFill>
              <a:srgbClr val="A5B8C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550" name="Google Shape;11550;p42"/>
            <p:cNvSpPr/>
            <p:nvPr/>
          </p:nvSpPr>
          <p:spPr>
            <a:xfrm>
              <a:off x="2905789" y="2602495"/>
              <a:ext cx="43136" cy="61432"/>
            </a:xfrm>
            <a:custGeom>
              <a:rect b="b" l="l" r="r" t="t"/>
              <a:pathLst>
                <a:path extrusionOk="0" h="4103" w="2881">
                  <a:moveTo>
                    <a:pt x="1435" y="1"/>
                  </a:moveTo>
                  <a:cubicBezTo>
                    <a:pt x="652" y="1"/>
                    <a:pt x="0" y="645"/>
                    <a:pt x="0" y="1452"/>
                  </a:cubicBezTo>
                  <a:lnTo>
                    <a:pt x="0" y="3786"/>
                  </a:lnTo>
                  <a:cubicBezTo>
                    <a:pt x="0" y="3975"/>
                    <a:pt x="148" y="4101"/>
                    <a:pt x="316" y="4101"/>
                  </a:cubicBezTo>
                  <a:lnTo>
                    <a:pt x="2544" y="4101"/>
                  </a:lnTo>
                  <a:cubicBezTo>
                    <a:pt x="2556" y="4102"/>
                    <a:pt x="2568" y="4103"/>
                    <a:pt x="2580" y="4103"/>
                  </a:cubicBezTo>
                  <a:cubicBezTo>
                    <a:pt x="2752" y="4103"/>
                    <a:pt x="2881" y="3963"/>
                    <a:pt x="2881" y="3786"/>
                  </a:cubicBezTo>
                  <a:lnTo>
                    <a:pt x="2881" y="1473"/>
                  </a:lnTo>
                  <a:cubicBezTo>
                    <a:pt x="2881" y="695"/>
                    <a:pt x="2250" y="43"/>
                    <a:pt x="1472" y="1"/>
                  </a:cubicBezTo>
                  <a:cubicBezTo>
                    <a:pt x="1460" y="1"/>
                    <a:pt x="1447" y="1"/>
                    <a:pt x="1435" y="1"/>
                  </a:cubicBezTo>
                  <a:close/>
                </a:path>
              </a:pathLst>
            </a:custGeom>
            <a:solidFill>
              <a:srgbClr val="F8FAF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551" name="Google Shape;11551;p42"/>
            <p:cNvSpPr/>
            <p:nvPr/>
          </p:nvSpPr>
          <p:spPr>
            <a:xfrm>
              <a:off x="2922154" y="2602704"/>
              <a:ext cx="26456" cy="61522"/>
            </a:xfrm>
            <a:custGeom>
              <a:rect b="b" l="l" r="r" t="t"/>
              <a:pathLst>
                <a:path extrusionOk="0" h="4109" w="1767">
                  <a:moveTo>
                    <a:pt x="257" y="0"/>
                  </a:moveTo>
                  <a:cubicBezTo>
                    <a:pt x="166" y="0"/>
                    <a:pt x="78" y="20"/>
                    <a:pt x="1" y="50"/>
                  </a:cubicBezTo>
                  <a:cubicBezTo>
                    <a:pt x="631" y="197"/>
                    <a:pt x="1094" y="765"/>
                    <a:pt x="1094" y="1438"/>
                  </a:cubicBezTo>
                  <a:lnTo>
                    <a:pt x="1094" y="4108"/>
                  </a:lnTo>
                  <a:lnTo>
                    <a:pt x="1451" y="4108"/>
                  </a:lnTo>
                  <a:cubicBezTo>
                    <a:pt x="1620" y="4108"/>
                    <a:pt x="1767" y="3961"/>
                    <a:pt x="1767" y="3772"/>
                  </a:cubicBezTo>
                  <a:lnTo>
                    <a:pt x="1767" y="1459"/>
                  </a:lnTo>
                  <a:cubicBezTo>
                    <a:pt x="1767" y="660"/>
                    <a:pt x="1136" y="8"/>
                    <a:pt x="358" y="8"/>
                  </a:cubicBezTo>
                  <a:cubicBezTo>
                    <a:pt x="324" y="3"/>
                    <a:pt x="290" y="0"/>
                    <a:pt x="257" y="0"/>
                  </a:cubicBezTo>
                  <a:close/>
                </a:path>
              </a:pathLst>
            </a:custGeom>
            <a:solidFill>
              <a:srgbClr val="E1E7E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552" name="Google Shape;11552;p42"/>
            <p:cNvSpPr/>
            <p:nvPr/>
          </p:nvSpPr>
          <p:spPr>
            <a:xfrm>
              <a:off x="2758789" y="2542066"/>
              <a:ext cx="54156" cy="46115"/>
            </a:xfrm>
            <a:custGeom>
              <a:rect b="b" l="l" r="r" t="t"/>
              <a:pathLst>
                <a:path extrusionOk="0" h="3080" w="3617">
                  <a:moveTo>
                    <a:pt x="2060" y="1"/>
                  </a:moveTo>
                  <a:cubicBezTo>
                    <a:pt x="694" y="1"/>
                    <a:pt x="0" y="1661"/>
                    <a:pt x="967" y="2629"/>
                  </a:cubicBezTo>
                  <a:cubicBezTo>
                    <a:pt x="1285" y="2940"/>
                    <a:pt x="1673" y="3079"/>
                    <a:pt x="2053" y="3079"/>
                  </a:cubicBezTo>
                  <a:cubicBezTo>
                    <a:pt x="2853" y="3079"/>
                    <a:pt x="3616" y="2462"/>
                    <a:pt x="3616" y="1535"/>
                  </a:cubicBezTo>
                  <a:cubicBezTo>
                    <a:pt x="3616" y="673"/>
                    <a:pt x="2922" y="1"/>
                    <a:pt x="2060" y="1"/>
                  </a:cubicBezTo>
                  <a:close/>
                </a:path>
              </a:pathLst>
            </a:custGeom>
            <a:solidFill>
              <a:srgbClr val="F8FAF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553" name="Google Shape;11553;p42"/>
            <p:cNvSpPr/>
            <p:nvPr/>
          </p:nvSpPr>
          <p:spPr>
            <a:xfrm>
              <a:off x="2769794" y="2545210"/>
              <a:ext cx="46924" cy="43046"/>
            </a:xfrm>
            <a:custGeom>
              <a:rect b="b" l="l" r="r" t="t"/>
              <a:pathLst>
                <a:path extrusionOk="0" h="2875" w="3134">
                  <a:moveTo>
                    <a:pt x="2124" y="1"/>
                  </a:moveTo>
                  <a:cubicBezTo>
                    <a:pt x="2802" y="1119"/>
                    <a:pt x="1910" y="2360"/>
                    <a:pt x="812" y="2360"/>
                  </a:cubicBezTo>
                  <a:cubicBezTo>
                    <a:pt x="547" y="2360"/>
                    <a:pt x="270" y="2288"/>
                    <a:pt x="1" y="2124"/>
                  </a:cubicBezTo>
                  <a:lnTo>
                    <a:pt x="1" y="2124"/>
                  </a:lnTo>
                  <a:cubicBezTo>
                    <a:pt x="300" y="2615"/>
                    <a:pt x="811" y="2874"/>
                    <a:pt x="1327" y="2874"/>
                  </a:cubicBezTo>
                  <a:cubicBezTo>
                    <a:pt x="1718" y="2874"/>
                    <a:pt x="2111" y="2726"/>
                    <a:pt x="2419" y="2419"/>
                  </a:cubicBezTo>
                  <a:cubicBezTo>
                    <a:pt x="3134" y="1704"/>
                    <a:pt x="2986" y="526"/>
                    <a:pt x="2124" y="1"/>
                  </a:cubicBezTo>
                  <a:close/>
                </a:path>
              </a:pathLst>
            </a:custGeom>
            <a:solidFill>
              <a:srgbClr val="E1E7E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1554" name="Google Shape;11554;p42"/>
          <p:cNvGrpSpPr/>
          <p:nvPr/>
        </p:nvGrpSpPr>
        <p:grpSpPr>
          <a:xfrm>
            <a:off x="3955047" y="2249242"/>
            <a:ext cx="322912" cy="334396"/>
            <a:chOff x="3955047" y="2432242"/>
            <a:chExt cx="322912" cy="334396"/>
          </a:xfrm>
        </p:grpSpPr>
        <p:sp>
          <p:nvSpPr>
            <p:cNvPr id="11555" name="Google Shape;11555;p42"/>
            <p:cNvSpPr/>
            <p:nvPr/>
          </p:nvSpPr>
          <p:spPr>
            <a:xfrm>
              <a:off x="3955047" y="2432242"/>
              <a:ext cx="322912" cy="334291"/>
            </a:xfrm>
            <a:custGeom>
              <a:rect b="b" l="l" r="r" t="t"/>
              <a:pathLst>
                <a:path extrusionOk="0" h="22327" w="21567">
                  <a:moveTo>
                    <a:pt x="20464" y="0"/>
                  </a:moveTo>
                  <a:cubicBezTo>
                    <a:pt x="20398" y="0"/>
                    <a:pt x="20331" y="6"/>
                    <a:pt x="20263" y="19"/>
                  </a:cubicBezTo>
                  <a:lnTo>
                    <a:pt x="6912" y="2395"/>
                  </a:lnTo>
                  <a:cubicBezTo>
                    <a:pt x="6387" y="2479"/>
                    <a:pt x="5987" y="2920"/>
                    <a:pt x="5987" y="3467"/>
                  </a:cubicBezTo>
                  <a:lnTo>
                    <a:pt x="5987" y="15030"/>
                  </a:lnTo>
                  <a:cubicBezTo>
                    <a:pt x="5434" y="14754"/>
                    <a:pt x="4853" y="14625"/>
                    <a:pt x="4284" y="14625"/>
                  </a:cubicBezTo>
                  <a:cubicBezTo>
                    <a:pt x="2563" y="14625"/>
                    <a:pt x="953" y="15805"/>
                    <a:pt x="542" y="17638"/>
                  </a:cubicBezTo>
                  <a:cubicBezTo>
                    <a:pt x="0" y="20034"/>
                    <a:pt x="1833" y="22327"/>
                    <a:pt x="4281" y="22327"/>
                  </a:cubicBezTo>
                  <a:cubicBezTo>
                    <a:pt x="4303" y="22327"/>
                    <a:pt x="4325" y="22326"/>
                    <a:pt x="4347" y="22326"/>
                  </a:cubicBezTo>
                  <a:cubicBezTo>
                    <a:pt x="6471" y="22284"/>
                    <a:pt x="8153" y="20539"/>
                    <a:pt x="8132" y="18415"/>
                  </a:cubicBezTo>
                  <a:lnTo>
                    <a:pt x="8132" y="5570"/>
                  </a:lnTo>
                  <a:lnTo>
                    <a:pt x="19401" y="3572"/>
                  </a:lnTo>
                  <a:lnTo>
                    <a:pt x="19401" y="12276"/>
                  </a:lnTo>
                  <a:cubicBezTo>
                    <a:pt x="18853" y="12007"/>
                    <a:pt x="18278" y="11882"/>
                    <a:pt x="17715" y="11882"/>
                  </a:cubicBezTo>
                  <a:cubicBezTo>
                    <a:pt x="15988" y="11882"/>
                    <a:pt x="14368" y="13060"/>
                    <a:pt x="13956" y="14883"/>
                  </a:cubicBezTo>
                  <a:cubicBezTo>
                    <a:pt x="13414" y="17300"/>
                    <a:pt x="15226" y="19572"/>
                    <a:pt x="17693" y="19572"/>
                  </a:cubicBezTo>
                  <a:cubicBezTo>
                    <a:pt x="17716" y="19572"/>
                    <a:pt x="17738" y="19572"/>
                    <a:pt x="17761" y="19572"/>
                  </a:cubicBezTo>
                  <a:cubicBezTo>
                    <a:pt x="19884" y="19530"/>
                    <a:pt x="21566" y="17806"/>
                    <a:pt x="21566" y="15682"/>
                  </a:cubicBezTo>
                  <a:lnTo>
                    <a:pt x="21566" y="1112"/>
                  </a:lnTo>
                  <a:cubicBezTo>
                    <a:pt x="21566" y="488"/>
                    <a:pt x="21056" y="0"/>
                    <a:pt x="20464" y="0"/>
                  </a:cubicBezTo>
                  <a:close/>
                </a:path>
              </a:pathLst>
            </a:custGeom>
            <a:solidFill>
              <a:srgbClr val="97ACB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556" name="Google Shape;11556;p42"/>
            <p:cNvSpPr/>
            <p:nvPr/>
          </p:nvSpPr>
          <p:spPr>
            <a:xfrm>
              <a:off x="4009741" y="2515624"/>
              <a:ext cx="67361" cy="251014"/>
            </a:xfrm>
            <a:custGeom>
              <a:rect b="b" l="l" r="r" t="t"/>
              <a:pathLst>
                <a:path extrusionOk="0" h="16765" w="4499">
                  <a:moveTo>
                    <a:pt x="4479" y="1"/>
                  </a:moveTo>
                  <a:lnTo>
                    <a:pt x="3995" y="148"/>
                  </a:lnTo>
                  <a:cubicBezTo>
                    <a:pt x="3533" y="274"/>
                    <a:pt x="3217" y="715"/>
                    <a:pt x="3217" y="1199"/>
                  </a:cubicBezTo>
                  <a:lnTo>
                    <a:pt x="3217" y="12867"/>
                  </a:lnTo>
                  <a:cubicBezTo>
                    <a:pt x="3217" y="14760"/>
                    <a:pt x="1872" y="16379"/>
                    <a:pt x="1" y="16715"/>
                  </a:cubicBezTo>
                  <a:cubicBezTo>
                    <a:pt x="208" y="16748"/>
                    <a:pt x="413" y="16764"/>
                    <a:pt x="615" y="16764"/>
                  </a:cubicBezTo>
                  <a:cubicBezTo>
                    <a:pt x="2716" y="16764"/>
                    <a:pt x="4498" y="15034"/>
                    <a:pt x="4479" y="12867"/>
                  </a:cubicBezTo>
                  <a:lnTo>
                    <a:pt x="4479" y="1"/>
                  </a:lnTo>
                  <a:close/>
                </a:path>
              </a:pathLst>
            </a:custGeom>
            <a:solidFill>
              <a:srgbClr val="7B90A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557" name="Google Shape;11557;p42"/>
            <p:cNvSpPr/>
            <p:nvPr/>
          </p:nvSpPr>
          <p:spPr>
            <a:xfrm>
              <a:off x="4210582" y="2432317"/>
              <a:ext cx="67346" cy="293087"/>
            </a:xfrm>
            <a:custGeom>
              <a:rect b="b" l="l" r="r" t="t"/>
              <a:pathLst>
                <a:path extrusionOk="0" h="19575" w="4498">
                  <a:moveTo>
                    <a:pt x="3374" y="0"/>
                  </a:moveTo>
                  <a:cubicBezTo>
                    <a:pt x="3315" y="0"/>
                    <a:pt x="3256" y="5"/>
                    <a:pt x="3196" y="14"/>
                  </a:cubicBezTo>
                  <a:lnTo>
                    <a:pt x="2607" y="119"/>
                  </a:lnTo>
                  <a:cubicBezTo>
                    <a:pt x="2986" y="308"/>
                    <a:pt x="3217" y="687"/>
                    <a:pt x="3217" y="1107"/>
                  </a:cubicBezTo>
                  <a:lnTo>
                    <a:pt x="3217" y="15677"/>
                  </a:lnTo>
                  <a:cubicBezTo>
                    <a:pt x="3217" y="17569"/>
                    <a:pt x="1871" y="19188"/>
                    <a:pt x="0" y="19525"/>
                  </a:cubicBezTo>
                  <a:cubicBezTo>
                    <a:pt x="209" y="19558"/>
                    <a:pt x="416" y="19574"/>
                    <a:pt x="620" y="19574"/>
                  </a:cubicBezTo>
                  <a:cubicBezTo>
                    <a:pt x="2718" y="19574"/>
                    <a:pt x="4498" y="17862"/>
                    <a:pt x="4478" y="15677"/>
                  </a:cubicBezTo>
                  <a:lnTo>
                    <a:pt x="4478" y="1107"/>
                  </a:lnTo>
                  <a:cubicBezTo>
                    <a:pt x="4478" y="475"/>
                    <a:pt x="3972" y="0"/>
                    <a:pt x="3374" y="0"/>
                  </a:cubicBezTo>
                  <a:close/>
                </a:path>
              </a:pathLst>
            </a:custGeom>
            <a:solidFill>
              <a:srgbClr val="7B90A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1558" name="Google Shape;11558;p42"/>
          <p:cNvGrpSpPr/>
          <p:nvPr/>
        </p:nvGrpSpPr>
        <p:grpSpPr>
          <a:xfrm>
            <a:off x="1802465" y="1779854"/>
            <a:ext cx="265373" cy="351944"/>
            <a:chOff x="1802465" y="1962854"/>
            <a:chExt cx="265373" cy="351944"/>
          </a:xfrm>
        </p:grpSpPr>
        <p:sp>
          <p:nvSpPr>
            <p:cNvPr id="11559" name="Google Shape;11559;p42"/>
            <p:cNvSpPr/>
            <p:nvPr/>
          </p:nvSpPr>
          <p:spPr>
            <a:xfrm>
              <a:off x="1802465" y="2243020"/>
              <a:ext cx="265373" cy="71778"/>
            </a:xfrm>
            <a:custGeom>
              <a:rect b="b" l="l" r="r" t="t"/>
              <a:pathLst>
                <a:path extrusionOk="0" h="4794" w="17724">
                  <a:moveTo>
                    <a:pt x="2397" y="0"/>
                  </a:moveTo>
                  <a:cubicBezTo>
                    <a:pt x="1072" y="0"/>
                    <a:pt x="0" y="1073"/>
                    <a:pt x="0" y="2397"/>
                  </a:cubicBezTo>
                  <a:cubicBezTo>
                    <a:pt x="0" y="3722"/>
                    <a:pt x="1072" y="4794"/>
                    <a:pt x="2397" y="4794"/>
                  </a:cubicBezTo>
                  <a:lnTo>
                    <a:pt x="17724" y="4794"/>
                  </a:lnTo>
                  <a:lnTo>
                    <a:pt x="17724" y="0"/>
                  </a:lnTo>
                  <a:close/>
                </a:path>
              </a:pathLst>
            </a:custGeom>
            <a:solidFill>
              <a:srgbClr val="F5F7F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560" name="Google Shape;11560;p42"/>
            <p:cNvSpPr/>
            <p:nvPr/>
          </p:nvSpPr>
          <p:spPr>
            <a:xfrm>
              <a:off x="1802465" y="2208074"/>
              <a:ext cx="265373" cy="83442"/>
            </a:xfrm>
            <a:custGeom>
              <a:rect b="b" l="l" r="r" t="t"/>
              <a:pathLst>
                <a:path extrusionOk="0" h="5573" w="17724">
                  <a:moveTo>
                    <a:pt x="2397" y="1"/>
                  </a:moveTo>
                  <a:cubicBezTo>
                    <a:pt x="1724" y="1"/>
                    <a:pt x="1135" y="568"/>
                    <a:pt x="694" y="1010"/>
                  </a:cubicBezTo>
                  <a:cubicBezTo>
                    <a:pt x="252" y="1451"/>
                    <a:pt x="0" y="4079"/>
                    <a:pt x="0" y="4731"/>
                  </a:cubicBezTo>
                  <a:cubicBezTo>
                    <a:pt x="0" y="5026"/>
                    <a:pt x="42" y="5299"/>
                    <a:pt x="147" y="5572"/>
                  </a:cubicBezTo>
                  <a:cubicBezTo>
                    <a:pt x="484" y="4647"/>
                    <a:pt x="1388" y="4016"/>
                    <a:pt x="2397" y="4016"/>
                  </a:cubicBezTo>
                  <a:lnTo>
                    <a:pt x="17724" y="4016"/>
                  </a:lnTo>
                  <a:lnTo>
                    <a:pt x="17724" y="947"/>
                  </a:lnTo>
                  <a:lnTo>
                    <a:pt x="2397" y="1"/>
                  </a:lnTo>
                  <a:close/>
                </a:path>
              </a:pathLst>
            </a:custGeom>
            <a:solidFill>
              <a:srgbClr val="EBEFF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561" name="Google Shape;11561;p42"/>
            <p:cNvSpPr/>
            <p:nvPr/>
          </p:nvSpPr>
          <p:spPr>
            <a:xfrm>
              <a:off x="1802465" y="1962854"/>
              <a:ext cx="35889" cy="316069"/>
            </a:xfrm>
            <a:custGeom>
              <a:rect b="b" l="l" r="r" t="t"/>
              <a:pathLst>
                <a:path extrusionOk="0" h="21110" w="2397">
                  <a:moveTo>
                    <a:pt x="2397" y="1"/>
                  </a:moveTo>
                  <a:cubicBezTo>
                    <a:pt x="1072" y="1"/>
                    <a:pt x="0" y="1073"/>
                    <a:pt x="0" y="2397"/>
                  </a:cubicBezTo>
                  <a:lnTo>
                    <a:pt x="0" y="21109"/>
                  </a:lnTo>
                  <a:cubicBezTo>
                    <a:pt x="0" y="19785"/>
                    <a:pt x="1072" y="18712"/>
                    <a:pt x="2397" y="18712"/>
                  </a:cubicBezTo>
                  <a:lnTo>
                    <a:pt x="2397" y="1"/>
                  </a:lnTo>
                  <a:close/>
                </a:path>
              </a:pathLst>
            </a:custGeom>
            <a:solidFill>
              <a:srgbClr val="4B637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562" name="Google Shape;11562;p42"/>
            <p:cNvSpPr/>
            <p:nvPr/>
          </p:nvSpPr>
          <p:spPr>
            <a:xfrm>
              <a:off x="1837082" y="2286141"/>
              <a:ext cx="230756" cy="8834"/>
            </a:xfrm>
            <a:custGeom>
              <a:rect b="b" l="l" r="r" t="t"/>
              <a:pathLst>
                <a:path extrusionOk="0" h="590" w="15412">
                  <a:moveTo>
                    <a:pt x="1" y="1"/>
                  </a:moveTo>
                  <a:lnTo>
                    <a:pt x="1" y="589"/>
                  </a:lnTo>
                  <a:lnTo>
                    <a:pt x="15412" y="589"/>
                  </a:lnTo>
                  <a:lnTo>
                    <a:pt x="15412" y="1"/>
                  </a:lnTo>
                  <a:close/>
                </a:path>
              </a:pathLst>
            </a:custGeom>
            <a:solidFill>
              <a:srgbClr val="E2E8E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563" name="Google Shape;11563;p42"/>
            <p:cNvSpPr/>
            <p:nvPr/>
          </p:nvSpPr>
          <p:spPr>
            <a:xfrm>
              <a:off x="1900041" y="2262843"/>
              <a:ext cx="167797" cy="9148"/>
            </a:xfrm>
            <a:custGeom>
              <a:rect b="b" l="l" r="r" t="t"/>
              <a:pathLst>
                <a:path extrusionOk="0" h="611" w="11207">
                  <a:moveTo>
                    <a:pt x="1" y="1"/>
                  </a:moveTo>
                  <a:lnTo>
                    <a:pt x="1" y="611"/>
                  </a:lnTo>
                  <a:lnTo>
                    <a:pt x="11207" y="611"/>
                  </a:lnTo>
                  <a:lnTo>
                    <a:pt x="11207" y="1"/>
                  </a:lnTo>
                  <a:close/>
                </a:path>
              </a:pathLst>
            </a:custGeom>
            <a:solidFill>
              <a:srgbClr val="E2E8E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564" name="Google Shape;11564;p42"/>
            <p:cNvSpPr/>
            <p:nvPr/>
          </p:nvSpPr>
          <p:spPr>
            <a:xfrm>
              <a:off x="1838339" y="1962854"/>
              <a:ext cx="229498" cy="280180"/>
            </a:xfrm>
            <a:custGeom>
              <a:rect b="b" l="l" r="r" t="t"/>
              <a:pathLst>
                <a:path extrusionOk="0" h="18713" w="15328">
                  <a:moveTo>
                    <a:pt x="1" y="1"/>
                  </a:moveTo>
                  <a:lnTo>
                    <a:pt x="1" y="18712"/>
                  </a:lnTo>
                  <a:lnTo>
                    <a:pt x="15328" y="18712"/>
                  </a:lnTo>
                  <a:lnTo>
                    <a:pt x="15328" y="1"/>
                  </a:lnTo>
                  <a:close/>
                </a:path>
              </a:pathLst>
            </a:custGeom>
            <a:solidFill>
              <a:srgbClr val="5D748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565" name="Google Shape;11565;p42"/>
            <p:cNvSpPr/>
            <p:nvPr/>
          </p:nvSpPr>
          <p:spPr>
            <a:xfrm>
              <a:off x="1854091" y="1978905"/>
              <a:ext cx="197697" cy="248394"/>
            </a:xfrm>
            <a:custGeom>
              <a:rect b="b" l="l" r="r" t="t"/>
              <a:pathLst>
                <a:path extrusionOk="0" h="16590" w="13204">
                  <a:moveTo>
                    <a:pt x="0" y="1"/>
                  </a:moveTo>
                  <a:lnTo>
                    <a:pt x="0" y="16589"/>
                  </a:lnTo>
                  <a:lnTo>
                    <a:pt x="13203" y="16589"/>
                  </a:lnTo>
                  <a:lnTo>
                    <a:pt x="13203" y="1"/>
                  </a:lnTo>
                  <a:close/>
                </a:path>
              </a:pathLst>
            </a:custGeom>
            <a:solidFill>
              <a:srgbClr val="4B637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1566" name="Google Shape;11566;p42"/>
          <p:cNvGrpSpPr/>
          <p:nvPr/>
        </p:nvGrpSpPr>
        <p:grpSpPr>
          <a:xfrm>
            <a:off x="3512070" y="1773222"/>
            <a:ext cx="373984" cy="363622"/>
            <a:chOff x="3512070" y="1956222"/>
            <a:chExt cx="373984" cy="363622"/>
          </a:xfrm>
        </p:grpSpPr>
        <p:sp>
          <p:nvSpPr>
            <p:cNvPr id="11567" name="Google Shape;11567;p42"/>
            <p:cNvSpPr/>
            <p:nvPr/>
          </p:nvSpPr>
          <p:spPr>
            <a:xfrm>
              <a:off x="3547316" y="2232314"/>
              <a:ext cx="316069" cy="53841"/>
            </a:xfrm>
            <a:custGeom>
              <a:rect b="b" l="l" r="r" t="t"/>
              <a:pathLst>
                <a:path extrusionOk="0" h="3596" w="21110">
                  <a:moveTo>
                    <a:pt x="1809" y="1"/>
                  </a:moveTo>
                  <a:cubicBezTo>
                    <a:pt x="800" y="1"/>
                    <a:pt x="1" y="799"/>
                    <a:pt x="1" y="1788"/>
                  </a:cubicBezTo>
                  <a:cubicBezTo>
                    <a:pt x="1" y="2776"/>
                    <a:pt x="800" y="3596"/>
                    <a:pt x="1809" y="3596"/>
                  </a:cubicBezTo>
                  <a:lnTo>
                    <a:pt x="21109" y="3596"/>
                  </a:lnTo>
                  <a:lnTo>
                    <a:pt x="21109" y="1"/>
                  </a:lnTo>
                  <a:close/>
                </a:path>
              </a:pathLst>
            </a:custGeom>
            <a:solidFill>
              <a:srgbClr val="F8FAF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568" name="Google Shape;11568;p42"/>
            <p:cNvSpPr/>
            <p:nvPr/>
          </p:nvSpPr>
          <p:spPr>
            <a:xfrm>
              <a:off x="3548903" y="2232314"/>
              <a:ext cx="314482" cy="53841"/>
            </a:xfrm>
            <a:custGeom>
              <a:rect b="b" l="l" r="r" t="t"/>
              <a:pathLst>
                <a:path extrusionOk="0" h="3596" w="21004">
                  <a:moveTo>
                    <a:pt x="19805" y="1"/>
                  </a:moveTo>
                  <a:lnTo>
                    <a:pt x="19805" y="1640"/>
                  </a:lnTo>
                  <a:cubicBezTo>
                    <a:pt x="19805" y="2061"/>
                    <a:pt x="19469" y="2397"/>
                    <a:pt x="19048" y="2397"/>
                  </a:cubicBezTo>
                  <a:lnTo>
                    <a:pt x="0" y="2397"/>
                  </a:lnTo>
                  <a:cubicBezTo>
                    <a:pt x="252" y="3112"/>
                    <a:pt x="925" y="3596"/>
                    <a:pt x="1703" y="3596"/>
                  </a:cubicBezTo>
                  <a:lnTo>
                    <a:pt x="21003" y="3596"/>
                  </a:lnTo>
                  <a:lnTo>
                    <a:pt x="21003" y="1"/>
                  </a:lnTo>
                  <a:close/>
                </a:path>
              </a:pathLst>
            </a:custGeom>
            <a:solidFill>
              <a:srgbClr val="E1E7E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569" name="Google Shape;11569;p42"/>
            <p:cNvSpPr/>
            <p:nvPr/>
          </p:nvSpPr>
          <p:spPr>
            <a:xfrm>
              <a:off x="3515215" y="2198312"/>
              <a:ext cx="370524" cy="121217"/>
            </a:xfrm>
            <a:custGeom>
              <a:rect b="b" l="l" r="r" t="t"/>
              <a:pathLst>
                <a:path extrusionOk="0" h="8096" w="24747">
                  <a:moveTo>
                    <a:pt x="3953" y="1"/>
                  </a:moveTo>
                  <a:cubicBezTo>
                    <a:pt x="1746" y="64"/>
                    <a:pt x="0" y="1851"/>
                    <a:pt x="0" y="4038"/>
                  </a:cubicBezTo>
                  <a:cubicBezTo>
                    <a:pt x="0" y="6245"/>
                    <a:pt x="1746" y="8032"/>
                    <a:pt x="3953" y="8095"/>
                  </a:cubicBezTo>
                  <a:lnTo>
                    <a:pt x="24010" y="8095"/>
                  </a:lnTo>
                  <a:cubicBezTo>
                    <a:pt x="24410" y="8095"/>
                    <a:pt x="24746" y="7759"/>
                    <a:pt x="24746" y="7338"/>
                  </a:cubicBezTo>
                  <a:lnTo>
                    <a:pt x="24746" y="6582"/>
                  </a:lnTo>
                  <a:cubicBezTo>
                    <a:pt x="24746" y="6182"/>
                    <a:pt x="24410" y="5846"/>
                    <a:pt x="24010" y="5846"/>
                  </a:cubicBezTo>
                  <a:lnTo>
                    <a:pt x="3953" y="5867"/>
                  </a:lnTo>
                  <a:cubicBezTo>
                    <a:pt x="2965" y="5867"/>
                    <a:pt x="2166" y="5068"/>
                    <a:pt x="2145" y="4101"/>
                  </a:cubicBezTo>
                  <a:cubicBezTo>
                    <a:pt x="2145" y="3070"/>
                    <a:pt x="2965" y="2251"/>
                    <a:pt x="3995" y="2251"/>
                  </a:cubicBezTo>
                  <a:lnTo>
                    <a:pt x="24010" y="2251"/>
                  </a:lnTo>
                  <a:cubicBezTo>
                    <a:pt x="24410" y="2251"/>
                    <a:pt x="24746" y="1914"/>
                    <a:pt x="24746" y="1515"/>
                  </a:cubicBezTo>
                  <a:lnTo>
                    <a:pt x="24746" y="758"/>
                  </a:lnTo>
                  <a:cubicBezTo>
                    <a:pt x="24746" y="337"/>
                    <a:pt x="24410" y="1"/>
                    <a:pt x="24010" y="1"/>
                  </a:cubicBezTo>
                  <a:close/>
                </a:path>
              </a:pathLst>
            </a:custGeom>
            <a:solidFill>
              <a:srgbClr val="E5EAE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570" name="Google Shape;11570;p42"/>
            <p:cNvSpPr/>
            <p:nvPr/>
          </p:nvSpPr>
          <p:spPr>
            <a:xfrm>
              <a:off x="3864628" y="2198626"/>
              <a:ext cx="21426" cy="33703"/>
            </a:xfrm>
            <a:custGeom>
              <a:rect b="b" l="l" r="r" t="t"/>
              <a:pathLst>
                <a:path extrusionOk="0" h="2251" w="1431">
                  <a:moveTo>
                    <a:pt x="0" y="1"/>
                  </a:moveTo>
                  <a:lnTo>
                    <a:pt x="0" y="2251"/>
                  </a:lnTo>
                  <a:lnTo>
                    <a:pt x="673" y="2251"/>
                  </a:lnTo>
                  <a:cubicBezTo>
                    <a:pt x="1094" y="2251"/>
                    <a:pt x="1430" y="1914"/>
                    <a:pt x="1430" y="1494"/>
                  </a:cubicBezTo>
                  <a:lnTo>
                    <a:pt x="1430" y="758"/>
                  </a:lnTo>
                  <a:cubicBezTo>
                    <a:pt x="1430" y="337"/>
                    <a:pt x="1094" y="1"/>
                    <a:pt x="673" y="1"/>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571" name="Google Shape;11571;p42"/>
            <p:cNvSpPr/>
            <p:nvPr/>
          </p:nvSpPr>
          <p:spPr>
            <a:xfrm>
              <a:off x="3864628" y="2286141"/>
              <a:ext cx="21426" cy="33703"/>
            </a:xfrm>
            <a:custGeom>
              <a:rect b="b" l="l" r="r" t="t"/>
              <a:pathLst>
                <a:path extrusionOk="0" h="2251" w="1431">
                  <a:moveTo>
                    <a:pt x="0" y="1"/>
                  </a:moveTo>
                  <a:lnTo>
                    <a:pt x="0" y="2250"/>
                  </a:lnTo>
                  <a:lnTo>
                    <a:pt x="673" y="2250"/>
                  </a:lnTo>
                  <a:cubicBezTo>
                    <a:pt x="1094" y="2229"/>
                    <a:pt x="1430" y="1914"/>
                    <a:pt x="1430" y="1493"/>
                  </a:cubicBezTo>
                  <a:lnTo>
                    <a:pt x="1430" y="737"/>
                  </a:lnTo>
                  <a:cubicBezTo>
                    <a:pt x="1430" y="337"/>
                    <a:pt x="1094" y="1"/>
                    <a:pt x="673" y="1"/>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572" name="Google Shape;11572;p42"/>
            <p:cNvSpPr/>
            <p:nvPr/>
          </p:nvSpPr>
          <p:spPr>
            <a:xfrm>
              <a:off x="3574401" y="2259070"/>
              <a:ext cx="52583" cy="52838"/>
            </a:xfrm>
            <a:custGeom>
              <a:rect b="b" l="l" r="r" t="t"/>
              <a:pathLst>
                <a:path extrusionOk="0" h="3529" w="3512">
                  <a:moveTo>
                    <a:pt x="736" y="1"/>
                  </a:moveTo>
                  <a:cubicBezTo>
                    <a:pt x="336" y="1"/>
                    <a:pt x="0" y="337"/>
                    <a:pt x="0" y="758"/>
                  </a:cubicBezTo>
                  <a:lnTo>
                    <a:pt x="0" y="2776"/>
                  </a:lnTo>
                  <a:cubicBezTo>
                    <a:pt x="0" y="3200"/>
                    <a:pt x="343" y="3529"/>
                    <a:pt x="740" y="3529"/>
                  </a:cubicBezTo>
                  <a:cubicBezTo>
                    <a:pt x="835" y="3529"/>
                    <a:pt x="933" y="3510"/>
                    <a:pt x="1030" y="3470"/>
                  </a:cubicBezTo>
                  <a:lnTo>
                    <a:pt x="1787" y="3154"/>
                  </a:lnTo>
                  <a:lnTo>
                    <a:pt x="2460" y="3449"/>
                  </a:lnTo>
                  <a:cubicBezTo>
                    <a:pt x="2560" y="3490"/>
                    <a:pt x="2662" y="3510"/>
                    <a:pt x="2760" y="3510"/>
                  </a:cubicBezTo>
                  <a:cubicBezTo>
                    <a:pt x="3160" y="3510"/>
                    <a:pt x="3511" y="3193"/>
                    <a:pt x="3511" y="2755"/>
                  </a:cubicBezTo>
                  <a:lnTo>
                    <a:pt x="3511" y="758"/>
                  </a:lnTo>
                  <a:cubicBezTo>
                    <a:pt x="3511" y="337"/>
                    <a:pt x="3175" y="1"/>
                    <a:pt x="2775" y="1"/>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573" name="Google Shape;11573;p42"/>
            <p:cNvSpPr/>
            <p:nvPr/>
          </p:nvSpPr>
          <p:spPr>
            <a:xfrm>
              <a:off x="3547316" y="1990239"/>
              <a:ext cx="316069" cy="53841"/>
            </a:xfrm>
            <a:custGeom>
              <a:rect b="b" l="l" r="r" t="t"/>
              <a:pathLst>
                <a:path extrusionOk="0" h="3596" w="21110">
                  <a:moveTo>
                    <a:pt x="1809" y="1"/>
                  </a:moveTo>
                  <a:cubicBezTo>
                    <a:pt x="800" y="1"/>
                    <a:pt x="1" y="800"/>
                    <a:pt x="1" y="1788"/>
                  </a:cubicBezTo>
                  <a:cubicBezTo>
                    <a:pt x="1" y="2776"/>
                    <a:pt x="800" y="3596"/>
                    <a:pt x="1809" y="3596"/>
                  </a:cubicBezTo>
                  <a:lnTo>
                    <a:pt x="21109" y="3596"/>
                  </a:lnTo>
                  <a:lnTo>
                    <a:pt x="21109" y="1"/>
                  </a:lnTo>
                  <a:close/>
                </a:path>
              </a:pathLst>
            </a:custGeom>
            <a:solidFill>
              <a:srgbClr val="F8FAF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574" name="Google Shape;11574;p42"/>
            <p:cNvSpPr/>
            <p:nvPr/>
          </p:nvSpPr>
          <p:spPr>
            <a:xfrm>
              <a:off x="3548903" y="1990239"/>
              <a:ext cx="314482" cy="53841"/>
            </a:xfrm>
            <a:custGeom>
              <a:rect b="b" l="l" r="r" t="t"/>
              <a:pathLst>
                <a:path extrusionOk="0" h="3596" w="21004">
                  <a:moveTo>
                    <a:pt x="19805" y="1"/>
                  </a:moveTo>
                  <a:lnTo>
                    <a:pt x="19805" y="1641"/>
                  </a:lnTo>
                  <a:cubicBezTo>
                    <a:pt x="19805" y="2061"/>
                    <a:pt x="19469" y="2398"/>
                    <a:pt x="19048" y="2398"/>
                  </a:cubicBezTo>
                  <a:lnTo>
                    <a:pt x="0" y="2398"/>
                  </a:lnTo>
                  <a:cubicBezTo>
                    <a:pt x="252" y="3112"/>
                    <a:pt x="925" y="3596"/>
                    <a:pt x="1703" y="3596"/>
                  </a:cubicBezTo>
                  <a:lnTo>
                    <a:pt x="21003" y="3596"/>
                  </a:lnTo>
                  <a:lnTo>
                    <a:pt x="21003" y="1"/>
                  </a:lnTo>
                  <a:close/>
                </a:path>
              </a:pathLst>
            </a:custGeom>
            <a:solidFill>
              <a:srgbClr val="E1E7E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575" name="Google Shape;11575;p42"/>
            <p:cNvSpPr/>
            <p:nvPr/>
          </p:nvSpPr>
          <p:spPr>
            <a:xfrm>
              <a:off x="3512070" y="1956222"/>
              <a:ext cx="373669" cy="121247"/>
            </a:xfrm>
            <a:custGeom>
              <a:rect b="b" l="l" r="r" t="t"/>
              <a:pathLst>
                <a:path extrusionOk="0" h="8098" w="24957">
                  <a:moveTo>
                    <a:pt x="4049" y="1"/>
                  </a:moveTo>
                  <a:cubicBezTo>
                    <a:pt x="1829" y="1"/>
                    <a:pt x="0" y="1806"/>
                    <a:pt x="0" y="4039"/>
                  </a:cubicBezTo>
                  <a:cubicBezTo>
                    <a:pt x="0" y="6284"/>
                    <a:pt x="1850" y="8097"/>
                    <a:pt x="4086" y="8097"/>
                  </a:cubicBezTo>
                  <a:cubicBezTo>
                    <a:pt x="4112" y="8097"/>
                    <a:pt x="4137" y="8097"/>
                    <a:pt x="4163" y="8097"/>
                  </a:cubicBezTo>
                  <a:lnTo>
                    <a:pt x="24220" y="8097"/>
                  </a:lnTo>
                  <a:cubicBezTo>
                    <a:pt x="24620" y="8097"/>
                    <a:pt x="24956" y="7760"/>
                    <a:pt x="24956" y="7340"/>
                  </a:cubicBezTo>
                  <a:lnTo>
                    <a:pt x="24956" y="6583"/>
                  </a:lnTo>
                  <a:cubicBezTo>
                    <a:pt x="24956" y="6183"/>
                    <a:pt x="24620" y="5847"/>
                    <a:pt x="24220" y="5847"/>
                  </a:cubicBezTo>
                  <a:lnTo>
                    <a:pt x="4163" y="5847"/>
                  </a:lnTo>
                  <a:lnTo>
                    <a:pt x="4163" y="5868"/>
                  </a:lnTo>
                  <a:cubicBezTo>
                    <a:pt x="3175" y="5847"/>
                    <a:pt x="2376" y="5069"/>
                    <a:pt x="2355" y="4102"/>
                  </a:cubicBezTo>
                  <a:cubicBezTo>
                    <a:pt x="2355" y="3072"/>
                    <a:pt x="3175" y="2252"/>
                    <a:pt x="4205" y="2252"/>
                  </a:cubicBezTo>
                  <a:lnTo>
                    <a:pt x="24220" y="2252"/>
                  </a:lnTo>
                  <a:cubicBezTo>
                    <a:pt x="24620" y="2252"/>
                    <a:pt x="24956" y="1915"/>
                    <a:pt x="24956" y="1495"/>
                  </a:cubicBezTo>
                  <a:lnTo>
                    <a:pt x="24956" y="759"/>
                  </a:lnTo>
                  <a:cubicBezTo>
                    <a:pt x="24956" y="339"/>
                    <a:pt x="24620" y="2"/>
                    <a:pt x="24220" y="2"/>
                  </a:cubicBezTo>
                  <a:lnTo>
                    <a:pt x="4163" y="2"/>
                  </a:lnTo>
                  <a:cubicBezTo>
                    <a:pt x="4125" y="1"/>
                    <a:pt x="4087" y="1"/>
                    <a:pt x="4049" y="1"/>
                  </a:cubicBezTo>
                  <a:close/>
                </a:path>
              </a:pathLst>
            </a:custGeom>
            <a:solidFill>
              <a:srgbClr val="A9BBC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576" name="Google Shape;11576;p42"/>
            <p:cNvSpPr/>
            <p:nvPr/>
          </p:nvSpPr>
          <p:spPr>
            <a:xfrm>
              <a:off x="3864628" y="1956566"/>
              <a:ext cx="21426" cy="33688"/>
            </a:xfrm>
            <a:custGeom>
              <a:rect b="b" l="l" r="r" t="t"/>
              <a:pathLst>
                <a:path extrusionOk="0" h="2250" w="1431">
                  <a:moveTo>
                    <a:pt x="0" y="0"/>
                  </a:moveTo>
                  <a:lnTo>
                    <a:pt x="0" y="2250"/>
                  </a:lnTo>
                  <a:lnTo>
                    <a:pt x="673" y="2250"/>
                  </a:lnTo>
                  <a:cubicBezTo>
                    <a:pt x="1094" y="2250"/>
                    <a:pt x="1430" y="1913"/>
                    <a:pt x="1430" y="1493"/>
                  </a:cubicBezTo>
                  <a:lnTo>
                    <a:pt x="1430" y="757"/>
                  </a:lnTo>
                  <a:cubicBezTo>
                    <a:pt x="1430" y="337"/>
                    <a:pt x="1094" y="0"/>
                    <a:pt x="673" y="0"/>
                  </a:cubicBezTo>
                  <a:close/>
                </a:path>
              </a:pathLst>
            </a:custGeom>
            <a:solidFill>
              <a:srgbClr val="97ACB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577" name="Google Shape;11577;p42"/>
            <p:cNvSpPr/>
            <p:nvPr/>
          </p:nvSpPr>
          <p:spPr>
            <a:xfrm>
              <a:off x="3864628" y="2044065"/>
              <a:ext cx="21426" cy="33703"/>
            </a:xfrm>
            <a:custGeom>
              <a:rect b="b" l="l" r="r" t="t"/>
              <a:pathLst>
                <a:path extrusionOk="0" h="2251" w="1431">
                  <a:moveTo>
                    <a:pt x="0" y="1"/>
                  </a:moveTo>
                  <a:lnTo>
                    <a:pt x="0" y="2251"/>
                  </a:lnTo>
                  <a:lnTo>
                    <a:pt x="673" y="2251"/>
                  </a:lnTo>
                  <a:cubicBezTo>
                    <a:pt x="1094" y="2251"/>
                    <a:pt x="1430" y="1914"/>
                    <a:pt x="1430" y="1494"/>
                  </a:cubicBezTo>
                  <a:lnTo>
                    <a:pt x="1430" y="737"/>
                  </a:lnTo>
                  <a:cubicBezTo>
                    <a:pt x="1430" y="337"/>
                    <a:pt x="1094" y="1"/>
                    <a:pt x="673" y="1"/>
                  </a:cubicBezTo>
                  <a:close/>
                </a:path>
              </a:pathLst>
            </a:custGeom>
            <a:solidFill>
              <a:srgbClr val="97ACB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578" name="Google Shape;11578;p42"/>
            <p:cNvSpPr/>
            <p:nvPr/>
          </p:nvSpPr>
          <p:spPr>
            <a:xfrm>
              <a:off x="3574401" y="2016995"/>
              <a:ext cx="52583" cy="52733"/>
            </a:xfrm>
            <a:custGeom>
              <a:rect b="b" l="l" r="r" t="t"/>
              <a:pathLst>
                <a:path extrusionOk="0" h="3522" w="3512">
                  <a:moveTo>
                    <a:pt x="736" y="1"/>
                  </a:moveTo>
                  <a:cubicBezTo>
                    <a:pt x="336" y="1"/>
                    <a:pt x="0" y="337"/>
                    <a:pt x="0" y="758"/>
                  </a:cubicBezTo>
                  <a:lnTo>
                    <a:pt x="0" y="2776"/>
                  </a:lnTo>
                  <a:cubicBezTo>
                    <a:pt x="0" y="3205"/>
                    <a:pt x="349" y="3521"/>
                    <a:pt x="752" y="3521"/>
                  </a:cubicBezTo>
                  <a:cubicBezTo>
                    <a:pt x="843" y="3521"/>
                    <a:pt x="937" y="3505"/>
                    <a:pt x="1030" y="3470"/>
                  </a:cubicBezTo>
                  <a:lnTo>
                    <a:pt x="1787" y="3155"/>
                  </a:lnTo>
                  <a:lnTo>
                    <a:pt x="2460" y="3449"/>
                  </a:lnTo>
                  <a:cubicBezTo>
                    <a:pt x="2560" y="3491"/>
                    <a:pt x="2662" y="3510"/>
                    <a:pt x="2760" y="3510"/>
                  </a:cubicBezTo>
                  <a:cubicBezTo>
                    <a:pt x="3160" y="3510"/>
                    <a:pt x="3511" y="3193"/>
                    <a:pt x="3511" y="2755"/>
                  </a:cubicBezTo>
                  <a:lnTo>
                    <a:pt x="3511" y="758"/>
                  </a:lnTo>
                  <a:cubicBezTo>
                    <a:pt x="3511" y="337"/>
                    <a:pt x="3175" y="1"/>
                    <a:pt x="2775" y="1"/>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579" name="Google Shape;11579;p42"/>
            <p:cNvSpPr/>
            <p:nvPr/>
          </p:nvSpPr>
          <p:spPr>
            <a:xfrm>
              <a:off x="3536311" y="2111127"/>
              <a:ext cx="315740" cy="53841"/>
            </a:xfrm>
            <a:custGeom>
              <a:rect b="b" l="l" r="r" t="t"/>
              <a:pathLst>
                <a:path extrusionOk="0" h="3596" w="21088">
                  <a:moveTo>
                    <a:pt x="0" y="0"/>
                  </a:moveTo>
                  <a:lnTo>
                    <a:pt x="0" y="3595"/>
                  </a:lnTo>
                  <a:lnTo>
                    <a:pt x="19300" y="3595"/>
                  </a:lnTo>
                  <a:cubicBezTo>
                    <a:pt x="20289" y="3595"/>
                    <a:pt x="21088" y="2796"/>
                    <a:pt x="21088" y="1808"/>
                  </a:cubicBezTo>
                  <a:cubicBezTo>
                    <a:pt x="21088" y="820"/>
                    <a:pt x="20289" y="0"/>
                    <a:pt x="19300" y="0"/>
                  </a:cubicBezTo>
                  <a:close/>
                </a:path>
              </a:pathLst>
            </a:custGeom>
            <a:solidFill>
              <a:srgbClr val="F8FAF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580" name="Google Shape;11580;p42"/>
            <p:cNvSpPr/>
            <p:nvPr/>
          </p:nvSpPr>
          <p:spPr>
            <a:xfrm>
              <a:off x="3536311" y="2111127"/>
              <a:ext cx="315740" cy="53841"/>
            </a:xfrm>
            <a:custGeom>
              <a:rect b="b" l="l" r="r" t="t"/>
              <a:pathLst>
                <a:path extrusionOk="0" h="3596" w="21088">
                  <a:moveTo>
                    <a:pt x="19279" y="0"/>
                  </a:moveTo>
                  <a:cubicBezTo>
                    <a:pt x="19679" y="1178"/>
                    <a:pt x="18817" y="2397"/>
                    <a:pt x="17576" y="2397"/>
                  </a:cubicBezTo>
                  <a:lnTo>
                    <a:pt x="0" y="2397"/>
                  </a:lnTo>
                  <a:lnTo>
                    <a:pt x="0" y="3595"/>
                  </a:lnTo>
                  <a:lnTo>
                    <a:pt x="19300" y="3595"/>
                  </a:lnTo>
                  <a:cubicBezTo>
                    <a:pt x="20289" y="3595"/>
                    <a:pt x="21088" y="2796"/>
                    <a:pt x="21088" y="1808"/>
                  </a:cubicBezTo>
                  <a:cubicBezTo>
                    <a:pt x="21088" y="820"/>
                    <a:pt x="20289" y="0"/>
                    <a:pt x="19300" y="0"/>
                  </a:cubicBezTo>
                  <a:close/>
                </a:path>
              </a:pathLst>
            </a:custGeom>
            <a:solidFill>
              <a:srgbClr val="E1E7E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581" name="Google Shape;11581;p42"/>
            <p:cNvSpPr/>
            <p:nvPr/>
          </p:nvSpPr>
          <p:spPr>
            <a:xfrm>
              <a:off x="3513642" y="2077439"/>
              <a:ext cx="370509" cy="120888"/>
            </a:xfrm>
            <a:custGeom>
              <a:rect b="b" l="l" r="r" t="t"/>
              <a:pathLst>
                <a:path extrusionOk="0" h="8074" w="24746">
                  <a:moveTo>
                    <a:pt x="757" y="1"/>
                  </a:moveTo>
                  <a:cubicBezTo>
                    <a:pt x="337" y="1"/>
                    <a:pt x="0" y="337"/>
                    <a:pt x="0" y="757"/>
                  </a:cubicBezTo>
                  <a:lnTo>
                    <a:pt x="0" y="1493"/>
                  </a:lnTo>
                  <a:cubicBezTo>
                    <a:pt x="0" y="1914"/>
                    <a:pt x="337" y="2250"/>
                    <a:pt x="757" y="2250"/>
                  </a:cubicBezTo>
                  <a:lnTo>
                    <a:pt x="20772" y="2250"/>
                  </a:lnTo>
                  <a:cubicBezTo>
                    <a:pt x="21782" y="2250"/>
                    <a:pt x="22602" y="3070"/>
                    <a:pt x="22602" y="4079"/>
                  </a:cubicBezTo>
                  <a:cubicBezTo>
                    <a:pt x="22602" y="5067"/>
                    <a:pt x="21803" y="5845"/>
                    <a:pt x="20814" y="5845"/>
                  </a:cubicBezTo>
                  <a:lnTo>
                    <a:pt x="20814" y="5824"/>
                  </a:lnTo>
                  <a:lnTo>
                    <a:pt x="757" y="5824"/>
                  </a:lnTo>
                  <a:cubicBezTo>
                    <a:pt x="337" y="5824"/>
                    <a:pt x="0" y="6161"/>
                    <a:pt x="0" y="6581"/>
                  </a:cubicBezTo>
                  <a:lnTo>
                    <a:pt x="0" y="7338"/>
                  </a:lnTo>
                  <a:cubicBezTo>
                    <a:pt x="0" y="7738"/>
                    <a:pt x="337" y="8074"/>
                    <a:pt x="757" y="8074"/>
                  </a:cubicBezTo>
                  <a:lnTo>
                    <a:pt x="20814" y="8074"/>
                  </a:lnTo>
                  <a:cubicBezTo>
                    <a:pt x="23001" y="8032"/>
                    <a:pt x="24746" y="6224"/>
                    <a:pt x="24746" y="4037"/>
                  </a:cubicBezTo>
                  <a:cubicBezTo>
                    <a:pt x="24746" y="1851"/>
                    <a:pt x="23001" y="64"/>
                    <a:pt x="20814" y="1"/>
                  </a:cubicBezTo>
                  <a:close/>
                </a:path>
              </a:pathLst>
            </a:custGeom>
            <a:solidFill>
              <a:srgbClr val="97ACB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582" name="Google Shape;11582;p42"/>
            <p:cNvSpPr/>
            <p:nvPr/>
          </p:nvSpPr>
          <p:spPr>
            <a:xfrm>
              <a:off x="3806385" y="2077753"/>
              <a:ext cx="77767" cy="120888"/>
            </a:xfrm>
            <a:custGeom>
              <a:rect b="b" l="l" r="r" t="t"/>
              <a:pathLst>
                <a:path extrusionOk="0" h="8074" w="5194">
                  <a:moveTo>
                    <a:pt x="1" y="1"/>
                  </a:moveTo>
                  <a:cubicBezTo>
                    <a:pt x="2188" y="43"/>
                    <a:pt x="3933" y="1851"/>
                    <a:pt x="3933" y="4037"/>
                  </a:cubicBezTo>
                  <a:cubicBezTo>
                    <a:pt x="3933" y="6224"/>
                    <a:pt x="2188" y="8011"/>
                    <a:pt x="1" y="8074"/>
                  </a:cubicBezTo>
                  <a:lnTo>
                    <a:pt x="1262" y="8074"/>
                  </a:lnTo>
                  <a:cubicBezTo>
                    <a:pt x="3449" y="8011"/>
                    <a:pt x="5194" y="6224"/>
                    <a:pt x="5194" y="4037"/>
                  </a:cubicBezTo>
                  <a:cubicBezTo>
                    <a:pt x="5194" y="1851"/>
                    <a:pt x="3449" y="43"/>
                    <a:pt x="1262" y="1"/>
                  </a:cubicBezTo>
                  <a:close/>
                </a:path>
              </a:pathLst>
            </a:custGeom>
            <a:solidFill>
              <a:srgbClr val="7B90A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583" name="Google Shape;11583;p42"/>
            <p:cNvSpPr/>
            <p:nvPr/>
          </p:nvSpPr>
          <p:spPr>
            <a:xfrm>
              <a:off x="3772397" y="2138182"/>
              <a:ext cx="52898" cy="52568"/>
            </a:xfrm>
            <a:custGeom>
              <a:rect b="b" l="l" r="r" t="t"/>
              <a:pathLst>
                <a:path extrusionOk="0" h="3511" w="3533">
                  <a:moveTo>
                    <a:pt x="720" y="0"/>
                  </a:moveTo>
                  <a:cubicBezTo>
                    <a:pt x="317" y="0"/>
                    <a:pt x="0" y="329"/>
                    <a:pt x="0" y="737"/>
                  </a:cubicBezTo>
                  <a:lnTo>
                    <a:pt x="0" y="2734"/>
                  </a:lnTo>
                  <a:cubicBezTo>
                    <a:pt x="0" y="3173"/>
                    <a:pt x="365" y="3489"/>
                    <a:pt x="759" y="3489"/>
                  </a:cubicBezTo>
                  <a:cubicBezTo>
                    <a:pt x="856" y="3489"/>
                    <a:pt x="956" y="3470"/>
                    <a:pt x="1052" y="3428"/>
                  </a:cubicBezTo>
                  <a:lnTo>
                    <a:pt x="1745" y="3134"/>
                  </a:lnTo>
                  <a:lnTo>
                    <a:pt x="2502" y="3449"/>
                  </a:lnTo>
                  <a:cubicBezTo>
                    <a:pt x="2599" y="3491"/>
                    <a:pt x="2697" y="3510"/>
                    <a:pt x="2794" y="3510"/>
                  </a:cubicBezTo>
                  <a:cubicBezTo>
                    <a:pt x="3182" y="3510"/>
                    <a:pt x="3532" y="3197"/>
                    <a:pt x="3532" y="2776"/>
                  </a:cubicBezTo>
                  <a:lnTo>
                    <a:pt x="3532" y="737"/>
                  </a:lnTo>
                  <a:cubicBezTo>
                    <a:pt x="3532" y="349"/>
                    <a:pt x="3215" y="0"/>
                    <a:pt x="2811" y="0"/>
                  </a:cubicBezTo>
                  <a:cubicBezTo>
                    <a:pt x="2799" y="0"/>
                    <a:pt x="2787" y="1"/>
                    <a:pt x="2776" y="1"/>
                  </a:cubicBezTo>
                  <a:lnTo>
                    <a:pt x="757" y="1"/>
                  </a:lnTo>
                  <a:cubicBezTo>
                    <a:pt x="745" y="1"/>
                    <a:pt x="732" y="0"/>
                    <a:pt x="720" y="0"/>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1584" name="Google Shape;11584;p42"/>
          <p:cNvGrpSpPr/>
          <p:nvPr/>
        </p:nvGrpSpPr>
        <p:grpSpPr>
          <a:xfrm>
            <a:off x="842683" y="2211751"/>
            <a:ext cx="345641" cy="356660"/>
            <a:chOff x="842683" y="2394751"/>
            <a:chExt cx="345641" cy="356660"/>
          </a:xfrm>
        </p:grpSpPr>
        <p:sp>
          <p:nvSpPr>
            <p:cNvPr id="11585" name="Google Shape;11585;p42"/>
            <p:cNvSpPr/>
            <p:nvPr/>
          </p:nvSpPr>
          <p:spPr>
            <a:xfrm>
              <a:off x="1099042" y="2499888"/>
              <a:ext cx="89266" cy="107353"/>
            </a:xfrm>
            <a:custGeom>
              <a:rect b="b" l="l" r="r" t="t"/>
              <a:pathLst>
                <a:path extrusionOk="0" h="7170" w="5962">
                  <a:moveTo>
                    <a:pt x="2977" y="0"/>
                  </a:moveTo>
                  <a:cubicBezTo>
                    <a:pt x="2909" y="0"/>
                    <a:pt x="2841" y="42"/>
                    <a:pt x="2809" y="126"/>
                  </a:cubicBezTo>
                  <a:lnTo>
                    <a:pt x="55" y="6896"/>
                  </a:lnTo>
                  <a:cubicBezTo>
                    <a:pt x="1" y="7045"/>
                    <a:pt x="112" y="7151"/>
                    <a:pt x="227" y="7151"/>
                  </a:cubicBezTo>
                  <a:cubicBezTo>
                    <a:pt x="290" y="7151"/>
                    <a:pt x="354" y="7118"/>
                    <a:pt x="391" y="7043"/>
                  </a:cubicBezTo>
                  <a:lnTo>
                    <a:pt x="2977" y="694"/>
                  </a:lnTo>
                  <a:lnTo>
                    <a:pt x="5563" y="7043"/>
                  </a:lnTo>
                  <a:cubicBezTo>
                    <a:pt x="5603" y="7124"/>
                    <a:pt x="5663" y="7166"/>
                    <a:pt x="5742" y="7169"/>
                  </a:cubicBezTo>
                  <a:lnTo>
                    <a:pt x="5742" y="7169"/>
                  </a:lnTo>
                  <a:cubicBezTo>
                    <a:pt x="5882" y="7163"/>
                    <a:pt x="5961" y="7019"/>
                    <a:pt x="5900" y="6896"/>
                  </a:cubicBezTo>
                  <a:lnTo>
                    <a:pt x="3145" y="126"/>
                  </a:lnTo>
                  <a:cubicBezTo>
                    <a:pt x="3114" y="42"/>
                    <a:pt x="3046" y="0"/>
                    <a:pt x="2977" y="0"/>
                  </a:cubicBezTo>
                  <a:close/>
                  <a:moveTo>
                    <a:pt x="5742" y="7169"/>
                  </a:moveTo>
                  <a:lnTo>
                    <a:pt x="5742" y="7169"/>
                  </a:lnTo>
                  <a:cubicBezTo>
                    <a:pt x="5738" y="7170"/>
                    <a:pt x="5735" y="7170"/>
                    <a:pt x="5731" y="7170"/>
                  </a:cubicBezTo>
                  <a:lnTo>
                    <a:pt x="5752" y="7170"/>
                  </a:lnTo>
                  <a:cubicBezTo>
                    <a:pt x="5749" y="7170"/>
                    <a:pt x="5745" y="7170"/>
                    <a:pt x="5742" y="7169"/>
                  </a:cubicBezTo>
                  <a:close/>
                </a:path>
              </a:pathLst>
            </a:custGeom>
            <a:solidFill>
              <a:srgbClr val="657A8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586" name="Google Shape;11586;p42"/>
            <p:cNvSpPr/>
            <p:nvPr/>
          </p:nvSpPr>
          <p:spPr>
            <a:xfrm>
              <a:off x="1098908" y="2603138"/>
              <a:ext cx="89416" cy="47852"/>
            </a:xfrm>
            <a:custGeom>
              <a:rect b="b" l="l" r="r" t="t"/>
              <a:pathLst>
                <a:path extrusionOk="0" h="3196" w="5972">
                  <a:moveTo>
                    <a:pt x="43" y="0"/>
                  </a:moveTo>
                  <a:cubicBezTo>
                    <a:pt x="22" y="0"/>
                    <a:pt x="1" y="21"/>
                    <a:pt x="1" y="42"/>
                  </a:cubicBezTo>
                  <a:lnTo>
                    <a:pt x="1" y="358"/>
                  </a:lnTo>
                  <a:cubicBezTo>
                    <a:pt x="1" y="1935"/>
                    <a:pt x="1283" y="3196"/>
                    <a:pt x="2860" y="3196"/>
                  </a:cubicBezTo>
                  <a:lnTo>
                    <a:pt x="3133" y="3196"/>
                  </a:lnTo>
                  <a:cubicBezTo>
                    <a:pt x="4689" y="3196"/>
                    <a:pt x="5972" y="1935"/>
                    <a:pt x="5972" y="358"/>
                  </a:cubicBezTo>
                  <a:lnTo>
                    <a:pt x="5972" y="42"/>
                  </a:lnTo>
                  <a:cubicBezTo>
                    <a:pt x="5972" y="21"/>
                    <a:pt x="5951" y="0"/>
                    <a:pt x="5930" y="0"/>
                  </a:cubicBezTo>
                  <a:close/>
                </a:path>
              </a:pathLst>
            </a:custGeom>
            <a:solidFill>
              <a:srgbClr val="A7B9C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587" name="Google Shape;11587;p42"/>
            <p:cNvSpPr/>
            <p:nvPr/>
          </p:nvSpPr>
          <p:spPr>
            <a:xfrm>
              <a:off x="1127236" y="2603138"/>
              <a:ext cx="61088" cy="48182"/>
            </a:xfrm>
            <a:custGeom>
              <a:rect b="b" l="l" r="r" t="t"/>
              <a:pathLst>
                <a:path extrusionOk="0" h="3218" w="4080">
                  <a:moveTo>
                    <a:pt x="1830" y="0"/>
                  </a:moveTo>
                  <a:cubicBezTo>
                    <a:pt x="1851" y="0"/>
                    <a:pt x="1872" y="21"/>
                    <a:pt x="1872" y="42"/>
                  </a:cubicBezTo>
                  <a:lnTo>
                    <a:pt x="1872" y="358"/>
                  </a:lnTo>
                  <a:cubicBezTo>
                    <a:pt x="1872" y="1556"/>
                    <a:pt x="1115" y="2628"/>
                    <a:pt x="1" y="3049"/>
                  </a:cubicBezTo>
                  <a:cubicBezTo>
                    <a:pt x="295" y="3154"/>
                    <a:pt x="632" y="3217"/>
                    <a:pt x="947" y="3217"/>
                  </a:cubicBezTo>
                  <a:lnTo>
                    <a:pt x="1220" y="3217"/>
                  </a:lnTo>
                  <a:cubicBezTo>
                    <a:pt x="2797" y="3217"/>
                    <a:pt x="4080" y="1935"/>
                    <a:pt x="4080" y="358"/>
                  </a:cubicBezTo>
                  <a:lnTo>
                    <a:pt x="4080" y="42"/>
                  </a:lnTo>
                  <a:cubicBezTo>
                    <a:pt x="4080" y="21"/>
                    <a:pt x="4059" y="0"/>
                    <a:pt x="4038" y="0"/>
                  </a:cubicBezTo>
                  <a:close/>
                </a:path>
              </a:pathLst>
            </a:custGeom>
            <a:solidFill>
              <a:srgbClr val="A5B8C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588" name="Google Shape;11588;p42"/>
            <p:cNvSpPr/>
            <p:nvPr/>
          </p:nvSpPr>
          <p:spPr>
            <a:xfrm>
              <a:off x="842803" y="2499888"/>
              <a:ext cx="89281" cy="107353"/>
            </a:xfrm>
            <a:custGeom>
              <a:rect b="b" l="l" r="r" t="t"/>
              <a:pathLst>
                <a:path extrusionOk="0" h="7170" w="5963">
                  <a:moveTo>
                    <a:pt x="2980" y="0"/>
                  </a:moveTo>
                  <a:cubicBezTo>
                    <a:pt x="2909" y="0"/>
                    <a:pt x="2841" y="42"/>
                    <a:pt x="2809" y="126"/>
                  </a:cubicBezTo>
                  <a:lnTo>
                    <a:pt x="55" y="6896"/>
                  </a:lnTo>
                  <a:cubicBezTo>
                    <a:pt x="1" y="7045"/>
                    <a:pt x="112" y="7151"/>
                    <a:pt x="227" y="7151"/>
                  </a:cubicBezTo>
                  <a:cubicBezTo>
                    <a:pt x="290" y="7151"/>
                    <a:pt x="354" y="7118"/>
                    <a:pt x="391" y="7043"/>
                  </a:cubicBezTo>
                  <a:lnTo>
                    <a:pt x="2977" y="694"/>
                  </a:lnTo>
                  <a:lnTo>
                    <a:pt x="5563" y="7043"/>
                  </a:lnTo>
                  <a:cubicBezTo>
                    <a:pt x="5584" y="7128"/>
                    <a:pt x="5669" y="7170"/>
                    <a:pt x="5732" y="7170"/>
                  </a:cubicBezTo>
                  <a:cubicBezTo>
                    <a:pt x="5879" y="7170"/>
                    <a:pt x="5963" y="7022"/>
                    <a:pt x="5921" y="6896"/>
                  </a:cubicBezTo>
                  <a:lnTo>
                    <a:pt x="3167" y="126"/>
                  </a:lnTo>
                  <a:cubicBezTo>
                    <a:pt x="3125" y="42"/>
                    <a:pt x="3051" y="0"/>
                    <a:pt x="2980" y="0"/>
                  </a:cubicBezTo>
                  <a:close/>
                </a:path>
              </a:pathLst>
            </a:custGeom>
            <a:solidFill>
              <a:srgbClr val="657A8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589" name="Google Shape;11589;p42"/>
            <p:cNvSpPr/>
            <p:nvPr/>
          </p:nvSpPr>
          <p:spPr>
            <a:xfrm>
              <a:off x="842683" y="2603138"/>
              <a:ext cx="89715" cy="47867"/>
            </a:xfrm>
            <a:custGeom>
              <a:rect b="b" l="l" r="r" t="t"/>
              <a:pathLst>
                <a:path extrusionOk="0" h="3197" w="5992">
                  <a:moveTo>
                    <a:pt x="42" y="0"/>
                  </a:moveTo>
                  <a:cubicBezTo>
                    <a:pt x="21" y="0"/>
                    <a:pt x="0" y="21"/>
                    <a:pt x="0" y="42"/>
                  </a:cubicBezTo>
                  <a:lnTo>
                    <a:pt x="0" y="358"/>
                  </a:lnTo>
                  <a:cubicBezTo>
                    <a:pt x="0" y="1922"/>
                    <a:pt x="1262" y="3196"/>
                    <a:pt x="2821" y="3196"/>
                  </a:cubicBezTo>
                  <a:cubicBezTo>
                    <a:pt x="2834" y="3196"/>
                    <a:pt x="2847" y="3196"/>
                    <a:pt x="2859" y="3196"/>
                  </a:cubicBezTo>
                  <a:lnTo>
                    <a:pt x="3133" y="3196"/>
                  </a:lnTo>
                  <a:cubicBezTo>
                    <a:pt x="4709" y="3196"/>
                    <a:pt x="5992" y="1935"/>
                    <a:pt x="5992" y="358"/>
                  </a:cubicBezTo>
                  <a:lnTo>
                    <a:pt x="5992" y="42"/>
                  </a:lnTo>
                  <a:cubicBezTo>
                    <a:pt x="5992" y="21"/>
                    <a:pt x="5971" y="0"/>
                    <a:pt x="5950" y="0"/>
                  </a:cubicBezTo>
                  <a:close/>
                </a:path>
              </a:pathLst>
            </a:custGeom>
            <a:solidFill>
              <a:srgbClr val="A7B9C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590" name="Google Shape;11590;p42"/>
            <p:cNvSpPr/>
            <p:nvPr/>
          </p:nvSpPr>
          <p:spPr>
            <a:xfrm>
              <a:off x="871011" y="2603138"/>
              <a:ext cx="61073" cy="48182"/>
            </a:xfrm>
            <a:custGeom>
              <a:rect b="b" l="l" r="r" t="t"/>
              <a:pathLst>
                <a:path extrusionOk="0" h="3218" w="4079">
                  <a:moveTo>
                    <a:pt x="1829" y="0"/>
                  </a:moveTo>
                  <a:cubicBezTo>
                    <a:pt x="1850" y="0"/>
                    <a:pt x="1871" y="21"/>
                    <a:pt x="1871" y="42"/>
                  </a:cubicBezTo>
                  <a:lnTo>
                    <a:pt x="1871" y="358"/>
                  </a:lnTo>
                  <a:cubicBezTo>
                    <a:pt x="1871" y="1556"/>
                    <a:pt x="1114" y="2628"/>
                    <a:pt x="0" y="3028"/>
                  </a:cubicBezTo>
                  <a:cubicBezTo>
                    <a:pt x="295" y="3154"/>
                    <a:pt x="631" y="3217"/>
                    <a:pt x="967" y="3217"/>
                  </a:cubicBezTo>
                  <a:lnTo>
                    <a:pt x="1220" y="3217"/>
                  </a:lnTo>
                  <a:cubicBezTo>
                    <a:pt x="2796" y="3217"/>
                    <a:pt x="4079" y="1935"/>
                    <a:pt x="4079" y="358"/>
                  </a:cubicBezTo>
                  <a:lnTo>
                    <a:pt x="4079" y="42"/>
                  </a:lnTo>
                  <a:cubicBezTo>
                    <a:pt x="4079" y="21"/>
                    <a:pt x="4058" y="0"/>
                    <a:pt x="4058" y="0"/>
                  </a:cubicBezTo>
                  <a:close/>
                </a:path>
              </a:pathLst>
            </a:custGeom>
            <a:solidFill>
              <a:srgbClr val="A5B8C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591" name="Google Shape;11591;p42"/>
            <p:cNvSpPr/>
            <p:nvPr/>
          </p:nvSpPr>
          <p:spPr>
            <a:xfrm>
              <a:off x="1003533" y="2433470"/>
              <a:ext cx="23941" cy="274506"/>
            </a:xfrm>
            <a:custGeom>
              <a:rect b="b" l="l" r="r" t="t"/>
              <a:pathLst>
                <a:path extrusionOk="0" h="18334" w="1599">
                  <a:moveTo>
                    <a:pt x="0" y="0"/>
                  </a:moveTo>
                  <a:lnTo>
                    <a:pt x="0" y="18333"/>
                  </a:lnTo>
                  <a:lnTo>
                    <a:pt x="1598" y="18333"/>
                  </a:lnTo>
                  <a:lnTo>
                    <a:pt x="1598" y="0"/>
                  </a:lnTo>
                  <a:close/>
                </a:path>
              </a:pathLst>
            </a:custGeom>
            <a:solidFill>
              <a:srgbClr val="869FB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592" name="Google Shape;11592;p42"/>
            <p:cNvSpPr/>
            <p:nvPr/>
          </p:nvSpPr>
          <p:spPr>
            <a:xfrm>
              <a:off x="1015496" y="2433470"/>
              <a:ext cx="11978" cy="274506"/>
            </a:xfrm>
            <a:custGeom>
              <a:rect b="b" l="l" r="r" t="t"/>
              <a:pathLst>
                <a:path extrusionOk="0" h="18334" w="800">
                  <a:moveTo>
                    <a:pt x="0" y="0"/>
                  </a:moveTo>
                  <a:lnTo>
                    <a:pt x="0" y="18333"/>
                  </a:lnTo>
                  <a:lnTo>
                    <a:pt x="799" y="18333"/>
                  </a:lnTo>
                  <a:lnTo>
                    <a:pt x="799" y="0"/>
                  </a:lnTo>
                  <a:close/>
                </a:path>
              </a:pathLst>
            </a:custGeom>
            <a:solidFill>
              <a:srgbClr val="798FA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593" name="Google Shape;11593;p42"/>
            <p:cNvSpPr/>
            <p:nvPr/>
          </p:nvSpPr>
          <p:spPr>
            <a:xfrm>
              <a:off x="932698" y="2697570"/>
              <a:ext cx="165910" cy="34646"/>
            </a:xfrm>
            <a:custGeom>
              <a:rect b="b" l="l" r="r" t="t"/>
              <a:pathLst>
                <a:path extrusionOk="0" h="2314" w="11081">
                  <a:moveTo>
                    <a:pt x="737" y="1"/>
                  </a:moveTo>
                  <a:cubicBezTo>
                    <a:pt x="337" y="1"/>
                    <a:pt x="1" y="337"/>
                    <a:pt x="1" y="736"/>
                  </a:cubicBezTo>
                  <a:lnTo>
                    <a:pt x="1" y="2313"/>
                  </a:lnTo>
                  <a:lnTo>
                    <a:pt x="11081" y="2313"/>
                  </a:lnTo>
                  <a:lnTo>
                    <a:pt x="11081" y="736"/>
                  </a:lnTo>
                  <a:cubicBezTo>
                    <a:pt x="11060" y="316"/>
                    <a:pt x="10723" y="1"/>
                    <a:pt x="10324" y="1"/>
                  </a:cubicBezTo>
                  <a:close/>
                </a:path>
              </a:pathLst>
            </a:custGeom>
            <a:solidFill>
              <a:srgbClr val="657A8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594" name="Google Shape;11594;p42"/>
            <p:cNvSpPr/>
            <p:nvPr/>
          </p:nvSpPr>
          <p:spPr>
            <a:xfrm>
              <a:off x="993771" y="2394751"/>
              <a:ext cx="43465" cy="43450"/>
            </a:xfrm>
            <a:custGeom>
              <a:rect b="b" l="l" r="r" t="t"/>
              <a:pathLst>
                <a:path extrusionOk="0" h="2902" w="2903">
                  <a:moveTo>
                    <a:pt x="1451" y="0"/>
                  </a:moveTo>
                  <a:cubicBezTo>
                    <a:pt x="652" y="0"/>
                    <a:pt x="1" y="652"/>
                    <a:pt x="1" y="1451"/>
                  </a:cubicBezTo>
                  <a:cubicBezTo>
                    <a:pt x="1" y="2250"/>
                    <a:pt x="652" y="2902"/>
                    <a:pt x="1451" y="2902"/>
                  </a:cubicBezTo>
                  <a:cubicBezTo>
                    <a:pt x="2250" y="2902"/>
                    <a:pt x="2902" y="2250"/>
                    <a:pt x="2902" y="1451"/>
                  </a:cubicBezTo>
                  <a:cubicBezTo>
                    <a:pt x="2902" y="652"/>
                    <a:pt x="2250" y="0"/>
                    <a:pt x="1451" y="0"/>
                  </a:cubicBezTo>
                  <a:close/>
                </a:path>
              </a:pathLst>
            </a:custGeom>
            <a:solidFill>
              <a:srgbClr val="869FB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595" name="Google Shape;11595;p42"/>
            <p:cNvSpPr/>
            <p:nvPr/>
          </p:nvSpPr>
          <p:spPr>
            <a:xfrm>
              <a:off x="996286" y="2397266"/>
              <a:ext cx="45037" cy="40950"/>
            </a:xfrm>
            <a:custGeom>
              <a:rect b="b" l="l" r="r" t="t"/>
              <a:pathLst>
                <a:path extrusionOk="0" h="2735" w="3008">
                  <a:moveTo>
                    <a:pt x="1935" y="0"/>
                  </a:moveTo>
                  <a:cubicBezTo>
                    <a:pt x="2452" y="1017"/>
                    <a:pt x="1655" y="2105"/>
                    <a:pt x="668" y="2105"/>
                  </a:cubicBezTo>
                  <a:cubicBezTo>
                    <a:pt x="451" y="2105"/>
                    <a:pt x="224" y="2052"/>
                    <a:pt x="1" y="1935"/>
                  </a:cubicBezTo>
                  <a:lnTo>
                    <a:pt x="1" y="1935"/>
                  </a:lnTo>
                  <a:cubicBezTo>
                    <a:pt x="261" y="2455"/>
                    <a:pt x="769" y="2734"/>
                    <a:pt x="1289" y="2734"/>
                  </a:cubicBezTo>
                  <a:cubicBezTo>
                    <a:pt x="1651" y="2734"/>
                    <a:pt x="2020" y="2598"/>
                    <a:pt x="2314" y="2313"/>
                  </a:cubicBezTo>
                  <a:cubicBezTo>
                    <a:pt x="3007" y="1619"/>
                    <a:pt x="2818" y="442"/>
                    <a:pt x="1935" y="0"/>
                  </a:cubicBezTo>
                  <a:close/>
                </a:path>
              </a:pathLst>
            </a:custGeom>
            <a:solidFill>
              <a:srgbClr val="798FA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596" name="Google Shape;11596;p42"/>
            <p:cNvSpPr/>
            <p:nvPr/>
          </p:nvSpPr>
          <p:spPr>
            <a:xfrm>
              <a:off x="844570" y="2454237"/>
              <a:ext cx="341867" cy="50068"/>
            </a:xfrm>
            <a:custGeom>
              <a:rect b="b" l="l" r="r" t="t"/>
              <a:pathLst>
                <a:path extrusionOk="0" h="3344" w="22833">
                  <a:moveTo>
                    <a:pt x="8031" y="1"/>
                  </a:moveTo>
                  <a:cubicBezTo>
                    <a:pt x="7043" y="1"/>
                    <a:pt x="6097" y="400"/>
                    <a:pt x="5403" y="1115"/>
                  </a:cubicBezTo>
                  <a:cubicBezTo>
                    <a:pt x="4920" y="1620"/>
                    <a:pt x="4247" y="1914"/>
                    <a:pt x="3532" y="1914"/>
                  </a:cubicBezTo>
                  <a:lnTo>
                    <a:pt x="294" y="1914"/>
                  </a:lnTo>
                  <a:cubicBezTo>
                    <a:pt x="126" y="1914"/>
                    <a:pt x="0" y="2040"/>
                    <a:pt x="0" y="2208"/>
                  </a:cubicBezTo>
                  <a:lnTo>
                    <a:pt x="0" y="3049"/>
                  </a:lnTo>
                  <a:cubicBezTo>
                    <a:pt x="0" y="3217"/>
                    <a:pt x="126" y="3344"/>
                    <a:pt x="294" y="3344"/>
                  </a:cubicBezTo>
                  <a:lnTo>
                    <a:pt x="3658" y="3344"/>
                  </a:lnTo>
                  <a:cubicBezTo>
                    <a:pt x="4647" y="3344"/>
                    <a:pt x="5593" y="2944"/>
                    <a:pt x="6286" y="2229"/>
                  </a:cubicBezTo>
                  <a:cubicBezTo>
                    <a:pt x="6754" y="1721"/>
                    <a:pt x="7398" y="1429"/>
                    <a:pt x="8086" y="1429"/>
                  </a:cubicBezTo>
                  <a:cubicBezTo>
                    <a:pt x="8110" y="1429"/>
                    <a:pt x="8134" y="1430"/>
                    <a:pt x="8158" y="1430"/>
                  </a:cubicBezTo>
                  <a:lnTo>
                    <a:pt x="14822" y="1430"/>
                  </a:lnTo>
                  <a:cubicBezTo>
                    <a:pt x="15432" y="1430"/>
                    <a:pt x="16000" y="1683"/>
                    <a:pt x="16441" y="2124"/>
                  </a:cubicBezTo>
                  <a:cubicBezTo>
                    <a:pt x="17177" y="2902"/>
                    <a:pt x="18207" y="3344"/>
                    <a:pt x="19300" y="3344"/>
                  </a:cubicBezTo>
                  <a:lnTo>
                    <a:pt x="22559" y="3344"/>
                  </a:lnTo>
                  <a:cubicBezTo>
                    <a:pt x="22706" y="3344"/>
                    <a:pt x="22833" y="3217"/>
                    <a:pt x="22833" y="3049"/>
                  </a:cubicBezTo>
                  <a:lnTo>
                    <a:pt x="22833" y="2208"/>
                  </a:lnTo>
                  <a:cubicBezTo>
                    <a:pt x="22833" y="2040"/>
                    <a:pt x="22706" y="1914"/>
                    <a:pt x="22559" y="1914"/>
                  </a:cubicBezTo>
                  <a:lnTo>
                    <a:pt x="19321" y="1914"/>
                  </a:lnTo>
                  <a:cubicBezTo>
                    <a:pt x="18607" y="1914"/>
                    <a:pt x="17913" y="1620"/>
                    <a:pt x="17450" y="1115"/>
                  </a:cubicBezTo>
                  <a:cubicBezTo>
                    <a:pt x="16757" y="400"/>
                    <a:pt x="15810" y="1"/>
                    <a:pt x="14822" y="1"/>
                  </a:cubicBezTo>
                  <a:close/>
                </a:path>
              </a:pathLst>
            </a:custGeom>
            <a:solidFill>
              <a:srgbClr val="869FB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597" name="Google Shape;11597;p42"/>
            <p:cNvSpPr/>
            <p:nvPr/>
          </p:nvSpPr>
          <p:spPr>
            <a:xfrm>
              <a:off x="844570" y="2466499"/>
              <a:ext cx="341867" cy="37821"/>
            </a:xfrm>
            <a:custGeom>
              <a:rect b="b" l="l" r="r" t="t"/>
              <a:pathLst>
                <a:path extrusionOk="0" h="2526" w="22833">
                  <a:moveTo>
                    <a:pt x="8086" y="1"/>
                  </a:moveTo>
                  <a:cubicBezTo>
                    <a:pt x="7398" y="1"/>
                    <a:pt x="6754" y="293"/>
                    <a:pt x="6286" y="801"/>
                  </a:cubicBezTo>
                  <a:cubicBezTo>
                    <a:pt x="5593" y="1515"/>
                    <a:pt x="4647" y="1915"/>
                    <a:pt x="3658" y="1915"/>
                  </a:cubicBezTo>
                  <a:lnTo>
                    <a:pt x="294" y="1915"/>
                  </a:lnTo>
                  <a:cubicBezTo>
                    <a:pt x="126" y="1915"/>
                    <a:pt x="21" y="1789"/>
                    <a:pt x="0" y="1642"/>
                  </a:cubicBezTo>
                  <a:lnTo>
                    <a:pt x="0" y="2230"/>
                  </a:lnTo>
                  <a:cubicBezTo>
                    <a:pt x="0" y="2398"/>
                    <a:pt x="126" y="2525"/>
                    <a:pt x="294" y="2525"/>
                  </a:cubicBezTo>
                  <a:lnTo>
                    <a:pt x="3679" y="2525"/>
                  </a:lnTo>
                  <a:cubicBezTo>
                    <a:pt x="3704" y="2525"/>
                    <a:pt x="3729" y="2525"/>
                    <a:pt x="3754" y="2525"/>
                  </a:cubicBezTo>
                  <a:cubicBezTo>
                    <a:pt x="4715" y="2525"/>
                    <a:pt x="5631" y="2128"/>
                    <a:pt x="6307" y="1431"/>
                  </a:cubicBezTo>
                  <a:cubicBezTo>
                    <a:pt x="6791" y="906"/>
                    <a:pt x="7464" y="611"/>
                    <a:pt x="8179" y="611"/>
                  </a:cubicBezTo>
                  <a:lnTo>
                    <a:pt x="14822" y="611"/>
                  </a:lnTo>
                  <a:cubicBezTo>
                    <a:pt x="15432" y="611"/>
                    <a:pt x="16000" y="864"/>
                    <a:pt x="16441" y="1305"/>
                  </a:cubicBezTo>
                  <a:cubicBezTo>
                    <a:pt x="17177" y="2083"/>
                    <a:pt x="18207" y="2525"/>
                    <a:pt x="19300" y="2525"/>
                  </a:cubicBezTo>
                  <a:lnTo>
                    <a:pt x="22559" y="2525"/>
                  </a:lnTo>
                  <a:cubicBezTo>
                    <a:pt x="22706" y="2525"/>
                    <a:pt x="22833" y="2398"/>
                    <a:pt x="22833" y="2251"/>
                  </a:cubicBezTo>
                  <a:lnTo>
                    <a:pt x="22833" y="1642"/>
                  </a:lnTo>
                  <a:cubicBezTo>
                    <a:pt x="22833" y="1789"/>
                    <a:pt x="22706" y="1915"/>
                    <a:pt x="22559" y="1915"/>
                  </a:cubicBezTo>
                  <a:lnTo>
                    <a:pt x="19300" y="1915"/>
                  </a:lnTo>
                  <a:cubicBezTo>
                    <a:pt x="18207" y="1915"/>
                    <a:pt x="17177" y="1473"/>
                    <a:pt x="16441" y="696"/>
                  </a:cubicBezTo>
                  <a:cubicBezTo>
                    <a:pt x="16000" y="254"/>
                    <a:pt x="15432" y="2"/>
                    <a:pt x="14822" y="2"/>
                  </a:cubicBezTo>
                  <a:lnTo>
                    <a:pt x="8158" y="2"/>
                  </a:lnTo>
                  <a:cubicBezTo>
                    <a:pt x="8134" y="1"/>
                    <a:pt x="8110" y="1"/>
                    <a:pt x="8086" y="1"/>
                  </a:cubicBezTo>
                  <a:close/>
                </a:path>
              </a:pathLst>
            </a:custGeom>
            <a:solidFill>
              <a:srgbClr val="798FA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598" name="Google Shape;11598;p42"/>
            <p:cNvSpPr/>
            <p:nvPr/>
          </p:nvSpPr>
          <p:spPr>
            <a:xfrm>
              <a:off x="932698" y="2697555"/>
              <a:ext cx="165910" cy="34661"/>
            </a:xfrm>
            <a:custGeom>
              <a:rect b="b" l="l" r="r" t="t"/>
              <a:pathLst>
                <a:path extrusionOk="0" h="2315" w="11081">
                  <a:moveTo>
                    <a:pt x="10359" y="1"/>
                  </a:moveTo>
                  <a:cubicBezTo>
                    <a:pt x="10347" y="1"/>
                    <a:pt x="10336" y="1"/>
                    <a:pt x="10324" y="2"/>
                  </a:cubicBezTo>
                  <a:lnTo>
                    <a:pt x="8873" y="2"/>
                  </a:lnTo>
                  <a:lnTo>
                    <a:pt x="8873" y="527"/>
                  </a:lnTo>
                  <a:cubicBezTo>
                    <a:pt x="8873" y="969"/>
                    <a:pt x="8495" y="1326"/>
                    <a:pt x="8053" y="1326"/>
                  </a:cubicBezTo>
                  <a:lnTo>
                    <a:pt x="1" y="1326"/>
                  </a:lnTo>
                  <a:lnTo>
                    <a:pt x="1" y="2314"/>
                  </a:lnTo>
                  <a:lnTo>
                    <a:pt x="11081" y="2314"/>
                  </a:lnTo>
                  <a:lnTo>
                    <a:pt x="11081" y="737"/>
                  </a:lnTo>
                  <a:cubicBezTo>
                    <a:pt x="11081" y="349"/>
                    <a:pt x="10763" y="1"/>
                    <a:pt x="10359" y="1"/>
                  </a:cubicBezTo>
                  <a:close/>
                </a:path>
              </a:pathLst>
            </a:custGeom>
            <a:solidFill>
              <a:srgbClr val="566D8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599" name="Google Shape;11599;p42"/>
            <p:cNvSpPr/>
            <p:nvPr/>
          </p:nvSpPr>
          <p:spPr>
            <a:xfrm>
              <a:off x="906885" y="2723068"/>
              <a:ext cx="217221" cy="28343"/>
            </a:xfrm>
            <a:custGeom>
              <a:rect b="b" l="l" r="r" t="t"/>
              <a:pathLst>
                <a:path extrusionOk="0" h="1893" w="14508">
                  <a:moveTo>
                    <a:pt x="758" y="1"/>
                  </a:moveTo>
                  <a:cubicBezTo>
                    <a:pt x="337" y="1"/>
                    <a:pt x="1" y="337"/>
                    <a:pt x="22" y="757"/>
                  </a:cubicBezTo>
                  <a:lnTo>
                    <a:pt x="22" y="1893"/>
                  </a:lnTo>
                  <a:lnTo>
                    <a:pt x="14508" y="1893"/>
                  </a:lnTo>
                  <a:lnTo>
                    <a:pt x="14508" y="757"/>
                  </a:lnTo>
                  <a:cubicBezTo>
                    <a:pt x="14508" y="337"/>
                    <a:pt x="14171" y="1"/>
                    <a:pt x="13751" y="1"/>
                  </a:cubicBezTo>
                  <a:close/>
                </a:path>
              </a:pathLst>
            </a:custGeom>
            <a:solidFill>
              <a:srgbClr val="657A8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600" name="Google Shape;11600;p42"/>
            <p:cNvSpPr/>
            <p:nvPr/>
          </p:nvSpPr>
          <p:spPr>
            <a:xfrm>
              <a:off x="907200" y="2723068"/>
              <a:ext cx="216907" cy="28029"/>
            </a:xfrm>
            <a:custGeom>
              <a:rect b="b" l="l" r="r" t="t"/>
              <a:pathLst>
                <a:path extrusionOk="0" h="1872" w="14487">
                  <a:moveTo>
                    <a:pt x="12258" y="1"/>
                  </a:moveTo>
                  <a:lnTo>
                    <a:pt x="12258" y="694"/>
                  </a:lnTo>
                  <a:cubicBezTo>
                    <a:pt x="12237" y="1115"/>
                    <a:pt x="11922" y="1451"/>
                    <a:pt x="11501" y="1451"/>
                  </a:cubicBezTo>
                  <a:lnTo>
                    <a:pt x="1" y="1451"/>
                  </a:lnTo>
                  <a:lnTo>
                    <a:pt x="1" y="1872"/>
                  </a:lnTo>
                  <a:lnTo>
                    <a:pt x="14487" y="1872"/>
                  </a:lnTo>
                  <a:lnTo>
                    <a:pt x="14487" y="1451"/>
                  </a:lnTo>
                  <a:lnTo>
                    <a:pt x="14487" y="736"/>
                  </a:lnTo>
                  <a:cubicBezTo>
                    <a:pt x="14466" y="316"/>
                    <a:pt x="14129" y="1"/>
                    <a:pt x="13730" y="1"/>
                  </a:cubicBezTo>
                  <a:close/>
                </a:path>
              </a:pathLst>
            </a:custGeom>
            <a:solidFill>
              <a:srgbClr val="566D8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1601" name="Google Shape;11601;p42"/>
          <p:cNvGrpSpPr/>
          <p:nvPr/>
        </p:nvGrpSpPr>
        <p:grpSpPr>
          <a:xfrm>
            <a:off x="1290615" y="2216467"/>
            <a:ext cx="336837" cy="342511"/>
            <a:chOff x="1290615" y="2399467"/>
            <a:chExt cx="336837" cy="342511"/>
          </a:xfrm>
        </p:grpSpPr>
        <p:sp>
          <p:nvSpPr>
            <p:cNvPr id="11602" name="Google Shape;11602;p42"/>
            <p:cNvSpPr/>
            <p:nvPr/>
          </p:nvSpPr>
          <p:spPr>
            <a:xfrm>
              <a:off x="1399226" y="2683720"/>
              <a:ext cx="119316" cy="39363"/>
            </a:xfrm>
            <a:custGeom>
              <a:rect b="b" l="l" r="r" t="t"/>
              <a:pathLst>
                <a:path extrusionOk="0" h="2629" w="7969">
                  <a:moveTo>
                    <a:pt x="4100" y="1"/>
                  </a:moveTo>
                  <a:lnTo>
                    <a:pt x="0" y="1640"/>
                  </a:lnTo>
                  <a:cubicBezTo>
                    <a:pt x="0" y="2187"/>
                    <a:pt x="442" y="2629"/>
                    <a:pt x="988" y="2629"/>
                  </a:cubicBezTo>
                  <a:lnTo>
                    <a:pt x="6980" y="2629"/>
                  </a:lnTo>
                  <a:cubicBezTo>
                    <a:pt x="7527" y="2629"/>
                    <a:pt x="7968" y="2187"/>
                    <a:pt x="7968" y="1640"/>
                  </a:cubicBezTo>
                  <a:lnTo>
                    <a:pt x="4100" y="1"/>
                  </a:lnTo>
                  <a:close/>
                </a:path>
              </a:pathLst>
            </a:custGeom>
            <a:solidFill>
              <a:srgbClr val="E8EDF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603" name="Google Shape;11603;p42"/>
            <p:cNvSpPr/>
            <p:nvPr/>
          </p:nvSpPr>
          <p:spPr>
            <a:xfrm>
              <a:off x="1321788" y="2662624"/>
              <a:ext cx="58872" cy="79354"/>
            </a:xfrm>
            <a:custGeom>
              <a:rect b="b" l="l" r="r" t="t"/>
              <a:pathLst>
                <a:path extrusionOk="0" h="5300" w="3932">
                  <a:moveTo>
                    <a:pt x="0" y="1"/>
                  </a:moveTo>
                  <a:lnTo>
                    <a:pt x="0" y="4626"/>
                  </a:lnTo>
                  <a:cubicBezTo>
                    <a:pt x="0" y="5005"/>
                    <a:pt x="294" y="5299"/>
                    <a:pt x="673" y="5299"/>
                  </a:cubicBezTo>
                  <a:lnTo>
                    <a:pt x="3259" y="5299"/>
                  </a:lnTo>
                  <a:cubicBezTo>
                    <a:pt x="3637" y="5299"/>
                    <a:pt x="3932" y="5005"/>
                    <a:pt x="3932" y="4626"/>
                  </a:cubicBezTo>
                  <a:lnTo>
                    <a:pt x="3932" y="3049"/>
                  </a:lnTo>
                  <a:lnTo>
                    <a:pt x="0" y="1"/>
                  </a:ln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604" name="Google Shape;11604;p42"/>
            <p:cNvSpPr/>
            <p:nvPr/>
          </p:nvSpPr>
          <p:spPr>
            <a:xfrm>
              <a:off x="1540866" y="2676159"/>
              <a:ext cx="58887" cy="65819"/>
            </a:xfrm>
            <a:custGeom>
              <a:rect b="b" l="l" r="r" t="t"/>
              <a:pathLst>
                <a:path extrusionOk="0" h="4396" w="3933">
                  <a:moveTo>
                    <a:pt x="3932" y="1"/>
                  </a:moveTo>
                  <a:lnTo>
                    <a:pt x="1" y="2145"/>
                  </a:lnTo>
                  <a:lnTo>
                    <a:pt x="1" y="3722"/>
                  </a:lnTo>
                  <a:cubicBezTo>
                    <a:pt x="1" y="4101"/>
                    <a:pt x="295" y="4395"/>
                    <a:pt x="674" y="4395"/>
                  </a:cubicBezTo>
                  <a:lnTo>
                    <a:pt x="3260" y="4395"/>
                  </a:lnTo>
                  <a:cubicBezTo>
                    <a:pt x="3638" y="4395"/>
                    <a:pt x="3932" y="4101"/>
                    <a:pt x="3932" y="3722"/>
                  </a:cubicBezTo>
                  <a:lnTo>
                    <a:pt x="3932" y="1"/>
                  </a:ln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605" name="Google Shape;11605;p42"/>
            <p:cNvSpPr/>
            <p:nvPr/>
          </p:nvSpPr>
          <p:spPr>
            <a:xfrm>
              <a:off x="1290615" y="2471560"/>
              <a:ext cx="115857" cy="80283"/>
            </a:xfrm>
            <a:custGeom>
              <a:rect b="b" l="l" r="r" t="t"/>
              <a:pathLst>
                <a:path extrusionOk="0" h="5362" w="7738">
                  <a:moveTo>
                    <a:pt x="863" y="0"/>
                  </a:moveTo>
                  <a:cubicBezTo>
                    <a:pt x="379" y="0"/>
                    <a:pt x="1" y="400"/>
                    <a:pt x="1" y="883"/>
                  </a:cubicBezTo>
                  <a:lnTo>
                    <a:pt x="1" y="4499"/>
                  </a:lnTo>
                  <a:cubicBezTo>
                    <a:pt x="1" y="4962"/>
                    <a:pt x="379" y="5361"/>
                    <a:pt x="863" y="5361"/>
                  </a:cubicBezTo>
                  <a:lnTo>
                    <a:pt x="7738" y="5361"/>
                  </a:lnTo>
                  <a:lnTo>
                    <a:pt x="1535" y="0"/>
                  </a:lnTo>
                  <a:close/>
                </a:path>
              </a:pathLst>
            </a:custGeom>
            <a:solidFill>
              <a:srgbClr val="99AEB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606" name="Google Shape;11606;p42"/>
            <p:cNvSpPr/>
            <p:nvPr/>
          </p:nvSpPr>
          <p:spPr>
            <a:xfrm>
              <a:off x="1555045" y="2471859"/>
              <a:ext cx="72407" cy="79983"/>
            </a:xfrm>
            <a:custGeom>
              <a:rect b="b" l="l" r="r" t="t"/>
              <a:pathLst>
                <a:path extrusionOk="0" h="5342" w="4836">
                  <a:moveTo>
                    <a:pt x="4010" y="0"/>
                  </a:moveTo>
                  <a:cubicBezTo>
                    <a:pt x="3998" y="0"/>
                    <a:pt x="3986" y="1"/>
                    <a:pt x="3974" y="1"/>
                  </a:cubicBezTo>
                  <a:lnTo>
                    <a:pt x="3301" y="1"/>
                  </a:lnTo>
                  <a:lnTo>
                    <a:pt x="0" y="5341"/>
                  </a:lnTo>
                  <a:lnTo>
                    <a:pt x="3974" y="5341"/>
                  </a:lnTo>
                  <a:cubicBezTo>
                    <a:pt x="4457" y="5341"/>
                    <a:pt x="4836" y="4942"/>
                    <a:pt x="4836" y="4479"/>
                  </a:cubicBezTo>
                  <a:lnTo>
                    <a:pt x="4836" y="863"/>
                  </a:lnTo>
                  <a:cubicBezTo>
                    <a:pt x="4836" y="392"/>
                    <a:pt x="4476" y="0"/>
                    <a:pt x="4010" y="0"/>
                  </a:cubicBezTo>
                  <a:close/>
                </a:path>
              </a:pathLst>
            </a:custGeom>
            <a:solidFill>
              <a:srgbClr val="99AEB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607" name="Google Shape;11607;p42"/>
            <p:cNvSpPr/>
            <p:nvPr/>
          </p:nvSpPr>
          <p:spPr>
            <a:xfrm>
              <a:off x="1313598" y="2399467"/>
              <a:ext cx="290871" cy="263172"/>
            </a:xfrm>
            <a:custGeom>
              <a:rect b="b" l="l" r="r" t="t"/>
              <a:pathLst>
                <a:path extrusionOk="0" h="17577" w="19427">
                  <a:moveTo>
                    <a:pt x="2986" y="1"/>
                  </a:moveTo>
                  <a:cubicBezTo>
                    <a:pt x="1346" y="1"/>
                    <a:pt x="0" y="1346"/>
                    <a:pt x="0" y="2986"/>
                  </a:cubicBezTo>
                  <a:lnTo>
                    <a:pt x="0" y="17577"/>
                  </a:lnTo>
                  <a:lnTo>
                    <a:pt x="19427" y="17577"/>
                  </a:lnTo>
                  <a:lnTo>
                    <a:pt x="19427" y="2986"/>
                  </a:lnTo>
                  <a:cubicBezTo>
                    <a:pt x="19427" y="1346"/>
                    <a:pt x="18081" y="1"/>
                    <a:pt x="16420" y="1"/>
                  </a:cubicBezTo>
                  <a:close/>
                </a:path>
              </a:pathLst>
            </a:custGeom>
            <a:solidFill>
              <a:srgbClr val="B3C3C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608" name="Google Shape;11608;p42"/>
            <p:cNvSpPr/>
            <p:nvPr/>
          </p:nvSpPr>
          <p:spPr>
            <a:xfrm>
              <a:off x="1313598" y="2399467"/>
              <a:ext cx="77138" cy="263172"/>
            </a:xfrm>
            <a:custGeom>
              <a:rect b="b" l="l" r="r" t="t"/>
              <a:pathLst>
                <a:path extrusionOk="0" h="17577" w="5152">
                  <a:moveTo>
                    <a:pt x="2986" y="1"/>
                  </a:moveTo>
                  <a:cubicBezTo>
                    <a:pt x="1346" y="1"/>
                    <a:pt x="0" y="1346"/>
                    <a:pt x="0" y="2986"/>
                  </a:cubicBezTo>
                  <a:lnTo>
                    <a:pt x="0" y="17577"/>
                  </a:lnTo>
                  <a:lnTo>
                    <a:pt x="2166" y="17577"/>
                  </a:lnTo>
                  <a:lnTo>
                    <a:pt x="2166" y="2986"/>
                  </a:lnTo>
                  <a:cubicBezTo>
                    <a:pt x="2166" y="1346"/>
                    <a:pt x="3490" y="1"/>
                    <a:pt x="5151" y="1"/>
                  </a:cubicBezTo>
                  <a:close/>
                </a:path>
              </a:pathLst>
            </a:custGeom>
            <a:solidFill>
              <a:srgbClr val="93AAB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609" name="Google Shape;11609;p42"/>
            <p:cNvSpPr/>
            <p:nvPr/>
          </p:nvSpPr>
          <p:spPr>
            <a:xfrm>
              <a:off x="1332793" y="2446376"/>
              <a:ext cx="252481" cy="129392"/>
            </a:xfrm>
            <a:custGeom>
              <a:rect b="b" l="l" r="r" t="t"/>
              <a:pathLst>
                <a:path extrusionOk="0" h="8642" w="16863">
                  <a:moveTo>
                    <a:pt x="1325" y="0"/>
                  </a:moveTo>
                  <a:cubicBezTo>
                    <a:pt x="590" y="0"/>
                    <a:pt x="1" y="610"/>
                    <a:pt x="1" y="1346"/>
                  </a:cubicBezTo>
                  <a:lnTo>
                    <a:pt x="1" y="7317"/>
                  </a:lnTo>
                  <a:cubicBezTo>
                    <a:pt x="1" y="8052"/>
                    <a:pt x="590" y="8641"/>
                    <a:pt x="1325" y="8641"/>
                  </a:cubicBezTo>
                  <a:lnTo>
                    <a:pt x="15538" y="8641"/>
                  </a:lnTo>
                  <a:cubicBezTo>
                    <a:pt x="16274" y="8641"/>
                    <a:pt x="16862" y="8052"/>
                    <a:pt x="16862" y="7317"/>
                  </a:cubicBezTo>
                  <a:lnTo>
                    <a:pt x="16862" y="1346"/>
                  </a:lnTo>
                  <a:cubicBezTo>
                    <a:pt x="16862" y="610"/>
                    <a:pt x="16274" y="0"/>
                    <a:pt x="15538" y="0"/>
                  </a:cubicBezTo>
                  <a:close/>
                </a:path>
              </a:pathLst>
            </a:custGeom>
            <a:solidFill>
              <a:srgbClr val="BBC9D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610" name="Google Shape;11610;p42"/>
            <p:cNvSpPr/>
            <p:nvPr/>
          </p:nvSpPr>
          <p:spPr>
            <a:xfrm>
              <a:off x="1332479" y="2446376"/>
              <a:ext cx="44094" cy="129392"/>
            </a:xfrm>
            <a:custGeom>
              <a:rect b="b" l="l" r="r" t="t"/>
              <a:pathLst>
                <a:path extrusionOk="0" h="8642" w="2945">
                  <a:moveTo>
                    <a:pt x="1346" y="0"/>
                  </a:moveTo>
                  <a:cubicBezTo>
                    <a:pt x="611" y="0"/>
                    <a:pt x="1" y="610"/>
                    <a:pt x="1" y="1346"/>
                  </a:cubicBezTo>
                  <a:lnTo>
                    <a:pt x="1" y="7317"/>
                  </a:lnTo>
                  <a:cubicBezTo>
                    <a:pt x="1" y="8052"/>
                    <a:pt x="611" y="8641"/>
                    <a:pt x="1346" y="8641"/>
                  </a:cubicBezTo>
                  <a:lnTo>
                    <a:pt x="2944" y="8641"/>
                  </a:lnTo>
                  <a:cubicBezTo>
                    <a:pt x="2208" y="8641"/>
                    <a:pt x="1599" y="8052"/>
                    <a:pt x="1599" y="7317"/>
                  </a:cubicBezTo>
                  <a:lnTo>
                    <a:pt x="1599" y="1346"/>
                  </a:lnTo>
                  <a:cubicBezTo>
                    <a:pt x="1599" y="610"/>
                    <a:pt x="2208" y="0"/>
                    <a:pt x="2944" y="0"/>
                  </a:cubicBezTo>
                  <a:close/>
                </a:path>
              </a:pathLst>
            </a:custGeom>
            <a:solidFill>
              <a:srgbClr val="E1E7E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611" name="Google Shape;11611;p42"/>
            <p:cNvSpPr/>
            <p:nvPr/>
          </p:nvSpPr>
          <p:spPr>
            <a:xfrm>
              <a:off x="1332479" y="2446376"/>
              <a:ext cx="252796" cy="38105"/>
            </a:xfrm>
            <a:custGeom>
              <a:rect b="b" l="l" r="r" t="t"/>
              <a:pathLst>
                <a:path extrusionOk="0" h="2545" w="16884">
                  <a:moveTo>
                    <a:pt x="1346" y="0"/>
                  </a:moveTo>
                  <a:cubicBezTo>
                    <a:pt x="611" y="0"/>
                    <a:pt x="1" y="610"/>
                    <a:pt x="1" y="1346"/>
                  </a:cubicBezTo>
                  <a:lnTo>
                    <a:pt x="1" y="2544"/>
                  </a:lnTo>
                  <a:lnTo>
                    <a:pt x="16883" y="2544"/>
                  </a:lnTo>
                  <a:lnTo>
                    <a:pt x="16883" y="1346"/>
                  </a:lnTo>
                  <a:cubicBezTo>
                    <a:pt x="16883" y="610"/>
                    <a:pt x="16295" y="0"/>
                    <a:pt x="15559" y="0"/>
                  </a:cubicBezTo>
                  <a:close/>
                </a:path>
              </a:pathLst>
            </a:custGeom>
            <a:solidFill>
              <a:srgbClr val="CAD5D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612" name="Google Shape;11612;p42"/>
            <p:cNvSpPr/>
            <p:nvPr/>
          </p:nvSpPr>
          <p:spPr>
            <a:xfrm>
              <a:off x="1335323" y="2597464"/>
              <a:ext cx="40935" cy="40620"/>
            </a:xfrm>
            <a:custGeom>
              <a:rect b="b" l="l" r="r" t="t"/>
              <a:pathLst>
                <a:path extrusionOk="0" h="2713" w="2734">
                  <a:moveTo>
                    <a:pt x="1367" y="1"/>
                  </a:moveTo>
                  <a:cubicBezTo>
                    <a:pt x="610" y="1"/>
                    <a:pt x="0" y="611"/>
                    <a:pt x="0" y="1346"/>
                  </a:cubicBezTo>
                  <a:cubicBezTo>
                    <a:pt x="0" y="2103"/>
                    <a:pt x="610" y="2713"/>
                    <a:pt x="1367" y="2713"/>
                  </a:cubicBezTo>
                  <a:cubicBezTo>
                    <a:pt x="2124" y="2713"/>
                    <a:pt x="2733" y="2103"/>
                    <a:pt x="2733" y="1346"/>
                  </a:cubicBezTo>
                  <a:cubicBezTo>
                    <a:pt x="2733" y="611"/>
                    <a:pt x="2124" y="1"/>
                    <a:pt x="1367" y="1"/>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613" name="Google Shape;11613;p42"/>
            <p:cNvSpPr/>
            <p:nvPr/>
          </p:nvSpPr>
          <p:spPr>
            <a:xfrm>
              <a:off x="1541824" y="2597464"/>
              <a:ext cx="40620" cy="40620"/>
            </a:xfrm>
            <a:custGeom>
              <a:rect b="b" l="l" r="r" t="t"/>
              <a:pathLst>
                <a:path extrusionOk="0" h="2713" w="2713">
                  <a:moveTo>
                    <a:pt x="1367" y="1"/>
                  </a:moveTo>
                  <a:cubicBezTo>
                    <a:pt x="610" y="1"/>
                    <a:pt x="0" y="611"/>
                    <a:pt x="0" y="1346"/>
                  </a:cubicBezTo>
                  <a:cubicBezTo>
                    <a:pt x="0" y="2103"/>
                    <a:pt x="610" y="2713"/>
                    <a:pt x="1367" y="2713"/>
                  </a:cubicBezTo>
                  <a:cubicBezTo>
                    <a:pt x="2102" y="2713"/>
                    <a:pt x="2712" y="2103"/>
                    <a:pt x="2712" y="1346"/>
                  </a:cubicBezTo>
                  <a:cubicBezTo>
                    <a:pt x="2712" y="611"/>
                    <a:pt x="2102" y="1"/>
                    <a:pt x="1367" y="1"/>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614" name="Google Shape;11614;p42"/>
            <p:cNvSpPr/>
            <p:nvPr/>
          </p:nvSpPr>
          <p:spPr>
            <a:xfrm>
              <a:off x="1327448" y="2441331"/>
              <a:ext cx="263172" cy="139783"/>
            </a:xfrm>
            <a:custGeom>
              <a:rect b="b" l="l" r="r" t="t"/>
              <a:pathLst>
                <a:path extrusionOk="0" h="9336" w="17577">
                  <a:moveTo>
                    <a:pt x="15895" y="695"/>
                  </a:moveTo>
                  <a:cubicBezTo>
                    <a:pt x="16441" y="695"/>
                    <a:pt x="16862" y="1136"/>
                    <a:pt x="16883" y="1683"/>
                  </a:cubicBezTo>
                  <a:lnTo>
                    <a:pt x="16883" y="7654"/>
                  </a:lnTo>
                  <a:cubicBezTo>
                    <a:pt x="16862" y="8179"/>
                    <a:pt x="16441" y="8621"/>
                    <a:pt x="15895" y="8621"/>
                  </a:cubicBezTo>
                  <a:lnTo>
                    <a:pt x="1682" y="8621"/>
                  </a:lnTo>
                  <a:cubicBezTo>
                    <a:pt x="1136" y="8621"/>
                    <a:pt x="694" y="8179"/>
                    <a:pt x="694" y="7654"/>
                  </a:cubicBezTo>
                  <a:lnTo>
                    <a:pt x="694" y="1662"/>
                  </a:lnTo>
                  <a:cubicBezTo>
                    <a:pt x="694" y="1136"/>
                    <a:pt x="1136" y="695"/>
                    <a:pt x="1682" y="695"/>
                  </a:cubicBezTo>
                  <a:close/>
                  <a:moveTo>
                    <a:pt x="1682" y="1"/>
                  </a:moveTo>
                  <a:cubicBezTo>
                    <a:pt x="757" y="1"/>
                    <a:pt x="0" y="737"/>
                    <a:pt x="0" y="1683"/>
                  </a:cubicBezTo>
                  <a:lnTo>
                    <a:pt x="0" y="7654"/>
                  </a:lnTo>
                  <a:cubicBezTo>
                    <a:pt x="0" y="8579"/>
                    <a:pt x="757" y="9336"/>
                    <a:pt x="1682" y="9336"/>
                  </a:cubicBezTo>
                  <a:lnTo>
                    <a:pt x="15895" y="9336"/>
                  </a:lnTo>
                  <a:cubicBezTo>
                    <a:pt x="16820" y="9336"/>
                    <a:pt x="17577" y="8579"/>
                    <a:pt x="17577" y="7654"/>
                  </a:cubicBezTo>
                  <a:lnTo>
                    <a:pt x="17577" y="1683"/>
                  </a:lnTo>
                  <a:cubicBezTo>
                    <a:pt x="17577" y="737"/>
                    <a:pt x="16820" y="1"/>
                    <a:pt x="15895" y="1"/>
                  </a:cubicBezTo>
                  <a:close/>
                </a:path>
              </a:pathLst>
            </a:custGeom>
            <a:solidFill>
              <a:srgbClr val="7E93A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615" name="Google Shape;11615;p42"/>
            <p:cNvSpPr/>
            <p:nvPr/>
          </p:nvSpPr>
          <p:spPr>
            <a:xfrm>
              <a:off x="1321459" y="2592149"/>
              <a:ext cx="59830" cy="51296"/>
            </a:xfrm>
            <a:custGeom>
              <a:rect b="b" l="l" r="r" t="t"/>
              <a:pathLst>
                <a:path extrusionOk="0" h="3426" w="3996">
                  <a:moveTo>
                    <a:pt x="2293" y="692"/>
                  </a:moveTo>
                  <a:lnTo>
                    <a:pt x="2293" y="713"/>
                  </a:lnTo>
                  <a:cubicBezTo>
                    <a:pt x="2305" y="713"/>
                    <a:pt x="2317" y="713"/>
                    <a:pt x="2328" y="713"/>
                  </a:cubicBezTo>
                  <a:cubicBezTo>
                    <a:pt x="2859" y="713"/>
                    <a:pt x="3302" y="1167"/>
                    <a:pt x="3302" y="1701"/>
                  </a:cubicBezTo>
                  <a:cubicBezTo>
                    <a:pt x="3302" y="2312"/>
                    <a:pt x="2802" y="2722"/>
                    <a:pt x="2284" y="2722"/>
                  </a:cubicBezTo>
                  <a:cubicBezTo>
                    <a:pt x="2035" y="2722"/>
                    <a:pt x="1782" y="2628"/>
                    <a:pt x="1578" y="2416"/>
                  </a:cubicBezTo>
                  <a:cubicBezTo>
                    <a:pt x="947" y="1786"/>
                    <a:pt x="1389" y="692"/>
                    <a:pt x="2293" y="692"/>
                  </a:cubicBezTo>
                  <a:close/>
                  <a:moveTo>
                    <a:pt x="2280" y="0"/>
                  </a:moveTo>
                  <a:cubicBezTo>
                    <a:pt x="1858" y="0"/>
                    <a:pt x="1427" y="156"/>
                    <a:pt x="1073" y="503"/>
                  </a:cubicBezTo>
                  <a:cubicBezTo>
                    <a:pt x="1" y="1575"/>
                    <a:pt x="758" y="3425"/>
                    <a:pt x="2293" y="3425"/>
                  </a:cubicBezTo>
                  <a:cubicBezTo>
                    <a:pt x="3239" y="3425"/>
                    <a:pt x="3996" y="2648"/>
                    <a:pt x="3996" y="1701"/>
                  </a:cubicBezTo>
                  <a:cubicBezTo>
                    <a:pt x="3996" y="678"/>
                    <a:pt x="3159" y="0"/>
                    <a:pt x="2280" y="0"/>
                  </a:cubicBezTo>
                  <a:close/>
                </a:path>
              </a:pathLst>
            </a:custGeom>
            <a:solidFill>
              <a:srgbClr val="7E93A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616" name="Google Shape;11616;p42"/>
            <p:cNvSpPr/>
            <p:nvPr/>
          </p:nvSpPr>
          <p:spPr>
            <a:xfrm>
              <a:off x="1527960" y="2592149"/>
              <a:ext cx="59830" cy="51296"/>
            </a:xfrm>
            <a:custGeom>
              <a:rect b="b" l="l" r="r" t="t"/>
              <a:pathLst>
                <a:path extrusionOk="0" h="3426" w="3996">
                  <a:moveTo>
                    <a:pt x="2293" y="692"/>
                  </a:moveTo>
                  <a:lnTo>
                    <a:pt x="2293" y="713"/>
                  </a:lnTo>
                  <a:cubicBezTo>
                    <a:pt x="2305" y="713"/>
                    <a:pt x="2317" y="713"/>
                    <a:pt x="2328" y="713"/>
                  </a:cubicBezTo>
                  <a:cubicBezTo>
                    <a:pt x="2859" y="713"/>
                    <a:pt x="3302" y="1167"/>
                    <a:pt x="3302" y="1701"/>
                  </a:cubicBezTo>
                  <a:cubicBezTo>
                    <a:pt x="3302" y="2312"/>
                    <a:pt x="2802" y="2722"/>
                    <a:pt x="2284" y="2722"/>
                  </a:cubicBezTo>
                  <a:cubicBezTo>
                    <a:pt x="2035" y="2722"/>
                    <a:pt x="1782" y="2628"/>
                    <a:pt x="1578" y="2416"/>
                  </a:cubicBezTo>
                  <a:cubicBezTo>
                    <a:pt x="926" y="1786"/>
                    <a:pt x="1389" y="692"/>
                    <a:pt x="2293" y="692"/>
                  </a:cubicBezTo>
                  <a:close/>
                  <a:moveTo>
                    <a:pt x="2270" y="0"/>
                  </a:moveTo>
                  <a:cubicBezTo>
                    <a:pt x="1849" y="0"/>
                    <a:pt x="1420" y="156"/>
                    <a:pt x="1073" y="503"/>
                  </a:cubicBezTo>
                  <a:cubicBezTo>
                    <a:pt x="1" y="1575"/>
                    <a:pt x="758" y="3425"/>
                    <a:pt x="2293" y="3425"/>
                  </a:cubicBezTo>
                  <a:cubicBezTo>
                    <a:pt x="3239" y="3425"/>
                    <a:pt x="3996" y="2648"/>
                    <a:pt x="3996" y="1701"/>
                  </a:cubicBezTo>
                  <a:cubicBezTo>
                    <a:pt x="3996" y="678"/>
                    <a:pt x="3150" y="0"/>
                    <a:pt x="2270" y="0"/>
                  </a:cubicBezTo>
                  <a:close/>
                </a:path>
              </a:pathLst>
            </a:custGeom>
            <a:solidFill>
              <a:srgbClr val="7E93A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617" name="Google Shape;11617;p42"/>
            <p:cNvSpPr/>
            <p:nvPr/>
          </p:nvSpPr>
          <p:spPr>
            <a:xfrm>
              <a:off x="1401427" y="2594005"/>
              <a:ext cx="115228" cy="84385"/>
            </a:xfrm>
            <a:custGeom>
              <a:rect b="b" l="l" r="r" t="t"/>
              <a:pathLst>
                <a:path extrusionOk="0" h="5636" w="7696">
                  <a:moveTo>
                    <a:pt x="1430" y="1"/>
                  </a:moveTo>
                  <a:cubicBezTo>
                    <a:pt x="631" y="1"/>
                    <a:pt x="0" y="631"/>
                    <a:pt x="0" y="1409"/>
                  </a:cubicBezTo>
                  <a:lnTo>
                    <a:pt x="0" y="4353"/>
                  </a:lnTo>
                  <a:lnTo>
                    <a:pt x="7695" y="5635"/>
                  </a:lnTo>
                  <a:lnTo>
                    <a:pt x="7695" y="1409"/>
                  </a:lnTo>
                  <a:cubicBezTo>
                    <a:pt x="7695" y="631"/>
                    <a:pt x="7043" y="1"/>
                    <a:pt x="6265" y="1"/>
                  </a:cubicBezTo>
                  <a:close/>
                </a:path>
              </a:pathLst>
            </a:custGeom>
            <a:solidFill>
              <a:srgbClr val="99AEB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618" name="Google Shape;11618;p42"/>
            <p:cNvSpPr/>
            <p:nvPr/>
          </p:nvSpPr>
          <p:spPr>
            <a:xfrm>
              <a:off x="1396067" y="2588660"/>
              <a:ext cx="125619" cy="70520"/>
            </a:xfrm>
            <a:custGeom>
              <a:rect b="b" l="l" r="r" t="t"/>
              <a:pathLst>
                <a:path extrusionOk="0" h="4710" w="8390">
                  <a:moveTo>
                    <a:pt x="1788" y="0"/>
                  </a:moveTo>
                  <a:cubicBezTo>
                    <a:pt x="800" y="0"/>
                    <a:pt x="1" y="799"/>
                    <a:pt x="1" y="1766"/>
                  </a:cubicBezTo>
                  <a:lnTo>
                    <a:pt x="1" y="4710"/>
                  </a:lnTo>
                  <a:lnTo>
                    <a:pt x="716" y="4710"/>
                  </a:lnTo>
                  <a:lnTo>
                    <a:pt x="716" y="1766"/>
                  </a:lnTo>
                  <a:cubicBezTo>
                    <a:pt x="716" y="1178"/>
                    <a:pt x="1199" y="694"/>
                    <a:pt x="1788" y="694"/>
                  </a:cubicBezTo>
                  <a:lnTo>
                    <a:pt x="6623" y="694"/>
                  </a:lnTo>
                  <a:cubicBezTo>
                    <a:pt x="7212" y="694"/>
                    <a:pt x="7696" y="1178"/>
                    <a:pt x="7696" y="1766"/>
                  </a:cubicBezTo>
                  <a:lnTo>
                    <a:pt x="7696" y="4710"/>
                  </a:lnTo>
                  <a:lnTo>
                    <a:pt x="8389" y="4710"/>
                  </a:lnTo>
                  <a:lnTo>
                    <a:pt x="8389" y="1766"/>
                  </a:lnTo>
                  <a:cubicBezTo>
                    <a:pt x="8389" y="799"/>
                    <a:pt x="7591" y="0"/>
                    <a:pt x="6623" y="0"/>
                  </a:cubicBezTo>
                  <a:close/>
                </a:path>
              </a:pathLst>
            </a:custGeom>
            <a:solidFill>
              <a:srgbClr val="7E93A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619" name="Google Shape;11619;p42"/>
            <p:cNvSpPr/>
            <p:nvPr/>
          </p:nvSpPr>
          <p:spPr>
            <a:xfrm>
              <a:off x="1301950" y="2659165"/>
              <a:ext cx="317956" cy="49125"/>
            </a:xfrm>
            <a:custGeom>
              <a:rect b="b" l="l" r="r" t="t"/>
              <a:pathLst>
                <a:path extrusionOk="0" h="3281" w="21236">
                  <a:moveTo>
                    <a:pt x="610" y="1"/>
                  </a:moveTo>
                  <a:cubicBezTo>
                    <a:pt x="274" y="1"/>
                    <a:pt x="0" y="274"/>
                    <a:pt x="0" y="610"/>
                  </a:cubicBezTo>
                  <a:lnTo>
                    <a:pt x="0" y="2671"/>
                  </a:lnTo>
                  <a:cubicBezTo>
                    <a:pt x="0" y="3007"/>
                    <a:pt x="274" y="3280"/>
                    <a:pt x="610" y="3280"/>
                  </a:cubicBezTo>
                  <a:lnTo>
                    <a:pt x="20625" y="3280"/>
                  </a:lnTo>
                  <a:cubicBezTo>
                    <a:pt x="20962" y="3280"/>
                    <a:pt x="21235" y="3007"/>
                    <a:pt x="21235" y="2671"/>
                  </a:cubicBezTo>
                  <a:lnTo>
                    <a:pt x="21235" y="610"/>
                  </a:lnTo>
                  <a:cubicBezTo>
                    <a:pt x="21235" y="274"/>
                    <a:pt x="20962" y="1"/>
                    <a:pt x="20625" y="1"/>
                  </a:cubicBezTo>
                  <a:close/>
                </a:path>
              </a:pathLst>
            </a:custGeom>
            <a:solidFill>
              <a:srgbClr val="8CA4B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620" name="Google Shape;11620;p42"/>
            <p:cNvSpPr/>
            <p:nvPr/>
          </p:nvSpPr>
          <p:spPr>
            <a:xfrm>
              <a:off x="1301950" y="2659165"/>
              <a:ext cx="45666" cy="49125"/>
            </a:xfrm>
            <a:custGeom>
              <a:rect b="b" l="l" r="r" t="t"/>
              <a:pathLst>
                <a:path extrusionOk="0" h="3281" w="3050">
                  <a:moveTo>
                    <a:pt x="610" y="1"/>
                  </a:moveTo>
                  <a:cubicBezTo>
                    <a:pt x="274" y="1"/>
                    <a:pt x="0" y="274"/>
                    <a:pt x="0" y="610"/>
                  </a:cubicBezTo>
                  <a:lnTo>
                    <a:pt x="0" y="2671"/>
                  </a:lnTo>
                  <a:cubicBezTo>
                    <a:pt x="0" y="3007"/>
                    <a:pt x="274" y="3280"/>
                    <a:pt x="610" y="3280"/>
                  </a:cubicBezTo>
                  <a:lnTo>
                    <a:pt x="3049" y="3280"/>
                  </a:lnTo>
                  <a:cubicBezTo>
                    <a:pt x="2692" y="3280"/>
                    <a:pt x="2418" y="3007"/>
                    <a:pt x="2418" y="2671"/>
                  </a:cubicBezTo>
                  <a:lnTo>
                    <a:pt x="2418" y="610"/>
                  </a:lnTo>
                  <a:cubicBezTo>
                    <a:pt x="2418" y="274"/>
                    <a:pt x="2692" y="1"/>
                    <a:pt x="3028" y="1"/>
                  </a:cubicBezTo>
                  <a:close/>
                </a:path>
              </a:pathLst>
            </a:custGeom>
            <a:solidFill>
              <a:srgbClr val="768C9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1621" name="Google Shape;11621;p42"/>
          <p:cNvGrpSpPr/>
          <p:nvPr/>
        </p:nvGrpSpPr>
        <p:grpSpPr>
          <a:xfrm>
            <a:off x="1748310" y="2225601"/>
            <a:ext cx="308508" cy="333377"/>
            <a:chOff x="1748310" y="2408601"/>
            <a:chExt cx="308508" cy="333377"/>
          </a:xfrm>
        </p:grpSpPr>
        <p:sp>
          <p:nvSpPr>
            <p:cNvPr id="11622" name="Google Shape;11622;p42"/>
            <p:cNvSpPr/>
            <p:nvPr/>
          </p:nvSpPr>
          <p:spPr>
            <a:xfrm>
              <a:off x="1748310" y="2433470"/>
              <a:ext cx="308508" cy="308508"/>
            </a:xfrm>
            <a:custGeom>
              <a:rect b="b" l="l" r="r" t="t"/>
              <a:pathLst>
                <a:path extrusionOk="0" h="20605" w="20605">
                  <a:moveTo>
                    <a:pt x="905" y="0"/>
                  </a:moveTo>
                  <a:cubicBezTo>
                    <a:pt x="400" y="0"/>
                    <a:pt x="1" y="400"/>
                    <a:pt x="1" y="904"/>
                  </a:cubicBezTo>
                  <a:lnTo>
                    <a:pt x="1" y="19700"/>
                  </a:lnTo>
                  <a:cubicBezTo>
                    <a:pt x="1" y="20205"/>
                    <a:pt x="400" y="20604"/>
                    <a:pt x="905" y="20604"/>
                  </a:cubicBezTo>
                  <a:lnTo>
                    <a:pt x="19701" y="20604"/>
                  </a:lnTo>
                  <a:cubicBezTo>
                    <a:pt x="20184" y="20604"/>
                    <a:pt x="20584" y="20205"/>
                    <a:pt x="20605" y="19721"/>
                  </a:cubicBezTo>
                  <a:lnTo>
                    <a:pt x="20605" y="904"/>
                  </a:lnTo>
                  <a:cubicBezTo>
                    <a:pt x="20605" y="400"/>
                    <a:pt x="20184" y="0"/>
                    <a:pt x="19701" y="0"/>
                  </a:cubicBezTo>
                  <a:close/>
                </a:path>
              </a:pathLst>
            </a:custGeom>
            <a:solidFill>
              <a:srgbClr val="E2E8E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623" name="Google Shape;11623;p42"/>
            <p:cNvSpPr/>
            <p:nvPr/>
          </p:nvSpPr>
          <p:spPr>
            <a:xfrm>
              <a:off x="2022187" y="2433470"/>
              <a:ext cx="34631" cy="308508"/>
            </a:xfrm>
            <a:custGeom>
              <a:rect b="b" l="l" r="r" t="t"/>
              <a:pathLst>
                <a:path extrusionOk="0" h="20605" w="2313">
                  <a:moveTo>
                    <a:pt x="0" y="0"/>
                  </a:moveTo>
                  <a:lnTo>
                    <a:pt x="0" y="20604"/>
                  </a:lnTo>
                  <a:lnTo>
                    <a:pt x="1409" y="20604"/>
                  </a:lnTo>
                  <a:cubicBezTo>
                    <a:pt x="1892" y="20604"/>
                    <a:pt x="2313" y="20205"/>
                    <a:pt x="2313" y="19700"/>
                  </a:cubicBezTo>
                  <a:lnTo>
                    <a:pt x="2313" y="904"/>
                  </a:lnTo>
                  <a:cubicBezTo>
                    <a:pt x="2313" y="400"/>
                    <a:pt x="1892" y="0"/>
                    <a:pt x="1409" y="0"/>
                  </a:cubicBezTo>
                  <a:close/>
                </a:path>
              </a:pathLst>
            </a:custGeom>
            <a:solidFill>
              <a:srgbClr val="B8C6D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624" name="Google Shape;11624;p42"/>
            <p:cNvSpPr/>
            <p:nvPr/>
          </p:nvSpPr>
          <p:spPr>
            <a:xfrm>
              <a:off x="1748310" y="2433470"/>
              <a:ext cx="308508" cy="55728"/>
            </a:xfrm>
            <a:custGeom>
              <a:rect b="b" l="l" r="r" t="t"/>
              <a:pathLst>
                <a:path extrusionOk="0" h="3722" w="20605">
                  <a:moveTo>
                    <a:pt x="905" y="0"/>
                  </a:moveTo>
                  <a:cubicBezTo>
                    <a:pt x="400" y="0"/>
                    <a:pt x="1" y="400"/>
                    <a:pt x="1" y="904"/>
                  </a:cubicBezTo>
                  <a:lnTo>
                    <a:pt x="1" y="3721"/>
                  </a:lnTo>
                  <a:lnTo>
                    <a:pt x="20605" y="3721"/>
                  </a:lnTo>
                  <a:lnTo>
                    <a:pt x="20605" y="904"/>
                  </a:lnTo>
                  <a:cubicBezTo>
                    <a:pt x="20605" y="400"/>
                    <a:pt x="20184" y="0"/>
                    <a:pt x="19701" y="0"/>
                  </a:cubicBezTo>
                  <a:close/>
                </a:path>
              </a:pathLst>
            </a:custGeom>
            <a:solidFill>
              <a:srgbClr val="2D476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625" name="Google Shape;11625;p42"/>
            <p:cNvSpPr/>
            <p:nvPr/>
          </p:nvSpPr>
          <p:spPr>
            <a:xfrm>
              <a:off x="2022187" y="2433470"/>
              <a:ext cx="34631" cy="55728"/>
            </a:xfrm>
            <a:custGeom>
              <a:rect b="b" l="l" r="r" t="t"/>
              <a:pathLst>
                <a:path extrusionOk="0" h="3722" w="2313">
                  <a:moveTo>
                    <a:pt x="0" y="0"/>
                  </a:moveTo>
                  <a:lnTo>
                    <a:pt x="0" y="3721"/>
                  </a:lnTo>
                  <a:lnTo>
                    <a:pt x="2313" y="3721"/>
                  </a:lnTo>
                  <a:lnTo>
                    <a:pt x="2313" y="904"/>
                  </a:lnTo>
                  <a:cubicBezTo>
                    <a:pt x="2313" y="400"/>
                    <a:pt x="1892" y="0"/>
                    <a:pt x="1409" y="0"/>
                  </a:cubicBezTo>
                  <a:close/>
                </a:path>
              </a:pathLst>
            </a:custGeom>
            <a:solidFill>
              <a:srgbClr val="AFBFC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626" name="Google Shape;11626;p42"/>
            <p:cNvSpPr/>
            <p:nvPr/>
          </p:nvSpPr>
          <p:spPr>
            <a:xfrm>
              <a:off x="1780111" y="2408601"/>
              <a:ext cx="28657" cy="49754"/>
            </a:xfrm>
            <a:custGeom>
              <a:rect b="b" l="l" r="r" t="t"/>
              <a:pathLst>
                <a:path extrusionOk="0" h="3323" w="1914">
                  <a:moveTo>
                    <a:pt x="968" y="0"/>
                  </a:moveTo>
                  <a:cubicBezTo>
                    <a:pt x="442" y="0"/>
                    <a:pt x="0" y="442"/>
                    <a:pt x="0" y="967"/>
                  </a:cubicBezTo>
                  <a:lnTo>
                    <a:pt x="0" y="2376"/>
                  </a:lnTo>
                  <a:cubicBezTo>
                    <a:pt x="0" y="2902"/>
                    <a:pt x="442" y="3322"/>
                    <a:pt x="968" y="3322"/>
                  </a:cubicBezTo>
                  <a:cubicBezTo>
                    <a:pt x="1472" y="3322"/>
                    <a:pt x="1914" y="2902"/>
                    <a:pt x="1914" y="2376"/>
                  </a:cubicBezTo>
                  <a:lnTo>
                    <a:pt x="1914" y="967"/>
                  </a:lnTo>
                  <a:cubicBezTo>
                    <a:pt x="1914" y="442"/>
                    <a:pt x="1472" y="0"/>
                    <a:pt x="968" y="0"/>
                  </a:cubicBezTo>
                  <a:close/>
                </a:path>
              </a:pathLst>
            </a:custGeom>
            <a:solidFill>
              <a:srgbClr val="B0C1C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627" name="Google Shape;11627;p42"/>
            <p:cNvSpPr/>
            <p:nvPr/>
          </p:nvSpPr>
          <p:spPr>
            <a:xfrm>
              <a:off x="1852189" y="2408601"/>
              <a:ext cx="28358" cy="49754"/>
            </a:xfrm>
            <a:custGeom>
              <a:rect b="b" l="l" r="r" t="t"/>
              <a:pathLst>
                <a:path extrusionOk="0" h="3323" w="1894">
                  <a:moveTo>
                    <a:pt x="947" y="0"/>
                  </a:moveTo>
                  <a:cubicBezTo>
                    <a:pt x="421" y="0"/>
                    <a:pt x="1" y="442"/>
                    <a:pt x="1" y="967"/>
                  </a:cubicBezTo>
                  <a:lnTo>
                    <a:pt x="1" y="2376"/>
                  </a:lnTo>
                  <a:cubicBezTo>
                    <a:pt x="1" y="2902"/>
                    <a:pt x="421" y="3322"/>
                    <a:pt x="947" y="3322"/>
                  </a:cubicBezTo>
                  <a:cubicBezTo>
                    <a:pt x="1473" y="3322"/>
                    <a:pt x="1893" y="2902"/>
                    <a:pt x="1893" y="2376"/>
                  </a:cubicBezTo>
                  <a:lnTo>
                    <a:pt x="1893" y="967"/>
                  </a:lnTo>
                  <a:cubicBezTo>
                    <a:pt x="1893" y="442"/>
                    <a:pt x="1473" y="0"/>
                    <a:pt x="947" y="0"/>
                  </a:cubicBezTo>
                  <a:close/>
                </a:path>
              </a:pathLst>
            </a:custGeom>
            <a:solidFill>
              <a:srgbClr val="B0C1C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628" name="Google Shape;11628;p42"/>
            <p:cNvSpPr/>
            <p:nvPr/>
          </p:nvSpPr>
          <p:spPr>
            <a:xfrm>
              <a:off x="1924282" y="2408601"/>
              <a:ext cx="28343" cy="49754"/>
            </a:xfrm>
            <a:custGeom>
              <a:rect b="b" l="l" r="r" t="t"/>
              <a:pathLst>
                <a:path extrusionOk="0" h="3323" w="1893">
                  <a:moveTo>
                    <a:pt x="947" y="0"/>
                  </a:moveTo>
                  <a:cubicBezTo>
                    <a:pt x="421" y="0"/>
                    <a:pt x="1" y="442"/>
                    <a:pt x="1" y="967"/>
                  </a:cubicBezTo>
                  <a:lnTo>
                    <a:pt x="1" y="2376"/>
                  </a:lnTo>
                  <a:cubicBezTo>
                    <a:pt x="1" y="2902"/>
                    <a:pt x="421" y="3322"/>
                    <a:pt x="947" y="3322"/>
                  </a:cubicBezTo>
                  <a:cubicBezTo>
                    <a:pt x="1472" y="3322"/>
                    <a:pt x="1893" y="2902"/>
                    <a:pt x="1893" y="2376"/>
                  </a:cubicBezTo>
                  <a:lnTo>
                    <a:pt x="1893" y="967"/>
                  </a:lnTo>
                  <a:cubicBezTo>
                    <a:pt x="1893" y="442"/>
                    <a:pt x="1472" y="0"/>
                    <a:pt x="947" y="0"/>
                  </a:cubicBezTo>
                  <a:close/>
                </a:path>
              </a:pathLst>
            </a:custGeom>
            <a:solidFill>
              <a:srgbClr val="B0C1C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629" name="Google Shape;11629;p42"/>
            <p:cNvSpPr/>
            <p:nvPr/>
          </p:nvSpPr>
          <p:spPr>
            <a:xfrm>
              <a:off x="1996060" y="2408601"/>
              <a:ext cx="28657" cy="49754"/>
            </a:xfrm>
            <a:custGeom>
              <a:rect b="b" l="l" r="r" t="t"/>
              <a:pathLst>
                <a:path extrusionOk="0" h="3323" w="1914">
                  <a:moveTo>
                    <a:pt x="967" y="0"/>
                  </a:moveTo>
                  <a:cubicBezTo>
                    <a:pt x="442" y="0"/>
                    <a:pt x="0" y="442"/>
                    <a:pt x="0" y="967"/>
                  </a:cubicBezTo>
                  <a:lnTo>
                    <a:pt x="0" y="2376"/>
                  </a:lnTo>
                  <a:cubicBezTo>
                    <a:pt x="0" y="2902"/>
                    <a:pt x="442" y="3322"/>
                    <a:pt x="967" y="3322"/>
                  </a:cubicBezTo>
                  <a:cubicBezTo>
                    <a:pt x="1493" y="3322"/>
                    <a:pt x="1913" y="2902"/>
                    <a:pt x="1913" y="2376"/>
                  </a:cubicBezTo>
                  <a:lnTo>
                    <a:pt x="1913" y="967"/>
                  </a:lnTo>
                  <a:cubicBezTo>
                    <a:pt x="1913" y="442"/>
                    <a:pt x="1493" y="0"/>
                    <a:pt x="967" y="0"/>
                  </a:cubicBezTo>
                  <a:close/>
                </a:path>
              </a:pathLst>
            </a:custGeom>
            <a:solidFill>
              <a:srgbClr val="B0C1C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1630" name="Google Shape;11630;p42"/>
          <p:cNvGrpSpPr/>
          <p:nvPr/>
        </p:nvGrpSpPr>
        <p:grpSpPr>
          <a:xfrm>
            <a:off x="3044614" y="2235033"/>
            <a:ext cx="376184" cy="315141"/>
            <a:chOff x="3044614" y="2418033"/>
            <a:chExt cx="376184" cy="315141"/>
          </a:xfrm>
        </p:grpSpPr>
        <p:sp>
          <p:nvSpPr>
            <p:cNvPr id="11631" name="Google Shape;11631;p42"/>
            <p:cNvSpPr/>
            <p:nvPr/>
          </p:nvSpPr>
          <p:spPr>
            <a:xfrm>
              <a:off x="3326965" y="2418033"/>
              <a:ext cx="93833" cy="233601"/>
            </a:xfrm>
            <a:custGeom>
              <a:rect b="b" l="l" r="r" t="t"/>
              <a:pathLst>
                <a:path extrusionOk="0" h="15602" w="6267">
                  <a:moveTo>
                    <a:pt x="548" y="1"/>
                  </a:moveTo>
                  <a:cubicBezTo>
                    <a:pt x="1" y="1"/>
                    <a:pt x="1" y="821"/>
                    <a:pt x="548" y="821"/>
                  </a:cubicBezTo>
                  <a:cubicBezTo>
                    <a:pt x="1241" y="821"/>
                    <a:pt x="1851" y="1304"/>
                    <a:pt x="2019" y="1977"/>
                  </a:cubicBezTo>
                  <a:lnTo>
                    <a:pt x="5383" y="15517"/>
                  </a:lnTo>
                  <a:lnTo>
                    <a:pt x="6266" y="15601"/>
                  </a:lnTo>
                  <a:lnTo>
                    <a:pt x="6266" y="15601"/>
                  </a:lnTo>
                  <a:lnTo>
                    <a:pt x="2818" y="1767"/>
                  </a:lnTo>
                  <a:cubicBezTo>
                    <a:pt x="2566" y="716"/>
                    <a:pt x="1620" y="1"/>
                    <a:pt x="548" y="1"/>
                  </a:cubicBezTo>
                  <a:close/>
                </a:path>
              </a:pathLst>
            </a:custGeom>
            <a:solidFill>
              <a:srgbClr val="2D476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632" name="Google Shape;11632;p42"/>
            <p:cNvSpPr/>
            <p:nvPr/>
          </p:nvSpPr>
          <p:spPr>
            <a:xfrm>
              <a:off x="3393398" y="2639656"/>
              <a:ext cx="27400" cy="29286"/>
            </a:xfrm>
            <a:custGeom>
              <a:rect b="b" l="l" r="r" t="t"/>
              <a:pathLst>
                <a:path extrusionOk="0" h="1956" w="1830">
                  <a:moveTo>
                    <a:pt x="0" y="0"/>
                  </a:moveTo>
                  <a:lnTo>
                    <a:pt x="168" y="1955"/>
                  </a:lnTo>
                  <a:lnTo>
                    <a:pt x="988" y="1955"/>
                  </a:lnTo>
                  <a:cubicBezTo>
                    <a:pt x="1451" y="1955"/>
                    <a:pt x="1829" y="1577"/>
                    <a:pt x="1829" y="1114"/>
                  </a:cubicBezTo>
                  <a:lnTo>
                    <a:pt x="1829" y="820"/>
                  </a:lnTo>
                  <a:cubicBezTo>
                    <a:pt x="1829" y="358"/>
                    <a:pt x="1451" y="0"/>
                    <a:pt x="988" y="0"/>
                  </a:cubicBezTo>
                  <a:close/>
                </a:path>
              </a:pathLst>
            </a:custGeom>
            <a:solidFill>
              <a:srgbClr val="2D476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633" name="Google Shape;11633;p42"/>
            <p:cNvSpPr/>
            <p:nvPr/>
          </p:nvSpPr>
          <p:spPr>
            <a:xfrm>
              <a:off x="3044928" y="2418033"/>
              <a:ext cx="93503" cy="233601"/>
            </a:xfrm>
            <a:custGeom>
              <a:rect b="b" l="l" r="r" t="t"/>
              <a:pathLst>
                <a:path extrusionOk="0" h="15602" w="6245">
                  <a:moveTo>
                    <a:pt x="5698" y="1"/>
                  </a:moveTo>
                  <a:cubicBezTo>
                    <a:pt x="4626" y="1"/>
                    <a:pt x="3679" y="716"/>
                    <a:pt x="3427" y="1767"/>
                  </a:cubicBezTo>
                  <a:lnTo>
                    <a:pt x="0" y="15601"/>
                  </a:lnTo>
                  <a:lnTo>
                    <a:pt x="862" y="15517"/>
                  </a:lnTo>
                  <a:lnTo>
                    <a:pt x="4226" y="1956"/>
                  </a:lnTo>
                  <a:cubicBezTo>
                    <a:pt x="4394" y="1283"/>
                    <a:pt x="5004" y="821"/>
                    <a:pt x="5698" y="821"/>
                  </a:cubicBezTo>
                  <a:cubicBezTo>
                    <a:pt x="6244" y="821"/>
                    <a:pt x="6244" y="1"/>
                    <a:pt x="5698" y="1"/>
                  </a:cubicBezTo>
                  <a:close/>
                </a:path>
              </a:pathLst>
            </a:custGeom>
            <a:solidFill>
              <a:srgbClr val="2D476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634" name="Google Shape;11634;p42"/>
            <p:cNvSpPr/>
            <p:nvPr/>
          </p:nvSpPr>
          <p:spPr>
            <a:xfrm>
              <a:off x="3044614" y="2639641"/>
              <a:ext cx="27400" cy="29301"/>
            </a:xfrm>
            <a:custGeom>
              <a:rect b="b" l="l" r="r" t="t"/>
              <a:pathLst>
                <a:path extrusionOk="0" h="1957" w="1830">
                  <a:moveTo>
                    <a:pt x="804" y="0"/>
                  </a:moveTo>
                  <a:cubicBezTo>
                    <a:pt x="359" y="0"/>
                    <a:pt x="0" y="371"/>
                    <a:pt x="0" y="821"/>
                  </a:cubicBezTo>
                  <a:lnTo>
                    <a:pt x="0" y="1115"/>
                  </a:lnTo>
                  <a:cubicBezTo>
                    <a:pt x="0" y="1578"/>
                    <a:pt x="379" y="1956"/>
                    <a:pt x="841" y="1956"/>
                  </a:cubicBezTo>
                  <a:lnTo>
                    <a:pt x="1682" y="1956"/>
                  </a:lnTo>
                  <a:lnTo>
                    <a:pt x="1829" y="1"/>
                  </a:lnTo>
                  <a:lnTo>
                    <a:pt x="841" y="1"/>
                  </a:lnTo>
                  <a:cubicBezTo>
                    <a:pt x="829" y="1"/>
                    <a:pt x="817" y="0"/>
                    <a:pt x="804" y="0"/>
                  </a:cubicBezTo>
                  <a:close/>
                </a:path>
              </a:pathLst>
            </a:custGeom>
            <a:solidFill>
              <a:srgbClr val="2D476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635" name="Google Shape;11635;p42"/>
            <p:cNvSpPr/>
            <p:nvPr/>
          </p:nvSpPr>
          <p:spPr>
            <a:xfrm>
              <a:off x="3061922" y="2599275"/>
              <a:ext cx="341238" cy="133899"/>
            </a:xfrm>
            <a:custGeom>
              <a:rect b="b" l="l" r="r" t="t"/>
              <a:pathLst>
                <a:path extrusionOk="0" h="8943" w="22791">
                  <a:moveTo>
                    <a:pt x="5186" y="1"/>
                  </a:moveTo>
                  <a:cubicBezTo>
                    <a:pt x="3937" y="1"/>
                    <a:pt x="2692" y="353"/>
                    <a:pt x="1598" y="1057"/>
                  </a:cubicBezTo>
                  <a:cubicBezTo>
                    <a:pt x="568" y="1751"/>
                    <a:pt x="21" y="2718"/>
                    <a:pt x="21" y="3748"/>
                  </a:cubicBezTo>
                  <a:cubicBezTo>
                    <a:pt x="0" y="6587"/>
                    <a:pt x="2250" y="8899"/>
                    <a:pt x="5067" y="8941"/>
                  </a:cubicBezTo>
                  <a:cubicBezTo>
                    <a:pt x="5107" y="8942"/>
                    <a:pt x="5146" y="8943"/>
                    <a:pt x="5185" y="8943"/>
                  </a:cubicBezTo>
                  <a:cubicBezTo>
                    <a:pt x="7970" y="8943"/>
                    <a:pt x="10240" y="6737"/>
                    <a:pt x="10323" y="3959"/>
                  </a:cubicBezTo>
                  <a:cubicBezTo>
                    <a:pt x="10639" y="3717"/>
                    <a:pt x="11017" y="3596"/>
                    <a:pt x="11396" y="3596"/>
                  </a:cubicBezTo>
                  <a:cubicBezTo>
                    <a:pt x="11774" y="3596"/>
                    <a:pt x="12153" y="3717"/>
                    <a:pt x="12468" y="3959"/>
                  </a:cubicBezTo>
                  <a:cubicBezTo>
                    <a:pt x="12551" y="6737"/>
                    <a:pt x="14822" y="8943"/>
                    <a:pt x="17606" y="8943"/>
                  </a:cubicBezTo>
                  <a:cubicBezTo>
                    <a:pt x="17646" y="8943"/>
                    <a:pt x="17685" y="8942"/>
                    <a:pt x="17724" y="8941"/>
                  </a:cubicBezTo>
                  <a:cubicBezTo>
                    <a:pt x="20541" y="8899"/>
                    <a:pt x="22791" y="6587"/>
                    <a:pt x="22770" y="3748"/>
                  </a:cubicBezTo>
                  <a:cubicBezTo>
                    <a:pt x="22791" y="2718"/>
                    <a:pt x="22244" y="1751"/>
                    <a:pt x="21235" y="1057"/>
                  </a:cubicBezTo>
                  <a:cubicBezTo>
                    <a:pt x="20131" y="353"/>
                    <a:pt x="18880" y="1"/>
                    <a:pt x="17632" y="1"/>
                  </a:cubicBezTo>
                  <a:cubicBezTo>
                    <a:pt x="16384" y="1"/>
                    <a:pt x="15138" y="353"/>
                    <a:pt x="14045" y="1057"/>
                  </a:cubicBezTo>
                  <a:cubicBezTo>
                    <a:pt x="13330" y="1520"/>
                    <a:pt x="12804" y="2214"/>
                    <a:pt x="12552" y="3034"/>
                  </a:cubicBezTo>
                  <a:cubicBezTo>
                    <a:pt x="12195" y="2855"/>
                    <a:pt x="11800" y="2765"/>
                    <a:pt x="11406" y="2765"/>
                  </a:cubicBezTo>
                  <a:cubicBezTo>
                    <a:pt x="11012" y="2765"/>
                    <a:pt x="10618" y="2855"/>
                    <a:pt x="10260" y="3034"/>
                  </a:cubicBezTo>
                  <a:cubicBezTo>
                    <a:pt x="10008" y="2214"/>
                    <a:pt x="9482" y="1520"/>
                    <a:pt x="8789" y="1057"/>
                  </a:cubicBezTo>
                  <a:cubicBezTo>
                    <a:pt x="7685" y="353"/>
                    <a:pt x="6434" y="1"/>
                    <a:pt x="5186" y="1"/>
                  </a:cubicBezTo>
                  <a:close/>
                </a:path>
              </a:pathLst>
            </a:custGeom>
            <a:solidFill>
              <a:srgbClr val="2D476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636" name="Google Shape;11636;p42"/>
            <p:cNvSpPr/>
            <p:nvPr/>
          </p:nvSpPr>
          <p:spPr>
            <a:xfrm>
              <a:off x="3261176" y="2611628"/>
              <a:ext cx="129707" cy="108625"/>
            </a:xfrm>
            <a:custGeom>
              <a:rect b="b" l="l" r="r" t="t"/>
              <a:pathLst>
                <a:path extrusionOk="0" h="7255" w="8663">
                  <a:moveTo>
                    <a:pt x="4332" y="1"/>
                  </a:moveTo>
                  <a:cubicBezTo>
                    <a:pt x="1935" y="1"/>
                    <a:pt x="1" y="1304"/>
                    <a:pt x="1" y="2923"/>
                  </a:cubicBezTo>
                  <a:cubicBezTo>
                    <a:pt x="1" y="5320"/>
                    <a:pt x="1935" y="7254"/>
                    <a:pt x="4332" y="7254"/>
                  </a:cubicBezTo>
                  <a:cubicBezTo>
                    <a:pt x="6708" y="7254"/>
                    <a:pt x="8663" y="5320"/>
                    <a:pt x="8663" y="2923"/>
                  </a:cubicBezTo>
                  <a:cubicBezTo>
                    <a:pt x="8663" y="1304"/>
                    <a:pt x="6708" y="1"/>
                    <a:pt x="4332" y="1"/>
                  </a:cubicBezTo>
                  <a:close/>
                </a:path>
              </a:pathLst>
            </a:custGeom>
            <a:solidFill>
              <a:srgbClr val="E0E6E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637" name="Google Shape;11637;p42"/>
            <p:cNvSpPr/>
            <p:nvPr/>
          </p:nvSpPr>
          <p:spPr>
            <a:xfrm>
              <a:off x="3074828" y="2611628"/>
              <a:ext cx="129707" cy="108625"/>
            </a:xfrm>
            <a:custGeom>
              <a:rect b="b" l="l" r="r" t="t"/>
              <a:pathLst>
                <a:path extrusionOk="0" h="7255" w="8663">
                  <a:moveTo>
                    <a:pt x="4331" y="1"/>
                  </a:moveTo>
                  <a:cubicBezTo>
                    <a:pt x="1935" y="1"/>
                    <a:pt x="0" y="1304"/>
                    <a:pt x="0" y="2923"/>
                  </a:cubicBezTo>
                  <a:cubicBezTo>
                    <a:pt x="0" y="5320"/>
                    <a:pt x="1935" y="7254"/>
                    <a:pt x="4331" y="7254"/>
                  </a:cubicBezTo>
                  <a:cubicBezTo>
                    <a:pt x="6728" y="7254"/>
                    <a:pt x="8662" y="5320"/>
                    <a:pt x="8662" y="2923"/>
                  </a:cubicBezTo>
                  <a:cubicBezTo>
                    <a:pt x="8662" y="1304"/>
                    <a:pt x="6707" y="1"/>
                    <a:pt x="4331" y="1"/>
                  </a:cubicBezTo>
                  <a:close/>
                </a:path>
              </a:pathLst>
            </a:custGeom>
            <a:solidFill>
              <a:srgbClr val="E0E6E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638" name="Google Shape;11638;p42"/>
            <p:cNvSpPr/>
            <p:nvPr/>
          </p:nvSpPr>
          <p:spPr>
            <a:xfrm>
              <a:off x="3090250" y="2617302"/>
              <a:ext cx="102322" cy="95704"/>
            </a:xfrm>
            <a:custGeom>
              <a:rect b="b" l="l" r="r" t="t"/>
              <a:pathLst>
                <a:path extrusionOk="0" h="6392" w="6834">
                  <a:moveTo>
                    <a:pt x="5383" y="0"/>
                  </a:moveTo>
                  <a:lnTo>
                    <a:pt x="1" y="5362"/>
                  </a:lnTo>
                  <a:cubicBezTo>
                    <a:pt x="379" y="5803"/>
                    <a:pt x="821" y="6140"/>
                    <a:pt x="1325" y="6392"/>
                  </a:cubicBezTo>
                  <a:lnTo>
                    <a:pt x="6834" y="883"/>
                  </a:lnTo>
                  <a:cubicBezTo>
                    <a:pt x="6413" y="484"/>
                    <a:pt x="5930" y="190"/>
                    <a:pt x="5383" y="0"/>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639" name="Google Shape;11639;p42"/>
            <p:cNvSpPr/>
            <p:nvPr/>
          </p:nvSpPr>
          <p:spPr>
            <a:xfrm>
              <a:off x="3276613" y="2617302"/>
              <a:ext cx="102307" cy="95704"/>
            </a:xfrm>
            <a:custGeom>
              <a:rect b="b" l="l" r="r" t="t"/>
              <a:pathLst>
                <a:path extrusionOk="0" h="6392" w="6833">
                  <a:moveTo>
                    <a:pt x="5382" y="0"/>
                  </a:moveTo>
                  <a:lnTo>
                    <a:pt x="0" y="5362"/>
                  </a:lnTo>
                  <a:cubicBezTo>
                    <a:pt x="378" y="5803"/>
                    <a:pt x="820" y="6140"/>
                    <a:pt x="1325" y="6392"/>
                  </a:cubicBezTo>
                  <a:lnTo>
                    <a:pt x="6833" y="883"/>
                  </a:lnTo>
                  <a:cubicBezTo>
                    <a:pt x="6412" y="484"/>
                    <a:pt x="5929" y="190"/>
                    <a:pt x="5382" y="0"/>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1640" name="Google Shape;11640;p42"/>
          <p:cNvGrpSpPr/>
          <p:nvPr/>
        </p:nvGrpSpPr>
        <p:grpSpPr>
          <a:xfrm>
            <a:off x="3943638" y="3632072"/>
            <a:ext cx="357932" cy="342676"/>
            <a:chOff x="3943638" y="3815072"/>
            <a:chExt cx="357932" cy="342676"/>
          </a:xfrm>
        </p:grpSpPr>
        <p:sp>
          <p:nvSpPr>
            <p:cNvPr id="11641" name="Google Shape;11641;p42"/>
            <p:cNvSpPr/>
            <p:nvPr/>
          </p:nvSpPr>
          <p:spPr>
            <a:xfrm>
              <a:off x="4136918" y="3996389"/>
              <a:ext cx="87215" cy="87514"/>
            </a:xfrm>
            <a:custGeom>
              <a:rect b="b" l="l" r="r" t="t"/>
              <a:pathLst>
                <a:path extrusionOk="0" h="5845" w="5825">
                  <a:moveTo>
                    <a:pt x="1073" y="0"/>
                  </a:moveTo>
                  <a:lnTo>
                    <a:pt x="1" y="1072"/>
                  </a:lnTo>
                  <a:lnTo>
                    <a:pt x="4752" y="5845"/>
                  </a:lnTo>
                  <a:lnTo>
                    <a:pt x="5824" y="4752"/>
                  </a:lnTo>
                  <a:lnTo>
                    <a:pt x="1073" y="0"/>
                  </a:lnTo>
                  <a:close/>
                </a:path>
              </a:pathLst>
            </a:custGeom>
            <a:solidFill>
              <a:srgbClr val="E4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642" name="Google Shape;11642;p42"/>
            <p:cNvSpPr/>
            <p:nvPr/>
          </p:nvSpPr>
          <p:spPr>
            <a:xfrm>
              <a:off x="4173750" y="4034240"/>
              <a:ext cx="127820" cy="123508"/>
            </a:xfrm>
            <a:custGeom>
              <a:rect b="b" l="l" r="r" t="t"/>
              <a:pathLst>
                <a:path extrusionOk="0" h="8249" w="8537">
                  <a:moveTo>
                    <a:pt x="1790" y="0"/>
                  </a:moveTo>
                  <a:cubicBezTo>
                    <a:pt x="1628" y="0"/>
                    <a:pt x="1467" y="63"/>
                    <a:pt x="1346" y="184"/>
                  </a:cubicBezTo>
                  <a:lnTo>
                    <a:pt x="253" y="1299"/>
                  </a:lnTo>
                  <a:cubicBezTo>
                    <a:pt x="0" y="1530"/>
                    <a:pt x="0" y="1908"/>
                    <a:pt x="211" y="2161"/>
                  </a:cubicBezTo>
                  <a:lnTo>
                    <a:pt x="4983" y="7606"/>
                  </a:lnTo>
                  <a:cubicBezTo>
                    <a:pt x="5355" y="8032"/>
                    <a:pt x="5874" y="8248"/>
                    <a:pt x="6396" y="8248"/>
                  </a:cubicBezTo>
                  <a:cubicBezTo>
                    <a:pt x="6879" y="8248"/>
                    <a:pt x="7364" y="8064"/>
                    <a:pt x="7737" y="7690"/>
                  </a:cubicBezTo>
                  <a:lnTo>
                    <a:pt x="7758" y="7690"/>
                  </a:lnTo>
                  <a:cubicBezTo>
                    <a:pt x="8536" y="6912"/>
                    <a:pt x="8494" y="5651"/>
                    <a:pt x="7653" y="4936"/>
                  </a:cubicBezTo>
                  <a:lnTo>
                    <a:pt x="2208" y="163"/>
                  </a:lnTo>
                  <a:cubicBezTo>
                    <a:pt x="2087" y="53"/>
                    <a:pt x="1938" y="0"/>
                    <a:pt x="1790" y="0"/>
                  </a:cubicBezTo>
                  <a:close/>
                </a:path>
              </a:pathLst>
            </a:custGeom>
            <a:solidFill>
              <a:srgbClr val="A2B5C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643" name="Google Shape;11643;p42"/>
            <p:cNvSpPr/>
            <p:nvPr/>
          </p:nvSpPr>
          <p:spPr>
            <a:xfrm>
              <a:off x="4173750" y="4042969"/>
              <a:ext cx="122460" cy="114779"/>
            </a:xfrm>
            <a:custGeom>
              <a:rect b="b" l="l" r="r" t="t"/>
              <a:pathLst>
                <a:path extrusionOk="0" h="7666" w="8179">
                  <a:moveTo>
                    <a:pt x="967" y="1"/>
                  </a:moveTo>
                  <a:lnTo>
                    <a:pt x="253" y="716"/>
                  </a:lnTo>
                  <a:cubicBezTo>
                    <a:pt x="0" y="947"/>
                    <a:pt x="0" y="1325"/>
                    <a:pt x="211" y="1578"/>
                  </a:cubicBezTo>
                  <a:lnTo>
                    <a:pt x="4983" y="7023"/>
                  </a:lnTo>
                  <a:cubicBezTo>
                    <a:pt x="5366" y="7449"/>
                    <a:pt x="5884" y="7665"/>
                    <a:pt x="6404" y="7665"/>
                  </a:cubicBezTo>
                  <a:cubicBezTo>
                    <a:pt x="6883" y="7665"/>
                    <a:pt x="7364" y="7481"/>
                    <a:pt x="7737" y="7107"/>
                  </a:cubicBezTo>
                  <a:cubicBezTo>
                    <a:pt x="7927" y="6918"/>
                    <a:pt x="8095" y="6666"/>
                    <a:pt x="8179" y="6413"/>
                  </a:cubicBezTo>
                  <a:lnTo>
                    <a:pt x="8179" y="6413"/>
                  </a:lnTo>
                  <a:cubicBezTo>
                    <a:pt x="7964" y="6493"/>
                    <a:pt x="7742" y="6532"/>
                    <a:pt x="7523" y="6532"/>
                  </a:cubicBezTo>
                  <a:cubicBezTo>
                    <a:pt x="6991" y="6532"/>
                    <a:pt x="6476" y="6304"/>
                    <a:pt x="6118" y="5888"/>
                  </a:cubicBezTo>
                  <a:lnTo>
                    <a:pt x="967" y="1"/>
                  </a:lnTo>
                  <a:close/>
                </a:path>
              </a:pathLst>
            </a:custGeom>
            <a:solidFill>
              <a:srgbClr val="95ABB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644" name="Google Shape;11644;p42"/>
            <p:cNvSpPr/>
            <p:nvPr/>
          </p:nvSpPr>
          <p:spPr>
            <a:xfrm>
              <a:off x="3943638" y="3815072"/>
              <a:ext cx="268846" cy="245235"/>
            </a:xfrm>
            <a:custGeom>
              <a:rect b="b" l="l" r="r" t="t"/>
              <a:pathLst>
                <a:path extrusionOk="0" h="16379" w="17956">
                  <a:moveTo>
                    <a:pt x="8978" y="0"/>
                  </a:moveTo>
                  <a:cubicBezTo>
                    <a:pt x="6886" y="0"/>
                    <a:pt x="4794" y="799"/>
                    <a:pt x="3196" y="2397"/>
                  </a:cubicBezTo>
                  <a:cubicBezTo>
                    <a:pt x="1" y="5593"/>
                    <a:pt x="1" y="10786"/>
                    <a:pt x="3196" y="13981"/>
                  </a:cubicBezTo>
                  <a:cubicBezTo>
                    <a:pt x="4794" y="15579"/>
                    <a:pt x="6886" y="16378"/>
                    <a:pt x="8978" y="16378"/>
                  </a:cubicBezTo>
                  <a:cubicBezTo>
                    <a:pt x="11070" y="16378"/>
                    <a:pt x="13162" y="15579"/>
                    <a:pt x="14760" y="13981"/>
                  </a:cubicBezTo>
                  <a:cubicBezTo>
                    <a:pt x="17955" y="10786"/>
                    <a:pt x="17955" y="5593"/>
                    <a:pt x="14760" y="2397"/>
                  </a:cubicBezTo>
                  <a:cubicBezTo>
                    <a:pt x="13162" y="799"/>
                    <a:pt x="11070" y="0"/>
                    <a:pt x="8978" y="0"/>
                  </a:cubicBezTo>
                  <a:close/>
                </a:path>
              </a:pathLst>
            </a:custGeom>
            <a:solidFill>
              <a:srgbClr val="E6EBE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645" name="Google Shape;11645;p42"/>
            <p:cNvSpPr/>
            <p:nvPr/>
          </p:nvSpPr>
          <p:spPr>
            <a:xfrm>
              <a:off x="3974795" y="3843715"/>
              <a:ext cx="206516" cy="187860"/>
            </a:xfrm>
            <a:custGeom>
              <a:rect b="b" l="l" r="r" t="t"/>
              <a:pathLst>
                <a:path extrusionOk="0" h="12547" w="13793">
                  <a:moveTo>
                    <a:pt x="6897" y="0"/>
                  </a:moveTo>
                  <a:cubicBezTo>
                    <a:pt x="5294" y="0"/>
                    <a:pt x="3691" y="610"/>
                    <a:pt x="2461" y="1829"/>
                  </a:cubicBezTo>
                  <a:cubicBezTo>
                    <a:pt x="1" y="4289"/>
                    <a:pt x="1" y="8263"/>
                    <a:pt x="2461" y="10702"/>
                  </a:cubicBezTo>
                  <a:cubicBezTo>
                    <a:pt x="3691" y="11932"/>
                    <a:pt x="5294" y="12547"/>
                    <a:pt x="6897" y="12547"/>
                  </a:cubicBezTo>
                  <a:cubicBezTo>
                    <a:pt x="8500" y="12547"/>
                    <a:pt x="10103" y="11932"/>
                    <a:pt x="11333" y="10702"/>
                  </a:cubicBezTo>
                  <a:cubicBezTo>
                    <a:pt x="13793" y="8263"/>
                    <a:pt x="13793" y="4289"/>
                    <a:pt x="11333" y="1829"/>
                  </a:cubicBezTo>
                  <a:cubicBezTo>
                    <a:pt x="10103" y="610"/>
                    <a:pt x="8500" y="0"/>
                    <a:pt x="6897" y="0"/>
                  </a:cubicBezTo>
                  <a:close/>
                </a:path>
              </a:pathLst>
            </a:custGeom>
            <a:solidFill>
              <a:srgbClr val="C1CED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646" name="Google Shape;11646;p42"/>
            <p:cNvSpPr/>
            <p:nvPr/>
          </p:nvSpPr>
          <p:spPr>
            <a:xfrm>
              <a:off x="3973538" y="3863538"/>
              <a:ext cx="178817" cy="167857"/>
            </a:xfrm>
            <a:custGeom>
              <a:rect b="b" l="l" r="r" t="t"/>
              <a:pathLst>
                <a:path extrusionOk="0" h="11211" w="11943">
                  <a:moveTo>
                    <a:pt x="3134" y="1"/>
                  </a:moveTo>
                  <a:cubicBezTo>
                    <a:pt x="2923" y="148"/>
                    <a:pt x="2734" y="337"/>
                    <a:pt x="2545" y="527"/>
                  </a:cubicBezTo>
                  <a:cubicBezTo>
                    <a:pt x="1" y="3070"/>
                    <a:pt x="148" y="7254"/>
                    <a:pt x="2860" y="9651"/>
                  </a:cubicBezTo>
                  <a:cubicBezTo>
                    <a:pt x="4056" y="10699"/>
                    <a:pt x="5530" y="11211"/>
                    <a:pt x="6995" y="11211"/>
                  </a:cubicBezTo>
                  <a:cubicBezTo>
                    <a:pt x="8853" y="11211"/>
                    <a:pt x="10697" y="10388"/>
                    <a:pt x="11943" y="8789"/>
                  </a:cubicBezTo>
                  <a:lnTo>
                    <a:pt x="11943" y="8789"/>
                  </a:lnTo>
                  <a:cubicBezTo>
                    <a:pt x="10805" y="9668"/>
                    <a:pt x="9455" y="10100"/>
                    <a:pt x="8111" y="10100"/>
                  </a:cubicBezTo>
                  <a:cubicBezTo>
                    <a:pt x="6499" y="10100"/>
                    <a:pt x="4896" y="9479"/>
                    <a:pt x="3680" y="8263"/>
                  </a:cubicBezTo>
                  <a:cubicBezTo>
                    <a:pt x="1452" y="6035"/>
                    <a:pt x="1220" y="2482"/>
                    <a:pt x="3134" y="1"/>
                  </a:cubicBezTo>
                  <a:close/>
                </a:path>
              </a:pathLst>
            </a:custGeom>
            <a:solidFill>
              <a:srgbClr val="A3B6C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647" name="Google Shape;11647;p42"/>
            <p:cNvSpPr/>
            <p:nvPr/>
          </p:nvSpPr>
          <p:spPr>
            <a:xfrm>
              <a:off x="4028008" y="3869842"/>
              <a:ext cx="102202" cy="29017"/>
            </a:xfrm>
            <a:custGeom>
              <a:rect b="b" l="l" r="r" t="t"/>
              <a:pathLst>
                <a:path extrusionOk="0" h="1938" w="6826">
                  <a:moveTo>
                    <a:pt x="3332" y="0"/>
                  </a:moveTo>
                  <a:cubicBezTo>
                    <a:pt x="2171" y="0"/>
                    <a:pt x="1009" y="442"/>
                    <a:pt x="126" y="1325"/>
                  </a:cubicBezTo>
                  <a:cubicBezTo>
                    <a:pt x="0" y="1451"/>
                    <a:pt x="0" y="1661"/>
                    <a:pt x="126" y="1808"/>
                  </a:cubicBezTo>
                  <a:cubicBezTo>
                    <a:pt x="189" y="1872"/>
                    <a:pt x="273" y="1903"/>
                    <a:pt x="360" y="1903"/>
                  </a:cubicBezTo>
                  <a:cubicBezTo>
                    <a:pt x="447" y="1903"/>
                    <a:pt x="536" y="1872"/>
                    <a:pt x="610" y="1808"/>
                  </a:cubicBezTo>
                  <a:cubicBezTo>
                    <a:pt x="1356" y="1052"/>
                    <a:pt x="2344" y="673"/>
                    <a:pt x="3332" y="673"/>
                  </a:cubicBezTo>
                  <a:cubicBezTo>
                    <a:pt x="4321" y="673"/>
                    <a:pt x="5309" y="1052"/>
                    <a:pt x="6055" y="1808"/>
                  </a:cubicBezTo>
                  <a:cubicBezTo>
                    <a:pt x="6131" y="1900"/>
                    <a:pt x="6220" y="1937"/>
                    <a:pt x="6307" y="1937"/>
                  </a:cubicBezTo>
                  <a:cubicBezTo>
                    <a:pt x="6580" y="1937"/>
                    <a:pt x="6826" y="1564"/>
                    <a:pt x="6539" y="1325"/>
                  </a:cubicBezTo>
                  <a:cubicBezTo>
                    <a:pt x="5656" y="442"/>
                    <a:pt x="4494" y="0"/>
                    <a:pt x="3332" y="0"/>
                  </a:cubicBezTo>
                  <a:close/>
                </a:path>
              </a:pathLst>
            </a:custGeom>
            <a:solidFill>
              <a:srgbClr val="F8FAF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648" name="Google Shape;11648;p42"/>
            <p:cNvSpPr/>
            <p:nvPr/>
          </p:nvSpPr>
          <p:spPr>
            <a:xfrm>
              <a:off x="4173750" y="4034240"/>
              <a:ext cx="51640" cy="50936"/>
            </a:xfrm>
            <a:custGeom>
              <a:rect b="b" l="l" r="r" t="t"/>
              <a:pathLst>
                <a:path extrusionOk="0" h="3402" w="3449">
                  <a:moveTo>
                    <a:pt x="1790" y="0"/>
                  </a:moveTo>
                  <a:cubicBezTo>
                    <a:pt x="1628" y="0"/>
                    <a:pt x="1467" y="63"/>
                    <a:pt x="1346" y="184"/>
                  </a:cubicBezTo>
                  <a:lnTo>
                    <a:pt x="253" y="1299"/>
                  </a:lnTo>
                  <a:cubicBezTo>
                    <a:pt x="0" y="1530"/>
                    <a:pt x="0" y="1908"/>
                    <a:pt x="211" y="2140"/>
                  </a:cubicBezTo>
                  <a:lnTo>
                    <a:pt x="1304" y="3401"/>
                  </a:lnTo>
                  <a:lnTo>
                    <a:pt x="3448" y="1257"/>
                  </a:lnTo>
                  <a:lnTo>
                    <a:pt x="2208" y="163"/>
                  </a:lnTo>
                  <a:cubicBezTo>
                    <a:pt x="2087" y="53"/>
                    <a:pt x="1938" y="0"/>
                    <a:pt x="1790" y="0"/>
                  </a:cubicBezTo>
                  <a:close/>
                </a:path>
              </a:pathLst>
            </a:custGeom>
            <a:solidFill>
              <a:srgbClr val="CBD6D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649" name="Google Shape;11649;p42"/>
            <p:cNvSpPr/>
            <p:nvPr/>
          </p:nvSpPr>
          <p:spPr>
            <a:xfrm>
              <a:off x="4173750" y="4042969"/>
              <a:ext cx="36533" cy="42207"/>
            </a:xfrm>
            <a:custGeom>
              <a:rect b="b" l="l" r="r" t="t"/>
              <a:pathLst>
                <a:path extrusionOk="0" h="2819" w="2440">
                  <a:moveTo>
                    <a:pt x="967" y="1"/>
                  </a:moveTo>
                  <a:lnTo>
                    <a:pt x="253" y="716"/>
                  </a:lnTo>
                  <a:cubicBezTo>
                    <a:pt x="0" y="947"/>
                    <a:pt x="0" y="1325"/>
                    <a:pt x="211" y="1578"/>
                  </a:cubicBezTo>
                  <a:lnTo>
                    <a:pt x="1304" y="2818"/>
                  </a:lnTo>
                  <a:lnTo>
                    <a:pt x="2439" y="1662"/>
                  </a:lnTo>
                  <a:lnTo>
                    <a:pt x="967" y="1"/>
                  </a:lnTo>
                  <a:close/>
                </a:path>
              </a:pathLst>
            </a:custGeom>
            <a:solidFill>
              <a:srgbClr val="BECBD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1650" name="Google Shape;11650;p42"/>
          <p:cNvGrpSpPr/>
          <p:nvPr/>
        </p:nvGrpSpPr>
        <p:grpSpPr>
          <a:xfrm>
            <a:off x="3508282" y="3627341"/>
            <a:ext cx="351645" cy="351959"/>
            <a:chOff x="3508282" y="3810341"/>
            <a:chExt cx="351645" cy="351959"/>
          </a:xfrm>
        </p:grpSpPr>
        <p:sp>
          <p:nvSpPr>
            <p:cNvPr id="11651" name="Google Shape;11651;p42"/>
            <p:cNvSpPr/>
            <p:nvPr/>
          </p:nvSpPr>
          <p:spPr>
            <a:xfrm>
              <a:off x="3508282" y="3810341"/>
              <a:ext cx="133180" cy="64232"/>
            </a:xfrm>
            <a:custGeom>
              <a:rect b="b" l="l" r="r" t="t"/>
              <a:pathLst>
                <a:path extrusionOk="0" h="4290" w="8895">
                  <a:moveTo>
                    <a:pt x="2503" y="1"/>
                  </a:moveTo>
                  <a:cubicBezTo>
                    <a:pt x="1115" y="1"/>
                    <a:pt x="1" y="1115"/>
                    <a:pt x="1" y="2503"/>
                  </a:cubicBezTo>
                  <a:cubicBezTo>
                    <a:pt x="1" y="3491"/>
                    <a:pt x="800" y="4290"/>
                    <a:pt x="1788" y="4290"/>
                  </a:cubicBezTo>
                  <a:cubicBezTo>
                    <a:pt x="2797" y="4290"/>
                    <a:pt x="7191" y="3491"/>
                    <a:pt x="7191" y="2503"/>
                  </a:cubicBezTo>
                  <a:lnTo>
                    <a:pt x="8600" y="2503"/>
                  </a:lnTo>
                  <a:cubicBezTo>
                    <a:pt x="8600" y="1809"/>
                    <a:pt x="8894" y="1178"/>
                    <a:pt x="8432" y="737"/>
                  </a:cubicBezTo>
                  <a:cubicBezTo>
                    <a:pt x="7990" y="274"/>
                    <a:pt x="3197" y="1"/>
                    <a:pt x="2503" y="1"/>
                  </a:cubicBezTo>
                  <a:close/>
                </a:path>
              </a:pathLst>
            </a:custGeom>
            <a:solidFill>
              <a:srgbClr val="E2E8E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652" name="Google Shape;11652;p42"/>
            <p:cNvSpPr/>
            <p:nvPr/>
          </p:nvSpPr>
          <p:spPr>
            <a:xfrm>
              <a:off x="3535053" y="3847802"/>
              <a:ext cx="58872" cy="26771"/>
            </a:xfrm>
            <a:custGeom>
              <a:rect b="b" l="l" r="r" t="t"/>
              <a:pathLst>
                <a:path extrusionOk="0" h="1788" w="3932">
                  <a:moveTo>
                    <a:pt x="1808" y="1"/>
                  </a:moveTo>
                  <a:cubicBezTo>
                    <a:pt x="1808" y="989"/>
                    <a:pt x="1009" y="1788"/>
                    <a:pt x="0" y="1788"/>
                  </a:cubicBezTo>
                  <a:lnTo>
                    <a:pt x="3932" y="1788"/>
                  </a:lnTo>
                  <a:lnTo>
                    <a:pt x="3932" y="1"/>
                  </a:lnTo>
                  <a:close/>
                </a:path>
              </a:pathLst>
            </a:custGeom>
            <a:solidFill>
              <a:srgbClr val="EBEFF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653" name="Google Shape;11653;p42"/>
            <p:cNvSpPr/>
            <p:nvPr/>
          </p:nvSpPr>
          <p:spPr>
            <a:xfrm>
              <a:off x="3545743" y="3810341"/>
              <a:ext cx="239261" cy="351959"/>
            </a:xfrm>
            <a:custGeom>
              <a:rect b="b" l="l" r="r" t="t"/>
              <a:pathLst>
                <a:path extrusionOk="0" h="23507" w="15980">
                  <a:moveTo>
                    <a:pt x="1" y="1"/>
                  </a:moveTo>
                  <a:cubicBezTo>
                    <a:pt x="653" y="1"/>
                    <a:pt x="1304" y="253"/>
                    <a:pt x="1767" y="737"/>
                  </a:cubicBezTo>
                  <a:cubicBezTo>
                    <a:pt x="1872" y="821"/>
                    <a:pt x="1956" y="926"/>
                    <a:pt x="2040" y="1031"/>
                  </a:cubicBezTo>
                  <a:cubicBezTo>
                    <a:pt x="2335" y="1451"/>
                    <a:pt x="2503" y="1977"/>
                    <a:pt x="2503" y="2503"/>
                  </a:cubicBezTo>
                  <a:lnTo>
                    <a:pt x="2503" y="21004"/>
                  </a:lnTo>
                  <a:cubicBezTo>
                    <a:pt x="2503" y="22371"/>
                    <a:pt x="3617" y="23506"/>
                    <a:pt x="5005" y="23506"/>
                  </a:cubicBezTo>
                  <a:lnTo>
                    <a:pt x="8747" y="23506"/>
                  </a:lnTo>
                  <a:cubicBezTo>
                    <a:pt x="9209" y="23065"/>
                    <a:pt x="11312" y="23212"/>
                    <a:pt x="11312" y="22539"/>
                  </a:cubicBezTo>
                  <a:lnTo>
                    <a:pt x="15979" y="19217"/>
                  </a:lnTo>
                  <a:lnTo>
                    <a:pt x="15979" y="2503"/>
                  </a:lnTo>
                  <a:cubicBezTo>
                    <a:pt x="15979" y="1115"/>
                    <a:pt x="14865" y="1"/>
                    <a:pt x="13477" y="1"/>
                  </a:cubicBezTo>
                  <a:close/>
                </a:path>
              </a:pathLst>
            </a:custGeom>
            <a:solidFill>
              <a:srgbClr val="F5F7F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654" name="Google Shape;11654;p42"/>
            <p:cNvSpPr/>
            <p:nvPr/>
          </p:nvSpPr>
          <p:spPr>
            <a:xfrm>
              <a:off x="3583205" y="4082317"/>
              <a:ext cx="201799" cy="79983"/>
            </a:xfrm>
            <a:custGeom>
              <a:rect b="b" l="l" r="r" t="t"/>
              <a:pathLst>
                <a:path extrusionOk="0" h="5342" w="13478">
                  <a:moveTo>
                    <a:pt x="1" y="1"/>
                  </a:moveTo>
                  <a:lnTo>
                    <a:pt x="1" y="2839"/>
                  </a:lnTo>
                  <a:cubicBezTo>
                    <a:pt x="1" y="4206"/>
                    <a:pt x="1115" y="5341"/>
                    <a:pt x="2503" y="5341"/>
                  </a:cubicBezTo>
                  <a:lnTo>
                    <a:pt x="6245" y="5341"/>
                  </a:lnTo>
                  <a:cubicBezTo>
                    <a:pt x="6707" y="4900"/>
                    <a:pt x="8810" y="5047"/>
                    <a:pt x="8810" y="4374"/>
                  </a:cubicBezTo>
                  <a:lnTo>
                    <a:pt x="13477" y="1052"/>
                  </a:lnTo>
                  <a:lnTo>
                    <a:pt x="13477" y="1"/>
                  </a:lnTo>
                  <a:close/>
                </a:path>
              </a:pathLst>
            </a:custGeom>
            <a:solidFill>
              <a:srgbClr val="EBEFF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655" name="Google Shape;11655;p42"/>
            <p:cNvSpPr/>
            <p:nvPr/>
          </p:nvSpPr>
          <p:spPr>
            <a:xfrm>
              <a:off x="3545429" y="3810341"/>
              <a:ext cx="232328" cy="15437"/>
            </a:xfrm>
            <a:custGeom>
              <a:rect b="b" l="l" r="r" t="t"/>
              <a:pathLst>
                <a:path extrusionOk="0" h="1031" w="15517">
                  <a:moveTo>
                    <a:pt x="1" y="1"/>
                  </a:moveTo>
                  <a:cubicBezTo>
                    <a:pt x="674" y="1"/>
                    <a:pt x="1304" y="253"/>
                    <a:pt x="1788" y="737"/>
                  </a:cubicBezTo>
                  <a:cubicBezTo>
                    <a:pt x="1872" y="821"/>
                    <a:pt x="1956" y="926"/>
                    <a:pt x="2040" y="1031"/>
                  </a:cubicBezTo>
                  <a:lnTo>
                    <a:pt x="15517" y="1031"/>
                  </a:lnTo>
                  <a:cubicBezTo>
                    <a:pt x="15054" y="379"/>
                    <a:pt x="14297" y="1"/>
                    <a:pt x="13498" y="1"/>
                  </a:cubicBezTo>
                  <a:close/>
                </a:path>
              </a:pathLst>
            </a:custGeom>
            <a:solidFill>
              <a:srgbClr val="EBEFF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656" name="Google Shape;11656;p42"/>
            <p:cNvSpPr/>
            <p:nvPr/>
          </p:nvSpPr>
          <p:spPr>
            <a:xfrm>
              <a:off x="3620666" y="4097753"/>
              <a:ext cx="239261" cy="64546"/>
            </a:xfrm>
            <a:custGeom>
              <a:rect b="b" l="l" r="r" t="t"/>
              <a:pathLst>
                <a:path extrusionOk="0" h="4311" w="15980">
                  <a:moveTo>
                    <a:pt x="715" y="0"/>
                  </a:moveTo>
                  <a:cubicBezTo>
                    <a:pt x="1704" y="0"/>
                    <a:pt x="2503" y="820"/>
                    <a:pt x="2503" y="1808"/>
                  </a:cubicBezTo>
                  <a:cubicBezTo>
                    <a:pt x="2503" y="2355"/>
                    <a:pt x="2313" y="2901"/>
                    <a:pt x="1977" y="3343"/>
                  </a:cubicBezTo>
                  <a:cubicBezTo>
                    <a:pt x="1914" y="3406"/>
                    <a:pt x="1851" y="3490"/>
                    <a:pt x="1767" y="3574"/>
                  </a:cubicBezTo>
                  <a:cubicBezTo>
                    <a:pt x="1304" y="4037"/>
                    <a:pt x="673" y="4310"/>
                    <a:pt x="1" y="4310"/>
                  </a:cubicBezTo>
                  <a:lnTo>
                    <a:pt x="13477" y="4310"/>
                  </a:lnTo>
                  <a:cubicBezTo>
                    <a:pt x="14129" y="4310"/>
                    <a:pt x="14760" y="4037"/>
                    <a:pt x="15243" y="3574"/>
                  </a:cubicBezTo>
                  <a:cubicBezTo>
                    <a:pt x="15306" y="3490"/>
                    <a:pt x="15390" y="3406"/>
                    <a:pt x="15454" y="3343"/>
                  </a:cubicBezTo>
                  <a:cubicBezTo>
                    <a:pt x="15790" y="2901"/>
                    <a:pt x="15979" y="2355"/>
                    <a:pt x="15979" y="1808"/>
                  </a:cubicBezTo>
                  <a:cubicBezTo>
                    <a:pt x="15979" y="820"/>
                    <a:pt x="15180" y="21"/>
                    <a:pt x="14192" y="0"/>
                  </a:cubicBezTo>
                  <a:close/>
                </a:path>
              </a:pathLst>
            </a:custGeom>
            <a:solidFill>
              <a:srgbClr val="F5F7F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657" name="Google Shape;11657;p42"/>
            <p:cNvSpPr/>
            <p:nvPr/>
          </p:nvSpPr>
          <p:spPr>
            <a:xfrm>
              <a:off x="3620666" y="4147791"/>
              <a:ext cx="231385" cy="14508"/>
            </a:xfrm>
            <a:custGeom>
              <a:rect b="b" l="l" r="r" t="t"/>
              <a:pathLst>
                <a:path extrusionOk="0" h="969" w="15454">
                  <a:moveTo>
                    <a:pt x="1977" y="1"/>
                  </a:moveTo>
                  <a:cubicBezTo>
                    <a:pt x="1914" y="64"/>
                    <a:pt x="1851" y="148"/>
                    <a:pt x="1767" y="232"/>
                  </a:cubicBezTo>
                  <a:cubicBezTo>
                    <a:pt x="1304" y="695"/>
                    <a:pt x="673" y="968"/>
                    <a:pt x="1" y="968"/>
                  </a:cubicBezTo>
                  <a:lnTo>
                    <a:pt x="13477" y="968"/>
                  </a:lnTo>
                  <a:cubicBezTo>
                    <a:pt x="14129" y="968"/>
                    <a:pt x="14760" y="695"/>
                    <a:pt x="15243" y="232"/>
                  </a:cubicBezTo>
                  <a:cubicBezTo>
                    <a:pt x="15306" y="148"/>
                    <a:pt x="15390" y="64"/>
                    <a:pt x="15454" y="1"/>
                  </a:cubicBezTo>
                  <a:close/>
                </a:path>
              </a:pathLst>
            </a:custGeom>
            <a:solidFill>
              <a:srgbClr val="EBEFF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658" name="Google Shape;11658;p42"/>
            <p:cNvSpPr/>
            <p:nvPr/>
          </p:nvSpPr>
          <p:spPr>
            <a:xfrm>
              <a:off x="3604301" y="4097753"/>
              <a:ext cx="53841" cy="27085"/>
            </a:xfrm>
            <a:custGeom>
              <a:rect b="b" l="l" r="r" t="t"/>
              <a:pathLst>
                <a:path extrusionOk="0" h="1809" w="3596">
                  <a:moveTo>
                    <a:pt x="1787" y="0"/>
                  </a:moveTo>
                  <a:cubicBezTo>
                    <a:pt x="799" y="0"/>
                    <a:pt x="0" y="820"/>
                    <a:pt x="0" y="1808"/>
                  </a:cubicBezTo>
                  <a:lnTo>
                    <a:pt x="3596" y="1808"/>
                  </a:lnTo>
                  <a:cubicBezTo>
                    <a:pt x="3575" y="820"/>
                    <a:pt x="2776" y="0"/>
                    <a:pt x="1787" y="0"/>
                  </a:cubicBezTo>
                  <a:close/>
                </a:path>
              </a:pathLst>
            </a:custGeom>
            <a:solidFill>
              <a:srgbClr val="E2E8E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659" name="Google Shape;11659;p42"/>
            <p:cNvSpPr/>
            <p:nvPr/>
          </p:nvSpPr>
          <p:spPr>
            <a:xfrm>
              <a:off x="3606187" y="3867401"/>
              <a:ext cx="159292" cy="25124"/>
            </a:xfrm>
            <a:custGeom>
              <a:rect b="b" l="l" r="r" t="t"/>
              <a:pathLst>
                <a:path extrusionOk="0" h="1678" w="10639">
                  <a:moveTo>
                    <a:pt x="4353" y="0"/>
                  </a:moveTo>
                  <a:cubicBezTo>
                    <a:pt x="3901" y="0"/>
                    <a:pt x="3449" y="195"/>
                    <a:pt x="3133" y="584"/>
                  </a:cubicBezTo>
                  <a:cubicBezTo>
                    <a:pt x="2954" y="836"/>
                    <a:pt x="2681" y="962"/>
                    <a:pt x="2410" y="962"/>
                  </a:cubicBezTo>
                  <a:cubicBezTo>
                    <a:pt x="2140" y="962"/>
                    <a:pt x="1872" y="836"/>
                    <a:pt x="1703" y="584"/>
                  </a:cubicBezTo>
                  <a:cubicBezTo>
                    <a:pt x="1388" y="226"/>
                    <a:pt x="947" y="16"/>
                    <a:pt x="484" y="16"/>
                  </a:cubicBezTo>
                  <a:cubicBezTo>
                    <a:pt x="477" y="16"/>
                    <a:pt x="471" y="16"/>
                    <a:pt x="464" y="16"/>
                  </a:cubicBezTo>
                  <a:cubicBezTo>
                    <a:pt x="1" y="16"/>
                    <a:pt x="7" y="731"/>
                    <a:pt x="484" y="731"/>
                  </a:cubicBezTo>
                  <a:cubicBezTo>
                    <a:pt x="757" y="731"/>
                    <a:pt x="1031" y="878"/>
                    <a:pt x="1199" y="1109"/>
                  </a:cubicBezTo>
                  <a:cubicBezTo>
                    <a:pt x="1514" y="1488"/>
                    <a:pt x="1966" y="1677"/>
                    <a:pt x="2418" y="1677"/>
                  </a:cubicBezTo>
                  <a:cubicBezTo>
                    <a:pt x="2870" y="1677"/>
                    <a:pt x="3322" y="1488"/>
                    <a:pt x="3638" y="1109"/>
                  </a:cubicBezTo>
                  <a:cubicBezTo>
                    <a:pt x="3806" y="857"/>
                    <a:pt x="4079" y="731"/>
                    <a:pt x="4353" y="731"/>
                  </a:cubicBezTo>
                  <a:cubicBezTo>
                    <a:pt x="4626" y="731"/>
                    <a:pt x="4899" y="857"/>
                    <a:pt x="5067" y="1109"/>
                  </a:cubicBezTo>
                  <a:cubicBezTo>
                    <a:pt x="5383" y="1488"/>
                    <a:pt x="5835" y="1677"/>
                    <a:pt x="6287" y="1677"/>
                  </a:cubicBezTo>
                  <a:cubicBezTo>
                    <a:pt x="6739" y="1677"/>
                    <a:pt x="7191" y="1488"/>
                    <a:pt x="7506" y="1109"/>
                  </a:cubicBezTo>
                  <a:cubicBezTo>
                    <a:pt x="7685" y="857"/>
                    <a:pt x="7958" y="731"/>
                    <a:pt x="8229" y="731"/>
                  </a:cubicBezTo>
                  <a:cubicBezTo>
                    <a:pt x="8500" y="731"/>
                    <a:pt x="8768" y="857"/>
                    <a:pt x="8936" y="1109"/>
                  </a:cubicBezTo>
                  <a:cubicBezTo>
                    <a:pt x="9251" y="1467"/>
                    <a:pt x="9693" y="1677"/>
                    <a:pt x="10176" y="1677"/>
                  </a:cubicBezTo>
                  <a:cubicBezTo>
                    <a:pt x="10639" y="1677"/>
                    <a:pt x="10639" y="962"/>
                    <a:pt x="10176" y="962"/>
                  </a:cubicBezTo>
                  <a:cubicBezTo>
                    <a:pt x="9882" y="962"/>
                    <a:pt x="9609" y="815"/>
                    <a:pt x="9461" y="584"/>
                  </a:cubicBezTo>
                  <a:cubicBezTo>
                    <a:pt x="9136" y="195"/>
                    <a:pt x="8678" y="0"/>
                    <a:pt x="8224" y="0"/>
                  </a:cubicBezTo>
                  <a:cubicBezTo>
                    <a:pt x="7769" y="0"/>
                    <a:pt x="7317" y="195"/>
                    <a:pt x="7002" y="584"/>
                  </a:cubicBezTo>
                  <a:cubicBezTo>
                    <a:pt x="6833" y="836"/>
                    <a:pt x="6565" y="962"/>
                    <a:pt x="6295" y="962"/>
                  </a:cubicBezTo>
                  <a:cubicBezTo>
                    <a:pt x="6024" y="962"/>
                    <a:pt x="5751" y="836"/>
                    <a:pt x="5572" y="584"/>
                  </a:cubicBezTo>
                  <a:cubicBezTo>
                    <a:pt x="5257" y="195"/>
                    <a:pt x="4805" y="0"/>
                    <a:pt x="4353" y="0"/>
                  </a:cubicBezTo>
                  <a:close/>
                </a:path>
              </a:pathLst>
            </a:custGeom>
            <a:solidFill>
              <a:srgbClr val="243F5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660" name="Google Shape;11660;p42"/>
            <p:cNvSpPr/>
            <p:nvPr/>
          </p:nvSpPr>
          <p:spPr>
            <a:xfrm>
              <a:off x="3606187" y="3904159"/>
              <a:ext cx="159292" cy="25184"/>
            </a:xfrm>
            <a:custGeom>
              <a:rect b="b" l="l" r="r" t="t"/>
              <a:pathLst>
                <a:path extrusionOk="0" h="1682" w="10639">
                  <a:moveTo>
                    <a:pt x="484" y="0"/>
                  </a:moveTo>
                  <a:cubicBezTo>
                    <a:pt x="1" y="0"/>
                    <a:pt x="1" y="736"/>
                    <a:pt x="484" y="736"/>
                  </a:cubicBezTo>
                  <a:cubicBezTo>
                    <a:pt x="757" y="736"/>
                    <a:pt x="1031" y="883"/>
                    <a:pt x="1199" y="1093"/>
                  </a:cubicBezTo>
                  <a:cubicBezTo>
                    <a:pt x="1514" y="1482"/>
                    <a:pt x="1966" y="1677"/>
                    <a:pt x="2418" y="1677"/>
                  </a:cubicBezTo>
                  <a:cubicBezTo>
                    <a:pt x="2870" y="1677"/>
                    <a:pt x="3322" y="1482"/>
                    <a:pt x="3638" y="1093"/>
                  </a:cubicBezTo>
                  <a:cubicBezTo>
                    <a:pt x="3806" y="852"/>
                    <a:pt x="4079" y="731"/>
                    <a:pt x="4353" y="731"/>
                  </a:cubicBezTo>
                  <a:cubicBezTo>
                    <a:pt x="4626" y="731"/>
                    <a:pt x="4899" y="852"/>
                    <a:pt x="5067" y="1093"/>
                  </a:cubicBezTo>
                  <a:cubicBezTo>
                    <a:pt x="5383" y="1482"/>
                    <a:pt x="5835" y="1677"/>
                    <a:pt x="6287" y="1677"/>
                  </a:cubicBezTo>
                  <a:cubicBezTo>
                    <a:pt x="6739" y="1677"/>
                    <a:pt x="7191" y="1482"/>
                    <a:pt x="7506" y="1093"/>
                  </a:cubicBezTo>
                  <a:cubicBezTo>
                    <a:pt x="7685" y="852"/>
                    <a:pt x="7958" y="731"/>
                    <a:pt x="8229" y="731"/>
                  </a:cubicBezTo>
                  <a:cubicBezTo>
                    <a:pt x="8500" y="731"/>
                    <a:pt x="8768" y="852"/>
                    <a:pt x="8936" y="1093"/>
                  </a:cubicBezTo>
                  <a:cubicBezTo>
                    <a:pt x="9251" y="1472"/>
                    <a:pt x="9693" y="1682"/>
                    <a:pt x="10176" y="1682"/>
                  </a:cubicBezTo>
                  <a:cubicBezTo>
                    <a:pt x="10639" y="1682"/>
                    <a:pt x="10639" y="967"/>
                    <a:pt x="10176" y="967"/>
                  </a:cubicBezTo>
                  <a:cubicBezTo>
                    <a:pt x="9882" y="967"/>
                    <a:pt x="9609" y="820"/>
                    <a:pt x="9461" y="589"/>
                  </a:cubicBezTo>
                  <a:cubicBezTo>
                    <a:pt x="9136" y="200"/>
                    <a:pt x="8678" y="5"/>
                    <a:pt x="8224" y="5"/>
                  </a:cubicBezTo>
                  <a:cubicBezTo>
                    <a:pt x="7769" y="5"/>
                    <a:pt x="7317" y="200"/>
                    <a:pt x="7002" y="589"/>
                  </a:cubicBezTo>
                  <a:cubicBezTo>
                    <a:pt x="6833" y="841"/>
                    <a:pt x="6565" y="967"/>
                    <a:pt x="6295" y="967"/>
                  </a:cubicBezTo>
                  <a:cubicBezTo>
                    <a:pt x="6024" y="967"/>
                    <a:pt x="5751" y="841"/>
                    <a:pt x="5572" y="589"/>
                  </a:cubicBezTo>
                  <a:cubicBezTo>
                    <a:pt x="5257" y="200"/>
                    <a:pt x="4805" y="5"/>
                    <a:pt x="4353" y="5"/>
                  </a:cubicBezTo>
                  <a:cubicBezTo>
                    <a:pt x="3901" y="5"/>
                    <a:pt x="3449" y="200"/>
                    <a:pt x="3133" y="589"/>
                  </a:cubicBezTo>
                  <a:cubicBezTo>
                    <a:pt x="2954" y="841"/>
                    <a:pt x="2681" y="967"/>
                    <a:pt x="2410" y="967"/>
                  </a:cubicBezTo>
                  <a:cubicBezTo>
                    <a:pt x="2140" y="967"/>
                    <a:pt x="1872" y="841"/>
                    <a:pt x="1703" y="589"/>
                  </a:cubicBezTo>
                  <a:cubicBezTo>
                    <a:pt x="1388" y="231"/>
                    <a:pt x="947" y="21"/>
                    <a:pt x="484" y="0"/>
                  </a:cubicBezTo>
                  <a:close/>
                </a:path>
              </a:pathLst>
            </a:custGeom>
            <a:solidFill>
              <a:srgbClr val="243F5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661" name="Google Shape;11661;p42"/>
            <p:cNvSpPr/>
            <p:nvPr/>
          </p:nvSpPr>
          <p:spPr>
            <a:xfrm>
              <a:off x="3606187" y="3940976"/>
              <a:ext cx="159292" cy="25199"/>
            </a:xfrm>
            <a:custGeom>
              <a:rect b="b" l="l" r="r" t="t"/>
              <a:pathLst>
                <a:path extrusionOk="0" h="1683" w="10639">
                  <a:moveTo>
                    <a:pt x="484" y="1"/>
                  </a:moveTo>
                  <a:cubicBezTo>
                    <a:pt x="1" y="1"/>
                    <a:pt x="1" y="737"/>
                    <a:pt x="484" y="737"/>
                  </a:cubicBezTo>
                  <a:cubicBezTo>
                    <a:pt x="757" y="737"/>
                    <a:pt x="1031" y="884"/>
                    <a:pt x="1199" y="1094"/>
                  </a:cubicBezTo>
                  <a:cubicBezTo>
                    <a:pt x="1514" y="1483"/>
                    <a:pt x="1966" y="1678"/>
                    <a:pt x="2418" y="1678"/>
                  </a:cubicBezTo>
                  <a:cubicBezTo>
                    <a:pt x="2870" y="1678"/>
                    <a:pt x="3322" y="1483"/>
                    <a:pt x="3638" y="1094"/>
                  </a:cubicBezTo>
                  <a:cubicBezTo>
                    <a:pt x="3806" y="852"/>
                    <a:pt x="4079" y="732"/>
                    <a:pt x="4353" y="732"/>
                  </a:cubicBezTo>
                  <a:cubicBezTo>
                    <a:pt x="4626" y="732"/>
                    <a:pt x="4899" y="852"/>
                    <a:pt x="5067" y="1094"/>
                  </a:cubicBezTo>
                  <a:cubicBezTo>
                    <a:pt x="5383" y="1483"/>
                    <a:pt x="5835" y="1678"/>
                    <a:pt x="6287" y="1678"/>
                  </a:cubicBezTo>
                  <a:cubicBezTo>
                    <a:pt x="6739" y="1678"/>
                    <a:pt x="7191" y="1483"/>
                    <a:pt x="7506" y="1094"/>
                  </a:cubicBezTo>
                  <a:cubicBezTo>
                    <a:pt x="7685" y="852"/>
                    <a:pt x="7958" y="732"/>
                    <a:pt x="8229" y="732"/>
                  </a:cubicBezTo>
                  <a:cubicBezTo>
                    <a:pt x="8500" y="732"/>
                    <a:pt x="8768" y="852"/>
                    <a:pt x="8936" y="1094"/>
                  </a:cubicBezTo>
                  <a:cubicBezTo>
                    <a:pt x="9251" y="1473"/>
                    <a:pt x="9693" y="1683"/>
                    <a:pt x="10176" y="1683"/>
                  </a:cubicBezTo>
                  <a:cubicBezTo>
                    <a:pt x="10639" y="1683"/>
                    <a:pt x="10639" y="968"/>
                    <a:pt x="10176" y="968"/>
                  </a:cubicBezTo>
                  <a:cubicBezTo>
                    <a:pt x="9882" y="968"/>
                    <a:pt x="9609" y="821"/>
                    <a:pt x="9461" y="590"/>
                  </a:cubicBezTo>
                  <a:cubicBezTo>
                    <a:pt x="9136" y="201"/>
                    <a:pt x="8678" y="6"/>
                    <a:pt x="8224" y="6"/>
                  </a:cubicBezTo>
                  <a:cubicBezTo>
                    <a:pt x="7769" y="6"/>
                    <a:pt x="7317" y="201"/>
                    <a:pt x="7002" y="590"/>
                  </a:cubicBezTo>
                  <a:cubicBezTo>
                    <a:pt x="6833" y="842"/>
                    <a:pt x="6565" y="968"/>
                    <a:pt x="6295" y="968"/>
                  </a:cubicBezTo>
                  <a:cubicBezTo>
                    <a:pt x="6024" y="968"/>
                    <a:pt x="5751" y="842"/>
                    <a:pt x="5572" y="590"/>
                  </a:cubicBezTo>
                  <a:cubicBezTo>
                    <a:pt x="5257" y="201"/>
                    <a:pt x="4805" y="6"/>
                    <a:pt x="4353" y="6"/>
                  </a:cubicBezTo>
                  <a:cubicBezTo>
                    <a:pt x="3901" y="6"/>
                    <a:pt x="3449" y="201"/>
                    <a:pt x="3133" y="590"/>
                  </a:cubicBezTo>
                  <a:cubicBezTo>
                    <a:pt x="2954" y="842"/>
                    <a:pt x="2681" y="968"/>
                    <a:pt x="2410" y="968"/>
                  </a:cubicBezTo>
                  <a:cubicBezTo>
                    <a:pt x="2140" y="968"/>
                    <a:pt x="1872" y="842"/>
                    <a:pt x="1703" y="590"/>
                  </a:cubicBezTo>
                  <a:cubicBezTo>
                    <a:pt x="1388" y="232"/>
                    <a:pt x="947" y="22"/>
                    <a:pt x="484" y="1"/>
                  </a:cubicBezTo>
                  <a:close/>
                </a:path>
              </a:pathLst>
            </a:custGeom>
            <a:solidFill>
              <a:srgbClr val="243F5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662" name="Google Shape;11662;p42"/>
            <p:cNvSpPr/>
            <p:nvPr/>
          </p:nvSpPr>
          <p:spPr>
            <a:xfrm>
              <a:off x="3711639" y="3882434"/>
              <a:ext cx="147030" cy="147015"/>
            </a:xfrm>
            <a:custGeom>
              <a:rect b="b" l="l" r="r" t="t"/>
              <a:pathLst>
                <a:path extrusionOk="0" h="9819" w="9820">
                  <a:moveTo>
                    <a:pt x="9819" y="0"/>
                  </a:moveTo>
                  <a:cubicBezTo>
                    <a:pt x="6665" y="169"/>
                    <a:pt x="3953" y="1220"/>
                    <a:pt x="1977" y="3196"/>
                  </a:cubicBezTo>
                  <a:cubicBezTo>
                    <a:pt x="1" y="5193"/>
                    <a:pt x="421" y="6434"/>
                    <a:pt x="232" y="9587"/>
                  </a:cubicBezTo>
                  <a:cubicBezTo>
                    <a:pt x="3407" y="9398"/>
                    <a:pt x="4647" y="9819"/>
                    <a:pt x="6623" y="7842"/>
                  </a:cubicBezTo>
                  <a:cubicBezTo>
                    <a:pt x="7107" y="7359"/>
                    <a:pt x="7548" y="6812"/>
                    <a:pt x="7927" y="6245"/>
                  </a:cubicBezTo>
                  <a:lnTo>
                    <a:pt x="6203" y="5950"/>
                  </a:lnTo>
                  <a:lnTo>
                    <a:pt x="6224" y="5929"/>
                  </a:lnTo>
                  <a:cubicBezTo>
                    <a:pt x="8326" y="4668"/>
                    <a:pt x="9672" y="2460"/>
                    <a:pt x="9819" y="42"/>
                  </a:cubicBezTo>
                  <a:lnTo>
                    <a:pt x="9819" y="0"/>
                  </a:lnTo>
                  <a:close/>
                </a:path>
              </a:pathLst>
            </a:custGeom>
            <a:solidFill>
              <a:srgbClr val="5D748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663" name="Google Shape;11663;p42"/>
            <p:cNvSpPr/>
            <p:nvPr/>
          </p:nvSpPr>
          <p:spPr>
            <a:xfrm>
              <a:off x="3682996" y="3930915"/>
              <a:ext cx="127191" cy="127176"/>
            </a:xfrm>
            <a:custGeom>
              <a:rect b="b" l="l" r="r" t="t"/>
              <a:pathLst>
                <a:path extrusionOk="0" h="8494" w="8495">
                  <a:moveTo>
                    <a:pt x="8494" y="0"/>
                  </a:moveTo>
                  <a:lnTo>
                    <a:pt x="8494" y="0"/>
                  </a:lnTo>
                  <a:cubicBezTo>
                    <a:pt x="4983" y="2061"/>
                    <a:pt x="2061" y="4983"/>
                    <a:pt x="0" y="8494"/>
                  </a:cubicBezTo>
                  <a:cubicBezTo>
                    <a:pt x="3512" y="6434"/>
                    <a:pt x="6434" y="3511"/>
                    <a:pt x="8494" y="0"/>
                  </a:cubicBezTo>
                  <a:close/>
                </a:path>
              </a:pathLst>
            </a:custGeom>
            <a:solidFill>
              <a:srgbClr val="243F5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1664" name="Google Shape;11664;p42"/>
          <p:cNvGrpSpPr/>
          <p:nvPr/>
        </p:nvGrpSpPr>
        <p:grpSpPr>
          <a:xfrm>
            <a:off x="2224585" y="1779854"/>
            <a:ext cx="303163" cy="351809"/>
            <a:chOff x="2224585" y="1962854"/>
            <a:chExt cx="303163" cy="351809"/>
          </a:xfrm>
        </p:grpSpPr>
        <p:sp>
          <p:nvSpPr>
            <p:cNvPr id="11665" name="Google Shape;11665;p42"/>
            <p:cNvSpPr/>
            <p:nvPr/>
          </p:nvSpPr>
          <p:spPr>
            <a:xfrm>
              <a:off x="2283143" y="1962854"/>
              <a:ext cx="181018" cy="81870"/>
            </a:xfrm>
            <a:custGeom>
              <a:rect b="b" l="l" r="r" t="t"/>
              <a:pathLst>
                <a:path extrusionOk="0" h="5468" w="12090">
                  <a:moveTo>
                    <a:pt x="652" y="1"/>
                  </a:moveTo>
                  <a:lnTo>
                    <a:pt x="0" y="5467"/>
                  </a:lnTo>
                  <a:lnTo>
                    <a:pt x="12089" y="5467"/>
                  </a:lnTo>
                  <a:lnTo>
                    <a:pt x="11774" y="1"/>
                  </a:lnTo>
                  <a:close/>
                </a:path>
              </a:pathLst>
            </a:custGeom>
            <a:solidFill>
              <a:srgbClr val="526A7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666" name="Google Shape;11666;p42"/>
            <p:cNvSpPr/>
            <p:nvPr/>
          </p:nvSpPr>
          <p:spPr>
            <a:xfrm>
              <a:off x="2224899" y="1962854"/>
              <a:ext cx="141355" cy="186378"/>
            </a:xfrm>
            <a:custGeom>
              <a:rect b="b" l="l" r="r" t="t"/>
              <a:pathLst>
                <a:path extrusionOk="0" h="12448" w="9441">
                  <a:moveTo>
                    <a:pt x="4563" y="1"/>
                  </a:moveTo>
                  <a:lnTo>
                    <a:pt x="1494" y="1514"/>
                  </a:lnTo>
                  <a:cubicBezTo>
                    <a:pt x="421" y="2040"/>
                    <a:pt x="1" y="3323"/>
                    <a:pt x="505" y="4395"/>
                  </a:cubicBezTo>
                  <a:lnTo>
                    <a:pt x="3659" y="10828"/>
                  </a:lnTo>
                  <a:lnTo>
                    <a:pt x="4458" y="12447"/>
                  </a:lnTo>
                  <a:lnTo>
                    <a:pt x="9441" y="10008"/>
                  </a:lnTo>
                  <a:lnTo>
                    <a:pt x="8221" y="7464"/>
                  </a:lnTo>
                  <a:lnTo>
                    <a:pt x="4563" y="1"/>
                  </a:lnTo>
                  <a:close/>
                </a:path>
              </a:pathLst>
            </a:custGeom>
            <a:solidFill>
              <a:srgbClr val="768C9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667" name="Google Shape;11667;p42"/>
            <p:cNvSpPr/>
            <p:nvPr/>
          </p:nvSpPr>
          <p:spPr>
            <a:xfrm>
              <a:off x="2386393" y="1962854"/>
              <a:ext cx="141355" cy="186378"/>
            </a:xfrm>
            <a:custGeom>
              <a:rect b="b" l="l" r="r" t="t"/>
              <a:pathLst>
                <a:path extrusionOk="0" h="12448" w="9441">
                  <a:moveTo>
                    <a:pt x="4878" y="1"/>
                  </a:moveTo>
                  <a:lnTo>
                    <a:pt x="1241" y="7464"/>
                  </a:lnTo>
                  <a:lnTo>
                    <a:pt x="0" y="10008"/>
                  </a:lnTo>
                  <a:lnTo>
                    <a:pt x="4983" y="12447"/>
                  </a:lnTo>
                  <a:lnTo>
                    <a:pt x="5782" y="10828"/>
                  </a:lnTo>
                  <a:lnTo>
                    <a:pt x="8936" y="4395"/>
                  </a:lnTo>
                  <a:cubicBezTo>
                    <a:pt x="9440" y="3323"/>
                    <a:pt x="9020" y="2040"/>
                    <a:pt x="7947" y="1514"/>
                  </a:cubicBezTo>
                  <a:lnTo>
                    <a:pt x="4878" y="1"/>
                  </a:lnTo>
                  <a:close/>
                </a:path>
              </a:pathLst>
            </a:custGeom>
            <a:solidFill>
              <a:srgbClr val="768C9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668" name="Google Shape;11668;p42"/>
            <p:cNvSpPr/>
            <p:nvPr/>
          </p:nvSpPr>
          <p:spPr>
            <a:xfrm>
              <a:off x="2279684" y="2074609"/>
              <a:ext cx="86571" cy="74623"/>
            </a:xfrm>
            <a:custGeom>
              <a:rect b="b" l="l" r="r" t="t"/>
              <a:pathLst>
                <a:path extrusionOk="0" h="4984" w="5782">
                  <a:moveTo>
                    <a:pt x="4541" y="0"/>
                  </a:moveTo>
                  <a:cubicBezTo>
                    <a:pt x="2649" y="484"/>
                    <a:pt x="1030" y="1682"/>
                    <a:pt x="0" y="3364"/>
                  </a:cubicBezTo>
                  <a:lnTo>
                    <a:pt x="799" y="4983"/>
                  </a:lnTo>
                  <a:lnTo>
                    <a:pt x="5782" y="2544"/>
                  </a:lnTo>
                  <a:lnTo>
                    <a:pt x="4541" y="0"/>
                  </a:lnTo>
                  <a:close/>
                </a:path>
              </a:pathLst>
            </a:custGeom>
            <a:solidFill>
              <a:srgbClr val="526A7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669" name="Google Shape;11669;p42"/>
            <p:cNvSpPr/>
            <p:nvPr/>
          </p:nvSpPr>
          <p:spPr>
            <a:xfrm>
              <a:off x="2386393" y="2074609"/>
              <a:ext cx="86571" cy="74623"/>
            </a:xfrm>
            <a:custGeom>
              <a:rect b="b" l="l" r="r" t="t"/>
              <a:pathLst>
                <a:path extrusionOk="0" h="4984" w="5782">
                  <a:moveTo>
                    <a:pt x="1241" y="0"/>
                  </a:moveTo>
                  <a:lnTo>
                    <a:pt x="0" y="2544"/>
                  </a:lnTo>
                  <a:lnTo>
                    <a:pt x="4983" y="4983"/>
                  </a:lnTo>
                  <a:lnTo>
                    <a:pt x="5782" y="3364"/>
                  </a:lnTo>
                  <a:cubicBezTo>
                    <a:pt x="4752" y="1682"/>
                    <a:pt x="3133" y="484"/>
                    <a:pt x="1241" y="0"/>
                  </a:cubicBezTo>
                  <a:close/>
                </a:path>
              </a:pathLst>
            </a:custGeom>
            <a:solidFill>
              <a:srgbClr val="526A7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670" name="Google Shape;11670;p42"/>
            <p:cNvSpPr/>
            <p:nvPr/>
          </p:nvSpPr>
          <p:spPr>
            <a:xfrm>
              <a:off x="2224585" y="2087830"/>
              <a:ext cx="265073" cy="226833"/>
            </a:xfrm>
            <a:custGeom>
              <a:rect b="b" l="l" r="r" t="t"/>
              <a:pathLst>
                <a:path extrusionOk="0" h="15150" w="17704">
                  <a:moveTo>
                    <a:pt x="10134" y="0"/>
                  </a:moveTo>
                  <a:cubicBezTo>
                    <a:pt x="3386" y="0"/>
                    <a:pt x="1" y="8158"/>
                    <a:pt x="4773" y="12930"/>
                  </a:cubicBezTo>
                  <a:cubicBezTo>
                    <a:pt x="6221" y="14378"/>
                    <a:pt x="8158" y="15150"/>
                    <a:pt x="10125" y="15150"/>
                  </a:cubicBezTo>
                  <a:cubicBezTo>
                    <a:pt x="11100" y="15150"/>
                    <a:pt x="12081" y="14960"/>
                    <a:pt x="13015" y="14570"/>
                  </a:cubicBezTo>
                  <a:cubicBezTo>
                    <a:pt x="15853" y="13414"/>
                    <a:pt x="17703" y="10639"/>
                    <a:pt x="17703" y="7590"/>
                  </a:cubicBezTo>
                  <a:cubicBezTo>
                    <a:pt x="17703" y="3406"/>
                    <a:pt x="14318" y="0"/>
                    <a:pt x="10134" y="0"/>
                  </a:cubicBezTo>
                  <a:close/>
                </a:path>
              </a:pathLst>
            </a:custGeom>
            <a:solidFill>
              <a:srgbClr val="9BAFB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671" name="Google Shape;11671;p42"/>
            <p:cNvSpPr/>
            <p:nvPr/>
          </p:nvSpPr>
          <p:spPr>
            <a:xfrm>
              <a:off x="2274953" y="2125605"/>
              <a:ext cx="177244" cy="151627"/>
            </a:xfrm>
            <a:custGeom>
              <a:rect b="b" l="l" r="r" t="t"/>
              <a:pathLst>
                <a:path extrusionOk="0" h="10127" w="11838">
                  <a:moveTo>
                    <a:pt x="6770" y="0"/>
                  </a:moveTo>
                  <a:cubicBezTo>
                    <a:pt x="2250" y="0"/>
                    <a:pt x="1" y="5446"/>
                    <a:pt x="3196" y="8641"/>
                  </a:cubicBezTo>
                  <a:cubicBezTo>
                    <a:pt x="4222" y="9667"/>
                    <a:pt x="5488" y="10127"/>
                    <a:pt x="6731" y="10127"/>
                  </a:cubicBezTo>
                  <a:cubicBezTo>
                    <a:pt x="9333" y="10127"/>
                    <a:pt x="11837" y="8112"/>
                    <a:pt x="11837" y="5067"/>
                  </a:cubicBezTo>
                  <a:cubicBezTo>
                    <a:pt x="11837" y="2271"/>
                    <a:pt x="9567" y="0"/>
                    <a:pt x="6770" y="0"/>
                  </a:cubicBezTo>
                  <a:close/>
                </a:path>
              </a:pathLst>
            </a:custGeom>
            <a:solidFill>
              <a:srgbClr val="BAC8D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672" name="Google Shape;11672;p42"/>
            <p:cNvSpPr/>
            <p:nvPr/>
          </p:nvSpPr>
          <p:spPr>
            <a:xfrm>
              <a:off x="2326263" y="2154053"/>
              <a:ext cx="99492" cy="89191"/>
            </a:xfrm>
            <a:custGeom>
              <a:rect b="b" l="l" r="r" t="t"/>
              <a:pathLst>
                <a:path extrusionOk="0" h="5957" w="6645">
                  <a:moveTo>
                    <a:pt x="3343" y="0"/>
                  </a:moveTo>
                  <a:cubicBezTo>
                    <a:pt x="3054" y="0"/>
                    <a:pt x="2766" y="158"/>
                    <a:pt x="2629" y="476"/>
                  </a:cubicBezTo>
                  <a:lnTo>
                    <a:pt x="2292" y="1149"/>
                  </a:lnTo>
                  <a:cubicBezTo>
                    <a:pt x="2166" y="1380"/>
                    <a:pt x="1956" y="1548"/>
                    <a:pt x="1683" y="1590"/>
                  </a:cubicBezTo>
                  <a:lnTo>
                    <a:pt x="947" y="1695"/>
                  </a:lnTo>
                  <a:cubicBezTo>
                    <a:pt x="274" y="1759"/>
                    <a:pt x="1" y="2600"/>
                    <a:pt x="505" y="3062"/>
                  </a:cubicBezTo>
                  <a:lnTo>
                    <a:pt x="1031" y="3588"/>
                  </a:lnTo>
                  <a:cubicBezTo>
                    <a:pt x="1220" y="3756"/>
                    <a:pt x="1304" y="4029"/>
                    <a:pt x="1262" y="4281"/>
                  </a:cubicBezTo>
                  <a:lnTo>
                    <a:pt x="1136" y="5017"/>
                  </a:lnTo>
                  <a:cubicBezTo>
                    <a:pt x="1053" y="5532"/>
                    <a:pt x="1455" y="5955"/>
                    <a:pt x="1917" y="5955"/>
                  </a:cubicBezTo>
                  <a:cubicBezTo>
                    <a:pt x="2041" y="5955"/>
                    <a:pt x="2168" y="5925"/>
                    <a:pt x="2292" y="5858"/>
                  </a:cubicBezTo>
                  <a:lnTo>
                    <a:pt x="2965" y="5522"/>
                  </a:lnTo>
                  <a:cubicBezTo>
                    <a:pt x="3081" y="5459"/>
                    <a:pt x="3207" y="5427"/>
                    <a:pt x="3333" y="5427"/>
                  </a:cubicBezTo>
                  <a:cubicBezTo>
                    <a:pt x="3459" y="5427"/>
                    <a:pt x="3585" y="5459"/>
                    <a:pt x="3701" y="5522"/>
                  </a:cubicBezTo>
                  <a:lnTo>
                    <a:pt x="4374" y="5858"/>
                  </a:lnTo>
                  <a:cubicBezTo>
                    <a:pt x="4500" y="5926"/>
                    <a:pt x="4632" y="5957"/>
                    <a:pt x="4759" y="5957"/>
                  </a:cubicBezTo>
                  <a:cubicBezTo>
                    <a:pt x="5223" y="5957"/>
                    <a:pt x="5629" y="5545"/>
                    <a:pt x="5530" y="5017"/>
                  </a:cubicBezTo>
                  <a:lnTo>
                    <a:pt x="5404" y="4281"/>
                  </a:lnTo>
                  <a:cubicBezTo>
                    <a:pt x="5362" y="4029"/>
                    <a:pt x="5446" y="3756"/>
                    <a:pt x="5635" y="3588"/>
                  </a:cubicBezTo>
                  <a:lnTo>
                    <a:pt x="6161" y="3062"/>
                  </a:lnTo>
                  <a:cubicBezTo>
                    <a:pt x="6644" y="2578"/>
                    <a:pt x="6371" y="1780"/>
                    <a:pt x="5719" y="1695"/>
                  </a:cubicBezTo>
                  <a:lnTo>
                    <a:pt x="4983" y="1590"/>
                  </a:lnTo>
                  <a:cubicBezTo>
                    <a:pt x="4731" y="1527"/>
                    <a:pt x="4500" y="1380"/>
                    <a:pt x="4395" y="1128"/>
                  </a:cubicBezTo>
                  <a:lnTo>
                    <a:pt x="4058" y="455"/>
                  </a:lnTo>
                  <a:cubicBezTo>
                    <a:pt x="3912" y="153"/>
                    <a:pt x="3627" y="0"/>
                    <a:pt x="3343" y="0"/>
                  </a:cubicBezTo>
                  <a:close/>
                </a:path>
              </a:pathLst>
            </a:custGeom>
            <a:solidFill>
              <a:srgbClr val="9BAFB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1673" name="Google Shape;11673;p42"/>
          <p:cNvGrpSpPr/>
          <p:nvPr/>
        </p:nvGrpSpPr>
        <p:grpSpPr>
          <a:xfrm>
            <a:off x="2622794" y="1807868"/>
            <a:ext cx="389090" cy="296230"/>
            <a:chOff x="2622794" y="1990868"/>
            <a:chExt cx="389090" cy="296230"/>
          </a:xfrm>
        </p:grpSpPr>
        <p:sp>
          <p:nvSpPr>
            <p:cNvPr id="11674" name="Google Shape;11674;p42"/>
            <p:cNvSpPr/>
            <p:nvPr/>
          </p:nvSpPr>
          <p:spPr>
            <a:xfrm>
              <a:off x="2654910" y="1990868"/>
              <a:ext cx="324873" cy="224468"/>
            </a:xfrm>
            <a:custGeom>
              <a:rect b="b" l="l" r="r" t="t"/>
              <a:pathLst>
                <a:path extrusionOk="0" h="14992" w="21698">
                  <a:moveTo>
                    <a:pt x="378" y="1"/>
                  </a:moveTo>
                  <a:cubicBezTo>
                    <a:pt x="168" y="1"/>
                    <a:pt x="0" y="148"/>
                    <a:pt x="0" y="358"/>
                  </a:cubicBezTo>
                  <a:lnTo>
                    <a:pt x="0" y="14991"/>
                  </a:lnTo>
                  <a:lnTo>
                    <a:pt x="21697" y="14991"/>
                  </a:lnTo>
                  <a:lnTo>
                    <a:pt x="21697" y="358"/>
                  </a:lnTo>
                  <a:cubicBezTo>
                    <a:pt x="21697" y="148"/>
                    <a:pt x="21529" y="1"/>
                    <a:pt x="21340" y="1"/>
                  </a:cubicBezTo>
                  <a:close/>
                </a:path>
              </a:pathLst>
            </a:custGeom>
            <a:solidFill>
              <a:srgbClr val="EAEEF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675" name="Google Shape;11675;p42"/>
            <p:cNvSpPr/>
            <p:nvPr/>
          </p:nvSpPr>
          <p:spPr>
            <a:xfrm>
              <a:off x="2654910" y="1990868"/>
              <a:ext cx="324873" cy="224468"/>
            </a:xfrm>
            <a:custGeom>
              <a:rect b="b" l="l" r="r" t="t"/>
              <a:pathLst>
                <a:path extrusionOk="0" h="14992" w="21698">
                  <a:moveTo>
                    <a:pt x="18607" y="1"/>
                  </a:moveTo>
                  <a:cubicBezTo>
                    <a:pt x="18817" y="1"/>
                    <a:pt x="18964" y="169"/>
                    <a:pt x="18964" y="358"/>
                  </a:cubicBezTo>
                  <a:lnTo>
                    <a:pt x="18964" y="12826"/>
                  </a:lnTo>
                  <a:cubicBezTo>
                    <a:pt x="18964" y="13057"/>
                    <a:pt x="18775" y="13267"/>
                    <a:pt x="18543" y="13267"/>
                  </a:cubicBezTo>
                  <a:lnTo>
                    <a:pt x="0" y="13267"/>
                  </a:lnTo>
                  <a:lnTo>
                    <a:pt x="0" y="14991"/>
                  </a:lnTo>
                  <a:lnTo>
                    <a:pt x="21697" y="14991"/>
                  </a:lnTo>
                  <a:lnTo>
                    <a:pt x="21697" y="358"/>
                  </a:lnTo>
                  <a:cubicBezTo>
                    <a:pt x="21697" y="169"/>
                    <a:pt x="21529" y="1"/>
                    <a:pt x="21340" y="1"/>
                  </a:cubicBezTo>
                  <a:close/>
                </a:path>
              </a:pathLst>
            </a:custGeom>
            <a:solidFill>
              <a:srgbClr val="BBC9D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676" name="Google Shape;11676;p42"/>
            <p:cNvSpPr/>
            <p:nvPr/>
          </p:nvSpPr>
          <p:spPr>
            <a:xfrm>
              <a:off x="2679135" y="2015108"/>
              <a:ext cx="276407" cy="162137"/>
            </a:xfrm>
            <a:custGeom>
              <a:rect b="b" l="l" r="r" t="t"/>
              <a:pathLst>
                <a:path extrusionOk="0" h="10829" w="18461">
                  <a:moveTo>
                    <a:pt x="232" y="1"/>
                  </a:moveTo>
                  <a:cubicBezTo>
                    <a:pt x="106" y="1"/>
                    <a:pt x="1" y="106"/>
                    <a:pt x="1" y="211"/>
                  </a:cubicBezTo>
                  <a:lnTo>
                    <a:pt x="1" y="10597"/>
                  </a:lnTo>
                  <a:cubicBezTo>
                    <a:pt x="1" y="10723"/>
                    <a:pt x="106" y="10828"/>
                    <a:pt x="232" y="10828"/>
                  </a:cubicBezTo>
                  <a:lnTo>
                    <a:pt x="18250" y="10828"/>
                  </a:lnTo>
                  <a:cubicBezTo>
                    <a:pt x="18355" y="10828"/>
                    <a:pt x="18460" y="10723"/>
                    <a:pt x="18460" y="10597"/>
                  </a:cubicBezTo>
                  <a:lnTo>
                    <a:pt x="18460" y="211"/>
                  </a:lnTo>
                  <a:cubicBezTo>
                    <a:pt x="18460" y="106"/>
                    <a:pt x="18355" y="1"/>
                    <a:pt x="18250" y="1"/>
                  </a:cubicBezTo>
                  <a:close/>
                </a:path>
              </a:pathLst>
            </a:custGeom>
            <a:solidFill>
              <a:srgbClr val="9BAFB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677" name="Google Shape;11677;p42"/>
            <p:cNvSpPr/>
            <p:nvPr/>
          </p:nvSpPr>
          <p:spPr>
            <a:xfrm>
              <a:off x="2679135" y="2015108"/>
              <a:ext cx="276722" cy="162137"/>
            </a:xfrm>
            <a:custGeom>
              <a:rect b="b" l="l" r="r" t="t"/>
              <a:pathLst>
                <a:path extrusionOk="0" h="10829" w="18482">
                  <a:moveTo>
                    <a:pt x="17346" y="1"/>
                  </a:moveTo>
                  <a:lnTo>
                    <a:pt x="17346" y="9546"/>
                  </a:lnTo>
                  <a:cubicBezTo>
                    <a:pt x="17346" y="9672"/>
                    <a:pt x="17262" y="9777"/>
                    <a:pt x="17136" y="9777"/>
                  </a:cubicBezTo>
                  <a:lnTo>
                    <a:pt x="1" y="9777"/>
                  </a:lnTo>
                  <a:lnTo>
                    <a:pt x="1" y="10597"/>
                  </a:lnTo>
                  <a:cubicBezTo>
                    <a:pt x="1" y="10723"/>
                    <a:pt x="106" y="10828"/>
                    <a:pt x="232" y="10828"/>
                  </a:cubicBezTo>
                  <a:lnTo>
                    <a:pt x="18250" y="10828"/>
                  </a:lnTo>
                  <a:cubicBezTo>
                    <a:pt x="18376" y="10828"/>
                    <a:pt x="18481" y="10723"/>
                    <a:pt x="18481" y="10597"/>
                  </a:cubicBezTo>
                  <a:lnTo>
                    <a:pt x="18481" y="211"/>
                  </a:lnTo>
                  <a:cubicBezTo>
                    <a:pt x="18481" y="85"/>
                    <a:pt x="18376" y="1"/>
                    <a:pt x="18250" y="1"/>
                  </a:cubicBezTo>
                  <a:close/>
                </a:path>
              </a:pathLst>
            </a:custGeom>
            <a:solidFill>
              <a:srgbClr val="8498A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678" name="Google Shape;11678;p42"/>
            <p:cNvSpPr/>
            <p:nvPr/>
          </p:nvSpPr>
          <p:spPr>
            <a:xfrm>
              <a:off x="2622794" y="2264430"/>
              <a:ext cx="388776" cy="22668"/>
            </a:xfrm>
            <a:custGeom>
              <a:rect b="b" l="l" r="r" t="t"/>
              <a:pathLst>
                <a:path extrusionOk="0" h="1514" w="25966">
                  <a:moveTo>
                    <a:pt x="1" y="0"/>
                  </a:moveTo>
                  <a:lnTo>
                    <a:pt x="1" y="1009"/>
                  </a:lnTo>
                  <a:cubicBezTo>
                    <a:pt x="1" y="1283"/>
                    <a:pt x="232" y="1514"/>
                    <a:pt x="505" y="1514"/>
                  </a:cubicBezTo>
                  <a:lnTo>
                    <a:pt x="25482" y="1514"/>
                  </a:lnTo>
                  <a:cubicBezTo>
                    <a:pt x="25755" y="1493"/>
                    <a:pt x="25966" y="1283"/>
                    <a:pt x="25966" y="1009"/>
                  </a:cubicBezTo>
                  <a:lnTo>
                    <a:pt x="25966" y="0"/>
                  </a:lnTo>
                  <a:close/>
                </a:path>
              </a:pathLst>
            </a:custGeom>
            <a:solidFill>
              <a:srgbClr val="738A9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679" name="Google Shape;11679;p42"/>
            <p:cNvSpPr/>
            <p:nvPr/>
          </p:nvSpPr>
          <p:spPr>
            <a:xfrm>
              <a:off x="2623108" y="2201471"/>
              <a:ext cx="388776" cy="62974"/>
            </a:xfrm>
            <a:custGeom>
              <a:rect b="b" l="l" r="r" t="t"/>
              <a:pathLst>
                <a:path extrusionOk="0" h="4206" w="25966">
                  <a:moveTo>
                    <a:pt x="2124" y="0"/>
                  </a:moveTo>
                  <a:lnTo>
                    <a:pt x="1" y="4205"/>
                  </a:lnTo>
                  <a:lnTo>
                    <a:pt x="25966" y="4205"/>
                  </a:lnTo>
                  <a:lnTo>
                    <a:pt x="23821" y="0"/>
                  </a:lnTo>
                  <a:close/>
                </a:path>
              </a:pathLst>
            </a:custGeom>
            <a:solidFill>
              <a:srgbClr val="A1B4C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680" name="Google Shape;11680;p42"/>
            <p:cNvSpPr/>
            <p:nvPr/>
          </p:nvSpPr>
          <p:spPr>
            <a:xfrm>
              <a:off x="2623108" y="2201471"/>
              <a:ext cx="388776" cy="62974"/>
            </a:xfrm>
            <a:custGeom>
              <a:rect b="b" l="l" r="r" t="t"/>
              <a:pathLst>
                <a:path extrusionOk="0" h="4206" w="25966">
                  <a:moveTo>
                    <a:pt x="20752" y="0"/>
                  </a:moveTo>
                  <a:lnTo>
                    <a:pt x="22160" y="2754"/>
                  </a:lnTo>
                  <a:cubicBezTo>
                    <a:pt x="22328" y="3070"/>
                    <a:pt x="22097" y="3448"/>
                    <a:pt x="21740" y="3448"/>
                  </a:cubicBezTo>
                  <a:lnTo>
                    <a:pt x="379" y="3448"/>
                  </a:lnTo>
                  <a:lnTo>
                    <a:pt x="1" y="4205"/>
                  </a:lnTo>
                  <a:lnTo>
                    <a:pt x="25966" y="4205"/>
                  </a:lnTo>
                  <a:lnTo>
                    <a:pt x="23821" y="0"/>
                  </a:lnTo>
                  <a:close/>
                </a:path>
              </a:pathLst>
            </a:custGeom>
            <a:solidFill>
              <a:srgbClr val="88A1B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681" name="Google Shape;11681;p42"/>
            <p:cNvSpPr/>
            <p:nvPr/>
          </p:nvSpPr>
          <p:spPr>
            <a:xfrm>
              <a:off x="2766021" y="2232943"/>
              <a:ext cx="102951" cy="31502"/>
            </a:xfrm>
            <a:custGeom>
              <a:rect b="b" l="l" r="r" t="t"/>
              <a:pathLst>
                <a:path extrusionOk="0" h="2104" w="6876">
                  <a:moveTo>
                    <a:pt x="842" y="1"/>
                  </a:moveTo>
                  <a:cubicBezTo>
                    <a:pt x="673" y="1"/>
                    <a:pt x="547" y="106"/>
                    <a:pt x="505" y="253"/>
                  </a:cubicBezTo>
                  <a:lnTo>
                    <a:pt x="1" y="2103"/>
                  </a:lnTo>
                  <a:lnTo>
                    <a:pt x="6876" y="2103"/>
                  </a:lnTo>
                  <a:lnTo>
                    <a:pt x="6371" y="253"/>
                  </a:lnTo>
                  <a:cubicBezTo>
                    <a:pt x="6329" y="106"/>
                    <a:pt x="6182" y="1"/>
                    <a:pt x="6035" y="1"/>
                  </a:cubicBezTo>
                  <a:close/>
                </a:path>
              </a:pathLst>
            </a:custGeom>
            <a:solidFill>
              <a:srgbClr val="EAEEF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682" name="Google Shape;11682;p42"/>
            <p:cNvSpPr/>
            <p:nvPr/>
          </p:nvSpPr>
          <p:spPr>
            <a:xfrm>
              <a:off x="2766021" y="2253096"/>
              <a:ext cx="102951" cy="11349"/>
            </a:xfrm>
            <a:custGeom>
              <a:rect b="b" l="l" r="r" t="t"/>
              <a:pathLst>
                <a:path extrusionOk="0" h="758" w="6876">
                  <a:moveTo>
                    <a:pt x="211" y="0"/>
                  </a:moveTo>
                  <a:lnTo>
                    <a:pt x="1" y="757"/>
                  </a:lnTo>
                  <a:lnTo>
                    <a:pt x="6876" y="757"/>
                  </a:lnTo>
                  <a:lnTo>
                    <a:pt x="6665" y="0"/>
                  </a:lnTo>
                  <a:close/>
                </a:path>
              </a:pathLst>
            </a:custGeom>
            <a:solidFill>
              <a:srgbClr val="BBC9D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1683" name="Google Shape;11683;p42"/>
          <p:cNvGrpSpPr/>
          <p:nvPr/>
        </p:nvGrpSpPr>
        <p:grpSpPr>
          <a:xfrm>
            <a:off x="3977326" y="1769149"/>
            <a:ext cx="327074" cy="375241"/>
            <a:chOff x="3977326" y="1952149"/>
            <a:chExt cx="327074" cy="375241"/>
          </a:xfrm>
        </p:grpSpPr>
        <p:sp>
          <p:nvSpPr>
            <p:cNvPr id="11684" name="Google Shape;11684;p42"/>
            <p:cNvSpPr/>
            <p:nvPr/>
          </p:nvSpPr>
          <p:spPr>
            <a:xfrm>
              <a:off x="4035868" y="2103566"/>
              <a:ext cx="209974" cy="49754"/>
            </a:xfrm>
            <a:custGeom>
              <a:rect b="b" l="l" r="r" t="t"/>
              <a:pathLst>
                <a:path extrusionOk="0" h="3323" w="14024">
                  <a:moveTo>
                    <a:pt x="379" y="1"/>
                  </a:moveTo>
                  <a:cubicBezTo>
                    <a:pt x="169" y="1"/>
                    <a:pt x="1" y="169"/>
                    <a:pt x="1" y="358"/>
                  </a:cubicBezTo>
                  <a:lnTo>
                    <a:pt x="1" y="3322"/>
                  </a:lnTo>
                  <a:lnTo>
                    <a:pt x="14024" y="3322"/>
                  </a:lnTo>
                  <a:lnTo>
                    <a:pt x="14024" y="358"/>
                  </a:lnTo>
                  <a:cubicBezTo>
                    <a:pt x="14024" y="169"/>
                    <a:pt x="13877" y="1"/>
                    <a:pt x="13667" y="1"/>
                  </a:cubicBezTo>
                  <a:close/>
                </a:path>
              </a:pathLst>
            </a:custGeom>
            <a:solidFill>
              <a:srgbClr val="ADBEC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685" name="Google Shape;11685;p42"/>
            <p:cNvSpPr/>
            <p:nvPr/>
          </p:nvSpPr>
          <p:spPr>
            <a:xfrm>
              <a:off x="4035868" y="2142285"/>
              <a:ext cx="209974" cy="185105"/>
            </a:xfrm>
            <a:custGeom>
              <a:rect b="b" l="l" r="r" t="t"/>
              <a:pathLst>
                <a:path extrusionOk="0" h="12363" w="14024">
                  <a:moveTo>
                    <a:pt x="1" y="1"/>
                  </a:moveTo>
                  <a:lnTo>
                    <a:pt x="1" y="11984"/>
                  </a:lnTo>
                  <a:cubicBezTo>
                    <a:pt x="1" y="12195"/>
                    <a:pt x="169" y="12363"/>
                    <a:pt x="379" y="12363"/>
                  </a:cubicBezTo>
                  <a:lnTo>
                    <a:pt x="13667" y="12363"/>
                  </a:lnTo>
                  <a:cubicBezTo>
                    <a:pt x="13877" y="12363"/>
                    <a:pt x="14024" y="12195"/>
                    <a:pt x="14024" y="11984"/>
                  </a:cubicBezTo>
                  <a:lnTo>
                    <a:pt x="14024" y="1"/>
                  </a:lnTo>
                  <a:close/>
                </a:path>
              </a:pathLst>
            </a:custGeom>
            <a:solidFill>
              <a:srgbClr val="E2E8E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686" name="Google Shape;11686;p42"/>
            <p:cNvSpPr/>
            <p:nvPr/>
          </p:nvSpPr>
          <p:spPr>
            <a:xfrm>
              <a:off x="4064825" y="2171242"/>
              <a:ext cx="41264" cy="156148"/>
            </a:xfrm>
            <a:custGeom>
              <a:rect b="b" l="l" r="r" t="t"/>
              <a:pathLst>
                <a:path extrusionOk="0" h="10429" w="2756">
                  <a:moveTo>
                    <a:pt x="1368" y="1"/>
                  </a:moveTo>
                  <a:cubicBezTo>
                    <a:pt x="611" y="1"/>
                    <a:pt x="1" y="611"/>
                    <a:pt x="1" y="1367"/>
                  </a:cubicBezTo>
                  <a:lnTo>
                    <a:pt x="1" y="10072"/>
                  </a:lnTo>
                  <a:cubicBezTo>
                    <a:pt x="1" y="10282"/>
                    <a:pt x="169" y="10429"/>
                    <a:pt x="379" y="10429"/>
                  </a:cubicBezTo>
                  <a:lnTo>
                    <a:pt x="2377" y="10429"/>
                  </a:lnTo>
                  <a:cubicBezTo>
                    <a:pt x="2587" y="10429"/>
                    <a:pt x="2755" y="10282"/>
                    <a:pt x="2755" y="10072"/>
                  </a:cubicBezTo>
                  <a:lnTo>
                    <a:pt x="2755" y="1367"/>
                  </a:lnTo>
                  <a:cubicBezTo>
                    <a:pt x="2755" y="611"/>
                    <a:pt x="2124" y="1"/>
                    <a:pt x="1368" y="1"/>
                  </a:cubicBezTo>
                  <a:close/>
                </a:path>
              </a:pathLst>
            </a:custGeom>
            <a:solidFill>
              <a:srgbClr val="B0C1C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687" name="Google Shape;11687;p42"/>
            <p:cNvSpPr/>
            <p:nvPr/>
          </p:nvSpPr>
          <p:spPr>
            <a:xfrm>
              <a:off x="4120553" y="2171242"/>
              <a:ext cx="40935" cy="156148"/>
            </a:xfrm>
            <a:custGeom>
              <a:rect b="b" l="l" r="r" t="t"/>
              <a:pathLst>
                <a:path extrusionOk="0" h="10429" w="2734">
                  <a:moveTo>
                    <a:pt x="1367" y="1"/>
                  </a:moveTo>
                  <a:cubicBezTo>
                    <a:pt x="610" y="1"/>
                    <a:pt x="0" y="611"/>
                    <a:pt x="0" y="1367"/>
                  </a:cubicBezTo>
                  <a:lnTo>
                    <a:pt x="0" y="10072"/>
                  </a:lnTo>
                  <a:cubicBezTo>
                    <a:pt x="0" y="10282"/>
                    <a:pt x="147" y="10429"/>
                    <a:pt x="358" y="10429"/>
                  </a:cubicBezTo>
                  <a:lnTo>
                    <a:pt x="2355" y="10429"/>
                  </a:lnTo>
                  <a:cubicBezTo>
                    <a:pt x="2565" y="10429"/>
                    <a:pt x="2733" y="10282"/>
                    <a:pt x="2733" y="10072"/>
                  </a:cubicBezTo>
                  <a:lnTo>
                    <a:pt x="2733" y="1367"/>
                  </a:lnTo>
                  <a:cubicBezTo>
                    <a:pt x="2712" y="611"/>
                    <a:pt x="2124" y="1"/>
                    <a:pt x="1367" y="1"/>
                  </a:cubicBezTo>
                  <a:close/>
                </a:path>
              </a:pathLst>
            </a:custGeom>
            <a:solidFill>
              <a:srgbClr val="B0C1C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688" name="Google Shape;11688;p42"/>
            <p:cNvSpPr/>
            <p:nvPr/>
          </p:nvSpPr>
          <p:spPr>
            <a:xfrm>
              <a:off x="4175951" y="2171242"/>
              <a:ext cx="41249" cy="156148"/>
            </a:xfrm>
            <a:custGeom>
              <a:rect b="b" l="l" r="r" t="t"/>
              <a:pathLst>
                <a:path extrusionOk="0" h="10429" w="2755">
                  <a:moveTo>
                    <a:pt x="1367" y="1"/>
                  </a:moveTo>
                  <a:cubicBezTo>
                    <a:pt x="610" y="1"/>
                    <a:pt x="1" y="611"/>
                    <a:pt x="1" y="1367"/>
                  </a:cubicBezTo>
                  <a:lnTo>
                    <a:pt x="1" y="10072"/>
                  </a:lnTo>
                  <a:cubicBezTo>
                    <a:pt x="1" y="10282"/>
                    <a:pt x="169" y="10429"/>
                    <a:pt x="379" y="10429"/>
                  </a:cubicBezTo>
                  <a:lnTo>
                    <a:pt x="2376" y="10429"/>
                  </a:lnTo>
                  <a:cubicBezTo>
                    <a:pt x="2587" y="10429"/>
                    <a:pt x="2755" y="10282"/>
                    <a:pt x="2755" y="10072"/>
                  </a:cubicBezTo>
                  <a:lnTo>
                    <a:pt x="2755" y="1367"/>
                  </a:lnTo>
                  <a:cubicBezTo>
                    <a:pt x="2734" y="611"/>
                    <a:pt x="2124" y="1"/>
                    <a:pt x="1367" y="1"/>
                  </a:cubicBezTo>
                  <a:close/>
                </a:path>
              </a:pathLst>
            </a:custGeom>
            <a:solidFill>
              <a:srgbClr val="B0C1C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689" name="Google Shape;11689;p42"/>
            <p:cNvSpPr/>
            <p:nvPr/>
          </p:nvSpPr>
          <p:spPr>
            <a:xfrm>
              <a:off x="3977326" y="1952149"/>
              <a:ext cx="327074" cy="64232"/>
            </a:xfrm>
            <a:custGeom>
              <a:rect b="b" l="l" r="r" t="t"/>
              <a:pathLst>
                <a:path extrusionOk="0" h="4290" w="21845">
                  <a:moveTo>
                    <a:pt x="2145" y="1"/>
                  </a:moveTo>
                  <a:cubicBezTo>
                    <a:pt x="967" y="1"/>
                    <a:pt x="0" y="968"/>
                    <a:pt x="0" y="2145"/>
                  </a:cubicBezTo>
                  <a:cubicBezTo>
                    <a:pt x="0" y="3323"/>
                    <a:pt x="967" y="4290"/>
                    <a:pt x="2145" y="4290"/>
                  </a:cubicBezTo>
                  <a:lnTo>
                    <a:pt x="19700" y="4290"/>
                  </a:lnTo>
                  <a:cubicBezTo>
                    <a:pt x="20877" y="4290"/>
                    <a:pt x="21844" y="3323"/>
                    <a:pt x="21844" y="2145"/>
                  </a:cubicBezTo>
                  <a:cubicBezTo>
                    <a:pt x="21844" y="968"/>
                    <a:pt x="20877" y="1"/>
                    <a:pt x="19700" y="1"/>
                  </a:cubicBezTo>
                  <a:close/>
                </a:path>
              </a:pathLst>
            </a:custGeom>
            <a:solidFill>
              <a:srgbClr val="B0C1C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690" name="Google Shape;11690;p42"/>
            <p:cNvSpPr/>
            <p:nvPr/>
          </p:nvSpPr>
          <p:spPr>
            <a:xfrm>
              <a:off x="4223489" y="2103566"/>
              <a:ext cx="22354" cy="49754"/>
            </a:xfrm>
            <a:custGeom>
              <a:rect b="b" l="l" r="r" t="t"/>
              <a:pathLst>
                <a:path extrusionOk="0" h="3323" w="1493">
                  <a:moveTo>
                    <a:pt x="0" y="1"/>
                  </a:moveTo>
                  <a:cubicBezTo>
                    <a:pt x="210" y="1"/>
                    <a:pt x="379" y="169"/>
                    <a:pt x="379" y="358"/>
                  </a:cubicBezTo>
                  <a:lnTo>
                    <a:pt x="379" y="3322"/>
                  </a:lnTo>
                  <a:lnTo>
                    <a:pt x="1493" y="3322"/>
                  </a:lnTo>
                  <a:lnTo>
                    <a:pt x="1493" y="358"/>
                  </a:lnTo>
                  <a:cubicBezTo>
                    <a:pt x="1493" y="169"/>
                    <a:pt x="1346" y="1"/>
                    <a:pt x="1136" y="1"/>
                  </a:cubicBezTo>
                  <a:close/>
                </a:path>
              </a:pathLst>
            </a:custGeom>
            <a:solidFill>
              <a:srgbClr val="A2B5C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691" name="Google Shape;11691;p42"/>
            <p:cNvSpPr/>
            <p:nvPr/>
          </p:nvSpPr>
          <p:spPr>
            <a:xfrm>
              <a:off x="4223489" y="2142285"/>
              <a:ext cx="22354" cy="185105"/>
            </a:xfrm>
            <a:custGeom>
              <a:rect b="b" l="l" r="r" t="t"/>
              <a:pathLst>
                <a:path extrusionOk="0" h="12363" w="1493">
                  <a:moveTo>
                    <a:pt x="379" y="1"/>
                  </a:moveTo>
                  <a:lnTo>
                    <a:pt x="379" y="11984"/>
                  </a:lnTo>
                  <a:cubicBezTo>
                    <a:pt x="379" y="12195"/>
                    <a:pt x="210" y="12363"/>
                    <a:pt x="0" y="12363"/>
                  </a:cubicBezTo>
                  <a:lnTo>
                    <a:pt x="1136" y="12363"/>
                  </a:lnTo>
                  <a:cubicBezTo>
                    <a:pt x="1325" y="12363"/>
                    <a:pt x="1493" y="12195"/>
                    <a:pt x="1493" y="11984"/>
                  </a:cubicBezTo>
                  <a:lnTo>
                    <a:pt x="1493" y="1"/>
                  </a:lnTo>
                  <a:close/>
                </a:path>
              </a:pathLst>
            </a:custGeom>
            <a:solidFill>
              <a:srgbClr val="C1CED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692" name="Google Shape;11692;p42"/>
            <p:cNvSpPr/>
            <p:nvPr/>
          </p:nvSpPr>
          <p:spPr>
            <a:xfrm>
              <a:off x="4077103" y="2171242"/>
              <a:ext cx="28987" cy="156148"/>
            </a:xfrm>
            <a:custGeom>
              <a:rect b="b" l="l" r="r" t="t"/>
              <a:pathLst>
                <a:path extrusionOk="0" h="10429" w="1936">
                  <a:moveTo>
                    <a:pt x="548" y="1"/>
                  </a:moveTo>
                  <a:cubicBezTo>
                    <a:pt x="358" y="1"/>
                    <a:pt x="169" y="43"/>
                    <a:pt x="1" y="106"/>
                  </a:cubicBezTo>
                  <a:cubicBezTo>
                    <a:pt x="484" y="337"/>
                    <a:pt x="800" y="821"/>
                    <a:pt x="800" y="1367"/>
                  </a:cubicBezTo>
                  <a:lnTo>
                    <a:pt x="800" y="10072"/>
                  </a:lnTo>
                  <a:cubicBezTo>
                    <a:pt x="800" y="10282"/>
                    <a:pt x="632" y="10429"/>
                    <a:pt x="442" y="10429"/>
                  </a:cubicBezTo>
                  <a:lnTo>
                    <a:pt x="1557" y="10429"/>
                  </a:lnTo>
                  <a:cubicBezTo>
                    <a:pt x="1767" y="10429"/>
                    <a:pt x="1935" y="10282"/>
                    <a:pt x="1935" y="10072"/>
                  </a:cubicBezTo>
                  <a:lnTo>
                    <a:pt x="1935" y="1367"/>
                  </a:lnTo>
                  <a:cubicBezTo>
                    <a:pt x="1914" y="611"/>
                    <a:pt x="1304" y="1"/>
                    <a:pt x="548" y="1"/>
                  </a:cubicBezTo>
                  <a:close/>
                </a:path>
              </a:pathLst>
            </a:custGeom>
            <a:solidFill>
              <a:srgbClr val="A2B5C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693" name="Google Shape;11693;p42"/>
            <p:cNvSpPr/>
            <p:nvPr/>
          </p:nvSpPr>
          <p:spPr>
            <a:xfrm>
              <a:off x="4132516" y="2171242"/>
              <a:ext cx="28972" cy="156148"/>
            </a:xfrm>
            <a:custGeom>
              <a:rect b="b" l="l" r="r" t="t"/>
              <a:pathLst>
                <a:path extrusionOk="0" h="10429" w="1935">
                  <a:moveTo>
                    <a:pt x="568" y="1"/>
                  </a:moveTo>
                  <a:cubicBezTo>
                    <a:pt x="379" y="1"/>
                    <a:pt x="168" y="43"/>
                    <a:pt x="0" y="106"/>
                  </a:cubicBezTo>
                  <a:cubicBezTo>
                    <a:pt x="484" y="337"/>
                    <a:pt x="799" y="821"/>
                    <a:pt x="799" y="1367"/>
                  </a:cubicBezTo>
                  <a:lnTo>
                    <a:pt x="799" y="10072"/>
                  </a:lnTo>
                  <a:cubicBezTo>
                    <a:pt x="799" y="10282"/>
                    <a:pt x="652" y="10429"/>
                    <a:pt x="442" y="10429"/>
                  </a:cubicBezTo>
                  <a:lnTo>
                    <a:pt x="1556" y="10429"/>
                  </a:lnTo>
                  <a:cubicBezTo>
                    <a:pt x="1766" y="10429"/>
                    <a:pt x="1934" y="10282"/>
                    <a:pt x="1934" y="10072"/>
                  </a:cubicBezTo>
                  <a:lnTo>
                    <a:pt x="1934" y="1367"/>
                  </a:lnTo>
                  <a:cubicBezTo>
                    <a:pt x="1913" y="611"/>
                    <a:pt x="1325" y="1"/>
                    <a:pt x="568" y="1"/>
                  </a:cubicBezTo>
                  <a:close/>
                </a:path>
              </a:pathLst>
            </a:custGeom>
            <a:solidFill>
              <a:srgbClr val="A2B5C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694" name="Google Shape;11694;p42"/>
            <p:cNvSpPr/>
            <p:nvPr/>
          </p:nvSpPr>
          <p:spPr>
            <a:xfrm>
              <a:off x="4188228" y="2171242"/>
              <a:ext cx="28657" cy="156148"/>
            </a:xfrm>
            <a:custGeom>
              <a:rect b="b" l="l" r="r" t="t"/>
              <a:pathLst>
                <a:path extrusionOk="0" h="10429" w="1914">
                  <a:moveTo>
                    <a:pt x="547" y="1"/>
                  </a:moveTo>
                  <a:cubicBezTo>
                    <a:pt x="358" y="1"/>
                    <a:pt x="169" y="43"/>
                    <a:pt x="0" y="106"/>
                  </a:cubicBezTo>
                  <a:cubicBezTo>
                    <a:pt x="484" y="337"/>
                    <a:pt x="799" y="821"/>
                    <a:pt x="799" y="1367"/>
                  </a:cubicBezTo>
                  <a:lnTo>
                    <a:pt x="799" y="10072"/>
                  </a:lnTo>
                  <a:cubicBezTo>
                    <a:pt x="799" y="10282"/>
                    <a:pt x="631" y="10429"/>
                    <a:pt x="421" y="10429"/>
                  </a:cubicBezTo>
                  <a:lnTo>
                    <a:pt x="1556" y="10429"/>
                  </a:lnTo>
                  <a:cubicBezTo>
                    <a:pt x="1767" y="10429"/>
                    <a:pt x="1914" y="10282"/>
                    <a:pt x="1914" y="10072"/>
                  </a:cubicBezTo>
                  <a:lnTo>
                    <a:pt x="1914" y="1367"/>
                  </a:lnTo>
                  <a:cubicBezTo>
                    <a:pt x="1914" y="611"/>
                    <a:pt x="1304" y="1"/>
                    <a:pt x="547" y="1"/>
                  </a:cubicBezTo>
                  <a:close/>
                </a:path>
              </a:pathLst>
            </a:custGeom>
            <a:solidFill>
              <a:srgbClr val="A2B5C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695" name="Google Shape;11695;p42"/>
            <p:cNvSpPr/>
            <p:nvPr/>
          </p:nvSpPr>
          <p:spPr>
            <a:xfrm>
              <a:off x="4255590" y="1952149"/>
              <a:ext cx="48810" cy="64232"/>
            </a:xfrm>
            <a:custGeom>
              <a:rect b="b" l="l" r="r" t="t"/>
              <a:pathLst>
                <a:path extrusionOk="0" h="4290" w="3260">
                  <a:moveTo>
                    <a:pt x="1" y="1"/>
                  </a:moveTo>
                  <a:cubicBezTo>
                    <a:pt x="1178" y="1"/>
                    <a:pt x="2145" y="968"/>
                    <a:pt x="2145" y="2145"/>
                  </a:cubicBezTo>
                  <a:cubicBezTo>
                    <a:pt x="2145" y="3323"/>
                    <a:pt x="1178" y="4290"/>
                    <a:pt x="1" y="4290"/>
                  </a:cubicBezTo>
                  <a:lnTo>
                    <a:pt x="1115" y="4290"/>
                  </a:lnTo>
                  <a:cubicBezTo>
                    <a:pt x="2292" y="4290"/>
                    <a:pt x="3259" y="3323"/>
                    <a:pt x="3259" y="2145"/>
                  </a:cubicBezTo>
                  <a:cubicBezTo>
                    <a:pt x="3259" y="968"/>
                    <a:pt x="2292" y="1"/>
                    <a:pt x="1115" y="1"/>
                  </a:cubicBezTo>
                  <a:close/>
                </a:path>
              </a:pathLst>
            </a:custGeom>
            <a:solidFill>
              <a:srgbClr val="A2B5C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696" name="Google Shape;11696;p42"/>
            <p:cNvSpPr/>
            <p:nvPr/>
          </p:nvSpPr>
          <p:spPr>
            <a:xfrm>
              <a:off x="3988346" y="2010706"/>
              <a:ext cx="307865" cy="98235"/>
            </a:xfrm>
            <a:custGeom>
              <a:rect b="b" l="l" r="r" t="t"/>
              <a:pathLst>
                <a:path extrusionOk="0" h="6561" w="20562">
                  <a:moveTo>
                    <a:pt x="3280" y="0"/>
                  </a:moveTo>
                  <a:cubicBezTo>
                    <a:pt x="1472" y="0"/>
                    <a:pt x="0" y="1472"/>
                    <a:pt x="0" y="3280"/>
                  </a:cubicBezTo>
                  <a:cubicBezTo>
                    <a:pt x="0" y="5088"/>
                    <a:pt x="1472" y="6560"/>
                    <a:pt x="3280" y="6560"/>
                  </a:cubicBezTo>
                  <a:lnTo>
                    <a:pt x="17282" y="6560"/>
                  </a:lnTo>
                  <a:cubicBezTo>
                    <a:pt x="19090" y="6560"/>
                    <a:pt x="20562" y="5088"/>
                    <a:pt x="20562" y="3280"/>
                  </a:cubicBezTo>
                  <a:cubicBezTo>
                    <a:pt x="20562" y="1472"/>
                    <a:pt x="19090" y="0"/>
                    <a:pt x="17282" y="0"/>
                  </a:cubicBezTo>
                  <a:close/>
                </a:path>
              </a:pathLst>
            </a:custGeom>
            <a:solidFill>
              <a:srgbClr val="C1CED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697" name="Google Shape;11697;p42"/>
            <p:cNvSpPr/>
            <p:nvPr/>
          </p:nvSpPr>
          <p:spPr>
            <a:xfrm>
              <a:off x="4230092" y="2010706"/>
              <a:ext cx="66119" cy="98549"/>
            </a:xfrm>
            <a:custGeom>
              <a:rect b="b" l="l" r="r" t="t"/>
              <a:pathLst>
                <a:path extrusionOk="0" h="6582" w="4416">
                  <a:moveTo>
                    <a:pt x="1" y="0"/>
                  </a:moveTo>
                  <a:cubicBezTo>
                    <a:pt x="1830" y="0"/>
                    <a:pt x="3281" y="1472"/>
                    <a:pt x="3281" y="3301"/>
                  </a:cubicBezTo>
                  <a:cubicBezTo>
                    <a:pt x="3281" y="5109"/>
                    <a:pt x="1830" y="6581"/>
                    <a:pt x="1" y="6581"/>
                  </a:cubicBezTo>
                  <a:lnTo>
                    <a:pt x="1136" y="6581"/>
                  </a:lnTo>
                  <a:cubicBezTo>
                    <a:pt x="2944" y="6581"/>
                    <a:pt x="4416" y="5109"/>
                    <a:pt x="4416" y="3301"/>
                  </a:cubicBezTo>
                  <a:cubicBezTo>
                    <a:pt x="4416" y="1472"/>
                    <a:pt x="2944" y="0"/>
                    <a:pt x="1136" y="0"/>
                  </a:cubicBezTo>
                  <a:close/>
                </a:path>
              </a:pathLst>
            </a:custGeom>
            <a:solidFill>
              <a:srgbClr val="B6C5D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698" name="Google Shape;11698;p42"/>
            <p:cNvSpPr/>
            <p:nvPr/>
          </p:nvSpPr>
          <p:spPr>
            <a:xfrm>
              <a:off x="3982671" y="2005346"/>
              <a:ext cx="318899" cy="109254"/>
            </a:xfrm>
            <a:custGeom>
              <a:rect b="b" l="l" r="r" t="t"/>
              <a:pathLst>
                <a:path extrusionOk="0" h="7297" w="21299">
                  <a:moveTo>
                    <a:pt x="3659" y="1"/>
                  </a:moveTo>
                  <a:cubicBezTo>
                    <a:pt x="1640" y="1"/>
                    <a:pt x="1" y="1641"/>
                    <a:pt x="1" y="3638"/>
                  </a:cubicBezTo>
                  <a:cubicBezTo>
                    <a:pt x="1" y="5657"/>
                    <a:pt x="1640" y="7296"/>
                    <a:pt x="3659" y="7296"/>
                  </a:cubicBezTo>
                  <a:lnTo>
                    <a:pt x="3911" y="7296"/>
                  </a:lnTo>
                  <a:lnTo>
                    <a:pt x="3911" y="6561"/>
                  </a:lnTo>
                  <a:lnTo>
                    <a:pt x="3659" y="6561"/>
                  </a:lnTo>
                  <a:cubicBezTo>
                    <a:pt x="3633" y="6561"/>
                    <a:pt x="3607" y="6562"/>
                    <a:pt x="3582" y="6562"/>
                  </a:cubicBezTo>
                  <a:cubicBezTo>
                    <a:pt x="1976" y="6562"/>
                    <a:pt x="652" y="5273"/>
                    <a:pt x="652" y="3638"/>
                  </a:cubicBezTo>
                  <a:cubicBezTo>
                    <a:pt x="652" y="2024"/>
                    <a:pt x="1976" y="736"/>
                    <a:pt x="3582" y="736"/>
                  </a:cubicBezTo>
                  <a:cubicBezTo>
                    <a:pt x="3607" y="736"/>
                    <a:pt x="3633" y="736"/>
                    <a:pt x="3659" y="737"/>
                  </a:cubicBezTo>
                  <a:lnTo>
                    <a:pt x="17661" y="737"/>
                  </a:lnTo>
                  <a:cubicBezTo>
                    <a:pt x="17687" y="736"/>
                    <a:pt x="17713" y="736"/>
                    <a:pt x="17738" y="736"/>
                  </a:cubicBezTo>
                  <a:cubicBezTo>
                    <a:pt x="19344" y="736"/>
                    <a:pt x="20668" y="2024"/>
                    <a:pt x="20668" y="3638"/>
                  </a:cubicBezTo>
                  <a:cubicBezTo>
                    <a:pt x="20668" y="5273"/>
                    <a:pt x="19344" y="6562"/>
                    <a:pt x="17738" y="6562"/>
                  </a:cubicBezTo>
                  <a:cubicBezTo>
                    <a:pt x="17713" y="6562"/>
                    <a:pt x="17687" y="6561"/>
                    <a:pt x="17661" y="6561"/>
                  </a:cubicBezTo>
                  <a:lnTo>
                    <a:pt x="17409" y="6561"/>
                  </a:lnTo>
                  <a:lnTo>
                    <a:pt x="17409" y="7296"/>
                  </a:lnTo>
                  <a:lnTo>
                    <a:pt x="17661" y="7296"/>
                  </a:lnTo>
                  <a:cubicBezTo>
                    <a:pt x="19679" y="7296"/>
                    <a:pt x="21298" y="5657"/>
                    <a:pt x="21298" y="3638"/>
                  </a:cubicBezTo>
                  <a:cubicBezTo>
                    <a:pt x="21298" y="1641"/>
                    <a:pt x="19679" y="1"/>
                    <a:pt x="17661" y="1"/>
                  </a:cubicBezTo>
                  <a:close/>
                </a:path>
              </a:pathLst>
            </a:custGeom>
            <a:solidFill>
              <a:srgbClr val="E2E8E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699" name="Google Shape;11699;p42"/>
            <p:cNvSpPr/>
            <p:nvPr/>
          </p:nvSpPr>
          <p:spPr>
            <a:xfrm>
              <a:off x="4014158" y="2043871"/>
              <a:ext cx="65175" cy="71045"/>
            </a:xfrm>
            <a:custGeom>
              <a:rect b="b" l="l" r="r" t="t"/>
              <a:pathLst>
                <a:path extrusionOk="0" h="4745" w="4353">
                  <a:moveTo>
                    <a:pt x="2040" y="1"/>
                  </a:moveTo>
                  <a:cubicBezTo>
                    <a:pt x="1575" y="1"/>
                    <a:pt x="1108" y="165"/>
                    <a:pt x="736" y="498"/>
                  </a:cubicBezTo>
                  <a:cubicBezTo>
                    <a:pt x="63" y="1086"/>
                    <a:pt x="0" y="2137"/>
                    <a:pt x="610" y="2810"/>
                  </a:cubicBezTo>
                  <a:cubicBezTo>
                    <a:pt x="687" y="2892"/>
                    <a:pt x="776" y="2927"/>
                    <a:pt x="863" y="2927"/>
                  </a:cubicBezTo>
                  <a:cubicBezTo>
                    <a:pt x="1133" y="2927"/>
                    <a:pt x="1379" y="2597"/>
                    <a:pt x="1156" y="2327"/>
                  </a:cubicBezTo>
                  <a:cubicBezTo>
                    <a:pt x="820" y="1948"/>
                    <a:pt x="841" y="1381"/>
                    <a:pt x="1219" y="1044"/>
                  </a:cubicBezTo>
                  <a:cubicBezTo>
                    <a:pt x="1452" y="841"/>
                    <a:pt x="1743" y="740"/>
                    <a:pt x="2032" y="740"/>
                  </a:cubicBezTo>
                  <a:cubicBezTo>
                    <a:pt x="2370" y="740"/>
                    <a:pt x="2706" y="877"/>
                    <a:pt x="2943" y="1149"/>
                  </a:cubicBezTo>
                  <a:cubicBezTo>
                    <a:pt x="3532" y="1822"/>
                    <a:pt x="3490" y="2852"/>
                    <a:pt x="2817" y="3483"/>
                  </a:cubicBezTo>
                  <a:cubicBezTo>
                    <a:pt x="2460" y="3798"/>
                    <a:pt x="1997" y="3967"/>
                    <a:pt x="1535" y="4009"/>
                  </a:cubicBezTo>
                  <a:cubicBezTo>
                    <a:pt x="1072" y="4051"/>
                    <a:pt x="1093" y="4702"/>
                    <a:pt x="1556" y="4744"/>
                  </a:cubicBezTo>
                  <a:lnTo>
                    <a:pt x="1577" y="4744"/>
                  </a:lnTo>
                  <a:cubicBezTo>
                    <a:pt x="2208" y="4702"/>
                    <a:pt x="2817" y="4450"/>
                    <a:pt x="3301" y="4030"/>
                  </a:cubicBezTo>
                  <a:cubicBezTo>
                    <a:pt x="4268" y="3147"/>
                    <a:pt x="4352" y="1633"/>
                    <a:pt x="3490" y="645"/>
                  </a:cubicBezTo>
                  <a:cubicBezTo>
                    <a:pt x="3108" y="218"/>
                    <a:pt x="2575" y="1"/>
                    <a:pt x="2040" y="1"/>
                  </a:cubicBezTo>
                  <a:close/>
                </a:path>
              </a:pathLst>
            </a:custGeom>
            <a:solidFill>
              <a:srgbClr val="E2E8E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700" name="Google Shape;11700;p42"/>
            <p:cNvSpPr/>
            <p:nvPr/>
          </p:nvSpPr>
          <p:spPr>
            <a:xfrm>
              <a:off x="4204908" y="2043751"/>
              <a:ext cx="65490" cy="71164"/>
            </a:xfrm>
            <a:custGeom>
              <a:rect b="b" l="l" r="r" t="t"/>
              <a:pathLst>
                <a:path extrusionOk="0" h="4753" w="4374">
                  <a:moveTo>
                    <a:pt x="2332" y="0"/>
                  </a:moveTo>
                  <a:cubicBezTo>
                    <a:pt x="1794" y="0"/>
                    <a:pt x="1258" y="223"/>
                    <a:pt x="863" y="653"/>
                  </a:cubicBezTo>
                  <a:cubicBezTo>
                    <a:pt x="1" y="1641"/>
                    <a:pt x="85" y="3134"/>
                    <a:pt x="1073" y="4017"/>
                  </a:cubicBezTo>
                  <a:cubicBezTo>
                    <a:pt x="1536" y="4458"/>
                    <a:pt x="2145" y="4710"/>
                    <a:pt x="2797" y="4752"/>
                  </a:cubicBezTo>
                  <a:lnTo>
                    <a:pt x="2818" y="4752"/>
                  </a:lnTo>
                  <a:lnTo>
                    <a:pt x="2818" y="4731"/>
                  </a:lnTo>
                  <a:cubicBezTo>
                    <a:pt x="3260" y="4710"/>
                    <a:pt x="3281" y="4059"/>
                    <a:pt x="2839" y="3996"/>
                  </a:cubicBezTo>
                  <a:cubicBezTo>
                    <a:pt x="2356" y="3975"/>
                    <a:pt x="1914" y="3785"/>
                    <a:pt x="1557" y="3470"/>
                  </a:cubicBezTo>
                  <a:cubicBezTo>
                    <a:pt x="884" y="2860"/>
                    <a:pt x="821" y="1830"/>
                    <a:pt x="1409" y="1136"/>
                  </a:cubicBezTo>
                  <a:cubicBezTo>
                    <a:pt x="1656" y="868"/>
                    <a:pt x="1986" y="730"/>
                    <a:pt x="2316" y="730"/>
                  </a:cubicBezTo>
                  <a:cubicBezTo>
                    <a:pt x="2607" y="730"/>
                    <a:pt x="2898" y="836"/>
                    <a:pt x="3133" y="1052"/>
                  </a:cubicBezTo>
                  <a:cubicBezTo>
                    <a:pt x="3512" y="1368"/>
                    <a:pt x="3554" y="1956"/>
                    <a:pt x="3217" y="2314"/>
                  </a:cubicBezTo>
                  <a:cubicBezTo>
                    <a:pt x="2949" y="2597"/>
                    <a:pt x="3214" y="2952"/>
                    <a:pt x="3495" y="2952"/>
                  </a:cubicBezTo>
                  <a:cubicBezTo>
                    <a:pt x="3589" y="2952"/>
                    <a:pt x="3685" y="2913"/>
                    <a:pt x="3764" y="2818"/>
                  </a:cubicBezTo>
                  <a:cubicBezTo>
                    <a:pt x="4374" y="2124"/>
                    <a:pt x="4311" y="1094"/>
                    <a:pt x="3638" y="506"/>
                  </a:cubicBezTo>
                  <a:cubicBezTo>
                    <a:pt x="3259" y="165"/>
                    <a:pt x="2794" y="0"/>
                    <a:pt x="2332" y="0"/>
                  </a:cubicBezTo>
                  <a:close/>
                </a:path>
              </a:pathLst>
            </a:custGeom>
            <a:solidFill>
              <a:srgbClr val="E2E8E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1701" name="Google Shape;11701;p42"/>
          <p:cNvGrpSpPr/>
          <p:nvPr/>
        </p:nvGrpSpPr>
        <p:grpSpPr>
          <a:xfrm>
            <a:off x="1341612" y="3157055"/>
            <a:ext cx="259399" cy="370525"/>
            <a:chOff x="1341612" y="3340055"/>
            <a:chExt cx="259399" cy="370525"/>
          </a:xfrm>
        </p:grpSpPr>
        <p:sp>
          <p:nvSpPr>
            <p:cNvPr id="11702" name="Google Shape;11702;p42"/>
            <p:cNvSpPr/>
            <p:nvPr/>
          </p:nvSpPr>
          <p:spPr>
            <a:xfrm>
              <a:off x="1383954" y="3340055"/>
              <a:ext cx="43615" cy="35664"/>
            </a:xfrm>
            <a:custGeom>
              <a:rect b="b" l="l" r="r" t="t"/>
              <a:pathLst>
                <a:path extrusionOk="0" h="2382" w="2913">
                  <a:moveTo>
                    <a:pt x="999" y="0"/>
                  </a:moveTo>
                  <a:cubicBezTo>
                    <a:pt x="452" y="0"/>
                    <a:pt x="11" y="442"/>
                    <a:pt x="11" y="989"/>
                  </a:cubicBezTo>
                  <a:lnTo>
                    <a:pt x="11" y="2019"/>
                  </a:lnTo>
                  <a:cubicBezTo>
                    <a:pt x="0" y="2260"/>
                    <a:pt x="179" y="2381"/>
                    <a:pt x="360" y="2381"/>
                  </a:cubicBezTo>
                  <a:cubicBezTo>
                    <a:pt x="542" y="2381"/>
                    <a:pt x="726" y="2260"/>
                    <a:pt x="726" y="2019"/>
                  </a:cubicBezTo>
                  <a:lnTo>
                    <a:pt x="726" y="989"/>
                  </a:lnTo>
                  <a:cubicBezTo>
                    <a:pt x="726" y="841"/>
                    <a:pt x="852" y="736"/>
                    <a:pt x="999" y="736"/>
                  </a:cubicBezTo>
                  <a:lnTo>
                    <a:pt x="1924" y="736"/>
                  </a:lnTo>
                  <a:cubicBezTo>
                    <a:pt x="2071" y="736"/>
                    <a:pt x="2197" y="841"/>
                    <a:pt x="2197" y="989"/>
                  </a:cubicBezTo>
                  <a:lnTo>
                    <a:pt x="2197" y="2019"/>
                  </a:lnTo>
                  <a:cubicBezTo>
                    <a:pt x="2197" y="2260"/>
                    <a:pt x="2376" y="2381"/>
                    <a:pt x="2555" y="2381"/>
                  </a:cubicBezTo>
                  <a:cubicBezTo>
                    <a:pt x="2733" y="2381"/>
                    <a:pt x="2912" y="2260"/>
                    <a:pt x="2912" y="2019"/>
                  </a:cubicBezTo>
                  <a:lnTo>
                    <a:pt x="2912" y="989"/>
                  </a:lnTo>
                  <a:cubicBezTo>
                    <a:pt x="2912" y="442"/>
                    <a:pt x="2471" y="0"/>
                    <a:pt x="1924" y="0"/>
                  </a:cubicBezTo>
                  <a:close/>
                </a:path>
              </a:pathLst>
            </a:custGeom>
            <a:solidFill>
              <a:srgbClr val="344D6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703" name="Google Shape;11703;p42"/>
            <p:cNvSpPr/>
            <p:nvPr/>
          </p:nvSpPr>
          <p:spPr>
            <a:xfrm>
              <a:off x="1363966" y="3403329"/>
              <a:ext cx="237045" cy="307251"/>
            </a:xfrm>
            <a:custGeom>
              <a:rect b="b" l="l" r="r" t="t"/>
              <a:pathLst>
                <a:path extrusionOk="0" h="20521" w="15832">
                  <a:moveTo>
                    <a:pt x="736" y="0"/>
                  </a:moveTo>
                  <a:cubicBezTo>
                    <a:pt x="337" y="0"/>
                    <a:pt x="0" y="337"/>
                    <a:pt x="0" y="757"/>
                  </a:cubicBezTo>
                  <a:lnTo>
                    <a:pt x="0" y="19763"/>
                  </a:lnTo>
                  <a:cubicBezTo>
                    <a:pt x="0" y="20184"/>
                    <a:pt x="337" y="20520"/>
                    <a:pt x="736" y="20520"/>
                  </a:cubicBezTo>
                  <a:lnTo>
                    <a:pt x="15075" y="20520"/>
                  </a:lnTo>
                  <a:cubicBezTo>
                    <a:pt x="15495" y="20520"/>
                    <a:pt x="15832" y="20184"/>
                    <a:pt x="15832" y="19763"/>
                  </a:cubicBezTo>
                  <a:lnTo>
                    <a:pt x="15832" y="757"/>
                  </a:lnTo>
                  <a:cubicBezTo>
                    <a:pt x="15832" y="337"/>
                    <a:pt x="15495" y="0"/>
                    <a:pt x="15075" y="0"/>
                  </a:cubicBezTo>
                  <a:close/>
                </a:path>
              </a:pathLst>
            </a:custGeom>
            <a:solidFill>
              <a:srgbClr val="EEF1F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704" name="Google Shape;11704;p42"/>
            <p:cNvSpPr/>
            <p:nvPr/>
          </p:nvSpPr>
          <p:spPr>
            <a:xfrm>
              <a:off x="1341612" y="3371841"/>
              <a:ext cx="237045" cy="306936"/>
            </a:xfrm>
            <a:custGeom>
              <a:rect b="b" l="l" r="r" t="t"/>
              <a:pathLst>
                <a:path extrusionOk="0" h="20500" w="15832">
                  <a:moveTo>
                    <a:pt x="736" y="1"/>
                  </a:moveTo>
                  <a:cubicBezTo>
                    <a:pt x="337" y="1"/>
                    <a:pt x="1" y="337"/>
                    <a:pt x="1" y="737"/>
                  </a:cubicBezTo>
                  <a:lnTo>
                    <a:pt x="1" y="19764"/>
                  </a:lnTo>
                  <a:cubicBezTo>
                    <a:pt x="1" y="20163"/>
                    <a:pt x="337" y="20500"/>
                    <a:pt x="736" y="20500"/>
                  </a:cubicBezTo>
                  <a:lnTo>
                    <a:pt x="15075" y="20500"/>
                  </a:lnTo>
                  <a:cubicBezTo>
                    <a:pt x="15495" y="20500"/>
                    <a:pt x="15832" y="20163"/>
                    <a:pt x="15832" y="19743"/>
                  </a:cubicBezTo>
                  <a:lnTo>
                    <a:pt x="15832" y="737"/>
                  </a:lnTo>
                  <a:cubicBezTo>
                    <a:pt x="15832" y="337"/>
                    <a:pt x="15495" y="1"/>
                    <a:pt x="15075" y="1"/>
                  </a:cubicBezTo>
                  <a:close/>
                </a:path>
              </a:pathLst>
            </a:custGeom>
            <a:solidFill>
              <a:srgbClr val="FBFCF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705" name="Google Shape;11705;p42"/>
            <p:cNvSpPr/>
            <p:nvPr/>
          </p:nvSpPr>
          <p:spPr>
            <a:xfrm>
              <a:off x="1556303" y="3371841"/>
              <a:ext cx="22354" cy="306936"/>
            </a:xfrm>
            <a:custGeom>
              <a:rect b="b" l="l" r="r" t="t"/>
              <a:pathLst>
                <a:path extrusionOk="0" h="20500" w="1493">
                  <a:moveTo>
                    <a:pt x="0" y="1"/>
                  </a:moveTo>
                  <a:lnTo>
                    <a:pt x="0" y="20500"/>
                  </a:lnTo>
                  <a:lnTo>
                    <a:pt x="736" y="20500"/>
                  </a:lnTo>
                  <a:cubicBezTo>
                    <a:pt x="1156" y="20500"/>
                    <a:pt x="1493" y="20163"/>
                    <a:pt x="1493" y="19743"/>
                  </a:cubicBezTo>
                  <a:lnTo>
                    <a:pt x="1493" y="737"/>
                  </a:lnTo>
                  <a:cubicBezTo>
                    <a:pt x="1493" y="337"/>
                    <a:pt x="1156" y="1"/>
                    <a:pt x="736" y="1"/>
                  </a:cubicBezTo>
                  <a:close/>
                </a:path>
              </a:pathLst>
            </a:custGeom>
            <a:solidFill>
              <a:srgbClr val="F5F7F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706" name="Google Shape;11706;p42"/>
            <p:cNvSpPr/>
            <p:nvPr/>
          </p:nvSpPr>
          <p:spPr>
            <a:xfrm>
              <a:off x="1379387" y="3455583"/>
              <a:ext cx="44708" cy="44708"/>
            </a:xfrm>
            <a:custGeom>
              <a:rect b="b" l="l" r="r" t="t"/>
              <a:pathLst>
                <a:path extrusionOk="0" h="2986" w="2986">
                  <a:moveTo>
                    <a:pt x="190" y="0"/>
                  </a:moveTo>
                  <a:cubicBezTo>
                    <a:pt x="85" y="0"/>
                    <a:pt x="0" y="84"/>
                    <a:pt x="0" y="190"/>
                  </a:cubicBezTo>
                  <a:lnTo>
                    <a:pt x="0" y="2797"/>
                  </a:lnTo>
                  <a:cubicBezTo>
                    <a:pt x="0" y="2902"/>
                    <a:pt x="85" y="2986"/>
                    <a:pt x="190" y="2986"/>
                  </a:cubicBezTo>
                  <a:lnTo>
                    <a:pt x="2797" y="2986"/>
                  </a:lnTo>
                  <a:cubicBezTo>
                    <a:pt x="2902" y="2986"/>
                    <a:pt x="2986" y="2902"/>
                    <a:pt x="2986" y="2797"/>
                  </a:cubicBezTo>
                  <a:lnTo>
                    <a:pt x="2986" y="190"/>
                  </a:lnTo>
                  <a:cubicBezTo>
                    <a:pt x="2986" y="84"/>
                    <a:pt x="2902" y="0"/>
                    <a:pt x="2797" y="0"/>
                  </a:cubicBezTo>
                  <a:close/>
                </a:path>
              </a:pathLst>
            </a:custGeom>
            <a:solidFill>
              <a:srgbClr val="D1DBE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707" name="Google Shape;11707;p42"/>
            <p:cNvSpPr/>
            <p:nvPr/>
          </p:nvSpPr>
          <p:spPr>
            <a:xfrm>
              <a:off x="1379387" y="3527975"/>
              <a:ext cx="44708" cy="44723"/>
            </a:xfrm>
            <a:custGeom>
              <a:rect b="b" l="l" r="r" t="t"/>
              <a:pathLst>
                <a:path extrusionOk="0" h="2987" w="2986">
                  <a:moveTo>
                    <a:pt x="190" y="1"/>
                  </a:moveTo>
                  <a:cubicBezTo>
                    <a:pt x="85" y="1"/>
                    <a:pt x="0" y="85"/>
                    <a:pt x="0" y="190"/>
                  </a:cubicBezTo>
                  <a:lnTo>
                    <a:pt x="0" y="2776"/>
                  </a:lnTo>
                  <a:cubicBezTo>
                    <a:pt x="0" y="2881"/>
                    <a:pt x="85" y="2986"/>
                    <a:pt x="190" y="2986"/>
                  </a:cubicBezTo>
                  <a:lnTo>
                    <a:pt x="2797" y="2986"/>
                  </a:lnTo>
                  <a:cubicBezTo>
                    <a:pt x="2902" y="2986"/>
                    <a:pt x="2986" y="2881"/>
                    <a:pt x="2986" y="2776"/>
                  </a:cubicBezTo>
                  <a:lnTo>
                    <a:pt x="2986" y="190"/>
                  </a:lnTo>
                  <a:cubicBezTo>
                    <a:pt x="2986" y="85"/>
                    <a:pt x="2902" y="1"/>
                    <a:pt x="2797" y="1"/>
                  </a:cubicBezTo>
                  <a:close/>
                </a:path>
              </a:pathLst>
            </a:custGeom>
            <a:solidFill>
              <a:srgbClr val="B2C2C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708" name="Google Shape;11708;p42"/>
            <p:cNvSpPr/>
            <p:nvPr/>
          </p:nvSpPr>
          <p:spPr>
            <a:xfrm>
              <a:off x="1379387" y="3600067"/>
              <a:ext cx="44708" cy="44708"/>
            </a:xfrm>
            <a:custGeom>
              <a:rect b="b" l="l" r="r" t="t"/>
              <a:pathLst>
                <a:path extrusionOk="0" h="2986" w="2986">
                  <a:moveTo>
                    <a:pt x="190" y="1"/>
                  </a:moveTo>
                  <a:cubicBezTo>
                    <a:pt x="85" y="1"/>
                    <a:pt x="0" y="85"/>
                    <a:pt x="0" y="211"/>
                  </a:cubicBezTo>
                  <a:lnTo>
                    <a:pt x="0" y="2797"/>
                  </a:lnTo>
                  <a:cubicBezTo>
                    <a:pt x="0" y="2902"/>
                    <a:pt x="85" y="2986"/>
                    <a:pt x="190" y="2986"/>
                  </a:cubicBezTo>
                  <a:lnTo>
                    <a:pt x="2797" y="2986"/>
                  </a:lnTo>
                  <a:cubicBezTo>
                    <a:pt x="2902" y="2986"/>
                    <a:pt x="2986" y="2902"/>
                    <a:pt x="2986" y="2797"/>
                  </a:cubicBezTo>
                  <a:lnTo>
                    <a:pt x="2986" y="211"/>
                  </a:lnTo>
                  <a:cubicBezTo>
                    <a:pt x="2986" y="85"/>
                    <a:pt x="2902" y="1"/>
                    <a:pt x="2797" y="1"/>
                  </a:cubicBezTo>
                  <a:close/>
                </a:path>
              </a:pathLst>
            </a:custGeom>
            <a:solidFill>
              <a:srgbClr val="BECBD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709" name="Google Shape;11709;p42"/>
            <p:cNvSpPr/>
            <p:nvPr/>
          </p:nvSpPr>
          <p:spPr>
            <a:xfrm>
              <a:off x="1444233" y="3459041"/>
              <a:ext cx="103894" cy="11035"/>
            </a:xfrm>
            <a:custGeom>
              <a:rect b="b" l="l" r="r" t="t"/>
              <a:pathLst>
                <a:path extrusionOk="0" h="737" w="6939">
                  <a:moveTo>
                    <a:pt x="484" y="1"/>
                  </a:moveTo>
                  <a:cubicBezTo>
                    <a:pt x="0" y="1"/>
                    <a:pt x="0" y="736"/>
                    <a:pt x="484" y="736"/>
                  </a:cubicBezTo>
                  <a:lnTo>
                    <a:pt x="6455" y="736"/>
                  </a:lnTo>
                  <a:cubicBezTo>
                    <a:pt x="6939" y="736"/>
                    <a:pt x="6939" y="1"/>
                    <a:pt x="6455" y="1"/>
                  </a:cubicBezTo>
                  <a:close/>
                </a:path>
              </a:pathLst>
            </a:custGeom>
            <a:solidFill>
              <a:srgbClr val="546C8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710" name="Google Shape;11710;p42"/>
            <p:cNvSpPr/>
            <p:nvPr/>
          </p:nvSpPr>
          <p:spPr>
            <a:xfrm>
              <a:off x="1444233" y="3482967"/>
              <a:ext cx="103894" cy="10720"/>
            </a:xfrm>
            <a:custGeom>
              <a:rect b="b" l="l" r="r" t="t"/>
              <a:pathLst>
                <a:path extrusionOk="0" h="716" w="6939">
                  <a:moveTo>
                    <a:pt x="484" y="0"/>
                  </a:moveTo>
                  <a:cubicBezTo>
                    <a:pt x="0" y="0"/>
                    <a:pt x="0" y="715"/>
                    <a:pt x="484" y="715"/>
                  </a:cubicBezTo>
                  <a:lnTo>
                    <a:pt x="6455" y="715"/>
                  </a:lnTo>
                  <a:cubicBezTo>
                    <a:pt x="6939" y="715"/>
                    <a:pt x="6939" y="0"/>
                    <a:pt x="6455" y="0"/>
                  </a:cubicBezTo>
                  <a:close/>
                </a:path>
              </a:pathLst>
            </a:custGeom>
            <a:solidFill>
              <a:srgbClr val="546C8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711" name="Google Shape;11711;p42"/>
            <p:cNvSpPr/>
            <p:nvPr/>
          </p:nvSpPr>
          <p:spPr>
            <a:xfrm>
              <a:off x="1444233" y="3531433"/>
              <a:ext cx="103894" cy="10735"/>
            </a:xfrm>
            <a:custGeom>
              <a:rect b="b" l="l" r="r" t="t"/>
              <a:pathLst>
                <a:path extrusionOk="0" h="717" w="6939">
                  <a:moveTo>
                    <a:pt x="464" y="1"/>
                  </a:moveTo>
                  <a:cubicBezTo>
                    <a:pt x="1" y="1"/>
                    <a:pt x="7" y="716"/>
                    <a:pt x="484" y="716"/>
                  </a:cubicBezTo>
                  <a:lnTo>
                    <a:pt x="6455" y="716"/>
                  </a:lnTo>
                  <a:cubicBezTo>
                    <a:pt x="6939" y="716"/>
                    <a:pt x="6939" y="1"/>
                    <a:pt x="6455" y="1"/>
                  </a:cubicBezTo>
                  <a:lnTo>
                    <a:pt x="484" y="1"/>
                  </a:lnTo>
                  <a:cubicBezTo>
                    <a:pt x="477" y="1"/>
                    <a:pt x="471" y="1"/>
                    <a:pt x="464" y="1"/>
                  </a:cubicBezTo>
                  <a:close/>
                </a:path>
              </a:pathLst>
            </a:custGeom>
            <a:solidFill>
              <a:srgbClr val="546C8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712" name="Google Shape;11712;p42"/>
            <p:cNvSpPr/>
            <p:nvPr/>
          </p:nvSpPr>
          <p:spPr>
            <a:xfrm>
              <a:off x="1444233" y="3555359"/>
              <a:ext cx="103894" cy="10720"/>
            </a:xfrm>
            <a:custGeom>
              <a:rect b="b" l="l" r="r" t="t"/>
              <a:pathLst>
                <a:path extrusionOk="0" h="716" w="6939">
                  <a:moveTo>
                    <a:pt x="464" y="1"/>
                  </a:moveTo>
                  <a:cubicBezTo>
                    <a:pt x="1" y="1"/>
                    <a:pt x="7" y="716"/>
                    <a:pt x="484" y="716"/>
                  </a:cubicBezTo>
                  <a:lnTo>
                    <a:pt x="6455" y="716"/>
                  </a:lnTo>
                  <a:cubicBezTo>
                    <a:pt x="6939" y="716"/>
                    <a:pt x="6939" y="1"/>
                    <a:pt x="6455" y="1"/>
                  </a:cubicBezTo>
                  <a:lnTo>
                    <a:pt x="484" y="1"/>
                  </a:lnTo>
                  <a:cubicBezTo>
                    <a:pt x="477" y="1"/>
                    <a:pt x="471" y="1"/>
                    <a:pt x="464" y="1"/>
                  </a:cubicBezTo>
                  <a:close/>
                </a:path>
              </a:pathLst>
            </a:custGeom>
            <a:solidFill>
              <a:srgbClr val="546C8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713" name="Google Shape;11713;p42"/>
            <p:cNvSpPr/>
            <p:nvPr/>
          </p:nvSpPr>
          <p:spPr>
            <a:xfrm>
              <a:off x="1444233" y="3603526"/>
              <a:ext cx="103894" cy="11035"/>
            </a:xfrm>
            <a:custGeom>
              <a:rect b="b" l="l" r="r" t="t"/>
              <a:pathLst>
                <a:path extrusionOk="0" h="737" w="6939">
                  <a:moveTo>
                    <a:pt x="484" y="1"/>
                  </a:moveTo>
                  <a:cubicBezTo>
                    <a:pt x="0" y="1"/>
                    <a:pt x="0" y="737"/>
                    <a:pt x="484" y="737"/>
                  </a:cubicBezTo>
                  <a:lnTo>
                    <a:pt x="6455" y="737"/>
                  </a:lnTo>
                  <a:cubicBezTo>
                    <a:pt x="6939" y="737"/>
                    <a:pt x="6939" y="1"/>
                    <a:pt x="6455" y="1"/>
                  </a:cubicBezTo>
                  <a:close/>
                </a:path>
              </a:pathLst>
            </a:custGeom>
            <a:solidFill>
              <a:srgbClr val="546C8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714" name="Google Shape;11714;p42"/>
            <p:cNvSpPr/>
            <p:nvPr/>
          </p:nvSpPr>
          <p:spPr>
            <a:xfrm>
              <a:off x="1444233" y="3627452"/>
              <a:ext cx="103894" cy="11035"/>
            </a:xfrm>
            <a:custGeom>
              <a:rect b="b" l="l" r="r" t="t"/>
              <a:pathLst>
                <a:path extrusionOk="0" h="737" w="6939">
                  <a:moveTo>
                    <a:pt x="484" y="1"/>
                  </a:moveTo>
                  <a:cubicBezTo>
                    <a:pt x="0" y="1"/>
                    <a:pt x="0" y="736"/>
                    <a:pt x="484" y="736"/>
                  </a:cubicBezTo>
                  <a:lnTo>
                    <a:pt x="6455" y="736"/>
                  </a:lnTo>
                  <a:cubicBezTo>
                    <a:pt x="6939" y="736"/>
                    <a:pt x="6939" y="1"/>
                    <a:pt x="6455" y="1"/>
                  </a:cubicBezTo>
                  <a:close/>
                </a:path>
              </a:pathLst>
            </a:custGeom>
            <a:solidFill>
              <a:srgbClr val="546C8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715" name="Google Shape;11715;p42"/>
            <p:cNvSpPr/>
            <p:nvPr/>
          </p:nvSpPr>
          <p:spPr>
            <a:xfrm>
              <a:off x="1390183" y="3448845"/>
              <a:ext cx="55413" cy="37087"/>
            </a:xfrm>
            <a:custGeom>
              <a:rect b="b" l="l" r="r" t="t"/>
              <a:pathLst>
                <a:path extrusionOk="0" h="2477" w="3701">
                  <a:moveTo>
                    <a:pt x="3156" y="0"/>
                  </a:moveTo>
                  <a:cubicBezTo>
                    <a:pt x="3077" y="0"/>
                    <a:pt x="2995" y="28"/>
                    <a:pt x="2917" y="93"/>
                  </a:cubicBezTo>
                  <a:lnTo>
                    <a:pt x="1130" y="1607"/>
                  </a:lnTo>
                  <a:lnTo>
                    <a:pt x="772" y="1228"/>
                  </a:lnTo>
                  <a:cubicBezTo>
                    <a:pt x="722" y="1155"/>
                    <a:pt x="653" y="1124"/>
                    <a:pt x="580" y="1124"/>
                  </a:cubicBezTo>
                  <a:cubicBezTo>
                    <a:pt x="319" y="1124"/>
                    <a:pt x="0" y="1515"/>
                    <a:pt x="247" y="1712"/>
                  </a:cubicBezTo>
                  <a:lnTo>
                    <a:pt x="856" y="2364"/>
                  </a:lnTo>
                  <a:cubicBezTo>
                    <a:pt x="922" y="2440"/>
                    <a:pt x="1010" y="2477"/>
                    <a:pt x="1103" y="2477"/>
                  </a:cubicBezTo>
                  <a:cubicBezTo>
                    <a:pt x="1189" y="2477"/>
                    <a:pt x="1280" y="2445"/>
                    <a:pt x="1361" y="2385"/>
                  </a:cubicBezTo>
                  <a:lnTo>
                    <a:pt x="3400" y="640"/>
                  </a:lnTo>
                  <a:cubicBezTo>
                    <a:pt x="3701" y="406"/>
                    <a:pt x="3458" y="0"/>
                    <a:pt x="3156" y="0"/>
                  </a:cubicBezTo>
                  <a:close/>
                </a:path>
              </a:pathLst>
            </a:custGeom>
            <a:solidFill>
              <a:srgbClr val="546C8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716" name="Google Shape;11716;p42"/>
            <p:cNvSpPr/>
            <p:nvPr/>
          </p:nvSpPr>
          <p:spPr>
            <a:xfrm>
              <a:off x="1390183" y="3521686"/>
              <a:ext cx="54874" cy="37147"/>
            </a:xfrm>
            <a:custGeom>
              <a:rect b="b" l="l" r="r" t="t"/>
              <a:pathLst>
                <a:path extrusionOk="0" h="2481" w="3665">
                  <a:moveTo>
                    <a:pt x="3137" y="0"/>
                  </a:moveTo>
                  <a:cubicBezTo>
                    <a:pt x="3064" y="0"/>
                    <a:pt x="2988" y="25"/>
                    <a:pt x="2917" y="85"/>
                  </a:cubicBezTo>
                  <a:lnTo>
                    <a:pt x="2917" y="106"/>
                  </a:lnTo>
                  <a:lnTo>
                    <a:pt x="1130" y="1619"/>
                  </a:lnTo>
                  <a:lnTo>
                    <a:pt x="772" y="1220"/>
                  </a:lnTo>
                  <a:cubicBezTo>
                    <a:pt x="722" y="1146"/>
                    <a:pt x="653" y="1116"/>
                    <a:pt x="580" y="1116"/>
                  </a:cubicBezTo>
                  <a:cubicBezTo>
                    <a:pt x="319" y="1116"/>
                    <a:pt x="0" y="1506"/>
                    <a:pt x="247" y="1703"/>
                  </a:cubicBezTo>
                  <a:lnTo>
                    <a:pt x="856" y="2355"/>
                  </a:lnTo>
                  <a:cubicBezTo>
                    <a:pt x="927" y="2437"/>
                    <a:pt x="1023" y="2480"/>
                    <a:pt x="1124" y="2480"/>
                  </a:cubicBezTo>
                  <a:cubicBezTo>
                    <a:pt x="1204" y="2480"/>
                    <a:pt x="1286" y="2453"/>
                    <a:pt x="1361" y="2397"/>
                  </a:cubicBezTo>
                  <a:lnTo>
                    <a:pt x="3379" y="652"/>
                  </a:lnTo>
                  <a:cubicBezTo>
                    <a:pt x="3665" y="400"/>
                    <a:pt x="3427" y="0"/>
                    <a:pt x="3137" y="0"/>
                  </a:cubicBezTo>
                  <a:close/>
                </a:path>
              </a:pathLst>
            </a:custGeom>
            <a:solidFill>
              <a:srgbClr val="546C8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717" name="Google Shape;11717;p42"/>
            <p:cNvSpPr/>
            <p:nvPr/>
          </p:nvSpPr>
          <p:spPr>
            <a:xfrm>
              <a:off x="1390183" y="3595216"/>
              <a:ext cx="55413" cy="37267"/>
            </a:xfrm>
            <a:custGeom>
              <a:rect b="b" l="l" r="r" t="t"/>
              <a:pathLst>
                <a:path extrusionOk="0" h="2489" w="3701">
                  <a:moveTo>
                    <a:pt x="3155" y="1"/>
                  </a:moveTo>
                  <a:cubicBezTo>
                    <a:pt x="3077" y="1"/>
                    <a:pt x="2995" y="28"/>
                    <a:pt x="2917" y="93"/>
                  </a:cubicBezTo>
                  <a:lnTo>
                    <a:pt x="2917" y="114"/>
                  </a:lnTo>
                  <a:lnTo>
                    <a:pt x="1130" y="1628"/>
                  </a:lnTo>
                  <a:lnTo>
                    <a:pt x="772" y="1229"/>
                  </a:lnTo>
                  <a:cubicBezTo>
                    <a:pt x="722" y="1155"/>
                    <a:pt x="653" y="1125"/>
                    <a:pt x="580" y="1125"/>
                  </a:cubicBezTo>
                  <a:cubicBezTo>
                    <a:pt x="319" y="1125"/>
                    <a:pt x="0" y="1515"/>
                    <a:pt x="247" y="1712"/>
                  </a:cubicBezTo>
                  <a:lnTo>
                    <a:pt x="856" y="2364"/>
                  </a:lnTo>
                  <a:cubicBezTo>
                    <a:pt x="927" y="2446"/>
                    <a:pt x="1023" y="2489"/>
                    <a:pt x="1124" y="2489"/>
                  </a:cubicBezTo>
                  <a:cubicBezTo>
                    <a:pt x="1204" y="2489"/>
                    <a:pt x="1286" y="2462"/>
                    <a:pt x="1361" y="2406"/>
                  </a:cubicBezTo>
                  <a:lnTo>
                    <a:pt x="3400" y="661"/>
                  </a:lnTo>
                  <a:cubicBezTo>
                    <a:pt x="3701" y="410"/>
                    <a:pt x="3458" y="1"/>
                    <a:pt x="3155" y="1"/>
                  </a:cubicBezTo>
                  <a:close/>
                </a:path>
              </a:pathLst>
            </a:custGeom>
            <a:solidFill>
              <a:srgbClr val="546C8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718" name="Google Shape;11718;p42"/>
            <p:cNvSpPr/>
            <p:nvPr/>
          </p:nvSpPr>
          <p:spPr>
            <a:xfrm>
              <a:off x="1368682" y="3362409"/>
              <a:ext cx="74309" cy="38734"/>
            </a:xfrm>
            <a:custGeom>
              <a:rect b="b" l="l" r="r" t="t"/>
              <a:pathLst>
                <a:path extrusionOk="0" h="2587" w="4963">
                  <a:moveTo>
                    <a:pt x="736" y="0"/>
                  </a:moveTo>
                  <a:cubicBezTo>
                    <a:pt x="316" y="0"/>
                    <a:pt x="1" y="336"/>
                    <a:pt x="1" y="736"/>
                  </a:cubicBezTo>
                  <a:lnTo>
                    <a:pt x="1" y="2250"/>
                  </a:lnTo>
                  <a:cubicBezTo>
                    <a:pt x="1" y="2439"/>
                    <a:pt x="148" y="2586"/>
                    <a:pt x="337" y="2586"/>
                  </a:cubicBezTo>
                  <a:lnTo>
                    <a:pt x="4626" y="2586"/>
                  </a:lnTo>
                  <a:cubicBezTo>
                    <a:pt x="4815" y="2586"/>
                    <a:pt x="4962" y="2439"/>
                    <a:pt x="4962" y="2250"/>
                  </a:cubicBezTo>
                  <a:lnTo>
                    <a:pt x="4962" y="736"/>
                  </a:lnTo>
                  <a:cubicBezTo>
                    <a:pt x="4962" y="336"/>
                    <a:pt x="4647" y="0"/>
                    <a:pt x="4227" y="0"/>
                  </a:cubicBezTo>
                  <a:close/>
                </a:path>
              </a:pathLst>
            </a:custGeom>
            <a:solidFill>
              <a:srgbClr val="546C8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719" name="Google Shape;11719;p42"/>
            <p:cNvSpPr/>
            <p:nvPr/>
          </p:nvSpPr>
          <p:spPr>
            <a:xfrm>
              <a:off x="1409602" y="3362409"/>
              <a:ext cx="33389" cy="38734"/>
            </a:xfrm>
            <a:custGeom>
              <a:rect b="b" l="l" r="r" t="t"/>
              <a:pathLst>
                <a:path extrusionOk="0" h="2587" w="2230">
                  <a:moveTo>
                    <a:pt x="1" y="0"/>
                  </a:moveTo>
                  <a:cubicBezTo>
                    <a:pt x="400" y="0"/>
                    <a:pt x="737" y="336"/>
                    <a:pt x="737" y="736"/>
                  </a:cubicBezTo>
                  <a:lnTo>
                    <a:pt x="737" y="2250"/>
                  </a:lnTo>
                  <a:cubicBezTo>
                    <a:pt x="737" y="2439"/>
                    <a:pt x="589" y="2586"/>
                    <a:pt x="400" y="2586"/>
                  </a:cubicBezTo>
                  <a:lnTo>
                    <a:pt x="1893" y="2586"/>
                  </a:lnTo>
                  <a:cubicBezTo>
                    <a:pt x="2082" y="2586"/>
                    <a:pt x="2229" y="2439"/>
                    <a:pt x="2229" y="2250"/>
                  </a:cubicBezTo>
                  <a:lnTo>
                    <a:pt x="2229" y="736"/>
                  </a:lnTo>
                  <a:cubicBezTo>
                    <a:pt x="2229" y="336"/>
                    <a:pt x="1893" y="0"/>
                    <a:pt x="1494" y="0"/>
                  </a:cubicBezTo>
                  <a:close/>
                </a:path>
              </a:pathLst>
            </a:custGeom>
            <a:solidFill>
              <a:srgbClr val="435D7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1720" name="Google Shape;11720;p42"/>
          <p:cNvGrpSpPr/>
          <p:nvPr/>
        </p:nvGrpSpPr>
        <p:grpSpPr>
          <a:xfrm>
            <a:off x="2179892" y="3661972"/>
            <a:ext cx="351629" cy="282382"/>
            <a:chOff x="2179892" y="3844972"/>
            <a:chExt cx="351629" cy="282382"/>
          </a:xfrm>
        </p:grpSpPr>
        <p:sp>
          <p:nvSpPr>
            <p:cNvPr id="11721" name="Google Shape;11721;p42"/>
            <p:cNvSpPr/>
            <p:nvPr/>
          </p:nvSpPr>
          <p:spPr>
            <a:xfrm>
              <a:off x="2179892" y="3844972"/>
              <a:ext cx="70206" cy="282381"/>
            </a:xfrm>
            <a:custGeom>
              <a:rect b="b" l="l" r="r" t="t"/>
              <a:pathLst>
                <a:path extrusionOk="0" h="18860" w="4689">
                  <a:moveTo>
                    <a:pt x="0" y="0"/>
                  </a:moveTo>
                  <a:lnTo>
                    <a:pt x="0" y="18859"/>
                  </a:lnTo>
                  <a:lnTo>
                    <a:pt x="4689" y="18859"/>
                  </a:lnTo>
                  <a:lnTo>
                    <a:pt x="4689" y="11732"/>
                  </a:lnTo>
                  <a:lnTo>
                    <a:pt x="4689" y="0"/>
                  </a:lnTo>
                  <a:close/>
                </a:path>
              </a:pathLst>
            </a:custGeom>
            <a:solidFill>
              <a:srgbClr val="F7F9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722" name="Google Shape;11722;p42"/>
            <p:cNvSpPr/>
            <p:nvPr/>
          </p:nvSpPr>
          <p:spPr>
            <a:xfrm>
              <a:off x="2179892" y="3844972"/>
              <a:ext cx="15751" cy="282381"/>
            </a:xfrm>
            <a:custGeom>
              <a:rect b="b" l="l" r="r" t="t"/>
              <a:pathLst>
                <a:path extrusionOk="0" h="18860" w="1052">
                  <a:moveTo>
                    <a:pt x="0" y="0"/>
                  </a:moveTo>
                  <a:lnTo>
                    <a:pt x="0" y="18859"/>
                  </a:lnTo>
                  <a:lnTo>
                    <a:pt x="1052" y="18859"/>
                  </a:lnTo>
                  <a:lnTo>
                    <a:pt x="1052" y="0"/>
                  </a:lnTo>
                  <a:close/>
                </a:path>
              </a:pathLst>
            </a:custGeom>
            <a:solidFill>
              <a:srgbClr val="EEF1F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723" name="Google Shape;11723;p42"/>
            <p:cNvSpPr/>
            <p:nvPr/>
          </p:nvSpPr>
          <p:spPr>
            <a:xfrm>
              <a:off x="2250083" y="3844972"/>
              <a:ext cx="70535" cy="282381"/>
            </a:xfrm>
            <a:custGeom>
              <a:rect b="b" l="l" r="r" t="t"/>
              <a:pathLst>
                <a:path extrusionOk="0" h="18860" w="4711">
                  <a:moveTo>
                    <a:pt x="1" y="0"/>
                  </a:moveTo>
                  <a:lnTo>
                    <a:pt x="1" y="11732"/>
                  </a:lnTo>
                  <a:lnTo>
                    <a:pt x="1" y="18859"/>
                  </a:lnTo>
                  <a:lnTo>
                    <a:pt x="4710" y="18859"/>
                  </a:lnTo>
                  <a:lnTo>
                    <a:pt x="4710" y="0"/>
                  </a:lnTo>
                  <a:close/>
                </a:path>
              </a:pathLst>
            </a:custGeom>
            <a:solidFill>
              <a:srgbClr val="F7F9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724" name="Google Shape;11724;p42"/>
            <p:cNvSpPr/>
            <p:nvPr/>
          </p:nvSpPr>
          <p:spPr>
            <a:xfrm>
              <a:off x="2250083" y="3844972"/>
              <a:ext cx="16065" cy="282381"/>
            </a:xfrm>
            <a:custGeom>
              <a:rect b="b" l="l" r="r" t="t"/>
              <a:pathLst>
                <a:path extrusionOk="0" h="18860" w="1073">
                  <a:moveTo>
                    <a:pt x="1" y="0"/>
                  </a:moveTo>
                  <a:lnTo>
                    <a:pt x="1" y="18859"/>
                  </a:lnTo>
                  <a:lnTo>
                    <a:pt x="1073" y="18859"/>
                  </a:lnTo>
                  <a:lnTo>
                    <a:pt x="1073" y="0"/>
                  </a:lnTo>
                  <a:close/>
                </a:path>
              </a:pathLst>
            </a:custGeom>
            <a:solidFill>
              <a:srgbClr val="EEF1F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725" name="Google Shape;11725;p42"/>
            <p:cNvSpPr/>
            <p:nvPr/>
          </p:nvSpPr>
          <p:spPr>
            <a:xfrm>
              <a:off x="2320604" y="3844972"/>
              <a:ext cx="70206" cy="282381"/>
            </a:xfrm>
            <a:custGeom>
              <a:rect b="b" l="l" r="r" t="t"/>
              <a:pathLst>
                <a:path extrusionOk="0" h="18860" w="4689">
                  <a:moveTo>
                    <a:pt x="0" y="0"/>
                  </a:moveTo>
                  <a:lnTo>
                    <a:pt x="0" y="18859"/>
                  </a:lnTo>
                  <a:lnTo>
                    <a:pt x="4689" y="18859"/>
                  </a:lnTo>
                  <a:lnTo>
                    <a:pt x="4689" y="11732"/>
                  </a:lnTo>
                  <a:lnTo>
                    <a:pt x="4689" y="0"/>
                  </a:lnTo>
                  <a:close/>
                </a:path>
              </a:pathLst>
            </a:custGeom>
            <a:solidFill>
              <a:srgbClr val="F7F9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726" name="Google Shape;11726;p42"/>
            <p:cNvSpPr/>
            <p:nvPr/>
          </p:nvSpPr>
          <p:spPr>
            <a:xfrm>
              <a:off x="2390795" y="3844972"/>
              <a:ext cx="70535" cy="282381"/>
            </a:xfrm>
            <a:custGeom>
              <a:rect b="b" l="l" r="r" t="t"/>
              <a:pathLst>
                <a:path extrusionOk="0" h="18860" w="4711">
                  <a:moveTo>
                    <a:pt x="1" y="0"/>
                  </a:moveTo>
                  <a:lnTo>
                    <a:pt x="1" y="18859"/>
                  </a:lnTo>
                  <a:lnTo>
                    <a:pt x="4710" y="18859"/>
                  </a:lnTo>
                  <a:lnTo>
                    <a:pt x="4710" y="0"/>
                  </a:lnTo>
                  <a:close/>
                </a:path>
              </a:pathLst>
            </a:custGeom>
            <a:solidFill>
              <a:srgbClr val="F7F9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727" name="Google Shape;11727;p42"/>
            <p:cNvSpPr/>
            <p:nvPr/>
          </p:nvSpPr>
          <p:spPr>
            <a:xfrm>
              <a:off x="2461315" y="3844972"/>
              <a:ext cx="70206" cy="282381"/>
            </a:xfrm>
            <a:custGeom>
              <a:rect b="b" l="l" r="r" t="t"/>
              <a:pathLst>
                <a:path extrusionOk="0" h="18860" w="4689">
                  <a:moveTo>
                    <a:pt x="0" y="0"/>
                  </a:moveTo>
                  <a:lnTo>
                    <a:pt x="0" y="11732"/>
                  </a:lnTo>
                  <a:lnTo>
                    <a:pt x="0" y="18859"/>
                  </a:lnTo>
                  <a:lnTo>
                    <a:pt x="4688" y="18859"/>
                  </a:lnTo>
                  <a:lnTo>
                    <a:pt x="4688" y="0"/>
                  </a:lnTo>
                  <a:close/>
                </a:path>
              </a:pathLst>
            </a:custGeom>
            <a:solidFill>
              <a:srgbClr val="F7F9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728" name="Google Shape;11728;p42"/>
            <p:cNvSpPr/>
            <p:nvPr/>
          </p:nvSpPr>
          <p:spPr>
            <a:xfrm>
              <a:off x="2320604" y="3844972"/>
              <a:ext cx="15751" cy="282381"/>
            </a:xfrm>
            <a:custGeom>
              <a:rect b="b" l="l" r="r" t="t"/>
              <a:pathLst>
                <a:path extrusionOk="0" h="18860" w="1052">
                  <a:moveTo>
                    <a:pt x="0" y="0"/>
                  </a:moveTo>
                  <a:lnTo>
                    <a:pt x="0" y="18859"/>
                  </a:lnTo>
                  <a:lnTo>
                    <a:pt x="1051" y="18859"/>
                  </a:lnTo>
                  <a:lnTo>
                    <a:pt x="1051" y="0"/>
                  </a:lnTo>
                  <a:close/>
                </a:path>
              </a:pathLst>
            </a:custGeom>
            <a:solidFill>
              <a:srgbClr val="EEF1F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729" name="Google Shape;11729;p42"/>
            <p:cNvSpPr/>
            <p:nvPr/>
          </p:nvSpPr>
          <p:spPr>
            <a:xfrm>
              <a:off x="2390795" y="3844972"/>
              <a:ext cx="16065" cy="282381"/>
            </a:xfrm>
            <a:custGeom>
              <a:rect b="b" l="l" r="r" t="t"/>
              <a:pathLst>
                <a:path extrusionOk="0" h="18860" w="1073">
                  <a:moveTo>
                    <a:pt x="1" y="0"/>
                  </a:moveTo>
                  <a:lnTo>
                    <a:pt x="1" y="18859"/>
                  </a:lnTo>
                  <a:lnTo>
                    <a:pt x="1073" y="18859"/>
                  </a:lnTo>
                  <a:lnTo>
                    <a:pt x="1073" y="0"/>
                  </a:lnTo>
                  <a:close/>
                </a:path>
              </a:pathLst>
            </a:custGeom>
            <a:solidFill>
              <a:srgbClr val="EEF1F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730" name="Google Shape;11730;p42"/>
            <p:cNvSpPr/>
            <p:nvPr/>
          </p:nvSpPr>
          <p:spPr>
            <a:xfrm>
              <a:off x="2461315" y="3844972"/>
              <a:ext cx="15751" cy="282381"/>
            </a:xfrm>
            <a:custGeom>
              <a:rect b="b" l="l" r="r" t="t"/>
              <a:pathLst>
                <a:path extrusionOk="0" h="18860" w="1052">
                  <a:moveTo>
                    <a:pt x="0" y="0"/>
                  </a:moveTo>
                  <a:lnTo>
                    <a:pt x="0" y="18859"/>
                  </a:lnTo>
                  <a:lnTo>
                    <a:pt x="1051" y="18859"/>
                  </a:lnTo>
                  <a:lnTo>
                    <a:pt x="1051" y="0"/>
                  </a:lnTo>
                  <a:close/>
                </a:path>
              </a:pathLst>
            </a:custGeom>
            <a:solidFill>
              <a:srgbClr val="EEF1F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731" name="Google Shape;11731;p42"/>
            <p:cNvSpPr/>
            <p:nvPr/>
          </p:nvSpPr>
          <p:spPr>
            <a:xfrm>
              <a:off x="2229631" y="3844972"/>
              <a:ext cx="41249" cy="175672"/>
            </a:xfrm>
            <a:custGeom>
              <a:rect b="b" l="l" r="r" t="t"/>
              <a:pathLst>
                <a:path extrusionOk="0" h="11733" w="2755">
                  <a:moveTo>
                    <a:pt x="0" y="0"/>
                  </a:moveTo>
                  <a:lnTo>
                    <a:pt x="0" y="11732"/>
                  </a:lnTo>
                  <a:lnTo>
                    <a:pt x="2754" y="11732"/>
                  </a:lnTo>
                  <a:lnTo>
                    <a:pt x="2754" y="0"/>
                  </a:lnTo>
                  <a:close/>
                </a:path>
              </a:pathLst>
            </a:custGeom>
            <a:solidFill>
              <a:srgbClr val="2D476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732" name="Google Shape;11732;p42"/>
            <p:cNvSpPr/>
            <p:nvPr/>
          </p:nvSpPr>
          <p:spPr>
            <a:xfrm>
              <a:off x="2229631" y="3844972"/>
              <a:ext cx="13550" cy="175672"/>
            </a:xfrm>
            <a:custGeom>
              <a:rect b="b" l="l" r="r" t="t"/>
              <a:pathLst>
                <a:path extrusionOk="0" h="11733" w="905">
                  <a:moveTo>
                    <a:pt x="0" y="0"/>
                  </a:moveTo>
                  <a:lnTo>
                    <a:pt x="0" y="11732"/>
                  </a:lnTo>
                  <a:lnTo>
                    <a:pt x="904" y="11732"/>
                  </a:lnTo>
                  <a:lnTo>
                    <a:pt x="904" y="0"/>
                  </a:lnTo>
                  <a:close/>
                </a:path>
              </a:pathLst>
            </a:custGeom>
            <a:solidFill>
              <a:srgbClr val="E5EAE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733" name="Google Shape;11733;p42"/>
            <p:cNvSpPr/>
            <p:nvPr/>
          </p:nvSpPr>
          <p:spPr>
            <a:xfrm>
              <a:off x="2370342" y="3844972"/>
              <a:ext cx="41249" cy="175672"/>
            </a:xfrm>
            <a:custGeom>
              <a:rect b="b" l="l" r="r" t="t"/>
              <a:pathLst>
                <a:path extrusionOk="0" h="11733" w="2755">
                  <a:moveTo>
                    <a:pt x="0" y="0"/>
                  </a:moveTo>
                  <a:lnTo>
                    <a:pt x="0" y="11732"/>
                  </a:lnTo>
                  <a:lnTo>
                    <a:pt x="2754" y="11732"/>
                  </a:lnTo>
                  <a:lnTo>
                    <a:pt x="2754" y="0"/>
                  </a:lnTo>
                  <a:close/>
                </a:path>
              </a:pathLst>
            </a:custGeom>
            <a:solidFill>
              <a:srgbClr val="2D476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734" name="Google Shape;11734;p42"/>
            <p:cNvSpPr/>
            <p:nvPr/>
          </p:nvSpPr>
          <p:spPr>
            <a:xfrm>
              <a:off x="2370342" y="3844972"/>
              <a:ext cx="13550" cy="175672"/>
            </a:xfrm>
            <a:custGeom>
              <a:rect b="b" l="l" r="r" t="t"/>
              <a:pathLst>
                <a:path extrusionOk="0" h="11733" w="905">
                  <a:moveTo>
                    <a:pt x="0" y="0"/>
                  </a:moveTo>
                  <a:lnTo>
                    <a:pt x="0" y="11732"/>
                  </a:lnTo>
                  <a:lnTo>
                    <a:pt x="904" y="11732"/>
                  </a:lnTo>
                  <a:lnTo>
                    <a:pt x="904" y="0"/>
                  </a:lnTo>
                  <a:close/>
                </a:path>
              </a:pathLst>
            </a:custGeom>
            <a:solidFill>
              <a:srgbClr val="E5EAE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735" name="Google Shape;11735;p42"/>
            <p:cNvSpPr/>
            <p:nvPr/>
          </p:nvSpPr>
          <p:spPr>
            <a:xfrm>
              <a:off x="2440533" y="3844972"/>
              <a:ext cx="41249" cy="175672"/>
            </a:xfrm>
            <a:custGeom>
              <a:rect b="b" l="l" r="r" t="t"/>
              <a:pathLst>
                <a:path extrusionOk="0" h="11733" w="2755">
                  <a:moveTo>
                    <a:pt x="0" y="0"/>
                  </a:moveTo>
                  <a:lnTo>
                    <a:pt x="0" y="11732"/>
                  </a:lnTo>
                  <a:lnTo>
                    <a:pt x="2755" y="11732"/>
                  </a:lnTo>
                  <a:lnTo>
                    <a:pt x="2755" y="0"/>
                  </a:lnTo>
                  <a:close/>
                </a:path>
              </a:pathLst>
            </a:custGeom>
            <a:solidFill>
              <a:srgbClr val="2D476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736" name="Google Shape;11736;p42"/>
            <p:cNvSpPr/>
            <p:nvPr/>
          </p:nvSpPr>
          <p:spPr>
            <a:xfrm>
              <a:off x="2440533" y="3844972"/>
              <a:ext cx="13550" cy="175672"/>
            </a:xfrm>
            <a:custGeom>
              <a:rect b="b" l="l" r="r" t="t"/>
              <a:pathLst>
                <a:path extrusionOk="0" h="11733" w="905">
                  <a:moveTo>
                    <a:pt x="0" y="0"/>
                  </a:moveTo>
                  <a:lnTo>
                    <a:pt x="0" y="11732"/>
                  </a:lnTo>
                  <a:lnTo>
                    <a:pt x="905" y="11732"/>
                  </a:lnTo>
                  <a:lnTo>
                    <a:pt x="905" y="0"/>
                  </a:lnTo>
                  <a:close/>
                </a:path>
              </a:pathLst>
            </a:custGeom>
            <a:solidFill>
              <a:srgbClr val="E5EAE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737" name="Google Shape;11737;p42"/>
            <p:cNvSpPr/>
            <p:nvPr/>
          </p:nvSpPr>
          <p:spPr>
            <a:xfrm>
              <a:off x="2244738" y="3985684"/>
              <a:ext cx="10720" cy="141670"/>
            </a:xfrm>
            <a:custGeom>
              <a:rect b="b" l="l" r="r" t="t"/>
              <a:pathLst>
                <a:path extrusionOk="0" h="9462" w="716">
                  <a:moveTo>
                    <a:pt x="0" y="0"/>
                  </a:moveTo>
                  <a:lnTo>
                    <a:pt x="0" y="9461"/>
                  </a:lnTo>
                  <a:lnTo>
                    <a:pt x="715" y="9461"/>
                  </a:lnTo>
                  <a:lnTo>
                    <a:pt x="715" y="0"/>
                  </a:lnTo>
                  <a:close/>
                </a:path>
              </a:pathLst>
            </a:custGeom>
            <a:solidFill>
              <a:srgbClr val="2D476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738" name="Google Shape;11738;p42"/>
            <p:cNvSpPr/>
            <p:nvPr/>
          </p:nvSpPr>
          <p:spPr>
            <a:xfrm>
              <a:off x="2315244" y="3844972"/>
              <a:ext cx="10720" cy="282381"/>
            </a:xfrm>
            <a:custGeom>
              <a:rect b="b" l="l" r="r" t="t"/>
              <a:pathLst>
                <a:path extrusionOk="0" h="18860" w="716">
                  <a:moveTo>
                    <a:pt x="1" y="0"/>
                  </a:moveTo>
                  <a:lnTo>
                    <a:pt x="1" y="18859"/>
                  </a:lnTo>
                  <a:lnTo>
                    <a:pt x="716" y="18859"/>
                  </a:lnTo>
                  <a:lnTo>
                    <a:pt x="716" y="0"/>
                  </a:lnTo>
                  <a:close/>
                </a:path>
              </a:pathLst>
            </a:custGeom>
            <a:solidFill>
              <a:srgbClr val="2D476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739" name="Google Shape;11739;p42"/>
            <p:cNvSpPr/>
            <p:nvPr/>
          </p:nvSpPr>
          <p:spPr>
            <a:xfrm>
              <a:off x="2385450" y="3985684"/>
              <a:ext cx="10720" cy="141670"/>
            </a:xfrm>
            <a:custGeom>
              <a:rect b="b" l="l" r="r" t="t"/>
              <a:pathLst>
                <a:path extrusionOk="0" h="9462" w="716">
                  <a:moveTo>
                    <a:pt x="0" y="0"/>
                  </a:moveTo>
                  <a:lnTo>
                    <a:pt x="0" y="9461"/>
                  </a:lnTo>
                  <a:lnTo>
                    <a:pt x="715" y="9461"/>
                  </a:lnTo>
                  <a:lnTo>
                    <a:pt x="715" y="0"/>
                  </a:lnTo>
                  <a:close/>
                </a:path>
              </a:pathLst>
            </a:custGeom>
            <a:solidFill>
              <a:srgbClr val="2D476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740" name="Google Shape;11740;p42"/>
            <p:cNvSpPr/>
            <p:nvPr/>
          </p:nvSpPr>
          <p:spPr>
            <a:xfrm>
              <a:off x="2455955" y="3985684"/>
              <a:ext cx="10720" cy="141670"/>
            </a:xfrm>
            <a:custGeom>
              <a:rect b="b" l="l" r="r" t="t"/>
              <a:pathLst>
                <a:path extrusionOk="0" h="9462" w="716">
                  <a:moveTo>
                    <a:pt x="1" y="0"/>
                  </a:moveTo>
                  <a:lnTo>
                    <a:pt x="1" y="9461"/>
                  </a:lnTo>
                  <a:lnTo>
                    <a:pt x="715" y="9461"/>
                  </a:lnTo>
                  <a:lnTo>
                    <a:pt x="715" y="0"/>
                  </a:lnTo>
                  <a:close/>
                </a:path>
              </a:pathLst>
            </a:custGeom>
            <a:solidFill>
              <a:srgbClr val="2D476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1741" name="Google Shape;11741;p42"/>
          <p:cNvGrpSpPr/>
          <p:nvPr/>
        </p:nvGrpSpPr>
        <p:grpSpPr>
          <a:xfrm>
            <a:off x="3131170" y="3633884"/>
            <a:ext cx="220051" cy="338168"/>
            <a:chOff x="3131170" y="3816884"/>
            <a:chExt cx="220051" cy="338168"/>
          </a:xfrm>
        </p:grpSpPr>
        <p:sp>
          <p:nvSpPr>
            <p:cNvPr id="11742" name="Google Shape;11742;p42"/>
            <p:cNvSpPr/>
            <p:nvPr/>
          </p:nvSpPr>
          <p:spPr>
            <a:xfrm>
              <a:off x="3131170" y="3816884"/>
              <a:ext cx="220051" cy="258530"/>
            </a:xfrm>
            <a:custGeom>
              <a:rect b="b" l="l" r="r" t="t"/>
              <a:pathLst>
                <a:path extrusionOk="0" h="17267" w="14697">
                  <a:moveTo>
                    <a:pt x="7357" y="0"/>
                  </a:moveTo>
                  <a:cubicBezTo>
                    <a:pt x="7233" y="0"/>
                    <a:pt x="7107" y="58"/>
                    <a:pt x="7023" y="173"/>
                  </a:cubicBezTo>
                  <a:lnTo>
                    <a:pt x="295" y="10055"/>
                  </a:lnTo>
                  <a:cubicBezTo>
                    <a:pt x="1" y="10496"/>
                    <a:pt x="43" y="11085"/>
                    <a:pt x="421" y="11464"/>
                  </a:cubicBezTo>
                  <a:lnTo>
                    <a:pt x="3638" y="14701"/>
                  </a:lnTo>
                  <a:cubicBezTo>
                    <a:pt x="3827" y="14912"/>
                    <a:pt x="3932" y="15164"/>
                    <a:pt x="3932" y="15437"/>
                  </a:cubicBezTo>
                  <a:lnTo>
                    <a:pt x="3932" y="17266"/>
                  </a:lnTo>
                  <a:lnTo>
                    <a:pt x="10765" y="17266"/>
                  </a:lnTo>
                  <a:lnTo>
                    <a:pt x="10765" y="15437"/>
                  </a:lnTo>
                  <a:cubicBezTo>
                    <a:pt x="10765" y="15164"/>
                    <a:pt x="10870" y="14912"/>
                    <a:pt x="11060" y="14701"/>
                  </a:cubicBezTo>
                  <a:lnTo>
                    <a:pt x="14276" y="11464"/>
                  </a:lnTo>
                  <a:cubicBezTo>
                    <a:pt x="14655" y="11085"/>
                    <a:pt x="14697" y="10496"/>
                    <a:pt x="14402" y="10055"/>
                  </a:cubicBezTo>
                  <a:lnTo>
                    <a:pt x="7675" y="173"/>
                  </a:lnTo>
                  <a:cubicBezTo>
                    <a:pt x="7601" y="58"/>
                    <a:pt x="7480" y="0"/>
                    <a:pt x="7357" y="0"/>
                  </a:cubicBezTo>
                  <a:close/>
                </a:path>
              </a:pathLst>
            </a:custGeom>
            <a:solidFill>
              <a:srgbClr val="C1CED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743" name="Google Shape;11743;p42"/>
            <p:cNvSpPr/>
            <p:nvPr/>
          </p:nvSpPr>
          <p:spPr>
            <a:xfrm>
              <a:off x="3131170" y="3816884"/>
              <a:ext cx="118373" cy="258530"/>
            </a:xfrm>
            <a:custGeom>
              <a:rect b="b" l="l" r="r" t="t"/>
              <a:pathLst>
                <a:path extrusionOk="0" h="17267" w="7906">
                  <a:moveTo>
                    <a:pt x="7357" y="0"/>
                  </a:moveTo>
                  <a:cubicBezTo>
                    <a:pt x="7233" y="0"/>
                    <a:pt x="7107" y="58"/>
                    <a:pt x="7023" y="173"/>
                  </a:cubicBezTo>
                  <a:lnTo>
                    <a:pt x="295" y="10055"/>
                  </a:lnTo>
                  <a:cubicBezTo>
                    <a:pt x="1" y="10496"/>
                    <a:pt x="43" y="11085"/>
                    <a:pt x="421" y="11464"/>
                  </a:cubicBezTo>
                  <a:lnTo>
                    <a:pt x="3638" y="14701"/>
                  </a:lnTo>
                  <a:cubicBezTo>
                    <a:pt x="3827" y="14912"/>
                    <a:pt x="3932" y="15164"/>
                    <a:pt x="3932" y="15437"/>
                  </a:cubicBezTo>
                  <a:lnTo>
                    <a:pt x="3932" y="17266"/>
                  </a:lnTo>
                  <a:lnTo>
                    <a:pt x="5026" y="17266"/>
                  </a:lnTo>
                  <a:lnTo>
                    <a:pt x="5026" y="15437"/>
                  </a:lnTo>
                  <a:cubicBezTo>
                    <a:pt x="5026" y="15164"/>
                    <a:pt x="4921" y="14912"/>
                    <a:pt x="4731" y="14701"/>
                  </a:cubicBezTo>
                  <a:lnTo>
                    <a:pt x="1515" y="11464"/>
                  </a:lnTo>
                  <a:cubicBezTo>
                    <a:pt x="1157" y="11085"/>
                    <a:pt x="1094" y="10496"/>
                    <a:pt x="1388" y="10055"/>
                  </a:cubicBezTo>
                  <a:lnTo>
                    <a:pt x="7906" y="510"/>
                  </a:lnTo>
                  <a:lnTo>
                    <a:pt x="7675" y="173"/>
                  </a:lnTo>
                  <a:cubicBezTo>
                    <a:pt x="7601" y="58"/>
                    <a:pt x="7480" y="0"/>
                    <a:pt x="7357" y="0"/>
                  </a:cubicBezTo>
                  <a:close/>
                </a:path>
              </a:pathLst>
            </a:custGeom>
            <a:solidFill>
              <a:srgbClr val="ADBEC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744" name="Google Shape;11744;p42"/>
            <p:cNvSpPr/>
            <p:nvPr/>
          </p:nvSpPr>
          <p:spPr>
            <a:xfrm>
              <a:off x="3235049" y="3816884"/>
              <a:ext cx="12292" cy="179041"/>
            </a:xfrm>
            <a:custGeom>
              <a:rect b="b" l="l" r="r" t="t"/>
              <a:pathLst>
                <a:path extrusionOk="0" h="11958" w="821">
                  <a:moveTo>
                    <a:pt x="419" y="0"/>
                  </a:moveTo>
                  <a:cubicBezTo>
                    <a:pt x="295" y="0"/>
                    <a:pt x="169" y="58"/>
                    <a:pt x="85" y="173"/>
                  </a:cubicBezTo>
                  <a:lnTo>
                    <a:pt x="1" y="321"/>
                  </a:lnTo>
                  <a:lnTo>
                    <a:pt x="1" y="11548"/>
                  </a:lnTo>
                  <a:cubicBezTo>
                    <a:pt x="1" y="11821"/>
                    <a:pt x="206" y="11958"/>
                    <a:pt x="411" y="11958"/>
                  </a:cubicBezTo>
                  <a:cubicBezTo>
                    <a:pt x="616" y="11958"/>
                    <a:pt x="821" y="11821"/>
                    <a:pt x="821" y="11548"/>
                  </a:cubicBezTo>
                  <a:lnTo>
                    <a:pt x="821" y="321"/>
                  </a:lnTo>
                  <a:lnTo>
                    <a:pt x="737" y="173"/>
                  </a:lnTo>
                  <a:cubicBezTo>
                    <a:pt x="663" y="58"/>
                    <a:pt x="542" y="0"/>
                    <a:pt x="419" y="0"/>
                  </a:cubicBezTo>
                  <a:close/>
                </a:path>
              </a:pathLst>
            </a:custGeom>
            <a:solidFill>
              <a:srgbClr val="97ACB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745" name="Google Shape;11745;p42"/>
            <p:cNvSpPr/>
            <p:nvPr/>
          </p:nvSpPr>
          <p:spPr>
            <a:xfrm>
              <a:off x="3212396" y="3974350"/>
              <a:ext cx="57929" cy="30858"/>
            </a:xfrm>
            <a:custGeom>
              <a:rect b="b" l="l" r="r" t="t"/>
              <a:pathLst>
                <a:path extrusionOk="0" h="2061" w="3869">
                  <a:moveTo>
                    <a:pt x="1367" y="0"/>
                  </a:moveTo>
                  <a:cubicBezTo>
                    <a:pt x="0" y="0"/>
                    <a:pt x="0" y="2061"/>
                    <a:pt x="1367" y="2061"/>
                  </a:cubicBezTo>
                  <a:lnTo>
                    <a:pt x="2502" y="2061"/>
                  </a:lnTo>
                  <a:cubicBezTo>
                    <a:pt x="3869" y="2061"/>
                    <a:pt x="3869" y="0"/>
                    <a:pt x="2502" y="0"/>
                  </a:cubicBezTo>
                  <a:close/>
                </a:path>
              </a:pathLst>
            </a:custGeom>
            <a:solidFill>
              <a:srgbClr val="97ACB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746" name="Google Shape;11746;p42"/>
            <p:cNvSpPr/>
            <p:nvPr/>
          </p:nvSpPr>
          <p:spPr>
            <a:xfrm>
              <a:off x="3213339" y="3981597"/>
              <a:ext cx="56042" cy="23612"/>
            </a:xfrm>
            <a:custGeom>
              <a:rect b="b" l="l" r="r" t="t"/>
              <a:pathLst>
                <a:path extrusionOk="0" h="1577" w="3743">
                  <a:moveTo>
                    <a:pt x="442" y="0"/>
                  </a:moveTo>
                  <a:lnTo>
                    <a:pt x="442" y="0"/>
                  </a:lnTo>
                  <a:cubicBezTo>
                    <a:pt x="0" y="694"/>
                    <a:pt x="484" y="1577"/>
                    <a:pt x="1304" y="1577"/>
                  </a:cubicBezTo>
                  <a:lnTo>
                    <a:pt x="2439" y="1577"/>
                  </a:lnTo>
                  <a:cubicBezTo>
                    <a:pt x="3238" y="1577"/>
                    <a:pt x="3742" y="694"/>
                    <a:pt x="3301" y="0"/>
                  </a:cubicBezTo>
                  <a:lnTo>
                    <a:pt x="3301" y="0"/>
                  </a:lnTo>
                  <a:cubicBezTo>
                    <a:pt x="3112" y="294"/>
                    <a:pt x="2775" y="484"/>
                    <a:pt x="2439" y="484"/>
                  </a:cubicBezTo>
                  <a:lnTo>
                    <a:pt x="1304" y="484"/>
                  </a:lnTo>
                  <a:cubicBezTo>
                    <a:pt x="946" y="484"/>
                    <a:pt x="610" y="294"/>
                    <a:pt x="442" y="0"/>
                  </a:cubicBezTo>
                  <a:close/>
                </a:path>
              </a:pathLst>
            </a:custGeom>
            <a:solidFill>
              <a:srgbClr val="8297A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747" name="Google Shape;11747;p42"/>
            <p:cNvSpPr/>
            <p:nvPr/>
          </p:nvSpPr>
          <p:spPr>
            <a:xfrm>
              <a:off x="3199804" y="4118834"/>
              <a:ext cx="83112" cy="36218"/>
            </a:xfrm>
            <a:custGeom>
              <a:rect b="b" l="l" r="r" t="t"/>
              <a:pathLst>
                <a:path extrusionOk="0" h="2419" w="5551">
                  <a:moveTo>
                    <a:pt x="0" y="1"/>
                  </a:moveTo>
                  <a:lnTo>
                    <a:pt x="0" y="1830"/>
                  </a:lnTo>
                  <a:cubicBezTo>
                    <a:pt x="0" y="2145"/>
                    <a:pt x="252" y="2418"/>
                    <a:pt x="589" y="2418"/>
                  </a:cubicBezTo>
                  <a:lnTo>
                    <a:pt x="4962" y="2418"/>
                  </a:lnTo>
                  <a:cubicBezTo>
                    <a:pt x="5277" y="2418"/>
                    <a:pt x="5551" y="2145"/>
                    <a:pt x="5551" y="1830"/>
                  </a:cubicBezTo>
                  <a:lnTo>
                    <a:pt x="5551" y="1"/>
                  </a:lnTo>
                  <a:close/>
                </a:path>
              </a:pathLst>
            </a:custGeom>
            <a:solidFill>
              <a:srgbClr val="ECF0F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748" name="Google Shape;11748;p42"/>
            <p:cNvSpPr/>
            <p:nvPr/>
          </p:nvSpPr>
          <p:spPr>
            <a:xfrm>
              <a:off x="3199804" y="4118834"/>
              <a:ext cx="25199" cy="36218"/>
            </a:xfrm>
            <a:custGeom>
              <a:rect b="b" l="l" r="r" t="t"/>
              <a:pathLst>
                <a:path extrusionOk="0" h="2419" w="1683">
                  <a:moveTo>
                    <a:pt x="0" y="1"/>
                  </a:moveTo>
                  <a:lnTo>
                    <a:pt x="0" y="1830"/>
                  </a:lnTo>
                  <a:cubicBezTo>
                    <a:pt x="0" y="2145"/>
                    <a:pt x="252" y="2418"/>
                    <a:pt x="589" y="2418"/>
                  </a:cubicBezTo>
                  <a:lnTo>
                    <a:pt x="1682" y="2418"/>
                  </a:lnTo>
                  <a:cubicBezTo>
                    <a:pt x="1346" y="2418"/>
                    <a:pt x="1072" y="2145"/>
                    <a:pt x="1093" y="1830"/>
                  </a:cubicBezTo>
                  <a:lnTo>
                    <a:pt x="1093" y="1"/>
                  </a:lnTo>
                  <a:close/>
                </a:path>
              </a:pathLst>
            </a:custGeom>
            <a:solidFill>
              <a:srgbClr val="E0E6E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749" name="Google Shape;11749;p42"/>
            <p:cNvSpPr/>
            <p:nvPr/>
          </p:nvSpPr>
          <p:spPr>
            <a:xfrm>
              <a:off x="3176192" y="4074770"/>
              <a:ext cx="130021" cy="44708"/>
            </a:xfrm>
            <a:custGeom>
              <a:rect b="b" l="l" r="r" t="t"/>
              <a:pathLst>
                <a:path extrusionOk="0" h="2986" w="8684">
                  <a:moveTo>
                    <a:pt x="652" y="0"/>
                  </a:moveTo>
                  <a:cubicBezTo>
                    <a:pt x="295" y="0"/>
                    <a:pt x="0" y="295"/>
                    <a:pt x="0" y="652"/>
                  </a:cubicBezTo>
                  <a:lnTo>
                    <a:pt x="0" y="2334"/>
                  </a:lnTo>
                  <a:cubicBezTo>
                    <a:pt x="0" y="2691"/>
                    <a:pt x="295" y="2986"/>
                    <a:pt x="652" y="2986"/>
                  </a:cubicBezTo>
                  <a:lnTo>
                    <a:pt x="8011" y="2986"/>
                  </a:lnTo>
                  <a:cubicBezTo>
                    <a:pt x="8389" y="2986"/>
                    <a:pt x="8683" y="2691"/>
                    <a:pt x="8683" y="2334"/>
                  </a:cubicBezTo>
                  <a:lnTo>
                    <a:pt x="8683" y="673"/>
                  </a:lnTo>
                  <a:cubicBezTo>
                    <a:pt x="8683" y="295"/>
                    <a:pt x="8389" y="0"/>
                    <a:pt x="8011" y="0"/>
                  </a:cubicBezTo>
                  <a:close/>
                </a:path>
              </a:pathLst>
            </a:custGeom>
            <a:solidFill>
              <a:srgbClr val="E0E6E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750" name="Google Shape;11750;p42"/>
            <p:cNvSpPr/>
            <p:nvPr/>
          </p:nvSpPr>
          <p:spPr>
            <a:xfrm>
              <a:off x="3176192" y="4093336"/>
              <a:ext cx="130021" cy="26142"/>
            </a:xfrm>
            <a:custGeom>
              <a:rect b="b" l="l" r="r" t="t"/>
              <a:pathLst>
                <a:path extrusionOk="0" h="1746" w="8684">
                  <a:moveTo>
                    <a:pt x="0" y="1"/>
                  </a:moveTo>
                  <a:lnTo>
                    <a:pt x="0" y="1094"/>
                  </a:lnTo>
                  <a:cubicBezTo>
                    <a:pt x="0" y="1451"/>
                    <a:pt x="295" y="1746"/>
                    <a:pt x="652" y="1746"/>
                  </a:cubicBezTo>
                  <a:lnTo>
                    <a:pt x="8011" y="1746"/>
                  </a:lnTo>
                  <a:cubicBezTo>
                    <a:pt x="8389" y="1746"/>
                    <a:pt x="8683" y="1451"/>
                    <a:pt x="8683" y="1094"/>
                  </a:cubicBezTo>
                  <a:lnTo>
                    <a:pt x="8683" y="1"/>
                  </a:lnTo>
                  <a:cubicBezTo>
                    <a:pt x="8683" y="358"/>
                    <a:pt x="8389" y="652"/>
                    <a:pt x="8011" y="652"/>
                  </a:cubicBezTo>
                  <a:lnTo>
                    <a:pt x="652" y="652"/>
                  </a:lnTo>
                  <a:cubicBezTo>
                    <a:pt x="295" y="652"/>
                    <a:pt x="0" y="358"/>
                    <a:pt x="0" y="1"/>
                  </a:cubicBezTo>
                  <a:close/>
                </a:path>
              </a:pathLst>
            </a:custGeom>
            <a:solidFill>
              <a:srgbClr val="B8C6D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1751" name="Google Shape;11751;p42"/>
          <p:cNvGrpSpPr/>
          <p:nvPr/>
        </p:nvGrpSpPr>
        <p:grpSpPr>
          <a:xfrm>
            <a:off x="903502" y="3176564"/>
            <a:ext cx="247989" cy="333393"/>
            <a:chOff x="903502" y="3359564"/>
            <a:chExt cx="247989" cy="333393"/>
          </a:xfrm>
        </p:grpSpPr>
        <p:sp>
          <p:nvSpPr>
            <p:cNvPr id="11752" name="Google Shape;11752;p42"/>
            <p:cNvSpPr/>
            <p:nvPr/>
          </p:nvSpPr>
          <p:spPr>
            <a:xfrm>
              <a:off x="903502" y="3364610"/>
              <a:ext cx="247930" cy="328347"/>
            </a:xfrm>
            <a:custGeom>
              <a:rect b="b" l="l" r="r" t="t"/>
              <a:pathLst>
                <a:path extrusionOk="0" h="21930" w="16559">
                  <a:moveTo>
                    <a:pt x="6135" y="0"/>
                  </a:moveTo>
                  <a:lnTo>
                    <a:pt x="6135" y="9272"/>
                  </a:lnTo>
                  <a:cubicBezTo>
                    <a:pt x="6135" y="9503"/>
                    <a:pt x="6072" y="9735"/>
                    <a:pt x="5967" y="9945"/>
                  </a:cubicBezTo>
                  <a:lnTo>
                    <a:pt x="416" y="20352"/>
                  </a:lnTo>
                  <a:cubicBezTo>
                    <a:pt x="1" y="21058"/>
                    <a:pt x="509" y="21929"/>
                    <a:pt x="1313" y="21929"/>
                  </a:cubicBezTo>
                  <a:cubicBezTo>
                    <a:pt x="1322" y="21929"/>
                    <a:pt x="1332" y="21929"/>
                    <a:pt x="1341" y="21929"/>
                  </a:cubicBezTo>
                  <a:lnTo>
                    <a:pt x="15217" y="21929"/>
                  </a:lnTo>
                  <a:cubicBezTo>
                    <a:pt x="15227" y="21929"/>
                    <a:pt x="15236" y="21929"/>
                    <a:pt x="15246" y="21929"/>
                  </a:cubicBezTo>
                  <a:cubicBezTo>
                    <a:pt x="16049" y="21929"/>
                    <a:pt x="16558" y="21058"/>
                    <a:pt x="16163" y="20352"/>
                  </a:cubicBezTo>
                  <a:lnTo>
                    <a:pt x="10592" y="9945"/>
                  </a:lnTo>
                  <a:cubicBezTo>
                    <a:pt x="10487" y="9735"/>
                    <a:pt x="10424" y="9503"/>
                    <a:pt x="10424" y="9272"/>
                  </a:cubicBezTo>
                  <a:lnTo>
                    <a:pt x="10424" y="0"/>
                  </a:lnTo>
                  <a:close/>
                </a:path>
              </a:pathLst>
            </a:custGeom>
            <a:solidFill>
              <a:srgbClr val="ECF0F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753" name="Google Shape;11753;p42"/>
            <p:cNvSpPr/>
            <p:nvPr/>
          </p:nvSpPr>
          <p:spPr>
            <a:xfrm>
              <a:off x="1032175" y="3364610"/>
              <a:ext cx="119316" cy="328347"/>
            </a:xfrm>
            <a:custGeom>
              <a:rect b="b" l="l" r="r" t="t"/>
              <a:pathLst>
                <a:path extrusionOk="0" h="21930" w="7969">
                  <a:moveTo>
                    <a:pt x="1" y="0"/>
                  </a:moveTo>
                  <a:lnTo>
                    <a:pt x="1" y="9398"/>
                  </a:lnTo>
                  <a:cubicBezTo>
                    <a:pt x="1" y="9545"/>
                    <a:pt x="43" y="9693"/>
                    <a:pt x="106" y="9840"/>
                  </a:cubicBezTo>
                  <a:lnTo>
                    <a:pt x="5740" y="20352"/>
                  </a:lnTo>
                  <a:cubicBezTo>
                    <a:pt x="6151" y="21050"/>
                    <a:pt x="5639" y="21908"/>
                    <a:pt x="4851" y="21929"/>
                  </a:cubicBezTo>
                  <a:lnTo>
                    <a:pt x="6644" y="21929"/>
                  </a:lnTo>
                  <a:cubicBezTo>
                    <a:pt x="7464" y="21929"/>
                    <a:pt x="7969" y="21067"/>
                    <a:pt x="7569" y="20352"/>
                  </a:cubicBezTo>
                  <a:lnTo>
                    <a:pt x="1998" y="9945"/>
                  </a:lnTo>
                  <a:cubicBezTo>
                    <a:pt x="1893" y="9735"/>
                    <a:pt x="1830" y="9503"/>
                    <a:pt x="1830" y="9272"/>
                  </a:cubicBezTo>
                  <a:lnTo>
                    <a:pt x="1830" y="0"/>
                  </a:lnTo>
                  <a:close/>
                  <a:moveTo>
                    <a:pt x="4794" y="21929"/>
                  </a:moveTo>
                  <a:cubicBezTo>
                    <a:pt x="4804" y="21929"/>
                    <a:pt x="4813" y="21929"/>
                    <a:pt x="4823" y="21929"/>
                  </a:cubicBezTo>
                  <a:cubicBezTo>
                    <a:pt x="4832" y="21929"/>
                    <a:pt x="4842" y="21929"/>
                    <a:pt x="4851" y="21929"/>
                  </a:cubicBezTo>
                  <a:close/>
                </a:path>
              </a:pathLst>
            </a:custGeom>
            <a:solidFill>
              <a:srgbClr val="DDE4E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754" name="Google Shape;11754;p42"/>
            <p:cNvSpPr/>
            <p:nvPr/>
          </p:nvSpPr>
          <p:spPr>
            <a:xfrm>
              <a:off x="953480" y="3587460"/>
              <a:ext cx="147958" cy="77782"/>
            </a:xfrm>
            <a:custGeom>
              <a:rect b="b" l="l" r="r" t="t"/>
              <a:pathLst>
                <a:path extrusionOk="0" h="5195" w="9882">
                  <a:moveTo>
                    <a:pt x="4928" y="0"/>
                  </a:moveTo>
                  <a:cubicBezTo>
                    <a:pt x="4207" y="0"/>
                    <a:pt x="3485" y="85"/>
                    <a:pt x="2776" y="254"/>
                  </a:cubicBezTo>
                  <a:cubicBezTo>
                    <a:pt x="2523" y="296"/>
                    <a:pt x="2313" y="464"/>
                    <a:pt x="2187" y="695"/>
                  </a:cubicBezTo>
                  <a:lnTo>
                    <a:pt x="169" y="4501"/>
                  </a:lnTo>
                  <a:cubicBezTo>
                    <a:pt x="1" y="4816"/>
                    <a:pt x="211" y="5195"/>
                    <a:pt x="568" y="5195"/>
                  </a:cubicBezTo>
                  <a:lnTo>
                    <a:pt x="9314" y="5195"/>
                  </a:lnTo>
                  <a:cubicBezTo>
                    <a:pt x="9672" y="5195"/>
                    <a:pt x="9882" y="4816"/>
                    <a:pt x="9735" y="4522"/>
                  </a:cubicBezTo>
                  <a:lnTo>
                    <a:pt x="7716" y="716"/>
                  </a:lnTo>
                  <a:cubicBezTo>
                    <a:pt x="7590" y="464"/>
                    <a:pt x="7359" y="296"/>
                    <a:pt x="7086" y="254"/>
                  </a:cubicBezTo>
                  <a:lnTo>
                    <a:pt x="6791" y="191"/>
                  </a:lnTo>
                  <a:cubicBezTo>
                    <a:pt x="6176" y="64"/>
                    <a:pt x="5552" y="0"/>
                    <a:pt x="4928" y="0"/>
                  </a:cubicBezTo>
                  <a:close/>
                </a:path>
              </a:pathLst>
            </a:custGeom>
            <a:solidFill>
              <a:srgbClr val="41586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755" name="Google Shape;11755;p42"/>
            <p:cNvSpPr/>
            <p:nvPr/>
          </p:nvSpPr>
          <p:spPr>
            <a:xfrm>
              <a:off x="1013295" y="3587490"/>
              <a:ext cx="88473" cy="77752"/>
            </a:xfrm>
            <a:custGeom>
              <a:rect b="b" l="l" r="r" t="t"/>
              <a:pathLst>
                <a:path extrusionOk="0" h="5193" w="5909">
                  <a:moveTo>
                    <a:pt x="906" y="0"/>
                  </a:moveTo>
                  <a:cubicBezTo>
                    <a:pt x="603" y="0"/>
                    <a:pt x="300" y="14"/>
                    <a:pt x="0" y="42"/>
                  </a:cubicBezTo>
                  <a:cubicBezTo>
                    <a:pt x="316" y="84"/>
                    <a:pt x="631" y="126"/>
                    <a:pt x="967" y="189"/>
                  </a:cubicBezTo>
                  <a:lnTo>
                    <a:pt x="1262" y="252"/>
                  </a:lnTo>
                  <a:cubicBezTo>
                    <a:pt x="1535" y="294"/>
                    <a:pt x="1766" y="462"/>
                    <a:pt x="1892" y="714"/>
                  </a:cubicBezTo>
                  <a:lnTo>
                    <a:pt x="3911" y="4499"/>
                  </a:lnTo>
                  <a:cubicBezTo>
                    <a:pt x="4079" y="4814"/>
                    <a:pt x="3848" y="5193"/>
                    <a:pt x="3490" y="5193"/>
                  </a:cubicBezTo>
                  <a:lnTo>
                    <a:pt x="5340" y="5193"/>
                  </a:lnTo>
                  <a:cubicBezTo>
                    <a:pt x="5677" y="5172"/>
                    <a:pt x="5908" y="4793"/>
                    <a:pt x="5740" y="4499"/>
                  </a:cubicBezTo>
                  <a:lnTo>
                    <a:pt x="3721" y="714"/>
                  </a:lnTo>
                  <a:cubicBezTo>
                    <a:pt x="3595" y="462"/>
                    <a:pt x="3364" y="294"/>
                    <a:pt x="3091" y="252"/>
                  </a:cubicBezTo>
                  <a:lnTo>
                    <a:pt x="2796" y="189"/>
                  </a:lnTo>
                  <a:cubicBezTo>
                    <a:pt x="2172" y="61"/>
                    <a:pt x="1537" y="0"/>
                    <a:pt x="906" y="0"/>
                  </a:cubicBezTo>
                  <a:close/>
                </a:path>
              </a:pathLst>
            </a:custGeom>
            <a:solidFill>
              <a:srgbClr val="223D5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756" name="Google Shape;11756;p42"/>
            <p:cNvSpPr/>
            <p:nvPr/>
          </p:nvSpPr>
          <p:spPr>
            <a:xfrm>
              <a:off x="1048226" y="3630282"/>
              <a:ext cx="19854" cy="17323"/>
            </a:xfrm>
            <a:custGeom>
              <a:rect b="b" l="l" r="r" t="t"/>
              <a:pathLst>
                <a:path extrusionOk="0" h="1157" w="1326">
                  <a:moveTo>
                    <a:pt x="758" y="1"/>
                  </a:moveTo>
                  <a:cubicBezTo>
                    <a:pt x="253" y="1"/>
                    <a:pt x="1" y="632"/>
                    <a:pt x="358" y="989"/>
                  </a:cubicBezTo>
                  <a:cubicBezTo>
                    <a:pt x="474" y="1105"/>
                    <a:pt x="616" y="1157"/>
                    <a:pt x="756" y="1157"/>
                  </a:cubicBezTo>
                  <a:cubicBezTo>
                    <a:pt x="1047" y="1157"/>
                    <a:pt x="1325" y="931"/>
                    <a:pt x="1325" y="590"/>
                  </a:cubicBezTo>
                  <a:cubicBezTo>
                    <a:pt x="1325" y="274"/>
                    <a:pt x="1073" y="1"/>
                    <a:pt x="758" y="1"/>
                  </a:cubicBezTo>
                  <a:close/>
                </a:path>
              </a:pathLst>
            </a:custGeom>
            <a:solidFill>
              <a:srgbClr val="ECF0F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757" name="Google Shape;11757;p42"/>
            <p:cNvSpPr/>
            <p:nvPr/>
          </p:nvSpPr>
          <p:spPr>
            <a:xfrm>
              <a:off x="1056101" y="3630282"/>
              <a:ext cx="12682" cy="17173"/>
            </a:xfrm>
            <a:custGeom>
              <a:rect b="b" l="l" r="r" t="t"/>
              <a:pathLst>
                <a:path extrusionOk="0" h="1147" w="847">
                  <a:moveTo>
                    <a:pt x="232" y="1"/>
                  </a:moveTo>
                  <a:cubicBezTo>
                    <a:pt x="169" y="1"/>
                    <a:pt x="85" y="22"/>
                    <a:pt x="0" y="64"/>
                  </a:cubicBezTo>
                  <a:cubicBezTo>
                    <a:pt x="484" y="253"/>
                    <a:pt x="484" y="905"/>
                    <a:pt x="0" y="1115"/>
                  </a:cubicBezTo>
                  <a:cubicBezTo>
                    <a:pt x="55" y="1137"/>
                    <a:pt x="106" y="1147"/>
                    <a:pt x="154" y="1147"/>
                  </a:cubicBezTo>
                  <a:cubicBezTo>
                    <a:pt x="671" y="1147"/>
                    <a:pt x="847" y="22"/>
                    <a:pt x="232" y="22"/>
                  </a:cubicBezTo>
                  <a:lnTo>
                    <a:pt x="232" y="1"/>
                  </a:lnTo>
                  <a:close/>
                </a:path>
              </a:pathLst>
            </a:custGeom>
            <a:solidFill>
              <a:srgbClr val="DDE4E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758" name="Google Shape;11758;p42"/>
            <p:cNvSpPr/>
            <p:nvPr/>
          </p:nvSpPr>
          <p:spPr>
            <a:xfrm>
              <a:off x="981493" y="3635013"/>
              <a:ext cx="19854" cy="16994"/>
            </a:xfrm>
            <a:custGeom>
              <a:rect b="b" l="l" r="r" t="t"/>
              <a:pathLst>
                <a:path extrusionOk="0" h="1135" w="1326">
                  <a:moveTo>
                    <a:pt x="758" y="0"/>
                  </a:moveTo>
                  <a:cubicBezTo>
                    <a:pt x="253" y="0"/>
                    <a:pt x="1" y="610"/>
                    <a:pt x="358" y="967"/>
                  </a:cubicBezTo>
                  <a:cubicBezTo>
                    <a:pt x="474" y="1083"/>
                    <a:pt x="616" y="1135"/>
                    <a:pt x="755" y="1135"/>
                  </a:cubicBezTo>
                  <a:cubicBezTo>
                    <a:pt x="1047" y="1135"/>
                    <a:pt x="1325" y="909"/>
                    <a:pt x="1325" y="568"/>
                  </a:cubicBezTo>
                  <a:cubicBezTo>
                    <a:pt x="1325" y="253"/>
                    <a:pt x="1073" y="0"/>
                    <a:pt x="758" y="0"/>
                  </a:cubicBezTo>
                  <a:close/>
                </a:path>
              </a:pathLst>
            </a:custGeom>
            <a:solidFill>
              <a:srgbClr val="ECF0F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759" name="Google Shape;11759;p42"/>
            <p:cNvSpPr/>
            <p:nvPr/>
          </p:nvSpPr>
          <p:spPr>
            <a:xfrm>
              <a:off x="989369" y="3635013"/>
              <a:ext cx="12682" cy="16844"/>
            </a:xfrm>
            <a:custGeom>
              <a:rect b="b" l="l" r="r" t="t"/>
              <a:pathLst>
                <a:path extrusionOk="0" h="1125" w="847">
                  <a:moveTo>
                    <a:pt x="232" y="0"/>
                  </a:moveTo>
                  <a:cubicBezTo>
                    <a:pt x="169" y="0"/>
                    <a:pt x="84" y="0"/>
                    <a:pt x="0" y="42"/>
                  </a:cubicBezTo>
                  <a:cubicBezTo>
                    <a:pt x="484" y="231"/>
                    <a:pt x="484" y="904"/>
                    <a:pt x="0" y="1093"/>
                  </a:cubicBezTo>
                  <a:cubicBezTo>
                    <a:pt x="54" y="1115"/>
                    <a:pt x="106" y="1125"/>
                    <a:pt x="154" y="1125"/>
                  </a:cubicBezTo>
                  <a:cubicBezTo>
                    <a:pt x="671" y="1125"/>
                    <a:pt x="847" y="0"/>
                    <a:pt x="232" y="0"/>
                  </a:cubicBezTo>
                  <a:close/>
                </a:path>
              </a:pathLst>
            </a:custGeom>
            <a:solidFill>
              <a:srgbClr val="DDE4E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760" name="Google Shape;11760;p42"/>
            <p:cNvSpPr/>
            <p:nvPr/>
          </p:nvSpPr>
          <p:spPr>
            <a:xfrm>
              <a:off x="1008249" y="3606041"/>
              <a:ext cx="24255" cy="20602"/>
            </a:xfrm>
            <a:custGeom>
              <a:rect b="b" l="l" r="r" t="t"/>
              <a:pathLst>
                <a:path extrusionOk="0" h="1376" w="1620">
                  <a:moveTo>
                    <a:pt x="926" y="1"/>
                  </a:moveTo>
                  <a:cubicBezTo>
                    <a:pt x="316" y="1"/>
                    <a:pt x="1" y="737"/>
                    <a:pt x="421" y="1178"/>
                  </a:cubicBezTo>
                  <a:cubicBezTo>
                    <a:pt x="564" y="1314"/>
                    <a:pt x="738" y="1376"/>
                    <a:pt x="907" y="1376"/>
                  </a:cubicBezTo>
                  <a:cubicBezTo>
                    <a:pt x="1262" y="1376"/>
                    <a:pt x="1599" y="1107"/>
                    <a:pt x="1599" y="695"/>
                  </a:cubicBezTo>
                  <a:cubicBezTo>
                    <a:pt x="1620" y="316"/>
                    <a:pt x="1304" y="1"/>
                    <a:pt x="926" y="1"/>
                  </a:cubicBezTo>
                  <a:close/>
                </a:path>
              </a:pathLst>
            </a:custGeom>
            <a:solidFill>
              <a:srgbClr val="ECF0F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761" name="Google Shape;11761;p42"/>
            <p:cNvSpPr/>
            <p:nvPr/>
          </p:nvSpPr>
          <p:spPr>
            <a:xfrm>
              <a:off x="1018011" y="3606041"/>
              <a:ext cx="14179" cy="20662"/>
            </a:xfrm>
            <a:custGeom>
              <a:rect b="b" l="l" r="r" t="t"/>
              <a:pathLst>
                <a:path extrusionOk="0" h="1380" w="947">
                  <a:moveTo>
                    <a:pt x="278" y="0"/>
                  </a:moveTo>
                  <a:cubicBezTo>
                    <a:pt x="186" y="0"/>
                    <a:pt x="92" y="20"/>
                    <a:pt x="1" y="64"/>
                  </a:cubicBezTo>
                  <a:cubicBezTo>
                    <a:pt x="547" y="295"/>
                    <a:pt x="547" y="1073"/>
                    <a:pt x="1" y="1326"/>
                  </a:cubicBezTo>
                  <a:cubicBezTo>
                    <a:pt x="86" y="1362"/>
                    <a:pt x="174" y="1379"/>
                    <a:pt x="260" y="1379"/>
                  </a:cubicBezTo>
                  <a:cubicBezTo>
                    <a:pt x="618" y="1379"/>
                    <a:pt x="947" y="1085"/>
                    <a:pt x="947" y="695"/>
                  </a:cubicBezTo>
                  <a:cubicBezTo>
                    <a:pt x="947" y="295"/>
                    <a:pt x="629" y="0"/>
                    <a:pt x="278" y="0"/>
                  </a:cubicBezTo>
                  <a:close/>
                </a:path>
              </a:pathLst>
            </a:custGeom>
            <a:solidFill>
              <a:srgbClr val="DDE4E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762" name="Google Shape;11762;p42"/>
            <p:cNvSpPr/>
            <p:nvPr/>
          </p:nvSpPr>
          <p:spPr>
            <a:xfrm>
              <a:off x="995657" y="3550329"/>
              <a:ext cx="24255" cy="20602"/>
            </a:xfrm>
            <a:custGeom>
              <a:rect b="b" l="l" r="r" t="t"/>
              <a:pathLst>
                <a:path extrusionOk="0" h="1376" w="1620">
                  <a:moveTo>
                    <a:pt x="926" y="1"/>
                  </a:moveTo>
                  <a:cubicBezTo>
                    <a:pt x="316" y="1"/>
                    <a:pt x="1" y="737"/>
                    <a:pt x="442" y="1178"/>
                  </a:cubicBezTo>
                  <a:cubicBezTo>
                    <a:pt x="578" y="1314"/>
                    <a:pt x="747" y="1375"/>
                    <a:pt x="914" y="1375"/>
                  </a:cubicBezTo>
                  <a:cubicBezTo>
                    <a:pt x="1264" y="1375"/>
                    <a:pt x="1605" y="1107"/>
                    <a:pt x="1620" y="694"/>
                  </a:cubicBezTo>
                  <a:cubicBezTo>
                    <a:pt x="1620" y="316"/>
                    <a:pt x="1304" y="1"/>
                    <a:pt x="926" y="1"/>
                  </a:cubicBezTo>
                  <a:close/>
                </a:path>
              </a:pathLst>
            </a:custGeom>
            <a:solidFill>
              <a:srgbClr val="41586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763" name="Google Shape;11763;p42"/>
            <p:cNvSpPr/>
            <p:nvPr/>
          </p:nvSpPr>
          <p:spPr>
            <a:xfrm>
              <a:off x="1004790" y="3550329"/>
              <a:ext cx="15751" cy="20363"/>
            </a:xfrm>
            <a:custGeom>
              <a:rect b="b" l="l" r="r" t="t"/>
              <a:pathLst>
                <a:path extrusionOk="0" h="1360" w="1052">
                  <a:moveTo>
                    <a:pt x="316" y="1"/>
                  </a:moveTo>
                  <a:cubicBezTo>
                    <a:pt x="211" y="1"/>
                    <a:pt x="106" y="22"/>
                    <a:pt x="1" y="64"/>
                  </a:cubicBezTo>
                  <a:cubicBezTo>
                    <a:pt x="526" y="316"/>
                    <a:pt x="526" y="1052"/>
                    <a:pt x="1" y="1304"/>
                  </a:cubicBezTo>
                  <a:cubicBezTo>
                    <a:pt x="90" y="1342"/>
                    <a:pt x="182" y="1359"/>
                    <a:pt x="273" y="1359"/>
                  </a:cubicBezTo>
                  <a:cubicBezTo>
                    <a:pt x="588" y="1359"/>
                    <a:pt x="881" y="1147"/>
                    <a:pt x="947" y="821"/>
                  </a:cubicBezTo>
                  <a:cubicBezTo>
                    <a:pt x="1052" y="400"/>
                    <a:pt x="736" y="1"/>
                    <a:pt x="316" y="1"/>
                  </a:cubicBezTo>
                  <a:close/>
                </a:path>
              </a:pathLst>
            </a:custGeom>
            <a:solidFill>
              <a:srgbClr val="223D5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764" name="Google Shape;11764;p42"/>
            <p:cNvSpPr/>
            <p:nvPr/>
          </p:nvSpPr>
          <p:spPr>
            <a:xfrm>
              <a:off x="1026830" y="3523558"/>
              <a:ext cx="23941" cy="20437"/>
            </a:xfrm>
            <a:custGeom>
              <a:rect b="b" l="l" r="r" t="t"/>
              <a:pathLst>
                <a:path extrusionOk="0" h="1365" w="1599">
                  <a:moveTo>
                    <a:pt x="940" y="1"/>
                  </a:moveTo>
                  <a:cubicBezTo>
                    <a:pt x="928" y="1"/>
                    <a:pt x="916" y="1"/>
                    <a:pt x="904" y="2"/>
                  </a:cubicBezTo>
                  <a:cubicBezTo>
                    <a:pt x="295" y="2"/>
                    <a:pt x="0" y="737"/>
                    <a:pt x="421" y="1158"/>
                  </a:cubicBezTo>
                  <a:cubicBezTo>
                    <a:pt x="564" y="1301"/>
                    <a:pt x="737" y="1364"/>
                    <a:pt x="907" y="1364"/>
                  </a:cubicBezTo>
                  <a:cubicBezTo>
                    <a:pt x="1261" y="1364"/>
                    <a:pt x="1598" y="1087"/>
                    <a:pt x="1598" y="674"/>
                  </a:cubicBezTo>
                  <a:cubicBezTo>
                    <a:pt x="1598" y="308"/>
                    <a:pt x="1302" y="1"/>
                    <a:pt x="940" y="1"/>
                  </a:cubicBezTo>
                  <a:close/>
                </a:path>
              </a:pathLst>
            </a:custGeom>
            <a:solidFill>
              <a:srgbClr val="41586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765" name="Google Shape;11765;p42"/>
            <p:cNvSpPr/>
            <p:nvPr/>
          </p:nvSpPr>
          <p:spPr>
            <a:xfrm>
              <a:off x="1035948" y="3523258"/>
              <a:ext cx="15766" cy="20677"/>
            </a:xfrm>
            <a:custGeom>
              <a:rect b="b" l="l" r="r" t="t"/>
              <a:pathLst>
                <a:path extrusionOk="0" h="1381" w="1053">
                  <a:moveTo>
                    <a:pt x="295" y="1"/>
                  </a:moveTo>
                  <a:lnTo>
                    <a:pt x="295" y="22"/>
                  </a:lnTo>
                  <a:cubicBezTo>
                    <a:pt x="190" y="22"/>
                    <a:pt x="106" y="43"/>
                    <a:pt x="1" y="85"/>
                  </a:cubicBezTo>
                  <a:cubicBezTo>
                    <a:pt x="527" y="316"/>
                    <a:pt x="527" y="1073"/>
                    <a:pt x="1" y="1325"/>
                  </a:cubicBezTo>
                  <a:cubicBezTo>
                    <a:pt x="90" y="1363"/>
                    <a:pt x="183" y="1380"/>
                    <a:pt x="274" y="1380"/>
                  </a:cubicBezTo>
                  <a:cubicBezTo>
                    <a:pt x="588" y="1380"/>
                    <a:pt x="882" y="1168"/>
                    <a:pt x="947" y="842"/>
                  </a:cubicBezTo>
                  <a:cubicBezTo>
                    <a:pt x="1052" y="421"/>
                    <a:pt x="737" y="22"/>
                    <a:pt x="295" y="1"/>
                  </a:cubicBezTo>
                  <a:close/>
                </a:path>
              </a:pathLst>
            </a:custGeom>
            <a:solidFill>
              <a:srgbClr val="223D5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766" name="Google Shape;11766;p42"/>
            <p:cNvSpPr/>
            <p:nvPr/>
          </p:nvSpPr>
          <p:spPr>
            <a:xfrm>
              <a:off x="1012666" y="3484854"/>
              <a:ext cx="19839" cy="17144"/>
            </a:xfrm>
            <a:custGeom>
              <a:rect b="b" l="l" r="r" t="t"/>
              <a:pathLst>
                <a:path extrusionOk="0" h="1145" w="1325">
                  <a:moveTo>
                    <a:pt x="757" y="1"/>
                  </a:moveTo>
                  <a:cubicBezTo>
                    <a:pt x="252" y="1"/>
                    <a:pt x="0" y="610"/>
                    <a:pt x="358" y="968"/>
                  </a:cubicBezTo>
                  <a:cubicBezTo>
                    <a:pt x="473" y="1090"/>
                    <a:pt x="616" y="1145"/>
                    <a:pt x="755" y="1145"/>
                  </a:cubicBezTo>
                  <a:cubicBezTo>
                    <a:pt x="1046" y="1145"/>
                    <a:pt x="1325" y="909"/>
                    <a:pt x="1325" y="568"/>
                  </a:cubicBezTo>
                  <a:cubicBezTo>
                    <a:pt x="1325" y="253"/>
                    <a:pt x="1072" y="1"/>
                    <a:pt x="757" y="1"/>
                  </a:cubicBezTo>
                  <a:close/>
                </a:path>
              </a:pathLst>
            </a:custGeom>
            <a:solidFill>
              <a:srgbClr val="41586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767" name="Google Shape;11767;p42"/>
            <p:cNvSpPr/>
            <p:nvPr/>
          </p:nvSpPr>
          <p:spPr>
            <a:xfrm>
              <a:off x="1020527" y="3484854"/>
              <a:ext cx="12622" cy="16934"/>
            </a:xfrm>
            <a:custGeom>
              <a:rect b="b" l="l" r="r" t="t"/>
              <a:pathLst>
                <a:path extrusionOk="0" h="1131" w="843">
                  <a:moveTo>
                    <a:pt x="232" y="1"/>
                  </a:moveTo>
                  <a:cubicBezTo>
                    <a:pt x="169" y="1"/>
                    <a:pt x="85" y="22"/>
                    <a:pt x="1" y="43"/>
                  </a:cubicBezTo>
                  <a:cubicBezTo>
                    <a:pt x="484" y="253"/>
                    <a:pt x="484" y="905"/>
                    <a:pt x="1" y="1094"/>
                  </a:cubicBezTo>
                  <a:cubicBezTo>
                    <a:pt x="59" y="1119"/>
                    <a:pt x="114" y="1130"/>
                    <a:pt x="166" y="1130"/>
                  </a:cubicBezTo>
                  <a:cubicBezTo>
                    <a:pt x="674" y="1130"/>
                    <a:pt x="843" y="20"/>
                    <a:pt x="232" y="1"/>
                  </a:cubicBezTo>
                  <a:close/>
                </a:path>
              </a:pathLst>
            </a:custGeom>
            <a:solidFill>
              <a:srgbClr val="223D5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768" name="Google Shape;11768;p42"/>
            <p:cNvSpPr/>
            <p:nvPr/>
          </p:nvSpPr>
          <p:spPr>
            <a:xfrm>
              <a:off x="918534" y="3642559"/>
              <a:ext cx="24884" cy="10091"/>
            </a:xfrm>
            <a:custGeom>
              <a:rect b="b" l="l" r="r" t="t"/>
              <a:pathLst>
                <a:path extrusionOk="0" h="674" w="1662">
                  <a:moveTo>
                    <a:pt x="358" y="1"/>
                  </a:moveTo>
                  <a:lnTo>
                    <a:pt x="1" y="674"/>
                  </a:lnTo>
                  <a:lnTo>
                    <a:pt x="1325" y="674"/>
                  </a:lnTo>
                  <a:cubicBezTo>
                    <a:pt x="1515" y="674"/>
                    <a:pt x="1662" y="526"/>
                    <a:pt x="1662" y="337"/>
                  </a:cubicBezTo>
                  <a:cubicBezTo>
                    <a:pt x="1662" y="148"/>
                    <a:pt x="1494" y="1"/>
                    <a:pt x="1304" y="1"/>
                  </a:cubicBezTo>
                  <a:close/>
                </a:path>
              </a:pathLst>
            </a:custGeom>
            <a:solidFill>
              <a:srgbClr val="DDE4E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769" name="Google Shape;11769;p42"/>
            <p:cNvSpPr/>
            <p:nvPr/>
          </p:nvSpPr>
          <p:spPr>
            <a:xfrm>
              <a:off x="933342" y="3615175"/>
              <a:ext cx="24555" cy="10091"/>
            </a:xfrm>
            <a:custGeom>
              <a:rect b="b" l="l" r="r" t="t"/>
              <a:pathLst>
                <a:path extrusionOk="0" h="674" w="1640">
                  <a:moveTo>
                    <a:pt x="357" y="1"/>
                  </a:moveTo>
                  <a:lnTo>
                    <a:pt x="0" y="673"/>
                  </a:lnTo>
                  <a:lnTo>
                    <a:pt x="1304" y="673"/>
                  </a:lnTo>
                  <a:cubicBezTo>
                    <a:pt x="1493" y="673"/>
                    <a:pt x="1640" y="526"/>
                    <a:pt x="1640" y="337"/>
                  </a:cubicBezTo>
                  <a:cubicBezTo>
                    <a:pt x="1640" y="148"/>
                    <a:pt x="1493" y="1"/>
                    <a:pt x="1304" y="1"/>
                  </a:cubicBezTo>
                  <a:close/>
                </a:path>
              </a:pathLst>
            </a:custGeom>
            <a:solidFill>
              <a:srgbClr val="DDE4E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770" name="Google Shape;11770;p42"/>
            <p:cNvSpPr/>
            <p:nvPr/>
          </p:nvSpPr>
          <p:spPr>
            <a:xfrm>
              <a:off x="947820" y="3587790"/>
              <a:ext cx="24884" cy="10091"/>
            </a:xfrm>
            <a:custGeom>
              <a:rect b="b" l="l" r="r" t="t"/>
              <a:pathLst>
                <a:path extrusionOk="0" h="674" w="1662">
                  <a:moveTo>
                    <a:pt x="358" y="1"/>
                  </a:moveTo>
                  <a:lnTo>
                    <a:pt x="0" y="673"/>
                  </a:lnTo>
                  <a:lnTo>
                    <a:pt x="1304" y="673"/>
                  </a:lnTo>
                  <a:cubicBezTo>
                    <a:pt x="1493" y="673"/>
                    <a:pt x="1661" y="526"/>
                    <a:pt x="1661" y="337"/>
                  </a:cubicBezTo>
                  <a:cubicBezTo>
                    <a:pt x="1661" y="148"/>
                    <a:pt x="1493" y="1"/>
                    <a:pt x="1304" y="1"/>
                  </a:cubicBezTo>
                  <a:close/>
                </a:path>
              </a:pathLst>
            </a:custGeom>
            <a:solidFill>
              <a:srgbClr val="DDE4E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771" name="Google Shape;11771;p42"/>
            <p:cNvSpPr/>
            <p:nvPr/>
          </p:nvSpPr>
          <p:spPr>
            <a:xfrm>
              <a:off x="962299" y="3560405"/>
              <a:ext cx="24884" cy="10406"/>
            </a:xfrm>
            <a:custGeom>
              <a:rect b="b" l="l" r="r" t="t"/>
              <a:pathLst>
                <a:path extrusionOk="0" h="695" w="1662">
                  <a:moveTo>
                    <a:pt x="379" y="0"/>
                  </a:moveTo>
                  <a:lnTo>
                    <a:pt x="0" y="694"/>
                  </a:lnTo>
                  <a:lnTo>
                    <a:pt x="1325" y="694"/>
                  </a:lnTo>
                  <a:cubicBezTo>
                    <a:pt x="1514" y="694"/>
                    <a:pt x="1661" y="526"/>
                    <a:pt x="1661" y="337"/>
                  </a:cubicBezTo>
                  <a:cubicBezTo>
                    <a:pt x="1640" y="148"/>
                    <a:pt x="1493" y="0"/>
                    <a:pt x="1304" y="0"/>
                  </a:cubicBezTo>
                  <a:close/>
                </a:path>
              </a:pathLst>
            </a:custGeom>
            <a:solidFill>
              <a:srgbClr val="DDE4E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772" name="Google Shape;11772;p42"/>
            <p:cNvSpPr/>
            <p:nvPr/>
          </p:nvSpPr>
          <p:spPr>
            <a:xfrm>
              <a:off x="984637" y="3359564"/>
              <a:ext cx="85957" cy="26456"/>
            </a:xfrm>
            <a:custGeom>
              <a:rect b="b" l="l" r="r" t="t"/>
              <a:pathLst>
                <a:path extrusionOk="0" h="1767" w="5741">
                  <a:moveTo>
                    <a:pt x="442" y="1"/>
                  </a:moveTo>
                  <a:cubicBezTo>
                    <a:pt x="190" y="1"/>
                    <a:pt x="1" y="190"/>
                    <a:pt x="1" y="442"/>
                  </a:cubicBezTo>
                  <a:lnTo>
                    <a:pt x="1" y="1325"/>
                  </a:lnTo>
                  <a:cubicBezTo>
                    <a:pt x="1" y="1557"/>
                    <a:pt x="190" y="1767"/>
                    <a:pt x="442" y="1767"/>
                  </a:cubicBezTo>
                  <a:lnTo>
                    <a:pt x="5299" y="1767"/>
                  </a:lnTo>
                  <a:cubicBezTo>
                    <a:pt x="5530" y="1767"/>
                    <a:pt x="5741" y="1557"/>
                    <a:pt x="5741" y="1325"/>
                  </a:cubicBezTo>
                  <a:lnTo>
                    <a:pt x="5741" y="442"/>
                  </a:lnTo>
                  <a:cubicBezTo>
                    <a:pt x="5720" y="190"/>
                    <a:pt x="5530" y="1"/>
                    <a:pt x="5299" y="1"/>
                  </a:cubicBezTo>
                  <a:close/>
                </a:path>
              </a:pathLst>
            </a:custGeom>
            <a:solidFill>
              <a:srgbClr val="ECF0F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773" name="Google Shape;11773;p42"/>
            <p:cNvSpPr/>
            <p:nvPr/>
          </p:nvSpPr>
          <p:spPr>
            <a:xfrm>
              <a:off x="1037535" y="3359564"/>
              <a:ext cx="33059" cy="26456"/>
            </a:xfrm>
            <a:custGeom>
              <a:rect b="b" l="l" r="r" t="t"/>
              <a:pathLst>
                <a:path extrusionOk="0" h="1767" w="2208">
                  <a:moveTo>
                    <a:pt x="0" y="1"/>
                  </a:moveTo>
                  <a:cubicBezTo>
                    <a:pt x="231" y="1"/>
                    <a:pt x="421" y="190"/>
                    <a:pt x="442" y="442"/>
                  </a:cubicBezTo>
                  <a:lnTo>
                    <a:pt x="442" y="1325"/>
                  </a:lnTo>
                  <a:cubicBezTo>
                    <a:pt x="442" y="1557"/>
                    <a:pt x="231" y="1767"/>
                    <a:pt x="0" y="1767"/>
                  </a:cubicBezTo>
                  <a:lnTo>
                    <a:pt x="1766" y="1767"/>
                  </a:lnTo>
                  <a:cubicBezTo>
                    <a:pt x="1997" y="1767"/>
                    <a:pt x="2208" y="1557"/>
                    <a:pt x="2208" y="1325"/>
                  </a:cubicBezTo>
                  <a:lnTo>
                    <a:pt x="2208" y="442"/>
                  </a:lnTo>
                  <a:cubicBezTo>
                    <a:pt x="2187" y="190"/>
                    <a:pt x="1997" y="1"/>
                    <a:pt x="1766" y="1"/>
                  </a:cubicBezTo>
                  <a:close/>
                </a:path>
              </a:pathLst>
            </a:custGeom>
            <a:solidFill>
              <a:srgbClr val="DDE4E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1774" name="Google Shape;11774;p42"/>
          <p:cNvGrpSpPr/>
          <p:nvPr/>
        </p:nvGrpSpPr>
        <p:grpSpPr>
          <a:xfrm>
            <a:off x="2616191" y="2707461"/>
            <a:ext cx="365793" cy="361151"/>
            <a:chOff x="2616191" y="2890461"/>
            <a:chExt cx="365793" cy="361151"/>
          </a:xfrm>
        </p:grpSpPr>
        <p:sp>
          <p:nvSpPr>
            <p:cNvPr id="11775" name="Google Shape;11775;p42"/>
            <p:cNvSpPr/>
            <p:nvPr/>
          </p:nvSpPr>
          <p:spPr>
            <a:xfrm>
              <a:off x="2616191" y="3225545"/>
              <a:ext cx="30604" cy="26067"/>
            </a:xfrm>
            <a:custGeom>
              <a:rect b="b" l="l" r="r" t="t"/>
              <a:pathLst>
                <a:path extrusionOk="0" h="1741" w="2044">
                  <a:moveTo>
                    <a:pt x="1460" y="0"/>
                  </a:moveTo>
                  <a:cubicBezTo>
                    <a:pt x="1363" y="0"/>
                    <a:pt x="1263" y="42"/>
                    <a:pt x="1177" y="143"/>
                  </a:cubicBezTo>
                  <a:lnTo>
                    <a:pt x="252" y="1089"/>
                  </a:lnTo>
                  <a:cubicBezTo>
                    <a:pt x="0" y="1320"/>
                    <a:pt x="189" y="1741"/>
                    <a:pt x="526" y="1741"/>
                  </a:cubicBezTo>
                  <a:cubicBezTo>
                    <a:pt x="610" y="1741"/>
                    <a:pt x="715" y="1698"/>
                    <a:pt x="778" y="1614"/>
                  </a:cubicBezTo>
                  <a:lnTo>
                    <a:pt x="1724" y="689"/>
                  </a:lnTo>
                  <a:cubicBezTo>
                    <a:pt x="2044" y="418"/>
                    <a:pt x="1768" y="0"/>
                    <a:pt x="1460" y="0"/>
                  </a:cubicBezTo>
                  <a:close/>
                </a:path>
              </a:pathLst>
            </a:custGeom>
            <a:solidFill>
              <a:srgbClr val="ADBDC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776" name="Google Shape;11776;p42"/>
            <p:cNvSpPr/>
            <p:nvPr/>
          </p:nvSpPr>
          <p:spPr>
            <a:xfrm>
              <a:off x="2627196" y="3189506"/>
              <a:ext cx="53527" cy="51326"/>
            </a:xfrm>
            <a:custGeom>
              <a:rect b="b" l="l" r="r" t="t"/>
              <a:pathLst>
                <a:path extrusionOk="0" h="3428" w="3575">
                  <a:moveTo>
                    <a:pt x="2074" y="0"/>
                  </a:moveTo>
                  <a:cubicBezTo>
                    <a:pt x="1977" y="0"/>
                    <a:pt x="1883" y="37"/>
                    <a:pt x="1809" y="111"/>
                  </a:cubicBezTo>
                  <a:lnTo>
                    <a:pt x="442" y="1456"/>
                  </a:lnTo>
                  <a:cubicBezTo>
                    <a:pt x="1" y="1919"/>
                    <a:pt x="1" y="2634"/>
                    <a:pt x="442" y="3096"/>
                  </a:cubicBezTo>
                  <a:cubicBezTo>
                    <a:pt x="674" y="3317"/>
                    <a:pt x="968" y="3427"/>
                    <a:pt x="1262" y="3427"/>
                  </a:cubicBezTo>
                  <a:cubicBezTo>
                    <a:pt x="1557" y="3427"/>
                    <a:pt x="1851" y="3317"/>
                    <a:pt x="2082" y="3096"/>
                  </a:cubicBezTo>
                  <a:lnTo>
                    <a:pt x="3428" y="1730"/>
                  </a:lnTo>
                  <a:cubicBezTo>
                    <a:pt x="3575" y="1583"/>
                    <a:pt x="3575" y="1351"/>
                    <a:pt x="3428" y="1204"/>
                  </a:cubicBezTo>
                  <a:lnTo>
                    <a:pt x="2356" y="111"/>
                  </a:lnTo>
                  <a:cubicBezTo>
                    <a:pt x="2272" y="37"/>
                    <a:pt x="2172" y="0"/>
                    <a:pt x="2074" y="0"/>
                  </a:cubicBezTo>
                  <a:close/>
                </a:path>
              </a:pathLst>
            </a:custGeom>
            <a:solidFill>
              <a:srgbClr val="C5D1D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777" name="Google Shape;11777;p42"/>
            <p:cNvSpPr/>
            <p:nvPr/>
          </p:nvSpPr>
          <p:spPr>
            <a:xfrm>
              <a:off x="2631298" y="3201544"/>
              <a:ext cx="49424" cy="39288"/>
            </a:xfrm>
            <a:custGeom>
              <a:rect b="b" l="l" r="r" t="t"/>
              <a:pathLst>
                <a:path extrusionOk="0" h="2624" w="3301">
                  <a:moveTo>
                    <a:pt x="2754" y="1"/>
                  </a:moveTo>
                  <a:lnTo>
                    <a:pt x="2754" y="1"/>
                  </a:lnTo>
                  <a:cubicBezTo>
                    <a:pt x="2902" y="148"/>
                    <a:pt x="2902" y="400"/>
                    <a:pt x="2754" y="547"/>
                  </a:cubicBezTo>
                  <a:lnTo>
                    <a:pt x="1409" y="1893"/>
                  </a:lnTo>
                  <a:cubicBezTo>
                    <a:pt x="1186" y="2116"/>
                    <a:pt x="898" y="2229"/>
                    <a:pt x="604" y="2229"/>
                  </a:cubicBezTo>
                  <a:cubicBezTo>
                    <a:pt x="399" y="2229"/>
                    <a:pt x="191" y="2174"/>
                    <a:pt x="0" y="2061"/>
                  </a:cubicBezTo>
                  <a:lnTo>
                    <a:pt x="0" y="2061"/>
                  </a:lnTo>
                  <a:cubicBezTo>
                    <a:pt x="63" y="2145"/>
                    <a:pt x="105" y="2229"/>
                    <a:pt x="168" y="2292"/>
                  </a:cubicBezTo>
                  <a:cubicBezTo>
                    <a:pt x="400" y="2513"/>
                    <a:pt x="694" y="2623"/>
                    <a:pt x="988" y="2623"/>
                  </a:cubicBezTo>
                  <a:cubicBezTo>
                    <a:pt x="1283" y="2623"/>
                    <a:pt x="1577" y="2513"/>
                    <a:pt x="1808" y="2292"/>
                  </a:cubicBezTo>
                  <a:lnTo>
                    <a:pt x="3154" y="926"/>
                  </a:lnTo>
                  <a:cubicBezTo>
                    <a:pt x="3301" y="779"/>
                    <a:pt x="3301" y="547"/>
                    <a:pt x="3154" y="400"/>
                  </a:cubicBezTo>
                  <a:lnTo>
                    <a:pt x="2754" y="1"/>
                  </a:lnTo>
                  <a:close/>
                </a:path>
              </a:pathLst>
            </a:custGeom>
            <a:solidFill>
              <a:srgbClr val="AFC0C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778" name="Google Shape;11778;p42"/>
            <p:cNvSpPr/>
            <p:nvPr/>
          </p:nvSpPr>
          <p:spPr>
            <a:xfrm>
              <a:off x="2643576" y="2890461"/>
              <a:ext cx="338094" cy="334007"/>
            </a:xfrm>
            <a:custGeom>
              <a:rect b="b" l="l" r="r" t="t"/>
              <a:pathLst>
                <a:path extrusionOk="0" h="22308" w="22581">
                  <a:moveTo>
                    <a:pt x="19963" y="0"/>
                  </a:moveTo>
                  <a:cubicBezTo>
                    <a:pt x="19474" y="0"/>
                    <a:pt x="18985" y="184"/>
                    <a:pt x="18607" y="552"/>
                  </a:cubicBezTo>
                  <a:lnTo>
                    <a:pt x="442" y="18738"/>
                  </a:lnTo>
                  <a:cubicBezTo>
                    <a:pt x="0" y="19180"/>
                    <a:pt x="0" y="19916"/>
                    <a:pt x="442" y="20357"/>
                  </a:cubicBezTo>
                  <a:lnTo>
                    <a:pt x="2061" y="21976"/>
                  </a:lnTo>
                  <a:cubicBezTo>
                    <a:pt x="2292" y="22197"/>
                    <a:pt x="2586" y="22307"/>
                    <a:pt x="2878" y="22307"/>
                  </a:cubicBezTo>
                  <a:cubicBezTo>
                    <a:pt x="3170" y="22307"/>
                    <a:pt x="3459" y="22197"/>
                    <a:pt x="3679" y="21976"/>
                  </a:cubicBezTo>
                  <a:lnTo>
                    <a:pt x="5235" y="20420"/>
                  </a:lnTo>
                  <a:cubicBezTo>
                    <a:pt x="9377" y="19264"/>
                    <a:pt x="10218" y="17561"/>
                    <a:pt x="11185" y="15585"/>
                  </a:cubicBezTo>
                  <a:cubicBezTo>
                    <a:pt x="11627" y="14575"/>
                    <a:pt x="12215" y="13629"/>
                    <a:pt x="12909" y="12767"/>
                  </a:cubicBezTo>
                  <a:lnTo>
                    <a:pt x="21865" y="3811"/>
                  </a:lnTo>
                  <a:cubicBezTo>
                    <a:pt x="22433" y="3243"/>
                    <a:pt x="22580" y="2381"/>
                    <a:pt x="22244" y="1645"/>
                  </a:cubicBezTo>
                  <a:cubicBezTo>
                    <a:pt x="22139" y="1435"/>
                    <a:pt x="22013" y="1267"/>
                    <a:pt x="21865" y="1099"/>
                  </a:cubicBezTo>
                  <a:lnTo>
                    <a:pt x="21319" y="552"/>
                  </a:lnTo>
                  <a:cubicBezTo>
                    <a:pt x="20940" y="184"/>
                    <a:pt x="20452" y="0"/>
                    <a:pt x="19963" y="0"/>
                  </a:cubicBezTo>
                  <a:close/>
                </a:path>
              </a:pathLst>
            </a:custGeom>
            <a:solidFill>
              <a:srgbClr val="F9FAF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779" name="Google Shape;11779;p42"/>
            <p:cNvSpPr/>
            <p:nvPr/>
          </p:nvSpPr>
          <p:spPr>
            <a:xfrm>
              <a:off x="2643576" y="2890461"/>
              <a:ext cx="338094" cy="334007"/>
            </a:xfrm>
            <a:custGeom>
              <a:rect b="b" l="l" r="r" t="t"/>
              <a:pathLst>
                <a:path extrusionOk="0" h="22308" w="22581">
                  <a:moveTo>
                    <a:pt x="19963" y="0"/>
                  </a:moveTo>
                  <a:cubicBezTo>
                    <a:pt x="19474" y="0"/>
                    <a:pt x="18985" y="184"/>
                    <a:pt x="18607" y="552"/>
                  </a:cubicBezTo>
                  <a:lnTo>
                    <a:pt x="442" y="18738"/>
                  </a:lnTo>
                  <a:cubicBezTo>
                    <a:pt x="0" y="19180"/>
                    <a:pt x="0" y="19916"/>
                    <a:pt x="442" y="20357"/>
                  </a:cubicBezTo>
                  <a:lnTo>
                    <a:pt x="2061" y="21976"/>
                  </a:lnTo>
                  <a:cubicBezTo>
                    <a:pt x="2292" y="22197"/>
                    <a:pt x="2586" y="22307"/>
                    <a:pt x="2878" y="22307"/>
                  </a:cubicBezTo>
                  <a:cubicBezTo>
                    <a:pt x="3170" y="22307"/>
                    <a:pt x="3459" y="22197"/>
                    <a:pt x="3679" y="21976"/>
                  </a:cubicBezTo>
                  <a:lnTo>
                    <a:pt x="5235" y="20420"/>
                  </a:lnTo>
                  <a:cubicBezTo>
                    <a:pt x="9377" y="19264"/>
                    <a:pt x="10218" y="17561"/>
                    <a:pt x="11185" y="15585"/>
                  </a:cubicBezTo>
                  <a:cubicBezTo>
                    <a:pt x="11627" y="14575"/>
                    <a:pt x="12215" y="13629"/>
                    <a:pt x="12909" y="12767"/>
                  </a:cubicBezTo>
                  <a:lnTo>
                    <a:pt x="21865" y="3811"/>
                  </a:lnTo>
                  <a:cubicBezTo>
                    <a:pt x="22433" y="3243"/>
                    <a:pt x="22580" y="2381"/>
                    <a:pt x="22244" y="1645"/>
                  </a:cubicBezTo>
                  <a:cubicBezTo>
                    <a:pt x="22139" y="1435"/>
                    <a:pt x="22013" y="1267"/>
                    <a:pt x="21865" y="1099"/>
                  </a:cubicBezTo>
                  <a:lnTo>
                    <a:pt x="21319" y="552"/>
                  </a:lnTo>
                  <a:cubicBezTo>
                    <a:pt x="20940" y="184"/>
                    <a:pt x="20452" y="0"/>
                    <a:pt x="19963" y="0"/>
                  </a:cubicBezTo>
                  <a:close/>
                </a:path>
              </a:pathLst>
            </a:custGeom>
            <a:solidFill>
              <a:srgbClr val="F9FAF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780" name="Google Shape;11780;p42"/>
            <p:cNvSpPr/>
            <p:nvPr/>
          </p:nvSpPr>
          <p:spPr>
            <a:xfrm>
              <a:off x="2663085" y="2897153"/>
              <a:ext cx="318899" cy="327314"/>
            </a:xfrm>
            <a:custGeom>
              <a:rect b="b" l="l" r="r" t="t"/>
              <a:pathLst>
                <a:path extrusionOk="0" h="21861" w="21299">
                  <a:moveTo>
                    <a:pt x="19890" y="0"/>
                  </a:moveTo>
                  <a:lnTo>
                    <a:pt x="19890" y="0"/>
                  </a:lnTo>
                  <a:cubicBezTo>
                    <a:pt x="20541" y="757"/>
                    <a:pt x="20499" y="1892"/>
                    <a:pt x="19785" y="2586"/>
                  </a:cubicBezTo>
                  <a:lnTo>
                    <a:pt x="10828" y="11542"/>
                  </a:lnTo>
                  <a:cubicBezTo>
                    <a:pt x="10155" y="12425"/>
                    <a:pt x="9567" y="13372"/>
                    <a:pt x="9125" y="14381"/>
                  </a:cubicBezTo>
                  <a:cubicBezTo>
                    <a:pt x="8158" y="16357"/>
                    <a:pt x="7317" y="18060"/>
                    <a:pt x="3175" y="19216"/>
                  </a:cubicBezTo>
                  <a:lnTo>
                    <a:pt x="1620" y="20772"/>
                  </a:lnTo>
                  <a:cubicBezTo>
                    <a:pt x="1399" y="20993"/>
                    <a:pt x="1104" y="21103"/>
                    <a:pt x="810" y="21103"/>
                  </a:cubicBezTo>
                  <a:cubicBezTo>
                    <a:pt x="516" y="21103"/>
                    <a:pt x="222" y="20993"/>
                    <a:pt x="1" y="20772"/>
                  </a:cubicBezTo>
                  <a:lnTo>
                    <a:pt x="1" y="20772"/>
                  </a:lnTo>
                  <a:lnTo>
                    <a:pt x="758" y="21529"/>
                  </a:lnTo>
                  <a:cubicBezTo>
                    <a:pt x="989" y="21750"/>
                    <a:pt x="1283" y="21860"/>
                    <a:pt x="1575" y="21860"/>
                  </a:cubicBezTo>
                  <a:cubicBezTo>
                    <a:pt x="1867" y="21860"/>
                    <a:pt x="2156" y="21750"/>
                    <a:pt x="2376" y="21529"/>
                  </a:cubicBezTo>
                  <a:lnTo>
                    <a:pt x="3932" y="19973"/>
                  </a:lnTo>
                  <a:cubicBezTo>
                    <a:pt x="8074" y="18817"/>
                    <a:pt x="8915" y="17114"/>
                    <a:pt x="9882" y="15138"/>
                  </a:cubicBezTo>
                  <a:cubicBezTo>
                    <a:pt x="10324" y="14128"/>
                    <a:pt x="10912" y="13182"/>
                    <a:pt x="11606" y="12320"/>
                  </a:cubicBezTo>
                  <a:lnTo>
                    <a:pt x="20562" y="3364"/>
                  </a:lnTo>
                  <a:cubicBezTo>
                    <a:pt x="21298" y="2607"/>
                    <a:pt x="21298" y="1409"/>
                    <a:pt x="20562" y="652"/>
                  </a:cubicBezTo>
                  <a:lnTo>
                    <a:pt x="20016" y="105"/>
                  </a:lnTo>
                  <a:cubicBezTo>
                    <a:pt x="19974" y="63"/>
                    <a:pt x="19932" y="42"/>
                    <a:pt x="19890" y="0"/>
                  </a:cubicBezTo>
                  <a:close/>
                </a:path>
              </a:pathLst>
            </a:custGeom>
            <a:solidFill>
              <a:srgbClr val="F3F6F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781" name="Google Shape;11781;p42"/>
            <p:cNvSpPr/>
            <p:nvPr/>
          </p:nvSpPr>
          <p:spPr>
            <a:xfrm>
              <a:off x="2643576" y="3148033"/>
              <a:ext cx="78082" cy="76435"/>
            </a:xfrm>
            <a:custGeom>
              <a:rect b="b" l="l" r="r" t="t"/>
              <a:pathLst>
                <a:path extrusionOk="0" h="5105" w="5215">
                  <a:moveTo>
                    <a:pt x="1976" y="0"/>
                  </a:moveTo>
                  <a:lnTo>
                    <a:pt x="442" y="1535"/>
                  </a:lnTo>
                  <a:cubicBezTo>
                    <a:pt x="0" y="1977"/>
                    <a:pt x="0" y="2713"/>
                    <a:pt x="442" y="3154"/>
                  </a:cubicBezTo>
                  <a:lnTo>
                    <a:pt x="2061" y="4773"/>
                  </a:lnTo>
                  <a:cubicBezTo>
                    <a:pt x="2292" y="4994"/>
                    <a:pt x="2586" y="5104"/>
                    <a:pt x="2878" y="5104"/>
                  </a:cubicBezTo>
                  <a:cubicBezTo>
                    <a:pt x="3170" y="5104"/>
                    <a:pt x="3459" y="4994"/>
                    <a:pt x="3679" y="4773"/>
                  </a:cubicBezTo>
                  <a:lnTo>
                    <a:pt x="5214" y="3238"/>
                  </a:lnTo>
                  <a:lnTo>
                    <a:pt x="1976" y="0"/>
                  </a:lnTo>
                  <a:close/>
                </a:path>
              </a:pathLst>
            </a:custGeom>
            <a:solidFill>
              <a:srgbClr val="546C8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782" name="Google Shape;11782;p42"/>
            <p:cNvSpPr/>
            <p:nvPr/>
          </p:nvSpPr>
          <p:spPr>
            <a:xfrm>
              <a:off x="2815759" y="2931141"/>
              <a:ext cx="122774" cy="122789"/>
            </a:xfrm>
            <a:custGeom>
              <a:rect b="b" l="l" r="r" t="t"/>
              <a:pathLst>
                <a:path extrusionOk="0" h="8201" w="8200">
                  <a:moveTo>
                    <a:pt x="4962" y="1"/>
                  </a:moveTo>
                  <a:lnTo>
                    <a:pt x="0" y="4962"/>
                  </a:lnTo>
                  <a:lnTo>
                    <a:pt x="3238" y="8200"/>
                  </a:lnTo>
                  <a:lnTo>
                    <a:pt x="8200" y="3238"/>
                  </a:lnTo>
                  <a:lnTo>
                    <a:pt x="4962" y="1"/>
                  </a:lnTo>
                  <a:close/>
                </a:path>
              </a:pathLst>
            </a:custGeom>
            <a:solidFill>
              <a:srgbClr val="546C8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783" name="Google Shape;11783;p42"/>
            <p:cNvSpPr/>
            <p:nvPr/>
          </p:nvSpPr>
          <p:spPr>
            <a:xfrm>
              <a:off x="2663085" y="3185179"/>
              <a:ext cx="58572" cy="39288"/>
            </a:xfrm>
            <a:custGeom>
              <a:rect b="b" l="l" r="r" t="t"/>
              <a:pathLst>
                <a:path extrusionOk="0" h="2624" w="3912">
                  <a:moveTo>
                    <a:pt x="3154" y="0"/>
                  </a:moveTo>
                  <a:lnTo>
                    <a:pt x="1620" y="1535"/>
                  </a:lnTo>
                  <a:cubicBezTo>
                    <a:pt x="1399" y="1756"/>
                    <a:pt x="1104" y="1866"/>
                    <a:pt x="810" y="1866"/>
                  </a:cubicBezTo>
                  <a:cubicBezTo>
                    <a:pt x="516" y="1866"/>
                    <a:pt x="222" y="1756"/>
                    <a:pt x="1" y="1535"/>
                  </a:cubicBezTo>
                  <a:lnTo>
                    <a:pt x="1" y="1535"/>
                  </a:lnTo>
                  <a:lnTo>
                    <a:pt x="758" y="2292"/>
                  </a:lnTo>
                  <a:cubicBezTo>
                    <a:pt x="989" y="2513"/>
                    <a:pt x="1283" y="2623"/>
                    <a:pt x="1575" y="2623"/>
                  </a:cubicBezTo>
                  <a:cubicBezTo>
                    <a:pt x="1867" y="2623"/>
                    <a:pt x="2156" y="2513"/>
                    <a:pt x="2376" y="2292"/>
                  </a:cubicBezTo>
                  <a:lnTo>
                    <a:pt x="3911" y="757"/>
                  </a:lnTo>
                  <a:lnTo>
                    <a:pt x="3154" y="0"/>
                  </a:lnTo>
                  <a:close/>
                </a:path>
              </a:pathLst>
            </a:custGeom>
            <a:solidFill>
              <a:srgbClr val="344D6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784" name="Google Shape;11784;p42"/>
            <p:cNvSpPr/>
            <p:nvPr/>
          </p:nvSpPr>
          <p:spPr>
            <a:xfrm>
              <a:off x="2852906" y="2968288"/>
              <a:ext cx="85628" cy="85643"/>
            </a:xfrm>
            <a:custGeom>
              <a:rect b="b" l="l" r="r" t="t"/>
              <a:pathLst>
                <a:path extrusionOk="0" h="5720" w="5719">
                  <a:moveTo>
                    <a:pt x="4962" y="1"/>
                  </a:moveTo>
                  <a:lnTo>
                    <a:pt x="0" y="4962"/>
                  </a:lnTo>
                  <a:lnTo>
                    <a:pt x="757" y="5719"/>
                  </a:lnTo>
                  <a:lnTo>
                    <a:pt x="5719" y="757"/>
                  </a:lnTo>
                  <a:lnTo>
                    <a:pt x="4962" y="1"/>
                  </a:lnTo>
                  <a:close/>
                </a:path>
              </a:pathLst>
            </a:custGeom>
            <a:solidFill>
              <a:srgbClr val="344D6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785" name="Google Shape;11785;p42"/>
            <p:cNvSpPr/>
            <p:nvPr/>
          </p:nvSpPr>
          <p:spPr>
            <a:xfrm>
              <a:off x="2874302" y="2921783"/>
              <a:ext cx="82813" cy="146311"/>
            </a:xfrm>
            <a:custGeom>
              <a:rect b="b" l="l" r="r" t="t"/>
              <a:pathLst>
                <a:path extrusionOk="0" h="9772" w="5531">
                  <a:moveTo>
                    <a:pt x="741" y="1"/>
                  </a:moveTo>
                  <a:cubicBezTo>
                    <a:pt x="449" y="1"/>
                    <a:pt x="197" y="368"/>
                    <a:pt x="442" y="647"/>
                  </a:cubicBezTo>
                  <a:lnTo>
                    <a:pt x="4563" y="4789"/>
                  </a:lnTo>
                  <a:lnTo>
                    <a:pt x="232" y="9120"/>
                  </a:lnTo>
                  <a:cubicBezTo>
                    <a:pt x="1" y="9351"/>
                    <a:pt x="169" y="9771"/>
                    <a:pt x="527" y="9771"/>
                  </a:cubicBezTo>
                  <a:cubicBezTo>
                    <a:pt x="611" y="9771"/>
                    <a:pt x="716" y="9729"/>
                    <a:pt x="779" y="9645"/>
                  </a:cubicBezTo>
                  <a:lnTo>
                    <a:pt x="5383" y="5062"/>
                  </a:lnTo>
                  <a:cubicBezTo>
                    <a:pt x="5530" y="4894"/>
                    <a:pt x="5530" y="4662"/>
                    <a:pt x="5383" y="4515"/>
                  </a:cubicBezTo>
                  <a:lnTo>
                    <a:pt x="989" y="100"/>
                  </a:lnTo>
                  <a:cubicBezTo>
                    <a:pt x="910" y="30"/>
                    <a:pt x="824" y="1"/>
                    <a:pt x="741" y="1"/>
                  </a:cubicBezTo>
                  <a:close/>
                </a:path>
              </a:pathLst>
            </a:custGeom>
            <a:solidFill>
              <a:srgbClr val="41586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1786" name="Google Shape;11786;p42"/>
          <p:cNvGrpSpPr/>
          <p:nvPr/>
        </p:nvGrpSpPr>
        <p:grpSpPr>
          <a:xfrm>
            <a:off x="3049959" y="1762861"/>
            <a:ext cx="402940" cy="388536"/>
            <a:chOff x="3049959" y="1945861"/>
            <a:chExt cx="402940" cy="388536"/>
          </a:xfrm>
        </p:grpSpPr>
        <p:sp>
          <p:nvSpPr>
            <p:cNvPr id="11787" name="Google Shape;11787;p42"/>
            <p:cNvSpPr/>
            <p:nvPr/>
          </p:nvSpPr>
          <p:spPr>
            <a:xfrm>
              <a:off x="3049959" y="1993398"/>
              <a:ext cx="355402" cy="340999"/>
            </a:xfrm>
            <a:custGeom>
              <a:rect b="b" l="l" r="r" t="t"/>
              <a:pathLst>
                <a:path extrusionOk="0" h="22775" w="23737">
                  <a:moveTo>
                    <a:pt x="9777" y="0"/>
                  </a:moveTo>
                  <a:lnTo>
                    <a:pt x="3848" y="5929"/>
                  </a:lnTo>
                  <a:cubicBezTo>
                    <a:pt x="1" y="9776"/>
                    <a:pt x="1" y="16021"/>
                    <a:pt x="3848" y="19889"/>
                  </a:cubicBezTo>
                  <a:cubicBezTo>
                    <a:pt x="5772" y="21813"/>
                    <a:pt x="8300" y="22775"/>
                    <a:pt x="10828" y="22775"/>
                  </a:cubicBezTo>
                  <a:cubicBezTo>
                    <a:pt x="13356" y="22775"/>
                    <a:pt x="15884" y="21813"/>
                    <a:pt x="17808" y="19889"/>
                  </a:cubicBezTo>
                  <a:lnTo>
                    <a:pt x="23737" y="13960"/>
                  </a:lnTo>
                  <a:lnTo>
                    <a:pt x="22139" y="10954"/>
                  </a:lnTo>
                  <a:lnTo>
                    <a:pt x="19133" y="9377"/>
                  </a:lnTo>
                  <a:lnTo>
                    <a:pt x="13225" y="15285"/>
                  </a:lnTo>
                  <a:cubicBezTo>
                    <a:pt x="12563" y="15947"/>
                    <a:pt x="11695" y="16278"/>
                    <a:pt x="10831" y="16278"/>
                  </a:cubicBezTo>
                  <a:cubicBezTo>
                    <a:pt x="9966" y="16278"/>
                    <a:pt x="9104" y="15947"/>
                    <a:pt x="8452" y="15285"/>
                  </a:cubicBezTo>
                  <a:cubicBezTo>
                    <a:pt x="7128" y="13960"/>
                    <a:pt x="7128" y="11837"/>
                    <a:pt x="8452" y="10512"/>
                  </a:cubicBezTo>
                  <a:lnTo>
                    <a:pt x="14360" y="4604"/>
                  </a:lnTo>
                  <a:lnTo>
                    <a:pt x="12783" y="1598"/>
                  </a:lnTo>
                  <a:lnTo>
                    <a:pt x="9777" y="0"/>
                  </a:lnTo>
                  <a:close/>
                </a:path>
              </a:pathLst>
            </a:custGeom>
            <a:solidFill>
              <a:srgbClr val="3F566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788" name="Google Shape;11788;p42"/>
            <p:cNvSpPr/>
            <p:nvPr/>
          </p:nvSpPr>
          <p:spPr>
            <a:xfrm>
              <a:off x="3093080" y="2196350"/>
              <a:ext cx="12607" cy="11184"/>
            </a:xfrm>
            <a:custGeom>
              <a:rect b="b" l="l" r="r" t="t"/>
              <a:pathLst>
                <a:path extrusionOk="0" h="747" w="842">
                  <a:moveTo>
                    <a:pt x="421" y="1"/>
                  </a:moveTo>
                  <a:cubicBezTo>
                    <a:pt x="321" y="1"/>
                    <a:pt x="222" y="37"/>
                    <a:pt x="148" y="111"/>
                  </a:cubicBezTo>
                  <a:cubicBezTo>
                    <a:pt x="1" y="258"/>
                    <a:pt x="1" y="489"/>
                    <a:pt x="148" y="637"/>
                  </a:cubicBezTo>
                  <a:cubicBezTo>
                    <a:pt x="222" y="710"/>
                    <a:pt x="321" y="747"/>
                    <a:pt x="421" y="747"/>
                  </a:cubicBezTo>
                  <a:cubicBezTo>
                    <a:pt x="521" y="747"/>
                    <a:pt x="621" y="710"/>
                    <a:pt x="695" y="637"/>
                  </a:cubicBezTo>
                  <a:cubicBezTo>
                    <a:pt x="842" y="489"/>
                    <a:pt x="842" y="258"/>
                    <a:pt x="695" y="111"/>
                  </a:cubicBezTo>
                  <a:cubicBezTo>
                    <a:pt x="621" y="37"/>
                    <a:pt x="521" y="1"/>
                    <a:pt x="421" y="1"/>
                  </a:cubicBezTo>
                  <a:close/>
                </a:path>
              </a:pathLst>
            </a:custGeom>
            <a:solidFill>
              <a:srgbClr val="2B455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789" name="Google Shape;11789;p42"/>
            <p:cNvSpPr/>
            <p:nvPr/>
          </p:nvSpPr>
          <p:spPr>
            <a:xfrm>
              <a:off x="3093080" y="2164564"/>
              <a:ext cx="12607" cy="11184"/>
            </a:xfrm>
            <a:custGeom>
              <a:rect b="b" l="l" r="r" t="t"/>
              <a:pathLst>
                <a:path extrusionOk="0" h="747" w="842">
                  <a:moveTo>
                    <a:pt x="421" y="0"/>
                  </a:moveTo>
                  <a:cubicBezTo>
                    <a:pt x="321" y="0"/>
                    <a:pt x="222" y="37"/>
                    <a:pt x="148" y="110"/>
                  </a:cubicBezTo>
                  <a:cubicBezTo>
                    <a:pt x="1" y="258"/>
                    <a:pt x="1" y="489"/>
                    <a:pt x="148" y="636"/>
                  </a:cubicBezTo>
                  <a:cubicBezTo>
                    <a:pt x="222" y="710"/>
                    <a:pt x="321" y="746"/>
                    <a:pt x="421" y="746"/>
                  </a:cubicBezTo>
                  <a:cubicBezTo>
                    <a:pt x="521" y="746"/>
                    <a:pt x="621" y="710"/>
                    <a:pt x="695" y="636"/>
                  </a:cubicBezTo>
                  <a:cubicBezTo>
                    <a:pt x="842" y="489"/>
                    <a:pt x="842" y="258"/>
                    <a:pt x="695" y="110"/>
                  </a:cubicBezTo>
                  <a:cubicBezTo>
                    <a:pt x="621" y="37"/>
                    <a:pt x="521" y="0"/>
                    <a:pt x="421" y="0"/>
                  </a:cubicBezTo>
                  <a:close/>
                </a:path>
              </a:pathLst>
            </a:custGeom>
            <a:solidFill>
              <a:srgbClr val="2B455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790" name="Google Shape;11790;p42"/>
            <p:cNvSpPr/>
            <p:nvPr/>
          </p:nvSpPr>
          <p:spPr>
            <a:xfrm>
              <a:off x="3336413" y="2211458"/>
              <a:ext cx="12292" cy="11514"/>
            </a:xfrm>
            <a:custGeom>
              <a:rect b="b" l="l" r="r" t="t"/>
              <a:pathLst>
                <a:path extrusionOk="0" h="769" w="821">
                  <a:moveTo>
                    <a:pt x="411" y="1"/>
                  </a:moveTo>
                  <a:cubicBezTo>
                    <a:pt x="316" y="1"/>
                    <a:pt x="221" y="37"/>
                    <a:pt x="148" y="111"/>
                  </a:cubicBezTo>
                  <a:cubicBezTo>
                    <a:pt x="1" y="258"/>
                    <a:pt x="1" y="511"/>
                    <a:pt x="148" y="658"/>
                  </a:cubicBezTo>
                  <a:cubicBezTo>
                    <a:pt x="221" y="731"/>
                    <a:pt x="316" y="768"/>
                    <a:pt x="411" y="768"/>
                  </a:cubicBezTo>
                  <a:cubicBezTo>
                    <a:pt x="505" y="768"/>
                    <a:pt x="600" y="731"/>
                    <a:pt x="673" y="658"/>
                  </a:cubicBezTo>
                  <a:cubicBezTo>
                    <a:pt x="821" y="511"/>
                    <a:pt x="821" y="258"/>
                    <a:pt x="673" y="111"/>
                  </a:cubicBezTo>
                  <a:cubicBezTo>
                    <a:pt x="600" y="37"/>
                    <a:pt x="505" y="1"/>
                    <a:pt x="411" y="1"/>
                  </a:cubicBezTo>
                  <a:close/>
                </a:path>
              </a:pathLst>
            </a:custGeom>
            <a:solidFill>
              <a:srgbClr val="2B455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791" name="Google Shape;11791;p42"/>
            <p:cNvSpPr/>
            <p:nvPr/>
          </p:nvSpPr>
          <p:spPr>
            <a:xfrm>
              <a:off x="3196330" y="1945861"/>
              <a:ext cx="116172" cy="116486"/>
            </a:xfrm>
            <a:custGeom>
              <a:rect b="b" l="l" r="r" t="t"/>
              <a:pathLst>
                <a:path extrusionOk="0" h="7780" w="7759">
                  <a:moveTo>
                    <a:pt x="3176" y="0"/>
                  </a:moveTo>
                  <a:lnTo>
                    <a:pt x="1" y="3175"/>
                  </a:lnTo>
                  <a:lnTo>
                    <a:pt x="4584" y="7779"/>
                  </a:lnTo>
                  <a:lnTo>
                    <a:pt x="7759" y="4584"/>
                  </a:lnTo>
                  <a:lnTo>
                    <a:pt x="3176" y="0"/>
                  </a:lnTo>
                  <a:close/>
                </a:path>
              </a:pathLst>
            </a:custGeom>
            <a:solidFill>
              <a:srgbClr val="E6EBE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792" name="Google Shape;11792;p42"/>
            <p:cNvSpPr/>
            <p:nvPr/>
          </p:nvSpPr>
          <p:spPr>
            <a:xfrm>
              <a:off x="3336413" y="2085943"/>
              <a:ext cx="116486" cy="116486"/>
            </a:xfrm>
            <a:custGeom>
              <a:rect b="b" l="l" r="r" t="t"/>
              <a:pathLst>
                <a:path extrusionOk="0" h="7780" w="7780">
                  <a:moveTo>
                    <a:pt x="3175" y="0"/>
                  </a:moveTo>
                  <a:lnTo>
                    <a:pt x="1" y="3196"/>
                  </a:lnTo>
                  <a:lnTo>
                    <a:pt x="4605" y="7779"/>
                  </a:lnTo>
                  <a:lnTo>
                    <a:pt x="7780" y="4605"/>
                  </a:lnTo>
                  <a:lnTo>
                    <a:pt x="3175" y="0"/>
                  </a:ln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1793" name="Google Shape;11793;p42"/>
          <p:cNvGrpSpPr/>
          <p:nvPr/>
        </p:nvGrpSpPr>
        <p:grpSpPr>
          <a:xfrm>
            <a:off x="2483025" y="4085679"/>
            <a:ext cx="202428" cy="349114"/>
            <a:chOff x="2483025" y="4268679"/>
            <a:chExt cx="202428" cy="349114"/>
          </a:xfrm>
        </p:grpSpPr>
        <p:sp>
          <p:nvSpPr>
            <p:cNvPr id="11794" name="Google Shape;11794;p42"/>
            <p:cNvSpPr/>
            <p:nvPr/>
          </p:nvSpPr>
          <p:spPr>
            <a:xfrm>
              <a:off x="2497818" y="4274339"/>
              <a:ext cx="172528" cy="337780"/>
            </a:xfrm>
            <a:custGeom>
              <a:rect b="b" l="l" r="r" t="t"/>
              <a:pathLst>
                <a:path extrusionOk="0" h="22560" w="11523">
                  <a:moveTo>
                    <a:pt x="1" y="1"/>
                  </a:moveTo>
                  <a:lnTo>
                    <a:pt x="1" y="5719"/>
                  </a:lnTo>
                  <a:cubicBezTo>
                    <a:pt x="1" y="8326"/>
                    <a:pt x="1746" y="10597"/>
                    <a:pt x="4248" y="11291"/>
                  </a:cubicBezTo>
                  <a:cubicBezTo>
                    <a:pt x="1746" y="11964"/>
                    <a:pt x="1" y="14234"/>
                    <a:pt x="1" y="16841"/>
                  </a:cubicBezTo>
                  <a:lnTo>
                    <a:pt x="1" y="22560"/>
                  </a:lnTo>
                  <a:lnTo>
                    <a:pt x="11522" y="22560"/>
                  </a:lnTo>
                  <a:lnTo>
                    <a:pt x="11522" y="16841"/>
                  </a:lnTo>
                  <a:cubicBezTo>
                    <a:pt x="11522" y="14234"/>
                    <a:pt x="9798" y="11964"/>
                    <a:pt x="7296" y="11291"/>
                  </a:cubicBezTo>
                  <a:cubicBezTo>
                    <a:pt x="9798" y="10597"/>
                    <a:pt x="11522" y="8326"/>
                    <a:pt x="11522" y="5719"/>
                  </a:cubicBezTo>
                  <a:lnTo>
                    <a:pt x="11522" y="1"/>
                  </a:lnTo>
                  <a:close/>
                </a:path>
              </a:pathLst>
            </a:custGeom>
            <a:solidFill>
              <a:srgbClr val="DBE2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795" name="Google Shape;11795;p42"/>
            <p:cNvSpPr/>
            <p:nvPr/>
          </p:nvSpPr>
          <p:spPr>
            <a:xfrm>
              <a:off x="2599811" y="4274339"/>
              <a:ext cx="76195" cy="337780"/>
            </a:xfrm>
            <a:custGeom>
              <a:rect b="b" l="l" r="r" t="t"/>
              <a:pathLst>
                <a:path extrusionOk="0" h="22560" w="5089">
                  <a:moveTo>
                    <a:pt x="4332" y="1"/>
                  </a:moveTo>
                  <a:lnTo>
                    <a:pt x="4332" y="5719"/>
                  </a:lnTo>
                  <a:cubicBezTo>
                    <a:pt x="4311" y="8137"/>
                    <a:pt x="2713" y="10261"/>
                    <a:pt x="379" y="10912"/>
                  </a:cubicBezTo>
                  <a:cubicBezTo>
                    <a:pt x="1" y="11018"/>
                    <a:pt x="1" y="11543"/>
                    <a:pt x="379" y="11648"/>
                  </a:cubicBezTo>
                  <a:cubicBezTo>
                    <a:pt x="2713" y="12300"/>
                    <a:pt x="4311" y="14423"/>
                    <a:pt x="4332" y="16841"/>
                  </a:cubicBezTo>
                  <a:lnTo>
                    <a:pt x="4332" y="22560"/>
                  </a:lnTo>
                  <a:lnTo>
                    <a:pt x="5068" y="22560"/>
                  </a:lnTo>
                  <a:lnTo>
                    <a:pt x="5068" y="16841"/>
                  </a:lnTo>
                  <a:cubicBezTo>
                    <a:pt x="5068" y="14465"/>
                    <a:pt x="3701" y="12300"/>
                    <a:pt x="1557" y="11291"/>
                  </a:cubicBezTo>
                  <a:cubicBezTo>
                    <a:pt x="3701" y="10261"/>
                    <a:pt x="5089" y="8116"/>
                    <a:pt x="5089" y="5719"/>
                  </a:cubicBezTo>
                  <a:lnTo>
                    <a:pt x="5089" y="1"/>
                  </a:lnTo>
                  <a:close/>
                </a:path>
              </a:pathLst>
            </a:custGeom>
            <a:solidFill>
              <a:srgbClr val="FCFDF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796" name="Google Shape;11796;p42"/>
            <p:cNvSpPr/>
            <p:nvPr/>
          </p:nvSpPr>
          <p:spPr>
            <a:xfrm>
              <a:off x="2492159" y="4274339"/>
              <a:ext cx="76195" cy="337780"/>
            </a:xfrm>
            <a:custGeom>
              <a:rect b="b" l="l" r="r" t="t"/>
              <a:pathLst>
                <a:path extrusionOk="0" h="22560" w="5089">
                  <a:moveTo>
                    <a:pt x="0" y="1"/>
                  </a:moveTo>
                  <a:lnTo>
                    <a:pt x="0" y="5719"/>
                  </a:lnTo>
                  <a:cubicBezTo>
                    <a:pt x="21" y="8095"/>
                    <a:pt x="1388" y="10261"/>
                    <a:pt x="3533" y="11291"/>
                  </a:cubicBezTo>
                  <a:cubicBezTo>
                    <a:pt x="1388" y="12300"/>
                    <a:pt x="21" y="14465"/>
                    <a:pt x="0" y="16841"/>
                  </a:cubicBezTo>
                  <a:lnTo>
                    <a:pt x="0" y="22560"/>
                  </a:lnTo>
                  <a:lnTo>
                    <a:pt x="757" y="22560"/>
                  </a:lnTo>
                  <a:lnTo>
                    <a:pt x="757" y="16841"/>
                  </a:lnTo>
                  <a:cubicBezTo>
                    <a:pt x="757" y="14402"/>
                    <a:pt x="2376" y="12279"/>
                    <a:pt x="4710" y="11648"/>
                  </a:cubicBezTo>
                  <a:cubicBezTo>
                    <a:pt x="5088" y="11543"/>
                    <a:pt x="5088" y="11018"/>
                    <a:pt x="4710" y="10912"/>
                  </a:cubicBezTo>
                  <a:cubicBezTo>
                    <a:pt x="2376" y="10282"/>
                    <a:pt x="757" y="8158"/>
                    <a:pt x="757" y="5719"/>
                  </a:cubicBezTo>
                  <a:lnTo>
                    <a:pt x="757" y="1"/>
                  </a:lnTo>
                  <a:close/>
                </a:path>
              </a:pathLst>
            </a:custGeom>
            <a:solidFill>
              <a:srgbClr val="FCFDF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797" name="Google Shape;11797;p42"/>
            <p:cNvSpPr/>
            <p:nvPr/>
          </p:nvSpPr>
          <p:spPr>
            <a:xfrm>
              <a:off x="2483025" y="4606444"/>
              <a:ext cx="202428" cy="11349"/>
            </a:xfrm>
            <a:custGeom>
              <a:rect b="b" l="l" r="r" t="t"/>
              <a:pathLst>
                <a:path extrusionOk="0" h="758" w="13520">
                  <a:moveTo>
                    <a:pt x="484" y="0"/>
                  </a:moveTo>
                  <a:cubicBezTo>
                    <a:pt x="1" y="0"/>
                    <a:pt x="1" y="757"/>
                    <a:pt x="484" y="757"/>
                  </a:cubicBezTo>
                  <a:lnTo>
                    <a:pt x="13015" y="757"/>
                  </a:lnTo>
                  <a:cubicBezTo>
                    <a:pt x="13519" y="757"/>
                    <a:pt x="13519" y="0"/>
                    <a:pt x="13015" y="0"/>
                  </a:cubicBezTo>
                  <a:close/>
                </a:path>
              </a:pathLst>
            </a:custGeom>
            <a:solidFill>
              <a:srgbClr val="E5EBE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798" name="Google Shape;11798;p42"/>
            <p:cNvSpPr/>
            <p:nvPr/>
          </p:nvSpPr>
          <p:spPr>
            <a:xfrm>
              <a:off x="2483025" y="4268679"/>
              <a:ext cx="202428" cy="11349"/>
            </a:xfrm>
            <a:custGeom>
              <a:rect b="b" l="l" r="r" t="t"/>
              <a:pathLst>
                <a:path extrusionOk="0" h="758" w="13520">
                  <a:moveTo>
                    <a:pt x="484" y="0"/>
                  </a:moveTo>
                  <a:cubicBezTo>
                    <a:pt x="1" y="0"/>
                    <a:pt x="1" y="757"/>
                    <a:pt x="484" y="757"/>
                  </a:cubicBezTo>
                  <a:lnTo>
                    <a:pt x="13015" y="757"/>
                  </a:lnTo>
                  <a:cubicBezTo>
                    <a:pt x="13519" y="757"/>
                    <a:pt x="13519" y="0"/>
                    <a:pt x="13015" y="0"/>
                  </a:cubicBezTo>
                  <a:close/>
                </a:path>
              </a:pathLst>
            </a:custGeom>
            <a:solidFill>
              <a:srgbClr val="E5EBE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799" name="Google Shape;11799;p42"/>
            <p:cNvSpPr/>
            <p:nvPr/>
          </p:nvSpPr>
          <p:spPr>
            <a:xfrm>
              <a:off x="2520487" y="4378847"/>
              <a:ext cx="127506" cy="210933"/>
            </a:xfrm>
            <a:custGeom>
              <a:rect b="b" l="l" r="r" t="t"/>
              <a:pathLst>
                <a:path extrusionOk="0" h="14088" w="8516">
                  <a:moveTo>
                    <a:pt x="190" y="1"/>
                  </a:moveTo>
                  <a:cubicBezTo>
                    <a:pt x="610" y="1388"/>
                    <a:pt x="1725" y="2482"/>
                    <a:pt x="3133" y="2860"/>
                  </a:cubicBezTo>
                  <a:cubicBezTo>
                    <a:pt x="3365" y="2923"/>
                    <a:pt x="3617" y="2965"/>
                    <a:pt x="3869" y="2986"/>
                  </a:cubicBezTo>
                  <a:lnTo>
                    <a:pt x="3869" y="7927"/>
                  </a:lnTo>
                  <a:cubicBezTo>
                    <a:pt x="1683" y="8116"/>
                    <a:pt x="1" y="9966"/>
                    <a:pt x="1" y="12153"/>
                  </a:cubicBezTo>
                  <a:lnTo>
                    <a:pt x="1" y="14087"/>
                  </a:lnTo>
                  <a:lnTo>
                    <a:pt x="8515" y="14087"/>
                  </a:lnTo>
                  <a:lnTo>
                    <a:pt x="8515" y="12174"/>
                  </a:lnTo>
                  <a:cubicBezTo>
                    <a:pt x="8515" y="9966"/>
                    <a:pt x="6834" y="8116"/>
                    <a:pt x="4626" y="7927"/>
                  </a:cubicBezTo>
                  <a:lnTo>
                    <a:pt x="4626" y="2986"/>
                  </a:lnTo>
                  <a:cubicBezTo>
                    <a:pt x="4878" y="2965"/>
                    <a:pt x="5131" y="2923"/>
                    <a:pt x="5383" y="2860"/>
                  </a:cubicBezTo>
                  <a:cubicBezTo>
                    <a:pt x="6770" y="2461"/>
                    <a:pt x="7885" y="1388"/>
                    <a:pt x="8305" y="1"/>
                  </a:cubicBezTo>
                  <a:close/>
                </a:path>
              </a:pathLst>
            </a:custGeom>
            <a:solidFill>
              <a:srgbClr val="68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1800" name="Google Shape;11800;p42"/>
          <p:cNvGrpSpPr/>
          <p:nvPr/>
        </p:nvGrpSpPr>
        <p:grpSpPr>
          <a:xfrm>
            <a:off x="862507" y="2702984"/>
            <a:ext cx="329590" cy="365000"/>
            <a:chOff x="862507" y="2885984"/>
            <a:chExt cx="329590" cy="365000"/>
          </a:xfrm>
        </p:grpSpPr>
        <p:sp>
          <p:nvSpPr>
            <p:cNvPr id="11801" name="Google Shape;11801;p42"/>
            <p:cNvSpPr/>
            <p:nvPr/>
          </p:nvSpPr>
          <p:spPr>
            <a:xfrm>
              <a:off x="862821" y="2975834"/>
              <a:ext cx="313854" cy="275150"/>
            </a:xfrm>
            <a:custGeom>
              <a:rect b="b" l="l" r="r" t="t"/>
              <a:pathLst>
                <a:path extrusionOk="0" h="18377" w="20962">
                  <a:moveTo>
                    <a:pt x="6174" y="1"/>
                  </a:moveTo>
                  <a:cubicBezTo>
                    <a:pt x="5746" y="1"/>
                    <a:pt x="5321" y="44"/>
                    <a:pt x="4920" y="148"/>
                  </a:cubicBezTo>
                  <a:cubicBezTo>
                    <a:pt x="2523" y="779"/>
                    <a:pt x="1" y="3344"/>
                    <a:pt x="1" y="7570"/>
                  </a:cubicBezTo>
                  <a:cubicBezTo>
                    <a:pt x="1" y="10450"/>
                    <a:pt x="1809" y="14403"/>
                    <a:pt x="4058" y="16631"/>
                  </a:cubicBezTo>
                  <a:cubicBezTo>
                    <a:pt x="5130" y="17704"/>
                    <a:pt x="6287" y="18376"/>
                    <a:pt x="7380" y="18376"/>
                  </a:cubicBezTo>
                  <a:cubicBezTo>
                    <a:pt x="8032" y="18376"/>
                    <a:pt x="8663" y="18271"/>
                    <a:pt x="9293" y="18103"/>
                  </a:cubicBezTo>
                  <a:cubicBezTo>
                    <a:pt x="9682" y="17988"/>
                    <a:pt x="10082" y="17930"/>
                    <a:pt x="10481" y="17930"/>
                  </a:cubicBezTo>
                  <a:cubicBezTo>
                    <a:pt x="10881" y="17930"/>
                    <a:pt x="11280" y="17988"/>
                    <a:pt x="11669" y="18103"/>
                  </a:cubicBezTo>
                  <a:cubicBezTo>
                    <a:pt x="12279" y="18271"/>
                    <a:pt x="12931" y="18376"/>
                    <a:pt x="13561" y="18376"/>
                  </a:cubicBezTo>
                  <a:cubicBezTo>
                    <a:pt x="14612" y="18376"/>
                    <a:pt x="15727" y="17767"/>
                    <a:pt x="16736" y="16779"/>
                  </a:cubicBezTo>
                  <a:cubicBezTo>
                    <a:pt x="19049" y="14571"/>
                    <a:pt x="20962" y="10513"/>
                    <a:pt x="20962" y="7570"/>
                  </a:cubicBezTo>
                  <a:cubicBezTo>
                    <a:pt x="20962" y="3344"/>
                    <a:pt x="18418" y="779"/>
                    <a:pt x="16042" y="148"/>
                  </a:cubicBezTo>
                  <a:cubicBezTo>
                    <a:pt x="15641" y="44"/>
                    <a:pt x="15217" y="1"/>
                    <a:pt x="14788" y="1"/>
                  </a:cubicBezTo>
                  <a:cubicBezTo>
                    <a:pt x="14003" y="1"/>
                    <a:pt x="13204" y="147"/>
                    <a:pt x="12510" y="338"/>
                  </a:cubicBezTo>
                  <a:cubicBezTo>
                    <a:pt x="12279" y="380"/>
                    <a:pt x="12047" y="443"/>
                    <a:pt x="11837" y="464"/>
                  </a:cubicBezTo>
                  <a:cubicBezTo>
                    <a:pt x="11379" y="548"/>
                    <a:pt x="10918" y="589"/>
                    <a:pt x="10459" y="589"/>
                  </a:cubicBezTo>
                  <a:cubicBezTo>
                    <a:pt x="9779" y="589"/>
                    <a:pt x="9105" y="501"/>
                    <a:pt x="8452" y="338"/>
                  </a:cubicBezTo>
                  <a:cubicBezTo>
                    <a:pt x="7759" y="147"/>
                    <a:pt x="6960" y="1"/>
                    <a:pt x="6174" y="1"/>
                  </a:cubicBezTo>
                  <a:close/>
                </a:path>
              </a:pathLst>
            </a:custGeom>
            <a:solidFill>
              <a:srgbClr val="D0DAE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802" name="Google Shape;11802;p42"/>
            <p:cNvSpPr/>
            <p:nvPr/>
          </p:nvSpPr>
          <p:spPr>
            <a:xfrm>
              <a:off x="862507" y="2975819"/>
              <a:ext cx="250894" cy="275165"/>
            </a:xfrm>
            <a:custGeom>
              <a:rect b="b" l="l" r="r" t="t"/>
              <a:pathLst>
                <a:path extrusionOk="0" h="18378" w="16757">
                  <a:moveTo>
                    <a:pt x="6204" y="1"/>
                  </a:moveTo>
                  <a:cubicBezTo>
                    <a:pt x="5767" y="1"/>
                    <a:pt x="5333" y="44"/>
                    <a:pt x="4920" y="149"/>
                  </a:cubicBezTo>
                  <a:cubicBezTo>
                    <a:pt x="2544" y="759"/>
                    <a:pt x="1" y="3324"/>
                    <a:pt x="1" y="7571"/>
                  </a:cubicBezTo>
                  <a:cubicBezTo>
                    <a:pt x="1" y="11797"/>
                    <a:pt x="3995" y="18377"/>
                    <a:pt x="7401" y="18377"/>
                  </a:cubicBezTo>
                  <a:cubicBezTo>
                    <a:pt x="8053" y="18377"/>
                    <a:pt x="8684" y="18293"/>
                    <a:pt x="9293" y="18104"/>
                  </a:cubicBezTo>
                  <a:cubicBezTo>
                    <a:pt x="9682" y="17989"/>
                    <a:pt x="10087" y="17931"/>
                    <a:pt x="10492" y="17931"/>
                  </a:cubicBezTo>
                  <a:cubicBezTo>
                    <a:pt x="10896" y="17931"/>
                    <a:pt x="11301" y="17989"/>
                    <a:pt x="11690" y="18104"/>
                  </a:cubicBezTo>
                  <a:cubicBezTo>
                    <a:pt x="12300" y="18293"/>
                    <a:pt x="12952" y="18377"/>
                    <a:pt x="13582" y="18377"/>
                  </a:cubicBezTo>
                  <a:cubicBezTo>
                    <a:pt x="14633" y="18377"/>
                    <a:pt x="15748" y="17768"/>
                    <a:pt x="16757" y="16780"/>
                  </a:cubicBezTo>
                  <a:lnTo>
                    <a:pt x="16757" y="16780"/>
                  </a:lnTo>
                  <a:cubicBezTo>
                    <a:pt x="15461" y="17012"/>
                    <a:pt x="14299" y="17110"/>
                    <a:pt x="13262" y="17110"/>
                  </a:cubicBezTo>
                  <a:cubicBezTo>
                    <a:pt x="12044" y="17110"/>
                    <a:pt x="10999" y="16974"/>
                    <a:pt x="10113" y="16759"/>
                  </a:cubicBezTo>
                  <a:cubicBezTo>
                    <a:pt x="7422" y="16086"/>
                    <a:pt x="5425" y="13836"/>
                    <a:pt x="5088" y="11082"/>
                  </a:cubicBezTo>
                  <a:cubicBezTo>
                    <a:pt x="4247" y="4207"/>
                    <a:pt x="8747" y="2210"/>
                    <a:pt x="8747" y="2210"/>
                  </a:cubicBezTo>
                  <a:cubicBezTo>
                    <a:pt x="9339" y="2449"/>
                    <a:pt x="9969" y="2576"/>
                    <a:pt x="10606" y="2576"/>
                  </a:cubicBezTo>
                  <a:cubicBezTo>
                    <a:pt x="10918" y="2576"/>
                    <a:pt x="11231" y="2545"/>
                    <a:pt x="11543" y="2483"/>
                  </a:cubicBezTo>
                  <a:cubicBezTo>
                    <a:pt x="10597" y="1558"/>
                    <a:pt x="11858" y="465"/>
                    <a:pt x="11858" y="465"/>
                  </a:cubicBezTo>
                  <a:lnTo>
                    <a:pt x="11858" y="465"/>
                  </a:lnTo>
                  <a:cubicBezTo>
                    <a:pt x="11402" y="541"/>
                    <a:pt x="10943" y="579"/>
                    <a:pt x="10485" y="579"/>
                  </a:cubicBezTo>
                  <a:cubicBezTo>
                    <a:pt x="9804" y="579"/>
                    <a:pt x="9127" y="494"/>
                    <a:pt x="8473" y="318"/>
                  </a:cubicBezTo>
                  <a:cubicBezTo>
                    <a:pt x="7784" y="142"/>
                    <a:pt x="6990" y="1"/>
                    <a:pt x="6204" y="1"/>
                  </a:cubicBezTo>
                  <a:close/>
                </a:path>
              </a:pathLst>
            </a:custGeom>
            <a:solidFill>
              <a:srgbClr val="CBD6D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803" name="Google Shape;11803;p42"/>
            <p:cNvSpPr/>
            <p:nvPr/>
          </p:nvSpPr>
          <p:spPr>
            <a:xfrm>
              <a:off x="1034691" y="2885984"/>
              <a:ext cx="157406" cy="87050"/>
            </a:xfrm>
            <a:custGeom>
              <a:rect b="b" l="l" r="r" t="t"/>
              <a:pathLst>
                <a:path extrusionOk="0" h="5814" w="10513">
                  <a:moveTo>
                    <a:pt x="5044" y="0"/>
                  </a:moveTo>
                  <a:cubicBezTo>
                    <a:pt x="4802" y="0"/>
                    <a:pt x="4551" y="10"/>
                    <a:pt x="4290" y="31"/>
                  </a:cubicBezTo>
                  <a:cubicBezTo>
                    <a:pt x="1220" y="262"/>
                    <a:pt x="43" y="3795"/>
                    <a:pt x="1" y="3921"/>
                  </a:cubicBezTo>
                  <a:cubicBezTo>
                    <a:pt x="43" y="3879"/>
                    <a:pt x="85" y="3858"/>
                    <a:pt x="148" y="3858"/>
                  </a:cubicBezTo>
                  <a:cubicBezTo>
                    <a:pt x="187" y="3849"/>
                    <a:pt x="228" y="3845"/>
                    <a:pt x="272" y="3845"/>
                  </a:cubicBezTo>
                  <a:cubicBezTo>
                    <a:pt x="1228" y="3845"/>
                    <a:pt x="3180" y="5813"/>
                    <a:pt x="5466" y="5813"/>
                  </a:cubicBezTo>
                  <a:cubicBezTo>
                    <a:pt x="5911" y="5813"/>
                    <a:pt x="6368" y="5739"/>
                    <a:pt x="6834" y="5561"/>
                  </a:cubicBezTo>
                  <a:cubicBezTo>
                    <a:pt x="9924" y="4362"/>
                    <a:pt x="10513" y="263"/>
                    <a:pt x="10513" y="262"/>
                  </a:cubicBezTo>
                  <a:lnTo>
                    <a:pt x="10513" y="262"/>
                  </a:lnTo>
                  <a:cubicBezTo>
                    <a:pt x="10146" y="497"/>
                    <a:pt x="9764" y="581"/>
                    <a:pt x="9349" y="581"/>
                  </a:cubicBezTo>
                  <a:cubicBezTo>
                    <a:pt x="8260" y="581"/>
                    <a:pt x="6939" y="0"/>
                    <a:pt x="5044" y="0"/>
                  </a:cubicBezTo>
                  <a:close/>
                </a:path>
              </a:pathLst>
            </a:custGeom>
            <a:solidFill>
              <a:srgbClr val="BCCAD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804" name="Google Shape;11804;p42"/>
            <p:cNvSpPr/>
            <p:nvPr/>
          </p:nvSpPr>
          <p:spPr>
            <a:xfrm>
              <a:off x="1034691" y="2885984"/>
              <a:ext cx="157406" cy="58707"/>
            </a:xfrm>
            <a:custGeom>
              <a:rect b="b" l="l" r="r" t="t"/>
              <a:pathLst>
                <a:path extrusionOk="0" h="3921" w="10513">
                  <a:moveTo>
                    <a:pt x="5028" y="0"/>
                  </a:moveTo>
                  <a:cubicBezTo>
                    <a:pt x="4785" y="0"/>
                    <a:pt x="4532" y="10"/>
                    <a:pt x="4269" y="31"/>
                  </a:cubicBezTo>
                  <a:cubicBezTo>
                    <a:pt x="1220" y="262"/>
                    <a:pt x="22" y="3795"/>
                    <a:pt x="1" y="3921"/>
                  </a:cubicBezTo>
                  <a:lnTo>
                    <a:pt x="127" y="3858"/>
                  </a:lnTo>
                  <a:cubicBezTo>
                    <a:pt x="779" y="3605"/>
                    <a:pt x="3638" y="2554"/>
                    <a:pt x="5972" y="2554"/>
                  </a:cubicBezTo>
                  <a:cubicBezTo>
                    <a:pt x="8621" y="2554"/>
                    <a:pt x="10513" y="263"/>
                    <a:pt x="10513" y="262"/>
                  </a:cubicBezTo>
                  <a:lnTo>
                    <a:pt x="10513" y="262"/>
                  </a:lnTo>
                  <a:cubicBezTo>
                    <a:pt x="10146" y="497"/>
                    <a:pt x="9764" y="581"/>
                    <a:pt x="9348" y="581"/>
                  </a:cubicBezTo>
                  <a:cubicBezTo>
                    <a:pt x="8259" y="581"/>
                    <a:pt x="6935" y="0"/>
                    <a:pt x="5028" y="0"/>
                  </a:cubicBezTo>
                  <a:close/>
                </a:path>
              </a:pathLst>
            </a:custGeom>
            <a:solidFill>
              <a:srgbClr val="8AA2B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805" name="Google Shape;11805;p42"/>
            <p:cNvSpPr/>
            <p:nvPr/>
          </p:nvSpPr>
          <p:spPr>
            <a:xfrm>
              <a:off x="1103639" y="3030843"/>
              <a:ext cx="44393" cy="63139"/>
            </a:xfrm>
            <a:custGeom>
              <a:rect b="b" l="l" r="r" t="t"/>
              <a:pathLst>
                <a:path extrusionOk="0" h="4217" w="2965">
                  <a:moveTo>
                    <a:pt x="1383" y="1"/>
                  </a:moveTo>
                  <a:cubicBezTo>
                    <a:pt x="1349" y="1"/>
                    <a:pt x="1316" y="3"/>
                    <a:pt x="1283" y="6"/>
                  </a:cubicBezTo>
                  <a:cubicBezTo>
                    <a:pt x="526" y="69"/>
                    <a:pt x="0" y="1079"/>
                    <a:pt x="126" y="2235"/>
                  </a:cubicBezTo>
                  <a:cubicBezTo>
                    <a:pt x="227" y="3360"/>
                    <a:pt x="884" y="4217"/>
                    <a:pt x="1603" y="4217"/>
                  </a:cubicBezTo>
                  <a:cubicBezTo>
                    <a:pt x="1636" y="4217"/>
                    <a:pt x="1670" y="4215"/>
                    <a:pt x="1703" y="4211"/>
                  </a:cubicBezTo>
                  <a:cubicBezTo>
                    <a:pt x="2460" y="4148"/>
                    <a:pt x="2965" y="3139"/>
                    <a:pt x="2859" y="1962"/>
                  </a:cubicBezTo>
                  <a:cubicBezTo>
                    <a:pt x="2739" y="856"/>
                    <a:pt x="2100" y="1"/>
                    <a:pt x="1383" y="1"/>
                  </a:cubicBezTo>
                  <a:close/>
                </a:path>
              </a:pathLst>
            </a:custGeom>
            <a:solidFill>
              <a:srgbClr val="E8EDF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806" name="Google Shape;11806;p42"/>
            <p:cNvSpPr/>
            <p:nvPr/>
          </p:nvSpPr>
          <p:spPr>
            <a:xfrm>
              <a:off x="986853" y="3004491"/>
              <a:ext cx="65804" cy="14808"/>
            </a:xfrm>
            <a:custGeom>
              <a:rect b="b" l="l" r="r" t="t"/>
              <a:pathLst>
                <a:path extrusionOk="0" h="989" w="4395">
                  <a:moveTo>
                    <a:pt x="0" y="0"/>
                  </a:moveTo>
                  <a:cubicBezTo>
                    <a:pt x="0" y="484"/>
                    <a:pt x="736" y="883"/>
                    <a:pt x="1745" y="989"/>
                  </a:cubicBezTo>
                  <a:lnTo>
                    <a:pt x="2628" y="989"/>
                  </a:lnTo>
                  <a:cubicBezTo>
                    <a:pt x="3637" y="883"/>
                    <a:pt x="4394" y="484"/>
                    <a:pt x="4394" y="0"/>
                  </a:cubicBezTo>
                  <a:close/>
                </a:path>
              </a:pathLst>
            </a:custGeom>
            <a:solidFill>
              <a:srgbClr val="CBD6D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807" name="Google Shape;11807;p42"/>
            <p:cNvSpPr/>
            <p:nvPr/>
          </p:nvSpPr>
          <p:spPr>
            <a:xfrm>
              <a:off x="991330" y="2933641"/>
              <a:ext cx="56356" cy="85972"/>
            </a:xfrm>
            <a:custGeom>
              <a:rect b="b" l="l" r="r" t="t"/>
              <a:pathLst>
                <a:path extrusionOk="0" h="5742" w="3764">
                  <a:moveTo>
                    <a:pt x="3182" y="0"/>
                  </a:moveTo>
                  <a:cubicBezTo>
                    <a:pt x="3058" y="0"/>
                    <a:pt x="2932" y="56"/>
                    <a:pt x="2834" y="191"/>
                  </a:cubicBezTo>
                  <a:lnTo>
                    <a:pt x="1635" y="1999"/>
                  </a:lnTo>
                  <a:cubicBezTo>
                    <a:pt x="1446" y="1432"/>
                    <a:pt x="1236" y="885"/>
                    <a:pt x="963" y="338"/>
                  </a:cubicBezTo>
                  <a:cubicBezTo>
                    <a:pt x="874" y="168"/>
                    <a:pt x="732" y="97"/>
                    <a:pt x="590" y="97"/>
                  </a:cubicBezTo>
                  <a:cubicBezTo>
                    <a:pt x="295" y="97"/>
                    <a:pt x="0" y="404"/>
                    <a:pt x="185" y="759"/>
                  </a:cubicBezTo>
                  <a:cubicBezTo>
                    <a:pt x="794" y="2020"/>
                    <a:pt x="1194" y="3366"/>
                    <a:pt x="1362" y="4753"/>
                  </a:cubicBezTo>
                  <a:cubicBezTo>
                    <a:pt x="1404" y="5069"/>
                    <a:pt x="1446" y="5384"/>
                    <a:pt x="1446" y="5721"/>
                  </a:cubicBezTo>
                  <a:cubicBezTo>
                    <a:pt x="1593" y="5742"/>
                    <a:pt x="1740" y="5742"/>
                    <a:pt x="1888" y="5742"/>
                  </a:cubicBezTo>
                  <a:cubicBezTo>
                    <a:pt x="2035" y="5742"/>
                    <a:pt x="2182" y="5721"/>
                    <a:pt x="2329" y="5721"/>
                  </a:cubicBezTo>
                  <a:cubicBezTo>
                    <a:pt x="2308" y="5384"/>
                    <a:pt x="2287" y="5069"/>
                    <a:pt x="2245" y="4753"/>
                  </a:cubicBezTo>
                  <a:cubicBezTo>
                    <a:pt x="2182" y="4207"/>
                    <a:pt x="2098" y="3660"/>
                    <a:pt x="1951" y="3135"/>
                  </a:cubicBezTo>
                  <a:lnTo>
                    <a:pt x="3570" y="675"/>
                  </a:lnTo>
                  <a:cubicBezTo>
                    <a:pt x="3763" y="332"/>
                    <a:pt x="3482" y="0"/>
                    <a:pt x="3182" y="0"/>
                  </a:cubicBezTo>
                  <a:close/>
                </a:path>
              </a:pathLst>
            </a:custGeom>
            <a:solidFill>
              <a:srgbClr val="71889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1808" name="Google Shape;11808;p42"/>
          <p:cNvGrpSpPr/>
          <p:nvPr/>
        </p:nvGrpSpPr>
        <p:grpSpPr>
          <a:xfrm>
            <a:off x="3082075" y="2688805"/>
            <a:ext cx="318884" cy="379808"/>
            <a:chOff x="3082075" y="2871805"/>
            <a:chExt cx="318884" cy="379808"/>
          </a:xfrm>
        </p:grpSpPr>
        <p:sp>
          <p:nvSpPr>
            <p:cNvPr id="11809" name="Google Shape;11809;p42"/>
            <p:cNvSpPr/>
            <p:nvPr/>
          </p:nvSpPr>
          <p:spPr>
            <a:xfrm>
              <a:off x="3105357" y="2915584"/>
              <a:ext cx="248708" cy="281887"/>
            </a:xfrm>
            <a:custGeom>
              <a:rect b="b" l="l" r="r" t="t"/>
              <a:pathLst>
                <a:path extrusionOk="0" h="18827" w="16611">
                  <a:moveTo>
                    <a:pt x="9109" y="1"/>
                  </a:moveTo>
                  <a:cubicBezTo>
                    <a:pt x="8179" y="1"/>
                    <a:pt x="7225" y="177"/>
                    <a:pt x="6287" y="556"/>
                  </a:cubicBezTo>
                  <a:cubicBezTo>
                    <a:pt x="1346" y="2553"/>
                    <a:pt x="1" y="8903"/>
                    <a:pt x="3722" y="12729"/>
                  </a:cubicBezTo>
                  <a:cubicBezTo>
                    <a:pt x="4899" y="13928"/>
                    <a:pt x="5551" y="15547"/>
                    <a:pt x="5551" y="17228"/>
                  </a:cubicBezTo>
                  <a:lnTo>
                    <a:pt x="8032" y="18826"/>
                  </a:lnTo>
                  <a:lnTo>
                    <a:pt x="12636" y="17228"/>
                  </a:lnTo>
                  <a:cubicBezTo>
                    <a:pt x="12636" y="15547"/>
                    <a:pt x="13309" y="13928"/>
                    <a:pt x="14487" y="12750"/>
                  </a:cubicBezTo>
                  <a:cubicBezTo>
                    <a:pt x="15832" y="11342"/>
                    <a:pt x="16610" y="9470"/>
                    <a:pt x="16610" y="7515"/>
                  </a:cubicBezTo>
                  <a:cubicBezTo>
                    <a:pt x="16610" y="3206"/>
                    <a:pt x="13078" y="1"/>
                    <a:pt x="9109" y="1"/>
                  </a:cubicBezTo>
                  <a:close/>
                </a:path>
              </a:pathLst>
            </a:custGeom>
            <a:solidFill>
              <a:srgbClr val="ADBEC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810" name="Google Shape;11810;p42"/>
            <p:cNvSpPr/>
            <p:nvPr/>
          </p:nvSpPr>
          <p:spPr>
            <a:xfrm>
              <a:off x="3210180" y="2990956"/>
              <a:ext cx="62974" cy="68005"/>
            </a:xfrm>
            <a:custGeom>
              <a:rect b="b" l="l" r="r" t="t"/>
              <a:pathLst>
                <a:path extrusionOk="0" h="4542" w="4206">
                  <a:moveTo>
                    <a:pt x="2103" y="0"/>
                  </a:moveTo>
                  <a:cubicBezTo>
                    <a:pt x="1760" y="0"/>
                    <a:pt x="1416" y="530"/>
                    <a:pt x="1125" y="530"/>
                  </a:cubicBezTo>
                  <a:cubicBezTo>
                    <a:pt x="1079" y="530"/>
                    <a:pt x="1033" y="516"/>
                    <a:pt x="989" y="484"/>
                  </a:cubicBezTo>
                  <a:lnTo>
                    <a:pt x="1" y="1977"/>
                  </a:lnTo>
                  <a:cubicBezTo>
                    <a:pt x="674" y="2271"/>
                    <a:pt x="1389" y="4542"/>
                    <a:pt x="2103" y="4542"/>
                  </a:cubicBezTo>
                  <a:cubicBezTo>
                    <a:pt x="2818" y="4542"/>
                    <a:pt x="3533" y="2271"/>
                    <a:pt x="4206" y="1977"/>
                  </a:cubicBezTo>
                  <a:lnTo>
                    <a:pt x="3218" y="484"/>
                  </a:lnTo>
                  <a:cubicBezTo>
                    <a:pt x="3174" y="516"/>
                    <a:pt x="3129" y="530"/>
                    <a:pt x="3082" y="530"/>
                  </a:cubicBezTo>
                  <a:cubicBezTo>
                    <a:pt x="2796" y="530"/>
                    <a:pt x="2465" y="0"/>
                    <a:pt x="2103" y="0"/>
                  </a:cubicBezTo>
                  <a:close/>
                </a:path>
              </a:pathLst>
            </a:custGeom>
            <a:solidFill>
              <a:srgbClr val="EBEFF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811" name="Google Shape;11811;p42"/>
            <p:cNvSpPr/>
            <p:nvPr/>
          </p:nvSpPr>
          <p:spPr>
            <a:xfrm>
              <a:off x="3241667" y="3020542"/>
              <a:ext cx="31487" cy="163709"/>
            </a:xfrm>
            <a:custGeom>
              <a:rect b="b" l="l" r="r" t="t"/>
              <a:pathLst>
                <a:path extrusionOk="0" h="10934" w="2103">
                  <a:moveTo>
                    <a:pt x="2103" y="1"/>
                  </a:moveTo>
                  <a:cubicBezTo>
                    <a:pt x="1556" y="232"/>
                    <a:pt x="967" y="379"/>
                    <a:pt x="358" y="421"/>
                  </a:cubicBezTo>
                  <a:lnTo>
                    <a:pt x="0" y="421"/>
                  </a:lnTo>
                  <a:lnTo>
                    <a:pt x="0" y="10933"/>
                  </a:lnTo>
                  <a:lnTo>
                    <a:pt x="2103" y="10933"/>
                  </a:lnTo>
                  <a:lnTo>
                    <a:pt x="2103" y="1"/>
                  </a:lnTo>
                  <a:close/>
                </a:path>
              </a:pathLst>
            </a:custGeom>
            <a:solidFill>
              <a:srgbClr val="6D849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812" name="Google Shape;11812;p42"/>
            <p:cNvSpPr/>
            <p:nvPr/>
          </p:nvSpPr>
          <p:spPr>
            <a:xfrm>
              <a:off x="3210180" y="3020542"/>
              <a:ext cx="31502" cy="163709"/>
            </a:xfrm>
            <a:custGeom>
              <a:rect b="b" l="l" r="r" t="t"/>
              <a:pathLst>
                <a:path extrusionOk="0" h="10934" w="2104">
                  <a:moveTo>
                    <a:pt x="1" y="1"/>
                  </a:moveTo>
                  <a:lnTo>
                    <a:pt x="1" y="10933"/>
                  </a:lnTo>
                  <a:lnTo>
                    <a:pt x="2103" y="10933"/>
                  </a:lnTo>
                  <a:lnTo>
                    <a:pt x="2103" y="421"/>
                  </a:lnTo>
                  <a:lnTo>
                    <a:pt x="1746" y="421"/>
                  </a:lnTo>
                  <a:cubicBezTo>
                    <a:pt x="1136" y="379"/>
                    <a:pt x="548" y="232"/>
                    <a:pt x="1" y="1"/>
                  </a:cubicBezTo>
                  <a:close/>
                </a:path>
              </a:pathLst>
            </a:custGeom>
            <a:solidFill>
              <a:srgbClr val="6D849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813" name="Google Shape;11813;p42"/>
            <p:cNvSpPr/>
            <p:nvPr/>
          </p:nvSpPr>
          <p:spPr>
            <a:xfrm>
              <a:off x="3236307" y="3026845"/>
              <a:ext cx="10720" cy="157406"/>
            </a:xfrm>
            <a:custGeom>
              <a:rect b="b" l="l" r="r" t="t"/>
              <a:pathLst>
                <a:path extrusionOk="0" h="10513" w="716">
                  <a:moveTo>
                    <a:pt x="1" y="0"/>
                  </a:moveTo>
                  <a:lnTo>
                    <a:pt x="1" y="10512"/>
                  </a:lnTo>
                  <a:lnTo>
                    <a:pt x="716" y="10512"/>
                  </a:lnTo>
                  <a:lnTo>
                    <a:pt x="716" y="0"/>
                  </a:lnTo>
                  <a:close/>
                </a:path>
              </a:pathLst>
            </a:custGeom>
            <a:solidFill>
              <a:srgbClr val="5F758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814" name="Google Shape;11814;p42"/>
            <p:cNvSpPr/>
            <p:nvPr/>
          </p:nvSpPr>
          <p:spPr>
            <a:xfrm>
              <a:off x="3224673" y="2973318"/>
              <a:ext cx="33688" cy="30080"/>
            </a:xfrm>
            <a:custGeom>
              <a:rect b="b" l="l" r="r" t="t"/>
              <a:pathLst>
                <a:path extrusionOk="0" h="2009" w="2250">
                  <a:moveTo>
                    <a:pt x="1135" y="1"/>
                  </a:moveTo>
                  <a:lnTo>
                    <a:pt x="0" y="1662"/>
                  </a:lnTo>
                  <a:cubicBezTo>
                    <a:pt x="336" y="1893"/>
                    <a:pt x="731" y="2009"/>
                    <a:pt x="1125" y="2009"/>
                  </a:cubicBezTo>
                  <a:cubicBezTo>
                    <a:pt x="1519" y="2009"/>
                    <a:pt x="1913" y="1893"/>
                    <a:pt x="2250" y="1662"/>
                  </a:cubicBezTo>
                  <a:lnTo>
                    <a:pt x="1135" y="1"/>
                  </a:lnTo>
                  <a:close/>
                </a:path>
              </a:pathLst>
            </a:custGeom>
            <a:solidFill>
              <a:srgbClr val="8498A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815" name="Google Shape;11815;p42"/>
            <p:cNvSpPr/>
            <p:nvPr/>
          </p:nvSpPr>
          <p:spPr>
            <a:xfrm>
              <a:off x="3255651" y="2935558"/>
              <a:ext cx="81720" cy="99477"/>
            </a:xfrm>
            <a:custGeom>
              <a:rect b="b" l="l" r="r" t="t"/>
              <a:pathLst>
                <a:path extrusionOk="0" h="6644" w="5458">
                  <a:moveTo>
                    <a:pt x="669" y="0"/>
                  </a:moveTo>
                  <a:cubicBezTo>
                    <a:pt x="183" y="0"/>
                    <a:pt x="1" y="771"/>
                    <a:pt x="559" y="925"/>
                  </a:cubicBezTo>
                  <a:cubicBezTo>
                    <a:pt x="2893" y="1598"/>
                    <a:pt x="4512" y="3742"/>
                    <a:pt x="4533" y="6181"/>
                  </a:cubicBezTo>
                  <a:cubicBezTo>
                    <a:pt x="4533" y="6433"/>
                    <a:pt x="4743" y="6644"/>
                    <a:pt x="4995" y="6644"/>
                  </a:cubicBezTo>
                  <a:cubicBezTo>
                    <a:pt x="5248" y="6644"/>
                    <a:pt x="5458" y="6433"/>
                    <a:pt x="5458" y="6181"/>
                  </a:cubicBezTo>
                  <a:cubicBezTo>
                    <a:pt x="5458" y="3322"/>
                    <a:pt x="3566" y="820"/>
                    <a:pt x="811" y="21"/>
                  </a:cubicBezTo>
                  <a:cubicBezTo>
                    <a:pt x="762" y="7"/>
                    <a:pt x="714" y="0"/>
                    <a:pt x="669" y="0"/>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816" name="Google Shape;11816;p42"/>
            <p:cNvSpPr/>
            <p:nvPr/>
          </p:nvSpPr>
          <p:spPr>
            <a:xfrm>
              <a:off x="3230752" y="2932399"/>
              <a:ext cx="25304" cy="13880"/>
            </a:xfrm>
            <a:custGeom>
              <a:rect b="b" l="l" r="r" t="t"/>
              <a:pathLst>
                <a:path extrusionOk="0" h="927" w="1690">
                  <a:moveTo>
                    <a:pt x="624" y="1"/>
                  </a:moveTo>
                  <a:cubicBezTo>
                    <a:pt x="0" y="1"/>
                    <a:pt x="14" y="926"/>
                    <a:pt x="625" y="926"/>
                  </a:cubicBezTo>
                  <a:cubicBezTo>
                    <a:pt x="631" y="926"/>
                    <a:pt x="638" y="926"/>
                    <a:pt x="645" y="926"/>
                  </a:cubicBezTo>
                  <a:lnTo>
                    <a:pt x="1045" y="926"/>
                  </a:lnTo>
                  <a:cubicBezTo>
                    <a:pt x="1052" y="926"/>
                    <a:pt x="1059" y="926"/>
                    <a:pt x="1065" y="926"/>
                  </a:cubicBezTo>
                  <a:cubicBezTo>
                    <a:pt x="1676" y="926"/>
                    <a:pt x="1690" y="1"/>
                    <a:pt x="1066" y="1"/>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817" name="Google Shape;11817;p42"/>
            <p:cNvSpPr/>
            <p:nvPr/>
          </p:nvSpPr>
          <p:spPr>
            <a:xfrm>
              <a:off x="3374817" y="3024629"/>
              <a:ext cx="26142" cy="10091"/>
            </a:xfrm>
            <a:custGeom>
              <a:rect b="b" l="l" r="r" t="t"/>
              <a:pathLst>
                <a:path extrusionOk="0" h="674" w="1746">
                  <a:moveTo>
                    <a:pt x="463" y="1"/>
                  </a:moveTo>
                  <a:cubicBezTo>
                    <a:pt x="1" y="1"/>
                    <a:pt x="1" y="674"/>
                    <a:pt x="463" y="674"/>
                  </a:cubicBezTo>
                  <a:lnTo>
                    <a:pt x="1283" y="674"/>
                  </a:lnTo>
                  <a:cubicBezTo>
                    <a:pt x="1746" y="674"/>
                    <a:pt x="1746" y="1"/>
                    <a:pt x="1283" y="1"/>
                  </a:cubicBezTo>
                  <a:close/>
                </a:path>
              </a:pathLst>
            </a:custGeom>
            <a:solidFill>
              <a:srgbClr val="ADBEC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818" name="Google Shape;11818;p42"/>
            <p:cNvSpPr/>
            <p:nvPr/>
          </p:nvSpPr>
          <p:spPr>
            <a:xfrm>
              <a:off x="3082075" y="3024629"/>
              <a:ext cx="26142" cy="10091"/>
            </a:xfrm>
            <a:custGeom>
              <a:rect b="b" l="l" r="r" t="t"/>
              <a:pathLst>
                <a:path extrusionOk="0" h="674" w="1746">
                  <a:moveTo>
                    <a:pt x="463" y="1"/>
                  </a:moveTo>
                  <a:cubicBezTo>
                    <a:pt x="0" y="1"/>
                    <a:pt x="0" y="674"/>
                    <a:pt x="463" y="674"/>
                  </a:cubicBezTo>
                  <a:lnTo>
                    <a:pt x="1283" y="674"/>
                  </a:lnTo>
                  <a:cubicBezTo>
                    <a:pt x="1745" y="674"/>
                    <a:pt x="1745" y="1"/>
                    <a:pt x="1283" y="1"/>
                  </a:cubicBezTo>
                  <a:close/>
                </a:path>
              </a:pathLst>
            </a:custGeom>
            <a:solidFill>
              <a:srgbClr val="ADBEC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819" name="Google Shape;11819;p42"/>
            <p:cNvSpPr/>
            <p:nvPr/>
          </p:nvSpPr>
          <p:spPr>
            <a:xfrm>
              <a:off x="3355623" y="2948000"/>
              <a:ext cx="25528" cy="16844"/>
            </a:xfrm>
            <a:custGeom>
              <a:rect b="b" l="l" r="r" t="t"/>
              <a:pathLst>
                <a:path extrusionOk="0" h="1125" w="1705">
                  <a:moveTo>
                    <a:pt x="1209" y="1"/>
                  </a:moveTo>
                  <a:cubicBezTo>
                    <a:pt x="1153" y="1"/>
                    <a:pt x="1092" y="16"/>
                    <a:pt x="1030" y="52"/>
                  </a:cubicBezTo>
                  <a:lnTo>
                    <a:pt x="316" y="473"/>
                  </a:lnTo>
                  <a:cubicBezTo>
                    <a:pt x="0" y="641"/>
                    <a:pt x="126" y="1124"/>
                    <a:pt x="484" y="1124"/>
                  </a:cubicBezTo>
                  <a:cubicBezTo>
                    <a:pt x="547" y="1103"/>
                    <a:pt x="610" y="1103"/>
                    <a:pt x="673" y="1061"/>
                  </a:cubicBezTo>
                  <a:lnTo>
                    <a:pt x="1367" y="662"/>
                  </a:lnTo>
                  <a:cubicBezTo>
                    <a:pt x="1704" y="466"/>
                    <a:pt x="1516" y="1"/>
                    <a:pt x="1209" y="1"/>
                  </a:cubicBezTo>
                  <a:close/>
                </a:path>
              </a:pathLst>
            </a:custGeom>
            <a:solidFill>
              <a:srgbClr val="ADBEC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820" name="Google Shape;11820;p42"/>
            <p:cNvSpPr/>
            <p:nvPr/>
          </p:nvSpPr>
          <p:spPr>
            <a:xfrm>
              <a:off x="3102213" y="3094371"/>
              <a:ext cx="25528" cy="16844"/>
            </a:xfrm>
            <a:custGeom>
              <a:rect b="b" l="l" r="r" t="t"/>
              <a:pathLst>
                <a:path extrusionOk="0" h="1125" w="1705">
                  <a:moveTo>
                    <a:pt x="1190" y="1"/>
                  </a:moveTo>
                  <a:cubicBezTo>
                    <a:pt x="1132" y="1"/>
                    <a:pt x="1072" y="17"/>
                    <a:pt x="1010" y="52"/>
                  </a:cubicBezTo>
                  <a:lnTo>
                    <a:pt x="316" y="473"/>
                  </a:lnTo>
                  <a:cubicBezTo>
                    <a:pt x="1" y="641"/>
                    <a:pt x="127" y="1125"/>
                    <a:pt x="484" y="1125"/>
                  </a:cubicBezTo>
                  <a:cubicBezTo>
                    <a:pt x="547" y="1104"/>
                    <a:pt x="610" y="1104"/>
                    <a:pt x="652" y="1062"/>
                  </a:cubicBezTo>
                  <a:lnTo>
                    <a:pt x="1367" y="662"/>
                  </a:lnTo>
                  <a:cubicBezTo>
                    <a:pt x="1705" y="467"/>
                    <a:pt x="1502" y="1"/>
                    <a:pt x="1190" y="1"/>
                  </a:cubicBezTo>
                  <a:close/>
                </a:path>
              </a:pathLst>
            </a:custGeom>
            <a:solidFill>
              <a:srgbClr val="ADBEC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821" name="Google Shape;11821;p42"/>
            <p:cNvSpPr/>
            <p:nvPr/>
          </p:nvSpPr>
          <p:spPr>
            <a:xfrm>
              <a:off x="3305001" y="2892257"/>
              <a:ext cx="19629" cy="20976"/>
            </a:xfrm>
            <a:custGeom>
              <a:rect b="b" l="l" r="r" t="t"/>
              <a:pathLst>
                <a:path extrusionOk="0" h="1401" w="1311">
                  <a:moveTo>
                    <a:pt x="855" y="0"/>
                  </a:moveTo>
                  <a:cubicBezTo>
                    <a:pt x="747" y="0"/>
                    <a:pt x="637" y="53"/>
                    <a:pt x="564" y="180"/>
                  </a:cubicBezTo>
                  <a:lnTo>
                    <a:pt x="143" y="874"/>
                  </a:lnTo>
                  <a:cubicBezTo>
                    <a:pt x="1" y="1098"/>
                    <a:pt x="154" y="1400"/>
                    <a:pt x="412" y="1400"/>
                  </a:cubicBezTo>
                  <a:cubicBezTo>
                    <a:pt x="420" y="1400"/>
                    <a:pt x="429" y="1400"/>
                    <a:pt x="438" y="1399"/>
                  </a:cubicBezTo>
                  <a:cubicBezTo>
                    <a:pt x="564" y="1399"/>
                    <a:pt x="690" y="1336"/>
                    <a:pt x="753" y="1231"/>
                  </a:cubicBezTo>
                  <a:lnTo>
                    <a:pt x="1153" y="516"/>
                  </a:lnTo>
                  <a:cubicBezTo>
                    <a:pt x="1310" y="244"/>
                    <a:pt x="1086" y="0"/>
                    <a:pt x="855" y="0"/>
                  </a:cubicBezTo>
                  <a:close/>
                </a:path>
              </a:pathLst>
            </a:custGeom>
            <a:solidFill>
              <a:srgbClr val="ADBEC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822" name="Google Shape;11822;p42"/>
            <p:cNvSpPr/>
            <p:nvPr/>
          </p:nvSpPr>
          <p:spPr>
            <a:xfrm>
              <a:off x="3236307" y="2871805"/>
              <a:ext cx="10406" cy="22833"/>
            </a:xfrm>
            <a:custGeom>
              <a:rect b="b" l="l" r="r" t="t"/>
              <a:pathLst>
                <a:path extrusionOk="0" h="1525" w="695">
                  <a:moveTo>
                    <a:pt x="348" y="1"/>
                  </a:moveTo>
                  <a:cubicBezTo>
                    <a:pt x="174" y="1"/>
                    <a:pt x="1" y="116"/>
                    <a:pt x="1" y="347"/>
                  </a:cubicBezTo>
                  <a:lnTo>
                    <a:pt x="1" y="1167"/>
                  </a:lnTo>
                  <a:cubicBezTo>
                    <a:pt x="1" y="1357"/>
                    <a:pt x="169" y="1525"/>
                    <a:pt x="358" y="1525"/>
                  </a:cubicBezTo>
                  <a:cubicBezTo>
                    <a:pt x="548" y="1525"/>
                    <a:pt x="695" y="1357"/>
                    <a:pt x="695" y="1167"/>
                  </a:cubicBezTo>
                  <a:lnTo>
                    <a:pt x="695" y="347"/>
                  </a:lnTo>
                  <a:cubicBezTo>
                    <a:pt x="695" y="116"/>
                    <a:pt x="521" y="1"/>
                    <a:pt x="348" y="1"/>
                  </a:cubicBezTo>
                  <a:close/>
                </a:path>
              </a:pathLst>
            </a:custGeom>
            <a:solidFill>
              <a:srgbClr val="ADBEC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823" name="Google Shape;11823;p42"/>
            <p:cNvSpPr/>
            <p:nvPr/>
          </p:nvSpPr>
          <p:spPr>
            <a:xfrm>
              <a:off x="3158405" y="2892257"/>
              <a:ext cx="19689" cy="21276"/>
            </a:xfrm>
            <a:custGeom>
              <a:rect b="b" l="l" r="r" t="t"/>
              <a:pathLst>
                <a:path extrusionOk="0" h="1421" w="1315">
                  <a:moveTo>
                    <a:pt x="456" y="0"/>
                  </a:moveTo>
                  <a:cubicBezTo>
                    <a:pt x="224" y="0"/>
                    <a:pt x="0" y="244"/>
                    <a:pt x="158" y="516"/>
                  </a:cubicBezTo>
                  <a:lnTo>
                    <a:pt x="579" y="1231"/>
                  </a:lnTo>
                  <a:cubicBezTo>
                    <a:pt x="621" y="1336"/>
                    <a:pt x="747" y="1399"/>
                    <a:pt x="873" y="1399"/>
                  </a:cubicBezTo>
                  <a:lnTo>
                    <a:pt x="873" y="1420"/>
                  </a:lnTo>
                  <a:cubicBezTo>
                    <a:pt x="1146" y="1420"/>
                    <a:pt x="1314" y="1126"/>
                    <a:pt x="1188" y="895"/>
                  </a:cubicBezTo>
                  <a:lnTo>
                    <a:pt x="747" y="180"/>
                  </a:lnTo>
                  <a:cubicBezTo>
                    <a:pt x="673" y="53"/>
                    <a:pt x="564" y="0"/>
                    <a:pt x="456" y="0"/>
                  </a:cubicBezTo>
                  <a:close/>
                </a:path>
              </a:pathLst>
            </a:custGeom>
            <a:solidFill>
              <a:srgbClr val="ADBEC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824" name="Google Shape;11824;p42"/>
            <p:cNvSpPr/>
            <p:nvPr/>
          </p:nvSpPr>
          <p:spPr>
            <a:xfrm>
              <a:off x="3101884" y="2948000"/>
              <a:ext cx="25528" cy="16844"/>
            </a:xfrm>
            <a:custGeom>
              <a:rect b="b" l="l" r="r" t="t"/>
              <a:pathLst>
                <a:path extrusionOk="0" h="1125" w="1705">
                  <a:moveTo>
                    <a:pt x="496" y="1"/>
                  </a:moveTo>
                  <a:cubicBezTo>
                    <a:pt x="188" y="1"/>
                    <a:pt x="0" y="466"/>
                    <a:pt x="338" y="662"/>
                  </a:cubicBezTo>
                  <a:lnTo>
                    <a:pt x="1053" y="1061"/>
                  </a:lnTo>
                  <a:cubicBezTo>
                    <a:pt x="1095" y="1103"/>
                    <a:pt x="1158" y="1103"/>
                    <a:pt x="1221" y="1124"/>
                  </a:cubicBezTo>
                  <a:cubicBezTo>
                    <a:pt x="1578" y="1124"/>
                    <a:pt x="1705" y="641"/>
                    <a:pt x="1389" y="473"/>
                  </a:cubicBezTo>
                  <a:lnTo>
                    <a:pt x="674" y="52"/>
                  </a:lnTo>
                  <a:cubicBezTo>
                    <a:pt x="612" y="16"/>
                    <a:pt x="552" y="1"/>
                    <a:pt x="496" y="1"/>
                  </a:cubicBezTo>
                  <a:close/>
                </a:path>
              </a:pathLst>
            </a:custGeom>
            <a:solidFill>
              <a:srgbClr val="ADBEC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825" name="Google Shape;11825;p42"/>
            <p:cNvSpPr/>
            <p:nvPr/>
          </p:nvSpPr>
          <p:spPr>
            <a:xfrm>
              <a:off x="3355278" y="3094371"/>
              <a:ext cx="25543" cy="16844"/>
            </a:xfrm>
            <a:custGeom>
              <a:rect b="b" l="l" r="r" t="t"/>
              <a:pathLst>
                <a:path extrusionOk="0" h="1125" w="1706">
                  <a:moveTo>
                    <a:pt x="516" y="1"/>
                  </a:moveTo>
                  <a:cubicBezTo>
                    <a:pt x="204" y="1"/>
                    <a:pt x="1" y="467"/>
                    <a:pt x="339" y="662"/>
                  </a:cubicBezTo>
                  <a:lnTo>
                    <a:pt x="1053" y="1062"/>
                  </a:lnTo>
                  <a:cubicBezTo>
                    <a:pt x="1116" y="1104"/>
                    <a:pt x="1158" y="1104"/>
                    <a:pt x="1222" y="1125"/>
                  </a:cubicBezTo>
                  <a:cubicBezTo>
                    <a:pt x="1579" y="1125"/>
                    <a:pt x="1705" y="641"/>
                    <a:pt x="1411" y="473"/>
                  </a:cubicBezTo>
                  <a:lnTo>
                    <a:pt x="696" y="52"/>
                  </a:lnTo>
                  <a:cubicBezTo>
                    <a:pt x="634" y="17"/>
                    <a:pt x="573" y="1"/>
                    <a:pt x="516" y="1"/>
                  </a:cubicBezTo>
                  <a:close/>
                </a:path>
              </a:pathLst>
            </a:custGeom>
            <a:solidFill>
              <a:srgbClr val="ADBEC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826" name="Google Shape;11826;p42"/>
            <p:cNvSpPr/>
            <p:nvPr/>
          </p:nvSpPr>
          <p:spPr>
            <a:xfrm>
              <a:off x="3223401" y="3230187"/>
              <a:ext cx="36533" cy="21426"/>
            </a:xfrm>
            <a:custGeom>
              <a:rect b="b" l="l" r="r" t="t"/>
              <a:pathLst>
                <a:path extrusionOk="0" h="1431" w="2440">
                  <a:moveTo>
                    <a:pt x="1" y="1"/>
                  </a:moveTo>
                  <a:lnTo>
                    <a:pt x="1" y="569"/>
                  </a:lnTo>
                  <a:cubicBezTo>
                    <a:pt x="1" y="1031"/>
                    <a:pt x="379" y="1431"/>
                    <a:pt x="863" y="1431"/>
                  </a:cubicBezTo>
                  <a:lnTo>
                    <a:pt x="1578" y="1431"/>
                  </a:lnTo>
                  <a:cubicBezTo>
                    <a:pt x="2040" y="1431"/>
                    <a:pt x="2440" y="1031"/>
                    <a:pt x="2440" y="569"/>
                  </a:cubicBezTo>
                  <a:lnTo>
                    <a:pt x="2440" y="1"/>
                  </a:lnTo>
                  <a:cubicBezTo>
                    <a:pt x="2208" y="43"/>
                    <a:pt x="1977" y="85"/>
                    <a:pt x="1746" y="85"/>
                  </a:cubicBezTo>
                  <a:lnTo>
                    <a:pt x="674" y="85"/>
                  </a:lnTo>
                  <a:cubicBezTo>
                    <a:pt x="442" y="85"/>
                    <a:pt x="211" y="43"/>
                    <a:pt x="1" y="1"/>
                  </a:cubicBezTo>
                  <a:close/>
                </a:path>
              </a:pathLst>
            </a:custGeom>
            <a:solidFill>
              <a:srgbClr val="869FB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827" name="Google Shape;11827;p42"/>
            <p:cNvSpPr/>
            <p:nvPr/>
          </p:nvSpPr>
          <p:spPr>
            <a:xfrm>
              <a:off x="3188470" y="3173531"/>
              <a:ext cx="106095" cy="61088"/>
            </a:xfrm>
            <a:custGeom>
              <a:rect b="b" l="l" r="r" t="t"/>
              <a:pathLst>
                <a:path extrusionOk="0" h="4080" w="7086">
                  <a:moveTo>
                    <a:pt x="0" y="0"/>
                  </a:moveTo>
                  <a:lnTo>
                    <a:pt x="0" y="1073"/>
                  </a:lnTo>
                  <a:lnTo>
                    <a:pt x="0" y="1178"/>
                  </a:lnTo>
                  <a:cubicBezTo>
                    <a:pt x="0" y="1325"/>
                    <a:pt x="21" y="1472"/>
                    <a:pt x="63" y="1640"/>
                  </a:cubicBezTo>
                  <a:cubicBezTo>
                    <a:pt x="84" y="1788"/>
                    <a:pt x="126" y="1956"/>
                    <a:pt x="189" y="2103"/>
                  </a:cubicBezTo>
                  <a:cubicBezTo>
                    <a:pt x="610" y="3301"/>
                    <a:pt x="1745" y="4079"/>
                    <a:pt x="3007" y="4079"/>
                  </a:cubicBezTo>
                  <a:lnTo>
                    <a:pt x="4079" y="4079"/>
                  </a:lnTo>
                  <a:cubicBezTo>
                    <a:pt x="5340" y="4079"/>
                    <a:pt x="6476" y="3301"/>
                    <a:pt x="6896" y="2103"/>
                  </a:cubicBezTo>
                  <a:cubicBezTo>
                    <a:pt x="6959" y="1956"/>
                    <a:pt x="7001" y="1788"/>
                    <a:pt x="7022" y="1640"/>
                  </a:cubicBezTo>
                  <a:cubicBezTo>
                    <a:pt x="7064" y="1472"/>
                    <a:pt x="7085" y="1325"/>
                    <a:pt x="7085" y="1178"/>
                  </a:cubicBezTo>
                  <a:lnTo>
                    <a:pt x="7085" y="1073"/>
                  </a:lnTo>
                  <a:lnTo>
                    <a:pt x="7085" y="0"/>
                  </a:lnTo>
                  <a:close/>
                </a:path>
              </a:pathLst>
            </a:custGeom>
            <a:solidFill>
              <a:srgbClr val="E2E8E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828" name="Google Shape;11828;p42"/>
            <p:cNvSpPr/>
            <p:nvPr/>
          </p:nvSpPr>
          <p:spPr>
            <a:xfrm>
              <a:off x="3188470" y="3191153"/>
              <a:ext cx="106095" cy="13865"/>
            </a:xfrm>
            <a:custGeom>
              <a:rect b="b" l="l" r="r" t="t"/>
              <a:pathLst>
                <a:path extrusionOk="0" h="926" w="7086">
                  <a:moveTo>
                    <a:pt x="0" y="1"/>
                  </a:moveTo>
                  <a:cubicBezTo>
                    <a:pt x="0" y="148"/>
                    <a:pt x="21" y="295"/>
                    <a:pt x="63" y="463"/>
                  </a:cubicBezTo>
                  <a:cubicBezTo>
                    <a:pt x="84" y="611"/>
                    <a:pt x="126" y="779"/>
                    <a:pt x="189" y="926"/>
                  </a:cubicBezTo>
                  <a:lnTo>
                    <a:pt x="6896" y="926"/>
                  </a:lnTo>
                  <a:cubicBezTo>
                    <a:pt x="6959" y="779"/>
                    <a:pt x="7001" y="611"/>
                    <a:pt x="7022" y="463"/>
                  </a:cubicBezTo>
                  <a:cubicBezTo>
                    <a:pt x="7064" y="295"/>
                    <a:pt x="7085" y="148"/>
                    <a:pt x="7085" y="1"/>
                  </a:cubicBezTo>
                  <a:close/>
                </a:path>
              </a:pathLst>
            </a:custGeom>
            <a:solidFill>
              <a:srgbClr val="869FB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1829" name="Google Shape;11829;p42"/>
          <p:cNvGrpSpPr/>
          <p:nvPr/>
        </p:nvGrpSpPr>
        <p:grpSpPr>
          <a:xfrm>
            <a:off x="2594780" y="1333494"/>
            <a:ext cx="410187" cy="324245"/>
            <a:chOff x="2594780" y="1516494"/>
            <a:chExt cx="410187" cy="324245"/>
          </a:xfrm>
        </p:grpSpPr>
        <p:sp>
          <p:nvSpPr>
            <p:cNvPr id="11830" name="Google Shape;11830;p42"/>
            <p:cNvSpPr/>
            <p:nvPr/>
          </p:nvSpPr>
          <p:spPr>
            <a:xfrm>
              <a:off x="2594780" y="1641455"/>
              <a:ext cx="241776" cy="199284"/>
            </a:xfrm>
            <a:custGeom>
              <a:rect b="b" l="l" r="r" t="t"/>
              <a:pathLst>
                <a:path extrusionOk="0" h="13310" w="16148">
                  <a:moveTo>
                    <a:pt x="8494" y="1"/>
                  </a:moveTo>
                  <a:lnTo>
                    <a:pt x="442" y="8053"/>
                  </a:lnTo>
                  <a:cubicBezTo>
                    <a:pt x="0" y="8474"/>
                    <a:pt x="0" y="9167"/>
                    <a:pt x="442" y="9588"/>
                  </a:cubicBezTo>
                  <a:lnTo>
                    <a:pt x="3680" y="12826"/>
                  </a:lnTo>
                  <a:cubicBezTo>
                    <a:pt x="3974" y="13141"/>
                    <a:pt x="4394" y="13309"/>
                    <a:pt x="4815" y="13309"/>
                  </a:cubicBezTo>
                  <a:lnTo>
                    <a:pt x="9819" y="13309"/>
                  </a:lnTo>
                  <a:cubicBezTo>
                    <a:pt x="10239" y="13309"/>
                    <a:pt x="10660" y="13141"/>
                    <a:pt x="10975" y="12826"/>
                  </a:cubicBezTo>
                  <a:lnTo>
                    <a:pt x="16147" y="7654"/>
                  </a:lnTo>
                  <a:lnTo>
                    <a:pt x="8494" y="1"/>
                  </a:lnTo>
                  <a:close/>
                </a:path>
              </a:pathLst>
            </a:custGeom>
            <a:solidFill>
              <a:srgbClr val="7F94A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831" name="Google Shape;11831;p42"/>
            <p:cNvSpPr/>
            <p:nvPr/>
          </p:nvSpPr>
          <p:spPr>
            <a:xfrm>
              <a:off x="2632556" y="1738731"/>
              <a:ext cx="204000" cy="102008"/>
            </a:xfrm>
            <a:custGeom>
              <a:rect b="b" l="l" r="r" t="t"/>
              <a:pathLst>
                <a:path extrusionOk="0" h="6813" w="13625">
                  <a:moveTo>
                    <a:pt x="12468" y="0"/>
                  </a:moveTo>
                  <a:lnTo>
                    <a:pt x="8263" y="4226"/>
                  </a:lnTo>
                  <a:cubicBezTo>
                    <a:pt x="7653" y="4836"/>
                    <a:pt x="6812" y="5193"/>
                    <a:pt x="5971" y="5193"/>
                  </a:cubicBezTo>
                  <a:lnTo>
                    <a:pt x="0" y="5193"/>
                  </a:lnTo>
                  <a:lnTo>
                    <a:pt x="1157" y="6329"/>
                  </a:lnTo>
                  <a:cubicBezTo>
                    <a:pt x="1451" y="6644"/>
                    <a:pt x="1871" y="6812"/>
                    <a:pt x="2292" y="6812"/>
                  </a:cubicBezTo>
                  <a:lnTo>
                    <a:pt x="7296" y="6812"/>
                  </a:lnTo>
                  <a:cubicBezTo>
                    <a:pt x="7716" y="6812"/>
                    <a:pt x="8137" y="6644"/>
                    <a:pt x="8452" y="6329"/>
                  </a:cubicBezTo>
                  <a:lnTo>
                    <a:pt x="13624" y="1157"/>
                  </a:lnTo>
                  <a:lnTo>
                    <a:pt x="12468" y="0"/>
                  </a:lnTo>
                  <a:close/>
                </a:path>
              </a:pathLst>
            </a:custGeom>
            <a:solidFill>
              <a:srgbClr val="5A708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832" name="Google Shape;11832;p42"/>
            <p:cNvSpPr/>
            <p:nvPr/>
          </p:nvSpPr>
          <p:spPr>
            <a:xfrm>
              <a:off x="2721957" y="1516494"/>
              <a:ext cx="241132" cy="239560"/>
            </a:xfrm>
            <a:custGeom>
              <a:rect b="b" l="l" r="r" t="t"/>
              <a:pathLst>
                <a:path extrusionOk="0" h="16000" w="16105">
                  <a:moveTo>
                    <a:pt x="8778" y="0"/>
                  </a:moveTo>
                  <a:cubicBezTo>
                    <a:pt x="8499" y="0"/>
                    <a:pt x="8221" y="105"/>
                    <a:pt x="8010" y="315"/>
                  </a:cubicBezTo>
                  <a:lnTo>
                    <a:pt x="0" y="8347"/>
                  </a:lnTo>
                  <a:lnTo>
                    <a:pt x="7653" y="16000"/>
                  </a:lnTo>
                  <a:lnTo>
                    <a:pt x="15663" y="7989"/>
                  </a:lnTo>
                  <a:cubicBezTo>
                    <a:pt x="16084" y="7569"/>
                    <a:pt x="16105" y="6875"/>
                    <a:pt x="15684" y="6455"/>
                  </a:cubicBezTo>
                  <a:lnTo>
                    <a:pt x="9545" y="315"/>
                  </a:lnTo>
                  <a:cubicBezTo>
                    <a:pt x="9335" y="105"/>
                    <a:pt x="9056" y="0"/>
                    <a:pt x="8778" y="0"/>
                  </a:cubicBezTo>
                  <a:close/>
                </a:path>
              </a:pathLst>
            </a:custGeom>
            <a:solidFill>
              <a:srgbClr val="F4F7F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833" name="Google Shape;11833;p42"/>
            <p:cNvSpPr/>
            <p:nvPr/>
          </p:nvSpPr>
          <p:spPr>
            <a:xfrm>
              <a:off x="2881234" y="1828446"/>
              <a:ext cx="40306" cy="12292"/>
            </a:xfrm>
            <a:custGeom>
              <a:rect b="b" l="l" r="r" t="t"/>
              <a:pathLst>
                <a:path extrusionOk="0" h="821" w="2692">
                  <a:moveTo>
                    <a:pt x="526" y="0"/>
                  </a:moveTo>
                  <a:cubicBezTo>
                    <a:pt x="1" y="0"/>
                    <a:pt x="1" y="820"/>
                    <a:pt x="526" y="820"/>
                  </a:cubicBezTo>
                  <a:lnTo>
                    <a:pt x="2166" y="820"/>
                  </a:lnTo>
                  <a:cubicBezTo>
                    <a:pt x="2692" y="820"/>
                    <a:pt x="2692" y="0"/>
                    <a:pt x="2166" y="0"/>
                  </a:cubicBezTo>
                  <a:close/>
                </a:path>
              </a:pathLst>
            </a:custGeom>
            <a:solidFill>
              <a:srgbClr val="5A708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834" name="Google Shape;11834;p42"/>
            <p:cNvSpPr/>
            <p:nvPr/>
          </p:nvSpPr>
          <p:spPr>
            <a:xfrm>
              <a:off x="2735177" y="1828446"/>
              <a:ext cx="89101" cy="12292"/>
            </a:xfrm>
            <a:custGeom>
              <a:rect b="b" l="l" r="r" t="t"/>
              <a:pathLst>
                <a:path extrusionOk="0" h="821" w="5951">
                  <a:moveTo>
                    <a:pt x="547" y="0"/>
                  </a:moveTo>
                  <a:cubicBezTo>
                    <a:pt x="0" y="0"/>
                    <a:pt x="0" y="820"/>
                    <a:pt x="547" y="820"/>
                  </a:cubicBezTo>
                  <a:lnTo>
                    <a:pt x="5424" y="820"/>
                  </a:lnTo>
                  <a:cubicBezTo>
                    <a:pt x="5950" y="820"/>
                    <a:pt x="5950" y="0"/>
                    <a:pt x="5424" y="0"/>
                  </a:cubicBezTo>
                  <a:close/>
                </a:path>
              </a:pathLst>
            </a:custGeom>
            <a:solidFill>
              <a:srgbClr val="5A708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835" name="Google Shape;11835;p42"/>
            <p:cNvSpPr/>
            <p:nvPr/>
          </p:nvSpPr>
          <p:spPr>
            <a:xfrm>
              <a:off x="2832439" y="1828446"/>
              <a:ext cx="14179" cy="12203"/>
            </a:xfrm>
            <a:custGeom>
              <a:rect b="b" l="l" r="r" t="t"/>
              <a:pathLst>
                <a:path extrusionOk="0" h="815" w="947">
                  <a:moveTo>
                    <a:pt x="547" y="0"/>
                  </a:moveTo>
                  <a:cubicBezTo>
                    <a:pt x="190" y="0"/>
                    <a:pt x="1" y="442"/>
                    <a:pt x="253" y="694"/>
                  </a:cubicBezTo>
                  <a:cubicBezTo>
                    <a:pt x="336" y="777"/>
                    <a:pt x="440" y="815"/>
                    <a:pt x="542" y="815"/>
                  </a:cubicBezTo>
                  <a:cubicBezTo>
                    <a:pt x="749" y="815"/>
                    <a:pt x="947" y="660"/>
                    <a:pt x="947" y="421"/>
                  </a:cubicBezTo>
                  <a:cubicBezTo>
                    <a:pt x="947" y="190"/>
                    <a:pt x="758" y="0"/>
                    <a:pt x="547" y="0"/>
                  </a:cubicBezTo>
                  <a:close/>
                </a:path>
              </a:pathLst>
            </a:custGeom>
            <a:solidFill>
              <a:srgbClr val="5A708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836" name="Google Shape;11836;p42"/>
            <p:cNvSpPr/>
            <p:nvPr/>
          </p:nvSpPr>
          <p:spPr>
            <a:xfrm>
              <a:off x="2990773" y="1828446"/>
              <a:ext cx="14194" cy="12203"/>
            </a:xfrm>
            <a:custGeom>
              <a:rect b="b" l="l" r="r" t="t"/>
              <a:pathLst>
                <a:path extrusionOk="0" h="815" w="948">
                  <a:moveTo>
                    <a:pt x="548" y="0"/>
                  </a:moveTo>
                  <a:cubicBezTo>
                    <a:pt x="190" y="0"/>
                    <a:pt x="1" y="442"/>
                    <a:pt x="253" y="694"/>
                  </a:cubicBezTo>
                  <a:cubicBezTo>
                    <a:pt x="343" y="777"/>
                    <a:pt x="450" y="815"/>
                    <a:pt x="551" y="815"/>
                  </a:cubicBezTo>
                  <a:cubicBezTo>
                    <a:pt x="758" y="815"/>
                    <a:pt x="947" y="660"/>
                    <a:pt x="947" y="421"/>
                  </a:cubicBezTo>
                  <a:cubicBezTo>
                    <a:pt x="947" y="190"/>
                    <a:pt x="779" y="0"/>
                    <a:pt x="548" y="0"/>
                  </a:cubicBezTo>
                  <a:close/>
                </a:path>
              </a:pathLst>
            </a:custGeom>
            <a:solidFill>
              <a:srgbClr val="5A708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837" name="Google Shape;11837;p42"/>
            <p:cNvSpPr/>
            <p:nvPr/>
          </p:nvSpPr>
          <p:spPr>
            <a:xfrm>
              <a:off x="2928143" y="1828446"/>
              <a:ext cx="45022" cy="12292"/>
            </a:xfrm>
            <a:custGeom>
              <a:rect b="b" l="l" r="r" t="t"/>
              <a:pathLst>
                <a:path extrusionOk="0" h="821" w="3007">
                  <a:moveTo>
                    <a:pt x="547" y="0"/>
                  </a:moveTo>
                  <a:cubicBezTo>
                    <a:pt x="0" y="0"/>
                    <a:pt x="0" y="820"/>
                    <a:pt x="547" y="820"/>
                  </a:cubicBezTo>
                  <a:lnTo>
                    <a:pt x="2460" y="820"/>
                  </a:lnTo>
                  <a:cubicBezTo>
                    <a:pt x="3007" y="820"/>
                    <a:pt x="3007" y="0"/>
                    <a:pt x="2460" y="0"/>
                  </a:cubicBezTo>
                  <a:close/>
                </a:path>
              </a:pathLst>
            </a:custGeom>
            <a:solidFill>
              <a:srgbClr val="5A708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1838" name="Google Shape;11838;p42"/>
          <p:cNvGrpSpPr/>
          <p:nvPr/>
        </p:nvGrpSpPr>
        <p:grpSpPr>
          <a:xfrm>
            <a:off x="1742965" y="1319959"/>
            <a:ext cx="333692" cy="333363"/>
            <a:chOff x="1742965" y="1502959"/>
            <a:chExt cx="333692" cy="333363"/>
          </a:xfrm>
        </p:grpSpPr>
        <p:sp>
          <p:nvSpPr>
            <p:cNvPr id="11839" name="Google Shape;11839;p42"/>
            <p:cNvSpPr/>
            <p:nvPr/>
          </p:nvSpPr>
          <p:spPr>
            <a:xfrm>
              <a:off x="1742965" y="1502959"/>
              <a:ext cx="333692" cy="333363"/>
            </a:xfrm>
            <a:custGeom>
              <a:rect b="b" l="l" r="r" t="t"/>
              <a:pathLst>
                <a:path extrusionOk="0" h="22265" w="22287">
                  <a:moveTo>
                    <a:pt x="11143" y="0"/>
                  </a:moveTo>
                  <a:cubicBezTo>
                    <a:pt x="4983" y="0"/>
                    <a:pt x="1" y="4121"/>
                    <a:pt x="1" y="9188"/>
                  </a:cubicBezTo>
                  <a:cubicBezTo>
                    <a:pt x="1" y="13708"/>
                    <a:pt x="3974" y="17450"/>
                    <a:pt x="9209" y="18207"/>
                  </a:cubicBezTo>
                  <a:cubicBezTo>
                    <a:pt x="9335" y="19700"/>
                    <a:pt x="8831" y="21151"/>
                    <a:pt x="7843" y="22265"/>
                  </a:cubicBezTo>
                  <a:cubicBezTo>
                    <a:pt x="10324" y="22265"/>
                    <a:pt x="12468" y="20604"/>
                    <a:pt x="13099" y="18207"/>
                  </a:cubicBezTo>
                  <a:cubicBezTo>
                    <a:pt x="18313" y="17450"/>
                    <a:pt x="22286" y="13687"/>
                    <a:pt x="22286" y="9188"/>
                  </a:cubicBezTo>
                  <a:cubicBezTo>
                    <a:pt x="22265" y="4121"/>
                    <a:pt x="17283" y="0"/>
                    <a:pt x="11143" y="0"/>
                  </a:cubicBezTo>
                  <a:close/>
                </a:path>
              </a:pathLst>
            </a:custGeom>
            <a:solidFill>
              <a:srgbClr val="9EB2C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840" name="Google Shape;11840;p42"/>
            <p:cNvSpPr/>
            <p:nvPr/>
          </p:nvSpPr>
          <p:spPr>
            <a:xfrm>
              <a:off x="1854719" y="1629492"/>
              <a:ext cx="22040" cy="21740"/>
            </a:xfrm>
            <a:custGeom>
              <a:rect b="b" l="l" r="r" t="t"/>
              <a:pathLst>
                <a:path extrusionOk="0" h="1452" w="1472">
                  <a:moveTo>
                    <a:pt x="736" y="1"/>
                  </a:moveTo>
                  <a:cubicBezTo>
                    <a:pt x="337" y="1"/>
                    <a:pt x="0" y="316"/>
                    <a:pt x="0" y="716"/>
                  </a:cubicBezTo>
                  <a:cubicBezTo>
                    <a:pt x="0" y="1136"/>
                    <a:pt x="337" y="1452"/>
                    <a:pt x="736" y="1452"/>
                  </a:cubicBezTo>
                  <a:cubicBezTo>
                    <a:pt x="1136" y="1452"/>
                    <a:pt x="1472" y="1136"/>
                    <a:pt x="1472" y="716"/>
                  </a:cubicBezTo>
                  <a:cubicBezTo>
                    <a:pt x="1472" y="316"/>
                    <a:pt x="1136" y="1"/>
                    <a:pt x="736" y="1"/>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841" name="Google Shape;11841;p42"/>
            <p:cNvSpPr/>
            <p:nvPr/>
          </p:nvSpPr>
          <p:spPr>
            <a:xfrm>
              <a:off x="1898783" y="1629492"/>
              <a:ext cx="22054" cy="21740"/>
            </a:xfrm>
            <a:custGeom>
              <a:rect b="b" l="l" r="r" t="t"/>
              <a:pathLst>
                <a:path extrusionOk="0" h="1452" w="1473">
                  <a:moveTo>
                    <a:pt x="736" y="1"/>
                  </a:moveTo>
                  <a:cubicBezTo>
                    <a:pt x="316" y="1"/>
                    <a:pt x="1" y="316"/>
                    <a:pt x="1" y="716"/>
                  </a:cubicBezTo>
                  <a:cubicBezTo>
                    <a:pt x="1" y="1136"/>
                    <a:pt x="316" y="1452"/>
                    <a:pt x="736" y="1452"/>
                  </a:cubicBezTo>
                  <a:cubicBezTo>
                    <a:pt x="1136" y="1452"/>
                    <a:pt x="1472" y="1136"/>
                    <a:pt x="1472" y="716"/>
                  </a:cubicBezTo>
                  <a:cubicBezTo>
                    <a:pt x="1472" y="316"/>
                    <a:pt x="1136" y="1"/>
                    <a:pt x="736" y="1"/>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842" name="Google Shape;11842;p42"/>
            <p:cNvSpPr/>
            <p:nvPr/>
          </p:nvSpPr>
          <p:spPr>
            <a:xfrm>
              <a:off x="1942863" y="1629492"/>
              <a:ext cx="21725" cy="21740"/>
            </a:xfrm>
            <a:custGeom>
              <a:rect b="b" l="l" r="r" t="t"/>
              <a:pathLst>
                <a:path extrusionOk="0" h="1452" w="1451">
                  <a:moveTo>
                    <a:pt x="715" y="1"/>
                  </a:moveTo>
                  <a:cubicBezTo>
                    <a:pt x="315" y="1"/>
                    <a:pt x="0" y="316"/>
                    <a:pt x="0" y="716"/>
                  </a:cubicBezTo>
                  <a:cubicBezTo>
                    <a:pt x="0" y="1136"/>
                    <a:pt x="315" y="1452"/>
                    <a:pt x="715" y="1452"/>
                  </a:cubicBezTo>
                  <a:cubicBezTo>
                    <a:pt x="1135" y="1452"/>
                    <a:pt x="1451" y="1136"/>
                    <a:pt x="1451" y="716"/>
                  </a:cubicBezTo>
                  <a:cubicBezTo>
                    <a:pt x="1451" y="316"/>
                    <a:pt x="1135" y="1"/>
                    <a:pt x="715" y="1"/>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1843" name="Google Shape;11843;p42"/>
          <p:cNvGrpSpPr/>
          <p:nvPr/>
        </p:nvGrpSpPr>
        <p:grpSpPr>
          <a:xfrm>
            <a:off x="3051531" y="1333809"/>
            <a:ext cx="390034" cy="296545"/>
            <a:chOff x="3051531" y="1516809"/>
            <a:chExt cx="390034" cy="296545"/>
          </a:xfrm>
        </p:grpSpPr>
        <p:sp>
          <p:nvSpPr>
            <p:cNvPr id="11844" name="Google Shape;11844;p42"/>
            <p:cNvSpPr/>
            <p:nvPr/>
          </p:nvSpPr>
          <p:spPr>
            <a:xfrm>
              <a:off x="3051531" y="1516809"/>
              <a:ext cx="389719" cy="296545"/>
            </a:xfrm>
            <a:custGeom>
              <a:rect b="b" l="l" r="r" t="t"/>
              <a:pathLst>
                <a:path extrusionOk="0" h="19806" w="26029">
                  <a:moveTo>
                    <a:pt x="316" y="0"/>
                  </a:moveTo>
                  <a:cubicBezTo>
                    <a:pt x="148" y="0"/>
                    <a:pt x="1" y="147"/>
                    <a:pt x="1" y="316"/>
                  </a:cubicBezTo>
                  <a:lnTo>
                    <a:pt x="1" y="19490"/>
                  </a:lnTo>
                  <a:cubicBezTo>
                    <a:pt x="1" y="19658"/>
                    <a:pt x="148" y="19805"/>
                    <a:pt x="316" y="19805"/>
                  </a:cubicBezTo>
                  <a:lnTo>
                    <a:pt x="25713" y="19805"/>
                  </a:lnTo>
                  <a:cubicBezTo>
                    <a:pt x="25882" y="19805"/>
                    <a:pt x="26029" y="19658"/>
                    <a:pt x="26029" y="19490"/>
                  </a:cubicBezTo>
                  <a:lnTo>
                    <a:pt x="26029" y="316"/>
                  </a:lnTo>
                  <a:cubicBezTo>
                    <a:pt x="26029" y="147"/>
                    <a:pt x="25882" y="0"/>
                    <a:pt x="25713" y="0"/>
                  </a:cubicBezTo>
                  <a:close/>
                </a:path>
              </a:pathLst>
            </a:custGeom>
            <a:solidFill>
              <a:srgbClr val="4E677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845" name="Google Shape;11845;p42"/>
            <p:cNvSpPr/>
            <p:nvPr/>
          </p:nvSpPr>
          <p:spPr>
            <a:xfrm>
              <a:off x="3051531" y="1744391"/>
              <a:ext cx="389719" cy="68963"/>
            </a:xfrm>
            <a:custGeom>
              <a:rect b="b" l="l" r="r" t="t"/>
              <a:pathLst>
                <a:path extrusionOk="0" h="4606" w="26029">
                  <a:moveTo>
                    <a:pt x="1" y="1"/>
                  </a:moveTo>
                  <a:lnTo>
                    <a:pt x="1" y="4290"/>
                  </a:lnTo>
                  <a:cubicBezTo>
                    <a:pt x="1" y="4458"/>
                    <a:pt x="148" y="4605"/>
                    <a:pt x="316" y="4605"/>
                  </a:cubicBezTo>
                  <a:lnTo>
                    <a:pt x="25713" y="4605"/>
                  </a:lnTo>
                  <a:cubicBezTo>
                    <a:pt x="25882" y="4605"/>
                    <a:pt x="26029" y="4458"/>
                    <a:pt x="26029" y="4290"/>
                  </a:cubicBezTo>
                  <a:lnTo>
                    <a:pt x="26029" y="1"/>
                  </a:lnTo>
                  <a:close/>
                </a:path>
              </a:pathLst>
            </a:custGeom>
            <a:solidFill>
              <a:srgbClr val="364F6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846" name="Google Shape;11846;p42"/>
            <p:cNvSpPr/>
            <p:nvPr/>
          </p:nvSpPr>
          <p:spPr>
            <a:xfrm>
              <a:off x="3051531" y="1753838"/>
              <a:ext cx="389719" cy="59516"/>
            </a:xfrm>
            <a:custGeom>
              <a:rect b="b" l="l" r="r" t="t"/>
              <a:pathLst>
                <a:path extrusionOk="0" h="3975" w="26029">
                  <a:moveTo>
                    <a:pt x="1" y="1"/>
                  </a:moveTo>
                  <a:lnTo>
                    <a:pt x="1" y="3659"/>
                  </a:lnTo>
                  <a:cubicBezTo>
                    <a:pt x="1" y="3827"/>
                    <a:pt x="148" y="3974"/>
                    <a:pt x="316" y="3974"/>
                  </a:cubicBezTo>
                  <a:lnTo>
                    <a:pt x="25713" y="3974"/>
                  </a:lnTo>
                  <a:cubicBezTo>
                    <a:pt x="25882" y="3953"/>
                    <a:pt x="26029" y="3827"/>
                    <a:pt x="26029" y="3659"/>
                  </a:cubicBezTo>
                  <a:lnTo>
                    <a:pt x="26029" y="1"/>
                  </a:lnTo>
                  <a:close/>
                </a:path>
              </a:pathLst>
            </a:custGeom>
            <a:solidFill>
              <a:srgbClr val="F4F7F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847" name="Google Shape;11847;p42"/>
            <p:cNvSpPr/>
            <p:nvPr/>
          </p:nvSpPr>
          <p:spPr>
            <a:xfrm>
              <a:off x="3051846" y="1516809"/>
              <a:ext cx="389405" cy="65804"/>
            </a:xfrm>
            <a:custGeom>
              <a:rect b="b" l="l" r="r" t="t"/>
              <a:pathLst>
                <a:path extrusionOk="0" h="4395" w="26008">
                  <a:moveTo>
                    <a:pt x="316" y="0"/>
                  </a:moveTo>
                  <a:cubicBezTo>
                    <a:pt x="127" y="0"/>
                    <a:pt x="1" y="147"/>
                    <a:pt x="1" y="316"/>
                  </a:cubicBezTo>
                  <a:lnTo>
                    <a:pt x="1" y="4394"/>
                  </a:lnTo>
                  <a:lnTo>
                    <a:pt x="26008" y="4394"/>
                  </a:lnTo>
                  <a:lnTo>
                    <a:pt x="26008" y="316"/>
                  </a:lnTo>
                  <a:cubicBezTo>
                    <a:pt x="26008" y="147"/>
                    <a:pt x="25882" y="0"/>
                    <a:pt x="25713" y="0"/>
                  </a:cubicBezTo>
                  <a:close/>
                </a:path>
              </a:pathLst>
            </a:custGeom>
            <a:solidFill>
              <a:srgbClr val="364F6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848" name="Google Shape;11848;p42"/>
            <p:cNvSpPr/>
            <p:nvPr/>
          </p:nvSpPr>
          <p:spPr>
            <a:xfrm>
              <a:off x="3051846" y="1516809"/>
              <a:ext cx="389719" cy="56356"/>
            </a:xfrm>
            <a:custGeom>
              <a:rect b="b" l="l" r="r" t="t"/>
              <a:pathLst>
                <a:path extrusionOk="0" h="3764" w="26029">
                  <a:moveTo>
                    <a:pt x="316" y="0"/>
                  </a:moveTo>
                  <a:cubicBezTo>
                    <a:pt x="127" y="0"/>
                    <a:pt x="1" y="147"/>
                    <a:pt x="1" y="316"/>
                  </a:cubicBezTo>
                  <a:lnTo>
                    <a:pt x="1" y="3764"/>
                  </a:lnTo>
                  <a:lnTo>
                    <a:pt x="26008" y="3764"/>
                  </a:lnTo>
                  <a:lnTo>
                    <a:pt x="26029" y="316"/>
                  </a:lnTo>
                  <a:cubicBezTo>
                    <a:pt x="26029" y="147"/>
                    <a:pt x="25882" y="0"/>
                    <a:pt x="25713" y="0"/>
                  </a:cubicBezTo>
                  <a:close/>
                </a:path>
              </a:pathLst>
            </a:custGeom>
            <a:solidFill>
              <a:srgbClr val="D0DAE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849" name="Google Shape;11849;p42"/>
            <p:cNvSpPr/>
            <p:nvPr/>
          </p:nvSpPr>
          <p:spPr>
            <a:xfrm>
              <a:off x="3077973" y="1539148"/>
              <a:ext cx="15751" cy="11978"/>
            </a:xfrm>
            <a:custGeom>
              <a:rect b="b" l="l" r="r" t="t"/>
              <a:pathLst>
                <a:path extrusionOk="0" h="800" w="1052">
                  <a:moveTo>
                    <a:pt x="526" y="1"/>
                  </a:moveTo>
                  <a:cubicBezTo>
                    <a:pt x="1" y="1"/>
                    <a:pt x="1" y="779"/>
                    <a:pt x="526" y="800"/>
                  </a:cubicBezTo>
                  <a:cubicBezTo>
                    <a:pt x="1052" y="779"/>
                    <a:pt x="1052" y="1"/>
                    <a:pt x="526" y="1"/>
                  </a:cubicBezTo>
                  <a:close/>
                </a:path>
              </a:pathLst>
            </a:custGeom>
            <a:solidFill>
              <a:srgbClr val="B8C6D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850" name="Google Shape;11850;p42"/>
            <p:cNvSpPr/>
            <p:nvPr/>
          </p:nvSpPr>
          <p:spPr>
            <a:xfrm>
              <a:off x="3100012" y="1539148"/>
              <a:ext cx="15751" cy="11978"/>
            </a:xfrm>
            <a:custGeom>
              <a:rect b="b" l="l" r="r" t="t"/>
              <a:pathLst>
                <a:path extrusionOk="0" h="800" w="1052">
                  <a:moveTo>
                    <a:pt x="526" y="1"/>
                  </a:moveTo>
                  <a:cubicBezTo>
                    <a:pt x="0" y="1"/>
                    <a:pt x="0" y="779"/>
                    <a:pt x="526" y="800"/>
                  </a:cubicBezTo>
                  <a:cubicBezTo>
                    <a:pt x="1052" y="779"/>
                    <a:pt x="1052" y="1"/>
                    <a:pt x="526" y="1"/>
                  </a:cubicBezTo>
                  <a:close/>
                </a:path>
              </a:pathLst>
            </a:custGeom>
            <a:solidFill>
              <a:srgbClr val="C9D4D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851" name="Google Shape;11851;p42"/>
            <p:cNvSpPr/>
            <p:nvPr/>
          </p:nvSpPr>
          <p:spPr>
            <a:xfrm>
              <a:off x="3121737" y="1539148"/>
              <a:ext cx="15751" cy="11978"/>
            </a:xfrm>
            <a:custGeom>
              <a:rect b="b" l="l" r="r" t="t"/>
              <a:pathLst>
                <a:path extrusionOk="0" h="800" w="1052">
                  <a:moveTo>
                    <a:pt x="526" y="1"/>
                  </a:moveTo>
                  <a:cubicBezTo>
                    <a:pt x="0" y="1"/>
                    <a:pt x="0" y="800"/>
                    <a:pt x="526" y="800"/>
                  </a:cubicBezTo>
                  <a:cubicBezTo>
                    <a:pt x="1051" y="800"/>
                    <a:pt x="1051" y="1"/>
                    <a:pt x="526" y="1"/>
                  </a:cubicBezTo>
                  <a:close/>
                </a:path>
              </a:pathLst>
            </a:custGeom>
            <a:solidFill>
              <a:srgbClr val="7F94A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852" name="Google Shape;11852;p42"/>
            <p:cNvSpPr/>
            <p:nvPr/>
          </p:nvSpPr>
          <p:spPr>
            <a:xfrm>
              <a:off x="3336727" y="1539148"/>
              <a:ext cx="81226" cy="11978"/>
            </a:xfrm>
            <a:custGeom>
              <a:rect b="b" l="l" r="r" t="t"/>
              <a:pathLst>
                <a:path extrusionOk="0" h="800" w="5425">
                  <a:moveTo>
                    <a:pt x="526" y="1"/>
                  </a:moveTo>
                  <a:cubicBezTo>
                    <a:pt x="1" y="1"/>
                    <a:pt x="1" y="800"/>
                    <a:pt x="526" y="800"/>
                  </a:cubicBezTo>
                  <a:lnTo>
                    <a:pt x="4899" y="800"/>
                  </a:lnTo>
                  <a:cubicBezTo>
                    <a:pt x="5425" y="779"/>
                    <a:pt x="5425" y="1"/>
                    <a:pt x="4899" y="1"/>
                  </a:cubicBezTo>
                  <a:close/>
                </a:path>
              </a:pathLst>
            </a:custGeom>
            <a:solidFill>
              <a:srgbClr val="B8C6D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853" name="Google Shape;11853;p42"/>
            <p:cNvSpPr/>
            <p:nvPr/>
          </p:nvSpPr>
          <p:spPr>
            <a:xfrm>
              <a:off x="3301153" y="1539148"/>
              <a:ext cx="30244" cy="11978"/>
            </a:xfrm>
            <a:custGeom>
              <a:rect b="b" l="l" r="r" t="t"/>
              <a:pathLst>
                <a:path extrusionOk="0" h="800" w="2020">
                  <a:moveTo>
                    <a:pt x="527" y="1"/>
                  </a:moveTo>
                  <a:cubicBezTo>
                    <a:pt x="1" y="1"/>
                    <a:pt x="1" y="800"/>
                    <a:pt x="527" y="800"/>
                  </a:cubicBezTo>
                  <a:lnTo>
                    <a:pt x="1494" y="800"/>
                  </a:lnTo>
                  <a:cubicBezTo>
                    <a:pt x="2019" y="779"/>
                    <a:pt x="2019" y="1"/>
                    <a:pt x="1494" y="1"/>
                  </a:cubicBezTo>
                  <a:close/>
                </a:path>
              </a:pathLst>
            </a:custGeom>
            <a:solidFill>
              <a:srgbClr val="B8C6D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854" name="Google Shape;11854;p42"/>
            <p:cNvSpPr/>
            <p:nvPr/>
          </p:nvSpPr>
          <p:spPr>
            <a:xfrm>
              <a:off x="3170832" y="1608096"/>
              <a:ext cx="151432" cy="107667"/>
            </a:xfrm>
            <a:custGeom>
              <a:rect b="b" l="l" r="r" t="t"/>
              <a:pathLst>
                <a:path extrusionOk="0" h="7191" w="10114">
                  <a:moveTo>
                    <a:pt x="2061" y="0"/>
                  </a:moveTo>
                  <a:cubicBezTo>
                    <a:pt x="926" y="0"/>
                    <a:pt x="1" y="925"/>
                    <a:pt x="1" y="2061"/>
                  </a:cubicBezTo>
                  <a:lnTo>
                    <a:pt x="1" y="5130"/>
                  </a:lnTo>
                  <a:cubicBezTo>
                    <a:pt x="1" y="6265"/>
                    <a:pt x="926" y="7191"/>
                    <a:pt x="2061" y="7191"/>
                  </a:cubicBezTo>
                  <a:lnTo>
                    <a:pt x="8053" y="7191"/>
                  </a:lnTo>
                  <a:cubicBezTo>
                    <a:pt x="9189" y="7191"/>
                    <a:pt x="10093" y="6287"/>
                    <a:pt x="10114" y="5151"/>
                  </a:cubicBezTo>
                  <a:lnTo>
                    <a:pt x="10114" y="2061"/>
                  </a:lnTo>
                  <a:cubicBezTo>
                    <a:pt x="10114" y="925"/>
                    <a:pt x="9189" y="0"/>
                    <a:pt x="8053" y="0"/>
                  </a:cubicBezTo>
                  <a:close/>
                </a:path>
              </a:pathLst>
            </a:custGeom>
            <a:solidFill>
              <a:srgbClr val="BFCCD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855" name="Google Shape;11855;p42"/>
            <p:cNvSpPr/>
            <p:nvPr/>
          </p:nvSpPr>
          <p:spPr>
            <a:xfrm>
              <a:off x="3170832" y="1608096"/>
              <a:ext cx="151432" cy="44079"/>
            </a:xfrm>
            <a:custGeom>
              <a:rect b="b" l="l" r="r" t="t"/>
              <a:pathLst>
                <a:path extrusionOk="0" h="2944" w="10114">
                  <a:moveTo>
                    <a:pt x="2061" y="0"/>
                  </a:moveTo>
                  <a:cubicBezTo>
                    <a:pt x="926" y="0"/>
                    <a:pt x="1" y="925"/>
                    <a:pt x="1" y="2061"/>
                  </a:cubicBezTo>
                  <a:lnTo>
                    <a:pt x="1" y="2944"/>
                  </a:lnTo>
                  <a:cubicBezTo>
                    <a:pt x="1" y="1808"/>
                    <a:pt x="926" y="883"/>
                    <a:pt x="2061" y="883"/>
                  </a:cubicBezTo>
                  <a:lnTo>
                    <a:pt x="8053" y="883"/>
                  </a:lnTo>
                  <a:cubicBezTo>
                    <a:pt x="9189" y="883"/>
                    <a:pt x="10114" y="1808"/>
                    <a:pt x="10114" y="2944"/>
                  </a:cubicBezTo>
                  <a:lnTo>
                    <a:pt x="10114" y="2061"/>
                  </a:lnTo>
                  <a:cubicBezTo>
                    <a:pt x="10114" y="925"/>
                    <a:pt x="9189" y="0"/>
                    <a:pt x="8053" y="0"/>
                  </a:cubicBezTo>
                  <a:close/>
                </a:path>
              </a:pathLst>
            </a:custGeom>
            <a:solidFill>
              <a:srgbClr val="D0DAE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856" name="Google Shape;11856;p42"/>
            <p:cNvSpPr/>
            <p:nvPr/>
          </p:nvSpPr>
          <p:spPr>
            <a:xfrm>
              <a:off x="3227503" y="1642084"/>
              <a:ext cx="41878" cy="40007"/>
            </a:xfrm>
            <a:custGeom>
              <a:rect b="b" l="l" r="r" t="t"/>
              <a:pathLst>
                <a:path extrusionOk="0" h="2672" w="2797">
                  <a:moveTo>
                    <a:pt x="330" y="0"/>
                  </a:moveTo>
                  <a:cubicBezTo>
                    <a:pt x="161" y="0"/>
                    <a:pt x="0" y="144"/>
                    <a:pt x="0" y="337"/>
                  </a:cubicBezTo>
                  <a:lnTo>
                    <a:pt x="0" y="2335"/>
                  </a:lnTo>
                  <a:cubicBezTo>
                    <a:pt x="0" y="2528"/>
                    <a:pt x="148" y="2672"/>
                    <a:pt x="322" y="2672"/>
                  </a:cubicBezTo>
                  <a:cubicBezTo>
                    <a:pt x="375" y="2672"/>
                    <a:pt x="430" y="2658"/>
                    <a:pt x="484" y="2629"/>
                  </a:cubicBezTo>
                  <a:lnTo>
                    <a:pt x="2544" y="1641"/>
                  </a:lnTo>
                  <a:cubicBezTo>
                    <a:pt x="2796" y="1515"/>
                    <a:pt x="2796" y="1157"/>
                    <a:pt x="2544" y="1031"/>
                  </a:cubicBezTo>
                  <a:lnTo>
                    <a:pt x="484" y="43"/>
                  </a:lnTo>
                  <a:cubicBezTo>
                    <a:pt x="435" y="13"/>
                    <a:pt x="382" y="0"/>
                    <a:pt x="330" y="0"/>
                  </a:cubicBezTo>
                  <a:close/>
                </a:path>
              </a:pathLst>
            </a:custGeom>
            <a:solidFill>
              <a:srgbClr val="F4F7F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857" name="Google Shape;11857;p42"/>
            <p:cNvSpPr/>
            <p:nvPr/>
          </p:nvSpPr>
          <p:spPr>
            <a:xfrm>
              <a:off x="3087106" y="1776177"/>
              <a:ext cx="160865" cy="11679"/>
            </a:xfrm>
            <a:custGeom>
              <a:rect b="b" l="l" r="r" t="t"/>
              <a:pathLst>
                <a:path extrusionOk="0" h="780" w="10744">
                  <a:moveTo>
                    <a:pt x="506" y="1"/>
                  </a:moveTo>
                  <a:cubicBezTo>
                    <a:pt x="0" y="1"/>
                    <a:pt x="7" y="779"/>
                    <a:pt x="526" y="779"/>
                  </a:cubicBezTo>
                  <a:lnTo>
                    <a:pt x="10218" y="779"/>
                  </a:lnTo>
                  <a:cubicBezTo>
                    <a:pt x="10744" y="779"/>
                    <a:pt x="10744" y="1"/>
                    <a:pt x="10218" y="1"/>
                  </a:cubicBezTo>
                  <a:lnTo>
                    <a:pt x="526" y="1"/>
                  </a:lnTo>
                  <a:cubicBezTo>
                    <a:pt x="519" y="1"/>
                    <a:pt x="512" y="1"/>
                    <a:pt x="506" y="1"/>
                  </a:cubicBezTo>
                  <a:close/>
                </a:path>
              </a:pathLst>
            </a:custGeom>
            <a:solidFill>
              <a:srgbClr val="4E677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858" name="Google Shape;11858;p42"/>
            <p:cNvSpPr/>
            <p:nvPr/>
          </p:nvSpPr>
          <p:spPr>
            <a:xfrm>
              <a:off x="3362540" y="1775563"/>
              <a:ext cx="46295" cy="11978"/>
            </a:xfrm>
            <a:custGeom>
              <a:rect b="b" l="l" r="r" t="t"/>
              <a:pathLst>
                <a:path extrusionOk="0" h="800" w="3092">
                  <a:moveTo>
                    <a:pt x="526" y="0"/>
                  </a:moveTo>
                  <a:cubicBezTo>
                    <a:pt x="1" y="0"/>
                    <a:pt x="1" y="799"/>
                    <a:pt x="526" y="799"/>
                  </a:cubicBezTo>
                  <a:lnTo>
                    <a:pt x="2566" y="799"/>
                  </a:lnTo>
                  <a:cubicBezTo>
                    <a:pt x="3091" y="799"/>
                    <a:pt x="3091" y="0"/>
                    <a:pt x="2566" y="0"/>
                  </a:cubicBezTo>
                  <a:close/>
                </a:path>
              </a:pathLst>
            </a:custGeom>
            <a:solidFill>
              <a:srgbClr val="4E677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1859" name="Google Shape;11859;p42"/>
          <p:cNvGrpSpPr/>
          <p:nvPr/>
        </p:nvGrpSpPr>
        <p:grpSpPr>
          <a:xfrm>
            <a:off x="3514900" y="1306020"/>
            <a:ext cx="354145" cy="351869"/>
            <a:chOff x="3514900" y="1489020"/>
            <a:chExt cx="354145" cy="351869"/>
          </a:xfrm>
        </p:grpSpPr>
        <p:sp>
          <p:nvSpPr>
            <p:cNvPr id="11860" name="Google Shape;11860;p42"/>
            <p:cNvSpPr/>
            <p:nvPr/>
          </p:nvSpPr>
          <p:spPr>
            <a:xfrm>
              <a:off x="3514900" y="1489020"/>
              <a:ext cx="354145" cy="351869"/>
            </a:xfrm>
            <a:custGeom>
              <a:rect b="b" l="l" r="r" t="t"/>
              <a:pathLst>
                <a:path extrusionOk="0" h="23501" w="23653">
                  <a:moveTo>
                    <a:pt x="19698" y="1"/>
                  </a:moveTo>
                  <a:cubicBezTo>
                    <a:pt x="19495" y="1"/>
                    <a:pt x="19290" y="80"/>
                    <a:pt x="19133" y="237"/>
                  </a:cubicBezTo>
                  <a:lnTo>
                    <a:pt x="316" y="19075"/>
                  </a:lnTo>
                  <a:cubicBezTo>
                    <a:pt x="0" y="19369"/>
                    <a:pt x="0" y="19874"/>
                    <a:pt x="316" y="20168"/>
                  </a:cubicBezTo>
                  <a:lnTo>
                    <a:pt x="3406" y="23280"/>
                  </a:lnTo>
                  <a:cubicBezTo>
                    <a:pt x="3564" y="23427"/>
                    <a:pt x="3764" y="23501"/>
                    <a:pt x="3964" y="23501"/>
                  </a:cubicBezTo>
                  <a:cubicBezTo>
                    <a:pt x="4163" y="23501"/>
                    <a:pt x="4363" y="23427"/>
                    <a:pt x="4521" y="23280"/>
                  </a:cubicBezTo>
                  <a:lnTo>
                    <a:pt x="23358" y="4442"/>
                  </a:lnTo>
                  <a:cubicBezTo>
                    <a:pt x="23653" y="4148"/>
                    <a:pt x="23653" y="3643"/>
                    <a:pt x="23358" y="3328"/>
                  </a:cubicBezTo>
                  <a:lnTo>
                    <a:pt x="20247" y="237"/>
                  </a:lnTo>
                  <a:cubicBezTo>
                    <a:pt x="20100" y="80"/>
                    <a:pt x="19900" y="1"/>
                    <a:pt x="19698" y="1"/>
                  </a:cubicBezTo>
                  <a:close/>
                </a:path>
              </a:pathLst>
            </a:custGeom>
            <a:solidFill>
              <a:srgbClr val="BECBD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861" name="Google Shape;11861;p42"/>
            <p:cNvSpPr/>
            <p:nvPr/>
          </p:nvSpPr>
          <p:spPr>
            <a:xfrm>
              <a:off x="3619094" y="1759498"/>
              <a:ext cx="24570" cy="24884"/>
            </a:xfrm>
            <a:custGeom>
              <a:rect b="b" l="l" r="r" t="t"/>
              <a:pathLst>
                <a:path extrusionOk="0" h="1662" w="1641">
                  <a:moveTo>
                    <a:pt x="526" y="1"/>
                  </a:moveTo>
                  <a:lnTo>
                    <a:pt x="1" y="548"/>
                  </a:lnTo>
                  <a:lnTo>
                    <a:pt x="1115" y="1662"/>
                  </a:lnTo>
                  <a:lnTo>
                    <a:pt x="1640" y="1136"/>
                  </a:lnTo>
                  <a:lnTo>
                    <a:pt x="526" y="1"/>
                  </a:lnTo>
                  <a:close/>
                </a:path>
              </a:pathLst>
            </a:custGeom>
            <a:solidFill>
              <a:srgbClr val="88A1B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862" name="Google Shape;11862;p42"/>
            <p:cNvSpPr/>
            <p:nvPr/>
          </p:nvSpPr>
          <p:spPr>
            <a:xfrm>
              <a:off x="3623181" y="1722052"/>
              <a:ext cx="41249" cy="41249"/>
            </a:xfrm>
            <a:custGeom>
              <a:rect b="b" l="l" r="r" t="t"/>
              <a:pathLst>
                <a:path extrusionOk="0" h="2755" w="2755">
                  <a:moveTo>
                    <a:pt x="526" y="0"/>
                  </a:moveTo>
                  <a:lnTo>
                    <a:pt x="1" y="526"/>
                  </a:lnTo>
                  <a:lnTo>
                    <a:pt x="2229" y="2754"/>
                  </a:lnTo>
                  <a:lnTo>
                    <a:pt x="2755" y="2229"/>
                  </a:lnTo>
                  <a:lnTo>
                    <a:pt x="526" y="0"/>
                  </a:lnTo>
                  <a:close/>
                </a:path>
              </a:pathLst>
            </a:custGeom>
            <a:solidFill>
              <a:srgbClr val="88A1B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863" name="Google Shape;11863;p42"/>
            <p:cNvSpPr/>
            <p:nvPr/>
          </p:nvSpPr>
          <p:spPr>
            <a:xfrm>
              <a:off x="3560536" y="1784682"/>
              <a:ext cx="41264" cy="41579"/>
            </a:xfrm>
            <a:custGeom>
              <a:rect b="b" l="l" r="r" t="t"/>
              <a:pathLst>
                <a:path extrusionOk="0" h="2777" w="2756">
                  <a:moveTo>
                    <a:pt x="527" y="1"/>
                  </a:moveTo>
                  <a:lnTo>
                    <a:pt x="1" y="548"/>
                  </a:lnTo>
                  <a:lnTo>
                    <a:pt x="2230" y="2776"/>
                  </a:lnTo>
                  <a:lnTo>
                    <a:pt x="2755" y="2251"/>
                  </a:lnTo>
                  <a:lnTo>
                    <a:pt x="527" y="1"/>
                  </a:lnTo>
                  <a:close/>
                </a:path>
              </a:pathLst>
            </a:custGeom>
            <a:solidFill>
              <a:srgbClr val="88A1B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864" name="Google Shape;11864;p42"/>
            <p:cNvSpPr/>
            <p:nvPr/>
          </p:nvSpPr>
          <p:spPr>
            <a:xfrm>
              <a:off x="3660957" y="1717635"/>
              <a:ext cx="24570" cy="24884"/>
            </a:xfrm>
            <a:custGeom>
              <a:rect b="b" l="l" r="r" t="t"/>
              <a:pathLst>
                <a:path extrusionOk="0" h="1662" w="1641">
                  <a:moveTo>
                    <a:pt x="526" y="1"/>
                  </a:moveTo>
                  <a:lnTo>
                    <a:pt x="1" y="547"/>
                  </a:lnTo>
                  <a:lnTo>
                    <a:pt x="1115" y="1662"/>
                  </a:lnTo>
                  <a:lnTo>
                    <a:pt x="1641" y="1136"/>
                  </a:lnTo>
                  <a:lnTo>
                    <a:pt x="526" y="1"/>
                  </a:lnTo>
                  <a:close/>
                </a:path>
              </a:pathLst>
            </a:custGeom>
            <a:solidFill>
              <a:srgbClr val="88A1B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865" name="Google Shape;11865;p42"/>
            <p:cNvSpPr/>
            <p:nvPr/>
          </p:nvSpPr>
          <p:spPr>
            <a:xfrm>
              <a:off x="3681739" y="1696868"/>
              <a:ext cx="24570" cy="24555"/>
            </a:xfrm>
            <a:custGeom>
              <a:rect b="b" l="l" r="r" t="t"/>
              <a:pathLst>
                <a:path extrusionOk="0" h="1640" w="1641">
                  <a:moveTo>
                    <a:pt x="526" y="0"/>
                  </a:moveTo>
                  <a:lnTo>
                    <a:pt x="0" y="526"/>
                  </a:lnTo>
                  <a:lnTo>
                    <a:pt x="1115" y="1640"/>
                  </a:lnTo>
                  <a:lnTo>
                    <a:pt x="1640" y="1114"/>
                  </a:lnTo>
                  <a:lnTo>
                    <a:pt x="526" y="0"/>
                  </a:lnTo>
                  <a:close/>
                </a:path>
              </a:pathLst>
            </a:custGeom>
            <a:solidFill>
              <a:srgbClr val="88A1B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866" name="Google Shape;11866;p42"/>
            <p:cNvSpPr/>
            <p:nvPr/>
          </p:nvSpPr>
          <p:spPr>
            <a:xfrm>
              <a:off x="3686141" y="1659092"/>
              <a:ext cx="41249" cy="41564"/>
            </a:xfrm>
            <a:custGeom>
              <a:rect b="b" l="l" r="r" t="t"/>
              <a:pathLst>
                <a:path extrusionOk="0" h="2776" w="2755">
                  <a:moveTo>
                    <a:pt x="526" y="0"/>
                  </a:moveTo>
                  <a:lnTo>
                    <a:pt x="1" y="547"/>
                  </a:lnTo>
                  <a:lnTo>
                    <a:pt x="2229" y="2775"/>
                  </a:lnTo>
                  <a:lnTo>
                    <a:pt x="2755" y="2250"/>
                  </a:lnTo>
                  <a:lnTo>
                    <a:pt x="526" y="0"/>
                  </a:lnTo>
                  <a:close/>
                </a:path>
              </a:pathLst>
            </a:custGeom>
            <a:solidFill>
              <a:srgbClr val="88A1B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867" name="Google Shape;11867;p42"/>
            <p:cNvSpPr/>
            <p:nvPr/>
          </p:nvSpPr>
          <p:spPr>
            <a:xfrm>
              <a:off x="3723602" y="1654990"/>
              <a:ext cx="24884" cy="24570"/>
            </a:xfrm>
            <a:custGeom>
              <a:rect b="b" l="l" r="r" t="t"/>
              <a:pathLst>
                <a:path extrusionOk="0" h="1641" w="1662">
                  <a:moveTo>
                    <a:pt x="526" y="1"/>
                  </a:moveTo>
                  <a:lnTo>
                    <a:pt x="1" y="526"/>
                  </a:lnTo>
                  <a:lnTo>
                    <a:pt x="1115" y="1641"/>
                  </a:lnTo>
                  <a:lnTo>
                    <a:pt x="1662" y="1115"/>
                  </a:lnTo>
                  <a:lnTo>
                    <a:pt x="526" y="1"/>
                  </a:lnTo>
                  <a:close/>
                </a:path>
              </a:pathLst>
            </a:custGeom>
            <a:solidFill>
              <a:srgbClr val="88A1B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868" name="Google Shape;11868;p42"/>
            <p:cNvSpPr/>
            <p:nvPr/>
          </p:nvSpPr>
          <p:spPr>
            <a:xfrm>
              <a:off x="3744698" y="1633909"/>
              <a:ext cx="24570" cy="24884"/>
            </a:xfrm>
            <a:custGeom>
              <a:rect b="b" l="l" r="r" t="t"/>
              <a:pathLst>
                <a:path extrusionOk="0" h="1662" w="1641">
                  <a:moveTo>
                    <a:pt x="526" y="0"/>
                  </a:moveTo>
                  <a:lnTo>
                    <a:pt x="0" y="547"/>
                  </a:lnTo>
                  <a:lnTo>
                    <a:pt x="1115" y="1661"/>
                  </a:lnTo>
                  <a:lnTo>
                    <a:pt x="1640" y="1115"/>
                  </a:lnTo>
                  <a:lnTo>
                    <a:pt x="526" y="0"/>
                  </a:lnTo>
                  <a:close/>
                </a:path>
              </a:pathLst>
            </a:custGeom>
            <a:solidFill>
              <a:srgbClr val="88A1B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869" name="Google Shape;11869;p42"/>
            <p:cNvSpPr/>
            <p:nvPr/>
          </p:nvSpPr>
          <p:spPr>
            <a:xfrm>
              <a:off x="3748786" y="1596447"/>
              <a:ext cx="41564" cy="41249"/>
            </a:xfrm>
            <a:custGeom>
              <a:rect b="b" l="l" r="r" t="t"/>
              <a:pathLst>
                <a:path extrusionOk="0" h="2755" w="2776">
                  <a:moveTo>
                    <a:pt x="526" y="0"/>
                  </a:moveTo>
                  <a:lnTo>
                    <a:pt x="1" y="526"/>
                  </a:lnTo>
                  <a:lnTo>
                    <a:pt x="2229" y="2755"/>
                  </a:lnTo>
                  <a:lnTo>
                    <a:pt x="2776" y="2229"/>
                  </a:lnTo>
                  <a:lnTo>
                    <a:pt x="526" y="0"/>
                  </a:lnTo>
                  <a:close/>
                </a:path>
              </a:pathLst>
            </a:custGeom>
            <a:solidFill>
              <a:srgbClr val="88A1B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870" name="Google Shape;11870;p42"/>
            <p:cNvSpPr/>
            <p:nvPr/>
          </p:nvSpPr>
          <p:spPr>
            <a:xfrm>
              <a:off x="3786561" y="1592030"/>
              <a:ext cx="24570" cy="24884"/>
            </a:xfrm>
            <a:custGeom>
              <a:rect b="b" l="l" r="r" t="t"/>
              <a:pathLst>
                <a:path extrusionOk="0" h="1662" w="1641">
                  <a:moveTo>
                    <a:pt x="526" y="1"/>
                  </a:moveTo>
                  <a:lnTo>
                    <a:pt x="0" y="548"/>
                  </a:lnTo>
                  <a:lnTo>
                    <a:pt x="1115" y="1662"/>
                  </a:lnTo>
                  <a:lnTo>
                    <a:pt x="1640" y="1136"/>
                  </a:lnTo>
                  <a:lnTo>
                    <a:pt x="526" y="1"/>
                  </a:lnTo>
                  <a:close/>
                </a:path>
              </a:pathLst>
            </a:custGeom>
            <a:solidFill>
              <a:srgbClr val="88A1B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871" name="Google Shape;11871;p42"/>
            <p:cNvSpPr/>
            <p:nvPr/>
          </p:nvSpPr>
          <p:spPr>
            <a:xfrm>
              <a:off x="3807343" y="1571264"/>
              <a:ext cx="24869" cy="24570"/>
            </a:xfrm>
            <a:custGeom>
              <a:rect b="b" l="l" r="r" t="t"/>
              <a:pathLst>
                <a:path extrusionOk="0" h="1641" w="1661">
                  <a:moveTo>
                    <a:pt x="526" y="0"/>
                  </a:moveTo>
                  <a:lnTo>
                    <a:pt x="0" y="526"/>
                  </a:lnTo>
                  <a:lnTo>
                    <a:pt x="1114" y="1640"/>
                  </a:lnTo>
                  <a:lnTo>
                    <a:pt x="1661" y="1115"/>
                  </a:lnTo>
                  <a:lnTo>
                    <a:pt x="526" y="0"/>
                  </a:lnTo>
                  <a:close/>
                </a:path>
              </a:pathLst>
            </a:custGeom>
            <a:solidFill>
              <a:srgbClr val="88A1B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872" name="Google Shape;11872;p42"/>
            <p:cNvSpPr/>
            <p:nvPr/>
          </p:nvSpPr>
          <p:spPr>
            <a:xfrm>
              <a:off x="3811745" y="1533488"/>
              <a:ext cx="41249" cy="41564"/>
            </a:xfrm>
            <a:custGeom>
              <a:rect b="b" l="l" r="r" t="t"/>
              <a:pathLst>
                <a:path extrusionOk="0" h="2776" w="2755">
                  <a:moveTo>
                    <a:pt x="526" y="0"/>
                  </a:moveTo>
                  <a:lnTo>
                    <a:pt x="0" y="526"/>
                  </a:lnTo>
                  <a:lnTo>
                    <a:pt x="2229" y="2776"/>
                  </a:lnTo>
                  <a:lnTo>
                    <a:pt x="2755" y="2229"/>
                  </a:lnTo>
                  <a:lnTo>
                    <a:pt x="526" y="0"/>
                  </a:lnTo>
                  <a:close/>
                </a:path>
              </a:pathLst>
            </a:custGeom>
            <a:solidFill>
              <a:srgbClr val="88A1B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873" name="Google Shape;11873;p42"/>
            <p:cNvSpPr/>
            <p:nvPr/>
          </p:nvSpPr>
          <p:spPr>
            <a:xfrm>
              <a:off x="3597998" y="1780594"/>
              <a:ext cx="24570" cy="24570"/>
            </a:xfrm>
            <a:custGeom>
              <a:rect b="b" l="l" r="r" t="t"/>
              <a:pathLst>
                <a:path extrusionOk="0" h="1641" w="1641">
                  <a:moveTo>
                    <a:pt x="526" y="1"/>
                  </a:moveTo>
                  <a:lnTo>
                    <a:pt x="1" y="526"/>
                  </a:lnTo>
                  <a:lnTo>
                    <a:pt x="1115" y="1640"/>
                  </a:lnTo>
                  <a:lnTo>
                    <a:pt x="1641" y="1115"/>
                  </a:lnTo>
                  <a:lnTo>
                    <a:pt x="526" y="1"/>
                  </a:lnTo>
                  <a:close/>
                </a:path>
              </a:pathLst>
            </a:custGeom>
            <a:solidFill>
              <a:srgbClr val="88A1B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874" name="Google Shape;11874;p42"/>
            <p:cNvSpPr/>
            <p:nvPr/>
          </p:nvSpPr>
          <p:spPr>
            <a:xfrm>
              <a:off x="3623181" y="1625090"/>
              <a:ext cx="108940" cy="108925"/>
            </a:xfrm>
            <a:custGeom>
              <a:rect b="b" l="l" r="r" t="t"/>
              <a:pathLst>
                <a:path extrusionOk="0" h="7275" w="7276">
                  <a:moveTo>
                    <a:pt x="3070" y="1"/>
                  </a:moveTo>
                  <a:lnTo>
                    <a:pt x="1" y="3049"/>
                  </a:lnTo>
                  <a:lnTo>
                    <a:pt x="4206" y="7275"/>
                  </a:lnTo>
                  <a:lnTo>
                    <a:pt x="7275" y="4205"/>
                  </a:lnTo>
                  <a:lnTo>
                    <a:pt x="3070" y="1"/>
                  </a:lnTo>
                  <a:close/>
                </a:path>
              </a:pathLst>
            </a:custGeom>
            <a:solidFill>
              <a:srgbClr val="B2C2C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875" name="Google Shape;11875;p42"/>
            <p:cNvSpPr/>
            <p:nvPr/>
          </p:nvSpPr>
          <p:spPr>
            <a:xfrm>
              <a:off x="3517416" y="1493826"/>
              <a:ext cx="316698" cy="313225"/>
            </a:xfrm>
            <a:custGeom>
              <a:rect b="b" l="l" r="r" t="t"/>
              <a:pathLst>
                <a:path extrusionOk="0" h="20920" w="21152">
                  <a:moveTo>
                    <a:pt x="2387" y="0"/>
                  </a:moveTo>
                  <a:cubicBezTo>
                    <a:pt x="1835" y="0"/>
                    <a:pt x="1283" y="211"/>
                    <a:pt x="863" y="631"/>
                  </a:cubicBezTo>
                  <a:cubicBezTo>
                    <a:pt x="1" y="1472"/>
                    <a:pt x="1" y="2839"/>
                    <a:pt x="863" y="3701"/>
                  </a:cubicBezTo>
                  <a:lnTo>
                    <a:pt x="18082" y="20920"/>
                  </a:lnTo>
                  <a:lnTo>
                    <a:pt x="21151" y="17871"/>
                  </a:lnTo>
                  <a:lnTo>
                    <a:pt x="3911" y="631"/>
                  </a:lnTo>
                  <a:cubicBezTo>
                    <a:pt x="3491" y="211"/>
                    <a:pt x="2939" y="0"/>
                    <a:pt x="2387" y="0"/>
                  </a:cubicBezTo>
                  <a:close/>
                </a:path>
              </a:pathLst>
            </a:custGeom>
            <a:solidFill>
              <a:srgbClr val="6B839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876" name="Google Shape;11876;p42"/>
            <p:cNvSpPr/>
            <p:nvPr/>
          </p:nvSpPr>
          <p:spPr>
            <a:xfrm>
              <a:off x="3788133" y="1761399"/>
              <a:ext cx="73230" cy="72287"/>
            </a:xfrm>
            <a:custGeom>
              <a:rect b="b" l="l" r="r" t="t"/>
              <a:pathLst>
                <a:path extrusionOk="0" h="4828" w="4891">
                  <a:moveTo>
                    <a:pt x="3070" y="0"/>
                  </a:moveTo>
                  <a:lnTo>
                    <a:pt x="1" y="3049"/>
                  </a:lnTo>
                  <a:lnTo>
                    <a:pt x="4521" y="4815"/>
                  </a:lnTo>
                  <a:cubicBezTo>
                    <a:pt x="4546" y="4823"/>
                    <a:pt x="4572" y="4827"/>
                    <a:pt x="4597" y="4827"/>
                  </a:cubicBezTo>
                  <a:cubicBezTo>
                    <a:pt x="4756" y="4827"/>
                    <a:pt x="4891" y="4666"/>
                    <a:pt x="4836" y="4520"/>
                  </a:cubicBezTo>
                  <a:lnTo>
                    <a:pt x="3070" y="0"/>
                  </a:lnTo>
                  <a:close/>
                </a:path>
              </a:pathLst>
            </a:custGeom>
            <a:solidFill>
              <a:srgbClr val="BECBD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877" name="Google Shape;11877;p42"/>
            <p:cNvSpPr/>
            <p:nvPr/>
          </p:nvSpPr>
          <p:spPr>
            <a:xfrm>
              <a:off x="3822136" y="1761399"/>
              <a:ext cx="39198" cy="72407"/>
            </a:xfrm>
            <a:custGeom>
              <a:rect b="b" l="l" r="r" t="t"/>
              <a:pathLst>
                <a:path extrusionOk="0" h="4836" w="2618">
                  <a:moveTo>
                    <a:pt x="799" y="0"/>
                  </a:moveTo>
                  <a:lnTo>
                    <a:pt x="0" y="778"/>
                  </a:lnTo>
                  <a:lnTo>
                    <a:pt x="1451" y="4499"/>
                  </a:lnTo>
                  <a:lnTo>
                    <a:pt x="2250" y="4815"/>
                  </a:lnTo>
                  <a:cubicBezTo>
                    <a:pt x="2282" y="4829"/>
                    <a:pt x="2313" y="4835"/>
                    <a:pt x="2344" y="4835"/>
                  </a:cubicBezTo>
                  <a:cubicBezTo>
                    <a:pt x="2495" y="4835"/>
                    <a:pt x="2618" y="4678"/>
                    <a:pt x="2565" y="4520"/>
                  </a:cubicBezTo>
                  <a:lnTo>
                    <a:pt x="799" y="0"/>
                  </a:lnTo>
                  <a:close/>
                </a:path>
              </a:pathLst>
            </a:custGeom>
            <a:solidFill>
              <a:srgbClr val="9FB3C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878" name="Google Shape;11878;p42"/>
            <p:cNvSpPr/>
            <p:nvPr/>
          </p:nvSpPr>
          <p:spPr>
            <a:xfrm>
              <a:off x="3541656" y="1493781"/>
              <a:ext cx="292458" cy="313270"/>
            </a:xfrm>
            <a:custGeom>
              <a:rect b="b" l="l" r="r" t="t"/>
              <a:pathLst>
                <a:path extrusionOk="0" h="20923" w="19533">
                  <a:moveTo>
                    <a:pt x="789" y="0"/>
                  </a:moveTo>
                  <a:cubicBezTo>
                    <a:pt x="524" y="0"/>
                    <a:pt x="257" y="49"/>
                    <a:pt x="1" y="151"/>
                  </a:cubicBezTo>
                  <a:cubicBezTo>
                    <a:pt x="295" y="256"/>
                    <a:pt x="547" y="424"/>
                    <a:pt x="778" y="634"/>
                  </a:cubicBezTo>
                  <a:lnTo>
                    <a:pt x="15706" y="15561"/>
                  </a:lnTo>
                  <a:cubicBezTo>
                    <a:pt x="16967" y="16844"/>
                    <a:pt x="16967" y="18904"/>
                    <a:pt x="15706" y="20166"/>
                  </a:cubicBezTo>
                  <a:lnTo>
                    <a:pt x="16463" y="20923"/>
                  </a:lnTo>
                  <a:lnTo>
                    <a:pt x="19532" y="17874"/>
                  </a:lnTo>
                  <a:lnTo>
                    <a:pt x="2292" y="634"/>
                  </a:lnTo>
                  <a:cubicBezTo>
                    <a:pt x="1893" y="220"/>
                    <a:pt x="1348" y="0"/>
                    <a:pt x="789" y="0"/>
                  </a:cubicBezTo>
                  <a:close/>
                </a:path>
              </a:pathLst>
            </a:custGeom>
            <a:solidFill>
              <a:srgbClr val="4E677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879" name="Google Shape;11879;p42"/>
            <p:cNvSpPr/>
            <p:nvPr/>
          </p:nvSpPr>
          <p:spPr>
            <a:xfrm>
              <a:off x="3834728" y="1807979"/>
              <a:ext cx="26636" cy="25708"/>
            </a:xfrm>
            <a:custGeom>
              <a:rect b="b" l="l" r="r" t="t"/>
              <a:pathLst>
                <a:path extrusionOk="0" h="1717" w="1779">
                  <a:moveTo>
                    <a:pt x="1157" y="1"/>
                  </a:moveTo>
                  <a:lnTo>
                    <a:pt x="0" y="1157"/>
                  </a:lnTo>
                  <a:lnTo>
                    <a:pt x="1409" y="1704"/>
                  </a:lnTo>
                  <a:cubicBezTo>
                    <a:pt x="1434" y="1712"/>
                    <a:pt x="1460" y="1716"/>
                    <a:pt x="1485" y="1716"/>
                  </a:cubicBezTo>
                  <a:cubicBezTo>
                    <a:pt x="1644" y="1716"/>
                    <a:pt x="1779" y="1555"/>
                    <a:pt x="1724" y="1409"/>
                  </a:cubicBezTo>
                  <a:lnTo>
                    <a:pt x="1157" y="1"/>
                  </a:lnTo>
                  <a:close/>
                </a:path>
              </a:pathLst>
            </a:custGeom>
            <a:solidFill>
              <a:srgbClr val="29435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880" name="Google Shape;11880;p42"/>
            <p:cNvSpPr/>
            <p:nvPr/>
          </p:nvSpPr>
          <p:spPr>
            <a:xfrm>
              <a:off x="3552047" y="1524984"/>
              <a:ext cx="68320" cy="68334"/>
            </a:xfrm>
            <a:custGeom>
              <a:rect b="b" l="l" r="r" t="t"/>
              <a:pathLst>
                <a:path extrusionOk="0" h="4564" w="4563">
                  <a:moveTo>
                    <a:pt x="3049" y="1"/>
                  </a:moveTo>
                  <a:lnTo>
                    <a:pt x="0" y="3070"/>
                  </a:lnTo>
                  <a:lnTo>
                    <a:pt x="1493" y="4563"/>
                  </a:lnTo>
                  <a:lnTo>
                    <a:pt x="4563" y="1494"/>
                  </a:lnTo>
                  <a:lnTo>
                    <a:pt x="3049" y="1"/>
                  </a:lnTo>
                  <a:close/>
                </a:path>
              </a:pathLst>
            </a:custGeom>
            <a:solidFill>
              <a:srgbClr val="29435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881" name="Google Shape;11881;p42"/>
            <p:cNvSpPr/>
            <p:nvPr/>
          </p:nvSpPr>
          <p:spPr>
            <a:xfrm>
              <a:off x="3593281" y="1566218"/>
              <a:ext cx="221623" cy="221952"/>
            </a:xfrm>
            <a:custGeom>
              <a:rect b="b" l="l" r="r" t="t"/>
              <a:pathLst>
                <a:path extrusionOk="0" h="14824" w="14802">
                  <a:moveTo>
                    <a:pt x="526" y="1"/>
                  </a:moveTo>
                  <a:lnTo>
                    <a:pt x="1" y="548"/>
                  </a:lnTo>
                  <a:lnTo>
                    <a:pt x="14276" y="14823"/>
                  </a:lnTo>
                  <a:lnTo>
                    <a:pt x="14802" y="14298"/>
                  </a:lnTo>
                  <a:lnTo>
                    <a:pt x="526" y="1"/>
                  </a:lnTo>
                  <a:close/>
                </a:path>
              </a:pathLst>
            </a:custGeom>
            <a:solidFill>
              <a:srgbClr val="BECBD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1882" name="Google Shape;11882;p42"/>
          <p:cNvGrpSpPr/>
          <p:nvPr/>
        </p:nvGrpSpPr>
        <p:grpSpPr>
          <a:xfrm>
            <a:off x="3066324" y="3167446"/>
            <a:ext cx="346599" cy="333183"/>
            <a:chOff x="3066324" y="3350446"/>
            <a:chExt cx="346599" cy="333183"/>
          </a:xfrm>
        </p:grpSpPr>
        <p:sp>
          <p:nvSpPr>
            <p:cNvPr id="11883" name="Google Shape;11883;p42"/>
            <p:cNvSpPr/>
            <p:nvPr/>
          </p:nvSpPr>
          <p:spPr>
            <a:xfrm>
              <a:off x="3077658" y="3672759"/>
              <a:ext cx="297174" cy="10735"/>
            </a:xfrm>
            <a:custGeom>
              <a:rect b="b" l="l" r="r" t="t"/>
              <a:pathLst>
                <a:path extrusionOk="0" h="717" w="19848">
                  <a:moveTo>
                    <a:pt x="562" y="0"/>
                  </a:moveTo>
                  <a:cubicBezTo>
                    <a:pt x="550" y="0"/>
                    <a:pt x="538" y="1"/>
                    <a:pt x="526" y="2"/>
                  </a:cubicBezTo>
                  <a:lnTo>
                    <a:pt x="484" y="2"/>
                  </a:lnTo>
                  <a:cubicBezTo>
                    <a:pt x="1" y="2"/>
                    <a:pt x="1" y="717"/>
                    <a:pt x="484" y="717"/>
                  </a:cubicBezTo>
                  <a:lnTo>
                    <a:pt x="526" y="717"/>
                  </a:lnTo>
                  <a:cubicBezTo>
                    <a:pt x="737" y="717"/>
                    <a:pt x="905" y="549"/>
                    <a:pt x="905" y="360"/>
                  </a:cubicBezTo>
                  <a:cubicBezTo>
                    <a:pt x="905" y="161"/>
                    <a:pt x="755" y="0"/>
                    <a:pt x="562" y="0"/>
                  </a:cubicBezTo>
                  <a:close/>
                  <a:moveTo>
                    <a:pt x="2418" y="2"/>
                  </a:moveTo>
                  <a:cubicBezTo>
                    <a:pt x="1935" y="2"/>
                    <a:pt x="1935" y="717"/>
                    <a:pt x="2418" y="717"/>
                  </a:cubicBezTo>
                  <a:lnTo>
                    <a:pt x="19364" y="717"/>
                  </a:lnTo>
                  <a:cubicBezTo>
                    <a:pt x="19848" y="717"/>
                    <a:pt x="19848" y="2"/>
                    <a:pt x="19364" y="2"/>
                  </a:cubicBezTo>
                  <a:close/>
                </a:path>
              </a:pathLst>
            </a:custGeom>
            <a:solidFill>
              <a:srgbClr val="5F758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884" name="Google Shape;11884;p42"/>
            <p:cNvSpPr/>
            <p:nvPr/>
          </p:nvSpPr>
          <p:spPr>
            <a:xfrm>
              <a:off x="3066324" y="3350446"/>
              <a:ext cx="346598" cy="333183"/>
            </a:xfrm>
            <a:custGeom>
              <a:rect b="b" l="l" r="r" t="t"/>
              <a:pathLst>
                <a:path extrusionOk="0" h="22253" w="23149">
                  <a:moveTo>
                    <a:pt x="12045" y="0"/>
                  </a:moveTo>
                  <a:cubicBezTo>
                    <a:pt x="12032" y="0"/>
                    <a:pt x="12019" y="0"/>
                    <a:pt x="12006" y="0"/>
                  </a:cubicBezTo>
                  <a:cubicBezTo>
                    <a:pt x="7506" y="0"/>
                    <a:pt x="3449" y="2691"/>
                    <a:pt x="1725" y="6854"/>
                  </a:cubicBezTo>
                  <a:cubicBezTo>
                    <a:pt x="1" y="11017"/>
                    <a:pt x="968" y="15811"/>
                    <a:pt x="4143" y="18985"/>
                  </a:cubicBezTo>
                  <a:cubicBezTo>
                    <a:pt x="6265" y="21122"/>
                    <a:pt x="9111" y="22253"/>
                    <a:pt x="12008" y="22253"/>
                  </a:cubicBezTo>
                  <a:cubicBezTo>
                    <a:pt x="13444" y="22253"/>
                    <a:pt x="14894" y="21974"/>
                    <a:pt x="16274" y="21403"/>
                  </a:cubicBezTo>
                  <a:cubicBezTo>
                    <a:pt x="20436" y="19679"/>
                    <a:pt x="23149" y="15621"/>
                    <a:pt x="23149" y="11122"/>
                  </a:cubicBezTo>
                  <a:cubicBezTo>
                    <a:pt x="23149" y="4975"/>
                    <a:pt x="18187" y="0"/>
                    <a:pt x="12045" y="0"/>
                  </a:cubicBezTo>
                  <a:close/>
                </a:path>
              </a:pathLst>
            </a:custGeom>
            <a:solidFill>
              <a:srgbClr val="9EB2C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885" name="Google Shape;11885;p42"/>
            <p:cNvSpPr/>
            <p:nvPr/>
          </p:nvSpPr>
          <p:spPr>
            <a:xfrm>
              <a:off x="3079545" y="3516970"/>
              <a:ext cx="333378" cy="166524"/>
            </a:xfrm>
            <a:custGeom>
              <a:rect b="b" l="l" r="r" t="t"/>
              <a:pathLst>
                <a:path extrusionOk="0" h="11122" w="22266">
                  <a:moveTo>
                    <a:pt x="1" y="0"/>
                  </a:moveTo>
                  <a:cubicBezTo>
                    <a:pt x="1" y="6139"/>
                    <a:pt x="4984" y="11122"/>
                    <a:pt x="11123" y="11122"/>
                  </a:cubicBezTo>
                  <a:cubicBezTo>
                    <a:pt x="17283" y="11122"/>
                    <a:pt x="22266" y="6139"/>
                    <a:pt x="22266" y="0"/>
                  </a:cubicBezTo>
                  <a:close/>
                </a:path>
              </a:pathLst>
            </a:custGeom>
            <a:solidFill>
              <a:srgbClr val="ABBCC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886" name="Google Shape;11886;p42"/>
            <p:cNvSpPr/>
            <p:nvPr/>
          </p:nvSpPr>
          <p:spPr>
            <a:xfrm>
              <a:off x="3079545" y="3371841"/>
              <a:ext cx="333378" cy="145143"/>
            </a:xfrm>
            <a:custGeom>
              <a:rect b="b" l="l" r="r" t="t"/>
              <a:pathLst>
                <a:path extrusionOk="0" h="9694" w="22266">
                  <a:moveTo>
                    <a:pt x="11123" y="1"/>
                  </a:moveTo>
                  <a:cubicBezTo>
                    <a:pt x="7380" y="1"/>
                    <a:pt x="3995" y="1473"/>
                    <a:pt x="1704" y="3764"/>
                  </a:cubicBezTo>
                  <a:cubicBezTo>
                    <a:pt x="590" y="5551"/>
                    <a:pt x="1" y="7591"/>
                    <a:pt x="1" y="9693"/>
                  </a:cubicBezTo>
                  <a:lnTo>
                    <a:pt x="22266" y="9693"/>
                  </a:lnTo>
                  <a:cubicBezTo>
                    <a:pt x="22266" y="7591"/>
                    <a:pt x="21677" y="5551"/>
                    <a:pt x="20563" y="3764"/>
                  </a:cubicBezTo>
                  <a:cubicBezTo>
                    <a:pt x="18250" y="1473"/>
                    <a:pt x="14886" y="1"/>
                    <a:pt x="11123" y="1"/>
                  </a:cubicBezTo>
                  <a:close/>
                </a:path>
              </a:pathLst>
            </a:custGeom>
            <a:solidFill>
              <a:srgbClr val="8195A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887" name="Google Shape;11887;p42"/>
            <p:cNvSpPr/>
            <p:nvPr/>
          </p:nvSpPr>
          <p:spPr>
            <a:xfrm>
              <a:off x="3188784" y="3371841"/>
              <a:ext cx="224138" cy="145143"/>
            </a:xfrm>
            <a:custGeom>
              <a:rect b="b" l="l" r="r" t="t"/>
              <a:pathLst>
                <a:path extrusionOk="0" h="9694" w="14970">
                  <a:moveTo>
                    <a:pt x="3827" y="1"/>
                  </a:moveTo>
                  <a:cubicBezTo>
                    <a:pt x="2544" y="1"/>
                    <a:pt x="1241" y="190"/>
                    <a:pt x="0" y="526"/>
                  </a:cubicBezTo>
                  <a:cubicBezTo>
                    <a:pt x="3007" y="2608"/>
                    <a:pt x="4794" y="6035"/>
                    <a:pt x="4794" y="9693"/>
                  </a:cubicBezTo>
                  <a:lnTo>
                    <a:pt x="14970" y="9693"/>
                  </a:lnTo>
                  <a:cubicBezTo>
                    <a:pt x="14970" y="7591"/>
                    <a:pt x="14381" y="5551"/>
                    <a:pt x="13267" y="3764"/>
                  </a:cubicBezTo>
                  <a:cubicBezTo>
                    <a:pt x="10954" y="1473"/>
                    <a:pt x="7590" y="1"/>
                    <a:pt x="3827" y="1"/>
                  </a:cubicBezTo>
                  <a:close/>
                </a:path>
              </a:pathLst>
            </a:custGeom>
            <a:solidFill>
              <a:srgbClr val="778DA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888" name="Google Shape;11888;p42"/>
            <p:cNvSpPr/>
            <p:nvPr/>
          </p:nvSpPr>
          <p:spPr>
            <a:xfrm>
              <a:off x="3079545" y="3516970"/>
              <a:ext cx="333378" cy="144814"/>
            </a:xfrm>
            <a:custGeom>
              <a:rect b="b" l="l" r="r" t="t"/>
              <a:pathLst>
                <a:path extrusionOk="0" h="9672" w="22266">
                  <a:moveTo>
                    <a:pt x="1" y="0"/>
                  </a:moveTo>
                  <a:cubicBezTo>
                    <a:pt x="1" y="2081"/>
                    <a:pt x="590" y="4142"/>
                    <a:pt x="1704" y="5908"/>
                  </a:cubicBezTo>
                  <a:cubicBezTo>
                    <a:pt x="4016" y="8221"/>
                    <a:pt x="7380" y="9671"/>
                    <a:pt x="11123" y="9671"/>
                  </a:cubicBezTo>
                  <a:cubicBezTo>
                    <a:pt x="14886" y="9671"/>
                    <a:pt x="18250" y="8221"/>
                    <a:pt x="20563" y="5908"/>
                  </a:cubicBezTo>
                  <a:cubicBezTo>
                    <a:pt x="21677" y="4142"/>
                    <a:pt x="22266" y="2081"/>
                    <a:pt x="22266" y="0"/>
                  </a:cubicBezTo>
                  <a:close/>
                </a:path>
              </a:pathLst>
            </a:custGeom>
            <a:solidFill>
              <a:srgbClr val="5A708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889" name="Google Shape;11889;p42"/>
            <p:cNvSpPr/>
            <p:nvPr/>
          </p:nvSpPr>
          <p:spPr>
            <a:xfrm>
              <a:off x="3079545" y="3516970"/>
              <a:ext cx="181018" cy="136938"/>
            </a:xfrm>
            <a:custGeom>
              <a:rect b="b" l="l" r="r" t="t"/>
              <a:pathLst>
                <a:path extrusionOk="0" h="9146" w="12090">
                  <a:moveTo>
                    <a:pt x="1" y="0"/>
                  </a:moveTo>
                  <a:cubicBezTo>
                    <a:pt x="1" y="2081"/>
                    <a:pt x="590" y="4142"/>
                    <a:pt x="1704" y="5908"/>
                  </a:cubicBezTo>
                  <a:cubicBezTo>
                    <a:pt x="3260" y="7443"/>
                    <a:pt x="5194" y="8557"/>
                    <a:pt x="7296" y="9146"/>
                  </a:cubicBezTo>
                  <a:cubicBezTo>
                    <a:pt x="10303" y="7064"/>
                    <a:pt x="12090" y="3658"/>
                    <a:pt x="12090" y="0"/>
                  </a:cubicBezTo>
                  <a:close/>
                </a:path>
              </a:pathLst>
            </a:custGeom>
            <a:solidFill>
              <a:srgbClr val="6D849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890" name="Google Shape;11890;p42"/>
            <p:cNvSpPr/>
            <p:nvPr/>
          </p:nvSpPr>
          <p:spPr>
            <a:xfrm>
              <a:off x="3079545" y="3430084"/>
              <a:ext cx="333378" cy="173771"/>
            </a:xfrm>
            <a:custGeom>
              <a:rect b="b" l="l" r="r" t="t"/>
              <a:pathLst>
                <a:path extrusionOk="0" h="11606" w="22266">
                  <a:moveTo>
                    <a:pt x="11123" y="0"/>
                  </a:moveTo>
                  <a:cubicBezTo>
                    <a:pt x="4984" y="0"/>
                    <a:pt x="1" y="2586"/>
                    <a:pt x="1" y="5803"/>
                  </a:cubicBezTo>
                  <a:cubicBezTo>
                    <a:pt x="1" y="8999"/>
                    <a:pt x="4984" y="11606"/>
                    <a:pt x="11123" y="11606"/>
                  </a:cubicBezTo>
                  <a:cubicBezTo>
                    <a:pt x="17262" y="11606"/>
                    <a:pt x="22266" y="8999"/>
                    <a:pt x="22266" y="5803"/>
                  </a:cubicBezTo>
                  <a:cubicBezTo>
                    <a:pt x="22266" y="2586"/>
                    <a:pt x="17262" y="0"/>
                    <a:pt x="11123" y="0"/>
                  </a:cubicBezTo>
                  <a:close/>
                </a:path>
              </a:pathLst>
            </a:custGeom>
            <a:solidFill>
              <a:srgbClr val="ABBCC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891" name="Google Shape;11891;p42"/>
            <p:cNvSpPr/>
            <p:nvPr/>
          </p:nvSpPr>
          <p:spPr>
            <a:xfrm>
              <a:off x="3079545" y="3444563"/>
              <a:ext cx="333378" cy="144814"/>
            </a:xfrm>
            <a:custGeom>
              <a:rect b="b" l="l" r="r" t="t"/>
              <a:pathLst>
                <a:path extrusionOk="0" h="9672" w="22266">
                  <a:moveTo>
                    <a:pt x="11123" y="0"/>
                  </a:moveTo>
                  <a:cubicBezTo>
                    <a:pt x="4984" y="0"/>
                    <a:pt x="1" y="2166"/>
                    <a:pt x="1" y="4836"/>
                  </a:cubicBezTo>
                  <a:cubicBezTo>
                    <a:pt x="1" y="7506"/>
                    <a:pt x="4984" y="9672"/>
                    <a:pt x="11123" y="9672"/>
                  </a:cubicBezTo>
                  <a:cubicBezTo>
                    <a:pt x="17262" y="9672"/>
                    <a:pt x="22266" y="7506"/>
                    <a:pt x="22266" y="4836"/>
                  </a:cubicBezTo>
                  <a:cubicBezTo>
                    <a:pt x="22266" y="2166"/>
                    <a:pt x="17262" y="0"/>
                    <a:pt x="11123" y="0"/>
                  </a:cubicBezTo>
                  <a:close/>
                </a:path>
              </a:pathLst>
            </a:custGeom>
            <a:solidFill>
              <a:srgbClr val="8599A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892" name="Google Shape;11892;p42"/>
            <p:cNvSpPr/>
            <p:nvPr/>
          </p:nvSpPr>
          <p:spPr>
            <a:xfrm>
              <a:off x="3079545" y="3444563"/>
              <a:ext cx="186692" cy="144814"/>
            </a:xfrm>
            <a:custGeom>
              <a:rect b="b" l="l" r="r" t="t"/>
              <a:pathLst>
                <a:path extrusionOk="0" h="9672" w="12469">
                  <a:moveTo>
                    <a:pt x="10997" y="0"/>
                  </a:moveTo>
                  <a:cubicBezTo>
                    <a:pt x="4899" y="21"/>
                    <a:pt x="1" y="2187"/>
                    <a:pt x="1" y="4836"/>
                  </a:cubicBezTo>
                  <a:cubicBezTo>
                    <a:pt x="1" y="7485"/>
                    <a:pt x="4899" y="9630"/>
                    <a:pt x="10997" y="9672"/>
                  </a:cubicBezTo>
                  <a:cubicBezTo>
                    <a:pt x="12468" y="6602"/>
                    <a:pt x="12468" y="3049"/>
                    <a:pt x="10997" y="0"/>
                  </a:cubicBezTo>
                  <a:close/>
                </a:path>
              </a:pathLst>
            </a:custGeom>
            <a:solidFill>
              <a:srgbClr val="9EB2C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1893" name="Google Shape;11893;p42"/>
          <p:cNvGrpSpPr/>
          <p:nvPr/>
        </p:nvGrpSpPr>
        <p:grpSpPr>
          <a:xfrm>
            <a:off x="1282755" y="1769089"/>
            <a:ext cx="363278" cy="363338"/>
            <a:chOff x="1282755" y="1952089"/>
            <a:chExt cx="363278" cy="363338"/>
          </a:xfrm>
        </p:grpSpPr>
        <p:sp>
          <p:nvSpPr>
            <p:cNvPr id="11894" name="Google Shape;11894;p42"/>
            <p:cNvSpPr/>
            <p:nvPr/>
          </p:nvSpPr>
          <p:spPr>
            <a:xfrm>
              <a:off x="1282755" y="1952089"/>
              <a:ext cx="359924" cy="363338"/>
            </a:xfrm>
            <a:custGeom>
              <a:rect b="b" l="l" r="r" t="t"/>
              <a:pathLst>
                <a:path extrusionOk="0" h="24267" w="24039">
                  <a:moveTo>
                    <a:pt x="9104" y="6354"/>
                  </a:moveTo>
                  <a:lnTo>
                    <a:pt x="11711" y="7847"/>
                  </a:lnTo>
                  <a:lnTo>
                    <a:pt x="9104" y="9340"/>
                  </a:lnTo>
                  <a:lnTo>
                    <a:pt x="9104" y="6354"/>
                  </a:lnTo>
                  <a:close/>
                  <a:moveTo>
                    <a:pt x="15747" y="6354"/>
                  </a:moveTo>
                  <a:lnTo>
                    <a:pt x="15747" y="9340"/>
                  </a:lnTo>
                  <a:lnTo>
                    <a:pt x="13140" y="7847"/>
                  </a:lnTo>
                  <a:lnTo>
                    <a:pt x="15747" y="6354"/>
                  </a:lnTo>
                  <a:close/>
                  <a:moveTo>
                    <a:pt x="19431" y="4777"/>
                  </a:moveTo>
                  <a:cubicBezTo>
                    <a:pt x="22823" y="4777"/>
                    <a:pt x="24038" y="9305"/>
                    <a:pt x="21066" y="10980"/>
                  </a:cubicBezTo>
                  <a:lnTo>
                    <a:pt x="19868" y="11673"/>
                  </a:lnTo>
                  <a:lnTo>
                    <a:pt x="16483" y="9739"/>
                  </a:lnTo>
                  <a:lnTo>
                    <a:pt x="16483" y="5934"/>
                  </a:lnTo>
                  <a:cubicBezTo>
                    <a:pt x="17450" y="5450"/>
                    <a:pt x="18102" y="4777"/>
                    <a:pt x="19384" y="4777"/>
                  </a:cubicBezTo>
                  <a:cubicBezTo>
                    <a:pt x="19400" y="4777"/>
                    <a:pt x="19416" y="4777"/>
                    <a:pt x="19431" y="4777"/>
                  </a:cubicBezTo>
                  <a:close/>
                  <a:moveTo>
                    <a:pt x="5422" y="4777"/>
                  </a:moveTo>
                  <a:cubicBezTo>
                    <a:pt x="5430" y="4777"/>
                    <a:pt x="5437" y="4777"/>
                    <a:pt x="5445" y="4777"/>
                  </a:cubicBezTo>
                  <a:cubicBezTo>
                    <a:pt x="6749" y="4777"/>
                    <a:pt x="7422" y="5471"/>
                    <a:pt x="8389" y="5955"/>
                  </a:cubicBezTo>
                  <a:lnTo>
                    <a:pt x="8389" y="9760"/>
                  </a:lnTo>
                  <a:lnTo>
                    <a:pt x="5004" y="11694"/>
                  </a:lnTo>
                  <a:lnTo>
                    <a:pt x="3784" y="11001"/>
                  </a:lnTo>
                  <a:cubicBezTo>
                    <a:pt x="827" y="9302"/>
                    <a:pt x="2034" y="4777"/>
                    <a:pt x="5422" y="4777"/>
                  </a:cubicBezTo>
                  <a:close/>
                  <a:moveTo>
                    <a:pt x="16462" y="10559"/>
                  </a:moveTo>
                  <a:lnTo>
                    <a:pt x="19132" y="12094"/>
                  </a:lnTo>
                  <a:lnTo>
                    <a:pt x="16462" y="13608"/>
                  </a:lnTo>
                  <a:lnTo>
                    <a:pt x="16462" y="10559"/>
                  </a:lnTo>
                  <a:close/>
                  <a:moveTo>
                    <a:pt x="8389" y="10580"/>
                  </a:moveTo>
                  <a:lnTo>
                    <a:pt x="8389" y="13629"/>
                  </a:lnTo>
                  <a:lnTo>
                    <a:pt x="5719" y="12094"/>
                  </a:lnTo>
                  <a:lnTo>
                    <a:pt x="8389" y="10580"/>
                  </a:lnTo>
                  <a:close/>
                  <a:moveTo>
                    <a:pt x="12425" y="8246"/>
                  </a:moveTo>
                  <a:lnTo>
                    <a:pt x="15747" y="10160"/>
                  </a:lnTo>
                  <a:lnTo>
                    <a:pt x="15747" y="14028"/>
                  </a:lnTo>
                  <a:lnTo>
                    <a:pt x="12425" y="15920"/>
                  </a:lnTo>
                  <a:lnTo>
                    <a:pt x="9083" y="14028"/>
                  </a:lnTo>
                  <a:lnTo>
                    <a:pt x="9083" y="10160"/>
                  </a:lnTo>
                  <a:lnTo>
                    <a:pt x="12425" y="8246"/>
                  </a:lnTo>
                  <a:close/>
                  <a:moveTo>
                    <a:pt x="9104" y="14848"/>
                  </a:moveTo>
                  <a:lnTo>
                    <a:pt x="11711" y="16341"/>
                  </a:lnTo>
                  <a:lnTo>
                    <a:pt x="9104" y="17834"/>
                  </a:lnTo>
                  <a:lnTo>
                    <a:pt x="9104" y="14848"/>
                  </a:lnTo>
                  <a:close/>
                  <a:moveTo>
                    <a:pt x="15747" y="14848"/>
                  </a:moveTo>
                  <a:lnTo>
                    <a:pt x="15747" y="17834"/>
                  </a:lnTo>
                  <a:lnTo>
                    <a:pt x="13140" y="16341"/>
                  </a:lnTo>
                  <a:lnTo>
                    <a:pt x="15747" y="14848"/>
                  </a:lnTo>
                  <a:close/>
                  <a:moveTo>
                    <a:pt x="19847" y="12493"/>
                  </a:moveTo>
                  <a:lnTo>
                    <a:pt x="21066" y="13187"/>
                  </a:lnTo>
                  <a:cubicBezTo>
                    <a:pt x="22643" y="14112"/>
                    <a:pt x="23211" y="16131"/>
                    <a:pt x="22286" y="17728"/>
                  </a:cubicBezTo>
                  <a:cubicBezTo>
                    <a:pt x="21677" y="18805"/>
                    <a:pt x="20553" y="19414"/>
                    <a:pt x="19395" y="19414"/>
                  </a:cubicBezTo>
                  <a:cubicBezTo>
                    <a:pt x="18835" y="19414"/>
                    <a:pt x="18266" y="19271"/>
                    <a:pt x="17745" y="18969"/>
                  </a:cubicBezTo>
                  <a:lnTo>
                    <a:pt x="17745" y="18990"/>
                  </a:lnTo>
                  <a:lnTo>
                    <a:pt x="16462" y="18254"/>
                  </a:lnTo>
                  <a:lnTo>
                    <a:pt x="16462" y="14428"/>
                  </a:lnTo>
                  <a:lnTo>
                    <a:pt x="19847" y="12493"/>
                  </a:lnTo>
                  <a:close/>
                  <a:moveTo>
                    <a:pt x="12425" y="16761"/>
                  </a:moveTo>
                  <a:lnTo>
                    <a:pt x="15747" y="18653"/>
                  </a:lnTo>
                  <a:lnTo>
                    <a:pt x="15747" y="20146"/>
                  </a:lnTo>
                  <a:cubicBezTo>
                    <a:pt x="15747" y="21975"/>
                    <a:pt x="14254" y="23468"/>
                    <a:pt x="12425" y="23468"/>
                  </a:cubicBezTo>
                  <a:cubicBezTo>
                    <a:pt x="10575" y="23468"/>
                    <a:pt x="9104" y="21975"/>
                    <a:pt x="9104" y="20146"/>
                  </a:cubicBezTo>
                  <a:lnTo>
                    <a:pt x="9104" y="18653"/>
                  </a:lnTo>
                  <a:lnTo>
                    <a:pt x="12425" y="16761"/>
                  </a:lnTo>
                  <a:close/>
                  <a:moveTo>
                    <a:pt x="12456" y="1"/>
                  </a:moveTo>
                  <a:cubicBezTo>
                    <a:pt x="10392" y="1"/>
                    <a:pt x="8375" y="1555"/>
                    <a:pt x="8389" y="4042"/>
                  </a:cubicBezTo>
                  <a:lnTo>
                    <a:pt x="8389" y="5114"/>
                  </a:lnTo>
                  <a:lnTo>
                    <a:pt x="7443" y="4588"/>
                  </a:lnTo>
                  <a:cubicBezTo>
                    <a:pt x="6831" y="4256"/>
                    <a:pt x="6173" y="4098"/>
                    <a:pt x="5524" y="4098"/>
                  </a:cubicBezTo>
                  <a:cubicBezTo>
                    <a:pt x="4123" y="4098"/>
                    <a:pt x="2766" y="4836"/>
                    <a:pt x="2018" y="6144"/>
                  </a:cubicBezTo>
                  <a:cubicBezTo>
                    <a:pt x="925" y="8036"/>
                    <a:pt x="1556" y="10475"/>
                    <a:pt x="3427" y="11610"/>
                  </a:cubicBezTo>
                  <a:lnTo>
                    <a:pt x="4289" y="12094"/>
                  </a:lnTo>
                  <a:lnTo>
                    <a:pt x="3427" y="12577"/>
                  </a:lnTo>
                  <a:cubicBezTo>
                    <a:pt x="0" y="14554"/>
                    <a:pt x="1156" y="19768"/>
                    <a:pt x="5109" y="20104"/>
                  </a:cubicBezTo>
                  <a:lnTo>
                    <a:pt x="5130" y="20104"/>
                  </a:lnTo>
                  <a:cubicBezTo>
                    <a:pt x="5571" y="20104"/>
                    <a:pt x="5592" y="19452"/>
                    <a:pt x="5172" y="19389"/>
                  </a:cubicBezTo>
                  <a:cubicBezTo>
                    <a:pt x="1913" y="19116"/>
                    <a:pt x="967" y="14806"/>
                    <a:pt x="3784" y="13187"/>
                  </a:cubicBezTo>
                  <a:lnTo>
                    <a:pt x="5004" y="12493"/>
                  </a:lnTo>
                  <a:lnTo>
                    <a:pt x="8389" y="14428"/>
                  </a:lnTo>
                  <a:lnTo>
                    <a:pt x="8389" y="18233"/>
                  </a:lnTo>
                  <a:cubicBezTo>
                    <a:pt x="7253" y="18864"/>
                    <a:pt x="6980" y="19095"/>
                    <a:pt x="6433" y="19263"/>
                  </a:cubicBezTo>
                  <a:cubicBezTo>
                    <a:pt x="5988" y="19356"/>
                    <a:pt x="6116" y="19972"/>
                    <a:pt x="6484" y="19972"/>
                  </a:cubicBezTo>
                  <a:cubicBezTo>
                    <a:pt x="6533" y="19972"/>
                    <a:pt x="6587" y="19961"/>
                    <a:pt x="6644" y="19936"/>
                  </a:cubicBezTo>
                  <a:cubicBezTo>
                    <a:pt x="7295" y="19747"/>
                    <a:pt x="7611" y="19494"/>
                    <a:pt x="8389" y="19053"/>
                  </a:cubicBezTo>
                  <a:lnTo>
                    <a:pt x="8389" y="20125"/>
                  </a:lnTo>
                  <a:cubicBezTo>
                    <a:pt x="8326" y="22396"/>
                    <a:pt x="10155" y="24267"/>
                    <a:pt x="12425" y="24267"/>
                  </a:cubicBezTo>
                  <a:cubicBezTo>
                    <a:pt x="14696" y="24267"/>
                    <a:pt x="16525" y="22396"/>
                    <a:pt x="16462" y="20125"/>
                  </a:cubicBezTo>
                  <a:lnTo>
                    <a:pt x="16462" y="19074"/>
                  </a:lnTo>
                  <a:cubicBezTo>
                    <a:pt x="17093" y="19368"/>
                    <a:pt x="17913" y="20125"/>
                    <a:pt x="19384" y="20125"/>
                  </a:cubicBezTo>
                  <a:cubicBezTo>
                    <a:pt x="21235" y="20125"/>
                    <a:pt x="22832" y="18885"/>
                    <a:pt x="23316" y="17119"/>
                  </a:cubicBezTo>
                  <a:cubicBezTo>
                    <a:pt x="23779" y="15332"/>
                    <a:pt x="23001" y="13481"/>
                    <a:pt x="21403" y="12556"/>
                  </a:cubicBezTo>
                  <a:lnTo>
                    <a:pt x="21403" y="12577"/>
                  </a:lnTo>
                  <a:lnTo>
                    <a:pt x="20562" y="12094"/>
                  </a:lnTo>
                  <a:lnTo>
                    <a:pt x="21403" y="11610"/>
                  </a:lnTo>
                  <a:cubicBezTo>
                    <a:pt x="23337" y="10496"/>
                    <a:pt x="24010" y="8036"/>
                    <a:pt x="22917" y="6081"/>
                  </a:cubicBezTo>
                  <a:cubicBezTo>
                    <a:pt x="22167" y="4780"/>
                    <a:pt x="20800" y="4050"/>
                    <a:pt x="19396" y="4050"/>
                  </a:cubicBezTo>
                  <a:cubicBezTo>
                    <a:pt x="18713" y="4050"/>
                    <a:pt x="18021" y="4223"/>
                    <a:pt x="17387" y="4588"/>
                  </a:cubicBezTo>
                  <a:lnTo>
                    <a:pt x="16462" y="5114"/>
                  </a:lnTo>
                  <a:cubicBezTo>
                    <a:pt x="16441" y="4231"/>
                    <a:pt x="16504" y="3831"/>
                    <a:pt x="16357" y="3159"/>
                  </a:cubicBezTo>
                  <a:cubicBezTo>
                    <a:pt x="16322" y="2958"/>
                    <a:pt x="16171" y="2869"/>
                    <a:pt x="16017" y="2869"/>
                  </a:cubicBezTo>
                  <a:cubicBezTo>
                    <a:pt x="15800" y="2869"/>
                    <a:pt x="15577" y="3044"/>
                    <a:pt x="15663" y="3327"/>
                  </a:cubicBezTo>
                  <a:cubicBezTo>
                    <a:pt x="15789" y="3894"/>
                    <a:pt x="15726" y="4210"/>
                    <a:pt x="15747" y="5513"/>
                  </a:cubicBezTo>
                  <a:lnTo>
                    <a:pt x="12425" y="7426"/>
                  </a:lnTo>
                  <a:lnTo>
                    <a:pt x="9083" y="5513"/>
                  </a:lnTo>
                  <a:lnTo>
                    <a:pt x="9083" y="4042"/>
                  </a:lnTo>
                  <a:cubicBezTo>
                    <a:pt x="9083" y="1991"/>
                    <a:pt x="10748" y="706"/>
                    <a:pt x="12449" y="706"/>
                  </a:cubicBezTo>
                  <a:cubicBezTo>
                    <a:pt x="13451" y="706"/>
                    <a:pt x="14465" y="1152"/>
                    <a:pt x="15159" y="2149"/>
                  </a:cubicBezTo>
                  <a:cubicBezTo>
                    <a:pt x="15233" y="2280"/>
                    <a:pt x="15341" y="2333"/>
                    <a:pt x="15448" y="2333"/>
                  </a:cubicBezTo>
                  <a:cubicBezTo>
                    <a:pt x="15703" y="2333"/>
                    <a:pt x="15954" y="2031"/>
                    <a:pt x="15747" y="1750"/>
                  </a:cubicBezTo>
                  <a:cubicBezTo>
                    <a:pt x="14905" y="541"/>
                    <a:pt x="13672" y="1"/>
                    <a:pt x="12456" y="1"/>
                  </a:cubicBezTo>
                  <a:close/>
                </a:path>
              </a:pathLst>
            </a:custGeom>
            <a:solidFill>
              <a:srgbClr val="CDD8D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895" name="Google Shape;11895;p42"/>
            <p:cNvSpPr/>
            <p:nvPr/>
          </p:nvSpPr>
          <p:spPr>
            <a:xfrm>
              <a:off x="1437900" y="2104404"/>
              <a:ext cx="61118" cy="57644"/>
            </a:xfrm>
            <a:custGeom>
              <a:rect b="b" l="l" r="r" t="t"/>
              <a:pathLst>
                <a:path extrusionOk="0" h="3850" w="4082">
                  <a:moveTo>
                    <a:pt x="2068" y="1"/>
                  </a:moveTo>
                  <a:cubicBezTo>
                    <a:pt x="1176" y="1"/>
                    <a:pt x="288" y="589"/>
                    <a:pt x="150" y="1690"/>
                  </a:cubicBezTo>
                  <a:cubicBezTo>
                    <a:pt x="1" y="2980"/>
                    <a:pt x="1036" y="3849"/>
                    <a:pt x="2094" y="3849"/>
                  </a:cubicBezTo>
                  <a:cubicBezTo>
                    <a:pt x="2673" y="3849"/>
                    <a:pt x="3259" y="3588"/>
                    <a:pt x="3661" y="2993"/>
                  </a:cubicBezTo>
                  <a:cubicBezTo>
                    <a:pt x="3998" y="2489"/>
                    <a:pt x="4082" y="1837"/>
                    <a:pt x="3871" y="1269"/>
                  </a:cubicBezTo>
                  <a:cubicBezTo>
                    <a:pt x="3556" y="409"/>
                    <a:pt x="2811" y="1"/>
                    <a:pt x="2068" y="1"/>
                  </a:cubicBezTo>
                  <a:close/>
                </a:path>
              </a:pathLst>
            </a:custGeom>
            <a:solidFill>
              <a:srgbClr val="68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896" name="Google Shape;11896;p42"/>
            <p:cNvSpPr/>
            <p:nvPr/>
          </p:nvSpPr>
          <p:spPr>
            <a:xfrm>
              <a:off x="1286214" y="2015019"/>
              <a:ext cx="61148" cy="47313"/>
            </a:xfrm>
            <a:custGeom>
              <a:rect b="b" l="l" r="r" t="t"/>
              <a:pathLst>
                <a:path extrusionOk="0" h="3160" w="4084">
                  <a:moveTo>
                    <a:pt x="2042" y="0"/>
                  </a:moveTo>
                  <a:cubicBezTo>
                    <a:pt x="1945" y="0"/>
                    <a:pt x="1846" y="9"/>
                    <a:pt x="1745" y="28"/>
                  </a:cubicBezTo>
                  <a:cubicBezTo>
                    <a:pt x="358" y="301"/>
                    <a:pt x="0" y="2109"/>
                    <a:pt x="1157" y="2887"/>
                  </a:cubicBezTo>
                  <a:cubicBezTo>
                    <a:pt x="1325" y="2992"/>
                    <a:pt x="1493" y="3076"/>
                    <a:pt x="1661" y="3118"/>
                  </a:cubicBezTo>
                  <a:cubicBezTo>
                    <a:pt x="1784" y="3146"/>
                    <a:pt x="1907" y="3160"/>
                    <a:pt x="2029" y="3160"/>
                  </a:cubicBezTo>
                  <a:cubicBezTo>
                    <a:pt x="2549" y="3160"/>
                    <a:pt x="3036" y="2910"/>
                    <a:pt x="3343" y="2467"/>
                  </a:cubicBezTo>
                  <a:cubicBezTo>
                    <a:pt x="4083" y="1396"/>
                    <a:pt x="3254" y="0"/>
                    <a:pt x="2042" y="0"/>
                  </a:cubicBezTo>
                  <a:close/>
                </a:path>
              </a:pathLst>
            </a:custGeom>
            <a:solidFill>
              <a:srgbClr val="C6D2D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897" name="Google Shape;11897;p42"/>
            <p:cNvSpPr/>
            <p:nvPr/>
          </p:nvSpPr>
          <p:spPr>
            <a:xfrm>
              <a:off x="1595396" y="2201696"/>
              <a:ext cx="50637" cy="47253"/>
            </a:xfrm>
            <a:custGeom>
              <a:rect b="b" l="l" r="r" t="t"/>
              <a:pathLst>
                <a:path extrusionOk="0" h="3156" w="3382">
                  <a:moveTo>
                    <a:pt x="1753" y="0"/>
                  </a:moveTo>
                  <a:cubicBezTo>
                    <a:pt x="1055" y="0"/>
                    <a:pt x="357" y="437"/>
                    <a:pt x="206" y="1289"/>
                  </a:cubicBezTo>
                  <a:cubicBezTo>
                    <a:pt x="0" y="2388"/>
                    <a:pt x="872" y="3155"/>
                    <a:pt x="1771" y="3155"/>
                  </a:cubicBezTo>
                  <a:cubicBezTo>
                    <a:pt x="2247" y="3155"/>
                    <a:pt x="2731" y="2940"/>
                    <a:pt x="3066" y="2445"/>
                  </a:cubicBezTo>
                  <a:cubicBezTo>
                    <a:pt x="3297" y="2088"/>
                    <a:pt x="3381" y="1625"/>
                    <a:pt x="3276" y="1205"/>
                  </a:cubicBezTo>
                  <a:cubicBezTo>
                    <a:pt x="3081" y="395"/>
                    <a:pt x="2417" y="0"/>
                    <a:pt x="1753" y="0"/>
                  </a:cubicBezTo>
                  <a:close/>
                </a:path>
              </a:pathLst>
            </a:custGeom>
            <a:solidFill>
              <a:srgbClr val="223D5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898" name="Google Shape;11898;p42"/>
            <p:cNvSpPr/>
            <p:nvPr/>
          </p:nvSpPr>
          <p:spPr>
            <a:xfrm>
              <a:off x="1452034" y="2121653"/>
              <a:ext cx="46984" cy="40276"/>
            </a:xfrm>
            <a:custGeom>
              <a:rect b="b" l="l" r="r" t="t"/>
              <a:pathLst>
                <a:path extrusionOk="0" h="2690" w="3138">
                  <a:moveTo>
                    <a:pt x="2267" y="1"/>
                  </a:moveTo>
                  <a:cubicBezTo>
                    <a:pt x="1007" y="1"/>
                    <a:pt x="1" y="1266"/>
                    <a:pt x="468" y="2577"/>
                  </a:cubicBezTo>
                  <a:cubicBezTo>
                    <a:pt x="679" y="2653"/>
                    <a:pt x="898" y="2690"/>
                    <a:pt x="1115" y="2690"/>
                  </a:cubicBezTo>
                  <a:cubicBezTo>
                    <a:pt x="1737" y="2690"/>
                    <a:pt x="2343" y="2387"/>
                    <a:pt x="2717" y="1841"/>
                  </a:cubicBezTo>
                  <a:cubicBezTo>
                    <a:pt x="3054" y="1337"/>
                    <a:pt x="3138" y="685"/>
                    <a:pt x="2927" y="117"/>
                  </a:cubicBezTo>
                  <a:cubicBezTo>
                    <a:pt x="2704" y="37"/>
                    <a:pt x="2482" y="1"/>
                    <a:pt x="2267" y="1"/>
                  </a:cubicBezTo>
                  <a:close/>
                </a:path>
              </a:pathLst>
            </a:custGeom>
            <a:solidFill>
              <a:srgbClr val="97ACB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899" name="Google Shape;11899;p42"/>
            <p:cNvSpPr/>
            <p:nvPr/>
          </p:nvSpPr>
          <p:spPr>
            <a:xfrm>
              <a:off x="1307445" y="2032701"/>
              <a:ext cx="33868" cy="29631"/>
            </a:xfrm>
            <a:custGeom>
              <a:rect b="b" l="l" r="r" t="t"/>
              <a:pathLst>
                <a:path extrusionOk="0" h="1979" w="2262">
                  <a:moveTo>
                    <a:pt x="1779" y="1"/>
                  </a:moveTo>
                  <a:cubicBezTo>
                    <a:pt x="788" y="1"/>
                    <a:pt x="0" y="927"/>
                    <a:pt x="243" y="1937"/>
                  </a:cubicBezTo>
                  <a:cubicBezTo>
                    <a:pt x="366" y="1965"/>
                    <a:pt x="489" y="1979"/>
                    <a:pt x="611" y="1979"/>
                  </a:cubicBezTo>
                  <a:cubicBezTo>
                    <a:pt x="1131" y="1979"/>
                    <a:pt x="1618" y="1729"/>
                    <a:pt x="1925" y="1286"/>
                  </a:cubicBezTo>
                  <a:cubicBezTo>
                    <a:pt x="2177" y="928"/>
                    <a:pt x="2262" y="466"/>
                    <a:pt x="2156" y="45"/>
                  </a:cubicBezTo>
                  <a:cubicBezTo>
                    <a:pt x="2029" y="15"/>
                    <a:pt x="1903" y="1"/>
                    <a:pt x="1779" y="1"/>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900" name="Google Shape;11900;p42"/>
            <p:cNvSpPr/>
            <p:nvPr/>
          </p:nvSpPr>
          <p:spPr>
            <a:xfrm>
              <a:off x="1612464" y="2219064"/>
              <a:ext cx="33568" cy="29750"/>
            </a:xfrm>
            <a:custGeom>
              <a:rect b="b" l="l" r="r" t="t"/>
              <a:pathLst>
                <a:path extrusionOk="0" h="1987" w="2242">
                  <a:moveTo>
                    <a:pt x="1765" y="0"/>
                  </a:moveTo>
                  <a:cubicBezTo>
                    <a:pt x="789" y="0"/>
                    <a:pt x="1" y="927"/>
                    <a:pt x="244" y="1937"/>
                  </a:cubicBezTo>
                  <a:cubicBezTo>
                    <a:pt x="369" y="1970"/>
                    <a:pt x="495" y="1986"/>
                    <a:pt x="621" y="1986"/>
                  </a:cubicBezTo>
                  <a:cubicBezTo>
                    <a:pt x="1129" y="1986"/>
                    <a:pt x="1622" y="1723"/>
                    <a:pt x="1926" y="1285"/>
                  </a:cubicBezTo>
                  <a:cubicBezTo>
                    <a:pt x="2178" y="928"/>
                    <a:pt x="2241" y="465"/>
                    <a:pt x="2136" y="45"/>
                  </a:cubicBezTo>
                  <a:cubicBezTo>
                    <a:pt x="2011" y="14"/>
                    <a:pt x="1886" y="0"/>
                    <a:pt x="1765" y="0"/>
                  </a:cubicBezTo>
                  <a:close/>
                </a:path>
              </a:pathLst>
            </a:custGeom>
            <a:solidFill>
              <a:srgbClr val="4E677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1901" name="Google Shape;11901;p42"/>
          <p:cNvGrpSpPr/>
          <p:nvPr/>
        </p:nvGrpSpPr>
        <p:grpSpPr>
          <a:xfrm>
            <a:off x="3510094" y="2726281"/>
            <a:ext cx="355132" cy="343574"/>
            <a:chOff x="3510094" y="2909281"/>
            <a:chExt cx="355132" cy="343574"/>
          </a:xfrm>
        </p:grpSpPr>
        <p:sp>
          <p:nvSpPr>
            <p:cNvPr id="11902" name="Google Shape;11902;p42"/>
            <p:cNvSpPr/>
            <p:nvPr/>
          </p:nvSpPr>
          <p:spPr>
            <a:xfrm>
              <a:off x="3583205" y="3134527"/>
              <a:ext cx="50652" cy="47523"/>
            </a:xfrm>
            <a:custGeom>
              <a:rect b="b" l="l" r="r" t="t"/>
              <a:pathLst>
                <a:path extrusionOk="0" h="3174" w="3383">
                  <a:moveTo>
                    <a:pt x="2785" y="0"/>
                  </a:moveTo>
                  <a:cubicBezTo>
                    <a:pt x="2689" y="0"/>
                    <a:pt x="2590" y="37"/>
                    <a:pt x="2503" y="125"/>
                  </a:cubicBezTo>
                  <a:lnTo>
                    <a:pt x="148" y="2479"/>
                  </a:lnTo>
                  <a:cubicBezTo>
                    <a:pt x="1" y="2626"/>
                    <a:pt x="1" y="2900"/>
                    <a:pt x="148" y="3047"/>
                  </a:cubicBezTo>
                  <a:cubicBezTo>
                    <a:pt x="232" y="3131"/>
                    <a:pt x="337" y="3173"/>
                    <a:pt x="442" y="3173"/>
                  </a:cubicBezTo>
                  <a:cubicBezTo>
                    <a:pt x="547" y="3173"/>
                    <a:pt x="652" y="3131"/>
                    <a:pt x="737" y="3047"/>
                  </a:cubicBezTo>
                  <a:lnTo>
                    <a:pt x="3091" y="713"/>
                  </a:lnTo>
                  <a:cubicBezTo>
                    <a:pt x="3382" y="406"/>
                    <a:pt x="3102" y="0"/>
                    <a:pt x="2785" y="0"/>
                  </a:cubicBezTo>
                  <a:close/>
                </a:path>
              </a:pathLst>
            </a:custGeom>
            <a:solidFill>
              <a:srgbClr val="D1DBE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903" name="Google Shape;11903;p42"/>
            <p:cNvSpPr/>
            <p:nvPr/>
          </p:nvSpPr>
          <p:spPr>
            <a:xfrm>
              <a:off x="3655746" y="2909281"/>
              <a:ext cx="209480" cy="192127"/>
            </a:xfrm>
            <a:custGeom>
              <a:rect b="b" l="l" r="r" t="t"/>
              <a:pathLst>
                <a:path extrusionOk="0" h="12832" w="13991">
                  <a:moveTo>
                    <a:pt x="12033" y="1"/>
                  </a:moveTo>
                  <a:cubicBezTo>
                    <a:pt x="11708" y="1"/>
                    <a:pt x="11370" y="133"/>
                    <a:pt x="11071" y="452"/>
                  </a:cubicBezTo>
                  <a:lnTo>
                    <a:pt x="1043" y="10501"/>
                  </a:lnTo>
                  <a:cubicBezTo>
                    <a:pt x="1" y="11447"/>
                    <a:pt x="901" y="12832"/>
                    <a:pt x="1947" y="12832"/>
                  </a:cubicBezTo>
                  <a:cubicBezTo>
                    <a:pt x="2273" y="12832"/>
                    <a:pt x="2614" y="12697"/>
                    <a:pt x="2914" y="12372"/>
                  </a:cubicBezTo>
                  <a:lnTo>
                    <a:pt x="12963" y="2323"/>
                  </a:lnTo>
                  <a:lnTo>
                    <a:pt x="12963" y="2344"/>
                  </a:lnTo>
                  <a:cubicBezTo>
                    <a:pt x="13991" y="1381"/>
                    <a:pt x="13082" y="1"/>
                    <a:pt x="12033" y="1"/>
                  </a:cubicBezTo>
                  <a:close/>
                </a:path>
              </a:pathLst>
            </a:custGeom>
            <a:solidFill>
              <a:srgbClr val="8498A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904" name="Google Shape;11904;p42"/>
            <p:cNvSpPr/>
            <p:nvPr/>
          </p:nvSpPr>
          <p:spPr>
            <a:xfrm>
              <a:off x="3673863" y="2923430"/>
              <a:ext cx="184806" cy="179550"/>
            </a:xfrm>
            <a:custGeom>
              <a:rect b="b" l="l" r="r" t="t"/>
              <a:pathLst>
                <a:path extrusionOk="0" h="11992" w="12343">
                  <a:moveTo>
                    <a:pt x="11464" y="0"/>
                  </a:moveTo>
                  <a:cubicBezTo>
                    <a:pt x="11187" y="0"/>
                    <a:pt x="10921" y="162"/>
                    <a:pt x="10807" y="453"/>
                  </a:cubicBezTo>
                  <a:lnTo>
                    <a:pt x="758" y="10481"/>
                  </a:lnTo>
                  <a:cubicBezTo>
                    <a:pt x="190" y="10649"/>
                    <a:pt x="1" y="11343"/>
                    <a:pt x="421" y="11764"/>
                  </a:cubicBezTo>
                  <a:cubicBezTo>
                    <a:pt x="577" y="11920"/>
                    <a:pt x="774" y="11992"/>
                    <a:pt x="967" y="11992"/>
                  </a:cubicBezTo>
                  <a:cubicBezTo>
                    <a:pt x="1294" y="11992"/>
                    <a:pt x="1611" y="11784"/>
                    <a:pt x="1704" y="11427"/>
                  </a:cubicBezTo>
                  <a:lnTo>
                    <a:pt x="11753" y="1378"/>
                  </a:lnTo>
                  <a:lnTo>
                    <a:pt x="11753" y="1399"/>
                  </a:lnTo>
                  <a:cubicBezTo>
                    <a:pt x="12216" y="1188"/>
                    <a:pt x="12342" y="579"/>
                    <a:pt x="11985" y="221"/>
                  </a:cubicBezTo>
                  <a:cubicBezTo>
                    <a:pt x="11834" y="71"/>
                    <a:pt x="11647" y="0"/>
                    <a:pt x="11464" y="0"/>
                  </a:cubicBezTo>
                  <a:close/>
                </a:path>
              </a:pathLst>
            </a:custGeom>
            <a:solidFill>
              <a:srgbClr val="91A8B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905" name="Google Shape;11905;p42"/>
            <p:cNvSpPr/>
            <p:nvPr/>
          </p:nvSpPr>
          <p:spPr>
            <a:xfrm>
              <a:off x="3541970" y="3007531"/>
              <a:ext cx="218793" cy="216383"/>
            </a:xfrm>
            <a:custGeom>
              <a:rect b="b" l="l" r="r" t="t"/>
              <a:pathLst>
                <a:path extrusionOk="0" h="14452" w="14613">
                  <a:moveTo>
                    <a:pt x="11156" y="1"/>
                  </a:moveTo>
                  <a:cubicBezTo>
                    <a:pt x="10596" y="1"/>
                    <a:pt x="10000" y="134"/>
                    <a:pt x="9398" y="428"/>
                  </a:cubicBezTo>
                  <a:cubicBezTo>
                    <a:pt x="7792" y="1240"/>
                    <a:pt x="3601" y="3145"/>
                    <a:pt x="1236" y="3145"/>
                  </a:cubicBezTo>
                  <a:cubicBezTo>
                    <a:pt x="724" y="3145"/>
                    <a:pt x="297" y="3056"/>
                    <a:pt x="1" y="2846"/>
                  </a:cubicBezTo>
                  <a:lnTo>
                    <a:pt x="1" y="2846"/>
                  </a:lnTo>
                  <a:lnTo>
                    <a:pt x="11606" y="14451"/>
                  </a:lnTo>
                  <a:cubicBezTo>
                    <a:pt x="10429" y="12769"/>
                    <a:pt x="13036" y="7009"/>
                    <a:pt x="14003" y="5032"/>
                  </a:cubicBezTo>
                  <a:cubicBezTo>
                    <a:pt x="14612" y="3834"/>
                    <a:pt x="14549" y="2636"/>
                    <a:pt x="14066" y="1732"/>
                  </a:cubicBezTo>
                  <a:cubicBezTo>
                    <a:pt x="13525" y="693"/>
                    <a:pt x="12435" y="1"/>
                    <a:pt x="11156" y="1"/>
                  </a:cubicBezTo>
                  <a:close/>
                </a:path>
              </a:pathLst>
            </a:custGeom>
            <a:solidFill>
              <a:srgbClr val="D1DBE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906" name="Google Shape;11906;p42"/>
            <p:cNvSpPr/>
            <p:nvPr/>
          </p:nvSpPr>
          <p:spPr>
            <a:xfrm>
              <a:off x="3562123" y="3027504"/>
              <a:ext cx="198640" cy="196409"/>
            </a:xfrm>
            <a:custGeom>
              <a:rect b="b" l="l" r="r" t="t"/>
              <a:pathLst>
                <a:path extrusionOk="0" h="13118" w="13267">
                  <a:moveTo>
                    <a:pt x="11099" y="0"/>
                  </a:moveTo>
                  <a:cubicBezTo>
                    <a:pt x="10513" y="0"/>
                    <a:pt x="9928" y="148"/>
                    <a:pt x="9398" y="440"/>
                  </a:cubicBezTo>
                  <a:cubicBezTo>
                    <a:pt x="7779" y="1249"/>
                    <a:pt x="3620" y="3145"/>
                    <a:pt x="1256" y="3145"/>
                  </a:cubicBezTo>
                  <a:cubicBezTo>
                    <a:pt x="734" y="3145"/>
                    <a:pt x="300" y="3053"/>
                    <a:pt x="0" y="2836"/>
                  </a:cubicBezTo>
                  <a:lnTo>
                    <a:pt x="0" y="2836"/>
                  </a:lnTo>
                  <a:lnTo>
                    <a:pt x="10260" y="13117"/>
                  </a:lnTo>
                  <a:cubicBezTo>
                    <a:pt x="9083" y="11435"/>
                    <a:pt x="11690" y="5675"/>
                    <a:pt x="12657" y="3698"/>
                  </a:cubicBezTo>
                  <a:cubicBezTo>
                    <a:pt x="13266" y="2500"/>
                    <a:pt x="13203" y="1302"/>
                    <a:pt x="12720" y="398"/>
                  </a:cubicBezTo>
                  <a:cubicBezTo>
                    <a:pt x="12209" y="132"/>
                    <a:pt x="11654" y="0"/>
                    <a:pt x="11099" y="0"/>
                  </a:cubicBezTo>
                  <a:close/>
                </a:path>
              </a:pathLst>
            </a:custGeom>
            <a:solidFill>
              <a:srgbClr val="ECF0F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907" name="Google Shape;11907;p42"/>
            <p:cNvSpPr/>
            <p:nvPr/>
          </p:nvSpPr>
          <p:spPr>
            <a:xfrm>
              <a:off x="3516562" y="3033523"/>
              <a:ext cx="217446" cy="210304"/>
            </a:xfrm>
            <a:custGeom>
              <a:rect b="b" l="l" r="r" t="t"/>
              <a:pathLst>
                <a:path extrusionOk="0" h="14046" w="14523">
                  <a:moveTo>
                    <a:pt x="1642" y="1"/>
                  </a:moveTo>
                  <a:cubicBezTo>
                    <a:pt x="783" y="1"/>
                    <a:pt x="1" y="916"/>
                    <a:pt x="499" y="1867"/>
                  </a:cubicBezTo>
                  <a:cubicBezTo>
                    <a:pt x="562" y="1972"/>
                    <a:pt x="646" y="2077"/>
                    <a:pt x="730" y="2161"/>
                  </a:cubicBezTo>
                  <a:lnTo>
                    <a:pt x="12252" y="13682"/>
                  </a:lnTo>
                  <a:cubicBezTo>
                    <a:pt x="12494" y="13924"/>
                    <a:pt x="12814" y="14045"/>
                    <a:pt x="13135" y="14045"/>
                  </a:cubicBezTo>
                  <a:cubicBezTo>
                    <a:pt x="13455" y="14045"/>
                    <a:pt x="13776" y="13924"/>
                    <a:pt x="14018" y="13682"/>
                  </a:cubicBezTo>
                  <a:cubicBezTo>
                    <a:pt x="14522" y="13178"/>
                    <a:pt x="14522" y="12379"/>
                    <a:pt x="14018" y="11895"/>
                  </a:cubicBezTo>
                  <a:lnTo>
                    <a:pt x="2517" y="374"/>
                  </a:lnTo>
                  <a:cubicBezTo>
                    <a:pt x="2251" y="113"/>
                    <a:pt x="1942" y="1"/>
                    <a:pt x="1642" y="1"/>
                  </a:cubicBezTo>
                  <a:close/>
                </a:path>
              </a:pathLst>
            </a:custGeom>
            <a:solidFill>
              <a:srgbClr val="A2B5C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908" name="Google Shape;11908;p42"/>
            <p:cNvSpPr/>
            <p:nvPr/>
          </p:nvSpPr>
          <p:spPr>
            <a:xfrm>
              <a:off x="3524033" y="3056041"/>
              <a:ext cx="202413" cy="188100"/>
            </a:xfrm>
            <a:custGeom>
              <a:rect b="b" l="l" r="r" t="t"/>
              <a:pathLst>
                <a:path extrusionOk="0" h="12563" w="13519">
                  <a:moveTo>
                    <a:pt x="894" y="0"/>
                  </a:moveTo>
                  <a:cubicBezTo>
                    <a:pt x="573" y="0"/>
                    <a:pt x="252" y="121"/>
                    <a:pt x="0" y="363"/>
                  </a:cubicBezTo>
                  <a:cubicBezTo>
                    <a:pt x="63" y="468"/>
                    <a:pt x="147" y="573"/>
                    <a:pt x="231" y="657"/>
                  </a:cubicBezTo>
                  <a:lnTo>
                    <a:pt x="11732" y="12200"/>
                  </a:lnTo>
                  <a:cubicBezTo>
                    <a:pt x="11984" y="12441"/>
                    <a:pt x="12305" y="12562"/>
                    <a:pt x="12625" y="12562"/>
                  </a:cubicBezTo>
                  <a:cubicBezTo>
                    <a:pt x="12946" y="12562"/>
                    <a:pt x="13267" y="12441"/>
                    <a:pt x="13519" y="12200"/>
                  </a:cubicBezTo>
                  <a:cubicBezTo>
                    <a:pt x="13456" y="12073"/>
                    <a:pt x="13372" y="11968"/>
                    <a:pt x="13288" y="11884"/>
                  </a:cubicBezTo>
                  <a:lnTo>
                    <a:pt x="1787" y="363"/>
                  </a:lnTo>
                  <a:cubicBezTo>
                    <a:pt x="1535" y="121"/>
                    <a:pt x="1214" y="0"/>
                    <a:pt x="894" y="0"/>
                  </a:cubicBezTo>
                  <a:close/>
                </a:path>
              </a:pathLst>
            </a:custGeom>
            <a:solidFill>
              <a:srgbClr val="B3C3C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909" name="Google Shape;11909;p42"/>
            <p:cNvSpPr/>
            <p:nvPr/>
          </p:nvSpPr>
          <p:spPr>
            <a:xfrm>
              <a:off x="3556389" y="3171360"/>
              <a:ext cx="39108" cy="35620"/>
            </a:xfrm>
            <a:custGeom>
              <a:rect b="b" l="l" r="r" t="t"/>
              <a:pathLst>
                <a:path extrusionOk="0" h="2379" w="2612">
                  <a:moveTo>
                    <a:pt x="1348" y="0"/>
                  </a:moveTo>
                  <a:cubicBezTo>
                    <a:pt x="840" y="0"/>
                    <a:pt x="335" y="306"/>
                    <a:pt x="194" y="902"/>
                  </a:cubicBezTo>
                  <a:cubicBezTo>
                    <a:pt x="1" y="1735"/>
                    <a:pt x="660" y="2379"/>
                    <a:pt x="1359" y="2379"/>
                  </a:cubicBezTo>
                  <a:cubicBezTo>
                    <a:pt x="1649" y="2379"/>
                    <a:pt x="1945" y="2269"/>
                    <a:pt x="2191" y="2017"/>
                  </a:cubicBezTo>
                  <a:cubicBezTo>
                    <a:pt x="2507" y="1701"/>
                    <a:pt x="2612" y="1239"/>
                    <a:pt x="2486" y="818"/>
                  </a:cubicBezTo>
                  <a:cubicBezTo>
                    <a:pt x="2302" y="269"/>
                    <a:pt x="1824" y="0"/>
                    <a:pt x="1348" y="0"/>
                  </a:cubicBezTo>
                  <a:close/>
                </a:path>
              </a:pathLst>
            </a:custGeom>
            <a:solidFill>
              <a:srgbClr val="A2B5C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910" name="Google Shape;11910;p42"/>
            <p:cNvSpPr/>
            <p:nvPr/>
          </p:nvSpPr>
          <p:spPr>
            <a:xfrm>
              <a:off x="3573413" y="3180268"/>
              <a:ext cx="22084" cy="21920"/>
            </a:xfrm>
            <a:custGeom>
              <a:rect b="b" l="l" r="r" t="t"/>
              <a:pathLst>
                <a:path extrusionOk="0" h="1464" w="1475">
                  <a:moveTo>
                    <a:pt x="821" y="1"/>
                  </a:moveTo>
                  <a:cubicBezTo>
                    <a:pt x="498" y="1"/>
                    <a:pt x="188" y="212"/>
                    <a:pt x="108" y="560"/>
                  </a:cubicBezTo>
                  <a:cubicBezTo>
                    <a:pt x="1" y="1042"/>
                    <a:pt x="364" y="1463"/>
                    <a:pt x="811" y="1463"/>
                  </a:cubicBezTo>
                  <a:cubicBezTo>
                    <a:pt x="890" y="1463"/>
                    <a:pt x="972" y="1450"/>
                    <a:pt x="1054" y="1422"/>
                  </a:cubicBezTo>
                  <a:cubicBezTo>
                    <a:pt x="1370" y="1106"/>
                    <a:pt x="1475" y="644"/>
                    <a:pt x="1349" y="223"/>
                  </a:cubicBezTo>
                  <a:cubicBezTo>
                    <a:pt x="1195" y="70"/>
                    <a:pt x="1006" y="1"/>
                    <a:pt x="821" y="1"/>
                  </a:cubicBezTo>
                  <a:close/>
                </a:path>
              </a:pathLst>
            </a:custGeom>
            <a:solidFill>
              <a:srgbClr val="B3C3C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911" name="Google Shape;11911;p42"/>
            <p:cNvSpPr/>
            <p:nvPr/>
          </p:nvSpPr>
          <p:spPr>
            <a:xfrm>
              <a:off x="3510094" y="2969111"/>
              <a:ext cx="174534" cy="41549"/>
            </a:xfrm>
            <a:custGeom>
              <a:rect b="b" l="l" r="r" t="t"/>
              <a:pathLst>
                <a:path extrusionOk="0" h="2775" w="11657">
                  <a:moveTo>
                    <a:pt x="7213" y="1"/>
                  </a:moveTo>
                  <a:cubicBezTo>
                    <a:pt x="4756" y="1"/>
                    <a:pt x="2223" y="716"/>
                    <a:pt x="364" y="2027"/>
                  </a:cubicBezTo>
                  <a:cubicBezTo>
                    <a:pt x="0" y="2287"/>
                    <a:pt x="264" y="2774"/>
                    <a:pt x="614" y="2774"/>
                  </a:cubicBezTo>
                  <a:cubicBezTo>
                    <a:pt x="690" y="2774"/>
                    <a:pt x="769" y="2752"/>
                    <a:pt x="847" y="2700"/>
                  </a:cubicBezTo>
                  <a:cubicBezTo>
                    <a:pt x="2563" y="1480"/>
                    <a:pt x="4936" y="816"/>
                    <a:pt x="7221" y="816"/>
                  </a:cubicBezTo>
                  <a:cubicBezTo>
                    <a:pt x="8521" y="816"/>
                    <a:pt x="9792" y="1031"/>
                    <a:pt x="10897" y="1480"/>
                  </a:cubicBezTo>
                  <a:cubicBezTo>
                    <a:pt x="10957" y="1506"/>
                    <a:pt x="11015" y="1517"/>
                    <a:pt x="11069" y="1517"/>
                  </a:cubicBezTo>
                  <a:cubicBezTo>
                    <a:pt x="11465" y="1517"/>
                    <a:pt x="11656" y="908"/>
                    <a:pt x="11212" y="723"/>
                  </a:cubicBezTo>
                  <a:cubicBezTo>
                    <a:pt x="9996" y="234"/>
                    <a:pt x="8617" y="1"/>
                    <a:pt x="7213" y="1"/>
                  </a:cubicBezTo>
                  <a:close/>
                </a:path>
              </a:pathLst>
            </a:custGeom>
            <a:solidFill>
              <a:srgbClr val="ECF0F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912" name="Google Shape;11912;p42"/>
            <p:cNvSpPr/>
            <p:nvPr/>
          </p:nvSpPr>
          <p:spPr>
            <a:xfrm>
              <a:off x="3529948" y="2930572"/>
              <a:ext cx="133270" cy="33928"/>
            </a:xfrm>
            <a:custGeom>
              <a:rect b="b" l="l" r="r" t="t"/>
              <a:pathLst>
                <a:path extrusionOk="0" h="2266" w="8901">
                  <a:moveTo>
                    <a:pt x="5461" y="1"/>
                  </a:moveTo>
                  <a:cubicBezTo>
                    <a:pt x="3626" y="1"/>
                    <a:pt x="1739" y="535"/>
                    <a:pt x="362" y="1510"/>
                  </a:cubicBezTo>
                  <a:cubicBezTo>
                    <a:pt x="1" y="1768"/>
                    <a:pt x="245" y="2265"/>
                    <a:pt x="598" y="2265"/>
                  </a:cubicBezTo>
                  <a:cubicBezTo>
                    <a:pt x="677" y="2265"/>
                    <a:pt x="761" y="2241"/>
                    <a:pt x="846" y="2183"/>
                  </a:cubicBezTo>
                  <a:cubicBezTo>
                    <a:pt x="2092" y="1299"/>
                    <a:pt x="3807" y="816"/>
                    <a:pt x="5465" y="816"/>
                  </a:cubicBezTo>
                  <a:cubicBezTo>
                    <a:pt x="6408" y="816"/>
                    <a:pt x="7333" y="972"/>
                    <a:pt x="8141" y="1300"/>
                  </a:cubicBezTo>
                  <a:cubicBezTo>
                    <a:pt x="8202" y="1325"/>
                    <a:pt x="8259" y="1337"/>
                    <a:pt x="8313" y="1337"/>
                  </a:cubicBezTo>
                  <a:cubicBezTo>
                    <a:pt x="8709" y="1337"/>
                    <a:pt x="8900" y="728"/>
                    <a:pt x="8456" y="543"/>
                  </a:cubicBezTo>
                  <a:cubicBezTo>
                    <a:pt x="7545" y="176"/>
                    <a:pt x="6512" y="1"/>
                    <a:pt x="5461" y="1"/>
                  </a:cubicBezTo>
                  <a:close/>
                </a:path>
              </a:pathLst>
            </a:custGeom>
            <a:solidFill>
              <a:srgbClr val="ECF0F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913" name="Google Shape;11913;p42"/>
            <p:cNvSpPr/>
            <p:nvPr/>
          </p:nvSpPr>
          <p:spPr>
            <a:xfrm>
              <a:off x="3753292" y="3083980"/>
              <a:ext cx="52793" cy="168875"/>
            </a:xfrm>
            <a:custGeom>
              <a:rect b="b" l="l" r="r" t="t"/>
              <a:pathLst>
                <a:path extrusionOk="0" h="11279" w="3526">
                  <a:moveTo>
                    <a:pt x="1806" y="1"/>
                  </a:moveTo>
                  <a:cubicBezTo>
                    <a:pt x="1547" y="1"/>
                    <a:pt x="1290" y="237"/>
                    <a:pt x="1424" y="557"/>
                  </a:cubicBezTo>
                  <a:cubicBezTo>
                    <a:pt x="2664" y="3627"/>
                    <a:pt x="2138" y="7916"/>
                    <a:pt x="225" y="10628"/>
                  </a:cubicBezTo>
                  <a:cubicBezTo>
                    <a:pt x="0" y="10942"/>
                    <a:pt x="267" y="11278"/>
                    <a:pt x="552" y="11278"/>
                  </a:cubicBezTo>
                  <a:cubicBezTo>
                    <a:pt x="668" y="11278"/>
                    <a:pt x="786" y="11223"/>
                    <a:pt x="877" y="11090"/>
                  </a:cubicBezTo>
                  <a:cubicBezTo>
                    <a:pt x="2937" y="8189"/>
                    <a:pt x="3526" y="3606"/>
                    <a:pt x="2180" y="263"/>
                  </a:cubicBezTo>
                  <a:cubicBezTo>
                    <a:pt x="2104" y="79"/>
                    <a:pt x="1954" y="1"/>
                    <a:pt x="1806" y="1"/>
                  </a:cubicBezTo>
                  <a:close/>
                </a:path>
              </a:pathLst>
            </a:custGeom>
            <a:solidFill>
              <a:srgbClr val="ECF0F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914" name="Google Shape;11914;p42"/>
            <p:cNvSpPr/>
            <p:nvPr/>
          </p:nvSpPr>
          <p:spPr>
            <a:xfrm>
              <a:off x="3799243" y="3105481"/>
              <a:ext cx="43046" cy="127700"/>
            </a:xfrm>
            <a:custGeom>
              <a:rect b="b" l="l" r="r" t="t"/>
              <a:pathLst>
                <a:path extrusionOk="0" h="8529" w="2875">
                  <a:moveTo>
                    <a:pt x="1501" y="1"/>
                  </a:moveTo>
                  <a:cubicBezTo>
                    <a:pt x="1239" y="1"/>
                    <a:pt x="973" y="247"/>
                    <a:pt x="1109" y="572"/>
                  </a:cubicBezTo>
                  <a:cubicBezTo>
                    <a:pt x="2013" y="2779"/>
                    <a:pt x="1613" y="5912"/>
                    <a:pt x="226" y="7867"/>
                  </a:cubicBezTo>
                  <a:cubicBezTo>
                    <a:pt x="0" y="8198"/>
                    <a:pt x="280" y="8529"/>
                    <a:pt x="573" y="8529"/>
                  </a:cubicBezTo>
                  <a:cubicBezTo>
                    <a:pt x="690" y="8529"/>
                    <a:pt x="809" y="8477"/>
                    <a:pt x="898" y="8351"/>
                  </a:cubicBezTo>
                  <a:cubicBezTo>
                    <a:pt x="2433" y="6164"/>
                    <a:pt x="2875" y="2737"/>
                    <a:pt x="1866" y="256"/>
                  </a:cubicBezTo>
                  <a:cubicBezTo>
                    <a:pt x="1791" y="77"/>
                    <a:pt x="1646" y="1"/>
                    <a:pt x="1501" y="1"/>
                  </a:cubicBezTo>
                  <a:close/>
                </a:path>
              </a:pathLst>
            </a:custGeom>
            <a:solidFill>
              <a:srgbClr val="ECF0F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11915" name="Google Shape;11915;p42"/>
          <p:cNvSpPr/>
          <p:nvPr/>
        </p:nvSpPr>
        <p:spPr>
          <a:xfrm>
            <a:off x="2513884" y="1629081"/>
            <a:ext cx="32745" cy="26456"/>
          </a:xfrm>
          <a:custGeom>
            <a:rect b="b" l="l" r="r" t="t"/>
            <a:pathLst>
              <a:path extrusionOk="0" h="1767" w="2187">
                <a:moveTo>
                  <a:pt x="0" y="0"/>
                </a:moveTo>
                <a:cubicBezTo>
                  <a:pt x="105" y="105"/>
                  <a:pt x="168" y="252"/>
                  <a:pt x="168" y="399"/>
                </a:cubicBezTo>
                <a:lnTo>
                  <a:pt x="168" y="1367"/>
                </a:lnTo>
                <a:cubicBezTo>
                  <a:pt x="168" y="1514"/>
                  <a:pt x="105" y="1661"/>
                  <a:pt x="0" y="1766"/>
                </a:cubicBezTo>
                <a:lnTo>
                  <a:pt x="1724" y="1766"/>
                </a:lnTo>
                <a:cubicBezTo>
                  <a:pt x="1976" y="1766"/>
                  <a:pt x="2187" y="1556"/>
                  <a:pt x="2187" y="1304"/>
                </a:cubicBezTo>
                <a:lnTo>
                  <a:pt x="2187" y="463"/>
                </a:lnTo>
                <a:cubicBezTo>
                  <a:pt x="2187" y="210"/>
                  <a:pt x="1976" y="0"/>
                  <a:pt x="1724" y="0"/>
                </a:cubicBezTo>
                <a:close/>
              </a:path>
            </a:pathLst>
          </a:custGeom>
          <a:solidFill>
            <a:srgbClr val="8498A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nvGrpSpPr>
          <p:cNvPr id="11916" name="Google Shape;11916;p42"/>
          <p:cNvGrpSpPr/>
          <p:nvPr/>
        </p:nvGrpSpPr>
        <p:grpSpPr>
          <a:xfrm>
            <a:off x="2163842" y="1323972"/>
            <a:ext cx="382787" cy="331565"/>
            <a:chOff x="2163842" y="1506972"/>
            <a:chExt cx="382787" cy="331565"/>
          </a:xfrm>
        </p:grpSpPr>
        <p:sp>
          <p:nvSpPr>
            <p:cNvPr id="11917" name="Google Shape;11917;p42"/>
            <p:cNvSpPr/>
            <p:nvPr/>
          </p:nvSpPr>
          <p:spPr>
            <a:xfrm>
              <a:off x="2247253" y="1506972"/>
              <a:ext cx="214152" cy="101768"/>
            </a:xfrm>
            <a:custGeom>
              <a:rect b="b" l="l" r="r" t="t"/>
              <a:pathLst>
                <a:path extrusionOk="0" h="6797" w="14303">
                  <a:moveTo>
                    <a:pt x="7214" y="0"/>
                  </a:moveTo>
                  <a:cubicBezTo>
                    <a:pt x="6739" y="0"/>
                    <a:pt x="6266" y="184"/>
                    <a:pt x="5908" y="552"/>
                  </a:cubicBezTo>
                  <a:lnTo>
                    <a:pt x="253" y="6123"/>
                  </a:lnTo>
                  <a:cubicBezTo>
                    <a:pt x="1" y="6376"/>
                    <a:pt x="169" y="6775"/>
                    <a:pt x="505" y="6796"/>
                  </a:cubicBezTo>
                  <a:cubicBezTo>
                    <a:pt x="610" y="6796"/>
                    <a:pt x="694" y="6754"/>
                    <a:pt x="778" y="6691"/>
                  </a:cubicBezTo>
                  <a:lnTo>
                    <a:pt x="6455" y="1099"/>
                  </a:lnTo>
                  <a:cubicBezTo>
                    <a:pt x="6665" y="878"/>
                    <a:pt x="6944" y="768"/>
                    <a:pt x="7222" y="768"/>
                  </a:cubicBezTo>
                  <a:cubicBezTo>
                    <a:pt x="7501" y="768"/>
                    <a:pt x="7780" y="878"/>
                    <a:pt x="7990" y="1099"/>
                  </a:cubicBezTo>
                  <a:lnTo>
                    <a:pt x="13456" y="6460"/>
                  </a:lnTo>
                  <a:cubicBezTo>
                    <a:pt x="13541" y="6554"/>
                    <a:pt x="13638" y="6594"/>
                    <a:pt x="13732" y="6594"/>
                  </a:cubicBezTo>
                  <a:cubicBezTo>
                    <a:pt x="14036" y="6594"/>
                    <a:pt x="14303" y="6186"/>
                    <a:pt x="13982" y="5913"/>
                  </a:cubicBezTo>
                  <a:lnTo>
                    <a:pt x="8536" y="552"/>
                  </a:lnTo>
                  <a:cubicBezTo>
                    <a:pt x="8168" y="184"/>
                    <a:pt x="7690" y="0"/>
                    <a:pt x="7214" y="0"/>
                  </a:cubicBezTo>
                  <a:close/>
                </a:path>
              </a:pathLst>
            </a:custGeom>
            <a:solidFill>
              <a:srgbClr val="344D6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918" name="Google Shape;11918;p42"/>
            <p:cNvSpPr/>
            <p:nvPr/>
          </p:nvSpPr>
          <p:spPr>
            <a:xfrm>
              <a:off x="2163842" y="1812081"/>
              <a:ext cx="382787" cy="26456"/>
            </a:xfrm>
            <a:custGeom>
              <a:rect b="b" l="l" r="r" t="t"/>
              <a:pathLst>
                <a:path extrusionOk="0" h="1767" w="25566">
                  <a:moveTo>
                    <a:pt x="484" y="0"/>
                  </a:moveTo>
                  <a:cubicBezTo>
                    <a:pt x="231" y="0"/>
                    <a:pt x="21" y="210"/>
                    <a:pt x="21" y="463"/>
                  </a:cubicBezTo>
                  <a:lnTo>
                    <a:pt x="21" y="1304"/>
                  </a:lnTo>
                  <a:cubicBezTo>
                    <a:pt x="0" y="1556"/>
                    <a:pt x="210" y="1766"/>
                    <a:pt x="484" y="1766"/>
                  </a:cubicBezTo>
                  <a:lnTo>
                    <a:pt x="25103" y="1766"/>
                  </a:lnTo>
                  <a:cubicBezTo>
                    <a:pt x="25355" y="1766"/>
                    <a:pt x="25566" y="1556"/>
                    <a:pt x="25566" y="1304"/>
                  </a:cubicBezTo>
                  <a:lnTo>
                    <a:pt x="25566" y="463"/>
                  </a:lnTo>
                  <a:cubicBezTo>
                    <a:pt x="25566" y="210"/>
                    <a:pt x="25355" y="0"/>
                    <a:pt x="25103" y="0"/>
                  </a:cubicBezTo>
                  <a:close/>
                </a:path>
              </a:pathLst>
            </a:custGeom>
            <a:solidFill>
              <a:srgbClr val="91A8B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919" name="Google Shape;11919;p42"/>
            <p:cNvSpPr/>
            <p:nvPr/>
          </p:nvSpPr>
          <p:spPr>
            <a:xfrm>
              <a:off x="2178634" y="1592030"/>
              <a:ext cx="353201" cy="220066"/>
            </a:xfrm>
            <a:custGeom>
              <a:rect b="b" l="l" r="r" t="t"/>
              <a:pathLst>
                <a:path extrusionOk="0" h="14698" w="23590">
                  <a:moveTo>
                    <a:pt x="463" y="1"/>
                  </a:moveTo>
                  <a:cubicBezTo>
                    <a:pt x="210" y="1"/>
                    <a:pt x="0" y="211"/>
                    <a:pt x="0" y="464"/>
                  </a:cubicBezTo>
                  <a:lnTo>
                    <a:pt x="0" y="14234"/>
                  </a:lnTo>
                  <a:cubicBezTo>
                    <a:pt x="0" y="14487"/>
                    <a:pt x="210" y="14697"/>
                    <a:pt x="463" y="14697"/>
                  </a:cubicBezTo>
                  <a:lnTo>
                    <a:pt x="23127" y="14697"/>
                  </a:lnTo>
                  <a:cubicBezTo>
                    <a:pt x="23379" y="14697"/>
                    <a:pt x="23590" y="14487"/>
                    <a:pt x="23590" y="14234"/>
                  </a:cubicBezTo>
                  <a:lnTo>
                    <a:pt x="23590" y="464"/>
                  </a:lnTo>
                  <a:cubicBezTo>
                    <a:pt x="23590" y="211"/>
                    <a:pt x="23379" y="1"/>
                    <a:pt x="23127" y="1"/>
                  </a:cubicBezTo>
                  <a:close/>
                </a:path>
              </a:pathLst>
            </a:custGeom>
            <a:solidFill>
              <a:srgbClr val="A3B6C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920" name="Google Shape;11920;p42"/>
            <p:cNvSpPr/>
            <p:nvPr/>
          </p:nvSpPr>
          <p:spPr>
            <a:xfrm>
              <a:off x="2178634" y="1592030"/>
              <a:ext cx="353201" cy="220066"/>
            </a:xfrm>
            <a:custGeom>
              <a:rect b="b" l="l" r="r" t="t"/>
              <a:pathLst>
                <a:path extrusionOk="0" h="14698" w="23590">
                  <a:moveTo>
                    <a:pt x="21992" y="1"/>
                  </a:moveTo>
                  <a:lnTo>
                    <a:pt x="21992" y="12510"/>
                  </a:lnTo>
                  <a:cubicBezTo>
                    <a:pt x="21992" y="12784"/>
                    <a:pt x="21781" y="12994"/>
                    <a:pt x="21529" y="12994"/>
                  </a:cubicBezTo>
                  <a:lnTo>
                    <a:pt x="0" y="12994"/>
                  </a:lnTo>
                  <a:lnTo>
                    <a:pt x="0" y="14234"/>
                  </a:lnTo>
                  <a:cubicBezTo>
                    <a:pt x="0" y="14487"/>
                    <a:pt x="210" y="14697"/>
                    <a:pt x="463" y="14697"/>
                  </a:cubicBezTo>
                  <a:lnTo>
                    <a:pt x="23127" y="14697"/>
                  </a:lnTo>
                  <a:cubicBezTo>
                    <a:pt x="23379" y="14697"/>
                    <a:pt x="23590" y="14487"/>
                    <a:pt x="23590" y="14234"/>
                  </a:cubicBezTo>
                  <a:lnTo>
                    <a:pt x="23590" y="464"/>
                  </a:lnTo>
                  <a:cubicBezTo>
                    <a:pt x="23590" y="211"/>
                    <a:pt x="23379" y="1"/>
                    <a:pt x="23127" y="1"/>
                  </a:cubicBezTo>
                  <a:close/>
                </a:path>
              </a:pathLst>
            </a:custGeom>
            <a:solidFill>
              <a:srgbClr val="91A8B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921" name="Google Shape;11921;p42"/>
            <p:cNvSpPr/>
            <p:nvPr/>
          </p:nvSpPr>
          <p:spPr>
            <a:xfrm>
              <a:off x="2201602" y="1615013"/>
              <a:ext cx="307251" cy="174100"/>
            </a:xfrm>
            <a:custGeom>
              <a:rect b="b" l="l" r="r" t="t"/>
              <a:pathLst>
                <a:path extrusionOk="0" h="11628" w="20521">
                  <a:moveTo>
                    <a:pt x="569" y="1"/>
                  </a:moveTo>
                  <a:cubicBezTo>
                    <a:pt x="253" y="1"/>
                    <a:pt x="1" y="253"/>
                    <a:pt x="22" y="568"/>
                  </a:cubicBezTo>
                  <a:lnTo>
                    <a:pt x="22" y="11060"/>
                  </a:lnTo>
                  <a:cubicBezTo>
                    <a:pt x="22" y="11375"/>
                    <a:pt x="253" y="11627"/>
                    <a:pt x="569" y="11627"/>
                  </a:cubicBezTo>
                  <a:lnTo>
                    <a:pt x="19953" y="11627"/>
                  </a:lnTo>
                  <a:cubicBezTo>
                    <a:pt x="20268" y="11627"/>
                    <a:pt x="20521" y="11375"/>
                    <a:pt x="20521" y="11060"/>
                  </a:cubicBezTo>
                  <a:lnTo>
                    <a:pt x="20521" y="568"/>
                  </a:lnTo>
                  <a:cubicBezTo>
                    <a:pt x="20521" y="253"/>
                    <a:pt x="20268" y="1"/>
                    <a:pt x="19953" y="1"/>
                  </a:cubicBezTo>
                  <a:close/>
                </a:path>
              </a:pathLst>
            </a:custGeom>
            <a:solidFill>
              <a:srgbClr val="435D7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922" name="Google Shape;11922;p42"/>
            <p:cNvSpPr/>
            <p:nvPr/>
          </p:nvSpPr>
          <p:spPr>
            <a:xfrm>
              <a:off x="2201932" y="1615013"/>
              <a:ext cx="306921" cy="173786"/>
            </a:xfrm>
            <a:custGeom>
              <a:rect b="b" l="l" r="r" t="t"/>
              <a:pathLst>
                <a:path extrusionOk="0" h="11607" w="20499">
                  <a:moveTo>
                    <a:pt x="19153" y="1"/>
                  </a:moveTo>
                  <a:lnTo>
                    <a:pt x="19153" y="8810"/>
                  </a:lnTo>
                  <a:cubicBezTo>
                    <a:pt x="19153" y="9609"/>
                    <a:pt x="18501" y="10261"/>
                    <a:pt x="17702" y="10261"/>
                  </a:cubicBezTo>
                  <a:lnTo>
                    <a:pt x="0" y="10261"/>
                  </a:lnTo>
                  <a:lnTo>
                    <a:pt x="0" y="11060"/>
                  </a:lnTo>
                  <a:cubicBezTo>
                    <a:pt x="0" y="11354"/>
                    <a:pt x="231" y="11606"/>
                    <a:pt x="547" y="11606"/>
                  </a:cubicBezTo>
                  <a:lnTo>
                    <a:pt x="19931" y="11606"/>
                  </a:lnTo>
                  <a:cubicBezTo>
                    <a:pt x="20246" y="11606"/>
                    <a:pt x="20499" y="11354"/>
                    <a:pt x="20499" y="11060"/>
                  </a:cubicBezTo>
                  <a:lnTo>
                    <a:pt x="20499" y="568"/>
                  </a:lnTo>
                  <a:cubicBezTo>
                    <a:pt x="20499" y="253"/>
                    <a:pt x="20246" y="1"/>
                    <a:pt x="19931" y="1"/>
                  </a:cubicBezTo>
                  <a:close/>
                </a:path>
              </a:pathLst>
            </a:custGeom>
            <a:solidFill>
              <a:srgbClr val="2B455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923" name="Google Shape;11923;p42"/>
            <p:cNvSpPr/>
            <p:nvPr/>
          </p:nvSpPr>
          <p:spPr>
            <a:xfrm>
              <a:off x="2254500" y="1777450"/>
              <a:ext cx="76824" cy="34646"/>
            </a:xfrm>
            <a:custGeom>
              <a:rect b="b" l="l" r="r" t="t"/>
              <a:pathLst>
                <a:path extrusionOk="0" h="2314" w="5131">
                  <a:moveTo>
                    <a:pt x="946" y="0"/>
                  </a:moveTo>
                  <a:cubicBezTo>
                    <a:pt x="421" y="0"/>
                    <a:pt x="0" y="421"/>
                    <a:pt x="0" y="946"/>
                  </a:cubicBezTo>
                  <a:lnTo>
                    <a:pt x="0" y="2313"/>
                  </a:lnTo>
                  <a:lnTo>
                    <a:pt x="5130" y="2313"/>
                  </a:lnTo>
                  <a:lnTo>
                    <a:pt x="5130" y="946"/>
                  </a:lnTo>
                  <a:cubicBezTo>
                    <a:pt x="5130" y="421"/>
                    <a:pt x="4710" y="0"/>
                    <a:pt x="4184" y="0"/>
                  </a:cubicBez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924" name="Google Shape;11924;p42"/>
            <p:cNvSpPr/>
            <p:nvPr/>
          </p:nvSpPr>
          <p:spPr>
            <a:xfrm>
              <a:off x="2300765" y="1777450"/>
              <a:ext cx="30873" cy="34646"/>
            </a:xfrm>
            <a:custGeom>
              <a:rect b="b" l="l" r="r" t="t"/>
              <a:pathLst>
                <a:path extrusionOk="0" h="2314" w="2062">
                  <a:moveTo>
                    <a:pt x="1" y="0"/>
                  </a:moveTo>
                  <a:cubicBezTo>
                    <a:pt x="316" y="211"/>
                    <a:pt x="505" y="568"/>
                    <a:pt x="505" y="946"/>
                  </a:cubicBezTo>
                  <a:lnTo>
                    <a:pt x="505" y="2313"/>
                  </a:lnTo>
                  <a:lnTo>
                    <a:pt x="2061" y="2313"/>
                  </a:lnTo>
                  <a:lnTo>
                    <a:pt x="2061" y="946"/>
                  </a:lnTo>
                  <a:cubicBezTo>
                    <a:pt x="2061" y="421"/>
                    <a:pt x="1620" y="0"/>
                    <a:pt x="1094" y="0"/>
                  </a:cubicBezTo>
                  <a:close/>
                </a:path>
              </a:pathLst>
            </a:custGeom>
            <a:solidFill>
              <a:srgbClr val="91A8B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1925" name="Google Shape;11925;p42"/>
          <p:cNvGrpSpPr/>
          <p:nvPr/>
        </p:nvGrpSpPr>
        <p:grpSpPr>
          <a:xfrm>
            <a:off x="1738877" y="3166652"/>
            <a:ext cx="357918" cy="350536"/>
            <a:chOff x="1738877" y="3349652"/>
            <a:chExt cx="357918" cy="350536"/>
          </a:xfrm>
        </p:grpSpPr>
        <p:sp>
          <p:nvSpPr>
            <p:cNvPr id="11926" name="Google Shape;11926;p42"/>
            <p:cNvSpPr/>
            <p:nvPr/>
          </p:nvSpPr>
          <p:spPr>
            <a:xfrm>
              <a:off x="1814114" y="3407461"/>
              <a:ext cx="154516" cy="282965"/>
            </a:xfrm>
            <a:custGeom>
              <a:rect b="b" l="l" r="r" t="t"/>
              <a:pathLst>
                <a:path extrusionOk="0" h="18899" w="10320">
                  <a:moveTo>
                    <a:pt x="8789" y="1"/>
                  </a:moveTo>
                  <a:cubicBezTo>
                    <a:pt x="8541" y="1"/>
                    <a:pt x="8282" y="99"/>
                    <a:pt x="8052" y="334"/>
                  </a:cubicBezTo>
                  <a:lnTo>
                    <a:pt x="315" y="8092"/>
                  </a:lnTo>
                  <a:cubicBezTo>
                    <a:pt x="105" y="8302"/>
                    <a:pt x="0" y="8576"/>
                    <a:pt x="0" y="8849"/>
                  </a:cubicBezTo>
                  <a:lnTo>
                    <a:pt x="0" y="17847"/>
                  </a:lnTo>
                  <a:cubicBezTo>
                    <a:pt x="0" y="18415"/>
                    <a:pt x="484" y="18899"/>
                    <a:pt x="1051" y="18899"/>
                  </a:cubicBezTo>
                  <a:cubicBezTo>
                    <a:pt x="1640" y="18899"/>
                    <a:pt x="2124" y="18415"/>
                    <a:pt x="2124" y="17826"/>
                  </a:cubicBezTo>
                  <a:lnTo>
                    <a:pt x="2124" y="9290"/>
                  </a:lnTo>
                  <a:lnTo>
                    <a:pt x="9545" y="1827"/>
                  </a:lnTo>
                  <a:cubicBezTo>
                    <a:pt x="10319" y="1069"/>
                    <a:pt x="9608" y="1"/>
                    <a:pt x="8789" y="1"/>
                  </a:cubicBez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927" name="Google Shape;11927;p42"/>
            <p:cNvSpPr/>
            <p:nvPr/>
          </p:nvSpPr>
          <p:spPr>
            <a:xfrm>
              <a:off x="1813800" y="3521057"/>
              <a:ext cx="47538" cy="80402"/>
            </a:xfrm>
            <a:custGeom>
              <a:rect b="b" l="l" r="r" t="t"/>
              <a:pathLst>
                <a:path extrusionOk="0" h="5370" w="3175">
                  <a:moveTo>
                    <a:pt x="1430" y="0"/>
                  </a:moveTo>
                  <a:cubicBezTo>
                    <a:pt x="1198" y="0"/>
                    <a:pt x="967" y="42"/>
                    <a:pt x="736" y="84"/>
                  </a:cubicBezTo>
                  <a:lnTo>
                    <a:pt x="315" y="505"/>
                  </a:lnTo>
                  <a:cubicBezTo>
                    <a:pt x="126" y="715"/>
                    <a:pt x="0" y="989"/>
                    <a:pt x="0" y="1262"/>
                  </a:cubicBezTo>
                  <a:lnTo>
                    <a:pt x="0" y="4983"/>
                  </a:lnTo>
                  <a:cubicBezTo>
                    <a:pt x="440" y="5239"/>
                    <a:pt x="927" y="5369"/>
                    <a:pt x="1418" y="5369"/>
                  </a:cubicBezTo>
                  <a:cubicBezTo>
                    <a:pt x="1654" y="5369"/>
                    <a:pt x="1891" y="5339"/>
                    <a:pt x="2123" y="5278"/>
                  </a:cubicBezTo>
                  <a:lnTo>
                    <a:pt x="2123" y="1703"/>
                  </a:lnTo>
                  <a:lnTo>
                    <a:pt x="3175" y="652"/>
                  </a:lnTo>
                  <a:cubicBezTo>
                    <a:pt x="2670" y="232"/>
                    <a:pt x="2060" y="0"/>
                    <a:pt x="1430" y="0"/>
                  </a:cubicBezTo>
                  <a:close/>
                </a:path>
              </a:pathLst>
            </a:custGeom>
            <a:solidFill>
              <a:srgbClr val="91A8B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928" name="Google Shape;11928;p42"/>
            <p:cNvSpPr/>
            <p:nvPr/>
          </p:nvSpPr>
          <p:spPr>
            <a:xfrm>
              <a:off x="1900041" y="3407506"/>
              <a:ext cx="61402" cy="56896"/>
            </a:xfrm>
            <a:custGeom>
              <a:rect b="b" l="l" r="r" t="t"/>
              <a:pathLst>
                <a:path extrusionOk="0" h="3800" w="4101">
                  <a:moveTo>
                    <a:pt x="3044" y="1"/>
                  </a:moveTo>
                  <a:cubicBezTo>
                    <a:pt x="2777" y="1"/>
                    <a:pt x="2506" y="103"/>
                    <a:pt x="2292" y="331"/>
                  </a:cubicBezTo>
                  <a:lnTo>
                    <a:pt x="1" y="2644"/>
                  </a:lnTo>
                  <a:lnTo>
                    <a:pt x="1830" y="3800"/>
                  </a:lnTo>
                  <a:lnTo>
                    <a:pt x="3217" y="2412"/>
                  </a:lnTo>
                  <a:lnTo>
                    <a:pt x="4100" y="1004"/>
                  </a:lnTo>
                  <a:cubicBezTo>
                    <a:pt x="4073" y="392"/>
                    <a:pt x="3566" y="1"/>
                    <a:pt x="3044" y="1"/>
                  </a:cubicBezTo>
                  <a:close/>
                </a:path>
              </a:pathLst>
            </a:custGeom>
            <a:solidFill>
              <a:srgbClr val="91A8B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929" name="Google Shape;11929;p42"/>
            <p:cNvSpPr/>
            <p:nvPr/>
          </p:nvSpPr>
          <p:spPr>
            <a:xfrm>
              <a:off x="1738877" y="3658310"/>
              <a:ext cx="215320" cy="41878"/>
            </a:xfrm>
            <a:custGeom>
              <a:rect b="b" l="l" r="r" t="t"/>
              <a:pathLst>
                <a:path extrusionOk="0" h="2797" w="14381">
                  <a:moveTo>
                    <a:pt x="1745" y="0"/>
                  </a:moveTo>
                  <a:cubicBezTo>
                    <a:pt x="778" y="0"/>
                    <a:pt x="0" y="778"/>
                    <a:pt x="21" y="1745"/>
                  </a:cubicBezTo>
                  <a:lnTo>
                    <a:pt x="21" y="2292"/>
                  </a:lnTo>
                  <a:cubicBezTo>
                    <a:pt x="21" y="2565"/>
                    <a:pt x="232" y="2796"/>
                    <a:pt x="505" y="2796"/>
                  </a:cubicBezTo>
                  <a:lnTo>
                    <a:pt x="13897" y="2796"/>
                  </a:lnTo>
                  <a:cubicBezTo>
                    <a:pt x="14171" y="2796"/>
                    <a:pt x="14381" y="2565"/>
                    <a:pt x="14381" y="2292"/>
                  </a:cubicBezTo>
                  <a:lnTo>
                    <a:pt x="14381" y="1745"/>
                  </a:lnTo>
                  <a:cubicBezTo>
                    <a:pt x="14381" y="778"/>
                    <a:pt x="13603" y="0"/>
                    <a:pt x="12657" y="0"/>
                  </a:cubicBezTo>
                  <a:close/>
                </a:path>
              </a:pathLst>
            </a:custGeom>
            <a:solidFill>
              <a:srgbClr val="344D6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930" name="Google Shape;11930;p42"/>
            <p:cNvSpPr/>
            <p:nvPr/>
          </p:nvSpPr>
          <p:spPr>
            <a:xfrm>
              <a:off x="1901928" y="3658310"/>
              <a:ext cx="52269" cy="41878"/>
            </a:xfrm>
            <a:custGeom>
              <a:rect b="b" l="l" r="r" t="t"/>
              <a:pathLst>
                <a:path extrusionOk="0" h="2797" w="3491">
                  <a:moveTo>
                    <a:pt x="1" y="0"/>
                  </a:moveTo>
                  <a:cubicBezTo>
                    <a:pt x="779" y="273"/>
                    <a:pt x="1304" y="988"/>
                    <a:pt x="1304" y="1808"/>
                  </a:cubicBezTo>
                  <a:lnTo>
                    <a:pt x="1304" y="2796"/>
                  </a:lnTo>
                  <a:lnTo>
                    <a:pt x="3007" y="2796"/>
                  </a:lnTo>
                  <a:cubicBezTo>
                    <a:pt x="3281" y="2775"/>
                    <a:pt x="3491" y="2565"/>
                    <a:pt x="3491" y="2292"/>
                  </a:cubicBezTo>
                  <a:lnTo>
                    <a:pt x="3491" y="1745"/>
                  </a:lnTo>
                  <a:cubicBezTo>
                    <a:pt x="3491" y="778"/>
                    <a:pt x="2713" y="0"/>
                    <a:pt x="1767" y="0"/>
                  </a:cubicBezTo>
                  <a:close/>
                </a:path>
              </a:pathLst>
            </a:custGeom>
            <a:solidFill>
              <a:srgbClr val="B1C0C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931" name="Google Shape;11931;p42"/>
            <p:cNvSpPr/>
            <p:nvPr/>
          </p:nvSpPr>
          <p:spPr>
            <a:xfrm>
              <a:off x="1781369" y="3503749"/>
              <a:ext cx="93818" cy="80402"/>
            </a:xfrm>
            <a:custGeom>
              <a:rect b="b" l="l" r="r" t="t"/>
              <a:pathLst>
                <a:path extrusionOk="0" h="5370" w="6266">
                  <a:moveTo>
                    <a:pt x="3596" y="0"/>
                  </a:moveTo>
                  <a:cubicBezTo>
                    <a:pt x="1199" y="0"/>
                    <a:pt x="1" y="2880"/>
                    <a:pt x="1682" y="4583"/>
                  </a:cubicBezTo>
                  <a:cubicBezTo>
                    <a:pt x="2232" y="5126"/>
                    <a:pt x="2904" y="5369"/>
                    <a:pt x="3563" y="5369"/>
                  </a:cubicBezTo>
                  <a:cubicBezTo>
                    <a:pt x="4945" y="5369"/>
                    <a:pt x="6266" y="4300"/>
                    <a:pt x="6266" y="2691"/>
                  </a:cubicBezTo>
                  <a:cubicBezTo>
                    <a:pt x="6266" y="1198"/>
                    <a:pt x="5067" y="0"/>
                    <a:pt x="3596" y="0"/>
                  </a:cubicBezTo>
                  <a:close/>
                </a:path>
              </a:pathLst>
            </a:custGeom>
            <a:solidFill>
              <a:srgbClr val="6D849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932" name="Google Shape;11932;p42"/>
            <p:cNvSpPr/>
            <p:nvPr/>
          </p:nvSpPr>
          <p:spPr>
            <a:xfrm>
              <a:off x="1829221" y="3503749"/>
              <a:ext cx="45966" cy="80283"/>
            </a:xfrm>
            <a:custGeom>
              <a:rect b="b" l="l" r="r" t="t"/>
              <a:pathLst>
                <a:path extrusionOk="0" h="5362" w="3070">
                  <a:moveTo>
                    <a:pt x="400" y="0"/>
                  </a:moveTo>
                  <a:cubicBezTo>
                    <a:pt x="253" y="0"/>
                    <a:pt x="126" y="0"/>
                    <a:pt x="0" y="21"/>
                  </a:cubicBezTo>
                  <a:cubicBezTo>
                    <a:pt x="2439" y="967"/>
                    <a:pt x="2439" y="4415"/>
                    <a:pt x="0" y="5340"/>
                  </a:cubicBezTo>
                  <a:cubicBezTo>
                    <a:pt x="126" y="5361"/>
                    <a:pt x="253" y="5361"/>
                    <a:pt x="400" y="5361"/>
                  </a:cubicBezTo>
                  <a:cubicBezTo>
                    <a:pt x="1871" y="5361"/>
                    <a:pt x="3070" y="4163"/>
                    <a:pt x="3070" y="2691"/>
                  </a:cubicBezTo>
                  <a:cubicBezTo>
                    <a:pt x="3070" y="1198"/>
                    <a:pt x="1871" y="0"/>
                    <a:pt x="400" y="0"/>
                  </a:cubicBezTo>
                  <a:close/>
                </a:path>
              </a:pathLst>
            </a:custGeom>
            <a:solidFill>
              <a:srgbClr val="586F8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933" name="Google Shape;11933;p42"/>
            <p:cNvSpPr/>
            <p:nvPr/>
          </p:nvSpPr>
          <p:spPr>
            <a:xfrm>
              <a:off x="1813800" y="3528289"/>
              <a:ext cx="36832" cy="31337"/>
            </a:xfrm>
            <a:custGeom>
              <a:rect b="b" l="l" r="r" t="t"/>
              <a:pathLst>
                <a:path extrusionOk="0" h="2093" w="2460">
                  <a:moveTo>
                    <a:pt x="1409" y="1"/>
                  </a:moveTo>
                  <a:cubicBezTo>
                    <a:pt x="463" y="1"/>
                    <a:pt x="0" y="1115"/>
                    <a:pt x="673" y="1788"/>
                  </a:cubicBezTo>
                  <a:cubicBezTo>
                    <a:pt x="883" y="1999"/>
                    <a:pt x="1144" y="2093"/>
                    <a:pt x="1401" y="2093"/>
                  </a:cubicBezTo>
                  <a:cubicBezTo>
                    <a:pt x="1939" y="2093"/>
                    <a:pt x="2460" y="1678"/>
                    <a:pt x="2460" y="1052"/>
                  </a:cubicBezTo>
                  <a:cubicBezTo>
                    <a:pt x="2460" y="463"/>
                    <a:pt x="1997" y="1"/>
                    <a:pt x="1409" y="1"/>
                  </a:cubicBezTo>
                  <a:close/>
                </a:path>
              </a:pathLst>
            </a:custGeom>
            <a:solidFill>
              <a:srgbClr val="344D6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934" name="Google Shape;11934;p42"/>
            <p:cNvSpPr/>
            <p:nvPr/>
          </p:nvSpPr>
          <p:spPr>
            <a:xfrm>
              <a:off x="1881475" y="3351479"/>
              <a:ext cx="95075" cy="97186"/>
            </a:xfrm>
            <a:custGeom>
              <a:rect b="b" l="l" r="r" t="t"/>
              <a:pathLst>
                <a:path extrusionOk="0" h="6491" w="6350">
                  <a:moveTo>
                    <a:pt x="2818" y="0"/>
                  </a:moveTo>
                  <a:cubicBezTo>
                    <a:pt x="2578" y="0"/>
                    <a:pt x="2344" y="112"/>
                    <a:pt x="2208" y="331"/>
                  </a:cubicBezTo>
                  <a:lnTo>
                    <a:pt x="211" y="3526"/>
                  </a:lnTo>
                  <a:cubicBezTo>
                    <a:pt x="0" y="3863"/>
                    <a:pt x="105" y="4304"/>
                    <a:pt x="421" y="4514"/>
                  </a:cubicBezTo>
                  <a:lnTo>
                    <a:pt x="3574" y="6491"/>
                  </a:lnTo>
                  <a:lnTo>
                    <a:pt x="6350" y="2097"/>
                  </a:lnTo>
                  <a:lnTo>
                    <a:pt x="3196" y="99"/>
                  </a:lnTo>
                  <a:cubicBezTo>
                    <a:pt x="3078" y="33"/>
                    <a:pt x="2947" y="0"/>
                    <a:pt x="2818" y="0"/>
                  </a:cubicBezTo>
                  <a:close/>
                </a:path>
              </a:pathLst>
            </a:custGeom>
            <a:solidFill>
              <a:srgbClr val="344D6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935" name="Google Shape;11935;p42"/>
            <p:cNvSpPr/>
            <p:nvPr/>
          </p:nvSpPr>
          <p:spPr>
            <a:xfrm>
              <a:off x="1914834" y="3370584"/>
              <a:ext cx="61717" cy="78082"/>
            </a:xfrm>
            <a:custGeom>
              <a:rect b="b" l="l" r="r" t="t"/>
              <a:pathLst>
                <a:path extrusionOk="0" h="5215" w="4122">
                  <a:moveTo>
                    <a:pt x="2755" y="1"/>
                  </a:moveTo>
                  <a:lnTo>
                    <a:pt x="1" y="4374"/>
                  </a:lnTo>
                  <a:lnTo>
                    <a:pt x="1346" y="5215"/>
                  </a:lnTo>
                  <a:lnTo>
                    <a:pt x="4122" y="821"/>
                  </a:lnTo>
                  <a:lnTo>
                    <a:pt x="2818" y="1"/>
                  </a:lnTo>
                  <a:close/>
                </a:path>
              </a:pathLst>
            </a:custGeom>
            <a:solidFill>
              <a:srgbClr val="B1C0C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936" name="Google Shape;11936;p42"/>
            <p:cNvSpPr/>
            <p:nvPr/>
          </p:nvSpPr>
          <p:spPr>
            <a:xfrm>
              <a:off x="1934987" y="3382861"/>
              <a:ext cx="140412" cy="147255"/>
            </a:xfrm>
            <a:custGeom>
              <a:rect b="b" l="l" r="r" t="t"/>
              <a:pathLst>
                <a:path extrusionOk="0" h="9835" w="9378">
                  <a:moveTo>
                    <a:pt x="2755" y="1"/>
                  </a:moveTo>
                  <a:lnTo>
                    <a:pt x="0" y="4395"/>
                  </a:lnTo>
                  <a:lnTo>
                    <a:pt x="3049" y="9567"/>
                  </a:lnTo>
                  <a:cubicBezTo>
                    <a:pt x="3154" y="9745"/>
                    <a:pt x="3338" y="9835"/>
                    <a:pt x="3522" y="9835"/>
                  </a:cubicBezTo>
                  <a:cubicBezTo>
                    <a:pt x="3706" y="9835"/>
                    <a:pt x="3890" y="9745"/>
                    <a:pt x="3995" y="9567"/>
                  </a:cubicBezTo>
                  <a:lnTo>
                    <a:pt x="9146" y="1346"/>
                  </a:lnTo>
                  <a:cubicBezTo>
                    <a:pt x="9377" y="989"/>
                    <a:pt x="9146" y="526"/>
                    <a:pt x="8725" y="484"/>
                  </a:cubicBezTo>
                  <a:lnTo>
                    <a:pt x="2755" y="1"/>
                  </a:lnTo>
                  <a:close/>
                </a:path>
              </a:pathLst>
            </a:custGeom>
            <a:solidFill>
              <a:srgbClr val="344D6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937" name="Google Shape;11937;p42"/>
            <p:cNvSpPr/>
            <p:nvPr/>
          </p:nvSpPr>
          <p:spPr>
            <a:xfrm>
              <a:off x="1974020" y="3389165"/>
              <a:ext cx="101379" cy="140801"/>
            </a:xfrm>
            <a:custGeom>
              <a:rect b="b" l="l" r="r" t="t"/>
              <a:pathLst>
                <a:path extrusionOk="0" h="9404" w="6771">
                  <a:moveTo>
                    <a:pt x="5256" y="0"/>
                  </a:moveTo>
                  <a:lnTo>
                    <a:pt x="0" y="8389"/>
                  </a:lnTo>
                  <a:lnTo>
                    <a:pt x="442" y="9125"/>
                  </a:lnTo>
                  <a:cubicBezTo>
                    <a:pt x="550" y="9309"/>
                    <a:pt x="742" y="9404"/>
                    <a:pt x="931" y="9404"/>
                  </a:cubicBezTo>
                  <a:cubicBezTo>
                    <a:pt x="1110" y="9404"/>
                    <a:pt x="1286" y="9319"/>
                    <a:pt x="1388" y="9146"/>
                  </a:cubicBezTo>
                  <a:lnTo>
                    <a:pt x="6560" y="925"/>
                  </a:lnTo>
                  <a:cubicBezTo>
                    <a:pt x="6770" y="568"/>
                    <a:pt x="6539" y="105"/>
                    <a:pt x="6118" y="63"/>
                  </a:cubicBezTo>
                  <a:lnTo>
                    <a:pt x="5256" y="0"/>
                  </a:lnTo>
                  <a:close/>
                </a:path>
              </a:pathLst>
            </a:custGeom>
            <a:solidFill>
              <a:srgbClr val="B1C0C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938" name="Google Shape;11938;p42"/>
            <p:cNvSpPr/>
            <p:nvPr/>
          </p:nvSpPr>
          <p:spPr>
            <a:xfrm>
              <a:off x="2010538" y="3427884"/>
              <a:ext cx="86257" cy="88937"/>
            </a:xfrm>
            <a:custGeom>
              <a:rect b="b" l="l" r="r" t="t"/>
              <a:pathLst>
                <a:path extrusionOk="0" h="5940" w="5761">
                  <a:moveTo>
                    <a:pt x="3070" y="0"/>
                  </a:moveTo>
                  <a:lnTo>
                    <a:pt x="0" y="4899"/>
                  </a:lnTo>
                  <a:lnTo>
                    <a:pt x="988" y="5509"/>
                  </a:lnTo>
                  <a:cubicBezTo>
                    <a:pt x="1452" y="5800"/>
                    <a:pt x="1971" y="5940"/>
                    <a:pt x="2484" y="5940"/>
                  </a:cubicBezTo>
                  <a:cubicBezTo>
                    <a:pt x="3415" y="5940"/>
                    <a:pt x="4328" y="5479"/>
                    <a:pt x="4857" y="4626"/>
                  </a:cubicBezTo>
                  <a:lnTo>
                    <a:pt x="4941" y="4499"/>
                  </a:lnTo>
                  <a:cubicBezTo>
                    <a:pt x="5761" y="3175"/>
                    <a:pt x="5361" y="1451"/>
                    <a:pt x="4058" y="631"/>
                  </a:cubicBezTo>
                  <a:lnTo>
                    <a:pt x="3070" y="0"/>
                  </a:lnTo>
                  <a:close/>
                </a:path>
              </a:pathLst>
            </a:custGeom>
            <a:solidFill>
              <a:srgbClr val="CDD8D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939" name="Google Shape;11939;p42"/>
            <p:cNvSpPr/>
            <p:nvPr/>
          </p:nvSpPr>
          <p:spPr>
            <a:xfrm>
              <a:off x="2020929" y="3432600"/>
              <a:ext cx="75866" cy="84370"/>
            </a:xfrm>
            <a:custGeom>
              <a:rect b="b" l="l" r="r" t="t"/>
              <a:pathLst>
                <a:path extrusionOk="0" h="5635" w="5067">
                  <a:moveTo>
                    <a:pt x="2859" y="1"/>
                  </a:moveTo>
                  <a:lnTo>
                    <a:pt x="2859" y="1"/>
                  </a:lnTo>
                  <a:cubicBezTo>
                    <a:pt x="4606" y="2042"/>
                    <a:pt x="3073" y="5073"/>
                    <a:pt x="552" y="5073"/>
                  </a:cubicBezTo>
                  <a:cubicBezTo>
                    <a:pt x="373" y="5073"/>
                    <a:pt x="188" y="5057"/>
                    <a:pt x="0" y="5025"/>
                  </a:cubicBezTo>
                  <a:lnTo>
                    <a:pt x="0" y="5025"/>
                  </a:lnTo>
                  <a:lnTo>
                    <a:pt x="294" y="5194"/>
                  </a:lnTo>
                  <a:cubicBezTo>
                    <a:pt x="757" y="5492"/>
                    <a:pt x="1276" y="5634"/>
                    <a:pt x="1788" y="5634"/>
                  </a:cubicBezTo>
                  <a:cubicBezTo>
                    <a:pt x="2720" y="5634"/>
                    <a:pt x="3634" y="5165"/>
                    <a:pt x="4163" y="4311"/>
                  </a:cubicBezTo>
                  <a:lnTo>
                    <a:pt x="4247" y="4184"/>
                  </a:lnTo>
                  <a:cubicBezTo>
                    <a:pt x="5067" y="2860"/>
                    <a:pt x="4667" y="1136"/>
                    <a:pt x="3364" y="316"/>
                  </a:cubicBezTo>
                  <a:lnTo>
                    <a:pt x="2859" y="1"/>
                  </a:lnTo>
                  <a:close/>
                </a:path>
              </a:pathLst>
            </a:custGeom>
            <a:solidFill>
              <a:srgbClr val="B4C3C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940" name="Google Shape;11940;p42"/>
            <p:cNvSpPr/>
            <p:nvPr/>
          </p:nvSpPr>
          <p:spPr>
            <a:xfrm>
              <a:off x="1861322" y="3349652"/>
              <a:ext cx="46924" cy="44873"/>
            </a:xfrm>
            <a:custGeom>
              <a:rect b="b" l="l" r="r" t="t"/>
              <a:pathLst>
                <a:path extrusionOk="0" h="2997" w="3134">
                  <a:moveTo>
                    <a:pt x="1203" y="1"/>
                  </a:moveTo>
                  <a:cubicBezTo>
                    <a:pt x="1037" y="1"/>
                    <a:pt x="876" y="90"/>
                    <a:pt x="779" y="242"/>
                  </a:cubicBezTo>
                  <a:lnTo>
                    <a:pt x="148" y="1273"/>
                  </a:lnTo>
                  <a:cubicBezTo>
                    <a:pt x="1" y="1483"/>
                    <a:pt x="64" y="1798"/>
                    <a:pt x="295" y="1945"/>
                  </a:cubicBezTo>
                  <a:lnTo>
                    <a:pt x="1956" y="2997"/>
                  </a:lnTo>
                  <a:lnTo>
                    <a:pt x="3133" y="1125"/>
                  </a:lnTo>
                  <a:lnTo>
                    <a:pt x="1451" y="74"/>
                  </a:lnTo>
                  <a:cubicBezTo>
                    <a:pt x="1373" y="24"/>
                    <a:pt x="1287" y="1"/>
                    <a:pt x="1203" y="1"/>
                  </a:cubicBez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941" name="Google Shape;11941;p42"/>
            <p:cNvSpPr/>
            <p:nvPr/>
          </p:nvSpPr>
          <p:spPr>
            <a:xfrm>
              <a:off x="1877687" y="3358306"/>
              <a:ext cx="30559" cy="36218"/>
            </a:xfrm>
            <a:custGeom>
              <a:rect b="b" l="l" r="r" t="t"/>
              <a:pathLst>
                <a:path extrusionOk="0" h="2419" w="2041">
                  <a:moveTo>
                    <a:pt x="1136" y="1"/>
                  </a:moveTo>
                  <a:lnTo>
                    <a:pt x="1" y="1851"/>
                  </a:lnTo>
                  <a:lnTo>
                    <a:pt x="863" y="2419"/>
                  </a:lnTo>
                  <a:lnTo>
                    <a:pt x="2040" y="547"/>
                  </a:lnTo>
                  <a:lnTo>
                    <a:pt x="1136" y="1"/>
                  </a:lnTo>
                  <a:close/>
                </a:path>
              </a:pathLst>
            </a:custGeom>
            <a:solidFill>
              <a:srgbClr val="91A8B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942" name="Google Shape;11942;p42"/>
            <p:cNvSpPr/>
            <p:nvPr/>
          </p:nvSpPr>
          <p:spPr>
            <a:xfrm>
              <a:off x="1872656" y="3625880"/>
              <a:ext cx="42193" cy="32430"/>
            </a:xfrm>
            <a:custGeom>
              <a:rect b="b" l="l" r="r" t="t"/>
              <a:pathLst>
                <a:path extrusionOk="0" h="2166" w="2818">
                  <a:moveTo>
                    <a:pt x="1115" y="1"/>
                  </a:moveTo>
                  <a:cubicBezTo>
                    <a:pt x="484" y="1"/>
                    <a:pt x="1" y="505"/>
                    <a:pt x="1" y="1115"/>
                  </a:cubicBezTo>
                  <a:lnTo>
                    <a:pt x="1" y="2166"/>
                  </a:lnTo>
                  <a:lnTo>
                    <a:pt x="2818" y="2166"/>
                  </a:lnTo>
                  <a:lnTo>
                    <a:pt x="2797" y="1115"/>
                  </a:lnTo>
                  <a:cubicBezTo>
                    <a:pt x="2797" y="505"/>
                    <a:pt x="2292" y="1"/>
                    <a:pt x="1683" y="1"/>
                  </a:cubicBezTo>
                  <a:close/>
                </a:path>
              </a:pathLst>
            </a:custGeom>
            <a:solidFill>
              <a:srgbClr val="6D849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943" name="Google Shape;11943;p42"/>
            <p:cNvSpPr/>
            <p:nvPr/>
          </p:nvSpPr>
          <p:spPr>
            <a:xfrm>
              <a:off x="1885563" y="3625745"/>
              <a:ext cx="28972" cy="32565"/>
            </a:xfrm>
            <a:custGeom>
              <a:rect b="b" l="l" r="r" t="t"/>
              <a:pathLst>
                <a:path extrusionOk="0" h="2175" w="1935">
                  <a:moveTo>
                    <a:pt x="179" y="1"/>
                  </a:moveTo>
                  <a:cubicBezTo>
                    <a:pt x="120" y="1"/>
                    <a:pt x="60" y="16"/>
                    <a:pt x="1" y="31"/>
                  </a:cubicBezTo>
                  <a:cubicBezTo>
                    <a:pt x="421" y="241"/>
                    <a:pt x="673" y="682"/>
                    <a:pt x="673" y="1166"/>
                  </a:cubicBezTo>
                  <a:lnTo>
                    <a:pt x="673" y="2175"/>
                  </a:lnTo>
                  <a:lnTo>
                    <a:pt x="1935" y="2175"/>
                  </a:lnTo>
                  <a:lnTo>
                    <a:pt x="1935" y="1124"/>
                  </a:lnTo>
                  <a:cubicBezTo>
                    <a:pt x="1935" y="514"/>
                    <a:pt x="1430" y="10"/>
                    <a:pt x="821" y="10"/>
                  </a:cubicBezTo>
                  <a:lnTo>
                    <a:pt x="253" y="10"/>
                  </a:lnTo>
                  <a:cubicBezTo>
                    <a:pt x="228" y="3"/>
                    <a:pt x="204" y="1"/>
                    <a:pt x="179" y="1"/>
                  </a:cubicBezTo>
                  <a:close/>
                </a:path>
              </a:pathLst>
            </a:custGeom>
            <a:solidFill>
              <a:srgbClr val="586F8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1944" name="Google Shape;11944;p42"/>
          <p:cNvGrpSpPr/>
          <p:nvPr/>
        </p:nvGrpSpPr>
        <p:grpSpPr>
          <a:xfrm>
            <a:off x="1971819" y="4093854"/>
            <a:ext cx="383281" cy="333947"/>
            <a:chOff x="1971819" y="4276854"/>
            <a:chExt cx="383281" cy="333947"/>
          </a:xfrm>
        </p:grpSpPr>
        <p:sp>
          <p:nvSpPr>
            <p:cNvPr id="11945" name="Google Shape;11945;p42"/>
            <p:cNvSpPr/>
            <p:nvPr/>
          </p:nvSpPr>
          <p:spPr>
            <a:xfrm>
              <a:off x="1971819" y="4277094"/>
              <a:ext cx="383281" cy="333707"/>
            </a:xfrm>
            <a:custGeom>
              <a:rect b="b" l="l" r="r" t="t"/>
              <a:pathLst>
                <a:path extrusionOk="0" h="22288" w="25599">
                  <a:moveTo>
                    <a:pt x="14060" y="0"/>
                  </a:moveTo>
                  <a:cubicBezTo>
                    <a:pt x="11422" y="0"/>
                    <a:pt x="8740" y="922"/>
                    <a:pt x="6518" y="2928"/>
                  </a:cubicBezTo>
                  <a:cubicBezTo>
                    <a:pt x="0" y="8794"/>
                    <a:pt x="2334" y="19517"/>
                    <a:pt x="10702" y="22145"/>
                  </a:cubicBezTo>
                  <a:cubicBezTo>
                    <a:pt x="11014" y="22242"/>
                    <a:pt x="11325" y="22287"/>
                    <a:pt x="11629" y="22287"/>
                  </a:cubicBezTo>
                  <a:cubicBezTo>
                    <a:pt x="13434" y="22287"/>
                    <a:pt x="14966" y="20685"/>
                    <a:pt x="14696" y="18760"/>
                  </a:cubicBezTo>
                  <a:cubicBezTo>
                    <a:pt x="14465" y="17057"/>
                    <a:pt x="15033" y="15354"/>
                    <a:pt x="16252" y="14134"/>
                  </a:cubicBezTo>
                  <a:cubicBezTo>
                    <a:pt x="17290" y="13096"/>
                    <a:pt x="18692" y="12534"/>
                    <a:pt x="20127" y="12534"/>
                  </a:cubicBezTo>
                  <a:cubicBezTo>
                    <a:pt x="20552" y="12534"/>
                    <a:pt x="20980" y="12583"/>
                    <a:pt x="21403" y="12684"/>
                  </a:cubicBezTo>
                  <a:cubicBezTo>
                    <a:pt x="21659" y="12747"/>
                    <a:pt x="21913" y="12777"/>
                    <a:pt x="22162" y="12777"/>
                  </a:cubicBezTo>
                  <a:cubicBezTo>
                    <a:pt x="24051" y="12777"/>
                    <a:pt x="25599" y="11037"/>
                    <a:pt x="25208" y="9067"/>
                  </a:cubicBezTo>
                  <a:cubicBezTo>
                    <a:pt x="24046" y="3410"/>
                    <a:pt x="19135" y="0"/>
                    <a:pt x="14060" y="0"/>
                  </a:cubicBezTo>
                  <a:close/>
                </a:path>
              </a:pathLst>
            </a:custGeom>
            <a:solidFill>
              <a:srgbClr val="A3B6C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946" name="Google Shape;11946;p42"/>
            <p:cNvSpPr/>
            <p:nvPr/>
          </p:nvSpPr>
          <p:spPr>
            <a:xfrm>
              <a:off x="2071910" y="4276854"/>
              <a:ext cx="281124" cy="183233"/>
            </a:xfrm>
            <a:custGeom>
              <a:rect b="b" l="l" r="r" t="t"/>
              <a:pathLst>
                <a:path extrusionOk="0" h="12238" w="18776">
                  <a:moveTo>
                    <a:pt x="7372" y="1"/>
                  </a:moveTo>
                  <a:cubicBezTo>
                    <a:pt x="4809" y="1"/>
                    <a:pt x="2199" y="874"/>
                    <a:pt x="1" y="2776"/>
                  </a:cubicBezTo>
                  <a:cubicBezTo>
                    <a:pt x="1763" y="1879"/>
                    <a:pt x="3616" y="1463"/>
                    <a:pt x="5431" y="1463"/>
                  </a:cubicBezTo>
                  <a:cubicBezTo>
                    <a:pt x="10891" y="1463"/>
                    <a:pt x="16000" y="5237"/>
                    <a:pt x="17199" y="11060"/>
                  </a:cubicBezTo>
                  <a:cubicBezTo>
                    <a:pt x="17283" y="11438"/>
                    <a:pt x="17283" y="11859"/>
                    <a:pt x="17220" y="12237"/>
                  </a:cubicBezTo>
                  <a:cubicBezTo>
                    <a:pt x="18250" y="11543"/>
                    <a:pt x="18776" y="10303"/>
                    <a:pt x="18523" y="9083"/>
                  </a:cubicBezTo>
                  <a:cubicBezTo>
                    <a:pt x="17363" y="3436"/>
                    <a:pt x="12458" y="1"/>
                    <a:pt x="7372" y="1"/>
                  </a:cubicBezTo>
                  <a:close/>
                </a:path>
              </a:pathLst>
            </a:custGeom>
            <a:solidFill>
              <a:srgbClr val="91A8B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947" name="Google Shape;11947;p42"/>
            <p:cNvSpPr/>
            <p:nvPr/>
          </p:nvSpPr>
          <p:spPr>
            <a:xfrm>
              <a:off x="2169187" y="4328644"/>
              <a:ext cx="141984" cy="106574"/>
            </a:xfrm>
            <a:custGeom>
              <a:rect b="b" l="l" r="r" t="t"/>
              <a:pathLst>
                <a:path extrusionOk="0" h="7118" w="9483">
                  <a:moveTo>
                    <a:pt x="4741" y="0"/>
                  </a:moveTo>
                  <a:cubicBezTo>
                    <a:pt x="3832" y="0"/>
                    <a:pt x="2923" y="347"/>
                    <a:pt x="2229" y="1041"/>
                  </a:cubicBezTo>
                  <a:cubicBezTo>
                    <a:pt x="0" y="3291"/>
                    <a:pt x="1577" y="7117"/>
                    <a:pt x="4752" y="7117"/>
                  </a:cubicBezTo>
                  <a:cubicBezTo>
                    <a:pt x="7906" y="7117"/>
                    <a:pt x="9482" y="3291"/>
                    <a:pt x="7254" y="1041"/>
                  </a:cubicBezTo>
                  <a:cubicBezTo>
                    <a:pt x="6560" y="347"/>
                    <a:pt x="5651" y="0"/>
                    <a:pt x="4741" y="0"/>
                  </a:cubicBezTo>
                  <a:close/>
                </a:path>
              </a:pathLst>
            </a:custGeom>
            <a:solidFill>
              <a:srgbClr val="F8FAF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948" name="Google Shape;11948;p42"/>
            <p:cNvSpPr/>
            <p:nvPr/>
          </p:nvSpPr>
          <p:spPr>
            <a:xfrm>
              <a:off x="2194685" y="4328959"/>
              <a:ext cx="103894" cy="98699"/>
            </a:xfrm>
            <a:custGeom>
              <a:rect b="b" l="l" r="r" t="t"/>
              <a:pathLst>
                <a:path extrusionOk="0" h="6592" w="6939">
                  <a:moveTo>
                    <a:pt x="3049" y="0"/>
                  </a:moveTo>
                  <a:cubicBezTo>
                    <a:pt x="2145" y="0"/>
                    <a:pt x="1241" y="347"/>
                    <a:pt x="547" y="1041"/>
                  </a:cubicBezTo>
                  <a:lnTo>
                    <a:pt x="526" y="1020"/>
                  </a:lnTo>
                  <a:cubicBezTo>
                    <a:pt x="316" y="1230"/>
                    <a:pt x="148" y="1462"/>
                    <a:pt x="0" y="1714"/>
                  </a:cubicBezTo>
                  <a:cubicBezTo>
                    <a:pt x="614" y="1344"/>
                    <a:pt x="1243" y="1181"/>
                    <a:pt x="1846" y="1181"/>
                  </a:cubicBezTo>
                  <a:cubicBezTo>
                    <a:pt x="4366" y="1181"/>
                    <a:pt x="6422" y="4030"/>
                    <a:pt x="4878" y="6592"/>
                  </a:cubicBezTo>
                  <a:cubicBezTo>
                    <a:pt x="5130" y="6444"/>
                    <a:pt x="5362" y="6255"/>
                    <a:pt x="5572" y="6066"/>
                  </a:cubicBezTo>
                  <a:cubicBezTo>
                    <a:pt x="6938" y="4657"/>
                    <a:pt x="6938" y="2429"/>
                    <a:pt x="5551" y="1041"/>
                  </a:cubicBezTo>
                  <a:cubicBezTo>
                    <a:pt x="4857" y="347"/>
                    <a:pt x="3953" y="0"/>
                    <a:pt x="3049" y="0"/>
                  </a:cubicBezTo>
                  <a:close/>
                </a:path>
              </a:pathLst>
            </a:custGeom>
            <a:solidFill>
              <a:srgbClr val="ECF0F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949" name="Google Shape;11949;p42"/>
            <p:cNvSpPr/>
            <p:nvPr/>
          </p:nvSpPr>
          <p:spPr>
            <a:xfrm>
              <a:off x="2061849" y="4499810"/>
              <a:ext cx="81226" cy="60684"/>
            </a:xfrm>
            <a:custGeom>
              <a:rect b="b" l="l" r="r" t="t"/>
              <a:pathLst>
                <a:path extrusionOk="0" h="4053" w="5425">
                  <a:moveTo>
                    <a:pt x="2704" y="0"/>
                  </a:moveTo>
                  <a:cubicBezTo>
                    <a:pt x="2187" y="0"/>
                    <a:pt x="1672" y="195"/>
                    <a:pt x="1283" y="584"/>
                  </a:cubicBezTo>
                  <a:cubicBezTo>
                    <a:pt x="0" y="1866"/>
                    <a:pt x="904" y="4053"/>
                    <a:pt x="2712" y="4053"/>
                  </a:cubicBezTo>
                  <a:cubicBezTo>
                    <a:pt x="4520" y="4053"/>
                    <a:pt x="5424" y="1866"/>
                    <a:pt x="4142" y="584"/>
                  </a:cubicBezTo>
                  <a:cubicBezTo>
                    <a:pt x="3743" y="195"/>
                    <a:pt x="3222" y="0"/>
                    <a:pt x="2704" y="0"/>
                  </a:cubicBezTo>
                  <a:close/>
                </a:path>
              </a:pathLst>
            </a:custGeom>
            <a:solidFill>
              <a:srgbClr val="E2E8E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950" name="Google Shape;11950;p42"/>
            <p:cNvSpPr/>
            <p:nvPr/>
          </p:nvSpPr>
          <p:spPr>
            <a:xfrm>
              <a:off x="2075384" y="4499600"/>
              <a:ext cx="62660" cy="57435"/>
            </a:xfrm>
            <a:custGeom>
              <a:rect b="b" l="l" r="r" t="t"/>
              <a:pathLst>
                <a:path extrusionOk="0" h="3836" w="4185">
                  <a:moveTo>
                    <a:pt x="1817" y="0"/>
                  </a:moveTo>
                  <a:cubicBezTo>
                    <a:pt x="1300" y="0"/>
                    <a:pt x="779" y="198"/>
                    <a:pt x="379" y="598"/>
                  </a:cubicBezTo>
                  <a:cubicBezTo>
                    <a:pt x="232" y="766"/>
                    <a:pt x="84" y="934"/>
                    <a:pt x="0" y="1123"/>
                  </a:cubicBezTo>
                  <a:cubicBezTo>
                    <a:pt x="299" y="978"/>
                    <a:pt x="600" y="912"/>
                    <a:pt x="890" y="912"/>
                  </a:cubicBezTo>
                  <a:cubicBezTo>
                    <a:pt x="2277" y="912"/>
                    <a:pt x="3408" y="2410"/>
                    <a:pt x="2712" y="3836"/>
                  </a:cubicBezTo>
                  <a:cubicBezTo>
                    <a:pt x="3827" y="3289"/>
                    <a:pt x="4184" y="1859"/>
                    <a:pt x="3448" y="850"/>
                  </a:cubicBezTo>
                  <a:cubicBezTo>
                    <a:pt x="3057" y="287"/>
                    <a:pt x="2441" y="0"/>
                    <a:pt x="1817" y="0"/>
                  </a:cubicBezTo>
                  <a:close/>
                </a:path>
              </a:pathLst>
            </a:custGeom>
            <a:solidFill>
              <a:srgbClr val="D1DBE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951" name="Google Shape;11951;p42"/>
            <p:cNvSpPr/>
            <p:nvPr/>
          </p:nvSpPr>
          <p:spPr>
            <a:xfrm>
              <a:off x="2030047" y="4417027"/>
              <a:ext cx="81241" cy="60684"/>
            </a:xfrm>
            <a:custGeom>
              <a:rect b="b" l="l" r="r" t="t"/>
              <a:pathLst>
                <a:path extrusionOk="0" h="4053" w="5426">
                  <a:moveTo>
                    <a:pt x="2721" y="0"/>
                  </a:moveTo>
                  <a:cubicBezTo>
                    <a:pt x="2203" y="0"/>
                    <a:pt x="1683" y="195"/>
                    <a:pt x="1283" y="583"/>
                  </a:cubicBezTo>
                  <a:cubicBezTo>
                    <a:pt x="1" y="1866"/>
                    <a:pt x="905" y="4052"/>
                    <a:pt x="2713" y="4052"/>
                  </a:cubicBezTo>
                  <a:cubicBezTo>
                    <a:pt x="4521" y="4052"/>
                    <a:pt x="5425" y="1866"/>
                    <a:pt x="4143" y="583"/>
                  </a:cubicBezTo>
                  <a:cubicBezTo>
                    <a:pt x="3754" y="195"/>
                    <a:pt x="3238" y="0"/>
                    <a:pt x="2721" y="0"/>
                  </a:cubicBezTo>
                  <a:close/>
                </a:path>
              </a:pathLst>
            </a:custGeom>
            <a:solidFill>
              <a:srgbClr val="435D7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952" name="Google Shape;11952;p42"/>
            <p:cNvSpPr/>
            <p:nvPr/>
          </p:nvSpPr>
          <p:spPr>
            <a:xfrm>
              <a:off x="2043897" y="4416937"/>
              <a:ext cx="62345" cy="57315"/>
            </a:xfrm>
            <a:custGeom>
              <a:rect b="b" l="l" r="r" t="t"/>
              <a:pathLst>
                <a:path extrusionOk="0" h="3828" w="4164">
                  <a:moveTo>
                    <a:pt x="1798" y="0"/>
                  </a:moveTo>
                  <a:cubicBezTo>
                    <a:pt x="1281" y="0"/>
                    <a:pt x="761" y="198"/>
                    <a:pt x="358" y="610"/>
                  </a:cubicBezTo>
                  <a:lnTo>
                    <a:pt x="358" y="589"/>
                  </a:lnTo>
                  <a:cubicBezTo>
                    <a:pt x="211" y="737"/>
                    <a:pt x="85" y="905"/>
                    <a:pt x="1" y="1094"/>
                  </a:cubicBezTo>
                  <a:cubicBezTo>
                    <a:pt x="317" y="926"/>
                    <a:pt x="639" y="851"/>
                    <a:pt x="949" y="851"/>
                  </a:cubicBezTo>
                  <a:cubicBezTo>
                    <a:pt x="2346" y="851"/>
                    <a:pt x="3491" y="2381"/>
                    <a:pt x="2734" y="3827"/>
                  </a:cubicBezTo>
                  <a:cubicBezTo>
                    <a:pt x="3827" y="3260"/>
                    <a:pt x="4164" y="1830"/>
                    <a:pt x="3428" y="821"/>
                  </a:cubicBezTo>
                  <a:cubicBezTo>
                    <a:pt x="3027" y="283"/>
                    <a:pt x="2415" y="0"/>
                    <a:pt x="1798" y="0"/>
                  </a:cubicBezTo>
                  <a:close/>
                </a:path>
              </a:pathLst>
            </a:custGeom>
            <a:solidFill>
              <a:srgbClr val="2B455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953" name="Google Shape;11953;p42"/>
            <p:cNvSpPr/>
            <p:nvPr/>
          </p:nvSpPr>
          <p:spPr>
            <a:xfrm>
              <a:off x="2067194" y="4330845"/>
              <a:ext cx="80911" cy="60609"/>
            </a:xfrm>
            <a:custGeom>
              <a:rect b="b" l="l" r="r" t="t"/>
              <a:pathLst>
                <a:path extrusionOk="0" h="4048" w="5404">
                  <a:moveTo>
                    <a:pt x="2705" y="1"/>
                  </a:moveTo>
                  <a:cubicBezTo>
                    <a:pt x="2187" y="1"/>
                    <a:pt x="1672" y="200"/>
                    <a:pt x="1283" y="600"/>
                  </a:cubicBezTo>
                  <a:cubicBezTo>
                    <a:pt x="1" y="1882"/>
                    <a:pt x="905" y="4048"/>
                    <a:pt x="2713" y="4048"/>
                  </a:cubicBezTo>
                  <a:cubicBezTo>
                    <a:pt x="4500" y="4048"/>
                    <a:pt x="5404" y="1882"/>
                    <a:pt x="4142" y="600"/>
                  </a:cubicBezTo>
                  <a:cubicBezTo>
                    <a:pt x="3743" y="200"/>
                    <a:pt x="3223" y="1"/>
                    <a:pt x="2705" y="1"/>
                  </a:cubicBezTo>
                  <a:close/>
                </a:path>
              </a:pathLst>
            </a:custGeom>
            <a:solidFill>
              <a:srgbClr val="6D849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954" name="Google Shape;11954;p42"/>
            <p:cNvSpPr/>
            <p:nvPr/>
          </p:nvSpPr>
          <p:spPr>
            <a:xfrm>
              <a:off x="2080415" y="4330845"/>
              <a:ext cx="62974" cy="57464"/>
            </a:xfrm>
            <a:custGeom>
              <a:rect b="b" l="l" r="r" t="t"/>
              <a:pathLst>
                <a:path extrusionOk="0" h="3838" w="4206">
                  <a:moveTo>
                    <a:pt x="1839" y="0"/>
                  </a:moveTo>
                  <a:cubicBezTo>
                    <a:pt x="1323" y="0"/>
                    <a:pt x="802" y="197"/>
                    <a:pt x="400" y="600"/>
                  </a:cubicBezTo>
                  <a:lnTo>
                    <a:pt x="379" y="600"/>
                  </a:lnTo>
                  <a:cubicBezTo>
                    <a:pt x="232" y="747"/>
                    <a:pt x="106" y="915"/>
                    <a:pt x="1" y="1104"/>
                  </a:cubicBezTo>
                  <a:cubicBezTo>
                    <a:pt x="318" y="942"/>
                    <a:pt x="639" y="869"/>
                    <a:pt x="948" y="869"/>
                  </a:cubicBezTo>
                  <a:cubicBezTo>
                    <a:pt x="2356" y="869"/>
                    <a:pt x="3496" y="2389"/>
                    <a:pt x="2755" y="3838"/>
                  </a:cubicBezTo>
                  <a:cubicBezTo>
                    <a:pt x="3848" y="3270"/>
                    <a:pt x="4205" y="1840"/>
                    <a:pt x="3470" y="831"/>
                  </a:cubicBezTo>
                  <a:cubicBezTo>
                    <a:pt x="3069" y="282"/>
                    <a:pt x="2457" y="0"/>
                    <a:pt x="1839" y="0"/>
                  </a:cubicBezTo>
                  <a:close/>
                </a:path>
              </a:pathLst>
            </a:custGeom>
            <a:solidFill>
              <a:srgbClr val="586F8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1955" name="Google Shape;11955;p42"/>
          <p:cNvGrpSpPr/>
          <p:nvPr/>
        </p:nvGrpSpPr>
        <p:grpSpPr>
          <a:xfrm>
            <a:off x="1825119" y="2702819"/>
            <a:ext cx="175987" cy="361392"/>
            <a:chOff x="1825119" y="2885819"/>
            <a:chExt cx="175987" cy="361392"/>
          </a:xfrm>
        </p:grpSpPr>
        <p:sp>
          <p:nvSpPr>
            <p:cNvPr id="11956" name="Google Shape;11956;p42"/>
            <p:cNvSpPr/>
            <p:nvPr/>
          </p:nvSpPr>
          <p:spPr>
            <a:xfrm>
              <a:off x="1825119" y="2885819"/>
              <a:ext cx="175987" cy="56356"/>
            </a:xfrm>
            <a:custGeom>
              <a:rect b="b" l="l" r="r" t="t"/>
              <a:pathLst>
                <a:path extrusionOk="0" h="3764" w="11754">
                  <a:moveTo>
                    <a:pt x="1494" y="0"/>
                  </a:moveTo>
                  <a:cubicBezTo>
                    <a:pt x="674" y="0"/>
                    <a:pt x="1" y="673"/>
                    <a:pt x="1" y="1493"/>
                  </a:cubicBezTo>
                  <a:lnTo>
                    <a:pt x="1" y="2271"/>
                  </a:lnTo>
                  <a:cubicBezTo>
                    <a:pt x="1" y="3091"/>
                    <a:pt x="674" y="3764"/>
                    <a:pt x="1494" y="3764"/>
                  </a:cubicBezTo>
                  <a:lnTo>
                    <a:pt x="10261" y="3764"/>
                  </a:lnTo>
                  <a:cubicBezTo>
                    <a:pt x="11081" y="3764"/>
                    <a:pt x="11754" y="3091"/>
                    <a:pt x="11754" y="2271"/>
                  </a:cubicBezTo>
                  <a:lnTo>
                    <a:pt x="11754" y="1493"/>
                  </a:lnTo>
                  <a:cubicBezTo>
                    <a:pt x="11754" y="673"/>
                    <a:pt x="11081" y="0"/>
                    <a:pt x="10261" y="0"/>
                  </a:cubicBezTo>
                  <a:close/>
                </a:path>
              </a:pathLst>
            </a:custGeom>
            <a:solidFill>
              <a:srgbClr val="A5B8C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957" name="Google Shape;11957;p42"/>
            <p:cNvSpPr/>
            <p:nvPr/>
          </p:nvSpPr>
          <p:spPr>
            <a:xfrm>
              <a:off x="1951666" y="2886119"/>
              <a:ext cx="49439" cy="56371"/>
            </a:xfrm>
            <a:custGeom>
              <a:rect b="b" l="l" r="r" t="t"/>
              <a:pathLst>
                <a:path extrusionOk="0" h="3765" w="3302">
                  <a:moveTo>
                    <a:pt x="1846" y="1"/>
                  </a:moveTo>
                  <a:cubicBezTo>
                    <a:pt x="1834" y="1"/>
                    <a:pt x="1821" y="1"/>
                    <a:pt x="1809" y="1"/>
                  </a:cubicBezTo>
                  <a:lnTo>
                    <a:pt x="1" y="1"/>
                  </a:lnTo>
                  <a:cubicBezTo>
                    <a:pt x="610" y="253"/>
                    <a:pt x="989" y="842"/>
                    <a:pt x="989" y="1494"/>
                  </a:cubicBezTo>
                  <a:lnTo>
                    <a:pt x="989" y="2251"/>
                  </a:lnTo>
                  <a:cubicBezTo>
                    <a:pt x="989" y="2903"/>
                    <a:pt x="610" y="3491"/>
                    <a:pt x="1" y="3765"/>
                  </a:cubicBezTo>
                  <a:lnTo>
                    <a:pt x="1809" y="3765"/>
                  </a:lnTo>
                  <a:cubicBezTo>
                    <a:pt x="2629" y="3765"/>
                    <a:pt x="3302" y="3092"/>
                    <a:pt x="3302" y="2272"/>
                  </a:cubicBezTo>
                  <a:lnTo>
                    <a:pt x="3302" y="1473"/>
                  </a:lnTo>
                  <a:cubicBezTo>
                    <a:pt x="3302" y="665"/>
                    <a:pt x="2649" y="1"/>
                    <a:pt x="1846" y="1"/>
                  </a:cubicBezTo>
                  <a:close/>
                </a:path>
              </a:pathLst>
            </a:custGeom>
            <a:solidFill>
              <a:srgbClr val="8EA6B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958" name="Google Shape;11958;p42"/>
            <p:cNvSpPr/>
            <p:nvPr/>
          </p:nvSpPr>
          <p:spPr>
            <a:xfrm>
              <a:off x="1853776" y="2942161"/>
              <a:ext cx="118058" cy="304735"/>
            </a:xfrm>
            <a:custGeom>
              <a:rect b="b" l="l" r="r" t="t"/>
              <a:pathLst>
                <a:path extrusionOk="0" h="20353" w="7885">
                  <a:moveTo>
                    <a:pt x="0" y="1"/>
                  </a:moveTo>
                  <a:lnTo>
                    <a:pt x="0" y="16526"/>
                  </a:lnTo>
                  <a:cubicBezTo>
                    <a:pt x="0" y="18649"/>
                    <a:pt x="1703" y="20352"/>
                    <a:pt x="3806" y="20352"/>
                  </a:cubicBezTo>
                  <a:lnTo>
                    <a:pt x="4037" y="20352"/>
                  </a:lnTo>
                  <a:cubicBezTo>
                    <a:pt x="6160" y="20352"/>
                    <a:pt x="7884" y="18649"/>
                    <a:pt x="7884" y="16526"/>
                  </a:cubicBezTo>
                  <a:lnTo>
                    <a:pt x="7884" y="1"/>
                  </a:lnTo>
                  <a:close/>
                </a:path>
              </a:pathLst>
            </a:custGeom>
            <a:solidFill>
              <a:srgbClr val="D9E1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959" name="Google Shape;11959;p42"/>
            <p:cNvSpPr/>
            <p:nvPr/>
          </p:nvSpPr>
          <p:spPr>
            <a:xfrm>
              <a:off x="1853776" y="2942161"/>
              <a:ext cx="118058" cy="305050"/>
            </a:xfrm>
            <a:custGeom>
              <a:rect b="b" l="l" r="r" t="t"/>
              <a:pathLst>
                <a:path extrusionOk="0" h="20374" w="7885">
                  <a:moveTo>
                    <a:pt x="0" y="1"/>
                  </a:moveTo>
                  <a:lnTo>
                    <a:pt x="0" y="863"/>
                  </a:lnTo>
                  <a:lnTo>
                    <a:pt x="3049" y="863"/>
                  </a:lnTo>
                  <a:cubicBezTo>
                    <a:pt x="4899" y="863"/>
                    <a:pt x="6413" y="2376"/>
                    <a:pt x="6413" y="4226"/>
                  </a:cubicBezTo>
                  <a:lnTo>
                    <a:pt x="6413" y="15033"/>
                  </a:lnTo>
                  <a:cubicBezTo>
                    <a:pt x="6413" y="17364"/>
                    <a:pt x="4487" y="19089"/>
                    <a:pt x="2359" y="19089"/>
                  </a:cubicBezTo>
                  <a:cubicBezTo>
                    <a:pt x="1801" y="19089"/>
                    <a:pt x="1228" y="18970"/>
                    <a:pt x="673" y="18712"/>
                  </a:cubicBezTo>
                  <a:lnTo>
                    <a:pt x="673" y="18712"/>
                  </a:lnTo>
                  <a:cubicBezTo>
                    <a:pt x="1388" y="19742"/>
                    <a:pt x="2565" y="20373"/>
                    <a:pt x="3827" y="20373"/>
                  </a:cubicBezTo>
                  <a:lnTo>
                    <a:pt x="4058" y="20373"/>
                  </a:lnTo>
                  <a:cubicBezTo>
                    <a:pt x="6160" y="20352"/>
                    <a:pt x="7884" y="18649"/>
                    <a:pt x="7884" y="16547"/>
                  </a:cubicBezTo>
                  <a:lnTo>
                    <a:pt x="7884" y="1"/>
                  </a:lnTo>
                  <a:close/>
                </a:path>
              </a:pathLst>
            </a:custGeom>
            <a:solidFill>
              <a:srgbClr val="AFC0C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960" name="Google Shape;11960;p42"/>
            <p:cNvSpPr/>
            <p:nvPr/>
          </p:nvSpPr>
          <p:spPr>
            <a:xfrm>
              <a:off x="1933100" y="2963257"/>
              <a:ext cx="38419" cy="10705"/>
            </a:xfrm>
            <a:custGeom>
              <a:rect b="b" l="l" r="r" t="t"/>
              <a:pathLst>
                <a:path extrusionOk="0" h="715" w="2566">
                  <a:moveTo>
                    <a:pt x="358" y="0"/>
                  </a:moveTo>
                  <a:cubicBezTo>
                    <a:pt x="168" y="0"/>
                    <a:pt x="0" y="147"/>
                    <a:pt x="0" y="358"/>
                  </a:cubicBezTo>
                  <a:cubicBezTo>
                    <a:pt x="0" y="547"/>
                    <a:pt x="168" y="715"/>
                    <a:pt x="358" y="715"/>
                  </a:cubicBezTo>
                  <a:lnTo>
                    <a:pt x="2565" y="715"/>
                  </a:lnTo>
                  <a:lnTo>
                    <a:pt x="2565" y="0"/>
                  </a:lnTo>
                  <a:close/>
                </a:path>
              </a:pathLst>
            </a:custGeom>
            <a:solidFill>
              <a:srgbClr val="344D6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961" name="Google Shape;11961;p42"/>
            <p:cNvSpPr/>
            <p:nvPr/>
          </p:nvSpPr>
          <p:spPr>
            <a:xfrm>
              <a:off x="1933100" y="3001347"/>
              <a:ext cx="38419" cy="11020"/>
            </a:xfrm>
            <a:custGeom>
              <a:rect b="b" l="l" r="r" t="t"/>
              <a:pathLst>
                <a:path extrusionOk="0" h="736" w="2566">
                  <a:moveTo>
                    <a:pt x="358" y="0"/>
                  </a:moveTo>
                  <a:cubicBezTo>
                    <a:pt x="168" y="0"/>
                    <a:pt x="0" y="168"/>
                    <a:pt x="0" y="379"/>
                  </a:cubicBezTo>
                  <a:cubicBezTo>
                    <a:pt x="0" y="568"/>
                    <a:pt x="168" y="736"/>
                    <a:pt x="358" y="736"/>
                  </a:cubicBezTo>
                  <a:lnTo>
                    <a:pt x="2565" y="736"/>
                  </a:lnTo>
                  <a:lnTo>
                    <a:pt x="2565" y="0"/>
                  </a:lnTo>
                  <a:close/>
                </a:path>
              </a:pathLst>
            </a:custGeom>
            <a:solidFill>
              <a:srgbClr val="344D6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962" name="Google Shape;11962;p42"/>
            <p:cNvSpPr/>
            <p:nvPr/>
          </p:nvSpPr>
          <p:spPr>
            <a:xfrm>
              <a:off x="1933100" y="3039437"/>
              <a:ext cx="38419" cy="11020"/>
            </a:xfrm>
            <a:custGeom>
              <a:rect b="b" l="l" r="r" t="t"/>
              <a:pathLst>
                <a:path extrusionOk="0" h="736" w="2566">
                  <a:moveTo>
                    <a:pt x="358" y="0"/>
                  </a:moveTo>
                  <a:cubicBezTo>
                    <a:pt x="168" y="0"/>
                    <a:pt x="0" y="168"/>
                    <a:pt x="0" y="379"/>
                  </a:cubicBezTo>
                  <a:cubicBezTo>
                    <a:pt x="0" y="568"/>
                    <a:pt x="168" y="736"/>
                    <a:pt x="358" y="736"/>
                  </a:cubicBezTo>
                  <a:lnTo>
                    <a:pt x="2565" y="736"/>
                  </a:lnTo>
                  <a:lnTo>
                    <a:pt x="2565" y="0"/>
                  </a:lnTo>
                  <a:close/>
                </a:path>
              </a:pathLst>
            </a:custGeom>
            <a:solidFill>
              <a:srgbClr val="344D6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963" name="Google Shape;11963;p42"/>
            <p:cNvSpPr/>
            <p:nvPr/>
          </p:nvSpPr>
          <p:spPr>
            <a:xfrm>
              <a:off x="1933100" y="3077527"/>
              <a:ext cx="38419" cy="11020"/>
            </a:xfrm>
            <a:custGeom>
              <a:rect b="b" l="l" r="r" t="t"/>
              <a:pathLst>
                <a:path extrusionOk="0" h="736" w="2566">
                  <a:moveTo>
                    <a:pt x="358" y="0"/>
                  </a:moveTo>
                  <a:cubicBezTo>
                    <a:pt x="168" y="0"/>
                    <a:pt x="0" y="168"/>
                    <a:pt x="0" y="378"/>
                  </a:cubicBezTo>
                  <a:cubicBezTo>
                    <a:pt x="0" y="568"/>
                    <a:pt x="168" y="736"/>
                    <a:pt x="358" y="736"/>
                  </a:cubicBezTo>
                  <a:lnTo>
                    <a:pt x="2565" y="736"/>
                  </a:lnTo>
                  <a:lnTo>
                    <a:pt x="2565" y="0"/>
                  </a:lnTo>
                  <a:close/>
                </a:path>
              </a:pathLst>
            </a:custGeom>
            <a:solidFill>
              <a:srgbClr val="344D6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964" name="Google Shape;11964;p42"/>
            <p:cNvSpPr/>
            <p:nvPr/>
          </p:nvSpPr>
          <p:spPr>
            <a:xfrm>
              <a:off x="1933100" y="3115931"/>
              <a:ext cx="38419" cy="10705"/>
            </a:xfrm>
            <a:custGeom>
              <a:rect b="b" l="l" r="r" t="t"/>
              <a:pathLst>
                <a:path extrusionOk="0" h="715" w="2566">
                  <a:moveTo>
                    <a:pt x="358" y="0"/>
                  </a:moveTo>
                  <a:cubicBezTo>
                    <a:pt x="168" y="0"/>
                    <a:pt x="0" y="147"/>
                    <a:pt x="0" y="357"/>
                  </a:cubicBezTo>
                  <a:cubicBezTo>
                    <a:pt x="0" y="568"/>
                    <a:pt x="168" y="715"/>
                    <a:pt x="358" y="715"/>
                  </a:cubicBezTo>
                  <a:lnTo>
                    <a:pt x="2565" y="715"/>
                  </a:lnTo>
                  <a:lnTo>
                    <a:pt x="2565" y="0"/>
                  </a:lnTo>
                  <a:close/>
                </a:path>
              </a:pathLst>
            </a:custGeom>
            <a:solidFill>
              <a:srgbClr val="344D6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965" name="Google Shape;11965;p42"/>
            <p:cNvSpPr/>
            <p:nvPr/>
          </p:nvSpPr>
          <p:spPr>
            <a:xfrm>
              <a:off x="1933100" y="3154007"/>
              <a:ext cx="38419" cy="10720"/>
            </a:xfrm>
            <a:custGeom>
              <a:rect b="b" l="l" r="r" t="t"/>
              <a:pathLst>
                <a:path extrusionOk="0" h="716" w="2566">
                  <a:moveTo>
                    <a:pt x="358" y="1"/>
                  </a:moveTo>
                  <a:cubicBezTo>
                    <a:pt x="168" y="1"/>
                    <a:pt x="0" y="169"/>
                    <a:pt x="0" y="358"/>
                  </a:cubicBezTo>
                  <a:cubicBezTo>
                    <a:pt x="0" y="569"/>
                    <a:pt x="168" y="716"/>
                    <a:pt x="358" y="716"/>
                  </a:cubicBezTo>
                  <a:lnTo>
                    <a:pt x="2565" y="716"/>
                  </a:lnTo>
                  <a:lnTo>
                    <a:pt x="2565" y="1"/>
                  </a:lnTo>
                  <a:close/>
                </a:path>
              </a:pathLst>
            </a:custGeom>
            <a:solidFill>
              <a:srgbClr val="344D6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1966" name="Google Shape;11966;p42"/>
          <p:cNvGrpSpPr/>
          <p:nvPr/>
        </p:nvGrpSpPr>
        <p:grpSpPr>
          <a:xfrm>
            <a:off x="3504824" y="3222844"/>
            <a:ext cx="369896" cy="226339"/>
            <a:chOff x="3504824" y="3405844"/>
            <a:chExt cx="369896" cy="226339"/>
          </a:xfrm>
        </p:grpSpPr>
        <p:sp>
          <p:nvSpPr>
            <p:cNvPr id="11967" name="Google Shape;11967;p42"/>
            <p:cNvSpPr/>
            <p:nvPr/>
          </p:nvSpPr>
          <p:spPr>
            <a:xfrm>
              <a:off x="3504824" y="3461871"/>
              <a:ext cx="369896" cy="141984"/>
            </a:xfrm>
            <a:custGeom>
              <a:rect b="b" l="l" r="r" t="t"/>
              <a:pathLst>
                <a:path extrusionOk="0" h="9483" w="24705">
                  <a:moveTo>
                    <a:pt x="23732" y="0"/>
                  </a:moveTo>
                  <a:cubicBezTo>
                    <a:pt x="23720" y="0"/>
                    <a:pt x="23708" y="0"/>
                    <a:pt x="23695" y="1"/>
                  </a:cubicBezTo>
                  <a:lnTo>
                    <a:pt x="1010" y="1"/>
                  </a:lnTo>
                  <a:cubicBezTo>
                    <a:pt x="463" y="1"/>
                    <a:pt x="1" y="442"/>
                    <a:pt x="1" y="989"/>
                  </a:cubicBezTo>
                  <a:lnTo>
                    <a:pt x="1" y="8474"/>
                  </a:lnTo>
                  <a:cubicBezTo>
                    <a:pt x="1" y="9020"/>
                    <a:pt x="463" y="9483"/>
                    <a:pt x="1010" y="9483"/>
                  </a:cubicBezTo>
                  <a:lnTo>
                    <a:pt x="23695" y="9483"/>
                  </a:lnTo>
                  <a:cubicBezTo>
                    <a:pt x="24263" y="9483"/>
                    <a:pt x="24704" y="9020"/>
                    <a:pt x="24704" y="8474"/>
                  </a:cubicBezTo>
                  <a:lnTo>
                    <a:pt x="24704" y="989"/>
                  </a:lnTo>
                  <a:cubicBezTo>
                    <a:pt x="24704" y="454"/>
                    <a:pt x="24282" y="0"/>
                    <a:pt x="23732" y="0"/>
                  </a:cubicBezTo>
                  <a:close/>
                </a:path>
              </a:pathLst>
            </a:custGeom>
            <a:solidFill>
              <a:srgbClr val="344D6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968" name="Google Shape;11968;p42"/>
            <p:cNvSpPr/>
            <p:nvPr/>
          </p:nvSpPr>
          <p:spPr>
            <a:xfrm>
              <a:off x="3835357" y="3461557"/>
              <a:ext cx="39363" cy="142299"/>
            </a:xfrm>
            <a:custGeom>
              <a:rect b="b" l="l" r="r" t="t"/>
              <a:pathLst>
                <a:path extrusionOk="0" h="9504" w="2629">
                  <a:moveTo>
                    <a:pt x="0" y="1"/>
                  </a:moveTo>
                  <a:cubicBezTo>
                    <a:pt x="147" y="211"/>
                    <a:pt x="210" y="442"/>
                    <a:pt x="210" y="674"/>
                  </a:cubicBezTo>
                  <a:lnTo>
                    <a:pt x="210" y="8831"/>
                  </a:lnTo>
                  <a:cubicBezTo>
                    <a:pt x="210" y="9062"/>
                    <a:pt x="147" y="9294"/>
                    <a:pt x="0" y="9504"/>
                  </a:cubicBezTo>
                  <a:lnTo>
                    <a:pt x="1619" y="9504"/>
                  </a:lnTo>
                  <a:cubicBezTo>
                    <a:pt x="2187" y="9504"/>
                    <a:pt x="2628" y="9041"/>
                    <a:pt x="2628" y="8495"/>
                  </a:cubicBezTo>
                  <a:lnTo>
                    <a:pt x="2628" y="1010"/>
                  </a:lnTo>
                  <a:cubicBezTo>
                    <a:pt x="2628" y="463"/>
                    <a:pt x="2187" y="1"/>
                    <a:pt x="1619" y="1"/>
                  </a:cubicBezTo>
                  <a:close/>
                </a:path>
              </a:pathLst>
            </a:custGeom>
            <a:solidFill>
              <a:srgbClr val="B1C0C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969" name="Google Shape;11969;p42"/>
            <p:cNvSpPr/>
            <p:nvPr/>
          </p:nvSpPr>
          <p:spPr>
            <a:xfrm>
              <a:off x="3554877" y="3603840"/>
              <a:ext cx="73051" cy="28343"/>
            </a:xfrm>
            <a:custGeom>
              <a:rect b="b" l="l" r="r" t="t"/>
              <a:pathLst>
                <a:path extrusionOk="0" h="1893" w="4879">
                  <a:moveTo>
                    <a:pt x="1" y="1"/>
                  </a:moveTo>
                  <a:lnTo>
                    <a:pt x="1" y="1241"/>
                  </a:lnTo>
                  <a:cubicBezTo>
                    <a:pt x="1" y="1599"/>
                    <a:pt x="295" y="1893"/>
                    <a:pt x="652" y="1893"/>
                  </a:cubicBezTo>
                  <a:lnTo>
                    <a:pt x="4205" y="1893"/>
                  </a:lnTo>
                  <a:cubicBezTo>
                    <a:pt x="4563" y="1893"/>
                    <a:pt x="4878" y="1599"/>
                    <a:pt x="4878" y="1241"/>
                  </a:cubicBezTo>
                  <a:lnTo>
                    <a:pt x="4878" y="1"/>
                  </a:lnTo>
                  <a:close/>
                </a:path>
              </a:pathLst>
            </a:custGeom>
            <a:solidFill>
              <a:srgbClr val="344D6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970" name="Google Shape;11970;p42"/>
            <p:cNvSpPr/>
            <p:nvPr/>
          </p:nvSpPr>
          <p:spPr>
            <a:xfrm>
              <a:off x="3595797" y="3603840"/>
              <a:ext cx="32131" cy="28343"/>
            </a:xfrm>
            <a:custGeom>
              <a:rect b="b" l="l" r="r" t="t"/>
              <a:pathLst>
                <a:path extrusionOk="0" h="1893" w="2146">
                  <a:moveTo>
                    <a:pt x="295" y="1"/>
                  </a:moveTo>
                  <a:lnTo>
                    <a:pt x="295" y="1262"/>
                  </a:lnTo>
                  <a:cubicBezTo>
                    <a:pt x="295" y="1515"/>
                    <a:pt x="190" y="1746"/>
                    <a:pt x="1" y="1893"/>
                  </a:cubicBezTo>
                  <a:lnTo>
                    <a:pt x="1472" y="1893"/>
                  </a:lnTo>
                  <a:cubicBezTo>
                    <a:pt x="1851" y="1893"/>
                    <a:pt x="2145" y="1599"/>
                    <a:pt x="2145" y="1241"/>
                  </a:cubicBezTo>
                  <a:lnTo>
                    <a:pt x="2145" y="1"/>
                  </a:lnTo>
                  <a:close/>
                </a:path>
              </a:pathLst>
            </a:custGeom>
            <a:solidFill>
              <a:srgbClr val="B1C0C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971" name="Google Shape;11971;p42"/>
            <p:cNvSpPr/>
            <p:nvPr/>
          </p:nvSpPr>
          <p:spPr>
            <a:xfrm>
              <a:off x="3751930" y="3603840"/>
              <a:ext cx="73051" cy="28343"/>
            </a:xfrm>
            <a:custGeom>
              <a:rect b="b" l="l" r="r" t="t"/>
              <a:pathLst>
                <a:path extrusionOk="0" h="1893" w="4879">
                  <a:moveTo>
                    <a:pt x="1" y="1"/>
                  </a:moveTo>
                  <a:lnTo>
                    <a:pt x="1" y="1241"/>
                  </a:lnTo>
                  <a:cubicBezTo>
                    <a:pt x="1" y="1599"/>
                    <a:pt x="295" y="1893"/>
                    <a:pt x="674" y="1893"/>
                  </a:cubicBezTo>
                  <a:lnTo>
                    <a:pt x="4227" y="1893"/>
                  </a:lnTo>
                  <a:cubicBezTo>
                    <a:pt x="4584" y="1893"/>
                    <a:pt x="4878" y="1599"/>
                    <a:pt x="4878" y="1241"/>
                  </a:cubicBezTo>
                  <a:lnTo>
                    <a:pt x="4878" y="1"/>
                  </a:lnTo>
                  <a:close/>
                </a:path>
              </a:pathLst>
            </a:custGeom>
            <a:solidFill>
              <a:srgbClr val="344D6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972" name="Google Shape;11972;p42"/>
            <p:cNvSpPr/>
            <p:nvPr/>
          </p:nvSpPr>
          <p:spPr>
            <a:xfrm>
              <a:off x="3796638" y="3603840"/>
              <a:ext cx="28343" cy="28343"/>
            </a:xfrm>
            <a:custGeom>
              <a:rect b="b" l="l" r="r" t="t"/>
              <a:pathLst>
                <a:path extrusionOk="0" h="1893" w="1893">
                  <a:moveTo>
                    <a:pt x="274" y="1"/>
                  </a:moveTo>
                  <a:lnTo>
                    <a:pt x="274" y="1283"/>
                  </a:lnTo>
                  <a:cubicBezTo>
                    <a:pt x="274" y="1515"/>
                    <a:pt x="168" y="1725"/>
                    <a:pt x="0" y="1893"/>
                  </a:cubicBezTo>
                  <a:lnTo>
                    <a:pt x="1241" y="1893"/>
                  </a:lnTo>
                  <a:cubicBezTo>
                    <a:pt x="1598" y="1893"/>
                    <a:pt x="1892" y="1599"/>
                    <a:pt x="1892" y="1241"/>
                  </a:cubicBezTo>
                  <a:lnTo>
                    <a:pt x="1892" y="1"/>
                  </a:lnTo>
                  <a:close/>
                </a:path>
              </a:pathLst>
            </a:custGeom>
            <a:solidFill>
              <a:srgbClr val="B1C0C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973" name="Google Shape;11973;p42"/>
            <p:cNvSpPr/>
            <p:nvPr/>
          </p:nvSpPr>
          <p:spPr>
            <a:xfrm>
              <a:off x="3510813" y="3405844"/>
              <a:ext cx="184791" cy="158229"/>
            </a:xfrm>
            <a:custGeom>
              <a:rect b="b" l="l" r="r" t="t"/>
              <a:pathLst>
                <a:path extrusionOk="0" h="10568" w="12342">
                  <a:moveTo>
                    <a:pt x="7085" y="0"/>
                  </a:moveTo>
                  <a:cubicBezTo>
                    <a:pt x="2376" y="0"/>
                    <a:pt x="0" y="5677"/>
                    <a:pt x="3343" y="8999"/>
                  </a:cubicBezTo>
                  <a:cubicBezTo>
                    <a:pt x="4420" y="10083"/>
                    <a:pt x="5744" y="10568"/>
                    <a:pt x="7043" y="10568"/>
                  </a:cubicBezTo>
                  <a:cubicBezTo>
                    <a:pt x="9749" y="10568"/>
                    <a:pt x="12341" y="8460"/>
                    <a:pt x="12341" y="5278"/>
                  </a:cubicBezTo>
                  <a:cubicBezTo>
                    <a:pt x="12341" y="2355"/>
                    <a:pt x="9987" y="0"/>
                    <a:pt x="7085" y="0"/>
                  </a:cubicBez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974" name="Google Shape;11974;p42"/>
            <p:cNvSpPr/>
            <p:nvPr/>
          </p:nvSpPr>
          <p:spPr>
            <a:xfrm>
              <a:off x="3600528" y="3405844"/>
              <a:ext cx="99792" cy="158110"/>
            </a:xfrm>
            <a:custGeom>
              <a:rect b="b" l="l" r="r" t="t"/>
              <a:pathLst>
                <a:path extrusionOk="0" h="10560" w="6665">
                  <a:moveTo>
                    <a:pt x="1093" y="0"/>
                  </a:moveTo>
                  <a:cubicBezTo>
                    <a:pt x="715" y="0"/>
                    <a:pt x="357" y="43"/>
                    <a:pt x="0" y="106"/>
                  </a:cubicBezTo>
                  <a:cubicBezTo>
                    <a:pt x="2439" y="631"/>
                    <a:pt x="4184" y="2776"/>
                    <a:pt x="4184" y="5278"/>
                  </a:cubicBezTo>
                  <a:cubicBezTo>
                    <a:pt x="4184" y="7779"/>
                    <a:pt x="2439" y="9924"/>
                    <a:pt x="0" y="10450"/>
                  </a:cubicBezTo>
                  <a:cubicBezTo>
                    <a:pt x="363" y="10524"/>
                    <a:pt x="724" y="10560"/>
                    <a:pt x="1079" y="10560"/>
                  </a:cubicBezTo>
                  <a:cubicBezTo>
                    <a:pt x="3729" y="10560"/>
                    <a:pt x="6050" y="8568"/>
                    <a:pt x="6328" y="5824"/>
                  </a:cubicBezTo>
                  <a:cubicBezTo>
                    <a:pt x="6665" y="2713"/>
                    <a:pt x="4205" y="0"/>
                    <a:pt x="1093" y="0"/>
                  </a:cubicBezTo>
                  <a:close/>
                </a:path>
              </a:pathLst>
            </a:custGeom>
            <a:solidFill>
              <a:srgbClr val="91A8B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975" name="Google Shape;11975;p42"/>
            <p:cNvSpPr/>
            <p:nvPr/>
          </p:nvSpPr>
          <p:spPr>
            <a:xfrm>
              <a:off x="3548274" y="3433543"/>
              <a:ext cx="119630" cy="102562"/>
            </a:xfrm>
            <a:custGeom>
              <a:rect b="b" l="l" r="r" t="t"/>
              <a:pathLst>
                <a:path extrusionOk="0" h="6850" w="7990">
                  <a:moveTo>
                    <a:pt x="4583" y="1"/>
                  </a:moveTo>
                  <a:cubicBezTo>
                    <a:pt x="1535" y="1"/>
                    <a:pt x="0" y="3680"/>
                    <a:pt x="2166" y="5845"/>
                  </a:cubicBezTo>
                  <a:cubicBezTo>
                    <a:pt x="2859" y="6539"/>
                    <a:pt x="3713" y="6850"/>
                    <a:pt x="4552" y="6850"/>
                  </a:cubicBezTo>
                  <a:cubicBezTo>
                    <a:pt x="6305" y="6850"/>
                    <a:pt x="7989" y="5490"/>
                    <a:pt x="7989" y="3428"/>
                  </a:cubicBezTo>
                  <a:cubicBezTo>
                    <a:pt x="7989" y="1535"/>
                    <a:pt x="6455" y="1"/>
                    <a:pt x="4583" y="1"/>
                  </a:cubicBezTo>
                  <a:close/>
                </a:path>
              </a:pathLst>
            </a:custGeom>
            <a:solidFill>
              <a:srgbClr val="D9E1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976" name="Google Shape;11976;p42"/>
            <p:cNvSpPr/>
            <p:nvPr/>
          </p:nvSpPr>
          <p:spPr>
            <a:xfrm>
              <a:off x="3603987" y="3433543"/>
              <a:ext cx="65490" cy="102322"/>
            </a:xfrm>
            <a:custGeom>
              <a:rect b="b" l="l" r="r" t="t"/>
              <a:pathLst>
                <a:path extrusionOk="0" h="6834" w="4374">
                  <a:moveTo>
                    <a:pt x="862" y="1"/>
                  </a:moveTo>
                  <a:cubicBezTo>
                    <a:pt x="568" y="1"/>
                    <a:pt x="274" y="43"/>
                    <a:pt x="0" y="106"/>
                  </a:cubicBezTo>
                  <a:cubicBezTo>
                    <a:pt x="1493" y="505"/>
                    <a:pt x="2565" y="1872"/>
                    <a:pt x="2565" y="3428"/>
                  </a:cubicBezTo>
                  <a:cubicBezTo>
                    <a:pt x="2565" y="4983"/>
                    <a:pt x="1493" y="6350"/>
                    <a:pt x="0" y="6749"/>
                  </a:cubicBezTo>
                  <a:cubicBezTo>
                    <a:pt x="252" y="6806"/>
                    <a:pt x="503" y="6834"/>
                    <a:pt x="750" y="6834"/>
                  </a:cubicBezTo>
                  <a:cubicBezTo>
                    <a:pt x="2421" y="6834"/>
                    <a:pt x="3901" y="5588"/>
                    <a:pt x="4121" y="3848"/>
                  </a:cubicBezTo>
                  <a:cubicBezTo>
                    <a:pt x="4373" y="1851"/>
                    <a:pt x="2860" y="64"/>
                    <a:pt x="862" y="1"/>
                  </a:cubicBezTo>
                  <a:close/>
                </a:path>
              </a:pathLst>
            </a:custGeom>
            <a:solidFill>
              <a:srgbClr val="AFC0C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977" name="Google Shape;11977;p42"/>
            <p:cNvSpPr/>
            <p:nvPr/>
          </p:nvSpPr>
          <p:spPr>
            <a:xfrm>
              <a:off x="3705979" y="3507208"/>
              <a:ext cx="59815" cy="50981"/>
            </a:xfrm>
            <a:custGeom>
              <a:rect b="b" l="l" r="r" t="t"/>
              <a:pathLst>
                <a:path extrusionOk="0" h="3405" w="3995">
                  <a:moveTo>
                    <a:pt x="2292" y="0"/>
                  </a:moveTo>
                  <a:cubicBezTo>
                    <a:pt x="757" y="0"/>
                    <a:pt x="0" y="1829"/>
                    <a:pt x="1072" y="2902"/>
                  </a:cubicBezTo>
                  <a:cubicBezTo>
                    <a:pt x="1420" y="3249"/>
                    <a:pt x="1849" y="3404"/>
                    <a:pt x="2270" y="3404"/>
                  </a:cubicBezTo>
                  <a:cubicBezTo>
                    <a:pt x="3149" y="3404"/>
                    <a:pt x="3995" y="2727"/>
                    <a:pt x="3995" y="1703"/>
                  </a:cubicBezTo>
                  <a:cubicBezTo>
                    <a:pt x="3995" y="757"/>
                    <a:pt x="3217" y="0"/>
                    <a:pt x="2292" y="0"/>
                  </a:cubicBezTo>
                  <a:close/>
                </a:path>
              </a:pathLst>
            </a:custGeom>
            <a:solidFill>
              <a:srgbClr val="6D849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978" name="Google Shape;11978;p42"/>
            <p:cNvSpPr/>
            <p:nvPr/>
          </p:nvSpPr>
          <p:spPr>
            <a:xfrm>
              <a:off x="3730849" y="3507208"/>
              <a:ext cx="37476" cy="50966"/>
            </a:xfrm>
            <a:custGeom>
              <a:rect b="b" l="l" r="r" t="t"/>
              <a:pathLst>
                <a:path extrusionOk="0" h="3404" w="2503">
                  <a:moveTo>
                    <a:pt x="631" y="0"/>
                  </a:moveTo>
                  <a:cubicBezTo>
                    <a:pt x="400" y="0"/>
                    <a:pt x="189" y="42"/>
                    <a:pt x="0" y="126"/>
                  </a:cubicBezTo>
                  <a:cubicBezTo>
                    <a:pt x="1430" y="694"/>
                    <a:pt x="1430" y="2712"/>
                    <a:pt x="0" y="3280"/>
                  </a:cubicBezTo>
                  <a:cubicBezTo>
                    <a:pt x="208" y="3364"/>
                    <a:pt x="421" y="3404"/>
                    <a:pt x="631" y="3404"/>
                  </a:cubicBezTo>
                  <a:cubicBezTo>
                    <a:pt x="1416" y="3404"/>
                    <a:pt x="2142" y="2849"/>
                    <a:pt x="2292" y="2019"/>
                  </a:cubicBezTo>
                  <a:cubicBezTo>
                    <a:pt x="2502" y="967"/>
                    <a:pt x="1682" y="0"/>
                    <a:pt x="631" y="0"/>
                  </a:cubicBezTo>
                  <a:close/>
                </a:path>
              </a:pathLst>
            </a:custGeom>
            <a:solidFill>
              <a:srgbClr val="586F8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979" name="Google Shape;11979;p42"/>
            <p:cNvSpPr/>
            <p:nvPr/>
          </p:nvSpPr>
          <p:spPr>
            <a:xfrm>
              <a:off x="3779943" y="3507208"/>
              <a:ext cx="59516" cy="50981"/>
            </a:xfrm>
            <a:custGeom>
              <a:rect b="b" l="l" r="r" t="t"/>
              <a:pathLst>
                <a:path extrusionOk="0" h="3405" w="3975">
                  <a:moveTo>
                    <a:pt x="2272" y="0"/>
                  </a:moveTo>
                  <a:cubicBezTo>
                    <a:pt x="758" y="0"/>
                    <a:pt x="1" y="1829"/>
                    <a:pt x="1073" y="2902"/>
                  </a:cubicBezTo>
                  <a:cubicBezTo>
                    <a:pt x="1420" y="3249"/>
                    <a:pt x="1847" y="3404"/>
                    <a:pt x="2265" y="3404"/>
                  </a:cubicBezTo>
                  <a:cubicBezTo>
                    <a:pt x="3138" y="3404"/>
                    <a:pt x="3975" y="2727"/>
                    <a:pt x="3975" y="1703"/>
                  </a:cubicBezTo>
                  <a:cubicBezTo>
                    <a:pt x="3975" y="757"/>
                    <a:pt x="3218" y="0"/>
                    <a:pt x="2272" y="0"/>
                  </a:cubicBezTo>
                  <a:close/>
                </a:path>
              </a:pathLst>
            </a:custGeom>
            <a:solidFill>
              <a:srgbClr val="E2E8E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980" name="Google Shape;11980;p42"/>
            <p:cNvSpPr/>
            <p:nvPr/>
          </p:nvSpPr>
          <p:spPr>
            <a:xfrm>
              <a:off x="3804498" y="3506893"/>
              <a:ext cx="37476" cy="51281"/>
            </a:xfrm>
            <a:custGeom>
              <a:rect b="b" l="l" r="r" t="t"/>
              <a:pathLst>
                <a:path extrusionOk="0" h="3425" w="2503">
                  <a:moveTo>
                    <a:pt x="632" y="0"/>
                  </a:moveTo>
                  <a:lnTo>
                    <a:pt x="632" y="21"/>
                  </a:lnTo>
                  <a:cubicBezTo>
                    <a:pt x="421" y="21"/>
                    <a:pt x="190" y="63"/>
                    <a:pt x="1" y="147"/>
                  </a:cubicBezTo>
                  <a:cubicBezTo>
                    <a:pt x="1409" y="715"/>
                    <a:pt x="1409" y="2712"/>
                    <a:pt x="1" y="3301"/>
                  </a:cubicBezTo>
                  <a:cubicBezTo>
                    <a:pt x="209" y="3385"/>
                    <a:pt x="422" y="3425"/>
                    <a:pt x="632" y="3425"/>
                  </a:cubicBezTo>
                  <a:cubicBezTo>
                    <a:pt x="1418" y="3425"/>
                    <a:pt x="2147" y="2870"/>
                    <a:pt x="2314" y="2040"/>
                  </a:cubicBezTo>
                  <a:cubicBezTo>
                    <a:pt x="2503" y="988"/>
                    <a:pt x="1704" y="0"/>
                    <a:pt x="632" y="0"/>
                  </a:cubicBezTo>
                  <a:close/>
                </a:path>
              </a:pathLst>
            </a:custGeom>
            <a:solidFill>
              <a:srgbClr val="D1DBE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981" name="Google Shape;11981;p42"/>
            <p:cNvSpPr/>
            <p:nvPr/>
          </p:nvSpPr>
          <p:spPr>
            <a:xfrm>
              <a:off x="3751930" y="3436059"/>
              <a:ext cx="65175" cy="25513"/>
            </a:xfrm>
            <a:custGeom>
              <a:rect b="b" l="l" r="r" t="t"/>
              <a:pathLst>
                <a:path extrusionOk="0" h="1704" w="4353">
                  <a:moveTo>
                    <a:pt x="1662" y="1"/>
                  </a:moveTo>
                  <a:cubicBezTo>
                    <a:pt x="737" y="1"/>
                    <a:pt x="1" y="737"/>
                    <a:pt x="1" y="1662"/>
                  </a:cubicBezTo>
                  <a:lnTo>
                    <a:pt x="1" y="1704"/>
                  </a:lnTo>
                  <a:lnTo>
                    <a:pt x="4353" y="1704"/>
                  </a:lnTo>
                  <a:lnTo>
                    <a:pt x="4353" y="1662"/>
                  </a:lnTo>
                  <a:cubicBezTo>
                    <a:pt x="4353" y="737"/>
                    <a:pt x="3617" y="1"/>
                    <a:pt x="2692" y="1"/>
                  </a:cubicBez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982" name="Google Shape;11982;p42"/>
            <p:cNvSpPr/>
            <p:nvPr/>
          </p:nvSpPr>
          <p:spPr>
            <a:xfrm>
              <a:off x="3777428" y="3436059"/>
              <a:ext cx="39677" cy="25513"/>
            </a:xfrm>
            <a:custGeom>
              <a:rect b="b" l="l" r="r" t="t"/>
              <a:pathLst>
                <a:path extrusionOk="0" h="1704" w="2650">
                  <a:moveTo>
                    <a:pt x="1" y="1"/>
                  </a:moveTo>
                  <a:cubicBezTo>
                    <a:pt x="905" y="1"/>
                    <a:pt x="1662" y="758"/>
                    <a:pt x="1662" y="1662"/>
                  </a:cubicBezTo>
                  <a:lnTo>
                    <a:pt x="1662" y="1704"/>
                  </a:lnTo>
                  <a:lnTo>
                    <a:pt x="2650" y="1704"/>
                  </a:lnTo>
                  <a:lnTo>
                    <a:pt x="2650" y="1662"/>
                  </a:lnTo>
                  <a:cubicBezTo>
                    <a:pt x="2650" y="758"/>
                    <a:pt x="1914" y="1"/>
                    <a:pt x="989" y="1"/>
                  </a:cubicBezTo>
                  <a:close/>
                </a:path>
              </a:pathLst>
            </a:custGeom>
            <a:solidFill>
              <a:srgbClr val="91A8B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1983" name="Google Shape;11983;p42"/>
          <p:cNvGrpSpPr/>
          <p:nvPr/>
        </p:nvGrpSpPr>
        <p:grpSpPr>
          <a:xfrm>
            <a:off x="1295661" y="3636594"/>
            <a:ext cx="345640" cy="342900"/>
            <a:chOff x="1295661" y="3819594"/>
            <a:chExt cx="345640" cy="342900"/>
          </a:xfrm>
        </p:grpSpPr>
        <p:sp>
          <p:nvSpPr>
            <p:cNvPr id="11984" name="Google Shape;11984;p42"/>
            <p:cNvSpPr/>
            <p:nvPr/>
          </p:nvSpPr>
          <p:spPr>
            <a:xfrm>
              <a:off x="1465015" y="4073902"/>
              <a:ext cx="10391" cy="88233"/>
            </a:xfrm>
            <a:custGeom>
              <a:rect b="b" l="l" r="r" t="t"/>
              <a:pathLst>
                <a:path extrusionOk="0" h="5893" w="694">
                  <a:moveTo>
                    <a:pt x="347" y="0"/>
                  </a:moveTo>
                  <a:cubicBezTo>
                    <a:pt x="174" y="0"/>
                    <a:pt x="0" y="111"/>
                    <a:pt x="0" y="332"/>
                  </a:cubicBezTo>
                  <a:lnTo>
                    <a:pt x="0" y="5546"/>
                  </a:lnTo>
                  <a:cubicBezTo>
                    <a:pt x="0" y="5777"/>
                    <a:pt x="174" y="5893"/>
                    <a:pt x="347" y="5893"/>
                  </a:cubicBezTo>
                  <a:cubicBezTo>
                    <a:pt x="520" y="5893"/>
                    <a:pt x="694" y="5777"/>
                    <a:pt x="694" y="5546"/>
                  </a:cubicBezTo>
                  <a:lnTo>
                    <a:pt x="694" y="332"/>
                  </a:lnTo>
                  <a:cubicBezTo>
                    <a:pt x="694" y="111"/>
                    <a:pt x="520" y="0"/>
                    <a:pt x="347" y="0"/>
                  </a:cubicBezTo>
                  <a:close/>
                </a:path>
              </a:pathLst>
            </a:custGeom>
            <a:solidFill>
              <a:srgbClr val="344D6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985" name="Google Shape;11985;p42"/>
            <p:cNvSpPr/>
            <p:nvPr/>
          </p:nvSpPr>
          <p:spPr>
            <a:xfrm>
              <a:off x="1465015" y="4011961"/>
              <a:ext cx="10391" cy="60773"/>
            </a:xfrm>
            <a:custGeom>
              <a:rect b="b" l="l" r="r" t="t"/>
              <a:pathLst>
                <a:path extrusionOk="0" h="4059" w="694">
                  <a:moveTo>
                    <a:pt x="347" y="1"/>
                  </a:moveTo>
                  <a:cubicBezTo>
                    <a:pt x="174" y="1"/>
                    <a:pt x="0" y="117"/>
                    <a:pt x="0" y="348"/>
                  </a:cubicBezTo>
                  <a:lnTo>
                    <a:pt x="0" y="3712"/>
                  </a:lnTo>
                  <a:cubicBezTo>
                    <a:pt x="0" y="3943"/>
                    <a:pt x="174" y="4059"/>
                    <a:pt x="347" y="4059"/>
                  </a:cubicBezTo>
                  <a:cubicBezTo>
                    <a:pt x="520" y="4059"/>
                    <a:pt x="694" y="3943"/>
                    <a:pt x="694" y="3712"/>
                  </a:cubicBezTo>
                  <a:lnTo>
                    <a:pt x="694" y="348"/>
                  </a:lnTo>
                  <a:cubicBezTo>
                    <a:pt x="694" y="117"/>
                    <a:pt x="520" y="1"/>
                    <a:pt x="347" y="1"/>
                  </a:cubicBezTo>
                  <a:close/>
                </a:path>
              </a:pathLst>
            </a:custGeom>
            <a:solidFill>
              <a:srgbClr val="344D6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986" name="Google Shape;11986;p42"/>
            <p:cNvSpPr/>
            <p:nvPr/>
          </p:nvSpPr>
          <p:spPr>
            <a:xfrm>
              <a:off x="1497610" y="4073947"/>
              <a:ext cx="71434" cy="88547"/>
            </a:xfrm>
            <a:custGeom>
              <a:rect b="b" l="l" r="r" t="t"/>
              <a:pathLst>
                <a:path extrusionOk="0" h="5914" w="4771">
                  <a:moveTo>
                    <a:pt x="481" y="0"/>
                  </a:moveTo>
                  <a:cubicBezTo>
                    <a:pt x="234" y="0"/>
                    <a:pt x="1" y="285"/>
                    <a:pt x="199" y="560"/>
                  </a:cubicBezTo>
                  <a:lnTo>
                    <a:pt x="4025" y="5753"/>
                  </a:lnTo>
                  <a:lnTo>
                    <a:pt x="4025" y="5774"/>
                  </a:lnTo>
                  <a:cubicBezTo>
                    <a:pt x="4100" y="5872"/>
                    <a:pt x="4196" y="5913"/>
                    <a:pt x="4290" y="5913"/>
                  </a:cubicBezTo>
                  <a:cubicBezTo>
                    <a:pt x="4537" y="5913"/>
                    <a:pt x="4770" y="5628"/>
                    <a:pt x="4572" y="5353"/>
                  </a:cubicBezTo>
                  <a:lnTo>
                    <a:pt x="745" y="139"/>
                  </a:lnTo>
                  <a:cubicBezTo>
                    <a:pt x="670" y="41"/>
                    <a:pt x="574" y="0"/>
                    <a:pt x="481" y="0"/>
                  </a:cubicBezTo>
                  <a:close/>
                </a:path>
              </a:pathLst>
            </a:custGeom>
            <a:solidFill>
              <a:srgbClr val="344D6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987" name="Google Shape;11987;p42"/>
            <p:cNvSpPr/>
            <p:nvPr/>
          </p:nvSpPr>
          <p:spPr>
            <a:xfrm>
              <a:off x="1372455" y="4073797"/>
              <a:ext cx="70341" cy="88428"/>
            </a:xfrm>
            <a:custGeom>
              <a:rect b="b" l="l" r="r" t="t"/>
              <a:pathLst>
                <a:path extrusionOk="0" h="5906" w="4698">
                  <a:moveTo>
                    <a:pt x="4222" y="0"/>
                  </a:moveTo>
                  <a:cubicBezTo>
                    <a:pt x="4127" y="0"/>
                    <a:pt x="4030" y="44"/>
                    <a:pt x="3954" y="149"/>
                  </a:cubicBezTo>
                  <a:lnTo>
                    <a:pt x="127" y="5363"/>
                  </a:lnTo>
                  <a:cubicBezTo>
                    <a:pt x="1" y="5511"/>
                    <a:pt x="43" y="5721"/>
                    <a:pt x="190" y="5847"/>
                  </a:cubicBezTo>
                  <a:cubicBezTo>
                    <a:pt x="246" y="5887"/>
                    <a:pt x="313" y="5905"/>
                    <a:pt x="381" y="5905"/>
                  </a:cubicBezTo>
                  <a:cubicBezTo>
                    <a:pt x="494" y="5905"/>
                    <a:pt x="608" y="5854"/>
                    <a:pt x="674" y="5763"/>
                  </a:cubicBezTo>
                  <a:lnTo>
                    <a:pt x="4500" y="549"/>
                  </a:lnTo>
                  <a:cubicBezTo>
                    <a:pt x="4697" y="291"/>
                    <a:pt x="4468" y="0"/>
                    <a:pt x="4222" y="0"/>
                  </a:cubicBezTo>
                  <a:close/>
                </a:path>
              </a:pathLst>
            </a:custGeom>
            <a:solidFill>
              <a:srgbClr val="344D6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988" name="Google Shape;11988;p42"/>
            <p:cNvSpPr/>
            <p:nvPr/>
          </p:nvSpPr>
          <p:spPr>
            <a:xfrm>
              <a:off x="1431956" y="3957356"/>
              <a:ext cx="76509" cy="67376"/>
            </a:xfrm>
            <a:custGeom>
              <a:rect b="b" l="l" r="r" t="t"/>
              <a:pathLst>
                <a:path extrusionOk="0" h="4500" w="5110">
                  <a:moveTo>
                    <a:pt x="1" y="0"/>
                  </a:moveTo>
                  <a:lnTo>
                    <a:pt x="1" y="2923"/>
                  </a:lnTo>
                  <a:cubicBezTo>
                    <a:pt x="1" y="3785"/>
                    <a:pt x="715" y="4499"/>
                    <a:pt x="1598" y="4499"/>
                  </a:cubicBezTo>
                  <a:lnTo>
                    <a:pt x="3533" y="4499"/>
                  </a:lnTo>
                  <a:cubicBezTo>
                    <a:pt x="4395" y="4499"/>
                    <a:pt x="5109" y="3785"/>
                    <a:pt x="5109" y="2923"/>
                  </a:cubicBezTo>
                  <a:lnTo>
                    <a:pt x="5109" y="0"/>
                  </a:lnTo>
                  <a:close/>
                </a:path>
              </a:pathLst>
            </a:custGeom>
            <a:solidFill>
              <a:srgbClr val="344D6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989" name="Google Shape;11989;p42"/>
            <p:cNvSpPr/>
            <p:nvPr/>
          </p:nvSpPr>
          <p:spPr>
            <a:xfrm>
              <a:off x="1431956" y="3957356"/>
              <a:ext cx="76509" cy="67376"/>
            </a:xfrm>
            <a:custGeom>
              <a:rect b="b" l="l" r="r" t="t"/>
              <a:pathLst>
                <a:path extrusionOk="0" h="4500" w="5110">
                  <a:moveTo>
                    <a:pt x="1" y="0"/>
                  </a:moveTo>
                  <a:lnTo>
                    <a:pt x="1" y="2923"/>
                  </a:lnTo>
                  <a:cubicBezTo>
                    <a:pt x="1" y="3785"/>
                    <a:pt x="715" y="4499"/>
                    <a:pt x="1577" y="4499"/>
                  </a:cubicBezTo>
                  <a:lnTo>
                    <a:pt x="2166" y="4499"/>
                  </a:lnTo>
                  <a:cubicBezTo>
                    <a:pt x="1451" y="4289"/>
                    <a:pt x="968" y="3637"/>
                    <a:pt x="968" y="2902"/>
                  </a:cubicBezTo>
                  <a:cubicBezTo>
                    <a:pt x="968" y="2311"/>
                    <a:pt x="1438" y="1866"/>
                    <a:pt x="1979" y="1866"/>
                  </a:cubicBezTo>
                  <a:cubicBezTo>
                    <a:pt x="2055" y="1866"/>
                    <a:pt x="2131" y="1874"/>
                    <a:pt x="2208" y="1892"/>
                  </a:cubicBezTo>
                  <a:lnTo>
                    <a:pt x="5109" y="2523"/>
                  </a:lnTo>
                  <a:lnTo>
                    <a:pt x="5109" y="0"/>
                  </a:lnTo>
                  <a:close/>
                </a:path>
              </a:pathLst>
            </a:custGeom>
            <a:solidFill>
              <a:srgbClr val="B1C0C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990" name="Google Shape;11990;p42"/>
            <p:cNvSpPr/>
            <p:nvPr/>
          </p:nvSpPr>
          <p:spPr>
            <a:xfrm>
              <a:off x="1359549" y="3850318"/>
              <a:ext cx="205572" cy="136639"/>
            </a:xfrm>
            <a:custGeom>
              <a:rect b="b" l="l" r="r" t="t"/>
              <a:pathLst>
                <a:path extrusionOk="0" h="9126" w="13730">
                  <a:moveTo>
                    <a:pt x="1788" y="1"/>
                  </a:moveTo>
                  <a:lnTo>
                    <a:pt x="1" y="6582"/>
                  </a:lnTo>
                  <a:lnTo>
                    <a:pt x="11459" y="9104"/>
                  </a:lnTo>
                  <a:cubicBezTo>
                    <a:pt x="11528" y="9119"/>
                    <a:pt x="11597" y="9126"/>
                    <a:pt x="11664" y="9126"/>
                  </a:cubicBezTo>
                  <a:cubicBezTo>
                    <a:pt x="12089" y="9126"/>
                    <a:pt x="12465" y="8849"/>
                    <a:pt x="12573" y="8432"/>
                  </a:cubicBezTo>
                  <a:lnTo>
                    <a:pt x="13583" y="4710"/>
                  </a:lnTo>
                  <a:cubicBezTo>
                    <a:pt x="13730" y="4206"/>
                    <a:pt x="13435" y="3701"/>
                    <a:pt x="12952" y="3554"/>
                  </a:cubicBezTo>
                  <a:lnTo>
                    <a:pt x="1788" y="1"/>
                  </a:lnTo>
                  <a:close/>
                </a:path>
              </a:pathLst>
            </a:custGeom>
            <a:solidFill>
              <a:srgbClr val="6D849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991" name="Google Shape;11991;p42"/>
            <p:cNvSpPr/>
            <p:nvPr/>
          </p:nvSpPr>
          <p:spPr>
            <a:xfrm>
              <a:off x="1359549" y="3850318"/>
              <a:ext cx="188893" cy="136639"/>
            </a:xfrm>
            <a:custGeom>
              <a:rect b="b" l="l" r="r" t="t"/>
              <a:pathLst>
                <a:path extrusionOk="0" h="9126" w="12616">
                  <a:moveTo>
                    <a:pt x="1788" y="1"/>
                  </a:moveTo>
                  <a:lnTo>
                    <a:pt x="1" y="6582"/>
                  </a:lnTo>
                  <a:lnTo>
                    <a:pt x="11459" y="9104"/>
                  </a:lnTo>
                  <a:cubicBezTo>
                    <a:pt x="11528" y="9119"/>
                    <a:pt x="11596" y="9126"/>
                    <a:pt x="11663" y="9126"/>
                  </a:cubicBezTo>
                  <a:cubicBezTo>
                    <a:pt x="12089" y="9126"/>
                    <a:pt x="12467" y="8847"/>
                    <a:pt x="12595" y="8411"/>
                  </a:cubicBezTo>
                  <a:lnTo>
                    <a:pt x="12616" y="8348"/>
                  </a:lnTo>
                  <a:lnTo>
                    <a:pt x="3764" y="6392"/>
                  </a:lnTo>
                  <a:cubicBezTo>
                    <a:pt x="2398" y="6098"/>
                    <a:pt x="1557" y="4710"/>
                    <a:pt x="1914" y="3344"/>
                  </a:cubicBezTo>
                  <a:lnTo>
                    <a:pt x="2734" y="316"/>
                  </a:lnTo>
                  <a:lnTo>
                    <a:pt x="1788" y="1"/>
                  </a:lnTo>
                  <a:close/>
                </a:path>
              </a:pathLst>
            </a:custGeom>
            <a:solidFill>
              <a:srgbClr val="586F8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992" name="Google Shape;11992;p42"/>
            <p:cNvSpPr/>
            <p:nvPr/>
          </p:nvSpPr>
          <p:spPr>
            <a:xfrm>
              <a:off x="1323360" y="3819594"/>
              <a:ext cx="68005" cy="151507"/>
            </a:xfrm>
            <a:custGeom>
              <a:rect b="b" l="l" r="r" t="t"/>
              <a:pathLst>
                <a:path extrusionOk="0" h="10119" w="4542">
                  <a:moveTo>
                    <a:pt x="3348" y="0"/>
                  </a:moveTo>
                  <a:cubicBezTo>
                    <a:pt x="2879" y="0"/>
                    <a:pt x="2458" y="314"/>
                    <a:pt x="2334" y="791"/>
                  </a:cubicBezTo>
                  <a:lnTo>
                    <a:pt x="168" y="8781"/>
                  </a:lnTo>
                  <a:cubicBezTo>
                    <a:pt x="0" y="9348"/>
                    <a:pt x="337" y="9937"/>
                    <a:pt x="904" y="10084"/>
                  </a:cubicBezTo>
                  <a:lnTo>
                    <a:pt x="925" y="10084"/>
                  </a:lnTo>
                  <a:cubicBezTo>
                    <a:pt x="1015" y="10108"/>
                    <a:pt x="1106" y="10119"/>
                    <a:pt x="1195" y="10119"/>
                  </a:cubicBezTo>
                  <a:cubicBezTo>
                    <a:pt x="1669" y="10119"/>
                    <a:pt x="2105" y="9805"/>
                    <a:pt x="2229" y="9327"/>
                  </a:cubicBezTo>
                  <a:lnTo>
                    <a:pt x="4394" y="1338"/>
                  </a:lnTo>
                  <a:cubicBezTo>
                    <a:pt x="4541" y="770"/>
                    <a:pt x="4205" y="182"/>
                    <a:pt x="3658" y="35"/>
                  </a:cubicBezTo>
                  <a:lnTo>
                    <a:pt x="3616" y="35"/>
                  </a:lnTo>
                  <a:cubicBezTo>
                    <a:pt x="3526" y="11"/>
                    <a:pt x="3436" y="0"/>
                    <a:pt x="3348" y="0"/>
                  </a:cubicBezTo>
                  <a:close/>
                </a:path>
              </a:pathLst>
            </a:custGeom>
            <a:solidFill>
              <a:srgbClr val="344D6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993" name="Google Shape;11993;p42"/>
            <p:cNvSpPr/>
            <p:nvPr/>
          </p:nvSpPr>
          <p:spPr>
            <a:xfrm>
              <a:off x="1324304" y="3819774"/>
              <a:ext cx="55099" cy="151132"/>
            </a:xfrm>
            <a:custGeom>
              <a:rect b="b" l="l" r="r" t="t"/>
              <a:pathLst>
                <a:path extrusionOk="0" h="10094" w="3680">
                  <a:moveTo>
                    <a:pt x="3256" y="0"/>
                  </a:moveTo>
                  <a:cubicBezTo>
                    <a:pt x="2793" y="0"/>
                    <a:pt x="2371" y="311"/>
                    <a:pt x="2250" y="779"/>
                  </a:cubicBezTo>
                  <a:lnTo>
                    <a:pt x="84" y="8790"/>
                  </a:lnTo>
                  <a:cubicBezTo>
                    <a:pt x="0" y="9126"/>
                    <a:pt x="84" y="9505"/>
                    <a:pt x="337" y="9778"/>
                  </a:cubicBezTo>
                  <a:cubicBezTo>
                    <a:pt x="463" y="9904"/>
                    <a:pt x="652" y="10009"/>
                    <a:pt x="841" y="10072"/>
                  </a:cubicBezTo>
                  <a:lnTo>
                    <a:pt x="862" y="10072"/>
                  </a:lnTo>
                  <a:lnTo>
                    <a:pt x="946" y="10093"/>
                  </a:lnTo>
                  <a:lnTo>
                    <a:pt x="1283" y="10093"/>
                  </a:lnTo>
                  <a:cubicBezTo>
                    <a:pt x="1367" y="10072"/>
                    <a:pt x="1451" y="10051"/>
                    <a:pt x="1535" y="10030"/>
                  </a:cubicBezTo>
                  <a:cubicBezTo>
                    <a:pt x="1093" y="9778"/>
                    <a:pt x="904" y="9273"/>
                    <a:pt x="1030" y="8811"/>
                  </a:cubicBezTo>
                  <a:lnTo>
                    <a:pt x="3175" y="716"/>
                  </a:lnTo>
                  <a:cubicBezTo>
                    <a:pt x="3259" y="443"/>
                    <a:pt x="3427" y="212"/>
                    <a:pt x="3679" y="65"/>
                  </a:cubicBezTo>
                  <a:lnTo>
                    <a:pt x="3616" y="44"/>
                  </a:lnTo>
                  <a:lnTo>
                    <a:pt x="3553" y="44"/>
                  </a:lnTo>
                  <a:cubicBezTo>
                    <a:pt x="3454" y="14"/>
                    <a:pt x="3354" y="0"/>
                    <a:pt x="3256" y="0"/>
                  </a:cubicBezTo>
                  <a:close/>
                </a:path>
              </a:pathLst>
            </a:custGeom>
            <a:solidFill>
              <a:srgbClr val="B1C0C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994" name="Google Shape;11994;p42"/>
            <p:cNvSpPr/>
            <p:nvPr/>
          </p:nvSpPr>
          <p:spPr>
            <a:xfrm>
              <a:off x="1295976" y="3845482"/>
              <a:ext cx="57929" cy="89850"/>
            </a:xfrm>
            <a:custGeom>
              <a:rect b="b" l="l" r="r" t="t"/>
              <a:pathLst>
                <a:path extrusionOk="0" h="6001" w="3869">
                  <a:moveTo>
                    <a:pt x="3140" y="0"/>
                  </a:moveTo>
                  <a:cubicBezTo>
                    <a:pt x="1990" y="0"/>
                    <a:pt x="926" y="766"/>
                    <a:pt x="610" y="1943"/>
                  </a:cubicBezTo>
                  <a:lnTo>
                    <a:pt x="378" y="2763"/>
                  </a:lnTo>
                  <a:cubicBezTo>
                    <a:pt x="0" y="4171"/>
                    <a:pt x="841" y="5622"/>
                    <a:pt x="2229" y="6000"/>
                  </a:cubicBezTo>
                  <a:lnTo>
                    <a:pt x="2271" y="6000"/>
                  </a:lnTo>
                  <a:lnTo>
                    <a:pt x="3868" y="93"/>
                  </a:lnTo>
                  <a:lnTo>
                    <a:pt x="3826" y="93"/>
                  </a:lnTo>
                  <a:cubicBezTo>
                    <a:pt x="3598" y="30"/>
                    <a:pt x="3367" y="0"/>
                    <a:pt x="3140" y="0"/>
                  </a:cubicBezTo>
                  <a:close/>
                </a:path>
              </a:pathLst>
            </a:custGeom>
            <a:solidFill>
              <a:srgbClr val="D9E1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995" name="Google Shape;11995;p42"/>
            <p:cNvSpPr/>
            <p:nvPr/>
          </p:nvSpPr>
          <p:spPr>
            <a:xfrm>
              <a:off x="1295661" y="3845332"/>
              <a:ext cx="55728" cy="90000"/>
            </a:xfrm>
            <a:custGeom>
              <a:rect b="b" l="l" r="r" t="t"/>
              <a:pathLst>
                <a:path extrusionOk="0" h="6011" w="3722">
                  <a:moveTo>
                    <a:pt x="3162" y="1"/>
                  </a:moveTo>
                  <a:cubicBezTo>
                    <a:pt x="1999" y="1"/>
                    <a:pt x="939" y="771"/>
                    <a:pt x="631" y="1932"/>
                  </a:cubicBezTo>
                  <a:lnTo>
                    <a:pt x="399" y="2773"/>
                  </a:lnTo>
                  <a:cubicBezTo>
                    <a:pt x="0" y="4181"/>
                    <a:pt x="841" y="5632"/>
                    <a:pt x="2250" y="6010"/>
                  </a:cubicBezTo>
                  <a:lnTo>
                    <a:pt x="2292" y="6010"/>
                  </a:lnTo>
                  <a:lnTo>
                    <a:pt x="2397" y="5653"/>
                  </a:lnTo>
                  <a:cubicBezTo>
                    <a:pt x="1577" y="4938"/>
                    <a:pt x="1240" y="3845"/>
                    <a:pt x="1535" y="2815"/>
                  </a:cubicBezTo>
                  <a:lnTo>
                    <a:pt x="1745" y="2016"/>
                  </a:lnTo>
                  <a:cubicBezTo>
                    <a:pt x="1997" y="1070"/>
                    <a:pt x="2754" y="313"/>
                    <a:pt x="3721" y="61"/>
                  </a:cubicBezTo>
                  <a:cubicBezTo>
                    <a:pt x="3534" y="20"/>
                    <a:pt x="3347" y="1"/>
                    <a:pt x="3162" y="1"/>
                  </a:cubicBezTo>
                  <a:close/>
                </a:path>
              </a:pathLst>
            </a:custGeom>
            <a:solidFill>
              <a:srgbClr val="AFC0C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996" name="Google Shape;11996;p42"/>
            <p:cNvSpPr/>
            <p:nvPr/>
          </p:nvSpPr>
          <p:spPr>
            <a:xfrm>
              <a:off x="1549999" y="3927755"/>
              <a:ext cx="65175" cy="56057"/>
            </a:xfrm>
            <a:custGeom>
              <a:rect b="b" l="l" r="r" t="t"/>
              <a:pathLst>
                <a:path extrusionOk="0" h="3744" w="4353">
                  <a:moveTo>
                    <a:pt x="737" y="1"/>
                  </a:moveTo>
                  <a:lnTo>
                    <a:pt x="1" y="2776"/>
                  </a:lnTo>
                  <a:lnTo>
                    <a:pt x="3617" y="3743"/>
                  </a:lnTo>
                  <a:lnTo>
                    <a:pt x="4353" y="968"/>
                  </a:lnTo>
                  <a:lnTo>
                    <a:pt x="737" y="1"/>
                  </a:ln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997" name="Google Shape;11997;p42"/>
            <p:cNvSpPr/>
            <p:nvPr/>
          </p:nvSpPr>
          <p:spPr>
            <a:xfrm>
              <a:off x="1549999" y="3927755"/>
              <a:ext cx="28972" cy="46295"/>
            </a:xfrm>
            <a:custGeom>
              <a:rect b="b" l="l" r="r" t="t"/>
              <a:pathLst>
                <a:path extrusionOk="0" h="3092" w="1935">
                  <a:moveTo>
                    <a:pt x="737" y="1"/>
                  </a:moveTo>
                  <a:lnTo>
                    <a:pt x="1" y="2776"/>
                  </a:lnTo>
                  <a:lnTo>
                    <a:pt x="1178" y="3091"/>
                  </a:lnTo>
                  <a:lnTo>
                    <a:pt x="1935" y="316"/>
                  </a:lnTo>
                  <a:lnTo>
                    <a:pt x="737" y="1"/>
                  </a:lnTo>
                  <a:close/>
                </a:path>
              </a:pathLst>
            </a:custGeom>
            <a:solidFill>
              <a:srgbClr val="91A8B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998" name="Google Shape;11998;p42"/>
            <p:cNvSpPr/>
            <p:nvPr/>
          </p:nvSpPr>
          <p:spPr>
            <a:xfrm>
              <a:off x="1600995" y="3929477"/>
              <a:ext cx="40306" cy="73710"/>
            </a:xfrm>
            <a:custGeom>
              <a:rect b="b" l="l" r="r" t="t"/>
              <a:pathLst>
                <a:path extrusionOk="0" h="4923" w="2692">
                  <a:moveTo>
                    <a:pt x="1777" y="0"/>
                  </a:moveTo>
                  <a:cubicBezTo>
                    <a:pt x="1433" y="0"/>
                    <a:pt x="1117" y="233"/>
                    <a:pt x="1031" y="580"/>
                  </a:cubicBezTo>
                  <a:lnTo>
                    <a:pt x="127" y="3923"/>
                  </a:lnTo>
                  <a:cubicBezTo>
                    <a:pt x="1" y="4343"/>
                    <a:pt x="253" y="4785"/>
                    <a:pt x="694" y="4890"/>
                  </a:cubicBezTo>
                  <a:lnTo>
                    <a:pt x="715" y="4890"/>
                  </a:lnTo>
                  <a:cubicBezTo>
                    <a:pt x="789" y="4912"/>
                    <a:pt x="863" y="4922"/>
                    <a:pt x="935" y="4922"/>
                  </a:cubicBezTo>
                  <a:cubicBezTo>
                    <a:pt x="1280" y="4922"/>
                    <a:pt x="1596" y="4687"/>
                    <a:pt x="1683" y="4322"/>
                  </a:cubicBezTo>
                  <a:lnTo>
                    <a:pt x="2587" y="1000"/>
                  </a:lnTo>
                  <a:cubicBezTo>
                    <a:pt x="2692" y="580"/>
                    <a:pt x="2439" y="138"/>
                    <a:pt x="2019" y="33"/>
                  </a:cubicBezTo>
                  <a:lnTo>
                    <a:pt x="1998" y="33"/>
                  </a:lnTo>
                  <a:cubicBezTo>
                    <a:pt x="1924" y="11"/>
                    <a:pt x="1850" y="0"/>
                    <a:pt x="1777" y="0"/>
                  </a:cubicBezTo>
                  <a:close/>
                </a:path>
              </a:pathLst>
            </a:custGeom>
            <a:solidFill>
              <a:srgbClr val="344D6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999" name="Google Shape;11999;p42"/>
            <p:cNvSpPr/>
            <p:nvPr/>
          </p:nvSpPr>
          <p:spPr>
            <a:xfrm>
              <a:off x="1403942" y="4059663"/>
              <a:ext cx="132537" cy="23926"/>
            </a:xfrm>
            <a:custGeom>
              <a:rect b="b" l="l" r="r" t="t"/>
              <a:pathLst>
                <a:path extrusionOk="0" h="1598" w="8852">
                  <a:moveTo>
                    <a:pt x="778" y="0"/>
                  </a:moveTo>
                  <a:cubicBezTo>
                    <a:pt x="358" y="0"/>
                    <a:pt x="0" y="358"/>
                    <a:pt x="0" y="778"/>
                  </a:cubicBezTo>
                  <a:lnTo>
                    <a:pt x="0" y="799"/>
                  </a:lnTo>
                  <a:cubicBezTo>
                    <a:pt x="0" y="1241"/>
                    <a:pt x="358" y="1598"/>
                    <a:pt x="778" y="1598"/>
                  </a:cubicBezTo>
                  <a:lnTo>
                    <a:pt x="8074" y="1598"/>
                  </a:lnTo>
                  <a:cubicBezTo>
                    <a:pt x="8494" y="1598"/>
                    <a:pt x="8852" y="1241"/>
                    <a:pt x="8852" y="799"/>
                  </a:cubicBezTo>
                  <a:lnTo>
                    <a:pt x="8852" y="778"/>
                  </a:lnTo>
                  <a:cubicBezTo>
                    <a:pt x="8852" y="358"/>
                    <a:pt x="8494" y="0"/>
                    <a:pt x="8074" y="0"/>
                  </a:cubicBezTo>
                  <a:close/>
                </a:path>
              </a:pathLst>
            </a:custGeom>
            <a:solidFill>
              <a:srgbClr val="344D6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000" name="Google Shape;12000;p42"/>
            <p:cNvSpPr/>
            <p:nvPr/>
          </p:nvSpPr>
          <p:spPr>
            <a:xfrm>
              <a:off x="1403942" y="4059663"/>
              <a:ext cx="33688" cy="24240"/>
            </a:xfrm>
            <a:custGeom>
              <a:rect b="b" l="l" r="r" t="t"/>
              <a:pathLst>
                <a:path extrusionOk="0" h="1619" w="2250">
                  <a:moveTo>
                    <a:pt x="778" y="0"/>
                  </a:moveTo>
                  <a:cubicBezTo>
                    <a:pt x="358" y="0"/>
                    <a:pt x="0" y="358"/>
                    <a:pt x="0" y="799"/>
                  </a:cubicBezTo>
                  <a:lnTo>
                    <a:pt x="0" y="820"/>
                  </a:lnTo>
                  <a:cubicBezTo>
                    <a:pt x="0" y="1262"/>
                    <a:pt x="358" y="1619"/>
                    <a:pt x="778" y="1619"/>
                  </a:cubicBezTo>
                  <a:lnTo>
                    <a:pt x="2250" y="1619"/>
                  </a:lnTo>
                  <a:cubicBezTo>
                    <a:pt x="1935" y="1451"/>
                    <a:pt x="1745" y="1135"/>
                    <a:pt x="1766" y="799"/>
                  </a:cubicBezTo>
                  <a:cubicBezTo>
                    <a:pt x="1766" y="463"/>
                    <a:pt x="1956" y="147"/>
                    <a:pt x="2250" y="0"/>
                  </a:cubicBezTo>
                  <a:close/>
                </a:path>
              </a:pathLst>
            </a:custGeom>
            <a:solidFill>
              <a:srgbClr val="B1C0C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2001" name="Google Shape;12001;p42"/>
          <p:cNvGrpSpPr/>
          <p:nvPr/>
        </p:nvGrpSpPr>
        <p:grpSpPr>
          <a:xfrm>
            <a:off x="3486572" y="2250470"/>
            <a:ext cx="379328" cy="281738"/>
            <a:chOff x="3486572" y="2433470"/>
            <a:chExt cx="379328" cy="281738"/>
          </a:xfrm>
        </p:grpSpPr>
        <p:sp>
          <p:nvSpPr>
            <p:cNvPr id="12002" name="Google Shape;12002;p42"/>
            <p:cNvSpPr/>
            <p:nvPr/>
          </p:nvSpPr>
          <p:spPr>
            <a:xfrm>
              <a:off x="3549217" y="2556544"/>
              <a:ext cx="253724" cy="139858"/>
            </a:xfrm>
            <a:custGeom>
              <a:rect b="b" l="l" r="r" t="t"/>
              <a:pathLst>
                <a:path extrusionOk="0" h="9341" w="16946">
                  <a:moveTo>
                    <a:pt x="0" y="1"/>
                  </a:moveTo>
                  <a:lnTo>
                    <a:pt x="0" y="6371"/>
                  </a:lnTo>
                  <a:cubicBezTo>
                    <a:pt x="2447" y="8323"/>
                    <a:pt x="5443" y="9341"/>
                    <a:pt x="8469" y="9341"/>
                  </a:cubicBezTo>
                  <a:cubicBezTo>
                    <a:pt x="10071" y="9341"/>
                    <a:pt x="11682" y="9056"/>
                    <a:pt x="13224" y="8474"/>
                  </a:cubicBezTo>
                  <a:cubicBezTo>
                    <a:pt x="13498" y="8389"/>
                    <a:pt x="13771" y="8284"/>
                    <a:pt x="14023" y="8158"/>
                  </a:cubicBezTo>
                  <a:cubicBezTo>
                    <a:pt x="15075" y="7696"/>
                    <a:pt x="16042" y="7086"/>
                    <a:pt x="16946" y="6371"/>
                  </a:cubicBezTo>
                  <a:lnTo>
                    <a:pt x="16946" y="1"/>
                  </a:lnTo>
                  <a:close/>
                </a:path>
              </a:pathLst>
            </a:custGeom>
            <a:solidFill>
              <a:srgbClr val="3B536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003" name="Google Shape;12003;p42"/>
            <p:cNvSpPr/>
            <p:nvPr/>
          </p:nvSpPr>
          <p:spPr>
            <a:xfrm>
              <a:off x="3549532" y="2556544"/>
              <a:ext cx="62016" cy="129392"/>
            </a:xfrm>
            <a:custGeom>
              <a:rect b="b" l="l" r="r" t="t"/>
              <a:pathLst>
                <a:path extrusionOk="0" h="8642" w="4142">
                  <a:moveTo>
                    <a:pt x="0" y="1"/>
                  </a:moveTo>
                  <a:lnTo>
                    <a:pt x="0" y="6371"/>
                  </a:lnTo>
                  <a:cubicBezTo>
                    <a:pt x="1241" y="7359"/>
                    <a:pt x="2649" y="8137"/>
                    <a:pt x="4142" y="8642"/>
                  </a:cubicBezTo>
                  <a:lnTo>
                    <a:pt x="4142" y="1"/>
                  </a:lnTo>
                  <a:close/>
                </a:path>
              </a:pathLst>
            </a:custGeom>
            <a:solidFill>
              <a:srgbClr val="203B5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004" name="Google Shape;12004;p42"/>
            <p:cNvSpPr/>
            <p:nvPr/>
          </p:nvSpPr>
          <p:spPr>
            <a:xfrm>
              <a:off x="3746734" y="2570079"/>
              <a:ext cx="12921" cy="113342"/>
            </a:xfrm>
            <a:custGeom>
              <a:rect b="b" l="l" r="r" t="t"/>
              <a:pathLst>
                <a:path extrusionOk="0" h="7570" w="863">
                  <a:moveTo>
                    <a:pt x="432" y="1"/>
                  </a:moveTo>
                  <a:cubicBezTo>
                    <a:pt x="216" y="1"/>
                    <a:pt x="1" y="148"/>
                    <a:pt x="32" y="442"/>
                  </a:cubicBezTo>
                  <a:lnTo>
                    <a:pt x="32" y="7570"/>
                  </a:lnTo>
                  <a:cubicBezTo>
                    <a:pt x="306" y="7485"/>
                    <a:pt x="579" y="7380"/>
                    <a:pt x="831" y="7254"/>
                  </a:cubicBezTo>
                  <a:lnTo>
                    <a:pt x="831" y="442"/>
                  </a:lnTo>
                  <a:cubicBezTo>
                    <a:pt x="863" y="148"/>
                    <a:pt x="647" y="1"/>
                    <a:pt x="432" y="1"/>
                  </a:cubicBezTo>
                  <a:close/>
                </a:path>
              </a:pathLst>
            </a:custGeom>
            <a:solidFill>
              <a:srgbClr val="203B5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005" name="Google Shape;12005;p42"/>
            <p:cNvSpPr/>
            <p:nvPr/>
          </p:nvSpPr>
          <p:spPr>
            <a:xfrm>
              <a:off x="3549532" y="2556544"/>
              <a:ext cx="253410" cy="56057"/>
            </a:xfrm>
            <a:custGeom>
              <a:rect b="b" l="l" r="r" t="t"/>
              <a:pathLst>
                <a:path extrusionOk="0" h="3744" w="16925">
                  <a:moveTo>
                    <a:pt x="0" y="1"/>
                  </a:moveTo>
                  <a:lnTo>
                    <a:pt x="0" y="526"/>
                  </a:lnTo>
                  <a:lnTo>
                    <a:pt x="8452" y="3743"/>
                  </a:lnTo>
                  <a:lnTo>
                    <a:pt x="16925" y="526"/>
                  </a:lnTo>
                  <a:lnTo>
                    <a:pt x="16925" y="1"/>
                  </a:lnTo>
                  <a:close/>
                </a:path>
              </a:pathLst>
            </a:custGeom>
            <a:solidFill>
              <a:srgbClr val="203B5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006" name="Google Shape;12006;p42"/>
            <p:cNvSpPr/>
            <p:nvPr/>
          </p:nvSpPr>
          <p:spPr>
            <a:xfrm>
              <a:off x="3486572" y="2433470"/>
              <a:ext cx="379328" cy="171255"/>
            </a:xfrm>
            <a:custGeom>
              <a:rect b="b" l="l" r="r" t="t"/>
              <a:pathLst>
                <a:path extrusionOk="0" h="11438" w="25335">
                  <a:moveTo>
                    <a:pt x="12657" y="0"/>
                  </a:moveTo>
                  <a:lnTo>
                    <a:pt x="0" y="4836"/>
                  </a:lnTo>
                  <a:lnTo>
                    <a:pt x="0" y="6623"/>
                  </a:lnTo>
                  <a:lnTo>
                    <a:pt x="12657" y="11437"/>
                  </a:lnTo>
                  <a:lnTo>
                    <a:pt x="25335" y="6623"/>
                  </a:lnTo>
                  <a:lnTo>
                    <a:pt x="25335" y="4836"/>
                  </a:lnTo>
                  <a:lnTo>
                    <a:pt x="12657" y="0"/>
                  </a:lnTo>
                  <a:close/>
                </a:path>
              </a:pathLst>
            </a:custGeom>
            <a:solidFill>
              <a:srgbClr val="3B536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007" name="Google Shape;12007;p42"/>
            <p:cNvSpPr/>
            <p:nvPr/>
          </p:nvSpPr>
          <p:spPr>
            <a:xfrm>
              <a:off x="3486572" y="2505862"/>
              <a:ext cx="189507" cy="98863"/>
            </a:xfrm>
            <a:custGeom>
              <a:rect b="b" l="l" r="r" t="t"/>
              <a:pathLst>
                <a:path extrusionOk="0" h="6603" w="12657">
                  <a:moveTo>
                    <a:pt x="0" y="1"/>
                  </a:moveTo>
                  <a:lnTo>
                    <a:pt x="0" y="1788"/>
                  </a:lnTo>
                  <a:lnTo>
                    <a:pt x="12657" y="6602"/>
                  </a:lnTo>
                  <a:lnTo>
                    <a:pt x="12657" y="4836"/>
                  </a:lnTo>
                  <a:lnTo>
                    <a:pt x="0" y="1"/>
                  </a:lnTo>
                  <a:close/>
                </a:path>
              </a:pathLst>
            </a:custGeom>
            <a:solidFill>
              <a:srgbClr val="203B5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008" name="Google Shape;12008;p42"/>
            <p:cNvSpPr/>
            <p:nvPr/>
          </p:nvSpPr>
          <p:spPr>
            <a:xfrm>
              <a:off x="3667994" y="2491294"/>
              <a:ext cx="111650" cy="223914"/>
            </a:xfrm>
            <a:custGeom>
              <a:rect b="b" l="l" r="r" t="t"/>
              <a:pathLst>
                <a:path extrusionOk="0" h="14955" w="7457">
                  <a:moveTo>
                    <a:pt x="560" y="0"/>
                  </a:moveTo>
                  <a:cubicBezTo>
                    <a:pt x="189" y="0"/>
                    <a:pt x="1" y="537"/>
                    <a:pt x="393" y="742"/>
                  </a:cubicBezTo>
                  <a:lnTo>
                    <a:pt x="6679" y="3581"/>
                  </a:lnTo>
                  <a:lnTo>
                    <a:pt x="6679" y="14577"/>
                  </a:lnTo>
                  <a:cubicBezTo>
                    <a:pt x="6679" y="14787"/>
                    <a:pt x="6847" y="14955"/>
                    <a:pt x="7057" y="14955"/>
                  </a:cubicBezTo>
                  <a:cubicBezTo>
                    <a:pt x="7268" y="14955"/>
                    <a:pt x="7457" y="14787"/>
                    <a:pt x="7457" y="14577"/>
                  </a:cubicBezTo>
                  <a:lnTo>
                    <a:pt x="7457" y="3328"/>
                  </a:lnTo>
                  <a:cubicBezTo>
                    <a:pt x="7436" y="3181"/>
                    <a:pt x="7352" y="3034"/>
                    <a:pt x="7226" y="2971"/>
                  </a:cubicBezTo>
                  <a:lnTo>
                    <a:pt x="708" y="28"/>
                  </a:lnTo>
                  <a:cubicBezTo>
                    <a:pt x="656" y="9"/>
                    <a:pt x="607" y="0"/>
                    <a:pt x="560" y="0"/>
                  </a:cubicBezTo>
                  <a:close/>
                </a:path>
              </a:pathLst>
            </a:custGeom>
            <a:solidFill>
              <a:srgbClr val="738A9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12009" name="Google Shape;12009;p42"/>
          <p:cNvSpPr/>
          <p:nvPr/>
        </p:nvSpPr>
        <p:spPr>
          <a:xfrm>
            <a:off x="3751930" y="2526533"/>
            <a:ext cx="38105" cy="32535"/>
          </a:xfrm>
          <a:custGeom>
            <a:rect b="b" l="l" r="r" t="t"/>
            <a:pathLst>
              <a:path extrusionOk="0" h="2173" w="2545">
                <a:moveTo>
                  <a:pt x="1451" y="1"/>
                </a:moveTo>
                <a:cubicBezTo>
                  <a:pt x="484" y="1"/>
                  <a:pt x="1" y="1157"/>
                  <a:pt x="674" y="1851"/>
                </a:cubicBezTo>
                <a:cubicBezTo>
                  <a:pt x="896" y="2073"/>
                  <a:pt x="1169" y="2173"/>
                  <a:pt x="1437" y="2173"/>
                </a:cubicBezTo>
                <a:cubicBezTo>
                  <a:pt x="2002" y="2173"/>
                  <a:pt x="2545" y="1729"/>
                  <a:pt x="2545" y="1073"/>
                </a:cubicBezTo>
                <a:cubicBezTo>
                  <a:pt x="2545" y="484"/>
                  <a:pt x="2040" y="1"/>
                  <a:pt x="1451" y="1"/>
                </a:cubicBezTo>
                <a:close/>
              </a:path>
            </a:pathLst>
          </a:custGeom>
          <a:solidFill>
            <a:srgbClr val="C9D4D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nvGrpSpPr>
          <p:cNvPr id="12010" name="Google Shape;12010;p42"/>
          <p:cNvGrpSpPr/>
          <p:nvPr/>
        </p:nvGrpSpPr>
        <p:grpSpPr>
          <a:xfrm>
            <a:off x="3997149" y="3146634"/>
            <a:ext cx="270733" cy="355761"/>
            <a:chOff x="3997149" y="3329634"/>
            <a:chExt cx="270733" cy="355761"/>
          </a:xfrm>
        </p:grpSpPr>
        <p:sp>
          <p:nvSpPr>
            <p:cNvPr id="12011" name="Google Shape;12011;p42"/>
            <p:cNvSpPr/>
            <p:nvPr/>
          </p:nvSpPr>
          <p:spPr>
            <a:xfrm>
              <a:off x="4161787" y="3488627"/>
              <a:ext cx="32430" cy="32445"/>
            </a:xfrm>
            <a:custGeom>
              <a:rect b="b" l="l" r="r" t="t"/>
              <a:pathLst>
                <a:path extrusionOk="0" h="2167" w="2166">
                  <a:moveTo>
                    <a:pt x="0" y="1"/>
                  </a:moveTo>
                  <a:lnTo>
                    <a:pt x="0" y="2166"/>
                  </a:lnTo>
                  <a:lnTo>
                    <a:pt x="2166" y="2166"/>
                  </a:lnTo>
                  <a:lnTo>
                    <a:pt x="1346" y="1"/>
                  </a:lnTo>
                  <a:close/>
                </a:path>
              </a:pathLst>
            </a:custGeom>
            <a:solidFill>
              <a:srgbClr val="F1F4F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012" name="Google Shape;12012;p42"/>
            <p:cNvSpPr/>
            <p:nvPr/>
          </p:nvSpPr>
          <p:spPr>
            <a:xfrm>
              <a:off x="4181925" y="3488627"/>
              <a:ext cx="20168" cy="55114"/>
            </a:xfrm>
            <a:custGeom>
              <a:rect b="b" l="l" r="r" t="t"/>
              <a:pathLst>
                <a:path extrusionOk="0" h="3681" w="1347">
                  <a:moveTo>
                    <a:pt x="1" y="1"/>
                  </a:moveTo>
                  <a:lnTo>
                    <a:pt x="1" y="3680"/>
                  </a:lnTo>
                  <a:lnTo>
                    <a:pt x="1347" y="3680"/>
                  </a:lnTo>
                  <a:lnTo>
                    <a:pt x="1347" y="1"/>
                  </a:lnTo>
                  <a:close/>
                </a:path>
              </a:pathLst>
            </a:custGeom>
            <a:solidFill>
              <a:srgbClr val="F1F4F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013" name="Google Shape;12013;p42"/>
            <p:cNvSpPr/>
            <p:nvPr/>
          </p:nvSpPr>
          <p:spPr>
            <a:xfrm>
              <a:off x="4181925" y="3488627"/>
              <a:ext cx="20168" cy="17338"/>
            </a:xfrm>
            <a:custGeom>
              <a:rect b="b" l="l" r="r" t="t"/>
              <a:pathLst>
                <a:path extrusionOk="0" h="1158" w="1347">
                  <a:moveTo>
                    <a:pt x="1" y="1"/>
                  </a:moveTo>
                  <a:lnTo>
                    <a:pt x="1" y="1157"/>
                  </a:lnTo>
                  <a:lnTo>
                    <a:pt x="1347" y="1157"/>
                  </a:lnTo>
                  <a:lnTo>
                    <a:pt x="1347" y="1"/>
                  </a:lnTo>
                  <a:close/>
                </a:path>
              </a:pathLst>
            </a:custGeom>
            <a:solidFill>
              <a:srgbClr val="9BAFB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014" name="Google Shape;12014;p42"/>
            <p:cNvSpPr/>
            <p:nvPr/>
          </p:nvSpPr>
          <p:spPr>
            <a:xfrm>
              <a:off x="4181925" y="3488627"/>
              <a:ext cx="7576" cy="55114"/>
            </a:xfrm>
            <a:custGeom>
              <a:rect b="b" l="l" r="r" t="t"/>
              <a:pathLst>
                <a:path extrusionOk="0" h="3681" w="506">
                  <a:moveTo>
                    <a:pt x="1" y="1"/>
                  </a:moveTo>
                  <a:lnTo>
                    <a:pt x="1" y="3680"/>
                  </a:lnTo>
                  <a:lnTo>
                    <a:pt x="506" y="3680"/>
                  </a:lnTo>
                  <a:lnTo>
                    <a:pt x="506" y="1"/>
                  </a:lnTo>
                  <a:close/>
                </a:path>
              </a:pathLst>
            </a:custGeom>
            <a:solidFill>
              <a:srgbClr val="9BAFB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015" name="Google Shape;12015;p42"/>
            <p:cNvSpPr/>
            <p:nvPr/>
          </p:nvSpPr>
          <p:spPr>
            <a:xfrm>
              <a:off x="4161787" y="3493673"/>
              <a:ext cx="20153" cy="8819"/>
            </a:xfrm>
            <a:custGeom>
              <a:rect b="b" l="l" r="r" t="t"/>
              <a:pathLst>
                <a:path extrusionOk="0" h="589" w="1346">
                  <a:moveTo>
                    <a:pt x="0" y="0"/>
                  </a:moveTo>
                  <a:lnTo>
                    <a:pt x="0" y="589"/>
                  </a:lnTo>
                  <a:lnTo>
                    <a:pt x="1346" y="589"/>
                  </a:lnTo>
                  <a:lnTo>
                    <a:pt x="1346" y="0"/>
                  </a:lnTo>
                  <a:close/>
                </a:path>
              </a:pathLst>
            </a:custGeom>
            <a:solidFill>
              <a:srgbClr val="9BAFB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016" name="Google Shape;12016;p42"/>
            <p:cNvSpPr/>
            <p:nvPr/>
          </p:nvSpPr>
          <p:spPr>
            <a:xfrm>
              <a:off x="4161787" y="3493673"/>
              <a:ext cx="7576" cy="27400"/>
            </a:xfrm>
            <a:custGeom>
              <a:rect b="b" l="l" r="r" t="t"/>
              <a:pathLst>
                <a:path extrusionOk="0" h="1830" w="506">
                  <a:moveTo>
                    <a:pt x="0" y="0"/>
                  </a:moveTo>
                  <a:lnTo>
                    <a:pt x="0" y="1829"/>
                  </a:lnTo>
                  <a:lnTo>
                    <a:pt x="505" y="1829"/>
                  </a:lnTo>
                  <a:lnTo>
                    <a:pt x="505" y="0"/>
                  </a:lnTo>
                  <a:close/>
                </a:path>
              </a:pathLst>
            </a:custGeom>
            <a:solidFill>
              <a:srgbClr val="9BAFB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017" name="Google Shape;12017;p42"/>
            <p:cNvSpPr/>
            <p:nvPr/>
          </p:nvSpPr>
          <p:spPr>
            <a:xfrm>
              <a:off x="4163988" y="3331550"/>
              <a:ext cx="35904" cy="33389"/>
            </a:xfrm>
            <a:custGeom>
              <a:rect b="b" l="l" r="r" t="t"/>
              <a:pathLst>
                <a:path extrusionOk="0" h="2230" w="2398">
                  <a:moveTo>
                    <a:pt x="1" y="1"/>
                  </a:moveTo>
                  <a:lnTo>
                    <a:pt x="1" y="2229"/>
                  </a:lnTo>
                  <a:lnTo>
                    <a:pt x="2397" y="2229"/>
                  </a:lnTo>
                  <a:lnTo>
                    <a:pt x="2397" y="1"/>
                  </a:lnTo>
                  <a:close/>
                </a:path>
              </a:pathLst>
            </a:custGeom>
            <a:solidFill>
              <a:srgbClr val="3B536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018" name="Google Shape;12018;p42"/>
            <p:cNvSpPr/>
            <p:nvPr/>
          </p:nvSpPr>
          <p:spPr>
            <a:xfrm>
              <a:off x="4163988" y="3331550"/>
              <a:ext cx="13550" cy="33389"/>
            </a:xfrm>
            <a:custGeom>
              <a:rect b="b" l="l" r="r" t="t"/>
              <a:pathLst>
                <a:path extrusionOk="0" h="2230" w="905">
                  <a:moveTo>
                    <a:pt x="1" y="1"/>
                  </a:moveTo>
                  <a:lnTo>
                    <a:pt x="1" y="2229"/>
                  </a:lnTo>
                  <a:lnTo>
                    <a:pt x="905" y="2229"/>
                  </a:lnTo>
                  <a:lnTo>
                    <a:pt x="905" y="1"/>
                  </a:lnTo>
                  <a:close/>
                </a:path>
              </a:pathLst>
            </a:custGeom>
            <a:solidFill>
              <a:srgbClr val="203B5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019" name="Google Shape;12019;p42"/>
            <p:cNvSpPr/>
            <p:nvPr/>
          </p:nvSpPr>
          <p:spPr>
            <a:xfrm>
              <a:off x="3997149" y="3374342"/>
              <a:ext cx="180074" cy="268577"/>
            </a:xfrm>
            <a:custGeom>
              <a:rect b="b" l="l" r="r" t="t"/>
              <a:pathLst>
                <a:path extrusionOk="0" h="17938" w="12027">
                  <a:moveTo>
                    <a:pt x="8951" y="1"/>
                  </a:moveTo>
                  <a:cubicBezTo>
                    <a:pt x="4017" y="1"/>
                    <a:pt x="1" y="4006"/>
                    <a:pt x="1" y="8958"/>
                  </a:cubicBezTo>
                  <a:cubicBezTo>
                    <a:pt x="1" y="13932"/>
                    <a:pt x="4017" y="17937"/>
                    <a:pt x="8951" y="17937"/>
                  </a:cubicBezTo>
                  <a:cubicBezTo>
                    <a:pt x="9002" y="17937"/>
                    <a:pt x="9053" y="17937"/>
                    <a:pt x="9104" y="17936"/>
                  </a:cubicBezTo>
                  <a:lnTo>
                    <a:pt x="10597" y="16023"/>
                  </a:lnTo>
                  <a:lnTo>
                    <a:pt x="9104" y="13584"/>
                  </a:lnTo>
                  <a:cubicBezTo>
                    <a:pt x="6560" y="13584"/>
                    <a:pt x="4479" y="11523"/>
                    <a:pt x="4479" y="8958"/>
                  </a:cubicBezTo>
                  <a:cubicBezTo>
                    <a:pt x="4479" y="6414"/>
                    <a:pt x="6560" y="4333"/>
                    <a:pt x="9104" y="4333"/>
                  </a:cubicBezTo>
                  <a:lnTo>
                    <a:pt x="10366" y="4333"/>
                  </a:lnTo>
                  <a:lnTo>
                    <a:pt x="12027" y="2273"/>
                  </a:lnTo>
                  <a:lnTo>
                    <a:pt x="10366" y="2"/>
                  </a:lnTo>
                  <a:lnTo>
                    <a:pt x="9104" y="2"/>
                  </a:lnTo>
                  <a:cubicBezTo>
                    <a:pt x="9053" y="1"/>
                    <a:pt x="9002" y="1"/>
                    <a:pt x="8951" y="1"/>
                  </a:cubicBezTo>
                  <a:close/>
                </a:path>
              </a:pathLst>
            </a:custGeom>
            <a:solidFill>
              <a:srgbClr val="F1F4F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020" name="Google Shape;12020;p42"/>
            <p:cNvSpPr/>
            <p:nvPr/>
          </p:nvSpPr>
          <p:spPr>
            <a:xfrm>
              <a:off x="4133459" y="3631539"/>
              <a:ext cx="52269" cy="42207"/>
            </a:xfrm>
            <a:custGeom>
              <a:rect b="b" l="l" r="r" t="t"/>
              <a:pathLst>
                <a:path extrusionOk="0" h="2819" w="3491">
                  <a:moveTo>
                    <a:pt x="0" y="1"/>
                  </a:moveTo>
                  <a:lnTo>
                    <a:pt x="0" y="2818"/>
                  </a:lnTo>
                  <a:lnTo>
                    <a:pt x="3490" y="2818"/>
                  </a:lnTo>
                  <a:lnTo>
                    <a:pt x="3490" y="1"/>
                  </a:lnTo>
                  <a:close/>
                </a:path>
              </a:pathLst>
            </a:custGeom>
            <a:solidFill>
              <a:srgbClr val="9BAFB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021" name="Google Shape;12021;p42"/>
            <p:cNvSpPr/>
            <p:nvPr/>
          </p:nvSpPr>
          <p:spPr>
            <a:xfrm>
              <a:off x="4152339" y="3354219"/>
              <a:ext cx="59201" cy="141355"/>
            </a:xfrm>
            <a:custGeom>
              <a:rect b="b" l="l" r="r" t="t"/>
              <a:pathLst>
                <a:path extrusionOk="0" h="9441" w="3954">
                  <a:moveTo>
                    <a:pt x="1" y="0"/>
                  </a:moveTo>
                  <a:lnTo>
                    <a:pt x="1" y="9440"/>
                  </a:lnTo>
                  <a:lnTo>
                    <a:pt x="3953" y="9440"/>
                  </a:lnTo>
                  <a:lnTo>
                    <a:pt x="3953" y="0"/>
                  </a:lnTo>
                  <a:close/>
                </a:path>
              </a:pathLst>
            </a:custGeom>
            <a:solidFill>
              <a:srgbClr val="F5F7F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022" name="Google Shape;12022;p42"/>
            <p:cNvSpPr/>
            <p:nvPr/>
          </p:nvSpPr>
          <p:spPr>
            <a:xfrm>
              <a:off x="4152339" y="3354219"/>
              <a:ext cx="21111" cy="141355"/>
            </a:xfrm>
            <a:custGeom>
              <a:rect b="b" l="l" r="r" t="t"/>
              <a:pathLst>
                <a:path extrusionOk="0" h="9441" w="1410">
                  <a:moveTo>
                    <a:pt x="1" y="0"/>
                  </a:moveTo>
                  <a:lnTo>
                    <a:pt x="1" y="9440"/>
                  </a:lnTo>
                  <a:lnTo>
                    <a:pt x="1409" y="9440"/>
                  </a:lnTo>
                  <a:lnTo>
                    <a:pt x="1409" y="0"/>
                  </a:lnTo>
                  <a:close/>
                </a:path>
              </a:pathLst>
            </a:custGeom>
            <a:solidFill>
              <a:srgbClr val="EBEFF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023" name="Google Shape;12023;p42"/>
            <p:cNvSpPr/>
            <p:nvPr/>
          </p:nvSpPr>
          <p:spPr>
            <a:xfrm>
              <a:off x="4133459" y="3577713"/>
              <a:ext cx="99477" cy="36533"/>
            </a:xfrm>
            <a:custGeom>
              <a:rect b="b" l="l" r="r" t="t"/>
              <a:pathLst>
                <a:path extrusionOk="0" h="2440" w="6644">
                  <a:moveTo>
                    <a:pt x="0" y="1"/>
                  </a:moveTo>
                  <a:lnTo>
                    <a:pt x="0" y="2440"/>
                  </a:lnTo>
                  <a:lnTo>
                    <a:pt x="5425" y="2440"/>
                  </a:lnTo>
                  <a:cubicBezTo>
                    <a:pt x="6097" y="2440"/>
                    <a:pt x="6644" y="1893"/>
                    <a:pt x="6644" y="1220"/>
                  </a:cubicBezTo>
                  <a:lnTo>
                    <a:pt x="6623" y="1220"/>
                  </a:lnTo>
                  <a:cubicBezTo>
                    <a:pt x="6623" y="547"/>
                    <a:pt x="6076" y="1"/>
                    <a:pt x="5425" y="1"/>
                  </a:cubicBezTo>
                  <a:close/>
                </a:path>
              </a:pathLst>
            </a:custGeom>
            <a:solidFill>
              <a:srgbClr val="EBEFF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024" name="Google Shape;12024;p42"/>
            <p:cNvSpPr/>
            <p:nvPr/>
          </p:nvSpPr>
          <p:spPr>
            <a:xfrm>
              <a:off x="4133459" y="3577713"/>
              <a:ext cx="97276" cy="19225"/>
            </a:xfrm>
            <a:custGeom>
              <a:rect b="b" l="l" r="r" t="t"/>
              <a:pathLst>
                <a:path extrusionOk="0" h="1284" w="6497">
                  <a:moveTo>
                    <a:pt x="0" y="1"/>
                  </a:moveTo>
                  <a:lnTo>
                    <a:pt x="0" y="1283"/>
                  </a:lnTo>
                  <a:lnTo>
                    <a:pt x="5403" y="1283"/>
                  </a:lnTo>
                  <a:cubicBezTo>
                    <a:pt x="5866" y="1283"/>
                    <a:pt x="6265" y="1052"/>
                    <a:pt x="6497" y="653"/>
                  </a:cubicBezTo>
                  <a:cubicBezTo>
                    <a:pt x="6265" y="253"/>
                    <a:pt x="5866" y="1"/>
                    <a:pt x="5425" y="1"/>
                  </a:cubicBezTo>
                  <a:close/>
                </a:path>
              </a:pathLst>
            </a:custGeom>
            <a:solidFill>
              <a:srgbClr val="F5F7F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025" name="Google Shape;12025;p42"/>
            <p:cNvSpPr/>
            <p:nvPr/>
          </p:nvSpPr>
          <p:spPr>
            <a:xfrm>
              <a:off x="4133459" y="3614231"/>
              <a:ext cx="73979" cy="28657"/>
            </a:xfrm>
            <a:custGeom>
              <a:rect b="b" l="l" r="r" t="t"/>
              <a:pathLst>
                <a:path extrusionOk="0" h="1914" w="4941">
                  <a:moveTo>
                    <a:pt x="0" y="1"/>
                  </a:moveTo>
                  <a:lnTo>
                    <a:pt x="0" y="1914"/>
                  </a:lnTo>
                  <a:lnTo>
                    <a:pt x="3343" y="1914"/>
                  </a:lnTo>
                  <a:cubicBezTo>
                    <a:pt x="4226" y="1914"/>
                    <a:pt x="4941" y="1178"/>
                    <a:pt x="4941" y="295"/>
                  </a:cubicBezTo>
                  <a:lnTo>
                    <a:pt x="4941" y="1"/>
                  </a:lnTo>
                  <a:close/>
                </a:path>
              </a:pathLst>
            </a:custGeom>
            <a:solidFill>
              <a:srgbClr val="9BAFB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026" name="Google Shape;12026;p42"/>
            <p:cNvSpPr/>
            <p:nvPr/>
          </p:nvSpPr>
          <p:spPr>
            <a:xfrm>
              <a:off x="4145736" y="3329664"/>
              <a:ext cx="71149" cy="11035"/>
            </a:xfrm>
            <a:custGeom>
              <a:rect b="b" l="l" r="r" t="t"/>
              <a:pathLst>
                <a:path extrusionOk="0" h="737" w="4752">
                  <a:moveTo>
                    <a:pt x="442" y="1"/>
                  </a:moveTo>
                  <a:cubicBezTo>
                    <a:pt x="0" y="43"/>
                    <a:pt x="0" y="694"/>
                    <a:pt x="442" y="736"/>
                  </a:cubicBezTo>
                  <a:lnTo>
                    <a:pt x="4394" y="736"/>
                  </a:lnTo>
                  <a:cubicBezTo>
                    <a:pt x="4605" y="736"/>
                    <a:pt x="4752" y="568"/>
                    <a:pt x="4752" y="358"/>
                  </a:cubicBezTo>
                  <a:cubicBezTo>
                    <a:pt x="4752" y="169"/>
                    <a:pt x="4605" y="1"/>
                    <a:pt x="4394" y="1"/>
                  </a:cubicBezTo>
                  <a:close/>
                </a:path>
              </a:pathLst>
            </a:custGeom>
            <a:solidFill>
              <a:srgbClr val="9BAFB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027" name="Google Shape;12027;p42"/>
            <p:cNvSpPr/>
            <p:nvPr/>
          </p:nvSpPr>
          <p:spPr>
            <a:xfrm>
              <a:off x="4161667" y="3329634"/>
              <a:ext cx="55219" cy="11080"/>
            </a:xfrm>
            <a:custGeom>
              <a:rect b="b" l="l" r="r" t="t"/>
              <a:pathLst>
                <a:path extrusionOk="0" h="740" w="3688">
                  <a:moveTo>
                    <a:pt x="475" y="1"/>
                  </a:moveTo>
                  <a:cubicBezTo>
                    <a:pt x="0" y="1"/>
                    <a:pt x="0" y="740"/>
                    <a:pt x="475" y="740"/>
                  </a:cubicBezTo>
                  <a:cubicBezTo>
                    <a:pt x="487" y="740"/>
                    <a:pt x="500" y="739"/>
                    <a:pt x="513" y="738"/>
                  </a:cubicBezTo>
                  <a:lnTo>
                    <a:pt x="3330" y="738"/>
                  </a:lnTo>
                  <a:cubicBezTo>
                    <a:pt x="3541" y="738"/>
                    <a:pt x="3688" y="570"/>
                    <a:pt x="3688" y="360"/>
                  </a:cubicBezTo>
                  <a:cubicBezTo>
                    <a:pt x="3688" y="171"/>
                    <a:pt x="3541" y="3"/>
                    <a:pt x="3330" y="3"/>
                  </a:cubicBezTo>
                  <a:lnTo>
                    <a:pt x="513" y="3"/>
                  </a:lnTo>
                  <a:cubicBezTo>
                    <a:pt x="500" y="2"/>
                    <a:pt x="487" y="1"/>
                    <a:pt x="475" y="1"/>
                  </a:cubicBezTo>
                  <a:close/>
                </a:path>
              </a:pathLst>
            </a:custGeom>
            <a:solidFill>
              <a:srgbClr val="F1F4F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028" name="Google Shape;12028;p42"/>
            <p:cNvSpPr/>
            <p:nvPr/>
          </p:nvSpPr>
          <p:spPr>
            <a:xfrm>
              <a:off x="4043744" y="3662712"/>
              <a:ext cx="224138" cy="22683"/>
            </a:xfrm>
            <a:custGeom>
              <a:rect b="b" l="l" r="r" t="t"/>
              <a:pathLst>
                <a:path extrusionOk="0" h="1515" w="14970">
                  <a:moveTo>
                    <a:pt x="1009" y="0"/>
                  </a:moveTo>
                  <a:cubicBezTo>
                    <a:pt x="0" y="0"/>
                    <a:pt x="0" y="1514"/>
                    <a:pt x="1009" y="1514"/>
                  </a:cubicBezTo>
                  <a:lnTo>
                    <a:pt x="14213" y="1514"/>
                  </a:lnTo>
                  <a:cubicBezTo>
                    <a:pt x="14633" y="1514"/>
                    <a:pt x="14970" y="1178"/>
                    <a:pt x="14970" y="757"/>
                  </a:cubicBezTo>
                  <a:cubicBezTo>
                    <a:pt x="14970" y="337"/>
                    <a:pt x="14633" y="0"/>
                    <a:pt x="14213" y="0"/>
                  </a:cubicBezTo>
                  <a:close/>
                </a:path>
              </a:pathLst>
            </a:custGeom>
            <a:solidFill>
              <a:srgbClr val="9BAFB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029" name="Google Shape;12029;p42"/>
            <p:cNvSpPr/>
            <p:nvPr/>
          </p:nvSpPr>
          <p:spPr>
            <a:xfrm>
              <a:off x="4084035" y="3662712"/>
              <a:ext cx="183847" cy="22683"/>
            </a:xfrm>
            <a:custGeom>
              <a:rect b="b" l="l" r="r" t="t"/>
              <a:pathLst>
                <a:path extrusionOk="0" h="1515" w="12279">
                  <a:moveTo>
                    <a:pt x="1031" y="0"/>
                  </a:moveTo>
                  <a:cubicBezTo>
                    <a:pt x="0" y="0"/>
                    <a:pt x="0" y="1514"/>
                    <a:pt x="1031" y="1514"/>
                  </a:cubicBezTo>
                  <a:lnTo>
                    <a:pt x="11522" y="1514"/>
                  </a:lnTo>
                  <a:cubicBezTo>
                    <a:pt x="11942" y="1514"/>
                    <a:pt x="12279" y="1178"/>
                    <a:pt x="12279" y="757"/>
                  </a:cubicBezTo>
                  <a:cubicBezTo>
                    <a:pt x="12279" y="337"/>
                    <a:pt x="11942" y="0"/>
                    <a:pt x="11522" y="0"/>
                  </a:cubicBezTo>
                  <a:close/>
                </a:path>
              </a:pathLst>
            </a:custGeom>
            <a:solidFill>
              <a:srgbClr val="F1F4F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030" name="Google Shape;12030;p42"/>
            <p:cNvSpPr/>
            <p:nvPr/>
          </p:nvSpPr>
          <p:spPr>
            <a:xfrm>
              <a:off x="4105131" y="3396396"/>
              <a:ext cx="30544" cy="25917"/>
            </a:xfrm>
            <a:custGeom>
              <a:rect b="b" l="l" r="r" t="t"/>
              <a:pathLst>
                <a:path extrusionOk="0" h="1731" w="2040">
                  <a:moveTo>
                    <a:pt x="1177" y="1"/>
                  </a:moveTo>
                  <a:cubicBezTo>
                    <a:pt x="400" y="1"/>
                    <a:pt x="0" y="926"/>
                    <a:pt x="547" y="1472"/>
                  </a:cubicBezTo>
                  <a:cubicBezTo>
                    <a:pt x="732" y="1650"/>
                    <a:pt x="954" y="1730"/>
                    <a:pt x="1171" y="1730"/>
                  </a:cubicBezTo>
                  <a:cubicBezTo>
                    <a:pt x="1619" y="1730"/>
                    <a:pt x="2039" y="1387"/>
                    <a:pt x="2039" y="863"/>
                  </a:cubicBezTo>
                  <a:cubicBezTo>
                    <a:pt x="2039" y="379"/>
                    <a:pt x="1661" y="1"/>
                    <a:pt x="1177" y="1"/>
                  </a:cubicBezTo>
                  <a:close/>
                </a:path>
              </a:pathLst>
            </a:custGeom>
            <a:solidFill>
              <a:srgbClr val="3B536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031" name="Google Shape;12031;p42"/>
            <p:cNvSpPr/>
            <p:nvPr/>
          </p:nvSpPr>
          <p:spPr>
            <a:xfrm>
              <a:off x="4087179" y="3593135"/>
              <a:ext cx="30559" cy="25917"/>
            </a:xfrm>
            <a:custGeom>
              <a:rect b="b" l="l" r="r" t="t"/>
              <a:pathLst>
                <a:path extrusionOk="0" h="1731" w="2041">
                  <a:moveTo>
                    <a:pt x="1178" y="1"/>
                  </a:moveTo>
                  <a:cubicBezTo>
                    <a:pt x="400" y="1"/>
                    <a:pt x="1" y="926"/>
                    <a:pt x="547" y="1473"/>
                  </a:cubicBezTo>
                  <a:cubicBezTo>
                    <a:pt x="732" y="1651"/>
                    <a:pt x="955" y="1731"/>
                    <a:pt x="1171" y="1731"/>
                  </a:cubicBezTo>
                  <a:cubicBezTo>
                    <a:pt x="1619" y="1731"/>
                    <a:pt x="2040" y="1388"/>
                    <a:pt x="2040" y="863"/>
                  </a:cubicBezTo>
                  <a:cubicBezTo>
                    <a:pt x="2040" y="379"/>
                    <a:pt x="1662" y="1"/>
                    <a:pt x="1178" y="1"/>
                  </a:cubicBezTo>
                  <a:close/>
                </a:path>
              </a:pathLst>
            </a:custGeom>
            <a:solidFill>
              <a:srgbClr val="3B536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2032" name="Google Shape;12032;p42"/>
          <p:cNvGrpSpPr/>
          <p:nvPr/>
        </p:nvGrpSpPr>
        <p:grpSpPr>
          <a:xfrm>
            <a:off x="3954343" y="2716354"/>
            <a:ext cx="345655" cy="343529"/>
            <a:chOff x="3954343" y="2899354"/>
            <a:chExt cx="345655" cy="343529"/>
          </a:xfrm>
        </p:grpSpPr>
        <p:sp>
          <p:nvSpPr>
            <p:cNvPr id="12033" name="Google Shape;12033;p42"/>
            <p:cNvSpPr/>
            <p:nvPr/>
          </p:nvSpPr>
          <p:spPr>
            <a:xfrm>
              <a:off x="3954343" y="2899354"/>
              <a:ext cx="345655" cy="343529"/>
            </a:xfrm>
            <a:custGeom>
              <a:rect b="b" l="l" r="r" t="t"/>
              <a:pathLst>
                <a:path extrusionOk="0" h="22944" w="23086">
                  <a:moveTo>
                    <a:pt x="18828" y="0"/>
                  </a:moveTo>
                  <a:cubicBezTo>
                    <a:pt x="18617" y="0"/>
                    <a:pt x="18407" y="84"/>
                    <a:pt x="18250" y="253"/>
                  </a:cubicBezTo>
                  <a:lnTo>
                    <a:pt x="17640" y="862"/>
                  </a:lnTo>
                  <a:lnTo>
                    <a:pt x="17135" y="1346"/>
                  </a:lnTo>
                  <a:lnTo>
                    <a:pt x="16000" y="2481"/>
                  </a:lnTo>
                  <a:lnTo>
                    <a:pt x="15495" y="2986"/>
                  </a:lnTo>
                  <a:lnTo>
                    <a:pt x="12741" y="5740"/>
                  </a:lnTo>
                  <a:lnTo>
                    <a:pt x="12237" y="6244"/>
                  </a:lnTo>
                  <a:lnTo>
                    <a:pt x="11122" y="7380"/>
                  </a:lnTo>
                  <a:lnTo>
                    <a:pt x="10618" y="7863"/>
                  </a:lnTo>
                  <a:lnTo>
                    <a:pt x="9482" y="8999"/>
                  </a:lnTo>
                  <a:lnTo>
                    <a:pt x="8978" y="9503"/>
                  </a:lnTo>
                  <a:lnTo>
                    <a:pt x="7864" y="10639"/>
                  </a:lnTo>
                  <a:lnTo>
                    <a:pt x="7359" y="11122"/>
                  </a:lnTo>
                  <a:lnTo>
                    <a:pt x="2965" y="15516"/>
                  </a:lnTo>
                  <a:lnTo>
                    <a:pt x="2481" y="16021"/>
                  </a:lnTo>
                  <a:lnTo>
                    <a:pt x="1346" y="17156"/>
                  </a:lnTo>
                  <a:lnTo>
                    <a:pt x="841" y="17640"/>
                  </a:lnTo>
                  <a:lnTo>
                    <a:pt x="316" y="18165"/>
                  </a:lnTo>
                  <a:cubicBezTo>
                    <a:pt x="0" y="18502"/>
                    <a:pt x="0" y="19027"/>
                    <a:pt x="316" y="19343"/>
                  </a:cubicBezTo>
                  <a:lnTo>
                    <a:pt x="3659" y="22707"/>
                  </a:lnTo>
                  <a:cubicBezTo>
                    <a:pt x="3827" y="22864"/>
                    <a:pt x="4037" y="22943"/>
                    <a:pt x="4247" y="22943"/>
                  </a:cubicBezTo>
                  <a:cubicBezTo>
                    <a:pt x="4458" y="22943"/>
                    <a:pt x="4668" y="22864"/>
                    <a:pt x="4836" y="22707"/>
                  </a:cubicBezTo>
                  <a:lnTo>
                    <a:pt x="22770" y="4773"/>
                  </a:lnTo>
                  <a:cubicBezTo>
                    <a:pt x="23085" y="4436"/>
                    <a:pt x="23085" y="3932"/>
                    <a:pt x="22770" y="3595"/>
                  </a:cubicBezTo>
                  <a:lnTo>
                    <a:pt x="19406" y="253"/>
                  </a:lnTo>
                  <a:cubicBezTo>
                    <a:pt x="19248" y="84"/>
                    <a:pt x="19038" y="0"/>
                    <a:pt x="18828" y="0"/>
                  </a:cubicBezTo>
                  <a:close/>
                </a:path>
              </a:pathLst>
            </a:custGeom>
            <a:solidFill>
              <a:srgbClr val="C9D4D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034" name="Google Shape;12034;p42"/>
            <p:cNvSpPr/>
            <p:nvPr/>
          </p:nvSpPr>
          <p:spPr>
            <a:xfrm>
              <a:off x="4210897" y="2911946"/>
              <a:ext cx="33434" cy="31502"/>
            </a:xfrm>
            <a:custGeom>
              <a:rect b="b" l="l" r="r" t="t"/>
              <a:pathLst>
                <a:path extrusionOk="0" h="2104" w="2233">
                  <a:moveTo>
                    <a:pt x="505" y="0"/>
                  </a:moveTo>
                  <a:lnTo>
                    <a:pt x="0" y="505"/>
                  </a:lnTo>
                  <a:lnTo>
                    <a:pt x="1514" y="2019"/>
                  </a:lnTo>
                  <a:cubicBezTo>
                    <a:pt x="1588" y="2078"/>
                    <a:pt x="1666" y="2104"/>
                    <a:pt x="1741" y="2104"/>
                  </a:cubicBezTo>
                  <a:cubicBezTo>
                    <a:pt x="2009" y="2104"/>
                    <a:pt x="2232" y="1777"/>
                    <a:pt x="2019" y="1514"/>
                  </a:cubicBezTo>
                  <a:lnTo>
                    <a:pt x="505" y="0"/>
                  </a:lnTo>
                  <a:close/>
                </a:path>
              </a:pathLst>
            </a:custGeom>
            <a:solidFill>
              <a:srgbClr val="99AEB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035" name="Google Shape;12035;p42"/>
            <p:cNvSpPr/>
            <p:nvPr/>
          </p:nvSpPr>
          <p:spPr>
            <a:xfrm>
              <a:off x="4186656" y="2936501"/>
              <a:ext cx="27834" cy="25049"/>
            </a:xfrm>
            <a:custGeom>
              <a:rect b="b" l="l" r="r" t="t"/>
              <a:pathLst>
                <a:path extrusionOk="0" h="1673" w="1859">
                  <a:moveTo>
                    <a:pt x="505" y="0"/>
                  </a:moveTo>
                  <a:lnTo>
                    <a:pt x="0" y="484"/>
                  </a:lnTo>
                  <a:lnTo>
                    <a:pt x="1052" y="1535"/>
                  </a:lnTo>
                  <a:cubicBezTo>
                    <a:pt x="1134" y="1632"/>
                    <a:pt x="1230" y="1672"/>
                    <a:pt x="1322" y="1672"/>
                  </a:cubicBezTo>
                  <a:cubicBezTo>
                    <a:pt x="1607" y="1672"/>
                    <a:pt x="1858" y="1290"/>
                    <a:pt x="1556" y="1051"/>
                  </a:cubicBezTo>
                  <a:lnTo>
                    <a:pt x="505" y="0"/>
                  </a:lnTo>
                  <a:close/>
                </a:path>
              </a:pathLst>
            </a:custGeom>
            <a:solidFill>
              <a:srgbClr val="99AEB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036" name="Google Shape;12036;p42"/>
            <p:cNvSpPr/>
            <p:nvPr/>
          </p:nvSpPr>
          <p:spPr>
            <a:xfrm>
              <a:off x="4162101" y="2960727"/>
              <a:ext cx="26501" cy="24600"/>
            </a:xfrm>
            <a:custGeom>
              <a:rect b="b" l="l" r="r" t="t"/>
              <a:pathLst>
                <a:path extrusionOk="0" h="1643" w="1770">
                  <a:moveTo>
                    <a:pt x="505" y="1"/>
                  </a:moveTo>
                  <a:lnTo>
                    <a:pt x="0" y="506"/>
                  </a:lnTo>
                  <a:lnTo>
                    <a:pt x="1052" y="1557"/>
                  </a:lnTo>
                  <a:cubicBezTo>
                    <a:pt x="1125" y="1617"/>
                    <a:pt x="1204" y="1642"/>
                    <a:pt x="1279" y="1642"/>
                  </a:cubicBezTo>
                  <a:cubicBezTo>
                    <a:pt x="1547" y="1642"/>
                    <a:pt x="1770" y="1315"/>
                    <a:pt x="1556" y="1052"/>
                  </a:cubicBezTo>
                  <a:lnTo>
                    <a:pt x="505" y="1"/>
                  </a:lnTo>
                  <a:close/>
                </a:path>
              </a:pathLst>
            </a:custGeom>
            <a:solidFill>
              <a:srgbClr val="99AEB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037" name="Google Shape;12037;p42"/>
            <p:cNvSpPr/>
            <p:nvPr/>
          </p:nvSpPr>
          <p:spPr>
            <a:xfrm>
              <a:off x="4137861" y="2985281"/>
              <a:ext cx="27834" cy="25064"/>
            </a:xfrm>
            <a:custGeom>
              <a:rect b="b" l="l" r="r" t="t"/>
              <a:pathLst>
                <a:path extrusionOk="0" h="1674" w="1859">
                  <a:moveTo>
                    <a:pt x="505" y="1"/>
                  </a:moveTo>
                  <a:lnTo>
                    <a:pt x="1" y="484"/>
                  </a:lnTo>
                  <a:lnTo>
                    <a:pt x="1052" y="1536"/>
                  </a:lnTo>
                  <a:cubicBezTo>
                    <a:pt x="1129" y="1633"/>
                    <a:pt x="1222" y="1673"/>
                    <a:pt x="1313" y="1673"/>
                  </a:cubicBezTo>
                  <a:cubicBezTo>
                    <a:pt x="1596" y="1673"/>
                    <a:pt x="1858" y="1290"/>
                    <a:pt x="1556" y="1052"/>
                  </a:cubicBezTo>
                  <a:lnTo>
                    <a:pt x="505" y="1"/>
                  </a:lnTo>
                  <a:close/>
                </a:path>
              </a:pathLst>
            </a:custGeom>
            <a:solidFill>
              <a:srgbClr val="99AEB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038" name="Google Shape;12038;p42"/>
            <p:cNvSpPr/>
            <p:nvPr/>
          </p:nvSpPr>
          <p:spPr>
            <a:xfrm>
              <a:off x="4113306" y="3009522"/>
              <a:ext cx="33434" cy="31517"/>
            </a:xfrm>
            <a:custGeom>
              <a:rect b="b" l="l" r="r" t="t"/>
              <a:pathLst>
                <a:path extrusionOk="0" h="2105" w="2233">
                  <a:moveTo>
                    <a:pt x="505" y="1"/>
                  </a:moveTo>
                  <a:lnTo>
                    <a:pt x="1" y="505"/>
                  </a:lnTo>
                  <a:lnTo>
                    <a:pt x="1514" y="2019"/>
                  </a:lnTo>
                  <a:cubicBezTo>
                    <a:pt x="1588" y="2079"/>
                    <a:pt x="1667" y="2104"/>
                    <a:pt x="1742" y="2104"/>
                  </a:cubicBezTo>
                  <a:cubicBezTo>
                    <a:pt x="2010" y="2104"/>
                    <a:pt x="2233" y="1777"/>
                    <a:pt x="2019" y="1515"/>
                  </a:cubicBezTo>
                  <a:lnTo>
                    <a:pt x="505" y="1"/>
                  </a:lnTo>
                  <a:close/>
                </a:path>
              </a:pathLst>
            </a:custGeom>
            <a:solidFill>
              <a:srgbClr val="99AEB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039" name="Google Shape;12039;p42"/>
            <p:cNvSpPr/>
            <p:nvPr/>
          </p:nvSpPr>
          <p:spPr>
            <a:xfrm>
              <a:off x="4089066" y="3034077"/>
              <a:ext cx="27504" cy="25184"/>
            </a:xfrm>
            <a:custGeom>
              <a:rect b="b" l="l" r="r" t="t"/>
              <a:pathLst>
                <a:path extrusionOk="0" h="1682" w="1837">
                  <a:moveTo>
                    <a:pt x="484" y="1"/>
                  </a:moveTo>
                  <a:lnTo>
                    <a:pt x="1" y="484"/>
                  </a:lnTo>
                  <a:lnTo>
                    <a:pt x="1052" y="1535"/>
                  </a:lnTo>
                  <a:cubicBezTo>
                    <a:pt x="1130" y="1639"/>
                    <a:pt x="1223" y="1682"/>
                    <a:pt x="1314" y="1682"/>
                  </a:cubicBezTo>
                  <a:cubicBezTo>
                    <a:pt x="1589" y="1682"/>
                    <a:pt x="1836" y="1289"/>
                    <a:pt x="1536" y="1052"/>
                  </a:cubicBezTo>
                  <a:lnTo>
                    <a:pt x="484" y="1"/>
                  </a:lnTo>
                  <a:close/>
                </a:path>
              </a:pathLst>
            </a:custGeom>
            <a:solidFill>
              <a:srgbClr val="99AEB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040" name="Google Shape;12040;p42"/>
            <p:cNvSpPr/>
            <p:nvPr/>
          </p:nvSpPr>
          <p:spPr>
            <a:xfrm>
              <a:off x="4064511" y="3058317"/>
              <a:ext cx="26516" cy="24585"/>
            </a:xfrm>
            <a:custGeom>
              <a:rect b="b" l="l" r="r" t="t"/>
              <a:pathLst>
                <a:path extrusionOk="0" h="1642" w="1771">
                  <a:moveTo>
                    <a:pt x="506" y="1"/>
                  </a:moveTo>
                  <a:lnTo>
                    <a:pt x="1" y="505"/>
                  </a:lnTo>
                  <a:lnTo>
                    <a:pt x="1052" y="1556"/>
                  </a:lnTo>
                  <a:cubicBezTo>
                    <a:pt x="1126" y="1616"/>
                    <a:pt x="1204" y="1642"/>
                    <a:pt x="1279" y="1642"/>
                  </a:cubicBezTo>
                  <a:cubicBezTo>
                    <a:pt x="1547" y="1642"/>
                    <a:pt x="1770" y="1315"/>
                    <a:pt x="1557" y="1052"/>
                  </a:cubicBezTo>
                  <a:lnTo>
                    <a:pt x="506" y="1"/>
                  </a:lnTo>
                  <a:close/>
                </a:path>
              </a:pathLst>
            </a:custGeom>
            <a:solidFill>
              <a:srgbClr val="99AEB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041" name="Google Shape;12041;p42"/>
            <p:cNvSpPr/>
            <p:nvPr/>
          </p:nvSpPr>
          <p:spPr>
            <a:xfrm>
              <a:off x="4040285" y="3082872"/>
              <a:ext cx="27729" cy="25184"/>
            </a:xfrm>
            <a:custGeom>
              <a:rect b="b" l="l" r="r" t="t"/>
              <a:pathLst>
                <a:path extrusionOk="0" h="1682" w="1852">
                  <a:moveTo>
                    <a:pt x="484" y="0"/>
                  </a:moveTo>
                  <a:lnTo>
                    <a:pt x="0" y="484"/>
                  </a:lnTo>
                  <a:lnTo>
                    <a:pt x="1051" y="1535"/>
                  </a:lnTo>
                  <a:cubicBezTo>
                    <a:pt x="1129" y="1639"/>
                    <a:pt x="1224" y="1681"/>
                    <a:pt x="1316" y="1681"/>
                  </a:cubicBezTo>
                  <a:cubicBezTo>
                    <a:pt x="1596" y="1681"/>
                    <a:pt x="1851" y="1289"/>
                    <a:pt x="1535" y="1052"/>
                  </a:cubicBezTo>
                  <a:lnTo>
                    <a:pt x="484" y="0"/>
                  </a:lnTo>
                  <a:close/>
                </a:path>
              </a:pathLst>
            </a:custGeom>
            <a:solidFill>
              <a:srgbClr val="99AEB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042" name="Google Shape;12042;p42"/>
            <p:cNvSpPr/>
            <p:nvPr/>
          </p:nvSpPr>
          <p:spPr>
            <a:xfrm>
              <a:off x="4015730" y="3107113"/>
              <a:ext cx="34751" cy="32281"/>
            </a:xfrm>
            <a:custGeom>
              <a:rect b="b" l="l" r="r" t="t"/>
              <a:pathLst>
                <a:path extrusionOk="0" h="2156" w="2321">
                  <a:moveTo>
                    <a:pt x="505" y="0"/>
                  </a:moveTo>
                  <a:lnTo>
                    <a:pt x="0" y="505"/>
                  </a:lnTo>
                  <a:lnTo>
                    <a:pt x="1514" y="2019"/>
                  </a:lnTo>
                  <a:cubicBezTo>
                    <a:pt x="1596" y="2116"/>
                    <a:pt x="1691" y="2156"/>
                    <a:pt x="1783" y="2156"/>
                  </a:cubicBezTo>
                  <a:cubicBezTo>
                    <a:pt x="2069" y="2156"/>
                    <a:pt x="2321" y="1769"/>
                    <a:pt x="2018" y="1514"/>
                  </a:cubicBezTo>
                  <a:lnTo>
                    <a:pt x="505" y="0"/>
                  </a:lnTo>
                  <a:close/>
                </a:path>
              </a:pathLst>
            </a:custGeom>
            <a:solidFill>
              <a:srgbClr val="99AEB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043" name="Google Shape;12043;p42"/>
            <p:cNvSpPr/>
            <p:nvPr/>
          </p:nvSpPr>
          <p:spPr>
            <a:xfrm>
              <a:off x="3991490" y="3131668"/>
              <a:ext cx="27789" cy="25318"/>
            </a:xfrm>
            <a:custGeom>
              <a:rect b="b" l="l" r="r" t="t"/>
              <a:pathLst>
                <a:path extrusionOk="0" h="1691" w="1856">
                  <a:moveTo>
                    <a:pt x="484" y="0"/>
                  </a:moveTo>
                  <a:lnTo>
                    <a:pt x="0" y="505"/>
                  </a:lnTo>
                  <a:lnTo>
                    <a:pt x="1051" y="1556"/>
                  </a:lnTo>
                  <a:cubicBezTo>
                    <a:pt x="1127" y="1651"/>
                    <a:pt x="1217" y="1690"/>
                    <a:pt x="1306" y="1690"/>
                  </a:cubicBezTo>
                  <a:cubicBezTo>
                    <a:pt x="1590" y="1690"/>
                    <a:pt x="1855" y="1292"/>
                    <a:pt x="1535" y="1051"/>
                  </a:cubicBezTo>
                  <a:lnTo>
                    <a:pt x="484" y="0"/>
                  </a:lnTo>
                  <a:close/>
                </a:path>
              </a:pathLst>
            </a:custGeom>
            <a:solidFill>
              <a:srgbClr val="99AEB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044" name="Google Shape;12044;p42"/>
            <p:cNvSpPr/>
            <p:nvPr/>
          </p:nvSpPr>
          <p:spPr>
            <a:xfrm>
              <a:off x="3966935" y="3155908"/>
              <a:ext cx="27834" cy="25348"/>
            </a:xfrm>
            <a:custGeom>
              <a:rect b="b" l="l" r="r" t="t"/>
              <a:pathLst>
                <a:path extrusionOk="0" h="1693" w="1859">
                  <a:moveTo>
                    <a:pt x="505" y="0"/>
                  </a:moveTo>
                  <a:lnTo>
                    <a:pt x="0" y="505"/>
                  </a:lnTo>
                  <a:lnTo>
                    <a:pt x="1052" y="1556"/>
                  </a:lnTo>
                  <a:cubicBezTo>
                    <a:pt x="1133" y="1653"/>
                    <a:pt x="1229" y="1693"/>
                    <a:pt x="1321" y="1693"/>
                  </a:cubicBezTo>
                  <a:cubicBezTo>
                    <a:pt x="1607" y="1693"/>
                    <a:pt x="1859" y="1306"/>
                    <a:pt x="1556" y="1051"/>
                  </a:cubicBezTo>
                  <a:lnTo>
                    <a:pt x="505" y="0"/>
                  </a:lnTo>
                  <a:close/>
                </a:path>
              </a:pathLst>
            </a:custGeom>
            <a:solidFill>
              <a:srgbClr val="99AEB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2045" name="Google Shape;12045;p42"/>
          <p:cNvGrpSpPr/>
          <p:nvPr/>
        </p:nvGrpSpPr>
        <p:grpSpPr>
          <a:xfrm>
            <a:off x="2166043" y="3168344"/>
            <a:ext cx="369566" cy="349803"/>
            <a:chOff x="2166043" y="3351344"/>
            <a:chExt cx="369566" cy="349803"/>
          </a:xfrm>
        </p:grpSpPr>
        <p:sp>
          <p:nvSpPr>
            <p:cNvPr id="12046" name="Google Shape;12046;p42"/>
            <p:cNvSpPr/>
            <p:nvPr/>
          </p:nvSpPr>
          <p:spPr>
            <a:xfrm>
              <a:off x="2166357" y="3351344"/>
              <a:ext cx="369252" cy="349803"/>
            </a:xfrm>
            <a:custGeom>
              <a:rect b="b" l="l" r="r" t="t"/>
              <a:pathLst>
                <a:path extrusionOk="0" h="23363" w="24662">
                  <a:moveTo>
                    <a:pt x="18025" y="0"/>
                  </a:moveTo>
                  <a:cubicBezTo>
                    <a:pt x="13633" y="0"/>
                    <a:pt x="9337" y="1726"/>
                    <a:pt x="6118" y="4944"/>
                  </a:cubicBezTo>
                  <a:cubicBezTo>
                    <a:pt x="1535" y="9506"/>
                    <a:pt x="0" y="16297"/>
                    <a:pt x="2124" y="22415"/>
                  </a:cubicBezTo>
                  <a:cubicBezTo>
                    <a:pt x="3975" y="23060"/>
                    <a:pt x="5845" y="23362"/>
                    <a:pt x="7676" y="23362"/>
                  </a:cubicBezTo>
                  <a:cubicBezTo>
                    <a:pt x="16116" y="23362"/>
                    <a:pt x="23695" y="16927"/>
                    <a:pt x="24473" y="7908"/>
                  </a:cubicBezTo>
                  <a:cubicBezTo>
                    <a:pt x="24662" y="5554"/>
                    <a:pt x="24367" y="3178"/>
                    <a:pt x="23590" y="949"/>
                  </a:cubicBezTo>
                  <a:cubicBezTo>
                    <a:pt x="21767" y="311"/>
                    <a:pt x="19887" y="0"/>
                    <a:pt x="18025" y="0"/>
                  </a:cubicBezTo>
                  <a:close/>
                </a:path>
              </a:pathLst>
            </a:custGeom>
            <a:solidFill>
              <a:srgbClr val="E2E8E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047" name="Google Shape;12047;p42"/>
            <p:cNvSpPr/>
            <p:nvPr/>
          </p:nvSpPr>
          <p:spPr>
            <a:xfrm>
              <a:off x="2166043" y="3351344"/>
              <a:ext cx="353516" cy="335624"/>
            </a:xfrm>
            <a:custGeom>
              <a:rect b="b" l="l" r="r" t="t"/>
              <a:pathLst>
                <a:path extrusionOk="0" h="22416" w="23611">
                  <a:moveTo>
                    <a:pt x="18042" y="0"/>
                  </a:moveTo>
                  <a:cubicBezTo>
                    <a:pt x="13645" y="0"/>
                    <a:pt x="9343" y="1726"/>
                    <a:pt x="6139" y="4944"/>
                  </a:cubicBezTo>
                  <a:cubicBezTo>
                    <a:pt x="1556" y="9506"/>
                    <a:pt x="0" y="16297"/>
                    <a:pt x="2145" y="22415"/>
                  </a:cubicBezTo>
                  <a:cubicBezTo>
                    <a:pt x="2124" y="20923"/>
                    <a:pt x="2502" y="19220"/>
                    <a:pt x="3238" y="17411"/>
                  </a:cubicBezTo>
                  <a:cubicBezTo>
                    <a:pt x="3553" y="16676"/>
                    <a:pt x="3890" y="15940"/>
                    <a:pt x="4289" y="15225"/>
                  </a:cubicBezTo>
                  <a:cubicBezTo>
                    <a:pt x="7149" y="10158"/>
                    <a:pt x="11353" y="5974"/>
                    <a:pt x="16420" y="3094"/>
                  </a:cubicBezTo>
                  <a:cubicBezTo>
                    <a:pt x="17135" y="2694"/>
                    <a:pt x="17850" y="2358"/>
                    <a:pt x="18607" y="2043"/>
                  </a:cubicBezTo>
                  <a:cubicBezTo>
                    <a:pt x="20367" y="1326"/>
                    <a:pt x="22028" y="949"/>
                    <a:pt x="23492" y="949"/>
                  </a:cubicBezTo>
                  <a:cubicBezTo>
                    <a:pt x="23532" y="949"/>
                    <a:pt x="23571" y="949"/>
                    <a:pt x="23611" y="949"/>
                  </a:cubicBezTo>
                  <a:cubicBezTo>
                    <a:pt x="21788" y="311"/>
                    <a:pt x="19907" y="0"/>
                    <a:pt x="18042" y="0"/>
                  </a:cubicBezTo>
                  <a:close/>
                </a:path>
              </a:pathLst>
            </a:custGeom>
            <a:solidFill>
              <a:srgbClr val="CBD6D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048" name="Google Shape;12048;p42"/>
            <p:cNvSpPr/>
            <p:nvPr/>
          </p:nvSpPr>
          <p:spPr>
            <a:xfrm>
              <a:off x="2373487" y="3352332"/>
              <a:ext cx="159292" cy="158978"/>
            </a:xfrm>
            <a:custGeom>
              <a:rect b="b" l="l" r="r" t="t"/>
              <a:pathLst>
                <a:path extrusionOk="0" h="10618" w="10639">
                  <a:moveTo>
                    <a:pt x="2754" y="0"/>
                  </a:moveTo>
                  <a:cubicBezTo>
                    <a:pt x="1829" y="63"/>
                    <a:pt x="904" y="232"/>
                    <a:pt x="0" y="463"/>
                  </a:cubicBezTo>
                  <a:lnTo>
                    <a:pt x="10155" y="10618"/>
                  </a:lnTo>
                  <a:cubicBezTo>
                    <a:pt x="10386" y="9714"/>
                    <a:pt x="10554" y="8789"/>
                    <a:pt x="10639" y="7842"/>
                  </a:cubicBezTo>
                  <a:lnTo>
                    <a:pt x="2754" y="0"/>
                  </a:lnTo>
                  <a:close/>
                </a:path>
              </a:pathLst>
            </a:custGeom>
            <a:solidFill>
              <a:srgbClr val="3B536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049" name="Google Shape;12049;p42"/>
            <p:cNvSpPr/>
            <p:nvPr/>
          </p:nvSpPr>
          <p:spPr>
            <a:xfrm>
              <a:off x="2373487" y="3352332"/>
              <a:ext cx="71149" cy="45337"/>
            </a:xfrm>
            <a:custGeom>
              <a:rect b="b" l="l" r="r" t="t"/>
              <a:pathLst>
                <a:path extrusionOk="0" h="3028" w="4752">
                  <a:moveTo>
                    <a:pt x="2754" y="0"/>
                  </a:moveTo>
                  <a:cubicBezTo>
                    <a:pt x="1829" y="63"/>
                    <a:pt x="904" y="232"/>
                    <a:pt x="0" y="463"/>
                  </a:cubicBezTo>
                  <a:lnTo>
                    <a:pt x="2565" y="3028"/>
                  </a:lnTo>
                  <a:cubicBezTo>
                    <a:pt x="3280" y="2628"/>
                    <a:pt x="3995" y="2271"/>
                    <a:pt x="4752" y="1977"/>
                  </a:cubicBezTo>
                  <a:lnTo>
                    <a:pt x="2754" y="0"/>
                  </a:lnTo>
                  <a:close/>
                </a:path>
              </a:pathLst>
            </a:custGeom>
            <a:solidFill>
              <a:srgbClr val="203B5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050" name="Google Shape;12050;p42"/>
            <p:cNvSpPr/>
            <p:nvPr/>
          </p:nvSpPr>
          <p:spPr>
            <a:xfrm>
              <a:off x="2275596" y="3447587"/>
              <a:ext cx="166195" cy="157032"/>
            </a:xfrm>
            <a:custGeom>
              <a:rect b="b" l="l" r="r" t="t"/>
              <a:pathLst>
                <a:path extrusionOk="0" h="10488" w="11100">
                  <a:moveTo>
                    <a:pt x="10067" y="0"/>
                  </a:moveTo>
                  <a:cubicBezTo>
                    <a:pt x="9897" y="0"/>
                    <a:pt x="9720" y="71"/>
                    <a:pt x="9566" y="240"/>
                  </a:cubicBezTo>
                  <a:lnTo>
                    <a:pt x="546" y="9259"/>
                  </a:lnTo>
                  <a:cubicBezTo>
                    <a:pt x="1" y="9757"/>
                    <a:pt x="484" y="10487"/>
                    <a:pt x="1033" y="10487"/>
                  </a:cubicBezTo>
                  <a:cubicBezTo>
                    <a:pt x="1204" y="10487"/>
                    <a:pt x="1380" y="10417"/>
                    <a:pt x="1534" y="10248"/>
                  </a:cubicBezTo>
                  <a:lnTo>
                    <a:pt x="10554" y="1228"/>
                  </a:lnTo>
                  <a:cubicBezTo>
                    <a:pt x="11100" y="731"/>
                    <a:pt x="10616" y="0"/>
                    <a:pt x="10067" y="0"/>
                  </a:cubicBezTo>
                  <a:close/>
                </a:path>
              </a:pathLst>
            </a:custGeom>
            <a:solidFill>
              <a:srgbClr val="CBD6D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051" name="Google Shape;12051;p42"/>
            <p:cNvSpPr/>
            <p:nvPr/>
          </p:nvSpPr>
          <p:spPr>
            <a:xfrm>
              <a:off x="2284191" y="3555853"/>
              <a:ext cx="46774" cy="42657"/>
            </a:xfrm>
            <a:custGeom>
              <a:rect b="b" l="l" r="r" t="t"/>
              <a:pathLst>
                <a:path extrusionOk="0" h="2849" w="3124">
                  <a:moveTo>
                    <a:pt x="513" y="0"/>
                  </a:moveTo>
                  <a:cubicBezTo>
                    <a:pt x="238" y="0"/>
                    <a:pt x="1" y="338"/>
                    <a:pt x="246" y="599"/>
                  </a:cubicBezTo>
                  <a:lnTo>
                    <a:pt x="2390" y="2743"/>
                  </a:lnTo>
                  <a:cubicBezTo>
                    <a:pt x="2451" y="2804"/>
                    <a:pt x="2551" y="2845"/>
                    <a:pt x="2633" y="2848"/>
                  </a:cubicBezTo>
                  <a:lnTo>
                    <a:pt x="2633" y="2848"/>
                  </a:lnTo>
                  <a:cubicBezTo>
                    <a:pt x="2962" y="2839"/>
                    <a:pt x="3123" y="2467"/>
                    <a:pt x="2895" y="2239"/>
                  </a:cubicBezTo>
                  <a:lnTo>
                    <a:pt x="750" y="94"/>
                  </a:lnTo>
                  <a:cubicBezTo>
                    <a:pt x="675" y="28"/>
                    <a:pt x="592" y="0"/>
                    <a:pt x="513" y="0"/>
                  </a:cubicBezTo>
                  <a:close/>
                  <a:moveTo>
                    <a:pt x="2633" y="2848"/>
                  </a:moveTo>
                  <a:cubicBezTo>
                    <a:pt x="2629" y="2848"/>
                    <a:pt x="2625" y="2848"/>
                    <a:pt x="2621" y="2848"/>
                  </a:cubicBezTo>
                  <a:lnTo>
                    <a:pt x="2642" y="2848"/>
                  </a:lnTo>
                  <a:cubicBezTo>
                    <a:pt x="2639" y="2848"/>
                    <a:pt x="2636" y="2848"/>
                    <a:pt x="2633" y="2848"/>
                  </a:cubicBezTo>
                  <a:close/>
                </a:path>
              </a:pathLst>
            </a:custGeom>
            <a:solidFill>
              <a:srgbClr val="F5F7F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052" name="Google Shape;12052;p42"/>
            <p:cNvSpPr/>
            <p:nvPr/>
          </p:nvSpPr>
          <p:spPr>
            <a:xfrm>
              <a:off x="2317235" y="3521342"/>
              <a:ext cx="47418" cy="43166"/>
            </a:xfrm>
            <a:custGeom>
              <a:rect b="b" l="l" r="r" t="t"/>
              <a:pathLst>
                <a:path extrusionOk="0" h="2883" w="3167">
                  <a:moveTo>
                    <a:pt x="530" y="0"/>
                  </a:moveTo>
                  <a:cubicBezTo>
                    <a:pt x="247" y="0"/>
                    <a:pt x="1" y="377"/>
                    <a:pt x="288" y="633"/>
                  </a:cubicBezTo>
                  <a:lnTo>
                    <a:pt x="2433" y="2778"/>
                  </a:lnTo>
                  <a:cubicBezTo>
                    <a:pt x="2494" y="2839"/>
                    <a:pt x="2594" y="2880"/>
                    <a:pt x="2696" y="2883"/>
                  </a:cubicBezTo>
                  <a:lnTo>
                    <a:pt x="2696" y="2883"/>
                  </a:lnTo>
                  <a:cubicBezTo>
                    <a:pt x="3004" y="2874"/>
                    <a:pt x="3166" y="2502"/>
                    <a:pt x="2937" y="2273"/>
                  </a:cubicBezTo>
                  <a:lnTo>
                    <a:pt x="793" y="129"/>
                  </a:lnTo>
                  <a:cubicBezTo>
                    <a:pt x="712" y="38"/>
                    <a:pt x="619" y="0"/>
                    <a:pt x="530" y="0"/>
                  </a:cubicBezTo>
                  <a:close/>
                  <a:moveTo>
                    <a:pt x="2696" y="2883"/>
                  </a:moveTo>
                  <a:lnTo>
                    <a:pt x="2696" y="2883"/>
                  </a:lnTo>
                  <a:cubicBezTo>
                    <a:pt x="2692" y="2883"/>
                    <a:pt x="2689" y="2883"/>
                    <a:pt x="2685" y="2883"/>
                  </a:cubicBezTo>
                  <a:lnTo>
                    <a:pt x="2706" y="2883"/>
                  </a:lnTo>
                  <a:cubicBezTo>
                    <a:pt x="2703" y="2883"/>
                    <a:pt x="2699" y="2883"/>
                    <a:pt x="2696" y="2883"/>
                  </a:cubicBezTo>
                  <a:close/>
                </a:path>
              </a:pathLst>
            </a:custGeom>
            <a:solidFill>
              <a:srgbClr val="F5F7F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053" name="Google Shape;12053;p42"/>
            <p:cNvSpPr/>
            <p:nvPr/>
          </p:nvSpPr>
          <p:spPr>
            <a:xfrm>
              <a:off x="2352121" y="3487863"/>
              <a:ext cx="46475" cy="42657"/>
            </a:xfrm>
            <a:custGeom>
              <a:rect b="b" l="l" r="r" t="t"/>
              <a:pathLst>
                <a:path extrusionOk="0" h="2849" w="3104">
                  <a:moveTo>
                    <a:pt x="499" y="0"/>
                  </a:moveTo>
                  <a:cubicBezTo>
                    <a:pt x="228" y="0"/>
                    <a:pt x="0" y="337"/>
                    <a:pt x="229" y="599"/>
                  </a:cubicBezTo>
                  <a:lnTo>
                    <a:pt x="2394" y="2743"/>
                  </a:lnTo>
                  <a:cubicBezTo>
                    <a:pt x="2457" y="2827"/>
                    <a:pt x="2542" y="2848"/>
                    <a:pt x="2647" y="2848"/>
                  </a:cubicBezTo>
                  <a:lnTo>
                    <a:pt x="2626" y="2848"/>
                  </a:lnTo>
                  <a:cubicBezTo>
                    <a:pt x="2634" y="2849"/>
                    <a:pt x="2642" y="2849"/>
                    <a:pt x="2649" y="2849"/>
                  </a:cubicBezTo>
                  <a:cubicBezTo>
                    <a:pt x="2949" y="2849"/>
                    <a:pt x="3104" y="2464"/>
                    <a:pt x="2899" y="2238"/>
                  </a:cubicBezTo>
                  <a:lnTo>
                    <a:pt x="733" y="94"/>
                  </a:lnTo>
                  <a:cubicBezTo>
                    <a:pt x="658" y="28"/>
                    <a:pt x="577" y="0"/>
                    <a:pt x="499" y="0"/>
                  </a:cubicBezTo>
                  <a:close/>
                </a:path>
              </a:pathLst>
            </a:custGeom>
            <a:solidFill>
              <a:srgbClr val="F5F7F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054" name="Google Shape;12054;p42"/>
            <p:cNvSpPr/>
            <p:nvPr/>
          </p:nvSpPr>
          <p:spPr>
            <a:xfrm>
              <a:off x="2386108" y="3453861"/>
              <a:ext cx="46475" cy="42732"/>
            </a:xfrm>
            <a:custGeom>
              <a:rect b="b" l="l" r="r" t="t"/>
              <a:pathLst>
                <a:path extrusionOk="0" h="2854" w="3104">
                  <a:moveTo>
                    <a:pt x="499" y="0"/>
                  </a:moveTo>
                  <a:cubicBezTo>
                    <a:pt x="229" y="0"/>
                    <a:pt x="1" y="338"/>
                    <a:pt x="230" y="599"/>
                  </a:cubicBezTo>
                  <a:lnTo>
                    <a:pt x="2374" y="2743"/>
                  </a:lnTo>
                  <a:cubicBezTo>
                    <a:pt x="2444" y="2813"/>
                    <a:pt x="2513" y="2854"/>
                    <a:pt x="2595" y="2854"/>
                  </a:cubicBezTo>
                  <a:cubicBezTo>
                    <a:pt x="2611" y="2854"/>
                    <a:pt x="2627" y="2852"/>
                    <a:pt x="2644" y="2849"/>
                  </a:cubicBezTo>
                  <a:lnTo>
                    <a:pt x="2644" y="2849"/>
                  </a:lnTo>
                  <a:cubicBezTo>
                    <a:pt x="2646" y="2849"/>
                    <a:pt x="2648" y="2849"/>
                    <a:pt x="2650" y="2849"/>
                  </a:cubicBezTo>
                  <a:cubicBezTo>
                    <a:pt x="2950" y="2849"/>
                    <a:pt x="3104" y="2464"/>
                    <a:pt x="2879" y="2239"/>
                  </a:cubicBezTo>
                  <a:lnTo>
                    <a:pt x="734" y="94"/>
                  </a:lnTo>
                  <a:cubicBezTo>
                    <a:pt x="659" y="28"/>
                    <a:pt x="577" y="0"/>
                    <a:pt x="499" y="0"/>
                  </a:cubicBezTo>
                  <a:close/>
                </a:path>
              </a:pathLst>
            </a:custGeom>
            <a:solidFill>
              <a:srgbClr val="F5F7F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2055" name="Google Shape;12055;p42"/>
          <p:cNvGrpSpPr/>
          <p:nvPr/>
        </p:nvGrpSpPr>
        <p:grpSpPr>
          <a:xfrm>
            <a:off x="2619649" y="3169332"/>
            <a:ext cx="365793" cy="329276"/>
            <a:chOff x="2619649" y="3352332"/>
            <a:chExt cx="365793" cy="329276"/>
          </a:xfrm>
        </p:grpSpPr>
        <p:sp>
          <p:nvSpPr>
            <p:cNvPr id="12056" name="Google Shape;12056;p42"/>
            <p:cNvSpPr/>
            <p:nvPr/>
          </p:nvSpPr>
          <p:spPr>
            <a:xfrm>
              <a:off x="2707164" y="3352332"/>
              <a:ext cx="190765" cy="72437"/>
            </a:xfrm>
            <a:custGeom>
              <a:rect b="b" l="l" r="r" t="t"/>
              <a:pathLst>
                <a:path extrusionOk="0" h="4838" w="12741">
                  <a:moveTo>
                    <a:pt x="2376" y="0"/>
                  </a:moveTo>
                  <a:cubicBezTo>
                    <a:pt x="1072" y="0"/>
                    <a:pt x="0" y="1052"/>
                    <a:pt x="0" y="2355"/>
                  </a:cubicBezTo>
                  <a:lnTo>
                    <a:pt x="0" y="4457"/>
                  </a:lnTo>
                  <a:cubicBezTo>
                    <a:pt x="0" y="4710"/>
                    <a:pt x="189" y="4836"/>
                    <a:pt x="378" y="4836"/>
                  </a:cubicBezTo>
                  <a:cubicBezTo>
                    <a:pt x="568" y="4836"/>
                    <a:pt x="757" y="4710"/>
                    <a:pt x="757" y="4457"/>
                  </a:cubicBezTo>
                  <a:lnTo>
                    <a:pt x="757" y="2355"/>
                  </a:lnTo>
                  <a:cubicBezTo>
                    <a:pt x="757" y="1472"/>
                    <a:pt x="1472" y="757"/>
                    <a:pt x="2355" y="757"/>
                  </a:cubicBezTo>
                  <a:lnTo>
                    <a:pt x="10365" y="757"/>
                  </a:lnTo>
                  <a:cubicBezTo>
                    <a:pt x="11248" y="757"/>
                    <a:pt x="11963" y="1472"/>
                    <a:pt x="11963" y="2355"/>
                  </a:cubicBezTo>
                  <a:lnTo>
                    <a:pt x="11963" y="4457"/>
                  </a:lnTo>
                  <a:cubicBezTo>
                    <a:pt x="11963" y="4668"/>
                    <a:pt x="12131" y="4836"/>
                    <a:pt x="12341" y="4836"/>
                  </a:cubicBezTo>
                  <a:cubicBezTo>
                    <a:pt x="12353" y="4837"/>
                    <a:pt x="12365" y="4838"/>
                    <a:pt x="12377" y="4838"/>
                  </a:cubicBezTo>
                  <a:cubicBezTo>
                    <a:pt x="12572" y="4838"/>
                    <a:pt x="12741" y="4676"/>
                    <a:pt x="12741" y="4457"/>
                  </a:cubicBezTo>
                  <a:lnTo>
                    <a:pt x="12741" y="2355"/>
                  </a:lnTo>
                  <a:cubicBezTo>
                    <a:pt x="12741" y="1052"/>
                    <a:pt x="11669" y="0"/>
                    <a:pt x="10365" y="0"/>
                  </a:cubicBezTo>
                  <a:close/>
                </a:path>
              </a:pathLst>
            </a:custGeom>
            <a:solidFill>
              <a:srgbClr val="CBD6D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057" name="Google Shape;12057;p42"/>
            <p:cNvSpPr/>
            <p:nvPr/>
          </p:nvSpPr>
          <p:spPr>
            <a:xfrm>
              <a:off x="2743038" y="3358306"/>
              <a:ext cx="118687" cy="29301"/>
            </a:xfrm>
            <a:custGeom>
              <a:rect b="b" l="l" r="r" t="t"/>
              <a:pathLst>
                <a:path extrusionOk="0" h="1957" w="7927">
                  <a:moveTo>
                    <a:pt x="22" y="1"/>
                  </a:moveTo>
                  <a:cubicBezTo>
                    <a:pt x="1" y="1073"/>
                    <a:pt x="884" y="1956"/>
                    <a:pt x="1977" y="1956"/>
                  </a:cubicBezTo>
                  <a:lnTo>
                    <a:pt x="5972" y="1956"/>
                  </a:lnTo>
                  <a:cubicBezTo>
                    <a:pt x="7044" y="1956"/>
                    <a:pt x="7927" y="1073"/>
                    <a:pt x="7927" y="1"/>
                  </a:cubicBezTo>
                  <a:close/>
                </a:path>
              </a:pathLst>
            </a:custGeom>
            <a:solidFill>
              <a:srgbClr val="CBD6D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058" name="Google Shape;12058;p42"/>
            <p:cNvSpPr/>
            <p:nvPr/>
          </p:nvSpPr>
          <p:spPr>
            <a:xfrm>
              <a:off x="2632556" y="3552530"/>
              <a:ext cx="339666" cy="129078"/>
            </a:xfrm>
            <a:custGeom>
              <a:rect b="b" l="l" r="r" t="t"/>
              <a:pathLst>
                <a:path extrusionOk="0" h="8621" w="22686">
                  <a:moveTo>
                    <a:pt x="0" y="1"/>
                  </a:moveTo>
                  <a:lnTo>
                    <a:pt x="0" y="6687"/>
                  </a:lnTo>
                  <a:cubicBezTo>
                    <a:pt x="0" y="7759"/>
                    <a:pt x="883" y="8621"/>
                    <a:pt x="1956" y="8621"/>
                  </a:cubicBezTo>
                  <a:lnTo>
                    <a:pt x="20730" y="8621"/>
                  </a:lnTo>
                  <a:cubicBezTo>
                    <a:pt x="21803" y="8621"/>
                    <a:pt x="22686" y="7759"/>
                    <a:pt x="22686" y="6687"/>
                  </a:cubicBezTo>
                  <a:lnTo>
                    <a:pt x="22686" y="1"/>
                  </a:lnTo>
                  <a:close/>
                </a:path>
              </a:pathLst>
            </a:custGeom>
            <a:solidFill>
              <a:srgbClr val="E2E8E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059" name="Google Shape;12059;p42"/>
            <p:cNvSpPr/>
            <p:nvPr/>
          </p:nvSpPr>
          <p:spPr>
            <a:xfrm>
              <a:off x="2632556" y="3552530"/>
              <a:ext cx="48810" cy="129078"/>
            </a:xfrm>
            <a:custGeom>
              <a:rect b="b" l="l" r="r" t="t"/>
              <a:pathLst>
                <a:path extrusionOk="0" h="8621" w="3260">
                  <a:moveTo>
                    <a:pt x="21" y="1"/>
                  </a:moveTo>
                  <a:lnTo>
                    <a:pt x="21" y="6687"/>
                  </a:lnTo>
                  <a:cubicBezTo>
                    <a:pt x="0" y="7759"/>
                    <a:pt x="883" y="8621"/>
                    <a:pt x="1956" y="8621"/>
                  </a:cubicBezTo>
                  <a:lnTo>
                    <a:pt x="3259" y="8621"/>
                  </a:lnTo>
                  <a:cubicBezTo>
                    <a:pt x="2187" y="8621"/>
                    <a:pt x="1304" y="7759"/>
                    <a:pt x="1304" y="6687"/>
                  </a:cubicBezTo>
                  <a:lnTo>
                    <a:pt x="1304" y="1"/>
                  </a:lnTo>
                  <a:close/>
                </a:path>
              </a:pathLst>
            </a:custGeom>
            <a:solidFill>
              <a:srgbClr val="CBD6D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060" name="Google Shape;12060;p42"/>
            <p:cNvSpPr/>
            <p:nvPr/>
          </p:nvSpPr>
          <p:spPr>
            <a:xfrm>
              <a:off x="2632870" y="3552530"/>
              <a:ext cx="339352" cy="69907"/>
            </a:xfrm>
            <a:custGeom>
              <a:rect b="b" l="l" r="r" t="t"/>
              <a:pathLst>
                <a:path extrusionOk="0" h="4669" w="22665">
                  <a:moveTo>
                    <a:pt x="0" y="1"/>
                  </a:moveTo>
                  <a:lnTo>
                    <a:pt x="0" y="1956"/>
                  </a:lnTo>
                  <a:cubicBezTo>
                    <a:pt x="2839" y="3449"/>
                    <a:pt x="5950" y="4374"/>
                    <a:pt x="9167" y="4668"/>
                  </a:cubicBezTo>
                  <a:lnTo>
                    <a:pt x="13498" y="4668"/>
                  </a:lnTo>
                  <a:cubicBezTo>
                    <a:pt x="16694" y="4374"/>
                    <a:pt x="19805" y="3449"/>
                    <a:pt x="22665" y="1956"/>
                  </a:cubicBezTo>
                  <a:lnTo>
                    <a:pt x="22665" y="1"/>
                  </a:lnTo>
                  <a:close/>
                </a:path>
              </a:pathLst>
            </a:custGeom>
            <a:solidFill>
              <a:srgbClr val="CBD6D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061" name="Google Shape;12061;p42"/>
            <p:cNvSpPr/>
            <p:nvPr/>
          </p:nvSpPr>
          <p:spPr>
            <a:xfrm>
              <a:off x="2619649" y="3415606"/>
              <a:ext cx="365793" cy="177544"/>
            </a:xfrm>
            <a:custGeom>
              <a:rect b="b" l="l" r="r" t="t"/>
              <a:pathLst>
                <a:path extrusionOk="0" h="11858" w="24431">
                  <a:moveTo>
                    <a:pt x="1956" y="0"/>
                  </a:moveTo>
                  <a:cubicBezTo>
                    <a:pt x="862" y="0"/>
                    <a:pt x="0" y="862"/>
                    <a:pt x="0" y="1955"/>
                  </a:cubicBezTo>
                  <a:lnTo>
                    <a:pt x="0" y="8662"/>
                  </a:lnTo>
                  <a:cubicBezTo>
                    <a:pt x="3070" y="10449"/>
                    <a:pt x="6497" y="11543"/>
                    <a:pt x="10050" y="11858"/>
                  </a:cubicBezTo>
                  <a:lnTo>
                    <a:pt x="14381" y="11858"/>
                  </a:lnTo>
                  <a:cubicBezTo>
                    <a:pt x="17913" y="11543"/>
                    <a:pt x="21340" y="10449"/>
                    <a:pt x="24431" y="8662"/>
                  </a:cubicBezTo>
                  <a:lnTo>
                    <a:pt x="24431" y="1955"/>
                  </a:lnTo>
                  <a:cubicBezTo>
                    <a:pt x="24431" y="862"/>
                    <a:pt x="23548" y="0"/>
                    <a:pt x="22475" y="0"/>
                  </a:cubicBezTo>
                  <a:close/>
                </a:path>
              </a:pathLst>
            </a:custGeom>
            <a:solidFill>
              <a:srgbClr val="BAC8D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062" name="Google Shape;12062;p42"/>
            <p:cNvSpPr/>
            <p:nvPr/>
          </p:nvSpPr>
          <p:spPr>
            <a:xfrm>
              <a:off x="2619649" y="3415591"/>
              <a:ext cx="48167" cy="140113"/>
            </a:xfrm>
            <a:custGeom>
              <a:rect b="b" l="l" r="r" t="t"/>
              <a:pathLst>
                <a:path extrusionOk="0" h="9358" w="3217">
                  <a:moveTo>
                    <a:pt x="1917" y="1"/>
                  </a:moveTo>
                  <a:cubicBezTo>
                    <a:pt x="842" y="1"/>
                    <a:pt x="0" y="876"/>
                    <a:pt x="0" y="1956"/>
                  </a:cubicBezTo>
                  <a:lnTo>
                    <a:pt x="0" y="8663"/>
                  </a:lnTo>
                  <a:cubicBezTo>
                    <a:pt x="421" y="8916"/>
                    <a:pt x="841" y="9147"/>
                    <a:pt x="1262" y="9357"/>
                  </a:cubicBezTo>
                  <a:lnTo>
                    <a:pt x="1262" y="1935"/>
                  </a:lnTo>
                  <a:cubicBezTo>
                    <a:pt x="1262" y="863"/>
                    <a:pt x="2145" y="1"/>
                    <a:pt x="3217" y="1"/>
                  </a:cubicBezTo>
                  <a:lnTo>
                    <a:pt x="1956" y="1"/>
                  </a:lnTo>
                  <a:cubicBezTo>
                    <a:pt x="1943" y="1"/>
                    <a:pt x="1930" y="1"/>
                    <a:pt x="1917" y="1"/>
                  </a:cubicBezTo>
                  <a:close/>
                </a:path>
              </a:pathLst>
            </a:custGeom>
            <a:solidFill>
              <a:srgbClr val="CBD6D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063" name="Google Shape;12063;p42"/>
            <p:cNvSpPr/>
            <p:nvPr/>
          </p:nvSpPr>
          <p:spPr>
            <a:xfrm>
              <a:off x="2726358" y="3508151"/>
              <a:ext cx="152061" cy="81540"/>
            </a:xfrm>
            <a:custGeom>
              <a:rect b="b" l="l" r="r" t="t"/>
              <a:pathLst>
                <a:path extrusionOk="0" h="5446" w="10156">
                  <a:moveTo>
                    <a:pt x="1661" y="0"/>
                  </a:moveTo>
                  <a:cubicBezTo>
                    <a:pt x="736" y="0"/>
                    <a:pt x="1" y="736"/>
                    <a:pt x="1" y="1640"/>
                  </a:cubicBezTo>
                  <a:lnTo>
                    <a:pt x="1" y="5235"/>
                  </a:lnTo>
                  <a:cubicBezTo>
                    <a:pt x="337" y="5320"/>
                    <a:pt x="652" y="5383"/>
                    <a:pt x="989" y="5425"/>
                  </a:cubicBezTo>
                  <a:lnTo>
                    <a:pt x="989" y="1640"/>
                  </a:lnTo>
                  <a:cubicBezTo>
                    <a:pt x="989" y="1283"/>
                    <a:pt x="1283" y="989"/>
                    <a:pt x="1661" y="989"/>
                  </a:cubicBezTo>
                  <a:lnTo>
                    <a:pt x="8515" y="989"/>
                  </a:lnTo>
                  <a:cubicBezTo>
                    <a:pt x="8873" y="989"/>
                    <a:pt x="9167" y="1283"/>
                    <a:pt x="9167" y="1640"/>
                  </a:cubicBezTo>
                  <a:lnTo>
                    <a:pt x="9167" y="5446"/>
                  </a:lnTo>
                  <a:cubicBezTo>
                    <a:pt x="9504" y="5383"/>
                    <a:pt x="9840" y="5320"/>
                    <a:pt x="10155" y="5235"/>
                  </a:cubicBezTo>
                  <a:lnTo>
                    <a:pt x="10155" y="1640"/>
                  </a:lnTo>
                  <a:cubicBezTo>
                    <a:pt x="10155" y="736"/>
                    <a:pt x="9419" y="0"/>
                    <a:pt x="8515" y="0"/>
                  </a:cubicBezTo>
                  <a:close/>
                </a:path>
              </a:pathLst>
            </a:custGeom>
            <a:solidFill>
              <a:srgbClr val="CBD6D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064" name="Google Shape;12064;p42"/>
            <p:cNvSpPr/>
            <p:nvPr/>
          </p:nvSpPr>
          <p:spPr>
            <a:xfrm>
              <a:off x="2770108" y="3553473"/>
              <a:ext cx="64861" cy="80926"/>
            </a:xfrm>
            <a:custGeom>
              <a:rect b="b" l="l" r="r" t="t"/>
              <a:pathLst>
                <a:path extrusionOk="0" h="5405" w="4332">
                  <a:moveTo>
                    <a:pt x="1136" y="1"/>
                  </a:moveTo>
                  <a:cubicBezTo>
                    <a:pt x="506" y="1"/>
                    <a:pt x="1" y="505"/>
                    <a:pt x="1" y="1115"/>
                  </a:cubicBezTo>
                  <a:lnTo>
                    <a:pt x="1" y="4269"/>
                  </a:lnTo>
                  <a:cubicBezTo>
                    <a:pt x="1" y="4900"/>
                    <a:pt x="506" y="5404"/>
                    <a:pt x="1136" y="5404"/>
                  </a:cubicBezTo>
                  <a:lnTo>
                    <a:pt x="3197" y="5404"/>
                  </a:lnTo>
                  <a:cubicBezTo>
                    <a:pt x="3827" y="5404"/>
                    <a:pt x="4332" y="4900"/>
                    <a:pt x="4332" y="4269"/>
                  </a:cubicBezTo>
                  <a:lnTo>
                    <a:pt x="4332" y="1115"/>
                  </a:lnTo>
                  <a:cubicBezTo>
                    <a:pt x="4332" y="505"/>
                    <a:pt x="3827" y="1"/>
                    <a:pt x="3197" y="1"/>
                  </a:cubicBezTo>
                  <a:close/>
                </a:path>
              </a:pathLst>
            </a:custGeom>
            <a:solidFill>
              <a:srgbClr val="C9D4D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065" name="Google Shape;12065;p42"/>
            <p:cNvSpPr/>
            <p:nvPr/>
          </p:nvSpPr>
          <p:spPr>
            <a:xfrm>
              <a:off x="2787431" y="3572368"/>
              <a:ext cx="29915" cy="42821"/>
            </a:xfrm>
            <a:custGeom>
              <a:rect b="b" l="l" r="r" t="t"/>
              <a:pathLst>
                <a:path extrusionOk="0" h="2860" w="1998">
                  <a:moveTo>
                    <a:pt x="526" y="0"/>
                  </a:moveTo>
                  <a:cubicBezTo>
                    <a:pt x="232" y="0"/>
                    <a:pt x="21" y="232"/>
                    <a:pt x="0" y="505"/>
                  </a:cubicBezTo>
                  <a:lnTo>
                    <a:pt x="0" y="2355"/>
                  </a:lnTo>
                  <a:cubicBezTo>
                    <a:pt x="21" y="2628"/>
                    <a:pt x="232" y="2860"/>
                    <a:pt x="526" y="2860"/>
                  </a:cubicBezTo>
                  <a:lnTo>
                    <a:pt x="1472" y="2860"/>
                  </a:lnTo>
                  <a:cubicBezTo>
                    <a:pt x="1766" y="2860"/>
                    <a:pt x="1977" y="2628"/>
                    <a:pt x="1998" y="2355"/>
                  </a:cubicBezTo>
                  <a:lnTo>
                    <a:pt x="1998" y="505"/>
                  </a:lnTo>
                  <a:cubicBezTo>
                    <a:pt x="1977" y="232"/>
                    <a:pt x="1766" y="0"/>
                    <a:pt x="1472" y="0"/>
                  </a:cubicBezTo>
                  <a:close/>
                </a:path>
              </a:pathLst>
            </a:custGeom>
            <a:solidFill>
              <a:srgbClr val="99AEB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2066" name="Google Shape;12066;p42"/>
          <p:cNvGrpSpPr/>
          <p:nvPr/>
        </p:nvGrpSpPr>
        <p:grpSpPr>
          <a:xfrm>
            <a:off x="1296135" y="1332240"/>
            <a:ext cx="340624" cy="351943"/>
            <a:chOff x="1293760" y="1498228"/>
            <a:chExt cx="340624" cy="351943"/>
          </a:xfrm>
        </p:grpSpPr>
        <p:sp>
          <p:nvSpPr>
            <p:cNvPr id="12067" name="Google Shape;12067;p42"/>
            <p:cNvSpPr/>
            <p:nvPr/>
          </p:nvSpPr>
          <p:spPr>
            <a:xfrm>
              <a:off x="1331535" y="1498228"/>
              <a:ext cx="265388" cy="71164"/>
            </a:xfrm>
            <a:custGeom>
              <a:rect b="b" l="l" r="r" t="t"/>
              <a:pathLst>
                <a:path extrusionOk="0" h="4753" w="17725">
                  <a:moveTo>
                    <a:pt x="7002" y="1"/>
                  </a:moveTo>
                  <a:cubicBezTo>
                    <a:pt x="5677" y="22"/>
                    <a:pt x="4458" y="716"/>
                    <a:pt x="3785" y="1851"/>
                  </a:cubicBezTo>
                  <a:lnTo>
                    <a:pt x="3491" y="2355"/>
                  </a:lnTo>
                  <a:cubicBezTo>
                    <a:pt x="3196" y="2818"/>
                    <a:pt x="2692" y="3112"/>
                    <a:pt x="2124" y="3112"/>
                  </a:cubicBezTo>
                  <a:lnTo>
                    <a:pt x="1094" y="3112"/>
                  </a:lnTo>
                  <a:cubicBezTo>
                    <a:pt x="1" y="3112"/>
                    <a:pt x="1" y="4752"/>
                    <a:pt x="1094" y="4752"/>
                  </a:cubicBezTo>
                  <a:lnTo>
                    <a:pt x="2124" y="4752"/>
                  </a:lnTo>
                  <a:cubicBezTo>
                    <a:pt x="3260" y="4752"/>
                    <a:pt x="4311" y="4164"/>
                    <a:pt x="4899" y="3196"/>
                  </a:cubicBezTo>
                  <a:lnTo>
                    <a:pt x="5194" y="2692"/>
                  </a:lnTo>
                  <a:cubicBezTo>
                    <a:pt x="5572" y="2040"/>
                    <a:pt x="6266" y="1662"/>
                    <a:pt x="7002" y="1662"/>
                  </a:cubicBezTo>
                  <a:lnTo>
                    <a:pt x="10450" y="1662"/>
                  </a:lnTo>
                  <a:cubicBezTo>
                    <a:pt x="11186" y="1662"/>
                    <a:pt x="11880" y="2040"/>
                    <a:pt x="12258" y="2671"/>
                  </a:cubicBezTo>
                  <a:lnTo>
                    <a:pt x="12552" y="3175"/>
                  </a:lnTo>
                  <a:cubicBezTo>
                    <a:pt x="13141" y="4143"/>
                    <a:pt x="14192" y="4752"/>
                    <a:pt x="15328" y="4752"/>
                  </a:cubicBezTo>
                  <a:lnTo>
                    <a:pt x="16631" y="4752"/>
                  </a:lnTo>
                  <a:cubicBezTo>
                    <a:pt x="17724" y="4752"/>
                    <a:pt x="17724" y="3112"/>
                    <a:pt x="16631" y="3112"/>
                  </a:cubicBezTo>
                  <a:lnTo>
                    <a:pt x="15328" y="3112"/>
                  </a:lnTo>
                  <a:cubicBezTo>
                    <a:pt x="14781" y="3112"/>
                    <a:pt x="14255" y="2818"/>
                    <a:pt x="13982" y="2355"/>
                  </a:cubicBezTo>
                  <a:lnTo>
                    <a:pt x="13688" y="1851"/>
                  </a:lnTo>
                  <a:cubicBezTo>
                    <a:pt x="12994" y="716"/>
                    <a:pt x="11774" y="22"/>
                    <a:pt x="10450" y="1"/>
                  </a:cubicBezTo>
                  <a:close/>
                </a:path>
              </a:pathLst>
            </a:custGeom>
            <a:solidFill>
              <a:srgbClr val="A3B6C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068" name="Google Shape;12068;p42"/>
            <p:cNvSpPr/>
            <p:nvPr/>
          </p:nvSpPr>
          <p:spPr>
            <a:xfrm>
              <a:off x="1337839" y="1585353"/>
              <a:ext cx="69263" cy="67212"/>
            </a:xfrm>
            <a:custGeom>
              <a:rect b="b" l="l" r="r" t="t"/>
              <a:pathLst>
                <a:path extrusionOk="0" h="4489" w="4626">
                  <a:moveTo>
                    <a:pt x="865" y="0"/>
                  </a:moveTo>
                  <a:cubicBezTo>
                    <a:pt x="663" y="0"/>
                    <a:pt x="463" y="79"/>
                    <a:pt x="316" y="237"/>
                  </a:cubicBezTo>
                  <a:cubicBezTo>
                    <a:pt x="0" y="552"/>
                    <a:pt x="0" y="1057"/>
                    <a:pt x="316" y="1351"/>
                  </a:cubicBezTo>
                  <a:lnTo>
                    <a:pt x="3196" y="4252"/>
                  </a:lnTo>
                  <a:cubicBezTo>
                    <a:pt x="3354" y="4410"/>
                    <a:pt x="3559" y="4489"/>
                    <a:pt x="3764" y="4489"/>
                  </a:cubicBezTo>
                  <a:cubicBezTo>
                    <a:pt x="3969" y="4489"/>
                    <a:pt x="4174" y="4410"/>
                    <a:pt x="4331" y="4252"/>
                  </a:cubicBezTo>
                  <a:cubicBezTo>
                    <a:pt x="4626" y="3937"/>
                    <a:pt x="4626" y="3432"/>
                    <a:pt x="4331" y="3117"/>
                  </a:cubicBezTo>
                  <a:lnTo>
                    <a:pt x="1430" y="237"/>
                  </a:lnTo>
                  <a:cubicBezTo>
                    <a:pt x="1272" y="79"/>
                    <a:pt x="1067" y="0"/>
                    <a:pt x="865" y="0"/>
                  </a:cubicBezTo>
                  <a:close/>
                </a:path>
              </a:pathLst>
            </a:custGeom>
            <a:solidFill>
              <a:srgbClr val="A3B6C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069" name="Google Shape;12069;p42"/>
            <p:cNvSpPr/>
            <p:nvPr/>
          </p:nvSpPr>
          <p:spPr>
            <a:xfrm>
              <a:off x="1521042" y="1585353"/>
              <a:ext cx="69577" cy="67212"/>
            </a:xfrm>
            <a:custGeom>
              <a:rect b="b" l="l" r="r" t="t"/>
              <a:pathLst>
                <a:path extrusionOk="0" h="4489" w="4647">
                  <a:moveTo>
                    <a:pt x="3766" y="0"/>
                  </a:moveTo>
                  <a:cubicBezTo>
                    <a:pt x="3564" y="0"/>
                    <a:pt x="3364" y="79"/>
                    <a:pt x="3217" y="237"/>
                  </a:cubicBezTo>
                  <a:lnTo>
                    <a:pt x="316" y="3117"/>
                  </a:lnTo>
                  <a:cubicBezTo>
                    <a:pt x="0" y="3432"/>
                    <a:pt x="0" y="3937"/>
                    <a:pt x="316" y="4252"/>
                  </a:cubicBezTo>
                  <a:cubicBezTo>
                    <a:pt x="473" y="4410"/>
                    <a:pt x="678" y="4489"/>
                    <a:pt x="883" y="4489"/>
                  </a:cubicBezTo>
                  <a:cubicBezTo>
                    <a:pt x="1088" y="4489"/>
                    <a:pt x="1293" y="4410"/>
                    <a:pt x="1451" y="4252"/>
                  </a:cubicBezTo>
                  <a:lnTo>
                    <a:pt x="4331" y="1351"/>
                  </a:lnTo>
                  <a:cubicBezTo>
                    <a:pt x="4647" y="1057"/>
                    <a:pt x="4647" y="552"/>
                    <a:pt x="4331" y="237"/>
                  </a:cubicBezTo>
                  <a:cubicBezTo>
                    <a:pt x="4174" y="79"/>
                    <a:pt x="3969" y="0"/>
                    <a:pt x="3766" y="0"/>
                  </a:cubicBezTo>
                  <a:close/>
                </a:path>
              </a:pathLst>
            </a:custGeom>
            <a:solidFill>
              <a:srgbClr val="A3B6C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070" name="Google Shape;12070;p42"/>
            <p:cNvSpPr/>
            <p:nvPr/>
          </p:nvSpPr>
          <p:spPr>
            <a:xfrm>
              <a:off x="1349173" y="1766505"/>
              <a:ext cx="87514" cy="83666"/>
            </a:xfrm>
            <a:custGeom>
              <a:rect b="b" l="l" r="r" t="t"/>
              <a:pathLst>
                <a:path extrusionOk="0" h="5588" w="5845">
                  <a:moveTo>
                    <a:pt x="4394" y="1"/>
                  </a:moveTo>
                  <a:cubicBezTo>
                    <a:pt x="4053" y="1"/>
                    <a:pt x="3711" y="132"/>
                    <a:pt x="3448" y="395"/>
                  </a:cubicBezTo>
                  <a:lnTo>
                    <a:pt x="505" y="3338"/>
                  </a:lnTo>
                  <a:cubicBezTo>
                    <a:pt x="0" y="3843"/>
                    <a:pt x="0" y="4684"/>
                    <a:pt x="505" y="5210"/>
                  </a:cubicBezTo>
                  <a:cubicBezTo>
                    <a:pt x="768" y="5462"/>
                    <a:pt x="1109" y="5588"/>
                    <a:pt x="1451" y="5588"/>
                  </a:cubicBezTo>
                  <a:cubicBezTo>
                    <a:pt x="1792" y="5588"/>
                    <a:pt x="2134" y="5462"/>
                    <a:pt x="2397" y="5210"/>
                  </a:cubicBezTo>
                  <a:lnTo>
                    <a:pt x="5340" y="2266"/>
                  </a:lnTo>
                  <a:cubicBezTo>
                    <a:pt x="5845" y="1762"/>
                    <a:pt x="5845" y="921"/>
                    <a:pt x="5340" y="395"/>
                  </a:cubicBezTo>
                  <a:cubicBezTo>
                    <a:pt x="5078" y="132"/>
                    <a:pt x="4736" y="1"/>
                    <a:pt x="4394" y="1"/>
                  </a:cubicBezTo>
                  <a:close/>
                </a:path>
              </a:pathLst>
            </a:custGeom>
            <a:solidFill>
              <a:srgbClr val="A3B6C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071" name="Google Shape;12071;p42"/>
            <p:cNvSpPr/>
            <p:nvPr/>
          </p:nvSpPr>
          <p:spPr>
            <a:xfrm>
              <a:off x="1491457" y="1766505"/>
              <a:ext cx="87829" cy="83666"/>
            </a:xfrm>
            <a:custGeom>
              <a:rect b="b" l="l" r="r" t="t"/>
              <a:pathLst>
                <a:path extrusionOk="0" h="5588" w="5866">
                  <a:moveTo>
                    <a:pt x="1453" y="1"/>
                  </a:moveTo>
                  <a:cubicBezTo>
                    <a:pt x="1114" y="1"/>
                    <a:pt x="778" y="132"/>
                    <a:pt x="526" y="395"/>
                  </a:cubicBezTo>
                  <a:cubicBezTo>
                    <a:pt x="0" y="921"/>
                    <a:pt x="0" y="1762"/>
                    <a:pt x="526" y="2266"/>
                  </a:cubicBezTo>
                  <a:lnTo>
                    <a:pt x="3469" y="5210"/>
                  </a:lnTo>
                  <a:cubicBezTo>
                    <a:pt x="3732" y="5462"/>
                    <a:pt x="4074" y="5588"/>
                    <a:pt x="4413" y="5588"/>
                  </a:cubicBezTo>
                  <a:cubicBezTo>
                    <a:pt x="4752" y="5588"/>
                    <a:pt x="5088" y="5462"/>
                    <a:pt x="5340" y="5210"/>
                  </a:cubicBezTo>
                  <a:cubicBezTo>
                    <a:pt x="5866" y="4684"/>
                    <a:pt x="5866" y="3843"/>
                    <a:pt x="5340" y="3338"/>
                  </a:cubicBezTo>
                  <a:lnTo>
                    <a:pt x="2397" y="395"/>
                  </a:lnTo>
                  <a:cubicBezTo>
                    <a:pt x="2134" y="132"/>
                    <a:pt x="1792" y="1"/>
                    <a:pt x="1453" y="1"/>
                  </a:cubicBezTo>
                  <a:close/>
                </a:path>
              </a:pathLst>
            </a:custGeom>
            <a:solidFill>
              <a:srgbClr val="A3B6C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072" name="Google Shape;12072;p42"/>
            <p:cNvSpPr/>
            <p:nvPr/>
          </p:nvSpPr>
          <p:spPr>
            <a:xfrm>
              <a:off x="1342870" y="1588257"/>
              <a:ext cx="242405" cy="242405"/>
            </a:xfrm>
            <a:custGeom>
              <a:rect b="b" l="l" r="r" t="t"/>
              <a:pathLst>
                <a:path extrusionOk="0" h="16190" w="16190">
                  <a:moveTo>
                    <a:pt x="8095" y="1"/>
                  </a:moveTo>
                  <a:cubicBezTo>
                    <a:pt x="3638" y="1"/>
                    <a:pt x="1" y="3617"/>
                    <a:pt x="1" y="8095"/>
                  </a:cubicBezTo>
                  <a:cubicBezTo>
                    <a:pt x="1" y="12573"/>
                    <a:pt x="3638" y="16189"/>
                    <a:pt x="8095" y="16189"/>
                  </a:cubicBezTo>
                  <a:cubicBezTo>
                    <a:pt x="12573" y="16189"/>
                    <a:pt x="16189" y="12573"/>
                    <a:pt x="16189" y="8095"/>
                  </a:cubicBezTo>
                  <a:cubicBezTo>
                    <a:pt x="16189" y="3617"/>
                    <a:pt x="12573" y="1"/>
                    <a:pt x="8095" y="1"/>
                  </a:cubicBezTo>
                  <a:close/>
                </a:path>
              </a:pathLst>
            </a:custGeom>
            <a:solidFill>
              <a:srgbClr val="8498A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073" name="Google Shape;12073;p42"/>
            <p:cNvSpPr/>
            <p:nvPr/>
          </p:nvSpPr>
          <p:spPr>
            <a:xfrm>
              <a:off x="1364205" y="1611420"/>
              <a:ext cx="208792" cy="196334"/>
            </a:xfrm>
            <a:custGeom>
              <a:rect b="b" l="l" r="r" t="t"/>
              <a:pathLst>
                <a:path extrusionOk="0" h="13113" w="13945">
                  <a:moveTo>
                    <a:pt x="6722" y="1"/>
                  </a:moveTo>
                  <a:cubicBezTo>
                    <a:pt x="3431" y="1"/>
                    <a:pt x="257" y="2483"/>
                    <a:pt x="131" y="6338"/>
                  </a:cubicBezTo>
                  <a:cubicBezTo>
                    <a:pt x="1" y="10371"/>
                    <a:pt x="3274" y="13112"/>
                    <a:pt x="6717" y="13112"/>
                  </a:cubicBezTo>
                  <a:cubicBezTo>
                    <a:pt x="8264" y="13112"/>
                    <a:pt x="9846" y="12559"/>
                    <a:pt x="11169" y="11321"/>
                  </a:cubicBezTo>
                  <a:cubicBezTo>
                    <a:pt x="13818" y="8861"/>
                    <a:pt x="13944" y="4698"/>
                    <a:pt x="11464" y="2091"/>
                  </a:cubicBezTo>
                  <a:cubicBezTo>
                    <a:pt x="10113" y="648"/>
                    <a:pt x="8402" y="1"/>
                    <a:pt x="6722" y="1"/>
                  </a:cubicBezTo>
                  <a:close/>
                </a:path>
              </a:pathLst>
            </a:custGeom>
            <a:solidFill>
              <a:srgbClr val="B4C3C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074" name="Google Shape;12074;p42"/>
            <p:cNvSpPr/>
            <p:nvPr/>
          </p:nvSpPr>
          <p:spPr>
            <a:xfrm>
              <a:off x="1402370" y="1612812"/>
              <a:ext cx="187620" cy="192981"/>
            </a:xfrm>
            <a:custGeom>
              <a:rect b="b" l="l" r="r" t="t"/>
              <a:pathLst>
                <a:path extrusionOk="0" h="12889" w="12531">
                  <a:moveTo>
                    <a:pt x="5361" y="1"/>
                  </a:moveTo>
                  <a:cubicBezTo>
                    <a:pt x="2250" y="589"/>
                    <a:pt x="0" y="3301"/>
                    <a:pt x="0" y="6455"/>
                  </a:cubicBezTo>
                  <a:cubicBezTo>
                    <a:pt x="0" y="9609"/>
                    <a:pt x="2250" y="12300"/>
                    <a:pt x="5361" y="12889"/>
                  </a:cubicBezTo>
                  <a:cubicBezTo>
                    <a:pt x="6581" y="12657"/>
                    <a:pt x="7695" y="12090"/>
                    <a:pt x="8620" y="11228"/>
                  </a:cubicBezTo>
                  <a:cubicBezTo>
                    <a:pt x="12531" y="7569"/>
                    <a:pt x="10618" y="1010"/>
                    <a:pt x="5361" y="1"/>
                  </a:cubicBezTo>
                  <a:close/>
                </a:path>
              </a:pathLst>
            </a:custGeom>
            <a:solidFill>
              <a:srgbClr val="C4D0D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075" name="Google Shape;12075;p42"/>
            <p:cNvSpPr/>
            <p:nvPr/>
          </p:nvSpPr>
          <p:spPr>
            <a:xfrm>
              <a:off x="1449893" y="1635795"/>
              <a:ext cx="26456" cy="94447"/>
            </a:xfrm>
            <a:custGeom>
              <a:rect b="b" l="l" r="r" t="t"/>
              <a:pathLst>
                <a:path extrusionOk="0" h="6308" w="1767">
                  <a:moveTo>
                    <a:pt x="884" y="0"/>
                  </a:moveTo>
                  <a:cubicBezTo>
                    <a:pt x="379" y="0"/>
                    <a:pt x="1" y="400"/>
                    <a:pt x="1" y="883"/>
                  </a:cubicBezTo>
                  <a:lnTo>
                    <a:pt x="1" y="5425"/>
                  </a:lnTo>
                  <a:cubicBezTo>
                    <a:pt x="1" y="5908"/>
                    <a:pt x="379" y="6308"/>
                    <a:pt x="884" y="6308"/>
                  </a:cubicBezTo>
                  <a:cubicBezTo>
                    <a:pt x="1367" y="6308"/>
                    <a:pt x="1746" y="5908"/>
                    <a:pt x="1767" y="5425"/>
                  </a:cubicBezTo>
                  <a:lnTo>
                    <a:pt x="1767" y="883"/>
                  </a:lnTo>
                  <a:cubicBezTo>
                    <a:pt x="1746" y="400"/>
                    <a:pt x="1367" y="21"/>
                    <a:pt x="884" y="0"/>
                  </a:cubicBezTo>
                  <a:close/>
                </a:path>
              </a:pathLst>
            </a:custGeom>
            <a:solidFill>
              <a:srgbClr val="8498A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076" name="Google Shape;12076;p42"/>
            <p:cNvSpPr/>
            <p:nvPr/>
          </p:nvSpPr>
          <p:spPr>
            <a:xfrm>
              <a:off x="1448635" y="1704414"/>
              <a:ext cx="65175" cy="62660"/>
            </a:xfrm>
            <a:custGeom>
              <a:rect b="b" l="l" r="r" t="t"/>
              <a:pathLst>
                <a:path extrusionOk="0" h="4185" w="4353">
                  <a:moveTo>
                    <a:pt x="957" y="1"/>
                  </a:moveTo>
                  <a:cubicBezTo>
                    <a:pt x="731" y="1"/>
                    <a:pt x="505" y="85"/>
                    <a:pt x="337" y="253"/>
                  </a:cubicBezTo>
                  <a:cubicBezTo>
                    <a:pt x="1" y="589"/>
                    <a:pt x="1" y="1157"/>
                    <a:pt x="337" y="1493"/>
                  </a:cubicBezTo>
                  <a:lnTo>
                    <a:pt x="2776" y="3932"/>
                  </a:lnTo>
                  <a:cubicBezTo>
                    <a:pt x="2944" y="4100"/>
                    <a:pt x="3170" y="4185"/>
                    <a:pt x="3396" y="4185"/>
                  </a:cubicBezTo>
                  <a:cubicBezTo>
                    <a:pt x="3622" y="4185"/>
                    <a:pt x="3848" y="4100"/>
                    <a:pt x="4016" y="3932"/>
                  </a:cubicBezTo>
                  <a:cubicBezTo>
                    <a:pt x="4353" y="3596"/>
                    <a:pt x="4353" y="3028"/>
                    <a:pt x="4016" y="2692"/>
                  </a:cubicBezTo>
                  <a:lnTo>
                    <a:pt x="1578" y="253"/>
                  </a:lnTo>
                  <a:cubicBezTo>
                    <a:pt x="1409" y="85"/>
                    <a:pt x="1183" y="1"/>
                    <a:pt x="957" y="1"/>
                  </a:cubicBezTo>
                  <a:close/>
                </a:path>
              </a:pathLst>
            </a:custGeom>
            <a:solidFill>
              <a:srgbClr val="5A708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077" name="Google Shape;12077;p42"/>
            <p:cNvSpPr/>
            <p:nvPr/>
          </p:nvSpPr>
          <p:spPr>
            <a:xfrm>
              <a:off x="1293760" y="1542382"/>
              <a:ext cx="95405" cy="89655"/>
            </a:xfrm>
            <a:custGeom>
              <a:rect b="b" l="l" r="r" t="t"/>
              <a:pathLst>
                <a:path extrusionOk="0" h="5988" w="6372">
                  <a:moveTo>
                    <a:pt x="3365" y="0"/>
                  </a:moveTo>
                  <a:cubicBezTo>
                    <a:pt x="2582" y="0"/>
                    <a:pt x="1798" y="300"/>
                    <a:pt x="1199" y="899"/>
                  </a:cubicBezTo>
                  <a:lnTo>
                    <a:pt x="1094" y="983"/>
                  </a:lnTo>
                  <a:cubicBezTo>
                    <a:pt x="1" y="2203"/>
                    <a:pt x="43" y="4074"/>
                    <a:pt x="1199" y="5230"/>
                  </a:cubicBezTo>
                  <a:lnTo>
                    <a:pt x="1494" y="5546"/>
                  </a:lnTo>
                  <a:cubicBezTo>
                    <a:pt x="1798" y="5840"/>
                    <a:pt x="2193" y="5987"/>
                    <a:pt x="2587" y="5987"/>
                  </a:cubicBezTo>
                  <a:cubicBezTo>
                    <a:pt x="2981" y="5987"/>
                    <a:pt x="3375" y="5840"/>
                    <a:pt x="3680" y="5546"/>
                  </a:cubicBezTo>
                  <a:lnTo>
                    <a:pt x="5825" y="3380"/>
                  </a:lnTo>
                  <a:cubicBezTo>
                    <a:pt x="6224" y="3002"/>
                    <a:pt x="6371" y="2434"/>
                    <a:pt x="6224" y="1908"/>
                  </a:cubicBezTo>
                  <a:cubicBezTo>
                    <a:pt x="6161" y="1635"/>
                    <a:pt x="6035" y="1404"/>
                    <a:pt x="5825" y="1215"/>
                  </a:cubicBezTo>
                  <a:lnTo>
                    <a:pt x="5530" y="899"/>
                  </a:lnTo>
                  <a:cubicBezTo>
                    <a:pt x="4931" y="300"/>
                    <a:pt x="4148" y="0"/>
                    <a:pt x="3365" y="0"/>
                  </a:cubicBezTo>
                  <a:close/>
                </a:path>
              </a:pathLst>
            </a:custGeom>
            <a:solidFill>
              <a:srgbClr val="B4C3C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078" name="Google Shape;12078;p42"/>
            <p:cNvSpPr/>
            <p:nvPr/>
          </p:nvSpPr>
          <p:spPr>
            <a:xfrm>
              <a:off x="1309511" y="1542382"/>
              <a:ext cx="77453" cy="61552"/>
            </a:xfrm>
            <a:custGeom>
              <a:rect b="b" l="l" r="r" t="t"/>
              <a:pathLst>
                <a:path extrusionOk="0" h="4111" w="5173">
                  <a:moveTo>
                    <a:pt x="2313" y="0"/>
                  </a:moveTo>
                  <a:cubicBezTo>
                    <a:pt x="1530" y="0"/>
                    <a:pt x="746" y="300"/>
                    <a:pt x="147" y="899"/>
                  </a:cubicBezTo>
                  <a:lnTo>
                    <a:pt x="42" y="983"/>
                  </a:lnTo>
                  <a:cubicBezTo>
                    <a:pt x="0" y="1866"/>
                    <a:pt x="315" y="2728"/>
                    <a:pt x="946" y="3359"/>
                  </a:cubicBezTo>
                  <a:lnTo>
                    <a:pt x="1241" y="3653"/>
                  </a:lnTo>
                  <a:cubicBezTo>
                    <a:pt x="1545" y="3958"/>
                    <a:pt x="1940" y="4111"/>
                    <a:pt x="2334" y="4111"/>
                  </a:cubicBezTo>
                  <a:cubicBezTo>
                    <a:pt x="2728" y="4111"/>
                    <a:pt x="3122" y="3958"/>
                    <a:pt x="3427" y="3653"/>
                  </a:cubicBezTo>
                  <a:lnTo>
                    <a:pt x="5172" y="1908"/>
                  </a:lnTo>
                  <a:cubicBezTo>
                    <a:pt x="5109" y="1635"/>
                    <a:pt x="4983" y="1404"/>
                    <a:pt x="4773" y="1194"/>
                  </a:cubicBezTo>
                  <a:lnTo>
                    <a:pt x="4478" y="899"/>
                  </a:lnTo>
                  <a:cubicBezTo>
                    <a:pt x="3879" y="300"/>
                    <a:pt x="3096" y="0"/>
                    <a:pt x="2313" y="0"/>
                  </a:cubicBezTo>
                  <a:close/>
                </a:path>
              </a:pathLst>
            </a:custGeom>
            <a:solidFill>
              <a:srgbClr val="C4D0D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079" name="Google Shape;12079;p42"/>
            <p:cNvSpPr/>
            <p:nvPr/>
          </p:nvSpPr>
          <p:spPr>
            <a:xfrm>
              <a:off x="1538350" y="1542546"/>
              <a:ext cx="96034" cy="89551"/>
            </a:xfrm>
            <a:custGeom>
              <a:rect b="b" l="l" r="r" t="t"/>
              <a:pathLst>
                <a:path extrusionOk="0" h="5981" w="6414">
                  <a:moveTo>
                    <a:pt x="3077" y="1"/>
                  </a:moveTo>
                  <a:cubicBezTo>
                    <a:pt x="2281" y="1"/>
                    <a:pt x="1496" y="306"/>
                    <a:pt x="905" y="909"/>
                  </a:cubicBezTo>
                  <a:lnTo>
                    <a:pt x="610" y="1204"/>
                  </a:lnTo>
                  <a:cubicBezTo>
                    <a:pt x="1" y="1792"/>
                    <a:pt x="1" y="2780"/>
                    <a:pt x="610" y="3369"/>
                  </a:cubicBezTo>
                  <a:lnTo>
                    <a:pt x="2755" y="5535"/>
                  </a:lnTo>
                  <a:cubicBezTo>
                    <a:pt x="3041" y="5821"/>
                    <a:pt x="3434" y="5980"/>
                    <a:pt x="3835" y="5980"/>
                  </a:cubicBezTo>
                  <a:cubicBezTo>
                    <a:pt x="4023" y="5980"/>
                    <a:pt x="4213" y="5945"/>
                    <a:pt x="4395" y="5871"/>
                  </a:cubicBezTo>
                  <a:cubicBezTo>
                    <a:pt x="4605" y="5787"/>
                    <a:pt x="4773" y="5682"/>
                    <a:pt x="4920" y="5535"/>
                  </a:cubicBezTo>
                  <a:lnTo>
                    <a:pt x="5236" y="5219"/>
                  </a:lnTo>
                  <a:cubicBezTo>
                    <a:pt x="6413" y="4021"/>
                    <a:pt x="6413" y="2087"/>
                    <a:pt x="5236" y="909"/>
                  </a:cubicBezTo>
                  <a:cubicBezTo>
                    <a:pt x="5089" y="762"/>
                    <a:pt x="4941" y="636"/>
                    <a:pt x="4794" y="510"/>
                  </a:cubicBezTo>
                  <a:cubicBezTo>
                    <a:pt x="4266" y="169"/>
                    <a:pt x="3668" y="1"/>
                    <a:pt x="3077" y="1"/>
                  </a:cubicBezTo>
                  <a:close/>
                </a:path>
              </a:pathLst>
            </a:custGeom>
            <a:solidFill>
              <a:srgbClr val="B4C3C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080" name="Google Shape;12080;p42"/>
            <p:cNvSpPr/>
            <p:nvPr/>
          </p:nvSpPr>
          <p:spPr>
            <a:xfrm>
              <a:off x="1565735" y="1550167"/>
              <a:ext cx="68649" cy="80283"/>
            </a:xfrm>
            <a:custGeom>
              <a:rect b="b" l="l" r="r" t="t"/>
              <a:pathLst>
                <a:path extrusionOk="0" h="5362" w="4585">
                  <a:moveTo>
                    <a:pt x="2965" y="1"/>
                  </a:moveTo>
                  <a:cubicBezTo>
                    <a:pt x="2187" y="22"/>
                    <a:pt x="1452" y="337"/>
                    <a:pt x="905" y="905"/>
                  </a:cubicBezTo>
                  <a:lnTo>
                    <a:pt x="590" y="1199"/>
                  </a:lnTo>
                  <a:cubicBezTo>
                    <a:pt x="1" y="1809"/>
                    <a:pt x="1" y="2776"/>
                    <a:pt x="590" y="3386"/>
                  </a:cubicBezTo>
                  <a:lnTo>
                    <a:pt x="2566" y="5362"/>
                  </a:lnTo>
                  <a:cubicBezTo>
                    <a:pt x="2776" y="5278"/>
                    <a:pt x="2944" y="5173"/>
                    <a:pt x="3091" y="5026"/>
                  </a:cubicBezTo>
                  <a:lnTo>
                    <a:pt x="3407" y="4710"/>
                  </a:lnTo>
                  <a:cubicBezTo>
                    <a:pt x="4584" y="3512"/>
                    <a:pt x="4584" y="1578"/>
                    <a:pt x="3407" y="400"/>
                  </a:cubicBezTo>
                  <a:cubicBezTo>
                    <a:pt x="3260" y="253"/>
                    <a:pt x="3112" y="127"/>
                    <a:pt x="2965" y="1"/>
                  </a:cubicBezTo>
                  <a:close/>
                </a:path>
              </a:pathLst>
            </a:custGeom>
            <a:solidFill>
              <a:srgbClr val="C4D0D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2081" name="Google Shape;12081;p42"/>
          <p:cNvGrpSpPr/>
          <p:nvPr/>
        </p:nvGrpSpPr>
        <p:grpSpPr>
          <a:xfrm>
            <a:off x="849601" y="1769074"/>
            <a:ext cx="406712" cy="383746"/>
            <a:chOff x="849601" y="1952074"/>
            <a:chExt cx="406712" cy="383746"/>
          </a:xfrm>
        </p:grpSpPr>
        <p:sp>
          <p:nvSpPr>
            <p:cNvPr id="12082" name="Google Shape;12082;p42"/>
            <p:cNvSpPr/>
            <p:nvPr/>
          </p:nvSpPr>
          <p:spPr>
            <a:xfrm>
              <a:off x="849601" y="2240819"/>
              <a:ext cx="130650" cy="95001"/>
            </a:xfrm>
            <a:custGeom>
              <a:rect b="b" l="l" r="r" t="t"/>
              <a:pathLst>
                <a:path extrusionOk="0" h="6345" w="8726">
                  <a:moveTo>
                    <a:pt x="4142" y="0"/>
                  </a:moveTo>
                  <a:lnTo>
                    <a:pt x="358" y="3785"/>
                  </a:lnTo>
                  <a:cubicBezTo>
                    <a:pt x="1" y="4142"/>
                    <a:pt x="127" y="4752"/>
                    <a:pt x="610" y="4941"/>
                  </a:cubicBezTo>
                  <a:lnTo>
                    <a:pt x="1746" y="5340"/>
                  </a:lnTo>
                  <a:lnTo>
                    <a:pt x="4374" y="6308"/>
                  </a:lnTo>
                  <a:cubicBezTo>
                    <a:pt x="4447" y="6332"/>
                    <a:pt x="4524" y="6344"/>
                    <a:pt x="4602" y="6344"/>
                  </a:cubicBezTo>
                  <a:cubicBezTo>
                    <a:pt x="4789" y="6344"/>
                    <a:pt x="4975" y="6273"/>
                    <a:pt x="5109" y="6139"/>
                  </a:cubicBezTo>
                  <a:lnTo>
                    <a:pt x="8726" y="2523"/>
                  </a:lnTo>
                  <a:lnTo>
                    <a:pt x="7695" y="3532"/>
                  </a:lnTo>
                  <a:lnTo>
                    <a:pt x="6644" y="442"/>
                  </a:lnTo>
                  <a:lnTo>
                    <a:pt x="4142" y="0"/>
                  </a:lnTo>
                  <a:close/>
                </a:path>
              </a:pathLst>
            </a:custGeom>
            <a:solidFill>
              <a:srgbClr val="CBD6D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083" name="Google Shape;12083;p42"/>
            <p:cNvSpPr/>
            <p:nvPr/>
          </p:nvSpPr>
          <p:spPr>
            <a:xfrm>
              <a:off x="875728" y="2284494"/>
              <a:ext cx="75252" cy="51326"/>
            </a:xfrm>
            <a:custGeom>
              <a:rect b="b" l="l" r="r" t="t"/>
              <a:pathLst>
                <a:path extrusionOk="0" h="3428" w="5026">
                  <a:moveTo>
                    <a:pt x="2947" y="0"/>
                  </a:moveTo>
                  <a:cubicBezTo>
                    <a:pt x="2623" y="0"/>
                    <a:pt x="2303" y="121"/>
                    <a:pt x="2061" y="363"/>
                  </a:cubicBezTo>
                  <a:lnTo>
                    <a:pt x="1" y="2423"/>
                  </a:lnTo>
                  <a:lnTo>
                    <a:pt x="2629" y="3391"/>
                  </a:lnTo>
                  <a:cubicBezTo>
                    <a:pt x="2702" y="3415"/>
                    <a:pt x="2779" y="3427"/>
                    <a:pt x="2857" y="3427"/>
                  </a:cubicBezTo>
                  <a:cubicBezTo>
                    <a:pt x="3044" y="3427"/>
                    <a:pt x="3230" y="3356"/>
                    <a:pt x="3364" y="3222"/>
                  </a:cubicBezTo>
                  <a:lnTo>
                    <a:pt x="5025" y="1561"/>
                  </a:lnTo>
                  <a:lnTo>
                    <a:pt x="3848" y="363"/>
                  </a:lnTo>
                  <a:cubicBezTo>
                    <a:pt x="3596" y="121"/>
                    <a:pt x="3270" y="0"/>
                    <a:pt x="2947" y="0"/>
                  </a:cubicBezTo>
                  <a:close/>
                </a:path>
              </a:pathLst>
            </a:custGeom>
            <a:solidFill>
              <a:srgbClr val="E2E8E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084" name="Google Shape;12084;p42"/>
            <p:cNvSpPr/>
            <p:nvPr/>
          </p:nvSpPr>
          <p:spPr>
            <a:xfrm>
              <a:off x="890520" y="2158335"/>
              <a:ext cx="156777" cy="155519"/>
            </a:xfrm>
            <a:custGeom>
              <a:rect b="b" l="l" r="r" t="t"/>
              <a:pathLst>
                <a:path extrusionOk="0" h="10387" w="10471">
                  <a:moveTo>
                    <a:pt x="3512" y="1"/>
                  </a:moveTo>
                  <a:lnTo>
                    <a:pt x="1199" y="2314"/>
                  </a:lnTo>
                  <a:lnTo>
                    <a:pt x="337" y="3176"/>
                  </a:lnTo>
                  <a:cubicBezTo>
                    <a:pt x="1" y="3512"/>
                    <a:pt x="1" y="4080"/>
                    <a:pt x="337" y="4416"/>
                  </a:cubicBezTo>
                  <a:lnTo>
                    <a:pt x="6056" y="10135"/>
                  </a:lnTo>
                  <a:cubicBezTo>
                    <a:pt x="6224" y="10303"/>
                    <a:pt x="6450" y="10387"/>
                    <a:pt x="6676" y="10387"/>
                  </a:cubicBezTo>
                  <a:cubicBezTo>
                    <a:pt x="6902" y="10387"/>
                    <a:pt x="7128" y="10303"/>
                    <a:pt x="7296" y="10135"/>
                  </a:cubicBezTo>
                  <a:lnTo>
                    <a:pt x="8158" y="9273"/>
                  </a:lnTo>
                  <a:lnTo>
                    <a:pt x="10471" y="6960"/>
                  </a:lnTo>
                  <a:lnTo>
                    <a:pt x="3512" y="1"/>
                  </a:lnTo>
                  <a:close/>
                </a:path>
              </a:pathLst>
            </a:custGeom>
            <a:solidFill>
              <a:srgbClr val="3B536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085" name="Google Shape;12085;p42"/>
            <p:cNvSpPr/>
            <p:nvPr/>
          </p:nvSpPr>
          <p:spPr>
            <a:xfrm>
              <a:off x="890206" y="2158335"/>
              <a:ext cx="157091" cy="138840"/>
            </a:xfrm>
            <a:custGeom>
              <a:rect b="b" l="l" r="r" t="t"/>
              <a:pathLst>
                <a:path extrusionOk="0" h="9273" w="10492">
                  <a:moveTo>
                    <a:pt x="3533" y="1"/>
                  </a:moveTo>
                  <a:lnTo>
                    <a:pt x="358" y="3176"/>
                  </a:lnTo>
                  <a:cubicBezTo>
                    <a:pt x="1" y="3512"/>
                    <a:pt x="1" y="4059"/>
                    <a:pt x="358" y="4416"/>
                  </a:cubicBezTo>
                  <a:lnTo>
                    <a:pt x="821" y="4878"/>
                  </a:lnTo>
                  <a:lnTo>
                    <a:pt x="1472" y="4227"/>
                  </a:lnTo>
                  <a:cubicBezTo>
                    <a:pt x="1704" y="3995"/>
                    <a:pt x="2003" y="3880"/>
                    <a:pt x="2303" y="3880"/>
                  </a:cubicBezTo>
                  <a:cubicBezTo>
                    <a:pt x="2602" y="3880"/>
                    <a:pt x="2902" y="3995"/>
                    <a:pt x="3133" y="4227"/>
                  </a:cubicBezTo>
                  <a:lnTo>
                    <a:pt x="8179" y="9273"/>
                  </a:lnTo>
                  <a:lnTo>
                    <a:pt x="10492" y="6960"/>
                  </a:lnTo>
                  <a:lnTo>
                    <a:pt x="3869" y="337"/>
                  </a:lnTo>
                  <a:lnTo>
                    <a:pt x="3533" y="1"/>
                  </a:lnTo>
                  <a:close/>
                </a:path>
              </a:pathLst>
            </a:custGeom>
            <a:solidFill>
              <a:srgbClr val="203B5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086" name="Google Shape;12086;p42"/>
            <p:cNvSpPr/>
            <p:nvPr/>
          </p:nvSpPr>
          <p:spPr>
            <a:xfrm>
              <a:off x="903741" y="1952074"/>
              <a:ext cx="352572" cy="349817"/>
            </a:xfrm>
            <a:custGeom>
              <a:rect b="b" l="l" r="r" t="t"/>
              <a:pathLst>
                <a:path extrusionOk="0" h="23364" w="23548">
                  <a:moveTo>
                    <a:pt x="15086" y="1"/>
                  </a:moveTo>
                  <a:cubicBezTo>
                    <a:pt x="14607" y="1"/>
                    <a:pt x="14129" y="185"/>
                    <a:pt x="13772" y="552"/>
                  </a:cubicBezTo>
                  <a:lnTo>
                    <a:pt x="1" y="14323"/>
                  </a:lnTo>
                  <a:lnTo>
                    <a:pt x="9041" y="23364"/>
                  </a:lnTo>
                  <a:lnTo>
                    <a:pt x="22812" y="9593"/>
                  </a:lnTo>
                  <a:cubicBezTo>
                    <a:pt x="23548" y="8878"/>
                    <a:pt x="23548" y="7680"/>
                    <a:pt x="22812" y="6965"/>
                  </a:cubicBezTo>
                  <a:lnTo>
                    <a:pt x="16400" y="552"/>
                  </a:lnTo>
                  <a:cubicBezTo>
                    <a:pt x="16042" y="185"/>
                    <a:pt x="15564" y="1"/>
                    <a:pt x="15086" y="1"/>
                  </a:cubicBezTo>
                  <a:close/>
                </a:path>
              </a:pathLst>
            </a:custGeom>
            <a:solidFill>
              <a:srgbClr val="E2E8E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087" name="Google Shape;12087;p42"/>
            <p:cNvSpPr/>
            <p:nvPr/>
          </p:nvSpPr>
          <p:spPr>
            <a:xfrm>
              <a:off x="903741" y="1952074"/>
              <a:ext cx="258141" cy="227372"/>
            </a:xfrm>
            <a:custGeom>
              <a:rect b="b" l="l" r="r" t="t"/>
              <a:pathLst>
                <a:path extrusionOk="0" h="15186" w="17241">
                  <a:moveTo>
                    <a:pt x="17235" y="1409"/>
                  </a:moveTo>
                  <a:lnTo>
                    <a:pt x="17241" y="1414"/>
                  </a:lnTo>
                  <a:cubicBezTo>
                    <a:pt x="17239" y="1413"/>
                    <a:pt x="17237" y="1411"/>
                    <a:pt x="17235" y="1409"/>
                  </a:cubicBezTo>
                  <a:close/>
                  <a:moveTo>
                    <a:pt x="15078" y="1"/>
                  </a:moveTo>
                  <a:cubicBezTo>
                    <a:pt x="14602" y="1"/>
                    <a:pt x="14129" y="185"/>
                    <a:pt x="13772" y="552"/>
                  </a:cubicBezTo>
                  <a:lnTo>
                    <a:pt x="1" y="14323"/>
                  </a:lnTo>
                  <a:lnTo>
                    <a:pt x="863" y="15185"/>
                  </a:lnTo>
                  <a:lnTo>
                    <a:pt x="14634" y="1414"/>
                  </a:lnTo>
                  <a:cubicBezTo>
                    <a:pt x="14991" y="1047"/>
                    <a:pt x="15464" y="863"/>
                    <a:pt x="15937" y="863"/>
                  </a:cubicBezTo>
                  <a:cubicBezTo>
                    <a:pt x="16408" y="863"/>
                    <a:pt x="16878" y="1045"/>
                    <a:pt x="17235" y="1409"/>
                  </a:cubicBezTo>
                  <a:lnTo>
                    <a:pt x="17235" y="1409"/>
                  </a:lnTo>
                  <a:lnTo>
                    <a:pt x="16400" y="552"/>
                  </a:lnTo>
                  <a:cubicBezTo>
                    <a:pt x="16032" y="185"/>
                    <a:pt x="15553" y="1"/>
                    <a:pt x="15078" y="1"/>
                  </a:cubicBezTo>
                  <a:close/>
                </a:path>
              </a:pathLst>
            </a:custGeom>
            <a:solidFill>
              <a:srgbClr val="CBD6D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088" name="Google Shape;12088;p42"/>
            <p:cNvSpPr/>
            <p:nvPr/>
          </p:nvSpPr>
          <p:spPr>
            <a:xfrm>
              <a:off x="989054" y="2039274"/>
              <a:ext cx="178817" cy="175268"/>
            </a:xfrm>
            <a:custGeom>
              <a:rect b="b" l="l" r="r" t="t"/>
              <a:pathLst>
                <a:path extrusionOk="0" h="11706" w="11943">
                  <a:moveTo>
                    <a:pt x="8126" y="0"/>
                  </a:moveTo>
                  <a:cubicBezTo>
                    <a:pt x="7811" y="0"/>
                    <a:pt x="7495" y="121"/>
                    <a:pt x="7254" y="363"/>
                  </a:cubicBezTo>
                  <a:lnTo>
                    <a:pt x="484" y="7133"/>
                  </a:lnTo>
                  <a:cubicBezTo>
                    <a:pt x="0" y="7616"/>
                    <a:pt x="0" y="8394"/>
                    <a:pt x="484" y="8878"/>
                  </a:cubicBezTo>
                  <a:lnTo>
                    <a:pt x="2965" y="11359"/>
                  </a:lnTo>
                  <a:cubicBezTo>
                    <a:pt x="3207" y="11590"/>
                    <a:pt x="3522" y="11706"/>
                    <a:pt x="3837" y="11706"/>
                  </a:cubicBezTo>
                  <a:cubicBezTo>
                    <a:pt x="4153" y="11706"/>
                    <a:pt x="4468" y="11590"/>
                    <a:pt x="4710" y="11359"/>
                  </a:cubicBezTo>
                  <a:lnTo>
                    <a:pt x="11480" y="4589"/>
                  </a:lnTo>
                  <a:cubicBezTo>
                    <a:pt x="11942" y="4105"/>
                    <a:pt x="11942" y="3327"/>
                    <a:pt x="11480" y="2844"/>
                  </a:cubicBezTo>
                  <a:lnTo>
                    <a:pt x="8999" y="363"/>
                  </a:lnTo>
                  <a:cubicBezTo>
                    <a:pt x="8757" y="121"/>
                    <a:pt x="8442" y="0"/>
                    <a:pt x="8126" y="0"/>
                  </a:cubicBezTo>
                  <a:close/>
                </a:path>
              </a:pathLst>
            </a:custGeom>
            <a:solidFill>
              <a:srgbClr val="F5F7F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2089" name="Google Shape;12089;p42"/>
          <p:cNvGrpSpPr/>
          <p:nvPr/>
        </p:nvGrpSpPr>
        <p:grpSpPr>
          <a:xfrm>
            <a:off x="2253871" y="2710365"/>
            <a:ext cx="203986" cy="355417"/>
            <a:chOff x="2253871" y="2893365"/>
            <a:chExt cx="203986" cy="355417"/>
          </a:xfrm>
        </p:grpSpPr>
        <p:sp>
          <p:nvSpPr>
            <p:cNvPr id="12090" name="Google Shape;12090;p42"/>
            <p:cNvSpPr/>
            <p:nvPr/>
          </p:nvSpPr>
          <p:spPr>
            <a:xfrm>
              <a:off x="2329722" y="3200915"/>
              <a:ext cx="51326" cy="47553"/>
            </a:xfrm>
            <a:custGeom>
              <a:rect b="b" l="l" r="r" t="t"/>
              <a:pathLst>
                <a:path extrusionOk="0" h="3176" w="3428">
                  <a:moveTo>
                    <a:pt x="1" y="1"/>
                  </a:moveTo>
                  <a:lnTo>
                    <a:pt x="1" y="2229"/>
                  </a:lnTo>
                  <a:cubicBezTo>
                    <a:pt x="1" y="2755"/>
                    <a:pt x="421" y="3175"/>
                    <a:pt x="968" y="3175"/>
                  </a:cubicBezTo>
                  <a:lnTo>
                    <a:pt x="2482" y="3175"/>
                  </a:lnTo>
                  <a:cubicBezTo>
                    <a:pt x="2986" y="3175"/>
                    <a:pt x="3407" y="2755"/>
                    <a:pt x="3428" y="2250"/>
                  </a:cubicBezTo>
                  <a:lnTo>
                    <a:pt x="3428" y="1"/>
                  </a:lnTo>
                  <a:close/>
                </a:path>
              </a:pathLst>
            </a:custGeom>
            <a:solidFill>
              <a:srgbClr val="223D5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091" name="Google Shape;12091;p42"/>
            <p:cNvSpPr/>
            <p:nvPr/>
          </p:nvSpPr>
          <p:spPr>
            <a:xfrm>
              <a:off x="2342628" y="3200915"/>
              <a:ext cx="38419" cy="47867"/>
            </a:xfrm>
            <a:custGeom>
              <a:rect b="b" l="l" r="r" t="t"/>
              <a:pathLst>
                <a:path extrusionOk="0" h="3197" w="2566">
                  <a:moveTo>
                    <a:pt x="863" y="1"/>
                  </a:moveTo>
                  <a:lnTo>
                    <a:pt x="863" y="2250"/>
                  </a:lnTo>
                  <a:cubicBezTo>
                    <a:pt x="842" y="2734"/>
                    <a:pt x="484" y="3133"/>
                    <a:pt x="1" y="3196"/>
                  </a:cubicBezTo>
                  <a:lnTo>
                    <a:pt x="1620" y="3196"/>
                  </a:lnTo>
                  <a:cubicBezTo>
                    <a:pt x="2145" y="3196"/>
                    <a:pt x="2566" y="2755"/>
                    <a:pt x="2566" y="2229"/>
                  </a:cubicBezTo>
                  <a:lnTo>
                    <a:pt x="2566" y="1"/>
                  </a:lnTo>
                  <a:close/>
                </a:path>
              </a:pathLst>
            </a:custGeom>
            <a:solidFill>
              <a:srgbClr val="AEBEC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092" name="Google Shape;12092;p42"/>
            <p:cNvSpPr/>
            <p:nvPr/>
          </p:nvSpPr>
          <p:spPr>
            <a:xfrm>
              <a:off x="2253871" y="2893365"/>
              <a:ext cx="203985" cy="326775"/>
            </a:xfrm>
            <a:custGeom>
              <a:rect b="b" l="l" r="r" t="t"/>
              <a:pathLst>
                <a:path extrusionOk="0" h="21825" w="13624">
                  <a:moveTo>
                    <a:pt x="5256" y="1"/>
                  </a:moveTo>
                  <a:cubicBezTo>
                    <a:pt x="2355" y="1"/>
                    <a:pt x="0" y="2355"/>
                    <a:pt x="0" y="5257"/>
                  </a:cubicBezTo>
                  <a:lnTo>
                    <a:pt x="0" y="17514"/>
                  </a:lnTo>
                  <a:cubicBezTo>
                    <a:pt x="0" y="19890"/>
                    <a:pt x="1934" y="21824"/>
                    <a:pt x="4310" y="21824"/>
                  </a:cubicBezTo>
                  <a:lnTo>
                    <a:pt x="9314" y="21824"/>
                  </a:lnTo>
                  <a:cubicBezTo>
                    <a:pt x="11690" y="21824"/>
                    <a:pt x="13624" y="19890"/>
                    <a:pt x="13624" y="17514"/>
                  </a:cubicBezTo>
                  <a:lnTo>
                    <a:pt x="13624" y="5257"/>
                  </a:lnTo>
                  <a:cubicBezTo>
                    <a:pt x="13624" y="2355"/>
                    <a:pt x="11269" y="1"/>
                    <a:pt x="8368" y="1"/>
                  </a:cubicBezTo>
                  <a:close/>
                </a:path>
              </a:pathLst>
            </a:custGeom>
            <a:solidFill>
              <a:srgbClr val="F3F5F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093" name="Google Shape;12093;p42"/>
            <p:cNvSpPr/>
            <p:nvPr/>
          </p:nvSpPr>
          <p:spPr>
            <a:xfrm>
              <a:off x="2326578" y="2893365"/>
              <a:ext cx="131279" cy="326775"/>
            </a:xfrm>
            <a:custGeom>
              <a:rect b="b" l="l" r="r" t="t"/>
              <a:pathLst>
                <a:path extrusionOk="0" h="21825" w="8768">
                  <a:moveTo>
                    <a:pt x="400" y="1"/>
                  </a:moveTo>
                  <a:cubicBezTo>
                    <a:pt x="274" y="1"/>
                    <a:pt x="127" y="1"/>
                    <a:pt x="1" y="22"/>
                  </a:cubicBezTo>
                  <a:cubicBezTo>
                    <a:pt x="2734" y="232"/>
                    <a:pt x="4836" y="2503"/>
                    <a:pt x="4836" y="5257"/>
                  </a:cubicBezTo>
                  <a:lnTo>
                    <a:pt x="4836" y="17514"/>
                  </a:lnTo>
                  <a:cubicBezTo>
                    <a:pt x="4836" y="19890"/>
                    <a:pt x="2923" y="21824"/>
                    <a:pt x="547" y="21824"/>
                  </a:cubicBezTo>
                  <a:lnTo>
                    <a:pt x="4458" y="21824"/>
                  </a:lnTo>
                  <a:cubicBezTo>
                    <a:pt x="6834" y="21824"/>
                    <a:pt x="8768" y="19890"/>
                    <a:pt x="8768" y="17514"/>
                  </a:cubicBezTo>
                  <a:lnTo>
                    <a:pt x="8768" y="5257"/>
                  </a:lnTo>
                  <a:cubicBezTo>
                    <a:pt x="8747" y="2355"/>
                    <a:pt x="6413" y="1"/>
                    <a:pt x="3512" y="1"/>
                  </a:cubicBezTo>
                  <a:close/>
                </a:path>
              </a:pathLst>
            </a:custGeom>
            <a:solidFill>
              <a:srgbClr val="E4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094" name="Google Shape;12094;p42"/>
            <p:cNvSpPr/>
            <p:nvPr/>
          </p:nvSpPr>
          <p:spPr>
            <a:xfrm>
              <a:off x="2350504" y="2893365"/>
              <a:ext cx="10720" cy="58093"/>
            </a:xfrm>
            <a:custGeom>
              <a:rect b="b" l="l" r="r" t="t"/>
              <a:pathLst>
                <a:path extrusionOk="0" h="3880" w="716">
                  <a:moveTo>
                    <a:pt x="1" y="1"/>
                  </a:moveTo>
                  <a:cubicBezTo>
                    <a:pt x="1" y="22"/>
                    <a:pt x="1" y="22"/>
                    <a:pt x="1" y="43"/>
                  </a:cubicBezTo>
                  <a:lnTo>
                    <a:pt x="1" y="3533"/>
                  </a:lnTo>
                  <a:cubicBezTo>
                    <a:pt x="1" y="3764"/>
                    <a:pt x="179" y="3880"/>
                    <a:pt x="358" y="3880"/>
                  </a:cubicBezTo>
                  <a:cubicBezTo>
                    <a:pt x="537" y="3880"/>
                    <a:pt x="715" y="3764"/>
                    <a:pt x="715" y="3533"/>
                  </a:cubicBezTo>
                  <a:lnTo>
                    <a:pt x="715" y="43"/>
                  </a:lnTo>
                  <a:cubicBezTo>
                    <a:pt x="715" y="22"/>
                    <a:pt x="715" y="1"/>
                    <a:pt x="715" y="1"/>
                  </a:cubicBezTo>
                  <a:close/>
                </a:path>
              </a:pathLst>
            </a:custGeom>
            <a:solidFill>
              <a:srgbClr val="AEBEC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095" name="Google Shape;12095;p42"/>
            <p:cNvSpPr/>
            <p:nvPr/>
          </p:nvSpPr>
          <p:spPr>
            <a:xfrm>
              <a:off x="2330036" y="2946248"/>
              <a:ext cx="51326" cy="50068"/>
            </a:xfrm>
            <a:custGeom>
              <a:rect b="b" l="l" r="r" t="t"/>
              <a:pathLst>
                <a:path extrusionOk="0" h="3344" w="3428">
                  <a:moveTo>
                    <a:pt x="1725" y="1"/>
                  </a:moveTo>
                  <a:cubicBezTo>
                    <a:pt x="779" y="1"/>
                    <a:pt x="1" y="758"/>
                    <a:pt x="1" y="1704"/>
                  </a:cubicBezTo>
                  <a:lnTo>
                    <a:pt x="1" y="2377"/>
                  </a:lnTo>
                  <a:cubicBezTo>
                    <a:pt x="1" y="2902"/>
                    <a:pt x="442" y="3344"/>
                    <a:pt x="968" y="3344"/>
                  </a:cubicBezTo>
                  <a:lnTo>
                    <a:pt x="2482" y="3344"/>
                  </a:lnTo>
                  <a:cubicBezTo>
                    <a:pt x="3007" y="3344"/>
                    <a:pt x="3428" y="2902"/>
                    <a:pt x="3428" y="2377"/>
                  </a:cubicBezTo>
                  <a:lnTo>
                    <a:pt x="3428" y="1704"/>
                  </a:lnTo>
                  <a:cubicBezTo>
                    <a:pt x="3428" y="758"/>
                    <a:pt x="2671" y="1"/>
                    <a:pt x="1725" y="1"/>
                  </a:cubicBezTo>
                  <a:close/>
                </a:path>
              </a:pathLst>
            </a:custGeom>
            <a:solidFill>
              <a:srgbClr val="7B90A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096" name="Google Shape;12096;p42"/>
            <p:cNvSpPr/>
            <p:nvPr/>
          </p:nvSpPr>
          <p:spPr>
            <a:xfrm>
              <a:off x="2342943" y="2946248"/>
              <a:ext cx="38419" cy="49754"/>
            </a:xfrm>
            <a:custGeom>
              <a:rect b="b" l="l" r="r" t="t"/>
              <a:pathLst>
                <a:path extrusionOk="0" h="3323" w="2566">
                  <a:moveTo>
                    <a:pt x="863" y="1"/>
                  </a:moveTo>
                  <a:cubicBezTo>
                    <a:pt x="548" y="1"/>
                    <a:pt x="253" y="64"/>
                    <a:pt x="1" y="232"/>
                  </a:cubicBezTo>
                  <a:cubicBezTo>
                    <a:pt x="527" y="526"/>
                    <a:pt x="863" y="1094"/>
                    <a:pt x="863" y="1704"/>
                  </a:cubicBezTo>
                  <a:lnTo>
                    <a:pt x="863" y="2377"/>
                  </a:lnTo>
                  <a:cubicBezTo>
                    <a:pt x="863" y="2860"/>
                    <a:pt x="484" y="3281"/>
                    <a:pt x="1" y="3323"/>
                  </a:cubicBezTo>
                  <a:lnTo>
                    <a:pt x="1620" y="3323"/>
                  </a:lnTo>
                  <a:cubicBezTo>
                    <a:pt x="2145" y="3323"/>
                    <a:pt x="2566" y="2902"/>
                    <a:pt x="2566" y="2377"/>
                  </a:cubicBezTo>
                  <a:lnTo>
                    <a:pt x="2566" y="1704"/>
                  </a:lnTo>
                  <a:cubicBezTo>
                    <a:pt x="2566" y="758"/>
                    <a:pt x="1809" y="1"/>
                    <a:pt x="863" y="1"/>
                  </a:cubicBezTo>
                  <a:close/>
                </a:path>
              </a:pathLst>
            </a:custGeom>
            <a:solidFill>
              <a:srgbClr val="6D849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097" name="Google Shape;12097;p42"/>
            <p:cNvSpPr/>
            <p:nvPr/>
          </p:nvSpPr>
          <p:spPr>
            <a:xfrm>
              <a:off x="2254186" y="3012037"/>
              <a:ext cx="32116" cy="118073"/>
            </a:xfrm>
            <a:custGeom>
              <a:rect b="b" l="l" r="r" t="t"/>
              <a:pathLst>
                <a:path extrusionOk="0" h="7886" w="2145">
                  <a:moveTo>
                    <a:pt x="0" y="1"/>
                  </a:moveTo>
                  <a:lnTo>
                    <a:pt x="0" y="7885"/>
                  </a:lnTo>
                  <a:lnTo>
                    <a:pt x="1177" y="7885"/>
                  </a:lnTo>
                  <a:cubicBezTo>
                    <a:pt x="1724" y="7885"/>
                    <a:pt x="2145" y="7444"/>
                    <a:pt x="2145" y="6918"/>
                  </a:cubicBezTo>
                  <a:lnTo>
                    <a:pt x="2145" y="947"/>
                  </a:lnTo>
                  <a:cubicBezTo>
                    <a:pt x="2145" y="421"/>
                    <a:pt x="1703" y="1"/>
                    <a:pt x="1177" y="1"/>
                  </a:cubicBezTo>
                  <a:close/>
                </a:path>
              </a:pathLst>
            </a:custGeom>
            <a:solidFill>
              <a:srgbClr val="223D5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098" name="Google Shape;12098;p42"/>
            <p:cNvSpPr/>
            <p:nvPr/>
          </p:nvSpPr>
          <p:spPr>
            <a:xfrm>
              <a:off x="2255758" y="3012037"/>
              <a:ext cx="30544" cy="117759"/>
            </a:xfrm>
            <a:custGeom>
              <a:rect b="b" l="l" r="r" t="t"/>
              <a:pathLst>
                <a:path extrusionOk="0" h="7865" w="2040">
                  <a:moveTo>
                    <a:pt x="0" y="1"/>
                  </a:moveTo>
                  <a:cubicBezTo>
                    <a:pt x="526" y="1"/>
                    <a:pt x="967" y="421"/>
                    <a:pt x="967" y="947"/>
                  </a:cubicBezTo>
                  <a:lnTo>
                    <a:pt x="967" y="6918"/>
                  </a:lnTo>
                  <a:cubicBezTo>
                    <a:pt x="967" y="7444"/>
                    <a:pt x="526" y="7864"/>
                    <a:pt x="0" y="7864"/>
                  </a:cubicBezTo>
                  <a:lnTo>
                    <a:pt x="1072" y="7864"/>
                  </a:lnTo>
                  <a:cubicBezTo>
                    <a:pt x="1598" y="7864"/>
                    <a:pt x="2040" y="7444"/>
                    <a:pt x="2040" y="6918"/>
                  </a:cubicBezTo>
                  <a:lnTo>
                    <a:pt x="2040" y="947"/>
                  </a:lnTo>
                  <a:cubicBezTo>
                    <a:pt x="2040" y="421"/>
                    <a:pt x="1598" y="1"/>
                    <a:pt x="1072" y="1"/>
                  </a:cubicBezTo>
                  <a:close/>
                </a:path>
              </a:pathLst>
            </a:custGeom>
            <a:solidFill>
              <a:srgbClr val="AEBEC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099" name="Google Shape;12099;p42"/>
            <p:cNvSpPr/>
            <p:nvPr/>
          </p:nvSpPr>
          <p:spPr>
            <a:xfrm>
              <a:off x="2425426" y="3012037"/>
              <a:ext cx="32430" cy="118073"/>
            </a:xfrm>
            <a:custGeom>
              <a:rect b="b" l="l" r="r" t="t"/>
              <a:pathLst>
                <a:path extrusionOk="0" h="7886" w="2166">
                  <a:moveTo>
                    <a:pt x="931" y="0"/>
                  </a:moveTo>
                  <a:cubicBezTo>
                    <a:pt x="422" y="0"/>
                    <a:pt x="1" y="434"/>
                    <a:pt x="21" y="947"/>
                  </a:cubicBezTo>
                  <a:lnTo>
                    <a:pt x="21" y="6918"/>
                  </a:lnTo>
                  <a:cubicBezTo>
                    <a:pt x="21" y="7444"/>
                    <a:pt x="442" y="7885"/>
                    <a:pt x="967" y="7885"/>
                  </a:cubicBezTo>
                  <a:lnTo>
                    <a:pt x="2166" y="7885"/>
                  </a:lnTo>
                  <a:lnTo>
                    <a:pt x="2166" y="1"/>
                  </a:lnTo>
                  <a:lnTo>
                    <a:pt x="967" y="1"/>
                  </a:lnTo>
                  <a:cubicBezTo>
                    <a:pt x="955" y="0"/>
                    <a:pt x="943" y="0"/>
                    <a:pt x="931" y="0"/>
                  </a:cubicBezTo>
                  <a:close/>
                </a:path>
              </a:pathLst>
            </a:custGeom>
            <a:solidFill>
              <a:srgbClr val="223D5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100" name="Google Shape;12100;p42"/>
            <p:cNvSpPr/>
            <p:nvPr/>
          </p:nvSpPr>
          <p:spPr>
            <a:xfrm>
              <a:off x="2441791" y="3012037"/>
              <a:ext cx="16065" cy="118073"/>
            </a:xfrm>
            <a:custGeom>
              <a:rect b="b" l="l" r="r" t="t"/>
              <a:pathLst>
                <a:path extrusionOk="0" h="7886" w="1073">
                  <a:moveTo>
                    <a:pt x="1" y="1"/>
                  </a:moveTo>
                  <a:lnTo>
                    <a:pt x="1" y="7885"/>
                  </a:lnTo>
                  <a:lnTo>
                    <a:pt x="1073" y="7885"/>
                  </a:lnTo>
                  <a:lnTo>
                    <a:pt x="1073" y="1"/>
                  </a:lnTo>
                  <a:close/>
                </a:path>
              </a:pathLst>
            </a:custGeom>
            <a:solidFill>
              <a:srgbClr val="AEBEC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2101" name="Google Shape;12101;p42"/>
          <p:cNvGrpSpPr/>
          <p:nvPr/>
        </p:nvGrpSpPr>
        <p:grpSpPr>
          <a:xfrm>
            <a:off x="2191541" y="2225601"/>
            <a:ext cx="308823" cy="342571"/>
            <a:chOff x="2191541" y="2408601"/>
            <a:chExt cx="308823" cy="342571"/>
          </a:xfrm>
        </p:grpSpPr>
        <p:sp>
          <p:nvSpPr>
            <p:cNvPr id="12102" name="Google Shape;12102;p42"/>
            <p:cNvSpPr/>
            <p:nvPr/>
          </p:nvSpPr>
          <p:spPr>
            <a:xfrm>
              <a:off x="2222384" y="2722754"/>
              <a:ext cx="22054" cy="28418"/>
            </a:xfrm>
            <a:custGeom>
              <a:rect b="b" l="l" r="r" t="t"/>
              <a:pathLst>
                <a:path extrusionOk="0" h="1898" w="1473">
                  <a:moveTo>
                    <a:pt x="43" y="1"/>
                  </a:moveTo>
                  <a:lnTo>
                    <a:pt x="1" y="1640"/>
                  </a:lnTo>
                  <a:cubicBezTo>
                    <a:pt x="1" y="1798"/>
                    <a:pt x="128" y="1898"/>
                    <a:pt x="256" y="1898"/>
                  </a:cubicBezTo>
                  <a:cubicBezTo>
                    <a:pt x="315" y="1898"/>
                    <a:pt x="374" y="1876"/>
                    <a:pt x="421" y="1830"/>
                  </a:cubicBezTo>
                  <a:lnTo>
                    <a:pt x="1472" y="631"/>
                  </a:lnTo>
                  <a:lnTo>
                    <a:pt x="43" y="1"/>
                  </a:lnTo>
                  <a:close/>
                </a:path>
              </a:pathLst>
            </a:custGeom>
            <a:solidFill>
              <a:srgbClr val="344D6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103" name="Google Shape;12103;p42"/>
            <p:cNvSpPr/>
            <p:nvPr/>
          </p:nvSpPr>
          <p:spPr>
            <a:xfrm>
              <a:off x="2447451" y="2724640"/>
              <a:ext cx="22054" cy="26456"/>
            </a:xfrm>
            <a:custGeom>
              <a:rect b="b" l="l" r="r" t="t"/>
              <a:pathLst>
                <a:path extrusionOk="0" h="1767" w="1473">
                  <a:moveTo>
                    <a:pt x="1410" y="1"/>
                  </a:moveTo>
                  <a:lnTo>
                    <a:pt x="1" y="526"/>
                  </a:lnTo>
                  <a:lnTo>
                    <a:pt x="1031" y="1683"/>
                  </a:lnTo>
                  <a:cubicBezTo>
                    <a:pt x="1082" y="1741"/>
                    <a:pt x="1147" y="1766"/>
                    <a:pt x="1213" y="1766"/>
                  </a:cubicBezTo>
                  <a:cubicBezTo>
                    <a:pt x="1337" y="1766"/>
                    <a:pt x="1459" y="1673"/>
                    <a:pt x="1473" y="1535"/>
                  </a:cubicBezTo>
                  <a:lnTo>
                    <a:pt x="1410" y="1"/>
                  </a:lnTo>
                  <a:close/>
                </a:path>
              </a:pathLst>
            </a:custGeom>
            <a:solidFill>
              <a:srgbClr val="344D6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104" name="Google Shape;12104;p42"/>
            <p:cNvSpPr/>
            <p:nvPr/>
          </p:nvSpPr>
          <p:spPr>
            <a:xfrm>
              <a:off x="2191541" y="2611313"/>
              <a:ext cx="308823" cy="16709"/>
            </a:xfrm>
            <a:custGeom>
              <a:rect b="b" l="l" r="r" t="t"/>
              <a:pathLst>
                <a:path extrusionOk="0" h="1116" w="20626">
                  <a:moveTo>
                    <a:pt x="526" y="1"/>
                  </a:moveTo>
                  <a:cubicBezTo>
                    <a:pt x="231" y="1"/>
                    <a:pt x="0" y="253"/>
                    <a:pt x="0" y="527"/>
                  </a:cubicBezTo>
                  <a:lnTo>
                    <a:pt x="0" y="590"/>
                  </a:lnTo>
                  <a:cubicBezTo>
                    <a:pt x="0" y="884"/>
                    <a:pt x="231" y="1115"/>
                    <a:pt x="526" y="1115"/>
                  </a:cubicBezTo>
                  <a:lnTo>
                    <a:pt x="20099" y="1115"/>
                  </a:lnTo>
                  <a:cubicBezTo>
                    <a:pt x="20394" y="1115"/>
                    <a:pt x="20625" y="884"/>
                    <a:pt x="20625" y="590"/>
                  </a:cubicBezTo>
                  <a:lnTo>
                    <a:pt x="20625" y="527"/>
                  </a:lnTo>
                  <a:cubicBezTo>
                    <a:pt x="20625" y="253"/>
                    <a:pt x="20394" y="1"/>
                    <a:pt x="20099" y="1"/>
                  </a:cubicBezTo>
                  <a:close/>
                </a:path>
              </a:pathLst>
            </a:custGeom>
            <a:solidFill>
              <a:srgbClr val="344D6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105" name="Google Shape;12105;p42"/>
            <p:cNvSpPr/>
            <p:nvPr/>
          </p:nvSpPr>
          <p:spPr>
            <a:xfrm>
              <a:off x="2211993" y="2470287"/>
              <a:ext cx="140412" cy="263052"/>
            </a:xfrm>
            <a:custGeom>
              <a:rect b="b" l="l" r="r" t="t"/>
              <a:pathLst>
                <a:path extrusionOk="0" h="17569" w="9378">
                  <a:moveTo>
                    <a:pt x="6750" y="1"/>
                  </a:moveTo>
                  <a:lnTo>
                    <a:pt x="1304" y="10597"/>
                  </a:lnTo>
                  <a:cubicBezTo>
                    <a:pt x="358" y="12426"/>
                    <a:pt x="1" y="14487"/>
                    <a:pt x="274" y="16505"/>
                  </a:cubicBezTo>
                  <a:cubicBezTo>
                    <a:pt x="295" y="16736"/>
                    <a:pt x="442" y="16926"/>
                    <a:pt x="653" y="17010"/>
                  </a:cubicBezTo>
                  <a:lnTo>
                    <a:pt x="1935" y="17535"/>
                  </a:lnTo>
                  <a:cubicBezTo>
                    <a:pt x="2007" y="17558"/>
                    <a:pt x="2080" y="17569"/>
                    <a:pt x="2151" y="17569"/>
                  </a:cubicBezTo>
                  <a:cubicBezTo>
                    <a:pt x="2414" y="17569"/>
                    <a:pt x="2656" y="17421"/>
                    <a:pt x="2755" y="17157"/>
                  </a:cubicBezTo>
                  <a:lnTo>
                    <a:pt x="9378" y="1052"/>
                  </a:lnTo>
                  <a:lnTo>
                    <a:pt x="6750" y="1"/>
                  </a:ln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106" name="Google Shape;12106;p42"/>
            <p:cNvSpPr/>
            <p:nvPr/>
          </p:nvSpPr>
          <p:spPr>
            <a:xfrm>
              <a:off x="2233718" y="2470287"/>
              <a:ext cx="118687" cy="262917"/>
            </a:xfrm>
            <a:custGeom>
              <a:rect b="b" l="l" r="r" t="t"/>
              <a:pathLst>
                <a:path extrusionOk="0" h="17560" w="7927">
                  <a:moveTo>
                    <a:pt x="5299" y="1"/>
                  </a:moveTo>
                  <a:lnTo>
                    <a:pt x="4205" y="2124"/>
                  </a:lnTo>
                  <a:cubicBezTo>
                    <a:pt x="4353" y="2419"/>
                    <a:pt x="4563" y="2692"/>
                    <a:pt x="4794" y="2923"/>
                  </a:cubicBezTo>
                  <a:cubicBezTo>
                    <a:pt x="5278" y="3428"/>
                    <a:pt x="5425" y="4185"/>
                    <a:pt x="5151" y="4837"/>
                  </a:cubicBezTo>
                  <a:lnTo>
                    <a:pt x="85" y="17178"/>
                  </a:lnTo>
                  <a:cubicBezTo>
                    <a:pt x="64" y="17220"/>
                    <a:pt x="43" y="17283"/>
                    <a:pt x="0" y="17325"/>
                  </a:cubicBezTo>
                  <a:lnTo>
                    <a:pt x="484" y="17514"/>
                  </a:lnTo>
                  <a:cubicBezTo>
                    <a:pt x="565" y="17545"/>
                    <a:pt x="648" y="17559"/>
                    <a:pt x="728" y="17559"/>
                  </a:cubicBezTo>
                  <a:cubicBezTo>
                    <a:pt x="980" y="17559"/>
                    <a:pt x="1208" y="17417"/>
                    <a:pt x="1304" y="17178"/>
                  </a:cubicBezTo>
                  <a:lnTo>
                    <a:pt x="7927" y="1052"/>
                  </a:lnTo>
                  <a:lnTo>
                    <a:pt x="5299" y="1"/>
                  </a:lnTo>
                  <a:close/>
                </a:path>
              </a:pathLst>
            </a:custGeom>
            <a:solidFill>
              <a:srgbClr val="91A8B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107" name="Google Shape;12107;p42"/>
            <p:cNvSpPr/>
            <p:nvPr/>
          </p:nvSpPr>
          <p:spPr>
            <a:xfrm>
              <a:off x="2339484" y="2470287"/>
              <a:ext cx="140098" cy="263052"/>
            </a:xfrm>
            <a:custGeom>
              <a:rect b="b" l="l" r="r" t="t"/>
              <a:pathLst>
                <a:path extrusionOk="0" h="17569" w="9357">
                  <a:moveTo>
                    <a:pt x="2629" y="1"/>
                  </a:moveTo>
                  <a:lnTo>
                    <a:pt x="1" y="1052"/>
                  </a:lnTo>
                  <a:lnTo>
                    <a:pt x="6623" y="17157"/>
                  </a:lnTo>
                  <a:cubicBezTo>
                    <a:pt x="6722" y="17421"/>
                    <a:pt x="6964" y="17569"/>
                    <a:pt x="7217" y="17569"/>
                  </a:cubicBezTo>
                  <a:cubicBezTo>
                    <a:pt x="7285" y="17569"/>
                    <a:pt x="7355" y="17558"/>
                    <a:pt x="7422" y="17535"/>
                  </a:cubicBezTo>
                  <a:lnTo>
                    <a:pt x="8726" y="17010"/>
                  </a:lnTo>
                  <a:cubicBezTo>
                    <a:pt x="8915" y="16926"/>
                    <a:pt x="9083" y="16736"/>
                    <a:pt x="9104" y="16505"/>
                  </a:cubicBezTo>
                  <a:cubicBezTo>
                    <a:pt x="9356" y="14487"/>
                    <a:pt x="8999" y="12426"/>
                    <a:pt x="8074" y="10597"/>
                  </a:cubicBezTo>
                  <a:lnTo>
                    <a:pt x="2629" y="1"/>
                  </a:ln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108" name="Google Shape;12108;p42"/>
            <p:cNvSpPr/>
            <p:nvPr/>
          </p:nvSpPr>
          <p:spPr>
            <a:xfrm>
              <a:off x="2339484" y="2470287"/>
              <a:ext cx="140412" cy="257512"/>
            </a:xfrm>
            <a:custGeom>
              <a:rect b="b" l="l" r="r" t="t"/>
              <a:pathLst>
                <a:path extrusionOk="0" h="17199" w="9378">
                  <a:moveTo>
                    <a:pt x="2629" y="1"/>
                  </a:moveTo>
                  <a:lnTo>
                    <a:pt x="1" y="1052"/>
                  </a:lnTo>
                  <a:lnTo>
                    <a:pt x="190" y="1536"/>
                  </a:lnTo>
                  <a:lnTo>
                    <a:pt x="1199" y="3996"/>
                  </a:lnTo>
                  <a:cubicBezTo>
                    <a:pt x="1367" y="3954"/>
                    <a:pt x="1556" y="3912"/>
                    <a:pt x="1704" y="3848"/>
                  </a:cubicBezTo>
                  <a:cubicBezTo>
                    <a:pt x="1874" y="3790"/>
                    <a:pt x="2048" y="3762"/>
                    <a:pt x="2220" y="3762"/>
                  </a:cubicBezTo>
                  <a:cubicBezTo>
                    <a:pt x="2793" y="3762"/>
                    <a:pt x="3337" y="4072"/>
                    <a:pt x="3596" y="4605"/>
                  </a:cubicBezTo>
                  <a:lnTo>
                    <a:pt x="7149" y="11543"/>
                  </a:lnTo>
                  <a:cubicBezTo>
                    <a:pt x="8053" y="13288"/>
                    <a:pt x="8410" y="15265"/>
                    <a:pt x="8200" y="17199"/>
                  </a:cubicBezTo>
                  <a:lnTo>
                    <a:pt x="8789" y="16968"/>
                  </a:lnTo>
                  <a:cubicBezTo>
                    <a:pt x="8978" y="16905"/>
                    <a:pt x="9104" y="16715"/>
                    <a:pt x="9104" y="16505"/>
                  </a:cubicBezTo>
                  <a:cubicBezTo>
                    <a:pt x="9377" y="14487"/>
                    <a:pt x="8999" y="12426"/>
                    <a:pt x="8074" y="10618"/>
                  </a:cubicBezTo>
                  <a:lnTo>
                    <a:pt x="3722" y="2124"/>
                  </a:lnTo>
                  <a:lnTo>
                    <a:pt x="2629" y="1"/>
                  </a:lnTo>
                  <a:close/>
                </a:path>
              </a:pathLst>
            </a:custGeom>
            <a:solidFill>
              <a:srgbClr val="91A8B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109" name="Google Shape;12109;p42"/>
            <p:cNvSpPr/>
            <p:nvPr/>
          </p:nvSpPr>
          <p:spPr>
            <a:xfrm>
              <a:off x="2328150" y="2408601"/>
              <a:ext cx="35275" cy="32116"/>
            </a:xfrm>
            <a:custGeom>
              <a:rect b="b" l="l" r="r" t="t"/>
              <a:pathLst>
                <a:path extrusionOk="0" h="2145" w="2356">
                  <a:moveTo>
                    <a:pt x="653" y="0"/>
                  </a:moveTo>
                  <a:cubicBezTo>
                    <a:pt x="295" y="0"/>
                    <a:pt x="1" y="295"/>
                    <a:pt x="22" y="652"/>
                  </a:cubicBezTo>
                  <a:lnTo>
                    <a:pt x="22" y="2145"/>
                  </a:lnTo>
                  <a:lnTo>
                    <a:pt x="2355" y="2145"/>
                  </a:lnTo>
                  <a:lnTo>
                    <a:pt x="2355" y="631"/>
                  </a:lnTo>
                  <a:cubicBezTo>
                    <a:pt x="2355" y="295"/>
                    <a:pt x="2082" y="0"/>
                    <a:pt x="1725" y="0"/>
                  </a:cubicBezTo>
                  <a:close/>
                </a:path>
              </a:pathLst>
            </a:custGeom>
            <a:solidFill>
              <a:srgbClr val="344D6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110" name="Google Shape;12110;p42"/>
            <p:cNvSpPr/>
            <p:nvPr/>
          </p:nvSpPr>
          <p:spPr>
            <a:xfrm>
              <a:off x="2291632" y="2434728"/>
              <a:ext cx="94776" cy="80911"/>
            </a:xfrm>
            <a:custGeom>
              <a:rect b="b" l="l" r="r" t="t"/>
              <a:pathLst>
                <a:path extrusionOk="0" h="5404" w="6330">
                  <a:moveTo>
                    <a:pt x="3617" y="0"/>
                  </a:moveTo>
                  <a:cubicBezTo>
                    <a:pt x="1220" y="0"/>
                    <a:pt x="1" y="2902"/>
                    <a:pt x="1704" y="4605"/>
                  </a:cubicBezTo>
                  <a:cubicBezTo>
                    <a:pt x="2255" y="5156"/>
                    <a:pt x="2935" y="5403"/>
                    <a:pt x="3602" y="5403"/>
                  </a:cubicBezTo>
                  <a:cubicBezTo>
                    <a:pt x="4993" y="5403"/>
                    <a:pt x="6329" y="4326"/>
                    <a:pt x="6329" y="2691"/>
                  </a:cubicBezTo>
                  <a:cubicBezTo>
                    <a:pt x="6329" y="1199"/>
                    <a:pt x="5110" y="0"/>
                    <a:pt x="3617" y="0"/>
                  </a:cubicBezTo>
                  <a:close/>
                </a:path>
              </a:pathLst>
            </a:custGeom>
            <a:solidFill>
              <a:srgbClr val="6D849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111" name="Google Shape;12111;p42"/>
            <p:cNvSpPr/>
            <p:nvPr/>
          </p:nvSpPr>
          <p:spPr>
            <a:xfrm>
              <a:off x="2336025" y="2434728"/>
              <a:ext cx="53212" cy="80911"/>
            </a:xfrm>
            <a:custGeom>
              <a:rect b="b" l="l" r="r" t="t"/>
              <a:pathLst>
                <a:path extrusionOk="0" h="5404" w="3554">
                  <a:moveTo>
                    <a:pt x="652" y="0"/>
                  </a:moveTo>
                  <a:cubicBezTo>
                    <a:pt x="421" y="0"/>
                    <a:pt x="211" y="21"/>
                    <a:pt x="0" y="84"/>
                  </a:cubicBezTo>
                  <a:cubicBezTo>
                    <a:pt x="2713" y="757"/>
                    <a:pt x="2713" y="4626"/>
                    <a:pt x="0" y="5319"/>
                  </a:cubicBezTo>
                  <a:cubicBezTo>
                    <a:pt x="224" y="5376"/>
                    <a:pt x="448" y="5403"/>
                    <a:pt x="668" y="5403"/>
                  </a:cubicBezTo>
                  <a:cubicBezTo>
                    <a:pt x="1997" y="5403"/>
                    <a:pt x="3181" y="4417"/>
                    <a:pt x="3343" y="3028"/>
                  </a:cubicBezTo>
                  <a:cubicBezTo>
                    <a:pt x="3553" y="1409"/>
                    <a:pt x="2271" y="0"/>
                    <a:pt x="652" y="0"/>
                  </a:cubicBezTo>
                  <a:close/>
                </a:path>
              </a:pathLst>
            </a:custGeom>
            <a:solidFill>
              <a:srgbClr val="586F8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112" name="Google Shape;12112;p42"/>
            <p:cNvSpPr/>
            <p:nvPr/>
          </p:nvSpPr>
          <p:spPr>
            <a:xfrm>
              <a:off x="2324691" y="2459283"/>
              <a:ext cx="36847" cy="31637"/>
            </a:xfrm>
            <a:custGeom>
              <a:rect b="b" l="l" r="r" t="t"/>
              <a:pathLst>
                <a:path extrusionOk="0" h="2113" w="2461">
                  <a:moveTo>
                    <a:pt x="1409" y="0"/>
                  </a:moveTo>
                  <a:cubicBezTo>
                    <a:pt x="463" y="0"/>
                    <a:pt x="1" y="1135"/>
                    <a:pt x="673" y="1808"/>
                  </a:cubicBezTo>
                  <a:cubicBezTo>
                    <a:pt x="883" y="2018"/>
                    <a:pt x="1143" y="2112"/>
                    <a:pt x="1399" y="2112"/>
                  </a:cubicBezTo>
                  <a:cubicBezTo>
                    <a:pt x="1938" y="2112"/>
                    <a:pt x="2460" y="1693"/>
                    <a:pt x="2460" y="1051"/>
                  </a:cubicBezTo>
                  <a:cubicBezTo>
                    <a:pt x="2460" y="484"/>
                    <a:pt x="1998" y="0"/>
                    <a:pt x="1409" y="0"/>
                  </a:cubicBezTo>
                  <a:close/>
                </a:path>
              </a:pathLst>
            </a:custGeom>
            <a:solidFill>
              <a:srgbClr val="344D6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113" name="Google Shape;12113;p42"/>
            <p:cNvSpPr/>
            <p:nvPr/>
          </p:nvSpPr>
          <p:spPr>
            <a:xfrm>
              <a:off x="2328464" y="2591804"/>
              <a:ext cx="34961" cy="56042"/>
            </a:xfrm>
            <a:custGeom>
              <a:rect b="b" l="l" r="r" t="t"/>
              <a:pathLst>
                <a:path extrusionOk="0" h="3743" w="2335">
                  <a:moveTo>
                    <a:pt x="947" y="0"/>
                  </a:moveTo>
                  <a:cubicBezTo>
                    <a:pt x="421" y="0"/>
                    <a:pt x="1" y="421"/>
                    <a:pt x="1" y="947"/>
                  </a:cubicBezTo>
                  <a:lnTo>
                    <a:pt x="1" y="2797"/>
                  </a:lnTo>
                  <a:cubicBezTo>
                    <a:pt x="1" y="3322"/>
                    <a:pt x="421" y="3743"/>
                    <a:pt x="947" y="3743"/>
                  </a:cubicBezTo>
                  <a:lnTo>
                    <a:pt x="1388" y="3743"/>
                  </a:lnTo>
                  <a:cubicBezTo>
                    <a:pt x="1914" y="3743"/>
                    <a:pt x="2334" y="3322"/>
                    <a:pt x="2334" y="2797"/>
                  </a:cubicBezTo>
                  <a:lnTo>
                    <a:pt x="2334" y="947"/>
                  </a:lnTo>
                  <a:cubicBezTo>
                    <a:pt x="2334" y="421"/>
                    <a:pt x="1914" y="0"/>
                    <a:pt x="1388" y="0"/>
                  </a:cubicBezTo>
                  <a:close/>
                </a:path>
              </a:pathLst>
            </a:custGeom>
            <a:solidFill>
              <a:srgbClr val="6D849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114" name="Google Shape;12114;p42"/>
            <p:cNvSpPr/>
            <p:nvPr/>
          </p:nvSpPr>
          <p:spPr>
            <a:xfrm>
              <a:off x="2339484" y="2591804"/>
              <a:ext cx="23941" cy="56042"/>
            </a:xfrm>
            <a:custGeom>
              <a:rect b="b" l="l" r="r" t="t"/>
              <a:pathLst>
                <a:path extrusionOk="0" h="3743" w="1599">
                  <a:moveTo>
                    <a:pt x="211" y="0"/>
                  </a:moveTo>
                  <a:cubicBezTo>
                    <a:pt x="148" y="0"/>
                    <a:pt x="64" y="0"/>
                    <a:pt x="1" y="21"/>
                  </a:cubicBezTo>
                  <a:cubicBezTo>
                    <a:pt x="337" y="211"/>
                    <a:pt x="547" y="568"/>
                    <a:pt x="547" y="947"/>
                  </a:cubicBezTo>
                  <a:lnTo>
                    <a:pt x="547" y="2797"/>
                  </a:lnTo>
                  <a:cubicBezTo>
                    <a:pt x="547" y="3175"/>
                    <a:pt x="337" y="3533"/>
                    <a:pt x="1" y="3722"/>
                  </a:cubicBezTo>
                  <a:cubicBezTo>
                    <a:pt x="64" y="3743"/>
                    <a:pt x="148" y="3743"/>
                    <a:pt x="211" y="3743"/>
                  </a:cubicBezTo>
                  <a:lnTo>
                    <a:pt x="652" y="3743"/>
                  </a:lnTo>
                  <a:cubicBezTo>
                    <a:pt x="1178" y="3743"/>
                    <a:pt x="1598" y="3322"/>
                    <a:pt x="1598" y="2776"/>
                  </a:cubicBezTo>
                  <a:lnTo>
                    <a:pt x="1598" y="947"/>
                  </a:lnTo>
                  <a:cubicBezTo>
                    <a:pt x="1598" y="421"/>
                    <a:pt x="1157" y="0"/>
                    <a:pt x="652" y="0"/>
                  </a:cubicBezTo>
                  <a:close/>
                </a:path>
              </a:pathLst>
            </a:custGeom>
            <a:solidFill>
              <a:srgbClr val="586F8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2115" name="Google Shape;12115;p42"/>
          <p:cNvGrpSpPr/>
          <p:nvPr/>
        </p:nvGrpSpPr>
        <p:grpSpPr>
          <a:xfrm>
            <a:off x="847400" y="1320588"/>
            <a:ext cx="342496" cy="341553"/>
            <a:chOff x="847400" y="1503588"/>
            <a:chExt cx="342496" cy="341553"/>
          </a:xfrm>
        </p:grpSpPr>
        <p:sp>
          <p:nvSpPr>
            <p:cNvPr id="12116" name="Google Shape;12116;p42"/>
            <p:cNvSpPr/>
            <p:nvPr/>
          </p:nvSpPr>
          <p:spPr>
            <a:xfrm>
              <a:off x="989998" y="1503588"/>
              <a:ext cx="57300" cy="31487"/>
            </a:xfrm>
            <a:custGeom>
              <a:rect b="b" l="l" r="r" t="t"/>
              <a:pathLst>
                <a:path extrusionOk="0" h="2103" w="3827">
                  <a:moveTo>
                    <a:pt x="337" y="0"/>
                  </a:moveTo>
                  <a:cubicBezTo>
                    <a:pt x="148" y="0"/>
                    <a:pt x="0" y="147"/>
                    <a:pt x="0" y="315"/>
                  </a:cubicBezTo>
                  <a:lnTo>
                    <a:pt x="0" y="1766"/>
                  </a:lnTo>
                  <a:cubicBezTo>
                    <a:pt x="0" y="1955"/>
                    <a:pt x="148" y="2103"/>
                    <a:pt x="337" y="2103"/>
                  </a:cubicBezTo>
                  <a:lnTo>
                    <a:pt x="3490" y="2103"/>
                  </a:lnTo>
                  <a:cubicBezTo>
                    <a:pt x="3680" y="2103"/>
                    <a:pt x="3827" y="1955"/>
                    <a:pt x="3827" y="1766"/>
                  </a:cubicBezTo>
                  <a:lnTo>
                    <a:pt x="3827" y="315"/>
                  </a:lnTo>
                  <a:cubicBezTo>
                    <a:pt x="3827" y="147"/>
                    <a:pt x="3680" y="0"/>
                    <a:pt x="3490" y="0"/>
                  </a:cubicBezTo>
                  <a:close/>
                </a:path>
              </a:pathLst>
            </a:custGeom>
            <a:solidFill>
              <a:srgbClr val="4B637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117" name="Google Shape;12117;p42"/>
            <p:cNvSpPr/>
            <p:nvPr/>
          </p:nvSpPr>
          <p:spPr>
            <a:xfrm>
              <a:off x="1025572" y="1503588"/>
              <a:ext cx="21725" cy="31487"/>
            </a:xfrm>
            <a:custGeom>
              <a:rect b="b" l="l" r="r" t="t"/>
              <a:pathLst>
                <a:path extrusionOk="0" h="2103" w="1451">
                  <a:moveTo>
                    <a:pt x="0" y="0"/>
                  </a:moveTo>
                  <a:lnTo>
                    <a:pt x="0" y="2103"/>
                  </a:lnTo>
                  <a:lnTo>
                    <a:pt x="1114" y="2103"/>
                  </a:lnTo>
                  <a:cubicBezTo>
                    <a:pt x="1304" y="2103"/>
                    <a:pt x="1451" y="1955"/>
                    <a:pt x="1451" y="1766"/>
                  </a:cubicBezTo>
                  <a:lnTo>
                    <a:pt x="1451" y="315"/>
                  </a:lnTo>
                  <a:cubicBezTo>
                    <a:pt x="1451" y="147"/>
                    <a:pt x="1304" y="0"/>
                    <a:pt x="1114" y="0"/>
                  </a:cubicBezTo>
                  <a:close/>
                </a:path>
              </a:pathLst>
            </a:custGeom>
            <a:solidFill>
              <a:srgbClr val="364F6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118" name="Google Shape;12118;p42"/>
            <p:cNvSpPr/>
            <p:nvPr/>
          </p:nvSpPr>
          <p:spPr>
            <a:xfrm>
              <a:off x="867538" y="1552368"/>
              <a:ext cx="302220" cy="183233"/>
            </a:xfrm>
            <a:custGeom>
              <a:rect b="b" l="l" r="r" t="t"/>
              <a:pathLst>
                <a:path extrusionOk="0" h="12238" w="20185">
                  <a:moveTo>
                    <a:pt x="337" y="1"/>
                  </a:moveTo>
                  <a:cubicBezTo>
                    <a:pt x="148" y="1"/>
                    <a:pt x="1" y="148"/>
                    <a:pt x="1" y="337"/>
                  </a:cubicBezTo>
                  <a:lnTo>
                    <a:pt x="1" y="11901"/>
                  </a:lnTo>
                  <a:cubicBezTo>
                    <a:pt x="1" y="12090"/>
                    <a:pt x="148" y="12237"/>
                    <a:pt x="337" y="12237"/>
                  </a:cubicBezTo>
                  <a:lnTo>
                    <a:pt x="19848" y="12237"/>
                  </a:lnTo>
                  <a:cubicBezTo>
                    <a:pt x="20037" y="12237"/>
                    <a:pt x="20184" y="12069"/>
                    <a:pt x="20184" y="11901"/>
                  </a:cubicBezTo>
                  <a:lnTo>
                    <a:pt x="20184" y="337"/>
                  </a:lnTo>
                  <a:cubicBezTo>
                    <a:pt x="20184" y="148"/>
                    <a:pt x="20037" y="1"/>
                    <a:pt x="19848" y="1"/>
                  </a:cubicBezTo>
                  <a:close/>
                </a:path>
              </a:pathLst>
            </a:custGeom>
            <a:solidFill>
              <a:srgbClr val="F3F6F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119" name="Google Shape;12119;p42"/>
            <p:cNvSpPr/>
            <p:nvPr/>
          </p:nvSpPr>
          <p:spPr>
            <a:xfrm>
              <a:off x="1149275" y="1552368"/>
              <a:ext cx="20482" cy="183233"/>
            </a:xfrm>
            <a:custGeom>
              <a:rect b="b" l="l" r="r" t="t"/>
              <a:pathLst>
                <a:path extrusionOk="0" h="12238" w="1368">
                  <a:moveTo>
                    <a:pt x="1" y="1"/>
                  </a:moveTo>
                  <a:lnTo>
                    <a:pt x="1" y="12237"/>
                  </a:lnTo>
                  <a:lnTo>
                    <a:pt x="1031" y="12237"/>
                  </a:lnTo>
                  <a:cubicBezTo>
                    <a:pt x="1220" y="12237"/>
                    <a:pt x="1367" y="12069"/>
                    <a:pt x="1367" y="11901"/>
                  </a:cubicBezTo>
                  <a:lnTo>
                    <a:pt x="1367" y="337"/>
                  </a:lnTo>
                  <a:cubicBezTo>
                    <a:pt x="1367" y="148"/>
                    <a:pt x="1220" y="1"/>
                    <a:pt x="1031" y="1"/>
                  </a:cubicBezTo>
                  <a:close/>
                </a:path>
              </a:pathLst>
            </a:custGeom>
            <a:solidFill>
              <a:srgbClr val="E9EEF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120" name="Google Shape;12120;p42"/>
            <p:cNvSpPr/>
            <p:nvPr/>
          </p:nvSpPr>
          <p:spPr>
            <a:xfrm>
              <a:off x="847400" y="1524984"/>
              <a:ext cx="342496" cy="37476"/>
            </a:xfrm>
            <a:custGeom>
              <a:rect b="b" l="l" r="r" t="t"/>
              <a:pathLst>
                <a:path extrusionOk="0" h="2503" w="22875">
                  <a:moveTo>
                    <a:pt x="337" y="1"/>
                  </a:moveTo>
                  <a:cubicBezTo>
                    <a:pt x="148" y="1"/>
                    <a:pt x="0" y="148"/>
                    <a:pt x="0" y="337"/>
                  </a:cubicBezTo>
                  <a:lnTo>
                    <a:pt x="0" y="2166"/>
                  </a:lnTo>
                  <a:cubicBezTo>
                    <a:pt x="0" y="2356"/>
                    <a:pt x="148" y="2503"/>
                    <a:pt x="337" y="2503"/>
                  </a:cubicBezTo>
                  <a:lnTo>
                    <a:pt x="22559" y="2503"/>
                  </a:lnTo>
                  <a:cubicBezTo>
                    <a:pt x="22728" y="2503"/>
                    <a:pt x="22875" y="2356"/>
                    <a:pt x="22875" y="2166"/>
                  </a:cubicBezTo>
                  <a:lnTo>
                    <a:pt x="22875" y="337"/>
                  </a:lnTo>
                  <a:cubicBezTo>
                    <a:pt x="22875" y="169"/>
                    <a:pt x="22728" y="1"/>
                    <a:pt x="22559" y="1"/>
                  </a:cubicBezTo>
                  <a:close/>
                </a:path>
              </a:pathLst>
            </a:custGeom>
            <a:solidFill>
              <a:srgbClr val="D0DAE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121" name="Google Shape;12121;p42"/>
            <p:cNvSpPr/>
            <p:nvPr/>
          </p:nvSpPr>
          <p:spPr>
            <a:xfrm>
              <a:off x="950964" y="1790042"/>
              <a:ext cx="135366" cy="31487"/>
            </a:xfrm>
            <a:custGeom>
              <a:rect b="b" l="l" r="r" t="t"/>
              <a:pathLst>
                <a:path extrusionOk="0" h="2103" w="9041">
                  <a:moveTo>
                    <a:pt x="1199" y="0"/>
                  </a:moveTo>
                  <a:cubicBezTo>
                    <a:pt x="1094" y="0"/>
                    <a:pt x="967" y="84"/>
                    <a:pt x="904" y="190"/>
                  </a:cubicBezTo>
                  <a:lnTo>
                    <a:pt x="127" y="1598"/>
                  </a:lnTo>
                  <a:cubicBezTo>
                    <a:pt x="0" y="1829"/>
                    <a:pt x="169" y="2103"/>
                    <a:pt x="421" y="2103"/>
                  </a:cubicBezTo>
                  <a:lnTo>
                    <a:pt x="8620" y="2103"/>
                  </a:lnTo>
                  <a:cubicBezTo>
                    <a:pt x="8873" y="2103"/>
                    <a:pt x="9041" y="1829"/>
                    <a:pt x="8915" y="1598"/>
                  </a:cubicBezTo>
                  <a:lnTo>
                    <a:pt x="8116" y="190"/>
                  </a:lnTo>
                  <a:cubicBezTo>
                    <a:pt x="8053" y="84"/>
                    <a:pt x="7948" y="0"/>
                    <a:pt x="7821" y="0"/>
                  </a:cubicBezTo>
                  <a:close/>
                </a:path>
              </a:pathLst>
            </a:custGeom>
            <a:solidFill>
              <a:srgbClr val="6B839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122" name="Google Shape;12122;p42"/>
            <p:cNvSpPr/>
            <p:nvPr/>
          </p:nvSpPr>
          <p:spPr>
            <a:xfrm>
              <a:off x="911931" y="1752581"/>
              <a:ext cx="82798" cy="92560"/>
            </a:xfrm>
            <a:custGeom>
              <a:rect b="b" l="l" r="r" t="t"/>
              <a:pathLst>
                <a:path extrusionOk="0" h="6182" w="5530">
                  <a:moveTo>
                    <a:pt x="3448" y="0"/>
                  </a:moveTo>
                  <a:cubicBezTo>
                    <a:pt x="3322" y="0"/>
                    <a:pt x="3217" y="85"/>
                    <a:pt x="3154" y="190"/>
                  </a:cubicBezTo>
                  <a:lnTo>
                    <a:pt x="126" y="5698"/>
                  </a:lnTo>
                  <a:cubicBezTo>
                    <a:pt x="0" y="5908"/>
                    <a:pt x="169" y="6182"/>
                    <a:pt x="421" y="6182"/>
                  </a:cubicBezTo>
                  <a:lnTo>
                    <a:pt x="2166" y="6182"/>
                  </a:lnTo>
                  <a:cubicBezTo>
                    <a:pt x="2292" y="6182"/>
                    <a:pt x="2397" y="6119"/>
                    <a:pt x="2460" y="6013"/>
                  </a:cubicBezTo>
                  <a:lnTo>
                    <a:pt x="5488" y="505"/>
                  </a:lnTo>
                  <a:cubicBezTo>
                    <a:pt x="5530" y="400"/>
                    <a:pt x="5530" y="274"/>
                    <a:pt x="5488" y="169"/>
                  </a:cubicBezTo>
                  <a:cubicBezTo>
                    <a:pt x="5425" y="63"/>
                    <a:pt x="5298" y="0"/>
                    <a:pt x="5193" y="0"/>
                  </a:cubicBezTo>
                  <a:close/>
                </a:path>
              </a:pathLst>
            </a:custGeom>
            <a:solidFill>
              <a:srgbClr val="8195A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123" name="Google Shape;12123;p42"/>
            <p:cNvSpPr/>
            <p:nvPr/>
          </p:nvSpPr>
          <p:spPr>
            <a:xfrm>
              <a:off x="1041623" y="1752850"/>
              <a:ext cx="83741" cy="92290"/>
            </a:xfrm>
            <a:custGeom>
              <a:rect b="b" l="l" r="r" t="t"/>
              <a:pathLst>
                <a:path extrusionOk="0" h="6164" w="5593">
                  <a:moveTo>
                    <a:pt x="2184" y="0"/>
                  </a:moveTo>
                  <a:cubicBezTo>
                    <a:pt x="2171" y="0"/>
                    <a:pt x="2158" y="1"/>
                    <a:pt x="2145" y="3"/>
                  </a:cubicBezTo>
                  <a:lnTo>
                    <a:pt x="400" y="3"/>
                  </a:lnTo>
                  <a:cubicBezTo>
                    <a:pt x="148" y="3"/>
                    <a:pt x="0" y="277"/>
                    <a:pt x="127" y="487"/>
                  </a:cubicBezTo>
                  <a:lnTo>
                    <a:pt x="3133" y="5995"/>
                  </a:lnTo>
                  <a:cubicBezTo>
                    <a:pt x="3196" y="6101"/>
                    <a:pt x="3301" y="6164"/>
                    <a:pt x="3427" y="6164"/>
                  </a:cubicBezTo>
                  <a:lnTo>
                    <a:pt x="5172" y="6164"/>
                  </a:lnTo>
                  <a:cubicBezTo>
                    <a:pt x="5425" y="6164"/>
                    <a:pt x="5593" y="5890"/>
                    <a:pt x="5467" y="5680"/>
                  </a:cubicBezTo>
                  <a:lnTo>
                    <a:pt x="2439" y="172"/>
                  </a:lnTo>
                  <a:cubicBezTo>
                    <a:pt x="2383" y="77"/>
                    <a:pt x="2292" y="0"/>
                    <a:pt x="2184" y="0"/>
                  </a:cubicBezTo>
                  <a:close/>
                </a:path>
              </a:pathLst>
            </a:custGeom>
            <a:solidFill>
              <a:srgbClr val="8195A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124" name="Google Shape;12124;p42"/>
            <p:cNvSpPr/>
            <p:nvPr/>
          </p:nvSpPr>
          <p:spPr>
            <a:xfrm>
              <a:off x="949392" y="1752850"/>
              <a:ext cx="46535" cy="20198"/>
            </a:xfrm>
            <a:custGeom>
              <a:rect b="b" l="l" r="r" t="t"/>
              <a:pathLst>
                <a:path extrusionOk="0" h="1349" w="3108">
                  <a:moveTo>
                    <a:pt x="908" y="0"/>
                  </a:moveTo>
                  <a:cubicBezTo>
                    <a:pt x="799" y="0"/>
                    <a:pt x="708" y="77"/>
                    <a:pt x="652" y="172"/>
                  </a:cubicBezTo>
                  <a:lnTo>
                    <a:pt x="0" y="1349"/>
                  </a:lnTo>
                  <a:lnTo>
                    <a:pt x="2502" y="1349"/>
                  </a:lnTo>
                  <a:lnTo>
                    <a:pt x="2986" y="487"/>
                  </a:lnTo>
                  <a:cubicBezTo>
                    <a:pt x="3107" y="264"/>
                    <a:pt x="2956" y="2"/>
                    <a:pt x="2719" y="2"/>
                  </a:cubicBezTo>
                  <a:cubicBezTo>
                    <a:pt x="2710" y="2"/>
                    <a:pt x="2701" y="3"/>
                    <a:pt x="2691" y="3"/>
                  </a:cubicBezTo>
                  <a:lnTo>
                    <a:pt x="946" y="3"/>
                  </a:lnTo>
                  <a:cubicBezTo>
                    <a:pt x="933" y="1"/>
                    <a:pt x="920" y="0"/>
                    <a:pt x="908" y="0"/>
                  </a:cubicBezTo>
                  <a:close/>
                </a:path>
              </a:pathLst>
            </a:custGeom>
            <a:solidFill>
              <a:srgbClr val="6B839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125" name="Google Shape;12125;p42"/>
            <p:cNvSpPr/>
            <p:nvPr/>
          </p:nvSpPr>
          <p:spPr>
            <a:xfrm>
              <a:off x="1041623" y="1752850"/>
              <a:ext cx="46280" cy="20198"/>
            </a:xfrm>
            <a:custGeom>
              <a:rect b="b" l="l" r="r" t="t"/>
              <a:pathLst>
                <a:path extrusionOk="0" h="1349" w="3091">
                  <a:moveTo>
                    <a:pt x="2184" y="0"/>
                  </a:moveTo>
                  <a:cubicBezTo>
                    <a:pt x="2171" y="0"/>
                    <a:pt x="2158" y="1"/>
                    <a:pt x="2145" y="3"/>
                  </a:cubicBezTo>
                  <a:lnTo>
                    <a:pt x="400" y="3"/>
                  </a:lnTo>
                  <a:cubicBezTo>
                    <a:pt x="148" y="3"/>
                    <a:pt x="0" y="277"/>
                    <a:pt x="127" y="487"/>
                  </a:cubicBezTo>
                  <a:lnTo>
                    <a:pt x="589" y="1349"/>
                  </a:lnTo>
                  <a:lnTo>
                    <a:pt x="3091" y="1349"/>
                  </a:lnTo>
                  <a:lnTo>
                    <a:pt x="2439" y="172"/>
                  </a:lnTo>
                  <a:cubicBezTo>
                    <a:pt x="2383" y="77"/>
                    <a:pt x="2292" y="0"/>
                    <a:pt x="2184" y="0"/>
                  </a:cubicBezTo>
                  <a:close/>
                </a:path>
              </a:pathLst>
            </a:custGeom>
            <a:solidFill>
              <a:srgbClr val="6B839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126" name="Google Shape;12126;p42"/>
            <p:cNvSpPr/>
            <p:nvPr/>
          </p:nvSpPr>
          <p:spPr>
            <a:xfrm>
              <a:off x="847400" y="1725510"/>
              <a:ext cx="342496" cy="37162"/>
            </a:xfrm>
            <a:custGeom>
              <a:rect b="b" l="l" r="r" t="t"/>
              <a:pathLst>
                <a:path extrusionOk="0" h="2482" w="22875">
                  <a:moveTo>
                    <a:pt x="337" y="0"/>
                  </a:moveTo>
                  <a:cubicBezTo>
                    <a:pt x="148" y="0"/>
                    <a:pt x="0" y="147"/>
                    <a:pt x="0" y="337"/>
                  </a:cubicBezTo>
                  <a:lnTo>
                    <a:pt x="0" y="2145"/>
                  </a:lnTo>
                  <a:cubicBezTo>
                    <a:pt x="0" y="2334"/>
                    <a:pt x="148" y="2481"/>
                    <a:pt x="337" y="2481"/>
                  </a:cubicBezTo>
                  <a:lnTo>
                    <a:pt x="22559" y="2481"/>
                  </a:lnTo>
                  <a:cubicBezTo>
                    <a:pt x="22728" y="2481"/>
                    <a:pt x="22875" y="2334"/>
                    <a:pt x="22875" y="2145"/>
                  </a:cubicBezTo>
                  <a:lnTo>
                    <a:pt x="22875" y="337"/>
                  </a:lnTo>
                  <a:cubicBezTo>
                    <a:pt x="22875" y="147"/>
                    <a:pt x="22728" y="0"/>
                    <a:pt x="22559" y="0"/>
                  </a:cubicBezTo>
                  <a:close/>
                </a:path>
              </a:pathLst>
            </a:custGeom>
            <a:solidFill>
              <a:srgbClr val="D0DAE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127" name="Google Shape;12127;p42"/>
            <p:cNvSpPr/>
            <p:nvPr/>
          </p:nvSpPr>
          <p:spPr>
            <a:xfrm>
              <a:off x="1168799" y="1524984"/>
              <a:ext cx="21096" cy="37476"/>
            </a:xfrm>
            <a:custGeom>
              <a:rect b="b" l="l" r="r" t="t"/>
              <a:pathLst>
                <a:path extrusionOk="0" h="2503" w="1409">
                  <a:moveTo>
                    <a:pt x="0" y="1"/>
                  </a:moveTo>
                  <a:lnTo>
                    <a:pt x="0" y="2503"/>
                  </a:lnTo>
                  <a:lnTo>
                    <a:pt x="1093" y="2503"/>
                  </a:lnTo>
                  <a:cubicBezTo>
                    <a:pt x="1262" y="2503"/>
                    <a:pt x="1409" y="2356"/>
                    <a:pt x="1409" y="2166"/>
                  </a:cubicBezTo>
                  <a:lnTo>
                    <a:pt x="1409" y="337"/>
                  </a:lnTo>
                  <a:cubicBezTo>
                    <a:pt x="1409" y="169"/>
                    <a:pt x="1262" y="1"/>
                    <a:pt x="1093" y="1"/>
                  </a:cubicBezTo>
                  <a:close/>
                </a:path>
              </a:pathLst>
            </a:custGeom>
            <a:solidFill>
              <a:srgbClr val="CAD5D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128" name="Google Shape;12128;p42"/>
            <p:cNvSpPr/>
            <p:nvPr/>
          </p:nvSpPr>
          <p:spPr>
            <a:xfrm>
              <a:off x="1168799" y="1725510"/>
              <a:ext cx="21096" cy="37162"/>
            </a:xfrm>
            <a:custGeom>
              <a:rect b="b" l="l" r="r" t="t"/>
              <a:pathLst>
                <a:path extrusionOk="0" h="2482" w="1409">
                  <a:moveTo>
                    <a:pt x="0" y="0"/>
                  </a:moveTo>
                  <a:lnTo>
                    <a:pt x="0" y="2481"/>
                  </a:lnTo>
                  <a:lnTo>
                    <a:pt x="1093" y="2481"/>
                  </a:lnTo>
                  <a:cubicBezTo>
                    <a:pt x="1262" y="2481"/>
                    <a:pt x="1409" y="2334"/>
                    <a:pt x="1409" y="2145"/>
                  </a:cubicBezTo>
                  <a:lnTo>
                    <a:pt x="1409" y="337"/>
                  </a:lnTo>
                  <a:cubicBezTo>
                    <a:pt x="1409" y="147"/>
                    <a:pt x="1262" y="0"/>
                    <a:pt x="1093" y="0"/>
                  </a:cubicBezTo>
                  <a:close/>
                </a:path>
              </a:pathLst>
            </a:custGeom>
            <a:solidFill>
              <a:srgbClr val="CAD5D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129" name="Google Shape;12129;p42"/>
            <p:cNvSpPr/>
            <p:nvPr/>
          </p:nvSpPr>
          <p:spPr>
            <a:xfrm>
              <a:off x="1046339" y="1601703"/>
              <a:ext cx="47418" cy="50787"/>
            </a:xfrm>
            <a:custGeom>
              <a:rect b="b" l="l" r="r" t="t"/>
              <a:pathLst>
                <a:path extrusionOk="0" h="3392" w="3167">
                  <a:moveTo>
                    <a:pt x="2688" y="0"/>
                  </a:moveTo>
                  <a:cubicBezTo>
                    <a:pt x="2601" y="0"/>
                    <a:pt x="2511" y="39"/>
                    <a:pt x="2440" y="133"/>
                  </a:cubicBezTo>
                  <a:lnTo>
                    <a:pt x="190" y="2845"/>
                  </a:lnTo>
                  <a:cubicBezTo>
                    <a:pt x="1" y="3055"/>
                    <a:pt x="148" y="3392"/>
                    <a:pt x="442" y="3392"/>
                  </a:cubicBezTo>
                  <a:cubicBezTo>
                    <a:pt x="547" y="3392"/>
                    <a:pt x="631" y="3329"/>
                    <a:pt x="695" y="3266"/>
                  </a:cubicBezTo>
                  <a:lnTo>
                    <a:pt x="2965" y="553"/>
                  </a:lnTo>
                  <a:cubicBezTo>
                    <a:pt x="3167" y="305"/>
                    <a:pt x="2934" y="0"/>
                    <a:pt x="2688" y="0"/>
                  </a:cubicBezTo>
                  <a:close/>
                </a:path>
              </a:pathLst>
            </a:custGeom>
            <a:solidFill>
              <a:srgbClr val="364F6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130" name="Google Shape;12130;p42"/>
            <p:cNvSpPr/>
            <p:nvPr/>
          </p:nvSpPr>
          <p:spPr>
            <a:xfrm>
              <a:off x="990567" y="1630091"/>
              <a:ext cx="48556" cy="29331"/>
            </a:xfrm>
            <a:custGeom>
              <a:rect b="b" l="l" r="r" t="t"/>
              <a:pathLst>
                <a:path extrusionOk="0" h="1959" w="3243">
                  <a:moveTo>
                    <a:pt x="494" y="0"/>
                  </a:moveTo>
                  <a:cubicBezTo>
                    <a:pt x="194" y="0"/>
                    <a:pt x="0" y="454"/>
                    <a:pt x="341" y="634"/>
                  </a:cubicBezTo>
                  <a:lnTo>
                    <a:pt x="2611" y="1916"/>
                  </a:lnTo>
                  <a:cubicBezTo>
                    <a:pt x="2653" y="1937"/>
                    <a:pt x="2717" y="1958"/>
                    <a:pt x="2759" y="1958"/>
                  </a:cubicBezTo>
                  <a:cubicBezTo>
                    <a:pt x="3116" y="1958"/>
                    <a:pt x="3242" y="1496"/>
                    <a:pt x="2927" y="1327"/>
                  </a:cubicBezTo>
                  <a:lnTo>
                    <a:pt x="656" y="45"/>
                  </a:lnTo>
                  <a:cubicBezTo>
                    <a:pt x="600" y="14"/>
                    <a:pt x="545" y="0"/>
                    <a:pt x="494" y="0"/>
                  </a:cubicBezTo>
                  <a:close/>
                </a:path>
              </a:pathLst>
            </a:custGeom>
            <a:solidFill>
              <a:srgbClr val="364F6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131" name="Google Shape;12131;p42"/>
            <p:cNvSpPr/>
            <p:nvPr/>
          </p:nvSpPr>
          <p:spPr>
            <a:xfrm>
              <a:off x="940573" y="1633983"/>
              <a:ext cx="44543" cy="51565"/>
            </a:xfrm>
            <a:custGeom>
              <a:rect b="b" l="l" r="r" t="t"/>
              <a:pathLst>
                <a:path extrusionOk="0" h="3444" w="2975">
                  <a:moveTo>
                    <a:pt x="2525" y="0"/>
                  </a:moveTo>
                  <a:cubicBezTo>
                    <a:pt x="2444" y="0"/>
                    <a:pt x="2362" y="30"/>
                    <a:pt x="2292" y="100"/>
                  </a:cubicBezTo>
                  <a:lnTo>
                    <a:pt x="148" y="2918"/>
                  </a:lnTo>
                  <a:cubicBezTo>
                    <a:pt x="1" y="3149"/>
                    <a:pt x="148" y="3443"/>
                    <a:pt x="421" y="3443"/>
                  </a:cubicBezTo>
                  <a:cubicBezTo>
                    <a:pt x="526" y="3443"/>
                    <a:pt x="631" y="3401"/>
                    <a:pt x="694" y="3317"/>
                  </a:cubicBezTo>
                  <a:lnTo>
                    <a:pt x="2818" y="521"/>
                  </a:lnTo>
                  <a:cubicBezTo>
                    <a:pt x="2974" y="255"/>
                    <a:pt x="2758" y="0"/>
                    <a:pt x="2525" y="0"/>
                  </a:cubicBezTo>
                  <a:close/>
                </a:path>
              </a:pathLst>
            </a:custGeom>
            <a:solidFill>
              <a:srgbClr val="364F6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132" name="Google Shape;12132;p42"/>
            <p:cNvSpPr/>
            <p:nvPr/>
          </p:nvSpPr>
          <p:spPr>
            <a:xfrm>
              <a:off x="912560" y="1673256"/>
              <a:ext cx="45966" cy="39408"/>
            </a:xfrm>
            <a:custGeom>
              <a:rect b="b" l="l" r="r" t="t"/>
              <a:pathLst>
                <a:path extrusionOk="0" h="2632" w="3070">
                  <a:moveTo>
                    <a:pt x="1766" y="0"/>
                  </a:moveTo>
                  <a:cubicBezTo>
                    <a:pt x="589" y="0"/>
                    <a:pt x="0" y="1409"/>
                    <a:pt x="841" y="2250"/>
                  </a:cubicBezTo>
                  <a:cubicBezTo>
                    <a:pt x="1105" y="2514"/>
                    <a:pt x="1430" y="2632"/>
                    <a:pt x="1750" y="2632"/>
                  </a:cubicBezTo>
                  <a:cubicBezTo>
                    <a:pt x="2422" y="2632"/>
                    <a:pt x="3070" y="2109"/>
                    <a:pt x="3070" y="1325"/>
                  </a:cubicBezTo>
                  <a:cubicBezTo>
                    <a:pt x="3070" y="589"/>
                    <a:pt x="2481" y="0"/>
                    <a:pt x="1766" y="0"/>
                  </a:cubicBezTo>
                  <a:close/>
                </a:path>
              </a:pathLst>
            </a:custGeom>
            <a:solidFill>
              <a:srgbClr val="D0DAE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133" name="Google Shape;12133;p42"/>
            <p:cNvSpPr/>
            <p:nvPr/>
          </p:nvSpPr>
          <p:spPr>
            <a:xfrm>
              <a:off x="960502" y="1606823"/>
              <a:ext cx="45876" cy="39318"/>
            </a:xfrm>
            <a:custGeom>
              <a:rect b="b" l="l" r="r" t="t"/>
              <a:pathLst>
                <a:path extrusionOk="0" h="2626" w="3064">
                  <a:moveTo>
                    <a:pt x="1714" y="1"/>
                  </a:moveTo>
                  <a:cubicBezTo>
                    <a:pt x="574" y="1"/>
                    <a:pt x="0" y="1416"/>
                    <a:pt x="814" y="2230"/>
                  </a:cubicBezTo>
                  <a:cubicBezTo>
                    <a:pt x="1088" y="2503"/>
                    <a:pt x="1421" y="2626"/>
                    <a:pt x="1747" y="2626"/>
                  </a:cubicBezTo>
                  <a:cubicBezTo>
                    <a:pt x="2422" y="2626"/>
                    <a:pt x="3064" y="2099"/>
                    <a:pt x="3064" y="1305"/>
                  </a:cubicBezTo>
                  <a:cubicBezTo>
                    <a:pt x="3064" y="569"/>
                    <a:pt x="2475" y="1"/>
                    <a:pt x="1739" y="1"/>
                  </a:cubicBezTo>
                  <a:cubicBezTo>
                    <a:pt x="1731" y="1"/>
                    <a:pt x="1722" y="1"/>
                    <a:pt x="1714" y="1"/>
                  </a:cubicBezTo>
                  <a:close/>
                </a:path>
              </a:pathLst>
            </a:custGeom>
            <a:solidFill>
              <a:srgbClr val="D0DAE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134" name="Google Shape;12134;p42"/>
            <p:cNvSpPr/>
            <p:nvPr/>
          </p:nvSpPr>
          <p:spPr>
            <a:xfrm>
              <a:off x="1019269" y="1640197"/>
              <a:ext cx="45981" cy="39423"/>
            </a:xfrm>
            <a:custGeom>
              <a:rect b="b" l="l" r="r" t="t"/>
              <a:pathLst>
                <a:path extrusionOk="0" h="2633" w="3071">
                  <a:moveTo>
                    <a:pt x="1746" y="1"/>
                  </a:moveTo>
                  <a:cubicBezTo>
                    <a:pt x="568" y="1"/>
                    <a:pt x="1" y="1409"/>
                    <a:pt x="821" y="2250"/>
                  </a:cubicBezTo>
                  <a:cubicBezTo>
                    <a:pt x="1085" y="2514"/>
                    <a:pt x="1412" y="2632"/>
                    <a:pt x="1734" y="2632"/>
                  </a:cubicBezTo>
                  <a:cubicBezTo>
                    <a:pt x="2413" y="2632"/>
                    <a:pt x="3070" y="2109"/>
                    <a:pt x="3070" y="1325"/>
                  </a:cubicBezTo>
                  <a:cubicBezTo>
                    <a:pt x="3070" y="589"/>
                    <a:pt x="2482" y="1"/>
                    <a:pt x="1746" y="1"/>
                  </a:cubicBezTo>
                  <a:close/>
                </a:path>
              </a:pathLst>
            </a:custGeom>
            <a:solidFill>
              <a:srgbClr val="D0DAE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135" name="Google Shape;12135;p42"/>
            <p:cNvSpPr/>
            <p:nvPr/>
          </p:nvSpPr>
          <p:spPr>
            <a:xfrm>
              <a:off x="1067750" y="1575037"/>
              <a:ext cx="46280" cy="39318"/>
            </a:xfrm>
            <a:custGeom>
              <a:rect b="b" l="l" r="r" t="t"/>
              <a:pathLst>
                <a:path extrusionOk="0" h="2626" w="3091">
                  <a:moveTo>
                    <a:pt x="1766" y="1"/>
                  </a:moveTo>
                  <a:cubicBezTo>
                    <a:pt x="589" y="1"/>
                    <a:pt x="0" y="1409"/>
                    <a:pt x="841" y="2229"/>
                  </a:cubicBezTo>
                  <a:cubicBezTo>
                    <a:pt x="1108" y="2503"/>
                    <a:pt x="1439" y="2625"/>
                    <a:pt x="1765" y="2625"/>
                  </a:cubicBezTo>
                  <a:cubicBezTo>
                    <a:pt x="2440" y="2625"/>
                    <a:pt x="3091" y="2099"/>
                    <a:pt x="3091" y="1304"/>
                  </a:cubicBezTo>
                  <a:cubicBezTo>
                    <a:pt x="3091" y="589"/>
                    <a:pt x="2502" y="1"/>
                    <a:pt x="1766" y="1"/>
                  </a:cubicBezTo>
                  <a:close/>
                </a:path>
              </a:pathLst>
            </a:custGeom>
            <a:solidFill>
              <a:srgbClr val="D0DAE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2136" name="Google Shape;12136;p42"/>
          <p:cNvGrpSpPr/>
          <p:nvPr/>
        </p:nvGrpSpPr>
        <p:grpSpPr>
          <a:xfrm>
            <a:off x="1329963" y="2716669"/>
            <a:ext cx="280495" cy="361077"/>
            <a:chOff x="1329963" y="2899669"/>
            <a:chExt cx="280495" cy="361077"/>
          </a:xfrm>
        </p:grpSpPr>
        <p:sp>
          <p:nvSpPr>
            <p:cNvPr id="12137" name="Google Shape;12137;p42"/>
            <p:cNvSpPr/>
            <p:nvPr/>
          </p:nvSpPr>
          <p:spPr>
            <a:xfrm>
              <a:off x="1329963" y="2899669"/>
              <a:ext cx="280495" cy="361077"/>
            </a:xfrm>
            <a:custGeom>
              <a:rect b="b" l="l" r="r" t="t"/>
              <a:pathLst>
                <a:path extrusionOk="0" h="24116" w="18734">
                  <a:moveTo>
                    <a:pt x="1641" y="0"/>
                  </a:moveTo>
                  <a:cubicBezTo>
                    <a:pt x="737" y="0"/>
                    <a:pt x="1" y="736"/>
                    <a:pt x="1" y="1640"/>
                  </a:cubicBezTo>
                  <a:lnTo>
                    <a:pt x="1" y="5361"/>
                  </a:lnTo>
                  <a:cubicBezTo>
                    <a:pt x="1" y="6055"/>
                    <a:pt x="337" y="6707"/>
                    <a:pt x="905" y="7128"/>
                  </a:cubicBezTo>
                  <a:cubicBezTo>
                    <a:pt x="1956" y="7884"/>
                    <a:pt x="2713" y="9945"/>
                    <a:pt x="2713" y="12363"/>
                  </a:cubicBezTo>
                  <a:cubicBezTo>
                    <a:pt x="2713" y="14780"/>
                    <a:pt x="1956" y="16820"/>
                    <a:pt x="905" y="17598"/>
                  </a:cubicBezTo>
                  <a:cubicBezTo>
                    <a:pt x="337" y="17997"/>
                    <a:pt x="1" y="18649"/>
                    <a:pt x="1" y="19343"/>
                  </a:cubicBezTo>
                  <a:lnTo>
                    <a:pt x="1" y="22475"/>
                  </a:lnTo>
                  <a:cubicBezTo>
                    <a:pt x="1" y="23379"/>
                    <a:pt x="737" y="24115"/>
                    <a:pt x="1641" y="24115"/>
                  </a:cubicBezTo>
                  <a:lnTo>
                    <a:pt x="17093" y="24115"/>
                  </a:lnTo>
                  <a:cubicBezTo>
                    <a:pt x="17997" y="24115"/>
                    <a:pt x="18733" y="23379"/>
                    <a:pt x="18733" y="22475"/>
                  </a:cubicBezTo>
                  <a:lnTo>
                    <a:pt x="18733" y="19343"/>
                  </a:lnTo>
                  <a:cubicBezTo>
                    <a:pt x="18733" y="18649"/>
                    <a:pt x="18397" y="17997"/>
                    <a:pt x="17829" y="17598"/>
                  </a:cubicBezTo>
                  <a:cubicBezTo>
                    <a:pt x="16778" y="16841"/>
                    <a:pt x="16021" y="14780"/>
                    <a:pt x="16021" y="12363"/>
                  </a:cubicBezTo>
                  <a:cubicBezTo>
                    <a:pt x="16021" y="9945"/>
                    <a:pt x="16778" y="7884"/>
                    <a:pt x="17829" y="7128"/>
                  </a:cubicBezTo>
                  <a:cubicBezTo>
                    <a:pt x="18397" y="6707"/>
                    <a:pt x="18733" y="6055"/>
                    <a:pt x="18733" y="5361"/>
                  </a:cubicBezTo>
                  <a:lnTo>
                    <a:pt x="18733" y="1640"/>
                  </a:lnTo>
                  <a:cubicBezTo>
                    <a:pt x="18733" y="736"/>
                    <a:pt x="17997" y="0"/>
                    <a:pt x="17093" y="0"/>
                  </a:cubicBezTo>
                  <a:close/>
                </a:path>
              </a:pathLst>
            </a:custGeom>
            <a:solidFill>
              <a:srgbClr val="E2E8E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138" name="Google Shape;12138;p42"/>
            <p:cNvSpPr/>
            <p:nvPr/>
          </p:nvSpPr>
          <p:spPr>
            <a:xfrm>
              <a:off x="1537722" y="2899669"/>
              <a:ext cx="72736" cy="361077"/>
            </a:xfrm>
            <a:custGeom>
              <a:rect b="b" l="l" r="r" t="t"/>
              <a:pathLst>
                <a:path extrusionOk="0" h="24116" w="4858">
                  <a:moveTo>
                    <a:pt x="1094" y="0"/>
                  </a:moveTo>
                  <a:cubicBezTo>
                    <a:pt x="1998" y="0"/>
                    <a:pt x="2713" y="736"/>
                    <a:pt x="2713" y="1640"/>
                  </a:cubicBezTo>
                  <a:lnTo>
                    <a:pt x="2713" y="5361"/>
                  </a:lnTo>
                  <a:cubicBezTo>
                    <a:pt x="2734" y="6055"/>
                    <a:pt x="2397" y="6707"/>
                    <a:pt x="1830" y="7128"/>
                  </a:cubicBezTo>
                  <a:cubicBezTo>
                    <a:pt x="779" y="7884"/>
                    <a:pt x="1" y="9945"/>
                    <a:pt x="1" y="12363"/>
                  </a:cubicBezTo>
                  <a:cubicBezTo>
                    <a:pt x="1" y="14780"/>
                    <a:pt x="758" y="16820"/>
                    <a:pt x="1830" y="17598"/>
                  </a:cubicBezTo>
                  <a:cubicBezTo>
                    <a:pt x="2397" y="17997"/>
                    <a:pt x="2734" y="18649"/>
                    <a:pt x="2713" y="19343"/>
                  </a:cubicBezTo>
                  <a:lnTo>
                    <a:pt x="2713" y="22475"/>
                  </a:lnTo>
                  <a:cubicBezTo>
                    <a:pt x="2713" y="23379"/>
                    <a:pt x="1998" y="24115"/>
                    <a:pt x="1094" y="24115"/>
                  </a:cubicBezTo>
                  <a:lnTo>
                    <a:pt x="3217" y="24115"/>
                  </a:lnTo>
                  <a:cubicBezTo>
                    <a:pt x="4121" y="24115"/>
                    <a:pt x="4857" y="23379"/>
                    <a:pt x="4857" y="22475"/>
                  </a:cubicBezTo>
                  <a:lnTo>
                    <a:pt x="4857" y="19343"/>
                  </a:lnTo>
                  <a:cubicBezTo>
                    <a:pt x="4857" y="18649"/>
                    <a:pt x="4521" y="17997"/>
                    <a:pt x="3953" y="17598"/>
                  </a:cubicBezTo>
                  <a:cubicBezTo>
                    <a:pt x="2902" y="16841"/>
                    <a:pt x="2145" y="14780"/>
                    <a:pt x="2145" y="12363"/>
                  </a:cubicBezTo>
                  <a:cubicBezTo>
                    <a:pt x="2145" y="9945"/>
                    <a:pt x="2902" y="7884"/>
                    <a:pt x="3953" y="7128"/>
                  </a:cubicBezTo>
                  <a:cubicBezTo>
                    <a:pt x="4521" y="6707"/>
                    <a:pt x="4857" y="6055"/>
                    <a:pt x="4857" y="5361"/>
                  </a:cubicBezTo>
                  <a:lnTo>
                    <a:pt x="4857" y="1640"/>
                  </a:lnTo>
                  <a:cubicBezTo>
                    <a:pt x="4857" y="736"/>
                    <a:pt x="4121" y="0"/>
                    <a:pt x="3217" y="0"/>
                  </a:cubicBezTo>
                  <a:close/>
                </a:path>
              </a:pathLst>
            </a:custGeom>
            <a:solidFill>
              <a:srgbClr val="D1DBE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139" name="Google Shape;12139;p42"/>
            <p:cNvSpPr/>
            <p:nvPr/>
          </p:nvSpPr>
          <p:spPr>
            <a:xfrm>
              <a:off x="1402685" y="3004806"/>
              <a:ext cx="135052" cy="255940"/>
            </a:xfrm>
            <a:custGeom>
              <a:rect b="b" l="l" r="r" t="t"/>
              <a:pathLst>
                <a:path extrusionOk="0" h="17094" w="9020">
                  <a:moveTo>
                    <a:pt x="4895" y="0"/>
                  </a:moveTo>
                  <a:cubicBezTo>
                    <a:pt x="4883" y="0"/>
                    <a:pt x="4870" y="0"/>
                    <a:pt x="4857" y="0"/>
                  </a:cubicBezTo>
                  <a:lnTo>
                    <a:pt x="1157" y="0"/>
                  </a:lnTo>
                  <a:cubicBezTo>
                    <a:pt x="505" y="0"/>
                    <a:pt x="0" y="505"/>
                    <a:pt x="0" y="1136"/>
                  </a:cubicBezTo>
                  <a:lnTo>
                    <a:pt x="0" y="17093"/>
                  </a:lnTo>
                  <a:lnTo>
                    <a:pt x="9020" y="17093"/>
                  </a:lnTo>
                  <a:lnTo>
                    <a:pt x="9020" y="4163"/>
                  </a:lnTo>
                  <a:cubicBezTo>
                    <a:pt x="9020" y="1863"/>
                    <a:pt x="7190" y="0"/>
                    <a:pt x="4895" y="0"/>
                  </a:cubicBezTo>
                  <a:close/>
                </a:path>
              </a:pathLst>
            </a:custGeom>
            <a:solidFill>
              <a:srgbClr val="F8FAF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140" name="Google Shape;12140;p42"/>
            <p:cNvSpPr/>
            <p:nvPr/>
          </p:nvSpPr>
          <p:spPr>
            <a:xfrm>
              <a:off x="1459655" y="3004806"/>
              <a:ext cx="57315" cy="255940"/>
            </a:xfrm>
            <a:custGeom>
              <a:rect b="b" l="l" r="r" t="t"/>
              <a:pathLst>
                <a:path extrusionOk="0" h="17094" w="3828">
                  <a:moveTo>
                    <a:pt x="1" y="0"/>
                  </a:moveTo>
                  <a:lnTo>
                    <a:pt x="1" y="17093"/>
                  </a:lnTo>
                  <a:lnTo>
                    <a:pt x="3827" y="17093"/>
                  </a:lnTo>
                  <a:lnTo>
                    <a:pt x="3827" y="736"/>
                  </a:lnTo>
                  <a:cubicBezTo>
                    <a:pt x="3196" y="253"/>
                    <a:pt x="2439" y="0"/>
                    <a:pt x="1662" y="0"/>
                  </a:cubicBezTo>
                  <a:close/>
                </a:path>
              </a:pathLst>
            </a:custGeom>
            <a:solidFill>
              <a:srgbClr val="ECF0F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141" name="Google Shape;12141;p42"/>
            <p:cNvSpPr/>
            <p:nvPr/>
          </p:nvSpPr>
          <p:spPr>
            <a:xfrm>
              <a:off x="1480437" y="3004806"/>
              <a:ext cx="57300" cy="255940"/>
            </a:xfrm>
            <a:custGeom>
              <a:rect b="b" l="l" r="r" t="t"/>
              <a:pathLst>
                <a:path extrusionOk="0" h="17094" w="3827">
                  <a:moveTo>
                    <a:pt x="312" y="0"/>
                  </a:moveTo>
                  <a:cubicBezTo>
                    <a:pt x="299" y="0"/>
                    <a:pt x="286" y="0"/>
                    <a:pt x="274" y="0"/>
                  </a:cubicBezTo>
                  <a:lnTo>
                    <a:pt x="0" y="0"/>
                  </a:lnTo>
                  <a:lnTo>
                    <a:pt x="0" y="17093"/>
                  </a:lnTo>
                  <a:lnTo>
                    <a:pt x="3827" y="17093"/>
                  </a:lnTo>
                  <a:lnTo>
                    <a:pt x="3827" y="3554"/>
                  </a:lnTo>
                  <a:cubicBezTo>
                    <a:pt x="3827" y="1590"/>
                    <a:pt x="2250" y="0"/>
                    <a:pt x="312" y="0"/>
                  </a:cubicBezTo>
                  <a:close/>
                </a:path>
              </a:pathLst>
            </a:custGeom>
            <a:solidFill>
              <a:srgbClr val="CBD6D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142" name="Google Shape;12142;p42"/>
            <p:cNvSpPr/>
            <p:nvPr/>
          </p:nvSpPr>
          <p:spPr>
            <a:xfrm>
              <a:off x="1480437" y="3004806"/>
              <a:ext cx="57300" cy="255940"/>
            </a:xfrm>
            <a:custGeom>
              <a:rect b="b" l="l" r="r" t="t"/>
              <a:pathLst>
                <a:path extrusionOk="0" h="17094" w="3827">
                  <a:moveTo>
                    <a:pt x="312" y="0"/>
                  </a:moveTo>
                  <a:cubicBezTo>
                    <a:pt x="299" y="0"/>
                    <a:pt x="286" y="0"/>
                    <a:pt x="274" y="0"/>
                  </a:cubicBezTo>
                  <a:lnTo>
                    <a:pt x="0" y="0"/>
                  </a:lnTo>
                  <a:lnTo>
                    <a:pt x="0" y="21"/>
                  </a:lnTo>
                  <a:cubicBezTo>
                    <a:pt x="1472" y="526"/>
                    <a:pt x="2460" y="1893"/>
                    <a:pt x="2460" y="3448"/>
                  </a:cubicBezTo>
                  <a:lnTo>
                    <a:pt x="2460" y="17093"/>
                  </a:lnTo>
                  <a:lnTo>
                    <a:pt x="3827" y="17093"/>
                  </a:lnTo>
                  <a:lnTo>
                    <a:pt x="3827" y="3554"/>
                  </a:lnTo>
                  <a:cubicBezTo>
                    <a:pt x="3827" y="1590"/>
                    <a:pt x="2250" y="0"/>
                    <a:pt x="312" y="0"/>
                  </a:cubicBezTo>
                  <a:close/>
                </a:path>
              </a:pathLst>
            </a:custGeom>
            <a:solidFill>
              <a:srgbClr val="C7D3D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143" name="Google Shape;12143;p42"/>
            <p:cNvSpPr/>
            <p:nvPr/>
          </p:nvSpPr>
          <p:spPr>
            <a:xfrm>
              <a:off x="1425024" y="3119390"/>
              <a:ext cx="31502" cy="26906"/>
            </a:xfrm>
            <a:custGeom>
              <a:rect b="b" l="l" r="r" t="t"/>
              <a:pathLst>
                <a:path extrusionOk="0" h="1797" w="2104">
                  <a:moveTo>
                    <a:pt x="1199" y="0"/>
                  </a:moveTo>
                  <a:cubicBezTo>
                    <a:pt x="400" y="0"/>
                    <a:pt x="1" y="967"/>
                    <a:pt x="569" y="1535"/>
                  </a:cubicBezTo>
                  <a:cubicBezTo>
                    <a:pt x="749" y="1716"/>
                    <a:pt x="971" y="1796"/>
                    <a:pt x="1189" y="1796"/>
                  </a:cubicBezTo>
                  <a:cubicBezTo>
                    <a:pt x="1654" y="1796"/>
                    <a:pt x="2103" y="1428"/>
                    <a:pt x="2103" y="883"/>
                  </a:cubicBezTo>
                  <a:cubicBezTo>
                    <a:pt x="2103" y="400"/>
                    <a:pt x="1704" y="0"/>
                    <a:pt x="1199" y="0"/>
                  </a:cubicBezTo>
                  <a:close/>
                </a:path>
              </a:pathLst>
            </a:custGeom>
            <a:solidFill>
              <a:srgbClr val="344D6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2144" name="Google Shape;12144;p42"/>
          <p:cNvGrpSpPr/>
          <p:nvPr/>
        </p:nvGrpSpPr>
        <p:grpSpPr>
          <a:xfrm>
            <a:off x="937429" y="3617908"/>
            <a:ext cx="195496" cy="343439"/>
            <a:chOff x="937429" y="3800908"/>
            <a:chExt cx="195496" cy="343439"/>
          </a:xfrm>
        </p:grpSpPr>
        <p:sp>
          <p:nvSpPr>
            <p:cNvPr id="12145" name="Google Shape;12145;p42"/>
            <p:cNvSpPr/>
            <p:nvPr/>
          </p:nvSpPr>
          <p:spPr>
            <a:xfrm>
              <a:off x="1010450" y="3957356"/>
              <a:ext cx="49439" cy="88473"/>
            </a:xfrm>
            <a:custGeom>
              <a:rect b="b" l="l" r="r" t="t"/>
              <a:pathLst>
                <a:path extrusionOk="0" h="5909" w="3302">
                  <a:moveTo>
                    <a:pt x="1" y="0"/>
                  </a:moveTo>
                  <a:lnTo>
                    <a:pt x="1" y="5908"/>
                  </a:lnTo>
                  <a:lnTo>
                    <a:pt x="3302" y="5908"/>
                  </a:lnTo>
                  <a:lnTo>
                    <a:pt x="3302" y="0"/>
                  </a:lnTo>
                  <a:close/>
                </a:path>
              </a:pathLst>
            </a:custGeom>
            <a:solidFill>
              <a:srgbClr val="D1DBE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146" name="Google Shape;12146;p42"/>
            <p:cNvSpPr/>
            <p:nvPr/>
          </p:nvSpPr>
          <p:spPr>
            <a:xfrm>
              <a:off x="1035005" y="3957356"/>
              <a:ext cx="24570" cy="88473"/>
            </a:xfrm>
            <a:custGeom>
              <a:rect b="b" l="l" r="r" t="t"/>
              <a:pathLst>
                <a:path extrusionOk="0" h="5909" w="1641">
                  <a:moveTo>
                    <a:pt x="1" y="0"/>
                  </a:moveTo>
                  <a:lnTo>
                    <a:pt x="1" y="5908"/>
                  </a:lnTo>
                  <a:lnTo>
                    <a:pt x="1641" y="5908"/>
                  </a:lnTo>
                  <a:lnTo>
                    <a:pt x="1641" y="0"/>
                  </a:lnTo>
                  <a:close/>
                </a:path>
              </a:pathLst>
            </a:custGeom>
            <a:solidFill>
              <a:srgbClr val="ECF0F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147" name="Google Shape;12147;p42"/>
            <p:cNvSpPr/>
            <p:nvPr/>
          </p:nvSpPr>
          <p:spPr>
            <a:xfrm>
              <a:off x="967015" y="3818845"/>
              <a:ext cx="136325" cy="164653"/>
            </a:xfrm>
            <a:custGeom>
              <a:rect b="b" l="l" r="r" t="t"/>
              <a:pathLst>
                <a:path extrusionOk="0" h="10997" w="9105">
                  <a:moveTo>
                    <a:pt x="169" y="0"/>
                  </a:moveTo>
                  <a:cubicBezTo>
                    <a:pt x="64" y="0"/>
                    <a:pt x="1" y="64"/>
                    <a:pt x="1" y="148"/>
                  </a:cubicBezTo>
                  <a:lnTo>
                    <a:pt x="1" y="6455"/>
                  </a:lnTo>
                  <a:cubicBezTo>
                    <a:pt x="1" y="8957"/>
                    <a:pt x="2040" y="10996"/>
                    <a:pt x="4542" y="10996"/>
                  </a:cubicBezTo>
                  <a:cubicBezTo>
                    <a:pt x="7065" y="10996"/>
                    <a:pt x="9104" y="8957"/>
                    <a:pt x="9104" y="6455"/>
                  </a:cubicBezTo>
                  <a:lnTo>
                    <a:pt x="9104" y="148"/>
                  </a:lnTo>
                  <a:cubicBezTo>
                    <a:pt x="9104" y="64"/>
                    <a:pt x="9020" y="0"/>
                    <a:pt x="8936" y="0"/>
                  </a:cubicBezTo>
                  <a:close/>
                </a:path>
              </a:pathLst>
            </a:custGeom>
            <a:solidFill>
              <a:srgbClr val="A2B5C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148" name="Google Shape;12148;p42"/>
            <p:cNvSpPr/>
            <p:nvPr/>
          </p:nvSpPr>
          <p:spPr>
            <a:xfrm>
              <a:off x="986225" y="3818845"/>
              <a:ext cx="117115" cy="146925"/>
            </a:xfrm>
            <a:custGeom>
              <a:rect b="b" l="l" r="r" t="t"/>
              <a:pathLst>
                <a:path extrusionOk="0" h="9813" w="7822">
                  <a:moveTo>
                    <a:pt x="0" y="0"/>
                  </a:moveTo>
                  <a:lnTo>
                    <a:pt x="0" y="5257"/>
                  </a:lnTo>
                  <a:cubicBezTo>
                    <a:pt x="0" y="7928"/>
                    <a:pt x="2185" y="9813"/>
                    <a:pt x="4553" y="9813"/>
                  </a:cubicBezTo>
                  <a:cubicBezTo>
                    <a:pt x="5353" y="9813"/>
                    <a:pt x="6174" y="9598"/>
                    <a:pt x="6938" y="9125"/>
                  </a:cubicBezTo>
                  <a:cubicBezTo>
                    <a:pt x="7506" y="8347"/>
                    <a:pt x="7821" y="7401"/>
                    <a:pt x="7821" y="6455"/>
                  </a:cubicBezTo>
                  <a:lnTo>
                    <a:pt x="7821" y="148"/>
                  </a:lnTo>
                  <a:cubicBezTo>
                    <a:pt x="7821" y="64"/>
                    <a:pt x="7737" y="0"/>
                    <a:pt x="7653" y="0"/>
                  </a:cubicBezTo>
                  <a:close/>
                </a:path>
              </a:pathLst>
            </a:custGeom>
            <a:solidFill>
              <a:srgbClr val="B3C3C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149" name="Google Shape;12149;p42"/>
            <p:cNvSpPr/>
            <p:nvPr/>
          </p:nvSpPr>
          <p:spPr>
            <a:xfrm>
              <a:off x="937429" y="3800908"/>
              <a:ext cx="195496" cy="37776"/>
            </a:xfrm>
            <a:custGeom>
              <a:rect b="b" l="l" r="r" t="t"/>
              <a:pathLst>
                <a:path extrusionOk="0" h="2523" w="13057">
                  <a:moveTo>
                    <a:pt x="946" y="0"/>
                  </a:moveTo>
                  <a:cubicBezTo>
                    <a:pt x="421" y="21"/>
                    <a:pt x="0" y="442"/>
                    <a:pt x="0" y="946"/>
                  </a:cubicBezTo>
                  <a:lnTo>
                    <a:pt x="0" y="1577"/>
                  </a:lnTo>
                  <a:cubicBezTo>
                    <a:pt x="0" y="2081"/>
                    <a:pt x="421" y="2502"/>
                    <a:pt x="946" y="2523"/>
                  </a:cubicBezTo>
                  <a:lnTo>
                    <a:pt x="12110" y="2523"/>
                  </a:lnTo>
                  <a:cubicBezTo>
                    <a:pt x="12636" y="2502"/>
                    <a:pt x="13056" y="2081"/>
                    <a:pt x="13056" y="1577"/>
                  </a:cubicBezTo>
                  <a:lnTo>
                    <a:pt x="13056" y="946"/>
                  </a:lnTo>
                  <a:cubicBezTo>
                    <a:pt x="13056" y="442"/>
                    <a:pt x="12636" y="21"/>
                    <a:pt x="12110" y="0"/>
                  </a:cubicBezTo>
                  <a:close/>
                </a:path>
              </a:pathLst>
            </a:custGeom>
            <a:solidFill>
              <a:srgbClr val="D1DBE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150" name="Google Shape;12150;p42"/>
            <p:cNvSpPr/>
            <p:nvPr/>
          </p:nvSpPr>
          <p:spPr>
            <a:xfrm>
              <a:off x="961984" y="3800908"/>
              <a:ext cx="170941" cy="37776"/>
            </a:xfrm>
            <a:custGeom>
              <a:rect b="b" l="l" r="r" t="t"/>
              <a:pathLst>
                <a:path extrusionOk="0" h="2523" w="11417">
                  <a:moveTo>
                    <a:pt x="946" y="0"/>
                  </a:moveTo>
                  <a:cubicBezTo>
                    <a:pt x="421" y="21"/>
                    <a:pt x="0" y="442"/>
                    <a:pt x="0" y="946"/>
                  </a:cubicBezTo>
                  <a:lnTo>
                    <a:pt x="0" y="1577"/>
                  </a:lnTo>
                  <a:cubicBezTo>
                    <a:pt x="0" y="2081"/>
                    <a:pt x="421" y="2502"/>
                    <a:pt x="946" y="2523"/>
                  </a:cubicBezTo>
                  <a:lnTo>
                    <a:pt x="10470" y="2523"/>
                  </a:lnTo>
                  <a:cubicBezTo>
                    <a:pt x="10996" y="2502"/>
                    <a:pt x="11416" y="2081"/>
                    <a:pt x="11416" y="1577"/>
                  </a:cubicBezTo>
                  <a:lnTo>
                    <a:pt x="11416" y="946"/>
                  </a:lnTo>
                  <a:cubicBezTo>
                    <a:pt x="11416" y="442"/>
                    <a:pt x="10996" y="21"/>
                    <a:pt x="10470" y="0"/>
                  </a:cubicBezTo>
                  <a:close/>
                </a:path>
              </a:pathLst>
            </a:custGeom>
            <a:solidFill>
              <a:srgbClr val="ECF0F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151" name="Google Shape;12151;p42"/>
            <p:cNvSpPr/>
            <p:nvPr/>
          </p:nvSpPr>
          <p:spPr>
            <a:xfrm>
              <a:off x="988740" y="3858987"/>
              <a:ext cx="92560" cy="85493"/>
            </a:xfrm>
            <a:custGeom>
              <a:rect b="b" l="l" r="r" t="t"/>
              <a:pathLst>
                <a:path extrusionOk="0" h="5710" w="6182">
                  <a:moveTo>
                    <a:pt x="3091" y="0"/>
                  </a:moveTo>
                  <a:cubicBezTo>
                    <a:pt x="2949" y="0"/>
                    <a:pt x="2807" y="74"/>
                    <a:pt x="2733" y="221"/>
                  </a:cubicBezTo>
                  <a:lnTo>
                    <a:pt x="2124" y="1482"/>
                  </a:lnTo>
                  <a:cubicBezTo>
                    <a:pt x="2061" y="1608"/>
                    <a:pt x="1956" y="1671"/>
                    <a:pt x="1829" y="1693"/>
                  </a:cubicBezTo>
                  <a:lnTo>
                    <a:pt x="442" y="1903"/>
                  </a:lnTo>
                  <a:cubicBezTo>
                    <a:pt x="126" y="1945"/>
                    <a:pt x="0" y="2323"/>
                    <a:pt x="232" y="2555"/>
                  </a:cubicBezTo>
                  <a:lnTo>
                    <a:pt x="1241" y="3522"/>
                  </a:lnTo>
                  <a:cubicBezTo>
                    <a:pt x="1346" y="3627"/>
                    <a:pt x="1388" y="3753"/>
                    <a:pt x="1367" y="3879"/>
                  </a:cubicBezTo>
                  <a:lnTo>
                    <a:pt x="1115" y="5246"/>
                  </a:lnTo>
                  <a:cubicBezTo>
                    <a:pt x="1081" y="5498"/>
                    <a:pt x="1289" y="5709"/>
                    <a:pt x="1513" y="5709"/>
                  </a:cubicBezTo>
                  <a:cubicBezTo>
                    <a:pt x="1570" y="5709"/>
                    <a:pt x="1627" y="5696"/>
                    <a:pt x="1682" y="5666"/>
                  </a:cubicBezTo>
                  <a:lnTo>
                    <a:pt x="2923" y="5014"/>
                  </a:lnTo>
                  <a:cubicBezTo>
                    <a:pt x="2986" y="4983"/>
                    <a:pt x="3049" y="4967"/>
                    <a:pt x="3109" y="4967"/>
                  </a:cubicBezTo>
                  <a:cubicBezTo>
                    <a:pt x="3170" y="4967"/>
                    <a:pt x="3228" y="4983"/>
                    <a:pt x="3280" y="5014"/>
                  </a:cubicBezTo>
                  <a:lnTo>
                    <a:pt x="4521" y="5666"/>
                  </a:lnTo>
                  <a:cubicBezTo>
                    <a:pt x="4580" y="5696"/>
                    <a:pt x="4641" y="5709"/>
                    <a:pt x="4700" y="5709"/>
                  </a:cubicBezTo>
                  <a:cubicBezTo>
                    <a:pt x="4934" y="5709"/>
                    <a:pt x="5139" y="5498"/>
                    <a:pt x="5088" y="5246"/>
                  </a:cubicBezTo>
                  <a:lnTo>
                    <a:pt x="4857" y="3879"/>
                  </a:lnTo>
                  <a:cubicBezTo>
                    <a:pt x="4836" y="3753"/>
                    <a:pt x="4878" y="3627"/>
                    <a:pt x="4962" y="3522"/>
                  </a:cubicBezTo>
                  <a:lnTo>
                    <a:pt x="5950" y="2555"/>
                  </a:lnTo>
                  <a:cubicBezTo>
                    <a:pt x="6181" y="2323"/>
                    <a:pt x="6055" y="1945"/>
                    <a:pt x="5740" y="1882"/>
                  </a:cubicBezTo>
                  <a:lnTo>
                    <a:pt x="4352" y="1693"/>
                  </a:lnTo>
                  <a:cubicBezTo>
                    <a:pt x="4226" y="1671"/>
                    <a:pt x="4121" y="1587"/>
                    <a:pt x="4058" y="1482"/>
                  </a:cubicBezTo>
                  <a:lnTo>
                    <a:pt x="3448" y="221"/>
                  </a:lnTo>
                  <a:cubicBezTo>
                    <a:pt x="3375" y="74"/>
                    <a:pt x="3233" y="0"/>
                    <a:pt x="3091" y="0"/>
                  </a:cubicBezTo>
                  <a:close/>
                </a:path>
              </a:pathLst>
            </a:custGeom>
            <a:solidFill>
              <a:srgbClr val="D1DBE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152" name="Google Shape;12152;p42"/>
            <p:cNvSpPr/>
            <p:nvPr/>
          </p:nvSpPr>
          <p:spPr>
            <a:xfrm>
              <a:off x="988426" y="4031320"/>
              <a:ext cx="93818" cy="37162"/>
            </a:xfrm>
            <a:custGeom>
              <a:rect b="b" l="l" r="r" t="t"/>
              <a:pathLst>
                <a:path extrusionOk="0" h="2482" w="6266">
                  <a:moveTo>
                    <a:pt x="358" y="1"/>
                  </a:moveTo>
                  <a:cubicBezTo>
                    <a:pt x="168" y="1"/>
                    <a:pt x="0" y="169"/>
                    <a:pt x="0" y="379"/>
                  </a:cubicBezTo>
                  <a:lnTo>
                    <a:pt x="0" y="2482"/>
                  </a:lnTo>
                  <a:lnTo>
                    <a:pt x="6266" y="2482"/>
                  </a:lnTo>
                  <a:lnTo>
                    <a:pt x="6266" y="379"/>
                  </a:lnTo>
                  <a:cubicBezTo>
                    <a:pt x="6266" y="169"/>
                    <a:pt x="6097" y="1"/>
                    <a:pt x="5887" y="1"/>
                  </a:cubicBezTo>
                  <a:close/>
                </a:path>
              </a:pathLst>
            </a:custGeom>
            <a:solidFill>
              <a:srgbClr val="91A8B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153" name="Google Shape;12153;p42"/>
            <p:cNvSpPr/>
            <p:nvPr/>
          </p:nvSpPr>
          <p:spPr>
            <a:xfrm>
              <a:off x="967015" y="4057762"/>
              <a:ext cx="136325" cy="38734"/>
            </a:xfrm>
            <a:custGeom>
              <a:rect b="b" l="l" r="r" t="t"/>
              <a:pathLst>
                <a:path extrusionOk="0" h="2587" w="9105">
                  <a:moveTo>
                    <a:pt x="484" y="1"/>
                  </a:moveTo>
                  <a:cubicBezTo>
                    <a:pt x="211" y="1"/>
                    <a:pt x="1" y="211"/>
                    <a:pt x="1" y="463"/>
                  </a:cubicBezTo>
                  <a:lnTo>
                    <a:pt x="1" y="2587"/>
                  </a:lnTo>
                  <a:lnTo>
                    <a:pt x="9104" y="2587"/>
                  </a:lnTo>
                  <a:lnTo>
                    <a:pt x="9104" y="463"/>
                  </a:lnTo>
                  <a:cubicBezTo>
                    <a:pt x="9104" y="211"/>
                    <a:pt x="8873" y="1"/>
                    <a:pt x="8621" y="1"/>
                  </a:cubicBezTo>
                  <a:close/>
                </a:path>
              </a:pathLst>
            </a:custGeom>
            <a:solidFill>
              <a:srgbClr val="8498A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154" name="Google Shape;12154;p42"/>
            <p:cNvSpPr/>
            <p:nvPr/>
          </p:nvSpPr>
          <p:spPr>
            <a:xfrm>
              <a:off x="937429" y="4076971"/>
              <a:ext cx="195496" cy="67376"/>
            </a:xfrm>
            <a:custGeom>
              <a:rect b="b" l="l" r="r" t="t"/>
              <a:pathLst>
                <a:path extrusionOk="0" h="4500" w="13057">
                  <a:moveTo>
                    <a:pt x="1073" y="0"/>
                  </a:moveTo>
                  <a:cubicBezTo>
                    <a:pt x="484" y="0"/>
                    <a:pt x="0" y="484"/>
                    <a:pt x="0" y="1073"/>
                  </a:cubicBezTo>
                  <a:lnTo>
                    <a:pt x="0" y="3427"/>
                  </a:lnTo>
                  <a:cubicBezTo>
                    <a:pt x="0" y="4016"/>
                    <a:pt x="484" y="4500"/>
                    <a:pt x="1073" y="4500"/>
                  </a:cubicBezTo>
                  <a:lnTo>
                    <a:pt x="11984" y="4500"/>
                  </a:lnTo>
                  <a:cubicBezTo>
                    <a:pt x="12573" y="4500"/>
                    <a:pt x="13056" y="4016"/>
                    <a:pt x="13056" y="3427"/>
                  </a:cubicBezTo>
                  <a:lnTo>
                    <a:pt x="13056" y="1073"/>
                  </a:lnTo>
                  <a:cubicBezTo>
                    <a:pt x="13056" y="484"/>
                    <a:pt x="12573" y="0"/>
                    <a:pt x="11984" y="0"/>
                  </a:cubicBezTo>
                  <a:close/>
                </a:path>
              </a:pathLst>
            </a:custGeom>
            <a:solidFill>
              <a:srgbClr val="5A708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155" name="Google Shape;12155;p42"/>
            <p:cNvSpPr/>
            <p:nvPr/>
          </p:nvSpPr>
          <p:spPr>
            <a:xfrm>
              <a:off x="961984" y="4076971"/>
              <a:ext cx="170941" cy="67376"/>
            </a:xfrm>
            <a:custGeom>
              <a:rect b="b" l="l" r="r" t="t"/>
              <a:pathLst>
                <a:path extrusionOk="0" h="4500" w="11417">
                  <a:moveTo>
                    <a:pt x="1072" y="0"/>
                  </a:moveTo>
                  <a:cubicBezTo>
                    <a:pt x="484" y="0"/>
                    <a:pt x="0" y="484"/>
                    <a:pt x="0" y="1073"/>
                  </a:cubicBezTo>
                  <a:lnTo>
                    <a:pt x="0" y="3427"/>
                  </a:lnTo>
                  <a:cubicBezTo>
                    <a:pt x="0" y="4016"/>
                    <a:pt x="484" y="4500"/>
                    <a:pt x="1072" y="4500"/>
                  </a:cubicBezTo>
                  <a:lnTo>
                    <a:pt x="10344" y="4500"/>
                  </a:lnTo>
                  <a:cubicBezTo>
                    <a:pt x="10933" y="4500"/>
                    <a:pt x="11416" y="4016"/>
                    <a:pt x="11416" y="3427"/>
                  </a:cubicBezTo>
                  <a:lnTo>
                    <a:pt x="11416" y="1073"/>
                  </a:lnTo>
                  <a:cubicBezTo>
                    <a:pt x="11416" y="484"/>
                    <a:pt x="10933" y="0"/>
                    <a:pt x="10344" y="0"/>
                  </a:cubicBez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156" name="Google Shape;12156;p42"/>
            <p:cNvSpPr/>
            <p:nvPr/>
          </p:nvSpPr>
          <p:spPr>
            <a:xfrm>
              <a:off x="992513" y="4093336"/>
              <a:ext cx="85328" cy="10406"/>
            </a:xfrm>
            <a:custGeom>
              <a:rect b="b" l="l" r="r" t="t"/>
              <a:pathLst>
                <a:path extrusionOk="0" h="695" w="5699">
                  <a:moveTo>
                    <a:pt x="463" y="1"/>
                  </a:moveTo>
                  <a:cubicBezTo>
                    <a:pt x="1" y="1"/>
                    <a:pt x="1" y="695"/>
                    <a:pt x="463" y="695"/>
                  </a:cubicBezTo>
                  <a:lnTo>
                    <a:pt x="5236" y="695"/>
                  </a:lnTo>
                  <a:cubicBezTo>
                    <a:pt x="5698" y="695"/>
                    <a:pt x="5698" y="1"/>
                    <a:pt x="5236" y="1"/>
                  </a:cubicBezTo>
                  <a:close/>
                </a:path>
              </a:pathLst>
            </a:custGeom>
            <a:solidFill>
              <a:srgbClr val="D1DBE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157" name="Google Shape;12157;p42"/>
            <p:cNvSpPr/>
            <p:nvPr/>
          </p:nvSpPr>
          <p:spPr>
            <a:xfrm>
              <a:off x="992513" y="4116319"/>
              <a:ext cx="85328" cy="10406"/>
            </a:xfrm>
            <a:custGeom>
              <a:rect b="b" l="l" r="r" t="t"/>
              <a:pathLst>
                <a:path extrusionOk="0" h="695" w="5699">
                  <a:moveTo>
                    <a:pt x="443" y="0"/>
                  </a:moveTo>
                  <a:cubicBezTo>
                    <a:pt x="1" y="0"/>
                    <a:pt x="7" y="674"/>
                    <a:pt x="463" y="694"/>
                  </a:cubicBezTo>
                  <a:lnTo>
                    <a:pt x="5236" y="694"/>
                  </a:lnTo>
                  <a:cubicBezTo>
                    <a:pt x="5698" y="694"/>
                    <a:pt x="5698" y="0"/>
                    <a:pt x="5236" y="0"/>
                  </a:cubicBezTo>
                  <a:lnTo>
                    <a:pt x="463" y="0"/>
                  </a:lnTo>
                  <a:cubicBezTo>
                    <a:pt x="456" y="0"/>
                    <a:pt x="449" y="0"/>
                    <a:pt x="443" y="0"/>
                  </a:cubicBezTo>
                  <a:close/>
                </a:path>
              </a:pathLst>
            </a:custGeom>
            <a:solidFill>
              <a:srgbClr val="D1DBE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2158" name="Google Shape;12158;p42"/>
          <p:cNvGrpSpPr/>
          <p:nvPr/>
        </p:nvGrpSpPr>
        <p:grpSpPr>
          <a:xfrm>
            <a:off x="2687659" y="3627655"/>
            <a:ext cx="365165" cy="342511"/>
            <a:chOff x="2611459" y="3810655"/>
            <a:chExt cx="365165" cy="342511"/>
          </a:xfrm>
        </p:grpSpPr>
        <p:sp>
          <p:nvSpPr>
            <p:cNvPr id="12159" name="Google Shape;12159;p42"/>
            <p:cNvSpPr/>
            <p:nvPr/>
          </p:nvSpPr>
          <p:spPr>
            <a:xfrm>
              <a:off x="2901073" y="3962941"/>
              <a:ext cx="56042" cy="160640"/>
            </a:xfrm>
            <a:custGeom>
              <a:rect b="b" l="l" r="r" t="t"/>
              <a:pathLst>
                <a:path extrusionOk="0" h="10729" w="3743">
                  <a:moveTo>
                    <a:pt x="3385" y="0"/>
                  </a:moveTo>
                  <a:cubicBezTo>
                    <a:pt x="3206" y="0"/>
                    <a:pt x="3028" y="121"/>
                    <a:pt x="3028" y="363"/>
                  </a:cubicBezTo>
                  <a:lnTo>
                    <a:pt x="3028" y="9025"/>
                  </a:lnTo>
                  <a:cubicBezTo>
                    <a:pt x="3028" y="9572"/>
                    <a:pt x="2586" y="10013"/>
                    <a:pt x="2039" y="10013"/>
                  </a:cubicBezTo>
                  <a:lnTo>
                    <a:pt x="463" y="10013"/>
                  </a:lnTo>
                  <a:cubicBezTo>
                    <a:pt x="0" y="10013"/>
                    <a:pt x="0" y="10728"/>
                    <a:pt x="463" y="10728"/>
                  </a:cubicBezTo>
                  <a:lnTo>
                    <a:pt x="2039" y="10728"/>
                  </a:lnTo>
                  <a:cubicBezTo>
                    <a:pt x="2985" y="10728"/>
                    <a:pt x="3742" y="9971"/>
                    <a:pt x="3742" y="9025"/>
                  </a:cubicBezTo>
                  <a:lnTo>
                    <a:pt x="3742" y="363"/>
                  </a:lnTo>
                  <a:cubicBezTo>
                    <a:pt x="3742" y="121"/>
                    <a:pt x="3564" y="0"/>
                    <a:pt x="3385" y="0"/>
                  </a:cubicBezTo>
                  <a:close/>
                </a:path>
              </a:pathLst>
            </a:custGeom>
            <a:solidFill>
              <a:srgbClr val="344D6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160" name="Google Shape;12160;p42"/>
            <p:cNvSpPr/>
            <p:nvPr/>
          </p:nvSpPr>
          <p:spPr>
            <a:xfrm>
              <a:off x="2879976" y="4089249"/>
              <a:ext cx="39677" cy="54470"/>
            </a:xfrm>
            <a:custGeom>
              <a:rect b="b" l="l" r="r" t="t"/>
              <a:pathLst>
                <a:path extrusionOk="0" h="3638" w="2650">
                  <a:moveTo>
                    <a:pt x="0" y="0"/>
                  </a:moveTo>
                  <a:lnTo>
                    <a:pt x="0" y="3638"/>
                  </a:lnTo>
                  <a:lnTo>
                    <a:pt x="1956" y="3638"/>
                  </a:lnTo>
                  <a:cubicBezTo>
                    <a:pt x="2334" y="3638"/>
                    <a:pt x="2649" y="3322"/>
                    <a:pt x="2649" y="2944"/>
                  </a:cubicBezTo>
                  <a:lnTo>
                    <a:pt x="2649" y="694"/>
                  </a:lnTo>
                  <a:cubicBezTo>
                    <a:pt x="2649" y="316"/>
                    <a:pt x="2334" y="0"/>
                    <a:pt x="1956" y="0"/>
                  </a:cubicBezTo>
                  <a:close/>
                </a:path>
              </a:pathLst>
            </a:custGeom>
            <a:solidFill>
              <a:srgbClr val="344D6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161" name="Google Shape;12161;p42"/>
            <p:cNvSpPr/>
            <p:nvPr/>
          </p:nvSpPr>
          <p:spPr>
            <a:xfrm>
              <a:off x="2901073" y="4089249"/>
              <a:ext cx="18581" cy="54470"/>
            </a:xfrm>
            <a:custGeom>
              <a:rect b="b" l="l" r="r" t="t"/>
              <a:pathLst>
                <a:path extrusionOk="0" h="3638" w="1241">
                  <a:moveTo>
                    <a:pt x="0" y="0"/>
                  </a:moveTo>
                  <a:cubicBezTo>
                    <a:pt x="231" y="148"/>
                    <a:pt x="378" y="379"/>
                    <a:pt x="378" y="652"/>
                  </a:cubicBezTo>
                  <a:lnTo>
                    <a:pt x="378" y="3007"/>
                  </a:lnTo>
                  <a:cubicBezTo>
                    <a:pt x="378" y="3259"/>
                    <a:pt x="231" y="3511"/>
                    <a:pt x="0" y="3638"/>
                  </a:cubicBezTo>
                  <a:lnTo>
                    <a:pt x="547" y="3638"/>
                  </a:lnTo>
                  <a:cubicBezTo>
                    <a:pt x="925" y="3638"/>
                    <a:pt x="1240" y="3343"/>
                    <a:pt x="1240" y="2965"/>
                  </a:cubicBezTo>
                  <a:lnTo>
                    <a:pt x="1240" y="694"/>
                  </a:lnTo>
                  <a:cubicBezTo>
                    <a:pt x="1240" y="316"/>
                    <a:pt x="925" y="0"/>
                    <a:pt x="547" y="0"/>
                  </a:cubicBezTo>
                  <a:close/>
                </a:path>
              </a:pathLst>
            </a:custGeom>
            <a:solidFill>
              <a:srgbClr val="B1C0C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162" name="Google Shape;12162;p42"/>
            <p:cNvSpPr/>
            <p:nvPr/>
          </p:nvSpPr>
          <p:spPr>
            <a:xfrm>
              <a:off x="2622479" y="4021573"/>
              <a:ext cx="269475" cy="131593"/>
            </a:xfrm>
            <a:custGeom>
              <a:rect b="b" l="l" r="r" t="t"/>
              <a:pathLst>
                <a:path extrusionOk="0" h="8789" w="17998">
                  <a:moveTo>
                    <a:pt x="3470" y="0"/>
                  </a:moveTo>
                  <a:lnTo>
                    <a:pt x="379" y="3511"/>
                  </a:lnTo>
                  <a:cubicBezTo>
                    <a:pt x="148" y="3764"/>
                    <a:pt x="1" y="4121"/>
                    <a:pt x="1" y="4478"/>
                  </a:cubicBezTo>
                  <a:lnTo>
                    <a:pt x="1" y="7548"/>
                  </a:lnTo>
                  <a:cubicBezTo>
                    <a:pt x="1" y="8221"/>
                    <a:pt x="547" y="8788"/>
                    <a:pt x="1241" y="8788"/>
                  </a:cubicBezTo>
                  <a:lnTo>
                    <a:pt x="16778" y="8788"/>
                  </a:lnTo>
                  <a:cubicBezTo>
                    <a:pt x="17451" y="8767"/>
                    <a:pt x="17997" y="8221"/>
                    <a:pt x="17997" y="7548"/>
                  </a:cubicBezTo>
                  <a:lnTo>
                    <a:pt x="17997" y="4478"/>
                  </a:lnTo>
                  <a:cubicBezTo>
                    <a:pt x="17997" y="4121"/>
                    <a:pt x="17871" y="3764"/>
                    <a:pt x="17640" y="3511"/>
                  </a:cubicBezTo>
                  <a:lnTo>
                    <a:pt x="14549" y="0"/>
                  </a:lnTo>
                  <a:close/>
                </a:path>
              </a:pathLst>
            </a:custGeom>
            <a:solidFill>
              <a:srgbClr val="A3B6C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163" name="Google Shape;12163;p42"/>
            <p:cNvSpPr/>
            <p:nvPr/>
          </p:nvSpPr>
          <p:spPr>
            <a:xfrm>
              <a:off x="2642947" y="4021573"/>
              <a:ext cx="248693" cy="131279"/>
            </a:xfrm>
            <a:custGeom>
              <a:rect b="b" l="l" r="r" t="t"/>
              <a:pathLst>
                <a:path extrusionOk="0" h="8768" w="16610">
                  <a:moveTo>
                    <a:pt x="2103" y="0"/>
                  </a:moveTo>
                  <a:lnTo>
                    <a:pt x="0" y="2376"/>
                  </a:lnTo>
                  <a:cubicBezTo>
                    <a:pt x="2074" y="4793"/>
                    <a:pt x="5063" y="6101"/>
                    <a:pt x="8119" y="6101"/>
                  </a:cubicBezTo>
                  <a:cubicBezTo>
                    <a:pt x="9555" y="6101"/>
                    <a:pt x="11006" y="5812"/>
                    <a:pt x="12383" y="5214"/>
                  </a:cubicBezTo>
                  <a:cubicBezTo>
                    <a:pt x="12583" y="5125"/>
                    <a:pt x="12788" y="5084"/>
                    <a:pt x="12989" y="5084"/>
                  </a:cubicBezTo>
                  <a:cubicBezTo>
                    <a:pt x="13783" y="5084"/>
                    <a:pt x="14507" y="5729"/>
                    <a:pt x="14507" y="6602"/>
                  </a:cubicBezTo>
                  <a:lnTo>
                    <a:pt x="14507" y="7548"/>
                  </a:lnTo>
                  <a:cubicBezTo>
                    <a:pt x="14507" y="8221"/>
                    <a:pt x="13960" y="8767"/>
                    <a:pt x="13287" y="8767"/>
                  </a:cubicBezTo>
                  <a:lnTo>
                    <a:pt x="15390" y="8767"/>
                  </a:lnTo>
                  <a:cubicBezTo>
                    <a:pt x="16063" y="8767"/>
                    <a:pt x="16609" y="8221"/>
                    <a:pt x="16609" y="7548"/>
                  </a:cubicBezTo>
                  <a:lnTo>
                    <a:pt x="16609" y="4478"/>
                  </a:lnTo>
                  <a:cubicBezTo>
                    <a:pt x="16609" y="4121"/>
                    <a:pt x="16483" y="3785"/>
                    <a:pt x="16273" y="3511"/>
                  </a:cubicBezTo>
                  <a:lnTo>
                    <a:pt x="13182" y="0"/>
                  </a:lnTo>
                  <a:close/>
                </a:path>
              </a:pathLst>
            </a:custGeom>
            <a:solidFill>
              <a:srgbClr val="91A8B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164" name="Google Shape;12164;p42"/>
            <p:cNvSpPr/>
            <p:nvPr/>
          </p:nvSpPr>
          <p:spPr>
            <a:xfrm>
              <a:off x="2921525" y="3936889"/>
              <a:ext cx="52898" cy="45352"/>
            </a:xfrm>
            <a:custGeom>
              <a:rect b="b" l="l" r="r" t="t"/>
              <a:pathLst>
                <a:path extrusionOk="0" h="3029" w="3533">
                  <a:moveTo>
                    <a:pt x="2019" y="1"/>
                  </a:moveTo>
                  <a:cubicBezTo>
                    <a:pt x="673" y="1"/>
                    <a:pt x="1" y="1619"/>
                    <a:pt x="947" y="2587"/>
                  </a:cubicBezTo>
                  <a:cubicBezTo>
                    <a:pt x="1259" y="2892"/>
                    <a:pt x="1639" y="3029"/>
                    <a:pt x="2010" y="3029"/>
                  </a:cubicBezTo>
                  <a:cubicBezTo>
                    <a:pt x="2790" y="3029"/>
                    <a:pt x="3533" y="2426"/>
                    <a:pt x="3533" y="1514"/>
                  </a:cubicBezTo>
                  <a:cubicBezTo>
                    <a:pt x="3533" y="673"/>
                    <a:pt x="2860" y="1"/>
                    <a:pt x="2019" y="1"/>
                  </a:cubicBezTo>
                  <a:close/>
                </a:path>
              </a:pathLst>
            </a:custGeom>
            <a:solidFill>
              <a:srgbClr val="CDD8D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165" name="Google Shape;12165;p42"/>
            <p:cNvSpPr/>
            <p:nvPr/>
          </p:nvSpPr>
          <p:spPr>
            <a:xfrm>
              <a:off x="2942621" y="3936889"/>
              <a:ext cx="34003" cy="45307"/>
            </a:xfrm>
            <a:custGeom>
              <a:rect b="b" l="l" r="r" t="t"/>
              <a:pathLst>
                <a:path extrusionOk="0" h="3026" w="2271">
                  <a:moveTo>
                    <a:pt x="610" y="1"/>
                  </a:moveTo>
                  <a:cubicBezTo>
                    <a:pt x="400" y="1"/>
                    <a:pt x="189" y="43"/>
                    <a:pt x="0" y="127"/>
                  </a:cubicBezTo>
                  <a:cubicBezTo>
                    <a:pt x="1199" y="652"/>
                    <a:pt x="1199" y="2355"/>
                    <a:pt x="0" y="2902"/>
                  </a:cubicBezTo>
                  <a:cubicBezTo>
                    <a:pt x="197" y="2986"/>
                    <a:pt x="400" y="3026"/>
                    <a:pt x="597" y="3026"/>
                  </a:cubicBezTo>
                  <a:cubicBezTo>
                    <a:pt x="1286" y="3026"/>
                    <a:pt x="1918" y="2548"/>
                    <a:pt x="2082" y="1830"/>
                  </a:cubicBezTo>
                  <a:cubicBezTo>
                    <a:pt x="2271" y="884"/>
                    <a:pt x="1556" y="1"/>
                    <a:pt x="610" y="1"/>
                  </a:cubicBezTo>
                  <a:close/>
                </a:path>
              </a:pathLst>
            </a:custGeom>
            <a:solidFill>
              <a:srgbClr val="B4C3C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166" name="Google Shape;12166;p42"/>
            <p:cNvSpPr/>
            <p:nvPr/>
          </p:nvSpPr>
          <p:spPr>
            <a:xfrm>
              <a:off x="2611459" y="3810655"/>
              <a:ext cx="295288" cy="284163"/>
            </a:xfrm>
            <a:custGeom>
              <a:rect b="b" l="l" r="r" t="t"/>
              <a:pathLst>
                <a:path extrusionOk="0" h="18979" w="19722">
                  <a:moveTo>
                    <a:pt x="10240" y="1"/>
                  </a:moveTo>
                  <a:cubicBezTo>
                    <a:pt x="6392" y="1"/>
                    <a:pt x="2944" y="2313"/>
                    <a:pt x="1472" y="5867"/>
                  </a:cubicBezTo>
                  <a:cubicBezTo>
                    <a:pt x="1" y="9399"/>
                    <a:pt x="821" y="13498"/>
                    <a:pt x="3533" y="16211"/>
                  </a:cubicBezTo>
                  <a:cubicBezTo>
                    <a:pt x="5342" y="18020"/>
                    <a:pt x="7760" y="18978"/>
                    <a:pt x="10224" y="18978"/>
                  </a:cubicBezTo>
                  <a:cubicBezTo>
                    <a:pt x="11454" y="18978"/>
                    <a:pt x="12694" y="18740"/>
                    <a:pt x="13877" y="18250"/>
                  </a:cubicBezTo>
                  <a:cubicBezTo>
                    <a:pt x="17409" y="16778"/>
                    <a:pt x="19721" y="13330"/>
                    <a:pt x="19721" y="9483"/>
                  </a:cubicBezTo>
                  <a:cubicBezTo>
                    <a:pt x="19721" y="4248"/>
                    <a:pt x="15475" y="1"/>
                    <a:pt x="10240" y="1"/>
                  </a:cubicBezTo>
                  <a:close/>
                </a:path>
              </a:pathLst>
            </a:custGeom>
            <a:solidFill>
              <a:srgbClr val="CDD8D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167" name="Google Shape;12167;p42"/>
            <p:cNvSpPr/>
            <p:nvPr/>
          </p:nvSpPr>
          <p:spPr>
            <a:xfrm>
              <a:off x="2744924" y="3810655"/>
              <a:ext cx="166854" cy="284313"/>
            </a:xfrm>
            <a:custGeom>
              <a:rect b="b" l="l" r="r" t="t"/>
              <a:pathLst>
                <a:path extrusionOk="0" h="18989" w="11144">
                  <a:moveTo>
                    <a:pt x="1326" y="1"/>
                  </a:moveTo>
                  <a:cubicBezTo>
                    <a:pt x="884" y="1"/>
                    <a:pt x="442" y="22"/>
                    <a:pt x="1" y="85"/>
                  </a:cubicBezTo>
                  <a:cubicBezTo>
                    <a:pt x="4710" y="737"/>
                    <a:pt x="8200" y="4752"/>
                    <a:pt x="8200" y="9483"/>
                  </a:cubicBezTo>
                  <a:cubicBezTo>
                    <a:pt x="8200" y="14234"/>
                    <a:pt x="4710" y="18250"/>
                    <a:pt x="1" y="18902"/>
                  </a:cubicBezTo>
                  <a:cubicBezTo>
                    <a:pt x="435" y="18960"/>
                    <a:pt x="865" y="18989"/>
                    <a:pt x="1290" y="18989"/>
                  </a:cubicBezTo>
                  <a:cubicBezTo>
                    <a:pt x="6204" y="18989"/>
                    <a:pt x="10417" y="15187"/>
                    <a:pt x="10765" y="10156"/>
                  </a:cubicBezTo>
                  <a:cubicBezTo>
                    <a:pt x="11144" y="4668"/>
                    <a:pt x="6813" y="1"/>
                    <a:pt x="1326" y="1"/>
                  </a:cubicBezTo>
                  <a:close/>
                </a:path>
              </a:pathLst>
            </a:custGeom>
            <a:solidFill>
              <a:srgbClr val="B4C3C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168" name="Google Shape;12168;p42"/>
            <p:cNvSpPr/>
            <p:nvPr/>
          </p:nvSpPr>
          <p:spPr>
            <a:xfrm>
              <a:off x="2722900" y="3921467"/>
              <a:ext cx="73036" cy="62540"/>
            </a:xfrm>
            <a:custGeom>
              <a:rect b="b" l="l" r="r" t="t"/>
              <a:pathLst>
                <a:path extrusionOk="0" h="4177" w="4878">
                  <a:moveTo>
                    <a:pt x="2797" y="0"/>
                  </a:moveTo>
                  <a:cubicBezTo>
                    <a:pt x="925" y="0"/>
                    <a:pt x="0" y="2250"/>
                    <a:pt x="1325" y="3554"/>
                  </a:cubicBezTo>
                  <a:cubicBezTo>
                    <a:pt x="1748" y="3984"/>
                    <a:pt x="2272" y="4177"/>
                    <a:pt x="2786" y="4177"/>
                  </a:cubicBezTo>
                  <a:cubicBezTo>
                    <a:pt x="3853" y="4177"/>
                    <a:pt x="4878" y="3345"/>
                    <a:pt x="4878" y="2082"/>
                  </a:cubicBezTo>
                  <a:cubicBezTo>
                    <a:pt x="4878" y="925"/>
                    <a:pt x="3953" y="0"/>
                    <a:pt x="2797" y="0"/>
                  </a:cubicBezTo>
                  <a:close/>
                </a:path>
              </a:pathLst>
            </a:custGeom>
            <a:solidFill>
              <a:srgbClr val="A5B8C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169" name="Google Shape;12169;p42"/>
            <p:cNvSpPr/>
            <p:nvPr/>
          </p:nvSpPr>
          <p:spPr>
            <a:xfrm>
              <a:off x="2752800" y="3921467"/>
              <a:ext cx="46295" cy="62540"/>
            </a:xfrm>
            <a:custGeom>
              <a:rect b="b" l="l" r="r" t="t"/>
              <a:pathLst>
                <a:path extrusionOk="0" h="4177" w="3092">
                  <a:moveTo>
                    <a:pt x="800" y="0"/>
                  </a:moveTo>
                  <a:cubicBezTo>
                    <a:pt x="526" y="0"/>
                    <a:pt x="253" y="42"/>
                    <a:pt x="1" y="148"/>
                  </a:cubicBezTo>
                  <a:cubicBezTo>
                    <a:pt x="1746" y="862"/>
                    <a:pt x="1746" y="3322"/>
                    <a:pt x="1" y="4016"/>
                  </a:cubicBezTo>
                  <a:cubicBezTo>
                    <a:pt x="264" y="4125"/>
                    <a:pt x="534" y="4176"/>
                    <a:pt x="799" y="4176"/>
                  </a:cubicBezTo>
                  <a:cubicBezTo>
                    <a:pt x="1758" y="4176"/>
                    <a:pt x="2641" y="3503"/>
                    <a:pt x="2839" y="2481"/>
                  </a:cubicBezTo>
                  <a:cubicBezTo>
                    <a:pt x="3091" y="1199"/>
                    <a:pt x="2103" y="0"/>
                    <a:pt x="800" y="0"/>
                  </a:cubicBezTo>
                  <a:close/>
                </a:path>
              </a:pathLst>
            </a:custGeom>
            <a:solidFill>
              <a:srgbClr val="8DA5B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2170" name="Google Shape;12170;p42"/>
          <p:cNvGrpSpPr/>
          <p:nvPr/>
        </p:nvGrpSpPr>
        <p:grpSpPr>
          <a:xfrm>
            <a:off x="3952456" y="1341280"/>
            <a:ext cx="370196" cy="300153"/>
            <a:chOff x="3952456" y="1524280"/>
            <a:chExt cx="370196" cy="300153"/>
          </a:xfrm>
        </p:grpSpPr>
        <p:sp>
          <p:nvSpPr>
            <p:cNvPr id="12171" name="Google Shape;12171;p42"/>
            <p:cNvSpPr/>
            <p:nvPr/>
          </p:nvSpPr>
          <p:spPr>
            <a:xfrm>
              <a:off x="3952456" y="1550482"/>
              <a:ext cx="370195" cy="248064"/>
            </a:xfrm>
            <a:custGeom>
              <a:rect b="b" l="l" r="r" t="t"/>
              <a:pathLst>
                <a:path extrusionOk="0" h="16568" w="24725">
                  <a:moveTo>
                    <a:pt x="484" y="1"/>
                  </a:moveTo>
                  <a:cubicBezTo>
                    <a:pt x="211" y="1"/>
                    <a:pt x="0" y="232"/>
                    <a:pt x="0" y="505"/>
                  </a:cubicBezTo>
                  <a:lnTo>
                    <a:pt x="0" y="16063"/>
                  </a:lnTo>
                  <a:cubicBezTo>
                    <a:pt x="0" y="16337"/>
                    <a:pt x="211" y="16568"/>
                    <a:pt x="484" y="16568"/>
                  </a:cubicBezTo>
                  <a:lnTo>
                    <a:pt x="24241" y="16568"/>
                  </a:lnTo>
                  <a:cubicBezTo>
                    <a:pt x="24515" y="16568"/>
                    <a:pt x="24725" y="16337"/>
                    <a:pt x="24725" y="16063"/>
                  </a:cubicBezTo>
                  <a:lnTo>
                    <a:pt x="24725" y="15138"/>
                  </a:lnTo>
                  <a:lnTo>
                    <a:pt x="24725" y="505"/>
                  </a:lnTo>
                  <a:cubicBezTo>
                    <a:pt x="24725" y="232"/>
                    <a:pt x="24515" y="1"/>
                    <a:pt x="24241" y="1"/>
                  </a:cubicBezTo>
                  <a:close/>
                </a:path>
              </a:pathLst>
            </a:custGeom>
            <a:solidFill>
              <a:srgbClr val="90A7B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172" name="Google Shape;12172;p42"/>
            <p:cNvSpPr/>
            <p:nvPr/>
          </p:nvSpPr>
          <p:spPr>
            <a:xfrm>
              <a:off x="3977955" y="1550482"/>
              <a:ext cx="344697" cy="226669"/>
            </a:xfrm>
            <a:custGeom>
              <a:rect b="b" l="l" r="r" t="t"/>
              <a:pathLst>
                <a:path extrusionOk="0" h="15139" w="23022">
                  <a:moveTo>
                    <a:pt x="21" y="1"/>
                  </a:moveTo>
                  <a:lnTo>
                    <a:pt x="21" y="14634"/>
                  </a:lnTo>
                  <a:cubicBezTo>
                    <a:pt x="0" y="14907"/>
                    <a:pt x="232" y="15138"/>
                    <a:pt x="505" y="15138"/>
                  </a:cubicBezTo>
                  <a:lnTo>
                    <a:pt x="23022" y="15138"/>
                  </a:lnTo>
                  <a:lnTo>
                    <a:pt x="23022" y="505"/>
                  </a:lnTo>
                  <a:cubicBezTo>
                    <a:pt x="23022" y="232"/>
                    <a:pt x="22812" y="1"/>
                    <a:pt x="22538" y="1"/>
                  </a:cubicBezTo>
                  <a:close/>
                </a:path>
              </a:pathLst>
            </a:custGeom>
            <a:solidFill>
              <a:srgbClr val="AABCC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173" name="Google Shape;12173;p42"/>
            <p:cNvSpPr/>
            <p:nvPr/>
          </p:nvSpPr>
          <p:spPr>
            <a:xfrm>
              <a:off x="3990232" y="1524280"/>
              <a:ext cx="294644" cy="251613"/>
            </a:xfrm>
            <a:custGeom>
              <a:rect b="b" l="l" r="r" t="t"/>
              <a:pathLst>
                <a:path extrusionOk="0" h="16805" w="19679">
                  <a:moveTo>
                    <a:pt x="4933" y="0"/>
                  </a:moveTo>
                  <a:cubicBezTo>
                    <a:pt x="3281" y="0"/>
                    <a:pt x="1628" y="347"/>
                    <a:pt x="84" y="1036"/>
                  </a:cubicBezTo>
                  <a:cubicBezTo>
                    <a:pt x="42" y="1057"/>
                    <a:pt x="0" y="1099"/>
                    <a:pt x="0" y="1141"/>
                  </a:cubicBezTo>
                  <a:lnTo>
                    <a:pt x="0" y="16615"/>
                  </a:lnTo>
                  <a:cubicBezTo>
                    <a:pt x="0" y="16688"/>
                    <a:pt x="79" y="16745"/>
                    <a:pt x="142" y="16745"/>
                  </a:cubicBezTo>
                  <a:cubicBezTo>
                    <a:pt x="151" y="16745"/>
                    <a:pt x="160" y="16744"/>
                    <a:pt x="168" y="16741"/>
                  </a:cubicBezTo>
                  <a:cubicBezTo>
                    <a:pt x="1684" y="16071"/>
                    <a:pt x="3301" y="15739"/>
                    <a:pt x="4918" y="15739"/>
                  </a:cubicBezTo>
                  <a:cubicBezTo>
                    <a:pt x="6597" y="15739"/>
                    <a:pt x="8276" y="16097"/>
                    <a:pt x="9840" y="16804"/>
                  </a:cubicBezTo>
                  <a:cubicBezTo>
                    <a:pt x="11404" y="16097"/>
                    <a:pt x="13082" y="15739"/>
                    <a:pt x="14762" y="15739"/>
                  </a:cubicBezTo>
                  <a:cubicBezTo>
                    <a:pt x="16378" y="15739"/>
                    <a:pt x="17995" y="16071"/>
                    <a:pt x="19511" y="16741"/>
                  </a:cubicBezTo>
                  <a:cubicBezTo>
                    <a:pt x="19519" y="16744"/>
                    <a:pt x="19528" y="16745"/>
                    <a:pt x="19537" y="16745"/>
                  </a:cubicBezTo>
                  <a:cubicBezTo>
                    <a:pt x="19600" y="16745"/>
                    <a:pt x="19679" y="16688"/>
                    <a:pt x="19679" y="16615"/>
                  </a:cubicBezTo>
                  <a:lnTo>
                    <a:pt x="19679" y="1141"/>
                  </a:lnTo>
                  <a:cubicBezTo>
                    <a:pt x="19679" y="1099"/>
                    <a:pt x="19637" y="1057"/>
                    <a:pt x="19595" y="1036"/>
                  </a:cubicBezTo>
                  <a:cubicBezTo>
                    <a:pt x="18051" y="347"/>
                    <a:pt x="16398" y="0"/>
                    <a:pt x="14747" y="0"/>
                  </a:cubicBezTo>
                  <a:cubicBezTo>
                    <a:pt x="13071" y="0"/>
                    <a:pt x="11396" y="358"/>
                    <a:pt x="9840" y="1078"/>
                  </a:cubicBezTo>
                  <a:cubicBezTo>
                    <a:pt x="8283" y="358"/>
                    <a:pt x="6609" y="0"/>
                    <a:pt x="4933" y="0"/>
                  </a:cubicBezTo>
                  <a:close/>
                </a:path>
              </a:pathLst>
            </a:custGeom>
            <a:solidFill>
              <a:srgbClr val="223D5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174" name="Google Shape;12174;p42"/>
            <p:cNvSpPr/>
            <p:nvPr/>
          </p:nvSpPr>
          <p:spPr>
            <a:xfrm>
              <a:off x="4003138" y="1524430"/>
              <a:ext cx="281738" cy="230367"/>
            </a:xfrm>
            <a:custGeom>
              <a:rect b="b" l="l" r="r" t="t"/>
              <a:pathLst>
                <a:path extrusionOk="0" h="15386" w="18817">
                  <a:moveTo>
                    <a:pt x="13885" y="1"/>
                  </a:moveTo>
                  <a:cubicBezTo>
                    <a:pt x="12209" y="1"/>
                    <a:pt x="10534" y="358"/>
                    <a:pt x="8978" y="1068"/>
                  </a:cubicBezTo>
                  <a:cubicBezTo>
                    <a:pt x="7423" y="360"/>
                    <a:pt x="5747" y="5"/>
                    <a:pt x="4069" y="5"/>
                  </a:cubicBezTo>
                  <a:cubicBezTo>
                    <a:pt x="2706" y="5"/>
                    <a:pt x="1343" y="239"/>
                    <a:pt x="42" y="711"/>
                  </a:cubicBezTo>
                  <a:lnTo>
                    <a:pt x="0" y="711"/>
                  </a:lnTo>
                  <a:lnTo>
                    <a:pt x="0" y="15196"/>
                  </a:lnTo>
                  <a:cubicBezTo>
                    <a:pt x="0" y="15262"/>
                    <a:pt x="51" y="15315"/>
                    <a:pt x="114" y="15315"/>
                  </a:cubicBezTo>
                  <a:cubicBezTo>
                    <a:pt x="132" y="15315"/>
                    <a:pt x="150" y="15311"/>
                    <a:pt x="168" y="15301"/>
                  </a:cubicBezTo>
                  <a:cubicBezTo>
                    <a:pt x="1858" y="14556"/>
                    <a:pt x="3381" y="14304"/>
                    <a:pt x="4666" y="14304"/>
                  </a:cubicBezTo>
                  <a:cubicBezTo>
                    <a:pt x="7332" y="14304"/>
                    <a:pt x="8978" y="15386"/>
                    <a:pt x="8978" y="15386"/>
                  </a:cubicBezTo>
                  <a:cubicBezTo>
                    <a:pt x="10765" y="14671"/>
                    <a:pt x="12657" y="14313"/>
                    <a:pt x="14570" y="14313"/>
                  </a:cubicBezTo>
                  <a:cubicBezTo>
                    <a:pt x="14626" y="14313"/>
                    <a:pt x="14682" y="14312"/>
                    <a:pt x="14738" y="14312"/>
                  </a:cubicBezTo>
                  <a:cubicBezTo>
                    <a:pt x="16131" y="14312"/>
                    <a:pt x="17503" y="14563"/>
                    <a:pt x="18817" y="15028"/>
                  </a:cubicBezTo>
                  <a:lnTo>
                    <a:pt x="18817" y="1131"/>
                  </a:lnTo>
                  <a:cubicBezTo>
                    <a:pt x="18817" y="1089"/>
                    <a:pt x="18775" y="1047"/>
                    <a:pt x="18733" y="1047"/>
                  </a:cubicBezTo>
                  <a:cubicBezTo>
                    <a:pt x="17189" y="348"/>
                    <a:pt x="15536" y="1"/>
                    <a:pt x="13885" y="1"/>
                  </a:cubicBezTo>
                  <a:close/>
                </a:path>
              </a:pathLst>
            </a:custGeom>
            <a:solidFill>
              <a:srgbClr val="4E677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175" name="Google Shape;12175;p42"/>
            <p:cNvSpPr/>
            <p:nvPr/>
          </p:nvSpPr>
          <p:spPr>
            <a:xfrm>
              <a:off x="4137547" y="1524280"/>
              <a:ext cx="147329" cy="230517"/>
            </a:xfrm>
            <a:custGeom>
              <a:rect b="b" l="l" r="r" t="t"/>
              <a:pathLst>
                <a:path extrusionOk="0" h="15396" w="9840">
                  <a:moveTo>
                    <a:pt x="4908" y="0"/>
                  </a:moveTo>
                  <a:cubicBezTo>
                    <a:pt x="3232" y="0"/>
                    <a:pt x="1557" y="358"/>
                    <a:pt x="1" y="1078"/>
                  </a:cubicBezTo>
                  <a:lnTo>
                    <a:pt x="1" y="15396"/>
                  </a:lnTo>
                  <a:cubicBezTo>
                    <a:pt x="1788" y="14681"/>
                    <a:pt x="3680" y="14323"/>
                    <a:pt x="5593" y="14323"/>
                  </a:cubicBezTo>
                  <a:cubicBezTo>
                    <a:pt x="5649" y="14323"/>
                    <a:pt x="5705" y="14322"/>
                    <a:pt x="5761" y="14322"/>
                  </a:cubicBezTo>
                  <a:cubicBezTo>
                    <a:pt x="7154" y="14322"/>
                    <a:pt x="8526" y="14573"/>
                    <a:pt x="9840" y="15038"/>
                  </a:cubicBezTo>
                  <a:lnTo>
                    <a:pt x="9840" y="1141"/>
                  </a:lnTo>
                  <a:cubicBezTo>
                    <a:pt x="9840" y="1099"/>
                    <a:pt x="9798" y="1057"/>
                    <a:pt x="9756" y="1036"/>
                  </a:cubicBezTo>
                  <a:cubicBezTo>
                    <a:pt x="8212" y="347"/>
                    <a:pt x="6559" y="0"/>
                    <a:pt x="4908" y="0"/>
                  </a:cubicBezTo>
                  <a:close/>
                </a:path>
              </a:pathLst>
            </a:custGeom>
            <a:solidFill>
              <a:srgbClr val="7F94A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176" name="Google Shape;12176;p42"/>
            <p:cNvSpPr/>
            <p:nvPr/>
          </p:nvSpPr>
          <p:spPr>
            <a:xfrm>
              <a:off x="4137547" y="1766430"/>
              <a:ext cx="25828" cy="58003"/>
            </a:xfrm>
            <a:custGeom>
              <a:rect b="b" l="l" r="r" t="t"/>
              <a:pathLst>
                <a:path extrusionOk="0" h="3874" w="1725">
                  <a:moveTo>
                    <a:pt x="1725" y="0"/>
                  </a:moveTo>
                  <a:cubicBezTo>
                    <a:pt x="1136" y="148"/>
                    <a:pt x="547" y="379"/>
                    <a:pt x="1" y="631"/>
                  </a:cubicBezTo>
                  <a:lnTo>
                    <a:pt x="1" y="3743"/>
                  </a:lnTo>
                  <a:cubicBezTo>
                    <a:pt x="1" y="3819"/>
                    <a:pt x="67" y="3873"/>
                    <a:pt x="127" y="3873"/>
                  </a:cubicBezTo>
                  <a:cubicBezTo>
                    <a:pt x="150" y="3873"/>
                    <a:pt x="172" y="3865"/>
                    <a:pt x="190" y="3848"/>
                  </a:cubicBezTo>
                  <a:lnTo>
                    <a:pt x="799" y="3364"/>
                  </a:lnTo>
                  <a:cubicBezTo>
                    <a:pt x="821" y="3343"/>
                    <a:pt x="847" y="3333"/>
                    <a:pt x="876" y="3333"/>
                  </a:cubicBezTo>
                  <a:cubicBezTo>
                    <a:pt x="905" y="3333"/>
                    <a:pt x="936" y="3343"/>
                    <a:pt x="968" y="3364"/>
                  </a:cubicBezTo>
                  <a:lnTo>
                    <a:pt x="1514" y="3827"/>
                  </a:lnTo>
                  <a:cubicBezTo>
                    <a:pt x="1541" y="3847"/>
                    <a:pt x="1573" y="3857"/>
                    <a:pt x="1603" y="3857"/>
                  </a:cubicBezTo>
                  <a:cubicBezTo>
                    <a:pt x="1666" y="3857"/>
                    <a:pt x="1725" y="3814"/>
                    <a:pt x="1725" y="3743"/>
                  </a:cubicBezTo>
                  <a:lnTo>
                    <a:pt x="1725" y="0"/>
                  </a:lnTo>
                  <a:close/>
                </a:path>
              </a:pathLst>
            </a:custGeom>
            <a:solidFill>
              <a:srgbClr val="C6D2D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12177" name="Google Shape;12177;p42"/>
          <p:cNvSpPr txBox="1"/>
          <p:nvPr/>
        </p:nvSpPr>
        <p:spPr>
          <a:xfrm>
            <a:off x="849675" y="722092"/>
            <a:ext cx="3482100" cy="482400"/>
          </a:xfrm>
          <a:prstGeom prst="rect">
            <a:avLst/>
          </a:prstGeom>
          <a:noFill/>
          <a:ln>
            <a:noFill/>
          </a:ln>
        </p:spPr>
        <p:txBody>
          <a:bodyPr anchorCtr="0" anchor="t"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2400"/>
              <a:buFont typeface="Arial"/>
              <a:buNone/>
            </a:pPr>
            <a:r>
              <a:rPr b="0" i="0" lang="en" sz="2400" u="none" cap="none" strike="noStrike">
                <a:solidFill>
                  <a:srgbClr val="FFFFFF"/>
                </a:solidFill>
                <a:latin typeface="Arial"/>
                <a:ea typeface="Arial"/>
                <a:cs typeface="Arial"/>
                <a:sym typeface="Arial"/>
              </a:rPr>
              <a:t>Educational Icons</a:t>
            </a:r>
            <a:endParaRPr b="0" i="0" sz="2400" u="none" cap="none" strike="noStrike">
              <a:solidFill>
                <a:srgbClr val="FFFFFF"/>
              </a:solidFill>
              <a:latin typeface="Arial"/>
              <a:ea typeface="Arial"/>
              <a:cs typeface="Arial"/>
              <a:sym typeface="Arial"/>
            </a:endParaRPr>
          </a:p>
        </p:txBody>
      </p:sp>
      <p:sp>
        <p:nvSpPr>
          <p:cNvPr id="12178" name="Google Shape;12178;p42"/>
          <p:cNvSpPr txBox="1"/>
          <p:nvPr/>
        </p:nvSpPr>
        <p:spPr>
          <a:xfrm>
            <a:off x="4858400" y="722092"/>
            <a:ext cx="3482100" cy="482400"/>
          </a:xfrm>
          <a:prstGeom prst="rect">
            <a:avLst/>
          </a:prstGeom>
          <a:noFill/>
          <a:ln>
            <a:noFill/>
          </a:ln>
        </p:spPr>
        <p:txBody>
          <a:bodyPr anchorCtr="0" anchor="t"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2400"/>
              <a:buFont typeface="Arial"/>
              <a:buNone/>
            </a:pPr>
            <a:r>
              <a:rPr b="0" i="0" lang="en" sz="2400" u="none" cap="none" strike="noStrike">
                <a:solidFill>
                  <a:srgbClr val="FFFFFF"/>
                </a:solidFill>
                <a:latin typeface="Arial"/>
                <a:ea typeface="Arial"/>
                <a:cs typeface="Arial"/>
                <a:sym typeface="Arial"/>
              </a:rPr>
              <a:t>Medical Icons</a:t>
            </a:r>
            <a:endParaRPr b="0" i="0" sz="2400" u="none" cap="none" strike="noStrike">
              <a:solidFill>
                <a:srgbClr val="FFFFFF"/>
              </a:solidFill>
              <a:latin typeface="Arial"/>
              <a:ea typeface="Arial"/>
              <a:cs typeface="Arial"/>
              <a:sym typeface="Arial"/>
            </a:endParaRPr>
          </a:p>
        </p:txBody>
      </p:sp>
    </p:spTree>
  </p:cSld>
  <p:clrMapOvr>
    <a:masterClrMapping/>
  </p:clrMapOvr>
</p:sld>
</file>

<file path=ppt/slides/slide5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0">
  <p:cSld>
    <p:bg>
      <p:bgPr>
        <a:solidFill>
          <a:srgbClr val="0E2A47"/>
        </a:solidFill>
      </p:bgPr>
    </p:bg>
    <p:spTree>
      <p:nvGrpSpPr>
        <p:cNvPr id="12182" name="Shape 12182"/>
        <p:cNvGrpSpPr/>
        <p:nvPr/>
      </p:nvGrpSpPr>
      <p:grpSpPr>
        <a:xfrm>
          <a:off x="0" y="0"/>
          <a:ext cx="0" cy="0"/>
          <a:chOff x="0" y="0"/>
          <a:chExt cx="0" cy="0"/>
        </a:xfrm>
      </p:grpSpPr>
      <p:grpSp>
        <p:nvGrpSpPr>
          <p:cNvPr id="12183" name="Google Shape;12183;p43"/>
          <p:cNvGrpSpPr/>
          <p:nvPr/>
        </p:nvGrpSpPr>
        <p:grpSpPr>
          <a:xfrm>
            <a:off x="908482" y="1350185"/>
            <a:ext cx="257112" cy="362808"/>
            <a:chOff x="908482" y="1502585"/>
            <a:chExt cx="257112" cy="362808"/>
          </a:xfrm>
        </p:grpSpPr>
        <p:sp>
          <p:nvSpPr>
            <p:cNvPr id="12184" name="Google Shape;12184;p43"/>
            <p:cNvSpPr/>
            <p:nvPr/>
          </p:nvSpPr>
          <p:spPr>
            <a:xfrm>
              <a:off x="908482" y="1526088"/>
              <a:ext cx="257112" cy="339305"/>
            </a:xfrm>
            <a:custGeom>
              <a:rect b="b" l="l" r="r" t="t"/>
              <a:pathLst>
                <a:path extrusionOk="0" h="12921" w="9791">
                  <a:moveTo>
                    <a:pt x="670" y="0"/>
                  </a:moveTo>
                  <a:cubicBezTo>
                    <a:pt x="297" y="0"/>
                    <a:pt x="0" y="297"/>
                    <a:pt x="0" y="670"/>
                  </a:cubicBezTo>
                  <a:lnTo>
                    <a:pt x="0" y="12250"/>
                  </a:lnTo>
                  <a:cubicBezTo>
                    <a:pt x="0" y="12623"/>
                    <a:pt x="297" y="12920"/>
                    <a:pt x="670" y="12920"/>
                  </a:cubicBezTo>
                  <a:lnTo>
                    <a:pt x="9131" y="12920"/>
                  </a:lnTo>
                  <a:cubicBezTo>
                    <a:pt x="9494" y="12920"/>
                    <a:pt x="9791" y="12623"/>
                    <a:pt x="9791" y="12250"/>
                  </a:cubicBezTo>
                  <a:lnTo>
                    <a:pt x="9791" y="670"/>
                  </a:lnTo>
                  <a:cubicBezTo>
                    <a:pt x="9791" y="297"/>
                    <a:pt x="9494" y="0"/>
                    <a:pt x="9131" y="0"/>
                  </a:cubicBezTo>
                  <a:lnTo>
                    <a:pt x="5561" y="0"/>
                  </a:lnTo>
                  <a:cubicBezTo>
                    <a:pt x="5551" y="354"/>
                    <a:pt x="5255" y="642"/>
                    <a:pt x="4900" y="642"/>
                  </a:cubicBezTo>
                  <a:cubicBezTo>
                    <a:pt x="4537" y="642"/>
                    <a:pt x="4240" y="354"/>
                    <a:pt x="4231" y="0"/>
                  </a:cubicBezTo>
                  <a:close/>
                </a:path>
              </a:pathLst>
            </a:custGeom>
            <a:solidFill>
              <a:srgbClr val="BBC6C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185" name="Google Shape;12185;p43"/>
            <p:cNvSpPr/>
            <p:nvPr/>
          </p:nvSpPr>
          <p:spPr>
            <a:xfrm>
              <a:off x="920036" y="1526088"/>
              <a:ext cx="234003" cy="315671"/>
            </a:xfrm>
            <a:custGeom>
              <a:rect b="b" l="l" r="r" t="t"/>
              <a:pathLst>
                <a:path extrusionOk="0" h="12021" w="8911">
                  <a:moveTo>
                    <a:pt x="2010" y="0"/>
                  </a:moveTo>
                  <a:lnTo>
                    <a:pt x="2010" y="220"/>
                  </a:lnTo>
                  <a:cubicBezTo>
                    <a:pt x="2001" y="345"/>
                    <a:pt x="1905" y="441"/>
                    <a:pt x="1790" y="441"/>
                  </a:cubicBezTo>
                  <a:lnTo>
                    <a:pt x="450" y="441"/>
                  </a:lnTo>
                  <a:cubicBezTo>
                    <a:pt x="202" y="441"/>
                    <a:pt x="1" y="642"/>
                    <a:pt x="1" y="890"/>
                  </a:cubicBezTo>
                  <a:lnTo>
                    <a:pt x="1" y="11580"/>
                  </a:lnTo>
                  <a:cubicBezTo>
                    <a:pt x="1" y="11820"/>
                    <a:pt x="202" y="12021"/>
                    <a:pt x="450" y="12021"/>
                  </a:cubicBezTo>
                  <a:lnTo>
                    <a:pt x="8461" y="12021"/>
                  </a:lnTo>
                  <a:cubicBezTo>
                    <a:pt x="8710" y="12021"/>
                    <a:pt x="8911" y="11820"/>
                    <a:pt x="8911" y="11580"/>
                  </a:cubicBezTo>
                  <a:lnTo>
                    <a:pt x="8911" y="890"/>
                  </a:lnTo>
                  <a:cubicBezTo>
                    <a:pt x="8911" y="642"/>
                    <a:pt x="8710" y="441"/>
                    <a:pt x="8470" y="441"/>
                  </a:cubicBezTo>
                  <a:lnTo>
                    <a:pt x="7131" y="441"/>
                  </a:lnTo>
                  <a:cubicBezTo>
                    <a:pt x="7006" y="441"/>
                    <a:pt x="6910" y="345"/>
                    <a:pt x="6910" y="220"/>
                  </a:cubicBezTo>
                  <a:lnTo>
                    <a:pt x="6910" y="0"/>
                  </a:lnTo>
                  <a:lnTo>
                    <a:pt x="5121" y="0"/>
                  </a:lnTo>
                  <a:cubicBezTo>
                    <a:pt x="5111" y="354"/>
                    <a:pt x="4815" y="642"/>
                    <a:pt x="4460" y="642"/>
                  </a:cubicBezTo>
                  <a:cubicBezTo>
                    <a:pt x="4097" y="642"/>
                    <a:pt x="3800" y="354"/>
                    <a:pt x="3791" y="0"/>
                  </a:cubicBezTo>
                  <a:close/>
                </a:path>
              </a:pathLst>
            </a:custGeom>
            <a:solidFill>
              <a:srgbClr val="AAB8C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186" name="Google Shape;12186;p43"/>
            <p:cNvSpPr/>
            <p:nvPr/>
          </p:nvSpPr>
          <p:spPr>
            <a:xfrm>
              <a:off x="931853" y="1549459"/>
              <a:ext cx="210631" cy="280746"/>
            </a:xfrm>
            <a:custGeom>
              <a:rect b="b" l="l" r="r" t="t"/>
              <a:pathLst>
                <a:path extrusionOk="0" h="10691" w="8021">
                  <a:moveTo>
                    <a:pt x="221" y="0"/>
                  </a:moveTo>
                  <a:cubicBezTo>
                    <a:pt x="96" y="0"/>
                    <a:pt x="0" y="106"/>
                    <a:pt x="0" y="220"/>
                  </a:cubicBezTo>
                  <a:lnTo>
                    <a:pt x="0" y="10470"/>
                  </a:lnTo>
                  <a:cubicBezTo>
                    <a:pt x="0" y="10595"/>
                    <a:pt x="96" y="10690"/>
                    <a:pt x="221" y="10690"/>
                  </a:cubicBezTo>
                  <a:lnTo>
                    <a:pt x="7791" y="10690"/>
                  </a:lnTo>
                  <a:cubicBezTo>
                    <a:pt x="7915" y="10690"/>
                    <a:pt x="8020" y="10595"/>
                    <a:pt x="8020" y="10470"/>
                  </a:cubicBezTo>
                  <a:lnTo>
                    <a:pt x="8020" y="220"/>
                  </a:lnTo>
                  <a:cubicBezTo>
                    <a:pt x="8020" y="106"/>
                    <a:pt x="7915" y="0"/>
                    <a:pt x="7791" y="0"/>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187" name="Google Shape;12187;p43"/>
            <p:cNvSpPr/>
            <p:nvPr/>
          </p:nvSpPr>
          <p:spPr>
            <a:xfrm>
              <a:off x="984373" y="1502585"/>
              <a:ext cx="105329" cy="52678"/>
            </a:xfrm>
            <a:custGeom>
              <a:rect b="b" l="l" r="r" t="t"/>
              <a:pathLst>
                <a:path extrusionOk="0" h="2006" w="4011">
                  <a:moveTo>
                    <a:pt x="2004" y="558"/>
                  </a:moveTo>
                  <a:cubicBezTo>
                    <a:pt x="2178" y="558"/>
                    <a:pt x="2345" y="694"/>
                    <a:pt x="2345" y="895"/>
                  </a:cubicBezTo>
                  <a:cubicBezTo>
                    <a:pt x="2345" y="1087"/>
                    <a:pt x="2192" y="1230"/>
                    <a:pt x="2010" y="1230"/>
                  </a:cubicBezTo>
                  <a:cubicBezTo>
                    <a:pt x="1714" y="1230"/>
                    <a:pt x="1561" y="867"/>
                    <a:pt x="1771" y="656"/>
                  </a:cubicBezTo>
                  <a:cubicBezTo>
                    <a:pt x="1839" y="589"/>
                    <a:pt x="1922" y="558"/>
                    <a:pt x="2004" y="558"/>
                  </a:cubicBezTo>
                  <a:close/>
                  <a:moveTo>
                    <a:pt x="2006" y="0"/>
                  </a:moveTo>
                  <a:cubicBezTo>
                    <a:pt x="1707" y="0"/>
                    <a:pt x="1408" y="149"/>
                    <a:pt x="1235" y="446"/>
                  </a:cubicBezTo>
                  <a:lnTo>
                    <a:pt x="450" y="446"/>
                  </a:lnTo>
                  <a:cubicBezTo>
                    <a:pt x="202" y="446"/>
                    <a:pt x="1" y="646"/>
                    <a:pt x="1" y="895"/>
                  </a:cubicBezTo>
                  <a:lnTo>
                    <a:pt x="1" y="1785"/>
                  </a:lnTo>
                  <a:cubicBezTo>
                    <a:pt x="1" y="1910"/>
                    <a:pt x="106" y="2005"/>
                    <a:pt x="230" y="2005"/>
                  </a:cubicBezTo>
                  <a:lnTo>
                    <a:pt x="3791" y="2005"/>
                  </a:lnTo>
                  <a:cubicBezTo>
                    <a:pt x="3915" y="2005"/>
                    <a:pt x="4011" y="1910"/>
                    <a:pt x="4011" y="1785"/>
                  </a:cubicBezTo>
                  <a:lnTo>
                    <a:pt x="4011" y="895"/>
                  </a:lnTo>
                  <a:cubicBezTo>
                    <a:pt x="4011" y="646"/>
                    <a:pt x="3810" y="446"/>
                    <a:pt x="3570" y="446"/>
                  </a:cubicBezTo>
                  <a:lnTo>
                    <a:pt x="2776" y="446"/>
                  </a:lnTo>
                  <a:cubicBezTo>
                    <a:pt x="2604" y="149"/>
                    <a:pt x="2305" y="0"/>
                    <a:pt x="2006" y="0"/>
                  </a:cubicBezTo>
                  <a:close/>
                </a:path>
              </a:pathLst>
            </a:custGeom>
            <a:solidFill>
              <a:srgbClr val="C3CDD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188" name="Google Shape;12188;p43"/>
            <p:cNvSpPr/>
            <p:nvPr/>
          </p:nvSpPr>
          <p:spPr>
            <a:xfrm>
              <a:off x="964022" y="1663559"/>
              <a:ext cx="29175" cy="29175"/>
            </a:xfrm>
            <a:custGeom>
              <a:rect b="b" l="l" r="r" t="t"/>
              <a:pathLst>
                <a:path extrusionOk="0" h="1111" w="1111">
                  <a:moveTo>
                    <a:pt x="556" y="0"/>
                  </a:moveTo>
                  <a:cubicBezTo>
                    <a:pt x="249" y="0"/>
                    <a:pt x="0" y="249"/>
                    <a:pt x="0" y="555"/>
                  </a:cubicBezTo>
                  <a:cubicBezTo>
                    <a:pt x="0" y="862"/>
                    <a:pt x="249" y="1110"/>
                    <a:pt x="556" y="1110"/>
                  </a:cubicBezTo>
                  <a:cubicBezTo>
                    <a:pt x="862" y="1110"/>
                    <a:pt x="1111" y="862"/>
                    <a:pt x="1111" y="555"/>
                  </a:cubicBezTo>
                  <a:cubicBezTo>
                    <a:pt x="1111" y="249"/>
                    <a:pt x="862" y="0"/>
                    <a:pt x="556" y="0"/>
                  </a:cubicBezTo>
                  <a:close/>
                </a:path>
              </a:pathLst>
            </a:custGeom>
            <a:solidFill>
              <a:srgbClr val="5D748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189" name="Google Shape;12189;p43"/>
            <p:cNvSpPr/>
            <p:nvPr/>
          </p:nvSpPr>
          <p:spPr>
            <a:xfrm>
              <a:off x="964022" y="1716079"/>
              <a:ext cx="29175" cy="29437"/>
            </a:xfrm>
            <a:custGeom>
              <a:rect b="b" l="l" r="r" t="t"/>
              <a:pathLst>
                <a:path extrusionOk="0" h="1121" w="1111">
                  <a:moveTo>
                    <a:pt x="556" y="0"/>
                  </a:moveTo>
                  <a:cubicBezTo>
                    <a:pt x="249" y="0"/>
                    <a:pt x="0" y="249"/>
                    <a:pt x="0" y="565"/>
                  </a:cubicBezTo>
                  <a:cubicBezTo>
                    <a:pt x="0" y="871"/>
                    <a:pt x="249" y="1120"/>
                    <a:pt x="556" y="1120"/>
                  </a:cubicBezTo>
                  <a:cubicBezTo>
                    <a:pt x="862" y="1120"/>
                    <a:pt x="1111" y="871"/>
                    <a:pt x="1111" y="565"/>
                  </a:cubicBezTo>
                  <a:cubicBezTo>
                    <a:pt x="1111" y="249"/>
                    <a:pt x="862" y="0"/>
                    <a:pt x="556" y="0"/>
                  </a:cubicBezTo>
                  <a:close/>
                </a:path>
              </a:pathLst>
            </a:custGeom>
            <a:solidFill>
              <a:srgbClr val="5D748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190" name="Google Shape;12190;p43"/>
            <p:cNvSpPr/>
            <p:nvPr/>
          </p:nvSpPr>
          <p:spPr>
            <a:xfrm>
              <a:off x="964022" y="1768862"/>
              <a:ext cx="29175" cy="29175"/>
            </a:xfrm>
            <a:custGeom>
              <a:rect b="b" l="l" r="r" t="t"/>
              <a:pathLst>
                <a:path extrusionOk="0" h="1111" w="1111">
                  <a:moveTo>
                    <a:pt x="556" y="0"/>
                  </a:moveTo>
                  <a:cubicBezTo>
                    <a:pt x="249" y="0"/>
                    <a:pt x="0" y="249"/>
                    <a:pt x="0" y="555"/>
                  </a:cubicBezTo>
                  <a:cubicBezTo>
                    <a:pt x="0" y="861"/>
                    <a:pt x="249" y="1110"/>
                    <a:pt x="556" y="1110"/>
                  </a:cubicBezTo>
                  <a:cubicBezTo>
                    <a:pt x="862" y="1110"/>
                    <a:pt x="1111" y="861"/>
                    <a:pt x="1111" y="555"/>
                  </a:cubicBezTo>
                  <a:cubicBezTo>
                    <a:pt x="1111" y="249"/>
                    <a:pt x="862" y="0"/>
                    <a:pt x="556" y="0"/>
                  </a:cubicBezTo>
                  <a:close/>
                </a:path>
              </a:pathLst>
            </a:custGeom>
            <a:solidFill>
              <a:srgbClr val="5D748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191" name="Google Shape;12191;p43"/>
            <p:cNvSpPr/>
            <p:nvPr/>
          </p:nvSpPr>
          <p:spPr>
            <a:xfrm>
              <a:off x="1005985" y="1660539"/>
              <a:ext cx="68145" cy="11843"/>
            </a:xfrm>
            <a:custGeom>
              <a:rect b="b" l="l" r="r" t="t"/>
              <a:pathLst>
                <a:path extrusionOk="0" h="451" w="2595">
                  <a:moveTo>
                    <a:pt x="297" y="0"/>
                  </a:moveTo>
                  <a:cubicBezTo>
                    <a:pt x="1" y="0"/>
                    <a:pt x="1" y="450"/>
                    <a:pt x="297" y="450"/>
                  </a:cubicBezTo>
                  <a:lnTo>
                    <a:pt x="2307" y="450"/>
                  </a:lnTo>
                  <a:cubicBezTo>
                    <a:pt x="2594" y="450"/>
                    <a:pt x="2594" y="0"/>
                    <a:pt x="2307" y="0"/>
                  </a:cubicBezTo>
                  <a:close/>
                </a:path>
              </a:pathLst>
            </a:custGeom>
            <a:solidFill>
              <a:srgbClr val="E2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192" name="Google Shape;12192;p43"/>
            <p:cNvSpPr/>
            <p:nvPr/>
          </p:nvSpPr>
          <p:spPr>
            <a:xfrm>
              <a:off x="1005985" y="1683910"/>
              <a:ext cx="109110" cy="11843"/>
            </a:xfrm>
            <a:custGeom>
              <a:rect b="b" l="l" r="r" t="t"/>
              <a:pathLst>
                <a:path extrusionOk="0" h="451" w="4155">
                  <a:moveTo>
                    <a:pt x="297" y="0"/>
                  </a:moveTo>
                  <a:cubicBezTo>
                    <a:pt x="1" y="0"/>
                    <a:pt x="1" y="450"/>
                    <a:pt x="297" y="450"/>
                  </a:cubicBezTo>
                  <a:lnTo>
                    <a:pt x="3858" y="450"/>
                  </a:lnTo>
                  <a:cubicBezTo>
                    <a:pt x="4154" y="450"/>
                    <a:pt x="4154" y="0"/>
                    <a:pt x="3858" y="0"/>
                  </a:cubicBezTo>
                  <a:close/>
                </a:path>
              </a:pathLst>
            </a:custGeom>
            <a:solidFill>
              <a:srgbClr val="C3CDD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193" name="Google Shape;12193;p43"/>
            <p:cNvSpPr/>
            <p:nvPr/>
          </p:nvSpPr>
          <p:spPr>
            <a:xfrm>
              <a:off x="1005985" y="1713322"/>
              <a:ext cx="68145" cy="11581"/>
            </a:xfrm>
            <a:custGeom>
              <a:rect b="b" l="l" r="r" t="t"/>
              <a:pathLst>
                <a:path extrusionOk="0" h="441" w="2595">
                  <a:moveTo>
                    <a:pt x="297" y="0"/>
                  </a:moveTo>
                  <a:cubicBezTo>
                    <a:pt x="1" y="0"/>
                    <a:pt x="1" y="440"/>
                    <a:pt x="297" y="440"/>
                  </a:cubicBezTo>
                  <a:lnTo>
                    <a:pt x="2307" y="440"/>
                  </a:lnTo>
                  <a:cubicBezTo>
                    <a:pt x="2594" y="440"/>
                    <a:pt x="2594" y="0"/>
                    <a:pt x="2307" y="0"/>
                  </a:cubicBezTo>
                  <a:close/>
                </a:path>
              </a:pathLst>
            </a:custGeom>
            <a:solidFill>
              <a:srgbClr val="E2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194" name="Google Shape;12194;p43"/>
            <p:cNvSpPr/>
            <p:nvPr/>
          </p:nvSpPr>
          <p:spPr>
            <a:xfrm>
              <a:off x="1005985" y="1736693"/>
              <a:ext cx="109110" cy="11581"/>
            </a:xfrm>
            <a:custGeom>
              <a:rect b="b" l="l" r="r" t="t"/>
              <a:pathLst>
                <a:path extrusionOk="0" h="441" w="4155">
                  <a:moveTo>
                    <a:pt x="297" y="0"/>
                  </a:moveTo>
                  <a:cubicBezTo>
                    <a:pt x="1" y="0"/>
                    <a:pt x="1" y="440"/>
                    <a:pt x="297" y="440"/>
                  </a:cubicBezTo>
                  <a:lnTo>
                    <a:pt x="3858" y="440"/>
                  </a:lnTo>
                  <a:cubicBezTo>
                    <a:pt x="4154" y="440"/>
                    <a:pt x="4154" y="0"/>
                    <a:pt x="3858" y="0"/>
                  </a:cubicBezTo>
                  <a:close/>
                </a:path>
              </a:pathLst>
            </a:custGeom>
            <a:solidFill>
              <a:srgbClr val="C3CDD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195" name="Google Shape;12195;p43"/>
            <p:cNvSpPr/>
            <p:nvPr/>
          </p:nvSpPr>
          <p:spPr>
            <a:xfrm>
              <a:off x="1005985" y="1765842"/>
              <a:ext cx="68145" cy="11843"/>
            </a:xfrm>
            <a:custGeom>
              <a:rect b="b" l="l" r="r" t="t"/>
              <a:pathLst>
                <a:path extrusionOk="0" h="451" w="2595">
                  <a:moveTo>
                    <a:pt x="297" y="0"/>
                  </a:moveTo>
                  <a:cubicBezTo>
                    <a:pt x="1" y="0"/>
                    <a:pt x="1" y="450"/>
                    <a:pt x="297" y="450"/>
                  </a:cubicBezTo>
                  <a:lnTo>
                    <a:pt x="2307" y="450"/>
                  </a:lnTo>
                  <a:cubicBezTo>
                    <a:pt x="2594" y="450"/>
                    <a:pt x="2594" y="0"/>
                    <a:pt x="2307" y="0"/>
                  </a:cubicBezTo>
                  <a:close/>
                </a:path>
              </a:pathLst>
            </a:custGeom>
            <a:solidFill>
              <a:srgbClr val="E2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196" name="Google Shape;12196;p43"/>
            <p:cNvSpPr/>
            <p:nvPr/>
          </p:nvSpPr>
          <p:spPr>
            <a:xfrm>
              <a:off x="1005985" y="1789213"/>
              <a:ext cx="109110" cy="11843"/>
            </a:xfrm>
            <a:custGeom>
              <a:rect b="b" l="l" r="r" t="t"/>
              <a:pathLst>
                <a:path extrusionOk="0" h="451" w="4155">
                  <a:moveTo>
                    <a:pt x="297" y="0"/>
                  </a:moveTo>
                  <a:cubicBezTo>
                    <a:pt x="1" y="0"/>
                    <a:pt x="1" y="450"/>
                    <a:pt x="297" y="450"/>
                  </a:cubicBezTo>
                  <a:lnTo>
                    <a:pt x="3858" y="450"/>
                  </a:lnTo>
                  <a:cubicBezTo>
                    <a:pt x="4154" y="450"/>
                    <a:pt x="4154" y="0"/>
                    <a:pt x="3858" y="0"/>
                  </a:cubicBezTo>
                  <a:close/>
                </a:path>
              </a:pathLst>
            </a:custGeom>
            <a:solidFill>
              <a:srgbClr val="C3CDD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197" name="Google Shape;12197;p43"/>
            <p:cNvSpPr/>
            <p:nvPr/>
          </p:nvSpPr>
          <p:spPr>
            <a:xfrm>
              <a:off x="1005985" y="1572831"/>
              <a:ext cx="103333" cy="11843"/>
            </a:xfrm>
            <a:custGeom>
              <a:rect b="b" l="l" r="r" t="t"/>
              <a:pathLst>
                <a:path extrusionOk="0" h="451" w="3935">
                  <a:moveTo>
                    <a:pt x="297" y="0"/>
                  </a:moveTo>
                  <a:cubicBezTo>
                    <a:pt x="1" y="0"/>
                    <a:pt x="1" y="450"/>
                    <a:pt x="297" y="450"/>
                  </a:cubicBezTo>
                  <a:lnTo>
                    <a:pt x="3637" y="450"/>
                  </a:lnTo>
                  <a:cubicBezTo>
                    <a:pt x="3934" y="450"/>
                    <a:pt x="3934" y="0"/>
                    <a:pt x="3637" y="0"/>
                  </a:cubicBezTo>
                  <a:close/>
                </a:path>
              </a:pathLst>
            </a:custGeom>
            <a:solidFill>
              <a:srgbClr val="657A8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198" name="Google Shape;12198;p43"/>
            <p:cNvSpPr/>
            <p:nvPr/>
          </p:nvSpPr>
          <p:spPr>
            <a:xfrm>
              <a:off x="959243" y="1625613"/>
              <a:ext cx="155853" cy="11581"/>
            </a:xfrm>
            <a:custGeom>
              <a:rect b="b" l="l" r="r" t="t"/>
              <a:pathLst>
                <a:path extrusionOk="0" h="441" w="5935">
                  <a:moveTo>
                    <a:pt x="297" y="0"/>
                  </a:moveTo>
                  <a:cubicBezTo>
                    <a:pt x="1" y="0"/>
                    <a:pt x="1" y="440"/>
                    <a:pt x="297" y="440"/>
                  </a:cubicBezTo>
                  <a:lnTo>
                    <a:pt x="5638" y="440"/>
                  </a:lnTo>
                  <a:cubicBezTo>
                    <a:pt x="5934" y="440"/>
                    <a:pt x="5934" y="0"/>
                    <a:pt x="5638" y="0"/>
                  </a:cubicBezTo>
                  <a:close/>
                </a:path>
              </a:pathLst>
            </a:custGeom>
            <a:solidFill>
              <a:srgbClr val="C3CDD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199" name="Google Shape;12199;p43"/>
            <p:cNvSpPr/>
            <p:nvPr/>
          </p:nvSpPr>
          <p:spPr>
            <a:xfrm>
              <a:off x="1005985" y="1596202"/>
              <a:ext cx="27179" cy="11843"/>
            </a:xfrm>
            <a:custGeom>
              <a:rect b="b" l="l" r="r" t="t"/>
              <a:pathLst>
                <a:path extrusionOk="0" h="451" w="1035">
                  <a:moveTo>
                    <a:pt x="297" y="0"/>
                  </a:moveTo>
                  <a:cubicBezTo>
                    <a:pt x="1" y="0"/>
                    <a:pt x="1" y="450"/>
                    <a:pt x="297" y="450"/>
                  </a:cubicBezTo>
                  <a:lnTo>
                    <a:pt x="738" y="450"/>
                  </a:lnTo>
                  <a:cubicBezTo>
                    <a:pt x="1034" y="450"/>
                    <a:pt x="1034" y="0"/>
                    <a:pt x="738" y="0"/>
                  </a:cubicBezTo>
                  <a:close/>
                </a:path>
              </a:pathLst>
            </a:custGeom>
            <a:solidFill>
              <a:srgbClr val="8E9EA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200" name="Google Shape;12200;p43"/>
            <p:cNvSpPr/>
            <p:nvPr/>
          </p:nvSpPr>
          <p:spPr>
            <a:xfrm>
              <a:off x="1040911" y="1596202"/>
              <a:ext cx="38996" cy="11843"/>
            </a:xfrm>
            <a:custGeom>
              <a:rect b="b" l="l" r="r" t="t"/>
              <a:pathLst>
                <a:path extrusionOk="0" h="451" w="1485">
                  <a:moveTo>
                    <a:pt x="298" y="0"/>
                  </a:moveTo>
                  <a:cubicBezTo>
                    <a:pt x="1" y="0"/>
                    <a:pt x="1" y="450"/>
                    <a:pt x="298" y="450"/>
                  </a:cubicBezTo>
                  <a:lnTo>
                    <a:pt x="1188" y="450"/>
                  </a:lnTo>
                  <a:cubicBezTo>
                    <a:pt x="1484" y="450"/>
                    <a:pt x="1484" y="0"/>
                    <a:pt x="1188" y="0"/>
                  </a:cubicBezTo>
                  <a:close/>
                </a:path>
              </a:pathLst>
            </a:custGeom>
            <a:solidFill>
              <a:srgbClr val="E2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201" name="Google Shape;12201;p43"/>
            <p:cNvSpPr/>
            <p:nvPr/>
          </p:nvSpPr>
          <p:spPr>
            <a:xfrm>
              <a:off x="961002" y="1572831"/>
              <a:ext cx="35215" cy="35215"/>
            </a:xfrm>
            <a:custGeom>
              <a:rect b="b" l="l" r="r" t="t"/>
              <a:pathLst>
                <a:path extrusionOk="0" h="1341" w="1341">
                  <a:moveTo>
                    <a:pt x="230" y="0"/>
                  </a:moveTo>
                  <a:cubicBezTo>
                    <a:pt x="106" y="0"/>
                    <a:pt x="1" y="106"/>
                    <a:pt x="1" y="230"/>
                  </a:cubicBezTo>
                  <a:lnTo>
                    <a:pt x="1" y="1120"/>
                  </a:lnTo>
                  <a:cubicBezTo>
                    <a:pt x="1" y="1235"/>
                    <a:pt x="106" y="1340"/>
                    <a:pt x="230" y="1340"/>
                  </a:cubicBezTo>
                  <a:lnTo>
                    <a:pt x="1120" y="1340"/>
                  </a:lnTo>
                  <a:cubicBezTo>
                    <a:pt x="1235" y="1340"/>
                    <a:pt x="1340" y="1245"/>
                    <a:pt x="1340" y="1120"/>
                  </a:cubicBezTo>
                  <a:lnTo>
                    <a:pt x="1340" y="230"/>
                  </a:lnTo>
                  <a:cubicBezTo>
                    <a:pt x="1340" y="106"/>
                    <a:pt x="1235" y="0"/>
                    <a:pt x="1120" y="0"/>
                  </a:cubicBezTo>
                  <a:close/>
                </a:path>
              </a:pathLst>
            </a:custGeom>
            <a:solidFill>
              <a:srgbClr val="657A8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202" name="Google Shape;12202;p43"/>
            <p:cNvSpPr/>
            <p:nvPr/>
          </p:nvSpPr>
          <p:spPr>
            <a:xfrm>
              <a:off x="984373" y="1543682"/>
              <a:ext cx="105329" cy="11581"/>
            </a:xfrm>
            <a:custGeom>
              <a:rect b="b" l="l" r="r" t="t"/>
              <a:pathLst>
                <a:path extrusionOk="0" h="441" w="4011">
                  <a:moveTo>
                    <a:pt x="230" y="0"/>
                  </a:moveTo>
                  <a:cubicBezTo>
                    <a:pt x="106" y="0"/>
                    <a:pt x="1" y="96"/>
                    <a:pt x="1" y="220"/>
                  </a:cubicBezTo>
                  <a:cubicBezTo>
                    <a:pt x="1" y="345"/>
                    <a:pt x="106" y="440"/>
                    <a:pt x="230" y="440"/>
                  </a:cubicBezTo>
                  <a:lnTo>
                    <a:pt x="3791" y="440"/>
                  </a:lnTo>
                  <a:cubicBezTo>
                    <a:pt x="3915" y="440"/>
                    <a:pt x="4011" y="345"/>
                    <a:pt x="4011" y="220"/>
                  </a:cubicBezTo>
                  <a:cubicBezTo>
                    <a:pt x="4011" y="96"/>
                    <a:pt x="3915" y="0"/>
                    <a:pt x="3791" y="0"/>
                  </a:cubicBezTo>
                  <a:close/>
                </a:path>
              </a:pathLst>
            </a:custGeom>
            <a:solidFill>
              <a:srgbClr val="E2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203" name="Google Shape;12203;p43"/>
            <p:cNvSpPr/>
            <p:nvPr/>
          </p:nvSpPr>
          <p:spPr>
            <a:xfrm>
              <a:off x="969799" y="1581628"/>
              <a:ext cx="17620" cy="17620"/>
            </a:xfrm>
            <a:custGeom>
              <a:rect b="b" l="l" r="r" t="t"/>
              <a:pathLst>
                <a:path extrusionOk="0" h="671" w="671">
                  <a:moveTo>
                    <a:pt x="336" y="0"/>
                  </a:moveTo>
                  <a:cubicBezTo>
                    <a:pt x="154" y="0"/>
                    <a:pt x="1" y="153"/>
                    <a:pt x="1" y="335"/>
                  </a:cubicBezTo>
                  <a:cubicBezTo>
                    <a:pt x="1" y="517"/>
                    <a:pt x="154" y="670"/>
                    <a:pt x="336" y="670"/>
                  </a:cubicBezTo>
                  <a:cubicBezTo>
                    <a:pt x="517" y="670"/>
                    <a:pt x="671" y="517"/>
                    <a:pt x="671" y="335"/>
                  </a:cubicBezTo>
                  <a:cubicBezTo>
                    <a:pt x="671" y="153"/>
                    <a:pt x="517" y="0"/>
                    <a:pt x="336" y="0"/>
                  </a:cubicBezTo>
                  <a:close/>
                </a:path>
              </a:pathLst>
            </a:custGeom>
            <a:solidFill>
              <a:srgbClr val="657A8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2204" name="Google Shape;12204;p43"/>
          <p:cNvGrpSpPr/>
          <p:nvPr/>
        </p:nvGrpSpPr>
        <p:grpSpPr>
          <a:xfrm>
            <a:off x="1303537" y="1350316"/>
            <a:ext cx="362939" cy="362677"/>
            <a:chOff x="1303537" y="1502716"/>
            <a:chExt cx="362939" cy="362677"/>
          </a:xfrm>
        </p:grpSpPr>
        <p:sp>
          <p:nvSpPr>
            <p:cNvPr id="12205" name="Google Shape;12205;p43"/>
            <p:cNvSpPr/>
            <p:nvPr/>
          </p:nvSpPr>
          <p:spPr>
            <a:xfrm>
              <a:off x="1426697" y="1695727"/>
              <a:ext cx="116883" cy="99552"/>
            </a:xfrm>
            <a:custGeom>
              <a:rect b="b" l="l" r="r" t="t"/>
              <a:pathLst>
                <a:path extrusionOk="0" h="3791" w="4451">
                  <a:moveTo>
                    <a:pt x="1560" y="0"/>
                  </a:moveTo>
                  <a:lnTo>
                    <a:pt x="1560" y="297"/>
                  </a:lnTo>
                  <a:cubicBezTo>
                    <a:pt x="1560" y="383"/>
                    <a:pt x="1503" y="469"/>
                    <a:pt x="1426" y="507"/>
                  </a:cubicBezTo>
                  <a:lnTo>
                    <a:pt x="402" y="938"/>
                  </a:lnTo>
                  <a:cubicBezTo>
                    <a:pt x="154" y="1043"/>
                    <a:pt x="0" y="1283"/>
                    <a:pt x="0" y="1551"/>
                  </a:cubicBezTo>
                  <a:lnTo>
                    <a:pt x="0" y="3790"/>
                  </a:lnTo>
                  <a:lnTo>
                    <a:pt x="4451" y="3790"/>
                  </a:lnTo>
                  <a:lnTo>
                    <a:pt x="4451" y="1551"/>
                  </a:lnTo>
                  <a:cubicBezTo>
                    <a:pt x="4451" y="1283"/>
                    <a:pt x="4297" y="1043"/>
                    <a:pt x="4049" y="938"/>
                  </a:cubicBezTo>
                  <a:lnTo>
                    <a:pt x="3034" y="507"/>
                  </a:lnTo>
                  <a:cubicBezTo>
                    <a:pt x="2948" y="469"/>
                    <a:pt x="2891" y="383"/>
                    <a:pt x="2891" y="297"/>
                  </a:cubicBezTo>
                  <a:lnTo>
                    <a:pt x="2891" y="0"/>
                  </a:lnTo>
                  <a:close/>
                </a:path>
              </a:pathLst>
            </a:custGeom>
            <a:solidFill>
              <a:srgbClr val="AAB8C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206" name="Google Shape;12206;p43"/>
            <p:cNvSpPr/>
            <p:nvPr/>
          </p:nvSpPr>
          <p:spPr>
            <a:xfrm>
              <a:off x="1464643" y="1695727"/>
              <a:ext cx="40992" cy="17620"/>
            </a:xfrm>
            <a:custGeom>
              <a:rect b="b" l="l" r="r" t="t"/>
              <a:pathLst>
                <a:path extrusionOk="0" h="671" w="1561">
                  <a:moveTo>
                    <a:pt x="115" y="0"/>
                  </a:moveTo>
                  <a:lnTo>
                    <a:pt x="115" y="297"/>
                  </a:lnTo>
                  <a:cubicBezTo>
                    <a:pt x="115" y="373"/>
                    <a:pt x="68" y="450"/>
                    <a:pt x="1" y="488"/>
                  </a:cubicBezTo>
                  <a:cubicBezTo>
                    <a:pt x="249" y="603"/>
                    <a:pt x="508" y="670"/>
                    <a:pt x="785" y="670"/>
                  </a:cubicBezTo>
                  <a:cubicBezTo>
                    <a:pt x="1053" y="670"/>
                    <a:pt x="1312" y="603"/>
                    <a:pt x="1560" y="488"/>
                  </a:cubicBezTo>
                  <a:cubicBezTo>
                    <a:pt x="1493" y="450"/>
                    <a:pt x="1446" y="373"/>
                    <a:pt x="1446" y="297"/>
                  </a:cubicBezTo>
                  <a:lnTo>
                    <a:pt x="1446" y="0"/>
                  </a:lnTo>
                  <a:close/>
                </a:path>
              </a:pathLst>
            </a:custGeom>
            <a:solidFill>
              <a:srgbClr val="99A8B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207" name="Google Shape;12207;p43"/>
            <p:cNvSpPr/>
            <p:nvPr/>
          </p:nvSpPr>
          <p:spPr>
            <a:xfrm>
              <a:off x="1426697" y="1710538"/>
              <a:ext cx="116883" cy="84741"/>
            </a:xfrm>
            <a:custGeom>
              <a:rect b="b" l="l" r="r" t="t"/>
              <a:pathLst>
                <a:path extrusionOk="0" h="3227" w="4451">
                  <a:moveTo>
                    <a:pt x="1273" y="1"/>
                  </a:moveTo>
                  <a:lnTo>
                    <a:pt x="402" y="374"/>
                  </a:lnTo>
                  <a:cubicBezTo>
                    <a:pt x="154" y="479"/>
                    <a:pt x="0" y="719"/>
                    <a:pt x="0" y="987"/>
                  </a:cubicBezTo>
                  <a:lnTo>
                    <a:pt x="0" y="3226"/>
                  </a:lnTo>
                  <a:lnTo>
                    <a:pt x="4451" y="3226"/>
                  </a:lnTo>
                  <a:lnTo>
                    <a:pt x="4451" y="987"/>
                  </a:lnTo>
                  <a:cubicBezTo>
                    <a:pt x="4451" y="719"/>
                    <a:pt x="4297" y="479"/>
                    <a:pt x="4049" y="374"/>
                  </a:cubicBezTo>
                  <a:lnTo>
                    <a:pt x="3178" y="1"/>
                  </a:lnTo>
                  <a:cubicBezTo>
                    <a:pt x="2962" y="365"/>
                    <a:pt x="2594" y="546"/>
                    <a:pt x="2226" y="546"/>
                  </a:cubicBezTo>
                  <a:cubicBezTo>
                    <a:pt x="1857" y="546"/>
                    <a:pt x="1489" y="365"/>
                    <a:pt x="1273" y="1"/>
                  </a:cubicBezTo>
                  <a:close/>
                </a:path>
              </a:pathLst>
            </a:custGeom>
            <a:solidFill>
              <a:srgbClr val="CED6D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208" name="Google Shape;12208;p43"/>
            <p:cNvSpPr/>
            <p:nvPr/>
          </p:nvSpPr>
          <p:spPr>
            <a:xfrm>
              <a:off x="1444291" y="1613796"/>
              <a:ext cx="29437" cy="64363"/>
            </a:xfrm>
            <a:custGeom>
              <a:rect b="b" l="l" r="r" t="t"/>
              <a:pathLst>
                <a:path extrusionOk="0" h="2451" w="1121">
                  <a:moveTo>
                    <a:pt x="670" y="0"/>
                  </a:moveTo>
                  <a:cubicBezTo>
                    <a:pt x="297" y="0"/>
                    <a:pt x="0" y="297"/>
                    <a:pt x="0" y="670"/>
                  </a:cubicBezTo>
                  <a:lnTo>
                    <a:pt x="0" y="823"/>
                  </a:lnTo>
                  <a:cubicBezTo>
                    <a:pt x="0" y="1015"/>
                    <a:pt x="29" y="1206"/>
                    <a:pt x="86" y="1388"/>
                  </a:cubicBezTo>
                  <a:lnTo>
                    <a:pt x="450" y="2450"/>
                  </a:lnTo>
                  <a:lnTo>
                    <a:pt x="1120" y="2450"/>
                  </a:lnTo>
                  <a:lnTo>
                    <a:pt x="1120" y="0"/>
                  </a:lnTo>
                  <a:close/>
                </a:path>
              </a:pathLst>
            </a:custGeom>
            <a:solidFill>
              <a:srgbClr val="657A8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209" name="Google Shape;12209;p43"/>
            <p:cNvSpPr/>
            <p:nvPr/>
          </p:nvSpPr>
          <p:spPr>
            <a:xfrm>
              <a:off x="1456108" y="1608019"/>
              <a:ext cx="69878" cy="70140"/>
            </a:xfrm>
            <a:custGeom>
              <a:rect b="b" l="l" r="r" t="t"/>
              <a:pathLst>
                <a:path extrusionOk="0" h="2671" w="2661">
                  <a:moveTo>
                    <a:pt x="660" y="0"/>
                  </a:moveTo>
                  <a:cubicBezTo>
                    <a:pt x="297" y="0"/>
                    <a:pt x="0" y="297"/>
                    <a:pt x="0" y="670"/>
                  </a:cubicBezTo>
                  <a:cubicBezTo>
                    <a:pt x="0" y="909"/>
                    <a:pt x="192" y="1110"/>
                    <a:pt x="440" y="1110"/>
                  </a:cubicBezTo>
                  <a:lnTo>
                    <a:pt x="2220" y="2670"/>
                  </a:lnTo>
                  <a:lnTo>
                    <a:pt x="2594" y="1350"/>
                  </a:lnTo>
                  <a:cubicBezTo>
                    <a:pt x="2642" y="1196"/>
                    <a:pt x="2661" y="1034"/>
                    <a:pt x="2661" y="862"/>
                  </a:cubicBezTo>
                  <a:lnTo>
                    <a:pt x="2661" y="450"/>
                  </a:lnTo>
                  <a:cubicBezTo>
                    <a:pt x="2661" y="201"/>
                    <a:pt x="2469" y="0"/>
                    <a:pt x="2220" y="0"/>
                  </a:cubicBezTo>
                  <a:close/>
                </a:path>
              </a:pathLst>
            </a:custGeom>
            <a:solidFill>
              <a:srgbClr val="657A8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210" name="Google Shape;12210;p43"/>
            <p:cNvSpPr/>
            <p:nvPr/>
          </p:nvSpPr>
          <p:spPr>
            <a:xfrm>
              <a:off x="1450068" y="1637168"/>
              <a:ext cx="70140" cy="64363"/>
            </a:xfrm>
            <a:custGeom>
              <a:rect b="b" l="l" r="r" t="t"/>
              <a:pathLst>
                <a:path extrusionOk="0" h="2451" w="2671">
                  <a:moveTo>
                    <a:pt x="862" y="0"/>
                  </a:moveTo>
                  <a:cubicBezTo>
                    <a:pt x="737" y="0"/>
                    <a:pt x="623" y="48"/>
                    <a:pt x="536" y="134"/>
                  </a:cubicBezTo>
                  <a:lnTo>
                    <a:pt x="134" y="536"/>
                  </a:lnTo>
                  <a:cubicBezTo>
                    <a:pt x="48" y="622"/>
                    <a:pt x="0" y="737"/>
                    <a:pt x="0" y="852"/>
                  </a:cubicBezTo>
                  <a:lnTo>
                    <a:pt x="0" y="1120"/>
                  </a:lnTo>
                  <a:cubicBezTo>
                    <a:pt x="0" y="1857"/>
                    <a:pt x="594" y="2450"/>
                    <a:pt x="1340" y="2450"/>
                  </a:cubicBezTo>
                  <a:cubicBezTo>
                    <a:pt x="2077" y="2450"/>
                    <a:pt x="2671" y="1857"/>
                    <a:pt x="2671" y="1120"/>
                  </a:cubicBezTo>
                  <a:lnTo>
                    <a:pt x="2671" y="833"/>
                  </a:lnTo>
                  <a:cubicBezTo>
                    <a:pt x="2671" y="718"/>
                    <a:pt x="2623" y="603"/>
                    <a:pt x="2546" y="517"/>
                  </a:cubicBezTo>
                  <a:cubicBezTo>
                    <a:pt x="2202" y="182"/>
                    <a:pt x="1580" y="29"/>
                    <a:pt x="862" y="0"/>
                  </a:cubicBezTo>
                  <a:close/>
                </a:path>
              </a:pathLst>
            </a:custGeom>
            <a:solidFill>
              <a:srgbClr val="BBC6C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211" name="Google Shape;12211;p43"/>
            <p:cNvSpPr/>
            <p:nvPr/>
          </p:nvSpPr>
          <p:spPr>
            <a:xfrm>
              <a:off x="1450068" y="1637168"/>
              <a:ext cx="70140" cy="63103"/>
            </a:xfrm>
            <a:custGeom>
              <a:rect b="b" l="l" r="r" t="t"/>
              <a:pathLst>
                <a:path extrusionOk="0" h="2403" w="2671">
                  <a:moveTo>
                    <a:pt x="862" y="0"/>
                  </a:moveTo>
                  <a:cubicBezTo>
                    <a:pt x="737" y="0"/>
                    <a:pt x="623" y="48"/>
                    <a:pt x="536" y="134"/>
                  </a:cubicBezTo>
                  <a:lnTo>
                    <a:pt x="134" y="536"/>
                  </a:lnTo>
                  <a:cubicBezTo>
                    <a:pt x="48" y="622"/>
                    <a:pt x="0" y="737"/>
                    <a:pt x="0" y="852"/>
                  </a:cubicBezTo>
                  <a:lnTo>
                    <a:pt x="0" y="1120"/>
                  </a:lnTo>
                  <a:cubicBezTo>
                    <a:pt x="0" y="1713"/>
                    <a:pt x="393" y="2230"/>
                    <a:pt x="967" y="2402"/>
                  </a:cubicBezTo>
                  <a:cubicBezTo>
                    <a:pt x="776" y="2163"/>
                    <a:pt x="670" y="1867"/>
                    <a:pt x="670" y="1560"/>
                  </a:cubicBezTo>
                  <a:lnTo>
                    <a:pt x="670" y="910"/>
                  </a:lnTo>
                  <a:cubicBezTo>
                    <a:pt x="670" y="663"/>
                    <a:pt x="863" y="468"/>
                    <a:pt x="1105" y="468"/>
                  </a:cubicBezTo>
                  <a:cubicBezTo>
                    <a:pt x="1117" y="468"/>
                    <a:pt x="1128" y="468"/>
                    <a:pt x="1139" y="469"/>
                  </a:cubicBezTo>
                  <a:cubicBezTo>
                    <a:pt x="1589" y="498"/>
                    <a:pt x="2259" y="565"/>
                    <a:pt x="2671" y="766"/>
                  </a:cubicBezTo>
                  <a:cubicBezTo>
                    <a:pt x="2651" y="670"/>
                    <a:pt x="2613" y="584"/>
                    <a:pt x="2546" y="517"/>
                  </a:cubicBezTo>
                  <a:cubicBezTo>
                    <a:pt x="2202" y="182"/>
                    <a:pt x="1570" y="29"/>
                    <a:pt x="862" y="0"/>
                  </a:cubicBezTo>
                  <a:close/>
                </a:path>
              </a:pathLst>
            </a:custGeom>
            <a:solidFill>
              <a:srgbClr val="AAB8C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212" name="Google Shape;12212;p43"/>
            <p:cNvSpPr/>
            <p:nvPr/>
          </p:nvSpPr>
          <p:spPr>
            <a:xfrm>
              <a:off x="1426697" y="1725638"/>
              <a:ext cx="23398" cy="69642"/>
            </a:xfrm>
            <a:custGeom>
              <a:rect b="b" l="l" r="r" t="t"/>
              <a:pathLst>
                <a:path extrusionOk="0" h="2652" w="891">
                  <a:moveTo>
                    <a:pt x="154" y="0"/>
                  </a:moveTo>
                  <a:cubicBezTo>
                    <a:pt x="48" y="115"/>
                    <a:pt x="0" y="258"/>
                    <a:pt x="0" y="412"/>
                  </a:cubicBezTo>
                  <a:lnTo>
                    <a:pt x="0" y="2651"/>
                  </a:lnTo>
                  <a:lnTo>
                    <a:pt x="890" y="2651"/>
                  </a:lnTo>
                  <a:lnTo>
                    <a:pt x="890" y="1015"/>
                  </a:lnTo>
                  <a:cubicBezTo>
                    <a:pt x="890" y="833"/>
                    <a:pt x="823" y="670"/>
                    <a:pt x="699" y="546"/>
                  </a:cubicBezTo>
                  <a:lnTo>
                    <a:pt x="154" y="0"/>
                  </a:lnTo>
                  <a:close/>
                </a:path>
              </a:pathLst>
            </a:custGeom>
            <a:solidFill>
              <a:srgbClr val="A9B4B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213" name="Google Shape;12213;p43"/>
            <p:cNvSpPr/>
            <p:nvPr/>
          </p:nvSpPr>
          <p:spPr>
            <a:xfrm>
              <a:off x="1520182" y="1725638"/>
              <a:ext cx="23398" cy="69642"/>
            </a:xfrm>
            <a:custGeom>
              <a:rect b="b" l="l" r="r" t="t"/>
              <a:pathLst>
                <a:path extrusionOk="0" h="2652" w="891">
                  <a:moveTo>
                    <a:pt x="747" y="0"/>
                  </a:moveTo>
                  <a:lnTo>
                    <a:pt x="202" y="546"/>
                  </a:lnTo>
                  <a:cubicBezTo>
                    <a:pt x="77" y="670"/>
                    <a:pt x="1" y="833"/>
                    <a:pt x="1" y="1015"/>
                  </a:cubicBezTo>
                  <a:lnTo>
                    <a:pt x="1" y="2651"/>
                  </a:lnTo>
                  <a:lnTo>
                    <a:pt x="891" y="2651"/>
                  </a:lnTo>
                  <a:lnTo>
                    <a:pt x="891" y="412"/>
                  </a:lnTo>
                  <a:cubicBezTo>
                    <a:pt x="891" y="258"/>
                    <a:pt x="843" y="115"/>
                    <a:pt x="747" y="0"/>
                  </a:cubicBezTo>
                  <a:close/>
                </a:path>
              </a:pathLst>
            </a:custGeom>
            <a:solidFill>
              <a:srgbClr val="A9B4B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214" name="Google Shape;12214;p43"/>
            <p:cNvSpPr/>
            <p:nvPr/>
          </p:nvSpPr>
          <p:spPr>
            <a:xfrm>
              <a:off x="1303537" y="1502716"/>
              <a:ext cx="362939" cy="362677"/>
            </a:xfrm>
            <a:custGeom>
              <a:rect b="b" l="l" r="r" t="t"/>
              <a:pathLst>
                <a:path extrusionOk="0" h="13811" w="13821">
                  <a:moveTo>
                    <a:pt x="6920" y="2677"/>
                  </a:moveTo>
                  <a:cubicBezTo>
                    <a:pt x="7464" y="2677"/>
                    <a:pt x="8013" y="2781"/>
                    <a:pt x="8538" y="2996"/>
                  </a:cubicBezTo>
                  <a:cubicBezTo>
                    <a:pt x="10117" y="3656"/>
                    <a:pt x="11150" y="5197"/>
                    <a:pt x="11150" y="6910"/>
                  </a:cubicBezTo>
                  <a:cubicBezTo>
                    <a:pt x="11150" y="9245"/>
                    <a:pt x="9255" y="11140"/>
                    <a:pt x="6920" y="11140"/>
                  </a:cubicBezTo>
                  <a:cubicBezTo>
                    <a:pt x="5207" y="11140"/>
                    <a:pt x="3657" y="10106"/>
                    <a:pt x="3006" y="8527"/>
                  </a:cubicBezTo>
                  <a:cubicBezTo>
                    <a:pt x="2355" y="6948"/>
                    <a:pt x="2709" y="5130"/>
                    <a:pt x="3925" y="3915"/>
                  </a:cubicBezTo>
                  <a:cubicBezTo>
                    <a:pt x="4733" y="3107"/>
                    <a:pt x="5816" y="2677"/>
                    <a:pt x="6920" y="2677"/>
                  </a:cubicBezTo>
                  <a:close/>
                  <a:moveTo>
                    <a:pt x="6021" y="0"/>
                  </a:moveTo>
                  <a:cubicBezTo>
                    <a:pt x="5906" y="0"/>
                    <a:pt x="5801" y="106"/>
                    <a:pt x="5810" y="220"/>
                  </a:cubicBezTo>
                  <a:lnTo>
                    <a:pt x="5810" y="823"/>
                  </a:lnTo>
                  <a:cubicBezTo>
                    <a:pt x="5801" y="929"/>
                    <a:pt x="5734" y="1015"/>
                    <a:pt x="5628" y="1034"/>
                  </a:cubicBezTo>
                  <a:cubicBezTo>
                    <a:pt x="4939" y="1187"/>
                    <a:pt x="4279" y="1465"/>
                    <a:pt x="3676" y="1847"/>
                  </a:cubicBezTo>
                  <a:cubicBezTo>
                    <a:pt x="3639" y="1872"/>
                    <a:pt x="3597" y="1884"/>
                    <a:pt x="3555" y="1884"/>
                  </a:cubicBezTo>
                  <a:cubicBezTo>
                    <a:pt x="3498" y="1884"/>
                    <a:pt x="3442" y="1862"/>
                    <a:pt x="3398" y="1819"/>
                  </a:cubicBezTo>
                  <a:lnTo>
                    <a:pt x="2977" y="1398"/>
                  </a:lnTo>
                  <a:cubicBezTo>
                    <a:pt x="2934" y="1354"/>
                    <a:pt x="2879" y="1333"/>
                    <a:pt x="2824" y="1333"/>
                  </a:cubicBezTo>
                  <a:cubicBezTo>
                    <a:pt x="2769" y="1333"/>
                    <a:pt x="2714" y="1354"/>
                    <a:pt x="2671" y="1398"/>
                  </a:cubicBezTo>
                  <a:lnTo>
                    <a:pt x="1408" y="2651"/>
                  </a:lnTo>
                  <a:cubicBezTo>
                    <a:pt x="1322" y="2737"/>
                    <a:pt x="1322" y="2871"/>
                    <a:pt x="1408" y="2957"/>
                  </a:cubicBezTo>
                  <a:lnTo>
                    <a:pt x="1819" y="3379"/>
                  </a:lnTo>
                  <a:cubicBezTo>
                    <a:pt x="1896" y="3455"/>
                    <a:pt x="1905" y="3570"/>
                    <a:pt x="1848" y="3656"/>
                  </a:cubicBezTo>
                  <a:cubicBezTo>
                    <a:pt x="1465" y="4259"/>
                    <a:pt x="1197" y="4919"/>
                    <a:pt x="1044" y="5608"/>
                  </a:cubicBezTo>
                  <a:cubicBezTo>
                    <a:pt x="1025" y="5714"/>
                    <a:pt x="929" y="5781"/>
                    <a:pt x="824" y="5790"/>
                  </a:cubicBezTo>
                  <a:lnTo>
                    <a:pt x="231" y="5790"/>
                  </a:lnTo>
                  <a:cubicBezTo>
                    <a:pt x="106" y="5790"/>
                    <a:pt x="1" y="5886"/>
                    <a:pt x="1" y="6010"/>
                  </a:cubicBezTo>
                  <a:lnTo>
                    <a:pt x="1" y="7790"/>
                  </a:lnTo>
                  <a:cubicBezTo>
                    <a:pt x="1" y="7915"/>
                    <a:pt x="106" y="8011"/>
                    <a:pt x="231" y="8011"/>
                  </a:cubicBezTo>
                  <a:lnTo>
                    <a:pt x="824" y="8011"/>
                  </a:lnTo>
                  <a:cubicBezTo>
                    <a:pt x="929" y="8011"/>
                    <a:pt x="1025" y="8087"/>
                    <a:pt x="1044" y="8192"/>
                  </a:cubicBezTo>
                  <a:cubicBezTo>
                    <a:pt x="1197" y="8881"/>
                    <a:pt x="1465" y="9542"/>
                    <a:pt x="1848" y="10145"/>
                  </a:cubicBezTo>
                  <a:cubicBezTo>
                    <a:pt x="1905" y="10231"/>
                    <a:pt x="1896" y="10346"/>
                    <a:pt x="1819" y="10422"/>
                  </a:cubicBezTo>
                  <a:lnTo>
                    <a:pt x="1398" y="10843"/>
                  </a:lnTo>
                  <a:cubicBezTo>
                    <a:pt x="1312" y="10930"/>
                    <a:pt x="1312" y="11073"/>
                    <a:pt x="1398" y="11159"/>
                  </a:cubicBezTo>
                  <a:lnTo>
                    <a:pt x="2662" y="12413"/>
                  </a:lnTo>
                  <a:cubicBezTo>
                    <a:pt x="2705" y="12456"/>
                    <a:pt x="2762" y="12477"/>
                    <a:pt x="2819" y="12477"/>
                  </a:cubicBezTo>
                  <a:cubicBezTo>
                    <a:pt x="2877" y="12477"/>
                    <a:pt x="2934" y="12456"/>
                    <a:pt x="2977" y="12413"/>
                  </a:cubicBezTo>
                  <a:lnTo>
                    <a:pt x="3398" y="12001"/>
                  </a:lnTo>
                  <a:cubicBezTo>
                    <a:pt x="3442" y="11958"/>
                    <a:pt x="3498" y="11936"/>
                    <a:pt x="3555" y="11936"/>
                  </a:cubicBezTo>
                  <a:cubicBezTo>
                    <a:pt x="3597" y="11936"/>
                    <a:pt x="3639" y="11948"/>
                    <a:pt x="3676" y="11973"/>
                  </a:cubicBezTo>
                  <a:cubicBezTo>
                    <a:pt x="4269" y="12355"/>
                    <a:pt x="4930" y="12623"/>
                    <a:pt x="5628" y="12777"/>
                  </a:cubicBezTo>
                  <a:cubicBezTo>
                    <a:pt x="5724" y="12796"/>
                    <a:pt x="5801" y="12891"/>
                    <a:pt x="5801" y="12997"/>
                  </a:cubicBezTo>
                  <a:lnTo>
                    <a:pt x="5801" y="13590"/>
                  </a:lnTo>
                  <a:cubicBezTo>
                    <a:pt x="5801" y="13714"/>
                    <a:pt x="5906" y="13810"/>
                    <a:pt x="6021" y="13810"/>
                  </a:cubicBezTo>
                  <a:lnTo>
                    <a:pt x="7810" y="13810"/>
                  </a:lnTo>
                  <a:cubicBezTo>
                    <a:pt x="7925" y="13810"/>
                    <a:pt x="8030" y="13714"/>
                    <a:pt x="8030" y="13590"/>
                  </a:cubicBezTo>
                  <a:lnTo>
                    <a:pt x="8030" y="12997"/>
                  </a:lnTo>
                  <a:cubicBezTo>
                    <a:pt x="8030" y="12891"/>
                    <a:pt x="8107" y="12796"/>
                    <a:pt x="8203" y="12777"/>
                  </a:cubicBezTo>
                  <a:cubicBezTo>
                    <a:pt x="8901" y="12623"/>
                    <a:pt x="9562" y="12355"/>
                    <a:pt x="10155" y="11973"/>
                  </a:cubicBezTo>
                  <a:cubicBezTo>
                    <a:pt x="10192" y="11948"/>
                    <a:pt x="10234" y="11936"/>
                    <a:pt x="10276" y="11936"/>
                  </a:cubicBezTo>
                  <a:cubicBezTo>
                    <a:pt x="10333" y="11936"/>
                    <a:pt x="10389" y="11958"/>
                    <a:pt x="10433" y="12001"/>
                  </a:cubicBezTo>
                  <a:lnTo>
                    <a:pt x="10854" y="12413"/>
                  </a:lnTo>
                  <a:cubicBezTo>
                    <a:pt x="10897" y="12456"/>
                    <a:pt x="10954" y="12477"/>
                    <a:pt x="11012" y="12477"/>
                  </a:cubicBezTo>
                  <a:cubicBezTo>
                    <a:pt x="11069" y="12477"/>
                    <a:pt x="11126" y="12456"/>
                    <a:pt x="11170" y="12413"/>
                  </a:cubicBezTo>
                  <a:lnTo>
                    <a:pt x="12423" y="11159"/>
                  </a:lnTo>
                  <a:cubicBezTo>
                    <a:pt x="12509" y="11073"/>
                    <a:pt x="12509" y="10930"/>
                    <a:pt x="12423" y="10843"/>
                  </a:cubicBezTo>
                  <a:lnTo>
                    <a:pt x="12012" y="10422"/>
                  </a:lnTo>
                  <a:cubicBezTo>
                    <a:pt x="11935" y="10346"/>
                    <a:pt x="11926" y="10231"/>
                    <a:pt x="11983" y="10145"/>
                  </a:cubicBezTo>
                  <a:cubicBezTo>
                    <a:pt x="12366" y="9542"/>
                    <a:pt x="12634" y="8891"/>
                    <a:pt x="12787" y="8192"/>
                  </a:cubicBezTo>
                  <a:cubicBezTo>
                    <a:pt x="12806" y="8087"/>
                    <a:pt x="12902" y="8020"/>
                    <a:pt x="13007" y="8020"/>
                  </a:cubicBezTo>
                  <a:lnTo>
                    <a:pt x="13600" y="8020"/>
                  </a:lnTo>
                  <a:cubicBezTo>
                    <a:pt x="13725" y="8011"/>
                    <a:pt x="13820" y="7915"/>
                    <a:pt x="13820" y="7790"/>
                  </a:cubicBezTo>
                  <a:lnTo>
                    <a:pt x="13820" y="6010"/>
                  </a:lnTo>
                  <a:cubicBezTo>
                    <a:pt x="13820" y="5886"/>
                    <a:pt x="13725" y="5790"/>
                    <a:pt x="13600" y="5790"/>
                  </a:cubicBezTo>
                  <a:lnTo>
                    <a:pt x="12997" y="5790"/>
                  </a:lnTo>
                  <a:cubicBezTo>
                    <a:pt x="12892" y="5790"/>
                    <a:pt x="12806" y="5714"/>
                    <a:pt x="12787" y="5618"/>
                  </a:cubicBezTo>
                  <a:cubicBezTo>
                    <a:pt x="12634" y="4919"/>
                    <a:pt x="12356" y="4259"/>
                    <a:pt x="11973" y="3666"/>
                  </a:cubicBezTo>
                  <a:cubicBezTo>
                    <a:pt x="11916" y="3580"/>
                    <a:pt x="11926" y="3455"/>
                    <a:pt x="12002" y="3388"/>
                  </a:cubicBezTo>
                  <a:lnTo>
                    <a:pt x="12423" y="2967"/>
                  </a:lnTo>
                  <a:cubicBezTo>
                    <a:pt x="12509" y="2881"/>
                    <a:pt x="12509" y="2737"/>
                    <a:pt x="12423" y="2651"/>
                  </a:cubicBezTo>
                  <a:lnTo>
                    <a:pt x="11170" y="1388"/>
                  </a:lnTo>
                  <a:cubicBezTo>
                    <a:pt x="11126" y="1345"/>
                    <a:pt x="11069" y="1323"/>
                    <a:pt x="11012" y="1323"/>
                  </a:cubicBezTo>
                  <a:cubicBezTo>
                    <a:pt x="10954" y="1323"/>
                    <a:pt x="10897" y="1345"/>
                    <a:pt x="10854" y="1388"/>
                  </a:cubicBezTo>
                  <a:lnTo>
                    <a:pt x="10433" y="1809"/>
                  </a:lnTo>
                  <a:cubicBezTo>
                    <a:pt x="10389" y="1853"/>
                    <a:pt x="10333" y="1875"/>
                    <a:pt x="10276" y="1875"/>
                  </a:cubicBezTo>
                  <a:cubicBezTo>
                    <a:pt x="10234" y="1875"/>
                    <a:pt x="10192" y="1862"/>
                    <a:pt x="10155" y="1838"/>
                  </a:cubicBezTo>
                  <a:cubicBezTo>
                    <a:pt x="9562" y="1455"/>
                    <a:pt x="8901" y="1177"/>
                    <a:pt x="8203" y="1034"/>
                  </a:cubicBezTo>
                  <a:cubicBezTo>
                    <a:pt x="8107" y="1005"/>
                    <a:pt x="8030" y="919"/>
                    <a:pt x="8030" y="814"/>
                  </a:cubicBezTo>
                  <a:lnTo>
                    <a:pt x="8030" y="211"/>
                  </a:lnTo>
                  <a:cubicBezTo>
                    <a:pt x="8021" y="96"/>
                    <a:pt x="7925" y="0"/>
                    <a:pt x="7810" y="0"/>
                  </a:cubicBezTo>
                  <a:close/>
                </a:path>
              </a:pathLst>
            </a:custGeom>
            <a:solidFill>
              <a:srgbClr val="CED6D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215" name="Google Shape;12215;p43"/>
            <p:cNvSpPr/>
            <p:nvPr/>
          </p:nvSpPr>
          <p:spPr>
            <a:xfrm>
              <a:off x="1346262" y="1555236"/>
              <a:ext cx="267694" cy="257742"/>
            </a:xfrm>
            <a:custGeom>
              <a:rect b="b" l="l" r="r" t="t"/>
              <a:pathLst>
                <a:path extrusionOk="0" h="9815" w="10194">
                  <a:moveTo>
                    <a:pt x="5289" y="895"/>
                  </a:moveTo>
                  <a:cubicBezTo>
                    <a:pt x="5806" y="895"/>
                    <a:pt x="6327" y="994"/>
                    <a:pt x="6825" y="1197"/>
                  </a:cubicBezTo>
                  <a:cubicBezTo>
                    <a:pt x="8318" y="1819"/>
                    <a:pt x="9294" y="3283"/>
                    <a:pt x="9294" y="4900"/>
                  </a:cubicBezTo>
                  <a:cubicBezTo>
                    <a:pt x="9294" y="7121"/>
                    <a:pt x="7504" y="8910"/>
                    <a:pt x="5293" y="8910"/>
                  </a:cubicBezTo>
                  <a:cubicBezTo>
                    <a:pt x="3666" y="8910"/>
                    <a:pt x="2202" y="7934"/>
                    <a:pt x="1590" y="6441"/>
                  </a:cubicBezTo>
                  <a:cubicBezTo>
                    <a:pt x="968" y="4939"/>
                    <a:pt x="1312" y="3216"/>
                    <a:pt x="2451" y="2068"/>
                  </a:cubicBezTo>
                  <a:cubicBezTo>
                    <a:pt x="3219" y="1299"/>
                    <a:pt x="4245" y="895"/>
                    <a:pt x="5289" y="895"/>
                  </a:cubicBezTo>
                  <a:close/>
                  <a:moveTo>
                    <a:pt x="5293" y="0"/>
                  </a:moveTo>
                  <a:cubicBezTo>
                    <a:pt x="3303" y="0"/>
                    <a:pt x="1513" y="1197"/>
                    <a:pt x="757" y="3034"/>
                  </a:cubicBezTo>
                  <a:cubicBezTo>
                    <a:pt x="1" y="4862"/>
                    <a:pt x="422" y="6977"/>
                    <a:pt x="1819" y="8374"/>
                  </a:cubicBezTo>
                  <a:cubicBezTo>
                    <a:pt x="2759" y="9314"/>
                    <a:pt x="4011" y="9814"/>
                    <a:pt x="5286" y="9814"/>
                  </a:cubicBezTo>
                  <a:cubicBezTo>
                    <a:pt x="5920" y="9814"/>
                    <a:pt x="6559" y="9691"/>
                    <a:pt x="7169" y="9437"/>
                  </a:cubicBezTo>
                  <a:cubicBezTo>
                    <a:pt x="8997" y="8681"/>
                    <a:pt x="10193" y="6891"/>
                    <a:pt x="10193" y="4910"/>
                  </a:cubicBezTo>
                  <a:cubicBezTo>
                    <a:pt x="10193" y="2202"/>
                    <a:pt x="8002" y="0"/>
                    <a:pt x="5293" y="0"/>
                  </a:cubicBezTo>
                  <a:close/>
                </a:path>
              </a:pathLst>
            </a:custGeom>
            <a:solidFill>
              <a:srgbClr val="8E9EA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2216" name="Google Shape;12216;p43"/>
          <p:cNvGrpSpPr/>
          <p:nvPr/>
        </p:nvGrpSpPr>
        <p:grpSpPr>
          <a:xfrm>
            <a:off x="1751901" y="1350316"/>
            <a:ext cx="362677" cy="362677"/>
            <a:chOff x="1751901" y="1502716"/>
            <a:chExt cx="362677" cy="362677"/>
          </a:xfrm>
        </p:grpSpPr>
        <p:sp>
          <p:nvSpPr>
            <p:cNvPr id="12217" name="Google Shape;12217;p43"/>
            <p:cNvSpPr/>
            <p:nvPr/>
          </p:nvSpPr>
          <p:spPr>
            <a:xfrm>
              <a:off x="1751901" y="1502716"/>
              <a:ext cx="362677" cy="362677"/>
            </a:xfrm>
            <a:custGeom>
              <a:rect b="b" l="l" r="r" t="t"/>
              <a:pathLst>
                <a:path extrusionOk="0" h="13811" w="13811">
                  <a:moveTo>
                    <a:pt x="6901" y="0"/>
                  </a:moveTo>
                  <a:cubicBezTo>
                    <a:pt x="3092" y="0"/>
                    <a:pt x="0" y="3091"/>
                    <a:pt x="0" y="6900"/>
                  </a:cubicBezTo>
                  <a:cubicBezTo>
                    <a:pt x="0" y="10719"/>
                    <a:pt x="3092" y="13810"/>
                    <a:pt x="6901" y="13810"/>
                  </a:cubicBezTo>
                  <a:cubicBezTo>
                    <a:pt x="10719" y="13810"/>
                    <a:pt x="13810" y="10719"/>
                    <a:pt x="13810" y="6900"/>
                  </a:cubicBezTo>
                  <a:cubicBezTo>
                    <a:pt x="13810" y="3091"/>
                    <a:pt x="10719" y="0"/>
                    <a:pt x="6901" y="0"/>
                  </a:cubicBezTo>
                  <a:close/>
                </a:path>
              </a:pathLst>
            </a:custGeom>
            <a:solidFill>
              <a:srgbClr val="C3CDD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218" name="Google Shape;12218;p43"/>
            <p:cNvSpPr/>
            <p:nvPr/>
          </p:nvSpPr>
          <p:spPr>
            <a:xfrm>
              <a:off x="1779027" y="1529843"/>
              <a:ext cx="308397" cy="308397"/>
            </a:xfrm>
            <a:custGeom>
              <a:rect b="b" l="l" r="r" t="t"/>
              <a:pathLst>
                <a:path extrusionOk="0" h="11744" w="11744">
                  <a:moveTo>
                    <a:pt x="5868" y="1"/>
                  </a:moveTo>
                  <a:cubicBezTo>
                    <a:pt x="2633" y="1"/>
                    <a:pt x="1" y="2633"/>
                    <a:pt x="1" y="5867"/>
                  </a:cubicBezTo>
                  <a:cubicBezTo>
                    <a:pt x="1" y="9112"/>
                    <a:pt x="2633" y="11744"/>
                    <a:pt x="5868" y="11744"/>
                  </a:cubicBezTo>
                  <a:cubicBezTo>
                    <a:pt x="9112" y="11744"/>
                    <a:pt x="11744" y="9112"/>
                    <a:pt x="11744" y="5867"/>
                  </a:cubicBezTo>
                  <a:cubicBezTo>
                    <a:pt x="11744" y="2633"/>
                    <a:pt x="9112" y="1"/>
                    <a:pt x="5868" y="1"/>
                  </a:cubicBezTo>
                  <a:close/>
                </a:path>
              </a:pathLst>
            </a:custGeom>
            <a:solidFill>
              <a:srgbClr val="F0F3F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219" name="Google Shape;12219;p43"/>
            <p:cNvSpPr/>
            <p:nvPr/>
          </p:nvSpPr>
          <p:spPr>
            <a:xfrm>
              <a:off x="1927816" y="1551035"/>
              <a:ext cx="10845" cy="138416"/>
            </a:xfrm>
            <a:custGeom>
              <a:rect b="b" l="l" r="r" t="t"/>
              <a:pathLst>
                <a:path extrusionOk="0" h="5271" w="413">
                  <a:moveTo>
                    <a:pt x="206" y="0"/>
                  </a:moveTo>
                  <a:cubicBezTo>
                    <a:pt x="103" y="0"/>
                    <a:pt x="1" y="70"/>
                    <a:pt x="1" y="208"/>
                  </a:cubicBezTo>
                  <a:lnTo>
                    <a:pt x="1" y="5060"/>
                  </a:lnTo>
                  <a:cubicBezTo>
                    <a:pt x="1" y="5175"/>
                    <a:pt x="87" y="5271"/>
                    <a:pt x="202" y="5271"/>
                  </a:cubicBezTo>
                  <a:cubicBezTo>
                    <a:pt x="316" y="5271"/>
                    <a:pt x="412" y="5175"/>
                    <a:pt x="412" y="5060"/>
                  </a:cubicBezTo>
                  <a:lnTo>
                    <a:pt x="412" y="208"/>
                  </a:lnTo>
                  <a:cubicBezTo>
                    <a:pt x="412" y="70"/>
                    <a:pt x="309" y="0"/>
                    <a:pt x="206" y="0"/>
                  </a:cubicBezTo>
                  <a:close/>
                </a:path>
              </a:pathLst>
            </a:custGeom>
            <a:solidFill>
              <a:srgbClr val="657A8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220" name="Google Shape;12220;p43"/>
            <p:cNvSpPr/>
            <p:nvPr/>
          </p:nvSpPr>
          <p:spPr>
            <a:xfrm>
              <a:off x="1925821" y="1678632"/>
              <a:ext cx="142014" cy="10819"/>
            </a:xfrm>
            <a:custGeom>
              <a:rect b="b" l="l" r="r" t="t"/>
              <a:pathLst>
                <a:path extrusionOk="0" h="412" w="5408">
                  <a:moveTo>
                    <a:pt x="278" y="0"/>
                  </a:moveTo>
                  <a:cubicBezTo>
                    <a:pt x="0" y="0"/>
                    <a:pt x="0" y="412"/>
                    <a:pt x="278" y="412"/>
                  </a:cubicBezTo>
                  <a:lnTo>
                    <a:pt x="5130" y="412"/>
                  </a:lnTo>
                  <a:cubicBezTo>
                    <a:pt x="5407" y="412"/>
                    <a:pt x="5407" y="0"/>
                    <a:pt x="5130" y="0"/>
                  </a:cubicBezTo>
                  <a:close/>
                </a:path>
              </a:pathLst>
            </a:custGeom>
            <a:solidFill>
              <a:srgbClr val="657A8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221" name="Google Shape;12221;p43"/>
            <p:cNvSpPr/>
            <p:nvPr/>
          </p:nvSpPr>
          <p:spPr>
            <a:xfrm>
              <a:off x="1816999" y="1567789"/>
              <a:ext cx="288020" cy="270215"/>
            </a:xfrm>
            <a:custGeom>
              <a:rect b="b" l="l" r="r" t="t"/>
              <a:pathLst>
                <a:path extrusionOk="0" h="10290" w="10968">
                  <a:moveTo>
                    <a:pt x="8278" y="1"/>
                  </a:moveTo>
                  <a:lnTo>
                    <a:pt x="8278" y="1"/>
                  </a:lnTo>
                  <a:cubicBezTo>
                    <a:pt x="10317" y="2327"/>
                    <a:pt x="10192" y="5829"/>
                    <a:pt x="8010" y="8011"/>
                  </a:cubicBezTo>
                  <a:cubicBezTo>
                    <a:pt x="6869" y="9153"/>
                    <a:pt x="5365" y="9731"/>
                    <a:pt x="3858" y="9731"/>
                  </a:cubicBezTo>
                  <a:cubicBezTo>
                    <a:pt x="2485" y="9731"/>
                    <a:pt x="1109" y="9251"/>
                    <a:pt x="0" y="8279"/>
                  </a:cubicBezTo>
                  <a:lnTo>
                    <a:pt x="0" y="8279"/>
                  </a:lnTo>
                  <a:cubicBezTo>
                    <a:pt x="1167" y="9616"/>
                    <a:pt x="2795" y="10290"/>
                    <a:pt x="4426" y="10290"/>
                  </a:cubicBezTo>
                  <a:cubicBezTo>
                    <a:pt x="5924" y="10290"/>
                    <a:pt x="7425" y="9721"/>
                    <a:pt x="8575" y="8576"/>
                  </a:cubicBezTo>
                  <a:cubicBezTo>
                    <a:pt x="10968" y="6174"/>
                    <a:pt x="10843" y="2240"/>
                    <a:pt x="8278" y="1"/>
                  </a:cubicBezTo>
                  <a:close/>
                </a:path>
              </a:pathLst>
            </a:custGeom>
            <a:solidFill>
              <a:srgbClr val="EBEFF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222" name="Google Shape;12222;p43"/>
            <p:cNvSpPr/>
            <p:nvPr/>
          </p:nvSpPr>
          <p:spPr>
            <a:xfrm>
              <a:off x="1798644" y="1678632"/>
              <a:ext cx="22400" cy="10819"/>
            </a:xfrm>
            <a:custGeom>
              <a:rect b="b" l="l" r="r" t="t"/>
              <a:pathLst>
                <a:path extrusionOk="0" h="412" w="853">
                  <a:moveTo>
                    <a:pt x="278" y="0"/>
                  </a:moveTo>
                  <a:cubicBezTo>
                    <a:pt x="0" y="0"/>
                    <a:pt x="0" y="412"/>
                    <a:pt x="278" y="412"/>
                  </a:cubicBezTo>
                  <a:lnTo>
                    <a:pt x="575" y="412"/>
                  </a:lnTo>
                  <a:cubicBezTo>
                    <a:pt x="852" y="412"/>
                    <a:pt x="852" y="0"/>
                    <a:pt x="575" y="0"/>
                  </a:cubicBezTo>
                  <a:close/>
                </a:path>
              </a:pathLst>
            </a:custGeom>
            <a:solidFill>
              <a:srgbClr val="95A6B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223" name="Google Shape;12223;p43"/>
            <p:cNvSpPr/>
            <p:nvPr/>
          </p:nvSpPr>
          <p:spPr>
            <a:xfrm>
              <a:off x="1927816" y="1798063"/>
              <a:ext cx="10845" cy="18828"/>
            </a:xfrm>
            <a:custGeom>
              <a:rect b="b" l="l" r="r" t="t"/>
              <a:pathLst>
                <a:path extrusionOk="0" h="717" w="413">
                  <a:moveTo>
                    <a:pt x="206" y="1"/>
                  </a:moveTo>
                  <a:cubicBezTo>
                    <a:pt x="103" y="1"/>
                    <a:pt x="1" y="70"/>
                    <a:pt x="1" y="209"/>
                  </a:cubicBezTo>
                  <a:lnTo>
                    <a:pt x="1" y="506"/>
                  </a:lnTo>
                  <a:cubicBezTo>
                    <a:pt x="1" y="620"/>
                    <a:pt x="87" y="716"/>
                    <a:pt x="202" y="716"/>
                  </a:cubicBezTo>
                  <a:cubicBezTo>
                    <a:pt x="316" y="716"/>
                    <a:pt x="412" y="620"/>
                    <a:pt x="412" y="506"/>
                  </a:cubicBezTo>
                  <a:lnTo>
                    <a:pt x="412" y="209"/>
                  </a:lnTo>
                  <a:cubicBezTo>
                    <a:pt x="412" y="70"/>
                    <a:pt x="309" y="1"/>
                    <a:pt x="206" y="1"/>
                  </a:cubicBezTo>
                  <a:close/>
                </a:path>
              </a:pathLst>
            </a:custGeom>
            <a:solidFill>
              <a:srgbClr val="95A6B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224" name="Google Shape;12224;p43"/>
            <p:cNvSpPr/>
            <p:nvPr/>
          </p:nvSpPr>
          <p:spPr>
            <a:xfrm>
              <a:off x="1835486" y="1588508"/>
              <a:ext cx="20667" cy="16518"/>
            </a:xfrm>
            <a:custGeom>
              <a:rect b="b" l="l" r="r" t="t"/>
              <a:pathLst>
                <a:path extrusionOk="0" h="629" w="787">
                  <a:moveTo>
                    <a:pt x="293" y="1"/>
                  </a:moveTo>
                  <a:cubicBezTo>
                    <a:pt x="136" y="1"/>
                    <a:pt x="1" y="204"/>
                    <a:pt x="148" y="351"/>
                  </a:cubicBezTo>
                  <a:lnTo>
                    <a:pt x="358" y="571"/>
                  </a:lnTo>
                  <a:cubicBezTo>
                    <a:pt x="397" y="609"/>
                    <a:pt x="445" y="628"/>
                    <a:pt x="502" y="628"/>
                  </a:cubicBezTo>
                  <a:cubicBezTo>
                    <a:pt x="506" y="629"/>
                    <a:pt x="509" y="629"/>
                    <a:pt x="513" y="629"/>
                  </a:cubicBezTo>
                  <a:cubicBezTo>
                    <a:pt x="697" y="629"/>
                    <a:pt x="786" y="396"/>
                    <a:pt x="645" y="274"/>
                  </a:cubicBezTo>
                  <a:lnTo>
                    <a:pt x="435" y="64"/>
                  </a:lnTo>
                  <a:cubicBezTo>
                    <a:pt x="390" y="19"/>
                    <a:pt x="341" y="1"/>
                    <a:pt x="293" y="1"/>
                  </a:cubicBezTo>
                  <a:close/>
                </a:path>
              </a:pathLst>
            </a:custGeom>
            <a:solidFill>
              <a:srgbClr val="95A6B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225" name="Google Shape;12225;p43"/>
            <p:cNvSpPr/>
            <p:nvPr/>
          </p:nvSpPr>
          <p:spPr>
            <a:xfrm>
              <a:off x="2009958" y="1763189"/>
              <a:ext cx="20667" cy="16491"/>
            </a:xfrm>
            <a:custGeom>
              <a:rect b="b" l="l" r="r" t="t"/>
              <a:pathLst>
                <a:path extrusionOk="0" h="628" w="787">
                  <a:moveTo>
                    <a:pt x="332" y="1"/>
                  </a:moveTo>
                  <a:cubicBezTo>
                    <a:pt x="177" y="1"/>
                    <a:pt x="1" y="236"/>
                    <a:pt x="146" y="350"/>
                  </a:cubicBezTo>
                  <a:lnTo>
                    <a:pt x="356" y="561"/>
                  </a:lnTo>
                  <a:cubicBezTo>
                    <a:pt x="394" y="599"/>
                    <a:pt x="452" y="618"/>
                    <a:pt x="509" y="628"/>
                  </a:cubicBezTo>
                  <a:cubicBezTo>
                    <a:pt x="701" y="628"/>
                    <a:pt x="787" y="398"/>
                    <a:pt x="653" y="264"/>
                  </a:cubicBezTo>
                  <a:lnTo>
                    <a:pt x="442" y="53"/>
                  </a:lnTo>
                  <a:cubicBezTo>
                    <a:pt x="411" y="16"/>
                    <a:pt x="372" y="1"/>
                    <a:pt x="332" y="1"/>
                  </a:cubicBezTo>
                  <a:close/>
                </a:path>
              </a:pathLst>
            </a:custGeom>
            <a:solidFill>
              <a:srgbClr val="95A6B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226" name="Google Shape;12226;p43"/>
            <p:cNvSpPr/>
            <p:nvPr/>
          </p:nvSpPr>
          <p:spPr>
            <a:xfrm>
              <a:off x="2010247" y="1588193"/>
              <a:ext cx="21113" cy="16833"/>
            </a:xfrm>
            <a:custGeom>
              <a:rect b="b" l="l" r="r" t="t"/>
              <a:pathLst>
                <a:path extrusionOk="0" h="641" w="804">
                  <a:moveTo>
                    <a:pt x="493" y="0"/>
                  </a:moveTo>
                  <a:cubicBezTo>
                    <a:pt x="444" y="0"/>
                    <a:pt x="392" y="20"/>
                    <a:pt x="345" y="66"/>
                  </a:cubicBezTo>
                  <a:lnTo>
                    <a:pt x="135" y="277"/>
                  </a:lnTo>
                  <a:cubicBezTo>
                    <a:pt x="1" y="411"/>
                    <a:pt x="96" y="640"/>
                    <a:pt x="288" y="640"/>
                  </a:cubicBezTo>
                  <a:cubicBezTo>
                    <a:pt x="336" y="640"/>
                    <a:pt x="393" y="612"/>
                    <a:pt x="431" y="583"/>
                  </a:cubicBezTo>
                  <a:lnTo>
                    <a:pt x="642" y="363"/>
                  </a:lnTo>
                  <a:cubicBezTo>
                    <a:pt x="804" y="216"/>
                    <a:pt x="660" y="0"/>
                    <a:pt x="493" y="0"/>
                  </a:cubicBezTo>
                  <a:close/>
                </a:path>
              </a:pathLst>
            </a:custGeom>
            <a:solidFill>
              <a:srgbClr val="95A6B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227" name="Google Shape;12227;p43"/>
            <p:cNvSpPr/>
            <p:nvPr/>
          </p:nvSpPr>
          <p:spPr>
            <a:xfrm>
              <a:off x="1835591" y="1762927"/>
              <a:ext cx="20719" cy="16754"/>
            </a:xfrm>
            <a:custGeom>
              <a:rect b="b" l="l" r="r" t="t"/>
              <a:pathLst>
                <a:path extrusionOk="0" h="638" w="789">
                  <a:moveTo>
                    <a:pt x="496" y="0"/>
                  </a:moveTo>
                  <a:cubicBezTo>
                    <a:pt x="448" y="0"/>
                    <a:pt x="399" y="19"/>
                    <a:pt x="354" y="63"/>
                  </a:cubicBezTo>
                  <a:lnTo>
                    <a:pt x="144" y="274"/>
                  </a:lnTo>
                  <a:cubicBezTo>
                    <a:pt x="0" y="408"/>
                    <a:pt x="96" y="638"/>
                    <a:pt x="287" y="638"/>
                  </a:cubicBezTo>
                  <a:cubicBezTo>
                    <a:pt x="345" y="628"/>
                    <a:pt x="393" y="609"/>
                    <a:pt x="431" y="571"/>
                  </a:cubicBezTo>
                  <a:lnTo>
                    <a:pt x="641" y="360"/>
                  </a:lnTo>
                  <a:cubicBezTo>
                    <a:pt x="789" y="206"/>
                    <a:pt x="653" y="0"/>
                    <a:pt x="496" y="0"/>
                  </a:cubicBezTo>
                  <a:close/>
                </a:path>
              </a:pathLst>
            </a:custGeom>
            <a:solidFill>
              <a:srgbClr val="95A6B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228" name="Google Shape;12228;p43"/>
            <p:cNvSpPr/>
            <p:nvPr/>
          </p:nvSpPr>
          <p:spPr>
            <a:xfrm>
              <a:off x="1808018" y="1628581"/>
              <a:ext cx="22820" cy="14128"/>
            </a:xfrm>
            <a:custGeom>
              <a:rect b="b" l="l" r="r" t="t"/>
              <a:pathLst>
                <a:path extrusionOk="0" h="538" w="869">
                  <a:moveTo>
                    <a:pt x="291" y="0"/>
                  </a:moveTo>
                  <a:cubicBezTo>
                    <a:pt x="97" y="0"/>
                    <a:pt x="0" y="312"/>
                    <a:pt x="218" y="404"/>
                  </a:cubicBezTo>
                  <a:lnTo>
                    <a:pt x="495" y="519"/>
                  </a:lnTo>
                  <a:cubicBezTo>
                    <a:pt x="524" y="538"/>
                    <a:pt x="553" y="538"/>
                    <a:pt x="581" y="538"/>
                  </a:cubicBezTo>
                  <a:cubicBezTo>
                    <a:pt x="811" y="538"/>
                    <a:pt x="868" y="222"/>
                    <a:pt x="658" y="136"/>
                  </a:cubicBezTo>
                  <a:lnTo>
                    <a:pt x="380" y="21"/>
                  </a:lnTo>
                  <a:cubicBezTo>
                    <a:pt x="349" y="7"/>
                    <a:pt x="319" y="0"/>
                    <a:pt x="291" y="0"/>
                  </a:cubicBezTo>
                  <a:close/>
                </a:path>
              </a:pathLst>
            </a:custGeom>
            <a:solidFill>
              <a:srgbClr val="95A6B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229" name="Google Shape;12229;p43"/>
            <p:cNvSpPr/>
            <p:nvPr/>
          </p:nvSpPr>
          <p:spPr>
            <a:xfrm>
              <a:off x="2035194" y="1725139"/>
              <a:ext cx="23004" cy="14102"/>
            </a:xfrm>
            <a:custGeom>
              <a:rect b="b" l="l" r="r" t="t"/>
              <a:pathLst>
                <a:path extrusionOk="0" h="537" w="876">
                  <a:moveTo>
                    <a:pt x="303" y="1"/>
                  </a:moveTo>
                  <a:cubicBezTo>
                    <a:pt x="99" y="1"/>
                    <a:pt x="0" y="309"/>
                    <a:pt x="228" y="402"/>
                  </a:cubicBezTo>
                  <a:lnTo>
                    <a:pt x="496" y="526"/>
                  </a:lnTo>
                  <a:cubicBezTo>
                    <a:pt x="524" y="536"/>
                    <a:pt x="553" y="536"/>
                    <a:pt x="582" y="536"/>
                  </a:cubicBezTo>
                  <a:cubicBezTo>
                    <a:pt x="585" y="536"/>
                    <a:pt x="589" y="536"/>
                    <a:pt x="592" y="536"/>
                  </a:cubicBezTo>
                  <a:cubicBezTo>
                    <a:pt x="814" y="536"/>
                    <a:pt x="875" y="228"/>
                    <a:pt x="658" y="144"/>
                  </a:cubicBezTo>
                  <a:lnTo>
                    <a:pt x="390" y="19"/>
                  </a:lnTo>
                  <a:cubicBezTo>
                    <a:pt x="360" y="7"/>
                    <a:pt x="330" y="1"/>
                    <a:pt x="303" y="1"/>
                  </a:cubicBezTo>
                  <a:close/>
                </a:path>
              </a:pathLst>
            </a:custGeom>
            <a:solidFill>
              <a:srgbClr val="95A6B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230" name="Google Shape;12230;p43"/>
            <p:cNvSpPr/>
            <p:nvPr/>
          </p:nvSpPr>
          <p:spPr>
            <a:xfrm>
              <a:off x="1973299" y="1561276"/>
              <a:ext cx="16649" cy="18119"/>
            </a:xfrm>
            <a:custGeom>
              <a:rect b="b" l="l" r="r" t="t"/>
              <a:pathLst>
                <a:path extrusionOk="0" h="690" w="634">
                  <a:moveTo>
                    <a:pt x="363" y="1"/>
                  </a:moveTo>
                  <a:cubicBezTo>
                    <a:pt x="291" y="1"/>
                    <a:pt x="220" y="37"/>
                    <a:pt x="183" y="125"/>
                  </a:cubicBezTo>
                  <a:lnTo>
                    <a:pt x="58" y="402"/>
                  </a:lnTo>
                  <a:cubicBezTo>
                    <a:pt x="1" y="536"/>
                    <a:pt x="106" y="689"/>
                    <a:pt x="250" y="689"/>
                  </a:cubicBezTo>
                  <a:cubicBezTo>
                    <a:pt x="336" y="689"/>
                    <a:pt x="412" y="641"/>
                    <a:pt x="451" y="565"/>
                  </a:cubicBezTo>
                  <a:lnTo>
                    <a:pt x="565" y="287"/>
                  </a:lnTo>
                  <a:cubicBezTo>
                    <a:pt x="634" y="126"/>
                    <a:pt x="497" y="1"/>
                    <a:pt x="363" y="1"/>
                  </a:cubicBezTo>
                  <a:close/>
                </a:path>
              </a:pathLst>
            </a:custGeom>
            <a:solidFill>
              <a:srgbClr val="95A6B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231" name="Google Shape;12231;p43"/>
            <p:cNvSpPr/>
            <p:nvPr/>
          </p:nvSpPr>
          <p:spPr>
            <a:xfrm>
              <a:off x="1876557" y="1788557"/>
              <a:ext cx="16623" cy="18277"/>
            </a:xfrm>
            <a:custGeom>
              <a:rect b="b" l="l" r="r" t="t"/>
              <a:pathLst>
                <a:path extrusionOk="0" h="696" w="633">
                  <a:moveTo>
                    <a:pt x="365" y="0"/>
                  </a:moveTo>
                  <a:cubicBezTo>
                    <a:pt x="292" y="0"/>
                    <a:pt x="220" y="39"/>
                    <a:pt x="182" y="131"/>
                  </a:cubicBezTo>
                  <a:lnTo>
                    <a:pt x="58" y="399"/>
                  </a:lnTo>
                  <a:cubicBezTo>
                    <a:pt x="0" y="542"/>
                    <a:pt x="106" y="695"/>
                    <a:pt x="259" y="695"/>
                  </a:cubicBezTo>
                  <a:cubicBezTo>
                    <a:pt x="335" y="695"/>
                    <a:pt x="412" y="638"/>
                    <a:pt x="450" y="561"/>
                  </a:cubicBezTo>
                  <a:lnTo>
                    <a:pt x="565" y="293"/>
                  </a:lnTo>
                  <a:cubicBezTo>
                    <a:pt x="633" y="127"/>
                    <a:pt x="498" y="0"/>
                    <a:pt x="365" y="0"/>
                  </a:cubicBezTo>
                  <a:close/>
                </a:path>
              </a:pathLst>
            </a:custGeom>
            <a:solidFill>
              <a:srgbClr val="95A6B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232" name="Google Shape;12232;p43"/>
            <p:cNvSpPr/>
            <p:nvPr/>
          </p:nvSpPr>
          <p:spPr>
            <a:xfrm>
              <a:off x="1878710" y="1560541"/>
              <a:ext cx="15966" cy="18093"/>
            </a:xfrm>
            <a:custGeom>
              <a:rect b="b" l="l" r="r" t="t"/>
              <a:pathLst>
                <a:path extrusionOk="0" h="689" w="608">
                  <a:moveTo>
                    <a:pt x="266" y="0"/>
                  </a:moveTo>
                  <a:cubicBezTo>
                    <a:pt x="134" y="0"/>
                    <a:pt x="1" y="122"/>
                    <a:pt x="62" y="287"/>
                  </a:cubicBezTo>
                  <a:lnTo>
                    <a:pt x="177" y="564"/>
                  </a:lnTo>
                  <a:cubicBezTo>
                    <a:pt x="215" y="641"/>
                    <a:pt x="291" y="688"/>
                    <a:pt x="368" y="688"/>
                  </a:cubicBezTo>
                  <a:cubicBezTo>
                    <a:pt x="512" y="679"/>
                    <a:pt x="607" y="545"/>
                    <a:pt x="569" y="411"/>
                  </a:cubicBezTo>
                  <a:lnTo>
                    <a:pt x="454" y="133"/>
                  </a:lnTo>
                  <a:cubicBezTo>
                    <a:pt x="416" y="40"/>
                    <a:pt x="341" y="0"/>
                    <a:pt x="266" y="0"/>
                  </a:cubicBezTo>
                  <a:close/>
                </a:path>
              </a:pathLst>
            </a:custGeom>
            <a:solidFill>
              <a:srgbClr val="95A6B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233" name="Google Shape;12233;p43"/>
            <p:cNvSpPr/>
            <p:nvPr/>
          </p:nvSpPr>
          <p:spPr>
            <a:xfrm>
              <a:off x="1971014" y="1789292"/>
              <a:ext cx="16386" cy="18277"/>
            </a:xfrm>
            <a:custGeom>
              <a:rect b="b" l="l" r="r" t="t"/>
              <a:pathLst>
                <a:path extrusionOk="0" h="696" w="624">
                  <a:moveTo>
                    <a:pt x="272" y="1"/>
                  </a:moveTo>
                  <a:cubicBezTo>
                    <a:pt x="140" y="1"/>
                    <a:pt x="1" y="128"/>
                    <a:pt x="69" y="294"/>
                  </a:cubicBezTo>
                  <a:lnTo>
                    <a:pt x="184" y="572"/>
                  </a:lnTo>
                  <a:cubicBezTo>
                    <a:pt x="212" y="648"/>
                    <a:pt x="289" y="696"/>
                    <a:pt x="375" y="696"/>
                  </a:cubicBezTo>
                  <a:cubicBezTo>
                    <a:pt x="518" y="696"/>
                    <a:pt x="624" y="552"/>
                    <a:pt x="566" y="409"/>
                  </a:cubicBezTo>
                  <a:lnTo>
                    <a:pt x="451" y="131"/>
                  </a:lnTo>
                  <a:cubicBezTo>
                    <a:pt x="417" y="39"/>
                    <a:pt x="346" y="1"/>
                    <a:pt x="272" y="1"/>
                  </a:cubicBezTo>
                  <a:close/>
                </a:path>
              </a:pathLst>
            </a:custGeom>
            <a:solidFill>
              <a:srgbClr val="95A6B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234" name="Google Shape;12234;p43"/>
            <p:cNvSpPr/>
            <p:nvPr/>
          </p:nvSpPr>
          <p:spPr>
            <a:xfrm>
              <a:off x="2036375" y="1630734"/>
              <a:ext cx="22951" cy="13997"/>
            </a:xfrm>
            <a:custGeom>
              <a:rect b="b" l="l" r="r" t="t"/>
              <a:pathLst>
                <a:path extrusionOk="0" h="533" w="874">
                  <a:moveTo>
                    <a:pt x="570" y="0"/>
                  </a:moveTo>
                  <a:cubicBezTo>
                    <a:pt x="544" y="0"/>
                    <a:pt x="517" y="5"/>
                    <a:pt x="489" y="16"/>
                  </a:cubicBezTo>
                  <a:lnTo>
                    <a:pt x="212" y="131"/>
                  </a:lnTo>
                  <a:cubicBezTo>
                    <a:pt x="1" y="217"/>
                    <a:pt x="58" y="532"/>
                    <a:pt x="288" y="532"/>
                  </a:cubicBezTo>
                  <a:cubicBezTo>
                    <a:pt x="317" y="532"/>
                    <a:pt x="345" y="532"/>
                    <a:pt x="374" y="523"/>
                  </a:cubicBezTo>
                  <a:lnTo>
                    <a:pt x="652" y="408"/>
                  </a:lnTo>
                  <a:cubicBezTo>
                    <a:pt x="873" y="314"/>
                    <a:pt x="776" y="0"/>
                    <a:pt x="570" y="0"/>
                  </a:cubicBezTo>
                  <a:close/>
                </a:path>
              </a:pathLst>
            </a:custGeom>
            <a:solidFill>
              <a:srgbClr val="95A6B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235" name="Google Shape;12235;p43"/>
            <p:cNvSpPr/>
            <p:nvPr/>
          </p:nvSpPr>
          <p:spPr>
            <a:xfrm>
              <a:off x="1807441" y="1723143"/>
              <a:ext cx="22846" cy="14075"/>
            </a:xfrm>
            <a:custGeom>
              <a:rect b="b" l="l" r="r" t="t"/>
              <a:pathLst>
                <a:path extrusionOk="0" h="536" w="870">
                  <a:moveTo>
                    <a:pt x="574" y="1"/>
                  </a:moveTo>
                  <a:cubicBezTo>
                    <a:pt x="547" y="1"/>
                    <a:pt x="519" y="6"/>
                    <a:pt x="488" y="19"/>
                  </a:cubicBezTo>
                  <a:lnTo>
                    <a:pt x="211" y="133"/>
                  </a:lnTo>
                  <a:cubicBezTo>
                    <a:pt x="0" y="220"/>
                    <a:pt x="58" y="535"/>
                    <a:pt x="288" y="535"/>
                  </a:cubicBezTo>
                  <a:cubicBezTo>
                    <a:pt x="316" y="535"/>
                    <a:pt x="345" y="526"/>
                    <a:pt x="364" y="516"/>
                  </a:cubicBezTo>
                  <a:lnTo>
                    <a:pt x="642" y="401"/>
                  </a:lnTo>
                  <a:cubicBezTo>
                    <a:pt x="870" y="317"/>
                    <a:pt x="777" y="1"/>
                    <a:pt x="574" y="1"/>
                  </a:cubicBezTo>
                  <a:close/>
                </a:path>
              </a:pathLst>
            </a:custGeom>
            <a:solidFill>
              <a:srgbClr val="95A6B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2236" name="Google Shape;12236;p43"/>
          <p:cNvGrpSpPr/>
          <p:nvPr/>
        </p:nvGrpSpPr>
        <p:grpSpPr>
          <a:xfrm>
            <a:off x="3095178" y="1350316"/>
            <a:ext cx="334290" cy="362678"/>
            <a:chOff x="3095178" y="1502716"/>
            <a:chExt cx="334290" cy="362678"/>
          </a:xfrm>
        </p:grpSpPr>
        <p:sp>
          <p:nvSpPr>
            <p:cNvPr id="12237" name="Google Shape;12237;p43"/>
            <p:cNvSpPr/>
            <p:nvPr/>
          </p:nvSpPr>
          <p:spPr>
            <a:xfrm>
              <a:off x="3125351" y="1502716"/>
              <a:ext cx="304117" cy="304117"/>
            </a:xfrm>
            <a:custGeom>
              <a:rect b="b" l="l" r="r" t="t"/>
              <a:pathLst>
                <a:path extrusionOk="0" h="11581" w="11581">
                  <a:moveTo>
                    <a:pt x="5790" y="0"/>
                  </a:moveTo>
                  <a:cubicBezTo>
                    <a:pt x="2594" y="0"/>
                    <a:pt x="0" y="2594"/>
                    <a:pt x="0" y="5790"/>
                  </a:cubicBezTo>
                  <a:cubicBezTo>
                    <a:pt x="0" y="8987"/>
                    <a:pt x="2594" y="11580"/>
                    <a:pt x="5790" y="11580"/>
                  </a:cubicBezTo>
                  <a:cubicBezTo>
                    <a:pt x="8987" y="11580"/>
                    <a:pt x="11580" y="8987"/>
                    <a:pt x="11580" y="5790"/>
                  </a:cubicBezTo>
                  <a:cubicBezTo>
                    <a:pt x="11580" y="2594"/>
                    <a:pt x="8987" y="0"/>
                    <a:pt x="5790" y="0"/>
                  </a:cubicBezTo>
                  <a:close/>
                </a:path>
              </a:pathLst>
            </a:custGeom>
            <a:solidFill>
              <a:srgbClr val="7F91A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238" name="Google Shape;12238;p43"/>
            <p:cNvSpPr/>
            <p:nvPr/>
          </p:nvSpPr>
          <p:spPr>
            <a:xfrm>
              <a:off x="3095178" y="1505973"/>
              <a:ext cx="289306" cy="300887"/>
            </a:xfrm>
            <a:custGeom>
              <a:rect b="b" l="l" r="r" t="t"/>
              <a:pathLst>
                <a:path extrusionOk="0" h="11458" w="11017">
                  <a:moveTo>
                    <a:pt x="5752" y="1"/>
                  </a:moveTo>
                  <a:cubicBezTo>
                    <a:pt x="1963" y="785"/>
                    <a:pt x="1" y="5006"/>
                    <a:pt x="1838" y="8413"/>
                  </a:cubicBezTo>
                  <a:cubicBezTo>
                    <a:pt x="2909" y="10399"/>
                    <a:pt x="4916" y="11458"/>
                    <a:pt x="6949" y="11458"/>
                  </a:cubicBezTo>
                  <a:cubicBezTo>
                    <a:pt x="8403" y="11458"/>
                    <a:pt x="9870" y="10915"/>
                    <a:pt x="11016" y="9781"/>
                  </a:cubicBezTo>
                  <a:lnTo>
                    <a:pt x="11016" y="9781"/>
                  </a:lnTo>
                  <a:cubicBezTo>
                    <a:pt x="10624" y="9858"/>
                    <a:pt x="10231" y="9896"/>
                    <a:pt x="9839" y="9896"/>
                  </a:cubicBezTo>
                  <a:cubicBezTo>
                    <a:pt x="7485" y="9896"/>
                    <a:pt x="5370" y="8480"/>
                    <a:pt x="4480" y="6317"/>
                  </a:cubicBezTo>
                  <a:cubicBezTo>
                    <a:pt x="3580" y="4145"/>
                    <a:pt x="4087" y="1647"/>
                    <a:pt x="5752" y="1"/>
                  </a:cubicBezTo>
                  <a:close/>
                </a:path>
              </a:pathLst>
            </a:custGeom>
            <a:solidFill>
              <a:srgbClr val="6A7F9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239" name="Google Shape;12239;p43"/>
            <p:cNvSpPr/>
            <p:nvPr/>
          </p:nvSpPr>
          <p:spPr>
            <a:xfrm>
              <a:off x="3125351" y="1503215"/>
              <a:ext cx="303854" cy="303356"/>
            </a:xfrm>
            <a:custGeom>
              <a:rect b="b" l="l" r="r" t="t"/>
              <a:pathLst>
                <a:path extrusionOk="0" h="11552" w="11571">
                  <a:moveTo>
                    <a:pt x="5570" y="2881"/>
                  </a:moveTo>
                  <a:lnTo>
                    <a:pt x="5570" y="5551"/>
                  </a:lnTo>
                  <a:lnTo>
                    <a:pt x="2230" y="5551"/>
                  </a:lnTo>
                  <a:cubicBezTo>
                    <a:pt x="2240" y="4642"/>
                    <a:pt x="2402" y="3733"/>
                    <a:pt x="2708" y="2881"/>
                  </a:cubicBezTo>
                  <a:close/>
                  <a:moveTo>
                    <a:pt x="8872" y="2881"/>
                  </a:moveTo>
                  <a:cubicBezTo>
                    <a:pt x="9168" y="3733"/>
                    <a:pt x="9331" y="4642"/>
                    <a:pt x="9350" y="5551"/>
                  </a:cubicBezTo>
                  <a:lnTo>
                    <a:pt x="6010" y="5551"/>
                  </a:lnTo>
                  <a:lnTo>
                    <a:pt x="6010" y="2881"/>
                  </a:lnTo>
                  <a:close/>
                  <a:moveTo>
                    <a:pt x="5560" y="5991"/>
                  </a:moveTo>
                  <a:lnTo>
                    <a:pt x="5560" y="8671"/>
                  </a:lnTo>
                  <a:lnTo>
                    <a:pt x="2708" y="8671"/>
                  </a:lnTo>
                  <a:cubicBezTo>
                    <a:pt x="2402" y="7810"/>
                    <a:pt x="2240" y="6901"/>
                    <a:pt x="2230" y="5991"/>
                  </a:cubicBezTo>
                  <a:close/>
                  <a:moveTo>
                    <a:pt x="9350" y="5991"/>
                  </a:moveTo>
                  <a:cubicBezTo>
                    <a:pt x="9331" y="6901"/>
                    <a:pt x="9168" y="7810"/>
                    <a:pt x="8872" y="8671"/>
                  </a:cubicBezTo>
                  <a:lnTo>
                    <a:pt x="8872" y="8661"/>
                  </a:lnTo>
                  <a:lnTo>
                    <a:pt x="6010" y="8661"/>
                  </a:lnTo>
                  <a:lnTo>
                    <a:pt x="6010" y="5991"/>
                  </a:lnTo>
                  <a:close/>
                  <a:moveTo>
                    <a:pt x="5570" y="0"/>
                  </a:moveTo>
                  <a:lnTo>
                    <a:pt x="5570" y="2431"/>
                  </a:lnTo>
                  <a:lnTo>
                    <a:pt x="2881" y="2431"/>
                  </a:lnTo>
                  <a:cubicBezTo>
                    <a:pt x="3484" y="1044"/>
                    <a:pt x="4460" y="106"/>
                    <a:pt x="5570" y="0"/>
                  </a:cubicBezTo>
                  <a:lnTo>
                    <a:pt x="5570" y="0"/>
                  </a:lnTo>
                  <a:cubicBezTo>
                    <a:pt x="4977" y="20"/>
                    <a:pt x="4402" y="125"/>
                    <a:pt x="3847" y="316"/>
                  </a:cubicBezTo>
                  <a:cubicBezTo>
                    <a:pt x="3264" y="823"/>
                    <a:pt x="2766" y="1551"/>
                    <a:pt x="2412" y="2431"/>
                  </a:cubicBezTo>
                  <a:lnTo>
                    <a:pt x="1062" y="2431"/>
                  </a:lnTo>
                  <a:cubicBezTo>
                    <a:pt x="957" y="2575"/>
                    <a:pt x="861" y="2718"/>
                    <a:pt x="775" y="2871"/>
                  </a:cubicBezTo>
                  <a:lnTo>
                    <a:pt x="2240" y="2871"/>
                  </a:lnTo>
                  <a:cubicBezTo>
                    <a:pt x="1952" y="3742"/>
                    <a:pt x="1799" y="4642"/>
                    <a:pt x="1780" y="5551"/>
                  </a:cubicBezTo>
                  <a:lnTo>
                    <a:pt x="0" y="5551"/>
                  </a:lnTo>
                  <a:lnTo>
                    <a:pt x="0" y="5771"/>
                  </a:lnTo>
                  <a:lnTo>
                    <a:pt x="0" y="5991"/>
                  </a:lnTo>
                  <a:lnTo>
                    <a:pt x="1780" y="5991"/>
                  </a:lnTo>
                  <a:cubicBezTo>
                    <a:pt x="1799" y="6901"/>
                    <a:pt x="1952" y="7800"/>
                    <a:pt x="2240" y="8661"/>
                  </a:cubicBezTo>
                  <a:lnTo>
                    <a:pt x="775" y="8661"/>
                  </a:lnTo>
                  <a:cubicBezTo>
                    <a:pt x="861" y="8815"/>
                    <a:pt x="957" y="8968"/>
                    <a:pt x="1062" y="9111"/>
                  </a:cubicBezTo>
                  <a:lnTo>
                    <a:pt x="2412" y="9111"/>
                  </a:lnTo>
                  <a:cubicBezTo>
                    <a:pt x="2766" y="9992"/>
                    <a:pt x="3264" y="10719"/>
                    <a:pt x="3847" y="11226"/>
                  </a:cubicBezTo>
                  <a:cubicBezTo>
                    <a:pt x="4398" y="11416"/>
                    <a:pt x="4968" y="11531"/>
                    <a:pt x="5556" y="11551"/>
                  </a:cubicBezTo>
                  <a:lnTo>
                    <a:pt x="5556" y="11551"/>
                  </a:lnTo>
                  <a:cubicBezTo>
                    <a:pt x="4457" y="11434"/>
                    <a:pt x="3483" y="10497"/>
                    <a:pt x="2881" y="9111"/>
                  </a:cubicBezTo>
                  <a:lnTo>
                    <a:pt x="5560" y="9111"/>
                  </a:lnTo>
                  <a:lnTo>
                    <a:pt x="5560" y="11551"/>
                  </a:lnTo>
                  <a:lnTo>
                    <a:pt x="5560" y="11551"/>
                  </a:lnTo>
                  <a:cubicBezTo>
                    <a:pt x="5559" y="11551"/>
                    <a:pt x="5557" y="11551"/>
                    <a:pt x="5556" y="11551"/>
                  </a:cubicBezTo>
                  <a:lnTo>
                    <a:pt x="5556" y="11551"/>
                  </a:lnTo>
                  <a:cubicBezTo>
                    <a:pt x="5557" y="11551"/>
                    <a:pt x="5559" y="11552"/>
                    <a:pt x="5560" y="11552"/>
                  </a:cubicBezTo>
                  <a:lnTo>
                    <a:pt x="5560" y="11551"/>
                  </a:lnTo>
                  <a:lnTo>
                    <a:pt x="5560" y="11551"/>
                  </a:lnTo>
                  <a:cubicBezTo>
                    <a:pt x="5564" y="11552"/>
                    <a:pt x="5567" y="11552"/>
                    <a:pt x="5570" y="11552"/>
                  </a:cubicBezTo>
                  <a:lnTo>
                    <a:pt x="6010" y="11552"/>
                  </a:lnTo>
                  <a:lnTo>
                    <a:pt x="6010" y="9111"/>
                  </a:lnTo>
                  <a:lnTo>
                    <a:pt x="8690" y="9111"/>
                  </a:lnTo>
                  <a:cubicBezTo>
                    <a:pt x="8087" y="10499"/>
                    <a:pt x="7120" y="11437"/>
                    <a:pt x="6010" y="11552"/>
                  </a:cubicBezTo>
                  <a:cubicBezTo>
                    <a:pt x="6594" y="11533"/>
                    <a:pt x="7178" y="11418"/>
                    <a:pt x="7733" y="11226"/>
                  </a:cubicBezTo>
                  <a:cubicBezTo>
                    <a:pt x="8317" y="10719"/>
                    <a:pt x="8805" y="9992"/>
                    <a:pt x="9168" y="9111"/>
                  </a:cubicBezTo>
                  <a:lnTo>
                    <a:pt x="10518" y="9111"/>
                  </a:lnTo>
                  <a:cubicBezTo>
                    <a:pt x="10614" y="8968"/>
                    <a:pt x="10709" y="8824"/>
                    <a:pt x="10805" y="8671"/>
                  </a:cubicBezTo>
                  <a:lnTo>
                    <a:pt x="9341" y="8671"/>
                  </a:lnTo>
                  <a:cubicBezTo>
                    <a:pt x="9618" y="7800"/>
                    <a:pt x="9771" y="6901"/>
                    <a:pt x="9790" y="5991"/>
                  </a:cubicBezTo>
                  <a:lnTo>
                    <a:pt x="11571" y="5991"/>
                  </a:lnTo>
                  <a:lnTo>
                    <a:pt x="11571" y="5771"/>
                  </a:lnTo>
                  <a:lnTo>
                    <a:pt x="11571" y="5551"/>
                  </a:lnTo>
                  <a:lnTo>
                    <a:pt x="9790" y="5551"/>
                  </a:lnTo>
                  <a:cubicBezTo>
                    <a:pt x="9771" y="4642"/>
                    <a:pt x="9618" y="3742"/>
                    <a:pt x="9341" y="2881"/>
                  </a:cubicBezTo>
                  <a:lnTo>
                    <a:pt x="10805" y="2881"/>
                  </a:lnTo>
                  <a:cubicBezTo>
                    <a:pt x="10709" y="2728"/>
                    <a:pt x="10614" y="2575"/>
                    <a:pt x="10518" y="2431"/>
                  </a:cubicBezTo>
                  <a:lnTo>
                    <a:pt x="9168" y="2431"/>
                  </a:lnTo>
                  <a:cubicBezTo>
                    <a:pt x="8805" y="1551"/>
                    <a:pt x="8317" y="823"/>
                    <a:pt x="7733" y="316"/>
                  </a:cubicBezTo>
                  <a:cubicBezTo>
                    <a:pt x="7178" y="125"/>
                    <a:pt x="6594" y="10"/>
                    <a:pt x="6010" y="0"/>
                  </a:cubicBezTo>
                  <a:lnTo>
                    <a:pt x="6010" y="0"/>
                  </a:lnTo>
                  <a:cubicBezTo>
                    <a:pt x="7120" y="106"/>
                    <a:pt x="8087" y="1044"/>
                    <a:pt x="8699" y="2431"/>
                  </a:cubicBezTo>
                  <a:lnTo>
                    <a:pt x="6010" y="2431"/>
                  </a:lnTo>
                  <a:lnTo>
                    <a:pt x="6010" y="0"/>
                  </a:lnTo>
                  <a:close/>
                </a:path>
              </a:pathLst>
            </a:custGeom>
            <a:solidFill>
              <a:srgbClr val="E5EBE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240" name="Google Shape;12240;p43"/>
            <p:cNvSpPr/>
            <p:nvPr/>
          </p:nvSpPr>
          <p:spPr>
            <a:xfrm>
              <a:off x="3125351" y="1505973"/>
              <a:ext cx="229224" cy="300598"/>
            </a:xfrm>
            <a:custGeom>
              <a:rect b="b" l="l" r="r" t="t"/>
              <a:pathLst>
                <a:path extrusionOk="0" h="11447" w="8729">
                  <a:moveTo>
                    <a:pt x="4594" y="1"/>
                  </a:moveTo>
                  <a:lnTo>
                    <a:pt x="4594" y="1"/>
                  </a:lnTo>
                  <a:cubicBezTo>
                    <a:pt x="4345" y="58"/>
                    <a:pt x="4096" y="125"/>
                    <a:pt x="3847" y="211"/>
                  </a:cubicBezTo>
                  <a:cubicBezTo>
                    <a:pt x="3264" y="718"/>
                    <a:pt x="2766" y="1446"/>
                    <a:pt x="2412" y="2326"/>
                  </a:cubicBezTo>
                  <a:lnTo>
                    <a:pt x="1062" y="2326"/>
                  </a:lnTo>
                  <a:cubicBezTo>
                    <a:pt x="957" y="2470"/>
                    <a:pt x="861" y="2613"/>
                    <a:pt x="775" y="2766"/>
                  </a:cubicBezTo>
                  <a:lnTo>
                    <a:pt x="2240" y="2766"/>
                  </a:lnTo>
                  <a:cubicBezTo>
                    <a:pt x="1952" y="3637"/>
                    <a:pt x="1799" y="4537"/>
                    <a:pt x="1780" y="5446"/>
                  </a:cubicBezTo>
                  <a:lnTo>
                    <a:pt x="0" y="5446"/>
                  </a:lnTo>
                  <a:lnTo>
                    <a:pt x="0" y="5666"/>
                  </a:lnTo>
                  <a:lnTo>
                    <a:pt x="0" y="5886"/>
                  </a:lnTo>
                  <a:lnTo>
                    <a:pt x="1780" y="5886"/>
                  </a:lnTo>
                  <a:cubicBezTo>
                    <a:pt x="1799" y="6796"/>
                    <a:pt x="1952" y="7695"/>
                    <a:pt x="2240" y="8556"/>
                  </a:cubicBezTo>
                  <a:lnTo>
                    <a:pt x="775" y="8556"/>
                  </a:lnTo>
                  <a:cubicBezTo>
                    <a:pt x="861" y="8710"/>
                    <a:pt x="957" y="8863"/>
                    <a:pt x="1062" y="9006"/>
                  </a:cubicBezTo>
                  <a:lnTo>
                    <a:pt x="2412" y="9006"/>
                  </a:lnTo>
                  <a:cubicBezTo>
                    <a:pt x="2766" y="9887"/>
                    <a:pt x="3264" y="10614"/>
                    <a:pt x="3847" y="11121"/>
                  </a:cubicBezTo>
                  <a:cubicBezTo>
                    <a:pt x="4402" y="11313"/>
                    <a:pt x="4977" y="11428"/>
                    <a:pt x="5570" y="11447"/>
                  </a:cubicBezTo>
                  <a:cubicBezTo>
                    <a:pt x="4460" y="11332"/>
                    <a:pt x="3484" y="10394"/>
                    <a:pt x="2881" y="9006"/>
                  </a:cubicBezTo>
                  <a:lnTo>
                    <a:pt x="5570" y="9006"/>
                  </a:lnTo>
                  <a:lnTo>
                    <a:pt x="5570" y="11447"/>
                  </a:lnTo>
                  <a:lnTo>
                    <a:pt x="6010" y="11447"/>
                  </a:lnTo>
                  <a:lnTo>
                    <a:pt x="6010" y="9246"/>
                  </a:lnTo>
                  <a:cubicBezTo>
                    <a:pt x="5647" y="9054"/>
                    <a:pt x="5302" y="8824"/>
                    <a:pt x="4986" y="8566"/>
                  </a:cubicBezTo>
                  <a:lnTo>
                    <a:pt x="2708" y="8566"/>
                  </a:lnTo>
                  <a:cubicBezTo>
                    <a:pt x="2402" y="7705"/>
                    <a:pt x="2240" y="6805"/>
                    <a:pt x="2230" y="5886"/>
                  </a:cubicBezTo>
                  <a:lnTo>
                    <a:pt x="3168" y="5886"/>
                  </a:lnTo>
                  <a:cubicBezTo>
                    <a:pt x="3120" y="5743"/>
                    <a:pt x="3082" y="5599"/>
                    <a:pt x="3053" y="5446"/>
                  </a:cubicBezTo>
                  <a:lnTo>
                    <a:pt x="2230" y="5446"/>
                  </a:lnTo>
                  <a:cubicBezTo>
                    <a:pt x="2240" y="4537"/>
                    <a:pt x="2402" y="3628"/>
                    <a:pt x="2708" y="2776"/>
                  </a:cubicBezTo>
                  <a:lnTo>
                    <a:pt x="3053" y="2776"/>
                  </a:lnTo>
                  <a:cubicBezTo>
                    <a:pt x="3082" y="2623"/>
                    <a:pt x="3130" y="2470"/>
                    <a:pt x="3168" y="2326"/>
                  </a:cubicBezTo>
                  <a:lnTo>
                    <a:pt x="2881" y="2326"/>
                  </a:lnTo>
                  <a:cubicBezTo>
                    <a:pt x="3149" y="1666"/>
                    <a:pt x="3570" y="1063"/>
                    <a:pt x="4096" y="575"/>
                  </a:cubicBezTo>
                  <a:cubicBezTo>
                    <a:pt x="4249" y="374"/>
                    <a:pt x="4422" y="183"/>
                    <a:pt x="4594" y="1"/>
                  </a:cubicBezTo>
                  <a:close/>
                  <a:moveTo>
                    <a:pt x="8231" y="9877"/>
                  </a:moveTo>
                  <a:cubicBezTo>
                    <a:pt x="7647" y="10777"/>
                    <a:pt x="6872" y="11361"/>
                    <a:pt x="6010" y="11447"/>
                  </a:cubicBezTo>
                  <a:cubicBezTo>
                    <a:pt x="6594" y="11428"/>
                    <a:pt x="7178" y="11313"/>
                    <a:pt x="7733" y="11121"/>
                  </a:cubicBezTo>
                  <a:cubicBezTo>
                    <a:pt x="8125" y="10767"/>
                    <a:pt x="8460" y="10356"/>
                    <a:pt x="8728" y="9896"/>
                  </a:cubicBezTo>
                  <a:lnTo>
                    <a:pt x="8690" y="9896"/>
                  </a:lnTo>
                  <a:cubicBezTo>
                    <a:pt x="8537" y="9896"/>
                    <a:pt x="8384" y="9887"/>
                    <a:pt x="8231" y="9877"/>
                  </a:cubicBezTo>
                  <a:close/>
                </a:path>
              </a:pathLst>
            </a:custGeom>
            <a:solidFill>
              <a:srgbClr val="E2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241" name="Google Shape;12241;p43"/>
            <p:cNvSpPr/>
            <p:nvPr/>
          </p:nvSpPr>
          <p:spPr>
            <a:xfrm>
              <a:off x="3177871" y="1795253"/>
              <a:ext cx="198814" cy="70140"/>
            </a:xfrm>
            <a:custGeom>
              <a:rect b="b" l="l" r="r" t="t"/>
              <a:pathLst>
                <a:path extrusionOk="0" h="2671" w="7571">
                  <a:moveTo>
                    <a:pt x="2450" y="0"/>
                  </a:moveTo>
                  <a:lnTo>
                    <a:pt x="584" y="670"/>
                  </a:lnTo>
                  <a:cubicBezTo>
                    <a:pt x="230" y="804"/>
                    <a:pt x="0" y="1139"/>
                    <a:pt x="0" y="1512"/>
                  </a:cubicBezTo>
                  <a:lnTo>
                    <a:pt x="0" y="2450"/>
                  </a:lnTo>
                  <a:cubicBezTo>
                    <a:pt x="0" y="2574"/>
                    <a:pt x="96" y="2670"/>
                    <a:pt x="230" y="2670"/>
                  </a:cubicBezTo>
                  <a:lnTo>
                    <a:pt x="7350" y="2670"/>
                  </a:lnTo>
                  <a:cubicBezTo>
                    <a:pt x="7475" y="2670"/>
                    <a:pt x="7570" y="2565"/>
                    <a:pt x="7570" y="2450"/>
                  </a:cubicBezTo>
                  <a:lnTo>
                    <a:pt x="7570" y="1512"/>
                  </a:lnTo>
                  <a:cubicBezTo>
                    <a:pt x="7570" y="1139"/>
                    <a:pt x="7341" y="804"/>
                    <a:pt x="6987" y="670"/>
                  </a:cubicBezTo>
                  <a:lnTo>
                    <a:pt x="5120" y="0"/>
                  </a:lnTo>
                  <a:lnTo>
                    <a:pt x="3790" y="450"/>
                  </a:lnTo>
                  <a:lnTo>
                    <a:pt x="2450" y="0"/>
                  </a:lnTo>
                  <a:close/>
                </a:path>
              </a:pathLst>
            </a:custGeom>
            <a:solidFill>
              <a:srgbClr val="E2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242" name="Google Shape;12242;p43"/>
            <p:cNvSpPr/>
            <p:nvPr/>
          </p:nvSpPr>
          <p:spPr>
            <a:xfrm>
              <a:off x="3265580" y="1818624"/>
              <a:ext cx="23398" cy="46769"/>
            </a:xfrm>
            <a:custGeom>
              <a:rect b="b" l="l" r="r" t="t"/>
              <a:pathLst>
                <a:path extrusionOk="0" h="1781" w="891">
                  <a:moveTo>
                    <a:pt x="211" y="0"/>
                  </a:moveTo>
                  <a:lnTo>
                    <a:pt x="0" y="1780"/>
                  </a:lnTo>
                  <a:lnTo>
                    <a:pt x="890" y="1780"/>
                  </a:lnTo>
                  <a:lnTo>
                    <a:pt x="680" y="0"/>
                  </a:lnTo>
                  <a:close/>
                </a:path>
              </a:pathLst>
            </a:custGeom>
            <a:solidFill>
              <a:srgbClr val="47607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243" name="Google Shape;12243;p43"/>
            <p:cNvSpPr/>
            <p:nvPr/>
          </p:nvSpPr>
          <p:spPr>
            <a:xfrm>
              <a:off x="3267076" y="1806807"/>
              <a:ext cx="20378" cy="19879"/>
            </a:xfrm>
            <a:custGeom>
              <a:rect b="b" l="l" r="r" t="t"/>
              <a:pathLst>
                <a:path extrusionOk="0" h="757" w="776">
                  <a:moveTo>
                    <a:pt x="1" y="0"/>
                  </a:moveTo>
                  <a:lnTo>
                    <a:pt x="1" y="603"/>
                  </a:lnTo>
                  <a:cubicBezTo>
                    <a:pt x="1" y="689"/>
                    <a:pt x="68" y="756"/>
                    <a:pt x="154" y="756"/>
                  </a:cubicBezTo>
                  <a:lnTo>
                    <a:pt x="623" y="756"/>
                  </a:lnTo>
                  <a:cubicBezTo>
                    <a:pt x="709" y="756"/>
                    <a:pt x="776" y="689"/>
                    <a:pt x="776" y="603"/>
                  </a:cubicBezTo>
                  <a:lnTo>
                    <a:pt x="776" y="0"/>
                  </a:lnTo>
                  <a:close/>
                </a:path>
              </a:pathLst>
            </a:custGeom>
            <a:solidFill>
              <a:srgbClr val="465C7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244" name="Google Shape;12244;p43"/>
            <p:cNvSpPr/>
            <p:nvPr/>
          </p:nvSpPr>
          <p:spPr>
            <a:xfrm>
              <a:off x="3341734" y="1818861"/>
              <a:ext cx="34952" cy="46533"/>
            </a:xfrm>
            <a:custGeom>
              <a:rect b="b" l="l" r="r" t="t"/>
              <a:pathLst>
                <a:path extrusionOk="0" h="1772" w="1331">
                  <a:moveTo>
                    <a:pt x="1091" y="1"/>
                  </a:moveTo>
                  <a:lnTo>
                    <a:pt x="258" y="843"/>
                  </a:lnTo>
                  <a:cubicBezTo>
                    <a:pt x="86" y="1006"/>
                    <a:pt x="0" y="1235"/>
                    <a:pt x="0" y="1474"/>
                  </a:cubicBezTo>
                  <a:lnTo>
                    <a:pt x="0" y="1771"/>
                  </a:lnTo>
                  <a:lnTo>
                    <a:pt x="1110" y="1771"/>
                  </a:lnTo>
                  <a:cubicBezTo>
                    <a:pt x="1235" y="1771"/>
                    <a:pt x="1330" y="1666"/>
                    <a:pt x="1330" y="1551"/>
                  </a:cubicBezTo>
                  <a:lnTo>
                    <a:pt x="1330" y="613"/>
                  </a:lnTo>
                  <a:cubicBezTo>
                    <a:pt x="1330" y="383"/>
                    <a:pt x="1244" y="173"/>
                    <a:pt x="1091" y="1"/>
                  </a:cubicBezTo>
                  <a:close/>
                </a:path>
              </a:pathLst>
            </a:custGeom>
            <a:solidFill>
              <a:srgbClr val="C3CDD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245" name="Google Shape;12245;p43"/>
            <p:cNvSpPr/>
            <p:nvPr/>
          </p:nvSpPr>
          <p:spPr>
            <a:xfrm>
              <a:off x="3213060" y="1614033"/>
              <a:ext cx="128700" cy="93538"/>
            </a:xfrm>
            <a:custGeom>
              <a:rect b="b" l="l" r="r" t="t"/>
              <a:pathLst>
                <a:path extrusionOk="0" h="3562" w="4901">
                  <a:moveTo>
                    <a:pt x="1763" y="1"/>
                  </a:moveTo>
                  <a:cubicBezTo>
                    <a:pt x="785" y="1"/>
                    <a:pt x="0" y="801"/>
                    <a:pt x="0" y="1771"/>
                  </a:cubicBezTo>
                  <a:lnTo>
                    <a:pt x="0" y="2307"/>
                  </a:lnTo>
                  <a:cubicBezTo>
                    <a:pt x="0" y="2547"/>
                    <a:pt x="38" y="2786"/>
                    <a:pt x="115" y="3006"/>
                  </a:cubicBezTo>
                  <a:lnTo>
                    <a:pt x="192" y="3236"/>
                  </a:lnTo>
                  <a:cubicBezTo>
                    <a:pt x="211" y="3303"/>
                    <a:pt x="230" y="3370"/>
                    <a:pt x="230" y="3446"/>
                  </a:cubicBezTo>
                  <a:lnTo>
                    <a:pt x="230" y="3561"/>
                  </a:lnTo>
                  <a:lnTo>
                    <a:pt x="4680" y="3561"/>
                  </a:lnTo>
                  <a:lnTo>
                    <a:pt x="4680" y="3446"/>
                  </a:lnTo>
                  <a:cubicBezTo>
                    <a:pt x="4680" y="3370"/>
                    <a:pt x="4690" y="3303"/>
                    <a:pt x="4709" y="3236"/>
                  </a:cubicBezTo>
                  <a:lnTo>
                    <a:pt x="4785" y="3006"/>
                  </a:lnTo>
                  <a:cubicBezTo>
                    <a:pt x="4862" y="2786"/>
                    <a:pt x="4900" y="2547"/>
                    <a:pt x="4900" y="2307"/>
                  </a:cubicBezTo>
                  <a:lnTo>
                    <a:pt x="4900" y="441"/>
                  </a:lnTo>
                  <a:cubicBezTo>
                    <a:pt x="4900" y="192"/>
                    <a:pt x="4699" y="1"/>
                    <a:pt x="4450" y="1"/>
                  </a:cubicBezTo>
                  <a:lnTo>
                    <a:pt x="1780" y="1"/>
                  </a:lnTo>
                  <a:cubicBezTo>
                    <a:pt x="1774" y="1"/>
                    <a:pt x="1769" y="1"/>
                    <a:pt x="1763" y="1"/>
                  </a:cubicBezTo>
                  <a:close/>
                </a:path>
              </a:pathLst>
            </a:custGeom>
            <a:solidFill>
              <a:srgbClr val="657A8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246" name="Google Shape;12246;p43"/>
            <p:cNvSpPr/>
            <p:nvPr/>
          </p:nvSpPr>
          <p:spPr>
            <a:xfrm>
              <a:off x="3242208" y="1614033"/>
              <a:ext cx="99552" cy="93276"/>
            </a:xfrm>
            <a:custGeom>
              <a:rect b="b" l="l" r="r" t="t"/>
              <a:pathLst>
                <a:path extrusionOk="0" h="3552" w="3791">
                  <a:moveTo>
                    <a:pt x="892" y="1"/>
                  </a:moveTo>
                  <a:cubicBezTo>
                    <a:pt x="402" y="1"/>
                    <a:pt x="0" y="409"/>
                    <a:pt x="0" y="901"/>
                  </a:cubicBezTo>
                  <a:cubicBezTo>
                    <a:pt x="0" y="1398"/>
                    <a:pt x="402" y="1800"/>
                    <a:pt x="909" y="1800"/>
                  </a:cubicBezTo>
                  <a:lnTo>
                    <a:pt x="1024" y="1800"/>
                  </a:lnTo>
                  <a:lnTo>
                    <a:pt x="1091" y="3551"/>
                  </a:lnTo>
                  <a:lnTo>
                    <a:pt x="3570" y="3551"/>
                  </a:lnTo>
                  <a:lnTo>
                    <a:pt x="3570" y="3437"/>
                  </a:lnTo>
                  <a:cubicBezTo>
                    <a:pt x="3570" y="3360"/>
                    <a:pt x="3580" y="3293"/>
                    <a:pt x="3599" y="3217"/>
                  </a:cubicBezTo>
                  <a:lnTo>
                    <a:pt x="3675" y="2996"/>
                  </a:lnTo>
                  <a:cubicBezTo>
                    <a:pt x="3752" y="2767"/>
                    <a:pt x="3790" y="2537"/>
                    <a:pt x="3790" y="2298"/>
                  </a:cubicBezTo>
                  <a:lnTo>
                    <a:pt x="3790" y="441"/>
                  </a:lnTo>
                  <a:cubicBezTo>
                    <a:pt x="3790" y="192"/>
                    <a:pt x="3599" y="1"/>
                    <a:pt x="3350" y="1"/>
                  </a:cubicBezTo>
                  <a:lnTo>
                    <a:pt x="909" y="1"/>
                  </a:lnTo>
                  <a:cubicBezTo>
                    <a:pt x="904" y="1"/>
                    <a:pt x="898" y="1"/>
                    <a:pt x="892" y="1"/>
                  </a:cubicBezTo>
                  <a:close/>
                </a:path>
              </a:pathLst>
            </a:custGeom>
            <a:solidFill>
              <a:srgbClr val="657A8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247" name="Google Shape;12247;p43"/>
            <p:cNvSpPr/>
            <p:nvPr/>
          </p:nvSpPr>
          <p:spPr>
            <a:xfrm>
              <a:off x="3242208" y="1754287"/>
              <a:ext cx="70140" cy="52546"/>
            </a:xfrm>
            <a:custGeom>
              <a:rect b="b" l="l" r="r" t="t"/>
              <a:pathLst>
                <a:path extrusionOk="0" h="2001" w="2671">
                  <a:moveTo>
                    <a:pt x="0" y="0"/>
                  </a:moveTo>
                  <a:lnTo>
                    <a:pt x="0" y="2000"/>
                  </a:lnTo>
                  <a:lnTo>
                    <a:pt x="2670" y="2000"/>
                  </a:lnTo>
                  <a:lnTo>
                    <a:pt x="2670" y="0"/>
                  </a:lnTo>
                  <a:close/>
                </a:path>
              </a:pathLst>
            </a:custGeom>
            <a:solidFill>
              <a:srgbClr val="AAB8C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248" name="Google Shape;12248;p43"/>
            <p:cNvSpPr/>
            <p:nvPr/>
          </p:nvSpPr>
          <p:spPr>
            <a:xfrm>
              <a:off x="3242208" y="1754287"/>
              <a:ext cx="70140" cy="29044"/>
            </a:xfrm>
            <a:custGeom>
              <a:rect b="b" l="l" r="r" t="t"/>
              <a:pathLst>
                <a:path extrusionOk="0" h="1106" w="2671">
                  <a:moveTo>
                    <a:pt x="0" y="0"/>
                  </a:moveTo>
                  <a:lnTo>
                    <a:pt x="0" y="747"/>
                  </a:lnTo>
                  <a:cubicBezTo>
                    <a:pt x="412" y="986"/>
                    <a:pt x="874" y="1105"/>
                    <a:pt x="1335" y="1105"/>
                  </a:cubicBezTo>
                  <a:cubicBezTo>
                    <a:pt x="1797" y="1105"/>
                    <a:pt x="2259" y="986"/>
                    <a:pt x="2670" y="747"/>
                  </a:cubicBezTo>
                  <a:lnTo>
                    <a:pt x="2670" y="0"/>
                  </a:lnTo>
                  <a:close/>
                </a:path>
              </a:pathLst>
            </a:custGeom>
            <a:solidFill>
              <a:srgbClr val="99A8B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249" name="Google Shape;12249;p43"/>
            <p:cNvSpPr/>
            <p:nvPr/>
          </p:nvSpPr>
          <p:spPr>
            <a:xfrm>
              <a:off x="3230654" y="1785379"/>
              <a:ext cx="46769" cy="41780"/>
            </a:xfrm>
            <a:custGeom>
              <a:rect b="b" l="l" r="r" t="t"/>
              <a:pathLst>
                <a:path extrusionOk="0" h="1591" w="1781">
                  <a:moveTo>
                    <a:pt x="395" y="1"/>
                  </a:moveTo>
                  <a:cubicBezTo>
                    <a:pt x="311" y="1"/>
                    <a:pt x="231" y="48"/>
                    <a:pt x="191" y="127"/>
                  </a:cubicBezTo>
                  <a:lnTo>
                    <a:pt x="0" y="539"/>
                  </a:lnTo>
                  <a:lnTo>
                    <a:pt x="737" y="1505"/>
                  </a:lnTo>
                  <a:cubicBezTo>
                    <a:pt x="778" y="1562"/>
                    <a:pt x="844" y="1591"/>
                    <a:pt x="909" y="1591"/>
                  </a:cubicBezTo>
                  <a:cubicBezTo>
                    <a:pt x="966" y="1591"/>
                    <a:pt x="1022" y="1569"/>
                    <a:pt x="1062" y="1524"/>
                  </a:cubicBezTo>
                  <a:lnTo>
                    <a:pt x="1780" y="816"/>
                  </a:lnTo>
                  <a:lnTo>
                    <a:pt x="507" y="32"/>
                  </a:lnTo>
                  <a:cubicBezTo>
                    <a:pt x="471" y="11"/>
                    <a:pt x="433" y="1"/>
                    <a:pt x="395" y="1"/>
                  </a:cubicBezTo>
                  <a:close/>
                </a:path>
              </a:pathLst>
            </a:custGeom>
            <a:solidFill>
              <a:srgbClr val="C3CDD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250" name="Google Shape;12250;p43"/>
            <p:cNvSpPr/>
            <p:nvPr/>
          </p:nvSpPr>
          <p:spPr>
            <a:xfrm>
              <a:off x="3277397" y="1785379"/>
              <a:ext cx="46769" cy="41780"/>
            </a:xfrm>
            <a:custGeom>
              <a:rect b="b" l="l" r="r" t="t"/>
              <a:pathLst>
                <a:path extrusionOk="0" h="1591" w="1781">
                  <a:moveTo>
                    <a:pt x="1381" y="1"/>
                  </a:moveTo>
                  <a:cubicBezTo>
                    <a:pt x="1343" y="1"/>
                    <a:pt x="1306" y="11"/>
                    <a:pt x="1273" y="32"/>
                  </a:cubicBezTo>
                  <a:lnTo>
                    <a:pt x="0" y="816"/>
                  </a:lnTo>
                  <a:lnTo>
                    <a:pt x="708" y="1524"/>
                  </a:lnTo>
                  <a:cubicBezTo>
                    <a:pt x="753" y="1569"/>
                    <a:pt x="810" y="1591"/>
                    <a:pt x="866" y="1591"/>
                  </a:cubicBezTo>
                  <a:cubicBezTo>
                    <a:pt x="932" y="1591"/>
                    <a:pt x="997" y="1562"/>
                    <a:pt x="1043" y="1505"/>
                  </a:cubicBezTo>
                  <a:lnTo>
                    <a:pt x="1780" y="539"/>
                  </a:lnTo>
                  <a:lnTo>
                    <a:pt x="1589" y="127"/>
                  </a:lnTo>
                  <a:cubicBezTo>
                    <a:pt x="1549" y="48"/>
                    <a:pt x="1464" y="1"/>
                    <a:pt x="1381" y="1"/>
                  </a:cubicBezTo>
                  <a:close/>
                </a:path>
              </a:pathLst>
            </a:custGeom>
            <a:solidFill>
              <a:srgbClr val="C3CDD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251" name="Google Shape;12251;p43"/>
            <p:cNvSpPr/>
            <p:nvPr/>
          </p:nvSpPr>
          <p:spPr>
            <a:xfrm>
              <a:off x="3218837" y="1661327"/>
              <a:ext cx="116883" cy="110318"/>
            </a:xfrm>
            <a:custGeom>
              <a:rect b="b" l="l" r="r" t="t"/>
              <a:pathLst>
                <a:path extrusionOk="0" h="4201" w="4451">
                  <a:moveTo>
                    <a:pt x="1938" y="1"/>
                  </a:moveTo>
                  <a:cubicBezTo>
                    <a:pt x="1362" y="1"/>
                    <a:pt x="862" y="98"/>
                    <a:pt x="613" y="152"/>
                  </a:cubicBezTo>
                  <a:cubicBezTo>
                    <a:pt x="517" y="171"/>
                    <a:pt x="440" y="267"/>
                    <a:pt x="450" y="372"/>
                  </a:cubicBezTo>
                  <a:lnTo>
                    <a:pt x="450" y="899"/>
                  </a:lnTo>
                  <a:cubicBezTo>
                    <a:pt x="440" y="1023"/>
                    <a:pt x="402" y="1138"/>
                    <a:pt x="316" y="1215"/>
                  </a:cubicBezTo>
                  <a:lnTo>
                    <a:pt x="134" y="1406"/>
                  </a:lnTo>
                  <a:cubicBezTo>
                    <a:pt x="48" y="1482"/>
                    <a:pt x="0" y="1597"/>
                    <a:pt x="0" y="1722"/>
                  </a:cubicBezTo>
                  <a:lnTo>
                    <a:pt x="0" y="1980"/>
                  </a:lnTo>
                  <a:cubicBezTo>
                    <a:pt x="0" y="3205"/>
                    <a:pt x="996" y="4200"/>
                    <a:pt x="2230" y="4200"/>
                  </a:cubicBezTo>
                  <a:cubicBezTo>
                    <a:pt x="3455" y="4200"/>
                    <a:pt x="4450" y="3205"/>
                    <a:pt x="4450" y="1980"/>
                  </a:cubicBezTo>
                  <a:lnTo>
                    <a:pt x="4450" y="1722"/>
                  </a:lnTo>
                  <a:cubicBezTo>
                    <a:pt x="4450" y="1597"/>
                    <a:pt x="4403" y="1482"/>
                    <a:pt x="4326" y="1406"/>
                  </a:cubicBezTo>
                  <a:lnTo>
                    <a:pt x="4144" y="1215"/>
                  </a:lnTo>
                  <a:cubicBezTo>
                    <a:pt x="4058" y="1138"/>
                    <a:pt x="4010" y="1023"/>
                    <a:pt x="4010" y="908"/>
                  </a:cubicBezTo>
                  <a:lnTo>
                    <a:pt x="4010" y="784"/>
                  </a:lnTo>
                  <a:cubicBezTo>
                    <a:pt x="4010" y="698"/>
                    <a:pt x="3972" y="612"/>
                    <a:pt x="3895" y="554"/>
                  </a:cubicBezTo>
                  <a:cubicBezTo>
                    <a:pt x="3311" y="121"/>
                    <a:pt x="2578" y="1"/>
                    <a:pt x="1938" y="1"/>
                  </a:cubicBezTo>
                  <a:close/>
                </a:path>
              </a:pathLst>
            </a:custGeom>
            <a:solidFill>
              <a:srgbClr val="BBC6C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252" name="Google Shape;12252;p43"/>
            <p:cNvSpPr/>
            <p:nvPr/>
          </p:nvSpPr>
          <p:spPr>
            <a:xfrm>
              <a:off x="3218837" y="1661327"/>
              <a:ext cx="105329" cy="110056"/>
            </a:xfrm>
            <a:custGeom>
              <a:rect b="b" l="l" r="r" t="t"/>
              <a:pathLst>
                <a:path extrusionOk="0" h="4191" w="4011">
                  <a:moveTo>
                    <a:pt x="1902" y="1"/>
                  </a:moveTo>
                  <a:cubicBezTo>
                    <a:pt x="1702" y="1"/>
                    <a:pt x="1512" y="12"/>
                    <a:pt x="1340" y="28"/>
                  </a:cubicBezTo>
                  <a:cubicBezTo>
                    <a:pt x="1091" y="57"/>
                    <a:pt x="852" y="95"/>
                    <a:pt x="622" y="152"/>
                  </a:cubicBezTo>
                  <a:cubicBezTo>
                    <a:pt x="517" y="171"/>
                    <a:pt x="450" y="267"/>
                    <a:pt x="450" y="372"/>
                  </a:cubicBezTo>
                  <a:lnTo>
                    <a:pt x="450" y="899"/>
                  </a:lnTo>
                  <a:cubicBezTo>
                    <a:pt x="450" y="1023"/>
                    <a:pt x="402" y="1128"/>
                    <a:pt x="316" y="1215"/>
                  </a:cubicBezTo>
                  <a:lnTo>
                    <a:pt x="134" y="1396"/>
                  </a:lnTo>
                  <a:cubicBezTo>
                    <a:pt x="48" y="1482"/>
                    <a:pt x="0" y="1597"/>
                    <a:pt x="0" y="1712"/>
                  </a:cubicBezTo>
                  <a:lnTo>
                    <a:pt x="0" y="1980"/>
                  </a:lnTo>
                  <a:cubicBezTo>
                    <a:pt x="0" y="3100"/>
                    <a:pt x="842" y="4047"/>
                    <a:pt x="1962" y="4191"/>
                  </a:cubicBezTo>
                  <a:cubicBezTo>
                    <a:pt x="1560" y="3770"/>
                    <a:pt x="1340" y="3224"/>
                    <a:pt x="1340" y="2650"/>
                  </a:cubicBezTo>
                  <a:lnTo>
                    <a:pt x="1340" y="1014"/>
                  </a:lnTo>
                  <a:cubicBezTo>
                    <a:pt x="1340" y="793"/>
                    <a:pt x="1512" y="602"/>
                    <a:pt x="1732" y="573"/>
                  </a:cubicBezTo>
                  <a:cubicBezTo>
                    <a:pt x="1909" y="551"/>
                    <a:pt x="2134" y="532"/>
                    <a:pt x="2384" y="532"/>
                  </a:cubicBezTo>
                  <a:cubicBezTo>
                    <a:pt x="2890" y="532"/>
                    <a:pt x="3497" y="610"/>
                    <a:pt x="4010" y="899"/>
                  </a:cubicBezTo>
                  <a:lnTo>
                    <a:pt x="4010" y="784"/>
                  </a:lnTo>
                  <a:cubicBezTo>
                    <a:pt x="4010" y="688"/>
                    <a:pt x="3972" y="612"/>
                    <a:pt x="3895" y="554"/>
                  </a:cubicBezTo>
                  <a:cubicBezTo>
                    <a:pt x="3296" y="116"/>
                    <a:pt x="2546" y="1"/>
                    <a:pt x="1902" y="1"/>
                  </a:cubicBezTo>
                  <a:close/>
                </a:path>
              </a:pathLst>
            </a:custGeom>
            <a:solidFill>
              <a:srgbClr val="AAB8C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253" name="Google Shape;12253;p43"/>
            <p:cNvSpPr/>
            <p:nvPr/>
          </p:nvSpPr>
          <p:spPr>
            <a:xfrm>
              <a:off x="3177871" y="1818861"/>
              <a:ext cx="35215" cy="46533"/>
            </a:xfrm>
            <a:custGeom>
              <a:rect b="b" l="l" r="r" t="t"/>
              <a:pathLst>
                <a:path extrusionOk="0" h="1772" w="1341">
                  <a:moveTo>
                    <a:pt x="240" y="1"/>
                  </a:moveTo>
                  <a:cubicBezTo>
                    <a:pt x="86" y="173"/>
                    <a:pt x="0" y="383"/>
                    <a:pt x="0" y="613"/>
                  </a:cubicBezTo>
                  <a:lnTo>
                    <a:pt x="0" y="1551"/>
                  </a:lnTo>
                  <a:cubicBezTo>
                    <a:pt x="0" y="1666"/>
                    <a:pt x="106" y="1771"/>
                    <a:pt x="230" y="1771"/>
                  </a:cubicBezTo>
                  <a:lnTo>
                    <a:pt x="1340" y="1771"/>
                  </a:lnTo>
                  <a:lnTo>
                    <a:pt x="1340" y="1474"/>
                  </a:lnTo>
                  <a:cubicBezTo>
                    <a:pt x="1340" y="1235"/>
                    <a:pt x="1244" y="1006"/>
                    <a:pt x="1082" y="843"/>
                  </a:cubicBezTo>
                  <a:lnTo>
                    <a:pt x="240" y="1"/>
                  </a:lnTo>
                  <a:close/>
                </a:path>
              </a:pathLst>
            </a:custGeom>
            <a:solidFill>
              <a:srgbClr val="C3CDD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2254" name="Google Shape;12254;p43"/>
          <p:cNvGrpSpPr/>
          <p:nvPr/>
        </p:nvGrpSpPr>
        <p:grpSpPr>
          <a:xfrm>
            <a:off x="3542281" y="1353205"/>
            <a:ext cx="366196" cy="357004"/>
            <a:chOff x="3542281" y="1505605"/>
            <a:chExt cx="366196" cy="357004"/>
          </a:xfrm>
        </p:grpSpPr>
        <p:sp>
          <p:nvSpPr>
            <p:cNvPr id="12255" name="Google Shape;12255;p43"/>
            <p:cNvSpPr/>
            <p:nvPr/>
          </p:nvSpPr>
          <p:spPr>
            <a:xfrm>
              <a:off x="3612133" y="1573592"/>
              <a:ext cx="226466" cy="226703"/>
            </a:xfrm>
            <a:custGeom>
              <a:rect b="b" l="l" r="r" t="t"/>
              <a:pathLst>
                <a:path extrusionOk="0" h="8633" w="8624">
                  <a:moveTo>
                    <a:pt x="4317" y="0"/>
                  </a:moveTo>
                  <a:cubicBezTo>
                    <a:pt x="1924" y="0"/>
                    <a:pt x="1" y="1933"/>
                    <a:pt x="1" y="4316"/>
                  </a:cubicBezTo>
                  <a:cubicBezTo>
                    <a:pt x="1" y="6699"/>
                    <a:pt x="1924" y="8632"/>
                    <a:pt x="4317" y="8632"/>
                  </a:cubicBezTo>
                  <a:cubicBezTo>
                    <a:pt x="6700" y="8632"/>
                    <a:pt x="8624" y="6699"/>
                    <a:pt x="8624" y="4316"/>
                  </a:cubicBezTo>
                  <a:cubicBezTo>
                    <a:pt x="8624" y="1933"/>
                    <a:pt x="6700" y="0"/>
                    <a:pt x="4317" y="0"/>
                  </a:cubicBezTo>
                  <a:close/>
                </a:path>
              </a:pathLst>
            </a:custGeom>
            <a:solidFill>
              <a:srgbClr val="B9C3C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256" name="Google Shape;12256;p43"/>
            <p:cNvSpPr/>
            <p:nvPr/>
          </p:nvSpPr>
          <p:spPr>
            <a:xfrm>
              <a:off x="3657379" y="1652740"/>
              <a:ext cx="135974" cy="136001"/>
            </a:xfrm>
            <a:custGeom>
              <a:rect b="b" l="l" r="r" t="t"/>
              <a:pathLst>
                <a:path extrusionOk="0" h="5179" w="5178">
                  <a:moveTo>
                    <a:pt x="2594" y="1"/>
                  </a:moveTo>
                  <a:cubicBezTo>
                    <a:pt x="1158" y="1"/>
                    <a:pt x="0" y="1159"/>
                    <a:pt x="0" y="2594"/>
                  </a:cubicBezTo>
                  <a:cubicBezTo>
                    <a:pt x="0" y="4020"/>
                    <a:pt x="1158" y="5178"/>
                    <a:pt x="2594" y="5178"/>
                  </a:cubicBezTo>
                  <a:cubicBezTo>
                    <a:pt x="4020" y="5178"/>
                    <a:pt x="5178" y="4020"/>
                    <a:pt x="5178" y="2594"/>
                  </a:cubicBezTo>
                  <a:cubicBezTo>
                    <a:pt x="5178" y="1159"/>
                    <a:pt x="4020" y="1"/>
                    <a:pt x="2594" y="1"/>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257" name="Google Shape;12257;p43"/>
            <p:cNvSpPr/>
            <p:nvPr/>
          </p:nvSpPr>
          <p:spPr>
            <a:xfrm>
              <a:off x="3542281" y="1681153"/>
              <a:ext cx="54805" cy="11318"/>
            </a:xfrm>
            <a:custGeom>
              <a:rect b="b" l="l" r="r" t="t"/>
              <a:pathLst>
                <a:path extrusionOk="0" h="431" w="2087">
                  <a:moveTo>
                    <a:pt x="287" y="0"/>
                  </a:moveTo>
                  <a:cubicBezTo>
                    <a:pt x="0" y="0"/>
                    <a:pt x="0" y="431"/>
                    <a:pt x="287" y="431"/>
                  </a:cubicBezTo>
                  <a:lnTo>
                    <a:pt x="1799" y="431"/>
                  </a:lnTo>
                  <a:cubicBezTo>
                    <a:pt x="2087" y="431"/>
                    <a:pt x="2087" y="0"/>
                    <a:pt x="1799" y="0"/>
                  </a:cubicBezTo>
                  <a:close/>
                </a:path>
              </a:pathLst>
            </a:custGeom>
            <a:solidFill>
              <a:srgbClr val="B9C3C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258" name="Google Shape;12258;p43"/>
            <p:cNvSpPr/>
            <p:nvPr/>
          </p:nvSpPr>
          <p:spPr>
            <a:xfrm>
              <a:off x="3853909" y="1681153"/>
              <a:ext cx="54568" cy="11318"/>
            </a:xfrm>
            <a:custGeom>
              <a:rect b="b" l="l" r="r" t="t"/>
              <a:pathLst>
                <a:path extrusionOk="0" h="431" w="2078">
                  <a:moveTo>
                    <a:pt x="287" y="0"/>
                  </a:moveTo>
                  <a:cubicBezTo>
                    <a:pt x="0" y="0"/>
                    <a:pt x="0" y="431"/>
                    <a:pt x="287" y="431"/>
                  </a:cubicBezTo>
                  <a:lnTo>
                    <a:pt x="1790" y="431"/>
                  </a:lnTo>
                  <a:cubicBezTo>
                    <a:pt x="2077" y="431"/>
                    <a:pt x="2077" y="0"/>
                    <a:pt x="1790" y="0"/>
                  </a:cubicBezTo>
                  <a:close/>
                </a:path>
              </a:pathLst>
            </a:custGeom>
            <a:solidFill>
              <a:srgbClr val="B9C3C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259" name="Google Shape;12259;p43"/>
            <p:cNvSpPr/>
            <p:nvPr/>
          </p:nvSpPr>
          <p:spPr>
            <a:xfrm>
              <a:off x="3719694" y="1505605"/>
              <a:ext cx="11344" cy="50918"/>
            </a:xfrm>
            <a:custGeom>
              <a:rect b="b" l="l" r="r" t="t"/>
              <a:pathLst>
                <a:path extrusionOk="0" h="1939" w="432">
                  <a:moveTo>
                    <a:pt x="216" y="0"/>
                  </a:moveTo>
                  <a:cubicBezTo>
                    <a:pt x="108" y="0"/>
                    <a:pt x="1" y="72"/>
                    <a:pt x="1" y="216"/>
                  </a:cubicBezTo>
                  <a:lnTo>
                    <a:pt x="1" y="1728"/>
                  </a:lnTo>
                  <a:cubicBezTo>
                    <a:pt x="1" y="1843"/>
                    <a:pt x="97" y="1938"/>
                    <a:pt x="221" y="1938"/>
                  </a:cubicBezTo>
                  <a:cubicBezTo>
                    <a:pt x="336" y="1938"/>
                    <a:pt x="431" y="1843"/>
                    <a:pt x="431" y="1728"/>
                  </a:cubicBezTo>
                  <a:lnTo>
                    <a:pt x="431" y="216"/>
                  </a:lnTo>
                  <a:cubicBezTo>
                    <a:pt x="431" y="72"/>
                    <a:pt x="324" y="0"/>
                    <a:pt x="216" y="0"/>
                  </a:cubicBezTo>
                  <a:close/>
                </a:path>
              </a:pathLst>
            </a:custGeom>
            <a:solidFill>
              <a:srgbClr val="B9C3C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260" name="Google Shape;12260;p43"/>
            <p:cNvSpPr/>
            <p:nvPr/>
          </p:nvSpPr>
          <p:spPr>
            <a:xfrm>
              <a:off x="3639023" y="1798850"/>
              <a:ext cx="25814" cy="31092"/>
            </a:xfrm>
            <a:custGeom>
              <a:rect b="b" l="l" r="r" t="t"/>
              <a:pathLst>
                <a:path extrusionOk="0" h="1184" w="983">
                  <a:moveTo>
                    <a:pt x="693" y="0"/>
                  </a:moveTo>
                  <a:cubicBezTo>
                    <a:pt x="626" y="0"/>
                    <a:pt x="560" y="33"/>
                    <a:pt x="518" y="112"/>
                  </a:cubicBezTo>
                  <a:lnTo>
                    <a:pt x="77" y="858"/>
                  </a:lnTo>
                  <a:cubicBezTo>
                    <a:pt x="1" y="1002"/>
                    <a:pt x="96" y="1184"/>
                    <a:pt x="269" y="1184"/>
                  </a:cubicBezTo>
                  <a:cubicBezTo>
                    <a:pt x="345" y="1174"/>
                    <a:pt x="412" y="1136"/>
                    <a:pt x="451" y="1069"/>
                  </a:cubicBezTo>
                  <a:lnTo>
                    <a:pt x="891" y="322"/>
                  </a:lnTo>
                  <a:cubicBezTo>
                    <a:pt x="982" y="152"/>
                    <a:pt x="837" y="0"/>
                    <a:pt x="693" y="0"/>
                  </a:cubicBezTo>
                  <a:close/>
                </a:path>
              </a:pathLst>
            </a:custGeom>
            <a:solidFill>
              <a:srgbClr val="E1E7E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261" name="Google Shape;12261;p43"/>
            <p:cNvSpPr/>
            <p:nvPr/>
          </p:nvSpPr>
          <p:spPr>
            <a:xfrm>
              <a:off x="3786053" y="1543761"/>
              <a:ext cx="25971" cy="31092"/>
            </a:xfrm>
            <a:custGeom>
              <a:rect b="b" l="l" r="r" t="t"/>
              <a:pathLst>
                <a:path extrusionOk="0" h="1184" w="989">
                  <a:moveTo>
                    <a:pt x="699" y="1"/>
                  </a:moveTo>
                  <a:cubicBezTo>
                    <a:pt x="631" y="1"/>
                    <a:pt x="563" y="33"/>
                    <a:pt x="517" y="112"/>
                  </a:cubicBezTo>
                  <a:lnTo>
                    <a:pt x="87" y="859"/>
                  </a:lnTo>
                  <a:cubicBezTo>
                    <a:pt x="0" y="1002"/>
                    <a:pt x="106" y="1184"/>
                    <a:pt x="278" y="1184"/>
                  </a:cubicBezTo>
                  <a:cubicBezTo>
                    <a:pt x="354" y="1184"/>
                    <a:pt x="421" y="1136"/>
                    <a:pt x="460" y="1069"/>
                  </a:cubicBezTo>
                  <a:lnTo>
                    <a:pt x="890" y="323"/>
                  </a:lnTo>
                  <a:cubicBezTo>
                    <a:pt x="988" y="153"/>
                    <a:pt x="845" y="1"/>
                    <a:pt x="699" y="1"/>
                  </a:cubicBezTo>
                  <a:close/>
                </a:path>
              </a:pathLst>
            </a:custGeom>
            <a:solidFill>
              <a:srgbClr val="E1E7E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262" name="Google Shape;12262;p43"/>
            <p:cNvSpPr/>
            <p:nvPr/>
          </p:nvSpPr>
          <p:spPr>
            <a:xfrm>
              <a:off x="3579728" y="1601874"/>
              <a:ext cx="35950" cy="22741"/>
            </a:xfrm>
            <a:custGeom>
              <a:rect b="b" l="l" r="r" t="t"/>
              <a:pathLst>
                <a:path extrusionOk="0" h="866" w="1369">
                  <a:moveTo>
                    <a:pt x="309" y="1"/>
                  </a:moveTo>
                  <a:cubicBezTo>
                    <a:pt x="118" y="1"/>
                    <a:pt x="1" y="284"/>
                    <a:pt x="211" y="397"/>
                  </a:cubicBezTo>
                  <a:lnTo>
                    <a:pt x="957" y="837"/>
                  </a:lnTo>
                  <a:cubicBezTo>
                    <a:pt x="986" y="856"/>
                    <a:pt x="1024" y="866"/>
                    <a:pt x="1062" y="866"/>
                  </a:cubicBezTo>
                  <a:cubicBezTo>
                    <a:pt x="1283" y="866"/>
                    <a:pt x="1369" y="569"/>
                    <a:pt x="1168" y="464"/>
                  </a:cubicBezTo>
                  <a:lnTo>
                    <a:pt x="421" y="33"/>
                  </a:lnTo>
                  <a:cubicBezTo>
                    <a:pt x="382" y="11"/>
                    <a:pt x="344" y="1"/>
                    <a:pt x="309" y="1"/>
                  </a:cubicBezTo>
                  <a:close/>
                </a:path>
              </a:pathLst>
            </a:custGeom>
            <a:solidFill>
              <a:srgbClr val="E1E7E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263" name="Google Shape;12263;p43"/>
            <p:cNvSpPr/>
            <p:nvPr/>
          </p:nvSpPr>
          <p:spPr>
            <a:xfrm>
              <a:off x="3834818" y="1749167"/>
              <a:ext cx="35687" cy="22741"/>
            </a:xfrm>
            <a:custGeom>
              <a:rect b="b" l="l" r="r" t="t"/>
              <a:pathLst>
                <a:path extrusionOk="0" h="866" w="1359">
                  <a:moveTo>
                    <a:pt x="318" y="0"/>
                  </a:moveTo>
                  <a:cubicBezTo>
                    <a:pt x="124" y="0"/>
                    <a:pt x="1" y="285"/>
                    <a:pt x="211" y="406"/>
                  </a:cubicBezTo>
                  <a:lnTo>
                    <a:pt x="957" y="836"/>
                  </a:lnTo>
                  <a:cubicBezTo>
                    <a:pt x="986" y="855"/>
                    <a:pt x="1024" y="865"/>
                    <a:pt x="1062" y="865"/>
                  </a:cubicBezTo>
                  <a:cubicBezTo>
                    <a:pt x="1282" y="865"/>
                    <a:pt x="1359" y="568"/>
                    <a:pt x="1168" y="463"/>
                  </a:cubicBezTo>
                  <a:lnTo>
                    <a:pt x="431" y="32"/>
                  </a:lnTo>
                  <a:cubicBezTo>
                    <a:pt x="392" y="10"/>
                    <a:pt x="353" y="0"/>
                    <a:pt x="318" y="0"/>
                  </a:cubicBezTo>
                  <a:close/>
                </a:path>
              </a:pathLst>
            </a:custGeom>
            <a:solidFill>
              <a:srgbClr val="E1E7E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264" name="Google Shape;12264;p43"/>
            <p:cNvSpPr/>
            <p:nvPr/>
          </p:nvSpPr>
          <p:spPr>
            <a:xfrm>
              <a:off x="3786000" y="1798850"/>
              <a:ext cx="25709" cy="31092"/>
            </a:xfrm>
            <a:custGeom>
              <a:rect b="b" l="l" r="r" t="t"/>
              <a:pathLst>
                <a:path extrusionOk="0" h="1184" w="979">
                  <a:moveTo>
                    <a:pt x="289" y="0"/>
                  </a:moveTo>
                  <a:cubicBezTo>
                    <a:pt x="143" y="0"/>
                    <a:pt x="0" y="152"/>
                    <a:pt x="98" y="322"/>
                  </a:cubicBezTo>
                  <a:lnTo>
                    <a:pt x="529" y="1069"/>
                  </a:lnTo>
                  <a:cubicBezTo>
                    <a:pt x="567" y="1136"/>
                    <a:pt x="634" y="1174"/>
                    <a:pt x="711" y="1184"/>
                  </a:cubicBezTo>
                  <a:cubicBezTo>
                    <a:pt x="883" y="1184"/>
                    <a:pt x="979" y="1002"/>
                    <a:pt x="902" y="858"/>
                  </a:cubicBezTo>
                  <a:lnTo>
                    <a:pt x="471" y="112"/>
                  </a:lnTo>
                  <a:cubicBezTo>
                    <a:pt x="426" y="33"/>
                    <a:pt x="357" y="0"/>
                    <a:pt x="289" y="0"/>
                  </a:cubicBezTo>
                  <a:close/>
                </a:path>
              </a:pathLst>
            </a:custGeom>
            <a:solidFill>
              <a:srgbClr val="E1E7E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265" name="Google Shape;12265;p43"/>
            <p:cNvSpPr/>
            <p:nvPr/>
          </p:nvSpPr>
          <p:spPr>
            <a:xfrm>
              <a:off x="3638472" y="1543761"/>
              <a:ext cx="25971" cy="31092"/>
            </a:xfrm>
            <a:custGeom>
              <a:rect b="b" l="l" r="r" t="t"/>
              <a:pathLst>
                <a:path extrusionOk="0" h="1184" w="989">
                  <a:moveTo>
                    <a:pt x="290" y="1"/>
                  </a:moveTo>
                  <a:cubicBezTo>
                    <a:pt x="143" y="1"/>
                    <a:pt x="0" y="153"/>
                    <a:pt x="98" y="323"/>
                  </a:cubicBezTo>
                  <a:lnTo>
                    <a:pt x="539" y="1069"/>
                  </a:lnTo>
                  <a:cubicBezTo>
                    <a:pt x="577" y="1136"/>
                    <a:pt x="644" y="1184"/>
                    <a:pt x="720" y="1184"/>
                  </a:cubicBezTo>
                  <a:cubicBezTo>
                    <a:pt x="883" y="1184"/>
                    <a:pt x="988" y="1002"/>
                    <a:pt x="912" y="859"/>
                  </a:cubicBezTo>
                  <a:lnTo>
                    <a:pt x="472" y="112"/>
                  </a:lnTo>
                  <a:cubicBezTo>
                    <a:pt x="426" y="33"/>
                    <a:pt x="358" y="1"/>
                    <a:pt x="290" y="1"/>
                  </a:cubicBezTo>
                  <a:close/>
                </a:path>
              </a:pathLst>
            </a:custGeom>
            <a:solidFill>
              <a:srgbClr val="E1E7E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266" name="Google Shape;12266;p43"/>
            <p:cNvSpPr/>
            <p:nvPr/>
          </p:nvSpPr>
          <p:spPr>
            <a:xfrm>
              <a:off x="3835317" y="1601507"/>
              <a:ext cx="36291" cy="23109"/>
            </a:xfrm>
            <a:custGeom>
              <a:rect b="b" l="l" r="r" t="t"/>
              <a:pathLst>
                <a:path extrusionOk="0" h="880" w="1382">
                  <a:moveTo>
                    <a:pt x="1059" y="0"/>
                  </a:moveTo>
                  <a:cubicBezTo>
                    <a:pt x="1021" y="0"/>
                    <a:pt x="980" y="11"/>
                    <a:pt x="938" y="38"/>
                  </a:cubicBezTo>
                  <a:lnTo>
                    <a:pt x="192" y="478"/>
                  </a:lnTo>
                  <a:cubicBezTo>
                    <a:pt x="0" y="583"/>
                    <a:pt x="77" y="880"/>
                    <a:pt x="297" y="880"/>
                  </a:cubicBezTo>
                  <a:cubicBezTo>
                    <a:pt x="335" y="880"/>
                    <a:pt x="373" y="870"/>
                    <a:pt x="402" y="851"/>
                  </a:cubicBezTo>
                  <a:lnTo>
                    <a:pt x="1149" y="411"/>
                  </a:lnTo>
                  <a:cubicBezTo>
                    <a:pt x="1381" y="307"/>
                    <a:pt x="1257" y="0"/>
                    <a:pt x="1059" y="0"/>
                  </a:cubicBezTo>
                  <a:close/>
                </a:path>
              </a:pathLst>
            </a:custGeom>
            <a:solidFill>
              <a:srgbClr val="E1E7E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267" name="Google Shape;12267;p43"/>
            <p:cNvSpPr/>
            <p:nvPr/>
          </p:nvSpPr>
          <p:spPr>
            <a:xfrm>
              <a:off x="3579964" y="1749167"/>
              <a:ext cx="35950" cy="22741"/>
            </a:xfrm>
            <a:custGeom>
              <a:rect b="b" l="l" r="r" t="t"/>
              <a:pathLst>
                <a:path extrusionOk="0" h="866" w="1369">
                  <a:moveTo>
                    <a:pt x="1057" y="0"/>
                  </a:moveTo>
                  <a:cubicBezTo>
                    <a:pt x="1023" y="0"/>
                    <a:pt x="986" y="10"/>
                    <a:pt x="948" y="32"/>
                  </a:cubicBezTo>
                  <a:lnTo>
                    <a:pt x="202" y="463"/>
                  </a:lnTo>
                  <a:cubicBezTo>
                    <a:pt x="1" y="568"/>
                    <a:pt x="87" y="865"/>
                    <a:pt x="307" y="865"/>
                  </a:cubicBezTo>
                  <a:cubicBezTo>
                    <a:pt x="345" y="865"/>
                    <a:pt x="384" y="855"/>
                    <a:pt x="412" y="836"/>
                  </a:cubicBezTo>
                  <a:lnTo>
                    <a:pt x="1159" y="406"/>
                  </a:lnTo>
                  <a:cubicBezTo>
                    <a:pt x="1369" y="285"/>
                    <a:pt x="1245" y="0"/>
                    <a:pt x="1057" y="0"/>
                  </a:cubicBezTo>
                  <a:close/>
                </a:path>
              </a:pathLst>
            </a:custGeom>
            <a:solidFill>
              <a:srgbClr val="E1E7E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268" name="Google Shape;12268;p43"/>
            <p:cNvSpPr/>
            <p:nvPr/>
          </p:nvSpPr>
          <p:spPr>
            <a:xfrm>
              <a:off x="3737209" y="1591764"/>
              <a:ext cx="80776" cy="68302"/>
            </a:xfrm>
            <a:custGeom>
              <a:rect b="b" l="l" r="r" t="t"/>
              <a:pathLst>
                <a:path extrusionOk="0" h="2601" w="3076">
                  <a:moveTo>
                    <a:pt x="388" y="1"/>
                  </a:moveTo>
                  <a:cubicBezTo>
                    <a:pt x="95" y="1"/>
                    <a:pt x="1" y="473"/>
                    <a:pt x="348" y="543"/>
                  </a:cubicBezTo>
                  <a:cubicBezTo>
                    <a:pt x="1324" y="791"/>
                    <a:pt x="2119" y="1490"/>
                    <a:pt x="2502" y="2428"/>
                  </a:cubicBezTo>
                  <a:cubicBezTo>
                    <a:pt x="2540" y="2533"/>
                    <a:pt x="2645" y="2600"/>
                    <a:pt x="2750" y="2600"/>
                  </a:cubicBezTo>
                  <a:cubicBezTo>
                    <a:pt x="2942" y="2600"/>
                    <a:pt x="3076" y="2399"/>
                    <a:pt x="2999" y="2227"/>
                  </a:cubicBezTo>
                  <a:cubicBezTo>
                    <a:pt x="2559" y="1136"/>
                    <a:pt x="1621" y="313"/>
                    <a:pt x="482" y="16"/>
                  </a:cubicBezTo>
                  <a:cubicBezTo>
                    <a:pt x="449" y="6"/>
                    <a:pt x="417" y="1"/>
                    <a:pt x="388" y="1"/>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269" name="Google Shape;12269;p43"/>
            <p:cNvSpPr/>
            <p:nvPr/>
          </p:nvSpPr>
          <p:spPr>
            <a:xfrm>
              <a:off x="3691307" y="1732150"/>
              <a:ext cx="68118" cy="102073"/>
            </a:xfrm>
            <a:custGeom>
              <a:rect b="b" l="l" r="r" t="t"/>
              <a:pathLst>
                <a:path extrusionOk="0" h="3887" w="2594">
                  <a:moveTo>
                    <a:pt x="871" y="1"/>
                  </a:moveTo>
                  <a:lnTo>
                    <a:pt x="871" y="412"/>
                  </a:lnTo>
                  <a:cubicBezTo>
                    <a:pt x="862" y="499"/>
                    <a:pt x="823" y="566"/>
                    <a:pt x="747" y="604"/>
                  </a:cubicBezTo>
                  <a:lnTo>
                    <a:pt x="230" y="872"/>
                  </a:lnTo>
                  <a:cubicBezTo>
                    <a:pt x="87" y="948"/>
                    <a:pt x="0" y="1101"/>
                    <a:pt x="0" y="1264"/>
                  </a:cubicBezTo>
                  <a:lnTo>
                    <a:pt x="0" y="2527"/>
                  </a:lnTo>
                  <a:cubicBezTo>
                    <a:pt x="0" y="2987"/>
                    <a:pt x="134" y="3446"/>
                    <a:pt x="402" y="3839"/>
                  </a:cubicBezTo>
                  <a:lnTo>
                    <a:pt x="431" y="3886"/>
                  </a:lnTo>
                  <a:lnTo>
                    <a:pt x="2154" y="3886"/>
                  </a:lnTo>
                  <a:lnTo>
                    <a:pt x="2192" y="3839"/>
                  </a:lnTo>
                  <a:cubicBezTo>
                    <a:pt x="2450" y="3446"/>
                    <a:pt x="2584" y="2987"/>
                    <a:pt x="2594" y="2527"/>
                  </a:cubicBezTo>
                  <a:lnTo>
                    <a:pt x="2594" y="1255"/>
                  </a:lnTo>
                  <a:cubicBezTo>
                    <a:pt x="2594" y="1101"/>
                    <a:pt x="2498" y="948"/>
                    <a:pt x="2364" y="872"/>
                  </a:cubicBezTo>
                  <a:lnTo>
                    <a:pt x="1847" y="613"/>
                  </a:lnTo>
                  <a:cubicBezTo>
                    <a:pt x="1771" y="575"/>
                    <a:pt x="1733" y="499"/>
                    <a:pt x="1733" y="422"/>
                  </a:cubicBezTo>
                  <a:lnTo>
                    <a:pt x="1733" y="1"/>
                  </a:lnTo>
                  <a:close/>
                </a:path>
              </a:pathLst>
            </a:custGeom>
            <a:solidFill>
              <a:srgbClr val="AAB8C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270" name="Google Shape;12270;p43"/>
            <p:cNvSpPr/>
            <p:nvPr/>
          </p:nvSpPr>
          <p:spPr>
            <a:xfrm>
              <a:off x="3691307" y="1751267"/>
              <a:ext cx="68118" cy="82955"/>
            </a:xfrm>
            <a:custGeom>
              <a:rect b="b" l="l" r="r" t="t"/>
              <a:pathLst>
                <a:path extrusionOk="0" h="3159" w="2594">
                  <a:moveTo>
                    <a:pt x="508" y="0"/>
                  </a:moveTo>
                  <a:lnTo>
                    <a:pt x="240" y="144"/>
                  </a:lnTo>
                  <a:cubicBezTo>
                    <a:pt x="96" y="220"/>
                    <a:pt x="0" y="364"/>
                    <a:pt x="10" y="527"/>
                  </a:cubicBezTo>
                  <a:lnTo>
                    <a:pt x="10" y="1799"/>
                  </a:lnTo>
                  <a:cubicBezTo>
                    <a:pt x="10" y="2259"/>
                    <a:pt x="144" y="2718"/>
                    <a:pt x="402" y="3111"/>
                  </a:cubicBezTo>
                  <a:lnTo>
                    <a:pt x="441" y="3158"/>
                  </a:lnTo>
                  <a:lnTo>
                    <a:pt x="2163" y="3158"/>
                  </a:lnTo>
                  <a:lnTo>
                    <a:pt x="2202" y="3111"/>
                  </a:lnTo>
                  <a:cubicBezTo>
                    <a:pt x="2460" y="2718"/>
                    <a:pt x="2594" y="2259"/>
                    <a:pt x="2594" y="1799"/>
                  </a:cubicBezTo>
                  <a:lnTo>
                    <a:pt x="2594" y="527"/>
                  </a:lnTo>
                  <a:cubicBezTo>
                    <a:pt x="2594" y="373"/>
                    <a:pt x="2508" y="220"/>
                    <a:pt x="2364" y="144"/>
                  </a:cubicBezTo>
                  <a:lnTo>
                    <a:pt x="2087" y="0"/>
                  </a:lnTo>
                  <a:cubicBezTo>
                    <a:pt x="1876" y="230"/>
                    <a:pt x="1589" y="345"/>
                    <a:pt x="1301" y="345"/>
                  </a:cubicBezTo>
                  <a:cubicBezTo>
                    <a:pt x="1012" y="345"/>
                    <a:pt x="723" y="230"/>
                    <a:pt x="508" y="0"/>
                  </a:cubicBezTo>
                  <a:close/>
                </a:path>
              </a:pathLst>
            </a:custGeom>
            <a:solidFill>
              <a:srgbClr val="657A8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271" name="Google Shape;12271;p43"/>
            <p:cNvSpPr/>
            <p:nvPr/>
          </p:nvSpPr>
          <p:spPr>
            <a:xfrm>
              <a:off x="3712656" y="1732150"/>
              <a:ext cx="25420" cy="17122"/>
            </a:xfrm>
            <a:custGeom>
              <a:rect b="b" l="l" r="r" t="t"/>
              <a:pathLst>
                <a:path extrusionOk="0" h="652" w="968">
                  <a:moveTo>
                    <a:pt x="58" y="1"/>
                  </a:moveTo>
                  <a:lnTo>
                    <a:pt x="58" y="412"/>
                  </a:lnTo>
                  <a:cubicBezTo>
                    <a:pt x="49" y="470"/>
                    <a:pt x="39" y="518"/>
                    <a:pt x="1" y="556"/>
                  </a:cubicBezTo>
                  <a:cubicBezTo>
                    <a:pt x="154" y="613"/>
                    <a:pt x="317" y="652"/>
                    <a:pt x="489" y="652"/>
                  </a:cubicBezTo>
                  <a:cubicBezTo>
                    <a:pt x="652" y="652"/>
                    <a:pt x="814" y="613"/>
                    <a:pt x="967" y="556"/>
                  </a:cubicBezTo>
                  <a:cubicBezTo>
                    <a:pt x="929" y="518"/>
                    <a:pt x="910" y="470"/>
                    <a:pt x="910" y="412"/>
                  </a:cubicBezTo>
                  <a:lnTo>
                    <a:pt x="910" y="1"/>
                  </a:lnTo>
                  <a:close/>
                </a:path>
              </a:pathLst>
            </a:custGeom>
            <a:solidFill>
              <a:srgbClr val="99A8B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272" name="Google Shape;12272;p43"/>
            <p:cNvSpPr/>
            <p:nvPr/>
          </p:nvSpPr>
          <p:spPr>
            <a:xfrm>
              <a:off x="3702625" y="1686930"/>
              <a:ext cx="45509" cy="51049"/>
            </a:xfrm>
            <a:custGeom>
              <a:rect b="b" l="l" r="r" t="t"/>
              <a:pathLst>
                <a:path extrusionOk="0" h="1944" w="1733">
                  <a:moveTo>
                    <a:pt x="651" y="0"/>
                  </a:moveTo>
                  <a:cubicBezTo>
                    <a:pt x="297" y="0"/>
                    <a:pt x="0" y="287"/>
                    <a:pt x="0" y="641"/>
                  </a:cubicBezTo>
                  <a:lnTo>
                    <a:pt x="0" y="1072"/>
                  </a:lnTo>
                  <a:cubicBezTo>
                    <a:pt x="0" y="1551"/>
                    <a:pt x="392" y="1943"/>
                    <a:pt x="871" y="1943"/>
                  </a:cubicBezTo>
                  <a:cubicBezTo>
                    <a:pt x="1340" y="1943"/>
                    <a:pt x="1732" y="1551"/>
                    <a:pt x="1732" y="1072"/>
                  </a:cubicBezTo>
                  <a:lnTo>
                    <a:pt x="1732" y="641"/>
                  </a:lnTo>
                  <a:cubicBezTo>
                    <a:pt x="1732" y="287"/>
                    <a:pt x="1436" y="0"/>
                    <a:pt x="1081" y="0"/>
                  </a:cubicBezTo>
                  <a:close/>
                </a:path>
              </a:pathLst>
            </a:custGeom>
            <a:solidFill>
              <a:srgbClr val="BBC6C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273" name="Google Shape;12273;p43"/>
            <p:cNvSpPr/>
            <p:nvPr/>
          </p:nvSpPr>
          <p:spPr>
            <a:xfrm>
              <a:off x="3702625" y="1686930"/>
              <a:ext cx="31171" cy="50944"/>
            </a:xfrm>
            <a:custGeom>
              <a:rect b="b" l="l" r="r" t="t"/>
              <a:pathLst>
                <a:path extrusionOk="0" h="1940" w="1187">
                  <a:moveTo>
                    <a:pt x="651" y="0"/>
                  </a:moveTo>
                  <a:cubicBezTo>
                    <a:pt x="297" y="0"/>
                    <a:pt x="0" y="287"/>
                    <a:pt x="0" y="641"/>
                  </a:cubicBezTo>
                  <a:lnTo>
                    <a:pt x="0" y="1072"/>
                  </a:lnTo>
                  <a:cubicBezTo>
                    <a:pt x="0" y="1569"/>
                    <a:pt x="409" y="1940"/>
                    <a:pt x="865" y="1940"/>
                  </a:cubicBezTo>
                  <a:cubicBezTo>
                    <a:pt x="971" y="1940"/>
                    <a:pt x="1080" y="1919"/>
                    <a:pt x="1187" y="1876"/>
                  </a:cubicBezTo>
                  <a:cubicBezTo>
                    <a:pt x="861" y="1742"/>
                    <a:pt x="651" y="1426"/>
                    <a:pt x="651" y="1072"/>
                  </a:cubicBezTo>
                  <a:lnTo>
                    <a:pt x="651" y="641"/>
                  </a:lnTo>
                  <a:cubicBezTo>
                    <a:pt x="651" y="326"/>
                    <a:pt x="881" y="58"/>
                    <a:pt x="1187" y="10"/>
                  </a:cubicBezTo>
                  <a:cubicBezTo>
                    <a:pt x="1158" y="0"/>
                    <a:pt x="1120" y="0"/>
                    <a:pt x="1081" y="0"/>
                  </a:cubicBezTo>
                  <a:close/>
                </a:path>
              </a:pathLst>
            </a:custGeom>
            <a:solidFill>
              <a:srgbClr val="AAB8C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274" name="Google Shape;12274;p43"/>
            <p:cNvSpPr/>
            <p:nvPr/>
          </p:nvSpPr>
          <p:spPr>
            <a:xfrm>
              <a:off x="3702625" y="1834196"/>
              <a:ext cx="45509" cy="28177"/>
            </a:xfrm>
            <a:custGeom>
              <a:rect b="b" l="l" r="r" t="t"/>
              <a:pathLst>
                <a:path extrusionOk="0" h="1073" w="1733">
                  <a:moveTo>
                    <a:pt x="0" y="0"/>
                  </a:moveTo>
                  <a:lnTo>
                    <a:pt x="0" y="862"/>
                  </a:lnTo>
                  <a:cubicBezTo>
                    <a:pt x="0" y="977"/>
                    <a:pt x="96" y="1072"/>
                    <a:pt x="220" y="1072"/>
                  </a:cubicBezTo>
                  <a:lnTo>
                    <a:pt x="1512" y="1072"/>
                  </a:lnTo>
                  <a:cubicBezTo>
                    <a:pt x="1637" y="1072"/>
                    <a:pt x="1732" y="977"/>
                    <a:pt x="1732" y="862"/>
                  </a:cubicBezTo>
                  <a:lnTo>
                    <a:pt x="1732" y="0"/>
                  </a:lnTo>
                  <a:close/>
                </a:path>
              </a:pathLst>
            </a:custGeom>
            <a:solidFill>
              <a:srgbClr val="74879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275" name="Google Shape;12275;p43"/>
            <p:cNvSpPr/>
            <p:nvPr/>
          </p:nvSpPr>
          <p:spPr>
            <a:xfrm>
              <a:off x="3691307" y="1759303"/>
              <a:ext cx="11344" cy="74920"/>
            </a:xfrm>
            <a:custGeom>
              <a:rect b="b" l="l" r="r" t="t"/>
              <a:pathLst>
                <a:path extrusionOk="0" h="2853" w="432">
                  <a:moveTo>
                    <a:pt x="67" y="1"/>
                  </a:moveTo>
                  <a:cubicBezTo>
                    <a:pt x="29" y="67"/>
                    <a:pt x="0" y="154"/>
                    <a:pt x="0" y="230"/>
                  </a:cubicBezTo>
                  <a:lnTo>
                    <a:pt x="0" y="1493"/>
                  </a:lnTo>
                  <a:cubicBezTo>
                    <a:pt x="0" y="1953"/>
                    <a:pt x="144" y="2412"/>
                    <a:pt x="402" y="2805"/>
                  </a:cubicBezTo>
                  <a:lnTo>
                    <a:pt x="431" y="2852"/>
                  </a:lnTo>
                  <a:lnTo>
                    <a:pt x="431" y="489"/>
                  </a:lnTo>
                  <a:cubicBezTo>
                    <a:pt x="431" y="355"/>
                    <a:pt x="374" y="230"/>
                    <a:pt x="259" y="144"/>
                  </a:cubicBezTo>
                  <a:lnTo>
                    <a:pt x="67" y="1"/>
                  </a:lnTo>
                  <a:close/>
                </a:path>
              </a:pathLst>
            </a:custGeom>
            <a:solidFill>
              <a:srgbClr val="8297A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276" name="Google Shape;12276;p43"/>
            <p:cNvSpPr/>
            <p:nvPr/>
          </p:nvSpPr>
          <p:spPr>
            <a:xfrm>
              <a:off x="3748107" y="1759303"/>
              <a:ext cx="11318" cy="74920"/>
            </a:xfrm>
            <a:custGeom>
              <a:rect b="b" l="l" r="r" t="t"/>
              <a:pathLst>
                <a:path extrusionOk="0" h="2853" w="431">
                  <a:moveTo>
                    <a:pt x="364" y="1"/>
                  </a:moveTo>
                  <a:lnTo>
                    <a:pt x="173" y="144"/>
                  </a:lnTo>
                  <a:cubicBezTo>
                    <a:pt x="58" y="230"/>
                    <a:pt x="0" y="355"/>
                    <a:pt x="0" y="489"/>
                  </a:cubicBezTo>
                  <a:lnTo>
                    <a:pt x="0" y="2852"/>
                  </a:lnTo>
                  <a:lnTo>
                    <a:pt x="29" y="2805"/>
                  </a:lnTo>
                  <a:cubicBezTo>
                    <a:pt x="287" y="2412"/>
                    <a:pt x="431" y="1953"/>
                    <a:pt x="431" y="1493"/>
                  </a:cubicBezTo>
                  <a:lnTo>
                    <a:pt x="431" y="230"/>
                  </a:lnTo>
                  <a:cubicBezTo>
                    <a:pt x="431" y="154"/>
                    <a:pt x="402" y="67"/>
                    <a:pt x="364" y="1"/>
                  </a:cubicBezTo>
                  <a:close/>
                </a:path>
              </a:pathLst>
            </a:custGeom>
            <a:solidFill>
              <a:srgbClr val="8297A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277" name="Google Shape;12277;p43"/>
            <p:cNvSpPr/>
            <p:nvPr/>
          </p:nvSpPr>
          <p:spPr>
            <a:xfrm>
              <a:off x="3722477" y="1845514"/>
              <a:ext cx="5803" cy="17095"/>
            </a:xfrm>
            <a:custGeom>
              <a:rect b="b" l="l" r="r" t="t"/>
              <a:pathLst>
                <a:path extrusionOk="0" h="651" w="221">
                  <a:moveTo>
                    <a:pt x="115" y="0"/>
                  </a:moveTo>
                  <a:cubicBezTo>
                    <a:pt x="48" y="0"/>
                    <a:pt x="0" y="48"/>
                    <a:pt x="0" y="105"/>
                  </a:cubicBezTo>
                  <a:lnTo>
                    <a:pt x="0" y="651"/>
                  </a:lnTo>
                  <a:lnTo>
                    <a:pt x="220" y="651"/>
                  </a:lnTo>
                  <a:lnTo>
                    <a:pt x="220" y="105"/>
                  </a:lnTo>
                  <a:cubicBezTo>
                    <a:pt x="220" y="48"/>
                    <a:pt x="172" y="0"/>
                    <a:pt x="115" y="0"/>
                  </a:cubicBezTo>
                  <a:close/>
                </a:path>
              </a:pathLst>
            </a:custGeom>
            <a:solidFill>
              <a:srgbClr val="61778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278" name="Google Shape;12278;p43"/>
            <p:cNvSpPr/>
            <p:nvPr/>
          </p:nvSpPr>
          <p:spPr>
            <a:xfrm>
              <a:off x="3702625" y="1686930"/>
              <a:ext cx="45509" cy="22662"/>
            </a:xfrm>
            <a:custGeom>
              <a:rect b="b" l="l" r="r" t="t"/>
              <a:pathLst>
                <a:path extrusionOk="0" h="863" w="1733">
                  <a:moveTo>
                    <a:pt x="651" y="0"/>
                  </a:moveTo>
                  <a:cubicBezTo>
                    <a:pt x="297" y="0"/>
                    <a:pt x="0" y="287"/>
                    <a:pt x="0" y="641"/>
                  </a:cubicBezTo>
                  <a:cubicBezTo>
                    <a:pt x="530" y="794"/>
                    <a:pt x="1076" y="862"/>
                    <a:pt x="1624" y="862"/>
                  </a:cubicBezTo>
                  <a:cubicBezTo>
                    <a:pt x="1660" y="862"/>
                    <a:pt x="1696" y="862"/>
                    <a:pt x="1732" y="862"/>
                  </a:cubicBezTo>
                  <a:lnTo>
                    <a:pt x="1732" y="641"/>
                  </a:lnTo>
                  <a:cubicBezTo>
                    <a:pt x="1732" y="287"/>
                    <a:pt x="1436" y="0"/>
                    <a:pt x="1081" y="0"/>
                  </a:cubicBezTo>
                  <a:close/>
                </a:path>
              </a:pathLst>
            </a:custGeom>
            <a:solidFill>
              <a:srgbClr val="657A8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279" name="Google Shape;12279;p43"/>
            <p:cNvSpPr/>
            <p:nvPr/>
          </p:nvSpPr>
          <p:spPr>
            <a:xfrm>
              <a:off x="3702625" y="1686930"/>
              <a:ext cx="31171" cy="20640"/>
            </a:xfrm>
            <a:custGeom>
              <a:rect b="b" l="l" r="r" t="t"/>
              <a:pathLst>
                <a:path extrusionOk="0" h="786" w="1187">
                  <a:moveTo>
                    <a:pt x="651" y="0"/>
                  </a:moveTo>
                  <a:cubicBezTo>
                    <a:pt x="297" y="0"/>
                    <a:pt x="0" y="287"/>
                    <a:pt x="0" y="641"/>
                  </a:cubicBezTo>
                  <a:cubicBezTo>
                    <a:pt x="220" y="708"/>
                    <a:pt x="431" y="756"/>
                    <a:pt x="651" y="785"/>
                  </a:cubicBezTo>
                  <a:lnTo>
                    <a:pt x="651" y="641"/>
                  </a:lnTo>
                  <a:cubicBezTo>
                    <a:pt x="651" y="326"/>
                    <a:pt x="881" y="58"/>
                    <a:pt x="1187" y="10"/>
                  </a:cubicBezTo>
                  <a:cubicBezTo>
                    <a:pt x="1158" y="0"/>
                    <a:pt x="1120" y="0"/>
                    <a:pt x="1081" y="0"/>
                  </a:cubicBezTo>
                  <a:close/>
                </a:path>
              </a:pathLst>
            </a:custGeom>
            <a:solidFill>
              <a:srgbClr val="657A8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2280" name="Google Shape;12280;p43"/>
          <p:cNvGrpSpPr/>
          <p:nvPr/>
        </p:nvGrpSpPr>
        <p:grpSpPr>
          <a:xfrm>
            <a:off x="1748382" y="3232397"/>
            <a:ext cx="364673" cy="340067"/>
            <a:chOff x="1748382" y="3384797"/>
            <a:chExt cx="364673" cy="340067"/>
          </a:xfrm>
        </p:grpSpPr>
        <p:sp>
          <p:nvSpPr>
            <p:cNvPr id="12281" name="Google Shape;12281;p43"/>
            <p:cNvSpPr/>
            <p:nvPr/>
          </p:nvSpPr>
          <p:spPr>
            <a:xfrm>
              <a:off x="1805182" y="3628332"/>
              <a:ext cx="45509" cy="45509"/>
            </a:xfrm>
            <a:custGeom>
              <a:rect b="b" l="l" r="r" t="t"/>
              <a:pathLst>
                <a:path extrusionOk="0" h="1733" w="1733">
                  <a:moveTo>
                    <a:pt x="220" y="0"/>
                  </a:moveTo>
                  <a:cubicBezTo>
                    <a:pt x="106" y="0"/>
                    <a:pt x="10" y="96"/>
                    <a:pt x="10" y="221"/>
                  </a:cubicBezTo>
                  <a:lnTo>
                    <a:pt x="10" y="1513"/>
                  </a:lnTo>
                  <a:cubicBezTo>
                    <a:pt x="0" y="1627"/>
                    <a:pt x="96" y="1733"/>
                    <a:pt x="220" y="1733"/>
                  </a:cubicBezTo>
                  <a:lnTo>
                    <a:pt x="1512" y="1733"/>
                  </a:lnTo>
                  <a:cubicBezTo>
                    <a:pt x="1637" y="1733"/>
                    <a:pt x="1733" y="1637"/>
                    <a:pt x="1733" y="1522"/>
                  </a:cubicBezTo>
                  <a:lnTo>
                    <a:pt x="1733" y="221"/>
                  </a:lnTo>
                  <a:cubicBezTo>
                    <a:pt x="1733" y="96"/>
                    <a:pt x="1627" y="0"/>
                    <a:pt x="1512" y="0"/>
                  </a:cubicBezTo>
                  <a:close/>
                </a:path>
              </a:pathLst>
            </a:custGeom>
            <a:solidFill>
              <a:srgbClr val="657A8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282" name="Google Shape;12282;p43"/>
            <p:cNvSpPr/>
            <p:nvPr/>
          </p:nvSpPr>
          <p:spPr>
            <a:xfrm>
              <a:off x="1954208" y="3509453"/>
              <a:ext cx="105828" cy="90728"/>
            </a:xfrm>
            <a:custGeom>
              <a:rect b="b" l="l" r="r" t="t"/>
              <a:pathLst>
                <a:path extrusionOk="0" h="3455" w="4030">
                  <a:moveTo>
                    <a:pt x="2307" y="1"/>
                  </a:moveTo>
                  <a:cubicBezTo>
                    <a:pt x="766" y="1"/>
                    <a:pt x="0" y="1857"/>
                    <a:pt x="1082" y="2948"/>
                  </a:cubicBezTo>
                  <a:cubicBezTo>
                    <a:pt x="1434" y="3298"/>
                    <a:pt x="1867" y="3454"/>
                    <a:pt x="2290" y="3454"/>
                  </a:cubicBezTo>
                  <a:cubicBezTo>
                    <a:pt x="3179" y="3454"/>
                    <a:pt x="4030" y="2766"/>
                    <a:pt x="4030" y="1723"/>
                  </a:cubicBezTo>
                  <a:cubicBezTo>
                    <a:pt x="4030" y="766"/>
                    <a:pt x="3264" y="1"/>
                    <a:pt x="2307" y="1"/>
                  </a:cubicBezTo>
                  <a:close/>
                </a:path>
              </a:pathLst>
            </a:custGeom>
            <a:solidFill>
              <a:srgbClr val="BDC8D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283" name="Google Shape;12283;p43"/>
            <p:cNvSpPr/>
            <p:nvPr/>
          </p:nvSpPr>
          <p:spPr>
            <a:xfrm>
              <a:off x="1964764" y="3546165"/>
              <a:ext cx="100051" cy="54043"/>
            </a:xfrm>
            <a:custGeom>
              <a:rect b="b" l="l" r="r" t="t"/>
              <a:pathLst>
                <a:path extrusionOk="0" h="2058" w="3810">
                  <a:moveTo>
                    <a:pt x="211" y="0"/>
                  </a:moveTo>
                  <a:lnTo>
                    <a:pt x="211" y="0"/>
                  </a:lnTo>
                  <a:cubicBezTo>
                    <a:pt x="0" y="1062"/>
                    <a:pt x="823" y="2058"/>
                    <a:pt x="1905" y="2058"/>
                  </a:cubicBezTo>
                  <a:cubicBezTo>
                    <a:pt x="2986" y="2058"/>
                    <a:pt x="3809" y="1062"/>
                    <a:pt x="3599" y="0"/>
                  </a:cubicBezTo>
                  <a:lnTo>
                    <a:pt x="3599" y="0"/>
                  </a:lnTo>
                  <a:cubicBezTo>
                    <a:pt x="3446" y="813"/>
                    <a:pt x="2738" y="1407"/>
                    <a:pt x="1905" y="1407"/>
                  </a:cubicBezTo>
                  <a:cubicBezTo>
                    <a:pt x="1072" y="1407"/>
                    <a:pt x="364" y="813"/>
                    <a:pt x="211" y="0"/>
                  </a:cubicBezTo>
                  <a:close/>
                </a:path>
              </a:pathLst>
            </a:custGeom>
            <a:solidFill>
              <a:srgbClr val="B2BFC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284" name="Google Shape;12284;p43"/>
            <p:cNvSpPr/>
            <p:nvPr/>
          </p:nvSpPr>
          <p:spPr>
            <a:xfrm>
              <a:off x="1833569" y="3407433"/>
              <a:ext cx="153096" cy="294585"/>
            </a:xfrm>
            <a:custGeom>
              <a:rect b="b" l="l" r="r" t="t"/>
              <a:pathLst>
                <a:path extrusionOk="0" h="11218" w="5830">
                  <a:moveTo>
                    <a:pt x="5603" y="0"/>
                  </a:moveTo>
                  <a:cubicBezTo>
                    <a:pt x="5531" y="0"/>
                    <a:pt x="5464" y="38"/>
                    <a:pt x="5427" y="105"/>
                  </a:cubicBezTo>
                  <a:cubicBezTo>
                    <a:pt x="5016" y="756"/>
                    <a:pt x="4527" y="1359"/>
                    <a:pt x="3972" y="1895"/>
                  </a:cubicBezTo>
                  <a:cubicBezTo>
                    <a:pt x="3140" y="2709"/>
                    <a:pt x="1819" y="3666"/>
                    <a:pt x="221" y="3666"/>
                  </a:cubicBezTo>
                  <a:cubicBezTo>
                    <a:pt x="96" y="3666"/>
                    <a:pt x="1" y="3761"/>
                    <a:pt x="1" y="3876"/>
                  </a:cubicBezTo>
                  <a:lnTo>
                    <a:pt x="1" y="7331"/>
                  </a:lnTo>
                  <a:cubicBezTo>
                    <a:pt x="1" y="7455"/>
                    <a:pt x="96" y="7551"/>
                    <a:pt x="221" y="7551"/>
                  </a:cubicBezTo>
                  <a:cubicBezTo>
                    <a:pt x="1810" y="7551"/>
                    <a:pt x="3140" y="8508"/>
                    <a:pt x="3972" y="9312"/>
                  </a:cubicBezTo>
                  <a:cubicBezTo>
                    <a:pt x="4527" y="9848"/>
                    <a:pt x="5016" y="10451"/>
                    <a:pt x="5427" y="11111"/>
                  </a:cubicBezTo>
                  <a:cubicBezTo>
                    <a:pt x="5467" y="11185"/>
                    <a:pt x="5536" y="11217"/>
                    <a:pt x="5605" y="11217"/>
                  </a:cubicBezTo>
                  <a:cubicBezTo>
                    <a:pt x="5716" y="11217"/>
                    <a:pt x="5829" y="11132"/>
                    <a:pt x="5829" y="10996"/>
                  </a:cubicBezTo>
                  <a:lnTo>
                    <a:pt x="5829" y="220"/>
                  </a:lnTo>
                  <a:cubicBezTo>
                    <a:pt x="5829" y="115"/>
                    <a:pt x="5762" y="29"/>
                    <a:pt x="5666" y="10"/>
                  </a:cubicBezTo>
                  <a:cubicBezTo>
                    <a:pt x="5645" y="3"/>
                    <a:pt x="5624" y="0"/>
                    <a:pt x="5603" y="0"/>
                  </a:cubicBezTo>
                  <a:close/>
                </a:path>
              </a:pathLst>
            </a:custGeom>
            <a:solidFill>
              <a:srgbClr val="EEF2F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285" name="Google Shape;12285;p43"/>
            <p:cNvSpPr/>
            <p:nvPr/>
          </p:nvSpPr>
          <p:spPr>
            <a:xfrm>
              <a:off x="1833569" y="3583086"/>
              <a:ext cx="152991" cy="118932"/>
            </a:xfrm>
            <a:custGeom>
              <a:rect b="b" l="l" r="r" t="t"/>
              <a:pathLst>
                <a:path extrusionOk="0" h="4529" w="5826">
                  <a:moveTo>
                    <a:pt x="1" y="1"/>
                  </a:moveTo>
                  <a:lnTo>
                    <a:pt x="1" y="642"/>
                  </a:lnTo>
                  <a:cubicBezTo>
                    <a:pt x="1" y="766"/>
                    <a:pt x="96" y="862"/>
                    <a:pt x="211" y="862"/>
                  </a:cubicBezTo>
                  <a:cubicBezTo>
                    <a:pt x="1810" y="862"/>
                    <a:pt x="3130" y="1819"/>
                    <a:pt x="3963" y="2623"/>
                  </a:cubicBezTo>
                  <a:cubicBezTo>
                    <a:pt x="4518" y="3159"/>
                    <a:pt x="5006" y="3762"/>
                    <a:pt x="5418" y="4422"/>
                  </a:cubicBezTo>
                  <a:cubicBezTo>
                    <a:pt x="5461" y="4496"/>
                    <a:pt x="5532" y="4528"/>
                    <a:pt x="5602" y="4528"/>
                  </a:cubicBezTo>
                  <a:cubicBezTo>
                    <a:pt x="5715" y="4528"/>
                    <a:pt x="5825" y="4443"/>
                    <a:pt x="5819" y="4307"/>
                  </a:cubicBezTo>
                  <a:lnTo>
                    <a:pt x="5819" y="3236"/>
                  </a:lnTo>
                  <a:cubicBezTo>
                    <a:pt x="5819" y="3322"/>
                    <a:pt x="5762" y="3408"/>
                    <a:pt x="5676" y="3437"/>
                  </a:cubicBezTo>
                  <a:cubicBezTo>
                    <a:pt x="5653" y="3446"/>
                    <a:pt x="5630" y="3450"/>
                    <a:pt x="5607" y="3450"/>
                  </a:cubicBezTo>
                  <a:cubicBezTo>
                    <a:pt x="5533" y="3450"/>
                    <a:pt x="5461" y="3406"/>
                    <a:pt x="5418" y="3341"/>
                  </a:cubicBezTo>
                  <a:cubicBezTo>
                    <a:pt x="5418" y="3331"/>
                    <a:pt x="4882" y="2862"/>
                    <a:pt x="3963" y="1982"/>
                  </a:cubicBezTo>
                  <a:cubicBezTo>
                    <a:pt x="3130" y="1178"/>
                    <a:pt x="1810" y="211"/>
                    <a:pt x="211" y="211"/>
                  </a:cubicBezTo>
                  <a:cubicBezTo>
                    <a:pt x="96" y="211"/>
                    <a:pt x="1" y="116"/>
                    <a:pt x="1" y="1"/>
                  </a:cubicBezTo>
                  <a:close/>
                </a:path>
              </a:pathLst>
            </a:custGeom>
            <a:solidFill>
              <a:srgbClr val="E2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286" name="Google Shape;12286;p43"/>
            <p:cNvSpPr/>
            <p:nvPr/>
          </p:nvSpPr>
          <p:spPr>
            <a:xfrm>
              <a:off x="1975058" y="3384797"/>
              <a:ext cx="45535" cy="340067"/>
            </a:xfrm>
            <a:custGeom>
              <a:rect b="b" l="l" r="r" t="t"/>
              <a:pathLst>
                <a:path extrusionOk="0" h="12950" w="1734">
                  <a:moveTo>
                    <a:pt x="221" y="1"/>
                  </a:moveTo>
                  <a:cubicBezTo>
                    <a:pt x="97" y="1"/>
                    <a:pt x="1" y="97"/>
                    <a:pt x="1" y="211"/>
                  </a:cubicBezTo>
                  <a:lnTo>
                    <a:pt x="1" y="12729"/>
                  </a:lnTo>
                  <a:cubicBezTo>
                    <a:pt x="1" y="12844"/>
                    <a:pt x="97" y="12949"/>
                    <a:pt x="221" y="12949"/>
                  </a:cubicBezTo>
                  <a:lnTo>
                    <a:pt x="1513" y="12949"/>
                  </a:lnTo>
                  <a:cubicBezTo>
                    <a:pt x="1628" y="12949"/>
                    <a:pt x="1733" y="12844"/>
                    <a:pt x="1733" y="12729"/>
                  </a:cubicBezTo>
                  <a:lnTo>
                    <a:pt x="1733" y="211"/>
                  </a:lnTo>
                  <a:cubicBezTo>
                    <a:pt x="1723" y="97"/>
                    <a:pt x="1628" y="1"/>
                    <a:pt x="1513" y="1"/>
                  </a:cubicBezTo>
                  <a:close/>
                </a:path>
              </a:pathLst>
            </a:custGeom>
            <a:solidFill>
              <a:srgbClr val="7F91A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287" name="Google Shape;12287;p43"/>
            <p:cNvSpPr/>
            <p:nvPr/>
          </p:nvSpPr>
          <p:spPr>
            <a:xfrm>
              <a:off x="1975058" y="3696451"/>
              <a:ext cx="45535" cy="28413"/>
            </a:xfrm>
            <a:custGeom>
              <a:rect b="b" l="l" r="r" t="t"/>
              <a:pathLst>
                <a:path extrusionOk="0" h="1082" w="1734">
                  <a:moveTo>
                    <a:pt x="1" y="0"/>
                  </a:moveTo>
                  <a:lnTo>
                    <a:pt x="1" y="861"/>
                  </a:lnTo>
                  <a:cubicBezTo>
                    <a:pt x="1" y="986"/>
                    <a:pt x="97" y="1081"/>
                    <a:pt x="221" y="1081"/>
                  </a:cubicBezTo>
                  <a:lnTo>
                    <a:pt x="1513" y="1081"/>
                  </a:lnTo>
                  <a:cubicBezTo>
                    <a:pt x="1628" y="1081"/>
                    <a:pt x="1733" y="986"/>
                    <a:pt x="1733" y="861"/>
                  </a:cubicBezTo>
                  <a:lnTo>
                    <a:pt x="1733" y="0"/>
                  </a:lnTo>
                  <a:cubicBezTo>
                    <a:pt x="1733" y="115"/>
                    <a:pt x="1628" y="220"/>
                    <a:pt x="1513" y="220"/>
                  </a:cubicBezTo>
                  <a:lnTo>
                    <a:pt x="221" y="220"/>
                  </a:lnTo>
                  <a:cubicBezTo>
                    <a:pt x="97" y="220"/>
                    <a:pt x="1" y="115"/>
                    <a:pt x="1" y="0"/>
                  </a:cubicBezTo>
                  <a:close/>
                </a:path>
              </a:pathLst>
            </a:custGeom>
            <a:solidFill>
              <a:srgbClr val="203B5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288" name="Google Shape;12288;p43"/>
            <p:cNvSpPr/>
            <p:nvPr/>
          </p:nvSpPr>
          <p:spPr>
            <a:xfrm>
              <a:off x="1748618" y="3503676"/>
              <a:ext cx="45272" cy="102073"/>
            </a:xfrm>
            <a:custGeom>
              <a:rect b="b" l="l" r="r" t="t"/>
              <a:pathLst>
                <a:path extrusionOk="0" h="3887" w="1724">
                  <a:moveTo>
                    <a:pt x="1073" y="1"/>
                  </a:moveTo>
                  <a:cubicBezTo>
                    <a:pt x="479" y="1"/>
                    <a:pt x="1" y="479"/>
                    <a:pt x="1" y="1082"/>
                  </a:cubicBezTo>
                  <a:lnTo>
                    <a:pt x="1" y="2805"/>
                  </a:lnTo>
                  <a:cubicBezTo>
                    <a:pt x="1" y="3398"/>
                    <a:pt x="479" y="3886"/>
                    <a:pt x="1073" y="3886"/>
                  </a:cubicBezTo>
                  <a:lnTo>
                    <a:pt x="1503" y="3886"/>
                  </a:lnTo>
                  <a:cubicBezTo>
                    <a:pt x="1628" y="3886"/>
                    <a:pt x="1724" y="3781"/>
                    <a:pt x="1724" y="3666"/>
                  </a:cubicBezTo>
                  <a:lnTo>
                    <a:pt x="1724" y="221"/>
                  </a:lnTo>
                  <a:cubicBezTo>
                    <a:pt x="1724" y="96"/>
                    <a:pt x="1628" y="1"/>
                    <a:pt x="1503" y="1"/>
                  </a:cubicBezTo>
                  <a:close/>
                </a:path>
              </a:pathLst>
            </a:custGeom>
            <a:solidFill>
              <a:srgbClr val="657A8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289" name="Google Shape;12289;p43"/>
            <p:cNvSpPr/>
            <p:nvPr/>
          </p:nvSpPr>
          <p:spPr>
            <a:xfrm>
              <a:off x="1748382" y="3508954"/>
              <a:ext cx="45509" cy="96794"/>
            </a:xfrm>
            <a:custGeom>
              <a:rect b="b" l="l" r="r" t="t"/>
              <a:pathLst>
                <a:path extrusionOk="0" h="3686" w="1733">
                  <a:moveTo>
                    <a:pt x="460" y="1"/>
                  </a:moveTo>
                  <a:lnTo>
                    <a:pt x="460" y="1"/>
                  </a:lnTo>
                  <a:cubicBezTo>
                    <a:pt x="173" y="202"/>
                    <a:pt x="0" y="527"/>
                    <a:pt x="0" y="881"/>
                  </a:cubicBezTo>
                  <a:lnTo>
                    <a:pt x="0" y="2604"/>
                  </a:lnTo>
                  <a:cubicBezTo>
                    <a:pt x="0" y="3197"/>
                    <a:pt x="488" y="3685"/>
                    <a:pt x="1082" y="3685"/>
                  </a:cubicBezTo>
                  <a:lnTo>
                    <a:pt x="1512" y="3685"/>
                  </a:lnTo>
                  <a:cubicBezTo>
                    <a:pt x="1637" y="3685"/>
                    <a:pt x="1733" y="3580"/>
                    <a:pt x="1733" y="3465"/>
                  </a:cubicBezTo>
                  <a:lnTo>
                    <a:pt x="1733" y="3034"/>
                  </a:lnTo>
                  <a:lnTo>
                    <a:pt x="1082" y="3034"/>
                  </a:lnTo>
                  <a:cubicBezTo>
                    <a:pt x="728" y="3034"/>
                    <a:pt x="441" y="2747"/>
                    <a:pt x="441" y="2393"/>
                  </a:cubicBezTo>
                  <a:lnTo>
                    <a:pt x="441" y="240"/>
                  </a:lnTo>
                  <a:cubicBezTo>
                    <a:pt x="441" y="154"/>
                    <a:pt x="441" y="77"/>
                    <a:pt x="460" y="1"/>
                  </a:cubicBezTo>
                  <a:close/>
                </a:path>
              </a:pathLst>
            </a:custGeom>
            <a:solidFill>
              <a:srgbClr val="657A8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290" name="Google Shape;12290;p43"/>
            <p:cNvSpPr/>
            <p:nvPr/>
          </p:nvSpPr>
          <p:spPr>
            <a:xfrm>
              <a:off x="1788087" y="3503676"/>
              <a:ext cx="56827" cy="102073"/>
            </a:xfrm>
            <a:custGeom>
              <a:rect b="b" l="l" r="r" t="t"/>
              <a:pathLst>
                <a:path extrusionOk="0" h="3887" w="2164">
                  <a:moveTo>
                    <a:pt x="0" y="1"/>
                  </a:moveTo>
                  <a:lnTo>
                    <a:pt x="0" y="3886"/>
                  </a:lnTo>
                  <a:lnTo>
                    <a:pt x="2163" y="3886"/>
                  </a:lnTo>
                  <a:lnTo>
                    <a:pt x="2163" y="1"/>
                  </a:lnTo>
                  <a:close/>
                </a:path>
              </a:pathLst>
            </a:custGeom>
            <a:solidFill>
              <a:srgbClr val="7F91A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291" name="Google Shape;12291;p43"/>
            <p:cNvSpPr/>
            <p:nvPr/>
          </p:nvSpPr>
          <p:spPr>
            <a:xfrm>
              <a:off x="1788087" y="3588627"/>
              <a:ext cx="56827" cy="17122"/>
            </a:xfrm>
            <a:custGeom>
              <a:rect b="b" l="l" r="r" t="t"/>
              <a:pathLst>
                <a:path extrusionOk="0" h="652" w="2164">
                  <a:moveTo>
                    <a:pt x="0" y="0"/>
                  </a:moveTo>
                  <a:lnTo>
                    <a:pt x="0" y="651"/>
                  </a:lnTo>
                  <a:lnTo>
                    <a:pt x="2163" y="651"/>
                  </a:lnTo>
                  <a:lnTo>
                    <a:pt x="2163" y="0"/>
                  </a:lnTo>
                  <a:close/>
                </a:path>
              </a:pathLst>
            </a:custGeom>
            <a:solidFill>
              <a:srgbClr val="203B5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292" name="Google Shape;12292;p43"/>
            <p:cNvSpPr/>
            <p:nvPr/>
          </p:nvSpPr>
          <p:spPr>
            <a:xfrm>
              <a:off x="1788087" y="3605722"/>
              <a:ext cx="56827" cy="90755"/>
            </a:xfrm>
            <a:custGeom>
              <a:rect b="b" l="l" r="r" t="t"/>
              <a:pathLst>
                <a:path extrusionOk="0" h="3456" w="2164">
                  <a:moveTo>
                    <a:pt x="10" y="0"/>
                  </a:moveTo>
                  <a:lnTo>
                    <a:pt x="0" y="3235"/>
                  </a:lnTo>
                  <a:cubicBezTo>
                    <a:pt x="0" y="3350"/>
                    <a:pt x="96" y="3455"/>
                    <a:pt x="221" y="3455"/>
                  </a:cubicBezTo>
                  <a:lnTo>
                    <a:pt x="1082" y="3455"/>
                  </a:lnTo>
                  <a:cubicBezTo>
                    <a:pt x="1178" y="3445"/>
                    <a:pt x="1264" y="3388"/>
                    <a:pt x="1292" y="3292"/>
                  </a:cubicBezTo>
                  <a:lnTo>
                    <a:pt x="2163" y="0"/>
                  </a:lnTo>
                  <a:close/>
                </a:path>
              </a:pathLst>
            </a:custGeom>
            <a:solidFill>
              <a:srgbClr val="657A8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293" name="Google Shape;12293;p43"/>
            <p:cNvSpPr/>
            <p:nvPr/>
          </p:nvSpPr>
          <p:spPr>
            <a:xfrm>
              <a:off x="2080860" y="3548922"/>
              <a:ext cx="32195" cy="11581"/>
            </a:xfrm>
            <a:custGeom>
              <a:rect b="b" l="l" r="r" t="t"/>
              <a:pathLst>
                <a:path extrusionOk="0" h="441" w="1226">
                  <a:moveTo>
                    <a:pt x="288" y="0"/>
                  </a:moveTo>
                  <a:cubicBezTo>
                    <a:pt x="1" y="0"/>
                    <a:pt x="1" y="441"/>
                    <a:pt x="288" y="441"/>
                  </a:cubicBezTo>
                  <a:lnTo>
                    <a:pt x="939" y="441"/>
                  </a:lnTo>
                  <a:cubicBezTo>
                    <a:pt x="1226" y="441"/>
                    <a:pt x="1226" y="0"/>
                    <a:pt x="939" y="0"/>
                  </a:cubicBezTo>
                  <a:close/>
                </a:path>
              </a:pathLst>
            </a:custGeom>
            <a:solidFill>
              <a:srgbClr val="9CACB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294" name="Google Shape;12294;p43"/>
            <p:cNvSpPr/>
            <p:nvPr/>
          </p:nvSpPr>
          <p:spPr>
            <a:xfrm>
              <a:off x="2059510" y="3484874"/>
              <a:ext cx="27468" cy="23345"/>
            </a:xfrm>
            <a:custGeom>
              <a:rect b="b" l="l" r="r" t="t"/>
              <a:pathLst>
                <a:path extrusionOk="0" h="889" w="1046">
                  <a:moveTo>
                    <a:pt x="732" y="0"/>
                  </a:moveTo>
                  <a:cubicBezTo>
                    <a:pt x="682" y="0"/>
                    <a:pt x="630" y="20"/>
                    <a:pt x="584" y="66"/>
                  </a:cubicBezTo>
                  <a:lnTo>
                    <a:pt x="125" y="525"/>
                  </a:lnTo>
                  <a:cubicBezTo>
                    <a:pt x="0" y="659"/>
                    <a:pt x="87" y="889"/>
                    <a:pt x="278" y="889"/>
                  </a:cubicBezTo>
                  <a:cubicBezTo>
                    <a:pt x="335" y="889"/>
                    <a:pt x="393" y="870"/>
                    <a:pt x="431" y="831"/>
                  </a:cubicBezTo>
                  <a:lnTo>
                    <a:pt x="890" y="372"/>
                  </a:lnTo>
                  <a:cubicBezTo>
                    <a:pt x="1045" y="217"/>
                    <a:pt x="899" y="0"/>
                    <a:pt x="732" y="0"/>
                  </a:cubicBezTo>
                  <a:close/>
                </a:path>
              </a:pathLst>
            </a:custGeom>
            <a:solidFill>
              <a:srgbClr val="9CACB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295" name="Google Shape;12295;p43"/>
            <p:cNvSpPr/>
            <p:nvPr/>
          </p:nvSpPr>
          <p:spPr>
            <a:xfrm>
              <a:off x="2058723" y="3600969"/>
              <a:ext cx="27704" cy="23608"/>
            </a:xfrm>
            <a:custGeom>
              <a:rect b="b" l="l" r="r" t="t"/>
              <a:pathLst>
                <a:path extrusionOk="0" h="899" w="1055">
                  <a:moveTo>
                    <a:pt x="313" y="1"/>
                  </a:moveTo>
                  <a:cubicBezTo>
                    <a:pt x="146" y="1"/>
                    <a:pt x="0" y="218"/>
                    <a:pt x="155" y="373"/>
                  </a:cubicBezTo>
                  <a:lnTo>
                    <a:pt x="614" y="832"/>
                  </a:lnTo>
                  <a:cubicBezTo>
                    <a:pt x="652" y="870"/>
                    <a:pt x="710" y="899"/>
                    <a:pt x="767" y="899"/>
                  </a:cubicBezTo>
                  <a:cubicBezTo>
                    <a:pt x="959" y="889"/>
                    <a:pt x="1054" y="660"/>
                    <a:pt x="920" y="526"/>
                  </a:cubicBezTo>
                  <a:lnTo>
                    <a:pt x="461" y="66"/>
                  </a:lnTo>
                  <a:cubicBezTo>
                    <a:pt x="415" y="20"/>
                    <a:pt x="363" y="1"/>
                    <a:pt x="313" y="1"/>
                  </a:cubicBezTo>
                  <a:close/>
                </a:path>
              </a:pathLst>
            </a:custGeom>
            <a:solidFill>
              <a:srgbClr val="9CACB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2296" name="Google Shape;12296;p43"/>
          <p:cNvGrpSpPr/>
          <p:nvPr/>
        </p:nvGrpSpPr>
        <p:grpSpPr>
          <a:xfrm>
            <a:off x="6221064" y="3658649"/>
            <a:ext cx="364673" cy="339805"/>
            <a:chOff x="6221064" y="3811049"/>
            <a:chExt cx="364673" cy="339805"/>
          </a:xfrm>
        </p:grpSpPr>
        <p:sp>
          <p:nvSpPr>
            <p:cNvPr id="12297" name="Google Shape;12297;p43"/>
            <p:cNvSpPr/>
            <p:nvPr/>
          </p:nvSpPr>
          <p:spPr>
            <a:xfrm>
              <a:off x="6277838" y="4054558"/>
              <a:ext cx="45272" cy="45272"/>
            </a:xfrm>
            <a:custGeom>
              <a:rect b="b" l="l" r="r" t="t"/>
              <a:pathLst>
                <a:path extrusionOk="0" h="1724" w="1724">
                  <a:moveTo>
                    <a:pt x="211" y="1"/>
                  </a:moveTo>
                  <a:cubicBezTo>
                    <a:pt x="97" y="1"/>
                    <a:pt x="1" y="96"/>
                    <a:pt x="1" y="221"/>
                  </a:cubicBezTo>
                  <a:lnTo>
                    <a:pt x="1" y="1513"/>
                  </a:lnTo>
                  <a:cubicBezTo>
                    <a:pt x="1" y="1628"/>
                    <a:pt x="97" y="1723"/>
                    <a:pt x="211" y="1723"/>
                  </a:cubicBezTo>
                  <a:lnTo>
                    <a:pt x="1513" y="1723"/>
                  </a:lnTo>
                  <a:cubicBezTo>
                    <a:pt x="1628" y="1723"/>
                    <a:pt x="1724" y="1628"/>
                    <a:pt x="1724" y="1513"/>
                  </a:cubicBezTo>
                  <a:lnTo>
                    <a:pt x="1724" y="221"/>
                  </a:lnTo>
                  <a:cubicBezTo>
                    <a:pt x="1724" y="96"/>
                    <a:pt x="1628" y="1"/>
                    <a:pt x="1513" y="1"/>
                  </a:cubicBezTo>
                  <a:close/>
                </a:path>
              </a:pathLst>
            </a:custGeom>
            <a:solidFill>
              <a:srgbClr val="657A8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298" name="Google Shape;12298;p43"/>
            <p:cNvSpPr/>
            <p:nvPr/>
          </p:nvSpPr>
          <p:spPr>
            <a:xfrm>
              <a:off x="6426890" y="3935679"/>
              <a:ext cx="105828" cy="90728"/>
            </a:xfrm>
            <a:custGeom>
              <a:rect b="b" l="l" r="r" t="t"/>
              <a:pathLst>
                <a:path extrusionOk="0" h="3455" w="4030">
                  <a:moveTo>
                    <a:pt x="2307" y="1"/>
                  </a:moveTo>
                  <a:cubicBezTo>
                    <a:pt x="766" y="1"/>
                    <a:pt x="0" y="1858"/>
                    <a:pt x="1082" y="2949"/>
                  </a:cubicBezTo>
                  <a:cubicBezTo>
                    <a:pt x="1434" y="3298"/>
                    <a:pt x="1866" y="3454"/>
                    <a:pt x="2290" y="3454"/>
                  </a:cubicBezTo>
                  <a:cubicBezTo>
                    <a:pt x="3178" y="3454"/>
                    <a:pt x="4029" y="2767"/>
                    <a:pt x="4029" y="1724"/>
                  </a:cubicBezTo>
                  <a:cubicBezTo>
                    <a:pt x="4029" y="767"/>
                    <a:pt x="3264" y="1"/>
                    <a:pt x="2307" y="1"/>
                  </a:cubicBezTo>
                  <a:close/>
                </a:path>
              </a:pathLst>
            </a:custGeom>
            <a:solidFill>
              <a:srgbClr val="BDC8D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299" name="Google Shape;12299;p43"/>
            <p:cNvSpPr/>
            <p:nvPr/>
          </p:nvSpPr>
          <p:spPr>
            <a:xfrm>
              <a:off x="6437446" y="3972391"/>
              <a:ext cx="100051" cy="54043"/>
            </a:xfrm>
            <a:custGeom>
              <a:rect b="b" l="l" r="r" t="t"/>
              <a:pathLst>
                <a:path extrusionOk="0" h="2058" w="3810">
                  <a:moveTo>
                    <a:pt x="211" y="0"/>
                  </a:moveTo>
                  <a:cubicBezTo>
                    <a:pt x="0" y="1062"/>
                    <a:pt x="823" y="2058"/>
                    <a:pt x="1905" y="2058"/>
                  </a:cubicBezTo>
                  <a:cubicBezTo>
                    <a:pt x="2986" y="2058"/>
                    <a:pt x="3809" y="1062"/>
                    <a:pt x="3598" y="0"/>
                  </a:cubicBezTo>
                  <a:lnTo>
                    <a:pt x="3598" y="0"/>
                  </a:lnTo>
                  <a:cubicBezTo>
                    <a:pt x="3445" y="814"/>
                    <a:pt x="2737" y="1407"/>
                    <a:pt x="1905" y="1407"/>
                  </a:cubicBezTo>
                  <a:cubicBezTo>
                    <a:pt x="1072" y="1407"/>
                    <a:pt x="364" y="814"/>
                    <a:pt x="211" y="0"/>
                  </a:cubicBezTo>
                  <a:close/>
                </a:path>
              </a:pathLst>
            </a:custGeom>
            <a:solidFill>
              <a:srgbClr val="B2BFC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300" name="Google Shape;12300;p43"/>
            <p:cNvSpPr/>
            <p:nvPr/>
          </p:nvSpPr>
          <p:spPr>
            <a:xfrm>
              <a:off x="6306251" y="3833659"/>
              <a:ext cx="153070" cy="294585"/>
            </a:xfrm>
            <a:custGeom>
              <a:rect b="b" l="l" r="r" t="t"/>
              <a:pathLst>
                <a:path extrusionOk="0" h="11218" w="5829">
                  <a:moveTo>
                    <a:pt x="5603" y="1"/>
                  </a:moveTo>
                  <a:cubicBezTo>
                    <a:pt x="5530" y="1"/>
                    <a:pt x="5464" y="39"/>
                    <a:pt x="5427" y="106"/>
                  </a:cubicBezTo>
                  <a:cubicBezTo>
                    <a:pt x="5015" y="756"/>
                    <a:pt x="4527" y="1359"/>
                    <a:pt x="3972" y="1895"/>
                  </a:cubicBezTo>
                  <a:cubicBezTo>
                    <a:pt x="3139" y="2709"/>
                    <a:pt x="1819" y="3666"/>
                    <a:pt x="211" y="3666"/>
                  </a:cubicBezTo>
                  <a:cubicBezTo>
                    <a:pt x="96" y="3666"/>
                    <a:pt x="0" y="3761"/>
                    <a:pt x="0" y="3876"/>
                  </a:cubicBezTo>
                  <a:lnTo>
                    <a:pt x="0" y="7331"/>
                  </a:lnTo>
                  <a:cubicBezTo>
                    <a:pt x="0" y="7456"/>
                    <a:pt x="96" y="7551"/>
                    <a:pt x="211" y="7551"/>
                  </a:cubicBezTo>
                  <a:cubicBezTo>
                    <a:pt x="1809" y="7551"/>
                    <a:pt x="3139" y="8508"/>
                    <a:pt x="3972" y="9312"/>
                  </a:cubicBezTo>
                  <a:cubicBezTo>
                    <a:pt x="4527" y="9848"/>
                    <a:pt x="5015" y="10451"/>
                    <a:pt x="5427" y="11111"/>
                  </a:cubicBezTo>
                  <a:cubicBezTo>
                    <a:pt x="5467" y="11185"/>
                    <a:pt x="5535" y="11217"/>
                    <a:pt x="5604" y="11217"/>
                  </a:cubicBezTo>
                  <a:cubicBezTo>
                    <a:pt x="5716" y="11217"/>
                    <a:pt x="5829" y="11132"/>
                    <a:pt x="5829" y="10997"/>
                  </a:cubicBezTo>
                  <a:lnTo>
                    <a:pt x="5829" y="211"/>
                  </a:lnTo>
                  <a:cubicBezTo>
                    <a:pt x="5829" y="115"/>
                    <a:pt x="5762" y="29"/>
                    <a:pt x="5666" y="10"/>
                  </a:cubicBezTo>
                  <a:cubicBezTo>
                    <a:pt x="5645" y="4"/>
                    <a:pt x="5624" y="1"/>
                    <a:pt x="5603" y="1"/>
                  </a:cubicBezTo>
                  <a:close/>
                </a:path>
              </a:pathLst>
            </a:custGeom>
            <a:solidFill>
              <a:srgbClr val="EEF2F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301" name="Google Shape;12301;p43"/>
            <p:cNvSpPr/>
            <p:nvPr/>
          </p:nvSpPr>
          <p:spPr>
            <a:xfrm>
              <a:off x="6306251" y="4009312"/>
              <a:ext cx="152833" cy="119010"/>
            </a:xfrm>
            <a:custGeom>
              <a:rect b="b" l="l" r="r" t="t"/>
              <a:pathLst>
                <a:path extrusionOk="0" h="4532" w="5820">
                  <a:moveTo>
                    <a:pt x="0" y="1"/>
                  </a:moveTo>
                  <a:lnTo>
                    <a:pt x="0" y="642"/>
                  </a:lnTo>
                  <a:cubicBezTo>
                    <a:pt x="0" y="767"/>
                    <a:pt x="96" y="862"/>
                    <a:pt x="211" y="862"/>
                  </a:cubicBezTo>
                  <a:cubicBezTo>
                    <a:pt x="1809" y="862"/>
                    <a:pt x="3130" y="1819"/>
                    <a:pt x="3962" y="2623"/>
                  </a:cubicBezTo>
                  <a:cubicBezTo>
                    <a:pt x="4518" y="3169"/>
                    <a:pt x="5006" y="3772"/>
                    <a:pt x="5417" y="4422"/>
                  </a:cubicBezTo>
                  <a:cubicBezTo>
                    <a:pt x="5462" y="4498"/>
                    <a:pt x="5534" y="4531"/>
                    <a:pt x="5604" y="4531"/>
                  </a:cubicBezTo>
                  <a:cubicBezTo>
                    <a:pt x="5713" y="4531"/>
                    <a:pt x="5819" y="4451"/>
                    <a:pt x="5819" y="4317"/>
                  </a:cubicBezTo>
                  <a:lnTo>
                    <a:pt x="5819" y="3236"/>
                  </a:lnTo>
                  <a:cubicBezTo>
                    <a:pt x="5819" y="3331"/>
                    <a:pt x="5762" y="3408"/>
                    <a:pt x="5676" y="3437"/>
                  </a:cubicBezTo>
                  <a:cubicBezTo>
                    <a:pt x="5651" y="3447"/>
                    <a:pt x="5625" y="3451"/>
                    <a:pt x="5600" y="3451"/>
                  </a:cubicBezTo>
                  <a:cubicBezTo>
                    <a:pt x="5529" y="3451"/>
                    <a:pt x="5460" y="3412"/>
                    <a:pt x="5417" y="3341"/>
                  </a:cubicBezTo>
                  <a:cubicBezTo>
                    <a:pt x="5417" y="3341"/>
                    <a:pt x="4881" y="2862"/>
                    <a:pt x="3962" y="1982"/>
                  </a:cubicBezTo>
                  <a:cubicBezTo>
                    <a:pt x="3130" y="1178"/>
                    <a:pt x="1809" y="212"/>
                    <a:pt x="211" y="212"/>
                  </a:cubicBezTo>
                  <a:cubicBezTo>
                    <a:pt x="96" y="212"/>
                    <a:pt x="0" y="116"/>
                    <a:pt x="0" y="1"/>
                  </a:cubicBezTo>
                  <a:close/>
                </a:path>
              </a:pathLst>
            </a:custGeom>
            <a:solidFill>
              <a:srgbClr val="E2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302" name="Google Shape;12302;p43"/>
            <p:cNvSpPr/>
            <p:nvPr/>
          </p:nvSpPr>
          <p:spPr>
            <a:xfrm>
              <a:off x="6447740" y="3811049"/>
              <a:ext cx="45509" cy="339804"/>
            </a:xfrm>
            <a:custGeom>
              <a:rect b="b" l="l" r="r" t="t"/>
              <a:pathLst>
                <a:path extrusionOk="0" h="12940" w="1733">
                  <a:moveTo>
                    <a:pt x="221" y="0"/>
                  </a:moveTo>
                  <a:cubicBezTo>
                    <a:pt x="96" y="0"/>
                    <a:pt x="0" y="96"/>
                    <a:pt x="0" y="211"/>
                  </a:cubicBezTo>
                  <a:lnTo>
                    <a:pt x="0" y="12728"/>
                  </a:lnTo>
                  <a:cubicBezTo>
                    <a:pt x="0" y="12843"/>
                    <a:pt x="96" y="12939"/>
                    <a:pt x="221" y="12939"/>
                  </a:cubicBezTo>
                  <a:lnTo>
                    <a:pt x="1513" y="12939"/>
                  </a:lnTo>
                  <a:cubicBezTo>
                    <a:pt x="1627" y="12939"/>
                    <a:pt x="1733" y="12843"/>
                    <a:pt x="1733" y="12728"/>
                  </a:cubicBezTo>
                  <a:lnTo>
                    <a:pt x="1733" y="211"/>
                  </a:lnTo>
                  <a:cubicBezTo>
                    <a:pt x="1733" y="96"/>
                    <a:pt x="1627" y="0"/>
                    <a:pt x="1513" y="0"/>
                  </a:cubicBezTo>
                  <a:close/>
                </a:path>
              </a:pathLst>
            </a:custGeom>
            <a:solidFill>
              <a:srgbClr val="7F91A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303" name="Google Shape;12303;p43"/>
            <p:cNvSpPr/>
            <p:nvPr/>
          </p:nvSpPr>
          <p:spPr>
            <a:xfrm>
              <a:off x="6447740" y="4122677"/>
              <a:ext cx="45509" cy="28177"/>
            </a:xfrm>
            <a:custGeom>
              <a:rect b="b" l="l" r="r" t="t"/>
              <a:pathLst>
                <a:path extrusionOk="0" h="1073" w="1733">
                  <a:moveTo>
                    <a:pt x="0" y="0"/>
                  </a:moveTo>
                  <a:lnTo>
                    <a:pt x="0" y="861"/>
                  </a:lnTo>
                  <a:cubicBezTo>
                    <a:pt x="0" y="976"/>
                    <a:pt x="96" y="1072"/>
                    <a:pt x="221" y="1072"/>
                  </a:cubicBezTo>
                  <a:lnTo>
                    <a:pt x="1513" y="1072"/>
                  </a:lnTo>
                  <a:cubicBezTo>
                    <a:pt x="1627" y="1072"/>
                    <a:pt x="1733" y="976"/>
                    <a:pt x="1733" y="861"/>
                  </a:cubicBezTo>
                  <a:lnTo>
                    <a:pt x="1733" y="0"/>
                  </a:lnTo>
                  <a:cubicBezTo>
                    <a:pt x="1733" y="115"/>
                    <a:pt x="1627" y="211"/>
                    <a:pt x="1513" y="211"/>
                  </a:cubicBezTo>
                  <a:lnTo>
                    <a:pt x="221" y="211"/>
                  </a:lnTo>
                  <a:cubicBezTo>
                    <a:pt x="96" y="211"/>
                    <a:pt x="0" y="115"/>
                    <a:pt x="0" y="0"/>
                  </a:cubicBezTo>
                  <a:close/>
                </a:path>
              </a:pathLst>
            </a:custGeom>
            <a:solidFill>
              <a:srgbClr val="203B5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304" name="Google Shape;12304;p43"/>
            <p:cNvSpPr/>
            <p:nvPr/>
          </p:nvSpPr>
          <p:spPr>
            <a:xfrm>
              <a:off x="6221300" y="3929902"/>
              <a:ext cx="45272" cy="102073"/>
            </a:xfrm>
            <a:custGeom>
              <a:rect b="b" l="l" r="r" t="t"/>
              <a:pathLst>
                <a:path extrusionOk="0" h="3887" w="1724">
                  <a:moveTo>
                    <a:pt x="1072" y="1"/>
                  </a:moveTo>
                  <a:cubicBezTo>
                    <a:pt x="479" y="1"/>
                    <a:pt x="1" y="479"/>
                    <a:pt x="1" y="1082"/>
                  </a:cubicBezTo>
                  <a:lnTo>
                    <a:pt x="1" y="2814"/>
                  </a:lnTo>
                  <a:cubicBezTo>
                    <a:pt x="1" y="3408"/>
                    <a:pt x="479" y="3886"/>
                    <a:pt x="1072" y="3886"/>
                  </a:cubicBezTo>
                  <a:lnTo>
                    <a:pt x="1503" y="3886"/>
                  </a:lnTo>
                  <a:cubicBezTo>
                    <a:pt x="1628" y="3886"/>
                    <a:pt x="1723" y="3791"/>
                    <a:pt x="1723" y="3676"/>
                  </a:cubicBezTo>
                  <a:lnTo>
                    <a:pt x="1723" y="221"/>
                  </a:lnTo>
                  <a:cubicBezTo>
                    <a:pt x="1723" y="96"/>
                    <a:pt x="1628" y="1"/>
                    <a:pt x="1503" y="1"/>
                  </a:cubicBezTo>
                  <a:close/>
                </a:path>
              </a:pathLst>
            </a:custGeom>
            <a:solidFill>
              <a:srgbClr val="657A8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305" name="Google Shape;12305;p43"/>
            <p:cNvSpPr/>
            <p:nvPr/>
          </p:nvSpPr>
          <p:spPr>
            <a:xfrm>
              <a:off x="6221064" y="3935180"/>
              <a:ext cx="45509" cy="96794"/>
            </a:xfrm>
            <a:custGeom>
              <a:rect b="b" l="l" r="r" t="t"/>
              <a:pathLst>
                <a:path extrusionOk="0" h="3686" w="1733">
                  <a:moveTo>
                    <a:pt x="459" y="1"/>
                  </a:moveTo>
                  <a:lnTo>
                    <a:pt x="459" y="1"/>
                  </a:lnTo>
                  <a:cubicBezTo>
                    <a:pt x="172" y="202"/>
                    <a:pt x="0" y="527"/>
                    <a:pt x="0" y="881"/>
                  </a:cubicBezTo>
                  <a:lnTo>
                    <a:pt x="0" y="2613"/>
                  </a:lnTo>
                  <a:cubicBezTo>
                    <a:pt x="0" y="3207"/>
                    <a:pt x="488" y="3685"/>
                    <a:pt x="1081" y="3685"/>
                  </a:cubicBezTo>
                  <a:lnTo>
                    <a:pt x="1512" y="3685"/>
                  </a:lnTo>
                  <a:cubicBezTo>
                    <a:pt x="1627" y="3685"/>
                    <a:pt x="1732" y="3590"/>
                    <a:pt x="1732" y="3475"/>
                  </a:cubicBezTo>
                  <a:lnTo>
                    <a:pt x="1732" y="3035"/>
                  </a:lnTo>
                  <a:lnTo>
                    <a:pt x="1081" y="3035"/>
                  </a:lnTo>
                  <a:cubicBezTo>
                    <a:pt x="727" y="3035"/>
                    <a:pt x="440" y="2747"/>
                    <a:pt x="440" y="2393"/>
                  </a:cubicBezTo>
                  <a:lnTo>
                    <a:pt x="440" y="240"/>
                  </a:lnTo>
                  <a:cubicBezTo>
                    <a:pt x="431" y="154"/>
                    <a:pt x="440" y="77"/>
                    <a:pt x="459" y="1"/>
                  </a:cubicBezTo>
                  <a:close/>
                </a:path>
              </a:pathLst>
            </a:custGeom>
            <a:solidFill>
              <a:srgbClr val="657A8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306" name="Google Shape;12306;p43"/>
            <p:cNvSpPr/>
            <p:nvPr/>
          </p:nvSpPr>
          <p:spPr>
            <a:xfrm>
              <a:off x="6260769" y="3929902"/>
              <a:ext cx="56800" cy="102073"/>
            </a:xfrm>
            <a:custGeom>
              <a:rect b="b" l="l" r="r" t="t"/>
              <a:pathLst>
                <a:path extrusionOk="0" h="3887" w="2163">
                  <a:moveTo>
                    <a:pt x="0" y="1"/>
                  </a:moveTo>
                  <a:lnTo>
                    <a:pt x="0" y="3886"/>
                  </a:lnTo>
                  <a:lnTo>
                    <a:pt x="2163" y="3886"/>
                  </a:lnTo>
                  <a:lnTo>
                    <a:pt x="2163" y="1"/>
                  </a:lnTo>
                  <a:close/>
                </a:path>
              </a:pathLst>
            </a:custGeom>
            <a:solidFill>
              <a:srgbClr val="7F91A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307" name="Google Shape;12307;p43"/>
            <p:cNvSpPr/>
            <p:nvPr/>
          </p:nvSpPr>
          <p:spPr>
            <a:xfrm>
              <a:off x="6260769" y="4014853"/>
              <a:ext cx="56800" cy="17122"/>
            </a:xfrm>
            <a:custGeom>
              <a:rect b="b" l="l" r="r" t="t"/>
              <a:pathLst>
                <a:path extrusionOk="0" h="652" w="2163">
                  <a:moveTo>
                    <a:pt x="0" y="1"/>
                  </a:moveTo>
                  <a:lnTo>
                    <a:pt x="0" y="651"/>
                  </a:lnTo>
                  <a:lnTo>
                    <a:pt x="2163" y="651"/>
                  </a:lnTo>
                  <a:lnTo>
                    <a:pt x="2163" y="1"/>
                  </a:lnTo>
                  <a:close/>
                </a:path>
              </a:pathLst>
            </a:custGeom>
            <a:solidFill>
              <a:srgbClr val="203B5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308" name="Google Shape;12308;p43"/>
            <p:cNvSpPr/>
            <p:nvPr/>
          </p:nvSpPr>
          <p:spPr>
            <a:xfrm>
              <a:off x="6260769" y="4031686"/>
              <a:ext cx="56800" cy="90755"/>
            </a:xfrm>
            <a:custGeom>
              <a:rect b="b" l="l" r="r" t="t"/>
              <a:pathLst>
                <a:path extrusionOk="0" h="3456" w="2163">
                  <a:moveTo>
                    <a:pt x="10" y="1"/>
                  </a:moveTo>
                  <a:lnTo>
                    <a:pt x="0" y="3245"/>
                  </a:lnTo>
                  <a:cubicBezTo>
                    <a:pt x="0" y="3360"/>
                    <a:pt x="96" y="3456"/>
                    <a:pt x="220" y="3456"/>
                  </a:cubicBezTo>
                  <a:lnTo>
                    <a:pt x="1082" y="3456"/>
                  </a:lnTo>
                  <a:cubicBezTo>
                    <a:pt x="1177" y="3456"/>
                    <a:pt x="1263" y="3389"/>
                    <a:pt x="1292" y="3293"/>
                  </a:cubicBezTo>
                  <a:lnTo>
                    <a:pt x="2163" y="1"/>
                  </a:lnTo>
                  <a:close/>
                </a:path>
              </a:pathLst>
            </a:custGeom>
            <a:solidFill>
              <a:srgbClr val="657A8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309" name="Google Shape;12309;p43"/>
            <p:cNvSpPr/>
            <p:nvPr/>
          </p:nvSpPr>
          <p:spPr>
            <a:xfrm>
              <a:off x="6553542" y="3975148"/>
              <a:ext cx="32195" cy="11581"/>
            </a:xfrm>
            <a:custGeom>
              <a:rect b="b" l="l" r="r" t="t"/>
              <a:pathLst>
                <a:path extrusionOk="0" h="441" w="1226">
                  <a:moveTo>
                    <a:pt x="288" y="0"/>
                  </a:moveTo>
                  <a:cubicBezTo>
                    <a:pt x="1" y="0"/>
                    <a:pt x="1" y="441"/>
                    <a:pt x="288" y="441"/>
                  </a:cubicBezTo>
                  <a:lnTo>
                    <a:pt x="938" y="441"/>
                  </a:lnTo>
                  <a:cubicBezTo>
                    <a:pt x="1226" y="441"/>
                    <a:pt x="1226" y="0"/>
                    <a:pt x="938" y="0"/>
                  </a:cubicBezTo>
                  <a:close/>
                </a:path>
              </a:pathLst>
            </a:custGeom>
            <a:solidFill>
              <a:srgbClr val="9CACB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310" name="Google Shape;12310;p43"/>
            <p:cNvSpPr/>
            <p:nvPr/>
          </p:nvSpPr>
          <p:spPr>
            <a:xfrm>
              <a:off x="6532192" y="3911100"/>
              <a:ext cx="27442" cy="23608"/>
            </a:xfrm>
            <a:custGeom>
              <a:rect b="b" l="l" r="r" t="t"/>
              <a:pathLst>
                <a:path extrusionOk="0" h="899" w="1045">
                  <a:moveTo>
                    <a:pt x="732" y="0"/>
                  </a:moveTo>
                  <a:cubicBezTo>
                    <a:pt x="682" y="0"/>
                    <a:pt x="630" y="20"/>
                    <a:pt x="584" y="66"/>
                  </a:cubicBezTo>
                  <a:lnTo>
                    <a:pt x="124" y="525"/>
                  </a:lnTo>
                  <a:cubicBezTo>
                    <a:pt x="0" y="659"/>
                    <a:pt x="86" y="889"/>
                    <a:pt x="278" y="899"/>
                  </a:cubicBezTo>
                  <a:cubicBezTo>
                    <a:pt x="335" y="889"/>
                    <a:pt x="392" y="870"/>
                    <a:pt x="431" y="832"/>
                  </a:cubicBezTo>
                  <a:lnTo>
                    <a:pt x="890" y="372"/>
                  </a:lnTo>
                  <a:cubicBezTo>
                    <a:pt x="1045" y="218"/>
                    <a:pt x="899" y="0"/>
                    <a:pt x="732" y="0"/>
                  </a:cubicBezTo>
                  <a:close/>
                </a:path>
              </a:pathLst>
            </a:custGeom>
            <a:solidFill>
              <a:srgbClr val="9CACB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311" name="Google Shape;12311;p43"/>
            <p:cNvSpPr/>
            <p:nvPr/>
          </p:nvSpPr>
          <p:spPr>
            <a:xfrm>
              <a:off x="6531221" y="4027327"/>
              <a:ext cx="27626" cy="23503"/>
            </a:xfrm>
            <a:custGeom>
              <a:rect b="b" l="l" r="r" t="t"/>
              <a:pathLst>
                <a:path extrusionOk="0" h="895" w="1052">
                  <a:moveTo>
                    <a:pt x="310" y="0"/>
                  </a:moveTo>
                  <a:cubicBezTo>
                    <a:pt x="141" y="0"/>
                    <a:pt x="1" y="217"/>
                    <a:pt x="161" y="377"/>
                  </a:cubicBezTo>
                  <a:lnTo>
                    <a:pt x="621" y="827"/>
                  </a:lnTo>
                  <a:cubicBezTo>
                    <a:pt x="659" y="875"/>
                    <a:pt x="707" y="894"/>
                    <a:pt x="774" y="894"/>
                  </a:cubicBezTo>
                  <a:cubicBezTo>
                    <a:pt x="956" y="894"/>
                    <a:pt x="1051" y="664"/>
                    <a:pt x="918" y="530"/>
                  </a:cubicBezTo>
                  <a:lnTo>
                    <a:pt x="468" y="71"/>
                  </a:lnTo>
                  <a:cubicBezTo>
                    <a:pt x="418" y="21"/>
                    <a:pt x="363" y="0"/>
                    <a:pt x="310" y="0"/>
                  </a:cubicBezTo>
                  <a:close/>
                </a:path>
              </a:pathLst>
            </a:custGeom>
            <a:solidFill>
              <a:srgbClr val="9CACB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2312" name="Google Shape;12312;p43"/>
          <p:cNvGrpSpPr/>
          <p:nvPr/>
        </p:nvGrpSpPr>
        <p:grpSpPr>
          <a:xfrm>
            <a:off x="2182643" y="3233920"/>
            <a:ext cx="382030" cy="320451"/>
            <a:chOff x="2182643" y="3386320"/>
            <a:chExt cx="382030" cy="320451"/>
          </a:xfrm>
        </p:grpSpPr>
        <p:sp>
          <p:nvSpPr>
            <p:cNvPr id="12313" name="Google Shape;12313;p43"/>
            <p:cNvSpPr/>
            <p:nvPr/>
          </p:nvSpPr>
          <p:spPr>
            <a:xfrm>
              <a:off x="2182643" y="3386320"/>
              <a:ext cx="382030" cy="320451"/>
            </a:xfrm>
            <a:custGeom>
              <a:rect b="b" l="l" r="r" t="t"/>
              <a:pathLst>
                <a:path extrusionOk="0" h="12203" w="14548">
                  <a:moveTo>
                    <a:pt x="709" y="0"/>
                  </a:moveTo>
                  <a:cubicBezTo>
                    <a:pt x="317" y="0"/>
                    <a:pt x="1" y="316"/>
                    <a:pt x="1" y="709"/>
                  </a:cubicBezTo>
                  <a:lnTo>
                    <a:pt x="1" y="11504"/>
                  </a:lnTo>
                  <a:cubicBezTo>
                    <a:pt x="1" y="11887"/>
                    <a:pt x="317" y="12202"/>
                    <a:pt x="709" y="12202"/>
                  </a:cubicBezTo>
                  <a:lnTo>
                    <a:pt x="13840" y="12202"/>
                  </a:lnTo>
                  <a:cubicBezTo>
                    <a:pt x="14232" y="12202"/>
                    <a:pt x="14548" y="11887"/>
                    <a:pt x="14548" y="11504"/>
                  </a:cubicBezTo>
                  <a:lnTo>
                    <a:pt x="14548" y="2115"/>
                  </a:lnTo>
                  <a:cubicBezTo>
                    <a:pt x="14548" y="1723"/>
                    <a:pt x="14232" y="1407"/>
                    <a:pt x="13840" y="1407"/>
                  </a:cubicBezTo>
                  <a:lnTo>
                    <a:pt x="9619" y="1407"/>
                  </a:lnTo>
                  <a:lnTo>
                    <a:pt x="8490" y="278"/>
                  </a:lnTo>
                  <a:cubicBezTo>
                    <a:pt x="8308" y="96"/>
                    <a:pt x="8078" y="0"/>
                    <a:pt x="7829" y="0"/>
                  </a:cubicBezTo>
                  <a:close/>
                </a:path>
              </a:pathLst>
            </a:custGeom>
            <a:solidFill>
              <a:srgbClr val="D1D8D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314" name="Google Shape;12314;p43"/>
            <p:cNvSpPr/>
            <p:nvPr/>
          </p:nvSpPr>
          <p:spPr>
            <a:xfrm>
              <a:off x="2281171" y="3466492"/>
              <a:ext cx="185002" cy="184739"/>
            </a:xfrm>
            <a:custGeom>
              <a:rect b="b" l="l" r="r" t="t"/>
              <a:pathLst>
                <a:path extrusionOk="0" h="7035" w="7045">
                  <a:moveTo>
                    <a:pt x="3522" y="0"/>
                  </a:moveTo>
                  <a:cubicBezTo>
                    <a:pt x="1580" y="0"/>
                    <a:pt x="0" y="1579"/>
                    <a:pt x="0" y="3522"/>
                  </a:cubicBezTo>
                  <a:cubicBezTo>
                    <a:pt x="0" y="5465"/>
                    <a:pt x="1580" y="7034"/>
                    <a:pt x="3522" y="7034"/>
                  </a:cubicBezTo>
                  <a:cubicBezTo>
                    <a:pt x="5465" y="7034"/>
                    <a:pt x="7044" y="5465"/>
                    <a:pt x="7044" y="3522"/>
                  </a:cubicBezTo>
                  <a:cubicBezTo>
                    <a:pt x="7044" y="1579"/>
                    <a:pt x="5465" y="0"/>
                    <a:pt x="3522" y="0"/>
                  </a:cubicBezTo>
                  <a:close/>
                </a:path>
              </a:pathLst>
            </a:custGeom>
            <a:solidFill>
              <a:srgbClr val="C0CAD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315" name="Google Shape;12315;p43"/>
            <p:cNvSpPr/>
            <p:nvPr/>
          </p:nvSpPr>
          <p:spPr>
            <a:xfrm>
              <a:off x="2299763" y="3484821"/>
              <a:ext cx="147791" cy="148054"/>
            </a:xfrm>
            <a:custGeom>
              <a:rect b="b" l="l" r="r" t="t"/>
              <a:pathLst>
                <a:path extrusionOk="0" h="5638" w="5628">
                  <a:moveTo>
                    <a:pt x="2814" y="1"/>
                  </a:moveTo>
                  <a:cubicBezTo>
                    <a:pt x="1254" y="1"/>
                    <a:pt x="1" y="1264"/>
                    <a:pt x="1" y="2824"/>
                  </a:cubicBezTo>
                  <a:cubicBezTo>
                    <a:pt x="1" y="4374"/>
                    <a:pt x="1254" y="5638"/>
                    <a:pt x="2814" y="5638"/>
                  </a:cubicBezTo>
                  <a:cubicBezTo>
                    <a:pt x="4374" y="5638"/>
                    <a:pt x="5628" y="4374"/>
                    <a:pt x="5628" y="2824"/>
                  </a:cubicBezTo>
                  <a:cubicBezTo>
                    <a:pt x="5628" y="1264"/>
                    <a:pt x="4374" y="1"/>
                    <a:pt x="2814" y="1"/>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316" name="Google Shape;12316;p43"/>
            <p:cNvSpPr/>
            <p:nvPr/>
          </p:nvSpPr>
          <p:spPr>
            <a:xfrm>
              <a:off x="2336711" y="3564993"/>
              <a:ext cx="73922" cy="67830"/>
            </a:xfrm>
            <a:custGeom>
              <a:rect b="b" l="l" r="r" t="t"/>
              <a:pathLst>
                <a:path extrusionOk="0" h="2583" w="2815">
                  <a:moveTo>
                    <a:pt x="938" y="1"/>
                  </a:moveTo>
                  <a:lnTo>
                    <a:pt x="938" y="470"/>
                  </a:lnTo>
                  <a:cubicBezTo>
                    <a:pt x="938" y="556"/>
                    <a:pt x="891" y="642"/>
                    <a:pt x="814" y="680"/>
                  </a:cubicBezTo>
                  <a:lnTo>
                    <a:pt x="259" y="958"/>
                  </a:lnTo>
                  <a:cubicBezTo>
                    <a:pt x="96" y="1034"/>
                    <a:pt x="0" y="1197"/>
                    <a:pt x="0" y="1379"/>
                  </a:cubicBezTo>
                  <a:lnTo>
                    <a:pt x="0" y="2202"/>
                  </a:lnTo>
                  <a:cubicBezTo>
                    <a:pt x="436" y="2456"/>
                    <a:pt x="922" y="2582"/>
                    <a:pt x="1407" y="2582"/>
                  </a:cubicBezTo>
                  <a:cubicBezTo>
                    <a:pt x="1893" y="2582"/>
                    <a:pt x="2379" y="2456"/>
                    <a:pt x="2814" y="2202"/>
                  </a:cubicBezTo>
                  <a:lnTo>
                    <a:pt x="2814" y="1379"/>
                  </a:lnTo>
                  <a:cubicBezTo>
                    <a:pt x="2814" y="1197"/>
                    <a:pt x="2718" y="1034"/>
                    <a:pt x="2556" y="958"/>
                  </a:cubicBezTo>
                  <a:lnTo>
                    <a:pt x="2010" y="680"/>
                  </a:lnTo>
                  <a:cubicBezTo>
                    <a:pt x="1924" y="642"/>
                    <a:pt x="1876" y="565"/>
                    <a:pt x="1876" y="470"/>
                  </a:cubicBezTo>
                  <a:lnTo>
                    <a:pt x="1876" y="1"/>
                  </a:lnTo>
                  <a:close/>
                </a:path>
              </a:pathLst>
            </a:custGeom>
            <a:solidFill>
              <a:srgbClr val="AAB8C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317" name="Google Shape;12317;p43"/>
            <p:cNvSpPr/>
            <p:nvPr/>
          </p:nvSpPr>
          <p:spPr>
            <a:xfrm>
              <a:off x="2295745" y="3386320"/>
              <a:ext cx="139519" cy="36974"/>
            </a:xfrm>
            <a:custGeom>
              <a:rect b="b" l="l" r="r" t="t"/>
              <a:pathLst>
                <a:path extrusionOk="0" h="1408" w="5313">
                  <a:moveTo>
                    <a:pt x="1" y="0"/>
                  </a:moveTo>
                  <a:cubicBezTo>
                    <a:pt x="249" y="0"/>
                    <a:pt x="489" y="96"/>
                    <a:pt x="661" y="278"/>
                  </a:cubicBezTo>
                  <a:lnTo>
                    <a:pt x="1589" y="1206"/>
                  </a:lnTo>
                  <a:cubicBezTo>
                    <a:pt x="1723" y="1331"/>
                    <a:pt x="1895" y="1407"/>
                    <a:pt x="2087" y="1407"/>
                  </a:cubicBezTo>
                  <a:lnTo>
                    <a:pt x="5312" y="1407"/>
                  </a:lnTo>
                  <a:lnTo>
                    <a:pt x="4183" y="278"/>
                  </a:lnTo>
                  <a:cubicBezTo>
                    <a:pt x="4010" y="96"/>
                    <a:pt x="3771" y="0"/>
                    <a:pt x="3522" y="0"/>
                  </a:cubicBezTo>
                  <a:close/>
                </a:path>
              </a:pathLst>
            </a:custGeom>
            <a:solidFill>
              <a:srgbClr val="C0CAD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318" name="Google Shape;12318;p43"/>
            <p:cNvSpPr/>
            <p:nvPr/>
          </p:nvSpPr>
          <p:spPr>
            <a:xfrm>
              <a:off x="2342987" y="3386320"/>
              <a:ext cx="92514" cy="36974"/>
            </a:xfrm>
            <a:custGeom>
              <a:rect b="b" l="l" r="r" t="t"/>
              <a:pathLst>
                <a:path extrusionOk="0" h="1408" w="3523">
                  <a:moveTo>
                    <a:pt x="1" y="0"/>
                  </a:moveTo>
                  <a:cubicBezTo>
                    <a:pt x="250" y="0"/>
                    <a:pt x="479" y="96"/>
                    <a:pt x="661" y="278"/>
                  </a:cubicBezTo>
                  <a:lnTo>
                    <a:pt x="1589" y="1206"/>
                  </a:lnTo>
                  <a:cubicBezTo>
                    <a:pt x="1723" y="1340"/>
                    <a:pt x="1896" y="1407"/>
                    <a:pt x="2087" y="1407"/>
                  </a:cubicBezTo>
                  <a:lnTo>
                    <a:pt x="3523" y="1407"/>
                  </a:lnTo>
                  <a:lnTo>
                    <a:pt x="2384" y="278"/>
                  </a:lnTo>
                  <a:cubicBezTo>
                    <a:pt x="2211" y="96"/>
                    <a:pt x="1972" y="0"/>
                    <a:pt x="1723" y="0"/>
                  </a:cubicBezTo>
                  <a:close/>
                </a:path>
              </a:pathLst>
            </a:custGeom>
            <a:solidFill>
              <a:srgbClr val="AAB8C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319" name="Google Shape;12319;p43"/>
            <p:cNvSpPr/>
            <p:nvPr/>
          </p:nvSpPr>
          <p:spPr>
            <a:xfrm>
              <a:off x="2182643" y="3676073"/>
              <a:ext cx="382030" cy="30698"/>
            </a:xfrm>
            <a:custGeom>
              <a:rect b="b" l="l" r="r" t="t"/>
              <a:pathLst>
                <a:path extrusionOk="0" h="1169" w="14548">
                  <a:moveTo>
                    <a:pt x="1" y="1"/>
                  </a:moveTo>
                  <a:lnTo>
                    <a:pt x="1" y="470"/>
                  </a:lnTo>
                  <a:cubicBezTo>
                    <a:pt x="1" y="853"/>
                    <a:pt x="317" y="1168"/>
                    <a:pt x="709" y="1168"/>
                  </a:cubicBezTo>
                  <a:lnTo>
                    <a:pt x="13840" y="1168"/>
                  </a:lnTo>
                  <a:cubicBezTo>
                    <a:pt x="14232" y="1168"/>
                    <a:pt x="14548" y="853"/>
                    <a:pt x="14548" y="470"/>
                  </a:cubicBezTo>
                  <a:lnTo>
                    <a:pt x="14548" y="1"/>
                  </a:lnTo>
                  <a:close/>
                </a:path>
              </a:pathLst>
            </a:custGeom>
            <a:solidFill>
              <a:srgbClr val="C0CAD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320" name="Google Shape;12320;p43"/>
            <p:cNvSpPr/>
            <p:nvPr/>
          </p:nvSpPr>
          <p:spPr>
            <a:xfrm>
              <a:off x="2336711" y="3584609"/>
              <a:ext cx="74158" cy="48213"/>
            </a:xfrm>
            <a:custGeom>
              <a:rect b="b" l="l" r="r" t="t"/>
              <a:pathLst>
                <a:path extrusionOk="0" h="1836" w="2824">
                  <a:moveTo>
                    <a:pt x="690" y="0"/>
                  </a:moveTo>
                  <a:lnTo>
                    <a:pt x="268" y="211"/>
                  </a:lnTo>
                  <a:cubicBezTo>
                    <a:pt x="106" y="287"/>
                    <a:pt x="0" y="450"/>
                    <a:pt x="0" y="632"/>
                  </a:cubicBezTo>
                  <a:lnTo>
                    <a:pt x="0" y="1455"/>
                  </a:lnTo>
                  <a:cubicBezTo>
                    <a:pt x="436" y="1709"/>
                    <a:pt x="924" y="1835"/>
                    <a:pt x="1412" y="1835"/>
                  </a:cubicBezTo>
                  <a:cubicBezTo>
                    <a:pt x="1900" y="1835"/>
                    <a:pt x="2388" y="1709"/>
                    <a:pt x="2824" y="1455"/>
                  </a:cubicBezTo>
                  <a:lnTo>
                    <a:pt x="2824" y="632"/>
                  </a:lnTo>
                  <a:cubicBezTo>
                    <a:pt x="2824" y="450"/>
                    <a:pt x="2718" y="287"/>
                    <a:pt x="2556" y="211"/>
                  </a:cubicBezTo>
                  <a:lnTo>
                    <a:pt x="2125" y="0"/>
                  </a:lnTo>
                  <a:cubicBezTo>
                    <a:pt x="1938" y="225"/>
                    <a:pt x="1673" y="338"/>
                    <a:pt x="1407" y="338"/>
                  </a:cubicBezTo>
                  <a:cubicBezTo>
                    <a:pt x="1142" y="338"/>
                    <a:pt x="876" y="225"/>
                    <a:pt x="690" y="0"/>
                  </a:cubicBezTo>
                  <a:close/>
                </a:path>
              </a:pathLst>
            </a:custGeom>
            <a:solidFill>
              <a:srgbClr val="5D748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321" name="Google Shape;12321;p43"/>
            <p:cNvSpPr/>
            <p:nvPr/>
          </p:nvSpPr>
          <p:spPr>
            <a:xfrm>
              <a:off x="2360082" y="3564993"/>
              <a:ext cx="27179" cy="18513"/>
            </a:xfrm>
            <a:custGeom>
              <a:rect b="b" l="l" r="r" t="t"/>
              <a:pathLst>
                <a:path extrusionOk="0" h="705" w="1035">
                  <a:moveTo>
                    <a:pt x="48" y="1"/>
                  </a:moveTo>
                  <a:lnTo>
                    <a:pt x="48" y="470"/>
                  </a:lnTo>
                  <a:cubicBezTo>
                    <a:pt x="48" y="518"/>
                    <a:pt x="29" y="565"/>
                    <a:pt x="1" y="604"/>
                  </a:cubicBezTo>
                  <a:cubicBezTo>
                    <a:pt x="168" y="671"/>
                    <a:pt x="343" y="704"/>
                    <a:pt x="517" y="704"/>
                  </a:cubicBezTo>
                  <a:cubicBezTo>
                    <a:pt x="692" y="704"/>
                    <a:pt x="867" y="671"/>
                    <a:pt x="1034" y="604"/>
                  </a:cubicBezTo>
                  <a:cubicBezTo>
                    <a:pt x="1005" y="565"/>
                    <a:pt x="986" y="518"/>
                    <a:pt x="986" y="470"/>
                  </a:cubicBezTo>
                  <a:lnTo>
                    <a:pt x="986" y="1"/>
                  </a:lnTo>
                  <a:close/>
                </a:path>
              </a:pathLst>
            </a:custGeom>
            <a:solidFill>
              <a:srgbClr val="99A8B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322" name="Google Shape;12322;p43"/>
            <p:cNvSpPr/>
            <p:nvPr/>
          </p:nvSpPr>
          <p:spPr>
            <a:xfrm>
              <a:off x="2349027" y="3515756"/>
              <a:ext cx="49290" cy="55566"/>
            </a:xfrm>
            <a:custGeom>
              <a:rect b="b" l="l" r="r" t="t"/>
              <a:pathLst>
                <a:path extrusionOk="0" h="2116" w="1877">
                  <a:moveTo>
                    <a:pt x="699" y="0"/>
                  </a:moveTo>
                  <a:cubicBezTo>
                    <a:pt x="316" y="0"/>
                    <a:pt x="0" y="316"/>
                    <a:pt x="0" y="708"/>
                  </a:cubicBezTo>
                  <a:lnTo>
                    <a:pt x="0" y="1177"/>
                  </a:lnTo>
                  <a:cubicBezTo>
                    <a:pt x="0" y="1694"/>
                    <a:pt x="422" y="2115"/>
                    <a:pt x="938" y="2115"/>
                  </a:cubicBezTo>
                  <a:cubicBezTo>
                    <a:pt x="1455" y="2105"/>
                    <a:pt x="1876" y="1694"/>
                    <a:pt x="1876" y="1177"/>
                  </a:cubicBezTo>
                  <a:lnTo>
                    <a:pt x="1876" y="708"/>
                  </a:lnTo>
                  <a:cubicBezTo>
                    <a:pt x="1876" y="316"/>
                    <a:pt x="1560" y="0"/>
                    <a:pt x="1168" y="0"/>
                  </a:cubicBezTo>
                  <a:close/>
                </a:path>
              </a:pathLst>
            </a:custGeom>
            <a:solidFill>
              <a:srgbClr val="BBC6C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323" name="Google Shape;12323;p43"/>
            <p:cNvSpPr/>
            <p:nvPr/>
          </p:nvSpPr>
          <p:spPr>
            <a:xfrm>
              <a:off x="2349027" y="3515756"/>
              <a:ext cx="33954" cy="55461"/>
            </a:xfrm>
            <a:custGeom>
              <a:rect b="b" l="l" r="r" t="t"/>
              <a:pathLst>
                <a:path extrusionOk="0" h="2112" w="1293">
                  <a:moveTo>
                    <a:pt x="699" y="0"/>
                  </a:moveTo>
                  <a:cubicBezTo>
                    <a:pt x="316" y="0"/>
                    <a:pt x="0" y="316"/>
                    <a:pt x="0" y="708"/>
                  </a:cubicBezTo>
                  <a:lnTo>
                    <a:pt x="0" y="1177"/>
                  </a:lnTo>
                  <a:cubicBezTo>
                    <a:pt x="0" y="1710"/>
                    <a:pt x="436" y="2112"/>
                    <a:pt x="931" y="2112"/>
                  </a:cubicBezTo>
                  <a:cubicBezTo>
                    <a:pt x="1050" y="2112"/>
                    <a:pt x="1172" y="2088"/>
                    <a:pt x="1292" y="2038"/>
                  </a:cubicBezTo>
                  <a:cubicBezTo>
                    <a:pt x="938" y="1895"/>
                    <a:pt x="709" y="1550"/>
                    <a:pt x="709" y="1177"/>
                  </a:cubicBezTo>
                  <a:lnTo>
                    <a:pt x="709" y="708"/>
                  </a:lnTo>
                  <a:cubicBezTo>
                    <a:pt x="699" y="364"/>
                    <a:pt x="948" y="67"/>
                    <a:pt x="1292" y="10"/>
                  </a:cubicBezTo>
                  <a:cubicBezTo>
                    <a:pt x="1254" y="0"/>
                    <a:pt x="1206" y="0"/>
                    <a:pt x="1168" y="0"/>
                  </a:cubicBezTo>
                  <a:close/>
                </a:path>
              </a:pathLst>
            </a:custGeom>
            <a:solidFill>
              <a:srgbClr val="AAB8C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324" name="Google Shape;12324;p43"/>
            <p:cNvSpPr/>
            <p:nvPr/>
          </p:nvSpPr>
          <p:spPr>
            <a:xfrm>
              <a:off x="2349027" y="3515756"/>
              <a:ext cx="49290" cy="24894"/>
            </a:xfrm>
            <a:custGeom>
              <a:rect b="b" l="l" r="r" t="t"/>
              <a:pathLst>
                <a:path extrusionOk="0" h="948" w="1877">
                  <a:moveTo>
                    <a:pt x="709" y="0"/>
                  </a:moveTo>
                  <a:cubicBezTo>
                    <a:pt x="316" y="0"/>
                    <a:pt x="0" y="316"/>
                    <a:pt x="0" y="708"/>
                  </a:cubicBezTo>
                  <a:cubicBezTo>
                    <a:pt x="0" y="708"/>
                    <a:pt x="709" y="947"/>
                    <a:pt x="1876" y="947"/>
                  </a:cubicBezTo>
                  <a:lnTo>
                    <a:pt x="1876" y="708"/>
                  </a:lnTo>
                  <a:cubicBezTo>
                    <a:pt x="1876" y="316"/>
                    <a:pt x="1560" y="0"/>
                    <a:pt x="1178" y="0"/>
                  </a:cubicBezTo>
                  <a:close/>
                </a:path>
              </a:pathLst>
            </a:custGeom>
            <a:solidFill>
              <a:srgbClr val="657A8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325" name="Google Shape;12325;p43"/>
            <p:cNvSpPr/>
            <p:nvPr/>
          </p:nvSpPr>
          <p:spPr>
            <a:xfrm>
              <a:off x="2349027" y="3515755"/>
              <a:ext cx="33954" cy="22374"/>
            </a:xfrm>
            <a:custGeom>
              <a:rect b="b" l="l" r="r" t="t"/>
              <a:pathLst>
                <a:path extrusionOk="0" h="852" w="1293">
                  <a:moveTo>
                    <a:pt x="699" y="0"/>
                  </a:moveTo>
                  <a:cubicBezTo>
                    <a:pt x="316" y="0"/>
                    <a:pt x="0" y="316"/>
                    <a:pt x="0" y="708"/>
                  </a:cubicBezTo>
                  <a:cubicBezTo>
                    <a:pt x="230" y="775"/>
                    <a:pt x="460" y="823"/>
                    <a:pt x="699" y="852"/>
                  </a:cubicBezTo>
                  <a:lnTo>
                    <a:pt x="699" y="708"/>
                  </a:lnTo>
                  <a:lnTo>
                    <a:pt x="709" y="708"/>
                  </a:lnTo>
                  <a:cubicBezTo>
                    <a:pt x="699" y="364"/>
                    <a:pt x="948" y="67"/>
                    <a:pt x="1292" y="10"/>
                  </a:cubicBezTo>
                  <a:cubicBezTo>
                    <a:pt x="1254" y="0"/>
                    <a:pt x="1206" y="0"/>
                    <a:pt x="1168" y="0"/>
                  </a:cubicBezTo>
                  <a:close/>
                </a:path>
              </a:pathLst>
            </a:custGeom>
            <a:solidFill>
              <a:srgbClr val="657A8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326" name="Google Shape;12326;p43"/>
            <p:cNvSpPr/>
            <p:nvPr/>
          </p:nvSpPr>
          <p:spPr>
            <a:xfrm>
              <a:off x="2336711" y="3595402"/>
              <a:ext cx="18382" cy="34978"/>
            </a:xfrm>
            <a:custGeom>
              <a:rect b="b" l="l" r="r" t="t"/>
              <a:pathLst>
                <a:path extrusionOk="0" h="1332" w="700">
                  <a:moveTo>
                    <a:pt x="58" y="1"/>
                  </a:moveTo>
                  <a:cubicBezTo>
                    <a:pt x="20" y="58"/>
                    <a:pt x="0" y="135"/>
                    <a:pt x="0" y="211"/>
                  </a:cubicBezTo>
                  <a:lnTo>
                    <a:pt x="0" y="1044"/>
                  </a:lnTo>
                  <a:cubicBezTo>
                    <a:pt x="221" y="1168"/>
                    <a:pt x="460" y="1264"/>
                    <a:pt x="699" y="1331"/>
                  </a:cubicBezTo>
                  <a:lnTo>
                    <a:pt x="699" y="719"/>
                  </a:lnTo>
                  <a:cubicBezTo>
                    <a:pt x="699" y="565"/>
                    <a:pt x="632" y="431"/>
                    <a:pt x="517" y="345"/>
                  </a:cubicBezTo>
                  <a:lnTo>
                    <a:pt x="58" y="1"/>
                  </a:lnTo>
                  <a:close/>
                </a:path>
              </a:pathLst>
            </a:custGeom>
            <a:solidFill>
              <a:srgbClr val="30496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327" name="Google Shape;12327;p43"/>
            <p:cNvSpPr/>
            <p:nvPr/>
          </p:nvSpPr>
          <p:spPr>
            <a:xfrm>
              <a:off x="2392251" y="3595402"/>
              <a:ext cx="18382" cy="34978"/>
            </a:xfrm>
            <a:custGeom>
              <a:rect b="b" l="l" r="r" t="t"/>
              <a:pathLst>
                <a:path extrusionOk="0" h="1332" w="700">
                  <a:moveTo>
                    <a:pt x="642" y="1"/>
                  </a:moveTo>
                  <a:lnTo>
                    <a:pt x="182" y="345"/>
                  </a:lnTo>
                  <a:cubicBezTo>
                    <a:pt x="67" y="431"/>
                    <a:pt x="1" y="575"/>
                    <a:pt x="1" y="719"/>
                  </a:cubicBezTo>
                  <a:lnTo>
                    <a:pt x="1" y="1331"/>
                  </a:lnTo>
                  <a:cubicBezTo>
                    <a:pt x="240" y="1274"/>
                    <a:pt x="479" y="1168"/>
                    <a:pt x="699" y="1044"/>
                  </a:cubicBezTo>
                  <a:lnTo>
                    <a:pt x="699" y="221"/>
                  </a:lnTo>
                  <a:cubicBezTo>
                    <a:pt x="699" y="144"/>
                    <a:pt x="680" y="68"/>
                    <a:pt x="642" y="1"/>
                  </a:cubicBezTo>
                  <a:close/>
                </a:path>
              </a:pathLst>
            </a:custGeom>
            <a:solidFill>
              <a:srgbClr val="30496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2328" name="Google Shape;12328;p43"/>
          <p:cNvGrpSpPr/>
          <p:nvPr/>
        </p:nvGrpSpPr>
        <p:grpSpPr>
          <a:xfrm>
            <a:off x="3084386" y="3236940"/>
            <a:ext cx="353880" cy="330745"/>
            <a:chOff x="3084386" y="3389340"/>
            <a:chExt cx="353880" cy="330745"/>
          </a:xfrm>
        </p:grpSpPr>
        <p:sp>
          <p:nvSpPr>
            <p:cNvPr id="12329" name="Google Shape;12329;p43"/>
            <p:cNvSpPr/>
            <p:nvPr/>
          </p:nvSpPr>
          <p:spPr>
            <a:xfrm>
              <a:off x="3084386" y="3458430"/>
              <a:ext cx="353880" cy="261655"/>
            </a:xfrm>
            <a:custGeom>
              <a:rect b="b" l="l" r="r" t="t"/>
              <a:pathLst>
                <a:path extrusionOk="0" h="9964" w="13476">
                  <a:moveTo>
                    <a:pt x="1024" y="1"/>
                  </a:moveTo>
                  <a:cubicBezTo>
                    <a:pt x="459" y="1"/>
                    <a:pt x="0" y="451"/>
                    <a:pt x="0" y="1015"/>
                  </a:cubicBezTo>
                  <a:lnTo>
                    <a:pt x="0" y="8949"/>
                  </a:lnTo>
                  <a:cubicBezTo>
                    <a:pt x="0" y="9514"/>
                    <a:pt x="459" y="9964"/>
                    <a:pt x="1024" y="9964"/>
                  </a:cubicBezTo>
                  <a:lnTo>
                    <a:pt x="12461" y="9964"/>
                  </a:lnTo>
                  <a:cubicBezTo>
                    <a:pt x="13025" y="9964"/>
                    <a:pt x="13475" y="9514"/>
                    <a:pt x="13475" y="8949"/>
                  </a:cubicBezTo>
                  <a:lnTo>
                    <a:pt x="13475" y="1015"/>
                  </a:lnTo>
                  <a:cubicBezTo>
                    <a:pt x="13475" y="451"/>
                    <a:pt x="13025" y="1"/>
                    <a:pt x="12461" y="1"/>
                  </a:cubicBezTo>
                  <a:close/>
                </a:path>
              </a:pathLst>
            </a:custGeom>
            <a:solidFill>
              <a:srgbClr val="6A7F9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330" name="Google Shape;12330;p43"/>
            <p:cNvSpPr/>
            <p:nvPr/>
          </p:nvSpPr>
          <p:spPr>
            <a:xfrm>
              <a:off x="3084386" y="3458430"/>
              <a:ext cx="176940" cy="261655"/>
            </a:xfrm>
            <a:custGeom>
              <a:rect b="b" l="l" r="r" t="t"/>
              <a:pathLst>
                <a:path extrusionOk="0" h="9964" w="6738">
                  <a:moveTo>
                    <a:pt x="995" y="1"/>
                  </a:moveTo>
                  <a:cubicBezTo>
                    <a:pt x="440" y="1"/>
                    <a:pt x="0" y="460"/>
                    <a:pt x="0" y="1015"/>
                  </a:cubicBezTo>
                  <a:lnTo>
                    <a:pt x="0" y="8949"/>
                  </a:lnTo>
                  <a:cubicBezTo>
                    <a:pt x="0" y="9504"/>
                    <a:pt x="440" y="9964"/>
                    <a:pt x="995" y="9964"/>
                  </a:cubicBezTo>
                  <a:lnTo>
                    <a:pt x="6738" y="9964"/>
                  </a:lnTo>
                  <a:lnTo>
                    <a:pt x="6738" y="1"/>
                  </a:lnTo>
                  <a:close/>
                </a:path>
              </a:pathLst>
            </a:custGeom>
            <a:solidFill>
              <a:srgbClr val="50687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331" name="Google Shape;12331;p43"/>
            <p:cNvSpPr/>
            <p:nvPr/>
          </p:nvSpPr>
          <p:spPr>
            <a:xfrm>
              <a:off x="3115031" y="3489102"/>
              <a:ext cx="292825" cy="200574"/>
            </a:xfrm>
            <a:custGeom>
              <a:rect b="b" l="l" r="r" t="t"/>
              <a:pathLst>
                <a:path extrusionOk="0" h="7638" w="11151">
                  <a:moveTo>
                    <a:pt x="278" y="1"/>
                  </a:moveTo>
                  <a:cubicBezTo>
                    <a:pt x="125" y="1"/>
                    <a:pt x="10" y="115"/>
                    <a:pt x="10" y="269"/>
                  </a:cubicBezTo>
                  <a:lnTo>
                    <a:pt x="10" y="7360"/>
                  </a:lnTo>
                  <a:cubicBezTo>
                    <a:pt x="1" y="7513"/>
                    <a:pt x="125" y="7628"/>
                    <a:pt x="278" y="7638"/>
                  </a:cubicBezTo>
                  <a:lnTo>
                    <a:pt x="10873" y="7638"/>
                  </a:lnTo>
                  <a:cubicBezTo>
                    <a:pt x="11026" y="7638"/>
                    <a:pt x="11150" y="7513"/>
                    <a:pt x="11141" y="7360"/>
                  </a:cubicBezTo>
                  <a:lnTo>
                    <a:pt x="11141" y="269"/>
                  </a:lnTo>
                  <a:cubicBezTo>
                    <a:pt x="11141" y="115"/>
                    <a:pt x="11026" y="1"/>
                    <a:pt x="10873" y="1"/>
                  </a:cubicBezTo>
                  <a:close/>
                </a:path>
              </a:pathLst>
            </a:custGeom>
            <a:solidFill>
              <a:srgbClr val="E2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332" name="Google Shape;12332;p43"/>
            <p:cNvSpPr/>
            <p:nvPr/>
          </p:nvSpPr>
          <p:spPr>
            <a:xfrm>
              <a:off x="3115031" y="3489102"/>
              <a:ext cx="146294" cy="200338"/>
            </a:xfrm>
            <a:custGeom>
              <a:rect b="b" l="l" r="r" t="t"/>
              <a:pathLst>
                <a:path extrusionOk="0" h="7629" w="5571">
                  <a:moveTo>
                    <a:pt x="269" y="1"/>
                  </a:moveTo>
                  <a:cubicBezTo>
                    <a:pt x="125" y="1"/>
                    <a:pt x="1" y="125"/>
                    <a:pt x="10" y="269"/>
                  </a:cubicBezTo>
                  <a:lnTo>
                    <a:pt x="10" y="7360"/>
                  </a:lnTo>
                  <a:cubicBezTo>
                    <a:pt x="1" y="7504"/>
                    <a:pt x="125" y="7628"/>
                    <a:pt x="269" y="7628"/>
                  </a:cubicBezTo>
                  <a:lnTo>
                    <a:pt x="5571" y="7628"/>
                  </a:lnTo>
                  <a:lnTo>
                    <a:pt x="5571" y="1"/>
                  </a:lnTo>
                  <a:close/>
                </a:path>
              </a:pathLst>
            </a:custGeom>
            <a:solidFill>
              <a:srgbClr val="E2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333" name="Google Shape;12333;p43"/>
            <p:cNvSpPr/>
            <p:nvPr/>
          </p:nvSpPr>
          <p:spPr>
            <a:xfrm>
              <a:off x="3191947" y="3389340"/>
              <a:ext cx="138994" cy="115885"/>
            </a:xfrm>
            <a:custGeom>
              <a:rect b="b" l="l" r="r" t="t"/>
              <a:pathLst>
                <a:path extrusionOk="0" h="4413" w="5293">
                  <a:moveTo>
                    <a:pt x="2249" y="0"/>
                  </a:moveTo>
                  <a:cubicBezTo>
                    <a:pt x="1646" y="0"/>
                    <a:pt x="1168" y="479"/>
                    <a:pt x="1168" y="1072"/>
                  </a:cubicBezTo>
                  <a:lnTo>
                    <a:pt x="1168" y="1579"/>
                  </a:lnTo>
                  <a:cubicBezTo>
                    <a:pt x="1168" y="1838"/>
                    <a:pt x="957" y="2048"/>
                    <a:pt x="699" y="2048"/>
                  </a:cubicBezTo>
                  <a:lnTo>
                    <a:pt x="498" y="2048"/>
                  </a:lnTo>
                  <a:cubicBezTo>
                    <a:pt x="220" y="2048"/>
                    <a:pt x="0" y="2268"/>
                    <a:pt x="0" y="2536"/>
                  </a:cubicBezTo>
                  <a:lnTo>
                    <a:pt x="0" y="3914"/>
                  </a:lnTo>
                  <a:cubicBezTo>
                    <a:pt x="0" y="4192"/>
                    <a:pt x="220" y="4412"/>
                    <a:pt x="498" y="4412"/>
                  </a:cubicBezTo>
                  <a:lnTo>
                    <a:pt x="4795" y="4412"/>
                  </a:lnTo>
                  <a:cubicBezTo>
                    <a:pt x="5072" y="4412"/>
                    <a:pt x="5293" y="4192"/>
                    <a:pt x="5293" y="3914"/>
                  </a:cubicBezTo>
                  <a:lnTo>
                    <a:pt x="5293" y="2536"/>
                  </a:lnTo>
                  <a:cubicBezTo>
                    <a:pt x="5293" y="2268"/>
                    <a:pt x="5072" y="2048"/>
                    <a:pt x="4795" y="2048"/>
                  </a:cubicBezTo>
                  <a:lnTo>
                    <a:pt x="4594" y="2048"/>
                  </a:lnTo>
                  <a:cubicBezTo>
                    <a:pt x="4336" y="2048"/>
                    <a:pt x="4125" y="1838"/>
                    <a:pt x="4125" y="1579"/>
                  </a:cubicBezTo>
                  <a:lnTo>
                    <a:pt x="4125" y="1072"/>
                  </a:lnTo>
                  <a:cubicBezTo>
                    <a:pt x="4125" y="479"/>
                    <a:pt x="3637" y="0"/>
                    <a:pt x="3044" y="0"/>
                  </a:cubicBezTo>
                  <a:close/>
                </a:path>
              </a:pathLst>
            </a:custGeom>
            <a:solidFill>
              <a:srgbClr val="657A8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334" name="Google Shape;12334;p43"/>
            <p:cNvSpPr/>
            <p:nvPr/>
          </p:nvSpPr>
          <p:spPr>
            <a:xfrm>
              <a:off x="3223091" y="3538103"/>
              <a:ext cx="137261" cy="97792"/>
            </a:xfrm>
            <a:custGeom>
              <a:rect b="b" l="l" r="r" t="t"/>
              <a:pathLst>
                <a:path extrusionOk="0" h="3724" w="5227">
                  <a:moveTo>
                    <a:pt x="4623" y="1"/>
                  </a:moveTo>
                  <a:lnTo>
                    <a:pt x="4604" y="10"/>
                  </a:lnTo>
                  <a:lnTo>
                    <a:pt x="4020" y="297"/>
                  </a:lnTo>
                  <a:cubicBezTo>
                    <a:pt x="3915" y="355"/>
                    <a:pt x="3867" y="479"/>
                    <a:pt x="3915" y="594"/>
                  </a:cubicBezTo>
                  <a:cubicBezTo>
                    <a:pt x="3950" y="672"/>
                    <a:pt x="4032" y="718"/>
                    <a:pt x="4119" y="718"/>
                  </a:cubicBezTo>
                  <a:cubicBezTo>
                    <a:pt x="4150" y="718"/>
                    <a:pt x="4182" y="712"/>
                    <a:pt x="4212" y="699"/>
                  </a:cubicBezTo>
                  <a:lnTo>
                    <a:pt x="4365" y="623"/>
                  </a:lnTo>
                  <a:lnTo>
                    <a:pt x="4365" y="623"/>
                  </a:lnTo>
                  <a:cubicBezTo>
                    <a:pt x="4078" y="1580"/>
                    <a:pt x="3580" y="2298"/>
                    <a:pt x="2882" y="2738"/>
                  </a:cubicBezTo>
                  <a:cubicBezTo>
                    <a:pt x="2181" y="3183"/>
                    <a:pt x="1189" y="3280"/>
                    <a:pt x="523" y="3280"/>
                  </a:cubicBezTo>
                  <a:cubicBezTo>
                    <a:pt x="416" y="3280"/>
                    <a:pt x="318" y="3278"/>
                    <a:pt x="231" y="3274"/>
                  </a:cubicBezTo>
                  <a:cubicBezTo>
                    <a:pt x="225" y="3273"/>
                    <a:pt x="220" y="3273"/>
                    <a:pt x="215" y="3273"/>
                  </a:cubicBezTo>
                  <a:cubicBezTo>
                    <a:pt x="97" y="3273"/>
                    <a:pt x="1" y="3375"/>
                    <a:pt x="1" y="3494"/>
                  </a:cubicBezTo>
                  <a:cubicBezTo>
                    <a:pt x="1" y="3609"/>
                    <a:pt x="97" y="3704"/>
                    <a:pt x="211" y="3714"/>
                  </a:cubicBezTo>
                  <a:cubicBezTo>
                    <a:pt x="432" y="3714"/>
                    <a:pt x="738" y="3724"/>
                    <a:pt x="872" y="3724"/>
                  </a:cubicBezTo>
                  <a:cubicBezTo>
                    <a:pt x="889" y="3724"/>
                    <a:pt x="906" y="3724"/>
                    <a:pt x="923" y="3724"/>
                  </a:cubicBezTo>
                  <a:cubicBezTo>
                    <a:pt x="1691" y="3724"/>
                    <a:pt x="2456" y="3514"/>
                    <a:pt x="3111" y="3111"/>
                  </a:cubicBezTo>
                  <a:cubicBezTo>
                    <a:pt x="3886" y="2623"/>
                    <a:pt x="4442" y="1848"/>
                    <a:pt x="4767" y="824"/>
                  </a:cubicBezTo>
                  <a:lnTo>
                    <a:pt x="4796" y="891"/>
                  </a:lnTo>
                  <a:cubicBezTo>
                    <a:pt x="4834" y="967"/>
                    <a:pt x="4910" y="1010"/>
                    <a:pt x="4988" y="1010"/>
                  </a:cubicBezTo>
                  <a:cubicBezTo>
                    <a:pt x="5027" y="1010"/>
                    <a:pt x="5067" y="999"/>
                    <a:pt x="5102" y="977"/>
                  </a:cubicBezTo>
                  <a:cubicBezTo>
                    <a:pt x="5198" y="910"/>
                    <a:pt x="5226" y="776"/>
                    <a:pt x="5159" y="671"/>
                  </a:cubicBezTo>
                  <a:lnTo>
                    <a:pt x="4872" y="96"/>
                  </a:lnTo>
                  <a:lnTo>
                    <a:pt x="4863" y="77"/>
                  </a:lnTo>
                  <a:cubicBezTo>
                    <a:pt x="4843" y="58"/>
                    <a:pt x="4834" y="49"/>
                    <a:pt x="4824" y="39"/>
                  </a:cubicBezTo>
                  <a:lnTo>
                    <a:pt x="4796" y="20"/>
                  </a:lnTo>
                  <a:lnTo>
                    <a:pt x="4767" y="10"/>
                  </a:lnTo>
                  <a:lnTo>
                    <a:pt x="4748" y="1"/>
                  </a:lnTo>
                  <a:close/>
                </a:path>
              </a:pathLst>
            </a:custGeom>
            <a:solidFill>
              <a:srgbClr val="ACB9C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335" name="Google Shape;12335;p43"/>
            <p:cNvSpPr/>
            <p:nvPr/>
          </p:nvSpPr>
          <p:spPr>
            <a:xfrm>
              <a:off x="3182651" y="3610475"/>
              <a:ext cx="40467" cy="34532"/>
            </a:xfrm>
            <a:custGeom>
              <a:rect b="b" l="l" r="r" t="t"/>
              <a:pathLst>
                <a:path extrusionOk="0" h="1315" w="1541">
                  <a:moveTo>
                    <a:pt x="660" y="1"/>
                  </a:moveTo>
                  <a:cubicBezTo>
                    <a:pt x="297" y="1"/>
                    <a:pt x="0" y="288"/>
                    <a:pt x="0" y="652"/>
                  </a:cubicBezTo>
                  <a:cubicBezTo>
                    <a:pt x="0" y="1053"/>
                    <a:pt x="324" y="1314"/>
                    <a:pt x="664" y="1314"/>
                  </a:cubicBezTo>
                  <a:cubicBezTo>
                    <a:pt x="826" y="1314"/>
                    <a:pt x="993" y="1254"/>
                    <a:pt x="1129" y="1121"/>
                  </a:cubicBezTo>
                  <a:cubicBezTo>
                    <a:pt x="1541" y="709"/>
                    <a:pt x="1244" y="1"/>
                    <a:pt x="660" y="1"/>
                  </a:cubicBezTo>
                  <a:close/>
                </a:path>
              </a:pathLst>
            </a:custGeom>
            <a:solidFill>
              <a:srgbClr val="ACB9C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336" name="Google Shape;12336;p43"/>
            <p:cNvSpPr/>
            <p:nvPr/>
          </p:nvSpPr>
          <p:spPr>
            <a:xfrm>
              <a:off x="3145729" y="3529489"/>
              <a:ext cx="39495" cy="35005"/>
            </a:xfrm>
            <a:custGeom>
              <a:rect b="b" l="l" r="r" t="t"/>
              <a:pathLst>
                <a:path extrusionOk="0" h="1333" w="1504">
                  <a:moveTo>
                    <a:pt x="313" y="1"/>
                  </a:moveTo>
                  <a:cubicBezTo>
                    <a:pt x="143" y="1"/>
                    <a:pt x="0" y="222"/>
                    <a:pt x="162" y="377"/>
                  </a:cubicBezTo>
                  <a:lnTo>
                    <a:pt x="439" y="664"/>
                  </a:lnTo>
                  <a:lnTo>
                    <a:pt x="162" y="951"/>
                  </a:lnTo>
                  <a:cubicBezTo>
                    <a:pt x="66" y="1037"/>
                    <a:pt x="66" y="1181"/>
                    <a:pt x="162" y="1267"/>
                  </a:cubicBezTo>
                  <a:cubicBezTo>
                    <a:pt x="200" y="1305"/>
                    <a:pt x="255" y="1324"/>
                    <a:pt x="311" y="1324"/>
                  </a:cubicBezTo>
                  <a:cubicBezTo>
                    <a:pt x="368" y="1324"/>
                    <a:pt x="425" y="1305"/>
                    <a:pt x="468" y="1267"/>
                  </a:cubicBezTo>
                  <a:lnTo>
                    <a:pt x="755" y="980"/>
                  </a:lnTo>
                  <a:lnTo>
                    <a:pt x="1033" y="1267"/>
                  </a:lnTo>
                  <a:cubicBezTo>
                    <a:pt x="1081" y="1313"/>
                    <a:pt x="1134" y="1332"/>
                    <a:pt x="1186" y="1332"/>
                  </a:cubicBezTo>
                  <a:cubicBezTo>
                    <a:pt x="1357" y="1332"/>
                    <a:pt x="1504" y="1113"/>
                    <a:pt x="1349" y="951"/>
                  </a:cubicBezTo>
                  <a:lnTo>
                    <a:pt x="1062" y="673"/>
                  </a:lnTo>
                  <a:lnTo>
                    <a:pt x="1349" y="386"/>
                  </a:lnTo>
                  <a:cubicBezTo>
                    <a:pt x="1504" y="224"/>
                    <a:pt x="1357" y="5"/>
                    <a:pt x="1186" y="5"/>
                  </a:cubicBezTo>
                  <a:cubicBezTo>
                    <a:pt x="1134" y="5"/>
                    <a:pt x="1081" y="24"/>
                    <a:pt x="1033" y="70"/>
                  </a:cubicBezTo>
                  <a:lnTo>
                    <a:pt x="755" y="357"/>
                  </a:lnTo>
                  <a:lnTo>
                    <a:pt x="468" y="70"/>
                  </a:lnTo>
                  <a:cubicBezTo>
                    <a:pt x="419" y="21"/>
                    <a:pt x="365" y="1"/>
                    <a:pt x="313" y="1"/>
                  </a:cubicBezTo>
                  <a:close/>
                </a:path>
              </a:pathLst>
            </a:custGeom>
            <a:solidFill>
              <a:srgbClr val="657A8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337" name="Google Shape;12337;p43"/>
            <p:cNvSpPr/>
            <p:nvPr/>
          </p:nvSpPr>
          <p:spPr>
            <a:xfrm>
              <a:off x="3345252" y="3621741"/>
              <a:ext cx="39521" cy="34978"/>
            </a:xfrm>
            <a:custGeom>
              <a:rect b="b" l="l" r="r" t="t"/>
              <a:pathLst>
                <a:path extrusionOk="0" h="1332" w="1505">
                  <a:moveTo>
                    <a:pt x="318" y="0"/>
                  </a:moveTo>
                  <a:cubicBezTo>
                    <a:pt x="149" y="0"/>
                    <a:pt x="1" y="222"/>
                    <a:pt x="163" y="376"/>
                  </a:cubicBezTo>
                  <a:lnTo>
                    <a:pt x="440" y="673"/>
                  </a:lnTo>
                  <a:lnTo>
                    <a:pt x="163" y="950"/>
                  </a:lnTo>
                  <a:cubicBezTo>
                    <a:pt x="1" y="1112"/>
                    <a:pt x="145" y="1331"/>
                    <a:pt x="316" y="1331"/>
                  </a:cubicBezTo>
                  <a:cubicBezTo>
                    <a:pt x="367" y="1331"/>
                    <a:pt x="421" y="1312"/>
                    <a:pt x="469" y="1266"/>
                  </a:cubicBezTo>
                  <a:lnTo>
                    <a:pt x="756" y="979"/>
                  </a:lnTo>
                  <a:lnTo>
                    <a:pt x="1034" y="1266"/>
                  </a:lnTo>
                  <a:cubicBezTo>
                    <a:pt x="1082" y="1312"/>
                    <a:pt x="1135" y="1331"/>
                    <a:pt x="1186" y="1331"/>
                  </a:cubicBezTo>
                  <a:cubicBezTo>
                    <a:pt x="1358" y="1331"/>
                    <a:pt x="1504" y="1112"/>
                    <a:pt x="1349" y="950"/>
                  </a:cubicBezTo>
                  <a:lnTo>
                    <a:pt x="1062" y="673"/>
                  </a:lnTo>
                  <a:lnTo>
                    <a:pt x="1349" y="385"/>
                  </a:lnTo>
                  <a:cubicBezTo>
                    <a:pt x="1503" y="225"/>
                    <a:pt x="1361" y="8"/>
                    <a:pt x="1191" y="8"/>
                  </a:cubicBezTo>
                  <a:cubicBezTo>
                    <a:pt x="1139" y="8"/>
                    <a:pt x="1084" y="29"/>
                    <a:pt x="1034" y="79"/>
                  </a:cubicBezTo>
                  <a:lnTo>
                    <a:pt x="756" y="357"/>
                  </a:lnTo>
                  <a:lnTo>
                    <a:pt x="469" y="70"/>
                  </a:lnTo>
                  <a:cubicBezTo>
                    <a:pt x="422" y="21"/>
                    <a:pt x="369" y="0"/>
                    <a:pt x="318" y="0"/>
                  </a:cubicBezTo>
                  <a:close/>
                </a:path>
              </a:pathLst>
            </a:custGeom>
            <a:solidFill>
              <a:srgbClr val="E2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338" name="Google Shape;12338;p43"/>
            <p:cNvSpPr/>
            <p:nvPr/>
          </p:nvSpPr>
          <p:spPr>
            <a:xfrm>
              <a:off x="3245491" y="3544930"/>
              <a:ext cx="39705" cy="34873"/>
            </a:xfrm>
            <a:custGeom>
              <a:rect b="b" l="l" r="r" t="t"/>
              <a:pathLst>
                <a:path extrusionOk="0" h="1328" w="1512">
                  <a:moveTo>
                    <a:pt x="320" y="1"/>
                  </a:moveTo>
                  <a:cubicBezTo>
                    <a:pt x="150" y="1"/>
                    <a:pt x="0" y="220"/>
                    <a:pt x="162" y="382"/>
                  </a:cubicBezTo>
                  <a:lnTo>
                    <a:pt x="449" y="669"/>
                  </a:lnTo>
                  <a:lnTo>
                    <a:pt x="162" y="947"/>
                  </a:lnTo>
                  <a:cubicBezTo>
                    <a:pt x="76" y="1033"/>
                    <a:pt x="76" y="1176"/>
                    <a:pt x="162" y="1262"/>
                  </a:cubicBezTo>
                  <a:cubicBezTo>
                    <a:pt x="205" y="1301"/>
                    <a:pt x="260" y="1320"/>
                    <a:pt x="315" y="1320"/>
                  </a:cubicBezTo>
                  <a:cubicBezTo>
                    <a:pt x="371" y="1320"/>
                    <a:pt x="426" y="1301"/>
                    <a:pt x="469" y="1262"/>
                  </a:cubicBezTo>
                  <a:lnTo>
                    <a:pt x="756" y="975"/>
                  </a:lnTo>
                  <a:lnTo>
                    <a:pt x="1043" y="1262"/>
                  </a:lnTo>
                  <a:cubicBezTo>
                    <a:pt x="1089" y="1309"/>
                    <a:pt x="1141" y="1328"/>
                    <a:pt x="1192" y="1328"/>
                  </a:cubicBezTo>
                  <a:cubicBezTo>
                    <a:pt x="1361" y="1328"/>
                    <a:pt x="1511" y="1109"/>
                    <a:pt x="1349" y="947"/>
                  </a:cubicBezTo>
                  <a:lnTo>
                    <a:pt x="1062" y="669"/>
                  </a:lnTo>
                  <a:lnTo>
                    <a:pt x="1349" y="382"/>
                  </a:lnTo>
                  <a:cubicBezTo>
                    <a:pt x="1511" y="220"/>
                    <a:pt x="1361" y="1"/>
                    <a:pt x="1192" y="1"/>
                  </a:cubicBezTo>
                  <a:cubicBezTo>
                    <a:pt x="1141" y="1"/>
                    <a:pt x="1089" y="20"/>
                    <a:pt x="1043" y="66"/>
                  </a:cubicBezTo>
                  <a:lnTo>
                    <a:pt x="756" y="353"/>
                  </a:lnTo>
                  <a:lnTo>
                    <a:pt x="469" y="66"/>
                  </a:lnTo>
                  <a:cubicBezTo>
                    <a:pt x="423" y="20"/>
                    <a:pt x="370" y="1"/>
                    <a:pt x="320" y="1"/>
                  </a:cubicBezTo>
                  <a:close/>
                </a:path>
              </a:pathLst>
            </a:custGeom>
            <a:solidFill>
              <a:srgbClr val="657A8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339" name="Google Shape;12339;p43"/>
            <p:cNvSpPr/>
            <p:nvPr/>
          </p:nvSpPr>
          <p:spPr>
            <a:xfrm>
              <a:off x="3191947" y="3389340"/>
              <a:ext cx="69642" cy="115885"/>
            </a:xfrm>
            <a:custGeom>
              <a:rect b="b" l="l" r="r" t="t"/>
              <a:pathLst>
                <a:path extrusionOk="0" h="4413" w="2652">
                  <a:moveTo>
                    <a:pt x="2249" y="0"/>
                  </a:moveTo>
                  <a:cubicBezTo>
                    <a:pt x="1646" y="0"/>
                    <a:pt x="1168" y="479"/>
                    <a:pt x="1168" y="1072"/>
                  </a:cubicBezTo>
                  <a:lnTo>
                    <a:pt x="1168" y="1579"/>
                  </a:lnTo>
                  <a:cubicBezTo>
                    <a:pt x="1168" y="1838"/>
                    <a:pt x="957" y="2048"/>
                    <a:pt x="699" y="2048"/>
                  </a:cubicBezTo>
                  <a:lnTo>
                    <a:pt x="498" y="2048"/>
                  </a:lnTo>
                  <a:cubicBezTo>
                    <a:pt x="220" y="2048"/>
                    <a:pt x="0" y="2268"/>
                    <a:pt x="0" y="2536"/>
                  </a:cubicBezTo>
                  <a:lnTo>
                    <a:pt x="0" y="3914"/>
                  </a:lnTo>
                  <a:cubicBezTo>
                    <a:pt x="0" y="4192"/>
                    <a:pt x="220" y="4412"/>
                    <a:pt x="498" y="4412"/>
                  </a:cubicBezTo>
                  <a:lnTo>
                    <a:pt x="2651" y="4412"/>
                  </a:lnTo>
                  <a:lnTo>
                    <a:pt x="2642" y="0"/>
                  </a:lnTo>
                  <a:close/>
                </a:path>
              </a:pathLst>
            </a:custGeom>
            <a:solidFill>
              <a:srgbClr val="657A8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340" name="Google Shape;12340;p43"/>
            <p:cNvSpPr/>
            <p:nvPr/>
          </p:nvSpPr>
          <p:spPr>
            <a:xfrm>
              <a:off x="3240449" y="3450683"/>
              <a:ext cx="36711" cy="31670"/>
            </a:xfrm>
            <a:custGeom>
              <a:rect b="b" l="l" r="r" t="t"/>
              <a:pathLst>
                <a:path extrusionOk="0" h="1206" w="1398">
                  <a:moveTo>
                    <a:pt x="798" y="1"/>
                  </a:moveTo>
                  <a:cubicBezTo>
                    <a:pt x="650" y="1"/>
                    <a:pt x="498" y="57"/>
                    <a:pt x="374" y="181"/>
                  </a:cubicBezTo>
                  <a:cubicBezTo>
                    <a:pt x="0" y="554"/>
                    <a:pt x="268" y="1205"/>
                    <a:pt x="795" y="1205"/>
                  </a:cubicBezTo>
                  <a:cubicBezTo>
                    <a:pt x="1130" y="1205"/>
                    <a:pt x="1398" y="937"/>
                    <a:pt x="1398" y="602"/>
                  </a:cubicBezTo>
                  <a:cubicBezTo>
                    <a:pt x="1398" y="241"/>
                    <a:pt x="1106" y="1"/>
                    <a:pt x="798" y="1"/>
                  </a:cubicBezTo>
                  <a:close/>
                </a:path>
              </a:pathLst>
            </a:custGeom>
            <a:solidFill>
              <a:srgbClr val="EBEFF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2341" name="Google Shape;12341;p43"/>
          <p:cNvGrpSpPr/>
          <p:nvPr/>
        </p:nvGrpSpPr>
        <p:grpSpPr>
          <a:xfrm>
            <a:off x="863499" y="1818506"/>
            <a:ext cx="347078" cy="364017"/>
            <a:chOff x="863499" y="1970906"/>
            <a:chExt cx="347078" cy="364017"/>
          </a:xfrm>
        </p:grpSpPr>
        <p:sp>
          <p:nvSpPr>
            <p:cNvPr id="12342" name="Google Shape;12342;p43"/>
            <p:cNvSpPr/>
            <p:nvPr/>
          </p:nvSpPr>
          <p:spPr>
            <a:xfrm>
              <a:off x="984872" y="1970906"/>
              <a:ext cx="225705" cy="173447"/>
            </a:xfrm>
            <a:custGeom>
              <a:rect b="b" l="l" r="r" t="t"/>
              <a:pathLst>
                <a:path extrusionOk="0" h="6605" w="8595">
                  <a:moveTo>
                    <a:pt x="4796" y="1"/>
                  </a:moveTo>
                  <a:cubicBezTo>
                    <a:pt x="4748" y="1"/>
                    <a:pt x="4709" y="20"/>
                    <a:pt x="4681" y="58"/>
                  </a:cubicBezTo>
                  <a:lnTo>
                    <a:pt x="1" y="6604"/>
                  </a:lnTo>
                  <a:lnTo>
                    <a:pt x="3972" y="6604"/>
                  </a:lnTo>
                  <a:lnTo>
                    <a:pt x="8528" y="230"/>
                  </a:lnTo>
                  <a:cubicBezTo>
                    <a:pt x="8595" y="135"/>
                    <a:pt x="8518" y="1"/>
                    <a:pt x="8404" y="1"/>
                  </a:cubicBezTo>
                  <a:close/>
                </a:path>
              </a:pathLst>
            </a:custGeom>
            <a:solidFill>
              <a:srgbClr val="657A8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343" name="Google Shape;12343;p43"/>
            <p:cNvSpPr/>
            <p:nvPr/>
          </p:nvSpPr>
          <p:spPr>
            <a:xfrm>
              <a:off x="1020822" y="1970906"/>
              <a:ext cx="159871" cy="173447"/>
            </a:xfrm>
            <a:custGeom>
              <a:rect b="b" l="l" r="r" t="t"/>
              <a:pathLst>
                <a:path extrusionOk="0" h="6605" w="6088">
                  <a:moveTo>
                    <a:pt x="4728" y="1"/>
                  </a:moveTo>
                  <a:lnTo>
                    <a:pt x="0" y="6604"/>
                  </a:lnTo>
                  <a:lnTo>
                    <a:pt x="1369" y="6604"/>
                  </a:lnTo>
                  <a:lnTo>
                    <a:pt x="6087" y="1"/>
                  </a:lnTo>
                  <a:close/>
                </a:path>
              </a:pathLst>
            </a:custGeom>
            <a:solidFill>
              <a:srgbClr val="E8EDF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344" name="Google Shape;12344;p43"/>
            <p:cNvSpPr/>
            <p:nvPr/>
          </p:nvSpPr>
          <p:spPr>
            <a:xfrm>
              <a:off x="1056746" y="1970906"/>
              <a:ext cx="153831" cy="173447"/>
            </a:xfrm>
            <a:custGeom>
              <a:rect b="b" l="l" r="r" t="t"/>
              <a:pathLst>
                <a:path extrusionOk="0" h="6605" w="5858">
                  <a:moveTo>
                    <a:pt x="4719" y="1"/>
                  </a:moveTo>
                  <a:lnTo>
                    <a:pt x="1" y="6604"/>
                  </a:lnTo>
                  <a:lnTo>
                    <a:pt x="1235" y="6604"/>
                  </a:lnTo>
                  <a:lnTo>
                    <a:pt x="5791" y="230"/>
                  </a:lnTo>
                  <a:cubicBezTo>
                    <a:pt x="5858" y="135"/>
                    <a:pt x="5791" y="1"/>
                    <a:pt x="5676" y="1"/>
                  </a:cubicBezTo>
                  <a:close/>
                </a:path>
              </a:pathLst>
            </a:custGeom>
            <a:solidFill>
              <a:srgbClr val="92A1A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345" name="Google Shape;12345;p43"/>
            <p:cNvSpPr/>
            <p:nvPr/>
          </p:nvSpPr>
          <p:spPr>
            <a:xfrm>
              <a:off x="863499" y="1970906"/>
              <a:ext cx="225967" cy="173447"/>
            </a:xfrm>
            <a:custGeom>
              <a:rect b="b" l="l" r="r" t="t"/>
              <a:pathLst>
                <a:path extrusionOk="0" h="6605" w="8605">
                  <a:moveTo>
                    <a:pt x="192" y="1"/>
                  </a:moveTo>
                  <a:cubicBezTo>
                    <a:pt x="77" y="1"/>
                    <a:pt x="0" y="135"/>
                    <a:pt x="77" y="230"/>
                  </a:cubicBezTo>
                  <a:lnTo>
                    <a:pt x="4632" y="6604"/>
                  </a:lnTo>
                  <a:lnTo>
                    <a:pt x="8604" y="6604"/>
                  </a:lnTo>
                  <a:lnTo>
                    <a:pt x="3924" y="58"/>
                  </a:lnTo>
                  <a:cubicBezTo>
                    <a:pt x="3895" y="20"/>
                    <a:pt x="3848" y="1"/>
                    <a:pt x="3800" y="1"/>
                  </a:cubicBezTo>
                  <a:close/>
                </a:path>
              </a:pathLst>
            </a:custGeom>
            <a:solidFill>
              <a:srgbClr val="92A1A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346" name="Google Shape;12346;p43"/>
            <p:cNvSpPr/>
            <p:nvPr/>
          </p:nvSpPr>
          <p:spPr>
            <a:xfrm>
              <a:off x="895405" y="1970906"/>
              <a:ext cx="159871" cy="173447"/>
            </a:xfrm>
            <a:custGeom>
              <a:rect b="b" l="l" r="r" t="t"/>
              <a:pathLst>
                <a:path extrusionOk="0" h="6605" w="6088">
                  <a:moveTo>
                    <a:pt x="1" y="1"/>
                  </a:moveTo>
                  <a:lnTo>
                    <a:pt x="4719" y="6604"/>
                  </a:lnTo>
                  <a:lnTo>
                    <a:pt x="6088" y="6604"/>
                  </a:lnTo>
                  <a:lnTo>
                    <a:pt x="1360" y="1"/>
                  </a:lnTo>
                  <a:close/>
                </a:path>
              </a:pathLst>
            </a:custGeom>
            <a:solidFill>
              <a:srgbClr val="E8EDF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347" name="Google Shape;12347;p43"/>
            <p:cNvSpPr/>
            <p:nvPr/>
          </p:nvSpPr>
          <p:spPr>
            <a:xfrm>
              <a:off x="863499" y="1970906"/>
              <a:ext cx="155827" cy="173185"/>
            </a:xfrm>
            <a:custGeom>
              <a:rect b="b" l="l" r="r" t="t"/>
              <a:pathLst>
                <a:path extrusionOk="0" h="6595" w="5934">
                  <a:moveTo>
                    <a:pt x="192" y="1"/>
                  </a:moveTo>
                  <a:cubicBezTo>
                    <a:pt x="77" y="1"/>
                    <a:pt x="0" y="135"/>
                    <a:pt x="77" y="230"/>
                  </a:cubicBezTo>
                  <a:lnTo>
                    <a:pt x="4632" y="6595"/>
                  </a:lnTo>
                  <a:lnTo>
                    <a:pt x="5934" y="6595"/>
                  </a:lnTo>
                  <a:lnTo>
                    <a:pt x="1216" y="1"/>
                  </a:lnTo>
                  <a:close/>
                </a:path>
              </a:pathLst>
            </a:custGeom>
            <a:solidFill>
              <a:srgbClr val="657A8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348" name="Google Shape;12348;p43"/>
            <p:cNvSpPr/>
            <p:nvPr/>
          </p:nvSpPr>
          <p:spPr>
            <a:xfrm>
              <a:off x="1073080" y="2094302"/>
              <a:ext cx="35714" cy="49789"/>
            </a:xfrm>
            <a:custGeom>
              <a:rect b="b" l="l" r="r" t="t"/>
              <a:pathLst>
                <a:path extrusionOk="0" h="1896" w="1360">
                  <a:moveTo>
                    <a:pt x="738" y="1"/>
                  </a:moveTo>
                  <a:lnTo>
                    <a:pt x="1" y="1034"/>
                  </a:lnTo>
                  <a:lnTo>
                    <a:pt x="613" y="1896"/>
                  </a:lnTo>
                  <a:lnTo>
                    <a:pt x="1130" y="1187"/>
                  </a:lnTo>
                  <a:lnTo>
                    <a:pt x="1360" y="862"/>
                  </a:lnTo>
                  <a:lnTo>
                    <a:pt x="738" y="1"/>
                  </a:lnTo>
                  <a:close/>
                </a:path>
              </a:pathLst>
            </a:custGeom>
            <a:solidFill>
              <a:srgbClr val="7D8F9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349" name="Google Shape;12349;p43"/>
            <p:cNvSpPr/>
            <p:nvPr/>
          </p:nvSpPr>
          <p:spPr>
            <a:xfrm>
              <a:off x="1054987" y="2069171"/>
              <a:ext cx="37473" cy="52310"/>
            </a:xfrm>
            <a:custGeom>
              <a:rect b="b" l="l" r="r" t="t"/>
              <a:pathLst>
                <a:path extrusionOk="0" h="1992" w="1427">
                  <a:moveTo>
                    <a:pt x="747" y="1"/>
                  </a:moveTo>
                  <a:lnTo>
                    <a:pt x="1" y="1034"/>
                  </a:lnTo>
                  <a:lnTo>
                    <a:pt x="690" y="1991"/>
                  </a:lnTo>
                  <a:lnTo>
                    <a:pt x="1427" y="958"/>
                  </a:lnTo>
                  <a:lnTo>
                    <a:pt x="747" y="1"/>
                  </a:lnTo>
                  <a:close/>
                </a:path>
              </a:pathLst>
            </a:custGeom>
            <a:solidFill>
              <a:srgbClr val="E2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350" name="Google Shape;12350;p43"/>
            <p:cNvSpPr/>
            <p:nvPr/>
          </p:nvSpPr>
          <p:spPr>
            <a:xfrm>
              <a:off x="1037156" y="2044040"/>
              <a:ext cx="37473" cy="52310"/>
            </a:xfrm>
            <a:custGeom>
              <a:rect b="b" l="l" r="r" t="t"/>
              <a:pathLst>
                <a:path extrusionOk="0" h="1992" w="1427">
                  <a:moveTo>
                    <a:pt x="737" y="1"/>
                  </a:moveTo>
                  <a:lnTo>
                    <a:pt x="0" y="1034"/>
                  </a:lnTo>
                  <a:lnTo>
                    <a:pt x="680" y="1991"/>
                  </a:lnTo>
                  <a:lnTo>
                    <a:pt x="1426" y="958"/>
                  </a:lnTo>
                  <a:lnTo>
                    <a:pt x="737" y="1"/>
                  </a:lnTo>
                  <a:close/>
                </a:path>
              </a:pathLst>
            </a:custGeom>
            <a:solidFill>
              <a:srgbClr val="657A8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351" name="Google Shape;12351;p43"/>
            <p:cNvSpPr/>
            <p:nvPr/>
          </p:nvSpPr>
          <p:spPr>
            <a:xfrm>
              <a:off x="924317" y="2114890"/>
              <a:ext cx="225442" cy="220033"/>
            </a:xfrm>
            <a:custGeom>
              <a:rect b="b" l="l" r="r" t="t"/>
              <a:pathLst>
                <a:path extrusionOk="0" h="8379" w="8585">
                  <a:moveTo>
                    <a:pt x="4293" y="0"/>
                  </a:moveTo>
                  <a:cubicBezTo>
                    <a:pt x="4122" y="0"/>
                    <a:pt x="3952" y="65"/>
                    <a:pt x="3819" y="193"/>
                  </a:cubicBezTo>
                  <a:cubicBezTo>
                    <a:pt x="3689" y="323"/>
                    <a:pt x="3514" y="391"/>
                    <a:pt x="3340" y="391"/>
                  </a:cubicBezTo>
                  <a:cubicBezTo>
                    <a:pt x="3259" y="391"/>
                    <a:pt x="3177" y="376"/>
                    <a:pt x="3101" y="346"/>
                  </a:cubicBezTo>
                  <a:cubicBezTo>
                    <a:pt x="3020" y="315"/>
                    <a:pt x="2937" y="301"/>
                    <a:pt x="2855" y="301"/>
                  </a:cubicBezTo>
                  <a:cubicBezTo>
                    <a:pt x="2581" y="301"/>
                    <a:pt x="2324" y="465"/>
                    <a:pt x="2221" y="738"/>
                  </a:cubicBezTo>
                  <a:cubicBezTo>
                    <a:pt x="2125" y="987"/>
                    <a:pt x="1886" y="1159"/>
                    <a:pt x="1627" y="1169"/>
                  </a:cubicBezTo>
                  <a:cubicBezTo>
                    <a:pt x="1245" y="1188"/>
                    <a:pt x="957" y="1514"/>
                    <a:pt x="986" y="1887"/>
                  </a:cubicBezTo>
                  <a:cubicBezTo>
                    <a:pt x="996" y="2155"/>
                    <a:pt x="852" y="2404"/>
                    <a:pt x="613" y="2528"/>
                  </a:cubicBezTo>
                  <a:cubicBezTo>
                    <a:pt x="278" y="2700"/>
                    <a:pt x="144" y="3102"/>
                    <a:pt x="316" y="3437"/>
                  </a:cubicBezTo>
                  <a:cubicBezTo>
                    <a:pt x="441" y="3676"/>
                    <a:pt x="402" y="3963"/>
                    <a:pt x="240" y="4174"/>
                  </a:cubicBezTo>
                  <a:cubicBezTo>
                    <a:pt x="0" y="4461"/>
                    <a:pt x="48" y="4892"/>
                    <a:pt x="345" y="5131"/>
                  </a:cubicBezTo>
                  <a:cubicBezTo>
                    <a:pt x="546" y="5294"/>
                    <a:pt x="632" y="5571"/>
                    <a:pt x="565" y="5830"/>
                  </a:cubicBezTo>
                  <a:cubicBezTo>
                    <a:pt x="469" y="6193"/>
                    <a:pt x="689" y="6557"/>
                    <a:pt x="1044" y="6662"/>
                  </a:cubicBezTo>
                  <a:cubicBezTo>
                    <a:pt x="1302" y="6729"/>
                    <a:pt x="1493" y="6940"/>
                    <a:pt x="1541" y="7208"/>
                  </a:cubicBezTo>
                  <a:cubicBezTo>
                    <a:pt x="1593" y="7545"/>
                    <a:pt x="1879" y="7781"/>
                    <a:pt x="2209" y="7781"/>
                  </a:cubicBezTo>
                  <a:cubicBezTo>
                    <a:pt x="2245" y="7781"/>
                    <a:pt x="2280" y="7778"/>
                    <a:pt x="2316" y="7772"/>
                  </a:cubicBezTo>
                  <a:cubicBezTo>
                    <a:pt x="2349" y="7768"/>
                    <a:pt x="2382" y="7765"/>
                    <a:pt x="2415" y="7765"/>
                  </a:cubicBezTo>
                  <a:cubicBezTo>
                    <a:pt x="2641" y="7765"/>
                    <a:pt x="2861" y="7877"/>
                    <a:pt x="2986" y="8069"/>
                  </a:cubicBezTo>
                  <a:cubicBezTo>
                    <a:pt x="3120" y="8270"/>
                    <a:pt x="3336" y="8378"/>
                    <a:pt x="3556" y="8378"/>
                  </a:cubicBezTo>
                  <a:cubicBezTo>
                    <a:pt x="3682" y="8378"/>
                    <a:pt x="3809" y="8343"/>
                    <a:pt x="3924" y="8270"/>
                  </a:cubicBezTo>
                  <a:cubicBezTo>
                    <a:pt x="4039" y="8198"/>
                    <a:pt x="4168" y="8162"/>
                    <a:pt x="4296" y="8162"/>
                  </a:cubicBezTo>
                  <a:cubicBezTo>
                    <a:pt x="4424" y="8162"/>
                    <a:pt x="4551" y="8198"/>
                    <a:pt x="4661" y="8270"/>
                  </a:cubicBezTo>
                  <a:cubicBezTo>
                    <a:pt x="4776" y="8343"/>
                    <a:pt x="4904" y="8378"/>
                    <a:pt x="5031" y="8378"/>
                  </a:cubicBezTo>
                  <a:cubicBezTo>
                    <a:pt x="5254" y="8378"/>
                    <a:pt x="5471" y="8270"/>
                    <a:pt x="5599" y="8069"/>
                  </a:cubicBezTo>
                  <a:cubicBezTo>
                    <a:pt x="5733" y="7877"/>
                    <a:pt x="5946" y="7765"/>
                    <a:pt x="6177" y="7765"/>
                  </a:cubicBezTo>
                  <a:cubicBezTo>
                    <a:pt x="6210" y="7765"/>
                    <a:pt x="6244" y="7768"/>
                    <a:pt x="6278" y="7772"/>
                  </a:cubicBezTo>
                  <a:cubicBezTo>
                    <a:pt x="6314" y="7778"/>
                    <a:pt x="6349" y="7781"/>
                    <a:pt x="6383" y="7781"/>
                  </a:cubicBezTo>
                  <a:cubicBezTo>
                    <a:pt x="6706" y="7781"/>
                    <a:pt x="6993" y="7545"/>
                    <a:pt x="7054" y="7208"/>
                  </a:cubicBezTo>
                  <a:cubicBezTo>
                    <a:pt x="7102" y="6949"/>
                    <a:pt x="7293" y="6739"/>
                    <a:pt x="7542" y="6672"/>
                  </a:cubicBezTo>
                  <a:cubicBezTo>
                    <a:pt x="7905" y="6576"/>
                    <a:pt x="8116" y="6203"/>
                    <a:pt x="8020" y="5839"/>
                  </a:cubicBezTo>
                  <a:cubicBezTo>
                    <a:pt x="7953" y="5581"/>
                    <a:pt x="8039" y="5313"/>
                    <a:pt x="8250" y="5141"/>
                  </a:cubicBezTo>
                  <a:cubicBezTo>
                    <a:pt x="8547" y="4901"/>
                    <a:pt x="8585" y="4471"/>
                    <a:pt x="8355" y="4184"/>
                  </a:cubicBezTo>
                  <a:cubicBezTo>
                    <a:pt x="8183" y="3973"/>
                    <a:pt x="8154" y="3686"/>
                    <a:pt x="8279" y="3447"/>
                  </a:cubicBezTo>
                  <a:cubicBezTo>
                    <a:pt x="8441" y="3112"/>
                    <a:pt x="8307" y="2710"/>
                    <a:pt x="7982" y="2538"/>
                  </a:cubicBezTo>
                  <a:cubicBezTo>
                    <a:pt x="7743" y="2413"/>
                    <a:pt x="7599" y="2164"/>
                    <a:pt x="7609" y="1896"/>
                  </a:cubicBezTo>
                  <a:cubicBezTo>
                    <a:pt x="7628" y="1523"/>
                    <a:pt x="7341" y="1198"/>
                    <a:pt x="6968" y="1179"/>
                  </a:cubicBezTo>
                  <a:cubicBezTo>
                    <a:pt x="6700" y="1169"/>
                    <a:pt x="6470" y="997"/>
                    <a:pt x="6374" y="748"/>
                  </a:cubicBezTo>
                  <a:cubicBezTo>
                    <a:pt x="6264" y="475"/>
                    <a:pt x="6005" y="310"/>
                    <a:pt x="5735" y="310"/>
                  </a:cubicBezTo>
                  <a:cubicBezTo>
                    <a:pt x="5654" y="310"/>
                    <a:pt x="5573" y="325"/>
                    <a:pt x="5494" y="356"/>
                  </a:cubicBezTo>
                  <a:cubicBezTo>
                    <a:pt x="5414" y="386"/>
                    <a:pt x="5332" y="401"/>
                    <a:pt x="5251" y="401"/>
                  </a:cubicBezTo>
                  <a:cubicBezTo>
                    <a:pt x="5077" y="401"/>
                    <a:pt x="4906" y="333"/>
                    <a:pt x="4776" y="202"/>
                  </a:cubicBezTo>
                  <a:cubicBezTo>
                    <a:pt x="4641" y="67"/>
                    <a:pt x="4467" y="0"/>
                    <a:pt x="4293" y="0"/>
                  </a:cubicBezTo>
                  <a:close/>
                </a:path>
              </a:pathLst>
            </a:custGeom>
            <a:solidFill>
              <a:srgbClr val="AAB8C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352" name="Google Shape;12352;p43"/>
            <p:cNvSpPr/>
            <p:nvPr/>
          </p:nvSpPr>
          <p:spPr>
            <a:xfrm>
              <a:off x="1020822" y="2115100"/>
              <a:ext cx="128937" cy="219822"/>
            </a:xfrm>
            <a:custGeom>
              <a:rect b="b" l="l" r="r" t="t"/>
              <a:pathLst>
                <a:path extrusionOk="0" h="8371" w="4910">
                  <a:moveTo>
                    <a:pt x="622" y="1"/>
                  </a:moveTo>
                  <a:cubicBezTo>
                    <a:pt x="450" y="1"/>
                    <a:pt x="278" y="65"/>
                    <a:pt x="144" y="194"/>
                  </a:cubicBezTo>
                  <a:cubicBezTo>
                    <a:pt x="96" y="242"/>
                    <a:pt x="48" y="281"/>
                    <a:pt x="0" y="309"/>
                  </a:cubicBezTo>
                  <a:cubicBezTo>
                    <a:pt x="101" y="365"/>
                    <a:pt x="214" y="395"/>
                    <a:pt x="327" y="395"/>
                  </a:cubicBezTo>
                  <a:cubicBezTo>
                    <a:pt x="408" y="395"/>
                    <a:pt x="489" y="379"/>
                    <a:pt x="565" y="348"/>
                  </a:cubicBezTo>
                  <a:cubicBezTo>
                    <a:pt x="643" y="320"/>
                    <a:pt x="722" y="307"/>
                    <a:pt x="800" y="307"/>
                  </a:cubicBezTo>
                  <a:cubicBezTo>
                    <a:pt x="1076" y="307"/>
                    <a:pt x="1333" y="471"/>
                    <a:pt x="1445" y="740"/>
                  </a:cubicBezTo>
                  <a:cubicBezTo>
                    <a:pt x="1541" y="989"/>
                    <a:pt x="1771" y="1161"/>
                    <a:pt x="2039" y="1171"/>
                  </a:cubicBezTo>
                  <a:cubicBezTo>
                    <a:pt x="2412" y="1190"/>
                    <a:pt x="2699" y="1515"/>
                    <a:pt x="2680" y="1888"/>
                  </a:cubicBezTo>
                  <a:cubicBezTo>
                    <a:pt x="2670" y="2156"/>
                    <a:pt x="2814" y="2405"/>
                    <a:pt x="3053" y="2520"/>
                  </a:cubicBezTo>
                  <a:cubicBezTo>
                    <a:pt x="3388" y="2692"/>
                    <a:pt x="3522" y="3104"/>
                    <a:pt x="3350" y="3439"/>
                  </a:cubicBezTo>
                  <a:cubicBezTo>
                    <a:pt x="3226" y="3678"/>
                    <a:pt x="3264" y="3955"/>
                    <a:pt x="3427" y="4166"/>
                  </a:cubicBezTo>
                  <a:cubicBezTo>
                    <a:pt x="3666" y="4463"/>
                    <a:pt x="3618" y="4893"/>
                    <a:pt x="3331" y="5123"/>
                  </a:cubicBezTo>
                  <a:cubicBezTo>
                    <a:pt x="3120" y="5295"/>
                    <a:pt x="3034" y="5573"/>
                    <a:pt x="3101" y="5831"/>
                  </a:cubicBezTo>
                  <a:cubicBezTo>
                    <a:pt x="3197" y="6185"/>
                    <a:pt x="2977" y="6559"/>
                    <a:pt x="2623" y="6654"/>
                  </a:cubicBezTo>
                  <a:cubicBezTo>
                    <a:pt x="2364" y="6721"/>
                    <a:pt x="2163" y="6932"/>
                    <a:pt x="2125" y="7200"/>
                  </a:cubicBezTo>
                  <a:cubicBezTo>
                    <a:pt x="2064" y="7537"/>
                    <a:pt x="1777" y="7773"/>
                    <a:pt x="1447" y="7773"/>
                  </a:cubicBezTo>
                  <a:cubicBezTo>
                    <a:pt x="1412" y="7773"/>
                    <a:pt x="1376" y="7770"/>
                    <a:pt x="1340" y="7764"/>
                  </a:cubicBezTo>
                  <a:cubicBezTo>
                    <a:pt x="1307" y="7760"/>
                    <a:pt x="1274" y="7757"/>
                    <a:pt x="1241" y="7757"/>
                  </a:cubicBezTo>
                  <a:cubicBezTo>
                    <a:pt x="1015" y="7757"/>
                    <a:pt x="796" y="7869"/>
                    <a:pt x="670" y="8061"/>
                  </a:cubicBezTo>
                  <a:cubicBezTo>
                    <a:pt x="651" y="8099"/>
                    <a:pt x="622" y="8128"/>
                    <a:pt x="603" y="8157"/>
                  </a:cubicBezTo>
                  <a:cubicBezTo>
                    <a:pt x="617" y="8156"/>
                    <a:pt x="630" y="8155"/>
                    <a:pt x="644" y="8155"/>
                  </a:cubicBezTo>
                  <a:cubicBezTo>
                    <a:pt x="764" y="8155"/>
                    <a:pt x="883" y="8193"/>
                    <a:pt x="986" y="8262"/>
                  </a:cubicBezTo>
                  <a:cubicBezTo>
                    <a:pt x="1101" y="8335"/>
                    <a:pt x="1229" y="8370"/>
                    <a:pt x="1356" y="8370"/>
                  </a:cubicBezTo>
                  <a:cubicBezTo>
                    <a:pt x="1579" y="8370"/>
                    <a:pt x="1796" y="8262"/>
                    <a:pt x="1924" y="8061"/>
                  </a:cubicBezTo>
                  <a:cubicBezTo>
                    <a:pt x="2058" y="7869"/>
                    <a:pt x="2271" y="7757"/>
                    <a:pt x="2502" y="7757"/>
                  </a:cubicBezTo>
                  <a:cubicBezTo>
                    <a:pt x="2535" y="7757"/>
                    <a:pt x="2569" y="7760"/>
                    <a:pt x="2603" y="7764"/>
                  </a:cubicBezTo>
                  <a:cubicBezTo>
                    <a:pt x="2639" y="7770"/>
                    <a:pt x="2674" y="7773"/>
                    <a:pt x="2708" y="7773"/>
                  </a:cubicBezTo>
                  <a:cubicBezTo>
                    <a:pt x="3031" y="7773"/>
                    <a:pt x="3318" y="7537"/>
                    <a:pt x="3379" y="7200"/>
                  </a:cubicBezTo>
                  <a:cubicBezTo>
                    <a:pt x="3417" y="6932"/>
                    <a:pt x="3608" y="6721"/>
                    <a:pt x="3867" y="6654"/>
                  </a:cubicBezTo>
                  <a:cubicBezTo>
                    <a:pt x="4230" y="6549"/>
                    <a:pt x="4441" y="6185"/>
                    <a:pt x="4345" y="5822"/>
                  </a:cubicBezTo>
                  <a:cubicBezTo>
                    <a:pt x="4278" y="5563"/>
                    <a:pt x="4364" y="5286"/>
                    <a:pt x="4575" y="5123"/>
                  </a:cubicBezTo>
                  <a:cubicBezTo>
                    <a:pt x="4862" y="4884"/>
                    <a:pt x="4910" y="4463"/>
                    <a:pt x="4680" y="4166"/>
                  </a:cubicBezTo>
                  <a:cubicBezTo>
                    <a:pt x="4508" y="3955"/>
                    <a:pt x="4479" y="3678"/>
                    <a:pt x="4604" y="3439"/>
                  </a:cubicBezTo>
                  <a:cubicBezTo>
                    <a:pt x="4766" y="3104"/>
                    <a:pt x="4632" y="2692"/>
                    <a:pt x="4307" y="2520"/>
                  </a:cubicBezTo>
                  <a:cubicBezTo>
                    <a:pt x="4068" y="2405"/>
                    <a:pt x="3924" y="2156"/>
                    <a:pt x="3934" y="1888"/>
                  </a:cubicBezTo>
                  <a:cubicBezTo>
                    <a:pt x="3953" y="1506"/>
                    <a:pt x="3666" y="1190"/>
                    <a:pt x="3293" y="1171"/>
                  </a:cubicBezTo>
                  <a:cubicBezTo>
                    <a:pt x="3025" y="1151"/>
                    <a:pt x="2795" y="989"/>
                    <a:pt x="2699" y="740"/>
                  </a:cubicBezTo>
                  <a:cubicBezTo>
                    <a:pt x="2588" y="473"/>
                    <a:pt x="2333" y="303"/>
                    <a:pt x="2058" y="303"/>
                  </a:cubicBezTo>
                  <a:cubicBezTo>
                    <a:pt x="1979" y="303"/>
                    <a:pt x="1898" y="317"/>
                    <a:pt x="1819" y="348"/>
                  </a:cubicBezTo>
                  <a:cubicBezTo>
                    <a:pt x="1739" y="378"/>
                    <a:pt x="1657" y="393"/>
                    <a:pt x="1576" y="393"/>
                  </a:cubicBezTo>
                  <a:cubicBezTo>
                    <a:pt x="1402" y="393"/>
                    <a:pt x="1231" y="325"/>
                    <a:pt x="1101" y="194"/>
                  </a:cubicBezTo>
                  <a:cubicBezTo>
                    <a:pt x="967" y="65"/>
                    <a:pt x="795" y="1"/>
                    <a:pt x="622" y="1"/>
                  </a:cubicBezTo>
                  <a:close/>
                </a:path>
              </a:pathLst>
            </a:custGeom>
            <a:solidFill>
              <a:srgbClr val="98A6B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353" name="Google Shape;12353;p43"/>
            <p:cNvSpPr/>
            <p:nvPr/>
          </p:nvSpPr>
          <p:spPr>
            <a:xfrm>
              <a:off x="953964" y="2141806"/>
              <a:ext cx="166147" cy="166147"/>
            </a:xfrm>
            <a:custGeom>
              <a:rect b="b" l="l" r="r" t="t"/>
              <a:pathLst>
                <a:path extrusionOk="0" h="6327" w="6327">
                  <a:moveTo>
                    <a:pt x="3168" y="0"/>
                  </a:moveTo>
                  <a:cubicBezTo>
                    <a:pt x="1417" y="0"/>
                    <a:pt x="1" y="1417"/>
                    <a:pt x="1" y="3168"/>
                  </a:cubicBezTo>
                  <a:cubicBezTo>
                    <a:pt x="1" y="4910"/>
                    <a:pt x="1417" y="6326"/>
                    <a:pt x="3168" y="6326"/>
                  </a:cubicBezTo>
                  <a:cubicBezTo>
                    <a:pt x="4910" y="6326"/>
                    <a:pt x="6327" y="4910"/>
                    <a:pt x="6327" y="3168"/>
                  </a:cubicBezTo>
                  <a:cubicBezTo>
                    <a:pt x="6327" y="1417"/>
                    <a:pt x="4910" y="0"/>
                    <a:pt x="3168" y="0"/>
                  </a:cubicBezTo>
                  <a:close/>
                </a:path>
              </a:pathLst>
            </a:custGeom>
            <a:solidFill>
              <a:srgbClr val="E8EDF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354" name="Google Shape;12354;p43"/>
            <p:cNvSpPr/>
            <p:nvPr/>
          </p:nvSpPr>
          <p:spPr>
            <a:xfrm>
              <a:off x="1020560" y="2141806"/>
              <a:ext cx="104068" cy="166252"/>
            </a:xfrm>
            <a:custGeom>
              <a:rect b="b" l="l" r="r" t="t"/>
              <a:pathLst>
                <a:path extrusionOk="0" h="6331" w="3963">
                  <a:moveTo>
                    <a:pt x="632" y="0"/>
                  </a:moveTo>
                  <a:cubicBezTo>
                    <a:pt x="422" y="0"/>
                    <a:pt x="211" y="20"/>
                    <a:pt x="1" y="67"/>
                  </a:cubicBezTo>
                  <a:cubicBezTo>
                    <a:pt x="1475" y="364"/>
                    <a:pt x="2537" y="1656"/>
                    <a:pt x="2537" y="3168"/>
                  </a:cubicBezTo>
                  <a:cubicBezTo>
                    <a:pt x="2537" y="4671"/>
                    <a:pt x="1475" y="5963"/>
                    <a:pt x="1" y="6269"/>
                  </a:cubicBezTo>
                  <a:cubicBezTo>
                    <a:pt x="210" y="6310"/>
                    <a:pt x="419" y="6330"/>
                    <a:pt x="624" y="6330"/>
                  </a:cubicBezTo>
                  <a:cubicBezTo>
                    <a:pt x="2218" y="6330"/>
                    <a:pt x="3610" y="5129"/>
                    <a:pt x="3772" y="3484"/>
                  </a:cubicBezTo>
                  <a:cubicBezTo>
                    <a:pt x="3963" y="1618"/>
                    <a:pt x="2499" y="0"/>
                    <a:pt x="632" y="0"/>
                  </a:cubicBezTo>
                  <a:close/>
                </a:path>
              </a:pathLst>
            </a:custGeom>
            <a:solidFill>
              <a:srgbClr val="E2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355" name="Google Shape;12355;p43"/>
            <p:cNvSpPr/>
            <p:nvPr/>
          </p:nvSpPr>
          <p:spPr>
            <a:xfrm>
              <a:off x="1020560" y="2187551"/>
              <a:ext cx="20378" cy="74657"/>
            </a:xfrm>
            <a:custGeom>
              <a:rect b="b" l="l" r="r" t="t"/>
              <a:pathLst>
                <a:path extrusionOk="0" h="2843" w="776">
                  <a:moveTo>
                    <a:pt x="594" y="0"/>
                  </a:moveTo>
                  <a:cubicBezTo>
                    <a:pt x="556" y="0"/>
                    <a:pt x="518" y="10"/>
                    <a:pt x="489" y="48"/>
                  </a:cubicBezTo>
                  <a:lnTo>
                    <a:pt x="87" y="431"/>
                  </a:lnTo>
                  <a:cubicBezTo>
                    <a:pt x="30" y="469"/>
                    <a:pt x="1" y="527"/>
                    <a:pt x="1" y="594"/>
                  </a:cubicBezTo>
                  <a:cubicBezTo>
                    <a:pt x="1" y="680"/>
                    <a:pt x="58" y="747"/>
                    <a:pt x="144" y="756"/>
                  </a:cubicBezTo>
                  <a:cubicBezTo>
                    <a:pt x="173" y="756"/>
                    <a:pt x="202" y="747"/>
                    <a:pt x="230" y="718"/>
                  </a:cubicBezTo>
                  <a:lnTo>
                    <a:pt x="364" y="546"/>
                  </a:lnTo>
                  <a:lnTo>
                    <a:pt x="364" y="2709"/>
                  </a:lnTo>
                  <a:cubicBezTo>
                    <a:pt x="364" y="2795"/>
                    <a:pt x="470" y="2843"/>
                    <a:pt x="575" y="2843"/>
                  </a:cubicBezTo>
                  <a:cubicBezTo>
                    <a:pt x="671" y="2843"/>
                    <a:pt x="776" y="2795"/>
                    <a:pt x="776" y="2709"/>
                  </a:cubicBezTo>
                  <a:lnTo>
                    <a:pt x="776" y="134"/>
                  </a:lnTo>
                  <a:cubicBezTo>
                    <a:pt x="776" y="48"/>
                    <a:pt x="680" y="0"/>
                    <a:pt x="594" y="0"/>
                  </a:cubicBezTo>
                  <a:close/>
                </a:path>
              </a:pathLst>
            </a:custGeom>
            <a:solidFill>
              <a:srgbClr val="465C7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2356" name="Google Shape;12356;p43"/>
          <p:cNvGrpSpPr/>
          <p:nvPr/>
        </p:nvGrpSpPr>
        <p:grpSpPr>
          <a:xfrm>
            <a:off x="1749879" y="1818506"/>
            <a:ext cx="364436" cy="364174"/>
            <a:chOff x="1749879" y="1970906"/>
            <a:chExt cx="364436" cy="364174"/>
          </a:xfrm>
        </p:grpSpPr>
        <p:sp>
          <p:nvSpPr>
            <p:cNvPr id="12357" name="Google Shape;12357;p43"/>
            <p:cNvSpPr/>
            <p:nvPr/>
          </p:nvSpPr>
          <p:spPr>
            <a:xfrm>
              <a:off x="1750141" y="1970906"/>
              <a:ext cx="276124" cy="181982"/>
            </a:xfrm>
            <a:custGeom>
              <a:rect b="b" l="l" r="r" t="t"/>
              <a:pathLst>
                <a:path extrusionOk="0" h="6930" w="10515">
                  <a:moveTo>
                    <a:pt x="900" y="1"/>
                  </a:moveTo>
                  <a:cubicBezTo>
                    <a:pt x="402" y="1"/>
                    <a:pt x="0" y="403"/>
                    <a:pt x="0" y="900"/>
                  </a:cubicBezTo>
                  <a:lnTo>
                    <a:pt x="0" y="6709"/>
                  </a:lnTo>
                  <a:cubicBezTo>
                    <a:pt x="0" y="6834"/>
                    <a:pt x="96" y="6930"/>
                    <a:pt x="221" y="6930"/>
                  </a:cubicBezTo>
                  <a:lnTo>
                    <a:pt x="2460" y="6930"/>
                  </a:lnTo>
                  <a:cubicBezTo>
                    <a:pt x="2709" y="6930"/>
                    <a:pt x="2910" y="6729"/>
                    <a:pt x="2910" y="6480"/>
                  </a:cubicBezTo>
                  <a:lnTo>
                    <a:pt x="2910" y="6039"/>
                  </a:lnTo>
                  <a:cubicBezTo>
                    <a:pt x="2910" y="5848"/>
                    <a:pt x="2824" y="5657"/>
                    <a:pt x="2680" y="5532"/>
                  </a:cubicBezTo>
                  <a:cubicBezTo>
                    <a:pt x="1790" y="4805"/>
                    <a:pt x="2307" y="3360"/>
                    <a:pt x="3455" y="3350"/>
                  </a:cubicBezTo>
                  <a:cubicBezTo>
                    <a:pt x="4604" y="3350"/>
                    <a:pt x="5140" y="4786"/>
                    <a:pt x="4259" y="5523"/>
                  </a:cubicBezTo>
                  <a:cubicBezTo>
                    <a:pt x="4106" y="5647"/>
                    <a:pt x="4020" y="5839"/>
                    <a:pt x="4020" y="6030"/>
                  </a:cubicBezTo>
                  <a:lnTo>
                    <a:pt x="4020" y="6489"/>
                  </a:lnTo>
                  <a:cubicBezTo>
                    <a:pt x="4020" y="6729"/>
                    <a:pt x="4221" y="6930"/>
                    <a:pt x="4470" y="6930"/>
                  </a:cubicBezTo>
                  <a:lnTo>
                    <a:pt x="6929" y="6930"/>
                  </a:lnTo>
                  <a:lnTo>
                    <a:pt x="6929" y="4470"/>
                  </a:lnTo>
                  <a:cubicBezTo>
                    <a:pt x="6929" y="4221"/>
                    <a:pt x="7130" y="4030"/>
                    <a:pt x="7379" y="4030"/>
                  </a:cubicBezTo>
                  <a:lnTo>
                    <a:pt x="7838" y="4030"/>
                  </a:lnTo>
                  <a:cubicBezTo>
                    <a:pt x="7848" y="4029"/>
                    <a:pt x="7858" y="4029"/>
                    <a:pt x="7867" y="4029"/>
                  </a:cubicBezTo>
                  <a:cubicBezTo>
                    <a:pt x="8048" y="4029"/>
                    <a:pt x="8218" y="4114"/>
                    <a:pt x="8336" y="4259"/>
                  </a:cubicBezTo>
                  <a:cubicBezTo>
                    <a:pt x="8594" y="4564"/>
                    <a:pt x="8935" y="4700"/>
                    <a:pt x="9270" y="4700"/>
                  </a:cubicBezTo>
                  <a:cubicBezTo>
                    <a:pt x="9903" y="4700"/>
                    <a:pt x="10515" y="4213"/>
                    <a:pt x="10509" y="3456"/>
                  </a:cubicBezTo>
                  <a:cubicBezTo>
                    <a:pt x="10509" y="2711"/>
                    <a:pt x="9902" y="2236"/>
                    <a:pt x="9277" y="2236"/>
                  </a:cubicBezTo>
                  <a:cubicBezTo>
                    <a:pt x="8937" y="2236"/>
                    <a:pt x="8592" y="2377"/>
                    <a:pt x="8336" y="2690"/>
                  </a:cubicBezTo>
                  <a:cubicBezTo>
                    <a:pt x="8202" y="2833"/>
                    <a:pt x="8020" y="2910"/>
                    <a:pt x="7829" y="2910"/>
                  </a:cubicBezTo>
                  <a:lnTo>
                    <a:pt x="7379" y="2910"/>
                  </a:lnTo>
                  <a:cubicBezTo>
                    <a:pt x="7130" y="2910"/>
                    <a:pt x="6929" y="2709"/>
                    <a:pt x="6929" y="2460"/>
                  </a:cubicBezTo>
                  <a:lnTo>
                    <a:pt x="6929" y="221"/>
                  </a:lnTo>
                  <a:cubicBezTo>
                    <a:pt x="6929" y="106"/>
                    <a:pt x="6834" y="1"/>
                    <a:pt x="6709" y="1"/>
                  </a:cubicBezTo>
                  <a:close/>
                </a:path>
              </a:pathLst>
            </a:custGeom>
            <a:solidFill>
              <a:srgbClr val="657A8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358" name="Google Shape;12358;p43"/>
            <p:cNvSpPr/>
            <p:nvPr/>
          </p:nvSpPr>
          <p:spPr>
            <a:xfrm>
              <a:off x="1932097" y="1970906"/>
              <a:ext cx="182218" cy="275966"/>
            </a:xfrm>
            <a:custGeom>
              <a:rect b="b" l="l" r="r" t="t"/>
              <a:pathLst>
                <a:path extrusionOk="0" h="10509" w="6939">
                  <a:moveTo>
                    <a:pt x="230" y="1"/>
                  </a:moveTo>
                  <a:cubicBezTo>
                    <a:pt x="106" y="1"/>
                    <a:pt x="0" y="96"/>
                    <a:pt x="0" y="221"/>
                  </a:cubicBezTo>
                  <a:lnTo>
                    <a:pt x="0" y="2460"/>
                  </a:lnTo>
                  <a:cubicBezTo>
                    <a:pt x="0" y="2709"/>
                    <a:pt x="201" y="2910"/>
                    <a:pt x="450" y="2910"/>
                  </a:cubicBezTo>
                  <a:lnTo>
                    <a:pt x="900" y="2910"/>
                  </a:lnTo>
                  <a:cubicBezTo>
                    <a:pt x="1091" y="2910"/>
                    <a:pt x="1273" y="2833"/>
                    <a:pt x="1407" y="2690"/>
                  </a:cubicBezTo>
                  <a:cubicBezTo>
                    <a:pt x="1663" y="2377"/>
                    <a:pt x="2008" y="2236"/>
                    <a:pt x="2348" y="2236"/>
                  </a:cubicBezTo>
                  <a:cubicBezTo>
                    <a:pt x="2973" y="2236"/>
                    <a:pt x="3580" y="2711"/>
                    <a:pt x="3580" y="3456"/>
                  </a:cubicBezTo>
                  <a:cubicBezTo>
                    <a:pt x="3586" y="4213"/>
                    <a:pt x="2974" y="4700"/>
                    <a:pt x="2341" y="4700"/>
                  </a:cubicBezTo>
                  <a:cubicBezTo>
                    <a:pt x="2006" y="4700"/>
                    <a:pt x="1665" y="4564"/>
                    <a:pt x="1407" y="4259"/>
                  </a:cubicBezTo>
                  <a:cubicBezTo>
                    <a:pt x="1289" y="4114"/>
                    <a:pt x="1119" y="4029"/>
                    <a:pt x="938" y="4029"/>
                  </a:cubicBezTo>
                  <a:cubicBezTo>
                    <a:pt x="929" y="4029"/>
                    <a:pt x="919" y="4029"/>
                    <a:pt x="909" y="4030"/>
                  </a:cubicBezTo>
                  <a:lnTo>
                    <a:pt x="450" y="4030"/>
                  </a:lnTo>
                  <a:cubicBezTo>
                    <a:pt x="201" y="4030"/>
                    <a:pt x="0" y="4221"/>
                    <a:pt x="0" y="4470"/>
                  </a:cubicBezTo>
                  <a:lnTo>
                    <a:pt x="0" y="6930"/>
                  </a:lnTo>
                  <a:lnTo>
                    <a:pt x="2469" y="6930"/>
                  </a:lnTo>
                  <a:cubicBezTo>
                    <a:pt x="2718" y="6930"/>
                    <a:pt x="2919" y="7130"/>
                    <a:pt x="2919" y="7379"/>
                  </a:cubicBezTo>
                  <a:lnTo>
                    <a:pt x="2919" y="7839"/>
                  </a:lnTo>
                  <a:cubicBezTo>
                    <a:pt x="2919" y="8030"/>
                    <a:pt x="2833" y="8212"/>
                    <a:pt x="2680" y="8346"/>
                  </a:cubicBezTo>
                  <a:cubicBezTo>
                    <a:pt x="1802" y="9080"/>
                    <a:pt x="2322" y="10509"/>
                    <a:pt x="3472" y="10509"/>
                  </a:cubicBezTo>
                  <a:cubicBezTo>
                    <a:pt x="3476" y="10509"/>
                    <a:pt x="3480" y="10509"/>
                    <a:pt x="3484" y="10509"/>
                  </a:cubicBezTo>
                  <a:cubicBezTo>
                    <a:pt x="4632" y="10509"/>
                    <a:pt x="5140" y="9064"/>
                    <a:pt x="4259" y="8336"/>
                  </a:cubicBezTo>
                  <a:cubicBezTo>
                    <a:pt x="4106" y="8202"/>
                    <a:pt x="4029" y="8021"/>
                    <a:pt x="4029" y="7829"/>
                  </a:cubicBezTo>
                  <a:lnTo>
                    <a:pt x="4029" y="7379"/>
                  </a:lnTo>
                  <a:cubicBezTo>
                    <a:pt x="4029" y="7130"/>
                    <a:pt x="4230" y="6930"/>
                    <a:pt x="4479" y="6930"/>
                  </a:cubicBezTo>
                  <a:lnTo>
                    <a:pt x="6709" y="6930"/>
                  </a:lnTo>
                  <a:cubicBezTo>
                    <a:pt x="6833" y="6930"/>
                    <a:pt x="6939" y="6834"/>
                    <a:pt x="6939" y="6709"/>
                  </a:cubicBezTo>
                  <a:lnTo>
                    <a:pt x="6939" y="891"/>
                  </a:lnTo>
                  <a:cubicBezTo>
                    <a:pt x="6939" y="403"/>
                    <a:pt x="6537" y="1"/>
                    <a:pt x="6039" y="1"/>
                  </a:cubicBezTo>
                  <a:close/>
                </a:path>
              </a:pathLst>
            </a:custGeom>
            <a:solidFill>
              <a:srgbClr val="D1D8D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359" name="Google Shape;12359;p43"/>
            <p:cNvSpPr/>
            <p:nvPr/>
          </p:nvSpPr>
          <p:spPr>
            <a:xfrm>
              <a:off x="1838086" y="2152862"/>
              <a:ext cx="276229" cy="182218"/>
            </a:xfrm>
            <a:custGeom>
              <a:rect b="b" l="l" r="r" t="t"/>
              <a:pathLst>
                <a:path extrusionOk="0" h="6939" w="10519">
                  <a:moveTo>
                    <a:pt x="3580" y="1"/>
                  </a:moveTo>
                  <a:lnTo>
                    <a:pt x="3580" y="2460"/>
                  </a:lnTo>
                  <a:cubicBezTo>
                    <a:pt x="3580" y="2709"/>
                    <a:pt x="3379" y="2910"/>
                    <a:pt x="3140" y="2910"/>
                  </a:cubicBezTo>
                  <a:lnTo>
                    <a:pt x="2681" y="2910"/>
                  </a:lnTo>
                  <a:cubicBezTo>
                    <a:pt x="2489" y="2910"/>
                    <a:pt x="2298" y="2824"/>
                    <a:pt x="2173" y="2680"/>
                  </a:cubicBezTo>
                  <a:cubicBezTo>
                    <a:pt x="1918" y="2375"/>
                    <a:pt x="1579" y="2239"/>
                    <a:pt x="1245" y="2239"/>
                  </a:cubicBezTo>
                  <a:cubicBezTo>
                    <a:pt x="614" y="2239"/>
                    <a:pt x="1" y="2724"/>
                    <a:pt x="1" y="3475"/>
                  </a:cubicBezTo>
                  <a:cubicBezTo>
                    <a:pt x="7" y="4221"/>
                    <a:pt x="620" y="4700"/>
                    <a:pt x="1248" y="4700"/>
                  </a:cubicBezTo>
                  <a:cubicBezTo>
                    <a:pt x="1586" y="4700"/>
                    <a:pt x="1928" y="4561"/>
                    <a:pt x="2183" y="4250"/>
                  </a:cubicBezTo>
                  <a:cubicBezTo>
                    <a:pt x="2301" y="4113"/>
                    <a:pt x="2480" y="4029"/>
                    <a:pt x="2661" y="4029"/>
                  </a:cubicBezTo>
                  <a:cubicBezTo>
                    <a:pt x="2671" y="4029"/>
                    <a:pt x="2681" y="4029"/>
                    <a:pt x="2690" y="4030"/>
                  </a:cubicBezTo>
                  <a:lnTo>
                    <a:pt x="3140" y="4030"/>
                  </a:lnTo>
                  <a:cubicBezTo>
                    <a:pt x="3379" y="4030"/>
                    <a:pt x="3580" y="4231"/>
                    <a:pt x="3580" y="4479"/>
                  </a:cubicBezTo>
                  <a:lnTo>
                    <a:pt x="3580" y="6709"/>
                  </a:lnTo>
                  <a:cubicBezTo>
                    <a:pt x="3580" y="6834"/>
                    <a:pt x="3686" y="6939"/>
                    <a:pt x="3800" y="6939"/>
                  </a:cubicBezTo>
                  <a:lnTo>
                    <a:pt x="9619" y="6939"/>
                  </a:lnTo>
                  <a:cubicBezTo>
                    <a:pt x="10117" y="6939"/>
                    <a:pt x="10519" y="6537"/>
                    <a:pt x="10519" y="6039"/>
                  </a:cubicBezTo>
                  <a:lnTo>
                    <a:pt x="10519" y="230"/>
                  </a:lnTo>
                  <a:cubicBezTo>
                    <a:pt x="10519" y="106"/>
                    <a:pt x="10413" y="1"/>
                    <a:pt x="10289" y="1"/>
                  </a:cubicBezTo>
                  <a:lnTo>
                    <a:pt x="8059" y="1"/>
                  </a:lnTo>
                  <a:cubicBezTo>
                    <a:pt x="7810" y="1"/>
                    <a:pt x="7609" y="201"/>
                    <a:pt x="7609" y="450"/>
                  </a:cubicBezTo>
                  <a:lnTo>
                    <a:pt x="7609" y="900"/>
                  </a:lnTo>
                  <a:cubicBezTo>
                    <a:pt x="7600" y="1092"/>
                    <a:pt x="7686" y="1273"/>
                    <a:pt x="7829" y="1407"/>
                  </a:cubicBezTo>
                  <a:cubicBezTo>
                    <a:pt x="8720" y="2135"/>
                    <a:pt x="8203" y="3580"/>
                    <a:pt x="7054" y="3580"/>
                  </a:cubicBezTo>
                  <a:cubicBezTo>
                    <a:pt x="7050" y="3580"/>
                    <a:pt x="7047" y="3580"/>
                    <a:pt x="7043" y="3580"/>
                  </a:cubicBezTo>
                  <a:cubicBezTo>
                    <a:pt x="5902" y="3580"/>
                    <a:pt x="5382" y="2151"/>
                    <a:pt x="6260" y="1417"/>
                  </a:cubicBezTo>
                  <a:cubicBezTo>
                    <a:pt x="6404" y="1283"/>
                    <a:pt x="6490" y="1101"/>
                    <a:pt x="6490" y="910"/>
                  </a:cubicBezTo>
                  <a:lnTo>
                    <a:pt x="6490" y="450"/>
                  </a:lnTo>
                  <a:cubicBezTo>
                    <a:pt x="6490" y="201"/>
                    <a:pt x="6289" y="1"/>
                    <a:pt x="6040" y="1"/>
                  </a:cubicBezTo>
                  <a:close/>
                </a:path>
              </a:pathLst>
            </a:custGeom>
            <a:solidFill>
              <a:srgbClr val="5D748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360" name="Google Shape;12360;p43"/>
            <p:cNvSpPr/>
            <p:nvPr/>
          </p:nvSpPr>
          <p:spPr>
            <a:xfrm>
              <a:off x="1749879" y="2058877"/>
              <a:ext cx="182244" cy="276203"/>
            </a:xfrm>
            <a:custGeom>
              <a:rect b="b" l="l" r="r" t="t"/>
              <a:pathLst>
                <a:path extrusionOk="0" h="10518" w="6940">
                  <a:moveTo>
                    <a:pt x="3465" y="0"/>
                  </a:moveTo>
                  <a:cubicBezTo>
                    <a:pt x="2317" y="10"/>
                    <a:pt x="1810" y="1455"/>
                    <a:pt x="2700" y="2182"/>
                  </a:cubicBezTo>
                  <a:cubicBezTo>
                    <a:pt x="2843" y="2307"/>
                    <a:pt x="2920" y="2498"/>
                    <a:pt x="2920" y="2689"/>
                  </a:cubicBezTo>
                  <a:lnTo>
                    <a:pt x="2920" y="3139"/>
                  </a:lnTo>
                  <a:cubicBezTo>
                    <a:pt x="2920" y="3379"/>
                    <a:pt x="2719" y="3580"/>
                    <a:pt x="2470" y="3580"/>
                  </a:cubicBezTo>
                  <a:lnTo>
                    <a:pt x="231" y="3580"/>
                  </a:lnTo>
                  <a:cubicBezTo>
                    <a:pt x="106" y="3580"/>
                    <a:pt x="1" y="3685"/>
                    <a:pt x="1" y="3809"/>
                  </a:cubicBezTo>
                  <a:lnTo>
                    <a:pt x="1" y="9618"/>
                  </a:lnTo>
                  <a:cubicBezTo>
                    <a:pt x="1" y="10116"/>
                    <a:pt x="403" y="10518"/>
                    <a:pt x="900" y="10518"/>
                  </a:cubicBezTo>
                  <a:lnTo>
                    <a:pt x="6710" y="10518"/>
                  </a:lnTo>
                  <a:cubicBezTo>
                    <a:pt x="6834" y="10518"/>
                    <a:pt x="6939" y="10413"/>
                    <a:pt x="6939" y="10288"/>
                  </a:cubicBezTo>
                  <a:lnTo>
                    <a:pt x="6939" y="8058"/>
                  </a:lnTo>
                  <a:cubicBezTo>
                    <a:pt x="6939" y="7810"/>
                    <a:pt x="6738" y="7609"/>
                    <a:pt x="6489" y="7609"/>
                  </a:cubicBezTo>
                  <a:lnTo>
                    <a:pt x="6040" y="7609"/>
                  </a:lnTo>
                  <a:cubicBezTo>
                    <a:pt x="6030" y="7608"/>
                    <a:pt x="6020" y="7608"/>
                    <a:pt x="6011" y="7608"/>
                  </a:cubicBezTo>
                  <a:cubicBezTo>
                    <a:pt x="5830" y="7608"/>
                    <a:pt x="5660" y="7692"/>
                    <a:pt x="5542" y="7829"/>
                  </a:cubicBezTo>
                  <a:cubicBezTo>
                    <a:pt x="5284" y="8140"/>
                    <a:pt x="4939" y="8279"/>
                    <a:pt x="4600" y="8279"/>
                  </a:cubicBezTo>
                  <a:cubicBezTo>
                    <a:pt x="3970" y="8279"/>
                    <a:pt x="3360" y="7800"/>
                    <a:pt x="3360" y="7054"/>
                  </a:cubicBezTo>
                  <a:cubicBezTo>
                    <a:pt x="3354" y="6303"/>
                    <a:pt x="3965" y="5818"/>
                    <a:pt x="4597" y="5818"/>
                  </a:cubicBezTo>
                  <a:cubicBezTo>
                    <a:pt x="4933" y="5818"/>
                    <a:pt x="5274" y="5954"/>
                    <a:pt x="5532" y="6259"/>
                  </a:cubicBezTo>
                  <a:cubicBezTo>
                    <a:pt x="5657" y="6403"/>
                    <a:pt x="5839" y="6489"/>
                    <a:pt x="6040" y="6489"/>
                  </a:cubicBezTo>
                  <a:lnTo>
                    <a:pt x="6499" y="6489"/>
                  </a:lnTo>
                  <a:cubicBezTo>
                    <a:pt x="6738" y="6489"/>
                    <a:pt x="6939" y="6288"/>
                    <a:pt x="6939" y="6039"/>
                  </a:cubicBezTo>
                  <a:lnTo>
                    <a:pt x="6939" y="3580"/>
                  </a:lnTo>
                  <a:lnTo>
                    <a:pt x="4480" y="3580"/>
                  </a:lnTo>
                  <a:cubicBezTo>
                    <a:pt x="4231" y="3580"/>
                    <a:pt x="4030" y="3379"/>
                    <a:pt x="4030" y="3139"/>
                  </a:cubicBezTo>
                  <a:lnTo>
                    <a:pt x="4030" y="2680"/>
                  </a:lnTo>
                  <a:cubicBezTo>
                    <a:pt x="4030" y="2489"/>
                    <a:pt x="4116" y="2297"/>
                    <a:pt x="4269" y="2173"/>
                  </a:cubicBezTo>
                  <a:cubicBezTo>
                    <a:pt x="5150" y="1436"/>
                    <a:pt x="4623" y="0"/>
                    <a:pt x="3465" y="0"/>
                  </a:cubicBezTo>
                  <a:close/>
                </a:path>
              </a:pathLst>
            </a:custGeom>
            <a:solidFill>
              <a:srgbClr val="7F91A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361" name="Google Shape;12361;p43"/>
            <p:cNvSpPr/>
            <p:nvPr/>
          </p:nvSpPr>
          <p:spPr>
            <a:xfrm>
              <a:off x="1750141" y="2152862"/>
              <a:ext cx="41228" cy="182218"/>
            </a:xfrm>
            <a:custGeom>
              <a:rect b="b" l="l" r="r" t="t"/>
              <a:pathLst>
                <a:path extrusionOk="0" h="6939" w="1570">
                  <a:moveTo>
                    <a:pt x="221" y="1"/>
                  </a:moveTo>
                  <a:cubicBezTo>
                    <a:pt x="96" y="1"/>
                    <a:pt x="0" y="106"/>
                    <a:pt x="0" y="230"/>
                  </a:cubicBezTo>
                  <a:lnTo>
                    <a:pt x="0" y="6039"/>
                  </a:lnTo>
                  <a:cubicBezTo>
                    <a:pt x="0" y="6537"/>
                    <a:pt x="402" y="6939"/>
                    <a:pt x="900" y="6939"/>
                  </a:cubicBezTo>
                  <a:lnTo>
                    <a:pt x="1570" y="6939"/>
                  </a:lnTo>
                  <a:cubicBezTo>
                    <a:pt x="1072" y="6939"/>
                    <a:pt x="670" y="6537"/>
                    <a:pt x="670" y="6039"/>
                  </a:cubicBezTo>
                  <a:lnTo>
                    <a:pt x="670" y="230"/>
                  </a:lnTo>
                  <a:cubicBezTo>
                    <a:pt x="670" y="106"/>
                    <a:pt x="776" y="1"/>
                    <a:pt x="900" y="1"/>
                  </a:cubicBezTo>
                  <a:close/>
                </a:path>
              </a:pathLst>
            </a:custGeom>
            <a:solidFill>
              <a:srgbClr val="6A7F9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362" name="Google Shape;12362;p43"/>
            <p:cNvSpPr/>
            <p:nvPr/>
          </p:nvSpPr>
          <p:spPr>
            <a:xfrm>
              <a:off x="1796832" y="2059035"/>
              <a:ext cx="50340" cy="93853"/>
            </a:xfrm>
            <a:custGeom>
              <a:rect b="b" l="l" r="r" t="t"/>
              <a:pathLst>
                <a:path extrusionOk="0" h="3574" w="1917">
                  <a:moveTo>
                    <a:pt x="1675" y="0"/>
                  </a:moveTo>
                  <a:cubicBezTo>
                    <a:pt x="582" y="0"/>
                    <a:pt x="1" y="1426"/>
                    <a:pt x="912" y="2176"/>
                  </a:cubicBezTo>
                  <a:cubicBezTo>
                    <a:pt x="1055" y="2301"/>
                    <a:pt x="1132" y="2492"/>
                    <a:pt x="1132" y="2683"/>
                  </a:cubicBezTo>
                  <a:lnTo>
                    <a:pt x="1132" y="3133"/>
                  </a:lnTo>
                  <a:cubicBezTo>
                    <a:pt x="1132" y="3373"/>
                    <a:pt x="931" y="3574"/>
                    <a:pt x="682" y="3574"/>
                  </a:cubicBezTo>
                  <a:lnTo>
                    <a:pt x="1132" y="3574"/>
                  </a:lnTo>
                  <a:cubicBezTo>
                    <a:pt x="1381" y="3574"/>
                    <a:pt x="1582" y="3373"/>
                    <a:pt x="1582" y="3133"/>
                  </a:cubicBezTo>
                  <a:lnTo>
                    <a:pt x="1582" y="2683"/>
                  </a:lnTo>
                  <a:cubicBezTo>
                    <a:pt x="1582" y="2492"/>
                    <a:pt x="1495" y="2301"/>
                    <a:pt x="1352" y="2176"/>
                  </a:cubicBezTo>
                  <a:cubicBezTo>
                    <a:pt x="548" y="1516"/>
                    <a:pt x="892" y="214"/>
                    <a:pt x="1917" y="23"/>
                  </a:cubicBezTo>
                  <a:cubicBezTo>
                    <a:pt x="1834" y="8"/>
                    <a:pt x="1753" y="0"/>
                    <a:pt x="1675" y="0"/>
                  </a:cubicBezTo>
                  <a:close/>
                </a:path>
              </a:pathLst>
            </a:custGeom>
            <a:solidFill>
              <a:srgbClr val="6A7F9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363" name="Google Shape;12363;p43"/>
            <p:cNvSpPr/>
            <p:nvPr/>
          </p:nvSpPr>
          <p:spPr>
            <a:xfrm>
              <a:off x="1750141" y="1970906"/>
              <a:ext cx="41228" cy="181982"/>
            </a:xfrm>
            <a:custGeom>
              <a:rect b="b" l="l" r="r" t="t"/>
              <a:pathLst>
                <a:path extrusionOk="0" h="6930" w="1570">
                  <a:moveTo>
                    <a:pt x="900" y="1"/>
                  </a:moveTo>
                  <a:cubicBezTo>
                    <a:pt x="402" y="1"/>
                    <a:pt x="0" y="403"/>
                    <a:pt x="0" y="900"/>
                  </a:cubicBezTo>
                  <a:lnTo>
                    <a:pt x="0" y="6709"/>
                  </a:lnTo>
                  <a:cubicBezTo>
                    <a:pt x="0" y="6834"/>
                    <a:pt x="96" y="6930"/>
                    <a:pt x="221" y="6930"/>
                  </a:cubicBezTo>
                  <a:lnTo>
                    <a:pt x="900" y="6930"/>
                  </a:lnTo>
                  <a:cubicBezTo>
                    <a:pt x="776" y="6930"/>
                    <a:pt x="670" y="6834"/>
                    <a:pt x="670" y="6709"/>
                  </a:cubicBezTo>
                  <a:lnTo>
                    <a:pt x="670" y="900"/>
                  </a:lnTo>
                  <a:cubicBezTo>
                    <a:pt x="670" y="403"/>
                    <a:pt x="1072" y="1"/>
                    <a:pt x="1570" y="1"/>
                  </a:cubicBezTo>
                  <a:close/>
                </a:path>
              </a:pathLst>
            </a:custGeom>
            <a:solidFill>
              <a:srgbClr val="657A8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364" name="Google Shape;12364;p43"/>
            <p:cNvSpPr/>
            <p:nvPr/>
          </p:nvSpPr>
          <p:spPr>
            <a:xfrm>
              <a:off x="1999953" y="2029518"/>
              <a:ext cx="41990" cy="64678"/>
            </a:xfrm>
            <a:custGeom>
              <a:rect b="b" l="l" r="r" t="t"/>
              <a:pathLst>
                <a:path extrusionOk="0" h="2463" w="1599">
                  <a:moveTo>
                    <a:pt x="256" y="0"/>
                  </a:moveTo>
                  <a:cubicBezTo>
                    <a:pt x="171" y="0"/>
                    <a:pt x="86" y="9"/>
                    <a:pt x="0" y="27"/>
                  </a:cubicBezTo>
                  <a:cubicBezTo>
                    <a:pt x="574" y="133"/>
                    <a:pt x="1005" y="640"/>
                    <a:pt x="1005" y="1233"/>
                  </a:cubicBezTo>
                  <a:cubicBezTo>
                    <a:pt x="1005" y="1826"/>
                    <a:pt x="594" y="2334"/>
                    <a:pt x="10" y="2449"/>
                  </a:cubicBezTo>
                  <a:lnTo>
                    <a:pt x="0" y="2449"/>
                  </a:lnTo>
                  <a:cubicBezTo>
                    <a:pt x="77" y="2458"/>
                    <a:pt x="153" y="2463"/>
                    <a:pt x="230" y="2463"/>
                  </a:cubicBezTo>
                  <a:cubicBezTo>
                    <a:pt x="307" y="2463"/>
                    <a:pt x="383" y="2458"/>
                    <a:pt x="460" y="2449"/>
                  </a:cubicBezTo>
                  <a:cubicBezTo>
                    <a:pt x="1139" y="2334"/>
                    <a:pt x="1599" y="1683"/>
                    <a:pt x="1465" y="1003"/>
                  </a:cubicBezTo>
                  <a:cubicBezTo>
                    <a:pt x="1356" y="411"/>
                    <a:pt x="832" y="0"/>
                    <a:pt x="256" y="0"/>
                  </a:cubicBezTo>
                  <a:close/>
                </a:path>
              </a:pathLst>
            </a:custGeom>
            <a:solidFill>
              <a:srgbClr val="C0CAD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365" name="Google Shape;12365;p43"/>
            <p:cNvSpPr/>
            <p:nvPr/>
          </p:nvSpPr>
          <p:spPr>
            <a:xfrm>
              <a:off x="1932097" y="1970906"/>
              <a:ext cx="23634" cy="76443"/>
            </a:xfrm>
            <a:custGeom>
              <a:rect b="b" l="l" r="r" t="t"/>
              <a:pathLst>
                <a:path extrusionOk="0" h="2911" w="900">
                  <a:moveTo>
                    <a:pt x="230" y="1"/>
                  </a:moveTo>
                  <a:cubicBezTo>
                    <a:pt x="106" y="1"/>
                    <a:pt x="0" y="96"/>
                    <a:pt x="0" y="221"/>
                  </a:cubicBezTo>
                  <a:lnTo>
                    <a:pt x="0" y="2460"/>
                  </a:lnTo>
                  <a:cubicBezTo>
                    <a:pt x="0" y="2709"/>
                    <a:pt x="201" y="2910"/>
                    <a:pt x="450" y="2910"/>
                  </a:cubicBezTo>
                  <a:lnTo>
                    <a:pt x="900" y="2910"/>
                  </a:lnTo>
                  <a:cubicBezTo>
                    <a:pt x="651" y="2910"/>
                    <a:pt x="450" y="2709"/>
                    <a:pt x="450" y="2460"/>
                  </a:cubicBezTo>
                  <a:lnTo>
                    <a:pt x="450" y="221"/>
                  </a:lnTo>
                  <a:cubicBezTo>
                    <a:pt x="450" y="96"/>
                    <a:pt x="546" y="1"/>
                    <a:pt x="670" y="1"/>
                  </a:cubicBezTo>
                  <a:close/>
                </a:path>
              </a:pathLst>
            </a:custGeom>
            <a:solidFill>
              <a:srgbClr val="C0CAD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366" name="Google Shape;12366;p43"/>
            <p:cNvSpPr/>
            <p:nvPr/>
          </p:nvSpPr>
          <p:spPr>
            <a:xfrm>
              <a:off x="1932097" y="2076708"/>
              <a:ext cx="23634" cy="76180"/>
            </a:xfrm>
            <a:custGeom>
              <a:rect b="b" l="l" r="r" t="t"/>
              <a:pathLst>
                <a:path extrusionOk="0" h="2901" w="900">
                  <a:moveTo>
                    <a:pt x="450" y="1"/>
                  </a:moveTo>
                  <a:cubicBezTo>
                    <a:pt x="201" y="1"/>
                    <a:pt x="0" y="202"/>
                    <a:pt x="0" y="441"/>
                  </a:cubicBezTo>
                  <a:lnTo>
                    <a:pt x="0" y="2901"/>
                  </a:lnTo>
                  <a:lnTo>
                    <a:pt x="450" y="2901"/>
                  </a:lnTo>
                  <a:lnTo>
                    <a:pt x="450" y="441"/>
                  </a:lnTo>
                  <a:cubicBezTo>
                    <a:pt x="450" y="192"/>
                    <a:pt x="651" y="1"/>
                    <a:pt x="900" y="1"/>
                  </a:cubicBezTo>
                  <a:close/>
                </a:path>
              </a:pathLst>
            </a:custGeom>
            <a:solidFill>
              <a:srgbClr val="C0CAD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367" name="Google Shape;12367;p43"/>
            <p:cNvSpPr/>
            <p:nvPr/>
          </p:nvSpPr>
          <p:spPr>
            <a:xfrm>
              <a:off x="1981860" y="2152862"/>
              <a:ext cx="47268" cy="94011"/>
            </a:xfrm>
            <a:custGeom>
              <a:rect b="b" l="l" r="r" t="t"/>
              <a:pathLst>
                <a:path extrusionOk="0" h="3580" w="1800">
                  <a:moveTo>
                    <a:pt x="565" y="1"/>
                  </a:moveTo>
                  <a:cubicBezTo>
                    <a:pt x="814" y="1"/>
                    <a:pt x="1015" y="201"/>
                    <a:pt x="1015" y="450"/>
                  </a:cubicBezTo>
                  <a:lnTo>
                    <a:pt x="1015" y="910"/>
                  </a:lnTo>
                  <a:cubicBezTo>
                    <a:pt x="1015" y="1101"/>
                    <a:pt x="929" y="1283"/>
                    <a:pt x="785" y="1417"/>
                  </a:cubicBezTo>
                  <a:cubicBezTo>
                    <a:pt x="0" y="2068"/>
                    <a:pt x="316" y="3331"/>
                    <a:pt x="1311" y="3551"/>
                  </a:cubicBezTo>
                  <a:cubicBezTo>
                    <a:pt x="1393" y="3570"/>
                    <a:pt x="1474" y="3580"/>
                    <a:pt x="1555" y="3580"/>
                  </a:cubicBezTo>
                  <a:cubicBezTo>
                    <a:pt x="1637" y="3580"/>
                    <a:pt x="1718" y="3570"/>
                    <a:pt x="1799" y="3551"/>
                  </a:cubicBezTo>
                  <a:lnTo>
                    <a:pt x="1761" y="3551"/>
                  </a:lnTo>
                  <a:cubicBezTo>
                    <a:pt x="766" y="3331"/>
                    <a:pt x="450" y="2068"/>
                    <a:pt x="1235" y="1417"/>
                  </a:cubicBezTo>
                  <a:cubicBezTo>
                    <a:pt x="1378" y="1283"/>
                    <a:pt x="1464" y="1101"/>
                    <a:pt x="1464" y="910"/>
                  </a:cubicBezTo>
                  <a:lnTo>
                    <a:pt x="1464" y="450"/>
                  </a:lnTo>
                  <a:cubicBezTo>
                    <a:pt x="1464" y="201"/>
                    <a:pt x="1263" y="1"/>
                    <a:pt x="1015" y="1"/>
                  </a:cubicBezTo>
                  <a:close/>
                </a:path>
              </a:pathLst>
            </a:custGeom>
            <a:solidFill>
              <a:srgbClr val="C0CAD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368" name="Google Shape;12368;p43"/>
            <p:cNvSpPr/>
            <p:nvPr/>
          </p:nvSpPr>
          <p:spPr>
            <a:xfrm>
              <a:off x="1920542" y="2152862"/>
              <a:ext cx="23398" cy="76417"/>
            </a:xfrm>
            <a:custGeom>
              <a:rect b="b" l="l" r="r" t="t"/>
              <a:pathLst>
                <a:path extrusionOk="0" h="2910" w="891">
                  <a:moveTo>
                    <a:pt x="440" y="1"/>
                  </a:moveTo>
                  <a:lnTo>
                    <a:pt x="440" y="2460"/>
                  </a:lnTo>
                  <a:cubicBezTo>
                    <a:pt x="440" y="2709"/>
                    <a:pt x="239" y="2910"/>
                    <a:pt x="0" y="2910"/>
                  </a:cubicBezTo>
                  <a:lnTo>
                    <a:pt x="440" y="2910"/>
                  </a:lnTo>
                  <a:cubicBezTo>
                    <a:pt x="689" y="2910"/>
                    <a:pt x="890" y="2709"/>
                    <a:pt x="890" y="2460"/>
                  </a:cubicBezTo>
                  <a:lnTo>
                    <a:pt x="890" y="1"/>
                  </a:lnTo>
                  <a:close/>
                </a:path>
              </a:pathLst>
            </a:custGeom>
            <a:solidFill>
              <a:srgbClr val="30496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369" name="Google Shape;12369;p43"/>
            <p:cNvSpPr/>
            <p:nvPr/>
          </p:nvSpPr>
          <p:spPr>
            <a:xfrm>
              <a:off x="1834068" y="2211605"/>
              <a:ext cx="42252" cy="64888"/>
            </a:xfrm>
            <a:custGeom>
              <a:rect b="b" l="l" r="r" t="t"/>
              <a:pathLst>
                <a:path extrusionOk="0" h="2471" w="1609">
                  <a:moveTo>
                    <a:pt x="1371" y="1"/>
                  </a:moveTo>
                  <a:cubicBezTo>
                    <a:pt x="1295" y="1"/>
                    <a:pt x="1221" y="8"/>
                    <a:pt x="1149" y="22"/>
                  </a:cubicBezTo>
                  <a:cubicBezTo>
                    <a:pt x="460" y="137"/>
                    <a:pt x="1" y="788"/>
                    <a:pt x="135" y="1467"/>
                  </a:cubicBezTo>
                  <a:cubicBezTo>
                    <a:pt x="243" y="2060"/>
                    <a:pt x="767" y="2471"/>
                    <a:pt x="1350" y="2471"/>
                  </a:cubicBezTo>
                  <a:cubicBezTo>
                    <a:pt x="1435" y="2471"/>
                    <a:pt x="1522" y="2462"/>
                    <a:pt x="1609" y="2443"/>
                  </a:cubicBezTo>
                  <a:cubicBezTo>
                    <a:pt x="929" y="2309"/>
                    <a:pt x="489" y="1649"/>
                    <a:pt x="633" y="970"/>
                  </a:cubicBezTo>
                  <a:cubicBezTo>
                    <a:pt x="738" y="491"/>
                    <a:pt x="1121" y="118"/>
                    <a:pt x="1599" y="22"/>
                  </a:cubicBezTo>
                  <a:cubicBezTo>
                    <a:pt x="1523" y="8"/>
                    <a:pt x="1446" y="1"/>
                    <a:pt x="1371" y="1"/>
                  </a:cubicBezTo>
                  <a:close/>
                </a:path>
              </a:pathLst>
            </a:custGeom>
            <a:solidFill>
              <a:srgbClr val="30496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370" name="Google Shape;12370;p43"/>
            <p:cNvSpPr/>
            <p:nvPr/>
          </p:nvSpPr>
          <p:spPr>
            <a:xfrm>
              <a:off x="1920542" y="2258663"/>
              <a:ext cx="29175" cy="76417"/>
            </a:xfrm>
            <a:custGeom>
              <a:rect b="b" l="l" r="r" t="t"/>
              <a:pathLst>
                <a:path extrusionOk="0" h="2910" w="1111">
                  <a:moveTo>
                    <a:pt x="0" y="1"/>
                  </a:moveTo>
                  <a:cubicBezTo>
                    <a:pt x="239" y="1"/>
                    <a:pt x="440" y="202"/>
                    <a:pt x="440" y="450"/>
                  </a:cubicBezTo>
                  <a:lnTo>
                    <a:pt x="440" y="2680"/>
                  </a:lnTo>
                  <a:cubicBezTo>
                    <a:pt x="440" y="2805"/>
                    <a:pt x="546" y="2910"/>
                    <a:pt x="670" y="2910"/>
                  </a:cubicBezTo>
                  <a:lnTo>
                    <a:pt x="1110" y="2910"/>
                  </a:lnTo>
                  <a:cubicBezTo>
                    <a:pt x="986" y="2910"/>
                    <a:pt x="890" y="2805"/>
                    <a:pt x="890" y="2680"/>
                  </a:cubicBezTo>
                  <a:lnTo>
                    <a:pt x="890" y="450"/>
                  </a:lnTo>
                  <a:cubicBezTo>
                    <a:pt x="890" y="202"/>
                    <a:pt x="689" y="1"/>
                    <a:pt x="440" y="1"/>
                  </a:cubicBezTo>
                  <a:close/>
                </a:path>
              </a:pathLst>
            </a:custGeom>
            <a:solidFill>
              <a:srgbClr val="30496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2371" name="Google Shape;12371;p43"/>
          <p:cNvGrpSpPr/>
          <p:nvPr/>
        </p:nvGrpSpPr>
        <p:grpSpPr>
          <a:xfrm>
            <a:off x="2186425" y="1823758"/>
            <a:ext cx="396105" cy="353985"/>
            <a:chOff x="2186425" y="1976158"/>
            <a:chExt cx="396105" cy="353985"/>
          </a:xfrm>
        </p:grpSpPr>
        <p:sp>
          <p:nvSpPr>
            <p:cNvPr id="12372" name="Google Shape;12372;p43"/>
            <p:cNvSpPr/>
            <p:nvPr/>
          </p:nvSpPr>
          <p:spPr>
            <a:xfrm>
              <a:off x="2256277" y="2024949"/>
              <a:ext cx="255379" cy="255352"/>
            </a:xfrm>
            <a:custGeom>
              <a:rect b="b" l="l" r="r" t="t"/>
              <a:pathLst>
                <a:path extrusionOk="0" h="9724" w="9725">
                  <a:moveTo>
                    <a:pt x="4863" y="0"/>
                  </a:moveTo>
                  <a:cubicBezTo>
                    <a:pt x="2183" y="0"/>
                    <a:pt x="1" y="2182"/>
                    <a:pt x="1" y="4862"/>
                  </a:cubicBezTo>
                  <a:cubicBezTo>
                    <a:pt x="1" y="7551"/>
                    <a:pt x="2183" y="9724"/>
                    <a:pt x="4863" y="9724"/>
                  </a:cubicBezTo>
                  <a:cubicBezTo>
                    <a:pt x="7552" y="9724"/>
                    <a:pt x="9724" y="7551"/>
                    <a:pt x="9724" y="4862"/>
                  </a:cubicBezTo>
                  <a:cubicBezTo>
                    <a:pt x="9724" y="2182"/>
                    <a:pt x="7552" y="0"/>
                    <a:pt x="4863" y="0"/>
                  </a:cubicBezTo>
                  <a:close/>
                </a:path>
              </a:pathLst>
            </a:custGeom>
            <a:solidFill>
              <a:srgbClr val="7F91A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373" name="Google Shape;12373;p43"/>
            <p:cNvSpPr/>
            <p:nvPr/>
          </p:nvSpPr>
          <p:spPr>
            <a:xfrm>
              <a:off x="2230909" y="2027706"/>
              <a:ext cx="243036" cy="252700"/>
            </a:xfrm>
            <a:custGeom>
              <a:rect b="b" l="l" r="r" t="t"/>
              <a:pathLst>
                <a:path extrusionOk="0" h="9623" w="9255">
                  <a:moveTo>
                    <a:pt x="4843" y="1"/>
                  </a:moveTo>
                  <a:lnTo>
                    <a:pt x="4843" y="1"/>
                  </a:lnTo>
                  <a:cubicBezTo>
                    <a:pt x="1656" y="661"/>
                    <a:pt x="0" y="4202"/>
                    <a:pt x="1541" y="7063"/>
                  </a:cubicBezTo>
                  <a:cubicBezTo>
                    <a:pt x="2439" y="8731"/>
                    <a:pt x="4128" y="9622"/>
                    <a:pt x="5836" y="9622"/>
                  </a:cubicBezTo>
                  <a:cubicBezTo>
                    <a:pt x="7059" y="9622"/>
                    <a:pt x="8293" y="9166"/>
                    <a:pt x="9255" y="8212"/>
                  </a:cubicBezTo>
                  <a:lnTo>
                    <a:pt x="9255" y="8212"/>
                  </a:lnTo>
                  <a:cubicBezTo>
                    <a:pt x="8929" y="8279"/>
                    <a:pt x="8594" y="8308"/>
                    <a:pt x="8260" y="8308"/>
                  </a:cubicBezTo>
                  <a:cubicBezTo>
                    <a:pt x="6288" y="8308"/>
                    <a:pt x="4518" y="7121"/>
                    <a:pt x="3771" y="5302"/>
                  </a:cubicBezTo>
                  <a:cubicBezTo>
                    <a:pt x="3015" y="3484"/>
                    <a:pt x="3436" y="1388"/>
                    <a:pt x="4843" y="1"/>
                  </a:cubicBezTo>
                  <a:close/>
                </a:path>
              </a:pathLst>
            </a:custGeom>
            <a:solidFill>
              <a:srgbClr val="6A7F9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374" name="Google Shape;12374;p43"/>
            <p:cNvSpPr/>
            <p:nvPr/>
          </p:nvSpPr>
          <p:spPr>
            <a:xfrm>
              <a:off x="2309322" y="2026210"/>
              <a:ext cx="202570" cy="252332"/>
            </a:xfrm>
            <a:custGeom>
              <a:rect b="b" l="l" r="r" t="t"/>
              <a:pathLst>
                <a:path extrusionOk="0" h="9609" w="7714">
                  <a:moveTo>
                    <a:pt x="3551" y="0"/>
                  </a:moveTo>
                  <a:lnTo>
                    <a:pt x="3886" y="402"/>
                  </a:lnTo>
                  <a:cubicBezTo>
                    <a:pt x="3924" y="450"/>
                    <a:pt x="3934" y="517"/>
                    <a:pt x="3905" y="574"/>
                  </a:cubicBezTo>
                  <a:lnTo>
                    <a:pt x="3685" y="1101"/>
                  </a:lnTo>
                  <a:cubicBezTo>
                    <a:pt x="3669" y="1133"/>
                    <a:pt x="3640" y="1150"/>
                    <a:pt x="3611" y="1150"/>
                  </a:cubicBezTo>
                  <a:cubicBezTo>
                    <a:pt x="3589" y="1150"/>
                    <a:pt x="3567" y="1141"/>
                    <a:pt x="3551" y="1120"/>
                  </a:cubicBezTo>
                  <a:lnTo>
                    <a:pt x="3340" y="823"/>
                  </a:lnTo>
                  <a:cubicBezTo>
                    <a:pt x="3315" y="781"/>
                    <a:pt x="3269" y="754"/>
                    <a:pt x="3219" y="754"/>
                  </a:cubicBezTo>
                  <a:cubicBezTo>
                    <a:pt x="3212" y="754"/>
                    <a:pt x="3204" y="755"/>
                    <a:pt x="3197" y="756"/>
                  </a:cubicBezTo>
                  <a:lnTo>
                    <a:pt x="2967" y="766"/>
                  </a:lnTo>
                  <a:cubicBezTo>
                    <a:pt x="2891" y="766"/>
                    <a:pt x="2814" y="814"/>
                    <a:pt x="2766" y="881"/>
                  </a:cubicBezTo>
                  <a:lnTo>
                    <a:pt x="2144" y="1818"/>
                  </a:lnTo>
                  <a:cubicBezTo>
                    <a:pt x="2087" y="1905"/>
                    <a:pt x="2134" y="2019"/>
                    <a:pt x="2240" y="2039"/>
                  </a:cubicBezTo>
                  <a:lnTo>
                    <a:pt x="2527" y="2096"/>
                  </a:lnTo>
                  <a:cubicBezTo>
                    <a:pt x="2539" y="2098"/>
                    <a:pt x="2552" y="2100"/>
                    <a:pt x="2564" y="2100"/>
                  </a:cubicBezTo>
                  <a:cubicBezTo>
                    <a:pt x="2647" y="2100"/>
                    <a:pt x="2723" y="2046"/>
                    <a:pt x="2757" y="1972"/>
                  </a:cubicBezTo>
                  <a:lnTo>
                    <a:pt x="2900" y="1589"/>
                  </a:lnTo>
                  <a:cubicBezTo>
                    <a:pt x="2922" y="1528"/>
                    <a:pt x="2977" y="1492"/>
                    <a:pt x="3034" y="1492"/>
                  </a:cubicBezTo>
                  <a:cubicBezTo>
                    <a:pt x="3075" y="1492"/>
                    <a:pt x="3117" y="1510"/>
                    <a:pt x="3149" y="1550"/>
                  </a:cubicBezTo>
                  <a:lnTo>
                    <a:pt x="3273" y="1713"/>
                  </a:lnTo>
                  <a:lnTo>
                    <a:pt x="3206" y="2220"/>
                  </a:lnTo>
                  <a:cubicBezTo>
                    <a:pt x="3197" y="2259"/>
                    <a:pt x="3168" y="2278"/>
                    <a:pt x="3139" y="2287"/>
                  </a:cubicBezTo>
                  <a:lnTo>
                    <a:pt x="2489" y="2383"/>
                  </a:lnTo>
                  <a:cubicBezTo>
                    <a:pt x="2460" y="2383"/>
                    <a:pt x="2431" y="2402"/>
                    <a:pt x="2412" y="2412"/>
                  </a:cubicBezTo>
                  <a:lnTo>
                    <a:pt x="1761" y="2890"/>
                  </a:lnTo>
                  <a:cubicBezTo>
                    <a:pt x="1694" y="2938"/>
                    <a:pt x="1646" y="3015"/>
                    <a:pt x="1627" y="3091"/>
                  </a:cubicBezTo>
                  <a:lnTo>
                    <a:pt x="1570" y="3350"/>
                  </a:lnTo>
                  <a:cubicBezTo>
                    <a:pt x="1552" y="3430"/>
                    <a:pt x="1485" y="3485"/>
                    <a:pt x="1407" y="3485"/>
                  </a:cubicBezTo>
                  <a:cubicBezTo>
                    <a:pt x="1401" y="3485"/>
                    <a:pt x="1394" y="3484"/>
                    <a:pt x="1388" y="3484"/>
                  </a:cubicBezTo>
                  <a:lnTo>
                    <a:pt x="1091" y="3445"/>
                  </a:lnTo>
                  <a:cubicBezTo>
                    <a:pt x="1085" y="3445"/>
                    <a:pt x="1078" y="3444"/>
                    <a:pt x="1072" y="3444"/>
                  </a:cubicBezTo>
                  <a:cubicBezTo>
                    <a:pt x="1002" y="3444"/>
                    <a:pt x="937" y="3489"/>
                    <a:pt x="919" y="3551"/>
                  </a:cubicBezTo>
                  <a:lnTo>
                    <a:pt x="756" y="3991"/>
                  </a:lnTo>
                  <a:cubicBezTo>
                    <a:pt x="718" y="4087"/>
                    <a:pt x="766" y="4182"/>
                    <a:pt x="862" y="4211"/>
                  </a:cubicBezTo>
                  <a:lnTo>
                    <a:pt x="1235" y="4316"/>
                  </a:lnTo>
                  <a:cubicBezTo>
                    <a:pt x="1252" y="4322"/>
                    <a:pt x="1270" y="4325"/>
                    <a:pt x="1287" y="4325"/>
                  </a:cubicBezTo>
                  <a:cubicBezTo>
                    <a:pt x="1360" y="4325"/>
                    <a:pt x="1434" y="4280"/>
                    <a:pt x="1465" y="4211"/>
                  </a:cubicBezTo>
                  <a:lnTo>
                    <a:pt x="1704" y="3685"/>
                  </a:lnTo>
                  <a:cubicBezTo>
                    <a:pt x="1742" y="3599"/>
                    <a:pt x="1819" y="3532"/>
                    <a:pt x="1905" y="3503"/>
                  </a:cubicBezTo>
                  <a:lnTo>
                    <a:pt x="2307" y="3378"/>
                  </a:lnTo>
                  <a:lnTo>
                    <a:pt x="2833" y="4010"/>
                  </a:lnTo>
                  <a:lnTo>
                    <a:pt x="2785" y="4154"/>
                  </a:lnTo>
                  <a:cubicBezTo>
                    <a:pt x="2747" y="4249"/>
                    <a:pt x="2795" y="4345"/>
                    <a:pt x="2891" y="4374"/>
                  </a:cubicBezTo>
                  <a:cubicBezTo>
                    <a:pt x="2910" y="4383"/>
                    <a:pt x="2929" y="4383"/>
                    <a:pt x="2948" y="4383"/>
                  </a:cubicBezTo>
                  <a:cubicBezTo>
                    <a:pt x="3015" y="4383"/>
                    <a:pt x="3082" y="4335"/>
                    <a:pt x="3111" y="4268"/>
                  </a:cubicBezTo>
                  <a:lnTo>
                    <a:pt x="3159" y="4115"/>
                  </a:lnTo>
                  <a:cubicBezTo>
                    <a:pt x="3197" y="4000"/>
                    <a:pt x="3178" y="3886"/>
                    <a:pt x="3101" y="3790"/>
                  </a:cubicBezTo>
                  <a:lnTo>
                    <a:pt x="2661" y="3244"/>
                  </a:lnTo>
                  <a:lnTo>
                    <a:pt x="2776" y="3216"/>
                  </a:lnTo>
                  <a:lnTo>
                    <a:pt x="3159" y="3455"/>
                  </a:lnTo>
                  <a:cubicBezTo>
                    <a:pt x="3235" y="3503"/>
                    <a:pt x="3292" y="3579"/>
                    <a:pt x="3312" y="3675"/>
                  </a:cubicBezTo>
                  <a:lnTo>
                    <a:pt x="3398" y="4087"/>
                  </a:lnTo>
                  <a:cubicBezTo>
                    <a:pt x="3407" y="4163"/>
                    <a:pt x="3484" y="4221"/>
                    <a:pt x="3570" y="4221"/>
                  </a:cubicBezTo>
                  <a:lnTo>
                    <a:pt x="3599" y="4221"/>
                  </a:lnTo>
                  <a:cubicBezTo>
                    <a:pt x="3694" y="4201"/>
                    <a:pt x="3752" y="4106"/>
                    <a:pt x="3733" y="4020"/>
                  </a:cubicBezTo>
                  <a:lnTo>
                    <a:pt x="3694" y="3780"/>
                  </a:lnTo>
                  <a:cubicBezTo>
                    <a:pt x="3675" y="3704"/>
                    <a:pt x="3733" y="3627"/>
                    <a:pt x="3809" y="3618"/>
                  </a:cubicBezTo>
                  <a:cubicBezTo>
                    <a:pt x="3876" y="3599"/>
                    <a:pt x="3924" y="3551"/>
                    <a:pt x="3934" y="3493"/>
                  </a:cubicBezTo>
                  <a:lnTo>
                    <a:pt x="4010" y="3082"/>
                  </a:lnTo>
                  <a:cubicBezTo>
                    <a:pt x="4037" y="3012"/>
                    <a:pt x="4095" y="2966"/>
                    <a:pt x="4163" y="2966"/>
                  </a:cubicBezTo>
                  <a:cubicBezTo>
                    <a:pt x="4170" y="2966"/>
                    <a:pt x="4176" y="2966"/>
                    <a:pt x="4183" y="2967"/>
                  </a:cubicBezTo>
                  <a:lnTo>
                    <a:pt x="4269" y="2967"/>
                  </a:lnTo>
                  <a:cubicBezTo>
                    <a:pt x="4277" y="2969"/>
                    <a:pt x="4286" y="2969"/>
                    <a:pt x="4294" y="2969"/>
                  </a:cubicBezTo>
                  <a:cubicBezTo>
                    <a:pt x="4333" y="2969"/>
                    <a:pt x="4371" y="2952"/>
                    <a:pt x="4403" y="2929"/>
                  </a:cubicBezTo>
                  <a:cubicBezTo>
                    <a:pt x="4431" y="2890"/>
                    <a:pt x="4470" y="2871"/>
                    <a:pt x="4517" y="2871"/>
                  </a:cubicBezTo>
                  <a:lnTo>
                    <a:pt x="4785" y="2900"/>
                  </a:lnTo>
                  <a:cubicBezTo>
                    <a:pt x="4833" y="2919"/>
                    <a:pt x="4881" y="2957"/>
                    <a:pt x="4891" y="3015"/>
                  </a:cubicBezTo>
                  <a:lnTo>
                    <a:pt x="4919" y="3130"/>
                  </a:lnTo>
                  <a:cubicBezTo>
                    <a:pt x="4939" y="3216"/>
                    <a:pt x="4881" y="3302"/>
                    <a:pt x="4795" y="3321"/>
                  </a:cubicBezTo>
                  <a:lnTo>
                    <a:pt x="4039" y="3551"/>
                  </a:lnTo>
                  <a:cubicBezTo>
                    <a:pt x="3953" y="3570"/>
                    <a:pt x="3924" y="3675"/>
                    <a:pt x="3982" y="3742"/>
                  </a:cubicBezTo>
                  <a:lnTo>
                    <a:pt x="4049" y="3828"/>
                  </a:lnTo>
                  <a:cubicBezTo>
                    <a:pt x="4087" y="3857"/>
                    <a:pt x="4125" y="3876"/>
                    <a:pt x="4173" y="3876"/>
                  </a:cubicBezTo>
                  <a:lnTo>
                    <a:pt x="4613" y="3838"/>
                  </a:lnTo>
                  <a:cubicBezTo>
                    <a:pt x="4619" y="3837"/>
                    <a:pt x="4626" y="3837"/>
                    <a:pt x="4632" y="3837"/>
                  </a:cubicBezTo>
                  <a:cubicBezTo>
                    <a:pt x="4710" y="3837"/>
                    <a:pt x="4777" y="3892"/>
                    <a:pt x="4795" y="3972"/>
                  </a:cubicBezTo>
                  <a:lnTo>
                    <a:pt x="4814" y="4087"/>
                  </a:lnTo>
                  <a:cubicBezTo>
                    <a:pt x="4852" y="4278"/>
                    <a:pt x="4709" y="4469"/>
                    <a:pt x="4508" y="4479"/>
                  </a:cubicBezTo>
                  <a:lnTo>
                    <a:pt x="3666" y="4546"/>
                  </a:lnTo>
                  <a:cubicBezTo>
                    <a:pt x="3570" y="4556"/>
                    <a:pt x="3503" y="4651"/>
                    <a:pt x="3532" y="4747"/>
                  </a:cubicBezTo>
                  <a:cubicBezTo>
                    <a:pt x="3565" y="4845"/>
                    <a:pt x="3485" y="4937"/>
                    <a:pt x="3389" y="4937"/>
                  </a:cubicBezTo>
                  <a:cubicBezTo>
                    <a:pt x="3373" y="4937"/>
                    <a:pt x="3357" y="4934"/>
                    <a:pt x="3340" y="4929"/>
                  </a:cubicBezTo>
                  <a:lnTo>
                    <a:pt x="2718" y="4728"/>
                  </a:lnTo>
                  <a:cubicBezTo>
                    <a:pt x="2632" y="4699"/>
                    <a:pt x="2575" y="4623"/>
                    <a:pt x="2556" y="4536"/>
                  </a:cubicBezTo>
                  <a:cubicBezTo>
                    <a:pt x="2536" y="4422"/>
                    <a:pt x="2441" y="4335"/>
                    <a:pt x="2316" y="4335"/>
                  </a:cubicBezTo>
                  <a:lnTo>
                    <a:pt x="1723" y="4345"/>
                  </a:lnTo>
                  <a:cubicBezTo>
                    <a:pt x="1503" y="4355"/>
                    <a:pt x="1292" y="4402"/>
                    <a:pt x="1101" y="4489"/>
                  </a:cubicBezTo>
                  <a:lnTo>
                    <a:pt x="890" y="4584"/>
                  </a:lnTo>
                  <a:cubicBezTo>
                    <a:pt x="775" y="4632"/>
                    <a:pt x="689" y="4747"/>
                    <a:pt x="689" y="4871"/>
                  </a:cubicBezTo>
                  <a:lnTo>
                    <a:pt x="680" y="5044"/>
                  </a:lnTo>
                  <a:lnTo>
                    <a:pt x="86" y="5733"/>
                  </a:lnTo>
                  <a:cubicBezTo>
                    <a:pt x="29" y="5790"/>
                    <a:pt x="0" y="5867"/>
                    <a:pt x="0" y="5953"/>
                  </a:cubicBezTo>
                  <a:lnTo>
                    <a:pt x="0" y="6690"/>
                  </a:lnTo>
                  <a:cubicBezTo>
                    <a:pt x="0" y="6824"/>
                    <a:pt x="58" y="6948"/>
                    <a:pt x="153" y="7044"/>
                  </a:cubicBezTo>
                  <a:lnTo>
                    <a:pt x="689" y="7561"/>
                  </a:lnTo>
                  <a:cubicBezTo>
                    <a:pt x="766" y="7637"/>
                    <a:pt x="871" y="7685"/>
                    <a:pt x="996" y="7695"/>
                  </a:cubicBezTo>
                  <a:lnTo>
                    <a:pt x="2565" y="7838"/>
                  </a:lnTo>
                  <a:cubicBezTo>
                    <a:pt x="2670" y="7838"/>
                    <a:pt x="2737" y="7934"/>
                    <a:pt x="2728" y="8030"/>
                  </a:cubicBezTo>
                  <a:lnTo>
                    <a:pt x="2718" y="8106"/>
                  </a:lnTo>
                  <a:cubicBezTo>
                    <a:pt x="2699" y="8221"/>
                    <a:pt x="2757" y="8345"/>
                    <a:pt x="2852" y="8412"/>
                  </a:cubicBezTo>
                  <a:lnTo>
                    <a:pt x="3235" y="8699"/>
                  </a:lnTo>
                  <a:lnTo>
                    <a:pt x="3178" y="8891"/>
                  </a:lnTo>
                  <a:cubicBezTo>
                    <a:pt x="3139" y="9025"/>
                    <a:pt x="3178" y="9168"/>
                    <a:pt x="3283" y="9255"/>
                  </a:cubicBezTo>
                  <a:lnTo>
                    <a:pt x="3694" y="9609"/>
                  </a:lnTo>
                  <a:cubicBezTo>
                    <a:pt x="4096" y="9542"/>
                    <a:pt x="4489" y="9417"/>
                    <a:pt x="4862" y="9255"/>
                  </a:cubicBezTo>
                  <a:lnTo>
                    <a:pt x="5503" y="8479"/>
                  </a:lnTo>
                  <a:cubicBezTo>
                    <a:pt x="5599" y="8355"/>
                    <a:pt x="5685" y="8221"/>
                    <a:pt x="5752" y="8077"/>
                  </a:cubicBezTo>
                  <a:lnTo>
                    <a:pt x="6470" y="6422"/>
                  </a:lnTo>
                  <a:cubicBezTo>
                    <a:pt x="6546" y="6249"/>
                    <a:pt x="6422" y="6049"/>
                    <a:pt x="6231" y="6039"/>
                  </a:cubicBezTo>
                  <a:cubicBezTo>
                    <a:pt x="6020" y="6039"/>
                    <a:pt x="5829" y="5953"/>
                    <a:pt x="5695" y="5790"/>
                  </a:cubicBezTo>
                  <a:lnTo>
                    <a:pt x="4977" y="4938"/>
                  </a:lnTo>
                  <a:cubicBezTo>
                    <a:pt x="4864" y="4805"/>
                    <a:pt x="4979" y="4650"/>
                    <a:pt x="5109" y="4650"/>
                  </a:cubicBezTo>
                  <a:cubicBezTo>
                    <a:pt x="5156" y="4650"/>
                    <a:pt x="5204" y="4670"/>
                    <a:pt x="5245" y="4718"/>
                  </a:cubicBezTo>
                  <a:lnTo>
                    <a:pt x="5963" y="5570"/>
                  </a:lnTo>
                  <a:cubicBezTo>
                    <a:pt x="6020" y="5637"/>
                    <a:pt x="6116" y="5685"/>
                    <a:pt x="6211" y="5685"/>
                  </a:cubicBezTo>
                  <a:cubicBezTo>
                    <a:pt x="6317" y="5685"/>
                    <a:pt x="6422" y="5618"/>
                    <a:pt x="6470" y="5522"/>
                  </a:cubicBezTo>
                  <a:lnTo>
                    <a:pt x="6881" y="4709"/>
                  </a:lnTo>
                  <a:cubicBezTo>
                    <a:pt x="6920" y="4632"/>
                    <a:pt x="6900" y="4536"/>
                    <a:pt x="6833" y="4489"/>
                  </a:cubicBezTo>
                  <a:lnTo>
                    <a:pt x="6709" y="4412"/>
                  </a:lnTo>
                  <a:cubicBezTo>
                    <a:pt x="6671" y="4374"/>
                    <a:pt x="6652" y="4316"/>
                    <a:pt x="6680" y="4268"/>
                  </a:cubicBezTo>
                  <a:lnTo>
                    <a:pt x="6747" y="4182"/>
                  </a:lnTo>
                  <a:cubicBezTo>
                    <a:pt x="6808" y="4078"/>
                    <a:pt x="6918" y="4024"/>
                    <a:pt x="7031" y="4024"/>
                  </a:cubicBezTo>
                  <a:cubicBezTo>
                    <a:pt x="7114" y="4024"/>
                    <a:pt x="7199" y="4054"/>
                    <a:pt x="7264" y="4115"/>
                  </a:cubicBezTo>
                  <a:lnTo>
                    <a:pt x="7714" y="4565"/>
                  </a:lnTo>
                  <a:cubicBezTo>
                    <a:pt x="7695" y="4364"/>
                    <a:pt x="7676" y="4163"/>
                    <a:pt x="7637" y="3972"/>
                  </a:cubicBezTo>
                  <a:cubicBezTo>
                    <a:pt x="7274" y="1905"/>
                    <a:pt x="5628" y="306"/>
                    <a:pt x="3551" y="0"/>
                  </a:cubicBezTo>
                  <a:close/>
                </a:path>
              </a:pathLst>
            </a:custGeom>
            <a:solidFill>
              <a:srgbClr val="CED6D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375" name="Google Shape;12375;p43"/>
            <p:cNvSpPr/>
            <p:nvPr/>
          </p:nvSpPr>
          <p:spPr>
            <a:xfrm>
              <a:off x="2339468" y="2073189"/>
              <a:ext cx="16360" cy="26181"/>
            </a:xfrm>
            <a:custGeom>
              <a:rect b="b" l="l" r="r" t="t"/>
              <a:pathLst>
                <a:path extrusionOk="0" h="997" w="623">
                  <a:moveTo>
                    <a:pt x="441" y="1"/>
                  </a:moveTo>
                  <a:cubicBezTo>
                    <a:pt x="345" y="1"/>
                    <a:pt x="269" y="77"/>
                    <a:pt x="269" y="173"/>
                  </a:cubicBezTo>
                  <a:lnTo>
                    <a:pt x="269" y="546"/>
                  </a:lnTo>
                  <a:lnTo>
                    <a:pt x="116" y="699"/>
                  </a:lnTo>
                  <a:cubicBezTo>
                    <a:pt x="1" y="805"/>
                    <a:pt x="77" y="996"/>
                    <a:pt x="230" y="996"/>
                  </a:cubicBezTo>
                  <a:cubicBezTo>
                    <a:pt x="278" y="996"/>
                    <a:pt x="326" y="977"/>
                    <a:pt x="355" y="948"/>
                  </a:cubicBezTo>
                  <a:lnTo>
                    <a:pt x="565" y="747"/>
                  </a:lnTo>
                  <a:cubicBezTo>
                    <a:pt x="604" y="719"/>
                    <a:pt x="623" y="671"/>
                    <a:pt x="623" y="623"/>
                  </a:cubicBezTo>
                  <a:lnTo>
                    <a:pt x="613" y="173"/>
                  </a:lnTo>
                  <a:cubicBezTo>
                    <a:pt x="613" y="77"/>
                    <a:pt x="537" y="1"/>
                    <a:pt x="441" y="1"/>
                  </a:cubicBezTo>
                  <a:close/>
                </a:path>
              </a:pathLst>
            </a:custGeom>
            <a:solidFill>
              <a:srgbClr val="CED6D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376" name="Google Shape;12376;p43"/>
            <p:cNvSpPr/>
            <p:nvPr/>
          </p:nvSpPr>
          <p:spPr>
            <a:xfrm>
              <a:off x="2309322" y="2158901"/>
              <a:ext cx="146531" cy="119641"/>
            </a:xfrm>
            <a:custGeom>
              <a:rect b="b" l="l" r="r" t="t"/>
              <a:pathLst>
                <a:path extrusionOk="0" h="4556" w="5580">
                  <a:moveTo>
                    <a:pt x="670" y="0"/>
                  </a:moveTo>
                  <a:lnTo>
                    <a:pt x="77" y="670"/>
                  </a:lnTo>
                  <a:cubicBezTo>
                    <a:pt x="29" y="737"/>
                    <a:pt x="0" y="814"/>
                    <a:pt x="0" y="890"/>
                  </a:cubicBezTo>
                  <a:lnTo>
                    <a:pt x="0" y="1627"/>
                  </a:lnTo>
                  <a:cubicBezTo>
                    <a:pt x="0" y="1761"/>
                    <a:pt x="58" y="1895"/>
                    <a:pt x="153" y="1991"/>
                  </a:cubicBezTo>
                  <a:lnTo>
                    <a:pt x="680" y="2498"/>
                  </a:lnTo>
                  <a:cubicBezTo>
                    <a:pt x="766" y="2575"/>
                    <a:pt x="871" y="2622"/>
                    <a:pt x="986" y="2642"/>
                  </a:cubicBezTo>
                  <a:lnTo>
                    <a:pt x="2565" y="2785"/>
                  </a:lnTo>
                  <a:cubicBezTo>
                    <a:pt x="2670" y="2785"/>
                    <a:pt x="2737" y="2881"/>
                    <a:pt x="2728" y="2977"/>
                  </a:cubicBezTo>
                  <a:lnTo>
                    <a:pt x="2718" y="3053"/>
                  </a:lnTo>
                  <a:cubicBezTo>
                    <a:pt x="2699" y="3168"/>
                    <a:pt x="2757" y="3292"/>
                    <a:pt x="2852" y="3359"/>
                  </a:cubicBezTo>
                  <a:lnTo>
                    <a:pt x="3235" y="3646"/>
                  </a:lnTo>
                  <a:lnTo>
                    <a:pt x="3178" y="3838"/>
                  </a:lnTo>
                  <a:cubicBezTo>
                    <a:pt x="3139" y="3972"/>
                    <a:pt x="3178" y="4115"/>
                    <a:pt x="3283" y="4202"/>
                  </a:cubicBezTo>
                  <a:lnTo>
                    <a:pt x="3694" y="4556"/>
                  </a:lnTo>
                  <a:lnTo>
                    <a:pt x="3704" y="4556"/>
                  </a:lnTo>
                  <a:cubicBezTo>
                    <a:pt x="3991" y="4508"/>
                    <a:pt x="4278" y="4422"/>
                    <a:pt x="4556" y="4316"/>
                  </a:cubicBezTo>
                  <a:lnTo>
                    <a:pt x="4623" y="4297"/>
                  </a:lnTo>
                  <a:cubicBezTo>
                    <a:pt x="4690" y="4269"/>
                    <a:pt x="4747" y="4249"/>
                    <a:pt x="4805" y="4221"/>
                  </a:cubicBezTo>
                  <a:lnTo>
                    <a:pt x="4862" y="4192"/>
                  </a:lnTo>
                  <a:lnTo>
                    <a:pt x="5503" y="3426"/>
                  </a:lnTo>
                  <a:cubicBezTo>
                    <a:pt x="5532" y="3388"/>
                    <a:pt x="5561" y="3350"/>
                    <a:pt x="5580" y="3312"/>
                  </a:cubicBezTo>
                  <a:lnTo>
                    <a:pt x="5274" y="3312"/>
                  </a:lnTo>
                  <a:cubicBezTo>
                    <a:pt x="3187" y="3312"/>
                    <a:pt x="1331" y="1981"/>
                    <a:pt x="670" y="0"/>
                  </a:cubicBezTo>
                  <a:close/>
                </a:path>
              </a:pathLst>
            </a:custGeom>
            <a:solidFill>
              <a:srgbClr val="8297A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377" name="Google Shape;12377;p43"/>
            <p:cNvSpPr/>
            <p:nvPr/>
          </p:nvSpPr>
          <p:spPr>
            <a:xfrm>
              <a:off x="2236765" y="2073740"/>
              <a:ext cx="345765" cy="256403"/>
            </a:xfrm>
            <a:custGeom>
              <a:rect b="b" l="l" r="r" t="t"/>
              <a:pathLst>
                <a:path extrusionOk="0" h="9764" w="13167">
                  <a:moveTo>
                    <a:pt x="11542" y="0"/>
                  </a:moveTo>
                  <a:cubicBezTo>
                    <a:pt x="11407" y="0"/>
                    <a:pt x="11274" y="126"/>
                    <a:pt x="11338" y="286"/>
                  </a:cubicBezTo>
                  <a:cubicBezTo>
                    <a:pt x="12697" y="3148"/>
                    <a:pt x="11740" y="6574"/>
                    <a:pt x="9089" y="8306"/>
                  </a:cubicBezTo>
                  <a:cubicBezTo>
                    <a:pt x="8022" y="9007"/>
                    <a:pt x="6813" y="9347"/>
                    <a:pt x="5613" y="9347"/>
                  </a:cubicBezTo>
                  <a:cubicBezTo>
                    <a:pt x="3834" y="9347"/>
                    <a:pt x="2076" y="8600"/>
                    <a:pt x="830" y="7177"/>
                  </a:cubicBezTo>
                  <a:lnTo>
                    <a:pt x="830" y="7177"/>
                  </a:lnTo>
                  <a:lnTo>
                    <a:pt x="1567" y="7416"/>
                  </a:lnTo>
                  <a:cubicBezTo>
                    <a:pt x="1599" y="7429"/>
                    <a:pt x="1629" y="7435"/>
                    <a:pt x="1656" y="7435"/>
                  </a:cubicBezTo>
                  <a:cubicBezTo>
                    <a:pt x="1872" y="7435"/>
                    <a:pt x="1955" y="7082"/>
                    <a:pt x="1701" y="7014"/>
                  </a:cubicBezTo>
                  <a:lnTo>
                    <a:pt x="294" y="6545"/>
                  </a:lnTo>
                  <a:cubicBezTo>
                    <a:pt x="272" y="6538"/>
                    <a:pt x="249" y="6535"/>
                    <a:pt x="228" y="6535"/>
                  </a:cubicBezTo>
                  <a:cubicBezTo>
                    <a:pt x="102" y="6535"/>
                    <a:pt x="0" y="6645"/>
                    <a:pt x="17" y="6784"/>
                  </a:cubicBezTo>
                  <a:lnTo>
                    <a:pt x="256" y="8421"/>
                  </a:lnTo>
                  <a:cubicBezTo>
                    <a:pt x="275" y="8526"/>
                    <a:pt x="361" y="8603"/>
                    <a:pt x="466" y="8603"/>
                  </a:cubicBezTo>
                  <a:lnTo>
                    <a:pt x="495" y="8603"/>
                  </a:lnTo>
                  <a:cubicBezTo>
                    <a:pt x="610" y="8583"/>
                    <a:pt x="696" y="8478"/>
                    <a:pt x="677" y="8363"/>
                  </a:cubicBezTo>
                  <a:lnTo>
                    <a:pt x="553" y="7492"/>
                  </a:lnTo>
                  <a:lnTo>
                    <a:pt x="553" y="7492"/>
                  </a:lnTo>
                  <a:cubicBezTo>
                    <a:pt x="1880" y="8985"/>
                    <a:pt x="3736" y="9764"/>
                    <a:pt x="5614" y="9764"/>
                  </a:cubicBezTo>
                  <a:cubicBezTo>
                    <a:pt x="6903" y="9764"/>
                    <a:pt x="8202" y="9397"/>
                    <a:pt x="9348" y="8641"/>
                  </a:cubicBezTo>
                  <a:cubicBezTo>
                    <a:pt x="12152" y="6794"/>
                    <a:pt x="13166" y="3157"/>
                    <a:pt x="11731" y="114"/>
                  </a:cubicBezTo>
                  <a:lnTo>
                    <a:pt x="11721" y="104"/>
                  </a:lnTo>
                  <a:cubicBezTo>
                    <a:pt x="11677" y="31"/>
                    <a:pt x="11609" y="0"/>
                    <a:pt x="11542" y="0"/>
                  </a:cubicBezTo>
                  <a:close/>
                </a:path>
              </a:pathLst>
            </a:custGeom>
            <a:solidFill>
              <a:srgbClr val="E2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378" name="Google Shape;12378;p43"/>
            <p:cNvSpPr/>
            <p:nvPr/>
          </p:nvSpPr>
          <p:spPr>
            <a:xfrm>
              <a:off x="2186425" y="1976158"/>
              <a:ext cx="344820" cy="255510"/>
            </a:xfrm>
            <a:custGeom>
              <a:rect b="b" l="l" r="r" t="t"/>
              <a:pathLst>
                <a:path extrusionOk="0" h="9730" w="13131">
                  <a:moveTo>
                    <a:pt x="7544" y="0"/>
                  </a:moveTo>
                  <a:cubicBezTo>
                    <a:pt x="6257" y="0"/>
                    <a:pt x="4960" y="367"/>
                    <a:pt x="3819" y="1121"/>
                  </a:cubicBezTo>
                  <a:cubicBezTo>
                    <a:pt x="1024" y="2968"/>
                    <a:pt x="0" y="6586"/>
                    <a:pt x="1417" y="9620"/>
                  </a:cubicBezTo>
                  <a:cubicBezTo>
                    <a:pt x="1459" y="9697"/>
                    <a:pt x="1526" y="9730"/>
                    <a:pt x="1593" y="9730"/>
                  </a:cubicBezTo>
                  <a:cubicBezTo>
                    <a:pt x="1725" y="9730"/>
                    <a:pt x="1857" y="9603"/>
                    <a:pt x="1800" y="9438"/>
                  </a:cubicBezTo>
                  <a:cubicBezTo>
                    <a:pt x="1388" y="8586"/>
                    <a:pt x="1178" y="7658"/>
                    <a:pt x="1187" y="6720"/>
                  </a:cubicBezTo>
                  <a:cubicBezTo>
                    <a:pt x="1187" y="4079"/>
                    <a:pt x="2824" y="1715"/>
                    <a:pt x="5302" y="786"/>
                  </a:cubicBezTo>
                  <a:cubicBezTo>
                    <a:pt x="6026" y="514"/>
                    <a:pt x="6777" y="383"/>
                    <a:pt x="7521" y="383"/>
                  </a:cubicBezTo>
                  <a:cubicBezTo>
                    <a:pt x="9317" y="383"/>
                    <a:pt x="11073" y="1149"/>
                    <a:pt x="12298" y="2557"/>
                  </a:cubicBezTo>
                  <a:lnTo>
                    <a:pt x="11571" y="2318"/>
                  </a:lnTo>
                  <a:cubicBezTo>
                    <a:pt x="11549" y="2312"/>
                    <a:pt x="11529" y="2309"/>
                    <a:pt x="11509" y="2309"/>
                  </a:cubicBezTo>
                  <a:cubicBezTo>
                    <a:pt x="11294" y="2309"/>
                    <a:pt x="11209" y="2623"/>
                    <a:pt x="11437" y="2720"/>
                  </a:cubicBezTo>
                  <a:lnTo>
                    <a:pt x="12844" y="3179"/>
                  </a:lnTo>
                  <a:cubicBezTo>
                    <a:pt x="12863" y="3189"/>
                    <a:pt x="12882" y="3198"/>
                    <a:pt x="12911" y="3198"/>
                  </a:cubicBezTo>
                  <a:cubicBezTo>
                    <a:pt x="13035" y="3189"/>
                    <a:pt x="13131" y="3083"/>
                    <a:pt x="13121" y="2959"/>
                  </a:cubicBezTo>
                  <a:lnTo>
                    <a:pt x="12882" y="1313"/>
                  </a:lnTo>
                  <a:cubicBezTo>
                    <a:pt x="12869" y="1181"/>
                    <a:pt x="12773" y="1121"/>
                    <a:pt x="12676" y="1121"/>
                  </a:cubicBezTo>
                  <a:cubicBezTo>
                    <a:pt x="12554" y="1121"/>
                    <a:pt x="12429" y="1215"/>
                    <a:pt x="12461" y="1380"/>
                  </a:cubicBezTo>
                  <a:lnTo>
                    <a:pt x="12576" y="2241"/>
                  </a:lnTo>
                  <a:cubicBezTo>
                    <a:pt x="11251" y="769"/>
                    <a:pt x="9407" y="0"/>
                    <a:pt x="7544" y="0"/>
                  </a:cubicBezTo>
                  <a:close/>
                </a:path>
              </a:pathLst>
            </a:custGeom>
            <a:solidFill>
              <a:srgbClr val="E2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2379" name="Google Shape;12379;p43"/>
          <p:cNvGrpSpPr/>
          <p:nvPr/>
        </p:nvGrpSpPr>
        <p:grpSpPr>
          <a:xfrm>
            <a:off x="2659157" y="1865012"/>
            <a:ext cx="319191" cy="271240"/>
            <a:chOff x="2659157" y="2017412"/>
            <a:chExt cx="319191" cy="271240"/>
          </a:xfrm>
        </p:grpSpPr>
        <p:sp>
          <p:nvSpPr>
            <p:cNvPr id="12380" name="Google Shape;12380;p43"/>
            <p:cNvSpPr/>
            <p:nvPr/>
          </p:nvSpPr>
          <p:spPr>
            <a:xfrm>
              <a:off x="2808183" y="2086765"/>
              <a:ext cx="164125" cy="149314"/>
            </a:xfrm>
            <a:custGeom>
              <a:rect b="b" l="l" r="r" t="t"/>
              <a:pathLst>
                <a:path extrusionOk="0" h="5686" w="6250">
                  <a:moveTo>
                    <a:pt x="3934" y="1"/>
                  </a:moveTo>
                  <a:lnTo>
                    <a:pt x="2728" y="919"/>
                  </a:lnTo>
                  <a:lnTo>
                    <a:pt x="1733" y="584"/>
                  </a:lnTo>
                  <a:lnTo>
                    <a:pt x="0" y="1991"/>
                  </a:lnTo>
                  <a:lnTo>
                    <a:pt x="2670" y="5685"/>
                  </a:lnTo>
                  <a:lnTo>
                    <a:pt x="6250" y="3140"/>
                  </a:lnTo>
                  <a:lnTo>
                    <a:pt x="3934" y="1"/>
                  </a:lnTo>
                  <a:close/>
                </a:path>
              </a:pathLst>
            </a:custGeom>
            <a:solidFill>
              <a:srgbClr val="CED6D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381" name="Google Shape;12381;p43"/>
            <p:cNvSpPr/>
            <p:nvPr/>
          </p:nvSpPr>
          <p:spPr>
            <a:xfrm>
              <a:off x="2881816" y="2017412"/>
              <a:ext cx="96532" cy="177334"/>
            </a:xfrm>
            <a:custGeom>
              <a:rect b="b" l="l" r="r" t="t"/>
              <a:pathLst>
                <a:path extrusionOk="0" h="6753" w="3676">
                  <a:moveTo>
                    <a:pt x="3675" y="0"/>
                  </a:moveTo>
                  <a:lnTo>
                    <a:pt x="106" y="2536"/>
                  </a:lnTo>
                  <a:cubicBezTo>
                    <a:pt x="10" y="2594"/>
                    <a:pt x="0" y="2718"/>
                    <a:pt x="58" y="2804"/>
                  </a:cubicBezTo>
                  <a:lnTo>
                    <a:pt x="3063" y="6680"/>
                  </a:lnTo>
                  <a:cubicBezTo>
                    <a:pt x="3101" y="6729"/>
                    <a:pt x="3153" y="6753"/>
                    <a:pt x="3208" y="6753"/>
                  </a:cubicBezTo>
                  <a:cubicBezTo>
                    <a:pt x="3250" y="6753"/>
                    <a:pt x="3293" y="6738"/>
                    <a:pt x="3331" y="6709"/>
                  </a:cubicBezTo>
                  <a:lnTo>
                    <a:pt x="3675" y="6441"/>
                  </a:lnTo>
                  <a:lnTo>
                    <a:pt x="3675" y="0"/>
                  </a:lnTo>
                  <a:close/>
                </a:path>
              </a:pathLst>
            </a:custGeom>
            <a:solidFill>
              <a:srgbClr val="657A8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382" name="Google Shape;12382;p43"/>
            <p:cNvSpPr/>
            <p:nvPr/>
          </p:nvSpPr>
          <p:spPr>
            <a:xfrm>
              <a:off x="2947650" y="2150603"/>
              <a:ext cx="30698" cy="44196"/>
            </a:xfrm>
            <a:custGeom>
              <a:rect b="b" l="l" r="r" t="t"/>
              <a:pathLst>
                <a:path extrusionOk="0" h="1683" w="1169">
                  <a:moveTo>
                    <a:pt x="1168" y="0"/>
                  </a:moveTo>
                  <a:lnTo>
                    <a:pt x="1" y="890"/>
                  </a:lnTo>
                  <a:lnTo>
                    <a:pt x="556" y="1608"/>
                  </a:lnTo>
                  <a:cubicBezTo>
                    <a:pt x="595" y="1658"/>
                    <a:pt x="650" y="1683"/>
                    <a:pt x="707" y="1683"/>
                  </a:cubicBezTo>
                  <a:cubicBezTo>
                    <a:pt x="747" y="1683"/>
                    <a:pt x="788" y="1670"/>
                    <a:pt x="824" y="1646"/>
                  </a:cubicBezTo>
                  <a:lnTo>
                    <a:pt x="1168" y="1369"/>
                  </a:lnTo>
                  <a:lnTo>
                    <a:pt x="1168" y="0"/>
                  </a:lnTo>
                  <a:close/>
                </a:path>
              </a:pathLst>
            </a:custGeom>
            <a:solidFill>
              <a:srgbClr val="657A8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383" name="Google Shape;12383;p43"/>
            <p:cNvSpPr/>
            <p:nvPr/>
          </p:nvSpPr>
          <p:spPr>
            <a:xfrm>
              <a:off x="2818976" y="2136029"/>
              <a:ext cx="124682" cy="83034"/>
            </a:xfrm>
            <a:custGeom>
              <a:rect b="b" l="l" r="r" t="t"/>
              <a:pathLst>
                <a:path extrusionOk="0" h="3162" w="4748">
                  <a:moveTo>
                    <a:pt x="546" y="0"/>
                  </a:moveTo>
                  <a:lnTo>
                    <a:pt x="1" y="1005"/>
                  </a:lnTo>
                  <a:lnTo>
                    <a:pt x="3829" y="3092"/>
                  </a:lnTo>
                  <a:cubicBezTo>
                    <a:pt x="3916" y="3139"/>
                    <a:pt x="4009" y="3162"/>
                    <a:pt x="4101" y="3162"/>
                  </a:cubicBezTo>
                  <a:cubicBezTo>
                    <a:pt x="4303" y="3162"/>
                    <a:pt x="4499" y="3053"/>
                    <a:pt x="4604" y="2862"/>
                  </a:cubicBezTo>
                  <a:cubicBezTo>
                    <a:pt x="4748" y="2584"/>
                    <a:pt x="4652" y="2240"/>
                    <a:pt x="4374" y="2087"/>
                  </a:cubicBezTo>
                  <a:lnTo>
                    <a:pt x="546" y="0"/>
                  </a:lnTo>
                  <a:close/>
                </a:path>
              </a:pathLst>
            </a:custGeom>
            <a:solidFill>
              <a:srgbClr val="E2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384" name="Google Shape;12384;p43"/>
            <p:cNvSpPr/>
            <p:nvPr/>
          </p:nvSpPr>
          <p:spPr>
            <a:xfrm>
              <a:off x="2867741" y="2177730"/>
              <a:ext cx="73160" cy="41360"/>
            </a:xfrm>
            <a:custGeom>
              <a:rect b="b" l="l" r="r" t="t"/>
              <a:pathLst>
                <a:path extrusionOk="0" h="1575" w="2786">
                  <a:moveTo>
                    <a:pt x="240" y="1"/>
                  </a:moveTo>
                  <a:lnTo>
                    <a:pt x="1" y="432"/>
                  </a:lnTo>
                  <a:lnTo>
                    <a:pt x="1972" y="1504"/>
                  </a:lnTo>
                  <a:cubicBezTo>
                    <a:pt x="2058" y="1552"/>
                    <a:pt x="2152" y="1575"/>
                    <a:pt x="2244" y="1575"/>
                  </a:cubicBezTo>
                  <a:cubicBezTo>
                    <a:pt x="2478" y="1575"/>
                    <a:pt x="2703" y="1428"/>
                    <a:pt x="2785" y="1188"/>
                  </a:cubicBezTo>
                  <a:lnTo>
                    <a:pt x="2785" y="1188"/>
                  </a:lnTo>
                  <a:cubicBezTo>
                    <a:pt x="2729" y="1205"/>
                    <a:pt x="2672" y="1214"/>
                    <a:pt x="2615" y="1214"/>
                  </a:cubicBezTo>
                  <a:cubicBezTo>
                    <a:pt x="2517" y="1214"/>
                    <a:pt x="2421" y="1188"/>
                    <a:pt x="2336" y="1140"/>
                  </a:cubicBezTo>
                  <a:lnTo>
                    <a:pt x="240" y="1"/>
                  </a:lnTo>
                  <a:close/>
                </a:path>
              </a:pathLst>
            </a:custGeom>
            <a:solidFill>
              <a:srgbClr val="CED6D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385" name="Google Shape;12385;p43"/>
            <p:cNvSpPr/>
            <p:nvPr/>
          </p:nvSpPr>
          <p:spPr>
            <a:xfrm>
              <a:off x="2795867" y="2157641"/>
              <a:ext cx="124919" cy="82798"/>
            </a:xfrm>
            <a:custGeom>
              <a:rect b="b" l="l" r="r" t="t"/>
              <a:pathLst>
                <a:path extrusionOk="0" h="3153" w="4757">
                  <a:moveTo>
                    <a:pt x="546" y="0"/>
                  </a:moveTo>
                  <a:lnTo>
                    <a:pt x="0" y="996"/>
                  </a:lnTo>
                  <a:lnTo>
                    <a:pt x="3829" y="3082"/>
                  </a:lnTo>
                  <a:cubicBezTo>
                    <a:pt x="3916" y="3130"/>
                    <a:pt x="4010" y="3153"/>
                    <a:pt x="4102" y="3153"/>
                  </a:cubicBezTo>
                  <a:cubicBezTo>
                    <a:pt x="4304" y="3153"/>
                    <a:pt x="4499" y="3046"/>
                    <a:pt x="4604" y="2862"/>
                  </a:cubicBezTo>
                  <a:cubicBezTo>
                    <a:pt x="4757" y="2584"/>
                    <a:pt x="4652" y="2240"/>
                    <a:pt x="4374" y="2087"/>
                  </a:cubicBezTo>
                  <a:lnTo>
                    <a:pt x="546" y="0"/>
                  </a:lnTo>
                  <a:close/>
                </a:path>
              </a:pathLst>
            </a:custGeom>
            <a:solidFill>
              <a:srgbClr val="E2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386" name="Google Shape;12386;p43"/>
            <p:cNvSpPr/>
            <p:nvPr/>
          </p:nvSpPr>
          <p:spPr>
            <a:xfrm>
              <a:off x="2852667" y="2204620"/>
              <a:ext cx="65099" cy="35845"/>
            </a:xfrm>
            <a:custGeom>
              <a:rect b="b" l="l" r="r" t="t"/>
              <a:pathLst>
                <a:path extrusionOk="0" h="1365" w="2479">
                  <a:moveTo>
                    <a:pt x="220" y="1"/>
                  </a:moveTo>
                  <a:lnTo>
                    <a:pt x="0" y="384"/>
                  </a:lnTo>
                  <a:lnTo>
                    <a:pt x="1666" y="1293"/>
                  </a:lnTo>
                  <a:cubicBezTo>
                    <a:pt x="1752" y="1342"/>
                    <a:pt x="1845" y="1364"/>
                    <a:pt x="1937" y="1364"/>
                  </a:cubicBezTo>
                  <a:cubicBezTo>
                    <a:pt x="2171" y="1364"/>
                    <a:pt x="2397" y="1218"/>
                    <a:pt x="2479" y="977"/>
                  </a:cubicBezTo>
                  <a:lnTo>
                    <a:pt x="2479" y="977"/>
                  </a:lnTo>
                  <a:cubicBezTo>
                    <a:pt x="2405" y="1012"/>
                    <a:pt x="2325" y="1029"/>
                    <a:pt x="2245" y="1029"/>
                  </a:cubicBezTo>
                  <a:cubicBezTo>
                    <a:pt x="2150" y="1029"/>
                    <a:pt x="2055" y="1005"/>
                    <a:pt x="1972" y="958"/>
                  </a:cubicBezTo>
                  <a:lnTo>
                    <a:pt x="220" y="1"/>
                  </a:lnTo>
                  <a:close/>
                </a:path>
              </a:pathLst>
            </a:custGeom>
            <a:solidFill>
              <a:srgbClr val="CED6D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387" name="Google Shape;12387;p43"/>
            <p:cNvSpPr/>
            <p:nvPr/>
          </p:nvSpPr>
          <p:spPr>
            <a:xfrm>
              <a:off x="2772732" y="2178990"/>
              <a:ext cx="124945" cy="83060"/>
            </a:xfrm>
            <a:custGeom>
              <a:rect b="b" l="l" r="r" t="t"/>
              <a:pathLst>
                <a:path extrusionOk="0" h="3163" w="4758">
                  <a:moveTo>
                    <a:pt x="546" y="1"/>
                  </a:moveTo>
                  <a:lnTo>
                    <a:pt x="1" y="1006"/>
                  </a:lnTo>
                  <a:lnTo>
                    <a:pt x="3829" y="3092"/>
                  </a:lnTo>
                  <a:cubicBezTo>
                    <a:pt x="3916" y="3140"/>
                    <a:pt x="4009" y="3163"/>
                    <a:pt x="4101" y="3163"/>
                  </a:cubicBezTo>
                  <a:cubicBezTo>
                    <a:pt x="4303" y="3163"/>
                    <a:pt x="4499" y="3053"/>
                    <a:pt x="4604" y="2862"/>
                  </a:cubicBezTo>
                  <a:cubicBezTo>
                    <a:pt x="4757" y="2585"/>
                    <a:pt x="4652" y="2240"/>
                    <a:pt x="4375" y="2097"/>
                  </a:cubicBezTo>
                  <a:lnTo>
                    <a:pt x="546" y="1"/>
                  </a:lnTo>
                  <a:close/>
                </a:path>
              </a:pathLst>
            </a:custGeom>
            <a:solidFill>
              <a:srgbClr val="E2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388" name="Google Shape;12388;p43"/>
            <p:cNvSpPr/>
            <p:nvPr/>
          </p:nvSpPr>
          <p:spPr>
            <a:xfrm>
              <a:off x="2837594" y="2231011"/>
              <a:ext cx="56800" cy="31013"/>
            </a:xfrm>
            <a:custGeom>
              <a:rect b="b" l="l" r="r" t="t"/>
              <a:pathLst>
                <a:path extrusionOk="0" h="1181" w="2163">
                  <a:moveTo>
                    <a:pt x="211" y="1"/>
                  </a:moveTo>
                  <a:lnTo>
                    <a:pt x="0" y="365"/>
                  </a:lnTo>
                  <a:lnTo>
                    <a:pt x="1359" y="1111"/>
                  </a:lnTo>
                  <a:cubicBezTo>
                    <a:pt x="1445" y="1158"/>
                    <a:pt x="1539" y="1181"/>
                    <a:pt x="1631" y="1181"/>
                  </a:cubicBezTo>
                  <a:cubicBezTo>
                    <a:pt x="1856" y="1181"/>
                    <a:pt x="2075" y="1048"/>
                    <a:pt x="2163" y="824"/>
                  </a:cubicBezTo>
                  <a:lnTo>
                    <a:pt x="2163" y="824"/>
                  </a:lnTo>
                  <a:cubicBezTo>
                    <a:pt x="2092" y="853"/>
                    <a:pt x="2019" y="868"/>
                    <a:pt x="1946" y="868"/>
                  </a:cubicBezTo>
                  <a:cubicBezTo>
                    <a:pt x="1853" y="868"/>
                    <a:pt x="1761" y="844"/>
                    <a:pt x="1675" y="795"/>
                  </a:cubicBezTo>
                  <a:lnTo>
                    <a:pt x="211" y="1"/>
                  </a:lnTo>
                  <a:close/>
                </a:path>
              </a:pathLst>
            </a:custGeom>
            <a:solidFill>
              <a:srgbClr val="CED6D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389" name="Google Shape;12389;p43"/>
            <p:cNvSpPr/>
            <p:nvPr/>
          </p:nvSpPr>
          <p:spPr>
            <a:xfrm>
              <a:off x="2749623" y="2200602"/>
              <a:ext cx="124919" cy="82955"/>
            </a:xfrm>
            <a:custGeom>
              <a:rect b="b" l="l" r="r" t="t"/>
              <a:pathLst>
                <a:path extrusionOk="0" h="3159" w="4757">
                  <a:moveTo>
                    <a:pt x="546" y="1"/>
                  </a:moveTo>
                  <a:lnTo>
                    <a:pt x="0" y="996"/>
                  </a:lnTo>
                  <a:lnTo>
                    <a:pt x="3829" y="3092"/>
                  </a:lnTo>
                  <a:cubicBezTo>
                    <a:pt x="3915" y="3137"/>
                    <a:pt x="4008" y="3158"/>
                    <a:pt x="4100" y="3158"/>
                  </a:cubicBezTo>
                  <a:cubicBezTo>
                    <a:pt x="4302" y="3158"/>
                    <a:pt x="4498" y="3053"/>
                    <a:pt x="4604" y="2862"/>
                  </a:cubicBezTo>
                  <a:cubicBezTo>
                    <a:pt x="4757" y="2585"/>
                    <a:pt x="4652" y="2240"/>
                    <a:pt x="4374" y="2087"/>
                  </a:cubicBezTo>
                  <a:lnTo>
                    <a:pt x="546" y="1"/>
                  </a:lnTo>
                  <a:close/>
                </a:path>
              </a:pathLst>
            </a:custGeom>
            <a:solidFill>
              <a:srgbClr val="E2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390" name="Google Shape;12390;p43"/>
            <p:cNvSpPr/>
            <p:nvPr/>
          </p:nvSpPr>
          <p:spPr>
            <a:xfrm>
              <a:off x="2822495" y="2255906"/>
              <a:ext cx="49054" cy="27494"/>
            </a:xfrm>
            <a:custGeom>
              <a:rect b="b" l="l" r="r" t="t"/>
              <a:pathLst>
                <a:path extrusionOk="0" h="1047" w="1868">
                  <a:moveTo>
                    <a:pt x="240" y="0"/>
                  </a:moveTo>
                  <a:lnTo>
                    <a:pt x="1" y="402"/>
                  </a:lnTo>
                  <a:lnTo>
                    <a:pt x="1054" y="976"/>
                  </a:lnTo>
                  <a:cubicBezTo>
                    <a:pt x="1140" y="1024"/>
                    <a:pt x="1234" y="1047"/>
                    <a:pt x="1326" y="1047"/>
                  </a:cubicBezTo>
                  <a:cubicBezTo>
                    <a:pt x="1528" y="1047"/>
                    <a:pt x="1724" y="938"/>
                    <a:pt x="1829" y="747"/>
                  </a:cubicBezTo>
                  <a:cubicBezTo>
                    <a:pt x="1848" y="728"/>
                    <a:pt x="1857" y="699"/>
                    <a:pt x="1867" y="670"/>
                  </a:cubicBezTo>
                  <a:lnTo>
                    <a:pt x="1867" y="670"/>
                  </a:lnTo>
                  <a:cubicBezTo>
                    <a:pt x="1801" y="695"/>
                    <a:pt x="1732" y="707"/>
                    <a:pt x="1663" y="707"/>
                  </a:cubicBezTo>
                  <a:cubicBezTo>
                    <a:pt x="1572" y="707"/>
                    <a:pt x="1480" y="685"/>
                    <a:pt x="1398" y="642"/>
                  </a:cubicBezTo>
                  <a:lnTo>
                    <a:pt x="240" y="0"/>
                  </a:lnTo>
                  <a:close/>
                </a:path>
              </a:pathLst>
            </a:custGeom>
            <a:solidFill>
              <a:srgbClr val="CED6D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391" name="Google Shape;12391;p43"/>
            <p:cNvSpPr/>
            <p:nvPr/>
          </p:nvSpPr>
          <p:spPr>
            <a:xfrm>
              <a:off x="2673968" y="2097059"/>
              <a:ext cx="159109" cy="144036"/>
            </a:xfrm>
            <a:custGeom>
              <a:rect b="b" l="l" r="r" t="t"/>
              <a:pathLst>
                <a:path extrusionOk="0" h="5485" w="6059">
                  <a:moveTo>
                    <a:pt x="1896" y="1"/>
                  </a:moveTo>
                  <a:lnTo>
                    <a:pt x="1" y="3418"/>
                  </a:lnTo>
                  <a:lnTo>
                    <a:pt x="3877" y="5485"/>
                  </a:lnTo>
                  <a:lnTo>
                    <a:pt x="6059" y="1484"/>
                  </a:lnTo>
                  <a:lnTo>
                    <a:pt x="4145" y="680"/>
                  </a:lnTo>
                  <a:cubicBezTo>
                    <a:pt x="4106" y="661"/>
                    <a:pt x="4078" y="661"/>
                    <a:pt x="4039" y="661"/>
                  </a:cubicBezTo>
                  <a:lnTo>
                    <a:pt x="3274" y="757"/>
                  </a:lnTo>
                  <a:cubicBezTo>
                    <a:pt x="3226" y="757"/>
                    <a:pt x="3188" y="747"/>
                    <a:pt x="3149" y="728"/>
                  </a:cubicBezTo>
                  <a:lnTo>
                    <a:pt x="1896" y="1"/>
                  </a:lnTo>
                  <a:close/>
                </a:path>
              </a:pathLst>
            </a:custGeom>
            <a:solidFill>
              <a:srgbClr val="E2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392" name="Google Shape;12392;p43"/>
            <p:cNvSpPr/>
            <p:nvPr/>
          </p:nvSpPr>
          <p:spPr>
            <a:xfrm>
              <a:off x="2659157" y="2039261"/>
              <a:ext cx="98528" cy="170191"/>
            </a:xfrm>
            <a:custGeom>
              <a:rect b="b" l="l" r="r" t="t"/>
              <a:pathLst>
                <a:path extrusionOk="0" h="6481" w="3752">
                  <a:moveTo>
                    <a:pt x="0" y="1"/>
                  </a:moveTo>
                  <a:lnTo>
                    <a:pt x="0" y="5810"/>
                  </a:lnTo>
                  <a:lnTo>
                    <a:pt x="1101" y="6451"/>
                  </a:lnTo>
                  <a:cubicBezTo>
                    <a:pt x="1133" y="6471"/>
                    <a:pt x="1170" y="6480"/>
                    <a:pt x="1207" y="6480"/>
                  </a:cubicBezTo>
                  <a:cubicBezTo>
                    <a:pt x="1279" y="6480"/>
                    <a:pt x="1350" y="6444"/>
                    <a:pt x="1388" y="6375"/>
                  </a:cubicBezTo>
                  <a:lnTo>
                    <a:pt x="3694" y="2384"/>
                  </a:lnTo>
                  <a:cubicBezTo>
                    <a:pt x="3752" y="2288"/>
                    <a:pt x="3713" y="2154"/>
                    <a:pt x="3618" y="2097"/>
                  </a:cubicBezTo>
                  <a:lnTo>
                    <a:pt x="0" y="1"/>
                  </a:lnTo>
                  <a:close/>
                </a:path>
              </a:pathLst>
            </a:custGeom>
            <a:solidFill>
              <a:srgbClr val="F4F6F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393" name="Google Shape;12393;p43"/>
            <p:cNvSpPr/>
            <p:nvPr/>
          </p:nvSpPr>
          <p:spPr>
            <a:xfrm>
              <a:off x="2659157" y="2039261"/>
              <a:ext cx="75918" cy="159109"/>
            </a:xfrm>
            <a:custGeom>
              <a:rect b="b" l="l" r="r" t="t"/>
              <a:pathLst>
                <a:path extrusionOk="0" h="6059" w="2891">
                  <a:moveTo>
                    <a:pt x="0" y="1"/>
                  </a:moveTo>
                  <a:lnTo>
                    <a:pt x="0" y="5810"/>
                  </a:lnTo>
                  <a:lnTo>
                    <a:pt x="431" y="6059"/>
                  </a:lnTo>
                  <a:lnTo>
                    <a:pt x="2890" y="1676"/>
                  </a:lnTo>
                  <a:lnTo>
                    <a:pt x="0" y="1"/>
                  </a:lnTo>
                  <a:close/>
                </a:path>
              </a:pathLst>
            </a:custGeom>
            <a:solidFill>
              <a:srgbClr val="4E677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394" name="Google Shape;12394;p43"/>
            <p:cNvSpPr/>
            <p:nvPr/>
          </p:nvSpPr>
          <p:spPr>
            <a:xfrm>
              <a:off x="2659157" y="2159138"/>
              <a:ext cx="47268" cy="50314"/>
            </a:xfrm>
            <a:custGeom>
              <a:rect b="b" l="l" r="r" t="t"/>
              <a:pathLst>
                <a:path extrusionOk="0" h="1916" w="1800">
                  <a:moveTo>
                    <a:pt x="0" y="1"/>
                  </a:moveTo>
                  <a:lnTo>
                    <a:pt x="0" y="1245"/>
                  </a:lnTo>
                  <a:lnTo>
                    <a:pt x="1101" y="1886"/>
                  </a:lnTo>
                  <a:cubicBezTo>
                    <a:pt x="1133" y="1906"/>
                    <a:pt x="1170" y="1915"/>
                    <a:pt x="1207" y="1915"/>
                  </a:cubicBezTo>
                  <a:cubicBezTo>
                    <a:pt x="1279" y="1915"/>
                    <a:pt x="1350" y="1879"/>
                    <a:pt x="1388" y="1810"/>
                  </a:cubicBezTo>
                  <a:lnTo>
                    <a:pt x="1799" y="1092"/>
                  </a:lnTo>
                  <a:lnTo>
                    <a:pt x="0" y="1"/>
                  </a:lnTo>
                  <a:close/>
                </a:path>
              </a:pathLst>
            </a:custGeom>
            <a:solidFill>
              <a:srgbClr val="E8EDF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395" name="Google Shape;12395;p43"/>
            <p:cNvSpPr/>
            <p:nvPr/>
          </p:nvSpPr>
          <p:spPr>
            <a:xfrm>
              <a:off x="2659157" y="2159138"/>
              <a:ext cx="24894" cy="39232"/>
            </a:xfrm>
            <a:custGeom>
              <a:rect b="b" l="l" r="r" t="t"/>
              <a:pathLst>
                <a:path extrusionOk="0" h="1494" w="948">
                  <a:moveTo>
                    <a:pt x="0" y="1"/>
                  </a:moveTo>
                  <a:lnTo>
                    <a:pt x="0" y="1245"/>
                  </a:lnTo>
                  <a:lnTo>
                    <a:pt x="431" y="1494"/>
                  </a:lnTo>
                  <a:lnTo>
                    <a:pt x="948" y="575"/>
                  </a:lnTo>
                  <a:lnTo>
                    <a:pt x="0" y="1"/>
                  </a:lnTo>
                  <a:close/>
                </a:path>
              </a:pathLst>
            </a:custGeom>
            <a:solidFill>
              <a:srgbClr val="465C7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396" name="Google Shape;12396;p43"/>
            <p:cNvSpPr/>
            <p:nvPr/>
          </p:nvSpPr>
          <p:spPr>
            <a:xfrm>
              <a:off x="2706898" y="2179463"/>
              <a:ext cx="67121" cy="53859"/>
            </a:xfrm>
            <a:custGeom>
              <a:rect b="b" l="l" r="r" t="t"/>
              <a:pathLst>
                <a:path extrusionOk="0" h="2051" w="2556">
                  <a:moveTo>
                    <a:pt x="1902" y="1"/>
                  </a:moveTo>
                  <a:cubicBezTo>
                    <a:pt x="1788" y="1"/>
                    <a:pt x="1672" y="35"/>
                    <a:pt x="1570" y="107"/>
                  </a:cubicBezTo>
                  <a:lnTo>
                    <a:pt x="316" y="1016"/>
                  </a:lnTo>
                  <a:cubicBezTo>
                    <a:pt x="58" y="1198"/>
                    <a:pt x="1" y="1562"/>
                    <a:pt x="192" y="1811"/>
                  </a:cubicBezTo>
                  <a:cubicBezTo>
                    <a:pt x="302" y="1968"/>
                    <a:pt x="477" y="2051"/>
                    <a:pt x="654" y="2051"/>
                  </a:cubicBezTo>
                  <a:cubicBezTo>
                    <a:pt x="769" y="2051"/>
                    <a:pt x="885" y="2016"/>
                    <a:pt x="986" y="1945"/>
                  </a:cubicBezTo>
                  <a:lnTo>
                    <a:pt x="2240" y="1045"/>
                  </a:lnTo>
                  <a:cubicBezTo>
                    <a:pt x="2508" y="854"/>
                    <a:pt x="2556" y="490"/>
                    <a:pt x="2364" y="232"/>
                  </a:cubicBezTo>
                  <a:cubicBezTo>
                    <a:pt x="2249" y="81"/>
                    <a:pt x="2077" y="1"/>
                    <a:pt x="1902" y="1"/>
                  </a:cubicBezTo>
                  <a:close/>
                </a:path>
              </a:pathLst>
            </a:custGeom>
            <a:solidFill>
              <a:srgbClr val="CED6D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397" name="Google Shape;12397;p43"/>
            <p:cNvSpPr/>
            <p:nvPr/>
          </p:nvSpPr>
          <p:spPr>
            <a:xfrm>
              <a:off x="2710154" y="2180513"/>
              <a:ext cx="63864" cy="52914"/>
            </a:xfrm>
            <a:custGeom>
              <a:rect b="b" l="l" r="r" t="t"/>
              <a:pathLst>
                <a:path extrusionOk="0" h="2015" w="2432">
                  <a:moveTo>
                    <a:pt x="2001" y="0"/>
                  </a:moveTo>
                  <a:lnTo>
                    <a:pt x="2001" y="0"/>
                  </a:lnTo>
                  <a:cubicBezTo>
                    <a:pt x="2097" y="249"/>
                    <a:pt x="2011" y="527"/>
                    <a:pt x="1800" y="680"/>
                  </a:cubicBezTo>
                  <a:lnTo>
                    <a:pt x="546" y="1589"/>
                  </a:lnTo>
                  <a:cubicBezTo>
                    <a:pt x="445" y="1661"/>
                    <a:pt x="329" y="1699"/>
                    <a:pt x="211" y="1699"/>
                  </a:cubicBezTo>
                  <a:cubicBezTo>
                    <a:pt x="141" y="1699"/>
                    <a:pt x="69" y="1685"/>
                    <a:pt x="1" y="1656"/>
                  </a:cubicBezTo>
                  <a:lnTo>
                    <a:pt x="1" y="1656"/>
                  </a:lnTo>
                  <a:cubicBezTo>
                    <a:pt x="89" y="1883"/>
                    <a:pt x="303" y="2015"/>
                    <a:pt x="525" y="2015"/>
                  </a:cubicBezTo>
                  <a:cubicBezTo>
                    <a:pt x="640" y="2015"/>
                    <a:pt x="758" y="1980"/>
                    <a:pt x="862" y="1905"/>
                  </a:cubicBezTo>
                  <a:lnTo>
                    <a:pt x="2116" y="1005"/>
                  </a:lnTo>
                  <a:cubicBezTo>
                    <a:pt x="2384" y="814"/>
                    <a:pt x="2432" y="440"/>
                    <a:pt x="2240" y="192"/>
                  </a:cubicBezTo>
                  <a:cubicBezTo>
                    <a:pt x="2173" y="106"/>
                    <a:pt x="2097" y="39"/>
                    <a:pt x="2001" y="0"/>
                  </a:cubicBezTo>
                  <a:close/>
                </a:path>
              </a:pathLst>
            </a:custGeom>
            <a:solidFill>
              <a:srgbClr val="A9B4B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398" name="Google Shape;12398;p43"/>
            <p:cNvSpPr/>
            <p:nvPr/>
          </p:nvSpPr>
          <p:spPr>
            <a:xfrm>
              <a:off x="2732528" y="2203254"/>
              <a:ext cx="59847" cy="48528"/>
            </a:xfrm>
            <a:custGeom>
              <a:rect b="b" l="l" r="r" t="t"/>
              <a:pathLst>
                <a:path extrusionOk="0" h="1848" w="2279">
                  <a:moveTo>
                    <a:pt x="1629" y="1"/>
                  </a:moveTo>
                  <a:cubicBezTo>
                    <a:pt x="1512" y="1"/>
                    <a:pt x="1394" y="37"/>
                    <a:pt x="1293" y="110"/>
                  </a:cubicBezTo>
                  <a:lnTo>
                    <a:pt x="326" y="809"/>
                  </a:lnTo>
                  <a:cubicBezTo>
                    <a:pt x="68" y="1000"/>
                    <a:pt x="1" y="1364"/>
                    <a:pt x="192" y="1623"/>
                  </a:cubicBezTo>
                  <a:cubicBezTo>
                    <a:pt x="306" y="1770"/>
                    <a:pt x="473" y="1847"/>
                    <a:pt x="643" y="1847"/>
                  </a:cubicBezTo>
                  <a:cubicBezTo>
                    <a:pt x="759" y="1847"/>
                    <a:pt x="876" y="1811"/>
                    <a:pt x="977" y="1737"/>
                  </a:cubicBezTo>
                  <a:lnTo>
                    <a:pt x="1963" y="1039"/>
                  </a:lnTo>
                  <a:cubicBezTo>
                    <a:pt x="2221" y="847"/>
                    <a:pt x="2278" y="484"/>
                    <a:pt x="2077" y="225"/>
                  </a:cubicBezTo>
                  <a:cubicBezTo>
                    <a:pt x="1969" y="77"/>
                    <a:pt x="1801" y="1"/>
                    <a:pt x="1629" y="1"/>
                  </a:cubicBezTo>
                  <a:close/>
                </a:path>
              </a:pathLst>
            </a:custGeom>
            <a:solidFill>
              <a:srgbClr val="CED6D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399" name="Google Shape;12399;p43"/>
            <p:cNvSpPr/>
            <p:nvPr/>
          </p:nvSpPr>
          <p:spPr>
            <a:xfrm>
              <a:off x="2735810" y="2204384"/>
              <a:ext cx="56564" cy="47399"/>
            </a:xfrm>
            <a:custGeom>
              <a:rect b="b" l="l" r="r" t="t"/>
              <a:pathLst>
                <a:path extrusionOk="0" h="1805" w="2154">
                  <a:moveTo>
                    <a:pt x="1713" y="0"/>
                  </a:moveTo>
                  <a:lnTo>
                    <a:pt x="1713" y="0"/>
                  </a:lnTo>
                  <a:cubicBezTo>
                    <a:pt x="1809" y="240"/>
                    <a:pt x="1732" y="517"/>
                    <a:pt x="1522" y="670"/>
                  </a:cubicBezTo>
                  <a:lnTo>
                    <a:pt x="546" y="1379"/>
                  </a:lnTo>
                  <a:cubicBezTo>
                    <a:pt x="444" y="1450"/>
                    <a:pt x="328" y="1488"/>
                    <a:pt x="211" y="1488"/>
                  </a:cubicBezTo>
                  <a:cubicBezTo>
                    <a:pt x="140" y="1488"/>
                    <a:pt x="69" y="1474"/>
                    <a:pt x="0" y="1446"/>
                  </a:cubicBezTo>
                  <a:lnTo>
                    <a:pt x="0" y="1446"/>
                  </a:lnTo>
                  <a:cubicBezTo>
                    <a:pt x="19" y="1493"/>
                    <a:pt x="38" y="1541"/>
                    <a:pt x="67" y="1580"/>
                  </a:cubicBezTo>
                  <a:cubicBezTo>
                    <a:pt x="181" y="1727"/>
                    <a:pt x="348" y="1804"/>
                    <a:pt x="520" y="1804"/>
                  </a:cubicBezTo>
                  <a:cubicBezTo>
                    <a:pt x="637" y="1804"/>
                    <a:pt x="756" y="1768"/>
                    <a:pt x="861" y="1694"/>
                  </a:cubicBezTo>
                  <a:lnTo>
                    <a:pt x="1838" y="996"/>
                  </a:lnTo>
                  <a:cubicBezTo>
                    <a:pt x="2096" y="804"/>
                    <a:pt x="2153" y="441"/>
                    <a:pt x="1952" y="182"/>
                  </a:cubicBezTo>
                  <a:cubicBezTo>
                    <a:pt x="1895" y="106"/>
                    <a:pt x="1809" y="39"/>
                    <a:pt x="1713" y="0"/>
                  </a:cubicBezTo>
                  <a:close/>
                </a:path>
              </a:pathLst>
            </a:custGeom>
            <a:solidFill>
              <a:srgbClr val="A9B4B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400" name="Google Shape;12400;p43"/>
            <p:cNvSpPr/>
            <p:nvPr/>
          </p:nvSpPr>
          <p:spPr>
            <a:xfrm>
              <a:off x="2758158" y="2226967"/>
              <a:ext cx="52310" cy="43303"/>
            </a:xfrm>
            <a:custGeom>
              <a:rect b="b" l="l" r="r" t="t"/>
              <a:pathLst>
                <a:path extrusionOk="0" h="1649" w="1992">
                  <a:moveTo>
                    <a:pt x="1340" y="1"/>
                  </a:moveTo>
                  <a:cubicBezTo>
                    <a:pt x="1227" y="1"/>
                    <a:pt x="1114" y="35"/>
                    <a:pt x="1015" y="107"/>
                  </a:cubicBezTo>
                  <a:lnTo>
                    <a:pt x="317" y="614"/>
                  </a:lnTo>
                  <a:cubicBezTo>
                    <a:pt x="58" y="796"/>
                    <a:pt x="1" y="1160"/>
                    <a:pt x="183" y="1409"/>
                  </a:cubicBezTo>
                  <a:cubicBezTo>
                    <a:pt x="299" y="1566"/>
                    <a:pt x="475" y="1648"/>
                    <a:pt x="652" y="1648"/>
                  </a:cubicBezTo>
                  <a:cubicBezTo>
                    <a:pt x="766" y="1648"/>
                    <a:pt x="879" y="1614"/>
                    <a:pt x="977" y="1543"/>
                  </a:cubicBezTo>
                  <a:lnTo>
                    <a:pt x="1676" y="1035"/>
                  </a:lnTo>
                  <a:cubicBezTo>
                    <a:pt x="1944" y="844"/>
                    <a:pt x="1991" y="480"/>
                    <a:pt x="1800" y="231"/>
                  </a:cubicBezTo>
                  <a:cubicBezTo>
                    <a:pt x="1684" y="81"/>
                    <a:pt x="1513" y="1"/>
                    <a:pt x="1340" y="1"/>
                  </a:cubicBezTo>
                  <a:close/>
                </a:path>
              </a:pathLst>
            </a:custGeom>
            <a:solidFill>
              <a:srgbClr val="CED6D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401" name="Google Shape;12401;p43"/>
            <p:cNvSpPr/>
            <p:nvPr/>
          </p:nvSpPr>
          <p:spPr>
            <a:xfrm>
              <a:off x="2761178" y="2228018"/>
              <a:ext cx="49290" cy="42252"/>
            </a:xfrm>
            <a:custGeom>
              <a:rect b="b" l="l" r="r" t="t"/>
              <a:pathLst>
                <a:path extrusionOk="0" h="1609" w="1877">
                  <a:moveTo>
                    <a:pt x="1417" y="0"/>
                  </a:moveTo>
                  <a:cubicBezTo>
                    <a:pt x="1503" y="230"/>
                    <a:pt x="1417" y="498"/>
                    <a:pt x="1216" y="651"/>
                  </a:cubicBezTo>
                  <a:lnTo>
                    <a:pt x="517" y="1148"/>
                  </a:lnTo>
                  <a:cubicBezTo>
                    <a:pt x="419" y="1222"/>
                    <a:pt x="305" y="1261"/>
                    <a:pt x="190" y="1261"/>
                  </a:cubicBezTo>
                  <a:cubicBezTo>
                    <a:pt x="126" y="1261"/>
                    <a:pt x="62" y="1249"/>
                    <a:pt x="1" y="1225"/>
                  </a:cubicBezTo>
                  <a:lnTo>
                    <a:pt x="1" y="1225"/>
                  </a:lnTo>
                  <a:cubicBezTo>
                    <a:pt x="20" y="1273"/>
                    <a:pt x="39" y="1321"/>
                    <a:pt x="68" y="1369"/>
                  </a:cubicBezTo>
                  <a:cubicBezTo>
                    <a:pt x="184" y="1526"/>
                    <a:pt x="360" y="1608"/>
                    <a:pt x="539" y="1608"/>
                  </a:cubicBezTo>
                  <a:cubicBezTo>
                    <a:pt x="654" y="1608"/>
                    <a:pt x="770" y="1574"/>
                    <a:pt x="872" y="1503"/>
                  </a:cubicBezTo>
                  <a:lnTo>
                    <a:pt x="1561" y="995"/>
                  </a:lnTo>
                  <a:cubicBezTo>
                    <a:pt x="1829" y="804"/>
                    <a:pt x="1876" y="440"/>
                    <a:pt x="1685" y="182"/>
                  </a:cubicBezTo>
                  <a:cubicBezTo>
                    <a:pt x="1618" y="96"/>
                    <a:pt x="1522" y="29"/>
                    <a:pt x="1417" y="0"/>
                  </a:cubicBezTo>
                  <a:close/>
                </a:path>
              </a:pathLst>
            </a:custGeom>
            <a:solidFill>
              <a:srgbClr val="A9B4B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402" name="Google Shape;12402;p43"/>
            <p:cNvSpPr/>
            <p:nvPr/>
          </p:nvSpPr>
          <p:spPr>
            <a:xfrm>
              <a:off x="2783814" y="2250706"/>
              <a:ext cx="45010" cy="37919"/>
            </a:xfrm>
            <a:custGeom>
              <a:rect b="b" l="l" r="r" t="t"/>
              <a:pathLst>
                <a:path extrusionOk="0" h="1444" w="1714">
                  <a:moveTo>
                    <a:pt x="1057" y="0"/>
                  </a:moveTo>
                  <a:cubicBezTo>
                    <a:pt x="942" y="0"/>
                    <a:pt x="826" y="34"/>
                    <a:pt x="727" y="103"/>
                  </a:cubicBezTo>
                  <a:lnTo>
                    <a:pt x="316" y="409"/>
                  </a:lnTo>
                  <a:cubicBezTo>
                    <a:pt x="57" y="600"/>
                    <a:pt x="0" y="954"/>
                    <a:pt x="182" y="1203"/>
                  </a:cubicBezTo>
                  <a:cubicBezTo>
                    <a:pt x="298" y="1360"/>
                    <a:pt x="475" y="1443"/>
                    <a:pt x="651" y="1443"/>
                  </a:cubicBezTo>
                  <a:cubicBezTo>
                    <a:pt x="765" y="1443"/>
                    <a:pt x="879" y="1409"/>
                    <a:pt x="976" y="1337"/>
                  </a:cubicBezTo>
                  <a:lnTo>
                    <a:pt x="1397" y="1031"/>
                  </a:lnTo>
                  <a:cubicBezTo>
                    <a:pt x="1656" y="849"/>
                    <a:pt x="1713" y="485"/>
                    <a:pt x="1512" y="227"/>
                  </a:cubicBezTo>
                  <a:cubicBezTo>
                    <a:pt x="1403" y="77"/>
                    <a:pt x="1231" y="0"/>
                    <a:pt x="1057" y="0"/>
                  </a:cubicBezTo>
                  <a:close/>
                </a:path>
              </a:pathLst>
            </a:custGeom>
            <a:solidFill>
              <a:srgbClr val="CED6D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403" name="Google Shape;12403;p43"/>
            <p:cNvSpPr/>
            <p:nvPr/>
          </p:nvSpPr>
          <p:spPr>
            <a:xfrm>
              <a:off x="2786807" y="2251888"/>
              <a:ext cx="42016" cy="36764"/>
            </a:xfrm>
            <a:custGeom>
              <a:rect b="b" l="l" r="r" t="t"/>
              <a:pathLst>
                <a:path extrusionOk="0" h="1400" w="1600">
                  <a:moveTo>
                    <a:pt x="1149" y="0"/>
                  </a:moveTo>
                  <a:lnTo>
                    <a:pt x="1149" y="0"/>
                  </a:lnTo>
                  <a:cubicBezTo>
                    <a:pt x="1245" y="239"/>
                    <a:pt x="1168" y="517"/>
                    <a:pt x="958" y="661"/>
                  </a:cubicBezTo>
                  <a:lnTo>
                    <a:pt x="537" y="967"/>
                  </a:lnTo>
                  <a:cubicBezTo>
                    <a:pt x="442" y="1038"/>
                    <a:pt x="329" y="1072"/>
                    <a:pt x="213" y="1072"/>
                  </a:cubicBezTo>
                  <a:cubicBezTo>
                    <a:pt x="142" y="1072"/>
                    <a:pt x="70" y="1059"/>
                    <a:pt x="1" y="1034"/>
                  </a:cubicBezTo>
                  <a:lnTo>
                    <a:pt x="1" y="1034"/>
                  </a:lnTo>
                  <a:cubicBezTo>
                    <a:pt x="90" y="1263"/>
                    <a:pt x="311" y="1400"/>
                    <a:pt x="537" y="1400"/>
                  </a:cubicBezTo>
                  <a:cubicBezTo>
                    <a:pt x="650" y="1400"/>
                    <a:pt x="763" y="1366"/>
                    <a:pt x="862" y="1292"/>
                  </a:cubicBezTo>
                  <a:lnTo>
                    <a:pt x="1283" y="986"/>
                  </a:lnTo>
                  <a:cubicBezTo>
                    <a:pt x="1542" y="804"/>
                    <a:pt x="1599" y="431"/>
                    <a:pt x="1398" y="182"/>
                  </a:cubicBezTo>
                  <a:cubicBezTo>
                    <a:pt x="1331" y="96"/>
                    <a:pt x="1255" y="38"/>
                    <a:pt x="1149" y="0"/>
                  </a:cubicBezTo>
                  <a:close/>
                </a:path>
              </a:pathLst>
            </a:custGeom>
            <a:solidFill>
              <a:srgbClr val="A9B4B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404" name="Google Shape;12404;p43"/>
            <p:cNvSpPr/>
            <p:nvPr/>
          </p:nvSpPr>
          <p:spPr>
            <a:xfrm>
              <a:off x="2788829" y="2102101"/>
              <a:ext cx="64862" cy="99788"/>
            </a:xfrm>
            <a:custGeom>
              <a:rect b="b" l="l" r="r" t="t"/>
              <a:pathLst>
                <a:path extrusionOk="0" h="3800" w="2470">
                  <a:moveTo>
                    <a:pt x="527" y="0"/>
                  </a:moveTo>
                  <a:cubicBezTo>
                    <a:pt x="441" y="0"/>
                    <a:pt x="364" y="58"/>
                    <a:pt x="345" y="144"/>
                  </a:cubicBezTo>
                  <a:lnTo>
                    <a:pt x="0" y="1522"/>
                  </a:lnTo>
                  <a:lnTo>
                    <a:pt x="0" y="3034"/>
                  </a:lnTo>
                  <a:cubicBezTo>
                    <a:pt x="0" y="3455"/>
                    <a:pt x="345" y="3800"/>
                    <a:pt x="766" y="3800"/>
                  </a:cubicBezTo>
                  <a:cubicBezTo>
                    <a:pt x="1178" y="3800"/>
                    <a:pt x="1522" y="3455"/>
                    <a:pt x="1522" y="3034"/>
                  </a:cubicBezTo>
                  <a:lnTo>
                    <a:pt x="1522" y="1895"/>
                  </a:lnTo>
                  <a:lnTo>
                    <a:pt x="2470" y="0"/>
                  </a:lnTo>
                  <a:close/>
                </a:path>
              </a:pathLst>
            </a:custGeom>
            <a:solidFill>
              <a:srgbClr val="CED6D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405" name="Google Shape;12405;p43"/>
            <p:cNvSpPr/>
            <p:nvPr/>
          </p:nvSpPr>
          <p:spPr>
            <a:xfrm>
              <a:off x="2788829" y="2102101"/>
              <a:ext cx="27415" cy="99788"/>
            </a:xfrm>
            <a:custGeom>
              <a:rect b="b" l="l" r="r" t="t"/>
              <a:pathLst>
                <a:path extrusionOk="0" h="3800" w="1044">
                  <a:moveTo>
                    <a:pt x="527" y="0"/>
                  </a:moveTo>
                  <a:cubicBezTo>
                    <a:pt x="441" y="0"/>
                    <a:pt x="364" y="58"/>
                    <a:pt x="335" y="144"/>
                  </a:cubicBezTo>
                  <a:lnTo>
                    <a:pt x="0" y="1512"/>
                  </a:lnTo>
                  <a:lnTo>
                    <a:pt x="0" y="3034"/>
                  </a:lnTo>
                  <a:cubicBezTo>
                    <a:pt x="0" y="3455"/>
                    <a:pt x="335" y="3800"/>
                    <a:pt x="756" y="3800"/>
                  </a:cubicBezTo>
                  <a:cubicBezTo>
                    <a:pt x="852" y="3800"/>
                    <a:pt x="948" y="3781"/>
                    <a:pt x="1044" y="3742"/>
                  </a:cubicBezTo>
                  <a:cubicBezTo>
                    <a:pt x="756" y="3627"/>
                    <a:pt x="565" y="3350"/>
                    <a:pt x="565" y="3034"/>
                  </a:cubicBezTo>
                  <a:lnTo>
                    <a:pt x="565" y="1522"/>
                  </a:lnTo>
                  <a:lnTo>
                    <a:pt x="948" y="0"/>
                  </a:lnTo>
                  <a:close/>
                </a:path>
              </a:pathLst>
            </a:custGeom>
            <a:solidFill>
              <a:srgbClr val="A9B4B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2406" name="Google Shape;12406;p43"/>
          <p:cNvGrpSpPr/>
          <p:nvPr/>
        </p:nvGrpSpPr>
        <p:grpSpPr>
          <a:xfrm>
            <a:off x="3111775" y="1841116"/>
            <a:ext cx="318927" cy="319217"/>
            <a:chOff x="3111775" y="1993516"/>
            <a:chExt cx="318927" cy="319217"/>
          </a:xfrm>
        </p:grpSpPr>
        <p:sp>
          <p:nvSpPr>
            <p:cNvPr id="12407" name="Google Shape;12407;p43"/>
            <p:cNvSpPr/>
            <p:nvPr/>
          </p:nvSpPr>
          <p:spPr>
            <a:xfrm>
              <a:off x="3204263" y="2013894"/>
              <a:ext cx="154067" cy="140964"/>
            </a:xfrm>
            <a:custGeom>
              <a:rect b="b" l="l" r="r" t="t"/>
              <a:pathLst>
                <a:path extrusionOk="0" h="5368" w="5867">
                  <a:moveTo>
                    <a:pt x="584" y="0"/>
                  </a:moveTo>
                  <a:cubicBezTo>
                    <a:pt x="268" y="0"/>
                    <a:pt x="0" y="268"/>
                    <a:pt x="0" y="594"/>
                  </a:cubicBezTo>
                  <a:lnTo>
                    <a:pt x="0" y="3713"/>
                  </a:lnTo>
                  <a:cubicBezTo>
                    <a:pt x="0" y="4039"/>
                    <a:pt x="268" y="4307"/>
                    <a:pt x="584" y="4307"/>
                  </a:cubicBezTo>
                  <a:lnTo>
                    <a:pt x="2153" y="4307"/>
                  </a:lnTo>
                  <a:lnTo>
                    <a:pt x="3723" y="5350"/>
                  </a:lnTo>
                  <a:cubicBezTo>
                    <a:pt x="3740" y="5362"/>
                    <a:pt x="3758" y="5367"/>
                    <a:pt x="3777" y="5367"/>
                  </a:cubicBezTo>
                  <a:cubicBezTo>
                    <a:pt x="3831" y="5367"/>
                    <a:pt x="3883" y="5319"/>
                    <a:pt x="3876" y="5254"/>
                  </a:cubicBezTo>
                  <a:lnTo>
                    <a:pt x="3713" y="4307"/>
                  </a:lnTo>
                  <a:lnTo>
                    <a:pt x="5283" y="4307"/>
                  </a:lnTo>
                  <a:cubicBezTo>
                    <a:pt x="5599" y="4307"/>
                    <a:pt x="5867" y="4039"/>
                    <a:pt x="5867" y="3713"/>
                  </a:cubicBezTo>
                  <a:lnTo>
                    <a:pt x="5867" y="594"/>
                  </a:lnTo>
                  <a:cubicBezTo>
                    <a:pt x="5867" y="268"/>
                    <a:pt x="5608" y="0"/>
                    <a:pt x="5283" y="0"/>
                  </a:cubicBezTo>
                  <a:close/>
                </a:path>
              </a:pathLst>
            </a:custGeom>
            <a:solidFill>
              <a:srgbClr val="C3CDD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408" name="Google Shape;12408;p43"/>
            <p:cNvSpPr/>
            <p:nvPr/>
          </p:nvSpPr>
          <p:spPr>
            <a:xfrm>
              <a:off x="3204263" y="2013894"/>
              <a:ext cx="143773" cy="102808"/>
            </a:xfrm>
            <a:custGeom>
              <a:rect b="b" l="l" r="r" t="t"/>
              <a:pathLst>
                <a:path extrusionOk="0" h="3915" w="5475">
                  <a:moveTo>
                    <a:pt x="584" y="0"/>
                  </a:moveTo>
                  <a:cubicBezTo>
                    <a:pt x="259" y="0"/>
                    <a:pt x="0" y="268"/>
                    <a:pt x="0" y="594"/>
                  </a:cubicBezTo>
                  <a:lnTo>
                    <a:pt x="0" y="3723"/>
                  </a:lnTo>
                  <a:cubicBezTo>
                    <a:pt x="0" y="3780"/>
                    <a:pt x="10" y="3847"/>
                    <a:pt x="38" y="3914"/>
                  </a:cubicBezTo>
                  <a:lnTo>
                    <a:pt x="4498" y="3914"/>
                  </a:lnTo>
                  <a:cubicBezTo>
                    <a:pt x="5034" y="3914"/>
                    <a:pt x="5474" y="3474"/>
                    <a:pt x="5474" y="2938"/>
                  </a:cubicBezTo>
                  <a:lnTo>
                    <a:pt x="5474" y="38"/>
                  </a:lnTo>
                  <a:cubicBezTo>
                    <a:pt x="5417" y="19"/>
                    <a:pt x="5350" y="0"/>
                    <a:pt x="5283" y="0"/>
                  </a:cubicBezTo>
                  <a:close/>
                </a:path>
              </a:pathLst>
            </a:custGeom>
            <a:solidFill>
              <a:srgbClr val="E2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409" name="Google Shape;12409;p43"/>
            <p:cNvSpPr/>
            <p:nvPr/>
          </p:nvSpPr>
          <p:spPr>
            <a:xfrm>
              <a:off x="3112773" y="2137788"/>
              <a:ext cx="112865" cy="113102"/>
            </a:xfrm>
            <a:custGeom>
              <a:rect b="b" l="l" r="r" t="t"/>
              <a:pathLst>
                <a:path extrusionOk="0" h="4307" w="4298">
                  <a:moveTo>
                    <a:pt x="2144" y="0"/>
                  </a:moveTo>
                  <a:cubicBezTo>
                    <a:pt x="1206" y="0"/>
                    <a:pt x="508" y="756"/>
                    <a:pt x="441" y="1675"/>
                  </a:cubicBezTo>
                  <a:cubicBezTo>
                    <a:pt x="383" y="2345"/>
                    <a:pt x="249" y="2996"/>
                    <a:pt x="39" y="3637"/>
                  </a:cubicBezTo>
                  <a:cubicBezTo>
                    <a:pt x="1" y="3752"/>
                    <a:pt x="48" y="3886"/>
                    <a:pt x="163" y="3934"/>
                  </a:cubicBezTo>
                  <a:cubicBezTo>
                    <a:pt x="556" y="4116"/>
                    <a:pt x="986" y="4240"/>
                    <a:pt x="1417" y="4307"/>
                  </a:cubicBezTo>
                  <a:lnTo>
                    <a:pt x="2872" y="4307"/>
                  </a:lnTo>
                  <a:cubicBezTo>
                    <a:pt x="3302" y="4240"/>
                    <a:pt x="3723" y="4125"/>
                    <a:pt x="4116" y="3943"/>
                  </a:cubicBezTo>
                  <a:cubicBezTo>
                    <a:pt x="4240" y="3895"/>
                    <a:pt x="4298" y="3752"/>
                    <a:pt x="4240" y="3637"/>
                  </a:cubicBezTo>
                  <a:cubicBezTo>
                    <a:pt x="4039" y="2996"/>
                    <a:pt x="3905" y="2345"/>
                    <a:pt x="3848" y="1675"/>
                  </a:cubicBezTo>
                  <a:cubicBezTo>
                    <a:pt x="3781" y="756"/>
                    <a:pt x="3082" y="0"/>
                    <a:pt x="2144" y="0"/>
                  </a:cubicBezTo>
                  <a:close/>
                </a:path>
              </a:pathLst>
            </a:custGeom>
            <a:solidFill>
              <a:srgbClr val="657A8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410" name="Google Shape;12410;p43"/>
            <p:cNvSpPr/>
            <p:nvPr/>
          </p:nvSpPr>
          <p:spPr>
            <a:xfrm>
              <a:off x="3143182" y="2138025"/>
              <a:ext cx="82220" cy="112865"/>
            </a:xfrm>
            <a:custGeom>
              <a:rect b="b" l="l" r="r" t="t"/>
              <a:pathLst>
                <a:path extrusionOk="0" h="4298" w="3131">
                  <a:moveTo>
                    <a:pt x="977" y="1"/>
                  </a:moveTo>
                  <a:cubicBezTo>
                    <a:pt x="259" y="1"/>
                    <a:pt x="1" y="987"/>
                    <a:pt x="613" y="1350"/>
                  </a:cubicBezTo>
                  <a:cubicBezTo>
                    <a:pt x="632" y="1360"/>
                    <a:pt x="651" y="1379"/>
                    <a:pt x="680" y="1389"/>
                  </a:cubicBezTo>
                  <a:lnTo>
                    <a:pt x="1226" y="4298"/>
                  </a:lnTo>
                  <a:lnTo>
                    <a:pt x="1714" y="4298"/>
                  </a:lnTo>
                  <a:cubicBezTo>
                    <a:pt x="2144" y="4231"/>
                    <a:pt x="2565" y="4116"/>
                    <a:pt x="2958" y="3934"/>
                  </a:cubicBezTo>
                  <a:cubicBezTo>
                    <a:pt x="3073" y="3877"/>
                    <a:pt x="3130" y="3743"/>
                    <a:pt x="3082" y="3628"/>
                  </a:cubicBezTo>
                  <a:cubicBezTo>
                    <a:pt x="2872" y="2996"/>
                    <a:pt x="2738" y="2336"/>
                    <a:pt x="2680" y="1676"/>
                  </a:cubicBezTo>
                  <a:cubicBezTo>
                    <a:pt x="2613" y="757"/>
                    <a:pt x="1924" y="1"/>
                    <a:pt x="977" y="1"/>
                  </a:cubicBezTo>
                  <a:close/>
                </a:path>
              </a:pathLst>
            </a:custGeom>
            <a:solidFill>
              <a:srgbClr val="657A8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411" name="Google Shape;12411;p43"/>
            <p:cNvSpPr/>
            <p:nvPr/>
          </p:nvSpPr>
          <p:spPr>
            <a:xfrm>
              <a:off x="3111775" y="2223238"/>
              <a:ext cx="113102" cy="89231"/>
            </a:xfrm>
            <a:custGeom>
              <a:rect b="b" l="l" r="r" t="t"/>
              <a:pathLst>
                <a:path extrusionOk="0" h="3398" w="4307">
                  <a:moveTo>
                    <a:pt x="1436" y="0"/>
                  </a:moveTo>
                  <a:lnTo>
                    <a:pt x="1436" y="718"/>
                  </a:lnTo>
                  <a:cubicBezTo>
                    <a:pt x="1436" y="890"/>
                    <a:pt x="1331" y="1062"/>
                    <a:pt x="1168" y="1139"/>
                  </a:cubicBezTo>
                  <a:lnTo>
                    <a:pt x="402" y="1531"/>
                  </a:lnTo>
                  <a:cubicBezTo>
                    <a:pt x="153" y="1646"/>
                    <a:pt x="0" y="1895"/>
                    <a:pt x="0" y="2173"/>
                  </a:cubicBezTo>
                  <a:lnTo>
                    <a:pt x="0" y="3158"/>
                  </a:lnTo>
                  <a:cubicBezTo>
                    <a:pt x="0" y="3283"/>
                    <a:pt x="115" y="3398"/>
                    <a:pt x="240" y="3398"/>
                  </a:cubicBezTo>
                  <a:lnTo>
                    <a:pt x="4068" y="3398"/>
                  </a:lnTo>
                  <a:cubicBezTo>
                    <a:pt x="4202" y="3398"/>
                    <a:pt x="4307" y="3283"/>
                    <a:pt x="4307" y="3158"/>
                  </a:cubicBezTo>
                  <a:lnTo>
                    <a:pt x="4307" y="2173"/>
                  </a:lnTo>
                  <a:cubicBezTo>
                    <a:pt x="4307" y="1895"/>
                    <a:pt x="4154" y="1646"/>
                    <a:pt x="3905" y="1531"/>
                  </a:cubicBezTo>
                  <a:lnTo>
                    <a:pt x="3139" y="1139"/>
                  </a:lnTo>
                  <a:cubicBezTo>
                    <a:pt x="2977" y="1062"/>
                    <a:pt x="2871" y="890"/>
                    <a:pt x="2871" y="718"/>
                  </a:cubicBezTo>
                  <a:lnTo>
                    <a:pt x="2871" y="0"/>
                  </a:lnTo>
                  <a:close/>
                </a:path>
              </a:pathLst>
            </a:custGeom>
            <a:solidFill>
              <a:srgbClr val="AAB8C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412" name="Google Shape;12412;p43"/>
            <p:cNvSpPr/>
            <p:nvPr/>
          </p:nvSpPr>
          <p:spPr>
            <a:xfrm>
              <a:off x="3149222" y="2223238"/>
              <a:ext cx="38208" cy="25157"/>
            </a:xfrm>
            <a:custGeom>
              <a:rect b="b" l="l" r="r" t="t"/>
              <a:pathLst>
                <a:path extrusionOk="0" h="958" w="1455">
                  <a:moveTo>
                    <a:pt x="10" y="0"/>
                  </a:moveTo>
                  <a:lnTo>
                    <a:pt x="10" y="718"/>
                  </a:lnTo>
                  <a:cubicBezTo>
                    <a:pt x="10" y="747"/>
                    <a:pt x="0" y="785"/>
                    <a:pt x="0" y="814"/>
                  </a:cubicBezTo>
                  <a:cubicBezTo>
                    <a:pt x="230" y="909"/>
                    <a:pt x="479" y="957"/>
                    <a:pt x="728" y="957"/>
                  </a:cubicBezTo>
                  <a:cubicBezTo>
                    <a:pt x="976" y="957"/>
                    <a:pt x="1225" y="909"/>
                    <a:pt x="1455" y="814"/>
                  </a:cubicBezTo>
                  <a:cubicBezTo>
                    <a:pt x="1455" y="785"/>
                    <a:pt x="1445" y="747"/>
                    <a:pt x="1445" y="718"/>
                  </a:cubicBezTo>
                  <a:lnTo>
                    <a:pt x="1445" y="0"/>
                  </a:lnTo>
                  <a:close/>
                </a:path>
              </a:pathLst>
            </a:custGeom>
            <a:solidFill>
              <a:srgbClr val="99A8B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413" name="Google Shape;12413;p43"/>
            <p:cNvSpPr/>
            <p:nvPr/>
          </p:nvSpPr>
          <p:spPr>
            <a:xfrm>
              <a:off x="3112011" y="2256142"/>
              <a:ext cx="113128" cy="56328"/>
            </a:xfrm>
            <a:custGeom>
              <a:rect b="b" l="l" r="r" t="t"/>
              <a:pathLst>
                <a:path extrusionOk="0" h="2145" w="4308">
                  <a:moveTo>
                    <a:pt x="939" y="1"/>
                  </a:moveTo>
                  <a:lnTo>
                    <a:pt x="393" y="278"/>
                  </a:lnTo>
                  <a:cubicBezTo>
                    <a:pt x="154" y="393"/>
                    <a:pt x="1" y="642"/>
                    <a:pt x="1" y="920"/>
                  </a:cubicBezTo>
                  <a:lnTo>
                    <a:pt x="1" y="1905"/>
                  </a:lnTo>
                  <a:cubicBezTo>
                    <a:pt x="1" y="2030"/>
                    <a:pt x="106" y="2145"/>
                    <a:pt x="240" y="2145"/>
                  </a:cubicBezTo>
                  <a:lnTo>
                    <a:pt x="4068" y="2145"/>
                  </a:lnTo>
                  <a:cubicBezTo>
                    <a:pt x="4193" y="2145"/>
                    <a:pt x="4307" y="2030"/>
                    <a:pt x="4307" y="1905"/>
                  </a:cubicBezTo>
                  <a:lnTo>
                    <a:pt x="4307" y="920"/>
                  </a:lnTo>
                  <a:cubicBezTo>
                    <a:pt x="4298" y="642"/>
                    <a:pt x="4145" y="393"/>
                    <a:pt x="3896" y="278"/>
                  </a:cubicBezTo>
                  <a:lnTo>
                    <a:pt x="3350" y="1"/>
                  </a:lnTo>
                  <a:cubicBezTo>
                    <a:pt x="3068" y="436"/>
                    <a:pt x="2609" y="654"/>
                    <a:pt x="2148" y="654"/>
                  </a:cubicBezTo>
                  <a:cubicBezTo>
                    <a:pt x="1688" y="654"/>
                    <a:pt x="1226" y="436"/>
                    <a:pt x="939" y="1"/>
                  </a:cubicBezTo>
                  <a:close/>
                </a:path>
              </a:pathLst>
            </a:custGeom>
            <a:solidFill>
              <a:srgbClr val="657A8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414" name="Google Shape;12414;p43"/>
            <p:cNvSpPr/>
            <p:nvPr/>
          </p:nvSpPr>
          <p:spPr>
            <a:xfrm>
              <a:off x="3130629" y="2174106"/>
              <a:ext cx="75419" cy="61711"/>
            </a:xfrm>
            <a:custGeom>
              <a:rect b="b" l="l" r="r" t="t"/>
              <a:pathLst>
                <a:path extrusionOk="0" h="2350" w="2872">
                  <a:moveTo>
                    <a:pt x="1112" y="1"/>
                  </a:moveTo>
                  <a:cubicBezTo>
                    <a:pt x="1021" y="1"/>
                    <a:pt x="931" y="49"/>
                    <a:pt x="890" y="139"/>
                  </a:cubicBezTo>
                  <a:cubicBezTo>
                    <a:pt x="814" y="302"/>
                    <a:pt x="699" y="445"/>
                    <a:pt x="565" y="570"/>
                  </a:cubicBezTo>
                  <a:cubicBezTo>
                    <a:pt x="440" y="684"/>
                    <a:pt x="297" y="780"/>
                    <a:pt x="144" y="857"/>
                  </a:cubicBezTo>
                  <a:cubicBezTo>
                    <a:pt x="48" y="905"/>
                    <a:pt x="0" y="1000"/>
                    <a:pt x="19" y="1106"/>
                  </a:cubicBezTo>
                  <a:cubicBezTo>
                    <a:pt x="105" y="1814"/>
                    <a:pt x="718" y="2350"/>
                    <a:pt x="1436" y="2350"/>
                  </a:cubicBezTo>
                  <a:cubicBezTo>
                    <a:pt x="2182" y="2350"/>
                    <a:pt x="2804" y="1775"/>
                    <a:pt x="2871" y="1029"/>
                  </a:cubicBezTo>
                  <a:cubicBezTo>
                    <a:pt x="2871" y="962"/>
                    <a:pt x="2842" y="885"/>
                    <a:pt x="2785" y="838"/>
                  </a:cubicBezTo>
                  <a:cubicBezTo>
                    <a:pt x="2316" y="445"/>
                    <a:pt x="1761" y="158"/>
                    <a:pt x="1158" y="5"/>
                  </a:cubicBezTo>
                  <a:cubicBezTo>
                    <a:pt x="1143" y="2"/>
                    <a:pt x="1127" y="1"/>
                    <a:pt x="1112" y="1"/>
                  </a:cubicBezTo>
                  <a:close/>
                </a:path>
              </a:pathLst>
            </a:custGeom>
            <a:solidFill>
              <a:srgbClr val="BBC6C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415" name="Google Shape;12415;p43"/>
            <p:cNvSpPr/>
            <p:nvPr/>
          </p:nvSpPr>
          <p:spPr>
            <a:xfrm>
              <a:off x="3130629" y="2174106"/>
              <a:ext cx="75419" cy="61212"/>
            </a:xfrm>
            <a:custGeom>
              <a:rect b="b" l="l" r="r" t="t"/>
              <a:pathLst>
                <a:path extrusionOk="0" h="2331" w="2872">
                  <a:moveTo>
                    <a:pt x="1112" y="1"/>
                  </a:moveTo>
                  <a:cubicBezTo>
                    <a:pt x="1021" y="1"/>
                    <a:pt x="931" y="49"/>
                    <a:pt x="890" y="139"/>
                  </a:cubicBezTo>
                  <a:cubicBezTo>
                    <a:pt x="833" y="254"/>
                    <a:pt x="766" y="359"/>
                    <a:pt x="670" y="455"/>
                  </a:cubicBezTo>
                  <a:cubicBezTo>
                    <a:pt x="641" y="493"/>
                    <a:pt x="603" y="531"/>
                    <a:pt x="565" y="570"/>
                  </a:cubicBezTo>
                  <a:cubicBezTo>
                    <a:pt x="440" y="675"/>
                    <a:pt x="297" y="771"/>
                    <a:pt x="144" y="857"/>
                  </a:cubicBezTo>
                  <a:cubicBezTo>
                    <a:pt x="48" y="895"/>
                    <a:pt x="0" y="1000"/>
                    <a:pt x="10" y="1106"/>
                  </a:cubicBezTo>
                  <a:cubicBezTo>
                    <a:pt x="96" y="1728"/>
                    <a:pt x="584" y="2235"/>
                    <a:pt x="1215" y="2331"/>
                  </a:cubicBezTo>
                  <a:cubicBezTo>
                    <a:pt x="890" y="2130"/>
                    <a:pt x="699" y="1775"/>
                    <a:pt x="718" y="1393"/>
                  </a:cubicBezTo>
                  <a:lnTo>
                    <a:pt x="718" y="1048"/>
                  </a:lnTo>
                  <a:cubicBezTo>
                    <a:pt x="775" y="1010"/>
                    <a:pt x="823" y="972"/>
                    <a:pt x="881" y="924"/>
                  </a:cubicBezTo>
                  <a:cubicBezTo>
                    <a:pt x="1014" y="809"/>
                    <a:pt x="1129" y="665"/>
                    <a:pt x="1225" y="522"/>
                  </a:cubicBezTo>
                  <a:cubicBezTo>
                    <a:pt x="1684" y="665"/>
                    <a:pt x="2106" y="895"/>
                    <a:pt x="2469" y="1201"/>
                  </a:cubicBezTo>
                  <a:cubicBezTo>
                    <a:pt x="2517" y="1240"/>
                    <a:pt x="2632" y="1345"/>
                    <a:pt x="2756" y="1460"/>
                  </a:cubicBezTo>
                  <a:cubicBezTo>
                    <a:pt x="2814" y="1326"/>
                    <a:pt x="2852" y="1182"/>
                    <a:pt x="2862" y="1029"/>
                  </a:cubicBezTo>
                  <a:cubicBezTo>
                    <a:pt x="2871" y="952"/>
                    <a:pt x="2842" y="885"/>
                    <a:pt x="2785" y="838"/>
                  </a:cubicBezTo>
                  <a:cubicBezTo>
                    <a:pt x="2316" y="445"/>
                    <a:pt x="1761" y="158"/>
                    <a:pt x="1158" y="5"/>
                  </a:cubicBezTo>
                  <a:cubicBezTo>
                    <a:pt x="1143" y="2"/>
                    <a:pt x="1127" y="1"/>
                    <a:pt x="1112" y="1"/>
                  </a:cubicBezTo>
                  <a:close/>
                </a:path>
              </a:pathLst>
            </a:custGeom>
            <a:solidFill>
              <a:srgbClr val="AAB8C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416" name="Google Shape;12416;p43"/>
            <p:cNvSpPr/>
            <p:nvPr/>
          </p:nvSpPr>
          <p:spPr>
            <a:xfrm>
              <a:off x="3111775" y="2268957"/>
              <a:ext cx="25157" cy="43513"/>
            </a:xfrm>
            <a:custGeom>
              <a:rect b="b" l="l" r="r" t="t"/>
              <a:pathLst>
                <a:path extrusionOk="0" h="1657" w="958">
                  <a:moveTo>
                    <a:pt x="153" y="1"/>
                  </a:moveTo>
                  <a:cubicBezTo>
                    <a:pt x="58" y="125"/>
                    <a:pt x="0" y="279"/>
                    <a:pt x="0" y="432"/>
                  </a:cubicBezTo>
                  <a:lnTo>
                    <a:pt x="0" y="1417"/>
                  </a:lnTo>
                  <a:cubicBezTo>
                    <a:pt x="0" y="1551"/>
                    <a:pt x="115" y="1657"/>
                    <a:pt x="240" y="1657"/>
                  </a:cubicBezTo>
                  <a:lnTo>
                    <a:pt x="957" y="1657"/>
                  </a:lnTo>
                  <a:lnTo>
                    <a:pt x="957" y="881"/>
                  </a:lnTo>
                  <a:cubicBezTo>
                    <a:pt x="957" y="738"/>
                    <a:pt x="890" y="594"/>
                    <a:pt x="785" y="508"/>
                  </a:cubicBezTo>
                  <a:lnTo>
                    <a:pt x="153" y="1"/>
                  </a:lnTo>
                  <a:close/>
                </a:path>
              </a:pathLst>
            </a:custGeom>
            <a:solidFill>
              <a:srgbClr val="657A8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417" name="Google Shape;12417;p43"/>
            <p:cNvSpPr/>
            <p:nvPr/>
          </p:nvSpPr>
          <p:spPr>
            <a:xfrm>
              <a:off x="3199720" y="2268957"/>
              <a:ext cx="25157" cy="43513"/>
            </a:xfrm>
            <a:custGeom>
              <a:rect b="b" l="l" r="r" t="t"/>
              <a:pathLst>
                <a:path extrusionOk="0" h="1657" w="958">
                  <a:moveTo>
                    <a:pt x="814" y="1"/>
                  </a:moveTo>
                  <a:lnTo>
                    <a:pt x="183" y="508"/>
                  </a:lnTo>
                  <a:cubicBezTo>
                    <a:pt x="68" y="594"/>
                    <a:pt x="1" y="738"/>
                    <a:pt x="1" y="881"/>
                  </a:cubicBezTo>
                  <a:lnTo>
                    <a:pt x="1" y="1657"/>
                  </a:lnTo>
                  <a:lnTo>
                    <a:pt x="719" y="1657"/>
                  </a:lnTo>
                  <a:cubicBezTo>
                    <a:pt x="853" y="1657"/>
                    <a:pt x="958" y="1551"/>
                    <a:pt x="958" y="1417"/>
                  </a:cubicBezTo>
                  <a:lnTo>
                    <a:pt x="958" y="432"/>
                  </a:lnTo>
                  <a:cubicBezTo>
                    <a:pt x="958" y="279"/>
                    <a:pt x="900" y="125"/>
                    <a:pt x="814" y="1"/>
                  </a:cubicBezTo>
                  <a:close/>
                </a:path>
              </a:pathLst>
            </a:custGeom>
            <a:solidFill>
              <a:srgbClr val="657A8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418" name="Google Shape;12418;p43"/>
            <p:cNvSpPr/>
            <p:nvPr/>
          </p:nvSpPr>
          <p:spPr>
            <a:xfrm>
              <a:off x="3325636" y="2149343"/>
              <a:ext cx="30934" cy="67882"/>
            </a:xfrm>
            <a:custGeom>
              <a:rect b="b" l="l" r="r" t="t"/>
              <a:pathLst>
                <a:path extrusionOk="0" h="2585" w="1178">
                  <a:moveTo>
                    <a:pt x="699" y="1"/>
                  </a:moveTo>
                  <a:cubicBezTo>
                    <a:pt x="316" y="1"/>
                    <a:pt x="1" y="316"/>
                    <a:pt x="1" y="699"/>
                  </a:cubicBezTo>
                  <a:lnTo>
                    <a:pt x="1" y="862"/>
                  </a:lnTo>
                  <a:cubicBezTo>
                    <a:pt x="1" y="1063"/>
                    <a:pt x="29" y="1273"/>
                    <a:pt x="96" y="1465"/>
                  </a:cubicBezTo>
                  <a:lnTo>
                    <a:pt x="470" y="2585"/>
                  </a:lnTo>
                  <a:lnTo>
                    <a:pt x="1178" y="2585"/>
                  </a:lnTo>
                  <a:lnTo>
                    <a:pt x="1178" y="1"/>
                  </a:lnTo>
                  <a:close/>
                </a:path>
              </a:pathLst>
            </a:custGeom>
            <a:solidFill>
              <a:srgbClr val="657A8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419" name="Google Shape;12419;p43"/>
            <p:cNvSpPr/>
            <p:nvPr/>
          </p:nvSpPr>
          <p:spPr>
            <a:xfrm>
              <a:off x="3337952" y="2143067"/>
              <a:ext cx="73922" cy="73896"/>
            </a:xfrm>
            <a:custGeom>
              <a:rect b="b" l="l" r="r" t="t"/>
              <a:pathLst>
                <a:path extrusionOk="0" h="2814" w="2815">
                  <a:moveTo>
                    <a:pt x="709" y="0"/>
                  </a:moveTo>
                  <a:cubicBezTo>
                    <a:pt x="316" y="0"/>
                    <a:pt x="1" y="316"/>
                    <a:pt x="1" y="708"/>
                  </a:cubicBezTo>
                  <a:cubicBezTo>
                    <a:pt x="1" y="967"/>
                    <a:pt x="211" y="1177"/>
                    <a:pt x="469" y="1177"/>
                  </a:cubicBezTo>
                  <a:lnTo>
                    <a:pt x="2345" y="2814"/>
                  </a:lnTo>
                  <a:lnTo>
                    <a:pt x="2747" y="1426"/>
                  </a:lnTo>
                  <a:cubicBezTo>
                    <a:pt x="2795" y="1254"/>
                    <a:pt x="2814" y="1082"/>
                    <a:pt x="2814" y="909"/>
                  </a:cubicBezTo>
                  <a:lnTo>
                    <a:pt x="2814" y="469"/>
                  </a:lnTo>
                  <a:cubicBezTo>
                    <a:pt x="2814" y="211"/>
                    <a:pt x="2604" y="0"/>
                    <a:pt x="2345" y="0"/>
                  </a:cubicBezTo>
                  <a:close/>
                </a:path>
              </a:pathLst>
            </a:custGeom>
            <a:solidFill>
              <a:srgbClr val="657A8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420" name="Google Shape;12420;p43"/>
            <p:cNvSpPr/>
            <p:nvPr/>
          </p:nvSpPr>
          <p:spPr>
            <a:xfrm>
              <a:off x="3350268" y="2235554"/>
              <a:ext cx="36974" cy="27153"/>
            </a:xfrm>
            <a:custGeom>
              <a:rect b="b" l="l" r="r" t="t"/>
              <a:pathLst>
                <a:path extrusionOk="0" h="1034" w="1408">
                  <a:moveTo>
                    <a:pt x="0" y="0"/>
                  </a:moveTo>
                  <a:lnTo>
                    <a:pt x="0" y="1034"/>
                  </a:lnTo>
                  <a:lnTo>
                    <a:pt x="1407" y="1034"/>
                  </a:lnTo>
                  <a:lnTo>
                    <a:pt x="1407" y="0"/>
                  </a:lnTo>
                  <a:close/>
                </a:path>
              </a:pathLst>
            </a:custGeom>
            <a:solidFill>
              <a:srgbClr val="AAB8C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421" name="Google Shape;12421;p43"/>
            <p:cNvSpPr/>
            <p:nvPr/>
          </p:nvSpPr>
          <p:spPr>
            <a:xfrm>
              <a:off x="3350268" y="2235554"/>
              <a:ext cx="36974" cy="14916"/>
            </a:xfrm>
            <a:custGeom>
              <a:rect b="b" l="l" r="r" t="t"/>
              <a:pathLst>
                <a:path extrusionOk="0" h="568" w="1408">
                  <a:moveTo>
                    <a:pt x="0" y="0"/>
                  </a:moveTo>
                  <a:lnTo>
                    <a:pt x="0" y="431"/>
                  </a:lnTo>
                  <a:cubicBezTo>
                    <a:pt x="225" y="522"/>
                    <a:pt x="465" y="567"/>
                    <a:pt x="704" y="567"/>
                  </a:cubicBezTo>
                  <a:cubicBezTo>
                    <a:pt x="943" y="567"/>
                    <a:pt x="1182" y="522"/>
                    <a:pt x="1407" y="431"/>
                  </a:cubicBezTo>
                  <a:lnTo>
                    <a:pt x="1407" y="0"/>
                  </a:lnTo>
                  <a:close/>
                </a:path>
              </a:pathLst>
            </a:custGeom>
            <a:solidFill>
              <a:srgbClr val="99A8B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422" name="Google Shape;12422;p43"/>
            <p:cNvSpPr/>
            <p:nvPr/>
          </p:nvSpPr>
          <p:spPr>
            <a:xfrm>
              <a:off x="3307044" y="2250365"/>
              <a:ext cx="123658" cy="62367"/>
            </a:xfrm>
            <a:custGeom>
              <a:rect b="b" l="l" r="r" t="t"/>
              <a:pathLst>
                <a:path extrusionOk="0" h="2375" w="4709">
                  <a:moveTo>
                    <a:pt x="1646" y="1"/>
                  </a:moveTo>
                  <a:lnTo>
                    <a:pt x="517" y="326"/>
                  </a:lnTo>
                  <a:cubicBezTo>
                    <a:pt x="211" y="412"/>
                    <a:pt x="0" y="690"/>
                    <a:pt x="0" y="1006"/>
                  </a:cubicBezTo>
                  <a:lnTo>
                    <a:pt x="0" y="2135"/>
                  </a:lnTo>
                  <a:cubicBezTo>
                    <a:pt x="0" y="2269"/>
                    <a:pt x="115" y="2374"/>
                    <a:pt x="240" y="2374"/>
                  </a:cubicBezTo>
                  <a:lnTo>
                    <a:pt x="4470" y="2374"/>
                  </a:lnTo>
                  <a:cubicBezTo>
                    <a:pt x="4594" y="2374"/>
                    <a:pt x="4709" y="2269"/>
                    <a:pt x="4709" y="2135"/>
                  </a:cubicBezTo>
                  <a:lnTo>
                    <a:pt x="4709" y="1006"/>
                  </a:lnTo>
                  <a:cubicBezTo>
                    <a:pt x="4709" y="690"/>
                    <a:pt x="4489" y="412"/>
                    <a:pt x="4183" y="326"/>
                  </a:cubicBezTo>
                  <a:lnTo>
                    <a:pt x="3053" y="1"/>
                  </a:lnTo>
                  <a:lnTo>
                    <a:pt x="2355" y="470"/>
                  </a:lnTo>
                  <a:lnTo>
                    <a:pt x="1646" y="1"/>
                  </a:lnTo>
                  <a:close/>
                </a:path>
              </a:pathLst>
            </a:custGeom>
            <a:solidFill>
              <a:srgbClr val="6A7F9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423" name="Google Shape;12423;p43"/>
            <p:cNvSpPr/>
            <p:nvPr/>
          </p:nvSpPr>
          <p:spPr>
            <a:xfrm>
              <a:off x="3362584" y="2262681"/>
              <a:ext cx="12342" cy="49789"/>
            </a:xfrm>
            <a:custGeom>
              <a:rect b="b" l="l" r="r" t="t"/>
              <a:pathLst>
                <a:path extrusionOk="0" h="1896" w="470">
                  <a:moveTo>
                    <a:pt x="115" y="1"/>
                  </a:moveTo>
                  <a:lnTo>
                    <a:pt x="0" y="1896"/>
                  </a:lnTo>
                  <a:lnTo>
                    <a:pt x="469" y="1896"/>
                  </a:lnTo>
                  <a:lnTo>
                    <a:pt x="355" y="1"/>
                  </a:lnTo>
                  <a:close/>
                </a:path>
              </a:pathLst>
            </a:custGeom>
            <a:solidFill>
              <a:srgbClr val="61778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424" name="Google Shape;12424;p43"/>
            <p:cNvSpPr/>
            <p:nvPr/>
          </p:nvSpPr>
          <p:spPr>
            <a:xfrm>
              <a:off x="3331676" y="2173948"/>
              <a:ext cx="74158" cy="67646"/>
            </a:xfrm>
            <a:custGeom>
              <a:rect b="b" l="l" r="r" t="t"/>
              <a:pathLst>
                <a:path extrusionOk="0" h="2576" w="2824">
                  <a:moveTo>
                    <a:pt x="878" y="0"/>
                  </a:moveTo>
                  <a:cubicBezTo>
                    <a:pt x="764" y="0"/>
                    <a:pt x="653" y="48"/>
                    <a:pt x="565" y="135"/>
                  </a:cubicBezTo>
                  <a:lnTo>
                    <a:pt x="144" y="556"/>
                  </a:lnTo>
                  <a:cubicBezTo>
                    <a:pt x="58" y="652"/>
                    <a:pt x="0" y="767"/>
                    <a:pt x="0" y="891"/>
                  </a:cubicBezTo>
                  <a:lnTo>
                    <a:pt x="0" y="1169"/>
                  </a:lnTo>
                  <a:cubicBezTo>
                    <a:pt x="0" y="1944"/>
                    <a:pt x="632" y="2576"/>
                    <a:pt x="1417" y="2576"/>
                  </a:cubicBezTo>
                  <a:cubicBezTo>
                    <a:pt x="2192" y="2576"/>
                    <a:pt x="2824" y="1944"/>
                    <a:pt x="2824" y="1169"/>
                  </a:cubicBezTo>
                  <a:lnTo>
                    <a:pt x="2824" y="872"/>
                  </a:lnTo>
                  <a:cubicBezTo>
                    <a:pt x="2824" y="738"/>
                    <a:pt x="2776" y="623"/>
                    <a:pt x="2690" y="537"/>
                  </a:cubicBezTo>
                  <a:cubicBezTo>
                    <a:pt x="2326" y="183"/>
                    <a:pt x="1656" y="21"/>
                    <a:pt x="909" y="1"/>
                  </a:cubicBezTo>
                  <a:cubicBezTo>
                    <a:pt x="899" y="1"/>
                    <a:pt x="889" y="0"/>
                    <a:pt x="878" y="0"/>
                  </a:cubicBezTo>
                  <a:close/>
                </a:path>
              </a:pathLst>
            </a:custGeom>
            <a:solidFill>
              <a:srgbClr val="BBC6C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425" name="Google Shape;12425;p43"/>
            <p:cNvSpPr/>
            <p:nvPr/>
          </p:nvSpPr>
          <p:spPr>
            <a:xfrm>
              <a:off x="3331676" y="2173975"/>
              <a:ext cx="73896" cy="66123"/>
            </a:xfrm>
            <a:custGeom>
              <a:rect b="b" l="l" r="r" t="t"/>
              <a:pathLst>
                <a:path extrusionOk="0" h="2518" w="2814">
                  <a:moveTo>
                    <a:pt x="909" y="0"/>
                  </a:moveTo>
                  <a:cubicBezTo>
                    <a:pt x="785" y="0"/>
                    <a:pt x="661" y="48"/>
                    <a:pt x="565" y="134"/>
                  </a:cubicBezTo>
                  <a:lnTo>
                    <a:pt x="144" y="565"/>
                  </a:lnTo>
                  <a:cubicBezTo>
                    <a:pt x="58" y="651"/>
                    <a:pt x="0" y="766"/>
                    <a:pt x="0" y="890"/>
                  </a:cubicBezTo>
                  <a:lnTo>
                    <a:pt x="0" y="1168"/>
                  </a:lnTo>
                  <a:cubicBezTo>
                    <a:pt x="0" y="1800"/>
                    <a:pt x="421" y="2345"/>
                    <a:pt x="1024" y="2517"/>
                  </a:cubicBezTo>
                  <a:cubicBezTo>
                    <a:pt x="823" y="2269"/>
                    <a:pt x="708" y="1962"/>
                    <a:pt x="708" y="1637"/>
                  </a:cubicBezTo>
                  <a:lnTo>
                    <a:pt x="708" y="957"/>
                  </a:lnTo>
                  <a:cubicBezTo>
                    <a:pt x="708" y="692"/>
                    <a:pt x="919" y="487"/>
                    <a:pt x="1172" y="487"/>
                  </a:cubicBezTo>
                  <a:cubicBezTo>
                    <a:pt x="1184" y="487"/>
                    <a:pt x="1195" y="488"/>
                    <a:pt x="1206" y="489"/>
                  </a:cubicBezTo>
                  <a:cubicBezTo>
                    <a:pt x="1685" y="517"/>
                    <a:pt x="2383" y="594"/>
                    <a:pt x="2814" y="804"/>
                  </a:cubicBezTo>
                  <a:cubicBezTo>
                    <a:pt x="2804" y="699"/>
                    <a:pt x="2757" y="613"/>
                    <a:pt x="2690" y="536"/>
                  </a:cubicBezTo>
                  <a:cubicBezTo>
                    <a:pt x="2326" y="182"/>
                    <a:pt x="1656" y="20"/>
                    <a:pt x="909" y="0"/>
                  </a:cubicBezTo>
                  <a:close/>
                </a:path>
              </a:pathLst>
            </a:custGeom>
            <a:solidFill>
              <a:srgbClr val="AAB8C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426" name="Google Shape;12426;p43"/>
            <p:cNvSpPr/>
            <p:nvPr/>
          </p:nvSpPr>
          <p:spPr>
            <a:xfrm>
              <a:off x="3307281" y="2266200"/>
              <a:ext cx="24921" cy="46533"/>
            </a:xfrm>
            <a:custGeom>
              <a:rect b="b" l="l" r="r" t="t"/>
              <a:pathLst>
                <a:path extrusionOk="0" h="1772" w="949">
                  <a:moveTo>
                    <a:pt x="125" y="1"/>
                  </a:moveTo>
                  <a:cubicBezTo>
                    <a:pt x="49" y="125"/>
                    <a:pt x="1" y="259"/>
                    <a:pt x="1" y="403"/>
                  </a:cubicBezTo>
                  <a:lnTo>
                    <a:pt x="1" y="1532"/>
                  </a:lnTo>
                  <a:cubicBezTo>
                    <a:pt x="1" y="1666"/>
                    <a:pt x="106" y="1771"/>
                    <a:pt x="240" y="1771"/>
                  </a:cubicBezTo>
                  <a:lnTo>
                    <a:pt x="948" y="1771"/>
                  </a:lnTo>
                  <a:lnTo>
                    <a:pt x="948" y="1101"/>
                  </a:lnTo>
                  <a:lnTo>
                    <a:pt x="929" y="1101"/>
                  </a:lnTo>
                  <a:cubicBezTo>
                    <a:pt x="929" y="910"/>
                    <a:pt x="862" y="738"/>
                    <a:pt x="728" y="604"/>
                  </a:cubicBezTo>
                  <a:lnTo>
                    <a:pt x="125" y="1"/>
                  </a:lnTo>
                  <a:close/>
                </a:path>
              </a:pathLst>
            </a:custGeom>
            <a:solidFill>
              <a:srgbClr val="5B728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427" name="Google Shape;12427;p43"/>
            <p:cNvSpPr/>
            <p:nvPr/>
          </p:nvSpPr>
          <p:spPr>
            <a:xfrm>
              <a:off x="3405545" y="2266200"/>
              <a:ext cx="24658" cy="46533"/>
            </a:xfrm>
            <a:custGeom>
              <a:rect b="b" l="l" r="r" t="t"/>
              <a:pathLst>
                <a:path extrusionOk="0" h="1772" w="939">
                  <a:moveTo>
                    <a:pt x="814" y="1"/>
                  </a:moveTo>
                  <a:lnTo>
                    <a:pt x="211" y="604"/>
                  </a:lnTo>
                  <a:cubicBezTo>
                    <a:pt x="78" y="738"/>
                    <a:pt x="11" y="910"/>
                    <a:pt x="11" y="1101"/>
                  </a:cubicBezTo>
                  <a:lnTo>
                    <a:pt x="1" y="1101"/>
                  </a:lnTo>
                  <a:lnTo>
                    <a:pt x="1" y="1771"/>
                  </a:lnTo>
                  <a:lnTo>
                    <a:pt x="700" y="1771"/>
                  </a:lnTo>
                  <a:cubicBezTo>
                    <a:pt x="834" y="1771"/>
                    <a:pt x="939" y="1666"/>
                    <a:pt x="939" y="1532"/>
                  </a:cubicBezTo>
                  <a:lnTo>
                    <a:pt x="939" y="403"/>
                  </a:lnTo>
                  <a:cubicBezTo>
                    <a:pt x="939" y="259"/>
                    <a:pt x="891" y="125"/>
                    <a:pt x="814" y="1"/>
                  </a:cubicBezTo>
                  <a:close/>
                </a:path>
              </a:pathLst>
            </a:custGeom>
            <a:solidFill>
              <a:srgbClr val="5B728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428" name="Google Shape;12428;p43"/>
            <p:cNvSpPr/>
            <p:nvPr/>
          </p:nvSpPr>
          <p:spPr>
            <a:xfrm>
              <a:off x="3362584" y="2262681"/>
              <a:ext cx="12342" cy="12342"/>
            </a:xfrm>
            <a:custGeom>
              <a:rect b="b" l="l" r="r" t="t"/>
              <a:pathLst>
                <a:path extrusionOk="0" h="470" w="470">
                  <a:moveTo>
                    <a:pt x="0" y="1"/>
                  </a:moveTo>
                  <a:lnTo>
                    <a:pt x="0" y="374"/>
                  </a:lnTo>
                  <a:cubicBezTo>
                    <a:pt x="0" y="431"/>
                    <a:pt x="39" y="470"/>
                    <a:pt x="96" y="470"/>
                  </a:cubicBezTo>
                  <a:lnTo>
                    <a:pt x="374" y="470"/>
                  </a:lnTo>
                  <a:cubicBezTo>
                    <a:pt x="422" y="470"/>
                    <a:pt x="469" y="431"/>
                    <a:pt x="469" y="374"/>
                  </a:cubicBezTo>
                  <a:lnTo>
                    <a:pt x="469" y="1"/>
                  </a:lnTo>
                  <a:close/>
                </a:path>
              </a:pathLst>
            </a:custGeom>
            <a:solidFill>
              <a:srgbClr val="47607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429" name="Google Shape;12429;p43"/>
            <p:cNvSpPr/>
            <p:nvPr/>
          </p:nvSpPr>
          <p:spPr>
            <a:xfrm>
              <a:off x="3343493" y="2245481"/>
              <a:ext cx="25393" cy="25971"/>
            </a:xfrm>
            <a:custGeom>
              <a:rect b="b" l="l" r="r" t="t"/>
              <a:pathLst>
                <a:path extrusionOk="0" h="989" w="967">
                  <a:moveTo>
                    <a:pt x="221" y="0"/>
                  </a:moveTo>
                  <a:cubicBezTo>
                    <a:pt x="190" y="0"/>
                    <a:pt x="160" y="15"/>
                    <a:pt x="144" y="43"/>
                  </a:cubicBezTo>
                  <a:lnTo>
                    <a:pt x="0" y="263"/>
                  </a:lnTo>
                  <a:lnTo>
                    <a:pt x="354" y="914"/>
                  </a:lnTo>
                  <a:cubicBezTo>
                    <a:pt x="378" y="963"/>
                    <a:pt x="430" y="988"/>
                    <a:pt x="481" y="988"/>
                  </a:cubicBezTo>
                  <a:cubicBezTo>
                    <a:pt x="510" y="988"/>
                    <a:pt x="540" y="980"/>
                    <a:pt x="565" y="962"/>
                  </a:cubicBezTo>
                  <a:lnTo>
                    <a:pt x="967" y="656"/>
                  </a:lnTo>
                  <a:lnTo>
                    <a:pt x="287" y="24"/>
                  </a:lnTo>
                  <a:cubicBezTo>
                    <a:pt x="267" y="8"/>
                    <a:pt x="244" y="0"/>
                    <a:pt x="221" y="0"/>
                  </a:cubicBezTo>
                  <a:close/>
                </a:path>
              </a:pathLst>
            </a:custGeom>
            <a:solidFill>
              <a:srgbClr val="5B728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430" name="Google Shape;12430;p43"/>
            <p:cNvSpPr/>
            <p:nvPr/>
          </p:nvSpPr>
          <p:spPr>
            <a:xfrm>
              <a:off x="3368860" y="2245559"/>
              <a:ext cx="25420" cy="26076"/>
            </a:xfrm>
            <a:custGeom>
              <a:rect b="b" l="l" r="r" t="t"/>
              <a:pathLst>
                <a:path extrusionOk="0" h="993" w="968">
                  <a:moveTo>
                    <a:pt x="748" y="0"/>
                  </a:moveTo>
                  <a:cubicBezTo>
                    <a:pt x="725" y="0"/>
                    <a:pt x="701" y="10"/>
                    <a:pt x="680" y="31"/>
                  </a:cubicBezTo>
                  <a:lnTo>
                    <a:pt x="1" y="653"/>
                  </a:lnTo>
                  <a:lnTo>
                    <a:pt x="393" y="959"/>
                  </a:lnTo>
                  <a:cubicBezTo>
                    <a:pt x="419" y="982"/>
                    <a:pt x="452" y="992"/>
                    <a:pt x="484" y="992"/>
                  </a:cubicBezTo>
                  <a:cubicBezTo>
                    <a:pt x="534" y="992"/>
                    <a:pt x="584" y="967"/>
                    <a:pt x="613" y="921"/>
                  </a:cubicBezTo>
                  <a:lnTo>
                    <a:pt x="967" y="260"/>
                  </a:lnTo>
                  <a:lnTo>
                    <a:pt x="824" y="50"/>
                  </a:lnTo>
                  <a:cubicBezTo>
                    <a:pt x="807" y="17"/>
                    <a:pt x="779" y="0"/>
                    <a:pt x="748" y="0"/>
                  </a:cubicBezTo>
                  <a:close/>
                </a:path>
              </a:pathLst>
            </a:custGeom>
            <a:solidFill>
              <a:srgbClr val="5B728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431" name="Google Shape;12431;p43"/>
            <p:cNvSpPr/>
            <p:nvPr/>
          </p:nvSpPr>
          <p:spPr>
            <a:xfrm>
              <a:off x="3163297" y="1993516"/>
              <a:ext cx="174419" cy="150233"/>
            </a:xfrm>
            <a:custGeom>
              <a:rect b="b" l="l" r="r" t="t"/>
              <a:pathLst>
                <a:path extrusionOk="0" h="5721" w="6642">
                  <a:moveTo>
                    <a:pt x="584" y="1"/>
                  </a:moveTo>
                  <a:cubicBezTo>
                    <a:pt x="259" y="1"/>
                    <a:pt x="0" y="259"/>
                    <a:pt x="0" y="585"/>
                  </a:cubicBezTo>
                  <a:lnTo>
                    <a:pt x="0" y="3714"/>
                  </a:lnTo>
                  <a:cubicBezTo>
                    <a:pt x="0" y="4040"/>
                    <a:pt x="259" y="4298"/>
                    <a:pt x="584" y="4298"/>
                  </a:cubicBezTo>
                  <a:lnTo>
                    <a:pt x="2737" y="4298"/>
                  </a:lnTo>
                  <a:lnTo>
                    <a:pt x="2412" y="5600"/>
                  </a:lnTo>
                  <a:cubicBezTo>
                    <a:pt x="2397" y="5666"/>
                    <a:pt x="2450" y="5721"/>
                    <a:pt x="2511" y="5721"/>
                  </a:cubicBezTo>
                  <a:cubicBezTo>
                    <a:pt x="2529" y="5721"/>
                    <a:pt x="2547" y="5716"/>
                    <a:pt x="2565" y="5705"/>
                  </a:cubicBezTo>
                  <a:lnTo>
                    <a:pt x="4489" y="4298"/>
                  </a:lnTo>
                  <a:lnTo>
                    <a:pt x="6049" y="4298"/>
                  </a:lnTo>
                  <a:cubicBezTo>
                    <a:pt x="6374" y="4288"/>
                    <a:pt x="6642" y="4030"/>
                    <a:pt x="6642" y="3705"/>
                  </a:cubicBezTo>
                  <a:lnTo>
                    <a:pt x="6642" y="585"/>
                  </a:lnTo>
                  <a:cubicBezTo>
                    <a:pt x="6642" y="259"/>
                    <a:pt x="6384" y="1"/>
                    <a:pt x="6058" y="1"/>
                  </a:cubicBezTo>
                  <a:close/>
                </a:path>
              </a:pathLst>
            </a:custGeom>
            <a:solidFill>
              <a:srgbClr val="E2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432" name="Google Shape;12432;p43"/>
            <p:cNvSpPr/>
            <p:nvPr/>
          </p:nvSpPr>
          <p:spPr>
            <a:xfrm>
              <a:off x="3192446" y="2019172"/>
              <a:ext cx="28912" cy="10320"/>
            </a:xfrm>
            <a:custGeom>
              <a:rect b="b" l="l" r="r" t="t"/>
              <a:pathLst>
                <a:path extrusionOk="0" h="393" w="1101">
                  <a:moveTo>
                    <a:pt x="259" y="0"/>
                  </a:moveTo>
                  <a:cubicBezTo>
                    <a:pt x="0" y="0"/>
                    <a:pt x="0" y="393"/>
                    <a:pt x="259" y="393"/>
                  </a:cubicBezTo>
                  <a:lnTo>
                    <a:pt x="843" y="393"/>
                  </a:lnTo>
                  <a:cubicBezTo>
                    <a:pt x="1101" y="393"/>
                    <a:pt x="1101" y="0"/>
                    <a:pt x="843" y="0"/>
                  </a:cubicBezTo>
                  <a:close/>
                </a:path>
              </a:pathLst>
            </a:custGeom>
            <a:solidFill>
              <a:srgbClr val="657A8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433" name="Google Shape;12433;p43"/>
            <p:cNvSpPr/>
            <p:nvPr/>
          </p:nvSpPr>
          <p:spPr>
            <a:xfrm>
              <a:off x="3228133" y="2019172"/>
              <a:ext cx="80434" cy="10320"/>
            </a:xfrm>
            <a:custGeom>
              <a:rect b="b" l="l" r="r" t="t"/>
              <a:pathLst>
                <a:path extrusionOk="0" h="393" w="3063">
                  <a:moveTo>
                    <a:pt x="268" y="0"/>
                  </a:moveTo>
                  <a:cubicBezTo>
                    <a:pt x="0" y="0"/>
                    <a:pt x="0" y="393"/>
                    <a:pt x="268" y="393"/>
                  </a:cubicBezTo>
                  <a:lnTo>
                    <a:pt x="2804" y="393"/>
                  </a:lnTo>
                  <a:cubicBezTo>
                    <a:pt x="3063" y="393"/>
                    <a:pt x="3063" y="0"/>
                    <a:pt x="2804" y="0"/>
                  </a:cubicBezTo>
                  <a:close/>
                </a:path>
              </a:pathLst>
            </a:custGeom>
            <a:solidFill>
              <a:srgbClr val="657A8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434" name="Google Shape;12434;p43"/>
            <p:cNvSpPr/>
            <p:nvPr/>
          </p:nvSpPr>
          <p:spPr>
            <a:xfrm>
              <a:off x="3192183" y="2044802"/>
              <a:ext cx="116384" cy="10320"/>
            </a:xfrm>
            <a:custGeom>
              <a:rect b="b" l="l" r="r" t="t"/>
              <a:pathLst>
                <a:path extrusionOk="0" h="393" w="4432">
                  <a:moveTo>
                    <a:pt x="269" y="0"/>
                  </a:moveTo>
                  <a:cubicBezTo>
                    <a:pt x="1" y="0"/>
                    <a:pt x="1" y="393"/>
                    <a:pt x="269" y="393"/>
                  </a:cubicBezTo>
                  <a:lnTo>
                    <a:pt x="4173" y="393"/>
                  </a:lnTo>
                  <a:cubicBezTo>
                    <a:pt x="4432" y="393"/>
                    <a:pt x="4432" y="0"/>
                    <a:pt x="4173" y="0"/>
                  </a:cubicBezTo>
                  <a:close/>
                </a:path>
              </a:pathLst>
            </a:custGeom>
            <a:solidFill>
              <a:srgbClr val="74879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435" name="Google Shape;12435;p43"/>
            <p:cNvSpPr/>
            <p:nvPr/>
          </p:nvSpPr>
          <p:spPr>
            <a:xfrm>
              <a:off x="3192183" y="2070431"/>
              <a:ext cx="80461" cy="10320"/>
            </a:xfrm>
            <a:custGeom>
              <a:rect b="b" l="l" r="r" t="t"/>
              <a:pathLst>
                <a:path extrusionOk="0" h="393" w="3064">
                  <a:moveTo>
                    <a:pt x="269" y="0"/>
                  </a:moveTo>
                  <a:cubicBezTo>
                    <a:pt x="1" y="0"/>
                    <a:pt x="1" y="393"/>
                    <a:pt x="269" y="393"/>
                  </a:cubicBezTo>
                  <a:lnTo>
                    <a:pt x="2805" y="393"/>
                  </a:lnTo>
                  <a:cubicBezTo>
                    <a:pt x="3063" y="393"/>
                    <a:pt x="3063" y="0"/>
                    <a:pt x="2805" y="0"/>
                  </a:cubicBezTo>
                  <a:close/>
                </a:path>
              </a:pathLst>
            </a:custGeom>
            <a:solidFill>
              <a:srgbClr val="61778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436" name="Google Shape;12436;p43"/>
            <p:cNvSpPr/>
            <p:nvPr/>
          </p:nvSpPr>
          <p:spPr>
            <a:xfrm>
              <a:off x="3279655" y="2070431"/>
              <a:ext cx="28912" cy="10320"/>
            </a:xfrm>
            <a:custGeom>
              <a:rect b="b" l="l" r="r" t="t"/>
              <a:pathLst>
                <a:path extrusionOk="0" h="393" w="1101">
                  <a:moveTo>
                    <a:pt x="259" y="0"/>
                  </a:moveTo>
                  <a:cubicBezTo>
                    <a:pt x="0" y="0"/>
                    <a:pt x="0" y="393"/>
                    <a:pt x="259" y="393"/>
                  </a:cubicBezTo>
                  <a:lnTo>
                    <a:pt x="842" y="393"/>
                  </a:lnTo>
                  <a:cubicBezTo>
                    <a:pt x="1101" y="393"/>
                    <a:pt x="1101" y="0"/>
                    <a:pt x="842" y="0"/>
                  </a:cubicBezTo>
                  <a:close/>
                </a:path>
              </a:pathLst>
            </a:custGeom>
            <a:solidFill>
              <a:srgbClr val="74879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2437" name="Google Shape;12437;p43"/>
          <p:cNvGrpSpPr/>
          <p:nvPr/>
        </p:nvGrpSpPr>
        <p:grpSpPr>
          <a:xfrm>
            <a:off x="4023785" y="1818007"/>
            <a:ext cx="288807" cy="355376"/>
            <a:chOff x="4023785" y="1970407"/>
            <a:chExt cx="288807" cy="355376"/>
          </a:xfrm>
        </p:grpSpPr>
        <p:sp>
          <p:nvSpPr>
            <p:cNvPr id="12438" name="Google Shape;12438;p43"/>
            <p:cNvSpPr/>
            <p:nvPr/>
          </p:nvSpPr>
          <p:spPr>
            <a:xfrm>
              <a:off x="4062492" y="2036766"/>
              <a:ext cx="31197" cy="34191"/>
            </a:xfrm>
            <a:custGeom>
              <a:rect b="b" l="l" r="r" t="t"/>
              <a:pathLst>
                <a:path extrusionOk="0" h="1302" w="1188">
                  <a:moveTo>
                    <a:pt x="565" y="0"/>
                  </a:moveTo>
                  <a:lnTo>
                    <a:pt x="1" y="421"/>
                  </a:lnTo>
                  <a:lnTo>
                    <a:pt x="613" y="1302"/>
                  </a:lnTo>
                  <a:cubicBezTo>
                    <a:pt x="795" y="1158"/>
                    <a:pt x="986" y="1015"/>
                    <a:pt x="1187" y="890"/>
                  </a:cubicBezTo>
                  <a:lnTo>
                    <a:pt x="565" y="0"/>
                  </a:lnTo>
                  <a:close/>
                </a:path>
              </a:pathLst>
            </a:custGeom>
            <a:solidFill>
              <a:srgbClr val="E2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439" name="Google Shape;12439;p43"/>
            <p:cNvSpPr/>
            <p:nvPr/>
          </p:nvSpPr>
          <p:spPr>
            <a:xfrm>
              <a:off x="4242452" y="2036766"/>
              <a:ext cx="31433" cy="34191"/>
            </a:xfrm>
            <a:custGeom>
              <a:rect b="b" l="l" r="r" t="t"/>
              <a:pathLst>
                <a:path extrusionOk="0" h="1302" w="1197">
                  <a:moveTo>
                    <a:pt x="622" y="0"/>
                  </a:moveTo>
                  <a:lnTo>
                    <a:pt x="0" y="890"/>
                  </a:lnTo>
                  <a:cubicBezTo>
                    <a:pt x="201" y="1015"/>
                    <a:pt x="392" y="1158"/>
                    <a:pt x="574" y="1302"/>
                  </a:cubicBezTo>
                  <a:lnTo>
                    <a:pt x="1196" y="421"/>
                  </a:lnTo>
                  <a:lnTo>
                    <a:pt x="622" y="0"/>
                  </a:lnTo>
                  <a:close/>
                </a:path>
              </a:pathLst>
            </a:custGeom>
            <a:solidFill>
              <a:srgbClr val="E2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440" name="Google Shape;12440;p43"/>
            <p:cNvSpPr/>
            <p:nvPr/>
          </p:nvSpPr>
          <p:spPr>
            <a:xfrm>
              <a:off x="4152222" y="2009613"/>
              <a:ext cx="31932" cy="32457"/>
            </a:xfrm>
            <a:custGeom>
              <a:rect b="b" l="l" r="r" t="t"/>
              <a:pathLst>
                <a:path extrusionOk="0" h="1236" w="1216">
                  <a:moveTo>
                    <a:pt x="0" y="0"/>
                  </a:moveTo>
                  <a:lnTo>
                    <a:pt x="0" y="1235"/>
                  </a:lnTo>
                  <a:cubicBezTo>
                    <a:pt x="201" y="1206"/>
                    <a:pt x="405" y="1192"/>
                    <a:pt x="608" y="1192"/>
                  </a:cubicBezTo>
                  <a:cubicBezTo>
                    <a:pt x="811" y="1192"/>
                    <a:pt x="1015" y="1206"/>
                    <a:pt x="1216" y="1235"/>
                  </a:cubicBezTo>
                  <a:lnTo>
                    <a:pt x="1216" y="0"/>
                  </a:lnTo>
                  <a:close/>
                </a:path>
              </a:pathLst>
            </a:custGeom>
            <a:solidFill>
              <a:srgbClr val="AAB8C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441" name="Google Shape;12441;p43"/>
            <p:cNvSpPr/>
            <p:nvPr/>
          </p:nvSpPr>
          <p:spPr>
            <a:xfrm>
              <a:off x="4152222" y="2009613"/>
              <a:ext cx="21376" cy="32457"/>
            </a:xfrm>
            <a:custGeom>
              <a:rect b="b" l="l" r="r" t="t"/>
              <a:pathLst>
                <a:path extrusionOk="0" h="1236" w="814">
                  <a:moveTo>
                    <a:pt x="0" y="0"/>
                  </a:moveTo>
                  <a:lnTo>
                    <a:pt x="0" y="1235"/>
                  </a:lnTo>
                  <a:cubicBezTo>
                    <a:pt x="201" y="1206"/>
                    <a:pt x="402" y="1187"/>
                    <a:pt x="603" y="1187"/>
                  </a:cubicBezTo>
                  <a:lnTo>
                    <a:pt x="814" y="1187"/>
                  </a:lnTo>
                  <a:lnTo>
                    <a:pt x="814" y="0"/>
                  </a:lnTo>
                  <a:close/>
                </a:path>
              </a:pathLst>
            </a:custGeom>
            <a:solidFill>
              <a:srgbClr val="98A6B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442" name="Google Shape;12442;p43"/>
            <p:cNvSpPr/>
            <p:nvPr/>
          </p:nvSpPr>
          <p:spPr>
            <a:xfrm>
              <a:off x="4023785" y="2036766"/>
              <a:ext cx="288807" cy="288781"/>
            </a:xfrm>
            <a:custGeom>
              <a:rect b="b" l="l" r="r" t="t"/>
              <a:pathLst>
                <a:path extrusionOk="0" h="10997" w="10998">
                  <a:moveTo>
                    <a:pt x="5494" y="0"/>
                  </a:moveTo>
                  <a:cubicBezTo>
                    <a:pt x="2460" y="0"/>
                    <a:pt x="1" y="2460"/>
                    <a:pt x="1" y="5493"/>
                  </a:cubicBezTo>
                  <a:cubicBezTo>
                    <a:pt x="1" y="8537"/>
                    <a:pt x="2460" y="10996"/>
                    <a:pt x="5494" y="10996"/>
                  </a:cubicBezTo>
                  <a:cubicBezTo>
                    <a:pt x="8538" y="10996"/>
                    <a:pt x="10997" y="8537"/>
                    <a:pt x="10997" y="5493"/>
                  </a:cubicBezTo>
                  <a:cubicBezTo>
                    <a:pt x="10997" y="2460"/>
                    <a:pt x="8538" y="0"/>
                    <a:pt x="5494" y="0"/>
                  </a:cubicBezTo>
                  <a:close/>
                </a:path>
              </a:pathLst>
            </a:custGeom>
            <a:solidFill>
              <a:srgbClr val="ACB8C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443" name="Google Shape;12443;p43"/>
            <p:cNvSpPr/>
            <p:nvPr/>
          </p:nvSpPr>
          <p:spPr>
            <a:xfrm>
              <a:off x="4030087" y="2037002"/>
              <a:ext cx="151048" cy="288781"/>
            </a:xfrm>
            <a:custGeom>
              <a:rect b="b" l="l" r="r" t="t"/>
              <a:pathLst>
                <a:path extrusionOk="0" h="10997" w="5752">
                  <a:moveTo>
                    <a:pt x="5264" y="1"/>
                  </a:moveTo>
                  <a:cubicBezTo>
                    <a:pt x="2316" y="125"/>
                    <a:pt x="0" y="2546"/>
                    <a:pt x="0" y="5494"/>
                  </a:cubicBezTo>
                  <a:cubicBezTo>
                    <a:pt x="0" y="8442"/>
                    <a:pt x="2316" y="10863"/>
                    <a:pt x="5264" y="10997"/>
                  </a:cubicBezTo>
                  <a:cubicBezTo>
                    <a:pt x="5360" y="10987"/>
                    <a:pt x="5465" y="10987"/>
                    <a:pt x="5560" y="10987"/>
                  </a:cubicBezTo>
                  <a:cubicBezTo>
                    <a:pt x="2728" y="10729"/>
                    <a:pt x="555" y="8355"/>
                    <a:pt x="555" y="5513"/>
                  </a:cubicBezTo>
                  <a:cubicBezTo>
                    <a:pt x="555" y="2594"/>
                    <a:pt x="2833" y="182"/>
                    <a:pt x="5752" y="20"/>
                  </a:cubicBezTo>
                  <a:cubicBezTo>
                    <a:pt x="5589" y="1"/>
                    <a:pt x="5427" y="1"/>
                    <a:pt x="5264" y="1"/>
                  </a:cubicBezTo>
                  <a:close/>
                </a:path>
              </a:pathLst>
            </a:custGeom>
            <a:solidFill>
              <a:srgbClr val="8596A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444" name="Google Shape;12444;p43"/>
            <p:cNvSpPr/>
            <p:nvPr/>
          </p:nvSpPr>
          <p:spPr>
            <a:xfrm>
              <a:off x="4037624" y="2060111"/>
              <a:ext cx="251597" cy="242065"/>
            </a:xfrm>
            <a:custGeom>
              <a:rect b="b" l="l" r="r" t="t"/>
              <a:pathLst>
                <a:path extrusionOk="0" h="9218" w="9581">
                  <a:moveTo>
                    <a:pt x="4968" y="1"/>
                  </a:moveTo>
                  <a:cubicBezTo>
                    <a:pt x="3771" y="1"/>
                    <a:pt x="2595" y="469"/>
                    <a:pt x="1713" y="1351"/>
                  </a:cubicBezTo>
                  <a:cubicBezTo>
                    <a:pt x="393" y="2671"/>
                    <a:pt x="0" y="4652"/>
                    <a:pt x="718" y="6375"/>
                  </a:cubicBezTo>
                  <a:cubicBezTo>
                    <a:pt x="1426" y="8098"/>
                    <a:pt x="3111" y="9217"/>
                    <a:pt x="4967" y="9217"/>
                  </a:cubicBezTo>
                  <a:cubicBezTo>
                    <a:pt x="7513" y="9217"/>
                    <a:pt x="9571" y="7150"/>
                    <a:pt x="9580" y="4614"/>
                  </a:cubicBezTo>
                  <a:cubicBezTo>
                    <a:pt x="9580" y="2748"/>
                    <a:pt x="8451" y="1063"/>
                    <a:pt x="6738" y="355"/>
                  </a:cubicBezTo>
                  <a:cubicBezTo>
                    <a:pt x="6165" y="117"/>
                    <a:pt x="5564" y="1"/>
                    <a:pt x="4968" y="1"/>
                  </a:cubicBezTo>
                  <a:close/>
                </a:path>
              </a:pathLst>
            </a:custGeom>
            <a:solidFill>
              <a:srgbClr val="6A7F9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445" name="Google Shape;12445;p43"/>
            <p:cNvSpPr/>
            <p:nvPr/>
          </p:nvSpPr>
          <p:spPr>
            <a:xfrm>
              <a:off x="4049940" y="2060137"/>
              <a:ext cx="125418" cy="242038"/>
            </a:xfrm>
            <a:custGeom>
              <a:rect b="b" l="l" r="r" t="t"/>
              <a:pathLst>
                <a:path extrusionOk="0" h="9217" w="4776">
                  <a:moveTo>
                    <a:pt x="4498" y="0"/>
                  </a:moveTo>
                  <a:cubicBezTo>
                    <a:pt x="2000" y="58"/>
                    <a:pt x="0" y="2106"/>
                    <a:pt x="0" y="4603"/>
                  </a:cubicBezTo>
                  <a:cubicBezTo>
                    <a:pt x="0" y="7111"/>
                    <a:pt x="2000" y="9159"/>
                    <a:pt x="4498" y="9216"/>
                  </a:cubicBezTo>
                  <a:cubicBezTo>
                    <a:pt x="4594" y="9216"/>
                    <a:pt x="4680" y="9216"/>
                    <a:pt x="4776" y="9207"/>
                  </a:cubicBezTo>
                  <a:cubicBezTo>
                    <a:pt x="2345" y="9054"/>
                    <a:pt x="450" y="7044"/>
                    <a:pt x="440" y="4613"/>
                  </a:cubicBezTo>
                  <a:cubicBezTo>
                    <a:pt x="450" y="2173"/>
                    <a:pt x="2345" y="153"/>
                    <a:pt x="4776" y="10"/>
                  </a:cubicBezTo>
                  <a:cubicBezTo>
                    <a:pt x="4680" y="10"/>
                    <a:pt x="4594" y="0"/>
                    <a:pt x="4498" y="0"/>
                  </a:cubicBezTo>
                  <a:close/>
                </a:path>
              </a:pathLst>
            </a:custGeom>
            <a:solidFill>
              <a:srgbClr val="50687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446" name="Google Shape;12446;p43"/>
            <p:cNvSpPr/>
            <p:nvPr/>
          </p:nvSpPr>
          <p:spPr>
            <a:xfrm>
              <a:off x="4054194" y="2076340"/>
              <a:ext cx="217932" cy="209739"/>
            </a:xfrm>
            <a:custGeom>
              <a:rect b="b" l="l" r="r" t="t"/>
              <a:pathLst>
                <a:path extrusionOk="0" h="7987" w="8299">
                  <a:moveTo>
                    <a:pt x="4310" y="0"/>
                  </a:moveTo>
                  <a:cubicBezTo>
                    <a:pt x="3269" y="0"/>
                    <a:pt x="2246" y="404"/>
                    <a:pt x="1484" y="1173"/>
                  </a:cubicBezTo>
                  <a:cubicBezTo>
                    <a:pt x="345" y="2312"/>
                    <a:pt x="1" y="4025"/>
                    <a:pt x="623" y="5518"/>
                  </a:cubicBezTo>
                  <a:cubicBezTo>
                    <a:pt x="1235" y="7011"/>
                    <a:pt x="2690" y="7987"/>
                    <a:pt x="4308" y="7987"/>
                  </a:cubicBezTo>
                  <a:cubicBezTo>
                    <a:pt x="6509" y="7977"/>
                    <a:pt x="8298" y="6197"/>
                    <a:pt x="8298" y="3996"/>
                  </a:cubicBezTo>
                  <a:cubicBezTo>
                    <a:pt x="8298" y="2379"/>
                    <a:pt x="7332" y="924"/>
                    <a:pt x="5839" y="302"/>
                  </a:cubicBezTo>
                  <a:cubicBezTo>
                    <a:pt x="5345" y="99"/>
                    <a:pt x="4825" y="0"/>
                    <a:pt x="4310" y="0"/>
                  </a:cubicBezTo>
                  <a:close/>
                </a:path>
              </a:pathLst>
            </a:custGeom>
            <a:solidFill>
              <a:srgbClr val="E5EBE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447" name="Google Shape;12447;p43"/>
            <p:cNvSpPr/>
            <p:nvPr/>
          </p:nvSpPr>
          <p:spPr>
            <a:xfrm>
              <a:off x="4062492" y="2076340"/>
              <a:ext cx="118144" cy="209607"/>
            </a:xfrm>
            <a:custGeom>
              <a:rect b="b" l="l" r="r" t="t"/>
              <a:pathLst>
                <a:path extrusionOk="0" h="7982" w="4499">
                  <a:moveTo>
                    <a:pt x="3984" y="1"/>
                  </a:moveTo>
                  <a:cubicBezTo>
                    <a:pt x="1819" y="1"/>
                    <a:pt x="1" y="1760"/>
                    <a:pt x="1" y="3996"/>
                  </a:cubicBezTo>
                  <a:cubicBezTo>
                    <a:pt x="1" y="6223"/>
                    <a:pt x="1819" y="7982"/>
                    <a:pt x="3983" y="7982"/>
                  </a:cubicBezTo>
                  <a:cubicBezTo>
                    <a:pt x="4153" y="7982"/>
                    <a:pt x="4325" y="7971"/>
                    <a:pt x="4499" y="7948"/>
                  </a:cubicBezTo>
                  <a:cubicBezTo>
                    <a:pt x="2508" y="7700"/>
                    <a:pt x="1015" y="5996"/>
                    <a:pt x="1006" y="3996"/>
                  </a:cubicBezTo>
                  <a:cubicBezTo>
                    <a:pt x="1015" y="1986"/>
                    <a:pt x="2508" y="292"/>
                    <a:pt x="4499" y="34"/>
                  </a:cubicBezTo>
                  <a:cubicBezTo>
                    <a:pt x="4325" y="12"/>
                    <a:pt x="4153" y="1"/>
                    <a:pt x="3984" y="1"/>
                  </a:cubicBezTo>
                  <a:close/>
                </a:path>
              </a:pathLst>
            </a:custGeom>
            <a:solidFill>
              <a:srgbClr val="E2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448" name="Google Shape;12448;p43"/>
            <p:cNvSpPr/>
            <p:nvPr/>
          </p:nvSpPr>
          <p:spPr>
            <a:xfrm>
              <a:off x="4162516" y="2109821"/>
              <a:ext cx="11344" cy="74736"/>
            </a:xfrm>
            <a:custGeom>
              <a:rect b="b" l="l" r="r" t="t"/>
              <a:pathLst>
                <a:path extrusionOk="0" h="2846" w="432">
                  <a:moveTo>
                    <a:pt x="216" y="1"/>
                  </a:moveTo>
                  <a:cubicBezTo>
                    <a:pt x="108" y="1"/>
                    <a:pt x="1" y="75"/>
                    <a:pt x="10" y="223"/>
                  </a:cubicBezTo>
                  <a:lnTo>
                    <a:pt x="10" y="2635"/>
                  </a:lnTo>
                  <a:cubicBezTo>
                    <a:pt x="10" y="2750"/>
                    <a:pt x="106" y="2845"/>
                    <a:pt x="211" y="2845"/>
                  </a:cubicBezTo>
                  <a:cubicBezTo>
                    <a:pt x="326" y="2836"/>
                    <a:pt x="422" y="2750"/>
                    <a:pt x="422" y="2635"/>
                  </a:cubicBezTo>
                  <a:lnTo>
                    <a:pt x="422" y="223"/>
                  </a:lnTo>
                  <a:cubicBezTo>
                    <a:pt x="431" y="75"/>
                    <a:pt x="324" y="1"/>
                    <a:pt x="216" y="1"/>
                  </a:cubicBezTo>
                  <a:close/>
                </a:path>
              </a:pathLst>
            </a:custGeom>
            <a:solidFill>
              <a:srgbClr val="465C7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449" name="Google Shape;12449;p43"/>
            <p:cNvSpPr/>
            <p:nvPr/>
          </p:nvSpPr>
          <p:spPr>
            <a:xfrm>
              <a:off x="4245970" y="2009561"/>
              <a:ext cx="55803" cy="47294"/>
            </a:xfrm>
            <a:custGeom>
              <a:rect b="b" l="l" r="r" t="t"/>
              <a:pathLst>
                <a:path extrusionOk="0" h="1801" w="2125">
                  <a:moveTo>
                    <a:pt x="584" y="1"/>
                  </a:moveTo>
                  <a:cubicBezTo>
                    <a:pt x="494" y="1"/>
                    <a:pt x="403" y="41"/>
                    <a:pt x="345" y="117"/>
                  </a:cubicBezTo>
                  <a:lnTo>
                    <a:pt x="96" y="462"/>
                  </a:lnTo>
                  <a:cubicBezTo>
                    <a:pt x="0" y="596"/>
                    <a:pt x="29" y="778"/>
                    <a:pt x="163" y="864"/>
                  </a:cubicBezTo>
                  <a:lnTo>
                    <a:pt x="1378" y="1744"/>
                  </a:lnTo>
                  <a:cubicBezTo>
                    <a:pt x="1431" y="1782"/>
                    <a:pt x="1490" y="1801"/>
                    <a:pt x="1549" y="1801"/>
                  </a:cubicBezTo>
                  <a:cubicBezTo>
                    <a:pt x="1637" y="1801"/>
                    <a:pt x="1722" y="1758"/>
                    <a:pt x="1780" y="1677"/>
                  </a:cubicBezTo>
                  <a:lnTo>
                    <a:pt x="2029" y="1333"/>
                  </a:lnTo>
                  <a:cubicBezTo>
                    <a:pt x="2125" y="1199"/>
                    <a:pt x="2096" y="1026"/>
                    <a:pt x="1962" y="931"/>
                  </a:cubicBezTo>
                  <a:lnTo>
                    <a:pt x="747" y="50"/>
                  </a:lnTo>
                  <a:cubicBezTo>
                    <a:pt x="698" y="17"/>
                    <a:pt x="641" y="1"/>
                    <a:pt x="584" y="1"/>
                  </a:cubicBezTo>
                  <a:close/>
                </a:path>
              </a:pathLst>
            </a:custGeom>
            <a:solidFill>
              <a:srgbClr val="E5EBE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450" name="Google Shape;12450;p43"/>
            <p:cNvSpPr/>
            <p:nvPr/>
          </p:nvSpPr>
          <p:spPr>
            <a:xfrm>
              <a:off x="4034604" y="2009561"/>
              <a:ext cx="55829" cy="47294"/>
            </a:xfrm>
            <a:custGeom>
              <a:rect b="b" l="l" r="r" t="t"/>
              <a:pathLst>
                <a:path extrusionOk="0" h="1801" w="2126">
                  <a:moveTo>
                    <a:pt x="1545" y="1"/>
                  </a:moveTo>
                  <a:cubicBezTo>
                    <a:pt x="1488" y="1"/>
                    <a:pt x="1430" y="17"/>
                    <a:pt x="1379" y="50"/>
                  </a:cubicBezTo>
                  <a:lnTo>
                    <a:pt x="163" y="931"/>
                  </a:lnTo>
                  <a:cubicBezTo>
                    <a:pt x="29" y="1026"/>
                    <a:pt x="0" y="1199"/>
                    <a:pt x="96" y="1333"/>
                  </a:cubicBezTo>
                  <a:lnTo>
                    <a:pt x="345" y="1677"/>
                  </a:lnTo>
                  <a:cubicBezTo>
                    <a:pt x="403" y="1758"/>
                    <a:pt x="492" y="1801"/>
                    <a:pt x="581" y="1801"/>
                  </a:cubicBezTo>
                  <a:cubicBezTo>
                    <a:pt x="639" y="1801"/>
                    <a:pt x="698" y="1782"/>
                    <a:pt x="747" y="1744"/>
                  </a:cubicBezTo>
                  <a:lnTo>
                    <a:pt x="1962" y="864"/>
                  </a:lnTo>
                  <a:cubicBezTo>
                    <a:pt x="2096" y="778"/>
                    <a:pt x="2125" y="596"/>
                    <a:pt x="2029" y="462"/>
                  </a:cubicBezTo>
                  <a:lnTo>
                    <a:pt x="1780" y="117"/>
                  </a:lnTo>
                  <a:cubicBezTo>
                    <a:pt x="1722" y="41"/>
                    <a:pt x="1635" y="1"/>
                    <a:pt x="1545" y="1"/>
                  </a:cubicBezTo>
                  <a:close/>
                </a:path>
              </a:pathLst>
            </a:custGeom>
            <a:solidFill>
              <a:srgbClr val="E5EBE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451" name="Google Shape;12451;p43"/>
            <p:cNvSpPr/>
            <p:nvPr/>
          </p:nvSpPr>
          <p:spPr>
            <a:xfrm>
              <a:off x="4133368" y="1970407"/>
              <a:ext cx="69642" cy="41753"/>
            </a:xfrm>
            <a:custGeom>
              <a:rect b="b" l="l" r="r" t="t"/>
              <a:pathLst>
                <a:path extrusionOk="0" h="1590" w="2652">
                  <a:moveTo>
                    <a:pt x="336" y="1"/>
                  </a:moveTo>
                  <a:cubicBezTo>
                    <a:pt x="154" y="1"/>
                    <a:pt x="1" y="144"/>
                    <a:pt x="1" y="335"/>
                  </a:cubicBezTo>
                  <a:lnTo>
                    <a:pt x="1" y="1254"/>
                  </a:lnTo>
                  <a:cubicBezTo>
                    <a:pt x="1" y="1446"/>
                    <a:pt x="154" y="1589"/>
                    <a:pt x="336" y="1589"/>
                  </a:cubicBezTo>
                  <a:lnTo>
                    <a:pt x="2317" y="1589"/>
                  </a:lnTo>
                  <a:cubicBezTo>
                    <a:pt x="2498" y="1589"/>
                    <a:pt x="2652" y="1446"/>
                    <a:pt x="2652" y="1254"/>
                  </a:cubicBezTo>
                  <a:lnTo>
                    <a:pt x="2652" y="335"/>
                  </a:lnTo>
                  <a:cubicBezTo>
                    <a:pt x="2652" y="144"/>
                    <a:pt x="2498" y="1"/>
                    <a:pt x="2317" y="1"/>
                  </a:cubicBezTo>
                  <a:close/>
                </a:path>
              </a:pathLst>
            </a:custGeom>
            <a:solidFill>
              <a:srgbClr val="C3CDD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452" name="Google Shape;12452;p43"/>
            <p:cNvSpPr/>
            <p:nvPr/>
          </p:nvSpPr>
          <p:spPr>
            <a:xfrm>
              <a:off x="4245970" y="2009561"/>
              <a:ext cx="49526" cy="47294"/>
            </a:xfrm>
            <a:custGeom>
              <a:rect b="b" l="l" r="r" t="t"/>
              <a:pathLst>
                <a:path extrusionOk="0" h="1801" w="1886">
                  <a:moveTo>
                    <a:pt x="580" y="1"/>
                  </a:moveTo>
                  <a:cubicBezTo>
                    <a:pt x="491" y="1"/>
                    <a:pt x="403" y="41"/>
                    <a:pt x="345" y="117"/>
                  </a:cubicBezTo>
                  <a:lnTo>
                    <a:pt x="96" y="462"/>
                  </a:lnTo>
                  <a:cubicBezTo>
                    <a:pt x="0" y="596"/>
                    <a:pt x="29" y="778"/>
                    <a:pt x="163" y="873"/>
                  </a:cubicBezTo>
                  <a:lnTo>
                    <a:pt x="1378" y="1744"/>
                  </a:lnTo>
                  <a:cubicBezTo>
                    <a:pt x="1428" y="1782"/>
                    <a:pt x="1486" y="1801"/>
                    <a:pt x="1544" y="1801"/>
                  </a:cubicBezTo>
                  <a:cubicBezTo>
                    <a:pt x="1633" y="1801"/>
                    <a:pt x="1722" y="1758"/>
                    <a:pt x="1780" y="1677"/>
                  </a:cubicBezTo>
                  <a:lnTo>
                    <a:pt x="1885" y="1524"/>
                  </a:lnTo>
                  <a:lnTo>
                    <a:pt x="976" y="873"/>
                  </a:lnTo>
                  <a:cubicBezTo>
                    <a:pt x="842" y="778"/>
                    <a:pt x="814" y="596"/>
                    <a:pt x="909" y="462"/>
                  </a:cubicBezTo>
                  <a:lnTo>
                    <a:pt x="1053" y="270"/>
                  </a:lnTo>
                  <a:lnTo>
                    <a:pt x="747" y="50"/>
                  </a:lnTo>
                  <a:cubicBezTo>
                    <a:pt x="695" y="17"/>
                    <a:pt x="637" y="1"/>
                    <a:pt x="580" y="1"/>
                  </a:cubicBezTo>
                  <a:close/>
                </a:path>
              </a:pathLst>
            </a:custGeom>
            <a:solidFill>
              <a:srgbClr val="E2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453" name="Google Shape;12453;p43"/>
            <p:cNvSpPr/>
            <p:nvPr/>
          </p:nvSpPr>
          <p:spPr>
            <a:xfrm>
              <a:off x="4034604" y="2009561"/>
              <a:ext cx="49789" cy="47294"/>
            </a:xfrm>
            <a:custGeom>
              <a:rect b="b" l="l" r="r" t="t"/>
              <a:pathLst>
                <a:path extrusionOk="0" h="1801" w="1896">
                  <a:moveTo>
                    <a:pt x="1541" y="1"/>
                  </a:moveTo>
                  <a:cubicBezTo>
                    <a:pt x="1484" y="1"/>
                    <a:pt x="1427" y="17"/>
                    <a:pt x="1379" y="50"/>
                  </a:cubicBezTo>
                  <a:lnTo>
                    <a:pt x="163" y="931"/>
                  </a:lnTo>
                  <a:cubicBezTo>
                    <a:pt x="29" y="1026"/>
                    <a:pt x="0" y="1208"/>
                    <a:pt x="96" y="1333"/>
                  </a:cubicBezTo>
                  <a:lnTo>
                    <a:pt x="345" y="1677"/>
                  </a:lnTo>
                  <a:cubicBezTo>
                    <a:pt x="403" y="1758"/>
                    <a:pt x="488" y="1801"/>
                    <a:pt x="577" y="1801"/>
                  </a:cubicBezTo>
                  <a:cubicBezTo>
                    <a:pt x="635" y="1801"/>
                    <a:pt x="694" y="1782"/>
                    <a:pt x="747" y="1744"/>
                  </a:cubicBezTo>
                  <a:lnTo>
                    <a:pt x="1053" y="1524"/>
                  </a:lnTo>
                  <a:lnTo>
                    <a:pt x="910" y="1333"/>
                  </a:lnTo>
                  <a:cubicBezTo>
                    <a:pt x="823" y="1208"/>
                    <a:pt x="852" y="1026"/>
                    <a:pt x="977" y="931"/>
                  </a:cubicBezTo>
                  <a:lnTo>
                    <a:pt x="1895" y="270"/>
                  </a:lnTo>
                  <a:lnTo>
                    <a:pt x="1780" y="117"/>
                  </a:lnTo>
                  <a:cubicBezTo>
                    <a:pt x="1722" y="41"/>
                    <a:pt x="1631" y="1"/>
                    <a:pt x="1541" y="1"/>
                  </a:cubicBezTo>
                  <a:close/>
                </a:path>
              </a:pathLst>
            </a:custGeom>
            <a:solidFill>
              <a:srgbClr val="E2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454" name="Google Shape;12454;p43"/>
            <p:cNvSpPr/>
            <p:nvPr/>
          </p:nvSpPr>
          <p:spPr>
            <a:xfrm>
              <a:off x="4133368" y="1970407"/>
              <a:ext cx="30435" cy="41990"/>
            </a:xfrm>
            <a:custGeom>
              <a:rect b="b" l="l" r="r" t="t"/>
              <a:pathLst>
                <a:path extrusionOk="0" h="1599" w="1159">
                  <a:moveTo>
                    <a:pt x="336" y="1"/>
                  </a:moveTo>
                  <a:cubicBezTo>
                    <a:pt x="154" y="1"/>
                    <a:pt x="1" y="144"/>
                    <a:pt x="1" y="335"/>
                  </a:cubicBezTo>
                  <a:lnTo>
                    <a:pt x="1" y="1254"/>
                  </a:lnTo>
                  <a:cubicBezTo>
                    <a:pt x="1" y="1446"/>
                    <a:pt x="154" y="1589"/>
                    <a:pt x="336" y="1599"/>
                  </a:cubicBezTo>
                  <a:lnTo>
                    <a:pt x="1159" y="1599"/>
                  </a:lnTo>
                  <a:cubicBezTo>
                    <a:pt x="967" y="1589"/>
                    <a:pt x="824" y="1446"/>
                    <a:pt x="814" y="1254"/>
                  </a:cubicBezTo>
                  <a:lnTo>
                    <a:pt x="814" y="335"/>
                  </a:lnTo>
                  <a:cubicBezTo>
                    <a:pt x="824" y="144"/>
                    <a:pt x="967" y="1"/>
                    <a:pt x="1159" y="1"/>
                  </a:cubicBezTo>
                  <a:close/>
                </a:path>
              </a:pathLst>
            </a:custGeom>
            <a:solidFill>
              <a:srgbClr val="AAB8C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455" name="Google Shape;12455;p43"/>
            <p:cNvSpPr/>
            <p:nvPr/>
          </p:nvSpPr>
          <p:spPr>
            <a:xfrm>
              <a:off x="4049178" y="2070930"/>
              <a:ext cx="229224" cy="220426"/>
            </a:xfrm>
            <a:custGeom>
              <a:rect b="b" l="l" r="r" t="t"/>
              <a:pathLst>
                <a:path extrusionOk="0" h="8394" w="8729">
                  <a:moveTo>
                    <a:pt x="4728" y="403"/>
                  </a:moveTo>
                  <a:cubicBezTo>
                    <a:pt x="5255" y="431"/>
                    <a:pt x="5771" y="575"/>
                    <a:pt x="6240" y="814"/>
                  </a:cubicBezTo>
                  <a:lnTo>
                    <a:pt x="6078" y="1092"/>
                  </a:lnTo>
                  <a:cubicBezTo>
                    <a:pt x="5986" y="1255"/>
                    <a:pt x="6122" y="1400"/>
                    <a:pt x="6263" y="1400"/>
                  </a:cubicBezTo>
                  <a:cubicBezTo>
                    <a:pt x="6329" y="1400"/>
                    <a:pt x="6396" y="1369"/>
                    <a:pt x="6441" y="1293"/>
                  </a:cubicBezTo>
                  <a:lnTo>
                    <a:pt x="6594" y="1015"/>
                  </a:lnTo>
                  <a:cubicBezTo>
                    <a:pt x="7035" y="1302"/>
                    <a:pt x="7417" y="1675"/>
                    <a:pt x="7705" y="2116"/>
                  </a:cubicBezTo>
                  <a:lnTo>
                    <a:pt x="7427" y="2278"/>
                  </a:lnTo>
                  <a:cubicBezTo>
                    <a:pt x="7224" y="2392"/>
                    <a:pt x="7338" y="2671"/>
                    <a:pt x="7523" y="2671"/>
                  </a:cubicBezTo>
                  <a:cubicBezTo>
                    <a:pt x="7556" y="2671"/>
                    <a:pt x="7592" y="2662"/>
                    <a:pt x="7628" y="2642"/>
                  </a:cubicBezTo>
                  <a:lnTo>
                    <a:pt x="7906" y="2479"/>
                  </a:lnTo>
                  <a:cubicBezTo>
                    <a:pt x="8145" y="2948"/>
                    <a:pt x="8288" y="3465"/>
                    <a:pt x="8317" y="3991"/>
                  </a:cubicBezTo>
                  <a:lnTo>
                    <a:pt x="7992" y="3991"/>
                  </a:lnTo>
                  <a:cubicBezTo>
                    <a:pt x="7743" y="4011"/>
                    <a:pt x="7743" y="4374"/>
                    <a:pt x="7992" y="4393"/>
                  </a:cubicBezTo>
                  <a:lnTo>
                    <a:pt x="8317" y="4393"/>
                  </a:lnTo>
                  <a:cubicBezTo>
                    <a:pt x="8288" y="4920"/>
                    <a:pt x="8145" y="5437"/>
                    <a:pt x="7906" y="5905"/>
                  </a:cubicBezTo>
                  <a:lnTo>
                    <a:pt x="7628" y="5743"/>
                  </a:lnTo>
                  <a:cubicBezTo>
                    <a:pt x="7592" y="5722"/>
                    <a:pt x="7556" y="5714"/>
                    <a:pt x="7523" y="5714"/>
                  </a:cubicBezTo>
                  <a:cubicBezTo>
                    <a:pt x="7338" y="5714"/>
                    <a:pt x="7224" y="5993"/>
                    <a:pt x="7427" y="6106"/>
                  </a:cubicBezTo>
                  <a:lnTo>
                    <a:pt x="7705" y="6260"/>
                  </a:lnTo>
                  <a:cubicBezTo>
                    <a:pt x="7417" y="6709"/>
                    <a:pt x="7044" y="7083"/>
                    <a:pt x="6604" y="7370"/>
                  </a:cubicBezTo>
                  <a:lnTo>
                    <a:pt x="6594" y="7370"/>
                  </a:lnTo>
                  <a:lnTo>
                    <a:pt x="6441" y="7092"/>
                  </a:lnTo>
                  <a:cubicBezTo>
                    <a:pt x="6396" y="7016"/>
                    <a:pt x="6329" y="6985"/>
                    <a:pt x="6263" y="6985"/>
                  </a:cubicBezTo>
                  <a:cubicBezTo>
                    <a:pt x="6122" y="6985"/>
                    <a:pt x="5986" y="7130"/>
                    <a:pt x="6078" y="7293"/>
                  </a:cubicBezTo>
                  <a:lnTo>
                    <a:pt x="6240" y="7571"/>
                  </a:lnTo>
                  <a:cubicBezTo>
                    <a:pt x="5771" y="7810"/>
                    <a:pt x="5255" y="7953"/>
                    <a:pt x="4728" y="7982"/>
                  </a:cubicBezTo>
                  <a:lnTo>
                    <a:pt x="4728" y="7657"/>
                  </a:lnTo>
                  <a:cubicBezTo>
                    <a:pt x="4719" y="7532"/>
                    <a:pt x="4623" y="7470"/>
                    <a:pt x="4527" y="7470"/>
                  </a:cubicBezTo>
                  <a:cubicBezTo>
                    <a:pt x="4432" y="7470"/>
                    <a:pt x="4336" y="7532"/>
                    <a:pt x="4326" y="7657"/>
                  </a:cubicBezTo>
                  <a:lnTo>
                    <a:pt x="4326" y="7982"/>
                  </a:lnTo>
                  <a:cubicBezTo>
                    <a:pt x="3800" y="7953"/>
                    <a:pt x="3283" y="7810"/>
                    <a:pt x="2814" y="7571"/>
                  </a:cubicBezTo>
                  <a:lnTo>
                    <a:pt x="2977" y="7293"/>
                  </a:lnTo>
                  <a:cubicBezTo>
                    <a:pt x="3068" y="7130"/>
                    <a:pt x="2928" y="6985"/>
                    <a:pt x="2787" y="6985"/>
                  </a:cubicBezTo>
                  <a:cubicBezTo>
                    <a:pt x="2722" y="6985"/>
                    <a:pt x="2656" y="7016"/>
                    <a:pt x="2613" y="7092"/>
                  </a:cubicBezTo>
                  <a:lnTo>
                    <a:pt x="2460" y="7370"/>
                  </a:lnTo>
                  <a:cubicBezTo>
                    <a:pt x="2010" y="7083"/>
                    <a:pt x="1637" y="6709"/>
                    <a:pt x="1350" y="6260"/>
                  </a:cubicBezTo>
                  <a:lnTo>
                    <a:pt x="1627" y="6106"/>
                  </a:lnTo>
                  <a:cubicBezTo>
                    <a:pt x="1830" y="5993"/>
                    <a:pt x="1716" y="5714"/>
                    <a:pt x="1531" y="5714"/>
                  </a:cubicBezTo>
                  <a:cubicBezTo>
                    <a:pt x="1498" y="5714"/>
                    <a:pt x="1463" y="5722"/>
                    <a:pt x="1426" y="5743"/>
                  </a:cubicBezTo>
                  <a:lnTo>
                    <a:pt x="1149" y="5905"/>
                  </a:lnTo>
                  <a:cubicBezTo>
                    <a:pt x="910" y="5437"/>
                    <a:pt x="766" y="4920"/>
                    <a:pt x="737" y="4393"/>
                  </a:cubicBezTo>
                  <a:lnTo>
                    <a:pt x="1063" y="4393"/>
                  </a:lnTo>
                  <a:cubicBezTo>
                    <a:pt x="1072" y="4394"/>
                    <a:pt x="1081" y="4395"/>
                    <a:pt x="1089" y="4395"/>
                  </a:cubicBezTo>
                  <a:cubicBezTo>
                    <a:pt x="1351" y="4395"/>
                    <a:pt x="1351" y="3990"/>
                    <a:pt x="1089" y="3990"/>
                  </a:cubicBezTo>
                  <a:cubicBezTo>
                    <a:pt x="1081" y="3990"/>
                    <a:pt x="1072" y="3991"/>
                    <a:pt x="1063" y="3991"/>
                  </a:cubicBezTo>
                  <a:lnTo>
                    <a:pt x="737" y="3991"/>
                  </a:lnTo>
                  <a:cubicBezTo>
                    <a:pt x="766" y="3465"/>
                    <a:pt x="910" y="2948"/>
                    <a:pt x="1149" y="2479"/>
                  </a:cubicBezTo>
                  <a:lnTo>
                    <a:pt x="1426" y="2642"/>
                  </a:lnTo>
                  <a:cubicBezTo>
                    <a:pt x="1463" y="2662"/>
                    <a:pt x="1498" y="2671"/>
                    <a:pt x="1531" y="2671"/>
                  </a:cubicBezTo>
                  <a:cubicBezTo>
                    <a:pt x="1716" y="2671"/>
                    <a:pt x="1830" y="2392"/>
                    <a:pt x="1627" y="2278"/>
                  </a:cubicBezTo>
                  <a:lnTo>
                    <a:pt x="1350" y="2116"/>
                  </a:lnTo>
                  <a:cubicBezTo>
                    <a:pt x="1637" y="1675"/>
                    <a:pt x="2010" y="1302"/>
                    <a:pt x="2460" y="1015"/>
                  </a:cubicBezTo>
                  <a:lnTo>
                    <a:pt x="2613" y="1293"/>
                  </a:lnTo>
                  <a:cubicBezTo>
                    <a:pt x="2656" y="1369"/>
                    <a:pt x="2722" y="1400"/>
                    <a:pt x="2787" y="1400"/>
                  </a:cubicBezTo>
                  <a:cubicBezTo>
                    <a:pt x="2928" y="1400"/>
                    <a:pt x="3068" y="1255"/>
                    <a:pt x="2977" y="1092"/>
                  </a:cubicBezTo>
                  <a:lnTo>
                    <a:pt x="2814" y="814"/>
                  </a:lnTo>
                  <a:cubicBezTo>
                    <a:pt x="3283" y="575"/>
                    <a:pt x="3800" y="431"/>
                    <a:pt x="4326" y="403"/>
                  </a:cubicBezTo>
                  <a:lnTo>
                    <a:pt x="4326" y="728"/>
                  </a:lnTo>
                  <a:cubicBezTo>
                    <a:pt x="4312" y="876"/>
                    <a:pt x="4420" y="950"/>
                    <a:pt x="4527" y="950"/>
                  </a:cubicBezTo>
                  <a:cubicBezTo>
                    <a:pt x="4635" y="950"/>
                    <a:pt x="4743" y="876"/>
                    <a:pt x="4728" y="728"/>
                  </a:cubicBezTo>
                  <a:lnTo>
                    <a:pt x="4728" y="403"/>
                  </a:lnTo>
                  <a:close/>
                  <a:moveTo>
                    <a:pt x="4527" y="1"/>
                  </a:moveTo>
                  <a:cubicBezTo>
                    <a:pt x="2833" y="1"/>
                    <a:pt x="1302" y="1025"/>
                    <a:pt x="651" y="2594"/>
                  </a:cubicBezTo>
                  <a:cubicBezTo>
                    <a:pt x="0" y="4164"/>
                    <a:pt x="364" y="5963"/>
                    <a:pt x="1560" y="7169"/>
                  </a:cubicBezTo>
                  <a:cubicBezTo>
                    <a:pt x="2368" y="7970"/>
                    <a:pt x="3441" y="8393"/>
                    <a:pt x="4533" y="8393"/>
                  </a:cubicBezTo>
                  <a:cubicBezTo>
                    <a:pt x="5072" y="8393"/>
                    <a:pt x="5616" y="8290"/>
                    <a:pt x="6135" y="8078"/>
                  </a:cubicBezTo>
                  <a:cubicBezTo>
                    <a:pt x="7705" y="7427"/>
                    <a:pt x="8729" y="5896"/>
                    <a:pt x="8729" y="4192"/>
                  </a:cubicBezTo>
                  <a:cubicBezTo>
                    <a:pt x="8729" y="1876"/>
                    <a:pt x="6843" y="1"/>
                    <a:pt x="4527" y="1"/>
                  </a:cubicBezTo>
                  <a:close/>
                </a:path>
              </a:pathLst>
            </a:custGeom>
            <a:solidFill>
              <a:srgbClr val="465C7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456" name="Google Shape;12456;p43"/>
            <p:cNvSpPr/>
            <p:nvPr/>
          </p:nvSpPr>
          <p:spPr>
            <a:xfrm>
              <a:off x="4153719" y="2166674"/>
              <a:ext cx="28676" cy="28939"/>
            </a:xfrm>
            <a:custGeom>
              <a:rect b="b" l="l" r="r" t="t"/>
              <a:pathLst>
                <a:path extrusionOk="0" h="1102" w="1092">
                  <a:moveTo>
                    <a:pt x="546" y="1"/>
                  </a:moveTo>
                  <a:cubicBezTo>
                    <a:pt x="250" y="1"/>
                    <a:pt x="1" y="250"/>
                    <a:pt x="1" y="546"/>
                  </a:cubicBezTo>
                  <a:cubicBezTo>
                    <a:pt x="1" y="853"/>
                    <a:pt x="250" y="1101"/>
                    <a:pt x="546" y="1101"/>
                  </a:cubicBezTo>
                  <a:cubicBezTo>
                    <a:pt x="852" y="1101"/>
                    <a:pt x="1092" y="853"/>
                    <a:pt x="1092" y="546"/>
                  </a:cubicBezTo>
                  <a:cubicBezTo>
                    <a:pt x="1092" y="250"/>
                    <a:pt x="852" y="1"/>
                    <a:pt x="546" y="1"/>
                  </a:cubicBezTo>
                  <a:close/>
                </a:path>
              </a:pathLst>
            </a:custGeom>
            <a:solidFill>
              <a:srgbClr val="657A8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457" name="Google Shape;12457;p43"/>
            <p:cNvSpPr/>
            <p:nvPr/>
          </p:nvSpPr>
          <p:spPr>
            <a:xfrm>
              <a:off x="4153982" y="2166832"/>
              <a:ext cx="23398" cy="28833"/>
            </a:xfrm>
            <a:custGeom>
              <a:rect b="b" l="l" r="r" t="t"/>
              <a:pathLst>
                <a:path extrusionOk="0" h="1098" w="891">
                  <a:moveTo>
                    <a:pt x="544" y="0"/>
                  </a:moveTo>
                  <a:cubicBezTo>
                    <a:pt x="264" y="0"/>
                    <a:pt x="0" y="221"/>
                    <a:pt x="0" y="550"/>
                  </a:cubicBezTo>
                  <a:cubicBezTo>
                    <a:pt x="0" y="874"/>
                    <a:pt x="267" y="1098"/>
                    <a:pt x="548" y="1098"/>
                  </a:cubicBezTo>
                  <a:cubicBezTo>
                    <a:pt x="666" y="1098"/>
                    <a:pt x="786" y="1059"/>
                    <a:pt x="890" y="971"/>
                  </a:cubicBezTo>
                  <a:cubicBezTo>
                    <a:pt x="766" y="866"/>
                    <a:pt x="699" y="703"/>
                    <a:pt x="699" y="550"/>
                  </a:cubicBezTo>
                  <a:cubicBezTo>
                    <a:pt x="699" y="387"/>
                    <a:pt x="775" y="234"/>
                    <a:pt x="890" y="129"/>
                  </a:cubicBezTo>
                  <a:cubicBezTo>
                    <a:pt x="785" y="40"/>
                    <a:pt x="663" y="0"/>
                    <a:pt x="544" y="0"/>
                  </a:cubicBezTo>
                  <a:close/>
                </a:path>
              </a:pathLst>
            </a:custGeom>
            <a:solidFill>
              <a:srgbClr val="657A8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2458" name="Google Shape;12458;p43"/>
          <p:cNvGrpSpPr/>
          <p:nvPr/>
        </p:nvGrpSpPr>
        <p:grpSpPr>
          <a:xfrm>
            <a:off x="3544540" y="3228563"/>
            <a:ext cx="320188" cy="319269"/>
            <a:chOff x="3544540" y="3380963"/>
            <a:chExt cx="320188" cy="319269"/>
          </a:xfrm>
        </p:grpSpPr>
        <p:sp>
          <p:nvSpPr>
            <p:cNvPr id="12459" name="Google Shape;12459;p43"/>
            <p:cNvSpPr/>
            <p:nvPr/>
          </p:nvSpPr>
          <p:spPr>
            <a:xfrm>
              <a:off x="3636528" y="3558218"/>
              <a:ext cx="51023" cy="51049"/>
            </a:xfrm>
            <a:custGeom>
              <a:rect b="b" l="l" r="r" t="t"/>
              <a:pathLst>
                <a:path extrusionOk="0" h="1944" w="1943">
                  <a:moveTo>
                    <a:pt x="1196" y="0"/>
                  </a:moveTo>
                  <a:lnTo>
                    <a:pt x="0" y="1197"/>
                  </a:lnTo>
                  <a:cubicBezTo>
                    <a:pt x="86" y="1216"/>
                    <a:pt x="172" y="1254"/>
                    <a:pt x="239" y="1321"/>
                  </a:cubicBezTo>
                  <a:lnTo>
                    <a:pt x="622" y="1704"/>
                  </a:lnTo>
                  <a:cubicBezTo>
                    <a:pt x="689" y="1771"/>
                    <a:pt x="727" y="1857"/>
                    <a:pt x="747" y="1943"/>
                  </a:cubicBezTo>
                  <a:lnTo>
                    <a:pt x="1943" y="747"/>
                  </a:lnTo>
                  <a:cubicBezTo>
                    <a:pt x="1656" y="536"/>
                    <a:pt x="1407" y="287"/>
                    <a:pt x="1196" y="0"/>
                  </a:cubicBezTo>
                  <a:close/>
                </a:path>
              </a:pathLst>
            </a:custGeom>
            <a:solidFill>
              <a:srgbClr val="E2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460" name="Google Shape;12460;p43"/>
            <p:cNvSpPr/>
            <p:nvPr/>
          </p:nvSpPr>
          <p:spPr>
            <a:xfrm>
              <a:off x="3636765" y="3558454"/>
              <a:ext cx="40992" cy="50813"/>
            </a:xfrm>
            <a:custGeom>
              <a:rect b="b" l="l" r="r" t="t"/>
              <a:pathLst>
                <a:path extrusionOk="0" h="1935" w="1561">
                  <a:moveTo>
                    <a:pt x="1197" y="1"/>
                  </a:moveTo>
                  <a:lnTo>
                    <a:pt x="1" y="1197"/>
                  </a:lnTo>
                  <a:cubicBezTo>
                    <a:pt x="87" y="1207"/>
                    <a:pt x="173" y="1245"/>
                    <a:pt x="240" y="1312"/>
                  </a:cubicBezTo>
                  <a:lnTo>
                    <a:pt x="623" y="1695"/>
                  </a:lnTo>
                  <a:cubicBezTo>
                    <a:pt x="690" y="1762"/>
                    <a:pt x="728" y="1848"/>
                    <a:pt x="747" y="1934"/>
                  </a:cubicBezTo>
                  <a:lnTo>
                    <a:pt x="1197" y="1484"/>
                  </a:lnTo>
                  <a:lnTo>
                    <a:pt x="1034" y="1312"/>
                  </a:lnTo>
                  <a:lnTo>
                    <a:pt x="1015" y="1312"/>
                  </a:lnTo>
                  <a:cubicBezTo>
                    <a:pt x="910" y="1216"/>
                    <a:pt x="910" y="1063"/>
                    <a:pt x="1015" y="968"/>
                  </a:cubicBezTo>
                  <a:lnTo>
                    <a:pt x="1561" y="412"/>
                  </a:lnTo>
                  <a:cubicBezTo>
                    <a:pt x="1427" y="288"/>
                    <a:pt x="1312" y="145"/>
                    <a:pt x="1197" y="1"/>
                  </a:cubicBezTo>
                  <a:close/>
                </a:path>
              </a:pathLst>
            </a:custGeom>
            <a:solidFill>
              <a:srgbClr val="B4C0C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461" name="Google Shape;12461;p43"/>
            <p:cNvSpPr/>
            <p:nvPr/>
          </p:nvSpPr>
          <p:spPr>
            <a:xfrm>
              <a:off x="3632248" y="3380963"/>
              <a:ext cx="232480" cy="221897"/>
            </a:xfrm>
            <a:custGeom>
              <a:rect b="b" l="l" r="r" t="t"/>
              <a:pathLst>
                <a:path extrusionOk="0" h="8450" w="8853">
                  <a:moveTo>
                    <a:pt x="4639" y="0"/>
                  </a:moveTo>
                  <a:cubicBezTo>
                    <a:pt x="3537" y="0"/>
                    <a:pt x="2454" y="430"/>
                    <a:pt x="1646" y="1238"/>
                  </a:cubicBezTo>
                  <a:cubicBezTo>
                    <a:pt x="0" y="2894"/>
                    <a:pt x="0" y="5564"/>
                    <a:pt x="1646" y="7210"/>
                  </a:cubicBezTo>
                  <a:cubicBezTo>
                    <a:pt x="2452" y="8022"/>
                    <a:pt x="3532" y="8450"/>
                    <a:pt x="4631" y="8450"/>
                  </a:cubicBezTo>
                  <a:cubicBezTo>
                    <a:pt x="5176" y="8450"/>
                    <a:pt x="5726" y="8344"/>
                    <a:pt x="6250" y="8128"/>
                  </a:cubicBezTo>
                  <a:cubicBezTo>
                    <a:pt x="7829" y="7478"/>
                    <a:pt x="8853" y="5937"/>
                    <a:pt x="8853" y="4224"/>
                  </a:cubicBezTo>
                  <a:cubicBezTo>
                    <a:pt x="8853" y="2520"/>
                    <a:pt x="7829" y="980"/>
                    <a:pt x="6250" y="319"/>
                  </a:cubicBezTo>
                  <a:cubicBezTo>
                    <a:pt x="5729" y="104"/>
                    <a:pt x="5182" y="0"/>
                    <a:pt x="4639" y="0"/>
                  </a:cubicBezTo>
                  <a:close/>
                </a:path>
              </a:pathLst>
            </a:custGeom>
            <a:solidFill>
              <a:srgbClr val="E5EBE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462" name="Google Shape;12462;p43"/>
            <p:cNvSpPr/>
            <p:nvPr/>
          </p:nvSpPr>
          <p:spPr>
            <a:xfrm>
              <a:off x="3627731" y="3381094"/>
              <a:ext cx="135738" cy="221792"/>
            </a:xfrm>
            <a:custGeom>
              <a:rect b="b" l="l" r="r" t="t"/>
              <a:pathLst>
                <a:path extrusionOk="0" h="8446" w="5169">
                  <a:moveTo>
                    <a:pt x="4787" y="0"/>
                  </a:moveTo>
                  <a:cubicBezTo>
                    <a:pt x="2484" y="0"/>
                    <a:pt x="574" y="1869"/>
                    <a:pt x="574" y="4219"/>
                  </a:cubicBezTo>
                  <a:cubicBezTo>
                    <a:pt x="574" y="6574"/>
                    <a:pt x="2492" y="8445"/>
                    <a:pt x="4802" y="8445"/>
                  </a:cubicBezTo>
                  <a:cubicBezTo>
                    <a:pt x="4923" y="8445"/>
                    <a:pt x="5045" y="8440"/>
                    <a:pt x="5168" y="8430"/>
                  </a:cubicBezTo>
                  <a:cubicBezTo>
                    <a:pt x="4173" y="8344"/>
                    <a:pt x="3244" y="7913"/>
                    <a:pt x="2546" y="7205"/>
                  </a:cubicBezTo>
                  <a:cubicBezTo>
                    <a:pt x="0" y="4669"/>
                    <a:pt x="1589" y="314"/>
                    <a:pt x="5168" y="17"/>
                  </a:cubicBezTo>
                  <a:cubicBezTo>
                    <a:pt x="5040" y="6"/>
                    <a:pt x="4913" y="0"/>
                    <a:pt x="4787" y="0"/>
                  </a:cubicBezTo>
                  <a:close/>
                </a:path>
              </a:pathLst>
            </a:custGeom>
            <a:solidFill>
              <a:srgbClr val="E2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463" name="Google Shape;12463;p43"/>
            <p:cNvSpPr/>
            <p:nvPr/>
          </p:nvSpPr>
          <p:spPr>
            <a:xfrm>
              <a:off x="3664154" y="3402050"/>
              <a:ext cx="188258" cy="179723"/>
            </a:xfrm>
            <a:custGeom>
              <a:rect b="b" l="l" r="r" t="t"/>
              <a:pathLst>
                <a:path extrusionOk="0" h="6844" w="7169">
                  <a:moveTo>
                    <a:pt x="3443" y="0"/>
                  </a:moveTo>
                  <a:cubicBezTo>
                    <a:pt x="1686" y="0"/>
                    <a:pt x="1" y="1362"/>
                    <a:pt x="1" y="3421"/>
                  </a:cubicBezTo>
                  <a:cubicBezTo>
                    <a:pt x="1" y="4809"/>
                    <a:pt x="833" y="6053"/>
                    <a:pt x="2106" y="6579"/>
                  </a:cubicBezTo>
                  <a:cubicBezTo>
                    <a:pt x="2532" y="6757"/>
                    <a:pt x="2978" y="6843"/>
                    <a:pt x="3419" y="6843"/>
                  </a:cubicBezTo>
                  <a:cubicBezTo>
                    <a:pt x="4308" y="6843"/>
                    <a:pt x="5180" y="6494"/>
                    <a:pt x="5839" y="5842"/>
                  </a:cubicBezTo>
                  <a:cubicBezTo>
                    <a:pt x="7169" y="4502"/>
                    <a:pt x="7169" y="2339"/>
                    <a:pt x="5839" y="1009"/>
                  </a:cubicBezTo>
                  <a:cubicBezTo>
                    <a:pt x="5142" y="312"/>
                    <a:pt x="4284" y="0"/>
                    <a:pt x="3443" y="0"/>
                  </a:cubicBezTo>
                  <a:close/>
                </a:path>
              </a:pathLst>
            </a:custGeom>
            <a:solidFill>
              <a:srgbClr val="8596A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464" name="Google Shape;12464;p43"/>
            <p:cNvSpPr/>
            <p:nvPr/>
          </p:nvSpPr>
          <p:spPr>
            <a:xfrm>
              <a:off x="3656381" y="3402102"/>
              <a:ext cx="107088" cy="179540"/>
            </a:xfrm>
            <a:custGeom>
              <a:rect b="b" l="l" r="r" t="t"/>
              <a:pathLst>
                <a:path extrusionOk="0" h="6837" w="4078">
                  <a:moveTo>
                    <a:pt x="3703" y="1"/>
                  </a:moveTo>
                  <a:cubicBezTo>
                    <a:pt x="1844" y="1"/>
                    <a:pt x="287" y="1516"/>
                    <a:pt x="287" y="3419"/>
                  </a:cubicBezTo>
                  <a:cubicBezTo>
                    <a:pt x="287" y="5330"/>
                    <a:pt x="1843" y="6837"/>
                    <a:pt x="3701" y="6837"/>
                  </a:cubicBezTo>
                  <a:cubicBezTo>
                    <a:pt x="3825" y="6837"/>
                    <a:pt x="3951" y="6830"/>
                    <a:pt x="4077" y="6816"/>
                  </a:cubicBezTo>
                  <a:cubicBezTo>
                    <a:pt x="3302" y="6740"/>
                    <a:pt x="2584" y="6395"/>
                    <a:pt x="2029" y="5840"/>
                  </a:cubicBezTo>
                  <a:cubicBezTo>
                    <a:pt x="0" y="3811"/>
                    <a:pt x="1225" y="328"/>
                    <a:pt x="4077" y="21"/>
                  </a:cubicBezTo>
                  <a:cubicBezTo>
                    <a:pt x="3951" y="8"/>
                    <a:pt x="3826" y="1"/>
                    <a:pt x="3703" y="1"/>
                  </a:cubicBezTo>
                  <a:close/>
                </a:path>
              </a:pathLst>
            </a:custGeom>
            <a:solidFill>
              <a:srgbClr val="6A7F9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465" name="Google Shape;12465;p43"/>
            <p:cNvSpPr/>
            <p:nvPr/>
          </p:nvSpPr>
          <p:spPr>
            <a:xfrm>
              <a:off x="3729252" y="3437579"/>
              <a:ext cx="49290" cy="49027"/>
            </a:xfrm>
            <a:custGeom>
              <a:rect b="b" l="l" r="r" t="t"/>
              <a:pathLst>
                <a:path extrusionOk="0" h="1867" w="1877">
                  <a:moveTo>
                    <a:pt x="938" y="1"/>
                  </a:moveTo>
                  <a:cubicBezTo>
                    <a:pt x="422" y="1"/>
                    <a:pt x="0" y="422"/>
                    <a:pt x="0" y="939"/>
                  </a:cubicBezTo>
                  <a:cubicBezTo>
                    <a:pt x="0" y="1455"/>
                    <a:pt x="422" y="1867"/>
                    <a:pt x="938" y="1867"/>
                  </a:cubicBezTo>
                  <a:cubicBezTo>
                    <a:pt x="1455" y="1867"/>
                    <a:pt x="1876" y="1455"/>
                    <a:pt x="1876" y="939"/>
                  </a:cubicBezTo>
                  <a:cubicBezTo>
                    <a:pt x="1876" y="422"/>
                    <a:pt x="1455" y="1"/>
                    <a:pt x="938" y="1"/>
                  </a:cubicBezTo>
                  <a:close/>
                </a:path>
              </a:pathLst>
            </a:custGeom>
            <a:solidFill>
              <a:srgbClr val="74879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466" name="Google Shape;12466;p43"/>
            <p:cNvSpPr/>
            <p:nvPr/>
          </p:nvSpPr>
          <p:spPr>
            <a:xfrm>
              <a:off x="3729252" y="3437658"/>
              <a:ext cx="34217" cy="49132"/>
            </a:xfrm>
            <a:custGeom>
              <a:rect b="b" l="l" r="r" t="t"/>
              <a:pathLst>
                <a:path extrusionOk="0" h="1871" w="1303">
                  <a:moveTo>
                    <a:pt x="940" y="0"/>
                  </a:moveTo>
                  <a:cubicBezTo>
                    <a:pt x="446" y="0"/>
                    <a:pt x="0" y="397"/>
                    <a:pt x="0" y="936"/>
                  </a:cubicBezTo>
                  <a:cubicBezTo>
                    <a:pt x="0" y="1474"/>
                    <a:pt x="446" y="1871"/>
                    <a:pt x="940" y="1871"/>
                  </a:cubicBezTo>
                  <a:cubicBezTo>
                    <a:pt x="1059" y="1871"/>
                    <a:pt x="1182" y="1847"/>
                    <a:pt x="1302" y="1797"/>
                  </a:cubicBezTo>
                  <a:cubicBezTo>
                    <a:pt x="958" y="1644"/>
                    <a:pt x="737" y="1309"/>
                    <a:pt x="737" y="936"/>
                  </a:cubicBezTo>
                  <a:cubicBezTo>
                    <a:pt x="737" y="562"/>
                    <a:pt x="958" y="218"/>
                    <a:pt x="1302" y="74"/>
                  </a:cubicBezTo>
                  <a:cubicBezTo>
                    <a:pt x="1182" y="24"/>
                    <a:pt x="1059" y="0"/>
                    <a:pt x="940" y="0"/>
                  </a:cubicBezTo>
                  <a:close/>
                </a:path>
              </a:pathLst>
            </a:custGeom>
            <a:solidFill>
              <a:srgbClr val="657A8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467" name="Google Shape;12467;p43"/>
            <p:cNvSpPr/>
            <p:nvPr/>
          </p:nvSpPr>
          <p:spPr>
            <a:xfrm>
              <a:off x="3713680" y="3486581"/>
              <a:ext cx="80434" cy="51548"/>
            </a:xfrm>
            <a:custGeom>
              <a:rect b="b" l="l" r="r" t="t"/>
              <a:pathLst>
                <a:path extrusionOk="0" h="1963" w="3063">
                  <a:moveTo>
                    <a:pt x="1005" y="1"/>
                  </a:moveTo>
                  <a:cubicBezTo>
                    <a:pt x="450" y="10"/>
                    <a:pt x="0" y="451"/>
                    <a:pt x="0" y="1006"/>
                  </a:cubicBezTo>
                  <a:lnTo>
                    <a:pt x="0" y="1790"/>
                  </a:lnTo>
                  <a:cubicBezTo>
                    <a:pt x="0" y="1886"/>
                    <a:pt x="77" y="1963"/>
                    <a:pt x="172" y="1963"/>
                  </a:cubicBezTo>
                  <a:lnTo>
                    <a:pt x="2890" y="1963"/>
                  </a:lnTo>
                  <a:cubicBezTo>
                    <a:pt x="2986" y="1963"/>
                    <a:pt x="3063" y="1886"/>
                    <a:pt x="3063" y="1790"/>
                  </a:cubicBezTo>
                  <a:lnTo>
                    <a:pt x="3063" y="1006"/>
                  </a:lnTo>
                  <a:cubicBezTo>
                    <a:pt x="3063" y="451"/>
                    <a:pt x="2613" y="10"/>
                    <a:pt x="2058" y="1"/>
                  </a:cubicBezTo>
                  <a:close/>
                </a:path>
              </a:pathLst>
            </a:custGeom>
            <a:solidFill>
              <a:srgbClr val="657A8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468" name="Google Shape;12468;p43"/>
            <p:cNvSpPr/>
            <p:nvPr/>
          </p:nvSpPr>
          <p:spPr>
            <a:xfrm>
              <a:off x="3713680" y="3486581"/>
              <a:ext cx="45745" cy="51548"/>
            </a:xfrm>
            <a:custGeom>
              <a:rect b="b" l="l" r="r" t="t"/>
              <a:pathLst>
                <a:path extrusionOk="0" h="1963" w="1742">
                  <a:moveTo>
                    <a:pt x="1005" y="1"/>
                  </a:moveTo>
                  <a:cubicBezTo>
                    <a:pt x="450" y="10"/>
                    <a:pt x="0" y="451"/>
                    <a:pt x="0" y="1006"/>
                  </a:cubicBezTo>
                  <a:lnTo>
                    <a:pt x="0" y="1790"/>
                  </a:lnTo>
                  <a:cubicBezTo>
                    <a:pt x="0" y="1886"/>
                    <a:pt x="77" y="1963"/>
                    <a:pt x="172" y="1963"/>
                  </a:cubicBezTo>
                  <a:lnTo>
                    <a:pt x="909" y="1963"/>
                  </a:lnTo>
                  <a:cubicBezTo>
                    <a:pt x="814" y="1963"/>
                    <a:pt x="737" y="1886"/>
                    <a:pt x="737" y="1790"/>
                  </a:cubicBezTo>
                  <a:lnTo>
                    <a:pt x="737" y="1006"/>
                  </a:lnTo>
                  <a:cubicBezTo>
                    <a:pt x="737" y="451"/>
                    <a:pt x="1187" y="10"/>
                    <a:pt x="1742" y="1"/>
                  </a:cubicBezTo>
                  <a:close/>
                </a:path>
              </a:pathLst>
            </a:custGeom>
            <a:solidFill>
              <a:srgbClr val="657A8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469" name="Google Shape;12469;p43"/>
            <p:cNvSpPr/>
            <p:nvPr/>
          </p:nvSpPr>
          <p:spPr>
            <a:xfrm>
              <a:off x="3728990" y="3507274"/>
              <a:ext cx="9847" cy="30856"/>
            </a:xfrm>
            <a:custGeom>
              <a:rect b="b" l="l" r="r" t="t"/>
              <a:pathLst>
                <a:path extrusionOk="0" h="1175" w="375">
                  <a:moveTo>
                    <a:pt x="188" y="0"/>
                  </a:moveTo>
                  <a:cubicBezTo>
                    <a:pt x="94" y="0"/>
                    <a:pt x="1" y="60"/>
                    <a:pt x="1" y="179"/>
                  </a:cubicBezTo>
                  <a:lnTo>
                    <a:pt x="1" y="1175"/>
                  </a:lnTo>
                  <a:lnTo>
                    <a:pt x="374" y="1175"/>
                  </a:lnTo>
                  <a:lnTo>
                    <a:pt x="374" y="179"/>
                  </a:lnTo>
                  <a:cubicBezTo>
                    <a:pt x="374" y="60"/>
                    <a:pt x="281" y="0"/>
                    <a:pt x="188" y="0"/>
                  </a:cubicBezTo>
                  <a:close/>
                </a:path>
              </a:pathLst>
            </a:custGeom>
            <a:solidFill>
              <a:srgbClr val="657A8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470" name="Google Shape;12470;p43"/>
            <p:cNvSpPr/>
            <p:nvPr/>
          </p:nvSpPr>
          <p:spPr>
            <a:xfrm>
              <a:off x="3768958" y="3507274"/>
              <a:ext cx="9821" cy="30856"/>
            </a:xfrm>
            <a:custGeom>
              <a:rect b="b" l="l" r="r" t="t"/>
              <a:pathLst>
                <a:path extrusionOk="0" h="1175" w="374">
                  <a:moveTo>
                    <a:pt x="187" y="0"/>
                  </a:moveTo>
                  <a:cubicBezTo>
                    <a:pt x="94" y="0"/>
                    <a:pt x="1" y="60"/>
                    <a:pt x="1" y="179"/>
                  </a:cubicBezTo>
                  <a:lnTo>
                    <a:pt x="1" y="1175"/>
                  </a:lnTo>
                  <a:lnTo>
                    <a:pt x="374" y="1175"/>
                  </a:lnTo>
                  <a:lnTo>
                    <a:pt x="374" y="179"/>
                  </a:lnTo>
                  <a:cubicBezTo>
                    <a:pt x="374" y="60"/>
                    <a:pt x="281" y="0"/>
                    <a:pt x="187" y="0"/>
                  </a:cubicBezTo>
                  <a:close/>
                </a:path>
              </a:pathLst>
            </a:custGeom>
            <a:solidFill>
              <a:srgbClr val="657A8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471" name="Google Shape;12471;p43"/>
            <p:cNvSpPr/>
            <p:nvPr/>
          </p:nvSpPr>
          <p:spPr>
            <a:xfrm>
              <a:off x="3544540" y="3586342"/>
              <a:ext cx="116384" cy="113890"/>
            </a:xfrm>
            <a:custGeom>
              <a:rect b="b" l="l" r="r" t="t"/>
              <a:pathLst>
                <a:path extrusionOk="0" h="4337" w="4432">
                  <a:moveTo>
                    <a:pt x="3517" y="0"/>
                  </a:moveTo>
                  <a:cubicBezTo>
                    <a:pt x="3391" y="0"/>
                    <a:pt x="3265" y="48"/>
                    <a:pt x="3168" y="145"/>
                  </a:cubicBezTo>
                  <a:lnTo>
                    <a:pt x="192" y="3121"/>
                  </a:lnTo>
                  <a:cubicBezTo>
                    <a:pt x="0" y="3313"/>
                    <a:pt x="0" y="3619"/>
                    <a:pt x="192" y="3810"/>
                  </a:cubicBezTo>
                  <a:lnTo>
                    <a:pt x="575" y="4193"/>
                  </a:lnTo>
                  <a:cubicBezTo>
                    <a:pt x="670" y="4289"/>
                    <a:pt x="795" y="4337"/>
                    <a:pt x="919" y="4337"/>
                  </a:cubicBezTo>
                  <a:cubicBezTo>
                    <a:pt x="1043" y="4337"/>
                    <a:pt x="1168" y="4289"/>
                    <a:pt x="1264" y="4193"/>
                  </a:cubicBezTo>
                  <a:lnTo>
                    <a:pt x="4240" y="1207"/>
                  </a:lnTo>
                  <a:cubicBezTo>
                    <a:pt x="4431" y="1016"/>
                    <a:pt x="4431" y="709"/>
                    <a:pt x="4240" y="528"/>
                  </a:cubicBezTo>
                  <a:lnTo>
                    <a:pt x="3857" y="135"/>
                  </a:lnTo>
                  <a:cubicBezTo>
                    <a:pt x="3763" y="45"/>
                    <a:pt x="3640" y="0"/>
                    <a:pt x="3517" y="0"/>
                  </a:cubicBezTo>
                  <a:close/>
                </a:path>
              </a:pathLst>
            </a:custGeom>
            <a:solidFill>
              <a:srgbClr val="657A8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472" name="Google Shape;12472;p43"/>
            <p:cNvSpPr/>
            <p:nvPr/>
          </p:nvSpPr>
          <p:spPr>
            <a:xfrm>
              <a:off x="3544540" y="3586369"/>
              <a:ext cx="101810" cy="113863"/>
            </a:xfrm>
            <a:custGeom>
              <a:rect b="b" l="l" r="r" t="t"/>
              <a:pathLst>
                <a:path extrusionOk="0" h="4336" w="3877">
                  <a:moveTo>
                    <a:pt x="3513" y="0"/>
                  </a:moveTo>
                  <a:cubicBezTo>
                    <a:pt x="3388" y="0"/>
                    <a:pt x="3264" y="48"/>
                    <a:pt x="3168" y="144"/>
                  </a:cubicBezTo>
                  <a:lnTo>
                    <a:pt x="192" y="3120"/>
                  </a:lnTo>
                  <a:cubicBezTo>
                    <a:pt x="0" y="3312"/>
                    <a:pt x="0" y="3618"/>
                    <a:pt x="192" y="3809"/>
                  </a:cubicBezTo>
                  <a:lnTo>
                    <a:pt x="575" y="4192"/>
                  </a:lnTo>
                  <a:cubicBezTo>
                    <a:pt x="670" y="4288"/>
                    <a:pt x="795" y="4336"/>
                    <a:pt x="919" y="4336"/>
                  </a:cubicBezTo>
                  <a:cubicBezTo>
                    <a:pt x="1043" y="4336"/>
                    <a:pt x="1168" y="4288"/>
                    <a:pt x="1264" y="4192"/>
                  </a:cubicBezTo>
                  <a:lnTo>
                    <a:pt x="1283" y="4163"/>
                  </a:lnTo>
                  <a:lnTo>
                    <a:pt x="919" y="3809"/>
                  </a:lnTo>
                  <a:cubicBezTo>
                    <a:pt x="728" y="3618"/>
                    <a:pt x="728" y="3312"/>
                    <a:pt x="919" y="3120"/>
                  </a:cubicBezTo>
                  <a:lnTo>
                    <a:pt x="3876" y="163"/>
                  </a:lnTo>
                  <a:lnTo>
                    <a:pt x="3857" y="144"/>
                  </a:lnTo>
                  <a:cubicBezTo>
                    <a:pt x="3761" y="48"/>
                    <a:pt x="3637" y="0"/>
                    <a:pt x="3513" y="0"/>
                  </a:cubicBezTo>
                  <a:close/>
                </a:path>
              </a:pathLst>
            </a:custGeom>
            <a:solidFill>
              <a:srgbClr val="657A8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473" name="Google Shape;12473;p43"/>
            <p:cNvSpPr/>
            <p:nvPr/>
          </p:nvSpPr>
          <p:spPr>
            <a:xfrm>
              <a:off x="3618409" y="3586106"/>
              <a:ext cx="42515" cy="41491"/>
            </a:xfrm>
            <a:custGeom>
              <a:rect b="b" l="l" r="r" t="t"/>
              <a:pathLst>
                <a:path extrusionOk="0" h="1580" w="1619">
                  <a:moveTo>
                    <a:pt x="700" y="1"/>
                  </a:moveTo>
                  <a:cubicBezTo>
                    <a:pt x="575" y="1"/>
                    <a:pt x="451" y="49"/>
                    <a:pt x="355" y="144"/>
                  </a:cubicBezTo>
                  <a:lnTo>
                    <a:pt x="1" y="508"/>
                  </a:lnTo>
                  <a:lnTo>
                    <a:pt x="1073" y="1580"/>
                  </a:lnTo>
                  <a:lnTo>
                    <a:pt x="1437" y="1226"/>
                  </a:lnTo>
                  <a:cubicBezTo>
                    <a:pt x="1618" y="1034"/>
                    <a:pt x="1618" y="728"/>
                    <a:pt x="1437" y="537"/>
                  </a:cubicBezTo>
                  <a:lnTo>
                    <a:pt x="1044" y="144"/>
                  </a:lnTo>
                  <a:cubicBezTo>
                    <a:pt x="948" y="49"/>
                    <a:pt x="824" y="1"/>
                    <a:pt x="700" y="1"/>
                  </a:cubicBezTo>
                  <a:close/>
                </a:path>
              </a:pathLst>
            </a:custGeom>
            <a:solidFill>
              <a:srgbClr val="657A8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474" name="Google Shape;12474;p43"/>
            <p:cNvSpPr/>
            <p:nvPr/>
          </p:nvSpPr>
          <p:spPr>
            <a:xfrm>
              <a:off x="3618409" y="3586106"/>
              <a:ext cx="27941" cy="22899"/>
            </a:xfrm>
            <a:custGeom>
              <a:rect b="b" l="l" r="r" t="t"/>
              <a:pathLst>
                <a:path extrusionOk="0" h="872" w="1064">
                  <a:moveTo>
                    <a:pt x="652" y="1"/>
                  </a:moveTo>
                  <a:lnTo>
                    <a:pt x="604" y="10"/>
                  </a:lnTo>
                  <a:cubicBezTo>
                    <a:pt x="508" y="29"/>
                    <a:pt x="422" y="77"/>
                    <a:pt x="355" y="144"/>
                  </a:cubicBezTo>
                  <a:lnTo>
                    <a:pt x="87" y="412"/>
                  </a:lnTo>
                  <a:lnTo>
                    <a:pt x="1" y="498"/>
                  </a:lnTo>
                  <a:lnTo>
                    <a:pt x="374" y="872"/>
                  </a:lnTo>
                  <a:lnTo>
                    <a:pt x="1063" y="173"/>
                  </a:lnTo>
                  <a:lnTo>
                    <a:pt x="1044" y="144"/>
                  </a:lnTo>
                  <a:lnTo>
                    <a:pt x="1015" y="116"/>
                  </a:lnTo>
                  <a:lnTo>
                    <a:pt x="996" y="106"/>
                  </a:lnTo>
                  <a:cubicBezTo>
                    <a:pt x="910" y="39"/>
                    <a:pt x="805" y="10"/>
                    <a:pt x="700" y="1"/>
                  </a:cubicBezTo>
                  <a:close/>
                </a:path>
              </a:pathLst>
            </a:custGeom>
            <a:solidFill>
              <a:srgbClr val="657A8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2475" name="Google Shape;12475;p43"/>
          <p:cNvGrpSpPr/>
          <p:nvPr/>
        </p:nvGrpSpPr>
        <p:grpSpPr>
          <a:xfrm>
            <a:off x="3944637" y="3202434"/>
            <a:ext cx="415695" cy="371605"/>
            <a:chOff x="3944637" y="3354834"/>
            <a:chExt cx="415695" cy="371605"/>
          </a:xfrm>
        </p:grpSpPr>
        <p:sp>
          <p:nvSpPr>
            <p:cNvPr id="12476" name="Google Shape;12476;p43"/>
            <p:cNvSpPr/>
            <p:nvPr/>
          </p:nvSpPr>
          <p:spPr>
            <a:xfrm>
              <a:off x="4069031" y="3391598"/>
              <a:ext cx="126941" cy="126941"/>
            </a:xfrm>
            <a:custGeom>
              <a:rect b="b" l="l" r="r" t="t"/>
              <a:pathLst>
                <a:path extrusionOk="0" h="4834" w="4834">
                  <a:moveTo>
                    <a:pt x="2422" y="0"/>
                  </a:moveTo>
                  <a:cubicBezTo>
                    <a:pt x="1092" y="0"/>
                    <a:pt x="10" y="1072"/>
                    <a:pt x="1" y="2412"/>
                  </a:cubicBezTo>
                  <a:cubicBezTo>
                    <a:pt x="1" y="3742"/>
                    <a:pt x="1072" y="4824"/>
                    <a:pt x="2412" y="4833"/>
                  </a:cubicBezTo>
                  <a:cubicBezTo>
                    <a:pt x="3743" y="4833"/>
                    <a:pt x="4824" y="3752"/>
                    <a:pt x="4834" y="2422"/>
                  </a:cubicBezTo>
                  <a:cubicBezTo>
                    <a:pt x="4834" y="1091"/>
                    <a:pt x="3752" y="10"/>
                    <a:pt x="2422" y="0"/>
                  </a:cubicBezTo>
                  <a:close/>
                </a:path>
              </a:pathLst>
            </a:custGeom>
            <a:solidFill>
              <a:srgbClr val="AAB8C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477" name="Google Shape;12477;p43"/>
            <p:cNvSpPr/>
            <p:nvPr/>
          </p:nvSpPr>
          <p:spPr>
            <a:xfrm>
              <a:off x="4068768" y="3391546"/>
              <a:ext cx="71926" cy="126731"/>
            </a:xfrm>
            <a:custGeom>
              <a:rect b="b" l="l" r="r" t="t"/>
              <a:pathLst>
                <a:path extrusionOk="0" h="4826" w="2739">
                  <a:moveTo>
                    <a:pt x="2416" y="0"/>
                  </a:moveTo>
                  <a:cubicBezTo>
                    <a:pt x="1106" y="0"/>
                    <a:pt x="1" y="1059"/>
                    <a:pt x="1" y="2404"/>
                  </a:cubicBezTo>
                  <a:cubicBezTo>
                    <a:pt x="1" y="3755"/>
                    <a:pt x="1099" y="4826"/>
                    <a:pt x="2413" y="4826"/>
                  </a:cubicBezTo>
                  <a:cubicBezTo>
                    <a:pt x="2514" y="4826"/>
                    <a:pt x="2616" y="4820"/>
                    <a:pt x="2719" y="4807"/>
                  </a:cubicBezTo>
                  <a:cubicBezTo>
                    <a:pt x="1523" y="4644"/>
                    <a:pt x="623" y="3620"/>
                    <a:pt x="623" y="2404"/>
                  </a:cubicBezTo>
                  <a:cubicBezTo>
                    <a:pt x="633" y="1199"/>
                    <a:pt x="1532" y="175"/>
                    <a:pt x="2738" y="21"/>
                  </a:cubicBezTo>
                  <a:cubicBezTo>
                    <a:pt x="2630" y="7"/>
                    <a:pt x="2522" y="0"/>
                    <a:pt x="2416" y="0"/>
                  </a:cubicBezTo>
                  <a:close/>
                </a:path>
              </a:pathLst>
            </a:custGeom>
            <a:solidFill>
              <a:srgbClr val="99A8B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478" name="Google Shape;12478;p43"/>
            <p:cNvSpPr/>
            <p:nvPr/>
          </p:nvSpPr>
          <p:spPr>
            <a:xfrm>
              <a:off x="4089382" y="3411950"/>
              <a:ext cx="86238" cy="86238"/>
            </a:xfrm>
            <a:custGeom>
              <a:rect b="b" l="l" r="r" t="t"/>
              <a:pathLst>
                <a:path extrusionOk="0" h="3284" w="3284">
                  <a:moveTo>
                    <a:pt x="1647" y="0"/>
                  </a:moveTo>
                  <a:cubicBezTo>
                    <a:pt x="738" y="0"/>
                    <a:pt x="1" y="728"/>
                    <a:pt x="1" y="1637"/>
                  </a:cubicBezTo>
                  <a:cubicBezTo>
                    <a:pt x="1" y="2546"/>
                    <a:pt x="728" y="3283"/>
                    <a:pt x="1637" y="3283"/>
                  </a:cubicBezTo>
                  <a:cubicBezTo>
                    <a:pt x="2546" y="3283"/>
                    <a:pt x="3283" y="2556"/>
                    <a:pt x="3283" y="1647"/>
                  </a:cubicBezTo>
                  <a:cubicBezTo>
                    <a:pt x="3283" y="737"/>
                    <a:pt x="2556" y="0"/>
                    <a:pt x="1647" y="0"/>
                  </a:cubicBezTo>
                  <a:close/>
                </a:path>
              </a:pathLst>
            </a:custGeom>
            <a:solidFill>
              <a:srgbClr val="D1D8D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479" name="Google Shape;12479;p43"/>
            <p:cNvSpPr/>
            <p:nvPr/>
          </p:nvSpPr>
          <p:spPr>
            <a:xfrm>
              <a:off x="4088909" y="3411792"/>
              <a:ext cx="51785" cy="86212"/>
            </a:xfrm>
            <a:custGeom>
              <a:rect b="b" l="l" r="r" t="t"/>
              <a:pathLst>
                <a:path extrusionOk="0" h="3283" w="1972">
                  <a:moveTo>
                    <a:pt x="1636" y="1"/>
                  </a:moveTo>
                  <a:cubicBezTo>
                    <a:pt x="757" y="1"/>
                    <a:pt x="9" y="715"/>
                    <a:pt x="9" y="1633"/>
                  </a:cubicBezTo>
                  <a:cubicBezTo>
                    <a:pt x="1" y="2565"/>
                    <a:pt x="755" y="3283"/>
                    <a:pt x="1639" y="3283"/>
                  </a:cubicBezTo>
                  <a:cubicBezTo>
                    <a:pt x="1745" y="3283"/>
                    <a:pt x="1853" y="3272"/>
                    <a:pt x="1962" y="3251"/>
                  </a:cubicBezTo>
                  <a:cubicBezTo>
                    <a:pt x="1196" y="3098"/>
                    <a:pt x="641" y="2418"/>
                    <a:pt x="650" y="1643"/>
                  </a:cubicBezTo>
                  <a:cubicBezTo>
                    <a:pt x="650" y="858"/>
                    <a:pt x="1205" y="179"/>
                    <a:pt x="1971" y="35"/>
                  </a:cubicBezTo>
                  <a:cubicBezTo>
                    <a:pt x="1858" y="12"/>
                    <a:pt x="1746" y="1"/>
                    <a:pt x="1636" y="1"/>
                  </a:cubicBezTo>
                  <a:close/>
                </a:path>
              </a:pathLst>
            </a:custGeom>
            <a:solidFill>
              <a:srgbClr val="C0CAD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480" name="Google Shape;12480;p43"/>
            <p:cNvSpPr/>
            <p:nvPr/>
          </p:nvSpPr>
          <p:spPr>
            <a:xfrm>
              <a:off x="4114776" y="3426025"/>
              <a:ext cx="34453" cy="59085"/>
            </a:xfrm>
            <a:custGeom>
              <a:rect b="b" l="l" r="r" t="t"/>
              <a:pathLst>
                <a:path extrusionOk="0" h="2250" w="1312">
                  <a:moveTo>
                    <a:pt x="622" y="441"/>
                  </a:moveTo>
                  <a:lnTo>
                    <a:pt x="622" y="862"/>
                  </a:lnTo>
                  <a:cubicBezTo>
                    <a:pt x="450" y="795"/>
                    <a:pt x="402" y="737"/>
                    <a:pt x="402" y="642"/>
                  </a:cubicBezTo>
                  <a:cubicBezTo>
                    <a:pt x="402" y="517"/>
                    <a:pt x="498" y="469"/>
                    <a:pt x="622" y="441"/>
                  </a:cubicBezTo>
                  <a:close/>
                  <a:moveTo>
                    <a:pt x="756" y="1292"/>
                  </a:moveTo>
                  <a:cubicBezTo>
                    <a:pt x="926" y="1368"/>
                    <a:pt x="966" y="1443"/>
                    <a:pt x="967" y="1545"/>
                  </a:cubicBezTo>
                  <a:lnTo>
                    <a:pt x="967" y="1545"/>
                  </a:lnTo>
                  <a:cubicBezTo>
                    <a:pt x="965" y="1659"/>
                    <a:pt x="879" y="1761"/>
                    <a:pt x="756" y="1771"/>
                  </a:cubicBezTo>
                  <a:lnTo>
                    <a:pt x="756" y="1292"/>
                  </a:lnTo>
                  <a:close/>
                  <a:moveTo>
                    <a:pt x="689" y="0"/>
                  </a:moveTo>
                  <a:cubicBezTo>
                    <a:pt x="642" y="0"/>
                    <a:pt x="594" y="20"/>
                    <a:pt x="594" y="67"/>
                  </a:cubicBezTo>
                  <a:lnTo>
                    <a:pt x="594" y="144"/>
                  </a:lnTo>
                  <a:cubicBezTo>
                    <a:pt x="278" y="182"/>
                    <a:pt x="58" y="355"/>
                    <a:pt x="58" y="680"/>
                  </a:cubicBezTo>
                  <a:cubicBezTo>
                    <a:pt x="58" y="1024"/>
                    <a:pt x="326" y="1130"/>
                    <a:pt x="594" y="1225"/>
                  </a:cubicBezTo>
                  <a:lnTo>
                    <a:pt x="594" y="1780"/>
                  </a:lnTo>
                  <a:cubicBezTo>
                    <a:pt x="460" y="1752"/>
                    <a:pt x="335" y="1694"/>
                    <a:pt x="240" y="1599"/>
                  </a:cubicBezTo>
                  <a:cubicBezTo>
                    <a:pt x="218" y="1581"/>
                    <a:pt x="191" y="1572"/>
                    <a:pt x="164" y="1572"/>
                  </a:cubicBezTo>
                  <a:cubicBezTo>
                    <a:pt x="119" y="1572"/>
                    <a:pt x="76" y="1595"/>
                    <a:pt x="58" y="1637"/>
                  </a:cubicBezTo>
                  <a:cubicBezTo>
                    <a:pt x="0" y="1704"/>
                    <a:pt x="0" y="1809"/>
                    <a:pt x="58" y="1876"/>
                  </a:cubicBezTo>
                  <a:cubicBezTo>
                    <a:pt x="184" y="2021"/>
                    <a:pt x="371" y="2097"/>
                    <a:pt x="560" y="2097"/>
                  </a:cubicBezTo>
                  <a:cubicBezTo>
                    <a:pt x="571" y="2097"/>
                    <a:pt x="582" y="2097"/>
                    <a:pt x="594" y="2096"/>
                  </a:cubicBezTo>
                  <a:lnTo>
                    <a:pt x="594" y="2182"/>
                  </a:lnTo>
                  <a:cubicBezTo>
                    <a:pt x="594" y="2221"/>
                    <a:pt x="642" y="2249"/>
                    <a:pt x="689" y="2249"/>
                  </a:cubicBezTo>
                  <a:cubicBezTo>
                    <a:pt x="728" y="2249"/>
                    <a:pt x="776" y="2221"/>
                    <a:pt x="776" y="2182"/>
                  </a:cubicBezTo>
                  <a:lnTo>
                    <a:pt x="776" y="2096"/>
                  </a:lnTo>
                  <a:cubicBezTo>
                    <a:pt x="1082" y="2077"/>
                    <a:pt x="1311" y="1819"/>
                    <a:pt x="1302" y="1513"/>
                  </a:cubicBezTo>
                  <a:cubicBezTo>
                    <a:pt x="1302" y="1178"/>
                    <a:pt x="1091" y="1034"/>
                    <a:pt x="785" y="929"/>
                  </a:cubicBezTo>
                  <a:lnTo>
                    <a:pt x="785" y="450"/>
                  </a:lnTo>
                  <a:cubicBezTo>
                    <a:pt x="881" y="460"/>
                    <a:pt x="967" y="489"/>
                    <a:pt x="1044" y="536"/>
                  </a:cubicBezTo>
                  <a:cubicBezTo>
                    <a:pt x="1064" y="548"/>
                    <a:pt x="1085" y="554"/>
                    <a:pt x="1106" y="554"/>
                  </a:cubicBezTo>
                  <a:cubicBezTo>
                    <a:pt x="1153" y="554"/>
                    <a:pt x="1196" y="525"/>
                    <a:pt x="1216" y="479"/>
                  </a:cubicBezTo>
                  <a:cubicBezTo>
                    <a:pt x="1264" y="412"/>
                    <a:pt x="1264" y="316"/>
                    <a:pt x="1206" y="259"/>
                  </a:cubicBezTo>
                  <a:cubicBezTo>
                    <a:pt x="1082" y="173"/>
                    <a:pt x="929" y="134"/>
                    <a:pt x="785" y="134"/>
                  </a:cubicBezTo>
                  <a:lnTo>
                    <a:pt x="785" y="67"/>
                  </a:lnTo>
                  <a:cubicBezTo>
                    <a:pt x="785" y="29"/>
                    <a:pt x="737" y="0"/>
                    <a:pt x="689" y="0"/>
                  </a:cubicBezTo>
                  <a:close/>
                </a:path>
              </a:pathLst>
            </a:custGeom>
            <a:solidFill>
              <a:srgbClr val="E5EBE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481" name="Google Shape;12481;p43"/>
            <p:cNvSpPr/>
            <p:nvPr/>
          </p:nvSpPr>
          <p:spPr>
            <a:xfrm>
              <a:off x="4167296" y="3354913"/>
              <a:ext cx="126941" cy="126678"/>
            </a:xfrm>
            <a:custGeom>
              <a:rect b="b" l="l" r="r" t="t"/>
              <a:pathLst>
                <a:path extrusionOk="0" h="4824" w="4834">
                  <a:moveTo>
                    <a:pt x="2422" y="0"/>
                  </a:moveTo>
                  <a:cubicBezTo>
                    <a:pt x="1092" y="0"/>
                    <a:pt x="10" y="1072"/>
                    <a:pt x="10" y="2412"/>
                  </a:cubicBezTo>
                  <a:cubicBezTo>
                    <a:pt x="1" y="3742"/>
                    <a:pt x="1082" y="4823"/>
                    <a:pt x="2412" y="4823"/>
                  </a:cubicBezTo>
                  <a:cubicBezTo>
                    <a:pt x="2418" y="4823"/>
                    <a:pt x="2424" y="4824"/>
                    <a:pt x="2430" y="4824"/>
                  </a:cubicBezTo>
                  <a:cubicBezTo>
                    <a:pt x="3752" y="4824"/>
                    <a:pt x="4824" y="3746"/>
                    <a:pt x="4834" y="2421"/>
                  </a:cubicBezTo>
                  <a:cubicBezTo>
                    <a:pt x="4834" y="1091"/>
                    <a:pt x="3762" y="10"/>
                    <a:pt x="2422" y="0"/>
                  </a:cubicBezTo>
                  <a:close/>
                </a:path>
              </a:pathLst>
            </a:custGeom>
            <a:solidFill>
              <a:srgbClr val="AAB8C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482" name="Google Shape;12482;p43"/>
            <p:cNvSpPr/>
            <p:nvPr/>
          </p:nvSpPr>
          <p:spPr>
            <a:xfrm>
              <a:off x="4167033" y="3354834"/>
              <a:ext cx="71926" cy="126757"/>
            </a:xfrm>
            <a:custGeom>
              <a:rect b="b" l="l" r="r" t="t"/>
              <a:pathLst>
                <a:path extrusionOk="0" h="4827" w="2739">
                  <a:moveTo>
                    <a:pt x="2416" y="1"/>
                  </a:moveTo>
                  <a:cubicBezTo>
                    <a:pt x="1108" y="1"/>
                    <a:pt x="10" y="1060"/>
                    <a:pt x="1" y="2405"/>
                  </a:cubicBezTo>
                  <a:cubicBezTo>
                    <a:pt x="1" y="3756"/>
                    <a:pt x="1107" y="4827"/>
                    <a:pt x="2422" y="4827"/>
                  </a:cubicBezTo>
                  <a:cubicBezTo>
                    <a:pt x="2523" y="4827"/>
                    <a:pt x="2626" y="4820"/>
                    <a:pt x="2728" y="4807"/>
                  </a:cubicBezTo>
                  <a:cubicBezTo>
                    <a:pt x="1523" y="4645"/>
                    <a:pt x="623" y="3621"/>
                    <a:pt x="633" y="2405"/>
                  </a:cubicBezTo>
                  <a:cubicBezTo>
                    <a:pt x="633" y="1190"/>
                    <a:pt x="1532" y="175"/>
                    <a:pt x="2738" y="22"/>
                  </a:cubicBezTo>
                  <a:cubicBezTo>
                    <a:pt x="2630" y="8"/>
                    <a:pt x="2522" y="1"/>
                    <a:pt x="2416" y="1"/>
                  </a:cubicBezTo>
                  <a:close/>
                </a:path>
              </a:pathLst>
            </a:custGeom>
            <a:solidFill>
              <a:srgbClr val="99A8B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483" name="Google Shape;12483;p43"/>
            <p:cNvSpPr/>
            <p:nvPr/>
          </p:nvSpPr>
          <p:spPr>
            <a:xfrm>
              <a:off x="4187647" y="3375264"/>
              <a:ext cx="86238" cy="86212"/>
            </a:xfrm>
            <a:custGeom>
              <a:rect b="b" l="l" r="r" t="t"/>
              <a:pathLst>
                <a:path extrusionOk="0" h="3283" w="3284">
                  <a:moveTo>
                    <a:pt x="1629" y="0"/>
                  </a:moveTo>
                  <a:cubicBezTo>
                    <a:pt x="728" y="0"/>
                    <a:pt x="1" y="733"/>
                    <a:pt x="1" y="1637"/>
                  </a:cubicBezTo>
                  <a:cubicBezTo>
                    <a:pt x="1" y="2536"/>
                    <a:pt x="728" y="3273"/>
                    <a:pt x="1637" y="3283"/>
                  </a:cubicBezTo>
                  <a:cubicBezTo>
                    <a:pt x="2546" y="3283"/>
                    <a:pt x="3283" y="2546"/>
                    <a:pt x="3283" y="1646"/>
                  </a:cubicBezTo>
                  <a:cubicBezTo>
                    <a:pt x="3283" y="737"/>
                    <a:pt x="2556" y="0"/>
                    <a:pt x="1647" y="0"/>
                  </a:cubicBezTo>
                  <a:cubicBezTo>
                    <a:pt x="1641" y="0"/>
                    <a:pt x="1635" y="0"/>
                    <a:pt x="1629" y="0"/>
                  </a:cubicBezTo>
                  <a:close/>
                </a:path>
              </a:pathLst>
            </a:custGeom>
            <a:solidFill>
              <a:srgbClr val="D1D8D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484" name="Google Shape;12484;p43"/>
            <p:cNvSpPr/>
            <p:nvPr/>
          </p:nvSpPr>
          <p:spPr>
            <a:xfrm>
              <a:off x="4187174" y="3375107"/>
              <a:ext cx="51785" cy="86212"/>
            </a:xfrm>
            <a:custGeom>
              <a:rect b="b" l="l" r="r" t="t"/>
              <a:pathLst>
                <a:path extrusionOk="0" h="3283" w="1972">
                  <a:moveTo>
                    <a:pt x="1636" y="0"/>
                  </a:moveTo>
                  <a:cubicBezTo>
                    <a:pt x="757" y="0"/>
                    <a:pt x="9" y="715"/>
                    <a:pt x="9" y="1633"/>
                  </a:cubicBezTo>
                  <a:cubicBezTo>
                    <a:pt x="1" y="2565"/>
                    <a:pt x="755" y="3282"/>
                    <a:pt x="1639" y="3282"/>
                  </a:cubicBezTo>
                  <a:cubicBezTo>
                    <a:pt x="1745" y="3282"/>
                    <a:pt x="1853" y="3272"/>
                    <a:pt x="1961" y="3251"/>
                  </a:cubicBezTo>
                  <a:cubicBezTo>
                    <a:pt x="1196" y="3097"/>
                    <a:pt x="650" y="2418"/>
                    <a:pt x="650" y="1633"/>
                  </a:cubicBezTo>
                  <a:cubicBezTo>
                    <a:pt x="650" y="858"/>
                    <a:pt x="1205" y="178"/>
                    <a:pt x="1971" y="35"/>
                  </a:cubicBezTo>
                  <a:cubicBezTo>
                    <a:pt x="1858" y="11"/>
                    <a:pt x="1746" y="0"/>
                    <a:pt x="1636" y="0"/>
                  </a:cubicBezTo>
                  <a:close/>
                </a:path>
              </a:pathLst>
            </a:custGeom>
            <a:solidFill>
              <a:srgbClr val="C0CAD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485" name="Google Shape;12485;p43"/>
            <p:cNvSpPr/>
            <p:nvPr/>
          </p:nvSpPr>
          <p:spPr>
            <a:xfrm>
              <a:off x="4213040" y="3389340"/>
              <a:ext cx="34453" cy="59085"/>
            </a:xfrm>
            <a:custGeom>
              <a:rect b="b" l="l" r="r" t="t"/>
              <a:pathLst>
                <a:path extrusionOk="0" h="2250" w="1312">
                  <a:moveTo>
                    <a:pt x="622" y="440"/>
                  </a:moveTo>
                  <a:lnTo>
                    <a:pt x="622" y="861"/>
                  </a:lnTo>
                  <a:cubicBezTo>
                    <a:pt x="450" y="794"/>
                    <a:pt x="402" y="737"/>
                    <a:pt x="402" y="632"/>
                  </a:cubicBezTo>
                  <a:cubicBezTo>
                    <a:pt x="402" y="517"/>
                    <a:pt x="508" y="460"/>
                    <a:pt x="622" y="440"/>
                  </a:cubicBezTo>
                  <a:close/>
                  <a:moveTo>
                    <a:pt x="766" y="1292"/>
                  </a:moveTo>
                  <a:cubicBezTo>
                    <a:pt x="938" y="1369"/>
                    <a:pt x="967" y="1445"/>
                    <a:pt x="967" y="1541"/>
                  </a:cubicBezTo>
                  <a:cubicBezTo>
                    <a:pt x="967" y="1665"/>
                    <a:pt x="881" y="1761"/>
                    <a:pt x="766" y="1771"/>
                  </a:cubicBezTo>
                  <a:lnTo>
                    <a:pt x="766" y="1292"/>
                  </a:lnTo>
                  <a:close/>
                  <a:moveTo>
                    <a:pt x="689" y="0"/>
                  </a:moveTo>
                  <a:cubicBezTo>
                    <a:pt x="651" y="0"/>
                    <a:pt x="603" y="29"/>
                    <a:pt x="603" y="67"/>
                  </a:cubicBezTo>
                  <a:lnTo>
                    <a:pt x="603" y="144"/>
                  </a:lnTo>
                  <a:cubicBezTo>
                    <a:pt x="278" y="182"/>
                    <a:pt x="67" y="354"/>
                    <a:pt x="67" y="680"/>
                  </a:cubicBezTo>
                  <a:cubicBezTo>
                    <a:pt x="67" y="1024"/>
                    <a:pt x="335" y="1129"/>
                    <a:pt x="594" y="1235"/>
                  </a:cubicBezTo>
                  <a:lnTo>
                    <a:pt x="594" y="1780"/>
                  </a:lnTo>
                  <a:cubicBezTo>
                    <a:pt x="460" y="1761"/>
                    <a:pt x="345" y="1694"/>
                    <a:pt x="249" y="1598"/>
                  </a:cubicBezTo>
                  <a:cubicBezTo>
                    <a:pt x="224" y="1580"/>
                    <a:pt x="196" y="1572"/>
                    <a:pt x="169" y="1572"/>
                  </a:cubicBezTo>
                  <a:cubicBezTo>
                    <a:pt x="124" y="1572"/>
                    <a:pt x="82" y="1595"/>
                    <a:pt x="58" y="1637"/>
                  </a:cubicBezTo>
                  <a:cubicBezTo>
                    <a:pt x="0" y="1713"/>
                    <a:pt x="0" y="1809"/>
                    <a:pt x="58" y="1876"/>
                  </a:cubicBezTo>
                  <a:cubicBezTo>
                    <a:pt x="201" y="2029"/>
                    <a:pt x="393" y="2106"/>
                    <a:pt x="594" y="2106"/>
                  </a:cubicBezTo>
                  <a:lnTo>
                    <a:pt x="594" y="2173"/>
                  </a:lnTo>
                  <a:cubicBezTo>
                    <a:pt x="594" y="2211"/>
                    <a:pt x="651" y="2249"/>
                    <a:pt x="689" y="2249"/>
                  </a:cubicBezTo>
                  <a:cubicBezTo>
                    <a:pt x="728" y="2249"/>
                    <a:pt x="785" y="2220"/>
                    <a:pt x="785" y="2173"/>
                  </a:cubicBezTo>
                  <a:lnTo>
                    <a:pt x="785" y="2096"/>
                  </a:lnTo>
                  <a:cubicBezTo>
                    <a:pt x="1082" y="2067"/>
                    <a:pt x="1311" y="1819"/>
                    <a:pt x="1302" y="1512"/>
                  </a:cubicBezTo>
                  <a:cubicBezTo>
                    <a:pt x="1302" y="1158"/>
                    <a:pt x="1082" y="1034"/>
                    <a:pt x="785" y="919"/>
                  </a:cubicBezTo>
                  <a:lnTo>
                    <a:pt x="785" y="440"/>
                  </a:lnTo>
                  <a:cubicBezTo>
                    <a:pt x="967" y="460"/>
                    <a:pt x="1034" y="546"/>
                    <a:pt x="1110" y="546"/>
                  </a:cubicBezTo>
                  <a:cubicBezTo>
                    <a:pt x="1187" y="546"/>
                    <a:pt x="1225" y="479"/>
                    <a:pt x="1244" y="412"/>
                  </a:cubicBezTo>
                  <a:cubicBezTo>
                    <a:pt x="1283" y="297"/>
                    <a:pt x="1206" y="230"/>
                    <a:pt x="1091" y="192"/>
                  </a:cubicBezTo>
                  <a:cubicBezTo>
                    <a:pt x="986" y="153"/>
                    <a:pt x="890" y="144"/>
                    <a:pt x="785" y="144"/>
                  </a:cubicBezTo>
                  <a:lnTo>
                    <a:pt x="785" y="67"/>
                  </a:lnTo>
                  <a:cubicBezTo>
                    <a:pt x="785" y="29"/>
                    <a:pt x="737" y="0"/>
                    <a:pt x="689" y="0"/>
                  </a:cubicBezTo>
                  <a:close/>
                </a:path>
              </a:pathLst>
            </a:custGeom>
            <a:solidFill>
              <a:srgbClr val="E5EBE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486" name="Google Shape;12486;p43"/>
            <p:cNvSpPr/>
            <p:nvPr/>
          </p:nvSpPr>
          <p:spPr>
            <a:xfrm>
              <a:off x="3944637" y="3566017"/>
              <a:ext cx="142513" cy="160422"/>
            </a:xfrm>
            <a:custGeom>
              <a:rect b="b" l="l" r="r" t="t"/>
              <a:pathLst>
                <a:path extrusionOk="0" h="6109" w="5427">
                  <a:moveTo>
                    <a:pt x="3618" y="0"/>
                  </a:moveTo>
                  <a:lnTo>
                    <a:pt x="259" y="1254"/>
                  </a:lnTo>
                  <a:cubicBezTo>
                    <a:pt x="96" y="1311"/>
                    <a:pt x="0" y="1503"/>
                    <a:pt x="67" y="1675"/>
                  </a:cubicBezTo>
                  <a:lnTo>
                    <a:pt x="1646" y="5895"/>
                  </a:lnTo>
                  <a:cubicBezTo>
                    <a:pt x="1691" y="6022"/>
                    <a:pt x="1817" y="6108"/>
                    <a:pt x="1953" y="6108"/>
                  </a:cubicBezTo>
                  <a:cubicBezTo>
                    <a:pt x="1991" y="6108"/>
                    <a:pt x="2030" y="6101"/>
                    <a:pt x="2067" y="6087"/>
                  </a:cubicBezTo>
                  <a:lnTo>
                    <a:pt x="5427" y="4833"/>
                  </a:lnTo>
                  <a:lnTo>
                    <a:pt x="3618" y="0"/>
                  </a:lnTo>
                  <a:close/>
                </a:path>
              </a:pathLst>
            </a:custGeom>
            <a:solidFill>
              <a:srgbClr val="7F91A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487" name="Google Shape;12487;p43"/>
            <p:cNvSpPr/>
            <p:nvPr/>
          </p:nvSpPr>
          <p:spPr>
            <a:xfrm>
              <a:off x="3983843" y="3674313"/>
              <a:ext cx="103307" cy="52126"/>
            </a:xfrm>
            <a:custGeom>
              <a:rect b="b" l="l" r="r" t="t"/>
              <a:pathLst>
                <a:path extrusionOk="0" h="1985" w="3934">
                  <a:moveTo>
                    <a:pt x="3675" y="1"/>
                  </a:moveTo>
                  <a:lnTo>
                    <a:pt x="3608" y="30"/>
                  </a:lnTo>
                  <a:lnTo>
                    <a:pt x="0" y="1379"/>
                  </a:lnTo>
                  <a:lnTo>
                    <a:pt x="153" y="1771"/>
                  </a:lnTo>
                  <a:cubicBezTo>
                    <a:pt x="198" y="1898"/>
                    <a:pt x="324" y="1984"/>
                    <a:pt x="460" y="1984"/>
                  </a:cubicBezTo>
                  <a:cubicBezTo>
                    <a:pt x="498" y="1984"/>
                    <a:pt x="537" y="1977"/>
                    <a:pt x="574" y="1963"/>
                  </a:cubicBezTo>
                  <a:lnTo>
                    <a:pt x="3934" y="709"/>
                  </a:lnTo>
                  <a:lnTo>
                    <a:pt x="3675" y="1"/>
                  </a:lnTo>
                  <a:close/>
                </a:path>
              </a:pathLst>
            </a:custGeom>
            <a:solidFill>
              <a:srgbClr val="6A7F9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488" name="Google Shape;12488;p43"/>
            <p:cNvSpPr/>
            <p:nvPr/>
          </p:nvSpPr>
          <p:spPr>
            <a:xfrm>
              <a:off x="4082843" y="3493513"/>
              <a:ext cx="277489" cy="171294"/>
            </a:xfrm>
            <a:custGeom>
              <a:rect b="b" l="l" r="r" t="t"/>
              <a:pathLst>
                <a:path extrusionOk="0" h="6523" w="10567">
                  <a:moveTo>
                    <a:pt x="9408" y="0"/>
                  </a:moveTo>
                  <a:cubicBezTo>
                    <a:pt x="8987" y="0"/>
                    <a:pt x="8645" y="338"/>
                    <a:pt x="8605" y="378"/>
                  </a:cubicBezTo>
                  <a:lnTo>
                    <a:pt x="5829" y="2658"/>
                  </a:lnTo>
                  <a:lnTo>
                    <a:pt x="5829" y="2658"/>
                  </a:lnTo>
                  <a:cubicBezTo>
                    <a:pt x="5822" y="2578"/>
                    <a:pt x="5743" y="1881"/>
                    <a:pt x="4958" y="1881"/>
                  </a:cubicBezTo>
                  <a:cubicBezTo>
                    <a:pt x="4190" y="1877"/>
                    <a:pt x="3644" y="1871"/>
                    <a:pt x="3240" y="1871"/>
                  </a:cubicBezTo>
                  <a:cubicBezTo>
                    <a:pt x="2431" y="1871"/>
                    <a:pt x="2186" y="1897"/>
                    <a:pt x="1848" y="2024"/>
                  </a:cubicBezTo>
                  <a:lnTo>
                    <a:pt x="1" y="2780"/>
                  </a:lnTo>
                  <a:lnTo>
                    <a:pt x="1398" y="6522"/>
                  </a:lnTo>
                  <a:cubicBezTo>
                    <a:pt x="2489" y="6070"/>
                    <a:pt x="2444" y="6005"/>
                    <a:pt x="3480" y="6005"/>
                  </a:cubicBezTo>
                  <a:cubicBezTo>
                    <a:pt x="3825" y="6005"/>
                    <a:pt x="4291" y="6013"/>
                    <a:pt x="4958" y="6015"/>
                  </a:cubicBezTo>
                  <a:cubicBezTo>
                    <a:pt x="5552" y="5996"/>
                    <a:pt x="6116" y="5728"/>
                    <a:pt x="6518" y="5288"/>
                  </a:cubicBezTo>
                  <a:lnTo>
                    <a:pt x="9935" y="1632"/>
                  </a:lnTo>
                  <a:cubicBezTo>
                    <a:pt x="10050" y="1507"/>
                    <a:pt x="10567" y="828"/>
                    <a:pt x="9983" y="244"/>
                  </a:cubicBezTo>
                  <a:cubicBezTo>
                    <a:pt x="9788" y="64"/>
                    <a:pt x="9591" y="0"/>
                    <a:pt x="9408" y="0"/>
                  </a:cubicBezTo>
                  <a:close/>
                </a:path>
              </a:pathLst>
            </a:custGeom>
            <a:solidFill>
              <a:srgbClr val="8297A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489" name="Google Shape;12489;p43"/>
            <p:cNvSpPr/>
            <p:nvPr/>
          </p:nvSpPr>
          <p:spPr>
            <a:xfrm>
              <a:off x="4082843" y="3558454"/>
              <a:ext cx="56328" cy="106353"/>
            </a:xfrm>
            <a:custGeom>
              <a:rect b="b" l="l" r="r" t="t"/>
              <a:pathLst>
                <a:path extrusionOk="0" h="4050" w="2145">
                  <a:moveTo>
                    <a:pt x="747" y="1"/>
                  </a:moveTo>
                  <a:lnTo>
                    <a:pt x="1" y="307"/>
                  </a:lnTo>
                  <a:lnTo>
                    <a:pt x="1398" y="4049"/>
                  </a:lnTo>
                  <a:lnTo>
                    <a:pt x="2145" y="3743"/>
                  </a:lnTo>
                  <a:lnTo>
                    <a:pt x="747" y="1"/>
                  </a:lnTo>
                  <a:close/>
                </a:path>
              </a:pathLst>
            </a:custGeom>
            <a:solidFill>
              <a:srgbClr val="657A8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490" name="Google Shape;12490;p43"/>
            <p:cNvSpPr/>
            <p:nvPr/>
          </p:nvSpPr>
          <p:spPr>
            <a:xfrm>
              <a:off x="4155977" y="3543880"/>
              <a:ext cx="79962" cy="50944"/>
            </a:xfrm>
            <a:custGeom>
              <a:rect b="b" l="l" r="r" t="t"/>
              <a:pathLst>
                <a:path extrusionOk="0" h="1940" w="3045">
                  <a:moveTo>
                    <a:pt x="2489" y="1"/>
                  </a:moveTo>
                  <a:lnTo>
                    <a:pt x="2489" y="1"/>
                  </a:lnTo>
                  <a:cubicBezTo>
                    <a:pt x="2556" y="336"/>
                    <a:pt x="2633" y="929"/>
                    <a:pt x="2422" y="1235"/>
                  </a:cubicBezTo>
                  <a:cubicBezTo>
                    <a:pt x="2290" y="1419"/>
                    <a:pt x="2118" y="1458"/>
                    <a:pt x="1670" y="1458"/>
                  </a:cubicBezTo>
                  <a:cubicBezTo>
                    <a:pt x="1370" y="1458"/>
                    <a:pt x="945" y="1440"/>
                    <a:pt x="326" y="1436"/>
                  </a:cubicBezTo>
                  <a:cubicBezTo>
                    <a:pt x="1" y="1436"/>
                    <a:pt x="1" y="1924"/>
                    <a:pt x="326" y="1924"/>
                  </a:cubicBezTo>
                  <a:cubicBezTo>
                    <a:pt x="837" y="1924"/>
                    <a:pt x="1239" y="1939"/>
                    <a:pt x="1562" y="1939"/>
                  </a:cubicBezTo>
                  <a:cubicBezTo>
                    <a:pt x="2219" y="1939"/>
                    <a:pt x="2551" y="1879"/>
                    <a:pt x="2815" y="1513"/>
                  </a:cubicBezTo>
                  <a:cubicBezTo>
                    <a:pt x="2958" y="1274"/>
                    <a:pt x="3044" y="1006"/>
                    <a:pt x="3044" y="738"/>
                  </a:cubicBezTo>
                  <a:cubicBezTo>
                    <a:pt x="3035" y="642"/>
                    <a:pt x="2958" y="154"/>
                    <a:pt x="2489" y="1"/>
                  </a:cubicBezTo>
                  <a:close/>
                </a:path>
              </a:pathLst>
            </a:custGeom>
            <a:solidFill>
              <a:srgbClr val="657A8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491" name="Google Shape;12491;p43"/>
            <p:cNvSpPr/>
            <p:nvPr/>
          </p:nvSpPr>
          <p:spPr>
            <a:xfrm>
              <a:off x="4038359" y="3553701"/>
              <a:ext cx="86500" cy="139756"/>
            </a:xfrm>
            <a:custGeom>
              <a:rect b="b" l="l" r="r" t="t"/>
              <a:pathLst>
                <a:path extrusionOk="0" h="5322" w="3294">
                  <a:moveTo>
                    <a:pt x="1358" y="0"/>
                  </a:moveTo>
                  <a:cubicBezTo>
                    <a:pt x="1324" y="0"/>
                    <a:pt x="1289" y="6"/>
                    <a:pt x="1255" y="19"/>
                  </a:cubicBezTo>
                  <a:lnTo>
                    <a:pt x="1" y="488"/>
                  </a:lnTo>
                  <a:lnTo>
                    <a:pt x="1800" y="5321"/>
                  </a:lnTo>
                  <a:lnTo>
                    <a:pt x="3063" y="4852"/>
                  </a:lnTo>
                  <a:cubicBezTo>
                    <a:pt x="3217" y="4795"/>
                    <a:pt x="3293" y="4623"/>
                    <a:pt x="3236" y="4479"/>
                  </a:cubicBezTo>
                  <a:lnTo>
                    <a:pt x="1628" y="192"/>
                  </a:lnTo>
                  <a:cubicBezTo>
                    <a:pt x="1583" y="73"/>
                    <a:pt x="1476" y="0"/>
                    <a:pt x="1358" y="0"/>
                  </a:cubicBezTo>
                  <a:close/>
                </a:path>
              </a:pathLst>
            </a:custGeom>
            <a:solidFill>
              <a:srgbClr val="E5EBE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492" name="Google Shape;12492;p43"/>
            <p:cNvSpPr/>
            <p:nvPr/>
          </p:nvSpPr>
          <p:spPr>
            <a:xfrm>
              <a:off x="4078826" y="3658741"/>
              <a:ext cx="46034" cy="34716"/>
            </a:xfrm>
            <a:custGeom>
              <a:rect b="b" l="l" r="r" t="t"/>
              <a:pathLst>
                <a:path extrusionOk="0" h="1322" w="1753">
                  <a:moveTo>
                    <a:pt x="1513" y="0"/>
                  </a:moveTo>
                  <a:cubicBezTo>
                    <a:pt x="1484" y="48"/>
                    <a:pt x="1436" y="77"/>
                    <a:pt x="1379" y="96"/>
                  </a:cubicBezTo>
                  <a:lnTo>
                    <a:pt x="1" y="613"/>
                  </a:lnTo>
                  <a:lnTo>
                    <a:pt x="259" y="1321"/>
                  </a:lnTo>
                  <a:lnTo>
                    <a:pt x="1522" y="852"/>
                  </a:lnTo>
                  <a:cubicBezTo>
                    <a:pt x="1676" y="795"/>
                    <a:pt x="1752" y="623"/>
                    <a:pt x="1695" y="479"/>
                  </a:cubicBezTo>
                  <a:lnTo>
                    <a:pt x="1513" y="0"/>
                  </a:lnTo>
                  <a:close/>
                </a:path>
              </a:pathLst>
            </a:custGeom>
            <a:solidFill>
              <a:srgbClr val="E2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2493" name="Google Shape;12493;p43"/>
          <p:cNvGrpSpPr/>
          <p:nvPr/>
        </p:nvGrpSpPr>
        <p:grpSpPr>
          <a:xfrm>
            <a:off x="1314619" y="3669127"/>
            <a:ext cx="346317" cy="332137"/>
            <a:chOff x="1314619" y="3821527"/>
            <a:chExt cx="346317" cy="332137"/>
          </a:xfrm>
        </p:grpSpPr>
        <p:sp>
          <p:nvSpPr>
            <p:cNvPr id="12494" name="Google Shape;12494;p43"/>
            <p:cNvSpPr/>
            <p:nvPr/>
          </p:nvSpPr>
          <p:spPr>
            <a:xfrm>
              <a:off x="1426198" y="4020893"/>
              <a:ext cx="9060" cy="19117"/>
            </a:xfrm>
            <a:custGeom>
              <a:rect b="b" l="l" r="r" t="t"/>
              <a:pathLst>
                <a:path extrusionOk="0" h="728" w="345">
                  <a:moveTo>
                    <a:pt x="307" y="0"/>
                  </a:moveTo>
                  <a:lnTo>
                    <a:pt x="0" y="306"/>
                  </a:lnTo>
                  <a:cubicBezTo>
                    <a:pt x="96" y="450"/>
                    <a:pt x="220" y="594"/>
                    <a:pt x="345" y="728"/>
                  </a:cubicBezTo>
                  <a:cubicBezTo>
                    <a:pt x="316" y="479"/>
                    <a:pt x="297" y="239"/>
                    <a:pt x="307" y="0"/>
                  </a:cubicBezTo>
                  <a:close/>
                </a:path>
              </a:pathLst>
            </a:custGeom>
            <a:solidFill>
              <a:srgbClr val="96A4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495" name="Google Shape;12495;p43"/>
            <p:cNvSpPr/>
            <p:nvPr/>
          </p:nvSpPr>
          <p:spPr>
            <a:xfrm>
              <a:off x="1435231" y="3843218"/>
              <a:ext cx="225705" cy="237495"/>
            </a:xfrm>
            <a:custGeom>
              <a:rect b="b" l="l" r="r" t="t"/>
              <a:pathLst>
                <a:path extrusionOk="0" h="9044" w="8595">
                  <a:moveTo>
                    <a:pt x="7494" y="0"/>
                  </a:moveTo>
                  <a:cubicBezTo>
                    <a:pt x="7494" y="0"/>
                    <a:pt x="7810" y="2106"/>
                    <a:pt x="6700" y="3206"/>
                  </a:cubicBezTo>
                  <a:lnTo>
                    <a:pt x="3207" y="6709"/>
                  </a:lnTo>
                  <a:cubicBezTo>
                    <a:pt x="2508" y="7408"/>
                    <a:pt x="1403" y="7536"/>
                    <a:pt x="690" y="7536"/>
                  </a:cubicBezTo>
                  <a:cubicBezTo>
                    <a:pt x="281" y="7536"/>
                    <a:pt x="1" y="7494"/>
                    <a:pt x="1" y="7494"/>
                  </a:cubicBezTo>
                  <a:lnTo>
                    <a:pt x="1" y="7494"/>
                  </a:lnTo>
                  <a:cubicBezTo>
                    <a:pt x="345" y="7838"/>
                    <a:pt x="776" y="8087"/>
                    <a:pt x="1245" y="8221"/>
                  </a:cubicBezTo>
                  <a:lnTo>
                    <a:pt x="2068" y="9044"/>
                  </a:lnTo>
                  <a:cubicBezTo>
                    <a:pt x="2767" y="8594"/>
                    <a:pt x="3408" y="8077"/>
                    <a:pt x="4001" y="7494"/>
                  </a:cubicBezTo>
                  <a:lnTo>
                    <a:pt x="7494" y="4000"/>
                  </a:lnTo>
                  <a:cubicBezTo>
                    <a:pt x="8595" y="2890"/>
                    <a:pt x="8595" y="1101"/>
                    <a:pt x="7494" y="0"/>
                  </a:cubicBezTo>
                  <a:close/>
                </a:path>
              </a:pathLst>
            </a:custGeom>
            <a:solidFill>
              <a:srgbClr val="72869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496" name="Google Shape;12496;p43"/>
            <p:cNvSpPr/>
            <p:nvPr/>
          </p:nvSpPr>
          <p:spPr>
            <a:xfrm>
              <a:off x="1414381" y="3821527"/>
              <a:ext cx="238021" cy="230195"/>
            </a:xfrm>
            <a:custGeom>
              <a:rect b="b" l="l" r="r" t="t"/>
              <a:pathLst>
                <a:path extrusionOk="0" h="8766" w="9064">
                  <a:moveTo>
                    <a:pt x="6287" y="1439"/>
                  </a:moveTo>
                  <a:cubicBezTo>
                    <a:pt x="6642" y="1439"/>
                    <a:pt x="6996" y="1573"/>
                    <a:pt x="7264" y="1840"/>
                  </a:cubicBezTo>
                  <a:cubicBezTo>
                    <a:pt x="7810" y="2386"/>
                    <a:pt x="7810" y="3266"/>
                    <a:pt x="7264" y="3802"/>
                  </a:cubicBezTo>
                  <a:lnTo>
                    <a:pt x="5513" y="5554"/>
                  </a:lnTo>
                  <a:lnTo>
                    <a:pt x="5149" y="5649"/>
                  </a:lnTo>
                  <a:lnTo>
                    <a:pt x="3867" y="7200"/>
                  </a:lnTo>
                  <a:lnTo>
                    <a:pt x="3771" y="7305"/>
                  </a:lnTo>
                  <a:cubicBezTo>
                    <a:pt x="3498" y="7573"/>
                    <a:pt x="3144" y="7707"/>
                    <a:pt x="2790" y="7707"/>
                  </a:cubicBezTo>
                  <a:cubicBezTo>
                    <a:pt x="2436" y="7707"/>
                    <a:pt x="2082" y="7573"/>
                    <a:pt x="1809" y="7305"/>
                  </a:cubicBezTo>
                  <a:cubicBezTo>
                    <a:pt x="1264" y="6760"/>
                    <a:pt x="1264" y="5879"/>
                    <a:pt x="1809" y="5343"/>
                  </a:cubicBezTo>
                  <a:lnTo>
                    <a:pt x="5302" y="1840"/>
                  </a:lnTo>
                  <a:cubicBezTo>
                    <a:pt x="5575" y="1573"/>
                    <a:pt x="5932" y="1439"/>
                    <a:pt x="6287" y="1439"/>
                  </a:cubicBezTo>
                  <a:close/>
                  <a:moveTo>
                    <a:pt x="6285" y="1"/>
                  </a:moveTo>
                  <a:cubicBezTo>
                    <a:pt x="5561" y="1"/>
                    <a:pt x="4838" y="276"/>
                    <a:pt x="4288" y="826"/>
                  </a:cubicBezTo>
                  <a:lnTo>
                    <a:pt x="795" y="4319"/>
                  </a:lnTo>
                  <a:lnTo>
                    <a:pt x="0" y="6760"/>
                  </a:lnTo>
                  <a:cubicBezTo>
                    <a:pt x="58" y="7162"/>
                    <a:pt x="211" y="7554"/>
                    <a:pt x="441" y="7889"/>
                  </a:cubicBezTo>
                  <a:lnTo>
                    <a:pt x="479" y="7851"/>
                  </a:lnTo>
                  <a:cubicBezTo>
                    <a:pt x="556" y="8023"/>
                    <a:pt x="661" y="8186"/>
                    <a:pt x="795" y="8320"/>
                  </a:cubicBezTo>
                  <a:cubicBezTo>
                    <a:pt x="1094" y="8619"/>
                    <a:pt x="1515" y="8766"/>
                    <a:pt x="1977" y="8766"/>
                  </a:cubicBezTo>
                  <a:cubicBezTo>
                    <a:pt x="2107" y="8766"/>
                    <a:pt x="2240" y="8754"/>
                    <a:pt x="2374" y="8731"/>
                  </a:cubicBezTo>
                  <a:cubicBezTo>
                    <a:pt x="3073" y="8588"/>
                    <a:pt x="3704" y="8233"/>
                    <a:pt x="4202" y="7726"/>
                  </a:cubicBezTo>
                  <a:lnTo>
                    <a:pt x="7695" y="4233"/>
                  </a:lnTo>
                  <a:cubicBezTo>
                    <a:pt x="8805" y="3132"/>
                    <a:pt x="9064" y="1601"/>
                    <a:pt x="8288" y="826"/>
                  </a:cubicBezTo>
                  <a:cubicBezTo>
                    <a:pt x="7733" y="276"/>
                    <a:pt x="7008" y="1"/>
                    <a:pt x="6285" y="1"/>
                  </a:cubicBezTo>
                  <a:close/>
                </a:path>
              </a:pathLst>
            </a:custGeom>
            <a:solidFill>
              <a:srgbClr val="96A4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497" name="Google Shape;12497;p43"/>
            <p:cNvSpPr/>
            <p:nvPr/>
          </p:nvSpPr>
          <p:spPr>
            <a:xfrm>
              <a:off x="1536280" y="3935180"/>
              <a:ext cx="22872" cy="55330"/>
            </a:xfrm>
            <a:custGeom>
              <a:rect b="b" l="l" r="r" t="t"/>
              <a:pathLst>
                <a:path extrusionOk="0" h="2107" w="871">
                  <a:moveTo>
                    <a:pt x="153" y="1"/>
                  </a:moveTo>
                  <a:cubicBezTo>
                    <a:pt x="249" y="709"/>
                    <a:pt x="191" y="1417"/>
                    <a:pt x="0" y="2106"/>
                  </a:cubicBezTo>
                  <a:lnTo>
                    <a:pt x="871" y="1235"/>
                  </a:lnTo>
                  <a:cubicBezTo>
                    <a:pt x="747" y="766"/>
                    <a:pt x="498" y="345"/>
                    <a:pt x="153" y="1"/>
                  </a:cubicBezTo>
                  <a:close/>
                </a:path>
              </a:pathLst>
            </a:custGeom>
            <a:solidFill>
              <a:srgbClr val="B4C0C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498" name="Google Shape;12498;p43"/>
            <p:cNvSpPr/>
            <p:nvPr/>
          </p:nvSpPr>
          <p:spPr>
            <a:xfrm>
              <a:off x="1343505" y="4079453"/>
              <a:ext cx="153831" cy="74211"/>
            </a:xfrm>
            <a:custGeom>
              <a:rect b="b" l="l" r="r" t="t"/>
              <a:pathLst>
                <a:path extrusionOk="0" h="2826" w="5858">
                  <a:moveTo>
                    <a:pt x="4422" y="0"/>
                  </a:moveTo>
                  <a:lnTo>
                    <a:pt x="3216" y="1206"/>
                  </a:lnTo>
                  <a:cubicBezTo>
                    <a:pt x="2509" y="1914"/>
                    <a:pt x="1397" y="2042"/>
                    <a:pt x="683" y="2042"/>
                  </a:cubicBezTo>
                  <a:cubicBezTo>
                    <a:pt x="278" y="2042"/>
                    <a:pt x="1" y="2000"/>
                    <a:pt x="1" y="2000"/>
                  </a:cubicBezTo>
                  <a:lnTo>
                    <a:pt x="1" y="2000"/>
                  </a:lnTo>
                  <a:cubicBezTo>
                    <a:pt x="556" y="2551"/>
                    <a:pt x="1278" y="2826"/>
                    <a:pt x="2001" y="2826"/>
                  </a:cubicBezTo>
                  <a:cubicBezTo>
                    <a:pt x="2723" y="2826"/>
                    <a:pt x="3446" y="2551"/>
                    <a:pt x="4001" y="2000"/>
                  </a:cubicBezTo>
                  <a:lnTo>
                    <a:pt x="5858" y="134"/>
                  </a:lnTo>
                  <a:lnTo>
                    <a:pt x="4422" y="0"/>
                  </a:lnTo>
                  <a:close/>
                </a:path>
              </a:pathLst>
            </a:custGeom>
            <a:solidFill>
              <a:srgbClr val="B4C0C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499" name="Google Shape;12499;p43"/>
            <p:cNvSpPr/>
            <p:nvPr/>
          </p:nvSpPr>
          <p:spPr>
            <a:xfrm>
              <a:off x="1459627" y="4036465"/>
              <a:ext cx="84216" cy="47005"/>
            </a:xfrm>
            <a:custGeom>
              <a:rect b="b" l="l" r="r" t="t"/>
              <a:pathLst>
                <a:path extrusionOk="0" h="1790" w="3207">
                  <a:moveTo>
                    <a:pt x="3206" y="1"/>
                  </a:moveTo>
                  <a:lnTo>
                    <a:pt x="3063" y="135"/>
                  </a:lnTo>
                  <a:cubicBezTo>
                    <a:pt x="2529" y="669"/>
                    <a:pt x="1811" y="963"/>
                    <a:pt x="1068" y="963"/>
                  </a:cubicBezTo>
                  <a:cubicBezTo>
                    <a:pt x="945" y="963"/>
                    <a:pt x="822" y="955"/>
                    <a:pt x="699" y="938"/>
                  </a:cubicBezTo>
                  <a:lnTo>
                    <a:pt x="0" y="1637"/>
                  </a:lnTo>
                  <a:cubicBezTo>
                    <a:pt x="350" y="1737"/>
                    <a:pt x="711" y="1789"/>
                    <a:pt x="1071" y="1789"/>
                  </a:cubicBezTo>
                  <a:cubicBezTo>
                    <a:pt x="1193" y="1789"/>
                    <a:pt x="1315" y="1783"/>
                    <a:pt x="1436" y="1771"/>
                  </a:cubicBezTo>
                  <a:lnTo>
                    <a:pt x="3072" y="135"/>
                  </a:lnTo>
                  <a:cubicBezTo>
                    <a:pt x="3120" y="96"/>
                    <a:pt x="3158" y="48"/>
                    <a:pt x="3206" y="1"/>
                  </a:cubicBezTo>
                  <a:close/>
                </a:path>
              </a:pathLst>
            </a:custGeom>
            <a:solidFill>
              <a:srgbClr val="A1B0B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500" name="Google Shape;12500;p43"/>
            <p:cNvSpPr/>
            <p:nvPr/>
          </p:nvSpPr>
          <p:spPr>
            <a:xfrm>
              <a:off x="1314619" y="3913516"/>
              <a:ext cx="239019" cy="230195"/>
            </a:xfrm>
            <a:custGeom>
              <a:rect b="b" l="l" r="r" t="t"/>
              <a:pathLst>
                <a:path extrusionOk="0" h="8766" w="9102">
                  <a:moveTo>
                    <a:pt x="6599" y="0"/>
                  </a:moveTo>
                  <a:cubicBezTo>
                    <a:pt x="5876" y="0"/>
                    <a:pt x="5154" y="275"/>
                    <a:pt x="4603" y="826"/>
                  </a:cubicBezTo>
                  <a:lnTo>
                    <a:pt x="1101" y="4319"/>
                  </a:lnTo>
                  <a:cubicBezTo>
                    <a:pt x="0" y="5419"/>
                    <a:pt x="0" y="7209"/>
                    <a:pt x="1101" y="8319"/>
                  </a:cubicBezTo>
                  <a:cubicBezTo>
                    <a:pt x="1407" y="8618"/>
                    <a:pt x="1824" y="8765"/>
                    <a:pt x="2289" y="8765"/>
                  </a:cubicBezTo>
                  <a:cubicBezTo>
                    <a:pt x="2419" y="8765"/>
                    <a:pt x="2553" y="8754"/>
                    <a:pt x="2689" y="8731"/>
                  </a:cubicBezTo>
                  <a:cubicBezTo>
                    <a:pt x="3378" y="8587"/>
                    <a:pt x="4020" y="8233"/>
                    <a:pt x="4508" y="7726"/>
                  </a:cubicBezTo>
                  <a:lnTo>
                    <a:pt x="5838" y="6396"/>
                  </a:lnTo>
                  <a:cubicBezTo>
                    <a:pt x="5838" y="6396"/>
                    <a:pt x="5687" y="6189"/>
                    <a:pt x="5304" y="6189"/>
                  </a:cubicBezTo>
                  <a:cubicBezTo>
                    <a:pt x="5267" y="6189"/>
                    <a:pt x="5228" y="6190"/>
                    <a:pt x="5187" y="6195"/>
                  </a:cubicBezTo>
                  <a:lnTo>
                    <a:pt x="4087" y="7295"/>
                  </a:lnTo>
                  <a:cubicBezTo>
                    <a:pt x="3814" y="7568"/>
                    <a:pt x="3457" y="7704"/>
                    <a:pt x="3102" y="7704"/>
                  </a:cubicBezTo>
                  <a:cubicBezTo>
                    <a:pt x="2747" y="7704"/>
                    <a:pt x="2393" y="7568"/>
                    <a:pt x="2125" y="7295"/>
                  </a:cubicBezTo>
                  <a:cubicBezTo>
                    <a:pt x="1579" y="6759"/>
                    <a:pt x="1579" y="5879"/>
                    <a:pt x="2125" y="5333"/>
                  </a:cubicBezTo>
                  <a:lnTo>
                    <a:pt x="5618" y="1840"/>
                  </a:lnTo>
                  <a:cubicBezTo>
                    <a:pt x="5884" y="1575"/>
                    <a:pt x="6235" y="1440"/>
                    <a:pt x="6588" y="1440"/>
                  </a:cubicBezTo>
                  <a:cubicBezTo>
                    <a:pt x="6922" y="1440"/>
                    <a:pt x="7257" y="1560"/>
                    <a:pt x="7522" y="1802"/>
                  </a:cubicBezTo>
                  <a:cubicBezTo>
                    <a:pt x="8068" y="2290"/>
                    <a:pt x="8135" y="3132"/>
                    <a:pt x="7666" y="3706"/>
                  </a:cubicBezTo>
                  <a:lnTo>
                    <a:pt x="9015" y="2357"/>
                  </a:lnTo>
                  <a:cubicBezTo>
                    <a:pt x="9101" y="1764"/>
                    <a:pt x="8977" y="1209"/>
                    <a:pt x="8594" y="826"/>
                  </a:cubicBezTo>
                  <a:cubicBezTo>
                    <a:pt x="8044" y="275"/>
                    <a:pt x="7321" y="0"/>
                    <a:pt x="6599" y="0"/>
                  </a:cubicBezTo>
                  <a:close/>
                </a:path>
              </a:pathLst>
            </a:custGeom>
            <a:solidFill>
              <a:srgbClr val="C6CFD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501" name="Google Shape;12501;p43"/>
            <p:cNvSpPr/>
            <p:nvPr/>
          </p:nvSpPr>
          <p:spPr>
            <a:xfrm>
              <a:off x="1450830" y="4059075"/>
              <a:ext cx="36948" cy="22400"/>
            </a:xfrm>
            <a:custGeom>
              <a:rect b="b" l="l" r="r" t="t"/>
              <a:pathLst>
                <a:path extrusionOk="0" h="853" w="1407">
                  <a:moveTo>
                    <a:pt x="651" y="1"/>
                  </a:moveTo>
                  <a:lnTo>
                    <a:pt x="0" y="652"/>
                  </a:lnTo>
                  <a:cubicBezTo>
                    <a:pt x="211" y="738"/>
                    <a:pt x="431" y="805"/>
                    <a:pt x="651" y="853"/>
                  </a:cubicBezTo>
                  <a:lnTo>
                    <a:pt x="1407" y="97"/>
                  </a:lnTo>
                  <a:cubicBezTo>
                    <a:pt x="1149" y="97"/>
                    <a:pt x="900" y="68"/>
                    <a:pt x="651" y="1"/>
                  </a:cubicBezTo>
                  <a:close/>
                </a:path>
              </a:pathLst>
            </a:custGeom>
            <a:solidFill>
              <a:srgbClr val="B4C0C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2502" name="Google Shape;12502;p43"/>
          <p:cNvGrpSpPr/>
          <p:nvPr/>
        </p:nvGrpSpPr>
        <p:grpSpPr>
          <a:xfrm>
            <a:off x="1751139" y="3638534"/>
            <a:ext cx="386259" cy="380508"/>
            <a:chOff x="1751139" y="3790934"/>
            <a:chExt cx="386259" cy="380508"/>
          </a:xfrm>
        </p:grpSpPr>
        <p:sp>
          <p:nvSpPr>
            <p:cNvPr id="12503" name="Google Shape;12503;p43"/>
            <p:cNvSpPr/>
            <p:nvPr/>
          </p:nvSpPr>
          <p:spPr>
            <a:xfrm>
              <a:off x="1751139" y="3913069"/>
              <a:ext cx="195059" cy="195296"/>
            </a:xfrm>
            <a:custGeom>
              <a:rect b="b" l="l" r="r" t="t"/>
              <a:pathLst>
                <a:path extrusionOk="0" h="7437" w="7428">
                  <a:moveTo>
                    <a:pt x="4910" y="1"/>
                  </a:moveTo>
                  <a:cubicBezTo>
                    <a:pt x="3781" y="1"/>
                    <a:pt x="3322" y="1446"/>
                    <a:pt x="4240" y="2096"/>
                  </a:cubicBezTo>
                  <a:lnTo>
                    <a:pt x="4240" y="2613"/>
                  </a:lnTo>
                  <a:lnTo>
                    <a:pt x="2393" y="2613"/>
                  </a:lnTo>
                  <a:lnTo>
                    <a:pt x="2393" y="4240"/>
                  </a:lnTo>
                  <a:lnTo>
                    <a:pt x="2097" y="4240"/>
                  </a:lnTo>
                  <a:cubicBezTo>
                    <a:pt x="1856" y="3900"/>
                    <a:pt x="1506" y="3748"/>
                    <a:pt x="1161" y="3748"/>
                  </a:cubicBezTo>
                  <a:cubicBezTo>
                    <a:pt x="574" y="3748"/>
                    <a:pt x="1" y="4189"/>
                    <a:pt x="1" y="4901"/>
                  </a:cubicBezTo>
                  <a:cubicBezTo>
                    <a:pt x="1" y="5612"/>
                    <a:pt x="574" y="6054"/>
                    <a:pt x="1161" y="6054"/>
                  </a:cubicBezTo>
                  <a:cubicBezTo>
                    <a:pt x="1506" y="6054"/>
                    <a:pt x="1856" y="5901"/>
                    <a:pt x="2097" y="5561"/>
                  </a:cubicBezTo>
                  <a:lnTo>
                    <a:pt x="2393" y="5561"/>
                  </a:lnTo>
                  <a:lnTo>
                    <a:pt x="2393" y="6929"/>
                  </a:lnTo>
                  <a:cubicBezTo>
                    <a:pt x="2422" y="7207"/>
                    <a:pt x="2652" y="7418"/>
                    <a:pt x="2920" y="7437"/>
                  </a:cubicBezTo>
                  <a:lnTo>
                    <a:pt x="7427" y="7437"/>
                  </a:lnTo>
                  <a:lnTo>
                    <a:pt x="7427" y="5255"/>
                  </a:lnTo>
                  <a:lnTo>
                    <a:pt x="6662" y="5255"/>
                  </a:lnTo>
                  <a:lnTo>
                    <a:pt x="6547" y="5408"/>
                  </a:lnTo>
                  <a:cubicBezTo>
                    <a:pt x="6375" y="5627"/>
                    <a:pt x="6127" y="5732"/>
                    <a:pt x="5882" y="5732"/>
                  </a:cubicBezTo>
                  <a:cubicBezTo>
                    <a:pt x="5581" y="5732"/>
                    <a:pt x="5283" y="5574"/>
                    <a:pt x="5130" y="5274"/>
                  </a:cubicBezTo>
                  <a:cubicBezTo>
                    <a:pt x="4853" y="4719"/>
                    <a:pt x="5255" y="4068"/>
                    <a:pt x="5877" y="4058"/>
                  </a:cubicBezTo>
                  <a:cubicBezTo>
                    <a:pt x="6135" y="4058"/>
                    <a:pt x="6384" y="4183"/>
                    <a:pt x="6547" y="4393"/>
                  </a:cubicBezTo>
                  <a:lnTo>
                    <a:pt x="6671" y="4546"/>
                  </a:lnTo>
                  <a:lnTo>
                    <a:pt x="7427" y="4546"/>
                  </a:lnTo>
                  <a:lnTo>
                    <a:pt x="7427" y="2613"/>
                  </a:lnTo>
                  <a:lnTo>
                    <a:pt x="5571" y="2613"/>
                  </a:lnTo>
                  <a:lnTo>
                    <a:pt x="5571" y="2096"/>
                  </a:lnTo>
                  <a:cubicBezTo>
                    <a:pt x="6489" y="1446"/>
                    <a:pt x="6030" y="1"/>
                    <a:pt x="4910" y="1"/>
                  </a:cubicBezTo>
                  <a:close/>
                </a:path>
              </a:pathLst>
            </a:custGeom>
            <a:solidFill>
              <a:srgbClr val="7F91A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504" name="Google Shape;12504;p43"/>
            <p:cNvSpPr/>
            <p:nvPr/>
          </p:nvSpPr>
          <p:spPr>
            <a:xfrm>
              <a:off x="1837902" y="3913122"/>
              <a:ext cx="46979" cy="68591"/>
            </a:xfrm>
            <a:custGeom>
              <a:rect b="b" l="l" r="r" t="t"/>
              <a:pathLst>
                <a:path extrusionOk="0" h="2612" w="1789">
                  <a:moveTo>
                    <a:pt x="1579" y="0"/>
                  </a:moveTo>
                  <a:cubicBezTo>
                    <a:pt x="512" y="0"/>
                    <a:pt x="0" y="1428"/>
                    <a:pt x="936" y="2094"/>
                  </a:cubicBezTo>
                  <a:lnTo>
                    <a:pt x="936" y="2611"/>
                  </a:lnTo>
                  <a:lnTo>
                    <a:pt x="1310" y="2611"/>
                  </a:lnTo>
                  <a:lnTo>
                    <a:pt x="1310" y="2094"/>
                  </a:lnTo>
                  <a:cubicBezTo>
                    <a:pt x="1003" y="1874"/>
                    <a:pt x="821" y="1520"/>
                    <a:pt x="821" y="1147"/>
                  </a:cubicBezTo>
                  <a:cubicBezTo>
                    <a:pt x="821" y="582"/>
                    <a:pt x="1233" y="104"/>
                    <a:pt x="1788" y="18"/>
                  </a:cubicBezTo>
                  <a:cubicBezTo>
                    <a:pt x="1716" y="6"/>
                    <a:pt x="1647" y="0"/>
                    <a:pt x="1579" y="0"/>
                  </a:cubicBezTo>
                  <a:close/>
                </a:path>
              </a:pathLst>
            </a:custGeom>
            <a:solidFill>
              <a:srgbClr val="61778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505" name="Google Shape;12505;p43"/>
            <p:cNvSpPr/>
            <p:nvPr/>
          </p:nvSpPr>
          <p:spPr>
            <a:xfrm>
              <a:off x="1752137" y="4011597"/>
              <a:ext cx="34217" cy="60319"/>
            </a:xfrm>
            <a:custGeom>
              <a:rect b="b" l="l" r="r" t="t"/>
              <a:pathLst>
                <a:path extrusionOk="0" h="2297" w="1303">
                  <a:moveTo>
                    <a:pt x="1121" y="0"/>
                  </a:moveTo>
                  <a:cubicBezTo>
                    <a:pt x="499" y="19"/>
                    <a:pt x="1" y="526"/>
                    <a:pt x="1" y="1149"/>
                  </a:cubicBezTo>
                  <a:cubicBezTo>
                    <a:pt x="1" y="1771"/>
                    <a:pt x="499" y="2278"/>
                    <a:pt x="1121" y="2297"/>
                  </a:cubicBezTo>
                  <a:cubicBezTo>
                    <a:pt x="1178" y="2297"/>
                    <a:pt x="1245" y="2297"/>
                    <a:pt x="1303" y="2287"/>
                  </a:cubicBezTo>
                  <a:cubicBezTo>
                    <a:pt x="20" y="2067"/>
                    <a:pt x="20" y="230"/>
                    <a:pt x="1303" y="10"/>
                  </a:cubicBezTo>
                  <a:cubicBezTo>
                    <a:pt x="1245" y="0"/>
                    <a:pt x="1178" y="0"/>
                    <a:pt x="1121" y="0"/>
                  </a:cubicBezTo>
                  <a:close/>
                </a:path>
              </a:pathLst>
            </a:custGeom>
            <a:solidFill>
              <a:srgbClr val="61778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506" name="Google Shape;12506;p43"/>
            <p:cNvSpPr/>
            <p:nvPr/>
          </p:nvSpPr>
          <p:spPr>
            <a:xfrm>
              <a:off x="1813480" y="3981687"/>
              <a:ext cx="9821" cy="42751"/>
            </a:xfrm>
            <a:custGeom>
              <a:rect b="b" l="l" r="r" t="t"/>
              <a:pathLst>
                <a:path extrusionOk="0" h="1628" w="374">
                  <a:moveTo>
                    <a:pt x="0" y="0"/>
                  </a:moveTo>
                  <a:lnTo>
                    <a:pt x="0" y="1436"/>
                  </a:lnTo>
                  <a:lnTo>
                    <a:pt x="0" y="1541"/>
                  </a:lnTo>
                  <a:lnTo>
                    <a:pt x="0" y="1627"/>
                  </a:lnTo>
                  <a:lnTo>
                    <a:pt x="373" y="1627"/>
                  </a:lnTo>
                  <a:lnTo>
                    <a:pt x="373" y="0"/>
                  </a:lnTo>
                  <a:close/>
                </a:path>
              </a:pathLst>
            </a:custGeom>
            <a:solidFill>
              <a:srgbClr val="61778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507" name="Google Shape;12507;p43"/>
            <p:cNvSpPr/>
            <p:nvPr/>
          </p:nvSpPr>
          <p:spPr>
            <a:xfrm>
              <a:off x="1813480" y="4059075"/>
              <a:ext cx="9821" cy="48030"/>
            </a:xfrm>
            <a:custGeom>
              <a:rect b="b" l="l" r="r" t="t"/>
              <a:pathLst>
                <a:path extrusionOk="0" h="1829" w="374">
                  <a:moveTo>
                    <a:pt x="0" y="1"/>
                  </a:moveTo>
                  <a:lnTo>
                    <a:pt x="0" y="1197"/>
                  </a:lnTo>
                  <a:cubicBezTo>
                    <a:pt x="10" y="1599"/>
                    <a:pt x="192" y="1762"/>
                    <a:pt x="373" y="1829"/>
                  </a:cubicBezTo>
                  <a:lnTo>
                    <a:pt x="373" y="1"/>
                  </a:lnTo>
                  <a:close/>
                </a:path>
              </a:pathLst>
            </a:custGeom>
            <a:solidFill>
              <a:srgbClr val="61778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508" name="Google Shape;12508;p43"/>
            <p:cNvSpPr/>
            <p:nvPr/>
          </p:nvSpPr>
          <p:spPr>
            <a:xfrm>
              <a:off x="1939870" y="3853748"/>
              <a:ext cx="197528" cy="191042"/>
            </a:xfrm>
            <a:custGeom>
              <a:rect b="b" l="l" r="r" t="t"/>
              <a:pathLst>
                <a:path extrusionOk="0" h="7275" w="7522">
                  <a:moveTo>
                    <a:pt x="1" y="1"/>
                  </a:moveTo>
                  <a:lnTo>
                    <a:pt x="1" y="2011"/>
                  </a:lnTo>
                  <a:lnTo>
                    <a:pt x="642" y="2011"/>
                  </a:lnTo>
                  <a:lnTo>
                    <a:pt x="728" y="1896"/>
                  </a:lnTo>
                  <a:cubicBezTo>
                    <a:pt x="922" y="1639"/>
                    <a:pt x="1193" y="1525"/>
                    <a:pt x="1460" y="1525"/>
                  </a:cubicBezTo>
                  <a:cubicBezTo>
                    <a:pt x="1929" y="1525"/>
                    <a:pt x="2384" y="1880"/>
                    <a:pt x="2384" y="2441"/>
                  </a:cubicBezTo>
                  <a:cubicBezTo>
                    <a:pt x="2384" y="3010"/>
                    <a:pt x="1928" y="3367"/>
                    <a:pt x="1458" y="3367"/>
                  </a:cubicBezTo>
                  <a:cubicBezTo>
                    <a:pt x="1192" y="3367"/>
                    <a:pt x="922" y="3253"/>
                    <a:pt x="728" y="2996"/>
                  </a:cubicBezTo>
                  <a:lnTo>
                    <a:pt x="642" y="2882"/>
                  </a:lnTo>
                  <a:lnTo>
                    <a:pt x="1" y="2882"/>
                  </a:lnTo>
                  <a:lnTo>
                    <a:pt x="1" y="4872"/>
                  </a:lnTo>
                  <a:lnTo>
                    <a:pt x="1848" y="4872"/>
                  </a:lnTo>
                  <a:lnTo>
                    <a:pt x="1848" y="5293"/>
                  </a:lnTo>
                  <a:cubicBezTo>
                    <a:pt x="948" y="5877"/>
                    <a:pt x="1360" y="7274"/>
                    <a:pt x="2432" y="7274"/>
                  </a:cubicBezTo>
                  <a:cubicBezTo>
                    <a:pt x="3504" y="7274"/>
                    <a:pt x="3915" y="5877"/>
                    <a:pt x="3016" y="5293"/>
                  </a:cubicBezTo>
                  <a:lnTo>
                    <a:pt x="3016" y="4872"/>
                  </a:lnTo>
                  <a:lnTo>
                    <a:pt x="4872" y="4872"/>
                  </a:lnTo>
                  <a:lnTo>
                    <a:pt x="4872" y="3025"/>
                  </a:lnTo>
                  <a:lnTo>
                    <a:pt x="5284" y="3025"/>
                  </a:lnTo>
                  <a:cubicBezTo>
                    <a:pt x="5496" y="3357"/>
                    <a:pt x="5843" y="3520"/>
                    <a:pt x="6189" y="3520"/>
                  </a:cubicBezTo>
                  <a:cubicBezTo>
                    <a:pt x="6561" y="3520"/>
                    <a:pt x="6932" y="3331"/>
                    <a:pt x="7131" y="2958"/>
                  </a:cubicBezTo>
                  <a:cubicBezTo>
                    <a:pt x="7521" y="2244"/>
                    <a:pt x="7012" y="1369"/>
                    <a:pt x="6197" y="1369"/>
                  </a:cubicBezTo>
                  <a:cubicBezTo>
                    <a:pt x="6192" y="1369"/>
                    <a:pt x="6188" y="1369"/>
                    <a:pt x="6183" y="1370"/>
                  </a:cubicBezTo>
                  <a:lnTo>
                    <a:pt x="6193" y="1370"/>
                  </a:lnTo>
                  <a:cubicBezTo>
                    <a:pt x="5829" y="1370"/>
                    <a:pt x="5485" y="1551"/>
                    <a:pt x="5284" y="1858"/>
                  </a:cubicBezTo>
                  <a:lnTo>
                    <a:pt x="4872" y="1858"/>
                  </a:lnTo>
                  <a:lnTo>
                    <a:pt x="4872" y="700"/>
                  </a:lnTo>
                  <a:cubicBezTo>
                    <a:pt x="4872" y="154"/>
                    <a:pt x="4547" y="30"/>
                    <a:pt x="4336" y="1"/>
                  </a:cubicBezTo>
                  <a:close/>
                </a:path>
              </a:pathLst>
            </a:custGeom>
            <a:solidFill>
              <a:srgbClr val="99A8B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509" name="Google Shape;12509;p43"/>
            <p:cNvSpPr/>
            <p:nvPr/>
          </p:nvSpPr>
          <p:spPr>
            <a:xfrm>
              <a:off x="1981098" y="3893217"/>
              <a:ext cx="29674" cy="49290"/>
            </a:xfrm>
            <a:custGeom>
              <a:rect b="b" l="l" r="r" t="t"/>
              <a:pathLst>
                <a:path extrusionOk="0" h="1877" w="1130">
                  <a:moveTo>
                    <a:pt x="182" y="1"/>
                  </a:moveTo>
                  <a:cubicBezTo>
                    <a:pt x="125" y="1"/>
                    <a:pt x="58" y="1"/>
                    <a:pt x="0" y="20"/>
                  </a:cubicBezTo>
                  <a:cubicBezTo>
                    <a:pt x="996" y="230"/>
                    <a:pt x="996" y="1647"/>
                    <a:pt x="0" y="1857"/>
                  </a:cubicBezTo>
                  <a:cubicBezTo>
                    <a:pt x="58" y="1876"/>
                    <a:pt x="125" y="1876"/>
                    <a:pt x="182" y="1876"/>
                  </a:cubicBezTo>
                  <a:cubicBezTo>
                    <a:pt x="709" y="1876"/>
                    <a:pt x="1130" y="1455"/>
                    <a:pt x="1130" y="938"/>
                  </a:cubicBezTo>
                  <a:cubicBezTo>
                    <a:pt x="1130" y="422"/>
                    <a:pt x="709" y="1"/>
                    <a:pt x="182" y="1"/>
                  </a:cubicBezTo>
                  <a:close/>
                </a:path>
              </a:pathLst>
            </a:custGeom>
            <a:solidFill>
              <a:srgbClr val="8297A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510" name="Google Shape;12510;p43"/>
            <p:cNvSpPr/>
            <p:nvPr/>
          </p:nvSpPr>
          <p:spPr>
            <a:xfrm>
              <a:off x="1879052" y="3981687"/>
              <a:ext cx="188783" cy="189755"/>
            </a:xfrm>
            <a:custGeom>
              <a:rect b="b" l="l" r="r" t="t"/>
              <a:pathLst>
                <a:path extrusionOk="0" h="7226" w="7189">
                  <a:moveTo>
                    <a:pt x="2384" y="0"/>
                  </a:moveTo>
                  <a:lnTo>
                    <a:pt x="2384" y="1847"/>
                  </a:lnTo>
                  <a:lnTo>
                    <a:pt x="1963" y="1847"/>
                  </a:lnTo>
                  <a:cubicBezTo>
                    <a:pt x="1771" y="1541"/>
                    <a:pt x="1427" y="1359"/>
                    <a:pt x="1063" y="1359"/>
                  </a:cubicBezTo>
                  <a:cubicBezTo>
                    <a:pt x="479" y="1359"/>
                    <a:pt x="1" y="1838"/>
                    <a:pt x="1" y="2422"/>
                  </a:cubicBezTo>
                  <a:cubicBezTo>
                    <a:pt x="1" y="3015"/>
                    <a:pt x="479" y="3493"/>
                    <a:pt x="1063" y="3493"/>
                  </a:cubicBezTo>
                  <a:cubicBezTo>
                    <a:pt x="1427" y="3493"/>
                    <a:pt x="1771" y="3312"/>
                    <a:pt x="1963" y="3005"/>
                  </a:cubicBezTo>
                  <a:lnTo>
                    <a:pt x="2384" y="3005"/>
                  </a:lnTo>
                  <a:lnTo>
                    <a:pt x="2384" y="4824"/>
                  </a:lnTo>
                  <a:lnTo>
                    <a:pt x="4231" y="4824"/>
                  </a:lnTo>
                  <a:lnTo>
                    <a:pt x="4231" y="5245"/>
                  </a:lnTo>
                  <a:cubicBezTo>
                    <a:pt x="3322" y="5829"/>
                    <a:pt x="3743" y="7226"/>
                    <a:pt x="4815" y="7226"/>
                  </a:cubicBezTo>
                  <a:cubicBezTo>
                    <a:pt x="5887" y="7226"/>
                    <a:pt x="6298" y="5829"/>
                    <a:pt x="5399" y="5245"/>
                  </a:cubicBezTo>
                  <a:lnTo>
                    <a:pt x="5399" y="4824"/>
                  </a:lnTo>
                  <a:lnTo>
                    <a:pt x="6652" y="4824"/>
                  </a:lnTo>
                  <a:cubicBezTo>
                    <a:pt x="6872" y="4795"/>
                    <a:pt x="7179" y="4671"/>
                    <a:pt x="7188" y="4154"/>
                  </a:cubicBezTo>
                  <a:lnTo>
                    <a:pt x="7188" y="0"/>
                  </a:lnTo>
                  <a:lnTo>
                    <a:pt x="5245" y="0"/>
                  </a:lnTo>
                  <a:lnTo>
                    <a:pt x="5245" y="641"/>
                  </a:lnTo>
                  <a:lnTo>
                    <a:pt x="5370" y="737"/>
                  </a:lnTo>
                  <a:cubicBezTo>
                    <a:pt x="6069" y="1264"/>
                    <a:pt x="5695" y="2383"/>
                    <a:pt x="4815" y="2383"/>
                  </a:cubicBezTo>
                  <a:cubicBezTo>
                    <a:pt x="3934" y="2383"/>
                    <a:pt x="3552" y="1264"/>
                    <a:pt x="4260" y="737"/>
                  </a:cubicBezTo>
                  <a:lnTo>
                    <a:pt x="4384" y="641"/>
                  </a:lnTo>
                  <a:lnTo>
                    <a:pt x="4384" y="0"/>
                  </a:lnTo>
                  <a:close/>
                </a:path>
              </a:pathLst>
            </a:custGeom>
            <a:solidFill>
              <a:srgbClr val="C6CFD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511" name="Google Shape;12511;p43"/>
            <p:cNvSpPr/>
            <p:nvPr/>
          </p:nvSpPr>
          <p:spPr>
            <a:xfrm>
              <a:off x="1878815" y="4016875"/>
              <a:ext cx="33193" cy="56564"/>
            </a:xfrm>
            <a:custGeom>
              <a:rect b="b" l="l" r="r" t="t"/>
              <a:pathLst>
                <a:path extrusionOk="0" h="2154" w="1264">
                  <a:moveTo>
                    <a:pt x="1072" y="0"/>
                  </a:moveTo>
                  <a:cubicBezTo>
                    <a:pt x="479" y="0"/>
                    <a:pt x="0" y="479"/>
                    <a:pt x="0" y="1072"/>
                  </a:cubicBezTo>
                  <a:cubicBezTo>
                    <a:pt x="0" y="1665"/>
                    <a:pt x="479" y="2153"/>
                    <a:pt x="1072" y="2153"/>
                  </a:cubicBezTo>
                  <a:cubicBezTo>
                    <a:pt x="1139" y="2153"/>
                    <a:pt x="1197" y="2144"/>
                    <a:pt x="1264" y="2134"/>
                  </a:cubicBezTo>
                  <a:cubicBezTo>
                    <a:pt x="747" y="2039"/>
                    <a:pt x="374" y="1598"/>
                    <a:pt x="374" y="1072"/>
                  </a:cubicBezTo>
                  <a:cubicBezTo>
                    <a:pt x="374" y="555"/>
                    <a:pt x="747" y="105"/>
                    <a:pt x="1264" y="19"/>
                  </a:cubicBezTo>
                  <a:cubicBezTo>
                    <a:pt x="1197" y="0"/>
                    <a:pt x="1139" y="0"/>
                    <a:pt x="1072" y="0"/>
                  </a:cubicBezTo>
                  <a:close/>
                </a:path>
              </a:pathLst>
            </a:custGeom>
            <a:solidFill>
              <a:srgbClr val="AAB8C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512" name="Google Shape;12512;p43"/>
            <p:cNvSpPr/>
            <p:nvPr/>
          </p:nvSpPr>
          <p:spPr>
            <a:xfrm>
              <a:off x="1941130" y="3981687"/>
              <a:ext cx="8324" cy="48266"/>
            </a:xfrm>
            <a:custGeom>
              <a:rect b="b" l="l" r="r" t="t"/>
              <a:pathLst>
                <a:path extrusionOk="0" h="1838" w="317">
                  <a:moveTo>
                    <a:pt x="1" y="0"/>
                  </a:moveTo>
                  <a:lnTo>
                    <a:pt x="1" y="1838"/>
                  </a:lnTo>
                  <a:lnTo>
                    <a:pt x="317" y="1838"/>
                  </a:lnTo>
                  <a:lnTo>
                    <a:pt x="317" y="0"/>
                  </a:lnTo>
                  <a:close/>
                </a:path>
              </a:pathLst>
            </a:custGeom>
            <a:solidFill>
              <a:srgbClr val="AAB8C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513" name="Google Shape;12513;p43"/>
            <p:cNvSpPr/>
            <p:nvPr/>
          </p:nvSpPr>
          <p:spPr>
            <a:xfrm>
              <a:off x="1941130" y="4060598"/>
              <a:ext cx="8324" cy="47767"/>
            </a:xfrm>
            <a:custGeom>
              <a:rect b="b" l="l" r="r" t="t"/>
              <a:pathLst>
                <a:path extrusionOk="0" h="1819" w="317">
                  <a:moveTo>
                    <a:pt x="1" y="0"/>
                  </a:moveTo>
                  <a:lnTo>
                    <a:pt x="1" y="1819"/>
                  </a:lnTo>
                  <a:lnTo>
                    <a:pt x="317" y="1819"/>
                  </a:lnTo>
                  <a:lnTo>
                    <a:pt x="317" y="0"/>
                  </a:lnTo>
                  <a:close/>
                </a:path>
              </a:pathLst>
            </a:custGeom>
            <a:solidFill>
              <a:srgbClr val="AAB8C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514" name="Google Shape;12514;p43"/>
            <p:cNvSpPr/>
            <p:nvPr/>
          </p:nvSpPr>
          <p:spPr>
            <a:xfrm>
              <a:off x="1966261" y="4108339"/>
              <a:ext cx="44012" cy="62551"/>
            </a:xfrm>
            <a:custGeom>
              <a:rect b="b" l="l" r="r" t="t"/>
              <a:pathLst>
                <a:path extrusionOk="0" h="2382" w="1676">
                  <a:moveTo>
                    <a:pt x="910" y="1"/>
                  </a:moveTo>
                  <a:lnTo>
                    <a:pt x="910" y="412"/>
                  </a:lnTo>
                  <a:cubicBezTo>
                    <a:pt x="1" y="1015"/>
                    <a:pt x="472" y="2381"/>
                    <a:pt x="1480" y="2381"/>
                  </a:cubicBezTo>
                  <a:cubicBezTo>
                    <a:pt x="1543" y="2381"/>
                    <a:pt x="1608" y="2376"/>
                    <a:pt x="1676" y="2365"/>
                  </a:cubicBezTo>
                  <a:cubicBezTo>
                    <a:pt x="1168" y="2269"/>
                    <a:pt x="795" y="1829"/>
                    <a:pt x="795" y="1312"/>
                  </a:cubicBezTo>
                  <a:cubicBezTo>
                    <a:pt x="795" y="948"/>
                    <a:pt x="977" y="604"/>
                    <a:pt x="1283" y="412"/>
                  </a:cubicBezTo>
                  <a:lnTo>
                    <a:pt x="1283" y="1"/>
                  </a:lnTo>
                  <a:close/>
                </a:path>
              </a:pathLst>
            </a:custGeom>
            <a:solidFill>
              <a:srgbClr val="AAB8C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515" name="Google Shape;12515;p43"/>
            <p:cNvSpPr/>
            <p:nvPr/>
          </p:nvSpPr>
          <p:spPr>
            <a:xfrm>
              <a:off x="1813480" y="3790934"/>
              <a:ext cx="197738" cy="190779"/>
            </a:xfrm>
            <a:custGeom>
              <a:rect b="b" l="l" r="r" t="t"/>
              <a:pathLst>
                <a:path extrusionOk="0" h="7265" w="7530">
                  <a:moveTo>
                    <a:pt x="2441" y="0"/>
                  </a:moveTo>
                  <a:cubicBezTo>
                    <a:pt x="1369" y="0"/>
                    <a:pt x="957" y="1398"/>
                    <a:pt x="1857" y="1981"/>
                  </a:cubicBezTo>
                  <a:lnTo>
                    <a:pt x="1857" y="2393"/>
                  </a:lnTo>
                  <a:lnTo>
                    <a:pt x="536" y="2393"/>
                  </a:lnTo>
                  <a:cubicBezTo>
                    <a:pt x="335" y="2422"/>
                    <a:pt x="38" y="2537"/>
                    <a:pt x="0" y="2977"/>
                  </a:cubicBezTo>
                  <a:lnTo>
                    <a:pt x="0" y="7264"/>
                  </a:lnTo>
                  <a:lnTo>
                    <a:pt x="2010" y="7264"/>
                  </a:lnTo>
                  <a:lnTo>
                    <a:pt x="2010" y="6633"/>
                  </a:lnTo>
                  <a:lnTo>
                    <a:pt x="1885" y="6537"/>
                  </a:lnTo>
                  <a:cubicBezTo>
                    <a:pt x="1187" y="6001"/>
                    <a:pt x="1560" y="4881"/>
                    <a:pt x="2441" y="4881"/>
                  </a:cubicBezTo>
                  <a:cubicBezTo>
                    <a:pt x="3321" y="4881"/>
                    <a:pt x="3704" y="6001"/>
                    <a:pt x="2996" y="6537"/>
                  </a:cubicBezTo>
                  <a:lnTo>
                    <a:pt x="2871" y="6633"/>
                  </a:lnTo>
                  <a:lnTo>
                    <a:pt x="2871" y="7264"/>
                  </a:lnTo>
                  <a:lnTo>
                    <a:pt x="4881" y="7264"/>
                  </a:lnTo>
                  <a:lnTo>
                    <a:pt x="4881" y="5417"/>
                  </a:lnTo>
                  <a:lnTo>
                    <a:pt x="5292" y="5417"/>
                  </a:lnTo>
                  <a:cubicBezTo>
                    <a:pt x="5504" y="5749"/>
                    <a:pt x="5849" y="5912"/>
                    <a:pt x="6194" y="5912"/>
                  </a:cubicBezTo>
                  <a:cubicBezTo>
                    <a:pt x="6565" y="5912"/>
                    <a:pt x="6936" y="5723"/>
                    <a:pt x="7140" y="5350"/>
                  </a:cubicBezTo>
                  <a:cubicBezTo>
                    <a:pt x="7530" y="4636"/>
                    <a:pt x="7011" y="3761"/>
                    <a:pt x="6205" y="3761"/>
                  </a:cubicBezTo>
                  <a:cubicBezTo>
                    <a:pt x="6201" y="3761"/>
                    <a:pt x="6196" y="3761"/>
                    <a:pt x="6192" y="3762"/>
                  </a:cubicBezTo>
                  <a:cubicBezTo>
                    <a:pt x="5828" y="3762"/>
                    <a:pt x="5484" y="3943"/>
                    <a:pt x="5292" y="4250"/>
                  </a:cubicBezTo>
                  <a:lnTo>
                    <a:pt x="4871" y="4250"/>
                  </a:lnTo>
                  <a:lnTo>
                    <a:pt x="4871" y="2393"/>
                  </a:lnTo>
                  <a:lnTo>
                    <a:pt x="3024" y="2393"/>
                  </a:lnTo>
                  <a:lnTo>
                    <a:pt x="3024" y="1981"/>
                  </a:lnTo>
                  <a:cubicBezTo>
                    <a:pt x="3924" y="1398"/>
                    <a:pt x="3512" y="0"/>
                    <a:pt x="2441" y="0"/>
                  </a:cubicBezTo>
                  <a:close/>
                </a:path>
              </a:pathLst>
            </a:custGeom>
            <a:solidFill>
              <a:srgbClr val="657A8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516" name="Google Shape;12516;p43"/>
            <p:cNvSpPr/>
            <p:nvPr/>
          </p:nvSpPr>
          <p:spPr>
            <a:xfrm>
              <a:off x="1813480" y="3790934"/>
              <a:ext cx="197738" cy="190779"/>
            </a:xfrm>
            <a:custGeom>
              <a:rect b="b" l="l" r="r" t="t"/>
              <a:pathLst>
                <a:path extrusionOk="0" h="7265" w="7530">
                  <a:moveTo>
                    <a:pt x="2441" y="0"/>
                  </a:moveTo>
                  <a:cubicBezTo>
                    <a:pt x="1369" y="0"/>
                    <a:pt x="957" y="1398"/>
                    <a:pt x="1857" y="1981"/>
                  </a:cubicBezTo>
                  <a:lnTo>
                    <a:pt x="1857" y="2393"/>
                  </a:lnTo>
                  <a:lnTo>
                    <a:pt x="536" y="2393"/>
                  </a:lnTo>
                  <a:cubicBezTo>
                    <a:pt x="335" y="2422"/>
                    <a:pt x="38" y="2537"/>
                    <a:pt x="0" y="2977"/>
                  </a:cubicBezTo>
                  <a:lnTo>
                    <a:pt x="0" y="7264"/>
                  </a:lnTo>
                  <a:lnTo>
                    <a:pt x="2010" y="7264"/>
                  </a:lnTo>
                  <a:lnTo>
                    <a:pt x="2010" y="6633"/>
                  </a:lnTo>
                  <a:lnTo>
                    <a:pt x="1885" y="6537"/>
                  </a:lnTo>
                  <a:cubicBezTo>
                    <a:pt x="1187" y="6001"/>
                    <a:pt x="1560" y="4881"/>
                    <a:pt x="2441" y="4881"/>
                  </a:cubicBezTo>
                  <a:cubicBezTo>
                    <a:pt x="3321" y="4881"/>
                    <a:pt x="3704" y="6001"/>
                    <a:pt x="2996" y="6537"/>
                  </a:cubicBezTo>
                  <a:lnTo>
                    <a:pt x="2871" y="6633"/>
                  </a:lnTo>
                  <a:lnTo>
                    <a:pt x="2871" y="7264"/>
                  </a:lnTo>
                  <a:lnTo>
                    <a:pt x="4881" y="7264"/>
                  </a:lnTo>
                  <a:lnTo>
                    <a:pt x="4881" y="5417"/>
                  </a:lnTo>
                  <a:lnTo>
                    <a:pt x="5292" y="5417"/>
                  </a:lnTo>
                  <a:cubicBezTo>
                    <a:pt x="5504" y="5749"/>
                    <a:pt x="5849" y="5912"/>
                    <a:pt x="6194" y="5912"/>
                  </a:cubicBezTo>
                  <a:cubicBezTo>
                    <a:pt x="6565" y="5912"/>
                    <a:pt x="6936" y="5723"/>
                    <a:pt x="7140" y="5350"/>
                  </a:cubicBezTo>
                  <a:cubicBezTo>
                    <a:pt x="7530" y="4636"/>
                    <a:pt x="7011" y="3761"/>
                    <a:pt x="6205" y="3761"/>
                  </a:cubicBezTo>
                  <a:cubicBezTo>
                    <a:pt x="6201" y="3761"/>
                    <a:pt x="6196" y="3761"/>
                    <a:pt x="6192" y="3762"/>
                  </a:cubicBezTo>
                  <a:cubicBezTo>
                    <a:pt x="5828" y="3762"/>
                    <a:pt x="5484" y="3943"/>
                    <a:pt x="5292" y="4250"/>
                  </a:cubicBezTo>
                  <a:lnTo>
                    <a:pt x="4871" y="4250"/>
                  </a:lnTo>
                  <a:lnTo>
                    <a:pt x="4871" y="2393"/>
                  </a:lnTo>
                  <a:lnTo>
                    <a:pt x="3024" y="2393"/>
                  </a:lnTo>
                  <a:lnTo>
                    <a:pt x="3024" y="1981"/>
                  </a:lnTo>
                  <a:cubicBezTo>
                    <a:pt x="3924" y="1398"/>
                    <a:pt x="3512" y="0"/>
                    <a:pt x="2441" y="0"/>
                  </a:cubicBezTo>
                  <a:close/>
                </a:path>
              </a:pathLst>
            </a:custGeom>
            <a:solidFill>
              <a:srgbClr val="657A8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517" name="Google Shape;12517;p43"/>
            <p:cNvSpPr/>
            <p:nvPr/>
          </p:nvSpPr>
          <p:spPr>
            <a:xfrm>
              <a:off x="1838349" y="3791249"/>
              <a:ext cx="44012" cy="62525"/>
            </a:xfrm>
            <a:custGeom>
              <a:rect b="b" l="l" r="r" t="t"/>
              <a:pathLst>
                <a:path extrusionOk="0" h="2381" w="1676">
                  <a:moveTo>
                    <a:pt x="1479" y="0"/>
                  </a:moveTo>
                  <a:cubicBezTo>
                    <a:pt x="472" y="0"/>
                    <a:pt x="0" y="1366"/>
                    <a:pt x="910" y="1969"/>
                  </a:cubicBezTo>
                  <a:lnTo>
                    <a:pt x="910" y="2381"/>
                  </a:lnTo>
                  <a:lnTo>
                    <a:pt x="1283" y="2381"/>
                  </a:lnTo>
                  <a:lnTo>
                    <a:pt x="1283" y="1969"/>
                  </a:lnTo>
                  <a:cubicBezTo>
                    <a:pt x="470" y="1434"/>
                    <a:pt x="718" y="189"/>
                    <a:pt x="1675" y="17"/>
                  </a:cubicBezTo>
                  <a:cubicBezTo>
                    <a:pt x="1608" y="6"/>
                    <a:pt x="1543" y="0"/>
                    <a:pt x="1479" y="0"/>
                  </a:cubicBezTo>
                  <a:close/>
                </a:path>
              </a:pathLst>
            </a:custGeom>
            <a:solidFill>
              <a:srgbClr val="657A8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518" name="Google Shape;12518;p43"/>
            <p:cNvSpPr/>
            <p:nvPr/>
          </p:nvSpPr>
          <p:spPr>
            <a:xfrm>
              <a:off x="1813480" y="3854772"/>
              <a:ext cx="9821" cy="126941"/>
            </a:xfrm>
            <a:custGeom>
              <a:rect b="b" l="l" r="r" t="t"/>
              <a:pathLst>
                <a:path extrusionOk="0" h="4834" w="374">
                  <a:moveTo>
                    <a:pt x="373" y="0"/>
                  </a:moveTo>
                  <a:cubicBezTo>
                    <a:pt x="201" y="67"/>
                    <a:pt x="29" y="211"/>
                    <a:pt x="0" y="546"/>
                  </a:cubicBezTo>
                  <a:lnTo>
                    <a:pt x="0" y="4833"/>
                  </a:lnTo>
                  <a:lnTo>
                    <a:pt x="373" y="4833"/>
                  </a:lnTo>
                  <a:lnTo>
                    <a:pt x="373" y="0"/>
                  </a:lnTo>
                  <a:close/>
                </a:path>
              </a:pathLst>
            </a:custGeom>
            <a:solidFill>
              <a:srgbClr val="657A8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519" name="Google Shape;12519;p43"/>
            <p:cNvSpPr/>
            <p:nvPr/>
          </p:nvSpPr>
          <p:spPr>
            <a:xfrm>
              <a:off x="1940894" y="3853748"/>
              <a:ext cx="8823" cy="48791"/>
            </a:xfrm>
            <a:custGeom>
              <a:rect b="b" l="l" r="r" t="t"/>
              <a:pathLst>
                <a:path extrusionOk="0" h="1858" w="336">
                  <a:moveTo>
                    <a:pt x="0" y="1"/>
                  </a:moveTo>
                  <a:lnTo>
                    <a:pt x="0" y="1858"/>
                  </a:lnTo>
                  <a:lnTo>
                    <a:pt x="335" y="1858"/>
                  </a:lnTo>
                  <a:lnTo>
                    <a:pt x="335" y="1"/>
                  </a:lnTo>
                  <a:close/>
                </a:path>
              </a:pathLst>
            </a:custGeom>
            <a:solidFill>
              <a:srgbClr val="8297A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520" name="Google Shape;12520;p43"/>
            <p:cNvSpPr/>
            <p:nvPr/>
          </p:nvSpPr>
          <p:spPr>
            <a:xfrm>
              <a:off x="1940894" y="3933184"/>
              <a:ext cx="8823" cy="48528"/>
            </a:xfrm>
            <a:custGeom>
              <a:rect b="b" l="l" r="r" t="t"/>
              <a:pathLst>
                <a:path extrusionOk="0" h="1848" w="336">
                  <a:moveTo>
                    <a:pt x="0" y="0"/>
                  </a:moveTo>
                  <a:lnTo>
                    <a:pt x="0" y="1847"/>
                  </a:lnTo>
                  <a:lnTo>
                    <a:pt x="335" y="1847"/>
                  </a:lnTo>
                  <a:lnTo>
                    <a:pt x="335" y="0"/>
                  </a:lnTo>
                  <a:close/>
                </a:path>
              </a:pathLst>
            </a:custGeom>
            <a:solidFill>
              <a:srgbClr val="8297A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2521" name="Google Shape;12521;p43"/>
          <p:cNvGrpSpPr/>
          <p:nvPr/>
        </p:nvGrpSpPr>
        <p:grpSpPr>
          <a:xfrm>
            <a:off x="2189681" y="3669206"/>
            <a:ext cx="395607" cy="318928"/>
            <a:chOff x="2189681" y="3821606"/>
            <a:chExt cx="395607" cy="318928"/>
          </a:xfrm>
        </p:grpSpPr>
        <p:sp>
          <p:nvSpPr>
            <p:cNvPr id="12522" name="Google Shape;12522;p43"/>
            <p:cNvSpPr/>
            <p:nvPr/>
          </p:nvSpPr>
          <p:spPr>
            <a:xfrm>
              <a:off x="2189681" y="3846973"/>
              <a:ext cx="395607" cy="293561"/>
            </a:xfrm>
            <a:custGeom>
              <a:rect b="b" l="l" r="r" t="t"/>
              <a:pathLst>
                <a:path extrusionOk="0" h="11179" w="15065">
                  <a:moveTo>
                    <a:pt x="728" y="1"/>
                  </a:moveTo>
                  <a:cubicBezTo>
                    <a:pt x="326" y="1"/>
                    <a:pt x="1" y="326"/>
                    <a:pt x="1" y="728"/>
                  </a:cubicBezTo>
                  <a:lnTo>
                    <a:pt x="1" y="10451"/>
                  </a:lnTo>
                  <a:cubicBezTo>
                    <a:pt x="1" y="10853"/>
                    <a:pt x="326" y="11179"/>
                    <a:pt x="728" y="11179"/>
                  </a:cubicBezTo>
                  <a:lnTo>
                    <a:pt x="14337" y="11179"/>
                  </a:lnTo>
                  <a:cubicBezTo>
                    <a:pt x="14739" y="11179"/>
                    <a:pt x="15064" y="10853"/>
                    <a:pt x="15064" y="10451"/>
                  </a:cubicBezTo>
                  <a:lnTo>
                    <a:pt x="15064" y="728"/>
                  </a:lnTo>
                  <a:cubicBezTo>
                    <a:pt x="15064" y="326"/>
                    <a:pt x="14739" y="1"/>
                    <a:pt x="14337" y="1"/>
                  </a:cubicBezTo>
                  <a:close/>
                </a:path>
              </a:pathLst>
            </a:custGeom>
            <a:solidFill>
              <a:srgbClr val="E2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523" name="Google Shape;12523;p43"/>
            <p:cNvSpPr/>
            <p:nvPr/>
          </p:nvSpPr>
          <p:spPr>
            <a:xfrm>
              <a:off x="2189681" y="3846973"/>
              <a:ext cx="395607" cy="38235"/>
            </a:xfrm>
            <a:custGeom>
              <a:rect b="b" l="l" r="r" t="t"/>
              <a:pathLst>
                <a:path extrusionOk="0" h="1456" w="15065">
                  <a:moveTo>
                    <a:pt x="728" y="1"/>
                  </a:moveTo>
                  <a:cubicBezTo>
                    <a:pt x="326" y="1"/>
                    <a:pt x="1" y="326"/>
                    <a:pt x="1" y="728"/>
                  </a:cubicBezTo>
                  <a:lnTo>
                    <a:pt x="1" y="1455"/>
                  </a:lnTo>
                  <a:lnTo>
                    <a:pt x="15064" y="1455"/>
                  </a:lnTo>
                  <a:lnTo>
                    <a:pt x="15064" y="728"/>
                  </a:lnTo>
                  <a:cubicBezTo>
                    <a:pt x="15064" y="326"/>
                    <a:pt x="14739" y="1"/>
                    <a:pt x="14337" y="1"/>
                  </a:cubicBezTo>
                  <a:close/>
                </a:path>
              </a:pathLst>
            </a:custGeom>
            <a:solidFill>
              <a:srgbClr val="5D748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524" name="Google Shape;12524;p43"/>
            <p:cNvSpPr/>
            <p:nvPr/>
          </p:nvSpPr>
          <p:spPr>
            <a:xfrm>
              <a:off x="2215075" y="3847235"/>
              <a:ext cx="51286" cy="25393"/>
            </a:xfrm>
            <a:custGeom>
              <a:rect b="b" l="l" r="r" t="t"/>
              <a:pathLst>
                <a:path extrusionOk="0" h="967" w="1953">
                  <a:moveTo>
                    <a:pt x="10" y="0"/>
                  </a:moveTo>
                  <a:lnTo>
                    <a:pt x="10" y="239"/>
                  </a:lnTo>
                  <a:cubicBezTo>
                    <a:pt x="0" y="641"/>
                    <a:pt x="335" y="967"/>
                    <a:pt x="737" y="967"/>
                  </a:cubicBezTo>
                  <a:lnTo>
                    <a:pt x="1225" y="967"/>
                  </a:lnTo>
                  <a:cubicBezTo>
                    <a:pt x="1627" y="967"/>
                    <a:pt x="1953" y="641"/>
                    <a:pt x="1953" y="239"/>
                  </a:cubicBezTo>
                  <a:lnTo>
                    <a:pt x="1953" y="0"/>
                  </a:lnTo>
                  <a:close/>
                </a:path>
              </a:pathLst>
            </a:custGeom>
            <a:solidFill>
              <a:srgbClr val="30496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525" name="Google Shape;12525;p43"/>
            <p:cNvSpPr/>
            <p:nvPr/>
          </p:nvSpPr>
          <p:spPr>
            <a:xfrm>
              <a:off x="2508609" y="3847235"/>
              <a:ext cx="51286" cy="25393"/>
            </a:xfrm>
            <a:custGeom>
              <a:rect b="b" l="l" r="r" t="t"/>
              <a:pathLst>
                <a:path extrusionOk="0" h="967" w="1953">
                  <a:moveTo>
                    <a:pt x="10" y="0"/>
                  </a:moveTo>
                  <a:lnTo>
                    <a:pt x="10" y="239"/>
                  </a:lnTo>
                  <a:cubicBezTo>
                    <a:pt x="1" y="641"/>
                    <a:pt x="336" y="967"/>
                    <a:pt x="737" y="967"/>
                  </a:cubicBezTo>
                  <a:lnTo>
                    <a:pt x="1226" y="967"/>
                  </a:lnTo>
                  <a:cubicBezTo>
                    <a:pt x="1628" y="967"/>
                    <a:pt x="1953" y="641"/>
                    <a:pt x="1953" y="239"/>
                  </a:cubicBezTo>
                  <a:lnTo>
                    <a:pt x="1953" y="0"/>
                  </a:lnTo>
                  <a:close/>
                </a:path>
              </a:pathLst>
            </a:custGeom>
            <a:solidFill>
              <a:srgbClr val="30496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526" name="Google Shape;12526;p43"/>
            <p:cNvSpPr/>
            <p:nvPr/>
          </p:nvSpPr>
          <p:spPr>
            <a:xfrm>
              <a:off x="2228152" y="3821606"/>
              <a:ext cx="25393" cy="38208"/>
            </a:xfrm>
            <a:custGeom>
              <a:rect b="b" l="l" r="r" t="t"/>
              <a:pathLst>
                <a:path extrusionOk="0" h="1455" w="967">
                  <a:moveTo>
                    <a:pt x="239" y="0"/>
                  </a:moveTo>
                  <a:cubicBezTo>
                    <a:pt x="105" y="0"/>
                    <a:pt x="0" y="105"/>
                    <a:pt x="0" y="239"/>
                  </a:cubicBezTo>
                  <a:lnTo>
                    <a:pt x="0" y="1215"/>
                  </a:lnTo>
                  <a:cubicBezTo>
                    <a:pt x="0" y="1349"/>
                    <a:pt x="105" y="1455"/>
                    <a:pt x="239" y="1455"/>
                  </a:cubicBezTo>
                  <a:lnTo>
                    <a:pt x="727" y="1455"/>
                  </a:lnTo>
                  <a:cubicBezTo>
                    <a:pt x="861" y="1455"/>
                    <a:pt x="967" y="1340"/>
                    <a:pt x="967" y="1206"/>
                  </a:cubicBezTo>
                  <a:lnTo>
                    <a:pt x="967" y="239"/>
                  </a:lnTo>
                  <a:cubicBezTo>
                    <a:pt x="967" y="105"/>
                    <a:pt x="852" y="0"/>
                    <a:pt x="727" y="0"/>
                  </a:cubicBezTo>
                  <a:close/>
                </a:path>
              </a:pathLst>
            </a:custGeom>
            <a:solidFill>
              <a:srgbClr val="E2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527" name="Google Shape;12527;p43"/>
            <p:cNvSpPr/>
            <p:nvPr/>
          </p:nvSpPr>
          <p:spPr>
            <a:xfrm>
              <a:off x="2228152" y="3821842"/>
              <a:ext cx="25393" cy="18881"/>
            </a:xfrm>
            <a:custGeom>
              <a:rect b="b" l="l" r="r" t="t"/>
              <a:pathLst>
                <a:path extrusionOk="0" h="719" w="967">
                  <a:moveTo>
                    <a:pt x="239" y="1"/>
                  </a:moveTo>
                  <a:cubicBezTo>
                    <a:pt x="105" y="1"/>
                    <a:pt x="0" y="106"/>
                    <a:pt x="0" y="240"/>
                  </a:cubicBezTo>
                  <a:lnTo>
                    <a:pt x="0" y="479"/>
                  </a:lnTo>
                  <a:cubicBezTo>
                    <a:pt x="0" y="613"/>
                    <a:pt x="105" y="718"/>
                    <a:pt x="239" y="718"/>
                  </a:cubicBezTo>
                  <a:lnTo>
                    <a:pt x="727" y="718"/>
                  </a:lnTo>
                  <a:cubicBezTo>
                    <a:pt x="852" y="718"/>
                    <a:pt x="967" y="613"/>
                    <a:pt x="967" y="479"/>
                  </a:cubicBezTo>
                  <a:lnTo>
                    <a:pt x="967" y="240"/>
                  </a:lnTo>
                  <a:cubicBezTo>
                    <a:pt x="967" y="106"/>
                    <a:pt x="852" y="1"/>
                    <a:pt x="727" y="1"/>
                  </a:cubicBezTo>
                  <a:close/>
                </a:path>
              </a:pathLst>
            </a:custGeom>
            <a:solidFill>
              <a:srgbClr val="C3CDD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528" name="Google Shape;12528;p43"/>
            <p:cNvSpPr/>
            <p:nvPr/>
          </p:nvSpPr>
          <p:spPr>
            <a:xfrm>
              <a:off x="2521686" y="3821606"/>
              <a:ext cx="25393" cy="38208"/>
            </a:xfrm>
            <a:custGeom>
              <a:rect b="b" l="l" r="r" t="t"/>
              <a:pathLst>
                <a:path extrusionOk="0" h="1455" w="967">
                  <a:moveTo>
                    <a:pt x="239" y="0"/>
                  </a:moveTo>
                  <a:cubicBezTo>
                    <a:pt x="105" y="0"/>
                    <a:pt x="0" y="105"/>
                    <a:pt x="0" y="239"/>
                  </a:cubicBezTo>
                  <a:lnTo>
                    <a:pt x="0" y="1215"/>
                  </a:lnTo>
                  <a:cubicBezTo>
                    <a:pt x="0" y="1349"/>
                    <a:pt x="105" y="1455"/>
                    <a:pt x="239" y="1455"/>
                  </a:cubicBezTo>
                  <a:lnTo>
                    <a:pt x="728" y="1455"/>
                  </a:lnTo>
                  <a:cubicBezTo>
                    <a:pt x="862" y="1455"/>
                    <a:pt x="967" y="1340"/>
                    <a:pt x="967" y="1206"/>
                  </a:cubicBezTo>
                  <a:lnTo>
                    <a:pt x="967" y="239"/>
                  </a:lnTo>
                  <a:cubicBezTo>
                    <a:pt x="967" y="105"/>
                    <a:pt x="852" y="0"/>
                    <a:pt x="728" y="0"/>
                  </a:cubicBezTo>
                  <a:close/>
                </a:path>
              </a:pathLst>
            </a:custGeom>
            <a:solidFill>
              <a:srgbClr val="E2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529" name="Google Shape;12529;p43"/>
            <p:cNvSpPr/>
            <p:nvPr/>
          </p:nvSpPr>
          <p:spPr>
            <a:xfrm>
              <a:off x="2521686" y="3821842"/>
              <a:ext cx="25393" cy="18881"/>
            </a:xfrm>
            <a:custGeom>
              <a:rect b="b" l="l" r="r" t="t"/>
              <a:pathLst>
                <a:path extrusionOk="0" h="719" w="967">
                  <a:moveTo>
                    <a:pt x="239" y="1"/>
                  </a:moveTo>
                  <a:cubicBezTo>
                    <a:pt x="105" y="1"/>
                    <a:pt x="0" y="106"/>
                    <a:pt x="0" y="240"/>
                  </a:cubicBezTo>
                  <a:lnTo>
                    <a:pt x="0" y="479"/>
                  </a:lnTo>
                  <a:cubicBezTo>
                    <a:pt x="0" y="613"/>
                    <a:pt x="105" y="718"/>
                    <a:pt x="239" y="718"/>
                  </a:cubicBezTo>
                  <a:lnTo>
                    <a:pt x="728" y="718"/>
                  </a:lnTo>
                  <a:cubicBezTo>
                    <a:pt x="852" y="718"/>
                    <a:pt x="967" y="613"/>
                    <a:pt x="967" y="479"/>
                  </a:cubicBezTo>
                  <a:lnTo>
                    <a:pt x="967" y="240"/>
                  </a:lnTo>
                  <a:cubicBezTo>
                    <a:pt x="967" y="106"/>
                    <a:pt x="852" y="1"/>
                    <a:pt x="728" y="1"/>
                  </a:cubicBezTo>
                  <a:close/>
                </a:path>
              </a:pathLst>
            </a:custGeom>
            <a:solidFill>
              <a:srgbClr val="C3CDD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530" name="Google Shape;12530;p43"/>
            <p:cNvSpPr/>
            <p:nvPr/>
          </p:nvSpPr>
          <p:spPr>
            <a:xfrm>
              <a:off x="2189681" y="3885418"/>
              <a:ext cx="395607" cy="12605"/>
            </a:xfrm>
            <a:custGeom>
              <a:rect b="b" l="l" r="r" t="t"/>
              <a:pathLst>
                <a:path extrusionOk="0" h="480" w="15065">
                  <a:moveTo>
                    <a:pt x="1" y="1"/>
                  </a:moveTo>
                  <a:lnTo>
                    <a:pt x="1" y="479"/>
                  </a:lnTo>
                  <a:lnTo>
                    <a:pt x="15064" y="479"/>
                  </a:lnTo>
                  <a:lnTo>
                    <a:pt x="15064" y="1"/>
                  </a:lnTo>
                  <a:close/>
                </a:path>
              </a:pathLst>
            </a:custGeom>
            <a:solidFill>
              <a:srgbClr val="E2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531" name="Google Shape;12531;p43"/>
            <p:cNvSpPr/>
            <p:nvPr/>
          </p:nvSpPr>
          <p:spPr>
            <a:xfrm>
              <a:off x="2228152" y="3923888"/>
              <a:ext cx="51023" cy="25157"/>
            </a:xfrm>
            <a:custGeom>
              <a:rect b="b" l="l" r="r" t="t"/>
              <a:pathLst>
                <a:path extrusionOk="0" h="958" w="1943">
                  <a:moveTo>
                    <a:pt x="239" y="0"/>
                  </a:moveTo>
                  <a:cubicBezTo>
                    <a:pt x="105" y="0"/>
                    <a:pt x="0" y="105"/>
                    <a:pt x="0" y="239"/>
                  </a:cubicBezTo>
                  <a:lnTo>
                    <a:pt x="0" y="718"/>
                  </a:lnTo>
                  <a:cubicBezTo>
                    <a:pt x="0" y="852"/>
                    <a:pt x="105" y="957"/>
                    <a:pt x="239" y="957"/>
                  </a:cubicBezTo>
                  <a:lnTo>
                    <a:pt x="1704" y="957"/>
                  </a:lnTo>
                  <a:cubicBezTo>
                    <a:pt x="1828" y="957"/>
                    <a:pt x="1943" y="852"/>
                    <a:pt x="1943" y="718"/>
                  </a:cubicBezTo>
                  <a:lnTo>
                    <a:pt x="1943" y="239"/>
                  </a:lnTo>
                  <a:cubicBezTo>
                    <a:pt x="1943" y="105"/>
                    <a:pt x="1828" y="0"/>
                    <a:pt x="1704" y="0"/>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532" name="Google Shape;12532;p43"/>
            <p:cNvSpPr/>
            <p:nvPr/>
          </p:nvSpPr>
          <p:spPr>
            <a:xfrm>
              <a:off x="2228152" y="3974885"/>
              <a:ext cx="51023" cy="25420"/>
            </a:xfrm>
            <a:custGeom>
              <a:rect b="b" l="l" r="r" t="t"/>
              <a:pathLst>
                <a:path extrusionOk="0" h="968" w="1943">
                  <a:moveTo>
                    <a:pt x="239" y="1"/>
                  </a:moveTo>
                  <a:cubicBezTo>
                    <a:pt x="105" y="1"/>
                    <a:pt x="0" y="106"/>
                    <a:pt x="0" y="240"/>
                  </a:cubicBezTo>
                  <a:lnTo>
                    <a:pt x="0" y="728"/>
                  </a:lnTo>
                  <a:cubicBezTo>
                    <a:pt x="0" y="853"/>
                    <a:pt x="105" y="967"/>
                    <a:pt x="239" y="967"/>
                  </a:cubicBezTo>
                  <a:lnTo>
                    <a:pt x="1704" y="967"/>
                  </a:lnTo>
                  <a:cubicBezTo>
                    <a:pt x="1828" y="967"/>
                    <a:pt x="1943" y="853"/>
                    <a:pt x="1943" y="728"/>
                  </a:cubicBezTo>
                  <a:lnTo>
                    <a:pt x="1943" y="240"/>
                  </a:lnTo>
                  <a:cubicBezTo>
                    <a:pt x="1943" y="106"/>
                    <a:pt x="1828" y="1"/>
                    <a:pt x="1704" y="1"/>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533" name="Google Shape;12533;p43"/>
            <p:cNvSpPr/>
            <p:nvPr/>
          </p:nvSpPr>
          <p:spPr>
            <a:xfrm>
              <a:off x="2228152" y="4025672"/>
              <a:ext cx="51023" cy="25656"/>
            </a:xfrm>
            <a:custGeom>
              <a:rect b="b" l="l" r="r" t="t"/>
              <a:pathLst>
                <a:path extrusionOk="0" h="977" w="1943">
                  <a:moveTo>
                    <a:pt x="239" y="0"/>
                  </a:moveTo>
                  <a:cubicBezTo>
                    <a:pt x="105" y="0"/>
                    <a:pt x="0" y="105"/>
                    <a:pt x="0" y="239"/>
                  </a:cubicBezTo>
                  <a:lnTo>
                    <a:pt x="0" y="737"/>
                  </a:lnTo>
                  <a:cubicBezTo>
                    <a:pt x="0" y="861"/>
                    <a:pt x="105" y="976"/>
                    <a:pt x="239" y="976"/>
                  </a:cubicBezTo>
                  <a:lnTo>
                    <a:pt x="1704" y="976"/>
                  </a:lnTo>
                  <a:cubicBezTo>
                    <a:pt x="1838" y="976"/>
                    <a:pt x="1943" y="861"/>
                    <a:pt x="1943" y="727"/>
                  </a:cubicBezTo>
                  <a:lnTo>
                    <a:pt x="1943" y="239"/>
                  </a:lnTo>
                  <a:cubicBezTo>
                    <a:pt x="1943" y="105"/>
                    <a:pt x="1828" y="0"/>
                    <a:pt x="1704" y="0"/>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534" name="Google Shape;12534;p43"/>
            <p:cNvSpPr/>
            <p:nvPr/>
          </p:nvSpPr>
          <p:spPr>
            <a:xfrm>
              <a:off x="2317357" y="4025672"/>
              <a:ext cx="51049" cy="25656"/>
            </a:xfrm>
            <a:custGeom>
              <a:rect b="b" l="l" r="r" t="t"/>
              <a:pathLst>
                <a:path extrusionOk="0" h="977" w="1944">
                  <a:moveTo>
                    <a:pt x="240" y="0"/>
                  </a:moveTo>
                  <a:cubicBezTo>
                    <a:pt x="106" y="0"/>
                    <a:pt x="1" y="105"/>
                    <a:pt x="1" y="239"/>
                  </a:cubicBezTo>
                  <a:lnTo>
                    <a:pt x="1" y="737"/>
                  </a:lnTo>
                  <a:cubicBezTo>
                    <a:pt x="1" y="861"/>
                    <a:pt x="106" y="976"/>
                    <a:pt x="240" y="976"/>
                  </a:cubicBezTo>
                  <a:lnTo>
                    <a:pt x="1704" y="976"/>
                  </a:lnTo>
                  <a:cubicBezTo>
                    <a:pt x="1838" y="976"/>
                    <a:pt x="1943" y="861"/>
                    <a:pt x="1943" y="727"/>
                  </a:cubicBezTo>
                  <a:lnTo>
                    <a:pt x="1943" y="239"/>
                  </a:lnTo>
                  <a:cubicBezTo>
                    <a:pt x="1943" y="105"/>
                    <a:pt x="1828" y="0"/>
                    <a:pt x="1704" y="0"/>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535" name="Google Shape;12535;p43"/>
            <p:cNvSpPr/>
            <p:nvPr/>
          </p:nvSpPr>
          <p:spPr>
            <a:xfrm>
              <a:off x="2406825" y="4025672"/>
              <a:ext cx="50787" cy="25656"/>
            </a:xfrm>
            <a:custGeom>
              <a:rect b="b" l="l" r="r" t="t"/>
              <a:pathLst>
                <a:path extrusionOk="0" h="977" w="1934">
                  <a:moveTo>
                    <a:pt x="240" y="0"/>
                  </a:moveTo>
                  <a:cubicBezTo>
                    <a:pt x="106" y="0"/>
                    <a:pt x="1" y="105"/>
                    <a:pt x="1" y="239"/>
                  </a:cubicBezTo>
                  <a:lnTo>
                    <a:pt x="1" y="737"/>
                  </a:lnTo>
                  <a:cubicBezTo>
                    <a:pt x="1" y="861"/>
                    <a:pt x="106" y="976"/>
                    <a:pt x="240" y="976"/>
                  </a:cubicBezTo>
                  <a:lnTo>
                    <a:pt x="1695" y="976"/>
                  </a:lnTo>
                  <a:cubicBezTo>
                    <a:pt x="1829" y="976"/>
                    <a:pt x="1934" y="861"/>
                    <a:pt x="1934" y="727"/>
                  </a:cubicBezTo>
                  <a:lnTo>
                    <a:pt x="1934" y="239"/>
                  </a:lnTo>
                  <a:cubicBezTo>
                    <a:pt x="1934" y="105"/>
                    <a:pt x="1829" y="0"/>
                    <a:pt x="1695" y="0"/>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536" name="Google Shape;12536;p43"/>
            <p:cNvSpPr/>
            <p:nvPr/>
          </p:nvSpPr>
          <p:spPr>
            <a:xfrm>
              <a:off x="2317357" y="3974885"/>
              <a:ext cx="51049" cy="25420"/>
            </a:xfrm>
            <a:custGeom>
              <a:rect b="b" l="l" r="r" t="t"/>
              <a:pathLst>
                <a:path extrusionOk="0" h="968" w="1944">
                  <a:moveTo>
                    <a:pt x="240" y="1"/>
                  </a:moveTo>
                  <a:cubicBezTo>
                    <a:pt x="106" y="1"/>
                    <a:pt x="1" y="106"/>
                    <a:pt x="1" y="240"/>
                  </a:cubicBezTo>
                  <a:lnTo>
                    <a:pt x="1" y="728"/>
                  </a:lnTo>
                  <a:cubicBezTo>
                    <a:pt x="1" y="853"/>
                    <a:pt x="106" y="967"/>
                    <a:pt x="240" y="967"/>
                  </a:cubicBezTo>
                  <a:lnTo>
                    <a:pt x="1704" y="967"/>
                  </a:lnTo>
                  <a:cubicBezTo>
                    <a:pt x="1828" y="967"/>
                    <a:pt x="1943" y="853"/>
                    <a:pt x="1943" y="728"/>
                  </a:cubicBezTo>
                  <a:lnTo>
                    <a:pt x="1943" y="240"/>
                  </a:lnTo>
                  <a:cubicBezTo>
                    <a:pt x="1943" y="106"/>
                    <a:pt x="1828" y="1"/>
                    <a:pt x="1704" y="1"/>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537" name="Google Shape;12537;p43"/>
            <p:cNvSpPr/>
            <p:nvPr/>
          </p:nvSpPr>
          <p:spPr>
            <a:xfrm>
              <a:off x="2228152" y="4076932"/>
              <a:ext cx="51023" cy="25393"/>
            </a:xfrm>
            <a:custGeom>
              <a:rect b="b" l="l" r="r" t="t"/>
              <a:pathLst>
                <a:path extrusionOk="0" h="967" w="1943">
                  <a:moveTo>
                    <a:pt x="239" y="0"/>
                  </a:moveTo>
                  <a:cubicBezTo>
                    <a:pt x="105" y="0"/>
                    <a:pt x="0" y="106"/>
                    <a:pt x="0" y="240"/>
                  </a:cubicBezTo>
                  <a:lnTo>
                    <a:pt x="0" y="728"/>
                  </a:lnTo>
                  <a:cubicBezTo>
                    <a:pt x="0" y="862"/>
                    <a:pt x="105" y="967"/>
                    <a:pt x="239" y="967"/>
                  </a:cubicBezTo>
                  <a:lnTo>
                    <a:pt x="1704" y="967"/>
                  </a:lnTo>
                  <a:cubicBezTo>
                    <a:pt x="1828" y="967"/>
                    <a:pt x="1943" y="862"/>
                    <a:pt x="1943" y="728"/>
                  </a:cubicBezTo>
                  <a:lnTo>
                    <a:pt x="1943" y="240"/>
                  </a:lnTo>
                  <a:cubicBezTo>
                    <a:pt x="1943" y="106"/>
                    <a:pt x="1828" y="0"/>
                    <a:pt x="1704" y="0"/>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538" name="Google Shape;12538;p43"/>
            <p:cNvSpPr/>
            <p:nvPr/>
          </p:nvSpPr>
          <p:spPr>
            <a:xfrm>
              <a:off x="2317357" y="3923888"/>
              <a:ext cx="51049" cy="25157"/>
            </a:xfrm>
            <a:custGeom>
              <a:rect b="b" l="l" r="r" t="t"/>
              <a:pathLst>
                <a:path extrusionOk="0" h="958" w="1944">
                  <a:moveTo>
                    <a:pt x="240" y="0"/>
                  </a:moveTo>
                  <a:cubicBezTo>
                    <a:pt x="106" y="0"/>
                    <a:pt x="1" y="105"/>
                    <a:pt x="1" y="239"/>
                  </a:cubicBezTo>
                  <a:lnTo>
                    <a:pt x="1" y="718"/>
                  </a:lnTo>
                  <a:cubicBezTo>
                    <a:pt x="1" y="852"/>
                    <a:pt x="106" y="957"/>
                    <a:pt x="240" y="957"/>
                  </a:cubicBezTo>
                  <a:lnTo>
                    <a:pt x="1704" y="957"/>
                  </a:lnTo>
                  <a:cubicBezTo>
                    <a:pt x="1828" y="957"/>
                    <a:pt x="1943" y="852"/>
                    <a:pt x="1943" y="718"/>
                  </a:cubicBezTo>
                  <a:lnTo>
                    <a:pt x="1943" y="239"/>
                  </a:lnTo>
                  <a:cubicBezTo>
                    <a:pt x="1943" y="105"/>
                    <a:pt x="1828" y="0"/>
                    <a:pt x="1704" y="0"/>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539" name="Google Shape;12539;p43"/>
            <p:cNvSpPr/>
            <p:nvPr/>
          </p:nvSpPr>
          <p:spPr>
            <a:xfrm>
              <a:off x="2317357" y="4076932"/>
              <a:ext cx="51049" cy="25393"/>
            </a:xfrm>
            <a:custGeom>
              <a:rect b="b" l="l" r="r" t="t"/>
              <a:pathLst>
                <a:path extrusionOk="0" h="967" w="1944">
                  <a:moveTo>
                    <a:pt x="240" y="0"/>
                  </a:moveTo>
                  <a:cubicBezTo>
                    <a:pt x="106" y="0"/>
                    <a:pt x="1" y="106"/>
                    <a:pt x="1" y="240"/>
                  </a:cubicBezTo>
                  <a:lnTo>
                    <a:pt x="1" y="728"/>
                  </a:lnTo>
                  <a:cubicBezTo>
                    <a:pt x="1" y="862"/>
                    <a:pt x="106" y="967"/>
                    <a:pt x="240" y="967"/>
                  </a:cubicBezTo>
                  <a:lnTo>
                    <a:pt x="1704" y="967"/>
                  </a:lnTo>
                  <a:cubicBezTo>
                    <a:pt x="1828" y="967"/>
                    <a:pt x="1943" y="862"/>
                    <a:pt x="1943" y="728"/>
                  </a:cubicBezTo>
                  <a:lnTo>
                    <a:pt x="1943" y="240"/>
                  </a:lnTo>
                  <a:cubicBezTo>
                    <a:pt x="1943" y="106"/>
                    <a:pt x="1828" y="0"/>
                    <a:pt x="1704" y="0"/>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540" name="Google Shape;12540;p43"/>
            <p:cNvSpPr/>
            <p:nvPr/>
          </p:nvSpPr>
          <p:spPr>
            <a:xfrm>
              <a:off x="2496057" y="4025672"/>
              <a:ext cx="51023" cy="25656"/>
            </a:xfrm>
            <a:custGeom>
              <a:rect b="b" l="l" r="r" t="t"/>
              <a:pathLst>
                <a:path extrusionOk="0" h="977" w="1943">
                  <a:moveTo>
                    <a:pt x="239" y="0"/>
                  </a:moveTo>
                  <a:cubicBezTo>
                    <a:pt x="105" y="0"/>
                    <a:pt x="0" y="105"/>
                    <a:pt x="0" y="239"/>
                  </a:cubicBezTo>
                  <a:lnTo>
                    <a:pt x="0" y="737"/>
                  </a:lnTo>
                  <a:cubicBezTo>
                    <a:pt x="0" y="861"/>
                    <a:pt x="105" y="976"/>
                    <a:pt x="239" y="976"/>
                  </a:cubicBezTo>
                  <a:lnTo>
                    <a:pt x="1704" y="976"/>
                  </a:lnTo>
                  <a:cubicBezTo>
                    <a:pt x="1838" y="976"/>
                    <a:pt x="1943" y="861"/>
                    <a:pt x="1943" y="727"/>
                  </a:cubicBezTo>
                  <a:lnTo>
                    <a:pt x="1943" y="239"/>
                  </a:lnTo>
                  <a:cubicBezTo>
                    <a:pt x="1943" y="105"/>
                    <a:pt x="1828" y="0"/>
                    <a:pt x="1704" y="0"/>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541" name="Google Shape;12541;p43"/>
            <p:cNvSpPr/>
            <p:nvPr/>
          </p:nvSpPr>
          <p:spPr>
            <a:xfrm>
              <a:off x="2496057" y="3923888"/>
              <a:ext cx="51023" cy="25157"/>
            </a:xfrm>
            <a:custGeom>
              <a:rect b="b" l="l" r="r" t="t"/>
              <a:pathLst>
                <a:path extrusionOk="0" h="958" w="1943">
                  <a:moveTo>
                    <a:pt x="239" y="0"/>
                  </a:moveTo>
                  <a:cubicBezTo>
                    <a:pt x="105" y="0"/>
                    <a:pt x="0" y="105"/>
                    <a:pt x="0" y="239"/>
                  </a:cubicBezTo>
                  <a:lnTo>
                    <a:pt x="0" y="718"/>
                  </a:lnTo>
                  <a:cubicBezTo>
                    <a:pt x="0" y="852"/>
                    <a:pt x="105" y="957"/>
                    <a:pt x="239" y="957"/>
                  </a:cubicBezTo>
                  <a:lnTo>
                    <a:pt x="1704" y="957"/>
                  </a:lnTo>
                  <a:cubicBezTo>
                    <a:pt x="1828" y="957"/>
                    <a:pt x="1943" y="852"/>
                    <a:pt x="1943" y="718"/>
                  </a:cubicBezTo>
                  <a:lnTo>
                    <a:pt x="1943" y="239"/>
                  </a:lnTo>
                  <a:cubicBezTo>
                    <a:pt x="1943" y="105"/>
                    <a:pt x="1828" y="0"/>
                    <a:pt x="1704" y="0"/>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542" name="Google Shape;12542;p43"/>
            <p:cNvSpPr/>
            <p:nvPr/>
          </p:nvSpPr>
          <p:spPr>
            <a:xfrm>
              <a:off x="2496057" y="4076932"/>
              <a:ext cx="51023" cy="25393"/>
            </a:xfrm>
            <a:custGeom>
              <a:rect b="b" l="l" r="r" t="t"/>
              <a:pathLst>
                <a:path extrusionOk="0" h="967" w="1943">
                  <a:moveTo>
                    <a:pt x="239" y="0"/>
                  </a:moveTo>
                  <a:cubicBezTo>
                    <a:pt x="105" y="0"/>
                    <a:pt x="0" y="106"/>
                    <a:pt x="0" y="240"/>
                  </a:cubicBezTo>
                  <a:lnTo>
                    <a:pt x="0" y="728"/>
                  </a:lnTo>
                  <a:cubicBezTo>
                    <a:pt x="0" y="862"/>
                    <a:pt x="105" y="967"/>
                    <a:pt x="239" y="967"/>
                  </a:cubicBezTo>
                  <a:lnTo>
                    <a:pt x="1704" y="967"/>
                  </a:lnTo>
                  <a:cubicBezTo>
                    <a:pt x="1828" y="967"/>
                    <a:pt x="1943" y="862"/>
                    <a:pt x="1943" y="728"/>
                  </a:cubicBezTo>
                  <a:lnTo>
                    <a:pt x="1943" y="240"/>
                  </a:lnTo>
                  <a:cubicBezTo>
                    <a:pt x="1943" y="106"/>
                    <a:pt x="1828" y="0"/>
                    <a:pt x="1704" y="0"/>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543" name="Google Shape;12543;p43"/>
            <p:cNvSpPr/>
            <p:nvPr/>
          </p:nvSpPr>
          <p:spPr>
            <a:xfrm>
              <a:off x="2406825" y="3974885"/>
              <a:ext cx="50787" cy="25420"/>
            </a:xfrm>
            <a:custGeom>
              <a:rect b="b" l="l" r="r" t="t"/>
              <a:pathLst>
                <a:path extrusionOk="0" h="968" w="1934">
                  <a:moveTo>
                    <a:pt x="240" y="1"/>
                  </a:moveTo>
                  <a:cubicBezTo>
                    <a:pt x="106" y="1"/>
                    <a:pt x="1" y="106"/>
                    <a:pt x="1" y="240"/>
                  </a:cubicBezTo>
                  <a:lnTo>
                    <a:pt x="1" y="728"/>
                  </a:lnTo>
                  <a:cubicBezTo>
                    <a:pt x="1" y="853"/>
                    <a:pt x="106" y="967"/>
                    <a:pt x="240" y="967"/>
                  </a:cubicBezTo>
                  <a:lnTo>
                    <a:pt x="1695" y="967"/>
                  </a:lnTo>
                  <a:cubicBezTo>
                    <a:pt x="1829" y="967"/>
                    <a:pt x="1934" y="853"/>
                    <a:pt x="1934" y="728"/>
                  </a:cubicBezTo>
                  <a:lnTo>
                    <a:pt x="1934" y="240"/>
                  </a:lnTo>
                  <a:cubicBezTo>
                    <a:pt x="1934" y="106"/>
                    <a:pt x="1829" y="1"/>
                    <a:pt x="1695" y="1"/>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544" name="Google Shape;12544;p43"/>
            <p:cNvSpPr/>
            <p:nvPr/>
          </p:nvSpPr>
          <p:spPr>
            <a:xfrm>
              <a:off x="2406825" y="3923888"/>
              <a:ext cx="50787" cy="25157"/>
            </a:xfrm>
            <a:custGeom>
              <a:rect b="b" l="l" r="r" t="t"/>
              <a:pathLst>
                <a:path extrusionOk="0" h="958" w="1934">
                  <a:moveTo>
                    <a:pt x="240" y="0"/>
                  </a:moveTo>
                  <a:cubicBezTo>
                    <a:pt x="106" y="0"/>
                    <a:pt x="1" y="105"/>
                    <a:pt x="1" y="239"/>
                  </a:cubicBezTo>
                  <a:lnTo>
                    <a:pt x="1" y="718"/>
                  </a:lnTo>
                  <a:cubicBezTo>
                    <a:pt x="1" y="852"/>
                    <a:pt x="106" y="957"/>
                    <a:pt x="240" y="957"/>
                  </a:cubicBezTo>
                  <a:lnTo>
                    <a:pt x="1695" y="957"/>
                  </a:lnTo>
                  <a:cubicBezTo>
                    <a:pt x="1829" y="957"/>
                    <a:pt x="1934" y="852"/>
                    <a:pt x="1934" y="718"/>
                  </a:cubicBezTo>
                  <a:lnTo>
                    <a:pt x="1934" y="239"/>
                  </a:lnTo>
                  <a:cubicBezTo>
                    <a:pt x="1934" y="105"/>
                    <a:pt x="1829" y="0"/>
                    <a:pt x="1695" y="0"/>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545" name="Google Shape;12545;p43"/>
            <p:cNvSpPr/>
            <p:nvPr/>
          </p:nvSpPr>
          <p:spPr>
            <a:xfrm>
              <a:off x="2496057" y="3974885"/>
              <a:ext cx="51023" cy="25420"/>
            </a:xfrm>
            <a:custGeom>
              <a:rect b="b" l="l" r="r" t="t"/>
              <a:pathLst>
                <a:path extrusionOk="0" h="968" w="1943">
                  <a:moveTo>
                    <a:pt x="239" y="1"/>
                  </a:moveTo>
                  <a:cubicBezTo>
                    <a:pt x="105" y="1"/>
                    <a:pt x="0" y="106"/>
                    <a:pt x="0" y="240"/>
                  </a:cubicBezTo>
                  <a:lnTo>
                    <a:pt x="0" y="728"/>
                  </a:lnTo>
                  <a:cubicBezTo>
                    <a:pt x="0" y="853"/>
                    <a:pt x="105" y="967"/>
                    <a:pt x="239" y="967"/>
                  </a:cubicBezTo>
                  <a:lnTo>
                    <a:pt x="1704" y="967"/>
                  </a:lnTo>
                  <a:cubicBezTo>
                    <a:pt x="1828" y="967"/>
                    <a:pt x="1943" y="853"/>
                    <a:pt x="1943" y="728"/>
                  </a:cubicBezTo>
                  <a:lnTo>
                    <a:pt x="1943" y="240"/>
                  </a:lnTo>
                  <a:cubicBezTo>
                    <a:pt x="1943" y="106"/>
                    <a:pt x="1828" y="1"/>
                    <a:pt x="1704" y="1"/>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546" name="Google Shape;12546;p43"/>
            <p:cNvSpPr/>
            <p:nvPr/>
          </p:nvSpPr>
          <p:spPr>
            <a:xfrm>
              <a:off x="2406825" y="4076932"/>
              <a:ext cx="50787" cy="25393"/>
            </a:xfrm>
            <a:custGeom>
              <a:rect b="b" l="l" r="r" t="t"/>
              <a:pathLst>
                <a:path extrusionOk="0" h="967" w="1934">
                  <a:moveTo>
                    <a:pt x="240" y="0"/>
                  </a:moveTo>
                  <a:cubicBezTo>
                    <a:pt x="106" y="0"/>
                    <a:pt x="1" y="106"/>
                    <a:pt x="1" y="240"/>
                  </a:cubicBezTo>
                  <a:lnTo>
                    <a:pt x="1" y="728"/>
                  </a:lnTo>
                  <a:cubicBezTo>
                    <a:pt x="1" y="862"/>
                    <a:pt x="106" y="967"/>
                    <a:pt x="240" y="967"/>
                  </a:cubicBezTo>
                  <a:lnTo>
                    <a:pt x="1695" y="967"/>
                  </a:lnTo>
                  <a:cubicBezTo>
                    <a:pt x="1829" y="967"/>
                    <a:pt x="1934" y="862"/>
                    <a:pt x="1934" y="728"/>
                  </a:cubicBezTo>
                  <a:lnTo>
                    <a:pt x="1934" y="240"/>
                  </a:lnTo>
                  <a:cubicBezTo>
                    <a:pt x="1934" y="106"/>
                    <a:pt x="1829" y="0"/>
                    <a:pt x="1695" y="0"/>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547" name="Google Shape;12547;p43"/>
            <p:cNvSpPr/>
            <p:nvPr/>
          </p:nvSpPr>
          <p:spPr>
            <a:xfrm>
              <a:off x="2493168" y="3968137"/>
              <a:ext cx="56538" cy="38445"/>
            </a:xfrm>
            <a:custGeom>
              <a:rect b="b" l="l" r="r" t="t"/>
              <a:pathLst>
                <a:path extrusionOk="0" h="1464" w="2153">
                  <a:moveTo>
                    <a:pt x="1806" y="0"/>
                  </a:moveTo>
                  <a:cubicBezTo>
                    <a:pt x="1750" y="0"/>
                    <a:pt x="1692" y="23"/>
                    <a:pt x="1641" y="76"/>
                  </a:cubicBezTo>
                  <a:lnTo>
                    <a:pt x="837" y="880"/>
                  </a:lnTo>
                  <a:lnTo>
                    <a:pt x="522" y="564"/>
                  </a:lnTo>
                  <a:cubicBezTo>
                    <a:pt x="468" y="511"/>
                    <a:pt x="409" y="488"/>
                    <a:pt x="351" y="488"/>
                  </a:cubicBezTo>
                  <a:cubicBezTo>
                    <a:pt x="163" y="488"/>
                    <a:pt x="1" y="732"/>
                    <a:pt x="177" y="909"/>
                  </a:cubicBezTo>
                  <a:lnTo>
                    <a:pt x="665" y="1397"/>
                  </a:lnTo>
                  <a:cubicBezTo>
                    <a:pt x="713" y="1435"/>
                    <a:pt x="770" y="1464"/>
                    <a:pt x="837" y="1464"/>
                  </a:cubicBezTo>
                  <a:cubicBezTo>
                    <a:pt x="904" y="1464"/>
                    <a:pt x="962" y="1435"/>
                    <a:pt x="1010" y="1397"/>
                  </a:cubicBezTo>
                  <a:lnTo>
                    <a:pt x="1976" y="421"/>
                  </a:lnTo>
                  <a:cubicBezTo>
                    <a:pt x="2153" y="244"/>
                    <a:pt x="1991" y="0"/>
                    <a:pt x="1806" y="0"/>
                  </a:cubicBezTo>
                  <a:close/>
                </a:path>
              </a:pathLst>
            </a:custGeom>
            <a:solidFill>
              <a:srgbClr val="5D748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548" name="Google Shape;12548;p43"/>
            <p:cNvSpPr/>
            <p:nvPr/>
          </p:nvSpPr>
          <p:spPr>
            <a:xfrm>
              <a:off x="2314495" y="3968137"/>
              <a:ext cx="56590" cy="38445"/>
            </a:xfrm>
            <a:custGeom>
              <a:rect b="b" l="l" r="r" t="t"/>
              <a:pathLst>
                <a:path extrusionOk="0" h="1464" w="2155">
                  <a:moveTo>
                    <a:pt x="1810" y="0"/>
                  </a:moveTo>
                  <a:cubicBezTo>
                    <a:pt x="1753" y="0"/>
                    <a:pt x="1694" y="23"/>
                    <a:pt x="1641" y="76"/>
                  </a:cubicBezTo>
                  <a:lnTo>
                    <a:pt x="837" y="880"/>
                  </a:lnTo>
                  <a:lnTo>
                    <a:pt x="521" y="564"/>
                  </a:lnTo>
                  <a:cubicBezTo>
                    <a:pt x="468" y="511"/>
                    <a:pt x="408" y="488"/>
                    <a:pt x="351" y="488"/>
                  </a:cubicBezTo>
                  <a:cubicBezTo>
                    <a:pt x="162" y="488"/>
                    <a:pt x="0" y="732"/>
                    <a:pt x="177" y="909"/>
                  </a:cubicBezTo>
                  <a:lnTo>
                    <a:pt x="665" y="1397"/>
                  </a:lnTo>
                  <a:cubicBezTo>
                    <a:pt x="712" y="1435"/>
                    <a:pt x="770" y="1464"/>
                    <a:pt x="837" y="1464"/>
                  </a:cubicBezTo>
                  <a:cubicBezTo>
                    <a:pt x="904" y="1464"/>
                    <a:pt x="961" y="1435"/>
                    <a:pt x="1009" y="1397"/>
                  </a:cubicBezTo>
                  <a:lnTo>
                    <a:pt x="1985" y="421"/>
                  </a:lnTo>
                  <a:cubicBezTo>
                    <a:pt x="2154" y="244"/>
                    <a:pt x="1996" y="0"/>
                    <a:pt x="1810" y="0"/>
                  </a:cubicBezTo>
                  <a:close/>
                </a:path>
              </a:pathLst>
            </a:custGeom>
            <a:solidFill>
              <a:srgbClr val="5D748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549" name="Google Shape;12549;p43"/>
            <p:cNvSpPr/>
            <p:nvPr/>
          </p:nvSpPr>
          <p:spPr>
            <a:xfrm>
              <a:off x="2403963" y="4019160"/>
              <a:ext cx="56538" cy="38445"/>
            </a:xfrm>
            <a:custGeom>
              <a:rect b="b" l="l" r="r" t="t"/>
              <a:pathLst>
                <a:path extrusionOk="0" h="1464" w="2153">
                  <a:moveTo>
                    <a:pt x="1801" y="0"/>
                  </a:moveTo>
                  <a:cubicBezTo>
                    <a:pt x="1744" y="0"/>
                    <a:pt x="1685" y="22"/>
                    <a:pt x="1631" y="76"/>
                  </a:cubicBezTo>
                  <a:lnTo>
                    <a:pt x="837" y="880"/>
                  </a:lnTo>
                  <a:lnTo>
                    <a:pt x="521" y="564"/>
                  </a:lnTo>
                  <a:cubicBezTo>
                    <a:pt x="468" y="510"/>
                    <a:pt x="408" y="488"/>
                    <a:pt x="351" y="488"/>
                  </a:cubicBezTo>
                  <a:cubicBezTo>
                    <a:pt x="162" y="488"/>
                    <a:pt x="0" y="732"/>
                    <a:pt x="177" y="908"/>
                  </a:cubicBezTo>
                  <a:lnTo>
                    <a:pt x="665" y="1396"/>
                  </a:lnTo>
                  <a:cubicBezTo>
                    <a:pt x="703" y="1435"/>
                    <a:pt x="770" y="1463"/>
                    <a:pt x="837" y="1463"/>
                  </a:cubicBezTo>
                  <a:cubicBezTo>
                    <a:pt x="894" y="1463"/>
                    <a:pt x="961" y="1444"/>
                    <a:pt x="1000" y="1396"/>
                  </a:cubicBezTo>
                  <a:lnTo>
                    <a:pt x="1976" y="420"/>
                  </a:lnTo>
                  <a:cubicBezTo>
                    <a:pt x="2152" y="244"/>
                    <a:pt x="1990" y="0"/>
                    <a:pt x="1801" y="0"/>
                  </a:cubicBezTo>
                  <a:close/>
                </a:path>
              </a:pathLst>
            </a:custGeom>
            <a:solidFill>
              <a:srgbClr val="5D748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550" name="Google Shape;12550;p43"/>
            <p:cNvSpPr/>
            <p:nvPr/>
          </p:nvSpPr>
          <p:spPr>
            <a:xfrm>
              <a:off x="2225263" y="4070157"/>
              <a:ext cx="56538" cy="38471"/>
            </a:xfrm>
            <a:custGeom>
              <a:rect b="b" l="l" r="r" t="t"/>
              <a:pathLst>
                <a:path extrusionOk="0" h="1465" w="2153">
                  <a:moveTo>
                    <a:pt x="1802" y="1"/>
                  </a:moveTo>
                  <a:cubicBezTo>
                    <a:pt x="1745" y="1"/>
                    <a:pt x="1685" y="23"/>
                    <a:pt x="1632" y="77"/>
                  </a:cubicBezTo>
                  <a:lnTo>
                    <a:pt x="837" y="880"/>
                  </a:lnTo>
                  <a:lnTo>
                    <a:pt x="522" y="565"/>
                  </a:lnTo>
                  <a:cubicBezTo>
                    <a:pt x="468" y="511"/>
                    <a:pt x="409" y="489"/>
                    <a:pt x="352" y="489"/>
                  </a:cubicBezTo>
                  <a:cubicBezTo>
                    <a:pt x="163" y="489"/>
                    <a:pt x="1" y="733"/>
                    <a:pt x="177" y="909"/>
                  </a:cubicBezTo>
                  <a:lnTo>
                    <a:pt x="665" y="1397"/>
                  </a:lnTo>
                  <a:cubicBezTo>
                    <a:pt x="703" y="1445"/>
                    <a:pt x="770" y="1464"/>
                    <a:pt x="837" y="1464"/>
                  </a:cubicBezTo>
                  <a:cubicBezTo>
                    <a:pt x="895" y="1464"/>
                    <a:pt x="962" y="1445"/>
                    <a:pt x="1000" y="1397"/>
                  </a:cubicBezTo>
                  <a:lnTo>
                    <a:pt x="1976" y="421"/>
                  </a:lnTo>
                  <a:cubicBezTo>
                    <a:pt x="2153" y="245"/>
                    <a:pt x="1991" y="1"/>
                    <a:pt x="1802" y="1"/>
                  </a:cubicBezTo>
                  <a:close/>
                </a:path>
              </a:pathLst>
            </a:custGeom>
            <a:solidFill>
              <a:srgbClr val="5D748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551" name="Google Shape;12551;p43"/>
            <p:cNvSpPr/>
            <p:nvPr/>
          </p:nvSpPr>
          <p:spPr>
            <a:xfrm>
              <a:off x="2403963" y="3917113"/>
              <a:ext cx="56538" cy="38445"/>
            </a:xfrm>
            <a:custGeom>
              <a:rect b="b" l="l" r="r" t="t"/>
              <a:pathLst>
                <a:path extrusionOk="0" h="1464" w="2153">
                  <a:moveTo>
                    <a:pt x="1801" y="1"/>
                  </a:moveTo>
                  <a:cubicBezTo>
                    <a:pt x="1744" y="1"/>
                    <a:pt x="1685" y="23"/>
                    <a:pt x="1631" y="76"/>
                  </a:cubicBezTo>
                  <a:lnTo>
                    <a:pt x="837" y="880"/>
                  </a:lnTo>
                  <a:lnTo>
                    <a:pt x="521" y="564"/>
                  </a:lnTo>
                  <a:cubicBezTo>
                    <a:pt x="468" y="511"/>
                    <a:pt x="408" y="489"/>
                    <a:pt x="351" y="489"/>
                  </a:cubicBezTo>
                  <a:cubicBezTo>
                    <a:pt x="162" y="489"/>
                    <a:pt x="0" y="733"/>
                    <a:pt x="177" y="909"/>
                  </a:cubicBezTo>
                  <a:lnTo>
                    <a:pt x="665" y="1387"/>
                  </a:lnTo>
                  <a:cubicBezTo>
                    <a:pt x="703" y="1435"/>
                    <a:pt x="770" y="1464"/>
                    <a:pt x="837" y="1464"/>
                  </a:cubicBezTo>
                  <a:cubicBezTo>
                    <a:pt x="894" y="1464"/>
                    <a:pt x="961" y="1435"/>
                    <a:pt x="1000" y="1387"/>
                  </a:cubicBezTo>
                  <a:lnTo>
                    <a:pt x="1976" y="421"/>
                  </a:lnTo>
                  <a:cubicBezTo>
                    <a:pt x="2152" y="244"/>
                    <a:pt x="1990" y="1"/>
                    <a:pt x="1801" y="1"/>
                  </a:cubicBezTo>
                  <a:close/>
                </a:path>
              </a:pathLst>
            </a:custGeom>
            <a:solidFill>
              <a:srgbClr val="5D748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12552" name="Google Shape;12552;p43"/>
          <p:cNvSpPr/>
          <p:nvPr/>
        </p:nvSpPr>
        <p:spPr>
          <a:xfrm>
            <a:off x="1288464" y="1887649"/>
            <a:ext cx="62341" cy="140885"/>
          </a:xfrm>
          <a:custGeom>
            <a:rect b="b" l="l" r="r" t="t"/>
            <a:pathLst>
              <a:path extrusionOk="0" h="5365" w="2374">
                <a:moveTo>
                  <a:pt x="2068" y="1"/>
                </a:moveTo>
                <a:cubicBezTo>
                  <a:pt x="1979" y="1"/>
                  <a:pt x="1890" y="49"/>
                  <a:pt x="1848" y="162"/>
                </a:cubicBezTo>
                <a:lnTo>
                  <a:pt x="49" y="5043"/>
                </a:lnTo>
                <a:cubicBezTo>
                  <a:pt x="1" y="5167"/>
                  <a:pt x="58" y="5301"/>
                  <a:pt x="192" y="5349"/>
                </a:cubicBezTo>
                <a:cubicBezTo>
                  <a:pt x="220" y="5360"/>
                  <a:pt x="247" y="5365"/>
                  <a:pt x="275" y="5365"/>
                </a:cubicBezTo>
                <a:cubicBezTo>
                  <a:pt x="371" y="5365"/>
                  <a:pt x="461" y="5303"/>
                  <a:pt x="498" y="5206"/>
                </a:cubicBezTo>
                <a:lnTo>
                  <a:pt x="2307" y="325"/>
                </a:lnTo>
                <a:cubicBezTo>
                  <a:pt x="2373" y="138"/>
                  <a:pt x="2220" y="1"/>
                  <a:pt x="2068" y="1"/>
                </a:cubicBezTo>
                <a:close/>
              </a:path>
            </a:pathLst>
          </a:custGeom>
          <a:solidFill>
            <a:srgbClr val="E2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nvGrpSpPr>
          <p:cNvPr id="12553" name="Google Shape;12553;p43"/>
          <p:cNvGrpSpPr/>
          <p:nvPr/>
        </p:nvGrpSpPr>
        <p:grpSpPr>
          <a:xfrm>
            <a:off x="1277409" y="1808947"/>
            <a:ext cx="420475" cy="383055"/>
            <a:chOff x="1277409" y="1961347"/>
            <a:chExt cx="420475" cy="383055"/>
          </a:xfrm>
        </p:grpSpPr>
        <p:sp>
          <p:nvSpPr>
            <p:cNvPr id="12554" name="Google Shape;12554;p43"/>
            <p:cNvSpPr/>
            <p:nvPr/>
          </p:nvSpPr>
          <p:spPr>
            <a:xfrm>
              <a:off x="1293244" y="2187288"/>
              <a:ext cx="108848" cy="47531"/>
            </a:xfrm>
            <a:custGeom>
              <a:rect b="b" l="l" r="r" t="t"/>
              <a:pathLst>
                <a:path extrusionOk="0" h="1810" w="4145">
                  <a:moveTo>
                    <a:pt x="1" y="1"/>
                  </a:moveTo>
                  <a:cubicBezTo>
                    <a:pt x="144" y="1034"/>
                    <a:pt x="1025" y="1809"/>
                    <a:pt x="2077" y="1809"/>
                  </a:cubicBezTo>
                  <a:cubicBezTo>
                    <a:pt x="3120" y="1809"/>
                    <a:pt x="4011" y="1034"/>
                    <a:pt x="4145" y="1"/>
                  </a:cubicBezTo>
                  <a:close/>
                </a:path>
              </a:pathLst>
            </a:custGeom>
            <a:solidFill>
              <a:srgbClr val="C3CDD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555" name="Google Shape;12555;p43"/>
            <p:cNvSpPr/>
            <p:nvPr/>
          </p:nvSpPr>
          <p:spPr>
            <a:xfrm>
              <a:off x="1349650" y="2040049"/>
              <a:ext cx="63129" cy="140832"/>
            </a:xfrm>
            <a:custGeom>
              <a:rect b="b" l="l" r="r" t="t"/>
              <a:pathLst>
                <a:path extrusionOk="0" h="5363" w="2404">
                  <a:moveTo>
                    <a:pt x="307" y="1"/>
                  </a:moveTo>
                  <a:cubicBezTo>
                    <a:pt x="156" y="1"/>
                    <a:pt x="1" y="138"/>
                    <a:pt x="73" y="325"/>
                  </a:cubicBezTo>
                  <a:lnTo>
                    <a:pt x="1882" y="5206"/>
                  </a:lnTo>
                  <a:cubicBezTo>
                    <a:pt x="1921" y="5315"/>
                    <a:pt x="2008" y="5362"/>
                    <a:pt x="2097" y="5362"/>
                  </a:cubicBezTo>
                  <a:cubicBezTo>
                    <a:pt x="2248" y="5362"/>
                    <a:pt x="2404" y="5226"/>
                    <a:pt x="2331" y="5033"/>
                  </a:cubicBezTo>
                  <a:lnTo>
                    <a:pt x="523" y="162"/>
                  </a:lnTo>
                  <a:cubicBezTo>
                    <a:pt x="484" y="49"/>
                    <a:pt x="396" y="1"/>
                    <a:pt x="307" y="1"/>
                  </a:cubicBezTo>
                  <a:close/>
                </a:path>
              </a:pathLst>
            </a:custGeom>
            <a:solidFill>
              <a:srgbClr val="E2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556" name="Google Shape;12556;p43"/>
            <p:cNvSpPr/>
            <p:nvPr/>
          </p:nvSpPr>
          <p:spPr>
            <a:xfrm>
              <a:off x="1562907" y="2041493"/>
              <a:ext cx="62499" cy="139441"/>
            </a:xfrm>
            <a:custGeom>
              <a:rect b="b" l="l" r="r" t="t"/>
              <a:pathLst>
                <a:path extrusionOk="0" h="5310" w="2380">
                  <a:moveTo>
                    <a:pt x="2073" y="1"/>
                  </a:moveTo>
                  <a:cubicBezTo>
                    <a:pt x="1986" y="1"/>
                    <a:pt x="1899" y="47"/>
                    <a:pt x="1857" y="155"/>
                  </a:cubicBezTo>
                  <a:lnTo>
                    <a:pt x="48" y="4978"/>
                  </a:lnTo>
                  <a:cubicBezTo>
                    <a:pt x="1" y="5103"/>
                    <a:pt x="68" y="5246"/>
                    <a:pt x="192" y="5294"/>
                  </a:cubicBezTo>
                  <a:cubicBezTo>
                    <a:pt x="219" y="5305"/>
                    <a:pt x="248" y="5310"/>
                    <a:pt x="276" y="5310"/>
                  </a:cubicBezTo>
                  <a:cubicBezTo>
                    <a:pt x="375" y="5310"/>
                    <a:pt x="468" y="5248"/>
                    <a:pt x="498" y="5151"/>
                  </a:cubicBezTo>
                  <a:lnTo>
                    <a:pt x="2307" y="327"/>
                  </a:lnTo>
                  <a:cubicBezTo>
                    <a:pt x="2380" y="139"/>
                    <a:pt x="2225" y="1"/>
                    <a:pt x="2073" y="1"/>
                  </a:cubicBezTo>
                  <a:close/>
                </a:path>
              </a:pathLst>
            </a:custGeom>
            <a:solidFill>
              <a:srgbClr val="E2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557" name="Google Shape;12557;p43"/>
            <p:cNvSpPr/>
            <p:nvPr/>
          </p:nvSpPr>
          <p:spPr>
            <a:xfrm>
              <a:off x="1624330" y="2041493"/>
              <a:ext cx="62919" cy="139309"/>
            </a:xfrm>
            <a:custGeom>
              <a:rect b="b" l="l" r="r" t="t"/>
              <a:pathLst>
                <a:path extrusionOk="0" h="5305" w="2396">
                  <a:moveTo>
                    <a:pt x="307" y="1"/>
                  </a:moveTo>
                  <a:cubicBezTo>
                    <a:pt x="155" y="1"/>
                    <a:pt x="0" y="139"/>
                    <a:pt x="73" y="327"/>
                  </a:cubicBezTo>
                  <a:lnTo>
                    <a:pt x="1872" y="5151"/>
                  </a:lnTo>
                  <a:cubicBezTo>
                    <a:pt x="1914" y="5259"/>
                    <a:pt x="2001" y="5305"/>
                    <a:pt x="2089" y="5305"/>
                  </a:cubicBezTo>
                  <a:cubicBezTo>
                    <a:pt x="2241" y="5305"/>
                    <a:pt x="2395" y="5167"/>
                    <a:pt x="2322" y="4978"/>
                  </a:cubicBezTo>
                  <a:lnTo>
                    <a:pt x="523" y="155"/>
                  </a:lnTo>
                  <a:cubicBezTo>
                    <a:pt x="481" y="47"/>
                    <a:pt x="394" y="1"/>
                    <a:pt x="307" y="1"/>
                  </a:cubicBezTo>
                  <a:close/>
                </a:path>
              </a:pathLst>
            </a:custGeom>
            <a:solidFill>
              <a:srgbClr val="E2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558" name="Google Shape;12558;p43"/>
            <p:cNvSpPr/>
            <p:nvPr/>
          </p:nvSpPr>
          <p:spPr>
            <a:xfrm>
              <a:off x="1351725" y="2013106"/>
              <a:ext cx="129357" cy="40257"/>
            </a:xfrm>
            <a:custGeom>
              <a:rect b="b" l="l" r="r" t="t"/>
              <a:pathLst>
                <a:path extrusionOk="0" h="1533" w="4926">
                  <a:moveTo>
                    <a:pt x="4587" y="0"/>
                  </a:moveTo>
                  <a:cubicBezTo>
                    <a:pt x="4563" y="0"/>
                    <a:pt x="4538" y="4"/>
                    <a:pt x="4511" y="11"/>
                  </a:cubicBezTo>
                  <a:cubicBezTo>
                    <a:pt x="1334" y="882"/>
                    <a:pt x="1114" y="968"/>
                    <a:pt x="310" y="1045"/>
                  </a:cubicBezTo>
                  <a:cubicBezTo>
                    <a:pt x="0" y="1063"/>
                    <a:pt x="12" y="1524"/>
                    <a:pt x="320" y="1524"/>
                  </a:cubicBezTo>
                  <a:cubicBezTo>
                    <a:pt x="326" y="1524"/>
                    <a:pt x="332" y="1524"/>
                    <a:pt x="338" y="1523"/>
                  </a:cubicBezTo>
                  <a:lnTo>
                    <a:pt x="358" y="1533"/>
                  </a:lnTo>
                  <a:cubicBezTo>
                    <a:pt x="1200" y="1447"/>
                    <a:pt x="1439" y="1351"/>
                    <a:pt x="4645" y="470"/>
                  </a:cubicBezTo>
                  <a:cubicBezTo>
                    <a:pt x="4925" y="392"/>
                    <a:pt x="4845" y="0"/>
                    <a:pt x="4587" y="0"/>
                  </a:cubicBezTo>
                  <a:close/>
                </a:path>
              </a:pathLst>
            </a:custGeom>
            <a:solidFill>
              <a:srgbClr val="465C7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559" name="Google Shape;12559;p43"/>
            <p:cNvSpPr/>
            <p:nvPr/>
          </p:nvSpPr>
          <p:spPr>
            <a:xfrm>
              <a:off x="1491191" y="2012344"/>
              <a:ext cx="133900" cy="41281"/>
            </a:xfrm>
            <a:custGeom>
              <a:rect b="b" l="l" r="r" t="t"/>
              <a:pathLst>
                <a:path extrusionOk="0" h="1572" w="5099">
                  <a:moveTo>
                    <a:pt x="341" y="1"/>
                  </a:moveTo>
                  <a:cubicBezTo>
                    <a:pt x="82" y="1"/>
                    <a:pt x="1" y="401"/>
                    <a:pt x="282" y="480"/>
                  </a:cubicBezTo>
                  <a:cubicBezTo>
                    <a:pt x="3631" y="1389"/>
                    <a:pt x="3861" y="1495"/>
                    <a:pt x="4741" y="1571"/>
                  </a:cubicBezTo>
                  <a:lnTo>
                    <a:pt x="4760" y="1571"/>
                  </a:lnTo>
                  <a:lnTo>
                    <a:pt x="4760" y="1562"/>
                  </a:lnTo>
                  <a:cubicBezTo>
                    <a:pt x="4767" y="1562"/>
                    <a:pt x="4773" y="1562"/>
                    <a:pt x="4779" y="1562"/>
                  </a:cubicBezTo>
                  <a:cubicBezTo>
                    <a:pt x="5077" y="1562"/>
                    <a:pt x="5099" y="1102"/>
                    <a:pt x="4780" y="1083"/>
                  </a:cubicBezTo>
                  <a:cubicBezTo>
                    <a:pt x="3957" y="1016"/>
                    <a:pt x="3765" y="930"/>
                    <a:pt x="415" y="11"/>
                  </a:cubicBezTo>
                  <a:cubicBezTo>
                    <a:pt x="389" y="4"/>
                    <a:pt x="364" y="1"/>
                    <a:pt x="341" y="1"/>
                  </a:cubicBezTo>
                  <a:close/>
                </a:path>
              </a:pathLst>
            </a:custGeom>
            <a:solidFill>
              <a:srgbClr val="465C7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560" name="Google Shape;12560;p43"/>
            <p:cNvSpPr/>
            <p:nvPr/>
          </p:nvSpPr>
          <p:spPr>
            <a:xfrm>
              <a:off x="1474700" y="1961347"/>
              <a:ext cx="25157" cy="32195"/>
            </a:xfrm>
            <a:custGeom>
              <a:rect b="b" l="l" r="r" t="t"/>
              <a:pathLst>
                <a:path extrusionOk="0" h="1226" w="958">
                  <a:moveTo>
                    <a:pt x="335" y="1"/>
                  </a:moveTo>
                  <a:cubicBezTo>
                    <a:pt x="153" y="1"/>
                    <a:pt x="0" y="154"/>
                    <a:pt x="0" y="336"/>
                  </a:cubicBezTo>
                  <a:lnTo>
                    <a:pt x="0" y="1226"/>
                  </a:lnTo>
                  <a:cubicBezTo>
                    <a:pt x="144" y="1149"/>
                    <a:pt x="307" y="1102"/>
                    <a:pt x="479" y="1102"/>
                  </a:cubicBezTo>
                  <a:cubicBezTo>
                    <a:pt x="642" y="1102"/>
                    <a:pt x="804" y="1140"/>
                    <a:pt x="957" y="1226"/>
                  </a:cubicBezTo>
                  <a:lnTo>
                    <a:pt x="957" y="336"/>
                  </a:lnTo>
                  <a:cubicBezTo>
                    <a:pt x="957" y="154"/>
                    <a:pt x="804" y="1"/>
                    <a:pt x="622" y="1"/>
                  </a:cubicBezTo>
                  <a:close/>
                </a:path>
              </a:pathLst>
            </a:custGeom>
            <a:solidFill>
              <a:srgbClr val="657A8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561" name="Google Shape;12561;p43"/>
            <p:cNvSpPr/>
            <p:nvPr/>
          </p:nvSpPr>
          <p:spPr>
            <a:xfrm>
              <a:off x="1474700" y="2036503"/>
              <a:ext cx="24894" cy="259633"/>
            </a:xfrm>
            <a:custGeom>
              <a:rect b="b" l="l" r="r" t="t"/>
              <a:pathLst>
                <a:path extrusionOk="0" h="9887" w="948">
                  <a:moveTo>
                    <a:pt x="0" y="0"/>
                  </a:moveTo>
                  <a:lnTo>
                    <a:pt x="0" y="9887"/>
                  </a:lnTo>
                  <a:lnTo>
                    <a:pt x="948" y="9887"/>
                  </a:lnTo>
                  <a:lnTo>
                    <a:pt x="948" y="0"/>
                  </a:lnTo>
                  <a:cubicBezTo>
                    <a:pt x="799" y="82"/>
                    <a:pt x="637" y="123"/>
                    <a:pt x="474" y="123"/>
                  </a:cubicBezTo>
                  <a:cubicBezTo>
                    <a:pt x="311" y="123"/>
                    <a:pt x="149" y="82"/>
                    <a:pt x="0" y="0"/>
                  </a:cubicBezTo>
                  <a:close/>
                </a:path>
              </a:pathLst>
            </a:custGeom>
            <a:solidFill>
              <a:srgbClr val="657A8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562" name="Google Shape;12562;p43"/>
            <p:cNvSpPr/>
            <p:nvPr/>
          </p:nvSpPr>
          <p:spPr>
            <a:xfrm>
              <a:off x="1474700" y="1961347"/>
              <a:ext cx="20877" cy="32195"/>
            </a:xfrm>
            <a:custGeom>
              <a:rect b="b" l="l" r="r" t="t"/>
              <a:pathLst>
                <a:path extrusionOk="0" h="1226" w="795">
                  <a:moveTo>
                    <a:pt x="326" y="1"/>
                  </a:moveTo>
                  <a:cubicBezTo>
                    <a:pt x="144" y="1"/>
                    <a:pt x="0" y="154"/>
                    <a:pt x="0" y="336"/>
                  </a:cubicBezTo>
                  <a:lnTo>
                    <a:pt x="0" y="1226"/>
                  </a:lnTo>
                  <a:cubicBezTo>
                    <a:pt x="144" y="1140"/>
                    <a:pt x="309" y="1097"/>
                    <a:pt x="475" y="1097"/>
                  </a:cubicBezTo>
                  <a:cubicBezTo>
                    <a:pt x="531" y="1097"/>
                    <a:pt x="587" y="1102"/>
                    <a:pt x="642" y="1111"/>
                  </a:cubicBezTo>
                  <a:lnTo>
                    <a:pt x="642" y="326"/>
                  </a:lnTo>
                  <a:cubicBezTo>
                    <a:pt x="642" y="221"/>
                    <a:pt x="699" y="116"/>
                    <a:pt x="795" y="58"/>
                  </a:cubicBezTo>
                  <a:cubicBezTo>
                    <a:pt x="737" y="20"/>
                    <a:pt x="680" y="1"/>
                    <a:pt x="622" y="1"/>
                  </a:cubicBezTo>
                  <a:close/>
                </a:path>
              </a:pathLst>
            </a:custGeom>
            <a:solidFill>
              <a:srgbClr val="657A8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563" name="Google Shape;12563;p43"/>
            <p:cNvSpPr/>
            <p:nvPr/>
          </p:nvSpPr>
          <p:spPr>
            <a:xfrm>
              <a:off x="1474700" y="2036503"/>
              <a:ext cx="16596" cy="259633"/>
            </a:xfrm>
            <a:custGeom>
              <a:rect b="b" l="l" r="r" t="t"/>
              <a:pathLst>
                <a:path extrusionOk="0" h="9887" w="632">
                  <a:moveTo>
                    <a:pt x="0" y="0"/>
                  </a:moveTo>
                  <a:lnTo>
                    <a:pt x="0" y="9887"/>
                  </a:lnTo>
                  <a:lnTo>
                    <a:pt x="632" y="9887"/>
                  </a:lnTo>
                  <a:lnTo>
                    <a:pt x="632" y="115"/>
                  </a:lnTo>
                  <a:cubicBezTo>
                    <a:pt x="584" y="115"/>
                    <a:pt x="527" y="125"/>
                    <a:pt x="479" y="125"/>
                  </a:cubicBezTo>
                  <a:cubicBezTo>
                    <a:pt x="307" y="125"/>
                    <a:pt x="144" y="77"/>
                    <a:pt x="0" y="0"/>
                  </a:cubicBezTo>
                  <a:close/>
                </a:path>
              </a:pathLst>
            </a:custGeom>
            <a:solidFill>
              <a:srgbClr val="657A8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564" name="Google Shape;12564;p43"/>
            <p:cNvSpPr/>
            <p:nvPr/>
          </p:nvSpPr>
          <p:spPr>
            <a:xfrm>
              <a:off x="1551852" y="2161921"/>
              <a:ext cx="145796" cy="25393"/>
            </a:xfrm>
            <a:custGeom>
              <a:rect b="b" l="l" r="r" t="t"/>
              <a:pathLst>
                <a:path extrusionOk="0" h="967" w="5552">
                  <a:moveTo>
                    <a:pt x="412" y="0"/>
                  </a:moveTo>
                  <a:cubicBezTo>
                    <a:pt x="182" y="0"/>
                    <a:pt x="0" y="182"/>
                    <a:pt x="0" y="402"/>
                  </a:cubicBezTo>
                  <a:lnTo>
                    <a:pt x="0" y="565"/>
                  </a:lnTo>
                  <a:cubicBezTo>
                    <a:pt x="0" y="785"/>
                    <a:pt x="182" y="967"/>
                    <a:pt x="412" y="967"/>
                  </a:cubicBezTo>
                  <a:lnTo>
                    <a:pt x="5149" y="967"/>
                  </a:lnTo>
                  <a:cubicBezTo>
                    <a:pt x="5369" y="967"/>
                    <a:pt x="5551" y="785"/>
                    <a:pt x="5551" y="565"/>
                  </a:cubicBezTo>
                  <a:lnTo>
                    <a:pt x="5551" y="402"/>
                  </a:lnTo>
                  <a:cubicBezTo>
                    <a:pt x="5551" y="182"/>
                    <a:pt x="5369" y="0"/>
                    <a:pt x="5149" y="0"/>
                  </a:cubicBezTo>
                  <a:close/>
                </a:path>
              </a:pathLst>
            </a:custGeom>
            <a:solidFill>
              <a:srgbClr val="AAB8C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565" name="Google Shape;12565;p43"/>
            <p:cNvSpPr/>
            <p:nvPr/>
          </p:nvSpPr>
          <p:spPr>
            <a:xfrm>
              <a:off x="1551852" y="2166175"/>
              <a:ext cx="146032" cy="21139"/>
            </a:xfrm>
            <a:custGeom>
              <a:rect b="b" l="l" r="r" t="t"/>
              <a:pathLst>
                <a:path extrusionOk="0" h="805" w="5561">
                  <a:moveTo>
                    <a:pt x="87" y="1"/>
                  </a:moveTo>
                  <a:cubicBezTo>
                    <a:pt x="29" y="68"/>
                    <a:pt x="0" y="154"/>
                    <a:pt x="0" y="240"/>
                  </a:cubicBezTo>
                  <a:lnTo>
                    <a:pt x="0" y="393"/>
                  </a:lnTo>
                  <a:cubicBezTo>
                    <a:pt x="0" y="623"/>
                    <a:pt x="182" y="805"/>
                    <a:pt x="412" y="805"/>
                  </a:cubicBezTo>
                  <a:lnTo>
                    <a:pt x="5149" y="805"/>
                  </a:lnTo>
                  <a:cubicBezTo>
                    <a:pt x="5379" y="805"/>
                    <a:pt x="5561" y="623"/>
                    <a:pt x="5561" y="393"/>
                  </a:cubicBezTo>
                  <a:lnTo>
                    <a:pt x="5561" y="240"/>
                  </a:lnTo>
                  <a:cubicBezTo>
                    <a:pt x="5561" y="154"/>
                    <a:pt x="5532" y="68"/>
                    <a:pt x="5475" y="1"/>
                  </a:cubicBezTo>
                  <a:cubicBezTo>
                    <a:pt x="5398" y="96"/>
                    <a:pt x="5283" y="163"/>
                    <a:pt x="5149" y="163"/>
                  </a:cubicBezTo>
                  <a:lnTo>
                    <a:pt x="412" y="163"/>
                  </a:lnTo>
                  <a:cubicBezTo>
                    <a:pt x="278" y="163"/>
                    <a:pt x="163" y="96"/>
                    <a:pt x="87" y="1"/>
                  </a:cubicBezTo>
                  <a:close/>
                </a:path>
              </a:pathLst>
            </a:custGeom>
            <a:solidFill>
              <a:srgbClr val="98A6B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566" name="Google Shape;12566;p43"/>
            <p:cNvSpPr/>
            <p:nvPr/>
          </p:nvSpPr>
          <p:spPr>
            <a:xfrm>
              <a:off x="1572965" y="2187288"/>
              <a:ext cx="108848" cy="47531"/>
            </a:xfrm>
            <a:custGeom>
              <a:rect b="b" l="l" r="r" t="t"/>
              <a:pathLst>
                <a:path extrusionOk="0" h="1810" w="4145">
                  <a:moveTo>
                    <a:pt x="0" y="1"/>
                  </a:moveTo>
                  <a:cubicBezTo>
                    <a:pt x="144" y="1034"/>
                    <a:pt x="1024" y="1809"/>
                    <a:pt x="2077" y="1809"/>
                  </a:cubicBezTo>
                  <a:cubicBezTo>
                    <a:pt x="3120" y="1809"/>
                    <a:pt x="4010" y="1034"/>
                    <a:pt x="4144" y="1"/>
                  </a:cubicBezTo>
                  <a:close/>
                </a:path>
              </a:pathLst>
            </a:custGeom>
            <a:solidFill>
              <a:srgbClr val="C3CDD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567" name="Google Shape;12567;p43"/>
            <p:cNvSpPr/>
            <p:nvPr/>
          </p:nvSpPr>
          <p:spPr>
            <a:xfrm>
              <a:off x="1293244" y="2187288"/>
              <a:ext cx="67121" cy="47531"/>
            </a:xfrm>
            <a:custGeom>
              <a:rect b="b" l="l" r="r" t="t"/>
              <a:pathLst>
                <a:path extrusionOk="0" h="1810" w="2556">
                  <a:moveTo>
                    <a:pt x="1" y="1"/>
                  </a:moveTo>
                  <a:cubicBezTo>
                    <a:pt x="149" y="1059"/>
                    <a:pt x="1048" y="1810"/>
                    <a:pt x="2067" y="1810"/>
                  </a:cubicBezTo>
                  <a:cubicBezTo>
                    <a:pt x="2228" y="1810"/>
                    <a:pt x="2392" y="1791"/>
                    <a:pt x="2556" y="1752"/>
                  </a:cubicBezTo>
                  <a:cubicBezTo>
                    <a:pt x="1714" y="1551"/>
                    <a:pt x="1082" y="862"/>
                    <a:pt x="967" y="1"/>
                  </a:cubicBezTo>
                  <a:close/>
                </a:path>
              </a:pathLst>
            </a:custGeom>
            <a:solidFill>
              <a:srgbClr val="AAB8C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568" name="Google Shape;12568;p43"/>
            <p:cNvSpPr/>
            <p:nvPr/>
          </p:nvSpPr>
          <p:spPr>
            <a:xfrm>
              <a:off x="1572965" y="2187288"/>
              <a:ext cx="67121" cy="47531"/>
            </a:xfrm>
            <a:custGeom>
              <a:rect b="b" l="l" r="r" t="t"/>
              <a:pathLst>
                <a:path extrusionOk="0" h="1810" w="2556">
                  <a:moveTo>
                    <a:pt x="0" y="1"/>
                  </a:moveTo>
                  <a:cubicBezTo>
                    <a:pt x="141" y="1059"/>
                    <a:pt x="1045" y="1810"/>
                    <a:pt x="2066" y="1810"/>
                  </a:cubicBezTo>
                  <a:cubicBezTo>
                    <a:pt x="2227" y="1810"/>
                    <a:pt x="2391" y="1791"/>
                    <a:pt x="2556" y="1752"/>
                  </a:cubicBezTo>
                  <a:cubicBezTo>
                    <a:pt x="1713" y="1551"/>
                    <a:pt x="1082" y="862"/>
                    <a:pt x="967" y="1"/>
                  </a:cubicBezTo>
                  <a:close/>
                </a:path>
              </a:pathLst>
            </a:custGeom>
            <a:solidFill>
              <a:srgbClr val="AAB8C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569" name="Google Shape;12569;p43"/>
            <p:cNvSpPr/>
            <p:nvPr/>
          </p:nvSpPr>
          <p:spPr>
            <a:xfrm>
              <a:off x="1333211" y="2029466"/>
              <a:ext cx="34191" cy="33954"/>
            </a:xfrm>
            <a:custGeom>
              <a:rect b="b" l="l" r="r" t="t"/>
              <a:pathLst>
                <a:path extrusionOk="0" h="1293" w="1302">
                  <a:moveTo>
                    <a:pt x="651" y="1"/>
                  </a:moveTo>
                  <a:cubicBezTo>
                    <a:pt x="297" y="1"/>
                    <a:pt x="0" y="288"/>
                    <a:pt x="0" y="651"/>
                  </a:cubicBezTo>
                  <a:cubicBezTo>
                    <a:pt x="0" y="1005"/>
                    <a:pt x="297" y="1293"/>
                    <a:pt x="651" y="1293"/>
                  </a:cubicBezTo>
                  <a:cubicBezTo>
                    <a:pt x="1005" y="1293"/>
                    <a:pt x="1302" y="1005"/>
                    <a:pt x="1302" y="651"/>
                  </a:cubicBezTo>
                  <a:cubicBezTo>
                    <a:pt x="1302" y="288"/>
                    <a:pt x="1005" y="1"/>
                    <a:pt x="651" y="1"/>
                  </a:cubicBezTo>
                  <a:close/>
                </a:path>
              </a:pathLst>
            </a:custGeom>
            <a:solidFill>
              <a:srgbClr val="C3CDD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570" name="Google Shape;12570;p43"/>
            <p:cNvSpPr/>
            <p:nvPr/>
          </p:nvSpPr>
          <p:spPr>
            <a:xfrm>
              <a:off x="1607891" y="2029466"/>
              <a:ext cx="33954" cy="33954"/>
            </a:xfrm>
            <a:custGeom>
              <a:rect b="b" l="l" r="r" t="t"/>
              <a:pathLst>
                <a:path extrusionOk="0" h="1293" w="1293">
                  <a:moveTo>
                    <a:pt x="642" y="1"/>
                  </a:moveTo>
                  <a:cubicBezTo>
                    <a:pt x="288" y="1"/>
                    <a:pt x="1" y="288"/>
                    <a:pt x="1" y="651"/>
                  </a:cubicBezTo>
                  <a:cubicBezTo>
                    <a:pt x="1" y="1005"/>
                    <a:pt x="288" y="1293"/>
                    <a:pt x="642" y="1293"/>
                  </a:cubicBezTo>
                  <a:cubicBezTo>
                    <a:pt x="1005" y="1293"/>
                    <a:pt x="1293" y="1005"/>
                    <a:pt x="1293" y="651"/>
                  </a:cubicBezTo>
                  <a:cubicBezTo>
                    <a:pt x="1293" y="288"/>
                    <a:pt x="1005" y="1"/>
                    <a:pt x="642" y="1"/>
                  </a:cubicBezTo>
                  <a:close/>
                </a:path>
              </a:pathLst>
            </a:custGeom>
            <a:solidFill>
              <a:srgbClr val="C3CDD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571" name="Google Shape;12571;p43"/>
            <p:cNvSpPr/>
            <p:nvPr/>
          </p:nvSpPr>
          <p:spPr>
            <a:xfrm>
              <a:off x="1428456" y="2293589"/>
              <a:ext cx="117382" cy="27941"/>
            </a:xfrm>
            <a:custGeom>
              <a:rect b="b" l="l" r="r" t="t"/>
              <a:pathLst>
                <a:path extrusionOk="0" h="1064" w="4470">
                  <a:moveTo>
                    <a:pt x="402" y="1"/>
                  </a:moveTo>
                  <a:cubicBezTo>
                    <a:pt x="182" y="1"/>
                    <a:pt x="0" y="183"/>
                    <a:pt x="0" y="403"/>
                  </a:cubicBezTo>
                  <a:lnTo>
                    <a:pt x="0" y="1063"/>
                  </a:lnTo>
                  <a:lnTo>
                    <a:pt x="4470" y="1063"/>
                  </a:lnTo>
                  <a:lnTo>
                    <a:pt x="4470" y="403"/>
                  </a:lnTo>
                  <a:cubicBezTo>
                    <a:pt x="4470" y="183"/>
                    <a:pt x="4288" y="1"/>
                    <a:pt x="4068" y="1"/>
                  </a:cubicBezTo>
                  <a:close/>
                </a:path>
              </a:pathLst>
            </a:custGeom>
            <a:solidFill>
              <a:srgbClr val="465C7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572" name="Google Shape;12572;p43"/>
            <p:cNvSpPr/>
            <p:nvPr/>
          </p:nvSpPr>
          <p:spPr>
            <a:xfrm>
              <a:off x="1428456" y="2302150"/>
              <a:ext cx="117382" cy="19380"/>
            </a:xfrm>
            <a:custGeom>
              <a:rect b="b" l="l" r="r" t="t"/>
              <a:pathLst>
                <a:path extrusionOk="0" h="738" w="4470">
                  <a:moveTo>
                    <a:pt x="10" y="0"/>
                  </a:moveTo>
                  <a:cubicBezTo>
                    <a:pt x="0" y="19"/>
                    <a:pt x="0" y="48"/>
                    <a:pt x="0" y="77"/>
                  </a:cubicBezTo>
                  <a:lnTo>
                    <a:pt x="0" y="737"/>
                  </a:lnTo>
                  <a:lnTo>
                    <a:pt x="4470" y="737"/>
                  </a:lnTo>
                  <a:lnTo>
                    <a:pt x="4470" y="77"/>
                  </a:lnTo>
                  <a:cubicBezTo>
                    <a:pt x="4470" y="48"/>
                    <a:pt x="4470" y="19"/>
                    <a:pt x="4460" y="0"/>
                  </a:cubicBezTo>
                  <a:close/>
                </a:path>
              </a:pathLst>
            </a:custGeom>
            <a:solidFill>
              <a:srgbClr val="465C7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573" name="Google Shape;12573;p43"/>
            <p:cNvSpPr/>
            <p:nvPr/>
          </p:nvSpPr>
          <p:spPr>
            <a:xfrm>
              <a:off x="1414381" y="2318982"/>
              <a:ext cx="146032" cy="25420"/>
            </a:xfrm>
            <a:custGeom>
              <a:rect b="b" l="l" r="r" t="t"/>
              <a:pathLst>
                <a:path extrusionOk="0" h="968" w="5561">
                  <a:moveTo>
                    <a:pt x="412" y="0"/>
                  </a:moveTo>
                  <a:cubicBezTo>
                    <a:pt x="182" y="0"/>
                    <a:pt x="0" y="182"/>
                    <a:pt x="0" y="402"/>
                  </a:cubicBezTo>
                  <a:lnTo>
                    <a:pt x="0" y="565"/>
                  </a:lnTo>
                  <a:cubicBezTo>
                    <a:pt x="0" y="785"/>
                    <a:pt x="182" y="967"/>
                    <a:pt x="412" y="967"/>
                  </a:cubicBezTo>
                  <a:lnTo>
                    <a:pt x="5149" y="967"/>
                  </a:lnTo>
                  <a:cubicBezTo>
                    <a:pt x="5369" y="967"/>
                    <a:pt x="5551" y="785"/>
                    <a:pt x="5561" y="565"/>
                  </a:cubicBezTo>
                  <a:lnTo>
                    <a:pt x="5561" y="402"/>
                  </a:lnTo>
                  <a:cubicBezTo>
                    <a:pt x="5551" y="182"/>
                    <a:pt x="5369" y="0"/>
                    <a:pt x="5149" y="0"/>
                  </a:cubicBezTo>
                  <a:close/>
                </a:path>
              </a:pathLst>
            </a:custGeom>
            <a:solidFill>
              <a:srgbClr val="4B637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574" name="Google Shape;12574;p43"/>
            <p:cNvSpPr/>
            <p:nvPr/>
          </p:nvSpPr>
          <p:spPr>
            <a:xfrm>
              <a:off x="1414381" y="2323263"/>
              <a:ext cx="146032" cy="21139"/>
            </a:xfrm>
            <a:custGeom>
              <a:rect b="b" l="l" r="r" t="t"/>
              <a:pathLst>
                <a:path extrusionOk="0" h="805" w="5561">
                  <a:moveTo>
                    <a:pt x="87" y="0"/>
                  </a:moveTo>
                  <a:cubicBezTo>
                    <a:pt x="29" y="67"/>
                    <a:pt x="0" y="153"/>
                    <a:pt x="0" y="239"/>
                  </a:cubicBezTo>
                  <a:lnTo>
                    <a:pt x="0" y="393"/>
                  </a:lnTo>
                  <a:cubicBezTo>
                    <a:pt x="0" y="622"/>
                    <a:pt x="182" y="804"/>
                    <a:pt x="412" y="804"/>
                  </a:cubicBezTo>
                  <a:lnTo>
                    <a:pt x="5149" y="804"/>
                  </a:lnTo>
                  <a:cubicBezTo>
                    <a:pt x="5379" y="804"/>
                    <a:pt x="5561" y="622"/>
                    <a:pt x="5561" y="393"/>
                  </a:cubicBezTo>
                  <a:lnTo>
                    <a:pt x="5561" y="239"/>
                  </a:lnTo>
                  <a:cubicBezTo>
                    <a:pt x="5561" y="153"/>
                    <a:pt x="5532" y="67"/>
                    <a:pt x="5475" y="0"/>
                  </a:cubicBezTo>
                  <a:cubicBezTo>
                    <a:pt x="5398" y="105"/>
                    <a:pt x="5274" y="163"/>
                    <a:pt x="5149" y="163"/>
                  </a:cubicBezTo>
                  <a:lnTo>
                    <a:pt x="412" y="163"/>
                  </a:lnTo>
                  <a:cubicBezTo>
                    <a:pt x="278" y="163"/>
                    <a:pt x="163" y="105"/>
                    <a:pt x="87" y="0"/>
                  </a:cubicBezTo>
                  <a:close/>
                </a:path>
              </a:pathLst>
            </a:custGeom>
            <a:solidFill>
              <a:srgbClr val="465C7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575" name="Google Shape;12575;p43"/>
            <p:cNvSpPr/>
            <p:nvPr/>
          </p:nvSpPr>
          <p:spPr>
            <a:xfrm>
              <a:off x="1462384" y="1990260"/>
              <a:ext cx="49526" cy="49526"/>
            </a:xfrm>
            <a:custGeom>
              <a:rect b="b" l="l" r="r" t="t"/>
              <a:pathLst>
                <a:path extrusionOk="0" h="1886" w="1886">
                  <a:moveTo>
                    <a:pt x="938" y="1"/>
                  </a:moveTo>
                  <a:cubicBezTo>
                    <a:pt x="421" y="1"/>
                    <a:pt x="0" y="422"/>
                    <a:pt x="0" y="938"/>
                  </a:cubicBezTo>
                  <a:cubicBezTo>
                    <a:pt x="0" y="1465"/>
                    <a:pt x="421" y="1886"/>
                    <a:pt x="938" y="1886"/>
                  </a:cubicBezTo>
                  <a:cubicBezTo>
                    <a:pt x="1465" y="1886"/>
                    <a:pt x="1886" y="1465"/>
                    <a:pt x="1886" y="938"/>
                  </a:cubicBezTo>
                  <a:cubicBezTo>
                    <a:pt x="1886" y="422"/>
                    <a:pt x="1465" y="1"/>
                    <a:pt x="938" y="1"/>
                  </a:cubicBezTo>
                  <a:close/>
                </a:path>
              </a:pathLst>
            </a:custGeom>
            <a:solidFill>
              <a:srgbClr val="C3CDD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576" name="Google Shape;12576;p43"/>
            <p:cNvSpPr/>
            <p:nvPr/>
          </p:nvSpPr>
          <p:spPr>
            <a:xfrm>
              <a:off x="1333211" y="2029571"/>
              <a:ext cx="29674" cy="33980"/>
            </a:xfrm>
            <a:custGeom>
              <a:rect b="b" l="l" r="r" t="t"/>
              <a:pathLst>
                <a:path extrusionOk="0" h="1294" w="1130">
                  <a:moveTo>
                    <a:pt x="654" y="1"/>
                  </a:moveTo>
                  <a:cubicBezTo>
                    <a:pt x="322" y="1"/>
                    <a:pt x="0" y="255"/>
                    <a:pt x="0" y="647"/>
                  </a:cubicBezTo>
                  <a:cubicBezTo>
                    <a:pt x="0" y="1040"/>
                    <a:pt x="322" y="1294"/>
                    <a:pt x="654" y="1294"/>
                  </a:cubicBezTo>
                  <a:cubicBezTo>
                    <a:pt x="824" y="1294"/>
                    <a:pt x="997" y="1227"/>
                    <a:pt x="1130" y="1078"/>
                  </a:cubicBezTo>
                  <a:cubicBezTo>
                    <a:pt x="1024" y="963"/>
                    <a:pt x="967" y="810"/>
                    <a:pt x="967" y="647"/>
                  </a:cubicBezTo>
                  <a:cubicBezTo>
                    <a:pt x="967" y="485"/>
                    <a:pt x="1024" y="331"/>
                    <a:pt x="1130" y="217"/>
                  </a:cubicBezTo>
                  <a:cubicBezTo>
                    <a:pt x="997" y="67"/>
                    <a:pt x="824" y="1"/>
                    <a:pt x="654" y="1"/>
                  </a:cubicBezTo>
                  <a:close/>
                </a:path>
              </a:pathLst>
            </a:custGeom>
            <a:solidFill>
              <a:srgbClr val="AAB8C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577" name="Google Shape;12577;p43"/>
            <p:cNvSpPr/>
            <p:nvPr/>
          </p:nvSpPr>
          <p:spPr>
            <a:xfrm>
              <a:off x="1607891" y="2029571"/>
              <a:ext cx="29674" cy="33980"/>
            </a:xfrm>
            <a:custGeom>
              <a:rect b="b" l="l" r="r" t="t"/>
              <a:pathLst>
                <a:path extrusionOk="0" h="1294" w="1130">
                  <a:moveTo>
                    <a:pt x="650" y="1"/>
                  </a:moveTo>
                  <a:cubicBezTo>
                    <a:pt x="319" y="1"/>
                    <a:pt x="1" y="255"/>
                    <a:pt x="1" y="647"/>
                  </a:cubicBezTo>
                  <a:cubicBezTo>
                    <a:pt x="1" y="1040"/>
                    <a:pt x="319" y="1294"/>
                    <a:pt x="650" y="1294"/>
                  </a:cubicBezTo>
                  <a:cubicBezTo>
                    <a:pt x="820" y="1294"/>
                    <a:pt x="994" y="1227"/>
                    <a:pt x="1130" y="1078"/>
                  </a:cubicBezTo>
                  <a:cubicBezTo>
                    <a:pt x="1025" y="963"/>
                    <a:pt x="967" y="810"/>
                    <a:pt x="967" y="647"/>
                  </a:cubicBezTo>
                  <a:cubicBezTo>
                    <a:pt x="967" y="485"/>
                    <a:pt x="1025" y="331"/>
                    <a:pt x="1130" y="217"/>
                  </a:cubicBezTo>
                  <a:cubicBezTo>
                    <a:pt x="994" y="67"/>
                    <a:pt x="820" y="1"/>
                    <a:pt x="650" y="1"/>
                  </a:cubicBezTo>
                  <a:close/>
                </a:path>
              </a:pathLst>
            </a:custGeom>
            <a:solidFill>
              <a:srgbClr val="AAB8C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578" name="Google Shape;12578;p43"/>
            <p:cNvSpPr/>
            <p:nvPr/>
          </p:nvSpPr>
          <p:spPr>
            <a:xfrm>
              <a:off x="1462384" y="1990286"/>
              <a:ext cx="37473" cy="49763"/>
            </a:xfrm>
            <a:custGeom>
              <a:rect b="b" l="l" r="r" t="t"/>
              <a:pathLst>
                <a:path extrusionOk="0" h="1895" w="1427">
                  <a:moveTo>
                    <a:pt x="948" y="1"/>
                  </a:moveTo>
                  <a:cubicBezTo>
                    <a:pt x="454" y="1"/>
                    <a:pt x="0" y="397"/>
                    <a:pt x="0" y="947"/>
                  </a:cubicBezTo>
                  <a:cubicBezTo>
                    <a:pt x="0" y="1502"/>
                    <a:pt x="451" y="1895"/>
                    <a:pt x="944" y="1895"/>
                  </a:cubicBezTo>
                  <a:cubicBezTo>
                    <a:pt x="1105" y="1895"/>
                    <a:pt x="1271" y="1853"/>
                    <a:pt x="1426" y="1760"/>
                  </a:cubicBezTo>
                  <a:cubicBezTo>
                    <a:pt x="1139" y="1588"/>
                    <a:pt x="967" y="1282"/>
                    <a:pt x="967" y="947"/>
                  </a:cubicBezTo>
                  <a:cubicBezTo>
                    <a:pt x="967" y="612"/>
                    <a:pt x="1139" y="306"/>
                    <a:pt x="1426" y="134"/>
                  </a:cubicBezTo>
                  <a:cubicBezTo>
                    <a:pt x="1272" y="42"/>
                    <a:pt x="1108" y="1"/>
                    <a:pt x="948" y="1"/>
                  </a:cubicBezTo>
                  <a:close/>
                </a:path>
              </a:pathLst>
            </a:custGeom>
            <a:solidFill>
              <a:srgbClr val="AAB8C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579" name="Google Shape;12579;p43"/>
            <p:cNvSpPr/>
            <p:nvPr/>
          </p:nvSpPr>
          <p:spPr>
            <a:xfrm>
              <a:off x="1277409" y="2161921"/>
              <a:ext cx="145796" cy="25393"/>
            </a:xfrm>
            <a:custGeom>
              <a:rect b="b" l="l" r="r" t="t"/>
              <a:pathLst>
                <a:path extrusionOk="0" h="967" w="5552">
                  <a:moveTo>
                    <a:pt x="403" y="0"/>
                  </a:moveTo>
                  <a:cubicBezTo>
                    <a:pt x="182" y="0"/>
                    <a:pt x="1" y="182"/>
                    <a:pt x="1" y="402"/>
                  </a:cubicBezTo>
                  <a:lnTo>
                    <a:pt x="1" y="565"/>
                  </a:lnTo>
                  <a:cubicBezTo>
                    <a:pt x="1" y="785"/>
                    <a:pt x="182" y="967"/>
                    <a:pt x="403" y="967"/>
                  </a:cubicBezTo>
                  <a:lnTo>
                    <a:pt x="5149" y="967"/>
                  </a:lnTo>
                  <a:cubicBezTo>
                    <a:pt x="5370" y="967"/>
                    <a:pt x="5551" y="785"/>
                    <a:pt x="5551" y="565"/>
                  </a:cubicBezTo>
                  <a:lnTo>
                    <a:pt x="5551" y="402"/>
                  </a:lnTo>
                  <a:cubicBezTo>
                    <a:pt x="5551" y="182"/>
                    <a:pt x="5370" y="0"/>
                    <a:pt x="5149" y="0"/>
                  </a:cubicBezTo>
                  <a:close/>
                </a:path>
              </a:pathLst>
            </a:custGeom>
            <a:solidFill>
              <a:srgbClr val="AAB8C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580" name="Google Shape;12580;p43"/>
            <p:cNvSpPr/>
            <p:nvPr/>
          </p:nvSpPr>
          <p:spPr>
            <a:xfrm>
              <a:off x="1277409" y="2166175"/>
              <a:ext cx="145796" cy="21139"/>
            </a:xfrm>
            <a:custGeom>
              <a:rect b="b" l="l" r="r" t="t"/>
              <a:pathLst>
                <a:path extrusionOk="0" h="805" w="5552">
                  <a:moveTo>
                    <a:pt x="77" y="1"/>
                  </a:moveTo>
                  <a:cubicBezTo>
                    <a:pt x="29" y="68"/>
                    <a:pt x="1" y="154"/>
                    <a:pt x="1" y="240"/>
                  </a:cubicBezTo>
                  <a:lnTo>
                    <a:pt x="1" y="393"/>
                  </a:lnTo>
                  <a:cubicBezTo>
                    <a:pt x="1" y="623"/>
                    <a:pt x="182" y="805"/>
                    <a:pt x="403" y="805"/>
                  </a:cubicBezTo>
                  <a:lnTo>
                    <a:pt x="5149" y="805"/>
                  </a:lnTo>
                  <a:cubicBezTo>
                    <a:pt x="5370" y="805"/>
                    <a:pt x="5551" y="623"/>
                    <a:pt x="5551" y="393"/>
                  </a:cubicBezTo>
                  <a:lnTo>
                    <a:pt x="5551" y="240"/>
                  </a:lnTo>
                  <a:cubicBezTo>
                    <a:pt x="5551" y="154"/>
                    <a:pt x="5523" y="68"/>
                    <a:pt x="5475" y="1"/>
                  </a:cubicBezTo>
                  <a:cubicBezTo>
                    <a:pt x="5398" y="96"/>
                    <a:pt x="5274" y="163"/>
                    <a:pt x="5149" y="163"/>
                  </a:cubicBezTo>
                  <a:lnTo>
                    <a:pt x="403" y="163"/>
                  </a:lnTo>
                  <a:cubicBezTo>
                    <a:pt x="278" y="163"/>
                    <a:pt x="154" y="96"/>
                    <a:pt x="77" y="1"/>
                  </a:cubicBezTo>
                  <a:close/>
                </a:path>
              </a:pathLst>
            </a:custGeom>
            <a:solidFill>
              <a:srgbClr val="98A6B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2581" name="Google Shape;12581;p43"/>
          <p:cNvGrpSpPr/>
          <p:nvPr/>
        </p:nvGrpSpPr>
        <p:grpSpPr>
          <a:xfrm>
            <a:off x="2215075" y="2280419"/>
            <a:ext cx="380008" cy="351649"/>
            <a:chOff x="2215075" y="2432819"/>
            <a:chExt cx="380008" cy="351649"/>
          </a:xfrm>
        </p:grpSpPr>
        <p:sp>
          <p:nvSpPr>
            <p:cNvPr id="12582" name="Google Shape;12582;p43"/>
            <p:cNvSpPr/>
            <p:nvPr/>
          </p:nvSpPr>
          <p:spPr>
            <a:xfrm>
              <a:off x="2339311" y="2615536"/>
              <a:ext cx="124499" cy="104725"/>
            </a:xfrm>
            <a:custGeom>
              <a:rect b="b" l="l" r="r" t="t"/>
              <a:pathLst>
                <a:path extrusionOk="0" h="3988" w="4741">
                  <a:moveTo>
                    <a:pt x="2371" y="0"/>
                  </a:moveTo>
                  <a:cubicBezTo>
                    <a:pt x="2246" y="0"/>
                    <a:pt x="2141" y="96"/>
                    <a:pt x="2141" y="230"/>
                  </a:cubicBezTo>
                  <a:lnTo>
                    <a:pt x="2141" y="2441"/>
                  </a:lnTo>
                  <a:lnTo>
                    <a:pt x="227" y="3551"/>
                  </a:lnTo>
                  <a:cubicBezTo>
                    <a:pt x="1" y="3680"/>
                    <a:pt x="129" y="3987"/>
                    <a:pt x="336" y="3987"/>
                  </a:cubicBezTo>
                  <a:cubicBezTo>
                    <a:pt x="374" y="3987"/>
                    <a:pt x="415" y="3977"/>
                    <a:pt x="457" y="3953"/>
                  </a:cubicBezTo>
                  <a:lnTo>
                    <a:pt x="2371" y="2843"/>
                  </a:lnTo>
                  <a:lnTo>
                    <a:pt x="4285" y="3953"/>
                  </a:lnTo>
                  <a:cubicBezTo>
                    <a:pt x="4326" y="3977"/>
                    <a:pt x="4367" y="3987"/>
                    <a:pt x="4405" y="3987"/>
                  </a:cubicBezTo>
                  <a:cubicBezTo>
                    <a:pt x="4612" y="3987"/>
                    <a:pt x="4741" y="3680"/>
                    <a:pt x="4514" y="3551"/>
                  </a:cubicBezTo>
                  <a:lnTo>
                    <a:pt x="2600" y="2441"/>
                  </a:lnTo>
                  <a:lnTo>
                    <a:pt x="2600" y="230"/>
                  </a:lnTo>
                  <a:cubicBezTo>
                    <a:pt x="2600" y="96"/>
                    <a:pt x="2495" y="0"/>
                    <a:pt x="2371" y="0"/>
                  </a:cubicBezTo>
                  <a:close/>
                </a:path>
              </a:pathLst>
            </a:custGeom>
            <a:solidFill>
              <a:srgbClr val="E2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583" name="Google Shape;12583;p43"/>
            <p:cNvSpPr/>
            <p:nvPr/>
          </p:nvSpPr>
          <p:spPr>
            <a:xfrm>
              <a:off x="2472659" y="2719841"/>
              <a:ext cx="122424" cy="64626"/>
            </a:xfrm>
            <a:custGeom>
              <a:rect b="b" l="l" r="r" t="t"/>
              <a:pathLst>
                <a:path extrusionOk="0" h="2461" w="4662">
                  <a:moveTo>
                    <a:pt x="1772" y="0"/>
                  </a:moveTo>
                  <a:lnTo>
                    <a:pt x="709" y="431"/>
                  </a:lnTo>
                  <a:cubicBezTo>
                    <a:pt x="613" y="469"/>
                    <a:pt x="508" y="526"/>
                    <a:pt x="422" y="593"/>
                  </a:cubicBezTo>
                  <a:lnTo>
                    <a:pt x="403" y="613"/>
                  </a:lnTo>
                  <a:lnTo>
                    <a:pt x="384" y="632"/>
                  </a:lnTo>
                  <a:lnTo>
                    <a:pt x="374" y="641"/>
                  </a:lnTo>
                  <a:lnTo>
                    <a:pt x="346" y="660"/>
                  </a:lnTo>
                  <a:cubicBezTo>
                    <a:pt x="154" y="852"/>
                    <a:pt x="39" y="1101"/>
                    <a:pt x="1" y="1359"/>
                  </a:cubicBezTo>
                  <a:lnTo>
                    <a:pt x="1" y="1407"/>
                  </a:lnTo>
                  <a:lnTo>
                    <a:pt x="1" y="1426"/>
                  </a:lnTo>
                  <a:lnTo>
                    <a:pt x="1" y="1455"/>
                  </a:lnTo>
                  <a:lnTo>
                    <a:pt x="1" y="1483"/>
                  </a:lnTo>
                  <a:lnTo>
                    <a:pt x="1" y="1493"/>
                  </a:lnTo>
                  <a:lnTo>
                    <a:pt x="1" y="1550"/>
                  </a:lnTo>
                  <a:lnTo>
                    <a:pt x="1" y="1713"/>
                  </a:lnTo>
                  <a:lnTo>
                    <a:pt x="1" y="2239"/>
                  </a:lnTo>
                  <a:cubicBezTo>
                    <a:pt x="10" y="2367"/>
                    <a:pt x="115" y="2460"/>
                    <a:pt x="241" y="2460"/>
                  </a:cubicBezTo>
                  <a:cubicBezTo>
                    <a:pt x="247" y="2460"/>
                    <a:pt x="253" y="2460"/>
                    <a:pt x="259" y="2460"/>
                  </a:cubicBezTo>
                  <a:lnTo>
                    <a:pt x="4403" y="2460"/>
                  </a:lnTo>
                  <a:cubicBezTo>
                    <a:pt x="4410" y="2460"/>
                    <a:pt x="4416" y="2460"/>
                    <a:pt x="4422" y="2460"/>
                  </a:cubicBezTo>
                  <a:cubicBezTo>
                    <a:pt x="4548" y="2460"/>
                    <a:pt x="4653" y="2367"/>
                    <a:pt x="4662" y="2239"/>
                  </a:cubicBezTo>
                  <a:lnTo>
                    <a:pt x="4662" y="1723"/>
                  </a:lnTo>
                  <a:lnTo>
                    <a:pt x="4662" y="1550"/>
                  </a:lnTo>
                  <a:lnTo>
                    <a:pt x="4623" y="1550"/>
                  </a:lnTo>
                  <a:lnTo>
                    <a:pt x="4623" y="1493"/>
                  </a:lnTo>
                  <a:lnTo>
                    <a:pt x="4623" y="1483"/>
                  </a:lnTo>
                  <a:lnTo>
                    <a:pt x="4623" y="1455"/>
                  </a:lnTo>
                  <a:lnTo>
                    <a:pt x="4623" y="1426"/>
                  </a:lnTo>
                  <a:lnTo>
                    <a:pt x="4623" y="1407"/>
                  </a:lnTo>
                  <a:lnTo>
                    <a:pt x="4623" y="1359"/>
                  </a:lnTo>
                  <a:cubicBezTo>
                    <a:pt x="4585" y="1101"/>
                    <a:pt x="4470" y="852"/>
                    <a:pt x="4279" y="660"/>
                  </a:cubicBezTo>
                  <a:lnTo>
                    <a:pt x="4250" y="641"/>
                  </a:lnTo>
                  <a:lnTo>
                    <a:pt x="4241" y="632"/>
                  </a:lnTo>
                  <a:lnTo>
                    <a:pt x="4221" y="613"/>
                  </a:lnTo>
                  <a:lnTo>
                    <a:pt x="4193" y="593"/>
                  </a:lnTo>
                  <a:cubicBezTo>
                    <a:pt x="4116" y="526"/>
                    <a:pt x="4011" y="469"/>
                    <a:pt x="3906" y="431"/>
                  </a:cubicBezTo>
                  <a:lnTo>
                    <a:pt x="2853" y="0"/>
                  </a:lnTo>
                  <a:lnTo>
                    <a:pt x="2585" y="278"/>
                  </a:lnTo>
                  <a:lnTo>
                    <a:pt x="2307" y="546"/>
                  </a:lnTo>
                  <a:lnTo>
                    <a:pt x="2039" y="278"/>
                  </a:lnTo>
                  <a:lnTo>
                    <a:pt x="1772" y="0"/>
                  </a:lnTo>
                  <a:close/>
                </a:path>
              </a:pathLst>
            </a:custGeom>
            <a:solidFill>
              <a:srgbClr val="7F91A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584" name="Google Shape;12584;p43"/>
            <p:cNvSpPr/>
            <p:nvPr/>
          </p:nvSpPr>
          <p:spPr>
            <a:xfrm>
              <a:off x="2471162" y="2720078"/>
              <a:ext cx="50052" cy="64390"/>
            </a:xfrm>
            <a:custGeom>
              <a:rect b="b" l="l" r="r" t="t"/>
              <a:pathLst>
                <a:path extrusionOk="0" h="2452" w="1906">
                  <a:moveTo>
                    <a:pt x="1809" y="1"/>
                  </a:moveTo>
                  <a:lnTo>
                    <a:pt x="757" y="412"/>
                  </a:lnTo>
                  <a:cubicBezTo>
                    <a:pt x="297" y="594"/>
                    <a:pt x="1" y="1044"/>
                    <a:pt x="20" y="1541"/>
                  </a:cubicBezTo>
                  <a:lnTo>
                    <a:pt x="20" y="2230"/>
                  </a:lnTo>
                  <a:cubicBezTo>
                    <a:pt x="29" y="2358"/>
                    <a:pt x="134" y="2451"/>
                    <a:pt x="260" y="2451"/>
                  </a:cubicBezTo>
                  <a:cubicBezTo>
                    <a:pt x="266" y="2451"/>
                    <a:pt x="272" y="2451"/>
                    <a:pt x="278" y="2451"/>
                  </a:cubicBezTo>
                  <a:lnTo>
                    <a:pt x="336" y="2451"/>
                  </a:lnTo>
                  <a:lnTo>
                    <a:pt x="336" y="1541"/>
                  </a:lnTo>
                  <a:cubicBezTo>
                    <a:pt x="316" y="1053"/>
                    <a:pt x="604" y="594"/>
                    <a:pt x="1063" y="412"/>
                  </a:cubicBezTo>
                  <a:lnTo>
                    <a:pt x="1905" y="87"/>
                  </a:lnTo>
                  <a:lnTo>
                    <a:pt x="1809" y="1"/>
                  </a:lnTo>
                  <a:close/>
                </a:path>
              </a:pathLst>
            </a:custGeom>
            <a:solidFill>
              <a:srgbClr val="61778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585" name="Google Shape;12585;p43"/>
            <p:cNvSpPr/>
            <p:nvPr/>
          </p:nvSpPr>
          <p:spPr>
            <a:xfrm>
              <a:off x="2494035" y="2618294"/>
              <a:ext cx="77178" cy="54805"/>
            </a:xfrm>
            <a:custGeom>
              <a:rect b="b" l="l" r="r" t="t"/>
              <a:pathLst>
                <a:path extrusionOk="0" h="2087" w="2939">
                  <a:moveTo>
                    <a:pt x="2594" y="1800"/>
                  </a:moveTo>
                  <a:lnTo>
                    <a:pt x="2584" y="1809"/>
                  </a:lnTo>
                  <a:lnTo>
                    <a:pt x="2556" y="1829"/>
                  </a:lnTo>
                  <a:lnTo>
                    <a:pt x="2594" y="1800"/>
                  </a:lnTo>
                  <a:close/>
                  <a:moveTo>
                    <a:pt x="1417" y="1"/>
                  </a:moveTo>
                  <a:cubicBezTo>
                    <a:pt x="632" y="1"/>
                    <a:pt x="0" y="632"/>
                    <a:pt x="0" y="1417"/>
                  </a:cubicBezTo>
                  <a:lnTo>
                    <a:pt x="0" y="2087"/>
                  </a:lnTo>
                  <a:cubicBezTo>
                    <a:pt x="0" y="2087"/>
                    <a:pt x="316" y="2049"/>
                    <a:pt x="355" y="1896"/>
                  </a:cubicBezTo>
                  <a:cubicBezTo>
                    <a:pt x="374" y="1876"/>
                    <a:pt x="383" y="1867"/>
                    <a:pt x="393" y="1848"/>
                  </a:cubicBezTo>
                  <a:cubicBezTo>
                    <a:pt x="575" y="1848"/>
                    <a:pt x="1426" y="1829"/>
                    <a:pt x="1915" y="1245"/>
                  </a:cubicBezTo>
                  <a:cubicBezTo>
                    <a:pt x="2020" y="1532"/>
                    <a:pt x="2249" y="1762"/>
                    <a:pt x="2546" y="1848"/>
                  </a:cubicBezTo>
                  <a:cubicBezTo>
                    <a:pt x="2556" y="1867"/>
                    <a:pt x="2565" y="1886"/>
                    <a:pt x="2584" y="1896"/>
                  </a:cubicBezTo>
                  <a:cubicBezTo>
                    <a:pt x="2623" y="2058"/>
                    <a:pt x="2939" y="2087"/>
                    <a:pt x="2939" y="2087"/>
                  </a:cubicBezTo>
                  <a:lnTo>
                    <a:pt x="2939" y="1417"/>
                  </a:lnTo>
                  <a:cubicBezTo>
                    <a:pt x="2939" y="642"/>
                    <a:pt x="2316" y="10"/>
                    <a:pt x="1532" y="1"/>
                  </a:cubicBezTo>
                  <a:close/>
                </a:path>
              </a:pathLst>
            </a:custGeom>
            <a:solidFill>
              <a:srgbClr val="657A8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586" name="Google Shape;12586;p43"/>
            <p:cNvSpPr/>
            <p:nvPr/>
          </p:nvSpPr>
          <p:spPr>
            <a:xfrm>
              <a:off x="2494035" y="2618294"/>
              <a:ext cx="41990" cy="54805"/>
            </a:xfrm>
            <a:custGeom>
              <a:rect b="b" l="l" r="r" t="t"/>
              <a:pathLst>
                <a:path extrusionOk="0" h="2087" w="1599">
                  <a:moveTo>
                    <a:pt x="1417" y="1"/>
                  </a:moveTo>
                  <a:cubicBezTo>
                    <a:pt x="642" y="1"/>
                    <a:pt x="0" y="632"/>
                    <a:pt x="0" y="1417"/>
                  </a:cubicBezTo>
                  <a:lnTo>
                    <a:pt x="0" y="2087"/>
                  </a:lnTo>
                  <a:cubicBezTo>
                    <a:pt x="87" y="2077"/>
                    <a:pt x="173" y="2049"/>
                    <a:pt x="249" y="2010"/>
                  </a:cubicBezTo>
                  <a:lnTo>
                    <a:pt x="249" y="1781"/>
                  </a:lnTo>
                  <a:lnTo>
                    <a:pt x="249" y="1417"/>
                  </a:lnTo>
                  <a:cubicBezTo>
                    <a:pt x="249" y="661"/>
                    <a:pt x="843" y="39"/>
                    <a:pt x="1599" y="1"/>
                  </a:cubicBezTo>
                  <a:close/>
                </a:path>
              </a:pathLst>
            </a:custGeom>
            <a:solidFill>
              <a:srgbClr val="657A8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587" name="Google Shape;12587;p43"/>
            <p:cNvSpPr/>
            <p:nvPr/>
          </p:nvSpPr>
          <p:spPr>
            <a:xfrm>
              <a:off x="2560893" y="2667321"/>
              <a:ext cx="16859" cy="22794"/>
            </a:xfrm>
            <a:custGeom>
              <a:rect b="b" l="l" r="r" t="t"/>
              <a:pathLst>
                <a:path extrusionOk="0" h="868" w="642">
                  <a:moveTo>
                    <a:pt x="174" y="0"/>
                  </a:moveTo>
                  <a:cubicBezTo>
                    <a:pt x="81" y="0"/>
                    <a:pt x="0" y="78"/>
                    <a:pt x="0" y="182"/>
                  </a:cubicBezTo>
                  <a:lnTo>
                    <a:pt x="0" y="689"/>
                  </a:lnTo>
                  <a:cubicBezTo>
                    <a:pt x="0" y="796"/>
                    <a:pt x="85" y="867"/>
                    <a:pt x="181" y="867"/>
                  </a:cubicBezTo>
                  <a:cubicBezTo>
                    <a:pt x="197" y="867"/>
                    <a:pt x="214" y="865"/>
                    <a:pt x="230" y="861"/>
                  </a:cubicBezTo>
                  <a:cubicBezTo>
                    <a:pt x="268" y="852"/>
                    <a:pt x="297" y="832"/>
                    <a:pt x="335" y="813"/>
                  </a:cubicBezTo>
                  <a:cubicBezTo>
                    <a:pt x="364" y="785"/>
                    <a:pt x="393" y="756"/>
                    <a:pt x="431" y="727"/>
                  </a:cubicBezTo>
                  <a:cubicBezTo>
                    <a:pt x="641" y="488"/>
                    <a:pt x="536" y="105"/>
                    <a:pt x="230" y="9"/>
                  </a:cubicBezTo>
                  <a:cubicBezTo>
                    <a:pt x="211" y="3"/>
                    <a:pt x="192" y="0"/>
                    <a:pt x="174" y="0"/>
                  </a:cubicBezTo>
                  <a:close/>
                </a:path>
              </a:pathLst>
            </a:custGeom>
            <a:solidFill>
              <a:srgbClr val="CBD3D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588" name="Google Shape;12588;p43"/>
            <p:cNvSpPr/>
            <p:nvPr/>
          </p:nvSpPr>
          <p:spPr>
            <a:xfrm>
              <a:off x="2487758" y="2667295"/>
              <a:ext cx="17095" cy="22899"/>
            </a:xfrm>
            <a:custGeom>
              <a:rect b="b" l="l" r="r" t="t"/>
              <a:pathLst>
                <a:path extrusionOk="0" h="872" w="651">
                  <a:moveTo>
                    <a:pt x="469" y="1"/>
                  </a:moveTo>
                  <a:cubicBezTo>
                    <a:pt x="450" y="1"/>
                    <a:pt x="431" y="4"/>
                    <a:pt x="412" y="10"/>
                  </a:cubicBezTo>
                  <a:cubicBezTo>
                    <a:pt x="0" y="144"/>
                    <a:pt x="0" y="728"/>
                    <a:pt x="412" y="862"/>
                  </a:cubicBezTo>
                  <a:cubicBezTo>
                    <a:pt x="432" y="868"/>
                    <a:pt x="452" y="871"/>
                    <a:pt x="471" y="871"/>
                  </a:cubicBezTo>
                  <a:cubicBezTo>
                    <a:pt x="571" y="871"/>
                    <a:pt x="651" y="794"/>
                    <a:pt x="651" y="690"/>
                  </a:cubicBezTo>
                  <a:lnTo>
                    <a:pt x="651" y="183"/>
                  </a:lnTo>
                  <a:cubicBezTo>
                    <a:pt x="651" y="125"/>
                    <a:pt x="622" y="68"/>
                    <a:pt x="574" y="39"/>
                  </a:cubicBezTo>
                  <a:cubicBezTo>
                    <a:pt x="543" y="14"/>
                    <a:pt x="506" y="1"/>
                    <a:pt x="469" y="1"/>
                  </a:cubicBezTo>
                  <a:close/>
                </a:path>
              </a:pathLst>
            </a:custGeom>
            <a:solidFill>
              <a:srgbClr val="B7C2C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589" name="Google Shape;12589;p43"/>
            <p:cNvSpPr/>
            <p:nvPr/>
          </p:nvSpPr>
          <p:spPr>
            <a:xfrm>
              <a:off x="2518666" y="2707184"/>
              <a:ext cx="28413" cy="32536"/>
            </a:xfrm>
            <a:custGeom>
              <a:rect b="b" l="l" r="r" t="t"/>
              <a:pathLst>
                <a:path extrusionOk="0" h="1239" w="1082">
                  <a:moveTo>
                    <a:pt x="188" y="1"/>
                  </a:moveTo>
                  <a:cubicBezTo>
                    <a:pt x="87" y="1"/>
                    <a:pt x="0" y="80"/>
                    <a:pt x="0" y="176"/>
                  </a:cubicBezTo>
                  <a:lnTo>
                    <a:pt x="0" y="702"/>
                  </a:lnTo>
                  <a:cubicBezTo>
                    <a:pt x="0" y="750"/>
                    <a:pt x="20" y="798"/>
                    <a:pt x="58" y="836"/>
                  </a:cubicBezTo>
                  <a:lnTo>
                    <a:pt x="412" y="1190"/>
                  </a:lnTo>
                  <a:cubicBezTo>
                    <a:pt x="441" y="1219"/>
                    <a:pt x="488" y="1238"/>
                    <a:pt x="536" y="1238"/>
                  </a:cubicBezTo>
                  <a:cubicBezTo>
                    <a:pt x="575" y="1238"/>
                    <a:pt x="622" y="1219"/>
                    <a:pt x="661" y="1181"/>
                  </a:cubicBezTo>
                  <a:lnTo>
                    <a:pt x="1024" y="798"/>
                  </a:lnTo>
                  <a:cubicBezTo>
                    <a:pt x="1063" y="769"/>
                    <a:pt x="1072" y="721"/>
                    <a:pt x="1082" y="683"/>
                  </a:cubicBezTo>
                  <a:lnTo>
                    <a:pt x="1082" y="185"/>
                  </a:lnTo>
                  <a:cubicBezTo>
                    <a:pt x="1082" y="137"/>
                    <a:pt x="1063" y="90"/>
                    <a:pt x="1024" y="61"/>
                  </a:cubicBezTo>
                  <a:cubicBezTo>
                    <a:pt x="996" y="23"/>
                    <a:pt x="948" y="4"/>
                    <a:pt x="900" y="4"/>
                  </a:cubicBezTo>
                  <a:lnTo>
                    <a:pt x="862" y="4"/>
                  </a:lnTo>
                  <a:cubicBezTo>
                    <a:pt x="785" y="23"/>
                    <a:pt x="718" y="32"/>
                    <a:pt x="651" y="32"/>
                  </a:cubicBezTo>
                  <a:lnTo>
                    <a:pt x="431" y="32"/>
                  </a:lnTo>
                  <a:cubicBezTo>
                    <a:pt x="364" y="32"/>
                    <a:pt x="287" y="23"/>
                    <a:pt x="220" y="4"/>
                  </a:cubicBezTo>
                  <a:cubicBezTo>
                    <a:pt x="210" y="2"/>
                    <a:pt x="199" y="1"/>
                    <a:pt x="188" y="1"/>
                  </a:cubicBezTo>
                  <a:close/>
                </a:path>
              </a:pathLst>
            </a:custGeom>
            <a:solidFill>
              <a:srgbClr val="CBD3D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590" name="Google Shape;12590;p43"/>
            <p:cNvSpPr/>
            <p:nvPr/>
          </p:nvSpPr>
          <p:spPr>
            <a:xfrm>
              <a:off x="2518404" y="2707446"/>
              <a:ext cx="17384" cy="32510"/>
            </a:xfrm>
            <a:custGeom>
              <a:rect b="b" l="l" r="r" t="t"/>
              <a:pathLst>
                <a:path extrusionOk="0" h="1238" w="662">
                  <a:moveTo>
                    <a:pt x="182" y="0"/>
                  </a:moveTo>
                  <a:cubicBezTo>
                    <a:pt x="89" y="0"/>
                    <a:pt x="10" y="80"/>
                    <a:pt x="10" y="175"/>
                  </a:cubicBezTo>
                  <a:lnTo>
                    <a:pt x="10" y="702"/>
                  </a:lnTo>
                  <a:cubicBezTo>
                    <a:pt x="1" y="750"/>
                    <a:pt x="20" y="797"/>
                    <a:pt x="58" y="836"/>
                  </a:cubicBezTo>
                  <a:lnTo>
                    <a:pt x="422" y="1180"/>
                  </a:lnTo>
                  <a:cubicBezTo>
                    <a:pt x="451" y="1218"/>
                    <a:pt x="498" y="1238"/>
                    <a:pt x="537" y="1238"/>
                  </a:cubicBezTo>
                  <a:cubicBezTo>
                    <a:pt x="585" y="1238"/>
                    <a:pt x="632" y="1209"/>
                    <a:pt x="661" y="1180"/>
                  </a:cubicBezTo>
                  <a:cubicBezTo>
                    <a:pt x="632" y="1171"/>
                    <a:pt x="604" y="1152"/>
                    <a:pt x="585" y="1132"/>
                  </a:cubicBezTo>
                  <a:lnTo>
                    <a:pt x="221" y="778"/>
                  </a:lnTo>
                  <a:cubicBezTo>
                    <a:pt x="183" y="740"/>
                    <a:pt x="163" y="692"/>
                    <a:pt x="163" y="644"/>
                  </a:cubicBezTo>
                  <a:lnTo>
                    <a:pt x="163" y="118"/>
                  </a:lnTo>
                  <a:cubicBezTo>
                    <a:pt x="173" y="80"/>
                    <a:pt x="183" y="32"/>
                    <a:pt x="211" y="3"/>
                  </a:cubicBezTo>
                  <a:cubicBezTo>
                    <a:pt x="201" y="1"/>
                    <a:pt x="192" y="0"/>
                    <a:pt x="182" y="0"/>
                  </a:cubicBezTo>
                  <a:close/>
                </a:path>
              </a:pathLst>
            </a:custGeom>
            <a:solidFill>
              <a:srgbClr val="B7C2C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591" name="Google Shape;12591;p43"/>
            <p:cNvSpPr/>
            <p:nvPr/>
          </p:nvSpPr>
          <p:spPr>
            <a:xfrm>
              <a:off x="2502333" y="2650357"/>
              <a:ext cx="60844" cy="65230"/>
            </a:xfrm>
            <a:custGeom>
              <a:rect b="b" l="l" r="r" t="t"/>
              <a:pathLst>
                <a:path extrusionOk="0" h="2484" w="2317">
                  <a:moveTo>
                    <a:pt x="1594" y="0"/>
                  </a:moveTo>
                  <a:cubicBezTo>
                    <a:pt x="1582" y="0"/>
                    <a:pt x="1570" y="5"/>
                    <a:pt x="1560" y="14"/>
                  </a:cubicBezTo>
                  <a:cubicBezTo>
                    <a:pt x="1311" y="206"/>
                    <a:pt x="1024" y="340"/>
                    <a:pt x="728" y="426"/>
                  </a:cubicBezTo>
                  <a:cubicBezTo>
                    <a:pt x="632" y="454"/>
                    <a:pt x="536" y="474"/>
                    <a:pt x="441" y="493"/>
                  </a:cubicBezTo>
                  <a:cubicBezTo>
                    <a:pt x="354" y="512"/>
                    <a:pt x="259" y="521"/>
                    <a:pt x="163" y="531"/>
                  </a:cubicBezTo>
                  <a:cubicBezTo>
                    <a:pt x="77" y="531"/>
                    <a:pt x="0" y="617"/>
                    <a:pt x="0" y="703"/>
                  </a:cubicBezTo>
                  <a:lnTo>
                    <a:pt x="0" y="1431"/>
                  </a:lnTo>
                  <a:cubicBezTo>
                    <a:pt x="0" y="2014"/>
                    <a:pt x="469" y="2483"/>
                    <a:pt x="1053" y="2483"/>
                  </a:cubicBezTo>
                  <a:lnTo>
                    <a:pt x="1264" y="2483"/>
                  </a:lnTo>
                  <a:cubicBezTo>
                    <a:pt x="1847" y="2483"/>
                    <a:pt x="2316" y="2014"/>
                    <a:pt x="2316" y="1431"/>
                  </a:cubicBezTo>
                  <a:lnTo>
                    <a:pt x="2316" y="675"/>
                  </a:lnTo>
                  <a:cubicBezTo>
                    <a:pt x="2316" y="608"/>
                    <a:pt x="2278" y="541"/>
                    <a:pt x="2201" y="512"/>
                  </a:cubicBezTo>
                  <a:cubicBezTo>
                    <a:pt x="2182" y="502"/>
                    <a:pt x="2163" y="493"/>
                    <a:pt x="2144" y="483"/>
                  </a:cubicBezTo>
                  <a:cubicBezTo>
                    <a:pt x="1933" y="407"/>
                    <a:pt x="1771" y="253"/>
                    <a:pt x="1666" y="52"/>
                  </a:cubicBezTo>
                  <a:lnTo>
                    <a:pt x="1656" y="43"/>
                  </a:lnTo>
                  <a:cubicBezTo>
                    <a:pt x="1643" y="17"/>
                    <a:pt x="1618" y="0"/>
                    <a:pt x="1594" y="0"/>
                  </a:cubicBezTo>
                  <a:close/>
                </a:path>
              </a:pathLst>
            </a:custGeom>
            <a:solidFill>
              <a:srgbClr val="CBD3D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592" name="Google Shape;12592;p43"/>
            <p:cNvSpPr/>
            <p:nvPr/>
          </p:nvSpPr>
          <p:spPr>
            <a:xfrm>
              <a:off x="2502569" y="2650331"/>
              <a:ext cx="44012" cy="65256"/>
            </a:xfrm>
            <a:custGeom>
              <a:rect b="b" l="l" r="r" t="t"/>
              <a:pathLst>
                <a:path extrusionOk="0" h="2485" w="1676">
                  <a:moveTo>
                    <a:pt x="1596" y="1"/>
                  </a:moveTo>
                  <a:cubicBezTo>
                    <a:pt x="1583" y="1"/>
                    <a:pt x="1571" y="5"/>
                    <a:pt x="1561" y="15"/>
                  </a:cubicBezTo>
                  <a:cubicBezTo>
                    <a:pt x="1312" y="207"/>
                    <a:pt x="1025" y="341"/>
                    <a:pt x="719" y="427"/>
                  </a:cubicBezTo>
                  <a:cubicBezTo>
                    <a:pt x="633" y="455"/>
                    <a:pt x="537" y="475"/>
                    <a:pt x="441" y="494"/>
                  </a:cubicBezTo>
                  <a:cubicBezTo>
                    <a:pt x="345" y="513"/>
                    <a:pt x="259" y="522"/>
                    <a:pt x="164" y="532"/>
                  </a:cubicBezTo>
                  <a:cubicBezTo>
                    <a:pt x="68" y="532"/>
                    <a:pt x="1" y="609"/>
                    <a:pt x="1" y="704"/>
                  </a:cubicBezTo>
                  <a:lnTo>
                    <a:pt x="1" y="1432"/>
                  </a:lnTo>
                  <a:cubicBezTo>
                    <a:pt x="1" y="2015"/>
                    <a:pt x="470" y="2484"/>
                    <a:pt x="1044" y="2484"/>
                  </a:cubicBezTo>
                  <a:lnTo>
                    <a:pt x="1264" y="2484"/>
                  </a:lnTo>
                  <a:cubicBezTo>
                    <a:pt x="680" y="2484"/>
                    <a:pt x="211" y="2015"/>
                    <a:pt x="211" y="1432"/>
                  </a:cubicBezTo>
                  <a:lnTo>
                    <a:pt x="211" y="704"/>
                  </a:lnTo>
                  <a:cubicBezTo>
                    <a:pt x="211" y="618"/>
                    <a:pt x="278" y="532"/>
                    <a:pt x="374" y="532"/>
                  </a:cubicBezTo>
                  <a:cubicBezTo>
                    <a:pt x="470" y="522"/>
                    <a:pt x="566" y="513"/>
                    <a:pt x="652" y="494"/>
                  </a:cubicBezTo>
                  <a:cubicBezTo>
                    <a:pt x="747" y="475"/>
                    <a:pt x="843" y="455"/>
                    <a:pt x="939" y="427"/>
                  </a:cubicBezTo>
                  <a:cubicBezTo>
                    <a:pt x="1197" y="350"/>
                    <a:pt x="1446" y="235"/>
                    <a:pt x="1676" y="82"/>
                  </a:cubicBezTo>
                  <a:lnTo>
                    <a:pt x="1666" y="53"/>
                  </a:lnTo>
                  <a:lnTo>
                    <a:pt x="1657" y="34"/>
                  </a:lnTo>
                  <a:cubicBezTo>
                    <a:pt x="1644" y="16"/>
                    <a:pt x="1619" y="1"/>
                    <a:pt x="1596" y="1"/>
                  </a:cubicBezTo>
                  <a:close/>
                </a:path>
              </a:pathLst>
            </a:custGeom>
            <a:solidFill>
              <a:srgbClr val="B7C2C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593" name="Google Shape;12593;p43"/>
            <p:cNvSpPr/>
            <p:nvPr/>
          </p:nvSpPr>
          <p:spPr>
            <a:xfrm>
              <a:off x="2345009" y="2534367"/>
              <a:ext cx="122162" cy="64363"/>
            </a:xfrm>
            <a:custGeom>
              <a:rect b="b" l="l" r="r" t="t"/>
              <a:pathLst>
                <a:path extrusionOk="0" h="2451" w="4652">
                  <a:moveTo>
                    <a:pt x="1771" y="0"/>
                  </a:moveTo>
                  <a:lnTo>
                    <a:pt x="708" y="421"/>
                  </a:lnTo>
                  <a:cubicBezTo>
                    <a:pt x="603" y="460"/>
                    <a:pt x="508" y="517"/>
                    <a:pt x="421" y="594"/>
                  </a:cubicBezTo>
                  <a:lnTo>
                    <a:pt x="402" y="613"/>
                  </a:lnTo>
                  <a:lnTo>
                    <a:pt x="383" y="622"/>
                  </a:lnTo>
                  <a:lnTo>
                    <a:pt x="374" y="632"/>
                  </a:lnTo>
                  <a:lnTo>
                    <a:pt x="345" y="661"/>
                  </a:lnTo>
                  <a:cubicBezTo>
                    <a:pt x="153" y="842"/>
                    <a:pt x="29" y="1091"/>
                    <a:pt x="0" y="1359"/>
                  </a:cubicBezTo>
                  <a:lnTo>
                    <a:pt x="0" y="1407"/>
                  </a:lnTo>
                  <a:lnTo>
                    <a:pt x="0" y="1417"/>
                  </a:lnTo>
                  <a:lnTo>
                    <a:pt x="0" y="1455"/>
                  </a:lnTo>
                  <a:lnTo>
                    <a:pt x="0" y="1484"/>
                  </a:lnTo>
                  <a:lnTo>
                    <a:pt x="0" y="1541"/>
                  </a:lnTo>
                  <a:lnTo>
                    <a:pt x="0" y="1713"/>
                  </a:lnTo>
                  <a:lnTo>
                    <a:pt x="0" y="2230"/>
                  </a:lnTo>
                  <a:cubicBezTo>
                    <a:pt x="0" y="2358"/>
                    <a:pt x="113" y="2451"/>
                    <a:pt x="240" y="2451"/>
                  </a:cubicBezTo>
                  <a:cubicBezTo>
                    <a:pt x="246" y="2451"/>
                    <a:pt x="253" y="2451"/>
                    <a:pt x="259" y="2450"/>
                  </a:cubicBezTo>
                  <a:lnTo>
                    <a:pt x="4403" y="2450"/>
                  </a:lnTo>
                  <a:cubicBezTo>
                    <a:pt x="4408" y="2451"/>
                    <a:pt x="4414" y="2451"/>
                    <a:pt x="4420" y="2451"/>
                  </a:cubicBezTo>
                  <a:cubicBezTo>
                    <a:pt x="4538" y="2451"/>
                    <a:pt x="4651" y="2358"/>
                    <a:pt x="4651" y="2230"/>
                  </a:cubicBezTo>
                  <a:lnTo>
                    <a:pt x="4651" y="1713"/>
                  </a:lnTo>
                  <a:lnTo>
                    <a:pt x="4651" y="1541"/>
                  </a:lnTo>
                  <a:lnTo>
                    <a:pt x="4613" y="1541"/>
                  </a:lnTo>
                  <a:lnTo>
                    <a:pt x="4613" y="1493"/>
                  </a:lnTo>
                  <a:lnTo>
                    <a:pt x="4613" y="1484"/>
                  </a:lnTo>
                  <a:lnTo>
                    <a:pt x="4613" y="1455"/>
                  </a:lnTo>
                  <a:lnTo>
                    <a:pt x="4613" y="1417"/>
                  </a:lnTo>
                  <a:lnTo>
                    <a:pt x="4613" y="1407"/>
                  </a:lnTo>
                  <a:lnTo>
                    <a:pt x="4613" y="1359"/>
                  </a:lnTo>
                  <a:cubicBezTo>
                    <a:pt x="4584" y="1091"/>
                    <a:pt x="4460" y="842"/>
                    <a:pt x="4269" y="661"/>
                  </a:cubicBezTo>
                  <a:lnTo>
                    <a:pt x="4249" y="632"/>
                  </a:lnTo>
                  <a:lnTo>
                    <a:pt x="4230" y="622"/>
                  </a:lnTo>
                  <a:lnTo>
                    <a:pt x="4221" y="613"/>
                  </a:lnTo>
                  <a:lnTo>
                    <a:pt x="4192" y="594"/>
                  </a:lnTo>
                  <a:cubicBezTo>
                    <a:pt x="4106" y="517"/>
                    <a:pt x="4010" y="460"/>
                    <a:pt x="3905" y="421"/>
                  </a:cubicBezTo>
                  <a:lnTo>
                    <a:pt x="2843" y="0"/>
                  </a:lnTo>
                  <a:lnTo>
                    <a:pt x="2584" y="278"/>
                  </a:lnTo>
                  <a:lnTo>
                    <a:pt x="2307" y="536"/>
                  </a:lnTo>
                  <a:lnTo>
                    <a:pt x="2039" y="278"/>
                  </a:lnTo>
                  <a:lnTo>
                    <a:pt x="1771" y="0"/>
                  </a:lnTo>
                  <a:close/>
                </a:path>
              </a:pathLst>
            </a:custGeom>
            <a:solidFill>
              <a:srgbClr val="7F91A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594" name="Google Shape;12594;p43"/>
            <p:cNvSpPr/>
            <p:nvPr/>
          </p:nvSpPr>
          <p:spPr>
            <a:xfrm>
              <a:off x="2343486" y="2534367"/>
              <a:ext cx="49789" cy="64416"/>
            </a:xfrm>
            <a:custGeom>
              <a:rect b="b" l="l" r="r" t="t"/>
              <a:pathLst>
                <a:path extrusionOk="0" h="2453" w="1896">
                  <a:moveTo>
                    <a:pt x="1810" y="0"/>
                  </a:moveTo>
                  <a:lnTo>
                    <a:pt x="747" y="412"/>
                  </a:lnTo>
                  <a:cubicBezTo>
                    <a:pt x="298" y="603"/>
                    <a:pt x="1" y="1053"/>
                    <a:pt x="20" y="1541"/>
                  </a:cubicBezTo>
                  <a:lnTo>
                    <a:pt x="20" y="2230"/>
                  </a:lnTo>
                  <a:cubicBezTo>
                    <a:pt x="29" y="2353"/>
                    <a:pt x="127" y="2452"/>
                    <a:pt x="247" y="2452"/>
                  </a:cubicBezTo>
                  <a:cubicBezTo>
                    <a:pt x="257" y="2452"/>
                    <a:pt x="268" y="2452"/>
                    <a:pt x="278" y="2450"/>
                  </a:cubicBezTo>
                  <a:lnTo>
                    <a:pt x="336" y="2450"/>
                  </a:lnTo>
                  <a:lnTo>
                    <a:pt x="336" y="1541"/>
                  </a:lnTo>
                  <a:cubicBezTo>
                    <a:pt x="317" y="1053"/>
                    <a:pt x="604" y="603"/>
                    <a:pt x="1063" y="412"/>
                  </a:cubicBezTo>
                  <a:lnTo>
                    <a:pt x="1896" y="86"/>
                  </a:lnTo>
                  <a:lnTo>
                    <a:pt x="1810" y="0"/>
                  </a:lnTo>
                  <a:close/>
                </a:path>
              </a:pathLst>
            </a:custGeom>
            <a:solidFill>
              <a:srgbClr val="61778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595" name="Google Shape;12595;p43"/>
            <p:cNvSpPr/>
            <p:nvPr/>
          </p:nvSpPr>
          <p:spPr>
            <a:xfrm>
              <a:off x="2366122" y="2432819"/>
              <a:ext cx="77414" cy="54831"/>
            </a:xfrm>
            <a:custGeom>
              <a:rect b="b" l="l" r="r" t="t"/>
              <a:pathLst>
                <a:path extrusionOk="0" h="2088" w="2948">
                  <a:moveTo>
                    <a:pt x="2603" y="1800"/>
                  </a:moveTo>
                  <a:lnTo>
                    <a:pt x="2594" y="1810"/>
                  </a:lnTo>
                  <a:lnTo>
                    <a:pt x="2594" y="1810"/>
                  </a:lnTo>
                  <a:lnTo>
                    <a:pt x="2594" y="1810"/>
                  </a:lnTo>
                  <a:lnTo>
                    <a:pt x="2565" y="1829"/>
                  </a:lnTo>
                  <a:lnTo>
                    <a:pt x="2565" y="1819"/>
                  </a:lnTo>
                  <a:lnTo>
                    <a:pt x="2603" y="1800"/>
                  </a:lnTo>
                  <a:close/>
                  <a:moveTo>
                    <a:pt x="1417" y="1"/>
                  </a:moveTo>
                  <a:cubicBezTo>
                    <a:pt x="641" y="1"/>
                    <a:pt x="10" y="632"/>
                    <a:pt x="0" y="1417"/>
                  </a:cubicBezTo>
                  <a:lnTo>
                    <a:pt x="0" y="2078"/>
                  </a:lnTo>
                  <a:cubicBezTo>
                    <a:pt x="0" y="2078"/>
                    <a:pt x="326" y="2049"/>
                    <a:pt x="364" y="1896"/>
                  </a:cubicBezTo>
                  <a:cubicBezTo>
                    <a:pt x="373" y="1877"/>
                    <a:pt x="393" y="1857"/>
                    <a:pt x="393" y="1838"/>
                  </a:cubicBezTo>
                  <a:cubicBezTo>
                    <a:pt x="574" y="1838"/>
                    <a:pt x="1436" y="1829"/>
                    <a:pt x="1924" y="1245"/>
                  </a:cubicBezTo>
                  <a:cubicBezTo>
                    <a:pt x="2029" y="1532"/>
                    <a:pt x="2259" y="1752"/>
                    <a:pt x="2555" y="1838"/>
                  </a:cubicBezTo>
                  <a:cubicBezTo>
                    <a:pt x="2565" y="1857"/>
                    <a:pt x="2575" y="1877"/>
                    <a:pt x="2584" y="1896"/>
                  </a:cubicBezTo>
                  <a:cubicBezTo>
                    <a:pt x="2632" y="2049"/>
                    <a:pt x="2948" y="2087"/>
                    <a:pt x="2948" y="2087"/>
                  </a:cubicBezTo>
                  <a:lnTo>
                    <a:pt x="2948" y="1417"/>
                  </a:lnTo>
                  <a:cubicBezTo>
                    <a:pt x="2948" y="642"/>
                    <a:pt x="2316" y="1"/>
                    <a:pt x="1541" y="1"/>
                  </a:cubicBezTo>
                  <a:close/>
                </a:path>
              </a:pathLst>
            </a:custGeom>
            <a:solidFill>
              <a:srgbClr val="657A8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596" name="Google Shape;12596;p43"/>
            <p:cNvSpPr/>
            <p:nvPr/>
          </p:nvSpPr>
          <p:spPr>
            <a:xfrm>
              <a:off x="2366358" y="2433082"/>
              <a:ext cx="41990" cy="54568"/>
            </a:xfrm>
            <a:custGeom>
              <a:rect b="b" l="l" r="r" t="t"/>
              <a:pathLst>
                <a:path extrusionOk="0" h="2078" w="1599">
                  <a:moveTo>
                    <a:pt x="1417" y="0"/>
                  </a:moveTo>
                  <a:cubicBezTo>
                    <a:pt x="632" y="0"/>
                    <a:pt x="1" y="632"/>
                    <a:pt x="1" y="1407"/>
                  </a:cubicBezTo>
                  <a:lnTo>
                    <a:pt x="1" y="2077"/>
                  </a:lnTo>
                  <a:cubicBezTo>
                    <a:pt x="87" y="2068"/>
                    <a:pt x="173" y="2048"/>
                    <a:pt x="250" y="2010"/>
                  </a:cubicBezTo>
                  <a:lnTo>
                    <a:pt x="250" y="1780"/>
                  </a:lnTo>
                  <a:lnTo>
                    <a:pt x="250" y="1771"/>
                  </a:lnTo>
                  <a:lnTo>
                    <a:pt x="250" y="1407"/>
                  </a:lnTo>
                  <a:cubicBezTo>
                    <a:pt x="250" y="651"/>
                    <a:pt x="843" y="29"/>
                    <a:pt x="1599" y="0"/>
                  </a:cubicBezTo>
                  <a:close/>
                </a:path>
              </a:pathLst>
            </a:custGeom>
            <a:solidFill>
              <a:srgbClr val="657A8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597" name="Google Shape;12597;p43"/>
            <p:cNvSpPr/>
            <p:nvPr/>
          </p:nvSpPr>
          <p:spPr>
            <a:xfrm>
              <a:off x="2433216" y="2481847"/>
              <a:ext cx="16859" cy="22610"/>
            </a:xfrm>
            <a:custGeom>
              <a:rect b="b" l="l" r="r" t="t"/>
              <a:pathLst>
                <a:path extrusionOk="0" h="861" w="642">
                  <a:moveTo>
                    <a:pt x="174" y="0"/>
                  </a:moveTo>
                  <a:cubicBezTo>
                    <a:pt x="81" y="0"/>
                    <a:pt x="0" y="78"/>
                    <a:pt x="0" y="182"/>
                  </a:cubicBezTo>
                  <a:lnTo>
                    <a:pt x="0" y="689"/>
                  </a:lnTo>
                  <a:cubicBezTo>
                    <a:pt x="0" y="785"/>
                    <a:pt x="81" y="861"/>
                    <a:pt x="174" y="861"/>
                  </a:cubicBezTo>
                  <a:cubicBezTo>
                    <a:pt x="192" y="861"/>
                    <a:pt x="211" y="858"/>
                    <a:pt x="230" y="852"/>
                  </a:cubicBezTo>
                  <a:cubicBezTo>
                    <a:pt x="268" y="842"/>
                    <a:pt x="297" y="833"/>
                    <a:pt x="326" y="813"/>
                  </a:cubicBezTo>
                  <a:cubicBezTo>
                    <a:pt x="364" y="775"/>
                    <a:pt x="393" y="746"/>
                    <a:pt x="431" y="727"/>
                  </a:cubicBezTo>
                  <a:cubicBezTo>
                    <a:pt x="642" y="488"/>
                    <a:pt x="536" y="105"/>
                    <a:pt x="230" y="10"/>
                  </a:cubicBezTo>
                  <a:cubicBezTo>
                    <a:pt x="211" y="3"/>
                    <a:pt x="193" y="0"/>
                    <a:pt x="174" y="0"/>
                  </a:cubicBezTo>
                  <a:close/>
                </a:path>
              </a:pathLst>
            </a:custGeom>
            <a:solidFill>
              <a:srgbClr val="CBD3D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598" name="Google Shape;12598;p43"/>
            <p:cNvSpPr/>
            <p:nvPr/>
          </p:nvSpPr>
          <p:spPr>
            <a:xfrm>
              <a:off x="2360082" y="2481821"/>
              <a:ext cx="16859" cy="22636"/>
            </a:xfrm>
            <a:custGeom>
              <a:rect b="b" l="l" r="r" t="t"/>
              <a:pathLst>
                <a:path extrusionOk="0" h="862" w="642">
                  <a:moveTo>
                    <a:pt x="473" y="1"/>
                  </a:moveTo>
                  <a:cubicBezTo>
                    <a:pt x="453" y="1"/>
                    <a:pt x="432" y="4"/>
                    <a:pt x="412" y="11"/>
                  </a:cubicBezTo>
                  <a:cubicBezTo>
                    <a:pt x="1" y="135"/>
                    <a:pt x="1" y="728"/>
                    <a:pt x="412" y="853"/>
                  </a:cubicBezTo>
                  <a:cubicBezTo>
                    <a:pt x="431" y="859"/>
                    <a:pt x="450" y="862"/>
                    <a:pt x="468" y="862"/>
                  </a:cubicBezTo>
                  <a:cubicBezTo>
                    <a:pt x="561" y="862"/>
                    <a:pt x="642" y="786"/>
                    <a:pt x="642" y="690"/>
                  </a:cubicBezTo>
                  <a:lnTo>
                    <a:pt x="642" y="173"/>
                  </a:lnTo>
                  <a:cubicBezTo>
                    <a:pt x="642" y="116"/>
                    <a:pt x="613" y="68"/>
                    <a:pt x="575" y="30"/>
                  </a:cubicBezTo>
                  <a:cubicBezTo>
                    <a:pt x="544" y="11"/>
                    <a:pt x="509" y="1"/>
                    <a:pt x="473" y="1"/>
                  </a:cubicBezTo>
                  <a:close/>
                </a:path>
              </a:pathLst>
            </a:custGeom>
            <a:solidFill>
              <a:srgbClr val="B7C2C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599" name="Google Shape;12599;p43"/>
            <p:cNvSpPr/>
            <p:nvPr/>
          </p:nvSpPr>
          <p:spPr>
            <a:xfrm>
              <a:off x="2390754" y="2521657"/>
              <a:ext cx="28413" cy="32326"/>
            </a:xfrm>
            <a:custGeom>
              <a:rect b="b" l="l" r="r" t="t"/>
              <a:pathLst>
                <a:path extrusionOk="0" h="1231" w="1082">
                  <a:moveTo>
                    <a:pt x="179" y="0"/>
                  </a:moveTo>
                  <a:cubicBezTo>
                    <a:pt x="89" y="0"/>
                    <a:pt x="10" y="78"/>
                    <a:pt x="10" y="178"/>
                  </a:cubicBezTo>
                  <a:lnTo>
                    <a:pt x="10" y="695"/>
                  </a:lnTo>
                  <a:cubicBezTo>
                    <a:pt x="0" y="752"/>
                    <a:pt x="19" y="800"/>
                    <a:pt x="58" y="838"/>
                  </a:cubicBezTo>
                  <a:lnTo>
                    <a:pt x="421" y="1183"/>
                  </a:lnTo>
                  <a:cubicBezTo>
                    <a:pt x="450" y="1221"/>
                    <a:pt x="488" y="1231"/>
                    <a:pt x="536" y="1231"/>
                  </a:cubicBezTo>
                  <a:cubicBezTo>
                    <a:pt x="584" y="1231"/>
                    <a:pt x="632" y="1212"/>
                    <a:pt x="660" y="1183"/>
                  </a:cubicBezTo>
                  <a:lnTo>
                    <a:pt x="1034" y="800"/>
                  </a:lnTo>
                  <a:cubicBezTo>
                    <a:pt x="1062" y="762"/>
                    <a:pt x="1082" y="723"/>
                    <a:pt x="1082" y="676"/>
                  </a:cubicBezTo>
                  <a:lnTo>
                    <a:pt x="1082" y="187"/>
                  </a:lnTo>
                  <a:cubicBezTo>
                    <a:pt x="1082" y="140"/>
                    <a:pt x="1062" y="92"/>
                    <a:pt x="1034" y="54"/>
                  </a:cubicBezTo>
                  <a:cubicBezTo>
                    <a:pt x="995" y="25"/>
                    <a:pt x="948" y="6"/>
                    <a:pt x="900" y="6"/>
                  </a:cubicBezTo>
                  <a:lnTo>
                    <a:pt x="861" y="6"/>
                  </a:lnTo>
                  <a:cubicBezTo>
                    <a:pt x="812" y="20"/>
                    <a:pt x="763" y="29"/>
                    <a:pt x="714" y="29"/>
                  </a:cubicBezTo>
                  <a:cubicBezTo>
                    <a:pt x="696" y="29"/>
                    <a:pt x="678" y="27"/>
                    <a:pt x="660" y="25"/>
                  </a:cubicBezTo>
                  <a:lnTo>
                    <a:pt x="440" y="25"/>
                  </a:lnTo>
                  <a:cubicBezTo>
                    <a:pt x="420" y="27"/>
                    <a:pt x="400" y="29"/>
                    <a:pt x="380" y="29"/>
                  </a:cubicBezTo>
                  <a:cubicBezTo>
                    <a:pt x="327" y="29"/>
                    <a:pt x="276" y="20"/>
                    <a:pt x="220" y="6"/>
                  </a:cubicBezTo>
                  <a:cubicBezTo>
                    <a:pt x="206" y="2"/>
                    <a:pt x="193" y="0"/>
                    <a:pt x="179" y="0"/>
                  </a:cubicBezTo>
                  <a:close/>
                </a:path>
              </a:pathLst>
            </a:custGeom>
            <a:solidFill>
              <a:srgbClr val="CBD3D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600" name="Google Shape;12600;p43"/>
            <p:cNvSpPr/>
            <p:nvPr/>
          </p:nvSpPr>
          <p:spPr>
            <a:xfrm>
              <a:off x="2390754" y="2521972"/>
              <a:ext cx="17358" cy="32274"/>
            </a:xfrm>
            <a:custGeom>
              <a:rect b="b" l="l" r="r" t="t"/>
              <a:pathLst>
                <a:path extrusionOk="0" h="1229" w="661">
                  <a:moveTo>
                    <a:pt x="178" y="0"/>
                  </a:moveTo>
                  <a:cubicBezTo>
                    <a:pt x="85" y="0"/>
                    <a:pt x="0" y="72"/>
                    <a:pt x="0" y="175"/>
                  </a:cubicBezTo>
                  <a:lnTo>
                    <a:pt x="0" y="692"/>
                  </a:lnTo>
                  <a:cubicBezTo>
                    <a:pt x="0" y="750"/>
                    <a:pt x="19" y="798"/>
                    <a:pt x="58" y="836"/>
                  </a:cubicBezTo>
                  <a:lnTo>
                    <a:pt x="421" y="1180"/>
                  </a:lnTo>
                  <a:cubicBezTo>
                    <a:pt x="450" y="1209"/>
                    <a:pt x="488" y="1228"/>
                    <a:pt x="536" y="1228"/>
                  </a:cubicBezTo>
                  <a:cubicBezTo>
                    <a:pt x="584" y="1228"/>
                    <a:pt x="632" y="1209"/>
                    <a:pt x="660" y="1180"/>
                  </a:cubicBezTo>
                  <a:cubicBezTo>
                    <a:pt x="632" y="1171"/>
                    <a:pt x="603" y="1152"/>
                    <a:pt x="574" y="1123"/>
                  </a:cubicBezTo>
                  <a:lnTo>
                    <a:pt x="220" y="778"/>
                  </a:lnTo>
                  <a:cubicBezTo>
                    <a:pt x="182" y="740"/>
                    <a:pt x="163" y="692"/>
                    <a:pt x="163" y="635"/>
                  </a:cubicBezTo>
                  <a:lnTo>
                    <a:pt x="163" y="118"/>
                  </a:lnTo>
                  <a:cubicBezTo>
                    <a:pt x="163" y="70"/>
                    <a:pt x="182" y="32"/>
                    <a:pt x="211" y="3"/>
                  </a:cubicBezTo>
                  <a:cubicBezTo>
                    <a:pt x="200" y="1"/>
                    <a:pt x="189" y="0"/>
                    <a:pt x="178" y="0"/>
                  </a:cubicBezTo>
                  <a:close/>
                </a:path>
              </a:pathLst>
            </a:custGeom>
            <a:solidFill>
              <a:srgbClr val="B7C2C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601" name="Google Shape;12601;p43"/>
            <p:cNvSpPr/>
            <p:nvPr/>
          </p:nvSpPr>
          <p:spPr>
            <a:xfrm>
              <a:off x="2374657" y="2464804"/>
              <a:ext cx="60844" cy="65309"/>
            </a:xfrm>
            <a:custGeom>
              <a:rect b="b" l="l" r="r" t="t"/>
              <a:pathLst>
                <a:path extrusionOk="0" h="2487" w="2317">
                  <a:moveTo>
                    <a:pt x="1601" y="1"/>
                  </a:moveTo>
                  <a:cubicBezTo>
                    <a:pt x="1586" y="1"/>
                    <a:pt x="1572" y="6"/>
                    <a:pt x="1561" y="17"/>
                  </a:cubicBezTo>
                  <a:cubicBezTo>
                    <a:pt x="1312" y="199"/>
                    <a:pt x="1025" y="343"/>
                    <a:pt x="728" y="429"/>
                  </a:cubicBezTo>
                  <a:cubicBezTo>
                    <a:pt x="632" y="458"/>
                    <a:pt x="537" y="477"/>
                    <a:pt x="441" y="496"/>
                  </a:cubicBezTo>
                  <a:cubicBezTo>
                    <a:pt x="355" y="515"/>
                    <a:pt x="259" y="525"/>
                    <a:pt x="163" y="525"/>
                  </a:cubicBezTo>
                  <a:cubicBezTo>
                    <a:pt x="68" y="534"/>
                    <a:pt x="1" y="611"/>
                    <a:pt x="1" y="706"/>
                  </a:cubicBezTo>
                  <a:lnTo>
                    <a:pt x="1" y="1434"/>
                  </a:lnTo>
                  <a:cubicBezTo>
                    <a:pt x="1" y="2018"/>
                    <a:pt x="470" y="2486"/>
                    <a:pt x="1053" y="2486"/>
                  </a:cubicBezTo>
                  <a:lnTo>
                    <a:pt x="1264" y="2486"/>
                  </a:lnTo>
                  <a:cubicBezTo>
                    <a:pt x="1848" y="2486"/>
                    <a:pt x="2317" y="2018"/>
                    <a:pt x="2317" y="1434"/>
                  </a:cubicBezTo>
                  <a:lnTo>
                    <a:pt x="2317" y="678"/>
                  </a:lnTo>
                  <a:cubicBezTo>
                    <a:pt x="2317" y="601"/>
                    <a:pt x="2269" y="534"/>
                    <a:pt x="2202" y="505"/>
                  </a:cubicBezTo>
                  <a:cubicBezTo>
                    <a:pt x="2183" y="505"/>
                    <a:pt x="2163" y="496"/>
                    <a:pt x="2144" y="486"/>
                  </a:cubicBezTo>
                  <a:cubicBezTo>
                    <a:pt x="1934" y="400"/>
                    <a:pt x="1762" y="247"/>
                    <a:pt x="1666" y="56"/>
                  </a:cubicBezTo>
                  <a:lnTo>
                    <a:pt x="1656" y="36"/>
                  </a:lnTo>
                  <a:cubicBezTo>
                    <a:pt x="1645" y="13"/>
                    <a:pt x="1623" y="1"/>
                    <a:pt x="1601" y="1"/>
                  </a:cubicBezTo>
                  <a:close/>
                </a:path>
              </a:pathLst>
            </a:custGeom>
            <a:solidFill>
              <a:srgbClr val="CBD3D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602" name="Google Shape;12602;p43"/>
            <p:cNvSpPr/>
            <p:nvPr/>
          </p:nvSpPr>
          <p:spPr>
            <a:xfrm>
              <a:off x="2374657" y="2464620"/>
              <a:ext cx="44248" cy="65230"/>
            </a:xfrm>
            <a:custGeom>
              <a:rect b="b" l="l" r="r" t="t"/>
              <a:pathLst>
                <a:path extrusionOk="0" h="2484" w="1685">
                  <a:moveTo>
                    <a:pt x="1605" y="1"/>
                  </a:moveTo>
                  <a:cubicBezTo>
                    <a:pt x="1592" y="1"/>
                    <a:pt x="1580" y="5"/>
                    <a:pt x="1570" y="15"/>
                  </a:cubicBezTo>
                  <a:cubicBezTo>
                    <a:pt x="1312" y="206"/>
                    <a:pt x="1034" y="340"/>
                    <a:pt x="728" y="426"/>
                  </a:cubicBezTo>
                  <a:cubicBezTo>
                    <a:pt x="632" y="455"/>
                    <a:pt x="546" y="474"/>
                    <a:pt x="450" y="493"/>
                  </a:cubicBezTo>
                  <a:cubicBezTo>
                    <a:pt x="355" y="512"/>
                    <a:pt x="259" y="522"/>
                    <a:pt x="173" y="532"/>
                  </a:cubicBezTo>
                  <a:cubicBezTo>
                    <a:pt x="77" y="532"/>
                    <a:pt x="1" y="618"/>
                    <a:pt x="1" y="704"/>
                  </a:cubicBezTo>
                  <a:lnTo>
                    <a:pt x="1" y="1431"/>
                  </a:lnTo>
                  <a:cubicBezTo>
                    <a:pt x="1" y="2015"/>
                    <a:pt x="470" y="2484"/>
                    <a:pt x="1053" y="2484"/>
                  </a:cubicBezTo>
                  <a:lnTo>
                    <a:pt x="1264" y="2484"/>
                  </a:lnTo>
                  <a:cubicBezTo>
                    <a:pt x="690" y="2484"/>
                    <a:pt x="221" y="2015"/>
                    <a:pt x="211" y="1441"/>
                  </a:cubicBezTo>
                  <a:lnTo>
                    <a:pt x="211" y="713"/>
                  </a:lnTo>
                  <a:cubicBezTo>
                    <a:pt x="211" y="618"/>
                    <a:pt x="288" y="541"/>
                    <a:pt x="383" y="532"/>
                  </a:cubicBezTo>
                  <a:cubicBezTo>
                    <a:pt x="470" y="522"/>
                    <a:pt x="565" y="512"/>
                    <a:pt x="661" y="493"/>
                  </a:cubicBezTo>
                  <a:cubicBezTo>
                    <a:pt x="757" y="474"/>
                    <a:pt x="852" y="455"/>
                    <a:pt x="938" y="426"/>
                  </a:cubicBezTo>
                  <a:cubicBezTo>
                    <a:pt x="1206" y="350"/>
                    <a:pt x="1455" y="235"/>
                    <a:pt x="1685" y="82"/>
                  </a:cubicBezTo>
                  <a:lnTo>
                    <a:pt x="1666" y="53"/>
                  </a:lnTo>
                  <a:lnTo>
                    <a:pt x="1656" y="34"/>
                  </a:lnTo>
                  <a:cubicBezTo>
                    <a:pt x="1650" y="15"/>
                    <a:pt x="1628" y="1"/>
                    <a:pt x="1605" y="1"/>
                  </a:cubicBezTo>
                  <a:close/>
                </a:path>
              </a:pathLst>
            </a:custGeom>
            <a:solidFill>
              <a:srgbClr val="B7C2C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603" name="Google Shape;12603;p43"/>
            <p:cNvSpPr/>
            <p:nvPr/>
          </p:nvSpPr>
          <p:spPr>
            <a:xfrm>
              <a:off x="2216072" y="2719579"/>
              <a:ext cx="122424" cy="64888"/>
            </a:xfrm>
            <a:custGeom>
              <a:rect b="b" l="l" r="r" t="t"/>
              <a:pathLst>
                <a:path extrusionOk="0" h="2471" w="4662">
                  <a:moveTo>
                    <a:pt x="1771" y="0"/>
                  </a:moveTo>
                  <a:lnTo>
                    <a:pt x="709" y="431"/>
                  </a:lnTo>
                  <a:cubicBezTo>
                    <a:pt x="604" y="469"/>
                    <a:pt x="508" y="527"/>
                    <a:pt x="422" y="594"/>
                  </a:cubicBezTo>
                  <a:lnTo>
                    <a:pt x="403" y="613"/>
                  </a:lnTo>
                  <a:lnTo>
                    <a:pt x="384" y="632"/>
                  </a:lnTo>
                  <a:lnTo>
                    <a:pt x="374" y="642"/>
                  </a:lnTo>
                  <a:lnTo>
                    <a:pt x="345" y="661"/>
                  </a:lnTo>
                  <a:cubicBezTo>
                    <a:pt x="154" y="852"/>
                    <a:pt x="39" y="1091"/>
                    <a:pt x="1" y="1359"/>
                  </a:cubicBezTo>
                  <a:lnTo>
                    <a:pt x="1" y="1407"/>
                  </a:lnTo>
                  <a:lnTo>
                    <a:pt x="1" y="1417"/>
                  </a:lnTo>
                  <a:lnTo>
                    <a:pt x="1" y="1455"/>
                  </a:lnTo>
                  <a:lnTo>
                    <a:pt x="1" y="1484"/>
                  </a:lnTo>
                  <a:lnTo>
                    <a:pt x="1" y="1493"/>
                  </a:lnTo>
                  <a:lnTo>
                    <a:pt x="1" y="1551"/>
                  </a:lnTo>
                  <a:lnTo>
                    <a:pt x="1" y="1714"/>
                  </a:lnTo>
                  <a:lnTo>
                    <a:pt x="1" y="2249"/>
                  </a:lnTo>
                  <a:cubicBezTo>
                    <a:pt x="1" y="2377"/>
                    <a:pt x="114" y="2470"/>
                    <a:pt x="241" y="2470"/>
                  </a:cubicBezTo>
                  <a:cubicBezTo>
                    <a:pt x="247" y="2470"/>
                    <a:pt x="253" y="2470"/>
                    <a:pt x="259" y="2470"/>
                  </a:cubicBezTo>
                  <a:lnTo>
                    <a:pt x="4403" y="2470"/>
                  </a:lnTo>
                  <a:cubicBezTo>
                    <a:pt x="4409" y="2470"/>
                    <a:pt x="4415" y="2470"/>
                    <a:pt x="4421" y="2470"/>
                  </a:cubicBezTo>
                  <a:cubicBezTo>
                    <a:pt x="4547" y="2470"/>
                    <a:pt x="4652" y="2377"/>
                    <a:pt x="4661" y="2249"/>
                  </a:cubicBezTo>
                  <a:lnTo>
                    <a:pt x="4661" y="1733"/>
                  </a:lnTo>
                  <a:lnTo>
                    <a:pt x="4661" y="1560"/>
                  </a:lnTo>
                  <a:lnTo>
                    <a:pt x="4642" y="1560"/>
                  </a:lnTo>
                  <a:lnTo>
                    <a:pt x="4642" y="1503"/>
                  </a:lnTo>
                  <a:lnTo>
                    <a:pt x="4642" y="1493"/>
                  </a:lnTo>
                  <a:lnTo>
                    <a:pt x="4642" y="1465"/>
                  </a:lnTo>
                  <a:lnTo>
                    <a:pt x="4642" y="1436"/>
                  </a:lnTo>
                  <a:lnTo>
                    <a:pt x="4642" y="1417"/>
                  </a:lnTo>
                  <a:lnTo>
                    <a:pt x="4642" y="1369"/>
                  </a:lnTo>
                  <a:cubicBezTo>
                    <a:pt x="4604" y="1111"/>
                    <a:pt x="4489" y="862"/>
                    <a:pt x="4298" y="670"/>
                  </a:cubicBezTo>
                  <a:lnTo>
                    <a:pt x="4269" y="651"/>
                  </a:lnTo>
                  <a:lnTo>
                    <a:pt x="4260" y="642"/>
                  </a:lnTo>
                  <a:lnTo>
                    <a:pt x="4240" y="623"/>
                  </a:lnTo>
                  <a:lnTo>
                    <a:pt x="4221" y="603"/>
                  </a:lnTo>
                  <a:cubicBezTo>
                    <a:pt x="4135" y="536"/>
                    <a:pt x="4030" y="479"/>
                    <a:pt x="3934" y="441"/>
                  </a:cubicBezTo>
                  <a:lnTo>
                    <a:pt x="2872" y="10"/>
                  </a:lnTo>
                  <a:lnTo>
                    <a:pt x="2604" y="288"/>
                  </a:lnTo>
                  <a:lnTo>
                    <a:pt x="2336" y="556"/>
                  </a:lnTo>
                  <a:lnTo>
                    <a:pt x="2039" y="278"/>
                  </a:lnTo>
                  <a:lnTo>
                    <a:pt x="1771" y="0"/>
                  </a:lnTo>
                  <a:close/>
                </a:path>
              </a:pathLst>
            </a:custGeom>
            <a:solidFill>
              <a:srgbClr val="7F91A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604" name="Google Shape;12604;p43"/>
            <p:cNvSpPr/>
            <p:nvPr/>
          </p:nvSpPr>
          <p:spPr>
            <a:xfrm>
              <a:off x="2215075" y="2720078"/>
              <a:ext cx="50025" cy="64390"/>
            </a:xfrm>
            <a:custGeom>
              <a:rect b="b" l="l" r="r" t="t"/>
              <a:pathLst>
                <a:path extrusionOk="0" h="2452" w="1905">
                  <a:moveTo>
                    <a:pt x="1809" y="1"/>
                  </a:moveTo>
                  <a:lnTo>
                    <a:pt x="756" y="412"/>
                  </a:lnTo>
                  <a:cubicBezTo>
                    <a:pt x="297" y="594"/>
                    <a:pt x="0" y="1044"/>
                    <a:pt x="29" y="1541"/>
                  </a:cubicBezTo>
                  <a:lnTo>
                    <a:pt x="29" y="2230"/>
                  </a:lnTo>
                  <a:cubicBezTo>
                    <a:pt x="29" y="2358"/>
                    <a:pt x="134" y="2451"/>
                    <a:pt x="260" y="2451"/>
                  </a:cubicBezTo>
                  <a:cubicBezTo>
                    <a:pt x="266" y="2451"/>
                    <a:pt x="272" y="2451"/>
                    <a:pt x="278" y="2451"/>
                  </a:cubicBezTo>
                  <a:lnTo>
                    <a:pt x="335" y="2451"/>
                  </a:lnTo>
                  <a:lnTo>
                    <a:pt x="335" y="1541"/>
                  </a:lnTo>
                  <a:cubicBezTo>
                    <a:pt x="316" y="1053"/>
                    <a:pt x="603" y="594"/>
                    <a:pt x="1063" y="412"/>
                  </a:cubicBezTo>
                  <a:lnTo>
                    <a:pt x="1905" y="87"/>
                  </a:lnTo>
                  <a:lnTo>
                    <a:pt x="1809" y="1"/>
                  </a:lnTo>
                  <a:close/>
                </a:path>
              </a:pathLst>
            </a:custGeom>
            <a:solidFill>
              <a:srgbClr val="61778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605" name="Google Shape;12605;p43"/>
            <p:cNvSpPr/>
            <p:nvPr/>
          </p:nvSpPr>
          <p:spPr>
            <a:xfrm>
              <a:off x="2237947" y="2618294"/>
              <a:ext cx="77178" cy="54805"/>
            </a:xfrm>
            <a:custGeom>
              <a:rect b="b" l="l" r="r" t="t"/>
              <a:pathLst>
                <a:path extrusionOk="0" h="2087" w="2939">
                  <a:moveTo>
                    <a:pt x="2594" y="1800"/>
                  </a:moveTo>
                  <a:lnTo>
                    <a:pt x="2584" y="1809"/>
                  </a:lnTo>
                  <a:lnTo>
                    <a:pt x="2556" y="1829"/>
                  </a:lnTo>
                  <a:lnTo>
                    <a:pt x="2594" y="1800"/>
                  </a:lnTo>
                  <a:close/>
                  <a:moveTo>
                    <a:pt x="2594" y="1800"/>
                  </a:moveTo>
                  <a:lnTo>
                    <a:pt x="2584" y="1819"/>
                  </a:lnTo>
                  <a:lnTo>
                    <a:pt x="2579" y="1830"/>
                  </a:lnTo>
                  <a:lnTo>
                    <a:pt x="2594" y="1800"/>
                  </a:lnTo>
                  <a:close/>
                  <a:moveTo>
                    <a:pt x="1417" y="1"/>
                  </a:moveTo>
                  <a:cubicBezTo>
                    <a:pt x="632" y="1"/>
                    <a:pt x="0" y="632"/>
                    <a:pt x="0" y="1417"/>
                  </a:cubicBezTo>
                  <a:lnTo>
                    <a:pt x="0" y="2087"/>
                  </a:lnTo>
                  <a:cubicBezTo>
                    <a:pt x="0" y="2087"/>
                    <a:pt x="316" y="2049"/>
                    <a:pt x="354" y="1896"/>
                  </a:cubicBezTo>
                  <a:cubicBezTo>
                    <a:pt x="374" y="1876"/>
                    <a:pt x="383" y="1867"/>
                    <a:pt x="393" y="1848"/>
                  </a:cubicBezTo>
                  <a:cubicBezTo>
                    <a:pt x="575" y="1848"/>
                    <a:pt x="1426" y="1829"/>
                    <a:pt x="1914" y="1245"/>
                  </a:cubicBezTo>
                  <a:cubicBezTo>
                    <a:pt x="2020" y="1532"/>
                    <a:pt x="2249" y="1762"/>
                    <a:pt x="2546" y="1848"/>
                  </a:cubicBezTo>
                  <a:cubicBezTo>
                    <a:pt x="2556" y="1867"/>
                    <a:pt x="2565" y="1886"/>
                    <a:pt x="2584" y="1896"/>
                  </a:cubicBezTo>
                  <a:cubicBezTo>
                    <a:pt x="2623" y="2058"/>
                    <a:pt x="2938" y="2087"/>
                    <a:pt x="2938" y="2087"/>
                  </a:cubicBezTo>
                  <a:lnTo>
                    <a:pt x="2938" y="1417"/>
                  </a:lnTo>
                  <a:cubicBezTo>
                    <a:pt x="2938" y="642"/>
                    <a:pt x="2316" y="10"/>
                    <a:pt x="1532" y="1"/>
                  </a:cubicBezTo>
                  <a:close/>
                </a:path>
              </a:pathLst>
            </a:custGeom>
            <a:solidFill>
              <a:srgbClr val="657A8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606" name="Google Shape;12606;p43"/>
            <p:cNvSpPr/>
            <p:nvPr/>
          </p:nvSpPr>
          <p:spPr>
            <a:xfrm>
              <a:off x="2237947" y="2618294"/>
              <a:ext cx="41990" cy="54805"/>
            </a:xfrm>
            <a:custGeom>
              <a:rect b="b" l="l" r="r" t="t"/>
              <a:pathLst>
                <a:path extrusionOk="0" h="2087" w="1599">
                  <a:moveTo>
                    <a:pt x="1417" y="1"/>
                  </a:moveTo>
                  <a:cubicBezTo>
                    <a:pt x="642" y="1"/>
                    <a:pt x="0" y="632"/>
                    <a:pt x="0" y="1417"/>
                  </a:cubicBezTo>
                  <a:lnTo>
                    <a:pt x="0" y="2087"/>
                  </a:lnTo>
                  <a:cubicBezTo>
                    <a:pt x="86" y="2077"/>
                    <a:pt x="173" y="2049"/>
                    <a:pt x="249" y="2010"/>
                  </a:cubicBezTo>
                  <a:lnTo>
                    <a:pt x="249" y="1781"/>
                  </a:lnTo>
                  <a:lnTo>
                    <a:pt x="249" y="1417"/>
                  </a:lnTo>
                  <a:cubicBezTo>
                    <a:pt x="249" y="661"/>
                    <a:pt x="843" y="39"/>
                    <a:pt x="1599" y="1"/>
                  </a:cubicBezTo>
                  <a:close/>
                </a:path>
              </a:pathLst>
            </a:custGeom>
            <a:solidFill>
              <a:srgbClr val="657A8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607" name="Google Shape;12607;p43"/>
            <p:cNvSpPr/>
            <p:nvPr/>
          </p:nvSpPr>
          <p:spPr>
            <a:xfrm>
              <a:off x="2304805" y="2667321"/>
              <a:ext cx="16859" cy="22794"/>
            </a:xfrm>
            <a:custGeom>
              <a:rect b="b" l="l" r="r" t="t"/>
              <a:pathLst>
                <a:path extrusionOk="0" h="868" w="642">
                  <a:moveTo>
                    <a:pt x="174" y="0"/>
                  </a:moveTo>
                  <a:cubicBezTo>
                    <a:pt x="80" y="0"/>
                    <a:pt x="0" y="78"/>
                    <a:pt x="0" y="182"/>
                  </a:cubicBezTo>
                  <a:lnTo>
                    <a:pt x="0" y="689"/>
                  </a:lnTo>
                  <a:cubicBezTo>
                    <a:pt x="0" y="796"/>
                    <a:pt x="85" y="867"/>
                    <a:pt x="181" y="867"/>
                  </a:cubicBezTo>
                  <a:cubicBezTo>
                    <a:pt x="197" y="867"/>
                    <a:pt x="213" y="865"/>
                    <a:pt x="230" y="861"/>
                  </a:cubicBezTo>
                  <a:cubicBezTo>
                    <a:pt x="268" y="852"/>
                    <a:pt x="297" y="832"/>
                    <a:pt x="335" y="813"/>
                  </a:cubicBezTo>
                  <a:cubicBezTo>
                    <a:pt x="364" y="785"/>
                    <a:pt x="392" y="756"/>
                    <a:pt x="431" y="727"/>
                  </a:cubicBezTo>
                  <a:cubicBezTo>
                    <a:pt x="641" y="488"/>
                    <a:pt x="536" y="105"/>
                    <a:pt x="230" y="9"/>
                  </a:cubicBezTo>
                  <a:cubicBezTo>
                    <a:pt x="211" y="3"/>
                    <a:pt x="192" y="0"/>
                    <a:pt x="174" y="0"/>
                  </a:cubicBezTo>
                  <a:close/>
                </a:path>
              </a:pathLst>
            </a:custGeom>
            <a:solidFill>
              <a:srgbClr val="CBD3D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608" name="Google Shape;12608;p43"/>
            <p:cNvSpPr/>
            <p:nvPr/>
          </p:nvSpPr>
          <p:spPr>
            <a:xfrm>
              <a:off x="2231671" y="2667295"/>
              <a:ext cx="17095" cy="22899"/>
            </a:xfrm>
            <a:custGeom>
              <a:rect b="b" l="l" r="r" t="t"/>
              <a:pathLst>
                <a:path extrusionOk="0" h="872" w="651">
                  <a:moveTo>
                    <a:pt x="472" y="1"/>
                  </a:moveTo>
                  <a:cubicBezTo>
                    <a:pt x="454" y="1"/>
                    <a:pt x="437" y="4"/>
                    <a:pt x="421" y="10"/>
                  </a:cubicBezTo>
                  <a:cubicBezTo>
                    <a:pt x="0" y="144"/>
                    <a:pt x="0" y="728"/>
                    <a:pt x="421" y="862"/>
                  </a:cubicBezTo>
                  <a:cubicBezTo>
                    <a:pt x="440" y="868"/>
                    <a:pt x="459" y="871"/>
                    <a:pt x="477" y="871"/>
                  </a:cubicBezTo>
                  <a:cubicBezTo>
                    <a:pt x="570" y="871"/>
                    <a:pt x="651" y="794"/>
                    <a:pt x="651" y="690"/>
                  </a:cubicBezTo>
                  <a:lnTo>
                    <a:pt x="651" y="183"/>
                  </a:lnTo>
                  <a:cubicBezTo>
                    <a:pt x="651" y="125"/>
                    <a:pt x="622" y="68"/>
                    <a:pt x="574" y="39"/>
                  </a:cubicBezTo>
                  <a:cubicBezTo>
                    <a:pt x="542" y="14"/>
                    <a:pt x="506" y="1"/>
                    <a:pt x="472" y="1"/>
                  </a:cubicBezTo>
                  <a:close/>
                </a:path>
              </a:pathLst>
            </a:custGeom>
            <a:solidFill>
              <a:srgbClr val="B7C2C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609" name="Google Shape;12609;p43"/>
            <p:cNvSpPr/>
            <p:nvPr/>
          </p:nvSpPr>
          <p:spPr>
            <a:xfrm>
              <a:off x="2262579" y="2707184"/>
              <a:ext cx="28413" cy="32536"/>
            </a:xfrm>
            <a:custGeom>
              <a:rect b="b" l="l" r="r" t="t"/>
              <a:pathLst>
                <a:path extrusionOk="0" h="1239" w="1082">
                  <a:moveTo>
                    <a:pt x="188" y="1"/>
                  </a:moveTo>
                  <a:cubicBezTo>
                    <a:pt x="87" y="1"/>
                    <a:pt x="0" y="80"/>
                    <a:pt x="0" y="176"/>
                  </a:cubicBezTo>
                  <a:lnTo>
                    <a:pt x="0" y="702"/>
                  </a:lnTo>
                  <a:cubicBezTo>
                    <a:pt x="0" y="750"/>
                    <a:pt x="19" y="798"/>
                    <a:pt x="58" y="836"/>
                  </a:cubicBezTo>
                  <a:lnTo>
                    <a:pt x="412" y="1190"/>
                  </a:lnTo>
                  <a:cubicBezTo>
                    <a:pt x="440" y="1219"/>
                    <a:pt x="488" y="1238"/>
                    <a:pt x="536" y="1238"/>
                  </a:cubicBezTo>
                  <a:cubicBezTo>
                    <a:pt x="574" y="1238"/>
                    <a:pt x="622" y="1219"/>
                    <a:pt x="661" y="1181"/>
                  </a:cubicBezTo>
                  <a:lnTo>
                    <a:pt x="1024" y="798"/>
                  </a:lnTo>
                  <a:cubicBezTo>
                    <a:pt x="1063" y="769"/>
                    <a:pt x="1072" y="721"/>
                    <a:pt x="1082" y="683"/>
                  </a:cubicBezTo>
                  <a:lnTo>
                    <a:pt x="1082" y="185"/>
                  </a:lnTo>
                  <a:cubicBezTo>
                    <a:pt x="1082" y="137"/>
                    <a:pt x="1063" y="90"/>
                    <a:pt x="1024" y="61"/>
                  </a:cubicBezTo>
                  <a:cubicBezTo>
                    <a:pt x="996" y="23"/>
                    <a:pt x="948" y="4"/>
                    <a:pt x="900" y="4"/>
                  </a:cubicBezTo>
                  <a:lnTo>
                    <a:pt x="862" y="4"/>
                  </a:lnTo>
                  <a:cubicBezTo>
                    <a:pt x="785" y="23"/>
                    <a:pt x="718" y="32"/>
                    <a:pt x="651" y="32"/>
                  </a:cubicBezTo>
                  <a:lnTo>
                    <a:pt x="431" y="32"/>
                  </a:lnTo>
                  <a:cubicBezTo>
                    <a:pt x="364" y="32"/>
                    <a:pt x="287" y="23"/>
                    <a:pt x="220" y="4"/>
                  </a:cubicBezTo>
                  <a:cubicBezTo>
                    <a:pt x="209" y="2"/>
                    <a:pt x="199" y="1"/>
                    <a:pt x="188" y="1"/>
                  </a:cubicBezTo>
                  <a:close/>
                </a:path>
              </a:pathLst>
            </a:custGeom>
            <a:solidFill>
              <a:srgbClr val="CBD3D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610" name="Google Shape;12610;p43"/>
            <p:cNvSpPr/>
            <p:nvPr/>
          </p:nvSpPr>
          <p:spPr>
            <a:xfrm>
              <a:off x="2262316" y="2707446"/>
              <a:ext cx="17384" cy="32510"/>
            </a:xfrm>
            <a:custGeom>
              <a:rect b="b" l="l" r="r" t="t"/>
              <a:pathLst>
                <a:path extrusionOk="0" h="1238" w="662">
                  <a:moveTo>
                    <a:pt x="182" y="0"/>
                  </a:moveTo>
                  <a:cubicBezTo>
                    <a:pt x="89" y="0"/>
                    <a:pt x="10" y="80"/>
                    <a:pt x="10" y="175"/>
                  </a:cubicBezTo>
                  <a:lnTo>
                    <a:pt x="10" y="702"/>
                  </a:lnTo>
                  <a:cubicBezTo>
                    <a:pt x="1" y="750"/>
                    <a:pt x="20" y="797"/>
                    <a:pt x="58" y="836"/>
                  </a:cubicBezTo>
                  <a:lnTo>
                    <a:pt x="422" y="1180"/>
                  </a:lnTo>
                  <a:cubicBezTo>
                    <a:pt x="450" y="1218"/>
                    <a:pt x="498" y="1238"/>
                    <a:pt x="537" y="1238"/>
                  </a:cubicBezTo>
                  <a:cubicBezTo>
                    <a:pt x="584" y="1238"/>
                    <a:pt x="632" y="1209"/>
                    <a:pt x="661" y="1180"/>
                  </a:cubicBezTo>
                  <a:cubicBezTo>
                    <a:pt x="632" y="1171"/>
                    <a:pt x="604" y="1152"/>
                    <a:pt x="584" y="1132"/>
                  </a:cubicBezTo>
                  <a:lnTo>
                    <a:pt x="221" y="778"/>
                  </a:lnTo>
                  <a:cubicBezTo>
                    <a:pt x="182" y="740"/>
                    <a:pt x="163" y="692"/>
                    <a:pt x="173" y="644"/>
                  </a:cubicBezTo>
                  <a:lnTo>
                    <a:pt x="173" y="118"/>
                  </a:lnTo>
                  <a:cubicBezTo>
                    <a:pt x="173" y="80"/>
                    <a:pt x="182" y="32"/>
                    <a:pt x="211" y="3"/>
                  </a:cubicBezTo>
                  <a:cubicBezTo>
                    <a:pt x="201" y="1"/>
                    <a:pt x="191" y="0"/>
                    <a:pt x="182" y="0"/>
                  </a:cubicBezTo>
                  <a:close/>
                </a:path>
              </a:pathLst>
            </a:custGeom>
            <a:solidFill>
              <a:srgbClr val="B7C2C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611" name="Google Shape;12611;p43"/>
            <p:cNvSpPr/>
            <p:nvPr/>
          </p:nvSpPr>
          <p:spPr>
            <a:xfrm>
              <a:off x="2246245" y="2650357"/>
              <a:ext cx="60844" cy="65230"/>
            </a:xfrm>
            <a:custGeom>
              <a:rect b="b" l="l" r="r" t="t"/>
              <a:pathLst>
                <a:path extrusionOk="0" h="2484" w="2317">
                  <a:moveTo>
                    <a:pt x="1598" y="0"/>
                  </a:moveTo>
                  <a:cubicBezTo>
                    <a:pt x="1586" y="0"/>
                    <a:pt x="1573" y="5"/>
                    <a:pt x="1560" y="14"/>
                  </a:cubicBezTo>
                  <a:cubicBezTo>
                    <a:pt x="1311" y="206"/>
                    <a:pt x="1024" y="340"/>
                    <a:pt x="727" y="426"/>
                  </a:cubicBezTo>
                  <a:cubicBezTo>
                    <a:pt x="632" y="454"/>
                    <a:pt x="536" y="474"/>
                    <a:pt x="450" y="493"/>
                  </a:cubicBezTo>
                  <a:cubicBezTo>
                    <a:pt x="354" y="512"/>
                    <a:pt x="259" y="521"/>
                    <a:pt x="163" y="531"/>
                  </a:cubicBezTo>
                  <a:cubicBezTo>
                    <a:pt x="77" y="531"/>
                    <a:pt x="0" y="617"/>
                    <a:pt x="0" y="703"/>
                  </a:cubicBezTo>
                  <a:lnTo>
                    <a:pt x="0" y="1431"/>
                  </a:lnTo>
                  <a:cubicBezTo>
                    <a:pt x="0" y="2014"/>
                    <a:pt x="469" y="2483"/>
                    <a:pt x="1053" y="2483"/>
                  </a:cubicBezTo>
                  <a:lnTo>
                    <a:pt x="1273" y="2483"/>
                  </a:lnTo>
                  <a:cubicBezTo>
                    <a:pt x="1847" y="2483"/>
                    <a:pt x="2316" y="2014"/>
                    <a:pt x="2316" y="1431"/>
                  </a:cubicBezTo>
                  <a:lnTo>
                    <a:pt x="2316" y="675"/>
                  </a:lnTo>
                  <a:cubicBezTo>
                    <a:pt x="2316" y="608"/>
                    <a:pt x="2278" y="541"/>
                    <a:pt x="2211" y="512"/>
                  </a:cubicBezTo>
                  <a:cubicBezTo>
                    <a:pt x="2182" y="502"/>
                    <a:pt x="2163" y="493"/>
                    <a:pt x="2144" y="483"/>
                  </a:cubicBezTo>
                  <a:cubicBezTo>
                    <a:pt x="1933" y="407"/>
                    <a:pt x="1771" y="253"/>
                    <a:pt x="1665" y="52"/>
                  </a:cubicBezTo>
                  <a:lnTo>
                    <a:pt x="1656" y="43"/>
                  </a:lnTo>
                  <a:cubicBezTo>
                    <a:pt x="1643" y="17"/>
                    <a:pt x="1622" y="0"/>
                    <a:pt x="1598" y="0"/>
                  </a:cubicBezTo>
                  <a:close/>
                </a:path>
              </a:pathLst>
            </a:custGeom>
            <a:solidFill>
              <a:srgbClr val="CBD3D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612" name="Google Shape;12612;p43"/>
            <p:cNvSpPr/>
            <p:nvPr/>
          </p:nvSpPr>
          <p:spPr>
            <a:xfrm>
              <a:off x="2246482" y="2650331"/>
              <a:ext cx="44012" cy="65256"/>
            </a:xfrm>
            <a:custGeom>
              <a:rect b="b" l="l" r="r" t="t"/>
              <a:pathLst>
                <a:path extrusionOk="0" h="2485" w="1676">
                  <a:moveTo>
                    <a:pt x="1595" y="1"/>
                  </a:moveTo>
                  <a:cubicBezTo>
                    <a:pt x="1583" y="1"/>
                    <a:pt x="1571" y="5"/>
                    <a:pt x="1561" y="15"/>
                  </a:cubicBezTo>
                  <a:cubicBezTo>
                    <a:pt x="1312" y="207"/>
                    <a:pt x="1025" y="341"/>
                    <a:pt x="718" y="427"/>
                  </a:cubicBezTo>
                  <a:cubicBezTo>
                    <a:pt x="632" y="455"/>
                    <a:pt x="537" y="475"/>
                    <a:pt x="441" y="494"/>
                  </a:cubicBezTo>
                  <a:cubicBezTo>
                    <a:pt x="345" y="513"/>
                    <a:pt x="259" y="522"/>
                    <a:pt x="163" y="532"/>
                  </a:cubicBezTo>
                  <a:cubicBezTo>
                    <a:pt x="68" y="532"/>
                    <a:pt x="1" y="609"/>
                    <a:pt x="1" y="704"/>
                  </a:cubicBezTo>
                  <a:lnTo>
                    <a:pt x="1" y="1432"/>
                  </a:lnTo>
                  <a:cubicBezTo>
                    <a:pt x="1" y="2015"/>
                    <a:pt x="470" y="2484"/>
                    <a:pt x="1044" y="2484"/>
                  </a:cubicBezTo>
                  <a:lnTo>
                    <a:pt x="1264" y="2484"/>
                  </a:lnTo>
                  <a:cubicBezTo>
                    <a:pt x="680" y="2484"/>
                    <a:pt x="211" y="2015"/>
                    <a:pt x="211" y="1432"/>
                  </a:cubicBezTo>
                  <a:lnTo>
                    <a:pt x="211" y="704"/>
                  </a:lnTo>
                  <a:cubicBezTo>
                    <a:pt x="211" y="618"/>
                    <a:pt x="278" y="532"/>
                    <a:pt x="374" y="532"/>
                  </a:cubicBezTo>
                  <a:cubicBezTo>
                    <a:pt x="470" y="522"/>
                    <a:pt x="565" y="513"/>
                    <a:pt x="652" y="494"/>
                  </a:cubicBezTo>
                  <a:cubicBezTo>
                    <a:pt x="747" y="475"/>
                    <a:pt x="843" y="455"/>
                    <a:pt x="929" y="427"/>
                  </a:cubicBezTo>
                  <a:cubicBezTo>
                    <a:pt x="1197" y="350"/>
                    <a:pt x="1446" y="235"/>
                    <a:pt x="1676" y="82"/>
                  </a:cubicBezTo>
                  <a:lnTo>
                    <a:pt x="1656" y="53"/>
                  </a:lnTo>
                  <a:lnTo>
                    <a:pt x="1647" y="34"/>
                  </a:lnTo>
                  <a:cubicBezTo>
                    <a:pt x="1641" y="16"/>
                    <a:pt x="1618" y="1"/>
                    <a:pt x="1595" y="1"/>
                  </a:cubicBezTo>
                  <a:close/>
                </a:path>
              </a:pathLst>
            </a:custGeom>
            <a:solidFill>
              <a:srgbClr val="B7C2C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2613" name="Google Shape;12613;p43"/>
          <p:cNvGrpSpPr/>
          <p:nvPr/>
        </p:nvGrpSpPr>
        <p:grpSpPr>
          <a:xfrm>
            <a:off x="2661416" y="2269942"/>
            <a:ext cx="344059" cy="340671"/>
            <a:chOff x="2661416" y="2422342"/>
            <a:chExt cx="344059" cy="340671"/>
          </a:xfrm>
        </p:grpSpPr>
        <p:sp>
          <p:nvSpPr>
            <p:cNvPr id="12614" name="Google Shape;12614;p43"/>
            <p:cNvSpPr/>
            <p:nvPr/>
          </p:nvSpPr>
          <p:spPr>
            <a:xfrm>
              <a:off x="2906947" y="2604481"/>
              <a:ext cx="39994" cy="39469"/>
            </a:xfrm>
            <a:custGeom>
              <a:rect b="b" l="l" r="r" t="t"/>
              <a:pathLst>
                <a:path extrusionOk="0" h="1503" w="1523">
                  <a:moveTo>
                    <a:pt x="0" y="0"/>
                  </a:moveTo>
                  <a:lnTo>
                    <a:pt x="977" y="1503"/>
                  </a:lnTo>
                  <a:lnTo>
                    <a:pt x="1522" y="1503"/>
                  </a:lnTo>
                  <a:cubicBezTo>
                    <a:pt x="1513" y="670"/>
                    <a:pt x="833" y="0"/>
                    <a:pt x="0" y="0"/>
                  </a:cubicBezTo>
                  <a:close/>
                </a:path>
              </a:pathLst>
            </a:custGeom>
            <a:solidFill>
              <a:srgbClr val="B4C0C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615" name="Google Shape;12615;p43"/>
            <p:cNvSpPr/>
            <p:nvPr/>
          </p:nvSpPr>
          <p:spPr>
            <a:xfrm>
              <a:off x="2866979" y="2604481"/>
              <a:ext cx="65624" cy="39469"/>
            </a:xfrm>
            <a:custGeom>
              <a:rect b="b" l="l" r="r" t="t"/>
              <a:pathLst>
                <a:path extrusionOk="0" h="1503" w="2499">
                  <a:moveTo>
                    <a:pt x="1505" y="0"/>
                  </a:moveTo>
                  <a:cubicBezTo>
                    <a:pt x="680" y="0"/>
                    <a:pt x="10" y="667"/>
                    <a:pt x="1" y="1503"/>
                  </a:cubicBezTo>
                  <a:lnTo>
                    <a:pt x="2499" y="1503"/>
                  </a:lnTo>
                  <a:cubicBezTo>
                    <a:pt x="2499" y="670"/>
                    <a:pt x="2049" y="0"/>
                    <a:pt x="1522" y="0"/>
                  </a:cubicBezTo>
                  <a:cubicBezTo>
                    <a:pt x="1517" y="0"/>
                    <a:pt x="1511" y="0"/>
                    <a:pt x="1505" y="0"/>
                  </a:cubicBezTo>
                  <a:close/>
                </a:path>
              </a:pathLst>
            </a:custGeom>
            <a:solidFill>
              <a:srgbClr val="C6CFD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616" name="Google Shape;12616;p43"/>
            <p:cNvSpPr/>
            <p:nvPr/>
          </p:nvSpPr>
          <p:spPr>
            <a:xfrm>
              <a:off x="2906448" y="2539146"/>
              <a:ext cx="21638" cy="43487"/>
            </a:xfrm>
            <a:custGeom>
              <a:rect b="b" l="l" r="r" t="t"/>
              <a:pathLst>
                <a:path extrusionOk="0" h="1656" w="824">
                  <a:moveTo>
                    <a:pt x="0" y="0"/>
                  </a:moveTo>
                  <a:lnTo>
                    <a:pt x="0" y="1656"/>
                  </a:lnTo>
                  <a:cubicBezTo>
                    <a:pt x="460" y="1656"/>
                    <a:pt x="823" y="1282"/>
                    <a:pt x="823" y="833"/>
                  </a:cubicBezTo>
                  <a:cubicBezTo>
                    <a:pt x="823" y="373"/>
                    <a:pt x="460" y="0"/>
                    <a:pt x="0" y="0"/>
                  </a:cubicBezTo>
                  <a:close/>
                </a:path>
              </a:pathLst>
            </a:custGeom>
            <a:solidFill>
              <a:srgbClr val="A9B4B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617" name="Google Shape;12617;p43"/>
            <p:cNvSpPr/>
            <p:nvPr/>
          </p:nvSpPr>
          <p:spPr>
            <a:xfrm>
              <a:off x="2759681" y="2604481"/>
              <a:ext cx="39968" cy="39469"/>
            </a:xfrm>
            <a:custGeom>
              <a:rect b="b" l="l" r="r" t="t"/>
              <a:pathLst>
                <a:path extrusionOk="0" h="1503" w="1522">
                  <a:moveTo>
                    <a:pt x="18" y="0"/>
                  </a:moveTo>
                  <a:cubicBezTo>
                    <a:pt x="12" y="0"/>
                    <a:pt x="6" y="0"/>
                    <a:pt x="0" y="0"/>
                  </a:cubicBezTo>
                  <a:lnTo>
                    <a:pt x="967" y="1503"/>
                  </a:lnTo>
                  <a:lnTo>
                    <a:pt x="1522" y="1503"/>
                  </a:lnTo>
                  <a:cubicBezTo>
                    <a:pt x="1512" y="667"/>
                    <a:pt x="842" y="0"/>
                    <a:pt x="18" y="0"/>
                  </a:cubicBezTo>
                  <a:close/>
                </a:path>
              </a:pathLst>
            </a:custGeom>
            <a:solidFill>
              <a:srgbClr val="B4C0C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618" name="Google Shape;12618;p43"/>
            <p:cNvSpPr/>
            <p:nvPr/>
          </p:nvSpPr>
          <p:spPr>
            <a:xfrm>
              <a:off x="2719713" y="2604481"/>
              <a:ext cx="65361" cy="39469"/>
            </a:xfrm>
            <a:custGeom>
              <a:rect b="b" l="l" r="r" t="t"/>
              <a:pathLst>
                <a:path extrusionOk="0" h="1503" w="2489">
                  <a:moveTo>
                    <a:pt x="1505" y="0"/>
                  </a:moveTo>
                  <a:cubicBezTo>
                    <a:pt x="680" y="0"/>
                    <a:pt x="10" y="667"/>
                    <a:pt x="1" y="1503"/>
                  </a:cubicBezTo>
                  <a:lnTo>
                    <a:pt x="2489" y="1503"/>
                  </a:lnTo>
                  <a:cubicBezTo>
                    <a:pt x="2489" y="670"/>
                    <a:pt x="2049" y="0"/>
                    <a:pt x="1522" y="0"/>
                  </a:cubicBezTo>
                  <a:cubicBezTo>
                    <a:pt x="1516" y="0"/>
                    <a:pt x="1511" y="0"/>
                    <a:pt x="1505" y="0"/>
                  </a:cubicBezTo>
                  <a:close/>
                </a:path>
              </a:pathLst>
            </a:custGeom>
            <a:solidFill>
              <a:srgbClr val="C6CFD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619" name="Google Shape;12619;p43"/>
            <p:cNvSpPr/>
            <p:nvPr/>
          </p:nvSpPr>
          <p:spPr>
            <a:xfrm>
              <a:off x="2759182" y="2539146"/>
              <a:ext cx="21875" cy="43487"/>
            </a:xfrm>
            <a:custGeom>
              <a:rect b="b" l="l" r="r" t="t"/>
              <a:pathLst>
                <a:path extrusionOk="0" h="1656" w="833">
                  <a:moveTo>
                    <a:pt x="0" y="0"/>
                  </a:moveTo>
                  <a:lnTo>
                    <a:pt x="0" y="1656"/>
                  </a:lnTo>
                  <a:cubicBezTo>
                    <a:pt x="460" y="1656"/>
                    <a:pt x="833" y="1282"/>
                    <a:pt x="833" y="833"/>
                  </a:cubicBezTo>
                  <a:cubicBezTo>
                    <a:pt x="833" y="373"/>
                    <a:pt x="460" y="0"/>
                    <a:pt x="0" y="0"/>
                  </a:cubicBezTo>
                  <a:close/>
                </a:path>
              </a:pathLst>
            </a:custGeom>
            <a:solidFill>
              <a:srgbClr val="A9B4B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620" name="Google Shape;12620;p43"/>
            <p:cNvSpPr/>
            <p:nvPr/>
          </p:nvSpPr>
          <p:spPr>
            <a:xfrm>
              <a:off x="2833314" y="2606477"/>
              <a:ext cx="53544" cy="53570"/>
            </a:xfrm>
            <a:custGeom>
              <a:rect b="b" l="l" r="r" t="t"/>
              <a:pathLst>
                <a:path extrusionOk="0" h="2040" w="2039">
                  <a:moveTo>
                    <a:pt x="0" y="1"/>
                  </a:moveTo>
                  <a:lnTo>
                    <a:pt x="1216" y="2039"/>
                  </a:lnTo>
                  <a:lnTo>
                    <a:pt x="2039" y="2039"/>
                  </a:lnTo>
                  <a:cubicBezTo>
                    <a:pt x="2039" y="910"/>
                    <a:pt x="1130" y="1"/>
                    <a:pt x="0" y="1"/>
                  </a:cubicBezTo>
                  <a:close/>
                </a:path>
              </a:pathLst>
            </a:custGeom>
            <a:solidFill>
              <a:srgbClr val="465C7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621" name="Google Shape;12621;p43"/>
            <p:cNvSpPr/>
            <p:nvPr/>
          </p:nvSpPr>
          <p:spPr>
            <a:xfrm>
              <a:off x="2779770" y="2606477"/>
              <a:ext cx="85476" cy="53570"/>
            </a:xfrm>
            <a:custGeom>
              <a:rect b="b" l="l" r="r" t="t"/>
              <a:pathLst>
                <a:path extrusionOk="0" h="2040" w="3255">
                  <a:moveTo>
                    <a:pt x="2039" y="1"/>
                  </a:moveTo>
                  <a:cubicBezTo>
                    <a:pt x="910" y="1"/>
                    <a:pt x="1" y="910"/>
                    <a:pt x="1" y="2039"/>
                  </a:cubicBezTo>
                  <a:lnTo>
                    <a:pt x="3255" y="2039"/>
                  </a:lnTo>
                  <a:cubicBezTo>
                    <a:pt x="3255" y="910"/>
                    <a:pt x="2709" y="1"/>
                    <a:pt x="2039" y="1"/>
                  </a:cubicBezTo>
                  <a:close/>
                </a:path>
              </a:pathLst>
            </a:custGeom>
            <a:solidFill>
              <a:srgbClr val="657A8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622" name="Google Shape;12622;p43"/>
            <p:cNvSpPr/>
            <p:nvPr/>
          </p:nvSpPr>
          <p:spPr>
            <a:xfrm>
              <a:off x="2833813" y="2525570"/>
              <a:ext cx="29437" cy="59085"/>
            </a:xfrm>
            <a:custGeom>
              <a:rect b="b" l="l" r="r" t="t"/>
              <a:pathLst>
                <a:path extrusionOk="0" h="2250" w="1121">
                  <a:moveTo>
                    <a:pt x="1" y="0"/>
                  </a:moveTo>
                  <a:lnTo>
                    <a:pt x="1" y="2249"/>
                  </a:lnTo>
                  <a:cubicBezTo>
                    <a:pt x="623" y="2249"/>
                    <a:pt x="1120" y="1742"/>
                    <a:pt x="1120" y="1120"/>
                  </a:cubicBezTo>
                  <a:cubicBezTo>
                    <a:pt x="1120" y="498"/>
                    <a:pt x="623" y="0"/>
                    <a:pt x="1" y="0"/>
                  </a:cubicBezTo>
                  <a:close/>
                </a:path>
              </a:pathLst>
            </a:custGeom>
            <a:solidFill>
              <a:srgbClr val="465C7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623" name="Google Shape;12623;p43"/>
            <p:cNvSpPr/>
            <p:nvPr/>
          </p:nvSpPr>
          <p:spPr>
            <a:xfrm>
              <a:off x="2803404" y="2525570"/>
              <a:ext cx="45010" cy="59085"/>
            </a:xfrm>
            <a:custGeom>
              <a:rect b="b" l="l" r="r" t="t"/>
              <a:pathLst>
                <a:path extrusionOk="0" h="2250" w="1714">
                  <a:moveTo>
                    <a:pt x="1130" y="0"/>
                  </a:moveTo>
                  <a:cubicBezTo>
                    <a:pt x="508" y="0"/>
                    <a:pt x="1" y="498"/>
                    <a:pt x="1" y="1120"/>
                  </a:cubicBezTo>
                  <a:cubicBezTo>
                    <a:pt x="1" y="1742"/>
                    <a:pt x="508" y="2249"/>
                    <a:pt x="1130" y="2249"/>
                  </a:cubicBezTo>
                  <a:lnTo>
                    <a:pt x="1159" y="2249"/>
                  </a:lnTo>
                  <a:cubicBezTo>
                    <a:pt x="1465" y="2230"/>
                    <a:pt x="1714" y="1732"/>
                    <a:pt x="1714" y="1120"/>
                  </a:cubicBezTo>
                  <a:cubicBezTo>
                    <a:pt x="1714" y="507"/>
                    <a:pt x="1465" y="10"/>
                    <a:pt x="1159" y="0"/>
                  </a:cubicBezTo>
                  <a:close/>
                </a:path>
              </a:pathLst>
            </a:custGeom>
            <a:solidFill>
              <a:srgbClr val="657A8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624" name="Google Shape;12624;p43"/>
            <p:cNvSpPr/>
            <p:nvPr/>
          </p:nvSpPr>
          <p:spPr>
            <a:xfrm>
              <a:off x="2737570" y="2539146"/>
              <a:ext cx="28912" cy="43487"/>
            </a:xfrm>
            <a:custGeom>
              <a:rect b="b" l="l" r="r" t="t"/>
              <a:pathLst>
                <a:path extrusionOk="0" h="1656" w="1101">
                  <a:moveTo>
                    <a:pt x="823" y="0"/>
                  </a:moveTo>
                  <a:cubicBezTo>
                    <a:pt x="364" y="0"/>
                    <a:pt x="0" y="373"/>
                    <a:pt x="0" y="833"/>
                  </a:cubicBezTo>
                  <a:cubicBezTo>
                    <a:pt x="0" y="1282"/>
                    <a:pt x="364" y="1656"/>
                    <a:pt x="823" y="1656"/>
                  </a:cubicBezTo>
                  <a:cubicBezTo>
                    <a:pt x="986" y="1656"/>
                    <a:pt x="1101" y="1292"/>
                    <a:pt x="1101" y="833"/>
                  </a:cubicBezTo>
                  <a:cubicBezTo>
                    <a:pt x="1101" y="373"/>
                    <a:pt x="976" y="0"/>
                    <a:pt x="823" y="0"/>
                  </a:cubicBezTo>
                  <a:close/>
                </a:path>
              </a:pathLst>
            </a:custGeom>
            <a:solidFill>
              <a:srgbClr val="CED6D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625" name="Google Shape;12625;p43"/>
            <p:cNvSpPr/>
            <p:nvPr/>
          </p:nvSpPr>
          <p:spPr>
            <a:xfrm>
              <a:off x="2884573" y="2539146"/>
              <a:ext cx="29175" cy="43487"/>
            </a:xfrm>
            <a:custGeom>
              <a:rect b="b" l="l" r="r" t="t"/>
              <a:pathLst>
                <a:path extrusionOk="0" h="1656" w="1111">
                  <a:moveTo>
                    <a:pt x="833" y="0"/>
                  </a:moveTo>
                  <a:cubicBezTo>
                    <a:pt x="374" y="0"/>
                    <a:pt x="1" y="373"/>
                    <a:pt x="1" y="833"/>
                  </a:cubicBezTo>
                  <a:cubicBezTo>
                    <a:pt x="1" y="1282"/>
                    <a:pt x="374" y="1656"/>
                    <a:pt x="833" y="1656"/>
                  </a:cubicBezTo>
                  <a:cubicBezTo>
                    <a:pt x="986" y="1656"/>
                    <a:pt x="1111" y="1292"/>
                    <a:pt x="1111" y="833"/>
                  </a:cubicBezTo>
                  <a:cubicBezTo>
                    <a:pt x="1111" y="373"/>
                    <a:pt x="986" y="0"/>
                    <a:pt x="833" y="0"/>
                  </a:cubicBezTo>
                  <a:close/>
                </a:path>
              </a:pathLst>
            </a:custGeom>
            <a:solidFill>
              <a:srgbClr val="CED6D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626" name="Google Shape;12626;p43"/>
            <p:cNvSpPr/>
            <p:nvPr/>
          </p:nvSpPr>
          <p:spPr>
            <a:xfrm>
              <a:off x="2661416" y="2422342"/>
              <a:ext cx="344059" cy="340671"/>
            </a:xfrm>
            <a:custGeom>
              <a:rect b="b" l="l" r="r" t="t"/>
              <a:pathLst>
                <a:path extrusionOk="0" h="12973" w="13102">
                  <a:moveTo>
                    <a:pt x="6757" y="1127"/>
                  </a:moveTo>
                  <a:cubicBezTo>
                    <a:pt x="9551" y="1232"/>
                    <a:pt x="11800" y="3481"/>
                    <a:pt x="11906" y="6276"/>
                  </a:cubicBezTo>
                  <a:lnTo>
                    <a:pt x="11418" y="6276"/>
                  </a:lnTo>
                  <a:cubicBezTo>
                    <a:pt x="11140" y="6276"/>
                    <a:pt x="11140" y="6687"/>
                    <a:pt x="11418" y="6687"/>
                  </a:cubicBezTo>
                  <a:lnTo>
                    <a:pt x="11906" y="6687"/>
                  </a:lnTo>
                  <a:cubicBezTo>
                    <a:pt x="11800" y="9492"/>
                    <a:pt x="9551" y="11741"/>
                    <a:pt x="6757" y="11846"/>
                  </a:cubicBezTo>
                  <a:lnTo>
                    <a:pt x="6757" y="11358"/>
                  </a:lnTo>
                  <a:cubicBezTo>
                    <a:pt x="6757" y="11219"/>
                    <a:pt x="6652" y="11150"/>
                    <a:pt x="6546" y="11150"/>
                  </a:cubicBezTo>
                  <a:cubicBezTo>
                    <a:pt x="6441" y="11150"/>
                    <a:pt x="6336" y="11219"/>
                    <a:pt x="6336" y="11358"/>
                  </a:cubicBezTo>
                  <a:lnTo>
                    <a:pt x="6336" y="11846"/>
                  </a:lnTo>
                  <a:cubicBezTo>
                    <a:pt x="3541" y="11741"/>
                    <a:pt x="1292" y="9492"/>
                    <a:pt x="1187" y="6697"/>
                  </a:cubicBezTo>
                  <a:lnTo>
                    <a:pt x="1675" y="6697"/>
                  </a:lnTo>
                  <a:cubicBezTo>
                    <a:pt x="1953" y="6697"/>
                    <a:pt x="1953" y="6285"/>
                    <a:pt x="1675" y="6285"/>
                  </a:cubicBezTo>
                  <a:lnTo>
                    <a:pt x="1187" y="6285"/>
                  </a:lnTo>
                  <a:cubicBezTo>
                    <a:pt x="1292" y="3481"/>
                    <a:pt x="3541" y="1232"/>
                    <a:pt x="6336" y="1127"/>
                  </a:cubicBezTo>
                  <a:lnTo>
                    <a:pt x="6336" y="1615"/>
                  </a:lnTo>
                  <a:cubicBezTo>
                    <a:pt x="6336" y="1754"/>
                    <a:pt x="6441" y="1823"/>
                    <a:pt x="6546" y="1823"/>
                  </a:cubicBezTo>
                  <a:cubicBezTo>
                    <a:pt x="6652" y="1823"/>
                    <a:pt x="6757" y="1754"/>
                    <a:pt x="6757" y="1615"/>
                  </a:cubicBezTo>
                  <a:lnTo>
                    <a:pt x="6757" y="1127"/>
                  </a:lnTo>
                  <a:close/>
                  <a:moveTo>
                    <a:pt x="6546" y="0"/>
                  </a:moveTo>
                  <a:cubicBezTo>
                    <a:pt x="6441" y="0"/>
                    <a:pt x="6336" y="70"/>
                    <a:pt x="6336" y="208"/>
                  </a:cubicBezTo>
                  <a:lnTo>
                    <a:pt x="6336" y="716"/>
                  </a:lnTo>
                  <a:cubicBezTo>
                    <a:pt x="3312" y="821"/>
                    <a:pt x="881" y="3252"/>
                    <a:pt x="775" y="6285"/>
                  </a:cubicBezTo>
                  <a:lnTo>
                    <a:pt x="278" y="6285"/>
                  </a:lnTo>
                  <a:cubicBezTo>
                    <a:pt x="0" y="6285"/>
                    <a:pt x="0" y="6697"/>
                    <a:pt x="278" y="6697"/>
                  </a:cubicBezTo>
                  <a:lnTo>
                    <a:pt x="775" y="6697"/>
                  </a:lnTo>
                  <a:cubicBezTo>
                    <a:pt x="890" y="9721"/>
                    <a:pt x="3312" y="12152"/>
                    <a:pt x="6345" y="12267"/>
                  </a:cubicBezTo>
                  <a:lnTo>
                    <a:pt x="6345" y="12765"/>
                  </a:lnTo>
                  <a:cubicBezTo>
                    <a:pt x="6345" y="12903"/>
                    <a:pt x="6448" y="12973"/>
                    <a:pt x="6551" y="12973"/>
                  </a:cubicBezTo>
                  <a:cubicBezTo>
                    <a:pt x="6654" y="12973"/>
                    <a:pt x="6757" y="12903"/>
                    <a:pt x="6757" y="12765"/>
                  </a:cubicBezTo>
                  <a:lnTo>
                    <a:pt x="6757" y="12267"/>
                  </a:lnTo>
                  <a:cubicBezTo>
                    <a:pt x="9791" y="12152"/>
                    <a:pt x="12212" y="9721"/>
                    <a:pt x="12327" y="6697"/>
                  </a:cubicBezTo>
                  <a:lnTo>
                    <a:pt x="12834" y="6697"/>
                  </a:lnTo>
                  <a:cubicBezTo>
                    <a:pt x="13099" y="6697"/>
                    <a:pt x="13102" y="6285"/>
                    <a:pt x="12843" y="6285"/>
                  </a:cubicBezTo>
                  <a:cubicBezTo>
                    <a:pt x="12840" y="6285"/>
                    <a:pt x="12837" y="6285"/>
                    <a:pt x="12834" y="6285"/>
                  </a:cubicBezTo>
                  <a:lnTo>
                    <a:pt x="12317" y="6285"/>
                  </a:lnTo>
                  <a:cubicBezTo>
                    <a:pt x="12212" y="3252"/>
                    <a:pt x="9781" y="821"/>
                    <a:pt x="6757" y="716"/>
                  </a:cubicBezTo>
                  <a:lnTo>
                    <a:pt x="6757" y="208"/>
                  </a:lnTo>
                  <a:cubicBezTo>
                    <a:pt x="6757" y="70"/>
                    <a:pt x="6652" y="0"/>
                    <a:pt x="6546" y="0"/>
                  </a:cubicBezTo>
                  <a:close/>
                </a:path>
              </a:pathLst>
            </a:custGeom>
            <a:solidFill>
              <a:srgbClr val="657A8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2627" name="Google Shape;12627;p43"/>
          <p:cNvGrpSpPr/>
          <p:nvPr/>
        </p:nvGrpSpPr>
        <p:grpSpPr>
          <a:xfrm>
            <a:off x="4066510" y="2269942"/>
            <a:ext cx="206876" cy="348470"/>
            <a:chOff x="4066510" y="2422342"/>
            <a:chExt cx="206876" cy="348470"/>
          </a:xfrm>
        </p:grpSpPr>
        <p:sp>
          <p:nvSpPr>
            <p:cNvPr id="12628" name="Google Shape;12628;p43"/>
            <p:cNvSpPr/>
            <p:nvPr/>
          </p:nvSpPr>
          <p:spPr>
            <a:xfrm>
              <a:off x="4093662" y="2737934"/>
              <a:ext cx="152334" cy="11082"/>
            </a:xfrm>
            <a:custGeom>
              <a:rect b="b" l="l" r="r" t="t"/>
              <a:pathLst>
                <a:path extrusionOk="0" h="422" w="5801">
                  <a:moveTo>
                    <a:pt x="0" y="0"/>
                  </a:moveTo>
                  <a:lnTo>
                    <a:pt x="0" y="421"/>
                  </a:lnTo>
                  <a:lnTo>
                    <a:pt x="5800" y="421"/>
                  </a:lnTo>
                  <a:lnTo>
                    <a:pt x="5800" y="0"/>
                  </a:lnTo>
                  <a:close/>
                </a:path>
              </a:pathLst>
            </a:custGeom>
            <a:solidFill>
              <a:srgbClr val="99A8B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629" name="Google Shape;12629;p43"/>
            <p:cNvSpPr/>
            <p:nvPr/>
          </p:nvSpPr>
          <p:spPr>
            <a:xfrm>
              <a:off x="4164538" y="2422342"/>
              <a:ext cx="10819" cy="348286"/>
            </a:xfrm>
            <a:custGeom>
              <a:rect b="b" l="l" r="r" t="t"/>
              <a:pathLst>
                <a:path extrusionOk="0" h="13263" w="412">
                  <a:moveTo>
                    <a:pt x="206" y="0"/>
                  </a:moveTo>
                  <a:cubicBezTo>
                    <a:pt x="103" y="0"/>
                    <a:pt x="0" y="70"/>
                    <a:pt x="0" y="208"/>
                  </a:cubicBezTo>
                  <a:lnTo>
                    <a:pt x="0" y="13061"/>
                  </a:lnTo>
                  <a:cubicBezTo>
                    <a:pt x="0" y="13176"/>
                    <a:pt x="86" y="13262"/>
                    <a:pt x="201" y="13262"/>
                  </a:cubicBezTo>
                  <a:cubicBezTo>
                    <a:pt x="316" y="13262"/>
                    <a:pt x="412" y="13176"/>
                    <a:pt x="412" y="13061"/>
                  </a:cubicBezTo>
                  <a:lnTo>
                    <a:pt x="412" y="208"/>
                  </a:lnTo>
                  <a:cubicBezTo>
                    <a:pt x="412" y="70"/>
                    <a:pt x="309" y="0"/>
                    <a:pt x="206" y="0"/>
                  </a:cubicBezTo>
                  <a:close/>
                </a:path>
              </a:pathLst>
            </a:custGeom>
            <a:solidFill>
              <a:srgbClr val="AAB8C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630" name="Google Shape;12630;p43"/>
            <p:cNvSpPr/>
            <p:nvPr/>
          </p:nvSpPr>
          <p:spPr>
            <a:xfrm>
              <a:off x="4082344" y="2645657"/>
              <a:ext cx="33823" cy="125155"/>
            </a:xfrm>
            <a:custGeom>
              <a:rect b="b" l="l" r="r" t="t"/>
              <a:pathLst>
                <a:path extrusionOk="0" h="4766" w="1288">
                  <a:moveTo>
                    <a:pt x="1051" y="0"/>
                  </a:moveTo>
                  <a:cubicBezTo>
                    <a:pt x="962" y="0"/>
                    <a:pt x="873" y="54"/>
                    <a:pt x="853" y="174"/>
                  </a:cubicBezTo>
                  <a:lnTo>
                    <a:pt x="20" y="4519"/>
                  </a:lnTo>
                  <a:cubicBezTo>
                    <a:pt x="1" y="4634"/>
                    <a:pt x="77" y="4739"/>
                    <a:pt x="183" y="4758"/>
                  </a:cubicBezTo>
                  <a:cubicBezTo>
                    <a:pt x="192" y="4763"/>
                    <a:pt x="199" y="4765"/>
                    <a:pt x="207" y="4765"/>
                  </a:cubicBezTo>
                  <a:cubicBezTo>
                    <a:pt x="214" y="4765"/>
                    <a:pt x="221" y="4763"/>
                    <a:pt x="230" y="4758"/>
                  </a:cubicBezTo>
                  <a:cubicBezTo>
                    <a:pt x="326" y="4758"/>
                    <a:pt x="403" y="4691"/>
                    <a:pt x="431" y="4605"/>
                  </a:cubicBezTo>
                  <a:lnTo>
                    <a:pt x="1254" y="251"/>
                  </a:lnTo>
                  <a:cubicBezTo>
                    <a:pt x="1287" y="93"/>
                    <a:pt x="1169" y="0"/>
                    <a:pt x="1051" y="0"/>
                  </a:cubicBezTo>
                  <a:close/>
                </a:path>
              </a:pathLst>
            </a:custGeom>
            <a:solidFill>
              <a:srgbClr val="AAB8C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631" name="Google Shape;12631;p43"/>
            <p:cNvSpPr/>
            <p:nvPr/>
          </p:nvSpPr>
          <p:spPr>
            <a:xfrm>
              <a:off x="4223623" y="2645578"/>
              <a:ext cx="33665" cy="125050"/>
            </a:xfrm>
            <a:custGeom>
              <a:rect b="b" l="l" r="r" t="t"/>
              <a:pathLst>
                <a:path extrusionOk="0" h="4762" w="1282">
                  <a:moveTo>
                    <a:pt x="237" y="1"/>
                  </a:moveTo>
                  <a:cubicBezTo>
                    <a:pt x="120" y="1"/>
                    <a:pt x="1" y="91"/>
                    <a:pt x="28" y="244"/>
                  </a:cubicBezTo>
                  <a:lnTo>
                    <a:pt x="861" y="4599"/>
                  </a:lnTo>
                  <a:cubicBezTo>
                    <a:pt x="880" y="4694"/>
                    <a:pt x="966" y="4761"/>
                    <a:pt x="1062" y="4761"/>
                  </a:cubicBezTo>
                  <a:lnTo>
                    <a:pt x="1100" y="4761"/>
                  </a:lnTo>
                  <a:cubicBezTo>
                    <a:pt x="1215" y="4732"/>
                    <a:pt x="1282" y="4627"/>
                    <a:pt x="1263" y="4522"/>
                  </a:cubicBezTo>
                  <a:lnTo>
                    <a:pt x="440" y="167"/>
                  </a:lnTo>
                  <a:cubicBezTo>
                    <a:pt x="415" y="52"/>
                    <a:pt x="326" y="1"/>
                    <a:pt x="237" y="1"/>
                  </a:cubicBezTo>
                  <a:close/>
                </a:path>
              </a:pathLst>
            </a:custGeom>
            <a:solidFill>
              <a:srgbClr val="AAB8C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632" name="Google Shape;12632;p43"/>
            <p:cNvSpPr/>
            <p:nvPr/>
          </p:nvSpPr>
          <p:spPr>
            <a:xfrm>
              <a:off x="4164538" y="2645447"/>
              <a:ext cx="10819" cy="21875"/>
            </a:xfrm>
            <a:custGeom>
              <a:rect b="b" l="l" r="r" t="t"/>
              <a:pathLst>
                <a:path extrusionOk="0" h="833" w="412">
                  <a:moveTo>
                    <a:pt x="0" y="0"/>
                  </a:moveTo>
                  <a:lnTo>
                    <a:pt x="0" y="833"/>
                  </a:lnTo>
                  <a:lnTo>
                    <a:pt x="412" y="833"/>
                  </a:lnTo>
                  <a:lnTo>
                    <a:pt x="412" y="0"/>
                  </a:lnTo>
                  <a:close/>
                </a:path>
              </a:pathLst>
            </a:custGeom>
            <a:solidFill>
              <a:srgbClr val="99A8B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633" name="Google Shape;12633;p43"/>
            <p:cNvSpPr/>
            <p:nvPr/>
          </p:nvSpPr>
          <p:spPr>
            <a:xfrm>
              <a:off x="4101462" y="2645604"/>
              <a:ext cx="14601" cy="21717"/>
            </a:xfrm>
            <a:custGeom>
              <a:rect b="b" l="l" r="r" t="t"/>
              <a:pathLst>
                <a:path extrusionOk="0" h="827" w="556">
                  <a:moveTo>
                    <a:pt x="325" y="1"/>
                  </a:moveTo>
                  <a:cubicBezTo>
                    <a:pt x="226" y="1"/>
                    <a:pt x="141" y="65"/>
                    <a:pt x="125" y="166"/>
                  </a:cubicBezTo>
                  <a:lnTo>
                    <a:pt x="0" y="827"/>
                  </a:lnTo>
                  <a:lnTo>
                    <a:pt x="421" y="827"/>
                  </a:lnTo>
                  <a:lnTo>
                    <a:pt x="536" y="243"/>
                  </a:lnTo>
                  <a:cubicBezTo>
                    <a:pt x="555" y="128"/>
                    <a:pt x="479" y="23"/>
                    <a:pt x="364" y="4"/>
                  </a:cubicBezTo>
                  <a:cubicBezTo>
                    <a:pt x="351" y="2"/>
                    <a:pt x="338" y="1"/>
                    <a:pt x="325" y="1"/>
                  </a:cubicBezTo>
                  <a:close/>
                </a:path>
              </a:pathLst>
            </a:custGeom>
            <a:solidFill>
              <a:srgbClr val="99A8B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634" name="Google Shape;12634;p43"/>
            <p:cNvSpPr/>
            <p:nvPr/>
          </p:nvSpPr>
          <p:spPr>
            <a:xfrm>
              <a:off x="4223623" y="2645578"/>
              <a:ext cx="14811" cy="21743"/>
            </a:xfrm>
            <a:custGeom>
              <a:rect b="b" l="l" r="r" t="t"/>
              <a:pathLst>
                <a:path extrusionOk="0" h="828" w="564">
                  <a:moveTo>
                    <a:pt x="237" y="1"/>
                  </a:moveTo>
                  <a:cubicBezTo>
                    <a:pt x="120" y="1"/>
                    <a:pt x="1" y="91"/>
                    <a:pt x="28" y="244"/>
                  </a:cubicBezTo>
                  <a:lnTo>
                    <a:pt x="143" y="828"/>
                  </a:lnTo>
                  <a:lnTo>
                    <a:pt x="564" y="828"/>
                  </a:lnTo>
                  <a:lnTo>
                    <a:pt x="440" y="167"/>
                  </a:lnTo>
                  <a:cubicBezTo>
                    <a:pt x="415" y="52"/>
                    <a:pt x="326" y="1"/>
                    <a:pt x="237" y="1"/>
                  </a:cubicBezTo>
                  <a:close/>
                </a:path>
              </a:pathLst>
            </a:custGeom>
            <a:solidFill>
              <a:srgbClr val="99A8B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635" name="Google Shape;12635;p43"/>
            <p:cNvSpPr/>
            <p:nvPr/>
          </p:nvSpPr>
          <p:spPr>
            <a:xfrm>
              <a:off x="4077329" y="2460471"/>
              <a:ext cx="185002" cy="196057"/>
            </a:xfrm>
            <a:custGeom>
              <a:rect b="b" l="l" r="r" t="t"/>
              <a:pathLst>
                <a:path extrusionOk="0" h="7466" w="7045">
                  <a:moveTo>
                    <a:pt x="0" y="1"/>
                  </a:moveTo>
                  <a:lnTo>
                    <a:pt x="0" y="7255"/>
                  </a:lnTo>
                  <a:cubicBezTo>
                    <a:pt x="0" y="7370"/>
                    <a:pt x="96" y="7465"/>
                    <a:pt x="211" y="7465"/>
                  </a:cubicBezTo>
                  <a:lnTo>
                    <a:pt x="6843" y="7465"/>
                  </a:lnTo>
                  <a:cubicBezTo>
                    <a:pt x="6958" y="7465"/>
                    <a:pt x="7044" y="7370"/>
                    <a:pt x="7044" y="7255"/>
                  </a:cubicBezTo>
                  <a:lnTo>
                    <a:pt x="7044" y="1"/>
                  </a:lnTo>
                  <a:close/>
                </a:path>
              </a:pathLst>
            </a:custGeom>
            <a:solidFill>
              <a:srgbClr val="E2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636" name="Google Shape;12636;p43"/>
            <p:cNvSpPr/>
            <p:nvPr/>
          </p:nvSpPr>
          <p:spPr>
            <a:xfrm>
              <a:off x="4077329" y="2460471"/>
              <a:ext cx="185002" cy="16360"/>
            </a:xfrm>
            <a:custGeom>
              <a:rect b="b" l="l" r="r" t="t"/>
              <a:pathLst>
                <a:path extrusionOk="0" h="623" w="7045">
                  <a:moveTo>
                    <a:pt x="0" y="1"/>
                  </a:moveTo>
                  <a:lnTo>
                    <a:pt x="0" y="623"/>
                  </a:lnTo>
                  <a:lnTo>
                    <a:pt x="7044" y="623"/>
                  </a:lnTo>
                  <a:lnTo>
                    <a:pt x="7044" y="1"/>
                  </a:lnTo>
                  <a:close/>
                </a:path>
              </a:pathLst>
            </a:custGeom>
            <a:solidFill>
              <a:srgbClr val="C3CDD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637" name="Google Shape;12637;p43"/>
            <p:cNvSpPr/>
            <p:nvPr/>
          </p:nvSpPr>
          <p:spPr>
            <a:xfrm>
              <a:off x="4066510" y="2444137"/>
              <a:ext cx="206876" cy="21901"/>
            </a:xfrm>
            <a:custGeom>
              <a:rect b="b" l="l" r="r" t="t"/>
              <a:pathLst>
                <a:path extrusionOk="0" h="834" w="7878">
                  <a:moveTo>
                    <a:pt x="211" y="0"/>
                  </a:moveTo>
                  <a:cubicBezTo>
                    <a:pt x="97" y="0"/>
                    <a:pt x="1" y="96"/>
                    <a:pt x="1" y="211"/>
                  </a:cubicBezTo>
                  <a:lnTo>
                    <a:pt x="1" y="623"/>
                  </a:lnTo>
                  <a:cubicBezTo>
                    <a:pt x="1" y="737"/>
                    <a:pt x="97" y="833"/>
                    <a:pt x="211" y="833"/>
                  </a:cubicBezTo>
                  <a:lnTo>
                    <a:pt x="7667" y="833"/>
                  </a:lnTo>
                  <a:cubicBezTo>
                    <a:pt x="7781" y="833"/>
                    <a:pt x="7877" y="737"/>
                    <a:pt x="7877" y="623"/>
                  </a:cubicBezTo>
                  <a:lnTo>
                    <a:pt x="7877" y="211"/>
                  </a:lnTo>
                  <a:cubicBezTo>
                    <a:pt x="7877" y="96"/>
                    <a:pt x="7781" y="0"/>
                    <a:pt x="7667" y="0"/>
                  </a:cubicBezTo>
                  <a:close/>
                </a:path>
              </a:pathLst>
            </a:custGeom>
            <a:solidFill>
              <a:srgbClr val="BBC6C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638" name="Google Shape;12638;p43"/>
            <p:cNvSpPr/>
            <p:nvPr/>
          </p:nvSpPr>
          <p:spPr>
            <a:xfrm>
              <a:off x="4094161" y="2508186"/>
              <a:ext cx="148185" cy="106563"/>
            </a:xfrm>
            <a:custGeom>
              <a:rect b="b" l="l" r="r" t="t"/>
              <a:pathLst>
                <a:path extrusionOk="0" h="4058" w="5643">
                  <a:moveTo>
                    <a:pt x="4309" y="1"/>
                  </a:moveTo>
                  <a:cubicBezTo>
                    <a:pt x="3969" y="1"/>
                    <a:pt x="3972" y="519"/>
                    <a:pt x="4318" y="519"/>
                  </a:cubicBezTo>
                  <a:cubicBezTo>
                    <a:pt x="4324" y="519"/>
                    <a:pt x="4330" y="519"/>
                    <a:pt x="4336" y="519"/>
                  </a:cubicBezTo>
                  <a:lnTo>
                    <a:pt x="4738" y="519"/>
                  </a:lnTo>
                  <a:lnTo>
                    <a:pt x="2987" y="2280"/>
                  </a:lnTo>
                  <a:lnTo>
                    <a:pt x="2594" y="1887"/>
                  </a:lnTo>
                  <a:cubicBezTo>
                    <a:pt x="2503" y="1796"/>
                    <a:pt x="2384" y="1751"/>
                    <a:pt x="2264" y="1751"/>
                  </a:cubicBezTo>
                  <a:cubicBezTo>
                    <a:pt x="2144" y="1751"/>
                    <a:pt x="2025" y="1796"/>
                    <a:pt x="1934" y="1887"/>
                  </a:cubicBezTo>
                  <a:lnTo>
                    <a:pt x="211" y="3600"/>
                  </a:lnTo>
                  <a:cubicBezTo>
                    <a:pt x="0" y="3782"/>
                    <a:pt x="182" y="4058"/>
                    <a:pt x="390" y="4058"/>
                  </a:cubicBezTo>
                  <a:cubicBezTo>
                    <a:pt x="456" y="4058"/>
                    <a:pt x="525" y="4031"/>
                    <a:pt x="584" y="3964"/>
                  </a:cubicBezTo>
                  <a:lnTo>
                    <a:pt x="2259" y="2280"/>
                  </a:lnTo>
                  <a:lnTo>
                    <a:pt x="2661" y="2672"/>
                  </a:lnTo>
                  <a:cubicBezTo>
                    <a:pt x="2752" y="2763"/>
                    <a:pt x="2872" y="2808"/>
                    <a:pt x="2991" y="2808"/>
                  </a:cubicBezTo>
                  <a:cubicBezTo>
                    <a:pt x="3111" y="2808"/>
                    <a:pt x="3231" y="2763"/>
                    <a:pt x="3321" y="2672"/>
                  </a:cubicBezTo>
                  <a:lnTo>
                    <a:pt x="5111" y="882"/>
                  </a:lnTo>
                  <a:lnTo>
                    <a:pt x="5111" y="1294"/>
                  </a:lnTo>
                  <a:cubicBezTo>
                    <a:pt x="5097" y="1476"/>
                    <a:pt x="5233" y="1567"/>
                    <a:pt x="5370" y="1567"/>
                  </a:cubicBezTo>
                  <a:cubicBezTo>
                    <a:pt x="5506" y="1567"/>
                    <a:pt x="5642" y="1476"/>
                    <a:pt x="5628" y="1294"/>
                  </a:cubicBezTo>
                  <a:lnTo>
                    <a:pt x="5628" y="260"/>
                  </a:lnTo>
                  <a:cubicBezTo>
                    <a:pt x="5628" y="117"/>
                    <a:pt x="5513" y="2"/>
                    <a:pt x="5370" y="2"/>
                  </a:cubicBezTo>
                  <a:lnTo>
                    <a:pt x="4336" y="2"/>
                  </a:lnTo>
                  <a:cubicBezTo>
                    <a:pt x="4327" y="1"/>
                    <a:pt x="4318" y="1"/>
                    <a:pt x="4309" y="1"/>
                  </a:cubicBezTo>
                  <a:close/>
                </a:path>
              </a:pathLst>
            </a:custGeom>
            <a:solidFill>
              <a:srgbClr val="30496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639" name="Google Shape;12639;p43"/>
            <p:cNvSpPr/>
            <p:nvPr/>
          </p:nvSpPr>
          <p:spPr>
            <a:xfrm>
              <a:off x="4066510" y="2454930"/>
              <a:ext cx="206876" cy="11108"/>
            </a:xfrm>
            <a:custGeom>
              <a:rect b="b" l="l" r="r" t="t"/>
              <a:pathLst>
                <a:path extrusionOk="0" h="423" w="7878">
                  <a:moveTo>
                    <a:pt x="211" y="1"/>
                  </a:moveTo>
                  <a:cubicBezTo>
                    <a:pt x="97" y="1"/>
                    <a:pt x="1" y="97"/>
                    <a:pt x="1" y="212"/>
                  </a:cubicBezTo>
                  <a:cubicBezTo>
                    <a:pt x="1" y="326"/>
                    <a:pt x="97" y="422"/>
                    <a:pt x="211" y="422"/>
                  </a:cubicBezTo>
                  <a:lnTo>
                    <a:pt x="7667" y="422"/>
                  </a:lnTo>
                  <a:cubicBezTo>
                    <a:pt x="7781" y="422"/>
                    <a:pt x="7877" y="326"/>
                    <a:pt x="7877" y="212"/>
                  </a:cubicBezTo>
                  <a:cubicBezTo>
                    <a:pt x="7877" y="97"/>
                    <a:pt x="7781" y="1"/>
                    <a:pt x="7667" y="1"/>
                  </a:cubicBezTo>
                  <a:close/>
                </a:path>
              </a:pathLst>
            </a:custGeom>
            <a:solidFill>
              <a:srgbClr val="AAB8C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12640" name="Google Shape;12640;p43"/>
          <p:cNvSpPr/>
          <p:nvPr/>
        </p:nvSpPr>
        <p:spPr>
          <a:xfrm>
            <a:off x="2958206" y="3739320"/>
            <a:ext cx="28440" cy="133453"/>
          </a:xfrm>
          <a:custGeom>
            <a:rect b="b" l="l" r="r" t="t"/>
            <a:pathLst>
              <a:path extrusionOk="0" h="5082" w="1083">
                <a:moveTo>
                  <a:pt x="1" y="0"/>
                </a:moveTo>
                <a:lnTo>
                  <a:pt x="1" y="5082"/>
                </a:lnTo>
                <a:lnTo>
                  <a:pt x="1082" y="5082"/>
                </a:lnTo>
                <a:lnTo>
                  <a:pt x="1082" y="0"/>
                </a:lnTo>
                <a:close/>
              </a:path>
            </a:pathLst>
          </a:custGeom>
          <a:solidFill>
            <a:srgbClr val="C6CFD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nvGrpSpPr>
          <p:cNvPr id="12641" name="Google Shape;12641;p43"/>
          <p:cNvGrpSpPr/>
          <p:nvPr/>
        </p:nvGrpSpPr>
        <p:grpSpPr>
          <a:xfrm>
            <a:off x="2617693" y="3664925"/>
            <a:ext cx="420475" cy="326491"/>
            <a:chOff x="2617693" y="3817325"/>
            <a:chExt cx="420475" cy="326491"/>
          </a:xfrm>
        </p:grpSpPr>
        <p:sp>
          <p:nvSpPr>
            <p:cNvPr id="12642" name="Google Shape;12642;p43"/>
            <p:cNvSpPr/>
            <p:nvPr/>
          </p:nvSpPr>
          <p:spPr>
            <a:xfrm>
              <a:off x="2688542" y="3845712"/>
              <a:ext cx="337047" cy="217170"/>
            </a:xfrm>
            <a:custGeom>
              <a:rect b="b" l="l" r="r" t="t"/>
              <a:pathLst>
                <a:path extrusionOk="0" h="8270" w="12835">
                  <a:moveTo>
                    <a:pt x="12835" y="1"/>
                  </a:moveTo>
                  <a:lnTo>
                    <a:pt x="1" y="10"/>
                  </a:lnTo>
                  <a:lnTo>
                    <a:pt x="1" y="5284"/>
                  </a:lnTo>
                  <a:lnTo>
                    <a:pt x="900" y="5284"/>
                  </a:lnTo>
                  <a:lnTo>
                    <a:pt x="900" y="5867"/>
                  </a:lnTo>
                  <a:lnTo>
                    <a:pt x="1140" y="5944"/>
                  </a:lnTo>
                  <a:cubicBezTo>
                    <a:pt x="1274" y="5982"/>
                    <a:pt x="1417" y="6040"/>
                    <a:pt x="1542" y="6116"/>
                  </a:cubicBezTo>
                  <a:lnTo>
                    <a:pt x="1771" y="6231"/>
                  </a:lnTo>
                  <a:lnTo>
                    <a:pt x="2183" y="5819"/>
                  </a:lnTo>
                  <a:lnTo>
                    <a:pt x="2843" y="6480"/>
                  </a:lnTo>
                  <a:lnTo>
                    <a:pt x="2432" y="6891"/>
                  </a:lnTo>
                  <a:lnTo>
                    <a:pt x="2547" y="7121"/>
                  </a:lnTo>
                  <a:cubicBezTo>
                    <a:pt x="2623" y="7245"/>
                    <a:pt x="2681" y="7379"/>
                    <a:pt x="2719" y="7523"/>
                  </a:cubicBezTo>
                  <a:lnTo>
                    <a:pt x="2795" y="7762"/>
                  </a:lnTo>
                  <a:lnTo>
                    <a:pt x="3379" y="7762"/>
                  </a:lnTo>
                  <a:lnTo>
                    <a:pt x="3379" y="8269"/>
                  </a:lnTo>
                  <a:lnTo>
                    <a:pt x="12835" y="8269"/>
                  </a:lnTo>
                  <a:lnTo>
                    <a:pt x="12835" y="1"/>
                  </a:lnTo>
                  <a:close/>
                </a:path>
              </a:pathLst>
            </a:custGeom>
            <a:solidFill>
              <a:srgbClr val="DEE5E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643" name="Google Shape;12643;p43"/>
            <p:cNvSpPr/>
            <p:nvPr/>
          </p:nvSpPr>
          <p:spPr>
            <a:xfrm>
              <a:off x="2734786" y="4063119"/>
              <a:ext cx="57089" cy="27153"/>
            </a:xfrm>
            <a:custGeom>
              <a:rect b="b" l="l" r="r" t="t"/>
              <a:pathLst>
                <a:path extrusionOk="0" h="1034" w="2174">
                  <a:moveTo>
                    <a:pt x="1235" y="0"/>
                  </a:moveTo>
                  <a:lnTo>
                    <a:pt x="1235" y="38"/>
                  </a:lnTo>
                  <a:lnTo>
                    <a:pt x="479" y="38"/>
                  </a:lnTo>
                  <a:lnTo>
                    <a:pt x="479" y="48"/>
                  </a:lnTo>
                  <a:cubicBezTo>
                    <a:pt x="460" y="431"/>
                    <a:pt x="288" y="775"/>
                    <a:pt x="1" y="1034"/>
                  </a:cubicBezTo>
                  <a:lnTo>
                    <a:pt x="1379" y="1034"/>
                  </a:lnTo>
                  <a:cubicBezTo>
                    <a:pt x="1446" y="890"/>
                    <a:pt x="1494" y="747"/>
                    <a:pt x="1532" y="593"/>
                  </a:cubicBezTo>
                  <a:lnTo>
                    <a:pt x="2173" y="593"/>
                  </a:lnTo>
                  <a:lnTo>
                    <a:pt x="2173" y="0"/>
                  </a:lnTo>
                  <a:close/>
                </a:path>
              </a:pathLst>
            </a:custGeom>
            <a:solidFill>
              <a:srgbClr val="AAB6C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644" name="Google Shape;12644;p43"/>
            <p:cNvSpPr/>
            <p:nvPr/>
          </p:nvSpPr>
          <p:spPr>
            <a:xfrm>
              <a:off x="2747864" y="3991981"/>
              <a:ext cx="44012" cy="70902"/>
            </a:xfrm>
            <a:custGeom>
              <a:rect b="b" l="l" r="r" t="t"/>
              <a:pathLst>
                <a:path extrusionOk="0" h="2700" w="1676">
                  <a:moveTo>
                    <a:pt x="307" y="1"/>
                  </a:moveTo>
                  <a:lnTo>
                    <a:pt x="0" y="307"/>
                  </a:lnTo>
                  <a:lnTo>
                    <a:pt x="594" y="910"/>
                  </a:lnTo>
                  <a:lnTo>
                    <a:pt x="182" y="1321"/>
                  </a:lnTo>
                  <a:lnTo>
                    <a:pt x="297" y="1551"/>
                  </a:lnTo>
                  <a:cubicBezTo>
                    <a:pt x="364" y="1675"/>
                    <a:pt x="422" y="1819"/>
                    <a:pt x="469" y="1963"/>
                  </a:cubicBezTo>
                  <a:lnTo>
                    <a:pt x="546" y="2202"/>
                  </a:lnTo>
                  <a:lnTo>
                    <a:pt x="1130" y="2202"/>
                  </a:lnTo>
                  <a:lnTo>
                    <a:pt x="1130" y="2699"/>
                  </a:lnTo>
                  <a:lnTo>
                    <a:pt x="1675" y="2699"/>
                  </a:lnTo>
                  <a:lnTo>
                    <a:pt x="1675" y="2030"/>
                  </a:lnTo>
                  <a:lnTo>
                    <a:pt x="1034" y="2030"/>
                  </a:lnTo>
                  <a:cubicBezTo>
                    <a:pt x="977" y="1790"/>
                    <a:pt x="881" y="1561"/>
                    <a:pt x="757" y="1360"/>
                  </a:cubicBezTo>
                  <a:lnTo>
                    <a:pt x="1206" y="910"/>
                  </a:lnTo>
                  <a:lnTo>
                    <a:pt x="307" y="1"/>
                  </a:lnTo>
                  <a:close/>
                </a:path>
              </a:pathLst>
            </a:custGeom>
            <a:solidFill>
              <a:srgbClr val="D6DFE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645" name="Google Shape;12645;p43"/>
            <p:cNvSpPr/>
            <p:nvPr/>
          </p:nvSpPr>
          <p:spPr>
            <a:xfrm>
              <a:off x="2692823" y="3979927"/>
              <a:ext cx="49027" cy="29411"/>
            </a:xfrm>
            <a:custGeom>
              <a:rect b="b" l="l" r="r" t="t"/>
              <a:pathLst>
                <a:path extrusionOk="0" h="1120" w="1867">
                  <a:moveTo>
                    <a:pt x="1" y="0"/>
                  </a:moveTo>
                  <a:lnTo>
                    <a:pt x="1" y="163"/>
                  </a:lnTo>
                  <a:lnTo>
                    <a:pt x="737" y="163"/>
                  </a:lnTo>
                  <a:lnTo>
                    <a:pt x="737" y="756"/>
                  </a:lnTo>
                  <a:lnTo>
                    <a:pt x="977" y="833"/>
                  </a:lnTo>
                  <a:cubicBezTo>
                    <a:pt x="1111" y="871"/>
                    <a:pt x="1254" y="929"/>
                    <a:pt x="1379" y="996"/>
                  </a:cubicBezTo>
                  <a:lnTo>
                    <a:pt x="1608" y="1120"/>
                  </a:lnTo>
                  <a:lnTo>
                    <a:pt x="1867" y="862"/>
                  </a:lnTo>
                  <a:cubicBezTo>
                    <a:pt x="1675" y="766"/>
                    <a:pt x="1484" y="689"/>
                    <a:pt x="1283" y="632"/>
                  </a:cubicBezTo>
                  <a:lnTo>
                    <a:pt x="1283" y="0"/>
                  </a:lnTo>
                  <a:close/>
                </a:path>
              </a:pathLst>
            </a:custGeom>
            <a:solidFill>
              <a:srgbClr val="D6DFE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646" name="Google Shape;12646;p43"/>
            <p:cNvSpPr/>
            <p:nvPr/>
          </p:nvSpPr>
          <p:spPr>
            <a:xfrm>
              <a:off x="2688542" y="3845975"/>
              <a:ext cx="11344" cy="133979"/>
            </a:xfrm>
            <a:custGeom>
              <a:rect b="b" l="l" r="r" t="t"/>
              <a:pathLst>
                <a:path extrusionOk="0" h="5102" w="432">
                  <a:moveTo>
                    <a:pt x="1" y="0"/>
                  </a:moveTo>
                  <a:lnTo>
                    <a:pt x="1" y="5101"/>
                  </a:lnTo>
                  <a:lnTo>
                    <a:pt x="432" y="5101"/>
                  </a:lnTo>
                  <a:lnTo>
                    <a:pt x="432" y="0"/>
                  </a:lnTo>
                  <a:close/>
                </a:path>
              </a:pathLst>
            </a:custGeom>
            <a:solidFill>
              <a:srgbClr val="D6DFE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647" name="Google Shape;12647;p43"/>
            <p:cNvSpPr/>
            <p:nvPr/>
          </p:nvSpPr>
          <p:spPr>
            <a:xfrm>
              <a:off x="2688542" y="3844977"/>
              <a:ext cx="337047" cy="11082"/>
            </a:xfrm>
            <a:custGeom>
              <a:rect b="b" l="l" r="r" t="t"/>
              <a:pathLst>
                <a:path extrusionOk="0" h="422" w="12835">
                  <a:moveTo>
                    <a:pt x="1" y="0"/>
                  </a:moveTo>
                  <a:lnTo>
                    <a:pt x="1" y="421"/>
                  </a:lnTo>
                  <a:lnTo>
                    <a:pt x="12835" y="421"/>
                  </a:lnTo>
                  <a:lnTo>
                    <a:pt x="12835" y="0"/>
                  </a:lnTo>
                  <a:close/>
                </a:path>
              </a:pathLst>
            </a:custGeom>
            <a:solidFill>
              <a:srgbClr val="D6DFE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648" name="Google Shape;12648;p43"/>
            <p:cNvSpPr/>
            <p:nvPr/>
          </p:nvSpPr>
          <p:spPr>
            <a:xfrm>
              <a:off x="2723232" y="4061596"/>
              <a:ext cx="314936" cy="29936"/>
            </a:xfrm>
            <a:custGeom>
              <a:rect b="b" l="l" r="r" t="t"/>
              <a:pathLst>
                <a:path extrusionOk="0" h="1140" w="11993">
                  <a:moveTo>
                    <a:pt x="1675" y="1"/>
                  </a:moveTo>
                  <a:cubicBezTo>
                    <a:pt x="1647" y="1"/>
                    <a:pt x="1628" y="20"/>
                    <a:pt x="1628" y="39"/>
                  </a:cubicBezTo>
                  <a:lnTo>
                    <a:pt x="546" y="39"/>
                  </a:lnTo>
                  <a:cubicBezTo>
                    <a:pt x="517" y="39"/>
                    <a:pt x="498" y="68"/>
                    <a:pt x="498" y="96"/>
                  </a:cubicBezTo>
                  <a:lnTo>
                    <a:pt x="498" y="163"/>
                  </a:lnTo>
                  <a:lnTo>
                    <a:pt x="498" y="202"/>
                  </a:lnTo>
                  <a:lnTo>
                    <a:pt x="498" y="221"/>
                  </a:lnTo>
                  <a:lnTo>
                    <a:pt x="498" y="240"/>
                  </a:lnTo>
                  <a:cubicBezTo>
                    <a:pt x="460" y="565"/>
                    <a:pt x="297" y="852"/>
                    <a:pt x="39" y="1044"/>
                  </a:cubicBezTo>
                  <a:cubicBezTo>
                    <a:pt x="1" y="1072"/>
                    <a:pt x="20" y="1139"/>
                    <a:pt x="68" y="1139"/>
                  </a:cubicBezTo>
                  <a:lnTo>
                    <a:pt x="11935" y="1139"/>
                  </a:lnTo>
                  <a:cubicBezTo>
                    <a:pt x="11963" y="1139"/>
                    <a:pt x="11992" y="1111"/>
                    <a:pt x="11992" y="1082"/>
                  </a:cubicBezTo>
                  <a:lnTo>
                    <a:pt x="11992" y="48"/>
                  </a:lnTo>
                  <a:cubicBezTo>
                    <a:pt x="11983" y="20"/>
                    <a:pt x="11963" y="1"/>
                    <a:pt x="11935" y="1"/>
                  </a:cubicBezTo>
                  <a:close/>
                </a:path>
              </a:pathLst>
            </a:custGeom>
            <a:solidFill>
              <a:srgbClr val="465C7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649" name="Google Shape;12649;p43"/>
            <p:cNvSpPr/>
            <p:nvPr/>
          </p:nvSpPr>
          <p:spPr>
            <a:xfrm>
              <a:off x="2676226" y="3817325"/>
              <a:ext cx="361679" cy="29936"/>
            </a:xfrm>
            <a:custGeom>
              <a:rect b="b" l="l" r="r" t="t"/>
              <a:pathLst>
                <a:path extrusionOk="0" h="1140" w="13773">
                  <a:moveTo>
                    <a:pt x="49" y="0"/>
                  </a:moveTo>
                  <a:cubicBezTo>
                    <a:pt x="20" y="0"/>
                    <a:pt x="1" y="19"/>
                    <a:pt x="1" y="48"/>
                  </a:cubicBezTo>
                  <a:lnTo>
                    <a:pt x="1" y="1082"/>
                  </a:lnTo>
                  <a:cubicBezTo>
                    <a:pt x="1" y="1110"/>
                    <a:pt x="20" y="1139"/>
                    <a:pt x="49" y="1139"/>
                  </a:cubicBezTo>
                  <a:lnTo>
                    <a:pt x="13725" y="1139"/>
                  </a:lnTo>
                  <a:cubicBezTo>
                    <a:pt x="13753" y="1139"/>
                    <a:pt x="13773" y="1110"/>
                    <a:pt x="13773" y="1082"/>
                  </a:cubicBezTo>
                  <a:lnTo>
                    <a:pt x="13773" y="48"/>
                  </a:lnTo>
                  <a:cubicBezTo>
                    <a:pt x="13773" y="19"/>
                    <a:pt x="13753" y="0"/>
                    <a:pt x="13725" y="0"/>
                  </a:cubicBezTo>
                  <a:close/>
                </a:path>
              </a:pathLst>
            </a:custGeom>
            <a:solidFill>
              <a:srgbClr val="465C7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650" name="Google Shape;12650;p43"/>
            <p:cNvSpPr/>
            <p:nvPr/>
          </p:nvSpPr>
          <p:spPr>
            <a:xfrm>
              <a:off x="2812463" y="3959051"/>
              <a:ext cx="28413" cy="66123"/>
            </a:xfrm>
            <a:custGeom>
              <a:rect b="b" l="l" r="r" t="t"/>
              <a:pathLst>
                <a:path extrusionOk="0" h="2518" w="1082">
                  <a:moveTo>
                    <a:pt x="0" y="1"/>
                  </a:moveTo>
                  <a:lnTo>
                    <a:pt x="0" y="2518"/>
                  </a:lnTo>
                  <a:lnTo>
                    <a:pt x="1081" y="2518"/>
                  </a:lnTo>
                  <a:lnTo>
                    <a:pt x="1081" y="1"/>
                  </a:lnTo>
                  <a:close/>
                </a:path>
              </a:pathLst>
            </a:custGeom>
            <a:solidFill>
              <a:srgbClr val="7F91A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651" name="Google Shape;12651;p43"/>
            <p:cNvSpPr/>
            <p:nvPr/>
          </p:nvSpPr>
          <p:spPr>
            <a:xfrm>
              <a:off x="2860966" y="3930664"/>
              <a:ext cx="28413" cy="94510"/>
            </a:xfrm>
            <a:custGeom>
              <a:rect b="b" l="l" r="r" t="t"/>
              <a:pathLst>
                <a:path extrusionOk="0" h="3599" w="1082">
                  <a:moveTo>
                    <a:pt x="0" y="0"/>
                  </a:moveTo>
                  <a:lnTo>
                    <a:pt x="0" y="3599"/>
                  </a:lnTo>
                  <a:lnTo>
                    <a:pt x="1082" y="3599"/>
                  </a:lnTo>
                  <a:lnTo>
                    <a:pt x="1082" y="0"/>
                  </a:lnTo>
                  <a:close/>
                </a:path>
              </a:pathLst>
            </a:custGeom>
            <a:solidFill>
              <a:srgbClr val="657A8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652" name="Google Shape;12652;p43"/>
            <p:cNvSpPr/>
            <p:nvPr/>
          </p:nvSpPr>
          <p:spPr>
            <a:xfrm>
              <a:off x="2908207" y="3947759"/>
              <a:ext cx="28413" cy="77414"/>
            </a:xfrm>
            <a:custGeom>
              <a:rect b="b" l="l" r="r" t="t"/>
              <a:pathLst>
                <a:path extrusionOk="0" h="2948" w="1082">
                  <a:moveTo>
                    <a:pt x="0" y="0"/>
                  </a:moveTo>
                  <a:lnTo>
                    <a:pt x="0" y="2948"/>
                  </a:lnTo>
                  <a:lnTo>
                    <a:pt x="1082" y="2948"/>
                  </a:lnTo>
                  <a:lnTo>
                    <a:pt x="1082" y="0"/>
                  </a:lnTo>
                  <a:close/>
                </a:path>
              </a:pathLst>
            </a:custGeom>
            <a:solidFill>
              <a:srgbClr val="99A8B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653" name="Google Shape;12653;p43"/>
            <p:cNvSpPr/>
            <p:nvPr/>
          </p:nvSpPr>
          <p:spPr>
            <a:xfrm>
              <a:off x="2716693" y="3882161"/>
              <a:ext cx="54069" cy="13603"/>
            </a:xfrm>
            <a:custGeom>
              <a:rect b="b" l="l" r="r" t="t"/>
              <a:pathLst>
                <a:path extrusionOk="0" h="518" w="2059">
                  <a:moveTo>
                    <a:pt x="345" y="0"/>
                  </a:moveTo>
                  <a:cubicBezTo>
                    <a:pt x="1" y="0"/>
                    <a:pt x="1" y="517"/>
                    <a:pt x="345" y="517"/>
                  </a:cubicBezTo>
                  <a:lnTo>
                    <a:pt x="1714" y="517"/>
                  </a:lnTo>
                  <a:cubicBezTo>
                    <a:pt x="2058" y="517"/>
                    <a:pt x="2058" y="0"/>
                    <a:pt x="1714" y="0"/>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654" name="Google Shape;12654;p43"/>
            <p:cNvSpPr/>
            <p:nvPr/>
          </p:nvSpPr>
          <p:spPr>
            <a:xfrm>
              <a:off x="2716693" y="3904771"/>
              <a:ext cx="73659" cy="13340"/>
            </a:xfrm>
            <a:custGeom>
              <a:rect b="b" l="l" r="r" t="t"/>
              <a:pathLst>
                <a:path extrusionOk="0" h="508" w="2805">
                  <a:moveTo>
                    <a:pt x="345" y="1"/>
                  </a:moveTo>
                  <a:cubicBezTo>
                    <a:pt x="1" y="1"/>
                    <a:pt x="1" y="508"/>
                    <a:pt x="345" y="508"/>
                  </a:cubicBezTo>
                  <a:lnTo>
                    <a:pt x="2470" y="508"/>
                  </a:lnTo>
                  <a:cubicBezTo>
                    <a:pt x="2805" y="508"/>
                    <a:pt x="2805" y="1"/>
                    <a:pt x="2470" y="1"/>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655" name="Google Shape;12655;p43"/>
            <p:cNvSpPr/>
            <p:nvPr/>
          </p:nvSpPr>
          <p:spPr>
            <a:xfrm>
              <a:off x="2716693" y="3927145"/>
              <a:ext cx="73659" cy="13603"/>
            </a:xfrm>
            <a:custGeom>
              <a:rect b="b" l="l" r="r" t="t"/>
              <a:pathLst>
                <a:path extrusionOk="0" h="518" w="2805">
                  <a:moveTo>
                    <a:pt x="345" y="1"/>
                  </a:moveTo>
                  <a:cubicBezTo>
                    <a:pt x="1" y="1"/>
                    <a:pt x="1" y="517"/>
                    <a:pt x="345" y="517"/>
                  </a:cubicBezTo>
                  <a:lnTo>
                    <a:pt x="2470" y="517"/>
                  </a:lnTo>
                  <a:cubicBezTo>
                    <a:pt x="2805" y="517"/>
                    <a:pt x="2805" y="1"/>
                    <a:pt x="2470" y="1"/>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656" name="Google Shape;12656;p43"/>
            <p:cNvSpPr/>
            <p:nvPr/>
          </p:nvSpPr>
          <p:spPr>
            <a:xfrm>
              <a:off x="2716693" y="3949755"/>
              <a:ext cx="73659" cy="13603"/>
            </a:xfrm>
            <a:custGeom>
              <a:rect b="b" l="l" r="r" t="t"/>
              <a:pathLst>
                <a:path extrusionOk="0" h="518" w="2805">
                  <a:moveTo>
                    <a:pt x="345" y="1"/>
                  </a:moveTo>
                  <a:cubicBezTo>
                    <a:pt x="1" y="1"/>
                    <a:pt x="1" y="518"/>
                    <a:pt x="345" y="518"/>
                  </a:cubicBezTo>
                  <a:lnTo>
                    <a:pt x="2470" y="518"/>
                  </a:lnTo>
                  <a:cubicBezTo>
                    <a:pt x="2805" y="518"/>
                    <a:pt x="2805" y="1"/>
                    <a:pt x="2470" y="1"/>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657" name="Google Shape;12657;p43"/>
            <p:cNvSpPr/>
            <p:nvPr/>
          </p:nvSpPr>
          <p:spPr>
            <a:xfrm>
              <a:off x="2617693" y="3979428"/>
              <a:ext cx="164125" cy="164388"/>
            </a:xfrm>
            <a:custGeom>
              <a:rect b="b" l="l" r="r" t="t"/>
              <a:pathLst>
                <a:path extrusionOk="0" h="6260" w="6250">
                  <a:moveTo>
                    <a:pt x="3302" y="1866"/>
                  </a:moveTo>
                  <a:lnTo>
                    <a:pt x="3331" y="1876"/>
                  </a:lnTo>
                  <a:lnTo>
                    <a:pt x="3359" y="1876"/>
                  </a:lnTo>
                  <a:lnTo>
                    <a:pt x="3388" y="1885"/>
                  </a:lnTo>
                  <a:lnTo>
                    <a:pt x="3417" y="1895"/>
                  </a:lnTo>
                  <a:lnTo>
                    <a:pt x="3445" y="1905"/>
                  </a:lnTo>
                  <a:lnTo>
                    <a:pt x="3474" y="1905"/>
                  </a:lnTo>
                  <a:lnTo>
                    <a:pt x="3503" y="1924"/>
                  </a:lnTo>
                  <a:lnTo>
                    <a:pt x="3532" y="1933"/>
                  </a:lnTo>
                  <a:lnTo>
                    <a:pt x="3560" y="1943"/>
                  </a:lnTo>
                  <a:lnTo>
                    <a:pt x="3589" y="1952"/>
                  </a:lnTo>
                  <a:lnTo>
                    <a:pt x="3618" y="1972"/>
                  </a:lnTo>
                  <a:lnTo>
                    <a:pt x="3646" y="1981"/>
                  </a:lnTo>
                  <a:lnTo>
                    <a:pt x="3675" y="1991"/>
                  </a:lnTo>
                  <a:lnTo>
                    <a:pt x="3704" y="2010"/>
                  </a:lnTo>
                  <a:lnTo>
                    <a:pt x="3732" y="2019"/>
                  </a:lnTo>
                  <a:lnTo>
                    <a:pt x="3752" y="2039"/>
                  </a:lnTo>
                  <a:lnTo>
                    <a:pt x="3780" y="2058"/>
                  </a:lnTo>
                  <a:lnTo>
                    <a:pt x="3799" y="2067"/>
                  </a:lnTo>
                  <a:lnTo>
                    <a:pt x="3819" y="2086"/>
                  </a:lnTo>
                  <a:lnTo>
                    <a:pt x="3828" y="2086"/>
                  </a:lnTo>
                  <a:lnTo>
                    <a:pt x="3847" y="2096"/>
                  </a:lnTo>
                  <a:lnTo>
                    <a:pt x="3866" y="2115"/>
                  </a:lnTo>
                  <a:lnTo>
                    <a:pt x="3876" y="2115"/>
                  </a:lnTo>
                  <a:lnTo>
                    <a:pt x="3895" y="2125"/>
                  </a:lnTo>
                  <a:lnTo>
                    <a:pt x="3924" y="2153"/>
                  </a:lnTo>
                  <a:lnTo>
                    <a:pt x="3953" y="2182"/>
                  </a:lnTo>
                  <a:lnTo>
                    <a:pt x="3981" y="2211"/>
                  </a:lnTo>
                  <a:lnTo>
                    <a:pt x="3991" y="2220"/>
                  </a:lnTo>
                  <a:lnTo>
                    <a:pt x="4000" y="2230"/>
                  </a:lnTo>
                  <a:lnTo>
                    <a:pt x="4020" y="2249"/>
                  </a:lnTo>
                  <a:lnTo>
                    <a:pt x="4039" y="2268"/>
                  </a:lnTo>
                  <a:lnTo>
                    <a:pt x="4039" y="2278"/>
                  </a:lnTo>
                  <a:lnTo>
                    <a:pt x="4058" y="2297"/>
                  </a:lnTo>
                  <a:lnTo>
                    <a:pt x="4077" y="2316"/>
                  </a:lnTo>
                  <a:lnTo>
                    <a:pt x="4077" y="2326"/>
                  </a:lnTo>
                  <a:lnTo>
                    <a:pt x="4096" y="2345"/>
                  </a:lnTo>
                  <a:lnTo>
                    <a:pt x="4115" y="2364"/>
                  </a:lnTo>
                  <a:lnTo>
                    <a:pt x="4134" y="2393"/>
                  </a:lnTo>
                  <a:lnTo>
                    <a:pt x="4144" y="2421"/>
                  </a:lnTo>
                  <a:lnTo>
                    <a:pt x="4163" y="2441"/>
                  </a:lnTo>
                  <a:lnTo>
                    <a:pt x="4182" y="2469"/>
                  </a:lnTo>
                  <a:lnTo>
                    <a:pt x="4201" y="2498"/>
                  </a:lnTo>
                  <a:lnTo>
                    <a:pt x="4211" y="2527"/>
                  </a:lnTo>
                  <a:lnTo>
                    <a:pt x="4230" y="2555"/>
                  </a:lnTo>
                  <a:lnTo>
                    <a:pt x="4240" y="2575"/>
                  </a:lnTo>
                  <a:lnTo>
                    <a:pt x="4249" y="2603"/>
                  </a:lnTo>
                  <a:lnTo>
                    <a:pt x="4268" y="2632"/>
                  </a:lnTo>
                  <a:lnTo>
                    <a:pt x="4278" y="2661"/>
                  </a:lnTo>
                  <a:lnTo>
                    <a:pt x="4288" y="2689"/>
                  </a:lnTo>
                  <a:lnTo>
                    <a:pt x="4297" y="2728"/>
                  </a:lnTo>
                  <a:lnTo>
                    <a:pt x="4307" y="2747"/>
                  </a:lnTo>
                  <a:lnTo>
                    <a:pt x="4316" y="2775"/>
                  </a:lnTo>
                  <a:lnTo>
                    <a:pt x="4316" y="2785"/>
                  </a:lnTo>
                  <a:lnTo>
                    <a:pt x="4316" y="2814"/>
                  </a:lnTo>
                  <a:lnTo>
                    <a:pt x="4326" y="2842"/>
                  </a:lnTo>
                  <a:lnTo>
                    <a:pt x="4326" y="2852"/>
                  </a:lnTo>
                  <a:lnTo>
                    <a:pt x="4326" y="2871"/>
                  </a:lnTo>
                  <a:cubicBezTo>
                    <a:pt x="4326" y="2881"/>
                    <a:pt x="4326" y="2890"/>
                    <a:pt x="4326" y="2900"/>
                  </a:cubicBezTo>
                  <a:lnTo>
                    <a:pt x="4326" y="2909"/>
                  </a:lnTo>
                  <a:lnTo>
                    <a:pt x="4326" y="2929"/>
                  </a:lnTo>
                  <a:cubicBezTo>
                    <a:pt x="4326" y="2948"/>
                    <a:pt x="4326" y="2967"/>
                    <a:pt x="4335" y="2986"/>
                  </a:cubicBezTo>
                  <a:lnTo>
                    <a:pt x="4335" y="2996"/>
                  </a:lnTo>
                  <a:lnTo>
                    <a:pt x="4335" y="3024"/>
                  </a:lnTo>
                  <a:lnTo>
                    <a:pt x="4335" y="3034"/>
                  </a:lnTo>
                  <a:cubicBezTo>
                    <a:pt x="4422" y="3072"/>
                    <a:pt x="4431" y="3101"/>
                    <a:pt x="4431" y="3130"/>
                  </a:cubicBezTo>
                  <a:lnTo>
                    <a:pt x="4422" y="3130"/>
                  </a:lnTo>
                  <a:lnTo>
                    <a:pt x="4422" y="3206"/>
                  </a:lnTo>
                  <a:lnTo>
                    <a:pt x="4422" y="3225"/>
                  </a:lnTo>
                  <a:lnTo>
                    <a:pt x="4422" y="3283"/>
                  </a:lnTo>
                  <a:lnTo>
                    <a:pt x="4422" y="3302"/>
                  </a:lnTo>
                  <a:cubicBezTo>
                    <a:pt x="4422" y="3321"/>
                    <a:pt x="4422" y="3350"/>
                    <a:pt x="4412" y="3369"/>
                  </a:cubicBezTo>
                  <a:lnTo>
                    <a:pt x="4412" y="3378"/>
                  </a:lnTo>
                  <a:cubicBezTo>
                    <a:pt x="4412" y="3407"/>
                    <a:pt x="4402" y="3426"/>
                    <a:pt x="4402" y="3455"/>
                  </a:cubicBezTo>
                  <a:lnTo>
                    <a:pt x="4402" y="3465"/>
                  </a:lnTo>
                  <a:cubicBezTo>
                    <a:pt x="4402" y="3484"/>
                    <a:pt x="4383" y="3503"/>
                    <a:pt x="4383" y="3532"/>
                  </a:cubicBezTo>
                  <a:lnTo>
                    <a:pt x="4374" y="3551"/>
                  </a:lnTo>
                  <a:cubicBezTo>
                    <a:pt x="4364" y="3570"/>
                    <a:pt x="4364" y="3589"/>
                    <a:pt x="4355" y="3608"/>
                  </a:cubicBezTo>
                  <a:lnTo>
                    <a:pt x="4355" y="3618"/>
                  </a:lnTo>
                  <a:cubicBezTo>
                    <a:pt x="4335" y="3666"/>
                    <a:pt x="4307" y="3713"/>
                    <a:pt x="4288" y="3761"/>
                  </a:cubicBezTo>
                  <a:lnTo>
                    <a:pt x="4288" y="3771"/>
                  </a:lnTo>
                  <a:lnTo>
                    <a:pt x="4249" y="3828"/>
                  </a:lnTo>
                  <a:lnTo>
                    <a:pt x="4240" y="3838"/>
                  </a:lnTo>
                  <a:cubicBezTo>
                    <a:pt x="4201" y="3905"/>
                    <a:pt x="4154" y="3962"/>
                    <a:pt x="4096" y="4020"/>
                  </a:cubicBezTo>
                  <a:cubicBezTo>
                    <a:pt x="4048" y="4077"/>
                    <a:pt x="3981" y="4125"/>
                    <a:pt x="3924" y="4173"/>
                  </a:cubicBezTo>
                  <a:lnTo>
                    <a:pt x="3895" y="4192"/>
                  </a:lnTo>
                  <a:lnTo>
                    <a:pt x="3857" y="4221"/>
                  </a:lnTo>
                  <a:lnTo>
                    <a:pt x="3838" y="4230"/>
                  </a:lnTo>
                  <a:lnTo>
                    <a:pt x="3809" y="4240"/>
                  </a:lnTo>
                  <a:lnTo>
                    <a:pt x="3799" y="4249"/>
                  </a:lnTo>
                  <a:lnTo>
                    <a:pt x="3771" y="4268"/>
                  </a:lnTo>
                  <a:lnTo>
                    <a:pt x="3761" y="4268"/>
                  </a:lnTo>
                  <a:lnTo>
                    <a:pt x="3704" y="4297"/>
                  </a:lnTo>
                  <a:lnTo>
                    <a:pt x="3665" y="4307"/>
                  </a:lnTo>
                  <a:lnTo>
                    <a:pt x="3637" y="4326"/>
                  </a:lnTo>
                  <a:lnTo>
                    <a:pt x="3627" y="4326"/>
                  </a:lnTo>
                  <a:lnTo>
                    <a:pt x="3579" y="4335"/>
                  </a:lnTo>
                  <a:lnTo>
                    <a:pt x="3541" y="4335"/>
                  </a:lnTo>
                  <a:lnTo>
                    <a:pt x="3503" y="4355"/>
                  </a:lnTo>
                  <a:lnTo>
                    <a:pt x="3455" y="4355"/>
                  </a:lnTo>
                  <a:lnTo>
                    <a:pt x="3378" y="4374"/>
                  </a:lnTo>
                  <a:lnTo>
                    <a:pt x="3359" y="4374"/>
                  </a:lnTo>
                  <a:lnTo>
                    <a:pt x="3292" y="4383"/>
                  </a:lnTo>
                  <a:lnTo>
                    <a:pt x="2929" y="4383"/>
                  </a:lnTo>
                  <a:lnTo>
                    <a:pt x="2842" y="4364"/>
                  </a:lnTo>
                  <a:lnTo>
                    <a:pt x="2814" y="4364"/>
                  </a:lnTo>
                  <a:lnTo>
                    <a:pt x="2766" y="4345"/>
                  </a:lnTo>
                  <a:lnTo>
                    <a:pt x="2728" y="4335"/>
                  </a:lnTo>
                  <a:lnTo>
                    <a:pt x="2680" y="4316"/>
                  </a:lnTo>
                  <a:lnTo>
                    <a:pt x="2670" y="4316"/>
                  </a:lnTo>
                  <a:lnTo>
                    <a:pt x="2632" y="4307"/>
                  </a:lnTo>
                  <a:lnTo>
                    <a:pt x="2594" y="4288"/>
                  </a:lnTo>
                  <a:lnTo>
                    <a:pt x="2527" y="4259"/>
                  </a:lnTo>
                  <a:lnTo>
                    <a:pt x="2517" y="4259"/>
                  </a:lnTo>
                  <a:lnTo>
                    <a:pt x="2498" y="4249"/>
                  </a:lnTo>
                  <a:lnTo>
                    <a:pt x="2460" y="4221"/>
                  </a:lnTo>
                  <a:lnTo>
                    <a:pt x="2440" y="4211"/>
                  </a:lnTo>
                  <a:lnTo>
                    <a:pt x="2431" y="4211"/>
                  </a:lnTo>
                  <a:cubicBezTo>
                    <a:pt x="2106" y="4010"/>
                    <a:pt x="1895" y="3675"/>
                    <a:pt x="1838" y="3292"/>
                  </a:cubicBezTo>
                  <a:lnTo>
                    <a:pt x="1838" y="3283"/>
                  </a:lnTo>
                  <a:cubicBezTo>
                    <a:pt x="1838" y="3264"/>
                    <a:pt x="1838" y="3235"/>
                    <a:pt x="1838" y="3216"/>
                  </a:cubicBezTo>
                  <a:lnTo>
                    <a:pt x="1838" y="3197"/>
                  </a:lnTo>
                  <a:lnTo>
                    <a:pt x="1838" y="3120"/>
                  </a:lnTo>
                  <a:lnTo>
                    <a:pt x="1838" y="3024"/>
                  </a:lnTo>
                  <a:lnTo>
                    <a:pt x="1838" y="3015"/>
                  </a:lnTo>
                  <a:lnTo>
                    <a:pt x="1838" y="2986"/>
                  </a:lnTo>
                  <a:lnTo>
                    <a:pt x="1838" y="2976"/>
                  </a:lnTo>
                  <a:cubicBezTo>
                    <a:pt x="1838" y="2957"/>
                    <a:pt x="1838" y="2938"/>
                    <a:pt x="1838" y="2919"/>
                  </a:cubicBezTo>
                  <a:lnTo>
                    <a:pt x="1838" y="2909"/>
                  </a:lnTo>
                  <a:cubicBezTo>
                    <a:pt x="1838" y="2890"/>
                    <a:pt x="1838" y="2881"/>
                    <a:pt x="1847" y="2871"/>
                  </a:cubicBezTo>
                  <a:lnTo>
                    <a:pt x="1847" y="2842"/>
                  </a:lnTo>
                  <a:lnTo>
                    <a:pt x="1847" y="2833"/>
                  </a:lnTo>
                  <a:lnTo>
                    <a:pt x="1857" y="2804"/>
                  </a:lnTo>
                  <a:lnTo>
                    <a:pt x="1857" y="2785"/>
                  </a:lnTo>
                  <a:lnTo>
                    <a:pt x="1857" y="2775"/>
                  </a:lnTo>
                  <a:lnTo>
                    <a:pt x="1866" y="2747"/>
                  </a:lnTo>
                  <a:lnTo>
                    <a:pt x="1866" y="2718"/>
                  </a:lnTo>
                  <a:lnTo>
                    <a:pt x="1885" y="2689"/>
                  </a:lnTo>
                  <a:lnTo>
                    <a:pt x="1895" y="2661"/>
                  </a:lnTo>
                  <a:lnTo>
                    <a:pt x="1905" y="2632"/>
                  </a:lnTo>
                  <a:lnTo>
                    <a:pt x="1914" y="2603"/>
                  </a:lnTo>
                  <a:lnTo>
                    <a:pt x="1933" y="2575"/>
                  </a:lnTo>
                  <a:lnTo>
                    <a:pt x="1943" y="2546"/>
                  </a:lnTo>
                  <a:lnTo>
                    <a:pt x="1962" y="2517"/>
                  </a:lnTo>
                  <a:lnTo>
                    <a:pt x="1972" y="2498"/>
                  </a:lnTo>
                  <a:lnTo>
                    <a:pt x="1991" y="2469"/>
                  </a:lnTo>
                  <a:lnTo>
                    <a:pt x="2000" y="2441"/>
                  </a:lnTo>
                  <a:lnTo>
                    <a:pt x="2019" y="2412"/>
                  </a:lnTo>
                  <a:lnTo>
                    <a:pt x="2039" y="2393"/>
                  </a:lnTo>
                  <a:lnTo>
                    <a:pt x="2058" y="2364"/>
                  </a:lnTo>
                  <a:lnTo>
                    <a:pt x="2067" y="2335"/>
                  </a:lnTo>
                  <a:lnTo>
                    <a:pt x="2096" y="2316"/>
                  </a:lnTo>
                  <a:lnTo>
                    <a:pt x="2106" y="2297"/>
                  </a:lnTo>
                  <a:lnTo>
                    <a:pt x="2125" y="2268"/>
                  </a:lnTo>
                  <a:lnTo>
                    <a:pt x="2144" y="2259"/>
                  </a:lnTo>
                  <a:lnTo>
                    <a:pt x="2163" y="2230"/>
                  </a:lnTo>
                  <a:lnTo>
                    <a:pt x="2173" y="2220"/>
                  </a:lnTo>
                  <a:lnTo>
                    <a:pt x="2182" y="2211"/>
                  </a:lnTo>
                  <a:lnTo>
                    <a:pt x="2220" y="2173"/>
                  </a:lnTo>
                  <a:lnTo>
                    <a:pt x="2230" y="2173"/>
                  </a:lnTo>
                  <a:lnTo>
                    <a:pt x="2268" y="2134"/>
                  </a:lnTo>
                  <a:lnTo>
                    <a:pt x="2287" y="2125"/>
                  </a:lnTo>
                  <a:lnTo>
                    <a:pt x="2316" y="2096"/>
                  </a:lnTo>
                  <a:lnTo>
                    <a:pt x="2335" y="2086"/>
                  </a:lnTo>
                  <a:lnTo>
                    <a:pt x="2364" y="2067"/>
                  </a:lnTo>
                  <a:lnTo>
                    <a:pt x="2383" y="2048"/>
                  </a:lnTo>
                  <a:lnTo>
                    <a:pt x="2412" y="2029"/>
                  </a:lnTo>
                  <a:lnTo>
                    <a:pt x="2431" y="2019"/>
                  </a:lnTo>
                  <a:lnTo>
                    <a:pt x="2460" y="2010"/>
                  </a:lnTo>
                  <a:lnTo>
                    <a:pt x="2479" y="1991"/>
                  </a:lnTo>
                  <a:lnTo>
                    <a:pt x="2507" y="1981"/>
                  </a:lnTo>
                  <a:lnTo>
                    <a:pt x="2536" y="1972"/>
                  </a:lnTo>
                  <a:lnTo>
                    <a:pt x="2565" y="1952"/>
                  </a:lnTo>
                  <a:lnTo>
                    <a:pt x="2594" y="1943"/>
                  </a:lnTo>
                  <a:lnTo>
                    <a:pt x="2622" y="1933"/>
                  </a:lnTo>
                  <a:lnTo>
                    <a:pt x="2651" y="1924"/>
                  </a:lnTo>
                  <a:lnTo>
                    <a:pt x="2680" y="1905"/>
                  </a:lnTo>
                  <a:lnTo>
                    <a:pt x="2708" y="1905"/>
                  </a:lnTo>
                  <a:lnTo>
                    <a:pt x="2737" y="1895"/>
                  </a:lnTo>
                  <a:lnTo>
                    <a:pt x="2766" y="1885"/>
                  </a:lnTo>
                  <a:lnTo>
                    <a:pt x="2804" y="1876"/>
                  </a:lnTo>
                  <a:lnTo>
                    <a:pt x="2833" y="1876"/>
                  </a:lnTo>
                  <a:lnTo>
                    <a:pt x="2862" y="1866"/>
                  </a:lnTo>
                  <a:close/>
                  <a:moveTo>
                    <a:pt x="2507" y="0"/>
                  </a:moveTo>
                  <a:cubicBezTo>
                    <a:pt x="2460" y="0"/>
                    <a:pt x="2421" y="48"/>
                    <a:pt x="2421" y="96"/>
                  </a:cubicBezTo>
                  <a:lnTo>
                    <a:pt x="2421" y="641"/>
                  </a:lnTo>
                  <a:cubicBezTo>
                    <a:pt x="2230" y="699"/>
                    <a:pt x="2039" y="775"/>
                    <a:pt x="1866" y="871"/>
                  </a:cubicBezTo>
                  <a:lnTo>
                    <a:pt x="1483" y="488"/>
                  </a:lnTo>
                  <a:cubicBezTo>
                    <a:pt x="1464" y="469"/>
                    <a:pt x="1440" y="459"/>
                    <a:pt x="1416" y="459"/>
                  </a:cubicBezTo>
                  <a:cubicBezTo>
                    <a:pt x="1393" y="459"/>
                    <a:pt x="1369" y="469"/>
                    <a:pt x="1349" y="488"/>
                  </a:cubicBezTo>
                  <a:lnTo>
                    <a:pt x="479" y="1350"/>
                  </a:lnTo>
                  <a:cubicBezTo>
                    <a:pt x="440" y="1388"/>
                    <a:pt x="440" y="1445"/>
                    <a:pt x="479" y="1484"/>
                  </a:cubicBezTo>
                  <a:lnTo>
                    <a:pt x="871" y="1876"/>
                  </a:lnTo>
                  <a:cubicBezTo>
                    <a:pt x="775" y="2048"/>
                    <a:pt x="699" y="2230"/>
                    <a:pt x="641" y="2421"/>
                  </a:cubicBezTo>
                  <a:lnTo>
                    <a:pt x="96" y="2421"/>
                  </a:lnTo>
                  <a:cubicBezTo>
                    <a:pt x="38" y="2421"/>
                    <a:pt x="0" y="2460"/>
                    <a:pt x="0" y="2517"/>
                  </a:cubicBezTo>
                  <a:lnTo>
                    <a:pt x="0" y="3742"/>
                  </a:lnTo>
                  <a:cubicBezTo>
                    <a:pt x="0" y="3800"/>
                    <a:pt x="38" y="3838"/>
                    <a:pt x="96" y="3838"/>
                  </a:cubicBezTo>
                  <a:lnTo>
                    <a:pt x="641" y="3838"/>
                  </a:lnTo>
                  <a:cubicBezTo>
                    <a:pt x="699" y="4029"/>
                    <a:pt x="775" y="4211"/>
                    <a:pt x="871" y="4383"/>
                  </a:cubicBezTo>
                  <a:lnTo>
                    <a:pt x="479" y="4776"/>
                  </a:lnTo>
                  <a:cubicBezTo>
                    <a:pt x="440" y="4804"/>
                    <a:pt x="440" y="4871"/>
                    <a:pt x="479" y="4900"/>
                  </a:cubicBezTo>
                  <a:lnTo>
                    <a:pt x="1349" y="5771"/>
                  </a:lnTo>
                  <a:cubicBezTo>
                    <a:pt x="1369" y="5790"/>
                    <a:pt x="1393" y="5800"/>
                    <a:pt x="1416" y="5800"/>
                  </a:cubicBezTo>
                  <a:cubicBezTo>
                    <a:pt x="1440" y="5800"/>
                    <a:pt x="1464" y="5790"/>
                    <a:pt x="1483" y="5771"/>
                  </a:cubicBezTo>
                  <a:lnTo>
                    <a:pt x="1866" y="5388"/>
                  </a:lnTo>
                  <a:cubicBezTo>
                    <a:pt x="2039" y="5484"/>
                    <a:pt x="2230" y="5560"/>
                    <a:pt x="2421" y="5618"/>
                  </a:cubicBezTo>
                  <a:lnTo>
                    <a:pt x="2421" y="6163"/>
                  </a:lnTo>
                  <a:cubicBezTo>
                    <a:pt x="2421" y="6211"/>
                    <a:pt x="2460" y="6259"/>
                    <a:pt x="2507" y="6259"/>
                  </a:cubicBezTo>
                  <a:lnTo>
                    <a:pt x="3742" y="6259"/>
                  </a:lnTo>
                  <a:cubicBezTo>
                    <a:pt x="3790" y="6259"/>
                    <a:pt x="3838" y="6211"/>
                    <a:pt x="3838" y="6163"/>
                  </a:cubicBezTo>
                  <a:lnTo>
                    <a:pt x="3838" y="5618"/>
                  </a:lnTo>
                  <a:cubicBezTo>
                    <a:pt x="4029" y="5560"/>
                    <a:pt x="4211" y="5484"/>
                    <a:pt x="4383" y="5388"/>
                  </a:cubicBezTo>
                  <a:lnTo>
                    <a:pt x="4766" y="5771"/>
                  </a:lnTo>
                  <a:cubicBezTo>
                    <a:pt x="4785" y="5790"/>
                    <a:pt x="4809" y="5800"/>
                    <a:pt x="4833" y="5800"/>
                  </a:cubicBezTo>
                  <a:cubicBezTo>
                    <a:pt x="4857" y="5800"/>
                    <a:pt x="4881" y="5790"/>
                    <a:pt x="4900" y="5771"/>
                  </a:cubicBezTo>
                  <a:lnTo>
                    <a:pt x="5771" y="4900"/>
                  </a:lnTo>
                  <a:cubicBezTo>
                    <a:pt x="5809" y="4871"/>
                    <a:pt x="5809" y="4804"/>
                    <a:pt x="5771" y="4776"/>
                  </a:cubicBezTo>
                  <a:lnTo>
                    <a:pt x="5388" y="4383"/>
                  </a:lnTo>
                  <a:cubicBezTo>
                    <a:pt x="5484" y="4211"/>
                    <a:pt x="5560" y="4029"/>
                    <a:pt x="5608" y="3838"/>
                  </a:cubicBezTo>
                  <a:lnTo>
                    <a:pt x="6163" y="3838"/>
                  </a:lnTo>
                  <a:cubicBezTo>
                    <a:pt x="6211" y="3838"/>
                    <a:pt x="6249" y="3800"/>
                    <a:pt x="6249" y="3742"/>
                  </a:cubicBezTo>
                  <a:lnTo>
                    <a:pt x="6249" y="2517"/>
                  </a:lnTo>
                  <a:cubicBezTo>
                    <a:pt x="6249" y="2460"/>
                    <a:pt x="6211" y="2421"/>
                    <a:pt x="6163" y="2421"/>
                  </a:cubicBezTo>
                  <a:lnTo>
                    <a:pt x="5608" y="2421"/>
                  </a:lnTo>
                  <a:cubicBezTo>
                    <a:pt x="5560" y="2230"/>
                    <a:pt x="5484" y="2048"/>
                    <a:pt x="5388" y="1876"/>
                  </a:cubicBezTo>
                  <a:lnTo>
                    <a:pt x="5771" y="1484"/>
                  </a:lnTo>
                  <a:cubicBezTo>
                    <a:pt x="5809" y="1445"/>
                    <a:pt x="5809" y="1388"/>
                    <a:pt x="5771" y="1350"/>
                  </a:cubicBezTo>
                  <a:lnTo>
                    <a:pt x="4900" y="488"/>
                  </a:lnTo>
                  <a:cubicBezTo>
                    <a:pt x="4881" y="469"/>
                    <a:pt x="4857" y="459"/>
                    <a:pt x="4833" y="459"/>
                  </a:cubicBezTo>
                  <a:cubicBezTo>
                    <a:pt x="4809" y="459"/>
                    <a:pt x="4785" y="469"/>
                    <a:pt x="4766" y="488"/>
                  </a:cubicBezTo>
                  <a:lnTo>
                    <a:pt x="4383" y="871"/>
                  </a:lnTo>
                  <a:cubicBezTo>
                    <a:pt x="4211" y="775"/>
                    <a:pt x="4029" y="699"/>
                    <a:pt x="3838" y="641"/>
                  </a:cubicBezTo>
                  <a:lnTo>
                    <a:pt x="3838" y="96"/>
                  </a:lnTo>
                  <a:cubicBezTo>
                    <a:pt x="3838" y="48"/>
                    <a:pt x="3790" y="0"/>
                    <a:pt x="3742" y="0"/>
                  </a:cubicBezTo>
                  <a:close/>
                </a:path>
              </a:pathLst>
            </a:custGeom>
            <a:solidFill>
              <a:srgbClr val="E2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658" name="Google Shape;12658;p43"/>
            <p:cNvSpPr/>
            <p:nvPr/>
          </p:nvSpPr>
          <p:spPr>
            <a:xfrm>
              <a:off x="2658895" y="4028167"/>
              <a:ext cx="36711" cy="66622"/>
            </a:xfrm>
            <a:custGeom>
              <a:rect b="b" l="l" r="r" t="t"/>
              <a:pathLst>
                <a:path extrusionOk="0" h="2537" w="1398">
                  <a:moveTo>
                    <a:pt x="1015" y="1"/>
                  </a:moveTo>
                  <a:lnTo>
                    <a:pt x="977" y="10"/>
                  </a:lnTo>
                  <a:lnTo>
                    <a:pt x="948" y="20"/>
                  </a:lnTo>
                  <a:lnTo>
                    <a:pt x="919" y="29"/>
                  </a:lnTo>
                  <a:lnTo>
                    <a:pt x="891" y="39"/>
                  </a:lnTo>
                  <a:lnTo>
                    <a:pt x="852" y="49"/>
                  </a:lnTo>
                  <a:lnTo>
                    <a:pt x="833" y="58"/>
                  </a:lnTo>
                  <a:lnTo>
                    <a:pt x="795" y="68"/>
                  </a:lnTo>
                  <a:lnTo>
                    <a:pt x="776" y="77"/>
                  </a:lnTo>
                  <a:lnTo>
                    <a:pt x="738" y="96"/>
                  </a:lnTo>
                  <a:lnTo>
                    <a:pt x="718" y="106"/>
                  </a:lnTo>
                  <a:lnTo>
                    <a:pt x="690" y="125"/>
                  </a:lnTo>
                  <a:lnTo>
                    <a:pt x="661" y="135"/>
                  </a:lnTo>
                  <a:lnTo>
                    <a:pt x="632" y="154"/>
                  </a:lnTo>
                  <a:lnTo>
                    <a:pt x="613" y="163"/>
                  </a:lnTo>
                  <a:lnTo>
                    <a:pt x="584" y="183"/>
                  </a:lnTo>
                  <a:lnTo>
                    <a:pt x="565" y="192"/>
                  </a:lnTo>
                  <a:lnTo>
                    <a:pt x="537" y="211"/>
                  </a:lnTo>
                  <a:lnTo>
                    <a:pt x="517" y="230"/>
                  </a:lnTo>
                  <a:lnTo>
                    <a:pt x="489" y="250"/>
                  </a:lnTo>
                  <a:lnTo>
                    <a:pt x="479" y="259"/>
                  </a:lnTo>
                  <a:lnTo>
                    <a:pt x="431" y="297"/>
                  </a:lnTo>
                  <a:lnTo>
                    <a:pt x="383" y="336"/>
                  </a:lnTo>
                  <a:lnTo>
                    <a:pt x="374" y="355"/>
                  </a:lnTo>
                  <a:lnTo>
                    <a:pt x="364" y="364"/>
                  </a:lnTo>
                  <a:lnTo>
                    <a:pt x="345" y="384"/>
                  </a:lnTo>
                  <a:lnTo>
                    <a:pt x="336" y="403"/>
                  </a:lnTo>
                  <a:lnTo>
                    <a:pt x="307" y="422"/>
                  </a:lnTo>
                  <a:lnTo>
                    <a:pt x="269" y="451"/>
                  </a:lnTo>
                  <a:lnTo>
                    <a:pt x="249" y="479"/>
                  </a:lnTo>
                  <a:lnTo>
                    <a:pt x="230" y="498"/>
                  </a:lnTo>
                  <a:lnTo>
                    <a:pt x="211" y="527"/>
                  </a:lnTo>
                  <a:lnTo>
                    <a:pt x="192" y="556"/>
                  </a:lnTo>
                  <a:lnTo>
                    <a:pt x="173" y="585"/>
                  </a:lnTo>
                  <a:lnTo>
                    <a:pt x="163" y="604"/>
                  </a:lnTo>
                  <a:lnTo>
                    <a:pt x="144" y="632"/>
                  </a:lnTo>
                  <a:lnTo>
                    <a:pt x="135" y="661"/>
                  </a:lnTo>
                  <a:lnTo>
                    <a:pt x="115" y="690"/>
                  </a:lnTo>
                  <a:lnTo>
                    <a:pt x="106" y="719"/>
                  </a:lnTo>
                  <a:lnTo>
                    <a:pt x="96" y="747"/>
                  </a:lnTo>
                  <a:lnTo>
                    <a:pt x="77" y="776"/>
                  </a:lnTo>
                  <a:lnTo>
                    <a:pt x="68" y="805"/>
                  </a:lnTo>
                  <a:lnTo>
                    <a:pt x="58" y="833"/>
                  </a:lnTo>
                  <a:lnTo>
                    <a:pt x="48" y="862"/>
                  </a:lnTo>
                  <a:lnTo>
                    <a:pt x="39" y="891"/>
                  </a:lnTo>
                  <a:lnTo>
                    <a:pt x="29" y="919"/>
                  </a:lnTo>
                  <a:lnTo>
                    <a:pt x="29" y="929"/>
                  </a:lnTo>
                  <a:lnTo>
                    <a:pt x="29" y="948"/>
                  </a:lnTo>
                  <a:lnTo>
                    <a:pt x="10" y="986"/>
                  </a:lnTo>
                  <a:lnTo>
                    <a:pt x="10" y="1015"/>
                  </a:lnTo>
                  <a:cubicBezTo>
                    <a:pt x="10" y="1025"/>
                    <a:pt x="10" y="1034"/>
                    <a:pt x="1" y="1053"/>
                  </a:cubicBezTo>
                  <a:lnTo>
                    <a:pt x="1" y="1073"/>
                  </a:lnTo>
                  <a:cubicBezTo>
                    <a:pt x="1" y="1092"/>
                    <a:pt x="1" y="1111"/>
                    <a:pt x="1" y="1130"/>
                  </a:cubicBezTo>
                  <a:lnTo>
                    <a:pt x="1" y="1168"/>
                  </a:lnTo>
                  <a:lnTo>
                    <a:pt x="1" y="1264"/>
                  </a:lnTo>
                  <a:lnTo>
                    <a:pt x="1" y="1341"/>
                  </a:lnTo>
                  <a:lnTo>
                    <a:pt x="1" y="1360"/>
                  </a:lnTo>
                  <a:cubicBezTo>
                    <a:pt x="1" y="1379"/>
                    <a:pt x="1" y="1408"/>
                    <a:pt x="1" y="1427"/>
                  </a:cubicBezTo>
                  <a:lnTo>
                    <a:pt x="1" y="1436"/>
                  </a:lnTo>
                  <a:cubicBezTo>
                    <a:pt x="58" y="1819"/>
                    <a:pt x="278" y="2164"/>
                    <a:pt x="604" y="2365"/>
                  </a:cubicBezTo>
                  <a:lnTo>
                    <a:pt x="613" y="2374"/>
                  </a:lnTo>
                  <a:lnTo>
                    <a:pt x="623" y="2374"/>
                  </a:lnTo>
                  <a:lnTo>
                    <a:pt x="632" y="2384"/>
                  </a:lnTo>
                  <a:lnTo>
                    <a:pt x="680" y="2403"/>
                  </a:lnTo>
                  <a:lnTo>
                    <a:pt x="699" y="2412"/>
                  </a:lnTo>
                  <a:lnTo>
                    <a:pt x="709" y="2412"/>
                  </a:lnTo>
                  <a:lnTo>
                    <a:pt x="776" y="2451"/>
                  </a:lnTo>
                  <a:lnTo>
                    <a:pt x="804" y="2460"/>
                  </a:lnTo>
                  <a:lnTo>
                    <a:pt x="852" y="2479"/>
                  </a:lnTo>
                  <a:lnTo>
                    <a:pt x="862" y="2479"/>
                  </a:lnTo>
                  <a:lnTo>
                    <a:pt x="910" y="2499"/>
                  </a:lnTo>
                  <a:lnTo>
                    <a:pt x="948" y="2508"/>
                  </a:lnTo>
                  <a:lnTo>
                    <a:pt x="996" y="2518"/>
                  </a:lnTo>
                  <a:lnTo>
                    <a:pt x="1025" y="2527"/>
                  </a:lnTo>
                  <a:lnTo>
                    <a:pt x="1111" y="2537"/>
                  </a:lnTo>
                  <a:lnTo>
                    <a:pt x="1398" y="2537"/>
                  </a:lnTo>
                  <a:lnTo>
                    <a:pt x="1321" y="2527"/>
                  </a:lnTo>
                  <a:lnTo>
                    <a:pt x="1283" y="2518"/>
                  </a:lnTo>
                  <a:lnTo>
                    <a:pt x="1245" y="2508"/>
                  </a:lnTo>
                  <a:lnTo>
                    <a:pt x="1235" y="2508"/>
                  </a:lnTo>
                  <a:lnTo>
                    <a:pt x="1197" y="2499"/>
                  </a:lnTo>
                  <a:lnTo>
                    <a:pt x="1149" y="2479"/>
                  </a:lnTo>
                  <a:lnTo>
                    <a:pt x="1139" y="2479"/>
                  </a:lnTo>
                  <a:lnTo>
                    <a:pt x="1101" y="2460"/>
                  </a:lnTo>
                  <a:lnTo>
                    <a:pt x="1063" y="2451"/>
                  </a:lnTo>
                  <a:lnTo>
                    <a:pt x="996" y="2412"/>
                  </a:lnTo>
                  <a:lnTo>
                    <a:pt x="986" y="2412"/>
                  </a:lnTo>
                  <a:lnTo>
                    <a:pt x="967" y="2403"/>
                  </a:lnTo>
                  <a:lnTo>
                    <a:pt x="919" y="2384"/>
                  </a:lnTo>
                  <a:lnTo>
                    <a:pt x="910" y="2374"/>
                  </a:lnTo>
                  <a:lnTo>
                    <a:pt x="900" y="2374"/>
                  </a:lnTo>
                  <a:lnTo>
                    <a:pt x="891" y="2365"/>
                  </a:lnTo>
                  <a:cubicBezTo>
                    <a:pt x="565" y="2164"/>
                    <a:pt x="345" y="1819"/>
                    <a:pt x="288" y="1436"/>
                  </a:cubicBezTo>
                  <a:lnTo>
                    <a:pt x="288" y="1427"/>
                  </a:lnTo>
                  <a:cubicBezTo>
                    <a:pt x="288" y="1398"/>
                    <a:pt x="288" y="1379"/>
                    <a:pt x="288" y="1360"/>
                  </a:cubicBezTo>
                  <a:lnTo>
                    <a:pt x="288" y="1341"/>
                  </a:lnTo>
                  <a:lnTo>
                    <a:pt x="288" y="1264"/>
                  </a:lnTo>
                  <a:lnTo>
                    <a:pt x="288" y="1168"/>
                  </a:lnTo>
                  <a:lnTo>
                    <a:pt x="288" y="1130"/>
                  </a:lnTo>
                  <a:cubicBezTo>
                    <a:pt x="288" y="1111"/>
                    <a:pt x="288" y="1092"/>
                    <a:pt x="288" y="1073"/>
                  </a:cubicBezTo>
                  <a:lnTo>
                    <a:pt x="288" y="1053"/>
                  </a:lnTo>
                  <a:cubicBezTo>
                    <a:pt x="288" y="1034"/>
                    <a:pt x="288" y="1025"/>
                    <a:pt x="297" y="1015"/>
                  </a:cubicBezTo>
                  <a:lnTo>
                    <a:pt x="297" y="986"/>
                  </a:lnTo>
                  <a:lnTo>
                    <a:pt x="307" y="948"/>
                  </a:lnTo>
                  <a:lnTo>
                    <a:pt x="307" y="929"/>
                  </a:lnTo>
                  <a:lnTo>
                    <a:pt x="307" y="919"/>
                  </a:lnTo>
                  <a:lnTo>
                    <a:pt x="316" y="891"/>
                  </a:lnTo>
                  <a:lnTo>
                    <a:pt x="326" y="862"/>
                  </a:lnTo>
                  <a:lnTo>
                    <a:pt x="336" y="833"/>
                  </a:lnTo>
                  <a:lnTo>
                    <a:pt x="345" y="805"/>
                  </a:lnTo>
                  <a:lnTo>
                    <a:pt x="355" y="776"/>
                  </a:lnTo>
                  <a:lnTo>
                    <a:pt x="374" y="747"/>
                  </a:lnTo>
                  <a:lnTo>
                    <a:pt x="383" y="719"/>
                  </a:lnTo>
                  <a:lnTo>
                    <a:pt x="393" y="690"/>
                  </a:lnTo>
                  <a:lnTo>
                    <a:pt x="412" y="661"/>
                  </a:lnTo>
                  <a:lnTo>
                    <a:pt x="422" y="632"/>
                  </a:lnTo>
                  <a:lnTo>
                    <a:pt x="441" y="604"/>
                  </a:lnTo>
                  <a:lnTo>
                    <a:pt x="450" y="585"/>
                  </a:lnTo>
                  <a:lnTo>
                    <a:pt x="470" y="556"/>
                  </a:lnTo>
                  <a:lnTo>
                    <a:pt x="489" y="527"/>
                  </a:lnTo>
                  <a:lnTo>
                    <a:pt x="508" y="498"/>
                  </a:lnTo>
                  <a:lnTo>
                    <a:pt x="527" y="479"/>
                  </a:lnTo>
                  <a:lnTo>
                    <a:pt x="546" y="451"/>
                  </a:lnTo>
                  <a:lnTo>
                    <a:pt x="556" y="431"/>
                  </a:lnTo>
                  <a:lnTo>
                    <a:pt x="584" y="412"/>
                  </a:lnTo>
                  <a:lnTo>
                    <a:pt x="613" y="384"/>
                  </a:lnTo>
                  <a:lnTo>
                    <a:pt x="632" y="364"/>
                  </a:lnTo>
                  <a:lnTo>
                    <a:pt x="642" y="355"/>
                  </a:lnTo>
                  <a:lnTo>
                    <a:pt x="651" y="336"/>
                  </a:lnTo>
                  <a:lnTo>
                    <a:pt x="690" y="297"/>
                  </a:lnTo>
                  <a:lnTo>
                    <a:pt x="699" y="297"/>
                  </a:lnTo>
                  <a:lnTo>
                    <a:pt x="738" y="259"/>
                  </a:lnTo>
                  <a:lnTo>
                    <a:pt x="757" y="250"/>
                  </a:lnTo>
                  <a:lnTo>
                    <a:pt x="785" y="230"/>
                  </a:lnTo>
                  <a:lnTo>
                    <a:pt x="804" y="211"/>
                  </a:lnTo>
                  <a:lnTo>
                    <a:pt x="833" y="192"/>
                  </a:lnTo>
                  <a:lnTo>
                    <a:pt x="852" y="183"/>
                  </a:lnTo>
                  <a:lnTo>
                    <a:pt x="881" y="163"/>
                  </a:lnTo>
                  <a:lnTo>
                    <a:pt x="900" y="154"/>
                  </a:lnTo>
                  <a:lnTo>
                    <a:pt x="929" y="135"/>
                  </a:lnTo>
                  <a:lnTo>
                    <a:pt x="948" y="125"/>
                  </a:lnTo>
                  <a:lnTo>
                    <a:pt x="977" y="106"/>
                  </a:lnTo>
                  <a:lnTo>
                    <a:pt x="1005" y="96"/>
                  </a:lnTo>
                  <a:lnTo>
                    <a:pt x="1034" y="77"/>
                  </a:lnTo>
                  <a:lnTo>
                    <a:pt x="1063" y="68"/>
                  </a:lnTo>
                  <a:lnTo>
                    <a:pt x="1092" y="58"/>
                  </a:lnTo>
                  <a:lnTo>
                    <a:pt x="1120" y="49"/>
                  </a:lnTo>
                  <a:lnTo>
                    <a:pt x="1149" y="39"/>
                  </a:lnTo>
                  <a:lnTo>
                    <a:pt x="1178" y="29"/>
                  </a:lnTo>
                  <a:lnTo>
                    <a:pt x="1216" y="20"/>
                  </a:lnTo>
                  <a:lnTo>
                    <a:pt x="1245" y="10"/>
                  </a:lnTo>
                  <a:lnTo>
                    <a:pt x="1273" y="1"/>
                  </a:lnTo>
                  <a:close/>
                </a:path>
              </a:pathLst>
            </a:custGeom>
            <a:solidFill>
              <a:srgbClr val="AAB6C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2659" name="Google Shape;12659;p43"/>
          <p:cNvGrpSpPr/>
          <p:nvPr/>
        </p:nvGrpSpPr>
        <p:grpSpPr>
          <a:xfrm>
            <a:off x="3545301" y="2271123"/>
            <a:ext cx="358134" cy="356638"/>
            <a:chOff x="3545301" y="2423523"/>
            <a:chExt cx="358134" cy="356638"/>
          </a:xfrm>
        </p:grpSpPr>
        <p:sp>
          <p:nvSpPr>
            <p:cNvPr id="12660" name="Google Shape;12660;p43"/>
            <p:cNvSpPr/>
            <p:nvPr/>
          </p:nvSpPr>
          <p:spPr>
            <a:xfrm>
              <a:off x="3545301" y="2633630"/>
              <a:ext cx="64600" cy="146531"/>
            </a:xfrm>
            <a:custGeom>
              <a:rect b="b" l="l" r="r" t="t"/>
              <a:pathLst>
                <a:path extrusionOk="0" h="5580" w="2460">
                  <a:moveTo>
                    <a:pt x="354" y="0"/>
                  </a:moveTo>
                  <a:cubicBezTo>
                    <a:pt x="153" y="0"/>
                    <a:pt x="0" y="154"/>
                    <a:pt x="0" y="345"/>
                  </a:cubicBezTo>
                  <a:lnTo>
                    <a:pt x="0" y="5580"/>
                  </a:lnTo>
                  <a:lnTo>
                    <a:pt x="2460" y="5580"/>
                  </a:lnTo>
                  <a:lnTo>
                    <a:pt x="2460" y="345"/>
                  </a:lnTo>
                  <a:cubicBezTo>
                    <a:pt x="2460" y="154"/>
                    <a:pt x="2306" y="0"/>
                    <a:pt x="2115" y="0"/>
                  </a:cubicBezTo>
                  <a:close/>
                </a:path>
              </a:pathLst>
            </a:custGeom>
            <a:solidFill>
              <a:srgbClr val="94A3B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661" name="Google Shape;12661;p43"/>
            <p:cNvSpPr/>
            <p:nvPr/>
          </p:nvSpPr>
          <p:spPr>
            <a:xfrm>
              <a:off x="3545301" y="2633630"/>
              <a:ext cx="30934" cy="146531"/>
            </a:xfrm>
            <a:custGeom>
              <a:rect b="b" l="l" r="r" t="t"/>
              <a:pathLst>
                <a:path extrusionOk="0" h="5580" w="1178">
                  <a:moveTo>
                    <a:pt x="354" y="0"/>
                  </a:moveTo>
                  <a:cubicBezTo>
                    <a:pt x="153" y="0"/>
                    <a:pt x="0" y="154"/>
                    <a:pt x="0" y="345"/>
                  </a:cubicBezTo>
                  <a:lnTo>
                    <a:pt x="0" y="5580"/>
                  </a:lnTo>
                  <a:lnTo>
                    <a:pt x="833" y="5580"/>
                  </a:lnTo>
                  <a:lnTo>
                    <a:pt x="833" y="345"/>
                  </a:lnTo>
                  <a:cubicBezTo>
                    <a:pt x="833" y="154"/>
                    <a:pt x="986" y="0"/>
                    <a:pt x="1177" y="0"/>
                  </a:cubicBezTo>
                  <a:close/>
                </a:path>
              </a:pathLst>
            </a:custGeom>
            <a:solidFill>
              <a:srgbClr val="657A8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662" name="Google Shape;12662;p43"/>
            <p:cNvSpPr/>
            <p:nvPr/>
          </p:nvSpPr>
          <p:spPr>
            <a:xfrm>
              <a:off x="3643041" y="2597181"/>
              <a:ext cx="64888" cy="182980"/>
            </a:xfrm>
            <a:custGeom>
              <a:rect b="b" l="l" r="r" t="t"/>
              <a:pathLst>
                <a:path extrusionOk="0" h="6968" w="2471">
                  <a:moveTo>
                    <a:pt x="355" y="1"/>
                  </a:moveTo>
                  <a:cubicBezTo>
                    <a:pt x="164" y="10"/>
                    <a:pt x="1" y="163"/>
                    <a:pt x="1" y="355"/>
                  </a:cubicBezTo>
                  <a:lnTo>
                    <a:pt x="1" y="6968"/>
                  </a:lnTo>
                  <a:lnTo>
                    <a:pt x="2470" y="6968"/>
                  </a:lnTo>
                  <a:lnTo>
                    <a:pt x="2470" y="355"/>
                  </a:lnTo>
                  <a:cubicBezTo>
                    <a:pt x="2460" y="163"/>
                    <a:pt x="2307" y="10"/>
                    <a:pt x="2116" y="1"/>
                  </a:cubicBezTo>
                  <a:close/>
                </a:path>
              </a:pathLst>
            </a:custGeom>
            <a:solidFill>
              <a:srgbClr val="4E677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663" name="Google Shape;12663;p43"/>
            <p:cNvSpPr/>
            <p:nvPr/>
          </p:nvSpPr>
          <p:spPr>
            <a:xfrm>
              <a:off x="3643041" y="2597181"/>
              <a:ext cx="30961" cy="182980"/>
            </a:xfrm>
            <a:custGeom>
              <a:rect b="b" l="l" r="r" t="t"/>
              <a:pathLst>
                <a:path extrusionOk="0" h="6968" w="1179">
                  <a:moveTo>
                    <a:pt x="355" y="1"/>
                  </a:moveTo>
                  <a:cubicBezTo>
                    <a:pt x="154" y="10"/>
                    <a:pt x="1" y="163"/>
                    <a:pt x="1" y="355"/>
                  </a:cubicBezTo>
                  <a:lnTo>
                    <a:pt x="1" y="6968"/>
                  </a:lnTo>
                  <a:lnTo>
                    <a:pt x="824" y="6968"/>
                  </a:lnTo>
                  <a:lnTo>
                    <a:pt x="824" y="355"/>
                  </a:lnTo>
                  <a:cubicBezTo>
                    <a:pt x="824" y="163"/>
                    <a:pt x="977" y="10"/>
                    <a:pt x="1178" y="1"/>
                  </a:cubicBezTo>
                  <a:close/>
                </a:path>
              </a:pathLst>
            </a:custGeom>
            <a:solidFill>
              <a:srgbClr val="657A8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664" name="Google Shape;12664;p43"/>
            <p:cNvSpPr/>
            <p:nvPr/>
          </p:nvSpPr>
          <p:spPr>
            <a:xfrm>
              <a:off x="3740807" y="2560994"/>
              <a:ext cx="65125" cy="219166"/>
            </a:xfrm>
            <a:custGeom>
              <a:rect b="b" l="l" r="r" t="t"/>
              <a:pathLst>
                <a:path extrusionOk="0" h="8346" w="2480">
                  <a:moveTo>
                    <a:pt x="355" y="1"/>
                  </a:moveTo>
                  <a:cubicBezTo>
                    <a:pt x="163" y="1"/>
                    <a:pt x="10" y="163"/>
                    <a:pt x="1" y="355"/>
                  </a:cubicBezTo>
                  <a:lnTo>
                    <a:pt x="1" y="8346"/>
                  </a:lnTo>
                  <a:lnTo>
                    <a:pt x="2479" y="8346"/>
                  </a:lnTo>
                  <a:lnTo>
                    <a:pt x="2479" y="355"/>
                  </a:lnTo>
                  <a:cubicBezTo>
                    <a:pt x="2470" y="154"/>
                    <a:pt x="2307" y="1"/>
                    <a:pt x="2116" y="1"/>
                  </a:cubicBezTo>
                  <a:close/>
                </a:path>
              </a:pathLst>
            </a:custGeom>
            <a:solidFill>
              <a:srgbClr val="C0CAD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665" name="Google Shape;12665;p43"/>
            <p:cNvSpPr/>
            <p:nvPr/>
          </p:nvSpPr>
          <p:spPr>
            <a:xfrm>
              <a:off x="3740807" y="2560994"/>
              <a:ext cx="30934" cy="219166"/>
            </a:xfrm>
            <a:custGeom>
              <a:rect b="b" l="l" r="r" t="t"/>
              <a:pathLst>
                <a:path extrusionOk="0" h="8346" w="1178">
                  <a:moveTo>
                    <a:pt x="355" y="1"/>
                  </a:moveTo>
                  <a:cubicBezTo>
                    <a:pt x="163" y="1"/>
                    <a:pt x="10" y="163"/>
                    <a:pt x="1" y="355"/>
                  </a:cubicBezTo>
                  <a:lnTo>
                    <a:pt x="1" y="8346"/>
                  </a:lnTo>
                  <a:lnTo>
                    <a:pt x="824" y="8346"/>
                  </a:lnTo>
                  <a:lnTo>
                    <a:pt x="824" y="355"/>
                  </a:lnTo>
                  <a:cubicBezTo>
                    <a:pt x="833" y="163"/>
                    <a:pt x="986" y="1"/>
                    <a:pt x="1178" y="1"/>
                  </a:cubicBezTo>
                  <a:close/>
                </a:path>
              </a:pathLst>
            </a:custGeom>
            <a:solidFill>
              <a:srgbClr val="A9B7C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666" name="Google Shape;12666;p43"/>
            <p:cNvSpPr/>
            <p:nvPr/>
          </p:nvSpPr>
          <p:spPr>
            <a:xfrm>
              <a:off x="3838573" y="2524808"/>
              <a:ext cx="64862" cy="255352"/>
            </a:xfrm>
            <a:custGeom>
              <a:rect b="b" l="l" r="r" t="t"/>
              <a:pathLst>
                <a:path extrusionOk="0" h="9724" w="2470">
                  <a:moveTo>
                    <a:pt x="355" y="0"/>
                  </a:moveTo>
                  <a:cubicBezTo>
                    <a:pt x="163" y="0"/>
                    <a:pt x="10" y="163"/>
                    <a:pt x="1" y="355"/>
                  </a:cubicBezTo>
                  <a:lnTo>
                    <a:pt x="1" y="9724"/>
                  </a:lnTo>
                  <a:lnTo>
                    <a:pt x="2470" y="9724"/>
                  </a:lnTo>
                  <a:lnTo>
                    <a:pt x="2470" y="355"/>
                  </a:lnTo>
                  <a:cubicBezTo>
                    <a:pt x="2470" y="163"/>
                    <a:pt x="2307" y="0"/>
                    <a:pt x="2116" y="0"/>
                  </a:cubicBezTo>
                  <a:close/>
                </a:path>
              </a:pathLst>
            </a:custGeom>
            <a:solidFill>
              <a:srgbClr val="657A8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667" name="Google Shape;12667;p43"/>
            <p:cNvSpPr/>
            <p:nvPr/>
          </p:nvSpPr>
          <p:spPr>
            <a:xfrm>
              <a:off x="3838835" y="2524808"/>
              <a:ext cx="30934" cy="255352"/>
            </a:xfrm>
            <a:custGeom>
              <a:rect b="b" l="l" r="r" t="t"/>
              <a:pathLst>
                <a:path extrusionOk="0" h="9724" w="1178">
                  <a:moveTo>
                    <a:pt x="354" y="0"/>
                  </a:moveTo>
                  <a:cubicBezTo>
                    <a:pt x="153" y="0"/>
                    <a:pt x="0" y="163"/>
                    <a:pt x="0" y="355"/>
                  </a:cubicBezTo>
                  <a:lnTo>
                    <a:pt x="0" y="9724"/>
                  </a:lnTo>
                  <a:lnTo>
                    <a:pt x="823" y="9724"/>
                  </a:lnTo>
                  <a:lnTo>
                    <a:pt x="823" y="355"/>
                  </a:lnTo>
                  <a:cubicBezTo>
                    <a:pt x="823" y="154"/>
                    <a:pt x="976" y="0"/>
                    <a:pt x="1177" y="0"/>
                  </a:cubicBezTo>
                  <a:close/>
                </a:path>
              </a:pathLst>
            </a:custGeom>
            <a:solidFill>
              <a:srgbClr val="4E677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668" name="Google Shape;12668;p43"/>
            <p:cNvSpPr/>
            <p:nvPr/>
          </p:nvSpPr>
          <p:spPr>
            <a:xfrm>
              <a:off x="3560873" y="2423523"/>
              <a:ext cx="332767" cy="134241"/>
            </a:xfrm>
            <a:custGeom>
              <a:rect b="b" l="l" r="r" t="t"/>
              <a:pathLst>
                <a:path extrusionOk="0" h="5112" w="12672">
                  <a:moveTo>
                    <a:pt x="10171" y="0"/>
                  </a:moveTo>
                  <a:cubicBezTo>
                    <a:pt x="9996" y="0"/>
                    <a:pt x="9889" y="205"/>
                    <a:pt x="9992" y="355"/>
                  </a:cubicBezTo>
                  <a:lnTo>
                    <a:pt x="10355" y="872"/>
                  </a:lnTo>
                  <a:cubicBezTo>
                    <a:pt x="9140" y="1599"/>
                    <a:pt x="5274" y="3628"/>
                    <a:pt x="0" y="3628"/>
                  </a:cubicBezTo>
                  <a:lnTo>
                    <a:pt x="0" y="5111"/>
                  </a:lnTo>
                  <a:cubicBezTo>
                    <a:pt x="2871" y="5102"/>
                    <a:pt x="5714" y="4547"/>
                    <a:pt x="8374" y="3484"/>
                  </a:cubicBezTo>
                  <a:cubicBezTo>
                    <a:pt x="9351" y="3092"/>
                    <a:pt x="10298" y="2633"/>
                    <a:pt x="11207" y="2087"/>
                  </a:cubicBezTo>
                  <a:lnTo>
                    <a:pt x="11523" y="2546"/>
                  </a:lnTo>
                  <a:cubicBezTo>
                    <a:pt x="11568" y="2612"/>
                    <a:pt x="11636" y="2642"/>
                    <a:pt x="11703" y="2642"/>
                  </a:cubicBezTo>
                  <a:cubicBezTo>
                    <a:pt x="11793" y="2642"/>
                    <a:pt x="11883" y="2588"/>
                    <a:pt x="11915" y="2489"/>
                  </a:cubicBezTo>
                  <a:lnTo>
                    <a:pt x="12624" y="374"/>
                  </a:lnTo>
                  <a:cubicBezTo>
                    <a:pt x="12671" y="230"/>
                    <a:pt x="12566" y="77"/>
                    <a:pt x="12413" y="77"/>
                  </a:cubicBezTo>
                  <a:lnTo>
                    <a:pt x="10183" y="1"/>
                  </a:lnTo>
                  <a:cubicBezTo>
                    <a:pt x="10179" y="0"/>
                    <a:pt x="10175" y="0"/>
                    <a:pt x="10171" y="0"/>
                  </a:cubicBezTo>
                  <a:close/>
                </a:path>
              </a:pathLst>
            </a:custGeom>
            <a:solidFill>
              <a:srgbClr val="657A8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2669" name="Google Shape;12669;p43"/>
          <p:cNvGrpSpPr/>
          <p:nvPr/>
        </p:nvGrpSpPr>
        <p:grpSpPr>
          <a:xfrm>
            <a:off x="5766424" y="4122795"/>
            <a:ext cx="358161" cy="356926"/>
            <a:chOff x="5766424" y="4275195"/>
            <a:chExt cx="358161" cy="356926"/>
          </a:xfrm>
        </p:grpSpPr>
        <p:sp>
          <p:nvSpPr>
            <p:cNvPr id="12670" name="Google Shape;12670;p43"/>
            <p:cNvSpPr/>
            <p:nvPr/>
          </p:nvSpPr>
          <p:spPr>
            <a:xfrm>
              <a:off x="5766424" y="4485327"/>
              <a:ext cx="64862" cy="146793"/>
            </a:xfrm>
            <a:custGeom>
              <a:rect b="b" l="l" r="r" t="t"/>
              <a:pathLst>
                <a:path extrusionOk="0" h="5590" w="2470">
                  <a:moveTo>
                    <a:pt x="354" y="0"/>
                  </a:moveTo>
                  <a:cubicBezTo>
                    <a:pt x="163" y="0"/>
                    <a:pt x="0" y="153"/>
                    <a:pt x="0" y="354"/>
                  </a:cubicBezTo>
                  <a:lnTo>
                    <a:pt x="0" y="5589"/>
                  </a:lnTo>
                  <a:lnTo>
                    <a:pt x="2469" y="5589"/>
                  </a:lnTo>
                  <a:lnTo>
                    <a:pt x="2469" y="354"/>
                  </a:lnTo>
                  <a:cubicBezTo>
                    <a:pt x="2460" y="153"/>
                    <a:pt x="2307" y="0"/>
                    <a:pt x="2115" y="0"/>
                  </a:cubicBezTo>
                  <a:close/>
                </a:path>
              </a:pathLst>
            </a:custGeom>
            <a:solidFill>
              <a:srgbClr val="94A3B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671" name="Google Shape;12671;p43"/>
            <p:cNvSpPr/>
            <p:nvPr/>
          </p:nvSpPr>
          <p:spPr>
            <a:xfrm>
              <a:off x="5766661" y="4485327"/>
              <a:ext cx="30961" cy="146793"/>
            </a:xfrm>
            <a:custGeom>
              <a:rect b="b" l="l" r="r" t="t"/>
              <a:pathLst>
                <a:path extrusionOk="0" h="5590" w="1179">
                  <a:moveTo>
                    <a:pt x="355" y="0"/>
                  </a:moveTo>
                  <a:cubicBezTo>
                    <a:pt x="154" y="0"/>
                    <a:pt x="1" y="153"/>
                    <a:pt x="1" y="354"/>
                  </a:cubicBezTo>
                  <a:lnTo>
                    <a:pt x="1" y="5589"/>
                  </a:lnTo>
                  <a:lnTo>
                    <a:pt x="814" y="5589"/>
                  </a:lnTo>
                  <a:lnTo>
                    <a:pt x="814" y="354"/>
                  </a:lnTo>
                  <a:cubicBezTo>
                    <a:pt x="814" y="153"/>
                    <a:pt x="977" y="0"/>
                    <a:pt x="1178" y="0"/>
                  </a:cubicBezTo>
                  <a:close/>
                </a:path>
              </a:pathLst>
            </a:custGeom>
            <a:solidFill>
              <a:srgbClr val="657A8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672" name="Google Shape;12672;p43"/>
            <p:cNvSpPr/>
            <p:nvPr/>
          </p:nvSpPr>
          <p:spPr>
            <a:xfrm>
              <a:off x="5864190" y="4449115"/>
              <a:ext cx="64862" cy="183006"/>
            </a:xfrm>
            <a:custGeom>
              <a:rect b="b" l="l" r="r" t="t"/>
              <a:pathLst>
                <a:path extrusionOk="0" h="6969" w="2470">
                  <a:moveTo>
                    <a:pt x="354" y="1"/>
                  </a:moveTo>
                  <a:cubicBezTo>
                    <a:pt x="163" y="1"/>
                    <a:pt x="10" y="154"/>
                    <a:pt x="0" y="345"/>
                  </a:cubicBezTo>
                  <a:lnTo>
                    <a:pt x="0" y="6968"/>
                  </a:lnTo>
                  <a:lnTo>
                    <a:pt x="2469" y="6968"/>
                  </a:lnTo>
                  <a:lnTo>
                    <a:pt x="2469" y="345"/>
                  </a:lnTo>
                  <a:cubicBezTo>
                    <a:pt x="2469" y="154"/>
                    <a:pt x="2307" y="1"/>
                    <a:pt x="2115" y="1"/>
                  </a:cubicBezTo>
                  <a:close/>
                </a:path>
              </a:pathLst>
            </a:custGeom>
            <a:solidFill>
              <a:srgbClr val="4E677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673" name="Google Shape;12673;p43"/>
            <p:cNvSpPr/>
            <p:nvPr/>
          </p:nvSpPr>
          <p:spPr>
            <a:xfrm>
              <a:off x="5864190" y="4449115"/>
              <a:ext cx="30934" cy="183006"/>
            </a:xfrm>
            <a:custGeom>
              <a:rect b="b" l="l" r="r" t="t"/>
              <a:pathLst>
                <a:path extrusionOk="0" h="6969" w="1178">
                  <a:moveTo>
                    <a:pt x="354" y="1"/>
                  </a:moveTo>
                  <a:cubicBezTo>
                    <a:pt x="163" y="1"/>
                    <a:pt x="10" y="154"/>
                    <a:pt x="0" y="345"/>
                  </a:cubicBezTo>
                  <a:lnTo>
                    <a:pt x="0" y="6968"/>
                  </a:lnTo>
                  <a:lnTo>
                    <a:pt x="823" y="6968"/>
                  </a:lnTo>
                  <a:lnTo>
                    <a:pt x="823" y="345"/>
                  </a:lnTo>
                  <a:cubicBezTo>
                    <a:pt x="833" y="154"/>
                    <a:pt x="986" y="1"/>
                    <a:pt x="1177" y="1"/>
                  </a:cubicBezTo>
                  <a:close/>
                </a:path>
              </a:pathLst>
            </a:custGeom>
            <a:solidFill>
              <a:srgbClr val="657A8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674" name="Google Shape;12674;p43"/>
            <p:cNvSpPr/>
            <p:nvPr/>
          </p:nvSpPr>
          <p:spPr>
            <a:xfrm>
              <a:off x="5962193" y="4412692"/>
              <a:ext cx="64626" cy="219429"/>
            </a:xfrm>
            <a:custGeom>
              <a:rect b="b" l="l" r="r" t="t"/>
              <a:pathLst>
                <a:path extrusionOk="0" h="8356" w="2461">
                  <a:moveTo>
                    <a:pt x="345" y="0"/>
                  </a:moveTo>
                  <a:cubicBezTo>
                    <a:pt x="154" y="10"/>
                    <a:pt x="1" y="163"/>
                    <a:pt x="1" y="354"/>
                  </a:cubicBezTo>
                  <a:lnTo>
                    <a:pt x="1" y="8355"/>
                  </a:lnTo>
                  <a:lnTo>
                    <a:pt x="2460" y="8355"/>
                  </a:lnTo>
                  <a:lnTo>
                    <a:pt x="2460" y="354"/>
                  </a:lnTo>
                  <a:cubicBezTo>
                    <a:pt x="2460" y="163"/>
                    <a:pt x="2297" y="10"/>
                    <a:pt x="2106" y="0"/>
                  </a:cubicBezTo>
                  <a:close/>
                </a:path>
              </a:pathLst>
            </a:custGeom>
            <a:solidFill>
              <a:srgbClr val="C0CAD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675" name="Google Shape;12675;p43"/>
            <p:cNvSpPr/>
            <p:nvPr/>
          </p:nvSpPr>
          <p:spPr>
            <a:xfrm>
              <a:off x="5962193" y="4412692"/>
              <a:ext cx="30698" cy="219429"/>
            </a:xfrm>
            <a:custGeom>
              <a:rect b="b" l="l" r="r" t="t"/>
              <a:pathLst>
                <a:path extrusionOk="0" h="8356" w="1169">
                  <a:moveTo>
                    <a:pt x="345" y="0"/>
                  </a:moveTo>
                  <a:cubicBezTo>
                    <a:pt x="154" y="10"/>
                    <a:pt x="1" y="163"/>
                    <a:pt x="1" y="354"/>
                  </a:cubicBezTo>
                  <a:lnTo>
                    <a:pt x="1" y="8355"/>
                  </a:lnTo>
                  <a:lnTo>
                    <a:pt x="824" y="8355"/>
                  </a:lnTo>
                  <a:lnTo>
                    <a:pt x="824" y="354"/>
                  </a:lnTo>
                  <a:cubicBezTo>
                    <a:pt x="824" y="163"/>
                    <a:pt x="977" y="10"/>
                    <a:pt x="1168" y="0"/>
                  </a:cubicBezTo>
                  <a:close/>
                </a:path>
              </a:pathLst>
            </a:custGeom>
            <a:solidFill>
              <a:srgbClr val="A9B7C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676" name="Google Shape;12676;p43"/>
            <p:cNvSpPr/>
            <p:nvPr/>
          </p:nvSpPr>
          <p:spPr>
            <a:xfrm>
              <a:off x="6059959" y="4376506"/>
              <a:ext cx="64626" cy="255615"/>
            </a:xfrm>
            <a:custGeom>
              <a:rect b="b" l="l" r="r" t="t"/>
              <a:pathLst>
                <a:path extrusionOk="0" h="9734" w="2461">
                  <a:moveTo>
                    <a:pt x="355" y="0"/>
                  </a:moveTo>
                  <a:cubicBezTo>
                    <a:pt x="154" y="0"/>
                    <a:pt x="0" y="163"/>
                    <a:pt x="0" y="354"/>
                  </a:cubicBezTo>
                  <a:lnTo>
                    <a:pt x="0" y="9733"/>
                  </a:lnTo>
                  <a:lnTo>
                    <a:pt x="2460" y="9733"/>
                  </a:lnTo>
                  <a:lnTo>
                    <a:pt x="2460" y="354"/>
                  </a:lnTo>
                  <a:cubicBezTo>
                    <a:pt x="2460" y="163"/>
                    <a:pt x="2307" y="10"/>
                    <a:pt x="2115" y="0"/>
                  </a:cubicBezTo>
                  <a:close/>
                </a:path>
              </a:pathLst>
            </a:custGeom>
            <a:solidFill>
              <a:srgbClr val="657A8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677" name="Google Shape;12677;p43"/>
            <p:cNvSpPr/>
            <p:nvPr/>
          </p:nvSpPr>
          <p:spPr>
            <a:xfrm>
              <a:off x="6059959" y="4376506"/>
              <a:ext cx="30934" cy="255615"/>
            </a:xfrm>
            <a:custGeom>
              <a:rect b="b" l="l" r="r" t="t"/>
              <a:pathLst>
                <a:path extrusionOk="0" h="9734" w="1178">
                  <a:moveTo>
                    <a:pt x="355" y="0"/>
                  </a:moveTo>
                  <a:cubicBezTo>
                    <a:pt x="154" y="0"/>
                    <a:pt x="0" y="163"/>
                    <a:pt x="0" y="354"/>
                  </a:cubicBezTo>
                  <a:lnTo>
                    <a:pt x="0" y="9733"/>
                  </a:lnTo>
                  <a:lnTo>
                    <a:pt x="824" y="9733"/>
                  </a:lnTo>
                  <a:lnTo>
                    <a:pt x="824" y="354"/>
                  </a:lnTo>
                  <a:cubicBezTo>
                    <a:pt x="824" y="163"/>
                    <a:pt x="977" y="0"/>
                    <a:pt x="1178" y="0"/>
                  </a:cubicBezTo>
                  <a:close/>
                </a:path>
              </a:pathLst>
            </a:custGeom>
            <a:solidFill>
              <a:srgbClr val="4E677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678" name="Google Shape;12678;p43"/>
            <p:cNvSpPr/>
            <p:nvPr/>
          </p:nvSpPr>
          <p:spPr>
            <a:xfrm>
              <a:off x="5781997" y="4275195"/>
              <a:ext cx="332767" cy="134241"/>
            </a:xfrm>
            <a:custGeom>
              <a:rect b="b" l="l" r="r" t="t"/>
              <a:pathLst>
                <a:path extrusionOk="0" h="5112" w="12672">
                  <a:moveTo>
                    <a:pt x="10172" y="1"/>
                  </a:moveTo>
                  <a:cubicBezTo>
                    <a:pt x="9997" y="1"/>
                    <a:pt x="9889" y="206"/>
                    <a:pt x="9992" y="355"/>
                  </a:cubicBezTo>
                  <a:lnTo>
                    <a:pt x="10356" y="872"/>
                  </a:lnTo>
                  <a:cubicBezTo>
                    <a:pt x="9150" y="1590"/>
                    <a:pt x="5274" y="3628"/>
                    <a:pt x="1" y="3628"/>
                  </a:cubicBezTo>
                  <a:lnTo>
                    <a:pt x="1" y="5112"/>
                  </a:lnTo>
                  <a:cubicBezTo>
                    <a:pt x="2872" y="5102"/>
                    <a:pt x="5714" y="4547"/>
                    <a:pt x="8375" y="3485"/>
                  </a:cubicBezTo>
                  <a:cubicBezTo>
                    <a:pt x="9360" y="3093"/>
                    <a:pt x="10298" y="2624"/>
                    <a:pt x="11208" y="2088"/>
                  </a:cubicBezTo>
                  <a:lnTo>
                    <a:pt x="11523" y="2547"/>
                  </a:lnTo>
                  <a:cubicBezTo>
                    <a:pt x="11568" y="2612"/>
                    <a:pt x="11636" y="2643"/>
                    <a:pt x="11703" y="2643"/>
                  </a:cubicBezTo>
                  <a:cubicBezTo>
                    <a:pt x="11793" y="2643"/>
                    <a:pt x="11883" y="2588"/>
                    <a:pt x="11916" y="2490"/>
                  </a:cubicBezTo>
                  <a:lnTo>
                    <a:pt x="12624" y="375"/>
                  </a:lnTo>
                  <a:cubicBezTo>
                    <a:pt x="12672" y="231"/>
                    <a:pt x="12567" y="78"/>
                    <a:pt x="12413" y="78"/>
                  </a:cubicBezTo>
                  <a:lnTo>
                    <a:pt x="10184" y="1"/>
                  </a:lnTo>
                  <a:cubicBezTo>
                    <a:pt x="10179" y="1"/>
                    <a:pt x="10176" y="1"/>
                    <a:pt x="10172" y="1"/>
                  </a:cubicBezTo>
                  <a:close/>
                </a:path>
              </a:pathLst>
            </a:custGeom>
            <a:solidFill>
              <a:srgbClr val="657A8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2679" name="Google Shape;12679;p43"/>
          <p:cNvGrpSpPr/>
          <p:nvPr/>
        </p:nvGrpSpPr>
        <p:grpSpPr>
          <a:xfrm>
            <a:off x="3531462" y="3672199"/>
            <a:ext cx="377252" cy="324233"/>
            <a:chOff x="3531462" y="3824599"/>
            <a:chExt cx="377252" cy="324233"/>
          </a:xfrm>
        </p:grpSpPr>
        <p:sp>
          <p:nvSpPr>
            <p:cNvPr id="12680" name="Google Shape;12680;p43"/>
            <p:cNvSpPr/>
            <p:nvPr/>
          </p:nvSpPr>
          <p:spPr>
            <a:xfrm>
              <a:off x="3573189" y="3854772"/>
              <a:ext cx="294059" cy="294059"/>
            </a:xfrm>
            <a:custGeom>
              <a:rect b="b" l="l" r="r" t="t"/>
              <a:pathLst>
                <a:path extrusionOk="0" h="11198" w="11198">
                  <a:moveTo>
                    <a:pt x="5599" y="0"/>
                  </a:moveTo>
                  <a:cubicBezTo>
                    <a:pt x="2508" y="0"/>
                    <a:pt x="0" y="2508"/>
                    <a:pt x="0" y="5599"/>
                  </a:cubicBezTo>
                  <a:cubicBezTo>
                    <a:pt x="0" y="8690"/>
                    <a:pt x="2508" y="11197"/>
                    <a:pt x="5599" y="11197"/>
                  </a:cubicBezTo>
                  <a:cubicBezTo>
                    <a:pt x="8690" y="11197"/>
                    <a:pt x="11198" y="8690"/>
                    <a:pt x="11198" y="5599"/>
                  </a:cubicBezTo>
                  <a:cubicBezTo>
                    <a:pt x="11198" y="2508"/>
                    <a:pt x="8690" y="0"/>
                    <a:pt x="5599" y="0"/>
                  </a:cubicBezTo>
                  <a:close/>
                </a:path>
              </a:pathLst>
            </a:custGeom>
            <a:solidFill>
              <a:srgbClr val="566D8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681" name="Google Shape;12681;p43"/>
            <p:cNvSpPr/>
            <p:nvPr/>
          </p:nvSpPr>
          <p:spPr>
            <a:xfrm>
              <a:off x="3719457" y="3939461"/>
              <a:ext cx="78439" cy="102808"/>
            </a:xfrm>
            <a:custGeom>
              <a:rect b="b" l="l" r="r" t="t"/>
              <a:pathLst>
                <a:path extrusionOk="0" h="3915" w="2987">
                  <a:moveTo>
                    <a:pt x="0" y="0"/>
                  </a:moveTo>
                  <a:lnTo>
                    <a:pt x="39" y="2403"/>
                  </a:lnTo>
                  <a:lnTo>
                    <a:pt x="1838" y="3915"/>
                  </a:lnTo>
                  <a:lnTo>
                    <a:pt x="1981" y="3704"/>
                  </a:lnTo>
                  <a:cubicBezTo>
                    <a:pt x="2986" y="2221"/>
                    <a:pt x="2039" y="201"/>
                    <a:pt x="259" y="29"/>
                  </a:cubicBezTo>
                  <a:lnTo>
                    <a:pt x="0" y="0"/>
                  </a:lnTo>
                  <a:close/>
                </a:path>
              </a:pathLst>
            </a:custGeom>
            <a:solidFill>
              <a:srgbClr val="ACB9C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682" name="Google Shape;12682;p43"/>
            <p:cNvSpPr/>
            <p:nvPr/>
          </p:nvSpPr>
          <p:spPr>
            <a:xfrm>
              <a:off x="3719195" y="3878144"/>
              <a:ext cx="156851" cy="203594"/>
            </a:xfrm>
            <a:custGeom>
              <a:rect b="b" l="l" r="r" t="t"/>
              <a:pathLst>
                <a:path extrusionOk="0" h="7753" w="5973">
                  <a:moveTo>
                    <a:pt x="1" y="0"/>
                  </a:moveTo>
                  <a:lnTo>
                    <a:pt x="20" y="2374"/>
                  </a:lnTo>
                  <a:lnTo>
                    <a:pt x="230" y="2393"/>
                  </a:lnTo>
                  <a:cubicBezTo>
                    <a:pt x="1436" y="2498"/>
                    <a:pt x="2365" y="3503"/>
                    <a:pt x="2365" y="4709"/>
                  </a:cubicBezTo>
                  <a:cubicBezTo>
                    <a:pt x="2365" y="5187"/>
                    <a:pt x="2221" y="5656"/>
                    <a:pt x="1943" y="6049"/>
                  </a:cubicBezTo>
                  <a:lnTo>
                    <a:pt x="1819" y="6231"/>
                  </a:lnTo>
                  <a:lnTo>
                    <a:pt x="3637" y="7752"/>
                  </a:lnTo>
                  <a:lnTo>
                    <a:pt x="3781" y="7561"/>
                  </a:lnTo>
                  <a:lnTo>
                    <a:pt x="3800" y="7542"/>
                  </a:lnTo>
                  <a:lnTo>
                    <a:pt x="3858" y="7465"/>
                  </a:lnTo>
                  <a:cubicBezTo>
                    <a:pt x="5973" y="4527"/>
                    <a:pt x="4125" y="412"/>
                    <a:pt x="537" y="29"/>
                  </a:cubicBezTo>
                  <a:lnTo>
                    <a:pt x="403" y="19"/>
                  </a:lnTo>
                  <a:lnTo>
                    <a:pt x="374" y="19"/>
                  </a:lnTo>
                  <a:lnTo>
                    <a:pt x="269" y="10"/>
                  </a:lnTo>
                  <a:lnTo>
                    <a:pt x="1" y="0"/>
                  </a:lnTo>
                  <a:close/>
                </a:path>
              </a:pathLst>
            </a:custGeom>
            <a:solidFill>
              <a:srgbClr val="203B5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683" name="Google Shape;12683;p43"/>
            <p:cNvSpPr/>
            <p:nvPr/>
          </p:nvSpPr>
          <p:spPr>
            <a:xfrm>
              <a:off x="3718959" y="3824599"/>
              <a:ext cx="189755" cy="287048"/>
            </a:xfrm>
            <a:custGeom>
              <a:rect b="b" l="l" r="r" t="t"/>
              <a:pathLst>
                <a:path extrusionOk="0" h="10931" w="7226">
                  <a:moveTo>
                    <a:pt x="421" y="1"/>
                  </a:moveTo>
                  <a:cubicBezTo>
                    <a:pt x="192" y="10"/>
                    <a:pt x="0" y="192"/>
                    <a:pt x="0" y="432"/>
                  </a:cubicBezTo>
                  <a:lnTo>
                    <a:pt x="10" y="2068"/>
                  </a:lnTo>
                  <a:lnTo>
                    <a:pt x="239" y="2078"/>
                  </a:lnTo>
                  <a:cubicBezTo>
                    <a:pt x="4020" y="2231"/>
                    <a:pt x="6068" y="6595"/>
                    <a:pt x="3752" y="9600"/>
                  </a:cubicBezTo>
                  <a:lnTo>
                    <a:pt x="3618" y="9772"/>
                  </a:lnTo>
                  <a:lnTo>
                    <a:pt x="4871" y="10834"/>
                  </a:lnTo>
                  <a:cubicBezTo>
                    <a:pt x="4948" y="10892"/>
                    <a:pt x="5044" y="10930"/>
                    <a:pt x="5149" y="10930"/>
                  </a:cubicBezTo>
                  <a:lnTo>
                    <a:pt x="5197" y="10930"/>
                  </a:lnTo>
                  <a:cubicBezTo>
                    <a:pt x="5312" y="10921"/>
                    <a:pt x="5417" y="10863"/>
                    <a:pt x="5484" y="10767"/>
                  </a:cubicBezTo>
                  <a:cubicBezTo>
                    <a:pt x="6958" y="8777"/>
                    <a:pt x="7226" y="6135"/>
                    <a:pt x="6173" y="3886"/>
                  </a:cubicBezTo>
                  <a:cubicBezTo>
                    <a:pt x="5120" y="1637"/>
                    <a:pt x="2919" y="154"/>
                    <a:pt x="450" y="1"/>
                  </a:cubicBezTo>
                  <a:close/>
                </a:path>
              </a:pathLst>
            </a:custGeom>
            <a:solidFill>
              <a:srgbClr val="657A8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684" name="Google Shape;12684;p43"/>
            <p:cNvSpPr/>
            <p:nvPr/>
          </p:nvSpPr>
          <p:spPr>
            <a:xfrm>
              <a:off x="3576708" y="3855008"/>
              <a:ext cx="144036" cy="147555"/>
            </a:xfrm>
            <a:custGeom>
              <a:rect b="b" l="l" r="r" t="t"/>
              <a:pathLst>
                <a:path extrusionOk="0" h="5619" w="5485">
                  <a:moveTo>
                    <a:pt x="5455" y="1"/>
                  </a:moveTo>
                  <a:cubicBezTo>
                    <a:pt x="2833" y="1"/>
                    <a:pt x="565" y="1829"/>
                    <a:pt x="0" y="4394"/>
                  </a:cubicBezTo>
                  <a:lnTo>
                    <a:pt x="5484" y="5619"/>
                  </a:lnTo>
                  <a:lnTo>
                    <a:pt x="5455" y="1"/>
                  </a:lnTo>
                  <a:close/>
                </a:path>
              </a:pathLst>
            </a:custGeom>
            <a:solidFill>
              <a:srgbClr val="657A8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685" name="Google Shape;12685;p43"/>
            <p:cNvSpPr/>
            <p:nvPr/>
          </p:nvSpPr>
          <p:spPr>
            <a:xfrm>
              <a:off x="3573426" y="3969870"/>
              <a:ext cx="147319" cy="173684"/>
            </a:xfrm>
            <a:custGeom>
              <a:rect b="b" l="l" r="r" t="t"/>
              <a:pathLst>
                <a:path extrusionOk="0" h="6614" w="5610">
                  <a:moveTo>
                    <a:pt x="125" y="0"/>
                  </a:moveTo>
                  <a:cubicBezTo>
                    <a:pt x="39" y="402"/>
                    <a:pt x="1" y="804"/>
                    <a:pt x="1" y="1216"/>
                  </a:cubicBezTo>
                  <a:cubicBezTo>
                    <a:pt x="1" y="3733"/>
                    <a:pt x="1676" y="5944"/>
                    <a:pt x="4107" y="6614"/>
                  </a:cubicBezTo>
                  <a:lnTo>
                    <a:pt x="5609" y="1245"/>
                  </a:lnTo>
                  <a:lnTo>
                    <a:pt x="125" y="0"/>
                  </a:lnTo>
                  <a:close/>
                </a:path>
              </a:pathLst>
            </a:custGeom>
            <a:solidFill>
              <a:srgbClr val="ACB9C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686" name="Google Shape;12686;p43"/>
            <p:cNvSpPr/>
            <p:nvPr/>
          </p:nvSpPr>
          <p:spPr>
            <a:xfrm>
              <a:off x="3664417" y="4122178"/>
              <a:ext cx="77940" cy="26654"/>
            </a:xfrm>
            <a:custGeom>
              <a:rect b="b" l="l" r="r" t="t"/>
              <a:pathLst>
                <a:path extrusionOk="0" h="1015" w="2968">
                  <a:moveTo>
                    <a:pt x="594" y="0"/>
                  </a:moveTo>
                  <a:lnTo>
                    <a:pt x="0" y="593"/>
                  </a:lnTo>
                  <a:cubicBezTo>
                    <a:pt x="680" y="871"/>
                    <a:pt x="1398" y="1014"/>
                    <a:pt x="2135" y="1014"/>
                  </a:cubicBezTo>
                  <a:cubicBezTo>
                    <a:pt x="2412" y="1014"/>
                    <a:pt x="2690" y="995"/>
                    <a:pt x="2967" y="957"/>
                  </a:cubicBezTo>
                  <a:cubicBezTo>
                    <a:pt x="2115" y="823"/>
                    <a:pt x="1302" y="498"/>
                    <a:pt x="594" y="0"/>
                  </a:cubicBezTo>
                  <a:close/>
                </a:path>
              </a:pathLst>
            </a:custGeom>
            <a:solidFill>
              <a:srgbClr val="50687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687" name="Google Shape;12687;p43"/>
            <p:cNvSpPr/>
            <p:nvPr/>
          </p:nvSpPr>
          <p:spPr>
            <a:xfrm>
              <a:off x="3576708" y="3854772"/>
              <a:ext cx="143275" cy="124919"/>
            </a:xfrm>
            <a:custGeom>
              <a:rect b="b" l="l" r="r" t="t"/>
              <a:pathLst>
                <a:path extrusionOk="0" h="4757" w="5456">
                  <a:moveTo>
                    <a:pt x="5455" y="0"/>
                  </a:moveTo>
                  <a:cubicBezTo>
                    <a:pt x="2833" y="10"/>
                    <a:pt x="565" y="1838"/>
                    <a:pt x="0" y="4403"/>
                  </a:cubicBezTo>
                  <a:lnTo>
                    <a:pt x="1618" y="4757"/>
                  </a:lnTo>
                  <a:cubicBezTo>
                    <a:pt x="1934" y="2651"/>
                    <a:pt x="3426" y="909"/>
                    <a:pt x="5455" y="268"/>
                  </a:cubicBezTo>
                  <a:lnTo>
                    <a:pt x="5455" y="0"/>
                  </a:lnTo>
                  <a:close/>
                </a:path>
              </a:pathLst>
            </a:custGeom>
            <a:solidFill>
              <a:srgbClr val="657A8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688" name="Google Shape;12688;p43"/>
            <p:cNvSpPr/>
            <p:nvPr/>
          </p:nvSpPr>
          <p:spPr>
            <a:xfrm>
              <a:off x="3531462" y="3831217"/>
              <a:ext cx="144561" cy="112393"/>
            </a:xfrm>
            <a:custGeom>
              <a:rect b="b" l="l" r="r" t="t"/>
              <a:pathLst>
                <a:path extrusionOk="0" h="4280" w="5505">
                  <a:moveTo>
                    <a:pt x="230" y="0"/>
                  </a:moveTo>
                  <a:cubicBezTo>
                    <a:pt x="116" y="0"/>
                    <a:pt x="1" y="79"/>
                    <a:pt x="10" y="237"/>
                  </a:cubicBezTo>
                  <a:lnTo>
                    <a:pt x="10" y="1414"/>
                  </a:lnTo>
                  <a:cubicBezTo>
                    <a:pt x="20" y="1548"/>
                    <a:pt x="125" y="1615"/>
                    <a:pt x="230" y="1615"/>
                  </a:cubicBezTo>
                  <a:cubicBezTo>
                    <a:pt x="336" y="1615"/>
                    <a:pt x="441" y="1548"/>
                    <a:pt x="450" y="1414"/>
                  </a:cubicBezTo>
                  <a:lnTo>
                    <a:pt x="450" y="1041"/>
                  </a:lnTo>
                  <a:lnTo>
                    <a:pt x="3322" y="1041"/>
                  </a:lnTo>
                  <a:lnTo>
                    <a:pt x="5016" y="4151"/>
                  </a:lnTo>
                  <a:cubicBezTo>
                    <a:pt x="5059" y="4242"/>
                    <a:pt x="5132" y="4280"/>
                    <a:pt x="5205" y="4280"/>
                  </a:cubicBezTo>
                  <a:cubicBezTo>
                    <a:pt x="5354" y="4280"/>
                    <a:pt x="5504" y="4121"/>
                    <a:pt x="5408" y="3941"/>
                  </a:cubicBezTo>
                  <a:lnTo>
                    <a:pt x="5408" y="3941"/>
                  </a:lnTo>
                  <a:lnTo>
                    <a:pt x="5408" y="3950"/>
                  </a:lnTo>
                  <a:lnTo>
                    <a:pt x="3647" y="725"/>
                  </a:lnTo>
                  <a:cubicBezTo>
                    <a:pt x="3609" y="648"/>
                    <a:pt x="3532" y="610"/>
                    <a:pt x="3456" y="601"/>
                  </a:cubicBezTo>
                  <a:lnTo>
                    <a:pt x="450" y="601"/>
                  </a:lnTo>
                  <a:lnTo>
                    <a:pt x="450" y="237"/>
                  </a:lnTo>
                  <a:cubicBezTo>
                    <a:pt x="460" y="79"/>
                    <a:pt x="345" y="0"/>
                    <a:pt x="230" y="0"/>
                  </a:cubicBezTo>
                  <a:close/>
                </a:path>
              </a:pathLst>
            </a:custGeom>
            <a:solidFill>
              <a:srgbClr val="50687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689" name="Google Shape;12689;p43"/>
            <p:cNvSpPr/>
            <p:nvPr/>
          </p:nvSpPr>
          <p:spPr>
            <a:xfrm>
              <a:off x="3653098" y="3932318"/>
              <a:ext cx="36711" cy="31538"/>
            </a:xfrm>
            <a:custGeom>
              <a:rect b="b" l="l" r="r" t="t"/>
              <a:pathLst>
                <a:path extrusionOk="0" h="1201" w="1398">
                  <a:moveTo>
                    <a:pt x="798" y="1"/>
                  </a:moveTo>
                  <a:cubicBezTo>
                    <a:pt x="650" y="1"/>
                    <a:pt x="498" y="55"/>
                    <a:pt x="374" y="177"/>
                  </a:cubicBezTo>
                  <a:cubicBezTo>
                    <a:pt x="1" y="550"/>
                    <a:pt x="269" y="1201"/>
                    <a:pt x="805" y="1201"/>
                  </a:cubicBezTo>
                  <a:cubicBezTo>
                    <a:pt x="1130" y="1201"/>
                    <a:pt x="1398" y="933"/>
                    <a:pt x="1398" y="598"/>
                  </a:cubicBezTo>
                  <a:cubicBezTo>
                    <a:pt x="1398" y="236"/>
                    <a:pt x="1106" y="1"/>
                    <a:pt x="798" y="1"/>
                  </a:cubicBezTo>
                  <a:close/>
                </a:path>
              </a:pathLst>
            </a:custGeom>
            <a:solidFill>
              <a:srgbClr val="96A7B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690" name="Google Shape;12690;p43"/>
            <p:cNvSpPr/>
            <p:nvPr/>
          </p:nvSpPr>
          <p:spPr>
            <a:xfrm>
              <a:off x="3559875" y="3969870"/>
              <a:ext cx="126179" cy="173684"/>
            </a:xfrm>
            <a:custGeom>
              <a:rect b="b" l="l" r="r" t="t"/>
              <a:pathLst>
                <a:path extrusionOk="0" h="6614" w="4805">
                  <a:moveTo>
                    <a:pt x="641" y="0"/>
                  </a:moveTo>
                  <a:cubicBezTo>
                    <a:pt x="0" y="2910"/>
                    <a:pt x="1742" y="5819"/>
                    <a:pt x="4613" y="6614"/>
                  </a:cubicBezTo>
                  <a:lnTo>
                    <a:pt x="4804" y="5953"/>
                  </a:lnTo>
                  <a:cubicBezTo>
                    <a:pt x="3177" y="4920"/>
                    <a:pt x="2192" y="3139"/>
                    <a:pt x="2192" y="1216"/>
                  </a:cubicBezTo>
                  <a:cubicBezTo>
                    <a:pt x="2192" y="938"/>
                    <a:pt x="2211" y="651"/>
                    <a:pt x="2259" y="374"/>
                  </a:cubicBezTo>
                  <a:lnTo>
                    <a:pt x="641" y="0"/>
                  </a:lnTo>
                  <a:close/>
                </a:path>
              </a:pathLst>
            </a:custGeom>
            <a:solidFill>
              <a:srgbClr val="96A7B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2691" name="Google Shape;12691;p43"/>
          <p:cNvGrpSpPr/>
          <p:nvPr/>
        </p:nvGrpSpPr>
        <p:grpSpPr>
          <a:xfrm>
            <a:off x="4030586" y="3652846"/>
            <a:ext cx="286523" cy="340565"/>
            <a:chOff x="4030586" y="3805246"/>
            <a:chExt cx="286523" cy="340565"/>
          </a:xfrm>
        </p:grpSpPr>
        <p:sp>
          <p:nvSpPr>
            <p:cNvPr id="12692" name="Google Shape;12692;p43"/>
            <p:cNvSpPr/>
            <p:nvPr/>
          </p:nvSpPr>
          <p:spPr>
            <a:xfrm>
              <a:off x="4030586" y="3826122"/>
              <a:ext cx="87735" cy="145533"/>
            </a:xfrm>
            <a:custGeom>
              <a:rect b="b" l="l" r="r" t="t"/>
              <a:pathLst>
                <a:path extrusionOk="0" h="5542" w="3341">
                  <a:moveTo>
                    <a:pt x="584" y="0"/>
                  </a:moveTo>
                  <a:cubicBezTo>
                    <a:pt x="259" y="0"/>
                    <a:pt x="0" y="259"/>
                    <a:pt x="0" y="584"/>
                  </a:cubicBezTo>
                  <a:lnTo>
                    <a:pt x="0" y="1388"/>
                  </a:lnTo>
                  <a:cubicBezTo>
                    <a:pt x="0" y="3321"/>
                    <a:pt x="986" y="3723"/>
                    <a:pt x="1790" y="4039"/>
                  </a:cubicBezTo>
                  <a:cubicBezTo>
                    <a:pt x="2230" y="4221"/>
                    <a:pt x="2613" y="4374"/>
                    <a:pt x="2804" y="4757"/>
                  </a:cubicBezTo>
                  <a:cubicBezTo>
                    <a:pt x="2852" y="4852"/>
                    <a:pt x="2843" y="4967"/>
                    <a:pt x="2766" y="5044"/>
                  </a:cubicBezTo>
                  <a:cubicBezTo>
                    <a:pt x="2697" y="5120"/>
                    <a:pt x="2599" y="5156"/>
                    <a:pt x="2499" y="5156"/>
                  </a:cubicBezTo>
                  <a:cubicBezTo>
                    <a:pt x="2460" y="5156"/>
                    <a:pt x="2421" y="5150"/>
                    <a:pt x="2383" y="5139"/>
                  </a:cubicBezTo>
                  <a:cubicBezTo>
                    <a:pt x="2240" y="5082"/>
                    <a:pt x="2221" y="4910"/>
                    <a:pt x="2230" y="4776"/>
                  </a:cubicBezTo>
                  <a:cubicBezTo>
                    <a:pt x="2235" y="4642"/>
                    <a:pt x="2135" y="4572"/>
                    <a:pt x="2035" y="4572"/>
                  </a:cubicBezTo>
                  <a:cubicBezTo>
                    <a:pt x="1943" y="4572"/>
                    <a:pt x="1852" y="4632"/>
                    <a:pt x="1847" y="4757"/>
                  </a:cubicBezTo>
                  <a:cubicBezTo>
                    <a:pt x="1838" y="4919"/>
                    <a:pt x="1857" y="5331"/>
                    <a:pt x="2230" y="5494"/>
                  </a:cubicBezTo>
                  <a:cubicBezTo>
                    <a:pt x="2316" y="5522"/>
                    <a:pt x="2402" y="5541"/>
                    <a:pt x="2489" y="5541"/>
                  </a:cubicBezTo>
                  <a:cubicBezTo>
                    <a:pt x="2699" y="5541"/>
                    <a:pt x="2900" y="5465"/>
                    <a:pt x="3044" y="5312"/>
                  </a:cubicBezTo>
                  <a:cubicBezTo>
                    <a:pt x="3225" y="5120"/>
                    <a:pt x="3273" y="4833"/>
                    <a:pt x="3149" y="4594"/>
                  </a:cubicBezTo>
                  <a:cubicBezTo>
                    <a:pt x="2891" y="4077"/>
                    <a:pt x="2402" y="3886"/>
                    <a:pt x="1924" y="3694"/>
                  </a:cubicBezTo>
                  <a:cubicBezTo>
                    <a:pt x="1551" y="3532"/>
                    <a:pt x="1158" y="3379"/>
                    <a:pt x="871" y="3053"/>
                  </a:cubicBezTo>
                  <a:cubicBezTo>
                    <a:pt x="546" y="2690"/>
                    <a:pt x="383" y="2144"/>
                    <a:pt x="383" y="1398"/>
                  </a:cubicBezTo>
                  <a:lnTo>
                    <a:pt x="383" y="594"/>
                  </a:lnTo>
                  <a:cubicBezTo>
                    <a:pt x="383" y="479"/>
                    <a:pt x="469" y="393"/>
                    <a:pt x="575" y="393"/>
                  </a:cubicBezTo>
                  <a:cubicBezTo>
                    <a:pt x="881" y="393"/>
                    <a:pt x="1168" y="546"/>
                    <a:pt x="1340" y="795"/>
                  </a:cubicBezTo>
                  <a:lnTo>
                    <a:pt x="1493" y="1015"/>
                  </a:lnTo>
                  <a:cubicBezTo>
                    <a:pt x="1646" y="1235"/>
                    <a:pt x="1905" y="1369"/>
                    <a:pt x="2182" y="1369"/>
                  </a:cubicBezTo>
                  <a:lnTo>
                    <a:pt x="3082" y="1369"/>
                  </a:lnTo>
                  <a:cubicBezTo>
                    <a:pt x="3340" y="1369"/>
                    <a:pt x="3340" y="986"/>
                    <a:pt x="3082" y="986"/>
                  </a:cubicBezTo>
                  <a:lnTo>
                    <a:pt x="2182" y="986"/>
                  </a:lnTo>
                  <a:cubicBezTo>
                    <a:pt x="2029" y="986"/>
                    <a:pt x="1895" y="909"/>
                    <a:pt x="1809" y="795"/>
                  </a:cubicBezTo>
                  <a:lnTo>
                    <a:pt x="1656" y="574"/>
                  </a:lnTo>
                  <a:cubicBezTo>
                    <a:pt x="1417" y="220"/>
                    <a:pt x="1015" y="10"/>
                    <a:pt x="584" y="0"/>
                  </a:cubicBezTo>
                  <a:close/>
                </a:path>
              </a:pathLst>
            </a:custGeom>
            <a:solidFill>
              <a:srgbClr val="AAB8C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693" name="Google Shape;12693;p43"/>
            <p:cNvSpPr/>
            <p:nvPr/>
          </p:nvSpPr>
          <p:spPr>
            <a:xfrm>
              <a:off x="4229374" y="3825860"/>
              <a:ext cx="87735" cy="145796"/>
            </a:xfrm>
            <a:custGeom>
              <a:rect b="b" l="l" r="r" t="t"/>
              <a:pathLst>
                <a:path extrusionOk="0" h="5552" w="3341">
                  <a:moveTo>
                    <a:pt x="2757" y="1"/>
                  </a:moveTo>
                  <a:cubicBezTo>
                    <a:pt x="2326" y="1"/>
                    <a:pt x="1924" y="221"/>
                    <a:pt x="1685" y="575"/>
                  </a:cubicBezTo>
                  <a:lnTo>
                    <a:pt x="1532" y="785"/>
                  </a:lnTo>
                  <a:cubicBezTo>
                    <a:pt x="1446" y="910"/>
                    <a:pt x="1312" y="986"/>
                    <a:pt x="1158" y="986"/>
                  </a:cubicBezTo>
                  <a:lnTo>
                    <a:pt x="259" y="986"/>
                  </a:lnTo>
                  <a:cubicBezTo>
                    <a:pt x="0" y="986"/>
                    <a:pt x="0" y="1369"/>
                    <a:pt x="259" y="1369"/>
                  </a:cubicBezTo>
                  <a:lnTo>
                    <a:pt x="1168" y="1369"/>
                  </a:lnTo>
                  <a:cubicBezTo>
                    <a:pt x="1436" y="1369"/>
                    <a:pt x="1694" y="1235"/>
                    <a:pt x="1857" y="1015"/>
                  </a:cubicBezTo>
                  <a:lnTo>
                    <a:pt x="2001" y="795"/>
                  </a:lnTo>
                  <a:cubicBezTo>
                    <a:pt x="2182" y="546"/>
                    <a:pt x="2460" y="393"/>
                    <a:pt x="2766" y="393"/>
                  </a:cubicBezTo>
                  <a:cubicBezTo>
                    <a:pt x="2881" y="393"/>
                    <a:pt x="2967" y="479"/>
                    <a:pt x="2967" y="584"/>
                  </a:cubicBezTo>
                  <a:lnTo>
                    <a:pt x="2967" y="1388"/>
                  </a:lnTo>
                  <a:cubicBezTo>
                    <a:pt x="2967" y="2144"/>
                    <a:pt x="2804" y="2700"/>
                    <a:pt x="2479" y="3054"/>
                  </a:cubicBezTo>
                  <a:cubicBezTo>
                    <a:pt x="2192" y="3369"/>
                    <a:pt x="1800" y="3532"/>
                    <a:pt x="1417" y="3685"/>
                  </a:cubicBezTo>
                  <a:cubicBezTo>
                    <a:pt x="948" y="3877"/>
                    <a:pt x="450" y="4078"/>
                    <a:pt x="201" y="4594"/>
                  </a:cubicBezTo>
                  <a:cubicBezTo>
                    <a:pt x="77" y="4834"/>
                    <a:pt x="115" y="5121"/>
                    <a:pt x="307" y="5312"/>
                  </a:cubicBezTo>
                  <a:cubicBezTo>
                    <a:pt x="450" y="5465"/>
                    <a:pt x="651" y="5551"/>
                    <a:pt x="862" y="5551"/>
                  </a:cubicBezTo>
                  <a:cubicBezTo>
                    <a:pt x="948" y="5551"/>
                    <a:pt x="1034" y="5523"/>
                    <a:pt x="1111" y="5494"/>
                  </a:cubicBezTo>
                  <a:cubicBezTo>
                    <a:pt x="1484" y="5331"/>
                    <a:pt x="1503" y="4920"/>
                    <a:pt x="1493" y="4757"/>
                  </a:cubicBezTo>
                  <a:cubicBezTo>
                    <a:pt x="1489" y="4632"/>
                    <a:pt x="1396" y="4572"/>
                    <a:pt x="1303" y="4572"/>
                  </a:cubicBezTo>
                  <a:cubicBezTo>
                    <a:pt x="1204" y="4572"/>
                    <a:pt x="1106" y="4639"/>
                    <a:pt x="1111" y="4767"/>
                  </a:cubicBezTo>
                  <a:cubicBezTo>
                    <a:pt x="1120" y="4901"/>
                    <a:pt x="1101" y="5073"/>
                    <a:pt x="957" y="5140"/>
                  </a:cubicBezTo>
                  <a:cubicBezTo>
                    <a:pt x="923" y="5150"/>
                    <a:pt x="887" y="5155"/>
                    <a:pt x="851" y="5155"/>
                  </a:cubicBezTo>
                  <a:cubicBezTo>
                    <a:pt x="748" y="5155"/>
                    <a:pt x="646" y="5115"/>
                    <a:pt x="575" y="5044"/>
                  </a:cubicBezTo>
                  <a:cubicBezTo>
                    <a:pt x="498" y="4968"/>
                    <a:pt x="488" y="4853"/>
                    <a:pt x="536" y="4757"/>
                  </a:cubicBezTo>
                  <a:cubicBezTo>
                    <a:pt x="728" y="4374"/>
                    <a:pt x="1111" y="4221"/>
                    <a:pt x="1551" y="4039"/>
                  </a:cubicBezTo>
                  <a:cubicBezTo>
                    <a:pt x="2355" y="3714"/>
                    <a:pt x="3340" y="3312"/>
                    <a:pt x="3340" y="1388"/>
                  </a:cubicBezTo>
                  <a:lnTo>
                    <a:pt x="3340" y="584"/>
                  </a:lnTo>
                  <a:cubicBezTo>
                    <a:pt x="3340" y="259"/>
                    <a:pt x="3082" y="1"/>
                    <a:pt x="2757" y="1"/>
                  </a:cubicBezTo>
                  <a:close/>
                </a:path>
              </a:pathLst>
            </a:custGeom>
            <a:solidFill>
              <a:srgbClr val="AAB8C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694" name="Google Shape;12694;p43"/>
            <p:cNvSpPr/>
            <p:nvPr/>
          </p:nvSpPr>
          <p:spPr>
            <a:xfrm>
              <a:off x="4162779" y="3999018"/>
              <a:ext cx="22400" cy="101547"/>
            </a:xfrm>
            <a:custGeom>
              <a:rect b="b" l="l" r="r" t="t"/>
              <a:pathLst>
                <a:path extrusionOk="0" h="3867" w="853">
                  <a:moveTo>
                    <a:pt x="0" y="1"/>
                  </a:moveTo>
                  <a:lnTo>
                    <a:pt x="0" y="3867"/>
                  </a:lnTo>
                  <a:lnTo>
                    <a:pt x="852" y="3867"/>
                  </a:lnTo>
                  <a:lnTo>
                    <a:pt x="852" y="1"/>
                  </a:lnTo>
                  <a:close/>
                </a:path>
              </a:pathLst>
            </a:custGeom>
            <a:solidFill>
              <a:srgbClr val="C1CBD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695" name="Google Shape;12695;p43"/>
            <p:cNvSpPr/>
            <p:nvPr/>
          </p:nvSpPr>
          <p:spPr>
            <a:xfrm>
              <a:off x="4091903" y="3816564"/>
              <a:ext cx="163889" cy="200836"/>
            </a:xfrm>
            <a:custGeom>
              <a:rect b="b" l="l" r="r" t="t"/>
              <a:pathLst>
                <a:path extrusionOk="0" h="7648" w="6241">
                  <a:moveTo>
                    <a:pt x="0" y="1"/>
                  </a:moveTo>
                  <a:lnTo>
                    <a:pt x="0" y="2518"/>
                  </a:lnTo>
                  <a:cubicBezTo>
                    <a:pt x="0" y="4288"/>
                    <a:pt x="843" y="5963"/>
                    <a:pt x="2269" y="7016"/>
                  </a:cubicBezTo>
                  <a:lnTo>
                    <a:pt x="3120" y="7647"/>
                  </a:lnTo>
                  <a:lnTo>
                    <a:pt x="3972" y="7016"/>
                  </a:lnTo>
                  <a:cubicBezTo>
                    <a:pt x="5398" y="5963"/>
                    <a:pt x="6240" y="4288"/>
                    <a:pt x="6240" y="2518"/>
                  </a:cubicBezTo>
                  <a:lnTo>
                    <a:pt x="6240" y="1"/>
                  </a:lnTo>
                  <a:close/>
                </a:path>
              </a:pathLst>
            </a:custGeom>
            <a:solidFill>
              <a:srgbClr val="C1CBD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696" name="Google Shape;12696;p43"/>
            <p:cNvSpPr/>
            <p:nvPr/>
          </p:nvSpPr>
          <p:spPr>
            <a:xfrm>
              <a:off x="4158498" y="3816564"/>
              <a:ext cx="97530" cy="200836"/>
            </a:xfrm>
            <a:custGeom>
              <a:rect b="b" l="l" r="r" t="t"/>
              <a:pathLst>
                <a:path extrusionOk="0" h="7648" w="3714">
                  <a:moveTo>
                    <a:pt x="2537" y="1"/>
                  </a:moveTo>
                  <a:lnTo>
                    <a:pt x="2537" y="2518"/>
                  </a:lnTo>
                  <a:cubicBezTo>
                    <a:pt x="2537" y="4288"/>
                    <a:pt x="1685" y="5963"/>
                    <a:pt x="259" y="7016"/>
                  </a:cubicBezTo>
                  <a:lnTo>
                    <a:pt x="1" y="7207"/>
                  </a:lnTo>
                  <a:lnTo>
                    <a:pt x="594" y="7647"/>
                  </a:lnTo>
                  <a:lnTo>
                    <a:pt x="1436" y="7016"/>
                  </a:lnTo>
                  <a:cubicBezTo>
                    <a:pt x="2872" y="5963"/>
                    <a:pt x="3714" y="4288"/>
                    <a:pt x="3714" y="2518"/>
                  </a:cubicBezTo>
                  <a:lnTo>
                    <a:pt x="3714" y="1"/>
                  </a:lnTo>
                  <a:close/>
                </a:path>
              </a:pathLst>
            </a:custGeom>
            <a:solidFill>
              <a:srgbClr val="ACB9C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697" name="Google Shape;12697;p43"/>
            <p:cNvSpPr/>
            <p:nvPr/>
          </p:nvSpPr>
          <p:spPr>
            <a:xfrm>
              <a:off x="4081084" y="3805246"/>
              <a:ext cx="185501" cy="22662"/>
            </a:xfrm>
            <a:custGeom>
              <a:rect b="b" l="l" r="r" t="t"/>
              <a:pathLst>
                <a:path extrusionOk="0" h="863" w="7064">
                  <a:moveTo>
                    <a:pt x="183" y="1"/>
                  </a:moveTo>
                  <a:cubicBezTo>
                    <a:pt x="87" y="1"/>
                    <a:pt x="1" y="78"/>
                    <a:pt x="1" y="173"/>
                  </a:cubicBezTo>
                  <a:lnTo>
                    <a:pt x="1" y="680"/>
                  </a:lnTo>
                  <a:cubicBezTo>
                    <a:pt x="1" y="776"/>
                    <a:pt x="87" y="862"/>
                    <a:pt x="183" y="862"/>
                  </a:cubicBezTo>
                  <a:lnTo>
                    <a:pt x="6892" y="862"/>
                  </a:lnTo>
                  <a:cubicBezTo>
                    <a:pt x="6987" y="862"/>
                    <a:pt x="7064" y="776"/>
                    <a:pt x="7064" y="680"/>
                  </a:cubicBezTo>
                  <a:lnTo>
                    <a:pt x="7064" y="173"/>
                  </a:lnTo>
                  <a:cubicBezTo>
                    <a:pt x="7064" y="78"/>
                    <a:pt x="6987" y="1"/>
                    <a:pt x="6892" y="1"/>
                  </a:cubicBezTo>
                  <a:close/>
                </a:path>
              </a:pathLst>
            </a:custGeom>
            <a:solidFill>
              <a:srgbClr val="AAB8C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698" name="Google Shape;12698;p43"/>
            <p:cNvSpPr/>
            <p:nvPr/>
          </p:nvSpPr>
          <p:spPr>
            <a:xfrm>
              <a:off x="4235913" y="3805246"/>
              <a:ext cx="30672" cy="22662"/>
            </a:xfrm>
            <a:custGeom>
              <a:rect b="b" l="l" r="r" t="t"/>
              <a:pathLst>
                <a:path extrusionOk="0" h="863" w="1168">
                  <a:moveTo>
                    <a:pt x="0" y="1"/>
                  </a:moveTo>
                  <a:lnTo>
                    <a:pt x="0" y="862"/>
                  </a:lnTo>
                  <a:lnTo>
                    <a:pt x="996" y="862"/>
                  </a:lnTo>
                  <a:cubicBezTo>
                    <a:pt x="1091" y="862"/>
                    <a:pt x="1168" y="776"/>
                    <a:pt x="1168" y="680"/>
                  </a:cubicBezTo>
                  <a:lnTo>
                    <a:pt x="1168" y="173"/>
                  </a:lnTo>
                  <a:cubicBezTo>
                    <a:pt x="1168" y="78"/>
                    <a:pt x="1091" y="1"/>
                    <a:pt x="996" y="1"/>
                  </a:cubicBezTo>
                  <a:close/>
                </a:path>
              </a:pathLst>
            </a:custGeom>
            <a:solidFill>
              <a:srgbClr val="98A6B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699" name="Google Shape;12699;p43"/>
            <p:cNvSpPr/>
            <p:nvPr/>
          </p:nvSpPr>
          <p:spPr>
            <a:xfrm>
              <a:off x="4133368" y="3866195"/>
              <a:ext cx="81196" cy="76627"/>
            </a:xfrm>
            <a:custGeom>
              <a:rect b="b" l="l" r="r" t="t"/>
              <a:pathLst>
                <a:path extrusionOk="0" h="2918" w="3092">
                  <a:moveTo>
                    <a:pt x="1546" y="1"/>
                  </a:moveTo>
                  <a:cubicBezTo>
                    <a:pt x="1534" y="1"/>
                    <a:pt x="1522" y="6"/>
                    <a:pt x="1513" y="15"/>
                  </a:cubicBezTo>
                  <a:lnTo>
                    <a:pt x="1072" y="915"/>
                  </a:lnTo>
                  <a:cubicBezTo>
                    <a:pt x="1063" y="924"/>
                    <a:pt x="1053" y="934"/>
                    <a:pt x="1044" y="934"/>
                  </a:cubicBezTo>
                  <a:lnTo>
                    <a:pt x="48" y="1077"/>
                  </a:lnTo>
                  <a:cubicBezTo>
                    <a:pt x="20" y="1087"/>
                    <a:pt x="1" y="1125"/>
                    <a:pt x="29" y="1144"/>
                  </a:cubicBezTo>
                  <a:lnTo>
                    <a:pt x="747" y="1843"/>
                  </a:lnTo>
                  <a:cubicBezTo>
                    <a:pt x="757" y="1853"/>
                    <a:pt x="757" y="1872"/>
                    <a:pt x="757" y="1881"/>
                  </a:cubicBezTo>
                  <a:lnTo>
                    <a:pt x="584" y="2867"/>
                  </a:lnTo>
                  <a:cubicBezTo>
                    <a:pt x="584" y="2899"/>
                    <a:pt x="604" y="2917"/>
                    <a:pt x="627" y="2917"/>
                  </a:cubicBezTo>
                  <a:cubicBezTo>
                    <a:pt x="632" y="2917"/>
                    <a:pt x="637" y="2917"/>
                    <a:pt x="642" y="2915"/>
                  </a:cubicBezTo>
                  <a:lnTo>
                    <a:pt x="1532" y="2446"/>
                  </a:lnTo>
                  <a:cubicBezTo>
                    <a:pt x="1537" y="2441"/>
                    <a:pt x="1541" y="2439"/>
                    <a:pt x="1547" y="2439"/>
                  </a:cubicBezTo>
                  <a:cubicBezTo>
                    <a:pt x="1553" y="2439"/>
                    <a:pt x="1560" y="2441"/>
                    <a:pt x="1570" y="2446"/>
                  </a:cubicBezTo>
                  <a:lnTo>
                    <a:pt x="2451" y="2915"/>
                  </a:lnTo>
                  <a:cubicBezTo>
                    <a:pt x="2455" y="2917"/>
                    <a:pt x="2461" y="2917"/>
                    <a:pt x="2466" y="2917"/>
                  </a:cubicBezTo>
                  <a:cubicBezTo>
                    <a:pt x="2491" y="2917"/>
                    <a:pt x="2516" y="2899"/>
                    <a:pt x="2508" y="2867"/>
                  </a:cubicBezTo>
                  <a:lnTo>
                    <a:pt x="2336" y="1881"/>
                  </a:lnTo>
                  <a:cubicBezTo>
                    <a:pt x="2336" y="1872"/>
                    <a:pt x="2345" y="1853"/>
                    <a:pt x="2355" y="1843"/>
                  </a:cubicBezTo>
                  <a:lnTo>
                    <a:pt x="3073" y="1144"/>
                  </a:lnTo>
                  <a:cubicBezTo>
                    <a:pt x="3092" y="1125"/>
                    <a:pt x="3082" y="1087"/>
                    <a:pt x="3044" y="1077"/>
                  </a:cubicBezTo>
                  <a:lnTo>
                    <a:pt x="2058" y="934"/>
                  </a:lnTo>
                  <a:cubicBezTo>
                    <a:pt x="2039" y="934"/>
                    <a:pt x="2029" y="924"/>
                    <a:pt x="2020" y="915"/>
                  </a:cubicBezTo>
                  <a:lnTo>
                    <a:pt x="1580" y="15"/>
                  </a:lnTo>
                  <a:cubicBezTo>
                    <a:pt x="1570" y="6"/>
                    <a:pt x="1558" y="1"/>
                    <a:pt x="1546" y="1"/>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700" name="Google Shape;12700;p43"/>
            <p:cNvSpPr/>
            <p:nvPr/>
          </p:nvSpPr>
          <p:spPr>
            <a:xfrm>
              <a:off x="4152721" y="4004060"/>
              <a:ext cx="42489" cy="20877"/>
            </a:xfrm>
            <a:custGeom>
              <a:rect b="b" l="l" r="r" t="t"/>
              <a:pathLst>
                <a:path extrusionOk="0" h="795" w="1618">
                  <a:moveTo>
                    <a:pt x="326" y="0"/>
                  </a:moveTo>
                  <a:cubicBezTo>
                    <a:pt x="144" y="0"/>
                    <a:pt x="0" y="144"/>
                    <a:pt x="0" y="325"/>
                  </a:cubicBezTo>
                  <a:lnTo>
                    <a:pt x="0" y="469"/>
                  </a:lnTo>
                  <a:cubicBezTo>
                    <a:pt x="0" y="651"/>
                    <a:pt x="144" y="794"/>
                    <a:pt x="326" y="794"/>
                  </a:cubicBezTo>
                  <a:lnTo>
                    <a:pt x="1292" y="794"/>
                  </a:lnTo>
                  <a:cubicBezTo>
                    <a:pt x="1474" y="794"/>
                    <a:pt x="1618" y="651"/>
                    <a:pt x="1618" y="469"/>
                  </a:cubicBezTo>
                  <a:lnTo>
                    <a:pt x="1618" y="325"/>
                  </a:lnTo>
                  <a:cubicBezTo>
                    <a:pt x="1618" y="144"/>
                    <a:pt x="1474" y="0"/>
                    <a:pt x="1292" y="0"/>
                  </a:cubicBezTo>
                  <a:close/>
                </a:path>
              </a:pathLst>
            </a:custGeom>
            <a:solidFill>
              <a:srgbClr val="AAB8C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701" name="Google Shape;12701;p43"/>
            <p:cNvSpPr/>
            <p:nvPr/>
          </p:nvSpPr>
          <p:spPr>
            <a:xfrm>
              <a:off x="4130348" y="4085466"/>
              <a:ext cx="87236" cy="30199"/>
            </a:xfrm>
            <a:custGeom>
              <a:rect b="b" l="l" r="r" t="t"/>
              <a:pathLst>
                <a:path extrusionOk="0" h="1150" w="3322">
                  <a:moveTo>
                    <a:pt x="441" y="1"/>
                  </a:moveTo>
                  <a:cubicBezTo>
                    <a:pt x="192" y="1"/>
                    <a:pt x="1" y="192"/>
                    <a:pt x="1" y="441"/>
                  </a:cubicBezTo>
                  <a:lnTo>
                    <a:pt x="1" y="1149"/>
                  </a:lnTo>
                  <a:lnTo>
                    <a:pt x="3322" y="1149"/>
                  </a:lnTo>
                  <a:lnTo>
                    <a:pt x="3322" y="1140"/>
                  </a:lnTo>
                  <a:lnTo>
                    <a:pt x="3322" y="441"/>
                  </a:lnTo>
                  <a:cubicBezTo>
                    <a:pt x="3322" y="192"/>
                    <a:pt x="3121" y="1"/>
                    <a:pt x="2872" y="1"/>
                  </a:cubicBezTo>
                  <a:close/>
                </a:path>
              </a:pathLst>
            </a:custGeom>
            <a:solidFill>
              <a:srgbClr val="AAB8C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702" name="Google Shape;12702;p43"/>
            <p:cNvSpPr/>
            <p:nvPr/>
          </p:nvSpPr>
          <p:spPr>
            <a:xfrm>
              <a:off x="4186649" y="4085466"/>
              <a:ext cx="30934" cy="29936"/>
            </a:xfrm>
            <a:custGeom>
              <a:rect b="b" l="l" r="r" t="t"/>
              <a:pathLst>
                <a:path extrusionOk="0" h="1140" w="1178">
                  <a:moveTo>
                    <a:pt x="0" y="1"/>
                  </a:moveTo>
                  <a:lnTo>
                    <a:pt x="0" y="1140"/>
                  </a:lnTo>
                  <a:lnTo>
                    <a:pt x="1178" y="1140"/>
                  </a:lnTo>
                  <a:lnTo>
                    <a:pt x="1178" y="441"/>
                  </a:lnTo>
                  <a:cubicBezTo>
                    <a:pt x="1178" y="192"/>
                    <a:pt x="977" y="1"/>
                    <a:pt x="737" y="1"/>
                  </a:cubicBezTo>
                  <a:close/>
                </a:path>
              </a:pathLst>
            </a:custGeom>
            <a:solidFill>
              <a:srgbClr val="98A6B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703" name="Google Shape;12703;p43"/>
            <p:cNvSpPr/>
            <p:nvPr/>
          </p:nvSpPr>
          <p:spPr>
            <a:xfrm>
              <a:off x="4098941" y="4108102"/>
              <a:ext cx="150050" cy="37709"/>
            </a:xfrm>
            <a:custGeom>
              <a:rect b="b" l="l" r="r" t="t"/>
              <a:pathLst>
                <a:path extrusionOk="0" h="1436" w="5714">
                  <a:moveTo>
                    <a:pt x="460" y="0"/>
                  </a:moveTo>
                  <a:cubicBezTo>
                    <a:pt x="345" y="0"/>
                    <a:pt x="240" y="86"/>
                    <a:pt x="221" y="201"/>
                  </a:cubicBezTo>
                  <a:lnTo>
                    <a:pt x="29" y="1149"/>
                  </a:lnTo>
                  <a:cubicBezTo>
                    <a:pt x="0" y="1302"/>
                    <a:pt x="115" y="1436"/>
                    <a:pt x="268" y="1436"/>
                  </a:cubicBezTo>
                  <a:lnTo>
                    <a:pt x="5436" y="1436"/>
                  </a:lnTo>
                  <a:cubicBezTo>
                    <a:pt x="5599" y="1436"/>
                    <a:pt x="5714" y="1302"/>
                    <a:pt x="5676" y="1149"/>
                  </a:cubicBezTo>
                  <a:lnTo>
                    <a:pt x="5494" y="201"/>
                  </a:lnTo>
                  <a:cubicBezTo>
                    <a:pt x="5475" y="86"/>
                    <a:pt x="5369" y="0"/>
                    <a:pt x="5255" y="0"/>
                  </a:cubicBezTo>
                  <a:close/>
                </a:path>
              </a:pathLst>
            </a:custGeom>
            <a:solidFill>
              <a:srgbClr val="98A6B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704" name="Google Shape;12704;p43"/>
            <p:cNvSpPr/>
            <p:nvPr/>
          </p:nvSpPr>
          <p:spPr>
            <a:xfrm>
              <a:off x="4211018" y="4108102"/>
              <a:ext cx="37736" cy="37709"/>
            </a:xfrm>
            <a:custGeom>
              <a:rect b="b" l="l" r="r" t="t"/>
              <a:pathLst>
                <a:path extrusionOk="0" h="1436" w="1437">
                  <a:moveTo>
                    <a:pt x="1" y="0"/>
                  </a:moveTo>
                  <a:lnTo>
                    <a:pt x="278" y="1436"/>
                  </a:lnTo>
                  <a:lnTo>
                    <a:pt x="1168" y="1436"/>
                  </a:lnTo>
                  <a:cubicBezTo>
                    <a:pt x="1321" y="1436"/>
                    <a:pt x="1436" y="1302"/>
                    <a:pt x="1417" y="1149"/>
                  </a:cubicBezTo>
                  <a:lnTo>
                    <a:pt x="1226" y="201"/>
                  </a:lnTo>
                  <a:cubicBezTo>
                    <a:pt x="1207" y="86"/>
                    <a:pt x="1101" y="0"/>
                    <a:pt x="987" y="0"/>
                  </a:cubicBezTo>
                  <a:close/>
                </a:path>
              </a:pathLst>
            </a:custGeom>
            <a:solidFill>
              <a:srgbClr val="657A8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2705" name="Google Shape;12705;p43"/>
          <p:cNvGrpSpPr/>
          <p:nvPr/>
        </p:nvGrpSpPr>
        <p:grpSpPr>
          <a:xfrm>
            <a:off x="2180884" y="2736319"/>
            <a:ext cx="376753" cy="374468"/>
            <a:chOff x="2180884" y="2888719"/>
            <a:chExt cx="376753" cy="374468"/>
          </a:xfrm>
        </p:grpSpPr>
        <p:sp>
          <p:nvSpPr>
            <p:cNvPr id="12706" name="Google Shape;12706;p43"/>
            <p:cNvSpPr/>
            <p:nvPr/>
          </p:nvSpPr>
          <p:spPr>
            <a:xfrm>
              <a:off x="2180884" y="2954054"/>
              <a:ext cx="309395" cy="309133"/>
            </a:xfrm>
            <a:custGeom>
              <a:rect b="b" l="l" r="r" t="t"/>
              <a:pathLst>
                <a:path extrusionOk="0" h="11772" w="11782">
                  <a:moveTo>
                    <a:pt x="5896" y="0"/>
                  </a:moveTo>
                  <a:cubicBezTo>
                    <a:pt x="2642" y="0"/>
                    <a:pt x="1" y="2632"/>
                    <a:pt x="1" y="5886"/>
                  </a:cubicBezTo>
                  <a:cubicBezTo>
                    <a:pt x="1" y="9140"/>
                    <a:pt x="2642" y="11772"/>
                    <a:pt x="5896" y="11772"/>
                  </a:cubicBezTo>
                  <a:cubicBezTo>
                    <a:pt x="9150" y="11772"/>
                    <a:pt x="11782" y="9140"/>
                    <a:pt x="11782" y="5886"/>
                  </a:cubicBezTo>
                  <a:cubicBezTo>
                    <a:pt x="11782" y="2632"/>
                    <a:pt x="9150" y="0"/>
                    <a:pt x="5896" y="0"/>
                  </a:cubicBezTo>
                  <a:close/>
                </a:path>
              </a:pathLst>
            </a:custGeom>
            <a:solidFill>
              <a:srgbClr val="657A8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707" name="Google Shape;12707;p43"/>
            <p:cNvSpPr/>
            <p:nvPr/>
          </p:nvSpPr>
          <p:spPr>
            <a:xfrm>
              <a:off x="2335713" y="3102082"/>
              <a:ext cx="154330" cy="12579"/>
            </a:xfrm>
            <a:custGeom>
              <a:rect b="b" l="l" r="r" t="t"/>
              <a:pathLst>
                <a:path extrusionOk="0" h="479" w="5877">
                  <a:moveTo>
                    <a:pt x="0" y="0"/>
                  </a:moveTo>
                  <a:lnTo>
                    <a:pt x="0" y="479"/>
                  </a:lnTo>
                  <a:lnTo>
                    <a:pt x="5876" y="479"/>
                  </a:lnTo>
                  <a:lnTo>
                    <a:pt x="5876" y="240"/>
                  </a:lnTo>
                  <a:lnTo>
                    <a:pt x="5876" y="0"/>
                  </a:lnTo>
                  <a:close/>
                </a:path>
              </a:pathLst>
            </a:custGeom>
            <a:solidFill>
              <a:srgbClr val="657A8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708" name="Google Shape;12708;p43"/>
            <p:cNvSpPr/>
            <p:nvPr/>
          </p:nvSpPr>
          <p:spPr>
            <a:xfrm>
              <a:off x="2465648" y="2888719"/>
              <a:ext cx="91989" cy="89993"/>
            </a:xfrm>
            <a:custGeom>
              <a:rect b="b" l="l" r="r" t="t"/>
              <a:pathLst>
                <a:path extrusionOk="0" h="3427" w="3503">
                  <a:moveTo>
                    <a:pt x="2115" y="1"/>
                  </a:moveTo>
                  <a:cubicBezTo>
                    <a:pt x="2059" y="1"/>
                    <a:pt x="2001" y="21"/>
                    <a:pt x="1952" y="67"/>
                  </a:cubicBezTo>
                  <a:lnTo>
                    <a:pt x="211" y="1809"/>
                  </a:lnTo>
                  <a:cubicBezTo>
                    <a:pt x="77" y="1943"/>
                    <a:pt x="0" y="2125"/>
                    <a:pt x="0" y="2307"/>
                  </a:cubicBezTo>
                  <a:lnTo>
                    <a:pt x="0" y="3426"/>
                  </a:lnTo>
                  <a:lnTo>
                    <a:pt x="1120" y="3426"/>
                  </a:lnTo>
                  <a:cubicBezTo>
                    <a:pt x="1311" y="3426"/>
                    <a:pt x="1483" y="3350"/>
                    <a:pt x="1617" y="3216"/>
                  </a:cubicBezTo>
                  <a:lnTo>
                    <a:pt x="3369" y="1474"/>
                  </a:lnTo>
                  <a:cubicBezTo>
                    <a:pt x="3503" y="1321"/>
                    <a:pt x="3407" y="1082"/>
                    <a:pt x="3197" y="1072"/>
                  </a:cubicBezTo>
                  <a:lnTo>
                    <a:pt x="2354" y="1072"/>
                  </a:lnTo>
                  <a:lnTo>
                    <a:pt x="2354" y="230"/>
                  </a:lnTo>
                  <a:cubicBezTo>
                    <a:pt x="2348" y="93"/>
                    <a:pt x="2235" y="1"/>
                    <a:pt x="2115" y="1"/>
                  </a:cubicBezTo>
                  <a:close/>
                </a:path>
              </a:pathLst>
            </a:custGeom>
            <a:solidFill>
              <a:srgbClr val="657A8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709" name="Google Shape;12709;p43"/>
            <p:cNvSpPr/>
            <p:nvPr/>
          </p:nvSpPr>
          <p:spPr>
            <a:xfrm>
              <a:off x="2465648" y="2888719"/>
              <a:ext cx="61842" cy="90229"/>
            </a:xfrm>
            <a:custGeom>
              <a:rect b="b" l="l" r="r" t="t"/>
              <a:pathLst>
                <a:path extrusionOk="0" h="3436" w="2355">
                  <a:moveTo>
                    <a:pt x="2115" y="1"/>
                  </a:moveTo>
                  <a:cubicBezTo>
                    <a:pt x="2059" y="1"/>
                    <a:pt x="2001" y="21"/>
                    <a:pt x="1952" y="67"/>
                  </a:cubicBezTo>
                  <a:lnTo>
                    <a:pt x="211" y="1809"/>
                  </a:lnTo>
                  <a:cubicBezTo>
                    <a:pt x="77" y="1943"/>
                    <a:pt x="0" y="2125"/>
                    <a:pt x="0" y="2307"/>
                  </a:cubicBezTo>
                  <a:lnTo>
                    <a:pt x="0" y="3436"/>
                  </a:lnTo>
                  <a:lnTo>
                    <a:pt x="2354" y="1072"/>
                  </a:lnTo>
                  <a:lnTo>
                    <a:pt x="2354" y="230"/>
                  </a:lnTo>
                  <a:cubicBezTo>
                    <a:pt x="2348" y="93"/>
                    <a:pt x="2235" y="1"/>
                    <a:pt x="2115" y="1"/>
                  </a:cubicBezTo>
                  <a:close/>
                </a:path>
              </a:pathLst>
            </a:custGeom>
            <a:solidFill>
              <a:srgbClr val="657A8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710" name="Google Shape;12710;p43"/>
            <p:cNvSpPr/>
            <p:nvPr/>
          </p:nvSpPr>
          <p:spPr>
            <a:xfrm>
              <a:off x="2218094" y="2991002"/>
              <a:ext cx="235263" cy="235263"/>
            </a:xfrm>
            <a:custGeom>
              <a:rect b="b" l="l" r="r" t="t"/>
              <a:pathLst>
                <a:path extrusionOk="0" h="8959" w="8959">
                  <a:moveTo>
                    <a:pt x="4479" y="0"/>
                  </a:moveTo>
                  <a:cubicBezTo>
                    <a:pt x="2010" y="0"/>
                    <a:pt x="0" y="2010"/>
                    <a:pt x="0" y="4479"/>
                  </a:cubicBezTo>
                  <a:cubicBezTo>
                    <a:pt x="0" y="6948"/>
                    <a:pt x="2010" y="8958"/>
                    <a:pt x="4479" y="8958"/>
                  </a:cubicBezTo>
                  <a:cubicBezTo>
                    <a:pt x="6948" y="8958"/>
                    <a:pt x="8958" y="6948"/>
                    <a:pt x="8958" y="4479"/>
                  </a:cubicBezTo>
                  <a:cubicBezTo>
                    <a:pt x="8958" y="2010"/>
                    <a:pt x="6948" y="0"/>
                    <a:pt x="4479" y="0"/>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711" name="Google Shape;12711;p43"/>
            <p:cNvSpPr/>
            <p:nvPr/>
          </p:nvSpPr>
          <p:spPr>
            <a:xfrm>
              <a:off x="2335713" y="3102082"/>
              <a:ext cx="117382" cy="12579"/>
            </a:xfrm>
            <a:custGeom>
              <a:rect b="b" l="l" r="r" t="t"/>
              <a:pathLst>
                <a:path extrusionOk="0" h="479" w="4470">
                  <a:moveTo>
                    <a:pt x="0" y="0"/>
                  </a:moveTo>
                  <a:lnTo>
                    <a:pt x="0" y="479"/>
                  </a:lnTo>
                  <a:lnTo>
                    <a:pt x="4460" y="479"/>
                  </a:lnTo>
                  <a:cubicBezTo>
                    <a:pt x="4460" y="402"/>
                    <a:pt x="4470" y="326"/>
                    <a:pt x="4470" y="240"/>
                  </a:cubicBezTo>
                  <a:cubicBezTo>
                    <a:pt x="4470" y="153"/>
                    <a:pt x="4460" y="87"/>
                    <a:pt x="4460" y="0"/>
                  </a:cubicBezTo>
                  <a:close/>
                </a:path>
              </a:pathLst>
            </a:custGeom>
            <a:solidFill>
              <a:srgbClr val="E2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712" name="Google Shape;12712;p43"/>
            <p:cNvSpPr/>
            <p:nvPr/>
          </p:nvSpPr>
          <p:spPr>
            <a:xfrm>
              <a:off x="2249003" y="3021910"/>
              <a:ext cx="173185" cy="173421"/>
            </a:xfrm>
            <a:custGeom>
              <a:rect b="b" l="l" r="r" t="t"/>
              <a:pathLst>
                <a:path extrusionOk="0" h="6604" w="6595">
                  <a:moveTo>
                    <a:pt x="3302" y="0"/>
                  </a:moveTo>
                  <a:cubicBezTo>
                    <a:pt x="1484" y="0"/>
                    <a:pt x="0" y="1484"/>
                    <a:pt x="0" y="3302"/>
                  </a:cubicBezTo>
                  <a:cubicBezTo>
                    <a:pt x="0" y="5121"/>
                    <a:pt x="1484" y="6604"/>
                    <a:pt x="3302" y="6604"/>
                  </a:cubicBezTo>
                  <a:cubicBezTo>
                    <a:pt x="5121" y="6604"/>
                    <a:pt x="6594" y="5121"/>
                    <a:pt x="6594" y="3302"/>
                  </a:cubicBezTo>
                  <a:cubicBezTo>
                    <a:pt x="6594" y="1484"/>
                    <a:pt x="5121" y="0"/>
                    <a:pt x="3302" y="0"/>
                  </a:cubicBezTo>
                  <a:close/>
                </a:path>
              </a:pathLst>
            </a:custGeom>
            <a:solidFill>
              <a:srgbClr val="657A8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713" name="Google Shape;12713;p43"/>
            <p:cNvSpPr/>
            <p:nvPr/>
          </p:nvSpPr>
          <p:spPr>
            <a:xfrm>
              <a:off x="2335713" y="3102082"/>
              <a:ext cx="86711" cy="12579"/>
            </a:xfrm>
            <a:custGeom>
              <a:rect b="b" l="l" r="r" t="t"/>
              <a:pathLst>
                <a:path extrusionOk="0" h="479" w="3302">
                  <a:moveTo>
                    <a:pt x="0" y="0"/>
                  </a:moveTo>
                  <a:lnTo>
                    <a:pt x="0" y="479"/>
                  </a:lnTo>
                  <a:lnTo>
                    <a:pt x="3283" y="479"/>
                  </a:lnTo>
                  <a:cubicBezTo>
                    <a:pt x="3283" y="402"/>
                    <a:pt x="3302" y="326"/>
                    <a:pt x="3302" y="240"/>
                  </a:cubicBezTo>
                  <a:cubicBezTo>
                    <a:pt x="3302" y="153"/>
                    <a:pt x="3292" y="87"/>
                    <a:pt x="3283" y="0"/>
                  </a:cubicBezTo>
                  <a:close/>
                </a:path>
              </a:pathLst>
            </a:custGeom>
            <a:solidFill>
              <a:srgbClr val="657A8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714" name="Google Shape;12714;p43"/>
            <p:cNvSpPr/>
            <p:nvPr/>
          </p:nvSpPr>
          <p:spPr>
            <a:xfrm>
              <a:off x="2286187" y="3059094"/>
              <a:ext cx="99053" cy="99053"/>
            </a:xfrm>
            <a:custGeom>
              <a:rect b="b" l="l" r="r" t="t"/>
              <a:pathLst>
                <a:path extrusionOk="0" h="3772" w="3772">
                  <a:moveTo>
                    <a:pt x="1886" y="1"/>
                  </a:moveTo>
                  <a:cubicBezTo>
                    <a:pt x="843" y="1"/>
                    <a:pt x="1" y="843"/>
                    <a:pt x="1" y="1886"/>
                  </a:cubicBezTo>
                  <a:cubicBezTo>
                    <a:pt x="1" y="2929"/>
                    <a:pt x="843" y="3772"/>
                    <a:pt x="1886" y="3772"/>
                  </a:cubicBezTo>
                  <a:cubicBezTo>
                    <a:pt x="2929" y="3772"/>
                    <a:pt x="3772" y="2929"/>
                    <a:pt x="3772" y="1886"/>
                  </a:cubicBezTo>
                  <a:cubicBezTo>
                    <a:pt x="3772" y="843"/>
                    <a:pt x="2929" y="1"/>
                    <a:pt x="1886" y="1"/>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715" name="Google Shape;12715;p43"/>
            <p:cNvSpPr/>
            <p:nvPr/>
          </p:nvSpPr>
          <p:spPr>
            <a:xfrm>
              <a:off x="2335713" y="3102318"/>
              <a:ext cx="49526" cy="12342"/>
            </a:xfrm>
            <a:custGeom>
              <a:rect b="b" l="l" r="r" t="t"/>
              <a:pathLst>
                <a:path extrusionOk="0" h="470" w="1886">
                  <a:moveTo>
                    <a:pt x="0" y="1"/>
                  </a:moveTo>
                  <a:lnTo>
                    <a:pt x="0" y="470"/>
                  </a:lnTo>
                  <a:lnTo>
                    <a:pt x="1866" y="470"/>
                  </a:lnTo>
                  <a:cubicBezTo>
                    <a:pt x="1886" y="317"/>
                    <a:pt x="1886" y="154"/>
                    <a:pt x="1866" y="1"/>
                  </a:cubicBezTo>
                  <a:close/>
                </a:path>
              </a:pathLst>
            </a:custGeom>
            <a:solidFill>
              <a:srgbClr val="E2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716" name="Google Shape;12716;p43"/>
            <p:cNvSpPr/>
            <p:nvPr/>
          </p:nvSpPr>
          <p:spPr>
            <a:xfrm>
              <a:off x="2317095" y="3090002"/>
              <a:ext cx="37237" cy="37237"/>
            </a:xfrm>
            <a:custGeom>
              <a:rect b="b" l="l" r="r" t="t"/>
              <a:pathLst>
                <a:path extrusionOk="0" h="1418" w="1418">
                  <a:moveTo>
                    <a:pt x="709" y="1"/>
                  </a:moveTo>
                  <a:cubicBezTo>
                    <a:pt x="317" y="1"/>
                    <a:pt x="1" y="317"/>
                    <a:pt x="1" y="709"/>
                  </a:cubicBezTo>
                  <a:cubicBezTo>
                    <a:pt x="1" y="1102"/>
                    <a:pt x="317" y="1417"/>
                    <a:pt x="709" y="1417"/>
                  </a:cubicBezTo>
                  <a:cubicBezTo>
                    <a:pt x="1102" y="1417"/>
                    <a:pt x="1417" y="1102"/>
                    <a:pt x="1417" y="709"/>
                  </a:cubicBezTo>
                  <a:cubicBezTo>
                    <a:pt x="1417" y="317"/>
                    <a:pt x="1102" y="1"/>
                    <a:pt x="709" y="1"/>
                  </a:cubicBezTo>
                  <a:close/>
                </a:path>
              </a:pathLst>
            </a:custGeom>
            <a:solidFill>
              <a:srgbClr val="657A8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717" name="Google Shape;12717;p43"/>
            <p:cNvSpPr/>
            <p:nvPr/>
          </p:nvSpPr>
          <p:spPr>
            <a:xfrm>
              <a:off x="2335713" y="3102318"/>
              <a:ext cx="18855" cy="12342"/>
            </a:xfrm>
            <a:custGeom>
              <a:rect b="b" l="l" r="r" t="t"/>
              <a:pathLst>
                <a:path extrusionOk="0" h="470" w="718">
                  <a:moveTo>
                    <a:pt x="0" y="1"/>
                  </a:moveTo>
                  <a:lnTo>
                    <a:pt x="0" y="470"/>
                  </a:lnTo>
                  <a:lnTo>
                    <a:pt x="661" y="470"/>
                  </a:lnTo>
                  <a:cubicBezTo>
                    <a:pt x="718" y="317"/>
                    <a:pt x="718" y="154"/>
                    <a:pt x="661" y="1"/>
                  </a:cubicBezTo>
                  <a:close/>
                </a:path>
              </a:pathLst>
            </a:custGeom>
            <a:solidFill>
              <a:srgbClr val="657A8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718" name="Google Shape;12718;p43"/>
            <p:cNvSpPr/>
            <p:nvPr/>
          </p:nvSpPr>
          <p:spPr>
            <a:xfrm>
              <a:off x="2326496" y="3073169"/>
              <a:ext cx="44668" cy="41570"/>
            </a:xfrm>
            <a:custGeom>
              <a:rect b="b" l="l" r="r" t="t"/>
              <a:pathLst>
                <a:path extrusionOk="0" h="1583" w="1701">
                  <a:moveTo>
                    <a:pt x="1366" y="1"/>
                  </a:moveTo>
                  <a:lnTo>
                    <a:pt x="188" y="1178"/>
                  </a:lnTo>
                  <a:cubicBezTo>
                    <a:pt x="0" y="1306"/>
                    <a:pt x="215" y="1582"/>
                    <a:pt x="390" y="1582"/>
                  </a:cubicBezTo>
                  <a:cubicBezTo>
                    <a:pt x="437" y="1582"/>
                    <a:pt x="481" y="1562"/>
                    <a:pt x="514" y="1513"/>
                  </a:cubicBezTo>
                  <a:lnTo>
                    <a:pt x="1701" y="336"/>
                  </a:lnTo>
                  <a:lnTo>
                    <a:pt x="1366" y="1"/>
                  </a:lnTo>
                  <a:close/>
                </a:path>
              </a:pathLst>
            </a:custGeom>
            <a:solidFill>
              <a:srgbClr val="8E9EA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719" name="Google Shape;12719;p43"/>
            <p:cNvSpPr/>
            <p:nvPr/>
          </p:nvSpPr>
          <p:spPr>
            <a:xfrm>
              <a:off x="2355566" y="2901954"/>
              <a:ext cx="188704" cy="185080"/>
            </a:xfrm>
            <a:custGeom>
              <a:rect b="b" l="l" r="r" t="t"/>
              <a:pathLst>
                <a:path extrusionOk="0" h="7048" w="7186">
                  <a:moveTo>
                    <a:pt x="6868" y="0"/>
                  </a:moveTo>
                  <a:cubicBezTo>
                    <a:pt x="6825" y="0"/>
                    <a:pt x="6780" y="13"/>
                    <a:pt x="6738" y="42"/>
                  </a:cubicBezTo>
                  <a:lnTo>
                    <a:pt x="134" y="6645"/>
                  </a:lnTo>
                  <a:cubicBezTo>
                    <a:pt x="0" y="6789"/>
                    <a:pt x="96" y="7038"/>
                    <a:pt x="306" y="7047"/>
                  </a:cubicBezTo>
                  <a:cubicBezTo>
                    <a:pt x="364" y="7047"/>
                    <a:pt x="421" y="7018"/>
                    <a:pt x="469" y="6980"/>
                  </a:cubicBezTo>
                  <a:lnTo>
                    <a:pt x="7063" y="377"/>
                  </a:lnTo>
                  <a:cubicBezTo>
                    <a:pt x="7186" y="201"/>
                    <a:pt x="7039" y="0"/>
                    <a:pt x="6868" y="0"/>
                  </a:cubicBezTo>
                  <a:close/>
                </a:path>
              </a:pathLst>
            </a:custGeom>
            <a:solidFill>
              <a:srgbClr val="47607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2720" name="Google Shape;12720;p43"/>
          <p:cNvGrpSpPr/>
          <p:nvPr/>
        </p:nvGrpSpPr>
        <p:grpSpPr>
          <a:xfrm>
            <a:off x="3954432" y="2790599"/>
            <a:ext cx="378249" cy="265908"/>
            <a:chOff x="3954432" y="2942999"/>
            <a:chExt cx="378249" cy="265908"/>
          </a:xfrm>
        </p:grpSpPr>
        <p:sp>
          <p:nvSpPr>
            <p:cNvPr id="12721" name="Google Shape;12721;p43"/>
            <p:cNvSpPr/>
            <p:nvPr/>
          </p:nvSpPr>
          <p:spPr>
            <a:xfrm>
              <a:off x="3954432" y="2981207"/>
              <a:ext cx="378249" cy="227700"/>
            </a:xfrm>
            <a:custGeom>
              <a:rect b="b" l="l" r="r" t="t"/>
              <a:pathLst>
                <a:path extrusionOk="0" h="8671" w="14404">
                  <a:moveTo>
                    <a:pt x="7207" y="0"/>
                  </a:moveTo>
                  <a:cubicBezTo>
                    <a:pt x="6346" y="0"/>
                    <a:pt x="5054" y="546"/>
                    <a:pt x="3388" y="1637"/>
                  </a:cubicBezTo>
                  <a:cubicBezTo>
                    <a:pt x="2307" y="2345"/>
                    <a:pt x="1264" y="3110"/>
                    <a:pt x="259" y="3924"/>
                  </a:cubicBezTo>
                  <a:cubicBezTo>
                    <a:pt x="0" y="4134"/>
                    <a:pt x="0" y="4527"/>
                    <a:pt x="259" y="4747"/>
                  </a:cubicBezTo>
                  <a:cubicBezTo>
                    <a:pt x="1264" y="5560"/>
                    <a:pt x="2307" y="6326"/>
                    <a:pt x="3388" y="7034"/>
                  </a:cubicBezTo>
                  <a:cubicBezTo>
                    <a:pt x="5063" y="8125"/>
                    <a:pt x="6346" y="8671"/>
                    <a:pt x="7207" y="8671"/>
                  </a:cubicBezTo>
                  <a:cubicBezTo>
                    <a:pt x="8059" y="8671"/>
                    <a:pt x="9351" y="8116"/>
                    <a:pt x="11025" y="7034"/>
                  </a:cubicBezTo>
                  <a:cubicBezTo>
                    <a:pt x="12107" y="6326"/>
                    <a:pt x="13150" y="5560"/>
                    <a:pt x="14145" y="4747"/>
                  </a:cubicBezTo>
                  <a:cubicBezTo>
                    <a:pt x="14404" y="4536"/>
                    <a:pt x="14404" y="4134"/>
                    <a:pt x="14145" y="3924"/>
                  </a:cubicBezTo>
                  <a:cubicBezTo>
                    <a:pt x="13150" y="3110"/>
                    <a:pt x="12107" y="2345"/>
                    <a:pt x="11025" y="1637"/>
                  </a:cubicBezTo>
                  <a:cubicBezTo>
                    <a:pt x="9351" y="546"/>
                    <a:pt x="8059" y="0"/>
                    <a:pt x="7207" y="0"/>
                  </a:cubicBezTo>
                  <a:close/>
                </a:path>
              </a:pathLst>
            </a:custGeom>
            <a:solidFill>
              <a:srgbClr val="E2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722" name="Google Shape;12722;p43"/>
            <p:cNvSpPr/>
            <p:nvPr/>
          </p:nvSpPr>
          <p:spPr>
            <a:xfrm>
              <a:off x="3954432" y="2980944"/>
              <a:ext cx="208111" cy="227727"/>
            </a:xfrm>
            <a:custGeom>
              <a:rect b="b" l="l" r="r" t="t"/>
              <a:pathLst>
                <a:path extrusionOk="0" h="8672" w="7925">
                  <a:moveTo>
                    <a:pt x="7207" y="1"/>
                  </a:moveTo>
                  <a:cubicBezTo>
                    <a:pt x="6346" y="1"/>
                    <a:pt x="5063" y="556"/>
                    <a:pt x="3379" y="1637"/>
                  </a:cubicBezTo>
                  <a:cubicBezTo>
                    <a:pt x="2297" y="2345"/>
                    <a:pt x="1264" y="3111"/>
                    <a:pt x="259" y="3934"/>
                  </a:cubicBezTo>
                  <a:cubicBezTo>
                    <a:pt x="0" y="4144"/>
                    <a:pt x="0" y="4537"/>
                    <a:pt x="259" y="4747"/>
                  </a:cubicBezTo>
                  <a:cubicBezTo>
                    <a:pt x="1264" y="5561"/>
                    <a:pt x="2297" y="6326"/>
                    <a:pt x="3379" y="7044"/>
                  </a:cubicBezTo>
                  <a:cubicBezTo>
                    <a:pt x="5054" y="8126"/>
                    <a:pt x="6346" y="8671"/>
                    <a:pt x="7207" y="8671"/>
                  </a:cubicBezTo>
                  <a:cubicBezTo>
                    <a:pt x="7446" y="8671"/>
                    <a:pt x="7685" y="8633"/>
                    <a:pt x="7925" y="8575"/>
                  </a:cubicBezTo>
                  <a:cubicBezTo>
                    <a:pt x="7121" y="8374"/>
                    <a:pt x="6078" y="7858"/>
                    <a:pt x="4814" y="7044"/>
                  </a:cubicBezTo>
                  <a:cubicBezTo>
                    <a:pt x="3733" y="6326"/>
                    <a:pt x="2699" y="5570"/>
                    <a:pt x="1694" y="4747"/>
                  </a:cubicBezTo>
                  <a:cubicBezTo>
                    <a:pt x="1436" y="4537"/>
                    <a:pt x="1436" y="4144"/>
                    <a:pt x="1694" y="3934"/>
                  </a:cubicBezTo>
                  <a:cubicBezTo>
                    <a:pt x="2699" y="3111"/>
                    <a:pt x="3733" y="2345"/>
                    <a:pt x="4814" y="1637"/>
                  </a:cubicBezTo>
                  <a:cubicBezTo>
                    <a:pt x="6078" y="824"/>
                    <a:pt x="7121" y="307"/>
                    <a:pt x="7925" y="106"/>
                  </a:cubicBezTo>
                  <a:cubicBezTo>
                    <a:pt x="7685" y="39"/>
                    <a:pt x="7446" y="10"/>
                    <a:pt x="7207" y="1"/>
                  </a:cubicBezTo>
                  <a:close/>
                </a:path>
              </a:pathLst>
            </a:custGeom>
            <a:solidFill>
              <a:srgbClr val="E2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723" name="Google Shape;12723;p43"/>
            <p:cNvSpPr/>
            <p:nvPr/>
          </p:nvSpPr>
          <p:spPr>
            <a:xfrm>
              <a:off x="4034604" y="3013270"/>
              <a:ext cx="190516" cy="163232"/>
            </a:xfrm>
            <a:custGeom>
              <a:rect b="b" l="l" r="r" t="t"/>
              <a:pathLst>
                <a:path extrusionOk="0" h="6216" w="7255">
                  <a:moveTo>
                    <a:pt x="4127" y="0"/>
                  </a:moveTo>
                  <a:cubicBezTo>
                    <a:pt x="3364" y="0"/>
                    <a:pt x="2587" y="283"/>
                    <a:pt x="1953" y="913"/>
                  </a:cubicBezTo>
                  <a:cubicBezTo>
                    <a:pt x="0" y="2866"/>
                    <a:pt x="1388" y="6215"/>
                    <a:pt x="4154" y="6215"/>
                  </a:cubicBezTo>
                  <a:cubicBezTo>
                    <a:pt x="5857" y="6206"/>
                    <a:pt x="7245" y="4818"/>
                    <a:pt x="7255" y="3105"/>
                  </a:cubicBezTo>
                  <a:cubicBezTo>
                    <a:pt x="7255" y="1239"/>
                    <a:pt x="5724" y="0"/>
                    <a:pt x="4127" y="0"/>
                  </a:cubicBezTo>
                  <a:close/>
                </a:path>
              </a:pathLst>
            </a:custGeom>
            <a:solidFill>
              <a:srgbClr val="6A7F9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724" name="Google Shape;12724;p43"/>
            <p:cNvSpPr/>
            <p:nvPr/>
          </p:nvSpPr>
          <p:spPr>
            <a:xfrm>
              <a:off x="4062256" y="3013349"/>
              <a:ext cx="96768" cy="163101"/>
            </a:xfrm>
            <a:custGeom>
              <a:rect b="b" l="l" r="r" t="t"/>
              <a:pathLst>
                <a:path extrusionOk="0" h="6211" w="3685">
                  <a:moveTo>
                    <a:pt x="3088" y="0"/>
                  </a:moveTo>
                  <a:cubicBezTo>
                    <a:pt x="1418" y="0"/>
                    <a:pt x="0" y="1363"/>
                    <a:pt x="0" y="3102"/>
                  </a:cubicBezTo>
                  <a:cubicBezTo>
                    <a:pt x="0" y="4852"/>
                    <a:pt x="1423" y="6210"/>
                    <a:pt x="3097" y="6210"/>
                  </a:cubicBezTo>
                  <a:cubicBezTo>
                    <a:pt x="3290" y="6210"/>
                    <a:pt x="3487" y="6192"/>
                    <a:pt x="3685" y="6155"/>
                  </a:cubicBezTo>
                  <a:cubicBezTo>
                    <a:pt x="2230" y="5868"/>
                    <a:pt x="1177" y="4585"/>
                    <a:pt x="1177" y="3102"/>
                  </a:cubicBezTo>
                  <a:cubicBezTo>
                    <a:pt x="1177" y="1618"/>
                    <a:pt x="2230" y="346"/>
                    <a:pt x="3685" y="58"/>
                  </a:cubicBezTo>
                  <a:cubicBezTo>
                    <a:pt x="3483" y="19"/>
                    <a:pt x="3284" y="0"/>
                    <a:pt x="3088" y="0"/>
                  </a:cubicBezTo>
                  <a:close/>
                </a:path>
              </a:pathLst>
            </a:custGeom>
            <a:solidFill>
              <a:srgbClr val="50687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725" name="Google Shape;12725;p43"/>
            <p:cNvSpPr/>
            <p:nvPr/>
          </p:nvSpPr>
          <p:spPr>
            <a:xfrm>
              <a:off x="4088647" y="3053763"/>
              <a:ext cx="96007" cy="82273"/>
            </a:xfrm>
            <a:custGeom>
              <a:rect b="b" l="l" r="r" t="t"/>
              <a:pathLst>
                <a:path extrusionOk="0" h="3133" w="3656">
                  <a:moveTo>
                    <a:pt x="2081" y="1"/>
                  </a:moveTo>
                  <a:cubicBezTo>
                    <a:pt x="1697" y="1"/>
                    <a:pt x="1305" y="143"/>
                    <a:pt x="986" y="462"/>
                  </a:cubicBezTo>
                  <a:cubicBezTo>
                    <a:pt x="0" y="1448"/>
                    <a:pt x="699" y="3132"/>
                    <a:pt x="2096" y="3132"/>
                  </a:cubicBezTo>
                  <a:cubicBezTo>
                    <a:pt x="2957" y="3132"/>
                    <a:pt x="3656" y="2434"/>
                    <a:pt x="3656" y="1563"/>
                  </a:cubicBezTo>
                  <a:cubicBezTo>
                    <a:pt x="3656" y="624"/>
                    <a:pt x="2885" y="1"/>
                    <a:pt x="2081" y="1"/>
                  </a:cubicBezTo>
                  <a:close/>
                </a:path>
              </a:pathLst>
            </a:custGeom>
            <a:solidFill>
              <a:srgbClr val="455F7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726" name="Google Shape;12726;p43"/>
            <p:cNvSpPr/>
            <p:nvPr/>
          </p:nvSpPr>
          <p:spPr>
            <a:xfrm>
              <a:off x="4102696" y="3053868"/>
              <a:ext cx="57089" cy="82246"/>
            </a:xfrm>
            <a:custGeom>
              <a:rect b="b" l="l" r="r" t="t"/>
              <a:pathLst>
                <a:path extrusionOk="0" h="3132" w="2174">
                  <a:moveTo>
                    <a:pt x="1567" y="1"/>
                  </a:moveTo>
                  <a:cubicBezTo>
                    <a:pt x="740" y="1"/>
                    <a:pt x="1" y="667"/>
                    <a:pt x="1" y="1568"/>
                  </a:cubicBezTo>
                  <a:cubicBezTo>
                    <a:pt x="1" y="2467"/>
                    <a:pt x="734" y="3131"/>
                    <a:pt x="1558" y="3131"/>
                  </a:cubicBezTo>
                  <a:cubicBezTo>
                    <a:pt x="1761" y="3131"/>
                    <a:pt x="1969" y="3091"/>
                    <a:pt x="2173" y="3004"/>
                  </a:cubicBezTo>
                  <a:cubicBezTo>
                    <a:pt x="1590" y="2765"/>
                    <a:pt x="1216" y="2190"/>
                    <a:pt x="1216" y="1559"/>
                  </a:cubicBezTo>
                  <a:cubicBezTo>
                    <a:pt x="1216" y="937"/>
                    <a:pt x="1590" y="372"/>
                    <a:pt x="2173" y="123"/>
                  </a:cubicBezTo>
                  <a:cubicBezTo>
                    <a:pt x="1972" y="39"/>
                    <a:pt x="1767" y="1"/>
                    <a:pt x="1567" y="1"/>
                  </a:cubicBezTo>
                  <a:close/>
                </a:path>
              </a:pathLst>
            </a:custGeom>
            <a:solidFill>
              <a:srgbClr val="465C7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727" name="Google Shape;12727;p43"/>
            <p:cNvSpPr/>
            <p:nvPr/>
          </p:nvSpPr>
          <p:spPr>
            <a:xfrm>
              <a:off x="4260807" y="2996411"/>
              <a:ext cx="38051" cy="26207"/>
            </a:xfrm>
            <a:custGeom>
              <a:rect b="b" l="l" r="r" t="t"/>
              <a:pathLst>
                <a:path extrusionOk="0" h="998" w="1449">
                  <a:moveTo>
                    <a:pt x="331" y="0"/>
                  </a:moveTo>
                  <a:cubicBezTo>
                    <a:pt x="136" y="0"/>
                    <a:pt x="0" y="272"/>
                    <a:pt x="201" y="416"/>
                  </a:cubicBezTo>
                  <a:cubicBezTo>
                    <a:pt x="440" y="579"/>
                    <a:pt x="698" y="761"/>
                    <a:pt x="957" y="943"/>
                  </a:cubicBezTo>
                  <a:cubicBezTo>
                    <a:pt x="1006" y="981"/>
                    <a:pt x="1057" y="998"/>
                    <a:pt x="1104" y="998"/>
                  </a:cubicBezTo>
                  <a:cubicBezTo>
                    <a:pt x="1304" y="998"/>
                    <a:pt x="1449" y="707"/>
                    <a:pt x="1225" y="560"/>
                  </a:cubicBezTo>
                  <a:cubicBezTo>
                    <a:pt x="966" y="378"/>
                    <a:pt x="708" y="196"/>
                    <a:pt x="449" y="34"/>
                  </a:cubicBezTo>
                  <a:cubicBezTo>
                    <a:pt x="409" y="10"/>
                    <a:pt x="369" y="0"/>
                    <a:pt x="331" y="0"/>
                  </a:cubicBezTo>
                  <a:close/>
                </a:path>
              </a:pathLst>
            </a:custGeom>
            <a:solidFill>
              <a:srgbClr val="E2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728" name="Google Shape;12728;p43"/>
            <p:cNvSpPr/>
            <p:nvPr/>
          </p:nvSpPr>
          <p:spPr>
            <a:xfrm>
              <a:off x="4020528" y="2942999"/>
              <a:ext cx="229381" cy="58323"/>
            </a:xfrm>
            <a:custGeom>
              <a:rect b="b" l="l" r="r" t="t"/>
              <a:pathLst>
                <a:path extrusionOk="0" h="2221" w="8735">
                  <a:moveTo>
                    <a:pt x="4690" y="0"/>
                  </a:moveTo>
                  <a:cubicBezTo>
                    <a:pt x="3551" y="0"/>
                    <a:pt x="2077" y="584"/>
                    <a:pt x="192" y="1790"/>
                  </a:cubicBezTo>
                  <a:cubicBezTo>
                    <a:pt x="0" y="1914"/>
                    <a:pt x="87" y="2211"/>
                    <a:pt x="316" y="2221"/>
                  </a:cubicBezTo>
                  <a:cubicBezTo>
                    <a:pt x="355" y="2211"/>
                    <a:pt x="402" y="2202"/>
                    <a:pt x="441" y="2182"/>
                  </a:cubicBezTo>
                  <a:cubicBezTo>
                    <a:pt x="2249" y="1024"/>
                    <a:pt x="3637" y="460"/>
                    <a:pt x="4680" y="460"/>
                  </a:cubicBezTo>
                  <a:cubicBezTo>
                    <a:pt x="5599" y="460"/>
                    <a:pt x="6767" y="890"/>
                    <a:pt x="8269" y="1780"/>
                  </a:cubicBezTo>
                  <a:cubicBezTo>
                    <a:pt x="8312" y="1805"/>
                    <a:pt x="8353" y="1815"/>
                    <a:pt x="8392" y="1815"/>
                  </a:cubicBezTo>
                  <a:cubicBezTo>
                    <a:pt x="8600" y="1815"/>
                    <a:pt x="8734" y="1515"/>
                    <a:pt x="8508" y="1379"/>
                  </a:cubicBezTo>
                  <a:cubicBezTo>
                    <a:pt x="6939" y="450"/>
                    <a:pt x="5685" y="0"/>
                    <a:pt x="4690" y="0"/>
                  </a:cubicBezTo>
                  <a:close/>
                </a:path>
              </a:pathLst>
            </a:custGeom>
            <a:solidFill>
              <a:srgbClr val="E2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729" name="Google Shape;12729;p43"/>
            <p:cNvSpPr/>
            <p:nvPr/>
          </p:nvSpPr>
          <p:spPr>
            <a:xfrm>
              <a:off x="4153719" y="3056337"/>
              <a:ext cx="33193" cy="28440"/>
            </a:xfrm>
            <a:custGeom>
              <a:rect b="b" l="l" r="r" t="t"/>
              <a:pathLst>
                <a:path extrusionOk="0" h="1083" w="1264">
                  <a:moveTo>
                    <a:pt x="542" y="1"/>
                  </a:moveTo>
                  <a:cubicBezTo>
                    <a:pt x="266" y="1"/>
                    <a:pt x="1" y="217"/>
                    <a:pt x="1" y="546"/>
                  </a:cubicBezTo>
                  <a:cubicBezTo>
                    <a:pt x="1" y="843"/>
                    <a:pt x="240" y="1082"/>
                    <a:pt x="537" y="1082"/>
                  </a:cubicBezTo>
                  <a:cubicBezTo>
                    <a:pt x="1025" y="1082"/>
                    <a:pt x="1264" y="498"/>
                    <a:pt x="919" y="163"/>
                  </a:cubicBezTo>
                  <a:cubicBezTo>
                    <a:pt x="810" y="51"/>
                    <a:pt x="675" y="1"/>
                    <a:pt x="542" y="1"/>
                  </a:cubicBezTo>
                  <a:close/>
                </a:path>
              </a:pathLst>
            </a:custGeom>
            <a:solidFill>
              <a:srgbClr val="E2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2730" name="Google Shape;12730;p43"/>
          <p:cNvGrpSpPr/>
          <p:nvPr/>
        </p:nvGrpSpPr>
        <p:grpSpPr>
          <a:xfrm>
            <a:off x="1752137" y="4114208"/>
            <a:ext cx="378512" cy="374756"/>
            <a:chOff x="1752137" y="4266608"/>
            <a:chExt cx="378512" cy="374756"/>
          </a:xfrm>
        </p:grpSpPr>
        <p:sp>
          <p:nvSpPr>
            <p:cNvPr id="12731" name="Google Shape;12731;p43"/>
            <p:cNvSpPr/>
            <p:nvPr/>
          </p:nvSpPr>
          <p:spPr>
            <a:xfrm>
              <a:off x="1752400" y="4382020"/>
              <a:ext cx="171163" cy="82220"/>
            </a:xfrm>
            <a:custGeom>
              <a:rect b="b" l="l" r="r" t="t"/>
              <a:pathLst>
                <a:path extrusionOk="0" h="3131" w="6518">
                  <a:moveTo>
                    <a:pt x="6518" y="1"/>
                  </a:moveTo>
                  <a:lnTo>
                    <a:pt x="5092" y="125"/>
                  </a:lnTo>
                  <a:cubicBezTo>
                    <a:pt x="3226" y="278"/>
                    <a:pt x="1474" y="1082"/>
                    <a:pt x="154" y="2412"/>
                  </a:cubicBezTo>
                  <a:cubicBezTo>
                    <a:pt x="1" y="2565"/>
                    <a:pt x="96" y="2833"/>
                    <a:pt x="316" y="2853"/>
                  </a:cubicBezTo>
                  <a:lnTo>
                    <a:pt x="3398" y="3130"/>
                  </a:lnTo>
                  <a:lnTo>
                    <a:pt x="6518" y="1"/>
                  </a:lnTo>
                  <a:close/>
                </a:path>
              </a:pathLst>
            </a:custGeom>
            <a:solidFill>
              <a:srgbClr val="C0CAD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732" name="Google Shape;12732;p43"/>
            <p:cNvSpPr/>
            <p:nvPr/>
          </p:nvSpPr>
          <p:spPr>
            <a:xfrm>
              <a:off x="1931834" y="4472250"/>
              <a:ext cx="81957" cy="169114"/>
            </a:xfrm>
            <a:custGeom>
              <a:rect b="b" l="l" r="r" t="t"/>
              <a:pathLst>
                <a:path extrusionOk="0" h="6440" w="3121">
                  <a:moveTo>
                    <a:pt x="3121" y="0"/>
                  </a:moveTo>
                  <a:lnTo>
                    <a:pt x="1" y="3120"/>
                  </a:lnTo>
                  <a:lnTo>
                    <a:pt x="269" y="6202"/>
                  </a:lnTo>
                  <a:cubicBezTo>
                    <a:pt x="281" y="6348"/>
                    <a:pt x="404" y="6439"/>
                    <a:pt x="530" y="6439"/>
                  </a:cubicBezTo>
                  <a:cubicBezTo>
                    <a:pt x="593" y="6439"/>
                    <a:pt x="657" y="6416"/>
                    <a:pt x="709" y="6365"/>
                  </a:cubicBezTo>
                  <a:cubicBezTo>
                    <a:pt x="2039" y="5044"/>
                    <a:pt x="2843" y="3293"/>
                    <a:pt x="3006" y="1426"/>
                  </a:cubicBezTo>
                  <a:lnTo>
                    <a:pt x="3121" y="0"/>
                  </a:lnTo>
                  <a:close/>
                </a:path>
              </a:pathLst>
            </a:custGeom>
            <a:solidFill>
              <a:srgbClr val="C0CAD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733" name="Google Shape;12733;p43"/>
            <p:cNvSpPr/>
            <p:nvPr/>
          </p:nvSpPr>
          <p:spPr>
            <a:xfrm>
              <a:off x="1752137" y="4386537"/>
              <a:ext cx="123685" cy="71664"/>
            </a:xfrm>
            <a:custGeom>
              <a:rect b="b" l="l" r="r" t="t"/>
              <a:pathLst>
                <a:path extrusionOk="0" h="2729" w="4710">
                  <a:moveTo>
                    <a:pt x="4710" y="1"/>
                  </a:moveTo>
                  <a:lnTo>
                    <a:pt x="4710" y="1"/>
                  </a:lnTo>
                  <a:cubicBezTo>
                    <a:pt x="2987" y="221"/>
                    <a:pt x="1389" y="1015"/>
                    <a:pt x="164" y="2240"/>
                  </a:cubicBezTo>
                  <a:cubicBezTo>
                    <a:pt x="1" y="2393"/>
                    <a:pt x="106" y="2661"/>
                    <a:pt x="317" y="2681"/>
                  </a:cubicBezTo>
                  <a:lnTo>
                    <a:pt x="776" y="2728"/>
                  </a:lnTo>
                  <a:cubicBezTo>
                    <a:pt x="633" y="2614"/>
                    <a:pt x="613" y="2403"/>
                    <a:pt x="747" y="2269"/>
                  </a:cubicBezTo>
                  <a:cubicBezTo>
                    <a:pt x="1838" y="1178"/>
                    <a:pt x="3207" y="393"/>
                    <a:pt x="4710" y="1"/>
                  </a:cubicBezTo>
                  <a:close/>
                </a:path>
              </a:pathLst>
            </a:custGeom>
            <a:solidFill>
              <a:srgbClr val="AAB8C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734" name="Google Shape;12734;p43"/>
            <p:cNvSpPr/>
            <p:nvPr/>
          </p:nvSpPr>
          <p:spPr>
            <a:xfrm>
              <a:off x="1931834" y="4539108"/>
              <a:ext cx="23897" cy="102256"/>
            </a:xfrm>
            <a:custGeom>
              <a:rect b="b" l="l" r="r" t="t"/>
              <a:pathLst>
                <a:path extrusionOk="0" h="3894" w="910">
                  <a:moveTo>
                    <a:pt x="575" y="0"/>
                  </a:moveTo>
                  <a:lnTo>
                    <a:pt x="1" y="574"/>
                  </a:lnTo>
                  <a:lnTo>
                    <a:pt x="269" y="3656"/>
                  </a:lnTo>
                  <a:cubicBezTo>
                    <a:pt x="281" y="3802"/>
                    <a:pt x="404" y="3893"/>
                    <a:pt x="530" y="3893"/>
                  </a:cubicBezTo>
                  <a:cubicBezTo>
                    <a:pt x="593" y="3893"/>
                    <a:pt x="657" y="3870"/>
                    <a:pt x="709" y="3819"/>
                  </a:cubicBezTo>
                  <a:cubicBezTo>
                    <a:pt x="776" y="3752"/>
                    <a:pt x="843" y="3685"/>
                    <a:pt x="910" y="3618"/>
                  </a:cubicBezTo>
                  <a:cubicBezTo>
                    <a:pt x="891" y="3579"/>
                    <a:pt x="891" y="3551"/>
                    <a:pt x="881" y="3512"/>
                  </a:cubicBezTo>
                  <a:lnTo>
                    <a:pt x="575" y="0"/>
                  </a:lnTo>
                  <a:close/>
                </a:path>
              </a:pathLst>
            </a:custGeom>
            <a:solidFill>
              <a:srgbClr val="AAB8C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735" name="Google Shape;12735;p43"/>
            <p:cNvSpPr/>
            <p:nvPr/>
          </p:nvSpPr>
          <p:spPr>
            <a:xfrm>
              <a:off x="1823512" y="4266608"/>
              <a:ext cx="307137" cy="305115"/>
            </a:xfrm>
            <a:custGeom>
              <a:rect b="b" l="l" r="r" t="t"/>
              <a:pathLst>
                <a:path extrusionOk="0" h="11619" w="11696">
                  <a:moveTo>
                    <a:pt x="11451" y="0"/>
                  </a:moveTo>
                  <a:cubicBezTo>
                    <a:pt x="11428" y="0"/>
                    <a:pt x="11404" y="4"/>
                    <a:pt x="11380" y="12"/>
                  </a:cubicBezTo>
                  <a:lnTo>
                    <a:pt x="8920" y="730"/>
                  </a:lnTo>
                  <a:lnTo>
                    <a:pt x="7102" y="1257"/>
                  </a:lnTo>
                  <a:cubicBezTo>
                    <a:pt x="6949" y="1304"/>
                    <a:pt x="6815" y="1381"/>
                    <a:pt x="6710" y="1496"/>
                  </a:cubicBezTo>
                  <a:lnTo>
                    <a:pt x="87" y="8119"/>
                  </a:lnTo>
                  <a:cubicBezTo>
                    <a:pt x="1" y="8205"/>
                    <a:pt x="1" y="8339"/>
                    <a:pt x="87" y="8425"/>
                  </a:cubicBezTo>
                  <a:lnTo>
                    <a:pt x="1408" y="9745"/>
                  </a:lnTo>
                  <a:lnTo>
                    <a:pt x="1896" y="10234"/>
                  </a:lnTo>
                  <a:lnTo>
                    <a:pt x="3217" y="11554"/>
                  </a:lnTo>
                  <a:cubicBezTo>
                    <a:pt x="3260" y="11597"/>
                    <a:pt x="3319" y="11619"/>
                    <a:pt x="3379" y="11619"/>
                  </a:cubicBezTo>
                  <a:cubicBezTo>
                    <a:pt x="3439" y="11619"/>
                    <a:pt x="3499" y="11597"/>
                    <a:pt x="3542" y="11554"/>
                  </a:cubicBezTo>
                  <a:lnTo>
                    <a:pt x="7246" y="7841"/>
                  </a:lnTo>
                  <a:lnTo>
                    <a:pt x="10136" y="4970"/>
                  </a:lnTo>
                  <a:cubicBezTo>
                    <a:pt x="10260" y="4845"/>
                    <a:pt x="10346" y="4692"/>
                    <a:pt x="10394" y="4530"/>
                  </a:cubicBezTo>
                  <a:lnTo>
                    <a:pt x="11638" y="271"/>
                  </a:lnTo>
                  <a:cubicBezTo>
                    <a:pt x="11696" y="132"/>
                    <a:pt x="11585" y="0"/>
                    <a:pt x="11451" y="0"/>
                  </a:cubicBezTo>
                  <a:close/>
                </a:path>
              </a:pathLst>
            </a:custGeom>
            <a:solidFill>
              <a:srgbClr val="E5EBE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736" name="Google Shape;12736;p43"/>
            <p:cNvSpPr/>
            <p:nvPr/>
          </p:nvSpPr>
          <p:spPr>
            <a:xfrm>
              <a:off x="1823512" y="4266686"/>
              <a:ext cx="306507" cy="227963"/>
            </a:xfrm>
            <a:custGeom>
              <a:rect b="b" l="l" r="r" t="t"/>
              <a:pathLst>
                <a:path extrusionOk="0" h="8681" w="11672">
                  <a:moveTo>
                    <a:pt x="11449" y="0"/>
                  </a:moveTo>
                  <a:cubicBezTo>
                    <a:pt x="11430" y="0"/>
                    <a:pt x="11410" y="3"/>
                    <a:pt x="11390" y="9"/>
                  </a:cubicBezTo>
                  <a:lnTo>
                    <a:pt x="7083" y="1263"/>
                  </a:lnTo>
                  <a:cubicBezTo>
                    <a:pt x="6949" y="1301"/>
                    <a:pt x="6825" y="1378"/>
                    <a:pt x="6729" y="1474"/>
                  </a:cubicBezTo>
                  <a:lnTo>
                    <a:pt x="87" y="8116"/>
                  </a:lnTo>
                  <a:cubicBezTo>
                    <a:pt x="1" y="8192"/>
                    <a:pt x="1" y="8326"/>
                    <a:pt x="87" y="8412"/>
                  </a:cubicBezTo>
                  <a:lnTo>
                    <a:pt x="355" y="8680"/>
                  </a:lnTo>
                  <a:lnTo>
                    <a:pt x="1101" y="7934"/>
                  </a:lnTo>
                  <a:lnTo>
                    <a:pt x="7064" y="1971"/>
                  </a:lnTo>
                  <a:cubicBezTo>
                    <a:pt x="7150" y="1885"/>
                    <a:pt x="7265" y="1818"/>
                    <a:pt x="7389" y="1780"/>
                  </a:cubicBezTo>
                  <a:lnTo>
                    <a:pt x="11552" y="565"/>
                  </a:lnTo>
                  <a:lnTo>
                    <a:pt x="11638" y="258"/>
                  </a:lnTo>
                  <a:cubicBezTo>
                    <a:pt x="11672" y="126"/>
                    <a:pt x="11575" y="0"/>
                    <a:pt x="11449" y="0"/>
                  </a:cubicBezTo>
                  <a:close/>
                </a:path>
              </a:pathLst>
            </a:custGeom>
            <a:solidFill>
              <a:srgbClr val="E2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737" name="Google Shape;12737;p43"/>
            <p:cNvSpPr/>
            <p:nvPr/>
          </p:nvSpPr>
          <p:spPr>
            <a:xfrm>
              <a:off x="1978078" y="4353633"/>
              <a:ext cx="64127" cy="64101"/>
            </a:xfrm>
            <a:custGeom>
              <a:rect b="b" l="l" r="r" t="t"/>
              <a:pathLst>
                <a:path extrusionOk="0" h="2441" w="2442">
                  <a:moveTo>
                    <a:pt x="1226" y="0"/>
                  </a:moveTo>
                  <a:cubicBezTo>
                    <a:pt x="546" y="0"/>
                    <a:pt x="1" y="546"/>
                    <a:pt x="1" y="1216"/>
                  </a:cubicBezTo>
                  <a:cubicBezTo>
                    <a:pt x="1" y="1895"/>
                    <a:pt x="546" y="2441"/>
                    <a:pt x="1226" y="2441"/>
                  </a:cubicBezTo>
                  <a:cubicBezTo>
                    <a:pt x="1896" y="2441"/>
                    <a:pt x="2441" y="1895"/>
                    <a:pt x="2441" y="1216"/>
                  </a:cubicBezTo>
                  <a:cubicBezTo>
                    <a:pt x="2441" y="546"/>
                    <a:pt x="1896" y="0"/>
                    <a:pt x="1226" y="0"/>
                  </a:cubicBezTo>
                  <a:close/>
                </a:path>
              </a:pathLst>
            </a:custGeom>
            <a:solidFill>
              <a:srgbClr val="61778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738" name="Google Shape;12738;p43"/>
            <p:cNvSpPr/>
            <p:nvPr/>
          </p:nvSpPr>
          <p:spPr>
            <a:xfrm>
              <a:off x="1978078" y="4353660"/>
              <a:ext cx="39731" cy="64206"/>
            </a:xfrm>
            <a:custGeom>
              <a:rect b="b" l="l" r="r" t="t"/>
              <a:pathLst>
                <a:path extrusionOk="0" h="2445" w="1513">
                  <a:moveTo>
                    <a:pt x="1215" y="1"/>
                  </a:moveTo>
                  <a:cubicBezTo>
                    <a:pt x="559" y="1"/>
                    <a:pt x="1" y="533"/>
                    <a:pt x="1" y="1224"/>
                  </a:cubicBezTo>
                  <a:cubicBezTo>
                    <a:pt x="1" y="1911"/>
                    <a:pt x="566" y="2444"/>
                    <a:pt x="1226" y="2444"/>
                  </a:cubicBezTo>
                  <a:cubicBezTo>
                    <a:pt x="1320" y="2444"/>
                    <a:pt x="1416" y="2434"/>
                    <a:pt x="1513" y="2411"/>
                  </a:cubicBezTo>
                  <a:cubicBezTo>
                    <a:pt x="584" y="2181"/>
                    <a:pt x="259" y="1033"/>
                    <a:pt x="939" y="353"/>
                  </a:cubicBezTo>
                  <a:cubicBezTo>
                    <a:pt x="1092" y="200"/>
                    <a:pt x="1293" y="85"/>
                    <a:pt x="1513" y="38"/>
                  </a:cubicBezTo>
                  <a:cubicBezTo>
                    <a:pt x="1412" y="13"/>
                    <a:pt x="1313" y="1"/>
                    <a:pt x="1215" y="1"/>
                  </a:cubicBezTo>
                  <a:close/>
                </a:path>
              </a:pathLst>
            </a:custGeom>
            <a:solidFill>
              <a:srgbClr val="47607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739" name="Google Shape;12739;p43"/>
            <p:cNvSpPr/>
            <p:nvPr/>
          </p:nvSpPr>
          <p:spPr>
            <a:xfrm>
              <a:off x="1815476" y="4497381"/>
              <a:ext cx="82955" cy="82404"/>
            </a:xfrm>
            <a:custGeom>
              <a:rect b="b" l="l" r="r" t="t"/>
              <a:pathLst>
                <a:path extrusionOk="0" h="3138" w="3159">
                  <a:moveTo>
                    <a:pt x="814" y="0"/>
                  </a:moveTo>
                  <a:lnTo>
                    <a:pt x="125" y="699"/>
                  </a:lnTo>
                  <a:cubicBezTo>
                    <a:pt x="1" y="823"/>
                    <a:pt x="1" y="1024"/>
                    <a:pt x="125" y="1158"/>
                  </a:cubicBezTo>
                  <a:lnTo>
                    <a:pt x="1063" y="2096"/>
                  </a:lnTo>
                  <a:lnTo>
                    <a:pt x="2010" y="3044"/>
                  </a:lnTo>
                  <a:cubicBezTo>
                    <a:pt x="2073" y="3106"/>
                    <a:pt x="2154" y="3137"/>
                    <a:pt x="2235" y="3137"/>
                  </a:cubicBezTo>
                  <a:cubicBezTo>
                    <a:pt x="2317" y="3137"/>
                    <a:pt x="2398" y="3106"/>
                    <a:pt x="2460" y="3044"/>
                  </a:cubicBezTo>
                  <a:lnTo>
                    <a:pt x="3159" y="2345"/>
                  </a:lnTo>
                  <a:lnTo>
                    <a:pt x="2231" y="1417"/>
                  </a:lnTo>
                  <a:lnTo>
                    <a:pt x="1742" y="929"/>
                  </a:lnTo>
                  <a:lnTo>
                    <a:pt x="814" y="0"/>
                  </a:lnTo>
                  <a:close/>
                </a:path>
              </a:pathLst>
            </a:custGeom>
            <a:solidFill>
              <a:srgbClr val="61778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740" name="Google Shape;12740;p43"/>
            <p:cNvSpPr/>
            <p:nvPr/>
          </p:nvSpPr>
          <p:spPr>
            <a:xfrm>
              <a:off x="1815476" y="4497381"/>
              <a:ext cx="32195" cy="35950"/>
            </a:xfrm>
            <a:custGeom>
              <a:rect b="b" l="l" r="r" t="t"/>
              <a:pathLst>
                <a:path extrusionOk="0" h="1369" w="1226">
                  <a:moveTo>
                    <a:pt x="814" y="0"/>
                  </a:moveTo>
                  <a:lnTo>
                    <a:pt x="125" y="699"/>
                  </a:lnTo>
                  <a:cubicBezTo>
                    <a:pt x="1" y="823"/>
                    <a:pt x="1" y="1024"/>
                    <a:pt x="125" y="1158"/>
                  </a:cubicBezTo>
                  <a:lnTo>
                    <a:pt x="345" y="1369"/>
                  </a:lnTo>
                  <a:cubicBezTo>
                    <a:pt x="355" y="1302"/>
                    <a:pt x="393" y="1245"/>
                    <a:pt x="441" y="1197"/>
                  </a:cubicBezTo>
                  <a:lnTo>
                    <a:pt x="1226" y="412"/>
                  </a:lnTo>
                  <a:lnTo>
                    <a:pt x="814" y="0"/>
                  </a:lnTo>
                  <a:close/>
                </a:path>
              </a:pathLst>
            </a:custGeom>
            <a:solidFill>
              <a:srgbClr val="47607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741" name="Google Shape;12741;p43"/>
            <p:cNvSpPr/>
            <p:nvPr/>
          </p:nvSpPr>
          <p:spPr>
            <a:xfrm>
              <a:off x="1823512" y="4463952"/>
              <a:ext cx="108349" cy="107719"/>
            </a:xfrm>
            <a:custGeom>
              <a:rect b="b" l="l" r="r" t="t"/>
              <a:pathLst>
                <a:path extrusionOk="0" h="4102" w="4126">
                  <a:moveTo>
                    <a:pt x="680" y="1"/>
                  </a:moveTo>
                  <a:lnTo>
                    <a:pt x="87" y="604"/>
                  </a:lnTo>
                  <a:cubicBezTo>
                    <a:pt x="1" y="680"/>
                    <a:pt x="1" y="824"/>
                    <a:pt x="87" y="900"/>
                  </a:cubicBezTo>
                  <a:lnTo>
                    <a:pt x="1408" y="2230"/>
                  </a:lnTo>
                  <a:lnTo>
                    <a:pt x="1896" y="2719"/>
                  </a:lnTo>
                  <a:lnTo>
                    <a:pt x="3217" y="4030"/>
                  </a:lnTo>
                  <a:cubicBezTo>
                    <a:pt x="3260" y="4078"/>
                    <a:pt x="3319" y="4101"/>
                    <a:pt x="3379" y="4101"/>
                  </a:cubicBezTo>
                  <a:cubicBezTo>
                    <a:pt x="3439" y="4101"/>
                    <a:pt x="3499" y="4078"/>
                    <a:pt x="3542" y="4030"/>
                  </a:cubicBezTo>
                  <a:lnTo>
                    <a:pt x="4126" y="3446"/>
                  </a:lnTo>
                  <a:lnTo>
                    <a:pt x="2652" y="1962"/>
                  </a:lnTo>
                  <a:lnTo>
                    <a:pt x="2164" y="1484"/>
                  </a:lnTo>
                  <a:lnTo>
                    <a:pt x="680" y="1"/>
                  </a:lnTo>
                  <a:close/>
                </a:path>
              </a:pathLst>
            </a:custGeom>
            <a:solidFill>
              <a:srgbClr val="BBC6C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742" name="Google Shape;12742;p43"/>
            <p:cNvSpPr/>
            <p:nvPr/>
          </p:nvSpPr>
          <p:spPr>
            <a:xfrm>
              <a:off x="1823512" y="4463952"/>
              <a:ext cx="28939" cy="30698"/>
            </a:xfrm>
            <a:custGeom>
              <a:rect b="b" l="l" r="r" t="t"/>
              <a:pathLst>
                <a:path extrusionOk="0" h="1169" w="1102">
                  <a:moveTo>
                    <a:pt x="680" y="1"/>
                  </a:moveTo>
                  <a:lnTo>
                    <a:pt x="87" y="604"/>
                  </a:lnTo>
                  <a:cubicBezTo>
                    <a:pt x="1" y="680"/>
                    <a:pt x="1" y="814"/>
                    <a:pt x="87" y="900"/>
                  </a:cubicBezTo>
                  <a:lnTo>
                    <a:pt x="345" y="1168"/>
                  </a:lnTo>
                  <a:lnTo>
                    <a:pt x="1101" y="412"/>
                  </a:lnTo>
                  <a:lnTo>
                    <a:pt x="680" y="1"/>
                  </a:lnTo>
                  <a:close/>
                </a:path>
              </a:pathLst>
            </a:custGeom>
            <a:solidFill>
              <a:srgbClr val="E2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743" name="Google Shape;12743;p43"/>
            <p:cNvSpPr/>
            <p:nvPr/>
          </p:nvSpPr>
          <p:spPr>
            <a:xfrm>
              <a:off x="1776034" y="4536981"/>
              <a:ext cx="33692" cy="30724"/>
            </a:xfrm>
            <a:custGeom>
              <a:rect b="b" l="l" r="r" t="t"/>
              <a:pathLst>
                <a:path extrusionOk="0" h="1170" w="1283">
                  <a:moveTo>
                    <a:pt x="976" y="1"/>
                  </a:moveTo>
                  <a:cubicBezTo>
                    <a:pt x="924" y="1"/>
                    <a:pt x="871" y="22"/>
                    <a:pt x="823" y="72"/>
                  </a:cubicBezTo>
                  <a:lnTo>
                    <a:pt x="86" y="799"/>
                  </a:lnTo>
                  <a:cubicBezTo>
                    <a:pt x="0" y="885"/>
                    <a:pt x="0" y="1019"/>
                    <a:pt x="86" y="1105"/>
                  </a:cubicBezTo>
                  <a:cubicBezTo>
                    <a:pt x="129" y="1148"/>
                    <a:pt x="184" y="1170"/>
                    <a:pt x="239" y="1170"/>
                  </a:cubicBezTo>
                  <a:cubicBezTo>
                    <a:pt x="294" y="1170"/>
                    <a:pt x="349" y="1148"/>
                    <a:pt x="393" y="1105"/>
                  </a:cubicBezTo>
                  <a:lnTo>
                    <a:pt x="1129" y="378"/>
                  </a:lnTo>
                  <a:cubicBezTo>
                    <a:pt x="1283" y="217"/>
                    <a:pt x="1141" y="1"/>
                    <a:pt x="976" y="1"/>
                  </a:cubicBezTo>
                  <a:close/>
                </a:path>
              </a:pathLst>
            </a:custGeom>
            <a:solidFill>
              <a:srgbClr val="E5EBE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744" name="Google Shape;12744;p43"/>
            <p:cNvSpPr/>
            <p:nvPr/>
          </p:nvSpPr>
          <p:spPr>
            <a:xfrm>
              <a:off x="1794862" y="4555730"/>
              <a:ext cx="33508" cy="30567"/>
            </a:xfrm>
            <a:custGeom>
              <a:rect b="b" l="l" r="r" t="t"/>
              <a:pathLst>
                <a:path extrusionOk="0" h="1164" w="1276">
                  <a:moveTo>
                    <a:pt x="962" y="0"/>
                  </a:moveTo>
                  <a:cubicBezTo>
                    <a:pt x="912" y="0"/>
                    <a:pt x="861" y="19"/>
                    <a:pt x="814" y="66"/>
                  </a:cubicBezTo>
                  <a:lnTo>
                    <a:pt x="87" y="793"/>
                  </a:lnTo>
                  <a:cubicBezTo>
                    <a:pt x="1" y="879"/>
                    <a:pt x="1" y="1013"/>
                    <a:pt x="87" y="1099"/>
                  </a:cubicBezTo>
                  <a:cubicBezTo>
                    <a:pt x="125" y="1142"/>
                    <a:pt x="180" y="1164"/>
                    <a:pt x="235" y="1164"/>
                  </a:cubicBezTo>
                  <a:cubicBezTo>
                    <a:pt x="290" y="1164"/>
                    <a:pt x="345" y="1142"/>
                    <a:pt x="384" y="1099"/>
                  </a:cubicBezTo>
                  <a:lnTo>
                    <a:pt x="1121" y="372"/>
                  </a:lnTo>
                  <a:cubicBezTo>
                    <a:pt x="1275" y="217"/>
                    <a:pt x="1129" y="0"/>
                    <a:pt x="962" y="0"/>
                  </a:cubicBezTo>
                  <a:close/>
                </a:path>
              </a:pathLst>
            </a:custGeom>
            <a:solidFill>
              <a:srgbClr val="E5EBE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745" name="Google Shape;12745;p43"/>
            <p:cNvSpPr/>
            <p:nvPr/>
          </p:nvSpPr>
          <p:spPr>
            <a:xfrm>
              <a:off x="1832309" y="4593125"/>
              <a:ext cx="33481" cy="30619"/>
            </a:xfrm>
            <a:custGeom>
              <a:rect b="b" l="l" r="r" t="t"/>
              <a:pathLst>
                <a:path extrusionOk="0" h="1166" w="1275">
                  <a:moveTo>
                    <a:pt x="965" y="1"/>
                  </a:moveTo>
                  <a:cubicBezTo>
                    <a:pt x="914" y="1"/>
                    <a:pt x="861" y="21"/>
                    <a:pt x="814" y="68"/>
                  </a:cubicBezTo>
                  <a:lnTo>
                    <a:pt x="87" y="795"/>
                  </a:lnTo>
                  <a:cubicBezTo>
                    <a:pt x="1" y="881"/>
                    <a:pt x="1" y="1015"/>
                    <a:pt x="87" y="1101"/>
                  </a:cubicBezTo>
                  <a:cubicBezTo>
                    <a:pt x="125" y="1144"/>
                    <a:pt x="178" y="1166"/>
                    <a:pt x="232" y="1166"/>
                  </a:cubicBezTo>
                  <a:cubicBezTo>
                    <a:pt x="286" y="1166"/>
                    <a:pt x="341" y="1144"/>
                    <a:pt x="384" y="1101"/>
                  </a:cubicBezTo>
                  <a:lnTo>
                    <a:pt x="1121" y="374"/>
                  </a:lnTo>
                  <a:cubicBezTo>
                    <a:pt x="1275" y="213"/>
                    <a:pt x="1131" y="1"/>
                    <a:pt x="965" y="1"/>
                  </a:cubicBezTo>
                  <a:close/>
                </a:path>
              </a:pathLst>
            </a:custGeom>
            <a:solidFill>
              <a:srgbClr val="E5EBE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746" name="Google Shape;12746;p43"/>
            <p:cNvSpPr/>
            <p:nvPr/>
          </p:nvSpPr>
          <p:spPr>
            <a:xfrm>
              <a:off x="1813480" y="4574322"/>
              <a:ext cx="33665" cy="30645"/>
            </a:xfrm>
            <a:custGeom>
              <a:rect b="b" l="l" r="r" t="t"/>
              <a:pathLst>
                <a:path extrusionOk="0" h="1167" w="1282">
                  <a:moveTo>
                    <a:pt x="971" y="0"/>
                  </a:moveTo>
                  <a:cubicBezTo>
                    <a:pt x="921" y="0"/>
                    <a:pt x="869" y="20"/>
                    <a:pt x="823" y="66"/>
                  </a:cubicBezTo>
                  <a:lnTo>
                    <a:pt x="86" y="803"/>
                  </a:lnTo>
                  <a:cubicBezTo>
                    <a:pt x="0" y="889"/>
                    <a:pt x="0" y="1023"/>
                    <a:pt x="86" y="1109"/>
                  </a:cubicBezTo>
                  <a:cubicBezTo>
                    <a:pt x="129" y="1147"/>
                    <a:pt x="184" y="1166"/>
                    <a:pt x="239" y="1166"/>
                  </a:cubicBezTo>
                  <a:cubicBezTo>
                    <a:pt x="294" y="1166"/>
                    <a:pt x="349" y="1147"/>
                    <a:pt x="392" y="1109"/>
                  </a:cubicBezTo>
                  <a:lnTo>
                    <a:pt x="1120" y="372"/>
                  </a:lnTo>
                  <a:cubicBezTo>
                    <a:pt x="1282" y="217"/>
                    <a:pt x="1138" y="0"/>
                    <a:pt x="971" y="0"/>
                  </a:cubicBezTo>
                  <a:close/>
                </a:path>
              </a:pathLst>
            </a:custGeom>
            <a:solidFill>
              <a:srgbClr val="E5EBE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747" name="Google Shape;12747;p43"/>
            <p:cNvSpPr/>
            <p:nvPr/>
          </p:nvSpPr>
          <p:spPr>
            <a:xfrm>
              <a:off x="2057751" y="4266686"/>
              <a:ext cx="72241" cy="71375"/>
            </a:xfrm>
            <a:custGeom>
              <a:rect b="b" l="l" r="r" t="t"/>
              <a:pathLst>
                <a:path extrusionOk="0" h="2718" w="2751">
                  <a:moveTo>
                    <a:pt x="2520" y="0"/>
                  </a:moveTo>
                  <a:cubicBezTo>
                    <a:pt x="2501" y="0"/>
                    <a:pt x="2480" y="3"/>
                    <a:pt x="2460" y="9"/>
                  </a:cubicBezTo>
                  <a:lnTo>
                    <a:pt x="0" y="727"/>
                  </a:lnTo>
                  <a:lnTo>
                    <a:pt x="1991" y="2718"/>
                  </a:lnTo>
                  <a:lnTo>
                    <a:pt x="2709" y="258"/>
                  </a:lnTo>
                  <a:cubicBezTo>
                    <a:pt x="2750" y="126"/>
                    <a:pt x="2648" y="0"/>
                    <a:pt x="2520" y="0"/>
                  </a:cubicBezTo>
                  <a:close/>
                </a:path>
              </a:pathLst>
            </a:custGeom>
            <a:solidFill>
              <a:srgbClr val="657A8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748" name="Google Shape;12748;p43"/>
            <p:cNvSpPr/>
            <p:nvPr/>
          </p:nvSpPr>
          <p:spPr>
            <a:xfrm>
              <a:off x="2057751" y="4266686"/>
              <a:ext cx="72241" cy="31171"/>
            </a:xfrm>
            <a:custGeom>
              <a:rect b="b" l="l" r="r" t="t"/>
              <a:pathLst>
                <a:path extrusionOk="0" h="1187" w="2751">
                  <a:moveTo>
                    <a:pt x="2520" y="0"/>
                  </a:moveTo>
                  <a:cubicBezTo>
                    <a:pt x="2501" y="0"/>
                    <a:pt x="2480" y="3"/>
                    <a:pt x="2460" y="9"/>
                  </a:cubicBezTo>
                  <a:lnTo>
                    <a:pt x="1656" y="249"/>
                  </a:lnTo>
                  <a:lnTo>
                    <a:pt x="0" y="727"/>
                  </a:lnTo>
                  <a:lnTo>
                    <a:pt x="469" y="1187"/>
                  </a:lnTo>
                  <a:lnTo>
                    <a:pt x="2623" y="565"/>
                  </a:lnTo>
                  <a:lnTo>
                    <a:pt x="2709" y="258"/>
                  </a:lnTo>
                  <a:cubicBezTo>
                    <a:pt x="2750" y="126"/>
                    <a:pt x="2648" y="0"/>
                    <a:pt x="2520" y="0"/>
                  </a:cubicBezTo>
                  <a:close/>
                </a:path>
              </a:pathLst>
            </a:custGeom>
            <a:solidFill>
              <a:srgbClr val="657A8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749" name="Google Shape;12749;p43"/>
            <p:cNvSpPr/>
            <p:nvPr/>
          </p:nvSpPr>
          <p:spPr>
            <a:xfrm>
              <a:off x="1839347" y="4424299"/>
              <a:ext cx="132981" cy="131353"/>
            </a:xfrm>
            <a:custGeom>
              <a:rect b="b" l="l" r="r" t="t"/>
              <a:pathLst>
                <a:path extrusionOk="0" h="5002" w="5064">
                  <a:moveTo>
                    <a:pt x="4686" y="1"/>
                  </a:moveTo>
                  <a:cubicBezTo>
                    <a:pt x="4604" y="1"/>
                    <a:pt x="4523" y="32"/>
                    <a:pt x="4461" y="94"/>
                  </a:cubicBezTo>
                  <a:lnTo>
                    <a:pt x="125" y="4420"/>
                  </a:lnTo>
                  <a:cubicBezTo>
                    <a:pt x="1" y="4544"/>
                    <a:pt x="1" y="4745"/>
                    <a:pt x="125" y="4870"/>
                  </a:cubicBezTo>
                  <a:lnTo>
                    <a:pt x="164" y="4908"/>
                  </a:lnTo>
                  <a:cubicBezTo>
                    <a:pt x="226" y="4970"/>
                    <a:pt x="307" y="5001"/>
                    <a:pt x="388" y="5001"/>
                  </a:cubicBezTo>
                  <a:cubicBezTo>
                    <a:pt x="470" y="5001"/>
                    <a:pt x="551" y="4970"/>
                    <a:pt x="613" y="4908"/>
                  </a:cubicBezTo>
                  <a:lnTo>
                    <a:pt x="4939" y="582"/>
                  </a:lnTo>
                  <a:cubicBezTo>
                    <a:pt x="5064" y="458"/>
                    <a:pt x="5064" y="247"/>
                    <a:pt x="4939" y="123"/>
                  </a:cubicBezTo>
                  <a:lnTo>
                    <a:pt x="4910" y="94"/>
                  </a:lnTo>
                  <a:cubicBezTo>
                    <a:pt x="4848" y="32"/>
                    <a:pt x="4767" y="1"/>
                    <a:pt x="4686" y="1"/>
                  </a:cubicBezTo>
                  <a:close/>
                </a:path>
              </a:pathLst>
            </a:custGeom>
            <a:solidFill>
              <a:srgbClr val="C0CAD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750" name="Google Shape;12750;p43"/>
            <p:cNvSpPr/>
            <p:nvPr/>
          </p:nvSpPr>
          <p:spPr>
            <a:xfrm>
              <a:off x="1839347" y="4424299"/>
              <a:ext cx="132981" cy="131353"/>
            </a:xfrm>
            <a:custGeom>
              <a:rect b="b" l="l" r="r" t="t"/>
              <a:pathLst>
                <a:path extrusionOk="0" h="5002" w="5064">
                  <a:moveTo>
                    <a:pt x="4686" y="1"/>
                  </a:moveTo>
                  <a:cubicBezTo>
                    <a:pt x="4604" y="1"/>
                    <a:pt x="4523" y="32"/>
                    <a:pt x="4461" y="94"/>
                  </a:cubicBezTo>
                  <a:lnTo>
                    <a:pt x="125" y="4420"/>
                  </a:lnTo>
                  <a:cubicBezTo>
                    <a:pt x="1" y="4544"/>
                    <a:pt x="1" y="4745"/>
                    <a:pt x="125" y="4870"/>
                  </a:cubicBezTo>
                  <a:lnTo>
                    <a:pt x="164" y="4908"/>
                  </a:lnTo>
                  <a:cubicBezTo>
                    <a:pt x="226" y="4970"/>
                    <a:pt x="307" y="5001"/>
                    <a:pt x="388" y="5001"/>
                  </a:cubicBezTo>
                  <a:cubicBezTo>
                    <a:pt x="470" y="5001"/>
                    <a:pt x="551" y="4970"/>
                    <a:pt x="613" y="4908"/>
                  </a:cubicBezTo>
                  <a:lnTo>
                    <a:pt x="4939" y="582"/>
                  </a:lnTo>
                  <a:cubicBezTo>
                    <a:pt x="5064" y="458"/>
                    <a:pt x="5064" y="247"/>
                    <a:pt x="4939" y="123"/>
                  </a:cubicBezTo>
                  <a:lnTo>
                    <a:pt x="4910" y="94"/>
                  </a:lnTo>
                  <a:cubicBezTo>
                    <a:pt x="4848" y="32"/>
                    <a:pt x="4767" y="1"/>
                    <a:pt x="4686" y="1"/>
                  </a:cubicBezTo>
                  <a:close/>
                </a:path>
              </a:pathLst>
            </a:custGeom>
            <a:solidFill>
              <a:srgbClr val="C0CAD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751" name="Google Shape;12751;p43"/>
            <p:cNvSpPr/>
            <p:nvPr/>
          </p:nvSpPr>
          <p:spPr>
            <a:xfrm>
              <a:off x="1839609" y="4424378"/>
              <a:ext cx="130696" cy="131090"/>
            </a:xfrm>
            <a:custGeom>
              <a:rect b="b" l="l" r="r" t="t"/>
              <a:pathLst>
                <a:path extrusionOk="0" h="4992" w="4977">
                  <a:moveTo>
                    <a:pt x="4672" y="0"/>
                  </a:moveTo>
                  <a:cubicBezTo>
                    <a:pt x="4587" y="0"/>
                    <a:pt x="4503" y="34"/>
                    <a:pt x="4441" y="101"/>
                  </a:cubicBezTo>
                  <a:lnTo>
                    <a:pt x="125" y="4407"/>
                  </a:lnTo>
                  <a:cubicBezTo>
                    <a:pt x="0" y="4541"/>
                    <a:pt x="0" y="4752"/>
                    <a:pt x="125" y="4876"/>
                  </a:cubicBezTo>
                  <a:lnTo>
                    <a:pt x="144" y="4895"/>
                  </a:lnTo>
                  <a:cubicBezTo>
                    <a:pt x="211" y="4962"/>
                    <a:pt x="288" y="4991"/>
                    <a:pt x="374" y="4991"/>
                  </a:cubicBezTo>
                  <a:cubicBezTo>
                    <a:pt x="288" y="4867"/>
                    <a:pt x="307" y="4694"/>
                    <a:pt x="422" y="4589"/>
                  </a:cubicBezTo>
                  <a:lnTo>
                    <a:pt x="4738" y="273"/>
                  </a:lnTo>
                  <a:cubicBezTo>
                    <a:pt x="4795" y="206"/>
                    <a:pt x="4881" y="177"/>
                    <a:pt x="4977" y="177"/>
                  </a:cubicBezTo>
                  <a:cubicBezTo>
                    <a:pt x="4958" y="158"/>
                    <a:pt x="4948" y="139"/>
                    <a:pt x="4929" y="120"/>
                  </a:cubicBezTo>
                  <a:lnTo>
                    <a:pt x="4910" y="101"/>
                  </a:lnTo>
                  <a:cubicBezTo>
                    <a:pt x="4843" y="34"/>
                    <a:pt x="4757" y="0"/>
                    <a:pt x="4672" y="0"/>
                  </a:cubicBezTo>
                  <a:close/>
                </a:path>
              </a:pathLst>
            </a:custGeom>
            <a:solidFill>
              <a:srgbClr val="AAB8C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2752" name="Google Shape;12752;p43"/>
          <p:cNvGrpSpPr/>
          <p:nvPr/>
        </p:nvGrpSpPr>
        <p:grpSpPr>
          <a:xfrm>
            <a:off x="3117788" y="3660146"/>
            <a:ext cx="341065" cy="341065"/>
            <a:chOff x="3117788" y="3812546"/>
            <a:chExt cx="341065" cy="341065"/>
          </a:xfrm>
        </p:grpSpPr>
        <p:sp>
          <p:nvSpPr>
            <p:cNvPr id="12753" name="Google Shape;12753;p43"/>
            <p:cNvSpPr/>
            <p:nvPr/>
          </p:nvSpPr>
          <p:spPr>
            <a:xfrm>
              <a:off x="3117788" y="3812546"/>
              <a:ext cx="259396" cy="259370"/>
            </a:xfrm>
            <a:custGeom>
              <a:rect b="b" l="l" r="r" t="t"/>
              <a:pathLst>
                <a:path extrusionOk="0" h="9877" w="9878">
                  <a:moveTo>
                    <a:pt x="4633" y="0"/>
                  </a:moveTo>
                  <a:cubicBezTo>
                    <a:pt x="4422" y="0"/>
                    <a:pt x="4231" y="154"/>
                    <a:pt x="4193" y="355"/>
                  </a:cubicBezTo>
                  <a:lnTo>
                    <a:pt x="3963" y="1474"/>
                  </a:lnTo>
                  <a:cubicBezTo>
                    <a:pt x="3695" y="1560"/>
                    <a:pt x="3427" y="1666"/>
                    <a:pt x="3178" y="1809"/>
                  </a:cubicBezTo>
                  <a:lnTo>
                    <a:pt x="2221" y="1168"/>
                  </a:lnTo>
                  <a:cubicBezTo>
                    <a:pt x="2149" y="1120"/>
                    <a:pt x="2066" y="1097"/>
                    <a:pt x="1982" y="1097"/>
                  </a:cubicBezTo>
                  <a:cubicBezTo>
                    <a:pt x="1864" y="1097"/>
                    <a:pt x="1746" y="1142"/>
                    <a:pt x="1657" y="1225"/>
                  </a:cubicBezTo>
                  <a:lnTo>
                    <a:pt x="1226" y="1666"/>
                  </a:lnTo>
                  <a:cubicBezTo>
                    <a:pt x="1073" y="1809"/>
                    <a:pt x="1054" y="2049"/>
                    <a:pt x="1169" y="2230"/>
                  </a:cubicBezTo>
                  <a:lnTo>
                    <a:pt x="1800" y="3178"/>
                  </a:lnTo>
                  <a:cubicBezTo>
                    <a:pt x="1666" y="3427"/>
                    <a:pt x="1551" y="3695"/>
                    <a:pt x="1475" y="3972"/>
                  </a:cubicBezTo>
                  <a:lnTo>
                    <a:pt x="355" y="4192"/>
                  </a:lnTo>
                  <a:cubicBezTo>
                    <a:pt x="145" y="4240"/>
                    <a:pt x="1" y="4422"/>
                    <a:pt x="1" y="4632"/>
                  </a:cubicBezTo>
                  <a:lnTo>
                    <a:pt x="1" y="5245"/>
                  </a:lnTo>
                  <a:cubicBezTo>
                    <a:pt x="1" y="5456"/>
                    <a:pt x="145" y="5637"/>
                    <a:pt x="355" y="5685"/>
                  </a:cubicBezTo>
                  <a:lnTo>
                    <a:pt x="1475" y="5905"/>
                  </a:lnTo>
                  <a:cubicBezTo>
                    <a:pt x="1551" y="6183"/>
                    <a:pt x="1666" y="6451"/>
                    <a:pt x="1800" y="6700"/>
                  </a:cubicBezTo>
                  <a:lnTo>
                    <a:pt x="1169" y="7647"/>
                  </a:lnTo>
                  <a:cubicBezTo>
                    <a:pt x="1054" y="7829"/>
                    <a:pt x="1073" y="8068"/>
                    <a:pt x="1226" y="8221"/>
                  </a:cubicBezTo>
                  <a:lnTo>
                    <a:pt x="1657" y="8652"/>
                  </a:lnTo>
                  <a:cubicBezTo>
                    <a:pt x="1744" y="8739"/>
                    <a:pt x="1860" y="8783"/>
                    <a:pt x="1975" y="8783"/>
                  </a:cubicBezTo>
                  <a:cubicBezTo>
                    <a:pt x="2061" y="8783"/>
                    <a:pt x="2147" y="8759"/>
                    <a:pt x="2221" y="8709"/>
                  </a:cubicBezTo>
                  <a:lnTo>
                    <a:pt x="3178" y="8068"/>
                  </a:lnTo>
                  <a:cubicBezTo>
                    <a:pt x="3427" y="8212"/>
                    <a:pt x="3695" y="8327"/>
                    <a:pt x="3963" y="8403"/>
                  </a:cubicBezTo>
                  <a:lnTo>
                    <a:pt x="4193" y="9523"/>
                  </a:lnTo>
                  <a:cubicBezTo>
                    <a:pt x="4231" y="9724"/>
                    <a:pt x="4422" y="9877"/>
                    <a:pt x="4633" y="9877"/>
                  </a:cubicBezTo>
                  <a:lnTo>
                    <a:pt x="5245" y="9877"/>
                  </a:lnTo>
                  <a:cubicBezTo>
                    <a:pt x="5456" y="9877"/>
                    <a:pt x="5638" y="9724"/>
                    <a:pt x="5686" y="9523"/>
                  </a:cubicBezTo>
                  <a:lnTo>
                    <a:pt x="5906" y="8403"/>
                  </a:lnTo>
                  <a:cubicBezTo>
                    <a:pt x="6183" y="8327"/>
                    <a:pt x="6451" y="8212"/>
                    <a:pt x="6700" y="8068"/>
                  </a:cubicBezTo>
                  <a:lnTo>
                    <a:pt x="7648" y="8709"/>
                  </a:lnTo>
                  <a:cubicBezTo>
                    <a:pt x="7726" y="8759"/>
                    <a:pt x="7814" y="8783"/>
                    <a:pt x="7901" y="8783"/>
                  </a:cubicBezTo>
                  <a:cubicBezTo>
                    <a:pt x="8017" y="8783"/>
                    <a:pt x="8130" y="8739"/>
                    <a:pt x="8212" y="8652"/>
                  </a:cubicBezTo>
                  <a:lnTo>
                    <a:pt x="8643" y="8221"/>
                  </a:lnTo>
                  <a:cubicBezTo>
                    <a:pt x="8796" y="8068"/>
                    <a:pt x="8825" y="7829"/>
                    <a:pt x="8700" y="7647"/>
                  </a:cubicBezTo>
                  <a:lnTo>
                    <a:pt x="8069" y="6700"/>
                  </a:lnTo>
                  <a:cubicBezTo>
                    <a:pt x="8212" y="6451"/>
                    <a:pt x="8318" y="6183"/>
                    <a:pt x="8394" y="5905"/>
                  </a:cubicBezTo>
                  <a:lnTo>
                    <a:pt x="9514" y="5685"/>
                  </a:lnTo>
                  <a:cubicBezTo>
                    <a:pt x="9724" y="5637"/>
                    <a:pt x="9878" y="5456"/>
                    <a:pt x="9878" y="5245"/>
                  </a:cubicBezTo>
                  <a:lnTo>
                    <a:pt x="9878" y="4632"/>
                  </a:lnTo>
                  <a:cubicBezTo>
                    <a:pt x="9878" y="4422"/>
                    <a:pt x="9724" y="4240"/>
                    <a:pt x="9514" y="4192"/>
                  </a:cubicBezTo>
                  <a:lnTo>
                    <a:pt x="8394" y="3972"/>
                  </a:lnTo>
                  <a:cubicBezTo>
                    <a:pt x="8318" y="3695"/>
                    <a:pt x="8212" y="3427"/>
                    <a:pt x="8069" y="3178"/>
                  </a:cubicBezTo>
                  <a:lnTo>
                    <a:pt x="8700" y="2230"/>
                  </a:lnTo>
                  <a:cubicBezTo>
                    <a:pt x="8825" y="2049"/>
                    <a:pt x="8796" y="1809"/>
                    <a:pt x="8643" y="1666"/>
                  </a:cubicBezTo>
                  <a:lnTo>
                    <a:pt x="8212" y="1225"/>
                  </a:lnTo>
                  <a:cubicBezTo>
                    <a:pt x="8129" y="1142"/>
                    <a:pt x="8013" y="1097"/>
                    <a:pt x="7894" y="1097"/>
                  </a:cubicBezTo>
                  <a:cubicBezTo>
                    <a:pt x="7809" y="1097"/>
                    <a:pt x="7724" y="1120"/>
                    <a:pt x="7648" y="1168"/>
                  </a:cubicBezTo>
                  <a:lnTo>
                    <a:pt x="6700" y="1809"/>
                  </a:lnTo>
                  <a:cubicBezTo>
                    <a:pt x="6451" y="1666"/>
                    <a:pt x="6183" y="1560"/>
                    <a:pt x="5906" y="1474"/>
                  </a:cubicBezTo>
                  <a:lnTo>
                    <a:pt x="5686" y="355"/>
                  </a:lnTo>
                  <a:cubicBezTo>
                    <a:pt x="5638" y="154"/>
                    <a:pt x="5456" y="0"/>
                    <a:pt x="5245" y="0"/>
                  </a:cubicBezTo>
                  <a:close/>
                </a:path>
              </a:pathLst>
            </a:custGeom>
            <a:solidFill>
              <a:srgbClr val="C3CDD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754" name="Google Shape;12754;p43"/>
            <p:cNvSpPr/>
            <p:nvPr/>
          </p:nvSpPr>
          <p:spPr>
            <a:xfrm>
              <a:off x="3171332" y="3885181"/>
              <a:ext cx="132981" cy="114126"/>
            </a:xfrm>
            <a:custGeom>
              <a:rect b="b" l="l" r="r" t="t"/>
              <a:pathLst>
                <a:path extrusionOk="0" h="4346" w="5064">
                  <a:moveTo>
                    <a:pt x="2900" y="0"/>
                  </a:moveTo>
                  <a:cubicBezTo>
                    <a:pt x="967" y="0"/>
                    <a:pt x="0" y="2335"/>
                    <a:pt x="1359" y="3704"/>
                  </a:cubicBezTo>
                  <a:cubicBezTo>
                    <a:pt x="1802" y="4147"/>
                    <a:pt x="2347" y="4345"/>
                    <a:pt x="2880" y="4345"/>
                  </a:cubicBezTo>
                  <a:cubicBezTo>
                    <a:pt x="3995" y="4345"/>
                    <a:pt x="5063" y="3480"/>
                    <a:pt x="5063" y="2173"/>
                  </a:cubicBezTo>
                  <a:cubicBezTo>
                    <a:pt x="5063" y="976"/>
                    <a:pt x="4097" y="0"/>
                    <a:pt x="2900" y="0"/>
                  </a:cubicBezTo>
                  <a:close/>
                </a:path>
              </a:pathLst>
            </a:custGeom>
            <a:solidFill>
              <a:srgbClr val="E3E8E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755" name="Google Shape;12755;p43"/>
            <p:cNvSpPr/>
            <p:nvPr/>
          </p:nvSpPr>
          <p:spPr>
            <a:xfrm>
              <a:off x="3209541" y="3914067"/>
              <a:ext cx="66123" cy="56485"/>
            </a:xfrm>
            <a:custGeom>
              <a:rect b="b" l="l" r="r" t="t"/>
              <a:pathLst>
                <a:path extrusionOk="0" h="2151" w="2518">
                  <a:moveTo>
                    <a:pt x="1445" y="1"/>
                  </a:moveTo>
                  <a:cubicBezTo>
                    <a:pt x="479" y="1"/>
                    <a:pt x="0" y="1159"/>
                    <a:pt x="680" y="1838"/>
                  </a:cubicBezTo>
                  <a:cubicBezTo>
                    <a:pt x="898" y="2054"/>
                    <a:pt x="1167" y="2151"/>
                    <a:pt x="1430" y="2151"/>
                  </a:cubicBezTo>
                  <a:cubicBezTo>
                    <a:pt x="1985" y="2151"/>
                    <a:pt x="2517" y="1722"/>
                    <a:pt x="2517" y="1073"/>
                  </a:cubicBezTo>
                  <a:cubicBezTo>
                    <a:pt x="2517" y="479"/>
                    <a:pt x="2039" y="1"/>
                    <a:pt x="1445" y="1"/>
                  </a:cubicBezTo>
                  <a:close/>
                </a:path>
              </a:pathLst>
            </a:custGeom>
            <a:solidFill>
              <a:srgbClr val="364F6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756" name="Google Shape;12756;p43"/>
            <p:cNvSpPr/>
            <p:nvPr/>
          </p:nvSpPr>
          <p:spPr>
            <a:xfrm>
              <a:off x="3288189" y="3982947"/>
              <a:ext cx="170664" cy="170664"/>
            </a:xfrm>
            <a:custGeom>
              <a:rect b="b" l="l" r="r" t="t"/>
              <a:pathLst>
                <a:path extrusionOk="0" h="6499" w="6499">
                  <a:moveTo>
                    <a:pt x="3044" y="0"/>
                  </a:moveTo>
                  <a:cubicBezTo>
                    <a:pt x="2900" y="0"/>
                    <a:pt x="2786" y="105"/>
                    <a:pt x="2757" y="239"/>
                  </a:cubicBezTo>
                  <a:lnTo>
                    <a:pt x="2613" y="976"/>
                  </a:lnTo>
                  <a:cubicBezTo>
                    <a:pt x="2431" y="1034"/>
                    <a:pt x="2250" y="1101"/>
                    <a:pt x="2087" y="1196"/>
                  </a:cubicBezTo>
                  <a:lnTo>
                    <a:pt x="1465" y="775"/>
                  </a:lnTo>
                  <a:cubicBezTo>
                    <a:pt x="1417" y="743"/>
                    <a:pt x="1362" y="728"/>
                    <a:pt x="1307" y="728"/>
                  </a:cubicBezTo>
                  <a:cubicBezTo>
                    <a:pt x="1231" y="728"/>
                    <a:pt x="1153" y="758"/>
                    <a:pt x="1092" y="814"/>
                  </a:cubicBezTo>
                  <a:lnTo>
                    <a:pt x="814" y="1101"/>
                  </a:lnTo>
                  <a:cubicBezTo>
                    <a:pt x="709" y="1196"/>
                    <a:pt x="699" y="1350"/>
                    <a:pt x="776" y="1474"/>
                  </a:cubicBezTo>
                  <a:lnTo>
                    <a:pt x="1187" y="2096"/>
                  </a:lnTo>
                  <a:cubicBezTo>
                    <a:pt x="1092" y="2259"/>
                    <a:pt x="1025" y="2431"/>
                    <a:pt x="977" y="2613"/>
                  </a:cubicBezTo>
                  <a:lnTo>
                    <a:pt x="240" y="2766"/>
                  </a:lnTo>
                  <a:cubicBezTo>
                    <a:pt x="96" y="2785"/>
                    <a:pt x="1" y="2909"/>
                    <a:pt x="1" y="3053"/>
                  </a:cubicBezTo>
                  <a:lnTo>
                    <a:pt x="1" y="3455"/>
                  </a:lnTo>
                  <a:cubicBezTo>
                    <a:pt x="1" y="3599"/>
                    <a:pt x="96" y="3713"/>
                    <a:pt x="240" y="3742"/>
                  </a:cubicBezTo>
                  <a:lnTo>
                    <a:pt x="977" y="3886"/>
                  </a:lnTo>
                  <a:cubicBezTo>
                    <a:pt x="1025" y="4067"/>
                    <a:pt x="1092" y="4249"/>
                    <a:pt x="1187" y="4412"/>
                  </a:cubicBezTo>
                  <a:lnTo>
                    <a:pt x="776" y="5034"/>
                  </a:lnTo>
                  <a:cubicBezTo>
                    <a:pt x="699" y="5149"/>
                    <a:pt x="709" y="5302"/>
                    <a:pt x="814" y="5407"/>
                  </a:cubicBezTo>
                  <a:lnTo>
                    <a:pt x="1092" y="5685"/>
                  </a:lnTo>
                  <a:cubicBezTo>
                    <a:pt x="1146" y="5744"/>
                    <a:pt x="1218" y="5773"/>
                    <a:pt x="1294" y="5773"/>
                  </a:cubicBezTo>
                  <a:cubicBezTo>
                    <a:pt x="1351" y="5773"/>
                    <a:pt x="1411" y="5756"/>
                    <a:pt x="1465" y="5723"/>
                  </a:cubicBezTo>
                  <a:lnTo>
                    <a:pt x="2087" y="5312"/>
                  </a:lnTo>
                  <a:cubicBezTo>
                    <a:pt x="2250" y="5398"/>
                    <a:pt x="2422" y="5474"/>
                    <a:pt x="2604" y="5522"/>
                  </a:cubicBezTo>
                  <a:lnTo>
                    <a:pt x="2747" y="6259"/>
                  </a:lnTo>
                  <a:cubicBezTo>
                    <a:pt x="2776" y="6403"/>
                    <a:pt x="2900" y="6498"/>
                    <a:pt x="3044" y="6498"/>
                  </a:cubicBezTo>
                  <a:lnTo>
                    <a:pt x="3446" y="6498"/>
                  </a:lnTo>
                  <a:cubicBezTo>
                    <a:pt x="3580" y="6498"/>
                    <a:pt x="3704" y="6403"/>
                    <a:pt x="3733" y="6259"/>
                  </a:cubicBezTo>
                  <a:lnTo>
                    <a:pt x="3877" y="5522"/>
                  </a:lnTo>
                  <a:cubicBezTo>
                    <a:pt x="4058" y="5474"/>
                    <a:pt x="4231" y="5398"/>
                    <a:pt x="4403" y="5312"/>
                  </a:cubicBezTo>
                  <a:lnTo>
                    <a:pt x="5025" y="5733"/>
                  </a:lnTo>
                  <a:cubicBezTo>
                    <a:pt x="5077" y="5765"/>
                    <a:pt x="5134" y="5780"/>
                    <a:pt x="5190" y="5780"/>
                  </a:cubicBezTo>
                  <a:cubicBezTo>
                    <a:pt x="5267" y="5780"/>
                    <a:pt x="5343" y="5750"/>
                    <a:pt x="5398" y="5694"/>
                  </a:cubicBezTo>
                  <a:lnTo>
                    <a:pt x="5685" y="5407"/>
                  </a:lnTo>
                  <a:cubicBezTo>
                    <a:pt x="5781" y="5302"/>
                    <a:pt x="5800" y="5149"/>
                    <a:pt x="5724" y="5034"/>
                  </a:cubicBezTo>
                  <a:lnTo>
                    <a:pt x="5303" y="4412"/>
                  </a:lnTo>
                  <a:cubicBezTo>
                    <a:pt x="5398" y="4240"/>
                    <a:pt x="5465" y="4067"/>
                    <a:pt x="5523" y="3886"/>
                  </a:cubicBezTo>
                  <a:lnTo>
                    <a:pt x="6260" y="3742"/>
                  </a:lnTo>
                  <a:cubicBezTo>
                    <a:pt x="6394" y="3713"/>
                    <a:pt x="6489" y="3589"/>
                    <a:pt x="6499" y="3455"/>
                  </a:cubicBezTo>
                  <a:lnTo>
                    <a:pt x="6499" y="3053"/>
                  </a:lnTo>
                  <a:cubicBezTo>
                    <a:pt x="6489" y="2909"/>
                    <a:pt x="6394" y="2785"/>
                    <a:pt x="6250" y="2766"/>
                  </a:cubicBezTo>
                  <a:lnTo>
                    <a:pt x="5513" y="2613"/>
                  </a:lnTo>
                  <a:cubicBezTo>
                    <a:pt x="5465" y="2431"/>
                    <a:pt x="5389" y="2259"/>
                    <a:pt x="5303" y="2096"/>
                  </a:cubicBezTo>
                  <a:lnTo>
                    <a:pt x="5714" y="1474"/>
                  </a:lnTo>
                  <a:cubicBezTo>
                    <a:pt x="5791" y="1350"/>
                    <a:pt x="5772" y="1196"/>
                    <a:pt x="5676" y="1101"/>
                  </a:cubicBezTo>
                  <a:lnTo>
                    <a:pt x="5398" y="814"/>
                  </a:lnTo>
                  <a:cubicBezTo>
                    <a:pt x="5337" y="758"/>
                    <a:pt x="5259" y="728"/>
                    <a:pt x="5183" y="728"/>
                  </a:cubicBezTo>
                  <a:cubicBezTo>
                    <a:pt x="5128" y="728"/>
                    <a:pt x="5073" y="743"/>
                    <a:pt x="5025" y="775"/>
                  </a:cubicBezTo>
                  <a:lnTo>
                    <a:pt x="4393" y="1196"/>
                  </a:lnTo>
                  <a:cubicBezTo>
                    <a:pt x="4231" y="1101"/>
                    <a:pt x="4058" y="1034"/>
                    <a:pt x="3877" y="976"/>
                  </a:cubicBezTo>
                  <a:lnTo>
                    <a:pt x="3733" y="239"/>
                  </a:lnTo>
                  <a:cubicBezTo>
                    <a:pt x="3704" y="105"/>
                    <a:pt x="3580" y="0"/>
                    <a:pt x="3446" y="0"/>
                  </a:cubicBezTo>
                  <a:close/>
                </a:path>
              </a:pathLst>
            </a:custGeom>
            <a:solidFill>
              <a:srgbClr val="4B637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757" name="Google Shape;12757;p43"/>
            <p:cNvSpPr/>
            <p:nvPr/>
          </p:nvSpPr>
          <p:spPr>
            <a:xfrm>
              <a:off x="3316340" y="4025672"/>
              <a:ext cx="99788" cy="85371"/>
            </a:xfrm>
            <a:custGeom>
              <a:rect b="b" l="l" r="r" t="t"/>
              <a:pathLst>
                <a:path extrusionOk="0" h="3251" w="3800">
                  <a:moveTo>
                    <a:pt x="2173" y="0"/>
                  </a:moveTo>
                  <a:cubicBezTo>
                    <a:pt x="728" y="0"/>
                    <a:pt x="0" y="1751"/>
                    <a:pt x="1025" y="2775"/>
                  </a:cubicBezTo>
                  <a:cubicBezTo>
                    <a:pt x="1355" y="3103"/>
                    <a:pt x="1762" y="3250"/>
                    <a:pt x="2161" y="3250"/>
                  </a:cubicBezTo>
                  <a:cubicBezTo>
                    <a:pt x="2997" y="3250"/>
                    <a:pt x="3800" y="2605"/>
                    <a:pt x="3800" y="1627"/>
                  </a:cubicBezTo>
                  <a:cubicBezTo>
                    <a:pt x="3800" y="727"/>
                    <a:pt x="3073" y="0"/>
                    <a:pt x="2173" y="0"/>
                  </a:cubicBezTo>
                  <a:close/>
                </a:path>
              </a:pathLst>
            </a:custGeom>
            <a:solidFill>
              <a:srgbClr val="C6CFD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758" name="Google Shape;12758;p43"/>
            <p:cNvSpPr/>
            <p:nvPr/>
          </p:nvSpPr>
          <p:spPr>
            <a:xfrm>
              <a:off x="3339213" y="4042741"/>
              <a:ext cx="59847" cy="51260"/>
            </a:xfrm>
            <a:custGeom>
              <a:rect b="b" l="l" r="r" t="t"/>
              <a:pathLst>
                <a:path extrusionOk="0" h="1952" w="2279">
                  <a:moveTo>
                    <a:pt x="1302" y="1"/>
                  </a:moveTo>
                  <a:cubicBezTo>
                    <a:pt x="431" y="1"/>
                    <a:pt x="0" y="1044"/>
                    <a:pt x="613" y="1666"/>
                  </a:cubicBezTo>
                  <a:cubicBezTo>
                    <a:pt x="810" y="1863"/>
                    <a:pt x="1053" y="1951"/>
                    <a:pt x="1292" y="1951"/>
                  </a:cubicBezTo>
                  <a:cubicBezTo>
                    <a:pt x="1794" y="1951"/>
                    <a:pt x="2278" y="1561"/>
                    <a:pt x="2278" y="977"/>
                  </a:cubicBezTo>
                  <a:cubicBezTo>
                    <a:pt x="2278" y="431"/>
                    <a:pt x="1838" y="1"/>
                    <a:pt x="1302" y="1"/>
                  </a:cubicBezTo>
                  <a:close/>
                </a:path>
              </a:pathLst>
            </a:custGeom>
            <a:solidFill>
              <a:srgbClr val="4B637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2759" name="Google Shape;12759;p43"/>
          <p:cNvGrpSpPr/>
          <p:nvPr/>
        </p:nvGrpSpPr>
        <p:grpSpPr>
          <a:xfrm>
            <a:off x="3994400" y="4147532"/>
            <a:ext cx="338281" cy="322657"/>
            <a:chOff x="3994400" y="4299932"/>
            <a:chExt cx="338281" cy="322657"/>
          </a:xfrm>
        </p:grpSpPr>
        <p:sp>
          <p:nvSpPr>
            <p:cNvPr id="12760" name="Google Shape;12760;p43"/>
            <p:cNvSpPr/>
            <p:nvPr/>
          </p:nvSpPr>
          <p:spPr>
            <a:xfrm>
              <a:off x="3994400" y="4299932"/>
              <a:ext cx="286759" cy="272447"/>
            </a:xfrm>
            <a:custGeom>
              <a:rect b="b" l="l" r="r" t="t"/>
              <a:pathLst>
                <a:path extrusionOk="0" h="10375" w="10920">
                  <a:moveTo>
                    <a:pt x="5734" y="0"/>
                  </a:moveTo>
                  <a:cubicBezTo>
                    <a:pt x="4736" y="0"/>
                    <a:pt x="3732" y="288"/>
                    <a:pt x="2852" y="878"/>
                  </a:cubicBezTo>
                  <a:cubicBezTo>
                    <a:pt x="794" y="2246"/>
                    <a:pt x="0" y="4888"/>
                    <a:pt x="948" y="7175"/>
                  </a:cubicBezTo>
                  <a:cubicBezTo>
                    <a:pt x="1764" y="9137"/>
                    <a:pt x="3673" y="10374"/>
                    <a:pt x="5740" y="10374"/>
                  </a:cubicBezTo>
                  <a:cubicBezTo>
                    <a:pt x="6073" y="10374"/>
                    <a:pt x="6410" y="10342"/>
                    <a:pt x="6747" y="10276"/>
                  </a:cubicBezTo>
                  <a:cubicBezTo>
                    <a:pt x="9169" y="9788"/>
                    <a:pt x="10920" y="7663"/>
                    <a:pt x="10920" y="5184"/>
                  </a:cubicBezTo>
                  <a:cubicBezTo>
                    <a:pt x="10920" y="3806"/>
                    <a:pt x="10374" y="2485"/>
                    <a:pt x="9398" y="1519"/>
                  </a:cubicBezTo>
                  <a:cubicBezTo>
                    <a:pt x="8396" y="516"/>
                    <a:pt x="7070" y="0"/>
                    <a:pt x="5734" y="0"/>
                  </a:cubicBezTo>
                  <a:close/>
                </a:path>
              </a:pathLst>
            </a:custGeom>
            <a:solidFill>
              <a:srgbClr val="E4EAE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761" name="Google Shape;12761;p43"/>
            <p:cNvSpPr/>
            <p:nvPr/>
          </p:nvSpPr>
          <p:spPr>
            <a:xfrm>
              <a:off x="4027829" y="4330314"/>
              <a:ext cx="223184" cy="211839"/>
            </a:xfrm>
            <a:custGeom>
              <a:rect b="b" l="l" r="r" t="t"/>
              <a:pathLst>
                <a:path extrusionOk="0" h="8067" w="8499">
                  <a:moveTo>
                    <a:pt x="4461" y="0"/>
                  </a:moveTo>
                  <a:cubicBezTo>
                    <a:pt x="3684" y="0"/>
                    <a:pt x="2903" y="224"/>
                    <a:pt x="2220" y="678"/>
                  </a:cubicBezTo>
                  <a:cubicBezTo>
                    <a:pt x="622" y="1750"/>
                    <a:pt x="0" y="3798"/>
                    <a:pt x="737" y="5578"/>
                  </a:cubicBezTo>
                  <a:cubicBezTo>
                    <a:pt x="1371" y="7109"/>
                    <a:pt x="2855" y="8067"/>
                    <a:pt x="4458" y="8067"/>
                  </a:cubicBezTo>
                  <a:cubicBezTo>
                    <a:pt x="4718" y="8067"/>
                    <a:pt x="4981" y="8041"/>
                    <a:pt x="5245" y="7989"/>
                  </a:cubicBezTo>
                  <a:cubicBezTo>
                    <a:pt x="7139" y="7616"/>
                    <a:pt x="8498" y="5960"/>
                    <a:pt x="8498" y="4037"/>
                  </a:cubicBezTo>
                  <a:cubicBezTo>
                    <a:pt x="8498" y="2965"/>
                    <a:pt x="8068" y="1931"/>
                    <a:pt x="7312" y="1185"/>
                  </a:cubicBezTo>
                  <a:cubicBezTo>
                    <a:pt x="6534" y="401"/>
                    <a:pt x="5501" y="0"/>
                    <a:pt x="4461" y="0"/>
                  </a:cubicBezTo>
                  <a:close/>
                </a:path>
              </a:pathLst>
            </a:custGeom>
            <a:solidFill>
              <a:srgbClr val="DDE4E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762" name="Google Shape;12762;p43"/>
            <p:cNvSpPr/>
            <p:nvPr/>
          </p:nvSpPr>
          <p:spPr>
            <a:xfrm>
              <a:off x="4095422" y="4335330"/>
              <a:ext cx="99053" cy="201729"/>
            </a:xfrm>
            <a:custGeom>
              <a:rect b="b" l="l" r="r" t="t"/>
              <a:pathLst>
                <a:path extrusionOk="0" h="7682" w="3772">
                  <a:moveTo>
                    <a:pt x="1886" y="1"/>
                  </a:moveTo>
                  <a:cubicBezTo>
                    <a:pt x="1694" y="1"/>
                    <a:pt x="1503" y="128"/>
                    <a:pt x="1503" y="381"/>
                  </a:cubicBezTo>
                  <a:lnTo>
                    <a:pt x="1503" y="917"/>
                  </a:lnTo>
                  <a:cubicBezTo>
                    <a:pt x="632" y="1023"/>
                    <a:pt x="0" y="1788"/>
                    <a:pt x="48" y="2669"/>
                  </a:cubicBezTo>
                  <a:cubicBezTo>
                    <a:pt x="106" y="3540"/>
                    <a:pt x="833" y="4219"/>
                    <a:pt x="1704" y="4229"/>
                  </a:cubicBezTo>
                  <a:lnTo>
                    <a:pt x="2068" y="4229"/>
                  </a:lnTo>
                  <a:cubicBezTo>
                    <a:pt x="2079" y="4228"/>
                    <a:pt x="2091" y="4228"/>
                    <a:pt x="2102" y="4228"/>
                  </a:cubicBezTo>
                  <a:cubicBezTo>
                    <a:pt x="2594" y="4228"/>
                    <a:pt x="2996" y="4623"/>
                    <a:pt x="2996" y="5119"/>
                  </a:cubicBezTo>
                  <a:cubicBezTo>
                    <a:pt x="2996" y="5614"/>
                    <a:pt x="2594" y="6009"/>
                    <a:pt x="2102" y="6009"/>
                  </a:cubicBezTo>
                  <a:cubicBezTo>
                    <a:pt x="2091" y="6009"/>
                    <a:pt x="2079" y="6009"/>
                    <a:pt x="2068" y="6009"/>
                  </a:cubicBezTo>
                  <a:lnTo>
                    <a:pt x="1522" y="6009"/>
                  </a:lnTo>
                  <a:cubicBezTo>
                    <a:pt x="1130" y="6009"/>
                    <a:pt x="814" y="5693"/>
                    <a:pt x="814" y="5301"/>
                  </a:cubicBezTo>
                  <a:cubicBezTo>
                    <a:pt x="814" y="5047"/>
                    <a:pt x="622" y="4920"/>
                    <a:pt x="431" y="4920"/>
                  </a:cubicBezTo>
                  <a:cubicBezTo>
                    <a:pt x="240" y="4920"/>
                    <a:pt x="48" y="5047"/>
                    <a:pt x="48" y="5301"/>
                  </a:cubicBezTo>
                  <a:cubicBezTo>
                    <a:pt x="48" y="6114"/>
                    <a:pt x="699" y="6765"/>
                    <a:pt x="1503" y="6784"/>
                  </a:cubicBezTo>
                  <a:lnTo>
                    <a:pt x="1503" y="7301"/>
                  </a:lnTo>
                  <a:cubicBezTo>
                    <a:pt x="1503" y="7554"/>
                    <a:pt x="1694" y="7681"/>
                    <a:pt x="1886" y="7681"/>
                  </a:cubicBezTo>
                  <a:cubicBezTo>
                    <a:pt x="2077" y="7681"/>
                    <a:pt x="2269" y="7554"/>
                    <a:pt x="2269" y="7301"/>
                  </a:cubicBezTo>
                  <a:lnTo>
                    <a:pt x="2269" y="6765"/>
                  </a:lnTo>
                  <a:cubicBezTo>
                    <a:pt x="3139" y="6660"/>
                    <a:pt x="3771" y="5894"/>
                    <a:pt x="3723" y="5023"/>
                  </a:cubicBezTo>
                  <a:cubicBezTo>
                    <a:pt x="3666" y="4143"/>
                    <a:pt x="2948" y="3463"/>
                    <a:pt x="2068" y="3453"/>
                  </a:cubicBezTo>
                  <a:lnTo>
                    <a:pt x="1704" y="3453"/>
                  </a:lnTo>
                  <a:cubicBezTo>
                    <a:pt x="1692" y="3454"/>
                    <a:pt x="1681" y="3454"/>
                    <a:pt x="1669" y="3454"/>
                  </a:cubicBezTo>
                  <a:cubicBezTo>
                    <a:pt x="1178" y="3454"/>
                    <a:pt x="776" y="3059"/>
                    <a:pt x="776" y="2563"/>
                  </a:cubicBezTo>
                  <a:cubicBezTo>
                    <a:pt x="776" y="2068"/>
                    <a:pt x="1178" y="1673"/>
                    <a:pt x="1669" y="1673"/>
                  </a:cubicBezTo>
                  <a:cubicBezTo>
                    <a:pt x="1681" y="1673"/>
                    <a:pt x="1692" y="1673"/>
                    <a:pt x="1704" y="1673"/>
                  </a:cubicBezTo>
                  <a:lnTo>
                    <a:pt x="2249" y="1673"/>
                  </a:lnTo>
                  <a:cubicBezTo>
                    <a:pt x="2642" y="1673"/>
                    <a:pt x="2958" y="1989"/>
                    <a:pt x="2958" y="2382"/>
                  </a:cubicBezTo>
                  <a:lnTo>
                    <a:pt x="2958" y="2745"/>
                  </a:lnTo>
                  <a:cubicBezTo>
                    <a:pt x="2958" y="2960"/>
                    <a:pt x="3121" y="3128"/>
                    <a:pt x="3333" y="3128"/>
                  </a:cubicBezTo>
                  <a:cubicBezTo>
                    <a:pt x="3338" y="3128"/>
                    <a:pt x="3344" y="3128"/>
                    <a:pt x="3350" y="3128"/>
                  </a:cubicBezTo>
                  <a:cubicBezTo>
                    <a:pt x="3561" y="3128"/>
                    <a:pt x="3733" y="2956"/>
                    <a:pt x="3733" y="2745"/>
                  </a:cubicBezTo>
                  <a:lnTo>
                    <a:pt x="3733" y="2382"/>
                  </a:lnTo>
                  <a:cubicBezTo>
                    <a:pt x="3733" y="1578"/>
                    <a:pt x="3082" y="917"/>
                    <a:pt x="2269" y="908"/>
                  </a:cubicBezTo>
                  <a:lnTo>
                    <a:pt x="2269" y="381"/>
                  </a:lnTo>
                  <a:cubicBezTo>
                    <a:pt x="2269" y="128"/>
                    <a:pt x="2077" y="1"/>
                    <a:pt x="1886" y="1"/>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763" name="Google Shape;12763;p43"/>
            <p:cNvSpPr/>
            <p:nvPr/>
          </p:nvSpPr>
          <p:spPr>
            <a:xfrm>
              <a:off x="4179611" y="4472250"/>
              <a:ext cx="153070" cy="150339"/>
            </a:xfrm>
            <a:custGeom>
              <a:rect b="b" l="l" r="r" t="t"/>
              <a:pathLst>
                <a:path extrusionOk="0" h="5725" w="5829">
                  <a:moveTo>
                    <a:pt x="2910" y="2096"/>
                  </a:moveTo>
                  <a:cubicBezTo>
                    <a:pt x="3331" y="2096"/>
                    <a:pt x="3675" y="2441"/>
                    <a:pt x="3675" y="2871"/>
                  </a:cubicBezTo>
                  <a:cubicBezTo>
                    <a:pt x="3675" y="3330"/>
                    <a:pt x="3300" y="3637"/>
                    <a:pt x="2906" y="3637"/>
                  </a:cubicBezTo>
                  <a:cubicBezTo>
                    <a:pt x="2716" y="3637"/>
                    <a:pt x="2523" y="3566"/>
                    <a:pt x="2364" y="3407"/>
                  </a:cubicBezTo>
                  <a:cubicBezTo>
                    <a:pt x="1876" y="2929"/>
                    <a:pt x="2221" y="2096"/>
                    <a:pt x="2910" y="2096"/>
                  </a:cubicBezTo>
                  <a:close/>
                  <a:moveTo>
                    <a:pt x="2527" y="0"/>
                  </a:moveTo>
                  <a:cubicBezTo>
                    <a:pt x="2441" y="0"/>
                    <a:pt x="2364" y="58"/>
                    <a:pt x="2345" y="154"/>
                  </a:cubicBezTo>
                  <a:lnTo>
                    <a:pt x="2192" y="890"/>
                  </a:lnTo>
                  <a:lnTo>
                    <a:pt x="1599" y="421"/>
                  </a:lnTo>
                  <a:cubicBezTo>
                    <a:pt x="1565" y="393"/>
                    <a:pt x="1525" y="378"/>
                    <a:pt x="1483" y="378"/>
                  </a:cubicBezTo>
                  <a:cubicBezTo>
                    <a:pt x="1441" y="378"/>
                    <a:pt x="1398" y="393"/>
                    <a:pt x="1359" y="421"/>
                  </a:cubicBezTo>
                  <a:lnTo>
                    <a:pt x="776" y="910"/>
                  </a:lnTo>
                  <a:cubicBezTo>
                    <a:pt x="709" y="977"/>
                    <a:pt x="690" y="1072"/>
                    <a:pt x="728" y="1149"/>
                  </a:cubicBezTo>
                  <a:lnTo>
                    <a:pt x="1091" y="1819"/>
                  </a:lnTo>
                  <a:lnTo>
                    <a:pt x="335" y="1828"/>
                  </a:lnTo>
                  <a:cubicBezTo>
                    <a:pt x="240" y="1838"/>
                    <a:pt x="163" y="1905"/>
                    <a:pt x="154" y="1991"/>
                  </a:cubicBezTo>
                  <a:lnTo>
                    <a:pt x="20" y="2747"/>
                  </a:lnTo>
                  <a:cubicBezTo>
                    <a:pt x="0" y="2833"/>
                    <a:pt x="48" y="2929"/>
                    <a:pt x="134" y="2958"/>
                  </a:cubicBezTo>
                  <a:lnTo>
                    <a:pt x="843" y="3235"/>
                  </a:lnTo>
                  <a:lnTo>
                    <a:pt x="268" y="3733"/>
                  </a:lnTo>
                  <a:cubicBezTo>
                    <a:pt x="201" y="3790"/>
                    <a:pt x="192" y="3895"/>
                    <a:pt x="230" y="3972"/>
                  </a:cubicBezTo>
                  <a:lnTo>
                    <a:pt x="603" y="4652"/>
                  </a:lnTo>
                  <a:cubicBezTo>
                    <a:pt x="633" y="4711"/>
                    <a:pt x="697" y="4747"/>
                    <a:pt x="765" y="4747"/>
                  </a:cubicBezTo>
                  <a:cubicBezTo>
                    <a:pt x="784" y="4747"/>
                    <a:pt x="804" y="4744"/>
                    <a:pt x="824" y="4738"/>
                  </a:cubicBezTo>
                  <a:lnTo>
                    <a:pt x="1541" y="4498"/>
                  </a:lnTo>
                  <a:lnTo>
                    <a:pt x="1426" y="5245"/>
                  </a:lnTo>
                  <a:cubicBezTo>
                    <a:pt x="1407" y="5331"/>
                    <a:pt x="1465" y="5417"/>
                    <a:pt x="1541" y="5446"/>
                  </a:cubicBezTo>
                  <a:lnTo>
                    <a:pt x="2259" y="5714"/>
                  </a:lnTo>
                  <a:cubicBezTo>
                    <a:pt x="2281" y="5721"/>
                    <a:pt x="2304" y="5725"/>
                    <a:pt x="2326" y="5725"/>
                  </a:cubicBezTo>
                  <a:cubicBezTo>
                    <a:pt x="2391" y="5725"/>
                    <a:pt x="2453" y="5694"/>
                    <a:pt x="2489" y="5637"/>
                  </a:cubicBezTo>
                  <a:lnTo>
                    <a:pt x="2881" y="4986"/>
                  </a:lnTo>
                  <a:lnTo>
                    <a:pt x="3274" y="5637"/>
                  </a:lnTo>
                  <a:cubicBezTo>
                    <a:pt x="3309" y="5694"/>
                    <a:pt x="3371" y="5725"/>
                    <a:pt x="3436" y="5725"/>
                  </a:cubicBezTo>
                  <a:cubicBezTo>
                    <a:pt x="3459" y="5725"/>
                    <a:pt x="3481" y="5721"/>
                    <a:pt x="3503" y="5714"/>
                  </a:cubicBezTo>
                  <a:lnTo>
                    <a:pt x="4221" y="5446"/>
                  </a:lnTo>
                  <a:cubicBezTo>
                    <a:pt x="4307" y="5417"/>
                    <a:pt x="4355" y="5331"/>
                    <a:pt x="4345" y="5245"/>
                  </a:cubicBezTo>
                  <a:lnTo>
                    <a:pt x="4221" y="4498"/>
                  </a:lnTo>
                  <a:lnTo>
                    <a:pt x="4939" y="4738"/>
                  </a:lnTo>
                  <a:cubicBezTo>
                    <a:pt x="4958" y="4744"/>
                    <a:pt x="4978" y="4747"/>
                    <a:pt x="4998" y="4747"/>
                  </a:cubicBezTo>
                  <a:cubicBezTo>
                    <a:pt x="5066" y="4747"/>
                    <a:pt x="5131" y="4711"/>
                    <a:pt x="5168" y="4652"/>
                  </a:cubicBezTo>
                  <a:lnTo>
                    <a:pt x="5551" y="3982"/>
                  </a:lnTo>
                  <a:cubicBezTo>
                    <a:pt x="5599" y="3905"/>
                    <a:pt x="5580" y="3800"/>
                    <a:pt x="5513" y="3742"/>
                  </a:cubicBezTo>
                  <a:lnTo>
                    <a:pt x="4948" y="3245"/>
                  </a:lnTo>
                  <a:lnTo>
                    <a:pt x="5657" y="2967"/>
                  </a:lnTo>
                  <a:cubicBezTo>
                    <a:pt x="5752" y="2948"/>
                    <a:pt x="5829" y="2852"/>
                    <a:pt x="5810" y="2747"/>
                  </a:cubicBezTo>
                  <a:lnTo>
                    <a:pt x="5676" y="1991"/>
                  </a:lnTo>
                  <a:cubicBezTo>
                    <a:pt x="5657" y="1905"/>
                    <a:pt x="5580" y="1838"/>
                    <a:pt x="5494" y="1828"/>
                  </a:cubicBezTo>
                  <a:lnTo>
                    <a:pt x="4738" y="1819"/>
                  </a:lnTo>
                  <a:lnTo>
                    <a:pt x="5101" y="1149"/>
                  </a:lnTo>
                  <a:cubicBezTo>
                    <a:pt x="5140" y="1072"/>
                    <a:pt x="5121" y="977"/>
                    <a:pt x="5054" y="910"/>
                  </a:cubicBezTo>
                  <a:lnTo>
                    <a:pt x="4460" y="421"/>
                  </a:lnTo>
                  <a:cubicBezTo>
                    <a:pt x="4427" y="393"/>
                    <a:pt x="4386" y="378"/>
                    <a:pt x="4344" y="378"/>
                  </a:cubicBezTo>
                  <a:cubicBezTo>
                    <a:pt x="4302" y="378"/>
                    <a:pt x="4259" y="393"/>
                    <a:pt x="4221" y="421"/>
                  </a:cubicBezTo>
                  <a:lnTo>
                    <a:pt x="3637" y="890"/>
                  </a:lnTo>
                  <a:lnTo>
                    <a:pt x="3484" y="154"/>
                  </a:lnTo>
                  <a:cubicBezTo>
                    <a:pt x="3465" y="58"/>
                    <a:pt x="3388" y="0"/>
                    <a:pt x="3302" y="0"/>
                  </a:cubicBezTo>
                  <a:close/>
                </a:path>
              </a:pathLst>
            </a:custGeom>
            <a:solidFill>
              <a:srgbClr val="A1B0B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764" name="Google Shape;12764;p43"/>
            <p:cNvSpPr/>
            <p:nvPr/>
          </p:nvSpPr>
          <p:spPr>
            <a:xfrm>
              <a:off x="4238408" y="4472250"/>
              <a:ext cx="18119" cy="23135"/>
            </a:xfrm>
            <a:custGeom>
              <a:rect b="b" l="l" r="r" t="t"/>
              <a:pathLst>
                <a:path extrusionOk="0" h="881" w="690">
                  <a:moveTo>
                    <a:pt x="278" y="0"/>
                  </a:moveTo>
                  <a:cubicBezTo>
                    <a:pt x="192" y="0"/>
                    <a:pt x="106" y="58"/>
                    <a:pt x="87" y="154"/>
                  </a:cubicBezTo>
                  <a:lnTo>
                    <a:pt x="1" y="613"/>
                  </a:lnTo>
                  <a:lnTo>
                    <a:pt x="355" y="881"/>
                  </a:lnTo>
                  <a:lnTo>
                    <a:pt x="499" y="154"/>
                  </a:lnTo>
                  <a:cubicBezTo>
                    <a:pt x="518" y="58"/>
                    <a:pt x="594" y="0"/>
                    <a:pt x="690" y="0"/>
                  </a:cubicBezTo>
                  <a:close/>
                </a:path>
              </a:pathLst>
            </a:custGeom>
            <a:solidFill>
              <a:srgbClr val="909FA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765" name="Google Shape;12765;p43"/>
            <p:cNvSpPr/>
            <p:nvPr/>
          </p:nvSpPr>
          <p:spPr>
            <a:xfrm>
              <a:off x="4217321" y="4590105"/>
              <a:ext cx="28151" cy="32484"/>
            </a:xfrm>
            <a:custGeom>
              <a:rect b="b" l="l" r="r" t="t"/>
              <a:pathLst>
                <a:path extrusionOk="0" h="1237" w="1072">
                  <a:moveTo>
                    <a:pt x="536" y="1"/>
                  </a:moveTo>
                  <a:lnTo>
                    <a:pt x="105" y="144"/>
                  </a:lnTo>
                  <a:lnTo>
                    <a:pt x="10" y="747"/>
                  </a:lnTo>
                  <a:cubicBezTo>
                    <a:pt x="0" y="843"/>
                    <a:pt x="48" y="929"/>
                    <a:pt x="134" y="958"/>
                  </a:cubicBezTo>
                  <a:lnTo>
                    <a:pt x="852" y="1226"/>
                  </a:lnTo>
                  <a:cubicBezTo>
                    <a:pt x="872" y="1233"/>
                    <a:pt x="893" y="1237"/>
                    <a:pt x="915" y="1237"/>
                  </a:cubicBezTo>
                  <a:cubicBezTo>
                    <a:pt x="975" y="1237"/>
                    <a:pt x="1037" y="1208"/>
                    <a:pt x="1072" y="1159"/>
                  </a:cubicBezTo>
                  <a:lnTo>
                    <a:pt x="536" y="958"/>
                  </a:lnTo>
                  <a:cubicBezTo>
                    <a:pt x="450" y="929"/>
                    <a:pt x="402" y="833"/>
                    <a:pt x="412" y="747"/>
                  </a:cubicBezTo>
                  <a:lnTo>
                    <a:pt x="536" y="1"/>
                  </a:lnTo>
                  <a:close/>
                </a:path>
              </a:pathLst>
            </a:custGeom>
            <a:solidFill>
              <a:srgbClr val="909FA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766" name="Google Shape;12766;p43"/>
            <p:cNvSpPr/>
            <p:nvPr/>
          </p:nvSpPr>
          <p:spPr>
            <a:xfrm>
              <a:off x="4179349" y="4482412"/>
              <a:ext cx="44274" cy="114520"/>
            </a:xfrm>
            <a:custGeom>
              <a:rect b="b" l="l" r="r" t="t"/>
              <a:pathLst>
                <a:path extrusionOk="0" h="4361" w="1686">
                  <a:moveTo>
                    <a:pt x="1483" y="1"/>
                  </a:moveTo>
                  <a:cubicBezTo>
                    <a:pt x="1441" y="1"/>
                    <a:pt x="1398" y="15"/>
                    <a:pt x="1360" y="44"/>
                  </a:cubicBezTo>
                  <a:lnTo>
                    <a:pt x="776" y="532"/>
                  </a:lnTo>
                  <a:cubicBezTo>
                    <a:pt x="709" y="590"/>
                    <a:pt x="690" y="695"/>
                    <a:pt x="728" y="771"/>
                  </a:cubicBezTo>
                  <a:lnTo>
                    <a:pt x="1092" y="1432"/>
                  </a:lnTo>
                  <a:lnTo>
                    <a:pt x="336" y="1451"/>
                  </a:lnTo>
                  <a:cubicBezTo>
                    <a:pt x="240" y="1451"/>
                    <a:pt x="164" y="1518"/>
                    <a:pt x="144" y="1614"/>
                  </a:cubicBezTo>
                  <a:lnTo>
                    <a:pt x="10" y="2370"/>
                  </a:lnTo>
                  <a:cubicBezTo>
                    <a:pt x="1" y="2456"/>
                    <a:pt x="49" y="2542"/>
                    <a:pt x="135" y="2580"/>
                  </a:cubicBezTo>
                  <a:lnTo>
                    <a:pt x="834" y="2858"/>
                  </a:lnTo>
                  <a:lnTo>
                    <a:pt x="269" y="3355"/>
                  </a:lnTo>
                  <a:cubicBezTo>
                    <a:pt x="202" y="3413"/>
                    <a:pt x="183" y="3508"/>
                    <a:pt x="231" y="3595"/>
                  </a:cubicBezTo>
                  <a:lnTo>
                    <a:pt x="613" y="4265"/>
                  </a:lnTo>
                  <a:cubicBezTo>
                    <a:pt x="643" y="4324"/>
                    <a:pt x="707" y="4360"/>
                    <a:pt x="775" y="4360"/>
                  </a:cubicBezTo>
                  <a:cubicBezTo>
                    <a:pt x="794" y="4360"/>
                    <a:pt x="814" y="4357"/>
                    <a:pt x="834" y="4351"/>
                  </a:cubicBezTo>
                  <a:lnTo>
                    <a:pt x="1034" y="4284"/>
                  </a:lnTo>
                  <a:lnTo>
                    <a:pt x="1025" y="4265"/>
                  </a:lnTo>
                  <a:lnTo>
                    <a:pt x="642" y="3595"/>
                  </a:lnTo>
                  <a:cubicBezTo>
                    <a:pt x="594" y="3518"/>
                    <a:pt x="613" y="3413"/>
                    <a:pt x="680" y="3355"/>
                  </a:cubicBezTo>
                  <a:lnTo>
                    <a:pt x="1245" y="2858"/>
                  </a:lnTo>
                  <a:lnTo>
                    <a:pt x="537" y="2580"/>
                  </a:lnTo>
                  <a:cubicBezTo>
                    <a:pt x="460" y="2551"/>
                    <a:pt x="403" y="2456"/>
                    <a:pt x="422" y="2370"/>
                  </a:cubicBezTo>
                  <a:lnTo>
                    <a:pt x="556" y="1614"/>
                  </a:lnTo>
                  <a:cubicBezTo>
                    <a:pt x="575" y="1527"/>
                    <a:pt x="652" y="1460"/>
                    <a:pt x="738" y="1451"/>
                  </a:cubicBezTo>
                  <a:lnTo>
                    <a:pt x="1494" y="1441"/>
                  </a:lnTo>
                  <a:lnTo>
                    <a:pt x="1140" y="771"/>
                  </a:lnTo>
                  <a:cubicBezTo>
                    <a:pt x="1092" y="695"/>
                    <a:pt x="1111" y="599"/>
                    <a:pt x="1178" y="532"/>
                  </a:cubicBezTo>
                  <a:lnTo>
                    <a:pt x="1685" y="111"/>
                  </a:lnTo>
                  <a:lnTo>
                    <a:pt x="1599" y="44"/>
                  </a:lnTo>
                  <a:cubicBezTo>
                    <a:pt x="1566" y="15"/>
                    <a:pt x="1525" y="1"/>
                    <a:pt x="1483" y="1"/>
                  </a:cubicBezTo>
                  <a:close/>
                </a:path>
              </a:pathLst>
            </a:custGeom>
            <a:solidFill>
              <a:srgbClr val="909FA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767" name="Google Shape;12767;p43"/>
            <p:cNvSpPr/>
            <p:nvPr/>
          </p:nvSpPr>
          <p:spPr>
            <a:xfrm>
              <a:off x="4208760" y="4511955"/>
              <a:ext cx="82456" cy="70639"/>
            </a:xfrm>
            <a:custGeom>
              <a:rect b="b" l="l" r="r" t="t"/>
              <a:pathLst>
                <a:path extrusionOk="0" h="2690" w="3140">
                  <a:moveTo>
                    <a:pt x="1790" y="585"/>
                  </a:moveTo>
                  <a:cubicBezTo>
                    <a:pt x="2185" y="585"/>
                    <a:pt x="2565" y="894"/>
                    <a:pt x="2565" y="1359"/>
                  </a:cubicBezTo>
                  <a:cubicBezTo>
                    <a:pt x="2565" y="1781"/>
                    <a:pt x="2221" y="2125"/>
                    <a:pt x="1800" y="2125"/>
                  </a:cubicBezTo>
                  <a:cubicBezTo>
                    <a:pt x="1111" y="2125"/>
                    <a:pt x="766" y="1302"/>
                    <a:pt x="1254" y="814"/>
                  </a:cubicBezTo>
                  <a:cubicBezTo>
                    <a:pt x="1409" y="656"/>
                    <a:pt x="1601" y="585"/>
                    <a:pt x="1790" y="585"/>
                  </a:cubicBezTo>
                  <a:close/>
                  <a:moveTo>
                    <a:pt x="1800" y="0"/>
                  </a:moveTo>
                  <a:cubicBezTo>
                    <a:pt x="594" y="0"/>
                    <a:pt x="1" y="1446"/>
                    <a:pt x="843" y="2297"/>
                  </a:cubicBezTo>
                  <a:cubicBezTo>
                    <a:pt x="1117" y="2568"/>
                    <a:pt x="1453" y="2690"/>
                    <a:pt x="1782" y="2690"/>
                  </a:cubicBezTo>
                  <a:cubicBezTo>
                    <a:pt x="2475" y="2690"/>
                    <a:pt x="3140" y="2151"/>
                    <a:pt x="3140" y="1340"/>
                  </a:cubicBezTo>
                  <a:cubicBezTo>
                    <a:pt x="3140" y="594"/>
                    <a:pt x="2537" y="0"/>
                    <a:pt x="1800" y="0"/>
                  </a:cubicBezTo>
                  <a:close/>
                </a:path>
              </a:pathLst>
            </a:custGeom>
            <a:solidFill>
              <a:srgbClr val="909FA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12768" name="Google Shape;12768;p43"/>
          <p:cNvSpPr/>
          <p:nvPr/>
        </p:nvSpPr>
        <p:spPr>
          <a:xfrm>
            <a:off x="3700340" y="1813228"/>
            <a:ext cx="48528" cy="24159"/>
          </a:xfrm>
          <a:custGeom>
            <a:rect b="b" l="l" r="r" t="t"/>
            <a:pathLst>
              <a:path extrusionOk="0" h="920" w="1848">
                <a:moveTo>
                  <a:pt x="700" y="1"/>
                </a:moveTo>
                <a:cubicBezTo>
                  <a:pt x="317" y="1"/>
                  <a:pt x="10" y="307"/>
                  <a:pt x="10" y="690"/>
                </a:cubicBezTo>
                <a:lnTo>
                  <a:pt x="1" y="690"/>
                </a:lnTo>
                <a:cubicBezTo>
                  <a:pt x="1" y="690"/>
                  <a:pt x="700" y="919"/>
                  <a:pt x="1848" y="919"/>
                </a:cubicBezTo>
                <a:lnTo>
                  <a:pt x="1848" y="690"/>
                </a:lnTo>
                <a:cubicBezTo>
                  <a:pt x="1848" y="307"/>
                  <a:pt x="1542" y="1"/>
                  <a:pt x="1159" y="1"/>
                </a:cubicBezTo>
                <a:close/>
              </a:path>
            </a:pathLst>
          </a:custGeom>
          <a:solidFill>
            <a:srgbClr val="657A8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769" name="Google Shape;12769;p43"/>
          <p:cNvSpPr/>
          <p:nvPr/>
        </p:nvSpPr>
        <p:spPr>
          <a:xfrm>
            <a:off x="3700340" y="1813228"/>
            <a:ext cx="33455" cy="21901"/>
          </a:xfrm>
          <a:custGeom>
            <a:rect b="b" l="l" r="r" t="t"/>
            <a:pathLst>
              <a:path extrusionOk="0" h="834" w="1274">
                <a:moveTo>
                  <a:pt x="690" y="1"/>
                </a:moveTo>
                <a:cubicBezTo>
                  <a:pt x="307" y="1"/>
                  <a:pt x="1" y="307"/>
                  <a:pt x="1" y="690"/>
                </a:cubicBezTo>
                <a:cubicBezTo>
                  <a:pt x="221" y="757"/>
                  <a:pt x="460" y="805"/>
                  <a:pt x="690" y="833"/>
                </a:cubicBezTo>
                <a:lnTo>
                  <a:pt x="690" y="690"/>
                </a:lnTo>
                <a:lnTo>
                  <a:pt x="700" y="690"/>
                </a:lnTo>
                <a:cubicBezTo>
                  <a:pt x="700" y="355"/>
                  <a:pt x="939" y="68"/>
                  <a:pt x="1274" y="10"/>
                </a:cubicBezTo>
                <a:cubicBezTo>
                  <a:pt x="1235" y="1"/>
                  <a:pt x="1188" y="1"/>
                  <a:pt x="1149" y="1"/>
                </a:cubicBezTo>
                <a:close/>
              </a:path>
            </a:pathLst>
          </a:custGeom>
          <a:solidFill>
            <a:srgbClr val="657A8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nvGrpSpPr>
          <p:cNvPr id="12770" name="Google Shape;12770;p43"/>
          <p:cNvGrpSpPr/>
          <p:nvPr/>
        </p:nvGrpSpPr>
        <p:grpSpPr>
          <a:xfrm>
            <a:off x="3573426" y="1813228"/>
            <a:ext cx="302357" cy="374993"/>
            <a:chOff x="3573426" y="1965628"/>
            <a:chExt cx="302357" cy="374993"/>
          </a:xfrm>
        </p:grpSpPr>
        <p:sp>
          <p:nvSpPr>
            <p:cNvPr id="12771" name="Google Shape;12771;p43"/>
            <p:cNvSpPr/>
            <p:nvPr/>
          </p:nvSpPr>
          <p:spPr>
            <a:xfrm>
              <a:off x="3688287" y="2013894"/>
              <a:ext cx="72661" cy="60582"/>
            </a:xfrm>
            <a:custGeom>
              <a:rect b="b" l="l" r="r" t="t"/>
              <a:pathLst>
                <a:path extrusionOk="0" h="2307" w="2767">
                  <a:moveTo>
                    <a:pt x="929" y="0"/>
                  </a:moveTo>
                  <a:lnTo>
                    <a:pt x="929" y="460"/>
                  </a:lnTo>
                  <a:cubicBezTo>
                    <a:pt x="929" y="546"/>
                    <a:pt x="871" y="632"/>
                    <a:pt x="795" y="670"/>
                  </a:cubicBezTo>
                  <a:lnTo>
                    <a:pt x="259" y="938"/>
                  </a:lnTo>
                  <a:cubicBezTo>
                    <a:pt x="106" y="1015"/>
                    <a:pt x="1" y="1177"/>
                    <a:pt x="1" y="1350"/>
                  </a:cubicBezTo>
                  <a:lnTo>
                    <a:pt x="1" y="2307"/>
                  </a:lnTo>
                  <a:lnTo>
                    <a:pt x="2766" y="2307"/>
                  </a:lnTo>
                  <a:lnTo>
                    <a:pt x="2766" y="1350"/>
                  </a:lnTo>
                  <a:cubicBezTo>
                    <a:pt x="2766" y="1177"/>
                    <a:pt x="2671" y="1015"/>
                    <a:pt x="2508" y="938"/>
                  </a:cubicBezTo>
                  <a:lnTo>
                    <a:pt x="1972" y="670"/>
                  </a:lnTo>
                  <a:cubicBezTo>
                    <a:pt x="1895" y="632"/>
                    <a:pt x="1848" y="546"/>
                    <a:pt x="1848" y="460"/>
                  </a:cubicBezTo>
                  <a:lnTo>
                    <a:pt x="1848" y="0"/>
                  </a:lnTo>
                  <a:close/>
                </a:path>
              </a:pathLst>
            </a:custGeom>
            <a:solidFill>
              <a:srgbClr val="AAB8C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772" name="Google Shape;12772;p43"/>
            <p:cNvSpPr/>
            <p:nvPr/>
          </p:nvSpPr>
          <p:spPr>
            <a:xfrm>
              <a:off x="3711422" y="2013894"/>
              <a:ext cx="26391" cy="18251"/>
            </a:xfrm>
            <a:custGeom>
              <a:rect b="b" l="l" r="r" t="t"/>
              <a:pathLst>
                <a:path extrusionOk="0" h="695" w="1005">
                  <a:moveTo>
                    <a:pt x="48" y="0"/>
                  </a:moveTo>
                  <a:lnTo>
                    <a:pt x="48" y="460"/>
                  </a:lnTo>
                  <a:cubicBezTo>
                    <a:pt x="38" y="507"/>
                    <a:pt x="29" y="555"/>
                    <a:pt x="0" y="594"/>
                  </a:cubicBezTo>
                  <a:cubicBezTo>
                    <a:pt x="163" y="661"/>
                    <a:pt x="335" y="694"/>
                    <a:pt x="506" y="694"/>
                  </a:cubicBezTo>
                  <a:cubicBezTo>
                    <a:pt x="677" y="694"/>
                    <a:pt x="847" y="661"/>
                    <a:pt x="1005" y="594"/>
                  </a:cubicBezTo>
                  <a:cubicBezTo>
                    <a:pt x="976" y="555"/>
                    <a:pt x="967" y="507"/>
                    <a:pt x="967" y="460"/>
                  </a:cubicBezTo>
                  <a:lnTo>
                    <a:pt x="967" y="0"/>
                  </a:lnTo>
                  <a:close/>
                </a:path>
              </a:pathLst>
            </a:custGeom>
            <a:solidFill>
              <a:srgbClr val="99A8B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773" name="Google Shape;12773;p43"/>
            <p:cNvSpPr/>
            <p:nvPr/>
          </p:nvSpPr>
          <p:spPr>
            <a:xfrm>
              <a:off x="3688287" y="2032985"/>
              <a:ext cx="72661" cy="41491"/>
            </a:xfrm>
            <a:custGeom>
              <a:rect b="b" l="l" r="r" t="t"/>
              <a:pathLst>
                <a:path extrusionOk="0" h="1580" w="2767">
                  <a:moveTo>
                    <a:pt x="680" y="1"/>
                  </a:moveTo>
                  <a:lnTo>
                    <a:pt x="259" y="211"/>
                  </a:lnTo>
                  <a:cubicBezTo>
                    <a:pt x="106" y="288"/>
                    <a:pt x="1" y="450"/>
                    <a:pt x="1" y="623"/>
                  </a:cubicBezTo>
                  <a:lnTo>
                    <a:pt x="1" y="1580"/>
                  </a:lnTo>
                  <a:lnTo>
                    <a:pt x="2766" y="1580"/>
                  </a:lnTo>
                  <a:lnTo>
                    <a:pt x="2766" y="623"/>
                  </a:lnTo>
                  <a:cubicBezTo>
                    <a:pt x="2766" y="450"/>
                    <a:pt x="2671" y="288"/>
                    <a:pt x="2508" y="211"/>
                  </a:cubicBezTo>
                  <a:lnTo>
                    <a:pt x="2096" y="1"/>
                  </a:lnTo>
                  <a:cubicBezTo>
                    <a:pt x="1910" y="225"/>
                    <a:pt x="1647" y="338"/>
                    <a:pt x="1385" y="338"/>
                  </a:cubicBezTo>
                  <a:cubicBezTo>
                    <a:pt x="1123" y="338"/>
                    <a:pt x="862" y="225"/>
                    <a:pt x="680" y="1"/>
                  </a:cubicBezTo>
                  <a:close/>
                </a:path>
              </a:pathLst>
            </a:custGeom>
            <a:solidFill>
              <a:srgbClr val="61778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774" name="Google Shape;12774;p43"/>
            <p:cNvSpPr/>
            <p:nvPr/>
          </p:nvSpPr>
          <p:spPr>
            <a:xfrm>
              <a:off x="3688287" y="2043804"/>
              <a:ext cx="18119" cy="30672"/>
            </a:xfrm>
            <a:custGeom>
              <a:rect b="b" l="l" r="r" t="t"/>
              <a:pathLst>
                <a:path extrusionOk="0" h="1168" w="690">
                  <a:moveTo>
                    <a:pt x="58" y="0"/>
                  </a:moveTo>
                  <a:cubicBezTo>
                    <a:pt x="20" y="57"/>
                    <a:pt x="1" y="134"/>
                    <a:pt x="1" y="211"/>
                  </a:cubicBezTo>
                  <a:lnTo>
                    <a:pt x="1" y="1168"/>
                  </a:lnTo>
                  <a:lnTo>
                    <a:pt x="690" y="1168"/>
                  </a:lnTo>
                  <a:lnTo>
                    <a:pt x="690" y="708"/>
                  </a:lnTo>
                  <a:cubicBezTo>
                    <a:pt x="690" y="555"/>
                    <a:pt x="623" y="421"/>
                    <a:pt x="508" y="335"/>
                  </a:cubicBezTo>
                  <a:lnTo>
                    <a:pt x="58" y="0"/>
                  </a:lnTo>
                  <a:close/>
                </a:path>
              </a:pathLst>
            </a:custGeom>
            <a:solidFill>
              <a:srgbClr val="47607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775" name="Google Shape;12775;p43"/>
            <p:cNvSpPr/>
            <p:nvPr/>
          </p:nvSpPr>
          <p:spPr>
            <a:xfrm>
              <a:off x="3742829" y="2043804"/>
              <a:ext cx="18119" cy="30672"/>
            </a:xfrm>
            <a:custGeom>
              <a:rect b="b" l="l" r="r" t="t"/>
              <a:pathLst>
                <a:path extrusionOk="0" h="1168" w="690">
                  <a:moveTo>
                    <a:pt x="632" y="0"/>
                  </a:moveTo>
                  <a:lnTo>
                    <a:pt x="182" y="335"/>
                  </a:lnTo>
                  <a:cubicBezTo>
                    <a:pt x="67" y="421"/>
                    <a:pt x="0" y="555"/>
                    <a:pt x="0" y="708"/>
                  </a:cubicBezTo>
                  <a:lnTo>
                    <a:pt x="0" y="1168"/>
                  </a:lnTo>
                  <a:lnTo>
                    <a:pt x="689" y="1168"/>
                  </a:lnTo>
                  <a:lnTo>
                    <a:pt x="689" y="211"/>
                  </a:lnTo>
                  <a:cubicBezTo>
                    <a:pt x="689" y="134"/>
                    <a:pt x="670" y="57"/>
                    <a:pt x="632" y="0"/>
                  </a:cubicBezTo>
                  <a:close/>
                </a:path>
              </a:pathLst>
            </a:custGeom>
            <a:solidFill>
              <a:srgbClr val="47607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776" name="Google Shape;12776;p43"/>
            <p:cNvSpPr/>
            <p:nvPr/>
          </p:nvSpPr>
          <p:spPr>
            <a:xfrm>
              <a:off x="3700340" y="1965628"/>
              <a:ext cx="48528" cy="54306"/>
            </a:xfrm>
            <a:custGeom>
              <a:rect b="b" l="l" r="r" t="t"/>
              <a:pathLst>
                <a:path extrusionOk="0" h="2068" w="1848">
                  <a:moveTo>
                    <a:pt x="690" y="1"/>
                  </a:moveTo>
                  <a:cubicBezTo>
                    <a:pt x="317" y="1"/>
                    <a:pt x="1" y="307"/>
                    <a:pt x="1" y="690"/>
                  </a:cubicBezTo>
                  <a:lnTo>
                    <a:pt x="1" y="1149"/>
                  </a:lnTo>
                  <a:cubicBezTo>
                    <a:pt x="1" y="1656"/>
                    <a:pt x="412" y="2068"/>
                    <a:pt x="929" y="2068"/>
                  </a:cubicBezTo>
                  <a:cubicBezTo>
                    <a:pt x="1436" y="2068"/>
                    <a:pt x="1848" y="1656"/>
                    <a:pt x="1848" y="1149"/>
                  </a:cubicBezTo>
                  <a:lnTo>
                    <a:pt x="1848" y="690"/>
                  </a:lnTo>
                  <a:cubicBezTo>
                    <a:pt x="1848" y="307"/>
                    <a:pt x="1532" y="1"/>
                    <a:pt x="1159" y="1"/>
                  </a:cubicBezTo>
                  <a:close/>
                </a:path>
              </a:pathLst>
            </a:custGeom>
            <a:solidFill>
              <a:srgbClr val="BBC6C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777" name="Google Shape;12777;p43"/>
            <p:cNvSpPr/>
            <p:nvPr/>
          </p:nvSpPr>
          <p:spPr>
            <a:xfrm>
              <a:off x="3700156" y="1965628"/>
              <a:ext cx="33639" cy="54621"/>
            </a:xfrm>
            <a:custGeom>
              <a:rect b="b" l="l" r="r" t="t"/>
              <a:pathLst>
                <a:path extrusionOk="0" h="2080" w="1281">
                  <a:moveTo>
                    <a:pt x="697" y="1"/>
                  </a:moveTo>
                  <a:cubicBezTo>
                    <a:pt x="314" y="1"/>
                    <a:pt x="8" y="307"/>
                    <a:pt x="8" y="690"/>
                  </a:cubicBezTo>
                  <a:lnTo>
                    <a:pt x="8" y="1149"/>
                  </a:lnTo>
                  <a:cubicBezTo>
                    <a:pt x="0" y="1683"/>
                    <a:pt x="437" y="2080"/>
                    <a:pt x="929" y="2080"/>
                  </a:cubicBezTo>
                  <a:cubicBezTo>
                    <a:pt x="1045" y="2080"/>
                    <a:pt x="1164" y="2058"/>
                    <a:pt x="1281" y="2010"/>
                  </a:cubicBezTo>
                  <a:cubicBezTo>
                    <a:pt x="927" y="1867"/>
                    <a:pt x="697" y="1522"/>
                    <a:pt x="707" y="1149"/>
                  </a:cubicBezTo>
                  <a:lnTo>
                    <a:pt x="707" y="690"/>
                  </a:lnTo>
                  <a:cubicBezTo>
                    <a:pt x="707" y="355"/>
                    <a:pt x="946" y="68"/>
                    <a:pt x="1281" y="10"/>
                  </a:cubicBezTo>
                  <a:cubicBezTo>
                    <a:pt x="1242" y="1"/>
                    <a:pt x="1195" y="1"/>
                    <a:pt x="1156" y="1"/>
                  </a:cubicBezTo>
                  <a:close/>
                </a:path>
              </a:pathLst>
            </a:custGeom>
            <a:solidFill>
              <a:srgbClr val="AAB8C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778" name="Google Shape;12778;p43"/>
            <p:cNvSpPr/>
            <p:nvPr/>
          </p:nvSpPr>
          <p:spPr>
            <a:xfrm>
              <a:off x="3682247" y="2086502"/>
              <a:ext cx="84741" cy="145060"/>
            </a:xfrm>
            <a:custGeom>
              <a:rect b="b" l="l" r="r" t="t"/>
              <a:pathLst>
                <a:path extrusionOk="0" h="5524" w="3227">
                  <a:moveTo>
                    <a:pt x="1" y="1"/>
                  </a:moveTo>
                  <a:lnTo>
                    <a:pt x="1" y="5523"/>
                  </a:lnTo>
                  <a:lnTo>
                    <a:pt x="3226" y="5523"/>
                  </a:lnTo>
                  <a:lnTo>
                    <a:pt x="3226" y="1"/>
                  </a:lnTo>
                  <a:close/>
                </a:path>
              </a:pathLst>
            </a:custGeom>
            <a:solidFill>
              <a:srgbClr val="AAB8C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779" name="Google Shape;12779;p43"/>
            <p:cNvSpPr/>
            <p:nvPr/>
          </p:nvSpPr>
          <p:spPr>
            <a:xfrm>
              <a:off x="3682247" y="2170955"/>
              <a:ext cx="84741" cy="60608"/>
            </a:xfrm>
            <a:custGeom>
              <a:rect b="b" l="l" r="r" t="t"/>
              <a:pathLst>
                <a:path extrusionOk="0" h="2308" w="3227">
                  <a:moveTo>
                    <a:pt x="1" y="1"/>
                  </a:moveTo>
                  <a:lnTo>
                    <a:pt x="1" y="2307"/>
                  </a:lnTo>
                  <a:lnTo>
                    <a:pt x="3226" y="2307"/>
                  </a:lnTo>
                  <a:lnTo>
                    <a:pt x="3226" y="1"/>
                  </a:lnTo>
                  <a:close/>
                </a:path>
              </a:pathLst>
            </a:custGeom>
            <a:solidFill>
              <a:srgbClr val="99A8B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780" name="Google Shape;12780;p43"/>
            <p:cNvSpPr/>
            <p:nvPr/>
          </p:nvSpPr>
          <p:spPr>
            <a:xfrm>
              <a:off x="3754882" y="2153124"/>
              <a:ext cx="48292" cy="72635"/>
            </a:xfrm>
            <a:custGeom>
              <a:rect b="b" l="l" r="r" t="t"/>
              <a:pathLst>
                <a:path extrusionOk="0" h="2766" w="1839">
                  <a:moveTo>
                    <a:pt x="690" y="0"/>
                  </a:moveTo>
                  <a:cubicBezTo>
                    <a:pt x="307" y="0"/>
                    <a:pt x="1" y="306"/>
                    <a:pt x="1" y="689"/>
                  </a:cubicBezTo>
                  <a:lnTo>
                    <a:pt x="1" y="1445"/>
                  </a:lnTo>
                  <a:cubicBezTo>
                    <a:pt x="10" y="1675"/>
                    <a:pt x="87" y="1885"/>
                    <a:pt x="230" y="2067"/>
                  </a:cubicBezTo>
                  <a:cubicBezTo>
                    <a:pt x="374" y="2240"/>
                    <a:pt x="460" y="2460"/>
                    <a:pt x="460" y="2689"/>
                  </a:cubicBezTo>
                  <a:lnTo>
                    <a:pt x="460" y="2766"/>
                  </a:lnTo>
                  <a:lnTo>
                    <a:pt x="1379" y="2766"/>
                  </a:lnTo>
                  <a:lnTo>
                    <a:pt x="1379" y="2632"/>
                  </a:lnTo>
                  <a:cubicBezTo>
                    <a:pt x="1379" y="2441"/>
                    <a:pt x="1446" y="2259"/>
                    <a:pt x="1570" y="2125"/>
                  </a:cubicBezTo>
                  <a:lnTo>
                    <a:pt x="1656" y="2019"/>
                  </a:lnTo>
                  <a:cubicBezTo>
                    <a:pt x="1771" y="1876"/>
                    <a:pt x="1829" y="1694"/>
                    <a:pt x="1838" y="1512"/>
                  </a:cubicBezTo>
                  <a:lnTo>
                    <a:pt x="1838" y="689"/>
                  </a:lnTo>
                  <a:cubicBezTo>
                    <a:pt x="1838" y="306"/>
                    <a:pt x="1532" y="0"/>
                    <a:pt x="1149" y="0"/>
                  </a:cubicBezTo>
                  <a:close/>
                </a:path>
              </a:pathLst>
            </a:custGeom>
            <a:solidFill>
              <a:srgbClr val="BBC6C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781" name="Google Shape;12781;p43"/>
            <p:cNvSpPr/>
            <p:nvPr/>
          </p:nvSpPr>
          <p:spPr>
            <a:xfrm>
              <a:off x="3754646" y="2152862"/>
              <a:ext cx="27415" cy="72898"/>
            </a:xfrm>
            <a:custGeom>
              <a:rect b="b" l="l" r="r" t="t"/>
              <a:pathLst>
                <a:path extrusionOk="0" h="2776" w="1044">
                  <a:moveTo>
                    <a:pt x="699" y="1"/>
                  </a:moveTo>
                  <a:cubicBezTo>
                    <a:pt x="316" y="1"/>
                    <a:pt x="0" y="316"/>
                    <a:pt x="0" y="699"/>
                  </a:cubicBezTo>
                  <a:lnTo>
                    <a:pt x="0" y="1455"/>
                  </a:lnTo>
                  <a:cubicBezTo>
                    <a:pt x="19" y="1685"/>
                    <a:pt x="96" y="1895"/>
                    <a:pt x="230" y="2077"/>
                  </a:cubicBezTo>
                  <a:cubicBezTo>
                    <a:pt x="383" y="2250"/>
                    <a:pt x="459" y="2470"/>
                    <a:pt x="459" y="2699"/>
                  </a:cubicBezTo>
                  <a:lnTo>
                    <a:pt x="459" y="2776"/>
                  </a:lnTo>
                  <a:lnTo>
                    <a:pt x="928" y="2776"/>
                  </a:lnTo>
                  <a:lnTo>
                    <a:pt x="928" y="2699"/>
                  </a:lnTo>
                  <a:cubicBezTo>
                    <a:pt x="928" y="2489"/>
                    <a:pt x="890" y="2278"/>
                    <a:pt x="814" y="2077"/>
                  </a:cubicBezTo>
                  <a:cubicBezTo>
                    <a:pt x="737" y="1876"/>
                    <a:pt x="699" y="1666"/>
                    <a:pt x="699" y="1455"/>
                  </a:cubicBezTo>
                  <a:lnTo>
                    <a:pt x="699" y="699"/>
                  </a:lnTo>
                  <a:cubicBezTo>
                    <a:pt x="699" y="316"/>
                    <a:pt x="852" y="1"/>
                    <a:pt x="1043" y="1"/>
                  </a:cubicBezTo>
                  <a:close/>
                </a:path>
              </a:pathLst>
            </a:custGeom>
            <a:solidFill>
              <a:srgbClr val="AAB8C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782" name="Google Shape;12782;p43"/>
            <p:cNvSpPr/>
            <p:nvPr/>
          </p:nvSpPr>
          <p:spPr>
            <a:xfrm>
              <a:off x="3754882" y="2152862"/>
              <a:ext cx="48292" cy="54568"/>
            </a:xfrm>
            <a:custGeom>
              <a:rect b="b" l="l" r="r" t="t"/>
              <a:pathLst>
                <a:path extrusionOk="0" h="2078" w="1839">
                  <a:moveTo>
                    <a:pt x="690" y="1"/>
                  </a:moveTo>
                  <a:cubicBezTo>
                    <a:pt x="307" y="1"/>
                    <a:pt x="1" y="316"/>
                    <a:pt x="1" y="699"/>
                  </a:cubicBezTo>
                  <a:lnTo>
                    <a:pt x="1" y="1159"/>
                  </a:lnTo>
                  <a:cubicBezTo>
                    <a:pt x="1" y="1666"/>
                    <a:pt x="412" y="2077"/>
                    <a:pt x="919" y="2077"/>
                  </a:cubicBezTo>
                  <a:cubicBezTo>
                    <a:pt x="1427" y="2077"/>
                    <a:pt x="1838" y="1666"/>
                    <a:pt x="1838" y="1159"/>
                  </a:cubicBezTo>
                  <a:lnTo>
                    <a:pt x="1838" y="699"/>
                  </a:lnTo>
                  <a:cubicBezTo>
                    <a:pt x="1838" y="316"/>
                    <a:pt x="1532" y="1"/>
                    <a:pt x="1149" y="1"/>
                  </a:cubicBezTo>
                  <a:close/>
                </a:path>
              </a:pathLst>
            </a:custGeom>
            <a:solidFill>
              <a:srgbClr val="657A8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783" name="Google Shape;12783;p43"/>
            <p:cNvSpPr/>
            <p:nvPr/>
          </p:nvSpPr>
          <p:spPr>
            <a:xfrm>
              <a:off x="3754882" y="2152862"/>
              <a:ext cx="27179" cy="54306"/>
            </a:xfrm>
            <a:custGeom>
              <a:rect b="b" l="l" r="r" t="t"/>
              <a:pathLst>
                <a:path extrusionOk="0" h="2068" w="1035">
                  <a:moveTo>
                    <a:pt x="690" y="1"/>
                  </a:moveTo>
                  <a:cubicBezTo>
                    <a:pt x="307" y="1"/>
                    <a:pt x="1" y="316"/>
                    <a:pt x="1" y="699"/>
                  </a:cubicBezTo>
                  <a:lnTo>
                    <a:pt x="1" y="1159"/>
                  </a:lnTo>
                  <a:cubicBezTo>
                    <a:pt x="1" y="1618"/>
                    <a:pt x="345" y="2010"/>
                    <a:pt x="805" y="2068"/>
                  </a:cubicBezTo>
                  <a:cubicBezTo>
                    <a:pt x="728" y="1867"/>
                    <a:pt x="690" y="1666"/>
                    <a:pt x="690" y="1455"/>
                  </a:cubicBezTo>
                  <a:lnTo>
                    <a:pt x="690" y="699"/>
                  </a:lnTo>
                  <a:cubicBezTo>
                    <a:pt x="690" y="316"/>
                    <a:pt x="843" y="1"/>
                    <a:pt x="1034" y="1"/>
                  </a:cubicBezTo>
                  <a:close/>
                </a:path>
              </a:pathLst>
            </a:custGeom>
            <a:solidFill>
              <a:srgbClr val="657A8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784" name="Google Shape;12784;p43"/>
            <p:cNvSpPr/>
            <p:nvPr/>
          </p:nvSpPr>
          <p:spPr>
            <a:xfrm>
              <a:off x="3736789" y="2219457"/>
              <a:ext cx="84715" cy="96794"/>
            </a:xfrm>
            <a:custGeom>
              <a:rect b="b" l="l" r="r" t="t"/>
              <a:pathLst>
                <a:path extrusionOk="0" h="3686" w="3226">
                  <a:moveTo>
                    <a:pt x="1369" y="1"/>
                  </a:moveTo>
                  <a:cubicBezTo>
                    <a:pt x="1226" y="1"/>
                    <a:pt x="1082" y="29"/>
                    <a:pt x="948" y="87"/>
                  </a:cubicBezTo>
                  <a:lnTo>
                    <a:pt x="431" y="288"/>
                  </a:lnTo>
                  <a:cubicBezTo>
                    <a:pt x="173" y="393"/>
                    <a:pt x="1" y="642"/>
                    <a:pt x="1" y="929"/>
                  </a:cubicBezTo>
                  <a:lnTo>
                    <a:pt x="1" y="3456"/>
                  </a:lnTo>
                  <a:cubicBezTo>
                    <a:pt x="1" y="3580"/>
                    <a:pt x="96" y="3685"/>
                    <a:pt x="230" y="3685"/>
                  </a:cubicBezTo>
                  <a:lnTo>
                    <a:pt x="2987" y="3685"/>
                  </a:lnTo>
                  <a:cubicBezTo>
                    <a:pt x="3121" y="3685"/>
                    <a:pt x="3226" y="3580"/>
                    <a:pt x="3226" y="3456"/>
                  </a:cubicBezTo>
                  <a:lnTo>
                    <a:pt x="3226" y="929"/>
                  </a:lnTo>
                  <a:cubicBezTo>
                    <a:pt x="3226" y="642"/>
                    <a:pt x="3054" y="393"/>
                    <a:pt x="2786" y="288"/>
                  </a:cubicBezTo>
                  <a:lnTo>
                    <a:pt x="2278" y="87"/>
                  </a:lnTo>
                  <a:cubicBezTo>
                    <a:pt x="2144" y="29"/>
                    <a:pt x="1991" y="1"/>
                    <a:pt x="1848" y="1"/>
                  </a:cubicBezTo>
                  <a:close/>
                </a:path>
              </a:pathLst>
            </a:custGeom>
            <a:solidFill>
              <a:srgbClr val="E2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785" name="Google Shape;12785;p43"/>
            <p:cNvSpPr/>
            <p:nvPr/>
          </p:nvSpPr>
          <p:spPr>
            <a:xfrm>
              <a:off x="3736789" y="2233296"/>
              <a:ext cx="18119" cy="82955"/>
            </a:xfrm>
            <a:custGeom>
              <a:rect b="b" l="l" r="r" t="t"/>
              <a:pathLst>
                <a:path extrusionOk="0" h="3159" w="690">
                  <a:moveTo>
                    <a:pt x="135" y="0"/>
                  </a:moveTo>
                  <a:cubicBezTo>
                    <a:pt x="48" y="115"/>
                    <a:pt x="1" y="258"/>
                    <a:pt x="1" y="402"/>
                  </a:cubicBezTo>
                  <a:lnTo>
                    <a:pt x="1" y="2929"/>
                  </a:lnTo>
                  <a:cubicBezTo>
                    <a:pt x="1" y="3053"/>
                    <a:pt x="96" y="3158"/>
                    <a:pt x="230" y="3158"/>
                  </a:cubicBezTo>
                  <a:lnTo>
                    <a:pt x="690" y="3158"/>
                  </a:lnTo>
                  <a:lnTo>
                    <a:pt x="690" y="641"/>
                  </a:lnTo>
                  <a:cubicBezTo>
                    <a:pt x="690" y="498"/>
                    <a:pt x="623" y="364"/>
                    <a:pt x="508" y="278"/>
                  </a:cubicBezTo>
                  <a:lnTo>
                    <a:pt x="135" y="0"/>
                  </a:lnTo>
                  <a:close/>
                </a:path>
              </a:pathLst>
            </a:custGeom>
            <a:solidFill>
              <a:srgbClr val="8E9EA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786" name="Google Shape;12786;p43"/>
            <p:cNvSpPr/>
            <p:nvPr/>
          </p:nvSpPr>
          <p:spPr>
            <a:xfrm>
              <a:off x="3803148" y="2233296"/>
              <a:ext cx="18119" cy="82955"/>
            </a:xfrm>
            <a:custGeom>
              <a:rect b="b" l="l" r="r" t="t"/>
              <a:pathLst>
                <a:path extrusionOk="0" h="3159" w="690">
                  <a:moveTo>
                    <a:pt x="555" y="0"/>
                  </a:moveTo>
                  <a:lnTo>
                    <a:pt x="182" y="278"/>
                  </a:lnTo>
                  <a:cubicBezTo>
                    <a:pt x="67" y="364"/>
                    <a:pt x="0" y="498"/>
                    <a:pt x="0" y="641"/>
                  </a:cubicBezTo>
                  <a:lnTo>
                    <a:pt x="0" y="3158"/>
                  </a:lnTo>
                  <a:lnTo>
                    <a:pt x="460" y="3158"/>
                  </a:lnTo>
                  <a:cubicBezTo>
                    <a:pt x="594" y="3158"/>
                    <a:pt x="689" y="3053"/>
                    <a:pt x="689" y="2929"/>
                  </a:cubicBezTo>
                  <a:lnTo>
                    <a:pt x="689" y="402"/>
                  </a:lnTo>
                  <a:cubicBezTo>
                    <a:pt x="689" y="258"/>
                    <a:pt x="641" y="115"/>
                    <a:pt x="555" y="0"/>
                  </a:cubicBezTo>
                  <a:close/>
                </a:path>
              </a:pathLst>
            </a:custGeom>
            <a:solidFill>
              <a:srgbClr val="8E9EA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787" name="Google Shape;12787;p43"/>
            <p:cNvSpPr/>
            <p:nvPr/>
          </p:nvSpPr>
          <p:spPr>
            <a:xfrm>
              <a:off x="3646061" y="2153124"/>
              <a:ext cx="48292" cy="72635"/>
            </a:xfrm>
            <a:custGeom>
              <a:rect b="b" l="l" r="r" t="t"/>
              <a:pathLst>
                <a:path extrusionOk="0" h="2766" w="1839">
                  <a:moveTo>
                    <a:pt x="690" y="0"/>
                  </a:moveTo>
                  <a:cubicBezTo>
                    <a:pt x="307" y="0"/>
                    <a:pt x="1" y="306"/>
                    <a:pt x="1" y="689"/>
                  </a:cubicBezTo>
                  <a:lnTo>
                    <a:pt x="1" y="1445"/>
                  </a:lnTo>
                  <a:cubicBezTo>
                    <a:pt x="10" y="1675"/>
                    <a:pt x="87" y="1885"/>
                    <a:pt x="230" y="2067"/>
                  </a:cubicBezTo>
                  <a:cubicBezTo>
                    <a:pt x="374" y="2240"/>
                    <a:pt x="460" y="2460"/>
                    <a:pt x="460" y="2689"/>
                  </a:cubicBezTo>
                  <a:lnTo>
                    <a:pt x="460" y="2766"/>
                  </a:lnTo>
                  <a:lnTo>
                    <a:pt x="1379" y="2766"/>
                  </a:lnTo>
                  <a:lnTo>
                    <a:pt x="1379" y="2632"/>
                  </a:lnTo>
                  <a:cubicBezTo>
                    <a:pt x="1379" y="2441"/>
                    <a:pt x="1446" y="2259"/>
                    <a:pt x="1570" y="2125"/>
                  </a:cubicBezTo>
                  <a:lnTo>
                    <a:pt x="1656" y="2019"/>
                  </a:lnTo>
                  <a:cubicBezTo>
                    <a:pt x="1771" y="1876"/>
                    <a:pt x="1829" y="1694"/>
                    <a:pt x="1838" y="1512"/>
                  </a:cubicBezTo>
                  <a:lnTo>
                    <a:pt x="1838" y="689"/>
                  </a:lnTo>
                  <a:cubicBezTo>
                    <a:pt x="1838" y="306"/>
                    <a:pt x="1532" y="0"/>
                    <a:pt x="1149" y="0"/>
                  </a:cubicBezTo>
                  <a:close/>
                </a:path>
              </a:pathLst>
            </a:custGeom>
            <a:solidFill>
              <a:srgbClr val="BBC6C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788" name="Google Shape;12788;p43"/>
            <p:cNvSpPr/>
            <p:nvPr/>
          </p:nvSpPr>
          <p:spPr>
            <a:xfrm>
              <a:off x="3645824" y="2152862"/>
              <a:ext cx="27415" cy="72898"/>
            </a:xfrm>
            <a:custGeom>
              <a:rect b="b" l="l" r="r" t="t"/>
              <a:pathLst>
                <a:path extrusionOk="0" h="2776" w="1044">
                  <a:moveTo>
                    <a:pt x="699" y="1"/>
                  </a:moveTo>
                  <a:cubicBezTo>
                    <a:pt x="316" y="1"/>
                    <a:pt x="0" y="316"/>
                    <a:pt x="0" y="699"/>
                  </a:cubicBezTo>
                  <a:lnTo>
                    <a:pt x="0" y="1455"/>
                  </a:lnTo>
                  <a:cubicBezTo>
                    <a:pt x="19" y="1685"/>
                    <a:pt x="96" y="1895"/>
                    <a:pt x="230" y="2077"/>
                  </a:cubicBezTo>
                  <a:cubicBezTo>
                    <a:pt x="383" y="2250"/>
                    <a:pt x="460" y="2470"/>
                    <a:pt x="460" y="2699"/>
                  </a:cubicBezTo>
                  <a:lnTo>
                    <a:pt x="460" y="2776"/>
                  </a:lnTo>
                  <a:lnTo>
                    <a:pt x="928" y="2776"/>
                  </a:lnTo>
                  <a:lnTo>
                    <a:pt x="928" y="2699"/>
                  </a:lnTo>
                  <a:cubicBezTo>
                    <a:pt x="928" y="2489"/>
                    <a:pt x="890" y="2278"/>
                    <a:pt x="814" y="2077"/>
                  </a:cubicBezTo>
                  <a:cubicBezTo>
                    <a:pt x="737" y="1876"/>
                    <a:pt x="699" y="1666"/>
                    <a:pt x="699" y="1455"/>
                  </a:cubicBezTo>
                  <a:lnTo>
                    <a:pt x="699" y="699"/>
                  </a:lnTo>
                  <a:cubicBezTo>
                    <a:pt x="699" y="316"/>
                    <a:pt x="852" y="1"/>
                    <a:pt x="1043" y="1"/>
                  </a:cubicBezTo>
                  <a:close/>
                </a:path>
              </a:pathLst>
            </a:custGeom>
            <a:solidFill>
              <a:srgbClr val="AAB8C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789" name="Google Shape;12789;p43"/>
            <p:cNvSpPr/>
            <p:nvPr/>
          </p:nvSpPr>
          <p:spPr>
            <a:xfrm>
              <a:off x="3646061" y="2152862"/>
              <a:ext cx="48292" cy="54568"/>
            </a:xfrm>
            <a:custGeom>
              <a:rect b="b" l="l" r="r" t="t"/>
              <a:pathLst>
                <a:path extrusionOk="0" h="2078" w="1839">
                  <a:moveTo>
                    <a:pt x="690" y="1"/>
                  </a:moveTo>
                  <a:cubicBezTo>
                    <a:pt x="307" y="1"/>
                    <a:pt x="1" y="316"/>
                    <a:pt x="1" y="699"/>
                  </a:cubicBezTo>
                  <a:lnTo>
                    <a:pt x="1" y="1159"/>
                  </a:lnTo>
                  <a:cubicBezTo>
                    <a:pt x="1" y="1666"/>
                    <a:pt x="412" y="2077"/>
                    <a:pt x="919" y="2077"/>
                  </a:cubicBezTo>
                  <a:cubicBezTo>
                    <a:pt x="1427" y="2077"/>
                    <a:pt x="1838" y="1666"/>
                    <a:pt x="1838" y="1159"/>
                  </a:cubicBezTo>
                  <a:lnTo>
                    <a:pt x="1838" y="699"/>
                  </a:lnTo>
                  <a:cubicBezTo>
                    <a:pt x="1838" y="316"/>
                    <a:pt x="1532" y="1"/>
                    <a:pt x="1149" y="1"/>
                  </a:cubicBezTo>
                  <a:close/>
                </a:path>
              </a:pathLst>
            </a:custGeom>
            <a:solidFill>
              <a:srgbClr val="657A8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790" name="Google Shape;12790;p43"/>
            <p:cNvSpPr/>
            <p:nvPr/>
          </p:nvSpPr>
          <p:spPr>
            <a:xfrm>
              <a:off x="3646061" y="2152862"/>
              <a:ext cx="27179" cy="54306"/>
            </a:xfrm>
            <a:custGeom>
              <a:rect b="b" l="l" r="r" t="t"/>
              <a:pathLst>
                <a:path extrusionOk="0" h="2068" w="1035">
                  <a:moveTo>
                    <a:pt x="690" y="1"/>
                  </a:moveTo>
                  <a:cubicBezTo>
                    <a:pt x="307" y="1"/>
                    <a:pt x="1" y="316"/>
                    <a:pt x="1" y="699"/>
                  </a:cubicBezTo>
                  <a:lnTo>
                    <a:pt x="1" y="1159"/>
                  </a:lnTo>
                  <a:cubicBezTo>
                    <a:pt x="1" y="1618"/>
                    <a:pt x="345" y="2010"/>
                    <a:pt x="805" y="2068"/>
                  </a:cubicBezTo>
                  <a:cubicBezTo>
                    <a:pt x="728" y="1867"/>
                    <a:pt x="690" y="1666"/>
                    <a:pt x="690" y="1455"/>
                  </a:cubicBezTo>
                  <a:lnTo>
                    <a:pt x="690" y="699"/>
                  </a:lnTo>
                  <a:cubicBezTo>
                    <a:pt x="690" y="316"/>
                    <a:pt x="843" y="1"/>
                    <a:pt x="1034" y="1"/>
                  </a:cubicBezTo>
                  <a:close/>
                </a:path>
              </a:pathLst>
            </a:custGeom>
            <a:solidFill>
              <a:srgbClr val="657A8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791" name="Google Shape;12791;p43"/>
            <p:cNvSpPr/>
            <p:nvPr/>
          </p:nvSpPr>
          <p:spPr>
            <a:xfrm>
              <a:off x="3627968" y="2219457"/>
              <a:ext cx="84478" cy="96794"/>
            </a:xfrm>
            <a:custGeom>
              <a:rect b="b" l="l" r="r" t="t"/>
              <a:pathLst>
                <a:path extrusionOk="0" h="3686" w="3217">
                  <a:moveTo>
                    <a:pt x="1369" y="1"/>
                  </a:moveTo>
                  <a:cubicBezTo>
                    <a:pt x="1226" y="1"/>
                    <a:pt x="1082" y="29"/>
                    <a:pt x="948" y="87"/>
                  </a:cubicBezTo>
                  <a:lnTo>
                    <a:pt x="431" y="288"/>
                  </a:lnTo>
                  <a:cubicBezTo>
                    <a:pt x="173" y="393"/>
                    <a:pt x="1" y="642"/>
                    <a:pt x="1" y="929"/>
                  </a:cubicBezTo>
                  <a:lnTo>
                    <a:pt x="1" y="3456"/>
                  </a:lnTo>
                  <a:cubicBezTo>
                    <a:pt x="1" y="3580"/>
                    <a:pt x="96" y="3685"/>
                    <a:pt x="230" y="3685"/>
                  </a:cubicBezTo>
                  <a:lnTo>
                    <a:pt x="2987" y="3685"/>
                  </a:lnTo>
                  <a:cubicBezTo>
                    <a:pt x="3121" y="3685"/>
                    <a:pt x="3216" y="3580"/>
                    <a:pt x="3216" y="3456"/>
                  </a:cubicBezTo>
                  <a:lnTo>
                    <a:pt x="3216" y="929"/>
                  </a:lnTo>
                  <a:cubicBezTo>
                    <a:pt x="3216" y="642"/>
                    <a:pt x="3044" y="393"/>
                    <a:pt x="2786" y="288"/>
                  </a:cubicBezTo>
                  <a:lnTo>
                    <a:pt x="2278" y="87"/>
                  </a:lnTo>
                  <a:cubicBezTo>
                    <a:pt x="2144" y="29"/>
                    <a:pt x="1991" y="1"/>
                    <a:pt x="1848" y="1"/>
                  </a:cubicBezTo>
                  <a:close/>
                </a:path>
              </a:pathLst>
            </a:custGeom>
            <a:solidFill>
              <a:srgbClr val="E2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792" name="Google Shape;12792;p43"/>
            <p:cNvSpPr/>
            <p:nvPr/>
          </p:nvSpPr>
          <p:spPr>
            <a:xfrm>
              <a:off x="3627968" y="2233296"/>
              <a:ext cx="18119" cy="82955"/>
            </a:xfrm>
            <a:custGeom>
              <a:rect b="b" l="l" r="r" t="t"/>
              <a:pathLst>
                <a:path extrusionOk="0" h="3159" w="690">
                  <a:moveTo>
                    <a:pt x="135" y="0"/>
                  </a:moveTo>
                  <a:cubicBezTo>
                    <a:pt x="49" y="115"/>
                    <a:pt x="1" y="258"/>
                    <a:pt x="1" y="402"/>
                  </a:cubicBezTo>
                  <a:lnTo>
                    <a:pt x="1" y="2929"/>
                  </a:lnTo>
                  <a:cubicBezTo>
                    <a:pt x="1" y="3053"/>
                    <a:pt x="96" y="3158"/>
                    <a:pt x="230" y="3158"/>
                  </a:cubicBezTo>
                  <a:lnTo>
                    <a:pt x="690" y="3158"/>
                  </a:lnTo>
                  <a:lnTo>
                    <a:pt x="690" y="641"/>
                  </a:lnTo>
                  <a:cubicBezTo>
                    <a:pt x="690" y="498"/>
                    <a:pt x="623" y="364"/>
                    <a:pt x="508" y="278"/>
                  </a:cubicBezTo>
                  <a:lnTo>
                    <a:pt x="135" y="0"/>
                  </a:lnTo>
                  <a:close/>
                </a:path>
              </a:pathLst>
            </a:custGeom>
            <a:solidFill>
              <a:srgbClr val="8E9EA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793" name="Google Shape;12793;p43"/>
            <p:cNvSpPr/>
            <p:nvPr/>
          </p:nvSpPr>
          <p:spPr>
            <a:xfrm>
              <a:off x="3694327" y="2233296"/>
              <a:ext cx="18119" cy="82955"/>
            </a:xfrm>
            <a:custGeom>
              <a:rect b="b" l="l" r="r" t="t"/>
              <a:pathLst>
                <a:path extrusionOk="0" h="3159" w="690">
                  <a:moveTo>
                    <a:pt x="555" y="0"/>
                  </a:moveTo>
                  <a:lnTo>
                    <a:pt x="192" y="278"/>
                  </a:lnTo>
                  <a:cubicBezTo>
                    <a:pt x="67" y="364"/>
                    <a:pt x="0" y="498"/>
                    <a:pt x="0" y="641"/>
                  </a:cubicBezTo>
                  <a:lnTo>
                    <a:pt x="0" y="3158"/>
                  </a:lnTo>
                  <a:lnTo>
                    <a:pt x="460" y="3158"/>
                  </a:lnTo>
                  <a:cubicBezTo>
                    <a:pt x="594" y="3158"/>
                    <a:pt x="689" y="3053"/>
                    <a:pt x="689" y="2929"/>
                  </a:cubicBezTo>
                  <a:lnTo>
                    <a:pt x="689" y="402"/>
                  </a:lnTo>
                  <a:cubicBezTo>
                    <a:pt x="689" y="258"/>
                    <a:pt x="641" y="115"/>
                    <a:pt x="555" y="0"/>
                  </a:cubicBezTo>
                  <a:close/>
                </a:path>
              </a:pathLst>
            </a:custGeom>
            <a:solidFill>
              <a:srgbClr val="8E9EA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794" name="Google Shape;12794;p43"/>
            <p:cNvSpPr/>
            <p:nvPr/>
          </p:nvSpPr>
          <p:spPr>
            <a:xfrm>
              <a:off x="3809162" y="2213417"/>
              <a:ext cx="48528" cy="72661"/>
            </a:xfrm>
            <a:custGeom>
              <a:rect b="b" l="l" r="r" t="t"/>
              <a:pathLst>
                <a:path extrusionOk="0" h="2767" w="1848">
                  <a:moveTo>
                    <a:pt x="699" y="1"/>
                  </a:moveTo>
                  <a:cubicBezTo>
                    <a:pt x="317" y="1"/>
                    <a:pt x="1" y="307"/>
                    <a:pt x="1" y="690"/>
                  </a:cubicBezTo>
                  <a:lnTo>
                    <a:pt x="1" y="1446"/>
                  </a:lnTo>
                  <a:cubicBezTo>
                    <a:pt x="20" y="1676"/>
                    <a:pt x="97" y="1896"/>
                    <a:pt x="231" y="2068"/>
                  </a:cubicBezTo>
                  <a:cubicBezTo>
                    <a:pt x="384" y="2250"/>
                    <a:pt x="460" y="2470"/>
                    <a:pt x="460" y="2690"/>
                  </a:cubicBezTo>
                  <a:lnTo>
                    <a:pt x="460" y="2767"/>
                  </a:lnTo>
                  <a:lnTo>
                    <a:pt x="1389" y="2767"/>
                  </a:lnTo>
                  <a:lnTo>
                    <a:pt x="1389" y="2633"/>
                  </a:lnTo>
                  <a:cubicBezTo>
                    <a:pt x="1389" y="2441"/>
                    <a:pt x="1456" y="2260"/>
                    <a:pt x="1570" y="2126"/>
                  </a:cubicBezTo>
                  <a:lnTo>
                    <a:pt x="1657" y="2020"/>
                  </a:lnTo>
                  <a:cubicBezTo>
                    <a:pt x="1771" y="1877"/>
                    <a:pt x="1838" y="1704"/>
                    <a:pt x="1848" y="1513"/>
                  </a:cubicBezTo>
                  <a:lnTo>
                    <a:pt x="1848" y="690"/>
                  </a:lnTo>
                  <a:cubicBezTo>
                    <a:pt x="1848" y="307"/>
                    <a:pt x="1542" y="1"/>
                    <a:pt x="1159" y="1"/>
                  </a:cubicBezTo>
                  <a:close/>
                </a:path>
              </a:pathLst>
            </a:custGeom>
            <a:solidFill>
              <a:srgbClr val="BBC6C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795" name="Google Shape;12795;p43"/>
            <p:cNvSpPr/>
            <p:nvPr/>
          </p:nvSpPr>
          <p:spPr>
            <a:xfrm>
              <a:off x="3809162" y="2213417"/>
              <a:ext cx="27179" cy="72661"/>
            </a:xfrm>
            <a:custGeom>
              <a:rect b="b" l="l" r="r" t="t"/>
              <a:pathLst>
                <a:path extrusionOk="0" h="2767" w="1035">
                  <a:moveTo>
                    <a:pt x="690" y="1"/>
                  </a:moveTo>
                  <a:cubicBezTo>
                    <a:pt x="307" y="1"/>
                    <a:pt x="1" y="307"/>
                    <a:pt x="1" y="690"/>
                  </a:cubicBezTo>
                  <a:lnTo>
                    <a:pt x="1" y="1456"/>
                  </a:lnTo>
                  <a:cubicBezTo>
                    <a:pt x="10" y="1676"/>
                    <a:pt x="87" y="1896"/>
                    <a:pt x="231" y="2078"/>
                  </a:cubicBezTo>
                  <a:cubicBezTo>
                    <a:pt x="374" y="2250"/>
                    <a:pt x="460" y="2470"/>
                    <a:pt x="460" y="2700"/>
                  </a:cubicBezTo>
                  <a:lnTo>
                    <a:pt x="460" y="2767"/>
                  </a:lnTo>
                  <a:lnTo>
                    <a:pt x="920" y="2767"/>
                  </a:lnTo>
                  <a:lnTo>
                    <a:pt x="920" y="2700"/>
                  </a:lnTo>
                  <a:cubicBezTo>
                    <a:pt x="920" y="2480"/>
                    <a:pt x="891" y="2269"/>
                    <a:pt x="814" y="2078"/>
                  </a:cubicBezTo>
                  <a:cubicBezTo>
                    <a:pt x="738" y="1877"/>
                    <a:pt x="690" y="1666"/>
                    <a:pt x="690" y="1456"/>
                  </a:cubicBezTo>
                  <a:lnTo>
                    <a:pt x="690" y="690"/>
                  </a:lnTo>
                  <a:cubicBezTo>
                    <a:pt x="690" y="307"/>
                    <a:pt x="843" y="1"/>
                    <a:pt x="1034" y="1"/>
                  </a:cubicBezTo>
                  <a:close/>
                </a:path>
              </a:pathLst>
            </a:custGeom>
            <a:solidFill>
              <a:srgbClr val="AAB8C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796" name="Google Shape;12796;p43"/>
            <p:cNvSpPr/>
            <p:nvPr/>
          </p:nvSpPr>
          <p:spPr>
            <a:xfrm>
              <a:off x="3809162" y="2213417"/>
              <a:ext cx="48528" cy="54332"/>
            </a:xfrm>
            <a:custGeom>
              <a:rect b="b" l="l" r="r" t="t"/>
              <a:pathLst>
                <a:path extrusionOk="0" h="2069" w="1848">
                  <a:moveTo>
                    <a:pt x="690" y="1"/>
                  </a:moveTo>
                  <a:cubicBezTo>
                    <a:pt x="317" y="1"/>
                    <a:pt x="1" y="307"/>
                    <a:pt x="1" y="690"/>
                  </a:cubicBezTo>
                  <a:lnTo>
                    <a:pt x="1" y="1149"/>
                  </a:lnTo>
                  <a:cubicBezTo>
                    <a:pt x="1" y="1657"/>
                    <a:pt x="412" y="2068"/>
                    <a:pt x="929" y="2068"/>
                  </a:cubicBezTo>
                  <a:cubicBezTo>
                    <a:pt x="1436" y="2068"/>
                    <a:pt x="1848" y="1657"/>
                    <a:pt x="1848" y="1149"/>
                  </a:cubicBezTo>
                  <a:lnTo>
                    <a:pt x="1848" y="690"/>
                  </a:lnTo>
                  <a:cubicBezTo>
                    <a:pt x="1848" y="307"/>
                    <a:pt x="1532" y="1"/>
                    <a:pt x="1159" y="1"/>
                  </a:cubicBezTo>
                  <a:close/>
                </a:path>
              </a:pathLst>
            </a:custGeom>
            <a:solidFill>
              <a:srgbClr val="657A8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797" name="Google Shape;12797;p43"/>
            <p:cNvSpPr/>
            <p:nvPr/>
          </p:nvSpPr>
          <p:spPr>
            <a:xfrm>
              <a:off x="3809162" y="2213417"/>
              <a:ext cx="27442" cy="54069"/>
            </a:xfrm>
            <a:custGeom>
              <a:rect b="b" l="l" r="r" t="t"/>
              <a:pathLst>
                <a:path extrusionOk="0" h="2059" w="1045">
                  <a:moveTo>
                    <a:pt x="699" y="1"/>
                  </a:moveTo>
                  <a:cubicBezTo>
                    <a:pt x="317" y="1"/>
                    <a:pt x="1" y="307"/>
                    <a:pt x="1" y="690"/>
                  </a:cubicBezTo>
                  <a:lnTo>
                    <a:pt x="1" y="1149"/>
                  </a:lnTo>
                  <a:cubicBezTo>
                    <a:pt x="1" y="1609"/>
                    <a:pt x="345" y="2001"/>
                    <a:pt x="805" y="2059"/>
                  </a:cubicBezTo>
                  <a:cubicBezTo>
                    <a:pt x="738" y="1867"/>
                    <a:pt x="699" y="1657"/>
                    <a:pt x="699" y="1446"/>
                  </a:cubicBezTo>
                  <a:lnTo>
                    <a:pt x="699" y="690"/>
                  </a:lnTo>
                  <a:cubicBezTo>
                    <a:pt x="699" y="307"/>
                    <a:pt x="853" y="1"/>
                    <a:pt x="1044" y="1"/>
                  </a:cubicBezTo>
                  <a:close/>
                </a:path>
              </a:pathLst>
            </a:custGeom>
            <a:solidFill>
              <a:srgbClr val="657A8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798" name="Google Shape;12798;p43"/>
            <p:cNvSpPr/>
            <p:nvPr/>
          </p:nvSpPr>
          <p:spPr>
            <a:xfrm>
              <a:off x="3791331" y="2280039"/>
              <a:ext cx="84452" cy="60319"/>
            </a:xfrm>
            <a:custGeom>
              <a:rect b="b" l="l" r="r" t="t"/>
              <a:pathLst>
                <a:path extrusionOk="0" h="2297" w="3216">
                  <a:moveTo>
                    <a:pt x="1369" y="0"/>
                  </a:moveTo>
                  <a:cubicBezTo>
                    <a:pt x="1216" y="0"/>
                    <a:pt x="1072" y="29"/>
                    <a:pt x="938" y="86"/>
                  </a:cubicBezTo>
                  <a:lnTo>
                    <a:pt x="431" y="287"/>
                  </a:lnTo>
                  <a:cubicBezTo>
                    <a:pt x="173" y="383"/>
                    <a:pt x="0" y="641"/>
                    <a:pt x="0" y="928"/>
                  </a:cubicBezTo>
                  <a:lnTo>
                    <a:pt x="0" y="2067"/>
                  </a:lnTo>
                  <a:cubicBezTo>
                    <a:pt x="0" y="2192"/>
                    <a:pt x="96" y="2297"/>
                    <a:pt x="230" y="2297"/>
                  </a:cubicBezTo>
                  <a:lnTo>
                    <a:pt x="2986" y="2297"/>
                  </a:lnTo>
                  <a:cubicBezTo>
                    <a:pt x="3120" y="2297"/>
                    <a:pt x="3216" y="2192"/>
                    <a:pt x="3216" y="2067"/>
                  </a:cubicBezTo>
                  <a:lnTo>
                    <a:pt x="3216" y="919"/>
                  </a:lnTo>
                  <a:cubicBezTo>
                    <a:pt x="3216" y="641"/>
                    <a:pt x="3044" y="383"/>
                    <a:pt x="2785" y="287"/>
                  </a:cubicBezTo>
                  <a:lnTo>
                    <a:pt x="2269" y="86"/>
                  </a:lnTo>
                  <a:cubicBezTo>
                    <a:pt x="2135" y="29"/>
                    <a:pt x="1991" y="0"/>
                    <a:pt x="1847" y="0"/>
                  </a:cubicBezTo>
                  <a:close/>
                </a:path>
              </a:pathLst>
            </a:custGeom>
            <a:solidFill>
              <a:srgbClr val="8E9EA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799" name="Google Shape;12799;p43"/>
            <p:cNvSpPr/>
            <p:nvPr/>
          </p:nvSpPr>
          <p:spPr>
            <a:xfrm>
              <a:off x="3791068" y="2293353"/>
              <a:ext cx="18119" cy="47005"/>
            </a:xfrm>
            <a:custGeom>
              <a:rect b="b" l="l" r="r" t="t"/>
              <a:pathLst>
                <a:path extrusionOk="0" h="1790" w="690">
                  <a:moveTo>
                    <a:pt x="135" y="0"/>
                  </a:moveTo>
                  <a:cubicBezTo>
                    <a:pt x="49" y="125"/>
                    <a:pt x="1" y="268"/>
                    <a:pt x="1" y="412"/>
                  </a:cubicBezTo>
                  <a:lnTo>
                    <a:pt x="1" y="1551"/>
                  </a:lnTo>
                  <a:cubicBezTo>
                    <a:pt x="1" y="1685"/>
                    <a:pt x="106" y="1780"/>
                    <a:pt x="230" y="1780"/>
                  </a:cubicBezTo>
                  <a:lnTo>
                    <a:pt x="690" y="1790"/>
                  </a:lnTo>
                  <a:lnTo>
                    <a:pt x="690" y="651"/>
                  </a:lnTo>
                  <a:cubicBezTo>
                    <a:pt x="690" y="508"/>
                    <a:pt x="623" y="374"/>
                    <a:pt x="508" y="287"/>
                  </a:cubicBezTo>
                  <a:lnTo>
                    <a:pt x="135" y="0"/>
                  </a:lnTo>
                  <a:close/>
                </a:path>
              </a:pathLst>
            </a:custGeom>
            <a:solidFill>
              <a:srgbClr val="74879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800" name="Google Shape;12800;p43"/>
            <p:cNvSpPr/>
            <p:nvPr/>
          </p:nvSpPr>
          <p:spPr>
            <a:xfrm>
              <a:off x="3857664" y="2293589"/>
              <a:ext cx="17883" cy="47032"/>
            </a:xfrm>
            <a:custGeom>
              <a:rect b="b" l="l" r="r" t="t"/>
              <a:pathLst>
                <a:path extrusionOk="0" h="1791" w="681">
                  <a:moveTo>
                    <a:pt x="546" y="1"/>
                  </a:moveTo>
                  <a:lnTo>
                    <a:pt x="183" y="288"/>
                  </a:lnTo>
                  <a:cubicBezTo>
                    <a:pt x="68" y="365"/>
                    <a:pt x="1" y="499"/>
                    <a:pt x="1" y="642"/>
                  </a:cubicBezTo>
                  <a:lnTo>
                    <a:pt x="1" y="1781"/>
                  </a:lnTo>
                  <a:lnTo>
                    <a:pt x="451" y="1791"/>
                  </a:lnTo>
                  <a:cubicBezTo>
                    <a:pt x="585" y="1791"/>
                    <a:pt x="680" y="1685"/>
                    <a:pt x="680" y="1561"/>
                  </a:cubicBezTo>
                  <a:lnTo>
                    <a:pt x="680" y="412"/>
                  </a:lnTo>
                  <a:cubicBezTo>
                    <a:pt x="680" y="269"/>
                    <a:pt x="633" y="125"/>
                    <a:pt x="546" y="1"/>
                  </a:cubicBezTo>
                  <a:close/>
                </a:path>
              </a:pathLst>
            </a:custGeom>
            <a:solidFill>
              <a:srgbClr val="74879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801" name="Google Shape;12801;p43"/>
            <p:cNvSpPr/>
            <p:nvPr/>
          </p:nvSpPr>
          <p:spPr>
            <a:xfrm>
              <a:off x="3700340" y="2213417"/>
              <a:ext cx="48528" cy="72661"/>
            </a:xfrm>
            <a:custGeom>
              <a:rect b="b" l="l" r="r" t="t"/>
              <a:pathLst>
                <a:path extrusionOk="0" h="2767" w="1848">
                  <a:moveTo>
                    <a:pt x="700" y="1"/>
                  </a:moveTo>
                  <a:cubicBezTo>
                    <a:pt x="317" y="1"/>
                    <a:pt x="1" y="307"/>
                    <a:pt x="1" y="690"/>
                  </a:cubicBezTo>
                  <a:lnTo>
                    <a:pt x="1" y="1446"/>
                  </a:lnTo>
                  <a:cubicBezTo>
                    <a:pt x="20" y="1676"/>
                    <a:pt x="97" y="1896"/>
                    <a:pt x="231" y="2068"/>
                  </a:cubicBezTo>
                  <a:cubicBezTo>
                    <a:pt x="384" y="2250"/>
                    <a:pt x="460" y="2470"/>
                    <a:pt x="460" y="2690"/>
                  </a:cubicBezTo>
                  <a:lnTo>
                    <a:pt x="460" y="2767"/>
                  </a:lnTo>
                  <a:lnTo>
                    <a:pt x="1389" y="2767"/>
                  </a:lnTo>
                  <a:lnTo>
                    <a:pt x="1389" y="2633"/>
                  </a:lnTo>
                  <a:cubicBezTo>
                    <a:pt x="1389" y="2441"/>
                    <a:pt x="1446" y="2260"/>
                    <a:pt x="1570" y="2126"/>
                  </a:cubicBezTo>
                  <a:lnTo>
                    <a:pt x="1657" y="2020"/>
                  </a:lnTo>
                  <a:cubicBezTo>
                    <a:pt x="1771" y="1877"/>
                    <a:pt x="1838" y="1704"/>
                    <a:pt x="1848" y="1513"/>
                  </a:cubicBezTo>
                  <a:lnTo>
                    <a:pt x="1848" y="690"/>
                  </a:lnTo>
                  <a:cubicBezTo>
                    <a:pt x="1848" y="307"/>
                    <a:pt x="1532" y="1"/>
                    <a:pt x="1159" y="1"/>
                  </a:cubicBezTo>
                  <a:close/>
                </a:path>
              </a:pathLst>
            </a:custGeom>
            <a:solidFill>
              <a:srgbClr val="BBC6C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802" name="Google Shape;12802;p43"/>
            <p:cNvSpPr/>
            <p:nvPr/>
          </p:nvSpPr>
          <p:spPr>
            <a:xfrm>
              <a:off x="3700340" y="2213417"/>
              <a:ext cx="27179" cy="72661"/>
            </a:xfrm>
            <a:custGeom>
              <a:rect b="b" l="l" r="r" t="t"/>
              <a:pathLst>
                <a:path extrusionOk="0" h="2767" w="1035">
                  <a:moveTo>
                    <a:pt x="690" y="1"/>
                  </a:moveTo>
                  <a:cubicBezTo>
                    <a:pt x="307" y="1"/>
                    <a:pt x="1" y="307"/>
                    <a:pt x="1" y="690"/>
                  </a:cubicBezTo>
                  <a:lnTo>
                    <a:pt x="1" y="1456"/>
                  </a:lnTo>
                  <a:cubicBezTo>
                    <a:pt x="10" y="1676"/>
                    <a:pt x="87" y="1896"/>
                    <a:pt x="231" y="2078"/>
                  </a:cubicBezTo>
                  <a:cubicBezTo>
                    <a:pt x="374" y="2250"/>
                    <a:pt x="460" y="2470"/>
                    <a:pt x="460" y="2700"/>
                  </a:cubicBezTo>
                  <a:lnTo>
                    <a:pt x="460" y="2767"/>
                  </a:lnTo>
                  <a:lnTo>
                    <a:pt x="920" y="2767"/>
                  </a:lnTo>
                  <a:lnTo>
                    <a:pt x="920" y="2700"/>
                  </a:lnTo>
                  <a:cubicBezTo>
                    <a:pt x="920" y="2480"/>
                    <a:pt x="891" y="2269"/>
                    <a:pt x="814" y="2078"/>
                  </a:cubicBezTo>
                  <a:cubicBezTo>
                    <a:pt x="738" y="1877"/>
                    <a:pt x="690" y="1666"/>
                    <a:pt x="690" y="1456"/>
                  </a:cubicBezTo>
                  <a:lnTo>
                    <a:pt x="690" y="690"/>
                  </a:lnTo>
                  <a:cubicBezTo>
                    <a:pt x="690" y="307"/>
                    <a:pt x="843" y="1"/>
                    <a:pt x="1035" y="1"/>
                  </a:cubicBezTo>
                  <a:close/>
                </a:path>
              </a:pathLst>
            </a:custGeom>
            <a:solidFill>
              <a:srgbClr val="AAB8C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803" name="Google Shape;12803;p43"/>
            <p:cNvSpPr/>
            <p:nvPr/>
          </p:nvSpPr>
          <p:spPr>
            <a:xfrm>
              <a:off x="3700340" y="2213417"/>
              <a:ext cx="48528" cy="54332"/>
            </a:xfrm>
            <a:custGeom>
              <a:rect b="b" l="l" r="r" t="t"/>
              <a:pathLst>
                <a:path extrusionOk="0" h="2069" w="1848">
                  <a:moveTo>
                    <a:pt x="690" y="1"/>
                  </a:moveTo>
                  <a:cubicBezTo>
                    <a:pt x="317" y="1"/>
                    <a:pt x="1" y="307"/>
                    <a:pt x="1" y="690"/>
                  </a:cubicBezTo>
                  <a:lnTo>
                    <a:pt x="1" y="1149"/>
                  </a:lnTo>
                  <a:cubicBezTo>
                    <a:pt x="1" y="1657"/>
                    <a:pt x="412" y="2068"/>
                    <a:pt x="929" y="2068"/>
                  </a:cubicBezTo>
                  <a:cubicBezTo>
                    <a:pt x="1436" y="2068"/>
                    <a:pt x="1848" y="1657"/>
                    <a:pt x="1848" y="1149"/>
                  </a:cubicBezTo>
                  <a:lnTo>
                    <a:pt x="1848" y="690"/>
                  </a:lnTo>
                  <a:cubicBezTo>
                    <a:pt x="1848" y="307"/>
                    <a:pt x="1532" y="1"/>
                    <a:pt x="1159" y="1"/>
                  </a:cubicBezTo>
                  <a:close/>
                </a:path>
              </a:pathLst>
            </a:custGeom>
            <a:solidFill>
              <a:srgbClr val="657A8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804" name="Google Shape;12804;p43"/>
            <p:cNvSpPr/>
            <p:nvPr/>
          </p:nvSpPr>
          <p:spPr>
            <a:xfrm>
              <a:off x="3700340" y="2213417"/>
              <a:ext cx="27442" cy="54069"/>
            </a:xfrm>
            <a:custGeom>
              <a:rect b="b" l="l" r="r" t="t"/>
              <a:pathLst>
                <a:path extrusionOk="0" h="2059" w="1045">
                  <a:moveTo>
                    <a:pt x="700" y="1"/>
                  </a:moveTo>
                  <a:cubicBezTo>
                    <a:pt x="317" y="1"/>
                    <a:pt x="1" y="307"/>
                    <a:pt x="1" y="690"/>
                  </a:cubicBezTo>
                  <a:lnTo>
                    <a:pt x="1" y="1149"/>
                  </a:lnTo>
                  <a:cubicBezTo>
                    <a:pt x="1" y="1609"/>
                    <a:pt x="345" y="2001"/>
                    <a:pt x="805" y="2059"/>
                  </a:cubicBezTo>
                  <a:cubicBezTo>
                    <a:pt x="738" y="1867"/>
                    <a:pt x="700" y="1657"/>
                    <a:pt x="700" y="1446"/>
                  </a:cubicBezTo>
                  <a:lnTo>
                    <a:pt x="700" y="690"/>
                  </a:lnTo>
                  <a:cubicBezTo>
                    <a:pt x="700" y="307"/>
                    <a:pt x="853" y="1"/>
                    <a:pt x="1044" y="1"/>
                  </a:cubicBezTo>
                  <a:close/>
                </a:path>
              </a:pathLst>
            </a:custGeom>
            <a:solidFill>
              <a:srgbClr val="657A8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805" name="Google Shape;12805;p43"/>
            <p:cNvSpPr/>
            <p:nvPr/>
          </p:nvSpPr>
          <p:spPr>
            <a:xfrm>
              <a:off x="3682247" y="2280039"/>
              <a:ext cx="84741" cy="60319"/>
            </a:xfrm>
            <a:custGeom>
              <a:rect b="b" l="l" r="r" t="t"/>
              <a:pathLst>
                <a:path extrusionOk="0" h="2297" w="3227">
                  <a:moveTo>
                    <a:pt x="1379" y="0"/>
                  </a:moveTo>
                  <a:cubicBezTo>
                    <a:pt x="1226" y="0"/>
                    <a:pt x="1082" y="29"/>
                    <a:pt x="948" y="86"/>
                  </a:cubicBezTo>
                  <a:lnTo>
                    <a:pt x="441" y="287"/>
                  </a:lnTo>
                  <a:cubicBezTo>
                    <a:pt x="173" y="392"/>
                    <a:pt x="1" y="641"/>
                    <a:pt x="1" y="928"/>
                  </a:cubicBezTo>
                  <a:lnTo>
                    <a:pt x="1" y="2067"/>
                  </a:lnTo>
                  <a:cubicBezTo>
                    <a:pt x="1" y="2201"/>
                    <a:pt x="106" y="2297"/>
                    <a:pt x="231" y="2297"/>
                  </a:cubicBezTo>
                  <a:lnTo>
                    <a:pt x="2996" y="2297"/>
                  </a:lnTo>
                  <a:cubicBezTo>
                    <a:pt x="3121" y="2297"/>
                    <a:pt x="3226" y="2201"/>
                    <a:pt x="3226" y="2067"/>
                  </a:cubicBezTo>
                  <a:lnTo>
                    <a:pt x="3226" y="919"/>
                  </a:lnTo>
                  <a:cubicBezTo>
                    <a:pt x="3226" y="641"/>
                    <a:pt x="3054" y="383"/>
                    <a:pt x="2795" y="287"/>
                  </a:cubicBezTo>
                  <a:lnTo>
                    <a:pt x="2279" y="86"/>
                  </a:lnTo>
                  <a:cubicBezTo>
                    <a:pt x="2145" y="29"/>
                    <a:pt x="2001" y="0"/>
                    <a:pt x="1857" y="0"/>
                  </a:cubicBezTo>
                  <a:close/>
                </a:path>
              </a:pathLst>
            </a:custGeom>
            <a:solidFill>
              <a:srgbClr val="8E9EA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806" name="Google Shape;12806;p43"/>
            <p:cNvSpPr/>
            <p:nvPr/>
          </p:nvSpPr>
          <p:spPr>
            <a:xfrm>
              <a:off x="3682247" y="2293353"/>
              <a:ext cx="18119" cy="47005"/>
            </a:xfrm>
            <a:custGeom>
              <a:rect b="b" l="l" r="r" t="t"/>
              <a:pathLst>
                <a:path extrusionOk="0" h="1790" w="690">
                  <a:moveTo>
                    <a:pt x="135" y="0"/>
                  </a:moveTo>
                  <a:cubicBezTo>
                    <a:pt x="49" y="125"/>
                    <a:pt x="1" y="268"/>
                    <a:pt x="1" y="412"/>
                  </a:cubicBezTo>
                  <a:lnTo>
                    <a:pt x="1" y="1560"/>
                  </a:lnTo>
                  <a:cubicBezTo>
                    <a:pt x="1" y="1685"/>
                    <a:pt x="106" y="1790"/>
                    <a:pt x="231" y="1790"/>
                  </a:cubicBezTo>
                  <a:lnTo>
                    <a:pt x="690" y="1790"/>
                  </a:lnTo>
                  <a:lnTo>
                    <a:pt x="690" y="651"/>
                  </a:lnTo>
                  <a:cubicBezTo>
                    <a:pt x="690" y="508"/>
                    <a:pt x="623" y="374"/>
                    <a:pt x="508" y="287"/>
                  </a:cubicBezTo>
                  <a:lnTo>
                    <a:pt x="135" y="0"/>
                  </a:lnTo>
                  <a:close/>
                </a:path>
              </a:pathLst>
            </a:custGeom>
            <a:solidFill>
              <a:srgbClr val="74879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807" name="Google Shape;12807;p43"/>
            <p:cNvSpPr/>
            <p:nvPr/>
          </p:nvSpPr>
          <p:spPr>
            <a:xfrm>
              <a:off x="3748842" y="2293589"/>
              <a:ext cx="18146" cy="47032"/>
            </a:xfrm>
            <a:custGeom>
              <a:rect b="b" l="l" r="r" t="t"/>
              <a:pathLst>
                <a:path extrusionOk="0" h="1791" w="691">
                  <a:moveTo>
                    <a:pt x="556" y="1"/>
                  </a:moveTo>
                  <a:lnTo>
                    <a:pt x="183" y="288"/>
                  </a:lnTo>
                  <a:cubicBezTo>
                    <a:pt x="68" y="365"/>
                    <a:pt x="1" y="499"/>
                    <a:pt x="1" y="642"/>
                  </a:cubicBezTo>
                  <a:lnTo>
                    <a:pt x="1" y="1781"/>
                  </a:lnTo>
                  <a:lnTo>
                    <a:pt x="460" y="1791"/>
                  </a:lnTo>
                  <a:cubicBezTo>
                    <a:pt x="585" y="1791"/>
                    <a:pt x="690" y="1685"/>
                    <a:pt x="690" y="1561"/>
                  </a:cubicBezTo>
                  <a:lnTo>
                    <a:pt x="690" y="412"/>
                  </a:lnTo>
                  <a:cubicBezTo>
                    <a:pt x="690" y="269"/>
                    <a:pt x="642" y="125"/>
                    <a:pt x="556" y="1"/>
                  </a:cubicBezTo>
                  <a:close/>
                </a:path>
              </a:pathLst>
            </a:custGeom>
            <a:solidFill>
              <a:srgbClr val="74879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808" name="Google Shape;12808;p43"/>
            <p:cNvSpPr/>
            <p:nvPr/>
          </p:nvSpPr>
          <p:spPr>
            <a:xfrm>
              <a:off x="3591519" y="2213417"/>
              <a:ext cx="48555" cy="72661"/>
            </a:xfrm>
            <a:custGeom>
              <a:rect b="b" l="l" r="r" t="t"/>
              <a:pathLst>
                <a:path extrusionOk="0" h="2767" w="1849">
                  <a:moveTo>
                    <a:pt x="700" y="1"/>
                  </a:moveTo>
                  <a:cubicBezTo>
                    <a:pt x="317" y="1"/>
                    <a:pt x="1" y="307"/>
                    <a:pt x="1" y="690"/>
                  </a:cubicBezTo>
                  <a:lnTo>
                    <a:pt x="1" y="1446"/>
                  </a:lnTo>
                  <a:cubicBezTo>
                    <a:pt x="20" y="1676"/>
                    <a:pt x="97" y="1896"/>
                    <a:pt x="231" y="2068"/>
                  </a:cubicBezTo>
                  <a:cubicBezTo>
                    <a:pt x="384" y="2250"/>
                    <a:pt x="460" y="2470"/>
                    <a:pt x="460" y="2690"/>
                  </a:cubicBezTo>
                  <a:lnTo>
                    <a:pt x="460" y="2767"/>
                  </a:lnTo>
                  <a:lnTo>
                    <a:pt x="1389" y="2767"/>
                  </a:lnTo>
                  <a:lnTo>
                    <a:pt x="1389" y="2633"/>
                  </a:lnTo>
                  <a:cubicBezTo>
                    <a:pt x="1389" y="2441"/>
                    <a:pt x="1456" y="2260"/>
                    <a:pt x="1570" y="2126"/>
                  </a:cubicBezTo>
                  <a:lnTo>
                    <a:pt x="1657" y="2020"/>
                  </a:lnTo>
                  <a:cubicBezTo>
                    <a:pt x="1771" y="1877"/>
                    <a:pt x="1838" y="1704"/>
                    <a:pt x="1848" y="1513"/>
                  </a:cubicBezTo>
                  <a:lnTo>
                    <a:pt x="1848" y="690"/>
                  </a:lnTo>
                  <a:cubicBezTo>
                    <a:pt x="1848" y="307"/>
                    <a:pt x="1542" y="1"/>
                    <a:pt x="1159" y="1"/>
                  </a:cubicBezTo>
                  <a:close/>
                </a:path>
              </a:pathLst>
            </a:custGeom>
            <a:solidFill>
              <a:srgbClr val="BBC6C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809" name="Google Shape;12809;p43"/>
            <p:cNvSpPr/>
            <p:nvPr/>
          </p:nvSpPr>
          <p:spPr>
            <a:xfrm>
              <a:off x="3591519" y="2213417"/>
              <a:ext cx="27179" cy="72661"/>
            </a:xfrm>
            <a:custGeom>
              <a:rect b="b" l="l" r="r" t="t"/>
              <a:pathLst>
                <a:path extrusionOk="0" h="2767" w="1035">
                  <a:moveTo>
                    <a:pt x="700" y="1"/>
                  </a:moveTo>
                  <a:cubicBezTo>
                    <a:pt x="317" y="1"/>
                    <a:pt x="1" y="307"/>
                    <a:pt x="1" y="690"/>
                  </a:cubicBezTo>
                  <a:lnTo>
                    <a:pt x="1" y="1456"/>
                  </a:lnTo>
                  <a:cubicBezTo>
                    <a:pt x="20" y="1676"/>
                    <a:pt x="97" y="1896"/>
                    <a:pt x="231" y="2078"/>
                  </a:cubicBezTo>
                  <a:cubicBezTo>
                    <a:pt x="384" y="2250"/>
                    <a:pt x="460" y="2470"/>
                    <a:pt x="460" y="2700"/>
                  </a:cubicBezTo>
                  <a:lnTo>
                    <a:pt x="460" y="2767"/>
                  </a:lnTo>
                  <a:lnTo>
                    <a:pt x="929" y="2767"/>
                  </a:lnTo>
                  <a:lnTo>
                    <a:pt x="929" y="2700"/>
                  </a:lnTo>
                  <a:cubicBezTo>
                    <a:pt x="929" y="2480"/>
                    <a:pt x="891" y="2269"/>
                    <a:pt x="814" y="2078"/>
                  </a:cubicBezTo>
                  <a:cubicBezTo>
                    <a:pt x="738" y="1877"/>
                    <a:pt x="690" y="1666"/>
                    <a:pt x="690" y="1456"/>
                  </a:cubicBezTo>
                  <a:lnTo>
                    <a:pt x="690" y="690"/>
                  </a:lnTo>
                  <a:cubicBezTo>
                    <a:pt x="690" y="307"/>
                    <a:pt x="843" y="1"/>
                    <a:pt x="1035" y="1"/>
                  </a:cubicBezTo>
                  <a:close/>
                </a:path>
              </a:pathLst>
            </a:custGeom>
            <a:solidFill>
              <a:srgbClr val="AAB8C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810" name="Google Shape;12810;p43"/>
            <p:cNvSpPr/>
            <p:nvPr/>
          </p:nvSpPr>
          <p:spPr>
            <a:xfrm>
              <a:off x="3591519" y="2213417"/>
              <a:ext cx="48555" cy="54332"/>
            </a:xfrm>
            <a:custGeom>
              <a:rect b="b" l="l" r="r" t="t"/>
              <a:pathLst>
                <a:path extrusionOk="0" h="2069" w="1849">
                  <a:moveTo>
                    <a:pt x="690" y="1"/>
                  </a:moveTo>
                  <a:cubicBezTo>
                    <a:pt x="317" y="1"/>
                    <a:pt x="1" y="307"/>
                    <a:pt x="1" y="690"/>
                  </a:cubicBezTo>
                  <a:lnTo>
                    <a:pt x="1" y="1149"/>
                  </a:lnTo>
                  <a:cubicBezTo>
                    <a:pt x="1" y="1657"/>
                    <a:pt x="412" y="2068"/>
                    <a:pt x="929" y="2068"/>
                  </a:cubicBezTo>
                  <a:cubicBezTo>
                    <a:pt x="1437" y="2068"/>
                    <a:pt x="1848" y="1657"/>
                    <a:pt x="1848" y="1149"/>
                  </a:cubicBezTo>
                  <a:lnTo>
                    <a:pt x="1848" y="690"/>
                  </a:lnTo>
                  <a:cubicBezTo>
                    <a:pt x="1848" y="307"/>
                    <a:pt x="1532" y="1"/>
                    <a:pt x="1159" y="1"/>
                  </a:cubicBezTo>
                  <a:close/>
                </a:path>
              </a:pathLst>
            </a:custGeom>
            <a:solidFill>
              <a:srgbClr val="657A8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811" name="Google Shape;12811;p43"/>
            <p:cNvSpPr/>
            <p:nvPr/>
          </p:nvSpPr>
          <p:spPr>
            <a:xfrm>
              <a:off x="3591519" y="2213417"/>
              <a:ext cx="27442" cy="54069"/>
            </a:xfrm>
            <a:custGeom>
              <a:rect b="b" l="l" r="r" t="t"/>
              <a:pathLst>
                <a:path extrusionOk="0" h="2059" w="1045">
                  <a:moveTo>
                    <a:pt x="700" y="1"/>
                  </a:moveTo>
                  <a:cubicBezTo>
                    <a:pt x="317" y="1"/>
                    <a:pt x="1" y="307"/>
                    <a:pt x="1" y="690"/>
                  </a:cubicBezTo>
                  <a:lnTo>
                    <a:pt x="1" y="1149"/>
                  </a:lnTo>
                  <a:cubicBezTo>
                    <a:pt x="1" y="1609"/>
                    <a:pt x="346" y="2001"/>
                    <a:pt x="805" y="2059"/>
                  </a:cubicBezTo>
                  <a:cubicBezTo>
                    <a:pt x="738" y="1867"/>
                    <a:pt x="700" y="1657"/>
                    <a:pt x="700" y="1446"/>
                  </a:cubicBezTo>
                  <a:lnTo>
                    <a:pt x="700" y="690"/>
                  </a:lnTo>
                  <a:cubicBezTo>
                    <a:pt x="700" y="307"/>
                    <a:pt x="853" y="1"/>
                    <a:pt x="1044" y="1"/>
                  </a:cubicBezTo>
                  <a:close/>
                </a:path>
              </a:pathLst>
            </a:custGeom>
            <a:solidFill>
              <a:srgbClr val="657A8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812" name="Google Shape;12812;p43"/>
            <p:cNvSpPr/>
            <p:nvPr/>
          </p:nvSpPr>
          <p:spPr>
            <a:xfrm>
              <a:off x="3573688" y="2280039"/>
              <a:ext cx="84478" cy="60319"/>
            </a:xfrm>
            <a:custGeom>
              <a:rect b="b" l="l" r="r" t="t"/>
              <a:pathLst>
                <a:path extrusionOk="0" h="2297" w="3217">
                  <a:moveTo>
                    <a:pt x="1369" y="0"/>
                  </a:moveTo>
                  <a:cubicBezTo>
                    <a:pt x="1225" y="0"/>
                    <a:pt x="1082" y="29"/>
                    <a:pt x="948" y="86"/>
                  </a:cubicBezTo>
                  <a:lnTo>
                    <a:pt x="431" y="287"/>
                  </a:lnTo>
                  <a:cubicBezTo>
                    <a:pt x="173" y="392"/>
                    <a:pt x="0" y="641"/>
                    <a:pt x="0" y="928"/>
                  </a:cubicBezTo>
                  <a:lnTo>
                    <a:pt x="0" y="2067"/>
                  </a:lnTo>
                  <a:cubicBezTo>
                    <a:pt x="0" y="2201"/>
                    <a:pt x="96" y="2297"/>
                    <a:pt x="230" y="2297"/>
                  </a:cubicBezTo>
                  <a:lnTo>
                    <a:pt x="2986" y="2297"/>
                  </a:lnTo>
                  <a:cubicBezTo>
                    <a:pt x="3120" y="2297"/>
                    <a:pt x="3216" y="2192"/>
                    <a:pt x="3216" y="2067"/>
                  </a:cubicBezTo>
                  <a:lnTo>
                    <a:pt x="3216" y="919"/>
                  </a:lnTo>
                  <a:cubicBezTo>
                    <a:pt x="3216" y="641"/>
                    <a:pt x="3044" y="383"/>
                    <a:pt x="2785" y="287"/>
                  </a:cubicBezTo>
                  <a:lnTo>
                    <a:pt x="2269" y="86"/>
                  </a:lnTo>
                  <a:cubicBezTo>
                    <a:pt x="2135" y="29"/>
                    <a:pt x="1991" y="0"/>
                    <a:pt x="1848" y="0"/>
                  </a:cubicBezTo>
                  <a:close/>
                </a:path>
              </a:pathLst>
            </a:custGeom>
            <a:solidFill>
              <a:srgbClr val="8E9EA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813" name="Google Shape;12813;p43"/>
            <p:cNvSpPr/>
            <p:nvPr/>
          </p:nvSpPr>
          <p:spPr>
            <a:xfrm>
              <a:off x="3573426" y="2293353"/>
              <a:ext cx="18119" cy="47005"/>
            </a:xfrm>
            <a:custGeom>
              <a:rect b="b" l="l" r="r" t="t"/>
              <a:pathLst>
                <a:path extrusionOk="0" h="1790" w="690">
                  <a:moveTo>
                    <a:pt x="135" y="0"/>
                  </a:moveTo>
                  <a:cubicBezTo>
                    <a:pt x="49" y="125"/>
                    <a:pt x="1" y="268"/>
                    <a:pt x="1" y="412"/>
                  </a:cubicBezTo>
                  <a:lnTo>
                    <a:pt x="1" y="1551"/>
                  </a:lnTo>
                  <a:cubicBezTo>
                    <a:pt x="1" y="1685"/>
                    <a:pt x="106" y="1780"/>
                    <a:pt x="231" y="1780"/>
                  </a:cubicBezTo>
                  <a:lnTo>
                    <a:pt x="690" y="1790"/>
                  </a:lnTo>
                  <a:lnTo>
                    <a:pt x="690" y="651"/>
                  </a:lnTo>
                  <a:cubicBezTo>
                    <a:pt x="690" y="508"/>
                    <a:pt x="623" y="374"/>
                    <a:pt x="508" y="287"/>
                  </a:cubicBezTo>
                  <a:lnTo>
                    <a:pt x="135" y="0"/>
                  </a:lnTo>
                  <a:close/>
                </a:path>
              </a:pathLst>
            </a:custGeom>
            <a:solidFill>
              <a:srgbClr val="74879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814" name="Google Shape;12814;p43"/>
            <p:cNvSpPr/>
            <p:nvPr/>
          </p:nvSpPr>
          <p:spPr>
            <a:xfrm>
              <a:off x="3640047" y="2293353"/>
              <a:ext cx="18119" cy="47005"/>
            </a:xfrm>
            <a:custGeom>
              <a:rect b="b" l="l" r="r" t="t"/>
              <a:pathLst>
                <a:path extrusionOk="0" h="1790" w="690">
                  <a:moveTo>
                    <a:pt x="555" y="0"/>
                  </a:moveTo>
                  <a:lnTo>
                    <a:pt x="182" y="287"/>
                  </a:lnTo>
                  <a:cubicBezTo>
                    <a:pt x="67" y="374"/>
                    <a:pt x="0" y="508"/>
                    <a:pt x="0" y="651"/>
                  </a:cubicBezTo>
                  <a:lnTo>
                    <a:pt x="0" y="1790"/>
                  </a:lnTo>
                  <a:lnTo>
                    <a:pt x="459" y="1790"/>
                  </a:lnTo>
                  <a:cubicBezTo>
                    <a:pt x="584" y="1790"/>
                    <a:pt x="689" y="1685"/>
                    <a:pt x="689" y="1560"/>
                  </a:cubicBezTo>
                  <a:lnTo>
                    <a:pt x="689" y="412"/>
                  </a:lnTo>
                  <a:cubicBezTo>
                    <a:pt x="689" y="268"/>
                    <a:pt x="641" y="125"/>
                    <a:pt x="555" y="0"/>
                  </a:cubicBezTo>
                  <a:close/>
                </a:path>
              </a:pathLst>
            </a:custGeom>
            <a:solidFill>
              <a:srgbClr val="74879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815" name="Google Shape;12815;p43"/>
            <p:cNvSpPr/>
            <p:nvPr/>
          </p:nvSpPr>
          <p:spPr>
            <a:xfrm>
              <a:off x="3666228" y="2068409"/>
              <a:ext cx="117041" cy="24159"/>
            </a:xfrm>
            <a:custGeom>
              <a:rect b="b" l="l" r="r" t="t"/>
              <a:pathLst>
                <a:path extrusionOk="0" h="920" w="4457">
                  <a:moveTo>
                    <a:pt x="215" y="0"/>
                  </a:moveTo>
                  <a:cubicBezTo>
                    <a:pt x="79" y="0"/>
                    <a:pt x="0" y="148"/>
                    <a:pt x="65" y="259"/>
                  </a:cubicBezTo>
                  <a:lnTo>
                    <a:pt x="324" y="795"/>
                  </a:lnTo>
                  <a:cubicBezTo>
                    <a:pt x="362" y="872"/>
                    <a:pt x="439" y="920"/>
                    <a:pt x="534" y="920"/>
                  </a:cubicBezTo>
                  <a:lnTo>
                    <a:pt x="3922" y="920"/>
                  </a:lnTo>
                  <a:cubicBezTo>
                    <a:pt x="4008" y="920"/>
                    <a:pt x="4094" y="872"/>
                    <a:pt x="4133" y="795"/>
                  </a:cubicBezTo>
                  <a:lnTo>
                    <a:pt x="4401" y="259"/>
                  </a:lnTo>
                  <a:cubicBezTo>
                    <a:pt x="4456" y="148"/>
                    <a:pt x="4377" y="0"/>
                    <a:pt x="4250" y="0"/>
                  </a:cubicBezTo>
                  <a:cubicBezTo>
                    <a:pt x="4246" y="0"/>
                    <a:pt x="4242" y="1"/>
                    <a:pt x="4238" y="1"/>
                  </a:cubicBezTo>
                  <a:lnTo>
                    <a:pt x="228" y="1"/>
                  </a:lnTo>
                  <a:cubicBezTo>
                    <a:pt x="224" y="1"/>
                    <a:pt x="219" y="0"/>
                    <a:pt x="215" y="0"/>
                  </a:cubicBezTo>
                  <a:close/>
                </a:path>
              </a:pathLst>
            </a:custGeom>
            <a:solidFill>
              <a:srgbClr val="BBC6C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816" name="Google Shape;12816;p43"/>
            <p:cNvSpPr/>
            <p:nvPr/>
          </p:nvSpPr>
          <p:spPr>
            <a:xfrm>
              <a:off x="3706380" y="2110635"/>
              <a:ext cx="36475" cy="18119"/>
            </a:xfrm>
            <a:custGeom>
              <a:rect b="b" l="l" r="r" t="t"/>
              <a:pathLst>
                <a:path extrusionOk="0" h="690" w="1389">
                  <a:moveTo>
                    <a:pt x="230" y="1"/>
                  </a:moveTo>
                  <a:cubicBezTo>
                    <a:pt x="106" y="1"/>
                    <a:pt x="1" y="106"/>
                    <a:pt x="1" y="230"/>
                  </a:cubicBezTo>
                  <a:lnTo>
                    <a:pt x="1" y="460"/>
                  </a:lnTo>
                  <a:cubicBezTo>
                    <a:pt x="1" y="585"/>
                    <a:pt x="106" y="690"/>
                    <a:pt x="230" y="690"/>
                  </a:cubicBezTo>
                  <a:lnTo>
                    <a:pt x="1159" y="690"/>
                  </a:lnTo>
                  <a:cubicBezTo>
                    <a:pt x="1283" y="690"/>
                    <a:pt x="1388" y="585"/>
                    <a:pt x="1388" y="460"/>
                  </a:cubicBezTo>
                  <a:lnTo>
                    <a:pt x="1388" y="230"/>
                  </a:lnTo>
                  <a:cubicBezTo>
                    <a:pt x="1388" y="106"/>
                    <a:pt x="1283" y="1"/>
                    <a:pt x="1159" y="1"/>
                  </a:cubicBezTo>
                  <a:close/>
                </a:path>
              </a:pathLst>
            </a:custGeom>
            <a:solidFill>
              <a:srgbClr val="D1D8D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817" name="Google Shape;12817;p43"/>
            <p:cNvSpPr/>
            <p:nvPr/>
          </p:nvSpPr>
          <p:spPr>
            <a:xfrm>
              <a:off x="3682247" y="2080489"/>
              <a:ext cx="84741" cy="12080"/>
            </a:xfrm>
            <a:custGeom>
              <a:rect b="b" l="l" r="r" t="t"/>
              <a:pathLst>
                <a:path extrusionOk="0" h="460" w="3227">
                  <a:moveTo>
                    <a:pt x="231" y="0"/>
                  </a:moveTo>
                  <a:cubicBezTo>
                    <a:pt x="106" y="0"/>
                    <a:pt x="1" y="96"/>
                    <a:pt x="1" y="230"/>
                  </a:cubicBezTo>
                  <a:lnTo>
                    <a:pt x="1" y="460"/>
                  </a:lnTo>
                  <a:lnTo>
                    <a:pt x="3226" y="460"/>
                  </a:lnTo>
                  <a:lnTo>
                    <a:pt x="3226" y="230"/>
                  </a:lnTo>
                  <a:cubicBezTo>
                    <a:pt x="3226" y="96"/>
                    <a:pt x="3121" y="0"/>
                    <a:pt x="2996" y="0"/>
                  </a:cubicBezTo>
                  <a:close/>
                </a:path>
              </a:pathLst>
            </a:custGeom>
            <a:solidFill>
              <a:srgbClr val="99A8B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2818" name="Google Shape;12818;p43"/>
          <p:cNvGrpSpPr/>
          <p:nvPr/>
        </p:nvGrpSpPr>
        <p:grpSpPr>
          <a:xfrm>
            <a:off x="3513632" y="2756172"/>
            <a:ext cx="355875" cy="331007"/>
            <a:chOff x="3513632" y="2908572"/>
            <a:chExt cx="355875" cy="331007"/>
          </a:xfrm>
        </p:grpSpPr>
        <p:sp>
          <p:nvSpPr>
            <p:cNvPr id="12819" name="Google Shape;12819;p43"/>
            <p:cNvSpPr/>
            <p:nvPr/>
          </p:nvSpPr>
          <p:spPr>
            <a:xfrm>
              <a:off x="3576944" y="2916870"/>
              <a:ext cx="187024" cy="322709"/>
            </a:xfrm>
            <a:custGeom>
              <a:rect b="b" l="l" r="r" t="t"/>
              <a:pathLst>
                <a:path extrusionOk="0" h="12289" w="7122">
                  <a:moveTo>
                    <a:pt x="843" y="0"/>
                  </a:moveTo>
                  <a:cubicBezTo>
                    <a:pt x="384" y="0"/>
                    <a:pt x="1" y="373"/>
                    <a:pt x="1" y="842"/>
                  </a:cubicBezTo>
                  <a:lnTo>
                    <a:pt x="1" y="11437"/>
                  </a:lnTo>
                  <a:cubicBezTo>
                    <a:pt x="1" y="11905"/>
                    <a:pt x="384" y="12288"/>
                    <a:pt x="843" y="12288"/>
                  </a:cubicBezTo>
                  <a:lnTo>
                    <a:pt x="6269" y="12288"/>
                  </a:lnTo>
                  <a:cubicBezTo>
                    <a:pt x="6738" y="12288"/>
                    <a:pt x="7121" y="11905"/>
                    <a:pt x="7121" y="11437"/>
                  </a:cubicBezTo>
                  <a:lnTo>
                    <a:pt x="7121" y="842"/>
                  </a:lnTo>
                  <a:cubicBezTo>
                    <a:pt x="7121" y="373"/>
                    <a:pt x="6738" y="0"/>
                    <a:pt x="6269" y="0"/>
                  </a:cubicBezTo>
                  <a:close/>
                </a:path>
              </a:pathLst>
            </a:custGeom>
            <a:solidFill>
              <a:srgbClr val="F7F9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820" name="Google Shape;12820;p43"/>
            <p:cNvSpPr/>
            <p:nvPr/>
          </p:nvSpPr>
          <p:spPr>
            <a:xfrm>
              <a:off x="3725734" y="2916870"/>
              <a:ext cx="38235" cy="322709"/>
            </a:xfrm>
            <a:custGeom>
              <a:rect b="b" l="l" r="r" t="t"/>
              <a:pathLst>
                <a:path extrusionOk="0" h="12289" w="1456">
                  <a:moveTo>
                    <a:pt x="1" y="0"/>
                  </a:moveTo>
                  <a:cubicBezTo>
                    <a:pt x="469" y="0"/>
                    <a:pt x="843" y="373"/>
                    <a:pt x="843" y="842"/>
                  </a:cubicBezTo>
                  <a:lnTo>
                    <a:pt x="843" y="11437"/>
                  </a:lnTo>
                  <a:cubicBezTo>
                    <a:pt x="843" y="11905"/>
                    <a:pt x="469" y="12288"/>
                    <a:pt x="1" y="12288"/>
                  </a:cubicBezTo>
                  <a:lnTo>
                    <a:pt x="603" y="12288"/>
                  </a:lnTo>
                  <a:cubicBezTo>
                    <a:pt x="1072" y="12288"/>
                    <a:pt x="1455" y="11905"/>
                    <a:pt x="1455" y="11437"/>
                  </a:cubicBezTo>
                  <a:lnTo>
                    <a:pt x="1455" y="842"/>
                  </a:lnTo>
                  <a:cubicBezTo>
                    <a:pt x="1455" y="373"/>
                    <a:pt x="1072" y="0"/>
                    <a:pt x="603" y="0"/>
                  </a:cubicBezTo>
                  <a:close/>
                </a:path>
              </a:pathLst>
            </a:custGeom>
            <a:solidFill>
              <a:srgbClr val="EEF2F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821" name="Google Shape;12821;p43"/>
            <p:cNvSpPr/>
            <p:nvPr/>
          </p:nvSpPr>
          <p:spPr>
            <a:xfrm>
              <a:off x="3576944" y="2916870"/>
              <a:ext cx="187024" cy="53544"/>
            </a:xfrm>
            <a:custGeom>
              <a:rect b="b" l="l" r="r" t="t"/>
              <a:pathLst>
                <a:path extrusionOk="0" h="2039" w="7122">
                  <a:moveTo>
                    <a:pt x="843" y="0"/>
                  </a:moveTo>
                  <a:cubicBezTo>
                    <a:pt x="384" y="0"/>
                    <a:pt x="1" y="373"/>
                    <a:pt x="1" y="842"/>
                  </a:cubicBezTo>
                  <a:lnTo>
                    <a:pt x="1" y="2039"/>
                  </a:lnTo>
                  <a:lnTo>
                    <a:pt x="7121" y="2039"/>
                  </a:lnTo>
                  <a:lnTo>
                    <a:pt x="7121" y="842"/>
                  </a:lnTo>
                  <a:cubicBezTo>
                    <a:pt x="7121" y="373"/>
                    <a:pt x="6738" y="0"/>
                    <a:pt x="6269" y="0"/>
                  </a:cubicBezTo>
                  <a:close/>
                </a:path>
              </a:pathLst>
            </a:custGeom>
            <a:solidFill>
              <a:srgbClr val="D2DA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822" name="Google Shape;12822;p43"/>
            <p:cNvSpPr/>
            <p:nvPr/>
          </p:nvSpPr>
          <p:spPr>
            <a:xfrm>
              <a:off x="3725734" y="2916870"/>
              <a:ext cx="38235" cy="53544"/>
            </a:xfrm>
            <a:custGeom>
              <a:rect b="b" l="l" r="r" t="t"/>
              <a:pathLst>
                <a:path extrusionOk="0" h="2039" w="1456">
                  <a:moveTo>
                    <a:pt x="1" y="0"/>
                  </a:moveTo>
                  <a:cubicBezTo>
                    <a:pt x="469" y="0"/>
                    <a:pt x="843" y="373"/>
                    <a:pt x="843" y="842"/>
                  </a:cubicBezTo>
                  <a:lnTo>
                    <a:pt x="843" y="2039"/>
                  </a:lnTo>
                  <a:lnTo>
                    <a:pt x="1455" y="2039"/>
                  </a:lnTo>
                  <a:lnTo>
                    <a:pt x="1455" y="842"/>
                  </a:lnTo>
                  <a:cubicBezTo>
                    <a:pt x="1455" y="373"/>
                    <a:pt x="1072" y="0"/>
                    <a:pt x="603" y="0"/>
                  </a:cubicBezTo>
                  <a:close/>
                </a:path>
              </a:pathLst>
            </a:custGeom>
            <a:solidFill>
              <a:srgbClr val="A1B0B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823" name="Google Shape;12823;p43"/>
            <p:cNvSpPr/>
            <p:nvPr/>
          </p:nvSpPr>
          <p:spPr>
            <a:xfrm>
              <a:off x="3576944" y="3186009"/>
              <a:ext cx="187024" cy="53570"/>
            </a:xfrm>
            <a:custGeom>
              <a:rect b="b" l="l" r="r" t="t"/>
              <a:pathLst>
                <a:path extrusionOk="0" h="2040" w="7122">
                  <a:moveTo>
                    <a:pt x="1" y="1"/>
                  </a:moveTo>
                  <a:lnTo>
                    <a:pt x="1" y="1197"/>
                  </a:lnTo>
                  <a:cubicBezTo>
                    <a:pt x="1" y="1666"/>
                    <a:pt x="384" y="2039"/>
                    <a:pt x="843" y="2039"/>
                  </a:cubicBezTo>
                  <a:lnTo>
                    <a:pt x="6269" y="2039"/>
                  </a:lnTo>
                  <a:cubicBezTo>
                    <a:pt x="6738" y="2039"/>
                    <a:pt x="7121" y="1666"/>
                    <a:pt x="7121" y="1197"/>
                  </a:cubicBezTo>
                  <a:lnTo>
                    <a:pt x="7121" y="1"/>
                  </a:lnTo>
                  <a:close/>
                </a:path>
              </a:pathLst>
            </a:custGeom>
            <a:solidFill>
              <a:srgbClr val="D2DA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824" name="Google Shape;12824;p43"/>
            <p:cNvSpPr/>
            <p:nvPr/>
          </p:nvSpPr>
          <p:spPr>
            <a:xfrm>
              <a:off x="3725734" y="3186009"/>
              <a:ext cx="37972" cy="53570"/>
            </a:xfrm>
            <a:custGeom>
              <a:rect b="b" l="l" r="r" t="t"/>
              <a:pathLst>
                <a:path extrusionOk="0" h="2040" w="1446">
                  <a:moveTo>
                    <a:pt x="833" y="1"/>
                  </a:moveTo>
                  <a:lnTo>
                    <a:pt x="843" y="1197"/>
                  </a:lnTo>
                  <a:cubicBezTo>
                    <a:pt x="843" y="1656"/>
                    <a:pt x="469" y="2039"/>
                    <a:pt x="1" y="2039"/>
                  </a:cubicBezTo>
                  <a:lnTo>
                    <a:pt x="603" y="2039"/>
                  </a:lnTo>
                  <a:cubicBezTo>
                    <a:pt x="1034" y="2039"/>
                    <a:pt x="1398" y="1714"/>
                    <a:pt x="1446" y="1283"/>
                  </a:cubicBezTo>
                  <a:cubicBezTo>
                    <a:pt x="1446" y="1255"/>
                    <a:pt x="1446" y="1226"/>
                    <a:pt x="1446" y="1197"/>
                  </a:cubicBezTo>
                  <a:lnTo>
                    <a:pt x="1446" y="1"/>
                  </a:lnTo>
                  <a:close/>
                </a:path>
              </a:pathLst>
            </a:custGeom>
            <a:solidFill>
              <a:srgbClr val="A1B0B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825" name="Google Shape;12825;p43"/>
            <p:cNvSpPr/>
            <p:nvPr/>
          </p:nvSpPr>
          <p:spPr>
            <a:xfrm>
              <a:off x="3664653" y="3010854"/>
              <a:ext cx="204854" cy="134215"/>
            </a:xfrm>
            <a:custGeom>
              <a:rect b="b" l="l" r="r" t="t"/>
              <a:pathLst>
                <a:path extrusionOk="0" h="5111" w="7801">
                  <a:moveTo>
                    <a:pt x="422" y="0"/>
                  </a:moveTo>
                  <a:cubicBezTo>
                    <a:pt x="183" y="0"/>
                    <a:pt x="1" y="182"/>
                    <a:pt x="1" y="412"/>
                  </a:cubicBezTo>
                  <a:lnTo>
                    <a:pt x="1" y="4699"/>
                  </a:lnTo>
                  <a:cubicBezTo>
                    <a:pt x="1" y="4929"/>
                    <a:pt x="183" y="5111"/>
                    <a:pt x="422" y="5111"/>
                  </a:cubicBezTo>
                  <a:lnTo>
                    <a:pt x="7380" y="5111"/>
                  </a:lnTo>
                  <a:cubicBezTo>
                    <a:pt x="7609" y="5111"/>
                    <a:pt x="7801" y="4929"/>
                    <a:pt x="7801" y="4699"/>
                  </a:cubicBezTo>
                  <a:lnTo>
                    <a:pt x="7801" y="412"/>
                  </a:lnTo>
                  <a:cubicBezTo>
                    <a:pt x="7801" y="182"/>
                    <a:pt x="7609" y="0"/>
                    <a:pt x="7380" y="0"/>
                  </a:cubicBezTo>
                  <a:close/>
                </a:path>
              </a:pathLst>
            </a:custGeom>
            <a:solidFill>
              <a:srgbClr val="586F8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826" name="Google Shape;12826;p43"/>
            <p:cNvSpPr/>
            <p:nvPr/>
          </p:nvSpPr>
          <p:spPr>
            <a:xfrm>
              <a:off x="3843352" y="3010854"/>
              <a:ext cx="26155" cy="134215"/>
            </a:xfrm>
            <a:custGeom>
              <a:rect b="b" l="l" r="r" t="t"/>
              <a:pathLst>
                <a:path extrusionOk="0" h="5111" w="996">
                  <a:moveTo>
                    <a:pt x="0" y="0"/>
                  </a:moveTo>
                  <a:cubicBezTo>
                    <a:pt x="230" y="0"/>
                    <a:pt x="412" y="182"/>
                    <a:pt x="412" y="412"/>
                  </a:cubicBezTo>
                  <a:lnTo>
                    <a:pt x="412" y="4699"/>
                  </a:lnTo>
                  <a:cubicBezTo>
                    <a:pt x="412" y="4929"/>
                    <a:pt x="230" y="5111"/>
                    <a:pt x="0" y="5111"/>
                  </a:cubicBezTo>
                  <a:lnTo>
                    <a:pt x="575" y="5111"/>
                  </a:lnTo>
                  <a:cubicBezTo>
                    <a:pt x="804" y="5111"/>
                    <a:pt x="996" y="4929"/>
                    <a:pt x="996" y="4699"/>
                  </a:cubicBezTo>
                  <a:lnTo>
                    <a:pt x="996" y="412"/>
                  </a:lnTo>
                  <a:cubicBezTo>
                    <a:pt x="996" y="182"/>
                    <a:pt x="804" y="0"/>
                    <a:pt x="575" y="0"/>
                  </a:cubicBezTo>
                  <a:close/>
                </a:path>
              </a:pathLst>
            </a:custGeom>
            <a:solidFill>
              <a:srgbClr val="364F6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827" name="Google Shape;12827;p43"/>
            <p:cNvSpPr/>
            <p:nvPr/>
          </p:nvSpPr>
          <p:spPr>
            <a:xfrm>
              <a:off x="3768958" y="3033228"/>
              <a:ext cx="55067" cy="47163"/>
            </a:xfrm>
            <a:custGeom>
              <a:rect b="b" l="l" r="r" t="t"/>
              <a:pathLst>
                <a:path extrusionOk="0" h="1796" w="2097">
                  <a:moveTo>
                    <a:pt x="1206" y="0"/>
                  </a:moveTo>
                  <a:cubicBezTo>
                    <a:pt x="403" y="0"/>
                    <a:pt x="1" y="967"/>
                    <a:pt x="565" y="1531"/>
                  </a:cubicBezTo>
                  <a:cubicBezTo>
                    <a:pt x="748" y="1714"/>
                    <a:pt x="972" y="1795"/>
                    <a:pt x="1192" y="1795"/>
                  </a:cubicBezTo>
                  <a:cubicBezTo>
                    <a:pt x="1654" y="1795"/>
                    <a:pt x="2096" y="1437"/>
                    <a:pt x="2096" y="900"/>
                  </a:cubicBezTo>
                  <a:cubicBezTo>
                    <a:pt x="2096" y="402"/>
                    <a:pt x="1695" y="0"/>
                    <a:pt x="1206" y="0"/>
                  </a:cubicBezTo>
                  <a:close/>
                </a:path>
              </a:pathLst>
            </a:custGeom>
            <a:solidFill>
              <a:srgbClr val="7F91A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828" name="Google Shape;12828;p43"/>
            <p:cNvSpPr/>
            <p:nvPr/>
          </p:nvSpPr>
          <p:spPr>
            <a:xfrm>
              <a:off x="3793589" y="3033228"/>
              <a:ext cx="55067" cy="47163"/>
            </a:xfrm>
            <a:custGeom>
              <a:rect b="b" l="l" r="r" t="t"/>
              <a:pathLst>
                <a:path extrusionOk="0" h="1796" w="2097">
                  <a:moveTo>
                    <a:pt x="1197" y="0"/>
                  </a:moveTo>
                  <a:cubicBezTo>
                    <a:pt x="393" y="0"/>
                    <a:pt x="0" y="967"/>
                    <a:pt x="565" y="1531"/>
                  </a:cubicBezTo>
                  <a:cubicBezTo>
                    <a:pt x="748" y="1714"/>
                    <a:pt x="972" y="1795"/>
                    <a:pt x="1192" y="1795"/>
                  </a:cubicBezTo>
                  <a:cubicBezTo>
                    <a:pt x="1653" y="1795"/>
                    <a:pt x="2096" y="1437"/>
                    <a:pt x="2096" y="900"/>
                  </a:cubicBezTo>
                  <a:cubicBezTo>
                    <a:pt x="2096" y="402"/>
                    <a:pt x="1694" y="0"/>
                    <a:pt x="1197" y="0"/>
                  </a:cubicBezTo>
                  <a:close/>
                </a:path>
              </a:pathLst>
            </a:custGeom>
            <a:solidFill>
              <a:srgbClr val="AFBCC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829" name="Google Shape;12829;p43"/>
            <p:cNvSpPr/>
            <p:nvPr/>
          </p:nvSpPr>
          <p:spPr>
            <a:xfrm>
              <a:off x="3688024" y="3034462"/>
              <a:ext cx="65624" cy="44511"/>
            </a:xfrm>
            <a:custGeom>
              <a:rect b="b" l="l" r="r" t="t"/>
              <a:pathLst>
                <a:path extrusionOk="0" h="1695" w="2499">
                  <a:moveTo>
                    <a:pt x="422" y="1"/>
                  </a:moveTo>
                  <a:cubicBezTo>
                    <a:pt x="183" y="1"/>
                    <a:pt x="1" y="192"/>
                    <a:pt x="1" y="422"/>
                  </a:cubicBezTo>
                  <a:lnTo>
                    <a:pt x="1" y="1283"/>
                  </a:lnTo>
                  <a:cubicBezTo>
                    <a:pt x="1" y="1513"/>
                    <a:pt x="183" y="1695"/>
                    <a:pt x="422" y="1695"/>
                  </a:cubicBezTo>
                  <a:lnTo>
                    <a:pt x="2078" y="1695"/>
                  </a:lnTo>
                  <a:cubicBezTo>
                    <a:pt x="2307" y="1695"/>
                    <a:pt x="2499" y="1513"/>
                    <a:pt x="2499" y="1283"/>
                  </a:cubicBezTo>
                  <a:lnTo>
                    <a:pt x="2499" y="422"/>
                  </a:lnTo>
                  <a:cubicBezTo>
                    <a:pt x="2499" y="192"/>
                    <a:pt x="2307" y="1"/>
                    <a:pt x="2078" y="1"/>
                  </a:cubicBezTo>
                  <a:close/>
                </a:path>
              </a:pathLst>
            </a:custGeom>
            <a:solidFill>
              <a:srgbClr val="96A4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830" name="Google Shape;12830;p43"/>
            <p:cNvSpPr/>
            <p:nvPr/>
          </p:nvSpPr>
          <p:spPr>
            <a:xfrm>
              <a:off x="3684768" y="3089004"/>
              <a:ext cx="166646" cy="29437"/>
            </a:xfrm>
            <a:custGeom>
              <a:rect b="b" l="l" r="r" t="t"/>
              <a:pathLst>
                <a:path extrusionOk="0" h="1121" w="6346">
                  <a:moveTo>
                    <a:pt x="412" y="1"/>
                  </a:moveTo>
                  <a:cubicBezTo>
                    <a:pt x="182" y="1"/>
                    <a:pt x="1" y="192"/>
                    <a:pt x="1" y="422"/>
                  </a:cubicBezTo>
                  <a:lnTo>
                    <a:pt x="1" y="699"/>
                  </a:lnTo>
                  <a:cubicBezTo>
                    <a:pt x="1" y="929"/>
                    <a:pt x="182" y="1120"/>
                    <a:pt x="412" y="1120"/>
                  </a:cubicBezTo>
                  <a:lnTo>
                    <a:pt x="5925" y="1120"/>
                  </a:lnTo>
                  <a:cubicBezTo>
                    <a:pt x="6154" y="1120"/>
                    <a:pt x="6346" y="929"/>
                    <a:pt x="6346" y="699"/>
                  </a:cubicBezTo>
                  <a:lnTo>
                    <a:pt x="6346" y="422"/>
                  </a:lnTo>
                  <a:cubicBezTo>
                    <a:pt x="6346" y="192"/>
                    <a:pt x="6154" y="1"/>
                    <a:pt x="5925" y="1"/>
                  </a:cubicBezTo>
                  <a:close/>
                </a:path>
              </a:pathLst>
            </a:custGeom>
            <a:solidFill>
              <a:srgbClr val="99A8B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831" name="Google Shape;12831;p43"/>
            <p:cNvSpPr/>
            <p:nvPr/>
          </p:nvSpPr>
          <p:spPr>
            <a:xfrm>
              <a:off x="3664653" y="2993628"/>
              <a:ext cx="10084" cy="169036"/>
            </a:xfrm>
            <a:custGeom>
              <a:rect b="b" l="l" r="r" t="t"/>
              <a:pathLst>
                <a:path extrusionOk="0" h="6437" w="384">
                  <a:moveTo>
                    <a:pt x="192" y="1"/>
                  </a:moveTo>
                  <a:cubicBezTo>
                    <a:pt x="97" y="1"/>
                    <a:pt x="1" y="63"/>
                    <a:pt x="1" y="187"/>
                  </a:cubicBezTo>
                  <a:lnTo>
                    <a:pt x="1" y="6245"/>
                  </a:lnTo>
                  <a:cubicBezTo>
                    <a:pt x="1" y="6351"/>
                    <a:pt x="87" y="6437"/>
                    <a:pt x="192" y="6437"/>
                  </a:cubicBezTo>
                  <a:cubicBezTo>
                    <a:pt x="298" y="6437"/>
                    <a:pt x="384" y="6351"/>
                    <a:pt x="384" y="6245"/>
                  </a:cubicBezTo>
                  <a:lnTo>
                    <a:pt x="384" y="187"/>
                  </a:lnTo>
                  <a:cubicBezTo>
                    <a:pt x="384" y="63"/>
                    <a:pt x="288" y="1"/>
                    <a:pt x="192" y="1"/>
                  </a:cubicBezTo>
                  <a:close/>
                </a:path>
              </a:pathLst>
            </a:custGeom>
            <a:solidFill>
              <a:srgbClr val="D2DA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832" name="Google Shape;12832;p43"/>
            <p:cNvSpPr/>
            <p:nvPr/>
          </p:nvSpPr>
          <p:spPr>
            <a:xfrm>
              <a:off x="3513632" y="2908572"/>
              <a:ext cx="114126" cy="97687"/>
            </a:xfrm>
            <a:custGeom>
              <a:rect b="b" l="l" r="r" t="t"/>
              <a:pathLst>
                <a:path extrusionOk="0" h="3720" w="4346">
                  <a:moveTo>
                    <a:pt x="2488" y="0"/>
                  </a:moveTo>
                  <a:cubicBezTo>
                    <a:pt x="833" y="0"/>
                    <a:pt x="0" y="2000"/>
                    <a:pt x="1168" y="3168"/>
                  </a:cubicBezTo>
                  <a:cubicBezTo>
                    <a:pt x="1549" y="3549"/>
                    <a:pt x="2016" y="3720"/>
                    <a:pt x="2474" y="3720"/>
                  </a:cubicBezTo>
                  <a:cubicBezTo>
                    <a:pt x="3431" y="3720"/>
                    <a:pt x="4345" y="2976"/>
                    <a:pt x="4345" y="1857"/>
                  </a:cubicBezTo>
                  <a:cubicBezTo>
                    <a:pt x="4345" y="833"/>
                    <a:pt x="3512" y="0"/>
                    <a:pt x="2488" y="0"/>
                  </a:cubicBezTo>
                  <a:close/>
                </a:path>
              </a:pathLst>
            </a:custGeom>
            <a:solidFill>
              <a:srgbClr val="4E677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833" name="Google Shape;12833;p43"/>
            <p:cNvSpPr/>
            <p:nvPr/>
          </p:nvSpPr>
          <p:spPr>
            <a:xfrm>
              <a:off x="3571167" y="2908572"/>
              <a:ext cx="58586" cy="97661"/>
            </a:xfrm>
            <a:custGeom>
              <a:rect b="b" l="l" r="r" t="t"/>
              <a:pathLst>
                <a:path extrusionOk="0" h="3719" w="2231">
                  <a:moveTo>
                    <a:pt x="297" y="0"/>
                  </a:moveTo>
                  <a:cubicBezTo>
                    <a:pt x="202" y="0"/>
                    <a:pt x="96" y="10"/>
                    <a:pt x="1" y="19"/>
                  </a:cubicBezTo>
                  <a:cubicBezTo>
                    <a:pt x="910" y="163"/>
                    <a:pt x="1570" y="948"/>
                    <a:pt x="1570" y="1857"/>
                  </a:cubicBezTo>
                  <a:cubicBezTo>
                    <a:pt x="1570" y="2776"/>
                    <a:pt x="910" y="3551"/>
                    <a:pt x="1" y="3694"/>
                  </a:cubicBezTo>
                  <a:cubicBezTo>
                    <a:pt x="100" y="3710"/>
                    <a:pt x="199" y="3718"/>
                    <a:pt x="297" y="3718"/>
                  </a:cubicBezTo>
                  <a:cubicBezTo>
                    <a:pt x="1248" y="3718"/>
                    <a:pt x="2066" y="2981"/>
                    <a:pt x="2145" y="2000"/>
                  </a:cubicBezTo>
                  <a:cubicBezTo>
                    <a:pt x="2231" y="929"/>
                    <a:pt x="1379" y="0"/>
                    <a:pt x="297" y="0"/>
                  </a:cubicBezTo>
                  <a:close/>
                </a:path>
              </a:pathLst>
            </a:custGeom>
            <a:solidFill>
              <a:srgbClr val="3D546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834" name="Google Shape;12834;p43"/>
            <p:cNvSpPr/>
            <p:nvPr/>
          </p:nvSpPr>
          <p:spPr>
            <a:xfrm>
              <a:off x="3557486" y="2942237"/>
              <a:ext cx="42672" cy="30199"/>
            </a:xfrm>
            <a:custGeom>
              <a:rect b="b" l="l" r="r" t="t"/>
              <a:pathLst>
                <a:path extrusionOk="0" h="1150" w="1625">
                  <a:moveTo>
                    <a:pt x="1360" y="0"/>
                  </a:moveTo>
                  <a:cubicBezTo>
                    <a:pt x="1317" y="0"/>
                    <a:pt x="1271" y="17"/>
                    <a:pt x="1230" y="58"/>
                  </a:cubicBezTo>
                  <a:lnTo>
                    <a:pt x="665" y="671"/>
                  </a:lnTo>
                  <a:lnTo>
                    <a:pt x="417" y="355"/>
                  </a:lnTo>
                  <a:cubicBezTo>
                    <a:pt x="373" y="301"/>
                    <a:pt x="320" y="279"/>
                    <a:pt x="269" y="279"/>
                  </a:cubicBezTo>
                  <a:cubicBezTo>
                    <a:pt x="128" y="279"/>
                    <a:pt x="1" y="447"/>
                    <a:pt x="120" y="594"/>
                  </a:cubicBezTo>
                  <a:lnTo>
                    <a:pt x="503" y="1082"/>
                  </a:lnTo>
                  <a:cubicBezTo>
                    <a:pt x="541" y="1120"/>
                    <a:pt x="589" y="1149"/>
                    <a:pt x="646" y="1149"/>
                  </a:cubicBezTo>
                  <a:lnTo>
                    <a:pt x="656" y="1149"/>
                  </a:lnTo>
                  <a:cubicBezTo>
                    <a:pt x="704" y="1149"/>
                    <a:pt x="761" y="1130"/>
                    <a:pt x="790" y="1092"/>
                  </a:cubicBezTo>
                  <a:lnTo>
                    <a:pt x="1508" y="317"/>
                  </a:lnTo>
                  <a:cubicBezTo>
                    <a:pt x="1624" y="178"/>
                    <a:pt x="1502" y="0"/>
                    <a:pt x="1360" y="0"/>
                  </a:cubicBezTo>
                  <a:close/>
                </a:path>
              </a:pathLst>
            </a:custGeom>
            <a:solidFill>
              <a:srgbClr val="F7F9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2835" name="Google Shape;12835;p43"/>
          <p:cNvGrpSpPr/>
          <p:nvPr/>
        </p:nvGrpSpPr>
        <p:grpSpPr>
          <a:xfrm>
            <a:off x="2694083" y="2736030"/>
            <a:ext cx="235762" cy="374757"/>
            <a:chOff x="2694083" y="2888430"/>
            <a:chExt cx="235762" cy="374757"/>
          </a:xfrm>
        </p:grpSpPr>
        <p:sp>
          <p:nvSpPr>
            <p:cNvPr id="12836" name="Google Shape;12836;p43"/>
            <p:cNvSpPr/>
            <p:nvPr/>
          </p:nvSpPr>
          <p:spPr>
            <a:xfrm>
              <a:off x="2808682" y="2888430"/>
              <a:ext cx="30173" cy="36002"/>
            </a:xfrm>
            <a:custGeom>
              <a:rect b="b" l="l" r="r" t="t"/>
              <a:pathLst>
                <a:path extrusionOk="0" h="1371" w="1149">
                  <a:moveTo>
                    <a:pt x="145" y="1"/>
                  </a:moveTo>
                  <a:cubicBezTo>
                    <a:pt x="66" y="1"/>
                    <a:pt x="0" y="56"/>
                    <a:pt x="0" y="136"/>
                  </a:cubicBezTo>
                  <a:lnTo>
                    <a:pt x="0" y="1131"/>
                  </a:lnTo>
                  <a:lnTo>
                    <a:pt x="1149" y="1370"/>
                  </a:lnTo>
                  <a:cubicBezTo>
                    <a:pt x="1149" y="308"/>
                    <a:pt x="479" y="59"/>
                    <a:pt x="163" y="2"/>
                  </a:cubicBezTo>
                  <a:cubicBezTo>
                    <a:pt x="157" y="1"/>
                    <a:pt x="151" y="1"/>
                    <a:pt x="145" y="1"/>
                  </a:cubicBezTo>
                  <a:close/>
                </a:path>
              </a:pathLst>
            </a:custGeom>
            <a:solidFill>
              <a:srgbClr val="AAB8C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837" name="Google Shape;12837;p43"/>
            <p:cNvSpPr/>
            <p:nvPr/>
          </p:nvSpPr>
          <p:spPr>
            <a:xfrm>
              <a:off x="2784549" y="2912091"/>
              <a:ext cx="139257" cy="266408"/>
            </a:xfrm>
            <a:custGeom>
              <a:rect b="b" l="l" r="r" t="t"/>
              <a:pathLst>
                <a:path extrusionOk="0" h="10145" w="5303">
                  <a:moveTo>
                    <a:pt x="422" y="0"/>
                  </a:moveTo>
                  <a:cubicBezTo>
                    <a:pt x="307" y="0"/>
                    <a:pt x="211" y="77"/>
                    <a:pt x="192" y="192"/>
                  </a:cubicBezTo>
                  <a:lnTo>
                    <a:pt x="1" y="1158"/>
                  </a:lnTo>
                  <a:lnTo>
                    <a:pt x="2767" y="5771"/>
                  </a:lnTo>
                  <a:lnTo>
                    <a:pt x="2996" y="10145"/>
                  </a:lnTo>
                  <a:lnTo>
                    <a:pt x="4145" y="10145"/>
                  </a:lnTo>
                  <a:cubicBezTo>
                    <a:pt x="4145" y="7379"/>
                    <a:pt x="5303" y="6699"/>
                    <a:pt x="5303" y="4154"/>
                  </a:cubicBezTo>
                  <a:cubicBezTo>
                    <a:pt x="5303" y="287"/>
                    <a:pt x="1341" y="19"/>
                    <a:pt x="422" y="0"/>
                  </a:cubicBezTo>
                  <a:close/>
                </a:path>
              </a:pathLst>
            </a:custGeom>
            <a:solidFill>
              <a:srgbClr val="C3CDD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838" name="Google Shape;12838;p43"/>
            <p:cNvSpPr/>
            <p:nvPr/>
          </p:nvSpPr>
          <p:spPr>
            <a:xfrm>
              <a:off x="2694083" y="2934202"/>
              <a:ext cx="223945" cy="256376"/>
            </a:xfrm>
            <a:custGeom>
              <a:rect b="b" l="l" r="r" t="t"/>
              <a:pathLst>
                <a:path extrusionOk="0" h="9763" w="8528">
                  <a:moveTo>
                    <a:pt x="3398" y="1"/>
                  </a:moveTo>
                  <a:cubicBezTo>
                    <a:pt x="3101" y="1"/>
                    <a:pt x="2859" y="16"/>
                    <a:pt x="2709" y="29"/>
                  </a:cubicBezTo>
                  <a:cubicBezTo>
                    <a:pt x="2470" y="48"/>
                    <a:pt x="2288" y="249"/>
                    <a:pt x="2288" y="489"/>
                  </a:cubicBezTo>
                  <a:lnTo>
                    <a:pt x="2288" y="776"/>
                  </a:lnTo>
                  <a:lnTo>
                    <a:pt x="163" y="2900"/>
                  </a:lnTo>
                  <a:cubicBezTo>
                    <a:pt x="48" y="3015"/>
                    <a:pt x="0" y="3168"/>
                    <a:pt x="39" y="3321"/>
                  </a:cubicBezTo>
                  <a:lnTo>
                    <a:pt x="192" y="4077"/>
                  </a:lnTo>
                  <a:cubicBezTo>
                    <a:pt x="201" y="4173"/>
                    <a:pt x="278" y="4240"/>
                    <a:pt x="364" y="4259"/>
                  </a:cubicBezTo>
                  <a:cubicBezTo>
                    <a:pt x="616" y="4313"/>
                    <a:pt x="850" y="4336"/>
                    <a:pt x="1066" y="4336"/>
                  </a:cubicBezTo>
                  <a:cubicBezTo>
                    <a:pt x="1884" y="4336"/>
                    <a:pt x="2442" y="4006"/>
                    <a:pt x="2738" y="3771"/>
                  </a:cubicBezTo>
                  <a:cubicBezTo>
                    <a:pt x="2820" y="3699"/>
                    <a:pt x="2925" y="3663"/>
                    <a:pt x="3030" y="3663"/>
                  </a:cubicBezTo>
                  <a:cubicBezTo>
                    <a:pt x="3108" y="3663"/>
                    <a:pt x="3185" y="3683"/>
                    <a:pt x="3254" y="3723"/>
                  </a:cubicBezTo>
                  <a:cubicBezTo>
                    <a:pt x="3612" y="3931"/>
                    <a:pt x="4013" y="4037"/>
                    <a:pt x="4417" y="4037"/>
                  </a:cubicBezTo>
                  <a:cubicBezTo>
                    <a:pt x="4553" y="4037"/>
                    <a:pt x="4689" y="4025"/>
                    <a:pt x="4824" y="4001"/>
                  </a:cubicBezTo>
                  <a:lnTo>
                    <a:pt x="4824" y="4001"/>
                  </a:lnTo>
                  <a:cubicBezTo>
                    <a:pt x="2718" y="6116"/>
                    <a:pt x="2058" y="7542"/>
                    <a:pt x="2058" y="8384"/>
                  </a:cubicBezTo>
                  <a:cubicBezTo>
                    <a:pt x="2058" y="8920"/>
                    <a:pt x="2316" y="9437"/>
                    <a:pt x="2747" y="9762"/>
                  </a:cubicBezTo>
                  <a:lnTo>
                    <a:pt x="7819" y="9762"/>
                  </a:lnTo>
                  <a:cubicBezTo>
                    <a:pt x="7819" y="9762"/>
                    <a:pt x="7073" y="8623"/>
                    <a:pt x="7896" y="4805"/>
                  </a:cubicBezTo>
                  <a:cubicBezTo>
                    <a:pt x="8528" y="1867"/>
                    <a:pt x="7092" y="814"/>
                    <a:pt x="5475" y="297"/>
                  </a:cubicBezTo>
                  <a:cubicBezTo>
                    <a:pt x="4750" y="58"/>
                    <a:pt x="3971" y="1"/>
                    <a:pt x="3398" y="1"/>
                  </a:cubicBezTo>
                  <a:close/>
                </a:path>
              </a:pathLst>
            </a:custGeom>
            <a:solidFill>
              <a:srgbClr val="D9DFE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839" name="Google Shape;12839;p43"/>
            <p:cNvSpPr/>
            <p:nvPr/>
          </p:nvSpPr>
          <p:spPr>
            <a:xfrm>
              <a:off x="2771997" y="2954238"/>
              <a:ext cx="12710" cy="18461"/>
            </a:xfrm>
            <a:custGeom>
              <a:rect b="b" l="l" r="r" t="t"/>
              <a:pathLst>
                <a:path extrusionOk="0" h="703" w="484">
                  <a:moveTo>
                    <a:pt x="243" y="1"/>
                  </a:moveTo>
                  <a:cubicBezTo>
                    <a:pt x="122" y="1"/>
                    <a:pt x="0" y="84"/>
                    <a:pt x="10" y="252"/>
                  </a:cubicBezTo>
                  <a:lnTo>
                    <a:pt x="10" y="472"/>
                  </a:lnTo>
                  <a:cubicBezTo>
                    <a:pt x="10" y="600"/>
                    <a:pt x="106" y="702"/>
                    <a:pt x="232" y="702"/>
                  </a:cubicBezTo>
                  <a:cubicBezTo>
                    <a:pt x="238" y="702"/>
                    <a:pt x="243" y="702"/>
                    <a:pt x="249" y="702"/>
                  </a:cubicBezTo>
                  <a:cubicBezTo>
                    <a:pt x="373" y="702"/>
                    <a:pt x="469" y="596"/>
                    <a:pt x="469" y="482"/>
                  </a:cubicBezTo>
                  <a:lnTo>
                    <a:pt x="469" y="252"/>
                  </a:lnTo>
                  <a:cubicBezTo>
                    <a:pt x="484" y="84"/>
                    <a:pt x="364" y="1"/>
                    <a:pt x="243" y="1"/>
                  </a:cubicBezTo>
                  <a:close/>
                </a:path>
              </a:pathLst>
            </a:custGeom>
            <a:solidFill>
              <a:srgbClr val="AAB8C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840" name="Google Shape;12840;p43"/>
            <p:cNvSpPr/>
            <p:nvPr/>
          </p:nvSpPr>
          <p:spPr>
            <a:xfrm>
              <a:off x="2695843" y="2997830"/>
              <a:ext cx="155853" cy="186709"/>
            </a:xfrm>
            <a:custGeom>
              <a:rect b="b" l="l" r="r" t="t"/>
              <a:pathLst>
                <a:path extrusionOk="0" h="7110" w="5935">
                  <a:moveTo>
                    <a:pt x="3139" y="1"/>
                  </a:moveTo>
                  <a:cubicBezTo>
                    <a:pt x="2975" y="1"/>
                    <a:pt x="2822" y="55"/>
                    <a:pt x="2680" y="200"/>
                  </a:cubicBezTo>
                  <a:cubicBezTo>
                    <a:pt x="2239" y="641"/>
                    <a:pt x="1365" y="1082"/>
                    <a:pt x="151" y="1082"/>
                  </a:cubicBezTo>
                  <a:cubicBezTo>
                    <a:pt x="101" y="1082"/>
                    <a:pt x="51" y="1082"/>
                    <a:pt x="0" y="1080"/>
                  </a:cubicBezTo>
                  <a:lnTo>
                    <a:pt x="0" y="1080"/>
                  </a:lnTo>
                  <a:lnTo>
                    <a:pt x="115" y="1664"/>
                  </a:lnTo>
                  <a:cubicBezTo>
                    <a:pt x="134" y="1760"/>
                    <a:pt x="201" y="1827"/>
                    <a:pt x="297" y="1846"/>
                  </a:cubicBezTo>
                  <a:cubicBezTo>
                    <a:pt x="546" y="1897"/>
                    <a:pt x="777" y="1919"/>
                    <a:pt x="991" y="1919"/>
                  </a:cubicBezTo>
                  <a:cubicBezTo>
                    <a:pt x="1812" y="1919"/>
                    <a:pt x="2372" y="1593"/>
                    <a:pt x="2661" y="1358"/>
                  </a:cubicBezTo>
                  <a:cubicBezTo>
                    <a:pt x="2751" y="1284"/>
                    <a:pt x="2859" y="1247"/>
                    <a:pt x="2967" y="1247"/>
                  </a:cubicBezTo>
                  <a:cubicBezTo>
                    <a:pt x="3042" y="1247"/>
                    <a:pt x="3117" y="1265"/>
                    <a:pt x="3187" y="1300"/>
                  </a:cubicBezTo>
                  <a:cubicBezTo>
                    <a:pt x="3545" y="1508"/>
                    <a:pt x="3946" y="1614"/>
                    <a:pt x="4350" y="1614"/>
                  </a:cubicBezTo>
                  <a:cubicBezTo>
                    <a:pt x="4486" y="1614"/>
                    <a:pt x="4622" y="1602"/>
                    <a:pt x="4757" y="1578"/>
                  </a:cubicBezTo>
                  <a:lnTo>
                    <a:pt x="4757" y="1578"/>
                  </a:lnTo>
                  <a:cubicBezTo>
                    <a:pt x="2651" y="3693"/>
                    <a:pt x="1991" y="5119"/>
                    <a:pt x="1991" y="5961"/>
                  </a:cubicBezTo>
                  <a:cubicBezTo>
                    <a:pt x="1991" y="6382"/>
                    <a:pt x="2144" y="6794"/>
                    <a:pt x="2431" y="7109"/>
                  </a:cubicBezTo>
                  <a:lnTo>
                    <a:pt x="3838" y="7109"/>
                  </a:lnTo>
                  <a:lnTo>
                    <a:pt x="3838" y="6880"/>
                  </a:lnTo>
                  <a:cubicBezTo>
                    <a:pt x="3838" y="6880"/>
                    <a:pt x="2910" y="5272"/>
                    <a:pt x="4527" y="3425"/>
                  </a:cubicBezTo>
                  <a:cubicBezTo>
                    <a:pt x="5934" y="1817"/>
                    <a:pt x="5905" y="965"/>
                    <a:pt x="5781" y="621"/>
                  </a:cubicBezTo>
                  <a:cubicBezTo>
                    <a:pt x="5749" y="532"/>
                    <a:pt x="5662" y="471"/>
                    <a:pt x="5567" y="471"/>
                  </a:cubicBezTo>
                  <a:cubicBezTo>
                    <a:pt x="5549" y="471"/>
                    <a:pt x="5531" y="473"/>
                    <a:pt x="5513" y="477"/>
                  </a:cubicBezTo>
                  <a:cubicBezTo>
                    <a:pt x="5365" y="513"/>
                    <a:pt x="5222" y="529"/>
                    <a:pt x="5085" y="529"/>
                  </a:cubicBezTo>
                  <a:cubicBezTo>
                    <a:pt x="4281" y="529"/>
                    <a:pt x="3651" y="1"/>
                    <a:pt x="3139" y="1"/>
                  </a:cubicBezTo>
                  <a:close/>
                </a:path>
              </a:pathLst>
            </a:custGeom>
            <a:solidFill>
              <a:srgbClr val="C3CDD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841" name="Google Shape;12841;p43"/>
            <p:cNvSpPr/>
            <p:nvPr/>
          </p:nvSpPr>
          <p:spPr>
            <a:xfrm>
              <a:off x="2736047" y="3178735"/>
              <a:ext cx="181719" cy="30173"/>
            </a:xfrm>
            <a:custGeom>
              <a:rect b="b" l="l" r="r" t="t"/>
              <a:pathLst>
                <a:path extrusionOk="0" h="1149" w="6920">
                  <a:moveTo>
                    <a:pt x="460" y="0"/>
                  </a:moveTo>
                  <a:cubicBezTo>
                    <a:pt x="211" y="0"/>
                    <a:pt x="1" y="201"/>
                    <a:pt x="1" y="460"/>
                  </a:cubicBezTo>
                  <a:lnTo>
                    <a:pt x="1" y="1149"/>
                  </a:lnTo>
                  <a:lnTo>
                    <a:pt x="6920" y="1149"/>
                  </a:lnTo>
                  <a:lnTo>
                    <a:pt x="6910" y="460"/>
                  </a:lnTo>
                  <a:cubicBezTo>
                    <a:pt x="6910" y="201"/>
                    <a:pt x="6709" y="0"/>
                    <a:pt x="6451" y="0"/>
                  </a:cubicBezTo>
                  <a:close/>
                </a:path>
              </a:pathLst>
            </a:custGeom>
            <a:solidFill>
              <a:srgbClr val="C3CDD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842" name="Google Shape;12842;p43"/>
            <p:cNvSpPr/>
            <p:nvPr/>
          </p:nvSpPr>
          <p:spPr>
            <a:xfrm>
              <a:off x="2736047" y="3178735"/>
              <a:ext cx="60608" cy="30173"/>
            </a:xfrm>
            <a:custGeom>
              <a:rect b="b" l="l" r="r" t="t"/>
              <a:pathLst>
                <a:path extrusionOk="0" h="1149" w="2308">
                  <a:moveTo>
                    <a:pt x="460" y="0"/>
                  </a:moveTo>
                  <a:cubicBezTo>
                    <a:pt x="211" y="0"/>
                    <a:pt x="1" y="201"/>
                    <a:pt x="1" y="460"/>
                  </a:cubicBezTo>
                  <a:lnTo>
                    <a:pt x="1" y="1149"/>
                  </a:lnTo>
                  <a:lnTo>
                    <a:pt x="1848" y="1149"/>
                  </a:lnTo>
                  <a:lnTo>
                    <a:pt x="1848" y="460"/>
                  </a:lnTo>
                  <a:cubicBezTo>
                    <a:pt x="1848" y="201"/>
                    <a:pt x="2049" y="0"/>
                    <a:pt x="2307" y="0"/>
                  </a:cubicBezTo>
                  <a:close/>
                </a:path>
              </a:pathLst>
            </a:custGeom>
            <a:solidFill>
              <a:srgbClr val="AAB8C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843" name="Google Shape;12843;p43"/>
            <p:cNvSpPr/>
            <p:nvPr/>
          </p:nvSpPr>
          <p:spPr>
            <a:xfrm>
              <a:off x="2723993" y="3202605"/>
              <a:ext cx="205852" cy="60582"/>
            </a:xfrm>
            <a:custGeom>
              <a:rect b="b" l="l" r="r" t="t"/>
              <a:pathLst>
                <a:path extrusionOk="0" h="2307" w="7839">
                  <a:moveTo>
                    <a:pt x="460" y="0"/>
                  </a:moveTo>
                  <a:cubicBezTo>
                    <a:pt x="201" y="0"/>
                    <a:pt x="0" y="211"/>
                    <a:pt x="0" y="469"/>
                  </a:cubicBezTo>
                  <a:lnTo>
                    <a:pt x="0" y="1848"/>
                  </a:lnTo>
                  <a:cubicBezTo>
                    <a:pt x="0" y="2106"/>
                    <a:pt x="201" y="2307"/>
                    <a:pt x="460" y="2307"/>
                  </a:cubicBezTo>
                  <a:lnTo>
                    <a:pt x="7379" y="2307"/>
                  </a:lnTo>
                  <a:cubicBezTo>
                    <a:pt x="7628" y="2307"/>
                    <a:pt x="7838" y="2106"/>
                    <a:pt x="7838" y="1848"/>
                  </a:cubicBezTo>
                  <a:lnTo>
                    <a:pt x="7838" y="469"/>
                  </a:lnTo>
                  <a:cubicBezTo>
                    <a:pt x="7838" y="211"/>
                    <a:pt x="7628" y="0"/>
                    <a:pt x="7379" y="0"/>
                  </a:cubicBezTo>
                  <a:close/>
                </a:path>
              </a:pathLst>
            </a:custGeom>
            <a:solidFill>
              <a:srgbClr val="D9DFE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844" name="Google Shape;12844;p43"/>
            <p:cNvSpPr/>
            <p:nvPr/>
          </p:nvSpPr>
          <p:spPr>
            <a:xfrm>
              <a:off x="2723993" y="3202605"/>
              <a:ext cx="78675" cy="60582"/>
            </a:xfrm>
            <a:custGeom>
              <a:rect b="b" l="l" r="r" t="t"/>
              <a:pathLst>
                <a:path extrusionOk="0" h="2307" w="2996">
                  <a:moveTo>
                    <a:pt x="460" y="0"/>
                  </a:moveTo>
                  <a:cubicBezTo>
                    <a:pt x="201" y="0"/>
                    <a:pt x="0" y="211"/>
                    <a:pt x="0" y="469"/>
                  </a:cubicBezTo>
                  <a:lnTo>
                    <a:pt x="0" y="1848"/>
                  </a:lnTo>
                  <a:cubicBezTo>
                    <a:pt x="0" y="2106"/>
                    <a:pt x="201" y="2307"/>
                    <a:pt x="460" y="2307"/>
                  </a:cubicBezTo>
                  <a:lnTo>
                    <a:pt x="2996" y="2307"/>
                  </a:lnTo>
                  <a:cubicBezTo>
                    <a:pt x="2737" y="2307"/>
                    <a:pt x="2536" y="2106"/>
                    <a:pt x="2536" y="1848"/>
                  </a:cubicBezTo>
                  <a:lnTo>
                    <a:pt x="2536" y="469"/>
                  </a:lnTo>
                  <a:cubicBezTo>
                    <a:pt x="2536" y="211"/>
                    <a:pt x="2737" y="0"/>
                    <a:pt x="2996" y="0"/>
                  </a:cubicBezTo>
                  <a:close/>
                </a:path>
              </a:pathLst>
            </a:custGeom>
            <a:solidFill>
              <a:srgbClr val="C3CDD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2845" name="Google Shape;12845;p43"/>
          <p:cNvGrpSpPr/>
          <p:nvPr/>
        </p:nvGrpSpPr>
        <p:grpSpPr>
          <a:xfrm>
            <a:off x="871534" y="4148188"/>
            <a:ext cx="357661" cy="311155"/>
            <a:chOff x="871534" y="4300588"/>
            <a:chExt cx="357661" cy="311155"/>
          </a:xfrm>
        </p:grpSpPr>
        <p:sp>
          <p:nvSpPr>
            <p:cNvPr id="12846" name="Google Shape;12846;p43"/>
            <p:cNvSpPr/>
            <p:nvPr/>
          </p:nvSpPr>
          <p:spPr>
            <a:xfrm>
              <a:off x="992672" y="4300588"/>
              <a:ext cx="115386" cy="62368"/>
            </a:xfrm>
            <a:custGeom>
              <a:rect b="b" l="l" r="r" t="t"/>
              <a:pathLst>
                <a:path extrusionOk="0" h="2375" w="4394">
                  <a:moveTo>
                    <a:pt x="1197" y="1"/>
                  </a:moveTo>
                  <a:cubicBezTo>
                    <a:pt x="785" y="1"/>
                    <a:pt x="422" y="298"/>
                    <a:pt x="335" y="709"/>
                  </a:cubicBezTo>
                  <a:lnTo>
                    <a:pt x="1" y="2374"/>
                  </a:lnTo>
                  <a:lnTo>
                    <a:pt x="450" y="2374"/>
                  </a:lnTo>
                  <a:lnTo>
                    <a:pt x="766" y="996"/>
                  </a:lnTo>
                  <a:cubicBezTo>
                    <a:pt x="812" y="802"/>
                    <a:pt x="975" y="661"/>
                    <a:pt x="1177" y="661"/>
                  </a:cubicBezTo>
                  <a:cubicBezTo>
                    <a:pt x="1184" y="661"/>
                    <a:pt x="1190" y="661"/>
                    <a:pt x="1197" y="661"/>
                  </a:cubicBezTo>
                  <a:lnTo>
                    <a:pt x="3207" y="661"/>
                  </a:lnTo>
                  <a:cubicBezTo>
                    <a:pt x="3408" y="661"/>
                    <a:pt x="3589" y="795"/>
                    <a:pt x="3637" y="996"/>
                  </a:cubicBezTo>
                  <a:lnTo>
                    <a:pt x="3943" y="2374"/>
                  </a:lnTo>
                  <a:lnTo>
                    <a:pt x="4393" y="2374"/>
                  </a:lnTo>
                  <a:lnTo>
                    <a:pt x="4058" y="709"/>
                  </a:lnTo>
                  <a:cubicBezTo>
                    <a:pt x="3972" y="298"/>
                    <a:pt x="3609" y="1"/>
                    <a:pt x="3197" y="1"/>
                  </a:cubicBezTo>
                  <a:close/>
                </a:path>
              </a:pathLst>
            </a:custGeom>
            <a:solidFill>
              <a:srgbClr val="657A8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847" name="Google Shape;12847;p43"/>
            <p:cNvSpPr/>
            <p:nvPr/>
          </p:nvSpPr>
          <p:spPr>
            <a:xfrm>
              <a:off x="883089" y="4473510"/>
              <a:ext cx="334526" cy="138233"/>
            </a:xfrm>
            <a:custGeom>
              <a:rect b="b" l="l" r="r" t="t"/>
              <a:pathLst>
                <a:path extrusionOk="0" h="5264" w="12739">
                  <a:moveTo>
                    <a:pt x="1" y="0"/>
                  </a:moveTo>
                  <a:lnTo>
                    <a:pt x="1" y="4613"/>
                  </a:lnTo>
                  <a:cubicBezTo>
                    <a:pt x="1" y="4977"/>
                    <a:pt x="298" y="5264"/>
                    <a:pt x="661" y="5264"/>
                  </a:cubicBezTo>
                  <a:lnTo>
                    <a:pt x="12079" y="5264"/>
                  </a:lnTo>
                  <a:cubicBezTo>
                    <a:pt x="12442" y="5264"/>
                    <a:pt x="12739" y="4977"/>
                    <a:pt x="12739" y="4613"/>
                  </a:cubicBezTo>
                  <a:lnTo>
                    <a:pt x="12739" y="0"/>
                  </a:lnTo>
                  <a:close/>
                </a:path>
              </a:pathLst>
            </a:custGeom>
            <a:solidFill>
              <a:srgbClr val="657A8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848" name="Google Shape;12848;p43"/>
            <p:cNvSpPr/>
            <p:nvPr/>
          </p:nvSpPr>
          <p:spPr>
            <a:xfrm>
              <a:off x="883089" y="4473248"/>
              <a:ext cx="334526" cy="138495"/>
            </a:xfrm>
            <a:custGeom>
              <a:rect b="b" l="l" r="r" t="t"/>
              <a:pathLst>
                <a:path extrusionOk="0" h="5274" w="12739">
                  <a:moveTo>
                    <a:pt x="1" y="1"/>
                  </a:moveTo>
                  <a:lnTo>
                    <a:pt x="1" y="4614"/>
                  </a:lnTo>
                  <a:cubicBezTo>
                    <a:pt x="1" y="4977"/>
                    <a:pt x="298" y="5274"/>
                    <a:pt x="661" y="5274"/>
                  </a:cubicBezTo>
                  <a:lnTo>
                    <a:pt x="12079" y="5274"/>
                  </a:lnTo>
                  <a:cubicBezTo>
                    <a:pt x="12442" y="5274"/>
                    <a:pt x="12739" y="4977"/>
                    <a:pt x="12739" y="4614"/>
                  </a:cubicBezTo>
                  <a:lnTo>
                    <a:pt x="12739" y="4393"/>
                  </a:lnTo>
                  <a:lnTo>
                    <a:pt x="1762" y="4393"/>
                  </a:lnTo>
                  <a:cubicBezTo>
                    <a:pt x="1274" y="4393"/>
                    <a:pt x="881" y="4001"/>
                    <a:pt x="881" y="3523"/>
                  </a:cubicBezTo>
                  <a:lnTo>
                    <a:pt x="881" y="1982"/>
                  </a:lnTo>
                  <a:cubicBezTo>
                    <a:pt x="881" y="1858"/>
                    <a:pt x="979" y="1759"/>
                    <a:pt x="1091" y="1759"/>
                  </a:cubicBezTo>
                  <a:cubicBezTo>
                    <a:pt x="1101" y="1759"/>
                    <a:pt x="1111" y="1760"/>
                    <a:pt x="1121" y="1762"/>
                  </a:cubicBezTo>
                  <a:lnTo>
                    <a:pt x="11428" y="1762"/>
                  </a:lnTo>
                  <a:cubicBezTo>
                    <a:pt x="11897" y="1762"/>
                    <a:pt x="12356" y="1608"/>
                    <a:pt x="12739" y="1321"/>
                  </a:cubicBezTo>
                  <a:lnTo>
                    <a:pt x="12739" y="1"/>
                  </a:lnTo>
                  <a:close/>
                </a:path>
              </a:pathLst>
            </a:custGeom>
            <a:solidFill>
              <a:srgbClr val="657A8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849" name="Google Shape;12849;p43"/>
            <p:cNvSpPr/>
            <p:nvPr/>
          </p:nvSpPr>
          <p:spPr>
            <a:xfrm>
              <a:off x="871534" y="4358150"/>
              <a:ext cx="357661" cy="149813"/>
            </a:xfrm>
            <a:custGeom>
              <a:rect b="b" l="l" r="r" t="t"/>
              <a:pathLst>
                <a:path extrusionOk="0" h="5705" w="13620">
                  <a:moveTo>
                    <a:pt x="12756" y="0"/>
                  </a:moveTo>
                  <a:cubicBezTo>
                    <a:pt x="12750" y="0"/>
                    <a:pt x="12744" y="0"/>
                    <a:pt x="12739" y="0"/>
                  </a:cubicBezTo>
                  <a:lnTo>
                    <a:pt x="881" y="0"/>
                  </a:lnTo>
                  <a:cubicBezTo>
                    <a:pt x="393" y="0"/>
                    <a:pt x="1" y="393"/>
                    <a:pt x="10" y="881"/>
                  </a:cubicBezTo>
                  <a:lnTo>
                    <a:pt x="10" y="3953"/>
                  </a:lnTo>
                  <a:cubicBezTo>
                    <a:pt x="1" y="4920"/>
                    <a:pt x="795" y="5704"/>
                    <a:pt x="1762" y="5704"/>
                  </a:cubicBezTo>
                  <a:lnTo>
                    <a:pt x="11868" y="5704"/>
                  </a:lnTo>
                  <a:cubicBezTo>
                    <a:pt x="12834" y="5704"/>
                    <a:pt x="13619" y="4920"/>
                    <a:pt x="13619" y="3953"/>
                  </a:cubicBezTo>
                  <a:lnTo>
                    <a:pt x="13619" y="881"/>
                  </a:lnTo>
                  <a:cubicBezTo>
                    <a:pt x="13619" y="399"/>
                    <a:pt x="13236" y="0"/>
                    <a:pt x="12756" y="0"/>
                  </a:cubicBezTo>
                  <a:close/>
                </a:path>
              </a:pathLst>
            </a:custGeom>
            <a:solidFill>
              <a:srgbClr val="96ABB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850" name="Google Shape;12850;p43"/>
            <p:cNvSpPr/>
            <p:nvPr/>
          </p:nvSpPr>
          <p:spPr>
            <a:xfrm>
              <a:off x="900446" y="4358150"/>
              <a:ext cx="299837" cy="17358"/>
            </a:xfrm>
            <a:custGeom>
              <a:rect b="b" l="l" r="r" t="t"/>
              <a:pathLst>
                <a:path extrusionOk="0" h="661" w="11418">
                  <a:moveTo>
                    <a:pt x="326" y="0"/>
                  </a:moveTo>
                  <a:cubicBezTo>
                    <a:pt x="144" y="0"/>
                    <a:pt x="0" y="144"/>
                    <a:pt x="0" y="326"/>
                  </a:cubicBezTo>
                  <a:cubicBezTo>
                    <a:pt x="0" y="508"/>
                    <a:pt x="144" y="661"/>
                    <a:pt x="326" y="661"/>
                  </a:cubicBezTo>
                  <a:lnTo>
                    <a:pt x="11092" y="661"/>
                  </a:lnTo>
                  <a:cubicBezTo>
                    <a:pt x="11274" y="661"/>
                    <a:pt x="11418" y="508"/>
                    <a:pt x="11418" y="326"/>
                  </a:cubicBezTo>
                  <a:cubicBezTo>
                    <a:pt x="11418" y="144"/>
                    <a:pt x="11274" y="0"/>
                    <a:pt x="11092" y="0"/>
                  </a:cubicBezTo>
                  <a:close/>
                </a:path>
              </a:pathLst>
            </a:custGeom>
            <a:solidFill>
              <a:srgbClr val="BCC9D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851" name="Google Shape;12851;p43"/>
            <p:cNvSpPr/>
            <p:nvPr/>
          </p:nvSpPr>
          <p:spPr>
            <a:xfrm>
              <a:off x="929332" y="4358150"/>
              <a:ext cx="34453" cy="253593"/>
            </a:xfrm>
            <a:custGeom>
              <a:rect b="b" l="l" r="r" t="t"/>
              <a:pathLst>
                <a:path extrusionOk="0" h="9657" w="1312">
                  <a:moveTo>
                    <a:pt x="1" y="0"/>
                  </a:moveTo>
                  <a:lnTo>
                    <a:pt x="1" y="9657"/>
                  </a:lnTo>
                  <a:lnTo>
                    <a:pt x="1312" y="9657"/>
                  </a:lnTo>
                  <a:lnTo>
                    <a:pt x="1312" y="0"/>
                  </a:lnTo>
                  <a:close/>
                </a:path>
              </a:pathLst>
            </a:custGeom>
            <a:solidFill>
              <a:srgbClr val="9BABB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852" name="Google Shape;12852;p43"/>
            <p:cNvSpPr/>
            <p:nvPr/>
          </p:nvSpPr>
          <p:spPr>
            <a:xfrm>
              <a:off x="929332" y="4358150"/>
              <a:ext cx="34453" cy="17122"/>
            </a:xfrm>
            <a:custGeom>
              <a:rect b="b" l="l" r="r" t="t"/>
              <a:pathLst>
                <a:path extrusionOk="0" h="652" w="1312">
                  <a:moveTo>
                    <a:pt x="1" y="0"/>
                  </a:moveTo>
                  <a:lnTo>
                    <a:pt x="1" y="651"/>
                  </a:lnTo>
                  <a:lnTo>
                    <a:pt x="1312" y="651"/>
                  </a:lnTo>
                  <a:lnTo>
                    <a:pt x="1312" y="0"/>
                  </a:lnTo>
                  <a:close/>
                </a:path>
              </a:pathLst>
            </a:custGeom>
            <a:solidFill>
              <a:srgbClr val="C0CAD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853" name="Google Shape;12853;p43"/>
            <p:cNvSpPr/>
            <p:nvPr/>
          </p:nvSpPr>
          <p:spPr>
            <a:xfrm>
              <a:off x="929332" y="4525269"/>
              <a:ext cx="34453" cy="17384"/>
            </a:xfrm>
            <a:custGeom>
              <a:rect b="b" l="l" r="r" t="t"/>
              <a:pathLst>
                <a:path extrusionOk="0" h="662" w="1312">
                  <a:moveTo>
                    <a:pt x="1" y="1"/>
                  </a:moveTo>
                  <a:lnTo>
                    <a:pt x="1" y="661"/>
                  </a:lnTo>
                  <a:lnTo>
                    <a:pt x="1312" y="661"/>
                  </a:lnTo>
                  <a:lnTo>
                    <a:pt x="1312" y="1"/>
                  </a:lnTo>
                  <a:close/>
                </a:path>
              </a:pathLst>
            </a:custGeom>
            <a:solidFill>
              <a:srgbClr val="8297A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854" name="Google Shape;12854;p43"/>
            <p:cNvSpPr/>
            <p:nvPr/>
          </p:nvSpPr>
          <p:spPr>
            <a:xfrm>
              <a:off x="929332" y="4485065"/>
              <a:ext cx="34453" cy="17122"/>
            </a:xfrm>
            <a:custGeom>
              <a:rect b="b" l="l" r="r" t="t"/>
              <a:pathLst>
                <a:path extrusionOk="0" h="652" w="1312">
                  <a:moveTo>
                    <a:pt x="1" y="0"/>
                  </a:moveTo>
                  <a:lnTo>
                    <a:pt x="1" y="651"/>
                  </a:lnTo>
                  <a:lnTo>
                    <a:pt x="1312" y="651"/>
                  </a:lnTo>
                  <a:lnTo>
                    <a:pt x="1312" y="0"/>
                  </a:lnTo>
                  <a:close/>
                </a:path>
              </a:pathLst>
            </a:custGeom>
            <a:solidFill>
              <a:srgbClr val="8297A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855" name="Google Shape;12855;p43"/>
            <p:cNvSpPr/>
            <p:nvPr/>
          </p:nvSpPr>
          <p:spPr>
            <a:xfrm>
              <a:off x="917778" y="4479025"/>
              <a:ext cx="57588" cy="52047"/>
            </a:xfrm>
            <a:custGeom>
              <a:rect b="b" l="l" r="r" t="t"/>
              <a:pathLst>
                <a:path extrusionOk="0" h="1982" w="2193">
                  <a:moveTo>
                    <a:pt x="1752" y="441"/>
                  </a:moveTo>
                  <a:lnTo>
                    <a:pt x="1752" y="1542"/>
                  </a:lnTo>
                  <a:lnTo>
                    <a:pt x="441" y="1542"/>
                  </a:lnTo>
                  <a:lnTo>
                    <a:pt x="441" y="441"/>
                  </a:lnTo>
                  <a:close/>
                  <a:moveTo>
                    <a:pt x="441" y="1"/>
                  </a:moveTo>
                  <a:cubicBezTo>
                    <a:pt x="202" y="1"/>
                    <a:pt x="1" y="202"/>
                    <a:pt x="1" y="441"/>
                  </a:cubicBezTo>
                  <a:lnTo>
                    <a:pt x="1" y="1542"/>
                  </a:lnTo>
                  <a:cubicBezTo>
                    <a:pt x="1" y="1790"/>
                    <a:pt x="202" y="1982"/>
                    <a:pt x="441" y="1982"/>
                  </a:cubicBezTo>
                  <a:lnTo>
                    <a:pt x="1752" y="1982"/>
                  </a:lnTo>
                  <a:cubicBezTo>
                    <a:pt x="2001" y="1982"/>
                    <a:pt x="2192" y="1781"/>
                    <a:pt x="2192" y="1542"/>
                  </a:cubicBezTo>
                  <a:lnTo>
                    <a:pt x="2192" y="441"/>
                  </a:lnTo>
                  <a:cubicBezTo>
                    <a:pt x="2192" y="202"/>
                    <a:pt x="2001" y="1"/>
                    <a:pt x="1752" y="1"/>
                  </a:cubicBezTo>
                  <a:close/>
                </a:path>
              </a:pathLst>
            </a:custGeom>
            <a:solidFill>
              <a:srgbClr val="C0CAD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856" name="Google Shape;12856;p43"/>
            <p:cNvSpPr/>
            <p:nvPr/>
          </p:nvSpPr>
          <p:spPr>
            <a:xfrm>
              <a:off x="940651" y="4479603"/>
              <a:ext cx="11581" cy="28361"/>
            </a:xfrm>
            <a:custGeom>
              <a:rect b="b" l="l" r="r" t="t"/>
              <a:pathLst>
                <a:path extrusionOk="0" h="1080" w="441">
                  <a:moveTo>
                    <a:pt x="225" y="0"/>
                  </a:moveTo>
                  <a:cubicBezTo>
                    <a:pt x="122" y="0"/>
                    <a:pt x="20" y="70"/>
                    <a:pt x="10" y="208"/>
                  </a:cubicBezTo>
                  <a:lnTo>
                    <a:pt x="10" y="859"/>
                  </a:lnTo>
                  <a:cubicBezTo>
                    <a:pt x="0" y="984"/>
                    <a:pt x="106" y="1079"/>
                    <a:pt x="230" y="1079"/>
                  </a:cubicBezTo>
                  <a:cubicBezTo>
                    <a:pt x="345" y="1079"/>
                    <a:pt x="441" y="984"/>
                    <a:pt x="441" y="859"/>
                  </a:cubicBezTo>
                  <a:lnTo>
                    <a:pt x="441" y="208"/>
                  </a:lnTo>
                  <a:cubicBezTo>
                    <a:pt x="431" y="70"/>
                    <a:pt x="328" y="0"/>
                    <a:pt x="225" y="0"/>
                  </a:cubicBezTo>
                  <a:close/>
                </a:path>
              </a:pathLst>
            </a:custGeom>
            <a:solidFill>
              <a:srgbClr val="B9C3C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857" name="Google Shape;12857;p43"/>
            <p:cNvSpPr/>
            <p:nvPr/>
          </p:nvSpPr>
          <p:spPr>
            <a:xfrm>
              <a:off x="929332" y="4588844"/>
              <a:ext cx="34453" cy="22899"/>
            </a:xfrm>
            <a:custGeom>
              <a:rect b="b" l="l" r="r" t="t"/>
              <a:pathLst>
                <a:path extrusionOk="0" h="872" w="1312">
                  <a:moveTo>
                    <a:pt x="1" y="1"/>
                  </a:moveTo>
                  <a:lnTo>
                    <a:pt x="1" y="872"/>
                  </a:lnTo>
                  <a:lnTo>
                    <a:pt x="1312" y="872"/>
                  </a:lnTo>
                  <a:lnTo>
                    <a:pt x="1312" y="1"/>
                  </a:lnTo>
                  <a:close/>
                </a:path>
              </a:pathLst>
            </a:custGeom>
            <a:solidFill>
              <a:srgbClr val="8297A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858" name="Google Shape;12858;p43"/>
            <p:cNvSpPr/>
            <p:nvPr/>
          </p:nvSpPr>
          <p:spPr>
            <a:xfrm>
              <a:off x="1136918" y="4358150"/>
              <a:ext cx="34716" cy="253593"/>
            </a:xfrm>
            <a:custGeom>
              <a:rect b="b" l="l" r="r" t="t"/>
              <a:pathLst>
                <a:path extrusionOk="0" h="9657" w="1322">
                  <a:moveTo>
                    <a:pt x="1" y="0"/>
                  </a:moveTo>
                  <a:lnTo>
                    <a:pt x="1" y="9657"/>
                  </a:lnTo>
                  <a:lnTo>
                    <a:pt x="1322" y="9657"/>
                  </a:lnTo>
                  <a:lnTo>
                    <a:pt x="1322" y="0"/>
                  </a:lnTo>
                  <a:close/>
                </a:path>
              </a:pathLst>
            </a:custGeom>
            <a:solidFill>
              <a:srgbClr val="9BABB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859" name="Google Shape;12859;p43"/>
            <p:cNvSpPr/>
            <p:nvPr/>
          </p:nvSpPr>
          <p:spPr>
            <a:xfrm>
              <a:off x="1136918" y="4358150"/>
              <a:ext cx="34716" cy="17122"/>
            </a:xfrm>
            <a:custGeom>
              <a:rect b="b" l="l" r="r" t="t"/>
              <a:pathLst>
                <a:path extrusionOk="0" h="652" w="1322">
                  <a:moveTo>
                    <a:pt x="1" y="0"/>
                  </a:moveTo>
                  <a:lnTo>
                    <a:pt x="1" y="651"/>
                  </a:lnTo>
                  <a:lnTo>
                    <a:pt x="1322" y="651"/>
                  </a:lnTo>
                  <a:lnTo>
                    <a:pt x="1322" y="0"/>
                  </a:lnTo>
                  <a:close/>
                </a:path>
              </a:pathLst>
            </a:custGeom>
            <a:solidFill>
              <a:srgbClr val="C0CAD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860" name="Google Shape;12860;p43"/>
            <p:cNvSpPr/>
            <p:nvPr/>
          </p:nvSpPr>
          <p:spPr>
            <a:xfrm>
              <a:off x="1136918" y="4525269"/>
              <a:ext cx="34716" cy="17384"/>
            </a:xfrm>
            <a:custGeom>
              <a:rect b="b" l="l" r="r" t="t"/>
              <a:pathLst>
                <a:path extrusionOk="0" h="662" w="1322">
                  <a:moveTo>
                    <a:pt x="1" y="1"/>
                  </a:moveTo>
                  <a:lnTo>
                    <a:pt x="1" y="661"/>
                  </a:lnTo>
                  <a:lnTo>
                    <a:pt x="1322" y="661"/>
                  </a:lnTo>
                  <a:lnTo>
                    <a:pt x="1322" y="1"/>
                  </a:lnTo>
                  <a:close/>
                </a:path>
              </a:pathLst>
            </a:custGeom>
            <a:solidFill>
              <a:srgbClr val="8297A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861" name="Google Shape;12861;p43"/>
            <p:cNvSpPr/>
            <p:nvPr/>
          </p:nvSpPr>
          <p:spPr>
            <a:xfrm>
              <a:off x="1136918" y="4485065"/>
              <a:ext cx="34716" cy="17122"/>
            </a:xfrm>
            <a:custGeom>
              <a:rect b="b" l="l" r="r" t="t"/>
              <a:pathLst>
                <a:path extrusionOk="0" h="652" w="1322">
                  <a:moveTo>
                    <a:pt x="1" y="0"/>
                  </a:moveTo>
                  <a:lnTo>
                    <a:pt x="1" y="651"/>
                  </a:lnTo>
                  <a:lnTo>
                    <a:pt x="1322" y="651"/>
                  </a:lnTo>
                  <a:lnTo>
                    <a:pt x="1322" y="0"/>
                  </a:lnTo>
                  <a:close/>
                </a:path>
              </a:pathLst>
            </a:custGeom>
            <a:solidFill>
              <a:srgbClr val="8297A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862" name="Google Shape;12862;p43"/>
            <p:cNvSpPr/>
            <p:nvPr/>
          </p:nvSpPr>
          <p:spPr>
            <a:xfrm>
              <a:off x="1125363" y="4479025"/>
              <a:ext cx="57825" cy="52047"/>
            </a:xfrm>
            <a:custGeom>
              <a:rect b="b" l="l" r="r" t="t"/>
              <a:pathLst>
                <a:path extrusionOk="0" h="1982" w="2202">
                  <a:moveTo>
                    <a:pt x="1752" y="441"/>
                  </a:moveTo>
                  <a:lnTo>
                    <a:pt x="1752" y="1542"/>
                  </a:lnTo>
                  <a:lnTo>
                    <a:pt x="441" y="1542"/>
                  </a:lnTo>
                  <a:lnTo>
                    <a:pt x="441" y="441"/>
                  </a:lnTo>
                  <a:close/>
                  <a:moveTo>
                    <a:pt x="441" y="1"/>
                  </a:moveTo>
                  <a:cubicBezTo>
                    <a:pt x="202" y="1"/>
                    <a:pt x="1" y="202"/>
                    <a:pt x="1" y="441"/>
                  </a:cubicBezTo>
                  <a:lnTo>
                    <a:pt x="1" y="1542"/>
                  </a:lnTo>
                  <a:cubicBezTo>
                    <a:pt x="1" y="1790"/>
                    <a:pt x="202" y="1982"/>
                    <a:pt x="441" y="1982"/>
                  </a:cubicBezTo>
                  <a:lnTo>
                    <a:pt x="1762" y="1982"/>
                  </a:lnTo>
                  <a:cubicBezTo>
                    <a:pt x="2001" y="1982"/>
                    <a:pt x="2202" y="1781"/>
                    <a:pt x="2192" y="1542"/>
                  </a:cubicBezTo>
                  <a:lnTo>
                    <a:pt x="2192" y="441"/>
                  </a:lnTo>
                  <a:cubicBezTo>
                    <a:pt x="2192" y="202"/>
                    <a:pt x="2001" y="1"/>
                    <a:pt x="1762" y="1"/>
                  </a:cubicBezTo>
                  <a:close/>
                </a:path>
              </a:pathLst>
            </a:custGeom>
            <a:solidFill>
              <a:srgbClr val="C0CAD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863" name="Google Shape;12863;p43"/>
            <p:cNvSpPr/>
            <p:nvPr/>
          </p:nvSpPr>
          <p:spPr>
            <a:xfrm>
              <a:off x="1148105" y="4478841"/>
              <a:ext cx="12211" cy="29122"/>
            </a:xfrm>
            <a:custGeom>
              <a:rect b="b" l="l" r="r" t="t"/>
              <a:pathLst>
                <a:path extrusionOk="0" h="1109" w="465">
                  <a:moveTo>
                    <a:pt x="232" y="1"/>
                  </a:moveTo>
                  <a:cubicBezTo>
                    <a:pt x="116" y="1"/>
                    <a:pt x="1" y="80"/>
                    <a:pt x="15" y="237"/>
                  </a:cubicBezTo>
                  <a:lnTo>
                    <a:pt x="15" y="888"/>
                  </a:lnTo>
                  <a:cubicBezTo>
                    <a:pt x="15" y="1013"/>
                    <a:pt x="111" y="1108"/>
                    <a:pt x="235" y="1108"/>
                  </a:cubicBezTo>
                  <a:cubicBezTo>
                    <a:pt x="350" y="1108"/>
                    <a:pt x="455" y="1013"/>
                    <a:pt x="455" y="888"/>
                  </a:cubicBezTo>
                  <a:lnTo>
                    <a:pt x="455" y="237"/>
                  </a:lnTo>
                  <a:cubicBezTo>
                    <a:pt x="465" y="80"/>
                    <a:pt x="348" y="1"/>
                    <a:pt x="232" y="1"/>
                  </a:cubicBezTo>
                  <a:close/>
                </a:path>
              </a:pathLst>
            </a:custGeom>
            <a:solidFill>
              <a:srgbClr val="B9C3C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864" name="Google Shape;12864;p43"/>
            <p:cNvSpPr/>
            <p:nvPr/>
          </p:nvSpPr>
          <p:spPr>
            <a:xfrm>
              <a:off x="1136918" y="4588844"/>
              <a:ext cx="34716" cy="22899"/>
            </a:xfrm>
            <a:custGeom>
              <a:rect b="b" l="l" r="r" t="t"/>
              <a:pathLst>
                <a:path extrusionOk="0" h="872" w="1322">
                  <a:moveTo>
                    <a:pt x="1" y="1"/>
                  </a:moveTo>
                  <a:lnTo>
                    <a:pt x="1" y="872"/>
                  </a:lnTo>
                  <a:lnTo>
                    <a:pt x="1322" y="872"/>
                  </a:lnTo>
                  <a:lnTo>
                    <a:pt x="1322" y="1"/>
                  </a:lnTo>
                  <a:close/>
                </a:path>
              </a:pathLst>
            </a:custGeom>
            <a:solidFill>
              <a:srgbClr val="8297A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865" name="Google Shape;12865;p43"/>
            <p:cNvSpPr/>
            <p:nvPr/>
          </p:nvSpPr>
          <p:spPr>
            <a:xfrm>
              <a:off x="1021584" y="4461956"/>
              <a:ext cx="57562" cy="23135"/>
            </a:xfrm>
            <a:custGeom>
              <a:rect b="b" l="l" r="r" t="t"/>
              <a:pathLst>
                <a:path extrusionOk="0" h="881" w="2192">
                  <a:moveTo>
                    <a:pt x="220" y="0"/>
                  </a:moveTo>
                  <a:cubicBezTo>
                    <a:pt x="96" y="0"/>
                    <a:pt x="0" y="96"/>
                    <a:pt x="0" y="220"/>
                  </a:cubicBezTo>
                  <a:lnTo>
                    <a:pt x="0" y="660"/>
                  </a:lnTo>
                  <a:cubicBezTo>
                    <a:pt x="0" y="775"/>
                    <a:pt x="96" y="880"/>
                    <a:pt x="220" y="880"/>
                  </a:cubicBezTo>
                  <a:lnTo>
                    <a:pt x="1972" y="880"/>
                  </a:lnTo>
                  <a:cubicBezTo>
                    <a:pt x="2096" y="880"/>
                    <a:pt x="2192" y="775"/>
                    <a:pt x="2192" y="660"/>
                  </a:cubicBezTo>
                  <a:lnTo>
                    <a:pt x="2192" y="220"/>
                  </a:lnTo>
                  <a:cubicBezTo>
                    <a:pt x="2192" y="96"/>
                    <a:pt x="2096" y="0"/>
                    <a:pt x="1972" y="0"/>
                  </a:cubicBezTo>
                  <a:close/>
                </a:path>
              </a:pathLst>
            </a:custGeom>
            <a:solidFill>
              <a:srgbClr val="C0CAD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866" name="Google Shape;12866;p43"/>
            <p:cNvSpPr/>
            <p:nvPr/>
          </p:nvSpPr>
          <p:spPr>
            <a:xfrm>
              <a:off x="1021584" y="4473510"/>
              <a:ext cx="57562" cy="11581"/>
            </a:xfrm>
            <a:custGeom>
              <a:rect b="b" l="l" r="r" t="t"/>
              <a:pathLst>
                <a:path extrusionOk="0" h="441" w="2192">
                  <a:moveTo>
                    <a:pt x="220" y="0"/>
                  </a:moveTo>
                  <a:cubicBezTo>
                    <a:pt x="96" y="0"/>
                    <a:pt x="0" y="96"/>
                    <a:pt x="0" y="220"/>
                  </a:cubicBezTo>
                  <a:cubicBezTo>
                    <a:pt x="0" y="335"/>
                    <a:pt x="96" y="440"/>
                    <a:pt x="220" y="440"/>
                  </a:cubicBezTo>
                  <a:lnTo>
                    <a:pt x="1972" y="440"/>
                  </a:lnTo>
                  <a:cubicBezTo>
                    <a:pt x="2096" y="440"/>
                    <a:pt x="2192" y="335"/>
                    <a:pt x="2192" y="220"/>
                  </a:cubicBezTo>
                  <a:cubicBezTo>
                    <a:pt x="2192" y="96"/>
                    <a:pt x="2096" y="0"/>
                    <a:pt x="1972" y="0"/>
                  </a:cubicBezTo>
                  <a:close/>
                </a:path>
              </a:pathLst>
            </a:custGeom>
            <a:solidFill>
              <a:srgbClr val="9BABB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2867" name="Google Shape;12867;p43"/>
          <p:cNvGrpSpPr/>
          <p:nvPr/>
        </p:nvGrpSpPr>
        <p:grpSpPr>
          <a:xfrm>
            <a:off x="916019" y="3669206"/>
            <a:ext cx="250100" cy="336785"/>
            <a:chOff x="916019" y="3821606"/>
            <a:chExt cx="250100" cy="336785"/>
          </a:xfrm>
        </p:grpSpPr>
        <p:sp>
          <p:nvSpPr>
            <p:cNvPr id="12868" name="Google Shape;12868;p43"/>
            <p:cNvSpPr/>
            <p:nvPr/>
          </p:nvSpPr>
          <p:spPr>
            <a:xfrm>
              <a:off x="995429" y="3887676"/>
              <a:ext cx="32694" cy="71926"/>
            </a:xfrm>
            <a:custGeom>
              <a:rect b="b" l="l" r="r" t="t"/>
              <a:pathLst>
                <a:path extrusionOk="0" h="2739" w="1245">
                  <a:moveTo>
                    <a:pt x="747" y="1"/>
                  </a:moveTo>
                  <a:cubicBezTo>
                    <a:pt x="336" y="1"/>
                    <a:pt x="1" y="336"/>
                    <a:pt x="1" y="747"/>
                  </a:cubicBezTo>
                  <a:lnTo>
                    <a:pt x="1" y="920"/>
                  </a:lnTo>
                  <a:cubicBezTo>
                    <a:pt x="1" y="1140"/>
                    <a:pt x="39" y="1350"/>
                    <a:pt x="106" y="1551"/>
                  </a:cubicBezTo>
                  <a:lnTo>
                    <a:pt x="498" y="2738"/>
                  </a:lnTo>
                  <a:lnTo>
                    <a:pt x="1245" y="2738"/>
                  </a:lnTo>
                  <a:lnTo>
                    <a:pt x="1245" y="1"/>
                  </a:lnTo>
                  <a:close/>
                </a:path>
              </a:pathLst>
            </a:custGeom>
            <a:solidFill>
              <a:srgbClr val="657A8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869" name="Google Shape;12869;p43"/>
            <p:cNvSpPr/>
            <p:nvPr/>
          </p:nvSpPr>
          <p:spPr>
            <a:xfrm>
              <a:off x="1008506" y="3881163"/>
              <a:ext cx="78176" cy="78439"/>
            </a:xfrm>
            <a:custGeom>
              <a:rect b="b" l="l" r="r" t="t"/>
              <a:pathLst>
                <a:path extrusionOk="0" h="2987" w="2977">
                  <a:moveTo>
                    <a:pt x="747" y="0"/>
                  </a:moveTo>
                  <a:cubicBezTo>
                    <a:pt x="335" y="0"/>
                    <a:pt x="0" y="335"/>
                    <a:pt x="0" y="747"/>
                  </a:cubicBezTo>
                  <a:cubicBezTo>
                    <a:pt x="0" y="1024"/>
                    <a:pt x="221" y="1244"/>
                    <a:pt x="498" y="1244"/>
                  </a:cubicBezTo>
                  <a:lnTo>
                    <a:pt x="2479" y="2986"/>
                  </a:lnTo>
                  <a:lnTo>
                    <a:pt x="2900" y="1512"/>
                  </a:lnTo>
                  <a:cubicBezTo>
                    <a:pt x="2958" y="1330"/>
                    <a:pt x="2977" y="1149"/>
                    <a:pt x="2977" y="967"/>
                  </a:cubicBezTo>
                  <a:lnTo>
                    <a:pt x="2977" y="498"/>
                  </a:lnTo>
                  <a:cubicBezTo>
                    <a:pt x="2977" y="220"/>
                    <a:pt x="2757" y="0"/>
                    <a:pt x="2479" y="0"/>
                  </a:cubicBezTo>
                  <a:close/>
                </a:path>
              </a:pathLst>
            </a:custGeom>
            <a:solidFill>
              <a:srgbClr val="657A8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870" name="Google Shape;12870;p43"/>
            <p:cNvSpPr/>
            <p:nvPr/>
          </p:nvSpPr>
          <p:spPr>
            <a:xfrm>
              <a:off x="1021584" y="3978903"/>
              <a:ext cx="38970" cy="28939"/>
            </a:xfrm>
            <a:custGeom>
              <a:rect b="b" l="l" r="r" t="t"/>
              <a:pathLst>
                <a:path extrusionOk="0" h="1102" w="1484">
                  <a:moveTo>
                    <a:pt x="0" y="1"/>
                  </a:moveTo>
                  <a:lnTo>
                    <a:pt x="0" y="1102"/>
                  </a:lnTo>
                  <a:lnTo>
                    <a:pt x="1483" y="1102"/>
                  </a:lnTo>
                  <a:lnTo>
                    <a:pt x="1483" y="1"/>
                  </a:lnTo>
                  <a:close/>
                </a:path>
              </a:pathLst>
            </a:custGeom>
            <a:solidFill>
              <a:srgbClr val="AAB8C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871" name="Google Shape;12871;p43"/>
            <p:cNvSpPr/>
            <p:nvPr/>
          </p:nvSpPr>
          <p:spPr>
            <a:xfrm>
              <a:off x="1021584" y="3979166"/>
              <a:ext cx="39232" cy="15861"/>
            </a:xfrm>
            <a:custGeom>
              <a:rect b="b" l="l" r="r" t="t"/>
              <a:pathLst>
                <a:path extrusionOk="0" h="604" w="1494">
                  <a:moveTo>
                    <a:pt x="0" y="1"/>
                  </a:moveTo>
                  <a:lnTo>
                    <a:pt x="0" y="460"/>
                  </a:lnTo>
                  <a:cubicBezTo>
                    <a:pt x="239" y="556"/>
                    <a:pt x="493" y="603"/>
                    <a:pt x="747" y="603"/>
                  </a:cubicBezTo>
                  <a:cubicBezTo>
                    <a:pt x="1000" y="603"/>
                    <a:pt x="1254" y="556"/>
                    <a:pt x="1493" y="460"/>
                  </a:cubicBezTo>
                  <a:lnTo>
                    <a:pt x="1493" y="1"/>
                  </a:lnTo>
                  <a:close/>
                </a:path>
              </a:pathLst>
            </a:custGeom>
            <a:solidFill>
              <a:srgbClr val="99A8B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872" name="Google Shape;12872;p43"/>
            <p:cNvSpPr/>
            <p:nvPr/>
          </p:nvSpPr>
          <p:spPr>
            <a:xfrm>
              <a:off x="975839" y="3994738"/>
              <a:ext cx="130460" cy="55067"/>
            </a:xfrm>
            <a:custGeom>
              <a:rect b="b" l="l" r="r" t="t"/>
              <a:pathLst>
                <a:path extrusionOk="0" h="2097" w="4968">
                  <a:moveTo>
                    <a:pt x="1742" y="1"/>
                  </a:moveTo>
                  <a:lnTo>
                    <a:pt x="546" y="345"/>
                  </a:lnTo>
                  <a:cubicBezTo>
                    <a:pt x="220" y="441"/>
                    <a:pt x="0" y="728"/>
                    <a:pt x="0" y="1063"/>
                  </a:cubicBezTo>
                  <a:lnTo>
                    <a:pt x="0" y="2097"/>
                  </a:lnTo>
                  <a:lnTo>
                    <a:pt x="4967" y="2097"/>
                  </a:lnTo>
                  <a:lnTo>
                    <a:pt x="4967" y="1063"/>
                  </a:lnTo>
                  <a:cubicBezTo>
                    <a:pt x="4967" y="728"/>
                    <a:pt x="4747" y="441"/>
                    <a:pt x="4431" y="345"/>
                  </a:cubicBezTo>
                  <a:lnTo>
                    <a:pt x="3235" y="1"/>
                  </a:lnTo>
                  <a:lnTo>
                    <a:pt x="2489" y="499"/>
                  </a:lnTo>
                  <a:lnTo>
                    <a:pt x="1742" y="1"/>
                  </a:lnTo>
                  <a:close/>
                </a:path>
              </a:pathLst>
            </a:custGeom>
            <a:solidFill>
              <a:srgbClr val="E2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873" name="Google Shape;12873;p43"/>
            <p:cNvSpPr/>
            <p:nvPr/>
          </p:nvSpPr>
          <p:spPr>
            <a:xfrm>
              <a:off x="1034635" y="4007815"/>
              <a:ext cx="13104" cy="52809"/>
            </a:xfrm>
            <a:custGeom>
              <a:rect b="b" l="l" r="r" t="t"/>
              <a:pathLst>
                <a:path extrusionOk="0" h="2011" w="499">
                  <a:moveTo>
                    <a:pt x="125" y="1"/>
                  </a:moveTo>
                  <a:lnTo>
                    <a:pt x="1" y="2010"/>
                  </a:lnTo>
                  <a:lnTo>
                    <a:pt x="498" y="2010"/>
                  </a:lnTo>
                  <a:lnTo>
                    <a:pt x="374" y="1"/>
                  </a:lnTo>
                  <a:close/>
                </a:path>
              </a:pathLst>
            </a:custGeom>
            <a:solidFill>
              <a:srgbClr val="47607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874" name="Google Shape;12874;p43"/>
            <p:cNvSpPr/>
            <p:nvPr/>
          </p:nvSpPr>
          <p:spPr>
            <a:xfrm>
              <a:off x="1001968" y="3914041"/>
              <a:ext cx="78176" cy="71427"/>
            </a:xfrm>
            <a:custGeom>
              <a:rect b="b" l="l" r="r" t="t"/>
              <a:pathLst>
                <a:path extrusionOk="0" h="2720" w="2977">
                  <a:moveTo>
                    <a:pt x="928" y="1"/>
                  </a:moveTo>
                  <a:cubicBezTo>
                    <a:pt x="804" y="1"/>
                    <a:pt x="683" y="57"/>
                    <a:pt x="594" y="145"/>
                  </a:cubicBezTo>
                  <a:lnTo>
                    <a:pt x="144" y="595"/>
                  </a:lnTo>
                  <a:cubicBezTo>
                    <a:pt x="58" y="681"/>
                    <a:pt x="1" y="815"/>
                    <a:pt x="1" y="940"/>
                  </a:cubicBezTo>
                  <a:lnTo>
                    <a:pt x="1" y="1236"/>
                  </a:lnTo>
                  <a:cubicBezTo>
                    <a:pt x="1" y="2059"/>
                    <a:pt x="671" y="2720"/>
                    <a:pt x="1494" y="2720"/>
                  </a:cubicBezTo>
                  <a:cubicBezTo>
                    <a:pt x="2317" y="2720"/>
                    <a:pt x="2977" y="2059"/>
                    <a:pt x="2977" y="1236"/>
                  </a:cubicBezTo>
                  <a:lnTo>
                    <a:pt x="2977" y="921"/>
                  </a:lnTo>
                  <a:cubicBezTo>
                    <a:pt x="2977" y="787"/>
                    <a:pt x="2929" y="662"/>
                    <a:pt x="2833" y="567"/>
                  </a:cubicBezTo>
                  <a:cubicBezTo>
                    <a:pt x="2451" y="193"/>
                    <a:pt x="1752" y="21"/>
                    <a:pt x="958" y="2"/>
                  </a:cubicBezTo>
                  <a:cubicBezTo>
                    <a:pt x="948" y="1"/>
                    <a:pt x="938" y="1"/>
                    <a:pt x="928" y="1"/>
                  </a:cubicBezTo>
                  <a:close/>
                </a:path>
              </a:pathLst>
            </a:custGeom>
            <a:solidFill>
              <a:srgbClr val="BBC6C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875" name="Google Shape;12875;p43"/>
            <p:cNvSpPr/>
            <p:nvPr/>
          </p:nvSpPr>
          <p:spPr>
            <a:xfrm>
              <a:off x="1001968" y="3914041"/>
              <a:ext cx="78176" cy="70167"/>
            </a:xfrm>
            <a:custGeom>
              <a:rect b="b" l="l" r="r" t="t"/>
              <a:pathLst>
                <a:path extrusionOk="0" h="2672" w="2977">
                  <a:moveTo>
                    <a:pt x="928" y="1"/>
                  </a:moveTo>
                  <a:cubicBezTo>
                    <a:pt x="804" y="1"/>
                    <a:pt x="683" y="57"/>
                    <a:pt x="594" y="145"/>
                  </a:cubicBezTo>
                  <a:lnTo>
                    <a:pt x="144" y="595"/>
                  </a:lnTo>
                  <a:cubicBezTo>
                    <a:pt x="58" y="681"/>
                    <a:pt x="1" y="815"/>
                    <a:pt x="1" y="940"/>
                  </a:cubicBezTo>
                  <a:lnTo>
                    <a:pt x="1" y="1236"/>
                  </a:lnTo>
                  <a:cubicBezTo>
                    <a:pt x="1" y="1897"/>
                    <a:pt x="441" y="2481"/>
                    <a:pt x="1082" y="2672"/>
                  </a:cubicBezTo>
                  <a:cubicBezTo>
                    <a:pt x="862" y="2404"/>
                    <a:pt x="747" y="2079"/>
                    <a:pt x="747" y="1734"/>
                  </a:cubicBezTo>
                  <a:lnTo>
                    <a:pt x="747" y="1007"/>
                  </a:lnTo>
                  <a:cubicBezTo>
                    <a:pt x="747" y="731"/>
                    <a:pt x="968" y="508"/>
                    <a:pt x="1240" y="508"/>
                  </a:cubicBezTo>
                  <a:cubicBezTo>
                    <a:pt x="1251" y="508"/>
                    <a:pt x="1262" y="508"/>
                    <a:pt x="1273" y="509"/>
                  </a:cubicBezTo>
                  <a:cubicBezTo>
                    <a:pt x="1771" y="547"/>
                    <a:pt x="2518" y="633"/>
                    <a:pt x="2977" y="844"/>
                  </a:cubicBezTo>
                  <a:cubicBezTo>
                    <a:pt x="2958" y="739"/>
                    <a:pt x="2910" y="643"/>
                    <a:pt x="2833" y="567"/>
                  </a:cubicBezTo>
                  <a:cubicBezTo>
                    <a:pt x="2451" y="193"/>
                    <a:pt x="1752" y="21"/>
                    <a:pt x="958" y="2"/>
                  </a:cubicBezTo>
                  <a:cubicBezTo>
                    <a:pt x="948" y="1"/>
                    <a:pt x="938" y="1"/>
                    <a:pt x="928" y="1"/>
                  </a:cubicBezTo>
                  <a:close/>
                </a:path>
              </a:pathLst>
            </a:custGeom>
            <a:solidFill>
              <a:srgbClr val="AAB8C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876" name="Google Shape;12876;p43"/>
            <p:cNvSpPr/>
            <p:nvPr/>
          </p:nvSpPr>
          <p:spPr>
            <a:xfrm>
              <a:off x="1034635" y="4007815"/>
              <a:ext cx="13104" cy="13104"/>
            </a:xfrm>
            <a:custGeom>
              <a:rect b="b" l="l" r="r" t="t"/>
              <a:pathLst>
                <a:path extrusionOk="0" h="499" w="499">
                  <a:moveTo>
                    <a:pt x="1" y="1"/>
                  </a:moveTo>
                  <a:lnTo>
                    <a:pt x="1" y="393"/>
                  </a:lnTo>
                  <a:cubicBezTo>
                    <a:pt x="1" y="450"/>
                    <a:pt x="49" y="498"/>
                    <a:pt x="106" y="498"/>
                  </a:cubicBezTo>
                  <a:lnTo>
                    <a:pt x="393" y="498"/>
                  </a:lnTo>
                  <a:cubicBezTo>
                    <a:pt x="451" y="498"/>
                    <a:pt x="489" y="450"/>
                    <a:pt x="498" y="393"/>
                  </a:cubicBezTo>
                  <a:lnTo>
                    <a:pt x="498" y="1"/>
                  </a:lnTo>
                  <a:close/>
                </a:path>
              </a:pathLst>
            </a:custGeom>
            <a:solidFill>
              <a:srgbClr val="465C7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877" name="Google Shape;12877;p43"/>
            <p:cNvSpPr/>
            <p:nvPr/>
          </p:nvSpPr>
          <p:spPr>
            <a:xfrm>
              <a:off x="1014284" y="3989643"/>
              <a:ext cx="26917" cy="27442"/>
            </a:xfrm>
            <a:custGeom>
              <a:rect b="b" l="l" r="r" t="t"/>
              <a:pathLst>
                <a:path extrusionOk="0" h="1045" w="1025">
                  <a:moveTo>
                    <a:pt x="235" y="1"/>
                  </a:moveTo>
                  <a:cubicBezTo>
                    <a:pt x="204" y="1"/>
                    <a:pt x="175" y="15"/>
                    <a:pt x="154" y="42"/>
                  </a:cubicBezTo>
                  <a:lnTo>
                    <a:pt x="1" y="281"/>
                  </a:lnTo>
                  <a:lnTo>
                    <a:pt x="383" y="970"/>
                  </a:lnTo>
                  <a:cubicBezTo>
                    <a:pt x="408" y="1019"/>
                    <a:pt x="459" y="1044"/>
                    <a:pt x="512" y="1044"/>
                  </a:cubicBezTo>
                  <a:cubicBezTo>
                    <a:pt x="543" y="1044"/>
                    <a:pt x="575" y="1036"/>
                    <a:pt x="603" y="1018"/>
                  </a:cubicBezTo>
                  <a:lnTo>
                    <a:pt x="1025" y="693"/>
                  </a:lnTo>
                  <a:lnTo>
                    <a:pt x="307" y="32"/>
                  </a:lnTo>
                  <a:cubicBezTo>
                    <a:pt x="285" y="11"/>
                    <a:pt x="260" y="1"/>
                    <a:pt x="235" y="1"/>
                  </a:cubicBezTo>
                  <a:close/>
                </a:path>
              </a:pathLst>
            </a:custGeom>
            <a:solidFill>
              <a:srgbClr val="C3CDD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878" name="Google Shape;12878;p43"/>
            <p:cNvSpPr/>
            <p:nvPr/>
          </p:nvSpPr>
          <p:spPr>
            <a:xfrm>
              <a:off x="1041174" y="3989643"/>
              <a:ext cx="26680" cy="27442"/>
            </a:xfrm>
            <a:custGeom>
              <a:rect b="b" l="l" r="r" t="t"/>
              <a:pathLst>
                <a:path extrusionOk="0" h="1045" w="1016">
                  <a:moveTo>
                    <a:pt x="786" y="1"/>
                  </a:moveTo>
                  <a:cubicBezTo>
                    <a:pt x="761" y="1"/>
                    <a:pt x="736" y="11"/>
                    <a:pt x="718" y="32"/>
                  </a:cubicBezTo>
                  <a:lnTo>
                    <a:pt x="1" y="693"/>
                  </a:lnTo>
                  <a:lnTo>
                    <a:pt x="422" y="1018"/>
                  </a:lnTo>
                  <a:cubicBezTo>
                    <a:pt x="446" y="1036"/>
                    <a:pt x="476" y="1044"/>
                    <a:pt x="506" y="1044"/>
                  </a:cubicBezTo>
                  <a:cubicBezTo>
                    <a:pt x="558" y="1044"/>
                    <a:pt x="611" y="1019"/>
                    <a:pt x="642" y="970"/>
                  </a:cubicBezTo>
                  <a:lnTo>
                    <a:pt x="1015" y="281"/>
                  </a:lnTo>
                  <a:lnTo>
                    <a:pt x="862" y="42"/>
                  </a:lnTo>
                  <a:cubicBezTo>
                    <a:pt x="846" y="15"/>
                    <a:pt x="816" y="1"/>
                    <a:pt x="786" y="1"/>
                  </a:cubicBezTo>
                  <a:close/>
                </a:path>
              </a:pathLst>
            </a:custGeom>
            <a:solidFill>
              <a:srgbClr val="C3CDD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879" name="Google Shape;12879;p43"/>
            <p:cNvSpPr/>
            <p:nvPr/>
          </p:nvSpPr>
          <p:spPr>
            <a:xfrm>
              <a:off x="916019" y="3821606"/>
              <a:ext cx="250100" cy="336785"/>
            </a:xfrm>
            <a:custGeom>
              <a:rect b="b" l="l" r="r" t="t"/>
              <a:pathLst>
                <a:path extrusionOk="0" h="12825" w="9524">
                  <a:moveTo>
                    <a:pt x="4737" y="1436"/>
                  </a:moveTo>
                  <a:cubicBezTo>
                    <a:pt x="6442" y="1436"/>
                    <a:pt x="8078" y="2761"/>
                    <a:pt x="8078" y="4756"/>
                  </a:cubicBezTo>
                  <a:cubicBezTo>
                    <a:pt x="8078" y="6584"/>
                    <a:pt x="6594" y="8068"/>
                    <a:pt x="4767" y="8068"/>
                  </a:cubicBezTo>
                  <a:cubicBezTo>
                    <a:pt x="1809" y="8058"/>
                    <a:pt x="336" y="4498"/>
                    <a:pt x="2422" y="2412"/>
                  </a:cubicBezTo>
                  <a:cubicBezTo>
                    <a:pt x="3096" y="1738"/>
                    <a:pt x="3924" y="1436"/>
                    <a:pt x="4737" y="1436"/>
                  </a:cubicBezTo>
                  <a:close/>
                  <a:moveTo>
                    <a:pt x="4767" y="0"/>
                  </a:moveTo>
                  <a:cubicBezTo>
                    <a:pt x="2135" y="0"/>
                    <a:pt x="10" y="2125"/>
                    <a:pt x="1" y="4756"/>
                  </a:cubicBezTo>
                  <a:cubicBezTo>
                    <a:pt x="1" y="9714"/>
                    <a:pt x="4767" y="12824"/>
                    <a:pt x="4767" y="12824"/>
                  </a:cubicBezTo>
                  <a:cubicBezTo>
                    <a:pt x="4767" y="12824"/>
                    <a:pt x="9523" y="9714"/>
                    <a:pt x="9523" y="4756"/>
                  </a:cubicBezTo>
                  <a:cubicBezTo>
                    <a:pt x="9523" y="2125"/>
                    <a:pt x="7389" y="0"/>
                    <a:pt x="4767" y="0"/>
                  </a:cubicBezTo>
                  <a:close/>
                </a:path>
              </a:pathLst>
            </a:custGeom>
            <a:solidFill>
              <a:srgbClr val="657A8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880" name="Google Shape;12880;p43"/>
            <p:cNvSpPr/>
            <p:nvPr/>
          </p:nvSpPr>
          <p:spPr>
            <a:xfrm>
              <a:off x="916019" y="3821606"/>
              <a:ext cx="241539" cy="336785"/>
            </a:xfrm>
            <a:custGeom>
              <a:rect b="b" l="l" r="r" t="t"/>
              <a:pathLst>
                <a:path extrusionOk="0" h="12825" w="9198">
                  <a:moveTo>
                    <a:pt x="4735" y="1436"/>
                  </a:moveTo>
                  <a:cubicBezTo>
                    <a:pt x="6438" y="1436"/>
                    <a:pt x="8071" y="2761"/>
                    <a:pt x="8078" y="4756"/>
                  </a:cubicBezTo>
                  <a:cubicBezTo>
                    <a:pt x="8078" y="6584"/>
                    <a:pt x="6594" y="8068"/>
                    <a:pt x="4767" y="8068"/>
                  </a:cubicBezTo>
                  <a:cubicBezTo>
                    <a:pt x="1809" y="8068"/>
                    <a:pt x="336" y="4498"/>
                    <a:pt x="2422" y="2412"/>
                  </a:cubicBezTo>
                  <a:cubicBezTo>
                    <a:pt x="3096" y="1738"/>
                    <a:pt x="3923" y="1436"/>
                    <a:pt x="4735" y="1436"/>
                  </a:cubicBezTo>
                  <a:close/>
                  <a:moveTo>
                    <a:pt x="4767" y="0"/>
                  </a:moveTo>
                  <a:cubicBezTo>
                    <a:pt x="2135" y="0"/>
                    <a:pt x="10" y="2125"/>
                    <a:pt x="1" y="4756"/>
                  </a:cubicBezTo>
                  <a:cubicBezTo>
                    <a:pt x="1" y="9714"/>
                    <a:pt x="4767" y="12824"/>
                    <a:pt x="4767" y="12824"/>
                  </a:cubicBezTo>
                  <a:cubicBezTo>
                    <a:pt x="4767" y="12824"/>
                    <a:pt x="3628" y="11274"/>
                    <a:pt x="2967" y="8623"/>
                  </a:cubicBezTo>
                  <a:cubicBezTo>
                    <a:pt x="2936" y="8482"/>
                    <a:pt x="3046" y="8366"/>
                    <a:pt x="3171" y="8366"/>
                  </a:cubicBezTo>
                  <a:cubicBezTo>
                    <a:pt x="3199" y="8366"/>
                    <a:pt x="3227" y="8372"/>
                    <a:pt x="3254" y="8384"/>
                  </a:cubicBezTo>
                  <a:cubicBezTo>
                    <a:pt x="3750" y="8589"/>
                    <a:pt x="4262" y="8686"/>
                    <a:pt x="4763" y="8686"/>
                  </a:cubicBezTo>
                  <a:cubicBezTo>
                    <a:pt x="6459" y="8686"/>
                    <a:pt x="8045" y="7581"/>
                    <a:pt x="8547" y="5838"/>
                  </a:cubicBezTo>
                  <a:cubicBezTo>
                    <a:pt x="9198" y="3579"/>
                    <a:pt x="7724" y="1254"/>
                    <a:pt x="5408" y="871"/>
                  </a:cubicBezTo>
                  <a:lnTo>
                    <a:pt x="5398" y="880"/>
                  </a:lnTo>
                  <a:cubicBezTo>
                    <a:pt x="5187" y="845"/>
                    <a:pt x="4974" y="827"/>
                    <a:pt x="4760" y="827"/>
                  </a:cubicBezTo>
                  <a:cubicBezTo>
                    <a:pt x="4462" y="827"/>
                    <a:pt x="4163" y="861"/>
                    <a:pt x="3867" y="928"/>
                  </a:cubicBezTo>
                  <a:cubicBezTo>
                    <a:pt x="3849" y="933"/>
                    <a:pt x="3832" y="935"/>
                    <a:pt x="3816" y="935"/>
                  </a:cubicBezTo>
                  <a:cubicBezTo>
                    <a:pt x="3653" y="935"/>
                    <a:pt x="3553" y="732"/>
                    <a:pt x="3666" y="593"/>
                  </a:cubicBezTo>
                  <a:cubicBezTo>
                    <a:pt x="3991" y="220"/>
                    <a:pt x="4365" y="0"/>
                    <a:pt x="4767" y="0"/>
                  </a:cubicBezTo>
                  <a:close/>
                </a:path>
              </a:pathLst>
            </a:custGeom>
            <a:solidFill>
              <a:srgbClr val="657A8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2881" name="Google Shape;12881;p43"/>
          <p:cNvGrpSpPr/>
          <p:nvPr/>
        </p:nvGrpSpPr>
        <p:grpSpPr>
          <a:xfrm>
            <a:off x="849686" y="2757170"/>
            <a:ext cx="374730" cy="332504"/>
            <a:chOff x="849686" y="2909570"/>
            <a:chExt cx="374730" cy="332504"/>
          </a:xfrm>
        </p:grpSpPr>
        <p:sp>
          <p:nvSpPr>
            <p:cNvPr id="12882" name="Google Shape;12882;p43"/>
            <p:cNvSpPr/>
            <p:nvPr/>
          </p:nvSpPr>
          <p:spPr>
            <a:xfrm>
              <a:off x="1006747" y="2909570"/>
              <a:ext cx="217669" cy="181483"/>
            </a:xfrm>
            <a:custGeom>
              <a:rect b="b" l="l" r="r" t="t"/>
              <a:pathLst>
                <a:path extrusionOk="0" h="6911" w="8289">
                  <a:moveTo>
                    <a:pt x="460" y="1"/>
                  </a:moveTo>
                  <a:cubicBezTo>
                    <a:pt x="211" y="1"/>
                    <a:pt x="0" y="211"/>
                    <a:pt x="0" y="469"/>
                  </a:cubicBezTo>
                  <a:lnTo>
                    <a:pt x="0" y="6451"/>
                  </a:lnTo>
                  <a:cubicBezTo>
                    <a:pt x="0" y="6700"/>
                    <a:pt x="211" y="6910"/>
                    <a:pt x="469" y="6910"/>
                  </a:cubicBezTo>
                  <a:lnTo>
                    <a:pt x="7829" y="6910"/>
                  </a:lnTo>
                  <a:cubicBezTo>
                    <a:pt x="8087" y="6901"/>
                    <a:pt x="8288" y="6700"/>
                    <a:pt x="8288" y="6451"/>
                  </a:cubicBezTo>
                  <a:lnTo>
                    <a:pt x="8288" y="469"/>
                  </a:lnTo>
                  <a:cubicBezTo>
                    <a:pt x="8288" y="211"/>
                    <a:pt x="8078" y="1"/>
                    <a:pt x="7829" y="1"/>
                  </a:cubicBezTo>
                  <a:close/>
                </a:path>
              </a:pathLst>
            </a:custGeom>
            <a:solidFill>
              <a:srgbClr val="E2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883" name="Google Shape;12883;p43"/>
            <p:cNvSpPr/>
            <p:nvPr/>
          </p:nvSpPr>
          <p:spPr>
            <a:xfrm>
              <a:off x="849686" y="3053580"/>
              <a:ext cx="217905" cy="188494"/>
            </a:xfrm>
            <a:custGeom>
              <a:rect b="b" l="l" r="r" t="t"/>
              <a:pathLst>
                <a:path extrusionOk="0" h="7178" w="8298">
                  <a:moveTo>
                    <a:pt x="8117" y="0"/>
                  </a:moveTo>
                  <a:cubicBezTo>
                    <a:pt x="8073" y="0"/>
                    <a:pt x="8029" y="19"/>
                    <a:pt x="8001" y="58"/>
                  </a:cubicBezTo>
                  <a:lnTo>
                    <a:pt x="3809" y="4058"/>
                  </a:lnTo>
                  <a:cubicBezTo>
                    <a:pt x="3723" y="4135"/>
                    <a:pt x="3608" y="4183"/>
                    <a:pt x="3493" y="4183"/>
                  </a:cubicBezTo>
                  <a:lnTo>
                    <a:pt x="3445" y="4183"/>
                  </a:lnTo>
                  <a:cubicBezTo>
                    <a:pt x="3196" y="4183"/>
                    <a:pt x="2996" y="3982"/>
                    <a:pt x="2996" y="3723"/>
                  </a:cubicBezTo>
                  <a:lnTo>
                    <a:pt x="2996" y="3493"/>
                  </a:lnTo>
                  <a:lnTo>
                    <a:pt x="1608" y="3493"/>
                  </a:lnTo>
                  <a:lnTo>
                    <a:pt x="1608" y="3723"/>
                  </a:lnTo>
                  <a:cubicBezTo>
                    <a:pt x="1608" y="3934"/>
                    <a:pt x="1474" y="4116"/>
                    <a:pt x="1282" y="4173"/>
                  </a:cubicBezTo>
                  <a:lnTo>
                    <a:pt x="498" y="4393"/>
                  </a:lnTo>
                  <a:cubicBezTo>
                    <a:pt x="201" y="4470"/>
                    <a:pt x="0" y="4747"/>
                    <a:pt x="0" y="5053"/>
                  </a:cubicBezTo>
                  <a:lnTo>
                    <a:pt x="0" y="6948"/>
                  </a:lnTo>
                  <a:cubicBezTo>
                    <a:pt x="0" y="7073"/>
                    <a:pt x="105" y="7178"/>
                    <a:pt x="230" y="7178"/>
                  </a:cubicBezTo>
                  <a:lnTo>
                    <a:pt x="3455" y="7178"/>
                  </a:lnTo>
                  <a:cubicBezTo>
                    <a:pt x="3579" y="7178"/>
                    <a:pt x="3685" y="7073"/>
                    <a:pt x="3685" y="6948"/>
                  </a:cubicBezTo>
                  <a:lnTo>
                    <a:pt x="3685" y="5953"/>
                  </a:lnTo>
                  <a:cubicBezTo>
                    <a:pt x="3685" y="5704"/>
                    <a:pt x="3780" y="5474"/>
                    <a:pt x="3953" y="5302"/>
                  </a:cubicBezTo>
                  <a:lnTo>
                    <a:pt x="7867" y="1378"/>
                  </a:lnTo>
                  <a:cubicBezTo>
                    <a:pt x="7982" y="1264"/>
                    <a:pt x="8029" y="1101"/>
                    <a:pt x="7991" y="938"/>
                  </a:cubicBezTo>
                  <a:lnTo>
                    <a:pt x="7905" y="613"/>
                  </a:lnTo>
                  <a:lnTo>
                    <a:pt x="8230" y="287"/>
                  </a:lnTo>
                  <a:cubicBezTo>
                    <a:pt x="8297" y="230"/>
                    <a:pt x="8297" y="115"/>
                    <a:pt x="8240" y="58"/>
                  </a:cubicBezTo>
                  <a:cubicBezTo>
                    <a:pt x="8207" y="19"/>
                    <a:pt x="8161" y="0"/>
                    <a:pt x="8117" y="0"/>
                  </a:cubicBezTo>
                  <a:close/>
                </a:path>
              </a:pathLst>
            </a:custGeom>
            <a:solidFill>
              <a:srgbClr val="AAB8C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884" name="Google Shape;12884;p43"/>
            <p:cNvSpPr/>
            <p:nvPr/>
          </p:nvSpPr>
          <p:spPr>
            <a:xfrm>
              <a:off x="889391" y="3145306"/>
              <a:ext cx="41491" cy="18119"/>
            </a:xfrm>
            <a:custGeom>
              <a:rect b="b" l="l" r="r" t="t"/>
              <a:pathLst>
                <a:path extrusionOk="0" h="690" w="1580">
                  <a:moveTo>
                    <a:pt x="96" y="0"/>
                  </a:moveTo>
                  <a:lnTo>
                    <a:pt x="96" y="230"/>
                  </a:lnTo>
                  <a:cubicBezTo>
                    <a:pt x="96" y="335"/>
                    <a:pt x="67" y="431"/>
                    <a:pt x="0" y="517"/>
                  </a:cubicBezTo>
                  <a:cubicBezTo>
                    <a:pt x="249" y="632"/>
                    <a:pt x="517" y="690"/>
                    <a:pt x="785" y="690"/>
                  </a:cubicBezTo>
                  <a:cubicBezTo>
                    <a:pt x="1062" y="690"/>
                    <a:pt x="1330" y="632"/>
                    <a:pt x="1579" y="517"/>
                  </a:cubicBezTo>
                  <a:cubicBezTo>
                    <a:pt x="1512" y="431"/>
                    <a:pt x="1484" y="335"/>
                    <a:pt x="1484" y="230"/>
                  </a:cubicBezTo>
                  <a:lnTo>
                    <a:pt x="1484" y="0"/>
                  </a:lnTo>
                  <a:close/>
                </a:path>
              </a:pathLst>
            </a:custGeom>
            <a:solidFill>
              <a:srgbClr val="99A8B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885" name="Google Shape;12885;p43"/>
            <p:cNvSpPr/>
            <p:nvPr/>
          </p:nvSpPr>
          <p:spPr>
            <a:xfrm>
              <a:off x="867779" y="3060617"/>
              <a:ext cx="30435" cy="66622"/>
            </a:xfrm>
            <a:custGeom>
              <a:rect b="b" l="l" r="r" t="t"/>
              <a:pathLst>
                <a:path extrusionOk="0" h="2537" w="1159">
                  <a:moveTo>
                    <a:pt x="689" y="0"/>
                  </a:moveTo>
                  <a:cubicBezTo>
                    <a:pt x="306" y="0"/>
                    <a:pt x="0" y="316"/>
                    <a:pt x="0" y="699"/>
                  </a:cubicBezTo>
                  <a:lnTo>
                    <a:pt x="0" y="862"/>
                  </a:lnTo>
                  <a:cubicBezTo>
                    <a:pt x="0" y="1063"/>
                    <a:pt x="29" y="1254"/>
                    <a:pt x="96" y="1445"/>
                  </a:cubicBezTo>
                  <a:lnTo>
                    <a:pt x="459" y="2536"/>
                  </a:lnTo>
                  <a:lnTo>
                    <a:pt x="1158" y="2536"/>
                  </a:lnTo>
                  <a:lnTo>
                    <a:pt x="1158" y="0"/>
                  </a:lnTo>
                  <a:close/>
                </a:path>
              </a:pathLst>
            </a:custGeom>
            <a:solidFill>
              <a:srgbClr val="657A8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886" name="Google Shape;12886;p43"/>
            <p:cNvSpPr/>
            <p:nvPr/>
          </p:nvSpPr>
          <p:spPr>
            <a:xfrm>
              <a:off x="879832" y="3054577"/>
              <a:ext cx="72661" cy="72661"/>
            </a:xfrm>
            <a:custGeom>
              <a:rect b="b" l="l" r="r" t="t"/>
              <a:pathLst>
                <a:path extrusionOk="0" h="2767" w="2767">
                  <a:moveTo>
                    <a:pt x="689" y="1"/>
                  </a:moveTo>
                  <a:cubicBezTo>
                    <a:pt x="316" y="1"/>
                    <a:pt x="0" y="316"/>
                    <a:pt x="0" y="690"/>
                  </a:cubicBezTo>
                  <a:cubicBezTo>
                    <a:pt x="0" y="948"/>
                    <a:pt x="211" y="1159"/>
                    <a:pt x="460" y="1159"/>
                  </a:cubicBezTo>
                  <a:lnTo>
                    <a:pt x="2307" y="2766"/>
                  </a:lnTo>
                  <a:lnTo>
                    <a:pt x="2690" y="1407"/>
                  </a:lnTo>
                  <a:cubicBezTo>
                    <a:pt x="2738" y="1235"/>
                    <a:pt x="2766" y="1072"/>
                    <a:pt x="2766" y="900"/>
                  </a:cubicBezTo>
                  <a:lnTo>
                    <a:pt x="2766" y="470"/>
                  </a:lnTo>
                  <a:cubicBezTo>
                    <a:pt x="2766" y="211"/>
                    <a:pt x="2556" y="1"/>
                    <a:pt x="2307" y="1"/>
                  </a:cubicBezTo>
                  <a:close/>
                </a:path>
              </a:pathLst>
            </a:custGeom>
            <a:solidFill>
              <a:srgbClr val="657A8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887" name="Google Shape;12887;p43"/>
            <p:cNvSpPr/>
            <p:nvPr/>
          </p:nvSpPr>
          <p:spPr>
            <a:xfrm>
              <a:off x="873793" y="3084986"/>
              <a:ext cx="72661" cy="66385"/>
            </a:xfrm>
            <a:custGeom>
              <a:rect b="b" l="l" r="r" t="t"/>
              <a:pathLst>
                <a:path extrusionOk="0" h="2528" w="2767">
                  <a:moveTo>
                    <a:pt x="891" y="1"/>
                  </a:moveTo>
                  <a:cubicBezTo>
                    <a:pt x="766" y="1"/>
                    <a:pt x="642" y="48"/>
                    <a:pt x="556" y="135"/>
                  </a:cubicBezTo>
                  <a:lnTo>
                    <a:pt x="135" y="556"/>
                  </a:lnTo>
                  <a:cubicBezTo>
                    <a:pt x="49" y="642"/>
                    <a:pt x="1" y="757"/>
                    <a:pt x="1" y="881"/>
                  </a:cubicBezTo>
                  <a:lnTo>
                    <a:pt x="1" y="1149"/>
                  </a:lnTo>
                  <a:cubicBezTo>
                    <a:pt x="1" y="1915"/>
                    <a:pt x="623" y="2527"/>
                    <a:pt x="1379" y="2527"/>
                  </a:cubicBezTo>
                  <a:cubicBezTo>
                    <a:pt x="2144" y="2527"/>
                    <a:pt x="2767" y="1915"/>
                    <a:pt x="2767" y="1149"/>
                  </a:cubicBezTo>
                  <a:lnTo>
                    <a:pt x="2767" y="852"/>
                  </a:lnTo>
                  <a:cubicBezTo>
                    <a:pt x="2767" y="738"/>
                    <a:pt x="2719" y="613"/>
                    <a:pt x="2633" y="527"/>
                  </a:cubicBezTo>
                  <a:cubicBezTo>
                    <a:pt x="2278" y="182"/>
                    <a:pt x="1628" y="20"/>
                    <a:pt x="891" y="1"/>
                  </a:cubicBezTo>
                  <a:close/>
                </a:path>
              </a:pathLst>
            </a:custGeom>
            <a:solidFill>
              <a:srgbClr val="BBC6C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888" name="Google Shape;12888;p43"/>
            <p:cNvSpPr/>
            <p:nvPr/>
          </p:nvSpPr>
          <p:spPr>
            <a:xfrm>
              <a:off x="873793" y="3084986"/>
              <a:ext cx="72399" cy="65125"/>
            </a:xfrm>
            <a:custGeom>
              <a:rect b="b" l="l" r="r" t="t"/>
              <a:pathLst>
                <a:path extrusionOk="0" h="2480" w="2757">
                  <a:moveTo>
                    <a:pt x="891" y="1"/>
                  </a:moveTo>
                  <a:cubicBezTo>
                    <a:pt x="766" y="1"/>
                    <a:pt x="642" y="48"/>
                    <a:pt x="556" y="135"/>
                  </a:cubicBezTo>
                  <a:lnTo>
                    <a:pt x="135" y="556"/>
                  </a:lnTo>
                  <a:cubicBezTo>
                    <a:pt x="49" y="642"/>
                    <a:pt x="1" y="757"/>
                    <a:pt x="1" y="881"/>
                  </a:cubicBezTo>
                  <a:lnTo>
                    <a:pt x="1" y="1149"/>
                  </a:lnTo>
                  <a:cubicBezTo>
                    <a:pt x="1" y="1762"/>
                    <a:pt x="412" y="2307"/>
                    <a:pt x="996" y="2479"/>
                  </a:cubicBezTo>
                  <a:cubicBezTo>
                    <a:pt x="795" y="2230"/>
                    <a:pt x="690" y="1924"/>
                    <a:pt x="690" y="1608"/>
                  </a:cubicBezTo>
                  <a:lnTo>
                    <a:pt x="690" y="938"/>
                  </a:lnTo>
                  <a:cubicBezTo>
                    <a:pt x="690" y="682"/>
                    <a:pt x="900" y="478"/>
                    <a:pt x="1145" y="478"/>
                  </a:cubicBezTo>
                  <a:cubicBezTo>
                    <a:pt x="1156" y="478"/>
                    <a:pt x="1167" y="478"/>
                    <a:pt x="1178" y="479"/>
                  </a:cubicBezTo>
                  <a:cubicBezTo>
                    <a:pt x="1647" y="508"/>
                    <a:pt x="2336" y="584"/>
                    <a:pt x="2757" y="785"/>
                  </a:cubicBezTo>
                  <a:cubicBezTo>
                    <a:pt x="2747" y="690"/>
                    <a:pt x="2700" y="604"/>
                    <a:pt x="2633" y="537"/>
                  </a:cubicBezTo>
                  <a:cubicBezTo>
                    <a:pt x="2278" y="182"/>
                    <a:pt x="1628" y="29"/>
                    <a:pt x="891" y="1"/>
                  </a:cubicBezTo>
                  <a:close/>
                </a:path>
              </a:pathLst>
            </a:custGeom>
            <a:solidFill>
              <a:srgbClr val="AAB8C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889" name="Google Shape;12889;p43"/>
            <p:cNvSpPr/>
            <p:nvPr/>
          </p:nvSpPr>
          <p:spPr>
            <a:xfrm>
              <a:off x="849686" y="3080706"/>
              <a:ext cx="199313" cy="161368"/>
            </a:xfrm>
            <a:custGeom>
              <a:rect b="b" l="l" r="r" t="t"/>
              <a:pathLst>
                <a:path extrusionOk="0" h="6145" w="7590">
                  <a:moveTo>
                    <a:pt x="6977" y="1"/>
                  </a:moveTo>
                  <a:lnTo>
                    <a:pt x="3819" y="3025"/>
                  </a:lnTo>
                  <a:cubicBezTo>
                    <a:pt x="3761" y="3083"/>
                    <a:pt x="3685" y="3121"/>
                    <a:pt x="3608" y="3140"/>
                  </a:cubicBezTo>
                  <a:cubicBezTo>
                    <a:pt x="3356" y="3653"/>
                    <a:pt x="2864" y="3912"/>
                    <a:pt x="2372" y="3912"/>
                  </a:cubicBezTo>
                  <a:cubicBezTo>
                    <a:pt x="1891" y="3912"/>
                    <a:pt x="1409" y="3665"/>
                    <a:pt x="1148" y="3169"/>
                  </a:cubicBezTo>
                  <a:lnTo>
                    <a:pt x="498" y="3360"/>
                  </a:lnTo>
                  <a:cubicBezTo>
                    <a:pt x="201" y="3446"/>
                    <a:pt x="0" y="3714"/>
                    <a:pt x="0" y="4020"/>
                  </a:cubicBezTo>
                  <a:lnTo>
                    <a:pt x="0" y="5915"/>
                  </a:lnTo>
                  <a:cubicBezTo>
                    <a:pt x="0" y="6040"/>
                    <a:pt x="105" y="6145"/>
                    <a:pt x="230" y="6145"/>
                  </a:cubicBezTo>
                  <a:lnTo>
                    <a:pt x="3455" y="6145"/>
                  </a:lnTo>
                  <a:cubicBezTo>
                    <a:pt x="3579" y="6145"/>
                    <a:pt x="3685" y="6040"/>
                    <a:pt x="3685" y="5915"/>
                  </a:cubicBezTo>
                  <a:lnTo>
                    <a:pt x="3685" y="4920"/>
                  </a:lnTo>
                  <a:cubicBezTo>
                    <a:pt x="3685" y="4671"/>
                    <a:pt x="3780" y="4441"/>
                    <a:pt x="3953" y="4269"/>
                  </a:cubicBezTo>
                  <a:lnTo>
                    <a:pt x="7589" y="623"/>
                  </a:lnTo>
                  <a:lnTo>
                    <a:pt x="6977" y="1"/>
                  </a:lnTo>
                  <a:close/>
                </a:path>
              </a:pathLst>
            </a:custGeom>
            <a:solidFill>
              <a:srgbClr val="5D748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890" name="Google Shape;12890;p43"/>
            <p:cNvSpPr/>
            <p:nvPr/>
          </p:nvSpPr>
          <p:spPr>
            <a:xfrm>
              <a:off x="849686" y="3175715"/>
              <a:ext cx="24133" cy="66359"/>
            </a:xfrm>
            <a:custGeom>
              <a:rect b="b" l="l" r="r" t="t"/>
              <a:pathLst>
                <a:path extrusionOk="0" h="2527" w="919">
                  <a:moveTo>
                    <a:pt x="134" y="0"/>
                  </a:moveTo>
                  <a:cubicBezTo>
                    <a:pt x="48" y="115"/>
                    <a:pt x="0" y="259"/>
                    <a:pt x="0" y="402"/>
                  </a:cubicBezTo>
                  <a:lnTo>
                    <a:pt x="0" y="2297"/>
                  </a:lnTo>
                  <a:cubicBezTo>
                    <a:pt x="0" y="2422"/>
                    <a:pt x="105" y="2527"/>
                    <a:pt x="230" y="2527"/>
                  </a:cubicBezTo>
                  <a:lnTo>
                    <a:pt x="919" y="2527"/>
                  </a:lnTo>
                  <a:lnTo>
                    <a:pt x="919" y="1072"/>
                  </a:lnTo>
                  <a:cubicBezTo>
                    <a:pt x="919" y="890"/>
                    <a:pt x="852" y="709"/>
                    <a:pt x="718" y="584"/>
                  </a:cubicBezTo>
                  <a:lnTo>
                    <a:pt x="134" y="0"/>
                  </a:lnTo>
                  <a:close/>
                </a:path>
              </a:pathLst>
            </a:custGeom>
            <a:solidFill>
              <a:srgbClr val="8297A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891" name="Google Shape;12891;p43"/>
            <p:cNvSpPr/>
            <p:nvPr/>
          </p:nvSpPr>
          <p:spPr>
            <a:xfrm>
              <a:off x="946428" y="3080706"/>
              <a:ext cx="102572" cy="129199"/>
            </a:xfrm>
            <a:custGeom>
              <a:rect b="b" l="l" r="r" t="t"/>
              <a:pathLst>
                <a:path extrusionOk="0" h="4920" w="3906">
                  <a:moveTo>
                    <a:pt x="3293" y="1"/>
                  </a:moveTo>
                  <a:lnTo>
                    <a:pt x="221" y="2949"/>
                  </a:lnTo>
                  <a:cubicBezTo>
                    <a:pt x="77" y="3236"/>
                    <a:pt x="1" y="3551"/>
                    <a:pt x="1" y="3867"/>
                  </a:cubicBezTo>
                  <a:lnTo>
                    <a:pt x="1" y="4920"/>
                  </a:lnTo>
                  <a:cubicBezTo>
                    <a:pt x="1" y="4671"/>
                    <a:pt x="96" y="4441"/>
                    <a:pt x="269" y="4269"/>
                  </a:cubicBezTo>
                  <a:lnTo>
                    <a:pt x="3905" y="623"/>
                  </a:lnTo>
                  <a:lnTo>
                    <a:pt x="3293" y="1"/>
                  </a:lnTo>
                  <a:close/>
                </a:path>
              </a:pathLst>
            </a:custGeom>
            <a:solidFill>
              <a:srgbClr val="8297A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892" name="Google Shape;12892;p43"/>
            <p:cNvSpPr/>
            <p:nvPr/>
          </p:nvSpPr>
          <p:spPr>
            <a:xfrm>
              <a:off x="1023343" y="2936723"/>
              <a:ext cx="180327" cy="115544"/>
            </a:xfrm>
            <a:custGeom>
              <a:rect b="b" l="l" r="r" t="t"/>
              <a:pathLst>
                <a:path extrusionOk="0" h="4400" w="6867">
                  <a:moveTo>
                    <a:pt x="5359" y="0"/>
                  </a:moveTo>
                  <a:cubicBezTo>
                    <a:pt x="4929" y="29"/>
                    <a:pt x="4929" y="670"/>
                    <a:pt x="5359" y="689"/>
                  </a:cubicBezTo>
                  <a:lnTo>
                    <a:pt x="5675" y="689"/>
                  </a:lnTo>
                  <a:lnTo>
                    <a:pt x="3637" y="2737"/>
                  </a:lnTo>
                  <a:lnTo>
                    <a:pt x="2728" y="1828"/>
                  </a:lnTo>
                  <a:cubicBezTo>
                    <a:pt x="2661" y="1761"/>
                    <a:pt x="2572" y="1728"/>
                    <a:pt x="2484" y="1728"/>
                  </a:cubicBezTo>
                  <a:cubicBezTo>
                    <a:pt x="2395" y="1728"/>
                    <a:pt x="2307" y="1761"/>
                    <a:pt x="2240" y="1828"/>
                  </a:cubicBezTo>
                  <a:lnTo>
                    <a:pt x="278" y="3790"/>
                  </a:lnTo>
                  <a:cubicBezTo>
                    <a:pt x="0" y="4031"/>
                    <a:pt x="241" y="4400"/>
                    <a:pt x="515" y="4400"/>
                  </a:cubicBezTo>
                  <a:cubicBezTo>
                    <a:pt x="600" y="4400"/>
                    <a:pt x="689" y="4364"/>
                    <a:pt x="766" y="4278"/>
                  </a:cubicBezTo>
                  <a:lnTo>
                    <a:pt x="2479" y="2565"/>
                  </a:lnTo>
                  <a:lnTo>
                    <a:pt x="3388" y="3465"/>
                  </a:lnTo>
                  <a:cubicBezTo>
                    <a:pt x="3455" y="3536"/>
                    <a:pt x="3543" y="3572"/>
                    <a:pt x="3632" y="3572"/>
                  </a:cubicBezTo>
                  <a:cubicBezTo>
                    <a:pt x="3721" y="3572"/>
                    <a:pt x="3809" y="3536"/>
                    <a:pt x="3876" y="3465"/>
                  </a:cubicBezTo>
                  <a:lnTo>
                    <a:pt x="6163" y="1177"/>
                  </a:lnTo>
                  <a:lnTo>
                    <a:pt x="6163" y="1493"/>
                  </a:lnTo>
                  <a:cubicBezTo>
                    <a:pt x="6149" y="1737"/>
                    <a:pt x="6328" y="1859"/>
                    <a:pt x="6508" y="1859"/>
                  </a:cubicBezTo>
                  <a:cubicBezTo>
                    <a:pt x="6687" y="1859"/>
                    <a:pt x="6867" y="1737"/>
                    <a:pt x="6852" y="1493"/>
                  </a:cubicBezTo>
                  <a:lnTo>
                    <a:pt x="6852" y="345"/>
                  </a:lnTo>
                  <a:cubicBezTo>
                    <a:pt x="6852" y="153"/>
                    <a:pt x="6699" y="0"/>
                    <a:pt x="6508" y="0"/>
                  </a:cubicBezTo>
                  <a:close/>
                </a:path>
              </a:pathLst>
            </a:custGeom>
            <a:solidFill>
              <a:srgbClr val="30496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2893" name="Google Shape;12893;p43"/>
          <p:cNvGrpSpPr/>
          <p:nvPr/>
        </p:nvGrpSpPr>
        <p:grpSpPr>
          <a:xfrm>
            <a:off x="1735567" y="2267841"/>
            <a:ext cx="417718" cy="372865"/>
            <a:chOff x="1735567" y="2420241"/>
            <a:chExt cx="417718" cy="372865"/>
          </a:xfrm>
        </p:grpSpPr>
        <p:sp>
          <p:nvSpPr>
            <p:cNvPr id="12894" name="Google Shape;12894;p43"/>
            <p:cNvSpPr/>
            <p:nvPr/>
          </p:nvSpPr>
          <p:spPr>
            <a:xfrm>
              <a:off x="1833569" y="2468822"/>
              <a:ext cx="284265" cy="163022"/>
            </a:xfrm>
            <a:custGeom>
              <a:rect b="b" l="l" r="r" t="t"/>
              <a:pathLst>
                <a:path extrusionOk="0" h="6208" w="10825">
                  <a:moveTo>
                    <a:pt x="3580" y="2582"/>
                  </a:moveTo>
                  <a:lnTo>
                    <a:pt x="3580" y="4018"/>
                  </a:lnTo>
                  <a:lnTo>
                    <a:pt x="2144" y="4027"/>
                  </a:lnTo>
                  <a:lnTo>
                    <a:pt x="2144" y="2582"/>
                  </a:lnTo>
                  <a:close/>
                  <a:moveTo>
                    <a:pt x="5494" y="2582"/>
                  </a:moveTo>
                  <a:lnTo>
                    <a:pt x="5494" y="4018"/>
                  </a:lnTo>
                  <a:lnTo>
                    <a:pt x="4059" y="4027"/>
                  </a:lnTo>
                  <a:lnTo>
                    <a:pt x="4059" y="2582"/>
                  </a:lnTo>
                  <a:close/>
                  <a:moveTo>
                    <a:pt x="7408" y="2582"/>
                  </a:moveTo>
                  <a:lnTo>
                    <a:pt x="7408" y="4018"/>
                  </a:lnTo>
                  <a:lnTo>
                    <a:pt x="5973" y="4027"/>
                  </a:lnTo>
                  <a:lnTo>
                    <a:pt x="5973" y="2582"/>
                  </a:lnTo>
                  <a:close/>
                  <a:moveTo>
                    <a:pt x="9313" y="2582"/>
                  </a:moveTo>
                  <a:lnTo>
                    <a:pt x="9322" y="4027"/>
                  </a:lnTo>
                  <a:lnTo>
                    <a:pt x="7877" y="4027"/>
                  </a:lnTo>
                  <a:lnTo>
                    <a:pt x="7877" y="2582"/>
                  </a:lnTo>
                  <a:close/>
                  <a:moveTo>
                    <a:pt x="1905" y="1"/>
                  </a:moveTo>
                  <a:cubicBezTo>
                    <a:pt x="1786" y="1"/>
                    <a:pt x="1666" y="80"/>
                    <a:pt x="1666" y="238"/>
                  </a:cubicBezTo>
                  <a:lnTo>
                    <a:pt x="1666" y="2113"/>
                  </a:lnTo>
                  <a:lnTo>
                    <a:pt x="326" y="2113"/>
                  </a:lnTo>
                  <a:cubicBezTo>
                    <a:pt x="1" y="2113"/>
                    <a:pt x="1" y="2592"/>
                    <a:pt x="326" y="2592"/>
                  </a:cubicBezTo>
                  <a:lnTo>
                    <a:pt x="1676" y="2592"/>
                  </a:lnTo>
                  <a:lnTo>
                    <a:pt x="1676" y="4027"/>
                  </a:lnTo>
                  <a:lnTo>
                    <a:pt x="910" y="4027"/>
                  </a:lnTo>
                  <a:cubicBezTo>
                    <a:pt x="899" y="4025"/>
                    <a:pt x="889" y="4025"/>
                    <a:pt x="879" y="4025"/>
                  </a:cubicBezTo>
                  <a:cubicBezTo>
                    <a:pt x="652" y="4025"/>
                    <a:pt x="652" y="4499"/>
                    <a:pt x="879" y="4499"/>
                  </a:cubicBezTo>
                  <a:cubicBezTo>
                    <a:pt x="889" y="4499"/>
                    <a:pt x="899" y="4498"/>
                    <a:pt x="910" y="4496"/>
                  </a:cubicBezTo>
                  <a:lnTo>
                    <a:pt x="1676" y="4496"/>
                  </a:lnTo>
                  <a:lnTo>
                    <a:pt x="1676" y="5855"/>
                  </a:lnTo>
                  <a:cubicBezTo>
                    <a:pt x="1676" y="6013"/>
                    <a:pt x="1795" y="6092"/>
                    <a:pt x="1915" y="6092"/>
                  </a:cubicBezTo>
                  <a:cubicBezTo>
                    <a:pt x="2034" y="6092"/>
                    <a:pt x="2154" y="6013"/>
                    <a:pt x="2154" y="5855"/>
                  </a:cubicBezTo>
                  <a:lnTo>
                    <a:pt x="2154" y="4496"/>
                  </a:lnTo>
                  <a:lnTo>
                    <a:pt x="3590" y="4496"/>
                  </a:lnTo>
                  <a:lnTo>
                    <a:pt x="3590" y="5970"/>
                  </a:lnTo>
                  <a:cubicBezTo>
                    <a:pt x="3570" y="6104"/>
                    <a:pt x="3700" y="6171"/>
                    <a:pt x="3829" y="6171"/>
                  </a:cubicBezTo>
                  <a:cubicBezTo>
                    <a:pt x="3958" y="6171"/>
                    <a:pt x="4087" y="6104"/>
                    <a:pt x="4068" y="5970"/>
                  </a:cubicBezTo>
                  <a:lnTo>
                    <a:pt x="4068" y="4496"/>
                  </a:lnTo>
                  <a:lnTo>
                    <a:pt x="5504" y="4496"/>
                  </a:lnTo>
                  <a:lnTo>
                    <a:pt x="5504" y="5970"/>
                  </a:lnTo>
                  <a:cubicBezTo>
                    <a:pt x="5523" y="6104"/>
                    <a:pt x="5628" y="6171"/>
                    <a:pt x="5735" y="6171"/>
                  </a:cubicBezTo>
                  <a:cubicBezTo>
                    <a:pt x="5841" y="6171"/>
                    <a:pt x="5949" y="6104"/>
                    <a:pt x="5973" y="5970"/>
                  </a:cubicBezTo>
                  <a:lnTo>
                    <a:pt x="5973" y="4496"/>
                  </a:lnTo>
                  <a:lnTo>
                    <a:pt x="7408" y="4496"/>
                  </a:lnTo>
                  <a:lnTo>
                    <a:pt x="7408" y="5970"/>
                  </a:lnTo>
                  <a:cubicBezTo>
                    <a:pt x="7427" y="6104"/>
                    <a:pt x="7535" y="6171"/>
                    <a:pt x="7643" y="6171"/>
                  </a:cubicBezTo>
                  <a:cubicBezTo>
                    <a:pt x="7750" y="6171"/>
                    <a:pt x="7858" y="6104"/>
                    <a:pt x="7877" y="5970"/>
                  </a:cubicBezTo>
                  <a:lnTo>
                    <a:pt x="7877" y="4496"/>
                  </a:lnTo>
                  <a:lnTo>
                    <a:pt x="9313" y="4496"/>
                  </a:lnTo>
                  <a:lnTo>
                    <a:pt x="9313" y="5970"/>
                  </a:lnTo>
                  <a:cubicBezTo>
                    <a:pt x="9313" y="6128"/>
                    <a:pt x="9432" y="6207"/>
                    <a:pt x="9552" y="6207"/>
                  </a:cubicBezTo>
                  <a:cubicBezTo>
                    <a:pt x="9672" y="6207"/>
                    <a:pt x="9791" y="6128"/>
                    <a:pt x="9791" y="5970"/>
                  </a:cubicBezTo>
                  <a:lnTo>
                    <a:pt x="9791" y="4496"/>
                  </a:lnTo>
                  <a:lnTo>
                    <a:pt x="9992" y="4496"/>
                  </a:lnTo>
                  <a:cubicBezTo>
                    <a:pt x="10260" y="4458"/>
                    <a:pt x="10260" y="4066"/>
                    <a:pt x="9992" y="4027"/>
                  </a:cubicBezTo>
                  <a:lnTo>
                    <a:pt x="9791" y="4027"/>
                  </a:lnTo>
                  <a:lnTo>
                    <a:pt x="9791" y="2582"/>
                  </a:lnTo>
                  <a:lnTo>
                    <a:pt x="10509" y="2582"/>
                  </a:lnTo>
                  <a:cubicBezTo>
                    <a:pt x="10825" y="2582"/>
                    <a:pt x="10825" y="2104"/>
                    <a:pt x="10509" y="2104"/>
                  </a:cubicBezTo>
                  <a:lnTo>
                    <a:pt x="10509" y="2113"/>
                  </a:lnTo>
                  <a:lnTo>
                    <a:pt x="9791" y="2113"/>
                  </a:lnTo>
                  <a:lnTo>
                    <a:pt x="9791" y="238"/>
                  </a:lnTo>
                  <a:cubicBezTo>
                    <a:pt x="9791" y="80"/>
                    <a:pt x="9672" y="1"/>
                    <a:pt x="9552" y="1"/>
                  </a:cubicBezTo>
                  <a:cubicBezTo>
                    <a:pt x="9432" y="1"/>
                    <a:pt x="9313" y="80"/>
                    <a:pt x="9313" y="238"/>
                  </a:cubicBezTo>
                  <a:lnTo>
                    <a:pt x="9313" y="2113"/>
                  </a:lnTo>
                  <a:lnTo>
                    <a:pt x="7877" y="2113"/>
                  </a:lnTo>
                  <a:lnTo>
                    <a:pt x="7877" y="238"/>
                  </a:lnTo>
                  <a:cubicBezTo>
                    <a:pt x="7853" y="104"/>
                    <a:pt x="7745" y="37"/>
                    <a:pt x="7638" y="37"/>
                  </a:cubicBezTo>
                  <a:cubicBezTo>
                    <a:pt x="7530" y="37"/>
                    <a:pt x="7422" y="104"/>
                    <a:pt x="7399" y="238"/>
                  </a:cubicBezTo>
                  <a:lnTo>
                    <a:pt x="7399" y="2113"/>
                  </a:lnTo>
                  <a:lnTo>
                    <a:pt x="5963" y="2113"/>
                  </a:lnTo>
                  <a:lnTo>
                    <a:pt x="5963" y="238"/>
                  </a:lnTo>
                  <a:cubicBezTo>
                    <a:pt x="5944" y="104"/>
                    <a:pt x="5836" y="37"/>
                    <a:pt x="5729" y="37"/>
                  </a:cubicBezTo>
                  <a:cubicBezTo>
                    <a:pt x="5621" y="37"/>
                    <a:pt x="5513" y="104"/>
                    <a:pt x="5494" y="238"/>
                  </a:cubicBezTo>
                  <a:lnTo>
                    <a:pt x="5494" y="2113"/>
                  </a:lnTo>
                  <a:lnTo>
                    <a:pt x="4059" y="2113"/>
                  </a:lnTo>
                  <a:lnTo>
                    <a:pt x="4059" y="238"/>
                  </a:lnTo>
                  <a:cubicBezTo>
                    <a:pt x="4078" y="104"/>
                    <a:pt x="3948" y="37"/>
                    <a:pt x="3819" y="37"/>
                  </a:cubicBezTo>
                  <a:cubicBezTo>
                    <a:pt x="3690" y="37"/>
                    <a:pt x="3561" y="104"/>
                    <a:pt x="3580" y="238"/>
                  </a:cubicBezTo>
                  <a:lnTo>
                    <a:pt x="3580" y="2113"/>
                  </a:lnTo>
                  <a:lnTo>
                    <a:pt x="2144" y="2113"/>
                  </a:lnTo>
                  <a:lnTo>
                    <a:pt x="2144" y="238"/>
                  </a:lnTo>
                  <a:cubicBezTo>
                    <a:pt x="2144" y="80"/>
                    <a:pt x="2025" y="1"/>
                    <a:pt x="1905" y="1"/>
                  </a:cubicBezTo>
                  <a:close/>
                </a:path>
              </a:pathLst>
            </a:custGeom>
            <a:solidFill>
              <a:srgbClr val="D1D8D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895" name="Google Shape;12895;p43"/>
            <p:cNvSpPr/>
            <p:nvPr/>
          </p:nvSpPr>
          <p:spPr>
            <a:xfrm>
              <a:off x="1845124" y="2716821"/>
              <a:ext cx="89258" cy="76285"/>
            </a:xfrm>
            <a:custGeom>
              <a:rect b="b" l="l" r="r" t="t"/>
              <a:pathLst>
                <a:path extrusionOk="0" h="2905" w="3399">
                  <a:moveTo>
                    <a:pt x="1953" y="0"/>
                  </a:moveTo>
                  <a:cubicBezTo>
                    <a:pt x="652" y="0"/>
                    <a:pt x="1" y="1560"/>
                    <a:pt x="920" y="2479"/>
                  </a:cubicBezTo>
                  <a:cubicBezTo>
                    <a:pt x="1217" y="2773"/>
                    <a:pt x="1581" y="2905"/>
                    <a:pt x="1937" y="2905"/>
                  </a:cubicBezTo>
                  <a:cubicBezTo>
                    <a:pt x="2684" y="2905"/>
                    <a:pt x="3398" y="2326"/>
                    <a:pt x="3398" y="1445"/>
                  </a:cubicBezTo>
                  <a:cubicBezTo>
                    <a:pt x="3398" y="641"/>
                    <a:pt x="2748" y="0"/>
                    <a:pt x="1953" y="0"/>
                  </a:cubicBezTo>
                  <a:close/>
                </a:path>
              </a:pathLst>
            </a:custGeom>
            <a:solidFill>
              <a:srgbClr val="203B5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896" name="Google Shape;12896;p43"/>
            <p:cNvSpPr/>
            <p:nvPr/>
          </p:nvSpPr>
          <p:spPr>
            <a:xfrm>
              <a:off x="1873038" y="2737409"/>
              <a:ext cx="40493" cy="34873"/>
            </a:xfrm>
            <a:custGeom>
              <a:rect b="b" l="l" r="r" t="t"/>
              <a:pathLst>
                <a:path extrusionOk="0" h="1328" w="1542">
                  <a:moveTo>
                    <a:pt x="881" y="1"/>
                  </a:moveTo>
                  <a:cubicBezTo>
                    <a:pt x="297" y="1"/>
                    <a:pt x="0" y="719"/>
                    <a:pt x="421" y="1130"/>
                  </a:cubicBezTo>
                  <a:cubicBezTo>
                    <a:pt x="555" y="1267"/>
                    <a:pt x="719" y="1328"/>
                    <a:pt x="881" y="1328"/>
                  </a:cubicBezTo>
                  <a:cubicBezTo>
                    <a:pt x="1218" y="1328"/>
                    <a:pt x="1541" y="1062"/>
                    <a:pt x="1541" y="661"/>
                  </a:cubicBezTo>
                  <a:cubicBezTo>
                    <a:pt x="1541" y="298"/>
                    <a:pt x="1244" y="1"/>
                    <a:pt x="881" y="1"/>
                  </a:cubicBezTo>
                  <a:close/>
                </a:path>
              </a:pathLst>
            </a:custGeom>
            <a:solidFill>
              <a:srgbClr val="435D7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897" name="Google Shape;12897;p43"/>
            <p:cNvSpPr/>
            <p:nvPr/>
          </p:nvSpPr>
          <p:spPr>
            <a:xfrm>
              <a:off x="1996933" y="2716821"/>
              <a:ext cx="89231" cy="76285"/>
            </a:xfrm>
            <a:custGeom>
              <a:rect b="b" l="l" r="r" t="t"/>
              <a:pathLst>
                <a:path extrusionOk="0" h="2905" w="3398">
                  <a:moveTo>
                    <a:pt x="1943" y="0"/>
                  </a:moveTo>
                  <a:cubicBezTo>
                    <a:pt x="642" y="0"/>
                    <a:pt x="0" y="1560"/>
                    <a:pt x="910" y="2479"/>
                  </a:cubicBezTo>
                  <a:cubicBezTo>
                    <a:pt x="1207" y="2773"/>
                    <a:pt x="1571" y="2905"/>
                    <a:pt x="1929" y="2905"/>
                  </a:cubicBezTo>
                  <a:cubicBezTo>
                    <a:pt x="2679" y="2905"/>
                    <a:pt x="3398" y="2326"/>
                    <a:pt x="3398" y="1445"/>
                  </a:cubicBezTo>
                  <a:cubicBezTo>
                    <a:pt x="3398" y="641"/>
                    <a:pt x="2747" y="0"/>
                    <a:pt x="1943" y="0"/>
                  </a:cubicBezTo>
                  <a:close/>
                </a:path>
              </a:pathLst>
            </a:custGeom>
            <a:solidFill>
              <a:srgbClr val="203B5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898" name="Google Shape;12898;p43"/>
            <p:cNvSpPr/>
            <p:nvPr/>
          </p:nvSpPr>
          <p:spPr>
            <a:xfrm>
              <a:off x="2024585" y="2737672"/>
              <a:ext cx="40729" cy="34689"/>
            </a:xfrm>
            <a:custGeom>
              <a:rect b="b" l="l" r="r" t="t"/>
              <a:pathLst>
                <a:path extrusionOk="0" h="1321" w="1551">
                  <a:moveTo>
                    <a:pt x="890" y="1"/>
                  </a:moveTo>
                  <a:cubicBezTo>
                    <a:pt x="297" y="1"/>
                    <a:pt x="0" y="718"/>
                    <a:pt x="421" y="1130"/>
                  </a:cubicBezTo>
                  <a:cubicBezTo>
                    <a:pt x="556" y="1262"/>
                    <a:pt x="721" y="1321"/>
                    <a:pt x="882" y="1321"/>
                  </a:cubicBezTo>
                  <a:cubicBezTo>
                    <a:pt x="1223" y="1321"/>
                    <a:pt x="1551" y="1055"/>
                    <a:pt x="1551" y="651"/>
                  </a:cubicBezTo>
                  <a:cubicBezTo>
                    <a:pt x="1541" y="297"/>
                    <a:pt x="1244" y="1"/>
                    <a:pt x="890" y="1"/>
                  </a:cubicBezTo>
                  <a:close/>
                </a:path>
              </a:pathLst>
            </a:custGeom>
            <a:solidFill>
              <a:srgbClr val="435D7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899" name="Google Shape;12899;p43"/>
            <p:cNvSpPr/>
            <p:nvPr/>
          </p:nvSpPr>
          <p:spPr>
            <a:xfrm>
              <a:off x="1818496" y="2447893"/>
              <a:ext cx="333528" cy="174209"/>
            </a:xfrm>
            <a:custGeom>
              <a:rect b="b" l="l" r="r" t="t"/>
              <a:pathLst>
                <a:path extrusionOk="0" h="6634" w="12701">
                  <a:moveTo>
                    <a:pt x="1" y="1"/>
                  </a:moveTo>
                  <a:lnTo>
                    <a:pt x="441" y="1264"/>
                  </a:lnTo>
                  <a:lnTo>
                    <a:pt x="11284" y="1264"/>
                  </a:lnTo>
                  <a:lnTo>
                    <a:pt x="10049" y="6633"/>
                  </a:lnTo>
                  <a:lnTo>
                    <a:pt x="11341" y="6633"/>
                  </a:lnTo>
                  <a:lnTo>
                    <a:pt x="12528" y="1494"/>
                  </a:lnTo>
                  <a:cubicBezTo>
                    <a:pt x="12700" y="728"/>
                    <a:pt x="12117" y="1"/>
                    <a:pt x="11332" y="1"/>
                  </a:cubicBezTo>
                  <a:close/>
                </a:path>
              </a:pathLst>
            </a:custGeom>
            <a:solidFill>
              <a:srgbClr val="96A7B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900" name="Google Shape;12900;p43"/>
            <p:cNvSpPr/>
            <p:nvPr/>
          </p:nvSpPr>
          <p:spPr>
            <a:xfrm>
              <a:off x="2095697" y="2447893"/>
              <a:ext cx="56564" cy="174209"/>
            </a:xfrm>
            <a:custGeom>
              <a:rect b="b" l="l" r="r" t="t"/>
              <a:pathLst>
                <a:path extrusionOk="0" h="6634" w="2154">
                  <a:moveTo>
                    <a:pt x="1" y="1"/>
                  </a:moveTo>
                  <a:cubicBezTo>
                    <a:pt x="785" y="1"/>
                    <a:pt x="1369" y="728"/>
                    <a:pt x="1197" y="1494"/>
                  </a:cubicBezTo>
                  <a:lnTo>
                    <a:pt x="20" y="6633"/>
                  </a:lnTo>
                  <a:lnTo>
                    <a:pt x="795" y="6633"/>
                  </a:lnTo>
                  <a:lnTo>
                    <a:pt x="1972" y="1494"/>
                  </a:lnTo>
                  <a:cubicBezTo>
                    <a:pt x="2154" y="728"/>
                    <a:pt x="1570" y="1"/>
                    <a:pt x="776" y="1"/>
                  </a:cubicBezTo>
                  <a:close/>
                </a:path>
              </a:pathLst>
            </a:custGeom>
            <a:solidFill>
              <a:srgbClr val="49627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901" name="Google Shape;12901;p43"/>
            <p:cNvSpPr/>
            <p:nvPr/>
          </p:nvSpPr>
          <p:spPr>
            <a:xfrm>
              <a:off x="1735567" y="2420241"/>
              <a:ext cx="416457" cy="235027"/>
            </a:xfrm>
            <a:custGeom>
              <a:rect b="b" l="l" r="r" t="t"/>
              <a:pathLst>
                <a:path extrusionOk="0" h="8950" w="15859">
                  <a:moveTo>
                    <a:pt x="626" y="0"/>
                  </a:moveTo>
                  <a:cubicBezTo>
                    <a:pt x="279" y="0"/>
                    <a:pt x="0" y="281"/>
                    <a:pt x="0" y="633"/>
                  </a:cubicBezTo>
                  <a:cubicBezTo>
                    <a:pt x="0" y="976"/>
                    <a:pt x="279" y="1256"/>
                    <a:pt x="626" y="1256"/>
                  </a:cubicBezTo>
                  <a:cubicBezTo>
                    <a:pt x="638" y="1256"/>
                    <a:pt x="649" y="1256"/>
                    <a:pt x="661" y="1255"/>
                  </a:cubicBezTo>
                  <a:lnTo>
                    <a:pt x="1800" y="1255"/>
                  </a:lnTo>
                  <a:cubicBezTo>
                    <a:pt x="1847" y="1255"/>
                    <a:pt x="1895" y="1293"/>
                    <a:pt x="1924" y="1341"/>
                  </a:cubicBezTo>
                  <a:lnTo>
                    <a:pt x="4058" y="7380"/>
                  </a:lnTo>
                  <a:cubicBezTo>
                    <a:pt x="4460" y="8327"/>
                    <a:pt x="5388" y="8949"/>
                    <a:pt x="6422" y="8949"/>
                  </a:cubicBezTo>
                  <a:lnTo>
                    <a:pt x="15054" y="8949"/>
                  </a:lnTo>
                  <a:cubicBezTo>
                    <a:pt x="15858" y="8911"/>
                    <a:pt x="15858" y="7724"/>
                    <a:pt x="15054" y="7686"/>
                  </a:cubicBezTo>
                  <a:lnTo>
                    <a:pt x="6432" y="7686"/>
                  </a:lnTo>
                  <a:cubicBezTo>
                    <a:pt x="5896" y="7686"/>
                    <a:pt x="5427" y="7370"/>
                    <a:pt x="5216" y="6892"/>
                  </a:cubicBezTo>
                  <a:lnTo>
                    <a:pt x="3082" y="853"/>
                  </a:lnTo>
                  <a:cubicBezTo>
                    <a:pt x="2862" y="336"/>
                    <a:pt x="2355" y="1"/>
                    <a:pt x="1800" y="1"/>
                  </a:cubicBezTo>
                  <a:lnTo>
                    <a:pt x="661" y="1"/>
                  </a:lnTo>
                  <a:cubicBezTo>
                    <a:pt x="649" y="1"/>
                    <a:pt x="638" y="0"/>
                    <a:pt x="626" y="0"/>
                  </a:cubicBezTo>
                  <a:close/>
                </a:path>
              </a:pathLst>
            </a:custGeom>
            <a:solidFill>
              <a:srgbClr val="96A7B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902" name="Google Shape;12902;p43"/>
            <p:cNvSpPr/>
            <p:nvPr/>
          </p:nvSpPr>
          <p:spPr>
            <a:xfrm>
              <a:off x="1849903" y="2622075"/>
              <a:ext cx="303382" cy="33193"/>
            </a:xfrm>
            <a:custGeom>
              <a:rect b="b" l="l" r="r" t="t"/>
              <a:pathLst>
                <a:path extrusionOk="0" h="1264" w="11553">
                  <a:moveTo>
                    <a:pt x="10767" y="0"/>
                  </a:moveTo>
                  <a:cubicBezTo>
                    <a:pt x="10767" y="19"/>
                    <a:pt x="10767" y="48"/>
                    <a:pt x="10767" y="67"/>
                  </a:cubicBezTo>
                  <a:cubicBezTo>
                    <a:pt x="10767" y="412"/>
                    <a:pt x="10480" y="699"/>
                    <a:pt x="10136" y="699"/>
                  </a:cubicBezTo>
                  <a:lnTo>
                    <a:pt x="1513" y="699"/>
                  </a:lnTo>
                  <a:cubicBezTo>
                    <a:pt x="967" y="699"/>
                    <a:pt x="431" y="527"/>
                    <a:pt x="1" y="201"/>
                  </a:cubicBezTo>
                  <a:lnTo>
                    <a:pt x="1" y="201"/>
                  </a:lnTo>
                  <a:cubicBezTo>
                    <a:pt x="479" y="871"/>
                    <a:pt x="1255" y="1263"/>
                    <a:pt x="2078" y="1263"/>
                  </a:cubicBezTo>
                  <a:lnTo>
                    <a:pt x="10700" y="1263"/>
                  </a:lnTo>
                  <a:cubicBezTo>
                    <a:pt x="11495" y="1254"/>
                    <a:pt x="11552" y="86"/>
                    <a:pt x="10767" y="0"/>
                  </a:cubicBezTo>
                  <a:close/>
                </a:path>
              </a:pathLst>
            </a:custGeom>
            <a:solidFill>
              <a:srgbClr val="49627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903" name="Google Shape;12903;p43"/>
            <p:cNvSpPr/>
            <p:nvPr/>
          </p:nvSpPr>
          <p:spPr>
            <a:xfrm>
              <a:off x="1817498" y="2632868"/>
              <a:ext cx="286523" cy="92278"/>
            </a:xfrm>
            <a:custGeom>
              <a:rect b="b" l="l" r="r" t="t"/>
              <a:pathLst>
                <a:path extrusionOk="0" h="3514" w="10911">
                  <a:moveTo>
                    <a:pt x="1397" y="1"/>
                  </a:moveTo>
                  <a:lnTo>
                    <a:pt x="756" y="919"/>
                  </a:lnTo>
                  <a:cubicBezTo>
                    <a:pt x="0" y="2010"/>
                    <a:pt x="785" y="3513"/>
                    <a:pt x="2115" y="3513"/>
                  </a:cubicBezTo>
                  <a:lnTo>
                    <a:pt x="10260" y="3513"/>
                  </a:lnTo>
                  <a:cubicBezTo>
                    <a:pt x="10271" y="3514"/>
                    <a:pt x="10282" y="3514"/>
                    <a:pt x="10293" y="3514"/>
                  </a:cubicBezTo>
                  <a:cubicBezTo>
                    <a:pt x="10632" y="3514"/>
                    <a:pt x="10910" y="3234"/>
                    <a:pt x="10910" y="2881"/>
                  </a:cubicBezTo>
                  <a:cubicBezTo>
                    <a:pt x="10910" y="2533"/>
                    <a:pt x="10623" y="2249"/>
                    <a:pt x="10277" y="2249"/>
                  </a:cubicBezTo>
                  <a:cubicBezTo>
                    <a:pt x="10271" y="2249"/>
                    <a:pt x="10265" y="2250"/>
                    <a:pt x="10260" y="2250"/>
                  </a:cubicBezTo>
                  <a:lnTo>
                    <a:pt x="2115" y="2250"/>
                  </a:lnTo>
                  <a:cubicBezTo>
                    <a:pt x="1799" y="2250"/>
                    <a:pt x="1618" y="1896"/>
                    <a:pt x="1799" y="1637"/>
                  </a:cubicBezTo>
                  <a:lnTo>
                    <a:pt x="2441" y="699"/>
                  </a:lnTo>
                  <a:cubicBezTo>
                    <a:pt x="2039" y="556"/>
                    <a:pt x="1685" y="317"/>
                    <a:pt x="1397" y="1"/>
                  </a:cubicBezTo>
                  <a:close/>
                </a:path>
              </a:pathLst>
            </a:custGeom>
            <a:solidFill>
              <a:srgbClr val="96A7B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904" name="Google Shape;12904;p43"/>
            <p:cNvSpPr/>
            <p:nvPr/>
          </p:nvSpPr>
          <p:spPr>
            <a:xfrm>
              <a:off x="1826794" y="2675856"/>
              <a:ext cx="276465" cy="49106"/>
            </a:xfrm>
            <a:custGeom>
              <a:rect b="b" l="l" r="r" t="t"/>
              <a:pathLst>
                <a:path extrusionOk="0" h="1870" w="10528">
                  <a:moveTo>
                    <a:pt x="125" y="0"/>
                  </a:moveTo>
                  <a:cubicBezTo>
                    <a:pt x="0" y="948"/>
                    <a:pt x="699" y="1809"/>
                    <a:pt x="1656" y="1866"/>
                  </a:cubicBezTo>
                  <a:lnTo>
                    <a:pt x="9418" y="1866"/>
                  </a:lnTo>
                  <a:cubicBezTo>
                    <a:pt x="9472" y="1869"/>
                    <a:pt x="9526" y="1870"/>
                    <a:pt x="9580" y="1870"/>
                  </a:cubicBezTo>
                  <a:cubicBezTo>
                    <a:pt x="9756" y="1870"/>
                    <a:pt x="9931" y="1857"/>
                    <a:pt x="10107" y="1828"/>
                  </a:cubicBezTo>
                  <a:cubicBezTo>
                    <a:pt x="10135" y="1819"/>
                    <a:pt x="10174" y="1809"/>
                    <a:pt x="10202" y="1790"/>
                  </a:cubicBezTo>
                  <a:lnTo>
                    <a:pt x="10212" y="1780"/>
                  </a:lnTo>
                  <a:cubicBezTo>
                    <a:pt x="10241" y="1771"/>
                    <a:pt x="10260" y="1752"/>
                    <a:pt x="10279" y="1742"/>
                  </a:cubicBezTo>
                  <a:lnTo>
                    <a:pt x="10288" y="1742"/>
                  </a:lnTo>
                  <a:lnTo>
                    <a:pt x="10317" y="1713"/>
                  </a:lnTo>
                  <a:lnTo>
                    <a:pt x="10327" y="1704"/>
                  </a:lnTo>
                  <a:cubicBezTo>
                    <a:pt x="10336" y="1694"/>
                    <a:pt x="10355" y="1685"/>
                    <a:pt x="10365" y="1665"/>
                  </a:cubicBezTo>
                  <a:lnTo>
                    <a:pt x="10375" y="1656"/>
                  </a:lnTo>
                  <a:lnTo>
                    <a:pt x="10394" y="1627"/>
                  </a:lnTo>
                  <a:lnTo>
                    <a:pt x="10413" y="1608"/>
                  </a:lnTo>
                  <a:lnTo>
                    <a:pt x="10432" y="1579"/>
                  </a:lnTo>
                  <a:lnTo>
                    <a:pt x="10451" y="1551"/>
                  </a:lnTo>
                  <a:lnTo>
                    <a:pt x="10461" y="1531"/>
                  </a:lnTo>
                  <a:lnTo>
                    <a:pt x="10480" y="1503"/>
                  </a:lnTo>
                  <a:lnTo>
                    <a:pt x="10489" y="1474"/>
                  </a:lnTo>
                  <a:cubicBezTo>
                    <a:pt x="10489" y="1464"/>
                    <a:pt x="10499" y="1455"/>
                    <a:pt x="10499" y="1436"/>
                  </a:cubicBezTo>
                  <a:lnTo>
                    <a:pt x="10509" y="1417"/>
                  </a:lnTo>
                  <a:cubicBezTo>
                    <a:pt x="10509" y="1407"/>
                    <a:pt x="10518" y="1388"/>
                    <a:pt x="10518" y="1378"/>
                  </a:cubicBezTo>
                  <a:lnTo>
                    <a:pt x="10518" y="1369"/>
                  </a:lnTo>
                  <a:cubicBezTo>
                    <a:pt x="10518" y="1350"/>
                    <a:pt x="10528" y="1330"/>
                    <a:pt x="10528" y="1311"/>
                  </a:cubicBezTo>
                  <a:lnTo>
                    <a:pt x="10528" y="1302"/>
                  </a:lnTo>
                  <a:lnTo>
                    <a:pt x="10528" y="1244"/>
                  </a:lnTo>
                  <a:cubicBezTo>
                    <a:pt x="10528" y="1216"/>
                    <a:pt x="10528" y="1197"/>
                    <a:pt x="10528" y="1177"/>
                  </a:cubicBezTo>
                  <a:cubicBezTo>
                    <a:pt x="10528" y="1158"/>
                    <a:pt x="10528" y="1139"/>
                    <a:pt x="10518" y="1120"/>
                  </a:cubicBezTo>
                  <a:cubicBezTo>
                    <a:pt x="10509" y="1072"/>
                    <a:pt x="10499" y="1034"/>
                    <a:pt x="10480" y="996"/>
                  </a:cubicBezTo>
                  <a:cubicBezTo>
                    <a:pt x="10346" y="1187"/>
                    <a:pt x="10126" y="1302"/>
                    <a:pt x="9896" y="1321"/>
                  </a:cubicBezTo>
                  <a:lnTo>
                    <a:pt x="1761" y="1321"/>
                  </a:lnTo>
                  <a:cubicBezTo>
                    <a:pt x="976" y="1302"/>
                    <a:pt x="307" y="766"/>
                    <a:pt x="125" y="0"/>
                  </a:cubicBezTo>
                  <a:close/>
                </a:path>
              </a:pathLst>
            </a:custGeom>
            <a:solidFill>
              <a:srgbClr val="49627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905" name="Google Shape;12905;p43"/>
            <p:cNvSpPr/>
            <p:nvPr/>
          </p:nvSpPr>
          <p:spPr>
            <a:xfrm>
              <a:off x="1843364" y="2632868"/>
              <a:ext cx="38235" cy="32694"/>
            </a:xfrm>
            <a:custGeom>
              <a:rect b="b" l="l" r="r" t="t"/>
              <a:pathLst>
                <a:path extrusionOk="0" h="1245" w="1456">
                  <a:moveTo>
                    <a:pt x="412" y="1"/>
                  </a:moveTo>
                  <a:lnTo>
                    <a:pt x="1" y="604"/>
                  </a:lnTo>
                  <a:cubicBezTo>
                    <a:pt x="298" y="900"/>
                    <a:pt x="671" y="1120"/>
                    <a:pt x="1082" y="1245"/>
                  </a:cubicBezTo>
                  <a:lnTo>
                    <a:pt x="1456" y="699"/>
                  </a:lnTo>
                  <a:cubicBezTo>
                    <a:pt x="1054" y="556"/>
                    <a:pt x="700" y="317"/>
                    <a:pt x="412" y="1"/>
                  </a:cubicBezTo>
                  <a:close/>
                </a:path>
              </a:pathLst>
            </a:custGeom>
            <a:solidFill>
              <a:srgbClr val="49627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2906" name="Google Shape;12906;p43"/>
          <p:cNvGrpSpPr/>
          <p:nvPr/>
        </p:nvGrpSpPr>
        <p:grpSpPr>
          <a:xfrm>
            <a:off x="3599318" y="4147190"/>
            <a:ext cx="251098" cy="309028"/>
            <a:chOff x="3599318" y="4299590"/>
            <a:chExt cx="251098" cy="309028"/>
          </a:xfrm>
        </p:grpSpPr>
        <p:sp>
          <p:nvSpPr>
            <p:cNvPr id="12907" name="Google Shape;12907;p43"/>
            <p:cNvSpPr/>
            <p:nvPr/>
          </p:nvSpPr>
          <p:spPr>
            <a:xfrm>
              <a:off x="3599318" y="4299590"/>
              <a:ext cx="251098" cy="309028"/>
            </a:xfrm>
            <a:custGeom>
              <a:rect b="b" l="l" r="r" t="t"/>
              <a:pathLst>
                <a:path extrusionOk="0" h="11768" w="9562">
                  <a:moveTo>
                    <a:pt x="4748" y="1"/>
                  </a:moveTo>
                  <a:lnTo>
                    <a:pt x="144" y="919"/>
                  </a:lnTo>
                  <a:cubicBezTo>
                    <a:pt x="58" y="939"/>
                    <a:pt x="1" y="1015"/>
                    <a:pt x="1" y="1101"/>
                  </a:cubicBezTo>
                  <a:lnTo>
                    <a:pt x="1" y="7724"/>
                  </a:lnTo>
                  <a:cubicBezTo>
                    <a:pt x="1" y="7772"/>
                    <a:pt x="20" y="7829"/>
                    <a:pt x="68" y="7858"/>
                  </a:cubicBezTo>
                  <a:lnTo>
                    <a:pt x="4661" y="11724"/>
                  </a:lnTo>
                  <a:cubicBezTo>
                    <a:pt x="4695" y="11753"/>
                    <a:pt x="4738" y="11767"/>
                    <a:pt x="4781" y="11767"/>
                  </a:cubicBezTo>
                  <a:cubicBezTo>
                    <a:pt x="4824" y="11767"/>
                    <a:pt x="4867" y="11753"/>
                    <a:pt x="4901" y="11724"/>
                  </a:cubicBezTo>
                  <a:lnTo>
                    <a:pt x="9494" y="7858"/>
                  </a:lnTo>
                  <a:cubicBezTo>
                    <a:pt x="9533" y="7829"/>
                    <a:pt x="9561" y="7772"/>
                    <a:pt x="9561" y="7724"/>
                  </a:cubicBezTo>
                  <a:lnTo>
                    <a:pt x="9561" y="1101"/>
                  </a:lnTo>
                  <a:cubicBezTo>
                    <a:pt x="9561" y="1015"/>
                    <a:pt x="9494" y="939"/>
                    <a:pt x="9408" y="919"/>
                  </a:cubicBezTo>
                  <a:lnTo>
                    <a:pt x="4815" y="1"/>
                  </a:lnTo>
                  <a:close/>
                </a:path>
              </a:pathLst>
            </a:custGeom>
            <a:solidFill>
              <a:srgbClr val="B4C3D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908" name="Google Shape;12908;p43"/>
            <p:cNvSpPr/>
            <p:nvPr/>
          </p:nvSpPr>
          <p:spPr>
            <a:xfrm>
              <a:off x="3618672" y="4319206"/>
              <a:ext cx="212391" cy="264018"/>
            </a:xfrm>
            <a:custGeom>
              <a:rect b="b" l="l" r="r" t="t"/>
              <a:pathLst>
                <a:path extrusionOk="0" h="10054" w="8088">
                  <a:moveTo>
                    <a:pt x="4001" y="0"/>
                  </a:moveTo>
                  <a:lnTo>
                    <a:pt x="144" y="775"/>
                  </a:lnTo>
                  <a:cubicBezTo>
                    <a:pt x="58" y="794"/>
                    <a:pt x="1" y="871"/>
                    <a:pt x="1" y="957"/>
                  </a:cubicBezTo>
                  <a:lnTo>
                    <a:pt x="1" y="6632"/>
                  </a:lnTo>
                  <a:cubicBezTo>
                    <a:pt x="1" y="6680"/>
                    <a:pt x="29" y="6738"/>
                    <a:pt x="68" y="6766"/>
                  </a:cubicBezTo>
                  <a:lnTo>
                    <a:pt x="3924" y="10011"/>
                  </a:lnTo>
                  <a:cubicBezTo>
                    <a:pt x="3963" y="10039"/>
                    <a:pt x="4006" y="10054"/>
                    <a:pt x="4048" y="10054"/>
                  </a:cubicBezTo>
                  <a:cubicBezTo>
                    <a:pt x="4089" y="10054"/>
                    <a:pt x="4130" y="10039"/>
                    <a:pt x="4164" y="10011"/>
                  </a:cubicBezTo>
                  <a:lnTo>
                    <a:pt x="8020" y="6766"/>
                  </a:lnTo>
                  <a:cubicBezTo>
                    <a:pt x="8059" y="6728"/>
                    <a:pt x="8087" y="6680"/>
                    <a:pt x="8087" y="6623"/>
                  </a:cubicBezTo>
                  <a:lnTo>
                    <a:pt x="8087" y="957"/>
                  </a:lnTo>
                  <a:cubicBezTo>
                    <a:pt x="8087" y="871"/>
                    <a:pt x="8020" y="794"/>
                    <a:pt x="7934" y="775"/>
                  </a:cubicBezTo>
                  <a:lnTo>
                    <a:pt x="4078" y="0"/>
                  </a:lnTo>
                  <a:close/>
                </a:path>
              </a:pathLst>
            </a:custGeom>
            <a:solidFill>
              <a:srgbClr val="E8EDF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909" name="Google Shape;12909;p43"/>
            <p:cNvSpPr/>
            <p:nvPr/>
          </p:nvSpPr>
          <p:spPr>
            <a:xfrm>
              <a:off x="3618672" y="4335777"/>
              <a:ext cx="118144" cy="247448"/>
            </a:xfrm>
            <a:custGeom>
              <a:rect b="b" l="l" r="r" t="t"/>
              <a:pathLst>
                <a:path extrusionOk="0" h="9423" w="4499">
                  <a:moveTo>
                    <a:pt x="881" y="1"/>
                  </a:moveTo>
                  <a:lnTo>
                    <a:pt x="144" y="144"/>
                  </a:lnTo>
                  <a:cubicBezTo>
                    <a:pt x="58" y="163"/>
                    <a:pt x="1" y="240"/>
                    <a:pt x="1" y="326"/>
                  </a:cubicBezTo>
                  <a:lnTo>
                    <a:pt x="1" y="6001"/>
                  </a:lnTo>
                  <a:cubicBezTo>
                    <a:pt x="1" y="6049"/>
                    <a:pt x="29" y="6097"/>
                    <a:pt x="68" y="6135"/>
                  </a:cubicBezTo>
                  <a:lnTo>
                    <a:pt x="3924" y="9380"/>
                  </a:lnTo>
                  <a:cubicBezTo>
                    <a:pt x="3963" y="9408"/>
                    <a:pt x="4006" y="9423"/>
                    <a:pt x="4048" y="9423"/>
                  </a:cubicBezTo>
                  <a:cubicBezTo>
                    <a:pt x="4089" y="9423"/>
                    <a:pt x="4130" y="9408"/>
                    <a:pt x="4164" y="9380"/>
                  </a:cubicBezTo>
                  <a:lnTo>
                    <a:pt x="4499" y="9092"/>
                  </a:lnTo>
                  <a:lnTo>
                    <a:pt x="795" y="6001"/>
                  </a:lnTo>
                  <a:cubicBezTo>
                    <a:pt x="757" y="5963"/>
                    <a:pt x="728" y="5906"/>
                    <a:pt x="737" y="5858"/>
                  </a:cubicBezTo>
                  <a:lnTo>
                    <a:pt x="737" y="183"/>
                  </a:lnTo>
                  <a:cubicBezTo>
                    <a:pt x="737" y="96"/>
                    <a:pt x="795" y="20"/>
                    <a:pt x="881" y="1"/>
                  </a:cubicBezTo>
                  <a:close/>
                </a:path>
              </a:pathLst>
            </a:custGeom>
            <a:solidFill>
              <a:srgbClr val="DFE6E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910" name="Google Shape;12910;p43"/>
            <p:cNvSpPr/>
            <p:nvPr/>
          </p:nvSpPr>
          <p:spPr>
            <a:xfrm>
              <a:off x="3634506" y="4362168"/>
              <a:ext cx="157849" cy="135423"/>
            </a:xfrm>
            <a:custGeom>
              <a:rect b="b" l="l" r="r" t="t"/>
              <a:pathLst>
                <a:path extrusionOk="0" h="5157" w="6011">
                  <a:moveTo>
                    <a:pt x="3436" y="1"/>
                  </a:moveTo>
                  <a:cubicBezTo>
                    <a:pt x="1149" y="1"/>
                    <a:pt x="0" y="2776"/>
                    <a:pt x="1618" y="4393"/>
                  </a:cubicBezTo>
                  <a:cubicBezTo>
                    <a:pt x="2145" y="4920"/>
                    <a:pt x="2791" y="5156"/>
                    <a:pt x="3424" y="5156"/>
                  </a:cubicBezTo>
                  <a:cubicBezTo>
                    <a:pt x="4746" y="5156"/>
                    <a:pt x="6011" y="4128"/>
                    <a:pt x="6011" y="2575"/>
                  </a:cubicBezTo>
                  <a:cubicBezTo>
                    <a:pt x="6011" y="1159"/>
                    <a:pt x="4862" y="10"/>
                    <a:pt x="3436" y="1"/>
                  </a:cubicBezTo>
                  <a:close/>
                </a:path>
              </a:pathLst>
            </a:custGeom>
            <a:solidFill>
              <a:srgbClr val="E4EAE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911" name="Google Shape;12911;p43"/>
            <p:cNvSpPr/>
            <p:nvPr/>
          </p:nvSpPr>
          <p:spPr>
            <a:xfrm>
              <a:off x="3653860" y="4376742"/>
              <a:ext cx="124184" cy="106353"/>
            </a:xfrm>
            <a:custGeom>
              <a:rect b="b" l="l" r="r" t="t"/>
              <a:pathLst>
                <a:path extrusionOk="0" h="4050" w="4729">
                  <a:moveTo>
                    <a:pt x="2699" y="1"/>
                  </a:moveTo>
                  <a:cubicBezTo>
                    <a:pt x="900" y="1"/>
                    <a:pt x="0" y="2183"/>
                    <a:pt x="1273" y="3456"/>
                  </a:cubicBezTo>
                  <a:cubicBezTo>
                    <a:pt x="1684" y="3866"/>
                    <a:pt x="2189" y="4050"/>
                    <a:pt x="2684" y="4050"/>
                  </a:cubicBezTo>
                  <a:cubicBezTo>
                    <a:pt x="3726" y="4050"/>
                    <a:pt x="4728" y="3239"/>
                    <a:pt x="4728" y="2020"/>
                  </a:cubicBezTo>
                  <a:cubicBezTo>
                    <a:pt x="4719" y="910"/>
                    <a:pt x="3819" y="1"/>
                    <a:pt x="2699" y="1"/>
                  </a:cubicBezTo>
                  <a:close/>
                </a:path>
              </a:pathLst>
            </a:custGeom>
            <a:solidFill>
              <a:srgbClr val="DDE4E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912" name="Google Shape;12912;p43"/>
            <p:cNvSpPr/>
            <p:nvPr/>
          </p:nvSpPr>
          <p:spPr>
            <a:xfrm>
              <a:off x="3700340" y="4377189"/>
              <a:ext cx="50550" cy="105381"/>
            </a:xfrm>
            <a:custGeom>
              <a:rect b="b" l="l" r="r" t="t"/>
              <a:pathLst>
                <a:path extrusionOk="0" h="4013" w="1925">
                  <a:moveTo>
                    <a:pt x="963" y="0"/>
                  </a:moveTo>
                  <a:cubicBezTo>
                    <a:pt x="874" y="0"/>
                    <a:pt x="786" y="55"/>
                    <a:pt x="776" y="166"/>
                  </a:cubicBezTo>
                  <a:lnTo>
                    <a:pt x="776" y="539"/>
                  </a:lnTo>
                  <a:cubicBezTo>
                    <a:pt x="336" y="577"/>
                    <a:pt x="1" y="969"/>
                    <a:pt x="30" y="1410"/>
                  </a:cubicBezTo>
                  <a:cubicBezTo>
                    <a:pt x="58" y="1853"/>
                    <a:pt x="412" y="2195"/>
                    <a:pt x="854" y="2195"/>
                  </a:cubicBezTo>
                  <a:cubicBezTo>
                    <a:pt x="860" y="2195"/>
                    <a:pt x="866" y="2195"/>
                    <a:pt x="872" y="2194"/>
                  </a:cubicBezTo>
                  <a:lnTo>
                    <a:pt x="1054" y="2194"/>
                  </a:lnTo>
                  <a:cubicBezTo>
                    <a:pt x="1666" y="2194"/>
                    <a:pt x="1666" y="3113"/>
                    <a:pt x="1054" y="3113"/>
                  </a:cubicBezTo>
                  <a:lnTo>
                    <a:pt x="776" y="3113"/>
                  </a:lnTo>
                  <a:cubicBezTo>
                    <a:pt x="575" y="3113"/>
                    <a:pt x="412" y="2941"/>
                    <a:pt x="412" y="2740"/>
                  </a:cubicBezTo>
                  <a:cubicBezTo>
                    <a:pt x="403" y="2630"/>
                    <a:pt x="317" y="2575"/>
                    <a:pt x="231" y="2575"/>
                  </a:cubicBezTo>
                  <a:cubicBezTo>
                    <a:pt x="144" y="2575"/>
                    <a:pt x="58" y="2630"/>
                    <a:pt x="49" y="2740"/>
                  </a:cubicBezTo>
                  <a:cubicBezTo>
                    <a:pt x="49" y="3151"/>
                    <a:pt x="374" y="3477"/>
                    <a:pt x="786" y="3477"/>
                  </a:cubicBezTo>
                  <a:lnTo>
                    <a:pt x="786" y="3841"/>
                  </a:lnTo>
                  <a:cubicBezTo>
                    <a:pt x="795" y="3955"/>
                    <a:pt x="881" y="4013"/>
                    <a:pt x="968" y="4013"/>
                  </a:cubicBezTo>
                  <a:cubicBezTo>
                    <a:pt x="1054" y="4013"/>
                    <a:pt x="1140" y="3955"/>
                    <a:pt x="1149" y="3841"/>
                  </a:cubicBezTo>
                  <a:lnTo>
                    <a:pt x="1149" y="3467"/>
                  </a:lnTo>
                  <a:cubicBezTo>
                    <a:pt x="1590" y="3429"/>
                    <a:pt x="1925" y="3046"/>
                    <a:pt x="1896" y="2596"/>
                  </a:cubicBezTo>
                  <a:cubicBezTo>
                    <a:pt x="1877" y="2162"/>
                    <a:pt x="1514" y="1821"/>
                    <a:pt x="1072" y="1821"/>
                  </a:cubicBezTo>
                  <a:cubicBezTo>
                    <a:pt x="1066" y="1821"/>
                    <a:pt x="1060" y="1821"/>
                    <a:pt x="1054" y="1821"/>
                  </a:cubicBezTo>
                  <a:lnTo>
                    <a:pt x="872" y="1821"/>
                  </a:lnTo>
                  <a:cubicBezTo>
                    <a:pt x="259" y="1821"/>
                    <a:pt x="259" y="902"/>
                    <a:pt x="872" y="902"/>
                  </a:cubicBezTo>
                  <a:lnTo>
                    <a:pt x="1149" y="902"/>
                  </a:lnTo>
                  <a:cubicBezTo>
                    <a:pt x="1350" y="902"/>
                    <a:pt x="1513" y="1065"/>
                    <a:pt x="1513" y="1266"/>
                  </a:cubicBezTo>
                  <a:lnTo>
                    <a:pt x="1513" y="1448"/>
                  </a:lnTo>
                  <a:cubicBezTo>
                    <a:pt x="1513" y="1553"/>
                    <a:pt x="1590" y="1639"/>
                    <a:pt x="1695" y="1639"/>
                  </a:cubicBezTo>
                  <a:cubicBezTo>
                    <a:pt x="1800" y="1639"/>
                    <a:pt x="1886" y="1553"/>
                    <a:pt x="1886" y="1458"/>
                  </a:cubicBezTo>
                  <a:lnTo>
                    <a:pt x="1886" y="1266"/>
                  </a:lnTo>
                  <a:cubicBezTo>
                    <a:pt x="1886" y="864"/>
                    <a:pt x="1551" y="539"/>
                    <a:pt x="1149" y="539"/>
                  </a:cubicBezTo>
                  <a:lnTo>
                    <a:pt x="1149" y="166"/>
                  </a:lnTo>
                  <a:cubicBezTo>
                    <a:pt x="1140" y="55"/>
                    <a:pt x="1051" y="0"/>
                    <a:pt x="963" y="0"/>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2913" name="Google Shape;12913;p43"/>
          <p:cNvGrpSpPr/>
          <p:nvPr/>
        </p:nvGrpSpPr>
        <p:grpSpPr>
          <a:xfrm>
            <a:off x="3105998" y="2280840"/>
            <a:ext cx="345817" cy="345056"/>
            <a:chOff x="3105998" y="2433240"/>
            <a:chExt cx="345817" cy="345056"/>
          </a:xfrm>
        </p:grpSpPr>
        <p:sp>
          <p:nvSpPr>
            <p:cNvPr id="12914" name="Google Shape;12914;p43"/>
            <p:cNvSpPr/>
            <p:nvPr/>
          </p:nvSpPr>
          <p:spPr>
            <a:xfrm>
              <a:off x="3160277" y="2465487"/>
              <a:ext cx="237259" cy="312809"/>
            </a:xfrm>
            <a:custGeom>
              <a:rect b="b" l="l" r="r" t="t"/>
              <a:pathLst>
                <a:path extrusionOk="0" h="11912" w="9035">
                  <a:moveTo>
                    <a:pt x="4518" y="1"/>
                  </a:moveTo>
                  <a:cubicBezTo>
                    <a:pt x="2020" y="1"/>
                    <a:pt x="0" y="2020"/>
                    <a:pt x="0" y="4518"/>
                  </a:cubicBezTo>
                  <a:cubicBezTo>
                    <a:pt x="0" y="5389"/>
                    <a:pt x="240" y="6327"/>
                    <a:pt x="689" y="7293"/>
                  </a:cubicBezTo>
                  <a:cubicBezTo>
                    <a:pt x="1101" y="8126"/>
                    <a:pt x="1608" y="8911"/>
                    <a:pt x="2202" y="9629"/>
                  </a:cubicBezTo>
                  <a:cubicBezTo>
                    <a:pt x="2852" y="10442"/>
                    <a:pt x="3589" y="11189"/>
                    <a:pt x="4384" y="11868"/>
                  </a:cubicBezTo>
                  <a:cubicBezTo>
                    <a:pt x="4422" y="11897"/>
                    <a:pt x="4467" y="11911"/>
                    <a:pt x="4513" y="11911"/>
                  </a:cubicBezTo>
                  <a:cubicBezTo>
                    <a:pt x="4558" y="11911"/>
                    <a:pt x="4604" y="11897"/>
                    <a:pt x="4642" y="11868"/>
                  </a:cubicBezTo>
                  <a:cubicBezTo>
                    <a:pt x="5446" y="11189"/>
                    <a:pt x="6173" y="10442"/>
                    <a:pt x="6834" y="9629"/>
                  </a:cubicBezTo>
                  <a:cubicBezTo>
                    <a:pt x="7427" y="8911"/>
                    <a:pt x="7925" y="8126"/>
                    <a:pt x="8336" y="7293"/>
                  </a:cubicBezTo>
                  <a:cubicBezTo>
                    <a:pt x="8795" y="6327"/>
                    <a:pt x="9035" y="5389"/>
                    <a:pt x="9035" y="4518"/>
                  </a:cubicBezTo>
                  <a:cubicBezTo>
                    <a:pt x="9025" y="2020"/>
                    <a:pt x="7006" y="1"/>
                    <a:pt x="4518" y="1"/>
                  </a:cubicBezTo>
                  <a:close/>
                </a:path>
              </a:pathLst>
            </a:custGeom>
            <a:solidFill>
              <a:srgbClr val="E4EAE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915" name="Google Shape;12915;p43"/>
            <p:cNvSpPr/>
            <p:nvPr/>
          </p:nvSpPr>
          <p:spPr>
            <a:xfrm>
              <a:off x="3160277" y="2469268"/>
              <a:ext cx="137996" cy="309028"/>
            </a:xfrm>
            <a:custGeom>
              <a:rect b="b" l="l" r="r" t="t"/>
              <a:pathLst>
                <a:path extrusionOk="0" h="11768" w="5255">
                  <a:moveTo>
                    <a:pt x="3369" y="0"/>
                  </a:moveTo>
                  <a:cubicBezTo>
                    <a:pt x="1388" y="527"/>
                    <a:pt x="0" y="2316"/>
                    <a:pt x="0" y="4374"/>
                  </a:cubicBezTo>
                  <a:cubicBezTo>
                    <a:pt x="0" y="5245"/>
                    <a:pt x="240" y="6183"/>
                    <a:pt x="689" y="7140"/>
                  </a:cubicBezTo>
                  <a:cubicBezTo>
                    <a:pt x="1101" y="7982"/>
                    <a:pt x="1608" y="8767"/>
                    <a:pt x="2202" y="9485"/>
                  </a:cubicBezTo>
                  <a:cubicBezTo>
                    <a:pt x="2852" y="10298"/>
                    <a:pt x="3589" y="11045"/>
                    <a:pt x="4384" y="11724"/>
                  </a:cubicBezTo>
                  <a:cubicBezTo>
                    <a:pt x="4422" y="11753"/>
                    <a:pt x="4467" y="11767"/>
                    <a:pt x="4513" y="11767"/>
                  </a:cubicBezTo>
                  <a:cubicBezTo>
                    <a:pt x="4558" y="11767"/>
                    <a:pt x="4604" y="11753"/>
                    <a:pt x="4642" y="11724"/>
                  </a:cubicBezTo>
                  <a:cubicBezTo>
                    <a:pt x="4661" y="11705"/>
                    <a:pt x="4900" y="11513"/>
                    <a:pt x="5254" y="11179"/>
                  </a:cubicBezTo>
                  <a:cubicBezTo>
                    <a:pt x="4518" y="10537"/>
                    <a:pt x="3838" y="9829"/>
                    <a:pt x="3226" y="9073"/>
                  </a:cubicBezTo>
                  <a:cubicBezTo>
                    <a:pt x="2632" y="8355"/>
                    <a:pt x="2125" y="7571"/>
                    <a:pt x="1723" y="6738"/>
                  </a:cubicBezTo>
                  <a:cubicBezTo>
                    <a:pt x="1264" y="5771"/>
                    <a:pt x="1024" y="4833"/>
                    <a:pt x="1024" y="3963"/>
                  </a:cubicBezTo>
                  <a:cubicBezTo>
                    <a:pt x="1024" y="2316"/>
                    <a:pt x="1924" y="795"/>
                    <a:pt x="3369" y="0"/>
                  </a:cubicBezTo>
                  <a:close/>
                </a:path>
              </a:pathLst>
            </a:custGeom>
            <a:solidFill>
              <a:srgbClr val="DDE4E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916" name="Google Shape;12916;p43"/>
            <p:cNvSpPr/>
            <p:nvPr/>
          </p:nvSpPr>
          <p:spPr>
            <a:xfrm>
              <a:off x="3156259" y="2492377"/>
              <a:ext cx="214387" cy="183374"/>
            </a:xfrm>
            <a:custGeom>
              <a:rect b="b" l="l" r="r" t="t"/>
              <a:pathLst>
                <a:path extrusionOk="0" h="6983" w="8164">
                  <a:moveTo>
                    <a:pt x="4671" y="1"/>
                  </a:moveTo>
                  <a:cubicBezTo>
                    <a:pt x="1560" y="1"/>
                    <a:pt x="0" y="3762"/>
                    <a:pt x="2201" y="5963"/>
                  </a:cubicBezTo>
                  <a:cubicBezTo>
                    <a:pt x="2868" y="6629"/>
                    <a:pt x="3761" y="6983"/>
                    <a:pt x="4669" y="6983"/>
                  </a:cubicBezTo>
                  <a:cubicBezTo>
                    <a:pt x="5118" y="6983"/>
                    <a:pt x="5570" y="6896"/>
                    <a:pt x="6001" y="6719"/>
                  </a:cubicBezTo>
                  <a:cubicBezTo>
                    <a:pt x="7312" y="6183"/>
                    <a:pt x="8164" y="4910"/>
                    <a:pt x="8164" y="3494"/>
                  </a:cubicBezTo>
                  <a:cubicBezTo>
                    <a:pt x="8154" y="1570"/>
                    <a:pt x="6594" y="1"/>
                    <a:pt x="4671" y="1"/>
                  </a:cubicBezTo>
                  <a:close/>
                </a:path>
              </a:pathLst>
            </a:custGeom>
            <a:solidFill>
              <a:srgbClr val="F4F6F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917" name="Google Shape;12917;p43"/>
            <p:cNvSpPr/>
            <p:nvPr/>
          </p:nvSpPr>
          <p:spPr>
            <a:xfrm>
              <a:off x="3174589" y="2511731"/>
              <a:ext cx="176704" cy="164388"/>
            </a:xfrm>
            <a:custGeom>
              <a:rect b="b" l="l" r="r" t="t"/>
              <a:pathLst>
                <a:path extrusionOk="0" h="6260" w="6729">
                  <a:moveTo>
                    <a:pt x="1838" y="1"/>
                  </a:moveTo>
                  <a:cubicBezTo>
                    <a:pt x="164" y="1283"/>
                    <a:pt x="1" y="3743"/>
                    <a:pt x="1494" y="5236"/>
                  </a:cubicBezTo>
                  <a:cubicBezTo>
                    <a:pt x="2177" y="5924"/>
                    <a:pt x="3070" y="6260"/>
                    <a:pt x="3959" y="6260"/>
                  </a:cubicBezTo>
                  <a:cubicBezTo>
                    <a:pt x="5000" y="6260"/>
                    <a:pt x="6037" y="5799"/>
                    <a:pt x="6729" y="4901"/>
                  </a:cubicBezTo>
                  <a:lnTo>
                    <a:pt x="6729" y="4901"/>
                  </a:lnTo>
                  <a:cubicBezTo>
                    <a:pt x="6116" y="5370"/>
                    <a:pt x="5360" y="5628"/>
                    <a:pt x="4585" y="5628"/>
                  </a:cubicBezTo>
                  <a:cubicBezTo>
                    <a:pt x="1685" y="5628"/>
                    <a:pt x="58" y="2288"/>
                    <a:pt x="1838" y="1"/>
                  </a:cubicBezTo>
                  <a:close/>
                </a:path>
              </a:pathLst>
            </a:custGeom>
            <a:solidFill>
              <a:srgbClr val="E8EDF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918" name="Google Shape;12918;p43"/>
            <p:cNvSpPr/>
            <p:nvPr/>
          </p:nvSpPr>
          <p:spPr>
            <a:xfrm>
              <a:off x="3251005" y="2524493"/>
              <a:ext cx="55802" cy="119536"/>
            </a:xfrm>
            <a:custGeom>
              <a:rect b="b" l="l" r="r" t="t"/>
              <a:pathLst>
                <a:path extrusionOk="0" h="4552" w="2125">
                  <a:moveTo>
                    <a:pt x="1061" y="1"/>
                  </a:moveTo>
                  <a:cubicBezTo>
                    <a:pt x="952" y="1"/>
                    <a:pt x="842" y="75"/>
                    <a:pt x="852" y="223"/>
                  </a:cubicBezTo>
                  <a:lnTo>
                    <a:pt x="852" y="644"/>
                  </a:lnTo>
                  <a:cubicBezTo>
                    <a:pt x="364" y="692"/>
                    <a:pt x="0" y="1113"/>
                    <a:pt x="29" y="1611"/>
                  </a:cubicBezTo>
                  <a:cubicBezTo>
                    <a:pt x="57" y="2093"/>
                    <a:pt x="459" y="2482"/>
                    <a:pt x="940" y="2482"/>
                  </a:cubicBezTo>
                  <a:cubicBezTo>
                    <a:pt x="946" y="2482"/>
                    <a:pt x="951" y="2482"/>
                    <a:pt x="957" y="2482"/>
                  </a:cubicBezTo>
                  <a:lnTo>
                    <a:pt x="1168" y="2482"/>
                  </a:lnTo>
                  <a:cubicBezTo>
                    <a:pt x="1847" y="2482"/>
                    <a:pt x="1847" y="3506"/>
                    <a:pt x="1168" y="3506"/>
                  </a:cubicBezTo>
                  <a:lnTo>
                    <a:pt x="862" y="3506"/>
                  </a:lnTo>
                  <a:cubicBezTo>
                    <a:pt x="632" y="3506"/>
                    <a:pt x="450" y="3324"/>
                    <a:pt x="450" y="3094"/>
                  </a:cubicBezTo>
                  <a:cubicBezTo>
                    <a:pt x="440" y="2970"/>
                    <a:pt x="342" y="2907"/>
                    <a:pt x="244" y="2907"/>
                  </a:cubicBezTo>
                  <a:cubicBezTo>
                    <a:pt x="146" y="2907"/>
                    <a:pt x="48" y="2970"/>
                    <a:pt x="38" y="3094"/>
                  </a:cubicBezTo>
                  <a:cubicBezTo>
                    <a:pt x="38" y="3553"/>
                    <a:pt x="402" y="3917"/>
                    <a:pt x="862" y="3917"/>
                  </a:cubicBezTo>
                  <a:lnTo>
                    <a:pt x="862" y="4329"/>
                  </a:lnTo>
                  <a:cubicBezTo>
                    <a:pt x="847" y="4477"/>
                    <a:pt x="955" y="4551"/>
                    <a:pt x="1064" y="4551"/>
                  </a:cubicBezTo>
                  <a:cubicBezTo>
                    <a:pt x="1173" y="4551"/>
                    <a:pt x="1283" y="4477"/>
                    <a:pt x="1273" y="4329"/>
                  </a:cubicBezTo>
                  <a:lnTo>
                    <a:pt x="1273" y="3908"/>
                  </a:lnTo>
                  <a:cubicBezTo>
                    <a:pt x="1761" y="3860"/>
                    <a:pt x="2125" y="3429"/>
                    <a:pt x="2096" y="2941"/>
                  </a:cubicBezTo>
                  <a:cubicBezTo>
                    <a:pt x="2068" y="2449"/>
                    <a:pt x="1666" y="2070"/>
                    <a:pt x="1186" y="2070"/>
                  </a:cubicBezTo>
                  <a:cubicBezTo>
                    <a:pt x="1180" y="2070"/>
                    <a:pt x="1174" y="2070"/>
                    <a:pt x="1168" y="2070"/>
                  </a:cubicBezTo>
                  <a:lnTo>
                    <a:pt x="957" y="2070"/>
                  </a:lnTo>
                  <a:cubicBezTo>
                    <a:pt x="278" y="2070"/>
                    <a:pt x="278" y="1037"/>
                    <a:pt x="957" y="1037"/>
                  </a:cubicBezTo>
                  <a:lnTo>
                    <a:pt x="1273" y="1037"/>
                  </a:lnTo>
                  <a:cubicBezTo>
                    <a:pt x="1493" y="1037"/>
                    <a:pt x="1675" y="1218"/>
                    <a:pt x="1675" y="1448"/>
                  </a:cubicBezTo>
                  <a:lnTo>
                    <a:pt x="1675" y="1659"/>
                  </a:lnTo>
                  <a:cubicBezTo>
                    <a:pt x="1685" y="1773"/>
                    <a:pt x="1771" y="1860"/>
                    <a:pt x="1886" y="1860"/>
                  </a:cubicBezTo>
                  <a:cubicBezTo>
                    <a:pt x="1991" y="1860"/>
                    <a:pt x="2087" y="1764"/>
                    <a:pt x="2087" y="1659"/>
                  </a:cubicBezTo>
                  <a:lnTo>
                    <a:pt x="2087" y="1448"/>
                  </a:lnTo>
                  <a:cubicBezTo>
                    <a:pt x="2087" y="998"/>
                    <a:pt x="1723" y="625"/>
                    <a:pt x="1263" y="625"/>
                  </a:cubicBezTo>
                  <a:lnTo>
                    <a:pt x="1263" y="223"/>
                  </a:lnTo>
                  <a:cubicBezTo>
                    <a:pt x="1278" y="75"/>
                    <a:pt x="1170" y="1"/>
                    <a:pt x="1061" y="1"/>
                  </a:cubicBezTo>
                  <a:close/>
                </a:path>
              </a:pathLst>
            </a:custGeom>
            <a:solidFill>
              <a:srgbClr val="C5D1D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919" name="Google Shape;12919;p43"/>
            <p:cNvSpPr/>
            <p:nvPr/>
          </p:nvSpPr>
          <p:spPr>
            <a:xfrm>
              <a:off x="3398875" y="2433318"/>
              <a:ext cx="52940" cy="86500"/>
            </a:xfrm>
            <a:custGeom>
              <a:rect b="b" l="l" r="r" t="t"/>
              <a:pathLst>
                <a:path extrusionOk="0" h="3294" w="2016">
                  <a:moveTo>
                    <a:pt x="294" y="1"/>
                  </a:moveTo>
                  <a:cubicBezTo>
                    <a:pt x="121" y="1"/>
                    <a:pt x="0" y="236"/>
                    <a:pt x="169" y="365"/>
                  </a:cubicBezTo>
                  <a:cubicBezTo>
                    <a:pt x="1059" y="977"/>
                    <a:pt x="1604" y="1992"/>
                    <a:pt x="1604" y="3083"/>
                  </a:cubicBezTo>
                  <a:cubicBezTo>
                    <a:pt x="1604" y="3197"/>
                    <a:pt x="1690" y="3293"/>
                    <a:pt x="1805" y="3293"/>
                  </a:cubicBezTo>
                  <a:cubicBezTo>
                    <a:pt x="1920" y="3284"/>
                    <a:pt x="2006" y="3197"/>
                    <a:pt x="2016" y="3083"/>
                  </a:cubicBezTo>
                  <a:cubicBezTo>
                    <a:pt x="2006" y="1858"/>
                    <a:pt x="1403" y="719"/>
                    <a:pt x="399" y="30"/>
                  </a:cubicBezTo>
                  <a:cubicBezTo>
                    <a:pt x="363" y="9"/>
                    <a:pt x="327" y="1"/>
                    <a:pt x="294" y="1"/>
                  </a:cubicBezTo>
                  <a:close/>
                </a:path>
              </a:pathLst>
            </a:custGeom>
            <a:solidFill>
              <a:srgbClr val="C5D0D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920" name="Google Shape;12920;p43"/>
            <p:cNvSpPr/>
            <p:nvPr/>
          </p:nvSpPr>
          <p:spPr>
            <a:xfrm>
              <a:off x="3368466" y="2477803"/>
              <a:ext cx="29332" cy="42016"/>
            </a:xfrm>
            <a:custGeom>
              <a:rect b="b" l="l" r="r" t="t"/>
              <a:pathLst>
                <a:path extrusionOk="0" h="1600" w="1117">
                  <a:moveTo>
                    <a:pt x="294" y="1"/>
                  </a:moveTo>
                  <a:cubicBezTo>
                    <a:pt x="121" y="1"/>
                    <a:pt x="0" y="238"/>
                    <a:pt x="169" y="374"/>
                  </a:cubicBezTo>
                  <a:cubicBezTo>
                    <a:pt x="504" y="604"/>
                    <a:pt x="705" y="977"/>
                    <a:pt x="705" y="1389"/>
                  </a:cubicBezTo>
                  <a:cubicBezTo>
                    <a:pt x="705" y="1503"/>
                    <a:pt x="800" y="1599"/>
                    <a:pt x="915" y="1599"/>
                  </a:cubicBezTo>
                  <a:cubicBezTo>
                    <a:pt x="1021" y="1599"/>
                    <a:pt x="1116" y="1503"/>
                    <a:pt x="1116" y="1389"/>
                  </a:cubicBezTo>
                  <a:cubicBezTo>
                    <a:pt x="1116" y="843"/>
                    <a:pt x="848" y="336"/>
                    <a:pt x="398" y="30"/>
                  </a:cubicBezTo>
                  <a:cubicBezTo>
                    <a:pt x="363" y="9"/>
                    <a:pt x="327" y="1"/>
                    <a:pt x="294" y="1"/>
                  </a:cubicBezTo>
                  <a:close/>
                </a:path>
              </a:pathLst>
            </a:custGeom>
            <a:solidFill>
              <a:srgbClr val="C5D0D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921" name="Google Shape;12921;p43"/>
            <p:cNvSpPr/>
            <p:nvPr/>
          </p:nvSpPr>
          <p:spPr>
            <a:xfrm>
              <a:off x="3383802" y="2455587"/>
              <a:ext cx="40887" cy="64232"/>
            </a:xfrm>
            <a:custGeom>
              <a:rect b="b" l="l" r="r" t="t"/>
              <a:pathLst>
                <a:path extrusionOk="0" h="2446" w="1557">
                  <a:moveTo>
                    <a:pt x="288" y="0"/>
                  </a:moveTo>
                  <a:cubicBezTo>
                    <a:pt x="118" y="0"/>
                    <a:pt x="0" y="234"/>
                    <a:pt x="159" y="368"/>
                  </a:cubicBezTo>
                  <a:cubicBezTo>
                    <a:pt x="781" y="789"/>
                    <a:pt x="1145" y="1488"/>
                    <a:pt x="1154" y="2235"/>
                  </a:cubicBezTo>
                  <a:cubicBezTo>
                    <a:pt x="1154" y="2349"/>
                    <a:pt x="1240" y="2445"/>
                    <a:pt x="1355" y="2445"/>
                  </a:cubicBezTo>
                  <a:cubicBezTo>
                    <a:pt x="1470" y="2436"/>
                    <a:pt x="1556" y="2349"/>
                    <a:pt x="1556" y="2235"/>
                  </a:cubicBezTo>
                  <a:cubicBezTo>
                    <a:pt x="1556" y="1354"/>
                    <a:pt x="1126" y="531"/>
                    <a:pt x="398" y="33"/>
                  </a:cubicBezTo>
                  <a:cubicBezTo>
                    <a:pt x="360" y="10"/>
                    <a:pt x="323" y="0"/>
                    <a:pt x="288" y="0"/>
                  </a:cubicBezTo>
                  <a:close/>
                </a:path>
              </a:pathLst>
            </a:custGeom>
            <a:solidFill>
              <a:srgbClr val="C5D0D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922" name="Google Shape;12922;p43"/>
            <p:cNvSpPr/>
            <p:nvPr/>
          </p:nvSpPr>
          <p:spPr>
            <a:xfrm>
              <a:off x="3105998" y="2433240"/>
              <a:ext cx="52914" cy="86579"/>
            </a:xfrm>
            <a:custGeom>
              <a:rect b="b" l="l" r="r" t="t"/>
              <a:pathLst>
                <a:path extrusionOk="0" h="3297" w="2015">
                  <a:moveTo>
                    <a:pt x="1726" y="0"/>
                  </a:moveTo>
                  <a:cubicBezTo>
                    <a:pt x="1691" y="0"/>
                    <a:pt x="1655" y="10"/>
                    <a:pt x="1618" y="33"/>
                  </a:cubicBezTo>
                  <a:cubicBezTo>
                    <a:pt x="613" y="722"/>
                    <a:pt x="0" y="1861"/>
                    <a:pt x="10" y="3086"/>
                  </a:cubicBezTo>
                  <a:cubicBezTo>
                    <a:pt x="10" y="3200"/>
                    <a:pt x="96" y="3296"/>
                    <a:pt x="211" y="3296"/>
                  </a:cubicBezTo>
                  <a:cubicBezTo>
                    <a:pt x="326" y="3287"/>
                    <a:pt x="412" y="3200"/>
                    <a:pt x="412" y="3086"/>
                  </a:cubicBezTo>
                  <a:cubicBezTo>
                    <a:pt x="412" y="1995"/>
                    <a:pt x="957" y="980"/>
                    <a:pt x="1847" y="368"/>
                  </a:cubicBezTo>
                  <a:cubicBezTo>
                    <a:pt x="2014" y="240"/>
                    <a:pt x="1897" y="0"/>
                    <a:pt x="1726" y="0"/>
                  </a:cubicBezTo>
                  <a:close/>
                </a:path>
              </a:pathLst>
            </a:custGeom>
            <a:solidFill>
              <a:srgbClr val="C5D0D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923" name="Google Shape;12923;p43"/>
            <p:cNvSpPr/>
            <p:nvPr/>
          </p:nvSpPr>
          <p:spPr>
            <a:xfrm>
              <a:off x="3159778" y="2477803"/>
              <a:ext cx="29569" cy="42016"/>
            </a:xfrm>
            <a:custGeom>
              <a:rect b="b" l="l" r="r" t="t"/>
              <a:pathLst>
                <a:path extrusionOk="0" h="1600" w="1126">
                  <a:moveTo>
                    <a:pt x="832" y="1"/>
                  </a:moveTo>
                  <a:cubicBezTo>
                    <a:pt x="799" y="1"/>
                    <a:pt x="763" y="9"/>
                    <a:pt x="728" y="30"/>
                  </a:cubicBezTo>
                  <a:cubicBezTo>
                    <a:pt x="278" y="336"/>
                    <a:pt x="0" y="843"/>
                    <a:pt x="10" y="1389"/>
                  </a:cubicBezTo>
                  <a:cubicBezTo>
                    <a:pt x="10" y="1503"/>
                    <a:pt x="96" y="1599"/>
                    <a:pt x="211" y="1599"/>
                  </a:cubicBezTo>
                  <a:cubicBezTo>
                    <a:pt x="326" y="1599"/>
                    <a:pt x="421" y="1503"/>
                    <a:pt x="421" y="1389"/>
                  </a:cubicBezTo>
                  <a:cubicBezTo>
                    <a:pt x="421" y="977"/>
                    <a:pt x="622" y="594"/>
                    <a:pt x="957" y="365"/>
                  </a:cubicBezTo>
                  <a:cubicBezTo>
                    <a:pt x="1126" y="236"/>
                    <a:pt x="1005" y="1"/>
                    <a:pt x="832" y="1"/>
                  </a:cubicBezTo>
                  <a:close/>
                </a:path>
              </a:pathLst>
            </a:custGeom>
            <a:solidFill>
              <a:srgbClr val="C5D0D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924" name="Google Shape;12924;p43"/>
            <p:cNvSpPr/>
            <p:nvPr/>
          </p:nvSpPr>
          <p:spPr>
            <a:xfrm>
              <a:off x="3132888" y="2455587"/>
              <a:ext cx="41071" cy="64232"/>
            </a:xfrm>
            <a:custGeom>
              <a:rect b="b" l="l" r="r" t="t"/>
              <a:pathLst>
                <a:path extrusionOk="0" h="2446" w="1564">
                  <a:moveTo>
                    <a:pt x="1278" y="0"/>
                  </a:moveTo>
                  <a:cubicBezTo>
                    <a:pt x="1243" y="0"/>
                    <a:pt x="1206" y="10"/>
                    <a:pt x="1168" y="33"/>
                  </a:cubicBezTo>
                  <a:cubicBezTo>
                    <a:pt x="440" y="521"/>
                    <a:pt x="0" y="1354"/>
                    <a:pt x="0" y="2235"/>
                  </a:cubicBezTo>
                  <a:cubicBezTo>
                    <a:pt x="0" y="2349"/>
                    <a:pt x="96" y="2445"/>
                    <a:pt x="211" y="2445"/>
                  </a:cubicBezTo>
                  <a:cubicBezTo>
                    <a:pt x="316" y="2436"/>
                    <a:pt x="412" y="2349"/>
                    <a:pt x="412" y="2235"/>
                  </a:cubicBezTo>
                  <a:cubicBezTo>
                    <a:pt x="412" y="1488"/>
                    <a:pt x="785" y="789"/>
                    <a:pt x="1397" y="368"/>
                  </a:cubicBezTo>
                  <a:cubicBezTo>
                    <a:pt x="1564" y="234"/>
                    <a:pt x="1448" y="0"/>
                    <a:pt x="1278" y="0"/>
                  </a:cubicBezTo>
                  <a:close/>
                </a:path>
              </a:pathLst>
            </a:custGeom>
            <a:solidFill>
              <a:srgbClr val="C5D0D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2925" name="Google Shape;12925;p43"/>
          <p:cNvGrpSpPr/>
          <p:nvPr/>
        </p:nvGrpSpPr>
        <p:grpSpPr>
          <a:xfrm>
            <a:off x="1737326" y="2748373"/>
            <a:ext cx="374731" cy="350361"/>
            <a:chOff x="1737326" y="2900773"/>
            <a:chExt cx="374731" cy="350361"/>
          </a:xfrm>
        </p:grpSpPr>
        <p:sp>
          <p:nvSpPr>
            <p:cNvPr id="12926" name="Google Shape;12926;p43"/>
            <p:cNvSpPr/>
            <p:nvPr/>
          </p:nvSpPr>
          <p:spPr>
            <a:xfrm>
              <a:off x="1942890" y="2936723"/>
              <a:ext cx="169167" cy="176966"/>
            </a:xfrm>
            <a:custGeom>
              <a:rect b="b" l="l" r="r" t="t"/>
              <a:pathLst>
                <a:path extrusionOk="0" h="6739" w="6442">
                  <a:moveTo>
                    <a:pt x="690" y="0"/>
                  </a:moveTo>
                  <a:cubicBezTo>
                    <a:pt x="307" y="0"/>
                    <a:pt x="1" y="316"/>
                    <a:pt x="1" y="689"/>
                  </a:cubicBezTo>
                  <a:lnTo>
                    <a:pt x="1" y="4374"/>
                  </a:lnTo>
                  <a:cubicBezTo>
                    <a:pt x="1" y="4757"/>
                    <a:pt x="307" y="5063"/>
                    <a:pt x="690" y="5063"/>
                  </a:cubicBezTo>
                  <a:lnTo>
                    <a:pt x="1379" y="5063"/>
                  </a:lnTo>
                  <a:lnTo>
                    <a:pt x="996" y="6604"/>
                  </a:lnTo>
                  <a:cubicBezTo>
                    <a:pt x="982" y="6676"/>
                    <a:pt x="1039" y="6738"/>
                    <a:pt x="1110" y="6738"/>
                  </a:cubicBezTo>
                  <a:cubicBezTo>
                    <a:pt x="1132" y="6738"/>
                    <a:pt x="1155" y="6732"/>
                    <a:pt x="1178" y="6718"/>
                  </a:cubicBezTo>
                  <a:lnTo>
                    <a:pt x="3446" y="5063"/>
                  </a:lnTo>
                  <a:lnTo>
                    <a:pt x="5753" y="5063"/>
                  </a:lnTo>
                  <a:cubicBezTo>
                    <a:pt x="6126" y="5063"/>
                    <a:pt x="6442" y="4757"/>
                    <a:pt x="6442" y="4374"/>
                  </a:cubicBezTo>
                  <a:lnTo>
                    <a:pt x="6442" y="689"/>
                  </a:lnTo>
                  <a:cubicBezTo>
                    <a:pt x="6442" y="316"/>
                    <a:pt x="6135" y="10"/>
                    <a:pt x="5753" y="0"/>
                  </a:cubicBezTo>
                  <a:close/>
                </a:path>
              </a:pathLst>
            </a:custGeom>
            <a:solidFill>
              <a:srgbClr val="E2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927" name="Google Shape;12927;p43"/>
            <p:cNvSpPr/>
            <p:nvPr/>
          </p:nvSpPr>
          <p:spPr>
            <a:xfrm>
              <a:off x="2003209" y="2936723"/>
              <a:ext cx="48528" cy="114861"/>
            </a:xfrm>
            <a:custGeom>
              <a:rect b="b" l="l" r="r" t="t"/>
              <a:pathLst>
                <a:path extrusionOk="0" h="4374" w="1848">
                  <a:moveTo>
                    <a:pt x="1" y="0"/>
                  </a:moveTo>
                  <a:lnTo>
                    <a:pt x="1" y="3455"/>
                  </a:lnTo>
                  <a:cubicBezTo>
                    <a:pt x="1" y="3962"/>
                    <a:pt x="412" y="4374"/>
                    <a:pt x="919" y="4374"/>
                  </a:cubicBezTo>
                  <a:cubicBezTo>
                    <a:pt x="1427" y="4374"/>
                    <a:pt x="1848" y="3962"/>
                    <a:pt x="1848" y="3455"/>
                  </a:cubicBezTo>
                  <a:lnTo>
                    <a:pt x="1848" y="0"/>
                  </a:lnTo>
                  <a:close/>
                </a:path>
              </a:pathLst>
            </a:custGeom>
            <a:solidFill>
              <a:srgbClr val="E2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928" name="Google Shape;12928;p43"/>
            <p:cNvSpPr/>
            <p:nvPr/>
          </p:nvSpPr>
          <p:spPr>
            <a:xfrm>
              <a:off x="2015525" y="2900773"/>
              <a:ext cx="23660" cy="96532"/>
            </a:xfrm>
            <a:custGeom>
              <a:rect b="b" l="l" r="r" t="t"/>
              <a:pathLst>
                <a:path extrusionOk="0" h="3676" w="901">
                  <a:moveTo>
                    <a:pt x="224" y="0"/>
                  </a:moveTo>
                  <a:cubicBezTo>
                    <a:pt x="98" y="0"/>
                    <a:pt x="1" y="111"/>
                    <a:pt x="10" y="240"/>
                  </a:cubicBezTo>
                  <a:lnTo>
                    <a:pt x="211" y="3455"/>
                  </a:lnTo>
                  <a:cubicBezTo>
                    <a:pt x="211" y="3580"/>
                    <a:pt x="316" y="3676"/>
                    <a:pt x="441" y="3676"/>
                  </a:cubicBezTo>
                  <a:lnTo>
                    <a:pt x="470" y="3676"/>
                  </a:lnTo>
                  <a:cubicBezTo>
                    <a:pt x="584" y="3676"/>
                    <a:pt x="690" y="3580"/>
                    <a:pt x="699" y="3455"/>
                  </a:cubicBezTo>
                  <a:lnTo>
                    <a:pt x="900" y="240"/>
                  </a:lnTo>
                  <a:cubicBezTo>
                    <a:pt x="900" y="111"/>
                    <a:pt x="803" y="0"/>
                    <a:pt x="685" y="0"/>
                  </a:cubicBezTo>
                  <a:cubicBezTo>
                    <a:pt x="680" y="0"/>
                    <a:pt x="675" y="0"/>
                    <a:pt x="671" y="1"/>
                  </a:cubicBezTo>
                  <a:lnTo>
                    <a:pt x="240" y="1"/>
                  </a:lnTo>
                  <a:cubicBezTo>
                    <a:pt x="235" y="0"/>
                    <a:pt x="229" y="0"/>
                    <a:pt x="224" y="0"/>
                  </a:cubicBezTo>
                  <a:close/>
                </a:path>
              </a:pathLst>
            </a:custGeom>
            <a:solidFill>
              <a:srgbClr val="657A8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929" name="Google Shape;12929;p43"/>
            <p:cNvSpPr/>
            <p:nvPr/>
          </p:nvSpPr>
          <p:spPr>
            <a:xfrm>
              <a:off x="2015289" y="3015371"/>
              <a:ext cx="24396" cy="24159"/>
            </a:xfrm>
            <a:custGeom>
              <a:rect b="b" l="l" r="r" t="t"/>
              <a:pathLst>
                <a:path extrusionOk="0" h="920" w="929">
                  <a:moveTo>
                    <a:pt x="459" y="1"/>
                  </a:moveTo>
                  <a:cubicBezTo>
                    <a:pt x="211" y="1"/>
                    <a:pt x="0" y="211"/>
                    <a:pt x="0" y="460"/>
                  </a:cubicBezTo>
                  <a:cubicBezTo>
                    <a:pt x="0" y="718"/>
                    <a:pt x="211" y="919"/>
                    <a:pt x="459" y="919"/>
                  </a:cubicBezTo>
                  <a:cubicBezTo>
                    <a:pt x="718" y="919"/>
                    <a:pt x="928" y="718"/>
                    <a:pt x="928" y="460"/>
                  </a:cubicBezTo>
                  <a:cubicBezTo>
                    <a:pt x="928" y="211"/>
                    <a:pt x="718" y="1"/>
                    <a:pt x="459" y="1"/>
                  </a:cubicBezTo>
                  <a:close/>
                </a:path>
              </a:pathLst>
            </a:custGeom>
            <a:solidFill>
              <a:srgbClr val="657A8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930" name="Google Shape;12930;p43"/>
            <p:cNvSpPr/>
            <p:nvPr/>
          </p:nvSpPr>
          <p:spPr>
            <a:xfrm>
              <a:off x="1737326" y="3166419"/>
              <a:ext cx="205353" cy="84715"/>
            </a:xfrm>
            <a:custGeom>
              <a:rect b="b" l="l" r="r" t="t"/>
              <a:pathLst>
                <a:path extrusionOk="0" h="3226" w="7820">
                  <a:moveTo>
                    <a:pt x="2527" y="0"/>
                  </a:moveTo>
                  <a:lnTo>
                    <a:pt x="603" y="709"/>
                  </a:lnTo>
                  <a:cubicBezTo>
                    <a:pt x="240" y="833"/>
                    <a:pt x="0" y="1177"/>
                    <a:pt x="0" y="1570"/>
                  </a:cubicBezTo>
                  <a:lnTo>
                    <a:pt x="0" y="2996"/>
                  </a:lnTo>
                  <a:cubicBezTo>
                    <a:pt x="0" y="3120"/>
                    <a:pt x="96" y="3226"/>
                    <a:pt x="230" y="3226"/>
                  </a:cubicBezTo>
                  <a:lnTo>
                    <a:pt x="7590" y="3226"/>
                  </a:lnTo>
                  <a:cubicBezTo>
                    <a:pt x="7714" y="3226"/>
                    <a:pt x="7819" y="3120"/>
                    <a:pt x="7819" y="2996"/>
                  </a:cubicBezTo>
                  <a:lnTo>
                    <a:pt x="7819" y="1570"/>
                  </a:lnTo>
                  <a:cubicBezTo>
                    <a:pt x="7819" y="1187"/>
                    <a:pt x="7580" y="843"/>
                    <a:pt x="7216" y="709"/>
                  </a:cubicBezTo>
                  <a:lnTo>
                    <a:pt x="5293" y="0"/>
                  </a:lnTo>
                  <a:lnTo>
                    <a:pt x="3915" y="460"/>
                  </a:lnTo>
                  <a:lnTo>
                    <a:pt x="2527" y="0"/>
                  </a:lnTo>
                  <a:close/>
                </a:path>
              </a:pathLst>
            </a:custGeom>
            <a:solidFill>
              <a:srgbClr val="7F91A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931" name="Google Shape;12931;p43"/>
            <p:cNvSpPr/>
            <p:nvPr/>
          </p:nvSpPr>
          <p:spPr>
            <a:xfrm>
              <a:off x="1827792" y="3190788"/>
              <a:ext cx="24396" cy="60345"/>
            </a:xfrm>
            <a:custGeom>
              <a:rect b="b" l="l" r="r" t="t"/>
              <a:pathLst>
                <a:path extrusionOk="0" h="2298" w="929">
                  <a:moveTo>
                    <a:pt x="221" y="1"/>
                  </a:moveTo>
                  <a:lnTo>
                    <a:pt x="1" y="2298"/>
                  </a:lnTo>
                  <a:lnTo>
                    <a:pt x="929" y="2298"/>
                  </a:lnTo>
                  <a:lnTo>
                    <a:pt x="709" y="1"/>
                  </a:lnTo>
                  <a:close/>
                </a:path>
              </a:pathLst>
            </a:custGeom>
            <a:solidFill>
              <a:srgbClr val="47607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932" name="Google Shape;12932;p43"/>
            <p:cNvSpPr/>
            <p:nvPr/>
          </p:nvSpPr>
          <p:spPr>
            <a:xfrm>
              <a:off x="1829552" y="3178472"/>
              <a:ext cx="21139" cy="20640"/>
            </a:xfrm>
            <a:custGeom>
              <a:rect b="b" l="l" r="r" t="t"/>
              <a:pathLst>
                <a:path extrusionOk="0" h="786" w="805">
                  <a:moveTo>
                    <a:pt x="1" y="1"/>
                  </a:moveTo>
                  <a:lnTo>
                    <a:pt x="1" y="623"/>
                  </a:lnTo>
                  <a:cubicBezTo>
                    <a:pt x="1" y="709"/>
                    <a:pt x="77" y="785"/>
                    <a:pt x="163" y="785"/>
                  </a:cubicBezTo>
                  <a:lnTo>
                    <a:pt x="642" y="785"/>
                  </a:lnTo>
                  <a:cubicBezTo>
                    <a:pt x="728" y="785"/>
                    <a:pt x="805" y="709"/>
                    <a:pt x="805" y="623"/>
                  </a:cubicBezTo>
                  <a:lnTo>
                    <a:pt x="805" y="1"/>
                  </a:lnTo>
                  <a:close/>
                </a:path>
              </a:pathLst>
            </a:custGeom>
            <a:solidFill>
              <a:srgbClr val="465C7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933" name="Google Shape;12933;p43"/>
            <p:cNvSpPr/>
            <p:nvPr/>
          </p:nvSpPr>
          <p:spPr>
            <a:xfrm>
              <a:off x="1906703" y="3191051"/>
              <a:ext cx="36213" cy="60083"/>
            </a:xfrm>
            <a:custGeom>
              <a:rect b="b" l="l" r="r" t="t"/>
              <a:pathLst>
                <a:path extrusionOk="0" h="2288" w="1379">
                  <a:moveTo>
                    <a:pt x="1130" y="0"/>
                  </a:moveTo>
                  <a:lnTo>
                    <a:pt x="269" y="862"/>
                  </a:lnTo>
                  <a:cubicBezTo>
                    <a:pt x="96" y="1043"/>
                    <a:pt x="1" y="1273"/>
                    <a:pt x="1" y="1522"/>
                  </a:cubicBezTo>
                  <a:lnTo>
                    <a:pt x="1" y="2288"/>
                  </a:lnTo>
                  <a:lnTo>
                    <a:pt x="1149" y="2288"/>
                  </a:lnTo>
                  <a:cubicBezTo>
                    <a:pt x="1274" y="2288"/>
                    <a:pt x="1379" y="2182"/>
                    <a:pt x="1379" y="2058"/>
                  </a:cubicBezTo>
                  <a:lnTo>
                    <a:pt x="1379" y="632"/>
                  </a:lnTo>
                  <a:cubicBezTo>
                    <a:pt x="1379" y="402"/>
                    <a:pt x="1283" y="173"/>
                    <a:pt x="1130" y="0"/>
                  </a:cubicBezTo>
                  <a:close/>
                </a:path>
              </a:pathLst>
            </a:custGeom>
            <a:solidFill>
              <a:srgbClr val="6A7F9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934" name="Google Shape;12934;p43"/>
            <p:cNvSpPr/>
            <p:nvPr/>
          </p:nvSpPr>
          <p:spPr>
            <a:xfrm>
              <a:off x="1773513" y="2979185"/>
              <a:ext cx="132981" cy="96794"/>
            </a:xfrm>
            <a:custGeom>
              <a:rect b="b" l="l" r="r" t="t"/>
              <a:pathLst>
                <a:path extrusionOk="0" h="3686" w="5064">
                  <a:moveTo>
                    <a:pt x="1847" y="1"/>
                  </a:moveTo>
                  <a:cubicBezTo>
                    <a:pt x="823" y="1"/>
                    <a:pt x="0" y="824"/>
                    <a:pt x="0" y="1838"/>
                  </a:cubicBezTo>
                  <a:lnTo>
                    <a:pt x="0" y="2384"/>
                  </a:lnTo>
                  <a:cubicBezTo>
                    <a:pt x="0" y="2632"/>
                    <a:pt x="39" y="2881"/>
                    <a:pt x="125" y="3111"/>
                  </a:cubicBezTo>
                  <a:lnTo>
                    <a:pt x="201" y="3341"/>
                  </a:lnTo>
                  <a:cubicBezTo>
                    <a:pt x="221" y="3417"/>
                    <a:pt x="230" y="3484"/>
                    <a:pt x="230" y="3561"/>
                  </a:cubicBezTo>
                  <a:lnTo>
                    <a:pt x="230" y="3685"/>
                  </a:lnTo>
                  <a:lnTo>
                    <a:pt x="4833" y="3685"/>
                  </a:lnTo>
                  <a:lnTo>
                    <a:pt x="4833" y="3561"/>
                  </a:lnTo>
                  <a:cubicBezTo>
                    <a:pt x="4833" y="3484"/>
                    <a:pt x="4853" y="3417"/>
                    <a:pt x="4872" y="3341"/>
                  </a:cubicBezTo>
                  <a:lnTo>
                    <a:pt x="4948" y="3111"/>
                  </a:lnTo>
                  <a:cubicBezTo>
                    <a:pt x="5025" y="2881"/>
                    <a:pt x="5063" y="2632"/>
                    <a:pt x="5063" y="2384"/>
                  </a:cubicBezTo>
                  <a:lnTo>
                    <a:pt x="5063" y="460"/>
                  </a:lnTo>
                  <a:cubicBezTo>
                    <a:pt x="5063" y="201"/>
                    <a:pt x="4862" y="1"/>
                    <a:pt x="4604" y="1"/>
                  </a:cubicBezTo>
                  <a:close/>
                </a:path>
              </a:pathLst>
            </a:custGeom>
            <a:solidFill>
              <a:srgbClr val="657A8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935" name="Google Shape;12935;p43"/>
            <p:cNvSpPr/>
            <p:nvPr/>
          </p:nvSpPr>
          <p:spPr>
            <a:xfrm>
              <a:off x="1803659" y="2979185"/>
              <a:ext cx="102834" cy="96794"/>
            </a:xfrm>
            <a:custGeom>
              <a:rect b="b" l="l" r="r" t="t"/>
              <a:pathLst>
                <a:path extrusionOk="0" h="3686" w="3916">
                  <a:moveTo>
                    <a:pt x="931" y="0"/>
                  </a:moveTo>
                  <a:cubicBezTo>
                    <a:pt x="413" y="0"/>
                    <a:pt x="1" y="418"/>
                    <a:pt x="1" y="929"/>
                  </a:cubicBezTo>
                  <a:cubicBezTo>
                    <a:pt x="1" y="1446"/>
                    <a:pt x="422" y="1867"/>
                    <a:pt x="939" y="1867"/>
                  </a:cubicBezTo>
                  <a:lnTo>
                    <a:pt x="1063" y="1867"/>
                  </a:lnTo>
                  <a:lnTo>
                    <a:pt x="1130" y="3685"/>
                  </a:lnTo>
                  <a:lnTo>
                    <a:pt x="3685" y="3685"/>
                  </a:lnTo>
                  <a:lnTo>
                    <a:pt x="3685" y="3561"/>
                  </a:lnTo>
                  <a:cubicBezTo>
                    <a:pt x="3685" y="3484"/>
                    <a:pt x="3695" y="3417"/>
                    <a:pt x="3724" y="3341"/>
                  </a:cubicBezTo>
                  <a:lnTo>
                    <a:pt x="3800" y="3111"/>
                  </a:lnTo>
                  <a:cubicBezTo>
                    <a:pt x="3877" y="2881"/>
                    <a:pt x="3915" y="2632"/>
                    <a:pt x="3915" y="2384"/>
                  </a:cubicBezTo>
                  <a:lnTo>
                    <a:pt x="3915" y="460"/>
                  </a:lnTo>
                  <a:cubicBezTo>
                    <a:pt x="3915" y="201"/>
                    <a:pt x="3714" y="1"/>
                    <a:pt x="3456" y="1"/>
                  </a:cubicBezTo>
                  <a:lnTo>
                    <a:pt x="948" y="1"/>
                  </a:lnTo>
                  <a:cubicBezTo>
                    <a:pt x="942" y="0"/>
                    <a:pt x="937" y="0"/>
                    <a:pt x="931" y="0"/>
                  </a:cubicBezTo>
                  <a:close/>
                </a:path>
              </a:pathLst>
            </a:custGeom>
            <a:solidFill>
              <a:srgbClr val="657A8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936" name="Google Shape;12936;p43"/>
            <p:cNvSpPr/>
            <p:nvPr/>
          </p:nvSpPr>
          <p:spPr>
            <a:xfrm>
              <a:off x="1803659" y="3124193"/>
              <a:ext cx="72661" cy="54306"/>
            </a:xfrm>
            <a:custGeom>
              <a:rect b="b" l="l" r="r" t="t"/>
              <a:pathLst>
                <a:path extrusionOk="0" h="2068" w="2767">
                  <a:moveTo>
                    <a:pt x="1" y="1"/>
                  </a:moveTo>
                  <a:lnTo>
                    <a:pt x="1" y="2068"/>
                  </a:lnTo>
                  <a:lnTo>
                    <a:pt x="2767" y="2068"/>
                  </a:lnTo>
                  <a:lnTo>
                    <a:pt x="2767" y="1"/>
                  </a:lnTo>
                  <a:close/>
                </a:path>
              </a:pathLst>
            </a:custGeom>
            <a:solidFill>
              <a:srgbClr val="AAB8C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937" name="Google Shape;12937;p43"/>
            <p:cNvSpPr/>
            <p:nvPr/>
          </p:nvSpPr>
          <p:spPr>
            <a:xfrm>
              <a:off x="1803659" y="3124193"/>
              <a:ext cx="72661" cy="30173"/>
            </a:xfrm>
            <a:custGeom>
              <a:rect b="b" l="l" r="r" t="t"/>
              <a:pathLst>
                <a:path extrusionOk="0" h="1149" w="2767">
                  <a:moveTo>
                    <a:pt x="1" y="1"/>
                  </a:moveTo>
                  <a:lnTo>
                    <a:pt x="1" y="776"/>
                  </a:lnTo>
                  <a:cubicBezTo>
                    <a:pt x="427" y="1025"/>
                    <a:pt x="905" y="1149"/>
                    <a:pt x="1384" y="1149"/>
                  </a:cubicBezTo>
                  <a:cubicBezTo>
                    <a:pt x="1862" y="1149"/>
                    <a:pt x="2341" y="1025"/>
                    <a:pt x="2767" y="776"/>
                  </a:cubicBezTo>
                  <a:lnTo>
                    <a:pt x="2767" y="1"/>
                  </a:lnTo>
                  <a:close/>
                </a:path>
              </a:pathLst>
            </a:custGeom>
            <a:solidFill>
              <a:srgbClr val="99A8B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938" name="Google Shape;12938;p43"/>
            <p:cNvSpPr/>
            <p:nvPr/>
          </p:nvSpPr>
          <p:spPr>
            <a:xfrm>
              <a:off x="1791606" y="3156387"/>
              <a:ext cx="48528" cy="43198"/>
            </a:xfrm>
            <a:custGeom>
              <a:rect b="b" l="l" r="r" t="t"/>
              <a:pathLst>
                <a:path extrusionOk="0" h="1645" w="1848">
                  <a:moveTo>
                    <a:pt x="406" y="1"/>
                  </a:moveTo>
                  <a:cubicBezTo>
                    <a:pt x="322" y="1"/>
                    <a:pt x="240" y="50"/>
                    <a:pt x="201" y="134"/>
                  </a:cubicBezTo>
                  <a:lnTo>
                    <a:pt x="0" y="555"/>
                  </a:lnTo>
                  <a:lnTo>
                    <a:pt x="766" y="1559"/>
                  </a:lnTo>
                  <a:cubicBezTo>
                    <a:pt x="812" y="1616"/>
                    <a:pt x="880" y="1645"/>
                    <a:pt x="948" y="1645"/>
                  </a:cubicBezTo>
                  <a:cubicBezTo>
                    <a:pt x="1007" y="1645"/>
                    <a:pt x="1066" y="1623"/>
                    <a:pt x="1111" y="1579"/>
                  </a:cubicBezTo>
                  <a:lnTo>
                    <a:pt x="1848" y="842"/>
                  </a:lnTo>
                  <a:lnTo>
                    <a:pt x="527" y="38"/>
                  </a:lnTo>
                  <a:cubicBezTo>
                    <a:pt x="489" y="13"/>
                    <a:pt x="447" y="1"/>
                    <a:pt x="406" y="1"/>
                  </a:cubicBezTo>
                  <a:close/>
                </a:path>
              </a:pathLst>
            </a:custGeom>
            <a:solidFill>
              <a:srgbClr val="6A7F9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939" name="Google Shape;12939;p43"/>
            <p:cNvSpPr/>
            <p:nvPr/>
          </p:nvSpPr>
          <p:spPr>
            <a:xfrm>
              <a:off x="1840108" y="3156387"/>
              <a:ext cx="48292" cy="43198"/>
            </a:xfrm>
            <a:custGeom>
              <a:rect b="b" l="l" r="r" t="t"/>
              <a:pathLst>
                <a:path extrusionOk="0" h="1645" w="1839">
                  <a:moveTo>
                    <a:pt x="1433" y="1"/>
                  </a:moveTo>
                  <a:cubicBezTo>
                    <a:pt x="1391" y="1"/>
                    <a:pt x="1349" y="13"/>
                    <a:pt x="1312" y="38"/>
                  </a:cubicBezTo>
                  <a:lnTo>
                    <a:pt x="1" y="842"/>
                  </a:lnTo>
                  <a:lnTo>
                    <a:pt x="728" y="1579"/>
                  </a:lnTo>
                  <a:cubicBezTo>
                    <a:pt x="777" y="1623"/>
                    <a:pt x="838" y="1645"/>
                    <a:pt x="897" y="1645"/>
                  </a:cubicBezTo>
                  <a:cubicBezTo>
                    <a:pt x="966" y="1645"/>
                    <a:pt x="1031" y="1616"/>
                    <a:pt x="1072" y="1559"/>
                  </a:cubicBezTo>
                  <a:lnTo>
                    <a:pt x="1838" y="555"/>
                  </a:lnTo>
                  <a:lnTo>
                    <a:pt x="1647" y="134"/>
                  </a:lnTo>
                  <a:cubicBezTo>
                    <a:pt x="1602" y="50"/>
                    <a:pt x="1518" y="1"/>
                    <a:pt x="1433" y="1"/>
                  </a:cubicBezTo>
                  <a:close/>
                </a:path>
              </a:pathLst>
            </a:custGeom>
            <a:solidFill>
              <a:srgbClr val="6A7F9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940" name="Google Shape;12940;p43"/>
            <p:cNvSpPr/>
            <p:nvPr/>
          </p:nvSpPr>
          <p:spPr>
            <a:xfrm>
              <a:off x="1779552" y="3028107"/>
              <a:ext cx="121137" cy="114205"/>
            </a:xfrm>
            <a:custGeom>
              <a:rect b="b" l="l" r="r" t="t"/>
              <a:pathLst>
                <a:path extrusionOk="0" h="4349" w="4613">
                  <a:moveTo>
                    <a:pt x="1986" y="0"/>
                  </a:moveTo>
                  <a:cubicBezTo>
                    <a:pt x="1399" y="0"/>
                    <a:pt x="893" y="98"/>
                    <a:pt x="641" y="157"/>
                  </a:cubicBezTo>
                  <a:cubicBezTo>
                    <a:pt x="536" y="186"/>
                    <a:pt x="459" y="281"/>
                    <a:pt x="459" y="387"/>
                  </a:cubicBezTo>
                  <a:lnTo>
                    <a:pt x="459" y="942"/>
                  </a:lnTo>
                  <a:cubicBezTo>
                    <a:pt x="459" y="1056"/>
                    <a:pt x="412" y="1171"/>
                    <a:pt x="325" y="1267"/>
                  </a:cubicBezTo>
                  <a:lnTo>
                    <a:pt x="134" y="1449"/>
                  </a:lnTo>
                  <a:cubicBezTo>
                    <a:pt x="48" y="1535"/>
                    <a:pt x="0" y="1659"/>
                    <a:pt x="0" y="1774"/>
                  </a:cubicBezTo>
                  <a:lnTo>
                    <a:pt x="0" y="2052"/>
                  </a:lnTo>
                  <a:cubicBezTo>
                    <a:pt x="0" y="3315"/>
                    <a:pt x="1034" y="4349"/>
                    <a:pt x="2307" y="4349"/>
                  </a:cubicBezTo>
                  <a:cubicBezTo>
                    <a:pt x="3579" y="4349"/>
                    <a:pt x="4613" y="3315"/>
                    <a:pt x="4613" y="2042"/>
                  </a:cubicBezTo>
                  <a:lnTo>
                    <a:pt x="4613" y="1774"/>
                  </a:lnTo>
                  <a:cubicBezTo>
                    <a:pt x="4603" y="1650"/>
                    <a:pt x="4556" y="1535"/>
                    <a:pt x="4469" y="1449"/>
                  </a:cubicBezTo>
                  <a:lnTo>
                    <a:pt x="4288" y="1257"/>
                  </a:lnTo>
                  <a:cubicBezTo>
                    <a:pt x="4192" y="1171"/>
                    <a:pt x="4144" y="1056"/>
                    <a:pt x="4144" y="932"/>
                  </a:cubicBezTo>
                  <a:lnTo>
                    <a:pt x="4144" y="817"/>
                  </a:lnTo>
                  <a:cubicBezTo>
                    <a:pt x="4144" y="721"/>
                    <a:pt x="4106" y="635"/>
                    <a:pt x="4029" y="578"/>
                  </a:cubicBezTo>
                  <a:cubicBezTo>
                    <a:pt x="3415" y="126"/>
                    <a:pt x="2649" y="0"/>
                    <a:pt x="1986" y="0"/>
                  </a:cubicBezTo>
                  <a:close/>
                </a:path>
              </a:pathLst>
            </a:custGeom>
            <a:solidFill>
              <a:srgbClr val="BBC6C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941" name="Google Shape;12941;p43"/>
            <p:cNvSpPr/>
            <p:nvPr/>
          </p:nvSpPr>
          <p:spPr>
            <a:xfrm>
              <a:off x="1779552" y="3028107"/>
              <a:ext cx="108848" cy="113706"/>
            </a:xfrm>
            <a:custGeom>
              <a:rect b="b" l="l" r="r" t="t"/>
              <a:pathLst>
                <a:path extrusionOk="0" h="4330" w="4145">
                  <a:moveTo>
                    <a:pt x="1990" y="1"/>
                  </a:moveTo>
                  <a:cubicBezTo>
                    <a:pt x="1773" y="1"/>
                    <a:pt x="1566" y="14"/>
                    <a:pt x="1378" y="32"/>
                  </a:cubicBezTo>
                  <a:cubicBezTo>
                    <a:pt x="1129" y="61"/>
                    <a:pt x="881" y="99"/>
                    <a:pt x="641" y="157"/>
                  </a:cubicBezTo>
                  <a:cubicBezTo>
                    <a:pt x="536" y="186"/>
                    <a:pt x="459" y="281"/>
                    <a:pt x="459" y="387"/>
                  </a:cubicBezTo>
                  <a:lnTo>
                    <a:pt x="459" y="932"/>
                  </a:lnTo>
                  <a:cubicBezTo>
                    <a:pt x="459" y="1056"/>
                    <a:pt x="412" y="1171"/>
                    <a:pt x="325" y="1257"/>
                  </a:cubicBezTo>
                  <a:lnTo>
                    <a:pt x="134" y="1449"/>
                  </a:lnTo>
                  <a:cubicBezTo>
                    <a:pt x="48" y="1535"/>
                    <a:pt x="0" y="1650"/>
                    <a:pt x="0" y="1774"/>
                  </a:cubicBezTo>
                  <a:lnTo>
                    <a:pt x="0" y="2042"/>
                  </a:lnTo>
                  <a:cubicBezTo>
                    <a:pt x="0" y="3210"/>
                    <a:pt x="871" y="4186"/>
                    <a:pt x="2029" y="4329"/>
                  </a:cubicBezTo>
                  <a:cubicBezTo>
                    <a:pt x="1608" y="3899"/>
                    <a:pt x="1378" y="3334"/>
                    <a:pt x="1378" y="2741"/>
                  </a:cubicBezTo>
                  <a:lnTo>
                    <a:pt x="1378" y="1056"/>
                  </a:lnTo>
                  <a:cubicBezTo>
                    <a:pt x="1378" y="827"/>
                    <a:pt x="1560" y="626"/>
                    <a:pt x="1790" y="597"/>
                  </a:cubicBezTo>
                  <a:cubicBezTo>
                    <a:pt x="1971" y="575"/>
                    <a:pt x="2201" y="556"/>
                    <a:pt x="2456" y="556"/>
                  </a:cubicBezTo>
                  <a:cubicBezTo>
                    <a:pt x="2980" y="556"/>
                    <a:pt x="3610" y="636"/>
                    <a:pt x="4144" y="932"/>
                  </a:cubicBezTo>
                  <a:lnTo>
                    <a:pt x="4144" y="817"/>
                  </a:lnTo>
                  <a:cubicBezTo>
                    <a:pt x="4144" y="721"/>
                    <a:pt x="4106" y="635"/>
                    <a:pt x="4029" y="578"/>
                  </a:cubicBezTo>
                  <a:cubicBezTo>
                    <a:pt x="3416" y="123"/>
                    <a:pt x="2655" y="1"/>
                    <a:pt x="1990" y="1"/>
                  </a:cubicBezTo>
                  <a:close/>
                </a:path>
              </a:pathLst>
            </a:custGeom>
            <a:solidFill>
              <a:srgbClr val="AAB8C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942" name="Google Shape;12942;p43"/>
            <p:cNvSpPr/>
            <p:nvPr/>
          </p:nvSpPr>
          <p:spPr>
            <a:xfrm>
              <a:off x="1737326" y="3191051"/>
              <a:ext cx="36213" cy="60083"/>
            </a:xfrm>
            <a:custGeom>
              <a:rect b="b" l="l" r="r" t="t"/>
              <a:pathLst>
                <a:path extrusionOk="0" h="2288" w="1379">
                  <a:moveTo>
                    <a:pt x="249" y="0"/>
                  </a:moveTo>
                  <a:cubicBezTo>
                    <a:pt x="86" y="173"/>
                    <a:pt x="0" y="402"/>
                    <a:pt x="0" y="632"/>
                  </a:cubicBezTo>
                  <a:lnTo>
                    <a:pt x="0" y="2058"/>
                  </a:lnTo>
                  <a:cubicBezTo>
                    <a:pt x="0" y="2182"/>
                    <a:pt x="96" y="2288"/>
                    <a:pt x="230" y="2288"/>
                  </a:cubicBezTo>
                  <a:lnTo>
                    <a:pt x="1378" y="2288"/>
                  </a:lnTo>
                  <a:lnTo>
                    <a:pt x="1378" y="1522"/>
                  </a:lnTo>
                  <a:cubicBezTo>
                    <a:pt x="1378" y="1273"/>
                    <a:pt x="1283" y="1043"/>
                    <a:pt x="1110" y="862"/>
                  </a:cubicBezTo>
                  <a:lnTo>
                    <a:pt x="249" y="0"/>
                  </a:lnTo>
                  <a:close/>
                </a:path>
              </a:pathLst>
            </a:custGeom>
            <a:solidFill>
              <a:srgbClr val="6A7F9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2943" name="Google Shape;12943;p43"/>
          <p:cNvGrpSpPr/>
          <p:nvPr/>
        </p:nvGrpSpPr>
        <p:grpSpPr>
          <a:xfrm>
            <a:off x="4000676" y="1426996"/>
            <a:ext cx="327226" cy="211603"/>
            <a:chOff x="4000676" y="1579396"/>
            <a:chExt cx="327226" cy="211603"/>
          </a:xfrm>
        </p:grpSpPr>
        <p:sp>
          <p:nvSpPr>
            <p:cNvPr id="12944" name="Google Shape;12944;p43"/>
            <p:cNvSpPr/>
            <p:nvPr/>
          </p:nvSpPr>
          <p:spPr>
            <a:xfrm>
              <a:off x="4081924" y="1581365"/>
              <a:ext cx="121584" cy="89757"/>
            </a:xfrm>
            <a:custGeom>
              <a:rect b="b" l="l" r="r" t="t"/>
              <a:pathLst>
                <a:path extrusionOk="0" h="3418" w="4630">
                  <a:moveTo>
                    <a:pt x="158" y="0"/>
                  </a:moveTo>
                  <a:cubicBezTo>
                    <a:pt x="51" y="0"/>
                    <a:pt x="0" y="128"/>
                    <a:pt x="74" y="211"/>
                  </a:cubicBezTo>
                  <a:lnTo>
                    <a:pt x="2572" y="3417"/>
                  </a:lnTo>
                  <a:lnTo>
                    <a:pt x="4630" y="3417"/>
                  </a:lnTo>
                  <a:lnTo>
                    <a:pt x="1491" y="422"/>
                  </a:lnTo>
                  <a:cubicBezTo>
                    <a:pt x="1203" y="154"/>
                    <a:pt x="840" y="1"/>
                    <a:pt x="447" y="1"/>
                  </a:cubicBezTo>
                  <a:lnTo>
                    <a:pt x="170" y="1"/>
                  </a:lnTo>
                  <a:cubicBezTo>
                    <a:pt x="166" y="0"/>
                    <a:pt x="162" y="0"/>
                    <a:pt x="158" y="0"/>
                  </a:cubicBezTo>
                  <a:close/>
                </a:path>
              </a:pathLst>
            </a:custGeom>
            <a:solidFill>
              <a:srgbClr val="9BABB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945" name="Google Shape;12945;p43"/>
            <p:cNvSpPr/>
            <p:nvPr/>
          </p:nvSpPr>
          <p:spPr>
            <a:xfrm>
              <a:off x="4083605" y="1581628"/>
              <a:ext cx="119903" cy="89494"/>
            </a:xfrm>
            <a:custGeom>
              <a:rect b="b" l="l" r="r" t="t"/>
              <a:pathLst>
                <a:path extrusionOk="0" h="3408" w="4566">
                  <a:moveTo>
                    <a:pt x="106" y="0"/>
                  </a:moveTo>
                  <a:cubicBezTo>
                    <a:pt x="68" y="0"/>
                    <a:pt x="29" y="19"/>
                    <a:pt x="1" y="48"/>
                  </a:cubicBezTo>
                  <a:cubicBezTo>
                    <a:pt x="249" y="106"/>
                    <a:pt x="479" y="230"/>
                    <a:pt x="671" y="412"/>
                  </a:cubicBezTo>
                  <a:lnTo>
                    <a:pt x="3819" y="3407"/>
                  </a:lnTo>
                  <a:lnTo>
                    <a:pt x="4566" y="3407"/>
                  </a:lnTo>
                  <a:lnTo>
                    <a:pt x="1417" y="412"/>
                  </a:lnTo>
                  <a:cubicBezTo>
                    <a:pt x="1139" y="144"/>
                    <a:pt x="766" y="0"/>
                    <a:pt x="383" y="0"/>
                  </a:cubicBezTo>
                  <a:close/>
                </a:path>
              </a:pathLst>
            </a:custGeom>
            <a:solidFill>
              <a:srgbClr val="748B9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946" name="Google Shape;12946;p43"/>
            <p:cNvSpPr/>
            <p:nvPr/>
          </p:nvSpPr>
          <p:spPr>
            <a:xfrm>
              <a:off x="4000676" y="1613534"/>
              <a:ext cx="327226" cy="94037"/>
            </a:xfrm>
            <a:custGeom>
              <a:rect b="b" l="l" r="r" t="t"/>
              <a:pathLst>
                <a:path extrusionOk="0" h="3581" w="12461">
                  <a:moveTo>
                    <a:pt x="115" y="1"/>
                  </a:moveTo>
                  <a:cubicBezTo>
                    <a:pt x="48" y="1"/>
                    <a:pt x="0" y="58"/>
                    <a:pt x="0" y="125"/>
                  </a:cubicBezTo>
                  <a:lnTo>
                    <a:pt x="0" y="3063"/>
                  </a:lnTo>
                  <a:cubicBezTo>
                    <a:pt x="0" y="3350"/>
                    <a:pt x="230" y="3580"/>
                    <a:pt x="508" y="3580"/>
                  </a:cubicBezTo>
                  <a:lnTo>
                    <a:pt x="12365" y="3580"/>
                  </a:lnTo>
                  <a:cubicBezTo>
                    <a:pt x="12413" y="3580"/>
                    <a:pt x="12461" y="3532"/>
                    <a:pt x="12461" y="3475"/>
                  </a:cubicBezTo>
                  <a:cubicBezTo>
                    <a:pt x="12461" y="3341"/>
                    <a:pt x="12404" y="3216"/>
                    <a:pt x="12317" y="3130"/>
                  </a:cubicBezTo>
                  <a:lnTo>
                    <a:pt x="12021" y="2834"/>
                  </a:lnTo>
                  <a:lnTo>
                    <a:pt x="11590" y="2403"/>
                  </a:lnTo>
                  <a:cubicBezTo>
                    <a:pt x="11311" y="2124"/>
                    <a:pt x="10941" y="1962"/>
                    <a:pt x="10561" y="1962"/>
                  </a:cubicBezTo>
                  <a:cubicBezTo>
                    <a:pt x="10550" y="1962"/>
                    <a:pt x="10539" y="1962"/>
                    <a:pt x="10528" y="1963"/>
                  </a:cubicBezTo>
                  <a:lnTo>
                    <a:pt x="2374" y="1963"/>
                  </a:lnTo>
                  <a:cubicBezTo>
                    <a:pt x="2192" y="1963"/>
                    <a:pt x="2029" y="1857"/>
                    <a:pt x="1934" y="1704"/>
                  </a:cubicBezTo>
                  <a:lnTo>
                    <a:pt x="1101" y="250"/>
                  </a:lnTo>
                  <a:cubicBezTo>
                    <a:pt x="1005" y="96"/>
                    <a:pt x="843" y="1"/>
                    <a:pt x="661" y="1"/>
                  </a:cubicBezTo>
                  <a:close/>
                </a:path>
              </a:pathLst>
            </a:custGeom>
            <a:solidFill>
              <a:srgbClr val="C1CFD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947" name="Google Shape;12947;p43"/>
            <p:cNvSpPr/>
            <p:nvPr/>
          </p:nvSpPr>
          <p:spPr>
            <a:xfrm>
              <a:off x="4081924" y="1686169"/>
              <a:ext cx="135922" cy="104830"/>
            </a:xfrm>
            <a:custGeom>
              <a:rect b="b" l="l" r="r" t="t"/>
              <a:pathLst>
                <a:path extrusionOk="0" h="3992" w="5176">
                  <a:moveTo>
                    <a:pt x="3089" y="1"/>
                  </a:moveTo>
                  <a:cubicBezTo>
                    <a:pt x="3051" y="1"/>
                    <a:pt x="3012" y="20"/>
                    <a:pt x="2984" y="48"/>
                  </a:cubicBezTo>
                  <a:lnTo>
                    <a:pt x="74" y="3790"/>
                  </a:lnTo>
                  <a:cubicBezTo>
                    <a:pt x="0" y="3864"/>
                    <a:pt x="51" y="3992"/>
                    <a:pt x="158" y="3992"/>
                  </a:cubicBezTo>
                  <a:cubicBezTo>
                    <a:pt x="162" y="3992"/>
                    <a:pt x="166" y="3992"/>
                    <a:pt x="170" y="3991"/>
                  </a:cubicBezTo>
                  <a:lnTo>
                    <a:pt x="457" y="3991"/>
                  </a:lnTo>
                  <a:cubicBezTo>
                    <a:pt x="840" y="3991"/>
                    <a:pt x="1203" y="3838"/>
                    <a:pt x="1491" y="3580"/>
                  </a:cubicBezTo>
                  <a:lnTo>
                    <a:pt x="5127" y="135"/>
                  </a:lnTo>
                  <a:cubicBezTo>
                    <a:pt x="5175" y="87"/>
                    <a:pt x="5146" y="1"/>
                    <a:pt x="5079" y="1"/>
                  </a:cubicBezTo>
                  <a:close/>
                </a:path>
              </a:pathLst>
            </a:custGeom>
            <a:solidFill>
              <a:srgbClr val="9BABB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948" name="Google Shape;12948;p43"/>
            <p:cNvSpPr/>
            <p:nvPr/>
          </p:nvSpPr>
          <p:spPr>
            <a:xfrm>
              <a:off x="4193923" y="1579448"/>
              <a:ext cx="132193" cy="49710"/>
            </a:xfrm>
            <a:custGeom>
              <a:rect b="b" l="l" r="r" t="t"/>
              <a:pathLst>
                <a:path extrusionOk="0" h="1893" w="5034">
                  <a:moveTo>
                    <a:pt x="2485" y="1"/>
                  </a:moveTo>
                  <a:cubicBezTo>
                    <a:pt x="1910" y="1"/>
                    <a:pt x="1336" y="374"/>
                    <a:pt x="1245" y="1088"/>
                  </a:cubicBezTo>
                  <a:cubicBezTo>
                    <a:pt x="1126" y="1035"/>
                    <a:pt x="1003" y="1011"/>
                    <a:pt x="884" y="1011"/>
                  </a:cubicBezTo>
                  <a:cubicBezTo>
                    <a:pt x="419" y="1011"/>
                    <a:pt x="1" y="1382"/>
                    <a:pt x="1" y="1892"/>
                  </a:cubicBezTo>
                  <a:lnTo>
                    <a:pt x="5025" y="1892"/>
                  </a:lnTo>
                  <a:cubicBezTo>
                    <a:pt x="5033" y="1312"/>
                    <a:pt x="4560" y="878"/>
                    <a:pt x="4022" y="878"/>
                  </a:cubicBezTo>
                  <a:cubicBezTo>
                    <a:pt x="3911" y="878"/>
                    <a:pt x="3798" y="896"/>
                    <a:pt x="3686" y="935"/>
                  </a:cubicBezTo>
                  <a:cubicBezTo>
                    <a:pt x="3522" y="304"/>
                    <a:pt x="3004" y="1"/>
                    <a:pt x="2485" y="1"/>
                  </a:cubicBezTo>
                  <a:close/>
                </a:path>
              </a:pathLst>
            </a:custGeom>
            <a:solidFill>
              <a:srgbClr val="9BA9B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949" name="Google Shape;12949;p43"/>
            <p:cNvSpPr/>
            <p:nvPr/>
          </p:nvSpPr>
          <p:spPr>
            <a:xfrm>
              <a:off x="4123573" y="1679551"/>
              <a:ext cx="15598" cy="13183"/>
            </a:xfrm>
            <a:custGeom>
              <a:rect b="b" l="l" r="r" t="t"/>
              <a:pathLst>
                <a:path extrusionOk="0" h="502" w="594">
                  <a:moveTo>
                    <a:pt x="333" y="1"/>
                  </a:moveTo>
                  <a:cubicBezTo>
                    <a:pt x="272" y="1"/>
                    <a:pt x="211" y="22"/>
                    <a:pt x="163" y="71"/>
                  </a:cubicBezTo>
                  <a:cubicBezTo>
                    <a:pt x="0" y="233"/>
                    <a:pt x="115" y="501"/>
                    <a:pt x="345" y="501"/>
                  </a:cubicBezTo>
                  <a:cubicBezTo>
                    <a:pt x="479" y="501"/>
                    <a:pt x="594" y="387"/>
                    <a:pt x="594" y="253"/>
                  </a:cubicBezTo>
                  <a:cubicBezTo>
                    <a:pt x="594" y="102"/>
                    <a:pt x="464" y="1"/>
                    <a:pt x="333" y="1"/>
                  </a:cubicBezTo>
                  <a:close/>
                </a:path>
              </a:pathLst>
            </a:custGeom>
            <a:solidFill>
              <a:srgbClr val="465C7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950" name="Google Shape;12950;p43"/>
            <p:cNvSpPr/>
            <p:nvPr/>
          </p:nvSpPr>
          <p:spPr>
            <a:xfrm>
              <a:off x="4097418" y="1679551"/>
              <a:ext cx="15362" cy="13183"/>
            </a:xfrm>
            <a:custGeom>
              <a:rect b="b" l="l" r="r" t="t"/>
              <a:pathLst>
                <a:path extrusionOk="0" h="502" w="585">
                  <a:moveTo>
                    <a:pt x="331" y="1"/>
                  </a:moveTo>
                  <a:cubicBezTo>
                    <a:pt x="272" y="1"/>
                    <a:pt x="212" y="22"/>
                    <a:pt x="164" y="71"/>
                  </a:cubicBezTo>
                  <a:cubicBezTo>
                    <a:pt x="1" y="233"/>
                    <a:pt x="116" y="501"/>
                    <a:pt x="336" y="501"/>
                  </a:cubicBezTo>
                  <a:cubicBezTo>
                    <a:pt x="480" y="501"/>
                    <a:pt x="585" y="387"/>
                    <a:pt x="585" y="253"/>
                  </a:cubicBezTo>
                  <a:cubicBezTo>
                    <a:pt x="585" y="102"/>
                    <a:pt x="459" y="1"/>
                    <a:pt x="331" y="1"/>
                  </a:cubicBezTo>
                  <a:close/>
                </a:path>
              </a:pathLst>
            </a:custGeom>
            <a:solidFill>
              <a:srgbClr val="465C7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951" name="Google Shape;12951;p43"/>
            <p:cNvSpPr/>
            <p:nvPr/>
          </p:nvSpPr>
          <p:spPr>
            <a:xfrm>
              <a:off x="4071053" y="1679551"/>
              <a:ext cx="15598" cy="13183"/>
            </a:xfrm>
            <a:custGeom>
              <a:rect b="b" l="l" r="r" t="t"/>
              <a:pathLst>
                <a:path extrusionOk="0" h="502" w="594">
                  <a:moveTo>
                    <a:pt x="333" y="1"/>
                  </a:moveTo>
                  <a:cubicBezTo>
                    <a:pt x="272" y="1"/>
                    <a:pt x="211" y="22"/>
                    <a:pt x="163" y="71"/>
                  </a:cubicBezTo>
                  <a:cubicBezTo>
                    <a:pt x="0" y="233"/>
                    <a:pt x="115" y="501"/>
                    <a:pt x="335" y="501"/>
                  </a:cubicBezTo>
                  <a:cubicBezTo>
                    <a:pt x="479" y="501"/>
                    <a:pt x="593" y="387"/>
                    <a:pt x="593" y="253"/>
                  </a:cubicBezTo>
                  <a:cubicBezTo>
                    <a:pt x="593" y="102"/>
                    <a:pt x="464" y="1"/>
                    <a:pt x="333" y="1"/>
                  </a:cubicBezTo>
                  <a:close/>
                </a:path>
              </a:pathLst>
            </a:custGeom>
            <a:solidFill>
              <a:srgbClr val="465C7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952" name="Google Shape;12952;p43"/>
            <p:cNvSpPr/>
            <p:nvPr/>
          </p:nvSpPr>
          <p:spPr>
            <a:xfrm>
              <a:off x="4044661" y="1679551"/>
              <a:ext cx="15598" cy="13183"/>
            </a:xfrm>
            <a:custGeom>
              <a:rect b="b" l="l" r="r" t="t"/>
              <a:pathLst>
                <a:path extrusionOk="0" h="502" w="594">
                  <a:moveTo>
                    <a:pt x="333" y="1"/>
                  </a:moveTo>
                  <a:cubicBezTo>
                    <a:pt x="272" y="1"/>
                    <a:pt x="211" y="22"/>
                    <a:pt x="163" y="71"/>
                  </a:cubicBezTo>
                  <a:cubicBezTo>
                    <a:pt x="0" y="233"/>
                    <a:pt x="115" y="501"/>
                    <a:pt x="345" y="501"/>
                  </a:cubicBezTo>
                  <a:cubicBezTo>
                    <a:pt x="479" y="501"/>
                    <a:pt x="594" y="387"/>
                    <a:pt x="594" y="253"/>
                  </a:cubicBezTo>
                  <a:cubicBezTo>
                    <a:pt x="594" y="102"/>
                    <a:pt x="464" y="1"/>
                    <a:pt x="333" y="1"/>
                  </a:cubicBezTo>
                  <a:close/>
                </a:path>
              </a:pathLst>
            </a:custGeom>
            <a:solidFill>
              <a:srgbClr val="465C7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953" name="Google Shape;12953;p43"/>
            <p:cNvSpPr/>
            <p:nvPr/>
          </p:nvSpPr>
          <p:spPr>
            <a:xfrm>
              <a:off x="4235650" y="1679551"/>
              <a:ext cx="15598" cy="13183"/>
            </a:xfrm>
            <a:custGeom>
              <a:rect b="b" l="l" r="r" t="t"/>
              <a:pathLst>
                <a:path extrusionOk="0" h="502" w="594">
                  <a:moveTo>
                    <a:pt x="333" y="1"/>
                  </a:moveTo>
                  <a:cubicBezTo>
                    <a:pt x="273" y="1"/>
                    <a:pt x="212" y="22"/>
                    <a:pt x="163" y="71"/>
                  </a:cubicBezTo>
                  <a:cubicBezTo>
                    <a:pt x="1" y="233"/>
                    <a:pt x="115" y="501"/>
                    <a:pt x="345" y="501"/>
                  </a:cubicBezTo>
                  <a:cubicBezTo>
                    <a:pt x="479" y="501"/>
                    <a:pt x="594" y="387"/>
                    <a:pt x="594" y="253"/>
                  </a:cubicBezTo>
                  <a:cubicBezTo>
                    <a:pt x="594" y="102"/>
                    <a:pt x="464" y="1"/>
                    <a:pt x="333" y="1"/>
                  </a:cubicBezTo>
                  <a:close/>
                </a:path>
              </a:pathLst>
            </a:custGeom>
            <a:solidFill>
              <a:srgbClr val="465C7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954" name="Google Shape;12954;p43"/>
            <p:cNvSpPr/>
            <p:nvPr/>
          </p:nvSpPr>
          <p:spPr>
            <a:xfrm>
              <a:off x="4249227" y="1579396"/>
              <a:ext cx="76889" cy="49763"/>
            </a:xfrm>
            <a:custGeom>
              <a:rect b="b" l="l" r="r" t="t"/>
              <a:pathLst>
                <a:path extrusionOk="0" h="1895" w="2928">
                  <a:moveTo>
                    <a:pt x="369" y="1"/>
                  </a:moveTo>
                  <a:cubicBezTo>
                    <a:pt x="247" y="1"/>
                    <a:pt x="123" y="19"/>
                    <a:pt x="0" y="57"/>
                  </a:cubicBezTo>
                  <a:cubicBezTo>
                    <a:pt x="402" y="191"/>
                    <a:pt x="718" y="526"/>
                    <a:pt x="833" y="937"/>
                  </a:cubicBezTo>
                  <a:cubicBezTo>
                    <a:pt x="944" y="898"/>
                    <a:pt x="1056" y="880"/>
                    <a:pt x="1165" y="880"/>
                  </a:cubicBezTo>
                  <a:cubicBezTo>
                    <a:pt x="1698" y="880"/>
                    <a:pt x="2173" y="1314"/>
                    <a:pt x="2173" y="1894"/>
                  </a:cubicBezTo>
                  <a:lnTo>
                    <a:pt x="2919" y="1894"/>
                  </a:lnTo>
                  <a:cubicBezTo>
                    <a:pt x="2927" y="1314"/>
                    <a:pt x="2454" y="880"/>
                    <a:pt x="1916" y="880"/>
                  </a:cubicBezTo>
                  <a:cubicBezTo>
                    <a:pt x="1805" y="880"/>
                    <a:pt x="1692" y="898"/>
                    <a:pt x="1580" y="937"/>
                  </a:cubicBezTo>
                  <a:cubicBezTo>
                    <a:pt x="1431" y="372"/>
                    <a:pt x="922" y="1"/>
                    <a:pt x="369" y="1"/>
                  </a:cubicBezTo>
                  <a:close/>
                </a:path>
              </a:pathLst>
            </a:custGeom>
            <a:solidFill>
              <a:srgbClr val="657A8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955" name="Google Shape;12955;p43"/>
            <p:cNvSpPr/>
            <p:nvPr/>
          </p:nvSpPr>
          <p:spPr>
            <a:xfrm>
              <a:off x="4083867" y="1686431"/>
              <a:ext cx="133716" cy="104567"/>
            </a:xfrm>
            <a:custGeom>
              <a:rect b="b" l="l" r="r" t="t"/>
              <a:pathLst>
                <a:path extrusionOk="0" h="3982" w="5092">
                  <a:moveTo>
                    <a:pt x="4249" y="0"/>
                  </a:moveTo>
                  <a:cubicBezTo>
                    <a:pt x="4316" y="0"/>
                    <a:pt x="4355" y="77"/>
                    <a:pt x="4297" y="125"/>
                  </a:cubicBezTo>
                  <a:lnTo>
                    <a:pt x="661" y="3570"/>
                  </a:lnTo>
                  <a:cubicBezTo>
                    <a:pt x="469" y="3742"/>
                    <a:pt x="249" y="3867"/>
                    <a:pt x="0" y="3934"/>
                  </a:cubicBezTo>
                  <a:cubicBezTo>
                    <a:pt x="19" y="3962"/>
                    <a:pt x="58" y="3981"/>
                    <a:pt x="96" y="3981"/>
                  </a:cubicBezTo>
                  <a:lnTo>
                    <a:pt x="373" y="3981"/>
                  </a:lnTo>
                  <a:cubicBezTo>
                    <a:pt x="766" y="3981"/>
                    <a:pt x="1129" y="3828"/>
                    <a:pt x="1417" y="3570"/>
                  </a:cubicBezTo>
                  <a:lnTo>
                    <a:pt x="5053" y="125"/>
                  </a:lnTo>
                  <a:cubicBezTo>
                    <a:pt x="5092" y="77"/>
                    <a:pt x="5063" y="0"/>
                    <a:pt x="5005" y="0"/>
                  </a:cubicBezTo>
                  <a:close/>
                </a:path>
              </a:pathLst>
            </a:custGeom>
            <a:solidFill>
              <a:srgbClr val="748B9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956" name="Google Shape;12956;p43"/>
            <p:cNvSpPr/>
            <p:nvPr/>
          </p:nvSpPr>
          <p:spPr>
            <a:xfrm>
              <a:off x="4257525" y="1664819"/>
              <a:ext cx="17620" cy="4280"/>
            </a:xfrm>
            <a:custGeom>
              <a:rect b="b" l="l" r="r" t="t"/>
              <a:pathLst>
                <a:path extrusionOk="0" h="163" w="671">
                  <a:moveTo>
                    <a:pt x="0" y="0"/>
                  </a:moveTo>
                  <a:cubicBezTo>
                    <a:pt x="230" y="0"/>
                    <a:pt x="469" y="58"/>
                    <a:pt x="670" y="163"/>
                  </a:cubicBezTo>
                  <a:lnTo>
                    <a:pt x="670" y="0"/>
                  </a:lnTo>
                  <a:close/>
                </a:path>
              </a:pathLst>
            </a:custGeom>
            <a:solidFill>
              <a:srgbClr val="8C9EA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957" name="Google Shape;12957;p43"/>
            <p:cNvSpPr/>
            <p:nvPr/>
          </p:nvSpPr>
          <p:spPr>
            <a:xfrm>
              <a:off x="4296731" y="1687666"/>
              <a:ext cx="31171" cy="19905"/>
            </a:xfrm>
            <a:custGeom>
              <a:rect b="b" l="l" r="r" t="t"/>
              <a:pathLst>
                <a:path extrusionOk="0" h="758" w="1187">
                  <a:moveTo>
                    <a:pt x="0" y="1"/>
                  </a:moveTo>
                  <a:lnTo>
                    <a:pt x="297" y="298"/>
                  </a:lnTo>
                  <a:cubicBezTo>
                    <a:pt x="383" y="393"/>
                    <a:pt x="440" y="518"/>
                    <a:pt x="431" y="652"/>
                  </a:cubicBezTo>
                  <a:cubicBezTo>
                    <a:pt x="431" y="709"/>
                    <a:pt x="393" y="757"/>
                    <a:pt x="335" y="757"/>
                  </a:cubicBezTo>
                  <a:lnTo>
                    <a:pt x="1091" y="757"/>
                  </a:lnTo>
                  <a:cubicBezTo>
                    <a:pt x="1139" y="757"/>
                    <a:pt x="1187" y="709"/>
                    <a:pt x="1187" y="652"/>
                  </a:cubicBezTo>
                  <a:cubicBezTo>
                    <a:pt x="1187" y="518"/>
                    <a:pt x="1139" y="393"/>
                    <a:pt x="1043" y="298"/>
                  </a:cubicBezTo>
                  <a:lnTo>
                    <a:pt x="756" y="1"/>
                  </a:lnTo>
                  <a:close/>
                </a:path>
              </a:pathLst>
            </a:custGeom>
            <a:solidFill>
              <a:srgbClr val="8C9EA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958" name="Google Shape;12958;p43"/>
            <p:cNvSpPr/>
            <p:nvPr/>
          </p:nvSpPr>
          <p:spPr>
            <a:xfrm>
              <a:off x="4275355" y="1664819"/>
              <a:ext cx="41254" cy="23135"/>
            </a:xfrm>
            <a:custGeom>
              <a:rect b="b" l="l" r="r" t="t"/>
              <a:pathLst>
                <a:path extrusionOk="0" h="881" w="1571">
                  <a:moveTo>
                    <a:pt x="1" y="0"/>
                  </a:moveTo>
                  <a:lnTo>
                    <a:pt x="1" y="498"/>
                  </a:lnTo>
                  <a:cubicBezTo>
                    <a:pt x="1" y="708"/>
                    <a:pt x="163" y="881"/>
                    <a:pt x="374" y="881"/>
                  </a:cubicBezTo>
                  <a:lnTo>
                    <a:pt x="1570" y="881"/>
                  </a:lnTo>
                  <a:lnTo>
                    <a:pt x="1140" y="440"/>
                  </a:lnTo>
                  <a:cubicBezTo>
                    <a:pt x="853" y="153"/>
                    <a:pt x="470" y="0"/>
                    <a:pt x="77" y="0"/>
                  </a:cubicBezTo>
                  <a:close/>
                </a:path>
              </a:pathLst>
            </a:custGeom>
            <a:solidFill>
              <a:srgbClr val="99A8B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959" name="Google Shape;12959;p43"/>
            <p:cNvSpPr/>
            <p:nvPr/>
          </p:nvSpPr>
          <p:spPr>
            <a:xfrm>
              <a:off x="4275119" y="1664819"/>
              <a:ext cx="41491" cy="23135"/>
            </a:xfrm>
            <a:custGeom>
              <a:rect b="b" l="l" r="r" t="t"/>
              <a:pathLst>
                <a:path extrusionOk="0" h="881" w="1580">
                  <a:moveTo>
                    <a:pt x="0" y="0"/>
                  </a:moveTo>
                  <a:lnTo>
                    <a:pt x="0" y="163"/>
                  </a:lnTo>
                  <a:cubicBezTo>
                    <a:pt x="144" y="230"/>
                    <a:pt x="278" y="325"/>
                    <a:pt x="393" y="440"/>
                  </a:cubicBezTo>
                  <a:lnTo>
                    <a:pt x="823" y="881"/>
                  </a:lnTo>
                  <a:lnTo>
                    <a:pt x="1579" y="881"/>
                  </a:lnTo>
                  <a:lnTo>
                    <a:pt x="1139" y="440"/>
                  </a:lnTo>
                  <a:cubicBezTo>
                    <a:pt x="862" y="153"/>
                    <a:pt x="479" y="0"/>
                    <a:pt x="86" y="0"/>
                  </a:cubicBezTo>
                  <a:close/>
                </a:path>
              </a:pathLst>
            </a:custGeom>
            <a:solidFill>
              <a:srgbClr val="74879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2960" name="Google Shape;12960;p43"/>
          <p:cNvGrpSpPr/>
          <p:nvPr/>
        </p:nvGrpSpPr>
        <p:grpSpPr>
          <a:xfrm>
            <a:off x="2635523" y="1363184"/>
            <a:ext cx="371054" cy="336469"/>
            <a:chOff x="2635523" y="1515584"/>
            <a:chExt cx="371054" cy="336469"/>
          </a:xfrm>
        </p:grpSpPr>
        <p:sp>
          <p:nvSpPr>
            <p:cNvPr id="12961" name="Google Shape;12961;p43"/>
            <p:cNvSpPr/>
            <p:nvPr/>
          </p:nvSpPr>
          <p:spPr>
            <a:xfrm>
              <a:off x="2680769" y="1825399"/>
              <a:ext cx="310393" cy="26654"/>
            </a:xfrm>
            <a:custGeom>
              <a:rect b="b" l="l" r="r" t="t"/>
              <a:pathLst>
                <a:path extrusionOk="0" h="1015" w="11820">
                  <a:moveTo>
                    <a:pt x="0" y="0"/>
                  </a:moveTo>
                  <a:lnTo>
                    <a:pt x="172" y="603"/>
                  </a:lnTo>
                  <a:cubicBezTo>
                    <a:pt x="249" y="843"/>
                    <a:pt x="469" y="1005"/>
                    <a:pt x="718" y="1015"/>
                  </a:cubicBezTo>
                  <a:lnTo>
                    <a:pt x="11092" y="1015"/>
                  </a:lnTo>
                  <a:cubicBezTo>
                    <a:pt x="11351" y="1005"/>
                    <a:pt x="11571" y="843"/>
                    <a:pt x="11647" y="603"/>
                  </a:cubicBezTo>
                  <a:lnTo>
                    <a:pt x="11820" y="0"/>
                  </a:lnTo>
                  <a:close/>
                </a:path>
              </a:pathLst>
            </a:custGeom>
            <a:solidFill>
              <a:srgbClr val="DBE2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962" name="Google Shape;12962;p43"/>
            <p:cNvSpPr/>
            <p:nvPr/>
          </p:nvSpPr>
          <p:spPr>
            <a:xfrm>
              <a:off x="2635523" y="1631627"/>
              <a:ext cx="312153" cy="171163"/>
            </a:xfrm>
            <a:custGeom>
              <a:rect b="b" l="l" r="r" t="t"/>
              <a:pathLst>
                <a:path extrusionOk="0" h="6518" w="11887">
                  <a:moveTo>
                    <a:pt x="3379" y="862"/>
                  </a:moveTo>
                  <a:lnTo>
                    <a:pt x="3379" y="2269"/>
                  </a:lnTo>
                  <a:cubicBezTo>
                    <a:pt x="3379" y="2527"/>
                    <a:pt x="3408" y="2786"/>
                    <a:pt x="3455" y="3044"/>
                  </a:cubicBezTo>
                  <a:lnTo>
                    <a:pt x="3178" y="3044"/>
                  </a:lnTo>
                  <a:cubicBezTo>
                    <a:pt x="2049" y="3044"/>
                    <a:pt x="1273" y="1915"/>
                    <a:pt x="1685" y="862"/>
                  </a:cubicBezTo>
                  <a:close/>
                  <a:moveTo>
                    <a:pt x="1187" y="1"/>
                  </a:moveTo>
                  <a:cubicBezTo>
                    <a:pt x="1" y="1628"/>
                    <a:pt x="1168" y="3915"/>
                    <a:pt x="3187" y="3915"/>
                  </a:cubicBezTo>
                  <a:lnTo>
                    <a:pt x="3714" y="3915"/>
                  </a:lnTo>
                  <a:cubicBezTo>
                    <a:pt x="4387" y="5515"/>
                    <a:pt x="5946" y="6517"/>
                    <a:pt x="7625" y="6517"/>
                  </a:cubicBezTo>
                  <a:cubicBezTo>
                    <a:pt x="7905" y="6517"/>
                    <a:pt x="8188" y="6489"/>
                    <a:pt x="8470" y="6432"/>
                  </a:cubicBezTo>
                  <a:cubicBezTo>
                    <a:pt x="10461" y="6040"/>
                    <a:pt x="11887" y="4288"/>
                    <a:pt x="11887" y="2269"/>
                  </a:cubicBezTo>
                  <a:lnTo>
                    <a:pt x="11887" y="1"/>
                  </a:lnTo>
                  <a:lnTo>
                    <a:pt x="10949" y="1"/>
                  </a:lnTo>
                  <a:lnTo>
                    <a:pt x="10729" y="288"/>
                  </a:lnTo>
                  <a:lnTo>
                    <a:pt x="10518" y="1"/>
                  </a:lnTo>
                  <a:close/>
                </a:path>
              </a:pathLst>
            </a:custGeom>
            <a:solidFill>
              <a:srgbClr val="DBE2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963" name="Google Shape;12963;p43"/>
            <p:cNvSpPr/>
            <p:nvPr/>
          </p:nvSpPr>
          <p:spPr>
            <a:xfrm>
              <a:off x="2828797" y="1679131"/>
              <a:ext cx="94247" cy="99053"/>
            </a:xfrm>
            <a:custGeom>
              <a:rect b="b" l="l" r="r" t="t"/>
              <a:pathLst>
                <a:path extrusionOk="0" h="3772" w="3589">
                  <a:moveTo>
                    <a:pt x="3365" y="1"/>
                  </a:moveTo>
                  <a:cubicBezTo>
                    <a:pt x="3261" y="1"/>
                    <a:pt x="3158" y="68"/>
                    <a:pt x="3149" y="202"/>
                  </a:cubicBezTo>
                  <a:lnTo>
                    <a:pt x="3149" y="460"/>
                  </a:lnTo>
                  <a:cubicBezTo>
                    <a:pt x="3149" y="2049"/>
                    <a:pt x="1857" y="3341"/>
                    <a:pt x="268" y="3341"/>
                  </a:cubicBezTo>
                  <a:cubicBezTo>
                    <a:pt x="0" y="3360"/>
                    <a:pt x="0" y="3752"/>
                    <a:pt x="268" y="3771"/>
                  </a:cubicBezTo>
                  <a:cubicBezTo>
                    <a:pt x="2096" y="3771"/>
                    <a:pt x="3579" y="2288"/>
                    <a:pt x="3589" y="460"/>
                  </a:cubicBezTo>
                  <a:lnTo>
                    <a:pt x="3589" y="202"/>
                  </a:lnTo>
                  <a:cubicBezTo>
                    <a:pt x="3575" y="68"/>
                    <a:pt x="3469" y="1"/>
                    <a:pt x="3365" y="1"/>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964" name="Google Shape;12964;p43"/>
            <p:cNvSpPr/>
            <p:nvPr/>
          </p:nvSpPr>
          <p:spPr>
            <a:xfrm>
              <a:off x="2911464" y="1631627"/>
              <a:ext cx="11581" cy="35477"/>
            </a:xfrm>
            <a:custGeom>
              <a:rect b="b" l="l" r="r" t="t"/>
              <a:pathLst>
                <a:path extrusionOk="0" h="1351" w="441">
                  <a:moveTo>
                    <a:pt x="1" y="1"/>
                  </a:moveTo>
                  <a:lnTo>
                    <a:pt x="1" y="1149"/>
                  </a:lnTo>
                  <a:cubicBezTo>
                    <a:pt x="10" y="1283"/>
                    <a:pt x="113" y="1350"/>
                    <a:pt x="217" y="1350"/>
                  </a:cubicBezTo>
                  <a:cubicBezTo>
                    <a:pt x="321" y="1350"/>
                    <a:pt x="427" y="1283"/>
                    <a:pt x="441" y="1149"/>
                  </a:cubicBezTo>
                  <a:lnTo>
                    <a:pt x="441" y="1"/>
                  </a:ln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965" name="Google Shape;12965;p43"/>
            <p:cNvSpPr/>
            <p:nvPr/>
          </p:nvSpPr>
          <p:spPr>
            <a:xfrm>
              <a:off x="2803404" y="1515584"/>
              <a:ext cx="19511" cy="99000"/>
            </a:xfrm>
            <a:custGeom>
              <a:rect b="b" l="l" r="r" t="t"/>
              <a:pathLst>
                <a:path extrusionOk="0" h="3770" w="743">
                  <a:moveTo>
                    <a:pt x="516" y="1"/>
                  </a:moveTo>
                  <a:cubicBezTo>
                    <a:pt x="402" y="1"/>
                    <a:pt x="288" y="80"/>
                    <a:pt x="297" y="238"/>
                  </a:cubicBezTo>
                  <a:cubicBezTo>
                    <a:pt x="307" y="391"/>
                    <a:pt x="259" y="553"/>
                    <a:pt x="182" y="687"/>
                  </a:cubicBezTo>
                  <a:cubicBezTo>
                    <a:pt x="68" y="888"/>
                    <a:pt x="1" y="1109"/>
                    <a:pt x="10" y="1338"/>
                  </a:cubicBezTo>
                  <a:cubicBezTo>
                    <a:pt x="1" y="1568"/>
                    <a:pt x="68" y="1798"/>
                    <a:pt x="182" y="1989"/>
                  </a:cubicBezTo>
                  <a:cubicBezTo>
                    <a:pt x="259" y="2133"/>
                    <a:pt x="307" y="2286"/>
                    <a:pt x="297" y="2448"/>
                  </a:cubicBezTo>
                  <a:cubicBezTo>
                    <a:pt x="307" y="2601"/>
                    <a:pt x="259" y="2764"/>
                    <a:pt x="182" y="2898"/>
                  </a:cubicBezTo>
                  <a:cubicBezTo>
                    <a:pt x="68" y="3099"/>
                    <a:pt x="1" y="3319"/>
                    <a:pt x="10" y="3549"/>
                  </a:cubicBezTo>
                  <a:cubicBezTo>
                    <a:pt x="10" y="3673"/>
                    <a:pt x="106" y="3769"/>
                    <a:pt x="230" y="3769"/>
                  </a:cubicBezTo>
                  <a:cubicBezTo>
                    <a:pt x="345" y="3759"/>
                    <a:pt x="441" y="3664"/>
                    <a:pt x="441" y="3549"/>
                  </a:cubicBezTo>
                  <a:cubicBezTo>
                    <a:pt x="431" y="3386"/>
                    <a:pt x="479" y="3233"/>
                    <a:pt x="556" y="3099"/>
                  </a:cubicBezTo>
                  <a:cubicBezTo>
                    <a:pt x="670" y="2898"/>
                    <a:pt x="737" y="2678"/>
                    <a:pt x="728" y="2448"/>
                  </a:cubicBezTo>
                  <a:cubicBezTo>
                    <a:pt x="737" y="2219"/>
                    <a:pt x="680" y="1989"/>
                    <a:pt x="565" y="1798"/>
                  </a:cubicBezTo>
                  <a:cubicBezTo>
                    <a:pt x="479" y="1654"/>
                    <a:pt x="441" y="1501"/>
                    <a:pt x="441" y="1338"/>
                  </a:cubicBezTo>
                  <a:cubicBezTo>
                    <a:pt x="441" y="1185"/>
                    <a:pt x="479" y="1022"/>
                    <a:pt x="565" y="888"/>
                  </a:cubicBezTo>
                  <a:cubicBezTo>
                    <a:pt x="680" y="687"/>
                    <a:pt x="737" y="467"/>
                    <a:pt x="728" y="238"/>
                  </a:cubicBezTo>
                  <a:cubicBezTo>
                    <a:pt x="742" y="80"/>
                    <a:pt x="630" y="1"/>
                    <a:pt x="516" y="1"/>
                  </a:cubicBezTo>
                  <a:close/>
                </a:path>
              </a:pathLst>
            </a:custGeom>
            <a:solidFill>
              <a:srgbClr val="F0F3F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966" name="Google Shape;12966;p43"/>
            <p:cNvSpPr/>
            <p:nvPr/>
          </p:nvSpPr>
          <p:spPr>
            <a:xfrm>
              <a:off x="2848886" y="1516529"/>
              <a:ext cx="19380" cy="98055"/>
            </a:xfrm>
            <a:custGeom>
              <a:rect b="b" l="l" r="r" t="t"/>
              <a:pathLst>
                <a:path extrusionOk="0" h="3734" w="738">
                  <a:moveTo>
                    <a:pt x="513" y="1"/>
                  </a:moveTo>
                  <a:cubicBezTo>
                    <a:pt x="410" y="1"/>
                    <a:pt x="307" y="68"/>
                    <a:pt x="297" y="202"/>
                  </a:cubicBezTo>
                  <a:cubicBezTo>
                    <a:pt x="307" y="355"/>
                    <a:pt x="259" y="517"/>
                    <a:pt x="183" y="651"/>
                  </a:cubicBezTo>
                  <a:cubicBezTo>
                    <a:pt x="68" y="852"/>
                    <a:pt x="1" y="1073"/>
                    <a:pt x="10" y="1302"/>
                  </a:cubicBezTo>
                  <a:cubicBezTo>
                    <a:pt x="1" y="1532"/>
                    <a:pt x="68" y="1762"/>
                    <a:pt x="183" y="1953"/>
                  </a:cubicBezTo>
                  <a:cubicBezTo>
                    <a:pt x="259" y="2097"/>
                    <a:pt x="307" y="2250"/>
                    <a:pt x="297" y="2412"/>
                  </a:cubicBezTo>
                  <a:cubicBezTo>
                    <a:pt x="307" y="2565"/>
                    <a:pt x="259" y="2728"/>
                    <a:pt x="183" y="2862"/>
                  </a:cubicBezTo>
                  <a:cubicBezTo>
                    <a:pt x="68" y="3063"/>
                    <a:pt x="1" y="3283"/>
                    <a:pt x="10" y="3513"/>
                  </a:cubicBezTo>
                  <a:cubicBezTo>
                    <a:pt x="10" y="3628"/>
                    <a:pt x="106" y="3733"/>
                    <a:pt x="230" y="3733"/>
                  </a:cubicBezTo>
                  <a:cubicBezTo>
                    <a:pt x="345" y="3733"/>
                    <a:pt x="441" y="3628"/>
                    <a:pt x="441" y="3513"/>
                  </a:cubicBezTo>
                  <a:cubicBezTo>
                    <a:pt x="441" y="3350"/>
                    <a:pt x="479" y="3197"/>
                    <a:pt x="565" y="3063"/>
                  </a:cubicBezTo>
                  <a:cubicBezTo>
                    <a:pt x="680" y="2862"/>
                    <a:pt x="738" y="2642"/>
                    <a:pt x="728" y="2412"/>
                  </a:cubicBezTo>
                  <a:cubicBezTo>
                    <a:pt x="738" y="2183"/>
                    <a:pt x="680" y="1953"/>
                    <a:pt x="565" y="1762"/>
                  </a:cubicBezTo>
                  <a:cubicBezTo>
                    <a:pt x="479" y="1618"/>
                    <a:pt x="441" y="1465"/>
                    <a:pt x="441" y="1302"/>
                  </a:cubicBezTo>
                  <a:cubicBezTo>
                    <a:pt x="441" y="1149"/>
                    <a:pt x="479" y="986"/>
                    <a:pt x="565" y="852"/>
                  </a:cubicBezTo>
                  <a:cubicBezTo>
                    <a:pt x="680" y="651"/>
                    <a:pt x="738" y="431"/>
                    <a:pt x="728" y="202"/>
                  </a:cubicBezTo>
                  <a:cubicBezTo>
                    <a:pt x="719" y="68"/>
                    <a:pt x="616" y="1"/>
                    <a:pt x="513" y="1"/>
                  </a:cubicBezTo>
                  <a:close/>
                </a:path>
              </a:pathLst>
            </a:custGeom>
            <a:solidFill>
              <a:srgbClr val="F0F3F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967" name="Google Shape;12967;p43"/>
            <p:cNvSpPr/>
            <p:nvPr/>
          </p:nvSpPr>
          <p:spPr>
            <a:xfrm>
              <a:off x="2666195" y="1819832"/>
              <a:ext cx="340382" cy="11397"/>
            </a:xfrm>
            <a:custGeom>
              <a:rect b="b" l="l" r="r" t="t"/>
              <a:pathLst>
                <a:path extrusionOk="0" h="434" w="12962">
                  <a:moveTo>
                    <a:pt x="12688" y="1"/>
                  </a:moveTo>
                  <a:cubicBezTo>
                    <a:pt x="12679" y="1"/>
                    <a:pt x="12671" y="1"/>
                    <a:pt x="12662" y="2"/>
                  </a:cubicBezTo>
                  <a:lnTo>
                    <a:pt x="268" y="2"/>
                  </a:lnTo>
                  <a:cubicBezTo>
                    <a:pt x="0" y="21"/>
                    <a:pt x="0" y="413"/>
                    <a:pt x="268" y="433"/>
                  </a:cubicBezTo>
                  <a:lnTo>
                    <a:pt x="12662" y="433"/>
                  </a:lnTo>
                  <a:cubicBezTo>
                    <a:pt x="12668" y="433"/>
                    <a:pt x="12674" y="433"/>
                    <a:pt x="12679" y="433"/>
                  </a:cubicBezTo>
                  <a:cubicBezTo>
                    <a:pt x="12959" y="433"/>
                    <a:pt x="12962" y="1"/>
                    <a:pt x="12688" y="1"/>
                  </a:cubicBezTo>
                  <a:close/>
                </a:path>
              </a:pathLst>
            </a:custGeom>
            <a:solidFill>
              <a:srgbClr val="B8C6D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2968" name="Google Shape;12968;p43"/>
          <p:cNvGrpSpPr/>
          <p:nvPr/>
        </p:nvGrpSpPr>
        <p:grpSpPr>
          <a:xfrm>
            <a:off x="2231907" y="1368331"/>
            <a:ext cx="311628" cy="326569"/>
            <a:chOff x="2231907" y="1520731"/>
            <a:chExt cx="311628" cy="326569"/>
          </a:xfrm>
        </p:grpSpPr>
        <p:sp>
          <p:nvSpPr>
            <p:cNvPr id="12969" name="Google Shape;12969;p43"/>
            <p:cNvSpPr/>
            <p:nvPr/>
          </p:nvSpPr>
          <p:spPr>
            <a:xfrm>
              <a:off x="2382456" y="1520731"/>
              <a:ext cx="161079" cy="135790"/>
            </a:xfrm>
            <a:custGeom>
              <a:rect b="b" l="l" r="r" t="t"/>
              <a:pathLst>
                <a:path extrusionOk="0" h="5171" w="6134">
                  <a:moveTo>
                    <a:pt x="3098" y="1"/>
                  </a:moveTo>
                  <a:cubicBezTo>
                    <a:pt x="3061" y="1"/>
                    <a:pt x="3024" y="2"/>
                    <a:pt x="2986" y="3"/>
                  </a:cubicBezTo>
                  <a:cubicBezTo>
                    <a:pt x="1043" y="80"/>
                    <a:pt x="0" y="2338"/>
                    <a:pt x="1216" y="3860"/>
                  </a:cubicBezTo>
                  <a:lnTo>
                    <a:pt x="1168" y="4989"/>
                  </a:lnTo>
                  <a:cubicBezTo>
                    <a:pt x="1160" y="5095"/>
                    <a:pt x="1241" y="5170"/>
                    <a:pt x="1332" y="5170"/>
                  </a:cubicBezTo>
                  <a:cubicBezTo>
                    <a:pt x="1357" y="5170"/>
                    <a:pt x="1382" y="5165"/>
                    <a:pt x="1407" y="5152"/>
                  </a:cubicBezTo>
                  <a:lnTo>
                    <a:pt x="2431" y="4674"/>
                  </a:lnTo>
                  <a:cubicBezTo>
                    <a:pt x="2649" y="4736"/>
                    <a:pt x="2870" y="4767"/>
                    <a:pt x="3088" y="4767"/>
                  </a:cubicBezTo>
                  <a:cubicBezTo>
                    <a:pt x="3868" y="4767"/>
                    <a:pt x="4616" y="4380"/>
                    <a:pt x="5073" y="3707"/>
                  </a:cubicBezTo>
                  <a:cubicBezTo>
                    <a:pt x="6133" y="2121"/>
                    <a:pt x="4985" y="1"/>
                    <a:pt x="3098" y="1"/>
                  </a:cubicBezTo>
                  <a:close/>
                </a:path>
              </a:pathLst>
            </a:custGeom>
            <a:solidFill>
              <a:srgbClr val="E9EEF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970" name="Google Shape;12970;p43"/>
            <p:cNvSpPr/>
            <p:nvPr/>
          </p:nvSpPr>
          <p:spPr>
            <a:xfrm>
              <a:off x="2423421" y="1551140"/>
              <a:ext cx="74920" cy="65335"/>
            </a:xfrm>
            <a:custGeom>
              <a:rect b="b" l="l" r="r" t="t"/>
              <a:pathLst>
                <a:path extrusionOk="0" h="2488" w="2853">
                  <a:moveTo>
                    <a:pt x="1391" y="1"/>
                  </a:moveTo>
                  <a:cubicBezTo>
                    <a:pt x="1381" y="1"/>
                    <a:pt x="1370" y="2"/>
                    <a:pt x="1359" y="3"/>
                  </a:cubicBezTo>
                  <a:cubicBezTo>
                    <a:pt x="373" y="204"/>
                    <a:pt x="0" y="1410"/>
                    <a:pt x="708" y="2118"/>
                  </a:cubicBezTo>
                  <a:cubicBezTo>
                    <a:pt x="961" y="2371"/>
                    <a:pt x="1279" y="2487"/>
                    <a:pt x="1591" y="2487"/>
                  </a:cubicBezTo>
                  <a:cubicBezTo>
                    <a:pt x="2154" y="2487"/>
                    <a:pt x="2700" y="2111"/>
                    <a:pt x="2823" y="1477"/>
                  </a:cubicBezTo>
                  <a:cubicBezTo>
                    <a:pt x="2852" y="1353"/>
                    <a:pt x="2756" y="1238"/>
                    <a:pt x="2632" y="1238"/>
                  </a:cubicBezTo>
                  <a:lnTo>
                    <a:pt x="1799" y="1238"/>
                  </a:lnTo>
                  <a:cubicBezTo>
                    <a:pt x="1685" y="1238"/>
                    <a:pt x="1598" y="1152"/>
                    <a:pt x="1598" y="1046"/>
                  </a:cubicBezTo>
                  <a:lnTo>
                    <a:pt x="1598" y="204"/>
                  </a:lnTo>
                  <a:cubicBezTo>
                    <a:pt x="1598" y="91"/>
                    <a:pt x="1503" y="1"/>
                    <a:pt x="1391" y="1"/>
                  </a:cubicBezTo>
                  <a:close/>
                </a:path>
              </a:pathLst>
            </a:custGeom>
            <a:solidFill>
              <a:srgbClr val="BBC6C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971" name="Google Shape;12971;p43"/>
            <p:cNvSpPr/>
            <p:nvPr/>
          </p:nvSpPr>
          <p:spPr>
            <a:xfrm>
              <a:off x="2248241" y="1565530"/>
              <a:ext cx="266171" cy="266171"/>
            </a:xfrm>
            <a:custGeom>
              <a:rect b="b" l="l" r="r" t="t"/>
              <a:pathLst>
                <a:path extrusionOk="0" h="10136" w="10136">
                  <a:moveTo>
                    <a:pt x="3283" y="1"/>
                  </a:moveTo>
                  <a:lnTo>
                    <a:pt x="1" y="3283"/>
                  </a:lnTo>
                  <a:lnTo>
                    <a:pt x="1637" y="4920"/>
                  </a:lnTo>
                  <a:cubicBezTo>
                    <a:pt x="2085" y="5368"/>
                    <a:pt x="2678" y="5601"/>
                    <a:pt x="3277" y="5601"/>
                  </a:cubicBezTo>
                  <a:cubicBezTo>
                    <a:pt x="3690" y="5601"/>
                    <a:pt x="4105" y="5491"/>
                    <a:pt x="4480" y="5264"/>
                  </a:cubicBezTo>
                  <a:lnTo>
                    <a:pt x="4862" y="5647"/>
                  </a:lnTo>
                  <a:cubicBezTo>
                    <a:pt x="4307" y="6566"/>
                    <a:pt x="4451" y="7734"/>
                    <a:pt x="5207" y="8490"/>
                  </a:cubicBezTo>
                  <a:lnTo>
                    <a:pt x="6853" y="10136"/>
                  </a:lnTo>
                  <a:lnTo>
                    <a:pt x="10136" y="6853"/>
                  </a:lnTo>
                  <a:lnTo>
                    <a:pt x="8490" y="5207"/>
                  </a:lnTo>
                  <a:cubicBezTo>
                    <a:pt x="8042" y="4760"/>
                    <a:pt x="7451" y="4530"/>
                    <a:pt x="6853" y="4530"/>
                  </a:cubicBezTo>
                  <a:cubicBezTo>
                    <a:pt x="6439" y="4530"/>
                    <a:pt x="6022" y="4640"/>
                    <a:pt x="5647" y="4863"/>
                  </a:cubicBezTo>
                  <a:lnTo>
                    <a:pt x="5264" y="4480"/>
                  </a:lnTo>
                  <a:cubicBezTo>
                    <a:pt x="5819" y="3571"/>
                    <a:pt x="5676" y="2393"/>
                    <a:pt x="4920" y="1637"/>
                  </a:cubicBezTo>
                  <a:lnTo>
                    <a:pt x="3283" y="1"/>
                  </a:lnTo>
                  <a:close/>
                </a:path>
              </a:pathLst>
            </a:custGeom>
            <a:solidFill>
              <a:srgbClr val="EAEFF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972" name="Google Shape;12972;p43"/>
            <p:cNvSpPr/>
            <p:nvPr/>
          </p:nvSpPr>
          <p:spPr>
            <a:xfrm>
              <a:off x="2321375" y="1565530"/>
              <a:ext cx="192801" cy="192801"/>
            </a:xfrm>
            <a:custGeom>
              <a:rect b="b" l="l" r="r" t="t"/>
              <a:pathLst>
                <a:path extrusionOk="0" h="7342" w="7342">
                  <a:moveTo>
                    <a:pt x="498" y="1"/>
                  </a:moveTo>
                  <a:lnTo>
                    <a:pt x="1" y="498"/>
                  </a:lnTo>
                  <a:lnTo>
                    <a:pt x="1647" y="2135"/>
                  </a:lnTo>
                  <a:cubicBezTo>
                    <a:pt x="2336" y="2824"/>
                    <a:pt x="2518" y="3867"/>
                    <a:pt x="2106" y="4748"/>
                  </a:cubicBezTo>
                  <a:cubicBezTo>
                    <a:pt x="2049" y="4891"/>
                    <a:pt x="2077" y="5054"/>
                    <a:pt x="2183" y="5159"/>
                  </a:cubicBezTo>
                  <a:cubicBezTo>
                    <a:pt x="2252" y="5229"/>
                    <a:pt x="2347" y="5265"/>
                    <a:pt x="2444" y="5265"/>
                  </a:cubicBezTo>
                  <a:cubicBezTo>
                    <a:pt x="2494" y="5265"/>
                    <a:pt x="2545" y="5255"/>
                    <a:pt x="2594" y="5236"/>
                  </a:cubicBezTo>
                  <a:cubicBezTo>
                    <a:pt x="2904" y="5091"/>
                    <a:pt x="3234" y="5021"/>
                    <a:pt x="3562" y="5021"/>
                  </a:cubicBezTo>
                  <a:cubicBezTo>
                    <a:pt x="4165" y="5021"/>
                    <a:pt x="4760" y="5258"/>
                    <a:pt x="5207" y="5705"/>
                  </a:cubicBezTo>
                  <a:lnTo>
                    <a:pt x="6853" y="7341"/>
                  </a:lnTo>
                  <a:lnTo>
                    <a:pt x="7341" y="6853"/>
                  </a:lnTo>
                  <a:lnTo>
                    <a:pt x="5705" y="5207"/>
                  </a:lnTo>
                  <a:cubicBezTo>
                    <a:pt x="5257" y="4760"/>
                    <a:pt x="4666" y="4530"/>
                    <a:pt x="4068" y="4530"/>
                  </a:cubicBezTo>
                  <a:cubicBezTo>
                    <a:pt x="3654" y="4530"/>
                    <a:pt x="3237" y="4640"/>
                    <a:pt x="2862" y="4863"/>
                  </a:cubicBezTo>
                  <a:lnTo>
                    <a:pt x="2479" y="4480"/>
                  </a:lnTo>
                  <a:cubicBezTo>
                    <a:pt x="3034" y="3571"/>
                    <a:pt x="2891" y="2393"/>
                    <a:pt x="2135" y="1637"/>
                  </a:cubicBezTo>
                  <a:lnTo>
                    <a:pt x="498" y="1"/>
                  </a:lnTo>
                  <a:close/>
                </a:path>
              </a:pathLst>
            </a:custGeom>
            <a:solidFill>
              <a:srgbClr val="ACB9C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973" name="Google Shape;12973;p43"/>
            <p:cNvSpPr/>
            <p:nvPr/>
          </p:nvSpPr>
          <p:spPr>
            <a:xfrm>
              <a:off x="2231907" y="1549748"/>
              <a:ext cx="118643" cy="117592"/>
            </a:xfrm>
            <a:custGeom>
              <a:rect b="b" l="l" r="r" t="t"/>
              <a:pathLst>
                <a:path extrusionOk="0" h="4478" w="4518">
                  <a:moveTo>
                    <a:pt x="3906" y="0"/>
                  </a:moveTo>
                  <a:cubicBezTo>
                    <a:pt x="3857" y="0"/>
                    <a:pt x="3809" y="19"/>
                    <a:pt x="3771" y="56"/>
                  </a:cubicBezTo>
                  <a:lnTo>
                    <a:pt x="87" y="3750"/>
                  </a:lnTo>
                  <a:cubicBezTo>
                    <a:pt x="1" y="3827"/>
                    <a:pt x="1" y="3951"/>
                    <a:pt x="87" y="4028"/>
                  </a:cubicBezTo>
                  <a:lnTo>
                    <a:pt x="470" y="4420"/>
                  </a:lnTo>
                  <a:cubicBezTo>
                    <a:pt x="508" y="4459"/>
                    <a:pt x="561" y="4478"/>
                    <a:pt x="613" y="4478"/>
                  </a:cubicBezTo>
                  <a:cubicBezTo>
                    <a:pt x="666" y="4478"/>
                    <a:pt x="718" y="4459"/>
                    <a:pt x="757" y="4420"/>
                  </a:cubicBezTo>
                  <a:lnTo>
                    <a:pt x="4441" y="736"/>
                  </a:lnTo>
                  <a:cubicBezTo>
                    <a:pt x="4518" y="659"/>
                    <a:pt x="4518" y="525"/>
                    <a:pt x="4441" y="449"/>
                  </a:cubicBezTo>
                  <a:lnTo>
                    <a:pt x="4049" y="66"/>
                  </a:lnTo>
                  <a:cubicBezTo>
                    <a:pt x="4009" y="22"/>
                    <a:pt x="3957" y="0"/>
                    <a:pt x="3906" y="0"/>
                  </a:cubicBezTo>
                  <a:close/>
                </a:path>
              </a:pathLst>
            </a:custGeom>
            <a:solidFill>
              <a:srgbClr val="61778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974" name="Google Shape;12974;p43"/>
            <p:cNvSpPr/>
            <p:nvPr/>
          </p:nvSpPr>
          <p:spPr>
            <a:xfrm>
              <a:off x="2239208" y="1556497"/>
              <a:ext cx="111342" cy="110843"/>
            </a:xfrm>
            <a:custGeom>
              <a:rect b="b" l="l" r="r" t="t"/>
              <a:pathLst>
                <a:path extrusionOk="0" h="4221" w="4240">
                  <a:moveTo>
                    <a:pt x="3972" y="0"/>
                  </a:moveTo>
                  <a:lnTo>
                    <a:pt x="0" y="3972"/>
                  </a:lnTo>
                  <a:lnTo>
                    <a:pt x="192" y="4163"/>
                  </a:lnTo>
                  <a:cubicBezTo>
                    <a:pt x="230" y="4202"/>
                    <a:pt x="283" y="4221"/>
                    <a:pt x="335" y="4221"/>
                  </a:cubicBezTo>
                  <a:cubicBezTo>
                    <a:pt x="388" y="4221"/>
                    <a:pt x="440" y="4202"/>
                    <a:pt x="479" y="4163"/>
                  </a:cubicBezTo>
                  <a:lnTo>
                    <a:pt x="4163" y="469"/>
                  </a:lnTo>
                  <a:cubicBezTo>
                    <a:pt x="4240" y="393"/>
                    <a:pt x="4240" y="268"/>
                    <a:pt x="4163" y="192"/>
                  </a:cubicBezTo>
                  <a:lnTo>
                    <a:pt x="3972" y="0"/>
                  </a:lnTo>
                  <a:close/>
                </a:path>
              </a:pathLst>
            </a:custGeom>
            <a:solidFill>
              <a:srgbClr val="465C7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975" name="Google Shape;12975;p43"/>
            <p:cNvSpPr/>
            <p:nvPr/>
          </p:nvSpPr>
          <p:spPr>
            <a:xfrm>
              <a:off x="2412103" y="1729892"/>
              <a:ext cx="118406" cy="117408"/>
            </a:xfrm>
            <a:custGeom>
              <a:rect b="b" l="l" r="r" t="t"/>
              <a:pathLst>
                <a:path extrusionOk="0" h="4471" w="4509">
                  <a:moveTo>
                    <a:pt x="3900" y="1"/>
                  </a:moveTo>
                  <a:cubicBezTo>
                    <a:pt x="3850" y="1"/>
                    <a:pt x="3800" y="20"/>
                    <a:pt x="3762" y="58"/>
                  </a:cubicBezTo>
                  <a:lnTo>
                    <a:pt x="77" y="3743"/>
                  </a:lnTo>
                  <a:cubicBezTo>
                    <a:pt x="1" y="3819"/>
                    <a:pt x="1" y="3944"/>
                    <a:pt x="77" y="4030"/>
                  </a:cubicBezTo>
                  <a:lnTo>
                    <a:pt x="460" y="4413"/>
                  </a:lnTo>
                  <a:cubicBezTo>
                    <a:pt x="498" y="4451"/>
                    <a:pt x="551" y="4470"/>
                    <a:pt x="603" y="4470"/>
                  </a:cubicBezTo>
                  <a:cubicBezTo>
                    <a:pt x="656" y="4470"/>
                    <a:pt x="709" y="4451"/>
                    <a:pt x="747" y="4413"/>
                  </a:cubicBezTo>
                  <a:lnTo>
                    <a:pt x="4432" y="728"/>
                  </a:lnTo>
                  <a:cubicBezTo>
                    <a:pt x="4508" y="652"/>
                    <a:pt x="4508" y="518"/>
                    <a:pt x="4432" y="441"/>
                  </a:cubicBezTo>
                  <a:lnTo>
                    <a:pt x="4039" y="58"/>
                  </a:lnTo>
                  <a:cubicBezTo>
                    <a:pt x="4001" y="20"/>
                    <a:pt x="3951" y="1"/>
                    <a:pt x="3900" y="1"/>
                  </a:cubicBezTo>
                  <a:close/>
                </a:path>
              </a:pathLst>
            </a:custGeom>
            <a:solidFill>
              <a:srgbClr val="61778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976" name="Google Shape;12976;p43"/>
            <p:cNvSpPr/>
            <p:nvPr/>
          </p:nvSpPr>
          <p:spPr>
            <a:xfrm>
              <a:off x="2419141" y="1736430"/>
              <a:ext cx="111369" cy="110870"/>
            </a:xfrm>
            <a:custGeom>
              <a:rect b="b" l="l" r="r" t="t"/>
              <a:pathLst>
                <a:path extrusionOk="0" h="4222" w="4241">
                  <a:moveTo>
                    <a:pt x="3972" y="1"/>
                  </a:moveTo>
                  <a:lnTo>
                    <a:pt x="1" y="3972"/>
                  </a:lnTo>
                  <a:lnTo>
                    <a:pt x="192" y="4164"/>
                  </a:lnTo>
                  <a:cubicBezTo>
                    <a:pt x="230" y="4202"/>
                    <a:pt x="283" y="4221"/>
                    <a:pt x="335" y="4221"/>
                  </a:cubicBezTo>
                  <a:cubicBezTo>
                    <a:pt x="388" y="4221"/>
                    <a:pt x="441" y="4202"/>
                    <a:pt x="479" y="4164"/>
                  </a:cubicBezTo>
                  <a:lnTo>
                    <a:pt x="4164" y="479"/>
                  </a:lnTo>
                  <a:cubicBezTo>
                    <a:pt x="4240" y="403"/>
                    <a:pt x="4240" y="269"/>
                    <a:pt x="4164" y="192"/>
                  </a:cubicBezTo>
                  <a:lnTo>
                    <a:pt x="3972" y="1"/>
                  </a:lnTo>
                  <a:close/>
                </a:path>
              </a:pathLst>
            </a:custGeom>
            <a:solidFill>
              <a:srgbClr val="465C7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977" name="Google Shape;12977;p43"/>
            <p:cNvSpPr/>
            <p:nvPr/>
          </p:nvSpPr>
          <p:spPr>
            <a:xfrm>
              <a:off x="2291964" y="1669572"/>
              <a:ext cx="78701" cy="29175"/>
            </a:xfrm>
            <a:custGeom>
              <a:rect b="b" l="l" r="r" t="t"/>
              <a:pathLst>
                <a:path extrusionOk="0" h="1111" w="2997">
                  <a:moveTo>
                    <a:pt x="259" y="1"/>
                  </a:moveTo>
                  <a:cubicBezTo>
                    <a:pt x="97" y="1"/>
                    <a:pt x="1" y="192"/>
                    <a:pt x="106" y="326"/>
                  </a:cubicBezTo>
                  <a:lnTo>
                    <a:pt x="250" y="499"/>
                  </a:lnTo>
                  <a:cubicBezTo>
                    <a:pt x="596" y="909"/>
                    <a:pt x="1044" y="1111"/>
                    <a:pt x="1494" y="1111"/>
                  </a:cubicBezTo>
                  <a:cubicBezTo>
                    <a:pt x="1977" y="1111"/>
                    <a:pt x="2462" y="878"/>
                    <a:pt x="2824" y="422"/>
                  </a:cubicBezTo>
                  <a:lnTo>
                    <a:pt x="2901" y="326"/>
                  </a:lnTo>
                  <a:cubicBezTo>
                    <a:pt x="2996" y="192"/>
                    <a:pt x="2910" y="1"/>
                    <a:pt x="2738" y="1"/>
                  </a:cubicBezTo>
                  <a:close/>
                </a:path>
              </a:pathLst>
            </a:custGeom>
            <a:solidFill>
              <a:srgbClr val="BBC6C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978" name="Google Shape;12978;p43"/>
            <p:cNvSpPr/>
            <p:nvPr/>
          </p:nvSpPr>
          <p:spPr>
            <a:xfrm>
              <a:off x="2381694" y="1751005"/>
              <a:ext cx="82456" cy="46769"/>
            </a:xfrm>
            <a:custGeom>
              <a:rect b="b" l="l" r="r" t="t"/>
              <a:pathLst>
                <a:path extrusionOk="0" h="1781" w="3140">
                  <a:moveTo>
                    <a:pt x="1" y="1"/>
                  </a:moveTo>
                  <a:cubicBezTo>
                    <a:pt x="10" y="240"/>
                    <a:pt x="106" y="479"/>
                    <a:pt x="278" y="661"/>
                  </a:cubicBezTo>
                  <a:lnTo>
                    <a:pt x="1350" y="1723"/>
                  </a:lnTo>
                  <a:cubicBezTo>
                    <a:pt x="1388" y="1762"/>
                    <a:pt x="1438" y="1781"/>
                    <a:pt x="1489" y="1781"/>
                  </a:cubicBezTo>
                  <a:cubicBezTo>
                    <a:pt x="1539" y="1781"/>
                    <a:pt x="1589" y="1762"/>
                    <a:pt x="1628" y="1723"/>
                  </a:cubicBezTo>
                  <a:lnTo>
                    <a:pt x="3015" y="345"/>
                  </a:lnTo>
                  <a:cubicBezTo>
                    <a:pt x="3140" y="211"/>
                    <a:pt x="3053" y="1"/>
                    <a:pt x="2872" y="1"/>
                  </a:cubicBezTo>
                  <a:close/>
                </a:path>
              </a:pathLst>
            </a:custGeom>
            <a:solidFill>
              <a:srgbClr val="BBC6C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2979" name="Google Shape;12979;p43"/>
          <p:cNvGrpSpPr/>
          <p:nvPr/>
        </p:nvGrpSpPr>
        <p:grpSpPr>
          <a:xfrm>
            <a:off x="1340249" y="4149133"/>
            <a:ext cx="311890" cy="304695"/>
            <a:chOff x="1340249" y="4301533"/>
            <a:chExt cx="311890" cy="304695"/>
          </a:xfrm>
        </p:grpSpPr>
        <p:sp>
          <p:nvSpPr>
            <p:cNvPr id="12980" name="Google Shape;12980;p43"/>
            <p:cNvSpPr/>
            <p:nvPr/>
          </p:nvSpPr>
          <p:spPr>
            <a:xfrm>
              <a:off x="1407081" y="4404893"/>
              <a:ext cx="182481" cy="165149"/>
            </a:xfrm>
            <a:custGeom>
              <a:rect b="b" l="l" r="r" t="t"/>
              <a:pathLst>
                <a:path extrusionOk="0" h="6289" w="6949">
                  <a:moveTo>
                    <a:pt x="1" y="1"/>
                  </a:moveTo>
                  <a:lnTo>
                    <a:pt x="1" y="6288"/>
                  </a:lnTo>
                  <a:lnTo>
                    <a:pt x="6949" y="6288"/>
                  </a:lnTo>
                  <a:lnTo>
                    <a:pt x="6949" y="1"/>
                  </a:lnTo>
                  <a:close/>
                </a:path>
              </a:pathLst>
            </a:custGeom>
            <a:solidFill>
              <a:srgbClr val="AAB6C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981" name="Google Shape;12981;p43"/>
            <p:cNvSpPr/>
            <p:nvPr/>
          </p:nvSpPr>
          <p:spPr>
            <a:xfrm>
              <a:off x="1369896" y="4301533"/>
              <a:ext cx="252359" cy="82772"/>
            </a:xfrm>
            <a:custGeom>
              <a:rect b="b" l="l" r="r" t="t"/>
              <a:pathLst>
                <a:path extrusionOk="0" h="3152" w="9610">
                  <a:moveTo>
                    <a:pt x="4814" y="1"/>
                  </a:moveTo>
                  <a:cubicBezTo>
                    <a:pt x="4790" y="1"/>
                    <a:pt x="4767" y="8"/>
                    <a:pt x="4747" y="22"/>
                  </a:cubicBezTo>
                  <a:lnTo>
                    <a:pt x="1" y="2779"/>
                  </a:lnTo>
                  <a:lnTo>
                    <a:pt x="355" y="3152"/>
                  </a:lnTo>
                  <a:lnTo>
                    <a:pt x="9274" y="3152"/>
                  </a:lnTo>
                  <a:lnTo>
                    <a:pt x="9609" y="2788"/>
                  </a:lnTo>
                  <a:lnTo>
                    <a:pt x="4881" y="22"/>
                  </a:lnTo>
                  <a:cubicBezTo>
                    <a:pt x="4862" y="8"/>
                    <a:pt x="4838" y="1"/>
                    <a:pt x="4814" y="1"/>
                  </a:cubicBezTo>
                  <a:close/>
                </a:path>
              </a:pathLst>
            </a:custGeom>
            <a:solidFill>
              <a:srgbClr val="D8E1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982" name="Google Shape;12982;p43"/>
            <p:cNvSpPr/>
            <p:nvPr/>
          </p:nvSpPr>
          <p:spPr>
            <a:xfrm>
              <a:off x="1400805" y="4322830"/>
              <a:ext cx="190516" cy="62499"/>
            </a:xfrm>
            <a:custGeom>
              <a:rect b="b" l="l" r="r" t="t"/>
              <a:pathLst>
                <a:path extrusionOk="0" h="2380" w="7255">
                  <a:moveTo>
                    <a:pt x="3637" y="1"/>
                  </a:moveTo>
                  <a:cubicBezTo>
                    <a:pt x="3621" y="1"/>
                    <a:pt x="3604" y="6"/>
                    <a:pt x="3590" y="15"/>
                  </a:cubicBezTo>
                  <a:lnTo>
                    <a:pt x="1" y="2092"/>
                  </a:lnTo>
                  <a:lnTo>
                    <a:pt x="269" y="2379"/>
                  </a:lnTo>
                  <a:lnTo>
                    <a:pt x="7006" y="2379"/>
                  </a:lnTo>
                  <a:lnTo>
                    <a:pt x="7255" y="2102"/>
                  </a:lnTo>
                  <a:lnTo>
                    <a:pt x="3685" y="15"/>
                  </a:lnTo>
                  <a:cubicBezTo>
                    <a:pt x="3671" y="6"/>
                    <a:pt x="3654" y="1"/>
                    <a:pt x="3637" y="1"/>
                  </a:cubicBezTo>
                  <a:close/>
                </a:path>
              </a:pathLst>
            </a:custGeom>
            <a:solidFill>
              <a:srgbClr val="E8EDF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983" name="Google Shape;12983;p43"/>
            <p:cNvSpPr/>
            <p:nvPr/>
          </p:nvSpPr>
          <p:spPr>
            <a:xfrm>
              <a:off x="1367874" y="4373985"/>
              <a:ext cx="256376" cy="30934"/>
            </a:xfrm>
            <a:custGeom>
              <a:rect b="b" l="l" r="r" t="t"/>
              <a:pathLst>
                <a:path extrusionOk="0" h="1178" w="9763">
                  <a:moveTo>
                    <a:pt x="164" y="0"/>
                  </a:moveTo>
                  <a:cubicBezTo>
                    <a:pt x="68" y="0"/>
                    <a:pt x="1" y="77"/>
                    <a:pt x="1" y="163"/>
                  </a:cubicBezTo>
                  <a:lnTo>
                    <a:pt x="1" y="1015"/>
                  </a:lnTo>
                  <a:cubicBezTo>
                    <a:pt x="1" y="1111"/>
                    <a:pt x="68" y="1178"/>
                    <a:pt x="164" y="1178"/>
                  </a:cubicBezTo>
                  <a:lnTo>
                    <a:pt x="9600" y="1178"/>
                  </a:lnTo>
                  <a:cubicBezTo>
                    <a:pt x="9696" y="1178"/>
                    <a:pt x="9763" y="1111"/>
                    <a:pt x="9763" y="1015"/>
                  </a:cubicBezTo>
                  <a:lnTo>
                    <a:pt x="9763" y="163"/>
                  </a:lnTo>
                  <a:cubicBezTo>
                    <a:pt x="9763" y="77"/>
                    <a:pt x="9696" y="0"/>
                    <a:pt x="9600" y="0"/>
                  </a:cubicBezTo>
                  <a:close/>
                </a:path>
              </a:pathLst>
            </a:custGeom>
            <a:solidFill>
              <a:srgbClr val="CED6D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984" name="Google Shape;12984;p43"/>
            <p:cNvSpPr/>
            <p:nvPr/>
          </p:nvSpPr>
          <p:spPr>
            <a:xfrm>
              <a:off x="1407081" y="4404893"/>
              <a:ext cx="182481" cy="160370"/>
            </a:xfrm>
            <a:custGeom>
              <a:rect b="b" l="l" r="r" t="t"/>
              <a:pathLst>
                <a:path extrusionOk="0" h="6107" w="6949">
                  <a:moveTo>
                    <a:pt x="1" y="1"/>
                  </a:moveTo>
                  <a:lnTo>
                    <a:pt x="1" y="1025"/>
                  </a:lnTo>
                  <a:lnTo>
                    <a:pt x="4020" y="1025"/>
                  </a:lnTo>
                  <a:cubicBezTo>
                    <a:pt x="5504" y="1025"/>
                    <a:pt x="6710" y="2230"/>
                    <a:pt x="6710" y="3714"/>
                  </a:cubicBezTo>
                  <a:lnTo>
                    <a:pt x="6710" y="6106"/>
                  </a:lnTo>
                  <a:lnTo>
                    <a:pt x="6949" y="6106"/>
                  </a:lnTo>
                  <a:lnTo>
                    <a:pt x="6949" y="1"/>
                  </a:lnTo>
                  <a:close/>
                </a:path>
              </a:pathLst>
            </a:custGeom>
            <a:solidFill>
              <a:srgbClr val="7B8E9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985" name="Google Shape;12985;p43"/>
            <p:cNvSpPr/>
            <p:nvPr/>
          </p:nvSpPr>
          <p:spPr>
            <a:xfrm>
              <a:off x="1373573" y="4404893"/>
              <a:ext cx="65965" cy="146032"/>
            </a:xfrm>
            <a:custGeom>
              <a:rect b="b" l="l" r="r" t="t"/>
              <a:pathLst>
                <a:path extrusionOk="0" h="5561" w="2512">
                  <a:moveTo>
                    <a:pt x="358" y="1"/>
                  </a:moveTo>
                  <a:cubicBezTo>
                    <a:pt x="176" y="1"/>
                    <a:pt x="23" y="144"/>
                    <a:pt x="14" y="326"/>
                  </a:cubicBezTo>
                  <a:cubicBezTo>
                    <a:pt x="1" y="539"/>
                    <a:pt x="175" y="683"/>
                    <a:pt x="355" y="683"/>
                  </a:cubicBezTo>
                  <a:cubicBezTo>
                    <a:pt x="441" y="683"/>
                    <a:pt x="529" y="649"/>
                    <a:pt x="597" y="575"/>
                  </a:cubicBezTo>
                  <a:cubicBezTo>
                    <a:pt x="610" y="566"/>
                    <a:pt x="624" y="561"/>
                    <a:pt x="638" y="561"/>
                  </a:cubicBezTo>
                  <a:cubicBezTo>
                    <a:pt x="667" y="561"/>
                    <a:pt x="693" y="581"/>
                    <a:pt x="693" y="613"/>
                  </a:cubicBezTo>
                  <a:lnTo>
                    <a:pt x="693" y="5561"/>
                  </a:lnTo>
                  <a:lnTo>
                    <a:pt x="1708" y="5561"/>
                  </a:lnTo>
                  <a:lnTo>
                    <a:pt x="1708" y="613"/>
                  </a:lnTo>
                  <a:cubicBezTo>
                    <a:pt x="1708" y="581"/>
                    <a:pt x="1734" y="561"/>
                    <a:pt x="1763" y="561"/>
                  </a:cubicBezTo>
                  <a:cubicBezTo>
                    <a:pt x="1777" y="561"/>
                    <a:pt x="1791" y="566"/>
                    <a:pt x="1803" y="575"/>
                  </a:cubicBezTo>
                  <a:cubicBezTo>
                    <a:pt x="1856" y="636"/>
                    <a:pt x="1940" y="681"/>
                    <a:pt x="2028" y="681"/>
                  </a:cubicBezTo>
                  <a:cubicBezTo>
                    <a:pt x="2036" y="681"/>
                    <a:pt x="2044" y="681"/>
                    <a:pt x="2052" y="680"/>
                  </a:cubicBezTo>
                  <a:cubicBezTo>
                    <a:pt x="2511" y="680"/>
                    <a:pt x="2511" y="1"/>
                    <a:pt x="2052" y="1"/>
                  </a:cubicBezTo>
                  <a:close/>
                </a:path>
              </a:pathLst>
            </a:custGeom>
            <a:solidFill>
              <a:srgbClr val="D8E1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986" name="Google Shape;12986;p43"/>
            <p:cNvSpPr/>
            <p:nvPr/>
          </p:nvSpPr>
          <p:spPr>
            <a:xfrm>
              <a:off x="1387753" y="4550898"/>
              <a:ext cx="34689" cy="17883"/>
            </a:xfrm>
            <a:custGeom>
              <a:rect b="b" l="l" r="r" t="t"/>
              <a:pathLst>
                <a:path extrusionOk="0" h="681" w="1321">
                  <a:moveTo>
                    <a:pt x="134" y="1"/>
                  </a:moveTo>
                  <a:cubicBezTo>
                    <a:pt x="57" y="1"/>
                    <a:pt x="0" y="58"/>
                    <a:pt x="0" y="135"/>
                  </a:cubicBezTo>
                  <a:lnTo>
                    <a:pt x="0" y="680"/>
                  </a:lnTo>
                  <a:lnTo>
                    <a:pt x="1321" y="680"/>
                  </a:lnTo>
                  <a:lnTo>
                    <a:pt x="1321" y="135"/>
                  </a:lnTo>
                  <a:cubicBezTo>
                    <a:pt x="1321" y="58"/>
                    <a:pt x="1263" y="1"/>
                    <a:pt x="1196" y="1"/>
                  </a:cubicBezTo>
                  <a:close/>
                </a:path>
              </a:pathLst>
            </a:custGeom>
            <a:solidFill>
              <a:srgbClr val="CED6D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987" name="Google Shape;12987;p43"/>
            <p:cNvSpPr/>
            <p:nvPr/>
          </p:nvSpPr>
          <p:spPr>
            <a:xfrm>
              <a:off x="1466323" y="4404893"/>
              <a:ext cx="65939" cy="146032"/>
            </a:xfrm>
            <a:custGeom>
              <a:rect b="b" l="l" r="r" t="t"/>
              <a:pathLst>
                <a:path extrusionOk="0" h="5561" w="2511">
                  <a:moveTo>
                    <a:pt x="358" y="1"/>
                  </a:moveTo>
                  <a:cubicBezTo>
                    <a:pt x="176" y="1"/>
                    <a:pt x="23" y="144"/>
                    <a:pt x="13" y="326"/>
                  </a:cubicBezTo>
                  <a:cubicBezTo>
                    <a:pt x="0" y="539"/>
                    <a:pt x="175" y="683"/>
                    <a:pt x="354" y="683"/>
                  </a:cubicBezTo>
                  <a:cubicBezTo>
                    <a:pt x="441" y="683"/>
                    <a:pt x="528" y="649"/>
                    <a:pt x="597" y="575"/>
                  </a:cubicBezTo>
                  <a:cubicBezTo>
                    <a:pt x="609" y="566"/>
                    <a:pt x="622" y="561"/>
                    <a:pt x="635" y="561"/>
                  </a:cubicBezTo>
                  <a:cubicBezTo>
                    <a:pt x="662" y="561"/>
                    <a:pt x="686" y="581"/>
                    <a:pt x="693" y="613"/>
                  </a:cubicBezTo>
                  <a:lnTo>
                    <a:pt x="693" y="5561"/>
                  </a:lnTo>
                  <a:lnTo>
                    <a:pt x="1707" y="5561"/>
                  </a:lnTo>
                  <a:lnTo>
                    <a:pt x="1707" y="613"/>
                  </a:lnTo>
                  <a:cubicBezTo>
                    <a:pt x="1707" y="581"/>
                    <a:pt x="1734" y="561"/>
                    <a:pt x="1763" y="561"/>
                  </a:cubicBezTo>
                  <a:cubicBezTo>
                    <a:pt x="1776" y="561"/>
                    <a:pt x="1790" y="566"/>
                    <a:pt x="1803" y="575"/>
                  </a:cubicBezTo>
                  <a:cubicBezTo>
                    <a:pt x="1855" y="636"/>
                    <a:pt x="1940" y="681"/>
                    <a:pt x="2027" y="681"/>
                  </a:cubicBezTo>
                  <a:cubicBezTo>
                    <a:pt x="2035" y="681"/>
                    <a:pt x="2043" y="681"/>
                    <a:pt x="2052" y="680"/>
                  </a:cubicBezTo>
                  <a:cubicBezTo>
                    <a:pt x="2511" y="680"/>
                    <a:pt x="2511" y="1"/>
                    <a:pt x="2052" y="1"/>
                  </a:cubicBezTo>
                  <a:close/>
                </a:path>
              </a:pathLst>
            </a:custGeom>
            <a:solidFill>
              <a:srgbClr val="D8E1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988" name="Google Shape;12988;p43"/>
            <p:cNvSpPr/>
            <p:nvPr/>
          </p:nvSpPr>
          <p:spPr>
            <a:xfrm>
              <a:off x="1480477" y="4550898"/>
              <a:ext cx="34716" cy="17883"/>
            </a:xfrm>
            <a:custGeom>
              <a:rect b="b" l="l" r="r" t="t"/>
              <a:pathLst>
                <a:path extrusionOk="0" h="681" w="1322">
                  <a:moveTo>
                    <a:pt x="125" y="1"/>
                  </a:moveTo>
                  <a:cubicBezTo>
                    <a:pt x="58" y="1"/>
                    <a:pt x="0" y="58"/>
                    <a:pt x="0" y="135"/>
                  </a:cubicBezTo>
                  <a:lnTo>
                    <a:pt x="0" y="680"/>
                  </a:lnTo>
                  <a:lnTo>
                    <a:pt x="1321" y="680"/>
                  </a:lnTo>
                  <a:lnTo>
                    <a:pt x="1321" y="135"/>
                  </a:lnTo>
                  <a:cubicBezTo>
                    <a:pt x="1321" y="58"/>
                    <a:pt x="1264" y="1"/>
                    <a:pt x="1197" y="1"/>
                  </a:cubicBezTo>
                  <a:close/>
                </a:path>
              </a:pathLst>
            </a:custGeom>
            <a:solidFill>
              <a:srgbClr val="CED6D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989" name="Google Shape;12989;p43"/>
            <p:cNvSpPr/>
            <p:nvPr/>
          </p:nvSpPr>
          <p:spPr>
            <a:xfrm>
              <a:off x="1559047" y="4404893"/>
              <a:ext cx="65703" cy="146032"/>
            </a:xfrm>
            <a:custGeom>
              <a:rect b="b" l="l" r="r" t="t"/>
              <a:pathLst>
                <a:path extrusionOk="0" h="5561" w="2502">
                  <a:moveTo>
                    <a:pt x="358" y="1"/>
                  </a:moveTo>
                  <a:cubicBezTo>
                    <a:pt x="176" y="1"/>
                    <a:pt x="23" y="144"/>
                    <a:pt x="14" y="326"/>
                  </a:cubicBezTo>
                  <a:cubicBezTo>
                    <a:pt x="1" y="539"/>
                    <a:pt x="175" y="683"/>
                    <a:pt x="355" y="683"/>
                  </a:cubicBezTo>
                  <a:cubicBezTo>
                    <a:pt x="441" y="683"/>
                    <a:pt x="529" y="649"/>
                    <a:pt x="597" y="575"/>
                  </a:cubicBezTo>
                  <a:cubicBezTo>
                    <a:pt x="607" y="566"/>
                    <a:pt x="619" y="561"/>
                    <a:pt x="631" y="561"/>
                  </a:cubicBezTo>
                  <a:cubicBezTo>
                    <a:pt x="657" y="561"/>
                    <a:pt x="683" y="581"/>
                    <a:pt x="683" y="613"/>
                  </a:cubicBezTo>
                  <a:lnTo>
                    <a:pt x="683" y="5561"/>
                  </a:lnTo>
                  <a:lnTo>
                    <a:pt x="1707" y="5561"/>
                  </a:lnTo>
                  <a:lnTo>
                    <a:pt x="1707" y="613"/>
                  </a:lnTo>
                  <a:cubicBezTo>
                    <a:pt x="1707" y="581"/>
                    <a:pt x="1734" y="561"/>
                    <a:pt x="1760" y="561"/>
                  </a:cubicBezTo>
                  <a:cubicBezTo>
                    <a:pt x="1772" y="561"/>
                    <a:pt x="1784" y="566"/>
                    <a:pt x="1794" y="575"/>
                  </a:cubicBezTo>
                  <a:cubicBezTo>
                    <a:pt x="1855" y="636"/>
                    <a:pt x="1940" y="681"/>
                    <a:pt x="2027" y="681"/>
                  </a:cubicBezTo>
                  <a:cubicBezTo>
                    <a:pt x="2036" y="681"/>
                    <a:pt x="2044" y="681"/>
                    <a:pt x="2052" y="680"/>
                  </a:cubicBezTo>
                  <a:cubicBezTo>
                    <a:pt x="2502" y="680"/>
                    <a:pt x="2502" y="1"/>
                    <a:pt x="2052" y="1"/>
                  </a:cubicBezTo>
                  <a:close/>
                </a:path>
              </a:pathLst>
            </a:custGeom>
            <a:solidFill>
              <a:srgbClr val="D8E1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990" name="Google Shape;12990;p43"/>
            <p:cNvSpPr/>
            <p:nvPr/>
          </p:nvSpPr>
          <p:spPr>
            <a:xfrm>
              <a:off x="1572965" y="4550898"/>
              <a:ext cx="34952" cy="17883"/>
            </a:xfrm>
            <a:custGeom>
              <a:rect b="b" l="l" r="r" t="t"/>
              <a:pathLst>
                <a:path extrusionOk="0" h="681" w="1331">
                  <a:moveTo>
                    <a:pt x="134" y="1"/>
                  </a:moveTo>
                  <a:cubicBezTo>
                    <a:pt x="67" y="1"/>
                    <a:pt x="0" y="58"/>
                    <a:pt x="10" y="135"/>
                  </a:cubicBezTo>
                  <a:lnTo>
                    <a:pt x="10" y="680"/>
                  </a:lnTo>
                  <a:lnTo>
                    <a:pt x="1331" y="680"/>
                  </a:lnTo>
                  <a:lnTo>
                    <a:pt x="1331" y="135"/>
                  </a:lnTo>
                  <a:cubicBezTo>
                    <a:pt x="1331" y="58"/>
                    <a:pt x="1273" y="1"/>
                    <a:pt x="1197" y="1"/>
                  </a:cubicBezTo>
                  <a:close/>
                </a:path>
              </a:pathLst>
            </a:custGeom>
            <a:solidFill>
              <a:srgbClr val="CED6D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991" name="Google Shape;12991;p43"/>
            <p:cNvSpPr/>
            <p:nvPr/>
          </p:nvSpPr>
          <p:spPr>
            <a:xfrm>
              <a:off x="1369135" y="4564974"/>
              <a:ext cx="254118" cy="21638"/>
            </a:xfrm>
            <a:custGeom>
              <a:rect b="b" l="l" r="r" t="t"/>
              <a:pathLst>
                <a:path extrusionOk="0" h="824" w="9677">
                  <a:moveTo>
                    <a:pt x="326" y="1"/>
                  </a:moveTo>
                  <a:cubicBezTo>
                    <a:pt x="144" y="1"/>
                    <a:pt x="1" y="154"/>
                    <a:pt x="1" y="336"/>
                  </a:cubicBezTo>
                  <a:lnTo>
                    <a:pt x="1" y="824"/>
                  </a:lnTo>
                  <a:lnTo>
                    <a:pt x="9667" y="824"/>
                  </a:lnTo>
                  <a:lnTo>
                    <a:pt x="9667" y="336"/>
                  </a:lnTo>
                  <a:cubicBezTo>
                    <a:pt x="9676" y="154"/>
                    <a:pt x="9523" y="1"/>
                    <a:pt x="9341" y="1"/>
                  </a:cubicBezTo>
                  <a:close/>
                </a:path>
              </a:pathLst>
            </a:custGeom>
            <a:solidFill>
              <a:srgbClr val="E8EDF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992" name="Google Shape;12992;p43"/>
            <p:cNvSpPr/>
            <p:nvPr/>
          </p:nvSpPr>
          <p:spPr>
            <a:xfrm>
              <a:off x="1359603" y="4583330"/>
              <a:ext cx="272946" cy="18382"/>
            </a:xfrm>
            <a:custGeom>
              <a:rect b="b" l="l" r="r" t="t"/>
              <a:pathLst>
                <a:path extrusionOk="0" h="700" w="10394">
                  <a:moveTo>
                    <a:pt x="345" y="0"/>
                  </a:moveTo>
                  <a:cubicBezTo>
                    <a:pt x="153" y="0"/>
                    <a:pt x="0" y="154"/>
                    <a:pt x="0" y="345"/>
                  </a:cubicBezTo>
                  <a:lnTo>
                    <a:pt x="0" y="699"/>
                  </a:lnTo>
                  <a:lnTo>
                    <a:pt x="10393" y="699"/>
                  </a:lnTo>
                  <a:lnTo>
                    <a:pt x="10393" y="345"/>
                  </a:lnTo>
                  <a:cubicBezTo>
                    <a:pt x="10393" y="154"/>
                    <a:pt x="10240" y="0"/>
                    <a:pt x="10059" y="0"/>
                  </a:cubicBezTo>
                  <a:close/>
                </a:path>
              </a:pathLst>
            </a:custGeom>
            <a:solidFill>
              <a:srgbClr val="CED6D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993" name="Google Shape;12993;p43"/>
            <p:cNvSpPr/>
            <p:nvPr/>
          </p:nvSpPr>
          <p:spPr>
            <a:xfrm>
              <a:off x="1340249" y="4597142"/>
              <a:ext cx="311890" cy="9086"/>
            </a:xfrm>
            <a:custGeom>
              <a:rect b="b" l="l" r="r" t="t"/>
              <a:pathLst>
                <a:path extrusionOk="0" h="346" w="11877">
                  <a:moveTo>
                    <a:pt x="230" y="1"/>
                  </a:moveTo>
                  <a:cubicBezTo>
                    <a:pt x="0" y="1"/>
                    <a:pt x="0" y="345"/>
                    <a:pt x="230" y="345"/>
                  </a:cubicBezTo>
                  <a:lnTo>
                    <a:pt x="11647" y="345"/>
                  </a:lnTo>
                  <a:cubicBezTo>
                    <a:pt x="11877" y="345"/>
                    <a:pt x="11877" y="1"/>
                    <a:pt x="11647" y="1"/>
                  </a:cubicBezTo>
                  <a:close/>
                </a:path>
              </a:pathLst>
            </a:custGeom>
            <a:solidFill>
              <a:srgbClr val="5F758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2994" name="Google Shape;12994;p43"/>
          <p:cNvGrpSpPr/>
          <p:nvPr/>
        </p:nvGrpSpPr>
        <p:grpSpPr>
          <a:xfrm>
            <a:off x="1330690" y="3224624"/>
            <a:ext cx="306874" cy="332268"/>
            <a:chOff x="1330690" y="3377024"/>
            <a:chExt cx="306874" cy="332268"/>
          </a:xfrm>
        </p:grpSpPr>
        <p:sp>
          <p:nvSpPr>
            <p:cNvPr id="12995" name="Google Shape;12995;p43"/>
            <p:cNvSpPr/>
            <p:nvPr/>
          </p:nvSpPr>
          <p:spPr>
            <a:xfrm>
              <a:off x="1403325" y="3377024"/>
              <a:ext cx="234239" cy="332268"/>
            </a:xfrm>
            <a:custGeom>
              <a:rect b="b" l="l" r="r" t="t"/>
              <a:pathLst>
                <a:path extrusionOk="0" h="12653" w="8920">
                  <a:moveTo>
                    <a:pt x="259" y="0"/>
                  </a:moveTo>
                  <a:cubicBezTo>
                    <a:pt x="115" y="0"/>
                    <a:pt x="0" y="105"/>
                    <a:pt x="0" y="249"/>
                  </a:cubicBezTo>
                  <a:lnTo>
                    <a:pt x="0" y="12394"/>
                  </a:lnTo>
                  <a:cubicBezTo>
                    <a:pt x="0" y="12537"/>
                    <a:pt x="115" y="12652"/>
                    <a:pt x="259" y="12652"/>
                  </a:cubicBezTo>
                  <a:lnTo>
                    <a:pt x="8307" y="12652"/>
                  </a:lnTo>
                  <a:cubicBezTo>
                    <a:pt x="8642" y="12652"/>
                    <a:pt x="8920" y="12375"/>
                    <a:pt x="8920" y="12040"/>
                  </a:cubicBezTo>
                  <a:lnTo>
                    <a:pt x="8920" y="603"/>
                  </a:lnTo>
                  <a:cubicBezTo>
                    <a:pt x="8920" y="268"/>
                    <a:pt x="8642" y="0"/>
                    <a:pt x="8307" y="0"/>
                  </a:cubicBezTo>
                  <a:close/>
                </a:path>
              </a:pathLst>
            </a:custGeom>
            <a:solidFill>
              <a:srgbClr val="A5B7C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996" name="Google Shape;12996;p43"/>
            <p:cNvSpPr/>
            <p:nvPr/>
          </p:nvSpPr>
          <p:spPr>
            <a:xfrm>
              <a:off x="1381713" y="3397375"/>
              <a:ext cx="234003" cy="291539"/>
            </a:xfrm>
            <a:custGeom>
              <a:rect b="b" l="l" r="r" t="t"/>
              <a:pathLst>
                <a:path extrusionOk="0" h="11102" w="8911">
                  <a:moveTo>
                    <a:pt x="0" y="0"/>
                  </a:moveTo>
                  <a:lnTo>
                    <a:pt x="0" y="11102"/>
                  </a:lnTo>
                  <a:lnTo>
                    <a:pt x="8910" y="11102"/>
                  </a:lnTo>
                  <a:lnTo>
                    <a:pt x="8910" y="0"/>
                  </a:lnTo>
                  <a:close/>
                </a:path>
              </a:pathLst>
            </a:custGeom>
            <a:solidFill>
              <a:srgbClr val="F4F7F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997" name="Google Shape;12997;p43"/>
            <p:cNvSpPr/>
            <p:nvPr/>
          </p:nvSpPr>
          <p:spPr>
            <a:xfrm>
              <a:off x="1361861" y="3377024"/>
              <a:ext cx="234239" cy="332268"/>
            </a:xfrm>
            <a:custGeom>
              <a:rect b="b" l="l" r="r" t="t"/>
              <a:pathLst>
                <a:path extrusionOk="0" h="12653" w="8920">
                  <a:moveTo>
                    <a:pt x="613" y="0"/>
                  </a:moveTo>
                  <a:cubicBezTo>
                    <a:pt x="268" y="0"/>
                    <a:pt x="0" y="268"/>
                    <a:pt x="0" y="603"/>
                  </a:cubicBezTo>
                  <a:lnTo>
                    <a:pt x="0" y="12040"/>
                  </a:lnTo>
                  <a:cubicBezTo>
                    <a:pt x="0" y="12375"/>
                    <a:pt x="268" y="12652"/>
                    <a:pt x="613" y="12652"/>
                  </a:cubicBezTo>
                  <a:lnTo>
                    <a:pt x="8307" y="12652"/>
                  </a:lnTo>
                  <a:cubicBezTo>
                    <a:pt x="8642" y="12652"/>
                    <a:pt x="8920" y="12375"/>
                    <a:pt x="8920" y="12040"/>
                  </a:cubicBezTo>
                  <a:lnTo>
                    <a:pt x="8920" y="603"/>
                  </a:lnTo>
                  <a:cubicBezTo>
                    <a:pt x="8920" y="268"/>
                    <a:pt x="8642" y="0"/>
                    <a:pt x="8307" y="0"/>
                  </a:cubicBezTo>
                  <a:close/>
                </a:path>
              </a:pathLst>
            </a:custGeom>
            <a:solidFill>
              <a:srgbClr val="CBD5D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998" name="Google Shape;12998;p43"/>
            <p:cNvSpPr/>
            <p:nvPr/>
          </p:nvSpPr>
          <p:spPr>
            <a:xfrm>
              <a:off x="1559888" y="3377024"/>
              <a:ext cx="36213" cy="332268"/>
            </a:xfrm>
            <a:custGeom>
              <a:rect b="b" l="l" r="r" t="t"/>
              <a:pathLst>
                <a:path extrusionOk="0" h="12653" w="1379">
                  <a:moveTo>
                    <a:pt x="1" y="0"/>
                  </a:moveTo>
                  <a:cubicBezTo>
                    <a:pt x="336" y="0"/>
                    <a:pt x="613" y="268"/>
                    <a:pt x="613" y="603"/>
                  </a:cubicBezTo>
                  <a:lnTo>
                    <a:pt x="613" y="12040"/>
                  </a:lnTo>
                  <a:cubicBezTo>
                    <a:pt x="613" y="12375"/>
                    <a:pt x="336" y="12652"/>
                    <a:pt x="1" y="12652"/>
                  </a:cubicBezTo>
                  <a:lnTo>
                    <a:pt x="766" y="12652"/>
                  </a:lnTo>
                  <a:cubicBezTo>
                    <a:pt x="1101" y="12652"/>
                    <a:pt x="1379" y="12375"/>
                    <a:pt x="1379" y="12040"/>
                  </a:cubicBezTo>
                  <a:lnTo>
                    <a:pt x="1379" y="603"/>
                  </a:lnTo>
                  <a:cubicBezTo>
                    <a:pt x="1379" y="268"/>
                    <a:pt x="1101" y="0"/>
                    <a:pt x="766" y="0"/>
                  </a:cubicBezTo>
                  <a:close/>
                </a:path>
              </a:pathLst>
            </a:custGeom>
            <a:solidFill>
              <a:srgbClr val="B5C4D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999" name="Google Shape;12999;p43"/>
            <p:cNvSpPr/>
            <p:nvPr/>
          </p:nvSpPr>
          <p:spPr>
            <a:xfrm>
              <a:off x="1330690" y="3413972"/>
              <a:ext cx="61606" cy="26654"/>
            </a:xfrm>
            <a:custGeom>
              <a:rect b="b" l="l" r="r" t="t"/>
              <a:pathLst>
                <a:path extrusionOk="0" h="1015" w="2346">
                  <a:moveTo>
                    <a:pt x="651" y="0"/>
                  </a:moveTo>
                  <a:cubicBezTo>
                    <a:pt x="1" y="29"/>
                    <a:pt x="1" y="986"/>
                    <a:pt x="651" y="1014"/>
                  </a:cubicBezTo>
                  <a:lnTo>
                    <a:pt x="1694" y="1014"/>
                  </a:lnTo>
                  <a:cubicBezTo>
                    <a:pt x="2345" y="986"/>
                    <a:pt x="2345" y="29"/>
                    <a:pt x="1694" y="0"/>
                  </a:cubicBezTo>
                  <a:close/>
                </a:path>
              </a:pathLst>
            </a:custGeom>
            <a:solidFill>
              <a:srgbClr val="F4F7F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000" name="Google Shape;13000;p43"/>
            <p:cNvSpPr/>
            <p:nvPr/>
          </p:nvSpPr>
          <p:spPr>
            <a:xfrm>
              <a:off x="1331189" y="3490861"/>
              <a:ext cx="61343" cy="26917"/>
            </a:xfrm>
            <a:custGeom>
              <a:rect b="b" l="l" r="r" t="t"/>
              <a:pathLst>
                <a:path extrusionOk="0" h="1025" w="2336">
                  <a:moveTo>
                    <a:pt x="642" y="1"/>
                  </a:moveTo>
                  <a:cubicBezTo>
                    <a:pt x="1" y="29"/>
                    <a:pt x="1" y="986"/>
                    <a:pt x="642" y="1025"/>
                  </a:cubicBezTo>
                  <a:lnTo>
                    <a:pt x="1695" y="1025"/>
                  </a:lnTo>
                  <a:cubicBezTo>
                    <a:pt x="2336" y="986"/>
                    <a:pt x="2336" y="29"/>
                    <a:pt x="1695" y="1"/>
                  </a:cubicBezTo>
                  <a:close/>
                </a:path>
              </a:pathLst>
            </a:custGeom>
            <a:solidFill>
              <a:srgbClr val="F4F7F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001" name="Google Shape;13001;p43"/>
            <p:cNvSpPr/>
            <p:nvPr/>
          </p:nvSpPr>
          <p:spPr>
            <a:xfrm>
              <a:off x="1331452" y="3567777"/>
              <a:ext cx="61343" cy="26654"/>
            </a:xfrm>
            <a:custGeom>
              <a:rect b="b" l="l" r="r" t="t"/>
              <a:pathLst>
                <a:path extrusionOk="0" h="1015" w="2336">
                  <a:moveTo>
                    <a:pt x="651" y="0"/>
                  </a:moveTo>
                  <a:cubicBezTo>
                    <a:pt x="0" y="29"/>
                    <a:pt x="0" y="986"/>
                    <a:pt x="651" y="1014"/>
                  </a:cubicBezTo>
                  <a:lnTo>
                    <a:pt x="1694" y="1014"/>
                  </a:lnTo>
                  <a:cubicBezTo>
                    <a:pt x="2335" y="986"/>
                    <a:pt x="2335" y="29"/>
                    <a:pt x="1694" y="0"/>
                  </a:cubicBezTo>
                  <a:close/>
                </a:path>
              </a:pathLst>
            </a:custGeom>
            <a:solidFill>
              <a:srgbClr val="F4F7F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002" name="Google Shape;13002;p43"/>
            <p:cNvSpPr/>
            <p:nvPr/>
          </p:nvSpPr>
          <p:spPr>
            <a:xfrm>
              <a:off x="1331688" y="3644640"/>
              <a:ext cx="58586" cy="26733"/>
            </a:xfrm>
            <a:custGeom>
              <a:rect b="b" l="l" r="r" t="t"/>
              <a:pathLst>
                <a:path extrusionOk="0" h="1018" w="2231">
                  <a:moveTo>
                    <a:pt x="1728" y="0"/>
                  </a:moveTo>
                  <a:cubicBezTo>
                    <a:pt x="1717" y="0"/>
                    <a:pt x="1706" y="1"/>
                    <a:pt x="1695" y="2"/>
                  </a:cubicBezTo>
                  <a:lnTo>
                    <a:pt x="652" y="2"/>
                  </a:lnTo>
                  <a:cubicBezTo>
                    <a:pt x="1" y="30"/>
                    <a:pt x="1" y="987"/>
                    <a:pt x="652" y="1016"/>
                  </a:cubicBezTo>
                  <a:lnTo>
                    <a:pt x="1695" y="1016"/>
                  </a:lnTo>
                  <a:cubicBezTo>
                    <a:pt x="1706" y="1017"/>
                    <a:pt x="1717" y="1017"/>
                    <a:pt x="1728" y="1017"/>
                  </a:cubicBezTo>
                  <a:cubicBezTo>
                    <a:pt x="2009" y="1017"/>
                    <a:pt x="2231" y="785"/>
                    <a:pt x="2231" y="509"/>
                  </a:cubicBezTo>
                  <a:cubicBezTo>
                    <a:pt x="2231" y="232"/>
                    <a:pt x="2009" y="0"/>
                    <a:pt x="1728" y="0"/>
                  </a:cubicBezTo>
                  <a:close/>
                </a:path>
              </a:pathLst>
            </a:custGeom>
            <a:solidFill>
              <a:srgbClr val="F4F7F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003" name="Google Shape;13003;p43"/>
            <p:cNvSpPr/>
            <p:nvPr/>
          </p:nvSpPr>
          <p:spPr>
            <a:xfrm>
              <a:off x="1330690" y="3413972"/>
              <a:ext cx="61606" cy="26654"/>
            </a:xfrm>
            <a:custGeom>
              <a:rect b="b" l="l" r="r" t="t"/>
              <a:pathLst>
                <a:path extrusionOk="0" h="1015" w="2346">
                  <a:moveTo>
                    <a:pt x="651" y="0"/>
                  </a:moveTo>
                  <a:cubicBezTo>
                    <a:pt x="1" y="29"/>
                    <a:pt x="1" y="986"/>
                    <a:pt x="651" y="1014"/>
                  </a:cubicBezTo>
                  <a:lnTo>
                    <a:pt x="1694" y="1014"/>
                  </a:lnTo>
                  <a:cubicBezTo>
                    <a:pt x="2345" y="986"/>
                    <a:pt x="2345" y="29"/>
                    <a:pt x="1694" y="0"/>
                  </a:cubicBezTo>
                  <a:close/>
                </a:path>
              </a:pathLst>
            </a:custGeom>
            <a:solidFill>
              <a:srgbClr val="92A1A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004" name="Google Shape;13004;p43"/>
            <p:cNvSpPr/>
            <p:nvPr/>
          </p:nvSpPr>
          <p:spPr>
            <a:xfrm>
              <a:off x="1355060" y="3413945"/>
              <a:ext cx="34217" cy="26706"/>
            </a:xfrm>
            <a:custGeom>
              <a:rect b="b" l="l" r="r" t="t"/>
              <a:pathLst>
                <a:path extrusionOk="0" h="1017" w="1303">
                  <a:moveTo>
                    <a:pt x="19" y="1"/>
                  </a:moveTo>
                  <a:cubicBezTo>
                    <a:pt x="13" y="1"/>
                    <a:pt x="7" y="1"/>
                    <a:pt x="1" y="1"/>
                  </a:cubicBezTo>
                  <a:lnTo>
                    <a:pt x="37" y="1"/>
                  </a:lnTo>
                  <a:cubicBezTo>
                    <a:pt x="31" y="1"/>
                    <a:pt x="25" y="1"/>
                    <a:pt x="19" y="1"/>
                  </a:cubicBezTo>
                  <a:close/>
                  <a:moveTo>
                    <a:pt x="1" y="1015"/>
                  </a:moveTo>
                  <a:cubicBezTo>
                    <a:pt x="12" y="1016"/>
                    <a:pt x="24" y="1017"/>
                    <a:pt x="35" y="1017"/>
                  </a:cubicBezTo>
                  <a:cubicBezTo>
                    <a:pt x="47" y="1017"/>
                    <a:pt x="58" y="1016"/>
                    <a:pt x="70" y="1015"/>
                  </a:cubicBezTo>
                  <a:close/>
                  <a:moveTo>
                    <a:pt x="784" y="1"/>
                  </a:moveTo>
                  <a:cubicBezTo>
                    <a:pt x="778" y="1"/>
                    <a:pt x="772" y="1"/>
                    <a:pt x="766" y="1"/>
                  </a:cubicBezTo>
                  <a:lnTo>
                    <a:pt x="37" y="1"/>
                  </a:lnTo>
                  <a:cubicBezTo>
                    <a:pt x="317" y="10"/>
                    <a:pt x="537" y="233"/>
                    <a:pt x="537" y="508"/>
                  </a:cubicBezTo>
                  <a:cubicBezTo>
                    <a:pt x="537" y="782"/>
                    <a:pt x="334" y="998"/>
                    <a:pt x="70" y="1015"/>
                  </a:cubicBezTo>
                  <a:lnTo>
                    <a:pt x="766" y="1015"/>
                  </a:lnTo>
                  <a:cubicBezTo>
                    <a:pt x="778" y="1016"/>
                    <a:pt x="790" y="1017"/>
                    <a:pt x="801" y="1017"/>
                  </a:cubicBezTo>
                  <a:cubicBezTo>
                    <a:pt x="1081" y="1017"/>
                    <a:pt x="1302" y="793"/>
                    <a:pt x="1302" y="508"/>
                  </a:cubicBezTo>
                  <a:cubicBezTo>
                    <a:pt x="1302" y="227"/>
                    <a:pt x="1073" y="1"/>
                    <a:pt x="784" y="1"/>
                  </a:cubicBezTo>
                  <a:close/>
                </a:path>
              </a:pathLst>
            </a:custGeom>
            <a:solidFill>
              <a:srgbClr val="7A8C9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005" name="Google Shape;13005;p43"/>
            <p:cNvSpPr/>
            <p:nvPr/>
          </p:nvSpPr>
          <p:spPr>
            <a:xfrm>
              <a:off x="1331189" y="3490861"/>
              <a:ext cx="61343" cy="26917"/>
            </a:xfrm>
            <a:custGeom>
              <a:rect b="b" l="l" r="r" t="t"/>
              <a:pathLst>
                <a:path extrusionOk="0" h="1025" w="2336">
                  <a:moveTo>
                    <a:pt x="642" y="1"/>
                  </a:moveTo>
                  <a:cubicBezTo>
                    <a:pt x="1" y="29"/>
                    <a:pt x="1" y="986"/>
                    <a:pt x="642" y="1025"/>
                  </a:cubicBezTo>
                  <a:lnTo>
                    <a:pt x="1695" y="1025"/>
                  </a:lnTo>
                  <a:cubicBezTo>
                    <a:pt x="2336" y="986"/>
                    <a:pt x="2336" y="29"/>
                    <a:pt x="1695" y="1"/>
                  </a:cubicBezTo>
                  <a:close/>
                </a:path>
              </a:pathLst>
            </a:custGeom>
            <a:solidFill>
              <a:srgbClr val="92A1A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006" name="Google Shape;13006;p43"/>
            <p:cNvSpPr/>
            <p:nvPr/>
          </p:nvSpPr>
          <p:spPr>
            <a:xfrm>
              <a:off x="1355585" y="3490861"/>
              <a:ext cx="33954" cy="26706"/>
            </a:xfrm>
            <a:custGeom>
              <a:rect b="b" l="l" r="r" t="t"/>
              <a:pathLst>
                <a:path extrusionOk="0" h="1017" w="1293">
                  <a:moveTo>
                    <a:pt x="17" y="0"/>
                  </a:moveTo>
                  <a:cubicBezTo>
                    <a:pt x="12" y="0"/>
                    <a:pt x="6" y="0"/>
                    <a:pt x="0" y="1"/>
                  </a:cubicBezTo>
                  <a:lnTo>
                    <a:pt x="35" y="1"/>
                  </a:lnTo>
                  <a:cubicBezTo>
                    <a:pt x="29" y="0"/>
                    <a:pt x="23" y="0"/>
                    <a:pt x="17" y="0"/>
                  </a:cubicBezTo>
                  <a:close/>
                  <a:moveTo>
                    <a:pt x="0" y="1015"/>
                  </a:moveTo>
                  <a:cubicBezTo>
                    <a:pt x="11" y="1016"/>
                    <a:pt x="22" y="1016"/>
                    <a:pt x="33" y="1016"/>
                  </a:cubicBezTo>
                  <a:cubicBezTo>
                    <a:pt x="45" y="1016"/>
                    <a:pt x="56" y="1016"/>
                    <a:pt x="67" y="1015"/>
                  </a:cubicBezTo>
                  <a:close/>
                  <a:moveTo>
                    <a:pt x="774" y="0"/>
                  </a:moveTo>
                  <a:cubicBezTo>
                    <a:pt x="768" y="0"/>
                    <a:pt x="762" y="0"/>
                    <a:pt x="756" y="1"/>
                  </a:cubicBezTo>
                  <a:lnTo>
                    <a:pt x="35" y="1"/>
                  </a:lnTo>
                  <a:cubicBezTo>
                    <a:pt x="306" y="10"/>
                    <a:pt x="526" y="232"/>
                    <a:pt x="526" y="508"/>
                  </a:cubicBezTo>
                  <a:cubicBezTo>
                    <a:pt x="526" y="781"/>
                    <a:pt x="323" y="998"/>
                    <a:pt x="67" y="1015"/>
                  </a:cubicBezTo>
                  <a:lnTo>
                    <a:pt x="756" y="1015"/>
                  </a:lnTo>
                  <a:cubicBezTo>
                    <a:pt x="768" y="1016"/>
                    <a:pt x="779" y="1016"/>
                    <a:pt x="791" y="1016"/>
                  </a:cubicBezTo>
                  <a:cubicBezTo>
                    <a:pt x="1071" y="1016"/>
                    <a:pt x="1292" y="793"/>
                    <a:pt x="1292" y="508"/>
                  </a:cubicBezTo>
                  <a:cubicBezTo>
                    <a:pt x="1292" y="226"/>
                    <a:pt x="1062" y="0"/>
                    <a:pt x="774" y="0"/>
                  </a:cubicBezTo>
                  <a:close/>
                </a:path>
              </a:pathLst>
            </a:custGeom>
            <a:solidFill>
              <a:srgbClr val="7A8C9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007" name="Google Shape;13007;p43"/>
            <p:cNvSpPr/>
            <p:nvPr/>
          </p:nvSpPr>
          <p:spPr>
            <a:xfrm>
              <a:off x="1331452" y="3567777"/>
              <a:ext cx="61343" cy="26654"/>
            </a:xfrm>
            <a:custGeom>
              <a:rect b="b" l="l" r="r" t="t"/>
              <a:pathLst>
                <a:path extrusionOk="0" h="1015" w="2336">
                  <a:moveTo>
                    <a:pt x="651" y="0"/>
                  </a:moveTo>
                  <a:cubicBezTo>
                    <a:pt x="0" y="29"/>
                    <a:pt x="0" y="986"/>
                    <a:pt x="651" y="1014"/>
                  </a:cubicBezTo>
                  <a:lnTo>
                    <a:pt x="1694" y="1014"/>
                  </a:lnTo>
                  <a:cubicBezTo>
                    <a:pt x="2335" y="986"/>
                    <a:pt x="2335" y="29"/>
                    <a:pt x="1694" y="0"/>
                  </a:cubicBezTo>
                  <a:close/>
                </a:path>
              </a:pathLst>
            </a:custGeom>
            <a:solidFill>
              <a:srgbClr val="92A1A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008" name="Google Shape;13008;p43"/>
            <p:cNvSpPr/>
            <p:nvPr/>
          </p:nvSpPr>
          <p:spPr>
            <a:xfrm>
              <a:off x="1355821" y="3567750"/>
              <a:ext cx="34217" cy="26706"/>
            </a:xfrm>
            <a:custGeom>
              <a:rect b="b" l="l" r="r" t="t"/>
              <a:pathLst>
                <a:path extrusionOk="0" h="1017" w="1303">
                  <a:moveTo>
                    <a:pt x="18" y="1"/>
                  </a:moveTo>
                  <a:cubicBezTo>
                    <a:pt x="12" y="1"/>
                    <a:pt x="6" y="1"/>
                    <a:pt x="1" y="1"/>
                  </a:cubicBezTo>
                  <a:lnTo>
                    <a:pt x="35" y="1"/>
                  </a:lnTo>
                  <a:cubicBezTo>
                    <a:pt x="29" y="1"/>
                    <a:pt x="24" y="1"/>
                    <a:pt x="18" y="1"/>
                  </a:cubicBezTo>
                  <a:close/>
                  <a:moveTo>
                    <a:pt x="1" y="1015"/>
                  </a:moveTo>
                  <a:cubicBezTo>
                    <a:pt x="12" y="1016"/>
                    <a:pt x="23" y="1017"/>
                    <a:pt x="34" y="1017"/>
                  </a:cubicBezTo>
                  <a:cubicBezTo>
                    <a:pt x="45" y="1017"/>
                    <a:pt x="56" y="1016"/>
                    <a:pt x="67" y="1015"/>
                  </a:cubicBezTo>
                  <a:close/>
                  <a:moveTo>
                    <a:pt x="784" y="1"/>
                  </a:moveTo>
                  <a:cubicBezTo>
                    <a:pt x="778" y="1"/>
                    <a:pt x="772" y="1"/>
                    <a:pt x="766" y="1"/>
                  </a:cubicBezTo>
                  <a:lnTo>
                    <a:pt x="35" y="1"/>
                  </a:lnTo>
                  <a:cubicBezTo>
                    <a:pt x="307" y="10"/>
                    <a:pt x="537" y="233"/>
                    <a:pt x="537" y="508"/>
                  </a:cubicBezTo>
                  <a:cubicBezTo>
                    <a:pt x="537" y="782"/>
                    <a:pt x="325" y="998"/>
                    <a:pt x="67" y="1015"/>
                  </a:cubicBezTo>
                  <a:lnTo>
                    <a:pt x="766" y="1015"/>
                  </a:lnTo>
                  <a:cubicBezTo>
                    <a:pt x="777" y="1016"/>
                    <a:pt x="789" y="1017"/>
                    <a:pt x="800" y="1017"/>
                  </a:cubicBezTo>
                  <a:cubicBezTo>
                    <a:pt x="1072" y="1017"/>
                    <a:pt x="1302" y="793"/>
                    <a:pt x="1302" y="508"/>
                  </a:cubicBezTo>
                  <a:cubicBezTo>
                    <a:pt x="1302" y="227"/>
                    <a:pt x="1063" y="1"/>
                    <a:pt x="784" y="1"/>
                  </a:cubicBezTo>
                  <a:close/>
                </a:path>
              </a:pathLst>
            </a:custGeom>
            <a:solidFill>
              <a:srgbClr val="7A8C9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009" name="Google Shape;13009;p43"/>
            <p:cNvSpPr/>
            <p:nvPr/>
          </p:nvSpPr>
          <p:spPr>
            <a:xfrm>
              <a:off x="1331688" y="3644640"/>
              <a:ext cx="58586" cy="26733"/>
            </a:xfrm>
            <a:custGeom>
              <a:rect b="b" l="l" r="r" t="t"/>
              <a:pathLst>
                <a:path extrusionOk="0" h="1018" w="2231">
                  <a:moveTo>
                    <a:pt x="1728" y="0"/>
                  </a:moveTo>
                  <a:cubicBezTo>
                    <a:pt x="1717" y="0"/>
                    <a:pt x="1706" y="1"/>
                    <a:pt x="1695" y="2"/>
                  </a:cubicBezTo>
                  <a:lnTo>
                    <a:pt x="652" y="2"/>
                  </a:lnTo>
                  <a:cubicBezTo>
                    <a:pt x="1" y="30"/>
                    <a:pt x="1" y="987"/>
                    <a:pt x="652" y="1016"/>
                  </a:cubicBezTo>
                  <a:lnTo>
                    <a:pt x="1695" y="1016"/>
                  </a:lnTo>
                  <a:cubicBezTo>
                    <a:pt x="1706" y="1017"/>
                    <a:pt x="1717" y="1017"/>
                    <a:pt x="1728" y="1017"/>
                  </a:cubicBezTo>
                  <a:cubicBezTo>
                    <a:pt x="2009" y="1017"/>
                    <a:pt x="2231" y="785"/>
                    <a:pt x="2231" y="509"/>
                  </a:cubicBezTo>
                  <a:cubicBezTo>
                    <a:pt x="2231" y="232"/>
                    <a:pt x="2009" y="0"/>
                    <a:pt x="1728" y="0"/>
                  </a:cubicBezTo>
                  <a:close/>
                </a:path>
              </a:pathLst>
            </a:custGeom>
            <a:solidFill>
              <a:srgbClr val="92A1A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010" name="Google Shape;13010;p43"/>
            <p:cNvSpPr/>
            <p:nvPr/>
          </p:nvSpPr>
          <p:spPr>
            <a:xfrm>
              <a:off x="1356084" y="3644640"/>
              <a:ext cx="34191" cy="26733"/>
            </a:xfrm>
            <a:custGeom>
              <a:rect b="b" l="l" r="r" t="t"/>
              <a:pathLst>
                <a:path extrusionOk="0" h="1018" w="1302">
                  <a:moveTo>
                    <a:pt x="33" y="0"/>
                  </a:moveTo>
                  <a:cubicBezTo>
                    <a:pt x="22" y="0"/>
                    <a:pt x="11" y="1"/>
                    <a:pt x="0" y="2"/>
                  </a:cubicBezTo>
                  <a:lnTo>
                    <a:pt x="66" y="2"/>
                  </a:lnTo>
                  <a:cubicBezTo>
                    <a:pt x="55" y="1"/>
                    <a:pt x="44" y="0"/>
                    <a:pt x="33" y="0"/>
                  </a:cubicBezTo>
                  <a:close/>
                  <a:moveTo>
                    <a:pt x="0" y="1016"/>
                  </a:moveTo>
                  <a:cubicBezTo>
                    <a:pt x="11" y="1017"/>
                    <a:pt x="22" y="1017"/>
                    <a:pt x="33" y="1017"/>
                  </a:cubicBezTo>
                  <a:cubicBezTo>
                    <a:pt x="44" y="1017"/>
                    <a:pt x="55" y="1017"/>
                    <a:pt x="66" y="1016"/>
                  </a:cubicBezTo>
                  <a:close/>
                  <a:moveTo>
                    <a:pt x="799" y="0"/>
                  </a:moveTo>
                  <a:cubicBezTo>
                    <a:pt x="788" y="0"/>
                    <a:pt x="777" y="1"/>
                    <a:pt x="766" y="2"/>
                  </a:cubicBezTo>
                  <a:lnTo>
                    <a:pt x="66" y="2"/>
                  </a:lnTo>
                  <a:cubicBezTo>
                    <a:pt x="332" y="19"/>
                    <a:pt x="536" y="243"/>
                    <a:pt x="536" y="509"/>
                  </a:cubicBezTo>
                  <a:cubicBezTo>
                    <a:pt x="536" y="774"/>
                    <a:pt x="332" y="999"/>
                    <a:pt x="66" y="1016"/>
                  </a:cubicBezTo>
                  <a:lnTo>
                    <a:pt x="766" y="1016"/>
                  </a:lnTo>
                  <a:cubicBezTo>
                    <a:pt x="777" y="1017"/>
                    <a:pt x="788" y="1017"/>
                    <a:pt x="799" y="1017"/>
                  </a:cubicBezTo>
                  <a:cubicBezTo>
                    <a:pt x="1080" y="1017"/>
                    <a:pt x="1302" y="785"/>
                    <a:pt x="1302" y="509"/>
                  </a:cubicBezTo>
                  <a:cubicBezTo>
                    <a:pt x="1302" y="232"/>
                    <a:pt x="1080" y="0"/>
                    <a:pt x="799" y="0"/>
                  </a:cubicBezTo>
                  <a:close/>
                </a:path>
              </a:pathLst>
            </a:custGeom>
            <a:solidFill>
              <a:srgbClr val="7A8C9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011" name="Google Shape;13011;p43"/>
            <p:cNvSpPr/>
            <p:nvPr/>
          </p:nvSpPr>
          <p:spPr>
            <a:xfrm>
              <a:off x="1419397" y="3626310"/>
              <a:ext cx="133243" cy="9847"/>
            </a:xfrm>
            <a:custGeom>
              <a:rect b="b" l="l" r="r" t="t"/>
              <a:pathLst>
                <a:path extrusionOk="0" h="375" w="5074">
                  <a:moveTo>
                    <a:pt x="240" y="1"/>
                  </a:moveTo>
                  <a:cubicBezTo>
                    <a:pt x="1" y="1"/>
                    <a:pt x="1" y="374"/>
                    <a:pt x="240" y="374"/>
                  </a:cubicBezTo>
                  <a:lnTo>
                    <a:pt x="4824" y="374"/>
                  </a:lnTo>
                  <a:cubicBezTo>
                    <a:pt x="5073" y="374"/>
                    <a:pt x="5073" y="1"/>
                    <a:pt x="4824" y="1"/>
                  </a:cubicBezTo>
                  <a:close/>
                </a:path>
              </a:pathLst>
            </a:custGeom>
            <a:solidFill>
              <a:srgbClr val="A5B7C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012" name="Google Shape;13012;p43"/>
            <p:cNvSpPr/>
            <p:nvPr/>
          </p:nvSpPr>
          <p:spPr>
            <a:xfrm>
              <a:off x="1419397" y="3647686"/>
              <a:ext cx="133243" cy="9821"/>
            </a:xfrm>
            <a:custGeom>
              <a:rect b="b" l="l" r="r" t="t"/>
              <a:pathLst>
                <a:path extrusionOk="0" h="374" w="5074">
                  <a:moveTo>
                    <a:pt x="240" y="0"/>
                  </a:moveTo>
                  <a:cubicBezTo>
                    <a:pt x="1" y="0"/>
                    <a:pt x="1" y="374"/>
                    <a:pt x="240" y="374"/>
                  </a:cubicBezTo>
                  <a:lnTo>
                    <a:pt x="4824" y="374"/>
                  </a:lnTo>
                  <a:cubicBezTo>
                    <a:pt x="5073" y="374"/>
                    <a:pt x="5073" y="0"/>
                    <a:pt x="4824" y="0"/>
                  </a:cubicBezTo>
                  <a:close/>
                </a:path>
              </a:pathLst>
            </a:custGeom>
            <a:solidFill>
              <a:srgbClr val="A5B7C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013" name="Google Shape;13013;p43"/>
            <p:cNvSpPr/>
            <p:nvPr/>
          </p:nvSpPr>
          <p:spPr>
            <a:xfrm>
              <a:off x="1444527" y="3433063"/>
              <a:ext cx="68145" cy="169403"/>
            </a:xfrm>
            <a:custGeom>
              <a:rect b="b" l="l" r="r" t="t"/>
              <a:pathLst>
                <a:path extrusionOk="0" h="6451" w="2595">
                  <a:moveTo>
                    <a:pt x="1819" y="0"/>
                  </a:moveTo>
                  <a:lnTo>
                    <a:pt x="1819" y="10"/>
                  </a:lnTo>
                  <a:cubicBezTo>
                    <a:pt x="1398" y="10"/>
                    <a:pt x="1" y="469"/>
                    <a:pt x="1" y="2824"/>
                  </a:cubicBezTo>
                  <a:lnTo>
                    <a:pt x="1" y="3637"/>
                  </a:lnTo>
                  <a:cubicBezTo>
                    <a:pt x="1" y="5991"/>
                    <a:pt x="1398" y="6451"/>
                    <a:pt x="1819" y="6451"/>
                  </a:cubicBezTo>
                  <a:cubicBezTo>
                    <a:pt x="2039" y="6441"/>
                    <a:pt x="2250" y="6384"/>
                    <a:pt x="2451" y="6298"/>
                  </a:cubicBezTo>
                  <a:cubicBezTo>
                    <a:pt x="2537" y="6259"/>
                    <a:pt x="2594" y="6164"/>
                    <a:pt x="2575" y="6068"/>
                  </a:cubicBezTo>
                  <a:lnTo>
                    <a:pt x="2384" y="4948"/>
                  </a:lnTo>
                  <a:cubicBezTo>
                    <a:pt x="2375" y="4849"/>
                    <a:pt x="2281" y="4775"/>
                    <a:pt x="2174" y="4775"/>
                  </a:cubicBezTo>
                  <a:cubicBezTo>
                    <a:pt x="2167" y="4775"/>
                    <a:pt x="2161" y="4775"/>
                    <a:pt x="2154" y="4776"/>
                  </a:cubicBezTo>
                  <a:lnTo>
                    <a:pt x="1590" y="4853"/>
                  </a:lnTo>
                  <a:cubicBezTo>
                    <a:pt x="996" y="4824"/>
                    <a:pt x="853" y="4068"/>
                    <a:pt x="853" y="3618"/>
                  </a:cubicBezTo>
                  <a:lnTo>
                    <a:pt x="853" y="2843"/>
                  </a:lnTo>
                  <a:cubicBezTo>
                    <a:pt x="853" y="2383"/>
                    <a:pt x="996" y="1637"/>
                    <a:pt x="1590" y="1599"/>
                  </a:cubicBezTo>
                  <a:lnTo>
                    <a:pt x="2154" y="1675"/>
                  </a:lnTo>
                  <a:cubicBezTo>
                    <a:pt x="2166" y="1677"/>
                    <a:pt x="2178" y="1678"/>
                    <a:pt x="2189" y="1678"/>
                  </a:cubicBezTo>
                  <a:cubicBezTo>
                    <a:pt x="2290" y="1678"/>
                    <a:pt x="2375" y="1606"/>
                    <a:pt x="2384" y="1503"/>
                  </a:cubicBezTo>
                  <a:lnTo>
                    <a:pt x="2575" y="393"/>
                  </a:lnTo>
                  <a:cubicBezTo>
                    <a:pt x="2594" y="297"/>
                    <a:pt x="2537" y="201"/>
                    <a:pt x="2451" y="163"/>
                  </a:cubicBezTo>
                  <a:cubicBezTo>
                    <a:pt x="2250" y="77"/>
                    <a:pt x="2039" y="20"/>
                    <a:pt x="1819" y="0"/>
                  </a:cubicBezTo>
                  <a:close/>
                </a:path>
              </a:pathLst>
            </a:custGeom>
            <a:solidFill>
              <a:srgbClr val="DAE1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3014" name="Google Shape;13014;p43"/>
          <p:cNvGrpSpPr/>
          <p:nvPr/>
        </p:nvGrpSpPr>
        <p:grpSpPr>
          <a:xfrm>
            <a:off x="2650597" y="3229377"/>
            <a:ext cx="341511" cy="324994"/>
            <a:chOff x="2650597" y="3381777"/>
            <a:chExt cx="341511" cy="324994"/>
          </a:xfrm>
        </p:grpSpPr>
        <p:sp>
          <p:nvSpPr>
            <p:cNvPr id="13015" name="Google Shape;13015;p43"/>
            <p:cNvSpPr/>
            <p:nvPr/>
          </p:nvSpPr>
          <p:spPr>
            <a:xfrm>
              <a:off x="2672970" y="3644928"/>
              <a:ext cx="51811" cy="56800"/>
            </a:xfrm>
            <a:custGeom>
              <a:rect b="b" l="l" r="r" t="t"/>
              <a:pathLst>
                <a:path extrusionOk="0" h="2163" w="1973">
                  <a:moveTo>
                    <a:pt x="1" y="0"/>
                  </a:moveTo>
                  <a:lnTo>
                    <a:pt x="1" y="2163"/>
                  </a:lnTo>
                  <a:lnTo>
                    <a:pt x="1972" y="2163"/>
                  </a:lnTo>
                  <a:lnTo>
                    <a:pt x="1972" y="0"/>
                  </a:lnTo>
                  <a:close/>
                </a:path>
              </a:pathLst>
            </a:custGeom>
            <a:solidFill>
              <a:srgbClr val="95ABB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016" name="Google Shape;13016;p43"/>
            <p:cNvSpPr/>
            <p:nvPr/>
          </p:nvSpPr>
          <p:spPr>
            <a:xfrm>
              <a:off x="2672970" y="3644928"/>
              <a:ext cx="51811" cy="15336"/>
            </a:xfrm>
            <a:custGeom>
              <a:rect b="b" l="l" r="r" t="t"/>
              <a:pathLst>
                <a:path extrusionOk="0" h="584" w="1973">
                  <a:moveTo>
                    <a:pt x="1" y="0"/>
                  </a:moveTo>
                  <a:lnTo>
                    <a:pt x="1" y="584"/>
                  </a:lnTo>
                  <a:lnTo>
                    <a:pt x="1972" y="584"/>
                  </a:lnTo>
                  <a:lnTo>
                    <a:pt x="1972" y="0"/>
                  </a:lnTo>
                  <a:close/>
                </a:path>
              </a:pathLst>
            </a:custGeom>
            <a:solidFill>
              <a:srgbClr val="869FB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017" name="Google Shape;13017;p43"/>
            <p:cNvSpPr/>
            <p:nvPr/>
          </p:nvSpPr>
          <p:spPr>
            <a:xfrm>
              <a:off x="2667955" y="3629330"/>
              <a:ext cx="56564" cy="20640"/>
            </a:xfrm>
            <a:custGeom>
              <a:rect b="b" l="l" r="r" t="t"/>
              <a:pathLst>
                <a:path extrusionOk="0" h="786" w="2154">
                  <a:moveTo>
                    <a:pt x="393" y="1"/>
                  </a:moveTo>
                  <a:cubicBezTo>
                    <a:pt x="172" y="1"/>
                    <a:pt x="0" y="173"/>
                    <a:pt x="0" y="393"/>
                  </a:cubicBezTo>
                  <a:cubicBezTo>
                    <a:pt x="0" y="613"/>
                    <a:pt x="172" y="786"/>
                    <a:pt x="393" y="786"/>
                  </a:cubicBezTo>
                  <a:lnTo>
                    <a:pt x="2153" y="786"/>
                  </a:lnTo>
                  <a:lnTo>
                    <a:pt x="2153" y="1"/>
                  </a:lnTo>
                  <a:close/>
                </a:path>
              </a:pathLst>
            </a:custGeom>
            <a:solidFill>
              <a:srgbClr val="F5F7F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018" name="Google Shape;13018;p43"/>
            <p:cNvSpPr/>
            <p:nvPr/>
          </p:nvSpPr>
          <p:spPr>
            <a:xfrm>
              <a:off x="2672970" y="3639650"/>
              <a:ext cx="51548" cy="10320"/>
            </a:xfrm>
            <a:custGeom>
              <a:rect b="b" l="l" r="r" t="t"/>
              <a:pathLst>
                <a:path extrusionOk="0" h="393" w="1963">
                  <a:moveTo>
                    <a:pt x="202" y="0"/>
                  </a:moveTo>
                  <a:cubicBezTo>
                    <a:pt x="87" y="0"/>
                    <a:pt x="1" y="86"/>
                    <a:pt x="1" y="201"/>
                  </a:cubicBezTo>
                  <a:cubicBezTo>
                    <a:pt x="1" y="306"/>
                    <a:pt x="87" y="393"/>
                    <a:pt x="202" y="393"/>
                  </a:cubicBezTo>
                  <a:lnTo>
                    <a:pt x="1962" y="393"/>
                  </a:lnTo>
                  <a:lnTo>
                    <a:pt x="1962" y="0"/>
                  </a:lnTo>
                  <a:close/>
                </a:path>
              </a:pathLst>
            </a:custGeom>
            <a:solidFill>
              <a:srgbClr val="ECF0F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019" name="Google Shape;13019;p43"/>
            <p:cNvSpPr/>
            <p:nvPr/>
          </p:nvSpPr>
          <p:spPr>
            <a:xfrm>
              <a:off x="2719477" y="3469249"/>
              <a:ext cx="41228" cy="232243"/>
            </a:xfrm>
            <a:custGeom>
              <a:rect b="b" l="l" r="r" t="t"/>
              <a:pathLst>
                <a:path extrusionOk="0" h="8844" w="1570">
                  <a:moveTo>
                    <a:pt x="392" y="1"/>
                  </a:moveTo>
                  <a:cubicBezTo>
                    <a:pt x="287" y="1"/>
                    <a:pt x="191" y="87"/>
                    <a:pt x="191" y="201"/>
                  </a:cubicBezTo>
                  <a:lnTo>
                    <a:pt x="0" y="8843"/>
                  </a:lnTo>
                  <a:lnTo>
                    <a:pt x="1570" y="8843"/>
                  </a:lnTo>
                  <a:lnTo>
                    <a:pt x="1378" y="201"/>
                  </a:lnTo>
                  <a:cubicBezTo>
                    <a:pt x="1378" y="87"/>
                    <a:pt x="1292" y="1"/>
                    <a:pt x="1187" y="1"/>
                  </a:cubicBezTo>
                  <a:close/>
                </a:path>
              </a:pathLst>
            </a:custGeom>
            <a:solidFill>
              <a:srgbClr val="9EB2C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020" name="Google Shape;13020;p43"/>
            <p:cNvSpPr/>
            <p:nvPr/>
          </p:nvSpPr>
          <p:spPr>
            <a:xfrm>
              <a:off x="2781293" y="3526286"/>
              <a:ext cx="31197" cy="82456"/>
            </a:xfrm>
            <a:custGeom>
              <a:rect b="b" l="l" r="r" t="t"/>
              <a:pathLst>
                <a:path extrusionOk="0" h="3140" w="1188">
                  <a:moveTo>
                    <a:pt x="367" y="0"/>
                  </a:moveTo>
                  <a:cubicBezTo>
                    <a:pt x="269" y="0"/>
                    <a:pt x="192" y="83"/>
                    <a:pt x="192" y="183"/>
                  </a:cubicBezTo>
                  <a:lnTo>
                    <a:pt x="0" y="3140"/>
                  </a:lnTo>
                  <a:lnTo>
                    <a:pt x="1187" y="3140"/>
                  </a:lnTo>
                  <a:lnTo>
                    <a:pt x="996" y="183"/>
                  </a:lnTo>
                  <a:cubicBezTo>
                    <a:pt x="996" y="78"/>
                    <a:pt x="910" y="1"/>
                    <a:pt x="804" y="1"/>
                  </a:cubicBezTo>
                  <a:lnTo>
                    <a:pt x="383" y="1"/>
                  </a:lnTo>
                  <a:cubicBezTo>
                    <a:pt x="378" y="0"/>
                    <a:pt x="372" y="0"/>
                    <a:pt x="367" y="0"/>
                  </a:cubicBezTo>
                  <a:close/>
                </a:path>
              </a:pathLst>
            </a:custGeom>
            <a:solidFill>
              <a:srgbClr val="9EB2C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021" name="Google Shape;13021;p43"/>
            <p:cNvSpPr/>
            <p:nvPr/>
          </p:nvSpPr>
          <p:spPr>
            <a:xfrm>
              <a:off x="2724230" y="3469249"/>
              <a:ext cx="31696" cy="15598"/>
            </a:xfrm>
            <a:custGeom>
              <a:rect b="b" l="l" r="r" t="t"/>
              <a:pathLst>
                <a:path extrusionOk="0" h="594" w="1207">
                  <a:moveTo>
                    <a:pt x="211" y="1"/>
                  </a:moveTo>
                  <a:cubicBezTo>
                    <a:pt x="97" y="1"/>
                    <a:pt x="10" y="87"/>
                    <a:pt x="10" y="201"/>
                  </a:cubicBezTo>
                  <a:lnTo>
                    <a:pt x="1" y="594"/>
                  </a:lnTo>
                  <a:lnTo>
                    <a:pt x="1207" y="594"/>
                  </a:lnTo>
                  <a:lnTo>
                    <a:pt x="1197" y="201"/>
                  </a:lnTo>
                  <a:cubicBezTo>
                    <a:pt x="1197" y="87"/>
                    <a:pt x="1111" y="1"/>
                    <a:pt x="1006" y="1"/>
                  </a:cubicBezTo>
                  <a:close/>
                </a:path>
              </a:pathLst>
            </a:custGeom>
            <a:solidFill>
              <a:srgbClr val="ADBEC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022" name="Google Shape;13022;p43"/>
            <p:cNvSpPr/>
            <p:nvPr/>
          </p:nvSpPr>
          <p:spPr>
            <a:xfrm>
              <a:off x="2785573" y="3526286"/>
              <a:ext cx="22636" cy="15362"/>
            </a:xfrm>
            <a:custGeom>
              <a:rect b="b" l="l" r="r" t="t"/>
              <a:pathLst>
                <a:path extrusionOk="0" h="585" w="862">
                  <a:moveTo>
                    <a:pt x="204" y="0"/>
                  </a:moveTo>
                  <a:cubicBezTo>
                    <a:pt x="106" y="0"/>
                    <a:pt x="29" y="83"/>
                    <a:pt x="29" y="183"/>
                  </a:cubicBezTo>
                  <a:lnTo>
                    <a:pt x="0" y="585"/>
                  </a:lnTo>
                  <a:lnTo>
                    <a:pt x="861" y="585"/>
                  </a:lnTo>
                  <a:lnTo>
                    <a:pt x="833" y="183"/>
                  </a:lnTo>
                  <a:cubicBezTo>
                    <a:pt x="833" y="83"/>
                    <a:pt x="755" y="0"/>
                    <a:pt x="657" y="0"/>
                  </a:cubicBezTo>
                  <a:cubicBezTo>
                    <a:pt x="652" y="0"/>
                    <a:pt x="647" y="0"/>
                    <a:pt x="641" y="1"/>
                  </a:cubicBezTo>
                  <a:lnTo>
                    <a:pt x="220" y="1"/>
                  </a:lnTo>
                  <a:cubicBezTo>
                    <a:pt x="215" y="0"/>
                    <a:pt x="209" y="0"/>
                    <a:pt x="204" y="0"/>
                  </a:cubicBezTo>
                  <a:close/>
                </a:path>
              </a:pathLst>
            </a:custGeom>
            <a:solidFill>
              <a:srgbClr val="ADBEC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023" name="Google Shape;13023;p43"/>
            <p:cNvSpPr/>
            <p:nvPr/>
          </p:nvSpPr>
          <p:spPr>
            <a:xfrm>
              <a:off x="2833051" y="3526286"/>
              <a:ext cx="30934" cy="82456"/>
            </a:xfrm>
            <a:custGeom>
              <a:rect b="b" l="l" r="r" t="t"/>
              <a:pathLst>
                <a:path extrusionOk="0" h="3140" w="1178">
                  <a:moveTo>
                    <a:pt x="368" y="0"/>
                  </a:moveTo>
                  <a:cubicBezTo>
                    <a:pt x="270" y="0"/>
                    <a:pt x="192" y="83"/>
                    <a:pt x="183" y="183"/>
                  </a:cubicBezTo>
                  <a:lnTo>
                    <a:pt x="1" y="3140"/>
                  </a:lnTo>
                  <a:lnTo>
                    <a:pt x="1178" y="3140"/>
                  </a:lnTo>
                  <a:lnTo>
                    <a:pt x="996" y="183"/>
                  </a:lnTo>
                  <a:cubicBezTo>
                    <a:pt x="987" y="83"/>
                    <a:pt x="909" y="0"/>
                    <a:pt x="811" y="0"/>
                  </a:cubicBezTo>
                  <a:cubicBezTo>
                    <a:pt x="806" y="0"/>
                    <a:pt x="801" y="0"/>
                    <a:pt x="795" y="1"/>
                  </a:cubicBezTo>
                  <a:lnTo>
                    <a:pt x="384" y="1"/>
                  </a:lnTo>
                  <a:cubicBezTo>
                    <a:pt x="378" y="0"/>
                    <a:pt x="373" y="0"/>
                    <a:pt x="368" y="0"/>
                  </a:cubicBezTo>
                  <a:close/>
                </a:path>
              </a:pathLst>
            </a:custGeom>
            <a:solidFill>
              <a:srgbClr val="9EB2C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024" name="Google Shape;13024;p43"/>
            <p:cNvSpPr/>
            <p:nvPr/>
          </p:nvSpPr>
          <p:spPr>
            <a:xfrm>
              <a:off x="2837069" y="3526286"/>
              <a:ext cx="22662" cy="15362"/>
            </a:xfrm>
            <a:custGeom>
              <a:rect b="b" l="l" r="r" t="t"/>
              <a:pathLst>
                <a:path extrusionOk="0" h="585" w="863">
                  <a:moveTo>
                    <a:pt x="215" y="0"/>
                  </a:moveTo>
                  <a:cubicBezTo>
                    <a:pt x="117" y="0"/>
                    <a:pt x="39" y="83"/>
                    <a:pt x="30" y="183"/>
                  </a:cubicBezTo>
                  <a:lnTo>
                    <a:pt x="1" y="585"/>
                  </a:lnTo>
                  <a:lnTo>
                    <a:pt x="862" y="585"/>
                  </a:lnTo>
                  <a:lnTo>
                    <a:pt x="843" y="183"/>
                  </a:lnTo>
                  <a:cubicBezTo>
                    <a:pt x="834" y="83"/>
                    <a:pt x="756" y="0"/>
                    <a:pt x="658" y="0"/>
                  </a:cubicBezTo>
                  <a:cubicBezTo>
                    <a:pt x="653" y="0"/>
                    <a:pt x="648" y="0"/>
                    <a:pt x="642" y="1"/>
                  </a:cubicBezTo>
                  <a:lnTo>
                    <a:pt x="231" y="1"/>
                  </a:lnTo>
                  <a:cubicBezTo>
                    <a:pt x="225" y="0"/>
                    <a:pt x="220" y="0"/>
                    <a:pt x="215" y="0"/>
                  </a:cubicBezTo>
                  <a:close/>
                </a:path>
              </a:pathLst>
            </a:custGeom>
            <a:solidFill>
              <a:srgbClr val="ADBEC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025" name="Google Shape;13025;p43"/>
            <p:cNvSpPr/>
            <p:nvPr/>
          </p:nvSpPr>
          <p:spPr>
            <a:xfrm>
              <a:off x="2884836" y="3526286"/>
              <a:ext cx="30934" cy="82456"/>
            </a:xfrm>
            <a:custGeom>
              <a:rect b="b" l="l" r="r" t="t"/>
              <a:pathLst>
                <a:path extrusionOk="0" h="3140" w="1178">
                  <a:moveTo>
                    <a:pt x="367" y="0"/>
                  </a:moveTo>
                  <a:cubicBezTo>
                    <a:pt x="269" y="0"/>
                    <a:pt x="191" y="83"/>
                    <a:pt x="182" y="183"/>
                  </a:cubicBezTo>
                  <a:lnTo>
                    <a:pt x="0" y="3140"/>
                  </a:lnTo>
                  <a:lnTo>
                    <a:pt x="1177" y="3140"/>
                  </a:lnTo>
                  <a:lnTo>
                    <a:pt x="996" y="183"/>
                  </a:lnTo>
                  <a:cubicBezTo>
                    <a:pt x="987" y="83"/>
                    <a:pt x="908" y="0"/>
                    <a:pt x="811" y="0"/>
                  </a:cubicBezTo>
                  <a:cubicBezTo>
                    <a:pt x="805" y="0"/>
                    <a:pt x="800" y="0"/>
                    <a:pt x="795" y="1"/>
                  </a:cubicBezTo>
                  <a:lnTo>
                    <a:pt x="383" y="1"/>
                  </a:lnTo>
                  <a:cubicBezTo>
                    <a:pt x="378" y="0"/>
                    <a:pt x="372" y="0"/>
                    <a:pt x="367" y="0"/>
                  </a:cubicBezTo>
                  <a:close/>
                </a:path>
              </a:pathLst>
            </a:custGeom>
            <a:solidFill>
              <a:srgbClr val="9EB2C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026" name="Google Shape;13026;p43"/>
            <p:cNvSpPr/>
            <p:nvPr/>
          </p:nvSpPr>
          <p:spPr>
            <a:xfrm>
              <a:off x="2888854" y="3526286"/>
              <a:ext cx="22636" cy="15362"/>
            </a:xfrm>
            <a:custGeom>
              <a:rect b="b" l="l" r="r" t="t"/>
              <a:pathLst>
                <a:path extrusionOk="0" h="585" w="862">
                  <a:moveTo>
                    <a:pt x="214" y="0"/>
                  </a:moveTo>
                  <a:cubicBezTo>
                    <a:pt x="116" y="0"/>
                    <a:pt x="38" y="83"/>
                    <a:pt x="29" y="183"/>
                  </a:cubicBezTo>
                  <a:lnTo>
                    <a:pt x="0" y="585"/>
                  </a:lnTo>
                  <a:lnTo>
                    <a:pt x="862" y="585"/>
                  </a:lnTo>
                  <a:lnTo>
                    <a:pt x="843" y="183"/>
                  </a:lnTo>
                  <a:cubicBezTo>
                    <a:pt x="834" y="83"/>
                    <a:pt x="755" y="0"/>
                    <a:pt x="658" y="0"/>
                  </a:cubicBezTo>
                  <a:cubicBezTo>
                    <a:pt x="652" y="0"/>
                    <a:pt x="647" y="0"/>
                    <a:pt x="642" y="1"/>
                  </a:cubicBezTo>
                  <a:lnTo>
                    <a:pt x="230" y="1"/>
                  </a:lnTo>
                  <a:cubicBezTo>
                    <a:pt x="225" y="0"/>
                    <a:pt x="219" y="0"/>
                    <a:pt x="214" y="0"/>
                  </a:cubicBezTo>
                  <a:close/>
                </a:path>
              </a:pathLst>
            </a:custGeom>
            <a:solidFill>
              <a:srgbClr val="ADBEC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027" name="Google Shape;13027;p43"/>
            <p:cNvSpPr/>
            <p:nvPr/>
          </p:nvSpPr>
          <p:spPr>
            <a:xfrm>
              <a:off x="2740065" y="3624052"/>
              <a:ext cx="216908" cy="77441"/>
            </a:xfrm>
            <a:custGeom>
              <a:rect b="b" l="l" r="r" t="t"/>
              <a:pathLst>
                <a:path extrusionOk="0" h="2949" w="8260">
                  <a:moveTo>
                    <a:pt x="1" y="1"/>
                  </a:moveTo>
                  <a:lnTo>
                    <a:pt x="1" y="2948"/>
                  </a:lnTo>
                  <a:lnTo>
                    <a:pt x="8260" y="2948"/>
                  </a:lnTo>
                  <a:lnTo>
                    <a:pt x="8260" y="1"/>
                  </a:lnTo>
                  <a:close/>
                </a:path>
              </a:pathLst>
            </a:custGeom>
            <a:solidFill>
              <a:srgbClr val="ADBEC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028" name="Google Shape;13028;p43"/>
            <p:cNvSpPr/>
            <p:nvPr/>
          </p:nvSpPr>
          <p:spPr>
            <a:xfrm>
              <a:off x="2740065" y="3624052"/>
              <a:ext cx="216908" cy="15625"/>
            </a:xfrm>
            <a:custGeom>
              <a:rect b="b" l="l" r="r" t="t"/>
              <a:pathLst>
                <a:path extrusionOk="0" h="595" w="8260">
                  <a:moveTo>
                    <a:pt x="1" y="1"/>
                  </a:moveTo>
                  <a:lnTo>
                    <a:pt x="1" y="594"/>
                  </a:lnTo>
                  <a:lnTo>
                    <a:pt x="8260" y="594"/>
                  </a:lnTo>
                  <a:lnTo>
                    <a:pt x="8260" y="1"/>
                  </a:lnTo>
                  <a:close/>
                </a:path>
              </a:pathLst>
            </a:custGeom>
            <a:solidFill>
              <a:srgbClr val="9EB2C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029" name="Google Shape;13029;p43"/>
            <p:cNvSpPr/>
            <p:nvPr/>
          </p:nvSpPr>
          <p:spPr>
            <a:xfrm>
              <a:off x="2770973" y="3644850"/>
              <a:ext cx="10583" cy="20693"/>
            </a:xfrm>
            <a:custGeom>
              <a:rect b="b" l="l" r="r" t="t"/>
              <a:pathLst>
                <a:path extrusionOk="0" h="788" w="403">
                  <a:moveTo>
                    <a:pt x="197" y="1"/>
                  </a:moveTo>
                  <a:cubicBezTo>
                    <a:pt x="99" y="1"/>
                    <a:pt x="1" y="65"/>
                    <a:pt x="1" y="195"/>
                  </a:cubicBezTo>
                  <a:lnTo>
                    <a:pt x="1" y="587"/>
                  </a:lnTo>
                  <a:cubicBezTo>
                    <a:pt x="1" y="702"/>
                    <a:pt x="97" y="788"/>
                    <a:pt x="202" y="788"/>
                  </a:cubicBezTo>
                  <a:cubicBezTo>
                    <a:pt x="307" y="788"/>
                    <a:pt x="403" y="702"/>
                    <a:pt x="393" y="587"/>
                  </a:cubicBezTo>
                  <a:lnTo>
                    <a:pt x="393" y="195"/>
                  </a:lnTo>
                  <a:cubicBezTo>
                    <a:pt x="393" y="65"/>
                    <a:pt x="295" y="1"/>
                    <a:pt x="197" y="1"/>
                  </a:cubicBezTo>
                  <a:close/>
                </a:path>
              </a:pathLst>
            </a:custGeom>
            <a:solidFill>
              <a:srgbClr val="6C81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030" name="Google Shape;13030;p43"/>
            <p:cNvSpPr/>
            <p:nvPr/>
          </p:nvSpPr>
          <p:spPr>
            <a:xfrm>
              <a:off x="2791849" y="3644850"/>
              <a:ext cx="10320" cy="20693"/>
            </a:xfrm>
            <a:custGeom>
              <a:rect b="b" l="l" r="r" t="t"/>
              <a:pathLst>
                <a:path extrusionOk="0" h="788" w="393">
                  <a:moveTo>
                    <a:pt x="196" y="1"/>
                  </a:moveTo>
                  <a:cubicBezTo>
                    <a:pt x="98" y="1"/>
                    <a:pt x="0" y="65"/>
                    <a:pt x="0" y="195"/>
                  </a:cubicBezTo>
                  <a:lnTo>
                    <a:pt x="0" y="587"/>
                  </a:lnTo>
                  <a:cubicBezTo>
                    <a:pt x="0" y="702"/>
                    <a:pt x="86" y="788"/>
                    <a:pt x="192" y="788"/>
                  </a:cubicBezTo>
                  <a:cubicBezTo>
                    <a:pt x="297" y="788"/>
                    <a:pt x="393" y="702"/>
                    <a:pt x="393" y="587"/>
                  </a:cubicBezTo>
                  <a:lnTo>
                    <a:pt x="393" y="195"/>
                  </a:lnTo>
                  <a:cubicBezTo>
                    <a:pt x="393" y="65"/>
                    <a:pt x="295" y="1"/>
                    <a:pt x="196" y="1"/>
                  </a:cubicBezTo>
                  <a:close/>
                </a:path>
              </a:pathLst>
            </a:custGeom>
            <a:solidFill>
              <a:srgbClr val="6C81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031" name="Google Shape;13031;p43"/>
            <p:cNvSpPr/>
            <p:nvPr/>
          </p:nvSpPr>
          <p:spPr>
            <a:xfrm>
              <a:off x="2812463" y="3644850"/>
              <a:ext cx="10320" cy="20693"/>
            </a:xfrm>
            <a:custGeom>
              <a:rect b="b" l="l" r="r" t="t"/>
              <a:pathLst>
                <a:path extrusionOk="0" h="788" w="393">
                  <a:moveTo>
                    <a:pt x="196" y="1"/>
                  </a:moveTo>
                  <a:cubicBezTo>
                    <a:pt x="98" y="1"/>
                    <a:pt x="0" y="65"/>
                    <a:pt x="0" y="195"/>
                  </a:cubicBezTo>
                  <a:lnTo>
                    <a:pt x="0" y="587"/>
                  </a:lnTo>
                  <a:cubicBezTo>
                    <a:pt x="0" y="702"/>
                    <a:pt x="86" y="788"/>
                    <a:pt x="191" y="788"/>
                  </a:cubicBezTo>
                  <a:cubicBezTo>
                    <a:pt x="306" y="788"/>
                    <a:pt x="392" y="702"/>
                    <a:pt x="392" y="587"/>
                  </a:cubicBezTo>
                  <a:lnTo>
                    <a:pt x="392" y="195"/>
                  </a:lnTo>
                  <a:cubicBezTo>
                    <a:pt x="392" y="65"/>
                    <a:pt x="294" y="1"/>
                    <a:pt x="196" y="1"/>
                  </a:cubicBezTo>
                  <a:close/>
                </a:path>
              </a:pathLst>
            </a:custGeom>
            <a:solidFill>
              <a:srgbClr val="6C81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032" name="Google Shape;13032;p43"/>
            <p:cNvSpPr/>
            <p:nvPr/>
          </p:nvSpPr>
          <p:spPr>
            <a:xfrm>
              <a:off x="2833051" y="3644850"/>
              <a:ext cx="10346" cy="20693"/>
            </a:xfrm>
            <a:custGeom>
              <a:rect b="b" l="l" r="r" t="t"/>
              <a:pathLst>
                <a:path extrusionOk="0" h="788" w="394">
                  <a:moveTo>
                    <a:pt x="197" y="1"/>
                  </a:moveTo>
                  <a:cubicBezTo>
                    <a:pt x="99" y="1"/>
                    <a:pt x="1" y="65"/>
                    <a:pt x="1" y="195"/>
                  </a:cubicBezTo>
                  <a:lnTo>
                    <a:pt x="1" y="587"/>
                  </a:lnTo>
                  <a:cubicBezTo>
                    <a:pt x="1" y="702"/>
                    <a:pt x="87" y="788"/>
                    <a:pt x="202" y="788"/>
                  </a:cubicBezTo>
                  <a:cubicBezTo>
                    <a:pt x="307" y="788"/>
                    <a:pt x="393" y="702"/>
                    <a:pt x="393" y="587"/>
                  </a:cubicBezTo>
                  <a:lnTo>
                    <a:pt x="393" y="195"/>
                  </a:lnTo>
                  <a:cubicBezTo>
                    <a:pt x="393" y="65"/>
                    <a:pt x="295" y="1"/>
                    <a:pt x="197" y="1"/>
                  </a:cubicBezTo>
                  <a:close/>
                </a:path>
              </a:pathLst>
            </a:custGeom>
            <a:solidFill>
              <a:srgbClr val="6C81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033" name="Google Shape;13033;p43"/>
            <p:cNvSpPr/>
            <p:nvPr/>
          </p:nvSpPr>
          <p:spPr>
            <a:xfrm>
              <a:off x="2853665" y="3644850"/>
              <a:ext cx="10320" cy="20693"/>
            </a:xfrm>
            <a:custGeom>
              <a:rect b="b" l="l" r="r" t="t"/>
              <a:pathLst>
                <a:path extrusionOk="0" h="788" w="393">
                  <a:moveTo>
                    <a:pt x="197" y="1"/>
                  </a:moveTo>
                  <a:cubicBezTo>
                    <a:pt x="99" y="1"/>
                    <a:pt x="1" y="65"/>
                    <a:pt x="1" y="195"/>
                  </a:cubicBezTo>
                  <a:lnTo>
                    <a:pt x="1" y="587"/>
                  </a:lnTo>
                  <a:cubicBezTo>
                    <a:pt x="1" y="702"/>
                    <a:pt x="87" y="788"/>
                    <a:pt x="192" y="788"/>
                  </a:cubicBezTo>
                  <a:cubicBezTo>
                    <a:pt x="307" y="788"/>
                    <a:pt x="393" y="702"/>
                    <a:pt x="393" y="587"/>
                  </a:cubicBezTo>
                  <a:lnTo>
                    <a:pt x="393" y="195"/>
                  </a:lnTo>
                  <a:cubicBezTo>
                    <a:pt x="393" y="65"/>
                    <a:pt x="295" y="1"/>
                    <a:pt x="197" y="1"/>
                  </a:cubicBezTo>
                  <a:close/>
                </a:path>
              </a:pathLst>
            </a:custGeom>
            <a:solidFill>
              <a:srgbClr val="6C81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034" name="Google Shape;13034;p43"/>
            <p:cNvSpPr/>
            <p:nvPr/>
          </p:nvSpPr>
          <p:spPr>
            <a:xfrm>
              <a:off x="2874279" y="3644850"/>
              <a:ext cx="10320" cy="20693"/>
            </a:xfrm>
            <a:custGeom>
              <a:rect b="b" l="l" r="r" t="t"/>
              <a:pathLst>
                <a:path extrusionOk="0" h="788" w="393">
                  <a:moveTo>
                    <a:pt x="197" y="1"/>
                  </a:moveTo>
                  <a:cubicBezTo>
                    <a:pt x="98" y="1"/>
                    <a:pt x="0" y="65"/>
                    <a:pt x="0" y="195"/>
                  </a:cubicBezTo>
                  <a:lnTo>
                    <a:pt x="0" y="587"/>
                  </a:lnTo>
                  <a:cubicBezTo>
                    <a:pt x="0" y="702"/>
                    <a:pt x="86" y="788"/>
                    <a:pt x="201" y="788"/>
                  </a:cubicBezTo>
                  <a:cubicBezTo>
                    <a:pt x="307" y="788"/>
                    <a:pt x="393" y="702"/>
                    <a:pt x="393" y="587"/>
                  </a:cubicBezTo>
                  <a:lnTo>
                    <a:pt x="393" y="195"/>
                  </a:lnTo>
                  <a:cubicBezTo>
                    <a:pt x="393" y="65"/>
                    <a:pt x="295" y="1"/>
                    <a:pt x="197" y="1"/>
                  </a:cubicBezTo>
                  <a:close/>
                </a:path>
              </a:pathLst>
            </a:custGeom>
            <a:solidFill>
              <a:srgbClr val="6C81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035" name="Google Shape;13035;p43"/>
            <p:cNvSpPr/>
            <p:nvPr/>
          </p:nvSpPr>
          <p:spPr>
            <a:xfrm>
              <a:off x="2894893" y="3644850"/>
              <a:ext cx="10320" cy="20693"/>
            </a:xfrm>
            <a:custGeom>
              <a:rect b="b" l="l" r="r" t="t"/>
              <a:pathLst>
                <a:path extrusionOk="0" h="788" w="393">
                  <a:moveTo>
                    <a:pt x="196" y="1"/>
                  </a:moveTo>
                  <a:cubicBezTo>
                    <a:pt x="98" y="1"/>
                    <a:pt x="0" y="65"/>
                    <a:pt x="0" y="195"/>
                  </a:cubicBezTo>
                  <a:lnTo>
                    <a:pt x="0" y="587"/>
                  </a:lnTo>
                  <a:cubicBezTo>
                    <a:pt x="0" y="702"/>
                    <a:pt x="86" y="788"/>
                    <a:pt x="201" y="788"/>
                  </a:cubicBezTo>
                  <a:cubicBezTo>
                    <a:pt x="306" y="788"/>
                    <a:pt x="392" y="702"/>
                    <a:pt x="392" y="587"/>
                  </a:cubicBezTo>
                  <a:lnTo>
                    <a:pt x="392" y="195"/>
                  </a:lnTo>
                  <a:cubicBezTo>
                    <a:pt x="392" y="65"/>
                    <a:pt x="294" y="1"/>
                    <a:pt x="196" y="1"/>
                  </a:cubicBezTo>
                  <a:close/>
                </a:path>
              </a:pathLst>
            </a:custGeom>
            <a:solidFill>
              <a:srgbClr val="6C81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036" name="Google Shape;13036;p43"/>
            <p:cNvSpPr/>
            <p:nvPr/>
          </p:nvSpPr>
          <p:spPr>
            <a:xfrm>
              <a:off x="2915481" y="3644850"/>
              <a:ext cx="10583" cy="20693"/>
            </a:xfrm>
            <a:custGeom>
              <a:rect b="b" l="l" r="r" t="t"/>
              <a:pathLst>
                <a:path extrusionOk="0" h="788" w="403">
                  <a:moveTo>
                    <a:pt x="202" y="1"/>
                  </a:moveTo>
                  <a:cubicBezTo>
                    <a:pt x="101" y="1"/>
                    <a:pt x="1" y="65"/>
                    <a:pt x="1" y="195"/>
                  </a:cubicBezTo>
                  <a:lnTo>
                    <a:pt x="1" y="587"/>
                  </a:lnTo>
                  <a:cubicBezTo>
                    <a:pt x="1" y="702"/>
                    <a:pt x="97" y="788"/>
                    <a:pt x="202" y="788"/>
                  </a:cubicBezTo>
                  <a:cubicBezTo>
                    <a:pt x="307" y="788"/>
                    <a:pt x="403" y="702"/>
                    <a:pt x="403" y="587"/>
                  </a:cubicBezTo>
                  <a:lnTo>
                    <a:pt x="403" y="195"/>
                  </a:lnTo>
                  <a:cubicBezTo>
                    <a:pt x="403" y="65"/>
                    <a:pt x="302" y="1"/>
                    <a:pt x="202" y="1"/>
                  </a:cubicBezTo>
                  <a:close/>
                </a:path>
              </a:pathLst>
            </a:custGeom>
            <a:solidFill>
              <a:srgbClr val="6C81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037" name="Google Shape;13037;p43"/>
            <p:cNvSpPr/>
            <p:nvPr/>
          </p:nvSpPr>
          <p:spPr>
            <a:xfrm>
              <a:off x="2650597" y="3696451"/>
              <a:ext cx="333791" cy="10320"/>
            </a:xfrm>
            <a:custGeom>
              <a:rect b="b" l="l" r="r" t="t"/>
              <a:pathLst>
                <a:path extrusionOk="0" h="393" w="12711">
                  <a:moveTo>
                    <a:pt x="269" y="0"/>
                  </a:moveTo>
                  <a:cubicBezTo>
                    <a:pt x="1" y="0"/>
                    <a:pt x="1" y="392"/>
                    <a:pt x="269" y="392"/>
                  </a:cubicBezTo>
                  <a:lnTo>
                    <a:pt x="12452" y="392"/>
                  </a:lnTo>
                  <a:cubicBezTo>
                    <a:pt x="12710" y="392"/>
                    <a:pt x="12710" y="0"/>
                    <a:pt x="12452" y="0"/>
                  </a:cubicBezTo>
                  <a:close/>
                </a:path>
              </a:pathLst>
            </a:custGeom>
            <a:solidFill>
              <a:srgbClr val="ECF0F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038" name="Google Shape;13038;p43"/>
            <p:cNvSpPr/>
            <p:nvPr/>
          </p:nvSpPr>
          <p:spPr>
            <a:xfrm>
              <a:off x="2735049" y="3608742"/>
              <a:ext cx="226965" cy="20614"/>
            </a:xfrm>
            <a:custGeom>
              <a:rect b="b" l="l" r="r" t="t"/>
              <a:pathLst>
                <a:path extrusionOk="0" h="785" w="8643">
                  <a:moveTo>
                    <a:pt x="393" y="0"/>
                  </a:moveTo>
                  <a:cubicBezTo>
                    <a:pt x="173" y="0"/>
                    <a:pt x="0" y="172"/>
                    <a:pt x="0" y="392"/>
                  </a:cubicBezTo>
                  <a:cubicBezTo>
                    <a:pt x="0" y="612"/>
                    <a:pt x="173" y="785"/>
                    <a:pt x="393" y="785"/>
                  </a:cubicBezTo>
                  <a:lnTo>
                    <a:pt x="8250" y="785"/>
                  </a:lnTo>
                  <a:cubicBezTo>
                    <a:pt x="8470" y="785"/>
                    <a:pt x="8642" y="612"/>
                    <a:pt x="8642" y="392"/>
                  </a:cubicBezTo>
                  <a:cubicBezTo>
                    <a:pt x="8642" y="172"/>
                    <a:pt x="8470" y="0"/>
                    <a:pt x="8250" y="0"/>
                  </a:cubicBezTo>
                  <a:close/>
                </a:path>
              </a:pathLst>
            </a:custGeom>
            <a:solidFill>
              <a:srgbClr val="F5F7F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039" name="Google Shape;13039;p43"/>
            <p:cNvSpPr/>
            <p:nvPr/>
          </p:nvSpPr>
          <p:spPr>
            <a:xfrm>
              <a:off x="2740065" y="3619036"/>
              <a:ext cx="216908" cy="10320"/>
            </a:xfrm>
            <a:custGeom>
              <a:rect b="b" l="l" r="r" t="t"/>
              <a:pathLst>
                <a:path extrusionOk="0" h="393" w="8260">
                  <a:moveTo>
                    <a:pt x="202" y="0"/>
                  </a:moveTo>
                  <a:cubicBezTo>
                    <a:pt x="87" y="0"/>
                    <a:pt x="1" y="87"/>
                    <a:pt x="1" y="201"/>
                  </a:cubicBezTo>
                  <a:cubicBezTo>
                    <a:pt x="1" y="307"/>
                    <a:pt x="87" y="393"/>
                    <a:pt x="202" y="393"/>
                  </a:cubicBezTo>
                  <a:lnTo>
                    <a:pt x="8059" y="393"/>
                  </a:lnTo>
                  <a:cubicBezTo>
                    <a:pt x="8164" y="393"/>
                    <a:pt x="8260" y="307"/>
                    <a:pt x="8260" y="201"/>
                  </a:cubicBezTo>
                  <a:cubicBezTo>
                    <a:pt x="8260" y="87"/>
                    <a:pt x="8164" y="0"/>
                    <a:pt x="8059" y="0"/>
                  </a:cubicBezTo>
                  <a:close/>
                </a:path>
              </a:pathLst>
            </a:custGeom>
            <a:solidFill>
              <a:srgbClr val="ECF0F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040" name="Google Shape;13040;p43"/>
            <p:cNvSpPr/>
            <p:nvPr/>
          </p:nvSpPr>
          <p:spPr>
            <a:xfrm>
              <a:off x="2770973" y="3644928"/>
              <a:ext cx="10583" cy="10320"/>
            </a:xfrm>
            <a:custGeom>
              <a:rect b="b" l="l" r="r" t="t"/>
              <a:pathLst>
                <a:path extrusionOk="0" h="393" w="403">
                  <a:moveTo>
                    <a:pt x="202" y="0"/>
                  </a:moveTo>
                  <a:cubicBezTo>
                    <a:pt x="97" y="0"/>
                    <a:pt x="1" y="86"/>
                    <a:pt x="1" y="192"/>
                  </a:cubicBezTo>
                  <a:lnTo>
                    <a:pt x="1" y="392"/>
                  </a:lnTo>
                  <a:lnTo>
                    <a:pt x="393" y="392"/>
                  </a:lnTo>
                  <a:lnTo>
                    <a:pt x="393" y="192"/>
                  </a:lnTo>
                  <a:cubicBezTo>
                    <a:pt x="403" y="86"/>
                    <a:pt x="307" y="0"/>
                    <a:pt x="202" y="0"/>
                  </a:cubicBezTo>
                  <a:close/>
                </a:path>
              </a:pathLst>
            </a:custGeom>
            <a:solidFill>
              <a:srgbClr val="566D8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041" name="Google Shape;13041;p43"/>
            <p:cNvSpPr/>
            <p:nvPr/>
          </p:nvSpPr>
          <p:spPr>
            <a:xfrm>
              <a:off x="2791849" y="3644928"/>
              <a:ext cx="10320" cy="10320"/>
            </a:xfrm>
            <a:custGeom>
              <a:rect b="b" l="l" r="r" t="t"/>
              <a:pathLst>
                <a:path extrusionOk="0" h="393" w="393">
                  <a:moveTo>
                    <a:pt x="192" y="0"/>
                  </a:moveTo>
                  <a:cubicBezTo>
                    <a:pt x="86" y="0"/>
                    <a:pt x="0" y="86"/>
                    <a:pt x="0" y="192"/>
                  </a:cubicBezTo>
                  <a:lnTo>
                    <a:pt x="0" y="392"/>
                  </a:lnTo>
                  <a:lnTo>
                    <a:pt x="393" y="392"/>
                  </a:lnTo>
                  <a:lnTo>
                    <a:pt x="393" y="192"/>
                  </a:lnTo>
                  <a:cubicBezTo>
                    <a:pt x="393" y="86"/>
                    <a:pt x="297" y="0"/>
                    <a:pt x="192" y="0"/>
                  </a:cubicBezTo>
                  <a:close/>
                </a:path>
              </a:pathLst>
            </a:custGeom>
            <a:solidFill>
              <a:srgbClr val="566D8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042" name="Google Shape;13042;p43"/>
            <p:cNvSpPr/>
            <p:nvPr/>
          </p:nvSpPr>
          <p:spPr>
            <a:xfrm>
              <a:off x="2812463" y="3644928"/>
              <a:ext cx="10320" cy="10320"/>
            </a:xfrm>
            <a:custGeom>
              <a:rect b="b" l="l" r="r" t="t"/>
              <a:pathLst>
                <a:path extrusionOk="0" h="393" w="393">
                  <a:moveTo>
                    <a:pt x="191" y="0"/>
                  </a:moveTo>
                  <a:cubicBezTo>
                    <a:pt x="86" y="0"/>
                    <a:pt x="0" y="86"/>
                    <a:pt x="0" y="192"/>
                  </a:cubicBezTo>
                  <a:lnTo>
                    <a:pt x="0" y="392"/>
                  </a:lnTo>
                  <a:lnTo>
                    <a:pt x="392" y="392"/>
                  </a:lnTo>
                  <a:lnTo>
                    <a:pt x="392" y="192"/>
                  </a:lnTo>
                  <a:cubicBezTo>
                    <a:pt x="392" y="86"/>
                    <a:pt x="306" y="0"/>
                    <a:pt x="191" y="0"/>
                  </a:cubicBezTo>
                  <a:close/>
                </a:path>
              </a:pathLst>
            </a:custGeom>
            <a:solidFill>
              <a:srgbClr val="566D8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043" name="Google Shape;13043;p43"/>
            <p:cNvSpPr/>
            <p:nvPr/>
          </p:nvSpPr>
          <p:spPr>
            <a:xfrm>
              <a:off x="2833051" y="3644928"/>
              <a:ext cx="10346" cy="10320"/>
            </a:xfrm>
            <a:custGeom>
              <a:rect b="b" l="l" r="r" t="t"/>
              <a:pathLst>
                <a:path extrusionOk="0" h="393" w="394">
                  <a:moveTo>
                    <a:pt x="202" y="0"/>
                  </a:moveTo>
                  <a:cubicBezTo>
                    <a:pt x="87" y="0"/>
                    <a:pt x="1" y="86"/>
                    <a:pt x="1" y="192"/>
                  </a:cubicBezTo>
                  <a:lnTo>
                    <a:pt x="1" y="392"/>
                  </a:lnTo>
                  <a:lnTo>
                    <a:pt x="393" y="392"/>
                  </a:lnTo>
                  <a:lnTo>
                    <a:pt x="393" y="192"/>
                  </a:lnTo>
                  <a:cubicBezTo>
                    <a:pt x="393" y="86"/>
                    <a:pt x="307" y="0"/>
                    <a:pt x="202" y="0"/>
                  </a:cubicBezTo>
                  <a:close/>
                </a:path>
              </a:pathLst>
            </a:custGeom>
            <a:solidFill>
              <a:srgbClr val="566D8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044" name="Google Shape;13044;p43"/>
            <p:cNvSpPr/>
            <p:nvPr/>
          </p:nvSpPr>
          <p:spPr>
            <a:xfrm>
              <a:off x="2853665" y="3644928"/>
              <a:ext cx="10320" cy="10320"/>
            </a:xfrm>
            <a:custGeom>
              <a:rect b="b" l="l" r="r" t="t"/>
              <a:pathLst>
                <a:path extrusionOk="0" h="393" w="393">
                  <a:moveTo>
                    <a:pt x="192" y="0"/>
                  </a:moveTo>
                  <a:cubicBezTo>
                    <a:pt x="87" y="0"/>
                    <a:pt x="1" y="86"/>
                    <a:pt x="1" y="192"/>
                  </a:cubicBezTo>
                  <a:lnTo>
                    <a:pt x="1" y="392"/>
                  </a:lnTo>
                  <a:lnTo>
                    <a:pt x="393" y="392"/>
                  </a:lnTo>
                  <a:lnTo>
                    <a:pt x="393" y="192"/>
                  </a:lnTo>
                  <a:cubicBezTo>
                    <a:pt x="393" y="86"/>
                    <a:pt x="307" y="0"/>
                    <a:pt x="192" y="0"/>
                  </a:cubicBezTo>
                  <a:close/>
                </a:path>
              </a:pathLst>
            </a:custGeom>
            <a:solidFill>
              <a:srgbClr val="566D8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045" name="Google Shape;13045;p43"/>
            <p:cNvSpPr/>
            <p:nvPr/>
          </p:nvSpPr>
          <p:spPr>
            <a:xfrm>
              <a:off x="2874279" y="3644928"/>
              <a:ext cx="10320" cy="10320"/>
            </a:xfrm>
            <a:custGeom>
              <a:rect b="b" l="l" r="r" t="t"/>
              <a:pathLst>
                <a:path extrusionOk="0" h="393" w="393">
                  <a:moveTo>
                    <a:pt x="201" y="0"/>
                  </a:moveTo>
                  <a:cubicBezTo>
                    <a:pt x="86" y="0"/>
                    <a:pt x="0" y="86"/>
                    <a:pt x="0" y="192"/>
                  </a:cubicBezTo>
                  <a:lnTo>
                    <a:pt x="0" y="392"/>
                  </a:lnTo>
                  <a:lnTo>
                    <a:pt x="393" y="392"/>
                  </a:lnTo>
                  <a:lnTo>
                    <a:pt x="393" y="192"/>
                  </a:lnTo>
                  <a:cubicBezTo>
                    <a:pt x="393" y="86"/>
                    <a:pt x="307" y="0"/>
                    <a:pt x="201" y="0"/>
                  </a:cubicBezTo>
                  <a:close/>
                </a:path>
              </a:pathLst>
            </a:custGeom>
            <a:solidFill>
              <a:srgbClr val="566D8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046" name="Google Shape;13046;p43"/>
            <p:cNvSpPr/>
            <p:nvPr/>
          </p:nvSpPr>
          <p:spPr>
            <a:xfrm>
              <a:off x="2894893" y="3644928"/>
              <a:ext cx="10320" cy="10320"/>
            </a:xfrm>
            <a:custGeom>
              <a:rect b="b" l="l" r="r" t="t"/>
              <a:pathLst>
                <a:path extrusionOk="0" h="393" w="393">
                  <a:moveTo>
                    <a:pt x="201" y="0"/>
                  </a:moveTo>
                  <a:cubicBezTo>
                    <a:pt x="86" y="0"/>
                    <a:pt x="0" y="86"/>
                    <a:pt x="0" y="192"/>
                  </a:cubicBezTo>
                  <a:lnTo>
                    <a:pt x="0" y="392"/>
                  </a:lnTo>
                  <a:lnTo>
                    <a:pt x="392" y="392"/>
                  </a:lnTo>
                  <a:lnTo>
                    <a:pt x="392" y="192"/>
                  </a:lnTo>
                  <a:cubicBezTo>
                    <a:pt x="392" y="86"/>
                    <a:pt x="306" y="0"/>
                    <a:pt x="201" y="0"/>
                  </a:cubicBezTo>
                  <a:close/>
                </a:path>
              </a:pathLst>
            </a:custGeom>
            <a:solidFill>
              <a:srgbClr val="566D8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047" name="Google Shape;13047;p43"/>
            <p:cNvSpPr/>
            <p:nvPr/>
          </p:nvSpPr>
          <p:spPr>
            <a:xfrm>
              <a:off x="2915481" y="3644928"/>
              <a:ext cx="10583" cy="10320"/>
            </a:xfrm>
            <a:custGeom>
              <a:rect b="b" l="l" r="r" t="t"/>
              <a:pathLst>
                <a:path extrusionOk="0" h="393" w="403">
                  <a:moveTo>
                    <a:pt x="202" y="0"/>
                  </a:moveTo>
                  <a:cubicBezTo>
                    <a:pt x="97" y="0"/>
                    <a:pt x="1" y="86"/>
                    <a:pt x="1" y="192"/>
                  </a:cubicBezTo>
                  <a:lnTo>
                    <a:pt x="1" y="392"/>
                  </a:lnTo>
                  <a:lnTo>
                    <a:pt x="403" y="392"/>
                  </a:lnTo>
                  <a:lnTo>
                    <a:pt x="403" y="192"/>
                  </a:lnTo>
                  <a:cubicBezTo>
                    <a:pt x="403" y="86"/>
                    <a:pt x="307" y="0"/>
                    <a:pt x="202" y="0"/>
                  </a:cubicBezTo>
                  <a:close/>
                </a:path>
              </a:pathLst>
            </a:custGeom>
            <a:solidFill>
              <a:srgbClr val="566D8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048" name="Google Shape;13048;p43"/>
            <p:cNvSpPr/>
            <p:nvPr/>
          </p:nvSpPr>
          <p:spPr>
            <a:xfrm>
              <a:off x="2732081" y="3381777"/>
              <a:ext cx="260027" cy="113391"/>
            </a:xfrm>
            <a:custGeom>
              <a:rect b="b" l="l" r="r" t="t"/>
              <a:pathLst>
                <a:path extrusionOk="0" h="4318" w="9902">
                  <a:moveTo>
                    <a:pt x="7150" y="1"/>
                  </a:moveTo>
                  <a:cubicBezTo>
                    <a:pt x="6599" y="1"/>
                    <a:pt x="6077" y="220"/>
                    <a:pt x="5683" y="604"/>
                  </a:cubicBezTo>
                  <a:cubicBezTo>
                    <a:pt x="5383" y="330"/>
                    <a:pt x="5004" y="195"/>
                    <a:pt x="4627" y="195"/>
                  </a:cubicBezTo>
                  <a:cubicBezTo>
                    <a:pt x="4189" y="195"/>
                    <a:pt x="3753" y="378"/>
                    <a:pt x="3444" y="738"/>
                  </a:cubicBezTo>
                  <a:cubicBezTo>
                    <a:pt x="3260" y="633"/>
                    <a:pt x="3062" y="584"/>
                    <a:pt x="2868" y="584"/>
                  </a:cubicBezTo>
                  <a:cubicBezTo>
                    <a:pt x="2356" y="584"/>
                    <a:pt x="1870" y="924"/>
                    <a:pt x="1731" y="1465"/>
                  </a:cubicBezTo>
                  <a:cubicBezTo>
                    <a:pt x="1617" y="1400"/>
                    <a:pt x="1498" y="1370"/>
                    <a:pt x="1382" y="1370"/>
                  </a:cubicBezTo>
                  <a:cubicBezTo>
                    <a:pt x="1039" y="1370"/>
                    <a:pt x="728" y="1634"/>
                    <a:pt x="707" y="2020"/>
                  </a:cubicBezTo>
                  <a:cubicBezTo>
                    <a:pt x="649" y="1982"/>
                    <a:pt x="573" y="1963"/>
                    <a:pt x="506" y="1963"/>
                  </a:cubicBezTo>
                  <a:cubicBezTo>
                    <a:pt x="502" y="1963"/>
                    <a:pt x="497" y="1963"/>
                    <a:pt x="493" y="1963"/>
                  </a:cubicBezTo>
                  <a:cubicBezTo>
                    <a:pt x="185" y="1963"/>
                    <a:pt x="1" y="2311"/>
                    <a:pt x="171" y="2566"/>
                  </a:cubicBezTo>
                  <a:cubicBezTo>
                    <a:pt x="249" y="2687"/>
                    <a:pt x="374" y="2746"/>
                    <a:pt x="500" y="2746"/>
                  </a:cubicBezTo>
                  <a:cubicBezTo>
                    <a:pt x="651" y="2746"/>
                    <a:pt x="801" y="2661"/>
                    <a:pt x="869" y="2499"/>
                  </a:cubicBezTo>
                  <a:cubicBezTo>
                    <a:pt x="1005" y="2663"/>
                    <a:pt x="1198" y="2744"/>
                    <a:pt x="1391" y="2744"/>
                  </a:cubicBezTo>
                  <a:cubicBezTo>
                    <a:pt x="1591" y="2744"/>
                    <a:pt x="1790" y="2656"/>
                    <a:pt x="1922" y="2480"/>
                  </a:cubicBezTo>
                  <a:cubicBezTo>
                    <a:pt x="2155" y="2780"/>
                    <a:pt x="2503" y="2943"/>
                    <a:pt x="2858" y="2943"/>
                  </a:cubicBezTo>
                  <a:cubicBezTo>
                    <a:pt x="3057" y="2943"/>
                    <a:pt x="3258" y="2892"/>
                    <a:pt x="3444" y="2786"/>
                  </a:cubicBezTo>
                  <a:cubicBezTo>
                    <a:pt x="3750" y="3143"/>
                    <a:pt x="4184" y="3335"/>
                    <a:pt x="4629" y="3335"/>
                  </a:cubicBezTo>
                  <a:cubicBezTo>
                    <a:pt x="4852" y="3335"/>
                    <a:pt x="5077" y="3287"/>
                    <a:pt x="5291" y="3188"/>
                  </a:cubicBezTo>
                  <a:cubicBezTo>
                    <a:pt x="5701" y="3939"/>
                    <a:pt x="6447" y="4318"/>
                    <a:pt x="7193" y="4318"/>
                  </a:cubicBezTo>
                  <a:cubicBezTo>
                    <a:pt x="7911" y="4318"/>
                    <a:pt x="8630" y="3968"/>
                    <a:pt x="9052" y="3265"/>
                  </a:cubicBezTo>
                  <a:cubicBezTo>
                    <a:pt x="9902" y="1823"/>
                    <a:pt x="8866" y="1"/>
                    <a:pt x="7199" y="1"/>
                  </a:cubicBezTo>
                  <a:cubicBezTo>
                    <a:pt x="7195" y="1"/>
                    <a:pt x="7190" y="1"/>
                    <a:pt x="7186" y="1"/>
                  </a:cubicBezTo>
                  <a:cubicBezTo>
                    <a:pt x="7174" y="1"/>
                    <a:pt x="7162" y="1"/>
                    <a:pt x="7150" y="1"/>
                  </a:cubicBezTo>
                  <a:close/>
                </a:path>
              </a:pathLst>
            </a:custGeom>
            <a:solidFill>
              <a:srgbClr val="F5F7F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049" name="Google Shape;13049;p43"/>
            <p:cNvSpPr/>
            <p:nvPr/>
          </p:nvSpPr>
          <p:spPr>
            <a:xfrm>
              <a:off x="2731845" y="3397612"/>
              <a:ext cx="241487" cy="97320"/>
            </a:xfrm>
            <a:custGeom>
              <a:rect b="b" l="l" r="r" t="t"/>
              <a:pathLst>
                <a:path extrusionOk="0" h="3706" w="9196">
                  <a:moveTo>
                    <a:pt x="2668" y="1"/>
                  </a:moveTo>
                  <a:cubicBezTo>
                    <a:pt x="2209" y="78"/>
                    <a:pt x="1845" y="413"/>
                    <a:pt x="1721" y="853"/>
                  </a:cubicBezTo>
                  <a:cubicBezTo>
                    <a:pt x="1612" y="791"/>
                    <a:pt x="1497" y="763"/>
                    <a:pt x="1385" y="763"/>
                  </a:cubicBezTo>
                  <a:cubicBezTo>
                    <a:pt x="1043" y="763"/>
                    <a:pt x="728" y="1026"/>
                    <a:pt x="706" y="1408"/>
                  </a:cubicBezTo>
                  <a:cubicBezTo>
                    <a:pt x="649" y="1379"/>
                    <a:pt x="572" y="1360"/>
                    <a:pt x="505" y="1360"/>
                  </a:cubicBezTo>
                  <a:cubicBezTo>
                    <a:pt x="501" y="1360"/>
                    <a:pt x="497" y="1360"/>
                    <a:pt x="493" y="1360"/>
                  </a:cubicBezTo>
                  <a:cubicBezTo>
                    <a:pt x="184" y="1360"/>
                    <a:pt x="0" y="1708"/>
                    <a:pt x="170" y="1963"/>
                  </a:cubicBezTo>
                  <a:cubicBezTo>
                    <a:pt x="248" y="2084"/>
                    <a:pt x="374" y="2143"/>
                    <a:pt x="499" y="2143"/>
                  </a:cubicBezTo>
                  <a:cubicBezTo>
                    <a:pt x="650" y="2143"/>
                    <a:pt x="801" y="2058"/>
                    <a:pt x="869" y="1896"/>
                  </a:cubicBezTo>
                  <a:cubicBezTo>
                    <a:pt x="1005" y="2060"/>
                    <a:pt x="1198" y="2141"/>
                    <a:pt x="1390" y="2141"/>
                  </a:cubicBezTo>
                  <a:cubicBezTo>
                    <a:pt x="1590" y="2141"/>
                    <a:pt x="1790" y="2053"/>
                    <a:pt x="1922" y="1877"/>
                  </a:cubicBezTo>
                  <a:cubicBezTo>
                    <a:pt x="2154" y="2182"/>
                    <a:pt x="2502" y="2347"/>
                    <a:pt x="2859" y="2347"/>
                  </a:cubicBezTo>
                  <a:cubicBezTo>
                    <a:pt x="3061" y="2347"/>
                    <a:pt x="3266" y="2294"/>
                    <a:pt x="3453" y="2183"/>
                  </a:cubicBezTo>
                  <a:cubicBezTo>
                    <a:pt x="3759" y="2540"/>
                    <a:pt x="4193" y="2732"/>
                    <a:pt x="4638" y="2732"/>
                  </a:cubicBezTo>
                  <a:cubicBezTo>
                    <a:pt x="4861" y="2732"/>
                    <a:pt x="5086" y="2684"/>
                    <a:pt x="5300" y="2585"/>
                  </a:cubicBezTo>
                  <a:cubicBezTo>
                    <a:pt x="5715" y="3339"/>
                    <a:pt x="6454" y="3705"/>
                    <a:pt x="7190" y="3705"/>
                  </a:cubicBezTo>
                  <a:cubicBezTo>
                    <a:pt x="8015" y="3705"/>
                    <a:pt x="8836" y="3245"/>
                    <a:pt x="9195" y="2355"/>
                  </a:cubicBezTo>
                  <a:lnTo>
                    <a:pt x="9195" y="2355"/>
                  </a:lnTo>
                  <a:cubicBezTo>
                    <a:pt x="8841" y="2604"/>
                    <a:pt x="8410" y="2729"/>
                    <a:pt x="7980" y="2729"/>
                  </a:cubicBezTo>
                  <a:cubicBezTo>
                    <a:pt x="7214" y="2729"/>
                    <a:pt x="6506" y="2327"/>
                    <a:pt x="6113" y="1666"/>
                  </a:cubicBezTo>
                  <a:cubicBezTo>
                    <a:pt x="6101" y="1641"/>
                    <a:pt x="6079" y="1628"/>
                    <a:pt x="6055" y="1628"/>
                  </a:cubicBezTo>
                  <a:cubicBezTo>
                    <a:pt x="6043" y="1628"/>
                    <a:pt x="6030" y="1631"/>
                    <a:pt x="6018" y="1637"/>
                  </a:cubicBezTo>
                  <a:cubicBezTo>
                    <a:pt x="5823" y="1716"/>
                    <a:pt x="5621" y="1754"/>
                    <a:pt x="5422" y="1754"/>
                  </a:cubicBezTo>
                  <a:cubicBezTo>
                    <a:pt x="4868" y="1754"/>
                    <a:pt x="4337" y="1462"/>
                    <a:pt x="4056" y="948"/>
                  </a:cubicBezTo>
                  <a:cubicBezTo>
                    <a:pt x="4040" y="925"/>
                    <a:pt x="4005" y="908"/>
                    <a:pt x="3977" y="908"/>
                  </a:cubicBezTo>
                  <a:cubicBezTo>
                    <a:pt x="3971" y="908"/>
                    <a:pt x="3965" y="908"/>
                    <a:pt x="3960" y="910"/>
                  </a:cubicBezTo>
                  <a:cubicBezTo>
                    <a:pt x="3855" y="948"/>
                    <a:pt x="3759" y="958"/>
                    <a:pt x="3654" y="968"/>
                  </a:cubicBezTo>
                  <a:cubicBezTo>
                    <a:pt x="3118" y="958"/>
                    <a:pt x="2678" y="527"/>
                    <a:pt x="2668" y="1"/>
                  </a:cubicBezTo>
                  <a:close/>
                </a:path>
              </a:pathLst>
            </a:custGeom>
            <a:solidFill>
              <a:srgbClr val="ECF0F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3050" name="Google Shape;13050;p43"/>
          <p:cNvGrpSpPr/>
          <p:nvPr/>
        </p:nvGrpSpPr>
        <p:grpSpPr>
          <a:xfrm>
            <a:off x="1295502" y="2284962"/>
            <a:ext cx="402645" cy="323917"/>
            <a:chOff x="1295502" y="2437362"/>
            <a:chExt cx="402645" cy="323917"/>
          </a:xfrm>
        </p:grpSpPr>
        <p:sp>
          <p:nvSpPr>
            <p:cNvPr id="13051" name="Google Shape;13051;p43"/>
            <p:cNvSpPr/>
            <p:nvPr/>
          </p:nvSpPr>
          <p:spPr>
            <a:xfrm>
              <a:off x="1295502" y="2437362"/>
              <a:ext cx="402645" cy="278724"/>
            </a:xfrm>
            <a:custGeom>
              <a:rect b="b" l="l" r="r" t="t"/>
              <a:pathLst>
                <a:path extrusionOk="0" h="10614" w="15333">
                  <a:moveTo>
                    <a:pt x="412" y="0"/>
                  </a:moveTo>
                  <a:cubicBezTo>
                    <a:pt x="183" y="0"/>
                    <a:pt x="1" y="182"/>
                    <a:pt x="1" y="412"/>
                  </a:cubicBezTo>
                  <a:lnTo>
                    <a:pt x="1" y="10202"/>
                  </a:lnTo>
                  <a:cubicBezTo>
                    <a:pt x="1" y="10432"/>
                    <a:pt x="183" y="10613"/>
                    <a:pt x="412" y="10613"/>
                  </a:cubicBezTo>
                  <a:lnTo>
                    <a:pt x="14921" y="10613"/>
                  </a:lnTo>
                  <a:cubicBezTo>
                    <a:pt x="15141" y="10613"/>
                    <a:pt x="15332" y="10432"/>
                    <a:pt x="15332" y="10202"/>
                  </a:cubicBezTo>
                  <a:lnTo>
                    <a:pt x="15332" y="412"/>
                  </a:lnTo>
                  <a:cubicBezTo>
                    <a:pt x="15332" y="182"/>
                    <a:pt x="15141" y="0"/>
                    <a:pt x="14921" y="0"/>
                  </a:cubicBezTo>
                  <a:close/>
                </a:path>
              </a:pathLst>
            </a:custGeom>
            <a:solidFill>
              <a:srgbClr val="E4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052" name="Google Shape;13052;p43"/>
            <p:cNvSpPr/>
            <p:nvPr/>
          </p:nvSpPr>
          <p:spPr>
            <a:xfrm>
              <a:off x="1295502" y="2437362"/>
              <a:ext cx="402645" cy="278724"/>
            </a:xfrm>
            <a:custGeom>
              <a:rect b="b" l="l" r="r" t="t"/>
              <a:pathLst>
                <a:path extrusionOk="0" h="10614" w="15333">
                  <a:moveTo>
                    <a:pt x="13954" y="0"/>
                  </a:moveTo>
                  <a:lnTo>
                    <a:pt x="13954" y="9618"/>
                  </a:lnTo>
                  <a:cubicBezTo>
                    <a:pt x="13954" y="9838"/>
                    <a:pt x="13763" y="10030"/>
                    <a:pt x="13543" y="10030"/>
                  </a:cubicBezTo>
                  <a:lnTo>
                    <a:pt x="1" y="10030"/>
                  </a:lnTo>
                  <a:lnTo>
                    <a:pt x="1" y="10202"/>
                  </a:lnTo>
                  <a:cubicBezTo>
                    <a:pt x="1" y="10432"/>
                    <a:pt x="183" y="10613"/>
                    <a:pt x="412" y="10613"/>
                  </a:cubicBezTo>
                  <a:lnTo>
                    <a:pt x="14921" y="10613"/>
                  </a:lnTo>
                  <a:cubicBezTo>
                    <a:pt x="15141" y="10613"/>
                    <a:pt x="15332" y="10432"/>
                    <a:pt x="15332" y="10202"/>
                  </a:cubicBezTo>
                  <a:lnTo>
                    <a:pt x="15332" y="412"/>
                  </a:lnTo>
                  <a:cubicBezTo>
                    <a:pt x="15332" y="182"/>
                    <a:pt x="15141" y="0"/>
                    <a:pt x="14921" y="0"/>
                  </a:cubicBezTo>
                  <a:close/>
                </a:path>
              </a:pathLst>
            </a:custGeom>
            <a:solidFill>
              <a:srgbClr val="D5DEE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053" name="Google Shape;13053;p43"/>
            <p:cNvSpPr/>
            <p:nvPr/>
          </p:nvSpPr>
          <p:spPr>
            <a:xfrm>
              <a:off x="1324651" y="2467771"/>
              <a:ext cx="344347" cy="217905"/>
            </a:xfrm>
            <a:custGeom>
              <a:rect b="b" l="l" r="r" t="t"/>
              <a:pathLst>
                <a:path extrusionOk="0" h="8298" w="13113">
                  <a:moveTo>
                    <a:pt x="1159" y="0"/>
                  </a:moveTo>
                  <a:cubicBezTo>
                    <a:pt x="1130" y="0"/>
                    <a:pt x="1101" y="19"/>
                    <a:pt x="1101" y="48"/>
                  </a:cubicBezTo>
                  <a:cubicBezTo>
                    <a:pt x="1082" y="622"/>
                    <a:pt x="623" y="1072"/>
                    <a:pt x="49" y="1101"/>
                  </a:cubicBezTo>
                  <a:cubicBezTo>
                    <a:pt x="20" y="1101"/>
                    <a:pt x="1" y="1129"/>
                    <a:pt x="1" y="1158"/>
                  </a:cubicBezTo>
                  <a:lnTo>
                    <a:pt x="1" y="7139"/>
                  </a:lnTo>
                  <a:cubicBezTo>
                    <a:pt x="1" y="7168"/>
                    <a:pt x="20" y="7187"/>
                    <a:pt x="49" y="7187"/>
                  </a:cubicBezTo>
                  <a:cubicBezTo>
                    <a:pt x="623" y="7216"/>
                    <a:pt x="1082" y="7675"/>
                    <a:pt x="1101" y="8250"/>
                  </a:cubicBezTo>
                  <a:cubicBezTo>
                    <a:pt x="1101" y="8278"/>
                    <a:pt x="1130" y="8297"/>
                    <a:pt x="1159" y="8297"/>
                  </a:cubicBezTo>
                  <a:lnTo>
                    <a:pt x="11897" y="8297"/>
                  </a:lnTo>
                  <a:cubicBezTo>
                    <a:pt x="11925" y="8297"/>
                    <a:pt x="11945" y="8278"/>
                    <a:pt x="11945" y="8250"/>
                  </a:cubicBezTo>
                  <a:cubicBezTo>
                    <a:pt x="11973" y="7662"/>
                    <a:pt x="12452" y="7197"/>
                    <a:pt x="13037" y="7197"/>
                  </a:cubicBezTo>
                  <a:cubicBezTo>
                    <a:pt x="13043" y="7197"/>
                    <a:pt x="13049" y="7197"/>
                    <a:pt x="13055" y="7197"/>
                  </a:cubicBezTo>
                  <a:cubicBezTo>
                    <a:pt x="13083" y="7197"/>
                    <a:pt x="13112" y="7168"/>
                    <a:pt x="13112" y="7139"/>
                  </a:cubicBezTo>
                  <a:lnTo>
                    <a:pt x="13112" y="1158"/>
                  </a:lnTo>
                  <a:cubicBezTo>
                    <a:pt x="13112" y="1129"/>
                    <a:pt x="13083" y="1101"/>
                    <a:pt x="13055" y="1101"/>
                  </a:cubicBezTo>
                  <a:cubicBezTo>
                    <a:pt x="12461" y="1101"/>
                    <a:pt x="11973" y="641"/>
                    <a:pt x="11945" y="48"/>
                  </a:cubicBezTo>
                  <a:cubicBezTo>
                    <a:pt x="11945" y="19"/>
                    <a:pt x="11925" y="0"/>
                    <a:pt x="11897" y="0"/>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054" name="Google Shape;13054;p43"/>
            <p:cNvSpPr/>
            <p:nvPr/>
          </p:nvSpPr>
          <p:spPr>
            <a:xfrm>
              <a:off x="1600617" y="2467771"/>
              <a:ext cx="68381" cy="217905"/>
            </a:xfrm>
            <a:custGeom>
              <a:rect b="b" l="l" r="r" t="t"/>
              <a:pathLst>
                <a:path extrusionOk="0" h="8298" w="2604">
                  <a:moveTo>
                    <a:pt x="0" y="0"/>
                  </a:moveTo>
                  <a:cubicBezTo>
                    <a:pt x="19" y="0"/>
                    <a:pt x="48" y="19"/>
                    <a:pt x="48" y="48"/>
                  </a:cubicBezTo>
                  <a:cubicBezTo>
                    <a:pt x="77" y="641"/>
                    <a:pt x="565" y="1101"/>
                    <a:pt x="1158" y="1101"/>
                  </a:cubicBezTo>
                  <a:cubicBezTo>
                    <a:pt x="1187" y="1101"/>
                    <a:pt x="1206" y="1129"/>
                    <a:pt x="1206" y="1158"/>
                  </a:cubicBezTo>
                  <a:lnTo>
                    <a:pt x="1206" y="7139"/>
                  </a:lnTo>
                  <a:cubicBezTo>
                    <a:pt x="1206" y="7168"/>
                    <a:pt x="1187" y="7197"/>
                    <a:pt x="1158" y="7197"/>
                  </a:cubicBezTo>
                  <a:cubicBezTo>
                    <a:pt x="565" y="7197"/>
                    <a:pt x="77" y="7656"/>
                    <a:pt x="48" y="8250"/>
                  </a:cubicBezTo>
                  <a:cubicBezTo>
                    <a:pt x="48" y="8278"/>
                    <a:pt x="19" y="8297"/>
                    <a:pt x="0" y="8297"/>
                  </a:cubicBezTo>
                  <a:lnTo>
                    <a:pt x="1388" y="8297"/>
                  </a:lnTo>
                  <a:cubicBezTo>
                    <a:pt x="1416" y="8297"/>
                    <a:pt x="1436" y="8278"/>
                    <a:pt x="1436" y="8250"/>
                  </a:cubicBezTo>
                  <a:cubicBezTo>
                    <a:pt x="1464" y="7656"/>
                    <a:pt x="1952" y="7197"/>
                    <a:pt x="2546" y="7197"/>
                  </a:cubicBezTo>
                  <a:cubicBezTo>
                    <a:pt x="2574" y="7197"/>
                    <a:pt x="2603" y="7168"/>
                    <a:pt x="2603" y="7139"/>
                  </a:cubicBezTo>
                  <a:lnTo>
                    <a:pt x="2603" y="1158"/>
                  </a:lnTo>
                  <a:cubicBezTo>
                    <a:pt x="2603" y="1129"/>
                    <a:pt x="2574" y="1101"/>
                    <a:pt x="2546" y="1101"/>
                  </a:cubicBezTo>
                  <a:cubicBezTo>
                    <a:pt x="1952" y="1101"/>
                    <a:pt x="1464" y="641"/>
                    <a:pt x="1436" y="48"/>
                  </a:cubicBezTo>
                  <a:cubicBezTo>
                    <a:pt x="1436" y="19"/>
                    <a:pt x="1416" y="0"/>
                    <a:pt x="1388" y="0"/>
                  </a:cubicBezTo>
                  <a:close/>
                </a:path>
              </a:pathLst>
            </a:custGeom>
            <a:solidFill>
              <a:srgbClr val="EFF3F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055" name="Google Shape;13055;p43"/>
            <p:cNvSpPr/>
            <p:nvPr/>
          </p:nvSpPr>
          <p:spPr>
            <a:xfrm>
              <a:off x="1557445" y="2680871"/>
              <a:ext cx="66044" cy="80408"/>
            </a:xfrm>
            <a:custGeom>
              <a:rect b="b" l="l" r="r" t="t"/>
              <a:pathLst>
                <a:path extrusionOk="0" h="3062" w="2515">
                  <a:moveTo>
                    <a:pt x="1156" y="1"/>
                  </a:moveTo>
                  <a:lnTo>
                    <a:pt x="17" y="2393"/>
                  </a:lnTo>
                  <a:cubicBezTo>
                    <a:pt x="0" y="2419"/>
                    <a:pt x="21" y="2452"/>
                    <a:pt x="53" y="2452"/>
                  </a:cubicBezTo>
                  <a:cubicBezTo>
                    <a:pt x="57" y="2452"/>
                    <a:pt x="61" y="2452"/>
                    <a:pt x="65" y="2451"/>
                  </a:cubicBezTo>
                  <a:lnTo>
                    <a:pt x="831" y="2336"/>
                  </a:lnTo>
                  <a:cubicBezTo>
                    <a:pt x="836" y="2333"/>
                    <a:pt x="840" y="2332"/>
                    <a:pt x="844" y="2332"/>
                  </a:cubicBezTo>
                  <a:cubicBezTo>
                    <a:pt x="855" y="2332"/>
                    <a:pt x="862" y="2341"/>
                    <a:pt x="869" y="2355"/>
                  </a:cubicBezTo>
                  <a:lnTo>
                    <a:pt x="1300" y="3044"/>
                  </a:lnTo>
                  <a:cubicBezTo>
                    <a:pt x="1308" y="3056"/>
                    <a:pt x="1319" y="3061"/>
                    <a:pt x="1330" y="3061"/>
                  </a:cubicBezTo>
                  <a:cubicBezTo>
                    <a:pt x="1346" y="3061"/>
                    <a:pt x="1361" y="3051"/>
                    <a:pt x="1367" y="3034"/>
                  </a:cubicBezTo>
                  <a:lnTo>
                    <a:pt x="2515" y="642"/>
                  </a:lnTo>
                  <a:lnTo>
                    <a:pt x="1156" y="1"/>
                  </a:lnTo>
                  <a:close/>
                </a:path>
              </a:pathLst>
            </a:custGeom>
            <a:solidFill>
              <a:srgbClr val="92A1A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056" name="Google Shape;13056;p43"/>
            <p:cNvSpPr/>
            <p:nvPr/>
          </p:nvSpPr>
          <p:spPr>
            <a:xfrm>
              <a:off x="1607129" y="2680871"/>
              <a:ext cx="66070" cy="80408"/>
            </a:xfrm>
            <a:custGeom>
              <a:rect b="b" l="l" r="r" t="t"/>
              <a:pathLst>
                <a:path extrusionOk="0" h="3062" w="2516">
                  <a:moveTo>
                    <a:pt x="1350" y="1"/>
                  </a:moveTo>
                  <a:lnTo>
                    <a:pt x="1" y="642"/>
                  </a:lnTo>
                  <a:lnTo>
                    <a:pt x="1140" y="3034"/>
                  </a:lnTo>
                  <a:cubicBezTo>
                    <a:pt x="1151" y="3051"/>
                    <a:pt x="1168" y="3061"/>
                    <a:pt x="1185" y="3061"/>
                  </a:cubicBezTo>
                  <a:cubicBezTo>
                    <a:pt x="1197" y="3061"/>
                    <a:pt x="1208" y="3056"/>
                    <a:pt x="1216" y="3044"/>
                  </a:cubicBezTo>
                  <a:lnTo>
                    <a:pt x="1637" y="2355"/>
                  </a:lnTo>
                  <a:cubicBezTo>
                    <a:pt x="1644" y="2341"/>
                    <a:pt x="1657" y="2332"/>
                    <a:pt x="1670" y="2332"/>
                  </a:cubicBezTo>
                  <a:cubicBezTo>
                    <a:pt x="1675" y="2332"/>
                    <a:pt x="1680" y="2333"/>
                    <a:pt x="1685" y="2336"/>
                  </a:cubicBezTo>
                  <a:lnTo>
                    <a:pt x="2451" y="2451"/>
                  </a:lnTo>
                  <a:cubicBezTo>
                    <a:pt x="2455" y="2452"/>
                    <a:pt x="2459" y="2452"/>
                    <a:pt x="2463" y="2452"/>
                  </a:cubicBezTo>
                  <a:cubicBezTo>
                    <a:pt x="2495" y="2452"/>
                    <a:pt x="2516" y="2419"/>
                    <a:pt x="2499" y="2393"/>
                  </a:cubicBezTo>
                  <a:lnTo>
                    <a:pt x="1350" y="1"/>
                  </a:lnTo>
                  <a:close/>
                </a:path>
              </a:pathLst>
            </a:custGeom>
            <a:solidFill>
              <a:srgbClr val="7D8F9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057" name="Google Shape;13057;p43"/>
            <p:cNvSpPr/>
            <p:nvPr/>
          </p:nvSpPr>
          <p:spPr>
            <a:xfrm>
              <a:off x="1556631" y="2604927"/>
              <a:ext cx="117146" cy="115229"/>
            </a:xfrm>
            <a:custGeom>
              <a:rect b="b" l="l" r="r" t="t"/>
              <a:pathLst>
                <a:path extrusionOk="0" h="4388" w="4461">
                  <a:moveTo>
                    <a:pt x="2234" y="0"/>
                  </a:moveTo>
                  <a:cubicBezTo>
                    <a:pt x="2113" y="0"/>
                    <a:pt x="1991" y="36"/>
                    <a:pt x="1886" y="108"/>
                  </a:cubicBezTo>
                  <a:cubicBezTo>
                    <a:pt x="1790" y="179"/>
                    <a:pt x="1675" y="218"/>
                    <a:pt x="1562" y="218"/>
                  </a:cubicBezTo>
                  <a:cubicBezTo>
                    <a:pt x="1539" y="218"/>
                    <a:pt x="1516" y="216"/>
                    <a:pt x="1493" y="213"/>
                  </a:cubicBezTo>
                  <a:cubicBezTo>
                    <a:pt x="1477" y="212"/>
                    <a:pt x="1461" y="211"/>
                    <a:pt x="1444" y="211"/>
                  </a:cubicBezTo>
                  <a:cubicBezTo>
                    <a:pt x="1205" y="211"/>
                    <a:pt x="989" y="342"/>
                    <a:pt x="890" y="557"/>
                  </a:cubicBezTo>
                  <a:cubicBezTo>
                    <a:pt x="833" y="691"/>
                    <a:pt x="728" y="797"/>
                    <a:pt x="603" y="854"/>
                  </a:cubicBezTo>
                  <a:cubicBezTo>
                    <a:pt x="373" y="959"/>
                    <a:pt x="230" y="1199"/>
                    <a:pt x="259" y="1448"/>
                  </a:cubicBezTo>
                  <a:cubicBezTo>
                    <a:pt x="268" y="1591"/>
                    <a:pt x="230" y="1735"/>
                    <a:pt x="153" y="1849"/>
                  </a:cubicBezTo>
                  <a:cubicBezTo>
                    <a:pt x="0" y="2060"/>
                    <a:pt x="0" y="2328"/>
                    <a:pt x="153" y="2539"/>
                  </a:cubicBezTo>
                  <a:cubicBezTo>
                    <a:pt x="230" y="2653"/>
                    <a:pt x="268" y="2797"/>
                    <a:pt x="259" y="2940"/>
                  </a:cubicBezTo>
                  <a:cubicBezTo>
                    <a:pt x="230" y="3189"/>
                    <a:pt x="373" y="3429"/>
                    <a:pt x="603" y="3534"/>
                  </a:cubicBezTo>
                  <a:cubicBezTo>
                    <a:pt x="728" y="3591"/>
                    <a:pt x="833" y="3697"/>
                    <a:pt x="890" y="3831"/>
                  </a:cubicBezTo>
                  <a:cubicBezTo>
                    <a:pt x="989" y="4046"/>
                    <a:pt x="1205" y="4177"/>
                    <a:pt x="1444" y="4177"/>
                  </a:cubicBezTo>
                  <a:cubicBezTo>
                    <a:pt x="1461" y="4177"/>
                    <a:pt x="1477" y="4176"/>
                    <a:pt x="1493" y="4175"/>
                  </a:cubicBezTo>
                  <a:cubicBezTo>
                    <a:pt x="1516" y="4172"/>
                    <a:pt x="1539" y="4170"/>
                    <a:pt x="1562" y="4170"/>
                  </a:cubicBezTo>
                  <a:cubicBezTo>
                    <a:pt x="1675" y="4170"/>
                    <a:pt x="1790" y="4209"/>
                    <a:pt x="1886" y="4280"/>
                  </a:cubicBezTo>
                  <a:cubicBezTo>
                    <a:pt x="1991" y="4352"/>
                    <a:pt x="2113" y="4388"/>
                    <a:pt x="2234" y="4388"/>
                  </a:cubicBezTo>
                  <a:cubicBezTo>
                    <a:pt x="2355" y="4388"/>
                    <a:pt x="2474" y="4352"/>
                    <a:pt x="2575" y="4280"/>
                  </a:cubicBezTo>
                  <a:cubicBezTo>
                    <a:pt x="2670" y="4209"/>
                    <a:pt x="2785" y="4170"/>
                    <a:pt x="2904" y="4170"/>
                  </a:cubicBezTo>
                  <a:cubicBezTo>
                    <a:pt x="2928" y="4170"/>
                    <a:pt x="2952" y="4172"/>
                    <a:pt x="2977" y="4175"/>
                  </a:cubicBezTo>
                  <a:cubicBezTo>
                    <a:pt x="2992" y="4176"/>
                    <a:pt x="3008" y="4177"/>
                    <a:pt x="3024" y="4177"/>
                  </a:cubicBezTo>
                  <a:cubicBezTo>
                    <a:pt x="3255" y="4177"/>
                    <a:pt x="3472" y="4046"/>
                    <a:pt x="3580" y="3831"/>
                  </a:cubicBezTo>
                  <a:cubicBezTo>
                    <a:pt x="3637" y="3697"/>
                    <a:pt x="3742" y="3591"/>
                    <a:pt x="3867" y="3534"/>
                  </a:cubicBezTo>
                  <a:cubicBezTo>
                    <a:pt x="4096" y="3429"/>
                    <a:pt x="4230" y="3189"/>
                    <a:pt x="4211" y="2940"/>
                  </a:cubicBezTo>
                  <a:cubicBezTo>
                    <a:pt x="4202" y="2797"/>
                    <a:pt x="4230" y="2653"/>
                    <a:pt x="4316" y="2539"/>
                  </a:cubicBezTo>
                  <a:cubicBezTo>
                    <a:pt x="4460" y="2328"/>
                    <a:pt x="4460" y="2060"/>
                    <a:pt x="4316" y="1849"/>
                  </a:cubicBezTo>
                  <a:cubicBezTo>
                    <a:pt x="4230" y="1735"/>
                    <a:pt x="4202" y="1591"/>
                    <a:pt x="4211" y="1448"/>
                  </a:cubicBezTo>
                  <a:cubicBezTo>
                    <a:pt x="4230" y="1199"/>
                    <a:pt x="4096" y="959"/>
                    <a:pt x="3867" y="854"/>
                  </a:cubicBezTo>
                  <a:cubicBezTo>
                    <a:pt x="3742" y="797"/>
                    <a:pt x="3637" y="691"/>
                    <a:pt x="3580" y="557"/>
                  </a:cubicBezTo>
                  <a:cubicBezTo>
                    <a:pt x="3472" y="342"/>
                    <a:pt x="3255" y="211"/>
                    <a:pt x="3024" y="211"/>
                  </a:cubicBezTo>
                  <a:cubicBezTo>
                    <a:pt x="3008" y="211"/>
                    <a:pt x="2992" y="212"/>
                    <a:pt x="2977" y="213"/>
                  </a:cubicBezTo>
                  <a:cubicBezTo>
                    <a:pt x="2952" y="216"/>
                    <a:pt x="2928" y="218"/>
                    <a:pt x="2904" y="218"/>
                  </a:cubicBezTo>
                  <a:cubicBezTo>
                    <a:pt x="2785" y="218"/>
                    <a:pt x="2670" y="179"/>
                    <a:pt x="2575" y="108"/>
                  </a:cubicBezTo>
                  <a:cubicBezTo>
                    <a:pt x="2474" y="36"/>
                    <a:pt x="2355" y="0"/>
                    <a:pt x="2234" y="0"/>
                  </a:cubicBezTo>
                  <a:close/>
                </a:path>
              </a:pathLst>
            </a:custGeom>
            <a:solidFill>
              <a:srgbClr val="A3B6C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058" name="Google Shape;13058;p43"/>
            <p:cNvSpPr/>
            <p:nvPr/>
          </p:nvSpPr>
          <p:spPr>
            <a:xfrm>
              <a:off x="1595076" y="2714300"/>
              <a:ext cx="2048" cy="26"/>
            </a:xfrm>
            <a:custGeom>
              <a:rect b="b" l="l" r="r" t="t"/>
              <a:pathLst>
                <a:path extrusionOk="0" h="1" w="78">
                  <a:moveTo>
                    <a:pt x="1" y="0"/>
                  </a:moveTo>
                  <a:lnTo>
                    <a:pt x="29" y="0"/>
                  </a:lnTo>
                  <a:lnTo>
                    <a:pt x="77" y="0"/>
                  </a:lnTo>
                  <a:cubicBezTo>
                    <a:pt x="48" y="0"/>
                    <a:pt x="29" y="0"/>
                    <a:pt x="1" y="0"/>
                  </a:cubicBezTo>
                  <a:close/>
                </a:path>
              </a:pathLst>
            </a:custGeom>
            <a:solidFill>
              <a:srgbClr val="8CA4B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059" name="Google Shape;13059;p43"/>
            <p:cNvSpPr/>
            <p:nvPr/>
          </p:nvSpPr>
          <p:spPr>
            <a:xfrm>
              <a:off x="1595076" y="2610757"/>
              <a:ext cx="2048" cy="26"/>
            </a:xfrm>
            <a:custGeom>
              <a:rect b="b" l="l" r="r" t="t"/>
              <a:pathLst>
                <a:path extrusionOk="0" h="1" w="78">
                  <a:moveTo>
                    <a:pt x="77" y="1"/>
                  </a:moveTo>
                  <a:lnTo>
                    <a:pt x="29" y="1"/>
                  </a:lnTo>
                  <a:lnTo>
                    <a:pt x="1" y="1"/>
                  </a:lnTo>
                  <a:cubicBezTo>
                    <a:pt x="29" y="1"/>
                    <a:pt x="48" y="1"/>
                    <a:pt x="77" y="1"/>
                  </a:cubicBezTo>
                  <a:close/>
                </a:path>
              </a:pathLst>
            </a:custGeom>
            <a:solidFill>
              <a:srgbClr val="8CA4B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060" name="Google Shape;13060;p43"/>
            <p:cNvSpPr/>
            <p:nvPr/>
          </p:nvSpPr>
          <p:spPr>
            <a:xfrm>
              <a:off x="1598857" y="2604927"/>
              <a:ext cx="74920" cy="115176"/>
            </a:xfrm>
            <a:custGeom>
              <a:rect b="b" l="l" r="r" t="t"/>
              <a:pathLst>
                <a:path extrusionOk="0" h="4386" w="2853">
                  <a:moveTo>
                    <a:pt x="626" y="0"/>
                  </a:moveTo>
                  <a:cubicBezTo>
                    <a:pt x="505" y="0"/>
                    <a:pt x="383" y="36"/>
                    <a:pt x="278" y="108"/>
                  </a:cubicBezTo>
                  <a:cubicBezTo>
                    <a:pt x="201" y="165"/>
                    <a:pt x="105" y="203"/>
                    <a:pt x="0" y="213"/>
                  </a:cubicBezTo>
                  <a:cubicBezTo>
                    <a:pt x="8" y="213"/>
                    <a:pt x="16" y="212"/>
                    <a:pt x="24" y="212"/>
                  </a:cubicBezTo>
                  <a:cubicBezTo>
                    <a:pt x="255" y="212"/>
                    <a:pt x="473" y="345"/>
                    <a:pt x="574" y="557"/>
                  </a:cubicBezTo>
                  <a:cubicBezTo>
                    <a:pt x="632" y="691"/>
                    <a:pt x="737" y="787"/>
                    <a:pt x="861" y="854"/>
                  </a:cubicBezTo>
                  <a:cubicBezTo>
                    <a:pt x="1091" y="959"/>
                    <a:pt x="1235" y="1199"/>
                    <a:pt x="1206" y="1448"/>
                  </a:cubicBezTo>
                  <a:cubicBezTo>
                    <a:pt x="1196" y="1591"/>
                    <a:pt x="1235" y="1735"/>
                    <a:pt x="1311" y="1849"/>
                  </a:cubicBezTo>
                  <a:cubicBezTo>
                    <a:pt x="1464" y="2050"/>
                    <a:pt x="1464" y="2328"/>
                    <a:pt x="1311" y="2539"/>
                  </a:cubicBezTo>
                  <a:cubicBezTo>
                    <a:pt x="1235" y="2653"/>
                    <a:pt x="1196" y="2797"/>
                    <a:pt x="1206" y="2940"/>
                  </a:cubicBezTo>
                  <a:cubicBezTo>
                    <a:pt x="1235" y="3189"/>
                    <a:pt x="1091" y="3429"/>
                    <a:pt x="861" y="3534"/>
                  </a:cubicBezTo>
                  <a:cubicBezTo>
                    <a:pt x="737" y="3591"/>
                    <a:pt x="632" y="3697"/>
                    <a:pt x="574" y="3831"/>
                  </a:cubicBezTo>
                  <a:cubicBezTo>
                    <a:pt x="473" y="4043"/>
                    <a:pt x="255" y="4176"/>
                    <a:pt x="24" y="4176"/>
                  </a:cubicBezTo>
                  <a:cubicBezTo>
                    <a:pt x="16" y="4176"/>
                    <a:pt x="8" y="4175"/>
                    <a:pt x="0" y="4175"/>
                  </a:cubicBezTo>
                  <a:lnTo>
                    <a:pt x="0" y="4175"/>
                  </a:lnTo>
                  <a:cubicBezTo>
                    <a:pt x="105" y="4185"/>
                    <a:pt x="201" y="4213"/>
                    <a:pt x="278" y="4271"/>
                  </a:cubicBezTo>
                  <a:cubicBezTo>
                    <a:pt x="383" y="4347"/>
                    <a:pt x="505" y="4386"/>
                    <a:pt x="626" y="4386"/>
                  </a:cubicBezTo>
                  <a:cubicBezTo>
                    <a:pt x="747" y="4386"/>
                    <a:pt x="866" y="4347"/>
                    <a:pt x="967" y="4271"/>
                  </a:cubicBezTo>
                  <a:cubicBezTo>
                    <a:pt x="1070" y="4202"/>
                    <a:pt x="1196" y="4164"/>
                    <a:pt x="1325" y="4164"/>
                  </a:cubicBezTo>
                  <a:cubicBezTo>
                    <a:pt x="1340" y="4164"/>
                    <a:pt x="1354" y="4165"/>
                    <a:pt x="1369" y="4165"/>
                  </a:cubicBezTo>
                  <a:cubicBezTo>
                    <a:pt x="1390" y="4168"/>
                    <a:pt x="1411" y="4169"/>
                    <a:pt x="1432" y="4169"/>
                  </a:cubicBezTo>
                  <a:cubicBezTo>
                    <a:pt x="1657" y="4169"/>
                    <a:pt x="1866" y="4032"/>
                    <a:pt x="1962" y="3831"/>
                  </a:cubicBezTo>
                  <a:cubicBezTo>
                    <a:pt x="2029" y="3697"/>
                    <a:pt x="2125" y="3591"/>
                    <a:pt x="2259" y="3534"/>
                  </a:cubicBezTo>
                  <a:cubicBezTo>
                    <a:pt x="2488" y="3429"/>
                    <a:pt x="2622" y="3189"/>
                    <a:pt x="2603" y="2940"/>
                  </a:cubicBezTo>
                  <a:cubicBezTo>
                    <a:pt x="2584" y="2797"/>
                    <a:pt x="2622" y="2653"/>
                    <a:pt x="2708" y="2539"/>
                  </a:cubicBezTo>
                  <a:cubicBezTo>
                    <a:pt x="2852" y="2328"/>
                    <a:pt x="2852" y="2050"/>
                    <a:pt x="2708" y="1849"/>
                  </a:cubicBezTo>
                  <a:cubicBezTo>
                    <a:pt x="2622" y="1735"/>
                    <a:pt x="2584" y="1591"/>
                    <a:pt x="2603" y="1448"/>
                  </a:cubicBezTo>
                  <a:cubicBezTo>
                    <a:pt x="2622" y="1199"/>
                    <a:pt x="2488" y="959"/>
                    <a:pt x="2259" y="854"/>
                  </a:cubicBezTo>
                  <a:cubicBezTo>
                    <a:pt x="2125" y="787"/>
                    <a:pt x="2029" y="691"/>
                    <a:pt x="1962" y="557"/>
                  </a:cubicBezTo>
                  <a:cubicBezTo>
                    <a:pt x="1863" y="342"/>
                    <a:pt x="1647" y="211"/>
                    <a:pt x="1416" y="211"/>
                  </a:cubicBezTo>
                  <a:cubicBezTo>
                    <a:pt x="1400" y="211"/>
                    <a:pt x="1384" y="212"/>
                    <a:pt x="1369" y="213"/>
                  </a:cubicBezTo>
                  <a:cubicBezTo>
                    <a:pt x="1344" y="216"/>
                    <a:pt x="1320" y="218"/>
                    <a:pt x="1296" y="218"/>
                  </a:cubicBezTo>
                  <a:cubicBezTo>
                    <a:pt x="1177" y="218"/>
                    <a:pt x="1062" y="179"/>
                    <a:pt x="967" y="108"/>
                  </a:cubicBezTo>
                  <a:cubicBezTo>
                    <a:pt x="866" y="36"/>
                    <a:pt x="747" y="0"/>
                    <a:pt x="626" y="0"/>
                  </a:cubicBezTo>
                  <a:close/>
                </a:path>
              </a:pathLst>
            </a:custGeom>
            <a:solidFill>
              <a:srgbClr val="8CA4B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061" name="Google Shape;13061;p43"/>
            <p:cNvSpPr/>
            <p:nvPr/>
          </p:nvSpPr>
          <p:spPr>
            <a:xfrm>
              <a:off x="1583023" y="2630872"/>
              <a:ext cx="63602" cy="63339"/>
            </a:xfrm>
            <a:custGeom>
              <a:rect b="b" l="l" r="r" t="t"/>
              <a:pathLst>
                <a:path extrusionOk="0" h="2412" w="2422">
                  <a:moveTo>
                    <a:pt x="1206" y="0"/>
                  </a:moveTo>
                  <a:cubicBezTo>
                    <a:pt x="546" y="0"/>
                    <a:pt x="0" y="536"/>
                    <a:pt x="0" y="1206"/>
                  </a:cubicBezTo>
                  <a:cubicBezTo>
                    <a:pt x="0" y="1866"/>
                    <a:pt x="546" y="2412"/>
                    <a:pt x="1206" y="2412"/>
                  </a:cubicBezTo>
                  <a:cubicBezTo>
                    <a:pt x="1876" y="2412"/>
                    <a:pt x="2421" y="1866"/>
                    <a:pt x="2421" y="1206"/>
                  </a:cubicBezTo>
                  <a:cubicBezTo>
                    <a:pt x="2421" y="536"/>
                    <a:pt x="1876" y="0"/>
                    <a:pt x="1206" y="0"/>
                  </a:cubicBezTo>
                  <a:close/>
                </a:path>
              </a:pathLst>
            </a:custGeom>
            <a:solidFill>
              <a:srgbClr val="C2CED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062" name="Google Shape;13062;p43"/>
            <p:cNvSpPr/>
            <p:nvPr/>
          </p:nvSpPr>
          <p:spPr>
            <a:xfrm>
              <a:off x="1595076" y="2630872"/>
              <a:ext cx="56827" cy="63287"/>
            </a:xfrm>
            <a:custGeom>
              <a:rect b="b" l="l" r="r" t="t"/>
              <a:pathLst>
                <a:path extrusionOk="0" h="2410" w="2164">
                  <a:moveTo>
                    <a:pt x="757" y="0"/>
                  </a:moveTo>
                  <a:cubicBezTo>
                    <a:pt x="479" y="0"/>
                    <a:pt x="211" y="96"/>
                    <a:pt x="1" y="268"/>
                  </a:cubicBezTo>
                  <a:cubicBezTo>
                    <a:pt x="603" y="747"/>
                    <a:pt x="603" y="1665"/>
                    <a:pt x="1" y="2153"/>
                  </a:cubicBezTo>
                  <a:cubicBezTo>
                    <a:pt x="224" y="2328"/>
                    <a:pt x="485" y="2410"/>
                    <a:pt x="741" y="2410"/>
                  </a:cubicBezTo>
                  <a:cubicBezTo>
                    <a:pt x="1229" y="2410"/>
                    <a:pt x="1704" y="2113"/>
                    <a:pt x="1886" y="1598"/>
                  </a:cubicBezTo>
                  <a:cubicBezTo>
                    <a:pt x="2163" y="823"/>
                    <a:pt x="1580" y="0"/>
                    <a:pt x="757" y="0"/>
                  </a:cubicBezTo>
                  <a:close/>
                </a:path>
              </a:pathLst>
            </a:custGeom>
            <a:solidFill>
              <a:srgbClr val="B0C0C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063" name="Google Shape;13063;p43"/>
            <p:cNvSpPr/>
            <p:nvPr/>
          </p:nvSpPr>
          <p:spPr>
            <a:xfrm>
              <a:off x="1370054" y="2536074"/>
              <a:ext cx="253304" cy="12158"/>
            </a:xfrm>
            <a:custGeom>
              <a:rect b="b" l="l" r="r" t="t"/>
              <a:pathLst>
                <a:path extrusionOk="0" h="463" w="9646">
                  <a:moveTo>
                    <a:pt x="303" y="1"/>
                  </a:moveTo>
                  <a:cubicBezTo>
                    <a:pt x="1" y="1"/>
                    <a:pt x="4" y="462"/>
                    <a:pt x="311" y="462"/>
                  </a:cubicBezTo>
                  <a:cubicBezTo>
                    <a:pt x="317" y="462"/>
                    <a:pt x="323" y="462"/>
                    <a:pt x="329" y="462"/>
                  </a:cubicBezTo>
                  <a:lnTo>
                    <a:pt x="9326" y="462"/>
                  </a:lnTo>
                  <a:cubicBezTo>
                    <a:pt x="9332" y="462"/>
                    <a:pt x="9338" y="462"/>
                    <a:pt x="9343" y="462"/>
                  </a:cubicBezTo>
                  <a:cubicBezTo>
                    <a:pt x="9642" y="462"/>
                    <a:pt x="9645" y="1"/>
                    <a:pt x="9352" y="1"/>
                  </a:cubicBezTo>
                  <a:cubicBezTo>
                    <a:pt x="9343" y="1"/>
                    <a:pt x="9335" y="1"/>
                    <a:pt x="9326" y="2"/>
                  </a:cubicBezTo>
                  <a:lnTo>
                    <a:pt x="329" y="2"/>
                  </a:lnTo>
                  <a:cubicBezTo>
                    <a:pt x="320" y="1"/>
                    <a:pt x="311" y="1"/>
                    <a:pt x="303" y="1"/>
                  </a:cubicBezTo>
                  <a:close/>
                </a:path>
              </a:pathLst>
            </a:custGeom>
            <a:solidFill>
              <a:srgbClr val="92A1A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064" name="Google Shape;13064;p43"/>
            <p:cNvSpPr/>
            <p:nvPr/>
          </p:nvSpPr>
          <p:spPr>
            <a:xfrm>
              <a:off x="1370054" y="2503170"/>
              <a:ext cx="253304" cy="12132"/>
            </a:xfrm>
            <a:custGeom>
              <a:rect b="b" l="l" r="r" t="t"/>
              <a:pathLst>
                <a:path extrusionOk="0" h="462" w="9646">
                  <a:moveTo>
                    <a:pt x="303" y="0"/>
                  </a:moveTo>
                  <a:cubicBezTo>
                    <a:pt x="1" y="0"/>
                    <a:pt x="4" y="461"/>
                    <a:pt x="311" y="461"/>
                  </a:cubicBezTo>
                  <a:cubicBezTo>
                    <a:pt x="317" y="461"/>
                    <a:pt x="323" y="461"/>
                    <a:pt x="329" y="461"/>
                  </a:cubicBezTo>
                  <a:lnTo>
                    <a:pt x="9326" y="461"/>
                  </a:lnTo>
                  <a:cubicBezTo>
                    <a:pt x="9332" y="461"/>
                    <a:pt x="9338" y="461"/>
                    <a:pt x="9343" y="461"/>
                  </a:cubicBezTo>
                  <a:cubicBezTo>
                    <a:pt x="9642" y="461"/>
                    <a:pt x="9645" y="0"/>
                    <a:pt x="9352" y="0"/>
                  </a:cubicBezTo>
                  <a:cubicBezTo>
                    <a:pt x="9343" y="0"/>
                    <a:pt x="9335" y="1"/>
                    <a:pt x="9326" y="1"/>
                  </a:cubicBezTo>
                  <a:lnTo>
                    <a:pt x="329" y="1"/>
                  </a:lnTo>
                  <a:cubicBezTo>
                    <a:pt x="320" y="1"/>
                    <a:pt x="311" y="0"/>
                    <a:pt x="303" y="0"/>
                  </a:cubicBezTo>
                  <a:close/>
                </a:path>
              </a:pathLst>
            </a:custGeom>
            <a:solidFill>
              <a:srgbClr val="92A1A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065" name="Google Shape;13065;p43"/>
            <p:cNvSpPr/>
            <p:nvPr/>
          </p:nvSpPr>
          <p:spPr>
            <a:xfrm>
              <a:off x="1370133" y="2569266"/>
              <a:ext cx="253146" cy="12132"/>
            </a:xfrm>
            <a:custGeom>
              <a:rect b="b" l="l" r="r" t="t"/>
              <a:pathLst>
                <a:path extrusionOk="0" h="462" w="9640">
                  <a:moveTo>
                    <a:pt x="300" y="0"/>
                  </a:moveTo>
                  <a:cubicBezTo>
                    <a:pt x="0" y="0"/>
                    <a:pt x="0" y="462"/>
                    <a:pt x="300" y="462"/>
                  </a:cubicBezTo>
                  <a:cubicBezTo>
                    <a:pt x="309" y="462"/>
                    <a:pt x="317" y="462"/>
                    <a:pt x="326" y="461"/>
                  </a:cubicBezTo>
                  <a:lnTo>
                    <a:pt x="9323" y="461"/>
                  </a:lnTo>
                  <a:cubicBezTo>
                    <a:pt x="9331" y="462"/>
                    <a:pt x="9340" y="462"/>
                    <a:pt x="9348" y="462"/>
                  </a:cubicBezTo>
                  <a:cubicBezTo>
                    <a:pt x="9639" y="462"/>
                    <a:pt x="9639" y="0"/>
                    <a:pt x="9348" y="0"/>
                  </a:cubicBezTo>
                  <a:cubicBezTo>
                    <a:pt x="9340" y="0"/>
                    <a:pt x="9331" y="1"/>
                    <a:pt x="9323" y="1"/>
                  </a:cubicBezTo>
                  <a:lnTo>
                    <a:pt x="326" y="1"/>
                  </a:lnTo>
                  <a:cubicBezTo>
                    <a:pt x="317" y="1"/>
                    <a:pt x="309" y="0"/>
                    <a:pt x="300" y="0"/>
                  </a:cubicBezTo>
                  <a:close/>
                </a:path>
              </a:pathLst>
            </a:custGeom>
            <a:solidFill>
              <a:srgbClr val="92A1A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066" name="Google Shape;13066;p43"/>
            <p:cNvSpPr/>
            <p:nvPr/>
          </p:nvSpPr>
          <p:spPr>
            <a:xfrm>
              <a:off x="1447521" y="2612228"/>
              <a:ext cx="98344" cy="12158"/>
            </a:xfrm>
            <a:custGeom>
              <a:rect b="b" l="l" r="r" t="t"/>
              <a:pathLst>
                <a:path extrusionOk="0" h="463" w="3745">
                  <a:moveTo>
                    <a:pt x="301" y="1"/>
                  </a:moveTo>
                  <a:cubicBezTo>
                    <a:pt x="1" y="1"/>
                    <a:pt x="1" y="462"/>
                    <a:pt x="301" y="462"/>
                  </a:cubicBezTo>
                  <a:cubicBezTo>
                    <a:pt x="309" y="462"/>
                    <a:pt x="318" y="462"/>
                    <a:pt x="327" y="461"/>
                  </a:cubicBezTo>
                  <a:lnTo>
                    <a:pt x="3418" y="461"/>
                  </a:lnTo>
                  <a:cubicBezTo>
                    <a:pt x="3427" y="462"/>
                    <a:pt x="3436" y="462"/>
                    <a:pt x="3445" y="462"/>
                  </a:cubicBezTo>
                  <a:cubicBezTo>
                    <a:pt x="3744" y="462"/>
                    <a:pt x="3744" y="1"/>
                    <a:pt x="3445" y="1"/>
                  </a:cubicBezTo>
                  <a:cubicBezTo>
                    <a:pt x="3436" y="1"/>
                    <a:pt x="3427" y="1"/>
                    <a:pt x="3418" y="2"/>
                  </a:cubicBezTo>
                  <a:lnTo>
                    <a:pt x="327" y="2"/>
                  </a:lnTo>
                  <a:cubicBezTo>
                    <a:pt x="318" y="1"/>
                    <a:pt x="309" y="1"/>
                    <a:pt x="301" y="1"/>
                  </a:cubicBezTo>
                  <a:close/>
                </a:path>
              </a:pathLst>
            </a:custGeom>
            <a:solidFill>
              <a:srgbClr val="92A1A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3067" name="Google Shape;13067;p43"/>
          <p:cNvGrpSpPr/>
          <p:nvPr/>
        </p:nvGrpSpPr>
        <p:grpSpPr>
          <a:xfrm>
            <a:off x="882590" y="2285960"/>
            <a:ext cx="337310" cy="337047"/>
            <a:chOff x="882590" y="2438360"/>
            <a:chExt cx="337310" cy="337047"/>
          </a:xfrm>
        </p:grpSpPr>
        <p:sp>
          <p:nvSpPr>
            <p:cNvPr id="13068" name="Google Shape;13068;p43"/>
            <p:cNvSpPr/>
            <p:nvPr/>
          </p:nvSpPr>
          <p:spPr>
            <a:xfrm>
              <a:off x="992934" y="2438360"/>
              <a:ext cx="114625" cy="337047"/>
            </a:xfrm>
            <a:custGeom>
              <a:rect b="b" l="l" r="r" t="t"/>
              <a:pathLst>
                <a:path extrusionOk="0" h="12835" w="4365">
                  <a:moveTo>
                    <a:pt x="0" y="0"/>
                  </a:moveTo>
                  <a:lnTo>
                    <a:pt x="0" y="12834"/>
                  </a:lnTo>
                  <a:lnTo>
                    <a:pt x="4364" y="12834"/>
                  </a:lnTo>
                  <a:lnTo>
                    <a:pt x="4364" y="0"/>
                  </a:lnTo>
                  <a:close/>
                </a:path>
              </a:pathLst>
            </a:custGeom>
            <a:solidFill>
              <a:srgbClr val="D5DDE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069" name="Google Shape;13069;p43"/>
            <p:cNvSpPr/>
            <p:nvPr/>
          </p:nvSpPr>
          <p:spPr>
            <a:xfrm>
              <a:off x="1081640" y="2438360"/>
              <a:ext cx="25919" cy="337047"/>
            </a:xfrm>
            <a:custGeom>
              <a:rect b="b" l="l" r="r" t="t"/>
              <a:pathLst>
                <a:path extrusionOk="0" h="12835" w="987">
                  <a:moveTo>
                    <a:pt x="0" y="0"/>
                  </a:moveTo>
                  <a:lnTo>
                    <a:pt x="0" y="12834"/>
                  </a:lnTo>
                  <a:lnTo>
                    <a:pt x="986" y="12834"/>
                  </a:lnTo>
                  <a:lnTo>
                    <a:pt x="986" y="0"/>
                  </a:lnTo>
                  <a:close/>
                </a:path>
              </a:pathLst>
            </a:custGeom>
            <a:solidFill>
              <a:srgbClr val="C5D1D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070" name="Google Shape;13070;p43"/>
            <p:cNvSpPr/>
            <p:nvPr/>
          </p:nvSpPr>
          <p:spPr>
            <a:xfrm>
              <a:off x="882590" y="2438360"/>
              <a:ext cx="112367" cy="337047"/>
            </a:xfrm>
            <a:custGeom>
              <a:rect b="b" l="l" r="r" t="t"/>
              <a:pathLst>
                <a:path extrusionOk="0" h="12835" w="4279">
                  <a:moveTo>
                    <a:pt x="986" y="0"/>
                  </a:moveTo>
                  <a:cubicBezTo>
                    <a:pt x="441" y="0"/>
                    <a:pt x="1" y="441"/>
                    <a:pt x="1" y="976"/>
                  </a:cubicBezTo>
                  <a:lnTo>
                    <a:pt x="1" y="11858"/>
                  </a:lnTo>
                  <a:cubicBezTo>
                    <a:pt x="1" y="12394"/>
                    <a:pt x="441" y="12834"/>
                    <a:pt x="986" y="12834"/>
                  </a:cubicBezTo>
                  <a:lnTo>
                    <a:pt x="4279" y="12834"/>
                  </a:lnTo>
                  <a:lnTo>
                    <a:pt x="4279" y="0"/>
                  </a:lnTo>
                  <a:close/>
                </a:path>
              </a:pathLst>
            </a:custGeom>
            <a:solidFill>
              <a:srgbClr val="BECBD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071" name="Google Shape;13071;p43"/>
            <p:cNvSpPr/>
            <p:nvPr/>
          </p:nvSpPr>
          <p:spPr>
            <a:xfrm>
              <a:off x="969799" y="2438360"/>
              <a:ext cx="25157" cy="337047"/>
            </a:xfrm>
            <a:custGeom>
              <a:rect b="b" l="l" r="r" t="t"/>
              <a:pathLst>
                <a:path extrusionOk="0" h="12835" w="958">
                  <a:moveTo>
                    <a:pt x="1" y="0"/>
                  </a:moveTo>
                  <a:lnTo>
                    <a:pt x="1" y="12834"/>
                  </a:lnTo>
                  <a:lnTo>
                    <a:pt x="958" y="12834"/>
                  </a:lnTo>
                  <a:lnTo>
                    <a:pt x="958" y="0"/>
                  </a:lnTo>
                  <a:close/>
                </a:path>
              </a:pathLst>
            </a:custGeom>
            <a:solidFill>
              <a:srgbClr val="AABCC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072" name="Google Shape;13072;p43"/>
            <p:cNvSpPr/>
            <p:nvPr/>
          </p:nvSpPr>
          <p:spPr>
            <a:xfrm>
              <a:off x="1106010" y="2438360"/>
              <a:ext cx="113890" cy="337047"/>
            </a:xfrm>
            <a:custGeom>
              <a:rect b="b" l="l" r="r" t="t"/>
              <a:pathLst>
                <a:path extrusionOk="0" h="12835" w="4337">
                  <a:moveTo>
                    <a:pt x="3358" y="0"/>
                  </a:moveTo>
                  <a:cubicBezTo>
                    <a:pt x="3352" y="0"/>
                    <a:pt x="3347" y="0"/>
                    <a:pt x="3341" y="0"/>
                  </a:cubicBezTo>
                  <a:lnTo>
                    <a:pt x="1" y="0"/>
                  </a:lnTo>
                  <a:lnTo>
                    <a:pt x="1" y="12834"/>
                  </a:lnTo>
                  <a:lnTo>
                    <a:pt x="3341" y="12834"/>
                  </a:lnTo>
                  <a:cubicBezTo>
                    <a:pt x="3886" y="12834"/>
                    <a:pt x="4326" y="12403"/>
                    <a:pt x="4336" y="11858"/>
                  </a:cubicBezTo>
                  <a:lnTo>
                    <a:pt x="4336" y="976"/>
                  </a:lnTo>
                  <a:cubicBezTo>
                    <a:pt x="4327" y="437"/>
                    <a:pt x="3896" y="0"/>
                    <a:pt x="3358" y="0"/>
                  </a:cubicBezTo>
                  <a:close/>
                </a:path>
              </a:pathLst>
            </a:custGeom>
            <a:solidFill>
              <a:srgbClr val="DFE6E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073" name="Google Shape;13073;p43"/>
            <p:cNvSpPr/>
            <p:nvPr/>
          </p:nvSpPr>
          <p:spPr>
            <a:xfrm>
              <a:off x="1167852" y="2438360"/>
              <a:ext cx="52047" cy="337047"/>
            </a:xfrm>
            <a:custGeom>
              <a:rect b="b" l="l" r="r" t="t"/>
              <a:pathLst>
                <a:path extrusionOk="0" h="12835" w="1982">
                  <a:moveTo>
                    <a:pt x="17" y="0"/>
                  </a:moveTo>
                  <a:cubicBezTo>
                    <a:pt x="12" y="0"/>
                    <a:pt x="6" y="0"/>
                    <a:pt x="0" y="0"/>
                  </a:cubicBezTo>
                  <a:lnTo>
                    <a:pt x="35" y="0"/>
                  </a:lnTo>
                  <a:cubicBezTo>
                    <a:pt x="29" y="0"/>
                    <a:pt x="23" y="0"/>
                    <a:pt x="17" y="0"/>
                  </a:cubicBezTo>
                  <a:close/>
                  <a:moveTo>
                    <a:pt x="0" y="12834"/>
                  </a:moveTo>
                  <a:cubicBezTo>
                    <a:pt x="6" y="12834"/>
                    <a:pt x="12" y="12834"/>
                    <a:pt x="17" y="12834"/>
                  </a:cubicBezTo>
                  <a:cubicBezTo>
                    <a:pt x="23" y="12834"/>
                    <a:pt x="29" y="12834"/>
                    <a:pt x="35" y="12834"/>
                  </a:cubicBezTo>
                  <a:close/>
                  <a:moveTo>
                    <a:pt x="1003" y="0"/>
                  </a:moveTo>
                  <a:cubicBezTo>
                    <a:pt x="997" y="0"/>
                    <a:pt x="992" y="0"/>
                    <a:pt x="986" y="0"/>
                  </a:cubicBezTo>
                  <a:lnTo>
                    <a:pt x="35" y="0"/>
                  </a:lnTo>
                  <a:cubicBezTo>
                    <a:pt x="565" y="10"/>
                    <a:pt x="995" y="443"/>
                    <a:pt x="995" y="976"/>
                  </a:cubicBezTo>
                  <a:lnTo>
                    <a:pt x="995" y="11858"/>
                  </a:lnTo>
                  <a:cubicBezTo>
                    <a:pt x="995" y="12392"/>
                    <a:pt x="565" y="12825"/>
                    <a:pt x="35" y="12834"/>
                  </a:cubicBezTo>
                  <a:lnTo>
                    <a:pt x="986" y="12834"/>
                  </a:lnTo>
                  <a:cubicBezTo>
                    <a:pt x="992" y="12834"/>
                    <a:pt x="997" y="12834"/>
                    <a:pt x="1003" y="12834"/>
                  </a:cubicBezTo>
                  <a:cubicBezTo>
                    <a:pt x="1541" y="12834"/>
                    <a:pt x="1972" y="12398"/>
                    <a:pt x="1981" y="11858"/>
                  </a:cubicBezTo>
                  <a:lnTo>
                    <a:pt x="1981" y="976"/>
                  </a:lnTo>
                  <a:cubicBezTo>
                    <a:pt x="1972" y="437"/>
                    <a:pt x="1541" y="0"/>
                    <a:pt x="1003" y="0"/>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074" name="Google Shape;13074;p43"/>
            <p:cNvSpPr/>
            <p:nvPr/>
          </p:nvSpPr>
          <p:spPr>
            <a:xfrm>
              <a:off x="922058" y="2707525"/>
              <a:ext cx="33193" cy="33193"/>
            </a:xfrm>
            <a:custGeom>
              <a:rect b="b" l="l" r="r" t="t"/>
              <a:pathLst>
                <a:path extrusionOk="0" h="1264" w="1264">
                  <a:moveTo>
                    <a:pt x="632" y="0"/>
                  </a:moveTo>
                  <a:cubicBezTo>
                    <a:pt x="278" y="0"/>
                    <a:pt x="0" y="278"/>
                    <a:pt x="0" y="632"/>
                  </a:cubicBezTo>
                  <a:cubicBezTo>
                    <a:pt x="0" y="976"/>
                    <a:pt x="278" y="1263"/>
                    <a:pt x="632" y="1263"/>
                  </a:cubicBezTo>
                  <a:cubicBezTo>
                    <a:pt x="976" y="1263"/>
                    <a:pt x="1264" y="976"/>
                    <a:pt x="1264" y="632"/>
                  </a:cubicBezTo>
                  <a:cubicBezTo>
                    <a:pt x="1264" y="278"/>
                    <a:pt x="976" y="0"/>
                    <a:pt x="632" y="0"/>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075" name="Google Shape;13075;p43"/>
            <p:cNvSpPr/>
            <p:nvPr/>
          </p:nvSpPr>
          <p:spPr>
            <a:xfrm>
              <a:off x="1034635" y="2707525"/>
              <a:ext cx="33219" cy="33193"/>
            </a:xfrm>
            <a:custGeom>
              <a:rect b="b" l="l" r="r" t="t"/>
              <a:pathLst>
                <a:path extrusionOk="0" h="1264" w="1265">
                  <a:moveTo>
                    <a:pt x="632" y="0"/>
                  </a:moveTo>
                  <a:cubicBezTo>
                    <a:pt x="278" y="0"/>
                    <a:pt x="1" y="278"/>
                    <a:pt x="1" y="632"/>
                  </a:cubicBezTo>
                  <a:cubicBezTo>
                    <a:pt x="1" y="976"/>
                    <a:pt x="278" y="1263"/>
                    <a:pt x="632" y="1263"/>
                  </a:cubicBezTo>
                  <a:cubicBezTo>
                    <a:pt x="986" y="1263"/>
                    <a:pt x="1264" y="976"/>
                    <a:pt x="1264" y="632"/>
                  </a:cubicBezTo>
                  <a:cubicBezTo>
                    <a:pt x="1264" y="278"/>
                    <a:pt x="986" y="0"/>
                    <a:pt x="632" y="0"/>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076" name="Google Shape;13076;p43"/>
            <p:cNvSpPr/>
            <p:nvPr/>
          </p:nvSpPr>
          <p:spPr>
            <a:xfrm>
              <a:off x="1145715" y="2707525"/>
              <a:ext cx="33455" cy="33193"/>
            </a:xfrm>
            <a:custGeom>
              <a:rect b="b" l="l" r="r" t="t"/>
              <a:pathLst>
                <a:path extrusionOk="0" h="1264" w="1274">
                  <a:moveTo>
                    <a:pt x="642" y="0"/>
                  </a:moveTo>
                  <a:cubicBezTo>
                    <a:pt x="288" y="0"/>
                    <a:pt x="1" y="278"/>
                    <a:pt x="1" y="632"/>
                  </a:cubicBezTo>
                  <a:cubicBezTo>
                    <a:pt x="1" y="976"/>
                    <a:pt x="288" y="1263"/>
                    <a:pt x="642" y="1263"/>
                  </a:cubicBezTo>
                  <a:cubicBezTo>
                    <a:pt x="987" y="1263"/>
                    <a:pt x="1274" y="976"/>
                    <a:pt x="1274" y="632"/>
                  </a:cubicBezTo>
                  <a:cubicBezTo>
                    <a:pt x="1274" y="278"/>
                    <a:pt x="987" y="0"/>
                    <a:pt x="642" y="0"/>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077" name="Google Shape;13077;p43"/>
            <p:cNvSpPr/>
            <p:nvPr/>
          </p:nvSpPr>
          <p:spPr>
            <a:xfrm>
              <a:off x="907484" y="2598441"/>
              <a:ext cx="62341" cy="41990"/>
            </a:xfrm>
            <a:custGeom>
              <a:rect b="b" l="l" r="r" t="t"/>
              <a:pathLst>
                <a:path extrusionOk="0" h="1599" w="2374">
                  <a:moveTo>
                    <a:pt x="0" y="1"/>
                  </a:moveTo>
                  <a:lnTo>
                    <a:pt x="0" y="1340"/>
                  </a:lnTo>
                  <a:cubicBezTo>
                    <a:pt x="0" y="1484"/>
                    <a:pt x="115" y="1599"/>
                    <a:pt x="259" y="1599"/>
                  </a:cubicBezTo>
                  <a:lnTo>
                    <a:pt x="2115" y="1599"/>
                  </a:lnTo>
                  <a:cubicBezTo>
                    <a:pt x="2259" y="1599"/>
                    <a:pt x="2374" y="1474"/>
                    <a:pt x="2374" y="1340"/>
                  </a:cubicBezTo>
                  <a:lnTo>
                    <a:pt x="2374" y="1"/>
                  </a:ln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078" name="Google Shape;13078;p43"/>
            <p:cNvSpPr/>
            <p:nvPr/>
          </p:nvSpPr>
          <p:spPr>
            <a:xfrm>
              <a:off x="907484" y="2475045"/>
              <a:ext cx="62341" cy="123422"/>
            </a:xfrm>
            <a:custGeom>
              <a:rect b="b" l="l" r="r" t="t"/>
              <a:pathLst>
                <a:path extrusionOk="0" h="4700" w="2374">
                  <a:moveTo>
                    <a:pt x="259" y="1"/>
                  </a:moveTo>
                  <a:cubicBezTo>
                    <a:pt x="115" y="1"/>
                    <a:pt x="0" y="115"/>
                    <a:pt x="0" y="259"/>
                  </a:cubicBezTo>
                  <a:lnTo>
                    <a:pt x="0" y="4700"/>
                  </a:lnTo>
                  <a:lnTo>
                    <a:pt x="2374" y="4700"/>
                  </a:lnTo>
                  <a:lnTo>
                    <a:pt x="2374" y="240"/>
                  </a:lnTo>
                  <a:cubicBezTo>
                    <a:pt x="2374" y="106"/>
                    <a:pt x="2268" y="1"/>
                    <a:pt x="2134" y="1"/>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079" name="Google Shape;13079;p43"/>
            <p:cNvSpPr/>
            <p:nvPr/>
          </p:nvSpPr>
          <p:spPr>
            <a:xfrm>
              <a:off x="1020061" y="2475045"/>
              <a:ext cx="62367" cy="123422"/>
            </a:xfrm>
            <a:custGeom>
              <a:rect b="b" l="l" r="r" t="t"/>
              <a:pathLst>
                <a:path extrusionOk="0" h="4700" w="2375">
                  <a:moveTo>
                    <a:pt x="259" y="1"/>
                  </a:moveTo>
                  <a:cubicBezTo>
                    <a:pt x="116" y="1"/>
                    <a:pt x="1" y="115"/>
                    <a:pt x="1" y="259"/>
                  </a:cubicBezTo>
                  <a:lnTo>
                    <a:pt x="1" y="4700"/>
                  </a:lnTo>
                  <a:lnTo>
                    <a:pt x="2374" y="4700"/>
                  </a:lnTo>
                  <a:lnTo>
                    <a:pt x="2374" y="259"/>
                  </a:lnTo>
                  <a:cubicBezTo>
                    <a:pt x="2374" y="115"/>
                    <a:pt x="2259" y="1"/>
                    <a:pt x="2116" y="1"/>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080" name="Google Shape;13080;p43"/>
            <p:cNvSpPr/>
            <p:nvPr/>
          </p:nvSpPr>
          <p:spPr>
            <a:xfrm>
              <a:off x="1020061" y="2598441"/>
              <a:ext cx="62367" cy="41990"/>
            </a:xfrm>
            <a:custGeom>
              <a:rect b="b" l="l" r="r" t="t"/>
              <a:pathLst>
                <a:path extrusionOk="0" h="1599" w="2375">
                  <a:moveTo>
                    <a:pt x="1" y="1"/>
                  </a:moveTo>
                  <a:lnTo>
                    <a:pt x="1" y="1340"/>
                  </a:lnTo>
                  <a:cubicBezTo>
                    <a:pt x="1" y="1484"/>
                    <a:pt x="116" y="1599"/>
                    <a:pt x="259" y="1599"/>
                  </a:cubicBezTo>
                  <a:lnTo>
                    <a:pt x="2116" y="1599"/>
                  </a:lnTo>
                  <a:cubicBezTo>
                    <a:pt x="2259" y="1599"/>
                    <a:pt x="2374" y="1474"/>
                    <a:pt x="2374" y="1340"/>
                  </a:cubicBezTo>
                  <a:lnTo>
                    <a:pt x="2374" y="1"/>
                  </a:ln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081" name="Google Shape;13081;p43"/>
            <p:cNvSpPr/>
            <p:nvPr/>
          </p:nvSpPr>
          <p:spPr>
            <a:xfrm>
              <a:off x="1131403" y="2475045"/>
              <a:ext cx="62341" cy="123422"/>
            </a:xfrm>
            <a:custGeom>
              <a:rect b="b" l="l" r="r" t="t"/>
              <a:pathLst>
                <a:path extrusionOk="0" h="4700" w="2374">
                  <a:moveTo>
                    <a:pt x="259" y="1"/>
                  </a:moveTo>
                  <a:cubicBezTo>
                    <a:pt x="115" y="1"/>
                    <a:pt x="0" y="115"/>
                    <a:pt x="0" y="259"/>
                  </a:cubicBezTo>
                  <a:lnTo>
                    <a:pt x="0" y="4700"/>
                  </a:lnTo>
                  <a:lnTo>
                    <a:pt x="2374" y="4700"/>
                  </a:lnTo>
                  <a:lnTo>
                    <a:pt x="2374" y="259"/>
                  </a:lnTo>
                  <a:cubicBezTo>
                    <a:pt x="2374" y="115"/>
                    <a:pt x="2259" y="1"/>
                    <a:pt x="2115" y="1"/>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082" name="Google Shape;13082;p43"/>
            <p:cNvSpPr/>
            <p:nvPr/>
          </p:nvSpPr>
          <p:spPr>
            <a:xfrm>
              <a:off x="1131403" y="2598441"/>
              <a:ext cx="62341" cy="41990"/>
            </a:xfrm>
            <a:custGeom>
              <a:rect b="b" l="l" r="r" t="t"/>
              <a:pathLst>
                <a:path extrusionOk="0" h="1599" w="2374">
                  <a:moveTo>
                    <a:pt x="0" y="1"/>
                  </a:moveTo>
                  <a:lnTo>
                    <a:pt x="0" y="1340"/>
                  </a:lnTo>
                  <a:cubicBezTo>
                    <a:pt x="0" y="1484"/>
                    <a:pt x="115" y="1599"/>
                    <a:pt x="259" y="1599"/>
                  </a:cubicBezTo>
                  <a:lnTo>
                    <a:pt x="2115" y="1599"/>
                  </a:lnTo>
                  <a:cubicBezTo>
                    <a:pt x="2259" y="1599"/>
                    <a:pt x="2374" y="1474"/>
                    <a:pt x="2374" y="1340"/>
                  </a:cubicBezTo>
                  <a:lnTo>
                    <a:pt x="2374" y="1"/>
                  </a:ln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083" name="Google Shape;13083;p43"/>
            <p:cNvSpPr/>
            <p:nvPr/>
          </p:nvSpPr>
          <p:spPr>
            <a:xfrm>
              <a:off x="921560" y="2501437"/>
              <a:ext cx="33954" cy="10084"/>
            </a:xfrm>
            <a:custGeom>
              <a:rect b="b" l="l" r="r" t="t"/>
              <a:pathLst>
                <a:path extrusionOk="0" h="384" w="1293">
                  <a:moveTo>
                    <a:pt x="259" y="0"/>
                  </a:moveTo>
                  <a:cubicBezTo>
                    <a:pt x="0" y="0"/>
                    <a:pt x="0" y="383"/>
                    <a:pt x="259" y="383"/>
                  </a:cubicBezTo>
                  <a:lnTo>
                    <a:pt x="1034" y="383"/>
                  </a:lnTo>
                  <a:cubicBezTo>
                    <a:pt x="1292" y="383"/>
                    <a:pt x="1292" y="0"/>
                    <a:pt x="1034" y="0"/>
                  </a:cubicBezTo>
                  <a:close/>
                </a:path>
              </a:pathLst>
            </a:custGeom>
            <a:solidFill>
              <a:srgbClr val="8195A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084" name="Google Shape;13084;p43"/>
            <p:cNvSpPr/>
            <p:nvPr/>
          </p:nvSpPr>
          <p:spPr>
            <a:xfrm>
              <a:off x="921560" y="2531583"/>
              <a:ext cx="33954" cy="10084"/>
            </a:xfrm>
            <a:custGeom>
              <a:rect b="b" l="l" r="r" t="t"/>
              <a:pathLst>
                <a:path extrusionOk="0" h="384" w="1293">
                  <a:moveTo>
                    <a:pt x="259" y="1"/>
                  </a:moveTo>
                  <a:cubicBezTo>
                    <a:pt x="0" y="1"/>
                    <a:pt x="0" y="384"/>
                    <a:pt x="259" y="384"/>
                  </a:cubicBezTo>
                  <a:lnTo>
                    <a:pt x="1034" y="384"/>
                  </a:lnTo>
                  <a:cubicBezTo>
                    <a:pt x="1292" y="384"/>
                    <a:pt x="1292" y="1"/>
                    <a:pt x="1034" y="1"/>
                  </a:cubicBezTo>
                  <a:close/>
                </a:path>
              </a:pathLst>
            </a:custGeom>
            <a:solidFill>
              <a:srgbClr val="8195A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085" name="Google Shape;13085;p43"/>
            <p:cNvSpPr/>
            <p:nvPr/>
          </p:nvSpPr>
          <p:spPr>
            <a:xfrm>
              <a:off x="921560" y="2561756"/>
              <a:ext cx="33954" cy="10084"/>
            </a:xfrm>
            <a:custGeom>
              <a:rect b="b" l="l" r="r" t="t"/>
              <a:pathLst>
                <a:path extrusionOk="0" h="384" w="1293">
                  <a:moveTo>
                    <a:pt x="259" y="0"/>
                  </a:moveTo>
                  <a:cubicBezTo>
                    <a:pt x="0" y="0"/>
                    <a:pt x="0" y="383"/>
                    <a:pt x="259" y="383"/>
                  </a:cubicBezTo>
                  <a:lnTo>
                    <a:pt x="1034" y="383"/>
                  </a:lnTo>
                  <a:cubicBezTo>
                    <a:pt x="1292" y="383"/>
                    <a:pt x="1292" y="0"/>
                    <a:pt x="1034" y="0"/>
                  </a:cubicBezTo>
                  <a:close/>
                </a:path>
              </a:pathLst>
            </a:custGeom>
            <a:solidFill>
              <a:srgbClr val="8195A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086" name="Google Shape;13086;p43"/>
            <p:cNvSpPr/>
            <p:nvPr/>
          </p:nvSpPr>
          <p:spPr>
            <a:xfrm>
              <a:off x="1145479" y="2501437"/>
              <a:ext cx="33954" cy="10084"/>
            </a:xfrm>
            <a:custGeom>
              <a:rect b="b" l="l" r="r" t="t"/>
              <a:pathLst>
                <a:path extrusionOk="0" h="384" w="1293">
                  <a:moveTo>
                    <a:pt x="1043" y="0"/>
                  </a:moveTo>
                  <a:cubicBezTo>
                    <a:pt x="1040" y="0"/>
                    <a:pt x="1037" y="0"/>
                    <a:pt x="1034" y="0"/>
                  </a:cubicBezTo>
                  <a:lnTo>
                    <a:pt x="259" y="0"/>
                  </a:lnTo>
                  <a:cubicBezTo>
                    <a:pt x="0" y="0"/>
                    <a:pt x="0" y="383"/>
                    <a:pt x="259" y="383"/>
                  </a:cubicBezTo>
                  <a:lnTo>
                    <a:pt x="1034" y="383"/>
                  </a:lnTo>
                  <a:cubicBezTo>
                    <a:pt x="1289" y="383"/>
                    <a:pt x="1292" y="0"/>
                    <a:pt x="1043" y="0"/>
                  </a:cubicBezTo>
                  <a:close/>
                </a:path>
              </a:pathLst>
            </a:custGeom>
            <a:solidFill>
              <a:srgbClr val="8195A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087" name="Google Shape;13087;p43"/>
            <p:cNvSpPr/>
            <p:nvPr/>
          </p:nvSpPr>
          <p:spPr>
            <a:xfrm>
              <a:off x="1145479" y="2531583"/>
              <a:ext cx="33954" cy="10084"/>
            </a:xfrm>
            <a:custGeom>
              <a:rect b="b" l="l" r="r" t="t"/>
              <a:pathLst>
                <a:path extrusionOk="0" h="384" w="1293">
                  <a:moveTo>
                    <a:pt x="259" y="1"/>
                  </a:moveTo>
                  <a:cubicBezTo>
                    <a:pt x="0" y="1"/>
                    <a:pt x="0" y="384"/>
                    <a:pt x="259" y="384"/>
                  </a:cubicBezTo>
                  <a:lnTo>
                    <a:pt x="1034" y="384"/>
                  </a:lnTo>
                  <a:cubicBezTo>
                    <a:pt x="1292" y="384"/>
                    <a:pt x="1292" y="1"/>
                    <a:pt x="1034" y="1"/>
                  </a:cubicBezTo>
                  <a:close/>
                </a:path>
              </a:pathLst>
            </a:custGeom>
            <a:solidFill>
              <a:srgbClr val="8195A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088" name="Google Shape;13088;p43"/>
            <p:cNvSpPr/>
            <p:nvPr/>
          </p:nvSpPr>
          <p:spPr>
            <a:xfrm>
              <a:off x="1145479" y="2561756"/>
              <a:ext cx="33954" cy="10084"/>
            </a:xfrm>
            <a:custGeom>
              <a:rect b="b" l="l" r="r" t="t"/>
              <a:pathLst>
                <a:path extrusionOk="0" h="384" w="1293">
                  <a:moveTo>
                    <a:pt x="259" y="0"/>
                  </a:moveTo>
                  <a:cubicBezTo>
                    <a:pt x="0" y="0"/>
                    <a:pt x="0" y="383"/>
                    <a:pt x="259" y="383"/>
                  </a:cubicBezTo>
                  <a:lnTo>
                    <a:pt x="1034" y="383"/>
                  </a:lnTo>
                  <a:cubicBezTo>
                    <a:pt x="1292" y="383"/>
                    <a:pt x="1292" y="0"/>
                    <a:pt x="1034" y="0"/>
                  </a:cubicBezTo>
                  <a:close/>
                </a:path>
              </a:pathLst>
            </a:custGeom>
            <a:solidFill>
              <a:srgbClr val="8195A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089" name="Google Shape;13089;p43"/>
            <p:cNvSpPr/>
            <p:nvPr/>
          </p:nvSpPr>
          <p:spPr>
            <a:xfrm>
              <a:off x="1034399" y="2501437"/>
              <a:ext cx="33692" cy="10084"/>
            </a:xfrm>
            <a:custGeom>
              <a:rect b="b" l="l" r="r" t="t"/>
              <a:pathLst>
                <a:path extrusionOk="0" h="384" w="1283">
                  <a:moveTo>
                    <a:pt x="259" y="0"/>
                  </a:moveTo>
                  <a:cubicBezTo>
                    <a:pt x="0" y="0"/>
                    <a:pt x="0" y="383"/>
                    <a:pt x="259" y="383"/>
                  </a:cubicBezTo>
                  <a:lnTo>
                    <a:pt x="1034" y="383"/>
                  </a:lnTo>
                  <a:cubicBezTo>
                    <a:pt x="1283" y="383"/>
                    <a:pt x="1283" y="0"/>
                    <a:pt x="1034" y="0"/>
                  </a:cubicBezTo>
                  <a:close/>
                </a:path>
              </a:pathLst>
            </a:custGeom>
            <a:solidFill>
              <a:srgbClr val="8195A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090" name="Google Shape;13090;p43"/>
            <p:cNvSpPr/>
            <p:nvPr/>
          </p:nvSpPr>
          <p:spPr>
            <a:xfrm>
              <a:off x="1034399" y="2531583"/>
              <a:ext cx="33692" cy="10084"/>
            </a:xfrm>
            <a:custGeom>
              <a:rect b="b" l="l" r="r" t="t"/>
              <a:pathLst>
                <a:path extrusionOk="0" h="384" w="1283">
                  <a:moveTo>
                    <a:pt x="259" y="1"/>
                  </a:moveTo>
                  <a:cubicBezTo>
                    <a:pt x="0" y="1"/>
                    <a:pt x="0" y="384"/>
                    <a:pt x="259" y="384"/>
                  </a:cubicBezTo>
                  <a:lnTo>
                    <a:pt x="1034" y="384"/>
                  </a:lnTo>
                  <a:cubicBezTo>
                    <a:pt x="1283" y="384"/>
                    <a:pt x="1283" y="1"/>
                    <a:pt x="1034" y="1"/>
                  </a:cubicBezTo>
                  <a:close/>
                </a:path>
              </a:pathLst>
            </a:custGeom>
            <a:solidFill>
              <a:srgbClr val="8195A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091" name="Google Shape;13091;p43"/>
            <p:cNvSpPr/>
            <p:nvPr/>
          </p:nvSpPr>
          <p:spPr>
            <a:xfrm>
              <a:off x="1034399" y="2561756"/>
              <a:ext cx="33692" cy="10084"/>
            </a:xfrm>
            <a:custGeom>
              <a:rect b="b" l="l" r="r" t="t"/>
              <a:pathLst>
                <a:path extrusionOk="0" h="384" w="1283">
                  <a:moveTo>
                    <a:pt x="259" y="0"/>
                  </a:moveTo>
                  <a:cubicBezTo>
                    <a:pt x="0" y="0"/>
                    <a:pt x="0" y="383"/>
                    <a:pt x="259" y="383"/>
                  </a:cubicBezTo>
                  <a:lnTo>
                    <a:pt x="1034" y="383"/>
                  </a:lnTo>
                  <a:cubicBezTo>
                    <a:pt x="1283" y="383"/>
                    <a:pt x="1283" y="0"/>
                    <a:pt x="1034" y="0"/>
                  </a:cubicBezTo>
                  <a:close/>
                </a:path>
              </a:pathLst>
            </a:custGeom>
            <a:solidFill>
              <a:srgbClr val="8195A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3092" name="Google Shape;13092;p43"/>
          <p:cNvGrpSpPr/>
          <p:nvPr/>
        </p:nvGrpSpPr>
        <p:grpSpPr>
          <a:xfrm>
            <a:off x="4885060" y="1366388"/>
            <a:ext cx="385786" cy="342588"/>
            <a:chOff x="4885060" y="1518788"/>
            <a:chExt cx="385786" cy="342588"/>
          </a:xfrm>
        </p:grpSpPr>
        <p:sp>
          <p:nvSpPr>
            <p:cNvPr id="13093" name="Google Shape;13093;p43"/>
            <p:cNvSpPr/>
            <p:nvPr/>
          </p:nvSpPr>
          <p:spPr>
            <a:xfrm>
              <a:off x="4953415" y="1537380"/>
              <a:ext cx="74920" cy="62367"/>
            </a:xfrm>
            <a:custGeom>
              <a:rect b="b" l="l" r="r" t="t"/>
              <a:pathLst>
                <a:path extrusionOk="0" h="2375" w="2853">
                  <a:moveTo>
                    <a:pt x="1426" y="1"/>
                  </a:moveTo>
                  <a:cubicBezTo>
                    <a:pt x="642" y="1"/>
                    <a:pt x="0" y="537"/>
                    <a:pt x="0" y="1188"/>
                  </a:cubicBezTo>
                  <a:cubicBezTo>
                    <a:pt x="0" y="1848"/>
                    <a:pt x="642" y="2374"/>
                    <a:pt x="1426" y="2374"/>
                  </a:cubicBezTo>
                  <a:cubicBezTo>
                    <a:pt x="2211" y="2374"/>
                    <a:pt x="2852" y="1848"/>
                    <a:pt x="2852" y="1188"/>
                  </a:cubicBezTo>
                  <a:cubicBezTo>
                    <a:pt x="2852" y="537"/>
                    <a:pt x="2211" y="1"/>
                    <a:pt x="1426" y="1"/>
                  </a:cubicBez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094" name="Google Shape;13094;p43"/>
            <p:cNvSpPr/>
            <p:nvPr/>
          </p:nvSpPr>
          <p:spPr>
            <a:xfrm>
              <a:off x="4953415" y="1537380"/>
              <a:ext cx="50025" cy="62367"/>
            </a:xfrm>
            <a:custGeom>
              <a:rect b="b" l="l" r="r" t="t"/>
              <a:pathLst>
                <a:path extrusionOk="0" h="2375" w="1905">
                  <a:moveTo>
                    <a:pt x="1426" y="1"/>
                  </a:moveTo>
                  <a:cubicBezTo>
                    <a:pt x="632" y="1"/>
                    <a:pt x="0" y="537"/>
                    <a:pt x="0" y="1188"/>
                  </a:cubicBezTo>
                  <a:cubicBezTo>
                    <a:pt x="0" y="1848"/>
                    <a:pt x="632" y="2374"/>
                    <a:pt x="1426" y="2374"/>
                  </a:cubicBezTo>
                  <a:cubicBezTo>
                    <a:pt x="1580" y="2374"/>
                    <a:pt x="1742" y="2355"/>
                    <a:pt x="1905" y="2307"/>
                  </a:cubicBezTo>
                  <a:cubicBezTo>
                    <a:pt x="1350" y="2145"/>
                    <a:pt x="948" y="1704"/>
                    <a:pt x="948" y="1188"/>
                  </a:cubicBezTo>
                  <a:cubicBezTo>
                    <a:pt x="948" y="671"/>
                    <a:pt x="1350" y="231"/>
                    <a:pt x="1905" y="78"/>
                  </a:cubicBezTo>
                  <a:cubicBezTo>
                    <a:pt x="1742" y="30"/>
                    <a:pt x="1580" y="1"/>
                    <a:pt x="1426" y="1"/>
                  </a:cubicBez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095" name="Google Shape;13095;p43"/>
            <p:cNvSpPr/>
            <p:nvPr/>
          </p:nvSpPr>
          <p:spPr>
            <a:xfrm>
              <a:off x="4909928" y="1568550"/>
              <a:ext cx="161893" cy="161867"/>
            </a:xfrm>
            <a:custGeom>
              <a:rect b="b" l="l" r="r" t="t"/>
              <a:pathLst>
                <a:path extrusionOk="0" h="6164" w="6165">
                  <a:moveTo>
                    <a:pt x="3082" y="1"/>
                  </a:moveTo>
                  <a:cubicBezTo>
                    <a:pt x="1379" y="1"/>
                    <a:pt x="1" y="1379"/>
                    <a:pt x="1" y="3082"/>
                  </a:cubicBezTo>
                  <a:cubicBezTo>
                    <a:pt x="1" y="4786"/>
                    <a:pt x="1379" y="6164"/>
                    <a:pt x="3082" y="6164"/>
                  </a:cubicBezTo>
                  <a:cubicBezTo>
                    <a:pt x="4786" y="6164"/>
                    <a:pt x="6164" y="4786"/>
                    <a:pt x="6164" y="3082"/>
                  </a:cubicBezTo>
                  <a:cubicBezTo>
                    <a:pt x="6164" y="1379"/>
                    <a:pt x="4786" y="1"/>
                    <a:pt x="3082" y="1"/>
                  </a:cubicBez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096" name="Google Shape;13096;p43"/>
            <p:cNvSpPr/>
            <p:nvPr/>
          </p:nvSpPr>
          <p:spPr>
            <a:xfrm>
              <a:off x="4942596" y="1568577"/>
              <a:ext cx="129462" cy="161840"/>
            </a:xfrm>
            <a:custGeom>
              <a:rect b="b" l="l" r="r" t="t"/>
              <a:pathLst>
                <a:path extrusionOk="0" h="6163" w="4930">
                  <a:moveTo>
                    <a:pt x="1849" y="0"/>
                  </a:moveTo>
                  <a:cubicBezTo>
                    <a:pt x="1690" y="0"/>
                    <a:pt x="1530" y="13"/>
                    <a:pt x="1369" y="38"/>
                  </a:cubicBezTo>
                  <a:cubicBezTo>
                    <a:pt x="154" y="268"/>
                    <a:pt x="1" y="2038"/>
                    <a:pt x="1235" y="2411"/>
                  </a:cubicBezTo>
                  <a:lnTo>
                    <a:pt x="1264" y="2421"/>
                  </a:lnTo>
                  <a:lnTo>
                    <a:pt x="1570" y="6153"/>
                  </a:lnTo>
                  <a:cubicBezTo>
                    <a:pt x="1657" y="6163"/>
                    <a:pt x="1752" y="6163"/>
                    <a:pt x="1838" y="6163"/>
                  </a:cubicBezTo>
                  <a:cubicBezTo>
                    <a:pt x="3542" y="6163"/>
                    <a:pt x="4920" y="4785"/>
                    <a:pt x="4920" y="3081"/>
                  </a:cubicBezTo>
                  <a:cubicBezTo>
                    <a:pt x="4930" y="2450"/>
                    <a:pt x="4729" y="1818"/>
                    <a:pt x="4355" y="1311"/>
                  </a:cubicBezTo>
                  <a:cubicBezTo>
                    <a:pt x="3778" y="478"/>
                    <a:pt x="2839" y="0"/>
                    <a:pt x="1849" y="0"/>
                  </a:cubicBez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097" name="Google Shape;13097;p43"/>
            <p:cNvSpPr/>
            <p:nvPr/>
          </p:nvSpPr>
          <p:spPr>
            <a:xfrm>
              <a:off x="4885060" y="1736693"/>
              <a:ext cx="211629" cy="124682"/>
            </a:xfrm>
            <a:custGeom>
              <a:rect b="b" l="l" r="r" t="t"/>
              <a:pathLst>
                <a:path extrusionOk="0" h="4748" w="8059">
                  <a:moveTo>
                    <a:pt x="2843" y="0"/>
                  </a:moveTo>
                  <a:lnTo>
                    <a:pt x="2843" y="1043"/>
                  </a:lnTo>
                  <a:cubicBezTo>
                    <a:pt x="2843" y="1235"/>
                    <a:pt x="2737" y="1397"/>
                    <a:pt x="2565" y="1474"/>
                  </a:cubicBezTo>
                  <a:lnTo>
                    <a:pt x="565" y="2354"/>
                  </a:lnTo>
                  <a:cubicBezTo>
                    <a:pt x="220" y="2508"/>
                    <a:pt x="0" y="2852"/>
                    <a:pt x="0" y="3225"/>
                  </a:cubicBezTo>
                  <a:lnTo>
                    <a:pt x="0" y="4508"/>
                  </a:lnTo>
                  <a:cubicBezTo>
                    <a:pt x="0" y="4632"/>
                    <a:pt x="106" y="4737"/>
                    <a:pt x="240" y="4747"/>
                  </a:cubicBezTo>
                  <a:lnTo>
                    <a:pt x="7819" y="4747"/>
                  </a:lnTo>
                  <a:cubicBezTo>
                    <a:pt x="7953" y="4747"/>
                    <a:pt x="8058" y="4632"/>
                    <a:pt x="8058" y="4508"/>
                  </a:cubicBezTo>
                  <a:lnTo>
                    <a:pt x="8058" y="3225"/>
                  </a:lnTo>
                  <a:cubicBezTo>
                    <a:pt x="8058" y="2852"/>
                    <a:pt x="7838" y="2508"/>
                    <a:pt x="7494" y="2354"/>
                  </a:cubicBezTo>
                  <a:lnTo>
                    <a:pt x="5503" y="1474"/>
                  </a:lnTo>
                  <a:cubicBezTo>
                    <a:pt x="5331" y="1397"/>
                    <a:pt x="5216" y="1225"/>
                    <a:pt x="5216" y="1043"/>
                  </a:cubicBezTo>
                  <a:lnTo>
                    <a:pt x="5216" y="0"/>
                  </a:lnTo>
                  <a:close/>
                </a:path>
              </a:pathLst>
            </a:custGeom>
            <a:solidFill>
              <a:srgbClr val="ACBDC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098" name="Google Shape;13098;p43"/>
            <p:cNvSpPr/>
            <p:nvPr/>
          </p:nvSpPr>
          <p:spPr>
            <a:xfrm>
              <a:off x="4885060" y="1781414"/>
              <a:ext cx="211892" cy="79962"/>
            </a:xfrm>
            <a:custGeom>
              <a:rect b="b" l="l" r="r" t="t"/>
              <a:pathLst>
                <a:path extrusionOk="0" h="3045" w="8069">
                  <a:moveTo>
                    <a:pt x="2039" y="1"/>
                  </a:moveTo>
                  <a:lnTo>
                    <a:pt x="565" y="651"/>
                  </a:lnTo>
                  <a:cubicBezTo>
                    <a:pt x="220" y="805"/>
                    <a:pt x="0" y="1149"/>
                    <a:pt x="0" y="1522"/>
                  </a:cubicBezTo>
                  <a:lnTo>
                    <a:pt x="0" y="2805"/>
                  </a:lnTo>
                  <a:cubicBezTo>
                    <a:pt x="0" y="2929"/>
                    <a:pt x="106" y="3044"/>
                    <a:pt x="240" y="3044"/>
                  </a:cubicBezTo>
                  <a:lnTo>
                    <a:pt x="7829" y="3044"/>
                  </a:lnTo>
                  <a:cubicBezTo>
                    <a:pt x="7953" y="3044"/>
                    <a:pt x="8068" y="2929"/>
                    <a:pt x="8068" y="2805"/>
                  </a:cubicBezTo>
                  <a:lnTo>
                    <a:pt x="8068" y="1522"/>
                  </a:lnTo>
                  <a:cubicBezTo>
                    <a:pt x="8058" y="1149"/>
                    <a:pt x="7838" y="805"/>
                    <a:pt x="7494" y="651"/>
                  </a:cubicBezTo>
                  <a:lnTo>
                    <a:pt x="6020" y="1"/>
                  </a:lnTo>
                  <a:cubicBezTo>
                    <a:pt x="5671" y="919"/>
                    <a:pt x="4850" y="1379"/>
                    <a:pt x="4029" y="1379"/>
                  </a:cubicBezTo>
                  <a:cubicBezTo>
                    <a:pt x="3209" y="1379"/>
                    <a:pt x="2388" y="919"/>
                    <a:pt x="2039" y="1"/>
                  </a:cubicBezTo>
                  <a:close/>
                </a:path>
              </a:pathLst>
            </a:custGeom>
            <a:solidFill>
              <a:srgbClr val="869FB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099" name="Google Shape;13099;p43"/>
            <p:cNvSpPr/>
            <p:nvPr/>
          </p:nvSpPr>
          <p:spPr>
            <a:xfrm>
              <a:off x="4959691" y="1736693"/>
              <a:ext cx="62368" cy="24894"/>
            </a:xfrm>
            <a:custGeom>
              <a:rect b="b" l="l" r="r" t="t"/>
              <a:pathLst>
                <a:path extrusionOk="0" h="948" w="2375">
                  <a:moveTo>
                    <a:pt x="1" y="0"/>
                  </a:moveTo>
                  <a:lnTo>
                    <a:pt x="1" y="689"/>
                  </a:lnTo>
                  <a:cubicBezTo>
                    <a:pt x="379" y="862"/>
                    <a:pt x="783" y="948"/>
                    <a:pt x="1187" y="948"/>
                  </a:cubicBezTo>
                  <a:cubicBezTo>
                    <a:pt x="1592" y="948"/>
                    <a:pt x="1996" y="862"/>
                    <a:pt x="2374" y="689"/>
                  </a:cubicBezTo>
                  <a:lnTo>
                    <a:pt x="2374" y="0"/>
                  </a:lnTo>
                  <a:close/>
                </a:path>
              </a:pathLst>
            </a:custGeom>
            <a:solidFill>
              <a:srgbClr val="96ABB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100" name="Google Shape;13100;p43"/>
            <p:cNvSpPr/>
            <p:nvPr/>
          </p:nvSpPr>
          <p:spPr>
            <a:xfrm>
              <a:off x="4928520" y="1631994"/>
              <a:ext cx="124682" cy="117146"/>
            </a:xfrm>
            <a:custGeom>
              <a:rect b="b" l="l" r="r" t="t"/>
              <a:pathLst>
                <a:path extrusionOk="0" h="4461" w="4748">
                  <a:moveTo>
                    <a:pt x="1730" y="1"/>
                  </a:moveTo>
                  <a:cubicBezTo>
                    <a:pt x="1553" y="1"/>
                    <a:pt x="1387" y="94"/>
                    <a:pt x="1303" y="255"/>
                  </a:cubicBezTo>
                  <a:cubicBezTo>
                    <a:pt x="1054" y="762"/>
                    <a:pt x="671" y="1183"/>
                    <a:pt x="202" y="1489"/>
                  </a:cubicBezTo>
                  <a:cubicBezTo>
                    <a:pt x="78" y="1575"/>
                    <a:pt x="1" y="1719"/>
                    <a:pt x="1" y="1872"/>
                  </a:cubicBezTo>
                  <a:lnTo>
                    <a:pt x="1" y="2006"/>
                  </a:lnTo>
                  <a:cubicBezTo>
                    <a:pt x="1" y="3269"/>
                    <a:pt x="958" y="4370"/>
                    <a:pt x="2212" y="4456"/>
                  </a:cubicBezTo>
                  <a:cubicBezTo>
                    <a:pt x="2263" y="4459"/>
                    <a:pt x="2314" y="4461"/>
                    <a:pt x="2364" y="4461"/>
                  </a:cubicBezTo>
                  <a:cubicBezTo>
                    <a:pt x="3665" y="4461"/>
                    <a:pt x="4739" y="3410"/>
                    <a:pt x="4748" y="2092"/>
                  </a:cubicBezTo>
                  <a:lnTo>
                    <a:pt x="4748" y="1671"/>
                  </a:lnTo>
                  <a:cubicBezTo>
                    <a:pt x="4748" y="1470"/>
                    <a:pt x="4652" y="1279"/>
                    <a:pt x="4509" y="1145"/>
                  </a:cubicBezTo>
                  <a:cubicBezTo>
                    <a:pt x="4126" y="810"/>
                    <a:pt x="3274" y="226"/>
                    <a:pt x="1800" y="6"/>
                  </a:cubicBezTo>
                  <a:cubicBezTo>
                    <a:pt x="1777" y="3"/>
                    <a:pt x="1753" y="1"/>
                    <a:pt x="1730" y="1"/>
                  </a:cubicBezTo>
                  <a:close/>
                </a:path>
              </a:pathLst>
            </a:custGeom>
            <a:solidFill>
              <a:srgbClr val="BECBD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101" name="Google Shape;13101;p43"/>
            <p:cNvSpPr/>
            <p:nvPr/>
          </p:nvSpPr>
          <p:spPr>
            <a:xfrm>
              <a:off x="4928520" y="1632178"/>
              <a:ext cx="121925" cy="116594"/>
            </a:xfrm>
            <a:custGeom>
              <a:rect b="b" l="l" r="r" t="t"/>
              <a:pathLst>
                <a:path extrusionOk="0" h="4440" w="4643">
                  <a:moveTo>
                    <a:pt x="1717" y="1"/>
                  </a:moveTo>
                  <a:cubicBezTo>
                    <a:pt x="1546" y="1"/>
                    <a:pt x="1385" y="101"/>
                    <a:pt x="1303" y="257"/>
                  </a:cubicBezTo>
                  <a:cubicBezTo>
                    <a:pt x="1264" y="343"/>
                    <a:pt x="1216" y="430"/>
                    <a:pt x="1169" y="506"/>
                  </a:cubicBezTo>
                  <a:cubicBezTo>
                    <a:pt x="920" y="899"/>
                    <a:pt x="594" y="1234"/>
                    <a:pt x="212" y="1492"/>
                  </a:cubicBezTo>
                  <a:cubicBezTo>
                    <a:pt x="78" y="1578"/>
                    <a:pt x="1" y="1722"/>
                    <a:pt x="11" y="1875"/>
                  </a:cubicBezTo>
                  <a:lnTo>
                    <a:pt x="11" y="2009"/>
                  </a:lnTo>
                  <a:cubicBezTo>
                    <a:pt x="11" y="3224"/>
                    <a:pt x="891" y="4296"/>
                    <a:pt x="2087" y="4440"/>
                  </a:cubicBezTo>
                  <a:cubicBezTo>
                    <a:pt x="1666" y="3999"/>
                    <a:pt x="1427" y="3416"/>
                    <a:pt x="1427" y="2803"/>
                  </a:cubicBezTo>
                  <a:lnTo>
                    <a:pt x="1427" y="1310"/>
                  </a:lnTo>
                  <a:cubicBezTo>
                    <a:pt x="1427" y="1061"/>
                    <a:pt x="1609" y="860"/>
                    <a:pt x="1858" y="832"/>
                  </a:cubicBezTo>
                  <a:cubicBezTo>
                    <a:pt x="2022" y="817"/>
                    <a:pt x="2187" y="809"/>
                    <a:pt x="2352" y="809"/>
                  </a:cubicBezTo>
                  <a:cubicBezTo>
                    <a:pt x="3138" y="809"/>
                    <a:pt x="3923" y="978"/>
                    <a:pt x="4643" y="1310"/>
                  </a:cubicBezTo>
                  <a:cubicBezTo>
                    <a:pt x="4604" y="1243"/>
                    <a:pt x="4556" y="1186"/>
                    <a:pt x="4509" y="1138"/>
                  </a:cubicBezTo>
                  <a:cubicBezTo>
                    <a:pt x="4126" y="812"/>
                    <a:pt x="3274" y="229"/>
                    <a:pt x="1800" y="9"/>
                  </a:cubicBezTo>
                  <a:cubicBezTo>
                    <a:pt x="1772" y="3"/>
                    <a:pt x="1745" y="1"/>
                    <a:pt x="1717" y="1"/>
                  </a:cubicBezTo>
                  <a:close/>
                </a:path>
              </a:pathLst>
            </a:custGeom>
            <a:solidFill>
              <a:srgbClr val="ACBDC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102" name="Google Shape;13102;p43"/>
            <p:cNvSpPr/>
            <p:nvPr/>
          </p:nvSpPr>
          <p:spPr>
            <a:xfrm>
              <a:off x="4885060" y="1802028"/>
              <a:ext cx="43487" cy="59348"/>
            </a:xfrm>
            <a:custGeom>
              <a:rect b="b" l="l" r="r" t="t"/>
              <a:pathLst>
                <a:path extrusionOk="0" h="2260" w="1656">
                  <a:moveTo>
                    <a:pt x="354" y="0"/>
                  </a:moveTo>
                  <a:cubicBezTo>
                    <a:pt x="125" y="182"/>
                    <a:pt x="0" y="450"/>
                    <a:pt x="0" y="737"/>
                  </a:cubicBezTo>
                  <a:lnTo>
                    <a:pt x="0" y="2020"/>
                  </a:lnTo>
                  <a:cubicBezTo>
                    <a:pt x="0" y="2144"/>
                    <a:pt x="106" y="2259"/>
                    <a:pt x="240" y="2259"/>
                  </a:cubicBezTo>
                  <a:lnTo>
                    <a:pt x="1656" y="2259"/>
                  </a:lnTo>
                  <a:lnTo>
                    <a:pt x="1656" y="1599"/>
                  </a:lnTo>
                  <a:cubicBezTo>
                    <a:pt x="1656" y="1417"/>
                    <a:pt x="1579" y="1235"/>
                    <a:pt x="1445" y="1101"/>
                  </a:cubicBezTo>
                  <a:lnTo>
                    <a:pt x="354" y="0"/>
                  </a:ln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103" name="Google Shape;13103;p43"/>
            <p:cNvSpPr/>
            <p:nvPr/>
          </p:nvSpPr>
          <p:spPr>
            <a:xfrm>
              <a:off x="5053177" y="1802028"/>
              <a:ext cx="43775" cy="59348"/>
            </a:xfrm>
            <a:custGeom>
              <a:rect b="b" l="l" r="r" t="t"/>
              <a:pathLst>
                <a:path extrusionOk="0" h="2260" w="1667">
                  <a:moveTo>
                    <a:pt x="1312" y="0"/>
                  </a:moveTo>
                  <a:lnTo>
                    <a:pt x="211" y="1101"/>
                  </a:lnTo>
                  <a:cubicBezTo>
                    <a:pt x="77" y="1235"/>
                    <a:pt x="1" y="1417"/>
                    <a:pt x="1" y="1599"/>
                  </a:cubicBezTo>
                  <a:lnTo>
                    <a:pt x="1" y="2259"/>
                  </a:lnTo>
                  <a:lnTo>
                    <a:pt x="1427" y="2259"/>
                  </a:lnTo>
                  <a:cubicBezTo>
                    <a:pt x="1561" y="2259"/>
                    <a:pt x="1666" y="2144"/>
                    <a:pt x="1666" y="2020"/>
                  </a:cubicBezTo>
                  <a:lnTo>
                    <a:pt x="1666" y="737"/>
                  </a:lnTo>
                  <a:cubicBezTo>
                    <a:pt x="1666" y="450"/>
                    <a:pt x="1532" y="182"/>
                    <a:pt x="1312" y="0"/>
                  </a:cubicBez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104" name="Google Shape;13104;p43"/>
            <p:cNvSpPr/>
            <p:nvPr/>
          </p:nvSpPr>
          <p:spPr>
            <a:xfrm>
              <a:off x="5096663" y="1537642"/>
              <a:ext cx="174183" cy="181982"/>
            </a:xfrm>
            <a:custGeom>
              <a:rect b="b" l="l" r="r" t="t"/>
              <a:pathLst>
                <a:path extrusionOk="0" h="6930" w="6633">
                  <a:moveTo>
                    <a:pt x="709" y="1"/>
                  </a:moveTo>
                  <a:cubicBezTo>
                    <a:pt x="316" y="1"/>
                    <a:pt x="0" y="316"/>
                    <a:pt x="0" y="709"/>
                  </a:cubicBezTo>
                  <a:lnTo>
                    <a:pt x="0" y="4499"/>
                  </a:lnTo>
                  <a:cubicBezTo>
                    <a:pt x="0" y="4891"/>
                    <a:pt x="316" y="5207"/>
                    <a:pt x="709" y="5207"/>
                  </a:cubicBezTo>
                  <a:lnTo>
                    <a:pt x="1426" y="5207"/>
                  </a:lnTo>
                  <a:lnTo>
                    <a:pt x="1025" y="6786"/>
                  </a:lnTo>
                  <a:cubicBezTo>
                    <a:pt x="1017" y="6866"/>
                    <a:pt x="1082" y="6930"/>
                    <a:pt x="1152" y="6930"/>
                  </a:cubicBezTo>
                  <a:cubicBezTo>
                    <a:pt x="1174" y="6930"/>
                    <a:pt x="1196" y="6924"/>
                    <a:pt x="1216" y="6910"/>
                  </a:cubicBezTo>
                  <a:lnTo>
                    <a:pt x="3561" y="5207"/>
                  </a:lnTo>
                  <a:lnTo>
                    <a:pt x="5925" y="5207"/>
                  </a:lnTo>
                  <a:cubicBezTo>
                    <a:pt x="6317" y="5207"/>
                    <a:pt x="6633" y="4891"/>
                    <a:pt x="6633" y="4499"/>
                  </a:cubicBezTo>
                  <a:lnTo>
                    <a:pt x="6633" y="709"/>
                  </a:lnTo>
                  <a:cubicBezTo>
                    <a:pt x="6633" y="316"/>
                    <a:pt x="6317" y="1"/>
                    <a:pt x="5925" y="1"/>
                  </a:cubicBez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105" name="Google Shape;13105;p43"/>
            <p:cNvSpPr/>
            <p:nvPr/>
          </p:nvSpPr>
          <p:spPr>
            <a:xfrm>
              <a:off x="5121531" y="1537380"/>
              <a:ext cx="136499" cy="93407"/>
            </a:xfrm>
            <a:custGeom>
              <a:rect b="b" l="l" r="r" t="t"/>
              <a:pathLst>
                <a:path extrusionOk="0" h="3557" w="5198">
                  <a:moveTo>
                    <a:pt x="326" y="1"/>
                  </a:moveTo>
                  <a:cubicBezTo>
                    <a:pt x="116" y="365"/>
                    <a:pt x="1" y="776"/>
                    <a:pt x="1" y="1188"/>
                  </a:cubicBezTo>
                  <a:cubicBezTo>
                    <a:pt x="9" y="2532"/>
                    <a:pt x="1105" y="3557"/>
                    <a:pt x="2370" y="3557"/>
                  </a:cubicBezTo>
                  <a:cubicBezTo>
                    <a:pt x="2572" y="3557"/>
                    <a:pt x="2779" y="3530"/>
                    <a:pt x="2987" y="3475"/>
                  </a:cubicBezTo>
                  <a:cubicBezTo>
                    <a:pt x="4489" y="3073"/>
                    <a:pt x="5198" y="1350"/>
                    <a:pt x="4432" y="1"/>
                  </a:cubicBezTo>
                  <a:close/>
                </a:path>
              </a:pathLst>
            </a:custGeom>
            <a:solidFill>
              <a:srgbClr val="EDF1F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106" name="Google Shape;13106;p43"/>
            <p:cNvSpPr/>
            <p:nvPr/>
          </p:nvSpPr>
          <p:spPr>
            <a:xfrm>
              <a:off x="5177596" y="1630681"/>
              <a:ext cx="12579" cy="25105"/>
            </a:xfrm>
            <a:custGeom>
              <a:rect b="b" l="l" r="r" t="t"/>
              <a:pathLst>
                <a:path extrusionOk="0" h="956" w="479">
                  <a:moveTo>
                    <a:pt x="239" y="1"/>
                  </a:moveTo>
                  <a:cubicBezTo>
                    <a:pt x="120" y="1"/>
                    <a:pt x="0" y="80"/>
                    <a:pt x="0" y="238"/>
                  </a:cubicBezTo>
                  <a:lnTo>
                    <a:pt x="0" y="716"/>
                  </a:lnTo>
                  <a:cubicBezTo>
                    <a:pt x="0" y="850"/>
                    <a:pt x="105" y="956"/>
                    <a:pt x="239" y="956"/>
                  </a:cubicBezTo>
                  <a:cubicBezTo>
                    <a:pt x="373" y="956"/>
                    <a:pt x="479" y="850"/>
                    <a:pt x="479" y="716"/>
                  </a:cubicBezTo>
                  <a:lnTo>
                    <a:pt x="479" y="238"/>
                  </a:lnTo>
                  <a:cubicBezTo>
                    <a:pt x="479" y="80"/>
                    <a:pt x="359" y="1"/>
                    <a:pt x="239" y="1"/>
                  </a:cubicBezTo>
                  <a:close/>
                </a:path>
              </a:pathLst>
            </a:custGeom>
            <a:solidFill>
              <a:srgbClr val="909FA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107" name="Google Shape;13107;p43"/>
            <p:cNvSpPr/>
            <p:nvPr/>
          </p:nvSpPr>
          <p:spPr>
            <a:xfrm>
              <a:off x="5134110" y="1518788"/>
              <a:ext cx="99552" cy="99552"/>
            </a:xfrm>
            <a:custGeom>
              <a:rect b="b" l="l" r="r" t="t"/>
              <a:pathLst>
                <a:path extrusionOk="0" h="3791" w="3791">
                  <a:moveTo>
                    <a:pt x="1895" y="1"/>
                  </a:moveTo>
                  <a:cubicBezTo>
                    <a:pt x="843" y="1"/>
                    <a:pt x="0" y="853"/>
                    <a:pt x="0" y="1896"/>
                  </a:cubicBezTo>
                  <a:cubicBezTo>
                    <a:pt x="0" y="2948"/>
                    <a:pt x="843" y="3791"/>
                    <a:pt x="1895" y="3791"/>
                  </a:cubicBezTo>
                  <a:cubicBezTo>
                    <a:pt x="2939" y="3791"/>
                    <a:pt x="3790" y="2948"/>
                    <a:pt x="3790" y="1896"/>
                  </a:cubicBezTo>
                  <a:cubicBezTo>
                    <a:pt x="3790" y="853"/>
                    <a:pt x="2939" y="1"/>
                    <a:pt x="1895" y="1"/>
                  </a:cubicBezTo>
                  <a:close/>
                </a:path>
              </a:pathLst>
            </a:custGeom>
            <a:solidFill>
              <a:srgbClr val="D2DBE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108" name="Google Shape;13108;p43"/>
            <p:cNvSpPr/>
            <p:nvPr/>
          </p:nvSpPr>
          <p:spPr>
            <a:xfrm>
              <a:off x="5146426" y="1531366"/>
              <a:ext cx="74657" cy="74657"/>
            </a:xfrm>
            <a:custGeom>
              <a:rect b="b" l="l" r="r" t="t"/>
              <a:pathLst>
                <a:path extrusionOk="0" h="2843" w="2843">
                  <a:moveTo>
                    <a:pt x="1426" y="0"/>
                  </a:moveTo>
                  <a:cubicBezTo>
                    <a:pt x="642" y="0"/>
                    <a:pt x="0" y="632"/>
                    <a:pt x="0" y="1417"/>
                  </a:cubicBezTo>
                  <a:cubicBezTo>
                    <a:pt x="0" y="2201"/>
                    <a:pt x="642" y="2843"/>
                    <a:pt x="1426" y="2843"/>
                  </a:cubicBezTo>
                  <a:cubicBezTo>
                    <a:pt x="2211" y="2843"/>
                    <a:pt x="2843" y="2201"/>
                    <a:pt x="2843" y="1417"/>
                  </a:cubicBezTo>
                  <a:cubicBezTo>
                    <a:pt x="2843" y="632"/>
                    <a:pt x="2211" y="0"/>
                    <a:pt x="1426" y="0"/>
                  </a:cubicBezTo>
                  <a:close/>
                </a:path>
              </a:pathLst>
            </a:custGeom>
            <a:solidFill>
              <a:srgbClr val="BCC4C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109" name="Google Shape;13109;p43"/>
            <p:cNvSpPr/>
            <p:nvPr/>
          </p:nvSpPr>
          <p:spPr>
            <a:xfrm>
              <a:off x="5158558" y="1562379"/>
              <a:ext cx="50708" cy="55960"/>
            </a:xfrm>
            <a:custGeom>
              <a:rect b="b" l="l" r="r" t="t"/>
              <a:pathLst>
                <a:path extrusionOk="0" h="2131" w="1931">
                  <a:moveTo>
                    <a:pt x="1672" y="0"/>
                  </a:moveTo>
                  <a:cubicBezTo>
                    <a:pt x="1565" y="0"/>
                    <a:pt x="1468" y="80"/>
                    <a:pt x="1443" y="188"/>
                  </a:cubicBezTo>
                  <a:lnTo>
                    <a:pt x="1424" y="236"/>
                  </a:lnTo>
                  <a:lnTo>
                    <a:pt x="486" y="236"/>
                  </a:lnTo>
                  <a:lnTo>
                    <a:pt x="476" y="188"/>
                  </a:lnTo>
                  <a:cubicBezTo>
                    <a:pt x="437" y="81"/>
                    <a:pt x="347" y="33"/>
                    <a:pt x="257" y="33"/>
                  </a:cubicBezTo>
                  <a:cubicBezTo>
                    <a:pt x="128" y="33"/>
                    <a:pt x="0" y="130"/>
                    <a:pt x="17" y="293"/>
                  </a:cubicBezTo>
                  <a:lnTo>
                    <a:pt x="409" y="2054"/>
                  </a:lnTo>
                  <a:cubicBezTo>
                    <a:pt x="572" y="2102"/>
                    <a:pt x="744" y="2121"/>
                    <a:pt x="917" y="2131"/>
                  </a:cubicBezTo>
                  <a:lnTo>
                    <a:pt x="601" y="705"/>
                  </a:lnTo>
                  <a:lnTo>
                    <a:pt x="1328" y="705"/>
                  </a:lnTo>
                  <a:lnTo>
                    <a:pt x="1012" y="2131"/>
                  </a:lnTo>
                  <a:cubicBezTo>
                    <a:pt x="1185" y="2121"/>
                    <a:pt x="1347" y="2102"/>
                    <a:pt x="1510" y="2054"/>
                  </a:cubicBezTo>
                  <a:lnTo>
                    <a:pt x="1902" y="284"/>
                  </a:lnTo>
                  <a:cubicBezTo>
                    <a:pt x="1931" y="159"/>
                    <a:pt x="1845" y="35"/>
                    <a:pt x="1720" y="6"/>
                  </a:cubicBezTo>
                  <a:cubicBezTo>
                    <a:pt x="1704" y="2"/>
                    <a:pt x="1688" y="0"/>
                    <a:pt x="1672" y="0"/>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110" name="Google Shape;13110;p43"/>
            <p:cNvSpPr/>
            <p:nvPr/>
          </p:nvSpPr>
          <p:spPr>
            <a:xfrm>
              <a:off x="5165281" y="1614794"/>
              <a:ext cx="37473" cy="28676"/>
            </a:xfrm>
            <a:custGeom>
              <a:rect b="b" l="l" r="r" t="t"/>
              <a:pathLst>
                <a:path extrusionOk="0" h="1092" w="1427">
                  <a:moveTo>
                    <a:pt x="0" y="1"/>
                  </a:moveTo>
                  <a:lnTo>
                    <a:pt x="0" y="852"/>
                  </a:lnTo>
                  <a:cubicBezTo>
                    <a:pt x="0" y="986"/>
                    <a:pt x="105" y="1092"/>
                    <a:pt x="239" y="1092"/>
                  </a:cubicBezTo>
                  <a:lnTo>
                    <a:pt x="1187" y="1092"/>
                  </a:lnTo>
                  <a:cubicBezTo>
                    <a:pt x="1311" y="1092"/>
                    <a:pt x="1426" y="986"/>
                    <a:pt x="1426" y="852"/>
                  </a:cubicBezTo>
                  <a:lnTo>
                    <a:pt x="1426" y="1"/>
                  </a:ln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111" name="Google Shape;13111;p43"/>
            <p:cNvSpPr/>
            <p:nvPr/>
          </p:nvSpPr>
          <p:spPr>
            <a:xfrm>
              <a:off x="5165018" y="1614794"/>
              <a:ext cx="18881" cy="28676"/>
            </a:xfrm>
            <a:custGeom>
              <a:rect b="b" l="l" r="r" t="t"/>
              <a:pathLst>
                <a:path extrusionOk="0" h="1092" w="719">
                  <a:moveTo>
                    <a:pt x="1" y="1"/>
                  </a:moveTo>
                  <a:lnTo>
                    <a:pt x="1" y="852"/>
                  </a:lnTo>
                  <a:cubicBezTo>
                    <a:pt x="1" y="986"/>
                    <a:pt x="106" y="1092"/>
                    <a:pt x="240" y="1092"/>
                  </a:cubicBezTo>
                  <a:lnTo>
                    <a:pt x="718" y="1092"/>
                  </a:lnTo>
                  <a:cubicBezTo>
                    <a:pt x="584" y="1092"/>
                    <a:pt x="479" y="986"/>
                    <a:pt x="479" y="852"/>
                  </a:cubicBezTo>
                  <a:lnTo>
                    <a:pt x="479" y="1"/>
                  </a:lnTo>
                  <a:close/>
                </a:path>
              </a:pathLst>
            </a:custGeom>
            <a:solidFill>
              <a:srgbClr val="909FA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3112" name="Google Shape;13112;p43"/>
          <p:cNvGrpSpPr/>
          <p:nvPr/>
        </p:nvGrpSpPr>
        <p:grpSpPr>
          <a:xfrm>
            <a:off x="5394478" y="1362133"/>
            <a:ext cx="249076" cy="351096"/>
            <a:chOff x="5394478" y="1514533"/>
            <a:chExt cx="249076" cy="351096"/>
          </a:xfrm>
        </p:grpSpPr>
        <p:sp>
          <p:nvSpPr>
            <p:cNvPr id="13113" name="Google Shape;13113;p43"/>
            <p:cNvSpPr/>
            <p:nvPr/>
          </p:nvSpPr>
          <p:spPr>
            <a:xfrm>
              <a:off x="5394478" y="1537143"/>
              <a:ext cx="249076" cy="328486"/>
            </a:xfrm>
            <a:custGeom>
              <a:rect b="b" l="l" r="r" t="t"/>
              <a:pathLst>
                <a:path extrusionOk="0" h="12509" w="9485">
                  <a:moveTo>
                    <a:pt x="651" y="0"/>
                  </a:moveTo>
                  <a:cubicBezTo>
                    <a:pt x="287" y="0"/>
                    <a:pt x="0" y="288"/>
                    <a:pt x="0" y="651"/>
                  </a:cubicBezTo>
                  <a:lnTo>
                    <a:pt x="0" y="11868"/>
                  </a:lnTo>
                  <a:cubicBezTo>
                    <a:pt x="0" y="12222"/>
                    <a:pt x="287" y="12509"/>
                    <a:pt x="651" y="12509"/>
                  </a:cubicBezTo>
                  <a:lnTo>
                    <a:pt x="8843" y="12509"/>
                  </a:lnTo>
                  <a:cubicBezTo>
                    <a:pt x="9197" y="12509"/>
                    <a:pt x="9484" y="12222"/>
                    <a:pt x="9484" y="11868"/>
                  </a:cubicBezTo>
                  <a:lnTo>
                    <a:pt x="9484" y="642"/>
                  </a:lnTo>
                  <a:cubicBezTo>
                    <a:pt x="9484" y="288"/>
                    <a:pt x="9197" y="0"/>
                    <a:pt x="8843" y="0"/>
                  </a:cubicBezTo>
                  <a:lnTo>
                    <a:pt x="5398" y="0"/>
                  </a:lnTo>
                  <a:cubicBezTo>
                    <a:pt x="5398" y="354"/>
                    <a:pt x="5101" y="642"/>
                    <a:pt x="4747" y="642"/>
                  </a:cubicBezTo>
                  <a:cubicBezTo>
                    <a:pt x="4393" y="642"/>
                    <a:pt x="4096" y="354"/>
                    <a:pt x="4096" y="0"/>
                  </a:cubicBezTo>
                  <a:close/>
                </a:path>
              </a:pathLst>
            </a:custGeom>
            <a:solidFill>
              <a:srgbClr val="BECBD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114" name="Google Shape;13114;p43"/>
            <p:cNvSpPr/>
            <p:nvPr/>
          </p:nvSpPr>
          <p:spPr>
            <a:xfrm>
              <a:off x="5405770" y="1537143"/>
              <a:ext cx="226729" cy="305876"/>
            </a:xfrm>
            <a:custGeom>
              <a:rect b="b" l="l" r="r" t="t"/>
              <a:pathLst>
                <a:path extrusionOk="0" h="11648" w="8634">
                  <a:moveTo>
                    <a:pt x="1944" y="0"/>
                  </a:moveTo>
                  <a:lnTo>
                    <a:pt x="1944" y="211"/>
                  </a:lnTo>
                  <a:cubicBezTo>
                    <a:pt x="1944" y="335"/>
                    <a:pt x="1848" y="431"/>
                    <a:pt x="1733" y="431"/>
                  </a:cubicBezTo>
                  <a:lnTo>
                    <a:pt x="432" y="431"/>
                  </a:lnTo>
                  <a:cubicBezTo>
                    <a:pt x="192" y="431"/>
                    <a:pt x="1" y="622"/>
                    <a:pt x="1" y="862"/>
                  </a:cubicBezTo>
                  <a:lnTo>
                    <a:pt x="1" y="11217"/>
                  </a:lnTo>
                  <a:cubicBezTo>
                    <a:pt x="1" y="11456"/>
                    <a:pt x="192" y="11647"/>
                    <a:pt x="432" y="11647"/>
                  </a:cubicBezTo>
                  <a:lnTo>
                    <a:pt x="8193" y="11647"/>
                  </a:lnTo>
                  <a:cubicBezTo>
                    <a:pt x="8432" y="11647"/>
                    <a:pt x="8633" y="11456"/>
                    <a:pt x="8633" y="11217"/>
                  </a:cubicBezTo>
                  <a:lnTo>
                    <a:pt x="8633" y="862"/>
                  </a:lnTo>
                  <a:cubicBezTo>
                    <a:pt x="8624" y="622"/>
                    <a:pt x="8432" y="431"/>
                    <a:pt x="8203" y="431"/>
                  </a:cubicBezTo>
                  <a:lnTo>
                    <a:pt x="6901" y="431"/>
                  </a:lnTo>
                  <a:cubicBezTo>
                    <a:pt x="6786" y="431"/>
                    <a:pt x="6691" y="335"/>
                    <a:pt x="6691" y="211"/>
                  </a:cubicBezTo>
                  <a:lnTo>
                    <a:pt x="6691" y="0"/>
                  </a:lnTo>
                  <a:lnTo>
                    <a:pt x="4968" y="0"/>
                  </a:lnTo>
                  <a:cubicBezTo>
                    <a:pt x="4968" y="354"/>
                    <a:pt x="4671" y="651"/>
                    <a:pt x="4317" y="651"/>
                  </a:cubicBezTo>
                  <a:cubicBezTo>
                    <a:pt x="3963" y="651"/>
                    <a:pt x="3666" y="354"/>
                    <a:pt x="3666" y="0"/>
                  </a:cubicBezTo>
                  <a:close/>
                </a:path>
              </a:pathLst>
            </a:custGeom>
            <a:solidFill>
              <a:srgbClr val="ACBDC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115" name="Google Shape;13115;p43"/>
            <p:cNvSpPr/>
            <p:nvPr/>
          </p:nvSpPr>
          <p:spPr>
            <a:xfrm>
              <a:off x="5417088" y="1559753"/>
              <a:ext cx="203856" cy="271949"/>
            </a:xfrm>
            <a:custGeom>
              <a:rect b="b" l="l" r="r" t="t"/>
              <a:pathLst>
                <a:path extrusionOk="0" h="10356" w="7763">
                  <a:moveTo>
                    <a:pt x="211" y="1"/>
                  </a:moveTo>
                  <a:cubicBezTo>
                    <a:pt x="96" y="1"/>
                    <a:pt x="1" y="96"/>
                    <a:pt x="1" y="221"/>
                  </a:cubicBezTo>
                  <a:lnTo>
                    <a:pt x="1" y="10136"/>
                  </a:lnTo>
                  <a:cubicBezTo>
                    <a:pt x="1" y="10250"/>
                    <a:pt x="96" y="10356"/>
                    <a:pt x="211" y="10356"/>
                  </a:cubicBezTo>
                  <a:lnTo>
                    <a:pt x="7552" y="10356"/>
                  </a:lnTo>
                  <a:cubicBezTo>
                    <a:pt x="7666" y="10346"/>
                    <a:pt x="7762" y="10250"/>
                    <a:pt x="7762" y="10136"/>
                  </a:cubicBezTo>
                  <a:lnTo>
                    <a:pt x="7762" y="221"/>
                  </a:lnTo>
                  <a:cubicBezTo>
                    <a:pt x="7762" y="96"/>
                    <a:pt x="7666" y="1"/>
                    <a:pt x="7552" y="1"/>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116" name="Google Shape;13116;p43"/>
            <p:cNvSpPr/>
            <p:nvPr/>
          </p:nvSpPr>
          <p:spPr>
            <a:xfrm>
              <a:off x="5468111" y="1514533"/>
              <a:ext cx="101810" cy="50787"/>
            </a:xfrm>
            <a:custGeom>
              <a:rect b="b" l="l" r="r" t="t"/>
              <a:pathLst>
                <a:path extrusionOk="0" h="1934" w="3877">
                  <a:moveTo>
                    <a:pt x="1938" y="538"/>
                  </a:moveTo>
                  <a:cubicBezTo>
                    <a:pt x="2106" y="538"/>
                    <a:pt x="2269" y="667"/>
                    <a:pt x="2269" y="861"/>
                  </a:cubicBezTo>
                  <a:cubicBezTo>
                    <a:pt x="2269" y="1043"/>
                    <a:pt x="2115" y="1187"/>
                    <a:pt x="1943" y="1187"/>
                  </a:cubicBezTo>
                  <a:cubicBezTo>
                    <a:pt x="1656" y="1187"/>
                    <a:pt x="1513" y="833"/>
                    <a:pt x="1713" y="632"/>
                  </a:cubicBezTo>
                  <a:cubicBezTo>
                    <a:pt x="1778" y="567"/>
                    <a:pt x="1859" y="538"/>
                    <a:pt x="1938" y="538"/>
                  </a:cubicBezTo>
                  <a:close/>
                  <a:moveTo>
                    <a:pt x="1938" y="0"/>
                  </a:moveTo>
                  <a:cubicBezTo>
                    <a:pt x="1649" y="0"/>
                    <a:pt x="1359" y="144"/>
                    <a:pt x="1197" y="431"/>
                  </a:cubicBezTo>
                  <a:lnTo>
                    <a:pt x="431" y="431"/>
                  </a:lnTo>
                  <a:cubicBezTo>
                    <a:pt x="192" y="431"/>
                    <a:pt x="0" y="622"/>
                    <a:pt x="0" y="861"/>
                  </a:cubicBezTo>
                  <a:lnTo>
                    <a:pt x="0" y="1723"/>
                  </a:lnTo>
                  <a:cubicBezTo>
                    <a:pt x="0" y="1838"/>
                    <a:pt x="96" y="1933"/>
                    <a:pt x="211" y="1933"/>
                  </a:cubicBezTo>
                  <a:lnTo>
                    <a:pt x="3666" y="1933"/>
                  </a:lnTo>
                  <a:cubicBezTo>
                    <a:pt x="3781" y="1933"/>
                    <a:pt x="3876" y="1838"/>
                    <a:pt x="3876" y="1723"/>
                  </a:cubicBezTo>
                  <a:lnTo>
                    <a:pt x="3876" y="861"/>
                  </a:lnTo>
                  <a:cubicBezTo>
                    <a:pt x="3876" y="622"/>
                    <a:pt x="3685" y="431"/>
                    <a:pt x="3455" y="431"/>
                  </a:cubicBezTo>
                  <a:lnTo>
                    <a:pt x="2680" y="431"/>
                  </a:lnTo>
                  <a:cubicBezTo>
                    <a:pt x="2517" y="144"/>
                    <a:pt x="2228" y="0"/>
                    <a:pt x="1938" y="0"/>
                  </a:cubicBezTo>
                  <a:close/>
                </a:path>
              </a:pathLst>
            </a:custGeom>
            <a:solidFill>
              <a:srgbClr val="C5D1D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117" name="Google Shape;13117;p43"/>
            <p:cNvSpPr/>
            <p:nvPr/>
          </p:nvSpPr>
          <p:spPr>
            <a:xfrm>
              <a:off x="5448258" y="1670098"/>
              <a:ext cx="28413" cy="28413"/>
            </a:xfrm>
            <a:custGeom>
              <a:rect b="b" l="l" r="r" t="t"/>
              <a:pathLst>
                <a:path extrusionOk="0" h="1082" w="1082">
                  <a:moveTo>
                    <a:pt x="546" y="0"/>
                  </a:moveTo>
                  <a:cubicBezTo>
                    <a:pt x="240" y="0"/>
                    <a:pt x="0" y="249"/>
                    <a:pt x="0" y="546"/>
                  </a:cubicBezTo>
                  <a:cubicBezTo>
                    <a:pt x="0" y="842"/>
                    <a:pt x="240" y="1082"/>
                    <a:pt x="546" y="1082"/>
                  </a:cubicBezTo>
                  <a:cubicBezTo>
                    <a:pt x="843" y="1082"/>
                    <a:pt x="1082" y="842"/>
                    <a:pt x="1082" y="546"/>
                  </a:cubicBezTo>
                  <a:cubicBezTo>
                    <a:pt x="1082" y="249"/>
                    <a:pt x="843" y="0"/>
                    <a:pt x="546" y="0"/>
                  </a:cubicBezTo>
                  <a:close/>
                </a:path>
              </a:pathLst>
            </a:custGeom>
            <a:solidFill>
              <a:srgbClr val="63768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118" name="Google Shape;13118;p43"/>
            <p:cNvSpPr/>
            <p:nvPr/>
          </p:nvSpPr>
          <p:spPr>
            <a:xfrm>
              <a:off x="5448258" y="1721095"/>
              <a:ext cx="28413" cy="28440"/>
            </a:xfrm>
            <a:custGeom>
              <a:rect b="b" l="l" r="r" t="t"/>
              <a:pathLst>
                <a:path extrusionOk="0" h="1083" w="1082">
                  <a:moveTo>
                    <a:pt x="546" y="1"/>
                  </a:moveTo>
                  <a:cubicBezTo>
                    <a:pt x="240" y="1"/>
                    <a:pt x="0" y="240"/>
                    <a:pt x="0" y="537"/>
                  </a:cubicBezTo>
                  <a:cubicBezTo>
                    <a:pt x="0" y="843"/>
                    <a:pt x="240" y="1082"/>
                    <a:pt x="546" y="1082"/>
                  </a:cubicBezTo>
                  <a:cubicBezTo>
                    <a:pt x="843" y="1082"/>
                    <a:pt x="1082" y="843"/>
                    <a:pt x="1082" y="537"/>
                  </a:cubicBezTo>
                  <a:cubicBezTo>
                    <a:pt x="1082" y="240"/>
                    <a:pt x="843" y="1"/>
                    <a:pt x="546" y="1"/>
                  </a:cubicBezTo>
                  <a:close/>
                </a:path>
              </a:pathLst>
            </a:custGeom>
            <a:solidFill>
              <a:srgbClr val="63768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119" name="Google Shape;13119;p43"/>
            <p:cNvSpPr/>
            <p:nvPr/>
          </p:nvSpPr>
          <p:spPr>
            <a:xfrm>
              <a:off x="5448258" y="1772118"/>
              <a:ext cx="28413" cy="28440"/>
            </a:xfrm>
            <a:custGeom>
              <a:rect b="b" l="l" r="r" t="t"/>
              <a:pathLst>
                <a:path extrusionOk="0" h="1083" w="1082">
                  <a:moveTo>
                    <a:pt x="546" y="1"/>
                  </a:moveTo>
                  <a:cubicBezTo>
                    <a:pt x="240" y="1"/>
                    <a:pt x="0" y="240"/>
                    <a:pt x="0" y="537"/>
                  </a:cubicBezTo>
                  <a:cubicBezTo>
                    <a:pt x="0" y="833"/>
                    <a:pt x="240" y="1082"/>
                    <a:pt x="546" y="1082"/>
                  </a:cubicBezTo>
                  <a:cubicBezTo>
                    <a:pt x="843" y="1082"/>
                    <a:pt x="1082" y="833"/>
                    <a:pt x="1082" y="537"/>
                  </a:cubicBezTo>
                  <a:cubicBezTo>
                    <a:pt x="1082" y="240"/>
                    <a:pt x="843" y="1"/>
                    <a:pt x="546" y="1"/>
                  </a:cubicBezTo>
                  <a:close/>
                </a:path>
              </a:pathLst>
            </a:custGeom>
            <a:solidFill>
              <a:srgbClr val="63768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120" name="Google Shape;13120;p43"/>
            <p:cNvSpPr/>
            <p:nvPr/>
          </p:nvSpPr>
          <p:spPr>
            <a:xfrm>
              <a:off x="5488961" y="1667314"/>
              <a:ext cx="66123" cy="11344"/>
            </a:xfrm>
            <a:custGeom>
              <a:rect b="b" l="l" r="r" t="t"/>
              <a:pathLst>
                <a:path extrusionOk="0" h="432" w="2518">
                  <a:moveTo>
                    <a:pt x="288" y="1"/>
                  </a:moveTo>
                  <a:cubicBezTo>
                    <a:pt x="1" y="1"/>
                    <a:pt x="1" y="431"/>
                    <a:pt x="288" y="431"/>
                  </a:cubicBezTo>
                  <a:lnTo>
                    <a:pt x="2231" y="431"/>
                  </a:lnTo>
                  <a:cubicBezTo>
                    <a:pt x="2518" y="431"/>
                    <a:pt x="2518" y="1"/>
                    <a:pt x="2231" y="1"/>
                  </a:cubicBez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121" name="Google Shape;13121;p43"/>
            <p:cNvSpPr/>
            <p:nvPr/>
          </p:nvSpPr>
          <p:spPr>
            <a:xfrm>
              <a:off x="5488725" y="1689950"/>
              <a:ext cx="105828" cy="11318"/>
            </a:xfrm>
            <a:custGeom>
              <a:rect b="b" l="l" r="r" t="t"/>
              <a:pathLst>
                <a:path extrusionOk="0" h="431" w="4030">
                  <a:moveTo>
                    <a:pt x="297" y="0"/>
                  </a:moveTo>
                  <a:cubicBezTo>
                    <a:pt x="0" y="0"/>
                    <a:pt x="0" y="431"/>
                    <a:pt x="297" y="431"/>
                  </a:cubicBezTo>
                  <a:lnTo>
                    <a:pt x="3742" y="431"/>
                  </a:lnTo>
                  <a:cubicBezTo>
                    <a:pt x="4029" y="431"/>
                    <a:pt x="4029" y="0"/>
                    <a:pt x="3742" y="0"/>
                  </a:cubicBezTo>
                  <a:close/>
                </a:path>
              </a:pathLst>
            </a:custGeom>
            <a:solidFill>
              <a:srgbClr val="C5D1D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122" name="Google Shape;13122;p43"/>
            <p:cNvSpPr/>
            <p:nvPr/>
          </p:nvSpPr>
          <p:spPr>
            <a:xfrm>
              <a:off x="5488961" y="1718337"/>
              <a:ext cx="66123" cy="11344"/>
            </a:xfrm>
            <a:custGeom>
              <a:rect b="b" l="l" r="r" t="t"/>
              <a:pathLst>
                <a:path extrusionOk="0" h="432" w="2518">
                  <a:moveTo>
                    <a:pt x="288" y="1"/>
                  </a:moveTo>
                  <a:cubicBezTo>
                    <a:pt x="1" y="1"/>
                    <a:pt x="1" y="431"/>
                    <a:pt x="288" y="431"/>
                  </a:cubicBezTo>
                  <a:lnTo>
                    <a:pt x="2231" y="431"/>
                  </a:lnTo>
                  <a:cubicBezTo>
                    <a:pt x="2518" y="431"/>
                    <a:pt x="2518" y="1"/>
                    <a:pt x="2231" y="1"/>
                  </a:cubicBez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123" name="Google Shape;13123;p43"/>
            <p:cNvSpPr/>
            <p:nvPr/>
          </p:nvSpPr>
          <p:spPr>
            <a:xfrm>
              <a:off x="5488725" y="1740947"/>
              <a:ext cx="105828" cy="11344"/>
            </a:xfrm>
            <a:custGeom>
              <a:rect b="b" l="l" r="r" t="t"/>
              <a:pathLst>
                <a:path extrusionOk="0" h="432" w="4030">
                  <a:moveTo>
                    <a:pt x="297" y="1"/>
                  </a:moveTo>
                  <a:cubicBezTo>
                    <a:pt x="0" y="1"/>
                    <a:pt x="0" y="432"/>
                    <a:pt x="297" y="432"/>
                  </a:cubicBezTo>
                  <a:lnTo>
                    <a:pt x="3742" y="432"/>
                  </a:lnTo>
                  <a:cubicBezTo>
                    <a:pt x="4029" y="432"/>
                    <a:pt x="4029" y="1"/>
                    <a:pt x="3742" y="1"/>
                  </a:cubicBezTo>
                  <a:close/>
                </a:path>
              </a:pathLst>
            </a:custGeom>
            <a:solidFill>
              <a:srgbClr val="C5D1D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124" name="Google Shape;13124;p43"/>
            <p:cNvSpPr/>
            <p:nvPr/>
          </p:nvSpPr>
          <p:spPr>
            <a:xfrm>
              <a:off x="5488961" y="1769360"/>
              <a:ext cx="66123" cy="11318"/>
            </a:xfrm>
            <a:custGeom>
              <a:rect b="b" l="l" r="r" t="t"/>
              <a:pathLst>
                <a:path extrusionOk="0" h="431" w="2518">
                  <a:moveTo>
                    <a:pt x="288" y="0"/>
                  </a:moveTo>
                  <a:cubicBezTo>
                    <a:pt x="1" y="0"/>
                    <a:pt x="1" y="431"/>
                    <a:pt x="288" y="431"/>
                  </a:cubicBezTo>
                  <a:lnTo>
                    <a:pt x="2231" y="431"/>
                  </a:lnTo>
                  <a:cubicBezTo>
                    <a:pt x="2518" y="431"/>
                    <a:pt x="2518" y="0"/>
                    <a:pt x="2231" y="0"/>
                  </a:cubicBez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125" name="Google Shape;13125;p43"/>
            <p:cNvSpPr/>
            <p:nvPr/>
          </p:nvSpPr>
          <p:spPr>
            <a:xfrm>
              <a:off x="5488725" y="1791970"/>
              <a:ext cx="105828" cy="11344"/>
            </a:xfrm>
            <a:custGeom>
              <a:rect b="b" l="l" r="r" t="t"/>
              <a:pathLst>
                <a:path extrusionOk="0" h="432" w="4030">
                  <a:moveTo>
                    <a:pt x="297" y="1"/>
                  </a:moveTo>
                  <a:cubicBezTo>
                    <a:pt x="0" y="1"/>
                    <a:pt x="0" y="431"/>
                    <a:pt x="297" y="431"/>
                  </a:cubicBezTo>
                  <a:lnTo>
                    <a:pt x="3742" y="431"/>
                  </a:lnTo>
                  <a:cubicBezTo>
                    <a:pt x="4029" y="431"/>
                    <a:pt x="4029" y="1"/>
                    <a:pt x="3742" y="1"/>
                  </a:cubicBezTo>
                  <a:close/>
                </a:path>
              </a:pathLst>
            </a:custGeom>
            <a:solidFill>
              <a:srgbClr val="C5D1D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126" name="Google Shape;13126;p43"/>
            <p:cNvSpPr/>
            <p:nvPr/>
          </p:nvSpPr>
          <p:spPr>
            <a:xfrm>
              <a:off x="5488961" y="1582389"/>
              <a:ext cx="100051" cy="11318"/>
            </a:xfrm>
            <a:custGeom>
              <a:rect b="b" l="l" r="r" t="t"/>
              <a:pathLst>
                <a:path extrusionOk="0" h="431" w="3810">
                  <a:moveTo>
                    <a:pt x="288" y="0"/>
                  </a:moveTo>
                  <a:cubicBezTo>
                    <a:pt x="1" y="0"/>
                    <a:pt x="1" y="431"/>
                    <a:pt x="288" y="431"/>
                  </a:cubicBezTo>
                  <a:lnTo>
                    <a:pt x="3523" y="431"/>
                  </a:lnTo>
                  <a:cubicBezTo>
                    <a:pt x="3810" y="431"/>
                    <a:pt x="3810" y="0"/>
                    <a:pt x="3523" y="0"/>
                  </a:cubicBez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127" name="Google Shape;13127;p43"/>
            <p:cNvSpPr/>
            <p:nvPr/>
          </p:nvSpPr>
          <p:spPr>
            <a:xfrm>
              <a:off x="5443479" y="1633386"/>
              <a:ext cx="151074" cy="11344"/>
            </a:xfrm>
            <a:custGeom>
              <a:rect b="b" l="l" r="r" t="t"/>
              <a:pathLst>
                <a:path extrusionOk="0" h="432" w="5753">
                  <a:moveTo>
                    <a:pt x="288" y="1"/>
                  </a:moveTo>
                  <a:cubicBezTo>
                    <a:pt x="1" y="1"/>
                    <a:pt x="1" y="431"/>
                    <a:pt x="288" y="431"/>
                  </a:cubicBezTo>
                  <a:lnTo>
                    <a:pt x="5465" y="431"/>
                  </a:lnTo>
                  <a:cubicBezTo>
                    <a:pt x="5752" y="431"/>
                    <a:pt x="5752" y="1"/>
                    <a:pt x="5465" y="1"/>
                  </a:cubicBezTo>
                  <a:close/>
                </a:path>
              </a:pathLst>
            </a:custGeom>
            <a:solidFill>
              <a:srgbClr val="C5D1D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128" name="Google Shape;13128;p43"/>
            <p:cNvSpPr/>
            <p:nvPr/>
          </p:nvSpPr>
          <p:spPr>
            <a:xfrm>
              <a:off x="5488961" y="1604999"/>
              <a:ext cx="26418" cy="11344"/>
            </a:xfrm>
            <a:custGeom>
              <a:rect b="b" l="l" r="r" t="t"/>
              <a:pathLst>
                <a:path extrusionOk="0" h="432" w="1006">
                  <a:moveTo>
                    <a:pt x="288" y="0"/>
                  </a:moveTo>
                  <a:cubicBezTo>
                    <a:pt x="1" y="0"/>
                    <a:pt x="1" y="431"/>
                    <a:pt x="288" y="431"/>
                  </a:cubicBezTo>
                  <a:lnTo>
                    <a:pt x="719" y="431"/>
                  </a:lnTo>
                  <a:cubicBezTo>
                    <a:pt x="1006" y="431"/>
                    <a:pt x="1006" y="0"/>
                    <a:pt x="719" y="0"/>
                  </a:cubicBezTo>
                  <a:close/>
                </a:path>
              </a:pathLst>
            </a:custGeom>
            <a:solidFill>
              <a:srgbClr val="909FA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129" name="Google Shape;13129;p43"/>
            <p:cNvSpPr/>
            <p:nvPr/>
          </p:nvSpPr>
          <p:spPr>
            <a:xfrm>
              <a:off x="5522889" y="1604999"/>
              <a:ext cx="37736" cy="11344"/>
            </a:xfrm>
            <a:custGeom>
              <a:rect b="b" l="l" r="r" t="t"/>
              <a:pathLst>
                <a:path extrusionOk="0" h="432" w="1437">
                  <a:moveTo>
                    <a:pt x="288" y="0"/>
                  </a:moveTo>
                  <a:cubicBezTo>
                    <a:pt x="1" y="0"/>
                    <a:pt x="1" y="431"/>
                    <a:pt x="288" y="431"/>
                  </a:cubicBezTo>
                  <a:lnTo>
                    <a:pt x="1149" y="431"/>
                  </a:lnTo>
                  <a:cubicBezTo>
                    <a:pt x="1436" y="431"/>
                    <a:pt x="1436" y="0"/>
                    <a:pt x="1149" y="0"/>
                  </a:cubicBez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130" name="Google Shape;13130;p43"/>
            <p:cNvSpPr/>
            <p:nvPr/>
          </p:nvSpPr>
          <p:spPr>
            <a:xfrm>
              <a:off x="5445501" y="1582389"/>
              <a:ext cx="34191" cy="33954"/>
            </a:xfrm>
            <a:custGeom>
              <a:rect b="b" l="l" r="r" t="t"/>
              <a:pathLst>
                <a:path extrusionOk="0" h="1293" w="1302">
                  <a:moveTo>
                    <a:pt x="220" y="0"/>
                  </a:moveTo>
                  <a:cubicBezTo>
                    <a:pt x="96" y="0"/>
                    <a:pt x="0" y="96"/>
                    <a:pt x="0" y="220"/>
                  </a:cubicBezTo>
                  <a:lnTo>
                    <a:pt x="0" y="1081"/>
                  </a:lnTo>
                  <a:cubicBezTo>
                    <a:pt x="0" y="1196"/>
                    <a:pt x="96" y="1292"/>
                    <a:pt x="220" y="1292"/>
                  </a:cubicBezTo>
                  <a:lnTo>
                    <a:pt x="1082" y="1292"/>
                  </a:lnTo>
                  <a:cubicBezTo>
                    <a:pt x="1196" y="1292"/>
                    <a:pt x="1302" y="1196"/>
                    <a:pt x="1302" y="1081"/>
                  </a:cubicBezTo>
                  <a:lnTo>
                    <a:pt x="1302" y="220"/>
                  </a:lnTo>
                  <a:cubicBezTo>
                    <a:pt x="1302" y="96"/>
                    <a:pt x="1196" y="0"/>
                    <a:pt x="1082" y="0"/>
                  </a:cubicBez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131" name="Google Shape;13131;p43"/>
            <p:cNvSpPr/>
            <p:nvPr/>
          </p:nvSpPr>
          <p:spPr>
            <a:xfrm>
              <a:off x="5468347" y="1553976"/>
              <a:ext cx="101810" cy="11581"/>
            </a:xfrm>
            <a:custGeom>
              <a:rect b="b" l="l" r="r" t="t"/>
              <a:pathLst>
                <a:path extrusionOk="0" h="441" w="3877">
                  <a:moveTo>
                    <a:pt x="212" y="1"/>
                  </a:moveTo>
                  <a:cubicBezTo>
                    <a:pt x="97" y="1"/>
                    <a:pt x="1" y="106"/>
                    <a:pt x="1" y="221"/>
                  </a:cubicBezTo>
                  <a:cubicBezTo>
                    <a:pt x="1" y="336"/>
                    <a:pt x="97" y="441"/>
                    <a:pt x="212" y="441"/>
                  </a:cubicBezTo>
                  <a:lnTo>
                    <a:pt x="3657" y="441"/>
                  </a:lnTo>
                  <a:cubicBezTo>
                    <a:pt x="3781" y="441"/>
                    <a:pt x="3877" y="345"/>
                    <a:pt x="3877" y="221"/>
                  </a:cubicBezTo>
                  <a:cubicBezTo>
                    <a:pt x="3877" y="106"/>
                    <a:pt x="3781" y="10"/>
                    <a:pt x="3666" y="1"/>
                  </a:cubicBez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132" name="Google Shape;13132;p43"/>
            <p:cNvSpPr/>
            <p:nvPr/>
          </p:nvSpPr>
          <p:spPr>
            <a:xfrm>
              <a:off x="5454036" y="1590924"/>
              <a:ext cx="16859" cy="16859"/>
            </a:xfrm>
            <a:custGeom>
              <a:rect b="b" l="l" r="r" t="t"/>
              <a:pathLst>
                <a:path extrusionOk="0" h="642" w="642">
                  <a:moveTo>
                    <a:pt x="326" y="0"/>
                  </a:moveTo>
                  <a:cubicBezTo>
                    <a:pt x="144" y="0"/>
                    <a:pt x="0" y="144"/>
                    <a:pt x="0" y="326"/>
                  </a:cubicBezTo>
                  <a:cubicBezTo>
                    <a:pt x="0" y="498"/>
                    <a:pt x="144" y="642"/>
                    <a:pt x="326" y="642"/>
                  </a:cubicBezTo>
                  <a:cubicBezTo>
                    <a:pt x="498" y="642"/>
                    <a:pt x="642" y="498"/>
                    <a:pt x="642" y="326"/>
                  </a:cubicBezTo>
                  <a:cubicBezTo>
                    <a:pt x="642" y="144"/>
                    <a:pt x="498" y="0"/>
                    <a:pt x="326" y="0"/>
                  </a:cubicBez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3133" name="Google Shape;13133;p43"/>
          <p:cNvGrpSpPr/>
          <p:nvPr/>
        </p:nvGrpSpPr>
        <p:grpSpPr>
          <a:xfrm>
            <a:off x="5782259" y="1359612"/>
            <a:ext cx="356138" cy="356138"/>
            <a:chOff x="5782259" y="1512012"/>
            <a:chExt cx="356138" cy="356138"/>
          </a:xfrm>
        </p:grpSpPr>
        <p:sp>
          <p:nvSpPr>
            <p:cNvPr id="13134" name="Google Shape;13134;p43"/>
            <p:cNvSpPr/>
            <p:nvPr/>
          </p:nvSpPr>
          <p:spPr>
            <a:xfrm>
              <a:off x="5902635" y="1701505"/>
              <a:ext cx="114888" cy="97792"/>
            </a:xfrm>
            <a:custGeom>
              <a:rect b="b" l="l" r="r" t="t"/>
              <a:pathLst>
                <a:path extrusionOk="0" h="3724" w="4375">
                  <a:moveTo>
                    <a:pt x="1532" y="0"/>
                  </a:moveTo>
                  <a:lnTo>
                    <a:pt x="1532" y="297"/>
                  </a:lnTo>
                  <a:cubicBezTo>
                    <a:pt x="1532" y="383"/>
                    <a:pt x="1484" y="460"/>
                    <a:pt x="1398" y="498"/>
                  </a:cubicBezTo>
                  <a:lnTo>
                    <a:pt x="402" y="929"/>
                  </a:lnTo>
                  <a:cubicBezTo>
                    <a:pt x="163" y="1024"/>
                    <a:pt x="0" y="1264"/>
                    <a:pt x="0" y="1522"/>
                  </a:cubicBezTo>
                  <a:lnTo>
                    <a:pt x="0" y="3723"/>
                  </a:lnTo>
                  <a:lnTo>
                    <a:pt x="4374" y="3723"/>
                  </a:lnTo>
                  <a:lnTo>
                    <a:pt x="4374" y="1532"/>
                  </a:lnTo>
                  <a:cubicBezTo>
                    <a:pt x="4374" y="1264"/>
                    <a:pt x="4221" y="1024"/>
                    <a:pt x="3982" y="929"/>
                  </a:cubicBezTo>
                  <a:lnTo>
                    <a:pt x="2986" y="498"/>
                  </a:lnTo>
                  <a:cubicBezTo>
                    <a:pt x="2900" y="460"/>
                    <a:pt x="2852" y="383"/>
                    <a:pt x="2852" y="297"/>
                  </a:cubicBezTo>
                  <a:lnTo>
                    <a:pt x="2852" y="0"/>
                  </a:lnTo>
                  <a:close/>
                </a:path>
              </a:pathLst>
            </a:custGeom>
            <a:solidFill>
              <a:srgbClr val="ACBDC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135" name="Google Shape;13135;p43"/>
            <p:cNvSpPr/>
            <p:nvPr/>
          </p:nvSpPr>
          <p:spPr>
            <a:xfrm>
              <a:off x="5940082" y="1701505"/>
              <a:ext cx="40230" cy="17358"/>
            </a:xfrm>
            <a:custGeom>
              <a:rect b="b" l="l" r="r" t="t"/>
              <a:pathLst>
                <a:path extrusionOk="0" h="661" w="1532">
                  <a:moveTo>
                    <a:pt x="106" y="0"/>
                  </a:moveTo>
                  <a:lnTo>
                    <a:pt x="106" y="297"/>
                  </a:lnTo>
                  <a:cubicBezTo>
                    <a:pt x="106" y="374"/>
                    <a:pt x="67" y="441"/>
                    <a:pt x="0" y="479"/>
                  </a:cubicBezTo>
                  <a:cubicBezTo>
                    <a:pt x="240" y="594"/>
                    <a:pt x="498" y="661"/>
                    <a:pt x="766" y="661"/>
                  </a:cubicBezTo>
                  <a:cubicBezTo>
                    <a:pt x="1034" y="651"/>
                    <a:pt x="1292" y="594"/>
                    <a:pt x="1532" y="479"/>
                  </a:cubicBezTo>
                  <a:cubicBezTo>
                    <a:pt x="1465" y="441"/>
                    <a:pt x="1426" y="374"/>
                    <a:pt x="1426" y="297"/>
                  </a:cubicBezTo>
                  <a:lnTo>
                    <a:pt x="1426" y="0"/>
                  </a:lnTo>
                  <a:close/>
                </a:path>
              </a:pathLst>
            </a:custGeom>
            <a:solidFill>
              <a:srgbClr val="96ABB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136" name="Google Shape;13136;p43"/>
            <p:cNvSpPr/>
            <p:nvPr/>
          </p:nvSpPr>
          <p:spPr>
            <a:xfrm>
              <a:off x="5902635" y="1716079"/>
              <a:ext cx="115124" cy="83218"/>
            </a:xfrm>
            <a:custGeom>
              <a:rect b="b" l="l" r="r" t="t"/>
              <a:pathLst>
                <a:path extrusionOk="0" h="3169" w="4384">
                  <a:moveTo>
                    <a:pt x="1254" y="0"/>
                  </a:moveTo>
                  <a:lnTo>
                    <a:pt x="402" y="374"/>
                  </a:lnTo>
                  <a:cubicBezTo>
                    <a:pt x="163" y="469"/>
                    <a:pt x="10" y="709"/>
                    <a:pt x="0" y="967"/>
                  </a:cubicBezTo>
                  <a:lnTo>
                    <a:pt x="0" y="3168"/>
                  </a:lnTo>
                  <a:lnTo>
                    <a:pt x="4374" y="3168"/>
                  </a:lnTo>
                  <a:lnTo>
                    <a:pt x="4374" y="977"/>
                  </a:lnTo>
                  <a:cubicBezTo>
                    <a:pt x="4384" y="709"/>
                    <a:pt x="4221" y="469"/>
                    <a:pt x="3982" y="374"/>
                  </a:cubicBezTo>
                  <a:lnTo>
                    <a:pt x="3130" y="0"/>
                  </a:lnTo>
                  <a:cubicBezTo>
                    <a:pt x="2919" y="359"/>
                    <a:pt x="2556" y="539"/>
                    <a:pt x="2192" y="539"/>
                  </a:cubicBezTo>
                  <a:cubicBezTo>
                    <a:pt x="1828" y="539"/>
                    <a:pt x="1465" y="359"/>
                    <a:pt x="1254" y="0"/>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137" name="Google Shape;13137;p43"/>
            <p:cNvSpPr/>
            <p:nvPr/>
          </p:nvSpPr>
          <p:spPr>
            <a:xfrm>
              <a:off x="5919967" y="1621070"/>
              <a:ext cx="28676" cy="63103"/>
            </a:xfrm>
            <a:custGeom>
              <a:rect b="b" l="l" r="r" t="t"/>
              <a:pathLst>
                <a:path extrusionOk="0" h="2403" w="1092">
                  <a:moveTo>
                    <a:pt x="661" y="1"/>
                  </a:moveTo>
                  <a:cubicBezTo>
                    <a:pt x="297" y="1"/>
                    <a:pt x="1" y="288"/>
                    <a:pt x="1" y="652"/>
                  </a:cubicBezTo>
                  <a:lnTo>
                    <a:pt x="1" y="805"/>
                  </a:lnTo>
                  <a:cubicBezTo>
                    <a:pt x="1" y="996"/>
                    <a:pt x="30" y="1178"/>
                    <a:pt x="87" y="1360"/>
                  </a:cubicBezTo>
                  <a:lnTo>
                    <a:pt x="441" y="2403"/>
                  </a:lnTo>
                  <a:lnTo>
                    <a:pt x="1092" y="2403"/>
                  </a:lnTo>
                  <a:lnTo>
                    <a:pt x="1092" y="1"/>
                  </a:ln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138" name="Google Shape;13138;p43"/>
            <p:cNvSpPr/>
            <p:nvPr/>
          </p:nvSpPr>
          <p:spPr>
            <a:xfrm>
              <a:off x="5931547" y="1615293"/>
              <a:ext cx="69116" cy="68880"/>
            </a:xfrm>
            <a:custGeom>
              <a:rect b="b" l="l" r="r" t="t"/>
              <a:pathLst>
                <a:path extrusionOk="0" h="2623" w="2632">
                  <a:moveTo>
                    <a:pt x="660" y="1"/>
                  </a:moveTo>
                  <a:cubicBezTo>
                    <a:pt x="297" y="1"/>
                    <a:pt x="0" y="297"/>
                    <a:pt x="0" y="661"/>
                  </a:cubicBezTo>
                  <a:cubicBezTo>
                    <a:pt x="0" y="900"/>
                    <a:pt x="201" y="1092"/>
                    <a:pt x="440" y="1092"/>
                  </a:cubicBezTo>
                  <a:lnTo>
                    <a:pt x="2192" y="2623"/>
                  </a:lnTo>
                  <a:lnTo>
                    <a:pt x="2555" y="1331"/>
                  </a:lnTo>
                  <a:cubicBezTo>
                    <a:pt x="2603" y="1178"/>
                    <a:pt x="2622" y="1015"/>
                    <a:pt x="2632" y="853"/>
                  </a:cubicBezTo>
                  <a:lnTo>
                    <a:pt x="2632" y="441"/>
                  </a:lnTo>
                  <a:cubicBezTo>
                    <a:pt x="2632" y="192"/>
                    <a:pt x="2431" y="1"/>
                    <a:pt x="2192" y="1"/>
                  </a:cubicBez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139" name="Google Shape;13139;p43"/>
            <p:cNvSpPr/>
            <p:nvPr/>
          </p:nvSpPr>
          <p:spPr>
            <a:xfrm>
              <a:off x="5925744" y="1644179"/>
              <a:ext cx="68906" cy="63129"/>
            </a:xfrm>
            <a:custGeom>
              <a:rect b="b" l="l" r="r" t="t"/>
              <a:pathLst>
                <a:path extrusionOk="0" h="2404" w="2624">
                  <a:moveTo>
                    <a:pt x="812" y="0"/>
                  </a:moveTo>
                  <a:cubicBezTo>
                    <a:pt x="699" y="0"/>
                    <a:pt x="597" y="47"/>
                    <a:pt x="518" y="126"/>
                  </a:cubicBezTo>
                  <a:lnTo>
                    <a:pt x="125" y="528"/>
                  </a:lnTo>
                  <a:cubicBezTo>
                    <a:pt x="39" y="604"/>
                    <a:pt x="1" y="719"/>
                    <a:pt x="1" y="834"/>
                  </a:cubicBezTo>
                  <a:lnTo>
                    <a:pt x="1" y="1092"/>
                  </a:lnTo>
                  <a:cubicBezTo>
                    <a:pt x="1" y="1810"/>
                    <a:pt x="585" y="2403"/>
                    <a:pt x="1312" y="2403"/>
                  </a:cubicBezTo>
                  <a:cubicBezTo>
                    <a:pt x="2039" y="2403"/>
                    <a:pt x="2623" y="1810"/>
                    <a:pt x="2623" y="1092"/>
                  </a:cubicBezTo>
                  <a:lnTo>
                    <a:pt x="2623" y="815"/>
                  </a:lnTo>
                  <a:cubicBezTo>
                    <a:pt x="2623" y="690"/>
                    <a:pt x="2575" y="585"/>
                    <a:pt x="2499" y="499"/>
                  </a:cubicBezTo>
                  <a:cubicBezTo>
                    <a:pt x="2154" y="174"/>
                    <a:pt x="1542" y="20"/>
                    <a:pt x="843" y="1"/>
                  </a:cubicBezTo>
                  <a:cubicBezTo>
                    <a:pt x="833" y="1"/>
                    <a:pt x="822" y="0"/>
                    <a:pt x="812" y="0"/>
                  </a:cubicBezTo>
                  <a:close/>
                </a:path>
              </a:pathLst>
            </a:custGeom>
            <a:solidFill>
              <a:srgbClr val="BECBD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140" name="Google Shape;13140;p43"/>
            <p:cNvSpPr/>
            <p:nvPr/>
          </p:nvSpPr>
          <p:spPr>
            <a:xfrm>
              <a:off x="5925744" y="1644205"/>
              <a:ext cx="68906" cy="61606"/>
            </a:xfrm>
            <a:custGeom>
              <a:rect b="b" l="l" r="r" t="t"/>
              <a:pathLst>
                <a:path extrusionOk="0" h="2346" w="2624">
                  <a:moveTo>
                    <a:pt x="843" y="0"/>
                  </a:moveTo>
                  <a:cubicBezTo>
                    <a:pt x="728" y="0"/>
                    <a:pt x="613" y="48"/>
                    <a:pt x="527" y="134"/>
                  </a:cubicBezTo>
                  <a:lnTo>
                    <a:pt x="125" y="527"/>
                  </a:lnTo>
                  <a:cubicBezTo>
                    <a:pt x="49" y="613"/>
                    <a:pt x="1" y="718"/>
                    <a:pt x="1" y="843"/>
                  </a:cubicBezTo>
                  <a:lnTo>
                    <a:pt x="1" y="1091"/>
                  </a:lnTo>
                  <a:cubicBezTo>
                    <a:pt x="1" y="1675"/>
                    <a:pt x="384" y="2182"/>
                    <a:pt x="948" y="2345"/>
                  </a:cubicBezTo>
                  <a:cubicBezTo>
                    <a:pt x="757" y="2115"/>
                    <a:pt x="652" y="1828"/>
                    <a:pt x="661" y="1522"/>
                  </a:cubicBezTo>
                  <a:lnTo>
                    <a:pt x="661" y="890"/>
                  </a:lnTo>
                  <a:cubicBezTo>
                    <a:pt x="652" y="643"/>
                    <a:pt x="853" y="449"/>
                    <a:pt x="1088" y="449"/>
                  </a:cubicBezTo>
                  <a:cubicBezTo>
                    <a:pt x="1099" y="449"/>
                    <a:pt x="1110" y="449"/>
                    <a:pt x="1121" y="450"/>
                  </a:cubicBezTo>
                  <a:cubicBezTo>
                    <a:pt x="1561" y="479"/>
                    <a:pt x="2221" y="555"/>
                    <a:pt x="2623" y="747"/>
                  </a:cubicBezTo>
                  <a:cubicBezTo>
                    <a:pt x="2604" y="651"/>
                    <a:pt x="2566" y="575"/>
                    <a:pt x="2499" y="508"/>
                  </a:cubicBezTo>
                  <a:cubicBezTo>
                    <a:pt x="2164" y="173"/>
                    <a:pt x="1542" y="29"/>
                    <a:pt x="843" y="0"/>
                  </a:cubicBezTo>
                  <a:close/>
                </a:path>
              </a:pathLst>
            </a:custGeom>
            <a:solidFill>
              <a:srgbClr val="ACBDC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141" name="Google Shape;13141;p43"/>
            <p:cNvSpPr/>
            <p:nvPr/>
          </p:nvSpPr>
          <p:spPr>
            <a:xfrm>
              <a:off x="5902898" y="1730916"/>
              <a:ext cx="22872" cy="68381"/>
            </a:xfrm>
            <a:custGeom>
              <a:rect b="b" l="l" r="r" t="t"/>
              <a:pathLst>
                <a:path extrusionOk="0" h="2604" w="871">
                  <a:moveTo>
                    <a:pt x="144" y="0"/>
                  </a:moveTo>
                  <a:cubicBezTo>
                    <a:pt x="48" y="115"/>
                    <a:pt x="0" y="258"/>
                    <a:pt x="0" y="412"/>
                  </a:cubicBezTo>
                  <a:lnTo>
                    <a:pt x="0" y="2603"/>
                  </a:lnTo>
                  <a:lnTo>
                    <a:pt x="871" y="2603"/>
                  </a:lnTo>
                  <a:lnTo>
                    <a:pt x="871" y="995"/>
                  </a:lnTo>
                  <a:cubicBezTo>
                    <a:pt x="871" y="823"/>
                    <a:pt x="804" y="660"/>
                    <a:pt x="680" y="536"/>
                  </a:cubicBezTo>
                  <a:lnTo>
                    <a:pt x="144" y="0"/>
                  </a:lnTo>
                  <a:close/>
                </a:path>
              </a:pathLst>
            </a:custGeom>
            <a:solidFill>
              <a:srgbClr val="A5B7C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142" name="Google Shape;13142;p43"/>
            <p:cNvSpPr/>
            <p:nvPr/>
          </p:nvSpPr>
          <p:spPr>
            <a:xfrm>
              <a:off x="5994624" y="1730916"/>
              <a:ext cx="23135" cy="68381"/>
            </a:xfrm>
            <a:custGeom>
              <a:rect b="b" l="l" r="r" t="t"/>
              <a:pathLst>
                <a:path extrusionOk="0" h="2604" w="881">
                  <a:moveTo>
                    <a:pt x="728" y="0"/>
                  </a:moveTo>
                  <a:lnTo>
                    <a:pt x="192" y="536"/>
                  </a:lnTo>
                  <a:cubicBezTo>
                    <a:pt x="77" y="660"/>
                    <a:pt x="0" y="823"/>
                    <a:pt x="0" y="995"/>
                  </a:cubicBezTo>
                  <a:lnTo>
                    <a:pt x="0" y="2603"/>
                  </a:lnTo>
                  <a:lnTo>
                    <a:pt x="881" y="2603"/>
                  </a:lnTo>
                  <a:lnTo>
                    <a:pt x="881" y="412"/>
                  </a:lnTo>
                  <a:cubicBezTo>
                    <a:pt x="881" y="258"/>
                    <a:pt x="823" y="115"/>
                    <a:pt x="728" y="0"/>
                  </a:cubicBezTo>
                  <a:close/>
                </a:path>
              </a:pathLst>
            </a:custGeom>
            <a:solidFill>
              <a:srgbClr val="A5B7C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143" name="Google Shape;13143;p43"/>
            <p:cNvSpPr/>
            <p:nvPr/>
          </p:nvSpPr>
          <p:spPr>
            <a:xfrm>
              <a:off x="5782259" y="1512012"/>
              <a:ext cx="356138" cy="356138"/>
            </a:xfrm>
            <a:custGeom>
              <a:rect b="b" l="l" r="r" t="t"/>
              <a:pathLst>
                <a:path extrusionOk="0" h="13562" w="13562">
                  <a:moveTo>
                    <a:pt x="6777" y="2623"/>
                  </a:moveTo>
                  <a:cubicBezTo>
                    <a:pt x="7312" y="2623"/>
                    <a:pt x="7851" y="2726"/>
                    <a:pt x="8365" y="2938"/>
                  </a:cubicBezTo>
                  <a:cubicBezTo>
                    <a:pt x="9925" y="3580"/>
                    <a:pt x="10939" y="5101"/>
                    <a:pt x="10939" y="6776"/>
                  </a:cubicBezTo>
                  <a:cubicBezTo>
                    <a:pt x="10939" y="9073"/>
                    <a:pt x="9073" y="10939"/>
                    <a:pt x="6776" y="10939"/>
                  </a:cubicBezTo>
                  <a:cubicBezTo>
                    <a:pt x="5092" y="10939"/>
                    <a:pt x="3580" y="9925"/>
                    <a:pt x="2938" y="8365"/>
                  </a:cubicBezTo>
                  <a:cubicBezTo>
                    <a:pt x="2297" y="6814"/>
                    <a:pt x="2651" y="5025"/>
                    <a:pt x="3838" y="3838"/>
                  </a:cubicBezTo>
                  <a:cubicBezTo>
                    <a:pt x="4632" y="3044"/>
                    <a:pt x="5695" y="2623"/>
                    <a:pt x="6777" y="2623"/>
                  </a:cubicBezTo>
                  <a:close/>
                  <a:moveTo>
                    <a:pt x="5905" y="0"/>
                  </a:moveTo>
                  <a:cubicBezTo>
                    <a:pt x="5790" y="0"/>
                    <a:pt x="5685" y="96"/>
                    <a:pt x="5685" y="220"/>
                  </a:cubicBezTo>
                  <a:lnTo>
                    <a:pt x="5685" y="795"/>
                  </a:lnTo>
                  <a:cubicBezTo>
                    <a:pt x="5685" y="900"/>
                    <a:pt x="5618" y="986"/>
                    <a:pt x="5513" y="1015"/>
                  </a:cubicBezTo>
                  <a:cubicBezTo>
                    <a:pt x="4833" y="1158"/>
                    <a:pt x="4182" y="1426"/>
                    <a:pt x="3599" y="1800"/>
                  </a:cubicBezTo>
                  <a:cubicBezTo>
                    <a:pt x="3561" y="1825"/>
                    <a:pt x="3517" y="1837"/>
                    <a:pt x="3474" y="1837"/>
                  </a:cubicBezTo>
                  <a:cubicBezTo>
                    <a:pt x="3420" y="1837"/>
                    <a:pt x="3368" y="1818"/>
                    <a:pt x="3331" y="1780"/>
                  </a:cubicBezTo>
                  <a:lnTo>
                    <a:pt x="2919" y="1369"/>
                  </a:lnTo>
                  <a:cubicBezTo>
                    <a:pt x="2876" y="1326"/>
                    <a:pt x="2819" y="1304"/>
                    <a:pt x="2761" y="1304"/>
                  </a:cubicBezTo>
                  <a:cubicBezTo>
                    <a:pt x="2704" y="1304"/>
                    <a:pt x="2646" y="1326"/>
                    <a:pt x="2603" y="1369"/>
                  </a:cubicBezTo>
                  <a:lnTo>
                    <a:pt x="1369" y="2603"/>
                  </a:lnTo>
                  <a:cubicBezTo>
                    <a:pt x="1283" y="2690"/>
                    <a:pt x="1283" y="2824"/>
                    <a:pt x="1369" y="2910"/>
                  </a:cubicBezTo>
                  <a:lnTo>
                    <a:pt x="1780" y="3321"/>
                  </a:lnTo>
                  <a:cubicBezTo>
                    <a:pt x="1857" y="3398"/>
                    <a:pt x="1866" y="3513"/>
                    <a:pt x="1809" y="3599"/>
                  </a:cubicBezTo>
                  <a:cubicBezTo>
                    <a:pt x="1436" y="4183"/>
                    <a:pt x="1168" y="4833"/>
                    <a:pt x="1015" y="5513"/>
                  </a:cubicBezTo>
                  <a:cubicBezTo>
                    <a:pt x="996" y="5609"/>
                    <a:pt x="909" y="5685"/>
                    <a:pt x="804" y="5685"/>
                  </a:cubicBezTo>
                  <a:lnTo>
                    <a:pt x="220" y="5685"/>
                  </a:lnTo>
                  <a:cubicBezTo>
                    <a:pt x="96" y="5685"/>
                    <a:pt x="0" y="5781"/>
                    <a:pt x="0" y="5905"/>
                  </a:cubicBezTo>
                  <a:lnTo>
                    <a:pt x="0" y="7657"/>
                  </a:lnTo>
                  <a:cubicBezTo>
                    <a:pt x="0" y="7771"/>
                    <a:pt x="96" y="7877"/>
                    <a:pt x="220" y="7877"/>
                  </a:cubicBezTo>
                  <a:lnTo>
                    <a:pt x="804" y="7877"/>
                  </a:lnTo>
                  <a:cubicBezTo>
                    <a:pt x="909" y="7877"/>
                    <a:pt x="996" y="7944"/>
                    <a:pt x="1015" y="8049"/>
                  </a:cubicBezTo>
                  <a:cubicBezTo>
                    <a:pt x="1168" y="8728"/>
                    <a:pt x="1436" y="9379"/>
                    <a:pt x="1809" y="9963"/>
                  </a:cubicBezTo>
                  <a:cubicBezTo>
                    <a:pt x="1866" y="10049"/>
                    <a:pt x="1857" y="10164"/>
                    <a:pt x="1780" y="10231"/>
                  </a:cubicBezTo>
                  <a:lnTo>
                    <a:pt x="1369" y="10642"/>
                  </a:lnTo>
                  <a:cubicBezTo>
                    <a:pt x="1283" y="10729"/>
                    <a:pt x="1283" y="10872"/>
                    <a:pt x="1369" y="10958"/>
                  </a:cubicBezTo>
                  <a:lnTo>
                    <a:pt x="2603" y="12193"/>
                  </a:lnTo>
                  <a:cubicBezTo>
                    <a:pt x="2646" y="12236"/>
                    <a:pt x="2704" y="12257"/>
                    <a:pt x="2761" y="12257"/>
                  </a:cubicBezTo>
                  <a:cubicBezTo>
                    <a:pt x="2819" y="12257"/>
                    <a:pt x="2876" y="12236"/>
                    <a:pt x="2919" y="12193"/>
                  </a:cubicBezTo>
                  <a:lnTo>
                    <a:pt x="3331" y="11781"/>
                  </a:lnTo>
                  <a:cubicBezTo>
                    <a:pt x="3369" y="11738"/>
                    <a:pt x="3423" y="11716"/>
                    <a:pt x="3478" y="11716"/>
                  </a:cubicBezTo>
                  <a:cubicBezTo>
                    <a:pt x="3520" y="11716"/>
                    <a:pt x="3562" y="11728"/>
                    <a:pt x="3599" y="11753"/>
                  </a:cubicBezTo>
                  <a:cubicBezTo>
                    <a:pt x="4182" y="12126"/>
                    <a:pt x="4833" y="12394"/>
                    <a:pt x="5513" y="12547"/>
                  </a:cubicBezTo>
                  <a:cubicBezTo>
                    <a:pt x="5618" y="12566"/>
                    <a:pt x="5685" y="12652"/>
                    <a:pt x="5685" y="12758"/>
                  </a:cubicBezTo>
                  <a:lnTo>
                    <a:pt x="5685" y="13341"/>
                  </a:lnTo>
                  <a:cubicBezTo>
                    <a:pt x="5685" y="13466"/>
                    <a:pt x="5790" y="13561"/>
                    <a:pt x="5905" y="13561"/>
                  </a:cubicBezTo>
                  <a:lnTo>
                    <a:pt x="7657" y="13561"/>
                  </a:lnTo>
                  <a:cubicBezTo>
                    <a:pt x="7781" y="13561"/>
                    <a:pt x="7877" y="13466"/>
                    <a:pt x="7877" y="13341"/>
                  </a:cubicBezTo>
                  <a:lnTo>
                    <a:pt x="7877" y="12758"/>
                  </a:lnTo>
                  <a:cubicBezTo>
                    <a:pt x="7877" y="12652"/>
                    <a:pt x="7953" y="12566"/>
                    <a:pt x="8049" y="12547"/>
                  </a:cubicBezTo>
                  <a:cubicBezTo>
                    <a:pt x="8728" y="12394"/>
                    <a:pt x="9379" y="12126"/>
                    <a:pt x="9963" y="11753"/>
                  </a:cubicBezTo>
                  <a:cubicBezTo>
                    <a:pt x="10000" y="11728"/>
                    <a:pt x="10042" y="11716"/>
                    <a:pt x="10084" y="11716"/>
                  </a:cubicBezTo>
                  <a:cubicBezTo>
                    <a:pt x="10140" y="11716"/>
                    <a:pt x="10197" y="11738"/>
                    <a:pt x="10240" y="11781"/>
                  </a:cubicBezTo>
                  <a:lnTo>
                    <a:pt x="10652" y="12193"/>
                  </a:lnTo>
                  <a:cubicBezTo>
                    <a:pt x="10695" y="12236"/>
                    <a:pt x="10750" y="12257"/>
                    <a:pt x="10805" y="12257"/>
                  </a:cubicBezTo>
                  <a:cubicBezTo>
                    <a:pt x="10860" y="12257"/>
                    <a:pt x="10915" y="12236"/>
                    <a:pt x="10958" y="12193"/>
                  </a:cubicBezTo>
                  <a:lnTo>
                    <a:pt x="12193" y="10958"/>
                  </a:lnTo>
                  <a:cubicBezTo>
                    <a:pt x="12279" y="10872"/>
                    <a:pt x="12279" y="10729"/>
                    <a:pt x="12193" y="10642"/>
                  </a:cubicBezTo>
                  <a:lnTo>
                    <a:pt x="11781" y="10231"/>
                  </a:lnTo>
                  <a:cubicBezTo>
                    <a:pt x="11714" y="10164"/>
                    <a:pt x="11695" y="10049"/>
                    <a:pt x="11753" y="9963"/>
                  </a:cubicBezTo>
                  <a:cubicBezTo>
                    <a:pt x="12135" y="9379"/>
                    <a:pt x="12403" y="8728"/>
                    <a:pt x="12547" y="8049"/>
                  </a:cubicBezTo>
                  <a:cubicBezTo>
                    <a:pt x="12566" y="7944"/>
                    <a:pt x="12662" y="7877"/>
                    <a:pt x="12767" y="7877"/>
                  </a:cubicBezTo>
                  <a:lnTo>
                    <a:pt x="13341" y="7877"/>
                  </a:lnTo>
                  <a:cubicBezTo>
                    <a:pt x="13466" y="7877"/>
                    <a:pt x="13561" y="7781"/>
                    <a:pt x="13561" y="7657"/>
                  </a:cubicBezTo>
                  <a:lnTo>
                    <a:pt x="13561" y="5905"/>
                  </a:lnTo>
                  <a:cubicBezTo>
                    <a:pt x="13561" y="5781"/>
                    <a:pt x="13466" y="5685"/>
                    <a:pt x="13341" y="5685"/>
                  </a:cubicBezTo>
                  <a:lnTo>
                    <a:pt x="12757" y="5685"/>
                  </a:lnTo>
                  <a:cubicBezTo>
                    <a:pt x="12652" y="5685"/>
                    <a:pt x="12566" y="5609"/>
                    <a:pt x="12547" y="5513"/>
                  </a:cubicBezTo>
                  <a:cubicBezTo>
                    <a:pt x="12394" y="4833"/>
                    <a:pt x="12126" y="4183"/>
                    <a:pt x="11753" y="3599"/>
                  </a:cubicBezTo>
                  <a:cubicBezTo>
                    <a:pt x="11695" y="3513"/>
                    <a:pt x="11705" y="3398"/>
                    <a:pt x="11781" y="3321"/>
                  </a:cubicBezTo>
                  <a:lnTo>
                    <a:pt x="12193" y="2910"/>
                  </a:lnTo>
                  <a:cubicBezTo>
                    <a:pt x="12269" y="2824"/>
                    <a:pt x="12269" y="2690"/>
                    <a:pt x="12193" y="2603"/>
                  </a:cubicBezTo>
                  <a:lnTo>
                    <a:pt x="10949" y="1369"/>
                  </a:lnTo>
                  <a:cubicBezTo>
                    <a:pt x="10906" y="1326"/>
                    <a:pt x="10851" y="1304"/>
                    <a:pt x="10796" y="1304"/>
                  </a:cubicBezTo>
                  <a:cubicBezTo>
                    <a:pt x="10741" y="1304"/>
                    <a:pt x="10686" y="1326"/>
                    <a:pt x="10642" y="1369"/>
                  </a:cubicBezTo>
                  <a:lnTo>
                    <a:pt x="10231" y="1780"/>
                  </a:lnTo>
                  <a:cubicBezTo>
                    <a:pt x="10188" y="1818"/>
                    <a:pt x="10134" y="1837"/>
                    <a:pt x="10079" y="1837"/>
                  </a:cubicBezTo>
                  <a:cubicBezTo>
                    <a:pt x="10035" y="1837"/>
                    <a:pt x="9992" y="1825"/>
                    <a:pt x="9953" y="1800"/>
                  </a:cubicBezTo>
                  <a:cubicBezTo>
                    <a:pt x="9370" y="1426"/>
                    <a:pt x="8719" y="1158"/>
                    <a:pt x="8039" y="1015"/>
                  </a:cubicBezTo>
                  <a:cubicBezTo>
                    <a:pt x="7944" y="986"/>
                    <a:pt x="7877" y="900"/>
                    <a:pt x="7877" y="795"/>
                  </a:cubicBezTo>
                  <a:lnTo>
                    <a:pt x="7877" y="220"/>
                  </a:lnTo>
                  <a:cubicBezTo>
                    <a:pt x="7877" y="96"/>
                    <a:pt x="7781" y="0"/>
                    <a:pt x="7657" y="0"/>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144" name="Google Shape;13144;p43"/>
            <p:cNvSpPr/>
            <p:nvPr/>
          </p:nvSpPr>
          <p:spPr>
            <a:xfrm>
              <a:off x="5823724" y="1563535"/>
              <a:ext cx="262889" cy="252936"/>
            </a:xfrm>
            <a:custGeom>
              <a:rect b="b" l="l" r="r" t="t"/>
              <a:pathLst>
                <a:path extrusionOk="0" h="9632" w="10011">
                  <a:moveTo>
                    <a:pt x="5205" y="877"/>
                  </a:moveTo>
                  <a:cubicBezTo>
                    <a:pt x="5711" y="877"/>
                    <a:pt x="6222" y="975"/>
                    <a:pt x="6709" y="1177"/>
                  </a:cubicBezTo>
                  <a:cubicBezTo>
                    <a:pt x="8173" y="1790"/>
                    <a:pt x="9140" y="3225"/>
                    <a:pt x="9140" y="4814"/>
                  </a:cubicBezTo>
                  <a:cubicBezTo>
                    <a:pt x="9140" y="6996"/>
                    <a:pt x="7370" y="8757"/>
                    <a:pt x="5197" y="8757"/>
                  </a:cubicBezTo>
                  <a:cubicBezTo>
                    <a:pt x="3608" y="8757"/>
                    <a:pt x="2173" y="7790"/>
                    <a:pt x="1560" y="6326"/>
                  </a:cubicBezTo>
                  <a:cubicBezTo>
                    <a:pt x="948" y="4852"/>
                    <a:pt x="1283" y="3158"/>
                    <a:pt x="2412" y="2029"/>
                  </a:cubicBezTo>
                  <a:cubicBezTo>
                    <a:pt x="3168" y="1279"/>
                    <a:pt x="4178" y="877"/>
                    <a:pt x="5205" y="877"/>
                  </a:cubicBezTo>
                  <a:close/>
                  <a:moveTo>
                    <a:pt x="5197" y="0"/>
                  </a:moveTo>
                  <a:cubicBezTo>
                    <a:pt x="3254" y="0"/>
                    <a:pt x="1493" y="1177"/>
                    <a:pt x="747" y="2967"/>
                  </a:cubicBezTo>
                  <a:cubicBezTo>
                    <a:pt x="0" y="4766"/>
                    <a:pt x="412" y="6843"/>
                    <a:pt x="1790" y="8221"/>
                  </a:cubicBezTo>
                  <a:cubicBezTo>
                    <a:pt x="2711" y="9143"/>
                    <a:pt x="3941" y="9632"/>
                    <a:pt x="5192" y="9632"/>
                  </a:cubicBezTo>
                  <a:cubicBezTo>
                    <a:pt x="5813" y="9632"/>
                    <a:pt x="6438" y="9512"/>
                    <a:pt x="7035" y="9264"/>
                  </a:cubicBezTo>
                  <a:cubicBezTo>
                    <a:pt x="8834" y="8518"/>
                    <a:pt x="10001" y="6766"/>
                    <a:pt x="10011" y="4814"/>
                  </a:cubicBezTo>
                  <a:cubicBezTo>
                    <a:pt x="10011" y="2163"/>
                    <a:pt x="7858" y="10"/>
                    <a:pt x="5197" y="0"/>
                  </a:cubicBezTo>
                  <a:close/>
                </a:path>
              </a:pathLst>
            </a:custGeom>
            <a:solidFill>
              <a:srgbClr val="909FA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3145" name="Google Shape;13145;p43"/>
          <p:cNvGrpSpPr/>
          <p:nvPr/>
        </p:nvGrpSpPr>
        <p:grpSpPr>
          <a:xfrm>
            <a:off x="6229598" y="1365652"/>
            <a:ext cx="343560" cy="343822"/>
            <a:chOff x="6229598" y="1518052"/>
            <a:chExt cx="343560" cy="343822"/>
          </a:xfrm>
        </p:grpSpPr>
        <p:sp>
          <p:nvSpPr>
            <p:cNvPr id="13146" name="Google Shape;13146;p43"/>
            <p:cNvSpPr/>
            <p:nvPr/>
          </p:nvSpPr>
          <p:spPr>
            <a:xfrm>
              <a:off x="6229598" y="1518052"/>
              <a:ext cx="343560" cy="343822"/>
            </a:xfrm>
            <a:custGeom>
              <a:rect b="b" l="l" r="r" t="t"/>
              <a:pathLst>
                <a:path extrusionOk="0" h="13093" w="13083">
                  <a:moveTo>
                    <a:pt x="6537" y="0"/>
                  </a:moveTo>
                  <a:cubicBezTo>
                    <a:pt x="2929" y="0"/>
                    <a:pt x="0" y="2938"/>
                    <a:pt x="0" y="6546"/>
                  </a:cubicBezTo>
                  <a:cubicBezTo>
                    <a:pt x="0" y="10164"/>
                    <a:pt x="2929" y="13092"/>
                    <a:pt x="6537" y="13092"/>
                  </a:cubicBezTo>
                  <a:cubicBezTo>
                    <a:pt x="10154" y="13092"/>
                    <a:pt x="13083" y="10164"/>
                    <a:pt x="13083" y="6546"/>
                  </a:cubicBezTo>
                  <a:cubicBezTo>
                    <a:pt x="13083" y="2938"/>
                    <a:pt x="10154" y="0"/>
                    <a:pt x="6537" y="0"/>
                  </a:cubicBezTo>
                  <a:close/>
                </a:path>
              </a:pathLst>
            </a:custGeom>
            <a:solidFill>
              <a:srgbClr val="C5D1D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147" name="Google Shape;13147;p43"/>
            <p:cNvSpPr/>
            <p:nvPr/>
          </p:nvSpPr>
          <p:spPr>
            <a:xfrm>
              <a:off x="6255228" y="1543918"/>
              <a:ext cx="292064" cy="292064"/>
            </a:xfrm>
            <a:custGeom>
              <a:rect b="b" l="l" r="r" t="t"/>
              <a:pathLst>
                <a:path extrusionOk="0" h="11122" w="11122">
                  <a:moveTo>
                    <a:pt x="5561" y="1"/>
                  </a:moveTo>
                  <a:cubicBezTo>
                    <a:pt x="2489" y="1"/>
                    <a:pt x="1" y="2489"/>
                    <a:pt x="1" y="5561"/>
                  </a:cubicBezTo>
                  <a:cubicBezTo>
                    <a:pt x="1" y="8633"/>
                    <a:pt x="2489" y="11121"/>
                    <a:pt x="5561" y="11121"/>
                  </a:cubicBezTo>
                  <a:cubicBezTo>
                    <a:pt x="8633" y="11121"/>
                    <a:pt x="11121" y="8633"/>
                    <a:pt x="11121" y="5561"/>
                  </a:cubicBezTo>
                  <a:cubicBezTo>
                    <a:pt x="11121" y="2489"/>
                    <a:pt x="8633" y="1"/>
                    <a:pt x="5561" y="1"/>
                  </a:cubicBezTo>
                  <a:close/>
                </a:path>
              </a:pathLst>
            </a:custGeom>
            <a:solidFill>
              <a:srgbClr val="F0F3F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148" name="Google Shape;13148;p43"/>
            <p:cNvSpPr/>
            <p:nvPr/>
          </p:nvSpPr>
          <p:spPr>
            <a:xfrm>
              <a:off x="6396218" y="1564034"/>
              <a:ext cx="10320" cy="131221"/>
            </a:xfrm>
            <a:custGeom>
              <a:rect b="b" l="l" r="r" t="t"/>
              <a:pathLst>
                <a:path extrusionOk="0" h="4997" w="393">
                  <a:moveTo>
                    <a:pt x="197" y="0"/>
                  </a:moveTo>
                  <a:cubicBezTo>
                    <a:pt x="99" y="0"/>
                    <a:pt x="1" y="67"/>
                    <a:pt x="1" y="201"/>
                  </a:cubicBezTo>
                  <a:lnTo>
                    <a:pt x="1" y="4795"/>
                  </a:lnTo>
                  <a:cubicBezTo>
                    <a:pt x="1" y="4910"/>
                    <a:pt x="87" y="4996"/>
                    <a:pt x="192" y="4996"/>
                  </a:cubicBezTo>
                  <a:cubicBezTo>
                    <a:pt x="307" y="4996"/>
                    <a:pt x="393" y="4910"/>
                    <a:pt x="393" y="4795"/>
                  </a:cubicBezTo>
                  <a:lnTo>
                    <a:pt x="393" y="201"/>
                  </a:lnTo>
                  <a:cubicBezTo>
                    <a:pt x="393" y="67"/>
                    <a:pt x="295" y="0"/>
                    <a:pt x="197" y="0"/>
                  </a:cubicBez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149" name="Google Shape;13149;p43"/>
            <p:cNvSpPr/>
            <p:nvPr/>
          </p:nvSpPr>
          <p:spPr>
            <a:xfrm>
              <a:off x="6394459" y="1684908"/>
              <a:ext cx="134477" cy="10346"/>
            </a:xfrm>
            <a:custGeom>
              <a:rect b="b" l="l" r="r" t="t"/>
              <a:pathLst>
                <a:path extrusionOk="0" h="394" w="5121">
                  <a:moveTo>
                    <a:pt x="259" y="1"/>
                  </a:moveTo>
                  <a:cubicBezTo>
                    <a:pt x="1" y="1"/>
                    <a:pt x="1" y="393"/>
                    <a:pt x="259" y="393"/>
                  </a:cubicBezTo>
                  <a:lnTo>
                    <a:pt x="4862" y="393"/>
                  </a:lnTo>
                  <a:cubicBezTo>
                    <a:pt x="5121" y="393"/>
                    <a:pt x="5121" y="1"/>
                    <a:pt x="4862" y="1"/>
                  </a:cubicBez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150" name="Google Shape;13150;p43"/>
            <p:cNvSpPr/>
            <p:nvPr/>
          </p:nvSpPr>
          <p:spPr>
            <a:xfrm>
              <a:off x="6291178" y="1579868"/>
              <a:ext cx="272946" cy="256009"/>
            </a:xfrm>
            <a:custGeom>
              <a:rect b="b" l="l" r="r" t="t"/>
              <a:pathLst>
                <a:path extrusionOk="0" h="9749" w="10394">
                  <a:moveTo>
                    <a:pt x="7848" y="0"/>
                  </a:moveTo>
                  <a:lnTo>
                    <a:pt x="7848" y="0"/>
                  </a:lnTo>
                  <a:cubicBezTo>
                    <a:pt x="9781" y="2211"/>
                    <a:pt x="9666" y="5522"/>
                    <a:pt x="7599" y="7599"/>
                  </a:cubicBezTo>
                  <a:cubicBezTo>
                    <a:pt x="6518" y="8680"/>
                    <a:pt x="5095" y="9227"/>
                    <a:pt x="3667" y="9227"/>
                  </a:cubicBezTo>
                  <a:cubicBezTo>
                    <a:pt x="2363" y="9227"/>
                    <a:pt x="1055" y="8771"/>
                    <a:pt x="0" y="7848"/>
                  </a:cubicBezTo>
                  <a:lnTo>
                    <a:pt x="0" y="7848"/>
                  </a:lnTo>
                  <a:cubicBezTo>
                    <a:pt x="1108" y="9110"/>
                    <a:pt x="2650" y="9748"/>
                    <a:pt x="4196" y="9748"/>
                  </a:cubicBezTo>
                  <a:cubicBezTo>
                    <a:pt x="5614" y="9748"/>
                    <a:pt x="7035" y="9211"/>
                    <a:pt x="8125" y="8125"/>
                  </a:cubicBezTo>
                  <a:cubicBezTo>
                    <a:pt x="10393" y="5848"/>
                    <a:pt x="10269" y="2125"/>
                    <a:pt x="7848" y="0"/>
                  </a:cubicBezTo>
                  <a:close/>
                </a:path>
              </a:pathLst>
            </a:custGeom>
            <a:solidFill>
              <a:srgbClr val="E2E8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151" name="Google Shape;13151;p43"/>
            <p:cNvSpPr/>
            <p:nvPr/>
          </p:nvSpPr>
          <p:spPr>
            <a:xfrm>
              <a:off x="6273584" y="1684908"/>
              <a:ext cx="21376" cy="10346"/>
            </a:xfrm>
            <a:custGeom>
              <a:rect b="b" l="l" r="r" t="t"/>
              <a:pathLst>
                <a:path extrusionOk="0" h="394" w="814">
                  <a:moveTo>
                    <a:pt x="268" y="1"/>
                  </a:moveTo>
                  <a:cubicBezTo>
                    <a:pt x="0" y="1"/>
                    <a:pt x="0" y="393"/>
                    <a:pt x="268" y="393"/>
                  </a:cubicBezTo>
                  <a:lnTo>
                    <a:pt x="555" y="393"/>
                  </a:lnTo>
                  <a:cubicBezTo>
                    <a:pt x="814" y="393"/>
                    <a:pt x="814" y="1"/>
                    <a:pt x="555" y="1"/>
                  </a:cubicBezTo>
                  <a:close/>
                </a:path>
              </a:pathLst>
            </a:custGeom>
            <a:solidFill>
              <a:srgbClr val="98ADB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152" name="Google Shape;13152;p43"/>
            <p:cNvSpPr/>
            <p:nvPr/>
          </p:nvSpPr>
          <p:spPr>
            <a:xfrm>
              <a:off x="6396218" y="1798194"/>
              <a:ext cx="10320" cy="17673"/>
            </a:xfrm>
            <a:custGeom>
              <a:rect b="b" l="l" r="r" t="t"/>
              <a:pathLst>
                <a:path extrusionOk="0" h="673" w="393">
                  <a:moveTo>
                    <a:pt x="197" y="1"/>
                  </a:moveTo>
                  <a:cubicBezTo>
                    <a:pt x="99" y="1"/>
                    <a:pt x="1" y="65"/>
                    <a:pt x="1" y="194"/>
                  </a:cubicBezTo>
                  <a:lnTo>
                    <a:pt x="1" y="481"/>
                  </a:lnTo>
                  <a:cubicBezTo>
                    <a:pt x="1" y="587"/>
                    <a:pt x="87" y="673"/>
                    <a:pt x="192" y="673"/>
                  </a:cubicBezTo>
                  <a:cubicBezTo>
                    <a:pt x="307" y="673"/>
                    <a:pt x="393" y="587"/>
                    <a:pt x="393" y="481"/>
                  </a:cubicBezTo>
                  <a:lnTo>
                    <a:pt x="393" y="194"/>
                  </a:lnTo>
                  <a:cubicBezTo>
                    <a:pt x="393" y="65"/>
                    <a:pt x="295" y="1"/>
                    <a:pt x="197" y="1"/>
                  </a:cubicBezTo>
                  <a:close/>
                </a:path>
              </a:pathLst>
            </a:custGeom>
            <a:solidFill>
              <a:srgbClr val="98ADB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153" name="Google Shape;13153;p43"/>
            <p:cNvSpPr/>
            <p:nvPr/>
          </p:nvSpPr>
          <p:spPr>
            <a:xfrm>
              <a:off x="6308063" y="1599117"/>
              <a:ext cx="20036" cy="15966"/>
            </a:xfrm>
            <a:custGeom>
              <a:rect b="b" l="l" r="r" t="t"/>
              <a:pathLst>
                <a:path extrusionOk="0" h="608" w="763">
                  <a:moveTo>
                    <a:pt x="296" y="0"/>
                  </a:moveTo>
                  <a:cubicBezTo>
                    <a:pt x="140" y="0"/>
                    <a:pt x="1" y="210"/>
                    <a:pt x="161" y="349"/>
                  </a:cubicBezTo>
                  <a:lnTo>
                    <a:pt x="362" y="550"/>
                  </a:lnTo>
                  <a:cubicBezTo>
                    <a:pt x="399" y="587"/>
                    <a:pt x="445" y="606"/>
                    <a:pt x="501" y="607"/>
                  </a:cubicBezTo>
                  <a:lnTo>
                    <a:pt x="501" y="607"/>
                  </a:lnTo>
                  <a:cubicBezTo>
                    <a:pt x="679" y="604"/>
                    <a:pt x="763" y="396"/>
                    <a:pt x="640" y="272"/>
                  </a:cubicBezTo>
                  <a:lnTo>
                    <a:pt x="439" y="71"/>
                  </a:lnTo>
                  <a:cubicBezTo>
                    <a:pt x="395" y="21"/>
                    <a:pt x="344" y="0"/>
                    <a:pt x="296" y="0"/>
                  </a:cubicBezTo>
                  <a:close/>
                  <a:moveTo>
                    <a:pt x="501" y="607"/>
                  </a:moveTo>
                  <a:cubicBezTo>
                    <a:pt x="499" y="607"/>
                    <a:pt x="498" y="607"/>
                    <a:pt x="496" y="607"/>
                  </a:cubicBezTo>
                  <a:lnTo>
                    <a:pt x="506" y="607"/>
                  </a:lnTo>
                  <a:cubicBezTo>
                    <a:pt x="504" y="607"/>
                    <a:pt x="502" y="607"/>
                    <a:pt x="501" y="607"/>
                  </a:cubicBezTo>
                  <a:close/>
                </a:path>
              </a:pathLst>
            </a:custGeom>
            <a:solidFill>
              <a:srgbClr val="98ADB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154" name="Google Shape;13154;p43"/>
            <p:cNvSpPr/>
            <p:nvPr/>
          </p:nvSpPr>
          <p:spPr>
            <a:xfrm>
              <a:off x="6473606" y="1764581"/>
              <a:ext cx="20141" cy="16097"/>
            </a:xfrm>
            <a:custGeom>
              <a:rect b="b" l="l" r="r" t="t"/>
              <a:pathLst>
                <a:path extrusionOk="0" h="613" w="767">
                  <a:moveTo>
                    <a:pt x="297" y="0"/>
                  </a:moveTo>
                  <a:cubicBezTo>
                    <a:pt x="138" y="0"/>
                    <a:pt x="1" y="208"/>
                    <a:pt x="154" y="355"/>
                  </a:cubicBezTo>
                  <a:lnTo>
                    <a:pt x="355" y="556"/>
                  </a:lnTo>
                  <a:cubicBezTo>
                    <a:pt x="394" y="584"/>
                    <a:pt x="451" y="613"/>
                    <a:pt x="499" y="613"/>
                  </a:cubicBezTo>
                  <a:cubicBezTo>
                    <a:pt x="671" y="613"/>
                    <a:pt x="767" y="402"/>
                    <a:pt x="642" y="278"/>
                  </a:cubicBezTo>
                  <a:lnTo>
                    <a:pt x="441" y="67"/>
                  </a:lnTo>
                  <a:cubicBezTo>
                    <a:pt x="396" y="20"/>
                    <a:pt x="345" y="0"/>
                    <a:pt x="297" y="0"/>
                  </a:cubicBezTo>
                  <a:close/>
                </a:path>
              </a:pathLst>
            </a:custGeom>
            <a:solidFill>
              <a:srgbClr val="98ADB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155" name="Google Shape;13155;p43"/>
            <p:cNvSpPr/>
            <p:nvPr/>
          </p:nvSpPr>
          <p:spPr>
            <a:xfrm>
              <a:off x="6474368" y="1599117"/>
              <a:ext cx="20141" cy="15966"/>
            </a:xfrm>
            <a:custGeom>
              <a:rect b="b" l="l" r="r" t="t"/>
              <a:pathLst>
                <a:path extrusionOk="0" h="608" w="767">
                  <a:moveTo>
                    <a:pt x="478" y="0"/>
                  </a:moveTo>
                  <a:cubicBezTo>
                    <a:pt x="429" y="0"/>
                    <a:pt x="379" y="21"/>
                    <a:pt x="336" y="71"/>
                  </a:cubicBezTo>
                  <a:lnTo>
                    <a:pt x="135" y="272"/>
                  </a:lnTo>
                  <a:cubicBezTo>
                    <a:pt x="1" y="397"/>
                    <a:pt x="97" y="607"/>
                    <a:pt x="269" y="607"/>
                  </a:cubicBezTo>
                  <a:cubicBezTo>
                    <a:pt x="326" y="607"/>
                    <a:pt x="374" y="588"/>
                    <a:pt x="412" y="550"/>
                  </a:cubicBezTo>
                  <a:lnTo>
                    <a:pt x="613" y="349"/>
                  </a:lnTo>
                  <a:cubicBezTo>
                    <a:pt x="766" y="210"/>
                    <a:pt x="631" y="0"/>
                    <a:pt x="478" y="0"/>
                  </a:cubicBezTo>
                  <a:close/>
                </a:path>
              </a:pathLst>
            </a:custGeom>
            <a:solidFill>
              <a:srgbClr val="98ADB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156" name="Google Shape;13156;p43"/>
            <p:cNvSpPr/>
            <p:nvPr/>
          </p:nvSpPr>
          <p:spPr>
            <a:xfrm>
              <a:off x="6308772" y="1765001"/>
              <a:ext cx="19432" cy="15677"/>
            </a:xfrm>
            <a:custGeom>
              <a:rect b="b" l="l" r="r" t="t"/>
              <a:pathLst>
                <a:path extrusionOk="0" h="597" w="740">
                  <a:moveTo>
                    <a:pt x="457" y="0"/>
                  </a:moveTo>
                  <a:cubicBezTo>
                    <a:pt x="414" y="0"/>
                    <a:pt x="368" y="15"/>
                    <a:pt x="325" y="51"/>
                  </a:cubicBezTo>
                  <a:lnTo>
                    <a:pt x="124" y="252"/>
                  </a:lnTo>
                  <a:cubicBezTo>
                    <a:pt x="0" y="377"/>
                    <a:pt x="96" y="597"/>
                    <a:pt x="268" y="597"/>
                  </a:cubicBezTo>
                  <a:cubicBezTo>
                    <a:pt x="316" y="597"/>
                    <a:pt x="373" y="568"/>
                    <a:pt x="412" y="540"/>
                  </a:cubicBezTo>
                  <a:lnTo>
                    <a:pt x="613" y="339"/>
                  </a:lnTo>
                  <a:cubicBezTo>
                    <a:pt x="739" y="190"/>
                    <a:pt x="611" y="0"/>
                    <a:pt x="457" y="0"/>
                  </a:cubicBezTo>
                  <a:close/>
                </a:path>
              </a:pathLst>
            </a:custGeom>
            <a:solidFill>
              <a:srgbClr val="98ADB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157" name="Google Shape;13157;p43"/>
            <p:cNvSpPr/>
            <p:nvPr/>
          </p:nvSpPr>
          <p:spPr>
            <a:xfrm>
              <a:off x="6283064" y="1637404"/>
              <a:ext cx="20693" cy="13366"/>
            </a:xfrm>
            <a:custGeom>
              <a:rect b="b" l="l" r="r" t="t"/>
              <a:pathLst>
                <a:path extrusionOk="0" h="509" w="788">
                  <a:moveTo>
                    <a:pt x="280" y="0"/>
                  </a:moveTo>
                  <a:cubicBezTo>
                    <a:pt x="118" y="0"/>
                    <a:pt x="0" y="333"/>
                    <a:pt x="194" y="384"/>
                  </a:cubicBezTo>
                  <a:lnTo>
                    <a:pt x="453" y="489"/>
                  </a:lnTo>
                  <a:cubicBezTo>
                    <a:pt x="472" y="499"/>
                    <a:pt x="501" y="508"/>
                    <a:pt x="529" y="508"/>
                  </a:cubicBezTo>
                  <a:cubicBezTo>
                    <a:pt x="730" y="499"/>
                    <a:pt x="788" y="221"/>
                    <a:pt x="606" y="135"/>
                  </a:cubicBezTo>
                  <a:lnTo>
                    <a:pt x="347" y="20"/>
                  </a:lnTo>
                  <a:cubicBezTo>
                    <a:pt x="325" y="6"/>
                    <a:pt x="302" y="0"/>
                    <a:pt x="280" y="0"/>
                  </a:cubicBezTo>
                  <a:close/>
                </a:path>
              </a:pathLst>
            </a:custGeom>
            <a:solidFill>
              <a:srgbClr val="98ADB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158" name="Google Shape;13158;p43"/>
            <p:cNvSpPr/>
            <p:nvPr/>
          </p:nvSpPr>
          <p:spPr>
            <a:xfrm>
              <a:off x="6498947" y="1729445"/>
              <a:ext cx="20640" cy="13051"/>
            </a:xfrm>
            <a:custGeom>
              <a:rect b="b" l="l" r="r" t="t"/>
              <a:pathLst>
                <a:path extrusionOk="0" h="497" w="786">
                  <a:moveTo>
                    <a:pt x="273" y="1"/>
                  </a:moveTo>
                  <a:cubicBezTo>
                    <a:pt x="89" y="1"/>
                    <a:pt x="0" y="258"/>
                    <a:pt x="175" y="372"/>
                  </a:cubicBezTo>
                  <a:lnTo>
                    <a:pt x="433" y="477"/>
                  </a:lnTo>
                  <a:cubicBezTo>
                    <a:pt x="461" y="486"/>
                    <a:pt x="488" y="495"/>
                    <a:pt x="516" y="496"/>
                  </a:cubicBezTo>
                  <a:lnTo>
                    <a:pt x="516" y="496"/>
                  </a:lnTo>
                  <a:cubicBezTo>
                    <a:pt x="731" y="491"/>
                    <a:pt x="786" y="208"/>
                    <a:pt x="587" y="123"/>
                  </a:cubicBezTo>
                  <a:lnTo>
                    <a:pt x="328" y="8"/>
                  </a:lnTo>
                  <a:cubicBezTo>
                    <a:pt x="309" y="3"/>
                    <a:pt x="291" y="1"/>
                    <a:pt x="273" y="1"/>
                  </a:cubicBezTo>
                  <a:close/>
                  <a:moveTo>
                    <a:pt x="516" y="496"/>
                  </a:moveTo>
                  <a:cubicBezTo>
                    <a:pt x="514" y="496"/>
                    <a:pt x="512" y="496"/>
                    <a:pt x="510" y="496"/>
                  </a:cubicBezTo>
                  <a:lnTo>
                    <a:pt x="520" y="496"/>
                  </a:lnTo>
                  <a:cubicBezTo>
                    <a:pt x="518" y="496"/>
                    <a:pt x="517" y="496"/>
                    <a:pt x="516" y="496"/>
                  </a:cubicBezTo>
                  <a:close/>
                </a:path>
              </a:pathLst>
            </a:custGeom>
            <a:solidFill>
              <a:srgbClr val="98ADB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159" name="Google Shape;13159;p43"/>
            <p:cNvSpPr/>
            <p:nvPr/>
          </p:nvSpPr>
          <p:spPr>
            <a:xfrm>
              <a:off x="6439442" y="1574511"/>
              <a:ext cx="14837" cy="16675"/>
            </a:xfrm>
            <a:custGeom>
              <a:rect b="b" l="l" r="r" t="t"/>
              <a:pathLst>
                <a:path extrusionOk="0" h="635" w="565">
                  <a:moveTo>
                    <a:pt x="331" y="0"/>
                  </a:moveTo>
                  <a:cubicBezTo>
                    <a:pt x="269" y="0"/>
                    <a:pt x="206" y="30"/>
                    <a:pt x="163" y="99"/>
                  </a:cubicBezTo>
                  <a:lnTo>
                    <a:pt x="58" y="357"/>
                  </a:lnTo>
                  <a:cubicBezTo>
                    <a:pt x="1" y="482"/>
                    <a:pt x="96" y="635"/>
                    <a:pt x="240" y="635"/>
                  </a:cubicBezTo>
                  <a:lnTo>
                    <a:pt x="230" y="625"/>
                  </a:lnTo>
                  <a:cubicBezTo>
                    <a:pt x="307" y="625"/>
                    <a:pt x="383" y="578"/>
                    <a:pt x="412" y="511"/>
                  </a:cubicBezTo>
                  <a:lnTo>
                    <a:pt x="527" y="252"/>
                  </a:lnTo>
                  <a:cubicBezTo>
                    <a:pt x="565" y="108"/>
                    <a:pt x="450" y="0"/>
                    <a:pt x="331" y="0"/>
                  </a:cubicBezTo>
                  <a:close/>
                </a:path>
              </a:pathLst>
            </a:custGeom>
            <a:solidFill>
              <a:srgbClr val="98ADB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160" name="Google Shape;13160;p43"/>
            <p:cNvSpPr/>
            <p:nvPr/>
          </p:nvSpPr>
          <p:spPr>
            <a:xfrm>
              <a:off x="6347978" y="1789581"/>
              <a:ext cx="15861" cy="16754"/>
            </a:xfrm>
            <a:custGeom>
              <a:rect b="b" l="l" r="r" t="t"/>
              <a:pathLst>
                <a:path extrusionOk="0" h="638" w="604">
                  <a:moveTo>
                    <a:pt x="303" y="0"/>
                  </a:moveTo>
                  <a:cubicBezTo>
                    <a:pt x="239" y="0"/>
                    <a:pt x="181" y="30"/>
                    <a:pt x="163" y="101"/>
                  </a:cubicBezTo>
                  <a:lnTo>
                    <a:pt x="48" y="360"/>
                  </a:lnTo>
                  <a:cubicBezTo>
                    <a:pt x="0" y="494"/>
                    <a:pt x="96" y="637"/>
                    <a:pt x="230" y="637"/>
                  </a:cubicBezTo>
                  <a:cubicBezTo>
                    <a:pt x="306" y="637"/>
                    <a:pt x="383" y="589"/>
                    <a:pt x="412" y="513"/>
                  </a:cubicBezTo>
                  <a:lnTo>
                    <a:pt x="526" y="254"/>
                  </a:lnTo>
                  <a:cubicBezTo>
                    <a:pt x="604" y="125"/>
                    <a:pt x="438" y="0"/>
                    <a:pt x="303" y="0"/>
                  </a:cubicBezTo>
                  <a:close/>
                </a:path>
              </a:pathLst>
            </a:custGeom>
            <a:solidFill>
              <a:srgbClr val="98ADB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161" name="Google Shape;13161;p43"/>
            <p:cNvSpPr/>
            <p:nvPr/>
          </p:nvSpPr>
          <p:spPr>
            <a:xfrm>
              <a:off x="6349633" y="1572883"/>
              <a:ext cx="15441" cy="17305"/>
            </a:xfrm>
            <a:custGeom>
              <a:rect b="b" l="l" r="r" t="t"/>
              <a:pathLst>
                <a:path extrusionOk="0" h="659" w="588">
                  <a:moveTo>
                    <a:pt x="254" y="0"/>
                  </a:moveTo>
                  <a:cubicBezTo>
                    <a:pt x="127" y="0"/>
                    <a:pt x="0" y="116"/>
                    <a:pt x="61" y="276"/>
                  </a:cubicBezTo>
                  <a:lnTo>
                    <a:pt x="176" y="534"/>
                  </a:lnTo>
                  <a:cubicBezTo>
                    <a:pt x="205" y="611"/>
                    <a:pt x="272" y="659"/>
                    <a:pt x="358" y="659"/>
                  </a:cubicBezTo>
                  <a:cubicBezTo>
                    <a:pt x="492" y="659"/>
                    <a:pt x="588" y="515"/>
                    <a:pt x="540" y="391"/>
                  </a:cubicBezTo>
                  <a:lnTo>
                    <a:pt x="435" y="123"/>
                  </a:lnTo>
                  <a:cubicBezTo>
                    <a:pt x="397" y="37"/>
                    <a:pt x="326" y="0"/>
                    <a:pt x="254" y="0"/>
                  </a:cubicBezTo>
                  <a:close/>
                </a:path>
              </a:pathLst>
            </a:custGeom>
            <a:solidFill>
              <a:srgbClr val="98ADB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162" name="Google Shape;13162;p43"/>
            <p:cNvSpPr/>
            <p:nvPr/>
          </p:nvSpPr>
          <p:spPr>
            <a:xfrm>
              <a:off x="6437341" y="1789896"/>
              <a:ext cx="15441" cy="17437"/>
            </a:xfrm>
            <a:custGeom>
              <a:rect b="b" l="l" r="r" t="t"/>
              <a:pathLst>
                <a:path extrusionOk="0" h="664" w="588">
                  <a:moveTo>
                    <a:pt x="251" y="0"/>
                  </a:moveTo>
                  <a:cubicBezTo>
                    <a:pt x="127" y="0"/>
                    <a:pt x="0" y="118"/>
                    <a:pt x="61" y="271"/>
                  </a:cubicBezTo>
                  <a:lnTo>
                    <a:pt x="167" y="539"/>
                  </a:lnTo>
                  <a:cubicBezTo>
                    <a:pt x="195" y="616"/>
                    <a:pt x="272" y="654"/>
                    <a:pt x="349" y="654"/>
                  </a:cubicBezTo>
                  <a:lnTo>
                    <a:pt x="349" y="663"/>
                  </a:lnTo>
                  <a:cubicBezTo>
                    <a:pt x="492" y="663"/>
                    <a:pt x="588" y="520"/>
                    <a:pt x="530" y="386"/>
                  </a:cubicBezTo>
                  <a:lnTo>
                    <a:pt x="425" y="127"/>
                  </a:lnTo>
                  <a:cubicBezTo>
                    <a:pt x="391" y="38"/>
                    <a:pt x="321" y="0"/>
                    <a:pt x="251" y="0"/>
                  </a:cubicBezTo>
                  <a:close/>
                </a:path>
              </a:pathLst>
            </a:custGeom>
            <a:solidFill>
              <a:srgbClr val="98ADB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163" name="Google Shape;13163;p43"/>
            <p:cNvSpPr/>
            <p:nvPr/>
          </p:nvSpPr>
          <p:spPr>
            <a:xfrm>
              <a:off x="6499262" y="1639505"/>
              <a:ext cx="21664" cy="13261"/>
            </a:xfrm>
            <a:custGeom>
              <a:rect b="b" l="l" r="r" t="t"/>
              <a:pathLst>
                <a:path extrusionOk="0" h="505" w="825">
                  <a:moveTo>
                    <a:pt x="541" y="1"/>
                  </a:moveTo>
                  <a:cubicBezTo>
                    <a:pt x="515" y="1"/>
                    <a:pt x="488" y="6"/>
                    <a:pt x="460" y="17"/>
                  </a:cubicBezTo>
                  <a:lnTo>
                    <a:pt x="201" y="131"/>
                  </a:lnTo>
                  <a:cubicBezTo>
                    <a:pt x="0" y="208"/>
                    <a:pt x="58" y="505"/>
                    <a:pt x="268" y="505"/>
                  </a:cubicBezTo>
                  <a:cubicBezTo>
                    <a:pt x="297" y="505"/>
                    <a:pt x="326" y="505"/>
                    <a:pt x="345" y="495"/>
                  </a:cubicBezTo>
                  <a:lnTo>
                    <a:pt x="613" y="390"/>
                  </a:lnTo>
                  <a:cubicBezTo>
                    <a:pt x="825" y="297"/>
                    <a:pt x="736" y="1"/>
                    <a:pt x="541" y="1"/>
                  </a:cubicBezTo>
                  <a:close/>
                </a:path>
              </a:pathLst>
            </a:custGeom>
            <a:solidFill>
              <a:srgbClr val="98ADB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164" name="Google Shape;13164;p43"/>
            <p:cNvSpPr/>
            <p:nvPr/>
          </p:nvSpPr>
          <p:spPr>
            <a:xfrm>
              <a:off x="6282118" y="1727161"/>
              <a:ext cx="21638" cy="13314"/>
            </a:xfrm>
            <a:custGeom>
              <a:rect b="b" l="l" r="r" t="t"/>
              <a:pathLst>
                <a:path extrusionOk="0" h="507" w="824">
                  <a:moveTo>
                    <a:pt x="552" y="0"/>
                  </a:moveTo>
                  <a:cubicBezTo>
                    <a:pt x="526" y="0"/>
                    <a:pt x="499" y="6"/>
                    <a:pt x="470" y="19"/>
                  </a:cubicBezTo>
                  <a:lnTo>
                    <a:pt x="202" y="124"/>
                  </a:lnTo>
                  <a:cubicBezTo>
                    <a:pt x="1" y="200"/>
                    <a:pt x="58" y="507"/>
                    <a:pt x="278" y="507"/>
                  </a:cubicBezTo>
                  <a:cubicBezTo>
                    <a:pt x="297" y="507"/>
                    <a:pt x="326" y="497"/>
                    <a:pt x="355" y="488"/>
                  </a:cubicBezTo>
                  <a:lnTo>
                    <a:pt x="613" y="382"/>
                  </a:lnTo>
                  <a:cubicBezTo>
                    <a:pt x="823" y="298"/>
                    <a:pt x="738" y="0"/>
                    <a:pt x="552" y="0"/>
                  </a:cubicBezTo>
                  <a:close/>
                </a:path>
              </a:pathLst>
            </a:custGeom>
            <a:solidFill>
              <a:srgbClr val="98ADB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3165" name="Google Shape;13165;p43"/>
          <p:cNvGrpSpPr/>
          <p:nvPr/>
        </p:nvGrpSpPr>
        <p:grpSpPr>
          <a:xfrm>
            <a:off x="870773" y="3205585"/>
            <a:ext cx="342824" cy="351228"/>
            <a:chOff x="870773" y="3357985"/>
            <a:chExt cx="342824" cy="351228"/>
          </a:xfrm>
        </p:grpSpPr>
        <p:sp>
          <p:nvSpPr>
            <p:cNvPr id="13166" name="Google Shape;13166;p43"/>
            <p:cNvSpPr/>
            <p:nvPr/>
          </p:nvSpPr>
          <p:spPr>
            <a:xfrm>
              <a:off x="870773" y="3357985"/>
              <a:ext cx="342824" cy="351228"/>
            </a:xfrm>
            <a:custGeom>
              <a:rect b="b" l="l" r="r" t="t"/>
              <a:pathLst>
                <a:path extrusionOk="0" h="13375" w="13055">
                  <a:moveTo>
                    <a:pt x="6523" y="0"/>
                  </a:moveTo>
                  <a:cubicBezTo>
                    <a:pt x="6339" y="0"/>
                    <a:pt x="6155" y="89"/>
                    <a:pt x="6049" y="266"/>
                  </a:cubicBezTo>
                  <a:lnTo>
                    <a:pt x="5255" y="1606"/>
                  </a:lnTo>
                  <a:cubicBezTo>
                    <a:pt x="5152" y="1777"/>
                    <a:pt x="4972" y="1874"/>
                    <a:pt x="4786" y="1874"/>
                  </a:cubicBezTo>
                  <a:cubicBezTo>
                    <a:pt x="4712" y="1874"/>
                    <a:pt x="4637" y="1859"/>
                    <a:pt x="4566" y="1826"/>
                  </a:cubicBezTo>
                  <a:lnTo>
                    <a:pt x="3130" y="1213"/>
                  </a:lnTo>
                  <a:cubicBezTo>
                    <a:pt x="3059" y="1183"/>
                    <a:pt x="2986" y="1169"/>
                    <a:pt x="2915" y="1169"/>
                  </a:cubicBezTo>
                  <a:cubicBezTo>
                    <a:pt x="2606" y="1169"/>
                    <a:pt x="2334" y="1434"/>
                    <a:pt x="2365" y="1768"/>
                  </a:cubicBezTo>
                  <a:lnTo>
                    <a:pt x="2508" y="3328"/>
                  </a:lnTo>
                  <a:cubicBezTo>
                    <a:pt x="2527" y="3606"/>
                    <a:pt x="2346" y="3855"/>
                    <a:pt x="2078" y="3912"/>
                  </a:cubicBezTo>
                  <a:lnTo>
                    <a:pt x="566" y="4257"/>
                  </a:lnTo>
                  <a:cubicBezTo>
                    <a:pt x="154" y="4343"/>
                    <a:pt x="1" y="4840"/>
                    <a:pt x="278" y="5156"/>
                  </a:cubicBezTo>
                  <a:lnTo>
                    <a:pt x="1302" y="6324"/>
                  </a:lnTo>
                  <a:cubicBezTo>
                    <a:pt x="1484" y="6534"/>
                    <a:pt x="1484" y="6841"/>
                    <a:pt x="1302" y="7051"/>
                  </a:cubicBezTo>
                  <a:lnTo>
                    <a:pt x="278" y="8219"/>
                  </a:lnTo>
                  <a:cubicBezTo>
                    <a:pt x="1" y="8535"/>
                    <a:pt x="154" y="9023"/>
                    <a:pt x="566" y="9118"/>
                  </a:cubicBezTo>
                  <a:lnTo>
                    <a:pt x="2078" y="9463"/>
                  </a:lnTo>
                  <a:cubicBezTo>
                    <a:pt x="2355" y="9520"/>
                    <a:pt x="2537" y="9779"/>
                    <a:pt x="2508" y="10047"/>
                  </a:cubicBezTo>
                  <a:lnTo>
                    <a:pt x="2365" y="11607"/>
                  </a:lnTo>
                  <a:cubicBezTo>
                    <a:pt x="2334" y="11941"/>
                    <a:pt x="2606" y="12206"/>
                    <a:pt x="2915" y="12206"/>
                  </a:cubicBezTo>
                  <a:cubicBezTo>
                    <a:pt x="2986" y="12206"/>
                    <a:pt x="3059" y="12192"/>
                    <a:pt x="3130" y="12162"/>
                  </a:cubicBezTo>
                  <a:lnTo>
                    <a:pt x="4566" y="11549"/>
                  </a:lnTo>
                  <a:cubicBezTo>
                    <a:pt x="4637" y="11520"/>
                    <a:pt x="4711" y="11507"/>
                    <a:pt x="4783" y="11507"/>
                  </a:cubicBezTo>
                  <a:cubicBezTo>
                    <a:pt x="4975" y="11507"/>
                    <a:pt x="5158" y="11603"/>
                    <a:pt x="5255" y="11769"/>
                  </a:cubicBezTo>
                  <a:lnTo>
                    <a:pt x="6049" y="13109"/>
                  </a:lnTo>
                  <a:cubicBezTo>
                    <a:pt x="6155" y="13286"/>
                    <a:pt x="6339" y="13375"/>
                    <a:pt x="6523" y="13375"/>
                  </a:cubicBezTo>
                  <a:cubicBezTo>
                    <a:pt x="6707" y="13375"/>
                    <a:pt x="6892" y="13286"/>
                    <a:pt x="6997" y="13109"/>
                  </a:cubicBezTo>
                  <a:lnTo>
                    <a:pt x="7791" y="11769"/>
                  </a:lnTo>
                  <a:cubicBezTo>
                    <a:pt x="7894" y="11598"/>
                    <a:pt x="8076" y="11505"/>
                    <a:pt x="8262" y="11505"/>
                  </a:cubicBezTo>
                  <a:cubicBezTo>
                    <a:pt x="8336" y="11505"/>
                    <a:pt x="8410" y="11519"/>
                    <a:pt x="8480" y="11549"/>
                  </a:cubicBezTo>
                  <a:lnTo>
                    <a:pt x="9916" y="12162"/>
                  </a:lnTo>
                  <a:cubicBezTo>
                    <a:pt x="9987" y="12192"/>
                    <a:pt x="10060" y="12206"/>
                    <a:pt x="10131" y="12206"/>
                  </a:cubicBezTo>
                  <a:cubicBezTo>
                    <a:pt x="10440" y="12206"/>
                    <a:pt x="10712" y="11941"/>
                    <a:pt x="10681" y="11607"/>
                  </a:cubicBezTo>
                  <a:lnTo>
                    <a:pt x="10547" y="10056"/>
                  </a:lnTo>
                  <a:cubicBezTo>
                    <a:pt x="10519" y="9779"/>
                    <a:pt x="10701" y="9520"/>
                    <a:pt x="10968" y="9463"/>
                  </a:cubicBezTo>
                  <a:lnTo>
                    <a:pt x="12490" y="9118"/>
                  </a:lnTo>
                  <a:cubicBezTo>
                    <a:pt x="12892" y="9023"/>
                    <a:pt x="13055" y="8535"/>
                    <a:pt x="12777" y="8219"/>
                  </a:cubicBezTo>
                  <a:lnTo>
                    <a:pt x="11753" y="7051"/>
                  </a:lnTo>
                  <a:cubicBezTo>
                    <a:pt x="11571" y="6841"/>
                    <a:pt x="11571" y="6534"/>
                    <a:pt x="11753" y="6324"/>
                  </a:cubicBezTo>
                  <a:lnTo>
                    <a:pt x="12777" y="5156"/>
                  </a:lnTo>
                  <a:cubicBezTo>
                    <a:pt x="13055" y="4840"/>
                    <a:pt x="12892" y="4343"/>
                    <a:pt x="12481" y="4257"/>
                  </a:cubicBezTo>
                  <a:lnTo>
                    <a:pt x="10968" y="3912"/>
                  </a:lnTo>
                  <a:cubicBezTo>
                    <a:pt x="10701" y="3845"/>
                    <a:pt x="10519" y="3596"/>
                    <a:pt x="10538" y="3319"/>
                  </a:cubicBezTo>
                  <a:lnTo>
                    <a:pt x="10681" y="1768"/>
                  </a:lnTo>
                  <a:cubicBezTo>
                    <a:pt x="10712" y="1429"/>
                    <a:pt x="10445" y="1164"/>
                    <a:pt x="10140" y="1164"/>
                  </a:cubicBezTo>
                  <a:cubicBezTo>
                    <a:pt x="10066" y="1164"/>
                    <a:pt x="9990" y="1180"/>
                    <a:pt x="9916" y="1213"/>
                  </a:cubicBezTo>
                  <a:lnTo>
                    <a:pt x="8480" y="1826"/>
                  </a:lnTo>
                  <a:cubicBezTo>
                    <a:pt x="8410" y="1854"/>
                    <a:pt x="8337" y="1868"/>
                    <a:pt x="8264" y="1868"/>
                  </a:cubicBezTo>
                  <a:cubicBezTo>
                    <a:pt x="8072" y="1868"/>
                    <a:pt x="7889" y="1770"/>
                    <a:pt x="7791" y="1596"/>
                  </a:cubicBezTo>
                  <a:lnTo>
                    <a:pt x="6997" y="266"/>
                  </a:lnTo>
                  <a:cubicBezTo>
                    <a:pt x="6892" y="89"/>
                    <a:pt x="6707" y="0"/>
                    <a:pt x="6523" y="0"/>
                  </a:cubicBezTo>
                  <a:close/>
                </a:path>
              </a:pathLst>
            </a:custGeom>
            <a:solidFill>
              <a:srgbClr val="9DB1C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167" name="Google Shape;13167;p43"/>
            <p:cNvSpPr/>
            <p:nvPr/>
          </p:nvSpPr>
          <p:spPr>
            <a:xfrm>
              <a:off x="1024577" y="3357985"/>
              <a:ext cx="50288" cy="49238"/>
            </a:xfrm>
            <a:custGeom>
              <a:rect b="b" l="l" r="r" t="t"/>
              <a:pathLst>
                <a:path extrusionOk="0" h="1875" w="1915">
                  <a:moveTo>
                    <a:pt x="666" y="0"/>
                  </a:moveTo>
                  <a:cubicBezTo>
                    <a:pt x="482" y="0"/>
                    <a:pt x="298" y="89"/>
                    <a:pt x="192" y="266"/>
                  </a:cubicBezTo>
                  <a:lnTo>
                    <a:pt x="1" y="591"/>
                  </a:lnTo>
                  <a:lnTo>
                    <a:pt x="604" y="1606"/>
                  </a:lnTo>
                  <a:cubicBezTo>
                    <a:pt x="706" y="1777"/>
                    <a:pt x="887" y="1874"/>
                    <a:pt x="1073" y="1874"/>
                  </a:cubicBezTo>
                  <a:cubicBezTo>
                    <a:pt x="1147" y="1874"/>
                    <a:pt x="1222" y="1859"/>
                    <a:pt x="1293" y="1826"/>
                  </a:cubicBezTo>
                  <a:lnTo>
                    <a:pt x="1915" y="1567"/>
                  </a:lnTo>
                  <a:lnTo>
                    <a:pt x="1140" y="266"/>
                  </a:lnTo>
                  <a:cubicBezTo>
                    <a:pt x="1035" y="89"/>
                    <a:pt x="850" y="0"/>
                    <a:pt x="666" y="0"/>
                  </a:cubicBezTo>
                  <a:close/>
                </a:path>
              </a:pathLst>
            </a:custGeom>
            <a:solidFill>
              <a:srgbClr val="91A8B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168" name="Google Shape;13168;p43"/>
            <p:cNvSpPr/>
            <p:nvPr/>
          </p:nvSpPr>
          <p:spPr>
            <a:xfrm>
              <a:off x="1111787" y="3388552"/>
              <a:ext cx="101810" cy="289832"/>
            </a:xfrm>
            <a:custGeom>
              <a:rect b="b" l="l" r="r" t="t"/>
              <a:pathLst>
                <a:path extrusionOk="0" h="11037" w="3877">
                  <a:moveTo>
                    <a:pt x="962" y="0"/>
                  </a:moveTo>
                  <a:cubicBezTo>
                    <a:pt x="888" y="0"/>
                    <a:pt x="812" y="16"/>
                    <a:pt x="738" y="49"/>
                  </a:cubicBezTo>
                  <a:lnTo>
                    <a:pt x="116" y="308"/>
                  </a:lnTo>
                  <a:cubicBezTo>
                    <a:pt x="164" y="403"/>
                    <a:pt x="183" y="499"/>
                    <a:pt x="173" y="604"/>
                  </a:cubicBezTo>
                  <a:lnTo>
                    <a:pt x="30" y="2155"/>
                  </a:lnTo>
                  <a:cubicBezTo>
                    <a:pt x="1" y="2432"/>
                    <a:pt x="183" y="2681"/>
                    <a:pt x="460" y="2748"/>
                  </a:cubicBezTo>
                  <a:lnTo>
                    <a:pt x="1972" y="3093"/>
                  </a:lnTo>
                  <a:cubicBezTo>
                    <a:pt x="2384" y="3179"/>
                    <a:pt x="2537" y="3676"/>
                    <a:pt x="2269" y="3992"/>
                  </a:cubicBezTo>
                  <a:lnTo>
                    <a:pt x="1245" y="5160"/>
                  </a:lnTo>
                  <a:cubicBezTo>
                    <a:pt x="1054" y="5361"/>
                    <a:pt x="1054" y="5677"/>
                    <a:pt x="1245" y="5887"/>
                  </a:cubicBezTo>
                  <a:lnTo>
                    <a:pt x="2269" y="7055"/>
                  </a:lnTo>
                  <a:cubicBezTo>
                    <a:pt x="2537" y="7371"/>
                    <a:pt x="2384" y="7859"/>
                    <a:pt x="1972" y="7954"/>
                  </a:cubicBezTo>
                  <a:lnTo>
                    <a:pt x="460" y="8299"/>
                  </a:lnTo>
                  <a:cubicBezTo>
                    <a:pt x="183" y="8356"/>
                    <a:pt x="1" y="8615"/>
                    <a:pt x="30" y="8883"/>
                  </a:cubicBezTo>
                  <a:lnTo>
                    <a:pt x="173" y="10433"/>
                  </a:lnTo>
                  <a:cubicBezTo>
                    <a:pt x="183" y="10538"/>
                    <a:pt x="164" y="10634"/>
                    <a:pt x="116" y="10730"/>
                  </a:cubicBezTo>
                  <a:lnTo>
                    <a:pt x="738" y="10988"/>
                  </a:lnTo>
                  <a:cubicBezTo>
                    <a:pt x="812" y="11022"/>
                    <a:pt x="888" y="11037"/>
                    <a:pt x="962" y="11037"/>
                  </a:cubicBezTo>
                  <a:cubicBezTo>
                    <a:pt x="1267" y="11037"/>
                    <a:pt x="1534" y="10772"/>
                    <a:pt x="1503" y="10433"/>
                  </a:cubicBezTo>
                  <a:lnTo>
                    <a:pt x="1360" y="8892"/>
                  </a:lnTo>
                  <a:cubicBezTo>
                    <a:pt x="1331" y="8615"/>
                    <a:pt x="1513" y="8356"/>
                    <a:pt x="1790" y="8299"/>
                  </a:cubicBezTo>
                  <a:lnTo>
                    <a:pt x="3303" y="7954"/>
                  </a:lnTo>
                  <a:cubicBezTo>
                    <a:pt x="3714" y="7859"/>
                    <a:pt x="3867" y="7371"/>
                    <a:pt x="3599" y="7055"/>
                  </a:cubicBezTo>
                  <a:lnTo>
                    <a:pt x="2575" y="5887"/>
                  </a:lnTo>
                  <a:cubicBezTo>
                    <a:pt x="2393" y="5677"/>
                    <a:pt x="2393" y="5370"/>
                    <a:pt x="2575" y="5160"/>
                  </a:cubicBezTo>
                  <a:lnTo>
                    <a:pt x="3599" y="3992"/>
                  </a:lnTo>
                  <a:cubicBezTo>
                    <a:pt x="3877" y="3676"/>
                    <a:pt x="3714" y="3179"/>
                    <a:pt x="3303" y="3093"/>
                  </a:cubicBezTo>
                  <a:lnTo>
                    <a:pt x="1790" y="2748"/>
                  </a:lnTo>
                  <a:cubicBezTo>
                    <a:pt x="1523" y="2681"/>
                    <a:pt x="1341" y="2432"/>
                    <a:pt x="1360" y="2155"/>
                  </a:cubicBezTo>
                  <a:lnTo>
                    <a:pt x="1503" y="604"/>
                  </a:lnTo>
                  <a:cubicBezTo>
                    <a:pt x="1534" y="265"/>
                    <a:pt x="1267" y="0"/>
                    <a:pt x="962" y="0"/>
                  </a:cubicBezTo>
                  <a:close/>
                </a:path>
              </a:pathLst>
            </a:custGeom>
            <a:solidFill>
              <a:srgbClr val="91A8B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169" name="Google Shape;13169;p43"/>
            <p:cNvSpPr/>
            <p:nvPr/>
          </p:nvSpPr>
          <p:spPr>
            <a:xfrm>
              <a:off x="1024840" y="3660133"/>
              <a:ext cx="50025" cy="49080"/>
            </a:xfrm>
            <a:custGeom>
              <a:rect b="b" l="l" r="r" t="t"/>
              <a:pathLst>
                <a:path extrusionOk="0" h="1869" w="1905">
                  <a:moveTo>
                    <a:pt x="1071" y="1"/>
                  </a:moveTo>
                  <a:cubicBezTo>
                    <a:pt x="883" y="1"/>
                    <a:pt x="698" y="97"/>
                    <a:pt x="594" y="263"/>
                  </a:cubicBezTo>
                  <a:lnTo>
                    <a:pt x="0" y="1278"/>
                  </a:lnTo>
                  <a:lnTo>
                    <a:pt x="192" y="1603"/>
                  </a:lnTo>
                  <a:cubicBezTo>
                    <a:pt x="297" y="1780"/>
                    <a:pt x="479" y="1869"/>
                    <a:pt x="662" y="1869"/>
                  </a:cubicBezTo>
                  <a:cubicBezTo>
                    <a:pt x="845" y="1869"/>
                    <a:pt x="1029" y="1780"/>
                    <a:pt x="1139" y="1603"/>
                  </a:cubicBezTo>
                  <a:lnTo>
                    <a:pt x="1905" y="311"/>
                  </a:lnTo>
                  <a:lnTo>
                    <a:pt x="1283" y="43"/>
                  </a:lnTo>
                  <a:cubicBezTo>
                    <a:pt x="1215" y="14"/>
                    <a:pt x="1143" y="1"/>
                    <a:pt x="1071" y="1"/>
                  </a:cubicBezTo>
                  <a:close/>
                </a:path>
              </a:pathLst>
            </a:custGeom>
            <a:solidFill>
              <a:srgbClr val="91A8B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170" name="Google Shape;13170;p43"/>
            <p:cNvSpPr/>
            <p:nvPr/>
          </p:nvSpPr>
          <p:spPr>
            <a:xfrm>
              <a:off x="939390" y="3431067"/>
              <a:ext cx="211892" cy="205222"/>
            </a:xfrm>
            <a:custGeom>
              <a:rect b="b" l="l" r="r" t="t"/>
              <a:pathLst>
                <a:path extrusionOk="0" h="7815" w="8069">
                  <a:moveTo>
                    <a:pt x="3916" y="0"/>
                  </a:moveTo>
                  <a:cubicBezTo>
                    <a:pt x="1659" y="0"/>
                    <a:pt x="1" y="1823"/>
                    <a:pt x="1" y="3895"/>
                  </a:cubicBezTo>
                  <a:cubicBezTo>
                    <a:pt x="1" y="6224"/>
                    <a:pt x="1910" y="7814"/>
                    <a:pt x="3928" y="7814"/>
                  </a:cubicBezTo>
                  <a:cubicBezTo>
                    <a:pt x="4771" y="7814"/>
                    <a:pt x="5634" y="7537"/>
                    <a:pt x="6384" y="6919"/>
                  </a:cubicBezTo>
                  <a:cubicBezTo>
                    <a:pt x="7561" y="5962"/>
                    <a:pt x="8068" y="4421"/>
                    <a:pt x="7695" y="2947"/>
                  </a:cubicBezTo>
                  <a:cubicBezTo>
                    <a:pt x="7331" y="1483"/>
                    <a:pt x="6154" y="363"/>
                    <a:pt x="4671" y="67"/>
                  </a:cubicBezTo>
                  <a:cubicBezTo>
                    <a:pt x="4413" y="22"/>
                    <a:pt x="4161" y="0"/>
                    <a:pt x="3916" y="0"/>
                  </a:cubicBezTo>
                  <a:close/>
                </a:path>
              </a:pathLst>
            </a:custGeom>
            <a:solidFill>
              <a:srgbClr val="C1CDD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171" name="Google Shape;13171;p43"/>
            <p:cNvSpPr/>
            <p:nvPr/>
          </p:nvSpPr>
          <p:spPr>
            <a:xfrm>
              <a:off x="970561" y="3470641"/>
              <a:ext cx="60345" cy="51653"/>
            </a:xfrm>
            <a:custGeom>
              <a:rect b="b" l="l" r="r" t="t"/>
              <a:pathLst>
                <a:path extrusionOk="0" h="1967" w="2298">
                  <a:moveTo>
                    <a:pt x="1315" y="409"/>
                  </a:moveTo>
                  <a:cubicBezTo>
                    <a:pt x="1456" y="409"/>
                    <a:pt x="1599" y="461"/>
                    <a:pt x="1713" y="579"/>
                  </a:cubicBezTo>
                  <a:cubicBezTo>
                    <a:pt x="2077" y="943"/>
                    <a:pt x="1819" y="1555"/>
                    <a:pt x="1311" y="1555"/>
                  </a:cubicBezTo>
                  <a:cubicBezTo>
                    <a:pt x="996" y="1555"/>
                    <a:pt x="737" y="1297"/>
                    <a:pt x="737" y="981"/>
                  </a:cubicBezTo>
                  <a:cubicBezTo>
                    <a:pt x="737" y="638"/>
                    <a:pt x="1022" y="409"/>
                    <a:pt x="1315" y="409"/>
                  </a:cubicBezTo>
                  <a:close/>
                  <a:moveTo>
                    <a:pt x="1308" y="0"/>
                  </a:moveTo>
                  <a:cubicBezTo>
                    <a:pt x="1067" y="0"/>
                    <a:pt x="821" y="90"/>
                    <a:pt x="622" y="292"/>
                  </a:cubicBezTo>
                  <a:cubicBezTo>
                    <a:pt x="0" y="905"/>
                    <a:pt x="441" y="1967"/>
                    <a:pt x="1311" y="1967"/>
                  </a:cubicBezTo>
                  <a:cubicBezTo>
                    <a:pt x="1857" y="1967"/>
                    <a:pt x="2288" y="1527"/>
                    <a:pt x="2297" y="981"/>
                  </a:cubicBezTo>
                  <a:cubicBezTo>
                    <a:pt x="2297" y="392"/>
                    <a:pt x="1812" y="0"/>
                    <a:pt x="1308" y="0"/>
                  </a:cubicBezTo>
                  <a:close/>
                </a:path>
              </a:pathLst>
            </a:custGeom>
            <a:solidFill>
              <a:srgbClr val="EAEFF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172" name="Google Shape;13172;p43"/>
            <p:cNvSpPr/>
            <p:nvPr/>
          </p:nvSpPr>
          <p:spPr>
            <a:xfrm>
              <a:off x="1053332" y="3545140"/>
              <a:ext cx="60188" cy="51417"/>
            </a:xfrm>
            <a:custGeom>
              <a:rect b="b" l="l" r="r" t="t"/>
              <a:pathLst>
                <a:path extrusionOk="0" h="1958" w="2292">
                  <a:moveTo>
                    <a:pt x="983" y="393"/>
                  </a:moveTo>
                  <a:cubicBezTo>
                    <a:pt x="1299" y="403"/>
                    <a:pt x="1557" y="652"/>
                    <a:pt x="1557" y="967"/>
                  </a:cubicBezTo>
                  <a:cubicBezTo>
                    <a:pt x="1557" y="1317"/>
                    <a:pt x="1276" y="1549"/>
                    <a:pt x="982" y="1549"/>
                  </a:cubicBezTo>
                  <a:cubicBezTo>
                    <a:pt x="841" y="1549"/>
                    <a:pt x="698" y="1496"/>
                    <a:pt x="581" y="1379"/>
                  </a:cubicBezTo>
                  <a:cubicBezTo>
                    <a:pt x="217" y="1015"/>
                    <a:pt x="475" y="393"/>
                    <a:pt x="983" y="393"/>
                  </a:cubicBezTo>
                  <a:close/>
                  <a:moveTo>
                    <a:pt x="994" y="1"/>
                  </a:moveTo>
                  <a:cubicBezTo>
                    <a:pt x="991" y="1"/>
                    <a:pt x="987" y="1"/>
                    <a:pt x="983" y="1"/>
                  </a:cubicBezTo>
                  <a:cubicBezTo>
                    <a:pt x="437" y="1"/>
                    <a:pt x="7" y="431"/>
                    <a:pt x="7" y="967"/>
                  </a:cubicBezTo>
                  <a:cubicBezTo>
                    <a:pt x="0" y="1563"/>
                    <a:pt x="484" y="1957"/>
                    <a:pt x="991" y="1957"/>
                  </a:cubicBezTo>
                  <a:cubicBezTo>
                    <a:pt x="1233" y="1957"/>
                    <a:pt x="1480" y="1867"/>
                    <a:pt x="1681" y="1666"/>
                  </a:cubicBezTo>
                  <a:cubicBezTo>
                    <a:pt x="2291" y="1047"/>
                    <a:pt x="1858" y="1"/>
                    <a:pt x="994" y="1"/>
                  </a:cubicBezTo>
                  <a:close/>
                </a:path>
              </a:pathLst>
            </a:custGeom>
            <a:solidFill>
              <a:srgbClr val="EAEFF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173" name="Google Shape;13173;p43"/>
            <p:cNvSpPr/>
            <p:nvPr/>
          </p:nvSpPr>
          <p:spPr>
            <a:xfrm>
              <a:off x="992330" y="3479595"/>
              <a:ext cx="106090" cy="101836"/>
            </a:xfrm>
            <a:custGeom>
              <a:rect b="b" l="l" r="r" t="t"/>
              <a:pathLst>
                <a:path extrusionOk="0" h="3878" w="4040">
                  <a:moveTo>
                    <a:pt x="3742" y="0"/>
                  </a:moveTo>
                  <a:cubicBezTo>
                    <a:pt x="3692" y="0"/>
                    <a:pt x="3639" y="22"/>
                    <a:pt x="3593" y="75"/>
                  </a:cubicBezTo>
                  <a:lnTo>
                    <a:pt x="128" y="3540"/>
                  </a:lnTo>
                  <a:cubicBezTo>
                    <a:pt x="1" y="3682"/>
                    <a:pt x="132" y="3877"/>
                    <a:pt x="286" y="3877"/>
                  </a:cubicBezTo>
                  <a:cubicBezTo>
                    <a:pt x="329" y="3877"/>
                    <a:pt x="374" y="3862"/>
                    <a:pt x="415" y="3827"/>
                  </a:cubicBezTo>
                  <a:lnTo>
                    <a:pt x="3880" y="363"/>
                  </a:lnTo>
                  <a:cubicBezTo>
                    <a:pt x="4040" y="217"/>
                    <a:pt x="3902" y="0"/>
                    <a:pt x="3742" y="0"/>
                  </a:cubicBezTo>
                  <a:close/>
                </a:path>
              </a:pathLst>
            </a:custGeom>
            <a:solidFill>
              <a:srgbClr val="EAEFF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3174" name="Google Shape;13174;p43"/>
          <p:cNvGrpSpPr/>
          <p:nvPr/>
        </p:nvGrpSpPr>
        <p:grpSpPr>
          <a:xfrm>
            <a:off x="2743084" y="4147190"/>
            <a:ext cx="159372" cy="308897"/>
            <a:chOff x="2743084" y="4299590"/>
            <a:chExt cx="159372" cy="308897"/>
          </a:xfrm>
        </p:grpSpPr>
        <p:sp>
          <p:nvSpPr>
            <p:cNvPr id="13175" name="Google Shape;13175;p43"/>
            <p:cNvSpPr/>
            <p:nvPr/>
          </p:nvSpPr>
          <p:spPr>
            <a:xfrm>
              <a:off x="2828534" y="4425428"/>
              <a:ext cx="9585" cy="105907"/>
            </a:xfrm>
            <a:custGeom>
              <a:rect b="b" l="l" r="r" t="t"/>
              <a:pathLst>
                <a:path extrusionOk="0" h="4033" w="365">
                  <a:moveTo>
                    <a:pt x="182" y="1"/>
                  </a:moveTo>
                  <a:cubicBezTo>
                    <a:pt x="96" y="1"/>
                    <a:pt x="10" y="56"/>
                    <a:pt x="1" y="166"/>
                  </a:cubicBezTo>
                  <a:lnTo>
                    <a:pt x="1" y="3841"/>
                  </a:lnTo>
                  <a:cubicBezTo>
                    <a:pt x="1" y="3946"/>
                    <a:pt x="77" y="4032"/>
                    <a:pt x="182" y="4032"/>
                  </a:cubicBezTo>
                  <a:cubicBezTo>
                    <a:pt x="288" y="4032"/>
                    <a:pt x="364" y="3946"/>
                    <a:pt x="364" y="3841"/>
                  </a:cubicBezTo>
                  <a:lnTo>
                    <a:pt x="364" y="166"/>
                  </a:lnTo>
                  <a:cubicBezTo>
                    <a:pt x="355" y="56"/>
                    <a:pt x="269" y="1"/>
                    <a:pt x="182" y="1"/>
                  </a:cubicBezTo>
                  <a:close/>
                </a:path>
              </a:pathLst>
            </a:custGeom>
            <a:solidFill>
              <a:srgbClr val="657A8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176" name="Google Shape;13176;p43"/>
            <p:cNvSpPr/>
            <p:nvPr/>
          </p:nvSpPr>
          <p:spPr>
            <a:xfrm>
              <a:off x="2743084" y="4299590"/>
              <a:ext cx="158111" cy="135239"/>
            </a:xfrm>
            <a:custGeom>
              <a:rect b="b" l="l" r="r" t="t"/>
              <a:pathLst>
                <a:path extrusionOk="0" h="5150" w="6021">
                  <a:moveTo>
                    <a:pt x="3454" y="1"/>
                  </a:moveTo>
                  <a:cubicBezTo>
                    <a:pt x="3448" y="1"/>
                    <a:pt x="3442" y="1"/>
                    <a:pt x="3436" y="1"/>
                  </a:cubicBezTo>
                  <a:cubicBezTo>
                    <a:pt x="1149" y="1"/>
                    <a:pt x="1" y="2776"/>
                    <a:pt x="1628" y="4393"/>
                  </a:cubicBezTo>
                  <a:cubicBezTo>
                    <a:pt x="2150" y="4916"/>
                    <a:pt x="2793" y="5150"/>
                    <a:pt x="3423" y="5150"/>
                  </a:cubicBezTo>
                  <a:cubicBezTo>
                    <a:pt x="4744" y="5150"/>
                    <a:pt x="6014" y="4123"/>
                    <a:pt x="6020" y="2575"/>
                  </a:cubicBezTo>
                  <a:cubicBezTo>
                    <a:pt x="6011" y="1155"/>
                    <a:pt x="4872" y="1"/>
                    <a:pt x="3454" y="1"/>
                  </a:cubicBezTo>
                  <a:close/>
                </a:path>
              </a:pathLst>
            </a:custGeom>
            <a:solidFill>
              <a:srgbClr val="E4EAE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177" name="Google Shape;13177;p43"/>
            <p:cNvSpPr/>
            <p:nvPr/>
          </p:nvSpPr>
          <p:spPr>
            <a:xfrm>
              <a:off x="2762438" y="4313928"/>
              <a:ext cx="123921" cy="106406"/>
            </a:xfrm>
            <a:custGeom>
              <a:rect b="b" l="l" r="r" t="t"/>
              <a:pathLst>
                <a:path extrusionOk="0" h="4052" w="4719">
                  <a:moveTo>
                    <a:pt x="2699" y="0"/>
                  </a:moveTo>
                  <a:cubicBezTo>
                    <a:pt x="900" y="0"/>
                    <a:pt x="1" y="2182"/>
                    <a:pt x="1273" y="3455"/>
                  </a:cubicBezTo>
                  <a:cubicBezTo>
                    <a:pt x="1685" y="3867"/>
                    <a:pt x="2192" y="4051"/>
                    <a:pt x="2688" y="4051"/>
                  </a:cubicBezTo>
                  <a:cubicBezTo>
                    <a:pt x="3725" y="4051"/>
                    <a:pt x="4719" y="3246"/>
                    <a:pt x="4719" y="2029"/>
                  </a:cubicBezTo>
                  <a:cubicBezTo>
                    <a:pt x="4719" y="909"/>
                    <a:pt x="3819" y="0"/>
                    <a:pt x="2699" y="0"/>
                  </a:cubicBezTo>
                  <a:close/>
                </a:path>
              </a:pathLst>
            </a:custGeom>
            <a:solidFill>
              <a:srgbClr val="DDE4E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178" name="Google Shape;13178;p43"/>
            <p:cNvSpPr/>
            <p:nvPr/>
          </p:nvSpPr>
          <p:spPr>
            <a:xfrm>
              <a:off x="2809443" y="4314348"/>
              <a:ext cx="49526" cy="105460"/>
            </a:xfrm>
            <a:custGeom>
              <a:rect b="b" l="l" r="r" t="t"/>
              <a:pathLst>
                <a:path extrusionOk="0" h="4016" w="1886">
                  <a:moveTo>
                    <a:pt x="943" y="1"/>
                  </a:moveTo>
                  <a:cubicBezTo>
                    <a:pt x="854" y="1"/>
                    <a:pt x="766" y="56"/>
                    <a:pt x="756" y="166"/>
                  </a:cubicBezTo>
                  <a:lnTo>
                    <a:pt x="756" y="539"/>
                  </a:lnTo>
                  <a:cubicBezTo>
                    <a:pt x="326" y="587"/>
                    <a:pt x="0" y="970"/>
                    <a:pt x="19" y="1410"/>
                  </a:cubicBezTo>
                  <a:cubicBezTo>
                    <a:pt x="48" y="1850"/>
                    <a:pt x="412" y="2195"/>
                    <a:pt x="852" y="2195"/>
                  </a:cubicBezTo>
                  <a:lnTo>
                    <a:pt x="1034" y="2195"/>
                  </a:lnTo>
                  <a:cubicBezTo>
                    <a:pt x="1646" y="2195"/>
                    <a:pt x="1646" y="3114"/>
                    <a:pt x="1034" y="3114"/>
                  </a:cubicBezTo>
                  <a:lnTo>
                    <a:pt x="756" y="3114"/>
                  </a:lnTo>
                  <a:cubicBezTo>
                    <a:pt x="555" y="3114"/>
                    <a:pt x="393" y="2941"/>
                    <a:pt x="393" y="2740"/>
                  </a:cubicBezTo>
                  <a:cubicBezTo>
                    <a:pt x="402" y="2611"/>
                    <a:pt x="304" y="2547"/>
                    <a:pt x="207" y="2547"/>
                  </a:cubicBezTo>
                  <a:cubicBezTo>
                    <a:pt x="110" y="2547"/>
                    <a:pt x="15" y="2611"/>
                    <a:pt x="29" y="2740"/>
                  </a:cubicBezTo>
                  <a:cubicBezTo>
                    <a:pt x="29" y="3152"/>
                    <a:pt x="354" y="3477"/>
                    <a:pt x="756" y="3477"/>
                  </a:cubicBezTo>
                  <a:lnTo>
                    <a:pt x="756" y="3851"/>
                  </a:lnTo>
                  <a:cubicBezTo>
                    <a:pt x="766" y="3961"/>
                    <a:pt x="854" y="4016"/>
                    <a:pt x="943" y="4016"/>
                  </a:cubicBezTo>
                  <a:cubicBezTo>
                    <a:pt x="1031" y="4016"/>
                    <a:pt x="1120" y="3961"/>
                    <a:pt x="1129" y="3851"/>
                  </a:cubicBezTo>
                  <a:lnTo>
                    <a:pt x="1129" y="3477"/>
                  </a:lnTo>
                  <a:cubicBezTo>
                    <a:pt x="1570" y="3429"/>
                    <a:pt x="1886" y="3047"/>
                    <a:pt x="1866" y="2606"/>
                  </a:cubicBezTo>
                  <a:cubicBezTo>
                    <a:pt x="1838" y="2166"/>
                    <a:pt x="1474" y="1822"/>
                    <a:pt x="1034" y="1822"/>
                  </a:cubicBezTo>
                  <a:lnTo>
                    <a:pt x="852" y="1822"/>
                  </a:lnTo>
                  <a:cubicBezTo>
                    <a:pt x="239" y="1822"/>
                    <a:pt x="239" y="903"/>
                    <a:pt x="852" y="903"/>
                  </a:cubicBezTo>
                  <a:lnTo>
                    <a:pt x="1129" y="903"/>
                  </a:lnTo>
                  <a:cubicBezTo>
                    <a:pt x="1330" y="903"/>
                    <a:pt x="1493" y="1066"/>
                    <a:pt x="1493" y="1276"/>
                  </a:cubicBezTo>
                  <a:lnTo>
                    <a:pt x="1493" y="1458"/>
                  </a:lnTo>
                  <a:cubicBezTo>
                    <a:pt x="1493" y="1554"/>
                    <a:pt x="1579" y="1640"/>
                    <a:pt x="1675" y="1640"/>
                  </a:cubicBezTo>
                  <a:cubicBezTo>
                    <a:pt x="1780" y="1640"/>
                    <a:pt x="1866" y="1563"/>
                    <a:pt x="1866" y="1458"/>
                  </a:cubicBezTo>
                  <a:lnTo>
                    <a:pt x="1866" y="1276"/>
                  </a:lnTo>
                  <a:cubicBezTo>
                    <a:pt x="1857" y="865"/>
                    <a:pt x="1531" y="539"/>
                    <a:pt x="1129" y="539"/>
                  </a:cubicBezTo>
                  <a:lnTo>
                    <a:pt x="1129" y="166"/>
                  </a:lnTo>
                  <a:cubicBezTo>
                    <a:pt x="1120" y="56"/>
                    <a:pt x="1031" y="1"/>
                    <a:pt x="943" y="1"/>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179" name="Google Shape;13179;p43"/>
            <p:cNvSpPr/>
            <p:nvPr/>
          </p:nvSpPr>
          <p:spPr>
            <a:xfrm>
              <a:off x="2780032" y="4521513"/>
              <a:ext cx="106589" cy="86973"/>
            </a:xfrm>
            <a:custGeom>
              <a:rect b="b" l="l" r="r" t="t"/>
              <a:pathLst>
                <a:path extrusionOk="0" h="3312" w="4059">
                  <a:moveTo>
                    <a:pt x="192" y="0"/>
                  </a:moveTo>
                  <a:cubicBezTo>
                    <a:pt x="77" y="0"/>
                    <a:pt x="0" y="96"/>
                    <a:pt x="10" y="211"/>
                  </a:cubicBezTo>
                  <a:lnTo>
                    <a:pt x="374" y="3149"/>
                  </a:lnTo>
                  <a:cubicBezTo>
                    <a:pt x="393" y="3244"/>
                    <a:pt x="469" y="3311"/>
                    <a:pt x="556" y="3311"/>
                  </a:cubicBezTo>
                  <a:lnTo>
                    <a:pt x="3503" y="3311"/>
                  </a:lnTo>
                  <a:cubicBezTo>
                    <a:pt x="3589" y="3311"/>
                    <a:pt x="3666" y="3244"/>
                    <a:pt x="3685" y="3149"/>
                  </a:cubicBezTo>
                  <a:lnTo>
                    <a:pt x="4049" y="211"/>
                  </a:lnTo>
                  <a:cubicBezTo>
                    <a:pt x="4058" y="153"/>
                    <a:pt x="4039" y="105"/>
                    <a:pt x="4010" y="67"/>
                  </a:cubicBezTo>
                  <a:cubicBezTo>
                    <a:pt x="3972" y="29"/>
                    <a:pt x="3924" y="0"/>
                    <a:pt x="3876" y="0"/>
                  </a:cubicBezTo>
                  <a:close/>
                </a:path>
              </a:pathLst>
            </a:custGeom>
            <a:solidFill>
              <a:srgbClr val="EFF2F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180" name="Google Shape;13180;p43"/>
            <p:cNvSpPr/>
            <p:nvPr/>
          </p:nvSpPr>
          <p:spPr>
            <a:xfrm>
              <a:off x="2782553" y="4545620"/>
              <a:ext cx="20614" cy="48292"/>
            </a:xfrm>
            <a:custGeom>
              <a:rect b="b" l="l" r="r" t="t"/>
              <a:pathLst>
                <a:path extrusionOk="0" h="1839" w="785">
                  <a:moveTo>
                    <a:pt x="0" y="1"/>
                  </a:moveTo>
                  <a:lnTo>
                    <a:pt x="230" y="1838"/>
                  </a:lnTo>
                  <a:lnTo>
                    <a:pt x="785" y="1838"/>
                  </a:lnTo>
                  <a:lnTo>
                    <a:pt x="555" y="1"/>
                  </a:lnTo>
                  <a:close/>
                </a:path>
              </a:pathLst>
            </a:custGeom>
            <a:solidFill>
              <a:srgbClr val="DEE5E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181" name="Google Shape;13181;p43"/>
            <p:cNvSpPr/>
            <p:nvPr/>
          </p:nvSpPr>
          <p:spPr>
            <a:xfrm>
              <a:off x="2780032" y="4521514"/>
              <a:ext cx="106826" cy="28912"/>
            </a:xfrm>
            <a:custGeom>
              <a:rect b="b" l="l" r="r" t="t"/>
              <a:pathLst>
                <a:path extrusionOk="0" h="1101" w="4068">
                  <a:moveTo>
                    <a:pt x="192" y="0"/>
                  </a:moveTo>
                  <a:cubicBezTo>
                    <a:pt x="77" y="0"/>
                    <a:pt x="0" y="96"/>
                    <a:pt x="10" y="211"/>
                  </a:cubicBezTo>
                  <a:lnTo>
                    <a:pt x="125" y="1101"/>
                  </a:lnTo>
                  <a:lnTo>
                    <a:pt x="3943" y="1101"/>
                  </a:lnTo>
                  <a:lnTo>
                    <a:pt x="4049" y="211"/>
                  </a:lnTo>
                  <a:cubicBezTo>
                    <a:pt x="4068" y="96"/>
                    <a:pt x="3982" y="0"/>
                    <a:pt x="3867" y="0"/>
                  </a:cubicBezTo>
                  <a:close/>
                </a:path>
              </a:pathLst>
            </a:custGeom>
            <a:solidFill>
              <a:srgbClr val="C5D1D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182" name="Google Shape;13182;p43"/>
            <p:cNvSpPr/>
            <p:nvPr/>
          </p:nvSpPr>
          <p:spPr>
            <a:xfrm>
              <a:off x="2788068" y="4589107"/>
              <a:ext cx="90518" cy="19380"/>
            </a:xfrm>
            <a:custGeom>
              <a:rect b="b" l="l" r="r" t="t"/>
              <a:pathLst>
                <a:path extrusionOk="0" h="738" w="3447">
                  <a:moveTo>
                    <a:pt x="1" y="1"/>
                  </a:moveTo>
                  <a:lnTo>
                    <a:pt x="68" y="575"/>
                  </a:lnTo>
                  <a:cubicBezTo>
                    <a:pt x="77" y="670"/>
                    <a:pt x="163" y="737"/>
                    <a:pt x="250" y="737"/>
                  </a:cubicBezTo>
                  <a:lnTo>
                    <a:pt x="3197" y="737"/>
                  </a:lnTo>
                  <a:cubicBezTo>
                    <a:pt x="3283" y="737"/>
                    <a:pt x="3360" y="670"/>
                    <a:pt x="3379" y="575"/>
                  </a:cubicBezTo>
                  <a:lnTo>
                    <a:pt x="3446" y="1"/>
                  </a:lnTo>
                  <a:close/>
                </a:path>
              </a:pathLst>
            </a:custGeom>
            <a:solidFill>
              <a:srgbClr val="C5D1D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183" name="Google Shape;13183;p43"/>
            <p:cNvSpPr/>
            <p:nvPr/>
          </p:nvSpPr>
          <p:spPr>
            <a:xfrm>
              <a:off x="2780032" y="4521514"/>
              <a:ext cx="106589" cy="28912"/>
            </a:xfrm>
            <a:custGeom>
              <a:rect b="b" l="l" r="r" t="t"/>
              <a:pathLst>
                <a:path extrusionOk="0" h="1101" w="4059">
                  <a:moveTo>
                    <a:pt x="201" y="0"/>
                  </a:moveTo>
                  <a:cubicBezTo>
                    <a:pt x="163" y="0"/>
                    <a:pt x="134" y="10"/>
                    <a:pt x="106" y="19"/>
                  </a:cubicBezTo>
                  <a:cubicBezTo>
                    <a:pt x="39" y="58"/>
                    <a:pt x="0" y="134"/>
                    <a:pt x="10" y="201"/>
                  </a:cubicBezTo>
                  <a:lnTo>
                    <a:pt x="125" y="1101"/>
                  </a:lnTo>
                  <a:lnTo>
                    <a:pt x="670" y="1101"/>
                  </a:lnTo>
                  <a:lnTo>
                    <a:pt x="651" y="938"/>
                  </a:lnTo>
                  <a:cubicBezTo>
                    <a:pt x="642" y="833"/>
                    <a:pt x="728" y="737"/>
                    <a:pt x="833" y="737"/>
                  </a:cubicBezTo>
                  <a:lnTo>
                    <a:pt x="3982" y="737"/>
                  </a:lnTo>
                  <a:lnTo>
                    <a:pt x="4049" y="211"/>
                  </a:lnTo>
                  <a:cubicBezTo>
                    <a:pt x="4058" y="182"/>
                    <a:pt x="4049" y="144"/>
                    <a:pt x="4039" y="115"/>
                  </a:cubicBezTo>
                  <a:cubicBezTo>
                    <a:pt x="4010" y="48"/>
                    <a:pt x="3943" y="0"/>
                    <a:pt x="3867" y="0"/>
                  </a:cubicBezTo>
                  <a:close/>
                </a:path>
              </a:pathLst>
            </a:custGeom>
            <a:solidFill>
              <a:srgbClr val="B8C6D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184" name="Google Shape;13184;p43"/>
            <p:cNvSpPr/>
            <p:nvPr/>
          </p:nvSpPr>
          <p:spPr>
            <a:xfrm>
              <a:off x="2788068" y="4589107"/>
              <a:ext cx="21139" cy="19380"/>
            </a:xfrm>
            <a:custGeom>
              <a:rect b="b" l="l" r="r" t="t"/>
              <a:pathLst>
                <a:path extrusionOk="0" h="738" w="805">
                  <a:moveTo>
                    <a:pt x="1" y="1"/>
                  </a:moveTo>
                  <a:lnTo>
                    <a:pt x="68" y="575"/>
                  </a:lnTo>
                  <a:cubicBezTo>
                    <a:pt x="77" y="670"/>
                    <a:pt x="154" y="737"/>
                    <a:pt x="250" y="737"/>
                  </a:cubicBezTo>
                  <a:lnTo>
                    <a:pt x="805" y="737"/>
                  </a:lnTo>
                  <a:cubicBezTo>
                    <a:pt x="709" y="737"/>
                    <a:pt x="632" y="670"/>
                    <a:pt x="623" y="575"/>
                  </a:cubicBezTo>
                  <a:lnTo>
                    <a:pt x="546" y="1"/>
                  </a:lnTo>
                  <a:close/>
                </a:path>
              </a:pathLst>
            </a:custGeom>
            <a:solidFill>
              <a:srgbClr val="B8C6D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185" name="Google Shape;13185;p43"/>
            <p:cNvSpPr/>
            <p:nvPr/>
          </p:nvSpPr>
          <p:spPr>
            <a:xfrm>
              <a:off x="2838093" y="4439504"/>
              <a:ext cx="64363" cy="48161"/>
            </a:xfrm>
            <a:custGeom>
              <a:rect b="b" l="l" r="r" t="t"/>
              <a:pathLst>
                <a:path extrusionOk="0" h="1834" w="2451">
                  <a:moveTo>
                    <a:pt x="1229" y="1"/>
                  </a:moveTo>
                  <a:cubicBezTo>
                    <a:pt x="723" y="1"/>
                    <a:pt x="216" y="286"/>
                    <a:pt x="10" y="855"/>
                  </a:cubicBezTo>
                  <a:cubicBezTo>
                    <a:pt x="0" y="893"/>
                    <a:pt x="0" y="941"/>
                    <a:pt x="10" y="979"/>
                  </a:cubicBezTo>
                  <a:cubicBezTo>
                    <a:pt x="216" y="1549"/>
                    <a:pt x="723" y="1834"/>
                    <a:pt x="1229" y="1834"/>
                  </a:cubicBezTo>
                  <a:cubicBezTo>
                    <a:pt x="1735" y="1834"/>
                    <a:pt x="2240" y="1549"/>
                    <a:pt x="2441" y="979"/>
                  </a:cubicBezTo>
                  <a:cubicBezTo>
                    <a:pt x="2450" y="941"/>
                    <a:pt x="2450" y="893"/>
                    <a:pt x="2441" y="855"/>
                  </a:cubicBezTo>
                  <a:cubicBezTo>
                    <a:pt x="2240" y="286"/>
                    <a:pt x="1735" y="1"/>
                    <a:pt x="1229" y="1"/>
                  </a:cubicBezTo>
                  <a:close/>
                </a:path>
              </a:pathLst>
            </a:custGeom>
            <a:solidFill>
              <a:srgbClr val="C5D0D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186" name="Google Shape;13186;p43"/>
            <p:cNvSpPr/>
            <p:nvPr/>
          </p:nvSpPr>
          <p:spPr>
            <a:xfrm>
              <a:off x="2838093" y="4463715"/>
              <a:ext cx="64363" cy="23949"/>
            </a:xfrm>
            <a:custGeom>
              <a:rect b="b" l="l" r="r" t="t"/>
              <a:pathLst>
                <a:path extrusionOk="0" h="912" w="2451">
                  <a:moveTo>
                    <a:pt x="10" y="0"/>
                  </a:moveTo>
                  <a:cubicBezTo>
                    <a:pt x="0" y="19"/>
                    <a:pt x="10" y="38"/>
                    <a:pt x="10" y="57"/>
                  </a:cubicBezTo>
                  <a:cubicBezTo>
                    <a:pt x="216" y="627"/>
                    <a:pt x="720" y="912"/>
                    <a:pt x="1225" y="912"/>
                  </a:cubicBezTo>
                  <a:cubicBezTo>
                    <a:pt x="1730" y="912"/>
                    <a:pt x="2235" y="627"/>
                    <a:pt x="2441" y="57"/>
                  </a:cubicBezTo>
                  <a:cubicBezTo>
                    <a:pt x="2441" y="38"/>
                    <a:pt x="2450" y="19"/>
                    <a:pt x="2450" y="0"/>
                  </a:cubicBezTo>
                  <a:close/>
                </a:path>
              </a:pathLst>
            </a:custGeom>
            <a:solidFill>
              <a:srgbClr val="B6C5D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187" name="Google Shape;13187;p43"/>
            <p:cNvSpPr/>
            <p:nvPr/>
          </p:nvSpPr>
          <p:spPr>
            <a:xfrm>
              <a:off x="2764197" y="4439504"/>
              <a:ext cx="64363" cy="48161"/>
            </a:xfrm>
            <a:custGeom>
              <a:rect b="b" l="l" r="r" t="t"/>
              <a:pathLst>
                <a:path extrusionOk="0" h="1834" w="2451">
                  <a:moveTo>
                    <a:pt x="1226" y="1"/>
                  </a:moveTo>
                  <a:cubicBezTo>
                    <a:pt x="721" y="1"/>
                    <a:pt x="216" y="286"/>
                    <a:pt x="10" y="855"/>
                  </a:cubicBezTo>
                  <a:cubicBezTo>
                    <a:pt x="1" y="893"/>
                    <a:pt x="1" y="941"/>
                    <a:pt x="10" y="979"/>
                  </a:cubicBezTo>
                  <a:cubicBezTo>
                    <a:pt x="216" y="1549"/>
                    <a:pt x="721" y="1834"/>
                    <a:pt x="1226" y="1834"/>
                  </a:cubicBezTo>
                  <a:cubicBezTo>
                    <a:pt x="1730" y="1834"/>
                    <a:pt x="2235" y="1549"/>
                    <a:pt x="2441" y="979"/>
                  </a:cubicBezTo>
                  <a:cubicBezTo>
                    <a:pt x="2451" y="941"/>
                    <a:pt x="2451" y="893"/>
                    <a:pt x="2441" y="855"/>
                  </a:cubicBezTo>
                  <a:cubicBezTo>
                    <a:pt x="2235" y="286"/>
                    <a:pt x="1730" y="1"/>
                    <a:pt x="1226" y="1"/>
                  </a:cubicBezTo>
                  <a:close/>
                </a:path>
              </a:pathLst>
            </a:custGeom>
            <a:solidFill>
              <a:srgbClr val="C5D0D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188" name="Google Shape;13188;p43"/>
            <p:cNvSpPr/>
            <p:nvPr/>
          </p:nvSpPr>
          <p:spPr>
            <a:xfrm>
              <a:off x="2764197" y="4463715"/>
              <a:ext cx="64363" cy="23949"/>
            </a:xfrm>
            <a:custGeom>
              <a:rect b="b" l="l" r="r" t="t"/>
              <a:pathLst>
                <a:path extrusionOk="0" h="912" w="2451">
                  <a:moveTo>
                    <a:pt x="1" y="0"/>
                  </a:moveTo>
                  <a:cubicBezTo>
                    <a:pt x="1" y="19"/>
                    <a:pt x="1" y="38"/>
                    <a:pt x="10" y="57"/>
                  </a:cubicBezTo>
                  <a:cubicBezTo>
                    <a:pt x="211" y="627"/>
                    <a:pt x="716" y="912"/>
                    <a:pt x="1222" y="912"/>
                  </a:cubicBezTo>
                  <a:cubicBezTo>
                    <a:pt x="1728" y="912"/>
                    <a:pt x="2235" y="627"/>
                    <a:pt x="2441" y="57"/>
                  </a:cubicBezTo>
                  <a:cubicBezTo>
                    <a:pt x="2441" y="38"/>
                    <a:pt x="2451" y="19"/>
                    <a:pt x="2451" y="0"/>
                  </a:cubicBezTo>
                  <a:close/>
                </a:path>
              </a:pathLst>
            </a:custGeom>
            <a:solidFill>
              <a:srgbClr val="B6C5D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189" name="Google Shape;13189;p43"/>
            <p:cNvSpPr/>
            <p:nvPr/>
          </p:nvSpPr>
          <p:spPr>
            <a:xfrm>
              <a:off x="2765694" y="4502160"/>
              <a:ext cx="135239" cy="29175"/>
            </a:xfrm>
            <a:custGeom>
              <a:rect b="b" l="l" r="r" t="t"/>
              <a:pathLst>
                <a:path extrusionOk="0" h="1111" w="5150">
                  <a:moveTo>
                    <a:pt x="183" y="0"/>
                  </a:moveTo>
                  <a:cubicBezTo>
                    <a:pt x="87" y="0"/>
                    <a:pt x="1" y="86"/>
                    <a:pt x="1" y="192"/>
                  </a:cubicBezTo>
                  <a:lnTo>
                    <a:pt x="1" y="929"/>
                  </a:lnTo>
                  <a:cubicBezTo>
                    <a:pt x="1" y="1024"/>
                    <a:pt x="87" y="1110"/>
                    <a:pt x="183" y="1110"/>
                  </a:cubicBezTo>
                  <a:lnTo>
                    <a:pt x="4968" y="1110"/>
                  </a:lnTo>
                  <a:cubicBezTo>
                    <a:pt x="5064" y="1110"/>
                    <a:pt x="5150" y="1024"/>
                    <a:pt x="5150" y="929"/>
                  </a:cubicBezTo>
                  <a:lnTo>
                    <a:pt x="5150" y="192"/>
                  </a:lnTo>
                  <a:cubicBezTo>
                    <a:pt x="5150" y="86"/>
                    <a:pt x="5064" y="0"/>
                    <a:pt x="4968" y="0"/>
                  </a:cubicBezTo>
                  <a:close/>
                </a:path>
              </a:pathLst>
            </a:custGeom>
            <a:solidFill>
              <a:srgbClr val="C5D1D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3190" name="Google Shape;13190;p43"/>
          <p:cNvGrpSpPr/>
          <p:nvPr/>
        </p:nvGrpSpPr>
        <p:grpSpPr>
          <a:xfrm>
            <a:off x="1293506" y="2787316"/>
            <a:ext cx="374730" cy="272212"/>
            <a:chOff x="1293506" y="2939716"/>
            <a:chExt cx="374730" cy="272212"/>
          </a:xfrm>
        </p:grpSpPr>
        <p:sp>
          <p:nvSpPr>
            <p:cNvPr id="13191" name="Google Shape;13191;p43"/>
            <p:cNvSpPr/>
            <p:nvPr/>
          </p:nvSpPr>
          <p:spPr>
            <a:xfrm>
              <a:off x="1311599" y="2939716"/>
              <a:ext cx="338544" cy="248078"/>
            </a:xfrm>
            <a:custGeom>
              <a:rect b="b" l="l" r="r" t="t"/>
              <a:pathLst>
                <a:path extrusionOk="0" h="9447" w="12892">
                  <a:moveTo>
                    <a:pt x="460" y="1"/>
                  </a:moveTo>
                  <a:cubicBezTo>
                    <a:pt x="211" y="1"/>
                    <a:pt x="0" y="212"/>
                    <a:pt x="0" y="460"/>
                  </a:cubicBezTo>
                  <a:lnTo>
                    <a:pt x="0" y="9447"/>
                  </a:lnTo>
                  <a:lnTo>
                    <a:pt x="12891" y="9447"/>
                  </a:lnTo>
                  <a:lnTo>
                    <a:pt x="12891" y="460"/>
                  </a:lnTo>
                  <a:cubicBezTo>
                    <a:pt x="12891" y="212"/>
                    <a:pt x="12690" y="11"/>
                    <a:pt x="12442" y="1"/>
                  </a:cubicBezTo>
                  <a:close/>
                </a:path>
              </a:pathLst>
            </a:custGeom>
            <a:solidFill>
              <a:srgbClr val="61778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192" name="Google Shape;13192;p43"/>
            <p:cNvSpPr/>
            <p:nvPr/>
          </p:nvSpPr>
          <p:spPr>
            <a:xfrm>
              <a:off x="1335706" y="2964112"/>
              <a:ext cx="290304" cy="193274"/>
            </a:xfrm>
            <a:custGeom>
              <a:rect b="b" l="l" r="r" t="t"/>
              <a:pathLst>
                <a:path extrusionOk="0" h="7360" w="11055">
                  <a:moveTo>
                    <a:pt x="231" y="0"/>
                  </a:moveTo>
                  <a:cubicBezTo>
                    <a:pt x="106" y="0"/>
                    <a:pt x="1" y="106"/>
                    <a:pt x="1" y="230"/>
                  </a:cubicBezTo>
                  <a:lnTo>
                    <a:pt x="1" y="7130"/>
                  </a:lnTo>
                  <a:cubicBezTo>
                    <a:pt x="1" y="7264"/>
                    <a:pt x="106" y="7360"/>
                    <a:pt x="231" y="7360"/>
                  </a:cubicBezTo>
                  <a:lnTo>
                    <a:pt x="10825" y="7360"/>
                  </a:lnTo>
                  <a:cubicBezTo>
                    <a:pt x="10949" y="7360"/>
                    <a:pt x="11055" y="7255"/>
                    <a:pt x="11055" y="7130"/>
                  </a:cubicBezTo>
                  <a:lnTo>
                    <a:pt x="11055" y="230"/>
                  </a:lnTo>
                  <a:cubicBezTo>
                    <a:pt x="11055" y="106"/>
                    <a:pt x="10949" y="0"/>
                    <a:pt x="10825" y="0"/>
                  </a:cubicBezTo>
                  <a:close/>
                </a:path>
              </a:pathLst>
            </a:custGeom>
            <a:solidFill>
              <a:srgbClr val="E2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193" name="Google Shape;13193;p43"/>
            <p:cNvSpPr/>
            <p:nvPr/>
          </p:nvSpPr>
          <p:spPr>
            <a:xfrm>
              <a:off x="1335706" y="3121173"/>
              <a:ext cx="169430" cy="36213"/>
            </a:xfrm>
            <a:custGeom>
              <a:rect b="b" l="l" r="r" t="t"/>
              <a:pathLst>
                <a:path extrusionOk="0" h="1379" w="6452">
                  <a:moveTo>
                    <a:pt x="1" y="1"/>
                  </a:moveTo>
                  <a:lnTo>
                    <a:pt x="1" y="1149"/>
                  </a:lnTo>
                  <a:cubicBezTo>
                    <a:pt x="1" y="1274"/>
                    <a:pt x="106" y="1379"/>
                    <a:pt x="231" y="1379"/>
                  </a:cubicBezTo>
                  <a:lnTo>
                    <a:pt x="6451" y="1379"/>
                  </a:lnTo>
                  <a:lnTo>
                    <a:pt x="6451" y="1"/>
                  </a:lnTo>
                  <a:close/>
                </a:path>
              </a:pathLst>
            </a:custGeom>
            <a:solidFill>
              <a:srgbClr val="BBC6C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194" name="Google Shape;13194;p43"/>
            <p:cNvSpPr/>
            <p:nvPr/>
          </p:nvSpPr>
          <p:spPr>
            <a:xfrm>
              <a:off x="1505109" y="2964112"/>
              <a:ext cx="120901" cy="96532"/>
            </a:xfrm>
            <a:custGeom>
              <a:rect b="b" l="l" r="r" t="t"/>
              <a:pathLst>
                <a:path extrusionOk="0" h="3676" w="4604">
                  <a:moveTo>
                    <a:pt x="0" y="0"/>
                  </a:moveTo>
                  <a:lnTo>
                    <a:pt x="0" y="3675"/>
                  </a:lnTo>
                  <a:lnTo>
                    <a:pt x="4604" y="3675"/>
                  </a:lnTo>
                  <a:lnTo>
                    <a:pt x="4604" y="230"/>
                  </a:lnTo>
                  <a:cubicBezTo>
                    <a:pt x="4604" y="106"/>
                    <a:pt x="4498" y="0"/>
                    <a:pt x="4374" y="0"/>
                  </a:cubicBezTo>
                  <a:close/>
                </a:path>
              </a:pathLst>
            </a:custGeom>
            <a:solidFill>
              <a:srgbClr val="A9B4B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195" name="Google Shape;13195;p43"/>
            <p:cNvSpPr/>
            <p:nvPr/>
          </p:nvSpPr>
          <p:spPr>
            <a:xfrm>
              <a:off x="1505109" y="3060617"/>
              <a:ext cx="120901" cy="96768"/>
            </a:xfrm>
            <a:custGeom>
              <a:rect b="b" l="l" r="r" t="t"/>
              <a:pathLst>
                <a:path extrusionOk="0" h="3685" w="4604">
                  <a:moveTo>
                    <a:pt x="0" y="0"/>
                  </a:moveTo>
                  <a:lnTo>
                    <a:pt x="0" y="3685"/>
                  </a:lnTo>
                  <a:lnTo>
                    <a:pt x="4374" y="3685"/>
                  </a:lnTo>
                  <a:cubicBezTo>
                    <a:pt x="4498" y="3685"/>
                    <a:pt x="4604" y="3589"/>
                    <a:pt x="4604" y="3455"/>
                  </a:cubicBezTo>
                  <a:lnTo>
                    <a:pt x="4604" y="0"/>
                  </a:lnTo>
                  <a:close/>
                </a:path>
              </a:pathLst>
            </a:custGeom>
            <a:solidFill>
              <a:srgbClr val="7F91A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196" name="Google Shape;13196;p43"/>
            <p:cNvSpPr/>
            <p:nvPr/>
          </p:nvSpPr>
          <p:spPr>
            <a:xfrm>
              <a:off x="1293506" y="3181755"/>
              <a:ext cx="374730" cy="30173"/>
            </a:xfrm>
            <a:custGeom>
              <a:rect b="b" l="l" r="r" t="t"/>
              <a:pathLst>
                <a:path extrusionOk="0" h="1149" w="14270">
                  <a:moveTo>
                    <a:pt x="230" y="0"/>
                  </a:moveTo>
                  <a:cubicBezTo>
                    <a:pt x="105" y="0"/>
                    <a:pt x="0" y="96"/>
                    <a:pt x="0" y="230"/>
                  </a:cubicBezTo>
                  <a:lnTo>
                    <a:pt x="0" y="689"/>
                  </a:lnTo>
                  <a:cubicBezTo>
                    <a:pt x="0" y="938"/>
                    <a:pt x="201" y="1149"/>
                    <a:pt x="460" y="1149"/>
                  </a:cubicBezTo>
                  <a:lnTo>
                    <a:pt x="13810" y="1149"/>
                  </a:lnTo>
                  <a:cubicBezTo>
                    <a:pt x="14068" y="1149"/>
                    <a:pt x="14269" y="938"/>
                    <a:pt x="14269" y="689"/>
                  </a:cubicBezTo>
                  <a:lnTo>
                    <a:pt x="14269" y="230"/>
                  </a:lnTo>
                  <a:cubicBezTo>
                    <a:pt x="14269" y="96"/>
                    <a:pt x="14174" y="0"/>
                    <a:pt x="14040" y="0"/>
                  </a:cubicBezTo>
                  <a:close/>
                </a:path>
              </a:pathLst>
            </a:custGeom>
            <a:solidFill>
              <a:srgbClr val="C3CDD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197" name="Google Shape;13197;p43"/>
            <p:cNvSpPr/>
            <p:nvPr/>
          </p:nvSpPr>
          <p:spPr>
            <a:xfrm>
              <a:off x="1293506" y="3181755"/>
              <a:ext cx="374730" cy="12080"/>
            </a:xfrm>
            <a:custGeom>
              <a:rect b="b" l="l" r="r" t="t"/>
              <a:pathLst>
                <a:path extrusionOk="0" h="460" w="14270">
                  <a:moveTo>
                    <a:pt x="230" y="0"/>
                  </a:moveTo>
                  <a:cubicBezTo>
                    <a:pt x="105" y="0"/>
                    <a:pt x="0" y="96"/>
                    <a:pt x="0" y="230"/>
                  </a:cubicBezTo>
                  <a:lnTo>
                    <a:pt x="0" y="460"/>
                  </a:lnTo>
                  <a:lnTo>
                    <a:pt x="14269" y="460"/>
                  </a:lnTo>
                  <a:lnTo>
                    <a:pt x="14269" y="230"/>
                  </a:lnTo>
                  <a:cubicBezTo>
                    <a:pt x="14269" y="96"/>
                    <a:pt x="14174" y="0"/>
                    <a:pt x="14040" y="0"/>
                  </a:cubicBezTo>
                  <a:close/>
                </a:path>
              </a:pathLst>
            </a:custGeom>
            <a:solidFill>
              <a:srgbClr val="E2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198" name="Google Shape;13198;p43"/>
            <p:cNvSpPr/>
            <p:nvPr/>
          </p:nvSpPr>
          <p:spPr>
            <a:xfrm>
              <a:off x="1444527" y="3181755"/>
              <a:ext cx="72661" cy="18119"/>
            </a:xfrm>
            <a:custGeom>
              <a:rect b="b" l="l" r="r" t="t"/>
              <a:pathLst>
                <a:path extrusionOk="0" h="690" w="2767">
                  <a:moveTo>
                    <a:pt x="1" y="0"/>
                  </a:moveTo>
                  <a:lnTo>
                    <a:pt x="326" y="479"/>
                  </a:lnTo>
                  <a:cubicBezTo>
                    <a:pt x="412" y="613"/>
                    <a:pt x="556" y="689"/>
                    <a:pt x="709" y="689"/>
                  </a:cubicBezTo>
                  <a:lnTo>
                    <a:pt x="2059" y="689"/>
                  </a:lnTo>
                  <a:cubicBezTo>
                    <a:pt x="2212" y="689"/>
                    <a:pt x="2355" y="613"/>
                    <a:pt x="2441" y="479"/>
                  </a:cubicBezTo>
                  <a:lnTo>
                    <a:pt x="2767" y="0"/>
                  </a:lnTo>
                  <a:close/>
                </a:path>
              </a:pathLst>
            </a:custGeom>
            <a:solidFill>
              <a:srgbClr val="E2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199" name="Google Shape;13199;p43"/>
            <p:cNvSpPr/>
            <p:nvPr/>
          </p:nvSpPr>
          <p:spPr>
            <a:xfrm>
              <a:off x="1535256" y="3036484"/>
              <a:ext cx="60345" cy="24159"/>
            </a:xfrm>
            <a:custGeom>
              <a:rect b="b" l="l" r="r" t="t"/>
              <a:pathLst>
                <a:path extrusionOk="0" h="920" w="2298">
                  <a:moveTo>
                    <a:pt x="690" y="1"/>
                  </a:moveTo>
                  <a:lnTo>
                    <a:pt x="317" y="125"/>
                  </a:lnTo>
                  <a:cubicBezTo>
                    <a:pt x="125" y="182"/>
                    <a:pt x="1" y="364"/>
                    <a:pt x="1" y="556"/>
                  </a:cubicBezTo>
                  <a:lnTo>
                    <a:pt x="1" y="919"/>
                  </a:lnTo>
                  <a:lnTo>
                    <a:pt x="2298" y="919"/>
                  </a:lnTo>
                  <a:lnTo>
                    <a:pt x="2298" y="556"/>
                  </a:lnTo>
                  <a:cubicBezTo>
                    <a:pt x="2298" y="364"/>
                    <a:pt x="2173" y="182"/>
                    <a:pt x="1991" y="125"/>
                  </a:cubicBezTo>
                  <a:lnTo>
                    <a:pt x="1609" y="1"/>
                  </a:lnTo>
                  <a:close/>
                </a:path>
              </a:pathLst>
            </a:custGeom>
            <a:solidFill>
              <a:srgbClr val="8E9EA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200" name="Google Shape;13200;p43"/>
            <p:cNvSpPr/>
            <p:nvPr/>
          </p:nvSpPr>
          <p:spPr>
            <a:xfrm>
              <a:off x="1553349" y="3018391"/>
              <a:ext cx="24422" cy="30435"/>
            </a:xfrm>
            <a:custGeom>
              <a:rect b="b" l="l" r="r" t="t"/>
              <a:pathLst>
                <a:path extrusionOk="0" h="1159" w="930">
                  <a:moveTo>
                    <a:pt x="1" y="0"/>
                  </a:moveTo>
                  <a:lnTo>
                    <a:pt x="1" y="690"/>
                  </a:lnTo>
                  <a:cubicBezTo>
                    <a:pt x="1" y="948"/>
                    <a:pt x="211" y="1158"/>
                    <a:pt x="460" y="1158"/>
                  </a:cubicBezTo>
                  <a:cubicBezTo>
                    <a:pt x="719" y="1158"/>
                    <a:pt x="929" y="948"/>
                    <a:pt x="929" y="690"/>
                  </a:cubicBezTo>
                  <a:lnTo>
                    <a:pt x="929" y="0"/>
                  </a:lnTo>
                  <a:close/>
                </a:path>
              </a:pathLst>
            </a:custGeom>
            <a:solidFill>
              <a:srgbClr val="99A8B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201" name="Google Shape;13201;p43"/>
            <p:cNvSpPr/>
            <p:nvPr/>
          </p:nvSpPr>
          <p:spPr>
            <a:xfrm>
              <a:off x="1547335" y="2988245"/>
              <a:ext cx="36449" cy="42226"/>
            </a:xfrm>
            <a:custGeom>
              <a:rect b="b" l="l" r="r" t="t"/>
              <a:pathLst>
                <a:path extrusionOk="0" h="1608" w="1388">
                  <a:moveTo>
                    <a:pt x="460" y="0"/>
                  </a:moveTo>
                  <a:cubicBezTo>
                    <a:pt x="211" y="0"/>
                    <a:pt x="0" y="201"/>
                    <a:pt x="0" y="459"/>
                  </a:cubicBezTo>
                  <a:lnTo>
                    <a:pt x="0" y="919"/>
                  </a:lnTo>
                  <a:cubicBezTo>
                    <a:pt x="0" y="1302"/>
                    <a:pt x="316" y="1608"/>
                    <a:pt x="689" y="1608"/>
                  </a:cubicBezTo>
                  <a:cubicBezTo>
                    <a:pt x="1072" y="1608"/>
                    <a:pt x="1388" y="1302"/>
                    <a:pt x="1388" y="919"/>
                  </a:cubicBezTo>
                  <a:lnTo>
                    <a:pt x="1388" y="459"/>
                  </a:lnTo>
                  <a:cubicBezTo>
                    <a:pt x="1388" y="201"/>
                    <a:pt x="1177" y="0"/>
                    <a:pt x="928" y="0"/>
                  </a:cubicBezTo>
                  <a:close/>
                </a:path>
              </a:pathLst>
            </a:custGeom>
            <a:solidFill>
              <a:srgbClr val="BBC6C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202" name="Google Shape;13202;p43"/>
            <p:cNvSpPr/>
            <p:nvPr/>
          </p:nvSpPr>
          <p:spPr>
            <a:xfrm>
              <a:off x="1547335" y="2988245"/>
              <a:ext cx="24133" cy="42331"/>
            </a:xfrm>
            <a:custGeom>
              <a:rect b="b" l="l" r="r" t="t"/>
              <a:pathLst>
                <a:path extrusionOk="0" h="1612" w="919">
                  <a:moveTo>
                    <a:pt x="460" y="0"/>
                  </a:moveTo>
                  <a:cubicBezTo>
                    <a:pt x="211" y="0"/>
                    <a:pt x="0" y="201"/>
                    <a:pt x="0" y="459"/>
                  </a:cubicBezTo>
                  <a:lnTo>
                    <a:pt x="0" y="919"/>
                  </a:lnTo>
                  <a:cubicBezTo>
                    <a:pt x="0" y="1314"/>
                    <a:pt x="320" y="1611"/>
                    <a:pt x="685" y="1611"/>
                  </a:cubicBezTo>
                  <a:cubicBezTo>
                    <a:pt x="762" y="1611"/>
                    <a:pt x="841" y="1598"/>
                    <a:pt x="919" y="1570"/>
                  </a:cubicBezTo>
                  <a:cubicBezTo>
                    <a:pt x="651" y="1474"/>
                    <a:pt x="460" y="1206"/>
                    <a:pt x="460" y="919"/>
                  </a:cubicBezTo>
                  <a:lnTo>
                    <a:pt x="460" y="459"/>
                  </a:lnTo>
                  <a:cubicBezTo>
                    <a:pt x="460" y="201"/>
                    <a:pt x="670" y="0"/>
                    <a:pt x="919" y="0"/>
                  </a:cubicBezTo>
                  <a:close/>
                </a:path>
              </a:pathLst>
            </a:custGeom>
            <a:solidFill>
              <a:srgbClr val="AAB8C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203" name="Google Shape;13203;p43"/>
            <p:cNvSpPr/>
            <p:nvPr/>
          </p:nvSpPr>
          <p:spPr>
            <a:xfrm>
              <a:off x="1547335" y="2988245"/>
              <a:ext cx="36449" cy="17857"/>
            </a:xfrm>
            <a:custGeom>
              <a:rect b="b" l="l" r="r" t="t"/>
              <a:pathLst>
                <a:path extrusionOk="0" h="680" w="1388">
                  <a:moveTo>
                    <a:pt x="460" y="0"/>
                  </a:moveTo>
                  <a:cubicBezTo>
                    <a:pt x="211" y="0"/>
                    <a:pt x="0" y="201"/>
                    <a:pt x="0" y="459"/>
                  </a:cubicBezTo>
                  <a:cubicBezTo>
                    <a:pt x="450" y="593"/>
                    <a:pt x="919" y="670"/>
                    <a:pt x="1388" y="680"/>
                  </a:cubicBezTo>
                  <a:lnTo>
                    <a:pt x="1388" y="459"/>
                  </a:lnTo>
                  <a:cubicBezTo>
                    <a:pt x="1388" y="201"/>
                    <a:pt x="1177" y="0"/>
                    <a:pt x="919" y="0"/>
                  </a:cubicBezTo>
                  <a:close/>
                </a:path>
              </a:pathLst>
            </a:custGeom>
            <a:solidFill>
              <a:srgbClr val="657A8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204" name="Google Shape;13204;p43"/>
            <p:cNvSpPr/>
            <p:nvPr/>
          </p:nvSpPr>
          <p:spPr>
            <a:xfrm>
              <a:off x="1547335" y="2988245"/>
              <a:ext cx="24133" cy="15099"/>
            </a:xfrm>
            <a:custGeom>
              <a:rect b="b" l="l" r="r" t="t"/>
              <a:pathLst>
                <a:path extrusionOk="0" h="575" w="919">
                  <a:moveTo>
                    <a:pt x="460" y="0"/>
                  </a:moveTo>
                  <a:cubicBezTo>
                    <a:pt x="211" y="0"/>
                    <a:pt x="0" y="201"/>
                    <a:pt x="0" y="459"/>
                  </a:cubicBezTo>
                  <a:cubicBezTo>
                    <a:pt x="153" y="507"/>
                    <a:pt x="306" y="546"/>
                    <a:pt x="460" y="574"/>
                  </a:cubicBezTo>
                  <a:lnTo>
                    <a:pt x="460" y="459"/>
                  </a:lnTo>
                  <a:cubicBezTo>
                    <a:pt x="460" y="201"/>
                    <a:pt x="670" y="0"/>
                    <a:pt x="919" y="0"/>
                  </a:cubicBezTo>
                  <a:close/>
                </a:path>
              </a:pathLst>
            </a:custGeom>
            <a:solidFill>
              <a:srgbClr val="657A8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205" name="Google Shape;13205;p43"/>
            <p:cNvSpPr/>
            <p:nvPr/>
          </p:nvSpPr>
          <p:spPr>
            <a:xfrm>
              <a:off x="1535256" y="3133252"/>
              <a:ext cx="60345" cy="24133"/>
            </a:xfrm>
            <a:custGeom>
              <a:rect b="b" l="l" r="r" t="t"/>
              <a:pathLst>
                <a:path extrusionOk="0" h="919" w="2298">
                  <a:moveTo>
                    <a:pt x="690" y="0"/>
                  </a:moveTo>
                  <a:lnTo>
                    <a:pt x="317" y="115"/>
                  </a:lnTo>
                  <a:cubicBezTo>
                    <a:pt x="125" y="182"/>
                    <a:pt x="1" y="354"/>
                    <a:pt x="1" y="555"/>
                  </a:cubicBezTo>
                  <a:lnTo>
                    <a:pt x="1" y="919"/>
                  </a:lnTo>
                  <a:lnTo>
                    <a:pt x="2298" y="919"/>
                  </a:lnTo>
                  <a:lnTo>
                    <a:pt x="2298" y="555"/>
                  </a:lnTo>
                  <a:cubicBezTo>
                    <a:pt x="2298" y="354"/>
                    <a:pt x="2173" y="182"/>
                    <a:pt x="1991" y="115"/>
                  </a:cubicBezTo>
                  <a:lnTo>
                    <a:pt x="1609" y="0"/>
                  </a:lnTo>
                  <a:close/>
                </a:path>
              </a:pathLst>
            </a:custGeom>
            <a:solidFill>
              <a:srgbClr val="D1D8D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206" name="Google Shape;13206;p43"/>
            <p:cNvSpPr/>
            <p:nvPr/>
          </p:nvSpPr>
          <p:spPr>
            <a:xfrm>
              <a:off x="1553349" y="3115159"/>
              <a:ext cx="24422" cy="30173"/>
            </a:xfrm>
            <a:custGeom>
              <a:rect b="b" l="l" r="r" t="t"/>
              <a:pathLst>
                <a:path extrusionOk="0" h="1149" w="930">
                  <a:moveTo>
                    <a:pt x="1" y="0"/>
                  </a:moveTo>
                  <a:lnTo>
                    <a:pt x="1" y="689"/>
                  </a:lnTo>
                  <a:cubicBezTo>
                    <a:pt x="1" y="947"/>
                    <a:pt x="211" y="1148"/>
                    <a:pt x="460" y="1148"/>
                  </a:cubicBezTo>
                  <a:cubicBezTo>
                    <a:pt x="719" y="1148"/>
                    <a:pt x="929" y="947"/>
                    <a:pt x="929" y="689"/>
                  </a:cubicBezTo>
                  <a:lnTo>
                    <a:pt x="929" y="0"/>
                  </a:lnTo>
                  <a:close/>
                </a:path>
              </a:pathLst>
            </a:custGeom>
            <a:solidFill>
              <a:srgbClr val="99A8B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207" name="Google Shape;13207;p43"/>
            <p:cNvSpPr/>
            <p:nvPr/>
          </p:nvSpPr>
          <p:spPr>
            <a:xfrm>
              <a:off x="1547335" y="3084986"/>
              <a:ext cx="36449" cy="42252"/>
            </a:xfrm>
            <a:custGeom>
              <a:rect b="b" l="l" r="r" t="t"/>
              <a:pathLst>
                <a:path extrusionOk="0" h="1609" w="1388">
                  <a:moveTo>
                    <a:pt x="460" y="1"/>
                  </a:moveTo>
                  <a:cubicBezTo>
                    <a:pt x="211" y="1"/>
                    <a:pt x="0" y="202"/>
                    <a:pt x="0" y="460"/>
                  </a:cubicBezTo>
                  <a:lnTo>
                    <a:pt x="0" y="919"/>
                  </a:lnTo>
                  <a:cubicBezTo>
                    <a:pt x="0" y="1302"/>
                    <a:pt x="316" y="1608"/>
                    <a:pt x="689" y="1608"/>
                  </a:cubicBezTo>
                  <a:cubicBezTo>
                    <a:pt x="1072" y="1608"/>
                    <a:pt x="1388" y="1302"/>
                    <a:pt x="1388" y="919"/>
                  </a:cubicBezTo>
                  <a:lnTo>
                    <a:pt x="1388" y="460"/>
                  </a:lnTo>
                  <a:cubicBezTo>
                    <a:pt x="1388" y="202"/>
                    <a:pt x="1177" y="1"/>
                    <a:pt x="928" y="1"/>
                  </a:cubicBezTo>
                  <a:close/>
                </a:path>
              </a:pathLst>
            </a:custGeom>
            <a:solidFill>
              <a:srgbClr val="BBC6C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208" name="Google Shape;13208;p43"/>
            <p:cNvSpPr/>
            <p:nvPr/>
          </p:nvSpPr>
          <p:spPr>
            <a:xfrm>
              <a:off x="1547335" y="3084986"/>
              <a:ext cx="24133" cy="42331"/>
            </a:xfrm>
            <a:custGeom>
              <a:rect b="b" l="l" r="r" t="t"/>
              <a:pathLst>
                <a:path extrusionOk="0" h="1612" w="919">
                  <a:moveTo>
                    <a:pt x="460" y="1"/>
                  </a:moveTo>
                  <a:cubicBezTo>
                    <a:pt x="211" y="1"/>
                    <a:pt x="0" y="202"/>
                    <a:pt x="0" y="460"/>
                  </a:cubicBezTo>
                  <a:lnTo>
                    <a:pt x="0" y="919"/>
                  </a:lnTo>
                  <a:cubicBezTo>
                    <a:pt x="0" y="1314"/>
                    <a:pt x="320" y="1612"/>
                    <a:pt x="685" y="1612"/>
                  </a:cubicBezTo>
                  <a:cubicBezTo>
                    <a:pt x="762" y="1612"/>
                    <a:pt x="841" y="1598"/>
                    <a:pt x="919" y="1570"/>
                  </a:cubicBezTo>
                  <a:cubicBezTo>
                    <a:pt x="651" y="1465"/>
                    <a:pt x="460" y="1206"/>
                    <a:pt x="460" y="919"/>
                  </a:cubicBezTo>
                  <a:lnTo>
                    <a:pt x="460" y="460"/>
                  </a:lnTo>
                  <a:cubicBezTo>
                    <a:pt x="460" y="202"/>
                    <a:pt x="670" y="1"/>
                    <a:pt x="919" y="1"/>
                  </a:cubicBezTo>
                  <a:close/>
                </a:path>
              </a:pathLst>
            </a:custGeom>
            <a:solidFill>
              <a:srgbClr val="AAB8C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209" name="Google Shape;13209;p43"/>
            <p:cNvSpPr/>
            <p:nvPr/>
          </p:nvSpPr>
          <p:spPr>
            <a:xfrm>
              <a:off x="1547335" y="3084986"/>
              <a:ext cx="36449" cy="17883"/>
            </a:xfrm>
            <a:custGeom>
              <a:rect b="b" l="l" r="r" t="t"/>
              <a:pathLst>
                <a:path extrusionOk="0" h="681" w="1388">
                  <a:moveTo>
                    <a:pt x="460" y="1"/>
                  </a:moveTo>
                  <a:cubicBezTo>
                    <a:pt x="211" y="1"/>
                    <a:pt x="0" y="202"/>
                    <a:pt x="0" y="460"/>
                  </a:cubicBezTo>
                  <a:cubicBezTo>
                    <a:pt x="450" y="594"/>
                    <a:pt x="919" y="671"/>
                    <a:pt x="1388" y="680"/>
                  </a:cubicBezTo>
                  <a:lnTo>
                    <a:pt x="1388" y="460"/>
                  </a:lnTo>
                  <a:cubicBezTo>
                    <a:pt x="1388" y="202"/>
                    <a:pt x="1177" y="1"/>
                    <a:pt x="919" y="1"/>
                  </a:cubicBezTo>
                  <a:close/>
                </a:path>
              </a:pathLst>
            </a:custGeom>
            <a:solidFill>
              <a:srgbClr val="657A8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210" name="Google Shape;13210;p43"/>
            <p:cNvSpPr/>
            <p:nvPr/>
          </p:nvSpPr>
          <p:spPr>
            <a:xfrm>
              <a:off x="1547335" y="3084986"/>
              <a:ext cx="24133" cy="15099"/>
            </a:xfrm>
            <a:custGeom>
              <a:rect b="b" l="l" r="r" t="t"/>
              <a:pathLst>
                <a:path extrusionOk="0" h="575" w="919">
                  <a:moveTo>
                    <a:pt x="460" y="1"/>
                  </a:moveTo>
                  <a:cubicBezTo>
                    <a:pt x="211" y="1"/>
                    <a:pt x="0" y="202"/>
                    <a:pt x="0" y="460"/>
                  </a:cubicBezTo>
                  <a:cubicBezTo>
                    <a:pt x="153" y="508"/>
                    <a:pt x="306" y="546"/>
                    <a:pt x="460" y="575"/>
                  </a:cubicBezTo>
                  <a:lnTo>
                    <a:pt x="460" y="460"/>
                  </a:lnTo>
                  <a:cubicBezTo>
                    <a:pt x="460" y="202"/>
                    <a:pt x="670" y="1"/>
                    <a:pt x="919" y="1"/>
                  </a:cubicBezTo>
                  <a:close/>
                </a:path>
              </a:pathLst>
            </a:custGeom>
            <a:solidFill>
              <a:srgbClr val="657A8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211" name="Google Shape;13211;p43"/>
            <p:cNvSpPr/>
            <p:nvPr/>
          </p:nvSpPr>
          <p:spPr>
            <a:xfrm>
              <a:off x="1384234" y="3042524"/>
              <a:ext cx="72399" cy="90755"/>
            </a:xfrm>
            <a:custGeom>
              <a:rect b="b" l="l" r="r" t="t"/>
              <a:pathLst>
                <a:path extrusionOk="0" h="3456" w="2757">
                  <a:moveTo>
                    <a:pt x="919" y="0"/>
                  </a:moveTo>
                  <a:lnTo>
                    <a:pt x="919" y="460"/>
                  </a:lnTo>
                  <a:cubicBezTo>
                    <a:pt x="919" y="546"/>
                    <a:pt x="871" y="632"/>
                    <a:pt x="794" y="670"/>
                  </a:cubicBezTo>
                  <a:lnTo>
                    <a:pt x="249" y="938"/>
                  </a:lnTo>
                  <a:cubicBezTo>
                    <a:pt x="96" y="1015"/>
                    <a:pt x="0" y="1177"/>
                    <a:pt x="0" y="1350"/>
                  </a:cubicBezTo>
                  <a:lnTo>
                    <a:pt x="0" y="3225"/>
                  </a:lnTo>
                  <a:cubicBezTo>
                    <a:pt x="0" y="3350"/>
                    <a:pt x="96" y="3455"/>
                    <a:pt x="230" y="3455"/>
                  </a:cubicBezTo>
                  <a:lnTo>
                    <a:pt x="2527" y="3455"/>
                  </a:lnTo>
                  <a:cubicBezTo>
                    <a:pt x="2661" y="3455"/>
                    <a:pt x="2756" y="3350"/>
                    <a:pt x="2756" y="3225"/>
                  </a:cubicBezTo>
                  <a:lnTo>
                    <a:pt x="2756" y="1350"/>
                  </a:lnTo>
                  <a:cubicBezTo>
                    <a:pt x="2756" y="1177"/>
                    <a:pt x="2661" y="1015"/>
                    <a:pt x="2507" y="938"/>
                  </a:cubicBezTo>
                  <a:lnTo>
                    <a:pt x="1962" y="670"/>
                  </a:lnTo>
                  <a:cubicBezTo>
                    <a:pt x="1885" y="632"/>
                    <a:pt x="1838" y="546"/>
                    <a:pt x="1838" y="460"/>
                  </a:cubicBezTo>
                  <a:lnTo>
                    <a:pt x="1838" y="0"/>
                  </a:lnTo>
                  <a:close/>
                </a:path>
              </a:pathLst>
            </a:custGeom>
            <a:solidFill>
              <a:srgbClr val="AAB8C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212" name="Google Shape;13212;p43"/>
            <p:cNvSpPr/>
            <p:nvPr/>
          </p:nvSpPr>
          <p:spPr>
            <a:xfrm>
              <a:off x="1407081" y="3042524"/>
              <a:ext cx="26680" cy="18251"/>
            </a:xfrm>
            <a:custGeom>
              <a:rect b="b" l="l" r="r" t="t"/>
              <a:pathLst>
                <a:path extrusionOk="0" h="695" w="1016">
                  <a:moveTo>
                    <a:pt x="49" y="0"/>
                  </a:moveTo>
                  <a:lnTo>
                    <a:pt x="49" y="460"/>
                  </a:lnTo>
                  <a:cubicBezTo>
                    <a:pt x="49" y="507"/>
                    <a:pt x="30" y="555"/>
                    <a:pt x="1" y="594"/>
                  </a:cubicBezTo>
                  <a:cubicBezTo>
                    <a:pt x="164" y="661"/>
                    <a:pt x="336" y="694"/>
                    <a:pt x="508" y="694"/>
                  </a:cubicBezTo>
                  <a:cubicBezTo>
                    <a:pt x="680" y="694"/>
                    <a:pt x="853" y="661"/>
                    <a:pt x="1015" y="594"/>
                  </a:cubicBezTo>
                  <a:cubicBezTo>
                    <a:pt x="987" y="555"/>
                    <a:pt x="968" y="507"/>
                    <a:pt x="968" y="460"/>
                  </a:cubicBezTo>
                  <a:lnTo>
                    <a:pt x="968" y="0"/>
                  </a:lnTo>
                  <a:close/>
                </a:path>
              </a:pathLst>
            </a:custGeom>
            <a:solidFill>
              <a:srgbClr val="99A8B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213" name="Google Shape;13213;p43"/>
            <p:cNvSpPr/>
            <p:nvPr/>
          </p:nvSpPr>
          <p:spPr>
            <a:xfrm>
              <a:off x="1384234" y="3061615"/>
              <a:ext cx="72399" cy="71664"/>
            </a:xfrm>
            <a:custGeom>
              <a:rect b="b" l="l" r="r" t="t"/>
              <a:pathLst>
                <a:path extrusionOk="0" h="2729" w="2757">
                  <a:moveTo>
                    <a:pt x="670" y="1"/>
                  </a:moveTo>
                  <a:lnTo>
                    <a:pt x="249" y="211"/>
                  </a:lnTo>
                  <a:cubicBezTo>
                    <a:pt x="96" y="288"/>
                    <a:pt x="0" y="450"/>
                    <a:pt x="0" y="623"/>
                  </a:cubicBezTo>
                  <a:lnTo>
                    <a:pt x="0" y="2498"/>
                  </a:lnTo>
                  <a:cubicBezTo>
                    <a:pt x="0" y="2623"/>
                    <a:pt x="96" y="2728"/>
                    <a:pt x="230" y="2728"/>
                  </a:cubicBezTo>
                  <a:lnTo>
                    <a:pt x="2527" y="2728"/>
                  </a:lnTo>
                  <a:cubicBezTo>
                    <a:pt x="2661" y="2728"/>
                    <a:pt x="2756" y="2623"/>
                    <a:pt x="2756" y="2498"/>
                  </a:cubicBezTo>
                  <a:lnTo>
                    <a:pt x="2756" y="623"/>
                  </a:lnTo>
                  <a:cubicBezTo>
                    <a:pt x="2756" y="450"/>
                    <a:pt x="2661" y="288"/>
                    <a:pt x="2507" y="211"/>
                  </a:cubicBezTo>
                  <a:lnTo>
                    <a:pt x="2086" y="1"/>
                  </a:lnTo>
                  <a:cubicBezTo>
                    <a:pt x="1905" y="225"/>
                    <a:pt x="1641" y="338"/>
                    <a:pt x="1378" y="338"/>
                  </a:cubicBezTo>
                  <a:cubicBezTo>
                    <a:pt x="1115" y="338"/>
                    <a:pt x="852" y="225"/>
                    <a:pt x="670" y="1"/>
                  </a:cubicBezTo>
                  <a:close/>
                </a:path>
              </a:pathLst>
            </a:custGeom>
            <a:solidFill>
              <a:srgbClr val="657A8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214" name="Google Shape;13214;p43"/>
            <p:cNvSpPr/>
            <p:nvPr/>
          </p:nvSpPr>
          <p:spPr>
            <a:xfrm>
              <a:off x="1396288" y="2994258"/>
              <a:ext cx="48266" cy="54568"/>
            </a:xfrm>
            <a:custGeom>
              <a:rect b="b" l="l" r="r" t="t"/>
              <a:pathLst>
                <a:path extrusionOk="0" h="2078" w="1838">
                  <a:moveTo>
                    <a:pt x="689" y="1"/>
                  </a:moveTo>
                  <a:cubicBezTo>
                    <a:pt x="307" y="1"/>
                    <a:pt x="0" y="307"/>
                    <a:pt x="0" y="690"/>
                  </a:cubicBezTo>
                  <a:lnTo>
                    <a:pt x="0" y="1149"/>
                  </a:lnTo>
                  <a:cubicBezTo>
                    <a:pt x="0" y="1656"/>
                    <a:pt x="412" y="2077"/>
                    <a:pt x="919" y="2077"/>
                  </a:cubicBezTo>
                  <a:cubicBezTo>
                    <a:pt x="1426" y="2068"/>
                    <a:pt x="1838" y="1656"/>
                    <a:pt x="1838" y="1149"/>
                  </a:cubicBezTo>
                  <a:lnTo>
                    <a:pt x="1838" y="690"/>
                  </a:lnTo>
                  <a:cubicBezTo>
                    <a:pt x="1838" y="307"/>
                    <a:pt x="1532" y="1"/>
                    <a:pt x="1149" y="1"/>
                  </a:cubicBezTo>
                  <a:close/>
                </a:path>
              </a:pathLst>
            </a:custGeom>
            <a:solidFill>
              <a:srgbClr val="BBC6C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215" name="Google Shape;13215;p43"/>
            <p:cNvSpPr/>
            <p:nvPr/>
          </p:nvSpPr>
          <p:spPr>
            <a:xfrm>
              <a:off x="1396025" y="2994258"/>
              <a:ext cx="33455" cy="54384"/>
            </a:xfrm>
            <a:custGeom>
              <a:rect b="b" l="l" r="r" t="t"/>
              <a:pathLst>
                <a:path extrusionOk="0" h="2071" w="1274">
                  <a:moveTo>
                    <a:pt x="699" y="1"/>
                  </a:moveTo>
                  <a:cubicBezTo>
                    <a:pt x="317" y="1"/>
                    <a:pt x="1" y="307"/>
                    <a:pt x="1" y="690"/>
                  </a:cubicBezTo>
                  <a:lnTo>
                    <a:pt x="1" y="1149"/>
                  </a:lnTo>
                  <a:cubicBezTo>
                    <a:pt x="1" y="1676"/>
                    <a:pt x="433" y="2070"/>
                    <a:pt x="922" y="2070"/>
                  </a:cubicBezTo>
                  <a:cubicBezTo>
                    <a:pt x="1038" y="2070"/>
                    <a:pt x="1157" y="2048"/>
                    <a:pt x="1274" y="2001"/>
                  </a:cubicBezTo>
                  <a:cubicBezTo>
                    <a:pt x="929" y="1857"/>
                    <a:pt x="699" y="1522"/>
                    <a:pt x="699" y="1149"/>
                  </a:cubicBezTo>
                  <a:lnTo>
                    <a:pt x="699" y="690"/>
                  </a:lnTo>
                  <a:cubicBezTo>
                    <a:pt x="699" y="355"/>
                    <a:pt x="939" y="68"/>
                    <a:pt x="1274" y="10"/>
                  </a:cubicBezTo>
                  <a:cubicBezTo>
                    <a:pt x="1235" y="1"/>
                    <a:pt x="1197" y="1"/>
                    <a:pt x="1159" y="1"/>
                  </a:cubicBezTo>
                  <a:close/>
                </a:path>
              </a:pathLst>
            </a:custGeom>
            <a:solidFill>
              <a:srgbClr val="AAB8C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216" name="Google Shape;13216;p43"/>
            <p:cNvSpPr/>
            <p:nvPr/>
          </p:nvSpPr>
          <p:spPr>
            <a:xfrm>
              <a:off x="1396288" y="2994258"/>
              <a:ext cx="48528" cy="24159"/>
            </a:xfrm>
            <a:custGeom>
              <a:rect b="b" l="l" r="r" t="t"/>
              <a:pathLst>
                <a:path extrusionOk="0" h="920" w="1848">
                  <a:moveTo>
                    <a:pt x="689" y="1"/>
                  </a:moveTo>
                  <a:cubicBezTo>
                    <a:pt x="307" y="1"/>
                    <a:pt x="0" y="307"/>
                    <a:pt x="0" y="690"/>
                  </a:cubicBezTo>
                  <a:cubicBezTo>
                    <a:pt x="0" y="690"/>
                    <a:pt x="689" y="919"/>
                    <a:pt x="1847" y="919"/>
                  </a:cubicBezTo>
                  <a:lnTo>
                    <a:pt x="1847" y="690"/>
                  </a:lnTo>
                  <a:cubicBezTo>
                    <a:pt x="1847" y="307"/>
                    <a:pt x="1532" y="1"/>
                    <a:pt x="1149" y="1"/>
                  </a:cubicBezTo>
                  <a:close/>
                </a:path>
              </a:pathLst>
            </a:custGeom>
            <a:solidFill>
              <a:srgbClr val="657A8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217" name="Google Shape;13217;p43"/>
            <p:cNvSpPr/>
            <p:nvPr/>
          </p:nvSpPr>
          <p:spPr>
            <a:xfrm>
              <a:off x="1396025" y="2994258"/>
              <a:ext cx="33455" cy="21901"/>
            </a:xfrm>
            <a:custGeom>
              <a:rect b="b" l="l" r="r" t="t"/>
              <a:pathLst>
                <a:path extrusionOk="0" h="834" w="1274">
                  <a:moveTo>
                    <a:pt x="699" y="1"/>
                  </a:moveTo>
                  <a:cubicBezTo>
                    <a:pt x="317" y="1"/>
                    <a:pt x="1" y="307"/>
                    <a:pt x="1" y="690"/>
                  </a:cubicBezTo>
                  <a:cubicBezTo>
                    <a:pt x="231" y="757"/>
                    <a:pt x="460" y="805"/>
                    <a:pt x="699" y="833"/>
                  </a:cubicBezTo>
                  <a:lnTo>
                    <a:pt x="699" y="690"/>
                  </a:lnTo>
                  <a:cubicBezTo>
                    <a:pt x="699" y="355"/>
                    <a:pt x="939" y="68"/>
                    <a:pt x="1274" y="10"/>
                  </a:cubicBezTo>
                  <a:cubicBezTo>
                    <a:pt x="1235" y="1"/>
                    <a:pt x="1197" y="1"/>
                    <a:pt x="1159" y="1"/>
                  </a:cubicBezTo>
                  <a:close/>
                </a:path>
              </a:pathLst>
            </a:custGeom>
            <a:solidFill>
              <a:srgbClr val="657A8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218" name="Google Shape;13218;p43"/>
            <p:cNvSpPr/>
            <p:nvPr/>
          </p:nvSpPr>
          <p:spPr>
            <a:xfrm>
              <a:off x="1384234" y="3072434"/>
              <a:ext cx="30173" cy="60844"/>
            </a:xfrm>
            <a:custGeom>
              <a:rect b="b" l="l" r="r" t="t"/>
              <a:pathLst>
                <a:path extrusionOk="0" h="2317" w="1149">
                  <a:moveTo>
                    <a:pt x="57" y="0"/>
                  </a:moveTo>
                  <a:cubicBezTo>
                    <a:pt x="19" y="67"/>
                    <a:pt x="0" y="134"/>
                    <a:pt x="0" y="211"/>
                  </a:cubicBezTo>
                  <a:lnTo>
                    <a:pt x="0" y="2086"/>
                  </a:lnTo>
                  <a:cubicBezTo>
                    <a:pt x="0" y="2211"/>
                    <a:pt x="96" y="2316"/>
                    <a:pt x="230" y="2316"/>
                  </a:cubicBezTo>
                  <a:lnTo>
                    <a:pt x="1148" y="2316"/>
                  </a:lnTo>
                  <a:lnTo>
                    <a:pt x="1148" y="1857"/>
                  </a:lnTo>
                  <a:lnTo>
                    <a:pt x="919" y="1857"/>
                  </a:lnTo>
                  <a:cubicBezTo>
                    <a:pt x="794" y="1857"/>
                    <a:pt x="689" y="1751"/>
                    <a:pt x="689" y="1627"/>
                  </a:cubicBezTo>
                  <a:lnTo>
                    <a:pt x="689" y="708"/>
                  </a:lnTo>
                  <a:cubicBezTo>
                    <a:pt x="689" y="555"/>
                    <a:pt x="622" y="421"/>
                    <a:pt x="507" y="335"/>
                  </a:cubicBezTo>
                  <a:lnTo>
                    <a:pt x="57" y="0"/>
                  </a:lnTo>
                  <a:close/>
                </a:path>
              </a:pathLst>
            </a:custGeom>
            <a:solidFill>
              <a:srgbClr val="657A8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219" name="Google Shape;13219;p43"/>
            <p:cNvSpPr/>
            <p:nvPr/>
          </p:nvSpPr>
          <p:spPr>
            <a:xfrm>
              <a:off x="1426434" y="3072434"/>
              <a:ext cx="30199" cy="60844"/>
            </a:xfrm>
            <a:custGeom>
              <a:rect b="b" l="l" r="r" t="t"/>
              <a:pathLst>
                <a:path extrusionOk="0" h="2317" w="1150">
                  <a:moveTo>
                    <a:pt x="1101" y="0"/>
                  </a:moveTo>
                  <a:lnTo>
                    <a:pt x="652" y="335"/>
                  </a:lnTo>
                  <a:cubicBezTo>
                    <a:pt x="527" y="421"/>
                    <a:pt x="460" y="555"/>
                    <a:pt x="460" y="708"/>
                  </a:cubicBezTo>
                  <a:lnTo>
                    <a:pt x="460" y="1627"/>
                  </a:lnTo>
                  <a:cubicBezTo>
                    <a:pt x="460" y="1751"/>
                    <a:pt x="365" y="1857"/>
                    <a:pt x="231" y="1857"/>
                  </a:cubicBezTo>
                  <a:lnTo>
                    <a:pt x="1" y="1857"/>
                  </a:lnTo>
                  <a:lnTo>
                    <a:pt x="1" y="2316"/>
                  </a:lnTo>
                  <a:lnTo>
                    <a:pt x="920" y="2316"/>
                  </a:lnTo>
                  <a:cubicBezTo>
                    <a:pt x="1054" y="2316"/>
                    <a:pt x="1149" y="2211"/>
                    <a:pt x="1149" y="2086"/>
                  </a:cubicBezTo>
                  <a:lnTo>
                    <a:pt x="1149" y="211"/>
                  </a:lnTo>
                  <a:cubicBezTo>
                    <a:pt x="1149" y="134"/>
                    <a:pt x="1130" y="67"/>
                    <a:pt x="1101" y="0"/>
                  </a:cubicBezTo>
                  <a:close/>
                </a:path>
              </a:pathLst>
            </a:custGeom>
            <a:solidFill>
              <a:srgbClr val="657A8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220" name="Google Shape;13220;p43"/>
            <p:cNvSpPr/>
            <p:nvPr/>
          </p:nvSpPr>
          <p:spPr>
            <a:xfrm>
              <a:off x="1408341" y="3121173"/>
              <a:ext cx="24159" cy="12106"/>
            </a:xfrm>
            <a:custGeom>
              <a:rect b="b" l="l" r="r" t="t"/>
              <a:pathLst>
                <a:path extrusionOk="0" h="461" w="920">
                  <a:moveTo>
                    <a:pt x="1" y="1"/>
                  </a:moveTo>
                  <a:lnTo>
                    <a:pt x="1" y="460"/>
                  </a:lnTo>
                  <a:lnTo>
                    <a:pt x="920" y="460"/>
                  </a:lnTo>
                  <a:lnTo>
                    <a:pt x="920" y="1"/>
                  </a:lnTo>
                  <a:close/>
                </a:path>
              </a:pathLst>
            </a:custGeom>
            <a:solidFill>
              <a:srgbClr val="AAB8C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3221" name="Google Shape;13221;p43"/>
          <p:cNvGrpSpPr/>
          <p:nvPr/>
        </p:nvGrpSpPr>
        <p:grpSpPr>
          <a:xfrm>
            <a:off x="6669900" y="1353074"/>
            <a:ext cx="345083" cy="369215"/>
            <a:chOff x="6669900" y="1505474"/>
            <a:chExt cx="345083" cy="369215"/>
          </a:xfrm>
        </p:grpSpPr>
        <p:sp>
          <p:nvSpPr>
            <p:cNvPr id="13222" name="Google Shape;13222;p43"/>
            <p:cNvSpPr/>
            <p:nvPr/>
          </p:nvSpPr>
          <p:spPr>
            <a:xfrm>
              <a:off x="6700309" y="1505474"/>
              <a:ext cx="48292" cy="42252"/>
            </a:xfrm>
            <a:custGeom>
              <a:rect b="b" l="l" r="r" t="t"/>
              <a:pathLst>
                <a:path extrusionOk="0" h="1609" w="1839">
                  <a:moveTo>
                    <a:pt x="919" y="1"/>
                  </a:moveTo>
                  <a:cubicBezTo>
                    <a:pt x="412" y="1"/>
                    <a:pt x="1" y="364"/>
                    <a:pt x="1" y="804"/>
                  </a:cubicBezTo>
                  <a:cubicBezTo>
                    <a:pt x="1" y="1254"/>
                    <a:pt x="412" y="1608"/>
                    <a:pt x="919" y="1608"/>
                  </a:cubicBezTo>
                  <a:cubicBezTo>
                    <a:pt x="1427" y="1608"/>
                    <a:pt x="1838" y="1254"/>
                    <a:pt x="1838" y="804"/>
                  </a:cubicBezTo>
                  <a:cubicBezTo>
                    <a:pt x="1838" y="364"/>
                    <a:pt x="1427" y="1"/>
                    <a:pt x="919" y="1"/>
                  </a:cubicBez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223" name="Google Shape;13223;p43"/>
            <p:cNvSpPr/>
            <p:nvPr/>
          </p:nvSpPr>
          <p:spPr>
            <a:xfrm>
              <a:off x="6700309" y="1505474"/>
              <a:ext cx="33455" cy="42252"/>
            </a:xfrm>
            <a:custGeom>
              <a:rect b="b" l="l" r="r" t="t"/>
              <a:pathLst>
                <a:path extrusionOk="0" h="1609" w="1274">
                  <a:moveTo>
                    <a:pt x="919" y="1"/>
                  </a:moveTo>
                  <a:cubicBezTo>
                    <a:pt x="412" y="1"/>
                    <a:pt x="1" y="355"/>
                    <a:pt x="1" y="804"/>
                  </a:cubicBezTo>
                  <a:cubicBezTo>
                    <a:pt x="1" y="1254"/>
                    <a:pt x="412" y="1608"/>
                    <a:pt x="919" y="1608"/>
                  </a:cubicBezTo>
                  <a:cubicBezTo>
                    <a:pt x="1044" y="1608"/>
                    <a:pt x="1159" y="1589"/>
                    <a:pt x="1273" y="1551"/>
                  </a:cubicBezTo>
                  <a:cubicBezTo>
                    <a:pt x="938" y="1455"/>
                    <a:pt x="699" y="1149"/>
                    <a:pt x="690" y="804"/>
                  </a:cubicBezTo>
                  <a:cubicBezTo>
                    <a:pt x="699" y="460"/>
                    <a:pt x="938" y="154"/>
                    <a:pt x="1273" y="58"/>
                  </a:cubicBezTo>
                  <a:cubicBezTo>
                    <a:pt x="1159" y="20"/>
                    <a:pt x="1044" y="1"/>
                    <a:pt x="919" y="1"/>
                  </a:cubicBez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224" name="Google Shape;13224;p43"/>
            <p:cNvSpPr/>
            <p:nvPr/>
          </p:nvSpPr>
          <p:spPr>
            <a:xfrm>
              <a:off x="6669900" y="1608255"/>
              <a:ext cx="109110" cy="84715"/>
            </a:xfrm>
            <a:custGeom>
              <a:rect b="b" l="l" r="r" t="t"/>
              <a:pathLst>
                <a:path extrusionOk="0" h="3226" w="4155">
                  <a:moveTo>
                    <a:pt x="1388" y="1"/>
                  </a:moveTo>
                  <a:lnTo>
                    <a:pt x="1388" y="690"/>
                  </a:lnTo>
                  <a:cubicBezTo>
                    <a:pt x="1388" y="872"/>
                    <a:pt x="1283" y="1025"/>
                    <a:pt x="1130" y="1111"/>
                  </a:cubicBezTo>
                  <a:lnTo>
                    <a:pt x="383" y="1484"/>
                  </a:lnTo>
                  <a:cubicBezTo>
                    <a:pt x="154" y="1599"/>
                    <a:pt x="1" y="1838"/>
                    <a:pt x="1" y="2097"/>
                  </a:cubicBezTo>
                  <a:lnTo>
                    <a:pt x="1" y="2996"/>
                  </a:lnTo>
                  <a:cubicBezTo>
                    <a:pt x="1" y="3130"/>
                    <a:pt x="106" y="3226"/>
                    <a:pt x="230" y="3226"/>
                  </a:cubicBezTo>
                  <a:lnTo>
                    <a:pt x="3924" y="3226"/>
                  </a:lnTo>
                  <a:cubicBezTo>
                    <a:pt x="4049" y="3226"/>
                    <a:pt x="4154" y="3130"/>
                    <a:pt x="4154" y="2996"/>
                  </a:cubicBezTo>
                  <a:lnTo>
                    <a:pt x="4154" y="2097"/>
                  </a:lnTo>
                  <a:cubicBezTo>
                    <a:pt x="4154" y="1838"/>
                    <a:pt x="4001" y="1599"/>
                    <a:pt x="3771" y="1484"/>
                  </a:cubicBezTo>
                  <a:lnTo>
                    <a:pt x="3025" y="1111"/>
                  </a:lnTo>
                  <a:cubicBezTo>
                    <a:pt x="2872" y="1025"/>
                    <a:pt x="2766" y="872"/>
                    <a:pt x="2766" y="690"/>
                  </a:cubicBezTo>
                  <a:lnTo>
                    <a:pt x="2766" y="1"/>
                  </a:lnTo>
                  <a:close/>
                </a:path>
              </a:pathLst>
            </a:custGeom>
            <a:solidFill>
              <a:srgbClr val="ACBDC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225" name="Google Shape;13225;p43"/>
            <p:cNvSpPr/>
            <p:nvPr/>
          </p:nvSpPr>
          <p:spPr>
            <a:xfrm>
              <a:off x="6706086" y="1608255"/>
              <a:ext cx="36974" cy="24422"/>
            </a:xfrm>
            <a:custGeom>
              <a:rect b="b" l="l" r="r" t="t"/>
              <a:pathLst>
                <a:path extrusionOk="0" h="930" w="1408">
                  <a:moveTo>
                    <a:pt x="10" y="1"/>
                  </a:moveTo>
                  <a:lnTo>
                    <a:pt x="10" y="690"/>
                  </a:lnTo>
                  <a:cubicBezTo>
                    <a:pt x="10" y="719"/>
                    <a:pt x="1" y="757"/>
                    <a:pt x="1" y="786"/>
                  </a:cubicBezTo>
                  <a:cubicBezTo>
                    <a:pt x="221" y="872"/>
                    <a:pt x="460" y="920"/>
                    <a:pt x="699" y="929"/>
                  </a:cubicBezTo>
                  <a:cubicBezTo>
                    <a:pt x="939" y="920"/>
                    <a:pt x="1187" y="872"/>
                    <a:pt x="1408" y="786"/>
                  </a:cubicBezTo>
                  <a:cubicBezTo>
                    <a:pt x="1398" y="747"/>
                    <a:pt x="1398" y="719"/>
                    <a:pt x="1398" y="690"/>
                  </a:cubicBezTo>
                  <a:lnTo>
                    <a:pt x="1398" y="1"/>
                  </a:lnTo>
                  <a:close/>
                </a:path>
              </a:pathLst>
            </a:custGeom>
            <a:solidFill>
              <a:srgbClr val="96ABB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226" name="Google Shape;13226;p43"/>
            <p:cNvSpPr/>
            <p:nvPr/>
          </p:nvSpPr>
          <p:spPr>
            <a:xfrm>
              <a:off x="6669900" y="1640188"/>
              <a:ext cx="109110" cy="52783"/>
            </a:xfrm>
            <a:custGeom>
              <a:rect b="b" l="l" r="r" t="t"/>
              <a:pathLst>
                <a:path extrusionOk="0" h="2010" w="4155">
                  <a:moveTo>
                    <a:pt x="919" y="0"/>
                  </a:moveTo>
                  <a:lnTo>
                    <a:pt x="383" y="268"/>
                  </a:lnTo>
                  <a:cubicBezTo>
                    <a:pt x="154" y="383"/>
                    <a:pt x="1" y="622"/>
                    <a:pt x="1" y="881"/>
                  </a:cubicBezTo>
                  <a:lnTo>
                    <a:pt x="1" y="1780"/>
                  </a:lnTo>
                  <a:cubicBezTo>
                    <a:pt x="1" y="1914"/>
                    <a:pt x="106" y="2010"/>
                    <a:pt x="230" y="2010"/>
                  </a:cubicBezTo>
                  <a:lnTo>
                    <a:pt x="3924" y="2010"/>
                  </a:lnTo>
                  <a:cubicBezTo>
                    <a:pt x="4049" y="2010"/>
                    <a:pt x="4154" y="1914"/>
                    <a:pt x="4154" y="1780"/>
                  </a:cubicBezTo>
                  <a:lnTo>
                    <a:pt x="4154" y="881"/>
                  </a:lnTo>
                  <a:cubicBezTo>
                    <a:pt x="4154" y="622"/>
                    <a:pt x="4001" y="383"/>
                    <a:pt x="3771" y="268"/>
                  </a:cubicBezTo>
                  <a:lnTo>
                    <a:pt x="3235" y="0"/>
                  </a:lnTo>
                  <a:cubicBezTo>
                    <a:pt x="2963" y="421"/>
                    <a:pt x="2520" y="632"/>
                    <a:pt x="2077" y="632"/>
                  </a:cubicBezTo>
                  <a:cubicBezTo>
                    <a:pt x="1635" y="632"/>
                    <a:pt x="1192" y="421"/>
                    <a:pt x="919" y="0"/>
                  </a:cubicBez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227" name="Google Shape;13227;p43"/>
            <p:cNvSpPr/>
            <p:nvPr/>
          </p:nvSpPr>
          <p:spPr>
            <a:xfrm>
              <a:off x="6681953" y="1523567"/>
              <a:ext cx="84741" cy="84715"/>
            </a:xfrm>
            <a:custGeom>
              <a:rect b="b" l="l" r="r" t="t"/>
              <a:pathLst>
                <a:path extrusionOk="0" h="3226" w="3227">
                  <a:moveTo>
                    <a:pt x="1618" y="1"/>
                  </a:moveTo>
                  <a:cubicBezTo>
                    <a:pt x="728" y="1"/>
                    <a:pt x="1" y="728"/>
                    <a:pt x="1" y="1618"/>
                  </a:cubicBezTo>
                  <a:cubicBezTo>
                    <a:pt x="1" y="2508"/>
                    <a:pt x="728" y="3226"/>
                    <a:pt x="1618" y="3226"/>
                  </a:cubicBezTo>
                  <a:cubicBezTo>
                    <a:pt x="2508" y="3226"/>
                    <a:pt x="3226" y="2508"/>
                    <a:pt x="3226" y="1618"/>
                  </a:cubicBezTo>
                  <a:cubicBezTo>
                    <a:pt x="3226" y="728"/>
                    <a:pt x="2508" y="1"/>
                    <a:pt x="1618" y="1"/>
                  </a:cubicBez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228" name="Google Shape;13228;p43"/>
            <p:cNvSpPr/>
            <p:nvPr/>
          </p:nvSpPr>
          <p:spPr>
            <a:xfrm>
              <a:off x="6697552" y="1523567"/>
              <a:ext cx="70902" cy="76180"/>
            </a:xfrm>
            <a:custGeom>
              <a:rect b="b" l="l" r="r" t="t"/>
              <a:pathLst>
                <a:path extrusionOk="0" h="2901" w="2700">
                  <a:moveTo>
                    <a:pt x="1034" y="1"/>
                  </a:moveTo>
                  <a:cubicBezTo>
                    <a:pt x="259" y="1"/>
                    <a:pt x="0" y="1063"/>
                    <a:pt x="699" y="1407"/>
                  </a:cubicBezTo>
                  <a:cubicBezTo>
                    <a:pt x="718" y="1417"/>
                    <a:pt x="737" y="1417"/>
                    <a:pt x="756" y="1427"/>
                  </a:cubicBezTo>
                  <a:lnTo>
                    <a:pt x="1560" y="2881"/>
                  </a:lnTo>
                  <a:cubicBezTo>
                    <a:pt x="1560" y="2881"/>
                    <a:pt x="1780" y="2900"/>
                    <a:pt x="1991" y="2900"/>
                  </a:cubicBezTo>
                  <a:cubicBezTo>
                    <a:pt x="2460" y="2556"/>
                    <a:pt x="2699" y="1972"/>
                    <a:pt x="2623" y="1388"/>
                  </a:cubicBezTo>
                  <a:cubicBezTo>
                    <a:pt x="2527" y="728"/>
                    <a:pt x="2039" y="192"/>
                    <a:pt x="1378" y="39"/>
                  </a:cubicBezTo>
                  <a:cubicBezTo>
                    <a:pt x="1264" y="20"/>
                    <a:pt x="1149" y="1"/>
                    <a:pt x="1034" y="1"/>
                  </a:cubicBez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229" name="Google Shape;13229;p43"/>
            <p:cNvSpPr/>
            <p:nvPr/>
          </p:nvSpPr>
          <p:spPr>
            <a:xfrm>
              <a:off x="6687993" y="1560909"/>
              <a:ext cx="72661" cy="59453"/>
            </a:xfrm>
            <a:custGeom>
              <a:rect b="b" l="l" r="r" t="t"/>
              <a:pathLst>
                <a:path extrusionOk="0" h="2264" w="2767">
                  <a:moveTo>
                    <a:pt x="1075" y="0"/>
                  </a:moveTo>
                  <a:cubicBezTo>
                    <a:pt x="986" y="0"/>
                    <a:pt x="903" y="48"/>
                    <a:pt x="862" y="139"/>
                  </a:cubicBezTo>
                  <a:cubicBezTo>
                    <a:pt x="785" y="292"/>
                    <a:pt x="680" y="435"/>
                    <a:pt x="546" y="550"/>
                  </a:cubicBezTo>
                  <a:cubicBezTo>
                    <a:pt x="422" y="655"/>
                    <a:pt x="288" y="751"/>
                    <a:pt x="135" y="828"/>
                  </a:cubicBezTo>
                  <a:cubicBezTo>
                    <a:pt x="48" y="866"/>
                    <a:pt x="1" y="962"/>
                    <a:pt x="20" y="1067"/>
                  </a:cubicBezTo>
                  <a:cubicBezTo>
                    <a:pt x="106" y="1756"/>
                    <a:pt x="690" y="2263"/>
                    <a:pt x="1388" y="2263"/>
                  </a:cubicBezTo>
                  <a:cubicBezTo>
                    <a:pt x="2106" y="2263"/>
                    <a:pt x="2709" y="1708"/>
                    <a:pt x="2766" y="990"/>
                  </a:cubicBezTo>
                  <a:cubicBezTo>
                    <a:pt x="2766" y="923"/>
                    <a:pt x="2738" y="856"/>
                    <a:pt x="2690" y="808"/>
                  </a:cubicBezTo>
                  <a:cubicBezTo>
                    <a:pt x="2231" y="426"/>
                    <a:pt x="1695" y="158"/>
                    <a:pt x="1120" y="5"/>
                  </a:cubicBezTo>
                  <a:cubicBezTo>
                    <a:pt x="1105" y="2"/>
                    <a:pt x="1090" y="0"/>
                    <a:pt x="1075" y="0"/>
                  </a:cubicBezTo>
                  <a:close/>
                </a:path>
              </a:pathLst>
            </a:custGeom>
            <a:solidFill>
              <a:srgbClr val="BECBD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230" name="Google Shape;13230;p43"/>
            <p:cNvSpPr/>
            <p:nvPr/>
          </p:nvSpPr>
          <p:spPr>
            <a:xfrm>
              <a:off x="6688256" y="1560909"/>
              <a:ext cx="72661" cy="58954"/>
            </a:xfrm>
            <a:custGeom>
              <a:rect b="b" l="l" r="r" t="t"/>
              <a:pathLst>
                <a:path extrusionOk="0" h="2245" w="2767">
                  <a:moveTo>
                    <a:pt x="1064" y="0"/>
                  </a:moveTo>
                  <a:cubicBezTo>
                    <a:pt x="976" y="0"/>
                    <a:pt x="893" y="47"/>
                    <a:pt x="852" y="129"/>
                  </a:cubicBezTo>
                  <a:cubicBezTo>
                    <a:pt x="795" y="244"/>
                    <a:pt x="728" y="349"/>
                    <a:pt x="641" y="445"/>
                  </a:cubicBezTo>
                  <a:cubicBezTo>
                    <a:pt x="613" y="474"/>
                    <a:pt x="574" y="512"/>
                    <a:pt x="536" y="550"/>
                  </a:cubicBezTo>
                  <a:cubicBezTo>
                    <a:pt x="412" y="655"/>
                    <a:pt x="278" y="751"/>
                    <a:pt x="134" y="818"/>
                  </a:cubicBezTo>
                  <a:cubicBezTo>
                    <a:pt x="48" y="866"/>
                    <a:pt x="0" y="962"/>
                    <a:pt x="10" y="1057"/>
                  </a:cubicBezTo>
                  <a:cubicBezTo>
                    <a:pt x="96" y="1670"/>
                    <a:pt x="565" y="2148"/>
                    <a:pt x="1177" y="2244"/>
                  </a:cubicBezTo>
                  <a:cubicBezTo>
                    <a:pt x="862" y="2053"/>
                    <a:pt x="680" y="1708"/>
                    <a:pt x="699" y="1344"/>
                  </a:cubicBezTo>
                  <a:lnTo>
                    <a:pt x="699" y="1019"/>
                  </a:lnTo>
                  <a:cubicBezTo>
                    <a:pt x="747" y="981"/>
                    <a:pt x="804" y="942"/>
                    <a:pt x="852" y="895"/>
                  </a:cubicBezTo>
                  <a:cubicBezTo>
                    <a:pt x="976" y="780"/>
                    <a:pt x="1091" y="655"/>
                    <a:pt x="1187" y="512"/>
                  </a:cubicBezTo>
                  <a:cubicBezTo>
                    <a:pt x="1618" y="646"/>
                    <a:pt x="2029" y="866"/>
                    <a:pt x="2383" y="1163"/>
                  </a:cubicBezTo>
                  <a:cubicBezTo>
                    <a:pt x="2421" y="1201"/>
                    <a:pt x="2527" y="1297"/>
                    <a:pt x="2661" y="1421"/>
                  </a:cubicBezTo>
                  <a:cubicBezTo>
                    <a:pt x="2709" y="1287"/>
                    <a:pt x="2747" y="1143"/>
                    <a:pt x="2756" y="1000"/>
                  </a:cubicBezTo>
                  <a:cubicBezTo>
                    <a:pt x="2766" y="923"/>
                    <a:pt x="2737" y="856"/>
                    <a:pt x="2680" y="808"/>
                  </a:cubicBezTo>
                  <a:cubicBezTo>
                    <a:pt x="2221" y="426"/>
                    <a:pt x="1685" y="148"/>
                    <a:pt x="1110" y="5"/>
                  </a:cubicBezTo>
                  <a:cubicBezTo>
                    <a:pt x="1095" y="2"/>
                    <a:pt x="1080" y="0"/>
                    <a:pt x="1064" y="0"/>
                  </a:cubicBezTo>
                  <a:close/>
                </a:path>
              </a:pathLst>
            </a:custGeom>
            <a:solidFill>
              <a:srgbClr val="ACBDC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231" name="Google Shape;13231;p43"/>
            <p:cNvSpPr/>
            <p:nvPr/>
          </p:nvSpPr>
          <p:spPr>
            <a:xfrm>
              <a:off x="6669900" y="1652503"/>
              <a:ext cx="24396" cy="40467"/>
            </a:xfrm>
            <a:custGeom>
              <a:rect b="b" l="l" r="r" t="t"/>
              <a:pathLst>
                <a:path extrusionOk="0" h="1541" w="929">
                  <a:moveTo>
                    <a:pt x="144" y="0"/>
                  </a:moveTo>
                  <a:cubicBezTo>
                    <a:pt x="48" y="115"/>
                    <a:pt x="1" y="259"/>
                    <a:pt x="1" y="412"/>
                  </a:cubicBezTo>
                  <a:lnTo>
                    <a:pt x="1" y="1311"/>
                  </a:lnTo>
                  <a:cubicBezTo>
                    <a:pt x="1" y="1436"/>
                    <a:pt x="106" y="1541"/>
                    <a:pt x="230" y="1541"/>
                  </a:cubicBezTo>
                  <a:lnTo>
                    <a:pt x="929" y="1541"/>
                  </a:lnTo>
                  <a:lnTo>
                    <a:pt x="929" y="842"/>
                  </a:lnTo>
                  <a:cubicBezTo>
                    <a:pt x="929" y="708"/>
                    <a:pt x="862" y="574"/>
                    <a:pt x="757" y="488"/>
                  </a:cubicBezTo>
                  <a:lnTo>
                    <a:pt x="144" y="0"/>
                  </a:lnTo>
                  <a:close/>
                </a:path>
              </a:pathLst>
            </a:custGeom>
            <a:solidFill>
              <a:srgbClr val="C5D1D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232" name="Google Shape;13232;p43"/>
            <p:cNvSpPr/>
            <p:nvPr/>
          </p:nvSpPr>
          <p:spPr>
            <a:xfrm>
              <a:off x="6754588" y="1652503"/>
              <a:ext cx="24422" cy="40467"/>
            </a:xfrm>
            <a:custGeom>
              <a:rect b="b" l="l" r="r" t="t"/>
              <a:pathLst>
                <a:path extrusionOk="0" h="1541" w="930">
                  <a:moveTo>
                    <a:pt x="786" y="0"/>
                  </a:moveTo>
                  <a:lnTo>
                    <a:pt x="173" y="488"/>
                  </a:lnTo>
                  <a:cubicBezTo>
                    <a:pt x="68" y="574"/>
                    <a:pt x="1" y="708"/>
                    <a:pt x="1" y="842"/>
                  </a:cubicBezTo>
                  <a:lnTo>
                    <a:pt x="1" y="1541"/>
                  </a:lnTo>
                  <a:lnTo>
                    <a:pt x="699" y="1541"/>
                  </a:lnTo>
                  <a:cubicBezTo>
                    <a:pt x="824" y="1541"/>
                    <a:pt x="929" y="1436"/>
                    <a:pt x="929" y="1311"/>
                  </a:cubicBezTo>
                  <a:lnTo>
                    <a:pt x="929" y="412"/>
                  </a:lnTo>
                  <a:cubicBezTo>
                    <a:pt x="929" y="259"/>
                    <a:pt x="872" y="115"/>
                    <a:pt x="786" y="0"/>
                  </a:cubicBezTo>
                  <a:close/>
                </a:path>
              </a:pathLst>
            </a:custGeom>
            <a:solidFill>
              <a:srgbClr val="C5D1D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233" name="Google Shape;13233;p43"/>
            <p:cNvSpPr/>
            <p:nvPr/>
          </p:nvSpPr>
          <p:spPr>
            <a:xfrm>
              <a:off x="6767797" y="1578004"/>
              <a:ext cx="201440" cy="110791"/>
            </a:xfrm>
            <a:custGeom>
              <a:rect b="b" l="l" r="r" t="t"/>
              <a:pathLst>
                <a:path extrusionOk="0" h="4219" w="7671">
                  <a:moveTo>
                    <a:pt x="2713" y="1"/>
                  </a:moveTo>
                  <a:cubicBezTo>
                    <a:pt x="1870" y="1"/>
                    <a:pt x="1012" y="233"/>
                    <a:pt x="235" y="732"/>
                  </a:cubicBezTo>
                  <a:cubicBezTo>
                    <a:pt x="0" y="857"/>
                    <a:pt x="142" y="1167"/>
                    <a:pt x="343" y="1167"/>
                  </a:cubicBezTo>
                  <a:cubicBezTo>
                    <a:pt x="388" y="1167"/>
                    <a:pt x="436" y="1151"/>
                    <a:pt x="484" y="1115"/>
                  </a:cubicBezTo>
                  <a:cubicBezTo>
                    <a:pt x="1183" y="667"/>
                    <a:pt x="1955" y="458"/>
                    <a:pt x="2715" y="458"/>
                  </a:cubicBezTo>
                  <a:cubicBezTo>
                    <a:pt x="4409" y="458"/>
                    <a:pt x="6039" y="1498"/>
                    <a:pt x="6647" y="3249"/>
                  </a:cubicBezTo>
                  <a:lnTo>
                    <a:pt x="6331" y="2933"/>
                  </a:lnTo>
                  <a:cubicBezTo>
                    <a:pt x="6281" y="2887"/>
                    <a:pt x="6226" y="2867"/>
                    <a:pt x="6175" y="2867"/>
                  </a:cubicBezTo>
                  <a:cubicBezTo>
                    <a:pt x="6001" y="2867"/>
                    <a:pt x="5858" y="3088"/>
                    <a:pt x="6006" y="3258"/>
                  </a:cubicBezTo>
                  <a:lnTo>
                    <a:pt x="6886" y="4148"/>
                  </a:lnTo>
                  <a:cubicBezTo>
                    <a:pt x="6933" y="4196"/>
                    <a:pt x="6993" y="4218"/>
                    <a:pt x="7052" y="4218"/>
                  </a:cubicBezTo>
                  <a:cubicBezTo>
                    <a:pt x="7147" y="4218"/>
                    <a:pt x="7239" y="4159"/>
                    <a:pt x="7269" y="4053"/>
                  </a:cubicBezTo>
                  <a:lnTo>
                    <a:pt x="7633" y="2847"/>
                  </a:lnTo>
                  <a:cubicBezTo>
                    <a:pt x="7671" y="2732"/>
                    <a:pt x="7604" y="2598"/>
                    <a:pt x="7479" y="2560"/>
                  </a:cubicBezTo>
                  <a:cubicBezTo>
                    <a:pt x="7456" y="2552"/>
                    <a:pt x="7432" y="2549"/>
                    <a:pt x="7409" y="2549"/>
                  </a:cubicBezTo>
                  <a:cubicBezTo>
                    <a:pt x="7311" y="2549"/>
                    <a:pt x="7223" y="2612"/>
                    <a:pt x="7192" y="2713"/>
                  </a:cubicBezTo>
                  <a:lnTo>
                    <a:pt x="7077" y="3096"/>
                  </a:lnTo>
                  <a:cubicBezTo>
                    <a:pt x="6397" y="1154"/>
                    <a:pt x="4591" y="1"/>
                    <a:pt x="2713" y="1"/>
                  </a:cubicBez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234" name="Google Shape;13234;p43"/>
            <p:cNvSpPr/>
            <p:nvPr/>
          </p:nvSpPr>
          <p:spPr>
            <a:xfrm>
              <a:off x="6711128" y="1710617"/>
              <a:ext cx="199917" cy="109557"/>
            </a:xfrm>
            <a:custGeom>
              <a:rect b="b" l="l" r="r" t="t"/>
              <a:pathLst>
                <a:path extrusionOk="0" h="4172" w="7613">
                  <a:moveTo>
                    <a:pt x="554" y="0"/>
                  </a:moveTo>
                  <a:cubicBezTo>
                    <a:pt x="456" y="0"/>
                    <a:pt x="360" y="65"/>
                    <a:pt x="335" y="170"/>
                  </a:cubicBezTo>
                  <a:lnTo>
                    <a:pt x="29" y="1395"/>
                  </a:lnTo>
                  <a:cubicBezTo>
                    <a:pt x="0" y="1520"/>
                    <a:pt x="67" y="1644"/>
                    <a:pt x="192" y="1673"/>
                  </a:cubicBezTo>
                  <a:cubicBezTo>
                    <a:pt x="211" y="1673"/>
                    <a:pt x="230" y="1682"/>
                    <a:pt x="249" y="1682"/>
                  </a:cubicBezTo>
                  <a:cubicBezTo>
                    <a:pt x="354" y="1682"/>
                    <a:pt x="450" y="1606"/>
                    <a:pt x="479" y="1510"/>
                  </a:cubicBezTo>
                  <a:lnTo>
                    <a:pt x="565" y="1146"/>
                  </a:lnTo>
                  <a:cubicBezTo>
                    <a:pt x="1262" y="3048"/>
                    <a:pt x="3046" y="4171"/>
                    <a:pt x="4901" y="4171"/>
                  </a:cubicBezTo>
                  <a:cubicBezTo>
                    <a:pt x="5744" y="4171"/>
                    <a:pt x="6601" y="3940"/>
                    <a:pt x="7379" y="3443"/>
                  </a:cubicBezTo>
                  <a:cubicBezTo>
                    <a:pt x="7613" y="3311"/>
                    <a:pt x="7472" y="3007"/>
                    <a:pt x="7272" y="3007"/>
                  </a:cubicBezTo>
                  <a:cubicBezTo>
                    <a:pt x="7227" y="3007"/>
                    <a:pt x="7178" y="3023"/>
                    <a:pt x="7130" y="3060"/>
                  </a:cubicBezTo>
                  <a:lnTo>
                    <a:pt x="7120" y="3051"/>
                  </a:lnTo>
                  <a:cubicBezTo>
                    <a:pt x="6422" y="3499"/>
                    <a:pt x="5650" y="3709"/>
                    <a:pt x="4891" y="3709"/>
                  </a:cubicBezTo>
                  <a:cubicBezTo>
                    <a:pt x="3205" y="3709"/>
                    <a:pt x="1583" y="2675"/>
                    <a:pt x="976" y="926"/>
                  </a:cubicBezTo>
                  <a:lnTo>
                    <a:pt x="976" y="926"/>
                  </a:lnTo>
                  <a:lnTo>
                    <a:pt x="1321" y="1252"/>
                  </a:lnTo>
                  <a:cubicBezTo>
                    <a:pt x="1369" y="1290"/>
                    <a:pt x="1419" y="1306"/>
                    <a:pt x="1467" y="1306"/>
                  </a:cubicBezTo>
                  <a:cubicBezTo>
                    <a:pt x="1646" y="1306"/>
                    <a:pt x="1788" y="1075"/>
                    <a:pt x="1637" y="917"/>
                  </a:cubicBezTo>
                  <a:lnTo>
                    <a:pt x="708" y="65"/>
                  </a:lnTo>
                  <a:cubicBezTo>
                    <a:pt x="664" y="20"/>
                    <a:pt x="609" y="0"/>
                    <a:pt x="554" y="0"/>
                  </a:cubicBez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235" name="Google Shape;13235;p43"/>
            <p:cNvSpPr/>
            <p:nvPr/>
          </p:nvSpPr>
          <p:spPr>
            <a:xfrm>
              <a:off x="6893819" y="1795988"/>
              <a:ext cx="121164" cy="78701"/>
            </a:xfrm>
            <a:custGeom>
              <a:rect b="b" l="l" r="r" t="t"/>
              <a:pathLst>
                <a:path extrusionOk="0" h="2997" w="4614">
                  <a:moveTo>
                    <a:pt x="1618" y="1"/>
                  </a:moveTo>
                  <a:lnTo>
                    <a:pt x="1618" y="384"/>
                  </a:lnTo>
                  <a:cubicBezTo>
                    <a:pt x="1618" y="489"/>
                    <a:pt x="1551" y="575"/>
                    <a:pt x="1446" y="604"/>
                  </a:cubicBezTo>
                  <a:lnTo>
                    <a:pt x="498" y="872"/>
                  </a:lnTo>
                  <a:cubicBezTo>
                    <a:pt x="202" y="958"/>
                    <a:pt x="1" y="1226"/>
                    <a:pt x="1" y="1542"/>
                  </a:cubicBezTo>
                  <a:lnTo>
                    <a:pt x="1" y="2767"/>
                  </a:lnTo>
                  <a:cubicBezTo>
                    <a:pt x="1" y="2891"/>
                    <a:pt x="106" y="2996"/>
                    <a:pt x="230" y="2996"/>
                  </a:cubicBezTo>
                  <a:lnTo>
                    <a:pt x="4384" y="2996"/>
                  </a:lnTo>
                  <a:cubicBezTo>
                    <a:pt x="4508" y="2996"/>
                    <a:pt x="4614" y="2891"/>
                    <a:pt x="4614" y="2767"/>
                  </a:cubicBezTo>
                  <a:lnTo>
                    <a:pt x="4614" y="1542"/>
                  </a:lnTo>
                  <a:cubicBezTo>
                    <a:pt x="4614" y="1226"/>
                    <a:pt x="4403" y="958"/>
                    <a:pt x="4106" y="872"/>
                  </a:cubicBezTo>
                  <a:lnTo>
                    <a:pt x="3168" y="604"/>
                  </a:lnTo>
                  <a:cubicBezTo>
                    <a:pt x="3063" y="575"/>
                    <a:pt x="2996" y="489"/>
                    <a:pt x="2996" y="384"/>
                  </a:cubicBezTo>
                  <a:lnTo>
                    <a:pt x="2996" y="1"/>
                  </a:lnTo>
                  <a:close/>
                </a:path>
              </a:pathLst>
            </a:custGeom>
            <a:solidFill>
              <a:srgbClr val="ACBDC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236" name="Google Shape;13236;p43"/>
            <p:cNvSpPr/>
            <p:nvPr/>
          </p:nvSpPr>
          <p:spPr>
            <a:xfrm>
              <a:off x="6893819" y="1812584"/>
              <a:ext cx="121164" cy="62105"/>
            </a:xfrm>
            <a:custGeom>
              <a:rect b="b" l="l" r="r" t="t"/>
              <a:pathLst>
                <a:path extrusionOk="0" h="2365" w="4614">
                  <a:moveTo>
                    <a:pt x="3245" y="0"/>
                  </a:moveTo>
                  <a:cubicBezTo>
                    <a:pt x="3101" y="472"/>
                    <a:pt x="2691" y="709"/>
                    <a:pt x="2279" y="709"/>
                  </a:cubicBezTo>
                  <a:cubicBezTo>
                    <a:pt x="1872" y="709"/>
                    <a:pt x="1464" y="477"/>
                    <a:pt x="1312" y="10"/>
                  </a:cubicBezTo>
                  <a:lnTo>
                    <a:pt x="508" y="240"/>
                  </a:lnTo>
                  <a:cubicBezTo>
                    <a:pt x="211" y="326"/>
                    <a:pt x="1" y="594"/>
                    <a:pt x="1" y="910"/>
                  </a:cubicBezTo>
                  <a:lnTo>
                    <a:pt x="1" y="2135"/>
                  </a:lnTo>
                  <a:cubicBezTo>
                    <a:pt x="1" y="2259"/>
                    <a:pt x="106" y="2364"/>
                    <a:pt x="230" y="2364"/>
                  </a:cubicBezTo>
                  <a:lnTo>
                    <a:pt x="4384" y="2364"/>
                  </a:lnTo>
                  <a:cubicBezTo>
                    <a:pt x="4508" y="2364"/>
                    <a:pt x="4614" y="2259"/>
                    <a:pt x="4614" y="2135"/>
                  </a:cubicBezTo>
                  <a:lnTo>
                    <a:pt x="4614" y="910"/>
                  </a:lnTo>
                  <a:cubicBezTo>
                    <a:pt x="4614" y="594"/>
                    <a:pt x="4403" y="326"/>
                    <a:pt x="4106" y="240"/>
                  </a:cubicBezTo>
                  <a:lnTo>
                    <a:pt x="3245" y="0"/>
                  </a:ln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237" name="Google Shape;13237;p43"/>
            <p:cNvSpPr/>
            <p:nvPr/>
          </p:nvSpPr>
          <p:spPr>
            <a:xfrm>
              <a:off x="6912175" y="1711063"/>
              <a:ext cx="30173" cy="66622"/>
            </a:xfrm>
            <a:custGeom>
              <a:rect b="b" l="l" r="r" t="t"/>
              <a:pathLst>
                <a:path extrusionOk="0" h="2537" w="1149">
                  <a:moveTo>
                    <a:pt x="689" y="0"/>
                  </a:moveTo>
                  <a:cubicBezTo>
                    <a:pt x="307" y="0"/>
                    <a:pt x="0" y="316"/>
                    <a:pt x="0" y="699"/>
                  </a:cubicBezTo>
                  <a:lnTo>
                    <a:pt x="0" y="852"/>
                  </a:lnTo>
                  <a:cubicBezTo>
                    <a:pt x="0" y="1053"/>
                    <a:pt x="29" y="1254"/>
                    <a:pt x="86" y="1436"/>
                  </a:cubicBezTo>
                  <a:lnTo>
                    <a:pt x="460" y="2536"/>
                  </a:lnTo>
                  <a:lnTo>
                    <a:pt x="1149" y="2536"/>
                  </a:lnTo>
                  <a:lnTo>
                    <a:pt x="1149" y="0"/>
                  </a:ln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238" name="Google Shape;13238;p43"/>
            <p:cNvSpPr/>
            <p:nvPr/>
          </p:nvSpPr>
          <p:spPr>
            <a:xfrm>
              <a:off x="6924228" y="1705260"/>
              <a:ext cx="72661" cy="72425"/>
            </a:xfrm>
            <a:custGeom>
              <a:rect b="b" l="l" r="r" t="t"/>
              <a:pathLst>
                <a:path extrusionOk="0" h="2758" w="2767">
                  <a:moveTo>
                    <a:pt x="690" y="1"/>
                  </a:moveTo>
                  <a:cubicBezTo>
                    <a:pt x="307" y="1"/>
                    <a:pt x="1" y="307"/>
                    <a:pt x="1" y="690"/>
                  </a:cubicBezTo>
                  <a:cubicBezTo>
                    <a:pt x="1" y="939"/>
                    <a:pt x="202" y="1149"/>
                    <a:pt x="460" y="1149"/>
                  </a:cubicBezTo>
                  <a:lnTo>
                    <a:pt x="2298" y="2757"/>
                  </a:lnTo>
                  <a:lnTo>
                    <a:pt x="2690" y="1398"/>
                  </a:lnTo>
                  <a:cubicBezTo>
                    <a:pt x="2738" y="1226"/>
                    <a:pt x="2757" y="1063"/>
                    <a:pt x="2767" y="891"/>
                  </a:cubicBezTo>
                  <a:lnTo>
                    <a:pt x="2767" y="460"/>
                  </a:lnTo>
                  <a:cubicBezTo>
                    <a:pt x="2767" y="202"/>
                    <a:pt x="2556" y="1"/>
                    <a:pt x="2298" y="1"/>
                  </a:cubicBez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239" name="Google Shape;13239;p43"/>
            <p:cNvSpPr/>
            <p:nvPr/>
          </p:nvSpPr>
          <p:spPr>
            <a:xfrm>
              <a:off x="6936307" y="1795988"/>
              <a:ext cx="36213" cy="14679"/>
            </a:xfrm>
            <a:custGeom>
              <a:rect b="b" l="l" r="r" t="t"/>
              <a:pathLst>
                <a:path extrusionOk="0" h="559" w="1379">
                  <a:moveTo>
                    <a:pt x="0" y="1"/>
                  </a:moveTo>
                  <a:lnTo>
                    <a:pt x="0" y="422"/>
                  </a:lnTo>
                  <a:cubicBezTo>
                    <a:pt x="220" y="513"/>
                    <a:pt x="455" y="558"/>
                    <a:pt x="689" y="558"/>
                  </a:cubicBezTo>
                  <a:cubicBezTo>
                    <a:pt x="924" y="558"/>
                    <a:pt x="1158" y="513"/>
                    <a:pt x="1378" y="422"/>
                  </a:cubicBezTo>
                  <a:lnTo>
                    <a:pt x="1378" y="1"/>
                  </a:lnTo>
                  <a:close/>
                </a:path>
              </a:pathLst>
            </a:custGeom>
            <a:solidFill>
              <a:srgbClr val="96ABB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240" name="Google Shape;13240;p43"/>
            <p:cNvSpPr/>
            <p:nvPr/>
          </p:nvSpPr>
          <p:spPr>
            <a:xfrm>
              <a:off x="6918214" y="1735433"/>
              <a:ext cx="72635" cy="66622"/>
            </a:xfrm>
            <a:custGeom>
              <a:rect b="b" l="l" r="r" t="t"/>
              <a:pathLst>
                <a:path extrusionOk="0" h="2537" w="2766">
                  <a:moveTo>
                    <a:pt x="880" y="0"/>
                  </a:moveTo>
                  <a:cubicBezTo>
                    <a:pt x="756" y="0"/>
                    <a:pt x="632" y="48"/>
                    <a:pt x="546" y="134"/>
                  </a:cubicBezTo>
                  <a:lnTo>
                    <a:pt x="134" y="555"/>
                  </a:lnTo>
                  <a:cubicBezTo>
                    <a:pt x="48" y="642"/>
                    <a:pt x="0" y="756"/>
                    <a:pt x="0" y="881"/>
                  </a:cubicBezTo>
                  <a:lnTo>
                    <a:pt x="0" y="1149"/>
                  </a:lnTo>
                  <a:cubicBezTo>
                    <a:pt x="0" y="1914"/>
                    <a:pt x="613" y="2536"/>
                    <a:pt x="1378" y="2536"/>
                  </a:cubicBezTo>
                  <a:cubicBezTo>
                    <a:pt x="2144" y="2536"/>
                    <a:pt x="2766" y="1914"/>
                    <a:pt x="2766" y="1149"/>
                  </a:cubicBezTo>
                  <a:lnTo>
                    <a:pt x="2766" y="862"/>
                  </a:lnTo>
                  <a:cubicBezTo>
                    <a:pt x="2766" y="737"/>
                    <a:pt x="2718" y="622"/>
                    <a:pt x="2632" y="536"/>
                  </a:cubicBezTo>
                  <a:cubicBezTo>
                    <a:pt x="2268" y="182"/>
                    <a:pt x="1617" y="29"/>
                    <a:pt x="880" y="0"/>
                  </a:cubicBezTo>
                  <a:close/>
                </a:path>
              </a:pathLst>
            </a:custGeom>
            <a:solidFill>
              <a:srgbClr val="BECBD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241" name="Google Shape;13241;p43"/>
            <p:cNvSpPr/>
            <p:nvPr/>
          </p:nvSpPr>
          <p:spPr>
            <a:xfrm>
              <a:off x="6917952" y="1735433"/>
              <a:ext cx="72661" cy="65125"/>
            </a:xfrm>
            <a:custGeom>
              <a:rect b="b" l="l" r="r" t="t"/>
              <a:pathLst>
                <a:path extrusionOk="0" h="2480" w="2767">
                  <a:moveTo>
                    <a:pt x="890" y="0"/>
                  </a:moveTo>
                  <a:cubicBezTo>
                    <a:pt x="766" y="0"/>
                    <a:pt x="642" y="48"/>
                    <a:pt x="556" y="134"/>
                  </a:cubicBezTo>
                  <a:lnTo>
                    <a:pt x="144" y="555"/>
                  </a:lnTo>
                  <a:cubicBezTo>
                    <a:pt x="48" y="642"/>
                    <a:pt x="0" y="756"/>
                    <a:pt x="0" y="881"/>
                  </a:cubicBezTo>
                  <a:lnTo>
                    <a:pt x="0" y="1149"/>
                  </a:lnTo>
                  <a:cubicBezTo>
                    <a:pt x="0" y="1761"/>
                    <a:pt x="412" y="2307"/>
                    <a:pt x="1005" y="2479"/>
                  </a:cubicBezTo>
                  <a:cubicBezTo>
                    <a:pt x="804" y="2230"/>
                    <a:pt x="699" y="1924"/>
                    <a:pt x="699" y="1608"/>
                  </a:cubicBezTo>
                  <a:lnTo>
                    <a:pt x="699" y="938"/>
                  </a:lnTo>
                  <a:cubicBezTo>
                    <a:pt x="699" y="682"/>
                    <a:pt x="901" y="478"/>
                    <a:pt x="1153" y="478"/>
                  </a:cubicBezTo>
                  <a:cubicBezTo>
                    <a:pt x="1165" y="478"/>
                    <a:pt x="1176" y="478"/>
                    <a:pt x="1187" y="479"/>
                  </a:cubicBezTo>
                  <a:cubicBezTo>
                    <a:pt x="1647" y="508"/>
                    <a:pt x="2345" y="584"/>
                    <a:pt x="2766" y="785"/>
                  </a:cubicBezTo>
                  <a:cubicBezTo>
                    <a:pt x="2747" y="689"/>
                    <a:pt x="2709" y="603"/>
                    <a:pt x="2642" y="527"/>
                  </a:cubicBezTo>
                  <a:cubicBezTo>
                    <a:pt x="2278" y="182"/>
                    <a:pt x="1627" y="29"/>
                    <a:pt x="890" y="0"/>
                  </a:cubicBezTo>
                  <a:close/>
                </a:path>
              </a:pathLst>
            </a:custGeom>
            <a:solidFill>
              <a:srgbClr val="ACBDC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242" name="Google Shape;13242;p43"/>
            <p:cNvSpPr/>
            <p:nvPr/>
          </p:nvSpPr>
          <p:spPr>
            <a:xfrm>
              <a:off x="6893819" y="1825898"/>
              <a:ext cx="24422" cy="48528"/>
            </a:xfrm>
            <a:custGeom>
              <a:rect b="b" l="l" r="r" t="t"/>
              <a:pathLst>
                <a:path extrusionOk="0" h="1848" w="930">
                  <a:moveTo>
                    <a:pt x="125" y="1"/>
                  </a:moveTo>
                  <a:cubicBezTo>
                    <a:pt x="39" y="115"/>
                    <a:pt x="1" y="249"/>
                    <a:pt x="1" y="393"/>
                  </a:cubicBezTo>
                  <a:lnTo>
                    <a:pt x="1" y="1618"/>
                  </a:lnTo>
                  <a:cubicBezTo>
                    <a:pt x="1" y="1742"/>
                    <a:pt x="106" y="1848"/>
                    <a:pt x="230" y="1848"/>
                  </a:cubicBezTo>
                  <a:lnTo>
                    <a:pt x="919" y="1848"/>
                  </a:lnTo>
                  <a:lnTo>
                    <a:pt x="919" y="1082"/>
                  </a:lnTo>
                  <a:lnTo>
                    <a:pt x="929" y="1092"/>
                  </a:lnTo>
                  <a:cubicBezTo>
                    <a:pt x="929" y="900"/>
                    <a:pt x="852" y="728"/>
                    <a:pt x="718" y="594"/>
                  </a:cubicBezTo>
                  <a:lnTo>
                    <a:pt x="125" y="1"/>
                  </a:lnTo>
                  <a:close/>
                </a:path>
              </a:pathLst>
            </a:custGeom>
            <a:solidFill>
              <a:srgbClr val="C5D1D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243" name="Google Shape;13243;p43"/>
            <p:cNvSpPr/>
            <p:nvPr/>
          </p:nvSpPr>
          <p:spPr>
            <a:xfrm>
              <a:off x="6990587" y="1825898"/>
              <a:ext cx="24396" cy="48528"/>
            </a:xfrm>
            <a:custGeom>
              <a:rect b="b" l="l" r="r" t="t"/>
              <a:pathLst>
                <a:path extrusionOk="0" h="1848" w="929">
                  <a:moveTo>
                    <a:pt x="804" y="1"/>
                  </a:moveTo>
                  <a:lnTo>
                    <a:pt x="211" y="594"/>
                  </a:lnTo>
                  <a:cubicBezTo>
                    <a:pt x="77" y="728"/>
                    <a:pt x="0" y="900"/>
                    <a:pt x="10" y="1092"/>
                  </a:cubicBezTo>
                  <a:lnTo>
                    <a:pt x="10" y="1848"/>
                  </a:lnTo>
                  <a:lnTo>
                    <a:pt x="699" y="1848"/>
                  </a:lnTo>
                  <a:cubicBezTo>
                    <a:pt x="823" y="1848"/>
                    <a:pt x="929" y="1742"/>
                    <a:pt x="929" y="1618"/>
                  </a:cubicBezTo>
                  <a:lnTo>
                    <a:pt x="929" y="393"/>
                  </a:lnTo>
                  <a:cubicBezTo>
                    <a:pt x="929" y="249"/>
                    <a:pt x="890" y="115"/>
                    <a:pt x="804" y="1"/>
                  </a:cubicBezTo>
                  <a:close/>
                </a:path>
              </a:pathLst>
            </a:custGeom>
            <a:solidFill>
              <a:srgbClr val="C5D1D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3244" name="Google Shape;13244;p43"/>
          <p:cNvGrpSpPr/>
          <p:nvPr/>
        </p:nvGrpSpPr>
        <p:grpSpPr>
          <a:xfrm>
            <a:off x="7117003" y="1365600"/>
            <a:ext cx="333002" cy="344085"/>
            <a:chOff x="7117003" y="1518000"/>
            <a:chExt cx="333002" cy="344085"/>
          </a:xfrm>
        </p:grpSpPr>
        <p:sp>
          <p:nvSpPr>
            <p:cNvPr id="13245" name="Google Shape;13245;p43"/>
            <p:cNvSpPr/>
            <p:nvPr/>
          </p:nvSpPr>
          <p:spPr>
            <a:xfrm>
              <a:off x="7161645" y="1518000"/>
              <a:ext cx="241119" cy="57116"/>
            </a:xfrm>
            <a:custGeom>
              <a:rect b="b" l="l" r="r" t="t"/>
              <a:pathLst>
                <a:path extrusionOk="0" h="2175" w="9182">
                  <a:moveTo>
                    <a:pt x="4641" y="0"/>
                  </a:moveTo>
                  <a:cubicBezTo>
                    <a:pt x="3026" y="0"/>
                    <a:pt x="1414" y="596"/>
                    <a:pt x="157" y="1773"/>
                  </a:cubicBezTo>
                  <a:cubicBezTo>
                    <a:pt x="1" y="1914"/>
                    <a:pt x="133" y="2130"/>
                    <a:pt x="294" y="2130"/>
                  </a:cubicBezTo>
                  <a:cubicBezTo>
                    <a:pt x="341" y="2130"/>
                    <a:pt x="389" y="2112"/>
                    <a:pt x="434" y="2069"/>
                  </a:cubicBezTo>
                  <a:lnTo>
                    <a:pt x="444" y="2069"/>
                  </a:lnTo>
                  <a:cubicBezTo>
                    <a:pt x="1619" y="965"/>
                    <a:pt x="3125" y="408"/>
                    <a:pt x="4637" y="408"/>
                  </a:cubicBezTo>
                  <a:cubicBezTo>
                    <a:pt x="5994" y="408"/>
                    <a:pt x="7355" y="857"/>
                    <a:pt x="8483" y="1763"/>
                  </a:cubicBezTo>
                  <a:lnTo>
                    <a:pt x="8148" y="1763"/>
                  </a:lnTo>
                  <a:cubicBezTo>
                    <a:pt x="7870" y="1763"/>
                    <a:pt x="7870" y="2175"/>
                    <a:pt x="8148" y="2175"/>
                  </a:cubicBezTo>
                  <a:lnTo>
                    <a:pt x="8981" y="2175"/>
                  </a:lnTo>
                  <a:cubicBezTo>
                    <a:pt x="9086" y="2175"/>
                    <a:pt x="9182" y="2079"/>
                    <a:pt x="9182" y="1974"/>
                  </a:cubicBezTo>
                  <a:lnTo>
                    <a:pt x="9182" y="1227"/>
                  </a:lnTo>
                  <a:cubicBezTo>
                    <a:pt x="9182" y="1088"/>
                    <a:pt x="9079" y="1019"/>
                    <a:pt x="8976" y="1019"/>
                  </a:cubicBezTo>
                  <a:cubicBezTo>
                    <a:pt x="8873" y="1019"/>
                    <a:pt x="8770" y="1088"/>
                    <a:pt x="8770" y="1227"/>
                  </a:cubicBezTo>
                  <a:lnTo>
                    <a:pt x="8770" y="1466"/>
                  </a:lnTo>
                  <a:cubicBezTo>
                    <a:pt x="7562" y="486"/>
                    <a:pt x="6100" y="0"/>
                    <a:pt x="4641" y="0"/>
                  </a:cubicBez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246" name="Google Shape;13246;p43"/>
            <p:cNvSpPr/>
            <p:nvPr/>
          </p:nvSpPr>
          <p:spPr>
            <a:xfrm>
              <a:off x="7168525" y="1808068"/>
              <a:ext cx="232217" cy="54017"/>
            </a:xfrm>
            <a:custGeom>
              <a:rect b="b" l="l" r="r" t="t"/>
              <a:pathLst>
                <a:path extrusionOk="0" h="2057" w="8843">
                  <a:moveTo>
                    <a:pt x="211" y="0"/>
                  </a:moveTo>
                  <a:cubicBezTo>
                    <a:pt x="96" y="0"/>
                    <a:pt x="0" y="96"/>
                    <a:pt x="0" y="211"/>
                  </a:cubicBezTo>
                  <a:lnTo>
                    <a:pt x="0" y="957"/>
                  </a:lnTo>
                  <a:cubicBezTo>
                    <a:pt x="0" y="1096"/>
                    <a:pt x="105" y="1165"/>
                    <a:pt x="211" y="1165"/>
                  </a:cubicBezTo>
                  <a:cubicBezTo>
                    <a:pt x="316" y="1165"/>
                    <a:pt x="421" y="1096"/>
                    <a:pt x="421" y="957"/>
                  </a:cubicBezTo>
                  <a:lnTo>
                    <a:pt x="421" y="727"/>
                  </a:lnTo>
                  <a:cubicBezTo>
                    <a:pt x="1592" y="1617"/>
                    <a:pt x="2983" y="2057"/>
                    <a:pt x="4370" y="2057"/>
                  </a:cubicBezTo>
                  <a:cubicBezTo>
                    <a:pt x="5909" y="2057"/>
                    <a:pt x="7443" y="1517"/>
                    <a:pt x="8671" y="450"/>
                  </a:cubicBezTo>
                  <a:cubicBezTo>
                    <a:pt x="8843" y="308"/>
                    <a:pt x="8711" y="84"/>
                    <a:pt x="8545" y="84"/>
                  </a:cubicBezTo>
                  <a:cubicBezTo>
                    <a:pt x="8498" y="84"/>
                    <a:pt x="8449" y="102"/>
                    <a:pt x="8403" y="144"/>
                  </a:cubicBezTo>
                  <a:cubicBezTo>
                    <a:pt x="7253" y="1142"/>
                    <a:pt x="5816" y="1647"/>
                    <a:pt x="4374" y="1647"/>
                  </a:cubicBezTo>
                  <a:cubicBezTo>
                    <a:pt x="3081" y="1647"/>
                    <a:pt x="1785" y="1241"/>
                    <a:pt x="689" y="421"/>
                  </a:cubicBezTo>
                  <a:lnTo>
                    <a:pt x="1034" y="421"/>
                  </a:lnTo>
                  <a:cubicBezTo>
                    <a:pt x="1148" y="421"/>
                    <a:pt x="1244" y="326"/>
                    <a:pt x="1244" y="211"/>
                  </a:cubicBezTo>
                  <a:cubicBezTo>
                    <a:pt x="1244" y="96"/>
                    <a:pt x="1148" y="0"/>
                    <a:pt x="1043" y="0"/>
                  </a:cubicBez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247" name="Google Shape;13247;p43"/>
            <p:cNvSpPr/>
            <p:nvPr/>
          </p:nvSpPr>
          <p:spPr>
            <a:xfrm>
              <a:off x="7174801" y="1735931"/>
              <a:ext cx="25157" cy="20141"/>
            </a:xfrm>
            <a:custGeom>
              <a:rect b="b" l="l" r="r" t="t"/>
              <a:pathLst>
                <a:path extrusionOk="0" h="767" w="958">
                  <a:moveTo>
                    <a:pt x="479" y="0"/>
                  </a:moveTo>
                  <a:lnTo>
                    <a:pt x="0" y="355"/>
                  </a:lnTo>
                  <a:lnTo>
                    <a:pt x="173" y="766"/>
                  </a:lnTo>
                  <a:lnTo>
                    <a:pt x="804" y="766"/>
                  </a:lnTo>
                  <a:lnTo>
                    <a:pt x="957" y="355"/>
                  </a:lnTo>
                  <a:lnTo>
                    <a:pt x="479" y="0"/>
                  </a:ln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248" name="Google Shape;13248;p43"/>
            <p:cNvSpPr/>
            <p:nvPr/>
          </p:nvSpPr>
          <p:spPr>
            <a:xfrm>
              <a:off x="7173803" y="1756047"/>
              <a:ext cx="27652" cy="35714"/>
            </a:xfrm>
            <a:custGeom>
              <a:rect b="b" l="l" r="r" t="t"/>
              <a:pathLst>
                <a:path extrusionOk="0" h="1360" w="1053">
                  <a:moveTo>
                    <a:pt x="211" y="0"/>
                  </a:moveTo>
                  <a:lnTo>
                    <a:pt x="220" y="29"/>
                  </a:lnTo>
                  <a:lnTo>
                    <a:pt x="0" y="1359"/>
                  </a:lnTo>
                  <a:lnTo>
                    <a:pt x="1053" y="1359"/>
                  </a:lnTo>
                  <a:lnTo>
                    <a:pt x="833" y="29"/>
                  </a:lnTo>
                  <a:lnTo>
                    <a:pt x="842" y="0"/>
                  </a:ln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249" name="Google Shape;13249;p43"/>
            <p:cNvSpPr/>
            <p:nvPr/>
          </p:nvSpPr>
          <p:spPr>
            <a:xfrm>
              <a:off x="7159964" y="1726373"/>
              <a:ext cx="23161" cy="65387"/>
            </a:xfrm>
            <a:custGeom>
              <a:rect b="b" l="l" r="r" t="t"/>
              <a:pathLst>
                <a:path extrusionOk="0" h="2490" w="882">
                  <a:moveTo>
                    <a:pt x="1" y="1"/>
                  </a:moveTo>
                  <a:lnTo>
                    <a:pt x="135" y="958"/>
                  </a:lnTo>
                  <a:lnTo>
                    <a:pt x="556" y="2489"/>
                  </a:lnTo>
                  <a:lnTo>
                    <a:pt x="661" y="2489"/>
                  </a:lnTo>
                  <a:lnTo>
                    <a:pt x="881" y="1140"/>
                  </a:lnTo>
                  <a:lnTo>
                    <a:pt x="671" y="642"/>
                  </a:lnTo>
                  <a:lnTo>
                    <a:pt x="1" y="1"/>
                  </a:ln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250" name="Google Shape;13250;p43"/>
            <p:cNvSpPr/>
            <p:nvPr/>
          </p:nvSpPr>
          <p:spPr>
            <a:xfrm>
              <a:off x="7192132" y="1725874"/>
              <a:ext cx="23398" cy="65886"/>
            </a:xfrm>
            <a:custGeom>
              <a:rect b="b" l="l" r="r" t="t"/>
              <a:pathLst>
                <a:path extrusionOk="0" h="2509" w="891">
                  <a:moveTo>
                    <a:pt x="891" y="1"/>
                  </a:moveTo>
                  <a:lnTo>
                    <a:pt x="192" y="651"/>
                  </a:lnTo>
                  <a:lnTo>
                    <a:pt x="1" y="1159"/>
                  </a:lnTo>
                  <a:lnTo>
                    <a:pt x="221" y="2508"/>
                  </a:lnTo>
                  <a:lnTo>
                    <a:pt x="326" y="2508"/>
                  </a:lnTo>
                  <a:lnTo>
                    <a:pt x="757" y="958"/>
                  </a:lnTo>
                  <a:lnTo>
                    <a:pt x="891" y="1"/>
                  </a:ln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251" name="Google Shape;13251;p43"/>
            <p:cNvSpPr/>
            <p:nvPr/>
          </p:nvSpPr>
          <p:spPr>
            <a:xfrm>
              <a:off x="7155447" y="1714057"/>
              <a:ext cx="63864" cy="37368"/>
            </a:xfrm>
            <a:custGeom>
              <a:rect b="b" l="l" r="r" t="t"/>
              <a:pathLst>
                <a:path extrusionOk="0" h="1423" w="2432">
                  <a:moveTo>
                    <a:pt x="642" y="1"/>
                  </a:moveTo>
                  <a:lnTo>
                    <a:pt x="0" y="422"/>
                  </a:lnTo>
                  <a:lnTo>
                    <a:pt x="431" y="1312"/>
                  </a:lnTo>
                  <a:cubicBezTo>
                    <a:pt x="461" y="1377"/>
                    <a:pt x="526" y="1413"/>
                    <a:pt x="590" y="1413"/>
                  </a:cubicBezTo>
                  <a:cubicBezTo>
                    <a:pt x="630" y="1413"/>
                    <a:pt x="670" y="1399"/>
                    <a:pt x="699" y="1369"/>
                  </a:cubicBezTo>
                  <a:lnTo>
                    <a:pt x="1216" y="987"/>
                  </a:lnTo>
                  <a:lnTo>
                    <a:pt x="1704" y="1350"/>
                  </a:lnTo>
                  <a:lnTo>
                    <a:pt x="1733" y="1379"/>
                  </a:lnTo>
                  <a:cubicBezTo>
                    <a:pt x="1765" y="1408"/>
                    <a:pt x="1807" y="1422"/>
                    <a:pt x="1847" y="1422"/>
                  </a:cubicBezTo>
                  <a:cubicBezTo>
                    <a:pt x="1901" y="1422"/>
                    <a:pt x="1954" y="1396"/>
                    <a:pt x="1981" y="1341"/>
                  </a:cubicBezTo>
                  <a:lnTo>
                    <a:pt x="2431" y="432"/>
                  </a:lnTo>
                  <a:lnTo>
                    <a:pt x="1857" y="49"/>
                  </a:lnTo>
                  <a:lnTo>
                    <a:pt x="1723" y="288"/>
                  </a:lnTo>
                  <a:lnTo>
                    <a:pt x="1216" y="814"/>
                  </a:lnTo>
                  <a:lnTo>
                    <a:pt x="728" y="336"/>
                  </a:lnTo>
                  <a:lnTo>
                    <a:pt x="642" y="1"/>
                  </a:lnTo>
                  <a:close/>
                </a:path>
              </a:pathLst>
            </a:custGeom>
            <a:solidFill>
              <a:srgbClr val="F3F6F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252" name="Google Shape;13252;p43"/>
            <p:cNvSpPr/>
            <p:nvPr/>
          </p:nvSpPr>
          <p:spPr>
            <a:xfrm>
              <a:off x="7142133" y="1596202"/>
              <a:ext cx="90755" cy="64101"/>
            </a:xfrm>
            <a:custGeom>
              <a:rect b="b" l="l" r="r" t="t"/>
              <a:pathLst>
                <a:path extrusionOk="0" h="2441" w="3456">
                  <a:moveTo>
                    <a:pt x="3034" y="2106"/>
                  </a:moveTo>
                  <a:lnTo>
                    <a:pt x="3024" y="2125"/>
                  </a:lnTo>
                  <a:lnTo>
                    <a:pt x="3005" y="2144"/>
                  </a:lnTo>
                  <a:lnTo>
                    <a:pt x="3034" y="2106"/>
                  </a:lnTo>
                  <a:lnTo>
                    <a:pt x="3034" y="2106"/>
                  </a:lnTo>
                  <a:lnTo>
                    <a:pt x="3024" y="2115"/>
                  </a:lnTo>
                  <a:lnTo>
                    <a:pt x="2986" y="2135"/>
                  </a:lnTo>
                  <a:lnTo>
                    <a:pt x="3034" y="2106"/>
                  </a:lnTo>
                  <a:lnTo>
                    <a:pt x="3034" y="2106"/>
                  </a:lnTo>
                  <a:close/>
                  <a:moveTo>
                    <a:pt x="1656" y="0"/>
                  </a:moveTo>
                  <a:cubicBezTo>
                    <a:pt x="737" y="0"/>
                    <a:pt x="0" y="747"/>
                    <a:pt x="0" y="1656"/>
                  </a:cubicBezTo>
                  <a:lnTo>
                    <a:pt x="0" y="2441"/>
                  </a:lnTo>
                  <a:cubicBezTo>
                    <a:pt x="0" y="2441"/>
                    <a:pt x="373" y="2403"/>
                    <a:pt x="421" y="2221"/>
                  </a:cubicBezTo>
                  <a:cubicBezTo>
                    <a:pt x="440" y="2202"/>
                    <a:pt x="450" y="2182"/>
                    <a:pt x="460" y="2154"/>
                  </a:cubicBezTo>
                  <a:cubicBezTo>
                    <a:pt x="670" y="2154"/>
                    <a:pt x="1675" y="2144"/>
                    <a:pt x="2249" y="1455"/>
                  </a:cubicBezTo>
                  <a:cubicBezTo>
                    <a:pt x="2364" y="1790"/>
                    <a:pt x="2642" y="2048"/>
                    <a:pt x="2986" y="2144"/>
                  </a:cubicBezTo>
                  <a:cubicBezTo>
                    <a:pt x="2996" y="2173"/>
                    <a:pt x="3015" y="2192"/>
                    <a:pt x="3024" y="2211"/>
                  </a:cubicBezTo>
                  <a:cubicBezTo>
                    <a:pt x="3072" y="2393"/>
                    <a:pt x="3455" y="2431"/>
                    <a:pt x="3455" y="2431"/>
                  </a:cubicBezTo>
                  <a:lnTo>
                    <a:pt x="3455" y="1656"/>
                  </a:lnTo>
                  <a:cubicBezTo>
                    <a:pt x="3455" y="747"/>
                    <a:pt x="2709" y="0"/>
                    <a:pt x="1790" y="0"/>
                  </a:cubicBez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253" name="Google Shape;13253;p43"/>
            <p:cNvSpPr/>
            <p:nvPr/>
          </p:nvSpPr>
          <p:spPr>
            <a:xfrm>
              <a:off x="7142133" y="1596202"/>
              <a:ext cx="49264" cy="64101"/>
            </a:xfrm>
            <a:custGeom>
              <a:rect b="b" l="l" r="r" t="t"/>
              <a:pathLst>
                <a:path extrusionOk="0" h="2441" w="1876">
                  <a:moveTo>
                    <a:pt x="1665" y="0"/>
                  </a:moveTo>
                  <a:cubicBezTo>
                    <a:pt x="747" y="0"/>
                    <a:pt x="0" y="747"/>
                    <a:pt x="0" y="1666"/>
                  </a:cubicBezTo>
                  <a:lnTo>
                    <a:pt x="0" y="2441"/>
                  </a:lnTo>
                  <a:cubicBezTo>
                    <a:pt x="105" y="2422"/>
                    <a:pt x="201" y="2393"/>
                    <a:pt x="297" y="2355"/>
                  </a:cubicBezTo>
                  <a:lnTo>
                    <a:pt x="297" y="2087"/>
                  </a:lnTo>
                  <a:lnTo>
                    <a:pt x="297" y="1656"/>
                  </a:lnTo>
                  <a:cubicBezTo>
                    <a:pt x="297" y="776"/>
                    <a:pt x="995" y="48"/>
                    <a:pt x="1876" y="0"/>
                  </a:cubicBez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254" name="Google Shape;13254;p43"/>
            <p:cNvSpPr/>
            <p:nvPr/>
          </p:nvSpPr>
          <p:spPr>
            <a:xfrm>
              <a:off x="7220546" y="1653685"/>
              <a:ext cx="19879" cy="26733"/>
            </a:xfrm>
            <a:custGeom>
              <a:rect b="b" l="l" r="r" t="t"/>
              <a:pathLst>
                <a:path extrusionOk="0" h="1018" w="757">
                  <a:moveTo>
                    <a:pt x="201" y="1"/>
                  </a:moveTo>
                  <a:cubicBezTo>
                    <a:pt x="93" y="1"/>
                    <a:pt x="0" y="92"/>
                    <a:pt x="0" y="204"/>
                  </a:cubicBezTo>
                  <a:lnTo>
                    <a:pt x="0" y="807"/>
                  </a:lnTo>
                  <a:cubicBezTo>
                    <a:pt x="0" y="922"/>
                    <a:pt x="96" y="1017"/>
                    <a:pt x="211" y="1017"/>
                  </a:cubicBezTo>
                  <a:cubicBezTo>
                    <a:pt x="230" y="1017"/>
                    <a:pt x="249" y="1008"/>
                    <a:pt x="268" y="1008"/>
                  </a:cubicBezTo>
                  <a:cubicBezTo>
                    <a:pt x="316" y="989"/>
                    <a:pt x="354" y="979"/>
                    <a:pt x="392" y="950"/>
                  </a:cubicBezTo>
                  <a:cubicBezTo>
                    <a:pt x="431" y="912"/>
                    <a:pt x="469" y="883"/>
                    <a:pt x="507" y="855"/>
                  </a:cubicBezTo>
                  <a:cubicBezTo>
                    <a:pt x="756" y="568"/>
                    <a:pt x="632" y="127"/>
                    <a:pt x="268" y="13"/>
                  </a:cubicBezTo>
                  <a:cubicBezTo>
                    <a:pt x="246" y="5"/>
                    <a:pt x="223" y="1"/>
                    <a:pt x="201" y="1"/>
                  </a:cubicBezTo>
                  <a:close/>
                </a:path>
              </a:pathLst>
            </a:custGeom>
            <a:solidFill>
              <a:srgbClr val="CBD6D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255" name="Google Shape;13255;p43"/>
            <p:cNvSpPr/>
            <p:nvPr/>
          </p:nvSpPr>
          <p:spPr>
            <a:xfrm>
              <a:off x="7134833" y="1653738"/>
              <a:ext cx="19879" cy="26628"/>
            </a:xfrm>
            <a:custGeom>
              <a:rect b="b" l="l" r="r" t="t"/>
              <a:pathLst>
                <a:path extrusionOk="0" h="1014" w="757">
                  <a:moveTo>
                    <a:pt x="551" y="1"/>
                  </a:moveTo>
                  <a:cubicBezTo>
                    <a:pt x="529" y="1"/>
                    <a:pt x="508" y="4"/>
                    <a:pt x="489" y="11"/>
                  </a:cubicBezTo>
                  <a:cubicBezTo>
                    <a:pt x="1" y="154"/>
                    <a:pt x="1" y="853"/>
                    <a:pt x="489" y="1006"/>
                  </a:cubicBezTo>
                  <a:cubicBezTo>
                    <a:pt x="508" y="1011"/>
                    <a:pt x="527" y="1014"/>
                    <a:pt x="545" y="1014"/>
                  </a:cubicBezTo>
                  <a:cubicBezTo>
                    <a:pt x="658" y="1014"/>
                    <a:pt x="757" y="920"/>
                    <a:pt x="757" y="805"/>
                  </a:cubicBezTo>
                  <a:lnTo>
                    <a:pt x="757" y="202"/>
                  </a:lnTo>
                  <a:cubicBezTo>
                    <a:pt x="757" y="135"/>
                    <a:pt x="728" y="78"/>
                    <a:pt x="671" y="39"/>
                  </a:cubicBezTo>
                  <a:cubicBezTo>
                    <a:pt x="639" y="14"/>
                    <a:pt x="594" y="1"/>
                    <a:pt x="551" y="1"/>
                  </a:cubicBezTo>
                  <a:close/>
                </a:path>
              </a:pathLst>
            </a:custGeom>
            <a:solidFill>
              <a:srgbClr val="B9C7D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256" name="Google Shape;13256;p43"/>
            <p:cNvSpPr/>
            <p:nvPr/>
          </p:nvSpPr>
          <p:spPr>
            <a:xfrm>
              <a:off x="7171019" y="1700349"/>
              <a:ext cx="33219" cy="38130"/>
            </a:xfrm>
            <a:custGeom>
              <a:rect b="b" l="l" r="r" t="t"/>
              <a:pathLst>
                <a:path extrusionOk="0" h="1452" w="1265">
                  <a:moveTo>
                    <a:pt x="211" y="1"/>
                  </a:moveTo>
                  <a:cubicBezTo>
                    <a:pt x="97" y="1"/>
                    <a:pt x="1" y="89"/>
                    <a:pt x="1" y="207"/>
                  </a:cubicBezTo>
                  <a:lnTo>
                    <a:pt x="1" y="820"/>
                  </a:lnTo>
                  <a:cubicBezTo>
                    <a:pt x="1" y="877"/>
                    <a:pt x="20" y="934"/>
                    <a:pt x="68" y="982"/>
                  </a:cubicBezTo>
                  <a:lnTo>
                    <a:pt x="489" y="1384"/>
                  </a:lnTo>
                  <a:cubicBezTo>
                    <a:pt x="527" y="1422"/>
                    <a:pt x="575" y="1451"/>
                    <a:pt x="632" y="1451"/>
                  </a:cubicBezTo>
                  <a:cubicBezTo>
                    <a:pt x="690" y="1451"/>
                    <a:pt x="738" y="1422"/>
                    <a:pt x="776" y="1384"/>
                  </a:cubicBezTo>
                  <a:lnTo>
                    <a:pt x="1207" y="934"/>
                  </a:lnTo>
                  <a:cubicBezTo>
                    <a:pt x="1245" y="896"/>
                    <a:pt x="1264" y="848"/>
                    <a:pt x="1264" y="791"/>
                  </a:cubicBezTo>
                  <a:lnTo>
                    <a:pt x="1264" y="217"/>
                  </a:lnTo>
                  <a:cubicBezTo>
                    <a:pt x="1264" y="159"/>
                    <a:pt x="1245" y="102"/>
                    <a:pt x="1207" y="63"/>
                  </a:cubicBezTo>
                  <a:cubicBezTo>
                    <a:pt x="1159" y="25"/>
                    <a:pt x="1101" y="6"/>
                    <a:pt x="1053" y="6"/>
                  </a:cubicBezTo>
                  <a:lnTo>
                    <a:pt x="1006" y="6"/>
                  </a:lnTo>
                  <a:cubicBezTo>
                    <a:pt x="929" y="25"/>
                    <a:pt x="843" y="35"/>
                    <a:pt x="766" y="35"/>
                  </a:cubicBezTo>
                  <a:lnTo>
                    <a:pt x="508" y="35"/>
                  </a:lnTo>
                  <a:cubicBezTo>
                    <a:pt x="422" y="35"/>
                    <a:pt x="336" y="25"/>
                    <a:pt x="259" y="6"/>
                  </a:cubicBezTo>
                  <a:cubicBezTo>
                    <a:pt x="243" y="3"/>
                    <a:pt x="227" y="1"/>
                    <a:pt x="211" y="1"/>
                  </a:cubicBezTo>
                  <a:close/>
                </a:path>
              </a:pathLst>
            </a:custGeom>
            <a:solidFill>
              <a:srgbClr val="CBD6D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257" name="Google Shape;13257;p43"/>
            <p:cNvSpPr/>
            <p:nvPr/>
          </p:nvSpPr>
          <p:spPr>
            <a:xfrm>
              <a:off x="7171019" y="1700428"/>
              <a:ext cx="20378" cy="38051"/>
            </a:xfrm>
            <a:custGeom>
              <a:rect b="b" l="l" r="r" t="t"/>
              <a:pathLst>
                <a:path extrusionOk="0" h="1449" w="776">
                  <a:moveTo>
                    <a:pt x="208" y="1"/>
                  </a:moveTo>
                  <a:cubicBezTo>
                    <a:pt x="97" y="1"/>
                    <a:pt x="1" y="90"/>
                    <a:pt x="1" y="204"/>
                  </a:cubicBezTo>
                  <a:lnTo>
                    <a:pt x="1" y="817"/>
                  </a:lnTo>
                  <a:cubicBezTo>
                    <a:pt x="1" y="874"/>
                    <a:pt x="20" y="931"/>
                    <a:pt x="68" y="979"/>
                  </a:cubicBezTo>
                  <a:lnTo>
                    <a:pt x="479" y="1381"/>
                  </a:lnTo>
                  <a:cubicBezTo>
                    <a:pt x="518" y="1419"/>
                    <a:pt x="575" y="1448"/>
                    <a:pt x="632" y="1448"/>
                  </a:cubicBezTo>
                  <a:cubicBezTo>
                    <a:pt x="680" y="1448"/>
                    <a:pt x="738" y="1419"/>
                    <a:pt x="776" y="1381"/>
                  </a:cubicBezTo>
                  <a:cubicBezTo>
                    <a:pt x="738" y="1372"/>
                    <a:pt x="699" y="1352"/>
                    <a:pt x="671" y="1324"/>
                  </a:cubicBezTo>
                  <a:lnTo>
                    <a:pt x="250" y="922"/>
                  </a:lnTo>
                  <a:cubicBezTo>
                    <a:pt x="202" y="874"/>
                    <a:pt x="183" y="817"/>
                    <a:pt x="183" y="759"/>
                  </a:cubicBezTo>
                  <a:lnTo>
                    <a:pt x="183" y="147"/>
                  </a:lnTo>
                  <a:cubicBezTo>
                    <a:pt x="183" y="89"/>
                    <a:pt x="202" y="41"/>
                    <a:pt x="240" y="3"/>
                  </a:cubicBezTo>
                  <a:cubicBezTo>
                    <a:pt x="229" y="1"/>
                    <a:pt x="219" y="1"/>
                    <a:pt x="208" y="1"/>
                  </a:cubicBezTo>
                  <a:close/>
                </a:path>
              </a:pathLst>
            </a:custGeom>
            <a:solidFill>
              <a:srgbClr val="B9C7D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258" name="Google Shape;13258;p43"/>
            <p:cNvSpPr/>
            <p:nvPr/>
          </p:nvSpPr>
          <p:spPr>
            <a:xfrm>
              <a:off x="7151928" y="1633728"/>
              <a:ext cx="71401" cy="76338"/>
            </a:xfrm>
            <a:custGeom>
              <a:rect b="b" l="l" r="r" t="t"/>
              <a:pathLst>
                <a:path extrusionOk="0" h="2907" w="2719">
                  <a:moveTo>
                    <a:pt x="1879" y="0"/>
                  </a:moveTo>
                  <a:cubicBezTo>
                    <a:pt x="1863" y="0"/>
                    <a:pt x="1849" y="6"/>
                    <a:pt x="1838" y="17"/>
                  </a:cubicBezTo>
                  <a:cubicBezTo>
                    <a:pt x="1541" y="237"/>
                    <a:pt x="1206" y="399"/>
                    <a:pt x="852" y="495"/>
                  </a:cubicBezTo>
                  <a:cubicBezTo>
                    <a:pt x="747" y="524"/>
                    <a:pt x="632" y="552"/>
                    <a:pt x="527" y="572"/>
                  </a:cubicBezTo>
                  <a:cubicBezTo>
                    <a:pt x="412" y="591"/>
                    <a:pt x="307" y="610"/>
                    <a:pt x="192" y="610"/>
                  </a:cubicBezTo>
                  <a:cubicBezTo>
                    <a:pt x="87" y="619"/>
                    <a:pt x="0" y="715"/>
                    <a:pt x="0" y="820"/>
                  </a:cubicBezTo>
                  <a:lnTo>
                    <a:pt x="0" y="1672"/>
                  </a:lnTo>
                  <a:cubicBezTo>
                    <a:pt x="0" y="2352"/>
                    <a:pt x="555" y="2907"/>
                    <a:pt x="1235" y="2907"/>
                  </a:cubicBezTo>
                  <a:lnTo>
                    <a:pt x="1484" y="2907"/>
                  </a:lnTo>
                  <a:cubicBezTo>
                    <a:pt x="2163" y="2907"/>
                    <a:pt x="2718" y="2352"/>
                    <a:pt x="2718" y="1672"/>
                  </a:cubicBezTo>
                  <a:lnTo>
                    <a:pt x="2718" y="792"/>
                  </a:lnTo>
                  <a:cubicBezTo>
                    <a:pt x="2718" y="706"/>
                    <a:pt x="2661" y="629"/>
                    <a:pt x="2584" y="600"/>
                  </a:cubicBezTo>
                  <a:cubicBezTo>
                    <a:pt x="2556" y="591"/>
                    <a:pt x="2527" y="581"/>
                    <a:pt x="2508" y="562"/>
                  </a:cubicBezTo>
                  <a:cubicBezTo>
                    <a:pt x="2269" y="466"/>
                    <a:pt x="2068" y="294"/>
                    <a:pt x="1953" y="64"/>
                  </a:cubicBezTo>
                  <a:lnTo>
                    <a:pt x="1943" y="45"/>
                  </a:lnTo>
                  <a:cubicBezTo>
                    <a:pt x="1931" y="15"/>
                    <a:pt x="1904" y="0"/>
                    <a:pt x="1879" y="0"/>
                  </a:cubicBezTo>
                  <a:close/>
                </a:path>
              </a:pathLst>
            </a:custGeom>
            <a:solidFill>
              <a:srgbClr val="CBD6D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259" name="Google Shape;13259;p43"/>
            <p:cNvSpPr/>
            <p:nvPr/>
          </p:nvSpPr>
          <p:spPr>
            <a:xfrm>
              <a:off x="7151928" y="1633728"/>
              <a:ext cx="51785" cy="76338"/>
            </a:xfrm>
            <a:custGeom>
              <a:rect b="b" l="l" r="r" t="t"/>
              <a:pathLst>
                <a:path extrusionOk="0" h="2907" w="1972">
                  <a:moveTo>
                    <a:pt x="1883" y="0"/>
                  </a:moveTo>
                  <a:cubicBezTo>
                    <a:pt x="1868" y="0"/>
                    <a:pt x="1852" y="6"/>
                    <a:pt x="1838" y="17"/>
                  </a:cubicBezTo>
                  <a:cubicBezTo>
                    <a:pt x="1541" y="237"/>
                    <a:pt x="1206" y="399"/>
                    <a:pt x="852" y="495"/>
                  </a:cubicBezTo>
                  <a:cubicBezTo>
                    <a:pt x="747" y="524"/>
                    <a:pt x="632" y="552"/>
                    <a:pt x="527" y="572"/>
                  </a:cubicBezTo>
                  <a:cubicBezTo>
                    <a:pt x="412" y="591"/>
                    <a:pt x="307" y="610"/>
                    <a:pt x="192" y="610"/>
                  </a:cubicBezTo>
                  <a:cubicBezTo>
                    <a:pt x="87" y="619"/>
                    <a:pt x="0" y="715"/>
                    <a:pt x="0" y="820"/>
                  </a:cubicBezTo>
                  <a:lnTo>
                    <a:pt x="0" y="1672"/>
                  </a:lnTo>
                  <a:cubicBezTo>
                    <a:pt x="0" y="2352"/>
                    <a:pt x="555" y="2907"/>
                    <a:pt x="1235" y="2907"/>
                  </a:cubicBezTo>
                  <a:lnTo>
                    <a:pt x="1484" y="2907"/>
                  </a:lnTo>
                  <a:cubicBezTo>
                    <a:pt x="804" y="2907"/>
                    <a:pt x="259" y="2361"/>
                    <a:pt x="249" y="1682"/>
                  </a:cubicBezTo>
                  <a:lnTo>
                    <a:pt x="249" y="830"/>
                  </a:lnTo>
                  <a:cubicBezTo>
                    <a:pt x="249" y="715"/>
                    <a:pt x="335" y="629"/>
                    <a:pt x="450" y="619"/>
                  </a:cubicBezTo>
                  <a:cubicBezTo>
                    <a:pt x="555" y="610"/>
                    <a:pt x="670" y="600"/>
                    <a:pt x="776" y="581"/>
                  </a:cubicBezTo>
                  <a:cubicBezTo>
                    <a:pt x="881" y="562"/>
                    <a:pt x="996" y="533"/>
                    <a:pt x="1101" y="505"/>
                  </a:cubicBezTo>
                  <a:cubicBezTo>
                    <a:pt x="1407" y="418"/>
                    <a:pt x="1704" y="275"/>
                    <a:pt x="1972" y="103"/>
                  </a:cubicBezTo>
                  <a:lnTo>
                    <a:pt x="1953" y="64"/>
                  </a:lnTo>
                  <a:lnTo>
                    <a:pt x="1943" y="45"/>
                  </a:lnTo>
                  <a:cubicBezTo>
                    <a:pt x="1931" y="15"/>
                    <a:pt x="1908" y="0"/>
                    <a:pt x="1883" y="0"/>
                  </a:cubicBezTo>
                  <a:close/>
                </a:path>
              </a:pathLst>
            </a:custGeom>
            <a:solidFill>
              <a:srgbClr val="B9C7D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260" name="Google Shape;13260;p43"/>
            <p:cNvSpPr/>
            <p:nvPr/>
          </p:nvSpPr>
          <p:spPr>
            <a:xfrm>
              <a:off x="7117003" y="1723353"/>
              <a:ext cx="61081" cy="68407"/>
            </a:xfrm>
            <a:custGeom>
              <a:rect b="b" l="l" r="r" t="t"/>
              <a:pathLst>
                <a:path extrusionOk="0" h="2605" w="2326">
                  <a:moveTo>
                    <a:pt x="1598" y="1"/>
                  </a:moveTo>
                  <a:lnTo>
                    <a:pt x="852" y="307"/>
                  </a:lnTo>
                  <a:cubicBezTo>
                    <a:pt x="335" y="518"/>
                    <a:pt x="0" y="1025"/>
                    <a:pt x="29" y="1590"/>
                  </a:cubicBezTo>
                  <a:lnTo>
                    <a:pt x="29" y="2336"/>
                  </a:lnTo>
                  <a:cubicBezTo>
                    <a:pt x="20" y="2475"/>
                    <a:pt x="135" y="2605"/>
                    <a:pt x="281" y="2605"/>
                  </a:cubicBezTo>
                  <a:cubicBezTo>
                    <a:pt x="286" y="2605"/>
                    <a:pt x="292" y="2604"/>
                    <a:pt x="297" y="2604"/>
                  </a:cubicBezTo>
                  <a:lnTo>
                    <a:pt x="2326" y="2604"/>
                  </a:lnTo>
                  <a:lnTo>
                    <a:pt x="1598" y="1"/>
                  </a:lnTo>
                  <a:close/>
                </a:path>
              </a:pathLst>
            </a:custGeom>
            <a:solidFill>
              <a:srgbClr val="435D7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261" name="Google Shape;13261;p43"/>
            <p:cNvSpPr/>
            <p:nvPr/>
          </p:nvSpPr>
          <p:spPr>
            <a:xfrm>
              <a:off x="7197174" y="1723616"/>
              <a:ext cx="60319" cy="68145"/>
            </a:xfrm>
            <a:custGeom>
              <a:rect b="b" l="l" r="r" t="t"/>
              <a:pathLst>
                <a:path extrusionOk="0" h="2595" w="2297">
                  <a:moveTo>
                    <a:pt x="718" y="1"/>
                  </a:moveTo>
                  <a:lnTo>
                    <a:pt x="0" y="2594"/>
                  </a:lnTo>
                  <a:lnTo>
                    <a:pt x="2000" y="2594"/>
                  </a:lnTo>
                  <a:cubicBezTo>
                    <a:pt x="2005" y="2594"/>
                    <a:pt x="2011" y="2595"/>
                    <a:pt x="2016" y="2595"/>
                  </a:cubicBezTo>
                  <a:cubicBezTo>
                    <a:pt x="2153" y="2595"/>
                    <a:pt x="2268" y="2474"/>
                    <a:pt x="2268" y="2336"/>
                  </a:cubicBezTo>
                  <a:lnTo>
                    <a:pt x="2268" y="1580"/>
                  </a:lnTo>
                  <a:cubicBezTo>
                    <a:pt x="2297" y="1015"/>
                    <a:pt x="1962" y="508"/>
                    <a:pt x="1445" y="297"/>
                  </a:cubicBezTo>
                  <a:lnTo>
                    <a:pt x="718" y="1"/>
                  </a:lnTo>
                  <a:close/>
                </a:path>
              </a:pathLst>
            </a:custGeom>
            <a:solidFill>
              <a:srgbClr val="435D7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262" name="Google Shape;13262;p43"/>
            <p:cNvSpPr/>
            <p:nvPr/>
          </p:nvSpPr>
          <p:spPr>
            <a:xfrm>
              <a:off x="7136094" y="1759303"/>
              <a:ext cx="11082" cy="32457"/>
            </a:xfrm>
            <a:custGeom>
              <a:rect b="b" l="l" r="r" t="t"/>
              <a:pathLst>
                <a:path extrusionOk="0" h="1236" w="422">
                  <a:moveTo>
                    <a:pt x="211" y="1"/>
                  </a:moveTo>
                  <a:cubicBezTo>
                    <a:pt x="96" y="1"/>
                    <a:pt x="0" y="96"/>
                    <a:pt x="0" y="211"/>
                  </a:cubicBezTo>
                  <a:lnTo>
                    <a:pt x="0" y="1235"/>
                  </a:lnTo>
                  <a:lnTo>
                    <a:pt x="422" y="1235"/>
                  </a:lnTo>
                  <a:lnTo>
                    <a:pt x="422" y="211"/>
                  </a:lnTo>
                  <a:cubicBezTo>
                    <a:pt x="422" y="96"/>
                    <a:pt x="326" y="1"/>
                    <a:pt x="211" y="1"/>
                  </a:cubicBezTo>
                  <a:close/>
                </a:path>
              </a:pathLst>
            </a:custGeom>
            <a:solidFill>
              <a:srgbClr val="435D7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263" name="Google Shape;13263;p43"/>
            <p:cNvSpPr/>
            <p:nvPr/>
          </p:nvSpPr>
          <p:spPr>
            <a:xfrm>
              <a:off x="7227583" y="1759303"/>
              <a:ext cx="11082" cy="32457"/>
            </a:xfrm>
            <a:custGeom>
              <a:rect b="b" l="l" r="r" t="t"/>
              <a:pathLst>
                <a:path extrusionOk="0" h="1236" w="422">
                  <a:moveTo>
                    <a:pt x="211" y="1"/>
                  </a:moveTo>
                  <a:cubicBezTo>
                    <a:pt x="96" y="1"/>
                    <a:pt x="0" y="96"/>
                    <a:pt x="0" y="211"/>
                  </a:cubicBezTo>
                  <a:lnTo>
                    <a:pt x="0" y="1235"/>
                  </a:lnTo>
                  <a:lnTo>
                    <a:pt x="421" y="1235"/>
                  </a:lnTo>
                  <a:lnTo>
                    <a:pt x="421" y="211"/>
                  </a:lnTo>
                  <a:cubicBezTo>
                    <a:pt x="421" y="96"/>
                    <a:pt x="325" y="1"/>
                    <a:pt x="211" y="1"/>
                  </a:cubicBezTo>
                  <a:close/>
                </a:path>
              </a:pathLst>
            </a:custGeom>
            <a:solidFill>
              <a:srgbClr val="435D7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264" name="Google Shape;13264;p43"/>
            <p:cNvSpPr/>
            <p:nvPr/>
          </p:nvSpPr>
          <p:spPr>
            <a:xfrm>
              <a:off x="7117003" y="1723353"/>
              <a:ext cx="42988" cy="68407"/>
            </a:xfrm>
            <a:custGeom>
              <a:rect b="b" l="l" r="r" t="t"/>
              <a:pathLst>
                <a:path extrusionOk="0" h="2605" w="1637">
                  <a:moveTo>
                    <a:pt x="1598" y="1"/>
                  </a:moveTo>
                  <a:lnTo>
                    <a:pt x="852" y="307"/>
                  </a:lnTo>
                  <a:cubicBezTo>
                    <a:pt x="335" y="518"/>
                    <a:pt x="0" y="1025"/>
                    <a:pt x="29" y="1590"/>
                  </a:cubicBezTo>
                  <a:lnTo>
                    <a:pt x="29" y="2336"/>
                  </a:lnTo>
                  <a:cubicBezTo>
                    <a:pt x="19" y="2480"/>
                    <a:pt x="144" y="2604"/>
                    <a:pt x="297" y="2604"/>
                  </a:cubicBezTo>
                  <a:lnTo>
                    <a:pt x="335" y="2604"/>
                  </a:lnTo>
                  <a:lnTo>
                    <a:pt x="335" y="1580"/>
                  </a:lnTo>
                  <a:cubicBezTo>
                    <a:pt x="306" y="1025"/>
                    <a:pt x="641" y="518"/>
                    <a:pt x="1158" y="307"/>
                  </a:cubicBezTo>
                  <a:lnTo>
                    <a:pt x="1637" y="106"/>
                  </a:lnTo>
                  <a:lnTo>
                    <a:pt x="1598" y="1"/>
                  </a:lnTo>
                  <a:close/>
                </a:path>
              </a:pathLst>
            </a:custGeom>
            <a:solidFill>
              <a:srgbClr val="435D7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265" name="Google Shape;13265;p43"/>
            <p:cNvSpPr/>
            <p:nvPr/>
          </p:nvSpPr>
          <p:spPr>
            <a:xfrm>
              <a:off x="7367313" y="1735931"/>
              <a:ext cx="25393" cy="20141"/>
            </a:xfrm>
            <a:custGeom>
              <a:rect b="b" l="l" r="r" t="t"/>
              <a:pathLst>
                <a:path extrusionOk="0" h="767" w="967">
                  <a:moveTo>
                    <a:pt x="488" y="0"/>
                  </a:moveTo>
                  <a:lnTo>
                    <a:pt x="0" y="355"/>
                  </a:lnTo>
                  <a:lnTo>
                    <a:pt x="172" y="766"/>
                  </a:lnTo>
                  <a:lnTo>
                    <a:pt x="814" y="766"/>
                  </a:lnTo>
                  <a:lnTo>
                    <a:pt x="967" y="355"/>
                  </a:lnTo>
                  <a:lnTo>
                    <a:pt x="488" y="0"/>
                  </a:ln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266" name="Google Shape;13266;p43"/>
            <p:cNvSpPr/>
            <p:nvPr/>
          </p:nvSpPr>
          <p:spPr>
            <a:xfrm>
              <a:off x="7366551" y="1756047"/>
              <a:ext cx="27415" cy="35714"/>
            </a:xfrm>
            <a:custGeom>
              <a:rect b="b" l="l" r="r" t="t"/>
              <a:pathLst>
                <a:path extrusionOk="0" h="1360" w="1044">
                  <a:moveTo>
                    <a:pt x="201" y="0"/>
                  </a:moveTo>
                  <a:lnTo>
                    <a:pt x="221" y="29"/>
                  </a:lnTo>
                  <a:lnTo>
                    <a:pt x="0" y="1359"/>
                  </a:lnTo>
                  <a:lnTo>
                    <a:pt x="1044" y="1359"/>
                  </a:lnTo>
                  <a:lnTo>
                    <a:pt x="833" y="29"/>
                  </a:lnTo>
                  <a:lnTo>
                    <a:pt x="843" y="0"/>
                  </a:ln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267" name="Google Shape;13267;p43"/>
            <p:cNvSpPr/>
            <p:nvPr/>
          </p:nvSpPr>
          <p:spPr>
            <a:xfrm>
              <a:off x="7352476" y="1726373"/>
              <a:ext cx="23398" cy="65387"/>
            </a:xfrm>
            <a:custGeom>
              <a:rect b="b" l="l" r="r" t="t"/>
              <a:pathLst>
                <a:path extrusionOk="0" h="2490" w="891">
                  <a:moveTo>
                    <a:pt x="1" y="1"/>
                  </a:moveTo>
                  <a:lnTo>
                    <a:pt x="134" y="958"/>
                  </a:lnTo>
                  <a:lnTo>
                    <a:pt x="565" y="2489"/>
                  </a:lnTo>
                  <a:lnTo>
                    <a:pt x="670" y="2489"/>
                  </a:lnTo>
                  <a:lnTo>
                    <a:pt x="891" y="1140"/>
                  </a:lnTo>
                  <a:lnTo>
                    <a:pt x="680" y="642"/>
                  </a:lnTo>
                  <a:lnTo>
                    <a:pt x="1" y="1"/>
                  </a:ln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268" name="Google Shape;13268;p43"/>
            <p:cNvSpPr/>
            <p:nvPr/>
          </p:nvSpPr>
          <p:spPr>
            <a:xfrm>
              <a:off x="7384907" y="1725874"/>
              <a:ext cx="23398" cy="65886"/>
            </a:xfrm>
            <a:custGeom>
              <a:rect b="b" l="l" r="r" t="t"/>
              <a:pathLst>
                <a:path extrusionOk="0" h="2509" w="891">
                  <a:moveTo>
                    <a:pt x="890" y="1"/>
                  </a:moveTo>
                  <a:lnTo>
                    <a:pt x="182" y="651"/>
                  </a:lnTo>
                  <a:lnTo>
                    <a:pt x="0" y="1159"/>
                  </a:lnTo>
                  <a:lnTo>
                    <a:pt x="211" y="2508"/>
                  </a:lnTo>
                  <a:lnTo>
                    <a:pt x="325" y="2508"/>
                  </a:lnTo>
                  <a:lnTo>
                    <a:pt x="756" y="958"/>
                  </a:lnTo>
                  <a:lnTo>
                    <a:pt x="890" y="1"/>
                  </a:ln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269" name="Google Shape;13269;p43"/>
            <p:cNvSpPr/>
            <p:nvPr/>
          </p:nvSpPr>
          <p:spPr>
            <a:xfrm>
              <a:off x="7348196" y="1714057"/>
              <a:ext cx="63628" cy="37368"/>
            </a:xfrm>
            <a:custGeom>
              <a:rect b="b" l="l" r="r" t="t"/>
              <a:pathLst>
                <a:path extrusionOk="0" h="1423" w="2423">
                  <a:moveTo>
                    <a:pt x="632" y="1"/>
                  </a:moveTo>
                  <a:lnTo>
                    <a:pt x="1" y="422"/>
                  </a:lnTo>
                  <a:lnTo>
                    <a:pt x="431" y="1312"/>
                  </a:lnTo>
                  <a:cubicBezTo>
                    <a:pt x="461" y="1377"/>
                    <a:pt x="523" y="1413"/>
                    <a:pt x="587" y="1413"/>
                  </a:cubicBezTo>
                  <a:cubicBezTo>
                    <a:pt x="626" y="1413"/>
                    <a:pt x="666" y="1399"/>
                    <a:pt x="699" y="1369"/>
                  </a:cubicBezTo>
                  <a:lnTo>
                    <a:pt x="1216" y="987"/>
                  </a:lnTo>
                  <a:lnTo>
                    <a:pt x="1704" y="1350"/>
                  </a:lnTo>
                  <a:lnTo>
                    <a:pt x="1733" y="1379"/>
                  </a:lnTo>
                  <a:cubicBezTo>
                    <a:pt x="1762" y="1408"/>
                    <a:pt x="1802" y="1422"/>
                    <a:pt x="1843" y="1422"/>
                  </a:cubicBezTo>
                  <a:cubicBezTo>
                    <a:pt x="1899" y="1422"/>
                    <a:pt x="1954" y="1396"/>
                    <a:pt x="1982" y="1341"/>
                  </a:cubicBezTo>
                  <a:lnTo>
                    <a:pt x="2422" y="432"/>
                  </a:lnTo>
                  <a:lnTo>
                    <a:pt x="1857" y="49"/>
                  </a:lnTo>
                  <a:lnTo>
                    <a:pt x="1714" y="288"/>
                  </a:lnTo>
                  <a:lnTo>
                    <a:pt x="1216" y="814"/>
                  </a:lnTo>
                  <a:lnTo>
                    <a:pt x="728" y="336"/>
                  </a:lnTo>
                  <a:lnTo>
                    <a:pt x="632" y="1"/>
                  </a:lnTo>
                  <a:close/>
                </a:path>
              </a:pathLst>
            </a:custGeom>
            <a:solidFill>
              <a:srgbClr val="F3F6F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270" name="Google Shape;13270;p43"/>
            <p:cNvSpPr/>
            <p:nvPr/>
          </p:nvSpPr>
          <p:spPr>
            <a:xfrm>
              <a:off x="7334882" y="1596202"/>
              <a:ext cx="90755" cy="64101"/>
            </a:xfrm>
            <a:custGeom>
              <a:rect b="b" l="l" r="r" t="t"/>
              <a:pathLst>
                <a:path extrusionOk="0" h="2441" w="3456">
                  <a:moveTo>
                    <a:pt x="3063" y="2087"/>
                  </a:moveTo>
                  <a:lnTo>
                    <a:pt x="3034" y="2106"/>
                  </a:lnTo>
                  <a:lnTo>
                    <a:pt x="3025" y="2115"/>
                  </a:lnTo>
                  <a:lnTo>
                    <a:pt x="2996" y="2135"/>
                  </a:lnTo>
                  <a:lnTo>
                    <a:pt x="3034" y="2106"/>
                  </a:lnTo>
                  <a:lnTo>
                    <a:pt x="3044" y="2096"/>
                  </a:lnTo>
                  <a:lnTo>
                    <a:pt x="3063" y="2087"/>
                  </a:lnTo>
                  <a:close/>
                  <a:moveTo>
                    <a:pt x="1656" y="0"/>
                  </a:moveTo>
                  <a:cubicBezTo>
                    <a:pt x="747" y="0"/>
                    <a:pt x="1" y="747"/>
                    <a:pt x="1" y="1656"/>
                  </a:cubicBezTo>
                  <a:lnTo>
                    <a:pt x="1" y="2441"/>
                  </a:lnTo>
                  <a:cubicBezTo>
                    <a:pt x="1" y="2441"/>
                    <a:pt x="374" y="2403"/>
                    <a:pt x="422" y="2221"/>
                  </a:cubicBezTo>
                  <a:cubicBezTo>
                    <a:pt x="441" y="2202"/>
                    <a:pt x="450" y="2182"/>
                    <a:pt x="460" y="2154"/>
                  </a:cubicBezTo>
                  <a:cubicBezTo>
                    <a:pt x="680" y="2154"/>
                    <a:pt x="1675" y="2144"/>
                    <a:pt x="2250" y="1455"/>
                  </a:cubicBezTo>
                  <a:cubicBezTo>
                    <a:pt x="2374" y="1790"/>
                    <a:pt x="2652" y="2048"/>
                    <a:pt x="2996" y="2144"/>
                  </a:cubicBezTo>
                  <a:cubicBezTo>
                    <a:pt x="2996" y="2173"/>
                    <a:pt x="3015" y="2192"/>
                    <a:pt x="3034" y="2211"/>
                  </a:cubicBezTo>
                  <a:cubicBezTo>
                    <a:pt x="3082" y="2393"/>
                    <a:pt x="3455" y="2431"/>
                    <a:pt x="3455" y="2431"/>
                  </a:cubicBezTo>
                  <a:lnTo>
                    <a:pt x="3455" y="1656"/>
                  </a:lnTo>
                  <a:cubicBezTo>
                    <a:pt x="3455" y="747"/>
                    <a:pt x="2709" y="0"/>
                    <a:pt x="1790" y="0"/>
                  </a:cubicBez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271" name="Google Shape;13271;p43"/>
            <p:cNvSpPr/>
            <p:nvPr/>
          </p:nvSpPr>
          <p:spPr>
            <a:xfrm>
              <a:off x="7334645" y="1596202"/>
              <a:ext cx="49264" cy="64101"/>
            </a:xfrm>
            <a:custGeom>
              <a:rect b="b" l="l" r="r" t="t"/>
              <a:pathLst>
                <a:path extrusionOk="0" h="2441" w="1876">
                  <a:moveTo>
                    <a:pt x="1665" y="0"/>
                  </a:moveTo>
                  <a:cubicBezTo>
                    <a:pt x="746" y="0"/>
                    <a:pt x="0" y="747"/>
                    <a:pt x="0" y="1666"/>
                  </a:cubicBezTo>
                  <a:lnTo>
                    <a:pt x="0" y="2441"/>
                  </a:lnTo>
                  <a:cubicBezTo>
                    <a:pt x="105" y="2422"/>
                    <a:pt x="201" y="2393"/>
                    <a:pt x="297" y="2355"/>
                  </a:cubicBezTo>
                  <a:lnTo>
                    <a:pt x="297" y="2087"/>
                  </a:lnTo>
                  <a:lnTo>
                    <a:pt x="306" y="2087"/>
                  </a:lnTo>
                  <a:lnTo>
                    <a:pt x="306" y="1656"/>
                  </a:lnTo>
                  <a:cubicBezTo>
                    <a:pt x="306" y="776"/>
                    <a:pt x="995" y="48"/>
                    <a:pt x="1876" y="0"/>
                  </a:cubicBez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272" name="Google Shape;13272;p43"/>
            <p:cNvSpPr/>
            <p:nvPr/>
          </p:nvSpPr>
          <p:spPr>
            <a:xfrm>
              <a:off x="7413294" y="1653685"/>
              <a:ext cx="19879" cy="26733"/>
            </a:xfrm>
            <a:custGeom>
              <a:rect b="b" l="l" r="r" t="t"/>
              <a:pathLst>
                <a:path extrusionOk="0" h="1018" w="757">
                  <a:moveTo>
                    <a:pt x="202" y="1"/>
                  </a:moveTo>
                  <a:cubicBezTo>
                    <a:pt x="93" y="1"/>
                    <a:pt x="1" y="92"/>
                    <a:pt x="1" y="204"/>
                  </a:cubicBezTo>
                  <a:lnTo>
                    <a:pt x="1" y="807"/>
                  </a:lnTo>
                  <a:cubicBezTo>
                    <a:pt x="1" y="922"/>
                    <a:pt x="87" y="1017"/>
                    <a:pt x="201" y="1017"/>
                  </a:cubicBezTo>
                  <a:cubicBezTo>
                    <a:pt x="230" y="1017"/>
                    <a:pt x="249" y="1008"/>
                    <a:pt x="268" y="1008"/>
                  </a:cubicBezTo>
                  <a:cubicBezTo>
                    <a:pt x="307" y="989"/>
                    <a:pt x="345" y="979"/>
                    <a:pt x="383" y="950"/>
                  </a:cubicBezTo>
                  <a:cubicBezTo>
                    <a:pt x="422" y="912"/>
                    <a:pt x="460" y="883"/>
                    <a:pt x="508" y="855"/>
                  </a:cubicBezTo>
                  <a:cubicBezTo>
                    <a:pt x="757" y="568"/>
                    <a:pt x="623" y="127"/>
                    <a:pt x="268" y="13"/>
                  </a:cubicBezTo>
                  <a:cubicBezTo>
                    <a:pt x="246" y="5"/>
                    <a:pt x="224" y="1"/>
                    <a:pt x="202" y="1"/>
                  </a:cubicBezTo>
                  <a:close/>
                </a:path>
              </a:pathLst>
            </a:custGeom>
            <a:solidFill>
              <a:srgbClr val="CBD6D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273" name="Google Shape;13273;p43"/>
            <p:cNvSpPr/>
            <p:nvPr/>
          </p:nvSpPr>
          <p:spPr>
            <a:xfrm>
              <a:off x="7327345" y="1653738"/>
              <a:ext cx="20141" cy="26628"/>
            </a:xfrm>
            <a:custGeom>
              <a:rect b="b" l="l" r="r" t="t"/>
              <a:pathLst>
                <a:path extrusionOk="0" h="1014" w="767">
                  <a:moveTo>
                    <a:pt x="558" y="1"/>
                  </a:moveTo>
                  <a:cubicBezTo>
                    <a:pt x="537" y="1"/>
                    <a:pt x="517" y="4"/>
                    <a:pt x="498" y="11"/>
                  </a:cubicBezTo>
                  <a:cubicBezTo>
                    <a:pt x="0" y="154"/>
                    <a:pt x="0" y="853"/>
                    <a:pt x="498" y="1006"/>
                  </a:cubicBezTo>
                  <a:cubicBezTo>
                    <a:pt x="517" y="1011"/>
                    <a:pt x="536" y="1014"/>
                    <a:pt x="555" y="1014"/>
                  </a:cubicBezTo>
                  <a:cubicBezTo>
                    <a:pt x="667" y="1014"/>
                    <a:pt x="766" y="920"/>
                    <a:pt x="766" y="805"/>
                  </a:cubicBezTo>
                  <a:lnTo>
                    <a:pt x="766" y="202"/>
                  </a:lnTo>
                  <a:cubicBezTo>
                    <a:pt x="766" y="135"/>
                    <a:pt x="728" y="78"/>
                    <a:pt x="680" y="39"/>
                  </a:cubicBezTo>
                  <a:cubicBezTo>
                    <a:pt x="642" y="14"/>
                    <a:pt x="599" y="1"/>
                    <a:pt x="558" y="1"/>
                  </a:cubicBezTo>
                  <a:close/>
                </a:path>
              </a:pathLst>
            </a:custGeom>
            <a:solidFill>
              <a:srgbClr val="B9C7D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274" name="Google Shape;13274;p43"/>
            <p:cNvSpPr/>
            <p:nvPr/>
          </p:nvSpPr>
          <p:spPr>
            <a:xfrm>
              <a:off x="7363794" y="1700349"/>
              <a:ext cx="33193" cy="38130"/>
            </a:xfrm>
            <a:custGeom>
              <a:rect b="b" l="l" r="r" t="t"/>
              <a:pathLst>
                <a:path extrusionOk="0" h="1452" w="1264">
                  <a:moveTo>
                    <a:pt x="211" y="1"/>
                  </a:moveTo>
                  <a:cubicBezTo>
                    <a:pt x="96" y="1"/>
                    <a:pt x="0" y="89"/>
                    <a:pt x="0" y="207"/>
                  </a:cubicBezTo>
                  <a:lnTo>
                    <a:pt x="0" y="820"/>
                  </a:lnTo>
                  <a:cubicBezTo>
                    <a:pt x="0" y="877"/>
                    <a:pt x="19" y="934"/>
                    <a:pt x="58" y="982"/>
                  </a:cubicBezTo>
                  <a:lnTo>
                    <a:pt x="479" y="1384"/>
                  </a:lnTo>
                  <a:cubicBezTo>
                    <a:pt x="517" y="1422"/>
                    <a:pt x="574" y="1451"/>
                    <a:pt x="622" y="1451"/>
                  </a:cubicBezTo>
                  <a:cubicBezTo>
                    <a:pt x="680" y="1451"/>
                    <a:pt x="737" y="1422"/>
                    <a:pt x="775" y="1384"/>
                  </a:cubicBezTo>
                  <a:lnTo>
                    <a:pt x="1206" y="934"/>
                  </a:lnTo>
                  <a:cubicBezTo>
                    <a:pt x="1244" y="896"/>
                    <a:pt x="1263" y="848"/>
                    <a:pt x="1263" y="791"/>
                  </a:cubicBezTo>
                  <a:lnTo>
                    <a:pt x="1263" y="217"/>
                  </a:lnTo>
                  <a:cubicBezTo>
                    <a:pt x="1263" y="159"/>
                    <a:pt x="1244" y="102"/>
                    <a:pt x="1196" y="63"/>
                  </a:cubicBezTo>
                  <a:cubicBezTo>
                    <a:pt x="1158" y="25"/>
                    <a:pt x="1101" y="6"/>
                    <a:pt x="1043" y="6"/>
                  </a:cubicBezTo>
                  <a:lnTo>
                    <a:pt x="995" y="6"/>
                  </a:lnTo>
                  <a:cubicBezTo>
                    <a:pt x="919" y="25"/>
                    <a:pt x="842" y="35"/>
                    <a:pt x="756" y="35"/>
                  </a:cubicBezTo>
                  <a:lnTo>
                    <a:pt x="507" y="35"/>
                  </a:lnTo>
                  <a:cubicBezTo>
                    <a:pt x="421" y="35"/>
                    <a:pt x="335" y="25"/>
                    <a:pt x="259" y="6"/>
                  </a:cubicBezTo>
                  <a:cubicBezTo>
                    <a:pt x="242" y="3"/>
                    <a:pt x="226" y="1"/>
                    <a:pt x="211" y="1"/>
                  </a:cubicBezTo>
                  <a:close/>
                </a:path>
              </a:pathLst>
            </a:custGeom>
            <a:solidFill>
              <a:srgbClr val="CBD6D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275" name="Google Shape;13275;p43"/>
            <p:cNvSpPr/>
            <p:nvPr/>
          </p:nvSpPr>
          <p:spPr>
            <a:xfrm>
              <a:off x="7363531" y="1700428"/>
              <a:ext cx="20640" cy="38051"/>
            </a:xfrm>
            <a:custGeom>
              <a:rect b="b" l="l" r="r" t="t"/>
              <a:pathLst>
                <a:path extrusionOk="0" h="1449" w="786">
                  <a:moveTo>
                    <a:pt x="218" y="1"/>
                  </a:moveTo>
                  <a:cubicBezTo>
                    <a:pt x="106" y="1"/>
                    <a:pt x="10" y="90"/>
                    <a:pt x="10" y="204"/>
                  </a:cubicBezTo>
                  <a:lnTo>
                    <a:pt x="10" y="817"/>
                  </a:lnTo>
                  <a:cubicBezTo>
                    <a:pt x="1" y="874"/>
                    <a:pt x="29" y="931"/>
                    <a:pt x="68" y="979"/>
                  </a:cubicBezTo>
                  <a:lnTo>
                    <a:pt x="489" y="1381"/>
                  </a:lnTo>
                  <a:cubicBezTo>
                    <a:pt x="527" y="1419"/>
                    <a:pt x="584" y="1448"/>
                    <a:pt x="632" y="1448"/>
                  </a:cubicBezTo>
                  <a:cubicBezTo>
                    <a:pt x="690" y="1448"/>
                    <a:pt x="747" y="1419"/>
                    <a:pt x="785" y="1381"/>
                  </a:cubicBezTo>
                  <a:cubicBezTo>
                    <a:pt x="738" y="1372"/>
                    <a:pt x="709" y="1352"/>
                    <a:pt x="671" y="1324"/>
                  </a:cubicBezTo>
                  <a:lnTo>
                    <a:pt x="259" y="922"/>
                  </a:lnTo>
                  <a:cubicBezTo>
                    <a:pt x="211" y="874"/>
                    <a:pt x="192" y="817"/>
                    <a:pt x="192" y="759"/>
                  </a:cubicBezTo>
                  <a:lnTo>
                    <a:pt x="192" y="147"/>
                  </a:lnTo>
                  <a:cubicBezTo>
                    <a:pt x="192" y="89"/>
                    <a:pt x="211" y="41"/>
                    <a:pt x="249" y="3"/>
                  </a:cubicBezTo>
                  <a:cubicBezTo>
                    <a:pt x="239" y="1"/>
                    <a:pt x="228" y="1"/>
                    <a:pt x="218" y="1"/>
                  </a:cubicBezTo>
                  <a:close/>
                </a:path>
              </a:pathLst>
            </a:custGeom>
            <a:solidFill>
              <a:srgbClr val="B9C7D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276" name="Google Shape;13276;p43"/>
            <p:cNvSpPr/>
            <p:nvPr/>
          </p:nvSpPr>
          <p:spPr>
            <a:xfrm>
              <a:off x="7344677" y="1633728"/>
              <a:ext cx="71401" cy="76338"/>
            </a:xfrm>
            <a:custGeom>
              <a:rect b="b" l="l" r="r" t="t"/>
              <a:pathLst>
                <a:path extrusionOk="0" h="2907" w="2719">
                  <a:moveTo>
                    <a:pt x="1877" y="0"/>
                  </a:moveTo>
                  <a:cubicBezTo>
                    <a:pt x="1860" y="0"/>
                    <a:pt x="1843" y="6"/>
                    <a:pt x="1829" y="17"/>
                  </a:cubicBezTo>
                  <a:cubicBezTo>
                    <a:pt x="1542" y="237"/>
                    <a:pt x="1207" y="399"/>
                    <a:pt x="853" y="495"/>
                  </a:cubicBezTo>
                  <a:cubicBezTo>
                    <a:pt x="738" y="524"/>
                    <a:pt x="632" y="552"/>
                    <a:pt x="518" y="572"/>
                  </a:cubicBezTo>
                  <a:cubicBezTo>
                    <a:pt x="412" y="591"/>
                    <a:pt x="307" y="610"/>
                    <a:pt x="192" y="610"/>
                  </a:cubicBezTo>
                  <a:cubicBezTo>
                    <a:pt x="87" y="619"/>
                    <a:pt x="1" y="715"/>
                    <a:pt x="1" y="820"/>
                  </a:cubicBezTo>
                  <a:lnTo>
                    <a:pt x="1" y="1672"/>
                  </a:lnTo>
                  <a:cubicBezTo>
                    <a:pt x="1" y="2352"/>
                    <a:pt x="546" y="2907"/>
                    <a:pt x="1226" y="2907"/>
                  </a:cubicBezTo>
                  <a:lnTo>
                    <a:pt x="1484" y="2907"/>
                  </a:lnTo>
                  <a:cubicBezTo>
                    <a:pt x="2164" y="2907"/>
                    <a:pt x="2709" y="2352"/>
                    <a:pt x="2719" y="1672"/>
                  </a:cubicBezTo>
                  <a:lnTo>
                    <a:pt x="2719" y="792"/>
                  </a:lnTo>
                  <a:cubicBezTo>
                    <a:pt x="2709" y="706"/>
                    <a:pt x="2661" y="629"/>
                    <a:pt x="2575" y="600"/>
                  </a:cubicBezTo>
                  <a:cubicBezTo>
                    <a:pt x="2556" y="591"/>
                    <a:pt x="2527" y="581"/>
                    <a:pt x="2508" y="562"/>
                  </a:cubicBezTo>
                  <a:cubicBezTo>
                    <a:pt x="2269" y="466"/>
                    <a:pt x="2068" y="294"/>
                    <a:pt x="1953" y="64"/>
                  </a:cubicBezTo>
                  <a:lnTo>
                    <a:pt x="1944" y="45"/>
                  </a:lnTo>
                  <a:cubicBezTo>
                    <a:pt x="1932" y="15"/>
                    <a:pt x="1905" y="0"/>
                    <a:pt x="1877" y="0"/>
                  </a:cubicBezTo>
                  <a:close/>
                </a:path>
              </a:pathLst>
            </a:custGeom>
            <a:solidFill>
              <a:srgbClr val="CBD6D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277" name="Google Shape;13277;p43"/>
            <p:cNvSpPr/>
            <p:nvPr/>
          </p:nvSpPr>
          <p:spPr>
            <a:xfrm>
              <a:off x="7344677" y="1633728"/>
              <a:ext cx="51811" cy="76338"/>
            </a:xfrm>
            <a:custGeom>
              <a:rect b="b" l="l" r="r" t="t"/>
              <a:pathLst>
                <a:path extrusionOk="0" h="2907" w="1973">
                  <a:moveTo>
                    <a:pt x="1877" y="0"/>
                  </a:moveTo>
                  <a:cubicBezTo>
                    <a:pt x="1860" y="0"/>
                    <a:pt x="1843" y="6"/>
                    <a:pt x="1829" y="17"/>
                  </a:cubicBezTo>
                  <a:cubicBezTo>
                    <a:pt x="1542" y="237"/>
                    <a:pt x="1207" y="399"/>
                    <a:pt x="853" y="495"/>
                  </a:cubicBezTo>
                  <a:cubicBezTo>
                    <a:pt x="738" y="524"/>
                    <a:pt x="632" y="552"/>
                    <a:pt x="518" y="572"/>
                  </a:cubicBezTo>
                  <a:cubicBezTo>
                    <a:pt x="412" y="591"/>
                    <a:pt x="307" y="610"/>
                    <a:pt x="192" y="610"/>
                  </a:cubicBezTo>
                  <a:cubicBezTo>
                    <a:pt x="87" y="619"/>
                    <a:pt x="1" y="715"/>
                    <a:pt x="1" y="820"/>
                  </a:cubicBezTo>
                  <a:lnTo>
                    <a:pt x="1" y="1672"/>
                  </a:lnTo>
                  <a:cubicBezTo>
                    <a:pt x="1" y="2352"/>
                    <a:pt x="546" y="2907"/>
                    <a:pt x="1226" y="2907"/>
                  </a:cubicBezTo>
                  <a:lnTo>
                    <a:pt x="1484" y="2907"/>
                  </a:lnTo>
                  <a:cubicBezTo>
                    <a:pt x="805" y="2907"/>
                    <a:pt x="250" y="2361"/>
                    <a:pt x="250" y="1682"/>
                  </a:cubicBezTo>
                  <a:lnTo>
                    <a:pt x="250" y="830"/>
                  </a:lnTo>
                  <a:cubicBezTo>
                    <a:pt x="250" y="715"/>
                    <a:pt x="336" y="629"/>
                    <a:pt x="441" y="619"/>
                  </a:cubicBezTo>
                  <a:cubicBezTo>
                    <a:pt x="556" y="610"/>
                    <a:pt x="661" y="600"/>
                    <a:pt x="766" y="581"/>
                  </a:cubicBezTo>
                  <a:cubicBezTo>
                    <a:pt x="881" y="562"/>
                    <a:pt x="987" y="533"/>
                    <a:pt x="1101" y="505"/>
                  </a:cubicBezTo>
                  <a:cubicBezTo>
                    <a:pt x="1408" y="418"/>
                    <a:pt x="1704" y="275"/>
                    <a:pt x="1972" y="103"/>
                  </a:cubicBezTo>
                  <a:lnTo>
                    <a:pt x="1953" y="64"/>
                  </a:lnTo>
                  <a:lnTo>
                    <a:pt x="1944" y="45"/>
                  </a:lnTo>
                  <a:cubicBezTo>
                    <a:pt x="1932" y="15"/>
                    <a:pt x="1905" y="0"/>
                    <a:pt x="1877" y="0"/>
                  </a:cubicBezTo>
                  <a:close/>
                </a:path>
              </a:pathLst>
            </a:custGeom>
            <a:solidFill>
              <a:srgbClr val="B9C7D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278" name="Google Shape;13278;p43"/>
            <p:cNvSpPr/>
            <p:nvPr/>
          </p:nvSpPr>
          <p:spPr>
            <a:xfrm>
              <a:off x="7309751" y="1723353"/>
              <a:ext cx="61107" cy="68407"/>
            </a:xfrm>
            <a:custGeom>
              <a:rect b="b" l="l" r="r" t="t"/>
              <a:pathLst>
                <a:path extrusionOk="0" h="2605" w="2327">
                  <a:moveTo>
                    <a:pt x="1599" y="1"/>
                  </a:moveTo>
                  <a:lnTo>
                    <a:pt x="843" y="307"/>
                  </a:lnTo>
                  <a:cubicBezTo>
                    <a:pt x="326" y="518"/>
                    <a:pt x="1" y="1025"/>
                    <a:pt x="20" y="1590"/>
                  </a:cubicBezTo>
                  <a:lnTo>
                    <a:pt x="20" y="2336"/>
                  </a:lnTo>
                  <a:cubicBezTo>
                    <a:pt x="10" y="2475"/>
                    <a:pt x="135" y="2605"/>
                    <a:pt x="282" y="2605"/>
                  </a:cubicBezTo>
                  <a:cubicBezTo>
                    <a:pt x="287" y="2605"/>
                    <a:pt x="292" y="2604"/>
                    <a:pt x="297" y="2604"/>
                  </a:cubicBezTo>
                  <a:lnTo>
                    <a:pt x="2326" y="2604"/>
                  </a:lnTo>
                  <a:lnTo>
                    <a:pt x="1599" y="1"/>
                  </a:lnTo>
                  <a:close/>
                </a:path>
              </a:pathLst>
            </a:custGeom>
            <a:solidFill>
              <a:srgbClr val="435D7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279" name="Google Shape;13279;p43"/>
            <p:cNvSpPr/>
            <p:nvPr/>
          </p:nvSpPr>
          <p:spPr>
            <a:xfrm>
              <a:off x="7389660" y="1723616"/>
              <a:ext cx="60345" cy="68145"/>
            </a:xfrm>
            <a:custGeom>
              <a:rect b="b" l="l" r="r" t="t"/>
              <a:pathLst>
                <a:path extrusionOk="0" h="2595" w="2298">
                  <a:moveTo>
                    <a:pt x="728" y="1"/>
                  </a:moveTo>
                  <a:lnTo>
                    <a:pt x="1" y="2594"/>
                  </a:lnTo>
                  <a:lnTo>
                    <a:pt x="2011" y="2594"/>
                  </a:lnTo>
                  <a:cubicBezTo>
                    <a:pt x="2154" y="2594"/>
                    <a:pt x="2279" y="2479"/>
                    <a:pt x="2279" y="2336"/>
                  </a:cubicBezTo>
                  <a:lnTo>
                    <a:pt x="2279" y="1580"/>
                  </a:lnTo>
                  <a:cubicBezTo>
                    <a:pt x="2298" y="1025"/>
                    <a:pt x="1972" y="508"/>
                    <a:pt x="1456" y="297"/>
                  </a:cubicBezTo>
                  <a:lnTo>
                    <a:pt x="728" y="1"/>
                  </a:lnTo>
                  <a:close/>
                </a:path>
              </a:pathLst>
            </a:custGeom>
            <a:solidFill>
              <a:srgbClr val="435D7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280" name="Google Shape;13280;p43"/>
            <p:cNvSpPr/>
            <p:nvPr/>
          </p:nvSpPr>
          <p:spPr>
            <a:xfrm>
              <a:off x="7328842" y="1759303"/>
              <a:ext cx="10845" cy="32457"/>
            </a:xfrm>
            <a:custGeom>
              <a:rect b="b" l="l" r="r" t="t"/>
              <a:pathLst>
                <a:path extrusionOk="0" h="1236" w="413">
                  <a:moveTo>
                    <a:pt x="202" y="1"/>
                  </a:moveTo>
                  <a:cubicBezTo>
                    <a:pt x="97" y="1"/>
                    <a:pt x="1" y="96"/>
                    <a:pt x="1" y="211"/>
                  </a:cubicBezTo>
                  <a:lnTo>
                    <a:pt x="1" y="1235"/>
                  </a:lnTo>
                  <a:lnTo>
                    <a:pt x="412" y="1235"/>
                  </a:lnTo>
                  <a:lnTo>
                    <a:pt x="412" y="211"/>
                  </a:lnTo>
                  <a:cubicBezTo>
                    <a:pt x="412" y="96"/>
                    <a:pt x="317" y="1"/>
                    <a:pt x="202" y="1"/>
                  </a:cubicBezTo>
                  <a:close/>
                </a:path>
              </a:pathLst>
            </a:custGeom>
            <a:solidFill>
              <a:srgbClr val="435D7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281" name="Google Shape;13281;p43"/>
            <p:cNvSpPr/>
            <p:nvPr/>
          </p:nvSpPr>
          <p:spPr>
            <a:xfrm>
              <a:off x="7420332" y="1759303"/>
              <a:ext cx="11082" cy="32457"/>
            </a:xfrm>
            <a:custGeom>
              <a:rect b="b" l="l" r="r" t="t"/>
              <a:pathLst>
                <a:path extrusionOk="0" h="1236" w="422">
                  <a:moveTo>
                    <a:pt x="211" y="1"/>
                  </a:moveTo>
                  <a:cubicBezTo>
                    <a:pt x="96" y="1"/>
                    <a:pt x="0" y="96"/>
                    <a:pt x="0" y="211"/>
                  </a:cubicBezTo>
                  <a:lnTo>
                    <a:pt x="0" y="1235"/>
                  </a:lnTo>
                  <a:lnTo>
                    <a:pt x="422" y="1235"/>
                  </a:lnTo>
                  <a:lnTo>
                    <a:pt x="422" y="211"/>
                  </a:lnTo>
                  <a:cubicBezTo>
                    <a:pt x="422" y="96"/>
                    <a:pt x="326" y="1"/>
                    <a:pt x="211" y="1"/>
                  </a:cubicBezTo>
                  <a:close/>
                </a:path>
              </a:pathLst>
            </a:custGeom>
            <a:solidFill>
              <a:srgbClr val="435D7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282" name="Google Shape;13282;p43"/>
            <p:cNvSpPr/>
            <p:nvPr/>
          </p:nvSpPr>
          <p:spPr>
            <a:xfrm>
              <a:off x="7309751" y="1723353"/>
              <a:ext cx="42751" cy="68407"/>
            </a:xfrm>
            <a:custGeom>
              <a:rect b="b" l="l" r="r" t="t"/>
              <a:pathLst>
                <a:path extrusionOk="0" h="2605" w="1628">
                  <a:moveTo>
                    <a:pt x="1599" y="1"/>
                  </a:moveTo>
                  <a:lnTo>
                    <a:pt x="843" y="307"/>
                  </a:lnTo>
                  <a:cubicBezTo>
                    <a:pt x="326" y="518"/>
                    <a:pt x="1" y="1025"/>
                    <a:pt x="20" y="1590"/>
                  </a:cubicBezTo>
                  <a:lnTo>
                    <a:pt x="20" y="2336"/>
                  </a:lnTo>
                  <a:cubicBezTo>
                    <a:pt x="20" y="2480"/>
                    <a:pt x="144" y="2604"/>
                    <a:pt x="297" y="2604"/>
                  </a:cubicBezTo>
                  <a:lnTo>
                    <a:pt x="326" y="2604"/>
                  </a:lnTo>
                  <a:lnTo>
                    <a:pt x="326" y="1580"/>
                  </a:lnTo>
                  <a:cubicBezTo>
                    <a:pt x="307" y="1025"/>
                    <a:pt x="632" y="518"/>
                    <a:pt x="1149" y="317"/>
                  </a:cubicBezTo>
                  <a:lnTo>
                    <a:pt x="1628" y="116"/>
                  </a:lnTo>
                  <a:lnTo>
                    <a:pt x="1599" y="1"/>
                  </a:lnTo>
                  <a:close/>
                </a:path>
              </a:pathLst>
            </a:custGeom>
            <a:solidFill>
              <a:srgbClr val="435D7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3283" name="Google Shape;13283;p43"/>
          <p:cNvGrpSpPr/>
          <p:nvPr/>
        </p:nvGrpSpPr>
        <p:grpSpPr>
          <a:xfrm>
            <a:off x="2200238" y="4136765"/>
            <a:ext cx="374756" cy="329301"/>
            <a:chOff x="2200238" y="4289165"/>
            <a:chExt cx="374756" cy="329301"/>
          </a:xfrm>
        </p:grpSpPr>
        <p:sp>
          <p:nvSpPr>
            <p:cNvPr id="13284" name="Google Shape;13284;p43"/>
            <p:cNvSpPr/>
            <p:nvPr/>
          </p:nvSpPr>
          <p:spPr>
            <a:xfrm>
              <a:off x="2437733" y="4289165"/>
              <a:ext cx="54568" cy="65991"/>
            </a:xfrm>
            <a:custGeom>
              <a:rect b="b" l="l" r="r" t="t"/>
              <a:pathLst>
                <a:path extrusionOk="0" h="2513" w="2078">
                  <a:moveTo>
                    <a:pt x="1356" y="1"/>
                  </a:moveTo>
                  <a:cubicBezTo>
                    <a:pt x="1115" y="1"/>
                    <a:pt x="883" y="138"/>
                    <a:pt x="776" y="378"/>
                  </a:cubicBezTo>
                  <a:lnTo>
                    <a:pt x="1" y="2053"/>
                  </a:lnTo>
                  <a:lnTo>
                    <a:pt x="795" y="2513"/>
                  </a:lnTo>
                  <a:lnTo>
                    <a:pt x="1857" y="1010"/>
                  </a:lnTo>
                  <a:cubicBezTo>
                    <a:pt x="2077" y="704"/>
                    <a:pt x="1991" y="273"/>
                    <a:pt x="1666" y="82"/>
                  </a:cubicBezTo>
                  <a:cubicBezTo>
                    <a:pt x="1567" y="27"/>
                    <a:pt x="1461" y="1"/>
                    <a:pt x="1356" y="1"/>
                  </a:cubicBezTo>
                  <a:close/>
                </a:path>
              </a:pathLst>
            </a:custGeom>
            <a:solidFill>
              <a:srgbClr val="657A8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285" name="Google Shape;13285;p43"/>
            <p:cNvSpPr/>
            <p:nvPr/>
          </p:nvSpPr>
          <p:spPr>
            <a:xfrm>
              <a:off x="2448552" y="4306575"/>
              <a:ext cx="40493" cy="48844"/>
            </a:xfrm>
            <a:custGeom>
              <a:rect b="b" l="l" r="r" t="t"/>
              <a:pathLst>
                <a:path extrusionOk="0" h="1860" w="1542">
                  <a:moveTo>
                    <a:pt x="1145" y="0"/>
                  </a:moveTo>
                  <a:cubicBezTo>
                    <a:pt x="909" y="0"/>
                    <a:pt x="680" y="135"/>
                    <a:pt x="584" y="376"/>
                  </a:cubicBezTo>
                  <a:lnTo>
                    <a:pt x="0" y="1639"/>
                  </a:lnTo>
                  <a:lnTo>
                    <a:pt x="383" y="1859"/>
                  </a:lnTo>
                  <a:lnTo>
                    <a:pt x="1445" y="347"/>
                  </a:lnTo>
                  <a:cubicBezTo>
                    <a:pt x="1493" y="280"/>
                    <a:pt x="1522" y="213"/>
                    <a:pt x="1541" y="146"/>
                  </a:cubicBezTo>
                  <a:cubicBezTo>
                    <a:pt x="1424" y="47"/>
                    <a:pt x="1283" y="0"/>
                    <a:pt x="1145" y="0"/>
                  </a:cubicBezTo>
                  <a:close/>
                </a:path>
              </a:pathLst>
            </a:custGeom>
            <a:solidFill>
              <a:srgbClr val="657A8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286" name="Google Shape;13286;p43"/>
            <p:cNvSpPr/>
            <p:nvPr/>
          </p:nvSpPr>
          <p:spPr>
            <a:xfrm>
              <a:off x="2282930" y="4552658"/>
              <a:ext cx="54805" cy="65808"/>
            </a:xfrm>
            <a:custGeom>
              <a:rect b="b" l="l" r="r" t="t"/>
              <a:pathLst>
                <a:path extrusionOk="0" h="2506" w="2087">
                  <a:moveTo>
                    <a:pt x="1292" y="1"/>
                  </a:moveTo>
                  <a:lnTo>
                    <a:pt x="221" y="1513"/>
                  </a:lnTo>
                  <a:cubicBezTo>
                    <a:pt x="0" y="1819"/>
                    <a:pt x="96" y="2240"/>
                    <a:pt x="422" y="2422"/>
                  </a:cubicBezTo>
                  <a:cubicBezTo>
                    <a:pt x="520" y="2479"/>
                    <a:pt x="628" y="2506"/>
                    <a:pt x="734" y="2506"/>
                  </a:cubicBezTo>
                  <a:cubicBezTo>
                    <a:pt x="969" y="2506"/>
                    <a:pt x="1197" y="2375"/>
                    <a:pt x="1302" y="2145"/>
                  </a:cubicBezTo>
                  <a:lnTo>
                    <a:pt x="2087" y="460"/>
                  </a:lnTo>
                  <a:lnTo>
                    <a:pt x="1292" y="1"/>
                  </a:lnTo>
                  <a:close/>
                </a:path>
              </a:pathLst>
            </a:custGeom>
            <a:solidFill>
              <a:srgbClr val="657A8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287" name="Google Shape;13287;p43"/>
            <p:cNvSpPr/>
            <p:nvPr/>
          </p:nvSpPr>
          <p:spPr>
            <a:xfrm>
              <a:off x="2300026" y="4558960"/>
              <a:ext cx="37709" cy="54542"/>
            </a:xfrm>
            <a:custGeom>
              <a:rect b="b" l="l" r="r" t="t"/>
              <a:pathLst>
                <a:path extrusionOk="0" h="2077" w="1436">
                  <a:moveTo>
                    <a:pt x="1053" y="0"/>
                  </a:moveTo>
                  <a:lnTo>
                    <a:pt x="249" y="1139"/>
                  </a:lnTo>
                  <a:cubicBezTo>
                    <a:pt x="0" y="1464"/>
                    <a:pt x="134" y="1943"/>
                    <a:pt x="527" y="2077"/>
                  </a:cubicBezTo>
                  <a:cubicBezTo>
                    <a:pt x="574" y="2029"/>
                    <a:pt x="622" y="1972"/>
                    <a:pt x="651" y="1905"/>
                  </a:cubicBezTo>
                  <a:lnTo>
                    <a:pt x="1436" y="220"/>
                  </a:lnTo>
                  <a:lnTo>
                    <a:pt x="1053" y="0"/>
                  </a:lnTo>
                  <a:close/>
                </a:path>
              </a:pathLst>
            </a:custGeom>
            <a:solidFill>
              <a:srgbClr val="657A8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288" name="Google Shape;13288;p43"/>
            <p:cNvSpPr/>
            <p:nvPr/>
          </p:nvSpPr>
          <p:spPr>
            <a:xfrm>
              <a:off x="2282930" y="4289349"/>
              <a:ext cx="54805" cy="66070"/>
            </a:xfrm>
            <a:custGeom>
              <a:rect b="b" l="l" r="r" t="t"/>
              <a:pathLst>
                <a:path extrusionOk="0" h="2516" w="2087">
                  <a:moveTo>
                    <a:pt x="733" y="1"/>
                  </a:moveTo>
                  <a:cubicBezTo>
                    <a:pt x="627" y="1"/>
                    <a:pt x="520" y="28"/>
                    <a:pt x="422" y="84"/>
                  </a:cubicBezTo>
                  <a:cubicBezTo>
                    <a:pt x="96" y="266"/>
                    <a:pt x="0" y="687"/>
                    <a:pt x="221" y="994"/>
                  </a:cubicBezTo>
                  <a:lnTo>
                    <a:pt x="1292" y="2515"/>
                  </a:lnTo>
                  <a:lnTo>
                    <a:pt x="2087" y="2056"/>
                  </a:lnTo>
                  <a:lnTo>
                    <a:pt x="1302" y="371"/>
                  </a:lnTo>
                  <a:cubicBezTo>
                    <a:pt x="1196" y="134"/>
                    <a:pt x="968" y="1"/>
                    <a:pt x="733" y="1"/>
                  </a:cubicBezTo>
                  <a:close/>
                </a:path>
              </a:pathLst>
            </a:custGeom>
            <a:solidFill>
              <a:srgbClr val="657A8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289" name="Google Shape;13289;p43"/>
            <p:cNvSpPr/>
            <p:nvPr/>
          </p:nvSpPr>
          <p:spPr>
            <a:xfrm>
              <a:off x="2300026" y="4294312"/>
              <a:ext cx="37709" cy="54805"/>
            </a:xfrm>
            <a:custGeom>
              <a:rect b="b" l="l" r="r" t="t"/>
              <a:pathLst>
                <a:path extrusionOk="0" h="2087" w="1436">
                  <a:moveTo>
                    <a:pt x="527" y="1"/>
                  </a:moveTo>
                  <a:cubicBezTo>
                    <a:pt x="134" y="144"/>
                    <a:pt x="0" y="623"/>
                    <a:pt x="249" y="948"/>
                  </a:cubicBezTo>
                  <a:lnTo>
                    <a:pt x="1053" y="2087"/>
                  </a:lnTo>
                  <a:lnTo>
                    <a:pt x="1436" y="1867"/>
                  </a:lnTo>
                  <a:lnTo>
                    <a:pt x="651" y="182"/>
                  </a:lnTo>
                  <a:cubicBezTo>
                    <a:pt x="622" y="115"/>
                    <a:pt x="574" y="58"/>
                    <a:pt x="527" y="1"/>
                  </a:cubicBezTo>
                  <a:close/>
                </a:path>
              </a:pathLst>
            </a:custGeom>
            <a:solidFill>
              <a:srgbClr val="657A8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290" name="Google Shape;13290;p43"/>
            <p:cNvSpPr/>
            <p:nvPr/>
          </p:nvSpPr>
          <p:spPr>
            <a:xfrm>
              <a:off x="2437497" y="4552658"/>
              <a:ext cx="54542" cy="65808"/>
            </a:xfrm>
            <a:custGeom>
              <a:rect b="b" l="l" r="r" t="t"/>
              <a:pathLst>
                <a:path extrusionOk="0" h="2506" w="2077">
                  <a:moveTo>
                    <a:pt x="804" y="1"/>
                  </a:moveTo>
                  <a:lnTo>
                    <a:pt x="0" y="460"/>
                  </a:lnTo>
                  <a:lnTo>
                    <a:pt x="785" y="2145"/>
                  </a:lnTo>
                  <a:cubicBezTo>
                    <a:pt x="890" y="2375"/>
                    <a:pt x="1118" y="2506"/>
                    <a:pt x="1352" y="2506"/>
                  </a:cubicBezTo>
                  <a:cubicBezTo>
                    <a:pt x="1459" y="2506"/>
                    <a:pt x="1567" y="2479"/>
                    <a:pt x="1665" y="2422"/>
                  </a:cubicBezTo>
                  <a:cubicBezTo>
                    <a:pt x="1991" y="2240"/>
                    <a:pt x="2077" y="1819"/>
                    <a:pt x="1866" y="1513"/>
                  </a:cubicBezTo>
                  <a:lnTo>
                    <a:pt x="804" y="1"/>
                  </a:lnTo>
                  <a:close/>
                </a:path>
              </a:pathLst>
            </a:custGeom>
            <a:solidFill>
              <a:srgbClr val="657A8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291" name="Google Shape;13291;p43"/>
            <p:cNvSpPr/>
            <p:nvPr/>
          </p:nvSpPr>
          <p:spPr>
            <a:xfrm>
              <a:off x="2448552" y="4552658"/>
              <a:ext cx="40493" cy="48791"/>
            </a:xfrm>
            <a:custGeom>
              <a:rect b="b" l="l" r="r" t="t"/>
              <a:pathLst>
                <a:path extrusionOk="0" h="1858" w="1542">
                  <a:moveTo>
                    <a:pt x="383" y="1"/>
                  </a:moveTo>
                  <a:lnTo>
                    <a:pt x="0" y="221"/>
                  </a:lnTo>
                  <a:lnTo>
                    <a:pt x="584" y="1484"/>
                  </a:lnTo>
                  <a:cubicBezTo>
                    <a:pt x="681" y="1721"/>
                    <a:pt x="913" y="1858"/>
                    <a:pt x="1150" y="1858"/>
                  </a:cubicBezTo>
                  <a:cubicBezTo>
                    <a:pt x="1287" y="1858"/>
                    <a:pt x="1425" y="1812"/>
                    <a:pt x="1541" y="1714"/>
                  </a:cubicBezTo>
                  <a:cubicBezTo>
                    <a:pt x="1522" y="1637"/>
                    <a:pt x="1493" y="1570"/>
                    <a:pt x="1445" y="1513"/>
                  </a:cubicBezTo>
                  <a:lnTo>
                    <a:pt x="383" y="1"/>
                  </a:lnTo>
                  <a:close/>
                </a:path>
              </a:pathLst>
            </a:custGeom>
            <a:solidFill>
              <a:srgbClr val="657A8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292" name="Google Shape;13292;p43"/>
            <p:cNvSpPr/>
            <p:nvPr/>
          </p:nvSpPr>
          <p:spPr>
            <a:xfrm>
              <a:off x="2200238" y="4437482"/>
              <a:ext cx="66385" cy="33088"/>
            </a:xfrm>
            <a:custGeom>
              <a:rect b="b" l="l" r="r" t="t"/>
              <a:pathLst>
                <a:path extrusionOk="0" h="1260" w="2528">
                  <a:moveTo>
                    <a:pt x="625" y="0"/>
                  </a:moveTo>
                  <a:cubicBezTo>
                    <a:pt x="281" y="0"/>
                    <a:pt x="1" y="283"/>
                    <a:pt x="1" y="626"/>
                  </a:cubicBezTo>
                  <a:cubicBezTo>
                    <a:pt x="1" y="982"/>
                    <a:pt x="288" y="1259"/>
                    <a:pt x="638" y="1259"/>
                  </a:cubicBezTo>
                  <a:cubicBezTo>
                    <a:pt x="655" y="1259"/>
                    <a:pt x="673" y="1259"/>
                    <a:pt x="690" y="1257"/>
                  </a:cubicBezTo>
                  <a:lnTo>
                    <a:pt x="2527" y="1085"/>
                  </a:lnTo>
                  <a:lnTo>
                    <a:pt x="2527" y="166"/>
                  </a:lnTo>
                  <a:lnTo>
                    <a:pt x="690" y="4"/>
                  </a:lnTo>
                  <a:cubicBezTo>
                    <a:pt x="668" y="1"/>
                    <a:pt x="646" y="0"/>
                    <a:pt x="625" y="0"/>
                  </a:cubicBezTo>
                  <a:close/>
                </a:path>
              </a:pathLst>
            </a:custGeom>
            <a:solidFill>
              <a:srgbClr val="657A8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293" name="Google Shape;13293;p43"/>
            <p:cNvSpPr/>
            <p:nvPr/>
          </p:nvSpPr>
          <p:spPr>
            <a:xfrm>
              <a:off x="2212317" y="4437455"/>
              <a:ext cx="54306" cy="19537"/>
            </a:xfrm>
            <a:custGeom>
              <a:rect b="b" l="l" r="r" t="t"/>
              <a:pathLst>
                <a:path extrusionOk="0" h="744" w="2068">
                  <a:moveTo>
                    <a:pt x="168" y="1"/>
                  </a:moveTo>
                  <a:cubicBezTo>
                    <a:pt x="113" y="1"/>
                    <a:pt x="59" y="10"/>
                    <a:pt x="10" y="24"/>
                  </a:cubicBezTo>
                  <a:cubicBezTo>
                    <a:pt x="0" y="53"/>
                    <a:pt x="0" y="81"/>
                    <a:pt x="0" y="110"/>
                  </a:cubicBezTo>
                  <a:cubicBezTo>
                    <a:pt x="0" y="466"/>
                    <a:pt x="287" y="744"/>
                    <a:pt x="638" y="744"/>
                  </a:cubicBezTo>
                  <a:cubicBezTo>
                    <a:pt x="655" y="744"/>
                    <a:pt x="672" y="743"/>
                    <a:pt x="689" y="742"/>
                  </a:cubicBezTo>
                  <a:lnTo>
                    <a:pt x="2067" y="608"/>
                  </a:lnTo>
                  <a:lnTo>
                    <a:pt x="2067" y="167"/>
                  </a:lnTo>
                  <a:lnTo>
                    <a:pt x="230" y="5"/>
                  </a:lnTo>
                  <a:cubicBezTo>
                    <a:pt x="209" y="2"/>
                    <a:pt x="189" y="1"/>
                    <a:pt x="168" y="1"/>
                  </a:cubicBezTo>
                  <a:close/>
                </a:path>
              </a:pathLst>
            </a:custGeom>
            <a:solidFill>
              <a:srgbClr val="657A8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294" name="Google Shape;13294;p43"/>
            <p:cNvSpPr/>
            <p:nvPr/>
          </p:nvSpPr>
          <p:spPr>
            <a:xfrm>
              <a:off x="2508346" y="4437482"/>
              <a:ext cx="66648" cy="33088"/>
            </a:xfrm>
            <a:custGeom>
              <a:rect b="b" l="l" r="r" t="t"/>
              <a:pathLst>
                <a:path extrusionOk="0" h="1260" w="2538">
                  <a:moveTo>
                    <a:pt x="1913" y="0"/>
                  </a:moveTo>
                  <a:cubicBezTo>
                    <a:pt x="1892" y="0"/>
                    <a:pt x="1870" y="1"/>
                    <a:pt x="1848" y="4"/>
                  </a:cubicBezTo>
                  <a:lnTo>
                    <a:pt x="1" y="166"/>
                  </a:lnTo>
                  <a:lnTo>
                    <a:pt x="1" y="1085"/>
                  </a:lnTo>
                  <a:lnTo>
                    <a:pt x="1848" y="1257"/>
                  </a:lnTo>
                  <a:cubicBezTo>
                    <a:pt x="1865" y="1259"/>
                    <a:pt x="1882" y="1259"/>
                    <a:pt x="1899" y="1259"/>
                  </a:cubicBezTo>
                  <a:cubicBezTo>
                    <a:pt x="2250" y="1259"/>
                    <a:pt x="2537" y="982"/>
                    <a:pt x="2537" y="626"/>
                  </a:cubicBezTo>
                  <a:cubicBezTo>
                    <a:pt x="2537" y="283"/>
                    <a:pt x="2257" y="0"/>
                    <a:pt x="1913" y="0"/>
                  </a:cubicBezTo>
                  <a:close/>
                </a:path>
              </a:pathLst>
            </a:custGeom>
            <a:solidFill>
              <a:srgbClr val="657A8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295" name="Google Shape;13295;p43"/>
            <p:cNvSpPr/>
            <p:nvPr/>
          </p:nvSpPr>
          <p:spPr>
            <a:xfrm>
              <a:off x="2508346" y="4437455"/>
              <a:ext cx="54568" cy="19537"/>
            </a:xfrm>
            <a:custGeom>
              <a:rect b="b" l="l" r="r" t="t"/>
              <a:pathLst>
                <a:path extrusionOk="0" h="744" w="2078">
                  <a:moveTo>
                    <a:pt x="1908" y="1"/>
                  </a:moveTo>
                  <a:cubicBezTo>
                    <a:pt x="1888" y="1"/>
                    <a:pt x="1869" y="2"/>
                    <a:pt x="1848" y="5"/>
                  </a:cubicBezTo>
                  <a:lnTo>
                    <a:pt x="1" y="167"/>
                  </a:lnTo>
                  <a:lnTo>
                    <a:pt x="1" y="608"/>
                  </a:lnTo>
                  <a:lnTo>
                    <a:pt x="1389" y="742"/>
                  </a:lnTo>
                  <a:cubicBezTo>
                    <a:pt x="1406" y="743"/>
                    <a:pt x="1423" y="744"/>
                    <a:pt x="1440" y="744"/>
                  </a:cubicBezTo>
                  <a:cubicBezTo>
                    <a:pt x="1790" y="744"/>
                    <a:pt x="2078" y="466"/>
                    <a:pt x="2078" y="110"/>
                  </a:cubicBezTo>
                  <a:cubicBezTo>
                    <a:pt x="2078" y="81"/>
                    <a:pt x="2078" y="53"/>
                    <a:pt x="2068" y="24"/>
                  </a:cubicBezTo>
                  <a:cubicBezTo>
                    <a:pt x="2012" y="10"/>
                    <a:pt x="1961" y="1"/>
                    <a:pt x="1908" y="1"/>
                  </a:cubicBezTo>
                  <a:close/>
                </a:path>
              </a:pathLst>
            </a:custGeom>
            <a:solidFill>
              <a:srgbClr val="657A8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296" name="Google Shape;13296;p43"/>
            <p:cNvSpPr/>
            <p:nvPr/>
          </p:nvSpPr>
          <p:spPr>
            <a:xfrm>
              <a:off x="2250762" y="4326979"/>
              <a:ext cx="263913" cy="253960"/>
            </a:xfrm>
            <a:custGeom>
              <a:rect b="b" l="l" r="r" t="t"/>
              <a:pathLst>
                <a:path extrusionOk="0" h="9671" w="10050">
                  <a:moveTo>
                    <a:pt x="5208" y="1153"/>
                  </a:moveTo>
                  <a:cubicBezTo>
                    <a:pt x="5685" y="1153"/>
                    <a:pt x="6165" y="1246"/>
                    <a:pt x="6623" y="1436"/>
                  </a:cubicBezTo>
                  <a:cubicBezTo>
                    <a:pt x="7992" y="2001"/>
                    <a:pt x="8891" y="3350"/>
                    <a:pt x="8891" y="4834"/>
                  </a:cubicBezTo>
                  <a:cubicBezTo>
                    <a:pt x="8891" y="6872"/>
                    <a:pt x="7245" y="8518"/>
                    <a:pt x="5207" y="8518"/>
                  </a:cubicBezTo>
                  <a:cubicBezTo>
                    <a:pt x="3723" y="8518"/>
                    <a:pt x="2374" y="7619"/>
                    <a:pt x="1809" y="6250"/>
                  </a:cubicBezTo>
                  <a:cubicBezTo>
                    <a:pt x="1235" y="4872"/>
                    <a:pt x="1551" y="3283"/>
                    <a:pt x="2604" y="2231"/>
                  </a:cubicBezTo>
                  <a:cubicBezTo>
                    <a:pt x="3307" y="1528"/>
                    <a:pt x="4249" y="1153"/>
                    <a:pt x="5208" y="1153"/>
                  </a:cubicBezTo>
                  <a:close/>
                  <a:moveTo>
                    <a:pt x="5207" y="1"/>
                  </a:moveTo>
                  <a:cubicBezTo>
                    <a:pt x="3254" y="1"/>
                    <a:pt x="1493" y="1187"/>
                    <a:pt x="747" y="2987"/>
                  </a:cubicBezTo>
                  <a:cubicBezTo>
                    <a:pt x="0" y="4795"/>
                    <a:pt x="412" y="6872"/>
                    <a:pt x="1800" y="8260"/>
                  </a:cubicBezTo>
                  <a:cubicBezTo>
                    <a:pt x="2721" y="9181"/>
                    <a:pt x="3959" y="9671"/>
                    <a:pt x="5216" y="9671"/>
                  </a:cubicBezTo>
                  <a:cubicBezTo>
                    <a:pt x="5839" y="9671"/>
                    <a:pt x="6467" y="9550"/>
                    <a:pt x="7063" y="9303"/>
                  </a:cubicBezTo>
                  <a:cubicBezTo>
                    <a:pt x="8872" y="8557"/>
                    <a:pt x="10049" y="6796"/>
                    <a:pt x="10049" y="4834"/>
                  </a:cubicBezTo>
                  <a:cubicBezTo>
                    <a:pt x="10049" y="2164"/>
                    <a:pt x="7886" y="1"/>
                    <a:pt x="5207" y="1"/>
                  </a:cubicBezTo>
                  <a:close/>
                </a:path>
              </a:pathLst>
            </a:custGeom>
            <a:solidFill>
              <a:srgbClr val="657A8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297" name="Google Shape;13297;p43"/>
            <p:cNvSpPr/>
            <p:nvPr/>
          </p:nvSpPr>
          <p:spPr>
            <a:xfrm>
              <a:off x="2270116" y="4345073"/>
              <a:ext cx="226204" cy="217669"/>
            </a:xfrm>
            <a:custGeom>
              <a:rect b="b" l="l" r="r" t="t"/>
              <a:pathLst>
                <a:path extrusionOk="0" h="8289" w="8614">
                  <a:moveTo>
                    <a:pt x="4474" y="460"/>
                  </a:moveTo>
                  <a:cubicBezTo>
                    <a:pt x="4908" y="460"/>
                    <a:pt x="5341" y="537"/>
                    <a:pt x="5752" y="690"/>
                  </a:cubicBezTo>
                  <a:cubicBezTo>
                    <a:pt x="5886" y="747"/>
                    <a:pt x="5943" y="900"/>
                    <a:pt x="5877" y="1025"/>
                  </a:cubicBezTo>
                  <a:lnTo>
                    <a:pt x="4604" y="3236"/>
                  </a:lnTo>
                  <a:cubicBezTo>
                    <a:pt x="4833" y="3274"/>
                    <a:pt x="5053" y="3398"/>
                    <a:pt x="5197" y="3580"/>
                  </a:cubicBezTo>
                  <a:lnTo>
                    <a:pt x="6470" y="1379"/>
                  </a:lnTo>
                  <a:cubicBezTo>
                    <a:pt x="6516" y="1298"/>
                    <a:pt x="6594" y="1256"/>
                    <a:pt x="6673" y="1256"/>
                  </a:cubicBezTo>
                  <a:cubicBezTo>
                    <a:pt x="6725" y="1256"/>
                    <a:pt x="6778" y="1274"/>
                    <a:pt x="6824" y="1312"/>
                  </a:cubicBezTo>
                  <a:cubicBezTo>
                    <a:pt x="7503" y="1877"/>
                    <a:pt x="7953" y="2661"/>
                    <a:pt x="8106" y="3532"/>
                  </a:cubicBezTo>
                  <a:cubicBezTo>
                    <a:pt x="8126" y="3666"/>
                    <a:pt x="8020" y="3800"/>
                    <a:pt x="7877" y="3800"/>
                  </a:cubicBezTo>
                  <a:lnTo>
                    <a:pt x="5331" y="3800"/>
                  </a:lnTo>
                  <a:cubicBezTo>
                    <a:pt x="5417" y="4020"/>
                    <a:pt x="5417" y="4269"/>
                    <a:pt x="5331" y="4489"/>
                  </a:cubicBezTo>
                  <a:lnTo>
                    <a:pt x="7877" y="4489"/>
                  </a:lnTo>
                  <a:cubicBezTo>
                    <a:pt x="8020" y="4489"/>
                    <a:pt x="8126" y="4623"/>
                    <a:pt x="8106" y="4767"/>
                  </a:cubicBezTo>
                  <a:cubicBezTo>
                    <a:pt x="7953" y="5628"/>
                    <a:pt x="7503" y="6413"/>
                    <a:pt x="6824" y="6978"/>
                  </a:cubicBezTo>
                  <a:cubicBezTo>
                    <a:pt x="6778" y="7016"/>
                    <a:pt x="6724" y="7035"/>
                    <a:pt x="6670" y="7035"/>
                  </a:cubicBezTo>
                  <a:cubicBezTo>
                    <a:pt x="6592" y="7035"/>
                    <a:pt x="6516" y="6994"/>
                    <a:pt x="6470" y="6920"/>
                  </a:cubicBezTo>
                  <a:lnTo>
                    <a:pt x="5197" y="4709"/>
                  </a:lnTo>
                  <a:cubicBezTo>
                    <a:pt x="5053" y="4891"/>
                    <a:pt x="4833" y="5016"/>
                    <a:pt x="4604" y="5054"/>
                  </a:cubicBezTo>
                  <a:lnTo>
                    <a:pt x="5877" y="7265"/>
                  </a:lnTo>
                  <a:cubicBezTo>
                    <a:pt x="5943" y="7380"/>
                    <a:pt x="5886" y="7542"/>
                    <a:pt x="5752" y="7590"/>
                  </a:cubicBezTo>
                  <a:cubicBezTo>
                    <a:pt x="5341" y="7748"/>
                    <a:pt x="4908" y="7827"/>
                    <a:pt x="4474" y="7827"/>
                  </a:cubicBezTo>
                  <a:cubicBezTo>
                    <a:pt x="4041" y="7827"/>
                    <a:pt x="3608" y="7748"/>
                    <a:pt x="3197" y="7590"/>
                  </a:cubicBezTo>
                  <a:cubicBezTo>
                    <a:pt x="3063" y="7542"/>
                    <a:pt x="3005" y="7380"/>
                    <a:pt x="3072" y="7265"/>
                  </a:cubicBezTo>
                  <a:lnTo>
                    <a:pt x="4355" y="5054"/>
                  </a:lnTo>
                  <a:cubicBezTo>
                    <a:pt x="4116" y="5016"/>
                    <a:pt x="3905" y="4891"/>
                    <a:pt x="3752" y="4709"/>
                  </a:cubicBezTo>
                  <a:lnTo>
                    <a:pt x="2479" y="6911"/>
                  </a:lnTo>
                  <a:cubicBezTo>
                    <a:pt x="2432" y="6987"/>
                    <a:pt x="2353" y="7027"/>
                    <a:pt x="2272" y="7027"/>
                  </a:cubicBezTo>
                  <a:cubicBezTo>
                    <a:pt x="2221" y="7027"/>
                    <a:pt x="2169" y="7011"/>
                    <a:pt x="2125" y="6978"/>
                  </a:cubicBezTo>
                  <a:cubicBezTo>
                    <a:pt x="1445" y="6413"/>
                    <a:pt x="996" y="5628"/>
                    <a:pt x="852" y="4757"/>
                  </a:cubicBezTo>
                  <a:cubicBezTo>
                    <a:pt x="823" y="4623"/>
                    <a:pt x="929" y="4489"/>
                    <a:pt x="1072" y="4489"/>
                  </a:cubicBezTo>
                  <a:lnTo>
                    <a:pt x="3627" y="4489"/>
                  </a:lnTo>
                  <a:cubicBezTo>
                    <a:pt x="3532" y="4269"/>
                    <a:pt x="3532" y="4020"/>
                    <a:pt x="3627" y="3800"/>
                  </a:cubicBezTo>
                  <a:lnTo>
                    <a:pt x="1072" y="3800"/>
                  </a:lnTo>
                  <a:cubicBezTo>
                    <a:pt x="929" y="3800"/>
                    <a:pt x="814" y="3666"/>
                    <a:pt x="843" y="3523"/>
                  </a:cubicBezTo>
                  <a:cubicBezTo>
                    <a:pt x="996" y="2652"/>
                    <a:pt x="1445" y="1867"/>
                    <a:pt x="2125" y="1312"/>
                  </a:cubicBezTo>
                  <a:cubicBezTo>
                    <a:pt x="2171" y="1273"/>
                    <a:pt x="2225" y="1255"/>
                    <a:pt x="2278" y="1255"/>
                  </a:cubicBezTo>
                  <a:cubicBezTo>
                    <a:pt x="2357" y="1255"/>
                    <a:pt x="2433" y="1295"/>
                    <a:pt x="2479" y="1369"/>
                  </a:cubicBezTo>
                  <a:lnTo>
                    <a:pt x="3752" y="3580"/>
                  </a:lnTo>
                  <a:cubicBezTo>
                    <a:pt x="3895" y="3389"/>
                    <a:pt x="4116" y="3264"/>
                    <a:pt x="4345" y="3236"/>
                  </a:cubicBezTo>
                  <a:lnTo>
                    <a:pt x="3072" y="1025"/>
                  </a:lnTo>
                  <a:cubicBezTo>
                    <a:pt x="3005" y="900"/>
                    <a:pt x="3063" y="747"/>
                    <a:pt x="3197" y="690"/>
                  </a:cubicBezTo>
                  <a:cubicBezTo>
                    <a:pt x="3608" y="537"/>
                    <a:pt x="4041" y="460"/>
                    <a:pt x="4474" y="460"/>
                  </a:cubicBezTo>
                  <a:close/>
                  <a:moveTo>
                    <a:pt x="4470" y="1"/>
                  </a:moveTo>
                  <a:cubicBezTo>
                    <a:pt x="2795" y="1"/>
                    <a:pt x="1283" y="1015"/>
                    <a:pt x="642" y="2566"/>
                  </a:cubicBezTo>
                  <a:cubicBezTo>
                    <a:pt x="0" y="4106"/>
                    <a:pt x="354" y="5896"/>
                    <a:pt x="1541" y="7073"/>
                  </a:cubicBezTo>
                  <a:cubicBezTo>
                    <a:pt x="2335" y="7867"/>
                    <a:pt x="3394" y="8288"/>
                    <a:pt x="4473" y="8288"/>
                  </a:cubicBezTo>
                  <a:cubicBezTo>
                    <a:pt x="5007" y="8288"/>
                    <a:pt x="5545" y="8185"/>
                    <a:pt x="6058" y="7973"/>
                  </a:cubicBezTo>
                  <a:cubicBezTo>
                    <a:pt x="7609" y="7332"/>
                    <a:pt x="8614" y="5820"/>
                    <a:pt x="8614" y="4145"/>
                  </a:cubicBezTo>
                  <a:cubicBezTo>
                    <a:pt x="8614" y="1857"/>
                    <a:pt x="6767" y="1"/>
                    <a:pt x="4470" y="1"/>
                  </a:cubicBezTo>
                  <a:close/>
                </a:path>
              </a:pathLst>
            </a:custGeom>
            <a:solidFill>
              <a:srgbClr val="657A8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298" name="Google Shape;13298;p43"/>
            <p:cNvSpPr/>
            <p:nvPr/>
          </p:nvSpPr>
          <p:spPr>
            <a:xfrm>
              <a:off x="2390990" y="4408412"/>
              <a:ext cx="28177" cy="30934"/>
            </a:xfrm>
            <a:custGeom>
              <a:rect b="b" l="l" r="r" t="t"/>
              <a:pathLst>
                <a:path extrusionOk="0" h="1178" w="1073">
                  <a:moveTo>
                    <a:pt x="479" y="1"/>
                  </a:moveTo>
                  <a:lnTo>
                    <a:pt x="1" y="824"/>
                  </a:lnTo>
                  <a:cubicBezTo>
                    <a:pt x="230" y="862"/>
                    <a:pt x="450" y="986"/>
                    <a:pt x="594" y="1178"/>
                  </a:cubicBezTo>
                  <a:lnTo>
                    <a:pt x="1073" y="345"/>
                  </a:lnTo>
                  <a:cubicBezTo>
                    <a:pt x="900" y="192"/>
                    <a:pt x="690" y="77"/>
                    <a:pt x="479" y="1"/>
                  </a:cubicBezTo>
                  <a:close/>
                </a:path>
              </a:pathLst>
            </a:custGeom>
            <a:solidFill>
              <a:srgbClr val="657A8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299" name="Google Shape;13299;p43"/>
            <p:cNvSpPr/>
            <p:nvPr/>
          </p:nvSpPr>
          <p:spPr>
            <a:xfrm>
              <a:off x="2390990" y="4468731"/>
              <a:ext cx="28177" cy="30934"/>
            </a:xfrm>
            <a:custGeom>
              <a:rect b="b" l="l" r="r" t="t"/>
              <a:pathLst>
                <a:path extrusionOk="0" h="1178" w="1073">
                  <a:moveTo>
                    <a:pt x="594" y="0"/>
                  </a:moveTo>
                  <a:cubicBezTo>
                    <a:pt x="450" y="192"/>
                    <a:pt x="230" y="316"/>
                    <a:pt x="1" y="345"/>
                  </a:cubicBezTo>
                  <a:lnTo>
                    <a:pt x="479" y="1178"/>
                  </a:lnTo>
                  <a:cubicBezTo>
                    <a:pt x="690" y="1101"/>
                    <a:pt x="900" y="986"/>
                    <a:pt x="1073" y="833"/>
                  </a:cubicBezTo>
                  <a:lnTo>
                    <a:pt x="594" y="0"/>
                  </a:lnTo>
                  <a:close/>
                </a:path>
              </a:pathLst>
            </a:custGeom>
            <a:solidFill>
              <a:srgbClr val="657A8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300" name="Google Shape;13300;p43"/>
            <p:cNvSpPr/>
            <p:nvPr/>
          </p:nvSpPr>
          <p:spPr>
            <a:xfrm>
              <a:off x="2410081" y="4444861"/>
              <a:ext cx="26181" cy="18119"/>
            </a:xfrm>
            <a:custGeom>
              <a:rect b="b" l="l" r="r" t="t"/>
              <a:pathLst>
                <a:path extrusionOk="0" h="690" w="997">
                  <a:moveTo>
                    <a:pt x="1" y="0"/>
                  </a:moveTo>
                  <a:cubicBezTo>
                    <a:pt x="39" y="115"/>
                    <a:pt x="68" y="230"/>
                    <a:pt x="68" y="345"/>
                  </a:cubicBezTo>
                  <a:cubicBezTo>
                    <a:pt x="68" y="469"/>
                    <a:pt x="39" y="584"/>
                    <a:pt x="1" y="689"/>
                  </a:cubicBezTo>
                  <a:lnTo>
                    <a:pt x="958" y="689"/>
                  </a:lnTo>
                  <a:cubicBezTo>
                    <a:pt x="996" y="469"/>
                    <a:pt x="996" y="230"/>
                    <a:pt x="958" y="0"/>
                  </a:cubicBezTo>
                  <a:close/>
                </a:path>
              </a:pathLst>
            </a:custGeom>
            <a:solidFill>
              <a:srgbClr val="657A8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301" name="Google Shape;13301;p43"/>
            <p:cNvSpPr/>
            <p:nvPr/>
          </p:nvSpPr>
          <p:spPr>
            <a:xfrm>
              <a:off x="2338969" y="4444861"/>
              <a:ext cx="26155" cy="18119"/>
            </a:xfrm>
            <a:custGeom>
              <a:rect b="b" l="l" r="r" t="t"/>
              <a:pathLst>
                <a:path extrusionOk="0" h="690" w="996">
                  <a:moveTo>
                    <a:pt x="39" y="0"/>
                  </a:moveTo>
                  <a:cubicBezTo>
                    <a:pt x="1" y="230"/>
                    <a:pt x="1" y="460"/>
                    <a:pt x="39" y="689"/>
                  </a:cubicBezTo>
                  <a:lnTo>
                    <a:pt x="996" y="689"/>
                  </a:lnTo>
                  <a:cubicBezTo>
                    <a:pt x="958" y="584"/>
                    <a:pt x="929" y="469"/>
                    <a:pt x="929" y="345"/>
                  </a:cubicBezTo>
                  <a:cubicBezTo>
                    <a:pt x="929" y="230"/>
                    <a:pt x="958" y="115"/>
                    <a:pt x="996" y="0"/>
                  </a:cubicBezTo>
                  <a:close/>
                </a:path>
              </a:pathLst>
            </a:custGeom>
            <a:solidFill>
              <a:srgbClr val="657A8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302" name="Google Shape;13302;p43"/>
            <p:cNvSpPr/>
            <p:nvPr/>
          </p:nvSpPr>
          <p:spPr>
            <a:xfrm>
              <a:off x="2356065" y="4408412"/>
              <a:ext cx="28177" cy="30934"/>
            </a:xfrm>
            <a:custGeom>
              <a:rect b="b" l="l" r="r" t="t"/>
              <a:pathLst>
                <a:path extrusionOk="0" h="1178" w="1073">
                  <a:moveTo>
                    <a:pt x="594" y="1"/>
                  </a:moveTo>
                  <a:cubicBezTo>
                    <a:pt x="374" y="77"/>
                    <a:pt x="173" y="192"/>
                    <a:pt x="0" y="345"/>
                  </a:cubicBezTo>
                  <a:lnTo>
                    <a:pt x="479" y="1178"/>
                  </a:lnTo>
                  <a:cubicBezTo>
                    <a:pt x="622" y="986"/>
                    <a:pt x="833" y="862"/>
                    <a:pt x="1072" y="824"/>
                  </a:cubicBezTo>
                  <a:lnTo>
                    <a:pt x="594" y="1"/>
                  </a:lnTo>
                  <a:close/>
                </a:path>
              </a:pathLst>
            </a:custGeom>
            <a:solidFill>
              <a:srgbClr val="657A8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303" name="Google Shape;13303;p43"/>
            <p:cNvSpPr/>
            <p:nvPr/>
          </p:nvSpPr>
          <p:spPr>
            <a:xfrm>
              <a:off x="2356065" y="4468731"/>
              <a:ext cx="28177" cy="30934"/>
            </a:xfrm>
            <a:custGeom>
              <a:rect b="b" l="l" r="r" t="t"/>
              <a:pathLst>
                <a:path extrusionOk="0" h="1178" w="1073">
                  <a:moveTo>
                    <a:pt x="479" y="0"/>
                  </a:moveTo>
                  <a:lnTo>
                    <a:pt x="0" y="833"/>
                  </a:lnTo>
                  <a:cubicBezTo>
                    <a:pt x="173" y="986"/>
                    <a:pt x="374" y="1101"/>
                    <a:pt x="594" y="1178"/>
                  </a:cubicBezTo>
                  <a:lnTo>
                    <a:pt x="1072" y="345"/>
                  </a:lnTo>
                  <a:cubicBezTo>
                    <a:pt x="833" y="316"/>
                    <a:pt x="622" y="192"/>
                    <a:pt x="479" y="0"/>
                  </a:cubicBezTo>
                  <a:close/>
                </a:path>
              </a:pathLst>
            </a:custGeom>
            <a:solidFill>
              <a:srgbClr val="657A8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304" name="Google Shape;13304;p43"/>
            <p:cNvSpPr/>
            <p:nvPr/>
          </p:nvSpPr>
          <p:spPr>
            <a:xfrm>
              <a:off x="2338969" y="4417708"/>
              <a:ext cx="84977" cy="72583"/>
            </a:xfrm>
            <a:custGeom>
              <a:rect b="b" l="l" r="r" t="t"/>
              <a:pathLst>
                <a:path extrusionOk="0" h="2764" w="3236">
                  <a:moveTo>
                    <a:pt x="1850" y="919"/>
                  </a:moveTo>
                  <a:cubicBezTo>
                    <a:pt x="2089" y="919"/>
                    <a:pt x="2317" y="1101"/>
                    <a:pt x="2317" y="1379"/>
                  </a:cubicBezTo>
                  <a:cubicBezTo>
                    <a:pt x="2307" y="1637"/>
                    <a:pt x="2106" y="1838"/>
                    <a:pt x="1848" y="1838"/>
                  </a:cubicBezTo>
                  <a:lnTo>
                    <a:pt x="1848" y="1848"/>
                  </a:lnTo>
                  <a:cubicBezTo>
                    <a:pt x="1436" y="1848"/>
                    <a:pt x="1235" y="1350"/>
                    <a:pt x="1522" y="1053"/>
                  </a:cubicBezTo>
                  <a:cubicBezTo>
                    <a:pt x="1618" y="960"/>
                    <a:pt x="1736" y="919"/>
                    <a:pt x="1850" y="919"/>
                  </a:cubicBezTo>
                  <a:close/>
                  <a:moveTo>
                    <a:pt x="1848" y="1"/>
                  </a:moveTo>
                  <a:cubicBezTo>
                    <a:pt x="623" y="1"/>
                    <a:pt x="1" y="1494"/>
                    <a:pt x="871" y="2355"/>
                  </a:cubicBezTo>
                  <a:cubicBezTo>
                    <a:pt x="1154" y="2637"/>
                    <a:pt x="1501" y="2764"/>
                    <a:pt x="1842" y="2764"/>
                  </a:cubicBezTo>
                  <a:cubicBezTo>
                    <a:pt x="2553" y="2764"/>
                    <a:pt x="3235" y="2213"/>
                    <a:pt x="3235" y="1379"/>
                  </a:cubicBezTo>
                  <a:cubicBezTo>
                    <a:pt x="3235" y="623"/>
                    <a:pt x="2613" y="1"/>
                    <a:pt x="1848" y="1"/>
                  </a:cubicBezTo>
                  <a:close/>
                </a:path>
              </a:pathLst>
            </a:custGeom>
            <a:solidFill>
              <a:srgbClr val="C0CAD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305" name="Google Shape;13305;p43"/>
            <p:cNvSpPr/>
            <p:nvPr/>
          </p:nvSpPr>
          <p:spPr>
            <a:xfrm>
              <a:off x="2355303" y="4429787"/>
              <a:ext cx="56564" cy="48423"/>
            </a:xfrm>
            <a:custGeom>
              <a:rect b="b" l="l" r="r" t="t"/>
              <a:pathLst>
                <a:path extrusionOk="0" h="1844" w="2154">
                  <a:moveTo>
                    <a:pt x="1228" y="459"/>
                  </a:moveTo>
                  <a:cubicBezTo>
                    <a:pt x="1467" y="459"/>
                    <a:pt x="1695" y="641"/>
                    <a:pt x="1695" y="919"/>
                  </a:cubicBezTo>
                  <a:cubicBezTo>
                    <a:pt x="1685" y="1177"/>
                    <a:pt x="1484" y="1378"/>
                    <a:pt x="1226" y="1378"/>
                  </a:cubicBezTo>
                  <a:lnTo>
                    <a:pt x="1226" y="1388"/>
                  </a:lnTo>
                  <a:cubicBezTo>
                    <a:pt x="814" y="1388"/>
                    <a:pt x="613" y="890"/>
                    <a:pt x="900" y="593"/>
                  </a:cubicBezTo>
                  <a:cubicBezTo>
                    <a:pt x="996" y="500"/>
                    <a:pt x="1114" y="459"/>
                    <a:pt x="1228" y="459"/>
                  </a:cubicBezTo>
                  <a:close/>
                  <a:moveTo>
                    <a:pt x="1226" y="0"/>
                  </a:moveTo>
                  <a:cubicBezTo>
                    <a:pt x="412" y="0"/>
                    <a:pt x="1" y="995"/>
                    <a:pt x="575" y="1570"/>
                  </a:cubicBezTo>
                  <a:cubicBezTo>
                    <a:pt x="764" y="1759"/>
                    <a:pt x="996" y="1843"/>
                    <a:pt x="1224" y="1843"/>
                  </a:cubicBezTo>
                  <a:cubicBezTo>
                    <a:pt x="1699" y="1843"/>
                    <a:pt x="2154" y="1475"/>
                    <a:pt x="2154" y="919"/>
                  </a:cubicBezTo>
                  <a:cubicBezTo>
                    <a:pt x="2154" y="412"/>
                    <a:pt x="1742" y="0"/>
                    <a:pt x="1226" y="0"/>
                  </a:cubicBezTo>
                  <a:close/>
                </a:path>
              </a:pathLst>
            </a:custGeom>
            <a:solidFill>
              <a:srgbClr val="9BABB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3306" name="Google Shape;13306;p43"/>
          <p:cNvGrpSpPr/>
          <p:nvPr/>
        </p:nvGrpSpPr>
        <p:grpSpPr>
          <a:xfrm>
            <a:off x="7556043" y="1347559"/>
            <a:ext cx="337284" cy="380192"/>
            <a:chOff x="7556043" y="1499959"/>
            <a:chExt cx="337284" cy="380192"/>
          </a:xfrm>
        </p:grpSpPr>
        <p:sp>
          <p:nvSpPr>
            <p:cNvPr id="13307" name="Google Shape;13307;p43"/>
            <p:cNvSpPr/>
            <p:nvPr/>
          </p:nvSpPr>
          <p:spPr>
            <a:xfrm>
              <a:off x="7556043" y="1499959"/>
              <a:ext cx="337283" cy="380140"/>
            </a:xfrm>
            <a:custGeom>
              <a:rect b="b" l="l" r="r" t="t"/>
              <a:pathLst>
                <a:path extrusionOk="0" h="14476" w="12844">
                  <a:moveTo>
                    <a:pt x="6423" y="0"/>
                  </a:moveTo>
                  <a:cubicBezTo>
                    <a:pt x="6386" y="0"/>
                    <a:pt x="6350" y="10"/>
                    <a:pt x="6317" y="29"/>
                  </a:cubicBezTo>
                  <a:cubicBezTo>
                    <a:pt x="6279" y="48"/>
                    <a:pt x="2948" y="2038"/>
                    <a:pt x="431" y="2038"/>
                  </a:cubicBezTo>
                  <a:cubicBezTo>
                    <a:pt x="326" y="2038"/>
                    <a:pt x="240" y="2105"/>
                    <a:pt x="221" y="2211"/>
                  </a:cubicBezTo>
                  <a:cubicBezTo>
                    <a:pt x="0" y="3933"/>
                    <a:pt x="67" y="5666"/>
                    <a:pt x="412" y="7369"/>
                  </a:cubicBezTo>
                  <a:cubicBezTo>
                    <a:pt x="747" y="8958"/>
                    <a:pt x="1331" y="10336"/>
                    <a:pt x="2154" y="11465"/>
                  </a:cubicBezTo>
                  <a:cubicBezTo>
                    <a:pt x="3197" y="12872"/>
                    <a:pt x="4604" y="13886"/>
                    <a:pt x="6355" y="14461"/>
                  </a:cubicBezTo>
                  <a:cubicBezTo>
                    <a:pt x="6379" y="14470"/>
                    <a:pt x="6403" y="14475"/>
                    <a:pt x="6426" y="14475"/>
                  </a:cubicBezTo>
                  <a:cubicBezTo>
                    <a:pt x="6448" y="14475"/>
                    <a:pt x="6470" y="14470"/>
                    <a:pt x="6489" y="14461"/>
                  </a:cubicBezTo>
                  <a:cubicBezTo>
                    <a:pt x="8240" y="13886"/>
                    <a:pt x="9657" y="12872"/>
                    <a:pt x="10690" y="11465"/>
                  </a:cubicBezTo>
                  <a:cubicBezTo>
                    <a:pt x="11514" y="10336"/>
                    <a:pt x="12097" y="8958"/>
                    <a:pt x="12432" y="7369"/>
                  </a:cubicBezTo>
                  <a:cubicBezTo>
                    <a:pt x="12777" y="5666"/>
                    <a:pt x="12844" y="3933"/>
                    <a:pt x="12624" y="2211"/>
                  </a:cubicBezTo>
                  <a:cubicBezTo>
                    <a:pt x="12605" y="2105"/>
                    <a:pt x="12518" y="2038"/>
                    <a:pt x="12413" y="2038"/>
                  </a:cubicBezTo>
                  <a:cubicBezTo>
                    <a:pt x="9896" y="2038"/>
                    <a:pt x="6566" y="48"/>
                    <a:pt x="6537" y="29"/>
                  </a:cubicBezTo>
                  <a:cubicBezTo>
                    <a:pt x="6499" y="10"/>
                    <a:pt x="6460" y="0"/>
                    <a:pt x="6423" y="0"/>
                  </a:cubicBezTo>
                  <a:close/>
                </a:path>
              </a:pathLst>
            </a:custGeom>
            <a:solidFill>
              <a:srgbClr val="566D8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308" name="Google Shape;13308;p43"/>
            <p:cNvSpPr/>
            <p:nvPr/>
          </p:nvSpPr>
          <p:spPr>
            <a:xfrm>
              <a:off x="7714628" y="1552479"/>
              <a:ext cx="178699" cy="327672"/>
            </a:xfrm>
            <a:custGeom>
              <a:rect b="b" l="l" r="r" t="t"/>
              <a:pathLst>
                <a:path extrusionOk="0" h="12478" w="6805">
                  <a:moveTo>
                    <a:pt x="5800" y="0"/>
                  </a:moveTo>
                  <a:lnTo>
                    <a:pt x="5800" y="0"/>
                  </a:lnTo>
                  <a:cubicBezTo>
                    <a:pt x="5991" y="1732"/>
                    <a:pt x="5924" y="3493"/>
                    <a:pt x="5580" y="5206"/>
                  </a:cubicBezTo>
                  <a:cubicBezTo>
                    <a:pt x="5235" y="6862"/>
                    <a:pt x="4623" y="8288"/>
                    <a:pt x="3761" y="9456"/>
                  </a:cubicBezTo>
                  <a:cubicBezTo>
                    <a:pt x="2814" y="10757"/>
                    <a:pt x="1503" y="11762"/>
                    <a:pt x="0" y="12355"/>
                  </a:cubicBezTo>
                  <a:cubicBezTo>
                    <a:pt x="106" y="12394"/>
                    <a:pt x="211" y="12432"/>
                    <a:pt x="316" y="12470"/>
                  </a:cubicBezTo>
                  <a:cubicBezTo>
                    <a:pt x="340" y="12475"/>
                    <a:pt x="362" y="12477"/>
                    <a:pt x="383" y="12477"/>
                  </a:cubicBezTo>
                  <a:cubicBezTo>
                    <a:pt x="405" y="12477"/>
                    <a:pt x="426" y="12475"/>
                    <a:pt x="450" y="12470"/>
                  </a:cubicBezTo>
                  <a:cubicBezTo>
                    <a:pt x="2201" y="11886"/>
                    <a:pt x="3618" y="10872"/>
                    <a:pt x="4651" y="9465"/>
                  </a:cubicBezTo>
                  <a:cubicBezTo>
                    <a:pt x="5475" y="8336"/>
                    <a:pt x="6058" y="6958"/>
                    <a:pt x="6393" y="5369"/>
                  </a:cubicBezTo>
                  <a:cubicBezTo>
                    <a:pt x="6738" y="3666"/>
                    <a:pt x="6805" y="1933"/>
                    <a:pt x="6585" y="211"/>
                  </a:cubicBezTo>
                  <a:cubicBezTo>
                    <a:pt x="6566" y="105"/>
                    <a:pt x="6479" y="38"/>
                    <a:pt x="6374" y="38"/>
                  </a:cubicBezTo>
                  <a:cubicBezTo>
                    <a:pt x="6183" y="29"/>
                    <a:pt x="5991" y="19"/>
                    <a:pt x="5800" y="0"/>
                  </a:cubicBezTo>
                  <a:close/>
                </a:path>
              </a:pathLst>
            </a:custGeom>
            <a:solidFill>
              <a:srgbClr val="435D7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309" name="Google Shape;13309;p43"/>
            <p:cNvSpPr/>
            <p:nvPr/>
          </p:nvSpPr>
          <p:spPr>
            <a:xfrm>
              <a:off x="7588974" y="1536382"/>
              <a:ext cx="271450" cy="305824"/>
            </a:xfrm>
            <a:custGeom>
              <a:rect b="b" l="l" r="r" t="t"/>
              <a:pathLst>
                <a:path extrusionOk="0" h="11646" w="10337">
                  <a:moveTo>
                    <a:pt x="5168" y="1"/>
                  </a:moveTo>
                  <a:cubicBezTo>
                    <a:pt x="5132" y="1"/>
                    <a:pt x="5096" y="10"/>
                    <a:pt x="5063" y="29"/>
                  </a:cubicBezTo>
                  <a:cubicBezTo>
                    <a:pt x="5034" y="39"/>
                    <a:pt x="2383" y="1618"/>
                    <a:pt x="383" y="1618"/>
                  </a:cubicBezTo>
                  <a:cubicBezTo>
                    <a:pt x="278" y="1618"/>
                    <a:pt x="192" y="1695"/>
                    <a:pt x="172" y="1800"/>
                  </a:cubicBezTo>
                  <a:cubicBezTo>
                    <a:pt x="0" y="3178"/>
                    <a:pt x="48" y="4575"/>
                    <a:pt x="326" y="5934"/>
                  </a:cubicBezTo>
                  <a:cubicBezTo>
                    <a:pt x="594" y="7207"/>
                    <a:pt x="1062" y="8317"/>
                    <a:pt x="1723" y="9217"/>
                  </a:cubicBezTo>
                  <a:cubicBezTo>
                    <a:pt x="2565" y="10356"/>
                    <a:pt x="3752" y="11207"/>
                    <a:pt x="5101" y="11638"/>
                  </a:cubicBezTo>
                  <a:cubicBezTo>
                    <a:pt x="5125" y="11643"/>
                    <a:pt x="5147" y="11645"/>
                    <a:pt x="5168" y="11645"/>
                  </a:cubicBezTo>
                  <a:cubicBezTo>
                    <a:pt x="5190" y="11645"/>
                    <a:pt x="5211" y="11643"/>
                    <a:pt x="5235" y="11638"/>
                  </a:cubicBezTo>
                  <a:cubicBezTo>
                    <a:pt x="6585" y="11207"/>
                    <a:pt x="7771" y="10356"/>
                    <a:pt x="8613" y="9217"/>
                  </a:cubicBezTo>
                  <a:cubicBezTo>
                    <a:pt x="9274" y="8317"/>
                    <a:pt x="9743" y="7207"/>
                    <a:pt x="10011" y="5934"/>
                  </a:cubicBezTo>
                  <a:cubicBezTo>
                    <a:pt x="10288" y="4575"/>
                    <a:pt x="10336" y="3178"/>
                    <a:pt x="10164" y="1800"/>
                  </a:cubicBezTo>
                  <a:cubicBezTo>
                    <a:pt x="10145" y="1695"/>
                    <a:pt x="10059" y="1618"/>
                    <a:pt x="9953" y="1618"/>
                  </a:cubicBezTo>
                  <a:cubicBezTo>
                    <a:pt x="7953" y="1618"/>
                    <a:pt x="5302" y="39"/>
                    <a:pt x="5273" y="29"/>
                  </a:cubicBezTo>
                  <a:cubicBezTo>
                    <a:pt x="5240" y="10"/>
                    <a:pt x="5204" y="1"/>
                    <a:pt x="5168" y="1"/>
                  </a:cubicBezTo>
                  <a:close/>
                </a:path>
              </a:pathLst>
            </a:custGeom>
            <a:solidFill>
              <a:srgbClr val="AAB8C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310" name="Google Shape;13310;p43"/>
            <p:cNvSpPr/>
            <p:nvPr/>
          </p:nvSpPr>
          <p:spPr>
            <a:xfrm>
              <a:off x="7719906" y="1577846"/>
              <a:ext cx="140517" cy="264281"/>
            </a:xfrm>
            <a:custGeom>
              <a:rect b="b" l="l" r="r" t="t"/>
              <a:pathLst>
                <a:path extrusionOk="0" h="10064" w="5351">
                  <a:moveTo>
                    <a:pt x="4393" y="1"/>
                  </a:moveTo>
                  <a:lnTo>
                    <a:pt x="4393" y="1"/>
                  </a:lnTo>
                  <a:cubicBezTo>
                    <a:pt x="4537" y="1408"/>
                    <a:pt x="4470" y="2834"/>
                    <a:pt x="4192" y="4221"/>
                  </a:cubicBezTo>
                  <a:cubicBezTo>
                    <a:pt x="3905" y="5609"/>
                    <a:pt x="3388" y="6815"/>
                    <a:pt x="2670" y="7791"/>
                  </a:cubicBezTo>
                  <a:cubicBezTo>
                    <a:pt x="1972" y="8738"/>
                    <a:pt x="1063" y="9504"/>
                    <a:pt x="0" y="10011"/>
                  </a:cubicBezTo>
                  <a:lnTo>
                    <a:pt x="115" y="10050"/>
                  </a:lnTo>
                  <a:cubicBezTo>
                    <a:pt x="139" y="10059"/>
                    <a:pt x="163" y="10064"/>
                    <a:pt x="186" y="10064"/>
                  </a:cubicBezTo>
                  <a:cubicBezTo>
                    <a:pt x="208" y="10064"/>
                    <a:pt x="230" y="10059"/>
                    <a:pt x="249" y="10050"/>
                  </a:cubicBezTo>
                  <a:cubicBezTo>
                    <a:pt x="1599" y="9628"/>
                    <a:pt x="2785" y="8777"/>
                    <a:pt x="3627" y="7638"/>
                  </a:cubicBezTo>
                  <a:cubicBezTo>
                    <a:pt x="4288" y="6738"/>
                    <a:pt x="4757" y="5628"/>
                    <a:pt x="5025" y="4355"/>
                  </a:cubicBezTo>
                  <a:cubicBezTo>
                    <a:pt x="5302" y="2987"/>
                    <a:pt x="5350" y="1599"/>
                    <a:pt x="5178" y="221"/>
                  </a:cubicBezTo>
                  <a:cubicBezTo>
                    <a:pt x="5159" y="116"/>
                    <a:pt x="5073" y="39"/>
                    <a:pt x="4967" y="39"/>
                  </a:cubicBezTo>
                  <a:cubicBezTo>
                    <a:pt x="4776" y="39"/>
                    <a:pt x="4584" y="29"/>
                    <a:pt x="4393" y="1"/>
                  </a:cubicBez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311" name="Google Shape;13311;p43"/>
            <p:cNvSpPr/>
            <p:nvPr/>
          </p:nvSpPr>
          <p:spPr>
            <a:xfrm>
              <a:off x="7657565" y="1674352"/>
              <a:ext cx="134477" cy="90518"/>
            </a:xfrm>
            <a:custGeom>
              <a:rect b="b" l="l" r="r" t="t"/>
              <a:pathLst>
                <a:path extrusionOk="0" h="3447" w="5121">
                  <a:moveTo>
                    <a:pt x="2556" y="1"/>
                  </a:moveTo>
                  <a:cubicBezTo>
                    <a:pt x="1178" y="20"/>
                    <a:pt x="1" y="1159"/>
                    <a:pt x="1" y="2479"/>
                  </a:cubicBezTo>
                  <a:lnTo>
                    <a:pt x="1" y="3236"/>
                  </a:lnTo>
                  <a:cubicBezTo>
                    <a:pt x="1" y="3350"/>
                    <a:pt x="97" y="3446"/>
                    <a:pt x="221" y="3446"/>
                  </a:cubicBezTo>
                  <a:lnTo>
                    <a:pt x="4910" y="3446"/>
                  </a:lnTo>
                  <a:cubicBezTo>
                    <a:pt x="5025" y="3446"/>
                    <a:pt x="5121" y="3350"/>
                    <a:pt x="5121" y="3236"/>
                  </a:cubicBezTo>
                  <a:lnTo>
                    <a:pt x="5121" y="2479"/>
                  </a:lnTo>
                  <a:cubicBezTo>
                    <a:pt x="5111" y="1159"/>
                    <a:pt x="3944" y="20"/>
                    <a:pt x="2556" y="1"/>
                  </a:cubicBezTo>
                  <a:close/>
                </a:path>
              </a:pathLst>
            </a:custGeom>
            <a:solidFill>
              <a:srgbClr val="99A8B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312" name="Google Shape;13312;p43"/>
            <p:cNvSpPr/>
            <p:nvPr/>
          </p:nvSpPr>
          <p:spPr>
            <a:xfrm>
              <a:off x="7714365" y="1674352"/>
              <a:ext cx="77677" cy="90518"/>
            </a:xfrm>
            <a:custGeom>
              <a:rect b="b" l="l" r="r" t="t"/>
              <a:pathLst>
                <a:path extrusionOk="0" h="3447" w="2958">
                  <a:moveTo>
                    <a:pt x="393" y="1"/>
                  </a:moveTo>
                  <a:cubicBezTo>
                    <a:pt x="259" y="1"/>
                    <a:pt x="135" y="20"/>
                    <a:pt x="1" y="39"/>
                  </a:cubicBezTo>
                  <a:cubicBezTo>
                    <a:pt x="1207" y="240"/>
                    <a:pt x="2164" y="1283"/>
                    <a:pt x="2164" y="2479"/>
                  </a:cubicBezTo>
                  <a:lnTo>
                    <a:pt x="2164" y="3236"/>
                  </a:lnTo>
                  <a:cubicBezTo>
                    <a:pt x="2164" y="3350"/>
                    <a:pt x="2068" y="3446"/>
                    <a:pt x="1953" y="3446"/>
                  </a:cubicBezTo>
                  <a:lnTo>
                    <a:pt x="2747" y="3446"/>
                  </a:lnTo>
                  <a:cubicBezTo>
                    <a:pt x="2862" y="3446"/>
                    <a:pt x="2958" y="3350"/>
                    <a:pt x="2958" y="3236"/>
                  </a:cubicBezTo>
                  <a:lnTo>
                    <a:pt x="2958" y="2479"/>
                  </a:lnTo>
                  <a:cubicBezTo>
                    <a:pt x="2948" y="1159"/>
                    <a:pt x="1781" y="20"/>
                    <a:pt x="393" y="1"/>
                  </a:cubicBezTo>
                  <a:close/>
                </a:path>
              </a:pathLst>
            </a:custGeom>
            <a:solidFill>
              <a:srgbClr val="6A7F9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313" name="Google Shape;13313;p43"/>
            <p:cNvSpPr/>
            <p:nvPr/>
          </p:nvSpPr>
          <p:spPr>
            <a:xfrm>
              <a:off x="7709586" y="1680076"/>
              <a:ext cx="30199" cy="17437"/>
            </a:xfrm>
            <a:custGeom>
              <a:rect b="b" l="l" r="r" t="t"/>
              <a:pathLst>
                <a:path extrusionOk="0" h="664" w="1150">
                  <a:moveTo>
                    <a:pt x="575" y="0"/>
                  </a:moveTo>
                  <a:cubicBezTo>
                    <a:pt x="381" y="0"/>
                    <a:pt x="188" y="27"/>
                    <a:pt x="1" y="79"/>
                  </a:cubicBezTo>
                  <a:lnTo>
                    <a:pt x="307" y="663"/>
                  </a:lnTo>
                  <a:lnTo>
                    <a:pt x="843" y="663"/>
                  </a:lnTo>
                  <a:lnTo>
                    <a:pt x="1149" y="79"/>
                  </a:lnTo>
                  <a:cubicBezTo>
                    <a:pt x="963" y="27"/>
                    <a:pt x="769" y="0"/>
                    <a:pt x="575" y="0"/>
                  </a:cubicBez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314" name="Google Shape;13314;p43"/>
            <p:cNvSpPr/>
            <p:nvPr/>
          </p:nvSpPr>
          <p:spPr>
            <a:xfrm>
              <a:off x="7702811" y="1690686"/>
              <a:ext cx="43749" cy="62866"/>
            </a:xfrm>
            <a:custGeom>
              <a:rect b="b" l="l" r="r" t="t"/>
              <a:pathLst>
                <a:path extrusionOk="0" h="2394" w="1666">
                  <a:moveTo>
                    <a:pt x="556" y="1"/>
                  </a:moveTo>
                  <a:cubicBezTo>
                    <a:pt x="450" y="1"/>
                    <a:pt x="364" y="77"/>
                    <a:pt x="335" y="173"/>
                  </a:cubicBezTo>
                  <a:lnTo>
                    <a:pt x="20" y="1580"/>
                  </a:lnTo>
                  <a:cubicBezTo>
                    <a:pt x="1" y="1656"/>
                    <a:pt x="20" y="1733"/>
                    <a:pt x="87" y="1790"/>
                  </a:cubicBezTo>
                  <a:lnTo>
                    <a:pt x="680" y="2336"/>
                  </a:lnTo>
                  <a:cubicBezTo>
                    <a:pt x="723" y="2374"/>
                    <a:pt x="776" y="2393"/>
                    <a:pt x="828" y="2393"/>
                  </a:cubicBezTo>
                  <a:cubicBezTo>
                    <a:pt x="881" y="2393"/>
                    <a:pt x="934" y="2374"/>
                    <a:pt x="977" y="2336"/>
                  </a:cubicBezTo>
                  <a:lnTo>
                    <a:pt x="1580" y="1790"/>
                  </a:lnTo>
                  <a:cubicBezTo>
                    <a:pt x="1637" y="1733"/>
                    <a:pt x="1666" y="1656"/>
                    <a:pt x="1647" y="1580"/>
                  </a:cubicBezTo>
                  <a:lnTo>
                    <a:pt x="1321" y="173"/>
                  </a:lnTo>
                  <a:cubicBezTo>
                    <a:pt x="1302" y="77"/>
                    <a:pt x="1216" y="1"/>
                    <a:pt x="1111" y="1"/>
                  </a:cubicBez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315" name="Google Shape;13315;p43"/>
            <p:cNvSpPr/>
            <p:nvPr/>
          </p:nvSpPr>
          <p:spPr>
            <a:xfrm>
              <a:off x="7714365" y="1690922"/>
              <a:ext cx="31958" cy="62630"/>
            </a:xfrm>
            <a:custGeom>
              <a:rect b="b" l="l" r="r" t="t"/>
              <a:pathLst>
                <a:path extrusionOk="0" h="2385" w="1217">
                  <a:moveTo>
                    <a:pt x="688" y="1"/>
                  </a:moveTo>
                  <a:cubicBezTo>
                    <a:pt x="683" y="1"/>
                    <a:pt x="677" y="1"/>
                    <a:pt x="671" y="1"/>
                  </a:cubicBezTo>
                  <a:lnTo>
                    <a:pt x="364" y="1"/>
                  </a:lnTo>
                  <a:lnTo>
                    <a:pt x="240" y="250"/>
                  </a:lnTo>
                  <a:lnTo>
                    <a:pt x="546" y="1600"/>
                  </a:lnTo>
                  <a:lnTo>
                    <a:pt x="1" y="2107"/>
                  </a:lnTo>
                  <a:lnTo>
                    <a:pt x="240" y="2327"/>
                  </a:lnTo>
                  <a:cubicBezTo>
                    <a:pt x="283" y="2365"/>
                    <a:pt x="336" y="2384"/>
                    <a:pt x="388" y="2384"/>
                  </a:cubicBezTo>
                  <a:cubicBezTo>
                    <a:pt x="441" y="2384"/>
                    <a:pt x="494" y="2365"/>
                    <a:pt x="537" y="2327"/>
                  </a:cubicBezTo>
                  <a:lnTo>
                    <a:pt x="1140" y="1781"/>
                  </a:lnTo>
                  <a:cubicBezTo>
                    <a:pt x="1197" y="1724"/>
                    <a:pt x="1216" y="1647"/>
                    <a:pt x="1207" y="1571"/>
                  </a:cubicBezTo>
                  <a:lnTo>
                    <a:pt x="881" y="164"/>
                  </a:lnTo>
                  <a:cubicBezTo>
                    <a:pt x="863" y="74"/>
                    <a:pt x="786" y="1"/>
                    <a:pt x="688" y="1"/>
                  </a:cubicBez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316" name="Google Shape;13316;p43"/>
            <p:cNvSpPr/>
            <p:nvPr/>
          </p:nvSpPr>
          <p:spPr>
            <a:xfrm>
              <a:off x="7701813" y="1674352"/>
              <a:ext cx="45745" cy="23161"/>
            </a:xfrm>
            <a:custGeom>
              <a:rect b="b" l="l" r="r" t="t"/>
              <a:pathLst>
                <a:path extrusionOk="0" h="882" w="1742">
                  <a:moveTo>
                    <a:pt x="871" y="1"/>
                  </a:moveTo>
                  <a:cubicBezTo>
                    <a:pt x="574" y="10"/>
                    <a:pt x="278" y="58"/>
                    <a:pt x="0" y="163"/>
                  </a:cubicBezTo>
                  <a:lnTo>
                    <a:pt x="373" y="881"/>
                  </a:lnTo>
                  <a:lnTo>
                    <a:pt x="1388" y="881"/>
                  </a:lnTo>
                  <a:lnTo>
                    <a:pt x="1742" y="163"/>
                  </a:lnTo>
                  <a:cubicBezTo>
                    <a:pt x="1464" y="58"/>
                    <a:pt x="1168" y="1"/>
                    <a:pt x="871" y="1"/>
                  </a:cubicBez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317" name="Google Shape;13317;p43"/>
            <p:cNvSpPr/>
            <p:nvPr/>
          </p:nvSpPr>
          <p:spPr>
            <a:xfrm>
              <a:off x="7720667" y="1674851"/>
              <a:ext cx="26890" cy="22662"/>
            </a:xfrm>
            <a:custGeom>
              <a:rect b="b" l="l" r="r" t="t"/>
              <a:pathLst>
                <a:path extrusionOk="0" h="863" w="1024">
                  <a:moveTo>
                    <a:pt x="431" y="1"/>
                  </a:moveTo>
                  <a:lnTo>
                    <a:pt x="0" y="862"/>
                  </a:lnTo>
                  <a:lnTo>
                    <a:pt x="660" y="862"/>
                  </a:lnTo>
                  <a:lnTo>
                    <a:pt x="1024" y="144"/>
                  </a:lnTo>
                  <a:cubicBezTo>
                    <a:pt x="833" y="68"/>
                    <a:pt x="632" y="30"/>
                    <a:pt x="431" y="1"/>
                  </a:cubicBez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318" name="Google Shape;13318;p43"/>
            <p:cNvSpPr/>
            <p:nvPr/>
          </p:nvSpPr>
          <p:spPr>
            <a:xfrm>
              <a:off x="7689733" y="1590162"/>
              <a:ext cx="69904" cy="95534"/>
            </a:xfrm>
            <a:custGeom>
              <a:rect b="b" l="l" r="r" t="t"/>
              <a:pathLst>
                <a:path extrusionOk="0" h="3638" w="2662">
                  <a:moveTo>
                    <a:pt x="1331" y="1"/>
                  </a:moveTo>
                  <a:cubicBezTo>
                    <a:pt x="594" y="1"/>
                    <a:pt x="1" y="604"/>
                    <a:pt x="1" y="1341"/>
                  </a:cubicBezTo>
                  <a:lnTo>
                    <a:pt x="1" y="2307"/>
                  </a:lnTo>
                  <a:cubicBezTo>
                    <a:pt x="1" y="3044"/>
                    <a:pt x="594" y="3637"/>
                    <a:pt x="1331" y="3637"/>
                  </a:cubicBezTo>
                  <a:cubicBezTo>
                    <a:pt x="2068" y="3637"/>
                    <a:pt x="2661" y="3044"/>
                    <a:pt x="2661" y="2307"/>
                  </a:cubicBezTo>
                  <a:lnTo>
                    <a:pt x="2661" y="1341"/>
                  </a:lnTo>
                  <a:cubicBezTo>
                    <a:pt x="2661" y="604"/>
                    <a:pt x="2068" y="1"/>
                    <a:pt x="1331" y="1"/>
                  </a:cubicBezTo>
                  <a:close/>
                </a:path>
              </a:pathLst>
            </a:custGeom>
            <a:solidFill>
              <a:srgbClr val="CCD7D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319" name="Google Shape;13319;p43"/>
            <p:cNvSpPr/>
            <p:nvPr/>
          </p:nvSpPr>
          <p:spPr>
            <a:xfrm>
              <a:off x="7714365" y="1590162"/>
              <a:ext cx="45272" cy="95534"/>
            </a:xfrm>
            <a:custGeom>
              <a:rect b="b" l="l" r="r" t="t"/>
              <a:pathLst>
                <a:path extrusionOk="0" h="3638" w="1724">
                  <a:moveTo>
                    <a:pt x="393" y="1"/>
                  </a:moveTo>
                  <a:cubicBezTo>
                    <a:pt x="259" y="1"/>
                    <a:pt x="125" y="20"/>
                    <a:pt x="1" y="58"/>
                  </a:cubicBezTo>
                  <a:cubicBezTo>
                    <a:pt x="565" y="230"/>
                    <a:pt x="939" y="747"/>
                    <a:pt x="948" y="1331"/>
                  </a:cubicBezTo>
                  <a:lnTo>
                    <a:pt x="948" y="2307"/>
                  </a:lnTo>
                  <a:cubicBezTo>
                    <a:pt x="939" y="2891"/>
                    <a:pt x="565" y="3408"/>
                    <a:pt x="1" y="3580"/>
                  </a:cubicBezTo>
                  <a:cubicBezTo>
                    <a:pt x="125" y="3618"/>
                    <a:pt x="259" y="3637"/>
                    <a:pt x="393" y="3637"/>
                  </a:cubicBezTo>
                  <a:cubicBezTo>
                    <a:pt x="1130" y="3637"/>
                    <a:pt x="1723" y="3044"/>
                    <a:pt x="1723" y="2307"/>
                  </a:cubicBezTo>
                  <a:lnTo>
                    <a:pt x="1723" y="1341"/>
                  </a:lnTo>
                  <a:cubicBezTo>
                    <a:pt x="1723" y="604"/>
                    <a:pt x="1130" y="1"/>
                    <a:pt x="393" y="1"/>
                  </a:cubicBezTo>
                  <a:close/>
                </a:path>
              </a:pathLst>
            </a:custGeom>
            <a:solidFill>
              <a:srgbClr val="B4C3C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320" name="Google Shape;13320;p43"/>
            <p:cNvSpPr/>
            <p:nvPr/>
          </p:nvSpPr>
          <p:spPr>
            <a:xfrm>
              <a:off x="7689733" y="1591423"/>
              <a:ext cx="69904" cy="46533"/>
            </a:xfrm>
            <a:custGeom>
              <a:rect b="b" l="l" r="r" t="t"/>
              <a:pathLst>
                <a:path extrusionOk="0" h="1772" w="2662">
                  <a:moveTo>
                    <a:pt x="1331" y="1"/>
                  </a:moveTo>
                  <a:cubicBezTo>
                    <a:pt x="613" y="1"/>
                    <a:pt x="20" y="575"/>
                    <a:pt x="1" y="1293"/>
                  </a:cubicBezTo>
                  <a:lnTo>
                    <a:pt x="1" y="1771"/>
                  </a:lnTo>
                  <a:lnTo>
                    <a:pt x="211" y="1771"/>
                  </a:lnTo>
                  <a:cubicBezTo>
                    <a:pt x="1188" y="1771"/>
                    <a:pt x="1551" y="1111"/>
                    <a:pt x="1551" y="1111"/>
                  </a:cubicBezTo>
                  <a:cubicBezTo>
                    <a:pt x="1551" y="1111"/>
                    <a:pt x="1800" y="1771"/>
                    <a:pt x="2451" y="1771"/>
                  </a:cubicBezTo>
                  <a:lnTo>
                    <a:pt x="2661" y="1771"/>
                  </a:lnTo>
                  <a:lnTo>
                    <a:pt x="2661" y="1293"/>
                  </a:lnTo>
                  <a:cubicBezTo>
                    <a:pt x="2642" y="575"/>
                    <a:pt x="2049" y="1"/>
                    <a:pt x="1331" y="1"/>
                  </a:cubicBez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3321" name="Google Shape;13321;p43"/>
          <p:cNvGrpSpPr/>
          <p:nvPr/>
        </p:nvGrpSpPr>
        <p:grpSpPr>
          <a:xfrm>
            <a:off x="7992826" y="1365390"/>
            <a:ext cx="317431" cy="344584"/>
            <a:chOff x="7992826" y="1517790"/>
            <a:chExt cx="317431" cy="344584"/>
          </a:xfrm>
        </p:grpSpPr>
        <p:sp>
          <p:nvSpPr>
            <p:cNvPr id="13322" name="Google Shape;13322;p43"/>
            <p:cNvSpPr/>
            <p:nvPr/>
          </p:nvSpPr>
          <p:spPr>
            <a:xfrm>
              <a:off x="8021239" y="1517790"/>
              <a:ext cx="289018" cy="289044"/>
            </a:xfrm>
            <a:custGeom>
              <a:rect b="b" l="l" r="r" t="t"/>
              <a:pathLst>
                <a:path extrusionOk="0" h="11007" w="11006">
                  <a:moveTo>
                    <a:pt x="5503" y="0"/>
                  </a:moveTo>
                  <a:cubicBezTo>
                    <a:pt x="2469" y="0"/>
                    <a:pt x="0" y="2460"/>
                    <a:pt x="0" y="5503"/>
                  </a:cubicBezTo>
                  <a:cubicBezTo>
                    <a:pt x="0" y="8537"/>
                    <a:pt x="2469" y="11006"/>
                    <a:pt x="5503" y="11006"/>
                  </a:cubicBezTo>
                  <a:cubicBezTo>
                    <a:pt x="8546" y="11006"/>
                    <a:pt x="11006" y="8537"/>
                    <a:pt x="11006" y="5503"/>
                  </a:cubicBezTo>
                  <a:cubicBezTo>
                    <a:pt x="11006" y="2460"/>
                    <a:pt x="8546" y="0"/>
                    <a:pt x="5503" y="0"/>
                  </a:cubicBezTo>
                  <a:close/>
                </a:path>
              </a:pathLst>
            </a:custGeom>
            <a:solidFill>
              <a:srgbClr val="8192A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323" name="Google Shape;13323;p43"/>
            <p:cNvSpPr/>
            <p:nvPr/>
          </p:nvSpPr>
          <p:spPr>
            <a:xfrm>
              <a:off x="7992826" y="1520810"/>
              <a:ext cx="274706" cy="285866"/>
            </a:xfrm>
            <a:custGeom>
              <a:rect b="b" l="l" r="r" t="t"/>
              <a:pathLst>
                <a:path extrusionOk="0" h="10886" w="10461">
                  <a:moveTo>
                    <a:pt x="5465" y="0"/>
                  </a:moveTo>
                  <a:cubicBezTo>
                    <a:pt x="1857" y="747"/>
                    <a:pt x="1" y="4757"/>
                    <a:pt x="1742" y="7991"/>
                  </a:cubicBezTo>
                  <a:cubicBezTo>
                    <a:pt x="2758" y="9878"/>
                    <a:pt x="4665" y="10885"/>
                    <a:pt x="6597" y="10885"/>
                  </a:cubicBezTo>
                  <a:cubicBezTo>
                    <a:pt x="7978" y="10885"/>
                    <a:pt x="9372" y="10370"/>
                    <a:pt x="10461" y="9293"/>
                  </a:cubicBezTo>
                  <a:lnTo>
                    <a:pt x="10461" y="9293"/>
                  </a:lnTo>
                  <a:cubicBezTo>
                    <a:pt x="10088" y="9370"/>
                    <a:pt x="9714" y="9408"/>
                    <a:pt x="9341" y="9408"/>
                  </a:cubicBezTo>
                  <a:cubicBezTo>
                    <a:pt x="7111" y="9408"/>
                    <a:pt x="5102" y="8058"/>
                    <a:pt x="4250" y="6001"/>
                  </a:cubicBezTo>
                  <a:cubicBezTo>
                    <a:pt x="3398" y="3934"/>
                    <a:pt x="3877" y="1570"/>
                    <a:pt x="5465" y="0"/>
                  </a:cubicBezTo>
                  <a:close/>
                </a:path>
              </a:pathLst>
            </a:custGeom>
            <a:solidFill>
              <a:srgbClr val="6E829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324" name="Google Shape;13324;p43"/>
            <p:cNvSpPr/>
            <p:nvPr/>
          </p:nvSpPr>
          <p:spPr>
            <a:xfrm>
              <a:off x="8021476" y="1517790"/>
              <a:ext cx="288781" cy="288781"/>
            </a:xfrm>
            <a:custGeom>
              <a:rect b="b" l="l" r="r" t="t"/>
              <a:pathLst>
                <a:path extrusionOk="0" h="10997" w="10997">
                  <a:moveTo>
                    <a:pt x="5283" y="10"/>
                  </a:moveTo>
                  <a:lnTo>
                    <a:pt x="5283" y="2326"/>
                  </a:lnTo>
                  <a:lnTo>
                    <a:pt x="2728" y="2326"/>
                  </a:lnTo>
                  <a:cubicBezTo>
                    <a:pt x="3312" y="1005"/>
                    <a:pt x="4231" y="115"/>
                    <a:pt x="5283" y="10"/>
                  </a:cubicBezTo>
                  <a:close/>
                  <a:moveTo>
                    <a:pt x="5705" y="10"/>
                  </a:moveTo>
                  <a:cubicBezTo>
                    <a:pt x="6757" y="115"/>
                    <a:pt x="7686" y="1005"/>
                    <a:pt x="8260" y="2326"/>
                  </a:cubicBezTo>
                  <a:lnTo>
                    <a:pt x="5705" y="2326"/>
                  </a:lnTo>
                  <a:lnTo>
                    <a:pt x="5705" y="10"/>
                  </a:lnTo>
                  <a:close/>
                  <a:moveTo>
                    <a:pt x="5283" y="2747"/>
                  </a:moveTo>
                  <a:lnTo>
                    <a:pt x="5283" y="5293"/>
                  </a:lnTo>
                  <a:lnTo>
                    <a:pt x="2116" y="5293"/>
                  </a:lnTo>
                  <a:cubicBezTo>
                    <a:pt x="2125" y="4422"/>
                    <a:pt x="2278" y="3570"/>
                    <a:pt x="2565" y="2747"/>
                  </a:cubicBezTo>
                  <a:close/>
                  <a:moveTo>
                    <a:pt x="8423" y="2747"/>
                  </a:moveTo>
                  <a:cubicBezTo>
                    <a:pt x="8710" y="3570"/>
                    <a:pt x="8863" y="4422"/>
                    <a:pt x="8882" y="5293"/>
                  </a:cubicBezTo>
                  <a:lnTo>
                    <a:pt x="5705" y="5293"/>
                  </a:lnTo>
                  <a:lnTo>
                    <a:pt x="5705" y="2747"/>
                  </a:lnTo>
                  <a:close/>
                  <a:moveTo>
                    <a:pt x="5283" y="5714"/>
                  </a:moveTo>
                  <a:lnTo>
                    <a:pt x="5283" y="8250"/>
                  </a:lnTo>
                  <a:lnTo>
                    <a:pt x="2565" y="8250"/>
                  </a:lnTo>
                  <a:cubicBezTo>
                    <a:pt x="2278" y="7437"/>
                    <a:pt x="2125" y="6575"/>
                    <a:pt x="2116" y="5714"/>
                  </a:cubicBezTo>
                  <a:close/>
                  <a:moveTo>
                    <a:pt x="8882" y="5714"/>
                  </a:moveTo>
                  <a:cubicBezTo>
                    <a:pt x="8863" y="6575"/>
                    <a:pt x="8710" y="7437"/>
                    <a:pt x="8423" y="8250"/>
                  </a:cubicBezTo>
                  <a:lnTo>
                    <a:pt x="5705" y="8250"/>
                  </a:lnTo>
                  <a:lnTo>
                    <a:pt x="5705" y="5714"/>
                  </a:lnTo>
                  <a:close/>
                  <a:moveTo>
                    <a:pt x="5283" y="0"/>
                  </a:moveTo>
                  <a:cubicBezTo>
                    <a:pt x="4728" y="29"/>
                    <a:pt x="4183" y="125"/>
                    <a:pt x="3657" y="316"/>
                  </a:cubicBezTo>
                  <a:cubicBezTo>
                    <a:pt x="3092" y="795"/>
                    <a:pt x="2623" y="1493"/>
                    <a:pt x="2278" y="2326"/>
                  </a:cubicBezTo>
                  <a:lnTo>
                    <a:pt x="1006" y="2326"/>
                  </a:lnTo>
                  <a:cubicBezTo>
                    <a:pt x="910" y="2460"/>
                    <a:pt x="814" y="2604"/>
                    <a:pt x="728" y="2747"/>
                  </a:cubicBezTo>
                  <a:lnTo>
                    <a:pt x="2125" y="2747"/>
                  </a:lnTo>
                  <a:cubicBezTo>
                    <a:pt x="1848" y="3570"/>
                    <a:pt x="1704" y="4422"/>
                    <a:pt x="1695" y="5293"/>
                  </a:cubicBezTo>
                  <a:lnTo>
                    <a:pt x="1" y="5293"/>
                  </a:lnTo>
                  <a:lnTo>
                    <a:pt x="1" y="5503"/>
                  </a:lnTo>
                  <a:lnTo>
                    <a:pt x="1" y="5714"/>
                  </a:lnTo>
                  <a:lnTo>
                    <a:pt x="1695" y="5714"/>
                  </a:lnTo>
                  <a:cubicBezTo>
                    <a:pt x="1704" y="6575"/>
                    <a:pt x="1848" y="7427"/>
                    <a:pt x="2125" y="8250"/>
                  </a:cubicBezTo>
                  <a:lnTo>
                    <a:pt x="728" y="8250"/>
                  </a:lnTo>
                  <a:cubicBezTo>
                    <a:pt x="814" y="8394"/>
                    <a:pt x="910" y="8537"/>
                    <a:pt x="1006" y="8671"/>
                  </a:cubicBezTo>
                  <a:lnTo>
                    <a:pt x="2278" y="8671"/>
                  </a:lnTo>
                  <a:cubicBezTo>
                    <a:pt x="2623" y="9513"/>
                    <a:pt x="3092" y="10202"/>
                    <a:pt x="3647" y="10690"/>
                  </a:cubicBezTo>
                  <a:cubicBezTo>
                    <a:pt x="4173" y="10872"/>
                    <a:pt x="4728" y="10978"/>
                    <a:pt x="5283" y="10997"/>
                  </a:cubicBezTo>
                  <a:cubicBezTo>
                    <a:pt x="4231" y="10882"/>
                    <a:pt x="3312" y="9992"/>
                    <a:pt x="2728" y="8671"/>
                  </a:cubicBezTo>
                  <a:lnTo>
                    <a:pt x="5283" y="8671"/>
                  </a:lnTo>
                  <a:lnTo>
                    <a:pt x="5283" y="10997"/>
                  </a:lnTo>
                  <a:lnTo>
                    <a:pt x="5705" y="10997"/>
                  </a:lnTo>
                  <a:lnTo>
                    <a:pt x="5705" y="10987"/>
                  </a:lnTo>
                  <a:lnTo>
                    <a:pt x="5705" y="8671"/>
                  </a:lnTo>
                  <a:lnTo>
                    <a:pt x="8260" y="8671"/>
                  </a:lnTo>
                  <a:cubicBezTo>
                    <a:pt x="7686" y="9992"/>
                    <a:pt x="6757" y="10882"/>
                    <a:pt x="5705" y="10997"/>
                  </a:cubicBezTo>
                  <a:cubicBezTo>
                    <a:pt x="6260" y="10978"/>
                    <a:pt x="6815" y="10872"/>
                    <a:pt x="7341" y="10690"/>
                  </a:cubicBezTo>
                  <a:cubicBezTo>
                    <a:pt x="7896" y="10212"/>
                    <a:pt x="8365" y="9513"/>
                    <a:pt x="8710" y="8671"/>
                  </a:cubicBezTo>
                  <a:lnTo>
                    <a:pt x="9992" y="8671"/>
                  </a:lnTo>
                  <a:cubicBezTo>
                    <a:pt x="10088" y="8537"/>
                    <a:pt x="10174" y="8394"/>
                    <a:pt x="10260" y="8250"/>
                  </a:cubicBezTo>
                  <a:lnTo>
                    <a:pt x="8872" y="8250"/>
                  </a:lnTo>
                  <a:cubicBezTo>
                    <a:pt x="9140" y="7427"/>
                    <a:pt x="9284" y="6575"/>
                    <a:pt x="9303" y="5714"/>
                  </a:cubicBezTo>
                  <a:lnTo>
                    <a:pt x="10997" y="5714"/>
                  </a:lnTo>
                  <a:lnTo>
                    <a:pt x="10997" y="5503"/>
                  </a:lnTo>
                  <a:lnTo>
                    <a:pt x="10997" y="5293"/>
                  </a:lnTo>
                  <a:lnTo>
                    <a:pt x="9303" y="5293"/>
                  </a:lnTo>
                  <a:cubicBezTo>
                    <a:pt x="9284" y="4422"/>
                    <a:pt x="9140" y="3570"/>
                    <a:pt x="8872" y="2747"/>
                  </a:cubicBezTo>
                  <a:lnTo>
                    <a:pt x="10260" y="2747"/>
                  </a:lnTo>
                  <a:cubicBezTo>
                    <a:pt x="10174" y="2604"/>
                    <a:pt x="10088" y="2460"/>
                    <a:pt x="9992" y="2326"/>
                  </a:cubicBezTo>
                  <a:lnTo>
                    <a:pt x="8710" y="2326"/>
                  </a:lnTo>
                  <a:cubicBezTo>
                    <a:pt x="8365" y="1484"/>
                    <a:pt x="7896" y="795"/>
                    <a:pt x="7341" y="316"/>
                  </a:cubicBezTo>
                  <a:cubicBezTo>
                    <a:pt x="6815" y="125"/>
                    <a:pt x="6260" y="29"/>
                    <a:pt x="5705" y="0"/>
                  </a:cubicBezTo>
                  <a:close/>
                </a:path>
              </a:pathLst>
            </a:custGeom>
            <a:solidFill>
              <a:srgbClr val="E6EBE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325" name="Google Shape;13325;p43"/>
            <p:cNvSpPr/>
            <p:nvPr/>
          </p:nvSpPr>
          <p:spPr>
            <a:xfrm>
              <a:off x="8021476" y="1520810"/>
              <a:ext cx="217932" cy="285761"/>
            </a:xfrm>
            <a:custGeom>
              <a:rect b="b" l="l" r="r" t="t"/>
              <a:pathLst>
                <a:path extrusionOk="0" h="10882" w="8299">
                  <a:moveTo>
                    <a:pt x="4365" y="0"/>
                  </a:moveTo>
                  <a:cubicBezTo>
                    <a:pt x="4125" y="48"/>
                    <a:pt x="3886" y="115"/>
                    <a:pt x="3657" y="201"/>
                  </a:cubicBezTo>
                  <a:cubicBezTo>
                    <a:pt x="3101" y="680"/>
                    <a:pt x="2632" y="1378"/>
                    <a:pt x="2288" y="2211"/>
                  </a:cubicBezTo>
                  <a:lnTo>
                    <a:pt x="1006" y="2211"/>
                  </a:lnTo>
                  <a:cubicBezTo>
                    <a:pt x="910" y="2345"/>
                    <a:pt x="814" y="2489"/>
                    <a:pt x="738" y="2632"/>
                  </a:cubicBezTo>
                  <a:lnTo>
                    <a:pt x="2125" y="2632"/>
                  </a:lnTo>
                  <a:cubicBezTo>
                    <a:pt x="1857" y="3455"/>
                    <a:pt x="1704" y="4307"/>
                    <a:pt x="1695" y="5178"/>
                  </a:cubicBezTo>
                  <a:lnTo>
                    <a:pt x="1" y="5178"/>
                  </a:lnTo>
                  <a:lnTo>
                    <a:pt x="1" y="5388"/>
                  </a:lnTo>
                  <a:lnTo>
                    <a:pt x="1" y="5599"/>
                  </a:lnTo>
                  <a:lnTo>
                    <a:pt x="1695" y="5599"/>
                  </a:lnTo>
                  <a:cubicBezTo>
                    <a:pt x="1704" y="6460"/>
                    <a:pt x="1857" y="7322"/>
                    <a:pt x="2125" y="8135"/>
                  </a:cubicBezTo>
                  <a:lnTo>
                    <a:pt x="738" y="8135"/>
                  </a:lnTo>
                  <a:cubicBezTo>
                    <a:pt x="814" y="8279"/>
                    <a:pt x="910" y="8422"/>
                    <a:pt x="1006" y="8566"/>
                  </a:cubicBezTo>
                  <a:lnTo>
                    <a:pt x="2278" y="8566"/>
                  </a:lnTo>
                  <a:cubicBezTo>
                    <a:pt x="2623" y="9398"/>
                    <a:pt x="3092" y="10087"/>
                    <a:pt x="3647" y="10575"/>
                  </a:cubicBezTo>
                  <a:cubicBezTo>
                    <a:pt x="4173" y="10757"/>
                    <a:pt x="4728" y="10863"/>
                    <a:pt x="5283" y="10882"/>
                  </a:cubicBezTo>
                  <a:cubicBezTo>
                    <a:pt x="4231" y="10767"/>
                    <a:pt x="3312" y="9877"/>
                    <a:pt x="2728" y="8566"/>
                  </a:cubicBezTo>
                  <a:lnTo>
                    <a:pt x="5283" y="8566"/>
                  </a:lnTo>
                  <a:lnTo>
                    <a:pt x="5283" y="10882"/>
                  </a:lnTo>
                  <a:lnTo>
                    <a:pt x="5705" y="10882"/>
                  </a:lnTo>
                  <a:cubicBezTo>
                    <a:pt x="6260" y="10863"/>
                    <a:pt x="6815" y="10757"/>
                    <a:pt x="7341" y="10575"/>
                  </a:cubicBezTo>
                  <a:cubicBezTo>
                    <a:pt x="7714" y="10241"/>
                    <a:pt x="8040" y="9839"/>
                    <a:pt x="8298" y="9408"/>
                  </a:cubicBezTo>
                  <a:lnTo>
                    <a:pt x="8250" y="9408"/>
                  </a:lnTo>
                  <a:cubicBezTo>
                    <a:pt x="8097" y="9408"/>
                    <a:pt x="7954" y="9398"/>
                    <a:pt x="7810" y="9389"/>
                  </a:cubicBezTo>
                  <a:cubicBezTo>
                    <a:pt x="7255" y="10241"/>
                    <a:pt x="6518" y="10796"/>
                    <a:pt x="5705" y="10872"/>
                  </a:cubicBezTo>
                  <a:lnTo>
                    <a:pt x="5705" y="8786"/>
                  </a:lnTo>
                  <a:cubicBezTo>
                    <a:pt x="5360" y="8604"/>
                    <a:pt x="5035" y="8384"/>
                    <a:pt x="4728" y="8135"/>
                  </a:cubicBezTo>
                  <a:lnTo>
                    <a:pt x="2565" y="8135"/>
                  </a:lnTo>
                  <a:cubicBezTo>
                    <a:pt x="2278" y="7322"/>
                    <a:pt x="2125" y="6460"/>
                    <a:pt x="2116" y="5599"/>
                  </a:cubicBezTo>
                  <a:lnTo>
                    <a:pt x="3015" y="5599"/>
                  </a:lnTo>
                  <a:cubicBezTo>
                    <a:pt x="2967" y="5455"/>
                    <a:pt x="2929" y="5312"/>
                    <a:pt x="2891" y="5168"/>
                  </a:cubicBezTo>
                  <a:lnTo>
                    <a:pt x="2116" y="5168"/>
                  </a:lnTo>
                  <a:cubicBezTo>
                    <a:pt x="2125" y="4307"/>
                    <a:pt x="2278" y="3455"/>
                    <a:pt x="2565" y="2632"/>
                  </a:cubicBezTo>
                  <a:lnTo>
                    <a:pt x="2891" y="2632"/>
                  </a:lnTo>
                  <a:cubicBezTo>
                    <a:pt x="2929" y="2489"/>
                    <a:pt x="2967" y="2345"/>
                    <a:pt x="3015" y="2211"/>
                  </a:cubicBezTo>
                  <a:lnTo>
                    <a:pt x="2728" y="2211"/>
                  </a:lnTo>
                  <a:cubicBezTo>
                    <a:pt x="2996" y="1579"/>
                    <a:pt x="3389" y="1015"/>
                    <a:pt x="3886" y="546"/>
                  </a:cubicBezTo>
                  <a:cubicBezTo>
                    <a:pt x="4039" y="354"/>
                    <a:pt x="4192" y="173"/>
                    <a:pt x="4365" y="0"/>
                  </a:cubicBez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326" name="Google Shape;13326;p43"/>
            <p:cNvSpPr/>
            <p:nvPr/>
          </p:nvSpPr>
          <p:spPr>
            <a:xfrm>
              <a:off x="8071238" y="1795752"/>
              <a:ext cx="189019" cy="66622"/>
            </a:xfrm>
            <a:custGeom>
              <a:rect b="b" l="l" r="r" t="t"/>
              <a:pathLst>
                <a:path extrusionOk="0" h="2537" w="7198">
                  <a:moveTo>
                    <a:pt x="2326" y="0"/>
                  </a:moveTo>
                  <a:lnTo>
                    <a:pt x="556" y="641"/>
                  </a:lnTo>
                  <a:cubicBezTo>
                    <a:pt x="221" y="756"/>
                    <a:pt x="1" y="1082"/>
                    <a:pt x="1" y="1436"/>
                  </a:cubicBezTo>
                  <a:lnTo>
                    <a:pt x="1" y="2326"/>
                  </a:lnTo>
                  <a:cubicBezTo>
                    <a:pt x="1" y="2441"/>
                    <a:pt x="96" y="2536"/>
                    <a:pt x="211" y="2536"/>
                  </a:cubicBezTo>
                  <a:lnTo>
                    <a:pt x="6987" y="2536"/>
                  </a:lnTo>
                  <a:cubicBezTo>
                    <a:pt x="7102" y="2536"/>
                    <a:pt x="7197" y="2441"/>
                    <a:pt x="7197" y="2326"/>
                  </a:cubicBezTo>
                  <a:lnTo>
                    <a:pt x="7197" y="1436"/>
                  </a:lnTo>
                  <a:cubicBezTo>
                    <a:pt x="7197" y="1082"/>
                    <a:pt x="6977" y="756"/>
                    <a:pt x="6642" y="641"/>
                  </a:cubicBezTo>
                  <a:lnTo>
                    <a:pt x="4872" y="0"/>
                  </a:lnTo>
                  <a:lnTo>
                    <a:pt x="3599" y="421"/>
                  </a:lnTo>
                  <a:lnTo>
                    <a:pt x="2326" y="0"/>
                  </a:ln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327" name="Google Shape;13327;p43"/>
            <p:cNvSpPr/>
            <p:nvPr/>
          </p:nvSpPr>
          <p:spPr>
            <a:xfrm>
              <a:off x="8154666" y="1817863"/>
              <a:ext cx="22163" cy="44511"/>
            </a:xfrm>
            <a:custGeom>
              <a:rect b="b" l="l" r="r" t="t"/>
              <a:pathLst>
                <a:path extrusionOk="0" h="1695" w="844">
                  <a:moveTo>
                    <a:pt x="202" y="0"/>
                  </a:moveTo>
                  <a:lnTo>
                    <a:pt x="1" y="1694"/>
                  </a:lnTo>
                  <a:lnTo>
                    <a:pt x="843" y="1694"/>
                  </a:lnTo>
                  <a:lnTo>
                    <a:pt x="642" y="0"/>
                  </a:lnTo>
                  <a:close/>
                </a:path>
              </a:pathLst>
            </a:custGeom>
            <a:solidFill>
              <a:srgbClr val="4B637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328" name="Google Shape;13328;p43"/>
            <p:cNvSpPr/>
            <p:nvPr/>
          </p:nvSpPr>
          <p:spPr>
            <a:xfrm>
              <a:off x="8155927" y="1806807"/>
              <a:ext cx="19642" cy="18618"/>
            </a:xfrm>
            <a:custGeom>
              <a:rect b="b" l="l" r="r" t="t"/>
              <a:pathLst>
                <a:path extrusionOk="0" h="709" w="748">
                  <a:moveTo>
                    <a:pt x="1" y="0"/>
                  </a:moveTo>
                  <a:lnTo>
                    <a:pt x="1" y="565"/>
                  </a:lnTo>
                  <a:cubicBezTo>
                    <a:pt x="1" y="641"/>
                    <a:pt x="68" y="708"/>
                    <a:pt x="154" y="708"/>
                  </a:cubicBezTo>
                  <a:lnTo>
                    <a:pt x="594" y="708"/>
                  </a:lnTo>
                  <a:cubicBezTo>
                    <a:pt x="680" y="708"/>
                    <a:pt x="747" y="641"/>
                    <a:pt x="747" y="565"/>
                  </a:cubicBezTo>
                  <a:lnTo>
                    <a:pt x="747" y="0"/>
                  </a:lnTo>
                  <a:close/>
                </a:path>
              </a:pathLst>
            </a:custGeom>
            <a:solidFill>
              <a:srgbClr val="435D7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329" name="Google Shape;13329;p43"/>
            <p:cNvSpPr/>
            <p:nvPr/>
          </p:nvSpPr>
          <p:spPr>
            <a:xfrm>
              <a:off x="8226803" y="1818362"/>
              <a:ext cx="33455" cy="44012"/>
            </a:xfrm>
            <a:custGeom>
              <a:rect b="b" l="l" r="r" t="t"/>
              <a:pathLst>
                <a:path extrusionOk="0" h="1676" w="1274">
                  <a:moveTo>
                    <a:pt x="1044" y="1"/>
                  </a:moveTo>
                  <a:lnTo>
                    <a:pt x="249" y="795"/>
                  </a:lnTo>
                  <a:cubicBezTo>
                    <a:pt x="96" y="958"/>
                    <a:pt x="1" y="1168"/>
                    <a:pt x="1" y="1398"/>
                  </a:cubicBezTo>
                  <a:lnTo>
                    <a:pt x="1" y="1675"/>
                  </a:lnTo>
                  <a:lnTo>
                    <a:pt x="1063" y="1675"/>
                  </a:lnTo>
                  <a:cubicBezTo>
                    <a:pt x="1178" y="1675"/>
                    <a:pt x="1273" y="1580"/>
                    <a:pt x="1273" y="1465"/>
                  </a:cubicBezTo>
                  <a:lnTo>
                    <a:pt x="1273" y="575"/>
                  </a:lnTo>
                  <a:cubicBezTo>
                    <a:pt x="1273" y="364"/>
                    <a:pt x="1197" y="154"/>
                    <a:pt x="1044" y="1"/>
                  </a:cubicBezTo>
                  <a:close/>
                </a:path>
              </a:pathLst>
            </a:custGeom>
            <a:solidFill>
              <a:srgbClr val="C5D1D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330" name="Google Shape;13330;p43"/>
            <p:cNvSpPr/>
            <p:nvPr/>
          </p:nvSpPr>
          <p:spPr>
            <a:xfrm>
              <a:off x="8104667" y="1623329"/>
              <a:ext cx="122162" cy="88995"/>
            </a:xfrm>
            <a:custGeom>
              <a:rect b="b" l="l" r="r" t="t"/>
              <a:pathLst>
                <a:path extrusionOk="0" h="3389" w="4652">
                  <a:moveTo>
                    <a:pt x="1694" y="1"/>
                  </a:moveTo>
                  <a:cubicBezTo>
                    <a:pt x="756" y="1"/>
                    <a:pt x="0" y="757"/>
                    <a:pt x="0" y="1695"/>
                  </a:cubicBezTo>
                  <a:lnTo>
                    <a:pt x="0" y="2193"/>
                  </a:lnTo>
                  <a:cubicBezTo>
                    <a:pt x="0" y="2422"/>
                    <a:pt x="39" y="2652"/>
                    <a:pt x="106" y="2863"/>
                  </a:cubicBezTo>
                  <a:lnTo>
                    <a:pt x="182" y="3073"/>
                  </a:lnTo>
                  <a:cubicBezTo>
                    <a:pt x="201" y="3140"/>
                    <a:pt x="211" y="3207"/>
                    <a:pt x="211" y="3274"/>
                  </a:cubicBezTo>
                  <a:lnTo>
                    <a:pt x="211" y="3389"/>
                  </a:lnTo>
                  <a:lnTo>
                    <a:pt x="4441" y="3389"/>
                  </a:lnTo>
                  <a:lnTo>
                    <a:pt x="4441" y="3274"/>
                  </a:lnTo>
                  <a:cubicBezTo>
                    <a:pt x="4441" y="3207"/>
                    <a:pt x="4460" y="3140"/>
                    <a:pt x="4479" y="3073"/>
                  </a:cubicBezTo>
                  <a:lnTo>
                    <a:pt x="4546" y="2863"/>
                  </a:lnTo>
                  <a:cubicBezTo>
                    <a:pt x="4623" y="2652"/>
                    <a:pt x="4652" y="2422"/>
                    <a:pt x="4652" y="2193"/>
                  </a:cubicBezTo>
                  <a:lnTo>
                    <a:pt x="4652" y="422"/>
                  </a:lnTo>
                  <a:cubicBezTo>
                    <a:pt x="4652" y="192"/>
                    <a:pt x="4470" y="1"/>
                    <a:pt x="4230" y="1"/>
                  </a:cubicBez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331" name="Google Shape;13331;p43"/>
            <p:cNvSpPr/>
            <p:nvPr/>
          </p:nvSpPr>
          <p:spPr>
            <a:xfrm>
              <a:off x="8132319" y="1623329"/>
              <a:ext cx="94772" cy="88995"/>
            </a:xfrm>
            <a:custGeom>
              <a:rect b="b" l="l" r="r" t="t"/>
              <a:pathLst>
                <a:path extrusionOk="0" h="3389" w="3609">
                  <a:moveTo>
                    <a:pt x="871" y="1"/>
                  </a:moveTo>
                  <a:cubicBezTo>
                    <a:pt x="393" y="1"/>
                    <a:pt x="0" y="384"/>
                    <a:pt x="10" y="862"/>
                  </a:cubicBezTo>
                  <a:cubicBezTo>
                    <a:pt x="10" y="1331"/>
                    <a:pt x="393" y="1724"/>
                    <a:pt x="861" y="1724"/>
                  </a:cubicBezTo>
                  <a:lnTo>
                    <a:pt x="986" y="1724"/>
                  </a:lnTo>
                  <a:lnTo>
                    <a:pt x="1043" y="3389"/>
                  </a:lnTo>
                  <a:lnTo>
                    <a:pt x="3398" y="3389"/>
                  </a:lnTo>
                  <a:lnTo>
                    <a:pt x="3398" y="3274"/>
                  </a:lnTo>
                  <a:cubicBezTo>
                    <a:pt x="3388" y="3207"/>
                    <a:pt x="3407" y="3140"/>
                    <a:pt x="3426" y="3073"/>
                  </a:cubicBezTo>
                  <a:lnTo>
                    <a:pt x="3493" y="2863"/>
                  </a:lnTo>
                  <a:cubicBezTo>
                    <a:pt x="3570" y="2652"/>
                    <a:pt x="3608" y="2422"/>
                    <a:pt x="3608" y="2193"/>
                  </a:cubicBezTo>
                  <a:lnTo>
                    <a:pt x="3608" y="422"/>
                  </a:lnTo>
                  <a:cubicBezTo>
                    <a:pt x="3608" y="192"/>
                    <a:pt x="3417" y="1"/>
                    <a:pt x="3177" y="1"/>
                  </a:cubicBez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332" name="Google Shape;13332;p43"/>
            <p:cNvSpPr/>
            <p:nvPr/>
          </p:nvSpPr>
          <p:spPr>
            <a:xfrm>
              <a:off x="8132556" y="1756782"/>
              <a:ext cx="66622" cy="50052"/>
            </a:xfrm>
            <a:custGeom>
              <a:rect b="b" l="l" r="r" t="t"/>
              <a:pathLst>
                <a:path extrusionOk="0" h="1906" w="2537">
                  <a:moveTo>
                    <a:pt x="1" y="1"/>
                  </a:moveTo>
                  <a:lnTo>
                    <a:pt x="1" y="1905"/>
                  </a:lnTo>
                  <a:lnTo>
                    <a:pt x="2537" y="1905"/>
                  </a:lnTo>
                  <a:lnTo>
                    <a:pt x="2537" y="1"/>
                  </a:lnTo>
                  <a:close/>
                </a:path>
              </a:pathLst>
            </a:custGeom>
            <a:solidFill>
              <a:srgbClr val="ACBDC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333" name="Google Shape;13333;p43"/>
            <p:cNvSpPr/>
            <p:nvPr/>
          </p:nvSpPr>
          <p:spPr>
            <a:xfrm>
              <a:off x="8132556" y="1756546"/>
              <a:ext cx="66622" cy="27914"/>
            </a:xfrm>
            <a:custGeom>
              <a:rect b="b" l="l" r="r" t="t"/>
              <a:pathLst>
                <a:path extrusionOk="0" h="1063" w="2537">
                  <a:moveTo>
                    <a:pt x="1" y="0"/>
                  </a:moveTo>
                  <a:lnTo>
                    <a:pt x="1" y="718"/>
                  </a:lnTo>
                  <a:cubicBezTo>
                    <a:pt x="393" y="948"/>
                    <a:pt x="831" y="1063"/>
                    <a:pt x="1269" y="1063"/>
                  </a:cubicBezTo>
                  <a:cubicBezTo>
                    <a:pt x="1707" y="1063"/>
                    <a:pt x="2144" y="948"/>
                    <a:pt x="2537" y="718"/>
                  </a:cubicBezTo>
                  <a:lnTo>
                    <a:pt x="2537" y="0"/>
                  </a:lnTo>
                  <a:close/>
                </a:path>
              </a:pathLst>
            </a:custGeom>
            <a:solidFill>
              <a:srgbClr val="96ABB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334" name="Google Shape;13334;p43"/>
            <p:cNvSpPr/>
            <p:nvPr/>
          </p:nvSpPr>
          <p:spPr>
            <a:xfrm>
              <a:off x="8121264" y="1786324"/>
              <a:ext cx="44484" cy="39836"/>
            </a:xfrm>
            <a:custGeom>
              <a:rect b="b" l="l" r="r" t="t"/>
              <a:pathLst>
                <a:path extrusionOk="0" h="1517" w="1694">
                  <a:moveTo>
                    <a:pt x="375" y="1"/>
                  </a:moveTo>
                  <a:cubicBezTo>
                    <a:pt x="297" y="1"/>
                    <a:pt x="220" y="43"/>
                    <a:pt x="182" y="120"/>
                  </a:cubicBezTo>
                  <a:lnTo>
                    <a:pt x="0" y="512"/>
                  </a:lnTo>
                  <a:lnTo>
                    <a:pt x="699" y="1431"/>
                  </a:lnTo>
                  <a:cubicBezTo>
                    <a:pt x="740" y="1487"/>
                    <a:pt x="803" y="1516"/>
                    <a:pt x="867" y="1516"/>
                  </a:cubicBezTo>
                  <a:cubicBezTo>
                    <a:pt x="923" y="1516"/>
                    <a:pt x="980" y="1495"/>
                    <a:pt x="1024" y="1450"/>
                  </a:cubicBezTo>
                  <a:lnTo>
                    <a:pt x="1694" y="780"/>
                  </a:lnTo>
                  <a:lnTo>
                    <a:pt x="488" y="34"/>
                  </a:lnTo>
                  <a:cubicBezTo>
                    <a:pt x="453" y="11"/>
                    <a:pt x="414" y="1"/>
                    <a:pt x="375" y="1"/>
                  </a:cubicBezTo>
                  <a:close/>
                </a:path>
              </a:pathLst>
            </a:custGeom>
            <a:solidFill>
              <a:srgbClr val="C5D1D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335" name="Google Shape;13335;p43"/>
            <p:cNvSpPr/>
            <p:nvPr/>
          </p:nvSpPr>
          <p:spPr>
            <a:xfrm>
              <a:off x="8165748" y="1786324"/>
              <a:ext cx="44484" cy="39836"/>
            </a:xfrm>
            <a:custGeom>
              <a:rect b="b" l="l" r="r" t="t"/>
              <a:pathLst>
                <a:path extrusionOk="0" h="1517" w="1694">
                  <a:moveTo>
                    <a:pt x="1319" y="1"/>
                  </a:moveTo>
                  <a:cubicBezTo>
                    <a:pt x="1280" y="1"/>
                    <a:pt x="1241" y="11"/>
                    <a:pt x="1206" y="34"/>
                  </a:cubicBezTo>
                  <a:lnTo>
                    <a:pt x="0" y="780"/>
                  </a:lnTo>
                  <a:lnTo>
                    <a:pt x="679" y="1450"/>
                  </a:lnTo>
                  <a:cubicBezTo>
                    <a:pt x="719" y="1495"/>
                    <a:pt x="774" y="1516"/>
                    <a:pt x="828" y="1516"/>
                  </a:cubicBezTo>
                  <a:cubicBezTo>
                    <a:pt x="891" y="1516"/>
                    <a:pt x="954" y="1487"/>
                    <a:pt x="995" y="1431"/>
                  </a:cubicBezTo>
                  <a:lnTo>
                    <a:pt x="1694" y="512"/>
                  </a:lnTo>
                  <a:lnTo>
                    <a:pt x="1512" y="120"/>
                  </a:lnTo>
                  <a:cubicBezTo>
                    <a:pt x="1474" y="43"/>
                    <a:pt x="1397" y="1"/>
                    <a:pt x="1319" y="1"/>
                  </a:cubicBezTo>
                  <a:close/>
                </a:path>
              </a:pathLst>
            </a:custGeom>
            <a:solidFill>
              <a:srgbClr val="C5D1D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336" name="Google Shape;13336;p43"/>
            <p:cNvSpPr/>
            <p:nvPr/>
          </p:nvSpPr>
          <p:spPr>
            <a:xfrm>
              <a:off x="8110182" y="1668365"/>
              <a:ext cx="110870" cy="105040"/>
            </a:xfrm>
            <a:custGeom>
              <a:rect b="b" l="l" r="r" t="t"/>
              <a:pathLst>
                <a:path extrusionOk="0" h="4000" w="4222">
                  <a:moveTo>
                    <a:pt x="1827" y="0"/>
                  </a:moveTo>
                  <a:cubicBezTo>
                    <a:pt x="1282" y="0"/>
                    <a:pt x="810" y="93"/>
                    <a:pt x="575" y="152"/>
                  </a:cubicBezTo>
                  <a:cubicBezTo>
                    <a:pt x="479" y="171"/>
                    <a:pt x="412" y="257"/>
                    <a:pt x="412" y="353"/>
                  </a:cubicBezTo>
                  <a:lnTo>
                    <a:pt x="412" y="860"/>
                  </a:lnTo>
                  <a:cubicBezTo>
                    <a:pt x="412" y="975"/>
                    <a:pt x="374" y="1081"/>
                    <a:pt x="298" y="1157"/>
                  </a:cubicBezTo>
                  <a:lnTo>
                    <a:pt x="116" y="1339"/>
                  </a:lnTo>
                  <a:cubicBezTo>
                    <a:pt x="39" y="1415"/>
                    <a:pt x="1" y="1521"/>
                    <a:pt x="1" y="1636"/>
                  </a:cubicBezTo>
                  <a:lnTo>
                    <a:pt x="1" y="1875"/>
                  </a:lnTo>
                  <a:cubicBezTo>
                    <a:pt x="1" y="3042"/>
                    <a:pt x="948" y="3990"/>
                    <a:pt x="2116" y="3999"/>
                  </a:cubicBezTo>
                  <a:cubicBezTo>
                    <a:pt x="3274" y="3990"/>
                    <a:pt x="4212" y="3042"/>
                    <a:pt x="4221" y="1884"/>
                  </a:cubicBezTo>
                  <a:lnTo>
                    <a:pt x="4221" y="1636"/>
                  </a:lnTo>
                  <a:cubicBezTo>
                    <a:pt x="4221" y="1521"/>
                    <a:pt x="4174" y="1415"/>
                    <a:pt x="4097" y="1339"/>
                  </a:cubicBezTo>
                  <a:lnTo>
                    <a:pt x="3925" y="1157"/>
                  </a:lnTo>
                  <a:cubicBezTo>
                    <a:pt x="3848" y="1081"/>
                    <a:pt x="3800" y="975"/>
                    <a:pt x="3800" y="860"/>
                  </a:cubicBezTo>
                  <a:lnTo>
                    <a:pt x="3800" y="746"/>
                  </a:lnTo>
                  <a:cubicBezTo>
                    <a:pt x="3800" y="659"/>
                    <a:pt x="3762" y="583"/>
                    <a:pt x="3695" y="525"/>
                  </a:cubicBezTo>
                  <a:cubicBezTo>
                    <a:pt x="3135" y="116"/>
                    <a:pt x="2436" y="0"/>
                    <a:pt x="1827" y="0"/>
                  </a:cubicBezTo>
                  <a:close/>
                </a:path>
              </a:pathLst>
            </a:custGeom>
            <a:solidFill>
              <a:srgbClr val="BECBD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337" name="Google Shape;13337;p43"/>
            <p:cNvSpPr/>
            <p:nvPr/>
          </p:nvSpPr>
          <p:spPr>
            <a:xfrm>
              <a:off x="8110445" y="1668259"/>
              <a:ext cx="100051" cy="104646"/>
            </a:xfrm>
            <a:custGeom>
              <a:rect b="b" l="l" r="r" t="t"/>
              <a:pathLst>
                <a:path extrusionOk="0" h="3985" w="3810">
                  <a:moveTo>
                    <a:pt x="1823" y="1"/>
                  </a:moveTo>
                  <a:cubicBezTo>
                    <a:pt x="1624" y="1"/>
                    <a:pt x="1435" y="13"/>
                    <a:pt x="1264" y="32"/>
                  </a:cubicBezTo>
                  <a:cubicBezTo>
                    <a:pt x="1034" y="60"/>
                    <a:pt x="804" y="99"/>
                    <a:pt x="575" y="156"/>
                  </a:cubicBezTo>
                  <a:cubicBezTo>
                    <a:pt x="479" y="175"/>
                    <a:pt x="412" y="261"/>
                    <a:pt x="412" y="357"/>
                  </a:cubicBezTo>
                  <a:lnTo>
                    <a:pt x="412" y="864"/>
                  </a:lnTo>
                  <a:cubicBezTo>
                    <a:pt x="412" y="979"/>
                    <a:pt x="374" y="1085"/>
                    <a:pt x="297" y="1161"/>
                  </a:cubicBezTo>
                  <a:lnTo>
                    <a:pt x="115" y="1343"/>
                  </a:lnTo>
                  <a:cubicBezTo>
                    <a:pt x="39" y="1419"/>
                    <a:pt x="1" y="1525"/>
                    <a:pt x="1" y="1640"/>
                  </a:cubicBezTo>
                  <a:lnTo>
                    <a:pt x="1" y="1888"/>
                  </a:lnTo>
                  <a:cubicBezTo>
                    <a:pt x="1" y="2951"/>
                    <a:pt x="795" y="3860"/>
                    <a:pt x="1857" y="3984"/>
                  </a:cubicBezTo>
                  <a:cubicBezTo>
                    <a:pt x="1474" y="3592"/>
                    <a:pt x="1264" y="3066"/>
                    <a:pt x="1264" y="2520"/>
                  </a:cubicBezTo>
                  <a:lnTo>
                    <a:pt x="1264" y="979"/>
                  </a:lnTo>
                  <a:cubicBezTo>
                    <a:pt x="1264" y="759"/>
                    <a:pt x="1427" y="577"/>
                    <a:pt x="1637" y="558"/>
                  </a:cubicBezTo>
                  <a:cubicBezTo>
                    <a:pt x="1808" y="536"/>
                    <a:pt x="2026" y="516"/>
                    <a:pt x="2269" y="516"/>
                  </a:cubicBezTo>
                  <a:cubicBezTo>
                    <a:pt x="2747" y="516"/>
                    <a:pt x="3321" y="591"/>
                    <a:pt x="3810" y="864"/>
                  </a:cubicBezTo>
                  <a:lnTo>
                    <a:pt x="3810" y="750"/>
                  </a:lnTo>
                  <a:cubicBezTo>
                    <a:pt x="3810" y="663"/>
                    <a:pt x="3762" y="577"/>
                    <a:pt x="3695" y="529"/>
                  </a:cubicBezTo>
                  <a:cubicBezTo>
                    <a:pt x="3132" y="118"/>
                    <a:pt x="2432" y="1"/>
                    <a:pt x="1823" y="1"/>
                  </a:cubicBezTo>
                  <a:close/>
                </a:path>
              </a:pathLst>
            </a:custGeom>
            <a:solidFill>
              <a:srgbClr val="ACBDC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338" name="Google Shape;13338;p43"/>
            <p:cNvSpPr/>
            <p:nvPr/>
          </p:nvSpPr>
          <p:spPr>
            <a:xfrm>
              <a:off x="8071238" y="1818362"/>
              <a:ext cx="33455" cy="44012"/>
            </a:xfrm>
            <a:custGeom>
              <a:rect b="b" l="l" r="r" t="t"/>
              <a:pathLst>
                <a:path extrusionOk="0" h="1676" w="1274">
                  <a:moveTo>
                    <a:pt x="230" y="1"/>
                  </a:moveTo>
                  <a:cubicBezTo>
                    <a:pt x="87" y="154"/>
                    <a:pt x="1" y="364"/>
                    <a:pt x="1" y="575"/>
                  </a:cubicBezTo>
                  <a:lnTo>
                    <a:pt x="1" y="1465"/>
                  </a:lnTo>
                  <a:cubicBezTo>
                    <a:pt x="1" y="1580"/>
                    <a:pt x="96" y="1675"/>
                    <a:pt x="211" y="1675"/>
                  </a:cubicBezTo>
                  <a:lnTo>
                    <a:pt x="1273" y="1675"/>
                  </a:lnTo>
                  <a:lnTo>
                    <a:pt x="1273" y="1398"/>
                  </a:lnTo>
                  <a:cubicBezTo>
                    <a:pt x="1273" y="1168"/>
                    <a:pt x="1187" y="958"/>
                    <a:pt x="1025" y="795"/>
                  </a:cubicBezTo>
                  <a:lnTo>
                    <a:pt x="230" y="1"/>
                  </a:lnTo>
                  <a:close/>
                </a:path>
              </a:pathLst>
            </a:custGeom>
            <a:solidFill>
              <a:srgbClr val="C5D1D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3339" name="Google Shape;13339;p43"/>
          <p:cNvGrpSpPr/>
          <p:nvPr/>
        </p:nvGrpSpPr>
        <p:grpSpPr>
          <a:xfrm>
            <a:off x="4864446" y="3187807"/>
            <a:ext cx="395607" cy="387415"/>
            <a:chOff x="4864446" y="3340207"/>
            <a:chExt cx="395607" cy="387415"/>
          </a:xfrm>
        </p:grpSpPr>
        <p:sp>
          <p:nvSpPr>
            <p:cNvPr id="13340" name="Google Shape;13340;p43"/>
            <p:cNvSpPr/>
            <p:nvPr/>
          </p:nvSpPr>
          <p:spPr>
            <a:xfrm>
              <a:off x="4939077" y="3412948"/>
              <a:ext cx="246581" cy="246581"/>
            </a:xfrm>
            <a:custGeom>
              <a:rect b="b" l="l" r="r" t="t"/>
              <a:pathLst>
                <a:path extrusionOk="0" h="9390" w="9390">
                  <a:moveTo>
                    <a:pt x="4690" y="1"/>
                  </a:moveTo>
                  <a:cubicBezTo>
                    <a:pt x="2097" y="1"/>
                    <a:pt x="1" y="2106"/>
                    <a:pt x="1" y="4700"/>
                  </a:cubicBezTo>
                  <a:cubicBezTo>
                    <a:pt x="1" y="7293"/>
                    <a:pt x="2097" y="9389"/>
                    <a:pt x="4690" y="9389"/>
                  </a:cubicBezTo>
                  <a:cubicBezTo>
                    <a:pt x="7284" y="9389"/>
                    <a:pt x="9389" y="7293"/>
                    <a:pt x="9389" y="4700"/>
                  </a:cubicBezTo>
                  <a:cubicBezTo>
                    <a:pt x="9389" y="2106"/>
                    <a:pt x="7284" y="1"/>
                    <a:pt x="4690" y="1"/>
                  </a:cubicBezTo>
                  <a:close/>
                </a:path>
              </a:pathLst>
            </a:custGeom>
            <a:solidFill>
              <a:srgbClr val="BCC4C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341" name="Google Shape;13341;p43"/>
            <p:cNvSpPr/>
            <p:nvPr/>
          </p:nvSpPr>
          <p:spPr>
            <a:xfrm>
              <a:off x="4988341" y="3499159"/>
              <a:ext cx="148054" cy="148054"/>
            </a:xfrm>
            <a:custGeom>
              <a:rect b="b" l="l" r="r" t="t"/>
              <a:pathLst>
                <a:path extrusionOk="0" h="5638" w="5638">
                  <a:moveTo>
                    <a:pt x="2814" y="0"/>
                  </a:moveTo>
                  <a:cubicBezTo>
                    <a:pt x="1264" y="0"/>
                    <a:pt x="1" y="1264"/>
                    <a:pt x="1" y="2824"/>
                  </a:cubicBezTo>
                  <a:cubicBezTo>
                    <a:pt x="1" y="4374"/>
                    <a:pt x="1264" y="5637"/>
                    <a:pt x="2814" y="5637"/>
                  </a:cubicBezTo>
                  <a:cubicBezTo>
                    <a:pt x="4374" y="5637"/>
                    <a:pt x="5638" y="4374"/>
                    <a:pt x="5638" y="2824"/>
                  </a:cubicBezTo>
                  <a:cubicBezTo>
                    <a:pt x="5638" y="1264"/>
                    <a:pt x="4374" y="0"/>
                    <a:pt x="2814" y="0"/>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342" name="Google Shape;13342;p43"/>
            <p:cNvSpPr/>
            <p:nvPr/>
          </p:nvSpPr>
          <p:spPr>
            <a:xfrm>
              <a:off x="4864446" y="3530067"/>
              <a:ext cx="56564" cy="12342"/>
            </a:xfrm>
            <a:custGeom>
              <a:rect b="b" l="l" r="r" t="t"/>
              <a:pathLst>
                <a:path extrusionOk="0" h="470" w="2154">
                  <a:moveTo>
                    <a:pt x="259" y="1"/>
                  </a:moveTo>
                  <a:cubicBezTo>
                    <a:pt x="1" y="58"/>
                    <a:pt x="1" y="422"/>
                    <a:pt x="259" y="469"/>
                  </a:cubicBezTo>
                  <a:lnTo>
                    <a:pt x="1905" y="469"/>
                  </a:lnTo>
                  <a:cubicBezTo>
                    <a:pt x="2154" y="422"/>
                    <a:pt x="2154" y="58"/>
                    <a:pt x="1905" y="1"/>
                  </a:cubicBezTo>
                  <a:close/>
                </a:path>
              </a:pathLst>
            </a:custGeom>
            <a:solidFill>
              <a:srgbClr val="BCC4C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343" name="Google Shape;13343;p43"/>
            <p:cNvSpPr/>
            <p:nvPr/>
          </p:nvSpPr>
          <p:spPr>
            <a:xfrm>
              <a:off x="5203463" y="3530067"/>
              <a:ext cx="56590" cy="12342"/>
            </a:xfrm>
            <a:custGeom>
              <a:rect b="b" l="l" r="r" t="t"/>
              <a:pathLst>
                <a:path extrusionOk="0" h="470" w="2155">
                  <a:moveTo>
                    <a:pt x="259" y="1"/>
                  </a:moveTo>
                  <a:cubicBezTo>
                    <a:pt x="1" y="58"/>
                    <a:pt x="1" y="422"/>
                    <a:pt x="259" y="469"/>
                  </a:cubicBezTo>
                  <a:lnTo>
                    <a:pt x="1905" y="469"/>
                  </a:lnTo>
                  <a:cubicBezTo>
                    <a:pt x="2154" y="422"/>
                    <a:pt x="2154" y="58"/>
                    <a:pt x="1905" y="1"/>
                  </a:cubicBezTo>
                  <a:close/>
                </a:path>
              </a:pathLst>
            </a:custGeom>
            <a:solidFill>
              <a:srgbClr val="BCC4C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344" name="Google Shape;13344;p43"/>
            <p:cNvSpPr/>
            <p:nvPr/>
          </p:nvSpPr>
          <p:spPr>
            <a:xfrm>
              <a:off x="5056197" y="3340207"/>
              <a:ext cx="12342" cy="54437"/>
            </a:xfrm>
            <a:custGeom>
              <a:rect b="b" l="l" r="r" t="t"/>
              <a:pathLst>
                <a:path extrusionOk="0" h="2073" w="470">
                  <a:moveTo>
                    <a:pt x="232" y="0"/>
                  </a:moveTo>
                  <a:cubicBezTo>
                    <a:pt x="127" y="0"/>
                    <a:pt x="25" y="62"/>
                    <a:pt x="1" y="187"/>
                  </a:cubicBezTo>
                  <a:lnTo>
                    <a:pt x="1" y="1833"/>
                  </a:lnTo>
                  <a:cubicBezTo>
                    <a:pt x="1" y="1957"/>
                    <a:pt x="106" y="2072"/>
                    <a:pt x="240" y="2072"/>
                  </a:cubicBezTo>
                  <a:cubicBezTo>
                    <a:pt x="364" y="2063"/>
                    <a:pt x="460" y="1957"/>
                    <a:pt x="470" y="1833"/>
                  </a:cubicBezTo>
                  <a:lnTo>
                    <a:pt x="470" y="187"/>
                  </a:lnTo>
                  <a:cubicBezTo>
                    <a:pt x="441" y="62"/>
                    <a:pt x="336" y="0"/>
                    <a:pt x="232" y="0"/>
                  </a:cubicBezTo>
                  <a:close/>
                </a:path>
              </a:pathLst>
            </a:custGeom>
            <a:solidFill>
              <a:srgbClr val="BCC4C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345" name="Google Shape;13345;p43"/>
            <p:cNvSpPr/>
            <p:nvPr/>
          </p:nvSpPr>
          <p:spPr>
            <a:xfrm>
              <a:off x="4968488" y="3658557"/>
              <a:ext cx="28597" cy="33376"/>
            </a:xfrm>
            <a:custGeom>
              <a:rect b="b" l="l" r="r" t="t"/>
              <a:pathLst>
                <a:path extrusionOk="0" h="1271" w="1089">
                  <a:moveTo>
                    <a:pt x="707" y="1"/>
                  </a:moveTo>
                  <a:cubicBezTo>
                    <a:pt x="641" y="1"/>
                    <a:pt x="583" y="30"/>
                    <a:pt x="556" y="103"/>
                  </a:cubicBezTo>
                  <a:lnTo>
                    <a:pt x="87" y="917"/>
                  </a:lnTo>
                  <a:cubicBezTo>
                    <a:pt x="1" y="1070"/>
                    <a:pt x="106" y="1261"/>
                    <a:pt x="288" y="1271"/>
                  </a:cubicBezTo>
                  <a:cubicBezTo>
                    <a:pt x="374" y="1271"/>
                    <a:pt x="450" y="1223"/>
                    <a:pt x="489" y="1156"/>
                  </a:cubicBezTo>
                  <a:lnTo>
                    <a:pt x="958" y="342"/>
                  </a:lnTo>
                  <a:cubicBezTo>
                    <a:pt x="1088" y="191"/>
                    <a:pt x="874" y="1"/>
                    <a:pt x="707" y="1"/>
                  </a:cubicBezTo>
                  <a:close/>
                </a:path>
              </a:pathLst>
            </a:custGeom>
            <a:solidFill>
              <a:srgbClr val="D7DCE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346" name="Google Shape;13346;p43"/>
            <p:cNvSpPr/>
            <p:nvPr/>
          </p:nvSpPr>
          <p:spPr>
            <a:xfrm>
              <a:off x="5128832" y="3381068"/>
              <a:ext cx="28387" cy="33166"/>
            </a:xfrm>
            <a:custGeom>
              <a:rect b="b" l="l" r="r" t="t"/>
              <a:pathLst>
                <a:path extrusionOk="0" h="1263" w="1081">
                  <a:moveTo>
                    <a:pt x="704" y="1"/>
                  </a:moveTo>
                  <a:cubicBezTo>
                    <a:pt x="637" y="1"/>
                    <a:pt x="576" y="31"/>
                    <a:pt x="546" y="105"/>
                  </a:cubicBezTo>
                  <a:lnTo>
                    <a:pt x="77" y="918"/>
                  </a:lnTo>
                  <a:cubicBezTo>
                    <a:pt x="0" y="1071"/>
                    <a:pt x="106" y="1263"/>
                    <a:pt x="288" y="1263"/>
                  </a:cubicBezTo>
                  <a:cubicBezTo>
                    <a:pt x="364" y="1263"/>
                    <a:pt x="441" y="1224"/>
                    <a:pt x="489" y="1157"/>
                  </a:cubicBezTo>
                  <a:lnTo>
                    <a:pt x="958" y="344"/>
                  </a:lnTo>
                  <a:cubicBezTo>
                    <a:pt x="1080" y="187"/>
                    <a:pt x="872" y="1"/>
                    <a:pt x="704" y="1"/>
                  </a:cubicBezTo>
                  <a:close/>
                </a:path>
              </a:pathLst>
            </a:custGeom>
            <a:solidFill>
              <a:srgbClr val="D7DCE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347" name="Google Shape;13347;p43"/>
            <p:cNvSpPr/>
            <p:nvPr/>
          </p:nvSpPr>
          <p:spPr>
            <a:xfrm>
              <a:off x="4903915" y="3443646"/>
              <a:ext cx="38471" cy="24868"/>
            </a:xfrm>
            <a:custGeom>
              <a:rect b="b" l="l" r="r" t="t"/>
              <a:pathLst>
                <a:path extrusionOk="0" h="947" w="1465">
                  <a:moveTo>
                    <a:pt x="362" y="1"/>
                  </a:moveTo>
                  <a:cubicBezTo>
                    <a:pt x="175" y="1"/>
                    <a:pt x="1" y="360"/>
                    <a:pt x="220" y="449"/>
                  </a:cubicBezTo>
                  <a:lnTo>
                    <a:pt x="1034" y="918"/>
                  </a:lnTo>
                  <a:cubicBezTo>
                    <a:pt x="1072" y="937"/>
                    <a:pt x="1110" y="947"/>
                    <a:pt x="1158" y="947"/>
                  </a:cubicBezTo>
                  <a:cubicBezTo>
                    <a:pt x="1378" y="937"/>
                    <a:pt x="1464" y="631"/>
                    <a:pt x="1273" y="507"/>
                  </a:cubicBezTo>
                  <a:lnTo>
                    <a:pt x="459" y="38"/>
                  </a:lnTo>
                  <a:cubicBezTo>
                    <a:pt x="428" y="12"/>
                    <a:pt x="395" y="1"/>
                    <a:pt x="362" y="1"/>
                  </a:cubicBezTo>
                  <a:close/>
                </a:path>
              </a:pathLst>
            </a:custGeom>
            <a:solidFill>
              <a:srgbClr val="D7DCE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348" name="Google Shape;13348;p43"/>
            <p:cNvSpPr/>
            <p:nvPr/>
          </p:nvSpPr>
          <p:spPr>
            <a:xfrm>
              <a:off x="5181641" y="3603910"/>
              <a:ext cx="38445" cy="24947"/>
            </a:xfrm>
            <a:custGeom>
              <a:rect b="b" l="l" r="r" t="t"/>
              <a:pathLst>
                <a:path extrusionOk="0" h="950" w="1464">
                  <a:moveTo>
                    <a:pt x="355" y="0"/>
                  </a:moveTo>
                  <a:cubicBezTo>
                    <a:pt x="165" y="0"/>
                    <a:pt x="1" y="362"/>
                    <a:pt x="219" y="442"/>
                  </a:cubicBezTo>
                  <a:lnTo>
                    <a:pt x="1033" y="911"/>
                  </a:lnTo>
                  <a:cubicBezTo>
                    <a:pt x="1062" y="930"/>
                    <a:pt x="1109" y="950"/>
                    <a:pt x="1148" y="950"/>
                  </a:cubicBezTo>
                  <a:cubicBezTo>
                    <a:pt x="1377" y="930"/>
                    <a:pt x="1464" y="634"/>
                    <a:pt x="1272" y="509"/>
                  </a:cubicBezTo>
                  <a:lnTo>
                    <a:pt x="459" y="40"/>
                  </a:lnTo>
                  <a:cubicBezTo>
                    <a:pt x="425" y="12"/>
                    <a:pt x="389" y="0"/>
                    <a:pt x="355" y="0"/>
                  </a:cubicBezTo>
                  <a:close/>
                </a:path>
              </a:pathLst>
            </a:custGeom>
            <a:solidFill>
              <a:srgbClr val="D7DCE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349" name="Google Shape;13349;p43"/>
            <p:cNvSpPr/>
            <p:nvPr/>
          </p:nvSpPr>
          <p:spPr>
            <a:xfrm>
              <a:off x="5127676" y="3658321"/>
              <a:ext cx="28571" cy="33613"/>
            </a:xfrm>
            <a:custGeom>
              <a:rect b="b" l="l" r="r" t="t"/>
              <a:pathLst>
                <a:path extrusionOk="0" h="1280" w="1088">
                  <a:moveTo>
                    <a:pt x="382" y="0"/>
                  </a:moveTo>
                  <a:cubicBezTo>
                    <a:pt x="215" y="0"/>
                    <a:pt x="0" y="191"/>
                    <a:pt x="131" y="342"/>
                  </a:cubicBezTo>
                  <a:lnTo>
                    <a:pt x="600" y="1155"/>
                  </a:lnTo>
                  <a:cubicBezTo>
                    <a:pt x="638" y="1232"/>
                    <a:pt x="714" y="1280"/>
                    <a:pt x="801" y="1280"/>
                  </a:cubicBezTo>
                  <a:lnTo>
                    <a:pt x="801" y="1270"/>
                  </a:lnTo>
                  <a:cubicBezTo>
                    <a:pt x="973" y="1270"/>
                    <a:pt x="1088" y="1079"/>
                    <a:pt x="1002" y="916"/>
                  </a:cubicBezTo>
                  <a:lnTo>
                    <a:pt x="533" y="103"/>
                  </a:lnTo>
                  <a:cubicBezTo>
                    <a:pt x="506" y="30"/>
                    <a:pt x="447" y="0"/>
                    <a:pt x="382" y="0"/>
                  </a:cubicBezTo>
                  <a:close/>
                </a:path>
              </a:pathLst>
            </a:custGeom>
            <a:solidFill>
              <a:srgbClr val="D7DCE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350" name="Google Shape;13350;p43"/>
            <p:cNvSpPr/>
            <p:nvPr/>
          </p:nvSpPr>
          <p:spPr>
            <a:xfrm>
              <a:off x="4967333" y="3380858"/>
              <a:ext cx="28571" cy="33376"/>
            </a:xfrm>
            <a:custGeom>
              <a:rect b="b" l="l" r="r" t="t"/>
              <a:pathLst>
                <a:path extrusionOk="0" h="1271" w="1088">
                  <a:moveTo>
                    <a:pt x="382" y="1"/>
                  </a:moveTo>
                  <a:cubicBezTo>
                    <a:pt x="215" y="1"/>
                    <a:pt x="0" y="191"/>
                    <a:pt x="131" y="342"/>
                  </a:cubicBezTo>
                  <a:lnTo>
                    <a:pt x="600" y="1156"/>
                  </a:lnTo>
                  <a:cubicBezTo>
                    <a:pt x="638" y="1223"/>
                    <a:pt x="715" y="1271"/>
                    <a:pt x="801" y="1271"/>
                  </a:cubicBezTo>
                  <a:cubicBezTo>
                    <a:pt x="983" y="1261"/>
                    <a:pt x="1088" y="1070"/>
                    <a:pt x="1002" y="917"/>
                  </a:cubicBezTo>
                  <a:lnTo>
                    <a:pt x="533" y="103"/>
                  </a:lnTo>
                  <a:cubicBezTo>
                    <a:pt x="506" y="30"/>
                    <a:pt x="447" y="1"/>
                    <a:pt x="382" y="1"/>
                  </a:cubicBezTo>
                  <a:close/>
                </a:path>
              </a:pathLst>
            </a:custGeom>
            <a:solidFill>
              <a:srgbClr val="D7DCE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351" name="Google Shape;13351;p43"/>
            <p:cNvSpPr/>
            <p:nvPr/>
          </p:nvSpPr>
          <p:spPr>
            <a:xfrm>
              <a:off x="5182350" y="3443646"/>
              <a:ext cx="38471" cy="24868"/>
            </a:xfrm>
            <a:custGeom>
              <a:rect b="b" l="l" r="r" t="t"/>
              <a:pathLst>
                <a:path extrusionOk="0" h="947" w="1465">
                  <a:moveTo>
                    <a:pt x="1104" y="1"/>
                  </a:moveTo>
                  <a:cubicBezTo>
                    <a:pt x="1071" y="1"/>
                    <a:pt x="1037" y="12"/>
                    <a:pt x="1006" y="38"/>
                  </a:cubicBezTo>
                  <a:lnTo>
                    <a:pt x="192" y="507"/>
                  </a:lnTo>
                  <a:cubicBezTo>
                    <a:pt x="1" y="631"/>
                    <a:pt x="78" y="937"/>
                    <a:pt x="307" y="947"/>
                  </a:cubicBezTo>
                  <a:cubicBezTo>
                    <a:pt x="355" y="947"/>
                    <a:pt x="393" y="937"/>
                    <a:pt x="432" y="918"/>
                  </a:cubicBezTo>
                  <a:lnTo>
                    <a:pt x="1245" y="449"/>
                  </a:lnTo>
                  <a:cubicBezTo>
                    <a:pt x="1465" y="360"/>
                    <a:pt x="1290" y="1"/>
                    <a:pt x="1104" y="1"/>
                  </a:cubicBezTo>
                  <a:close/>
                </a:path>
              </a:pathLst>
            </a:custGeom>
            <a:solidFill>
              <a:srgbClr val="D7DCE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352" name="Google Shape;13352;p43"/>
            <p:cNvSpPr/>
            <p:nvPr/>
          </p:nvSpPr>
          <p:spPr>
            <a:xfrm>
              <a:off x="4904650" y="3603910"/>
              <a:ext cx="38445" cy="24947"/>
            </a:xfrm>
            <a:custGeom>
              <a:rect b="b" l="l" r="r" t="t"/>
              <a:pathLst>
                <a:path extrusionOk="0" h="950" w="1464">
                  <a:moveTo>
                    <a:pt x="1107" y="0"/>
                  </a:moveTo>
                  <a:cubicBezTo>
                    <a:pt x="1073" y="0"/>
                    <a:pt x="1038" y="12"/>
                    <a:pt x="1006" y="40"/>
                  </a:cubicBezTo>
                  <a:lnTo>
                    <a:pt x="192" y="509"/>
                  </a:lnTo>
                  <a:cubicBezTo>
                    <a:pt x="1" y="634"/>
                    <a:pt x="87" y="930"/>
                    <a:pt x="317" y="950"/>
                  </a:cubicBezTo>
                  <a:cubicBezTo>
                    <a:pt x="355" y="950"/>
                    <a:pt x="393" y="930"/>
                    <a:pt x="431" y="911"/>
                  </a:cubicBezTo>
                  <a:lnTo>
                    <a:pt x="1245" y="442"/>
                  </a:lnTo>
                  <a:cubicBezTo>
                    <a:pt x="1463" y="362"/>
                    <a:pt x="1292" y="0"/>
                    <a:pt x="1107" y="0"/>
                  </a:cubicBezTo>
                  <a:close/>
                </a:path>
              </a:pathLst>
            </a:custGeom>
            <a:solidFill>
              <a:srgbClr val="D7DCE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353" name="Google Shape;13353;p43"/>
            <p:cNvSpPr/>
            <p:nvPr/>
          </p:nvSpPr>
          <p:spPr>
            <a:xfrm>
              <a:off x="5075839" y="3433037"/>
              <a:ext cx="87209" cy="73948"/>
            </a:xfrm>
            <a:custGeom>
              <a:rect b="b" l="l" r="r" t="t"/>
              <a:pathLst>
                <a:path extrusionOk="0" h="2816" w="3321">
                  <a:moveTo>
                    <a:pt x="414" y="0"/>
                  </a:moveTo>
                  <a:cubicBezTo>
                    <a:pt x="103" y="0"/>
                    <a:pt x="0" y="487"/>
                    <a:pt x="353" y="576"/>
                  </a:cubicBezTo>
                  <a:cubicBezTo>
                    <a:pt x="1416" y="853"/>
                    <a:pt x="2286" y="1619"/>
                    <a:pt x="2698" y="2633"/>
                  </a:cubicBezTo>
                  <a:cubicBezTo>
                    <a:pt x="2746" y="2748"/>
                    <a:pt x="2851" y="2815"/>
                    <a:pt x="2966" y="2815"/>
                  </a:cubicBezTo>
                  <a:cubicBezTo>
                    <a:pt x="3177" y="2815"/>
                    <a:pt x="3320" y="2605"/>
                    <a:pt x="3243" y="2413"/>
                  </a:cubicBezTo>
                  <a:cubicBezTo>
                    <a:pt x="2755" y="1226"/>
                    <a:pt x="1741" y="336"/>
                    <a:pt x="497" y="11"/>
                  </a:cubicBezTo>
                  <a:cubicBezTo>
                    <a:pt x="468" y="4"/>
                    <a:pt x="440" y="0"/>
                    <a:pt x="414" y="0"/>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354" name="Google Shape;13354;p43"/>
            <p:cNvSpPr/>
            <p:nvPr/>
          </p:nvSpPr>
          <p:spPr>
            <a:xfrm>
              <a:off x="5025288" y="3585607"/>
              <a:ext cx="74158" cy="111106"/>
            </a:xfrm>
            <a:custGeom>
              <a:rect b="b" l="l" r="r" t="t"/>
              <a:pathLst>
                <a:path extrusionOk="0" h="4231" w="2824">
                  <a:moveTo>
                    <a:pt x="938" y="1"/>
                  </a:moveTo>
                  <a:lnTo>
                    <a:pt x="938" y="450"/>
                  </a:lnTo>
                  <a:cubicBezTo>
                    <a:pt x="938" y="536"/>
                    <a:pt x="891" y="613"/>
                    <a:pt x="814" y="661"/>
                  </a:cubicBezTo>
                  <a:lnTo>
                    <a:pt x="259" y="948"/>
                  </a:lnTo>
                  <a:cubicBezTo>
                    <a:pt x="96" y="1034"/>
                    <a:pt x="1" y="1197"/>
                    <a:pt x="1" y="1369"/>
                  </a:cubicBezTo>
                  <a:lnTo>
                    <a:pt x="1" y="2738"/>
                  </a:lnTo>
                  <a:cubicBezTo>
                    <a:pt x="1" y="3245"/>
                    <a:pt x="154" y="3752"/>
                    <a:pt x="441" y="4173"/>
                  </a:cubicBezTo>
                  <a:lnTo>
                    <a:pt x="479" y="4231"/>
                  </a:lnTo>
                  <a:lnTo>
                    <a:pt x="2355" y="4231"/>
                  </a:lnTo>
                  <a:lnTo>
                    <a:pt x="2393" y="4173"/>
                  </a:lnTo>
                  <a:cubicBezTo>
                    <a:pt x="2671" y="3752"/>
                    <a:pt x="2824" y="3245"/>
                    <a:pt x="2824" y="2738"/>
                  </a:cubicBezTo>
                  <a:lnTo>
                    <a:pt x="2824" y="1369"/>
                  </a:lnTo>
                  <a:cubicBezTo>
                    <a:pt x="2824" y="1187"/>
                    <a:pt x="2728" y="1034"/>
                    <a:pt x="2565" y="948"/>
                  </a:cubicBezTo>
                  <a:lnTo>
                    <a:pt x="2010" y="661"/>
                  </a:lnTo>
                  <a:cubicBezTo>
                    <a:pt x="1934" y="613"/>
                    <a:pt x="1886" y="536"/>
                    <a:pt x="1886" y="450"/>
                  </a:cubicBezTo>
                  <a:lnTo>
                    <a:pt x="1886" y="1"/>
                  </a:lnTo>
                  <a:close/>
                </a:path>
              </a:pathLst>
            </a:custGeom>
            <a:solidFill>
              <a:srgbClr val="ACBDC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355" name="Google Shape;13355;p43"/>
            <p:cNvSpPr/>
            <p:nvPr/>
          </p:nvSpPr>
          <p:spPr>
            <a:xfrm>
              <a:off x="5025288" y="3606458"/>
              <a:ext cx="74158" cy="90256"/>
            </a:xfrm>
            <a:custGeom>
              <a:rect b="b" l="l" r="r" t="t"/>
              <a:pathLst>
                <a:path extrusionOk="0" h="3437" w="2824">
                  <a:moveTo>
                    <a:pt x="556" y="1"/>
                  </a:moveTo>
                  <a:lnTo>
                    <a:pt x="249" y="154"/>
                  </a:lnTo>
                  <a:cubicBezTo>
                    <a:pt x="96" y="240"/>
                    <a:pt x="1" y="403"/>
                    <a:pt x="1" y="575"/>
                  </a:cubicBezTo>
                  <a:lnTo>
                    <a:pt x="1" y="1944"/>
                  </a:lnTo>
                  <a:cubicBezTo>
                    <a:pt x="1" y="2451"/>
                    <a:pt x="154" y="2958"/>
                    <a:pt x="441" y="3379"/>
                  </a:cubicBezTo>
                  <a:lnTo>
                    <a:pt x="469" y="3437"/>
                  </a:lnTo>
                  <a:lnTo>
                    <a:pt x="2355" y="3437"/>
                  </a:lnTo>
                  <a:lnTo>
                    <a:pt x="2384" y="3379"/>
                  </a:lnTo>
                  <a:cubicBezTo>
                    <a:pt x="2671" y="2958"/>
                    <a:pt x="2824" y="2451"/>
                    <a:pt x="2824" y="1944"/>
                  </a:cubicBezTo>
                  <a:lnTo>
                    <a:pt x="2824" y="575"/>
                  </a:lnTo>
                  <a:cubicBezTo>
                    <a:pt x="2824" y="403"/>
                    <a:pt x="2718" y="240"/>
                    <a:pt x="2565" y="154"/>
                  </a:cubicBezTo>
                  <a:lnTo>
                    <a:pt x="2269" y="1"/>
                  </a:lnTo>
                  <a:cubicBezTo>
                    <a:pt x="2039" y="254"/>
                    <a:pt x="1726" y="381"/>
                    <a:pt x="1412" y="381"/>
                  </a:cubicBezTo>
                  <a:cubicBezTo>
                    <a:pt x="1099" y="381"/>
                    <a:pt x="785" y="254"/>
                    <a:pt x="556" y="1"/>
                  </a:cubicBez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356" name="Google Shape;13356;p43"/>
            <p:cNvSpPr/>
            <p:nvPr/>
          </p:nvSpPr>
          <p:spPr>
            <a:xfrm>
              <a:off x="5048660" y="3585607"/>
              <a:ext cx="27678" cy="18382"/>
            </a:xfrm>
            <a:custGeom>
              <a:rect b="b" l="l" r="r" t="t"/>
              <a:pathLst>
                <a:path extrusionOk="0" h="700" w="1054">
                  <a:moveTo>
                    <a:pt x="58" y="1"/>
                  </a:moveTo>
                  <a:lnTo>
                    <a:pt x="58" y="450"/>
                  </a:lnTo>
                  <a:cubicBezTo>
                    <a:pt x="48" y="508"/>
                    <a:pt x="29" y="556"/>
                    <a:pt x="1" y="603"/>
                  </a:cubicBezTo>
                  <a:cubicBezTo>
                    <a:pt x="163" y="670"/>
                    <a:pt x="345" y="699"/>
                    <a:pt x="527" y="699"/>
                  </a:cubicBezTo>
                  <a:cubicBezTo>
                    <a:pt x="699" y="699"/>
                    <a:pt x="881" y="670"/>
                    <a:pt x="1053" y="603"/>
                  </a:cubicBezTo>
                  <a:cubicBezTo>
                    <a:pt x="1015" y="556"/>
                    <a:pt x="996" y="508"/>
                    <a:pt x="996" y="450"/>
                  </a:cubicBezTo>
                  <a:lnTo>
                    <a:pt x="996" y="1"/>
                  </a:lnTo>
                  <a:close/>
                </a:path>
              </a:pathLst>
            </a:custGeom>
            <a:solidFill>
              <a:srgbClr val="96ABB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357" name="Google Shape;13357;p43"/>
            <p:cNvSpPr/>
            <p:nvPr/>
          </p:nvSpPr>
          <p:spPr>
            <a:xfrm>
              <a:off x="5037604" y="3536343"/>
              <a:ext cx="49526" cy="55330"/>
            </a:xfrm>
            <a:custGeom>
              <a:rect b="b" l="l" r="r" t="t"/>
              <a:pathLst>
                <a:path extrusionOk="0" h="2107" w="1886">
                  <a:moveTo>
                    <a:pt x="709" y="1"/>
                  </a:moveTo>
                  <a:cubicBezTo>
                    <a:pt x="316" y="1"/>
                    <a:pt x="0" y="317"/>
                    <a:pt x="0" y="699"/>
                  </a:cubicBezTo>
                  <a:lnTo>
                    <a:pt x="0" y="1168"/>
                  </a:lnTo>
                  <a:cubicBezTo>
                    <a:pt x="0" y="1685"/>
                    <a:pt x="422" y="2106"/>
                    <a:pt x="948" y="2106"/>
                  </a:cubicBezTo>
                  <a:cubicBezTo>
                    <a:pt x="954" y="2106"/>
                    <a:pt x="959" y="2106"/>
                    <a:pt x="965" y="2106"/>
                  </a:cubicBezTo>
                  <a:cubicBezTo>
                    <a:pt x="1474" y="2106"/>
                    <a:pt x="1886" y="1679"/>
                    <a:pt x="1886" y="1168"/>
                  </a:cubicBezTo>
                  <a:lnTo>
                    <a:pt x="1886" y="699"/>
                  </a:lnTo>
                  <a:cubicBezTo>
                    <a:pt x="1886" y="317"/>
                    <a:pt x="1570" y="1"/>
                    <a:pt x="1187" y="1"/>
                  </a:cubicBezTo>
                  <a:close/>
                </a:path>
              </a:pathLst>
            </a:custGeom>
            <a:solidFill>
              <a:srgbClr val="BECBD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358" name="Google Shape;13358;p43"/>
            <p:cNvSpPr/>
            <p:nvPr/>
          </p:nvSpPr>
          <p:spPr>
            <a:xfrm>
              <a:off x="5037604" y="3536343"/>
              <a:ext cx="33954" cy="55382"/>
            </a:xfrm>
            <a:custGeom>
              <a:rect b="b" l="l" r="r" t="t"/>
              <a:pathLst>
                <a:path extrusionOk="0" h="2109" w="1293">
                  <a:moveTo>
                    <a:pt x="709" y="1"/>
                  </a:moveTo>
                  <a:cubicBezTo>
                    <a:pt x="316" y="1"/>
                    <a:pt x="0" y="317"/>
                    <a:pt x="0" y="699"/>
                  </a:cubicBezTo>
                  <a:lnTo>
                    <a:pt x="0" y="1168"/>
                  </a:lnTo>
                  <a:cubicBezTo>
                    <a:pt x="0" y="1711"/>
                    <a:pt x="439" y="2109"/>
                    <a:pt x="937" y="2109"/>
                  </a:cubicBezTo>
                  <a:cubicBezTo>
                    <a:pt x="1054" y="2109"/>
                    <a:pt x="1174" y="2087"/>
                    <a:pt x="1292" y="2039"/>
                  </a:cubicBezTo>
                  <a:cubicBezTo>
                    <a:pt x="938" y="1896"/>
                    <a:pt x="699" y="1551"/>
                    <a:pt x="709" y="1168"/>
                  </a:cubicBezTo>
                  <a:lnTo>
                    <a:pt x="709" y="699"/>
                  </a:lnTo>
                  <a:cubicBezTo>
                    <a:pt x="709" y="355"/>
                    <a:pt x="948" y="68"/>
                    <a:pt x="1292" y="10"/>
                  </a:cubicBezTo>
                  <a:cubicBezTo>
                    <a:pt x="1254" y="1"/>
                    <a:pt x="1216" y="1"/>
                    <a:pt x="1168" y="1"/>
                  </a:cubicBezTo>
                  <a:close/>
                </a:path>
              </a:pathLst>
            </a:custGeom>
            <a:solidFill>
              <a:srgbClr val="ACBDC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359" name="Google Shape;13359;p43"/>
            <p:cNvSpPr/>
            <p:nvPr/>
          </p:nvSpPr>
          <p:spPr>
            <a:xfrm>
              <a:off x="5037604" y="3696451"/>
              <a:ext cx="49526" cy="31171"/>
            </a:xfrm>
            <a:custGeom>
              <a:rect b="b" l="l" r="r" t="t"/>
              <a:pathLst>
                <a:path extrusionOk="0" h="1187" w="1886">
                  <a:moveTo>
                    <a:pt x="0" y="0"/>
                  </a:moveTo>
                  <a:lnTo>
                    <a:pt x="0" y="947"/>
                  </a:lnTo>
                  <a:cubicBezTo>
                    <a:pt x="0" y="1072"/>
                    <a:pt x="106" y="1187"/>
                    <a:pt x="240" y="1187"/>
                  </a:cubicBezTo>
                  <a:lnTo>
                    <a:pt x="1647" y="1187"/>
                  </a:lnTo>
                  <a:cubicBezTo>
                    <a:pt x="1781" y="1187"/>
                    <a:pt x="1886" y="1072"/>
                    <a:pt x="1886" y="947"/>
                  </a:cubicBezTo>
                  <a:lnTo>
                    <a:pt x="1886" y="0"/>
                  </a:lnTo>
                  <a:close/>
                </a:path>
              </a:pathLst>
            </a:custGeom>
            <a:solidFill>
              <a:srgbClr val="76899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360" name="Google Shape;13360;p43"/>
            <p:cNvSpPr/>
            <p:nvPr/>
          </p:nvSpPr>
          <p:spPr>
            <a:xfrm>
              <a:off x="5025288" y="3615255"/>
              <a:ext cx="12342" cy="81222"/>
            </a:xfrm>
            <a:custGeom>
              <a:rect b="b" l="l" r="r" t="t"/>
              <a:pathLst>
                <a:path extrusionOk="0" h="3093" w="470">
                  <a:moveTo>
                    <a:pt x="77" y="1"/>
                  </a:moveTo>
                  <a:cubicBezTo>
                    <a:pt x="29" y="68"/>
                    <a:pt x="1" y="154"/>
                    <a:pt x="1" y="250"/>
                  </a:cubicBezTo>
                  <a:lnTo>
                    <a:pt x="1" y="1609"/>
                  </a:lnTo>
                  <a:cubicBezTo>
                    <a:pt x="1" y="2125"/>
                    <a:pt x="154" y="2623"/>
                    <a:pt x="441" y="3044"/>
                  </a:cubicBezTo>
                  <a:lnTo>
                    <a:pt x="469" y="3092"/>
                  </a:lnTo>
                  <a:lnTo>
                    <a:pt x="469" y="527"/>
                  </a:lnTo>
                  <a:cubicBezTo>
                    <a:pt x="469" y="384"/>
                    <a:pt x="402" y="240"/>
                    <a:pt x="288" y="154"/>
                  </a:cubicBezTo>
                  <a:lnTo>
                    <a:pt x="77" y="1"/>
                  </a:lnTo>
                  <a:close/>
                </a:path>
              </a:pathLst>
            </a:custGeom>
            <a:solidFill>
              <a:srgbClr val="869FB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361" name="Google Shape;13361;p43"/>
            <p:cNvSpPr/>
            <p:nvPr/>
          </p:nvSpPr>
          <p:spPr>
            <a:xfrm>
              <a:off x="5086868" y="3615255"/>
              <a:ext cx="12579" cy="81222"/>
            </a:xfrm>
            <a:custGeom>
              <a:rect b="b" l="l" r="r" t="t"/>
              <a:pathLst>
                <a:path extrusionOk="0" h="3093" w="479">
                  <a:moveTo>
                    <a:pt x="402" y="1"/>
                  </a:moveTo>
                  <a:lnTo>
                    <a:pt x="192" y="154"/>
                  </a:lnTo>
                  <a:cubicBezTo>
                    <a:pt x="77" y="240"/>
                    <a:pt x="0" y="384"/>
                    <a:pt x="10" y="527"/>
                  </a:cubicBezTo>
                  <a:lnTo>
                    <a:pt x="10" y="3092"/>
                  </a:lnTo>
                  <a:lnTo>
                    <a:pt x="39" y="3044"/>
                  </a:lnTo>
                  <a:cubicBezTo>
                    <a:pt x="326" y="2623"/>
                    <a:pt x="479" y="2125"/>
                    <a:pt x="479" y="1609"/>
                  </a:cubicBezTo>
                  <a:lnTo>
                    <a:pt x="479" y="250"/>
                  </a:lnTo>
                  <a:cubicBezTo>
                    <a:pt x="479" y="154"/>
                    <a:pt x="450" y="68"/>
                    <a:pt x="402" y="1"/>
                  </a:cubicBezTo>
                  <a:close/>
                </a:path>
              </a:pathLst>
            </a:custGeom>
            <a:solidFill>
              <a:srgbClr val="869FB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362" name="Google Shape;13362;p43"/>
            <p:cNvSpPr/>
            <p:nvPr/>
          </p:nvSpPr>
          <p:spPr>
            <a:xfrm>
              <a:off x="5059216" y="3708740"/>
              <a:ext cx="6302" cy="18645"/>
            </a:xfrm>
            <a:custGeom>
              <a:rect b="b" l="l" r="r" t="t"/>
              <a:pathLst>
                <a:path extrusionOk="0" h="710" w="240">
                  <a:moveTo>
                    <a:pt x="125" y="1"/>
                  </a:moveTo>
                  <a:cubicBezTo>
                    <a:pt x="58" y="1"/>
                    <a:pt x="1" y="58"/>
                    <a:pt x="1" y="125"/>
                  </a:cubicBezTo>
                  <a:lnTo>
                    <a:pt x="1" y="709"/>
                  </a:lnTo>
                  <a:lnTo>
                    <a:pt x="240" y="709"/>
                  </a:lnTo>
                  <a:lnTo>
                    <a:pt x="240" y="116"/>
                  </a:lnTo>
                  <a:cubicBezTo>
                    <a:pt x="240" y="58"/>
                    <a:pt x="182" y="1"/>
                    <a:pt x="125" y="1"/>
                  </a:cubicBezTo>
                  <a:close/>
                </a:path>
              </a:pathLst>
            </a:custGeom>
            <a:solidFill>
              <a:srgbClr val="63798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363" name="Google Shape;13363;p43"/>
            <p:cNvSpPr/>
            <p:nvPr/>
          </p:nvSpPr>
          <p:spPr>
            <a:xfrm>
              <a:off x="5037604" y="3536343"/>
              <a:ext cx="49526" cy="24658"/>
            </a:xfrm>
            <a:custGeom>
              <a:rect b="b" l="l" r="r" t="t"/>
              <a:pathLst>
                <a:path extrusionOk="0" h="939" w="1886">
                  <a:moveTo>
                    <a:pt x="709" y="1"/>
                  </a:moveTo>
                  <a:cubicBezTo>
                    <a:pt x="316" y="1"/>
                    <a:pt x="0" y="317"/>
                    <a:pt x="0" y="699"/>
                  </a:cubicBezTo>
                  <a:cubicBezTo>
                    <a:pt x="0" y="699"/>
                    <a:pt x="709" y="939"/>
                    <a:pt x="1886" y="939"/>
                  </a:cubicBezTo>
                  <a:lnTo>
                    <a:pt x="1886" y="699"/>
                  </a:lnTo>
                  <a:cubicBezTo>
                    <a:pt x="1886" y="317"/>
                    <a:pt x="1570" y="1"/>
                    <a:pt x="1178" y="1"/>
                  </a:cubicBez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364" name="Google Shape;13364;p43"/>
            <p:cNvSpPr/>
            <p:nvPr/>
          </p:nvSpPr>
          <p:spPr>
            <a:xfrm>
              <a:off x="5037604" y="3536343"/>
              <a:ext cx="33954" cy="22400"/>
            </a:xfrm>
            <a:custGeom>
              <a:rect b="b" l="l" r="r" t="t"/>
              <a:pathLst>
                <a:path extrusionOk="0" h="853" w="1293">
                  <a:moveTo>
                    <a:pt x="709" y="1"/>
                  </a:moveTo>
                  <a:cubicBezTo>
                    <a:pt x="316" y="1"/>
                    <a:pt x="0" y="317"/>
                    <a:pt x="0" y="699"/>
                  </a:cubicBezTo>
                  <a:cubicBezTo>
                    <a:pt x="230" y="766"/>
                    <a:pt x="469" y="824"/>
                    <a:pt x="709" y="853"/>
                  </a:cubicBezTo>
                  <a:lnTo>
                    <a:pt x="709" y="699"/>
                  </a:lnTo>
                  <a:cubicBezTo>
                    <a:pt x="709" y="355"/>
                    <a:pt x="948" y="68"/>
                    <a:pt x="1292" y="10"/>
                  </a:cubicBezTo>
                  <a:cubicBezTo>
                    <a:pt x="1254" y="1"/>
                    <a:pt x="1216" y="1"/>
                    <a:pt x="1168" y="1"/>
                  </a:cubicBez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3365" name="Google Shape;13365;p43"/>
          <p:cNvGrpSpPr/>
          <p:nvPr/>
        </p:nvGrpSpPr>
        <p:grpSpPr>
          <a:xfrm>
            <a:off x="3130367" y="4172085"/>
            <a:ext cx="297342" cy="258871"/>
            <a:chOff x="3130367" y="4324485"/>
            <a:chExt cx="297342" cy="258871"/>
          </a:xfrm>
        </p:grpSpPr>
        <p:sp>
          <p:nvSpPr>
            <p:cNvPr id="13366" name="Google Shape;13366;p43"/>
            <p:cNvSpPr/>
            <p:nvPr/>
          </p:nvSpPr>
          <p:spPr>
            <a:xfrm>
              <a:off x="3130367" y="4391579"/>
              <a:ext cx="297342" cy="191777"/>
            </a:xfrm>
            <a:custGeom>
              <a:rect b="b" l="l" r="r" t="t"/>
              <a:pathLst>
                <a:path extrusionOk="0" h="7303" w="11323">
                  <a:moveTo>
                    <a:pt x="364" y="0"/>
                  </a:moveTo>
                  <a:cubicBezTo>
                    <a:pt x="163" y="0"/>
                    <a:pt x="0" y="163"/>
                    <a:pt x="0" y="364"/>
                  </a:cubicBezTo>
                  <a:lnTo>
                    <a:pt x="0" y="6939"/>
                  </a:lnTo>
                  <a:cubicBezTo>
                    <a:pt x="0" y="7140"/>
                    <a:pt x="163" y="7302"/>
                    <a:pt x="364" y="7302"/>
                  </a:cubicBezTo>
                  <a:lnTo>
                    <a:pt x="10958" y="7302"/>
                  </a:lnTo>
                  <a:cubicBezTo>
                    <a:pt x="11159" y="7302"/>
                    <a:pt x="11322" y="7140"/>
                    <a:pt x="11322" y="6939"/>
                  </a:cubicBezTo>
                  <a:lnTo>
                    <a:pt x="11322" y="364"/>
                  </a:lnTo>
                  <a:cubicBezTo>
                    <a:pt x="11322" y="163"/>
                    <a:pt x="11159" y="0"/>
                    <a:pt x="10958" y="0"/>
                  </a:cubicBezTo>
                  <a:close/>
                </a:path>
              </a:pathLst>
            </a:custGeom>
            <a:solidFill>
              <a:srgbClr val="E8EEF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367" name="Google Shape;13367;p43"/>
            <p:cNvSpPr/>
            <p:nvPr/>
          </p:nvSpPr>
          <p:spPr>
            <a:xfrm>
              <a:off x="3130367" y="4391579"/>
              <a:ext cx="297342" cy="14601"/>
            </a:xfrm>
            <a:custGeom>
              <a:rect b="b" l="l" r="r" t="t"/>
              <a:pathLst>
                <a:path extrusionOk="0" h="556" w="11323">
                  <a:moveTo>
                    <a:pt x="364" y="0"/>
                  </a:moveTo>
                  <a:cubicBezTo>
                    <a:pt x="163" y="0"/>
                    <a:pt x="0" y="163"/>
                    <a:pt x="0" y="364"/>
                  </a:cubicBezTo>
                  <a:lnTo>
                    <a:pt x="0" y="555"/>
                  </a:lnTo>
                  <a:lnTo>
                    <a:pt x="11322" y="555"/>
                  </a:lnTo>
                  <a:lnTo>
                    <a:pt x="11322" y="364"/>
                  </a:lnTo>
                  <a:cubicBezTo>
                    <a:pt x="11322" y="163"/>
                    <a:pt x="11159" y="0"/>
                    <a:pt x="10958" y="0"/>
                  </a:cubicBezTo>
                  <a:close/>
                </a:path>
              </a:pathLst>
            </a:custGeom>
            <a:solidFill>
              <a:srgbClr val="D1D8D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368" name="Google Shape;13368;p43"/>
            <p:cNvSpPr/>
            <p:nvPr/>
          </p:nvSpPr>
          <p:spPr>
            <a:xfrm>
              <a:off x="3159279" y="4430024"/>
              <a:ext cx="95770" cy="124682"/>
            </a:xfrm>
            <a:custGeom>
              <a:rect b="b" l="l" r="r" t="t"/>
              <a:pathLst>
                <a:path extrusionOk="0" h="4748" w="3647">
                  <a:moveTo>
                    <a:pt x="182" y="1"/>
                  </a:moveTo>
                  <a:cubicBezTo>
                    <a:pt x="77" y="1"/>
                    <a:pt x="0" y="77"/>
                    <a:pt x="0" y="182"/>
                  </a:cubicBezTo>
                  <a:lnTo>
                    <a:pt x="0" y="4566"/>
                  </a:lnTo>
                  <a:cubicBezTo>
                    <a:pt x="0" y="4661"/>
                    <a:pt x="77" y="4747"/>
                    <a:pt x="182" y="4747"/>
                  </a:cubicBezTo>
                  <a:lnTo>
                    <a:pt x="3465" y="4747"/>
                  </a:lnTo>
                  <a:cubicBezTo>
                    <a:pt x="3570" y="4747"/>
                    <a:pt x="3646" y="4661"/>
                    <a:pt x="3646" y="4566"/>
                  </a:cubicBezTo>
                  <a:lnTo>
                    <a:pt x="3646" y="182"/>
                  </a:lnTo>
                  <a:cubicBezTo>
                    <a:pt x="3646" y="77"/>
                    <a:pt x="3570" y="1"/>
                    <a:pt x="3465" y="1"/>
                  </a:cubicBezTo>
                  <a:close/>
                </a:path>
              </a:pathLst>
            </a:custGeom>
            <a:solidFill>
              <a:srgbClr val="B4BEC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369" name="Google Shape;13369;p43"/>
            <p:cNvSpPr/>
            <p:nvPr/>
          </p:nvSpPr>
          <p:spPr>
            <a:xfrm>
              <a:off x="3279156" y="4430024"/>
              <a:ext cx="119903" cy="23897"/>
            </a:xfrm>
            <a:custGeom>
              <a:rect b="b" l="l" r="r" t="t"/>
              <a:pathLst>
                <a:path extrusionOk="0" h="910" w="4566">
                  <a:moveTo>
                    <a:pt x="182" y="1"/>
                  </a:moveTo>
                  <a:cubicBezTo>
                    <a:pt x="86" y="1"/>
                    <a:pt x="0" y="77"/>
                    <a:pt x="0" y="182"/>
                  </a:cubicBezTo>
                  <a:lnTo>
                    <a:pt x="0" y="728"/>
                  </a:lnTo>
                  <a:cubicBezTo>
                    <a:pt x="0" y="833"/>
                    <a:pt x="86" y="910"/>
                    <a:pt x="182" y="910"/>
                  </a:cubicBezTo>
                  <a:lnTo>
                    <a:pt x="4383" y="910"/>
                  </a:lnTo>
                  <a:cubicBezTo>
                    <a:pt x="4489" y="910"/>
                    <a:pt x="4565" y="833"/>
                    <a:pt x="4565" y="728"/>
                  </a:cubicBezTo>
                  <a:lnTo>
                    <a:pt x="4565" y="182"/>
                  </a:lnTo>
                  <a:cubicBezTo>
                    <a:pt x="4565" y="77"/>
                    <a:pt x="4489" y="1"/>
                    <a:pt x="4383" y="1"/>
                  </a:cubicBezTo>
                  <a:close/>
                </a:path>
              </a:pathLst>
            </a:custGeom>
            <a:solidFill>
              <a:srgbClr val="A9B7C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370" name="Google Shape;13370;p43"/>
            <p:cNvSpPr/>
            <p:nvPr/>
          </p:nvSpPr>
          <p:spPr>
            <a:xfrm>
              <a:off x="3279156" y="4468232"/>
              <a:ext cx="90991" cy="19380"/>
            </a:xfrm>
            <a:custGeom>
              <a:rect b="b" l="l" r="r" t="t"/>
              <a:pathLst>
                <a:path extrusionOk="0" h="738" w="3465">
                  <a:moveTo>
                    <a:pt x="182" y="0"/>
                  </a:moveTo>
                  <a:cubicBezTo>
                    <a:pt x="77" y="0"/>
                    <a:pt x="0" y="86"/>
                    <a:pt x="0" y="182"/>
                  </a:cubicBezTo>
                  <a:lnTo>
                    <a:pt x="0" y="546"/>
                  </a:lnTo>
                  <a:cubicBezTo>
                    <a:pt x="0" y="651"/>
                    <a:pt x="77" y="737"/>
                    <a:pt x="182" y="737"/>
                  </a:cubicBezTo>
                  <a:lnTo>
                    <a:pt x="3283" y="737"/>
                  </a:lnTo>
                  <a:cubicBezTo>
                    <a:pt x="3388" y="737"/>
                    <a:pt x="3465" y="651"/>
                    <a:pt x="3465" y="546"/>
                  </a:cubicBezTo>
                  <a:lnTo>
                    <a:pt x="3465" y="182"/>
                  </a:lnTo>
                  <a:cubicBezTo>
                    <a:pt x="3465" y="86"/>
                    <a:pt x="3388" y="0"/>
                    <a:pt x="3283" y="0"/>
                  </a:cubicBezTo>
                  <a:close/>
                </a:path>
              </a:pathLst>
            </a:custGeom>
            <a:solidFill>
              <a:srgbClr val="92A1A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371" name="Google Shape;13371;p43"/>
            <p:cNvSpPr/>
            <p:nvPr/>
          </p:nvSpPr>
          <p:spPr>
            <a:xfrm>
              <a:off x="3277896" y="4501897"/>
              <a:ext cx="60687" cy="9585"/>
            </a:xfrm>
            <a:custGeom>
              <a:rect b="b" l="l" r="r" t="t"/>
              <a:pathLst>
                <a:path extrusionOk="0" h="365" w="2311">
                  <a:moveTo>
                    <a:pt x="2067" y="0"/>
                  </a:moveTo>
                  <a:cubicBezTo>
                    <a:pt x="2061" y="0"/>
                    <a:pt x="2055" y="0"/>
                    <a:pt x="2048" y="1"/>
                  </a:cubicBezTo>
                  <a:lnTo>
                    <a:pt x="230" y="1"/>
                  </a:lnTo>
                  <a:cubicBezTo>
                    <a:pt x="0" y="20"/>
                    <a:pt x="0" y="345"/>
                    <a:pt x="230" y="364"/>
                  </a:cubicBezTo>
                  <a:lnTo>
                    <a:pt x="2048" y="364"/>
                  </a:lnTo>
                  <a:cubicBezTo>
                    <a:pt x="2055" y="365"/>
                    <a:pt x="2061" y="365"/>
                    <a:pt x="2067" y="365"/>
                  </a:cubicBezTo>
                  <a:cubicBezTo>
                    <a:pt x="2310" y="365"/>
                    <a:pt x="2310" y="0"/>
                    <a:pt x="2067" y="0"/>
                  </a:cubicBezTo>
                  <a:close/>
                </a:path>
              </a:pathLst>
            </a:custGeom>
            <a:solidFill>
              <a:srgbClr val="7A8C9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372" name="Google Shape;13372;p43"/>
            <p:cNvSpPr/>
            <p:nvPr/>
          </p:nvSpPr>
          <p:spPr>
            <a:xfrm>
              <a:off x="3344150" y="4501897"/>
              <a:ext cx="32878" cy="9585"/>
            </a:xfrm>
            <a:custGeom>
              <a:rect b="b" l="l" r="r" t="t"/>
              <a:pathLst>
                <a:path extrusionOk="0" h="365" w="1252">
                  <a:moveTo>
                    <a:pt x="244" y="0"/>
                  </a:moveTo>
                  <a:cubicBezTo>
                    <a:pt x="0" y="0"/>
                    <a:pt x="0" y="365"/>
                    <a:pt x="244" y="365"/>
                  </a:cubicBezTo>
                  <a:cubicBezTo>
                    <a:pt x="250" y="365"/>
                    <a:pt x="256" y="365"/>
                    <a:pt x="262" y="364"/>
                  </a:cubicBezTo>
                  <a:lnTo>
                    <a:pt x="990" y="364"/>
                  </a:lnTo>
                  <a:cubicBezTo>
                    <a:pt x="996" y="365"/>
                    <a:pt x="1002" y="365"/>
                    <a:pt x="1008" y="365"/>
                  </a:cubicBezTo>
                  <a:cubicBezTo>
                    <a:pt x="1251" y="365"/>
                    <a:pt x="1251" y="0"/>
                    <a:pt x="1008" y="0"/>
                  </a:cubicBezTo>
                  <a:cubicBezTo>
                    <a:pt x="1002" y="0"/>
                    <a:pt x="996" y="0"/>
                    <a:pt x="990" y="1"/>
                  </a:cubicBezTo>
                  <a:lnTo>
                    <a:pt x="262" y="1"/>
                  </a:lnTo>
                  <a:cubicBezTo>
                    <a:pt x="256" y="0"/>
                    <a:pt x="250" y="0"/>
                    <a:pt x="244" y="0"/>
                  </a:cubicBezTo>
                  <a:close/>
                </a:path>
              </a:pathLst>
            </a:custGeom>
            <a:solidFill>
              <a:srgbClr val="BDC8D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373" name="Google Shape;13373;p43"/>
            <p:cNvSpPr/>
            <p:nvPr/>
          </p:nvSpPr>
          <p:spPr>
            <a:xfrm>
              <a:off x="3277896" y="4530810"/>
              <a:ext cx="21376" cy="9559"/>
            </a:xfrm>
            <a:custGeom>
              <a:rect b="b" l="l" r="r" t="t"/>
              <a:pathLst>
                <a:path extrusionOk="0" h="364" w="814">
                  <a:moveTo>
                    <a:pt x="230" y="0"/>
                  </a:moveTo>
                  <a:cubicBezTo>
                    <a:pt x="0" y="19"/>
                    <a:pt x="0" y="345"/>
                    <a:pt x="230" y="364"/>
                  </a:cubicBezTo>
                  <a:lnTo>
                    <a:pt x="594" y="364"/>
                  </a:lnTo>
                  <a:cubicBezTo>
                    <a:pt x="814" y="345"/>
                    <a:pt x="814" y="19"/>
                    <a:pt x="594" y="0"/>
                  </a:cubicBezTo>
                  <a:close/>
                </a:path>
              </a:pathLst>
            </a:custGeom>
            <a:solidFill>
              <a:srgbClr val="7A8C9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374" name="Google Shape;13374;p43"/>
            <p:cNvSpPr/>
            <p:nvPr/>
          </p:nvSpPr>
          <p:spPr>
            <a:xfrm>
              <a:off x="3306782" y="4530757"/>
              <a:ext cx="50892" cy="9637"/>
            </a:xfrm>
            <a:custGeom>
              <a:rect b="b" l="l" r="r" t="t"/>
              <a:pathLst>
                <a:path extrusionOk="0" h="367" w="1938">
                  <a:moveTo>
                    <a:pt x="1710" y="1"/>
                  </a:moveTo>
                  <a:cubicBezTo>
                    <a:pt x="1702" y="1"/>
                    <a:pt x="1694" y="1"/>
                    <a:pt x="1685" y="2"/>
                  </a:cubicBezTo>
                  <a:lnTo>
                    <a:pt x="221" y="2"/>
                  </a:lnTo>
                  <a:cubicBezTo>
                    <a:pt x="1" y="21"/>
                    <a:pt x="1" y="347"/>
                    <a:pt x="221" y="366"/>
                  </a:cubicBezTo>
                  <a:lnTo>
                    <a:pt x="1685" y="366"/>
                  </a:lnTo>
                  <a:cubicBezTo>
                    <a:pt x="1691" y="366"/>
                    <a:pt x="1697" y="367"/>
                    <a:pt x="1702" y="367"/>
                  </a:cubicBezTo>
                  <a:cubicBezTo>
                    <a:pt x="1935" y="367"/>
                    <a:pt x="1938" y="1"/>
                    <a:pt x="1710" y="1"/>
                  </a:cubicBezTo>
                  <a:close/>
                </a:path>
              </a:pathLst>
            </a:custGeom>
            <a:solidFill>
              <a:srgbClr val="BDC8D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375" name="Google Shape;13375;p43"/>
            <p:cNvSpPr/>
            <p:nvPr/>
          </p:nvSpPr>
          <p:spPr>
            <a:xfrm>
              <a:off x="3277055" y="4549874"/>
              <a:ext cx="23083" cy="9611"/>
            </a:xfrm>
            <a:custGeom>
              <a:rect b="b" l="l" r="r" t="t"/>
              <a:pathLst>
                <a:path extrusionOk="0" h="366" w="879">
                  <a:moveTo>
                    <a:pt x="244" y="1"/>
                  </a:moveTo>
                  <a:cubicBezTo>
                    <a:pt x="0" y="1"/>
                    <a:pt x="0" y="366"/>
                    <a:pt x="244" y="366"/>
                  </a:cubicBezTo>
                  <a:cubicBezTo>
                    <a:pt x="250" y="366"/>
                    <a:pt x="256" y="366"/>
                    <a:pt x="262" y="365"/>
                  </a:cubicBezTo>
                  <a:lnTo>
                    <a:pt x="626" y="365"/>
                  </a:lnTo>
                  <a:cubicBezTo>
                    <a:pt x="632" y="366"/>
                    <a:pt x="637" y="366"/>
                    <a:pt x="643" y="366"/>
                  </a:cubicBezTo>
                  <a:cubicBezTo>
                    <a:pt x="878" y="366"/>
                    <a:pt x="878" y="1"/>
                    <a:pt x="643" y="1"/>
                  </a:cubicBezTo>
                  <a:cubicBezTo>
                    <a:pt x="637" y="1"/>
                    <a:pt x="632" y="1"/>
                    <a:pt x="626" y="2"/>
                  </a:cubicBezTo>
                  <a:lnTo>
                    <a:pt x="262" y="2"/>
                  </a:lnTo>
                  <a:cubicBezTo>
                    <a:pt x="256" y="1"/>
                    <a:pt x="250" y="1"/>
                    <a:pt x="244" y="1"/>
                  </a:cubicBezTo>
                  <a:close/>
                </a:path>
              </a:pathLst>
            </a:custGeom>
            <a:solidFill>
              <a:srgbClr val="7A8C9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376" name="Google Shape;13376;p43"/>
            <p:cNvSpPr/>
            <p:nvPr/>
          </p:nvSpPr>
          <p:spPr>
            <a:xfrm>
              <a:off x="3305705" y="4549874"/>
              <a:ext cx="51969" cy="9611"/>
            </a:xfrm>
            <a:custGeom>
              <a:rect b="b" l="l" r="r" t="t"/>
              <a:pathLst>
                <a:path extrusionOk="0" h="366" w="1979">
                  <a:moveTo>
                    <a:pt x="244" y="1"/>
                  </a:moveTo>
                  <a:cubicBezTo>
                    <a:pt x="0" y="1"/>
                    <a:pt x="0" y="366"/>
                    <a:pt x="244" y="366"/>
                  </a:cubicBezTo>
                  <a:cubicBezTo>
                    <a:pt x="250" y="366"/>
                    <a:pt x="256" y="366"/>
                    <a:pt x="262" y="365"/>
                  </a:cubicBezTo>
                  <a:lnTo>
                    <a:pt x="1726" y="365"/>
                  </a:lnTo>
                  <a:cubicBezTo>
                    <a:pt x="1732" y="366"/>
                    <a:pt x="1738" y="366"/>
                    <a:pt x="1744" y="366"/>
                  </a:cubicBezTo>
                  <a:cubicBezTo>
                    <a:pt x="1979" y="366"/>
                    <a:pt x="1979" y="1"/>
                    <a:pt x="1744" y="1"/>
                  </a:cubicBezTo>
                  <a:cubicBezTo>
                    <a:pt x="1738" y="1"/>
                    <a:pt x="1732" y="1"/>
                    <a:pt x="1726" y="2"/>
                  </a:cubicBezTo>
                  <a:lnTo>
                    <a:pt x="262" y="2"/>
                  </a:lnTo>
                  <a:cubicBezTo>
                    <a:pt x="256" y="1"/>
                    <a:pt x="250" y="1"/>
                    <a:pt x="244" y="1"/>
                  </a:cubicBezTo>
                  <a:close/>
                </a:path>
              </a:pathLst>
            </a:custGeom>
            <a:solidFill>
              <a:srgbClr val="BDC8D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377" name="Google Shape;13377;p43"/>
            <p:cNvSpPr/>
            <p:nvPr/>
          </p:nvSpPr>
          <p:spPr>
            <a:xfrm>
              <a:off x="3255259" y="4324485"/>
              <a:ext cx="47531" cy="86474"/>
            </a:xfrm>
            <a:custGeom>
              <a:rect b="b" l="l" r="r" t="t"/>
              <a:pathLst>
                <a:path extrusionOk="0" h="3293" w="1810">
                  <a:moveTo>
                    <a:pt x="202" y="0"/>
                  </a:moveTo>
                  <a:cubicBezTo>
                    <a:pt x="87" y="0"/>
                    <a:pt x="1" y="96"/>
                    <a:pt x="20" y="201"/>
                  </a:cubicBezTo>
                  <a:lnTo>
                    <a:pt x="336" y="3130"/>
                  </a:lnTo>
                  <a:cubicBezTo>
                    <a:pt x="345" y="3216"/>
                    <a:pt x="432" y="3292"/>
                    <a:pt x="518" y="3292"/>
                  </a:cubicBezTo>
                  <a:lnTo>
                    <a:pt x="1293" y="3292"/>
                  </a:lnTo>
                  <a:cubicBezTo>
                    <a:pt x="1379" y="3292"/>
                    <a:pt x="1465" y="3216"/>
                    <a:pt x="1475" y="3130"/>
                  </a:cubicBezTo>
                  <a:lnTo>
                    <a:pt x="1800" y="201"/>
                  </a:lnTo>
                  <a:cubicBezTo>
                    <a:pt x="1810" y="96"/>
                    <a:pt x="1724" y="0"/>
                    <a:pt x="1618" y="0"/>
                  </a:cubicBezTo>
                  <a:close/>
                </a:path>
              </a:pathLst>
            </a:custGeom>
            <a:solidFill>
              <a:srgbClr val="7A8C9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378" name="Google Shape;13378;p43"/>
            <p:cNvSpPr/>
            <p:nvPr/>
          </p:nvSpPr>
          <p:spPr>
            <a:xfrm>
              <a:off x="3178370" y="4492365"/>
              <a:ext cx="57562" cy="62341"/>
            </a:xfrm>
            <a:custGeom>
              <a:rect b="b" l="l" r="r" t="t"/>
              <a:pathLst>
                <a:path extrusionOk="0" h="2374" w="2192">
                  <a:moveTo>
                    <a:pt x="728" y="0"/>
                  </a:moveTo>
                  <a:lnTo>
                    <a:pt x="728" y="364"/>
                  </a:lnTo>
                  <a:cubicBezTo>
                    <a:pt x="728" y="440"/>
                    <a:pt x="689" y="498"/>
                    <a:pt x="632" y="536"/>
                  </a:cubicBezTo>
                  <a:lnTo>
                    <a:pt x="211" y="746"/>
                  </a:lnTo>
                  <a:cubicBezTo>
                    <a:pt x="87" y="804"/>
                    <a:pt x="0" y="928"/>
                    <a:pt x="0" y="1072"/>
                  </a:cubicBezTo>
                  <a:lnTo>
                    <a:pt x="0" y="2373"/>
                  </a:lnTo>
                  <a:lnTo>
                    <a:pt x="2192" y="2373"/>
                  </a:lnTo>
                  <a:lnTo>
                    <a:pt x="2192" y="1072"/>
                  </a:lnTo>
                  <a:cubicBezTo>
                    <a:pt x="2192" y="928"/>
                    <a:pt x="2115" y="804"/>
                    <a:pt x="1991" y="746"/>
                  </a:cubicBezTo>
                  <a:lnTo>
                    <a:pt x="1560" y="536"/>
                  </a:lnTo>
                  <a:cubicBezTo>
                    <a:pt x="1503" y="498"/>
                    <a:pt x="1465" y="440"/>
                    <a:pt x="1465" y="364"/>
                  </a:cubicBezTo>
                  <a:lnTo>
                    <a:pt x="1465" y="0"/>
                  </a:lnTo>
                  <a:close/>
                </a:path>
              </a:pathLst>
            </a:custGeom>
            <a:solidFill>
              <a:srgbClr val="AAB8C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379" name="Google Shape;13379;p43"/>
            <p:cNvSpPr/>
            <p:nvPr/>
          </p:nvSpPr>
          <p:spPr>
            <a:xfrm>
              <a:off x="3196726" y="4492365"/>
              <a:ext cx="20877" cy="14390"/>
            </a:xfrm>
            <a:custGeom>
              <a:rect b="b" l="l" r="r" t="t"/>
              <a:pathLst>
                <a:path extrusionOk="0" h="548" w="795">
                  <a:moveTo>
                    <a:pt x="29" y="0"/>
                  </a:moveTo>
                  <a:lnTo>
                    <a:pt x="29" y="364"/>
                  </a:lnTo>
                  <a:cubicBezTo>
                    <a:pt x="29" y="402"/>
                    <a:pt x="19" y="440"/>
                    <a:pt x="0" y="469"/>
                  </a:cubicBezTo>
                  <a:cubicBezTo>
                    <a:pt x="124" y="522"/>
                    <a:pt x="258" y="548"/>
                    <a:pt x="394" y="548"/>
                  </a:cubicBezTo>
                  <a:cubicBezTo>
                    <a:pt x="529" y="548"/>
                    <a:pt x="665" y="522"/>
                    <a:pt x="794" y="469"/>
                  </a:cubicBezTo>
                  <a:cubicBezTo>
                    <a:pt x="775" y="440"/>
                    <a:pt x="766" y="402"/>
                    <a:pt x="766" y="364"/>
                  </a:cubicBezTo>
                  <a:lnTo>
                    <a:pt x="766" y="0"/>
                  </a:lnTo>
                  <a:close/>
                </a:path>
              </a:pathLst>
            </a:custGeom>
            <a:solidFill>
              <a:srgbClr val="9BA9B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380" name="Google Shape;13380;p43"/>
            <p:cNvSpPr/>
            <p:nvPr/>
          </p:nvSpPr>
          <p:spPr>
            <a:xfrm>
              <a:off x="3178370" y="4507438"/>
              <a:ext cx="57562" cy="47268"/>
            </a:xfrm>
            <a:custGeom>
              <a:rect b="b" l="l" r="r" t="t"/>
              <a:pathLst>
                <a:path extrusionOk="0" h="1800" w="2192">
                  <a:moveTo>
                    <a:pt x="536" y="0"/>
                  </a:moveTo>
                  <a:lnTo>
                    <a:pt x="211" y="172"/>
                  </a:lnTo>
                  <a:cubicBezTo>
                    <a:pt x="87" y="230"/>
                    <a:pt x="0" y="354"/>
                    <a:pt x="0" y="498"/>
                  </a:cubicBezTo>
                  <a:lnTo>
                    <a:pt x="0" y="1799"/>
                  </a:lnTo>
                  <a:lnTo>
                    <a:pt x="2192" y="1799"/>
                  </a:lnTo>
                  <a:lnTo>
                    <a:pt x="2192" y="498"/>
                  </a:lnTo>
                  <a:cubicBezTo>
                    <a:pt x="2192" y="354"/>
                    <a:pt x="2115" y="230"/>
                    <a:pt x="1991" y="172"/>
                  </a:cubicBezTo>
                  <a:lnTo>
                    <a:pt x="1656" y="0"/>
                  </a:lnTo>
                  <a:cubicBezTo>
                    <a:pt x="1513" y="182"/>
                    <a:pt x="1304" y="273"/>
                    <a:pt x="1096" y="273"/>
                  </a:cubicBezTo>
                  <a:cubicBezTo>
                    <a:pt x="888" y="273"/>
                    <a:pt x="680" y="182"/>
                    <a:pt x="536" y="0"/>
                  </a:cubicBezTo>
                  <a:close/>
                </a:path>
              </a:pathLst>
            </a:custGeom>
            <a:solidFill>
              <a:srgbClr val="7A8C9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381" name="Google Shape;13381;p43"/>
            <p:cNvSpPr/>
            <p:nvPr/>
          </p:nvSpPr>
          <p:spPr>
            <a:xfrm>
              <a:off x="3178370" y="4515973"/>
              <a:ext cx="14338" cy="38733"/>
            </a:xfrm>
            <a:custGeom>
              <a:rect b="b" l="l" r="r" t="t"/>
              <a:pathLst>
                <a:path extrusionOk="0" h="1475" w="546">
                  <a:moveTo>
                    <a:pt x="39" y="1"/>
                  </a:moveTo>
                  <a:cubicBezTo>
                    <a:pt x="10" y="48"/>
                    <a:pt x="0" y="106"/>
                    <a:pt x="0" y="173"/>
                  </a:cubicBezTo>
                  <a:lnTo>
                    <a:pt x="0" y="1474"/>
                  </a:lnTo>
                  <a:lnTo>
                    <a:pt x="546" y="1474"/>
                  </a:lnTo>
                  <a:lnTo>
                    <a:pt x="546" y="565"/>
                  </a:lnTo>
                  <a:cubicBezTo>
                    <a:pt x="546" y="441"/>
                    <a:pt x="488" y="336"/>
                    <a:pt x="402" y="269"/>
                  </a:cubicBezTo>
                  <a:lnTo>
                    <a:pt x="39" y="1"/>
                  </a:lnTo>
                  <a:close/>
                </a:path>
              </a:pathLst>
            </a:custGeom>
            <a:solidFill>
              <a:srgbClr val="5B728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382" name="Google Shape;13382;p43"/>
            <p:cNvSpPr/>
            <p:nvPr/>
          </p:nvSpPr>
          <p:spPr>
            <a:xfrm>
              <a:off x="3221594" y="4515973"/>
              <a:ext cx="14338" cy="38733"/>
            </a:xfrm>
            <a:custGeom>
              <a:rect b="b" l="l" r="r" t="t"/>
              <a:pathLst>
                <a:path extrusionOk="0" h="1475" w="546">
                  <a:moveTo>
                    <a:pt x="498" y="1"/>
                  </a:moveTo>
                  <a:lnTo>
                    <a:pt x="144" y="269"/>
                  </a:lnTo>
                  <a:cubicBezTo>
                    <a:pt x="48" y="336"/>
                    <a:pt x="0" y="441"/>
                    <a:pt x="0" y="565"/>
                  </a:cubicBezTo>
                  <a:lnTo>
                    <a:pt x="0" y="1474"/>
                  </a:lnTo>
                  <a:lnTo>
                    <a:pt x="546" y="1474"/>
                  </a:lnTo>
                  <a:lnTo>
                    <a:pt x="546" y="173"/>
                  </a:lnTo>
                  <a:cubicBezTo>
                    <a:pt x="546" y="106"/>
                    <a:pt x="527" y="48"/>
                    <a:pt x="498" y="1"/>
                  </a:cubicBezTo>
                  <a:close/>
                </a:path>
              </a:pathLst>
            </a:custGeom>
            <a:solidFill>
              <a:srgbClr val="5B728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383" name="Google Shape;13383;p43"/>
            <p:cNvSpPr/>
            <p:nvPr/>
          </p:nvSpPr>
          <p:spPr>
            <a:xfrm>
              <a:off x="3187929" y="4453894"/>
              <a:ext cx="38471" cy="43250"/>
            </a:xfrm>
            <a:custGeom>
              <a:rect b="b" l="l" r="r" t="t"/>
              <a:pathLst>
                <a:path extrusionOk="0" h="1647" w="1465">
                  <a:moveTo>
                    <a:pt x="546" y="1"/>
                  </a:moveTo>
                  <a:cubicBezTo>
                    <a:pt x="249" y="1"/>
                    <a:pt x="0" y="250"/>
                    <a:pt x="0" y="556"/>
                  </a:cubicBezTo>
                  <a:lnTo>
                    <a:pt x="0" y="920"/>
                  </a:lnTo>
                  <a:cubicBezTo>
                    <a:pt x="0" y="1321"/>
                    <a:pt x="325" y="1647"/>
                    <a:pt x="727" y="1647"/>
                  </a:cubicBezTo>
                  <a:cubicBezTo>
                    <a:pt x="1139" y="1647"/>
                    <a:pt x="1464" y="1321"/>
                    <a:pt x="1464" y="920"/>
                  </a:cubicBezTo>
                  <a:lnTo>
                    <a:pt x="1464" y="556"/>
                  </a:lnTo>
                  <a:cubicBezTo>
                    <a:pt x="1464" y="250"/>
                    <a:pt x="1225" y="1"/>
                    <a:pt x="919" y="1"/>
                  </a:cubicBezTo>
                  <a:close/>
                </a:path>
              </a:pathLst>
            </a:custGeom>
            <a:solidFill>
              <a:srgbClr val="BCCCD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384" name="Google Shape;13384;p43"/>
            <p:cNvSpPr/>
            <p:nvPr/>
          </p:nvSpPr>
          <p:spPr>
            <a:xfrm>
              <a:off x="3187929" y="4454157"/>
              <a:ext cx="26391" cy="43119"/>
            </a:xfrm>
            <a:custGeom>
              <a:rect b="b" l="l" r="r" t="t"/>
              <a:pathLst>
                <a:path extrusionOk="0" h="1642" w="1005">
                  <a:moveTo>
                    <a:pt x="555" y="0"/>
                  </a:moveTo>
                  <a:cubicBezTo>
                    <a:pt x="249" y="0"/>
                    <a:pt x="0" y="240"/>
                    <a:pt x="0" y="546"/>
                  </a:cubicBezTo>
                  <a:lnTo>
                    <a:pt x="0" y="910"/>
                  </a:lnTo>
                  <a:cubicBezTo>
                    <a:pt x="0" y="1329"/>
                    <a:pt x="347" y="1642"/>
                    <a:pt x="734" y="1642"/>
                  </a:cubicBezTo>
                  <a:cubicBezTo>
                    <a:pt x="824" y="1642"/>
                    <a:pt x="915" y="1625"/>
                    <a:pt x="1005" y="1589"/>
                  </a:cubicBezTo>
                  <a:cubicBezTo>
                    <a:pt x="727" y="1474"/>
                    <a:pt x="546" y="1206"/>
                    <a:pt x="546" y="910"/>
                  </a:cubicBezTo>
                  <a:lnTo>
                    <a:pt x="546" y="546"/>
                  </a:lnTo>
                  <a:cubicBezTo>
                    <a:pt x="546" y="278"/>
                    <a:pt x="747" y="48"/>
                    <a:pt x="1005" y="10"/>
                  </a:cubicBezTo>
                  <a:cubicBezTo>
                    <a:pt x="976" y="0"/>
                    <a:pt x="948" y="0"/>
                    <a:pt x="919" y="0"/>
                  </a:cubicBezTo>
                  <a:close/>
                </a:path>
              </a:pathLst>
            </a:custGeom>
            <a:solidFill>
              <a:srgbClr val="AAB8C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385" name="Google Shape;13385;p43"/>
            <p:cNvSpPr/>
            <p:nvPr/>
          </p:nvSpPr>
          <p:spPr>
            <a:xfrm>
              <a:off x="3187929" y="4453894"/>
              <a:ext cx="38471" cy="19406"/>
            </a:xfrm>
            <a:custGeom>
              <a:rect b="b" l="l" r="r" t="t"/>
              <a:pathLst>
                <a:path extrusionOk="0" h="739" w="1465">
                  <a:moveTo>
                    <a:pt x="546" y="1"/>
                  </a:moveTo>
                  <a:cubicBezTo>
                    <a:pt x="249" y="1"/>
                    <a:pt x="0" y="250"/>
                    <a:pt x="0" y="556"/>
                  </a:cubicBezTo>
                  <a:cubicBezTo>
                    <a:pt x="448" y="672"/>
                    <a:pt x="905" y="739"/>
                    <a:pt x="1370" y="739"/>
                  </a:cubicBezTo>
                  <a:cubicBezTo>
                    <a:pt x="1402" y="739"/>
                    <a:pt x="1433" y="738"/>
                    <a:pt x="1464" y="738"/>
                  </a:cubicBezTo>
                  <a:lnTo>
                    <a:pt x="1464" y="556"/>
                  </a:lnTo>
                  <a:cubicBezTo>
                    <a:pt x="1464" y="250"/>
                    <a:pt x="1215" y="1"/>
                    <a:pt x="919" y="1"/>
                  </a:cubicBezTo>
                  <a:close/>
                </a:path>
              </a:pathLst>
            </a:custGeom>
            <a:solidFill>
              <a:srgbClr val="203B5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386" name="Google Shape;13386;p43"/>
            <p:cNvSpPr/>
            <p:nvPr/>
          </p:nvSpPr>
          <p:spPr>
            <a:xfrm>
              <a:off x="3187929" y="4453894"/>
              <a:ext cx="26391" cy="17620"/>
            </a:xfrm>
            <a:custGeom>
              <a:rect b="b" l="l" r="r" t="t"/>
              <a:pathLst>
                <a:path extrusionOk="0" h="671" w="1005">
                  <a:moveTo>
                    <a:pt x="555" y="1"/>
                  </a:moveTo>
                  <a:cubicBezTo>
                    <a:pt x="249" y="1"/>
                    <a:pt x="0" y="250"/>
                    <a:pt x="0" y="556"/>
                  </a:cubicBezTo>
                  <a:cubicBezTo>
                    <a:pt x="182" y="604"/>
                    <a:pt x="364" y="642"/>
                    <a:pt x="555" y="671"/>
                  </a:cubicBezTo>
                  <a:lnTo>
                    <a:pt x="546" y="556"/>
                  </a:lnTo>
                  <a:cubicBezTo>
                    <a:pt x="546" y="288"/>
                    <a:pt x="747" y="58"/>
                    <a:pt x="1005" y="10"/>
                  </a:cubicBezTo>
                  <a:cubicBezTo>
                    <a:pt x="976" y="10"/>
                    <a:pt x="948" y="1"/>
                    <a:pt x="919" y="1"/>
                  </a:cubicBezTo>
                  <a:close/>
                </a:path>
              </a:pathLst>
            </a:custGeom>
            <a:solidFill>
              <a:srgbClr val="2D476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387" name="Google Shape;13387;p43"/>
            <p:cNvSpPr/>
            <p:nvPr/>
          </p:nvSpPr>
          <p:spPr>
            <a:xfrm>
              <a:off x="3269335" y="4387036"/>
              <a:ext cx="19380" cy="9349"/>
            </a:xfrm>
            <a:custGeom>
              <a:rect b="b" l="l" r="r" t="t"/>
              <a:pathLst>
                <a:path extrusionOk="0" h="356" w="738">
                  <a:moveTo>
                    <a:pt x="176" y="0"/>
                  </a:moveTo>
                  <a:cubicBezTo>
                    <a:pt x="79" y="0"/>
                    <a:pt x="10" y="83"/>
                    <a:pt x="1" y="173"/>
                  </a:cubicBezTo>
                  <a:cubicBezTo>
                    <a:pt x="1" y="269"/>
                    <a:pt x="87" y="355"/>
                    <a:pt x="192" y="355"/>
                  </a:cubicBezTo>
                  <a:lnTo>
                    <a:pt x="556" y="355"/>
                  </a:lnTo>
                  <a:cubicBezTo>
                    <a:pt x="652" y="355"/>
                    <a:pt x="728" y="279"/>
                    <a:pt x="738" y="183"/>
                  </a:cubicBezTo>
                  <a:cubicBezTo>
                    <a:pt x="738" y="78"/>
                    <a:pt x="652" y="1"/>
                    <a:pt x="556" y="1"/>
                  </a:cubicBezTo>
                  <a:lnTo>
                    <a:pt x="192" y="1"/>
                  </a:lnTo>
                  <a:cubicBezTo>
                    <a:pt x="187" y="1"/>
                    <a:pt x="182" y="0"/>
                    <a:pt x="176" y="0"/>
                  </a:cubicBezTo>
                  <a:close/>
                </a:path>
              </a:pathLst>
            </a:custGeom>
            <a:solidFill>
              <a:srgbClr val="5B728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388" name="Google Shape;13388;p43"/>
            <p:cNvSpPr/>
            <p:nvPr/>
          </p:nvSpPr>
          <p:spPr>
            <a:xfrm>
              <a:off x="3255522" y="4324485"/>
              <a:ext cx="47032" cy="9559"/>
            </a:xfrm>
            <a:custGeom>
              <a:rect b="b" l="l" r="r" t="t"/>
              <a:pathLst>
                <a:path extrusionOk="0" h="364" w="1791">
                  <a:moveTo>
                    <a:pt x="192" y="0"/>
                  </a:moveTo>
                  <a:cubicBezTo>
                    <a:pt x="87" y="0"/>
                    <a:pt x="0" y="86"/>
                    <a:pt x="0" y="182"/>
                  </a:cubicBezTo>
                  <a:cubicBezTo>
                    <a:pt x="0" y="287"/>
                    <a:pt x="87" y="364"/>
                    <a:pt x="192" y="364"/>
                  </a:cubicBezTo>
                  <a:lnTo>
                    <a:pt x="1608" y="364"/>
                  </a:lnTo>
                  <a:cubicBezTo>
                    <a:pt x="1704" y="364"/>
                    <a:pt x="1790" y="287"/>
                    <a:pt x="1790" y="182"/>
                  </a:cubicBezTo>
                  <a:cubicBezTo>
                    <a:pt x="1790" y="86"/>
                    <a:pt x="1704" y="0"/>
                    <a:pt x="1608" y="0"/>
                  </a:cubicBezTo>
                  <a:close/>
                </a:path>
              </a:pathLst>
            </a:custGeom>
            <a:solidFill>
              <a:srgbClr val="BDC8D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3389" name="Google Shape;13389;p43"/>
          <p:cNvGrpSpPr/>
          <p:nvPr/>
        </p:nvGrpSpPr>
        <p:grpSpPr>
          <a:xfrm>
            <a:off x="5302988" y="3237439"/>
            <a:ext cx="394609" cy="286523"/>
            <a:chOff x="5302988" y="3389839"/>
            <a:chExt cx="394609" cy="286523"/>
          </a:xfrm>
        </p:grpSpPr>
        <p:sp>
          <p:nvSpPr>
            <p:cNvPr id="13390" name="Google Shape;13390;p43"/>
            <p:cNvSpPr/>
            <p:nvPr/>
          </p:nvSpPr>
          <p:spPr>
            <a:xfrm>
              <a:off x="5589485" y="3491859"/>
              <a:ext cx="31696" cy="69904"/>
            </a:xfrm>
            <a:custGeom>
              <a:rect b="b" l="l" r="r" t="t"/>
              <a:pathLst>
                <a:path extrusionOk="0" h="2662" w="1207">
                  <a:moveTo>
                    <a:pt x="728" y="1"/>
                  </a:moveTo>
                  <a:cubicBezTo>
                    <a:pt x="326" y="1"/>
                    <a:pt x="1" y="326"/>
                    <a:pt x="1" y="728"/>
                  </a:cubicBezTo>
                  <a:lnTo>
                    <a:pt x="1" y="891"/>
                  </a:lnTo>
                  <a:cubicBezTo>
                    <a:pt x="1" y="1101"/>
                    <a:pt x="30" y="1312"/>
                    <a:pt x="97" y="1503"/>
                  </a:cubicBezTo>
                  <a:lnTo>
                    <a:pt x="479" y="2661"/>
                  </a:lnTo>
                  <a:lnTo>
                    <a:pt x="1207" y="2661"/>
                  </a:lnTo>
                  <a:lnTo>
                    <a:pt x="1207" y="1"/>
                  </a:ln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391" name="Google Shape;13391;p43"/>
            <p:cNvSpPr/>
            <p:nvPr/>
          </p:nvSpPr>
          <p:spPr>
            <a:xfrm>
              <a:off x="5602063" y="3485583"/>
              <a:ext cx="76417" cy="76180"/>
            </a:xfrm>
            <a:custGeom>
              <a:rect b="b" l="l" r="r" t="t"/>
              <a:pathLst>
                <a:path extrusionOk="0" h="2901" w="2910">
                  <a:moveTo>
                    <a:pt x="728" y="1"/>
                  </a:moveTo>
                  <a:cubicBezTo>
                    <a:pt x="326" y="1"/>
                    <a:pt x="0" y="326"/>
                    <a:pt x="0" y="728"/>
                  </a:cubicBezTo>
                  <a:cubicBezTo>
                    <a:pt x="0" y="986"/>
                    <a:pt x="220" y="1206"/>
                    <a:pt x="488" y="1206"/>
                  </a:cubicBezTo>
                  <a:lnTo>
                    <a:pt x="2422" y="2900"/>
                  </a:lnTo>
                  <a:lnTo>
                    <a:pt x="2833" y="1465"/>
                  </a:lnTo>
                  <a:cubicBezTo>
                    <a:pt x="2881" y="1293"/>
                    <a:pt x="2910" y="1120"/>
                    <a:pt x="2910" y="938"/>
                  </a:cubicBezTo>
                  <a:lnTo>
                    <a:pt x="2910" y="479"/>
                  </a:lnTo>
                  <a:cubicBezTo>
                    <a:pt x="2910" y="211"/>
                    <a:pt x="2690" y="1"/>
                    <a:pt x="2431" y="1"/>
                  </a:cubicBez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392" name="Google Shape;13392;p43"/>
            <p:cNvSpPr/>
            <p:nvPr/>
          </p:nvSpPr>
          <p:spPr>
            <a:xfrm>
              <a:off x="5614878" y="3580828"/>
              <a:ext cx="38235" cy="28177"/>
            </a:xfrm>
            <a:custGeom>
              <a:rect b="b" l="l" r="r" t="t"/>
              <a:pathLst>
                <a:path extrusionOk="0" h="1073" w="1456">
                  <a:moveTo>
                    <a:pt x="0" y="1"/>
                  </a:moveTo>
                  <a:lnTo>
                    <a:pt x="0" y="1073"/>
                  </a:lnTo>
                  <a:lnTo>
                    <a:pt x="1455" y="1073"/>
                  </a:lnTo>
                  <a:lnTo>
                    <a:pt x="1455" y="1"/>
                  </a:lnTo>
                  <a:close/>
                </a:path>
              </a:pathLst>
            </a:custGeom>
            <a:solidFill>
              <a:srgbClr val="ACBDC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393" name="Google Shape;13393;p43"/>
            <p:cNvSpPr/>
            <p:nvPr/>
          </p:nvSpPr>
          <p:spPr>
            <a:xfrm>
              <a:off x="5614878" y="3580828"/>
              <a:ext cx="38235" cy="15625"/>
            </a:xfrm>
            <a:custGeom>
              <a:rect b="b" l="l" r="r" t="t"/>
              <a:pathLst>
                <a:path extrusionOk="0" h="595" w="1456">
                  <a:moveTo>
                    <a:pt x="0" y="1"/>
                  </a:moveTo>
                  <a:lnTo>
                    <a:pt x="0" y="451"/>
                  </a:lnTo>
                  <a:cubicBezTo>
                    <a:pt x="235" y="546"/>
                    <a:pt x="481" y="594"/>
                    <a:pt x="728" y="594"/>
                  </a:cubicBezTo>
                  <a:cubicBezTo>
                    <a:pt x="974" y="594"/>
                    <a:pt x="1221" y="546"/>
                    <a:pt x="1455" y="451"/>
                  </a:cubicBezTo>
                  <a:lnTo>
                    <a:pt x="1455" y="1"/>
                  </a:lnTo>
                  <a:close/>
                </a:path>
              </a:pathLst>
            </a:custGeom>
            <a:solidFill>
              <a:srgbClr val="96ABB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394" name="Google Shape;13394;p43"/>
            <p:cNvSpPr/>
            <p:nvPr/>
          </p:nvSpPr>
          <p:spPr>
            <a:xfrm>
              <a:off x="5570394" y="3596426"/>
              <a:ext cx="126941" cy="79935"/>
            </a:xfrm>
            <a:custGeom>
              <a:rect b="b" l="l" r="r" t="t"/>
              <a:pathLst>
                <a:path extrusionOk="0" h="3044" w="4834">
                  <a:moveTo>
                    <a:pt x="1694" y="0"/>
                  </a:moveTo>
                  <a:lnTo>
                    <a:pt x="527" y="335"/>
                  </a:lnTo>
                  <a:cubicBezTo>
                    <a:pt x="211" y="421"/>
                    <a:pt x="1" y="708"/>
                    <a:pt x="1" y="1034"/>
                  </a:cubicBezTo>
                  <a:lnTo>
                    <a:pt x="1" y="2804"/>
                  </a:lnTo>
                  <a:cubicBezTo>
                    <a:pt x="1" y="2938"/>
                    <a:pt x="106" y="3043"/>
                    <a:pt x="240" y="3043"/>
                  </a:cubicBezTo>
                  <a:lnTo>
                    <a:pt x="4594" y="3043"/>
                  </a:lnTo>
                  <a:cubicBezTo>
                    <a:pt x="4728" y="3043"/>
                    <a:pt x="4834" y="2938"/>
                    <a:pt x="4834" y="2804"/>
                  </a:cubicBezTo>
                  <a:lnTo>
                    <a:pt x="4834" y="1034"/>
                  </a:lnTo>
                  <a:cubicBezTo>
                    <a:pt x="4834" y="708"/>
                    <a:pt x="4623" y="421"/>
                    <a:pt x="4317" y="335"/>
                  </a:cubicBezTo>
                  <a:lnTo>
                    <a:pt x="3149" y="0"/>
                  </a:lnTo>
                  <a:lnTo>
                    <a:pt x="2422" y="479"/>
                  </a:lnTo>
                  <a:lnTo>
                    <a:pt x="1694" y="0"/>
                  </a:ln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395" name="Google Shape;13395;p43"/>
            <p:cNvSpPr/>
            <p:nvPr/>
          </p:nvSpPr>
          <p:spPr>
            <a:xfrm>
              <a:off x="5627693" y="3608979"/>
              <a:ext cx="12605" cy="67383"/>
            </a:xfrm>
            <a:custGeom>
              <a:rect b="b" l="l" r="r" t="t"/>
              <a:pathLst>
                <a:path extrusionOk="0" h="2566" w="480">
                  <a:moveTo>
                    <a:pt x="115" y="1"/>
                  </a:moveTo>
                  <a:lnTo>
                    <a:pt x="1" y="2565"/>
                  </a:lnTo>
                  <a:lnTo>
                    <a:pt x="479" y="2565"/>
                  </a:lnTo>
                  <a:lnTo>
                    <a:pt x="364" y="1"/>
                  </a:ln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396" name="Google Shape;13396;p43"/>
            <p:cNvSpPr/>
            <p:nvPr/>
          </p:nvSpPr>
          <p:spPr>
            <a:xfrm>
              <a:off x="5595787" y="3517462"/>
              <a:ext cx="76417" cy="69930"/>
            </a:xfrm>
            <a:custGeom>
              <a:rect b="b" l="l" r="r" t="t"/>
              <a:pathLst>
                <a:path extrusionOk="0" h="2663" w="2910">
                  <a:moveTo>
                    <a:pt x="909" y="1"/>
                  </a:moveTo>
                  <a:cubicBezTo>
                    <a:pt x="785" y="1"/>
                    <a:pt x="664" y="57"/>
                    <a:pt x="584" y="146"/>
                  </a:cubicBezTo>
                  <a:lnTo>
                    <a:pt x="144" y="576"/>
                  </a:lnTo>
                  <a:cubicBezTo>
                    <a:pt x="48" y="672"/>
                    <a:pt x="0" y="796"/>
                    <a:pt x="0" y="921"/>
                  </a:cubicBezTo>
                  <a:lnTo>
                    <a:pt x="0" y="1208"/>
                  </a:lnTo>
                  <a:cubicBezTo>
                    <a:pt x="0" y="2012"/>
                    <a:pt x="651" y="2663"/>
                    <a:pt x="1455" y="2663"/>
                  </a:cubicBezTo>
                  <a:cubicBezTo>
                    <a:pt x="2259" y="2663"/>
                    <a:pt x="2909" y="2012"/>
                    <a:pt x="2909" y="1208"/>
                  </a:cubicBezTo>
                  <a:lnTo>
                    <a:pt x="2909" y="902"/>
                  </a:lnTo>
                  <a:cubicBezTo>
                    <a:pt x="2909" y="768"/>
                    <a:pt x="2862" y="643"/>
                    <a:pt x="2766" y="557"/>
                  </a:cubicBezTo>
                  <a:cubicBezTo>
                    <a:pt x="2393" y="193"/>
                    <a:pt x="1704" y="21"/>
                    <a:pt x="938" y="2"/>
                  </a:cubicBezTo>
                  <a:cubicBezTo>
                    <a:pt x="928" y="1"/>
                    <a:pt x="919" y="1"/>
                    <a:pt x="909" y="1"/>
                  </a:cubicBezTo>
                  <a:close/>
                </a:path>
              </a:pathLst>
            </a:custGeom>
            <a:solidFill>
              <a:srgbClr val="BECBD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397" name="Google Shape;13397;p43"/>
            <p:cNvSpPr/>
            <p:nvPr/>
          </p:nvSpPr>
          <p:spPr>
            <a:xfrm>
              <a:off x="5595787" y="3517515"/>
              <a:ext cx="76154" cy="68381"/>
            </a:xfrm>
            <a:custGeom>
              <a:rect b="b" l="l" r="r" t="t"/>
              <a:pathLst>
                <a:path extrusionOk="0" h="2604" w="2900">
                  <a:moveTo>
                    <a:pt x="928" y="0"/>
                  </a:moveTo>
                  <a:cubicBezTo>
                    <a:pt x="804" y="0"/>
                    <a:pt x="670" y="48"/>
                    <a:pt x="584" y="144"/>
                  </a:cubicBezTo>
                  <a:lnTo>
                    <a:pt x="144" y="584"/>
                  </a:lnTo>
                  <a:cubicBezTo>
                    <a:pt x="48" y="670"/>
                    <a:pt x="0" y="794"/>
                    <a:pt x="0" y="919"/>
                  </a:cubicBezTo>
                  <a:lnTo>
                    <a:pt x="0" y="1206"/>
                  </a:lnTo>
                  <a:cubicBezTo>
                    <a:pt x="0" y="1857"/>
                    <a:pt x="431" y="2421"/>
                    <a:pt x="1053" y="2603"/>
                  </a:cubicBezTo>
                  <a:cubicBezTo>
                    <a:pt x="842" y="2345"/>
                    <a:pt x="727" y="2019"/>
                    <a:pt x="727" y="1694"/>
                  </a:cubicBezTo>
                  <a:lnTo>
                    <a:pt x="727" y="986"/>
                  </a:lnTo>
                  <a:lnTo>
                    <a:pt x="727" y="976"/>
                  </a:lnTo>
                  <a:cubicBezTo>
                    <a:pt x="727" y="710"/>
                    <a:pt x="939" y="496"/>
                    <a:pt x="1210" y="496"/>
                  </a:cubicBezTo>
                  <a:cubicBezTo>
                    <a:pt x="1221" y="496"/>
                    <a:pt x="1233" y="497"/>
                    <a:pt x="1244" y="498"/>
                  </a:cubicBezTo>
                  <a:cubicBezTo>
                    <a:pt x="1732" y="526"/>
                    <a:pt x="2460" y="612"/>
                    <a:pt x="2900" y="823"/>
                  </a:cubicBezTo>
                  <a:cubicBezTo>
                    <a:pt x="2890" y="727"/>
                    <a:pt x="2842" y="632"/>
                    <a:pt x="2766" y="555"/>
                  </a:cubicBezTo>
                  <a:cubicBezTo>
                    <a:pt x="2393" y="191"/>
                    <a:pt x="1704" y="19"/>
                    <a:pt x="928" y="0"/>
                  </a:cubicBezTo>
                  <a:close/>
                </a:path>
              </a:pathLst>
            </a:custGeom>
            <a:solidFill>
              <a:srgbClr val="ACBDC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398" name="Google Shape;13398;p43"/>
            <p:cNvSpPr/>
            <p:nvPr/>
          </p:nvSpPr>
          <p:spPr>
            <a:xfrm>
              <a:off x="5672177" y="3612497"/>
              <a:ext cx="25420" cy="63864"/>
            </a:xfrm>
            <a:custGeom>
              <a:rect b="b" l="l" r="r" t="t"/>
              <a:pathLst>
                <a:path extrusionOk="0" h="2432" w="968">
                  <a:moveTo>
                    <a:pt x="833" y="1"/>
                  </a:moveTo>
                  <a:lnTo>
                    <a:pt x="211" y="623"/>
                  </a:lnTo>
                  <a:cubicBezTo>
                    <a:pt x="77" y="766"/>
                    <a:pt x="0" y="948"/>
                    <a:pt x="0" y="1139"/>
                  </a:cubicBezTo>
                  <a:lnTo>
                    <a:pt x="0" y="2431"/>
                  </a:lnTo>
                  <a:lnTo>
                    <a:pt x="728" y="2431"/>
                  </a:lnTo>
                  <a:cubicBezTo>
                    <a:pt x="862" y="2431"/>
                    <a:pt x="967" y="2326"/>
                    <a:pt x="967" y="2192"/>
                  </a:cubicBezTo>
                  <a:lnTo>
                    <a:pt x="967" y="422"/>
                  </a:lnTo>
                  <a:cubicBezTo>
                    <a:pt x="967" y="269"/>
                    <a:pt x="919" y="125"/>
                    <a:pt x="833" y="1"/>
                  </a:cubicBezTo>
                  <a:close/>
                </a:path>
              </a:pathLst>
            </a:custGeom>
            <a:solidFill>
              <a:srgbClr val="C5D1D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399" name="Google Shape;13399;p43"/>
            <p:cNvSpPr/>
            <p:nvPr/>
          </p:nvSpPr>
          <p:spPr>
            <a:xfrm>
              <a:off x="5627955" y="3609241"/>
              <a:ext cx="12579" cy="12579"/>
            </a:xfrm>
            <a:custGeom>
              <a:rect b="b" l="l" r="r" t="t"/>
              <a:pathLst>
                <a:path extrusionOk="0" h="479" w="479">
                  <a:moveTo>
                    <a:pt x="0" y="0"/>
                  </a:moveTo>
                  <a:lnTo>
                    <a:pt x="0" y="364"/>
                  </a:lnTo>
                  <a:cubicBezTo>
                    <a:pt x="0" y="421"/>
                    <a:pt x="48" y="479"/>
                    <a:pt x="115" y="479"/>
                  </a:cubicBezTo>
                  <a:lnTo>
                    <a:pt x="354" y="479"/>
                  </a:lnTo>
                  <a:cubicBezTo>
                    <a:pt x="421" y="479"/>
                    <a:pt x="479" y="421"/>
                    <a:pt x="479" y="364"/>
                  </a:cubicBezTo>
                  <a:lnTo>
                    <a:pt x="479" y="0"/>
                  </a:lnTo>
                  <a:close/>
                </a:path>
              </a:pathLst>
            </a:custGeom>
            <a:solidFill>
              <a:srgbClr val="909FA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400" name="Google Shape;13400;p43"/>
            <p:cNvSpPr/>
            <p:nvPr/>
          </p:nvSpPr>
          <p:spPr>
            <a:xfrm>
              <a:off x="5607840" y="3591279"/>
              <a:ext cx="26155" cy="26706"/>
            </a:xfrm>
            <a:custGeom>
              <a:rect b="b" l="l" r="r" t="t"/>
              <a:pathLst>
                <a:path extrusionOk="0" h="1017" w="996">
                  <a:moveTo>
                    <a:pt x="231" y="0"/>
                  </a:moveTo>
                  <a:cubicBezTo>
                    <a:pt x="200" y="0"/>
                    <a:pt x="170" y="15"/>
                    <a:pt x="154" y="43"/>
                  </a:cubicBezTo>
                  <a:lnTo>
                    <a:pt x="0" y="273"/>
                  </a:lnTo>
                  <a:lnTo>
                    <a:pt x="374" y="943"/>
                  </a:lnTo>
                  <a:cubicBezTo>
                    <a:pt x="398" y="991"/>
                    <a:pt x="449" y="1016"/>
                    <a:pt x="500" y="1016"/>
                  </a:cubicBezTo>
                  <a:cubicBezTo>
                    <a:pt x="530" y="1016"/>
                    <a:pt x="560" y="1008"/>
                    <a:pt x="584" y="990"/>
                  </a:cubicBezTo>
                  <a:lnTo>
                    <a:pt x="996" y="675"/>
                  </a:lnTo>
                  <a:lnTo>
                    <a:pt x="297" y="24"/>
                  </a:lnTo>
                  <a:cubicBezTo>
                    <a:pt x="277" y="8"/>
                    <a:pt x="254" y="0"/>
                    <a:pt x="231" y="0"/>
                  </a:cubicBezTo>
                  <a:close/>
                </a:path>
              </a:pathLst>
            </a:custGeom>
            <a:solidFill>
              <a:srgbClr val="C5D1D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401" name="Google Shape;13401;p43"/>
            <p:cNvSpPr/>
            <p:nvPr/>
          </p:nvSpPr>
          <p:spPr>
            <a:xfrm>
              <a:off x="5633969" y="3591279"/>
              <a:ext cx="26181" cy="26706"/>
            </a:xfrm>
            <a:custGeom>
              <a:rect b="b" l="l" r="r" t="t"/>
              <a:pathLst>
                <a:path extrusionOk="0" h="1017" w="997">
                  <a:moveTo>
                    <a:pt x="761" y="0"/>
                  </a:moveTo>
                  <a:cubicBezTo>
                    <a:pt x="738" y="0"/>
                    <a:pt x="715" y="8"/>
                    <a:pt x="699" y="24"/>
                  </a:cubicBezTo>
                  <a:lnTo>
                    <a:pt x="1" y="675"/>
                  </a:lnTo>
                  <a:lnTo>
                    <a:pt x="412" y="990"/>
                  </a:lnTo>
                  <a:cubicBezTo>
                    <a:pt x="437" y="1008"/>
                    <a:pt x="467" y="1016"/>
                    <a:pt x="496" y="1016"/>
                  </a:cubicBezTo>
                  <a:cubicBezTo>
                    <a:pt x="548" y="1016"/>
                    <a:pt x="599" y="991"/>
                    <a:pt x="623" y="943"/>
                  </a:cubicBezTo>
                  <a:lnTo>
                    <a:pt x="996" y="273"/>
                  </a:lnTo>
                  <a:lnTo>
                    <a:pt x="843" y="43"/>
                  </a:lnTo>
                  <a:cubicBezTo>
                    <a:pt x="826" y="15"/>
                    <a:pt x="793" y="0"/>
                    <a:pt x="761" y="0"/>
                  </a:cubicBezTo>
                  <a:close/>
                </a:path>
              </a:pathLst>
            </a:custGeom>
            <a:solidFill>
              <a:srgbClr val="C5D1D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402" name="Google Shape;13402;p43"/>
            <p:cNvSpPr/>
            <p:nvPr/>
          </p:nvSpPr>
          <p:spPr>
            <a:xfrm>
              <a:off x="5303750" y="3488104"/>
              <a:ext cx="114625" cy="114362"/>
            </a:xfrm>
            <a:custGeom>
              <a:rect b="b" l="l" r="r" t="t"/>
              <a:pathLst>
                <a:path extrusionOk="0" h="4355" w="4365">
                  <a:moveTo>
                    <a:pt x="2182" y="0"/>
                  </a:moveTo>
                  <a:cubicBezTo>
                    <a:pt x="1225" y="0"/>
                    <a:pt x="527" y="756"/>
                    <a:pt x="460" y="1694"/>
                  </a:cubicBezTo>
                  <a:cubicBezTo>
                    <a:pt x="402" y="2364"/>
                    <a:pt x="259" y="3034"/>
                    <a:pt x="48" y="3675"/>
                  </a:cubicBezTo>
                  <a:cubicBezTo>
                    <a:pt x="0" y="3800"/>
                    <a:pt x="58" y="3934"/>
                    <a:pt x="173" y="3982"/>
                  </a:cubicBezTo>
                  <a:cubicBezTo>
                    <a:pt x="575" y="4173"/>
                    <a:pt x="1005" y="4297"/>
                    <a:pt x="1446" y="4355"/>
                  </a:cubicBezTo>
                  <a:lnTo>
                    <a:pt x="2919" y="4355"/>
                  </a:lnTo>
                  <a:cubicBezTo>
                    <a:pt x="3360" y="4297"/>
                    <a:pt x="3781" y="4163"/>
                    <a:pt x="4183" y="3982"/>
                  </a:cubicBezTo>
                  <a:cubicBezTo>
                    <a:pt x="4307" y="3934"/>
                    <a:pt x="4364" y="3800"/>
                    <a:pt x="4317" y="3675"/>
                  </a:cubicBezTo>
                  <a:cubicBezTo>
                    <a:pt x="4097" y="3034"/>
                    <a:pt x="3963" y="2364"/>
                    <a:pt x="3905" y="1694"/>
                  </a:cubicBezTo>
                  <a:cubicBezTo>
                    <a:pt x="3838" y="756"/>
                    <a:pt x="3130" y="0"/>
                    <a:pt x="2182" y="0"/>
                  </a:cubicBez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403" name="Google Shape;13403;p43"/>
            <p:cNvSpPr/>
            <p:nvPr/>
          </p:nvSpPr>
          <p:spPr>
            <a:xfrm>
              <a:off x="5334920" y="3488104"/>
              <a:ext cx="83192" cy="114362"/>
            </a:xfrm>
            <a:custGeom>
              <a:rect b="b" l="l" r="r" t="t"/>
              <a:pathLst>
                <a:path extrusionOk="0" h="4355" w="3168">
                  <a:moveTo>
                    <a:pt x="986" y="0"/>
                  </a:moveTo>
                  <a:cubicBezTo>
                    <a:pt x="259" y="0"/>
                    <a:pt x="0" y="996"/>
                    <a:pt x="632" y="1369"/>
                  </a:cubicBezTo>
                  <a:cubicBezTo>
                    <a:pt x="651" y="1378"/>
                    <a:pt x="670" y="1388"/>
                    <a:pt x="689" y="1398"/>
                  </a:cubicBezTo>
                  <a:lnTo>
                    <a:pt x="1244" y="4355"/>
                  </a:lnTo>
                  <a:lnTo>
                    <a:pt x="1732" y="4355"/>
                  </a:lnTo>
                  <a:cubicBezTo>
                    <a:pt x="2173" y="4297"/>
                    <a:pt x="2594" y="4163"/>
                    <a:pt x="2996" y="3982"/>
                  </a:cubicBezTo>
                  <a:cubicBezTo>
                    <a:pt x="3120" y="3934"/>
                    <a:pt x="3168" y="3800"/>
                    <a:pt x="3120" y="3675"/>
                  </a:cubicBezTo>
                  <a:cubicBezTo>
                    <a:pt x="2910" y="3034"/>
                    <a:pt x="2776" y="2364"/>
                    <a:pt x="2718" y="1694"/>
                  </a:cubicBezTo>
                  <a:cubicBezTo>
                    <a:pt x="2651" y="756"/>
                    <a:pt x="1943" y="0"/>
                    <a:pt x="995" y="0"/>
                  </a:cubicBez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404" name="Google Shape;13404;p43"/>
            <p:cNvSpPr/>
            <p:nvPr/>
          </p:nvSpPr>
          <p:spPr>
            <a:xfrm>
              <a:off x="5302988" y="3574552"/>
              <a:ext cx="114625" cy="101810"/>
            </a:xfrm>
            <a:custGeom>
              <a:rect b="b" l="l" r="r" t="t"/>
              <a:pathLst>
                <a:path extrusionOk="0" h="3877" w="4365">
                  <a:moveTo>
                    <a:pt x="1455" y="0"/>
                  </a:moveTo>
                  <a:lnTo>
                    <a:pt x="1455" y="728"/>
                  </a:lnTo>
                  <a:cubicBezTo>
                    <a:pt x="1455" y="910"/>
                    <a:pt x="1350" y="1082"/>
                    <a:pt x="1187" y="1158"/>
                  </a:cubicBezTo>
                  <a:lnTo>
                    <a:pt x="403" y="1551"/>
                  </a:lnTo>
                  <a:cubicBezTo>
                    <a:pt x="163" y="1675"/>
                    <a:pt x="1" y="1924"/>
                    <a:pt x="1" y="2202"/>
                  </a:cubicBezTo>
                  <a:lnTo>
                    <a:pt x="1" y="3637"/>
                  </a:lnTo>
                  <a:cubicBezTo>
                    <a:pt x="1" y="3771"/>
                    <a:pt x="116" y="3876"/>
                    <a:pt x="240" y="3876"/>
                  </a:cubicBezTo>
                  <a:lnTo>
                    <a:pt x="4126" y="3876"/>
                  </a:lnTo>
                  <a:cubicBezTo>
                    <a:pt x="4250" y="3876"/>
                    <a:pt x="4365" y="3771"/>
                    <a:pt x="4365" y="3637"/>
                  </a:cubicBezTo>
                  <a:lnTo>
                    <a:pt x="4365" y="2202"/>
                  </a:lnTo>
                  <a:cubicBezTo>
                    <a:pt x="4365" y="1924"/>
                    <a:pt x="4212" y="1675"/>
                    <a:pt x="3963" y="1551"/>
                  </a:cubicBezTo>
                  <a:lnTo>
                    <a:pt x="3178" y="1158"/>
                  </a:lnTo>
                  <a:cubicBezTo>
                    <a:pt x="3015" y="1082"/>
                    <a:pt x="2910" y="910"/>
                    <a:pt x="2910" y="728"/>
                  </a:cubicBezTo>
                  <a:lnTo>
                    <a:pt x="2910" y="0"/>
                  </a:lnTo>
                  <a:close/>
                </a:path>
              </a:pathLst>
            </a:custGeom>
            <a:solidFill>
              <a:srgbClr val="ACBDC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405" name="Google Shape;13405;p43"/>
            <p:cNvSpPr/>
            <p:nvPr/>
          </p:nvSpPr>
          <p:spPr>
            <a:xfrm>
              <a:off x="5340934" y="3574552"/>
              <a:ext cx="38996" cy="25420"/>
            </a:xfrm>
            <a:custGeom>
              <a:rect b="b" l="l" r="r" t="t"/>
              <a:pathLst>
                <a:path extrusionOk="0" h="968" w="1485">
                  <a:moveTo>
                    <a:pt x="10" y="0"/>
                  </a:moveTo>
                  <a:lnTo>
                    <a:pt x="10" y="728"/>
                  </a:lnTo>
                  <a:cubicBezTo>
                    <a:pt x="10" y="756"/>
                    <a:pt x="10" y="785"/>
                    <a:pt x="1" y="823"/>
                  </a:cubicBezTo>
                  <a:cubicBezTo>
                    <a:pt x="231" y="919"/>
                    <a:pt x="489" y="967"/>
                    <a:pt x="738" y="967"/>
                  </a:cubicBezTo>
                  <a:cubicBezTo>
                    <a:pt x="996" y="967"/>
                    <a:pt x="1245" y="919"/>
                    <a:pt x="1484" y="823"/>
                  </a:cubicBezTo>
                  <a:cubicBezTo>
                    <a:pt x="1475" y="785"/>
                    <a:pt x="1465" y="756"/>
                    <a:pt x="1465" y="728"/>
                  </a:cubicBezTo>
                  <a:lnTo>
                    <a:pt x="1465" y="0"/>
                  </a:lnTo>
                  <a:close/>
                </a:path>
              </a:pathLst>
            </a:custGeom>
            <a:solidFill>
              <a:srgbClr val="96ABB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406" name="Google Shape;13406;p43"/>
            <p:cNvSpPr/>
            <p:nvPr/>
          </p:nvSpPr>
          <p:spPr>
            <a:xfrm>
              <a:off x="5302988" y="3607981"/>
              <a:ext cx="114389" cy="68381"/>
            </a:xfrm>
            <a:custGeom>
              <a:rect b="b" l="l" r="r" t="t"/>
              <a:pathLst>
                <a:path extrusionOk="0" h="2604" w="4356">
                  <a:moveTo>
                    <a:pt x="958" y="0"/>
                  </a:moveTo>
                  <a:lnTo>
                    <a:pt x="403" y="278"/>
                  </a:lnTo>
                  <a:cubicBezTo>
                    <a:pt x="154" y="402"/>
                    <a:pt x="1" y="651"/>
                    <a:pt x="1" y="929"/>
                  </a:cubicBezTo>
                  <a:lnTo>
                    <a:pt x="1" y="2364"/>
                  </a:lnTo>
                  <a:cubicBezTo>
                    <a:pt x="1" y="2489"/>
                    <a:pt x="106" y="2603"/>
                    <a:pt x="240" y="2603"/>
                  </a:cubicBezTo>
                  <a:lnTo>
                    <a:pt x="4116" y="2603"/>
                  </a:lnTo>
                  <a:cubicBezTo>
                    <a:pt x="4250" y="2603"/>
                    <a:pt x="4355" y="2489"/>
                    <a:pt x="4355" y="2364"/>
                  </a:cubicBezTo>
                  <a:lnTo>
                    <a:pt x="4355" y="929"/>
                  </a:lnTo>
                  <a:cubicBezTo>
                    <a:pt x="4355" y="651"/>
                    <a:pt x="4202" y="402"/>
                    <a:pt x="3963" y="278"/>
                  </a:cubicBezTo>
                  <a:lnTo>
                    <a:pt x="3398" y="0"/>
                  </a:lnTo>
                  <a:cubicBezTo>
                    <a:pt x="3111" y="441"/>
                    <a:pt x="2645" y="661"/>
                    <a:pt x="2178" y="661"/>
                  </a:cubicBezTo>
                  <a:cubicBezTo>
                    <a:pt x="1711" y="661"/>
                    <a:pt x="1245" y="441"/>
                    <a:pt x="958" y="0"/>
                  </a:cubicBez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407" name="Google Shape;13407;p43"/>
            <p:cNvSpPr/>
            <p:nvPr/>
          </p:nvSpPr>
          <p:spPr>
            <a:xfrm>
              <a:off x="5322105" y="3524605"/>
              <a:ext cx="76417" cy="62788"/>
            </a:xfrm>
            <a:custGeom>
              <a:rect b="b" l="l" r="r" t="t"/>
              <a:pathLst>
                <a:path extrusionOk="0" h="2391" w="2910">
                  <a:moveTo>
                    <a:pt x="1118" y="0"/>
                  </a:moveTo>
                  <a:cubicBezTo>
                    <a:pt x="1025" y="0"/>
                    <a:pt x="939" y="54"/>
                    <a:pt x="900" y="142"/>
                  </a:cubicBezTo>
                  <a:cubicBezTo>
                    <a:pt x="823" y="304"/>
                    <a:pt x="708" y="457"/>
                    <a:pt x="574" y="582"/>
                  </a:cubicBezTo>
                  <a:cubicBezTo>
                    <a:pt x="440" y="697"/>
                    <a:pt x="297" y="792"/>
                    <a:pt x="144" y="869"/>
                  </a:cubicBezTo>
                  <a:cubicBezTo>
                    <a:pt x="48" y="917"/>
                    <a:pt x="0" y="1022"/>
                    <a:pt x="19" y="1118"/>
                  </a:cubicBezTo>
                  <a:cubicBezTo>
                    <a:pt x="105" y="1845"/>
                    <a:pt x="727" y="2391"/>
                    <a:pt x="1455" y="2391"/>
                  </a:cubicBezTo>
                  <a:cubicBezTo>
                    <a:pt x="2220" y="2391"/>
                    <a:pt x="2852" y="1797"/>
                    <a:pt x="2909" y="1041"/>
                  </a:cubicBezTo>
                  <a:cubicBezTo>
                    <a:pt x="2909" y="965"/>
                    <a:pt x="2881" y="898"/>
                    <a:pt x="2823" y="850"/>
                  </a:cubicBezTo>
                  <a:cubicBezTo>
                    <a:pt x="2345" y="448"/>
                    <a:pt x="1780" y="161"/>
                    <a:pt x="1177" y="8"/>
                  </a:cubicBezTo>
                  <a:cubicBezTo>
                    <a:pt x="1157" y="3"/>
                    <a:pt x="1137" y="0"/>
                    <a:pt x="1118" y="0"/>
                  </a:cubicBezTo>
                  <a:close/>
                </a:path>
              </a:pathLst>
            </a:custGeom>
            <a:solidFill>
              <a:srgbClr val="BECBD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408" name="Google Shape;13408;p43"/>
            <p:cNvSpPr/>
            <p:nvPr/>
          </p:nvSpPr>
          <p:spPr>
            <a:xfrm>
              <a:off x="5322105" y="3524841"/>
              <a:ext cx="76417" cy="62052"/>
            </a:xfrm>
            <a:custGeom>
              <a:rect b="b" l="l" r="r" t="t"/>
              <a:pathLst>
                <a:path extrusionOk="0" h="2363" w="2910">
                  <a:moveTo>
                    <a:pt x="1118" y="1"/>
                  </a:moveTo>
                  <a:cubicBezTo>
                    <a:pt x="1025" y="1"/>
                    <a:pt x="941" y="55"/>
                    <a:pt x="909" y="142"/>
                  </a:cubicBezTo>
                  <a:cubicBezTo>
                    <a:pt x="842" y="257"/>
                    <a:pt x="775" y="362"/>
                    <a:pt x="680" y="467"/>
                  </a:cubicBezTo>
                  <a:cubicBezTo>
                    <a:pt x="651" y="506"/>
                    <a:pt x="613" y="544"/>
                    <a:pt x="574" y="573"/>
                  </a:cubicBezTo>
                  <a:cubicBezTo>
                    <a:pt x="440" y="688"/>
                    <a:pt x="297" y="783"/>
                    <a:pt x="144" y="869"/>
                  </a:cubicBezTo>
                  <a:cubicBezTo>
                    <a:pt x="48" y="908"/>
                    <a:pt x="0" y="1013"/>
                    <a:pt x="19" y="1118"/>
                  </a:cubicBezTo>
                  <a:cubicBezTo>
                    <a:pt x="105" y="1759"/>
                    <a:pt x="593" y="2267"/>
                    <a:pt x="1235" y="2362"/>
                  </a:cubicBezTo>
                  <a:cubicBezTo>
                    <a:pt x="900" y="2161"/>
                    <a:pt x="708" y="1788"/>
                    <a:pt x="727" y="1405"/>
                  </a:cubicBezTo>
                  <a:lnTo>
                    <a:pt x="727" y="1061"/>
                  </a:lnTo>
                  <a:cubicBezTo>
                    <a:pt x="785" y="1013"/>
                    <a:pt x="842" y="975"/>
                    <a:pt x="900" y="927"/>
                  </a:cubicBezTo>
                  <a:cubicBezTo>
                    <a:pt x="1034" y="812"/>
                    <a:pt x="1148" y="668"/>
                    <a:pt x="1244" y="515"/>
                  </a:cubicBezTo>
                  <a:cubicBezTo>
                    <a:pt x="1704" y="659"/>
                    <a:pt x="2134" y="898"/>
                    <a:pt x="2507" y="1204"/>
                  </a:cubicBezTo>
                  <a:cubicBezTo>
                    <a:pt x="2555" y="1243"/>
                    <a:pt x="2670" y="1348"/>
                    <a:pt x="2795" y="1472"/>
                  </a:cubicBezTo>
                  <a:cubicBezTo>
                    <a:pt x="2862" y="1338"/>
                    <a:pt x="2890" y="1185"/>
                    <a:pt x="2909" y="1032"/>
                  </a:cubicBezTo>
                  <a:cubicBezTo>
                    <a:pt x="2909" y="965"/>
                    <a:pt x="2881" y="889"/>
                    <a:pt x="2823" y="841"/>
                  </a:cubicBezTo>
                  <a:cubicBezTo>
                    <a:pt x="2345" y="448"/>
                    <a:pt x="1780" y="161"/>
                    <a:pt x="1177" y="8"/>
                  </a:cubicBezTo>
                  <a:cubicBezTo>
                    <a:pt x="1157" y="3"/>
                    <a:pt x="1137" y="1"/>
                    <a:pt x="1118" y="1"/>
                  </a:cubicBezTo>
                  <a:close/>
                </a:path>
              </a:pathLst>
            </a:custGeom>
            <a:solidFill>
              <a:srgbClr val="ACBDC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409" name="Google Shape;13409;p43"/>
            <p:cNvSpPr/>
            <p:nvPr/>
          </p:nvSpPr>
          <p:spPr>
            <a:xfrm>
              <a:off x="5302988" y="3621032"/>
              <a:ext cx="25420" cy="55330"/>
            </a:xfrm>
            <a:custGeom>
              <a:rect b="b" l="l" r="r" t="t"/>
              <a:pathLst>
                <a:path extrusionOk="0" h="2107" w="968">
                  <a:moveTo>
                    <a:pt x="154" y="1"/>
                  </a:moveTo>
                  <a:cubicBezTo>
                    <a:pt x="58" y="125"/>
                    <a:pt x="1" y="278"/>
                    <a:pt x="1" y="432"/>
                  </a:cubicBezTo>
                  <a:lnTo>
                    <a:pt x="1" y="1867"/>
                  </a:lnTo>
                  <a:cubicBezTo>
                    <a:pt x="1" y="2001"/>
                    <a:pt x="106" y="2106"/>
                    <a:pt x="240" y="2106"/>
                  </a:cubicBezTo>
                  <a:lnTo>
                    <a:pt x="967" y="2106"/>
                  </a:lnTo>
                  <a:lnTo>
                    <a:pt x="967" y="891"/>
                  </a:lnTo>
                  <a:cubicBezTo>
                    <a:pt x="967" y="738"/>
                    <a:pt x="900" y="604"/>
                    <a:pt x="785" y="508"/>
                  </a:cubicBezTo>
                  <a:lnTo>
                    <a:pt x="154" y="1"/>
                  </a:lnTo>
                  <a:close/>
                </a:path>
              </a:pathLst>
            </a:custGeom>
            <a:solidFill>
              <a:srgbClr val="C5D1D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410" name="Google Shape;13410;p43"/>
            <p:cNvSpPr/>
            <p:nvPr/>
          </p:nvSpPr>
          <p:spPr>
            <a:xfrm>
              <a:off x="5392219" y="3587367"/>
              <a:ext cx="216146" cy="88995"/>
            </a:xfrm>
            <a:custGeom>
              <a:rect b="b" l="l" r="r" t="t"/>
              <a:pathLst>
                <a:path extrusionOk="0" h="3389" w="8231">
                  <a:moveTo>
                    <a:pt x="2661" y="1"/>
                  </a:moveTo>
                  <a:lnTo>
                    <a:pt x="632" y="737"/>
                  </a:lnTo>
                  <a:cubicBezTo>
                    <a:pt x="249" y="871"/>
                    <a:pt x="0" y="1235"/>
                    <a:pt x="0" y="1647"/>
                  </a:cubicBezTo>
                  <a:lnTo>
                    <a:pt x="0" y="3149"/>
                  </a:lnTo>
                  <a:cubicBezTo>
                    <a:pt x="0" y="3274"/>
                    <a:pt x="105" y="3388"/>
                    <a:pt x="239" y="3388"/>
                  </a:cubicBezTo>
                  <a:lnTo>
                    <a:pt x="7991" y="3388"/>
                  </a:lnTo>
                  <a:cubicBezTo>
                    <a:pt x="8125" y="3388"/>
                    <a:pt x="8231" y="3274"/>
                    <a:pt x="8231" y="3149"/>
                  </a:cubicBezTo>
                  <a:lnTo>
                    <a:pt x="8231" y="1647"/>
                  </a:lnTo>
                  <a:cubicBezTo>
                    <a:pt x="8231" y="1235"/>
                    <a:pt x="7982" y="871"/>
                    <a:pt x="7599" y="737"/>
                  </a:cubicBezTo>
                  <a:lnTo>
                    <a:pt x="5570" y="1"/>
                  </a:lnTo>
                  <a:lnTo>
                    <a:pt x="4115" y="479"/>
                  </a:lnTo>
                  <a:lnTo>
                    <a:pt x="2661" y="1"/>
                  </a:ln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411" name="Google Shape;13411;p43"/>
            <p:cNvSpPr/>
            <p:nvPr/>
          </p:nvSpPr>
          <p:spPr>
            <a:xfrm>
              <a:off x="5487701" y="3612760"/>
              <a:ext cx="25420" cy="63602"/>
            </a:xfrm>
            <a:custGeom>
              <a:rect b="b" l="l" r="r" t="t"/>
              <a:pathLst>
                <a:path extrusionOk="0" h="2422" w="968">
                  <a:moveTo>
                    <a:pt x="231" y="0"/>
                  </a:moveTo>
                  <a:lnTo>
                    <a:pt x="1" y="2421"/>
                  </a:lnTo>
                  <a:lnTo>
                    <a:pt x="967" y="2421"/>
                  </a:lnTo>
                  <a:lnTo>
                    <a:pt x="738" y="0"/>
                  </a:lnTo>
                  <a:close/>
                </a:path>
              </a:pathLst>
            </a:custGeom>
            <a:solidFill>
              <a:srgbClr val="63798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412" name="Google Shape;13412;p43"/>
            <p:cNvSpPr/>
            <p:nvPr/>
          </p:nvSpPr>
          <p:spPr>
            <a:xfrm>
              <a:off x="5489224" y="3599945"/>
              <a:ext cx="22400" cy="21638"/>
            </a:xfrm>
            <a:custGeom>
              <a:rect b="b" l="l" r="r" t="t"/>
              <a:pathLst>
                <a:path extrusionOk="0" h="824" w="853">
                  <a:moveTo>
                    <a:pt x="0" y="0"/>
                  </a:moveTo>
                  <a:lnTo>
                    <a:pt x="0" y="651"/>
                  </a:lnTo>
                  <a:cubicBezTo>
                    <a:pt x="0" y="747"/>
                    <a:pt x="77" y="823"/>
                    <a:pt x="173" y="823"/>
                  </a:cubicBezTo>
                  <a:lnTo>
                    <a:pt x="680" y="823"/>
                  </a:lnTo>
                  <a:cubicBezTo>
                    <a:pt x="775" y="823"/>
                    <a:pt x="852" y="747"/>
                    <a:pt x="852" y="651"/>
                  </a:cubicBezTo>
                  <a:lnTo>
                    <a:pt x="852" y="0"/>
                  </a:lnTo>
                  <a:close/>
                </a:path>
              </a:pathLst>
            </a:custGeom>
            <a:solidFill>
              <a:srgbClr val="4B637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413" name="Google Shape;13413;p43"/>
            <p:cNvSpPr/>
            <p:nvPr/>
          </p:nvSpPr>
          <p:spPr>
            <a:xfrm>
              <a:off x="5570394" y="3613259"/>
              <a:ext cx="38235" cy="63103"/>
            </a:xfrm>
            <a:custGeom>
              <a:rect b="b" l="l" r="r" t="t"/>
              <a:pathLst>
                <a:path extrusionOk="0" h="2403" w="1456">
                  <a:moveTo>
                    <a:pt x="1187" y="0"/>
                  </a:moveTo>
                  <a:lnTo>
                    <a:pt x="288" y="900"/>
                  </a:lnTo>
                  <a:cubicBezTo>
                    <a:pt x="106" y="1082"/>
                    <a:pt x="1" y="1331"/>
                    <a:pt x="1" y="1589"/>
                  </a:cubicBezTo>
                  <a:lnTo>
                    <a:pt x="1" y="2402"/>
                  </a:lnTo>
                  <a:lnTo>
                    <a:pt x="1216" y="2402"/>
                  </a:lnTo>
                  <a:cubicBezTo>
                    <a:pt x="1340" y="2402"/>
                    <a:pt x="1455" y="2288"/>
                    <a:pt x="1455" y="2163"/>
                  </a:cubicBezTo>
                  <a:lnTo>
                    <a:pt x="1455" y="661"/>
                  </a:lnTo>
                  <a:cubicBezTo>
                    <a:pt x="1446" y="412"/>
                    <a:pt x="1359" y="173"/>
                    <a:pt x="1187" y="0"/>
                  </a:cubicBez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414" name="Google Shape;13414;p43"/>
            <p:cNvSpPr/>
            <p:nvPr/>
          </p:nvSpPr>
          <p:spPr>
            <a:xfrm>
              <a:off x="5430165" y="3389839"/>
              <a:ext cx="140255" cy="101810"/>
            </a:xfrm>
            <a:custGeom>
              <a:rect b="b" l="l" r="r" t="t"/>
              <a:pathLst>
                <a:path extrusionOk="0" h="3877" w="5341">
                  <a:moveTo>
                    <a:pt x="1943" y="0"/>
                  </a:moveTo>
                  <a:cubicBezTo>
                    <a:pt x="871" y="0"/>
                    <a:pt x="10" y="871"/>
                    <a:pt x="10" y="1943"/>
                  </a:cubicBezTo>
                  <a:lnTo>
                    <a:pt x="10" y="2517"/>
                  </a:lnTo>
                  <a:cubicBezTo>
                    <a:pt x="0" y="2776"/>
                    <a:pt x="48" y="3034"/>
                    <a:pt x="125" y="3283"/>
                  </a:cubicBezTo>
                  <a:lnTo>
                    <a:pt x="211" y="3522"/>
                  </a:lnTo>
                  <a:cubicBezTo>
                    <a:pt x="230" y="3599"/>
                    <a:pt x="240" y="3675"/>
                    <a:pt x="240" y="3752"/>
                  </a:cubicBezTo>
                  <a:lnTo>
                    <a:pt x="240" y="3876"/>
                  </a:lnTo>
                  <a:lnTo>
                    <a:pt x="5092" y="3876"/>
                  </a:lnTo>
                  <a:lnTo>
                    <a:pt x="5092" y="3752"/>
                  </a:lnTo>
                  <a:cubicBezTo>
                    <a:pt x="5092" y="3675"/>
                    <a:pt x="5101" y="3599"/>
                    <a:pt x="5130" y="3522"/>
                  </a:cubicBezTo>
                  <a:lnTo>
                    <a:pt x="5207" y="3283"/>
                  </a:lnTo>
                  <a:cubicBezTo>
                    <a:pt x="5293" y="3034"/>
                    <a:pt x="5331" y="2785"/>
                    <a:pt x="5341" y="2517"/>
                  </a:cubicBezTo>
                  <a:lnTo>
                    <a:pt x="5341" y="488"/>
                  </a:lnTo>
                  <a:cubicBezTo>
                    <a:pt x="5341" y="220"/>
                    <a:pt x="5120" y="0"/>
                    <a:pt x="4852" y="0"/>
                  </a:cubicBez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415" name="Google Shape;13415;p43"/>
            <p:cNvSpPr/>
            <p:nvPr/>
          </p:nvSpPr>
          <p:spPr>
            <a:xfrm>
              <a:off x="5462071" y="3390338"/>
              <a:ext cx="108086" cy="101547"/>
            </a:xfrm>
            <a:custGeom>
              <a:rect b="b" l="l" r="r" t="t"/>
              <a:pathLst>
                <a:path extrusionOk="0" h="3867" w="4116">
                  <a:moveTo>
                    <a:pt x="986" y="0"/>
                  </a:moveTo>
                  <a:cubicBezTo>
                    <a:pt x="441" y="0"/>
                    <a:pt x="10" y="431"/>
                    <a:pt x="1" y="977"/>
                  </a:cubicBezTo>
                  <a:cubicBezTo>
                    <a:pt x="1" y="1513"/>
                    <a:pt x="441" y="1953"/>
                    <a:pt x="986" y="1953"/>
                  </a:cubicBezTo>
                  <a:lnTo>
                    <a:pt x="1120" y="1953"/>
                  </a:lnTo>
                  <a:lnTo>
                    <a:pt x="1187" y="3867"/>
                  </a:lnTo>
                  <a:lnTo>
                    <a:pt x="3877" y="3867"/>
                  </a:lnTo>
                  <a:lnTo>
                    <a:pt x="3877" y="3752"/>
                  </a:lnTo>
                  <a:cubicBezTo>
                    <a:pt x="3877" y="3675"/>
                    <a:pt x="3896" y="3599"/>
                    <a:pt x="3915" y="3522"/>
                  </a:cubicBezTo>
                  <a:lnTo>
                    <a:pt x="4001" y="3283"/>
                  </a:lnTo>
                  <a:cubicBezTo>
                    <a:pt x="4078" y="3034"/>
                    <a:pt x="4116" y="2776"/>
                    <a:pt x="4116" y="2517"/>
                  </a:cubicBezTo>
                  <a:lnTo>
                    <a:pt x="4116" y="479"/>
                  </a:lnTo>
                  <a:cubicBezTo>
                    <a:pt x="4116" y="211"/>
                    <a:pt x="3896" y="0"/>
                    <a:pt x="3637" y="0"/>
                  </a:cubicBez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416" name="Google Shape;13416;p43"/>
            <p:cNvSpPr/>
            <p:nvPr/>
          </p:nvSpPr>
          <p:spPr>
            <a:xfrm>
              <a:off x="5462071" y="3542646"/>
              <a:ext cx="76443" cy="57326"/>
            </a:xfrm>
            <a:custGeom>
              <a:rect b="b" l="l" r="r" t="t"/>
              <a:pathLst>
                <a:path extrusionOk="0" h="2183" w="2911">
                  <a:moveTo>
                    <a:pt x="1" y="0"/>
                  </a:moveTo>
                  <a:lnTo>
                    <a:pt x="1" y="2182"/>
                  </a:lnTo>
                  <a:lnTo>
                    <a:pt x="2910" y="2182"/>
                  </a:lnTo>
                  <a:lnTo>
                    <a:pt x="2910" y="0"/>
                  </a:lnTo>
                  <a:close/>
                </a:path>
              </a:pathLst>
            </a:custGeom>
            <a:solidFill>
              <a:srgbClr val="ACBDC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417" name="Google Shape;13417;p43"/>
            <p:cNvSpPr/>
            <p:nvPr/>
          </p:nvSpPr>
          <p:spPr>
            <a:xfrm>
              <a:off x="5462071" y="3542646"/>
              <a:ext cx="76443" cy="31985"/>
            </a:xfrm>
            <a:custGeom>
              <a:rect b="b" l="l" r="r" t="t"/>
              <a:pathLst>
                <a:path extrusionOk="0" h="1218" w="2911">
                  <a:moveTo>
                    <a:pt x="1" y="0"/>
                  </a:moveTo>
                  <a:lnTo>
                    <a:pt x="1" y="823"/>
                  </a:lnTo>
                  <a:cubicBezTo>
                    <a:pt x="451" y="1086"/>
                    <a:pt x="953" y="1218"/>
                    <a:pt x="1455" y="1218"/>
                  </a:cubicBezTo>
                  <a:cubicBezTo>
                    <a:pt x="1958" y="1218"/>
                    <a:pt x="2460" y="1086"/>
                    <a:pt x="2910" y="823"/>
                  </a:cubicBezTo>
                  <a:lnTo>
                    <a:pt x="2910" y="0"/>
                  </a:lnTo>
                  <a:close/>
                </a:path>
              </a:pathLst>
            </a:custGeom>
            <a:solidFill>
              <a:srgbClr val="96ABB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418" name="Google Shape;13418;p43"/>
            <p:cNvSpPr/>
            <p:nvPr/>
          </p:nvSpPr>
          <p:spPr>
            <a:xfrm>
              <a:off x="5449519" y="3576600"/>
              <a:ext cx="50787" cy="45535"/>
            </a:xfrm>
            <a:custGeom>
              <a:rect b="b" l="l" r="r" t="t"/>
              <a:pathLst>
                <a:path extrusionOk="0" h="1734" w="1934">
                  <a:moveTo>
                    <a:pt x="427" y="1"/>
                  </a:moveTo>
                  <a:cubicBezTo>
                    <a:pt x="337" y="1"/>
                    <a:pt x="250" y="52"/>
                    <a:pt x="211" y="143"/>
                  </a:cubicBezTo>
                  <a:lnTo>
                    <a:pt x="0" y="583"/>
                  </a:lnTo>
                  <a:lnTo>
                    <a:pt x="804" y="1636"/>
                  </a:lnTo>
                  <a:cubicBezTo>
                    <a:pt x="852" y="1699"/>
                    <a:pt x="926" y="1733"/>
                    <a:pt x="999" y="1733"/>
                  </a:cubicBezTo>
                  <a:cubicBezTo>
                    <a:pt x="1058" y="1733"/>
                    <a:pt x="1116" y="1711"/>
                    <a:pt x="1158" y="1664"/>
                  </a:cubicBezTo>
                  <a:lnTo>
                    <a:pt x="1933" y="889"/>
                  </a:lnTo>
                  <a:lnTo>
                    <a:pt x="555" y="37"/>
                  </a:lnTo>
                  <a:cubicBezTo>
                    <a:pt x="515" y="12"/>
                    <a:pt x="471" y="1"/>
                    <a:pt x="427" y="1"/>
                  </a:cubicBez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419" name="Google Shape;13419;p43"/>
            <p:cNvSpPr/>
            <p:nvPr/>
          </p:nvSpPr>
          <p:spPr>
            <a:xfrm>
              <a:off x="5500279" y="3576600"/>
              <a:ext cx="50787" cy="45535"/>
            </a:xfrm>
            <a:custGeom>
              <a:rect b="b" l="l" r="r" t="t"/>
              <a:pathLst>
                <a:path extrusionOk="0" h="1734" w="1934">
                  <a:moveTo>
                    <a:pt x="1507" y="1"/>
                  </a:moveTo>
                  <a:cubicBezTo>
                    <a:pt x="1463" y="1"/>
                    <a:pt x="1419" y="12"/>
                    <a:pt x="1379" y="37"/>
                  </a:cubicBezTo>
                  <a:lnTo>
                    <a:pt x="0" y="889"/>
                  </a:lnTo>
                  <a:lnTo>
                    <a:pt x="776" y="1664"/>
                  </a:lnTo>
                  <a:cubicBezTo>
                    <a:pt x="823" y="1711"/>
                    <a:pt x="881" y="1733"/>
                    <a:pt x="939" y="1733"/>
                  </a:cubicBezTo>
                  <a:cubicBezTo>
                    <a:pt x="1011" y="1733"/>
                    <a:pt x="1082" y="1699"/>
                    <a:pt x="1130" y="1636"/>
                  </a:cubicBezTo>
                  <a:lnTo>
                    <a:pt x="1934" y="583"/>
                  </a:lnTo>
                  <a:lnTo>
                    <a:pt x="1723" y="143"/>
                  </a:lnTo>
                  <a:cubicBezTo>
                    <a:pt x="1684" y="52"/>
                    <a:pt x="1597" y="1"/>
                    <a:pt x="1507" y="1"/>
                  </a:cubicBez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420" name="Google Shape;13420;p43"/>
            <p:cNvSpPr/>
            <p:nvPr/>
          </p:nvSpPr>
          <p:spPr>
            <a:xfrm>
              <a:off x="5436704" y="3441545"/>
              <a:ext cx="127177" cy="120218"/>
            </a:xfrm>
            <a:custGeom>
              <a:rect b="b" l="l" r="r" t="t"/>
              <a:pathLst>
                <a:path extrusionOk="0" h="4578" w="4843">
                  <a:moveTo>
                    <a:pt x="2088" y="0"/>
                  </a:moveTo>
                  <a:cubicBezTo>
                    <a:pt x="1472" y="0"/>
                    <a:pt x="939" y="103"/>
                    <a:pt x="670" y="165"/>
                  </a:cubicBezTo>
                  <a:cubicBezTo>
                    <a:pt x="555" y="194"/>
                    <a:pt x="479" y="290"/>
                    <a:pt x="488" y="405"/>
                  </a:cubicBezTo>
                  <a:lnTo>
                    <a:pt x="488" y="989"/>
                  </a:lnTo>
                  <a:cubicBezTo>
                    <a:pt x="488" y="1113"/>
                    <a:pt x="431" y="1237"/>
                    <a:pt x="345" y="1333"/>
                  </a:cubicBezTo>
                  <a:lnTo>
                    <a:pt x="144" y="1534"/>
                  </a:lnTo>
                  <a:cubicBezTo>
                    <a:pt x="48" y="1620"/>
                    <a:pt x="0" y="1745"/>
                    <a:pt x="0" y="1869"/>
                  </a:cubicBezTo>
                  <a:lnTo>
                    <a:pt x="0" y="2156"/>
                  </a:lnTo>
                  <a:cubicBezTo>
                    <a:pt x="0" y="3496"/>
                    <a:pt x="1082" y="4577"/>
                    <a:pt x="2421" y="4577"/>
                  </a:cubicBezTo>
                  <a:cubicBezTo>
                    <a:pt x="3761" y="4577"/>
                    <a:pt x="4843" y="3496"/>
                    <a:pt x="4843" y="2156"/>
                  </a:cubicBezTo>
                  <a:lnTo>
                    <a:pt x="4843" y="1869"/>
                  </a:lnTo>
                  <a:cubicBezTo>
                    <a:pt x="4843" y="1745"/>
                    <a:pt x="4795" y="1620"/>
                    <a:pt x="4699" y="1524"/>
                  </a:cubicBezTo>
                  <a:lnTo>
                    <a:pt x="4498" y="1323"/>
                  </a:lnTo>
                  <a:cubicBezTo>
                    <a:pt x="4412" y="1237"/>
                    <a:pt x="4355" y="1113"/>
                    <a:pt x="4355" y="989"/>
                  </a:cubicBezTo>
                  <a:lnTo>
                    <a:pt x="4355" y="855"/>
                  </a:lnTo>
                  <a:cubicBezTo>
                    <a:pt x="4364" y="759"/>
                    <a:pt x="4316" y="663"/>
                    <a:pt x="4240" y="606"/>
                  </a:cubicBezTo>
                  <a:cubicBezTo>
                    <a:pt x="3593" y="132"/>
                    <a:pt x="2788" y="0"/>
                    <a:pt x="2088" y="0"/>
                  </a:cubicBezTo>
                  <a:close/>
                </a:path>
              </a:pathLst>
            </a:custGeom>
            <a:solidFill>
              <a:srgbClr val="BECBD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421" name="Google Shape;13421;p43"/>
            <p:cNvSpPr/>
            <p:nvPr/>
          </p:nvSpPr>
          <p:spPr>
            <a:xfrm>
              <a:off x="5436704" y="3441676"/>
              <a:ext cx="114625" cy="119588"/>
            </a:xfrm>
            <a:custGeom>
              <a:rect b="b" l="l" r="r" t="t"/>
              <a:pathLst>
                <a:path extrusionOk="0" h="4554" w="4365">
                  <a:moveTo>
                    <a:pt x="2098" y="0"/>
                  </a:moveTo>
                  <a:cubicBezTo>
                    <a:pt x="1869" y="0"/>
                    <a:pt x="1651" y="15"/>
                    <a:pt x="1455" y="36"/>
                  </a:cubicBezTo>
                  <a:cubicBezTo>
                    <a:pt x="1187" y="65"/>
                    <a:pt x="928" y="103"/>
                    <a:pt x="670" y="170"/>
                  </a:cubicBezTo>
                  <a:cubicBezTo>
                    <a:pt x="555" y="189"/>
                    <a:pt x="479" y="294"/>
                    <a:pt x="488" y="409"/>
                  </a:cubicBezTo>
                  <a:lnTo>
                    <a:pt x="488" y="984"/>
                  </a:lnTo>
                  <a:cubicBezTo>
                    <a:pt x="488" y="1117"/>
                    <a:pt x="431" y="1242"/>
                    <a:pt x="345" y="1328"/>
                  </a:cubicBezTo>
                  <a:lnTo>
                    <a:pt x="144" y="1529"/>
                  </a:lnTo>
                  <a:cubicBezTo>
                    <a:pt x="48" y="1615"/>
                    <a:pt x="0" y="1740"/>
                    <a:pt x="0" y="1874"/>
                  </a:cubicBezTo>
                  <a:lnTo>
                    <a:pt x="0" y="2151"/>
                  </a:lnTo>
                  <a:cubicBezTo>
                    <a:pt x="0" y="3376"/>
                    <a:pt x="919" y="4410"/>
                    <a:pt x="2134" y="4553"/>
                  </a:cubicBezTo>
                  <a:cubicBezTo>
                    <a:pt x="1704" y="4103"/>
                    <a:pt x="1455" y="3510"/>
                    <a:pt x="1455" y="2878"/>
                  </a:cubicBezTo>
                  <a:lnTo>
                    <a:pt x="1455" y="1108"/>
                  </a:lnTo>
                  <a:cubicBezTo>
                    <a:pt x="1464" y="869"/>
                    <a:pt x="1646" y="658"/>
                    <a:pt x="1885" y="629"/>
                  </a:cubicBezTo>
                  <a:cubicBezTo>
                    <a:pt x="2077" y="604"/>
                    <a:pt x="2320" y="583"/>
                    <a:pt x="2589" y="583"/>
                  </a:cubicBezTo>
                  <a:cubicBezTo>
                    <a:pt x="3141" y="583"/>
                    <a:pt x="3805" y="671"/>
                    <a:pt x="4364" y="993"/>
                  </a:cubicBezTo>
                  <a:lnTo>
                    <a:pt x="4364" y="859"/>
                  </a:lnTo>
                  <a:cubicBezTo>
                    <a:pt x="4364" y="754"/>
                    <a:pt x="4316" y="658"/>
                    <a:pt x="4240" y="601"/>
                  </a:cubicBezTo>
                  <a:cubicBezTo>
                    <a:pt x="3599" y="133"/>
                    <a:pt x="2795" y="0"/>
                    <a:pt x="2098" y="0"/>
                  </a:cubicBezTo>
                  <a:close/>
                </a:path>
              </a:pathLst>
            </a:custGeom>
            <a:solidFill>
              <a:srgbClr val="ACBDC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422" name="Google Shape;13422;p43"/>
            <p:cNvSpPr/>
            <p:nvPr/>
          </p:nvSpPr>
          <p:spPr>
            <a:xfrm>
              <a:off x="5392219" y="3613259"/>
              <a:ext cx="37972" cy="63103"/>
            </a:xfrm>
            <a:custGeom>
              <a:rect b="b" l="l" r="r" t="t"/>
              <a:pathLst>
                <a:path extrusionOk="0" h="2403" w="1446">
                  <a:moveTo>
                    <a:pt x="259" y="0"/>
                  </a:moveTo>
                  <a:cubicBezTo>
                    <a:pt x="96" y="173"/>
                    <a:pt x="0" y="412"/>
                    <a:pt x="0" y="661"/>
                  </a:cubicBezTo>
                  <a:lnTo>
                    <a:pt x="0" y="2163"/>
                  </a:lnTo>
                  <a:cubicBezTo>
                    <a:pt x="0" y="2288"/>
                    <a:pt x="105" y="2402"/>
                    <a:pt x="239" y="2402"/>
                  </a:cubicBezTo>
                  <a:lnTo>
                    <a:pt x="1445" y="2402"/>
                  </a:lnTo>
                  <a:lnTo>
                    <a:pt x="1445" y="1589"/>
                  </a:lnTo>
                  <a:cubicBezTo>
                    <a:pt x="1445" y="1331"/>
                    <a:pt x="1350" y="1082"/>
                    <a:pt x="1168" y="900"/>
                  </a:cubicBezTo>
                  <a:lnTo>
                    <a:pt x="259" y="0"/>
                  </a:ln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13423" name="Google Shape;13423;p43"/>
          <p:cNvSpPr/>
          <p:nvPr/>
        </p:nvSpPr>
        <p:spPr>
          <a:xfrm>
            <a:off x="5741031" y="3465113"/>
            <a:ext cx="25157" cy="62866"/>
          </a:xfrm>
          <a:custGeom>
            <a:rect b="b" l="l" r="r" t="t"/>
            <a:pathLst>
              <a:path extrusionOk="0" h="2394" w="958">
                <a:moveTo>
                  <a:pt x="135" y="1"/>
                </a:moveTo>
                <a:cubicBezTo>
                  <a:pt x="49" y="125"/>
                  <a:pt x="1" y="269"/>
                  <a:pt x="1" y="412"/>
                </a:cubicBezTo>
                <a:lnTo>
                  <a:pt x="1" y="2154"/>
                </a:lnTo>
                <a:cubicBezTo>
                  <a:pt x="1" y="2288"/>
                  <a:pt x="106" y="2394"/>
                  <a:pt x="240" y="2394"/>
                </a:cubicBezTo>
                <a:lnTo>
                  <a:pt x="958" y="2394"/>
                </a:lnTo>
                <a:lnTo>
                  <a:pt x="958" y="1121"/>
                </a:lnTo>
                <a:cubicBezTo>
                  <a:pt x="948" y="929"/>
                  <a:pt x="881" y="747"/>
                  <a:pt x="747" y="613"/>
                </a:cubicBezTo>
                <a:lnTo>
                  <a:pt x="135" y="1"/>
                </a:lnTo>
                <a:close/>
              </a:path>
            </a:pathLst>
          </a:custGeom>
          <a:solidFill>
            <a:srgbClr val="C5D1D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nvGrpSpPr>
          <p:cNvPr id="13424" name="Google Shape;13424;p43"/>
          <p:cNvGrpSpPr/>
          <p:nvPr/>
        </p:nvGrpSpPr>
        <p:grpSpPr>
          <a:xfrm>
            <a:off x="3060752" y="2751209"/>
            <a:ext cx="390565" cy="359577"/>
            <a:chOff x="3060752" y="2903609"/>
            <a:chExt cx="390565" cy="359577"/>
          </a:xfrm>
        </p:grpSpPr>
        <p:sp>
          <p:nvSpPr>
            <p:cNvPr id="13425" name="Google Shape;13425;p43"/>
            <p:cNvSpPr/>
            <p:nvPr/>
          </p:nvSpPr>
          <p:spPr>
            <a:xfrm>
              <a:off x="3070048" y="3126950"/>
              <a:ext cx="25919" cy="58586"/>
            </a:xfrm>
            <a:custGeom>
              <a:rect b="b" l="l" r="r" t="t"/>
              <a:pathLst>
                <a:path extrusionOk="0" h="2231" w="987">
                  <a:moveTo>
                    <a:pt x="604" y="1"/>
                  </a:moveTo>
                  <a:lnTo>
                    <a:pt x="1" y="2231"/>
                  </a:lnTo>
                  <a:lnTo>
                    <a:pt x="374" y="2231"/>
                  </a:lnTo>
                  <a:lnTo>
                    <a:pt x="986" y="1"/>
                  </a:lnTo>
                  <a:close/>
                </a:path>
              </a:pathLst>
            </a:custGeom>
            <a:solidFill>
              <a:srgbClr val="8297A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426" name="Google Shape;13426;p43"/>
            <p:cNvSpPr/>
            <p:nvPr/>
          </p:nvSpPr>
          <p:spPr>
            <a:xfrm>
              <a:off x="3097936" y="3011852"/>
              <a:ext cx="102572" cy="104068"/>
            </a:xfrm>
            <a:custGeom>
              <a:rect b="b" l="l" r="r" t="t"/>
              <a:pathLst>
                <a:path extrusionOk="0" h="3963" w="3906">
                  <a:moveTo>
                    <a:pt x="633" y="1"/>
                  </a:moveTo>
                  <a:lnTo>
                    <a:pt x="671" y="508"/>
                  </a:lnTo>
                  <a:cubicBezTo>
                    <a:pt x="709" y="958"/>
                    <a:pt x="700" y="1924"/>
                    <a:pt x="211" y="3341"/>
                  </a:cubicBezTo>
                  <a:lnTo>
                    <a:pt x="1" y="3963"/>
                  </a:lnTo>
                  <a:lnTo>
                    <a:pt x="3906" y="3963"/>
                  </a:lnTo>
                  <a:lnTo>
                    <a:pt x="3695" y="3341"/>
                  </a:lnTo>
                  <a:cubicBezTo>
                    <a:pt x="3207" y="1924"/>
                    <a:pt x="3197" y="958"/>
                    <a:pt x="3236" y="508"/>
                  </a:cubicBezTo>
                  <a:lnTo>
                    <a:pt x="3274" y="1"/>
                  </a:lnTo>
                  <a:close/>
                </a:path>
              </a:pathLst>
            </a:custGeom>
            <a:solidFill>
              <a:srgbClr val="99A8B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427" name="Google Shape;13427;p43"/>
            <p:cNvSpPr/>
            <p:nvPr/>
          </p:nvSpPr>
          <p:spPr>
            <a:xfrm>
              <a:off x="3097936" y="3011852"/>
              <a:ext cx="27678" cy="104068"/>
            </a:xfrm>
            <a:custGeom>
              <a:rect b="b" l="l" r="r" t="t"/>
              <a:pathLst>
                <a:path extrusionOk="0" h="3963" w="1054">
                  <a:moveTo>
                    <a:pt x="633" y="1"/>
                  </a:moveTo>
                  <a:lnTo>
                    <a:pt x="671" y="508"/>
                  </a:lnTo>
                  <a:cubicBezTo>
                    <a:pt x="709" y="958"/>
                    <a:pt x="690" y="1924"/>
                    <a:pt x="211" y="3341"/>
                  </a:cubicBezTo>
                  <a:lnTo>
                    <a:pt x="1" y="3963"/>
                  </a:lnTo>
                  <a:lnTo>
                    <a:pt x="345" y="3963"/>
                  </a:lnTo>
                  <a:lnTo>
                    <a:pt x="556" y="3341"/>
                  </a:lnTo>
                  <a:cubicBezTo>
                    <a:pt x="1034" y="1924"/>
                    <a:pt x="1054" y="958"/>
                    <a:pt x="1015" y="508"/>
                  </a:cubicBezTo>
                  <a:lnTo>
                    <a:pt x="977" y="1"/>
                  </a:lnTo>
                  <a:close/>
                </a:path>
              </a:pathLst>
            </a:custGeom>
            <a:solidFill>
              <a:srgbClr val="8297A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428" name="Google Shape;13428;p43"/>
            <p:cNvSpPr/>
            <p:nvPr/>
          </p:nvSpPr>
          <p:spPr>
            <a:xfrm>
              <a:off x="3092421" y="3102318"/>
              <a:ext cx="113863" cy="38235"/>
            </a:xfrm>
            <a:custGeom>
              <a:rect b="b" l="l" r="r" t="t"/>
              <a:pathLst>
                <a:path extrusionOk="0" h="1456" w="4336">
                  <a:moveTo>
                    <a:pt x="287" y="1"/>
                  </a:moveTo>
                  <a:cubicBezTo>
                    <a:pt x="268" y="1"/>
                    <a:pt x="249" y="11"/>
                    <a:pt x="240" y="39"/>
                  </a:cubicBezTo>
                  <a:lnTo>
                    <a:pt x="0" y="1398"/>
                  </a:lnTo>
                  <a:cubicBezTo>
                    <a:pt x="0" y="1427"/>
                    <a:pt x="19" y="1456"/>
                    <a:pt x="48" y="1456"/>
                  </a:cubicBezTo>
                  <a:lnTo>
                    <a:pt x="4278" y="1456"/>
                  </a:lnTo>
                  <a:cubicBezTo>
                    <a:pt x="4307" y="1456"/>
                    <a:pt x="4336" y="1427"/>
                    <a:pt x="4326" y="1398"/>
                  </a:cubicBezTo>
                  <a:lnTo>
                    <a:pt x="4087" y="39"/>
                  </a:lnTo>
                  <a:cubicBezTo>
                    <a:pt x="4077" y="11"/>
                    <a:pt x="4058" y="1"/>
                    <a:pt x="4039" y="1"/>
                  </a:cubicBezTo>
                  <a:close/>
                </a:path>
              </a:pathLst>
            </a:custGeom>
            <a:solidFill>
              <a:srgbClr val="8A9DA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429" name="Google Shape;13429;p43"/>
            <p:cNvSpPr/>
            <p:nvPr/>
          </p:nvSpPr>
          <p:spPr>
            <a:xfrm>
              <a:off x="3060752" y="3184170"/>
              <a:ext cx="147791" cy="26759"/>
            </a:xfrm>
            <a:custGeom>
              <a:rect b="b" l="l" r="r" t="t"/>
              <a:pathLst>
                <a:path extrusionOk="0" h="1019" w="5628">
                  <a:moveTo>
                    <a:pt x="5593" y="0"/>
                  </a:moveTo>
                  <a:cubicBezTo>
                    <a:pt x="5590" y="0"/>
                    <a:pt x="5585" y="1"/>
                    <a:pt x="5580" y="4"/>
                  </a:cubicBezTo>
                  <a:lnTo>
                    <a:pt x="48" y="4"/>
                  </a:lnTo>
                  <a:cubicBezTo>
                    <a:pt x="20" y="4"/>
                    <a:pt x="0" y="23"/>
                    <a:pt x="0" y="42"/>
                  </a:cubicBezTo>
                  <a:lnTo>
                    <a:pt x="0" y="970"/>
                  </a:lnTo>
                  <a:cubicBezTo>
                    <a:pt x="0" y="999"/>
                    <a:pt x="20" y="1018"/>
                    <a:pt x="48" y="1018"/>
                  </a:cubicBezTo>
                  <a:lnTo>
                    <a:pt x="5207" y="1018"/>
                  </a:lnTo>
                  <a:cubicBezTo>
                    <a:pt x="5226" y="1018"/>
                    <a:pt x="5245" y="1009"/>
                    <a:pt x="5255" y="990"/>
                  </a:cubicBezTo>
                  <a:lnTo>
                    <a:pt x="5628" y="61"/>
                  </a:lnTo>
                  <a:cubicBezTo>
                    <a:pt x="5628" y="52"/>
                    <a:pt x="5628" y="33"/>
                    <a:pt x="5618" y="23"/>
                  </a:cubicBezTo>
                  <a:cubicBezTo>
                    <a:pt x="5611" y="9"/>
                    <a:pt x="5604" y="0"/>
                    <a:pt x="5593" y="0"/>
                  </a:cubicBezTo>
                  <a:close/>
                </a:path>
              </a:pathLst>
            </a:custGeom>
            <a:solidFill>
              <a:srgbClr val="8A9DA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430" name="Google Shape;13430;p43"/>
            <p:cNvSpPr/>
            <p:nvPr/>
          </p:nvSpPr>
          <p:spPr>
            <a:xfrm>
              <a:off x="3070048" y="3126950"/>
              <a:ext cx="152072" cy="58586"/>
            </a:xfrm>
            <a:custGeom>
              <a:rect b="b" l="l" r="r" t="t"/>
              <a:pathLst>
                <a:path extrusionOk="0" h="2231" w="5791">
                  <a:moveTo>
                    <a:pt x="604" y="1"/>
                  </a:moveTo>
                  <a:lnTo>
                    <a:pt x="1" y="2231"/>
                  </a:lnTo>
                  <a:lnTo>
                    <a:pt x="5484" y="2231"/>
                  </a:lnTo>
                  <a:lnTo>
                    <a:pt x="5628" y="1456"/>
                  </a:lnTo>
                  <a:lnTo>
                    <a:pt x="5791" y="1312"/>
                  </a:lnTo>
                  <a:lnTo>
                    <a:pt x="5704" y="1025"/>
                  </a:lnTo>
                  <a:lnTo>
                    <a:pt x="5417" y="1"/>
                  </a:lnTo>
                  <a:close/>
                </a:path>
              </a:pathLst>
            </a:custGeom>
            <a:solidFill>
              <a:srgbClr val="99A8B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431" name="Google Shape;13431;p43"/>
            <p:cNvSpPr/>
            <p:nvPr/>
          </p:nvSpPr>
          <p:spPr>
            <a:xfrm>
              <a:off x="3093183" y="2903609"/>
              <a:ext cx="112104" cy="120586"/>
            </a:xfrm>
            <a:custGeom>
              <a:rect b="b" l="l" r="r" t="t"/>
              <a:pathLst>
                <a:path extrusionOk="0" h="4592" w="4269">
                  <a:moveTo>
                    <a:pt x="2133" y="0"/>
                  </a:moveTo>
                  <a:cubicBezTo>
                    <a:pt x="2003" y="0"/>
                    <a:pt x="1871" y="70"/>
                    <a:pt x="1895" y="208"/>
                  </a:cubicBezTo>
                  <a:lnTo>
                    <a:pt x="1895" y="792"/>
                  </a:lnTo>
                  <a:cubicBezTo>
                    <a:pt x="756" y="945"/>
                    <a:pt x="86" y="2161"/>
                    <a:pt x="565" y="3204"/>
                  </a:cubicBezTo>
                  <a:lnTo>
                    <a:pt x="546" y="3204"/>
                  </a:lnTo>
                  <a:cubicBezTo>
                    <a:pt x="239" y="3204"/>
                    <a:pt x="0" y="3453"/>
                    <a:pt x="0" y="3749"/>
                  </a:cubicBezTo>
                  <a:lnTo>
                    <a:pt x="0" y="4046"/>
                  </a:lnTo>
                  <a:cubicBezTo>
                    <a:pt x="0" y="4343"/>
                    <a:pt x="239" y="4592"/>
                    <a:pt x="546" y="4592"/>
                  </a:cubicBezTo>
                  <a:lnTo>
                    <a:pt x="3723" y="4592"/>
                  </a:lnTo>
                  <a:cubicBezTo>
                    <a:pt x="4020" y="4592"/>
                    <a:pt x="4268" y="4343"/>
                    <a:pt x="4268" y="4046"/>
                  </a:cubicBezTo>
                  <a:lnTo>
                    <a:pt x="4268" y="3749"/>
                  </a:lnTo>
                  <a:cubicBezTo>
                    <a:pt x="4268" y="3453"/>
                    <a:pt x="4020" y="3204"/>
                    <a:pt x="3723" y="3204"/>
                  </a:cubicBezTo>
                  <a:lnTo>
                    <a:pt x="3704" y="3204"/>
                  </a:lnTo>
                  <a:cubicBezTo>
                    <a:pt x="4173" y="2161"/>
                    <a:pt x="3512" y="945"/>
                    <a:pt x="2364" y="792"/>
                  </a:cubicBezTo>
                  <a:lnTo>
                    <a:pt x="2364" y="208"/>
                  </a:lnTo>
                  <a:cubicBezTo>
                    <a:pt x="2393" y="70"/>
                    <a:pt x="2263" y="0"/>
                    <a:pt x="2133" y="0"/>
                  </a:cubicBezTo>
                  <a:close/>
                </a:path>
              </a:pathLst>
            </a:custGeom>
            <a:solidFill>
              <a:srgbClr val="99A8B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432" name="Google Shape;13432;p43"/>
            <p:cNvSpPr/>
            <p:nvPr/>
          </p:nvSpPr>
          <p:spPr>
            <a:xfrm>
              <a:off x="3093183" y="2924407"/>
              <a:ext cx="49763" cy="99788"/>
            </a:xfrm>
            <a:custGeom>
              <a:rect b="b" l="l" r="r" t="t"/>
              <a:pathLst>
                <a:path extrusionOk="0" h="3800" w="1895">
                  <a:moveTo>
                    <a:pt x="1895" y="0"/>
                  </a:moveTo>
                  <a:lnTo>
                    <a:pt x="1895" y="0"/>
                  </a:lnTo>
                  <a:cubicBezTo>
                    <a:pt x="756" y="163"/>
                    <a:pt x="86" y="1369"/>
                    <a:pt x="565" y="2421"/>
                  </a:cubicBezTo>
                  <a:lnTo>
                    <a:pt x="546" y="2421"/>
                  </a:lnTo>
                  <a:cubicBezTo>
                    <a:pt x="239" y="2421"/>
                    <a:pt x="0" y="2661"/>
                    <a:pt x="0" y="2957"/>
                  </a:cubicBezTo>
                  <a:lnTo>
                    <a:pt x="0" y="3254"/>
                  </a:lnTo>
                  <a:cubicBezTo>
                    <a:pt x="0" y="3551"/>
                    <a:pt x="239" y="3800"/>
                    <a:pt x="546" y="3800"/>
                  </a:cubicBezTo>
                  <a:lnTo>
                    <a:pt x="890" y="3800"/>
                  </a:lnTo>
                  <a:cubicBezTo>
                    <a:pt x="584" y="3800"/>
                    <a:pt x="345" y="3551"/>
                    <a:pt x="345" y="3254"/>
                  </a:cubicBezTo>
                  <a:lnTo>
                    <a:pt x="345" y="2957"/>
                  </a:lnTo>
                  <a:cubicBezTo>
                    <a:pt x="345" y="2661"/>
                    <a:pt x="584" y="2421"/>
                    <a:pt x="890" y="2421"/>
                  </a:cubicBezTo>
                  <a:lnTo>
                    <a:pt x="909" y="2421"/>
                  </a:lnTo>
                  <a:cubicBezTo>
                    <a:pt x="718" y="1991"/>
                    <a:pt x="708" y="1512"/>
                    <a:pt x="871" y="1082"/>
                  </a:cubicBezTo>
                  <a:cubicBezTo>
                    <a:pt x="1005" y="689"/>
                    <a:pt x="1302" y="287"/>
                    <a:pt x="1895" y="0"/>
                  </a:cubicBezTo>
                  <a:close/>
                </a:path>
              </a:pathLst>
            </a:custGeom>
            <a:solidFill>
              <a:srgbClr val="8297A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433" name="Google Shape;13433;p43"/>
            <p:cNvSpPr/>
            <p:nvPr/>
          </p:nvSpPr>
          <p:spPr>
            <a:xfrm>
              <a:off x="3097201" y="2987719"/>
              <a:ext cx="71401" cy="16255"/>
            </a:xfrm>
            <a:custGeom>
              <a:rect b="b" l="l" r="r" t="t"/>
              <a:pathLst>
                <a:path extrusionOk="0" h="619" w="2719">
                  <a:moveTo>
                    <a:pt x="431" y="1"/>
                  </a:moveTo>
                  <a:cubicBezTo>
                    <a:pt x="364" y="1"/>
                    <a:pt x="316" y="30"/>
                    <a:pt x="287" y="87"/>
                  </a:cubicBezTo>
                  <a:lnTo>
                    <a:pt x="144" y="116"/>
                  </a:lnTo>
                  <a:cubicBezTo>
                    <a:pt x="67" y="135"/>
                    <a:pt x="0" y="307"/>
                    <a:pt x="0" y="326"/>
                  </a:cubicBezTo>
                  <a:cubicBezTo>
                    <a:pt x="0" y="349"/>
                    <a:pt x="94" y="618"/>
                    <a:pt x="153" y="618"/>
                  </a:cubicBezTo>
                  <a:cubicBezTo>
                    <a:pt x="170" y="618"/>
                    <a:pt x="183" y="598"/>
                    <a:pt x="192" y="546"/>
                  </a:cubicBezTo>
                  <a:cubicBezTo>
                    <a:pt x="201" y="422"/>
                    <a:pt x="306" y="326"/>
                    <a:pt x="440" y="326"/>
                  </a:cubicBezTo>
                  <a:lnTo>
                    <a:pt x="2498" y="326"/>
                  </a:lnTo>
                  <a:cubicBezTo>
                    <a:pt x="2718" y="326"/>
                    <a:pt x="2718" y="1"/>
                    <a:pt x="2498" y="1"/>
                  </a:cubicBezTo>
                  <a:close/>
                </a:path>
              </a:pathLst>
            </a:custGeom>
            <a:solidFill>
              <a:srgbClr val="8297A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434" name="Google Shape;13434;p43"/>
            <p:cNvSpPr/>
            <p:nvPr/>
          </p:nvSpPr>
          <p:spPr>
            <a:xfrm>
              <a:off x="3311823" y="3011852"/>
              <a:ext cx="102309" cy="104068"/>
            </a:xfrm>
            <a:custGeom>
              <a:rect b="b" l="l" r="r" t="t"/>
              <a:pathLst>
                <a:path extrusionOk="0" h="3963" w="3896">
                  <a:moveTo>
                    <a:pt x="632" y="1"/>
                  </a:moveTo>
                  <a:lnTo>
                    <a:pt x="670" y="508"/>
                  </a:lnTo>
                  <a:cubicBezTo>
                    <a:pt x="708" y="958"/>
                    <a:pt x="689" y="1924"/>
                    <a:pt x="211" y="3341"/>
                  </a:cubicBezTo>
                  <a:lnTo>
                    <a:pt x="0" y="3963"/>
                  </a:lnTo>
                  <a:lnTo>
                    <a:pt x="3895" y="3963"/>
                  </a:lnTo>
                  <a:lnTo>
                    <a:pt x="3685" y="3341"/>
                  </a:lnTo>
                  <a:cubicBezTo>
                    <a:pt x="3206" y="1924"/>
                    <a:pt x="3187" y="958"/>
                    <a:pt x="3225" y="508"/>
                  </a:cubicBezTo>
                  <a:lnTo>
                    <a:pt x="3264" y="1"/>
                  </a:lnTo>
                  <a:close/>
                </a:path>
              </a:pathLst>
            </a:custGeom>
            <a:solidFill>
              <a:srgbClr val="99A8B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435" name="Google Shape;13435;p43"/>
            <p:cNvSpPr/>
            <p:nvPr/>
          </p:nvSpPr>
          <p:spPr>
            <a:xfrm>
              <a:off x="3311823" y="3011852"/>
              <a:ext cx="27415" cy="104068"/>
            </a:xfrm>
            <a:custGeom>
              <a:rect b="b" l="l" r="r" t="t"/>
              <a:pathLst>
                <a:path extrusionOk="0" h="3963" w="1044">
                  <a:moveTo>
                    <a:pt x="632" y="1"/>
                  </a:moveTo>
                  <a:lnTo>
                    <a:pt x="670" y="508"/>
                  </a:lnTo>
                  <a:cubicBezTo>
                    <a:pt x="708" y="958"/>
                    <a:pt x="689" y="1924"/>
                    <a:pt x="211" y="3341"/>
                  </a:cubicBezTo>
                  <a:lnTo>
                    <a:pt x="0" y="3963"/>
                  </a:lnTo>
                  <a:lnTo>
                    <a:pt x="345" y="3963"/>
                  </a:lnTo>
                  <a:lnTo>
                    <a:pt x="555" y="3341"/>
                  </a:lnTo>
                  <a:cubicBezTo>
                    <a:pt x="1034" y="1924"/>
                    <a:pt x="1043" y="958"/>
                    <a:pt x="1005" y="508"/>
                  </a:cubicBezTo>
                  <a:lnTo>
                    <a:pt x="967" y="1"/>
                  </a:lnTo>
                  <a:close/>
                </a:path>
              </a:pathLst>
            </a:custGeom>
            <a:solidFill>
              <a:srgbClr val="8297A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436" name="Google Shape;13436;p43"/>
            <p:cNvSpPr/>
            <p:nvPr/>
          </p:nvSpPr>
          <p:spPr>
            <a:xfrm>
              <a:off x="3306046" y="3102318"/>
              <a:ext cx="113863" cy="38235"/>
            </a:xfrm>
            <a:custGeom>
              <a:rect b="b" l="l" r="r" t="t"/>
              <a:pathLst>
                <a:path extrusionOk="0" h="1456" w="4336">
                  <a:moveTo>
                    <a:pt x="287" y="1"/>
                  </a:moveTo>
                  <a:cubicBezTo>
                    <a:pt x="268" y="1"/>
                    <a:pt x="249" y="11"/>
                    <a:pt x="249" y="39"/>
                  </a:cubicBezTo>
                  <a:lnTo>
                    <a:pt x="10" y="1398"/>
                  </a:lnTo>
                  <a:cubicBezTo>
                    <a:pt x="0" y="1427"/>
                    <a:pt x="19" y="1456"/>
                    <a:pt x="48" y="1456"/>
                  </a:cubicBezTo>
                  <a:lnTo>
                    <a:pt x="4278" y="1456"/>
                  </a:lnTo>
                  <a:cubicBezTo>
                    <a:pt x="4307" y="1456"/>
                    <a:pt x="4335" y="1427"/>
                    <a:pt x="4326" y="1398"/>
                  </a:cubicBezTo>
                  <a:lnTo>
                    <a:pt x="4087" y="39"/>
                  </a:lnTo>
                  <a:cubicBezTo>
                    <a:pt x="4077" y="11"/>
                    <a:pt x="4058" y="1"/>
                    <a:pt x="4039" y="1"/>
                  </a:cubicBezTo>
                  <a:close/>
                </a:path>
              </a:pathLst>
            </a:custGeom>
            <a:solidFill>
              <a:srgbClr val="8A9DA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437" name="Google Shape;13437;p43"/>
            <p:cNvSpPr/>
            <p:nvPr/>
          </p:nvSpPr>
          <p:spPr>
            <a:xfrm>
              <a:off x="3303263" y="3184512"/>
              <a:ext cx="148054" cy="26418"/>
            </a:xfrm>
            <a:custGeom>
              <a:rect b="b" l="l" r="r" t="t"/>
              <a:pathLst>
                <a:path extrusionOk="0" h="1006" w="5638">
                  <a:moveTo>
                    <a:pt x="58" y="0"/>
                  </a:moveTo>
                  <a:cubicBezTo>
                    <a:pt x="20" y="0"/>
                    <a:pt x="1" y="29"/>
                    <a:pt x="10" y="67"/>
                  </a:cubicBezTo>
                  <a:lnTo>
                    <a:pt x="384" y="977"/>
                  </a:lnTo>
                  <a:cubicBezTo>
                    <a:pt x="393" y="996"/>
                    <a:pt x="412" y="1005"/>
                    <a:pt x="432" y="1005"/>
                  </a:cubicBezTo>
                  <a:lnTo>
                    <a:pt x="5590" y="1005"/>
                  </a:lnTo>
                  <a:cubicBezTo>
                    <a:pt x="5609" y="1005"/>
                    <a:pt x="5638" y="986"/>
                    <a:pt x="5638" y="957"/>
                  </a:cubicBezTo>
                  <a:lnTo>
                    <a:pt x="5638" y="48"/>
                  </a:lnTo>
                  <a:cubicBezTo>
                    <a:pt x="5638" y="20"/>
                    <a:pt x="5609" y="0"/>
                    <a:pt x="5590" y="0"/>
                  </a:cubicBezTo>
                  <a:close/>
                </a:path>
              </a:pathLst>
            </a:custGeom>
            <a:solidFill>
              <a:srgbClr val="8A9DA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438" name="Google Shape;13438;p43"/>
            <p:cNvSpPr/>
            <p:nvPr/>
          </p:nvSpPr>
          <p:spPr>
            <a:xfrm>
              <a:off x="3289949" y="3126950"/>
              <a:ext cx="152072" cy="58586"/>
            </a:xfrm>
            <a:custGeom>
              <a:rect b="b" l="l" r="r" t="t"/>
              <a:pathLst>
                <a:path extrusionOk="0" h="2231" w="5791">
                  <a:moveTo>
                    <a:pt x="374" y="1"/>
                  </a:moveTo>
                  <a:lnTo>
                    <a:pt x="96" y="1015"/>
                  </a:lnTo>
                  <a:lnTo>
                    <a:pt x="1" y="1302"/>
                  </a:lnTo>
                  <a:lnTo>
                    <a:pt x="163" y="1456"/>
                  </a:lnTo>
                  <a:lnTo>
                    <a:pt x="307" y="2231"/>
                  </a:lnTo>
                  <a:lnTo>
                    <a:pt x="5791" y="2231"/>
                  </a:lnTo>
                  <a:lnTo>
                    <a:pt x="5188" y="1"/>
                  </a:lnTo>
                  <a:close/>
                </a:path>
              </a:pathLst>
            </a:custGeom>
            <a:solidFill>
              <a:srgbClr val="99A8B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439" name="Google Shape;13439;p43"/>
            <p:cNvSpPr/>
            <p:nvPr/>
          </p:nvSpPr>
          <p:spPr>
            <a:xfrm>
              <a:off x="3289949" y="3126950"/>
              <a:ext cx="19642" cy="58586"/>
            </a:xfrm>
            <a:custGeom>
              <a:rect b="b" l="l" r="r" t="t"/>
              <a:pathLst>
                <a:path extrusionOk="0" h="2231" w="748">
                  <a:moveTo>
                    <a:pt x="374" y="1"/>
                  </a:moveTo>
                  <a:lnTo>
                    <a:pt x="96" y="1015"/>
                  </a:lnTo>
                  <a:lnTo>
                    <a:pt x="1" y="1302"/>
                  </a:lnTo>
                  <a:lnTo>
                    <a:pt x="163" y="1456"/>
                  </a:lnTo>
                  <a:lnTo>
                    <a:pt x="307" y="2231"/>
                  </a:lnTo>
                  <a:lnTo>
                    <a:pt x="680" y="2231"/>
                  </a:lnTo>
                  <a:lnTo>
                    <a:pt x="546" y="1456"/>
                  </a:lnTo>
                  <a:lnTo>
                    <a:pt x="374" y="1302"/>
                  </a:lnTo>
                  <a:lnTo>
                    <a:pt x="470" y="1015"/>
                  </a:lnTo>
                  <a:lnTo>
                    <a:pt x="747" y="1"/>
                  </a:lnTo>
                  <a:close/>
                </a:path>
              </a:pathLst>
            </a:custGeom>
            <a:solidFill>
              <a:srgbClr val="8297A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440" name="Google Shape;13440;p43"/>
            <p:cNvSpPr/>
            <p:nvPr/>
          </p:nvSpPr>
          <p:spPr>
            <a:xfrm>
              <a:off x="3204761" y="3064136"/>
              <a:ext cx="27678" cy="104068"/>
            </a:xfrm>
            <a:custGeom>
              <a:rect b="b" l="l" r="r" t="t"/>
              <a:pathLst>
                <a:path extrusionOk="0" h="3963" w="1054">
                  <a:moveTo>
                    <a:pt x="632" y="0"/>
                  </a:moveTo>
                  <a:lnTo>
                    <a:pt x="670" y="507"/>
                  </a:lnTo>
                  <a:cubicBezTo>
                    <a:pt x="708" y="957"/>
                    <a:pt x="699" y="1924"/>
                    <a:pt x="211" y="3340"/>
                  </a:cubicBezTo>
                  <a:lnTo>
                    <a:pt x="0" y="3962"/>
                  </a:lnTo>
                  <a:lnTo>
                    <a:pt x="345" y="3962"/>
                  </a:lnTo>
                  <a:lnTo>
                    <a:pt x="555" y="3340"/>
                  </a:lnTo>
                  <a:cubicBezTo>
                    <a:pt x="1043" y="1924"/>
                    <a:pt x="1053" y="957"/>
                    <a:pt x="1015" y="507"/>
                  </a:cubicBezTo>
                  <a:lnTo>
                    <a:pt x="976" y="0"/>
                  </a:lnTo>
                  <a:close/>
                </a:path>
              </a:pathLst>
            </a:custGeom>
            <a:solidFill>
              <a:srgbClr val="8297A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441" name="Google Shape;13441;p43"/>
            <p:cNvSpPr/>
            <p:nvPr/>
          </p:nvSpPr>
          <p:spPr>
            <a:xfrm>
              <a:off x="3179631" y="3181229"/>
              <a:ext cx="24658" cy="54568"/>
            </a:xfrm>
            <a:custGeom>
              <a:rect b="b" l="l" r="r" t="t"/>
              <a:pathLst>
                <a:path extrusionOk="0" h="2078" w="939">
                  <a:moveTo>
                    <a:pt x="565" y="1"/>
                  </a:moveTo>
                  <a:lnTo>
                    <a:pt x="0" y="2078"/>
                  </a:lnTo>
                  <a:lnTo>
                    <a:pt x="373" y="2078"/>
                  </a:lnTo>
                  <a:lnTo>
                    <a:pt x="938" y="1"/>
                  </a:lnTo>
                  <a:close/>
                </a:path>
              </a:pathLst>
            </a:custGeom>
            <a:solidFill>
              <a:srgbClr val="8297A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442" name="Google Shape;13442;p43"/>
            <p:cNvSpPr/>
            <p:nvPr/>
          </p:nvSpPr>
          <p:spPr>
            <a:xfrm>
              <a:off x="3307044" y="2903609"/>
              <a:ext cx="111868" cy="120586"/>
            </a:xfrm>
            <a:custGeom>
              <a:rect b="b" l="l" r="r" t="t"/>
              <a:pathLst>
                <a:path extrusionOk="0" h="4592" w="4260">
                  <a:moveTo>
                    <a:pt x="2126" y="0"/>
                  </a:moveTo>
                  <a:cubicBezTo>
                    <a:pt x="1996" y="0"/>
                    <a:pt x="1867" y="70"/>
                    <a:pt x="1895" y="208"/>
                  </a:cubicBezTo>
                  <a:lnTo>
                    <a:pt x="1895" y="792"/>
                  </a:lnTo>
                  <a:cubicBezTo>
                    <a:pt x="756" y="945"/>
                    <a:pt x="87" y="2161"/>
                    <a:pt x="565" y="3204"/>
                  </a:cubicBezTo>
                  <a:lnTo>
                    <a:pt x="536" y="3204"/>
                  </a:lnTo>
                  <a:cubicBezTo>
                    <a:pt x="240" y="3204"/>
                    <a:pt x="0" y="3453"/>
                    <a:pt x="0" y="3749"/>
                  </a:cubicBezTo>
                  <a:lnTo>
                    <a:pt x="0" y="4046"/>
                  </a:lnTo>
                  <a:cubicBezTo>
                    <a:pt x="0" y="4343"/>
                    <a:pt x="240" y="4592"/>
                    <a:pt x="536" y="4592"/>
                  </a:cubicBezTo>
                  <a:lnTo>
                    <a:pt x="3723" y="4592"/>
                  </a:lnTo>
                  <a:cubicBezTo>
                    <a:pt x="4020" y="4592"/>
                    <a:pt x="4259" y="4343"/>
                    <a:pt x="4259" y="4046"/>
                  </a:cubicBezTo>
                  <a:lnTo>
                    <a:pt x="4259" y="3749"/>
                  </a:lnTo>
                  <a:cubicBezTo>
                    <a:pt x="4259" y="3453"/>
                    <a:pt x="4020" y="3204"/>
                    <a:pt x="3714" y="3204"/>
                  </a:cubicBezTo>
                  <a:lnTo>
                    <a:pt x="3695" y="3204"/>
                  </a:lnTo>
                  <a:cubicBezTo>
                    <a:pt x="4173" y="2161"/>
                    <a:pt x="3503" y="945"/>
                    <a:pt x="2364" y="792"/>
                  </a:cubicBezTo>
                  <a:lnTo>
                    <a:pt x="2364" y="208"/>
                  </a:lnTo>
                  <a:cubicBezTo>
                    <a:pt x="2388" y="70"/>
                    <a:pt x="2257" y="0"/>
                    <a:pt x="2126" y="0"/>
                  </a:cubicBezTo>
                  <a:close/>
                </a:path>
              </a:pathLst>
            </a:custGeom>
            <a:solidFill>
              <a:srgbClr val="99A8B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443" name="Google Shape;13443;p43"/>
            <p:cNvSpPr/>
            <p:nvPr/>
          </p:nvSpPr>
          <p:spPr>
            <a:xfrm>
              <a:off x="3306782" y="2924407"/>
              <a:ext cx="50052" cy="99788"/>
            </a:xfrm>
            <a:custGeom>
              <a:rect b="b" l="l" r="r" t="t"/>
              <a:pathLst>
                <a:path extrusionOk="0" h="3800" w="1906">
                  <a:moveTo>
                    <a:pt x="1905" y="0"/>
                  </a:moveTo>
                  <a:lnTo>
                    <a:pt x="1905" y="0"/>
                  </a:lnTo>
                  <a:cubicBezTo>
                    <a:pt x="757" y="163"/>
                    <a:pt x="97" y="1369"/>
                    <a:pt x="565" y="2421"/>
                  </a:cubicBezTo>
                  <a:lnTo>
                    <a:pt x="546" y="2421"/>
                  </a:lnTo>
                  <a:cubicBezTo>
                    <a:pt x="250" y="2421"/>
                    <a:pt x="1" y="2661"/>
                    <a:pt x="1" y="2957"/>
                  </a:cubicBezTo>
                  <a:lnTo>
                    <a:pt x="1" y="3254"/>
                  </a:lnTo>
                  <a:cubicBezTo>
                    <a:pt x="1" y="3551"/>
                    <a:pt x="250" y="3800"/>
                    <a:pt x="546" y="3800"/>
                  </a:cubicBezTo>
                  <a:lnTo>
                    <a:pt x="891" y="3800"/>
                  </a:lnTo>
                  <a:cubicBezTo>
                    <a:pt x="594" y="3800"/>
                    <a:pt x="345" y="3551"/>
                    <a:pt x="345" y="3254"/>
                  </a:cubicBezTo>
                  <a:lnTo>
                    <a:pt x="345" y="2957"/>
                  </a:lnTo>
                  <a:cubicBezTo>
                    <a:pt x="345" y="2661"/>
                    <a:pt x="594" y="2421"/>
                    <a:pt x="891" y="2421"/>
                  </a:cubicBezTo>
                  <a:lnTo>
                    <a:pt x="910" y="2421"/>
                  </a:lnTo>
                  <a:cubicBezTo>
                    <a:pt x="719" y="1991"/>
                    <a:pt x="709" y="1512"/>
                    <a:pt x="881" y="1082"/>
                  </a:cubicBezTo>
                  <a:cubicBezTo>
                    <a:pt x="1006" y="689"/>
                    <a:pt x="1302" y="287"/>
                    <a:pt x="1905" y="0"/>
                  </a:cubicBezTo>
                  <a:close/>
                </a:path>
              </a:pathLst>
            </a:custGeom>
            <a:solidFill>
              <a:srgbClr val="8297A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444" name="Google Shape;13444;p43"/>
            <p:cNvSpPr/>
            <p:nvPr/>
          </p:nvSpPr>
          <p:spPr>
            <a:xfrm>
              <a:off x="3289713" y="3126714"/>
              <a:ext cx="38970" cy="58586"/>
            </a:xfrm>
            <a:custGeom>
              <a:rect b="b" l="l" r="r" t="t"/>
              <a:pathLst>
                <a:path extrusionOk="0" h="2231" w="1484">
                  <a:moveTo>
                    <a:pt x="383" y="0"/>
                  </a:moveTo>
                  <a:lnTo>
                    <a:pt x="105" y="1015"/>
                  </a:lnTo>
                  <a:lnTo>
                    <a:pt x="0" y="1302"/>
                  </a:lnTo>
                  <a:lnTo>
                    <a:pt x="172" y="1455"/>
                  </a:lnTo>
                  <a:lnTo>
                    <a:pt x="316" y="2230"/>
                  </a:lnTo>
                  <a:lnTo>
                    <a:pt x="1483" y="2230"/>
                  </a:lnTo>
                  <a:lnTo>
                    <a:pt x="1436" y="2077"/>
                  </a:lnTo>
                  <a:lnTo>
                    <a:pt x="1139" y="2077"/>
                  </a:lnTo>
                  <a:lnTo>
                    <a:pt x="967" y="1110"/>
                  </a:lnTo>
                  <a:lnTo>
                    <a:pt x="881" y="1110"/>
                  </a:lnTo>
                  <a:lnTo>
                    <a:pt x="833" y="957"/>
                  </a:lnTo>
                  <a:cubicBezTo>
                    <a:pt x="708" y="613"/>
                    <a:pt x="622" y="297"/>
                    <a:pt x="555" y="0"/>
                  </a:cubicBezTo>
                  <a:close/>
                </a:path>
              </a:pathLst>
            </a:custGeom>
            <a:solidFill>
              <a:srgbClr val="8297A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445" name="Google Shape;13445;p43"/>
            <p:cNvSpPr/>
            <p:nvPr/>
          </p:nvSpPr>
          <p:spPr>
            <a:xfrm>
              <a:off x="3310799" y="2987719"/>
              <a:ext cx="70666" cy="16255"/>
            </a:xfrm>
            <a:custGeom>
              <a:rect b="b" l="l" r="r" t="t"/>
              <a:pathLst>
                <a:path extrusionOk="0" h="619" w="2691">
                  <a:moveTo>
                    <a:pt x="432" y="1"/>
                  </a:moveTo>
                  <a:cubicBezTo>
                    <a:pt x="365" y="1"/>
                    <a:pt x="317" y="30"/>
                    <a:pt x="288" y="87"/>
                  </a:cubicBezTo>
                  <a:lnTo>
                    <a:pt x="145" y="116"/>
                  </a:lnTo>
                  <a:cubicBezTo>
                    <a:pt x="68" y="135"/>
                    <a:pt x="1" y="307"/>
                    <a:pt x="1" y="326"/>
                  </a:cubicBezTo>
                  <a:cubicBezTo>
                    <a:pt x="1" y="349"/>
                    <a:pt x="95" y="618"/>
                    <a:pt x="154" y="618"/>
                  </a:cubicBezTo>
                  <a:cubicBezTo>
                    <a:pt x="170" y="618"/>
                    <a:pt x="184" y="598"/>
                    <a:pt x="192" y="546"/>
                  </a:cubicBezTo>
                  <a:cubicBezTo>
                    <a:pt x="202" y="422"/>
                    <a:pt x="307" y="326"/>
                    <a:pt x="441" y="326"/>
                  </a:cubicBezTo>
                  <a:lnTo>
                    <a:pt x="2470" y="326"/>
                  </a:lnTo>
                  <a:cubicBezTo>
                    <a:pt x="2690" y="326"/>
                    <a:pt x="2690" y="1"/>
                    <a:pt x="2470" y="1"/>
                  </a:cubicBezTo>
                  <a:close/>
                </a:path>
              </a:pathLst>
            </a:custGeom>
            <a:solidFill>
              <a:srgbClr val="8297A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446" name="Google Shape;13446;p43"/>
            <p:cNvSpPr/>
            <p:nvPr/>
          </p:nvSpPr>
          <p:spPr>
            <a:xfrm>
              <a:off x="3204761" y="3064136"/>
              <a:ext cx="102545" cy="104068"/>
            </a:xfrm>
            <a:custGeom>
              <a:rect b="b" l="l" r="r" t="t"/>
              <a:pathLst>
                <a:path extrusionOk="0" h="3963" w="3905">
                  <a:moveTo>
                    <a:pt x="632" y="0"/>
                  </a:moveTo>
                  <a:lnTo>
                    <a:pt x="670" y="507"/>
                  </a:lnTo>
                  <a:cubicBezTo>
                    <a:pt x="708" y="957"/>
                    <a:pt x="699" y="1924"/>
                    <a:pt x="211" y="3340"/>
                  </a:cubicBezTo>
                  <a:lnTo>
                    <a:pt x="0" y="3962"/>
                  </a:lnTo>
                  <a:lnTo>
                    <a:pt x="3905" y="3962"/>
                  </a:lnTo>
                  <a:lnTo>
                    <a:pt x="3694" y="3340"/>
                  </a:lnTo>
                  <a:cubicBezTo>
                    <a:pt x="3216" y="1924"/>
                    <a:pt x="3197" y="957"/>
                    <a:pt x="3235" y="507"/>
                  </a:cubicBezTo>
                  <a:lnTo>
                    <a:pt x="3273" y="0"/>
                  </a:lnTo>
                  <a:close/>
                </a:path>
              </a:pathLst>
            </a:custGeom>
            <a:solidFill>
              <a:srgbClr val="99A8B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447" name="Google Shape;13447;p43"/>
            <p:cNvSpPr/>
            <p:nvPr/>
          </p:nvSpPr>
          <p:spPr>
            <a:xfrm>
              <a:off x="3204761" y="3064136"/>
              <a:ext cx="28413" cy="104068"/>
            </a:xfrm>
            <a:custGeom>
              <a:rect b="b" l="l" r="r" t="t"/>
              <a:pathLst>
                <a:path extrusionOk="0" h="3963" w="1082">
                  <a:moveTo>
                    <a:pt x="632" y="0"/>
                  </a:moveTo>
                  <a:lnTo>
                    <a:pt x="670" y="507"/>
                  </a:lnTo>
                  <a:cubicBezTo>
                    <a:pt x="708" y="957"/>
                    <a:pt x="699" y="1924"/>
                    <a:pt x="211" y="3340"/>
                  </a:cubicBezTo>
                  <a:lnTo>
                    <a:pt x="0" y="3962"/>
                  </a:lnTo>
                  <a:lnTo>
                    <a:pt x="383" y="3962"/>
                  </a:lnTo>
                  <a:lnTo>
                    <a:pt x="594" y="3340"/>
                  </a:lnTo>
                  <a:cubicBezTo>
                    <a:pt x="1072" y="1924"/>
                    <a:pt x="1082" y="957"/>
                    <a:pt x="1043" y="507"/>
                  </a:cubicBezTo>
                  <a:lnTo>
                    <a:pt x="1005" y="0"/>
                  </a:lnTo>
                  <a:close/>
                </a:path>
              </a:pathLst>
            </a:custGeom>
            <a:solidFill>
              <a:srgbClr val="8297A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448" name="Google Shape;13448;p43"/>
            <p:cNvSpPr/>
            <p:nvPr/>
          </p:nvSpPr>
          <p:spPr>
            <a:xfrm>
              <a:off x="3199221" y="3154339"/>
              <a:ext cx="113890" cy="38497"/>
            </a:xfrm>
            <a:custGeom>
              <a:rect b="b" l="l" r="r" t="t"/>
              <a:pathLst>
                <a:path extrusionOk="0" h="1466" w="4337">
                  <a:moveTo>
                    <a:pt x="288" y="1"/>
                  </a:moveTo>
                  <a:cubicBezTo>
                    <a:pt x="269" y="1"/>
                    <a:pt x="250" y="20"/>
                    <a:pt x="240" y="49"/>
                  </a:cubicBezTo>
                  <a:lnTo>
                    <a:pt x="1" y="1408"/>
                  </a:lnTo>
                  <a:cubicBezTo>
                    <a:pt x="1" y="1437"/>
                    <a:pt x="20" y="1465"/>
                    <a:pt x="49" y="1465"/>
                  </a:cubicBezTo>
                  <a:lnTo>
                    <a:pt x="4279" y="1465"/>
                  </a:lnTo>
                  <a:cubicBezTo>
                    <a:pt x="4307" y="1465"/>
                    <a:pt x="4336" y="1437"/>
                    <a:pt x="4327" y="1408"/>
                  </a:cubicBezTo>
                  <a:lnTo>
                    <a:pt x="4078" y="49"/>
                  </a:lnTo>
                  <a:cubicBezTo>
                    <a:pt x="4078" y="20"/>
                    <a:pt x="4059" y="1"/>
                    <a:pt x="4030" y="1"/>
                  </a:cubicBezTo>
                  <a:close/>
                </a:path>
              </a:pathLst>
            </a:custGeom>
            <a:solidFill>
              <a:srgbClr val="8A9DA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449" name="Google Shape;13449;p43"/>
            <p:cNvSpPr/>
            <p:nvPr/>
          </p:nvSpPr>
          <p:spPr>
            <a:xfrm>
              <a:off x="3167551" y="3235272"/>
              <a:ext cx="176704" cy="27914"/>
            </a:xfrm>
            <a:custGeom>
              <a:rect b="b" l="l" r="r" t="t"/>
              <a:pathLst>
                <a:path extrusionOk="0" h="1063" w="6729">
                  <a:moveTo>
                    <a:pt x="49" y="1"/>
                  </a:moveTo>
                  <a:cubicBezTo>
                    <a:pt x="30" y="1"/>
                    <a:pt x="1" y="20"/>
                    <a:pt x="1" y="48"/>
                  </a:cubicBezTo>
                  <a:lnTo>
                    <a:pt x="1" y="1015"/>
                  </a:lnTo>
                  <a:cubicBezTo>
                    <a:pt x="1" y="1044"/>
                    <a:pt x="30" y="1063"/>
                    <a:pt x="49" y="1063"/>
                  </a:cubicBezTo>
                  <a:lnTo>
                    <a:pt x="6691" y="1063"/>
                  </a:lnTo>
                  <a:cubicBezTo>
                    <a:pt x="6710" y="1063"/>
                    <a:pt x="6729" y="1044"/>
                    <a:pt x="6729" y="1015"/>
                  </a:cubicBezTo>
                  <a:lnTo>
                    <a:pt x="6729" y="48"/>
                  </a:lnTo>
                  <a:cubicBezTo>
                    <a:pt x="6729" y="20"/>
                    <a:pt x="6710" y="1"/>
                    <a:pt x="6691" y="1"/>
                  </a:cubicBezTo>
                  <a:close/>
                </a:path>
              </a:pathLst>
            </a:custGeom>
            <a:solidFill>
              <a:srgbClr val="8498A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450" name="Google Shape;13450;p43"/>
            <p:cNvSpPr/>
            <p:nvPr/>
          </p:nvSpPr>
          <p:spPr>
            <a:xfrm>
              <a:off x="3179631" y="3181229"/>
              <a:ext cx="152807" cy="54568"/>
            </a:xfrm>
            <a:custGeom>
              <a:rect b="b" l="l" r="r" t="t"/>
              <a:pathLst>
                <a:path extrusionOk="0" h="2078" w="5819">
                  <a:moveTo>
                    <a:pt x="565" y="1"/>
                  </a:moveTo>
                  <a:lnTo>
                    <a:pt x="0" y="2078"/>
                  </a:lnTo>
                  <a:lnTo>
                    <a:pt x="5819" y="2078"/>
                  </a:lnTo>
                  <a:lnTo>
                    <a:pt x="5254" y="1"/>
                  </a:lnTo>
                  <a:close/>
                </a:path>
              </a:pathLst>
            </a:custGeom>
            <a:solidFill>
              <a:srgbClr val="99A8B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451" name="Google Shape;13451;p43"/>
            <p:cNvSpPr/>
            <p:nvPr/>
          </p:nvSpPr>
          <p:spPr>
            <a:xfrm>
              <a:off x="3070048" y="3126950"/>
              <a:ext cx="25919" cy="58586"/>
            </a:xfrm>
            <a:custGeom>
              <a:rect b="b" l="l" r="r" t="t"/>
              <a:pathLst>
                <a:path extrusionOk="0" h="2231" w="987">
                  <a:moveTo>
                    <a:pt x="604" y="1"/>
                  </a:moveTo>
                  <a:lnTo>
                    <a:pt x="1" y="2231"/>
                  </a:lnTo>
                  <a:lnTo>
                    <a:pt x="374" y="2231"/>
                  </a:lnTo>
                  <a:lnTo>
                    <a:pt x="986" y="1"/>
                  </a:lnTo>
                  <a:close/>
                </a:path>
              </a:pathLst>
            </a:custGeom>
            <a:solidFill>
              <a:srgbClr val="8297A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452" name="Google Shape;13452;p43"/>
            <p:cNvSpPr/>
            <p:nvPr/>
          </p:nvSpPr>
          <p:spPr>
            <a:xfrm>
              <a:off x="3179631" y="3181229"/>
              <a:ext cx="24658" cy="54568"/>
            </a:xfrm>
            <a:custGeom>
              <a:rect b="b" l="l" r="r" t="t"/>
              <a:pathLst>
                <a:path extrusionOk="0" h="2078" w="939">
                  <a:moveTo>
                    <a:pt x="565" y="1"/>
                  </a:moveTo>
                  <a:lnTo>
                    <a:pt x="0" y="2078"/>
                  </a:lnTo>
                  <a:lnTo>
                    <a:pt x="373" y="2078"/>
                  </a:lnTo>
                  <a:lnTo>
                    <a:pt x="938" y="1"/>
                  </a:lnTo>
                  <a:close/>
                </a:path>
              </a:pathLst>
            </a:custGeom>
            <a:solidFill>
              <a:srgbClr val="8297A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453" name="Google Shape;13453;p43"/>
            <p:cNvSpPr/>
            <p:nvPr/>
          </p:nvSpPr>
          <p:spPr>
            <a:xfrm>
              <a:off x="3200245" y="2956260"/>
              <a:ext cx="111841" cy="120218"/>
            </a:xfrm>
            <a:custGeom>
              <a:rect b="b" l="l" r="r" t="t"/>
              <a:pathLst>
                <a:path extrusionOk="0" h="4578" w="4259">
                  <a:moveTo>
                    <a:pt x="2129" y="0"/>
                  </a:moveTo>
                  <a:cubicBezTo>
                    <a:pt x="2024" y="0"/>
                    <a:pt x="1919" y="65"/>
                    <a:pt x="1895" y="194"/>
                  </a:cubicBezTo>
                  <a:lnTo>
                    <a:pt x="1895" y="778"/>
                  </a:lnTo>
                  <a:cubicBezTo>
                    <a:pt x="756" y="941"/>
                    <a:pt x="86" y="2146"/>
                    <a:pt x="565" y="3199"/>
                  </a:cubicBezTo>
                  <a:lnTo>
                    <a:pt x="536" y="3199"/>
                  </a:lnTo>
                  <a:cubicBezTo>
                    <a:pt x="239" y="3199"/>
                    <a:pt x="0" y="3438"/>
                    <a:pt x="0" y="3735"/>
                  </a:cubicBezTo>
                  <a:lnTo>
                    <a:pt x="0" y="4032"/>
                  </a:lnTo>
                  <a:cubicBezTo>
                    <a:pt x="0" y="4328"/>
                    <a:pt x="239" y="4577"/>
                    <a:pt x="536" y="4577"/>
                  </a:cubicBezTo>
                  <a:lnTo>
                    <a:pt x="3723" y="4577"/>
                  </a:lnTo>
                  <a:cubicBezTo>
                    <a:pt x="4020" y="4577"/>
                    <a:pt x="4259" y="4328"/>
                    <a:pt x="4259" y="4032"/>
                  </a:cubicBezTo>
                  <a:lnTo>
                    <a:pt x="4259" y="3735"/>
                  </a:lnTo>
                  <a:cubicBezTo>
                    <a:pt x="4259" y="3444"/>
                    <a:pt x="4028" y="3199"/>
                    <a:pt x="3730" y="3199"/>
                  </a:cubicBezTo>
                  <a:cubicBezTo>
                    <a:pt x="3725" y="3199"/>
                    <a:pt x="3719" y="3199"/>
                    <a:pt x="3713" y="3199"/>
                  </a:cubicBezTo>
                  <a:lnTo>
                    <a:pt x="3694" y="3199"/>
                  </a:lnTo>
                  <a:cubicBezTo>
                    <a:pt x="4163" y="2146"/>
                    <a:pt x="3503" y="941"/>
                    <a:pt x="2364" y="778"/>
                  </a:cubicBezTo>
                  <a:lnTo>
                    <a:pt x="2364" y="194"/>
                  </a:lnTo>
                  <a:cubicBezTo>
                    <a:pt x="2340" y="65"/>
                    <a:pt x="2235" y="0"/>
                    <a:pt x="2129" y="0"/>
                  </a:cubicBezTo>
                  <a:close/>
                </a:path>
              </a:pathLst>
            </a:custGeom>
            <a:solidFill>
              <a:srgbClr val="99A8B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454" name="Google Shape;13454;p43"/>
            <p:cNvSpPr/>
            <p:nvPr/>
          </p:nvSpPr>
          <p:spPr>
            <a:xfrm>
              <a:off x="3199982" y="2976664"/>
              <a:ext cx="49789" cy="99814"/>
            </a:xfrm>
            <a:custGeom>
              <a:rect b="b" l="l" r="r" t="t"/>
              <a:pathLst>
                <a:path extrusionOk="0" h="3801" w="1896">
                  <a:moveTo>
                    <a:pt x="1895" y="1"/>
                  </a:moveTo>
                  <a:cubicBezTo>
                    <a:pt x="756" y="164"/>
                    <a:pt x="96" y="1369"/>
                    <a:pt x="565" y="2422"/>
                  </a:cubicBezTo>
                  <a:lnTo>
                    <a:pt x="546" y="2422"/>
                  </a:lnTo>
                  <a:cubicBezTo>
                    <a:pt x="249" y="2422"/>
                    <a:pt x="0" y="2661"/>
                    <a:pt x="0" y="2968"/>
                  </a:cubicBezTo>
                  <a:lnTo>
                    <a:pt x="0" y="3255"/>
                  </a:lnTo>
                  <a:cubicBezTo>
                    <a:pt x="0" y="3561"/>
                    <a:pt x="249" y="3800"/>
                    <a:pt x="546" y="3800"/>
                  </a:cubicBezTo>
                  <a:lnTo>
                    <a:pt x="890" y="3800"/>
                  </a:lnTo>
                  <a:cubicBezTo>
                    <a:pt x="594" y="3800"/>
                    <a:pt x="345" y="3561"/>
                    <a:pt x="345" y="3255"/>
                  </a:cubicBezTo>
                  <a:lnTo>
                    <a:pt x="345" y="2968"/>
                  </a:lnTo>
                  <a:cubicBezTo>
                    <a:pt x="345" y="2661"/>
                    <a:pt x="594" y="2422"/>
                    <a:pt x="890" y="2422"/>
                  </a:cubicBezTo>
                  <a:lnTo>
                    <a:pt x="910" y="2422"/>
                  </a:lnTo>
                  <a:cubicBezTo>
                    <a:pt x="718" y="2001"/>
                    <a:pt x="709" y="1513"/>
                    <a:pt x="871" y="1082"/>
                  </a:cubicBezTo>
                  <a:cubicBezTo>
                    <a:pt x="1005" y="690"/>
                    <a:pt x="1302" y="288"/>
                    <a:pt x="1895" y="1"/>
                  </a:cubicBezTo>
                  <a:close/>
                </a:path>
              </a:pathLst>
            </a:custGeom>
            <a:solidFill>
              <a:srgbClr val="8297A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455" name="Google Shape;13455;p43"/>
            <p:cNvSpPr/>
            <p:nvPr/>
          </p:nvSpPr>
          <p:spPr>
            <a:xfrm>
              <a:off x="3204000" y="3040003"/>
              <a:ext cx="71401" cy="16255"/>
            </a:xfrm>
            <a:custGeom>
              <a:rect b="b" l="l" r="r" t="t"/>
              <a:pathLst>
                <a:path extrusionOk="0" h="619" w="2719">
                  <a:moveTo>
                    <a:pt x="2498" y="1"/>
                  </a:moveTo>
                  <a:lnTo>
                    <a:pt x="2498" y="10"/>
                  </a:lnTo>
                  <a:lnTo>
                    <a:pt x="431" y="10"/>
                  </a:lnTo>
                  <a:cubicBezTo>
                    <a:pt x="364" y="10"/>
                    <a:pt x="316" y="39"/>
                    <a:pt x="288" y="87"/>
                  </a:cubicBezTo>
                  <a:lnTo>
                    <a:pt x="144" y="115"/>
                  </a:lnTo>
                  <a:cubicBezTo>
                    <a:pt x="68" y="144"/>
                    <a:pt x="1" y="307"/>
                    <a:pt x="1" y="335"/>
                  </a:cubicBezTo>
                  <a:cubicBezTo>
                    <a:pt x="1" y="350"/>
                    <a:pt x="95" y="618"/>
                    <a:pt x="154" y="618"/>
                  </a:cubicBezTo>
                  <a:cubicBezTo>
                    <a:pt x="170" y="618"/>
                    <a:pt x="184" y="598"/>
                    <a:pt x="192" y="546"/>
                  </a:cubicBezTo>
                  <a:cubicBezTo>
                    <a:pt x="201" y="427"/>
                    <a:pt x="297" y="335"/>
                    <a:pt x="422" y="335"/>
                  </a:cubicBezTo>
                  <a:cubicBezTo>
                    <a:pt x="428" y="335"/>
                    <a:pt x="435" y="335"/>
                    <a:pt x="441" y="335"/>
                  </a:cubicBezTo>
                  <a:lnTo>
                    <a:pt x="2498" y="335"/>
                  </a:lnTo>
                  <a:cubicBezTo>
                    <a:pt x="2719" y="335"/>
                    <a:pt x="2719" y="1"/>
                    <a:pt x="2498" y="1"/>
                  </a:cubicBezTo>
                  <a:close/>
                </a:path>
              </a:pathLst>
            </a:custGeom>
            <a:solidFill>
              <a:srgbClr val="8297A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456" name="Google Shape;13456;p43"/>
            <p:cNvSpPr/>
            <p:nvPr/>
          </p:nvSpPr>
          <p:spPr>
            <a:xfrm>
              <a:off x="3389133" y="2987719"/>
              <a:ext cx="28256" cy="8088"/>
            </a:xfrm>
            <a:custGeom>
              <a:rect b="b" l="l" r="r" t="t"/>
              <a:pathLst>
                <a:path extrusionOk="0" h="308" w="1076">
                  <a:moveTo>
                    <a:pt x="206" y="0"/>
                  </a:moveTo>
                  <a:cubicBezTo>
                    <a:pt x="0" y="0"/>
                    <a:pt x="0" y="308"/>
                    <a:pt x="206" y="308"/>
                  </a:cubicBezTo>
                  <a:cubicBezTo>
                    <a:pt x="212" y="308"/>
                    <a:pt x="218" y="308"/>
                    <a:pt x="224" y="307"/>
                  </a:cubicBezTo>
                  <a:lnTo>
                    <a:pt x="1076" y="307"/>
                  </a:lnTo>
                  <a:cubicBezTo>
                    <a:pt x="990" y="125"/>
                    <a:pt x="798" y="1"/>
                    <a:pt x="588" y="1"/>
                  </a:cubicBezTo>
                  <a:lnTo>
                    <a:pt x="224" y="1"/>
                  </a:lnTo>
                  <a:cubicBezTo>
                    <a:pt x="218" y="0"/>
                    <a:pt x="212" y="0"/>
                    <a:pt x="206" y="0"/>
                  </a:cubicBezTo>
                  <a:close/>
                </a:path>
              </a:pathLst>
            </a:custGeom>
            <a:solidFill>
              <a:srgbClr val="8297A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457" name="Google Shape;13457;p43"/>
            <p:cNvSpPr/>
            <p:nvPr/>
          </p:nvSpPr>
          <p:spPr>
            <a:xfrm>
              <a:off x="3282307" y="3040213"/>
              <a:ext cx="28282" cy="8141"/>
            </a:xfrm>
            <a:custGeom>
              <a:rect b="b" l="l" r="r" t="t"/>
              <a:pathLst>
                <a:path extrusionOk="0" h="310" w="1077">
                  <a:moveTo>
                    <a:pt x="190" y="0"/>
                  </a:moveTo>
                  <a:cubicBezTo>
                    <a:pt x="1" y="0"/>
                    <a:pt x="3" y="309"/>
                    <a:pt x="198" y="309"/>
                  </a:cubicBezTo>
                  <a:cubicBezTo>
                    <a:pt x="204" y="309"/>
                    <a:pt x="209" y="309"/>
                    <a:pt x="215" y="308"/>
                  </a:cubicBezTo>
                  <a:lnTo>
                    <a:pt x="1076" y="308"/>
                  </a:lnTo>
                  <a:cubicBezTo>
                    <a:pt x="981" y="117"/>
                    <a:pt x="789" y="2"/>
                    <a:pt x="588" y="2"/>
                  </a:cubicBezTo>
                  <a:lnTo>
                    <a:pt x="215" y="2"/>
                  </a:lnTo>
                  <a:cubicBezTo>
                    <a:pt x="206" y="1"/>
                    <a:pt x="198" y="0"/>
                    <a:pt x="190" y="0"/>
                  </a:cubicBezTo>
                  <a:close/>
                </a:path>
              </a:pathLst>
            </a:custGeom>
            <a:solidFill>
              <a:srgbClr val="8297A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458" name="Google Shape;13458;p43"/>
            <p:cNvSpPr/>
            <p:nvPr/>
          </p:nvSpPr>
          <p:spPr>
            <a:xfrm>
              <a:off x="3175508" y="2987719"/>
              <a:ext cx="28256" cy="8088"/>
            </a:xfrm>
            <a:custGeom>
              <a:rect b="b" l="l" r="r" t="t"/>
              <a:pathLst>
                <a:path extrusionOk="0" h="308" w="1076">
                  <a:moveTo>
                    <a:pt x="206" y="0"/>
                  </a:moveTo>
                  <a:cubicBezTo>
                    <a:pt x="1" y="0"/>
                    <a:pt x="1" y="308"/>
                    <a:pt x="206" y="308"/>
                  </a:cubicBezTo>
                  <a:cubicBezTo>
                    <a:pt x="212" y="308"/>
                    <a:pt x="218" y="308"/>
                    <a:pt x="224" y="307"/>
                  </a:cubicBezTo>
                  <a:lnTo>
                    <a:pt x="1076" y="307"/>
                  </a:lnTo>
                  <a:cubicBezTo>
                    <a:pt x="990" y="125"/>
                    <a:pt x="798" y="1"/>
                    <a:pt x="588" y="1"/>
                  </a:cubicBezTo>
                  <a:lnTo>
                    <a:pt x="224" y="1"/>
                  </a:lnTo>
                  <a:cubicBezTo>
                    <a:pt x="218" y="0"/>
                    <a:pt x="212" y="0"/>
                    <a:pt x="206" y="0"/>
                  </a:cubicBezTo>
                  <a:close/>
                </a:path>
              </a:pathLst>
            </a:custGeom>
            <a:solidFill>
              <a:srgbClr val="8297A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3459" name="Google Shape;13459;p43"/>
          <p:cNvGrpSpPr/>
          <p:nvPr/>
        </p:nvGrpSpPr>
        <p:grpSpPr>
          <a:xfrm>
            <a:off x="5741031" y="3233657"/>
            <a:ext cx="394609" cy="294585"/>
            <a:chOff x="5741031" y="3386057"/>
            <a:chExt cx="394609" cy="294585"/>
          </a:xfrm>
        </p:grpSpPr>
        <p:sp>
          <p:nvSpPr>
            <p:cNvPr id="13460" name="Google Shape;13460;p43"/>
            <p:cNvSpPr/>
            <p:nvPr/>
          </p:nvSpPr>
          <p:spPr>
            <a:xfrm>
              <a:off x="6054182" y="3473766"/>
              <a:ext cx="50025" cy="43749"/>
            </a:xfrm>
            <a:custGeom>
              <a:rect b="b" l="l" r="r" t="t"/>
              <a:pathLst>
                <a:path extrusionOk="0" h="1666" w="1905">
                  <a:moveTo>
                    <a:pt x="957" y="1"/>
                  </a:moveTo>
                  <a:cubicBezTo>
                    <a:pt x="421" y="1"/>
                    <a:pt x="0" y="374"/>
                    <a:pt x="0" y="833"/>
                  </a:cubicBezTo>
                  <a:cubicBezTo>
                    <a:pt x="0" y="1293"/>
                    <a:pt x="421" y="1666"/>
                    <a:pt x="957" y="1666"/>
                  </a:cubicBezTo>
                  <a:cubicBezTo>
                    <a:pt x="1484" y="1666"/>
                    <a:pt x="1905" y="1293"/>
                    <a:pt x="1905" y="833"/>
                  </a:cubicBezTo>
                  <a:cubicBezTo>
                    <a:pt x="1905" y="374"/>
                    <a:pt x="1484" y="1"/>
                    <a:pt x="957" y="1"/>
                  </a:cubicBez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461" name="Google Shape;13461;p43"/>
            <p:cNvSpPr/>
            <p:nvPr/>
          </p:nvSpPr>
          <p:spPr>
            <a:xfrm>
              <a:off x="6054182" y="3473766"/>
              <a:ext cx="34453" cy="44012"/>
            </a:xfrm>
            <a:custGeom>
              <a:rect b="b" l="l" r="r" t="t"/>
              <a:pathLst>
                <a:path extrusionOk="0" h="1676" w="1312">
                  <a:moveTo>
                    <a:pt x="957" y="1"/>
                  </a:moveTo>
                  <a:cubicBezTo>
                    <a:pt x="431" y="1"/>
                    <a:pt x="0" y="374"/>
                    <a:pt x="0" y="833"/>
                  </a:cubicBezTo>
                  <a:cubicBezTo>
                    <a:pt x="0" y="1302"/>
                    <a:pt x="421" y="1676"/>
                    <a:pt x="957" y="1676"/>
                  </a:cubicBezTo>
                  <a:cubicBezTo>
                    <a:pt x="1072" y="1676"/>
                    <a:pt x="1197" y="1647"/>
                    <a:pt x="1311" y="1609"/>
                  </a:cubicBezTo>
                  <a:cubicBezTo>
                    <a:pt x="967" y="1503"/>
                    <a:pt x="728" y="1197"/>
                    <a:pt x="718" y="833"/>
                  </a:cubicBezTo>
                  <a:cubicBezTo>
                    <a:pt x="728" y="470"/>
                    <a:pt x="967" y="163"/>
                    <a:pt x="1311" y="58"/>
                  </a:cubicBezTo>
                  <a:cubicBezTo>
                    <a:pt x="1197" y="20"/>
                    <a:pt x="1072" y="1"/>
                    <a:pt x="957" y="1"/>
                  </a:cubicBez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462" name="Google Shape;13462;p43"/>
            <p:cNvSpPr/>
            <p:nvPr/>
          </p:nvSpPr>
          <p:spPr>
            <a:xfrm>
              <a:off x="6022775" y="3580329"/>
              <a:ext cx="112603" cy="100313"/>
            </a:xfrm>
            <a:custGeom>
              <a:rect b="b" l="l" r="r" t="t"/>
              <a:pathLst>
                <a:path extrusionOk="0" h="3820" w="4288">
                  <a:moveTo>
                    <a:pt x="1426" y="1"/>
                  </a:moveTo>
                  <a:lnTo>
                    <a:pt x="1426" y="718"/>
                  </a:lnTo>
                  <a:cubicBezTo>
                    <a:pt x="1426" y="891"/>
                    <a:pt x="1330" y="1063"/>
                    <a:pt x="1168" y="1139"/>
                  </a:cubicBezTo>
                  <a:lnTo>
                    <a:pt x="392" y="1532"/>
                  </a:lnTo>
                  <a:cubicBezTo>
                    <a:pt x="153" y="1647"/>
                    <a:pt x="0" y="1895"/>
                    <a:pt x="0" y="2163"/>
                  </a:cubicBezTo>
                  <a:lnTo>
                    <a:pt x="0" y="3580"/>
                  </a:lnTo>
                  <a:cubicBezTo>
                    <a:pt x="0" y="3704"/>
                    <a:pt x="105" y="3819"/>
                    <a:pt x="239" y="3819"/>
                  </a:cubicBezTo>
                  <a:lnTo>
                    <a:pt x="4048" y="3819"/>
                  </a:lnTo>
                  <a:cubicBezTo>
                    <a:pt x="4182" y="3819"/>
                    <a:pt x="4288" y="3704"/>
                    <a:pt x="4288" y="3580"/>
                  </a:cubicBezTo>
                  <a:lnTo>
                    <a:pt x="4288" y="2163"/>
                  </a:lnTo>
                  <a:cubicBezTo>
                    <a:pt x="4288" y="1895"/>
                    <a:pt x="4134" y="1647"/>
                    <a:pt x="3895" y="1532"/>
                  </a:cubicBezTo>
                  <a:lnTo>
                    <a:pt x="3130" y="1139"/>
                  </a:lnTo>
                  <a:cubicBezTo>
                    <a:pt x="2967" y="1063"/>
                    <a:pt x="2862" y="891"/>
                    <a:pt x="2862" y="718"/>
                  </a:cubicBezTo>
                  <a:lnTo>
                    <a:pt x="2862" y="1"/>
                  </a:lnTo>
                  <a:close/>
                </a:path>
              </a:pathLst>
            </a:custGeom>
            <a:solidFill>
              <a:srgbClr val="ACBDC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463" name="Google Shape;13463;p43"/>
            <p:cNvSpPr/>
            <p:nvPr/>
          </p:nvSpPr>
          <p:spPr>
            <a:xfrm>
              <a:off x="6059959" y="3580066"/>
              <a:ext cx="38471" cy="25183"/>
            </a:xfrm>
            <a:custGeom>
              <a:rect b="b" l="l" r="r" t="t"/>
              <a:pathLst>
                <a:path extrusionOk="0" h="959" w="1465">
                  <a:moveTo>
                    <a:pt x="10" y="1"/>
                  </a:moveTo>
                  <a:lnTo>
                    <a:pt x="10" y="719"/>
                  </a:lnTo>
                  <a:cubicBezTo>
                    <a:pt x="10" y="747"/>
                    <a:pt x="10" y="776"/>
                    <a:pt x="0" y="814"/>
                  </a:cubicBezTo>
                  <a:cubicBezTo>
                    <a:pt x="230" y="910"/>
                    <a:pt x="479" y="958"/>
                    <a:pt x="737" y="958"/>
                  </a:cubicBezTo>
                  <a:cubicBezTo>
                    <a:pt x="986" y="958"/>
                    <a:pt x="1235" y="910"/>
                    <a:pt x="1465" y="814"/>
                  </a:cubicBezTo>
                  <a:cubicBezTo>
                    <a:pt x="1455" y="776"/>
                    <a:pt x="1446" y="747"/>
                    <a:pt x="1446" y="719"/>
                  </a:cubicBezTo>
                  <a:lnTo>
                    <a:pt x="1446" y="1"/>
                  </a:lnTo>
                  <a:close/>
                </a:path>
              </a:pathLst>
            </a:custGeom>
            <a:solidFill>
              <a:srgbClr val="96ABB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464" name="Google Shape;13464;p43"/>
            <p:cNvSpPr/>
            <p:nvPr/>
          </p:nvSpPr>
          <p:spPr>
            <a:xfrm>
              <a:off x="6022775" y="3613259"/>
              <a:ext cx="112603" cy="67383"/>
            </a:xfrm>
            <a:custGeom>
              <a:rect b="b" l="l" r="r" t="t"/>
              <a:pathLst>
                <a:path extrusionOk="0" h="2566" w="4288">
                  <a:moveTo>
                    <a:pt x="948" y="0"/>
                  </a:moveTo>
                  <a:lnTo>
                    <a:pt x="392" y="278"/>
                  </a:lnTo>
                  <a:cubicBezTo>
                    <a:pt x="153" y="393"/>
                    <a:pt x="0" y="641"/>
                    <a:pt x="0" y="909"/>
                  </a:cubicBezTo>
                  <a:lnTo>
                    <a:pt x="0" y="2326"/>
                  </a:lnTo>
                  <a:cubicBezTo>
                    <a:pt x="0" y="2450"/>
                    <a:pt x="105" y="2565"/>
                    <a:pt x="239" y="2565"/>
                  </a:cubicBezTo>
                  <a:lnTo>
                    <a:pt x="4048" y="2565"/>
                  </a:lnTo>
                  <a:cubicBezTo>
                    <a:pt x="4182" y="2565"/>
                    <a:pt x="4288" y="2450"/>
                    <a:pt x="4288" y="2326"/>
                  </a:cubicBezTo>
                  <a:lnTo>
                    <a:pt x="4288" y="909"/>
                  </a:lnTo>
                  <a:cubicBezTo>
                    <a:pt x="4288" y="641"/>
                    <a:pt x="4134" y="393"/>
                    <a:pt x="3895" y="278"/>
                  </a:cubicBezTo>
                  <a:lnTo>
                    <a:pt x="3350" y="0"/>
                  </a:lnTo>
                  <a:cubicBezTo>
                    <a:pt x="3067" y="436"/>
                    <a:pt x="2608" y="653"/>
                    <a:pt x="2149" y="653"/>
                  </a:cubicBezTo>
                  <a:cubicBezTo>
                    <a:pt x="1689" y="653"/>
                    <a:pt x="1230" y="436"/>
                    <a:pt x="948" y="0"/>
                  </a:cubicBez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465" name="Google Shape;13465;p43"/>
            <p:cNvSpPr/>
            <p:nvPr/>
          </p:nvSpPr>
          <p:spPr>
            <a:xfrm>
              <a:off x="6035327" y="3492358"/>
              <a:ext cx="87735" cy="87735"/>
            </a:xfrm>
            <a:custGeom>
              <a:rect b="b" l="l" r="r" t="t"/>
              <a:pathLst>
                <a:path extrusionOk="0" h="3341" w="3341">
                  <a:moveTo>
                    <a:pt x="1675" y="1"/>
                  </a:moveTo>
                  <a:cubicBezTo>
                    <a:pt x="747" y="1"/>
                    <a:pt x="1" y="747"/>
                    <a:pt x="1" y="1676"/>
                  </a:cubicBezTo>
                  <a:cubicBezTo>
                    <a:pt x="1" y="2595"/>
                    <a:pt x="747" y="3341"/>
                    <a:pt x="1675" y="3341"/>
                  </a:cubicBezTo>
                  <a:cubicBezTo>
                    <a:pt x="2594" y="3341"/>
                    <a:pt x="3341" y="2595"/>
                    <a:pt x="3341" y="1676"/>
                  </a:cubicBezTo>
                  <a:cubicBezTo>
                    <a:pt x="3341" y="747"/>
                    <a:pt x="2594" y="1"/>
                    <a:pt x="1675" y="1"/>
                  </a:cubicBez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466" name="Google Shape;13466;p43"/>
            <p:cNvSpPr/>
            <p:nvPr/>
          </p:nvSpPr>
          <p:spPr>
            <a:xfrm>
              <a:off x="6051424" y="3492358"/>
              <a:ext cx="73397" cy="78964"/>
            </a:xfrm>
            <a:custGeom>
              <a:rect b="b" l="l" r="r" t="t"/>
              <a:pathLst>
                <a:path extrusionOk="0" h="3007" w="2795">
                  <a:moveTo>
                    <a:pt x="1072" y="1"/>
                  </a:moveTo>
                  <a:cubicBezTo>
                    <a:pt x="268" y="1"/>
                    <a:pt x="0" y="1102"/>
                    <a:pt x="718" y="1456"/>
                  </a:cubicBezTo>
                  <a:cubicBezTo>
                    <a:pt x="737" y="1465"/>
                    <a:pt x="766" y="1475"/>
                    <a:pt x="785" y="1484"/>
                  </a:cubicBezTo>
                  <a:lnTo>
                    <a:pt x="1617" y="2987"/>
                  </a:lnTo>
                  <a:cubicBezTo>
                    <a:pt x="1617" y="2987"/>
                    <a:pt x="1838" y="3006"/>
                    <a:pt x="2058" y="3006"/>
                  </a:cubicBezTo>
                  <a:cubicBezTo>
                    <a:pt x="2546" y="2642"/>
                    <a:pt x="2795" y="2039"/>
                    <a:pt x="2708" y="1446"/>
                  </a:cubicBezTo>
                  <a:cubicBezTo>
                    <a:pt x="2613" y="757"/>
                    <a:pt x="2106" y="202"/>
                    <a:pt x="1426" y="49"/>
                  </a:cubicBezTo>
                  <a:cubicBezTo>
                    <a:pt x="1311" y="20"/>
                    <a:pt x="1187" y="1"/>
                    <a:pt x="1072" y="1"/>
                  </a:cubicBez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467" name="Google Shape;13467;p43"/>
            <p:cNvSpPr/>
            <p:nvPr/>
          </p:nvSpPr>
          <p:spPr>
            <a:xfrm>
              <a:off x="6041603" y="3531118"/>
              <a:ext cx="75182" cy="61553"/>
            </a:xfrm>
            <a:custGeom>
              <a:rect b="b" l="l" r="r" t="t"/>
              <a:pathLst>
                <a:path extrusionOk="0" h="2344" w="2863">
                  <a:moveTo>
                    <a:pt x="1103" y="1"/>
                  </a:moveTo>
                  <a:cubicBezTo>
                    <a:pt x="1015" y="1"/>
                    <a:pt x="930" y="54"/>
                    <a:pt x="891" y="133"/>
                  </a:cubicBezTo>
                  <a:cubicBezTo>
                    <a:pt x="814" y="305"/>
                    <a:pt x="699" y="449"/>
                    <a:pt x="565" y="563"/>
                  </a:cubicBezTo>
                  <a:cubicBezTo>
                    <a:pt x="431" y="678"/>
                    <a:pt x="298" y="774"/>
                    <a:pt x="144" y="851"/>
                  </a:cubicBezTo>
                  <a:cubicBezTo>
                    <a:pt x="49" y="898"/>
                    <a:pt x="1" y="994"/>
                    <a:pt x="10" y="1099"/>
                  </a:cubicBezTo>
                  <a:cubicBezTo>
                    <a:pt x="106" y="1808"/>
                    <a:pt x="719" y="2344"/>
                    <a:pt x="1436" y="2344"/>
                  </a:cubicBezTo>
                  <a:cubicBezTo>
                    <a:pt x="2173" y="2344"/>
                    <a:pt x="2795" y="1769"/>
                    <a:pt x="2862" y="1023"/>
                  </a:cubicBezTo>
                  <a:cubicBezTo>
                    <a:pt x="2862" y="956"/>
                    <a:pt x="2834" y="879"/>
                    <a:pt x="2776" y="831"/>
                  </a:cubicBezTo>
                  <a:cubicBezTo>
                    <a:pt x="2307" y="439"/>
                    <a:pt x="1752" y="161"/>
                    <a:pt x="1159" y="8"/>
                  </a:cubicBezTo>
                  <a:cubicBezTo>
                    <a:pt x="1140" y="3"/>
                    <a:pt x="1122" y="1"/>
                    <a:pt x="1103" y="1"/>
                  </a:cubicBezTo>
                  <a:close/>
                </a:path>
              </a:pathLst>
            </a:custGeom>
            <a:solidFill>
              <a:srgbClr val="BECBD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468" name="Google Shape;13468;p43"/>
            <p:cNvSpPr/>
            <p:nvPr/>
          </p:nvSpPr>
          <p:spPr>
            <a:xfrm>
              <a:off x="6041603" y="3531118"/>
              <a:ext cx="74920" cy="61054"/>
            </a:xfrm>
            <a:custGeom>
              <a:rect b="b" l="l" r="r" t="t"/>
              <a:pathLst>
                <a:path extrusionOk="0" h="2325" w="2853">
                  <a:moveTo>
                    <a:pt x="1100" y="1"/>
                  </a:moveTo>
                  <a:cubicBezTo>
                    <a:pt x="1009" y="1"/>
                    <a:pt x="930" y="54"/>
                    <a:pt x="891" y="133"/>
                  </a:cubicBezTo>
                  <a:cubicBezTo>
                    <a:pt x="833" y="248"/>
                    <a:pt x="757" y="362"/>
                    <a:pt x="671" y="458"/>
                  </a:cubicBezTo>
                  <a:cubicBezTo>
                    <a:pt x="632" y="496"/>
                    <a:pt x="604" y="535"/>
                    <a:pt x="565" y="563"/>
                  </a:cubicBezTo>
                  <a:cubicBezTo>
                    <a:pt x="431" y="678"/>
                    <a:pt x="298" y="774"/>
                    <a:pt x="144" y="851"/>
                  </a:cubicBezTo>
                  <a:cubicBezTo>
                    <a:pt x="49" y="898"/>
                    <a:pt x="1" y="994"/>
                    <a:pt x="10" y="1099"/>
                  </a:cubicBezTo>
                  <a:cubicBezTo>
                    <a:pt x="97" y="1731"/>
                    <a:pt x="585" y="2229"/>
                    <a:pt x="1207" y="2324"/>
                  </a:cubicBezTo>
                  <a:cubicBezTo>
                    <a:pt x="881" y="2123"/>
                    <a:pt x="690" y="1769"/>
                    <a:pt x="709" y="1386"/>
                  </a:cubicBezTo>
                  <a:lnTo>
                    <a:pt x="709" y="1052"/>
                  </a:lnTo>
                  <a:cubicBezTo>
                    <a:pt x="766" y="1013"/>
                    <a:pt x="824" y="965"/>
                    <a:pt x="872" y="918"/>
                  </a:cubicBezTo>
                  <a:cubicBezTo>
                    <a:pt x="1006" y="803"/>
                    <a:pt x="1121" y="669"/>
                    <a:pt x="1216" y="516"/>
                  </a:cubicBezTo>
                  <a:cubicBezTo>
                    <a:pt x="1666" y="659"/>
                    <a:pt x="2097" y="889"/>
                    <a:pt x="2460" y="1195"/>
                  </a:cubicBezTo>
                  <a:cubicBezTo>
                    <a:pt x="2508" y="1233"/>
                    <a:pt x="2614" y="1339"/>
                    <a:pt x="2747" y="1463"/>
                  </a:cubicBezTo>
                  <a:cubicBezTo>
                    <a:pt x="2805" y="1319"/>
                    <a:pt x="2843" y="1176"/>
                    <a:pt x="2853" y="1023"/>
                  </a:cubicBezTo>
                  <a:cubicBezTo>
                    <a:pt x="2853" y="956"/>
                    <a:pt x="2834" y="879"/>
                    <a:pt x="2776" y="831"/>
                  </a:cubicBezTo>
                  <a:cubicBezTo>
                    <a:pt x="2307" y="439"/>
                    <a:pt x="1752" y="161"/>
                    <a:pt x="1159" y="8"/>
                  </a:cubicBezTo>
                  <a:cubicBezTo>
                    <a:pt x="1139" y="3"/>
                    <a:pt x="1119" y="1"/>
                    <a:pt x="1100" y="1"/>
                  </a:cubicBezTo>
                  <a:close/>
                </a:path>
              </a:pathLst>
            </a:custGeom>
            <a:solidFill>
              <a:srgbClr val="ACBDC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469" name="Google Shape;13469;p43"/>
            <p:cNvSpPr/>
            <p:nvPr/>
          </p:nvSpPr>
          <p:spPr>
            <a:xfrm>
              <a:off x="6110483" y="3625811"/>
              <a:ext cx="25157" cy="54568"/>
            </a:xfrm>
            <a:custGeom>
              <a:rect b="b" l="l" r="r" t="t"/>
              <a:pathLst>
                <a:path extrusionOk="0" h="2078" w="958">
                  <a:moveTo>
                    <a:pt x="814" y="1"/>
                  </a:moveTo>
                  <a:lnTo>
                    <a:pt x="182" y="498"/>
                  </a:lnTo>
                  <a:cubicBezTo>
                    <a:pt x="67" y="594"/>
                    <a:pt x="0" y="728"/>
                    <a:pt x="0" y="872"/>
                  </a:cubicBezTo>
                  <a:lnTo>
                    <a:pt x="0" y="2078"/>
                  </a:lnTo>
                  <a:lnTo>
                    <a:pt x="718" y="2078"/>
                  </a:lnTo>
                  <a:cubicBezTo>
                    <a:pt x="852" y="2078"/>
                    <a:pt x="957" y="1972"/>
                    <a:pt x="957" y="1838"/>
                  </a:cubicBezTo>
                  <a:lnTo>
                    <a:pt x="957" y="431"/>
                  </a:lnTo>
                  <a:cubicBezTo>
                    <a:pt x="957" y="278"/>
                    <a:pt x="900" y="125"/>
                    <a:pt x="814" y="1"/>
                  </a:cubicBezTo>
                  <a:close/>
                </a:path>
              </a:pathLst>
            </a:custGeom>
            <a:solidFill>
              <a:srgbClr val="C5D1D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470" name="Google Shape;13470;p43"/>
            <p:cNvSpPr/>
            <p:nvPr/>
          </p:nvSpPr>
          <p:spPr>
            <a:xfrm>
              <a:off x="5759886" y="3498660"/>
              <a:ext cx="31197" cy="68880"/>
            </a:xfrm>
            <a:custGeom>
              <a:rect b="b" l="l" r="r" t="t"/>
              <a:pathLst>
                <a:path extrusionOk="0" h="2623" w="1188">
                  <a:moveTo>
                    <a:pt x="709" y="0"/>
                  </a:moveTo>
                  <a:cubicBezTo>
                    <a:pt x="316" y="0"/>
                    <a:pt x="1" y="326"/>
                    <a:pt x="1" y="718"/>
                  </a:cubicBezTo>
                  <a:lnTo>
                    <a:pt x="1" y="890"/>
                  </a:lnTo>
                  <a:cubicBezTo>
                    <a:pt x="1" y="1091"/>
                    <a:pt x="29" y="1292"/>
                    <a:pt x="96" y="1484"/>
                  </a:cubicBezTo>
                  <a:lnTo>
                    <a:pt x="469" y="2622"/>
                  </a:lnTo>
                  <a:lnTo>
                    <a:pt x="1187" y="2622"/>
                  </a:lnTo>
                  <a:lnTo>
                    <a:pt x="1187" y="0"/>
                  </a:ln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471" name="Google Shape;13471;p43"/>
            <p:cNvSpPr/>
            <p:nvPr/>
          </p:nvSpPr>
          <p:spPr>
            <a:xfrm>
              <a:off x="5772202" y="3492121"/>
              <a:ext cx="75419" cy="75681"/>
            </a:xfrm>
            <a:custGeom>
              <a:rect b="b" l="l" r="r" t="t"/>
              <a:pathLst>
                <a:path extrusionOk="0" h="2882" w="2872">
                  <a:moveTo>
                    <a:pt x="718" y="0"/>
                  </a:moveTo>
                  <a:cubicBezTo>
                    <a:pt x="326" y="0"/>
                    <a:pt x="0" y="326"/>
                    <a:pt x="0" y="718"/>
                  </a:cubicBezTo>
                  <a:cubicBezTo>
                    <a:pt x="0" y="986"/>
                    <a:pt x="221" y="1197"/>
                    <a:pt x="479" y="1197"/>
                  </a:cubicBezTo>
                  <a:lnTo>
                    <a:pt x="2393" y="2881"/>
                  </a:lnTo>
                  <a:lnTo>
                    <a:pt x="2795" y="1465"/>
                  </a:lnTo>
                  <a:cubicBezTo>
                    <a:pt x="2843" y="1292"/>
                    <a:pt x="2872" y="1120"/>
                    <a:pt x="2872" y="938"/>
                  </a:cubicBezTo>
                  <a:lnTo>
                    <a:pt x="2872" y="479"/>
                  </a:lnTo>
                  <a:cubicBezTo>
                    <a:pt x="2872" y="221"/>
                    <a:pt x="2661" y="0"/>
                    <a:pt x="2393" y="0"/>
                  </a:cubicBez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472" name="Google Shape;13472;p43"/>
            <p:cNvSpPr/>
            <p:nvPr/>
          </p:nvSpPr>
          <p:spPr>
            <a:xfrm>
              <a:off x="5784754" y="3586369"/>
              <a:ext cx="37736" cy="27652"/>
            </a:xfrm>
            <a:custGeom>
              <a:rect b="b" l="l" r="r" t="t"/>
              <a:pathLst>
                <a:path extrusionOk="0" h="1053" w="1437">
                  <a:moveTo>
                    <a:pt x="1" y="0"/>
                  </a:moveTo>
                  <a:lnTo>
                    <a:pt x="1" y="1053"/>
                  </a:lnTo>
                  <a:lnTo>
                    <a:pt x="1437" y="1053"/>
                  </a:lnTo>
                  <a:lnTo>
                    <a:pt x="1437" y="0"/>
                  </a:lnTo>
                  <a:close/>
                </a:path>
              </a:pathLst>
            </a:custGeom>
            <a:solidFill>
              <a:srgbClr val="ACBDC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473" name="Google Shape;13473;p43"/>
            <p:cNvSpPr/>
            <p:nvPr/>
          </p:nvSpPr>
          <p:spPr>
            <a:xfrm>
              <a:off x="5785017" y="3586369"/>
              <a:ext cx="37736" cy="15362"/>
            </a:xfrm>
            <a:custGeom>
              <a:rect b="b" l="l" r="r" t="t"/>
              <a:pathLst>
                <a:path extrusionOk="0" h="585" w="1437">
                  <a:moveTo>
                    <a:pt x="1" y="0"/>
                  </a:moveTo>
                  <a:lnTo>
                    <a:pt x="1" y="440"/>
                  </a:lnTo>
                  <a:cubicBezTo>
                    <a:pt x="230" y="536"/>
                    <a:pt x="472" y="584"/>
                    <a:pt x="715" y="584"/>
                  </a:cubicBezTo>
                  <a:cubicBezTo>
                    <a:pt x="958" y="584"/>
                    <a:pt x="1202" y="536"/>
                    <a:pt x="1436" y="440"/>
                  </a:cubicBezTo>
                  <a:lnTo>
                    <a:pt x="1436" y="0"/>
                  </a:lnTo>
                  <a:close/>
                </a:path>
              </a:pathLst>
            </a:custGeom>
            <a:solidFill>
              <a:srgbClr val="96ABB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474" name="Google Shape;13474;p43"/>
            <p:cNvSpPr/>
            <p:nvPr/>
          </p:nvSpPr>
          <p:spPr>
            <a:xfrm>
              <a:off x="5741031" y="3601704"/>
              <a:ext cx="125444" cy="78675"/>
            </a:xfrm>
            <a:custGeom>
              <a:rect b="b" l="l" r="r" t="t"/>
              <a:pathLst>
                <a:path extrusionOk="0" h="2996" w="4777">
                  <a:moveTo>
                    <a:pt x="1676" y="0"/>
                  </a:moveTo>
                  <a:lnTo>
                    <a:pt x="518" y="325"/>
                  </a:lnTo>
                  <a:cubicBezTo>
                    <a:pt x="211" y="412"/>
                    <a:pt x="1" y="689"/>
                    <a:pt x="1" y="1014"/>
                  </a:cubicBezTo>
                  <a:lnTo>
                    <a:pt x="1" y="2756"/>
                  </a:lnTo>
                  <a:cubicBezTo>
                    <a:pt x="1" y="2890"/>
                    <a:pt x="106" y="2996"/>
                    <a:pt x="240" y="2996"/>
                  </a:cubicBezTo>
                  <a:lnTo>
                    <a:pt x="4537" y="2996"/>
                  </a:lnTo>
                  <a:cubicBezTo>
                    <a:pt x="4661" y="2996"/>
                    <a:pt x="4776" y="2890"/>
                    <a:pt x="4776" y="2756"/>
                  </a:cubicBezTo>
                  <a:lnTo>
                    <a:pt x="4776" y="1014"/>
                  </a:lnTo>
                  <a:cubicBezTo>
                    <a:pt x="4767" y="689"/>
                    <a:pt x="4556" y="412"/>
                    <a:pt x="4250" y="325"/>
                  </a:cubicBezTo>
                  <a:lnTo>
                    <a:pt x="3111" y="0"/>
                  </a:lnTo>
                  <a:lnTo>
                    <a:pt x="2393" y="479"/>
                  </a:lnTo>
                  <a:lnTo>
                    <a:pt x="1676" y="0"/>
                  </a:ln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475" name="Google Shape;13475;p43"/>
            <p:cNvSpPr/>
            <p:nvPr/>
          </p:nvSpPr>
          <p:spPr>
            <a:xfrm>
              <a:off x="5797332" y="3614257"/>
              <a:ext cx="12579" cy="66123"/>
            </a:xfrm>
            <a:custGeom>
              <a:rect b="b" l="l" r="r" t="t"/>
              <a:pathLst>
                <a:path extrusionOk="0" h="2518" w="479">
                  <a:moveTo>
                    <a:pt x="125" y="1"/>
                  </a:moveTo>
                  <a:lnTo>
                    <a:pt x="0" y="2518"/>
                  </a:lnTo>
                  <a:lnTo>
                    <a:pt x="479" y="2518"/>
                  </a:lnTo>
                  <a:lnTo>
                    <a:pt x="364" y="1"/>
                  </a:ln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476" name="Google Shape;13476;p43"/>
            <p:cNvSpPr/>
            <p:nvPr/>
          </p:nvSpPr>
          <p:spPr>
            <a:xfrm>
              <a:off x="5766162" y="3523791"/>
              <a:ext cx="75182" cy="68880"/>
            </a:xfrm>
            <a:custGeom>
              <a:rect b="b" l="l" r="r" t="t"/>
              <a:pathLst>
                <a:path extrusionOk="0" h="2623" w="2863">
                  <a:moveTo>
                    <a:pt x="910" y="0"/>
                  </a:moveTo>
                  <a:cubicBezTo>
                    <a:pt x="786" y="0"/>
                    <a:pt x="661" y="48"/>
                    <a:pt x="565" y="134"/>
                  </a:cubicBezTo>
                  <a:lnTo>
                    <a:pt x="135" y="574"/>
                  </a:lnTo>
                  <a:cubicBezTo>
                    <a:pt x="49" y="661"/>
                    <a:pt x="1" y="785"/>
                    <a:pt x="1" y="909"/>
                  </a:cubicBezTo>
                  <a:lnTo>
                    <a:pt x="1" y="1187"/>
                  </a:lnTo>
                  <a:cubicBezTo>
                    <a:pt x="1" y="1981"/>
                    <a:pt x="642" y="2623"/>
                    <a:pt x="1436" y="2623"/>
                  </a:cubicBezTo>
                  <a:cubicBezTo>
                    <a:pt x="2221" y="2623"/>
                    <a:pt x="2862" y="1981"/>
                    <a:pt x="2862" y="1187"/>
                  </a:cubicBezTo>
                  <a:lnTo>
                    <a:pt x="2862" y="881"/>
                  </a:lnTo>
                  <a:cubicBezTo>
                    <a:pt x="2862" y="756"/>
                    <a:pt x="2805" y="632"/>
                    <a:pt x="2719" y="546"/>
                  </a:cubicBezTo>
                  <a:cubicBezTo>
                    <a:pt x="2345" y="182"/>
                    <a:pt x="1676" y="19"/>
                    <a:pt x="910" y="0"/>
                  </a:cubicBezTo>
                  <a:close/>
                </a:path>
              </a:pathLst>
            </a:custGeom>
            <a:solidFill>
              <a:srgbClr val="BECBD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477" name="Google Shape;13477;p43"/>
            <p:cNvSpPr/>
            <p:nvPr/>
          </p:nvSpPr>
          <p:spPr>
            <a:xfrm>
              <a:off x="5766162" y="3523791"/>
              <a:ext cx="74920" cy="67383"/>
            </a:xfrm>
            <a:custGeom>
              <a:rect b="b" l="l" r="r" t="t"/>
              <a:pathLst>
                <a:path extrusionOk="0" h="2566" w="2853">
                  <a:moveTo>
                    <a:pt x="920" y="0"/>
                  </a:moveTo>
                  <a:cubicBezTo>
                    <a:pt x="786" y="0"/>
                    <a:pt x="661" y="48"/>
                    <a:pt x="575" y="144"/>
                  </a:cubicBezTo>
                  <a:lnTo>
                    <a:pt x="144" y="574"/>
                  </a:lnTo>
                  <a:cubicBezTo>
                    <a:pt x="49" y="661"/>
                    <a:pt x="1" y="785"/>
                    <a:pt x="1" y="909"/>
                  </a:cubicBezTo>
                  <a:lnTo>
                    <a:pt x="1" y="1187"/>
                  </a:lnTo>
                  <a:cubicBezTo>
                    <a:pt x="1" y="1828"/>
                    <a:pt x="422" y="2383"/>
                    <a:pt x="1034" y="2565"/>
                  </a:cubicBezTo>
                  <a:cubicBezTo>
                    <a:pt x="824" y="2307"/>
                    <a:pt x="719" y="1991"/>
                    <a:pt x="719" y="1665"/>
                  </a:cubicBezTo>
                  <a:lnTo>
                    <a:pt x="719" y="976"/>
                  </a:lnTo>
                  <a:cubicBezTo>
                    <a:pt x="709" y="710"/>
                    <a:pt x="929" y="497"/>
                    <a:pt x="1184" y="497"/>
                  </a:cubicBezTo>
                  <a:cubicBezTo>
                    <a:pt x="1194" y="497"/>
                    <a:pt x="1205" y="497"/>
                    <a:pt x="1216" y="498"/>
                  </a:cubicBezTo>
                  <a:cubicBezTo>
                    <a:pt x="1695" y="527"/>
                    <a:pt x="2412" y="603"/>
                    <a:pt x="2853" y="814"/>
                  </a:cubicBezTo>
                  <a:cubicBezTo>
                    <a:pt x="2843" y="718"/>
                    <a:pt x="2795" y="622"/>
                    <a:pt x="2728" y="546"/>
                  </a:cubicBezTo>
                  <a:cubicBezTo>
                    <a:pt x="2355" y="192"/>
                    <a:pt x="1685" y="29"/>
                    <a:pt x="920" y="0"/>
                  </a:cubicBezTo>
                  <a:close/>
                </a:path>
              </a:pathLst>
            </a:custGeom>
            <a:solidFill>
              <a:srgbClr val="ACBDC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478" name="Google Shape;13478;p43"/>
            <p:cNvSpPr/>
            <p:nvPr/>
          </p:nvSpPr>
          <p:spPr>
            <a:xfrm>
              <a:off x="5797595" y="3614257"/>
              <a:ext cx="12579" cy="12605"/>
            </a:xfrm>
            <a:custGeom>
              <a:rect b="b" l="l" r="r" t="t"/>
              <a:pathLst>
                <a:path extrusionOk="0" h="480" w="479">
                  <a:moveTo>
                    <a:pt x="0" y="1"/>
                  </a:moveTo>
                  <a:lnTo>
                    <a:pt x="0" y="355"/>
                  </a:lnTo>
                  <a:cubicBezTo>
                    <a:pt x="0" y="422"/>
                    <a:pt x="48" y="479"/>
                    <a:pt x="115" y="479"/>
                  </a:cubicBezTo>
                  <a:lnTo>
                    <a:pt x="354" y="479"/>
                  </a:lnTo>
                  <a:cubicBezTo>
                    <a:pt x="421" y="479"/>
                    <a:pt x="479" y="422"/>
                    <a:pt x="479" y="355"/>
                  </a:cubicBezTo>
                  <a:lnTo>
                    <a:pt x="479" y="1"/>
                  </a:lnTo>
                  <a:close/>
                </a:path>
              </a:pathLst>
            </a:custGeom>
            <a:solidFill>
              <a:srgbClr val="909FA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479" name="Google Shape;13479;p43"/>
            <p:cNvSpPr/>
            <p:nvPr/>
          </p:nvSpPr>
          <p:spPr>
            <a:xfrm>
              <a:off x="5778241" y="3596715"/>
              <a:ext cx="25656" cy="26286"/>
            </a:xfrm>
            <a:custGeom>
              <a:rect b="b" l="l" r="r" t="t"/>
              <a:pathLst>
                <a:path extrusionOk="0" h="1001" w="977">
                  <a:moveTo>
                    <a:pt x="216" y="1"/>
                  </a:moveTo>
                  <a:cubicBezTo>
                    <a:pt x="187" y="1"/>
                    <a:pt x="160" y="15"/>
                    <a:pt x="144" y="46"/>
                  </a:cubicBezTo>
                  <a:lnTo>
                    <a:pt x="0" y="267"/>
                  </a:lnTo>
                  <a:lnTo>
                    <a:pt x="354" y="927"/>
                  </a:lnTo>
                  <a:cubicBezTo>
                    <a:pt x="378" y="975"/>
                    <a:pt x="430" y="1001"/>
                    <a:pt x="481" y="1001"/>
                  </a:cubicBezTo>
                  <a:cubicBezTo>
                    <a:pt x="511" y="1001"/>
                    <a:pt x="540" y="992"/>
                    <a:pt x="565" y="975"/>
                  </a:cubicBezTo>
                  <a:lnTo>
                    <a:pt x="976" y="669"/>
                  </a:lnTo>
                  <a:lnTo>
                    <a:pt x="287" y="27"/>
                  </a:lnTo>
                  <a:cubicBezTo>
                    <a:pt x="266" y="10"/>
                    <a:pt x="240" y="1"/>
                    <a:pt x="216" y="1"/>
                  </a:cubicBezTo>
                  <a:close/>
                </a:path>
              </a:pathLst>
            </a:custGeom>
            <a:solidFill>
              <a:srgbClr val="C5D1D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480" name="Google Shape;13480;p43"/>
            <p:cNvSpPr/>
            <p:nvPr/>
          </p:nvSpPr>
          <p:spPr>
            <a:xfrm>
              <a:off x="5803871" y="3596715"/>
              <a:ext cx="25656" cy="26286"/>
            </a:xfrm>
            <a:custGeom>
              <a:rect b="b" l="l" r="r" t="t"/>
              <a:pathLst>
                <a:path extrusionOk="0" h="1001" w="977">
                  <a:moveTo>
                    <a:pt x="751" y="1"/>
                  </a:moveTo>
                  <a:cubicBezTo>
                    <a:pt x="727" y="1"/>
                    <a:pt x="701" y="10"/>
                    <a:pt x="680" y="27"/>
                  </a:cubicBezTo>
                  <a:lnTo>
                    <a:pt x="0" y="669"/>
                  </a:lnTo>
                  <a:lnTo>
                    <a:pt x="402" y="975"/>
                  </a:lnTo>
                  <a:cubicBezTo>
                    <a:pt x="427" y="992"/>
                    <a:pt x="457" y="1001"/>
                    <a:pt x="486" y="1001"/>
                  </a:cubicBezTo>
                  <a:cubicBezTo>
                    <a:pt x="537" y="1001"/>
                    <a:pt x="589" y="975"/>
                    <a:pt x="613" y="927"/>
                  </a:cubicBezTo>
                  <a:lnTo>
                    <a:pt x="976" y="267"/>
                  </a:lnTo>
                  <a:lnTo>
                    <a:pt x="823" y="46"/>
                  </a:lnTo>
                  <a:cubicBezTo>
                    <a:pt x="808" y="15"/>
                    <a:pt x="780" y="1"/>
                    <a:pt x="751" y="1"/>
                  </a:cubicBezTo>
                  <a:close/>
                </a:path>
              </a:pathLst>
            </a:custGeom>
            <a:solidFill>
              <a:srgbClr val="C5D1D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481" name="Google Shape;13481;p43"/>
            <p:cNvSpPr/>
            <p:nvPr/>
          </p:nvSpPr>
          <p:spPr>
            <a:xfrm>
              <a:off x="5847857" y="3386057"/>
              <a:ext cx="187234" cy="219192"/>
            </a:xfrm>
            <a:custGeom>
              <a:rect b="b" l="l" r="r" t="t"/>
              <a:pathLst>
                <a:path extrusionOk="0" h="8347" w="7130">
                  <a:moveTo>
                    <a:pt x="3560" y="1"/>
                  </a:moveTo>
                  <a:cubicBezTo>
                    <a:pt x="1847" y="1"/>
                    <a:pt x="603" y="1178"/>
                    <a:pt x="459" y="3102"/>
                  </a:cubicBezTo>
                  <a:cubicBezTo>
                    <a:pt x="287" y="5456"/>
                    <a:pt x="86" y="6776"/>
                    <a:pt x="19" y="7226"/>
                  </a:cubicBezTo>
                  <a:cubicBezTo>
                    <a:pt x="0" y="7322"/>
                    <a:pt x="48" y="7427"/>
                    <a:pt x="144" y="7475"/>
                  </a:cubicBezTo>
                  <a:cubicBezTo>
                    <a:pt x="603" y="7705"/>
                    <a:pt x="2000" y="8346"/>
                    <a:pt x="3560" y="8346"/>
                  </a:cubicBezTo>
                  <a:cubicBezTo>
                    <a:pt x="5120" y="8346"/>
                    <a:pt x="6527" y="7705"/>
                    <a:pt x="6986" y="7475"/>
                  </a:cubicBezTo>
                  <a:cubicBezTo>
                    <a:pt x="7073" y="7427"/>
                    <a:pt x="7130" y="7322"/>
                    <a:pt x="7111" y="7226"/>
                  </a:cubicBezTo>
                  <a:cubicBezTo>
                    <a:pt x="7034" y="6776"/>
                    <a:pt x="6833" y="5456"/>
                    <a:pt x="6661" y="3102"/>
                  </a:cubicBezTo>
                  <a:cubicBezTo>
                    <a:pt x="6517" y="1187"/>
                    <a:pt x="5273" y="1"/>
                    <a:pt x="3560" y="1"/>
                  </a:cubicBez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482" name="Google Shape;13482;p43"/>
            <p:cNvSpPr/>
            <p:nvPr/>
          </p:nvSpPr>
          <p:spPr>
            <a:xfrm>
              <a:off x="5891816" y="3386057"/>
              <a:ext cx="143275" cy="219192"/>
            </a:xfrm>
            <a:custGeom>
              <a:rect b="b" l="l" r="r" t="t"/>
              <a:pathLst>
                <a:path extrusionOk="0" h="8347" w="5456">
                  <a:moveTo>
                    <a:pt x="1886" y="1"/>
                  </a:moveTo>
                  <a:cubicBezTo>
                    <a:pt x="1771" y="1"/>
                    <a:pt x="1657" y="1"/>
                    <a:pt x="1542" y="20"/>
                  </a:cubicBezTo>
                  <a:cubicBezTo>
                    <a:pt x="202" y="154"/>
                    <a:pt x="1" y="2030"/>
                    <a:pt x="1283" y="2422"/>
                  </a:cubicBezTo>
                  <a:lnTo>
                    <a:pt x="1312" y="2432"/>
                  </a:lnTo>
                  <a:lnTo>
                    <a:pt x="1791" y="8346"/>
                  </a:lnTo>
                  <a:cubicBezTo>
                    <a:pt x="1824" y="8347"/>
                    <a:pt x="1858" y="8347"/>
                    <a:pt x="1892" y="8347"/>
                  </a:cubicBezTo>
                  <a:cubicBezTo>
                    <a:pt x="3450" y="8347"/>
                    <a:pt x="4853" y="7709"/>
                    <a:pt x="5312" y="7475"/>
                  </a:cubicBezTo>
                  <a:cubicBezTo>
                    <a:pt x="5399" y="7427"/>
                    <a:pt x="5456" y="7322"/>
                    <a:pt x="5437" y="7226"/>
                  </a:cubicBezTo>
                  <a:cubicBezTo>
                    <a:pt x="5360" y="6776"/>
                    <a:pt x="5169" y="5456"/>
                    <a:pt x="4987" y="3102"/>
                  </a:cubicBezTo>
                  <a:cubicBezTo>
                    <a:pt x="4853" y="1187"/>
                    <a:pt x="3599" y="1"/>
                    <a:pt x="1886" y="1"/>
                  </a:cubicBez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483" name="Google Shape;13483;p43"/>
            <p:cNvSpPr/>
            <p:nvPr/>
          </p:nvSpPr>
          <p:spPr>
            <a:xfrm>
              <a:off x="5835042" y="3555198"/>
              <a:ext cx="212890" cy="125181"/>
            </a:xfrm>
            <a:custGeom>
              <a:rect b="b" l="l" r="r" t="t"/>
              <a:pathLst>
                <a:path extrusionOk="0" h="4767" w="8107">
                  <a:moveTo>
                    <a:pt x="2862" y="1"/>
                  </a:moveTo>
                  <a:lnTo>
                    <a:pt x="2862" y="1044"/>
                  </a:lnTo>
                  <a:cubicBezTo>
                    <a:pt x="2862" y="1235"/>
                    <a:pt x="2747" y="1407"/>
                    <a:pt x="2574" y="1484"/>
                  </a:cubicBezTo>
                  <a:lnTo>
                    <a:pt x="565" y="2374"/>
                  </a:lnTo>
                  <a:cubicBezTo>
                    <a:pt x="220" y="2527"/>
                    <a:pt x="0" y="2862"/>
                    <a:pt x="0" y="3245"/>
                  </a:cubicBezTo>
                  <a:lnTo>
                    <a:pt x="0" y="4527"/>
                  </a:lnTo>
                  <a:cubicBezTo>
                    <a:pt x="0" y="4661"/>
                    <a:pt x="105" y="4767"/>
                    <a:pt x="239" y="4767"/>
                  </a:cubicBezTo>
                  <a:lnTo>
                    <a:pt x="7867" y="4767"/>
                  </a:lnTo>
                  <a:cubicBezTo>
                    <a:pt x="8001" y="4767"/>
                    <a:pt x="8106" y="4652"/>
                    <a:pt x="8106" y="4527"/>
                  </a:cubicBezTo>
                  <a:lnTo>
                    <a:pt x="8106" y="3235"/>
                  </a:lnTo>
                  <a:cubicBezTo>
                    <a:pt x="8106" y="2862"/>
                    <a:pt x="7886" y="2518"/>
                    <a:pt x="7541" y="2364"/>
                  </a:cubicBezTo>
                  <a:lnTo>
                    <a:pt x="5532" y="1484"/>
                  </a:lnTo>
                  <a:cubicBezTo>
                    <a:pt x="5359" y="1407"/>
                    <a:pt x="5245" y="1235"/>
                    <a:pt x="5245" y="1053"/>
                  </a:cubicBezTo>
                  <a:lnTo>
                    <a:pt x="5245" y="1"/>
                  </a:lnTo>
                  <a:close/>
                </a:path>
              </a:pathLst>
            </a:custGeom>
            <a:solidFill>
              <a:srgbClr val="ACBDC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484" name="Google Shape;13484;p43"/>
            <p:cNvSpPr/>
            <p:nvPr/>
          </p:nvSpPr>
          <p:spPr>
            <a:xfrm>
              <a:off x="5835042" y="3600181"/>
              <a:ext cx="212890" cy="80198"/>
            </a:xfrm>
            <a:custGeom>
              <a:rect b="b" l="l" r="r" t="t"/>
              <a:pathLst>
                <a:path extrusionOk="0" h="3054" w="8107">
                  <a:moveTo>
                    <a:pt x="2048" y="1"/>
                  </a:moveTo>
                  <a:lnTo>
                    <a:pt x="565" y="651"/>
                  </a:lnTo>
                  <a:cubicBezTo>
                    <a:pt x="220" y="805"/>
                    <a:pt x="0" y="1149"/>
                    <a:pt x="0" y="1522"/>
                  </a:cubicBezTo>
                  <a:lnTo>
                    <a:pt x="0" y="2814"/>
                  </a:lnTo>
                  <a:cubicBezTo>
                    <a:pt x="0" y="2939"/>
                    <a:pt x="105" y="3054"/>
                    <a:pt x="239" y="3054"/>
                  </a:cubicBezTo>
                  <a:lnTo>
                    <a:pt x="7867" y="3054"/>
                  </a:lnTo>
                  <a:cubicBezTo>
                    <a:pt x="8001" y="3054"/>
                    <a:pt x="8106" y="2939"/>
                    <a:pt x="8106" y="2814"/>
                  </a:cubicBezTo>
                  <a:lnTo>
                    <a:pt x="8106" y="1532"/>
                  </a:lnTo>
                  <a:cubicBezTo>
                    <a:pt x="8106" y="1149"/>
                    <a:pt x="7886" y="805"/>
                    <a:pt x="7541" y="651"/>
                  </a:cubicBezTo>
                  <a:lnTo>
                    <a:pt x="6058" y="1"/>
                  </a:lnTo>
                  <a:cubicBezTo>
                    <a:pt x="5709" y="919"/>
                    <a:pt x="4883" y="1379"/>
                    <a:pt x="4057" y="1379"/>
                  </a:cubicBezTo>
                  <a:cubicBezTo>
                    <a:pt x="3230" y="1379"/>
                    <a:pt x="2402" y="919"/>
                    <a:pt x="2048" y="1"/>
                  </a:cubicBezTo>
                  <a:close/>
                </a:path>
              </a:pathLst>
            </a:custGeom>
            <a:solidFill>
              <a:srgbClr val="8192A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485" name="Google Shape;13485;p43"/>
            <p:cNvSpPr/>
            <p:nvPr/>
          </p:nvSpPr>
          <p:spPr>
            <a:xfrm>
              <a:off x="5910172" y="3555198"/>
              <a:ext cx="62604" cy="25105"/>
            </a:xfrm>
            <a:custGeom>
              <a:rect b="b" l="l" r="r" t="t"/>
              <a:pathLst>
                <a:path extrusionOk="0" h="956" w="2384">
                  <a:moveTo>
                    <a:pt x="1" y="1"/>
                  </a:moveTo>
                  <a:lnTo>
                    <a:pt x="1" y="690"/>
                  </a:lnTo>
                  <a:cubicBezTo>
                    <a:pt x="379" y="867"/>
                    <a:pt x="785" y="955"/>
                    <a:pt x="1192" y="955"/>
                  </a:cubicBezTo>
                  <a:cubicBezTo>
                    <a:pt x="1599" y="955"/>
                    <a:pt x="2006" y="867"/>
                    <a:pt x="2384" y="690"/>
                  </a:cubicBezTo>
                  <a:lnTo>
                    <a:pt x="2384" y="1"/>
                  </a:lnTo>
                  <a:close/>
                </a:path>
              </a:pathLst>
            </a:custGeom>
            <a:solidFill>
              <a:srgbClr val="96ABB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486" name="Google Shape;13486;p43"/>
            <p:cNvSpPr/>
            <p:nvPr/>
          </p:nvSpPr>
          <p:spPr>
            <a:xfrm>
              <a:off x="5878765" y="3449764"/>
              <a:ext cx="125418" cy="117907"/>
            </a:xfrm>
            <a:custGeom>
              <a:rect b="b" l="l" r="r" t="t"/>
              <a:pathLst>
                <a:path extrusionOk="0" h="4490" w="4776">
                  <a:moveTo>
                    <a:pt x="1745" y="1"/>
                  </a:moveTo>
                  <a:cubicBezTo>
                    <a:pt x="1563" y="1"/>
                    <a:pt x="1396" y="95"/>
                    <a:pt x="1311" y="264"/>
                  </a:cubicBezTo>
                  <a:cubicBezTo>
                    <a:pt x="1053" y="762"/>
                    <a:pt x="670" y="1192"/>
                    <a:pt x="201" y="1499"/>
                  </a:cubicBezTo>
                  <a:cubicBezTo>
                    <a:pt x="77" y="1585"/>
                    <a:pt x="0" y="1738"/>
                    <a:pt x="0" y="1891"/>
                  </a:cubicBezTo>
                  <a:lnTo>
                    <a:pt x="0" y="2025"/>
                  </a:lnTo>
                  <a:cubicBezTo>
                    <a:pt x="0" y="3288"/>
                    <a:pt x="957" y="4398"/>
                    <a:pt x="2230" y="4484"/>
                  </a:cubicBezTo>
                  <a:cubicBezTo>
                    <a:pt x="2281" y="4488"/>
                    <a:pt x="2332" y="4489"/>
                    <a:pt x="2383" y="4489"/>
                  </a:cubicBezTo>
                  <a:cubicBezTo>
                    <a:pt x="3693" y="4489"/>
                    <a:pt x="4766" y="3428"/>
                    <a:pt x="4766" y="2101"/>
                  </a:cubicBezTo>
                  <a:lnTo>
                    <a:pt x="4766" y="1690"/>
                  </a:lnTo>
                  <a:cubicBezTo>
                    <a:pt x="4776" y="1479"/>
                    <a:pt x="4680" y="1288"/>
                    <a:pt x="4527" y="1154"/>
                  </a:cubicBezTo>
                  <a:cubicBezTo>
                    <a:pt x="4144" y="819"/>
                    <a:pt x="3292" y="226"/>
                    <a:pt x="1819" y="6"/>
                  </a:cubicBezTo>
                  <a:cubicBezTo>
                    <a:pt x="1794" y="2"/>
                    <a:pt x="1770" y="1"/>
                    <a:pt x="1745" y="1"/>
                  </a:cubicBezTo>
                  <a:close/>
                </a:path>
              </a:pathLst>
            </a:custGeom>
            <a:solidFill>
              <a:srgbClr val="BECBD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487" name="Google Shape;13487;p43"/>
            <p:cNvSpPr/>
            <p:nvPr/>
          </p:nvSpPr>
          <p:spPr>
            <a:xfrm>
              <a:off x="5878765" y="3449764"/>
              <a:ext cx="122398" cy="117277"/>
            </a:xfrm>
            <a:custGeom>
              <a:rect b="b" l="l" r="r" t="t"/>
              <a:pathLst>
                <a:path extrusionOk="0" h="4466" w="4661">
                  <a:moveTo>
                    <a:pt x="1745" y="1"/>
                  </a:moveTo>
                  <a:cubicBezTo>
                    <a:pt x="1563" y="1"/>
                    <a:pt x="1396" y="95"/>
                    <a:pt x="1311" y="264"/>
                  </a:cubicBezTo>
                  <a:cubicBezTo>
                    <a:pt x="1273" y="350"/>
                    <a:pt x="1225" y="436"/>
                    <a:pt x="1168" y="513"/>
                  </a:cubicBezTo>
                  <a:cubicBezTo>
                    <a:pt x="919" y="905"/>
                    <a:pt x="594" y="1240"/>
                    <a:pt x="201" y="1499"/>
                  </a:cubicBezTo>
                  <a:cubicBezTo>
                    <a:pt x="77" y="1585"/>
                    <a:pt x="0" y="1728"/>
                    <a:pt x="0" y="1891"/>
                  </a:cubicBezTo>
                  <a:lnTo>
                    <a:pt x="0" y="2025"/>
                  </a:lnTo>
                  <a:cubicBezTo>
                    <a:pt x="0" y="3250"/>
                    <a:pt x="900" y="4322"/>
                    <a:pt x="2096" y="4465"/>
                  </a:cubicBezTo>
                  <a:cubicBezTo>
                    <a:pt x="1675" y="4025"/>
                    <a:pt x="1436" y="3432"/>
                    <a:pt x="1436" y="2819"/>
                  </a:cubicBezTo>
                  <a:lnTo>
                    <a:pt x="1436" y="1317"/>
                  </a:lnTo>
                  <a:cubicBezTo>
                    <a:pt x="1436" y="1077"/>
                    <a:pt x="1618" y="867"/>
                    <a:pt x="1857" y="838"/>
                  </a:cubicBezTo>
                  <a:cubicBezTo>
                    <a:pt x="2025" y="823"/>
                    <a:pt x="2193" y="816"/>
                    <a:pt x="2360" y="816"/>
                  </a:cubicBezTo>
                  <a:cubicBezTo>
                    <a:pt x="3156" y="816"/>
                    <a:pt x="3941" y="985"/>
                    <a:pt x="4661" y="1317"/>
                  </a:cubicBezTo>
                  <a:cubicBezTo>
                    <a:pt x="4632" y="1250"/>
                    <a:pt x="4584" y="1202"/>
                    <a:pt x="4527" y="1154"/>
                  </a:cubicBezTo>
                  <a:cubicBezTo>
                    <a:pt x="4144" y="819"/>
                    <a:pt x="3292" y="226"/>
                    <a:pt x="1819" y="6"/>
                  </a:cubicBezTo>
                  <a:cubicBezTo>
                    <a:pt x="1794" y="2"/>
                    <a:pt x="1770" y="1"/>
                    <a:pt x="1745" y="1"/>
                  </a:cubicBezTo>
                  <a:close/>
                </a:path>
              </a:pathLst>
            </a:custGeom>
            <a:solidFill>
              <a:srgbClr val="ACBDC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488" name="Google Shape;13488;p43"/>
            <p:cNvSpPr/>
            <p:nvPr/>
          </p:nvSpPr>
          <p:spPr>
            <a:xfrm>
              <a:off x="5835042" y="3620796"/>
              <a:ext cx="43986" cy="59584"/>
            </a:xfrm>
            <a:custGeom>
              <a:rect b="b" l="l" r="r" t="t"/>
              <a:pathLst>
                <a:path extrusionOk="0" h="2269" w="1675">
                  <a:moveTo>
                    <a:pt x="354" y="0"/>
                  </a:moveTo>
                  <a:cubicBezTo>
                    <a:pt x="124" y="182"/>
                    <a:pt x="0" y="450"/>
                    <a:pt x="0" y="747"/>
                  </a:cubicBezTo>
                  <a:lnTo>
                    <a:pt x="0" y="2029"/>
                  </a:lnTo>
                  <a:cubicBezTo>
                    <a:pt x="0" y="2163"/>
                    <a:pt x="105" y="2269"/>
                    <a:pt x="239" y="2269"/>
                  </a:cubicBezTo>
                  <a:lnTo>
                    <a:pt x="1675" y="2269"/>
                  </a:lnTo>
                  <a:lnTo>
                    <a:pt x="1675" y="1608"/>
                  </a:lnTo>
                  <a:cubicBezTo>
                    <a:pt x="1665" y="1417"/>
                    <a:pt x="1598" y="1235"/>
                    <a:pt x="1464" y="1101"/>
                  </a:cubicBezTo>
                  <a:lnTo>
                    <a:pt x="354" y="0"/>
                  </a:lnTo>
                  <a:close/>
                </a:path>
              </a:pathLst>
            </a:custGeom>
            <a:solidFill>
              <a:srgbClr val="6E829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489" name="Google Shape;13489;p43"/>
            <p:cNvSpPr/>
            <p:nvPr/>
          </p:nvSpPr>
          <p:spPr>
            <a:xfrm>
              <a:off x="6003920" y="3620796"/>
              <a:ext cx="44012" cy="59584"/>
            </a:xfrm>
            <a:custGeom>
              <a:rect b="b" l="l" r="r" t="t"/>
              <a:pathLst>
                <a:path extrusionOk="0" h="2269" w="1676">
                  <a:moveTo>
                    <a:pt x="1321" y="0"/>
                  </a:moveTo>
                  <a:lnTo>
                    <a:pt x="211" y="1101"/>
                  </a:lnTo>
                  <a:cubicBezTo>
                    <a:pt x="77" y="1235"/>
                    <a:pt x="0" y="1417"/>
                    <a:pt x="0" y="1608"/>
                  </a:cubicBezTo>
                  <a:lnTo>
                    <a:pt x="0" y="2269"/>
                  </a:lnTo>
                  <a:lnTo>
                    <a:pt x="1436" y="2269"/>
                  </a:lnTo>
                  <a:cubicBezTo>
                    <a:pt x="1570" y="2269"/>
                    <a:pt x="1675" y="2163"/>
                    <a:pt x="1675" y="2029"/>
                  </a:cubicBezTo>
                  <a:lnTo>
                    <a:pt x="1675" y="747"/>
                  </a:lnTo>
                  <a:cubicBezTo>
                    <a:pt x="1675" y="450"/>
                    <a:pt x="1541" y="182"/>
                    <a:pt x="1321" y="0"/>
                  </a:cubicBezTo>
                  <a:close/>
                </a:path>
              </a:pathLst>
            </a:custGeom>
            <a:solidFill>
              <a:srgbClr val="6E829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13490" name="Google Shape;13490;p43"/>
          <p:cNvSpPr/>
          <p:nvPr/>
        </p:nvSpPr>
        <p:spPr>
          <a:xfrm>
            <a:off x="6560317" y="3412357"/>
            <a:ext cx="13366" cy="86711"/>
          </a:xfrm>
          <a:custGeom>
            <a:rect b="b" l="l" r="r" t="t"/>
            <a:pathLst>
              <a:path extrusionOk="0" h="3302" w="509">
                <a:moveTo>
                  <a:pt x="432" y="0"/>
                </a:moveTo>
                <a:lnTo>
                  <a:pt x="202" y="163"/>
                </a:lnTo>
                <a:cubicBezTo>
                  <a:pt x="77" y="259"/>
                  <a:pt x="1" y="412"/>
                  <a:pt x="1" y="565"/>
                </a:cubicBezTo>
                <a:lnTo>
                  <a:pt x="1" y="3302"/>
                </a:lnTo>
                <a:lnTo>
                  <a:pt x="39" y="3245"/>
                </a:lnTo>
                <a:cubicBezTo>
                  <a:pt x="345" y="2795"/>
                  <a:pt x="508" y="2259"/>
                  <a:pt x="508" y="1713"/>
                </a:cubicBezTo>
                <a:lnTo>
                  <a:pt x="508" y="259"/>
                </a:lnTo>
                <a:cubicBezTo>
                  <a:pt x="508" y="163"/>
                  <a:pt x="479" y="77"/>
                  <a:pt x="432" y="0"/>
                </a:cubicBez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nvGrpSpPr>
          <p:cNvPr id="13491" name="Google Shape;13491;p43"/>
          <p:cNvGrpSpPr/>
          <p:nvPr/>
        </p:nvGrpSpPr>
        <p:grpSpPr>
          <a:xfrm>
            <a:off x="6179074" y="3216326"/>
            <a:ext cx="394609" cy="328749"/>
            <a:chOff x="6179074" y="3368726"/>
            <a:chExt cx="394609" cy="328749"/>
          </a:xfrm>
        </p:grpSpPr>
        <p:sp>
          <p:nvSpPr>
            <p:cNvPr id="13492" name="Google Shape;13492;p43"/>
            <p:cNvSpPr/>
            <p:nvPr/>
          </p:nvSpPr>
          <p:spPr>
            <a:xfrm>
              <a:off x="6363052" y="3421508"/>
              <a:ext cx="26418" cy="26155"/>
            </a:xfrm>
            <a:custGeom>
              <a:rect b="b" l="l" r="r" t="t"/>
              <a:pathLst>
                <a:path extrusionOk="0" h="996" w="1006">
                  <a:moveTo>
                    <a:pt x="0" y="0"/>
                  </a:moveTo>
                  <a:lnTo>
                    <a:pt x="0" y="995"/>
                  </a:lnTo>
                  <a:lnTo>
                    <a:pt x="1005" y="995"/>
                  </a:lnTo>
                  <a:lnTo>
                    <a:pt x="1005" y="0"/>
                  </a:lnTo>
                  <a:close/>
                </a:path>
              </a:pathLst>
            </a:custGeom>
            <a:solidFill>
              <a:srgbClr val="ACBDC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493" name="Google Shape;13493;p43"/>
            <p:cNvSpPr/>
            <p:nvPr/>
          </p:nvSpPr>
          <p:spPr>
            <a:xfrm>
              <a:off x="6361791" y="3421508"/>
              <a:ext cx="28912" cy="19695"/>
            </a:xfrm>
            <a:custGeom>
              <a:rect b="b" l="l" r="r" t="t"/>
              <a:pathLst>
                <a:path extrusionOk="0" h="750" w="1101">
                  <a:moveTo>
                    <a:pt x="48" y="0"/>
                  </a:moveTo>
                  <a:lnTo>
                    <a:pt x="48" y="498"/>
                  </a:lnTo>
                  <a:cubicBezTo>
                    <a:pt x="48" y="546"/>
                    <a:pt x="29" y="603"/>
                    <a:pt x="0" y="641"/>
                  </a:cubicBezTo>
                  <a:cubicBezTo>
                    <a:pt x="177" y="713"/>
                    <a:pt x="364" y="749"/>
                    <a:pt x="551" y="749"/>
                  </a:cubicBezTo>
                  <a:cubicBezTo>
                    <a:pt x="737" y="749"/>
                    <a:pt x="924" y="713"/>
                    <a:pt x="1101" y="641"/>
                  </a:cubicBezTo>
                  <a:cubicBezTo>
                    <a:pt x="1072" y="603"/>
                    <a:pt x="1053" y="546"/>
                    <a:pt x="1053" y="498"/>
                  </a:cubicBezTo>
                  <a:lnTo>
                    <a:pt x="1053" y="0"/>
                  </a:lnTo>
                  <a:close/>
                </a:path>
              </a:pathLst>
            </a:custGeom>
            <a:solidFill>
              <a:srgbClr val="96ABB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494" name="Google Shape;13494;p43"/>
            <p:cNvSpPr/>
            <p:nvPr/>
          </p:nvSpPr>
          <p:spPr>
            <a:xfrm>
              <a:off x="6336660" y="3442096"/>
              <a:ext cx="79174" cy="97556"/>
            </a:xfrm>
            <a:custGeom>
              <a:rect b="b" l="l" r="r" t="t"/>
              <a:pathLst>
                <a:path extrusionOk="0" h="3715" w="3015">
                  <a:moveTo>
                    <a:pt x="737" y="1"/>
                  </a:moveTo>
                  <a:lnTo>
                    <a:pt x="278" y="231"/>
                  </a:lnTo>
                  <a:cubicBezTo>
                    <a:pt x="115" y="317"/>
                    <a:pt x="10" y="489"/>
                    <a:pt x="10" y="680"/>
                  </a:cubicBezTo>
                  <a:lnTo>
                    <a:pt x="10" y="2135"/>
                  </a:lnTo>
                  <a:cubicBezTo>
                    <a:pt x="0" y="2681"/>
                    <a:pt x="163" y="3207"/>
                    <a:pt x="469" y="3657"/>
                  </a:cubicBezTo>
                  <a:lnTo>
                    <a:pt x="508" y="3714"/>
                  </a:lnTo>
                  <a:lnTo>
                    <a:pt x="2508" y="3714"/>
                  </a:lnTo>
                  <a:lnTo>
                    <a:pt x="2546" y="3657"/>
                  </a:lnTo>
                  <a:cubicBezTo>
                    <a:pt x="2852" y="3207"/>
                    <a:pt x="3015" y="2681"/>
                    <a:pt x="3005" y="2135"/>
                  </a:cubicBezTo>
                  <a:lnTo>
                    <a:pt x="3005" y="680"/>
                  </a:lnTo>
                  <a:cubicBezTo>
                    <a:pt x="3005" y="489"/>
                    <a:pt x="2900" y="317"/>
                    <a:pt x="2737" y="231"/>
                  </a:cubicBezTo>
                  <a:lnTo>
                    <a:pt x="2278" y="1"/>
                  </a:lnTo>
                  <a:cubicBezTo>
                    <a:pt x="2111" y="203"/>
                    <a:pt x="1603" y="212"/>
                    <a:pt x="1523" y="212"/>
                  </a:cubicBezTo>
                  <a:cubicBezTo>
                    <a:pt x="1516" y="212"/>
                    <a:pt x="1512" y="211"/>
                    <a:pt x="1512" y="211"/>
                  </a:cubicBezTo>
                  <a:cubicBezTo>
                    <a:pt x="1512" y="211"/>
                    <a:pt x="1509" y="212"/>
                    <a:pt x="1502" y="212"/>
                  </a:cubicBezTo>
                  <a:cubicBezTo>
                    <a:pt x="1420" y="212"/>
                    <a:pt x="905" y="203"/>
                    <a:pt x="737" y="1"/>
                  </a:cubicBez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495" name="Google Shape;13495;p43"/>
            <p:cNvSpPr/>
            <p:nvPr/>
          </p:nvSpPr>
          <p:spPr>
            <a:xfrm>
              <a:off x="6349974" y="3539862"/>
              <a:ext cx="52546" cy="111605"/>
            </a:xfrm>
            <a:custGeom>
              <a:rect b="b" l="l" r="r" t="t"/>
              <a:pathLst>
                <a:path extrusionOk="0" h="4250" w="2001">
                  <a:moveTo>
                    <a:pt x="1" y="1"/>
                  </a:moveTo>
                  <a:lnTo>
                    <a:pt x="1" y="4250"/>
                  </a:lnTo>
                  <a:lnTo>
                    <a:pt x="2001" y="4250"/>
                  </a:lnTo>
                  <a:lnTo>
                    <a:pt x="2001" y="1"/>
                  </a:lnTo>
                  <a:close/>
                </a:path>
              </a:pathLst>
            </a:custGeom>
            <a:solidFill>
              <a:srgbClr val="76899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496" name="Google Shape;13496;p43"/>
            <p:cNvSpPr/>
            <p:nvPr/>
          </p:nvSpPr>
          <p:spPr>
            <a:xfrm>
              <a:off x="6336897" y="3452915"/>
              <a:ext cx="13104" cy="86973"/>
            </a:xfrm>
            <a:custGeom>
              <a:rect b="b" l="l" r="r" t="t"/>
              <a:pathLst>
                <a:path extrusionOk="0" h="3312" w="499">
                  <a:moveTo>
                    <a:pt x="77" y="0"/>
                  </a:moveTo>
                  <a:cubicBezTo>
                    <a:pt x="20" y="77"/>
                    <a:pt x="1" y="173"/>
                    <a:pt x="1" y="268"/>
                  </a:cubicBezTo>
                  <a:lnTo>
                    <a:pt x="1" y="1723"/>
                  </a:lnTo>
                  <a:cubicBezTo>
                    <a:pt x="1" y="2269"/>
                    <a:pt x="154" y="2795"/>
                    <a:pt x="460" y="3245"/>
                  </a:cubicBezTo>
                  <a:lnTo>
                    <a:pt x="499" y="3312"/>
                  </a:lnTo>
                  <a:lnTo>
                    <a:pt x="499" y="575"/>
                  </a:lnTo>
                  <a:cubicBezTo>
                    <a:pt x="499" y="412"/>
                    <a:pt x="422" y="268"/>
                    <a:pt x="298" y="173"/>
                  </a:cubicBezTo>
                  <a:lnTo>
                    <a:pt x="77" y="0"/>
                  </a:lnTo>
                  <a:close/>
                </a:path>
              </a:pathLst>
            </a:custGeom>
            <a:solidFill>
              <a:srgbClr val="C5D1D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497" name="Google Shape;13497;p43"/>
            <p:cNvSpPr/>
            <p:nvPr/>
          </p:nvSpPr>
          <p:spPr>
            <a:xfrm>
              <a:off x="6402494" y="3452915"/>
              <a:ext cx="13340" cy="86973"/>
            </a:xfrm>
            <a:custGeom>
              <a:rect b="b" l="l" r="r" t="t"/>
              <a:pathLst>
                <a:path extrusionOk="0" h="3312" w="508">
                  <a:moveTo>
                    <a:pt x="431" y="0"/>
                  </a:moveTo>
                  <a:lnTo>
                    <a:pt x="202" y="173"/>
                  </a:lnTo>
                  <a:cubicBezTo>
                    <a:pt x="77" y="268"/>
                    <a:pt x="1" y="412"/>
                    <a:pt x="1" y="575"/>
                  </a:cubicBezTo>
                  <a:lnTo>
                    <a:pt x="1" y="3312"/>
                  </a:lnTo>
                  <a:lnTo>
                    <a:pt x="39" y="3245"/>
                  </a:lnTo>
                  <a:cubicBezTo>
                    <a:pt x="345" y="2795"/>
                    <a:pt x="508" y="2269"/>
                    <a:pt x="508" y="1723"/>
                  </a:cubicBezTo>
                  <a:lnTo>
                    <a:pt x="508" y="268"/>
                  </a:lnTo>
                  <a:cubicBezTo>
                    <a:pt x="508" y="173"/>
                    <a:pt x="479" y="77"/>
                    <a:pt x="431" y="0"/>
                  </a:cubicBezTo>
                  <a:close/>
                </a:path>
              </a:pathLst>
            </a:custGeom>
            <a:solidFill>
              <a:srgbClr val="C5D1D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498" name="Google Shape;13498;p43"/>
            <p:cNvSpPr/>
            <p:nvPr/>
          </p:nvSpPr>
          <p:spPr>
            <a:xfrm>
              <a:off x="6356014" y="3434691"/>
              <a:ext cx="40493" cy="105198"/>
            </a:xfrm>
            <a:custGeom>
              <a:rect b="b" l="l" r="r" t="t"/>
              <a:pathLst>
                <a:path extrusionOk="0" h="4006" w="1542">
                  <a:moveTo>
                    <a:pt x="254" y="1"/>
                  </a:moveTo>
                  <a:cubicBezTo>
                    <a:pt x="242" y="1"/>
                    <a:pt x="230" y="5"/>
                    <a:pt x="220" y="15"/>
                  </a:cubicBezTo>
                  <a:lnTo>
                    <a:pt x="0" y="283"/>
                  </a:lnTo>
                  <a:lnTo>
                    <a:pt x="345" y="704"/>
                  </a:lnTo>
                  <a:cubicBezTo>
                    <a:pt x="367" y="732"/>
                    <a:pt x="399" y="747"/>
                    <a:pt x="431" y="747"/>
                  </a:cubicBezTo>
                  <a:cubicBezTo>
                    <a:pt x="455" y="747"/>
                    <a:pt x="478" y="739"/>
                    <a:pt x="498" y="723"/>
                  </a:cubicBezTo>
                  <a:lnTo>
                    <a:pt x="651" y="599"/>
                  </a:lnTo>
                  <a:lnTo>
                    <a:pt x="651" y="4006"/>
                  </a:lnTo>
                  <a:lnTo>
                    <a:pt x="900" y="4006"/>
                  </a:lnTo>
                  <a:lnTo>
                    <a:pt x="900" y="599"/>
                  </a:lnTo>
                  <a:lnTo>
                    <a:pt x="1043" y="723"/>
                  </a:lnTo>
                  <a:cubicBezTo>
                    <a:pt x="1063" y="739"/>
                    <a:pt x="1088" y="747"/>
                    <a:pt x="1113" y="747"/>
                  </a:cubicBezTo>
                  <a:cubicBezTo>
                    <a:pt x="1149" y="747"/>
                    <a:pt x="1184" y="732"/>
                    <a:pt x="1206" y="704"/>
                  </a:cubicBezTo>
                  <a:lnTo>
                    <a:pt x="1541" y="283"/>
                  </a:lnTo>
                  <a:lnTo>
                    <a:pt x="1331" y="15"/>
                  </a:lnTo>
                  <a:cubicBezTo>
                    <a:pt x="1321" y="5"/>
                    <a:pt x="1309" y="1"/>
                    <a:pt x="1297" y="1"/>
                  </a:cubicBezTo>
                  <a:cubicBezTo>
                    <a:pt x="1285" y="1"/>
                    <a:pt x="1273" y="5"/>
                    <a:pt x="1264" y="15"/>
                  </a:cubicBezTo>
                  <a:lnTo>
                    <a:pt x="775" y="503"/>
                  </a:lnTo>
                  <a:lnTo>
                    <a:pt x="287" y="15"/>
                  </a:lnTo>
                  <a:cubicBezTo>
                    <a:pt x="278" y="5"/>
                    <a:pt x="266" y="1"/>
                    <a:pt x="254" y="1"/>
                  </a:cubicBezTo>
                  <a:close/>
                </a:path>
              </a:pathLst>
            </a:custGeom>
            <a:solidFill>
              <a:srgbClr val="C5D1D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499" name="Google Shape;13499;p43"/>
            <p:cNvSpPr/>
            <p:nvPr/>
          </p:nvSpPr>
          <p:spPr>
            <a:xfrm>
              <a:off x="6373109" y="3552913"/>
              <a:ext cx="6775" cy="98554"/>
            </a:xfrm>
            <a:custGeom>
              <a:rect b="b" l="l" r="r" t="t"/>
              <a:pathLst>
                <a:path extrusionOk="0" h="3753" w="258">
                  <a:moveTo>
                    <a:pt x="139" y="0"/>
                  </a:moveTo>
                  <a:cubicBezTo>
                    <a:pt x="134" y="0"/>
                    <a:pt x="129" y="1"/>
                    <a:pt x="124" y="1"/>
                  </a:cubicBezTo>
                  <a:cubicBezTo>
                    <a:pt x="57" y="1"/>
                    <a:pt x="0" y="49"/>
                    <a:pt x="0" y="116"/>
                  </a:cubicBezTo>
                  <a:lnTo>
                    <a:pt x="0" y="3753"/>
                  </a:lnTo>
                  <a:lnTo>
                    <a:pt x="249" y="3753"/>
                  </a:lnTo>
                  <a:lnTo>
                    <a:pt x="249" y="126"/>
                  </a:lnTo>
                  <a:cubicBezTo>
                    <a:pt x="258" y="55"/>
                    <a:pt x="201" y="0"/>
                    <a:pt x="139" y="0"/>
                  </a:cubicBezTo>
                  <a:close/>
                </a:path>
              </a:pathLst>
            </a:custGeom>
            <a:solidFill>
              <a:srgbClr val="63798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500" name="Google Shape;13500;p43"/>
            <p:cNvSpPr/>
            <p:nvPr/>
          </p:nvSpPr>
          <p:spPr>
            <a:xfrm>
              <a:off x="6349974" y="3368726"/>
              <a:ext cx="52546" cy="59321"/>
            </a:xfrm>
            <a:custGeom>
              <a:rect b="b" l="l" r="r" t="t"/>
              <a:pathLst>
                <a:path extrusionOk="0" h="2259" w="2001">
                  <a:moveTo>
                    <a:pt x="757" y="0"/>
                  </a:moveTo>
                  <a:cubicBezTo>
                    <a:pt x="336" y="0"/>
                    <a:pt x="1" y="335"/>
                    <a:pt x="1" y="756"/>
                  </a:cubicBezTo>
                  <a:lnTo>
                    <a:pt x="1" y="1254"/>
                  </a:lnTo>
                  <a:cubicBezTo>
                    <a:pt x="1" y="1809"/>
                    <a:pt x="450" y="2259"/>
                    <a:pt x="1005" y="2259"/>
                  </a:cubicBezTo>
                  <a:cubicBezTo>
                    <a:pt x="1551" y="2259"/>
                    <a:pt x="2001" y="1809"/>
                    <a:pt x="2001" y="1254"/>
                  </a:cubicBezTo>
                  <a:lnTo>
                    <a:pt x="2001" y="756"/>
                  </a:lnTo>
                  <a:cubicBezTo>
                    <a:pt x="2001" y="335"/>
                    <a:pt x="1666" y="0"/>
                    <a:pt x="1254" y="0"/>
                  </a:cubicBezTo>
                  <a:close/>
                </a:path>
              </a:pathLst>
            </a:custGeom>
            <a:solidFill>
              <a:srgbClr val="BECBD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501" name="Google Shape;13501;p43"/>
            <p:cNvSpPr/>
            <p:nvPr/>
          </p:nvSpPr>
          <p:spPr>
            <a:xfrm>
              <a:off x="6349974" y="3368726"/>
              <a:ext cx="36213" cy="59269"/>
            </a:xfrm>
            <a:custGeom>
              <a:rect b="b" l="l" r="r" t="t"/>
              <a:pathLst>
                <a:path extrusionOk="0" h="2257" w="1379">
                  <a:moveTo>
                    <a:pt x="757" y="0"/>
                  </a:moveTo>
                  <a:cubicBezTo>
                    <a:pt x="345" y="0"/>
                    <a:pt x="1" y="335"/>
                    <a:pt x="10" y="756"/>
                  </a:cubicBezTo>
                  <a:lnTo>
                    <a:pt x="10" y="1254"/>
                  </a:lnTo>
                  <a:cubicBezTo>
                    <a:pt x="2" y="1828"/>
                    <a:pt x="478" y="2257"/>
                    <a:pt x="1005" y="2257"/>
                  </a:cubicBezTo>
                  <a:cubicBezTo>
                    <a:pt x="1129" y="2257"/>
                    <a:pt x="1255" y="2233"/>
                    <a:pt x="1379" y="2182"/>
                  </a:cubicBezTo>
                  <a:cubicBezTo>
                    <a:pt x="1005" y="2029"/>
                    <a:pt x="757" y="1666"/>
                    <a:pt x="757" y="1254"/>
                  </a:cubicBezTo>
                  <a:lnTo>
                    <a:pt x="757" y="756"/>
                  </a:lnTo>
                  <a:cubicBezTo>
                    <a:pt x="757" y="393"/>
                    <a:pt x="1015" y="77"/>
                    <a:pt x="1379" y="20"/>
                  </a:cubicBezTo>
                  <a:cubicBezTo>
                    <a:pt x="1340" y="10"/>
                    <a:pt x="1302" y="0"/>
                    <a:pt x="1254" y="0"/>
                  </a:cubicBezTo>
                  <a:close/>
                </a:path>
              </a:pathLst>
            </a:custGeom>
            <a:solidFill>
              <a:srgbClr val="ACBDC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502" name="Google Shape;13502;p43"/>
            <p:cNvSpPr/>
            <p:nvPr/>
          </p:nvSpPr>
          <p:spPr>
            <a:xfrm>
              <a:off x="6349974" y="3368726"/>
              <a:ext cx="52546" cy="26418"/>
            </a:xfrm>
            <a:custGeom>
              <a:rect b="b" l="l" r="r" t="t"/>
              <a:pathLst>
                <a:path extrusionOk="0" h="1006" w="2001">
                  <a:moveTo>
                    <a:pt x="747" y="0"/>
                  </a:moveTo>
                  <a:cubicBezTo>
                    <a:pt x="336" y="0"/>
                    <a:pt x="1" y="335"/>
                    <a:pt x="1" y="756"/>
                  </a:cubicBezTo>
                  <a:cubicBezTo>
                    <a:pt x="1" y="756"/>
                    <a:pt x="757" y="1005"/>
                    <a:pt x="2001" y="1005"/>
                  </a:cubicBezTo>
                  <a:lnTo>
                    <a:pt x="2001" y="756"/>
                  </a:lnTo>
                  <a:cubicBezTo>
                    <a:pt x="2001" y="335"/>
                    <a:pt x="1666" y="0"/>
                    <a:pt x="1254" y="0"/>
                  </a:cubicBez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503" name="Google Shape;13503;p43"/>
            <p:cNvSpPr/>
            <p:nvPr/>
          </p:nvSpPr>
          <p:spPr>
            <a:xfrm>
              <a:off x="6349974" y="3368726"/>
              <a:ext cx="36213" cy="24159"/>
            </a:xfrm>
            <a:custGeom>
              <a:rect b="b" l="l" r="r" t="t"/>
              <a:pathLst>
                <a:path extrusionOk="0" h="920" w="1379">
                  <a:moveTo>
                    <a:pt x="757" y="0"/>
                  </a:moveTo>
                  <a:cubicBezTo>
                    <a:pt x="345" y="0"/>
                    <a:pt x="1" y="335"/>
                    <a:pt x="10" y="756"/>
                  </a:cubicBezTo>
                  <a:cubicBezTo>
                    <a:pt x="249" y="823"/>
                    <a:pt x="498" y="881"/>
                    <a:pt x="757" y="919"/>
                  </a:cubicBezTo>
                  <a:lnTo>
                    <a:pt x="757" y="756"/>
                  </a:lnTo>
                  <a:cubicBezTo>
                    <a:pt x="757" y="393"/>
                    <a:pt x="1015" y="77"/>
                    <a:pt x="1379" y="20"/>
                  </a:cubicBezTo>
                  <a:cubicBezTo>
                    <a:pt x="1340" y="10"/>
                    <a:pt x="1302" y="0"/>
                    <a:pt x="1254" y="0"/>
                  </a:cubicBez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504" name="Google Shape;13504;p43"/>
            <p:cNvSpPr/>
            <p:nvPr/>
          </p:nvSpPr>
          <p:spPr>
            <a:xfrm>
              <a:off x="6468354" y="3421508"/>
              <a:ext cx="26418" cy="26155"/>
            </a:xfrm>
            <a:custGeom>
              <a:rect b="b" l="l" r="r" t="t"/>
              <a:pathLst>
                <a:path extrusionOk="0" h="996" w="1006">
                  <a:moveTo>
                    <a:pt x="0" y="0"/>
                  </a:moveTo>
                  <a:lnTo>
                    <a:pt x="0" y="995"/>
                  </a:lnTo>
                  <a:lnTo>
                    <a:pt x="1005" y="995"/>
                  </a:lnTo>
                  <a:lnTo>
                    <a:pt x="1005" y="0"/>
                  </a:lnTo>
                  <a:close/>
                </a:path>
              </a:pathLst>
            </a:custGeom>
            <a:solidFill>
              <a:srgbClr val="ACBDC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505" name="Google Shape;13505;p43"/>
            <p:cNvSpPr/>
            <p:nvPr/>
          </p:nvSpPr>
          <p:spPr>
            <a:xfrm>
              <a:off x="6467094" y="3421508"/>
              <a:ext cx="28912" cy="19695"/>
            </a:xfrm>
            <a:custGeom>
              <a:rect b="b" l="l" r="r" t="t"/>
              <a:pathLst>
                <a:path extrusionOk="0" h="750" w="1101">
                  <a:moveTo>
                    <a:pt x="48" y="0"/>
                  </a:moveTo>
                  <a:lnTo>
                    <a:pt x="48" y="498"/>
                  </a:lnTo>
                  <a:cubicBezTo>
                    <a:pt x="48" y="546"/>
                    <a:pt x="29" y="603"/>
                    <a:pt x="0" y="641"/>
                  </a:cubicBezTo>
                  <a:cubicBezTo>
                    <a:pt x="177" y="713"/>
                    <a:pt x="364" y="749"/>
                    <a:pt x="551" y="749"/>
                  </a:cubicBezTo>
                  <a:cubicBezTo>
                    <a:pt x="737" y="749"/>
                    <a:pt x="924" y="713"/>
                    <a:pt x="1101" y="641"/>
                  </a:cubicBezTo>
                  <a:cubicBezTo>
                    <a:pt x="1063" y="603"/>
                    <a:pt x="1053" y="546"/>
                    <a:pt x="1053" y="498"/>
                  </a:cubicBezTo>
                  <a:lnTo>
                    <a:pt x="1053" y="0"/>
                  </a:lnTo>
                  <a:close/>
                </a:path>
              </a:pathLst>
            </a:custGeom>
            <a:solidFill>
              <a:srgbClr val="96ABB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506" name="Google Shape;13506;p43"/>
            <p:cNvSpPr/>
            <p:nvPr/>
          </p:nvSpPr>
          <p:spPr>
            <a:xfrm>
              <a:off x="6441963" y="3442096"/>
              <a:ext cx="78938" cy="97556"/>
            </a:xfrm>
            <a:custGeom>
              <a:rect b="b" l="l" r="r" t="t"/>
              <a:pathLst>
                <a:path extrusionOk="0" h="3715" w="3006">
                  <a:moveTo>
                    <a:pt x="737" y="1"/>
                  </a:moveTo>
                  <a:lnTo>
                    <a:pt x="278" y="231"/>
                  </a:lnTo>
                  <a:cubicBezTo>
                    <a:pt x="115" y="317"/>
                    <a:pt x="0" y="489"/>
                    <a:pt x="0" y="680"/>
                  </a:cubicBezTo>
                  <a:lnTo>
                    <a:pt x="0" y="2135"/>
                  </a:lnTo>
                  <a:cubicBezTo>
                    <a:pt x="0" y="2681"/>
                    <a:pt x="163" y="3207"/>
                    <a:pt x="469" y="3657"/>
                  </a:cubicBezTo>
                  <a:lnTo>
                    <a:pt x="508" y="3714"/>
                  </a:lnTo>
                  <a:lnTo>
                    <a:pt x="2508" y="3714"/>
                  </a:lnTo>
                  <a:lnTo>
                    <a:pt x="2546" y="3657"/>
                  </a:lnTo>
                  <a:cubicBezTo>
                    <a:pt x="2852" y="3207"/>
                    <a:pt x="3005" y="2681"/>
                    <a:pt x="3005" y="2135"/>
                  </a:cubicBezTo>
                  <a:lnTo>
                    <a:pt x="3005" y="680"/>
                  </a:lnTo>
                  <a:cubicBezTo>
                    <a:pt x="3005" y="489"/>
                    <a:pt x="2900" y="317"/>
                    <a:pt x="2737" y="231"/>
                  </a:cubicBezTo>
                  <a:lnTo>
                    <a:pt x="2278" y="1"/>
                  </a:lnTo>
                  <a:cubicBezTo>
                    <a:pt x="2111" y="203"/>
                    <a:pt x="1595" y="212"/>
                    <a:pt x="1514" y="212"/>
                  </a:cubicBezTo>
                  <a:cubicBezTo>
                    <a:pt x="1507" y="212"/>
                    <a:pt x="1503" y="211"/>
                    <a:pt x="1503" y="211"/>
                  </a:cubicBezTo>
                  <a:cubicBezTo>
                    <a:pt x="1503" y="211"/>
                    <a:pt x="1499" y="212"/>
                    <a:pt x="1492" y="212"/>
                  </a:cubicBezTo>
                  <a:cubicBezTo>
                    <a:pt x="1412" y="212"/>
                    <a:pt x="905" y="203"/>
                    <a:pt x="737" y="1"/>
                  </a:cubicBezTo>
                  <a:close/>
                </a:path>
              </a:pathLst>
            </a:custGeom>
            <a:solidFill>
              <a:srgbClr val="63768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507" name="Google Shape;13507;p43"/>
            <p:cNvSpPr/>
            <p:nvPr/>
          </p:nvSpPr>
          <p:spPr>
            <a:xfrm>
              <a:off x="6455277" y="3539862"/>
              <a:ext cx="52546" cy="111605"/>
            </a:xfrm>
            <a:custGeom>
              <a:rect b="b" l="l" r="r" t="t"/>
              <a:pathLst>
                <a:path extrusionOk="0" h="4250" w="2001">
                  <a:moveTo>
                    <a:pt x="1" y="1"/>
                  </a:moveTo>
                  <a:lnTo>
                    <a:pt x="1" y="4250"/>
                  </a:lnTo>
                  <a:lnTo>
                    <a:pt x="2001" y="4250"/>
                  </a:lnTo>
                  <a:lnTo>
                    <a:pt x="2001" y="1"/>
                  </a:lnTo>
                  <a:close/>
                </a:path>
              </a:pathLst>
            </a:custGeom>
            <a:solidFill>
              <a:srgbClr val="63798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508" name="Google Shape;13508;p43"/>
            <p:cNvSpPr/>
            <p:nvPr/>
          </p:nvSpPr>
          <p:spPr>
            <a:xfrm>
              <a:off x="6441963" y="3452915"/>
              <a:ext cx="13340" cy="86973"/>
            </a:xfrm>
            <a:custGeom>
              <a:rect b="b" l="l" r="r" t="t"/>
              <a:pathLst>
                <a:path extrusionOk="0" h="3312" w="508">
                  <a:moveTo>
                    <a:pt x="77" y="0"/>
                  </a:moveTo>
                  <a:cubicBezTo>
                    <a:pt x="29" y="77"/>
                    <a:pt x="0" y="173"/>
                    <a:pt x="0" y="268"/>
                  </a:cubicBezTo>
                  <a:lnTo>
                    <a:pt x="0" y="1723"/>
                  </a:lnTo>
                  <a:cubicBezTo>
                    <a:pt x="0" y="2269"/>
                    <a:pt x="163" y="2795"/>
                    <a:pt x="469" y="3245"/>
                  </a:cubicBezTo>
                  <a:lnTo>
                    <a:pt x="508" y="3312"/>
                  </a:lnTo>
                  <a:lnTo>
                    <a:pt x="508" y="575"/>
                  </a:lnTo>
                  <a:cubicBezTo>
                    <a:pt x="508" y="412"/>
                    <a:pt x="431" y="268"/>
                    <a:pt x="307" y="173"/>
                  </a:cubicBezTo>
                  <a:lnTo>
                    <a:pt x="77" y="0"/>
                  </a:lnTo>
                  <a:close/>
                </a:path>
              </a:pathLst>
            </a:custGeom>
            <a:solidFill>
              <a:srgbClr val="30496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509" name="Google Shape;13509;p43"/>
            <p:cNvSpPr/>
            <p:nvPr/>
          </p:nvSpPr>
          <p:spPr>
            <a:xfrm>
              <a:off x="6507797" y="3452915"/>
              <a:ext cx="13104" cy="86973"/>
            </a:xfrm>
            <a:custGeom>
              <a:rect b="b" l="l" r="r" t="t"/>
              <a:pathLst>
                <a:path extrusionOk="0" h="3312" w="499">
                  <a:moveTo>
                    <a:pt x="422" y="0"/>
                  </a:moveTo>
                  <a:lnTo>
                    <a:pt x="202" y="173"/>
                  </a:lnTo>
                  <a:cubicBezTo>
                    <a:pt x="77" y="268"/>
                    <a:pt x="1" y="412"/>
                    <a:pt x="1" y="575"/>
                  </a:cubicBezTo>
                  <a:lnTo>
                    <a:pt x="1" y="3312"/>
                  </a:lnTo>
                  <a:lnTo>
                    <a:pt x="39" y="3245"/>
                  </a:lnTo>
                  <a:cubicBezTo>
                    <a:pt x="336" y="2795"/>
                    <a:pt x="498" y="2269"/>
                    <a:pt x="498" y="1723"/>
                  </a:cubicBezTo>
                  <a:lnTo>
                    <a:pt x="498" y="268"/>
                  </a:lnTo>
                  <a:cubicBezTo>
                    <a:pt x="498" y="173"/>
                    <a:pt x="470" y="77"/>
                    <a:pt x="422" y="0"/>
                  </a:cubicBezTo>
                  <a:close/>
                </a:path>
              </a:pathLst>
            </a:custGeom>
            <a:solidFill>
              <a:srgbClr val="30496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510" name="Google Shape;13510;p43"/>
            <p:cNvSpPr/>
            <p:nvPr/>
          </p:nvSpPr>
          <p:spPr>
            <a:xfrm>
              <a:off x="6461317" y="3434691"/>
              <a:ext cx="40493" cy="105198"/>
            </a:xfrm>
            <a:custGeom>
              <a:rect b="b" l="l" r="r" t="t"/>
              <a:pathLst>
                <a:path extrusionOk="0" h="4006" w="1542">
                  <a:moveTo>
                    <a:pt x="244" y="1"/>
                  </a:moveTo>
                  <a:cubicBezTo>
                    <a:pt x="232" y="1"/>
                    <a:pt x="220" y="5"/>
                    <a:pt x="211" y="15"/>
                  </a:cubicBezTo>
                  <a:lnTo>
                    <a:pt x="0" y="283"/>
                  </a:lnTo>
                  <a:lnTo>
                    <a:pt x="335" y="704"/>
                  </a:lnTo>
                  <a:cubicBezTo>
                    <a:pt x="357" y="732"/>
                    <a:pt x="393" y="747"/>
                    <a:pt x="428" y="747"/>
                  </a:cubicBezTo>
                  <a:cubicBezTo>
                    <a:pt x="453" y="747"/>
                    <a:pt x="478" y="739"/>
                    <a:pt x="498" y="723"/>
                  </a:cubicBezTo>
                  <a:lnTo>
                    <a:pt x="641" y="599"/>
                  </a:lnTo>
                  <a:lnTo>
                    <a:pt x="641" y="4006"/>
                  </a:lnTo>
                  <a:lnTo>
                    <a:pt x="890" y="4006"/>
                  </a:lnTo>
                  <a:lnTo>
                    <a:pt x="890" y="599"/>
                  </a:lnTo>
                  <a:lnTo>
                    <a:pt x="1043" y="723"/>
                  </a:lnTo>
                  <a:cubicBezTo>
                    <a:pt x="1063" y="739"/>
                    <a:pt x="1087" y="747"/>
                    <a:pt x="1110" y="747"/>
                  </a:cubicBezTo>
                  <a:cubicBezTo>
                    <a:pt x="1142" y="747"/>
                    <a:pt x="1174" y="732"/>
                    <a:pt x="1197" y="704"/>
                  </a:cubicBezTo>
                  <a:lnTo>
                    <a:pt x="1541" y="283"/>
                  </a:lnTo>
                  <a:lnTo>
                    <a:pt x="1321" y="15"/>
                  </a:lnTo>
                  <a:cubicBezTo>
                    <a:pt x="1311" y="5"/>
                    <a:pt x="1299" y="1"/>
                    <a:pt x="1287" y="1"/>
                  </a:cubicBezTo>
                  <a:cubicBezTo>
                    <a:pt x="1275" y="1"/>
                    <a:pt x="1264" y="5"/>
                    <a:pt x="1254" y="15"/>
                  </a:cubicBezTo>
                  <a:lnTo>
                    <a:pt x="766" y="503"/>
                  </a:lnTo>
                  <a:lnTo>
                    <a:pt x="278" y="15"/>
                  </a:lnTo>
                  <a:cubicBezTo>
                    <a:pt x="268" y="5"/>
                    <a:pt x="256" y="1"/>
                    <a:pt x="244" y="1"/>
                  </a:cubicBezTo>
                  <a:close/>
                </a:path>
              </a:pathLst>
            </a:custGeom>
            <a:solidFill>
              <a:srgbClr val="30496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511" name="Google Shape;13511;p43"/>
            <p:cNvSpPr/>
            <p:nvPr/>
          </p:nvSpPr>
          <p:spPr>
            <a:xfrm>
              <a:off x="6478412" y="3552913"/>
              <a:ext cx="6539" cy="98554"/>
            </a:xfrm>
            <a:custGeom>
              <a:rect b="b" l="l" r="r" t="t"/>
              <a:pathLst>
                <a:path extrusionOk="0" h="3753" w="249">
                  <a:moveTo>
                    <a:pt x="131" y="0"/>
                  </a:moveTo>
                  <a:cubicBezTo>
                    <a:pt x="126" y="0"/>
                    <a:pt x="120" y="1"/>
                    <a:pt x="115" y="1"/>
                  </a:cubicBezTo>
                  <a:cubicBezTo>
                    <a:pt x="48" y="1"/>
                    <a:pt x="0" y="49"/>
                    <a:pt x="0" y="116"/>
                  </a:cubicBezTo>
                  <a:lnTo>
                    <a:pt x="0" y="3753"/>
                  </a:lnTo>
                  <a:lnTo>
                    <a:pt x="249" y="3753"/>
                  </a:lnTo>
                  <a:lnTo>
                    <a:pt x="249" y="126"/>
                  </a:lnTo>
                  <a:cubicBezTo>
                    <a:pt x="249" y="55"/>
                    <a:pt x="200" y="0"/>
                    <a:pt x="131" y="0"/>
                  </a:cubicBezTo>
                  <a:close/>
                </a:path>
              </a:pathLst>
            </a:custGeom>
            <a:solidFill>
              <a:srgbClr val="4B637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512" name="Google Shape;13512;p43"/>
            <p:cNvSpPr/>
            <p:nvPr/>
          </p:nvSpPr>
          <p:spPr>
            <a:xfrm>
              <a:off x="6455277" y="3368726"/>
              <a:ext cx="52546" cy="59321"/>
            </a:xfrm>
            <a:custGeom>
              <a:rect b="b" l="l" r="r" t="t"/>
              <a:pathLst>
                <a:path extrusionOk="0" h="2259" w="2001">
                  <a:moveTo>
                    <a:pt x="747" y="0"/>
                  </a:moveTo>
                  <a:cubicBezTo>
                    <a:pt x="335" y="0"/>
                    <a:pt x="1" y="335"/>
                    <a:pt x="1" y="756"/>
                  </a:cubicBezTo>
                  <a:lnTo>
                    <a:pt x="1" y="1254"/>
                  </a:lnTo>
                  <a:cubicBezTo>
                    <a:pt x="1" y="1809"/>
                    <a:pt x="441" y="2259"/>
                    <a:pt x="996" y="2259"/>
                  </a:cubicBezTo>
                  <a:cubicBezTo>
                    <a:pt x="1551" y="2259"/>
                    <a:pt x="2001" y="1809"/>
                    <a:pt x="2001" y="1254"/>
                  </a:cubicBezTo>
                  <a:lnTo>
                    <a:pt x="2001" y="756"/>
                  </a:lnTo>
                  <a:cubicBezTo>
                    <a:pt x="2001" y="335"/>
                    <a:pt x="1666" y="0"/>
                    <a:pt x="1254" y="0"/>
                  </a:cubicBezTo>
                  <a:close/>
                </a:path>
              </a:pathLst>
            </a:custGeom>
            <a:solidFill>
              <a:srgbClr val="BECBD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513" name="Google Shape;13513;p43"/>
            <p:cNvSpPr/>
            <p:nvPr/>
          </p:nvSpPr>
          <p:spPr>
            <a:xfrm>
              <a:off x="6455277" y="3368726"/>
              <a:ext cx="36213" cy="59269"/>
            </a:xfrm>
            <a:custGeom>
              <a:rect b="b" l="l" r="r" t="t"/>
              <a:pathLst>
                <a:path extrusionOk="0" h="2257" w="1379">
                  <a:moveTo>
                    <a:pt x="757" y="0"/>
                  </a:moveTo>
                  <a:cubicBezTo>
                    <a:pt x="335" y="0"/>
                    <a:pt x="1" y="335"/>
                    <a:pt x="1" y="756"/>
                  </a:cubicBezTo>
                  <a:lnTo>
                    <a:pt x="1" y="1254"/>
                  </a:lnTo>
                  <a:cubicBezTo>
                    <a:pt x="1" y="1828"/>
                    <a:pt x="471" y="2257"/>
                    <a:pt x="1001" y="2257"/>
                  </a:cubicBezTo>
                  <a:cubicBezTo>
                    <a:pt x="1126" y="2257"/>
                    <a:pt x="1253" y="2233"/>
                    <a:pt x="1379" y="2182"/>
                  </a:cubicBezTo>
                  <a:cubicBezTo>
                    <a:pt x="996" y="2029"/>
                    <a:pt x="747" y="1666"/>
                    <a:pt x="747" y="1254"/>
                  </a:cubicBezTo>
                  <a:lnTo>
                    <a:pt x="747" y="756"/>
                  </a:lnTo>
                  <a:cubicBezTo>
                    <a:pt x="747" y="393"/>
                    <a:pt x="1015" y="77"/>
                    <a:pt x="1379" y="20"/>
                  </a:cubicBezTo>
                  <a:cubicBezTo>
                    <a:pt x="1331" y="10"/>
                    <a:pt x="1293" y="0"/>
                    <a:pt x="1254" y="0"/>
                  </a:cubicBezTo>
                  <a:close/>
                </a:path>
              </a:pathLst>
            </a:custGeom>
            <a:solidFill>
              <a:srgbClr val="ACBDC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514" name="Google Shape;13514;p43"/>
            <p:cNvSpPr/>
            <p:nvPr/>
          </p:nvSpPr>
          <p:spPr>
            <a:xfrm>
              <a:off x="6455277" y="3368726"/>
              <a:ext cx="52546" cy="26418"/>
            </a:xfrm>
            <a:custGeom>
              <a:rect b="b" l="l" r="r" t="t"/>
              <a:pathLst>
                <a:path extrusionOk="0" h="1006" w="2001">
                  <a:moveTo>
                    <a:pt x="747" y="0"/>
                  </a:moveTo>
                  <a:cubicBezTo>
                    <a:pt x="335" y="0"/>
                    <a:pt x="1" y="335"/>
                    <a:pt x="1" y="756"/>
                  </a:cubicBezTo>
                  <a:cubicBezTo>
                    <a:pt x="1" y="756"/>
                    <a:pt x="747" y="1005"/>
                    <a:pt x="2001" y="1005"/>
                  </a:cubicBezTo>
                  <a:lnTo>
                    <a:pt x="2001" y="756"/>
                  </a:lnTo>
                  <a:cubicBezTo>
                    <a:pt x="2001" y="335"/>
                    <a:pt x="1666" y="0"/>
                    <a:pt x="1245" y="0"/>
                  </a:cubicBez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515" name="Google Shape;13515;p43"/>
            <p:cNvSpPr/>
            <p:nvPr/>
          </p:nvSpPr>
          <p:spPr>
            <a:xfrm>
              <a:off x="6455277" y="3368726"/>
              <a:ext cx="36213" cy="24159"/>
            </a:xfrm>
            <a:custGeom>
              <a:rect b="b" l="l" r="r" t="t"/>
              <a:pathLst>
                <a:path extrusionOk="0" h="920" w="1379">
                  <a:moveTo>
                    <a:pt x="757" y="0"/>
                  </a:moveTo>
                  <a:cubicBezTo>
                    <a:pt x="335" y="0"/>
                    <a:pt x="1" y="335"/>
                    <a:pt x="1" y="756"/>
                  </a:cubicBezTo>
                  <a:cubicBezTo>
                    <a:pt x="249" y="823"/>
                    <a:pt x="498" y="881"/>
                    <a:pt x="757" y="919"/>
                  </a:cubicBezTo>
                  <a:lnTo>
                    <a:pt x="747" y="756"/>
                  </a:lnTo>
                  <a:cubicBezTo>
                    <a:pt x="747" y="393"/>
                    <a:pt x="1015" y="77"/>
                    <a:pt x="1379" y="20"/>
                  </a:cubicBezTo>
                  <a:cubicBezTo>
                    <a:pt x="1331" y="10"/>
                    <a:pt x="1293" y="0"/>
                    <a:pt x="1254" y="0"/>
                  </a:cubicBez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516" name="Google Shape;13516;p43"/>
            <p:cNvSpPr/>
            <p:nvPr/>
          </p:nvSpPr>
          <p:spPr>
            <a:xfrm>
              <a:off x="6257985" y="3421508"/>
              <a:ext cx="26181" cy="26155"/>
            </a:xfrm>
            <a:custGeom>
              <a:rect b="b" l="l" r="r" t="t"/>
              <a:pathLst>
                <a:path extrusionOk="0" h="996" w="997">
                  <a:moveTo>
                    <a:pt x="1" y="0"/>
                  </a:moveTo>
                  <a:lnTo>
                    <a:pt x="1" y="995"/>
                  </a:lnTo>
                  <a:lnTo>
                    <a:pt x="996" y="995"/>
                  </a:lnTo>
                  <a:lnTo>
                    <a:pt x="996" y="0"/>
                  </a:lnTo>
                  <a:close/>
                </a:path>
              </a:pathLst>
            </a:custGeom>
            <a:solidFill>
              <a:srgbClr val="ACBDC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517" name="Google Shape;13517;p43"/>
            <p:cNvSpPr/>
            <p:nvPr/>
          </p:nvSpPr>
          <p:spPr>
            <a:xfrm>
              <a:off x="6256725" y="3421508"/>
              <a:ext cx="28676" cy="19695"/>
            </a:xfrm>
            <a:custGeom>
              <a:rect b="b" l="l" r="r" t="t"/>
              <a:pathLst>
                <a:path extrusionOk="0" h="750" w="1092">
                  <a:moveTo>
                    <a:pt x="49" y="0"/>
                  </a:moveTo>
                  <a:lnTo>
                    <a:pt x="49" y="498"/>
                  </a:lnTo>
                  <a:cubicBezTo>
                    <a:pt x="49" y="546"/>
                    <a:pt x="30" y="603"/>
                    <a:pt x="1" y="641"/>
                  </a:cubicBezTo>
                  <a:cubicBezTo>
                    <a:pt x="173" y="713"/>
                    <a:pt x="360" y="749"/>
                    <a:pt x="547" y="749"/>
                  </a:cubicBezTo>
                  <a:cubicBezTo>
                    <a:pt x="733" y="749"/>
                    <a:pt x="920" y="713"/>
                    <a:pt x="1092" y="641"/>
                  </a:cubicBezTo>
                  <a:cubicBezTo>
                    <a:pt x="1063" y="603"/>
                    <a:pt x="1044" y="546"/>
                    <a:pt x="1044" y="498"/>
                  </a:cubicBezTo>
                  <a:lnTo>
                    <a:pt x="1044" y="0"/>
                  </a:lnTo>
                  <a:close/>
                </a:path>
              </a:pathLst>
            </a:custGeom>
            <a:solidFill>
              <a:srgbClr val="96ABB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518" name="Google Shape;13518;p43"/>
            <p:cNvSpPr/>
            <p:nvPr/>
          </p:nvSpPr>
          <p:spPr>
            <a:xfrm>
              <a:off x="6231594" y="3442096"/>
              <a:ext cx="78964" cy="97556"/>
            </a:xfrm>
            <a:custGeom>
              <a:rect b="b" l="l" r="r" t="t"/>
              <a:pathLst>
                <a:path extrusionOk="0" h="3715" w="3007">
                  <a:moveTo>
                    <a:pt x="738" y="1"/>
                  </a:moveTo>
                  <a:lnTo>
                    <a:pt x="279" y="231"/>
                  </a:lnTo>
                  <a:cubicBezTo>
                    <a:pt x="106" y="317"/>
                    <a:pt x="1" y="489"/>
                    <a:pt x="1" y="680"/>
                  </a:cubicBezTo>
                  <a:lnTo>
                    <a:pt x="1" y="2135"/>
                  </a:lnTo>
                  <a:cubicBezTo>
                    <a:pt x="1" y="2681"/>
                    <a:pt x="164" y="3207"/>
                    <a:pt x="460" y="3657"/>
                  </a:cubicBezTo>
                  <a:lnTo>
                    <a:pt x="499" y="3714"/>
                  </a:lnTo>
                  <a:lnTo>
                    <a:pt x="2508" y="3714"/>
                  </a:lnTo>
                  <a:lnTo>
                    <a:pt x="2537" y="3657"/>
                  </a:lnTo>
                  <a:cubicBezTo>
                    <a:pt x="2843" y="3207"/>
                    <a:pt x="3006" y="2681"/>
                    <a:pt x="3006" y="2135"/>
                  </a:cubicBezTo>
                  <a:lnTo>
                    <a:pt x="3006" y="680"/>
                  </a:lnTo>
                  <a:cubicBezTo>
                    <a:pt x="3006" y="489"/>
                    <a:pt x="2901" y="317"/>
                    <a:pt x="2729" y="231"/>
                  </a:cubicBezTo>
                  <a:lnTo>
                    <a:pt x="2269" y="1"/>
                  </a:lnTo>
                  <a:cubicBezTo>
                    <a:pt x="2102" y="203"/>
                    <a:pt x="1594" y="212"/>
                    <a:pt x="1514" y="212"/>
                  </a:cubicBezTo>
                  <a:cubicBezTo>
                    <a:pt x="1507" y="212"/>
                    <a:pt x="1504" y="211"/>
                    <a:pt x="1504" y="211"/>
                  </a:cubicBezTo>
                  <a:cubicBezTo>
                    <a:pt x="1504" y="211"/>
                    <a:pt x="1500" y="212"/>
                    <a:pt x="1493" y="212"/>
                  </a:cubicBezTo>
                  <a:cubicBezTo>
                    <a:pt x="1413" y="212"/>
                    <a:pt x="905" y="203"/>
                    <a:pt x="738" y="1"/>
                  </a:cubicBezTo>
                  <a:close/>
                </a:path>
              </a:pathLst>
            </a:custGeom>
            <a:solidFill>
              <a:srgbClr val="BCC4C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519" name="Google Shape;13519;p43"/>
            <p:cNvSpPr/>
            <p:nvPr/>
          </p:nvSpPr>
          <p:spPr>
            <a:xfrm>
              <a:off x="6244672" y="3539862"/>
              <a:ext cx="52809" cy="111605"/>
            </a:xfrm>
            <a:custGeom>
              <a:rect b="b" l="l" r="r" t="t"/>
              <a:pathLst>
                <a:path extrusionOk="0" h="4250" w="2011">
                  <a:moveTo>
                    <a:pt x="1" y="1"/>
                  </a:moveTo>
                  <a:lnTo>
                    <a:pt x="1" y="4250"/>
                  </a:lnTo>
                  <a:lnTo>
                    <a:pt x="2010" y="4250"/>
                  </a:lnTo>
                  <a:lnTo>
                    <a:pt x="2010" y="1"/>
                  </a:lnTo>
                  <a:close/>
                </a:path>
              </a:pathLst>
            </a:custGeom>
            <a:solidFill>
              <a:srgbClr val="63798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520" name="Google Shape;13520;p43"/>
            <p:cNvSpPr/>
            <p:nvPr/>
          </p:nvSpPr>
          <p:spPr>
            <a:xfrm>
              <a:off x="6231594" y="3452915"/>
              <a:ext cx="13104" cy="86973"/>
            </a:xfrm>
            <a:custGeom>
              <a:rect b="b" l="l" r="r" t="t"/>
              <a:pathLst>
                <a:path extrusionOk="0" h="3312" w="499">
                  <a:moveTo>
                    <a:pt x="78" y="0"/>
                  </a:moveTo>
                  <a:cubicBezTo>
                    <a:pt x="30" y="77"/>
                    <a:pt x="1" y="173"/>
                    <a:pt x="1" y="268"/>
                  </a:cubicBezTo>
                  <a:lnTo>
                    <a:pt x="1" y="1723"/>
                  </a:lnTo>
                  <a:cubicBezTo>
                    <a:pt x="1" y="2269"/>
                    <a:pt x="164" y="2795"/>
                    <a:pt x="460" y="3245"/>
                  </a:cubicBezTo>
                  <a:lnTo>
                    <a:pt x="499" y="3312"/>
                  </a:lnTo>
                  <a:lnTo>
                    <a:pt x="499" y="575"/>
                  </a:lnTo>
                  <a:cubicBezTo>
                    <a:pt x="499" y="412"/>
                    <a:pt x="432" y="268"/>
                    <a:pt x="307" y="173"/>
                  </a:cubicBezTo>
                  <a:lnTo>
                    <a:pt x="78" y="0"/>
                  </a:lnTo>
                  <a:close/>
                </a:path>
              </a:pathLst>
            </a:custGeom>
            <a:solidFill>
              <a:srgbClr val="D2DBE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521" name="Google Shape;13521;p43"/>
            <p:cNvSpPr/>
            <p:nvPr/>
          </p:nvSpPr>
          <p:spPr>
            <a:xfrm>
              <a:off x="6297454" y="3452915"/>
              <a:ext cx="13104" cy="86973"/>
            </a:xfrm>
            <a:custGeom>
              <a:rect b="b" l="l" r="r" t="t"/>
              <a:pathLst>
                <a:path extrusionOk="0" h="3312" w="499">
                  <a:moveTo>
                    <a:pt x="421" y="0"/>
                  </a:moveTo>
                  <a:lnTo>
                    <a:pt x="201" y="173"/>
                  </a:lnTo>
                  <a:cubicBezTo>
                    <a:pt x="67" y="268"/>
                    <a:pt x="0" y="412"/>
                    <a:pt x="0" y="575"/>
                  </a:cubicBezTo>
                  <a:lnTo>
                    <a:pt x="0" y="3312"/>
                  </a:lnTo>
                  <a:lnTo>
                    <a:pt x="39" y="3245"/>
                  </a:lnTo>
                  <a:cubicBezTo>
                    <a:pt x="335" y="2795"/>
                    <a:pt x="498" y="2269"/>
                    <a:pt x="498" y="1723"/>
                  </a:cubicBezTo>
                  <a:lnTo>
                    <a:pt x="498" y="268"/>
                  </a:lnTo>
                  <a:cubicBezTo>
                    <a:pt x="498" y="173"/>
                    <a:pt x="469" y="77"/>
                    <a:pt x="421" y="0"/>
                  </a:cubicBezTo>
                  <a:close/>
                </a:path>
              </a:pathLst>
            </a:custGeom>
            <a:solidFill>
              <a:srgbClr val="D2DBE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522" name="Google Shape;13522;p43"/>
            <p:cNvSpPr/>
            <p:nvPr/>
          </p:nvSpPr>
          <p:spPr>
            <a:xfrm>
              <a:off x="6250948" y="3434691"/>
              <a:ext cx="40257" cy="105198"/>
            </a:xfrm>
            <a:custGeom>
              <a:rect b="b" l="l" r="r" t="t"/>
              <a:pathLst>
                <a:path extrusionOk="0" h="4006" w="1533">
                  <a:moveTo>
                    <a:pt x="245" y="1"/>
                  </a:moveTo>
                  <a:cubicBezTo>
                    <a:pt x="233" y="1"/>
                    <a:pt x="221" y="5"/>
                    <a:pt x="211" y="15"/>
                  </a:cubicBezTo>
                  <a:lnTo>
                    <a:pt x="1" y="283"/>
                  </a:lnTo>
                  <a:lnTo>
                    <a:pt x="336" y="704"/>
                  </a:lnTo>
                  <a:cubicBezTo>
                    <a:pt x="358" y="732"/>
                    <a:pt x="393" y="747"/>
                    <a:pt x="428" y="747"/>
                  </a:cubicBezTo>
                  <a:cubicBezTo>
                    <a:pt x="454" y="747"/>
                    <a:pt x="479" y="739"/>
                    <a:pt x="499" y="723"/>
                  </a:cubicBezTo>
                  <a:lnTo>
                    <a:pt x="642" y="599"/>
                  </a:lnTo>
                  <a:lnTo>
                    <a:pt x="642" y="4006"/>
                  </a:lnTo>
                  <a:lnTo>
                    <a:pt x="891" y="4006"/>
                  </a:lnTo>
                  <a:lnTo>
                    <a:pt x="891" y="599"/>
                  </a:lnTo>
                  <a:lnTo>
                    <a:pt x="1044" y="723"/>
                  </a:lnTo>
                  <a:cubicBezTo>
                    <a:pt x="1064" y="739"/>
                    <a:pt x="1087" y="747"/>
                    <a:pt x="1110" y="747"/>
                  </a:cubicBezTo>
                  <a:cubicBezTo>
                    <a:pt x="1143" y="747"/>
                    <a:pt x="1175" y="732"/>
                    <a:pt x="1197" y="704"/>
                  </a:cubicBezTo>
                  <a:lnTo>
                    <a:pt x="1532" y="283"/>
                  </a:lnTo>
                  <a:lnTo>
                    <a:pt x="1322" y="15"/>
                  </a:lnTo>
                  <a:cubicBezTo>
                    <a:pt x="1312" y="5"/>
                    <a:pt x="1300" y="1"/>
                    <a:pt x="1288" y="1"/>
                  </a:cubicBezTo>
                  <a:cubicBezTo>
                    <a:pt x="1276" y="1"/>
                    <a:pt x="1264" y="5"/>
                    <a:pt x="1255" y="15"/>
                  </a:cubicBezTo>
                  <a:lnTo>
                    <a:pt x="767" y="503"/>
                  </a:lnTo>
                  <a:lnTo>
                    <a:pt x="278" y="15"/>
                  </a:lnTo>
                  <a:cubicBezTo>
                    <a:pt x="269" y="5"/>
                    <a:pt x="257" y="1"/>
                    <a:pt x="245" y="1"/>
                  </a:cubicBezTo>
                  <a:close/>
                </a:path>
              </a:pathLst>
            </a:custGeom>
            <a:solidFill>
              <a:srgbClr val="D2DBE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523" name="Google Shape;13523;p43"/>
            <p:cNvSpPr/>
            <p:nvPr/>
          </p:nvSpPr>
          <p:spPr>
            <a:xfrm>
              <a:off x="6268043" y="3552913"/>
              <a:ext cx="6565" cy="98554"/>
            </a:xfrm>
            <a:custGeom>
              <a:rect b="b" l="l" r="r" t="t"/>
              <a:pathLst>
                <a:path extrusionOk="0" h="3753" w="250">
                  <a:moveTo>
                    <a:pt x="132" y="0"/>
                  </a:moveTo>
                  <a:cubicBezTo>
                    <a:pt x="127" y="0"/>
                    <a:pt x="121" y="1"/>
                    <a:pt x="116" y="1"/>
                  </a:cubicBezTo>
                  <a:cubicBezTo>
                    <a:pt x="49" y="1"/>
                    <a:pt x="1" y="49"/>
                    <a:pt x="1" y="116"/>
                  </a:cubicBezTo>
                  <a:lnTo>
                    <a:pt x="1" y="3753"/>
                  </a:lnTo>
                  <a:lnTo>
                    <a:pt x="249" y="3753"/>
                  </a:lnTo>
                  <a:lnTo>
                    <a:pt x="249" y="126"/>
                  </a:lnTo>
                  <a:cubicBezTo>
                    <a:pt x="249" y="55"/>
                    <a:pt x="200" y="0"/>
                    <a:pt x="132" y="0"/>
                  </a:cubicBezTo>
                  <a:close/>
                </a:path>
              </a:pathLst>
            </a:custGeom>
            <a:solidFill>
              <a:srgbClr val="4B637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524" name="Google Shape;13524;p43"/>
            <p:cNvSpPr/>
            <p:nvPr/>
          </p:nvSpPr>
          <p:spPr>
            <a:xfrm>
              <a:off x="6244672" y="3368726"/>
              <a:ext cx="52809" cy="59321"/>
            </a:xfrm>
            <a:custGeom>
              <a:rect b="b" l="l" r="r" t="t"/>
              <a:pathLst>
                <a:path extrusionOk="0" h="2259" w="2011">
                  <a:moveTo>
                    <a:pt x="757" y="0"/>
                  </a:moveTo>
                  <a:cubicBezTo>
                    <a:pt x="345" y="0"/>
                    <a:pt x="1" y="335"/>
                    <a:pt x="1" y="756"/>
                  </a:cubicBezTo>
                  <a:lnTo>
                    <a:pt x="1" y="1254"/>
                  </a:lnTo>
                  <a:cubicBezTo>
                    <a:pt x="1" y="1809"/>
                    <a:pt x="450" y="2259"/>
                    <a:pt x="1006" y="2259"/>
                  </a:cubicBezTo>
                  <a:cubicBezTo>
                    <a:pt x="1561" y="2259"/>
                    <a:pt x="2010" y="1809"/>
                    <a:pt x="2010" y="1254"/>
                  </a:cubicBezTo>
                  <a:lnTo>
                    <a:pt x="2010" y="756"/>
                  </a:lnTo>
                  <a:cubicBezTo>
                    <a:pt x="2010" y="335"/>
                    <a:pt x="1675" y="0"/>
                    <a:pt x="1254" y="0"/>
                  </a:cubicBezTo>
                  <a:close/>
                </a:path>
              </a:pathLst>
            </a:custGeom>
            <a:solidFill>
              <a:srgbClr val="BECBD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525" name="Google Shape;13525;p43"/>
            <p:cNvSpPr/>
            <p:nvPr/>
          </p:nvSpPr>
          <p:spPr>
            <a:xfrm>
              <a:off x="6244934" y="3368726"/>
              <a:ext cx="36213" cy="59269"/>
            </a:xfrm>
            <a:custGeom>
              <a:rect b="b" l="l" r="r" t="t"/>
              <a:pathLst>
                <a:path extrusionOk="0" h="2257" w="1379">
                  <a:moveTo>
                    <a:pt x="747" y="0"/>
                  </a:moveTo>
                  <a:cubicBezTo>
                    <a:pt x="335" y="0"/>
                    <a:pt x="0" y="335"/>
                    <a:pt x="0" y="756"/>
                  </a:cubicBezTo>
                  <a:lnTo>
                    <a:pt x="0" y="1254"/>
                  </a:lnTo>
                  <a:cubicBezTo>
                    <a:pt x="0" y="1828"/>
                    <a:pt x="471" y="2257"/>
                    <a:pt x="1001" y="2257"/>
                  </a:cubicBezTo>
                  <a:cubicBezTo>
                    <a:pt x="1125" y="2257"/>
                    <a:pt x="1253" y="2233"/>
                    <a:pt x="1378" y="2182"/>
                  </a:cubicBezTo>
                  <a:cubicBezTo>
                    <a:pt x="996" y="2029"/>
                    <a:pt x="747" y="1666"/>
                    <a:pt x="747" y="1254"/>
                  </a:cubicBezTo>
                  <a:lnTo>
                    <a:pt x="747" y="756"/>
                  </a:lnTo>
                  <a:cubicBezTo>
                    <a:pt x="747" y="393"/>
                    <a:pt x="1015" y="77"/>
                    <a:pt x="1369" y="20"/>
                  </a:cubicBezTo>
                  <a:cubicBezTo>
                    <a:pt x="1330" y="10"/>
                    <a:pt x="1292" y="0"/>
                    <a:pt x="1254" y="0"/>
                  </a:cubicBezTo>
                  <a:close/>
                </a:path>
              </a:pathLst>
            </a:custGeom>
            <a:solidFill>
              <a:srgbClr val="ACBDC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526" name="Google Shape;13526;p43"/>
            <p:cNvSpPr/>
            <p:nvPr/>
          </p:nvSpPr>
          <p:spPr>
            <a:xfrm>
              <a:off x="6244672" y="3368726"/>
              <a:ext cx="52809" cy="26418"/>
            </a:xfrm>
            <a:custGeom>
              <a:rect b="b" l="l" r="r" t="t"/>
              <a:pathLst>
                <a:path extrusionOk="0" h="1006" w="2011">
                  <a:moveTo>
                    <a:pt x="757" y="0"/>
                  </a:moveTo>
                  <a:cubicBezTo>
                    <a:pt x="336" y="0"/>
                    <a:pt x="1" y="335"/>
                    <a:pt x="1" y="756"/>
                  </a:cubicBezTo>
                  <a:cubicBezTo>
                    <a:pt x="1" y="756"/>
                    <a:pt x="757" y="1005"/>
                    <a:pt x="2010" y="1005"/>
                  </a:cubicBezTo>
                  <a:lnTo>
                    <a:pt x="2010" y="756"/>
                  </a:lnTo>
                  <a:cubicBezTo>
                    <a:pt x="2010" y="335"/>
                    <a:pt x="1666" y="0"/>
                    <a:pt x="1254" y="0"/>
                  </a:cubicBez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527" name="Google Shape;13527;p43"/>
            <p:cNvSpPr/>
            <p:nvPr/>
          </p:nvSpPr>
          <p:spPr>
            <a:xfrm>
              <a:off x="6244934" y="3368726"/>
              <a:ext cx="35950" cy="24159"/>
            </a:xfrm>
            <a:custGeom>
              <a:rect b="b" l="l" r="r" t="t"/>
              <a:pathLst>
                <a:path extrusionOk="0" h="920" w="1369">
                  <a:moveTo>
                    <a:pt x="747" y="0"/>
                  </a:moveTo>
                  <a:cubicBezTo>
                    <a:pt x="335" y="0"/>
                    <a:pt x="0" y="335"/>
                    <a:pt x="0" y="756"/>
                  </a:cubicBezTo>
                  <a:cubicBezTo>
                    <a:pt x="249" y="823"/>
                    <a:pt x="498" y="881"/>
                    <a:pt x="747" y="919"/>
                  </a:cubicBezTo>
                  <a:lnTo>
                    <a:pt x="747" y="756"/>
                  </a:lnTo>
                  <a:cubicBezTo>
                    <a:pt x="747" y="393"/>
                    <a:pt x="1015" y="77"/>
                    <a:pt x="1369" y="20"/>
                  </a:cubicBezTo>
                  <a:cubicBezTo>
                    <a:pt x="1330" y="10"/>
                    <a:pt x="1292" y="0"/>
                    <a:pt x="1254" y="0"/>
                  </a:cubicBez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528" name="Google Shape;13528;p43"/>
            <p:cNvSpPr/>
            <p:nvPr/>
          </p:nvSpPr>
          <p:spPr>
            <a:xfrm>
              <a:off x="6205229" y="3533087"/>
              <a:ext cx="26391" cy="26418"/>
            </a:xfrm>
            <a:custGeom>
              <a:rect b="b" l="l" r="r" t="t"/>
              <a:pathLst>
                <a:path extrusionOk="0" h="1006" w="1005">
                  <a:moveTo>
                    <a:pt x="0" y="0"/>
                  </a:moveTo>
                  <a:lnTo>
                    <a:pt x="0" y="1005"/>
                  </a:lnTo>
                  <a:lnTo>
                    <a:pt x="1005" y="1005"/>
                  </a:lnTo>
                  <a:lnTo>
                    <a:pt x="1005" y="0"/>
                  </a:lnTo>
                  <a:close/>
                </a:path>
              </a:pathLst>
            </a:custGeom>
            <a:solidFill>
              <a:srgbClr val="ACBDC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529" name="Google Shape;13529;p43"/>
            <p:cNvSpPr/>
            <p:nvPr/>
          </p:nvSpPr>
          <p:spPr>
            <a:xfrm>
              <a:off x="6203969" y="3533087"/>
              <a:ext cx="28912" cy="19931"/>
            </a:xfrm>
            <a:custGeom>
              <a:rect b="b" l="l" r="r" t="t"/>
              <a:pathLst>
                <a:path extrusionOk="0" h="759" w="1101">
                  <a:moveTo>
                    <a:pt x="48" y="0"/>
                  </a:moveTo>
                  <a:lnTo>
                    <a:pt x="48" y="508"/>
                  </a:lnTo>
                  <a:cubicBezTo>
                    <a:pt x="48" y="555"/>
                    <a:pt x="39" y="603"/>
                    <a:pt x="0" y="651"/>
                  </a:cubicBezTo>
                  <a:cubicBezTo>
                    <a:pt x="177" y="723"/>
                    <a:pt x="364" y="759"/>
                    <a:pt x="551" y="759"/>
                  </a:cubicBezTo>
                  <a:cubicBezTo>
                    <a:pt x="737" y="759"/>
                    <a:pt x="924" y="723"/>
                    <a:pt x="1101" y="651"/>
                  </a:cubicBezTo>
                  <a:cubicBezTo>
                    <a:pt x="1072" y="603"/>
                    <a:pt x="1053" y="555"/>
                    <a:pt x="1053" y="508"/>
                  </a:cubicBezTo>
                  <a:lnTo>
                    <a:pt x="1053" y="0"/>
                  </a:lnTo>
                  <a:close/>
                </a:path>
              </a:pathLst>
            </a:custGeom>
            <a:solidFill>
              <a:srgbClr val="96ABB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530" name="Google Shape;13530;p43"/>
            <p:cNvSpPr/>
            <p:nvPr/>
          </p:nvSpPr>
          <p:spPr>
            <a:xfrm>
              <a:off x="6179074" y="3553938"/>
              <a:ext cx="78938" cy="97530"/>
            </a:xfrm>
            <a:custGeom>
              <a:rect b="b" l="l" r="r" t="t"/>
              <a:pathLst>
                <a:path extrusionOk="0" h="3714" w="3006">
                  <a:moveTo>
                    <a:pt x="728" y="1"/>
                  </a:moveTo>
                  <a:lnTo>
                    <a:pt x="278" y="230"/>
                  </a:lnTo>
                  <a:cubicBezTo>
                    <a:pt x="106" y="317"/>
                    <a:pt x="1" y="489"/>
                    <a:pt x="1" y="680"/>
                  </a:cubicBezTo>
                  <a:lnTo>
                    <a:pt x="1" y="2135"/>
                  </a:lnTo>
                  <a:cubicBezTo>
                    <a:pt x="1" y="2671"/>
                    <a:pt x="154" y="3207"/>
                    <a:pt x="460" y="3657"/>
                  </a:cubicBezTo>
                  <a:lnTo>
                    <a:pt x="498" y="3714"/>
                  </a:lnTo>
                  <a:lnTo>
                    <a:pt x="2499" y="3714"/>
                  </a:lnTo>
                  <a:lnTo>
                    <a:pt x="2537" y="3657"/>
                  </a:lnTo>
                  <a:cubicBezTo>
                    <a:pt x="2843" y="3207"/>
                    <a:pt x="3006" y="2671"/>
                    <a:pt x="3006" y="2135"/>
                  </a:cubicBezTo>
                  <a:lnTo>
                    <a:pt x="3006" y="680"/>
                  </a:lnTo>
                  <a:cubicBezTo>
                    <a:pt x="3006" y="489"/>
                    <a:pt x="2891" y="317"/>
                    <a:pt x="2728" y="230"/>
                  </a:cubicBezTo>
                  <a:lnTo>
                    <a:pt x="2269" y="1"/>
                  </a:lnTo>
                  <a:cubicBezTo>
                    <a:pt x="2102" y="203"/>
                    <a:pt x="1594" y="211"/>
                    <a:pt x="1514" y="211"/>
                  </a:cubicBezTo>
                  <a:cubicBezTo>
                    <a:pt x="1507" y="211"/>
                    <a:pt x="1503" y="211"/>
                    <a:pt x="1503" y="211"/>
                  </a:cubicBezTo>
                  <a:cubicBezTo>
                    <a:pt x="1503" y="211"/>
                    <a:pt x="1500" y="211"/>
                    <a:pt x="1493" y="211"/>
                  </a:cubicBezTo>
                  <a:cubicBezTo>
                    <a:pt x="1412" y="211"/>
                    <a:pt x="904" y="203"/>
                    <a:pt x="728" y="1"/>
                  </a:cubicBezTo>
                  <a:close/>
                </a:path>
              </a:pathLst>
            </a:custGeom>
            <a:solidFill>
              <a:srgbClr val="8192A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531" name="Google Shape;13531;p43"/>
            <p:cNvSpPr/>
            <p:nvPr/>
          </p:nvSpPr>
          <p:spPr>
            <a:xfrm>
              <a:off x="6192152" y="3651441"/>
              <a:ext cx="52546" cy="46034"/>
            </a:xfrm>
            <a:custGeom>
              <a:rect b="b" l="l" r="r" t="t"/>
              <a:pathLst>
                <a:path extrusionOk="0" h="1753" w="2001">
                  <a:moveTo>
                    <a:pt x="0" y="1"/>
                  </a:moveTo>
                  <a:lnTo>
                    <a:pt x="0" y="1503"/>
                  </a:lnTo>
                  <a:cubicBezTo>
                    <a:pt x="0" y="1647"/>
                    <a:pt x="115" y="1752"/>
                    <a:pt x="249" y="1752"/>
                  </a:cubicBezTo>
                  <a:lnTo>
                    <a:pt x="1752" y="1752"/>
                  </a:lnTo>
                  <a:cubicBezTo>
                    <a:pt x="1895" y="1752"/>
                    <a:pt x="2001" y="1647"/>
                    <a:pt x="2001" y="1503"/>
                  </a:cubicBezTo>
                  <a:lnTo>
                    <a:pt x="2001" y="1"/>
                  </a:lnTo>
                  <a:close/>
                </a:path>
              </a:pathLst>
            </a:custGeom>
            <a:solidFill>
              <a:srgbClr val="76899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532" name="Google Shape;13532;p43"/>
            <p:cNvSpPr/>
            <p:nvPr/>
          </p:nvSpPr>
          <p:spPr>
            <a:xfrm>
              <a:off x="6179074" y="3564757"/>
              <a:ext cx="13104" cy="86711"/>
            </a:xfrm>
            <a:custGeom>
              <a:rect b="b" l="l" r="r" t="t"/>
              <a:pathLst>
                <a:path extrusionOk="0" h="3302" w="499">
                  <a:moveTo>
                    <a:pt x="77" y="0"/>
                  </a:moveTo>
                  <a:cubicBezTo>
                    <a:pt x="20" y="77"/>
                    <a:pt x="1" y="163"/>
                    <a:pt x="1" y="259"/>
                  </a:cubicBezTo>
                  <a:lnTo>
                    <a:pt x="1" y="1713"/>
                  </a:lnTo>
                  <a:cubicBezTo>
                    <a:pt x="1" y="2259"/>
                    <a:pt x="154" y="2795"/>
                    <a:pt x="460" y="3245"/>
                  </a:cubicBezTo>
                  <a:lnTo>
                    <a:pt x="498" y="3302"/>
                  </a:lnTo>
                  <a:lnTo>
                    <a:pt x="498" y="565"/>
                  </a:lnTo>
                  <a:cubicBezTo>
                    <a:pt x="498" y="412"/>
                    <a:pt x="422" y="259"/>
                    <a:pt x="297" y="163"/>
                  </a:cubicBezTo>
                  <a:lnTo>
                    <a:pt x="77" y="0"/>
                  </a:lnTo>
                  <a:close/>
                </a:path>
              </a:pathLst>
            </a:custGeom>
            <a:solidFill>
              <a:srgbClr val="6E829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533" name="Google Shape;13533;p43"/>
            <p:cNvSpPr/>
            <p:nvPr/>
          </p:nvSpPr>
          <p:spPr>
            <a:xfrm>
              <a:off x="6244672" y="3564757"/>
              <a:ext cx="13340" cy="86711"/>
            </a:xfrm>
            <a:custGeom>
              <a:rect b="b" l="l" r="r" t="t"/>
              <a:pathLst>
                <a:path extrusionOk="0" h="3302" w="508">
                  <a:moveTo>
                    <a:pt x="431" y="0"/>
                  </a:moveTo>
                  <a:lnTo>
                    <a:pt x="202" y="163"/>
                  </a:lnTo>
                  <a:cubicBezTo>
                    <a:pt x="77" y="259"/>
                    <a:pt x="1" y="412"/>
                    <a:pt x="1" y="565"/>
                  </a:cubicBezTo>
                  <a:lnTo>
                    <a:pt x="1" y="3302"/>
                  </a:lnTo>
                  <a:lnTo>
                    <a:pt x="39" y="3245"/>
                  </a:lnTo>
                  <a:cubicBezTo>
                    <a:pt x="345" y="2795"/>
                    <a:pt x="508" y="2259"/>
                    <a:pt x="508" y="1713"/>
                  </a:cubicBezTo>
                  <a:lnTo>
                    <a:pt x="508" y="259"/>
                  </a:lnTo>
                  <a:cubicBezTo>
                    <a:pt x="508" y="163"/>
                    <a:pt x="479" y="77"/>
                    <a:pt x="431" y="0"/>
                  </a:cubicBezTo>
                  <a:close/>
                </a:path>
              </a:pathLst>
            </a:custGeom>
            <a:solidFill>
              <a:srgbClr val="6E829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534" name="Google Shape;13534;p43"/>
            <p:cNvSpPr/>
            <p:nvPr/>
          </p:nvSpPr>
          <p:spPr>
            <a:xfrm>
              <a:off x="6198191" y="3546270"/>
              <a:ext cx="40467" cy="105198"/>
            </a:xfrm>
            <a:custGeom>
              <a:rect b="b" l="l" r="r" t="t"/>
              <a:pathLst>
                <a:path extrusionOk="0" h="4006" w="1541">
                  <a:moveTo>
                    <a:pt x="250" y="1"/>
                  </a:moveTo>
                  <a:cubicBezTo>
                    <a:pt x="237" y="1"/>
                    <a:pt x="225" y="6"/>
                    <a:pt x="220" y="15"/>
                  </a:cubicBezTo>
                  <a:lnTo>
                    <a:pt x="0" y="293"/>
                  </a:lnTo>
                  <a:lnTo>
                    <a:pt x="345" y="714"/>
                  </a:lnTo>
                  <a:cubicBezTo>
                    <a:pt x="365" y="739"/>
                    <a:pt x="393" y="751"/>
                    <a:pt x="422" y="751"/>
                  </a:cubicBezTo>
                  <a:cubicBezTo>
                    <a:pt x="448" y="751"/>
                    <a:pt x="475" y="741"/>
                    <a:pt x="498" y="723"/>
                  </a:cubicBezTo>
                  <a:lnTo>
                    <a:pt x="651" y="609"/>
                  </a:lnTo>
                  <a:lnTo>
                    <a:pt x="651" y="4006"/>
                  </a:lnTo>
                  <a:lnTo>
                    <a:pt x="900" y="4006"/>
                  </a:lnTo>
                  <a:lnTo>
                    <a:pt x="900" y="609"/>
                  </a:lnTo>
                  <a:lnTo>
                    <a:pt x="1043" y="723"/>
                  </a:lnTo>
                  <a:cubicBezTo>
                    <a:pt x="1065" y="745"/>
                    <a:pt x="1090" y="755"/>
                    <a:pt x="1116" y="755"/>
                  </a:cubicBezTo>
                  <a:cubicBezTo>
                    <a:pt x="1148" y="755"/>
                    <a:pt x="1180" y="740"/>
                    <a:pt x="1206" y="714"/>
                  </a:cubicBezTo>
                  <a:lnTo>
                    <a:pt x="1541" y="293"/>
                  </a:lnTo>
                  <a:lnTo>
                    <a:pt x="1330" y="25"/>
                  </a:lnTo>
                  <a:cubicBezTo>
                    <a:pt x="1321" y="15"/>
                    <a:pt x="1309" y="10"/>
                    <a:pt x="1297" y="10"/>
                  </a:cubicBezTo>
                  <a:cubicBezTo>
                    <a:pt x="1285" y="10"/>
                    <a:pt x="1273" y="15"/>
                    <a:pt x="1263" y="25"/>
                  </a:cubicBezTo>
                  <a:lnTo>
                    <a:pt x="775" y="503"/>
                  </a:lnTo>
                  <a:lnTo>
                    <a:pt x="287" y="15"/>
                  </a:lnTo>
                  <a:cubicBezTo>
                    <a:pt x="278" y="6"/>
                    <a:pt x="263" y="1"/>
                    <a:pt x="250" y="1"/>
                  </a:cubicBezTo>
                  <a:close/>
                </a:path>
              </a:pathLst>
            </a:custGeom>
            <a:solidFill>
              <a:srgbClr val="6E829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535" name="Google Shape;13535;p43"/>
            <p:cNvSpPr/>
            <p:nvPr/>
          </p:nvSpPr>
          <p:spPr>
            <a:xfrm>
              <a:off x="6215260" y="3664755"/>
              <a:ext cx="6565" cy="32720"/>
            </a:xfrm>
            <a:custGeom>
              <a:rect b="b" l="l" r="r" t="t"/>
              <a:pathLst>
                <a:path extrusionOk="0" h="1246" w="250">
                  <a:moveTo>
                    <a:pt x="140" y="0"/>
                  </a:moveTo>
                  <a:cubicBezTo>
                    <a:pt x="135" y="0"/>
                    <a:pt x="130" y="0"/>
                    <a:pt x="125" y="1"/>
                  </a:cubicBezTo>
                  <a:cubicBezTo>
                    <a:pt x="58" y="1"/>
                    <a:pt x="1" y="49"/>
                    <a:pt x="1" y="116"/>
                  </a:cubicBezTo>
                  <a:lnTo>
                    <a:pt x="1" y="1245"/>
                  </a:lnTo>
                  <a:lnTo>
                    <a:pt x="250" y="1245"/>
                  </a:lnTo>
                  <a:lnTo>
                    <a:pt x="250" y="116"/>
                  </a:lnTo>
                  <a:cubicBezTo>
                    <a:pt x="250" y="54"/>
                    <a:pt x="200" y="0"/>
                    <a:pt x="140" y="0"/>
                  </a:cubicBezTo>
                  <a:close/>
                </a:path>
              </a:pathLst>
            </a:custGeom>
            <a:solidFill>
              <a:srgbClr val="63798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536" name="Google Shape;13536;p43"/>
            <p:cNvSpPr/>
            <p:nvPr/>
          </p:nvSpPr>
          <p:spPr>
            <a:xfrm>
              <a:off x="6192152" y="3480567"/>
              <a:ext cx="52546" cy="59321"/>
            </a:xfrm>
            <a:custGeom>
              <a:rect b="b" l="l" r="r" t="t"/>
              <a:pathLst>
                <a:path extrusionOk="0" h="2259" w="2001">
                  <a:moveTo>
                    <a:pt x="747" y="0"/>
                  </a:moveTo>
                  <a:cubicBezTo>
                    <a:pt x="335" y="0"/>
                    <a:pt x="0" y="335"/>
                    <a:pt x="0" y="756"/>
                  </a:cubicBezTo>
                  <a:lnTo>
                    <a:pt x="0" y="1254"/>
                  </a:lnTo>
                  <a:cubicBezTo>
                    <a:pt x="0" y="1809"/>
                    <a:pt x="450" y="2259"/>
                    <a:pt x="1005" y="2259"/>
                  </a:cubicBezTo>
                  <a:cubicBezTo>
                    <a:pt x="1551" y="2259"/>
                    <a:pt x="2001" y="1809"/>
                    <a:pt x="2001" y="1254"/>
                  </a:cubicBezTo>
                  <a:lnTo>
                    <a:pt x="2001" y="756"/>
                  </a:lnTo>
                  <a:cubicBezTo>
                    <a:pt x="2001" y="335"/>
                    <a:pt x="1666" y="0"/>
                    <a:pt x="1254" y="0"/>
                  </a:cubicBezTo>
                  <a:close/>
                </a:path>
              </a:pathLst>
            </a:custGeom>
            <a:solidFill>
              <a:srgbClr val="BECBD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537" name="Google Shape;13537;p43"/>
            <p:cNvSpPr/>
            <p:nvPr/>
          </p:nvSpPr>
          <p:spPr>
            <a:xfrm>
              <a:off x="6192204" y="3480567"/>
              <a:ext cx="36160" cy="59269"/>
            </a:xfrm>
            <a:custGeom>
              <a:rect b="b" l="l" r="r" t="t"/>
              <a:pathLst>
                <a:path extrusionOk="0" h="2257" w="1377">
                  <a:moveTo>
                    <a:pt x="754" y="0"/>
                  </a:moveTo>
                  <a:cubicBezTo>
                    <a:pt x="343" y="0"/>
                    <a:pt x="8" y="335"/>
                    <a:pt x="8" y="756"/>
                  </a:cubicBezTo>
                  <a:lnTo>
                    <a:pt x="8" y="1254"/>
                  </a:lnTo>
                  <a:cubicBezTo>
                    <a:pt x="0" y="1828"/>
                    <a:pt x="476" y="2257"/>
                    <a:pt x="1003" y="2257"/>
                  </a:cubicBezTo>
                  <a:cubicBezTo>
                    <a:pt x="1126" y="2257"/>
                    <a:pt x="1253" y="2233"/>
                    <a:pt x="1377" y="2182"/>
                  </a:cubicBezTo>
                  <a:cubicBezTo>
                    <a:pt x="1003" y="2029"/>
                    <a:pt x="754" y="1665"/>
                    <a:pt x="754" y="1254"/>
                  </a:cubicBezTo>
                  <a:lnTo>
                    <a:pt x="754" y="756"/>
                  </a:lnTo>
                  <a:cubicBezTo>
                    <a:pt x="754" y="383"/>
                    <a:pt x="1013" y="77"/>
                    <a:pt x="1377" y="10"/>
                  </a:cubicBezTo>
                  <a:cubicBezTo>
                    <a:pt x="1338" y="10"/>
                    <a:pt x="1300" y="0"/>
                    <a:pt x="1252" y="0"/>
                  </a:cubicBezTo>
                  <a:close/>
                </a:path>
              </a:pathLst>
            </a:custGeom>
            <a:solidFill>
              <a:srgbClr val="ACBDC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538" name="Google Shape;13538;p43"/>
            <p:cNvSpPr/>
            <p:nvPr/>
          </p:nvSpPr>
          <p:spPr>
            <a:xfrm>
              <a:off x="6192152" y="3480567"/>
              <a:ext cx="52546" cy="26418"/>
            </a:xfrm>
            <a:custGeom>
              <a:rect b="b" l="l" r="r" t="t"/>
              <a:pathLst>
                <a:path extrusionOk="0" h="1006" w="2001">
                  <a:moveTo>
                    <a:pt x="747" y="0"/>
                  </a:moveTo>
                  <a:cubicBezTo>
                    <a:pt x="335" y="0"/>
                    <a:pt x="0" y="335"/>
                    <a:pt x="0" y="756"/>
                  </a:cubicBezTo>
                  <a:cubicBezTo>
                    <a:pt x="0" y="756"/>
                    <a:pt x="756" y="1005"/>
                    <a:pt x="2001" y="1005"/>
                  </a:cubicBezTo>
                  <a:lnTo>
                    <a:pt x="2001" y="756"/>
                  </a:lnTo>
                  <a:cubicBezTo>
                    <a:pt x="2001" y="335"/>
                    <a:pt x="1666" y="0"/>
                    <a:pt x="1254" y="0"/>
                  </a:cubicBez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539" name="Google Shape;13539;p43"/>
            <p:cNvSpPr/>
            <p:nvPr/>
          </p:nvSpPr>
          <p:spPr>
            <a:xfrm>
              <a:off x="6192414" y="3480567"/>
              <a:ext cx="35950" cy="23897"/>
            </a:xfrm>
            <a:custGeom>
              <a:rect b="b" l="l" r="r" t="t"/>
              <a:pathLst>
                <a:path extrusionOk="0" h="910" w="1369">
                  <a:moveTo>
                    <a:pt x="746" y="0"/>
                  </a:moveTo>
                  <a:cubicBezTo>
                    <a:pt x="335" y="0"/>
                    <a:pt x="0" y="335"/>
                    <a:pt x="0" y="756"/>
                  </a:cubicBezTo>
                  <a:cubicBezTo>
                    <a:pt x="239" y="823"/>
                    <a:pt x="488" y="881"/>
                    <a:pt x="746" y="909"/>
                  </a:cubicBezTo>
                  <a:lnTo>
                    <a:pt x="746" y="756"/>
                  </a:lnTo>
                  <a:cubicBezTo>
                    <a:pt x="746" y="383"/>
                    <a:pt x="1005" y="77"/>
                    <a:pt x="1369" y="10"/>
                  </a:cubicBezTo>
                  <a:cubicBezTo>
                    <a:pt x="1330" y="10"/>
                    <a:pt x="1292" y="0"/>
                    <a:pt x="1244" y="0"/>
                  </a:cubicBez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540" name="Google Shape;13540;p43"/>
            <p:cNvSpPr/>
            <p:nvPr/>
          </p:nvSpPr>
          <p:spPr>
            <a:xfrm>
              <a:off x="6310532" y="3533087"/>
              <a:ext cx="26391" cy="26418"/>
            </a:xfrm>
            <a:custGeom>
              <a:rect b="b" l="l" r="r" t="t"/>
              <a:pathLst>
                <a:path extrusionOk="0" h="1006" w="1005">
                  <a:moveTo>
                    <a:pt x="0" y="0"/>
                  </a:moveTo>
                  <a:lnTo>
                    <a:pt x="0" y="1005"/>
                  </a:lnTo>
                  <a:lnTo>
                    <a:pt x="1005" y="1005"/>
                  </a:lnTo>
                  <a:lnTo>
                    <a:pt x="1005" y="0"/>
                  </a:lnTo>
                  <a:close/>
                </a:path>
              </a:pathLst>
            </a:custGeom>
            <a:solidFill>
              <a:srgbClr val="ACBDC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541" name="Google Shape;13541;p43"/>
            <p:cNvSpPr/>
            <p:nvPr/>
          </p:nvSpPr>
          <p:spPr>
            <a:xfrm>
              <a:off x="6309271" y="3533087"/>
              <a:ext cx="28912" cy="19931"/>
            </a:xfrm>
            <a:custGeom>
              <a:rect b="b" l="l" r="r" t="t"/>
              <a:pathLst>
                <a:path extrusionOk="0" h="759" w="1101">
                  <a:moveTo>
                    <a:pt x="48" y="0"/>
                  </a:moveTo>
                  <a:lnTo>
                    <a:pt x="48" y="508"/>
                  </a:lnTo>
                  <a:cubicBezTo>
                    <a:pt x="48" y="555"/>
                    <a:pt x="29" y="603"/>
                    <a:pt x="0" y="651"/>
                  </a:cubicBezTo>
                  <a:cubicBezTo>
                    <a:pt x="177" y="723"/>
                    <a:pt x="364" y="759"/>
                    <a:pt x="550" y="759"/>
                  </a:cubicBezTo>
                  <a:cubicBezTo>
                    <a:pt x="737" y="759"/>
                    <a:pt x="924" y="723"/>
                    <a:pt x="1101" y="651"/>
                  </a:cubicBezTo>
                  <a:cubicBezTo>
                    <a:pt x="1072" y="603"/>
                    <a:pt x="1053" y="555"/>
                    <a:pt x="1053" y="508"/>
                  </a:cubicBezTo>
                  <a:lnTo>
                    <a:pt x="1053" y="0"/>
                  </a:lnTo>
                  <a:close/>
                </a:path>
              </a:pathLst>
            </a:custGeom>
            <a:solidFill>
              <a:srgbClr val="96ABB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542" name="Google Shape;13542;p43"/>
            <p:cNvSpPr/>
            <p:nvPr/>
          </p:nvSpPr>
          <p:spPr>
            <a:xfrm>
              <a:off x="6284140" y="3553938"/>
              <a:ext cx="78938" cy="97530"/>
            </a:xfrm>
            <a:custGeom>
              <a:rect b="b" l="l" r="r" t="t"/>
              <a:pathLst>
                <a:path extrusionOk="0" h="3714" w="3006">
                  <a:moveTo>
                    <a:pt x="737" y="1"/>
                  </a:moveTo>
                  <a:lnTo>
                    <a:pt x="278" y="230"/>
                  </a:lnTo>
                  <a:cubicBezTo>
                    <a:pt x="105" y="317"/>
                    <a:pt x="0" y="489"/>
                    <a:pt x="0" y="680"/>
                  </a:cubicBezTo>
                  <a:lnTo>
                    <a:pt x="0" y="2135"/>
                  </a:lnTo>
                  <a:cubicBezTo>
                    <a:pt x="0" y="2671"/>
                    <a:pt x="163" y="3207"/>
                    <a:pt x="469" y="3657"/>
                  </a:cubicBezTo>
                  <a:lnTo>
                    <a:pt x="507" y="3714"/>
                  </a:lnTo>
                  <a:lnTo>
                    <a:pt x="2508" y="3714"/>
                  </a:lnTo>
                  <a:lnTo>
                    <a:pt x="2546" y="3657"/>
                  </a:lnTo>
                  <a:cubicBezTo>
                    <a:pt x="2843" y="3207"/>
                    <a:pt x="3005" y="2671"/>
                    <a:pt x="3005" y="2135"/>
                  </a:cubicBezTo>
                  <a:lnTo>
                    <a:pt x="3005" y="680"/>
                  </a:lnTo>
                  <a:cubicBezTo>
                    <a:pt x="3005" y="489"/>
                    <a:pt x="2900" y="317"/>
                    <a:pt x="2728" y="230"/>
                  </a:cubicBezTo>
                  <a:lnTo>
                    <a:pt x="2278" y="1"/>
                  </a:lnTo>
                  <a:cubicBezTo>
                    <a:pt x="2102" y="203"/>
                    <a:pt x="1594" y="211"/>
                    <a:pt x="1513" y="211"/>
                  </a:cubicBezTo>
                  <a:cubicBezTo>
                    <a:pt x="1506" y="211"/>
                    <a:pt x="1503" y="211"/>
                    <a:pt x="1503" y="211"/>
                  </a:cubicBezTo>
                  <a:cubicBezTo>
                    <a:pt x="1503" y="211"/>
                    <a:pt x="1499" y="211"/>
                    <a:pt x="1492" y="211"/>
                  </a:cubicBezTo>
                  <a:cubicBezTo>
                    <a:pt x="1412" y="211"/>
                    <a:pt x="904" y="203"/>
                    <a:pt x="737" y="1"/>
                  </a:cubicBez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543" name="Google Shape;13543;p43"/>
            <p:cNvSpPr/>
            <p:nvPr/>
          </p:nvSpPr>
          <p:spPr>
            <a:xfrm>
              <a:off x="6297454" y="3480567"/>
              <a:ext cx="52546" cy="59321"/>
            </a:xfrm>
            <a:custGeom>
              <a:rect b="b" l="l" r="r" t="t"/>
              <a:pathLst>
                <a:path extrusionOk="0" h="2259" w="2001">
                  <a:moveTo>
                    <a:pt x="747" y="0"/>
                  </a:moveTo>
                  <a:cubicBezTo>
                    <a:pt x="335" y="0"/>
                    <a:pt x="0" y="335"/>
                    <a:pt x="0" y="756"/>
                  </a:cubicBezTo>
                  <a:lnTo>
                    <a:pt x="0" y="1254"/>
                  </a:lnTo>
                  <a:cubicBezTo>
                    <a:pt x="0" y="1809"/>
                    <a:pt x="450" y="2259"/>
                    <a:pt x="996" y="2259"/>
                  </a:cubicBezTo>
                  <a:cubicBezTo>
                    <a:pt x="1551" y="2259"/>
                    <a:pt x="2001" y="1809"/>
                    <a:pt x="2001" y="1254"/>
                  </a:cubicBezTo>
                  <a:lnTo>
                    <a:pt x="2001" y="756"/>
                  </a:lnTo>
                  <a:cubicBezTo>
                    <a:pt x="2001" y="335"/>
                    <a:pt x="1666" y="0"/>
                    <a:pt x="1254" y="0"/>
                  </a:cubicBezTo>
                  <a:close/>
                </a:path>
              </a:pathLst>
            </a:custGeom>
            <a:solidFill>
              <a:srgbClr val="BECBD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544" name="Google Shape;13544;p43"/>
            <p:cNvSpPr/>
            <p:nvPr/>
          </p:nvSpPr>
          <p:spPr>
            <a:xfrm>
              <a:off x="6297454" y="3480567"/>
              <a:ext cx="36213" cy="59269"/>
            </a:xfrm>
            <a:custGeom>
              <a:rect b="b" l="l" r="r" t="t"/>
              <a:pathLst>
                <a:path extrusionOk="0" h="2257" w="1379">
                  <a:moveTo>
                    <a:pt x="756" y="0"/>
                  </a:moveTo>
                  <a:cubicBezTo>
                    <a:pt x="335" y="0"/>
                    <a:pt x="0" y="335"/>
                    <a:pt x="0" y="756"/>
                  </a:cubicBezTo>
                  <a:lnTo>
                    <a:pt x="0" y="1254"/>
                  </a:lnTo>
                  <a:cubicBezTo>
                    <a:pt x="0" y="1828"/>
                    <a:pt x="471" y="2257"/>
                    <a:pt x="1001" y="2257"/>
                  </a:cubicBezTo>
                  <a:cubicBezTo>
                    <a:pt x="1125" y="2257"/>
                    <a:pt x="1253" y="2233"/>
                    <a:pt x="1379" y="2182"/>
                  </a:cubicBezTo>
                  <a:cubicBezTo>
                    <a:pt x="996" y="2029"/>
                    <a:pt x="747" y="1665"/>
                    <a:pt x="747" y="1254"/>
                  </a:cubicBezTo>
                  <a:lnTo>
                    <a:pt x="747" y="756"/>
                  </a:lnTo>
                  <a:cubicBezTo>
                    <a:pt x="747" y="383"/>
                    <a:pt x="1015" y="77"/>
                    <a:pt x="1379" y="10"/>
                  </a:cubicBezTo>
                  <a:cubicBezTo>
                    <a:pt x="1331" y="10"/>
                    <a:pt x="1292" y="0"/>
                    <a:pt x="1254" y="0"/>
                  </a:cubicBezTo>
                  <a:close/>
                </a:path>
              </a:pathLst>
            </a:custGeom>
            <a:solidFill>
              <a:srgbClr val="ACBDC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545" name="Google Shape;13545;p43"/>
            <p:cNvSpPr/>
            <p:nvPr/>
          </p:nvSpPr>
          <p:spPr>
            <a:xfrm>
              <a:off x="6297454" y="3651441"/>
              <a:ext cx="52546" cy="46034"/>
            </a:xfrm>
            <a:custGeom>
              <a:rect b="b" l="l" r="r" t="t"/>
              <a:pathLst>
                <a:path extrusionOk="0" h="1753" w="2001">
                  <a:moveTo>
                    <a:pt x="0" y="1"/>
                  </a:moveTo>
                  <a:lnTo>
                    <a:pt x="0" y="1503"/>
                  </a:lnTo>
                  <a:cubicBezTo>
                    <a:pt x="0" y="1647"/>
                    <a:pt x="106" y="1752"/>
                    <a:pt x="249" y="1752"/>
                  </a:cubicBezTo>
                  <a:lnTo>
                    <a:pt x="1752" y="1752"/>
                  </a:lnTo>
                  <a:cubicBezTo>
                    <a:pt x="1886" y="1752"/>
                    <a:pt x="2001" y="1647"/>
                    <a:pt x="2001" y="1503"/>
                  </a:cubicBezTo>
                  <a:lnTo>
                    <a:pt x="2001" y="1"/>
                  </a:lnTo>
                  <a:close/>
                </a:path>
              </a:pathLst>
            </a:custGeom>
            <a:solidFill>
              <a:srgbClr val="63798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546" name="Google Shape;13546;p43"/>
            <p:cNvSpPr/>
            <p:nvPr/>
          </p:nvSpPr>
          <p:spPr>
            <a:xfrm>
              <a:off x="6284140" y="3564757"/>
              <a:ext cx="13340" cy="86711"/>
            </a:xfrm>
            <a:custGeom>
              <a:rect b="b" l="l" r="r" t="t"/>
              <a:pathLst>
                <a:path extrusionOk="0" h="3302" w="508">
                  <a:moveTo>
                    <a:pt x="77" y="0"/>
                  </a:moveTo>
                  <a:cubicBezTo>
                    <a:pt x="29" y="77"/>
                    <a:pt x="0" y="163"/>
                    <a:pt x="0" y="259"/>
                  </a:cubicBezTo>
                  <a:lnTo>
                    <a:pt x="0" y="1713"/>
                  </a:lnTo>
                  <a:cubicBezTo>
                    <a:pt x="0" y="2259"/>
                    <a:pt x="163" y="2795"/>
                    <a:pt x="469" y="3245"/>
                  </a:cubicBezTo>
                  <a:lnTo>
                    <a:pt x="507" y="3302"/>
                  </a:lnTo>
                  <a:lnTo>
                    <a:pt x="507" y="565"/>
                  </a:lnTo>
                  <a:cubicBezTo>
                    <a:pt x="507" y="412"/>
                    <a:pt x="431" y="259"/>
                    <a:pt x="306" y="163"/>
                  </a:cubicBezTo>
                  <a:lnTo>
                    <a:pt x="77" y="0"/>
                  </a:lnTo>
                  <a:close/>
                </a:path>
              </a:pathLst>
            </a:custGeom>
            <a:solidFill>
              <a:srgbClr val="909FA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547" name="Google Shape;13547;p43"/>
            <p:cNvSpPr/>
            <p:nvPr/>
          </p:nvSpPr>
          <p:spPr>
            <a:xfrm>
              <a:off x="6349974" y="3564757"/>
              <a:ext cx="13104" cy="86711"/>
            </a:xfrm>
            <a:custGeom>
              <a:rect b="b" l="l" r="r" t="t"/>
              <a:pathLst>
                <a:path extrusionOk="0" h="3302" w="499">
                  <a:moveTo>
                    <a:pt x="422" y="0"/>
                  </a:moveTo>
                  <a:lnTo>
                    <a:pt x="202" y="163"/>
                  </a:lnTo>
                  <a:cubicBezTo>
                    <a:pt x="77" y="259"/>
                    <a:pt x="1" y="412"/>
                    <a:pt x="1" y="565"/>
                  </a:cubicBezTo>
                  <a:lnTo>
                    <a:pt x="1" y="3302"/>
                  </a:lnTo>
                  <a:lnTo>
                    <a:pt x="39" y="3245"/>
                  </a:lnTo>
                  <a:cubicBezTo>
                    <a:pt x="345" y="2795"/>
                    <a:pt x="498" y="2259"/>
                    <a:pt x="498" y="1713"/>
                  </a:cubicBezTo>
                  <a:lnTo>
                    <a:pt x="498" y="259"/>
                  </a:lnTo>
                  <a:cubicBezTo>
                    <a:pt x="498" y="163"/>
                    <a:pt x="479" y="77"/>
                    <a:pt x="422" y="0"/>
                  </a:cubicBezTo>
                  <a:close/>
                </a:path>
              </a:pathLst>
            </a:custGeom>
            <a:solidFill>
              <a:srgbClr val="909FA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548" name="Google Shape;13548;p43"/>
            <p:cNvSpPr/>
            <p:nvPr/>
          </p:nvSpPr>
          <p:spPr>
            <a:xfrm>
              <a:off x="6303494" y="3546532"/>
              <a:ext cx="40467" cy="104935"/>
            </a:xfrm>
            <a:custGeom>
              <a:rect b="b" l="l" r="r" t="t"/>
              <a:pathLst>
                <a:path extrusionOk="0" h="3996" w="1541">
                  <a:moveTo>
                    <a:pt x="244" y="0"/>
                  </a:moveTo>
                  <a:cubicBezTo>
                    <a:pt x="232" y="0"/>
                    <a:pt x="220" y="5"/>
                    <a:pt x="211" y="15"/>
                  </a:cubicBezTo>
                  <a:lnTo>
                    <a:pt x="0" y="283"/>
                  </a:lnTo>
                  <a:lnTo>
                    <a:pt x="345" y="704"/>
                  </a:lnTo>
                  <a:cubicBezTo>
                    <a:pt x="367" y="732"/>
                    <a:pt x="399" y="747"/>
                    <a:pt x="431" y="747"/>
                  </a:cubicBezTo>
                  <a:cubicBezTo>
                    <a:pt x="454" y="747"/>
                    <a:pt x="478" y="739"/>
                    <a:pt x="498" y="723"/>
                  </a:cubicBezTo>
                  <a:lnTo>
                    <a:pt x="641" y="599"/>
                  </a:lnTo>
                  <a:lnTo>
                    <a:pt x="641" y="3996"/>
                  </a:lnTo>
                  <a:lnTo>
                    <a:pt x="900" y="3996"/>
                  </a:lnTo>
                  <a:lnTo>
                    <a:pt x="900" y="599"/>
                  </a:lnTo>
                  <a:lnTo>
                    <a:pt x="1043" y="713"/>
                  </a:lnTo>
                  <a:cubicBezTo>
                    <a:pt x="1065" y="735"/>
                    <a:pt x="1090" y="745"/>
                    <a:pt x="1115" y="745"/>
                  </a:cubicBezTo>
                  <a:cubicBezTo>
                    <a:pt x="1146" y="745"/>
                    <a:pt x="1175" y="730"/>
                    <a:pt x="1196" y="704"/>
                  </a:cubicBezTo>
                  <a:lnTo>
                    <a:pt x="1541" y="283"/>
                  </a:lnTo>
                  <a:lnTo>
                    <a:pt x="1321" y="15"/>
                  </a:lnTo>
                  <a:cubicBezTo>
                    <a:pt x="1311" y="5"/>
                    <a:pt x="1299" y="0"/>
                    <a:pt x="1287" y="0"/>
                  </a:cubicBezTo>
                  <a:cubicBezTo>
                    <a:pt x="1275" y="0"/>
                    <a:pt x="1263" y="5"/>
                    <a:pt x="1254" y="15"/>
                  </a:cubicBezTo>
                  <a:lnTo>
                    <a:pt x="766" y="493"/>
                  </a:lnTo>
                  <a:lnTo>
                    <a:pt x="278" y="15"/>
                  </a:lnTo>
                  <a:cubicBezTo>
                    <a:pt x="268" y="5"/>
                    <a:pt x="256" y="0"/>
                    <a:pt x="244" y="0"/>
                  </a:cubicBezTo>
                  <a:close/>
                </a:path>
              </a:pathLst>
            </a:custGeom>
            <a:solidFill>
              <a:srgbClr val="909FA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549" name="Google Shape;13549;p43"/>
            <p:cNvSpPr/>
            <p:nvPr/>
          </p:nvSpPr>
          <p:spPr>
            <a:xfrm>
              <a:off x="6320563" y="3664755"/>
              <a:ext cx="6565" cy="32720"/>
            </a:xfrm>
            <a:custGeom>
              <a:rect b="b" l="l" r="r" t="t"/>
              <a:pathLst>
                <a:path extrusionOk="0" h="1246" w="250">
                  <a:moveTo>
                    <a:pt x="132" y="0"/>
                  </a:moveTo>
                  <a:cubicBezTo>
                    <a:pt x="127" y="0"/>
                    <a:pt x="121" y="0"/>
                    <a:pt x="116" y="1"/>
                  </a:cubicBezTo>
                  <a:cubicBezTo>
                    <a:pt x="49" y="1"/>
                    <a:pt x="1" y="49"/>
                    <a:pt x="1" y="116"/>
                  </a:cubicBezTo>
                  <a:lnTo>
                    <a:pt x="1" y="1245"/>
                  </a:lnTo>
                  <a:lnTo>
                    <a:pt x="250" y="1245"/>
                  </a:lnTo>
                  <a:lnTo>
                    <a:pt x="250" y="116"/>
                  </a:lnTo>
                  <a:cubicBezTo>
                    <a:pt x="250" y="54"/>
                    <a:pt x="200" y="0"/>
                    <a:pt x="132" y="0"/>
                  </a:cubicBezTo>
                  <a:close/>
                </a:path>
              </a:pathLst>
            </a:custGeom>
            <a:solidFill>
              <a:srgbClr val="4B637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550" name="Google Shape;13550;p43"/>
            <p:cNvSpPr/>
            <p:nvPr/>
          </p:nvSpPr>
          <p:spPr>
            <a:xfrm>
              <a:off x="6297454" y="3480567"/>
              <a:ext cx="52546" cy="26418"/>
            </a:xfrm>
            <a:custGeom>
              <a:rect b="b" l="l" r="r" t="t"/>
              <a:pathLst>
                <a:path extrusionOk="0" h="1006" w="2001">
                  <a:moveTo>
                    <a:pt x="747" y="0"/>
                  </a:moveTo>
                  <a:cubicBezTo>
                    <a:pt x="335" y="0"/>
                    <a:pt x="0" y="335"/>
                    <a:pt x="0" y="756"/>
                  </a:cubicBezTo>
                  <a:cubicBezTo>
                    <a:pt x="0" y="756"/>
                    <a:pt x="747" y="1005"/>
                    <a:pt x="2001" y="1005"/>
                  </a:cubicBezTo>
                  <a:lnTo>
                    <a:pt x="2001" y="756"/>
                  </a:lnTo>
                  <a:cubicBezTo>
                    <a:pt x="2001" y="335"/>
                    <a:pt x="1666" y="0"/>
                    <a:pt x="1245" y="0"/>
                  </a:cubicBez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551" name="Google Shape;13551;p43"/>
            <p:cNvSpPr/>
            <p:nvPr/>
          </p:nvSpPr>
          <p:spPr>
            <a:xfrm>
              <a:off x="6297454" y="3480567"/>
              <a:ext cx="36213" cy="23897"/>
            </a:xfrm>
            <a:custGeom>
              <a:rect b="b" l="l" r="r" t="t"/>
              <a:pathLst>
                <a:path extrusionOk="0" h="910" w="1379">
                  <a:moveTo>
                    <a:pt x="756" y="0"/>
                  </a:moveTo>
                  <a:cubicBezTo>
                    <a:pt x="335" y="0"/>
                    <a:pt x="0" y="335"/>
                    <a:pt x="0" y="756"/>
                  </a:cubicBezTo>
                  <a:cubicBezTo>
                    <a:pt x="249" y="823"/>
                    <a:pt x="498" y="881"/>
                    <a:pt x="756" y="909"/>
                  </a:cubicBezTo>
                  <a:lnTo>
                    <a:pt x="747" y="756"/>
                  </a:lnTo>
                  <a:cubicBezTo>
                    <a:pt x="747" y="383"/>
                    <a:pt x="1015" y="77"/>
                    <a:pt x="1379" y="10"/>
                  </a:cubicBezTo>
                  <a:cubicBezTo>
                    <a:pt x="1331" y="10"/>
                    <a:pt x="1292" y="0"/>
                    <a:pt x="1254" y="0"/>
                  </a:cubicBez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552" name="Google Shape;13552;p43"/>
            <p:cNvSpPr/>
            <p:nvPr/>
          </p:nvSpPr>
          <p:spPr>
            <a:xfrm>
              <a:off x="6415808" y="3533087"/>
              <a:ext cx="26181" cy="26418"/>
            </a:xfrm>
            <a:custGeom>
              <a:rect b="b" l="l" r="r" t="t"/>
              <a:pathLst>
                <a:path extrusionOk="0" h="1006" w="997">
                  <a:moveTo>
                    <a:pt x="1" y="0"/>
                  </a:moveTo>
                  <a:lnTo>
                    <a:pt x="1" y="1005"/>
                  </a:lnTo>
                  <a:lnTo>
                    <a:pt x="996" y="1005"/>
                  </a:lnTo>
                  <a:lnTo>
                    <a:pt x="996" y="0"/>
                  </a:lnTo>
                  <a:close/>
                </a:path>
              </a:pathLst>
            </a:custGeom>
            <a:solidFill>
              <a:srgbClr val="ACBDC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553" name="Google Shape;13553;p43"/>
            <p:cNvSpPr/>
            <p:nvPr/>
          </p:nvSpPr>
          <p:spPr>
            <a:xfrm>
              <a:off x="6414574" y="3533087"/>
              <a:ext cx="28676" cy="19931"/>
            </a:xfrm>
            <a:custGeom>
              <a:rect b="b" l="l" r="r" t="t"/>
              <a:pathLst>
                <a:path extrusionOk="0" h="759" w="1092">
                  <a:moveTo>
                    <a:pt x="48" y="0"/>
                  </a:moveTo>
                  <a:lnTo>
                    <a:pt x="48" y="508"/>
                  </a:lnTo>
                  <a:cubicBezTo>
                    <a:pt x="48" y="555"/>
                    <a:pt x="29" y="603"/>
                    <a:pt x="0" y="651"/>
                  </a:cubicBezTo>
                  <a:cubicBezTo>
                    <a:pt x="172" y="723"/>
                    <a:pt x="359" y="759"/>
                    <a:pt x="546" y="759"/>
                  </a:cubicBezTo>
                  <a:cubicBezTo>
                    <a:pt x="732" y="759"/>
                    <a:pt x="919" y="723"/>
                    <a:pt x="1091" y="651"/>
                  </a:cubicBezTo>
                  <a:cubicBezTo>
                    <a:pt x="1062" y="603"/>
                    <a:pt x="1043" y="555"/>
                    <a:pt x="1043" y="508"/>
                  </a:cubicBezTo>
                  <a:lnTo>
                    <a:pt x="1043" y="0"/>
                  </a:lnTo>
                  <a:close/>
                </a:path>
              </a:pathLst>
            </a:custGeom>
            <a:solidFill>
              <a:srgbClr val="96ABB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554" name="Google Shape;13554;p43"/>
            <p:cNvSpPr/>
            <p:nvPr/>
          </p:nvSpPr>
          <p:spPr>
            <a:xfrm>
              <a:off x="6389443" y="3553938"/>
              <a:ext cx="78938" cy="97530"/>
            </a:xfrm>
            <a:custGeom>
              <a:rect b="b" l="l" r="r" t="t"/>
              <a:pathLst>
                <a:path extrusionOk="0" h="3714" w="3006">
                  <a:moveTo>
                    <a:pt x="737" y="1"/>
                  </a:moveTo>
                  <a:lnTo>
                    <a:pt x="278" y="230"/>
                  </a:lnTo>
                  <a:cubicBezTo>
                    <a:pt x="105" y="317"/>
                    <a:pt x="0" y="489"/>
                    <a:pt x="0" y="680"/>
                  </a:cubicBezTo>
                  <a:lnTo>
                    <a:pt x="0" y="2135"/>
                  </a:lnTo>
                  <a:cubicBezTo>
                    <a:pt x="0" y="2671"/>
                    <a:pt x="163" y="3207"/>
                    <a:pt x="459" y="3657"/>
                  </a:cubicBezTo>
                  <a:lnTo>
                    <a:pt x="498" y="3714"/>
                  </a:lnTo>
                  <a:lnTo>
                    <a:pt x="2508" y="3714"/>
                  </a:lnTo>
                  <a:lnTo>
                    <a:pt x="2536" y="3657"/>
                  </a:lnTo>
                  <a:cubicBezTo>
                    <a:pt x="2842" y="3207"/>
                    <a:pt x="3005" y="2671"/>
                    <a:pt x="3005" y="2135"/>
                  </a:cubicBezTo>
                  <a:lnTo>
                    <a:pt x="3005" y="680"/>
                  </a:lnTo>
                  <a:cubicBezTo>
                    <a:pt x="3005" y="489"/>
                    <a:pt x="2900" y="317"/>
                    <a:pt x="2728" y="230"/>
                  </a:cubicBezTo>
                  <a:lnTo>
                    <a:pt x="2268" y="1"/>
                  </a:lnTo>
                  <a:cubicBezTo>
                    <a:pt x="2101" y="203"/>
                    <a:pt x="1593" y="211"/>
                    <a:pt x="1513" y="211"/>
                  </a:cubicBezTo>
                  <a:cubicBezTo>
                    <a:pt x="1506" y="211"/>
                    <a:pt x="1503" y="211"/>
                    <a:pt x="1503" y="211"/>
                  </a:cubicBezTo>
                  <a:cubicBezTo>
                    <a:pt x="1503" y="211"/>
                    <a:pt x="1499" y="211"/>
                    <a:pt x="1492" y="211"/>
                  </a:cubicBezTo>
                  <a:cubicBezTo>
                    <a:pt x="1412" y="211"/>
                    <a:pt x="904" y="203"/>
                    <a:pt x="737" y="1"/>
                  </a:cubicBez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555" name="Google Shape;13555;p43"/>
            <p:cNvSpPr/>
            <p:nvPr/>
          </p:nvSpPr>
          <p:spPr>
            <a:xfrm>
              <a:off x="6402494" y="3651441"/>
              <a:ext cx="52809" cy="46034"/>
            </a:xfrm>
            <a:custGeom>
              <a:rect b="b" l="l" r="r" t="t"/>
              <a:pathLst>
                <a:path extrusionOk="0" h="1753" w="2011">
                  <a:moveTo>
                    <a:pt x="1" y="1"/>
                  </a:moveTo>
                  <a:lnTo>
                    <a:pt x="1" y="1503"/>
                  </a:lnTo>
                  <a:cubicBezTo>
                    <a:pt x="1" y="1647"/>
                    <a:pt x="116" y="1752"/>
                    <a:pt x="250" y="1752"/>
                  </a:cubicBezTo>
                  <a:lnTo>
                    <a:pt x="1752" y="1752"/>
                  </a:lnTo>
                  <a:cubicBezTo>
                    <a:pt x="1896" y="1752"/>
                    <a:pt x="2011" y="1647"/>
                    <a:pt x="2011" y="1503"/>
                  </a:cubicBezTo>
                  <a:lnTo>
                    <a:pt x="2011" y="1"/>
                  </a:lnTo>
                  <a:close/>
                </a:path>
              </a:pathLst>
            </a:custGeom>
            <a:solidFill>
              <a:srgbClr val="76899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556" name="Google Shape;13556;p43"/>
            <p:cNvSpPr/>
            <p:nvPr/>
          </p:nvSpPr>
          <p:spPr>
            <a:xfrm>
              <a:off x="6389443" y="3564757"/>
              <a:ext cx="13077" cy="86711"/>
            </a:xfrm>
            <a:custGeom>
              <a:rect b="b" l="l" r="r" t="t"/>
              <a:pathLst>
                <a:path extrusionOk="0" h="3302" w="498">
                  <a:moveTo>
                    <a:pt x="77" y="0"/>
                  </a:moveTo>
                  <a:cubicBezTo>
                    <a:pt x="29" y="77"/>
                    <a:pt x="0" y="163"/>
                    <a:pt x="0" y="259"/>
                  </a:cubicBezTo>
                  <a:lnTo>
                    <a:pt x="0" y="1713"/>
                  </a:lnTo>
                  <a:cubicBezTo>
                    <a:pt x="0" y="2259"/>
                    <a:pt x="163" y="2795"/>
                    <a:pt x="459" y="3245"/>
                  </a:cubicBezTo>
                  <a:lnTo>
                    <a:pt x="498" y="3302"/>
                  </a:lnTo>
                  <a:lnTo>
                    <a:pt x="498" y="565"/>
                  </a:lnTo>
                  <a:cubicBezTo>
                    <a:pt x="498" y="412"/>
                    <a:pt x="431" y="259"/>
                    <a:pt x="297" y="163"/>
                  </a:cubicBezTo>
                  <a:lnTo>
                    <a:pt x="77" y="0"/>
                  </a:ln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557" name="Google Shape;13557;p43"/>
            <p:cNvSpPr/>
            <p:nvPr/>
          </p:nvSpPr>
          <p:spPr>
            <a:xfrm>
              <a:off x="6455277" y="3564757"/>
              <a:ext cx="13104" cy="86711"/>
            </a:xfrm>
            <a:custGeom>
              <a:rect b="b" l="l" r="r" t="t"/>
              <a:pathLst>
                <a:path extrusionOk="0" h="3302" w="499">
                  <a:moveTo>
                    <a:pt x="422" y="0"/>
                  </a:moveTo>
                  <a:lnTo>
                    <a:pt x="202" y="163"/>
                  </a:lnTo>
                  <a:cubicBezTo>
                    <a:pt x="68" y="259"/>
                    <a:pt x="1" y="412"/>
                    <a:pt x="1" y="565"/>
                  </a:cubicBezTo>
                  <a:lnTo>
                    <a:pt x="1" y="3302"/>
                  </a:lnTo>
                  <a:lnTo>
                    <a:pt x="39" y="3245"/>
                  </a:lnTo>
                  <a:cubicBezTo>
                    <a:pt x="335" y="2795"/>
                    <a:pt x="498" y="2259"/>
                    <a:pt x="498" y="1713"/>
                  </a:cubicBezTo>
                  <a:lnTo>
                    <a:pt x="498" y="259"/>
                  </a:lnTo>
                  <a:cubicBezTo>
                    <a:pt x="498" y="163"/>
                    <a:pt x="469" y="77"/>
                    <a:pt x="422" y="0"/>
                  </a:cubicBez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558" name="Google Shape;13558;p43"/>
            <p:cNvSpPr/>
            <p:nvPr/>
          </p:nvSpPr>
          <p:spPr>
            <a:xfrm>
              <a:off x="6408797" y="3546270"/>
              <a:ext cx="40230" cy="105198"/>
            </a:xfrm>
            <a:custGeom>
              <a:rect b="b" l="l" r="r" t="t"/>
              <a:pathLst>
                <a:path extrusionOk="0" h="4006" w="1532">
                  <a:moveTo>
                    <a:pt x="244" y="1"/>
                  </a:moveTo>
                  <a:cubicBezTo>
                    <a:pt x="232" y="1"/>
                    <a:pt x="220" y="6"/>
                    <a:pt x="211" y="15"/>
                  </a:cubicBezTo>
                  <a:lnTo>
                    <a:pt x="0" y="293"/>
                  </a:lnTo>
                  <a:lnTo>
                    <a:pt x="335" y="714"/>
                  </a:lnTo>
                  <a:cubicBezTo>
                    <a:pt x="355" y="739"/>
                    <a:pt x="386" y="751"/>
                    <a:pt x="418" y="751"/>
                  </a:cubicBezTo>
                  <a:cubicBezTo>
                    <a:pt x="446" y="751"/>
                    <a:pt x="475" y="741"/>
                    <a:pt x="498" y="723"/>
                  </a:cubicBezTo>
                  <a:lnTo>
                    <a:pt x="641" y="609"/>
                  </a:lnTo>
                  <a:lnTo>
                    <a:pt x="641" y="4006"/>
                  </a:lnTo>
                  <a:lnTo>
                    <a:pt x="890" y="4006"/>
                  </a:lnTo>
                  <a:lnTo>
                    <a:pt x="890" y="609"/>
                  </a:lnTo>
                  <a:lnTo>
                    <a:pt x="1034" y="723"/>
                  </a:lnTo>
                  <a:cubicBezTo>
                    <a:pt x="1055" y="745"/>
                    <a:pt x="1081" y="755"/>
                    <a:pt x="1106" y="755"/>
                  </a:cubicBezTo>
                  <a:cubicBezTo>
                    <a:pt x="1136" y="755"/>
                    <a:pt x="1166" y="740"/>
                    <a:pt x="1187" y="714"/>
                  </a:cubicBezTo>
                  <a:lnTo>
                    <a:pt x="1531" y="293"/>
                  </a:lnTo>
                  <a:lnTo>
                    <a:pt x="1321" y="25"/>
                  </a:lnTo>
                  <a:cubicBezTo>
                    <a:pt x="1311" y="15"/>
                    <a:pt x="1299" y="10"/>
                    <a:pt x="1287" y="10"/>
                  </a:cubicBezTo>
                  <a:cubicBezTo>
                    <a:pt x="1275" y="10"/>
                    <a:pt x="1263" y="15"/>
                    <a:pt x="1254" y="25"/>
                  </a:cubicBezTo>
                  <a:lnTo>
                    <a:pt x="766" y="503"/>
                  </a:lnTo>
                  <a:lnTo>
                    <a:pt x="278" y="15"/>
                  </a:lnTo>
                  <a:cubicBezTo>
                    <a:pt x="268" y="6"/>
                    <a:pt x="256" y="1"/>
                    <a:pt x="244" y="1"/>
                  </a:cubicBez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559" name="Google Shape;13559;p43"/>
            <p:cNvSpPr/>
            <p:nvPr/>
          </p:nvSpPr>
          <p:spPr>
            <a:xfrm>
              <a:off x="6425866" y="3664781"/>
              <a:ext cx="6329" cy="32694"/>
            </a:xfrm>
            <a:custGeom>
              <a:rect b="b" l="l" r="r" t="t"/>
              <a:pathLst>
                <a:path extrusionOk="0" h="1245" w="241">
                  <a:moveTo>
                    <a:pt x="116" y="0"/>
                  </a:moveTo>
                  <a:cubicBezTo>
                    <a:pt x="49" y="0"/>
                    <a:pt x="1" y="48"/>
                    <a:pt x="1" y="115"/>
                  </a:cubicBezTo>
                  <a:lnTo>
                    <a:pt x="1" y="1244"/>
                  </a:lnTo>
                  <a:lnTo>
                    <a:pt x="240" y="1244"/>
                  </a:lnTo>
                  <a:lnTo>
                    <a:pt x="240" y="115"/>
                  </a:lnTo>
                  <a:cubicBezTo>
                    <a:pt x="240" y="48"/>
                    <a:pt x="183" y="0"/>
                    <a:pt x="116" y="0"/>
                  </a:cubicBezTo>
                  <a:close/>
                </a:path>
              </a:pathLst>
            </a:custGeom>
            <a:solidFill>
              <a:srgbClr val="63798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560" name="Google Shape;13560;p43"/>
            <p:cNvSpPr/>
            <p:nvPr/>
          </p:nvSpPr>
          <p:spPr>
            <a:xfrm>
              <a:off x="6402494" y="3480567"/>
              <a:ext cx="52809" cy="59321"/>
            </a:xfrm>
            <a:custGeom>
              <a:rect b="b" l="l" r="r" t="t"/>
              <a:pathLst>
                <a:path extrusionOk="0" h="2259" w="2011">
                  <a:moveTo>
                    <a:pt x="757" y="0"/>
                  </a:moveTo>
                  <a:cubicBezTo>
                    <a:pt x="345" y="0"/>
                    <a:pt x="1" y="335"/>
                    <a:pt x="1" y="756"/>
                  </a:cubicBezTo>
                  <a:lnTo>
                    <a:pt x="1" y="1254"/>
                  </a:lnTo>
                  <a:cubicBezTo>
                    <a:pt x="1" y="1809"/>
                    <a:pt x="451" y="2259"/>
                    <a:pt x="1006" y="2259"/>
                  </a:cubicBezTo>
                  <a:cubicBezTo>
                    <a:pt x="1561" y="2259"/>
                    <a:pt x="2011" y="1809"/>
                    <a:pt x="2011" y="1254"/>
                  </a:cubicBezTo>
                  <a:lnTo>
                    <a:pt x="2011" y="756"/>
                  </a:lnTo>
                  <a:cubicBezTo>
                    <a:pt x="2011" y="335"/>
                    <a:pt x="1676" y="0"/>
                    <a:pt x="1254" y="0"/>
                  </a:cubicBezTo>
                  <a:close/>
                </a:path>
              </a:pathLst>
            </a:custGeom>
            <a:solidFill>
              <a:srgbClr val="BECBD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561" name="Google Shape;13561;p43"/>
            <p:cNvSpPr/>
            <p:nvPr/>
          </p:nvSpPr>
          <p:spPr>
            <a:xfrm>
              <a:off x="6402757" y="3480567"/>
              <a:ext cx="36213" cy="59269"/>
            </a:xfrm>
            <a:custGeom>
              <a:rect b="b" l="l" r="r" t="t"/>
              <a:pathLst>
                <a:path extrusionOk="0" h="2257" w="1379">
                  <a:moveTo>
                    <a:pt x="747" y="0"/>
                  </a:moveTo>
                  <a:cubicBezTo>
                    <a:pt x="335" y="0"/>
                    <a:pt x="0" y="335"/>
                    <a:pt x="0" y="756"/>
                  </a:cubicBezTo>
                  <a:lnTo>
                    <a:pt x="0" y="1254"/>
                  </a:lnTo>
                  <a:cubicBezTo>
                    <a:pt x="0" y="1828"/>
                    <a:pt x="471" y="2257"/>
                    <a:pt x="1001" y="2257"/>
                  </a:cubicBezTo>
                  <a:cubicBezTo>
                    <a:pt x="1125" y="2257"/>
                    <a:pt x="1253" y="2233"/>
                    <a:pt x="1378" y="2182"/>
                  </a:cubicBezTo>
                  <a:cubicBezTo>
                    <a:pt x="996" y="2029"/>
                    <a:pt x="747" y="1665"/>
                    <a:pt x="747" y="1254"/>
                  </a:cubicBezTo>
                  <a:lnTo>
                    <a:pt x="747" y="756"/>
                  </a:lnTo>
                  <a:cubicBezTo>
                    <a:pt x="747" y="383"/>
                    <a:pt x="1005" y="77"/>
                    <a:pt x="1369" y="10"/>
                  </a:cubicBezTo>
                  <a:cubicBezTo>
                    <a:pt x="1331" y="10"/>
                    <a:pt x="1292" y="0"/>
                    <a:pt x="1254" y="0"/>
                  </a:cubicBezTo>
                  <a:close/>
                </a:path>
              </a:pathLst>
            </a:custGeom>
            <a:solidFill>
              <a:srgbClr val="ACBDC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562" name="Google Shape;13562;p43"/>
            <p:cNvSpPr/>
            <p:nvPr/>
          </p:nvSpPr>
          <p:spPr>
            <a:xfrm>
              <a:off x="6402494" y="3480567"/>
              <a:ext cx="52809" cy="26418"/>
            </a:xfrm>
            <a:custGeom>
              <a:rect b="b" l="l" r="r" t="t"/>
              <a:pathLst>
                <a:path extrusionOk="0" h="1006" w="2011">
                  <a:moveTo>
                    <a:pt x="757" y="0"/>
                  </a:moveTo>
                  <a:cubicBezTo>
                    <a:pt x="336" y="0"/>
                    <a:pt x="1" y="335"/>
                    <a:pt x="1" y="756"/>
                  </a:cubicBezTo>
                  <a:cubicBezTo>
                    <a:pt x="1" y="756"/>
                    <a:pt x="757" y="1005"/>
                    <a:pt x="2011" y="1005"/>
                  </a:cubicBezTo>
                  <a:lnTo>
                    <a:pt x="2011" y="756"/>
                  </a:lnTo>
                  <a:cubicBezTo>
                    <a:pt x="2011" y="335"/>
                    <a:pt x="1666" y="0"/>
                    <a:pt x="1254" y="0"/>
                  </a:cubicBez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563" name="Google Shape;13563;p43"/>
            <p:cNvSpPr/>
            <p:nvPr/>
          </p:nvSpPr>
          <p:spPr>
            <a:xfrm>
              <a:off x="6402757" y="3480567"/>
              <a:ext cx="35950" cy="23897"/>
            </a:xfrm>
            <a:custGeom>
              <a:rect b="b" l="l" r="r" t="t"/>
              <a:pathLst>
                <a:path extrusionOk="0" h="910" w="1369">
                  <a:moveTo>
                    <a:pt x="747" y="0"/>
                  </a:moveTo>
                  <a:cubicBezTo>
                    <a:pt x="335" y="0"/>
                    <a:pt x="0" y="335"/>
                    <a:pt x="0" y="756"/>
                  </a:cubicBezTo>
                  <a:cubicBezTo>
                    <a:pt x="240" y="823"/>
                    <a:pt x="498" y="881"/>
                    <a:pt x="747" y="909"/>
                  </a:cubicBezTo>
                  <a:lnTo>
                    <a:pt x="747" y="756"/>
                  </a:lnTo>
                  <a:cubicBezTo>
                    <a:pt x="747" y="383"/>
                    <a:pt x="1005" y="77"/>
                    <a:pt x="1369" y="10"/>
                  </a:cubicBezTo>
                  <a:cubicBezTo>
                    <a:pt x="1331" y="10"/>
                    <a:pt x="1292" y="0"/>
                    <a:pt x="1254" y="0"/>
                  </a:cubicBez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564" name="Google Shape;13564;p43"/>
            <p:cNvSpPr/>
            <p:nvPr/>
          </p:nvSpPr>
          <p:spPr>
            <a:xfrm>
              <a:off x="6520874" y="3533087"/>
              <a:ext cx="26418" cy="26418"/>
            </a:xfrm>
            <a:custGeom>
              <a:rect b="b" l="l" r="r" t="t"/>
              <a:pathLst>
                <a:path extrusionOk="0" h="1006" w="1006">
                  <a:moveTo>
                    <a:pt x="0" y="0"/>
                  </a:moveTo>
                  <a:lnTo>
                    <a:pt x="0" y="1005"/>
                  </a:lnTo>
                  <a:lnTo>
                    <a:pt x="1005" y="1005"/>
                  </a:lnTo>
                  <a:lnTo>
                    <a:pt x="1005" y="0"/>
                  </a:lnTo>
                  <a:close/>
                </a:path>
              </a:pathLst>
            </a:custGeom>
            <a:solidFill>
              <a:srgbClr val="ACBDC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565" name="Google Shape;13565;p43"/>
            <p:cNvSpPr/>
            <p:nvPr/>
          </p:nvSpPr>
          <p:spPr>
            <a:xfrm>
              <a:off x="6519614" y="3533087"/>
              <a:ext cx="28939" cy="19931"/>
            </a:xfrm>
            <a:custGeom>
              <a:rect b="b" l="l" r="r" t="t"/>
              <a:pathLst>
                <a:path extrusionOk="0" h="759" w="1102">
                  <a:moveTo>
                    <a:pt x="48" y="0"/>
                  </a:moveTo>
                  <a:lnTo>
                    <a:pt x="48" y="508"/>
                  </a:lnTo>
                  <a:cubicBezTo>
                    <a:pt x="48" y="555"/>
                    <a:pt x="29" y="603"/>
                    <a:pt x="1" y="651"/>
                  </a:cubicBezTo>
                  <a:cubicBezTo>
                    <a:pt x="178" y="723"/>
                    <a:pt x="364" y="759"/>
                    <a:pt x="551" y="759"/>
                  </a:cubicBezTo>
                  <a:cubicBezTo>
                    <a:pt x="737" y="759"/>
                    <a:pt x="924" y="723"/>
                    <a:pt x="1101" y="651"/>
                  </a:cubicBezTo>
                  <a:cubicBezTo>
                    <a:pt x="1072" y="603"/>
                    <a:pt x="1053" y="555"/>
                    <a:pt x="1053" y="508"/>
                  </a:cubicBezTo>
                  <a:lnTo>
                    <a:pt x="1053" y="0"/>
                  </a:lnTo>
                  <a:close/>
                </a:path>
              </a:pathLst>
            </a:custGeom>
            <a:solidFill>
              <a:srgbClr val="96ABB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566" name="Google Shape;13566;p43"/>
            <p:cNvSpPr/>
            <p:nvPr/>
          </p:nvSpPr>
          <p:spPr>
            <a:xfrm>
              <a:off x="6494483" y="3553938"/>
              <a:ext cx="79200" cy="97530"/>
            </a:xfrm>
            <a:custGeom>
              <a:rect b="b" l="l" r="r" t="t"/>
              <a:pathLst>
                <a:path extrusionOk="0" h="3714" w="3016">
                  <a:moveTo>
                    <a:pt x="737" y="1"/>
                  </a:moveTo>
                  <a:lnTo>
                    <a:pt x="278" y="230"/>
                  </a:lnTo>
                  <a:cubicBezTo>
                    <a:pt x="115" y="317"/>
                    <a:pt x="10" y="489"/>
                    <a:pt x="10" y="680"/>
                  </a:cubicBezTo>
                  <a:lnTo>
                    <a:pt x="10" y="2135"/>
                  </a:lnTo>
                  <a:cubicBezTo>
                    <a:pt x="1" y="2671"/>
                    <a:pt x="163" y="3207"/>
                    <a:pt x="469" y="3657"/>
                  </a:cubicBezTo>
                  <a:lnTo>
                    <a:pt x="508" y="3714"/>
                  </a:lnTo>
                  <a:lnTo>
                    <a:pt x="2508" y="3714"/>
                  </a:lnTo>
                  <a:lnTo>
                    <a:pt x="2546" y="3657"/>
                  </a:lnTo>
                  <a:cubicBezTo>
                    <a:pt x="2852" y="3207"/>
                    <a:pt x="3015" y="2671"/>
                    <a:pt x="3006" y="2135"/>
                  </a:cubicBezTo>
                  <a:lnTo>
                    <a:pt x="3006" y="680"/>
                  </a:lnTo>
                  <a:cubicBezTo>
                    <a:pt x="3006" y="489"/>
                    <a:pt x="2900" y="317"/>
                    <a:pt x="2738" y="230"/>
                  </a:cubicBezTo>
                  <a:lnTo>
                    <a:pt x="2278" y="1"/>
                  </a:lnTo>
                  <a:cubicBezTo>
                    <a:pt x="2111" y="203"/>
                    <a:pt x="1603" y="211"/>
                    <a:pt x="1523" y="211"/>
                  </a:cubicBezTo>
                  <a:cubicBezTo>
                    <a:pt x="1516" y="211"/>
                    <a:pt x="1513" y="211"/>
                    <a:pt x="1513" y="211"/>
                  </a:cubicBezTo>
                  <a:cubicBezTo>
                    <a:pt x="1513" y="211"/>
                    <a:pt x="1509" y="211"/>
                    <a:pt x="1502" y="211"/>
                  </a:cubicBezTo>
                  <a:cubicBezTo>
                    <a:pt x="1420" y="211"/>
                    <a:pt x="905" y="203"/>
                    <a:pt x="737" y="1"/>
                  </a:cubicBezTo>
                  <a:close/>
                </a:path>
              </a:pathLst>
            </a:custGeom>
            <a:solidFill>
              <a:srgbClr val="C5D1D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567" name="Google Shape;13567;p43"/>
            <p:cNvSpPr/>
            <p:nvPr/>
          </p:nvSpPr>
          <p:spPr>
            <a:xfrm>
              <a:off x="6507797" y="3651441"/>
              <a:ext cx="52546" cy="46034"/>
            </a:xfrm>
            <a:custGeom>
              <a:rect b="b" l="l" r="r" t="t"/>
              <a:pathLst>
                <a:path extrusionOk="0" h="1753" w="2001">
                  <a:moveTo>
                    <a:pt x="1" y="1"/>
                  </a:moveTo>
                  <a:lnTo>
                    <a:pt x="1" y="1503"/>
                  </a:lnTo>
                  <a:cubicBezTo>
                    <a:pt x="1" y="1647"/>
                    <a:pt x="116" y="1752"/>
                    <a:pt x="250" y="1752"/>
                  </a:cubicBezTo>
                  <a:lnTo>
                    <a:pt x="1752" y="1752"/>
                  </a:lnTo>
                  <a:cubicBezTo>
                    <a:pt x="1896" y="1752"/>
                    <a:pt x="2001" y="1647"/>
                    <a:pt x="2001" y="1503"/>
                  </a:cubicBezTo>
                  <a:lnTo>
                    <a:pt x="2001" y="1"/>
                  </a:lnTo>
                  <a:close/>
                </a:path>
              </a:pathLst>
            </a:custGeom>
            <a:solidFill>
              <a:srgbClr val="76899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568" name="Google Shape;13568;p43"/>
            <p:cNvSpPr/>
            <p:nvPr/>
          </p:nvSpPr>
          <p:spPr>
            <a:xfrm>
              <a:off x="6494483" y="3564757"/>
              <a:ext cx="13340" cy="86711"/>
            </a:xfrm>
            <a:custGeom>
              <a:rect b="b" l="l" r="r" t="t"/>
              <a:pathLst>
                <a:path extrusionOk="0" h="3302" w="508">
                  <a:moveTo>
                    <a:pt x="77" y="0"/>
                  </a:moveTo>
                  <a:cubicBezTo>
                    <a:pt x="29" y="77"/>
                    <a:pt x="10" y="163"/>
                    <a:pt x="1" y="259"/>
                  </a:cubicBezTo>
                  <a:lnTo>
                    <a:pt x="1" y="1713"/>
                  </a:lnTo>
                  <a:cubicBezTo>
                    <a:pt x="1" y="2259"/>
                    <a:pt x="163" y="2795"/>
                    <a:pt x="469" y="3245"/>
                  </a:cubicBezTo>
                  <a:lnTo>
                    <a:pt x="508" y="3302"/>
                  </a:lnTo>
                  <a:lnTo>
                    <a:pt x="508" y="565"/>
                  </a:lnTo>
                  <a:cubicBezTo>
                    <a:pt x="508" y="412"/>
                    <a:pt x="431" y="259"/>
                    <a:pt x="307" y="163"/>
                  </a:cubicBezTo>
                  <a:lnTo>
                    <a:pt x="77" y="0"/>
                  </a:ln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569" name="Google Shape;13569;p43"/>
            <p:cNvSpPr/>
            <p:nvPr/>
          </p:nvSpPr>
          <p:spPr>
            <a:xfrm>
              <a:off x="6513837" y="3546532"/>
              <a:ext cx="40493" cy="104935"/>
            </a:xfrm>
            <a:custGeom>
              <a:rect b="b" l="l" r="r" t="t"/>
              <a:pathLst>
                <a:path extrusionOk="0" h="3996" w="1542">
                  <a:moveTo>
                    <a:pt x="254" y="0"/>
                  </a:moveTo>
                  <a:cubicBezTo>
                    <a:pt x="242" y="0"/>
                    <a:pt x="230" y="5"/>
                    <a:pt x="221" y="15"/>
                  </a:cubicBezTo>
                  <a:lnTo>
                    <a:pt x="0" y="283"/>
                  </a:lnTo>
                  <a:lnTo>
                    <a:pt x="345" y="704"/>
                  </a:lnTo>
                  <a:cubicBezTo>
                    <a:pt x="367" y="732"/>
                    <a:pt x="399" y="747"/>
                    <a:pt x="432" y="747"/>
                  </a:cubicBezTo>
                  <a:cubicBezTo>
                    <a:pt x="455" y="747"/>
                    <a:pt x="478" y="739"/>
                    <a:pt x="498" y="723"/>
                  </a:cubicBezTo>
                  <a:lnTo>
                    <a:pt x="651" y="599"/>
                  </a:lnTo>
                  <a:lnTo>
                    <a:pt x="651" y="3996"/>
                  </a:lnTo>
                  <a:lnTo>
                    <a:pt x="900" y="3996"/>
                  </a:lnTo>
                  <a:lnTo>
                    <a:pt x="900" y="599"/>
                  </a:lnTo>
                  <a:lnTo>
                    <a:pt x="1044" y="713"/>
                  </a:lnTo>
                  <a:cubicBezTo>
                    <a:pt x="1065" y="735"/>
                    <a:pt x="1093" y="745"/>
                    <a:pt x="1120" y="745"/>
                  </a:cubicBezTo>
                  <a:cubicBezTo>
                    <a:pt x="1153" y="745"/>
                    <a:pt x="1185" y="730"/>
                    <a:pt x="1206" y="704"/>
                  </a:cubicBezTo>
                  <a:lnTo>
                    <a:pt x="1541" y="283"/>
                  </a:lnTo>
                  <a:lnTo>
                    <a:pt x="1331" y="15"/>
                  </a:lnTo>
                  <a:cubicBezTo>
                    <a:pt x="1321" y="5"/>
                    <a:pt x="1309" y="0"/>
                    <a:pt x="1297" y="0"/>
                  </a:cubicBezTo>
                  <a:cubicBezTo>
                    <a:pt x="1285" y="0"/>
                    <a:pt x="1273" y="5"/>
                    <a:pt x="1264" y="15"/>
                  </a:cubicBezTo>
                  <a:lnTo>
                    <a:pt x="776" y="493"/>
                  </a:lnTo>
                  <a:lnTo>
                    <a:pt x="288" y="15"/>
                  </a:lnTo>
                  <a:cubicBezTo>
                    <a:pt x="278" y="5"/>
                    <a:pt x="266" y="0"/>
                    <a:pt x="254" y="0"/>
                  </a:cubicBez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570" name="Google Shape;13570;p43"/>
            <p:cNvSpPr/>
            <p:nvPr/>
          </p:nvSpPr>
          <p:spPr>
            <a:xfrm>
              <a:off x="6530932" y="3664755"/>
              <a:ext cx="6565" cy="32720"/>
            </a:xfrm>
            <a:custGeom>
              <a:rect b="b" l="l" r="r" t="t"/>
              <a:pathLst>
                <a:path extrusionOk="0" h="1246" w="250">
                  <a:moveTo>
                    <a:pt x="139" y="0"/>
                  </a:moveTo>
                  <a:cubicBezTo>
                    <a:pt x="134" y="0"/>
                    <a:pt x="130" y="0"/>
                    <a:pt x="125" y="1"/>
                  </a:cubicBezTo>
                  <a:cubicBezTo>
                    <a:pt x="58" y="1"/>
                    <a:pt x="0" y="49"/>
                    <a:pt x="0" y="116"/>
                  </a:cubicBezTo>
                  <a:lnTo>
                    <a:pt x="0" y="1245"/>
                  </a:lnTo>
                  <a:lnTo>
                    <a:pt x="249" y="1245"/>
                  </a:lnTo>
                  <a:lnTo>
                    <a:pt x="249" y="116"/>
                  </a:lnTo>
                  <a:cubicBezTo>
                    <a:pt x="249" y="54"/>
                    <a:pt x="200" y="0"/>
                    <a:pt x="139" y="0"/>
                  </a:cubicBezTo>
                  <a:close/>
                </a:path>
              </a:pathLst>
            </a:custGeom>
            <a:solidFill>
              <a:srgbClr val="63798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571" name="Google Shape;13571;p43"/>
            <p:cNvSpPr/>
            <p:nvPr/>
          </p:nvSpPr>
          <p:spPr>
            <a:xfrm>
              <a:off x="6507797" y="3480567"/>
              <a:ext cx="52546" cy="59321"/>
            </a:xfrm>
            <a:custGeom>
              <a:rect b="b" l="l" r="r" t="t"/>
              <a:pathLst>
                <a:path extrusionOk="0" h="2259" w="2001">
                  <a:moveTo>
                    <a:pt x="747" y="0"/>
                  </a:moveTo>
                  <a:cubicBezTo>
                    <a:pt x="336" y="0"/>
                    <a:pt x="1" y="335"/>
                    <a:pt x="1" y="756"/>
                  </a:cubicBezTo>
                  <a:lnTo>
                    <a:pt x="1" y="1254"/>
                  </a:lnTo>
                  <a:cubicBezTo>
                    <a:pt x="1" y="1809"/>
                    <a:pt x="451" y="2259"/>
                    <a:pt x="1006" y="2259"/>
                  </a:cubicBezTo>
                  <a:cubicBezTo>
                    <a:pt x="1551" y="2259"/>
                    <a:pt x="2001" y="1809"/>
                    <a:pt x="2001" y="1254"/>
                  </a:cubicBezTo>
                  <a:lnTo>
                    <a:pt x="2001" y="756"/>
                  </a:lnTo>
                  <a:cubicBezTo>
                    <a:pt x="2001" y="335"/>
                    <a:pt x="1666" y="0"/>
                    <a:pt x="1254" y="0"/>
                  </a:cubicBezTo>
                  <a:close/>
                </a:path>
              </a:pathLst>
            </a:custGeom>
            <a:solidFill>
              <a:srgbClr val="BECBD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572" name="Google Shape;13572;p43"/>
            <p:cNvSpPr/>
            <p:nvPr/>
          </p:nvSpPr>
          <p:spPr>
            <a:xfrm>
              <a:off x="6507797" y="3480567"/>
              <a:ext cx="36213" cy="59269"/>
            </a:xfrm>
            <a:custGeom>
              <a:rect b="b" l="l" r="r" t="t"/>
              <a:pathLst>
                <a:path extrusionOk="0" h="2257" w="1379">
                  <a:moveTo>
                    <a:pt x="757" y="0"/>
                  </a:moveTo>
                  <a:cubicBezTo>
                    <a:pt x="345" y="0"/>
                    <a:pt x="1" y="335"/>
                    <a:pt x="1" y="756"/>
                  </a:cubicBezTo>
                  <a:lnTo>
                    <a:pt x="1" y="1254"/>
                  </a:lnTo>
                  <a:cubicBezTo>
                    <a:pt x="1" y="1828"/>
                    <a:pt x="472" y="2257"/>
                    <a:pt x="1002" y="2257"/>
                  </a:cubicBezTo>
                  <a:cubicBezTo>
                    <a:pt x="1126" y="2257"/>
                    <a:pt x="1253" y="2233"/>
                    <a:pt x="1379" y="2182"/>
                  </a:cubicBezTo>
                  <a:cubicBezTo>
                    <a:pt x="1006" y="2029"/>
                    <a:pt x="757" y="1665"/>
                    <a:pt x="747" y="1254"/>
                  </a:cubicBezTo>
                  <a:lnTo>
                    <a:pt x="747" y="756"/>
                  </a:lnTo>
                  <a:cubicBezTo>
                    <a:pt x="747" y="383"/>
                    <a:pt x="1015" y="77"/>
                    <a:pt x="1379" y="10"/>
                  </a:cubicBezTo>
                  <a:cubicBezTo>
                    <a:pt x="1341" y="10"/>
                    <a:pt x="1293" y="0"/>
                    <a:pt x="1254" y="0"/>
                  </a:cubicBezTo>
                  <a:close/>
                </a:path>
              </a:pathLst>
            </a:custGeom>
            <a:solidFill>
              <a:srgbClr val="ACBDC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573" name="Google Shape;13573;p43"/>
            <p:cNvSpPr/>
            <p:nvPr/>
          </p:nvSpPr>
          <p:spPr>
            <a:xfrm>
              <a:off x="6507797" y="3480567"/>
              <a:ext cx="52546" cy="26418"/>
            </a:xfrm>
            <a:custGeom>
              <a:rect b="b" l="l" r="r" t="t"/>
              <a:pathLst>
                <a:path extrusionOk="0" h="1006" w="2001">
                  <a:moveTo>
                    <a:pt x="747" y="0"/>
                  </a:moveTo>
                  <a:cubicBezTo>
                    <a:pt x="336" y="0"/>
                    <a:pt x="1" y="335"/>
                    <a:pt x="1" y="756"/>
                  </a:cubicBezTo>
                  <a:cubicBezTo>
                    <a:pt x="1" y="756"/>
                    <a:pt x="747" y="1005"/>
                    <a:pt x="2001" y="1005"/>
                  </a:cubicBezTo>
                  <a:lnTo>
                    <a:pt x="2001" y="756"/>
                  </a:lnTo>
                  <a:cubicBezTo>
                    <a:pt x="2001" y="335"/>
                    <a:pt x="1666" y="0"/>
                    <a:pt x="1254" y="0"/>
                  </a:cubicBez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574" name="Google Shape;13574;p43"/>
            <p:cNvSpPr/>
            <p:nvPr/>
          </p:nvSpPr>
          <p:spPr>
            <a:xfrm>
              <a:off x="6507797" y="3480567"/>
              <a:ext cx="36213" cy="23897"/>
            </a:xfrm>
            <a:custGeom>
              <a:rect b="b" l="l" r="r" t="t"/>
              <a:pathLst>
                <a:path extrusionOk="0" h="910" w="1379">
                  <a:moveTo>
                    <a:pt x="757" y="0"/>
                  </a:moveTo>
                  <a:cubicBezTo>
                    <a:pt x="345" y="0"/>
                    <a:pt x="1" y="335"/>
                    <a:pt x="1" y="756"/>
                  </a:cubicBezTo>
                  <a:cubicBezTo>
                    <a:pt x="250" y="823"/>
                    <a:pt x="498" y="881"/>
                    <a:pt x="757" y="909"/>
                  </a:cubicBezTo>
                  <a:lnTo>
                    <a:pt x="757" y="756"/>
                  </a:lnTo>
                  <a:lnTo>
                    <a:pt x="747" y="756"/>
                  </a:lnTo>
                  <a:cubicBezTo>
                    <a:pt x="747" y="383"/>
                    <a:pt x="1015" y="77"/>
                    <a:pt x="1379" y="10"/>
                  </a:cubicBezTo>
                  <a:cubicBezTo>
                    <a:pt x="1341" y="10"/>
                    <a:pt x="1293" y="0"/>
                    <a:pt x="1254" y="0"/>
                  </a:cubicBez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3575" name="Google Shape;13575;p43"/>
          <p:cNvGrpSpPr/>
          <p:nvPr/>
        </p:nvGrpSpPr>
        <p:grpSpPr>
          <a:xfrm>
            <a:off x="7054924" y="3215328"/>
            <a:ext cx="394583" cy="331007"/>
            <a:chOff x="7054924" y="3367728"/>
            <a:chExt cx="394583" cy="331007"/>
          </a:xfrm>
        </p:grpSpPr>
        <p:sp>
          <p:nvSpPr>
            <p:cNvPr id="13576" name="Google Shape;13576;p43"/>
            <p:cNvSpPr/>
            <p:nvPr/>
          </p:nvSpPr>
          <p:spPr>
            <a:xfrm>
              <a:off x="7054924" y="3367728"/>
              <a:ext cx="394583" cy="331007"/>
            </a:xfrm>
            <a:custGeom>
              <a:rect b="b" l="l" r="r" t="t"/>
              <a:pathLst>
                <a:path extrusionOk="0" h="12605" w="15026">
                  <a:moveTo>
                    <a:pt x="728" y="0"/>
                  </a:moveTo>
                  <a:cubicBezTo>
                    <a:pt x="326" y="0"/>
                    <a:pt x="0" y="326"/>
                    <a:pt x="0" y="727"/>
                  </a:cubicBezTo>
                  <a:lnTo>
                    <a:pt x="0" y="11877"/>
                  </a:lnTo>
                  <a:cubicBezTo>
                    <a:pt x="0" y="12279"/>
                    <a:pt x="326" y="12604"/>
                    <a:pt x="728" y="12604"/>
                  </a:cubicBezTo>
                  <a:lnTo>
                    <a:pt x="14298" y="12604"/>
                  </a:lnTo>
                  <a:cubicBezTo>
                    <a:pt x="14700" y="12604"/>
                    <a:pt x="15026" y="12279"/>
                    <a:pt x="15026" y="11877"/>
                  </a:cubicBezTo>
                  <a:lnTo>
                    <a:pt x="15026" y="2182"/>
                  </a:lnTo>
                  <a:cubicBezTo>
                    <a:pt x="15026" y="1780"/>
                    <a:pt x="14700" y="1455"/>
                    <a:pt x="14298" y="1455"/>
                  </a:cubicBezTo>
                  <a:lnTo>
                    <a:pt x="9934" y="1455"/>
                  </a:lnTo>
                  <a:lnTo>
                    <a:pt x="8767" y="287"/>
                  </a:lnTo>
                  <a:cubicBezTo>
                    <a:pt x="8585" y="105"/>
                    <a:pt x="8336" y="0"/>
                    <a:pt x="8078" y="0"/>
                  </a:cubicBezTo>
                  <a:close/>
                </a:path>
              </a:pathLst>
            </a:custGeom>
            <a:solidFill>
              <a:srgbClr val="D2DBE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577" name="Google Shape;13577;p43"/>
            <p:cNvSpPr/>
            <p:nvPr/>
          </p:nvSpPr>
          <p:spPr>
            <a:xfrm>
              <a:off x="7156708" y="3450394"/>
              <a:ext cx="191015" cy="191042"/>
            </a:xfrm>
            <a:custGeom>
              <a:rect b="b" l="l" r="r" t="t"/>
              <a:pathLst>
                <a:path extrusionOk="0" h="7275" w="7274">
                  <a:moveTo>
                    <a:pt x="3637" y="1"/>
                  </a:moveTo>
                  <a:cubicBezTo>
                    <a:pt x="1627" y="1"/>
                    <a:pt x="0" y="1628"/>
                    <a:pt x="0" y="3637"/>
                  </a:cubicBezTo>
                  <a:cubicBezTo>
                    <a:pt x="0" y="5647"/>
                    <a:pt x="1627" y="7274"/>
                    <a:pt x="3637" y="7274"/>
                  </a:cubicBezTo>
                  <a:cubicBezTo>
                    <a:pt x="5647" y="7274"/>
                    <a:pt x="7274" y="5647"/>
                    <a:pt x="7274" y="3637"/>
                  </a:cubicBezTo>
                  <a:cubicBezTo>
                    <a:pt x="7274" y="1628"/>
                    <a:pt x="5647" y="1"/>
                    <a:pt x="3637" y="1"/>
                  </a:cubicBezTo>
                  <a:close/>
                </a:path>
              </a:pathLst>
            </a:custGeom>
            <a:solidFill>
              <a:srgbClr val="C1CED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578" name="Google Shape;13578;p43"/>
            <p:cNvSpPr/>
            <p:nvPr/>
          </p:nvSpPr>
          <p:spPr>
            <a:xfrm>
              <a:off x="7175799" y="3469512"/>
              <a:ext cx="152833" cy="152807"/>
            </a:xfrm>
            <a:custGeom>
              <a:rect b="b" l="l" r="r" t="t"/>
              <a:pathLst>
                <a:path extrusionOk="0" h="5819" w="5820">
                  <a:moveTo>
                    <a:pt x="2910" y="0"/>
                  </a:moveTo>
                  <a:cubicBezTo>
                    <a:pt x="1302" y="0"/>
                    <a:pt x="1" y="1302"/>
                    <a:pt x="1" y="2909"/>
                  </a:cubicBezTo>
                  <a:cubicBezTo>
                    <a:pt x="1" y="4517"/>
                    <a:pt x="1302" y="5819"/>
                    <a:pt x="2910" y="5819"/>
                  </a:cubicBezTo>
                  <a:cubicBezTo>
                    <a:pt x="4518" y="5819"/>
                    <a:pt x="5819" y="4517"/>
                    <a:pt x="5819" y="2909"/>
                  </a:cubicBezTo>
                  <a:cubicBezTo>
                    <a:pt x="5819" y="1302"/>
                    <a:pt x="4518" y="0"/>
                    <a:pt x="2910" y="0"/>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579" name="Google Shape;13579;p43"/>
            <p:cNvSpPr/>
            <p:nvPr/>
          </p:nvSpPr>
          <p:spPr>
            <a:xfrm>
              <a:off x="7214007" y="3552178"/>
              <a:ext cx="76417" cy="70009"/>
            </a:xfrm>
            <a:custGeom>
              <a:rect b="b" l="l" r="r" t="t"/>
              <a:pathLst>
                <a:path extrusionOk="0" h="2666" w="2910">
                  <a:moveTo>
                    <a:pt x="967" y="1"/>
                  </a:moveTo>
                  <a:lnTo>
                    <a:pt x="967" y="489"/>
                  </a:lnTo>
                  <a:cubicBezTo>
                    <a:pt x="967" y="584"/>
                    <a:pt x="919" y="661"/>
                    <a:pt x="833" y="709"/>
                  </a:cubicBezTo>
                  <a:lnTo>
                    <a:pt x="268" y="986"/>
                  </a:lnTo>
                  <a:cubicBezTo>
                    <a:pt x="106" y="1073"/>
                    <a:pt x="0" y="1235"/>
                    <a:pt x="0" y="1427"/>
                  </a:cubicBezTo>
                  <a:lnTo>
                    <a:pt x="0" y="2278"/>
                  </a:lnTo>
                  <a:cubicBezTo>
                    <a:pt x="450" y="2537"/>
                    <a:pt x="953" y="2666"/>
                    <a:pt x="1455" y="2666"/>
                  </a:cubicBezTo>
                  <a:cubicBezTo>
                    <a:pt x="1957" y="2666"/>
                    <a:pt x="2460" y="2537"/>
                    <a:pt x="2910" y="2278"/>
                  </a:cubicBezTo>
                  <a:lnTo>
                    <a:pt x="2910" y="1427"/>
                  </a:lnTo>
                  <a:cubicBezTo>
                    <a:pt x="2910" y="1235"/>
                    <a:pt x="2804" y="1073"/>
                    <a:pt x="2642" y="986"/>
                  </a:cubicBezTo>
                  <a:lnTo>
                    <a:pt x="2077" y="709"/>
                  </a:lnTo>
                  <a:cubicBezTo>
                    <a:pt x="1991" y="661"/>
                    <a:pt x="1943" y="584"/>
                    <a:pt x="1943" y="489"/>
                  </a:cubicBezTo>
                  <a:lnTo>
                    <a:pt x="1943" y="1"/>
                  </a:lnTo>
                  <a:close/>
                </a:path>
              </a:pathLst>
            </a:custGeom>
            <a:solidFill>
              <a:srgbClr val="ACBDC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580" name="Google Shape;13580;p43"/>
            <p:cNvSpPr/>
            <p:nvPr/>
          </p:nvSpPr>
          <p:spPr>
            <a:xfrm>
              <a:off x="7171781" y="3367728"/>
              <a:ext cx="144036" cy="38208"/>
            </a:xfrm>
            <a:custGeom>
              <a:rect b="b" l="l" r="r" t="t"/>
              <a:pathLst>
                <a:path extrusionOk="0" h="1455" w="5485">
                  <a:moveTo>
                    <a:pt x="0" y="0"/>
                  </a:moveTo>
                  <a:cubicBezTo>
                    <a:pt x="259" y="0"/>
                    <a:pt x="498" y="105"/>
                    <a:pt x="680" y="287"/>
                  </a:cubicBezTo>
                  <a:lnTo>
                    <a:pt x="1637" y="1244"/>
                  </a:lnTo>
                  <a:cubicBezTo>
                    <a:pt x="1781" y="1378"/>
                    <a:pt x="1962" y="1455"/>
                    <a:pt x="2154" y="1455"/>
                  </a:cubicBezTo>
                  <a:lnTo>
                    <a:pt x="5484" y="1455"/>
                  </a:lnTo>
                  <a:lnTo>
                    <a:pt x="4317" y="287"/>
                  </a:lnTo>
                  <a:cubicBezTo>
                    <a:pt x="4135" y="105"/>
                    <a:pt x="3886" y="0"/>
                    <a:pt x="3628" y="0"/>
                  </a:cubicBezTo>
                  <a:close/>
                </a:path>
              </a:pathLst>
            </a:custGeom>
            <a:solidFill>
              <a:srgbClr val="C1CED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581" name="Google Shape;13581;p43"/>
            <p:cNvSpPr/>
            <p:nvPr/>
          </p:nvSpPr>
          <p:spPr>
            <a:xfrm>
              <a:off x="7220546" y="3367728"/>
              <a:ext cx="95508" cy="38208"/>
            </a:xfrm>
            <a:custGeom>
              <a:rect b="b" l="l" r="r" t="t"/>
              <a:pathLst>
                <a:path extrusionOk="0" h="1455" w="3637">
                  <a:moveTo>
                    <a:pt x="0" y="0"/>
                  </a:moveTo>
                  <a:cubicBezTo>
                    <a:pt x="258" y="0"/>
                    <a:pt x="507" y="105"/>
                    <a:pt x="689" y="287"/>
                  </a:cubicBezTo>
                  <a:lnTo>
                    <a:pt x="1646" y="1244"/>
                  </a:lnTo>
                  <a:cubicBezTo>
                    <a:pt x="1780" y="1378"/>
                    <a:pt x="1962" y="1455"/>
                    <a:pt x="2153" y="1455"/>
                  </a:cubicBezTo>
                  <a:lnTo>
                    <a:pt x="3637" y="1455"/>
                  </a:lnTo>
                  <a:lnTo>
                    <a:pt x="2469" y="287"/>
                  </a:lnTo>
                  <a:cubicBezTo>
                    <a:pt x="2287" y="105"/>
                    <a:pt x="2039" y="0"/>
                    <a:pt x="1780" y="0"/>
                  </a:cubicBezTo>
                  <a:close/>
                </a:path>
              </a:pathLst>
            </a:custGeom>
            <a:solidFill>
              <a:srgbClr val="ADBEC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582" name="Google Shape;13582;p43"/>
            <p:cNvSpPr/>
            <p:nvPr/>
          </p:nvSpPr>
          <p:spPr>
            <a:xfrm>
              <a:off x="7054924" y="3666777"/>
              <a:ext cx="394583" cy="31958"/>
            </a:xfrm>
            <a:custGeom>
              <a:rect b="b" l="l" r="r" t="t"/>
              <a:pathLst>
                <a:path extrusionOk="0" h="1217" w="15026">
                  <a:moveTo>
                    <a:pt x="0" y="1"/>
                  </a:moveTo>
                  <a:lnTo>
                    <a:pt x="0" y="489"/>
                  </a:lnTo>
                  <a:cubicBezTo>
                    <a:pt x="0" y="891"/>
                    <a:pt x="326" y="1216"/>
                    <a:pt x="728" y="1216"/>
                  </a:cubicBezTo>
                  <a:lnTo>
                    <a:pt x="14298" y="1216"/>
                  </a:lnTo>
                  <a:cubicBezTo>
                    <a:pt x="14700" y="1216"/>
                    <a:pt x="15026" y="891"/>
                    <a:pt x="15026" y="489"/>
                  </a:cubicBezTo>
                  <a:lnTo>
                    <a:pt x="15026" y="1"/>
                  </a:lnTo>
                  <a:close/>
                </a:path>
              </a:pathLst>
            </a:custGeom>
            <a:solidFill>
              <a:srgbClr val="C1CED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583" name="Google Shape;13583;p43"/>
            <p:cNvSpPr/>
            <p:nvPr/>
          </p:nvSpPr>
          <p:spPr>
            <a:xfrm>
              <a:off x="7214007" y="3572293"/>
              <a:ext cx="76417" cy="49894"/>
            </a:xfrm>
            <a:custGeom>
              <a:rect b="b" l="l" r="r" t="t"/>
              <a:pathLst>
                <a:path extrusionOk="0" h="1900" w="2910">
                  <a:moveTo>
                    <a:pt x="708" y="0"/>
                  </a:moveTo>
                  <a:lnTo>
                    <a:pt x="268" y="220"/>
                  </a:lnTo>
                  <a:cubicBezTo>
                    <a:pt x="106" y="307"/>
                    <a:pt x="0" y="469"/>
                    <a:pt x="0" y="661"/>
                  </a:cubicBezTo>
                  <a:lnTo>
                    <a:pt x="0" y="1512"/>
                  </a:lnTo>
                  <a:cubicBezTo>
                    <a:pt x="450" y="1771"/>
                    <a:pt x="953" y="1900"/>
                    <a:pt x="1455" y="1900"/>
                  </a:cubicBezTo>
                  <a:cubicBezTo>
                    <a:pt x="1957" y="1900"/>
                    <a:pt x="2460" y="1771"/>
                    <a:pt x="2910" y="1512"/>
                  </a:cubicBezTo>
                  <a:lnTo>
                    <a:pt x="2910" y="661"/>
                  </a:lnTo>
                  <a:cubicBezTo>
                    <a:pt x="2910" y="469"/>
                    <a:pt x="2804" y="307"/>
                    <a:pt x="2642" y="220"/>
                  </a:cubicBezTo>
                  <a:lnTo>
                    <a:pt x="2201" y="0"/>
                  </a:lnTo>
                  <a:cubicBezTo>
                    <a:pt x="2010" y="240"/>
                    <a:pt x="1732" y="359"/>
                    <a:pt x="1455" y="359"/>
                  </a:cubicBezTo>
                  <a:cubicBezTo>
                    <a:pt x="1177" y="359"/>
                    <a:pt x="900" y="240"/>
                    <a:pt x="708" y="0"/>
                  </a:cubicBezTo>
                  <a:close/>
                </a:path>
              </a:pathLst>
            </a:custGeom>
            <a:solidFill>
              <a:srgbClr val="63768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584" name="Google Shape;13584;p43"/>
            <p:cNvSpPr/>
            <p:nvPr/>
          </p:nvSpPr>
          <p:spPr>
            <a:xfrm>
              <a:off x="7238140" y="3552178"/>
              <a:ext cx="27914" cy="19249"/>
            </a:xfrm>
            <a:custGeom>
              <a:rect b="b" l="l" r="r" t="t"/>
              <a:pathLst>
                <a:path extrusionOk="0" h="733" w="1063">
                  <a:moveTo>
                    <a:pt x="48" y="1"/>
                  </a:moveTo>
                  <a:lnTo>
                    <a:pt x="48" y="489"/>
                  </a:lnTo>
                  <a:cubicBezTo>
                    <a:pt x="48" y="537"/>
                    <a:pt x="29" y="584"/>
                    <a:pt x="0" y="632"/>
                  </a:cubicBezTo>
                  <a:cubicBezTo>
                    <a:pt x="172" y="699"/>
                    <a:pt x="354" y="733"/>
                    <a:pt x="535" y="733"/>
                  </a:cubicBezTo>
                  <a:cubicBezTo>
                    <a:pt x="715" y="733"/>
                    <a:pt x="895" y="699"/>
                    <a:pt x="1062" y="632"/>
                  </a:cubicBezTo>
                  <a:cubicBezTo>
                    <a:pt x="1034" y="584"/>
                    <a:pt x="1014" y="537"/>
                    <a:pt x="1014" y="489"/>
                  </a:cubicBezTo>
                  <a:lnTo>
                    <a:pt x="1014" y="1"/>
                  </a:lnTo>
                  <a:close/>
                </a:path>
              </a:pathLst>
            </a:custGeom>
            <a:solidFill>
              <a:srgbClr val="96ABB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585" name="Google Shape;13585;p43"/>
            <p:cNvSpPr/>
            <p:nvPr/>
          </p:nvSpPr>
          <p:spPr>
            <a:xfrm>
              <a:off x="7226822" y="3501418"/>
              <a:ext cx="51049" cy="57326"/>
            </a:xfrm>
            <a:custGeom>
              <a:rect b="b" l="l" r="r" t="t"/>
              <a:pathLst>
                <a:path extrusionOk="0" h="2183" w="1944">
                  <a:moveTo>
                    <a:pt x="728" y="1"/>
                  </a:moveTo>
                  <a:cubicBezTo>
                    <a:pt x="326" y="1"/>
                    <a:pt x="0" y="326"/>
                    <a:pt x="0" y="728"/>
                  </a:cubicBezTo>
                  <a:lnTo>
                    <a:pt x="0" y="1206"/>
                  </a:lnTo>
                  <a:cubicBezTo>
                    <a:pt x="0" y="1742"/>
                    <a:pt x="431" y="2183"/>
                    <a:pt x="967" y="2183"/>
                  </a:cubicBezTo>
                  <a:cubicBezTo>
                    <a:pt x="1503" y="2183"/>
                    <a:pt x="1943" y="1742"/>
                    <a:pt x="1934" y="1206"/>
                  </a:cubicBezTo>
                  <a:lnTo>
                    <a:pt x="1934" y="728"/>
                  </a:lnTo>
                  <a:cubicBezTo>
                    <a:pt x="1934" y="326"/>
                    <a:pt x="1608" y="1"/>
                    <a:pt x="1216" y="1"/>
                  </a:cubicBezTo>
                  <a:close/>
                </a:path>
              </a:pathLst>
            </a:custGeom>
            <a:solidFill>
              <a:srgbClr val="BECBD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586" name="Google Shape;13586;p43"/>
            <p:cNvSpPr/>
            <p:nvPr/>
          </p:nvSpPr>
          <p:spPr>
            <a:xfrm>
              <a:off x="7226822" y="3501418"/>
              <a:ext cx="34952" cy="57194"/>
            </a:xfrm>
            <a:custGeom>
              <a:rect b="b" l="l" r="r" t="t"/>
              <a:pathLst>
                <a:path extrusionOk="0" h="2178" w="1331">
                  <a:moveTo>
                    <a:pt x="728" y="1"/>
                  </a:moveTo>
                  <a:cubicBezTo>
                    <a:pt x="326" y="1"/>
                    <a:pt x="0" y="326"/>
                    <a:pt x="0" y="728"/>
                  </a:cubicBezTo>
                  <a:lnTo>
                    <a:pt x="0" y="1206"/>
                  </a:lnTo>
                  <a:cubicBezTo>
                    <a:pt x="0" y="1764"/>
                    <a:pt x="458" y="2178"/>
                    <a:pt x="968" y="2178"/>
                  </a:cubicBezTo>
                  <a:cubicBezTo>
                    <a:pt x="1088" y="2178"/>
                    <a:pt x="1210" y="2155"/>
                    <a:pt x="1331" y="2106"/>
                  </a:cubicBezTo>
                  <a:cubicBezTo>
                    <a:pt x="967" y="1962"/>
                    <a:pt x="728" y="1608"/>
                    <a:pt x="728" y="1206"/>
                  </a:cubicBezTo>
                  <a:lnTo>
                    <a:pt x="728" y="728"/>
                  </a:lnTo>
                  <a:cubicBezTo>
                    <a:pt x="728" y="374"/>
                    <a:pt x="986" y="67"/>
                    <a:pt x="1331" y="10"/>
                  </a:cubicBezTo>
                  <a:cubicBezTo>
                    <a:pt x="1292" y="1"/>
                    <a:pt x="1254" y="1"/>
                    <a:pt x="1216" y="1"/>
                  </a:cubicBezTo>
                  <a:close/>
                </a:path>
              </a:pathLst>
            </a:custGeom>
            <a:solidFill>
              <a:srgbClr val="ACBDC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587" name="Google Shape;13587;p43"/>
            <p:cNvSpPr/>
            <p:nvPr/>
          </p:nvSpPr>
          <p:spPr>
            <a:xfrm>
              <a:off x="7226822" y="3501418"/>
              <a:ext cx="51049" cy="25420"/>
            </a:xfrm>
            <a:custGeom>
              <a:rect b="b" l="l" r="r" t="t"/>
              <a:pathLst>
                <a:path extrusionOk="0" h="968" w="1944">
                  <a:moveTo>
                    <a:pt x="728" y="1"/>
                  </a:moveTo>
                  <a:cubicBezTo>
                    <a:pt x="326" y="1"/>
                    <a:pt x="0" y="326"/>
                    <a:pt x="0" y="728"/>
                  </a:cubicBezTo>
                  <a:cubicBezTo>
                    <a:pt x="0" y="728"/>
                    <a:pt x="728" y="967"/>
                    <a:pt x="1943" y="967"/>
                  </a:cubicBezTo>
                  <a:lnTo>
                    <a:pt x="1943" y="728"/>
                  </a:lnTo>
                  <a:cubicBezTo>
                    <a:pt x="1943" y="326"/>
                    <a:pt x="1608" y="1"/>
                    <a:pt x="1216" y="1"/>
                  </a:cubicBez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588" name="Google Shape;13588;p43"/>
            <p:cNvSpPr/>
            <p:nvPr/>
          </p:nvSpPr>
          <p:spPr>
            <a:xfrm>
              <a:off x="7226822" y="3501155"/>
              <a:ext cx="34952" cy="23398"/>
            </a:xfrm>
            <a:custGeom>
              <a:rect b="b" l="l" r="r" t="t"/>
              <a:pathLst>
                <a:path extrusionOk="0" h="891" w="1331">
                  <a:moveTo>
                    <a:pt x="728" y="1"/>
                  </a:moveTo>
                  <a:cubicBezTo>
                    <a:pt x="326" y="1"/>
                    <a:pt x="0" y="336"/>
                    <a:pt x="0" y="738"/>
                  </a:cubicBezTo>
                  <a:cubicBezTo>
                    <a:pt x="240" y="805"/>
                    <a:pt x="479" y="853"/>
                    <a:pt x="728" y="891"/>
                  </a:cubicBezTo>
                  <a:lnTo>
                    <a:pt x="728" y="738"/>
                  </a:lnTo>
                  <a:cubicBezTo>
                    <a:pt x="728" y="384"/>
                    <a:pt x="986" y="77"/>
                    <a:pt x="1331" y="20"/>
                  </a:cubicBezTo>
                  <a:cubicBezTo>
                    <a:pt x="1292" y="11"/>
                    <a:pt x="1254" y="11"/>
                    <a:pt x="1216" y="1"/>
                  </a:cubicBez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589" name="Google Shape;13589;p43"/>
            <p:cNvSpPr/>
            <p:nvPr/>
          </p:nvSpPr>
          <p:spPr>
            <a:xfrm>
              <a:off x="7214007" y="3583585"/>
              <a:ext cx="19117" cy="36239"/>
            </a:xfrm>
            <a:custGeom>
              <a:rect b="b" l="l" r="r" t="t"/>
              <a:pathLst>
                <a:path extrusionOk="0" h="1380" w="728">
                  <a:moveTo>
                    <a:pt x="58" y="1"/>
                  </a:moveTo>
                  <a:cubicBezTo>
                    <a:pt x="19" y="68"/>
                    <a:pt x="0" y="145"/>
                    <a:pt x="0" y="221"/>
                  </a:cubicBezTo>
                  <a:lnTo>
                    <a:pt x="0" y="1082"/>
                  </a:lnTo>
                  <a:cubicBezTo>
                    <a:pt x="230" y="1207"/>
                    <a:pt x="469" y="1312"/>
                    <a:pt x="728" y="1379"/>
                  </a:cubicBezTo>
                  <a:lnTo>
                    <a:pt x="728" y="747"/>
                  </a:lnTo>
                  <a:cubicBezTo>
                    <a:pt x="728" y="594"/>
                    <a:pt x="651" y="451"/>
                    <a:pt x="536" y="355"/>
                  </a:cubicBezTo>
                  <a:lnTo>
                    <a:pt x="58" y="1"/>
                  </a:lnTo>
                  <a:close/>
                </a:path>
              </a:pathLst>
            </a:custGeom>
            <a:solidFill>
              <a:srgbClr val="30496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590" name="Google Shape;13590;p43"/>
            <p:cNvSpPr/>
            <p:nvPr/>
          </p:nvSpPr>
          <p:spPr>
            <a:xfrm>
              <a:off x="7271306" y="3583585"/>
              <a:ext cx="19117" cy="36239"/>
            </a:xfrm>
            <a:custGeom>
              <a:rect b="b" l="l" r="r" t="t"/>
              <a:pathLst>
                <a:path extrusionOk="0" h="1380" w="728">
                  <a:moveTo>
                    <a:pt x="670" y="1"/>
                  </a:moveTo>
                  <a:lnTo>
                    <a:pt x="192" y="355"/>
                  </a:lnTo>
                  <a:cubicBezTo>
                    <a:pt x="77" y="451"/>
                    <a:pt x="0" y="594"/>
                    <a:pt x="0" y="747"/>
                  </a:cubicBezTo>
                  <a:lnTo>
                    <a:pt x="0" y="1379"/>
                  </a:lnTo>
                  <a:cubicBezTo>
                    <a:pt x="259" y="1312"/>
                    <a:pt x="498" y="1216"/>
                    <a:pt x="728" y="1082"/>
                  </a:cubicBezTo>
                  <a:lnTo>
                    <a:pt x="728" y="231"/>
                  </a:lnTo>
                  <a:cubicBezTo>
                    <a:pt x="728" y="145"/>
                    <a:pt x="709" y="68"/>
                    <a:pt x="670" y="1"/>
                  </a:cubicBezTo>
                  <a:close/>
                </a:path>
              </a:pathLst>
            </a:custGeom>
            <a:solidFill>
              <a:srgbClr val="30496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3591" name="Google Shape;13591;p43"/>
          <p:cNvGrpSpPr/>
          <p:nvPr/>
        </p:nvGrpSpPr>
        <p:grpSpPr>
          <a:xfrm>
            <a:off x="7492967" y="3209025"/>
            <a:ext cx="394583" cy="343586"/>
            <a:chOff x="7492967" y="3361425"/>
            <a:chExt cx="394583" cy="343586"/>
          </a:xfrm>
        </p:grpSpPr>
        <p:sp>
          <p:nvSpPr>
            <p:cNvPr id="13592" name="Google Shape;13592;p43"/>
            <p:cNvSpPr/>
            <p:nvPr/>
          </p:nvSpPr>
          <p:spPr>
            <a:xfrm>
              <a:off x="7492967" y="3450394"/>
              <a:ext cx="394583" cy="254617"/>
            </a:xfrm>
            <a:custGeom>
              <a:rect b="b" l="l" r="r" t="t"/>
              <a:pathLst>
                <a:path extrusionOk="0" h="9696" w="15026">
                  <a:moveTo>
                    <a:pt x="488" y="1"/>
                  </a:moveTo>
                  <a:cubicBezTo>
                    <a:pt x="220" y="1"/>
                    <a:pt x="0" y="221"/>
                    <a:pt x="0" y="489"/>
                  </a:cubicBezTo>
                  <a:lnTo>
                    <a:pt x="0" y="9207"/>
                  </a:lnTo>
                  <a:cubicBezTo>
                    <a:pt x="0" y="9475"/>
                    <a:pt x="220" y="9695"/>
                    <a:pt x="488" y="9695"/>
                  </a:cubicBezTo>
                  <a:lnTo>
                    <a:pt x="14538" y="9695"/>
                  </a:lnTo>
                  <a:cubicBezTo>
                    <a:pt x="14806" y="9695"/>
                    <a:pt x="15026" y="9475"/>
                    <a:pt x="15026" y="9207"/>
                  </a:cubicBezTo>
                  <a:lnTo>
                    <a:pt x="15026" y="489"/>
                  </a:lnTo>
                  <a:cubicBezTo>
                    <a:pt x="15026" y="221"/>
                    <a:pt x="14806" y="1"/>
                    <a:pt x="14538" y="1"/>
                  </a:cubicBez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593" name="Google Shape;13593;p43"/>
            <p:cNvSpPr/>
            <p:nvPr/>
          </p:nvSpPr>
          <p:spPr>
            <a:xfrm>
              <a:off x="7492967" y="3450657"/>
              <a:ext cx="394583" cy="19117"/>
            </a:xfrm>
            <a:custGeom>
              <a:rect b="b" l="l" r="r" t="t"/>
              <a:pathLst>
                <a:path extrusionOk="0" h="728" w="15026">
                  <a:moveTo>
                    <a:pt x="488" y="0"/>
                  </a:moveTo>
                  <a:cubicBezTo>
                    <a:pt x="220" y="0"/>
                    <a:pt x="0" y="220"/>
                    <a:pt x="0" y="488"/>
                  </a:cubicBezTo>
                  <a:lnTo>
                    <a:pt x="0" y="728"/>
                  </a:lnTo>
                  <a:lnTo>
                    <a:pt x="15026" y="728"/>
                  </a:lnTo>
                  <a:lnTo>
                    <a:pt x="15026" y="488"/>
                  </a:lnTo>
                  <a:cubicBezTo>
                    <a:pt x="15026" y="220"/>
                    <a:pt x="14806" y="0"/>
                    <a:pt x="14538" y="0"/>
                  </a:cubicBezTo>
                  <a:close/>
                </a:path>
              </a:pathLst>
            </a:custGeom>
            <a:solidFill>
              <a:srgbClr val="C5D1D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594" name="Google Shape;13594;p43"/>
            <p:cNvSpPr/>
            <p:nvPr/>
          </p:nvSpPr>
          <p:spPr>
            <a:xfrm>
              <a:off x="7531149" y="3501418"/>
              <a:ext cx="127203" cy="165385"/>
            </a:xfrm>
            <a:custGeom>
              <a:rect b="b" l="l" r="r" t="t"/>
              <a:pathLst>
                <a:path extrusionOk="0" h="6298" w="4844">
                  <a:moveTo>
                    <a:pt x="240" y="1"/>
                  </a:moveTo>
                  <a:cubicBezTo>
                    <a:pt x="106" y="1"/>
                    <a:pt x="1" y="106"/>
                    <a:pt x="1" y="240"/>
                  </a:cubicBezTo>
                  <a:lnTo>
                    <a:pt x="1" y="6058"/>
                  </a:lnTo>
                  <a:cubicBezTo>
                    <a:pt x="1" y="6192"/>
                    <a:pt x="106" y="6298"/>
                    <a:pt x="240" y="6298"/>
                  </a:cubicBezTo>
                  <a:lnTo>
                    <a:pt x="4604" y="6298"/>
                  </a:lnTo>
                  <a:cubicBezTo>
                    <a:pt x="4738" y="6298"/>
                    <a:pt x="4844" y="6192"/>
                    <a:pt x="4844" y="6058"/>
                  </a:cubicBezTo>
                  <a:lnTo>
                    <a:pt x="4844" y="240"/>
                  </a:lnTo>
                  <a:cubicBezTo>
                    <a:pt x="4844" y="106"/>
                    <a:pt x="4738" y="1"/>
                    <a:pt x="4604" y="1"/>
                  </a:cubicBezTo>
                  <a:close/>
                </a:path>
              </a:pathLst>
            </a:custGeom>
            <a:solidFill>
              <a:srgbClr val="63768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595" name="Google Shape;13595;p43"/>
            <p:cNvSpPr/>
            <p:nvPr/>
          </p:nvSpPr>
          <p:spPr>
            <a:xfrm>
              <a:off x="7690232" y="3501418"/>
              <a:ext cx="159109" cy="31696"/>
            </a:xfrm>
            <a:custGeom>
              <a:rect b="b" l="l" r="r" t="t"/>
              <a:pathLst>
                <a:path extrusionOk="0" h="1207" w="6059">
                  <a:moveTo>
                    <a:pt x="240" y="1"/>
                  </a:moveTo>
                  <a:cubicBezTo>
                    <a:pt x="106" y="1"/>
                    <a:pt x="1" y="115"/>
                    <a:pt x="1" y="240"/>
                  </a:cubicBezTo>
                  <a:lnTo>
                    <a:pt x="1" y="967"/>
                  </a:lnTo>
                  <a:cubicBezTo>
                    <a:pt x="1" y="1101"/>
                    <a:pt x="106" y="1206"/>
                    <a:pt x="240" y="1206"/>
                  </a:cubicBezTo>
                  <a:lnTo>
                    <a:pt x="5820" y="1206"/>
                  </a:lnTo>
                  <a:cubicBezTo>
                    <a:pt x="5944" y="1206"/>
                    <a:pt x="6059" y="1101"/>
                    <a:pt x="6059" y="967"/>
                  </a:cubicBezTo>
                  <a:lnTo>
                    <a:pt x="6059" y="240"/>
                  </a:lnTo>
                  <a:cubicBezTo>
                    <a:pt x="6059" y="115"/>
                    <a:pt x="5944" y="1"/>
                    <a:pt x="5820" y="1"/>
                  </a:cubicBezTo>
                  <a:close/>
                </a:path>
              </a:pathLst>
            </a:custGeom>
            <a:solidFill>
              <a:srgbClr val="D2DBE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596" name="Google Shape;13596;p43"/>
            <p:cNvSpPr/>
            <p:nvPr/>
          </p:nvSpPr>
          <p:spPr>
            <a:xfrm>
              <a:off x="7690495" y="3552441"/>
              <a:ext cx="120665" cy="25393"/>
            </a:xfrm>
            <a:custGeom>
              <a:rect b="b" l="l" r="r" t="t"/>
              <a:pathLst>
                <a:path extrusionOk="0" h="967" w="4595">
                  <a:moveTo>
                    <a:pt x="240" y="0"/>
                  </a:moveTo>
                  <a:cubicBezTo>
                    <a:pt x="106" y="0"/>
                    <a:pt x="1" y="106"/>
                    <a:pt x="1" y="240"/>
                  </a:cubicBezTo>
                  <a:lnTo>
                    <a:pt x="1" y="728"/>
                  </a:lnTo>
                  <a:cubicBezTo>
                    <a:pt x="1" y="852"/>
                    <a:pt x="106" y="967"/>
                    <a:pt x="240" y="967"/>
                  </a:cubicBezTo>
                  <a:lnTo>
                    <a:pt x="4355" y="967"/>
                  </a:lnTo>
                  <a:cubicBezTo>
                    <a:pt x="4489" y="967"/>
                    <a:pt x="4594" y="852"/>
                    <a:pt x="4594" y="728"/>
                  </a:cubicBezTo>
                  <a:lnTo>
                    <a:pt x="4594" y="240"/>
                  </a:lnTo>
                  <a:cubicBezTo>
                    <a:pt x="4594" y="106"/>
                    <a:pt x="4489" y="0"/>
                    <a:pt x="4355" y="0"/>
                  </a:cubicBezTo>
                  <a:close/>
                </a:path>
              </a:pathLst>
            </a:custGeom>
            <a:solidFill>
              <a:srgbClr val="C1CED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597" name="Google Shape;13597;p43"/>
            <p:cNvSpPr/>
            <p:nvPr/>
          </p:nvSpPr>
          <p:spPr>
            <a:xfrm>
              <a:off x="7687974" y="3596925"/>
              <a:ext cx="80697" cy="12579"/>
            </a:xfrm>
            <a:custGeom>
              <a:rect b="b" l="l" r="r" t="t"/>
              <a:pathLst>
                <a:path extrusionOk="0" h="479" w="3073">
                  <a:moveTo>
                    <a:pt x="326" y="0"/>
                  </a:moveTo>
                  <a:cubicBezTo>
                    <a:pt x="1" y="0"/>
                    <a:pt x="1" y="479"/>
                    <a:pt x="326" y="479"/>
                  </a:cubicBezTo>
                  <a:lnTo>
                    <a:pt x="2748" y="479"/>
                  </a:lnTo>
                  <a:cubicBezTo>
                    <a:pt x="3073" y="479"/>
                    <a:pt x="3073" y="0"/>
                    <a:pt x="2748" y="0"/>
                  </a:cubicBezTo>
                  <a:close/>
                </a:path>
              </a:pathLst>
            </a:custGeom>
            <a:solidFill>
              <a:srgbClr val="909FA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598" name="Google Shape;13598;p43"/>
            <p:cNvSpPr/>
            <p:nvPr/>
          </p:nvSpPr>
          <p:spPr>
            <a:xfrm>
              <a:off x="7777205" y="3596925"/>
              <a:ext cx="42489" cy="12579"/>
            </a:xfrm>
            <a:custGeom>
              <a:rect b="b" l="l" r="r" t="t"/>
              <a:pathLst>
                <a:path extrusionOk="0" h="479" w="1618">
                  <a:moveTo>
                    <a:pt x="326" y="0"/>
                  </a:moveTo>
                  <a:cubicBezTo>
                    <a:pt x="0" y="0"/>
                    <a:pt x="0" y="479"/>
                    <a:pt x="326" y="479"/>
                  </a:cubicBezTo>
                  <a:lnTo>
                    <a:pt x="1292" y="479"/>
                  </a:lnTo>
                  <a:cubicBezTo>
                    <a:pt x="1618" y="479"/>
                    <a:pt x="1618" y="0"/>
                    <a:pt x="1292" y="0"/>
                  </a:cubicBez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599" name="Google Shape;13599;p43"/>
            <p:cNvSpPr/>
            <p:nvPr/>
          </p:nvSpPr>
          <p:spPr>
            <a:xfrm>
              <a:off x="7688236" y="3635107"/>
              <a:ext cx="29674" cy="12605"/>
            </a:xfrm>
            <a:custGeom>
              <a:rect b="b" l="l" r="r" t="t"/>
              <a:pathLst>
                <a:path extrusionOk="0" h="480" w="1130">
                  <a:moveTo>
                    <a:pt x="316" y="1"/>
                  </a:moveTo>
                  <a:cubicBezTo>
                    <a:pt x="0" y="1"/>
                    <a:pt x="0" y="479"/>
                    <a:pt x="316" y="479"/>
                  </a:cubicBezTo>
                  <a:lnTo>
                    <a:pt x="804" y="479"/>
                  </a:lnTo>
                  <a:cubicBezTo>
                    <a:pt x="1130" y="479"/>
                    <a:pt x="1130" y="1"/>
                    <a:pt x="804" y="1"/>
                  </a:cubicBezTo>
                  <a:close/>
                </a:path>
              </a:pathLst>
            </a:custGeom>
            <a:solidFill>
              <a:srgbClr val="909FA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600" name="Google Shape;13600;p43"/>
            <p:cNvSpPr/>
            <p:nvPr/>
          </p:nvSpPr>
          <p:spPr>
            <a:xfrm>
              <a:off x="7726182" y="3635107"/>
              <a:ext cx="67882" cy="12605"/>
            </a:xfrm>
            <a:custGeom>
              <a:rect b="b" l="l" r="r" t="t"/>
              <a:pathLst>
                <a:path extrusionOk="0" h="480" w="2585">
                  <a:moveTo>
                    <a:pt x="326" y="1"/>
                  </a:moveTo>
                  <a:cubicBezTo>
                    <a:pt x="1" y="1"/>
                    <a:pt x="1" y="479"/>
                    <a:pt x="326" y="479"/>
                  </a:cubicBezTo>
                  <a:lnTo>
                    <a:pt x="2269" y="479"/>
                  </a:lnTo>
                  <a:cubicBezTo>
                    <a:pt x="2585" y="479"/>
                    <a:pt x="2585" y="1"/>
                    <a:pt x="2269" y="1"/>
                  </a:cubicBez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601" name="Google Shape;13601;p43"/>
            <p:cNvSpPr/>
            <p:nvPr/>
          </p:nvSpPr>
          <p:spPr>
            <a:xfrm>
              <a:off x="7688236" y="3660501"/>
              <a:ext cx="29674" cy="12579"/>
            </a:xfrm>
            <a:custGeom>
              <a:rect b="b" l="l" r="r" t="t"/>
              <a:pathLst>
                <a:path extrusionOk="0" h="479" w="1130">
                  <a:moveTo>
                    <a:pt x="316" y="0"/>
                  </a:moveTo>
                  <a:cubicBezTo>
                    <a:pt x="0" y="0"/>
                    <a:pt x="0" y="479"/>
                    <a:pt x="316" y="479"/>
                  </a:cubicBezTo>
                  <a:lnTo>
                    <a:pt x="804" y="479"/>
                  </a:lnTo>
                  <a:cubicBezTo>
                    <a:pt x="1130" y="479"/>
                    <a:pt x="1130" y="0"/>
                    <a:pt x="804" y="0"/>
                  </a:cubicBezTo>
                  <a:close/>
                </a:path>
              </a:pathLst>
            </a:custGeom>
            <a:solidFill>
              <a:srgbClr val="909FA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602" name="Google Shape;13602;p43"/>
            <p:cNvSpPr/>
            <p:nvPr/>
          </p:nvSpPr>
          <p:spPr>
            <a:xfrm>
              <a:off x="7726182" y="3660501"/>
              <a:ext cx="67882" cy="12579"/>
            </a:xfrm>
            <a:custGeom>
              <a:rect b="b" l="l" r="r" t="t"/>
              <a:pathLst>
                <a:path extrusionOk="0" h="479" w="2585">
                  <a:moveTo>
                    <a:pt x="326" y="0"/>
                  </a:moveTo>
                  <a:cubicBezTo>
                    <a:pt x="1" y="0"/>
                    <a:pt x="1" y="479"/>
                    <a:pt x="326" y="479"/>
                  </a:cubicBezTo>
                  <a:lnTo>
                    <a:pt x="2269" y="479"/>
                  </a:lnTo>
                  <a:cubicBezTo>
                    <a:pt x="2585" y="479"/>
                    <a:pt x="2585" y="0"/>
                    <a:pt x="2269" y="0"/>
                  </a:cubicBez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603" name="Google Shape;13603;p43"/>
            <p:cNvSpPr/>
            <p:nvPr/>
          </p:nvSpPr>
          <p:spPr>
            <a:xfrm>
              <a:off x="7658825" y="3361425"/>
              <a:ext cx="62866" cy="114625"/>
            </a:xfrm>
            <a:custGeom>
              <a:rect b="b" l="l" r="r" t="t"/>
              <a:pathLst>
                <a:path extrusionOk="0" h="4365" w="2394">
                  <a:moveTo>
                    <a:pt x="259" y="1"/>
                  </a:moveTo>
                  <a:cubicBezTo>
                    <a:pt x="106" y="1"/>
                    <a:pt x="1" y="125"/>
                    <a:pt x="20" y="269"/>
                  </a:cubicBezTo>
                  <a:lnTo>
                    <a:pt x="441" y="4145"/>
                  </a:lnTo>
                  <a:cubicBezTo>
                    <a:pt x="460" y="4269"/>
                    <a:pt x="565" y="4365"/>
                    <a:pt x="680" y="4365"/>
                  </a:cubicBezTo>
                  <a:lnTo>
                    <a:pt x="1704" y="4365"/>
                  </a:lnTo>
                  <a:cubicBezTo>
                    <a:pt x="1829" y="4365"/>
                    <a:pt x="1934" y="4269"/>
                    <a:pt x="1943" y="4145"/>
                  </a:cubicBezTo>
                  <a:lnTo>
                    <a:pt x="2374" y="269"/>
                  </a:lnTo>
                  <a:cubicBezTo>
                    <a:pt x="2393" y="125"/>
                    <a:pt x="2278" y="1"/>
                    <a:pt x="2135" y="1"/>
                  </a:cubicBezTo>
                  <a:close/>
                </a:path>
              </a:pathLst>
            </a:custGeom>
            <a:solidFill>
              <a:srgbClr val="909FA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604" name="Google Shape;13604;p43"/>
            <p:cNvSpPr/>
            <p:nvPr/>
          </p:nvSpPr>
          <p:spPr>
            <a:xfrm>
              <a:off x="7556542" y="3584110"/>
              <a:ext cx="76417" cy="82693"/>
            </a:xfrm>
            <a:custGeom>
              <a:rect b="b" l="l" r="r" t="t"/>
              <a:pathLst>
                <a:path extrusionOk="0" h="3149" w="2910">
                  <a:moveTo>
                    <a:pt x="967" y="0"/>
                  </a:moveTo>
                  <a:lnTo>
                    <a:pt x="967" y="488"/>
                  </a:lnTo>
                  <a:cubicBezTo>
                    <a:pt x="967" y="574"/>
                    <a:pt x="919" y="660"/>
                    <a:pt x="833" y="699"/>
                  </a:cubicBezTo>
                  <a:lnTo>
                    <a:pt x="269" y="986"/>
                  </a:lnTo>
                  <a:cubicBezTo>
                    <a:pt x="106" y="1062"/>
                    <a:pt x="1" y="1235"/>
                    <a:pt x="1" y="1417"/>
                  </a:cubicBezTo>
                  <a:lnTo>
                    <a:pt x="1" y="3149"/>
                  </a:lnTo>
                  <a:lnTo>
                    <a:pt x="2910" y="3149"/>
                  </a:lnTo>
                  <a:lnTo>
                    <a:pt x="2910" y="1417"/>
                  </a:lnTo>
                  <a:cubicBezTo>
                    <a:pt x="2910" y="1235"/>
                    <a:pt x="2805" y="1062"/>
                    <a:pt x="2642" y="986"/>
                  </a:cubicBezTo>
                  <a:lnTo>
                    <a:pt x="2068" y="699"/>
                  </a:lnTo>
                  <a:cubicBezTo>
                    <a:pt x="1991" y="660"/>
                    <a:pt x="1934" y="574"/>
                    <a:pt x="1934" y="488"/>
                  </a:cubicBezTo>
                  <a:lnTo>
                    <a:pt x="1934" y="0"/>
                  </a:lnTo>
                  <a:close/>
                </a:path>
              </a:pathLst>
            </a:custGeom>
            <a:solidFill>
              <a:srgbClr val="ACBDC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605" name="Google Shape;13605;p43"/>
            <p:cNvSpPr/>
            <p:nvPr/>
          </p:nvSpPr>
          <p:spPr>
            <a:xfrm>
              <a:off x="7580912" y="3584110"/>
              <a:ext cx="27941" cy="18986"/>
            </a:xfrm>
            <a:custGeom>
              <a:rect b="b" l="l" r="r" t="t"/>
              <a:pathLst>
                <a:path extrusionOk="0" h="723" w="1064">
                  <a:moveTo>
                    <a:pt x="49" y="0"/>
                  </a:moveTo>
                  <a:lnTo>
                    <a:pt x="49" y="479"/>
                  </a:lnTo>
                  <a:cubicBezTo>
                    <a:pt x="39" y="536"/>
                    <a:pt x="30" y="584"/>
                    <a:pt x="1" y="622"/>
                  </a:cubicBezTo>
                  <a:cubicBezTo>
                    <a:pt x="168" y="689"/>
                    <a:pt x="348" y="723"/>
                    <a:pt x="528" y="723"/>
                  </a:cubicBezTo>
                  <a:cubicBezTo>
                    <a:pt x="709" y="723"/>
                    <a:pt x="891" y="689"/>
                    <a:pt x="1063" y="622"/>
                  </a:cubicBezTo>
                  <a:cubicBezTo>
                    <a:pt x="1035" y="584"/>
                    <a:pt x="1015" y="536"/>
                    <a:pt x="1015" y="479"/>
                  </a:cubicBezTo>
                  <a:lnTo>
                    <a:pt x="1015" y="0"/>
                  </a:lnTo>
                  <a:close/>
                </a:path>
              </a:pathLst>
            </a:custGeom>
            <a:solidFill>
              <a:srgbClr val="96ABB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606" name="Google Shape;13606;p43"/>
            <p:cNvSpPr/>
            <p:nvPr/>
          </p:nvSpPr>
          <p:spPr>
            <a:xfrm>
              <a:off x="7556542" y="3604199"/>
              <a:ext cx="76417" cy="62604"/>
            </a:xfrm>
            <a:custGeom>
              <a:rect b="b" l="l" r="r" t="t"/>
              <a:pathLst>
                <a:path extrusionOk="0" h="2384" w="2910">
                  <a:moveTo>
                    <a:pt x="709" y="1"/>
                  </a:moveTo>
                  <a:lnTo>
                    <a:pt x="269" y="221"/>
                  </a:lnTo>
                  <a:cubicBezTo>
                    <a:pt x="106" y="297"/>
                    <a:pt x="1" y="470"/>
                    <a:pt x="1" y="652"/>
                  </a:cubicBezTo>
                  <a:lnTo>
                    <a:pt x="1" y="2384"/>
                  </a:lnTo>
                  <a:lnTo>
                    <a:pt x="2910" y="2384"/>
                  </a:lnTo>
                  <a:lnTo>
                    <a:pt x="2910" y="652"/>
                  </a:lnTo>
                  <a:cubicBezTo>
                    <a:pt x="2910" y="470"/>
                    <a:pt x="2805" y="297"/>
                    <a:pt x="2642" y="221"/>
                  </a:cubicBezTo>
                  <a:lnTo>
                    <a:pt x="2192" y="1"/>
                  </a:lnTo>
                  <a:cubicBezTo>
                    <a:pt x="2001" y="235"/>
                    <a:pt x="1726" y="352"/>
                    <a:pt x="1450" y="352"/>
                  </a:cubicBezTo>
                  <a:cubicBezTo>
                    <a:pt x="1175" y="352"/>
                    <a:pt x="900" y="235"/>
                    <a:pt x="709" y="1"/>
                  </a:cubicBezTo>
                  <a:close/>
                </a:path>
              </a:pathLst>
            </a:custGeom>
            <a:solidFill>
              <a:srgbClr val="909FA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607" name="Google Shape;13607;p43"/>
            <p:cNvSpPr/>
            <p:nvPr/>
          </p:nvSpPr>
          <p:spPr>
            <a:xfrm>
              <a:off x="7556542" y="3615517"/>
              <a:ext cx="19117" cy="51286"/>
            </a:xfrm>
            <a:custGeom>
              <a:rect b="b" l="l" r="r" t="t"/>
              <a:pathLst>
                <a:path extrusionOk="0" h="1953" w="728">
                  <a:moveTo>
                    <a:pt x="58" y="0"/>
                  </a:moveTo>
                  <a:cubicBezTo>
                    <a:pt x="20" y="67"/>
                    <a:pt x="1" y="144"/>
                    <a:pt x="1" y="221"/>
                  </a:cubicBezTo>
                  <a:lnTo>
                    <a:pt x="1" y="1953"/>
                  </a:lnTo>
                  <a:lnTo>
                    <a:pt x="728" y="1953"/>
                  </a:lnTo>
                  <a:lnTo>
                    <a:pt x="728" y="747"/>
                  </a:lnTo>
                  <a:cubicBezTo>
                    <a:pt x="728" y="594"/>
                    <a:pt x="661" y="450"/>
                    <a:pt x="537" y="354"/>
                  </a:cubicBezTo>
                  <a:lnTo>
                    <a:pt x="58" y="0"/>
                  </a:lnTo>
                  <a:close/>
                </a:path>
              </a:pathLst>
            </a:custGeom>
            <a:solidFill>
              <a:srgbClr val="76899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608" name="Google Shape;13608;p43"/>
            <p:cNvSpPr/>
            <p:nvPr/>
          </p:nvSpPr>
          <p:spPr>
            <a:xfrm>
              <a:off x="7613842" y="3615517"/>
              <a:ext cx="19117" cy="51286"/>
            </a:xfrm>
            <a:custGeom>
              <a:rect b="b" l="l" r="r" t="t"/>
              <a:pathLst>
                <a:path extrusionOk="0" h="1953" w="728">
                  <a:moveTo>
                    <a:pt x="671" y="0"/>
                  </a:moveTo>
                  <a:lnTo>
                    <a:pt x="192" y="354"/>
                  </a:lnTo>
                  <a:cubicBezTo>
                    <a:pt x="77" y="450"/>
                    <a:pt x="1" y="594"/>
                    <a:pt x="1" y="747"/>
                  </a:cubicBezTo>
                  <a:lnTo>
                    <a:pt x="1" y="1953"/>
                  </a:lnTo>
                  <a:lnTo>
                    <a:pt x="728" y="1953"/>
                  </a:lnTo>
                  <a:lnTo>
                    <a:pt x="728" y="221"/>
                  </a:lnTo>
                  <a:cubicBezTo>
                    <a:pt x="728" y="144"/>
                    <a:pt x="709" y="67"/>
                    <a:pt x="671" y="0"/>
                  </a:cubicBezTo>
                  <a:close/>
                </a:path>
              </a:pathLst>
            </a:custGeom>
            <a:solidFill>
              <a:srgbClr val="76899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609" name="Google Shape;13609;p43"/>
            <p:cNvSpPr/>
            <p:nvPr/>
          </p:nvSpPr>
          <p:spPr>
            <a:xfrm>
              <a:off x="7569357" y="3533087"/>
              <a:ext cx="51049" cy="57326"/>
            </a:xfrm>
            <a:custGeom>
              <a:rect b="b" l="l" r="r" t="t"/>
              <a:pathLst>
                <a:path extrusionOk="0" h="2183" w="1944">
                  <a:moveTo>
                    <a:pt x="728" y="0"/>
                  </a:moveTo>
                  <a:cubicBezTo>
                    <a:pt x="326" y="0"/>
                    <a:pt x="1" y="326"/>
                    <a:pt x="1" y="728"/>
                  </a:cubicBezTo>
                  <a:lnTo>
                    <a:pt x="1" y="1216"/>
                  </a:lnTo>
                  <a:cubicBezTo>
                    <a:pt x="1" y="1752"/>
                    <a:pt x="431" y="2182"/>
                    <a:pt x="967" y="2182"/>
                  </a:cubicBezTo>
                  <a:cubicBezTo>
                    <a:pt x="1503" y="2182"/>
                    <a:pt x="1943" y="1752"/>
                    <a:pt x="1943" y="1216"/>
                  </a:cubicBezTo>
                  <a:lnTo>
                    <a:pt x="1943" y="728"/>
                  </a:lnTo>
                  <a:cubicBezTo>
                    <a:pt x="1943" y="326"/>
                    <a:pt x="1608" y="0"/>
                    <a:pt x="1216" y="0"/>
                  </a:cubicBezTo>
                  <a:close/>
                </a:path>
              </a:pathLst>
            </a:custGeom>
            <a:solidFill>
              <a:srgbClr val="BECBD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610" name="Google Shape;13610;p43"/>
            <p:cNvSpPr/>
            <p:nvPr/>
          </p:nvSpPr>
          <p:spPr>
            <a:xfrm>
              <a:off x="7569357" y="3533087"/>
              <a:ext cx="34952" cy="57457"/>
            </a:xfrm>
            <a:custGeom>
              <a:rect b="b" l="l" r="r" t="t"/>
              <a:pathLst>
                <a:path extrusionOk="0" h="2188" w="1331">
                  <a:moveTo>
                    <a:pt x="728" y="0"/>
                  </a:moveTo>
                  <a:cubicBezTo>
                    <a:pt x="326" y="0"/>
                    <a:pt x="1" y="326"/>
                    <a:pt x="1" y="728"/>
                  </a:cubicBezTo>
                  <a:lnTo>
                    <a:pt x="1" y="1216"/>
                  </a:lnTo>
                  <a:cubicBezTo>
                    <a:pt x="1" y="1774"/>
                    <a:pt x="459" y="2187"/>
                    <a:pt x="968" y="2187"/>
                  </a:cubicBezTo>
                  <a:cubicBezTo>
                    <a:pt x="1088" y="2187"/>
                    <a:pt x="1211" y="2165"/>
                    <a:pt x="1331" y="2115"/>
                  </a:cubicBezTo>
                  <a:cubicBezTo>
                    <a:pt x="967" y="1962"/>
                    <a:pt x="728" y="1608"/>
                    <a:pt x="728" y="1216"/>
                  </a:cubicBezTo>
                  <a:lnTo>
                    <a:pt x="728" y="728"/>
                  </a:lnTo>
                  <a:cubicBezTo>
                    <a:pt x="728" y="374"/>
                    <a:pt x="977" y="77"/>
                    <a:pt x="1331" y="10"/>
                  </a:cubicBezTo>
                  <a:cubicBezTo>
                    <a:pt x="1293" y="10"/>
                    <a:pt x="1254" y="0"/>
                    <a:pt x="1216" y="0"/>
                  </a:cubicBezTo>
                  <a:close/>
                </a:path>
              </a:pathLst>
            </a:custGeom>
            <a:solidFill>
              <a:srgbClr val="ACBDC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611" name="Google Shape;13611;p43"/>
            <p:cNvSpPr/>
            <p:nvPr/>
          </p:nvSpPr>
          <p:spPr>
            <a:xfrm>
              <a:off x="7569121" y="3533087"/>
              <a:ext cx="51023" cy="25393"/>
            </a:xfrm>
            <a:custGeom>
              <a:rect b="b" l="l" r="r" t="t"/>
              <a:pathLst>
                <a:path extrusionOk="0" h="967" w="1943">
                  <a:moveTo>
                    <a:pt x="727" y="0"/>
                  </a:moveTo>
                  <a:cubicBezTo>
                    <a:pt x="326" y="0"/>
                    <a:pt x="0" y="326"/>
                    <a:pt x="0" y="728"/>
                  </a:cubicBezTo>
                  <a:lnTo>
                    <a:pt x="10" y="728"/>
                  </a:lnTo>
                  <a:cubicBezTo>
                    <a:pt x="10" y="728"/>
                    <a:pt x="737" y="967"/>
                    <a:pt x="1943" y="967"/>
                  </a:cubicBezTo>
                  <a:lnTo>
                    <a:pt x="1943" y="728"/>
                  </a:lnTo>
                  <a:cubicBezTo>
                    <a:pt x="1943" y="326"/>
                    <a:pt x="1617" y="0"/>
                    <a:pt x="1216" y="0"/>
                  </a:cubicBez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612" name="Google Shape;13612;p43"/>
            <p:cNvSpPr/>
            <p:nvPr/>
          </p:nvSpPr>
          <p:spPr>
            <a:xfrm>
              <a:off x="7569357" y="3533087"/>
              <a:ext cx="34952" cy="23135"/>
            </a:xfrm>
            <a:custGeom>
              <a:rect b="b" l="l" r="r" t="t"/>
              <a:pathLst>
                <a:path extrusionOk="0" h="881" w="1331">
                  <a:moveTo>
                    <a:pt x="728" y="0"/>
                  </a:moveTo>
                  <a:cubicBezTo>
                    <a:pt x="326" y="0"/>
                    <a:pt x="1" y="326"/>
                    <a:pt x="1" y="728"/>
                  </a:cubicBezTo>
                  <a:cubicBezTo>
                    <a:pt x="240" y="795"/>
                    <a:pt x="479" y="852"/>
                    <a:pt x="728" y="881"/>
                  </a:cubicBezTo>
                  <a:lnTo>
                    <a:pt x="728" y="728"/>
                  </a:lnTo>
                  <a:cubicBezTo>
                    <a:pt x="728" y="374"/>
                    <a:pt x="977" y="77"/>
                    <a:pt x="1331" y="10"/>
                  </a:cubicBezTo>
                  <a:cubicBezTo>
                    <a:pt x="1293" y="10"/>
                    <a:pt x="1254" y="0"/>
                    <a:pt x="1216" y="0"/>
                  </a:cubicBez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613" name="Google Shape;13613;p43"/>
            <p:cNvSpPr/>
            <p:nvPr/>
          </p:nvSpPr>
          <p:spPr>
            <a:xfrm>
              <a:off x="7677680" y="3444118"/>
              <a:ext cx="25157" cy="12579"/>
            </a:xfrm>
            <a:custGeom>
              <a:rect b="b" l="l" r="r" t="t"/>
              <a:pathLst>
                <a:path extrusionOk="0" h="479" w="958">
                  <a:moveTo>
                    <a:pt x="240" y="0"/>
                  </a:moveTo>
                  <a:cubicBezTo>
                    <a:pt x="106" y="0"/>
                    <a:pt x="0" y="115"/>
                    <a:pt x="0" y="240"/>
                  </a:cubicBezTo>
                  <a:cubicBezTo>
                    <a:pt x="0" y="374"/>
                    <a:pt x="106" y="479"/>
                    <a:pt x="240" y="479"/>
                  </a:cubicBezTo>
                  <a:lnTo>
                    <a:pt x="718" y="479"/>
                  </a:lnTo>
                  <a:cubicBezTo>
                    <a:pt x="852" y="479"/>
                    <a:pt x="958" y="374"/>
                    <a:pt x="958" y="240"/>
                  </a:cubicBezTo>
                  <a:cubicBezTo>
                    <a:pt x="958" y="115"/>
                    <a:pt x="852" y="0"/>
                    <a:pt x="718" y="0"/>
                  </a:cubicBezTo>
                  <a:close/>
                </a:path>
              </a:pathLst>
            </a:custGeom>
            <a:solidFill>
              <a:srgbClr val="76899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614" name="Google Shape;13614;p43"/>
            <p:cNvSpPr/>
            <p:nvPr/>
          </p:nvSpPr>
          <p:spPr>
            <a:xfrm>
              <a:off x="7659324" y="3361425"/>
              <a:ext cx="61869" cy="12605"/>
            </a:xfrm>
            <a:custGeom>
              <a:rect b="b" l="l" r="r" t="t"/>
              <a:pathLst>
                <a:path extrusionOk="0" h="480" w="2356">
                  <a:moveTo>
                    <a:pt x="240" y="1"/>
                  </a:moveTo>
                  <a:cubicBezTo>
                    <a:pt x="106" y="1"/>
                    <a:pt x="1" y="116"/>
                    <a:pt x="1" y="240"/>
                  </a:cubicBezTo>
                  <a:cubicBezTo>
                    <a:pt x="1" y="374"/>
                    <a:pt x="106" y="479"/>
                    <a:pt x="240" y="479"/>
                  </a:cubicBezTo>
                  <a:lnTo>
                    <a:pt x="2116" y="479"/>
                  </a:lnTo>
                  <a:cubicBezTo>
                    <a:pt x="2250" y="479"/>
                    <a:pt x="2355" y="374"/>
                    <a:pt x="2355" y="240"/>
                  </a:cubicBezTo>
                  <a:cubicBezTo>
                    <a:pt x="2355" y="116"/>
                    <a:pt x="2250" y="1"/>
                    <a:pt x="2116" y="1"/>
                  </a:cubicBez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3615" name="Google Shape;13615;p43"/>
          <p:cNvGrpSpPr/>
          <p:nvPr/>
        </p:nvGrpSpPr>
        <p:grpSpPr>
          <a:xfrm>
            <a:off x="7935527" y="3200754"/>
            <a:ext cx="385286" cy="360155"/>
            <a:chOff x="7935527" y="3353154"/>
            <a:chExt cx="385286" cy="360155"/>
          </a:xfrm>
        </p:grpSpPr>
        <p:sp>
          <p:nvSpPr>
            <p:cNvPr id="13616" name="Google Shape;13616;p43"/>
            <p:cNvSpPr/>
            <p:nvPr/>
          </p:nvSpPr>
          <p:spPr>
            <a:xfrm>
              <a:off x="7935789" y="3428283"/>
              <a:ext cx="385024" cy="285026"/>
            </a:xfrm>
            <a:custGeom>
              <a:rect b="b" l="l" r="r" t="t"/>
              <a:pathLst>
                <a:path extrusionOk="0" h="10854" w="14662">
                  <a:moveTo>
                    <a:pt x="1101" y="1"/>
                  </a:moveTo>
                  <a:cubicBezTo>
                    <a:pt x="488" y="1"/>
                    <a:pt x="0" y="498"/>
                    <a:pt x="0" y="1111"/>
                  </a:cubicBezTo>
                  <a:lnTo>
                    <a:pt x="0" y="9743"/>
                  </a:lnTo>
                  <a:cubicBezTo>
                    <a:pt x="0" y="10356"/>
                    <a:pt x="488" y="10853"/>
                    <a:pt x="1101" y="10853"/>
                  </a:cubicBezTo>
                  <a:lnTo>
                    <a:pt x="13561" y="10853"/>
                  </a:lnTo>
                  <a:cubicBezTo>
                    <a:pt x="14164" y="10853"/>
                    <a:pt x="14662" y="10356"/>
                    <a:pt x="14662" y="9743"/>
                  </a:cubicBezTo>
                  <a:lnTo>
                    <a:pt x="14662" y="1111"/>
                  </a:lnTo>
                  <a:cubicBezTo>
                    <a:pt x="14662" y="498"/>
                    <a:pt x="14164" y="1"/>
                    <a:pt x="13561" y="1"/>
                  </a:cubicBezTo>
                  <a:close/>
                </a:path>
              </a:pathLst>
            </a:custGeom>
            <a:solidFill>
              <a:srgbClr val="6C81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617" name="Google Shape;13617;p43"/>
            <p:cNvSpPr/>
            <p:nvPr/>
          </p:nvSpPr>
          <p:spPr>
            <a:xfrm>
              <a:off x="7935527" y="3428283"/>
              <a:ext cx="192775" cy="285026"/>
            </a:xfrm>
            <a:custGeom>
              <a:rect b="b" l="l" r="r" t="t"/>
              <a:pathLst>
                <a:path extrusionOk="0" h="10854" w="7341">
                  <a:moveTo>
                    <a:pt x="1092" y="1"/>
                  </a:moveTo>
                  <a:cubicBezTo>
                    <a:pt x="489" y="10"/>
                    <a:pt x="1" y="508"/>
                    <a:pt x="10" y="1111"/>
                  </a:cubicBezTo>
                  <a:lnTo>
                    <a:pt x="10" y="9743"/>
                  </a:lnTo>
                  <a:cubicBezTo>
                    <a:pt x="1" y="10346"/>
                    <a:pt x="489" y="10844"/>
                    <a:pt x="1092" y="10853"/>
                  </a:cubicBezTo>
                  <a:lnTo>
                    <a:pt x="7341" y="10853"/>
                  </a:lnTo>
                  <a:lnTo>
                    <a:pt x="7341" y="1"/>
                  </a:lnTo>
                  <a:close/>
                </a:path>
              </a:pathLst>
            </a:custGeom>
            <a:solidFill>
              <a:srgbClr val="546C8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618" name="Google Shape;13618;p43"/>
            <p:cNvSpPr/>
            <p:nvPr/>
          </p:nvSpPr>
          <p:spPr>
            <a:xfrm>
              <a:off x="7968956" y="3461949"/>
              <a:ext cx="318429" cy="217932"/>
            </a:xfrm>
            <a:custGeom>
              <a:rect b="b" l="l" r="r" t="t"/>
              <a:pathLst>
                <a:path extrusionOk="0" h="8299" w="12126">
                  <a:moveTo>
                    <a:pt x="297" y="1"/>
                  </a:moveTo>
                  <a:cubicBezTo>
                    <a:pt x="134" y="1"/>
                    <a:pt x="10" y="135"/>
                    <a:pt x="10" y="298"/>
                  </a:cubicBezTo>
                  <a:lnTo>
                    <a:pt x="10" y="8002"/>
                  </a:lnTo>
                  <a:cubicBezTo>
                    <a:pt x="0" y="8164"/>
                    <a:pt x="134" y="8298"/>
                    <a:pt x="297" y="8298"/>
                  </a:cubicBezTo>
                  <a:lnTo>
                    <a:pt x="11829" y="8298"/>
                  </a:lnTo>
                  <a:cubicBezTo>
                    <a:pt x="11992" y="8298"/>
                    <a:pt x="12126" y="8164"/>
                    <a:pt x="12126" y="8011"/>
                  </a:cubicBezTo>
                  <a:lnTo>
                    <a:pt x="12126" y="298"/>
                  </a:lnTo>
                  <a:cubicBezTo>
                    <a:pt x="12126" y="135"/>
                    <a:pt x="11992" y="1"/>
                    <a:pt x="11829" y="1"/>
                  </a:cubicBez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619" name="Google Shape;13619;p43"/>
            <p:cNvSpPr/>
            <p:nvPr/>
          </p:nvSpPr>
          <p:spPr>
            <a:xfrm>
              <a:off x="7968956" y="3461712"/>
              <a:ext cx="159346" cy="218168"/>
            </a:xfrm>
            <a:custGeom>
              <a:rect b="b" l="l" r="r" t="t"/>
              <a:pathLst>
                <a:path extrusionOk="0" h="8308" w="6068">
                  <a:moveTo>
                    <a:pt x="288" y="0"/>
                  </a:moveTo>
                  <a:cubicBezTo>
                    <a:pt x="134" y="0"/>
                    <a:pt x="0" y="134"/>
                    <a:pt x="0" y="297"/>
                  </a:cubicBezTo>
                  <a:lnTo>
                    <a:pt x="0" y="8011"/>
                  </a:lnTo>
                  <a:cubicBezTo>
                    <a:pt x="0" y="8173"/>
                    <a:pt x="134" y="8307"/>
                    <a:pt x="288" y="8307"/>
                  </a:cubicBezTo>
                  <a:lnTo>
                    <a:pt x="6068" y="8307"/>
                  </a:lnTo>
                  <a:lnTo>
                    <a:pt x="6068" y="0"/>
                  </a:ln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620" name="Google Shape;13620;p43"/>
            <p:cNvSpPr/>
            <p:nvPr/>
          </p:nvSpPr>
          <p:spPr>
            <a:xfrm>
              <a:off x="8052646" y="3353154"/>
              <a:ext cx="151074" cy="126179"/>
            </a:xfrm>
            <a:custGeom>
              <a:rect b="b" l="l" r="r" t="t"/>
              <a:pathLst>
                <a:path extrusionOk="0" h="4805" w="5753">
                  <a:moveTo>
                    <a:pt x="2441" y="0"/>
                  </a:moveTo>
                  <a:cubicBezTo>
                    <a:pt x="1800" y="0"/>
                    <a:pt x="1273" y="526"/>
                    <a:pt x="1273" y="1168"/>
                  </a:cubicBezTo>
                  <a:lnTo>
                    <a:pt x="1273" y="1723"/>
                  </a:lnTo>
                  <a:cubicBezTo>
                    <a:pt x="1273" y="2000"/>
                    <a:pt x="1044" y="2230"/>
                    <a:pt x="766" y="2230"/>
                  </a:cubicBezTo>
                  <a:lnTo>
                    <a:pt x="536" y="2230"/>
                  </a:lnTo>
                  <a:cubicBezTo>
                    <a:pt x="240" y="2230"/>
                    <a:pt x="0" y="2469"/>
                    <a:pt x="0" y="2766"/>
                  </a:cubicBezTo>
                  <a:lnTo>
                    <a:pt x="0" y="4268"/>
                  </a:lnTo>
                  <a:cubicBezTo>
                    <a:pt x="0" y="4565"/>
                    <a:pt x="240" y="4804"/>
                    <a:pt x="536" y="4804"/>
                  </a:cubicBezTo>
                  <a:lnTo>
                    <a:pt x="5216" y="4804"/>
                  </a:lnTo>
                  <a:cubicBezTo>
                    <a:pt x="5513" y="4804"/>
                    <a:pt x="5752" y="4565"/>
                    <a:pt x="5752" y="4268"/>
                  </a:cubicBezTo>
                  <a:lnTo>
                    <a:pt x="5752" y="2766"/>
                  </a:lnTo>
                  <a:cubicBezTo>
                    <a:pt x="5752" y="2469"/>
                    <a:pt x="5513" y="2230"/>
                    <a:pt x="5216" y="2230"/>
                  </a:cubicBezTo>
                  <a:lnTo>
                    <a:pt x="4986" y="2230"/>
                  </a:lnTo>
                  <a:cubicBezTo>
                    <a:pt x="4709" y="2230"/>
                    <a:pt x="4479" y="2000"/>
                    <a:pt x="4479" y="1723"/>
                  </a:cubicBezTo>
                  <a:lnTo>
                    <a:pt x="4479" y="1168"/>
                  </a:lnTo>
                  <a:cubicBezTo>
                    <a:pt x="4479" y="526"/>
                    <a:pt x="3962" y="0"/>
                    <a:pt x="3312" y="0"/>
                  </a:cubicBez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621" name="Google Shape;13621;p43"/>
            <p:cNvSpPr/>
            <p:nvPr/>
          </p:nvSpPr>
          <p:spPr>
            <a:xfrm>
              <a:off x="8086574" y="3514994"/>
              <a:ext cx="149551" cy="106616"/>
            </a:xfrm>
            <a:custGeom>
              <a:rect b="b" l="l" r="r" t="t"/>
              <a:pathLst>
                <a:path extrusionOk="0" h="4060" w="5695">
                  <a:moveTo>
                    <a:pt x="5063" y="0"/>
                  </a:moveTo>
                  <a:lnTo>
                    <a:pt x="5044" y="10"/>
                  </a:lnTo>
                  <a:lnTo>
                    <a:pt x="5034" y="10"/>
                  </a:lnTo>
                  <a:lnTo>
                    <a:pt x="5006" y="19"/>
                  </a:lnTo>
                  <a:lnTo>
                    <a:pt x="4374" y="335"/>
                  </a:lnTo>
                  <a:cubicBezTo>
                    <a:pt x="4250" y="383"/>
                    <a:pt x="4202" y="527"/>
                    <a:pt x="4259" y="651"/>
                  </a:cubicBezTo>
                  <a:cubicBezTo>
                    <a:pt x="4300" y="740"/>
                    <a:pt x="4386" y="790"/>
                    <a:pt x="4473" y="790"/>
                  </a:cubicBezTo>
                  <a:cubicBezTo>
                    <a:pt x="4507" y="790"/>
                    <a:pt x="4542" y="782"/>
                    <a:pt x="4575" y="766"/>
                  </a:cubicBezTo>
                  <a:lnTo>
                    <a:pt x="4747" y="680"/>
                  </a:lnTo>
                  <a:lnTo>
                    <a:pt x="4747" y="680"/>
                  </a:lnTo>
                  <a:cubicBezTo>
                    <a:pt x="4441" y="1723"/>
                    <a:pt x="3895" y="2498"/>
                    <a:pt x="3130" y="2986"/>
                  </a:cubicBezTo>
                  <a:cubicBezTo>
                    <a:pt x="2382" y="3466"/>
                    <a:pt x="1324" y="3579"/>
                    <a:pt x="600" y="3579"/>
                  </a:cubicBezTo>
                  <a:cubicBezTo>
                    <a:pt x="471" y="3579"/>
                    <a:pt x="353" y="3576"/>
                    <a:pt x="249" y="3570"/>
                  </a:cubicBezTo>
                  <a:cubicBezTo>
                    <a:pt x="244" y="3570"/>
                    <a:pt x="239" y="3569"/>
                    <a:pt x="234" y="3569"/>
                  </a:cubicBezTo>
                  <a:cubicBezTo>
                    <a:pt x="106" y="3569"/>
                    <a:pt x="0" y="3681"/>
                    <a:pt x="0" y="3809"/>
                  </a:cubicBezTo>
                  <a:cubicBezTo>
                    <a:pt x="0" y="3934"/>
                    <a:pt x="96" y="4039"/>
                    <a:pt x="230" y="4049"/>
                  </a:cubicBezTo>
                  <a:cubicBezTo>
                    <a:pt x="469" y="4058"/>
                    <a:pt x="804" y="4058"/>
                    <a:pt x="948" y="4058"/>
                  </a:cubicBezTo>
                  <a:cubicBezTo>
                    <a:pt x="981" y="4059"/>
                    <a:pt x="1014" y="4059"/>
                    <a:pt x="1047" y="4059"/>
                  </a:cubicBezTo>
                  <a:cubicBezTo>
                    <a:pt x="1874" y="4059"/>
                    <a:pt x="2680" y="3830"/>
                    <a:pt x="3388" y="3398"/>
                  </a:cubicBezTo>
                  <a:cubicBezTo>
                    <a:pt x="4230" y="2862"/>
                    <a:pt x="4833" y="2029"/>
                    <a:pt x="5187" y="909"/>
                  </a:cubicBezTo>
                  <a:lnTo>
                    <a:pt x="5216" y="976"/>
                  </a:lnTo>
                  <a:cubicBezTo>
                    <a:pt x="5263" y="1063"/>
                    <a:pt x="5350" y="1112"/>
                    <a:pt x="5438" y="1112"/>
                  </a:cubicBezTo>
                  <a:cubicBezTo>
                    <a:pt x="5477" y="1112"/>
                    <a:pt x="5516" y="1102"/>
                    <a:pt x="5551" y="1082"/>
                  </a:cubicBezTo>
                  <a:cubicBezTo>
                    <a:pt x="5666" y="1005"/>
                    <a:pt x="5695" y="852"/>
                    <a:pt x="5609" y="737"/>
                  </a:cubicBezTo>
                  <a:lnTo>
                    <a:pt x="5302" y="106"/>
                  </a:lnTo>
                  <a:lnTo>
                    <a:pt x="5283" y="86"/>
                  </a:lnTo>
                  <a:cubicBezTo>
                    <a:pt x="5274" y="67"/>
                    <a:pt x="5254" y="48"/>
                    <a:pt x="5245" y="39"/>
                  </a:cubicBezTo>
                  <a:lnTo>
                    <a:pt x="5216" y="19"/>
                  </a:lnTo>
                  <a:lnTo>
                    <a:pt x="5187" y="10"/>
                  </a:lnTo>
                  <a:lnTo>
                    <a:pt x="5178" y="10"/>
                  </a:lnTo>
                  <a:lnTo>
                    <a:pt x="5159" y="0"/>
                  </a:lnTo>
                  <a:close/>
                </a:path>
              </a:pathLst>
            </a:custGeom>
            <a:solidFill>
              <a:srgbClr val="AEBFC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622" name="Google Shape;13622;p43"/>
            <p:cNvSpPr/>
            <p:nvPr/>
          </p:nvSpPr>
          <p:spPr>
            <a:xfrm>
              <a:off x="8042589" y="3593643"/>
              <a:ext cx="44012" cy="37867"/>
            </a:xfrm>
            <a:custGeom>
              <a:rect b="b" l="l" r="r" t="t"/>
              <a:pathLst>
                <a:path extrusionOk="0" h="1442" w="1676">
                  <a:moveTo>
                    <a:pt x="718" y="1"/>
                  </a:moveTo>
                  <a:cubicBezTo>
                    <a:pt x="316" y="1"/>
                    <a:pt x="1" y="326"/>
                    <a:pt x="1" y="719"/>
                  </a:cubicBezTo>
                  <a:cubicBezTo>
                    <a:pt x="1" y="1152"/>
                    <a:pt x="355" y="1441"/>
                    <a:pt x="723" y="1441"/>
                  </a:cubicBezTo>
                  <a:cubicBezTo>
                    <a:pt x="900" y="1441"/>
                    <a:pt x="1080" y="1375"/>
                    <a:pt x="1226" y="1226"/>
                  </a:cubicBezTo>
                  <a:cubicBezTo>
                    <a:pt x="1675" y="776"/>
                    <a:pt x="1360" y="1"/>
                    <a:pt x="718" y="1"/>
                  </a:cubicBezTo>
                  <a:close/>
                </a:path>
              </a:pathLst>
            </a:custGeom>
            <a:solidFill>
              <a:srgbClr val="AEBFC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623" name="Google Shape;13623;p43"/>
            <p:cNvSpPr/>
            <p:nvPr/>
          </p:nvSpPr>
          <p:spPr>
            <a:xfrm>
              <a:off x="8001571" y="3505645"/>
              <a:ext cx="44432" cy="38156"/>
            </a:xfrm>
            <a:custGeom>
              <a:rect b="b" l="l" r="r" t="t"/>
              <a:pathLst>
                <a:path extrusionOk="0" h="1453" w="1692">
                  <a:moveTo>
                    <a:pt x="363" y="1"/>
                  </a:moveTo>
                  <a:cubicBezTo>
                    <a:pt x="172" y="1"/>
                    <a:pt x="0" y="256"/>
                    <a:pt x="204" y="423"/>
                  </a:cubicBezTo>
                  <a:lnTo>
                    <a:pt x="510" y="730"/>
                  </a:lnTo>
                  <a:lnTo>
                    <a:pt x="204" y="1045"/>
                  </a:lnTo>
                  <a:cubicBezTo>
                    <a:pt x="108" y="1141"/>
                    <a:pt x="108" y="1285"/>
                    <a:pt x="204" y="1380"/>
                  </a:cubicBezTo>
                  <a:cubicBezTo>
                    <a:pt x="251" y="1428"/>
                    <a:pt x="311" y="1452"/>
                    <a:pt x="371" y="1452"/>
                  </a:cubicBezTo>
                  <a:cubicBezTo>
                    <a:pt x="431" y="1452"/>
                    <a:pt x="491" y="1428"/>
                    <a:pt x="539" y="1380"/>
                  </a:cubicBezTo>
                  <a:lnTo>
                    <a:pt x="845" y="1074"/>
                  </a:lnTo>
                  <a:lnTo>
                    <a:pt x="1161" y="1380"/>
                  </a:lnTo>
                  <a:cubicBezTo>
                    <a:pt x="1209" y="1423"/>
                    <a:pt x="1262" y="1441"/>
                    <a:pt x="1313" y="1441"/>
                  </a:cubicBezTo>
                  <a:cubicBezTo>
                    <a:pt x="1492" y="1441"/>
                    <a:pt x="1645" y="1217"/>
                    <a:pt x="1496" y="1045"/>
                  </a:cubicBezTo>
                  <a:lnTo>
                    <a:pt x="1189" y="730"/>
                  </a:lnTo>
                  <a:lnTo>
                    <a:pt x="1496" y="423"/>
                  </a:lnTo>
                  <a:cubicBezTo>
                    <a:pt x="1692" y="256"/>
                    <a:pt x="1524" y="1"/>
                    <a:pt x="1335" y="1"/>
                  </a:cubicBezTo>
                  <a:cubicBezTo>
                    <a:pt x="1275" y="1"/>
                    <a:pt x="1214" y="26"/>
                    <a:pt x="1161" y="88"/>
                  </a:cubicBezTo>
                  <a:lnTo>
                    <a:pt x="845" y="395"/>
                  </a:lnTo>
                  <a:lnTo>
                    <a:pt x="539" y="88"/>
                  </a:lnTo>
                  <a:cubicBezTo>
                    <a:pt x="486" y="26"/>
                    <a:pt x="423" y="1"/>
                    <a:pt x="363" y="1"/>
                  </a:cubicBez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624" name="Google Shape;13624;p43"/>
            <p:cNvSpPr/>
            <p:nvPr/>
          </p:nvSpPr>
          <p:spPr>
            <a:xfrm>
              <a:off x="8220133" y="3606510"/>
              <a:ext cx="41780" cy="37263"/>
            </a:xfrm>
            <a:custGeom>
              <a:rect b="b" l="l" r="r" t="t"/>
              <a:pathLst>
                <a:path extrusionOk="0" h="1419" w="1591">
                  <a:moveTo>
                    <a:pt x="327" y="1"/>
                  </a:moveTo>
                  <a:cubicBezTo>
                    <a:pt x="150" y="1"/>
                    <a:pt x="2" y="224"/>
                    <a:pt x="149" y="401"/>
                  </a:cubicBezTo>
                  <a:lnTo>
                    <a:pt x="456" y="707"/>
                  </a:lnTo>
                  <a:lnTo>
                    <a:pt x="149" y="1013"/>
                  </a:lnTo>
                  <a:cubicBezTo>
                    <a:pt x="0" y="1192"/>
                    <a:pt x="153" y="1418"/>
                    <a:pt x="332" y="1418"/>
                  </a:cubicBezTo>
                  <a:cubicBezTo>
                    <a:pt x="383" y="1418"/>
                    <a:pt x="436" y="1400"/>
                    <a:pt x="484" y="1358"/>
                  </a:cubicBezTo>
                  <a:lnTo>
                    <a:pt x="791" y="1042"/>
                  </a:lnTo>
                  <a:lnTo>
                    <a:pt x="1106" y="1358"/>
                  </a:lnTo>
                  <a:cubicBezTo>
                    <a:pt x="1155" y="1400"/>
                    <a:pt x="1208" y="1418"/>
                    <a:pt x="1258" y="1418"/>
                  </a:cubicBezTo>
                  <a:cubicBezTo>
                    <a:pt x="1437" y="1418"/>
                    <a:pt x="1591" y="1192"/>
                    <a:pt x="1441" y="1013"/>
                  </a:cubicBezTo>
                  <a:lnTo>
                    <a:pt x="1135" y="707"/>
                  </a:lnTo>
                  <a:lnTo>
                    <a:pt x="1441" y="401"/>
                  </a:lnTo>
                  <a:cubicBezTo>
                    <a:pt x="1589" y="224"/>
                    <a:pt x="1440" y="1"/>
                    <a:pt x="1263" y="1"/>
                  </a:cubicBezTo>
                  <a:cubicBezTo>
                    <a:pt x="1211" y="1"/>
                    <a:pt x="1157" y="20"/>
                    <a:pt x="1106" y="66"/>
                  </a:cubicBezTo>
                  <a:lnTo>
                    <a:pt x="791" y="372"/>
                  </a:lnTo>
                  <a:lnTo>
                    <a:pt x="484" y="66"/>
                  </a:lnTo>
                  <a:cubicBezTo>
                    <a:pt x="434" y="20"/>
                    <a:pt x="379" y="1"/>
                    <a:pt x="327" y="1"/>
                  </a:cubicBez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625" name="Google Shape;13625;p43"/>
            <p:cNvSpPr/>
            <p:nvPr/>
          </p:nvSpPr>
          <p:spPr>
            <a:xfrm>
              <a:off x="8110129" y="3522242"/>
              <a:ext cx="44458" cy="38550"/>
            </a:xfrm>
            <a:custGeom>
              <a:rect b="b" l="l" r="r" t="t"/>
              <a:pathLst>
                <a:path extrusionOk="0" h="1468" w="1693">
                  <a:moveTo>
                    <a:pt x="363" y="0"/>
                  </a:moveTo>
                  <a:cubicBezTo>
                    <a:pt x="172" y="0"/>
                    <a:pt x="0" y="256"/>
                    <a:pt x="204" y="423"/>
                  </a:cubicBezTo>
                  <a:lnTo>
                    <a:pt x="510" y="739"/>
                  </a:lnTo>
                  <a:lnTo>
                    <a:pt x="204" y="1045"/>
                  </a:lnTo>
                  <a:cubicBezTo>
                    <a:pt x="108" y="1141"/>
                    <a:pt x="108" y="1284"/>
                    <a:pt x="204" y="1380"/>
                  </a:cubicBezTo>
                  <a:cubicBezTo>
                    <a:pt x="252" y="1428"/>
                    <a:pt x="312" y="1452"/>
                    <a:pt x="371" y="1452"/>
                  </a:cubicBezTo>
                  <a:cubicBezTo>
                    <a:pt x="431" y="1452"/>
                    <a:pt x="491" y="1428"/>
                    <a:pt x="539" y="1380"/>
                  </a:cubicBezTo>
                  <a:lnTo>
                    <a:pt x="845" y="1074"/>
                  </a:lnTo>
                  <a:lnTo>
                    <a:pt x="1161" y="1380"/>
                  </a:lnTo>
                  <a:cubicBezTo>
                    <a:pt x="1214" y="1442"/>
                    <a:pt x="1276" y="1468"/>
                    <a:pt x="1335" y="1468"/>
                  </a:cubicBezTo>
                  <a:cubicBezTo>
                    <a:pt x="1524" y="1468"/>
                    <a:pt x="1692" y="1212"/>
                    <a:pt x="1496" y="1045"/>
                  </a:cubicBezTo>
                  <a:lnTo>
                    <a:pt x="1190" y="739"/>
                  </a:lnTo>
                  <a:lnTo>
                    <a:pt x="1496" y="423"/>
                  </a:lnTo>
                  <a:cubicBezTo>
                    <a:pt x="1692" y="256"/>
                    <a:pt x="1524" y="0"/>
                    <a:pt x="1335" y="0"/>
                  </a:cubicBezTo>
                  <a:cubicBezTo>
                    <a:pt x="1276" y="0"/>
                    <a:pt x="1214" y="26"/>
                    <a:pt x="1161" y="88"/>
                  </a:cubicBezTo>
                  <a:lnTo>
                    <a:pt x="845" y="394"/>
                  </a:lnTo>
                  <a:lnTo>
                    <a:pt x="539" y="88"/>
                  </a:lnTo>
                  <a:cubicBezTo>
                    <a:pt x="486" y="26"/>
                    <a:pt x="424" y="0"/>
                    <a:pt x="363" y="0"/>
                  </a:cubicBez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626" name="Google Shape;13626;p43"/>
            <p:cNvSpPr/>
            <p:nvPr/>
          </p:nvSpPr>
          <p:spPr>
            <a:xfrm>
              <a:off x="8052646" y="3353154"/>
              <a:ext cx="75655" cy="126179"/>
            </a:xfrm>
            <a:custGeom>
              <a:rect b="b" l="l" r="r" t="t"/>
              <a:pathLst>
                <a:path extrusionOk="0" h="4805" w="2881">
                  <a:moveTo>
                    <a:pt x="2441" y="0"/>
                  </a:moveTo>
                  <a:cubicBezTo>
                    <a:pt x="1800" y="0"/>
                    <a:pt x="1273" y="526"/>
                    <a:pt x="1273" y="1168"/>
                  </a:cubicBezTo>
                  <a:lnTo>
                    <a:pt x="1273" y="1723"/>
                  </a:lnTo>
                  <a:cubicBezTo>
                    <a:pt x="1273" y="2000"/>
                    <a:pt x="1044" y="2230"/>
                    <a:pt x="766" y="2230"/>
                  </a:cubicBezTo>
                  <a:lnTo>
                    <a:pt x="536" y="2230"/>
                  </a:lnTo>
                  <a:cubicBezTo>
                    <a:pt x="240" y="2230"/>
                    <a:pt x="0" y="2469"/>
                    <a:pt x="0" y="2766"/>
                  </a:cubicBezTo>
                  <a:lnTo>
                    <a:pt x="0" y="4268"/>
                  </a:lnTo>
                  <a:cubicBezTo>
                    <a:pt x="0" y="4565"/>
                    <a:pt x="240" y="4804"/>
                    <a:pt x="536" y="4804"/>
                  </a:cubicBezTo>
                  <a:lnTo>
                    <a:pt x="2881" y="4804"/>
                  </a:lnTo>
                  <a:lnTo>
                    <a:pt x="2881" y="0"/>
                  </a:ln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627" name="Google Shape;13627;p43"/>
            <p:cNvSpPr/>
            <p:nvPr/>
          </p:nvSpPr>
          <p:spPr>
            <a:xfrm>
              <a:off x="8105429" y="3419933"/>
              <a:ext cx="39968" cy="34269"/>
            </a:xfrm>
            <a:custGeom>
              <a:rect b="b" l="l" r="r" t="t"/>
              <a:pathLst>
                <a:path extrusionOk="0" h="1305" w="1522">
                  <a:moveTo>
                    <a:pt x="863" y="0"/>
                  </a:moveTo>
                  <a:cubicBezTo>
                    <a:pt x="701" y="0"/>
                    <a:pt x="536" y="60"/>
                    <a:pt x="402" y="194"/>
                  </a:cubicBezTo>
                  <a:cubicBezTo>
                    <a:pt x="0" y="606"/>
                    <a:pt x="287" y="1304"/>
                    <a:pt x="871" y="1304"/>
                  </a:cubicBezTo>
                  <a:cubicBezTo>
                    <a:pt x="1225" y="1304"/>
                    <a:pt x="1522" y="1017"/>
                    <a:pt x="1522" y="654"/>
                  </a:cubicBezTo>
                  <a:cubicBezTo>
                    <a:pt x="1522" y="259"/>
                    <a:pt x="1199" y="0"/>
                    <a:pt x="863" y="0"/>
                  </a:cubicBezTo>
                  <a:close/>
                </a:path>
              </a:pathLst>
            </a:custGeom>
            <a:solidFill>
              <a:srgbClr val="E2E8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3628" name="Google Shape;13628;p43"/>
          <p:cNvGrpSpPr/>
          <p:nvPr/>
        </p:nvGrpSpPr>
        <p:grpSpPr>
          <a:xfrm>
            <a:off x="5319821" y="1833842"/>
            <a:ext cx="348102" cy="348103"/>
            <a:chOff x="5319821" y="1986242"/>
            <a:chExt cx="348102" cy="348103"/>
          </a:xfrm>
        </p:grpSpPr>
        <p:sp>
          <p:nvSpPr>
            <p:cNvPr id="13629" name="Google Shape;13629;p43"/>
            <p:cNvSpPr/>
            <p:nvPr/>
          </p:nvSpPr>
          <p:spPr>
            <a:xfrm>
              <a:off x="5319821" y="2134506"/>
              <a:ext cx="104830" cy="115150"/>
            </a:xfrm>
            <a:custGeom>
              <a:rect b="b" l="l" r="r" t="t"/>
              <a:pathLst>
                <a:path extrusionOk="0" h="4385" w="3992">
                  <a:moveTo>
                    <a:pt x="1264" y="1"/>
                  </a:moveTo>
                  <a:cubicBezTo>
                    <a:pt x="1015" y="1"/>
                    <a:pt x="824" y="202"/>
                    <a:pt x="824" y="441"/>
                  </a:cubicBezTo>
                  <a:lnTo>
                    <a:pt x="824" y="1159"/>
                  </a:lnTo>
                  <a:lnTo>
                    <a:pt x="728" y="1140"/>
                  </a:lnTo>
                  <a:cubicBezTo>
                    <a:pt x="680" y="1129"/>
                    <a:pt x="630" y="1124"/>
                    <a:pt x="580" y="1124"/>
                  </a:cubicBezTo>
                  <a:cubicBezTo>
                    <a:pt x="453" y="1124"/>
                    <a:pt x="324" y="1160"/>
                    <a:pt x="221" y="1235"/>
                  </a:cubicBezTo>
                  <a:cubicBezTo>
                    <a:pt x="1" y="1427"/>
                    <a:pt x="1" y="1800"/>
                    <a:pt x="39" y="2346"/>
                  </a:cubicBezTo>
                  <a:cubicBezTo>
                    <a:pt x="77" y="2996"/>
                    <a:pt x="728" y="3551"/>
                    <a:pt x="881" y="3666"/>
                  </a:cubicBezTo>
                  <a:lnTo>
                    <a:pt x="881" y="4384"/>
                  </a:lnTo>
                  <a:lnTo>
                    <a:pt x="3485" y="4384"/>
                  </a:lnTo>
                  <a:lnTo>
                    <a:pt x="3485" y="3465"/>
                  </a:lnTo>
                  <a:cubicBezTo>
                    <a:pt x="3944" y="3073"/>
                    <a:pt x="3992" y="2298"/>
                    <a:pt x="3953" y="1934"/>
                  </a:cubicBezTo>
                  <a:lnTo>
                    <a:pt x="3953" y="939"/>
                  </a:lnTo>
                  <a:cubicBezTo>
                    <a:pt x="3953" y="700"/>
                    <a:pt x="3762" y="508"/>
                    <a:pt x="3523" y="508"/>
                  </a:cubicBezTo>
                  <a:lnTo>
                    <a:pt x="3494" y="508"/>
                  </a:lnTo>
                  <a:cubicBezTo>
                    <a:pt x="3408" y="602"/>
                    <a:pt x="3293" y="646"/>
                    <a:pt x="3180" y="646"/>
                  </a:cubicBezTo>
                  <a:cubicBezTo>
                    <a:pt x="3004" y="646"/>
                    <a:pt x="2831" y="541"/>
                    <a:pt x="2767" y="355"/>
                  </a:cubicBezTo>
                  <a:lnTo>
                    <a:pt x="2738" y="355"/>
                  </a:lnTo>
                  <a:cubicBezTo>
                    <a:pt x="2650" y="447"/>
                    <a:pt x="2537" y="490"/>
                    <a:pt x="2426" y="490"/>
                  </a:cubicBezTo>
                  <a:cubicBezTo>
                    <a:pt x="2259" y="490"/>
                    <a:pt x="2095" y="393"/>
                    <a:pt x="2020" y="221"/>
                  </a:cubicBezTo>
                  <a:lnTo>
                    <a:pt x="2001" y="221"/>
                  </a:lnTo>
                  <a:cubicBezTo>
                    <a:pt x="1917" y="298"/>
                    <a:pt x="1813" y="334"/>
                    <a:pt x="1710" y="334"/>
                  </a:cubicBezTo>
                  <a:cubicBezTo>
                    <a:pt x="1519" y="334"/>
                    <a:pt x="1333" y="212"/>
                    <a:pt x="1283" y="1"/>
                  </a:cubicBezTo>
                  <a:close/>
                </a:path>
              </a:pathLst>
            </a:custGeom>
            <a:solidFill>
              <a:srgbClr val="CBD6D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630" name="Google Shape;13630;p43"/>
            <p:cNvSpPr/>
            <p:nvPr/>
          </p:nvSpPr>
          <p:spPr>
            <a:xfrm>
              <a:off x="5320083" y="2164258"/>
              <a:ext cx="29437" cy="85634"/>
            </a:xfrm>
            <a:custGeom>
              <a:rect b="b" l="l" r="r" t="t"/>
              <a:pathLst>
                <a:path extrusionOk="0" h="3261" w="1121">
                  <a:moveTo>
                    <a:pt x="585" y="0"/>
                  </a:moveTo>
                  <a:cubicBezTo>
                    <a:pt x="457" y="0"/>
                    <a:pt x="334" y="36"/>
                    <a:pt x="230" y="112"/>
                  </a:cubicBezTo>
                  <a:cubicBezTo>
                    <a:pt x="0" y="303"/>
                    <a:pt x="10" y="677"/>
                    <a:pt x="39" y="1213"/>
                  </a:cubicBezTo>
                  <a:cubicBezTo>
                    <a:pt x="77" y="1873"/>
                    <a:pt x="737" y="2428"/>
                    <a:pt x="881" y="2543"/>
                  </a:cubicBezTo>
                  <a:lnTo>
                    <a:pt x="881" y="3261"/>
                  </a:lnTo>
                  <a:lnTo>
                    <a:pt x="1120" y="3261"/>
                  </a:lnTo>
                  <a:lnTo>
                    <a:pt x="1120" y="2447"/>
                  </a:lnTo>
                  <a:cubicBezTo>
                    <a:pt x="862" y="2246"/>
                    <a:pt x="335" y="1768"/>
                    <a:pt x="297" y="1213"/>
                  </a:cubicBezTo>
                  <a:cubicBezTo>
                    <a:pt x="268" y="658"/>
                    <a:pt x="230" y="294"/>
                    <a:pt x="460" y="112"/>
                  </a:cubicBezTo>
                  <a:cubicBezTo>
                    <a:pt x="556" y="64"/>
                    <a:pt x="651" y="35"/>
                    <a:pt x="757" y="16"/>
                  </a:cubicBezTo>
                  <a:lnTo>
                    <a:pt x="737" y="16"/>
                  </a:lnTo>
                  <a:cubicBezTo>
                    <a:pt x="686" y="6"/>
                    <a:pt x="636" y="0"/>
                    <a:pt x="585" y="0"/>
                  </a:cubicBezTo>
                  <a:close/>
                </a:path>
              </a:pathLst>
            </a:custGeom>
            <a:solidFill>
              <a:srgbClr val="B3C3C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631" name="Google Shape;13631;p43"/>
            <p:cNvSpPr/>
            <p:nvPr/>
          </p:nvSpPr>
          <p:spPr>
            <a:xfrm>
              <a:off x="5341695" y="2134506"/>
              <a:ext cx="13104" cy="47793"/>
            </a:xfrm>
            <a:custGeom>
              <a:rect b="b" l="l" r="r" t="t"/>
              <a:pathLst>
                <a:path extrusionOk="0" h="1820" w="499">
                  <a:moveTo>
                    <a:pt x="431" y="1"/>
                  </a:moveTo>
                  <a:cubicBezTo>
                    <a:pt x="316" y="1"/>
                    <a:pt x="202" y="58"/>
                    <a:pt x="125" y="144"/>
                  </a:cubicBezTo>
                  <a:cubicBezTo>
                    <a:pt x="48" y="221"/>
                    <a:pt x="1" y="336"/>
                    <a:pt x="1" y="451"/>
                  </a:cubicBezTo>
                  <a:lnTo>
                    <a:pt x="1" y="1465"/>
                  </a:lnTo>
                  <a:lnTo>
                    <a:pt x="1" y="1532"/>
                  </a:lnTo>
                  <a:lnTo>
                    <a:pt x="10" y="1676"/>
                  </a:lnTo>
                  <a:cubicBezTo>
                    <a:pt x="1" y="1743"/>
                    <a:pt x="48" y="1810"/>
                    <a:pt x="115" y="1819"/>
                  </a:cubicBezTo>
                  <a:cubicBezTo>
                    <a:pt x="119" y="1820"/>
                    <a:pt x="123" y="1820"/>
                    <a:pt x="127" y="1820"/>
                  </a:cubicBezTo>
                  <a:cubicBezTo>
                    <a:pt x="240" y="1820"/>
                    <a:pt x="240" y="1685"/>
                    <a:pt x="240" y="1685"/>
                  </a:cubicBezTo>
                  <a:lnTo>
                    <a:pt x="230" y="1417"/>
                  </a:lnTo>
                  <a:lnTo>
                    <a:pt x="230" y="422"/>
                  </a:lnTo>
                  <a:cubicBezTo>
                    <a:pt x="221" y="240"/>
                    <a:pt x="326" y="68"/>
                    <a:pt x="498" y="1"/>
                  </a:cubicBezTo>
                  <a:close/>
                </a:path>
              </a:pathLst>
            </a:custGeom>
            <a:solidFill>
              <a:srgbClr val="B3C3C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632" name="Google Shape;13632;p43"/>
            <p:cNvSpPr/>
            <p:nvPr/>
          </p:nvSpPr>
          <p:spPr>
            <a:xfrm>
              <a:off x="5363701" y="2140047"/>
              <a:ext cx="8429" cy="43276"/>
            </a:xfrm>
            <a:custGeom>
              <a:rect b="b" l="l" r="r" t="t"/>
              <a:pathLst>
                <a:path extrusionOk="0" h="1648" w="321">
                  <a:moveTo>
                    <a:pt x="254" y="1"/>
                  </a:moveTo>
                  <a:cubicBezTo>
                    <a:pt x="111" y="1"/>
                    <a:pt x="0" y="129"/>
                    <a:pt x="33" y="278"/>
                  </a:cubicBezTo>
                  <a:lnTo>
                    <a:pt x="33" y="1350"/>
                  </a:lnTo>
                  <a:lnTo>
                    <a:pt x="33" y="1503"/>
                  </a:lnTo>
                  <a:cubicBezTo>
                    <a:pt x="24" y="1570"/>
                    <a:pt x="72" y="1637"/>
                    <a:pt x="148" y="1647"/>
                  </a:cubicBezTo>
                  <a:cubicBezTo>
                    <a:pt x="152" y="1647"/>
                    <a:pt x="156" y="1647"/>
                    <a:pt x="160" y="1647"/>
                  </a:cubicBezTo>
                  <a:cubicBezTo>
                    <a:pt x="263" y="1647"/>
                    <a:pt x="263" y="1522"/>
                    <a:pt x="263" y="1522"/>
                  </a:cubicBezTo>
                  <a:lnTo>
                    <a:pt x="254" y="1245"/>
                  </a:lnTo>
                  <a:lnTo>
                    <a:pt x="254" y="249"/>
                  </a:lnTo>
                  <a:cubicBezTo>
                    <a:pt x="254" y="163"/>
                    <a:pt x="273" y="77"/>
                    <a:pt x="321" y="10"/>
                  </a:cubicBezTo>
                  <a:cubicBezTo>
                    <a:pt x="298" y="4"/>
                    <a:pt x="275" y="1"/>
                    <a:pt x="254" y="1"/>
                  </a:cubicBezTo>
                  <a:close/>
                </a:path>
              </a:pathLst>
            </a:custGeom>
            <a:solidFill>
              <a:srgbClr val="B3C3C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633" name="Google Shape;13633;p43"/>
            <p:cNvSpPr/>
            <p:nvPr/>
          </p:nvSpPr>
          <p:spPr>
            <a:xfrm>
              <a:off x="5382241" y="2143907"/>
              <a:ext cx="8981" cy="43171"/>
            </a:xfrm>
            <a:custGeom>
              <a:rect b="b" l="l" r="r" t="t"/>
              <a:pathLst>
                <a:path extrusionOk="0" h="1644" w="342">
                  <a:moveTo>
                    <a:pt x="288" y="1"/>
                  </a:moveTo>
                  <a:cubicBezTo>
                    <a:pt x="130" y="1"/>
                    <a:pt x="0" y="149"/>
                    <a:pt x="26" y="313"/>
                  </a:cubicBezTo>
                  <a:lnTo>
                    <a:pt x="45" y="1289"/>
                  </a:lnTo>
                  <a:lnTo>
                    <a:pt x="45" y="1356"/>
                  </a:lnTo>
                  <a:lnTo>
                    <a:pt x="55" y="1500"/>
                  </a:lnTo>
                  <a:cubicBezTo>
                    <a:pt x="45" y="1567"/>
                    <a:pt x="93" y="1634"/>
                    <a:pt x="160" y="1643"/>
                  </a:cubicBezTo>
                  <a:cubicBezTo>
                    <a:pt x="164" y="1643"/>
                    <a:pt x="168" y="1644"/>
                    <a:pt x="172" y="1644"/>
                  </a:cubicBezTo>
                  <a:cubicBezTo>
                    <a:pt x="284" y="1644"/>
                    <a:pt x="284" y="1519"/>
                    <a:pt x="284" y="1519"/>
                  </a:cubicBezTo>
                  <a:lnTo>
                    <a:pt x="275" y="1241"/>
                  </a:lnTo>
                  <a:lnTo>
                    <a:pt x="256" y="275"/>
                  </a:lnTo>
                  <a:cubicBezTo>
                    <a:pt x="246" y="179"/>
                    <a:pt x="284" y="83"/>
                    <a:pt x="342" y="7"/>
                  </a:cubicBezTo>
                  <a:cubicBezTo>
                    <a:pt x="324" y="3"/>
                    <a:pt x="306" y="1"/>
                    <a:pt x="288" y="1"/>
                  </a:cubicBezTo>
                  <a:close/>
                </a:path>
              </a:pathLst>
            </a:custGeom>
            <a:solidFill>
              <a:srgbClr val="B3C3C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634" name="Google Shape;13634;p43"/>
            <p:cNvSpPr/>
            <p:nvPr/>
          </p:nvSpPr>
          <p:spPr>
            <a:xfrm>
              <a:off x="5403012" y="2147846"/>
              <a:ext cx="6565" cy="39784"/>
            </a:xfrm>
            <a:custGeom>
              <a:rect b="b" l="l" r="r" t="t"/>
              <a:pathLst>
                <a:path extrusionOk="0" h="1515" w="250">
                  <a:moveTo>
                    <a:pt x="250" y="0"/>
                  </a:moveTo>
                  <a:lnTo>
                    <a:pt x="221" y="10"/>
                  </a:lnTo>
                  <a:cubicBezTo>
                    <a:pt x="135" y="29"/>
                    <a:pt x="68" y="77"/>
                    <a:pt x="10" y="134"/>
                  </a:cubicBezTo>
                  <a:lnTo>
                    <a:pt x="10" y="153"/>
                  </a:lnTo>
                  <a:lnTo>
                    <a:pt x="10" y="1225"/>
                  </a:lnTo>
                  <a:lnTo>
                    <a:pt x="10" y="1378"/>
                  </a:lnTo>
                  <a:cubicBezTo>
                    <a:pt x="1" y="1445"/>
                    <a:pt x="49" y="1503"/>
                    <a:pt x="125" y="1512"/>
                  </a:cubicBezTo>
                  <a:cubicBezTo>
                    <a:pt x="133" y="1513"/>
                    <a:pt x="141" y="1514"/>
                    <a:pt x="148" y="1514"/>
                  </a:cubicBezTo>
                  <a:cubicBezTo>
                    <a:pt x="248" y="1514"/>
                    <a:pt x="240" y="1397"/>
                    <a:pt x="240" y="1397"/>
                  </a:cubicBezTo>
                  <a:lnTo>
                    <a:pt x="230" y="1120"/>
                  </a:lnTo>
                  <a:lnTo>
                    <a:pt x="230" y="125"/>
                  </a:lnTo>
                  <a:cubicBezTo>
                    <a:pt x="230" y="77"/>
                    <a:pt x="240" y="38"/>
                    <a:pt x="250" y="0"/>
                  </a:cubicBezTo>
                  <a:close/>
                </a:path>
              </a:pathLst>
            </a:custGeom>
            <a:solidFill>
              <a:srgbClr val="B3C3C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635" name="Google Shape;13635;p43"/>
            <p:cNvSpPr/>
            <p:nvPr/>
          </p:nvSpPr>
          <p:spPr>
            <a:xfrm>
              <a:off x="5396736" y="1986242"/>
              <a:ext cx="43749" cy="30173"/>
            </a:xfrm>
            <a:custGeom>
              <a:rect b="b" l="l" r="r" t="t"/>
              <a:pathLst>
                <a:path extrusionOk="0" h="1149" w="1666">
                  <a:moveTo>
                    <a:pt x="173" y="0"/>
                  </a:moveTo>
                  <a:cubicBezTo>
                    <a:pt x="96" y="0"/>
                    <a:pt x="0" y="29"/>
                    <a:pt x="144" y="163"/>
                  </a:cubicBezTo>
                  <a:lnTo>
                    <a:pt x="1120" y="1120"/>
                  </a:lnTo>
                  <a:lnTo>
                    <a:pt x="1178" y="1149"/>
                  </a:lnTo>
                  <a:lnTo>
                    <a:pt x="1666" y="125"/>
                  </a:lnTo>
                  <a:lnTo>
                    <a:pt x="1589" y="87"/>
                  </a:lnTo>
                  <a:lnTo>
                    <a:pt x="173" y="0"/>
                  </a:lnTo>
                  <a:close/>
                </a:path>
              </a:pathLst>
            </a:custGeom>
            <a:solidFill>
              <a:srgbClr val="CBD6D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636" name="Google Shape;13636;p43"/>
            <p:cNvSpPr/>
            <p:nvPr/>
          </p:nvSpPr>
          <p:spPr>
            <a:xfrm>
              <a:off x="5398233" y="1987003"/>
              <a:ext cx="35976" cy="29411"/>
            </a:xfrm>
            <a:custGeom>
              <a:rect b="b" l="l" r="r" t="t"/>
              <a:pathLst>
                <a:path extrusionOk="0" h="1120" w="1370">
                  <a:moveTo>
                    <a:pt x="10" y="0"/>
                  </a:moveTo>
                  <a:cubicBezTo>
                    <a:pt x="1" y="29"/>
                    <a:pt x="10" y="67"/>
                    <a:pt x="77" y="134"/>
                  </a:cubicBezTo>
                  <a:lnTo>
                    <a:pt x="1054" y="1091"/>
                  </a:lnTo>
                  <a:lnTo>
                    <a:pt x="1121" y="1120"/>
                  </a:lnTo>
                  <a:lnTo>
                    <a:pt x="1369" y="584"/>
                  </a:lnTo>
                  <a:lnTo>
                    <a:pt x="10" y="0"/>
                  </a:lnTo>
                  <a:close/>
                </a:path>
              </a:pathLst>
            </a:custGeom>
            <a:solidFill>
              <a:srgbClr val="B3C3C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637" name="Google Shape;13637;p43"/>
            <p:cNvSpPr/>
            <p:nvPr/>
          </p:nvSpPr>
          <p:spPr>
            <a:xfrm>
              <a:off x="5425648" y="1988500"/>
              <a:ext cx="61081" cy="49290"/>
            </a:xfrm>
            <a:custGeom>
              <a:rect b="b" l="l" r="r" t="t"/>
              <a:pathLst>
                <a:path extrusionOk="0" h="1877" w="2326">
                  <a:moveTo>
                    <a:pt x="479" y="1"/>
                  </a:moveTo>
                  <a:lnTo>
                    <a:pt x="0" y="1025"/>
                  </a:lnTo>
                  <a:lnTo>
                    <a:pt x="2029" y="1876"/>
                  </a:lnTo>
                  <a:lnTo>
                    <a:pt x="2326" y="776"/>
                  </a:lnTo>
                  <a:lnTo>
                    <a:pt x="479" y="1"/>
                  </a:lnTo>
                  <a:close/>
                </a:path>
              </a:pathLst>
            </a:custGeom>
            <a:solidFill>
              <a:srgbClr val="869FB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638" name="Google Shape;13638;p43"/>
            <p:cNvSpPr/>
            <p:nvPr/>
          </p:nvSpPr>
          <p:spPr>
            <a:xfrm>
              <a:off x="5548782" y="2038000"/>
              <a:ext cx="32956" cy="37998"/>
            </a:xfrm>
            <a:custGeom>
              <a:rect b="b" l="l" r="r" t="t"/>
              <a:pathLst>
                <a:path extrusionOk="0" h="1447" w="1255">
                  <a:moveTo>
                    <a:pt x="278" y="1"/>
                  </a:moveTo>
                  <a:lnTo>
                    <a:pt x="39" y="853"/>
                  </a:lnTo>
                  <a:lnTo>
                    <a:pt x="39" y="862"/>
                  </a:lnTo>
                  <a:lnTo>
                    <a:pt x="39" y="891"/>
                  </a:lnTo>
                  <a:lnTo>
                    <a:pt x="0" y="1121"/>
                  </a:lnTo>
                  <a:lnTo>
                    <a:pt x="776" y="1446"/>
                  </a:lnTo>
                  <a:lnTo>
                    <a:pt x="1254" y="412"/>
                  </a:lnTo>
                  <a:lnTo>
                    <a:pt x="278" y="1"/>
                  </a:lnTo>
                  <a:close/>
                </a:path>
              </a:pathLst>
            </a:custGeom>
            <a:solidFill>
              <a:srgbClr val="869FB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639" name="Google Shape;13639;p43"/>
            <p:cNvSpPr/>
            <p:nvPr/>
          </p:nvSpPr>
          <p:spPr>
            <a:xfrm>
              <a:off x="5552038" y="2038000"/>
              <a:ext cx="29700" cy="24159"/>
            </a:xfrm>
            <a:custGeom>
              <a:rect b="b" l="l" r="r" t="t"/>
              <a:pathLst>
                <a:path extrusionOk="0" h="920" w="1131">
                  <a:moveTo>
                    <a:pt x="154" y="1"/>
                  </a:moveTo>
                  <a:lnTo>
                    <a:pt x="1" y="546"/>
                  </a:lnTo>
                  <a:lnTo>
                    <a:pt x="891" y="920"/>
                  </a:lnTo>
                  <a:lnTo>
                    <a:pt x="1111" y="460"/>
                  </a:lnTo>
                  <a:lnTo>
                    <a:pt x="1130" y="412"/>
                  </a:lnTo>
                  <a:lnTo>
                    <a:pt x="154" y="1"/>
                  </a:lnTo>
                  <a:close/>
                </a:path>
              </a:pathLst>
            </a:custGeom>
            <a:solidFill>
              <a:srgbClr val="96ABB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640" name="Google Shape;13640;p43"/>
            <p:cNvSpPr/>
            <p:nvPr/>
          </p:nvSpPr>
          <p:spPr>
            <a:xfrm>
              <a:off x="5432161" y="1988500"/>
              <a:ext cx="54568" cy="34453"/>
            </a:xfrm>
            <a:custGeom>
              <a:rect b="b" l="l" r="r" t="t"/>
              <a:pathLst>
                <a:path extrusionOk="0" h="1312" w="2078">
                  <a:moveTo>
                    <a:pt x="231" y="1"/>
                  </a:moveTo>
                  <a:lnTo>
                    <a:pt x="1" y="489"/>
                  </a:lnTo>
                  <a:lnTo>
                    <a:pt x="1934" y="1312"/>
                  </a:lnTo>
                  <a:lnTo>
                    <a:pt x="2078" y="776"/>
                  </a:lnTo>
                  <a:lnTo>
                    <a:pt x="231" y="1"/>
                  </a:lnTo>
                  <a:close/>
                </a:path>
              </a:pathLst>
            </a:custGeom>
            <a:solidFill>
              <a:srgbClr val="96ABB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641" name="Google Shape;13641;p43"/>
            <p:cNvSpPr/>
            <p:nvPr/>
          </p:nvSpPr>
          <p:spPr>
            <a:xfrm>
              <a:off x="5563093" y="2104097"/>
              <a:ext cx="104830" cy="115150"/>
            </a:xfrm>
            <a:custGeom>
              <a:rect b="b" l="l" r="r" t="t"/>
              <a:pathLst>
                <a:path extrusionOk="0" h="4385" w="3992">
                  <a:moveTo>
                    <a:pt x="1264" y="1"/>
                  </a:moveTo>
                  <a:cubicBezTo>
                    <a:pt x="1025" y="1"/>
                    <a:pt x="834" y="202"/>
                    <a:pt x="834" y="441"/>
                  </a:cubicBezTo>
                  <a:lnTo>
                    <a:pt x="834" y="1159"/>
                  </a:lnTo>
                  <a:lnTo>
                    <a:pt x="738" y="1140"/>
                  </a:lnTo>
                  <a:cubicBezTo>
                    <a:pt x="690" y="1129"/>
                    <a:pt x="640" y="1124"/>
                    <a:pt x="590" y="1124"/>
                  </a:cubicBezTo>
                  <a:cubicBezTo>
                    <a:pt x="462" y="1124"/>
                    <a:pt x="334" y="1160"/>
                    <a:pt x="231" y="1235"/>
                  </a:cubicBezTo>
                  <a:cubicBezTo>
                    <a:pt x="1" y="1427"/>
                    <a:pt x="11" y="1800"/>
                    <a:pt x="39" y="2336"/>
                  </a:cubicBezTo>
                  <a:cubicBezTo>
                    <a:pt x="87" y="2996"/>
                    <a:pt x="738" y="3551"/>
                    <a:pt x="891" y="3666"/>
                  </a:cubicBezTo>
                  <a:lnTo>
                    <a:pt x="891" y="4384"/>
                  </a:lnTo>
                  <a:lnTo>
                    <a:pt x="3494" y="4384"/>
                  </a:lnTo>
                  <a:lnTo>
                    <a:pt x="3494" y="3456"/>
                  </a:lnTo>
                  <a:cubicBezTo>
                    <a:pt x="3944" y="3063"/>
                    <a:pt x="3992" y="2298"/>
                    <a:pt x="3963" y="1934"/>
                  </a:cubicBezTo>
                  <a:lnTo>
                    <a:pt x="3963" y="939"/>
                  </a:lnTo>
                  <a:cubicBezTo>
                    <a:pt x="3963" y="700"/>
                    <a:pt x="3772" y="499"/>
                    <a:pt x="3523" y="499"/>
                  </a:cubicBezTo>
                  <a:lnTo>
                    <a:pt x="3504" y="499"/>
                  </a:lnTo>
                  <a:cubicBezTo>
                    <a:pt x="3416" y="594"/>
                    <a:pt x="3298" y="640"/>
                    <a:pt x="3182" y="640"/>
                  </a:cubicBezTo>
                  <a:cubicBezTo>
                    <a:pt x="3009" y="640"/>
                    <a:pt x="2839" y="539"/>
                    <a:pt x="2776" y="355"/>
                  </a:cubicBezTo>
                  <a:lnTo>
                    <a:pt x="2748" y="355"/>
                  </a:lnTo>
                  <a:cubicBezTo>
                    <a:pt x="2660" y="446"/>
                    <a:pt x="2549" y="489"/>
                    <a:pt x="2438" y="489"/>
                  </a:cubicBezTo>
                  <a:cubicBezTo>
                    <a:pt x="2270" y="489"/>
                    <a:pt x="2105" y="390"/>
                    <a:pt x="2030" y="211"/>
                  </a:cubicBezTo>
                  <a:lnTo>
                    <a:pt x="2011" y="211"/>
                  </a:lnTo>
                  <a:cubicBezTo>
                    <a:pt x="1925" y="294"/>
                    <a:pt x="1818" y="332"/>
                    <a:pt x="1713" y="332"/>
                  </a:cubicBezTo>
                  <a:cubicBezTo>
                    <a:pt x="1525" y="332"/>
                    <a:pt x="1342" y="210"/>
                    <a:pt x="1293" y="1"/>
                  </a:cubicBezTo>
                  <a:close/>
                </a:path>
              </a:pathLst>
            </a:custGeom>
            <a:solidFill>
              <a:srgbClr val="CBD6D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642" name="Google Shape;13642;p43"/>
            <p:cNvSpPr/>
            <p:nvPr/>
          </p:nvSpPr>
          <p:spPr>
            <a:xfrm>
              <a:off x="5563618" y="2133849"/>
              <a:ext cx="29175" cy="85634"/>
            </a:xfrm>
            <a:custGeom>
              <a:rect b="b" l="l" r="r" t="t"/>
              <a:pathLst>
                <a:path extrusionOk="0" h="3261" w="1111">
                  <a:moveTo>
                    <a:pt x="580" y="0"/>
                  </a:moveTo>
                  <a:cubicBezTo>
                    <a:pt x="452" y="0"/>
                    <a:pt x="324" y="36"/>
                    <a:pt x="220" y="112"/>
                  </a:cubicBezTo>
                  <a:cubicBezTo>
                    <a:pt x="0" y="303"/>
                    <a:pt x="0" y="677"/>
                    <a:pt x="38" y="1213"/>
                  </a:cubicBezTo>
                  <a:cubicBezTo>
                    <a:pt x="77" y="1873"/>
                    <a:pt x="727" y="2428"/>
                    <a:pt x="881" y="2543"/>
                  </a:cubicBezTo>
                  <a:lnTo>
                    <a:pt x="881" y="3261"/>
                  </a:lnTo>
                  <a:lnTo>
                    <a:pt x="1110" y="3261"/>
                  </a:lnTo>
                  <a:lnTo>
                    <a:pt x="1110" y="2447"/>
                  </a:lnTo>
                  <a:cubicBezTo>
                    <a:pt x="852" y="2246"/>
                    <a:pt x="326" y="1768"/>
                    <a:pt x="287" y="1213"/>
                  </a:cubicBezTo>
                  <a:cubicBezTo>
                    <a:pt x="259" y="658"/>
                    <a:pt x="230" y="294"/>
                    <a:pt x="450" y="112"/>
                  </a:cubicBezTo>
                  <a:cubicBezTo>
                    <a:pt x="546" y="64"/>
                    <a:pt x="651" y="35"/>
                    <a:pt x="756" y="16"/>
                  </a:cubicBezTo>
                  <a:lnTo>
                    <a:pt x="727" y="16"/>
                  </a:lnTo>
                  <a:cubicBezTo>
                    <a:pt x="679" y="6"/>
                    <a:pt x="629" y="0"/>
                    <a:pt x="580" y="0"/>
                  </a:cubicBezTo>
                  <a:close/>
                </a:path>
              </a:pathLst>
            </a:custGeom>
            <a:solidFill>
              <a:srgbClr val="B3C3C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643" name="Google Shape;13643;p43"/>
            <p:cNvSpPr/>
            <p:nvPr/>
          </p:nvSpPr>
          <p:spPr>
            <a:xfrm>
              <a:off x="5448258" y="1994934"/>
              <a:ext cx="115124" cy="129803"/>
            </a:xfrm>
            <a:custGeom>
              <a:rect b="b" l="l" r="r" t="t"/>
              <a:pathLst>
                <a:path extrusionOk="0" h="4943" w="4384">
                  <a:moveTo>
                    <a:pt x="1827" y="1"/>
                  </a:moveTo>
                  <a:cubicBezTo>
                    <a:pt x="1749" y="1"/>
                    <a:pt x="1671" y="22"/>
                    <a:pt x="1599" y="62"/>
                  </a:cubicBezTo>
                  <a:cubicBezTo>
                    <a:pt x="1503" y="119"/>
                    <a:pt x="1436" y="215"/>
                    <a:pt x="1407" y="330"/>
                  </a:cubicBezTo>
                  <a:lnTo>
                    <a:pt x="1063" y="1593"/>
                  </a:lnTo>
                  <a:lnTo>
                    <a:pt x="335" y="1287"/>
                  </a:lnTo>
                  <a:lnTo>
                    <a:pt x="240" y="1583"/>
                  </a:lnTo>
                  <a:cubicBezTo>
                    <a:pt x="192" y="1775"/>
                    <a:pt x="144" y="1976"/>
                    <a:pt x="115" y="2167"/>
                  </a:cubicBezTo>
                  <a:cubicBezTo>
                    <a:pt x="0" y="2828"/>
                    <a:pt x="536" y="3536"/>
                    <a:pt x="642" y="3670"/>
                  </a:cubicBezTo>
                  <a:lnTo>
                    <a:pt x="642" y="4943"/>
                  </a:lnTo>
                  <a:lnTo>
                    <a:pt x="3216" y="4943"/>
                  </a:lnTo>
                  <a:lnTo>
                    <a:pt x="3216" y="4053"/>
                  </a:lnTo>
                  <a:cubicBezTo>
                    <a:pt x="3838" y="3708"/>
                    <a:pt x="3991" y="2808"/>
                    <a:pt x="4001" y="2675"/>
                  </a:cubicBezTo>
                  <a:lnTo>
                    <a:pt x="4317" y="1545"/>
                  </a:lnTo>
                  <a:lnTo>
                    <a:pt x="4317" y="1526"/>
                  </a:lnTo>
                  <a:cubicBezTo>
                    <a:pt x="4384" y="1296"/>
                    <a:pt x="4240" y="1057"/>
                    <a:pt x="4001" y="1000"/>
                  </a:cubicBezTo>
                  <a:lnTo>
                    <a:pt x="3982" y="1000"/>
                  </a:lnTo>
                  <a:cubicBezTo>
                    <a:pt x="3947" y="991"/>
                    <a:pt x="3912" y="987"/>
                    <a:pt x="3876" y="987"/>
                  </a:cubicBezTo>
                  <a:cubicBezTo>
                    <a:pt x="3794" y="987"/>
                    <a:pt x="3711" y="1010"/>
                    <a:pt x="3637" y="1057"/>
                  </a:cubicBezTo>
                  <a:cubicBezTo>
                    <a:pt x="3618" y="875"/>
                    <a:pt x="3484" y="732"/>
                    <a:pt x="3302" y="684"/>
                  </a:cubicBezTo>
                  <a:lnTo>
                    <a:pt x="3283" y="684"/>
                  </a:lnTo>
                  <a:cubicBezTo>
                    <a:pt x="3249" y="675"/>
                    <a:pt x="3214" y="671"/>
                    <a:pt x="3180" y="671"/>
                  </a:cubicBezTo>
                  <a:cubicBezTo>
                    <a:pt x="3100" y="671"/>
                    <a:pt x="3022" y="694"/>
                    <a:pt x="2948" y="741"/>
                  </a:cubicBezTo>
                  <a:cubicBezTo>
                    <a:pt x="2919" y="569"/>
                    <a:pt x="2795" y="425"/>
                    <a:pt x="2623" y="378"/>
                  </a:cubicBezTo>
                  <a:lnTo>
                    <a:pt x="2594" y="378"/>
                  </a:lnTo>
                  <a:cubicBezTo>
                    <a:pt x="2565" y="372"/>
                    <a:pt x="2534" y="369"/>
                    <a:pt x="2503" y="369"/>
                  </a:cubicBezTo>
                  <a:cubicBezTo>
                    <a:pt x="2430" y="369"/>
                    <a:pt x="2354" y="385"/>
                    <a:pt x="2288" y="425"/>
                  </a:cubicBezTo>
                  <a:cubicBezTo>
                    <a:pt x="2288" y="225"/>
                    <a:pt x="2144" y="52"/>
                    <a:pt x="1953" y="14"/>
                  </a:cubicBezTo>
                  <a:lnTo>
                    <a:pt x="1934" y="14"/>
                  </a:lnTo>
                  <a:cubicBezTo>
                    <a:pt x="1898" y="5"/>
                    <a:pt x="1862" y="1"/>
                    <a:pt x="1827" y="1"/>
                  </a:cubicBezTo>
                  <a:close/>
                </a:path>
              </a:pathLst>
            </a:custGeom>
            <a:solidFill>
              <a:srgbClr val="CBD6D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644" name="Google Shape;13644;p43"/>
            <p:cNvSpPr/>
            <p:nvPr/>
          </p:nvSpPr>
          <p:spPr>
            <a:xfrm>
              <a:off x="5448258" y="2028205"/>
              <a:ext cx="25157" cy="96033"/>
            </a:xfrm>
            <a:custGeom>
              <a:rect b="b" l="l" r="r" t="t"/>
              <a:pathLst>
                <a:path extrusionOk="0" h="3657" w="958">
                  <a:moveTo>
                    <a:pt x="345" y="1"/>
                  </a:moveTo>
                  <a:lnTo>
                    <a:pt x="249" y="297"/>
                  </a:lnTo>
                  <a:cubicBezTo>
                    <a:pt x="192" y="489"/>
                    <a:pt x="144" y="690"/>
                    <a:pt x="115" y="891"/>
                  </a:cubicBezTo>
                  <a:cubicBezTo>
                    <a:pt x="0" y="1541"/>
                    <a:pt x="536" y="2250"/>
                    <a:pt x="642" y="2384"/>
                  </a:cubicBezTo>
                  <a:lnTo>
                    <a:pt x="642" y="3657"/>
                  </a:lnTo>
                  <a:lnTo>
                    <a:pt x="957" y="3657"/>
                  </a:lnTo>
                  <a:lnTo>
                    <a:pt x="957" y="2384"/>
                  </a:lnTo>
                  <a:cubicBezTo>
                    <a:pt x="852" y="2259"/>
                    <a:pt x="316" y="1551"/>
                    <a:pt x="431" y="891"/>
                  </a:cubicBezTo>
                  <a:cubicBezTo>
                    <a:pt x="460" y="690"/>
                    <a:pt x="508" y="498"/>
                    <a:pt x="565" y="307"/>
                  </a:cubicBezTo>
                  <a:lnTo>
                    <a:pt x="622" y="125"/>
                  </a:lnTo>
                  <a:lnTo>
                    <a:pt x="345" y="1"/>
                  </a:lnTo>
                  <a:close/>
                </a:path>
              </a:pathLst>
            </a:custGeom>
            <a:solidFill>
              <a:srgbClr val="B3C3C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645" name="Google Shape;13645;p43"/>
            <p:cNvSpPr/>
            <p:nvPr/>
          </p:nvSpPr>
          <p:spPr>
            <a:xfrm>
              <a:off x="5567636" y="2048058"/>
              <a:ext cx="32195" cy="33902"/>
            </a:xfrm>
            <a:custGeom>
              <a:rect b="b" l="l" r="r" t="t"/>
              <a:pathLst>
                <a:path extrusionOk="0" h="1291" w="1226">
                  <a:moveTo>
                    <a:pt x="479" y="1"/>
                  </a:moveTo>
                  <a:lnTo>
                    <a:pt x="0" y="1034"/>
                  </a:lnTo>
                  <a:lnTo>
                    <a:pt x="517" y="1254"/>
                  </a:lnTo>
                  <a:cubicBezTo>
                    <a:pt x="570" y="1279"/>
                    <a:pt x="626" y="1290"/>
                    <a:pt x="681" y="1290"/>
                  </a:cubicBezTo>
                  <a:cubicBezTo>
                    <a:pt x="843" y="1290"/>
                    <a:pt x="998" y="1192"/>
                    <a:pt x="1063" y="1034"/>
                  </a:cubicBezTo>
                  <a:lnTo>
                    <a:pt x="1187" y="757"/>
                  </a:lnTo>
                  <a:cubicBezTo>
                    <a:pt x="1225" y="652"/>
                    <a:pt x="1225" y="537"/>
                    <a:pt x="1187" y="431"/>
                  </a:cubicBezTo>
                  <a:cubicBezTo>
                    <a:pt x="1149" y="326"/>
                    <a:pt x="1063" y="250"/>
                    <a:pt x="967" y="202"/>
                  </a:cubicBezTo>
                  <a:lnTo>
                    <a:pt x="479" y="1"/>
                  </a:ln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646" name="Google Shape;13646;p43"/>
            <p:cNvSpPr/>
            <p:nvPr/>
          </p:nvSpPr>
          <p:spPr>
            <a:xfrm>
              <a:off x="5454561" y="2149842"/>
              <a:ext cx="86212" cy="184266"/>
            </a:xfrm>
            <a:custGeom>
              <a:rect b="b" l="l" r="r" t="t"/>
              <a:pathLst>
                <a:path extrusionOk="0" h="7017" w="3283">
                  <a:moveTo>
                    <a:pt x="9" y="1"/>
                  </a:moveTo>
                  <a:lnTo>
                    <a:pt x="9" y="6776"/>
                  </a:lnTo>
                  <a:cubicBezTo>
                    <a:pt x="9" y="6776"/>
                    <a:pt x="9" y="6786"/>
                    <a:pt x="9" y="6796"/>
                  </a:cubicBezTo>
                  <a:cubicBezTo>
                    <a:pt x="0" y="6915"/>
                    <a:pt x="87" y="7016"/>
                    <a:pt x="204" y="7016"/>
                  </a:cubicBezTo>
                  <a:cubicBezTo>
                    <a:pt x="209" y="7016"/>
                    <a:pt x="214" y="7016"/>
                    <a:pt x="220" y="7016"/>
                  </a:cubicBezTo>
                  <a:lnTo>
                    <a:pt x="3081" y="7016"/>
                  </a:lnTo>
                  <a:cubicBezTo>
                    <a:pt x="3087" y="7016"/>
                    <a:pt x="3093" y="7016"/>
                    <a:pt x="3099" y="7016"/>
                  </a:cubicBezTo>
                  <a:cubicBezTo>
                    <a:pt x="3196" y="7016"/>
                    <a:pt x="3273" y="6943"/>
                    <a:pt x="3282" y="6843"/>
                  </a:cubicBezTo>
                  <a:lnTo>
                    <a:pt x="3282" y="1"/>
                  </a:lnTo>
                  <a:close/>
                </a:path>
              </a:pathLst>
            </a:custGeom>
            <a:solidFill>
              <a:srgbClr val="5D748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647" name="Google Shape;13647;p43"/>
            <p:cNvSpPr/>
            <p:nvPr/>
          </p:nvSpPr>
          <p:spPr>
            <a:xfrm>
              <a:off x="5578193" y="2244089"/>
              <a:ext cx="85975" cy="90019"/>
            </a:xfrm>
            <a:custGeom>
              <a:rect b="b" l="l" r="r" t="t"/>
              <a:pathLst>
                <a:path extrusionOk="0" h="3428" w="3274">
                  <a:moveTo>
                    <a:pt x="0" y="1"/>
                  </a:moveTo>
                  <a:lnTo>
                    <a:pt x="0" y="3235"/>
                  </a:lnTo>
                  <a:cubicBezTo>
                    <a:pt x="0" y="3336"/>
                    <a:pt x="87" y="3427"/>
                    <a:pt x="195" y="3427"/>
                  </a:cubicBezTo>
                  <a:cubicBezTo>
                    <a:pt x="200" y="3427"/>
                    <a:pt x="205" y="3427"/>
                    <a:pt x="211" y="3427"/>
                  </a:cubicBezTo>
                  <a:lnTo>
                    <a:pt x="3072" y="3427"/>
                  </a:lnTo>
                  <a:cubicBezTo>
                    <a:pt x="3078" y="3427"/>
                    <a:pt x="3083" y="3427"/>
                    <a:pt x="3088" y="3427"/>
                  </a:cubicBezTo>
                  <a:cubicBezTo>
                    <a:pt x="3195" y="3427"/>
                    <a:pt x="3273" y="3336"/>
                    <a:pt x="3273" y="3235"/>
                  </a:cubicBezTo>
                  <a:lnTo>
                    <a:pt x="3273" y="1"/>
                  </a:lnTo>
                  <a:close/>
                </a:path>
              </a:pathLst>
            </a:custGeom>
            <a:solidFill>
              <a:srgbClr val="5D748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648" name="Google Shape;13648;p43"/>
            <p:cNvSpPr/>
            <p:nvPr/>
          </p:nvSpPr>
          <p:spPr>
            <a:xfrm>
              <a:off x="5473389" y="2149842"/>
              <a:ext cx="67383" cy="184266"/>
            </a:xfrm>
            <a:custGeom>
              <a:rect b="b" l="l" r="r" t="t"/>
              <a:pathLst>
                <a:path extrusionOk="0" h="7017" w="2566">
                  <a:moveTo>
                    <a:pt x="0" y="1"/>
                  </a:moveTo>
                  <a:lnTo>
                    <a:pt x="0" y="7016"/>
                  </a:lnTo>
                  <a:lnTo>
                    <a:pt x="2364" y="7016"/>
                  </a:lnTo>
                  <a:cubicBezTo>
                    <a:pt x="2370" y="7016"/>
                    <a:pt x="2375" y="7016"/>
                    <a:pt x="2380" y="7016"/>
                  </a:cubicBezTo>
                  <a:cubicBezTo>
                    <a:pt x="2478" y="7016"/>
                    <a:pt x="2556" y="6934"/>
                    <a:pt x="2565" y="6843"/>
                  </a:cubicBezTo>
                  <a:lnTo>
                    <a:pt x="2565" y="1"/>
                  </a:lnTo>
                  <a:close/>
                </a:path>
              </a:pathLst>
            </a:custGeom>
            <a:solidFill>
              <a:srgbClr val="8192A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649" name="Google Shape;13649;p43"/>
            <p:cNvSpPr/>
            <p:nvPr/>
          </p:nvSpPr>
          <p:spPr>
            <a:xfrm>
              <a:off x="5595262" y="2244089"/>
              <a:ext cx="69143" cy="90019"/>
            </a:xfrm>
            <a:custGeom>
              <a:rect b="b" l="l" r="r" t="t"/>
              <a:pathLst>
                <a:path extrusionOk="0" h="3428" w="2633">
                  <a:moveTo>
                    <a:pt x="1" y="1"/>
                  </a:moveTo>
                  <a:lnTo>
                    <a:pt x="1" y="3427"/>
                  </a:lnTo>
                  <a:lnTo>
                    <a:pt x="2422" y="3427"/>
                  </a:lnTo>
                  <a:cubicBezTo>
                    <a:pt x="2428" y="3427"/>
                    <a:pt x="2433" y="3427"/>
                    <a:pt x="2438" y="3427"/>
                  </a:cubicBezTo>
                  <a:cubicBezTo>
                    <a:pt x="2545" y="3427"/>
                    <a:pt x="2624" y="3336"/>
                    <a:pt x="2633" y="3235"/>
                  </a:cubicBezTo>
                  <a:lnTo>
                    <a:pt x="2633" y="1"/>
                  </a:lnTo>
                  <a:close/>
                </a:path>
              </a:pathLst>
            </a:custGeom>
            <a:solidFill>
              <a:srgbClr val="8192A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650" name="Google Shape;13650;p43"/>
            <p:cNvSpPr/>
            <p:nvPr/>
          </p:nvSpPr>
          <p:spPr>
            <a:xfrm>
              <a:off x="5334421" y="2274997"/>
              <a:ext cx="86973" cy="59348"/>
            </a:xfrm>
            <a:custGeom>
              <a:rect b="b" l="l" r="r" t="t"/>
              <a:pathLst>
                <a:path extrusionOk="0" h="2260" w="3312">
                  <a:moveTo>
                    <a:pt x="19" y="1"/>
                  </a:moveTo>
                  <a:lnTo>
                    <a:pt x="19" y="2039"/>
                  </a:lnTo>
                  <a:cubicBezTo>
                    <a:pt x="0" y="2154"/>
                    <a:pt x="86" y="2250"/>
                    <a:pt x="201" y="2259"/>
                  </a:cubicBezTo>
                  <a:lnTo>
                    <a:pt x="3110" y="2259"/>
                  </a:lnTo>
                  <a:cubicBezTo>
                    <a:pt x="3225" y="2250"/>
                    <a:pt x="3311" y="2154"/>
                    <a:pt x="3292" y="2039"/>
                  </a:cubicBezTo>
                  <a:lnTo>
                    <a:pt x="3292" y="1"/>
                  </a:lnTo>
                  <a:close/>
                </a:path>
              </a:pathLst>
            </a:custGeom>
            <a:solidFill>
              <a:srgbClr val="5D748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651" name="Google Shape;13651;p43"/>
            <p:cNvSpPr/>
            <p:nvPr/>
          </p:nvSpPr>
          <p:spPr>
            <a:xfrm>
              <a:off x="5353512" y="2274997"/>
              <a:ext cx="67619" cy="59085"/>
            </a:xfrm>
            <a:custGeom>
              <a:rect b="b" l="l" r="r" t="t"/>
              <a:pathLst>
                <a:path extrusionOk="0" h="2250" w="2575">
                  <a:moveTo>
                    <a:pt x="0" y="1"/>
                  </a:moveTo>
                  <a:lnTo>
                    <a:pt x="0" y="2250"/>
                  </a:lnTo>
                  <a:lnTo>
                    <a:pt x="2383" y="2250"/>
                  </a:lnTo>
                  <a:cubicBezTo>
                    <a:pt x="2498" y="2250"/>
                    <a:pt x="2575" y="2144"/>
                    <a:pt x="2565" y="2039"/>
                  </a:cubicBezTo>
                  <a:lnTo>
                    <a:pt x="2565" y="1"/>
                  </a:lnTo>
                  <a:close/>
                </a:path>
              </a:pathLst>
            </a:custGeom>
            <a:solidFill>
              <a:srgbClr val="8192A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652" name="Google Shape;13652;p43"/>
            <p:cNvSpPr/>
            <p:nvPr/>
          </p:nvSpPr>
          <p:spPr>
            <a:xfrm>
              <a:off x="5454298" y="2121192"/>
              <a:ext cx="86973" cy="32457"/>
            </a:xfrm>
            <a:custGeom>
              <a:rect b="b" l="l" r="r" t="t"/>
              <a:pathLst>
                <a:path extrusionOk="0" h="1236" w="3312">
                  <a:moveTo>
                    <a:pt x="201" y="1"/>
                  </a:moveTo>
                  <a:cubicBezTo>
                    <a:pt x="86" y="1"/>
                    <a:pt x="0" y="106"/>
                    <a:pt x="19" y="221"/>
                  </a:cubicBezTo>
                  <a:lnTo>
                    <a:pt x="19" y="1235"/>
                  </a:lnTo>
                  <a:lnTo>
                    <a:pt x="3292" y="1235"/>
                  </a:lnTo>
                  <a:lnTo>
                    <a:pt x="3292" y="249"/>
                  </a:lnTo>
                  <a:cubicBezTo>
                    <a:pt x="3292" y="240"/>
                    <a:pt x="3292" y="230"/>
                    <a:pt x="3292" y="221"/>
                  </a:cubicBezTo>
                  <a:cubicBezTo>
                    <a:pt x="3311" y="106"/>
                    <a:pt x="3225" y="1"/>
                    <a:pt x="3110" y="1"/>
                  </a:cubicBez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653" name="Google Shape;13653;p43"/>
            <p:cNvSpPr/>
            <p:nvPr/>
          </p:nvSpPr>
          <p:spPr>
            <a:xfrm>
              <a:off x="5473389" y="2121192"/>
              <a:ext cx="67882" cy="32457"/>
            </a:xfrm>
            <a:custGeom>
              <a:rect b="b" l="l" r="r" t="t"/>
              <a:pathLst>
                <a:path extrusionOk="0" h="1236" w="2585">
                  <a:moveTo>
                    <a:pt x="0" y="1"/>
                  </a:moveTo>
                  <a:lnTo>
                    <a:pt x="0" y="1235"/>
                  </a:lnTo>
                  <a:lnTo>
                    <a:pt x="2565" y="1235"/>
                  </a:lnTo>
                  <a:lnTo>
                    <a:pt x="2565" y="249"/>
                  </a:lnTo>
                  <a:cubicBezTo>
                    <a:pt x="2565" y="240"/>
                    <a:pt x="2565" y="230"/>
                    <a:pt x="2565" y="221"/>
                  </a:cubicBezTo>
                  <a:cubicBezTo>
                    <a:pt x="2584" y="106"/>
                    <a:pt x="2498" y="1"/>
                    <a:pt x="2383" y="1"/>
                  </a:cubicBezTo>
                  <a:close/>
                </a:path>
              </a:pathLst>
            </a:custGeom>
            <a:solidFill>
              <a:srgbClr val="EFF3F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654" name="Google Shape;13654;p43"/>
            <p:cNvSpPr/>
            <p:nvPr/>
          </p:nvSpPr>
          <p:spPr>
            <a:xfrm>
              <a:off x="5476146" y="1994435"/>
              <a:ext cx="24658" cy="44537"/>
            </a:xfrm>
            <a:custGeom>
              <a:rect b="b" l="l" r="r" t="t"/>
              <a:pathLst>
                <a:path extrusionOk="0" h="1696" w="939">
                  <a:moveTo>
                    <a:pt x="769" y="1"/>
                  </a:moveTo>
                  <a:cubicBezTo>
                    <a:pt x="690" y="1"/>
                    <a:pt x="613" y="24"/>
                    <a:pt x="546" y="71"/>
                  </a:cubicBezTo>
                  <a:cubicBezTo>
                    <a:pt x="441" y="129"/>
                    <a:pt x="374" y="224"/>
                    <a:pt x="345" y="339"/>
                  </a:cubicBezTo>
                  <a:lnTo>
                    <a:pt x="77" y="1315"/>
                  </a:lnTo>
                  <a:lnTo>
                    <a:pt x="58" y="1382"/>
                  </a:lnTo>
                  <a:lnTo>
                    <a:pt x="29" y="1516"/>
                  </a:lnTo>
                  <a:cubicBezTo>
                    <a:pt x="1" y="1583"/>
                    <a:pt x="29" y="1660"/>
                    <a:pt x="96" y="1689"/>
                  </a:cubicBezTo>
                  <a:cubicBezTo>
                    <a:pt x="111" y="1693"/>
                    <a:pt x="124" y="1696"/>
                    <a:pt x="135" y="1696"/>
                  </a:cubicBezTo>
                  <a:cubicBezTo>
                    <a:pt x="218" y="1696"/>
                    <a:pt x="240" y="1593"/>
                    <a:pt x="240" y="1593"/>
                  </a:cubicBezTo>
                  <a:lnTo>
                    <a:pt x="307" y="1335"/>
                  </a:lnTo>
                  <a:lnTo>
                    <a:pt x="575" y="368"/>
                  </a:lnTo>
                  <a:cubicBezTo>
                    <a:pt x="613" y="186"/>
                    <a:pt x="766" y="62"/>
                    <a:pt x="939" y="43"/>
                  </a:cubicBezTo>
                  <a:cubicBezTo>
                    <a:pt x="929" y="33"/>
                    <a:pt x="910" y="23"/>
                    <a:pt x="891" y="14"/>
                  </a:cubicBezTo>
                  <a:lnTo>
                    <a:pt x="872" y="14"/>
                  </a:lnTo>
                  <a:cubicBezTo>
                    <a:pt x="837" y="5"/>
                    <a:pt x="803" y="1"/>
                    <a:pt x="769" y="1"/>
                  </a:cubicBezTo>
                  <a:close/>
                </a:path>
              </a:pathLst>
            </a:custGeom>
            <a:solidFill>
              <a:srgbClr val="B3C3C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655" name="Google Shape;13655;p43"/>
            <p:cNvSpPr/>
            <p:nvPr/>
          </p:nvSpPr>
          <p:spPr>
            <a:xfrm>
              <a:off x="5497758" y="2003731"/>
              <a:ext cx="18382" cy="41281"/>
            </a:xfrm>
            <a:custGeom>
              <a:rect b="b" l="l" r="r" t="t"/>
              <a:pathLst>
                <a:path extrusionOk="0" h="1572" w="700">
                  <a:moveTo>
                    <a:pt x="580" y="1"/>
                  </a:moveTo>
                  <a:cubicBezTo>
                    <a:pt x="464" y="1"/>
                    <a:pt x="362" y="87"/>
                    <a:pt x="355" y="215"/>
                  </a:cubicBezTo>
                  <a:lnTo>
                    <a:pt x="87" y="1191"/>
                  </a:lnTo>
                  <a:lnTo>
                    <a:pt x="68" y="1258"/>
                  </a:lnTo>
                  <a:lnTo>
                    <a:pt x="29" y="1402"/>
                  </a:lnTo>
                  <a:cubicBezTo>
                    <a:pt x="1" y="1459"/>
                    <a:pt x="39" y="1536"/>
                    <a:pt x="106" y="1564"/>
                  </a:cubicBezTo>
                  <a:cubicBezTo>
                    <a:pt x="120" y="1569"/>
                    <a:pt x="133" y="1571"/>
                    <a:pt x="145" y="1571"/>
                  </a:cubicBezTo>
                  <a:cubicBezTo>
                    <a:pt x="228" y="1571"/>
                    <a:pt x="250" y="1469"/>
                    <a:pt x="250" y="1469"/>
                  </a:cubicBezTo>
                  <a:lnTo>
                    <a:pt x="317" y="1210"/>
                  </a:lnTo>
                  <a:lnTo>
                    <a:pt x="584" y="244"/>
                  </a:lnTo>
                  <a:cubicBezTo>
                    <a:pt x="594" y="167"/>
                    <a:pt x="642" y="90"/>
                    <a:pt x="699" y="33"/>
                  </a:cubicBezTo>
                  <a:cubicBezTo>
                    <a:pt x="660" y="11"/>
                    <a:pt x="619" y="1"/>
                    <a:pt x="580" y="1"/>
                  </a:cubicBezTo>
                  <a:close/>
                </a:path>
              </a:pathLst>
            </a:custGeom>
            <a:solidFill>
              <a:srgbClr val="B3C3C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656" name="Google Shape;13656;p43"/>
            <p:cNvSpPr/>
            <p:nvPr/>
          </p:nvSpPr>
          <p:spPr>
            <a:xfrm>
              <a:off x="5515615" y="2011872"/>
              <a:ext cx="18618" cy="41176"/>
            </a:xfrm>
            <a:custGeom>
              <a:rect b="b" l="l" r="r" t="t"/>
              <a:pathLst>
                <a:path extrusionOk="0" h="1568" w="709">
                  <a:moveTo>
                    <a:pt x="586" y="0"/>
                  </a:moveTo>
                  <a:cubicBezTo>
                    <a:pt x="453" y="0"/>
                    <a:pt x="331" y="100"/>
                    <a:pt x="316" y="240"/>
                  </a:cubicBezTo>
                  <a:lnTo>
                    <a:pt x="77" y="1187"/>
                  </a:lnTo>
                  <a:lnTo>
                    <a:pt x="67" y="1254"/>
                  </a:lnTo>
                  <a:lnTo>
                    <a:pt x="29" y="1398"/>
                  </a:lnTo>
                  <a:cubicBezTo>
                    <a:pt x="0" y="1455"/>
                    <a:pt x="29" y="1532"/>
                    <a:pt x="96" y="1561"/>
                  </a:cubicBezTo>
                  <a:cubicBezTo>
                    <a:pt x="111" y="1565"/>
                    <a:pt x="125" y="1567"/>
                    <a:pt x="138" y="1567"/>
                  </a:cubicBezTo>
                  <a:cubicBezTo>
                    <a:pt x="227" y="1567"/>
                    <a:pt x="249" y="1465"/>
                    <a:pt x="249" y="1465"/>
                  </a:cubicBezTo>
                  <a:lnTo>
                    <a:pt x="306" y="1206"/>
                  </a:lnTo>
                  <a:lnTo>
                    <a:pt x="546" y="269"/>
                  </a:lnTo>
                  <a:cubicBezTo>
                    <a:pt x="574" y="173"/>
                    <a:pt x="622" y="87"/>
                    <a:pt x="708" y="29"/>
                  </a:cubicBezTo>
                  <a:cubicBezTo>
                    <a:pt x="668" y="9"/>
                    <a:pt x="627" y="0"/>
                    <a:pt x="586" y="0"/>
                  </a:cubicBezTo>
                  <a:close/>
                </a:path>
              </a:pathLst>
            </a:custGeom>
            <a:solidFill>
              <a:srgbClr val="B3C3C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657" name="Google Shape;13657;p43"/>
            <p:cNvSpPr/>
            <p:nvPr/>
          </p:nvSpPr>
          <p:spPr>
            <a:xfrm>
              <a:off x="5534706" y="2020669"/>
              <a:ext cx="16360" cy="37657"/>
            </a:xfrm>
            <a:custGeom>
              <a:rect b="b" l="l" r="r" t="t"/>
              <a:pathLst>
                <a:path extrusionOk="0" h="1434" w="623">
                  <a:moveTo>
                    <a:pt x="594" y="1"/>
                  </a:moveTo>
                  <a:cubicBezTo>
                    <a:pt x="508" y="1"/>
                    <a:pt x="422" y="20"/>
                    <a:pt x="355" y="68"/>
                  </a:cubicBezTo>
                  <a:lnTo>
                    <a:pt x="355" y="87"/>
                  </a:lnTo>
                  <a:lnTo>
                    <a:pt x="87" y="1063"/>
                  </a:lnTo>
                  <a:lnTo>
                    <a:pt x="68" y="1120"/>
                  </a:lnTo>
                  <a:lnTo>
                    <a:pt x="29" y="1264"/>
                  </a:lnTo>
                  <a:cubicBezTo>
                    <a:pt x="1" y="1331"/>
                    <a:pt x="29" y="1407"/>
                    <a:pt x="96" y="1427"/>
                  </a:cubicBezTo>
                  <a:cubicBezTo>
                    <a:pt x="113" y="1432"/>
                    <a:pt x="128" y="1434"/>
                    <a:pt x="141" y="1434"/>
                  </a:cubicBezTo>
                  <a:cubicBezTo>
                    <a:pt x="228" y="1434"/>
                    <a:pt x="249" y="1340"/>
                    <a:pt x="249" y="1340"/>
                  </a:cubicBezTo>
                  <a:lnTo>
                    <a:pt x="316" y="1072"/>
                  </a:lnTo>
                  <a:lnTo>
                    <a:pt x="575" y="106"/>
                  </a:lnTo>
                  <a:cubicBezTo>
                    <a:pt x="584" y="68"/>
                    <a:pt x="603" y="39"/>
                    <a:pt x="623" y="1"/>
                  </a:cubicBezTo>
                  <a:close/>
                </a:path>
              </a:pathLst>
            </a:custGeom>
            <a:solidFill>
              <a:srgbClr val="B3C3C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658" name="Google Shape;13658;p43"/>
            <p:cNvSpPr/>
            <p:nvPr/>
          </p:nvSpPr>
          <p:spPr>
            <a:xfrm>
              <a:off x="5585230" y="2104097"/>
              <a:ext cx="13077" cy="47793"/>
            </a:xfrm>
            <a:custGeom>
              <a:rect b="b" l="l" r="r" t="t"/>
              <a:pathLst>
                <a:path extrusionOk="0" h="1820" w="498">
                  <a:moveTo>
                    <a:pt x="431" y="1"/>
                  </a:moveTo>
                  <a:cubicBezTo>
                    <a:pt x="306" y="10"/>
                    <a:pt x="201" y="58"/>
                    <a:pt x="125" y="144"/>
                  </a:cubicBezTo>
                  <a:cubicBezTo>
                    <a:pt x="38" y="221"/>
                    <a:pt x="0" y="336"/>
                    <a:pt x="0" y="451"/>
                  </a:cubicBezTo>
                  <a:lnTo>
                    <a:pt x="0" y="1465"/>
                  </a:lnTo>
                  <a:lnTo>
                    <a:pt x="0" y="1532"/>
                  </a:lnTo>
                  <a:lnTo>
                    <a:pt x="10" y="1676"/>
                  </a:lnTo>
                  <a:cubicBezTo>
                    <a:pt x="0" y="1743"/>
                    <a:pt x="48" y="1810"/>
                    <a:pt x="115" y="1819"/>
                  </a:cubicBezTo>
                  <a:cubicBezTo>
                    <a:pt x="119" y="1820"/>
                    <a:pt x="123" y="1820"/>
                    <a:pt x="127" y="1820"/>
                  </a:cubicBezTo>
                  <a:cubicBezTo>
                    <a:pt x="239" y="1820"/>
                    <a:pt x="239" y="1685"/>
                    <a:pt x="239" y="1685"/>
                  </a:cubicBezTo>
                  <a:lnTo>
                    <a:pt x="230" y="1417"/>
                  </a:lnTo>
                  <a:lnTo>
                    <a:pt x="230" y="422"/>
                  </a:lnTo>
                  <a:cubicBezTo>
                    <a:pt x="220" y="240"/>
                    <a:pt x="326" y="68"/>
                    <a:pt x="498" y="1"/>
                  </a:cubicBezTo>
                  <a:close/>
                </a:path>
              </a:pathLst>
            </a:custGeom>
            <a:solidFill>
              <a:srgbClr val="B3C3C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659" name="Google Shape;13659;p43"/>
            <p:cNvSpPr/>
            <p:nvPr/>
          </p:nvSpPr>
          <p:spPr>
            <a:xfrm>
              <a:off x="5606947" y="2109480"/>
              <a:ext cx="8456" cy="43171"/>
            </a:xfrm>
            <a:custGeom>
              <a:rect b="b" l="l" r="r" t="t"/>
              <a:pathLst>
                <a:path extrusionOk="0" h="1644" w="322">
                  <a:moveTo>
                    <a:pt x="268" y="0"/>
                  </a:moveTo>
                  <a:cubicBezTo>
                    <a:pt x="125" y="0"/>
                    <a:pt x="0" y="131"/>
                    <a:pt x="34" y="284"/>
                  </a:cubicBezTo>
                  <a:lnTo>
                    <a:pt x="34" y="1356"/>
                  </a:lnTo>
                  <a:lnTo>
                    <a:pt x="34" y="1499"/>
                  </a:lnTo>
                  <a:cubicBezTo>
                    <a:pt x="25" y="1576"/>
                    <a:pt x="73" y="1643"/>
                    <a:pt x="149" y="1643"/>
                  </a:cubicBezTo>
                  <a:cubicBezTo>
                    <a:pt x="153" y="1643"/>
                    <a:pt x="157" y="1643"/>
                    <a:pt x="161" y="1643"/>
                  </a:cubicBezTo>
                  <a:cubicBezTo>
                    <a:pt x="264" y="1643"/>
                    <a:pt x="264" y="1519"/>
                    <a:pt x="264" y="1519"/>
                  </a:cubicBezTo>
                  <a:lnTo>
                    <a:pt x="264" y="1251"/>
                  </a:lnTo>
                  <a:lnTo>
                    <a:pt x="264" y="246"/>
                  </a:lnTo>
                  <a:cubicBezTo>
                    <a:pt x="255" y="169"/>
                    <a:pt x="283" y="83"/>
                    <a:pt x="322" y="6"/>
                  </a:cubicBezTo>
                  <a:cubicBezTo>
                    <a:pt x="304" y="2"/>
                    <a:pt x="286" y="0"/>
                    <a:pt x="268" y="0"/>
                  </a:cubicBezTo>
                  <a:close/>
                </a:path>
              </a:pathLst>
            </a:custGeom>
            <a:solidFill>
              <a:srgbClr val="B3C3C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660" name="Google Shape;13660;p43"/>
            <p:cNvSpPr/>
            <p:nvPr/>
          </p:nvSpPr>
          <p:spPr>
            <a:xfrm>
              <a:off x="5625513" y="2113314"/>
              <a:ext cx="8981" cy="43093"/>
            </a:xfrm>
            <a:custGeom>
              <a:rect b="b" l="l" r="r" t="t"/>
              <a:pathLst>
                <a:path extrusionOk="0" h="1641" w="342">
                  <a:moveTo>
                    <a:pt x="298" y="1"/>
                  </a:moveTo>
                  <a:cubicBezTo>
                    <a:pt x="135" y="1"/>
                    <a:pt x="1" y="143"/>
                    <a:pt x="36" y="310"/>
                  </a:cubicBezTo>
                  <a:lnTo>
                    <a:pt x="55" y="1296"/>
                  </a:lnTo>
                  <a:lnTo>
                    <a:pt x="55" y="1353"/>
                  </a:lnTo>
                  <a:lnTo>
                    <a:pt x="55" y="1507"/>
                  </a:lnTo>
                  <a:cubicBezTo>
                    <a:pt x="45" y="1574"/>
                    <a:pt x="93" y="1631"/>
                    <a:pt x="170" y="1641"/>
                  </a:cubicBezTo>
                  <a:cubicBezTo>
                    <a:pt x="174" y="1641"/>
                    <a:pt x="177" y="1641"/>
                    <a:pt x="181" y="1641"/>
                  </a:cubicBezTo>
                  <a:cubicBezTo>
                    <a:pt x="285" y="1641"/>
                    <a:pt x="285" y="1516"/>
                    <a:pt x="285" y="1516"/>
                  </a:cubicBezTo>
                  <a:lnTo>
                    <a:pt x="275" y="1248"/>
                  </a:lnTo>
                  <a:lnTo>
                    <a:pt x="256" y="282"/>
                  </a:lnTo>
                  <a:cubicBezTo>
                    <a:pt x="256" y="176"/>
                    <a:pt x="285" y="81"/>
                    <a:pt x="342" y="4"/>
                  </a:cubicBezTo>
                  <a:cubicBezTo>
                    <a:pt x="327" y="2"/>
                    <a:pt x="312" y="1"/>
                    <a:pt x="298" y="1"/>
                  </a:cubicBezTo>
                  <a:close/>
                </a:path>
              </a:pathLst>
            </a:custGeom>
            <a:solidFill>
              <a:srgbClr val="B3C3C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661" name="Google Shape;13661;p43"/>
            <p:cNvSpPr/>
            <p:nvPr/>
          </p:nvSpPr>
          <p:spPr>
            <a:xfrm>
              <a:off x="5646285" y="2117437"/>
              <a:ext cx="6801" cy="39731"/>
            </a:xfrm>
            <a:custGeom>
              <a:rect b="b" l="l" r="r" t="t"/>
              <a:pathLst>
                <a:path extrusionOk="0" h="1513" w="259">
                  <a:moveTo>
                    <a:pt x="221" y="0"/>
                  </a:moveTo>
                  <a:cubicBezTo>
                    <a:pt x="144" y="29"/>
                    <a:pt x="68" y="67"/>
                    <a:pt x="10" y="134"/>
                  </a:cubicBezTo>
                  <a:lnTo>
                    <a:pt x="10" y="144"/>
                  </a:lnTo>
                  <a:lnTo>
                    <a:pt x="10" y="1225"/>
                  </a:lnTo>
                  <a:lnTo>
                    <a:pt x="20" y="1369"/>
                  </a:lnTo>
                  <a:cubicBezTo>
                    <a:pt x="1" y="1436"/>
                    <a:pt x="58" y="1503"/>
                    <a:pt x="125" y="1512"/>
                  </a:cubicBezTo>
                  <a:cubicBezTo>
                    <a:pt x="130" y="1513"/>
                    <a:pt x="134" y="1513"/>
                    <a:pt x="139" y="1513"/>
                  </a:cubicBezTo>
                  <a:cubicBezTo>
                    <a:pt x="258" y="1513"/>
                    <a:pt x="250" y="1388"/>
                    <a:pt x="250" y="1388"/>
                  </a:cubicBezTo>
                  <a:lnTo>
                    <a:pt x="240" y="1120"/>
                  </a:lnTo>
                  <a:lnTo>
                    <a:pt x="240" y="115"/>
                  </a:lnTo>
                  <a:cubicBezTo>
                    <a:pt x="240" y="77"/>
                    <a:pt x="240" y="38"/>
                    <a:pt x="250" y="0"/>
                  </a:cubicBezTo>
                  <a:close/>
                </a:path>
              </a:pathLst>
            </a:custGeom>
            <a:solidFill>
              <a:srgbClr val="B3C3C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662" name="Google Shape;13662;p43"/>
            <p:cNvSpPr/>
            <p:nvPr/>
          </p:nvSpPr>
          <p:spPr>
            <a:xfrm>
              <a:off x="5577694" y="2215439"/>
              <a:ext cx="86973" cy="32694"/>
            </a:xfrm>
            <a:custGeom>
              <a:rect b="b" l="l" r="r" t="t"/>
              <a:pathLst>
                <a:path extrusionOk="0" h="1245" w="3312">
                  <a:moveTo>
                    <a:pt x="201" y="1"/>
                  </a:moveTo>
                  <a:cubicBezTo>
                    <a:pt x="86" y="10"/>
                    <a:pt x="0" y="115"/>
                    <a:pt x="19" y="221"/>
                  </a:cubicBezTo>
                  <a:lnTo>
                    <a:pt x="19" y="1245"/>
                  </a:lnTo>
                  <a:lnTo>
                    <a:pt x="3302" y="1245"/>
                  </a:lnTo>
                  <a:lnTo>
                    <a:pt x="3302" y="249"/>
                  </a:lnTo>
                  <a:cubicBezTo>
                    <a:pt x="3292" y="240"/>
                    <a:pt x="3292" y="230"/>
                    <a:pt x="3292" y="221"/>
                  </a:cubicBezTo>
                  <a:cubicBezTo>
                    <a:pt x="3311" y="115"/>
                    <a:pt x="3225" y="10"/>
                    <a:pt x="3110" y="1"/>
                  </a:cubicBez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663" name="Google Shape;13663;p43"/>
            <p:cNvSpPr/>
            <p:nvPr/>
          </p:nvSpPr>
          <p:spPr>
            <a:xfrm>
              <a:off x="5595262" y="2215439"/>
              <a:ext cx="69405" cy="32694"/>
            </a:xfrm>
            <a:custGeom>
              <a:rect b="b" l="l" r="r" t="t"/>
              <a:pathLst>
                <a:path extrusionOk="0" h="1245" w="2643">
                  <a:moveTo>
                    <a:pt x="1" y="1"/>
                  </a:moveTo>
                  <a:lnTo>
                    <a:pt x="1" y="1245"/>
                  </a:lnTo>
                  <a:lnTo>
                    <a:pt x="2633" y="1245"/>
                  </a:lnTo>
                  <a:lnTo>
                    <a:pt x="2633" y="249"/>
                  </a:lnTo>
                  <a:cubicBezTo>
                    <a:pt x="2623" y="240"/>
                    <a:pt x="2623" y="230"/>
                    <a:pt x="2623" y="221"/>
                  </a:cubicBezTo>
                  <a:cubicBezTo>
                    <a:pt x="2642" y="115"/>
                    <a:pt x="2556" y="10"/>
                    <a:pt x="2441" y="1"/>
                  </a:cubicBezTo>
                  <a:close/>
                </a:path>
              </a:pathLst>
            </a:custGeom>
            <a:solidFill>
              <a:srgbClr val="EFF3F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664" name="Google Shape;13664;p43"/>
            <p:cNvSpPr/>
            <p:nvPr/>
          </p:nvSpPr>
          <p:spPr>
            <a:xfrm>
              <a:off x="5334421" y="2246111"/>
              <a:ext cx="86973" cy="32431"/>
            </a:xfrm>
            <a:custGeom>
              <a:rect b="b" l="l" r="r" t="t"/>
              <a:pathLst>
                <a:path extrusionOk="0" h="1235" w="3312">
                  <a:moveTo>
                    <a:pt x="201" y="0"/>
                  </a:moveTo>
                  <a:cubicBezTo>
                    <a:pt x="86" y="10"/>
                    <a:pt x="0" y="105"/>
                    <a:pt x="19" y="220"/>
                  </a:cubicBezTo>
                  <a:lnTo>
                    <a:pt x="19" y="1235"/>
                  </a:lnTo>
                  <a:lnTo>
                    <a:pt x="3292" y="1235"/>
                  </a:lnTo>
                  <a:lnTo>
                    <a:pt x="3292" y="249"/>
                  </a:lnTo>
                  <a:cubicBezTo>
                    <a:pt x="3292" y="239"/>
                    <a:pt x="3292" y="230"/>
                    <a:pt x="3292" y="220"/>
                  </a:cubicBezTo>
                  <a:cubicBezTo>
                    <a:pt x="3311" y="105"/>
                    <a:pt x="3225" y="10"/>
                    <a:pt x="3110" y="0"/>
                  </a:cubicBez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665" name="Google Shape;13665;p43"/>
            <p:cNvSpPr/>
            <p:nvPr/>
          </p:nvSpPr>
          <p:spPr>
            <a:xfrm>
              <a:off x="5353512" y="2246111"/>
              <a:ext cx="67882" cy="32431"/>
            </a:xfrm>
            <a:custGeom>
              <a:rect b="b" l="l" r="r" t="t"/>
              <a:pathLst>
                <a:path extrusionOk="0" h="1235" w="2585">
                  <a:moveTo>
                    <a:pt x="0" y="0"/>
                  </a:moveTo>
                  <a:lnTo>
                    <a:pt x="0" y="1235"/>
                  </a:lnTo>
                  <a:lnTo>
                    <a:pt x="2565" y="1235"/>
                  </a:lnTo>
                  <a:lnTo>
                    <a:pt x="2565" y="249"/>
                  </a:lnTo>
                  <a:cubicBezTo>
                    <a:pt x="2565" y="239"/>
                    <a:pt x="2565" y="230"/>
                    <a:pt x="2565" y="220"/>
                  </a:cubicBezTo>
                  <a:cubicBezTo>
                    <a:pt x="2584" y="105"/>
                    <a:pt x="2498" y="10"/>
                    <a:pt x="2383" y="0"/>
                  </a:cubicBezTo>
                  <a:close/>
                </a:path>
              </a:pathLst>
            </a:custGeom>
            <a:solidFill>
              <a:srgbClr val="EFF3F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3666" name="Google Shape;13666;p43"/>
          <p:cNvGrpSpPr/>
          <p:nvPr/>
        </p:nvGrpSpPr>
        <p:grpSpPr>
          <a:xfrm>
            <a:off x="5765926" y="1824283"/>
            <a:ext cx="348339" cy="348103"/>
            <a:chOff x="5765926" y="1976683"/>
            <a:chExt cx="348339" cy="348103"/>
          </a:xfrm>
        </p:grpSpPr>
        <p:sp>
          <p:nvSpPr>
            <p:cNvPr id="13667" name="Google Shape;13667;p43"/>
            <p:cNvSpPr/>
            <p:nvPr/>
          </p:nvSpPr>
          <p:spPr>
            <a:xfrm>
              <a:off x="5765926" y="1976683"/>
              <a:ext cx="263808" cy="173946"/>
            </a:xfrm>
            <a:custGeom>
              <a:rect b="b" l="l" r="r" t="t"/>
              <a:pathLst>
                <a:path extrusionOk="0" h="6624" w="10046">
                  <a:moveTo>
                    <a:pt x="862" y="1"/>
                  </a:moveTo>
                  <a:cubicBezTo>
                    <a:pt x="383" y="1"/>
                    <a:pt x="0" y="384"/>
                    <a:pt x="0" y="853"/>
                  </a:cubicBezTo>
                  <a:lnTo>
                    <a:pt x="0" y="6413"/>
                  </a:lnTo>
                  <a:cubicBezTo>
                    <a:pt x="0" y="6528"/>
                    <a:pt x="96" y="6623"/>
                    <a:pt x="220" y="6623"/>
                  </a:cubicBezTo>
                  <a:lnTo>
                    <a:pt x="2354" y="6623"/>
                  </a:lnTo>
                  <a:cubicBezTo>
                    <a:pt x="2594" y="6623"/>
                    <a:pt x="2785" y="6432"/>
                    <a:pt x="2785" y="6202"/>
                  </a:cubicBezTo>
                  <a:lnTo>
                    <a:pt x="2785" y="5772"/>
                  </a:lnTo>
                  <a:cubicBezTo>
                    <a:pt x="2785" y="5590"/>
                    <a:pt x="2709" y="5418"/>
                    <a:pt x="2565" y="5293"/>
                  </a:cubicBezTo>
                  <a:cubicBezTo>
                    <a:pt x="1723" y="4594"/>
                    <a:pt x="2211" y="3216"/>
                    <a:pt x="3312" y="3207"/>
                  </a:cubicBezTo>
                  <a:cubicBezTo>
                    <a:pt x="4412" y="3207"/>
                    <a:pt x="4919" y="4575"/>
                    <a:pt x="4068" y="5284"/>
                  </a:cubicBezTo>
                  <a:cubicBezTo>
                    <a:pt x="3934" y="5408"/>
                    <a:pt x="3847" y="5580"/>
                    <a:pt x="3847" y="5762"/>
                  </a:cubicBezTo>
                  <a:lnTo>
                    <a:pt x="3847" y="6202"/>
                  </a:lnTo>
                  <a:cubicBezTo>
                    <a:pt x="3847" y="6432"/>
                    <a:pt x="4039" y="6623"/>
                    <a:pt x="4278" y="6623"/>
                  </a:cubicBezTo>
                  <a:lnTo>
                    <a:pt x="6623" y="6623"/>
                  </a:lnTo>
                  <a:lnTo>
                    <a:pt x="6623" y="4279"/>
                  </a:lnTo>
                  <a:cubicBezTo>
                    <a:pt x="6623" y="4039"/>
                    <a:pt x="6814" y="3848"/>
                    <a:pt x="7054" y="3848"/>
                  </a:cubicBezTo>
                  <a:lnTo>
                    <a:pt x="7484" y="3848"/>
                  </a:lnTo>
                  <a:cubicBezTo>
                    <a:pt x="7676" y="3848"/>
                    <a:pt x="7848" y="3925"/>
                    <a:pt x="7963" y="4068"/>
                  </a:cubicBezTo>
                  <a:cubicBezTo>
                    <a:pt x="8211" y="4359"/>
                    <a:pt x="8536" y="4489"/>
                    <a:pt x="8856" y="4489"/>
                  </a:cubicBezTo>
                  <a:cubicBezTo>
                    <a:pt x="9462" y="4489"/>
                    <a:pt x="10046" y="4023"/>
                    <a:pt x="10039" y="3303"/>
                  </a:cubicBezTo>
                  <a:cubicBezTo>
                    <a:pt x="10039" y="2589"/>
                    <a:pt x="9460" y="2132"/>
                    <a:pt x="8862" y="2132"/>
                  </a:cubicBezTo>
                  <a:cubicBezTo>
                    <a:pt x="8538" y="2132"/>
                    <a:pt x="8208" y="2266"/>
                    <a:pt x="7963" y="2566"/>
                  </a:cubicBezTo>
                  <a:cubicBezTo>
                    <a:pt x="7845" y="2693"/>
                    <a:pt x="7683" y="2777"/>
                    <a:pt x="7512" y="2777"/>
                  </a:cubicBezTo>
                  <a:cubicBezTo>
                    <a:pt x="7503" y="2777"/>
                    <a:pt x="7493" y="2777"/>
                    <a:pt x="7484" y="2776"/>
                  </a:cubicBezTo>
                  <a:lnTo>
                    <a:pt x="7054" y="2776"/>
                  </a:lnTo>
                  <a:cubicBezTo>
                    <a:pt x="6814" y="2776"/>
                    <a:pt x="6632" y="2585"/>
                    <a:pt x="6632" y="2355"/>
                  </a:cubicBezTo>
                  <a:lnTo>
                    <a:pt x="6632" y="211"/>
                  </a:lnTo>
                  <a:cubicBezTo>
                    <a:pt x="6632" y="96"/>
                    <a:pt x="6537" y="1"/>
                    <a:pt x="6412" y="1"/>
                  </a:cubicBez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668" name="Google Shape;13668;p43"/>
            <p:cNvSpPr/>
            <p:nvPr/>
          </p:nvSpPr>
          <p:spPr>
            <a:xfrm>
              <a:off x="5940082" y="1976683"/>
              <a:ext cx="174183" cy="263677"/>
            </a:xfrm>
            <a:custGeom>
              <a:rect b="b" l="l" r="r" t="t"/>
              <a:pathLst>
                <a:path extrusionOk="0" h="10041" w="6633">
                  <a:moveTo>
                    <a:pt x="221" y="1"/>
                  </a:moveTo>
                  <a:cubicBezTo>
                    <a:pt x="96" y="1"/>
                    <a:pt x="0" y="96"/>
                    <a:pt x="0" y="211"/>
                  </a:cubicBezTo>
                  <a:lnTo>
                    <a:pt x="0" y="2355"/>
                  </a:lnTo>
                  <a:cubicBezTo>
                    <a:pt x="0" y="2585"/>
                    <a:pt x="192" y="2776"/>
                    <a:pt x="431" y="2776"/>
                  </a:cubicBezTo>
                  <a:lnTo>
                    <a:pt x="852" y="2776"/>
                  </a:lnTo>
                  <a:cubicBezTo>
                    <a:pt x="863" y="2777"/>
                    <a:pt x="874" y="2777"/>
                    <a:pt x="884" y="2777"/>
                  </a:cubicBezTo>
                  <a:cubicBezTo>
                    <a:pt x="1063" y="2777"/>
                    <a:pt x="1222" y="2701"/>
                    <a:pt x="1331" y="2566"/>
                  </a:cubicBezTo>
                  <a:cubicBezTo>
                    <a:pt x="1575" y="2268"/>
                    <a:pt x="1904" y="2135"/>
                    <a:pt x="2228" y="2135"/>
                  </a:cubicBezTo>
                  <a:cubicBezTo>
                    <a:pt x="2831" y="2135"/>
                    <a:pt x="3417" y="2593"/>
                    <a:pt x="3417" y="3303"/>
                  </a:cubicBezTo>
                  <a:cubicBezTo>
                    <a:pt x="3423" y="4023"/>
                    <a:pt x="2835" y="4489"/>
                    <a:pt x="2229" y="4489"/>
                  </a:cubicBezTo>
                  <a:cubicBezTo>
                    <a:pt x="1910" y="4489"/>
                    <a:pt x="1585" y="4359"/>
                    <a:pt x="1340" y="4068"/>
                  </a:cubicBezTo>
                  <a:cubicBezTo>
                    <a:pt x="1225" y="3934"/>
                    <a:pt x="1053" y="3848"/>
                    <a:pt x="862" y="3848"/>
                  </a:cubicBezTo>
                  <a:lnTo>
                    <a:pt x="431" y="3848"/>
                  </a:lnTo>
                  <a:cubicBezTo>
                    <a:pt x="192" y="3848"/>
                    <a:pt x="0" y="4039"/>
                    <a:pt x="0" y="4279"/>
                  </a:cubicBezTo>
                  <a:lnTo>
                    <a:pt x="0" y="6623"/>
                  </a:lnTo>
                  <a:lnTo>
                    <a:pt x="2355" y="6623"/>
                  </a:lnTo>
                  <a:cubicBezTo>
                    <a:pt x="2594" y="6623"/>
                    <a:pt x="2785" y="6815"/>
                    <a:pt x="2785" y="7054"/>
                  </a:cubicBezTo>
                  <a:lnTo>
                    <a:pt x="2785" y="7485"/>
                  </a:lnTo>
                  <a:cubicBezTo>
                    <a:pt x="2776" y="7676"/>
                    <a:pt x="2699" y="7848"/>
                    <a:pt x="2556" y="7963"/>
                  </a:cubicBezTo>
                  <a:cubicBezTo>
                    <a:pt x="1716" y="8669"/>
                    <a:pt x="2217" y="10040"/>
                    <a:pt x="3310" y="10040"/>
                  </a:cubicBezTo>
                  <a:cubicBezTo>
                    <a:pt x="3314" y="10040"/>
                    <a:pt x="3318" y="10040"/>
                    <a:pt x="3321" y="10040"/>
                  </a:cubicBezTo>
                  <a:cubicBezTo>
                    <a:pt x="4422" y="10040"/>
                    <a:pt x="4910" y="8652"/>
                    <a:pt x="4058" y="7954"/>
                  </a:cubicBezTo>
                  <a:cubicBezTo>
                    <a:pt x="3924" y="7839"/>
                    <a:pt x="3848" y="7667"/>
                    <a:pt x="3848" y="7475"/>
                  </a:cubicBezTo>
                  <a:lnTo>
                    <a:pt x="3848" y="7054"/>
                  </a:lnTo>
                  <a:cubicBezTo>
                    <a:pt x="3848" y="6815"/>
                    <a:pt x="4039" y="6623"/>
                    <a:pt x="4278" y="6623"/>
                  </a:cubicBezTo>
                  <a:lnTo>
                    <a:pt x="6413" y="6623"/>
                  </a:lnTo>
                  <a:cubicBezTo>
                    <a:pt x="6527" y="6623"/>
                    <a:pt x="6633" y="6528"/>
                    <a:pt x="6633" y="6413"/>
                  </a:cubicBezTo>
                  <a:lnTo>
                    <a:pt x="6633" y="853"/>
                  </a:lnTo>
                  <a:cubicBezTo>
                    <a:pt x="6633" y="384"/>
                    <a:pt x="6250" y="1"/>
                    <a:pt x="5771" y="1"/>
                  </a:cubicBezTo>
                  <a:close/>
                </a:path>
              </a:pathLst>
            </a:custGeom>
            <a:solidFill>
              <a:srgbClr val="D2DBE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669" name="Google Shape;13669;p43"/>
            <p:cNvSpPr/>
            <p:nvPr/>
          </p:nvSpPr>
          <p:spPr>
            <a:xfrm>
              <a:off x="5850194" y="2150603"/>
              <a:ext cx="263834" cy="174183"/>
            </a:xfrm>
            <a:custGeom>
              <a:rect b="b" l="l" r="r" t="t"/>
              <a:pathLst>
                <a:path extrusionOk="0" h="6633" w="10047">
                  <a:moveTo>
                    <a:pt x="3423" y="0"/>
                  </a:moveTo>
                  <a:lnTo>
                    <a:pt x="3423" y="2355"/>
                  </a:lnTo>
                  <a:cubicBezTo>
                    <a:pt x="3423" y="2594"/>
                    <a:pt x="3232" y="2785"/>
                    <a:pt x="2993" y="2785"/>
                  </a:cubicBezTo>
                  <a:lnTo>
                    <a:pt x="2562" y="2785"/>
                  </a:lnTo>
                  <a:cubicBezTo>
                    <a:pt x="2371" y="2785"/>
                    <a:pt x="2198" y="2699"/>
                    <a:pt x="2084" y="2556"/>
                  </a:cubicBezTo>
                  <a:cubicBezTo>
                    <a:pt x="1836" y="2265"/>
                    <a:pt x="1510" y="2135"/>
                    <a:pt x="1190" y="2135"/>
                  </a:cubicBezTo>
                  <a:cubicBezTo>
                    <a:pt x="585" y="2135"/>
                    <a:pt x="1" y="2601"/>
                    <a:pt x="7" y="3321"/>
                  </a:cubicBezTo>
                  <a:cubicBezTo>
                    <a:pt x="7" y="4037"/>
                    <a:pt x="590" y="4494"/>
                    <a:pt x="1190" y="4494"/>
                  </a:cubicBezTo>
                  <a:cubicBezTo>
                    <a:pt x="1512" y="4494"/>
                    <a:pt x="1839" y="4362"/>
                    <a:pt x="2084" y="4068"/>
                  </a:cubicBezTo>
                  <a:cubicBezTo>
                    <a:pt x="2208" y="3924"/>
                    <a:pt x="2380" y="3848"/>
                    <a:pt x="2562" y="3848"/>
                  </a:cubicBezTo>
                  <a:lnTo>
                    <a:pt x="2993" y="3848"/>
                  </a:lnTo>
                  <a:cubicBezTo>
                    <a:pt x="3232" y="3848"/>
                    <a:pt x="3423" y="4039"/>
                    <a:pt x="3423" y="4278"/>
                  </a:cubicBezTo>
                  <a:lnTo>
                    <a:pt x="3423" y="6412"/>
                  </a:lnTo>
                  <a:cubicBezTo>
                    <a:pt x="3414" y="6537"/>
                    <a:pt x="3519" y="6633"/>
                    <a:pt x="3634" y="6633"/>
                  </a:cubicBezTo>
                  <a:lnTo>
                    <a:pt x="9194" y="6633"/>
                  </a:lnTo>
                  <a:cubicBezTo>
                    <a:pt x="9663" y="6633"/>
                    <a:pt x="10046" y="6250"/>
                    <a:pt x="10046" y="5771"/>
                  </a:cubicBezTo>
                  <a:lnTo>
                    <a:pt x="10046" y="221"/>
                  </a:lnTo>
                  <a:cubicBezTo>
                    <a:pt x="10046" y="96"/>
                    <a:pt x="9950" y="0"/>
                    <a:pt x="9836" y="0"/>
                  </a:cubicBezTo>
                  <a:lnTo>
                    <a:pt x="7692" y="0"/>
                  </a:lnTo>
                  <a:cubicBezTo>
                    <a:pt x="7453" y="0"/>
                    <a:pt x="7261" y="192"/>
                    <a:pt x="7261" y="431"/>
                  </a:cubicBezTo>
                  <a:lnTo>
                    <a:pt x="7261" y="852"/>
                  </a:lnTo>
                  <a:cubicBezTo>
                    <a:pt x="7261" y="1044"/>
                    <a:pt x="7338" y="1216"/>
                    <a:pt x="7481" y="1331"/>
                  </a:cubicBezTo>
                  <a:cubicBezTo>
                    <a:pt x="8323" y="2029"/>
                    <a:pt x="7835" y="3417"/>
                    <a:pt x="6735" y="3417"/>
                  </a:cubicBezTo>
                  <a:cubicBezTo>
                    <a:pt x="6731" y="3417"/>
                    <a:pt x="6727" y="3417"/>
                    <a:pt x="6723" y="3417"/>
                  </a:cubicBezTo>
                  <a:cubicBezTo>
                    <a:pt x="5631" y="3417"/>
                    <a:pt x="5130" y="2046"/>
                    <a:pt x="5969" y="1340"/>
                  </a:cubicBezTo>
                  <a:cubicBezTo>
                    <a:pt x="6113" y="1225"/>
                    <a:pt x="6199" y="1053"/>
                    <a:pt x="6199" y="862"/>
                  </a:cubicBezTo>
                  <a:lnTo>
                    <a:pt x="6199" y="431"/>
                  </a:lnTo>
                  <a:cubicBezTo>
                    <a:pt x="6199" y="192"/>
                    <a:pt x="6007" y="0"/>
                    <a:pt x="5768" y="0"/>
                  </a:cubicBezTo>
                  <a:close/>
                </a:path>
              </a:pathLst>
            </a:custGeom>
            <a:solidFill>
              <a:srgbClr val="63768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670" name="Google Shape;13670;p43"/>
            <p:cNvSpPr/>
            <p:nvPr/>
          </p:nvSpPr>
          <p:spPr>
            <a:xfrm>
              <a:off x="5765926" y="2060873"/>
              <a:ext cx="173920" cy="263913"/>
            </a:xfrm>
            <a:custGeom>
              <a:rect b="b" l="l" r="r" t="t"/>
              <a:pathLst>
                <a:path extrusionOk="0" h="10050" w="6623">
                  <a:moveTo>
                    <a:pt x="3312" y="1"/>
                  </a:moveTo>
                  <a:cubicBezTo>
                    <a:pt x="2211" y="10"/>
                    <a:pt x="1713" y="1388"/>
                    <a:pt x="2565" y="2087"/>
                  </a:cubicBezTo>
                  <a:cubicBezTo>
                    <a:pt x="2709" y="2212"/>
                    <a:pt x="2785" y="2384"/>
                    <a:pt x="2776" y="2566"/>
                  </a:cubicBezTo>
                  <a:lnTo>
                    <a:pt x="2776" y="2996"/>
                  </a:lnTo>
                  <a:cubicBezTo>
                    <a:pt x="2776" y="3226"/>
                    <a:pt x="2594" y="3417"/>
                    <a:pt x="2354" y="3417"/>
                  </a:cubicBezTo>
                  <a:lnTo>
                    <a:pt x="220" y="3417"/>
                  </a:lnTo>
                  <a:cubicBezTo>
                    <a:pt x="96" y="3417"/>
                    <a:pt x="0" y="3513"/>
                    <a:pt x="0" y="3638"/>
                  </a:cubicBezTo>
                  <a:lnTo>
                    <a:pt x="0" y="9188"/>
                  </a:lnTo>
                  <a:cubicBezTo>
                    <a:pt x="0" y="9657"/>
                    <a:pt x="383" y="10050"/>
                    <a:pt x="852" y="10050"/>
                  </a:cubicBezTo>
                  <a:lnTo>
                    <a:pt x="6412" y="10050"/>
                  </a:lnTo>
                  <a:cubicBezTo>
                    <a:pt x="6527" y="10050"/>
                    <a:pt x="6623" y="9944"/>
                    <a:pt x="6623" y="9829"/>
                  </a:cubicBezTo>
                  <a:lnTo>
                    <a:pt x="6623" y="7695"/>
                  </a:lnTo>
                  <a:cubicBezTo>
                    <a:pt x="6623" y="7456"/>
                    <a:pt x="6431" y="7265"/>
                    <a:pt x="6202" y="7265"/>
                  </a:cubicBezTo>
                  <a:lnTo>
                    <a:pt x="5771" y="7265"/>
                  </a:lnTo>
                  <a:cubicBezTo>
                    <a:pt x="5589" y="7265"/>
                    <a:pt x="5417" y="7341"/>
                    <a:pt x="5293" y="7485"/>
                  </a:cubicBezTo>
                  <a:cubicBezTo>
                    <a:pt x="5048" y="7779"/>
                    <a:pt x="4721" y="7911"/>
                    <a:pt x="4398" y="7911"/>
                  </a:cubicBezTo>
                  <a:cubicBezTo>
                    <a:pt x="3798" y="7911"/>
                    <a:pt x="3212" y="7454"/>
                    <a:pt x="3206" y="6738"/>
                  </a:cubicBezTo>
                  <a:cubicBezTo>
                    <a:pt x="3206" y="6018"/>
                    <a:pt x="3793" y="5552"/>
                    <a:pt x="4396" y="5552"/>
                  </a:cubicBezTo>
                  <a:cubicBezTo>
                    <a:pt x="4715" y="5552"/>
                    <a:pt x="5038" y="5682"/>
                    <a:pt x="5283" y="5973"/>
                  </a:cubicBezTo>
                  <a:cubicBezTo>
                    <a:pt x="5407" y="6116"/>
                    <a:pt x="5580" y="6202"/>
                    <a:pt x="5762" y="6202"/>
                  </a:cubicBezTo>
                  <a:lnTo>
                    <a:pt x="6202" y="6202"/>
                  </a:lnTo>
                  <a:cubicBezTo>
                    <a:pt x="6431" y="6202"/>
                    <a:pt x="6623" y="6011"/>
                    <a:pt x="6623" y="5772"/>
                  </a:cubicBezTo>
                  <a:lnTo>
                    <a:pt x="6623" y="3417"/>
                  </a:lnTo>
                  <a:lnTo>
                    <a:pt x="4278" y="3417"/>
                  </a:lnTo>
                  <a:cubicBezTo>
                    <a:pt x="4039" y="3417"/>
                    <a:pt x="3847" y="3226"/>
                    <a:pt x="3847" y="2996"/>
                  </a:cubicBezTo>
                  <a:lnTo>
                    <a:pt x="3847" y="2556"/>
                  </a:lnTo>
                  <a:cubicBezTo>
                    <a:pt x="3847" y="2374"/>
                    <a:pt x="3934" y="2202"/>
                    <a:pt x="4068" y="2078"/>
                  </a:cubicBezTo>
                  <a:cubicBezTo>
                    <a:pt x="4910" y="1369"/>
                    <a:pt x="4412" y="1"/>
                    <a:pt x="3312" y="1"/>
                  </a:cubicBezTo>
                  <a:close/>
                </a:path>
              </a:pathLst>
            </a:custGeom>
            <a:solidFill>
              <a:srgbClr val="8192A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671" name="Google Shape;13671;p43"/>
            <p:cNvSpPr/>
            <p:nvPr/>
          </p:nvSpPr>
          <p:spPr>
            <a:xfrm>
              <a:off x="5765926" y="2150603"/>
              <a:ext cx="39469" cy="174183"/>
            </a:xfrm>
            <a:custGeom>
              <a:rect b="b" l="l" r="r" t="t"/>
              <a:pathLst>
                <a:path extrusionOk="0" h="6633" w="1503">
                  <a:moveTo>
                    <a:pt x="220" y="0"/>
                  </a:moveTo>
                  <a:cubicBezTo>
                    <a:pt x="96" y="0"/>
                    <a:pt x="0" y="96"/>
                    <a:pt x="0" y="221"/>
                  </a:cubicBezTo>
                  <a:lnTo>
                    <a:pt x="0" y="5771"/>
                  </a:lnTo>
                  <a:cubicBezTo>
                    <a:pt x="0" y="6250"/>
                    <a:pt x="383" y="6633"/>
                    <a:pt x="862" y="6633"/>
                  </a:cubicBezTo>
                  <a:lnTo>
                    <a:pt x="1503" y="6633"/>
                  </a:lnTo>
                  <a:cubicBezTo>
                    <a:pt x="1024" y="6633"/>
                    <a:pt x="641" y="6250"/>
                    <a:pt x="641" y="5771"/>
                  </a:cubicBezTo>
                  <a:lnTo>
                    <a:pt x="641" y="221"/>
                  </a:lnTo>
                  <a:cubicBezTo>
                    <a:pt x="641" y="96"/>
                    <a:pt x="737" y="0"/>
                    <a:pt x="862" y="0"/>
                  </a:cubicBezTo>
                  <a:close/>
                </a:path>
              </a:pathLst>
            </a:custGeom>
            <a:solidFill>
              <a:srgbClr val="6E829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672" name="Google Shape;13672;p43"/>
            <p:cNvSpPr/>
            <p:nvPr/>
          </p:nvSpPr>
          <p:spPr>
            <a:xfrm>
              <a:off x="5810778" y="2061057"/>
              <a:ext cx="47898" cy="89573"/>
            </a:xfrm>
            <a:custGeom>
              <a:rect b="b" l="l" r="r" t="t"/>
              <a:pathLst>
                <a:path extrusionOk="0" h="3411" w="1824">
                  <a:moveTo>
                    <a:pt x="1593" y="1"/>
                  </a:moveTo>
                  <a:cubicBezTo>
                    <a:pt x="551" y="1"/>
                    <a:pt x="0" y="1366"/>
                    <a:pt x="867" y="2080"/>
                  </a:cubicBezTo>
                  <a:lnTo>
                    <a:pt x="857" y="2080"/>
                  </a:lnTo>
                  <a:cubicBezTo>
                    <a:pt x="1001" y="2205"/>
                    <a:pt x="1077" y="2377"/>
                    <a:pt x="1077" y="2559"/>
                  </a:cubicBezTo>
                  <a:lnTo>
                    <a:pt x="1077" y="2989"/>
                  </a:lnTo>
                  <a:cubicBezTo>
                    <a:pt x="1077" y="3219"/>
                    <a:pt x="886" y="3410"/>
                    <a:pt x="646" y="3410"/>
                  </a:cubicBezTo>
                  <a:lnTo>
                    <a:pt x="1077" y="3410"/>
                  </a:lnTo>
                  <a:cubicBezTo>
                    <a:pt x="1307" y="3410"/>
                    <a:pt x="1498" y="3219"/>
                    <a:pt x="1498" y="2989"/>
                  </a:cubicBezTo>
                  <a:lnTo>
                    <a:pt x="1498" y="2559"/>
                  </a:lnTo>
                  <a:cubicBezTo>
                    <a:pt x="1508" y="2377"/>
                    <a:pt x="1422" y="2205"/>
                    <a:pt x="1288" y="2080"/>
                  </a:cubicBezTo>
                  <a:cubicBezTo>
                    <a:pt x="513" y="1448"/>
                    <a:pt x="838" y="195"/>
                    <a:pt x="1824" y="23"/>
                  </a:cubicBezTo>
                  <a:cubicBezTo>
                    <a:pt x="1744" y="8"/>
                    <a:pt x="1667" y="1"/>
                    <a:pt x="1593" y="1"/>
                  </a:cubicBezTo>
                  <a:close/>
                </a:path>
              </a:pathLst>
            </a:custGeom>
            <a:solidFill>
              <a:srgbClr val="6E829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673" name="Google Shape;13673;p43"/>
            <p:cNvSpPr/>
            <p:nvPr/>
          </p:nvSpPr>
          <p:spPr>
            <a:xfrm>
              <a:off x="5765926" y="1976683"/>
              <a:ext cx="39469" cy="173946"/>
            </a:xfrm>
            <a:custGeom>
              <a:rect b="b" l="l" r="r" t="t"/>
              <a:pathLst>
                <a:path extrusionOk="0" h="6624" w="1503">
                  <a:moveTo>
                    <a:pt x="862" y="1"/>
                  </a:moveTo>
                  <a:cubicBezTo>
                    <a:pt x="383" y="1"/>
                    <a:pt x="0" y="384"/>
                    <a:pt x="0" y="853"/>
                  </a:cubicBezTo>
                  <a:lnTo>
                    <a:pt x="0" y="6413"/>
                  </a:lnTo>
                  <a:cubicBezTo>
                    <a:pt x="0" y="6528"/>
                    <a:pt x="96" y="6623"/>
                    <a:pt x="220" y="6623"/>
                  </a:cubicBezTo>
                  <a:lnTo>
                    <a:pt x="862" y="6623"/>
                  </a:lnTo>
                  <a:cubicBezTo>
                    <a:pt x="737" y="6623"/>
                    <a:pt x="641" y="6528"/>
                    <a:pt x="641" y="6413"/>
                  </a:cubicBezTo>
                  <a:lnTo>
                    <a:pt x="641" y="853"/>
                  </a:lnTo>
                  <a:cubicBezTo>
                    <a:pt x="641" y="384"/>
                    <a:pt x="1024" y="1"/>
                    <a:pt x="1503" y="1"/>
                  </a:cubicBez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674" name="Google Shape;13674;p43"/>
            <p:cNvSpPr/>
            <p:nvPr/>
          </p:nvSpPr>
          <p:spPr>
            <a:xfrm>
              <a:off x="6004655" y="2032906"/>
              <a:ext cx="39232" cy="61553"/>
            </a:xfrm>
            <a:custGeom>
              <a:rect b="b" l="l" r="r" t="t"/>
              <a:pathLst>
                <a:path extrusionOk="0" h="2344" w="1494">
                  <a:moveTo>
                    <a:pt x="224" y="1"/>
                  </a:moveTo>
                  <a:cubicBezTo>
                    <a:pt x="150" y="1"/>
                    <a:pt x="76" y="8"/>
                    <a:pt x="1" y="23"/>
                  </a:cubicBezTo>
                  <a:cubicBezTo>
                    <a:pt x="556" y="118"/>
                    <a:pt x="958" y="606"/>
                    <a:pt x="958" y="1171"/>
                  </a:cubicBezTo>
                  <a:cubicBezTo>
                    <a:pt x="968" y="1736"/>
                    <a:pt x="566" y="2224"/>
                    <a:pt x="11" y="2329"/>
                  </a:cubicBezTo>
                  <a:cubicBezTo>
                    <a:pt x="78" y="2339"/>
                    <a:pt x="149" y="2343"/>
                    <a:pt x="222" y="2343"/>
                  </a:cubicBezTo>
                  <a:cubicBezTo>
                    <a:pt x="295" y="2343"/>
                    <a:pt x="369" y="2339"/>
                    <a:pt x="441" y="2329"/>
                  </a:cubicBezTo>
                  <a:cubicBezTo>
                    <a:pt x="1073" y="2205"/>
                    <a:pt x="1494" y="1592"/>
                    <a:pt x="1370" y="951"/>
                  </a:cubicBezTo>
                  <a:cubicBezTo>
                    <a:pt x="1268" y="394"/>
                    <a:pt x="773" y="1"/>
                    <a:pt x="224" y="1"/>
                  </a:cubicBezTo>
                  <a:close/>
                </a:path>
              </a:pathLst>
            </a:custGeom>
            <a:solidFill>
              <a:srgbClr val="C1CED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675" name="Google Shape;13675;p43"/>
            <p:cNvSpPr/>
            <p:nvPr/>
          </p:nvSpPr>
          <p:spPr>
            <a:xfrm>
              <a:off x="5939819" y="1976683"/>
              <a:ext cx="22662" cy="73160"/>
            </a:xfrm>
            <a:custGeom>
              <a:rect b="b" l="l" r="r" t="t"/>
              <a:pathLst>
                <a:path extrusionOk="0" h="2786" w="863">
                  <a:moveTo>
                    <a:pt x="221" y="1"/>
                  </a:moveTo>
                  <a:cubicBezTo>
                    <a:pt x="106" y="1"/>
                    <a:pt x="10" y="96"/>
                    <a:pt x="10" y="211"/>
                  </a:cubicBezTo>
                  <a:lnTo>
                    <a:pt x="10" y="2355"/>
                  </a:lnTo>
                  <a:cubicBezTo>
                    <a:pt x="1" y="2585"/>
                    <a:pt x="202" y="2786"/>
                    <a:pt x="432" y="2786"/>
                  </a:cubicBezTo>
                  <a:lnTo>
                    <a:pt x="862" y="2786"/>
                  </a:lnTo>
                  <a:cubicBezTo>
                    <a:pt x="623" y="2786"/>
                    <a:pt x="432" y="2594"/>
                    <a:pt x="432" y="2355"/>
                  </a:cubicBezTo>
                  <a:lnTo>
                    <a:pt x="432" y="211"/>
                  </a:lnTo>
                  <a:cubicBezTo>
                    <a:pt x="432" y="96"/>
                    <a:pt x="527" y="1"/>
                    <a:pt x="652" y="1"/>
                  </a:cubicBezTo>
                  <a:close/>
                </a:path>
              </a:pathLst>
            </a:custGeom>
            <a:solidFill>
              <a:srgbClr val="C1CED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676" name="Google Shape;13676;p43"/>
            <p:cNvSpPr/>
            <p:nvPr/>
          </p:nvSpPr>
          <p:spPr>
            <a:xfrm>
              <a:off x="5940082" y="2077732"/>
              <a:ext cx="22400" cy="72898"/>
            </a:xfrm>
            <a:custGeom>
              <a:rect b="b" l="l" r="r" t="t"/>
              <a:pathLst>
                <a:path extrusionOk="0" h="2776" w="853">
                  <a:moveTo>
                    <a:pt x="422" y="0"/>
                  </a:moveTo>
                  <a:cubicBezTo>
                    <a:pt x="192" y="0"/>
                    <a:pt x="0" y="191"/>
                    <a:pt x="0" y="431"/>
                  </a:cubicBezTo>
                  <a:lnTo>
                    <a:pt x="0" y="2775"/>
                  </a:lnTo>
                  <a:lnTo>
                    <a:pt x="422" y="2775"/>
                  </a:lnTo>
                  <a:lnTo>
                    <a:pt x="422" y="431"/>
                  </a:lnTo>
                  <a:cubicBezTo>
                    <a:pt x="422" y="191"/>
                    <a:pt x="613" y="0"/>
                    <a:pt x="852" y="0"/>
                  </a:cubicBezTo>
                  <a:close/>
                </a:path>
              </a:pathLst>
            </a:custGeom>
            <a:solidFill>
              <a:srgbClr val="C1CED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677" name="Google Shape;13677;p43"/>
            <p:cNvSpPr/>
            <p:nvPr/>
          </p:nvSpPr>
          <p:spPr>
            <a:xfrm>
              <a:off x="5987324" y="2150839"/>
              <a:ext cx="45272" cy="89573"/>
            </a:xfrm>
            <a:custGeom>
              <a:rect b="b" l="l" r="r" t="t"/>
              <a:pathLst>
                <a:path extrusionOk="0" h="3411" w="1724">
                  <a:moveTo>
                    <a:pt x="546" y="1"/>
                  </a:moveTo>
                  <a:cubicBezTo>
                    <a:pt x="785" y="1"/>
                    <a:pt x="977" y="192"/>
                    <a:pt x="977" y="432"/>
                  </a:cubicBezTo>
                  <a:lnTo>
                    <a:pt x="977" y="862"/>
                  </a:lnTo>
                  <a:cubicBezTo>
                    <a:pt x="977" y="1044"/>
                    <a:pt x="891" y="1226"/>
                    <a:pt x="747" y="1341"/>
                  </a:cubicBezTo>
                  <a:cubicBezTo>
                    <a:pt x="1" y="1972"/>
                    <a:pt x="307" y="3178"/>
                    <a:pt x="1254" y="3389"/>
                  </a:cubicBezTo>
                  <a:cubicBezTo>
                    <a:pt x="1331" y="3403"/>
                    <a:pt x="1410" y="3410"/>
                    <a:pt x="1489" y="3410"/>
                  </a:cubicBezTo>
                  <a:cubicBezTo>
                    <a:pt x="1568" y="3410"/>
                    <a:pt x="1647" y="3403"/>
                    <a:pt x="1723" y="3389"/>
                  </a:cubicBezTo>
                  <a:lnTo>
                    <a:pt x="1685" y="3389"/>
                  </a:lnTo>
                  <a:cubicBezTo>
                    <a:pt x="728" y="3178"/>
                    <a:pt x="431" y="1972"/>
                    <a:pt x="1178" y="1341"/>
                  </a:cubicBezTo>
                  <a:cubicBezTo>
                    <a:pt x="1321" y="1226"/>
                    <a:pt x="1398" y="1044"/>
                    <a:pt x="1407" y="862"/>
                  </a:cubicBezTo>
                  <a:lnTo>
                    <a:pt x="1407" y="432"/>
                  </a:lnTo>
                  <a:cubicBezTo>
                    <a:pt x="1407" y="192"/>
                    <a:pt x="1216" y="1"/>
                    <a:pt x="977" y="1"/>
                  </a:cubicBezTo>
                  <a:close/>
                </a:path>
              </a:pathLst>
            </a:custGeom>
            <a:solidFill>
              <a:srgbClr val="C1CED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678" name="Google Shape;13678;p43"/>
            <p:cNvSpPr/>
            <p:nvPr/>
          </p:nvSpPr>
          <p:spPr>
            <a:xfrm>
              <a:off x="5928764" y="2150603"/>
              <a:ext cx="22400" cy="73160"/>
            </a:xfrm>
            <a:custGeom>
              <a:rect b="b" l="l" r="r" t="t"/>
              <a:pathLst>
                <a:path extrusionOk="0" h="2786" w="853">
                  <a:moveTo>
                    <a:pt x="431" y="0"/>
                  </a:moveTo>
                  <a:lnTo>
                    <a:pt x="431" y="2355"/>
                  </a:lnTo>
                  <a:cubicBezTo>
                    <a:pt x="431" y="2594"/>
                    <a:pt x="240" y="2785"/>
                    <a:pt x="1" y="2785"/>
                  </a:cubicBezTo>
                  <a:lnTo>
                    <a:pt x="431" y="2785"/>
                  </a:lnTo>
                  <a:cubicBezTo>
                    <a:pt x="661" y="2785"/>
                    <a:pt x="853" y="2594"/>
                    <a:pt x="853" y="2355"/>
                  </a:cubicBezTo>
                  <a:lnTo>
                    <a:pt x="853" y="0"/>
                  </a:lnTo>
                  <a:close/>
                </a:path>
              </a:pathLst>
            </a:custGeom>
            <a:solidFill>
              <a:srgbClr val="30496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679" name="Google Shape;13679;p43"/>
            <p:cNvSpPr/>
            <p:nvPr/>
          </p:nvSpPr>
          <p:spPr>
            <a:xfrm>
              <a:off x="5847332" y="2206826"/>
              <a:ext cx="39232" cy="61737"/>
            </a:xfrm>
            <a:custGeom>
              <a:rect b="b" l="l" r="r" t="t"/>
              <a:pathLst>
                <a:path extrusionOk="0" h="2351" w="1494">
                  <a:moveTo>
                    <a:pt x="1269" y="1"/>
                  </a:moveTo>
                  <a:cubicBezTo>
                    <a:pt x="1197" y="1"/>
                    <a:pt x="1125" y="8"/>
                    <a:pt x="1054" y="22"/>
                  </a:cubicBezTo>
                  <a:cubicBezTo>
                    <a:pt x="422" y="147"/>
                    <a:pt x="1" y="759"/>
                    <a:pt x="116" y="1391"/>
                  </a:cubicBezTo>
                  <a:cubicBezTo>
                    <a:pt x="226" y="1956"/>
                    <a:pt x="715" y="2350"/>
                    <a:pt x="1269" y="2350"/>
                  </a:cubicBezTo>
                  <a:cubicBezTo>
                    <a:pt x="1343" y="2350"/>
                    <a:pt x="1418" y="2343"/>
                    <a:pt x="1494" y="2329"/>
                  </a:cubicBezTo>
                  <a:cubicBezTo>
                    <a:pt x="843" y="2204"/>
                    <a:pt x="422" y="1573"/>
                    <a:pt x="566" y="922"/>
                  </a:cubicBezTo>
                  <a:cubicBezTo>
                    <a:pt x="661" y="462"/>
                    <a:pt x="1025" y="108"/>
                    <a:pt x="1484" y="22"/>
                  </a:cubicBezTo>
                  <a:cubicBezTo>
                    <a:pt x="1413" y="8"/>
                    <a:pt x="1341" y="1"/>
                    <a:pt x="1269" y="1"/>
                  </a:cubicBezTo>
                  <a:close/>
                </a:path>
              </a:pathLst>
            </a:custGeom>
            <a:solidFill>
              <a:srgbClr val="30496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680" name="Google Shape;13680;p43"/>
            <p:cNvSpPr/>
            <p:nvPr/>
          </p:nvSpPr>
          <p:spPr>
            <a:xfrm>
              <a:off x="5928764" y="2251625"/>
              <a:ext cx="28177" cy="73160"/>
            </a:xfrm>
            <a:custGeom>
              <a:rect b="b" l="l" r="r" t="t"/>
              <a:pathLst>
                <a:path extrusionOk="0" h="2786" w="1073">
                  <a:moveTo>
                    <a:pt x="1" y="1"/>
                  </a:moveTo>
                  <a:cubicBezTo>
                    <a:pt x="240" y="1"/>
                    <a:pt x="431" y="192"/>
                    <a:pt x="431" y="431"/>
                  </a:cubicBezTo>
                  <a:lnTo>
                    <a:pt x="431" y="2565"/>
                  </a:lnTo>
                  <a:cubicBezTo>
                    <a:pt x="431" y="2680"/>
                    <a:pt x="527" y="2786"/>
                    <a:pt x="642" y="2786"/>
                  </a:cubicBezTo>
                  <a:lnTo>
                    <a:pt x="1073" y="2786"/>
                  </a:lnTo>
                  <a:cubicBezTo>
                    <a:pt x="948" y="2786"/>
                    <a:pt x="853" y="2690"/>
                    <a:pt x="853" y="2565"/>
                  </a:cubicBezTo>
                  <a:lnTo>
                    <a:pt x="853" y="431"/>
                  </a:lnTo>
                  <a:cubicBezTo>
                    <a:pt x="853" y="192"/>
                    <a:pt x="661" y="1"/>
                    <a:pt x="431" y="1"/>
                  </a:cubicBezTo>
                  <a:close/>
                </a:path>
              </a:pathLst>
            </a:custGeom>
            <a:solidFill>
              <a:srgbClr val="30496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3681" name="Google Shape;13681;p43"/>
          <p:cNvGrpSpPr/>
          <p:nvPr/>
        </p:nvGrpSpPr>
        <p:grpSpPr>
          <a:xfrm>
            <a:off x="6191390" y="1829089"/>
            <a:ext cx="389068" cy="347787"/>
            <a:chOff x="6191390" y="1981489"/>
            <a:chExt cx="389068" cy="347787"/>
          </a:xfrm>
        </p:grpSpPr>
        <p:sp>
          <p:nvSpPr>
            <p:cNvPr id="13682" name="Google Shape;13682;p43"/>
            <p:cNvSpPr/>
            <p:nvPr/>
          </p:nvSpPr>
          <p:spPr>
            <a:xfrm>
              <a:off x="6260769" y="2030464"/>
              <a:ext cx="250074" cy="250100"/>
            </a:xfrm>
            <a:custGeom>
              <a:rect b="b" l="l" r="r" t="t"/>
              <a:pathLst>
                <a:path extrusionOk="0" h="9524" w="9523">
                  <a:moveTo>
                    <a:pt x="4766" y="1"/>
                  </a:moveTo>
                  <a:cubicBezTo>
                    <a:pt x="2134" y="1"/>
                    <a:pt x="0" y="2125"/>
                    <a:pt x="0" y="4757"/>
                  </a:cubicBezTo>
                  <a:cubicBezTo>
                    <a:pt x="0" y="7389"/>
                    <a:pt x="2134" y="9523"/>
                    <a:pt x="4766" y="9523"/>
                  </a:cubicBezTo>
                  <a:cubicBezTo>
                    <a:pt x="7398" y="9523"/>
                    <a:pt x="9523" y="7389"/>
                    <a:pt x="9523" y="4757"/>
                  </a:cubicBezTo>
                  <a:cubicBezTo>
                    <a:pt x="9523" y="2125"/>
                    <a:pt x="7398" y="1"/>
                    <a:pt x="4766" y="1"/>
                  </a:cubicBezTo>
                  <a:close/>
                </a:path>
              </a:pathLst>
            </a:custGeom>
            <a:solidFill>
              <a:srgbClr val="8192A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683" name="Google Shape;13683;p43"/>
            <p:cNvSpPr/>
            <p:nvPr/>
          </p:nvSpPr>
          <p:spPr>
            <a:xfrm>
              <a:off x="6236137" y="2032985"/>
              <a:ext cx="238021" cy="247553"/>
            </a:xfrm>
            <a:custGeom>
              <a:rect b="b" l="l" r="r" t="t"/>
              <a:pathLst>
                <a:path extrusionOk="0" h="9427" w="9064">
                  <a:moveTo>
                    <a:pt x="4738" y="1"/>
                  </a:moveTo>
                  <a:lnTo>
                    <a:pt x="4738" y="1"/>
                  </a:lnTo>
                  <a:cubicBezTo>
                    <a:pt x="1618" y="651"/>
                    <a:pt x="0" y="4116"/>
                    <a:pt x="1512" y="6920"/>
                  </a:cubicBezTo>
                  <a:cubicBezTo>
                    <a:pt x="2388" y="8553"/>
                    <a:pt x="4039" y="9427"/>
                    <a:pt x="5712" y="9427"/>
                  </a:cubicBezTo>
                  <a:cubicBezTo>
                    <a:pt x="6911" y="9427"/>
                    <a:pt x="8120" y="8978"/>
                    <a:pt x="9063" y="8040"/>
                  </a:cubicBezTo>
                  <a:lnTo>
                    <a:pt x="9063" y="8040"/>
                  </a:lnTo>
                  <a:cubicBezTo>
                    <a:pt x="8738" y="8107"/>
                    <a:pt x="8413" y="8145"/>
                    <a:pt x="8087" y="8145"/>
                  </a:cubicBezTo>
                  <a:cubicBezTo>
                    <a:pt x="6154" y="8145"/>
                    <a:pt x="4422" y="6977"/>
                    <a:pt x="3685" y="5197"/>
                  </a:cubicBezTo>
                  <a:cubicBezTo>
                    <a:pt x="2948" y="3408"/>
                    <a:pt x="3369" y="1359"/>
                    <a:pt x="4738" y="1"/>
                  </a:cubicBezTo>
                  <a:close/>
                </a:path>
              </a:pathLst>
            </a:custGeom>
            <a:solidFill>
              <a:srgbClr val="6E829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684" name="Google Shape;13684;p43"/>
            <p:cNvSpPr/>
            <p:nvPr/>
          </p:nvSpPr>
          <p:spPr>
            <a:xfrm>
              <a:off x="6312291" y="2031724"/>
              <a:ext cx="198552" cy="246818"/>
            </a:xfrm>
            <a:custGeom>
              <a:rect b="b" l="l" r="r" t="t"/>
              <a:pathLst>
                <a:path extrusionOk="0" h="9399" w="7561">
                  <a:moveTo>
                    <a:pt x="3493" y="1"/>
                  </a:moveTo>
                  <a:lnTo>
                    <a:pt x="3819" y="393"/>
                  </a:lnTo>
                  <a:cubicBezTo>
                    <a:pt x="3857" y="441"/>
                    <a:pt x="3866" y="498"/>
                    <a:pt x="3847" y="556"/>
                  </a:cubicBezTo>
                  <a:lnTo>
                    <a:pt x="3627" y="1073"/>
                  </a:lnTo>
                  <a:cubicBezTo>
                    <a:pt x="3611" y="1105"/>
                    <a:pt x="3582" y="1122"/>
                    <a:pt x="3554" y="1122"/>
                  </a:cubicBezTo>
                  <a:cubicBezTo>
                    <a:pt x="3532" y="1122"/>
                    <a:pt x="3510" y="1112"/>
                    <a:pt x="3493" y="1092"/>
                  </a:cubicBezTo>
                  <a:lnTo>
                    <a:pt x="3292" y="795"/>
                  </a:lnTo>
                  <a:cubicBezTo>
                    <a:pt x="3254" y="747"/>
                    <a:pt x="3206" y="728"/>
                    <a:pt x="3149" y="728"/>
                  </a:cubicBezTo>
                  <a:lnTo>
                    <a:pt x="2929" y="738"/>
                  </a:lnTo>
                  <a:cubicBezTo>
                    <a:pt x="2842" y="747"/>
                    <a:pt x="2775" y="785"/>
                    <a:pt x="2728" y="852"/>
                  </a:cubicBezTo>
                  <a:lnTo>
                    <a:pt x="2115" y="1762"/>
                  </a:lnTo>
                  <a:cubicBezTo>
                    <a:pt x="2058" y="1848"/>
                    <a:pt x="2106" y="1963"/>
                    <a:pt x="2211" y="1982"/>
                  </a:cubicBezTo>
                  <a:lnTo>
                    <a:pt x="2488" y="2039"/>
                  </a:lnTo>
                  <a:cubicBezTo>
                    <a:pt x="2501" y="2042"/>
                    <a:pt x="2513" y="2043"/>
                    <a:pt x="2526" y="2043"/>
                  </a:cubicBezTo>
                  <a:cubicBezTo>
                    <a:pt x="2608" y="2043"/>
                    <a:pt x="2685" y="1990"/>
                    <a:pt x="2718" y="1915"/>
                  </a:cubicBezTo>
                  <a:lnTo>
                    <a:pt x="2852" y="1541"/>
                  </a:lnTo>
                  <a:cubicBezTo>
                    <a:pt x="2874" y="1480"/>
                    <a:pt x="2932" y="1445"/>
                    <a:pt x="2990" y="1445"/>
                  </a:cubicBezTo>
                  <a:cubicBezTo>
                    <a:pt x="3031" y="1445"/>
                    <a:pt x="3073" y="1463"/>
                    <a:pt x="3101" y="1503"/>
                  </a:cubicBezTo>
                  <a:lnTo>
                    <a:pt x="3225" y="1656"/>
                  </a:lnTo>
                  <a:lnTo>
                    <a:pt x="3149" y="2164"/>
                  </a:lnTo>
                  <a:cubicBezTo>
                    <a:pt x="3149" y="2192"/>
                    <a:pt x="3120" y="2221"/>
                    <a:pt x="3091" y="2221"/>
                  </a:cubicBezTo>
                  <a:lnTo>
                    <a:pt x="2450" y="2317"/>
                  </a:lnTo>
                  <a:cubicBezTo>
                    <a:pt x="2421" y="2326"/>
                    <a:pt x="2393" y="2336"/>
                    <a:pt x="2373" y="2355"/>
                  </a:cubicBezTo>
                  <a:lnTo>
                    <a:pt x="1742" y="2814"/>
                  </a:lnTo>
                  <a:cubicBezTo>
                    <a:pt x="1675" y="2862"/>
                    <a:pt x="1627" y="2929"/>
                    <a:pt x="1608" y="3006"/>
                  </a:cubicBezTo>
                  <a:lnTo>
                    <a:pt x="1550" y="3264"/>
                  </a:lnTo>
                  <a:cubicBezTo>
                    <a:pt x="1533" y="3335"/>
                    <a:pt x="1457" y="3390"/>
                    <a:pt x="1386" y="3390"/>
                  </a:cubicBezTo>
                  <a:cubicBezTo>
                    <a:pt x="1380" y="3390"/>
                    <a:pt x="1374" y="3389"/>
                    <a:pt x="1369" y="3389"/>
                  </a:cubicBezTo>
                  <a:lnTo>
                    <a:pt x="1081" y="3350"/>
                  </a:lnTo>
                  <a:cubicBezTo>
                    <a:pt x="1075" y="3349"/>
                    <a:pt x="1068" y="3349"/>
                    <a:pt x="1062" y="3349"/>
                  </a:cubicBezTo>
                  <a:cubicBezTo>
                    <a:pt x="994" y="3349"/>
                    <a:pt x="935" y="3394"/>
                    <a:pt x="909" y="3456"/>
                  </a:cubicBezTo>
                  <a:lnTo>
                    <a:pt x="747" y="3886"/>
                  </a:lnTo>
                  <a:cubicBezTo>
                    <a:pt x="718" y="3972"/>
                    <a:pt x="766" y="4078"/>
                    <a:pt x="861" y="4106"/>
                  </a:cubicBezTo>
                  <a:lnTo>
                    <a:pt x="1215" y="4202"/>
                  </a:lnTo>
                  <a:cubicBezTo>
                    <a:pt x="1234" y="4208"/>
                    <a:pt x="1253" y="4210"/>
                    <a:pt x="1272" y="4210"/>
                  </a:cubicBezTo>
                  <a:cubicBezTo>
                    <a:pt x="1347" y="4210"/>
                    <a:pt x="1414" y="4166"/>
                    <a:pt x="1445" y="4097"/>
                  </a:cubicBezTo>
                  <a:lnTo>
                    <a:pt x="1684" y="3580"/>
                  </a:lnTo>
                  <a:cubicBezTo>
                    <a:pt x="1723" y="3503"/>
                    <a:pt x="1790" y="3436"/>
                    <a:pt x="1885" y="3408"/>
                  </a:cubicBezTo>
                  <a:lnTo>
                    <a:pt x="2268" y="3283"/>
                  </a:lnTo>
                  <a:lnTo>
                    <a:pt x="2785" y="3915"/>
                  </a:lnTo>
                  <a:lnTo>
                    <a:pt x="2737" y="4068"/>
                  </a:lnTo>
                  <a:cubicBezTo>
                    <a:pt x="2708" y="4154"/>
                    <a:pt x="2756" y="4250"/>
                    <a:pt x="2842" y="4279"/>
                  </a:cubicBezTo>
                  <a:cubicBezTo>
                    <a:pt x="2862" y="4288"/>
                    <a:pt x="2881" y="4288"/>
                    <a:pt x="2900" y="4288"/>
                  </a:cubicBezTo>
                  <a:cubicBezTo>
                    <a:pt x="2976" y="4288"/>
                    <a:pt x="3043" y="4240"/>
                    <a:pt x="3063" y="4173"/>
                  </a:cubicBezTo>
                  <a:lnTo>
                    <a:pt x="3110" y="4020"/>
                  </a:lnTo>
                  <a:cubicBezTo>
                    <a:pt x="3149" y="3915"/>
                    <a:pt x="3130" y="3790"/>
                    <a:pt x="3053" y="3704"/>
                  </a:cubicBezTo>
                  <a:lnTo>
                    <a:pt x="2622" y="3168"/>
                  </a:lnTo>
                  <a:lnTo>
                    <a:pt x="2728" y="3140"/>
                  </a:lnTo>
                  <a:lnTo>
                    <a:pt x="3101" y="3369"/>
                  </a:lnTo>
                  <a:cubicBezTo>
                    <a:pt x="3177" y="3417"/>
                    <a:pt x="3235" y="3494"/>
                    <a:pt x="3254" y="3590"/>
                  </a:cubicBezTo>
                  <a:lnTo>
                    <a:pt x="3340" y="3982"/>
                  </a:lnTo>
                  <a:cubicBezTo>
                    <a:pt x="3350" y="4068"/>
                    <a:pt x="3426" y="4116"/>
                    <a:pt x="3503" y="4125"/>
                  </a:cubicBezTo>
                  <a:lnTo>
                    <a:pt x="3541" y="4125"/>
                  </a:lnTo>
                  <a:cubicBezTo>
                    <a:pt x="3627" y="4097"/>
                    <a:pt x="3685" y="4011"/>
                    <a:pt x="3665" y="3924"/>
                  </a:cubicBezTo>
                  <a:lnTo>
                    <a:pt x="3627" y="3695"/>
                  </a:lnTo>
                  <a:cubicBezTo>
                    <a:pt x="3608" y="3609"/>
                    <a:pt x="3665" y="3532"/>
                    <a:pt x="3742" y="3523"/>
                  </a:cubicBezTo>
                  <a:cubicBezTo>
                    <a:pt x="3809" y="3513"/>
                    <a:pt x="3857" y="3465"/>
                    <a:pt x="3866" y="3408"/>
                  </a:cubicBezTo>
                  <a:lnTo>
                    <a:pt x="3943" y="3006"/>
                  </a:lnTo>
                  <a:cubicBezTo>
                    <a:pt x="3969" y="2936"/>
                    <a:pt x="4028" y="2890"/>
                    <a:pt x="4096" y="2890"/>
                  </a:cubicBezTo>
                  <a:cubicBezTo>
                    <a:pt x="4102" y="2890"/>
                    <a:pt x="4109" y="2890"/>
                    <a:pt x="4115" y="2891"/>
                  </a:cubicBezTo>
                  <a:lnTo>
                    <a:pt x="4201" y="2891"/>
                  </a:lnTo>
                  <a:cubicBezTo>
                    <a:pt x="4240" y="2891"/>
                    <a:pt x="4288" y="2881"/>
                    <a:pt x="4316" y="2853"/>
                  </a:cubicBezTo>
                  <a:cubicBezTo>
                    <a:pt x="4348" y="2821"/>
                    <a:pt x="4380" y="2802"/>
                    <a:pt x="4417" y="2802"/>
                  </a:cubicBezTo>
                  <a:cubicBezTo>
                    <a:pt x="4425" y="2802"/>
                    <a:pt x="4432" y="2803"/>
                    <a:pt x="4441" y="2805"/>
                  </a:cubicBezTo>
                  <a:lnTo>
                    <a:pt x="4699" y="2824"/>
                  </a:lnTo>
                  <a:cubicBezTo>
                    <a:pt x="4756" y="2843"/>
                    <a:pt x="4795" y="2891"/>
                    <a:pt x="4804" y="2939"/>
                  </a:cubicBezTo>
                  <a:lnTo>
                    <a:pt x="4833" y="3054"/>
                  </a:lnTo>
                  <a:cubicBezTo>
                    <a:pt x="4852" y="3140"/>
                    <a:pt x="4795" y="3226"/>
                    <a:pt x="4709" y="3245"/>
                  </a:cubicBezTo>
                  <a:lnTo>
                    <a:pt x="3972" y="3465"/>
                  </a:lnTo>
                  <a:cubicBezTo>
                    <a:pt x="3886" y="3484"/>
                    <a:pt x="3857" y="3590"/>
                    <a:pt x="3914" y="3656"/>
                  </a:cubicBezTo>
                  <a:lnTo>
                    <a:pt x="3981" y="3733"/>
                  </a:lnTo>
                  <a:cubicBezTo>
                    <a:pt x="4005" y="3765"/>
                    <a:pt x="4042" y="3783"/>
                    <a:pt x="4081" y="3783"/>
                  </a:cubicBezTo>
                  <a:cubicBezTo>
                    <a:pt x="4089" y="3783"/>
                    <a:pt x="4097" y="3783"/>
                    <a:pt x="4106" y="3781"/>
                  </a:cubicBezTo>
                  <a:lnTo>
                    <a:pt x="4536" y="3752"/>
                  </a:lnTo>
                  <a:cubicBezTo>
                    <a:pt x="4542" y="3751"/>
                    <a:pt x="4548" y="3751"/>
                    <a:pt x="4553" y="3751"/>
                  </a:cubicBezTo>
                  <a:cubicBezTo>
                    <a:pt x="4624" y="3751"/>
                    <a:pt x="4691" y="3806"/>
                    <a:pt x="4709" y="3877"/>
                  </a:cubicBezTo>
                  <a:lnTo>
                    <a:pt x="4728" y="3991"/>
                  </a:lnTo>
                  <a:cubicBezTo>
                    <a:pt x="4766" y="4183"/>
                    <a:pt x="4632" y="4365"/>
                    <a:pt x="4431" y="4384"/>
                  </a:cubicBezTo>
                  <a:lnTo>
                    <a:pt x="3598" y="4451"/>
                  </a:lnTo>
                  <a:cubicBezTo>
                    <a:pt x="3512" y="4460"/>
                    <a:pt x="3464" y="4547"/>
                    <a:pt x="3484" y="4633"/>
                  </a:cubicBezTo>
                  <a:cubicBezTo>
                    <a:pt x="3516" y="4731"/>
                    <a:pt x="3437" y="4823"/>
                    <a:pt x="3341" y="4823"/>
                  </a:cubicBezTo>
                  <a:cubicBezTo>
                    <a:pt x="3325" y="4823"/>
                    <a:pt x="3309" y="4820"/>
                    <a:pt x="3292" y="4814"/>
                  </a:cubicBezTo>
                  <a:lnTo>
                    <a:pt x="2680" y="4614"/>
                  </a:lnTo>
                  <a:cubicBezTo>
                    <a:pt x="2594" y="4585"/>
                    <a:pt x="2536" y="4508"/>
                    <a:pt x="2517" y="4432"/>
                  </a:cubicBezTo>
                  <a:cubicBezTo>
                    <a:pt x="2498" y="4307"/>
                    <a:pt x="2393" y="4231"/>
                    <a:pt x="2278" y="4231"/>
                  </a:cubicBezTo>
                  <a:lnTo>
                    <a:pt x="1694" y="4250"/>
                  </a:lnTo>
                  <a:cubicBezTo>
                    <a:pt x="1483" y="4250"/>
                    <a:pt x="1273" y="4298"/>
                    <a:pt x="1081" y="4384"/>
                  </a:cubicBezTo>
                  <a:lnTo>
                    <a:pt x="881" y="4470"/>
                  </a:lnTo>
                  <a:cubicBezTo>
                    <a:pt x="766" y="4518"/>
                    <a:pt x="689" y="4633"/>
                    <a:pt x="680" y="4757"/>
                  </a:cubicBezTo>
                  <a:lnTo>
                    <a:pt x="680" y="4920"/>
                  </a:lnTo>
                  <a:lnTo>
                    <a:pt x="86" y="5599"/>
                  </a:lnTo>
                  <a:cubicBezTo>
                    <a:pt x="38" y="5657"/>
                    <a:pt x="10" y="5733"/>
                    <a:pt x="0" y="5810"/>
                  </a:cubicBezTo>
                  <a:lnTo>
                    <a:pt x="0" y="6528"/>
                  </a:lnTo>
                  <a:cubicBezTo>
                    <a:pt x="0" y="6671"/>
                    <a:pt x="57" y="6796"/>
                    <a:pt x="153" y="6891"/>
                  </a:cubicBezTo>
                  <a:lnTo>
                    <a:pt x="670" y="7389"/>
                  </a:lnTo>
                  <a:cubicBezTo>
                    <a:pt x="756" y="7465"/>
                    <a:pt x="861" y="7513"/>
                    <a:pt x="976" y="7523"/>
                  </a:cubicBezTo>
                  <a:lnTo>
                    <a:pt x="2527" y="7657"/>
                  </a:lnTo>
                  <a:cubicBezTo>
                    <a:pt x="2622" y="7666"/>
                    <a:pt x="2699" y="7753"/>
                    <a:pt x="2680" y="7848"/>
                  </a:cubicBezTo>
                  <a:lnTo>
                    <a:pt x="2670" y="7925"/>
                  </a:lnTo>
                  <a:cubicBezTo>
                    <a:pt x="2661" y="8040"/>
                    <a:pt x="2708" y="8155"/>
                    <a:pt x="2804" y="8231"/>
                  </a:cubicBezTo>
                  <a:lnTo>
                    <a:pt x="3187" y="8509"/>
                  </a:lnTo>
                  <a:lnTo>
                    <a:pt x="3130" y="8700"/>
                  </a:lnTo>
                  <a:cubicBezTo>
                    <a:pt x="3082" y="8824"/>
                    <a:pt x="3130" y="8958"/>
                    <a:pt x="3225" y="9045"/>
                  </a:cubicBezTo>
                  <a:lnTo>
                    <a:pt x="3627" y="9399"/>
                  </a:lnTo>
                  <a:cubicBezTo>
                    <a:pt x="4020" y="9332"/>
                    <a:pt x="4402" y="9207"/>
                    <a:pt x="4766" y="9045"/>
                  </a:cubicBezTo>
                  <a:lnTo>
                    <a:pt x="5398" y="8288"/>
                  </a:lnTo>
                  <a:cubicBezTo>
                    <a:pt x="5503" y="8174"/>
                    <a:pt x="5580" y="8030"/>
                    <a:pt x="5647" y="7887"/>
                  </a:cubicBezTo>
                  <a:lnTo>
                    <a:pt x="6355" y="6269"/>
                  </a:lnTo>
                  <a:cubicBezTo>
                    <a:pt x="6431" y="6097"/>
                    <a:pt x="6307" y="5906"/>
                    <a:pt x="6115" y="5896"/>
                  </a:cubicBezTo>
                  <a:cubicBezTo>
                    <a:pt x="6106" y="5896"/>
                    <a:pt x="6097" y="5897"/>
                    <a:pt x="6088" y="5897"/>
                  </a:cubicBezTo>
                  <a:cubicBezTo>
                    <a:pt x="5897" y="5897"/>
                    <a:pt x="5717" y="5803"/>
                    <a:pt x="5589" y="5657"/>
                  </a:cubicBezTo>
                  <a:lnTo>
                    <a:pt x="4890" y="4824"/>
                  </a:lnTo>
                  <a:cubicBezTo>
                    <a:pt x="4784" y="4696"/>
                    <a:pt x="4899" y="4541"/>
                    <a:pt x="5025" y="4541"/>
                  </a:cubicBezTo>
                  <a:cubicBezTo>
                    <a:pt x="5068" y="4541"/>
                    <a:pt x="5112" y="4560"/>
                    <a:pt x="5149" y="4604"/>
                  </a:cubicBezTo>
                  <a:lnTo>
                    <a:pt x="5847" y="5446"/>
                  </a:lnTo>
                  <a:cubicBezTo>
                    <a:pt x="5914" y="5513"/>
                    <a:pt x="6001" y="5551"/>
                    <a:pt x="6087" y="5561"/>
                  </a:cubicBezTo>
                  <a:cubicBezTo>
                    <a:pt x="6192" y="5561"/>
                    <a:pt x="6297" y="5494"/>
                    <a:pt x="6345" y="5408"/>
                  </a:cubicBezTo>
                  <a:lnTo>
                    <a:pt x="6747" y="4604"/>
                  </a:lnTo>
                  <a:cubicBezTo>
                    <a:pt x="6785" y="4527"/>
                    <a:pt x="6766" y="4441"/>
                    <a:pt x="6699" y="4393"/>
                  </a:cubicBezTo>
                  <a:lnTo>
                    <a:pt x="6575" y="4307"/>
                  </a:lnTo>
                  <a:cubicBezTo>
                    <a:pt x="6537" y="4279"/>
                    <a:pt x="6527" y="4221"/>
                    <a:pt x="6556" y="4173"/>
                  </a:cubicBezTo>
                  <a:lnTo>
                    <a:pt x="6613" y="4087"/>
                  </a:lnTo>
                  <a:cubicBezTo>
                    <a:pt x="6672" y="3985"/>
                    <a:pt x="6778" y="3931"/>
                    <a:pt x="6885" y="3931"/>
                  </a:cubicBezTo>
                  <a:cubicBezTo>
                    <a:pt x="6969" y="3931"/>
                    <a:pt x="7054" y="3963"/>
                    <a:pt x="7120" y="4030"/>
                  </a:cubicBezTo>
                  <a:lnTo>
                    <a:pt x="7561" y="4460"/>
                  </a:lnTo>
                  <a:cubicBezTo>
                    <a:pt x="7551" y="4269"/>
                    <a:pt x="7532" y="4068"/>
                    <a:pt x="7494" y="3886"/>
                  </a:cubicBezTo>
                  <a:cubicBezTo>
                    <a:pt x="7139" y="1857"/>
                    <a:pt x="5532" y="297"/>
                    <a:pt x="3493" y="1"/>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685" name="Google Shape;13685;p43"/>
            <p:cNvSpPr/>
            <p:nvPr/>
          </p:nvSpPr>
          <p:spPr>
            <a:xfrm>
              <a:off x="6342175" y="2077469"/>
              <a:ext cx="15861" cy="25656"/>
            </a:xfrm>
            <a:custGeom>
              <a:rect b="b" l="l" r="r" t="t"/>
              <a:pathLst>
                <a:path extrusionOk="0" h="977" w="604">
                  <a:moveTo>
                    <a:pt x="432" y="0"/>
                  </a:moveTo>
                  <a:cubicBezTo>
                    <a:pt x="336" y="0"/>
                    <a:pt x="259" y="77"/>
                    <a:pt x="259" y="173"/>
                  </a:cubicBezTo>
                  <a:lnTo>
                    <a:pt x="259" y="536"/>
                  </a:lnTo>
                  <a:lnTo>
                    <a:pt x="106" y="680"/>
                  </a:lnTo>
                  <a:cubicBezTo>
                    <a:pt x="1" y="795"/>
                    <a:pt x="77" y="977"/>
                    <a:pt x="231" y="977"/>
                  </a:cubicBezTo>
                  <a:cubicBezTo>
                    <a:pt x="269" y="977"/>
                    <a:pt x="317" y="957"/>
                    <a:pt x="345" y="929"/>
                  </a:cubicBezTo>
                  <a:lnTo>
                    <a:pt x="556" y="737"/>
                  </a:lnTo>
                  <a:cubicBezTo>
                    <a:pt x="585" y="709"/>
                    <a:pt x="604" y="661"/>
                    <a:pt x="604" y="613"/>
                  </a:cubicBezTo>
                  <a:lnTo>
                    <a:pt x="594" y="173"/>
                  </a:lnTo>
                  <a:cubicBezTo>
                    <a:pt x="594" y="77"/>
                    <a:pt x="518" y="0"/>
                    <a:pt x="432" y="0"/>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686" name="Google Shape;13686;p43"/>
            <p:cNvSpPr/>
            <p:nvPr/>
          </p:nvSpPr>
          <p:spPr>
            <a:xfrm>
              <a:off x="6312527" y="2161396"/>
              <a:ext cx="143774" cy="117146"/>
            </a:xfrm>
            <a:custGeom>
              <a:rect b="b" l="l" r="r" t="t"/>
              <a:pathLst>
                <a:path extrusionOk="0" h="4461" w="5475">
                  <a:moveTo>
                    <a:pt x="661" y="1"/>
                  </a:moveTo>
                  <a:lnTo>
                    <a:pt x="87" y="661"/>
                  </a:lnTo>
                  <a:cubicBezTo>
                    <a:pt x="29" y="719"/>
                    <a:pt x="1" y="795"/>
                    <a:pt x="1" y="881"/>
                  </a:cubicBezTo>
                  <a:lnTo>
                    <a:pt x="1" y="1599"/>
                  </a:lnTo>
                  <a:cubicBezTo>
                    <a:pt x="1" y="1733"/>
                    <a:pt x="58" y="1858"/>
                    <a:pt x="154" y="1953"/>
                  </a:cubicBezTo>
                  <a:lnTo>
                    <a:pt x="671" y="2460"/>
                  </a:lnTo>
                  <a:cubicBezTo>
                    <a:pt x="757" y="2537"/>
                    <a:pt x="862" y="2585"/>
                    <a:pt x="977" y="2594"/>
                  </a:cubicBezTo>
                  <a:lnTo>
                    <a:pt x="2527" y="2728"/>
                  </a:lnTo>
                  <a:cubicBezTo>
                    <a:pt x="2623" y="2738"/>
                    <a:pt x="2690" y="2824"/>
                    <a:pt x="2680" y="2920"/>
                  </a:cubicBezTo>
                  <a:lnTo>
                    <a:pt x="2671" y="2987"/>
                  </a:lnTo>
                  <a:cubicBezTo>
                    <a:pt x="2661" y="3111"/>
                    <a:pt x="2709" y="3226"/>
                    <a:pt x="2805" y="3293"/>
                  </a:cubicBezTo>
                  <a:lnTo>
                    <a:pt x="3188" y="3580"/>
                  </a:lnTo>
                  <a:lnTo>
                    <a:pt x="3121" y="3762"/>
                  </a:lnTo>
                  <a:cubicBezTo>
                    <a:pt x="3073" y="3886"/>
                    <a:pt x="3121" y="4020"/>
                    <a:pt x="3216" y="4107"/>
                  </a:cubicBezTo>
                  <a:lnTo>
                    <a:pt x="3618" y="4461"/>
                  </a:lnTo>
                  <a:lnTo>
                    <a:pt x="3628" y="4461"/>
                  </a:lnTo>
                  <a:cubicBezTo>
                    <a:pt x="3915" y="4403"/>
                    <a:pt x="4192" y="4327"/>
                    <a:pt x="4470" y="4231"/>
                  </a:cubicBezTo>
                  <a:lnTo>
                    <a:pt x="4527" y="4202"/>
                  </a:lnTo>
                  <a:cubicBezTo>
                    <a:pt x="4594" y="4183"/>
                    <a:pt x="4652" y="4154"/>
                    <a:pt x="4709" y="4135"/>
                  </a:cubicBezTo>
                  <a:lnTo>
                    <a:pt x="4767" y="4107"/>
                  </a:lnTo>
                  <a:lnTo>
                    <a:pt x="5389" y="3350"/>
                  </a:lnTo>
                  <a:cubicBezTo>
                    <a:pt x="5417" y="3322"/>
                    <a:pt x="5446" y="3284"/>
                    <a:pt x="5475" y="3245"/>
                  </a:cubicBezTo>
                  <a:cubicBezTo>
                    <a:pt x="5379" y="3245"/>
                    <a:pt x="5274" y="3255"/>
                    <a:pt x="5178" y="3255"/>
                  </a:cubicBezTo>
                  <a:cubicBezTo>
                    <a:pt x="3130" y="3255"/>
                    <a:pt x="1312" y="1944"/>
                    <a:pt x="661" y="1"/>
                  </a:cubicBezTo>
                  <a:close/>
                </a:path>
              </a:pathLst>
            </a:custGeom>
            <a:solidFill>
              <a:srgbClr val="869FB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687" name="Google Shape;13687;p43"/>
            <p:cNvSpPr/>
            <p:nvPr/>
          </p:nvSpPr>
          <p:spPr>
            <a:xfrm>
              <a:off x="6241730" y="2077679"/>
              <a:ext cx="338728" cy="251597"/>
            </a:xfrm>
            <a:custGeom>
              <a:rect b="b" l="l" r="r" t="t"/>
              <a:pathLst>
                <a:path extrusionOk="0" h="9581" w="12899">
                  <a:moveTo>
                    <a:pt x="11296" y="1"/>
                  </a:moveTo>
                  <a:cubicBezTo>
                    <a:pt x="11159" y="1"/>
                    <a:pt x="11024" y="135"/>
                    <a:pt x="11099" y="299"/>
                  </a:cubicBezTo>
                  <a:cubicBezTo>
                    <a:pt x="12420" y="3103"/>
                    <a:pt x="11482" y="6443"/>
                    <a:pt x="8889" y="8146"/>
                  </a:cubicBezTo>
                  <a:cubicBezTo>
                    <a:pt x="7847" y="8829"/>
                    <a:pt x="6665" y="9161"/>
                    <a:pt x="5492" y="9161"/>
                  </a:cubicBezTo>
                  <a:cubicBezTo>
                    <a:pt x="3754" y="9161"/>
                    <a:pt x="2034" y="8434"/>
                    <a:pt x="811" y="7046"/>
                  </a:cubicBezTo>
                  <a:lnTo>
                    <a:pt x="811" y="7046"/>
                  </a:lnTo>
                  <a:lnTo>
                    <a:pt x="1529" y="7285"/>
                  </a:lnTo>
                  <a:cubicBezTo>
                    <a:pt x="1557" y="7295"/>
                    <a:pt x="1584" y="7300"/>
                    <a:pt x="1609" y="7300"/>
                  </a:cubicBezTo>
                  <a:cubicBezTo>
                    <a:pt x="1821" y="7300"/>
                    <a:pt x="1903" y="6970"/>
                    <a:pt x="1663" y="6893"/>
                  </a:cubicBezTo>
                  <a:lnTo>
                    <a:pt x="285" y="6433"/>
                  </a:lnTo>
                  <a:cubicBezTo>
                    <a:pt x="264" y="6426"/>
                    <a:pt x="242" y="6423"/>
                    <a:pt x="221" y="6423"/>
                  </a:cubicBezTo>
                  <a:cubicBezTo>
                    <a:pt x="102" y="6423"/>
                    <a:pt x="1" y="6531"/>
                    <a:pt x="17" y="6653"/>
                  </a:cubicBezTo>
                  <a:lnTo>
                    <a:pt x="247" y="8261"/>
                  </a:lnTo>
                  <a:cubicBezTo>
                    <a:pt x="256" y="8366"/>
                    <a:pt x="352" y="8443"/>
                    <a:pt x="448" y="8443"/>
                  </a:cubicBezTo>
                  <a:lnTo>
                    <a:pt x="476" y="8443"/>
                  </a:lnTo>
                  <a:cubicBezTo>
                    <a:pt x="601" y="8424"/>
                    <a:pt x="677" y="8319"/>
                    <a:pt x="658" y="8204"/>
                  </a:cubicBezTo>
                  <a:lnTo>
                    <a:pt x="534" y="7352"/>
                  </a:lnTo>
                  <a:lnTo>
                    <a:pt x="534" y="7352"/>
                  </a:lnTo>
                  <a:cubicBezTo>
                    <a:pt x="1834" y="8816"/>
                    <a:pt x="3652" y="9581"/>
                    <a:pt x="5492" y="9581"/>
                  </a:cubicBezTo>
                  <a:cubicBezTo>
                    <a:pt x="6754" y="9581"/>
                    <a:pt x="8026" y="9221"/>
                    <a:pt x="9147" y="8481"/>
                  </a:cubicBezTo>
                  <a:cubicBezTo>
                    <a:pt x="11903" y="6663"/>
                    <a:pt x="12899" y="3103"/>
                    <a:pt x="11482" y="117"/>
                  </a:cubicBezTo>
                  <a:lnTo>
                    <a:pt x="11482" y="117"/>
                  </a:lnTo>
                  <a:lnTo>
                    <a:pt x="11482" y="126"/>
                  </a:lnTo>
                  <a:cubicBezTo>
                    <a:pt x="11439" y="38"/>
                    <a:pt x="11367" y="1"/>
                    <a:pt x="11296" y="1"/>
                  </a:cubicBez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688" name="Google Shape;13688;p43"/>
            <p:cNvSpPr/>
            <p:nvPr/>
          </p:nvSpPr>
          <p:spPr>
            <a:xfrm>
              <a:off x="6191390" y="1981489"/>
              <a:ext cx="338807" cy="251676"/>
            </a:xfrm>
            <a:custGeom>
              <a:rect b="b" l="l" r="r" t="t"/>
              <a:pathLst>
                <a:path extrusionOk="0" h="9584" w="12902">
                  <a:moveTo>
                    <a:pt x="7403" y="1"/>
                  </a:moveTo>
                  <a:cubicBezTo>
                    <a:pt x="6141" y="1"/>
                    <a:pt x="4870" y="360"/>
                    <a:pt x="3752" y="1100"/>
                  </a:cubicBezTo>
                  <a:cubicBezTo>
                    <a:pt x="996" y="2909"/>
                    <a:pt x="1" y="6479"/>
                    <a:pt x="1417" y="9465"/>
                  </a:cubicBezTo>
                  <a:cubicBezTo>
                    <a:pt x="1456" y="9548"/>
                    <a:pt x="1524" y="9583"/>
                    <a:pt x="1593" y="9583"/>
                  </a:cubicBezTo>
                  <a:cubicBezTo>
                    <a:pt x="1728" y="9583"/>
                    <a:pt x="1867" y="9448"/>
                    <a:pt x="1790" y="9283"/>
                  </a:cubicBezTo>
                  <a:cubicBezTo>
                    <a:pt x="1398" y="8450"/>
                    <a:pt x="1197" y="7541"/>
                    <a:pt x="1197" y="6622"/>
                  </a:cubicBezTo>
                  <a:cubicBezTo>
                    <a:pt x="1197" y="4038"/>
                    <a:pt x="2805" y="1722"/>
                    <a:pt x="5226" y="813"/>
                  </a:cubicBezTo>
                  <a:cubicBezTo>
                    <a:pt x="5937" y="546"/>
                    <a:pt x="6674" y="417"/>
                    <a:pt x="7405" y="417"/>
                  </a:cubicBezTo>
                  <a:cubicBezTo>
                    <a:pt x="9165" y="417"/>
                    <a:pt x="10884" y="1166"/>
                    <a:pt x="12088" y="2545"/>
                  </a:cubicBezTo>
                  <a:lnTo>
                    <a:pt x="11370" y="2306"/>
                  </a:lnTo>
                  <a:cubicBezTo>
                    <a:pt x="11343" y="2297"/>
                    <a:pt x="11318" y="2294"/>
                    <a:pt x="11294" y="2294"/>
                  </a:cubicBezTo>
                  <a:cubicBezTo>
                    <a:pt x="11081" y="2294"/>
                    <a:pt x="11004" y="2612"/>
                    <a:pt x="11236" y="2698"/>
                  </a:cubicBezTo>
                  <a:lnTo>
                    <a:pt x="12614" y="3148"/>
                  </a:lnTo>
                  <a:cubicBezTo>
                    <a:pt x="12634" y="3158"/>
                    <a:pt x="12653" y="3167"/>
                    <a:pt x="12672" y="3167"/>
                  </a:cubicBezTo>
                  <a:cubicBezTo>
                    <a:pt x="12806" y="3167"/>
                    <a:pt x="12901" y="3053"/>
                    <a:pt x="12882" y="2928"/>
                  </a:cubicBezTo>
                  <a:lnTo>
                    <a:pt x="12653" y="1320"/>
                  </a:lnTo>
                  <a:cubicBezTo>
                    <a:pt x="12635" y="1196"/>
                    <a:pt x="12543" y="1139"/>
                    <a:pt x="12450" y="1139"/>
                  </a:cubicBezTo>
                  <a:cubicBezTo>
                    <a:pt x="12336" y="1139"/>
                    <a:pt x="12220" y="1225"/>
                    <a:pt x="12241" y="1378"/>
                  </a:cubicBezTo>
                  <a:lnTo>
                    <a:pt x="12366" y="2229"/>
                  </a:lnTo>
                  <a:cubicBezTo>
                    <a:pt x="11066" y="765"/>
                    <a:pt x="9244" y="1"/>
                    <a:pt x="7403" y="1"/>
                  </a:cubicBez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3689" name="Google Shape;13689;p43"/>
          <p:cNvGrpSpPr/>
          <p:nvPr/>
        </p:nvGrpSpPr>
        <p:grpSpPr>
          <a:xfrm>
            <a:off x="6657846" y="1855191"/>
            <a:ext cx="348103" cy="295714"/>
            <a:chOff x="6657846" y="2007591"/>
            <a:chExt cx="348103" cy="295714"/>
          </a:xfrm>
        </p:grpSpPr>
        <p:sp>
          <p:nvSpPr>
            <p:cNvPr id="13690" name="Google Shape;13690;p43"/>
            <p:cNvSpPr/>
            <p:nvPr/>
          </p:nvSpPr>
          <p:spPr>
            <a:xfrm>
              <a:off x="6820186" y="2082984"/>
              <a:ext cx="179224" cy="163153"/>
            </a:xfrm>
            <a:custGeom>
              <a:rect b="b" l="l" r="r" t="t"/>
              <a:pathLst>
                <a:path extrusionOk="0" h="6213" w="6825">
                  <a:moveTo>
                    <a:pt x="4298" y="1"/>
                  </a:moveTo>
                  <a:lnTo>
                    <a:pt x="2987" y="1006"/>
                  </a:lnTo>
                  <a:lnTo>
                    <a:pt x="1896" y="642"/>
                  </a:lnTo>
                  <a:lnTo>
                    <a:pt x="1" y="2183"/>
                  </a:lnTo>
                  <a:lnTo>
                    <a:pt x="2920" y="6212"/>
                  </a:lnTo>
                  <a:lnTo>
                    <a:pt x="6824" y="3437"/>
                  </a:lnTo>
                  <a:lnTo>
                    <a:pt x="4298" y="1"/>
                  </a:ln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691" name="Google Shape;13691;p43"/>
            <p:cNvSpPr/>
            <p:nvPr/>
          </p:nvSpPr>
          <p:spPr>
            <a:xfrm>
              <a:off x="6900620" y="2007591"/>
              <a:ext cx="105329" cy="193431"/>
            </a:xfrm>
            <a:custGeom>
              <a:rect b="b" l="l" r="r" t="t"/>
              <a:pathLst>
                <a:path extrusionOk="0" h="7366" w="4011">
                  <a:moveTo>
                    <a:pt x="4010" y="1"/>
                  </a:moveTo>
                  <a:lnTo>
                    <a:pt x="115" y="2767"/>
                  </a:lnTo>
                  <a:cubicBezTo>
                    <a:pt x="19" y="2834"/>
                    <a:pt x="0" y="2968"/>
                    <a:pt x="67" y="3063"/>
                  </a:cubicBezTo>
                  <a:lnTo>
                    <a:pt x="3340" y="7284"/>
                  </a:lnTo>
                  <a:cubicBezTo>
                    <a:pt x="3384" y="7339"/>
                    <a:pt x="3444" y="7365"/>
                    <a:pt x="3505" y="7365"/>
                  </a:cubicBezTo>
                  <a:cubicBezTo>
                    <a:pt x="3550" y="7365"/>
                    <a:pt x="3596" y="7351"/>
                    <a:pt x="3637" y="7322"/>
                  </a:cubicBezTo>
                  <a:lnTo>
                    <a:pt x="4010" y="7025"/>
                  </a:lnTo>
                  <a:lnTo>
                    <a:pt x="4010" y="1"/>
                  </a:ln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692" name="Google Shape;13692;p43"/>
            <p:cNvSpPr/>
            <p:nvPr/>
          </p:nvSpPr>
          <p:spPr>
            <a:xfrm>
              <a:off x="6972494" y="2152862"/>
              <a:ext cx="32930" cy="48292"/>
            </a:xfrm>
            <a:custGeom>
              <a:rect b="b" l="l" r="r" t="t"/>
              <a:pathLst>
                <a:path extrusionOk="0" h="1839" w="1254">
                  <a:moveTo>
                    <a:pt x="1254" y="1"/>
                  </a:moveTo>
                  <a:lnTo>
                    <a:pt x="0" y="977"/>
                  </a:lnTo>
                  <a:lnTo>
                    <a:pt x="594" y="1761"/>
                  </a:lnTo>
                  <a:cubicBezTo>
                    <a:pt x="632" y="1811"/>
                    <a:pt x="692" y="1838"/>
                    <a:pt x="755" y="1838"/>
                  </a:cubicBezTo>
                  <a:cubicBezTo>
                    <a:pt x="801" y="1838"/>
                    <a:pt x="849" y="1823"/>
                    <a:pt x="890" y="1790"/>
                  </a:cubicBezTo>
                  <a:lnTo>
                    <a:pt x="1254" y="1503"/>
                  </a:lnTo>
                  <a:lnTo>
                    <a:pt x="1254" y="1"/>
                  </a:ln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693" name="Google Shape;13693;p43"/>
            <p:cNvSpPr/>
            <p:nvPr/>
          </p:nvSpPr>
          <p:spPr>
            <a:xfrm>
              <a:off x="6832003" y="2137027"/>
              <a:ext cx="136237" cy="90439"/>
            </a:xfrm>
            <a:custGeom>
              <a:rect b="b" l="l" r="r" t="t"/>
              <a:pathLst>
                <a:path extrusionOk="0" h="3444" w="5188">
                  <a:moveTo>
                    <a:pt x="594" y="1"/>
                  </a:moveTo>
                  <a:lnTo>
                    <a:pt x="0" y="1092"/>
                  </a:lnTo>
                  <a:lnTo>
                    <a:pt x="4183" y="3369"/>
                  </a:lnTo>
                  <a:cubicBezTo>
                    <a:pt x="4274" y="3419"/>
                    <a:pt x="4373" y="3443"/>
                    <a:pt x="4472" y="3443"/>
                  </a:cubicBezTo>
                  <a:cubicBezTo>
                    <a:pt x="4694" y="3443"/>
                    <a:pt x="4912" y="3323"/>
                    <a:pt x="5025" y="3111"/>
                  </a:cubicBezTo>
                  <a:cubicBezTo>
                    <a:pt x="5188" y="2814"/>
                    <a:pt x="5073" y="2441"/>
                    <a:pt x="4776" y="2278"/>
                  </a:cubicBezTo>
                  <a:lnTo>
                    <a:pt x="594" y="1"/>
                  </a:ln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694" name="Google Shape;13694;p43"/>
            <p:cNvSpPr/>
            <p:nvPr/>
          </p:nvSpPr>
          <p:spPr>
            <a:xfrm>
              <a:off x="6885284" y="2182509"/>
              <a:ext cx="79935" cy="44957"/>
            </a:xfrm>
            <a:custGeom>
              <a:rect b="b" l="l" r="r" t="t"/>
              <a:pathLst>
                <a:path extrusionOk="0" h="1712" w="3044">
                  <a:moveTo>
                    <a:pt x="268" y="1"/>
                  </a:moveTo>
                  <a:lnTo>
                    <a:pt x="0" y="460"/>
                  </a:lnTo>
                  <a:lnTo>
                    <a:pt x="2154" y="1637"/>
                  </a:lnTo>
                  <a:cubicBezTo>
                    <a:pt x="2250" y="1688"/>
                    <a:pt x="2352" y="1712"/>
                    <a:pt x="2452" y="1712"/>
                  </a:cubicBezTo>
                  <a:cubicBezTo>
                    <a:pt x="2710" y="1712"/>
                    <a:pt x="2954" y="1552"/>
                    <a:pt x="3044" y="1283"/>
                  </a:cubicBezTo>
                  <a:lnTo>
                    <a:pt x="3044" y="1283"/>
                  </a:lnTo>
                  <a:cubicBezTo>
                    <a:pt x="2976" y="1307"/>
                    <a:pt x="2905" y="1319"/>
                    <a:pt x="2834" y="1319"/>
                  </a:cubicBezTo>
                  <a:cubicBezTo>
                    <a:pt x="2735" y="1319"/>
                    <a:pt x="2635" y="1295"/>
                    <a:pt x="2546" y="1245"/>
                  </a:cubicBezTo>
                  <a:lnTo>
                    <a:pt x="268" y="1"/>
                  </a:ln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695" name="Google Shape;13695;p43"/>
            <p:cNvSpPr/>
            <p:nvPr/>
          </p:nvSpPr>
          <p:spPr>
            <a:xfrm>
              <a:off x="6806872" y="2160661"/>
              <a:ext cx="136237" cy="90229"/>
            </a:xfrm>
            <a:custGeom>
              <a:rect b="b" l="l" r="r" t="t"/>
              <a:pathLst>
                <a:path extrusionOk="0" h="3436" w="5188">
                  <a:moveTo>
                    <a:pt x="594" y="0"/>
                  </a:moveTo>
                  <a:lnTo>
                    <a:pt x="0" y="1091"/>
                  </a:lnTo>
                  <a:lnTo>
                    <a:pt x="4183" y="3359"/>
                  </a:lnTo>
                  <a:cubicBezTo>
                    <a:pt x="4276" y="3411"/>
                    <a:pt x="4379" y="3435"/>
                    <a:pt x="4480" y="3435"/>
                  </a:cubicBezTo>
                  <a:cubicBezTo>
                    <a:pt x="4699" y="3435"/>
                    <a:pt x="4914" y="3320"/>
                    <a:pt x="5025" y="3111"/>
                  </a:cubicBezTo>
                  <a:cubicBezTo>
                    <a:pt x="5187" y="2804"/>
                    <a:pt x="5073" y="2431"/>
                    <a:pt x="4776" y="2268"/>
                  </a:cubicBezTo>
                  <a:lnTo>
                    <a:pt x="594" y="0"/>
                  </a:ln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696" name="Google Shape;13696;p43"/>
            <p:cNvSpPr/>
            <p:nvPr/>
          </p:nvSpPr>
          <p:spPr>
            <a:xfrm>
              <a:off x="6868688" y="2211920"/>
              <a:ext cx="71165" cy="38944"/>
            </a:xfrm>
            <a:custGeom>
              <a:rect b="b" l="l" r="r" t="t"/>
              <a:pathLst>
                <a:path extrusionOk="0" h="1483" w="2710">
                  <a:moveTo>
                    <a:pt x="240" y="1"/>
                  </a:moveTo>
                  <a:lnTo>
                    <a:pt x="1" y="422"/>
                  </a:lnTo>
                  <a:lnTo>
                    <a:pt x="1819" y="1407"/>
                  </a:lnTo>
                  <a:cubicBezTo>
                    <a:pt x="1913" y="1458"/>
                    <a:pt x="2014" y="1482"/>
                    <a:pt x="2114" y="1482"/>
                  </a:cubicBezTo>
                  <a:cubicBezTo>
                    <a:pt x="2371" y="1482"/>
                    <a:pt x="2620" y="1325"/>
                    <a:pt x="2709" y="1063"/>
                  </a:cubicBezTo>
                  <a:lnTo>
                    <a:pt x="2709" y="1063"/>
                  </a:lnTo>
                  <a:cubicBezTo>
                    <a:pt x="2623" y="1099"/>
                    <a:pt x="2533" y="1118"/>
                    <a:pt x="2444" y="1118"/>
                  </a:cubicBezTo>
                  <a:cubicBezTo>
                    <a:pt x="2344" y="1118"/>
                    <a:pt x="2245" y="1094"/>
                    <a:pt x="2154" y="1044"/>
                  </a:cubicBezTo>
                  <a:lnTo>
                    <a:pt x="240" y="1"/>
                  </a:ln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697" name="Google Shape;13697;p43"/>
            <p:cNvSpPr/>
            <p:nvPr/>
          </p:nvSpPr>
          <p:spPr>
            <a:xfrm>
              <a:off x="6781741" y="2184032"/>
              <a:ext cx="136237" cy="90334"/>
            </a:xfrm>
            <a:custGeom>
              <a:rect b="b" l="l" r="r" t="t"/>
              <a:pathLst>
                <a:path extrusionOk="0" h="3440" w="5188">
                  <a:moveTo>
                    <a:pt x="594" y="0"/>
                  </a:moveTo>
                  <a:lnTo>
                    <a:pt x="0" y="1091"/>
                  </a:lnTo>
                  <a:lnTo>
                    <a:pt x="4183" y="3359"/>
                  </a:lnTo>
                  <a:cubicBezTo>
                    <a:pt x="4277" y="3414"/>
                    <a:pt x="4379" y="3440"/>
                    <a:pt x="4481" y="3440"/>
                  </a:cubicBezTo>
                  <a:cubicBezTo>
                    <a:pt x="4700" y="3440"/>
                    <a:pt x="4914" y="3320"/>
                    <a:pt x="5025" y="3111"/>
                  </a:cubicBezTo>
                  <a:cubicBezTo>
                    <a:pt x="5187" y="2814"/>
                    <a:pt x="5073" y="2441"/>
                    <a:pt x="4776" y="2268"/>
                  </a:cubicBezTo>
                  <a:lnTo>
                    <a:pt x="594" y="0"/>
                  </a:ln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698" name="Google Shape;13698;p43"/>
            <p:cNvSpPr/>
            <p:nvPr/>
          </p:nvSpPr>
          <p:spPr>
            <a:xfrm>
              <a:off x="6852354" y="2240570"/>
              <a:ext cx="61842" cy="33770"/>
            </a:xfrm>
            <a:custGeom>
              <a:rect b="b" l="l" r="r" t="t"/>
              <a:pathLst>
                <a:path extrusionOk="0" h="1286" w="2355">
                  <a:moveTo>
                    <a:pt x="240" y="1"/>
                  </a:moveTo>
                  <a:lnTo>
                    <a:pt x="1" y="402"/>
                  </a:lnTo>
                  <a:lnTo>
                    <a:pt x="1484" y="1206"/>
                  </a:lnTo>
                  <a:cubicBezTo>
                    <a:pt x="1580" y="1260"/>
                    <a:pt x="1684" y="1286"/>
                    <a:pt x="1786" y="1286"/>
                  </a:cubicBezTo>
                  <a:cubicBezTo>
                    <a:pt x="2029" y="1286"/>
                    <a:pt x="2261" y="1143"/>
                    <a:pt x="2355" y="900"/>
                  </a:cubicBezTo>
                  <a:lnTo>
                    <a:pt x="2355" y="900"/>
                  </a:lnTo>
                  <a:cubicBezTo>
                    <a:pt x="2280" y="929"/>
                    <a:pt x="2201" y="944"/>
                    <a:pt x="2122" y="944"/>
                  </a:cubicBezTo>
                  <a:cubicBezTo>
                    <a:pt x="2021" y="944"/>
                    <a:pt x="1920" y="920"/>
                    <a:pt x="1829" y="871"/>
                  </a:cubicBezTo>
                  <a:lnTo>
                    <a:pt x="240" y="1"/>
                  </a:ln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699" name="Google Shape;13699;p43"/>
            <p:cNvSpPr/>
            <p:nvPr/>
          </p:nvSpPr>
          <p:spPr>
            <a:xfrm>
              <a:off x="6756610" y="2207404"/>
              <a:ext cx="136237" cy="90413"/>
            </a:xfrm>
            <a:custGeom>
              <a:rect b="b" l="l" r="r" t="t"/>
              <a:pathLst>
                <a:path extrusionOk="0" h="3443" w="5188">
                  <a:moveTo>
                    <a:pt x="594" y="0"/>
                  </a:moveTo>
                  <a:lnTo>
                    <a:pt x="0" y="1091"/>
                  </a:lnTo>
                  <a:lnTo>
                    <a:pt x="4173" y="3369"/>
                  </a:lnTo>
                  <a:cubicBezTo>
                    <a:pt x="4267" y="3419"/>
                    <a:pt x="4369" y="3443"/>
                    <a:pt x="4469" y="3443"/>
                  </a:cubicBezTo>
                  <a:cubicBezTo>
                    <a:pt x="4694" y="3443"/>
                    <a:pt x="4912" y="3323"/>
                    <a:pt x="5025" y="3111"/>
                  </a:cubicBezTo>
                  <a:cubicBezTo>
                    <a:pt x="5187" y="2814"/>
                    <a:pt x="5073" y="2441"/>
                    <a:pt x="4776" y="2278"/>
                  </a:cubicBezTo>
                  <a:lnTo>
                    <a:pt x="594" y="0"/>
                  </a:ln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700" name="Google Shape;13700;p43"/>
            <p:cNvSpPr/>
            <p:nvPr/>
          </p:nvSpPr>
          <p:spPr>
            <a:xfrm>
              <a:off x="6836021" y="2267723"/>
              <a:ext cx="53308" cy="29989"/>
            </a:xfrm>
            <a:custGeom>
              <a:rect b="b" l="l" r="r" t="t"/>
              <a:pathLst>
                <a:path extrusionOk="0" h="1142" w="2030">
                  <a:moveTo>
                    <a:pt x="259" y="0"/>
                  </a:moveTo>
                  <a:lnTo>
                    <a:pt x="1" y="440"/>
                  </a:lnTo>
                  <a:lnTo>
                    <a:pt x="1149" y="1072"/>
                  </a:lnTo>
                  <a:cubicBezTo>
                    <a:pt x="1243" y="1119"/>
                    <a:pt x="1344" y="1142"/>
                    <a:pt x="1444" y="1142"/>
                  </a:cubicBezTo>
                  <a:cubicBezTo>
                    <a:pt x="1666" y="1142"/>
                    <a:pt x="1879" y="1028"/>
                    <a:pt x="1991" y="823"/>
                  </a:cubicBezTo>
                  <a:cubicBezTo>
                    <a:pt x="2001" y="794"/>
                    <a:pt x="2020" y="766"/>
                    <a:pt x="2029" y="737"/>
                  </a:cubicBezTo>
                  <a:lnTo>
                    <a:pt x="2029" y="737"/>
                  </a:lnTo>
                  <a:cubicBezTo>
                    <a:pt x="1965" y="760"/>
                    <a:pt x="1898" y="770"/>
                    <a:pt x="1831" y="770"/>
                  </a:cubicBezTo>
                  <a:cubicBezTo>
                    <a:pt x="1728" y="770"/>
                    <a:pt x="1625" y="745"/>
                    <a:pt x="1532" y="699"/>
                  </a:cubicBezTo>
                  <a:lnTo>
                    <a:pt x="259" y="0"/>
                  </a:ln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701" name="Google Shape;13701;p43"/>
            <p:cNvSpPr/>
            <p:nvPr/>
          </p:nvSpPr>
          <p:spPr>
            <a:xfrm>
              <a:off x="6674180" y="2094564"/>
              <a:ext cx="173421" cy="157087"/>
            </a:xfrm>
            <a:custGeom>
              <a:rect b="b" l="l" r="r" t="t"/>
              <a:pathLst>
                <a:path extrusionOk="0" h="5982" w="6604">
                  <a:moveTo>
                    <a:pt x="2067" y="0"/>
                  </a:moveTo>
                  <a:lnTo>
                    <a:pt x="0" y="3723"/>
                  </a:lnTo>
                  <a:lnTo>
                    <a:pt x="4230" y="5982"/>
                  </a:lnTo>
                  <a:lnTo>
                    <a:pt x="6604" y="1618"/>
                  </a:lnTo>
                  <a:lnTo>
                    <a:pt x="4508" y="737"/>
                  </a:lnTo>
                  <a:cubicBezTo>
                    <a:pt x="4479" y="718"/>
                    <a:pt x="4441" y="718"/>
                    <a:pt x="4403" y="718"/>
                  </a:cubicBezTo>
                  <a:lnTo>
                    <a:pt x="3570" y="814"/>
                  </a:lnTo>
                  <a:cubicBezTo>
                    <a:pt x="3557" y="816"/>
                    <a:pt x="3544" y="817"/>
                    <a:pt x="3532" y="817"/>
                  </a:cubicBezTo>
                  <a:cubicBezTo>
                    <a:pt x="3497" y="817"/>
                    <a:pt x="3464" y="809"/>
                    <a:pt x="3436" y="795"/>
                  </a:cubicBezTo>
                  <a:lnTo>
                    <a:pt x="2067" y="0"/>
                  </a:ln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702" name="Google Shape;13702;p43"/>
            <p:cNvSpPr/>
            <p:nvPr/>
          </p:nvSpPr>
          <p:spPr>
            <a:xfrm>
              <a:off x="6657846" y="2031488"/>
              <a:ext cx="107587" cy="185606"/>
            </a:xfrm>
            <a:custGeom>
              <a:rect b="b" l="l" r="r" t="t"/>
              <a:pathLst>
                <a:path extrusionOk="0" h="7068" w="4097">
                  <a:moveTo>
                    <a:pt x="0" y="0"/>
                  </a:moveTo>
                  <a:lnTo>
                    <a:pt x="0" y="6336"/>
                  </a:lnTo>
                  <a:lnTo>
                    <a:pt x="1196" y="7034"/>
                  </a:lnTo>
                  <a:cubicBezTo>
                    <a:pt x="1235" y="7057"/>
                    <a:pt x="1278" y="7068"/>
                    <a:pt x="1319" y="7068"/>
                  </a:cubicBezTo>
                  <a:cubicBezTo>
                    <a:pt x="1400" y="7068"/>
                    <a:pt x="1478" y="7027"/>
                    <a:pt x="1522" y="6958"/>
                  </a:cubicBezTo>
                  <a:lnTo>
                    <a:pt x="4029" y="2603"/>
                  </a:lnTo>
                  <a:cubicBezTo>
                    <a:pt x="4096" y="2488"/>
                    <a:pt x="4048" y="2345"/>
                    <a:pt x="3943" y="2287"/>
                  </a:cubicBezTo>
                  <a:lnTo>
                    <a:pt x="0" y="0"/>
                  </a:lnTo>
                  <a:close/>
                </a:path>
              </a:pathLst>
            </a:custGeom>
            <a:solidFill>
              <a:srgbClr val="F4F6F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703" name="Google Shape;13703;p43"/>
            <p:cNvSpPr/>
            <p:nvPr/>
          </p:nvSpPr>
          <p:spPr>
            <a:xfrm>
              <a:off x="6657846" y="2031488"/>
              <a:ext cx="82693" cy="173684"/>
            </a:xfrm>
            <a:custGeom>
              <a:rect b="b" l="l" r="r" t="t"/>
              <a:pathLst>
                <a:path extrusionOk="0" h="6614" w="3149">
                  <a:moveTo>
                    <a:pt x="0" y="0"/>
                  </a:moveTo>
                  <a:lnTo>
                    <a:pt x="0" y="6336"/>
                  </a:lnTo>
                  <a:lnTo>
                    <a:pt x="469" y="6613"/>
                  </a:lnTo>
                  <a:lnTo>
                    <a:pt x="3149" y="1828"/>
                  </a:lnTo>
                  <a:lnTo>
                    <a:pt x="0" y="0"/>
                  </a:lnTo>
                  <a:close/>
                </a:path>
              </a:pathLst>
            </a:custGeom>
            <a:solidFill>
              <a:srgbClr val="526A7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704" name="Google Shape;13704;p43"/>
            <p:cNvSpPr/>
            <p:nvPr/>
          </p:nvSpPr>
          <p:spPr>
            <a:xfrm>
              <a:off x="6657846" y="2162158"/>
              <a:ext cx="51785" cy="54752"/>
            </a:xfrm>
            <a:custGeom>
              <a:rect b="b" l="l" r="r" t="t"/>
              <a:pathLst>
                <a:path extrusionOk="0" h="2085" w="1972">
                  <a:moveTo>
                    <a:pt x="0" y="1"/>
                  </a:moveTo>
                  <a:lnTo>
                    <a:pt x="0" y="1360"/>
                  </a:lnTo>
                  <a:lnTo>
                    <a:pt x="1196" y="2058"/>
                  </a:lnTo>
                  <a:cubicBezTo>
                    <a:pt x="1233" y="2076"/>
                    <a:pt x="1272" y="2085"/>
                    <a:pt x="1310" y="2085"/>
                  </a:cubicBezTo>
                  <a:cubicBezTo>
                    <a:pt x="1394" y="2085"/>
                    <a:pt x="1476" y="2044"/>
                    <a:pt x="1522" y="1972"/>
                  </a:cubicBezTo>
                  <a:lnTo>
                    <a:pt x="1972" y="1197"/>
                  </a:lnTo>
                  <a:lnTo>
                    <a:pt x="0" y="1"/>
                  </a:lnTo>
                  <a:close/>
                </a:path>
              </a:pathLst>
            </a:custGeom>
            <a:solidFill>
              <a:srgbClr val="E8EDF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705" name="Google Shape;13705;p43"/>
            <p:cNvSpPr/>
            <p:nvPr/>
          </p:nvSpPr>
          <p:spPr>
            <a:xfrm>
              <a:off x="6657846" y="2162158"/>
              <a:ext cx="27153" cy="43014"/>
            </a:xfrm>
            <a:custGeom>
              <a:rect b="b" l="l" r="r" t="t"/>
              <a:pathLst>
                <a:path extrusionOk="0" h="1638" w="1034">
                  <a:moveTo>
                    <a:pt x="0" y="1"/>
                  </a:moveTo>
                  <a:lnTo>
                    <a:pt x="0" y="1360"/>
                  </a:lnTo>
                  <a:lnTo>
                    <a:pt x="469" y="1637"/>
                  </a:lnTo>
                  <a:lnTo>
                    <a:pt x="1034" y="632"/>
                  </a:lnTo>
                  <a:lnTo>
                    <a:pt x="0" y="1"/>
                  </a:lnTo>
                  <a:close/>
                </a:path>
              </a:pathLst>
            </a:custGeom>
            <a:solidFill>
              <a:srgbClr val="435D7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706" name="Google Shape;13706;p43"/>
            <p:cNvSpPr/>
            <p:nvPr/>
          </p:nvSpPr>
          <p:spPr>
            <a:xfrm>
              <a:off x="6710104" y="2184557"/>
              <a:ext cx="73160" cy="58665"/>
            </a:xfrm>
            <a:custGeom>
              <a:rect b="b" l="l" r="r" t="t"/>
              <a:pathLst>
                <a:path extrusionOk="0" h="2234" w="2786">
                  <a:moveTo>
                    <a:pt x="2085" y="0"/>
                  </a:moveTo>
                  <a:cubicBezTo>
                    <a:pt x="1955" y="0"/>
                    <a:pt x="1825" y="41"/>
                    <a:pt x="1714" y="124"/>
                  </a:cubicBezTo>
                  <a:lnTo>
                    <a:pt x="345" y="1110"/>
                  </a:lnTo>
                  <a:cubicBezTo>
                    <a:pt x="58" y="1310"/>
                    <a:pt x="1" y="1703"/>
                    <a:pt x="202" y="1980"/>
                  </a:cubicBezTo>
                  <a:cubicBezTo>
                    <a:pt x="322" y="2147"/>
                    <a:pt x="511" y="2234"/>
                    <a:pt x="703" y="2234"/>
                  </a:cubicBezTo>
                  <a:cubicBezTo>
                    <a:pt x="832" y="2234"/>
                    <a:pt x="961" y="2195"/>
                    <a:pt x="1073" y="2114"/>
                  </a:cubicBezTo>
                  <a:lnTo>
                    <a:pt x="2441" y="1129"/>
                  </a:lnTo>
                  <a:cubicBezTo>
                    <a:pt x="2728" y="918"/>
                    <a:pt x="2786" y="516"/>
                    <a:pt x="2566" y="239"/>
                  </a:cubicBezTo>
                  <a:lnTo>
                    <a:pt x="2575" y="239"/>
                  </a:lnTo>
                  <a:cubicBezTo>
                    <a:pt x="2452" y="82"/>
                    <a:pt x="2269" y="0"/>
                    <a:pt x="2085" y="0"/>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707" name="Google Shape;13707;p43"/>
            <p:cNvSpPr/>
            <p:nvPr/>
          </p:nvSpPr>
          <p:spPr>
            <a:xfrm>
              <a:off x="6713386" y="2185529"/>
              <a:ext cx="69878" cy="57536"/>
            </a:xfrm>
            <a:custGeom>
              <a:rect b="b" l="l" r="r" t="t"/>
              <a:pathLst>
                <a:path extrusionOk="0" h="2191" w="2661">
                  <a:moveTo>
                    <a:pt x="2182" y="1"/>
                  </a:moveTo>
                  <a:lnTo>
                    <a:pt x="2182" y="1"/>
                  </a:lnTo>
                  <a:cubicBezTo>
                    <a:pt x="2288" y="269"/>
                    <a:pt x="2201" y="565"/>
                    <a:pt x="1972" y="738"/>
                  </a:cubicBezTo>
                  <a:lnTo>
                    <a:pt x="594" y="1733"/>
                  </a:lnTo>
                  <a:cubicBezTo>
                    <a:pt x="488" y="1809"/>
                    <a:pt x="365" y="1849"/>
                    <a:pt x="239" y="1849"/>
                  </a:cubicBezTo>
                  <a:cubicBezTo>
                    <a:pt x="159" y="1849"/>
                    <a:pt x="78" y="1833"/>
                    <a:pt x="0" y="1800"/>
                  </a:cubicBezTo>
                  <a:lnTo>
                    <a:pt x="0" y="1800"/>
                  </a:lnTo>
                  <a:cubicBezTo>
                    <a:pt x="102" y="2048"/>
                    <a:pt x="339" y="2190"/>
                    <a:pt x="583" y="2190"/>
                  </a:cubicBezTo>
                  <a:cubicBezTo>
                    <a:pt x="705" y="2190"/>
                    <a:pt x="829" y="2154"/>
                    <a:pt x="938" y="2077"/>
                  </a:cubicBezTo>
                  <a:lnTo>
                    <a:pt x="2316" y="1082"/>
                  </a:lnTo>
                  <a:cubicBezTo>
                    <a:pt x="2594" y="881"/>
                    <a:pt x="2661" y="479"/>
                    <a:pt x="2450" y="202"/>
                  </a:cubicBezTo>
                  <a:cubicBezTo>
                    <a:pt x="2374" y="115"/>
                    <a:pt x="2288" y="49"/>
                    <a:pt x="2182" y="1"/>
                  </a:cubicBezTo>
                  <a:close/>
                </a:path>
              </a:pathLst>
            </a:custGeom>
            <a:solidFill>
              <a:srgbClr val="A5B7C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708" name="Google Shape;13708;p43"/>
            <p:cNvSpPr/>
            <p:nvPr/>
          </p:nvSpPr>
          <p:spPr>
            <a:xfrm>
              <a:off x="6738018" y="2210266"/>
              <a:ext cx="65099" cy="52888"/>
            </a:xfrm>
            <a:custGeom>
              <a:rect b="b" l="l" r="r" t="t"/>
              <a:pathLst>
                <a:path extrusionOk="0" h="2014" w="2479">
                  <a:moveTo>
                    <a:pt x="1768" y="1"/>
                  </a:moveTo>
                  <a:cubicBezTo>
                    <a:pt x="1642" y="1"/>
                    <a:pt x="1515" y="40"/>
                    <a:pt x="1407" y="121"/>
                  </a:cubicBezTo>
                  <a:lnTo>
                    <a:pt x="354" y="887"/>
                  </a:lnTo>
                  <a:cubicBezTo>
                    <a:pt x="67" y="1088"/>
                    <a:pt x="0" y="1489"/>
                    <a:pt x="211" y="1767"/>
                  </a:cubicBezTo>
                  <a:cubicBezTo>
                    <a:pt x="332" y="1929"/>
                    <a:pt x="519" y="2014"/>
                    <a:pt x="710" y="2014"/>
                  </a:cubicBezTo>
                  <a:cubicBezTo>
                    <a:pt x="835" y="2014"/>
                    <a:pt x="962" y="1977"/>
                    <a:pt x="1072" y="1901"/>
                  </a:cubicBezTo>
                  <a:lnTo>
                    <a:pt x="2134" y="1126"/>
                  </a:lnTo>
                  <a:cubicBezTo>
                    <a:pt x="2421" y="925"/>
                    <a:pt x="2479" y="523"/>
                    <a:pt x="2259" y="245"/>
                  </a:cubicBezTo>
                  <a:cubicBezTo>
                    <a:pt x="2139" y="86"/>
                    <a:pt x="1955" y="1"/>
                    <a:pt x="1768" y="1"/>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709" name="Google Shape;13709;p43"/>
            <p:cNvSpPr/>
            <p:nvPr/>
          </p:nvSpPr>
          <p:spPr>
            <a:xfrm>
              <a:off x="6741274" y="2211421"/>
              <a:ext cx="61842" cy="51732"/>
            </a:xfrm>
            <a:custGeom>
              <a:rect b="b" l="l" r="r" t="t"/>
              <a:pathLst>
                <a:path extrusionOk="0" h="1970" w="2355">
                  <a:moveTo>
                    <a:pt x="1876" y="0"/>
                  </a:moveTo>
                  <a:lnTo>
                    <a:pt x="1876" y="0"/>
                  </a:lnTo>
                  <a:cubicBezTo>
                    <a:pt x="1982" y="268"/>
                    <a:pt x="1895" y="575"/>
                    <a:pt x="1666" y="737"/>
                  </a:cubicBezTo>
                  <a:lnTo>
                    <a:pt x="603" y="1512"/>
                  </a:lnTo>
                  <a:cubicBezTo>
                    <a:pt x="495" y="1591"/>
                    <a:pt x="364" y="1631"/>
                    <a:pt x="231" y="1631"/>
                  </a:cubicBezTo>
                  <a:cubicBezTo>
                    <a:pt x="153" y="1631"/>
                    <a:pt x="75" y="1617"/>
                    <a:pt x="1" y="1589"/>
                  </a:cubicBezTo>
                  <a:lnTo>
                    <a:pt x="1" y="1589"/>
                  </a:lnTo>
                  <a:cubicBezTo>
                    <a:pt x="20" y="1637"/>
                    <a:pt x="48" y="1685"/>
                    <a:pt x="77" y="1723"/>
                  </a:cubicBezTo>
                  <a:cubicBezTo>
                    <a:pt x="204" y="1885"/>
                    <a:pt x="394" y="1970"/>
                    <a:pt x="583" y="1970"/>
                  </a:cubicBezTo>
                  <a:cubicBezTo>
                    <a:pt x="708" y="1970"/>
                    <a:pt x="832" y="1933"/>
                    <a:pt x="938" y="1857"/>
                  </a:cubicBezTo>
                  <a:lnTo>
                    <a:pt x="2010" y="1082"/>
                  </a:lnTo>
                  <a:cubicBezTo>
                    <a:pt x="2288" y="881"/>
                    <a:pt x="2355" y="479"/>
                    <a:pt x="2135" y="201"/>
                  </a:cubicBezTo>
                  <a:cubicBezTo>
                    <a:pt x="2068" y="115"/>
                    <a:pt x="1982" y="48"/>
                    <a:pt x="1876" y="0"/>
                  </a:cubicBezTo>
                  <a:close/>
                </a:path>
              </a:pathLst>
            </a:custGeom>
            <a:solidFill>
              <a:srgbClr val="A5B7C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710" name="Google Shape;13710;p43"/>
            <p:cNvSpPr/>
            <p:nvPr/>
          </p:nvSpPr>
          <p:spPr>
            <a:xfrm>
              <a:off x="6765906" y="2236263"/>
              <a:ext cx="57063" cy="47084"/>
            </a:xfrm>
            <a:custGeom>
              <a:rect b="b" l="l" r="r" t="t"/>
              <a:pathLst>
                <a:path extrusionOk="0" h="1793" w="2173">
                  <a:moveTo>
                    <a:pt x="1466" y="1"/>
                  </a:moveTo>
                  <a:cubicBezTo>
                    <a:pt x="1338" y="1"/>
                    <a:pt x="1210" y="39"/>
                    <a:pt x="1101" y="117"/>
                  </a:cubicBezTo>
                  <a:lnTo>
                    <a:pt x="345" y="662"/>
                  </a:lnTo>
                  <a:cubicBezTo>
                    <a:pt x="67" y="863"/>
                    <a:pt x="0" y="1256"/>
                    <a:pt x="201" y="1533"/>
                  </a:cubicBezTo>
                  <a:cubicBezTo>
                    <a:pt x="324" y="1702"/>
                    <a:pt x="517" y="1793"/>
                    <a:pt x="712" y="1793"/>
                  </a:cubicBezTo>
                  <a:cubicBezTo>
                    <a:pt x="837" y="1793"/>
                    <a:pt x="964" y="1755"/>
                    <a:pt x="1072" y="1677"/>
                  </a:cubicBezTo>
                  <a:lnTo>
                    <a:pt x="1828" y="1122"/>
                  </a:lnTo>
                  <a:cubicBezTo>
                    <a:pt x="2115" y="921"/>
                    <a:pt x="2173" y="519"/>
                    <a:pt x="1962" y="241"/>
                  </a:cubicBezTo>
                  <a:cubicBezTo>
                    <a:pt x="1837" y="82"/>
                    <a:pt x="1652" y="1"/>
                    <a:pt x="1466" y="1"/>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711" name="Google Shape;13711;p43"/>
            <p:cNvSpPr/>
            <p:nvPr/>
          </p:nvSpPr>
          <p:spPr>
            <a:xfrm>
              <a:off x="6769163" y="2237051"/>
              <a:ext cx="53807" cy="46296"/>
            </a:xfrm>
            <a:custGeom>
              <a:rect b="b" l="l" r="r" t="t"/>
              <a:pathLst>
                <a:path extrusionOk="0" h="1763" w="2049">
                  <a:moveTo>
                    <a:pt x="1551" y="1"/>
                  </a:moveTo>
                  <a:lnTo>
                    <a:pt x="1551" y="1"/>
                  </a:lnTo>
                  <a:cubicBezTo>
                    <a:pt x="1637" y="259"/>
                    <a:pt x="1551" y="556"/>
                    <a:pt x="1331" y="718"/>
                  </a:cubicBezTo>
                  <a:lnTo>
                    <a:pt x="565" y="1264"/>
                  </a:lnTo>
                  <a:cubicBezTo>
                    <a:pt x="457" y="1340"/>
                    <a:pt x="327" y="1383"/>
                    <a:pt x="196" y="1383"/>
                  </a:cubicBezTo>
                  <a:cubicBezTo>
                    <a:pt x="131" y="1383"/>
                    <a:pt x="65" y="1372"/>
                    <a:pt x="1" y="1350"/>
                  </a:cubicBezTo>
                  <a:lnTo>
                    <a:pt x="1" y="1350"/>
                  </a:lnTo>
                  <a:cubicBezTo>
                    <a:pt x="20" y="1398"/>
                    <a:pt x="39" y="1455"/>
                    <a:pt x="77" y="1503"/>
                  </a:cubicBezTo>
                  <a:cubicBezTo>
                    <a:pt x="200" y="1672"/>
                    <a:pt x="393" y="1763"/>
                    <a:pt x="588" y="1763"/>
                  </a:cubicBezTo>
                  <a:cubicBezTo>
                    <a:pt x="713" y="1763"/>
                    <a:pt x="840" y="1725"/>
                    <a:pt x="948" y="1647"/>
                  </a:cubicBezTo>
                  <a:lnTo>
                    <a:pt x="1704" y="1092"/>
                  </a:lnTo>
                  <a:cubicBezTo>
                    <a:pt x="1991" y="891"/>
                    <a:pt x="2049" y="489"/>
                    <a:pt x="1838" y="211"/>
                  </a:cubicBezTo>
                  <a:cubicBezTo>
                    <a:pt x="1762" y="115"/>
                    <a:pt x="1657" y="48"/>
                    <a:pt x="1551" y="1"/>
                  </a:cubicBezTo>
                  <a:close/>
                </a:path>
              </a:pathLst>
            </a:custGeom>
            <a:solidFill>
              <a:srgbClr val="A5B7C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712" name="Google Shape;13712;p43"/>
            <p:cNvSpPr/>
            <p:nvPr/>
          </p:nvSpPr>
          <p:spPr>
            <a:xfrm>
              <a:off x="6793794" y="2262156"/>
              <a:ext cx="49027" cy="41149"/>
            </a:xfrm>
            <a:custGeom>
              <a:rect b="b" l="l" r="r" t="t"/>
              <a:pathLst>
                <a:path extrusionOk="0" h="1567" w="1867">
                  <a:moveTo>
                    <a:pt x="1159" y="0"/>
                  </a:moveTo>
                  <a:cubicBezTo>
                    <a:pt x="1032" y="0"/>
                    <a:pt x="904" y="39"/>
                    <a:pt x="795" y="116"/>
                  </a:cubicBezTo>
                  <a:lnTo>
                    <a:pt x="345" y="442"/>
                  </a:lnTo>
                  <a:cubicBezTo>
                    <a:pt x="58" y="643"/>
                    <a:pt x="1" y="1035"/>
                    <a:pt x="202" y="1313"/>
                  </a:cubicBezTo>
                  <a:cubicBezTo>
                    <a:pt x="322" y="1479"/>
                    <a:pt x="511" y="1566"/>
                    <a:pt x="703" y="1566"/>
                  </a:cubicBezTo>
                  <a:cubicBezTo>
                    <a:pt x="832" y="1566"/>
                    <a:pt x="961" y="1527"/>
                    <a:pt x="1073" y="1447"/>
                  </a:cubicBezTo>
                  <a:lnTo>
                    <a:pt x="1522" y="1121"/>
                  </a:lnTo>
                  <a:cubicBezTo>
                    <a:pt x="1810" y="920"/>
                    <a:pt x="1867" y="518"/>
                    <a:pt x="1647" y="241"/>
                  </a:cubicBezTo>
                  <a:cubicBezTo>
                    <a:pt x="1528" y="82"/>
                    <a:pt x="1344" y="0"/>
                    <a:pt x="1159" y="0"/>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713" name="Google Shape;13713;p43"/>
            <p:cNvSpPr/>
            <p:nvPr/>
          </p:nvSpPr>
          <p:spPr>
            <a:xfrm>
              <a:off x="6797313" y="2263180"/>
              <a:ext cx="45509" cy="40125"/>
            </a:xfrm>
            <a:custGeom>
              <a:rect b="b" l="l" r="r" t="t"/>
              <a:pathLst>
                <a:path extrusionOk="0" h="1528" w="1733">
                  <a:moveTo>
                    <a:pt x="1254" y="1"/>
                  </a:moveTo>
                  <a:lnTo>
                    <a:pt x="1254" y="1"/>
                  </a:lnTo>
                  <a:cubicBezTo>
                    <a:pt x="1360" y="269"/>
                    <a:pt x="1264" y="566"/>
                    <a:pt x="1044" y="728"/>
                  </a:cubicBezTo>
                  <a:lnTo>
                    <a:pt x="585" y="1054"/>
                  </a:lnTo>
                  <a:cubicBezTo>
                    <a:pt x="476" y="1132"/>
                    <a:pt x="348" y="1172"/>
                    <a:pt x="221" y="1172"/>
                  </a:cubicBezTo>
                  <a:cubicBezTo>
                    <a:pt x="146" y="1172"/>
                    <a:pt x="72" y="1158"/>
                    <a:pt x="1" y="1130"/>
                  </a:cubicBezTo>
                  <a:lnTo>
                    <a:pt x="1" y="1130"/>
                  </a:lnTo>
                  <a:cubicBezTo>
                    <a:pt x="95" y="1383"/>
                    <a:pt x="332" y="1527"/>
                    <a:pt x="576" y="1527"/>
                  </a:cubicBezTo>
                  <a:cubicBezTo>
                    <a:pt x="701" y="1527"/>
                    <a:pt x="828" y="1489"/>
                    <a:pt x="939" y="1408"/>
                  </a:cubicBezTo>
                  <a:lnTo>
                    <a:pt x="1398" y="1082"/>
                  </a:lnTo>
                  <a:cubicBezTo>
                    <a:pt x="1676" y="881"/>
                    <a:pt x="1733" y="479"/>
                    <a:pt x="1522" y="202"/>
                  </a:cubicBezTo>
                  <a:cubicBezTo>
                    <a:pt x="1455" y="116"/>
                    <a:pt x="1360" y="39"/>
                    <a:pt x="1254" y="1"/>
                  </a:cubicBezTo>
                  <a:close/>
                </a:path>
              </a:pathLst>
            </a:custGeom>
            <a:solidFill>
              <a:srgbClr val="A5B7C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714" name="Google Shape;13714;p43"/>
            <p:cNvSpPr/>
            <p:nvPr/>
          </p:nvSpPr>
          <p:spPr>
            <a:xfrm>
              <a:off x="6799335" y="2099843"/>
              <a:ext cx="70639" cy="108848"/>
            </a:xfrm>
            <a:custGeom>
              <a:rect b="b" l="l" r="r" t="t"/>
              <a:pathLst>
                <a:path extrusionOk="0" h="4145" w="2690">
                  <a:moveTo>
                    <a:pt x="574" y="0"/>
                  </a:moveTo>
                  <a:cubicBezTo>
                    <a:pt x="479" y="0"/>
                    <a:pt x="393" y="67"/>
                    <a:pt x="374" y="163"/>
                  </a:cubicBezTo>
                  <a:lnTo>
                    <a:pt x="0" y="1665"/>
                  </a:lnTo>
                  <a:lnTo>
                    <a:pt x="0" y="3321"/>
                  </a:lnTo>
                  <a:cubicBezTo>
                    <a:pt x="0" y="3771"/>
                    <a:pt x="364" y="4144"/>
                    <a:pt x="823" y="4144"/>
                  </a:cubicBezTo>
                  <a:cubicBezTo>
                    <a:pt x="1283" y="4144"/>
                    <a:pt x="1656" y="3771"/>
                    <a:pt x="1656" y="3321"/>
                  </a:cubicBezTo>
                  <a:lnTo>
                    <a:pt x="1656" y="2077"/>
                  </a:lnTo>
                  <a:lnTo>
                    <a:pt x="2690" y="10"/>
                  </a:lnTo>
                  <a:lnTo>
                    <a:pt x="574" y="0"/>
                  </a:ln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715" name="Google Shape;13715;p43"/>
            <p:cNvSpPr/>
            <p:nvPr/>
          </p:nvSpPr>
          <p:spPr>
            <a:xfrm>
              <a:off x="6799335" y="2100053"/>
              <a:ext cx="29936" cy="108638"/>
            </a:xfrm>
            <a:custGeom>
              <a:rect b="b" l="l" r="r" t="t"/>
              <a:pathLst>
                <a:path extrusionOk="0" h="4137" w="1140">
                  <a:moveTo>
                    <a:pt x="556" y="1"/>
                  </a:moveTo>
                  <a:cubicBezTo>
                    <a:pt x="468" y="1"/>
                    <a:pt x="391" y="65"/>
                    <a:pt x="374" y="155"/>
                  </a:cubicBezTo>
                  <a:lnTo>
                    <a:pt x="0" y="1657"/>
                  </a:lnTo>
                  <a:lnTo>
                    <a:pt x="0" y="3313"/>
                  </a:lnTo>
                  <a:cubicBezTo>
                    <a:pt x="0" y="3763"/>
                    <a:pt x="364" y="4136"/>
                    <a:pt x="823" y="4136"/>
                  </a:cubicBezTo>
                  <a:cubicBezTo>
                    <a:pt x="929" y="4136"/>
                    <a:pt x="1034" y="4117"/>
                    <a:pt x="1139" y="4079"/>
                  </a:cubicBezTo>
                  <a:cubicBezTo>
                    <a:pt x="823" y="3945"/>
                    <a:pt x="622" y="3648"/>
                    <a:pt x="622" y="3313"/>
                  </a:cubicBezTo>
                  <a:lnTo>
                    <a:pt x="622" y="1657"/>
                  </a:lnTo>
                  <a:lnTo>
                    <a:pt x="1034" y="2"/>
                  </a:lnTo>
                  <a:lnTo>
                    <a:pt x="574" y="2"/>
                  </a:lnTo>
                  <a:cubicBezTo>
                    <a:pt x="568" y="1"/>
                    <a:pt x="562" y="1"/>
                    <a:pt x="556" y="1"/>
                  </a:cubicBezTo>
                  <a:close/>
                </a:path>
              </a:pathLst>
            </a:custGeom>
            <a:solidFill>
              <a:srgbClr val="A5B7C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3716" name="Google Shape;13716;p43"/>
          <p:cNvGrpSpPr/>
          <p:nvPr/>
        </p:nvGrpSpPr>
        <p:grpSpPr>
          <a:xfrm>
            <a:off x="7104188" y="1819504"/>
            <a:ext cx="347340" cy="348103"/>
            <a:chOff x="7104188" y="1971904"/>
            <a:chExt cx="347340" cy="348103"/>
          </a:xfrm>
        </p:grpSpPr>
        <p:sp>
          <p:nvSpPr>
            <p:cNvPr id="13717" name="Google Shape;13717;p43"/>
            <p:cNvSpPr/>
            <p:nvPr/>
          </p:nvSpPr>
          <p:spPr>
            <a:xfrm>
              <a:off x="7204947" y="1994277"/>
              <a:ext cx="167906" cy="153752"/>
            </a:xfrm>
            <a:custGeom>
              <a:rect b="b" l="l" r="r" t="t"/>
              <a:pathLst>
                <a:path extrusionOk="0" h="5855" w="6394">
                  <a:moveTo>
                    <a:pt x="642" y="1"/>
                  </a:moveTo>
                  <a:cubicBezTo>
                    <a:pt x="288" y="1"/>
                    <a:pt x="1" y="288"/>
                    <a:pt x="1" y="642"/>
                  </a:cubicBezTo>
                  <a:lnTo>
                    <a:pt x="1" y="4058"/>
                  </a:lnTo>
                  <a:cubicBezTo>
                    <a:pt x="1" y="4413"/>
                    <a:pt x="288" y="4700"/>
                    <a:pt x="642" y="4700"/>
                  </a:cubicBezTo>
                  <a:lnTo>
                    <a:pt x="2345" y="4700"/>
                  </a:lnTo>
                  <a:lnTo>
                    <a:pt x="4059" y="5839"/>
                  </a:lnTo>
                  <a:cubicBezTo>
                    <a:pt x="4076" y="5850"/>
                    <a:pt x="4095" y="5855"/>
                    <a:pt x="4114" y="5855"/>
                  </a:cubicBezTo>
                  <a:cubicBezTo>
                    <a:pt x="4177" y="5855"/>
                    <a:pt x="4236" y="5800"/>
                    <a:pt x="4221" y="5733"/>
                  </a:cubicBezTo>
                  <a:lnTo>
                    <a:pt x="4049" y="4700"/>
                  </a:lnTo>
                  <a:lnTo>
                    <a:pt x="5752" y="4700"/>
                  </a:lnTo>
                  <a:cubicBezTo>
                    <a:pt x="6107" y="4700"/>
                    <a:pt x="6394" y="4413"/>
                    <a:pt x="6394" y="4058"/>
                  </a:cubicBezTo>
                  <a:lnTo>
                    <a:pt x="6394" y="642"/>
                  </a:lnTo>
                  <a:cubicBezTo>
                    <a:pt x="6394" y="288"/>
                    <a:pt x="6107" y="1"/>
                    <a:pt x="5752" y="1"/>
                  </a:cubicBezTo>
                  <a:close/>
                </a:path>
              </a:pathLst>
            </a:custGeom>
            <a:solidFill>
              <a:srgbClr val="C5D1D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718" name="Google Shape;13718;p43"/>
            <p:cNvSpPr/>
            <p:nvPr/>
          </p:nvSpPr>
          <p:spPr>
            <a:xfrm>
              <a:off x="7204711" y="1994277"/>
              <a:ext cx="156851" cy="112130"/>
            </a:xfrm>
            <a:custGeom>
              <a:rect b="b" l="l" r="r" t="t"/>
              <a:pathLst>
                <a:path extrusionOk="0" h="4270" w="5973">
                  <a:moveTo>
                    <a:pt x="641" y="1"/>
                  </a:moveTo>
                  <a:cubicBezTo>
                    <a:pt x="297" y="1"/>
                    <a:pt x="0" y="288"/>
                    <a:pt x="10" y="642"/>
                  </a:cubicBezTo>
                  <a:lnTo>
                    <a:pt x="10" y="4058"/>
                  </a:lnTo>
                  <a:cubicBezTo>
                    <a:pt x="10" y="4125"/>
                    <a:pt x="19" y="4202"/>
                    <a:pt x="48" y="4269"/>
                  </a:cubicBezTo>
                  <a:lnTo>
                    <a:pt x="4910" y="4269"/>
                  </a:lnTo>
                  <a:cubicBezTo>
                    <a:pt x="5503" y="4269"/>
                    <a:pt x="5972" y="3791"/>
                    <a:pt x="5972" y="3207"/>
                  </a:cubicBezTo>
                  <a:lnTo>
                    <a:pt x="5972" y="39"/>
                  </a:lnTo>
                  <a:cubicBezTo>
                    <a:pt x="5905" y="20"/>
                    <a:pt x="5838" y="1"/>
                    <a:pt x="5761" y="1"/>
                  </a:cubicBez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719" name="Google Shape;13719;p43"/>
            <p:cNvSpPr/>
            <p:nvPr/>
          </p:nvSpPr>
          <p:spPr>
            <a:xfrm>
              <a:off x="7104923" y="2129490"/>
              <a:ext cx="122923" cy="123159"/>
            </a:xfrm>
            <a:custGeom>
              <a:rect b="b" l="l" r="r" t="t"/>
              <a:pathLst>
                <a:path extrusionOk="0" h="4690" w="4681">
                  <a:moveTo>
                    <a:pt x="2345" y="0"/>
                  </a:moveTo>
                  <a:cubicBezTo>
                    <a:pt x="1321" y="0"/>
                    <a:pt x="565" y="824"/>
                    <a:pt x="489" y="1828"/>
                  </a:cubicBezTo>
                  <a:cubicBezTo>
                    <a:pt x="431" y="2556"/>
                    <a:pt x="278" y="3264"/>
                    <a:pt x="49" y="3963"/>
                  </a:cubicBezTo>
                  <a:cubicBezTo>
                    <a:pt x="1" y="4087"/>
                    <a:pt x="58" y="4231"/>
                    <a:pt x="192" y="4288"/>
                  </a:cubicBezTo>
                  <a:cubicBezTo>
                    <a:pt x="623" y="4489"/>
                    <a:pt x="1082" y="4623"/>
                    <a:pt x="1551" y="4690"/>
                  </a:cubicBezTo>
                  <a:lnTo>
                    <a:pt x="3140" y="4690"/>
                  </a:lnTo>
                  <a:cubicBezTo>
                    <a:pt x="3609" y="4623"/>
                    <a:pt x="4068" y="4489"/>
                    <a:pt x="4499" y="4288"/>
                  </a:cubicBezTo>
                  <a:cubicBezTo>
                    <a:pt x="4623" y="4231"/>
                    <a:pt x="4681" y="4087"/>
                    <a:pt x="4633" y="3963"/>
                  </a:cubicBezTo>
                  <a:cubicBezTo>
                    <a:pt x="4403" y="3264"/>
                    <a:pt x="4260" y="2556"/>
                    <a:pt x="4193" y="1828"/>
                  </a:cubicBezTo>
                  <a:cubicBezTo>
                    <a:pt x="4126" y="824"/>
                    <a:pt x="3370" y="0"/>
                    <a:pt x="2345" y="0"/>
                  </a:cubicBez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720" name="Google Shape;13720;p43"/>
            <p:cNvSpPr/>
            <p:nvPr/>
          </p:nvSpPr>
          <p:spPr>
            <a:xfrm>
              <a:off x="7138352" y="2129490"/>
              <a:ext cx="89494" cy="123159"/>
            </a:xfrm>
            <a:custGeom>
              <a:rect b="b" l="l" r="r" t="t"/>
              <a:pathLst>
                <a:path extrusionOk="0" h="4690" w="3408">
                  <a:moveTo>
                    <a:pt x="1063" y="0"/>
                  </a:moveTo>
                  <a:cubicBezTo>
                    <a:pt x="278" y="0"/>
                    <a:pt x="1" y="1082"/>
                    <a:pt x="680" y="1474"/>
                  </a:cubicBezTo>
                  <a:cubicBezTo>
                    <a:pt x="699" y="1493"/>
                    <a:pt x="718" y="1503"/>
                    <a:pt x="747" y="1513"/>
                  </a:cubicBezTo>
                  <a:lnTo>
                    <a:pt x="1340" y="4690"/>
                  </a:lnTo>
                  <a:lnTo>
                    <a:pt x="1876" y="4690"/>
                  </a:lnTo>
                  <a:cubicBezTo>
                    <a:pt x="2336" y="4623"/>
                    <a:pt x="2795" y="4489"/>
                    <a:pt x="3226" y="4288"/>
                  </a:cubicBezTo>
                  <a:cubicBezTo>
                    <a:pt x="3350" y="4231"/>
                    <a:pt x="3408" y="4087"/>
                    <a:pt x="3360" y="3963"/>
                  </a:cubicBezTo>
                  <a:cubicBezTo>
                    <a:pt x="3130" y="3264"/>
                    <a:pt x="2987" y="2556"/>
                    <a:pt x="2920" y="1828"/>
                  </a:cubicBezTo>
                  <a:cubicBezTo>
                    <a:pt x="2853" y="824"/>
                    <a:pt x="2097" y="0"/>
                    <a:pt x="1072" y="0"/>
                  </a:cubicBez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721" name="Google Shape;13721;p43"/>
            <p:cNvSpPr/>
            <p:nvPr/>
          </p:nvSpPr>
          <p:spPr>
            <a:xfrm>
              <a:off x="7104188" y="2222477"/>
              <a:ext cx="123159" cy="97293"/>
            </a:xfrm>
            <a:custGeom>
              <a:rect b="b" l="l" r="r" t="t"/>
              <a:pathLst>
                <a:path extrusionOk="0" h="3705" w="4690">
                  <a:moveTo>
                    <a:pt x="1560" y="0"/>
                  </a:moveTo>
                  <a:lnTo>
                    <a:pt x="1560" y="785"/>
                  </a:lnTo>
                  <a:cubicBezTo>
                    <a:pt x="1560" y="977"/>
                    <a:pt x="1445" y="1158"/>
                    <a:pt x="1273" y="1254"/>
                  </a:cubicBezTo>
                  <a:lnTo>
                    <a:pt x="431" y="1675"/>
                  </a:lnTo>
                  <a:cubicBezTo>
                    <a:pt x="172" y="1800"/>
                    <a:pt x="0" y="2077"/>
                    <a:pt x="0" y="2374"/>
                  </a:cubicBezTo>
                  <a:lnTo>
                    <a:pt x="0" y="3446"/>
                  </a:lnTo>
                  <a:cubicBezTo>
                    <a:pt x="0" y="3589"/>
                    <a:pt x="115" y="3704"/>
                    <a:pt x="268" y="3704"/>
                  </a:cubicBezTo>
                  <a:lnTo>
                    <a:pt x="4431" y="3704"/>
                  </a:lnTo>
                  <a:cubicBezTo>
                    <a:pt x="4575" y="3704"/>
                    <a:pt x="4689" y="3589"/>
                    <a:pt x="4689" y="3446"/>
                  </a:cubicBezTo>
                  <a:lnTo>
                    <a:pt x="4689" y="2374"/>
                  </a:lnTo>
                  <a:cubicBezTo>
                    <a:pt x="4689" y="2077"/>
                    <a:pt x="4517" y="1809"/>
                    <a:pt x="4259" y="1675"/>
                  </a:cubicBezTo>
                  <a:lnTo>
                    <a:pt x="3417" y="1254"/>
                  </a:lnTo>
                  <a:cubicBezTo>
                    <a:pt x="3244" y="1168"/>
                    <a:pt x="3130" y="986"/>
                    <a:pt x="3130" y="785"/>
                  </a:cubicBezTo>
                  <a:lnTo>
                    <a:pt x="3130" y="0"/>
                  </a:lnTo>
                  <a:close/>
                </a:path>
              </a:pathLst>
            </a:custGeom>
            <a:solidFill>
              <a:srgbClr val="ACBDC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722" name="Google Shape;13722;p43"/>
            <p:cNvSpPr/>
            <p:nvPr/>
          </p:nvSpPr>
          <p:spPr>
            <a:xfrm>
              <a:off x="7144891" y="2222477"/>
              <a:ext cx="41753" cy="27678"/>
            </a:xfrm>
            <a:custGeom>
              <a:rect b="b" l="l" r="r" t="t"/>
              <a:pathLst>
                <a:path extrusionOk="0" h="1054" w="1590">
                  <a:moveTo>
                    <a:pt x="10" y="0"/>
                  </a:moveTo>
                  <a:lnTo>
                    <a:pt x="10" y="785"/>
                  </a:lnTo>
                  <a:cubicBezTo>
                    <a:pt x="10" y="814"/>
                    <a:pt x="0" y="852"/>
                    <a:pt x="0" y="881"/>
                  </a:cubicBezTo>
                  <a:cubicBezTo>
                    <a:pt x="249" y="986"/>
                    <a:pt x="517" y="1044"/>
                    <a:pt x="795" y="1053"/>
                  </a:cubicBezTo>
                  <a:cubicBezTo>
                    <a:pt x="1063" y="1044"/>
                    <a:pt x="1340" y="996"/>
                    <a:pt x="1589" y="891"/>
                  </a:cubicBezTo>
                  <a:cubicBezTo>
                    <a:pt x="1580" y="852"/>
                    <a:pt x="1580" y="824"/>
                    <a:pt x="1580" y="785"/>
                  </a:cubicBezTo>
                  <a:lnTo>
                    <a:pt x="1580" y="0"/>
                  </a:lnTo>
                  <a:close/>
                </a:path>
              </a:pathLst>
            </a:custGeom>
            <a:solidFill>
              <a:srgbClr val="96ABB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723" name="Google Shape;13723;p43"/>
            <p:cNvSpPr/>
            <p:nvPr/>
          </p:nvSpPr>
          <p:spPr>
            <a:xfrm>
              <a:off x="7104188" y="2258663"/>
              <a:ext cx="123159" cy="61343"/>
            </a:xfrm>
            <a:custGeom>
              <a:rect b="b" l="l" r="r" t="t"/>
              <a:pathLst>
                <a:path extrusionOk="0" h="2336" w="4690">
                  <a:moveTo>
                    <a:pt x="1034" y="1"/>
                  </a:moveTo>
                  <a:lnTo>
                    <a:pt x="440" y="297"/>
                  </a:lnTo>
                  <a:cubicBezTo>
                    <a:pt x="172" y="431"/>
                    <a:pt x="0" y="699"/>
                    <a:pt x="0" y="996"/>
                  </a:cubicBezTo>
                  <a:lnTo>
                    <a:pt x="0" y="2077"/>
                  </a:lnTo>
                  <a:cubicBezTo>
                    <a:pt x="0" y="2221"/>
                    <a:pt x="124" y="2336"/>
                    <a:pt x="268" y="2336"/>
                  </a:cubicBezTo>
                  <a:lnTo>
                    <a:pt x="4431" y="2336"/>
                  </a:lnTo>
                  <a:cubicBezTo>
                    <a:pt x="4575" y="2336"/>
                    <a:pt x="4689" y="2221"/>
                    <a:pt x="4689" y="2077"/>
                  </a:cubicBezTo>
                  <a:lnTo>
                    <a:pt x="4689" y="996"/>
                  </a:lnTo>
                  <a:cubicBezTo>
                    <a:pt x="4689" y="699"/>
                    <a:pt x="4527" y="431"/>
                    <a:pt x="4259" y="297"/>
                  </a:cubicBezTo>
                  <a:lnTo>
                    <a:pt x="3656" y="1"/>
                  </a:lnTo>
                  <a:cubicBezTo>
                    <a:pt x="3350" y="474"/>
                    <a:pt x="2847" y="711"/>
                    <a:pt x="2345" y="711"/>
                  </a:cubicBezTo>
                  <a:cubicBezTo>
                    <a:pt x="1842" y="711"/>
                    <a:pt x="1340" y="474"/>
                    <a:pt x="1034" y="1"/>
                  </a:cubicBez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724" name="Google Shape;13724;p43"/>
            <p:cNvSpPr/>
            <p:nvPr/>
          </p:nvSpPr>
          <p:spPr>
            <a:xfrm>
              <a:off x="7124539" y="2169011"/>
              <a:ext cx="82194" cy="67304"/>
            </a:xfrm>
            <a:custGeom>
              <a:rect b="b" l="l" r="r" t="t"/>
              <a:pathLst>
                <a:path extrusionOk="0" h="2563" w="3130">
                  <a:moveTo>
                    <a:pt x="1201" y="0"/>
                  </a:moveTo>
                  <a:cubicBezTo>
                    <a:pt x="1102" y="0"/>
                    <a:pt x="1016" y="56"/>
                    <a:pt x="976" y="151"/>
                  </a:cubicBezTo>
                  <a:cubicBezTo>
                    <a:pt x="881" y="333"/>
                    <a:pt x="766" y="486"/>
                    <a:pt x="613" y="620"/>
                  </a:cubicBezTo>
                  <a:cubicBezTo>
                    <a:pt x="469" y="744"/>
                    <a:pt x="316" y="850"/>
                    <a:pt x="153" y="936"/>
                  </a:cubicBezTo>
                  <a:cubicBezTo>
                    <a:pt x="58" y="984"/>
                    <a:pt x="0" y="1089"/>
                    <a:pt x="10" y="1204"/>
                  </a:cubicBezTo>
                  <a:cubicBezTo>
                    <a:pt x="115" y="1979"/>
                    <a:pt x="785" y="2563"/>
                    <a:pt x="1570" y="2563"/>
                  </a:cubicBezTo>
                  <a:cubicBezTo>
                    <a:pt x="2383" y="2563"/>
                    <a:pt x="3063" y="1931"/>
                    <a:pt x="3120" y="1118"/>
                  </a:cubicBezTo>
                  <a:cubicBezTo>
                    <a:pt x="3130" y="1041"/>
                    <a:pt x="3091" y="965"/>
                    <a:pt x="3034" y="907"/>
                  </a:cubicBezTo>
                  <a:cubicBezTo>
                    <a:pt x="2517" y="477"/>
                    <a:pt x="1914" y="170"/>
                    <a:pt x="1264" y="8"/>
                  </a:cubicBezTo>
                  <a:cubicBezTo>
                    <a:pt x="1242" y="3"/>
                    <a:pt x="1221" y="0"/>
                    <a:pt x="1201" y="0"/>
                  </a:cubicBezTo>
                  <a:close/>
                </a:path>
              </a:pathLst>
            </a:custGeom>
            <a:solidFill>
              <a:srgbClr val="BECBD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725" name="Google Shape;13725;p43"/>
            <p:cNvSpPr/>
            <p:nvPr/>
          </p:nvSpPr>
          <p:spPr>
            <a:xfrm>
              <a:off x="7124277" y="2169011"/>
              <a:ext cx="82456" cy="66569"/>
            </a:xfrm>
            <a:custGeom>
              <a:rect b="b" l="l" r="r" t="t"/>
              <a:pathLst>
                <a:path extrusionOk="0" h="2535" w="3140">
                  <a:moveTo>
                    <a:pt x="1213" y="0"/>
                  </a:moveTo>
                  <a:cubicBezTo>
                    <a:pt x="1118" y="0"/>
                    <a:pt x="1024" y="55"/>
                    <a:pt x="977" y="142"/>
                  </a:cubicBezTo>
                  <a:cubicBezTo>
                    <a:pt x="919" y="276"/>
                    <a:pt x="833" y="390"/>
                    <a:pt x="738" y="496"/>
                  </a:cubicBezTo>
                  <a:cubicBezTo>
                    <a:pt x="699" y="534"/>
                    <a:pt x="661" y="572"/>
                    <a:pt x="623" y="611"/>
                  </a:cubicBezTo>
                  <a:cubicBezTo>
                    <a:pt x="479" y="735"/>
                    <a:pt x="326" y="840"/>
                    <a:pt x="163" y="926"/>
                  </a:cubicBezTo>
                  <a:cubicBezTo>
                    <a:pt x="58" y="974"/>
                    <a:pt x="1" y="1079"/>
                    <a:pt x="20" y="1194"/>
                  </a:cubicBezTo>
                  <a:cubicBezTo>
                    <a:pt x="116" y="1883"/>
                    <a:pt x="651" y="2429"/>
                    <a:pt x="1341" y="2534"/>
                  </a:cubicBezTo>
                  <a:cubicBezTo>
                    <a:pt x="977" y="2314"/>
                    <a:pt x="776" y="1931"/>
                    <a:pt x="795" y="1510"/>
                  </a:cubicBezTo>
                  <a:lnTo>
                    <a:pt x="795" y="1137"/>
                  </a:lnTo>
                  <a:cubicBezTo>
                    <a:pt x="852" y="1099"/>
                    <a:pt x="910" y="1051"/>
                    <a:pt x="967" y="1003"/>
                  </a:cubicBezTo>
                  <a:cubicBezTo>
                    <a:pt x="1111" y="869"/>
                    <a:pt x="1235" y="725"/>
                    <a:pt x="1341" y="563"/>
                  </a:cubicBezTo>
                  <a:cubicBezTo>
                    <a:pt x="1838" y="716"/>
                    <a:pt x="2298" y="965"/>
                    <a:pt x="2699" y="1300"/>
                  </a:cubicBezTo>
                  <a:cubicBezTo>
                    <a:pt x="2747" y="1338"/>
                    <a:pt x="2872" y="1453"/>
                    <a:pt x="3015" y="1587"/>
                  </a:cubicBezTo>
                  <a:cubicBezTo>
                    <a:pt x="3082" y="1434"/>
                    <a:pt x="3121" y="1271"/>
                    <a:pt x="3140" y="1108"/>
                  </a:cubicBezTo>
                  <a:cubicBezTo>
                    <a:pt x="3140" y="1032"/>
                    <a:pt x="3101" y="965"/>
                    <a:pt x="3044" y="917"/>
                  </a:cubicBezTo>
                  <a:cubicBezTo>
                    <a:pt x="2537" y="486"/>
                    <a:pt x="1924" y="170"/>
                    <a:pt x="1274" y="8"/>
                  </a:cubicBezTo>
                  <a:cubicBezTo>
                    <a:pt x="1254" y="3"/>
                    <a:pt x="1233" y="0"/>
                    <a:pt x="1213" y="0"/>
                  </a:cubicBezTo>
                  <a:close/>
                </a:path>
              </a:pathLst>
            </a:custGeom>
            <a:solidFill>
              <a:srgbClr val="ACBDC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726" name="Google Shape;13726;p43"/>
            <p:cNvSpPr/>
            <p:nvPr/>
          </p:nvSpPr>
          <p:spPr>
            <a:xfrm>
              <a:off x="7104188" y="2272476"/>
              <a:ext cx="27415" cy="47531"/>
            </a:xfrm>
            <a:custGeom>
              <a:rect b="b" l="l" r="r" t="t"/>
              <a:pathLst>
                <a:path extrusionOk="0" h="1810" w="1044">
                  <a:moveTo>
                    <a:pt x="153" y="1"/>
                  </a:moveTo>
                  <a:cubicBezTo>
                    <a:pt x="57" y="135"/>
                    <a:pt x="0" y="298"/>
                    <a:pt x="0" y="470"/>
                  </a:cubicBezTo>
                  <a:lnTo>
                    <a:pt x="0" y="1551"/>
                  </a:lnTo>
                  <a:cubicBezTo>
                    <a:pt x="0" y="1695"/>
                    <a:pt x="115" y="1810"/>
                    <a:pt x="258" y="1810"/>
                  </a:cubicBezTo>
                  <a:lnTo>
                    <a:pt x="1043" y="1810"/>
                  </a:lnTo>
                  <a:lnTo>
                    <a:pt x="1043" y="958"/>
                  </a:lnTo>
                  <a:cubicBezTo>
                    <a:pt x="1043" y="805"/>
                    <a:pt x="967" y="652"/>
                    <a:pt x="842" y="556"/>
                  </a:cubicBezTo>
                  <a:lnTo>
                    <a:pt x="153" y="1"/>
                  </a:ln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727" name="Google Shape;13727;p43"/>
            <p:cNvSpPr/>
            <p:nvPr/>
          </p:nvSpPr>
          <p:spPr>
            <a:xfrm>
              <a:off x="7199932" y="2272476"/>
              <a:ext cx="27415" cy="47531"/>
            </a:xfrm>
            <a:custGeom>
              <a:rect b="b" l="l" r="r" t="t"/>
              <a:pathLst>
                <a:path extrusionOk="0" h="1810" w="1044">
                  <a:moveTo>
                    <a:pt x="881" y="1"/>
                  </a:moveTo>
                  <a:lnTo>
                    <a:pt x="201" y="546"/>
                  </a:lnTo>
                  <a:cubicBezTo>
                    <a:pt x="77" y="652"/>
                    <a:pt x="0" y="795"/>
                    <a:pt x="0" y="958"/>
                  </a:cubicBezTo>
                  <a:lnTo>
                    <a:pt x="0" y="1810"/>
                  </a:lnTo>
                  <a:lnTo>
                    <a:pt x="785" y="1810"/>
                  </a:lnTo>
                  <a:cubicBezTo>
                    <a:pt x="929" y="1800"/>
                    <a:pt x="1043" y="1685"/>
                    <a:pt x="1043" y="1551"/>
                  </a:cubicBezTo>
                  <a:lnTo>
                    <a:pt x="1043" y="470"/>
                  </a:lnTo>
                  <a:cubicBezTo>
                    <a:pt x="1043" y="298"/>
                    <a:pt x="986" y="135"/>
                    <a:pt x="881" y="1"/>
                  </a:cubicBez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728" name="Google Shape;13728;p43"/>
            <p:cNvSpPr/>
            <p:nvPr/>
          </p:nvSpPr>
          <p:spPr>
            <a:xfrm>
              <a:off x="7337140" y="2141806"/>
              <a:ext cx="33718" cy="73922"/>
            </a:xfrm>
            <a:custGeom>
              <a:rect b="b" l="l" r="r" t="t"/>
              <a:pathLst>
                <a:path extrusionOk="0" h="2815" w="1284">
                  <a:moveTo>
                    <a:pt x="776" y="0"/>
                  </a:moveTo>
                  <a:cubicBezTo>
                    <a:pt x="345" y="0"/>
                    <a:pt x="1" y="345"/>
                    <a:pt x="1" y="776"/>
                  </a:cubicBezTo>
                  <a:lnTo>
                    <a:pt x="1" y="948"/>
                  </a:lnTo>
                  <a:cubicBezTo>
                    <a:pt x="1" y="1168"/>
                    <a:pt x="39" y="1388"/>
                    <a:pt x="106" y="1599"/>
                  </a:cubicBezTo>
                  <a:lnTo>
                    <a:pt x="518" y="2814"/>
                  </a:lnTo>
                  <a:lnTo>
                    <a:pt x="1283" y="2814"/>
                  </a:lnTo>
                  <a:lnTo>
                    <a:pt x="1283" y="0"/>
                  </a:ln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729" name="Google Shape;13729;p43"/>
            <p:cNvSpPr/>
            <p:nvPr/>
          </p:nvSpPr>
          <p:spPr>
            <a:xfrm>
              <a:off x="7350717" y="2135031"/>
              <a:ext cx="80697" cy="80697"/>
            </a:xfrm>
            <a:custGeom>
              <a:rect b="b" l="l" r="r" t="t"/>
              <a:pathLst>
                <a:path extrusionOk="0" h="3073" w="3073">
                  <a:moveTo>
                    <a:pt x="766" y="0"/>
                  </a:moveTo>
                  <a:cubicBezTo>
                    <a:pt x="345" y="0"/>
                    <a:pt x="1" y="345"/>
                    <a:pt x="1" y="766"/>
                  </a:cubicBezTo>
                  <a:cubicBezTo>
                    <a:pt x="1" y="1053"/>
                    <a:pt x="230" y="1282"/>
                    <a:pt x="508" y="1282"/>
                  </a:cubicBezTo>
                  <a:lnTo>
                    <a:pt x="2556" y="3072"/>
                  </a:lnTo>
                  <a:lnTo>
                    <a:pt x="2986" y="1560"/>
                  </a:lnTo>
                  <a:cubicBezTo>
                    <a:pt x="3044" y="1378"/>
                    <a:pt x="3073" y="1187"/>
                    <a:pt x="3073" y="995"/>
                  </a:cubicBezTo>
                  <a:lnTo>
                    <a:pt x="3073" y="517"/>
                  </a:lnTo>
                  <a:cubicBezTo>
                    <a:pt x="3073" y="230"/>
                    <a:pt x="2843" y="0"/>
                    <a:pt x="2556" y="0"/>
                  </a:cubicBez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730" name="Google Shape;13730;p43"/>
            <p:cNvSpPr/>
            <p:nvPr/>
          </p:nvSpPr>
          <p:spPr>
            <a:xfrm>
              <a:off x="7364030" y="2235791"/>
              <a:ext cx="40493" cy="29936"/>
            </a:xfrm>
            <a:custGeom>
              <a:rect b="b" l="l" r="r" t="t"/>
              <a:pathLst>
                <a:path extrusionOk="0" h="1140" w="1542">
                  <a:moveTo>
                    <a:pt x="1" y="1"/>
                  </a:moveTo>
                  <a:lnTo>
                    <a:pt x="1" y="1140"/>
                  </a:lnTo>
                  <a:lnTo>
                    <a:pt x="1542" y="1140"/>
                  </a:lnTo>
                  <a:lnTo>
                    <a:pt x="1542" y="1"/>
                  </a:lnTo>
                  <a:close/>
                </a:path>
              </a:pathLst>
            </a:custGeom>
            <a:solidFill>
              <a:srgbClr val="ACBDC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731" name="Google Shape;13731;p43"/>
            <p:cNvSpPr/>
            <p:nvPr/>
          </p:nvSpPr>
          <p:spPr>
            <a:xfrm>
              <a:off x="7364030" y="2236053"/>
              <a:ext cx="40493" cy="16281"/>
            </a:xfrm>
            <a:custGeom>
              <a:rect b="b" l="l" r="r" t="t"/>
              <a:pathLst>
                <a:path extrusionOk="0" h="620" w="1542">
                  <a:moveTo>
                    <a:pt x="1" y="0"/>
                  </a:moveTo>
                  <a:lnTo>
                    <a:pt x="1" y="469"/>
                  </a:lnTo>
                  <a:cubicBezTo>
                    <a:pt x="250" y="570"/>
                    <a:pt x="510" y="620"/>
                    <a:pt x="771" y="620"/>
                  </a:cubicBezTo>
                  <a:cubicBezTo>
                    <a:pt x="1032" y="620"/>
                    <a:pt x="1293" y="570"/>
                    <a:pt x="1542" y="469"/>
                  </a:cubicBezTo>
                  <a:lnTo>
                    <a:pt x="1542" y="0"/>
                  </a:lnTo>
                  <a:close/>
                </a:path>
              </a:pathLst>
            </a:custGeom>
            <a:solidFill>
              <a:srgbClr val="96ABB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732" name="Google Shape;13732;p43"/>
            <p:cNvSpPr/>
            <p:nvPr/>
          </p:nvSpPr>
          <p:spPr>
            <a:xfrm>
              <a:off x="7317051" y="2252124"/>
              <a:ext cx="134477" cy="67882"/>
            </a:xfrm>
            <a:custGeom>
              <a:rect b="b" l="l" r="r" t="t"/>
              <a:pathLst>
                <a:path extrusionOk="0" h="2585" w="5121">
                  <a:moveTo>
                    <a:pt x="1790" y="1"/>
                  </a:moveTo>
                  <a:lnTo>
                    <a:pt x="555" y="355"/>
                  </a:lnTo>
                  <a:cubicBezTo>
                    <a:pt x="230" y="451"/>
                    <a:pt x="0" y="757"/>
                    <a:pt x="0" y="1092"/>
                  </a:cubicBezTo>
                  <a:lnTo>
                    <a:pt x="0" y="2326"/>
                  </a:lnTo>
                  <a:cubicBezTo>
                    <a:pt x="0" y="2470"/>
                    <a:pt x="115" y="2585"/>
                    <a:pt x="258" y="2585"/>
                  </a:cubicBezTo>
                  <a:lnTo>
                    <a:pt x="4862" y="2585"/>
                  </a:lnTo>
                  <a:cubicBezTo>
                    <a:pt x="5005" y="2585"/>
                    <a:pt x="5120" y="2470"/>
                    <a:pt x="5120" y="2326"/>
                  </a:cubicBezTo>
                  <a:lnTo>
                    <a:pt x="5120" y="1092"/>
                  </a:lnTo>
                  <a:cubicBezTo>
                    <a:pt x="5120" y="757"/>
                    <a:pt x="4891" y="451"/>
                    <a:pt x="4565" y="355"/>
                  </a:cubicBezTo>
                  <a:lnTo>
                    <a:pt x="3331" y="1"/>
                  </a:lnTo>
                  <a:lnTo>
                    <a:pt x="2555" y="518"/>
                  </a:lnTo>
                  <a:lnTo>
                    <a:pt x="1790" y="1"/>
                  </a:lnTo>
                  <a:close/>
                </a:path>
              </a:pathLst>
            </a:custGeom>
            <a:solidFill>
              <a:srgbClr val="6E829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733" name="Google Shape;13733;p43"/>
            <p:cNvSpPr/>
            <p:nvPr/>
          </p:nvSpPr>
          <p:spPr>
            <a:xfrm>
              <a:off x="7377607" y="2265701"/>
              <a:ext cx="13340" cy="54306"/>
            </a:xfrm>
            <a:custGeom>
              <a:rect b="b" l="l" r="r" t="t"/>
              <a:pathLst>
                <a:path extrusionOk="0" h="2068" w="508">
                  <a:moveTo>
                    <a:pt x="125" y="1"/>
                  </a:moveTo>
                  <a:lnTo>
                    <a:pt x="1" y="2068"/>
                  </a:lnTo>
                  <a:lnTo>
                    <a:pt x="508" y="2068"/>
                  </a:lnTo>
                  <a:lnTo>
                    <a:pt x="383" y="1"/>
                  </a:lnTo>
                  <a:close/>
                </a:path>
              </a:pathLst>
            </a:custGeom>
            <a:solidFill>
              <a:srgbClr val="63798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734" name="Google Shape;13734;p43"/>
            <p:cNvSpPr/>
            <p:nvPr/>
          </p:nvSpPr>
          <p:spPr>
            <a:xfrm>
              <a:off x="7343941" y="2168906"/>
              <a:ext cx="80697" cy="73712"/>
            </a:xfrm>
            <a:custGeom>
              <a:rect b="b" l="l" r="r" t="t"/>
              <a:pathLst>
                <a:path extrusionOk="0" h="2807" w="3073">
                  <a:moveTo>
                    <a:pt x="955" y="1"/>
                  </a:moveTo>
                  <a:cubicBezTo>
                    <a:pt x="823" y="1"/>
                    <a:pt x="701" y="57"/>
                    <a:pt x="613" y="155"/>
                  </a:cubicBezTo>
                  <a:lnTo>
                    <a:pt x="153" y="615"/>
                  </a:lnTo>
                  <a:cubicBezTo>
                    <a:pt x="58" y="710"/>
                    <a:pt x="0" y="835"/>
                    <a:pt x="0" y="978"/>
                  </a:cubicBezTo>
                  <a:lnTo>
                    <a:pt x="0" y="1275"/>
                  </a:lnTo>
                  <a:cubicBezTo>
                    <a:pt x="0" y="2117"/>
                    <a:pt x="689" y="2806"/>
                    <a:pt x="1531" y="2806"/>
                  </a:cubicBezTo>
                  <a:cubicBezTo>
                    <a:pt x="2383" y="2806"/>
                    <a:pt x="3072" y="2117"/>
                    <a:pt x="3072" y="1275"/>
                  </a:cubicBezTo>
                  <a:lnTo>
                    <a:pt x="3072" y="949"/>
                  </a:lnTo>
                  <a:cubicBezTo>
                    <a:pt x="3072" y="815"/>
                    <a:pt x="3015" y="682"/>
                    <a:pt x="2919" y="586"/>
                  </a:cubicBezTo>
                  <a:cubicBezTo>
                    <a:pt x="2527" y="203"/>
                    <a:pt x="1799" y="31"/>
                    <a:pt x="986" y="2"/>
                  </a:cubicBezTo>
                  <a:cubicBezTo>
                    <a:pt x="975" y="1"/>
                    <a:pt x="965" y="1"/>
                    <a:pt x="955" y="1"/>
                  </a:cubicBezTo>
                  <a:close/>
                </a:path>
              </a:pathLst>
            </a:custGeom>
            <a:solidFill>
              <a:srgbClr val="BECBD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735" name="Google Shape;13735;p43"/>
            <p:cNvSpPr/>
            <p:nvPr/>
          </p:nvSpPr>
          <p:spPr>
            <a:xfrm>
              <a:off x="7343941" y="2168906"/>
              <a:ext cx="80434" cy="72189"/>
            </a:xfrm>
            <a:custGeom>
              <a:rect b="b" l="l" r="r" t="t"/>
              <a:pathLst>
                <a:path extrusionOk="0" h="2749" w="3063">
                  <a:moveTo>
                    <a:pt x="955" y="1"/>
                  </a:moveTo>
                  <a:cubicBezTo>
                    <a:pt x="823" y="1"/>
                    <a:pt x="701" y="57"/>
                    <a:pt x="613" y="146"/>
                  </a:cubicBezTo>
                  <a:lnTo>
                    <a:pt x="153" y="615"/>
                  </a:lnTo>
                  <a:cubicBezTo>
                    <a:pt x="58" y="710"/>
                    <a:pt x="0" y="835"/>
                    <a:pt x="0" y="969"/>
                  </a:cubicBezTo>
                  <a:lnTo>
                    <a:pt x="0" y="1275"/>
                  </a:lnTo>
                  <a:cubicBezTo>
                    <a:pt x="0" y="1954"/>
                    <a:pt x="450" y="2557"/>
                    <a:pt x="1110" y="2749"/>
                  </a:cubicBezTo>
                  <a:cubicBezTo>
                    <a:pt x="890" y="2471"/>
                    <a:pt x="766" y="2136"/>
                    <a:pt x="766" y="1792"/>
                  </a:cubicBezTo>
                  <a:lnTo>
                    <a:pt x="766" y="1036"/>
                  </a:lnTo>
                  <a:cubicBezTo>
                    <a:pt x="766" y="751"/>
                    <a:pt x="996" y="527"/>
                    <a:pt x="1277" y="527"/>
                  </a:cubicBezTo>
                  <a:cubicBezTo>
                    <a:pt x="1288" y="527"/>
                    <a:pt x="1300" y="528"/>
                    <a:pt x="1311" y="528"/>
                  </a:cubicBezTo>
                  <a:cubicBezTo>
                    <a:pt x="1828" y="557"/>
                    <a:pt x="2594" y="643"/>
                    <a:pt x="3063" y="873"/>
                  </a:cubicBezTo>
                  <a:cubicBezTo>
                    <a:pt x="3053" y="768"/>
                    <a:pt x="2996" y="662"/>
                    <a:pt x="2919" y="586"/>
                  </a:cubicBezTo>
                  <a:cubicBezTo>
                    <a:pt x="2527" y="203"/>
                    <a:pt x="1799" y="21"/>
                    <a:pt x="986" y="2"/>
                  </a:cubicBezTo>
                  <a:cubicBezTo>
                    <a:pt x="975" y="1"/>
                    <a:pt x="965" y="1"/>
                    <a:pt x="955" y="1"/>
                  </a:cubicBezTo>
                  <a:close/>
                </a:path>
              </a:pathLst>
            </a:custGeom>
            <a:solidFill>
              <a:srgbClr val="ACBDC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736" name="Google Shape;13736;p43"/>
            <p:cNvSpPr/>
            <p:nvPr/>
          </p:nvSpPr>
          <p:spPr>
            <a:xfrm>
              <a:off x="7317051" y="2269482"/>
              <a:ext cx="26916" cy="50524"/>
            </a:xfrm>
            <a:custGeom>
              <a:rect b="b" l="l" r="r" t="t"/>
              <a:pathLst>
                <a:path extrusionOk="0" h="1924" w="1025">
                  <a:moveTo>
                    <a:pt x="144" y="0"/>
                  </a:moveTo>
                  <a:cubicBezTo>
                    <a:pt x="48" y="125"/>
                    <a:pt x="0" y="278"/>
                    <a:pt x="0" y="440"/>
                  </a:cubicBezTo>
                  <a:lnTo>
                    <a:pt x="0" y="1665"/>
                  </a:lnTo>
                  <a:cubicBezTo>
                    <a:pt x="0" y="1809"/>
                    <a:pt x="115" y="1924"/>
                    <a:pt x="258" y="1924"/>
                  </a:cubicBezTo>
                  <a:lnTo>
                    <a:pt x="1024" y="1924"/>
                  </a:lnTo>
                  <a:lnTo>
                    <a:pt x="1024" y="1206"/>
                  </a:lnTo>
                  <a:cubicBezTo>
                    <a:pt x="1024" y="995"/>
                    <a:pt x="948" y="804"/>
                    <a:pt x="804" y="660"/>
                  </a:cubicBezTo>
                  <a:lnTo>
                    <a:pt x="144" y="0"/>
                  </a:lnTo>
                  <a:close/>
                </a:path>
              </a:pathLst>
            </a:custGeom>
            <a:solidFill>
              <a:srgbClr val="5F758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737" name="Google Shape;13737;p43"/>
            <p:cNvSpPr/>
            <p:nvPr/>
          </p:nvSpPr>
          <p:spPr>
            <a:xfrm>
              <a:off x="7424612" y="2269482"/>
              <a:ext cx="26916" cy="50524"/>
            </a:xfrm>
            <a:custGeom>
              <a:rect b="b" l="l" r="r" t="t"/>
              <a:pathLst>
                <a:path extrusionOk="0" h="1924" w="1025">
                  <a:moveTo>
                    <a:pt x="881" y="0"/>
                  </a:moveTo>
                  <a:lnTo>
                    <a:pt x="220" y="660"/>
                  </a:lnTo>
                  <a:cubicBezTo>
                    <a:pt x="77" y="804"/>
                    <a:pt x="0" y="995"/>
                    <a:pt x="0" y="1206"/>
                  </a:cubicBezTo>
                  <a:lnTo>
                    <a:pt x="0" y="1924"/>
                  </a:lnTo>
                  <a:lnTo>
                    <a:pt x="766" y="1924"/>
                  </a:lnTo>
                  <a:cubicBezTo>
                    <a:pt x="909" y="1924"/>
                    <a:pt x="1024" y="1809"/>
                    <a:pt x="1024" y="1665"/>
                  </a:cubicBezTo>
                  <a:lnTo>
                    <a:pt x="1024" y="440"/>
                  </a:lnTo>
                  <a:cubicBezTo>
                    <a:pt x="1024" y="278"/>
                    <a:pt x="976" y="125"/>
                    <a:pt x="881" y="0"/>
                  </a:cubicBezTo>
                  <a:close/>
                </a:path>
              </a:pathLst>
            </a:custGeom>
            <a:solidFill>
              <a:srgbClr val="5F758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738" name="Google Shape;13738;p43"/>
            <p:cNvSpPr/>
            <p:nvPr/>
          </p:nvSpPr>
          <p:spPr>
            <a:xfrm>
              <a:off x="7377607" y="2265701"/>
              <a:ext cx="13340" cy="13340"/>
            </a:xfrm>
            <a:custGeom>
              <a:rect b="b" l="l" r="r" t="t"/>
              <a:pathLst>
                <a:path extrusionOk="0" h="508" w="508">
                  <a:moveTo>
                    <a:pt x="1" y="1"/>
                  </a:moveTo>
                  <a:lnTo>
                    <a:pt x="1" y="403"/>
                  </a:lnTo>
                  <a:cubicBezTo>
                    <a:pt x="1" y="460"/>
                    <a:pt x="48" y="508"/>
                    <a:pt x="106" y="508"/>
                  </a:cubicBezTo>
                  <a:lnTo>
                    <a:pt x="402" y="508"/>
                  </a:lnTo>
                  <a:cubicBezTo>
                    <a:pt x="460" y="508"/>
                    <a:pt x="508" y="460"/>
                    <a:pt x="508" y="403"/>
                  </a:cubicBezTo>
                  <a:lnTo>
                    <a:pt x="508" y="1"/>
                  </a:lnTo>
                  <a:close/>
                </a:path>
              </a:pathLst>
            </a:custGeom>
            <a:solidFill>
              <a:srgbClr val="4B637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739" name="Google Shape;13739;p43"/>
            <p:cNvSpPr/>
            <p:nvPr/>
          </p:nvSpPr>
          <p:spPr>
            <a:xfrm>
              <a:off x="7356756" y="2246899"/>
              <a:ext cx="27415" cy="28229"/>
            </a:xfrm>
            <a:custGeom>
              <a:rect b="b" l="l" r="r" t="t"/>
              <a:pathLst>
                <a:path extrusionOk="0" h="1075" w="1044">
                  <a:moveTo>
                    <a:pt x="235" y="1"/>
                  </a:moveTo>
                  <a:cubicBezTo>
                    <a:pt x="204" y="1"/>
                    <a:pt x="174" y="15"/>
                    <a:pt x="153" y="47"/>
                  </a:cubicBezTo>
                  <a:lnTo>
                    <a:pt x="0" y="286"/>
                  </a:lnTo>
                  <a:lnTo>
                    <a:pt x="383" y="994"/>
                  </a:lnTo>
                  <a:cubicBezTo>
                    <a:pt x="412" y="1047"/>
                    <a:pt x="464" y="1075"/>
                    <a:pt x="517" y="1075"/>
                  </a:cubicBezTo>
                  <a:cubicBezTo>
                    <a:pt x="550" y="1075"/>
                    <a:pt x="583" y="1064"/>
                    <a:pt x="613" y="1042"/>
                  </a:cubicBezTo>
                  <a:lnTo>
                    <a:pt x="1043" y="717"/>
                  </a:lnTo>
                  <a:lnTo>
                    <a:pt x="306" y="28"/>
                  </a:lnTo>
                  <a:cubicBezTo>
                    <a:pt x="285" y="10"/>
                    <a:pt x="260" y="1"/>
                    <a:pt x="235" y="1"/>
                  </a:cubicBezTo>
                  <a:close/>
                </a:path>
              </a:pathLst>
            </a:custGeom>
            <a:solidFill>
              <a:srgbClr val="5F758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740" name="Google Shape;13740;p43"/>
            <p:cNvSpPr/>
            <p:nvPr/>
          </p:nvSpPr>
          <p:spPr>
            <a:xfrm>
              <a:off x="7384146" y="2246899"/>
              <a:ext cx="27678" cy="28229"/>
            </a:xfrm>
            <a:custGeom>
              <a:rect b="b" l="l" r="r" t="t"/>
              <a:pathLst>
                <a:path extrusionOk="0" h="1075" w="1054">
                  <a:moveTo>
                    <a:pt x="813" y="1"/>
                  </a:moveTo>
                  <a:cubicBezTo>
                    <a:pt x="786" y="1"/>
                    <a:pt x="759" y="10"/>
                    <a:pt x="737" y="28"/>
                  </a:cubicBezTo>
                  <a:lnTo>
                    <a:pt x="0" y="717"/>
                  </a:lnTo>
                  <a:lnTo>
                    <a:pt x="441" y="1042"/>
                  </a:lnTo>
                  <a:cubicBezTo>
                    <a:pt x="466" y="1064"/>
                    <a:pt x="499" y="1075"/>
                    <a:pt x="532" y="1075"/>
                  </a:cubicBezTo>
                  <a:cubicBezTo>
                    <a:pt x="585" y="1075"/>
                    <a:pt x="637" y="1047"/>
                    <a:pt x="661" y="994"/>
                  </a:cubicBezTo>
                  <a:lnTo>
                    <a:pt x="1053" y="286"/>
                  </a:lnTo>
                  <a:lnTo>
                    <a:pt x="900" y="47"/>
                  </a:lnTo>
                  <a:cubicBezTo>
                    <a:pt x="879" y="15"/>
                    <a:pt x="846" y="1"/>
                    <a:pt x="813" y="1"/>
                  </a:cubicBezTo>
                  <a:close/>
                </a:path>
              </a:pathLst>
            </a:custGeom>
            <a:solidFill>
              <a:srgbClr val="5F758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741" name="Google Shape;13741;p43"/>
            <p:cNvSpPr/>
            <p:nvPr/>
          </p:nvSpPr>
          <p:spPr>
            <a:xfrm>
              <a:off x="7159964" y="1971904"/>
              <a:ext cx="190516" cy="164151"/>
            </a:xfrm>
            <a:custGeom>
              <a:rect b="b" l="l" r="r" t="t"/>
              <a:pathLst>
                <a:path extrusionOk="0" h="6251" w="7255">
                  <a:moveTo>
                    <a:pt x="642" y="1"/>
                  </a:moveTo>
                  <a:cubicBezTo>
                    <a:pt x="288" y="1"/>
                    <a:pt x="1" y="288"/>
                    <a:pt x="1" y="642"/>
                  </a:cubicBezTo>
                  <a:lnTo>
                    <a:pt x="1" y="4059"/>
                  </a:lnTo>
                  <a:cubicBezTo>
                    <a:pt x="1" y="4413"/>
                    <a:pt x="288" y="4700"/>
                    <a:pt x="642" y="4700"/>
                  </a:cubicBezTo>
                  <a:lnTo>
                    <a:pt x="2987" y="4700"/>
                  </a:lnTo>
                  <a:lnTo>
                    <a:pt x="2632" y="6116"/>
                  </a:lnTo>
                  <a:cubicBezTo>
                    <a:pt x="2611" y="6189"/>
                    <a:pt x="2672" y="6251"/>
                    <a:pt x="2736" y="6251"/>
                  </a:cubicBezTo>
                  <a:cubicBezTo>
                    <a:pt x="2756" y="6251"/>
                    <a:pt x="2777" y="6245"/>
                    <a:pt x="2795" y="6231"/>
                  </a:cubicBezTo>
                  <a:lnTo>
                    <a:pt x="4901" y="4700"/>
                  </a:lnTo>
                  <a:lnTo>
                    <a:pt x="6614" y="4700"/>
                  </a:lnTo>
                  <a:cubicBezTo>
                    <a:pt x="6968" y="4700"/>
                    <a:pt x="7255" y="4413"/>
                    <a:pt x="7255" y="4059"/>
                  </a:cubicBezTo>
                  <a:lnTo>
                    <a:pt x="7255" y="642"/>
                  </a:lnTo>
                  <a:cubicBezTo>
                    <a:pt x="7255" y="288"/>
                    <a:pt x="6968" y="1"/>
                    <a:pt x="6614" y="1"/>
                  </a:cubicBez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742" name="Google Shape;13742;p43"/>
            <p:cNvSpPr/>
            <p:nvPr/>
          </p:nvSpPr>
          <p:spPr>
            <a:xfrm>
              <a:off x="7191896" y="2000055"/>
              <a:ext cx="31670" cy="11082"/>
            </a:xfrm>
            <a:custGeom>
              <a:rect b="b" l="l" r="r" t="t"/>
              <a:pathLst>
                <a:path extrusionOk="0" h="422" w="1206">
                  <a:moveTo>
                    <a:pt x="287" y="1"/>
                  </a:moveTo>
                  <a:cubicBezTo>
                    <a:pt x="0" y="1"/>
                    <a:pt x="0" y="422"/>
                    <a:pt x="287" y="422"/>
                  </a:cubicBezTo>
                  <a:lnTo>
                    <a:pt x="919" y="422"/>
                  </a:lnTo>
                  <a:cubicBezTo>
                    <a:pt x="1206" y="422"/>
                    <a:pt x="1206" y="1"/>
                    <a:pt x="919" y="1"/>
                  </a:cubicBez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743" name="Google Shape;13743;p43"/>
            <p:cNvSpPr/>
            <p:nvPr/>
          </p:nvSpPr>
          <p:spPr>
            <a:xfrm>
              <a:off x="7231102" y="2000055"/>
              <a:ext cx="87735" cy="11082"/>
            </a:xfrm>
            <a:custGeom>
              <a:rect b="b" l="l" r="r" t="t"/>
              <a:pathLst>
                <a:path extrusionOk="0" h="422" w="3341">
                  <a:moveTo>
                    <a:pt x="278" y="1"/>
                  </a:moveTo>
                  <a:cubicBezTo>
                    <a:pt x="0" y="1"/>
                    <a:pt x="0" y="422"/>
                    <a:pt x="278" y="422"/>
                  </a:cubicBezTo>
                  <a:lnTo>
                    <a:pt x="3053" y="422"/>
                  </a:lnTo>
                  <a:cubicBezTo>
                    <a:pt x="3340" y="422"/>
                    <a:pt x="3340" y="1"/>
                    <a:pt x="3053" y="1"/>
                  </a:cubicBez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744" name="Google Shape;13744;p43"/>
            <p:cNvSpPr/>
            <p:nvPr/>
          </p:nvSpPr>
          <p:spPr>
            <a:xfrm>
              <a:off x="7191896" y="2027969"/>
              <a:ext cx="126941" cy="11318"/>
            </a:xfrm>
            <a:custGeom>
              <a:rect b="b" l="l" r="r" t="t"/>
              <a:pathLst>
                <a:path extrusionOk="0" h="431" w="4834">
                  <a:moveTo>
                    <a:pt x="287" y="0"/>
                  </a:moveTo>
                  <a:cubicBezTo>
                    <a:pt x="0" y="0"/>
                    <a:pt x="0" y="431"/>
                    <a:pt x="287" y="431"/>
                  </a:cubicBezTo>
                  <a:lnTo>
                    <a:pt x="4546" y="431"/>
                  </a:lnTo>
                  <a:cubicBezTo>
                    <a:pt x="4833" y="431"/>
                    <a:pt x="4833" y="0"/>
                    <a:pt x="4546" y="0"/>
                  </a:cubicBezTo>
                  <a:close/>
                </a:path>
              </a:pathLst>
            </a:custGeom>
            <a:solidFill>
              <a:srgbClr val="76899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745" name="Google Shape;13745;p43"/>
            <p:cNvSpPr/>
            <p:nvPr/>
          </p:nvSpPr>
          <p:spPr>
            <a:xfrm>
              <a:off x="7191896" y="2056093"/>
              <a:ext cx="87735" cy="11108"/>
            </a:xfrm>
            <a:custGeom>
              <a:rect b="b" l="l" r="r" t="t"/>
              <a:pathLst>
                <a:path extrusionOk="0" h="423" w="3341">
                  <a:moveTo>
                    <a:pt x="287" y="1"/>
                  </a:moveTo>
                  <a:cubicBezTo>
                    <a:pt x="0" y="1"/>
                    <a:pt x="0" y="422"/>
                    <a:pt x="287" y="422"/>
                  </a:cubicBezTo>
                  <a:lnTo>
                    <a:pt x="3053" y="422"/>
                  </a:lnTo>
                  <a:cubicBezTo>
                    <a:pt x="3340" y="422"/>
                    <a:pt x="3340" y="1"/>
                    <a:pt x="3053" y="1"/>
                  </a:cubicBezTo>
                  <a:close/>
                </a:path>
              </a:pathLst>
            </a:custGeom>
            <a:solidFill>
              <a:srgbClr val="63798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746" name="Google Shape;13746;p43"/>
            <p:cNvSpPr/>
            <p:nvPr/>
          </p:nvSpPr>
          <p:spPr>
            <a:xfrm>
              <a:off x="7286878" y="2056093"/>
              <a:ext cx="31958" cy="11108"/>
            </a:xfrm>
            <a:custGeom>
              <a:rect b="b" l="l" r="r" t="t"/>
              <a:pathLst>
                <a:path extrusionOk="0" h="423" w="1217">
                  <a:moveTo>
                    <a:pt x="288" y="1"/>
                  </a:moveTo>
                  <a:cubicBezTo>
                    <a:pt x="1" y="1"/>
                    <a:pt x="1" y="422"/>
                    <a:pt x="288" y="422"/>
                  </a:cubicBezTo>
                  <a:lnTo>
                    <a:pt x="929" y="422"/>
                  </a:lnTo>
                  <a:cubicBezTo>
                    <a:pt x="1216" y="422"/>
                    <a:pt x="1216" y="1"/>
                    <a:pt x="929" y="1"/>
                  </a:cubicBezTo>
                  <a:close/>
                </a:path>
              </a:pathLst>
            </a:custGeom>
            <a:solidFill>
              <a:srgbClr val="76899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3747" name="Google Shape;13747;p43"/>
          <p:cNvGrpSpPr/>
          <p:nvPr/>
        </p:nvGrpSpPr>
        <p:grpSpPr>
          <a:xfrm>
            <a:off x="7551264" y="1819504"/>
            <a:ext cx="344321" cy="348155"/>
            <a:chOff x="7551264" y="1971904"/>
            <a:chExt cx="344321" cy="348155"/>
          </a:xfrm>
        </p:grpSpPr>
        <p:sp>
          <p:nvSpPr>
            <p:cNvPr id="13748" name="Google Shape;13748;p43"/>
            <p:cNvSpPr/>
            <p:nvPr/>
          </p:nvSpPr>
          <p:spPr>
            <a:xfrm>
              <a:off x="7820665" y="1973164"/>
              <a:ext cx="9086" cy="73659"/>
            </a:xfrm>
            <a:custGeom>
              <a:rect b="b" l="l" r="r" t="t"/>
              <a:pathLst>
                <a:path extrusionOk="0" h="2805" w="346">
                  <a:moveTo>
                    <a:pt x="1" y="1"/>
                  </a:moveTo>
                  <a:lnTo>
                    <a:pt x="1" y="2805"/>
                  </a:lnTo>
                  <a:lnTo>
                    <a:pt x="346" y="2805"/>
                  </a:lnTo>
                  <a:lnTo>
                    <a:pt x="346" y="336"/>
                  </a:lnTo>
                  <a:lnTo>
                    <a:pt x="1" y="1"/>
                  </a:lnTo>
                  <a:close/>
                </a:path>
              </a:pathLst>
            </a:custGeom>
            <a:solidFill>
              <a:srgbClr val="DEE5E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749" name="Google Shape;13749;p43"/>
            <p:cNvSpPr/>
            <p:nvPr/>
          </p:nvSpPr>
          <p:spPr>
            <a:xfrm>
              <a:off x="7625396" y="1971904"/>
              <a:ext cx="270189" cy="348103"/>
            </a:xfrm>
            <a:custGeom>
              <a:rect b="b" l="l" r="r" t="t"/>
              <a:pathLst>
                <a:path extrusionOk="0" h="13256" w="10289">
                  <a:moveTo>
                    <a:pt x="269" y="1"/>
                  </a:moveTo>
                  <a:cubicBezTo>
                    <a:pt x="116" y="1"/>
                    <a:pt x="1" y="135"/>
                    <a:pt x="20" y="288"/>
                  </a:cubicBezTo>
                  <a:lnTo>
                    <a:pt x="20" y="5408"/>
                  </a:lnTo>
                  <a:lnTo>
                    <a:pt x="173" y="5408"/>
                  </a:lnTo>
                  <a:cubicBezTo>
                    <a:pt x="1111" y="5446"/>
                    <a:pt x="1848" y="6212"/>
                    <a:pt x="1848" y="7150"/>
                  </a:cubicBezTo>
                  <a:lnTo>
                    <a:pt x="1848" y="7849"/>
                  </a:lnTo>
                  <a:cubicBezTo>
                    <a:pt x="2039" y="8126"/>
                    <a:pt x="1972" y="8499"/>
                    <a:pt x="1704" y="8700"/>
                  </a:cubicBezTo>
                  <a:lnTo>
                    <a:pt x="1456" y="8882"/>
                  </a:lnTo>
                  <a:cubicBezTo>
                    <a:pt x="1369" y="9284"/>
                    <a:pt x="1101" y="9629"/>
                    <a:pt x="738" y="9801"/>
                  </a:cubicBezTo>
                  <a:lnTo>
                    <a:pt x="738" y="10212"/>
                  </a:lnTo>
                  <a:lnTo>
                    <a:pt x="2011" y="10720"/>
                  </a:lnTo>
                  <a:cubicBezTo>
                    <a:pt x="2575" y="10949"/>
                    <a:pt x="2939" y="11514"/>
                    <a:pt x="2910" y="12126"/>
                  </a:cubicBezTo>
                  <a:lnTo>
                    <a:pt x="2910" y="13256"/>
                  </a:lnTo>
                  <a:lnTo>
                    <a:pt x="9897" y="13256"/>
                  </a:lnTo>
                  <a:cubicBezTo>
                    <a:pt x="10059" y="13227"/>
                    <a:pt x="10289" y="13122"/>
                    <a:pt x="10289" y="12672"/>
                  </a:cubicBezTo>
                  <a:lnTo>
                    <a:pt x="10289" y="2853"/>
                  </a:lnTo>
                  <a:lnTo>
                    <a:pt x="8576" y="1561"/>
                  </a:lnTo>
                  <a:lnTo>
                    <a:pt x="7437" y="1"/>
                  </a:lnTo>
                  <a:close/>
                </a:path>
              </a:pathLst>
            </a:custGeom>
            <a:solidFill>
              <a:srgbClr val="DEE5E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750" name="Google Shape;13750;p43"/>
            <p:cNvSpPr/>
            <p:nvPr/>
          </p:nvSpPr>
          <p:spPr>
            <a:xfrm>
              <a:off x="7625396" y="1971904"/>
              <a:ext cx="86238" cy="348103"/>
            </a:xfrm>
            <a:custGeom>
              <a:rect b="b" l="l" r="r" t="t"/>
              <a:pathLst>
                <a:path extrusionOk="0" h="13256" w="3284">
                  <a:moveTo>
                    <a:pt x="278" y="1"/>
                  </a:moveTo>
                  <a:cubicBezTo>
                    <a:pt x="125" y="11"/>
                    <a:pt x="1" y="144"/>
                    <a:pt x="20" y="288"/>
                  </a:cubicBezTo>
                  <a:lnTo>
                    <a:pt x="20" y="5408"/>
                  </a:lnTo>
                  <a:lnTo>
                    <a:pt x="183" y="5408"/>
                  </a:lnTo>
                  <a:cubicBezTo>
                    <a:pt x="1111" y="5446"/>
                    <a:pt x="1857" y="6212"/>
                    <a:pt x="1857" y="7150"/>
                  </a:cubicBezTo>
                  <a:lnTo>
                    <a:pt x="1857" y="7849"/>
                  </a:lnTo>
                  <a:cubicBezTo>
                    <a:pt x="1924" y="7954"/>
                    <a:pt x="1963" y="8078"/>
                    <a:pt x="1963" y="8203"/>
                  </a:cubicBezTo>
                  <a:cubicBezTo>
                    <a:pt x="1963" y="8394"/>
                    <a:pt x="1704" y="8480"/>
                    <a:pt x="1551" y="8595"/>
                  </a:cubicBezTo>
                  <a:lnTo>
                    <a:pt x="1456" y="8882"/>
                  </a:lnTo>
                  <a:cubicBezTo>
                    <a:pt x="1379" y="9294"/>
                    <a:pt x="1111" y="9629"/>
                    <a:pt x="738" y="9810"/>
                  </a:cubicBezTo>
                  <a:lnTo>
                    <a:pt x="738" y="10212"/>
                  </a:lnTo>
                  <a:lnTo>
                    <a:pt x="2011" y="10729"/>
                  </a:lnTo>
                  <a:cubicBezTo>
                    <a:pt x="2575" y="10949"/>
                    <a:pt x="2939" y="11514"/>
                    <a:pt x="2920" y="12126"/>
                  </a:cubicBezTo>
                  <a:lnTo>
                    <a:pt x="2728" y="13256"/>
                  </a:lnTo>
                  <a:lnTo>
                    <a:pt x="3264" y="13256"/>
                  </a:lnTo>
                  <a:lnTo>
                    <a:pt x="3264" y="12126"/>
                  </a:lnTo>
                  <a:cubicBezTo>
                    <a:pt x="3283" y="11514"/>
                    <a:pt x="2920" y="10959"/>
                    <a:pt x="2346" y="10729"/>
                  </a:cubicBezTo>
                  <a:lnTo>
                    <a:pt x="1073" y="10212"/>
                  </a:lnTo>
                  <a:lnTo>
                    <a:pt x="1073" y="9810"/>
                  </a:lnTo>
                  <a:cubicBezTo>
                    <a:pt x="1446" y="9629"/>
                    <a:pt x="1714" y="9294"/>
                    <a:pt x="1791" y="8892"/>
                  </a:cubicBezTo>
                  <a:lnTo>
                    <a:pt x="2049" y="8710"/>
                  </a:lnTo>
                  <a:cubicBezTo>
                    <a:pt x="2317" y="8509"/>
                    <a:pt x="2384" y="8136"/>
                    <a:pt x="2192" y="7858"/>
                  </a:cubicBezTo>
                  <a:lnTo>
                    <a:pt x="2192" y="7150"/>
                  </a:lnTo>
                  <a:cubicBezTo>
                    <a:pt x="2192" y="6212"/>
                    <a:pt x="1456" y="5446"/>
                    <a:pt x="518" y="5408"/>
                  </a:cubicBezTo>
                  <a:lnTo>
                    <a:pt x="365" y="5408"/>
                  </a:lnTo>
                  <a:lnTo>
                    <a:pt x="365" y="1"/>
                  </a:lnTo>
                  <a:close/>
                </a:path>
              </a:pathLst>
            </a:custGeom>
            <a:solidFill>
              <a:srgbClr val="D7DFE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751" name="Google Shape;13751;p43"/>
            <p:cNvSpPr/>
            <p:nvPr/>
          </p:nvSpPr>
          <p:spPr>
            <a:xfrm>
              <a:off x="7685715" y="2063893"/>
              <a:ext cx="103333" cy="11344"/>
            </a:xfrm>
            <a:custGeom>
              <a:rect b="b" l="l" r="r" t="t"/>
              <a:pathLst>
                <a:path extrusionOk="0" h="432" w="3935">
                  <a:moveTo>
                    <a:pt x="288" y="1"/>
                  </a:moveTo>
                  <a:cubicBezTo>
                    <a:pt x="1" y="1"/>
                    <a:pt x="1" y="431"/>
                    <a:pt x="288" y="431"/>
                  </a:cubicBezTo>
                  <a:lnTo>
                    <a:pt x="3657" y="431"/>
                  </a:lnTo>
                  <a:cubicBezTo>
                    <a:pt x="3934" y="431"/>
                    <a:pt x="3934" y="1"/>
                    <a:pt x="3657" y="1"/>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752" name="Google Shape;13752;p43"/>
            <p:cNvSpPr/>
            <p:nvPr/>
          </p:nvSpPr>
          <p:spPr>
            <a:xfrm>
              <a:off x="7685715" y="2102337"/>
              <a:ext cx="148553" cy="11344"/>
            </a:xfrm>
            <a:custGeom>
              <a:rect b="b" l="l" r="r" t="t"/>
              <a:pathLst>
                <a:path extrusionOk="0" h="432" w="5657">
                  <a:moveTo>
                    <a:pt x="288" y="1"/>
                  </a:moveTo>
                  <a:cubicBezTo>
                    <a:pt x="1" y="1"/>
                    <a:pt x="1" y="432"/>
                    <a:pt x="288" y="432"/>
                  </a:cubicBezTo>
                  <a:lnTo>
                    <a:pt x="5379" y="432"/>
                  </a:lnTo>
                  <a:cubicBezTo>
                    <a:pt x="5657" y="432"/>
                    <a:pt x="5657" y="1"/>
                    <a:pt x="5379" y="1"/>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753" name="Google Shape;13753;p43"/>
            <p:cNvSpPr/>
            <p:nvPr/>
          </p:nvSpPr>
          <p:spPr>
            <a:xfrm>
              <a:off x="7685715" y="2140808"/>
              <a:ext cx="148553" cy="11318"/>
            </a:xfrm>
            <a:custGeom>
              <a:rect b="b" l="l" r="r" t="t"/>
              <a:pathLst>
                <a:path extrusionOk="0" h="431" w="5657">
                  <a:moveTo>
                    <a:pt x="288" y="0"/>
                  </a:moveTo>
                  <a:cubicBezTo>
                    <a:pt x="1" y="0"/>
                    <a:pt x="1" y="431"/>
                    <a:pt x="288" y="431"/>
                  </a:cubicBezTo>
                  <a:lnTo>
                    <a:pt x="5379" y="431"/>
                  </a:lnTo>
                  <a:cubicBezTo>
                    <a:pt x="5657" y="431"/>
                    <a:pt x="5657" y="0"/>
                    <a:pt x="5379" y="0"/>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754" name="Google Shape;13754;p43"/>
            <p:cNvSpPr/>
            <p:nvPr/>
          </p:nvSpPr>
          <p:spPr>
            <a:xfrm>
              <a:off x="7685715" y="2179253"/>
              <a:ext cx="148553" cy="11344"/>
            </a:xfrm>
            <a:custGeom>
              <a:rect b="b" l="l" r="r" t="t"/>
              <a:pathLst>
                <a:path extrusionOk="0" h="432" w="5657">
                  <a:moveTo>
                    <a:pt x="288" y="0"/>
                  </a:moveTo>
                  <a:cubicBezTo>
                    <a:pt x="1" y="0"/>
                    <a:pt x="1" y="431"/>
                    <a:pt x="288" y="431"/>
                  </a:cubicBezTo>
                  <a:lnTo>
                    <a:pt x="5379" y="431"/>
                  </a:lnTo>
                  <a:cubicBezTo>
                    <a:pt x="5657" y="431"/>
                    <a:pt x="5657" y="0"/>
                    <a:pt x="5379" y="0"/>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755" name="Google Shape;13755;p43"/>
            <p:cNvSpPr/>
            <p:nvPr/>
          </p:nvSpPr>
          <p:spPr>
            <a:xfrm>
              <a:off x="7685715" y="2217461"/>
              <a:ext cx="148553" cy="11318"/>
            </a:xfrm>
            <a:custGeom>
              <a:rect b="b" l="l" r="r" t="t"/>
              <a:pathLst>
                <a:path extrusionOk="0" h="431" w="5657">
                  <a:moveTo>
                    <a:pt x="288" y="0"/>
                  </a:moveTo>
                  <a:cubicBezTo>
                    <a:pt x="1" y="0"/>
                    <a:pt x="1" y="431"/>
                    <a:pt x="288" y="431"/>
                  </a:cubicBezTo>
                  <a:lnTo>
                    <a:pt x="5379" y="431"/>
                  </a:lnTo>
                  <a:cubicBezTo>
                    <a:pt x="5657" y="431"/>
                    <a:pt x="5657" y="0"/>
                    <a:pt x="5379" y="0"/>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756" name="Google Shape;13756;p43"/>
            <p:cNvSpPr/>
            <p:nvPr/>
          </p:nvSpPr>
          <p:spPr>
            <a:xfrm>
              <a:off x="7552367" y="2239309"/>
              <a:ext cx="152492" cy="80487"/>
            </a:xfrm>
            <a:custGeom>
              <a:rect b="b" l="l" r="r" t="t"/>
              <a:pathLst>
                <a:path extrusionOk="0" h="3065" w="5807">
                  <a:moveTo>
                    <a:pt x="2208" y="1"/>
                  </a:moveTo>
                  <a:lnTo>
                    <a:pt x="897" y="537"/>
                  </a:lnTo>
                  <a:cubicBezTo>
                    <a:pt x="763" y="584"/>
                    <a:pt x="648" y="651"/>
                    <a:pt x="533" y="738"/>
                  </a:cubicBezTo>
                  <a:lnTo>
                    <a:pt x="504" y="766"/>
                  </a:lnTo>
                  <a:lnTo>
                    <a:pt x="485" y="785"/>
                  </a:lnTo>
                  <a:lnTo>
                    <a:pt x="475" y="795"/>
                  </a:lnTo>
                  <a:lnTo>
                    <a:pt x="437" y="824"/>
                  </a:lnTo>
                  <a:cubicBezTo>
                    <a:pt x="207" y="1063"/>
                    <a:pt x="54" y="1369"/>
                    <a:pt x="6" y="1695"/>
                  </a:cubicBezTo>
                  <a:cubicBezTo>
                    <a:pt x="6" y="1714"/>
                    <a:pt x="6" y="1733"/>
                    <a:pt x="6" y="1752"/>
                  </a:cubicBezTo>
                  <a:cubicBezTo>
                    <a:pt x="1" y="1769"/>
                    <a:pt x="2" y="1773"/>
                    <a:pt x="4" y="1773"/>
                  </a:cubicBezTo>
                  <a:cubicBezTo>
                    <a:pt x="5" y="1773"/>
                    <a:pt x="6" y="1771"/>
                    <a:pt x="6" y="1771"/>
                  </a:cubicBezTo>
                  <a:lnTo>
                    <a:pt x="6" y="1819"/>
                  </a:lnTo>
                  <a:lnTo>
                    <a:pt x="6" y="1848"/>
                  </a:lnTo>
                  <a:lnTo>
                    <a:pt x="6" y="1857"/>
                  </a:lnTo>
                  <a:lnTo>
                    <a:pt x="6" y="1934"/>
                  </a:lnTo>
                  <a:lnTo>
                    <a:pt x="6" y="2144"/>
                  </a:lnTo>
                  <a:lnTo>
                    <a:pt x="6" y="2786"/>
                  </a:lnTo>
                  <a:cubicBezTo>
                    <a:pt x="6" y="2938"/>
                    <a:pt x="141" y="3065"/>
                    <a:pt x="291" y="3065"/>
                  </a:cubicBezTo>
                  <a:cubicBezTo>
                    <a:pt x="301" y="3065"/>
                    <a:pt x="312" y="3064"/>
                    <a:pt x="322" y="3063"/>
                  </a:cubicBezTo>
                  <a:lnTo>
                    <a:pt x="5481" y="3063"/>
                  </a:lnTo>
                  <a:cubicBezTo>
                    <a:pt x="5492" y="3064"/>
                    <a:pt x="5503" y="3065"/>
                    <a:pt x="5513" y="3065"/>
                  </a:cubicBezTo>
                  <a:cubicBezTo>
                    <a:pt x="5671" y="3065"/>
                    <a:pt x="5797" y="2938"/>
                    <a:pt x="5806" y="2786"/>
                  </a:cubicBezTo>
                  <a:lnTo>
                    <a:pt x="5806" y="2144"/>
                  </a:lnTo>
                  <a:lnTo>
                    <a:pt x="5806" y="1934"/>
                  </a:lnTo>
                  <a:lnTo>
                    <a:pt x="5777" y="1943"/>
                  </a:lnTo>
                  <a:lnTo>
                    <a:pt x="5777" y="1876"/>
                  </a:lnTo>
                  <a:lnTo>
                    <a:pt x="5777" y="1867"/>
                  </a:lnTo>
                  <a:lnTo>
                    <a:pt x="5777" y="1829"/>
                  </a:lnTo>
                  <a:lnTo>
                    <a:pt x="5777" y="1781"/>
                  </a:lnTo>
                  <a:lnTo>
                    <a:pt x="5777" y="1762"/>
                  </a:lnTo>
                  <a:cubicBezTo>
                    <a:pt x="5777" y="1762"/>
                    <a:pt x="5777" y="1723"/>
                    <a:pt x="5777" y="1704"/>
                  </a:cubicBezTo>
                  <a:cubicBezTo>
                    <a:pt x="5730" y="1379"/>
                    <a:pt x="5586" y="1073"/>
                    <a:pt x="5347" y="833"/>
                  </a:cubicBezTo>
                  <a:lnTo>
                    <a:pt x="5308" y="805"/>
                  </a:lnTo>
                  <a:lnTo>
                    <a:pt x="5299" y="795"/>
                  </a:lnTo>
                  <a:lnTo>
                    <a:pt x="5280" y="776"/>
                  </a:lnTo>
                  <a:lnTo>
                    <a:pt x="5251" y="747"/>
                  </a:lnTo>
                  <a:cubicBezTo>
                    <a:pt x="5146" y="661"/>
                    <a:pt x="5021" y="594"/>
                    <a:pt x="4887" y="546"/>
                  </a:cubicBezTo>
                  <a:lnTo>
                    <a:pt x="3576" y="10"/>
                  </a:lnTo>
                  <a:lnTo>
                    <a:pt x="3241" y="355"/>
                  </a:lnTo>
                  <a:lnTo>
                    <a:pt x="2878" y="680"/>
                  </a:lnTo>
                  <a:lnTo>
                    <a:pt x="2543" y="345"/>
                  </a:lnTo>
                  <a:lnTo>
                    <a:pt x="2208" y="1"/>
                  </a:lnTo>
                  <a:close/>
                </a:path>
              </a:pathLst>
            </a:custGeom>
            <a:solidFill>
              <a:srgbClr val="8192A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757" name="Google Shape;13757;p43"/>
            <p:cNvSpPr/>
            <p:nvPr/>
          </p:nvSpPr>
          <p:spPr>
            <a:xfrm>
              <a:off x="7551264" y="2239808"/>
              <a:ext cx="61842" cy="80251"/>
            </a:xfrm>
            <a:custGeom>
              <a:rect b="b" l="l" r="r" t="t"/>
              <a:pathLst>
                <a:path extrusionOk="0" h="3056" w="2355">
                  <a:moveTo>
                    <a:pt x="2250" y="1"/>
                  </a:moveTo>
                  <a:lnTo>
                    <a:pt x="929" y="518"/>
                  </a:lnTo>
                  <a:cubicBezTo>
                    <a:pt x="364" y="747"/>
                    <a:pt x="1" y="1312"/>
                    <a:pt x="29" y="1924"/>
                  </a:cubicBezTo>
                  <a:lnTo>
                    <a:pt x="29" y="2776"/>
                  </a:lnTo>
                  <a:cubicBezTo>
                    <a:pt x="29" y="2928"/>
                    <a:pt x="155" y="3056"/>
                    <a:pt x="312" y="3056"/>
                  </a:cubicBezTo>
                  <a:cubicBezTo>
                    <a:pt x="323" y="3056"/>
                    <a:pt x="334" y="3055"/>
                    <a:pt x="345" y="3054"/>
                  </a:cubicBezTo>
                  <a:lnTo>
                    <a:pt x="412" y="3054"/>
                  </a:lnTo>
                  <a:lnTo>
                    <a:pt x="412" y="1924"/>
                  </a:lnTo>
                  <a:cubicBezTo>
                    <a:pt x="383" y="1312"/>
                    <a:pt x="747" y="747"/>
                    <a:pt x="1321" y="518"/>
                  </a:cubicBezTo>
                  <a:lnTo>
                    <a:pt x="2355" y="106"/>
                  </a:lnTo>
                  <a:lnTo>
                    <a:pt x="2250" y="1"/>
                  </a:lnTo>
                  <a:close/>
                </a:path>
              </a:pathLst>
            </a:custGeom>
            <a:solidFill>
              <a:srgbClr val="657A8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758" name="Google Shape;13758;p43"/>
            <p:cNvSpPr/>
            <p:nvPr/>
          </p:nvSpPr>
          <p:spPr>
            <a:xfrm>
              <a:off x="7579677" y="2113156"/>
              <a:ext cx="96532" cy="68381"/>
            </a:xfrm>
            <a:custGeom>
              <a:rect b="b" l="l" r="r" t="t"/>
              <a:pathLst>
                <a:path extrusionOk="0" h="2604" w="3676">
                  <a:moveTo>
                    <a:pt x="3254" y="2221"/>
                  </a:moveTo>
                  <a:lnTo>
                    <a:pt x="3225" y="2240"/>
                  </a:lnTo>
                  <a:lnTo>
                    <a:pt x="3216" y="2249"/>
                  </a:lnTo>
                  <a:lnTo>
                    <a:pt x="3187" y="2269"/>
                  </a:lnTo>
                  <a:lnTo>
                    <a:pt x="3187" y="2269"/>
                  </a:lnTo>
                  <a:lnTo>
                    <a:pt x="3225" y="2240"/>
                  </a:lnTo>
                  <a:lnTo>
                    <a:pt x="3225" y="2230"/>
                  </a:lnTo>
                  <a:lnTo>
                    <a:pt x="3235" y="2221"/>
                  </a:lnTo>
                  <a:lnTo>
                    <a:pt x="3225" y="2240"/>
                  </a:lnTo>
                  <a:lnTo>
                    <a:pt x="3235" y="2230"/>
                  </a:lnTo>
                  <a:lnTo>
                    <a:pt x="3254" y="2221"/>
                  </a:lnTo>
                  <a:close/>
                  <a:moveTo>
                    <a:pt x="1771" y="0"/>
                  </a:moveTo>
                  <a:cubicBezTo>
                    <a:pt x="794" y="0"/>
                    <a:pt x="0" y="795"/>
                    <a:pt x="0" y="1771"/>
                  </a:cubicBezTo>
                  <a:lnTo>
                    <a:pt x="0" y="2604"/>
                  </a:lnTo>
                  <a:cubicBezTo>
                    <a:pt x="0" y="2604"/>
                    <a:pt x="402" y="2556"/>
                    <a:pt x="450" y="2364"/>
                  </a:cubicBezTo>
                  <a:cubicBezTo>
                    <a:pt x="469" y="2345"/>
                    <a:pt x="479" y="2316"/>
                    <a:pt x="488" y="2297"/>
                  </a:cubicBezTo>
                  <a:cubicBezTo>
                    <a:pt x="718" y="2288"/>
                    <a:pt x="1780" y="2278"/>
                    <a:pt x="2393" y="1551"/>
                  </a:cubicBezTo>
                  <a:cubicBezTo>
                    <a:pt x="2527" y="1905"/>
                    <a:pt x="2814" y="2182"/>
                    <a:pt x="3187" y="2288"/>
                  </a:cubicBezTo>
                  <a:cubicBezTo>
                    <a:pt x="3197" y="2316"/>
                    <a:pt x="3206" y="2336"/>
                    <a:pt x="3225" y="2355"/>
                  </a:cubicBezTo>
                  <a:cubicBezTo>
                    <a:pt x="3273" y="2556"/>
                    <a:pt x="3675" y="2594"/>
                    <a:pt x="3675" y="2594"/>
                  </a:cubicBezTo>
                  <a:lnTo>
                    <a:pt x="3675" y="1771"/>
                  </a:lnTo>
                  <a:cubicBezTo>
                    <a:pt x="3675" y="795"/>
                    <a:pt x="2881" y="0"/>
                    <a:pt x="1905" y="0"/>
                  </a:cubicBez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759" name="Google Shape;13759;p43"/>
            <p:cNvSpPr/>
            <p:nvPr/>
          </p:nvSpPr>
          <p:spPr>
            <a:xfrm>
              <a:off x="7579677" y="2113393"/>
              <a:ext cx="52284" cy="68145"/>
            </a:xfrm>
            <a:custGeom>
              <a:rect b="b" l="l" r="r" t="t"/>
              <a:pathLst>
                <a:path extrusionOk="0" h="2595" w="1991">
                  <a:moveTo>
                    <a:pt x="1761" y="1"/>
                  </a:moveTo>
                  <a:cubicBezTo>
                    <a:pt x="785" y="1"/>
                    <a:pt x="0" y="795"/>
                    <a:pt x="0" y="1762"/>
                  </a:cubicBezTo>
                  <a:lnTo>
                    <a:pt x="0" y="2595"/>
                  </a:lnTo>
                  <a:cubicBezTo>
                    <a:pt x="105" y="2575"/>
                    <a:pt x="211" y="2547"/>
                    <a:pt x="316" y="2508"/>
                  </a:cubicBezTo>
                  <a:lnTo>
                    <a:pt x="316" y="2212"/>
                  </a:lnTo>
                  <a:lnTo>
                    <a:pt x="316" y="1762"/>
                  </a:lnTo>
                  <a:cubicBezTo>
                    <a:pt x="316" y="824"/>
                    <a:pt x="1053" y="49"/>
                    <a:pt x="1991" y="1"/>
                  </a:cubicBez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760" name="Google Shape;13760;p43"/>
            <p:cNvSpPr/>
            <p:nvPr/>
          </p:nvSpPr>
          <p:spPr>
            <a:xfrm>
              <a:off x="7662843" y="2174263"/>
              <a:ext cx="20903" cy="28387"/>
            </a:xfrm>
            <a:custGeom>
              <a:rect b="b" l="l" r="r" t="t"/>
              <a:pathLst>
                <a:path extrusionOk="0" h="1081" w="796">
                  <a:moveTo>
                    <a:pt x="231" y="1"/>
                  </a:moveTo>
                  <a:cubicBezTo>
                    <a:pt x="114" y="1"/>
                    <a:pt x="1" y="97"/>
                    <a:pt x="1" y="229"/>
                  </a:cubicBezTo>
                  <a:lnTo>
                    <a:pt x="1" y="860"/>
                  </a:lnTo>
                  <a:cubicBezTo>
                    <a:pt x="1" y="975"/>
                    <a:pt x="106" y="1080"/>
                    <a:pt x="231" y="1080"/>
                  </a:cubicBezTo>
                  <a:cubicBezTo>
                    <a:pt x="250" y="1080"/>
                    <a:pt x="269" y="1080"/>
                    <a:pt x="298" y="1071"/>
                  </a:cubicBezTo>
                  <a:cubicBezTo>
                    <a:pt x="336" y="1052"/>
                    <a:pt x="374" y="1033"/>
                    <a:pt x="412" y="1013"/>
                  </a:cubicBezTo>
                  <a:cubicBezTo>
                    <a:pt x="451" y="975"/>
                    <a:pt x="489" y="937"/>
                    <a:pt x="537" y="908"/>
                  </a:cubicBezTo>
                  <a:cubicBezTo>
                    <a:pt x="795" y="602"/>
                    <a:pt x="661" y="133"/>
                    <a:pt x="278" y="9"/>
                  </a:cubicBezTo>
                  <a:lnTo>
                    <a:pt x="288" y="9"/>
                  </a:lnTo>
                  <a:cubicBezTo>
                    <a:pt x="269" y="3"/>
                    <a:pt x="250" y="1"/>
                    <a:pt x="231" y="1"/>
                  </a:cubicBezTo>
                  <a:close/>
                </a:path>
              </a:pathLst>
            </a:custGeom>
            <a:solidFill>
              <a:srgbClr val="CBD6D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761" name="Google Shape;13761;p43"/>
            <p:cNvSpPr/>
            <p:nvPr/>
          </p:nvSpPr>
          <p:spPr>
            <a:xfrm>
              <a:off x="7571878" y="2174237"/>
              <a:ext cx="21139" cy="28361"/>
            </a:xfrm>
            <a:custGeom>
              <a:rect b="b" l="l" r="r" t="t"/>
              <a:pathLst>
                <a:path extrusionOk="0" h="1080" w="805">
                  <a:moveTo>
                    <a:pt x="583" y="0"/>
                  </a:moveTo>
                  <a:cubicBezTo>
                    <a:pt x="561" y="0"/>
                    <a:pt x="538" y="4"/>
                    <a:pt x="517" y="10"/>
                  </a:cubicBezTo>
                  <a:cubicBezTo>
                    <a:pt x="0" y="172"/>
                    <a:pt x="0" y="909"/>
                    <a:pt x="517" y="1072"/>
                  </a:cubicBezTo>
                  <a:cubicBezTo>
                    <a:pt x="537" y="1077"/>
                    <a:pt x="557" y="1080"/>
                    <a:pt x="577" y="1080"/>
                  </a:cubicBezTo>
                  <a:cubicBezTo>
                    <a:pt x="698" y="1080"/>
                    <a:pt x="804" y="983"/>
                    <a:pt x="804" y="852"/>
                  </a:cubicBezTo>
                  <a:lnTo>
                    <a:pt x="804" y="220"/>
                  </a:lnTo>
                  <a:cubicBezTo>
                    <a:pt x="804" y="153"/>
                    <a:pt x="766" y="86"/>
                    <a:pt x="718" y="48"/>
                  </a:cubicBezTo>
                  <a:cubicBezTo>
                    <a:pt x="679" y="15"/>
                    <a:pt x="631" y="0"/>
                    <a:pt x="583" y="0"/>
                  </a:cubicBezTo>
                  <a:close/>
                </a:path>
              </a:pathLst>
            </a:custGeom>
            <a:solidFill>
              <a:srgbClr val="B9C7D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762" name="Google Shape;13762;p43"/>
            <p:cNvSpPr/>
            <p:nvPr/>
          </p:nvSpPr>
          <p:spPr>
            <a:xfrm>
              <a:off x="7610087" y="2223869"/>
              <a:ext cx="35714" cy="40362"/>
            </a:xfrm>
            <a:custGeom>
              <a:rect b="b" l="l" r="r" t="t"/>
              <a:pathLst>
                <a:path extrusionOk="0" h="1537" w="1360">
                  <a:moveTo>
                    <a:pt x="233" y="0"/>
                  </a:moveTo>
                  <a:cubicBezTo>
                    <a:pt x="115" y="0"/>
                    <a:pt x="10" y="97"/>
                    <a:pt x="10" y="225"/>
                  </a:cubicBezTo>
                  <a:lnTo>
                    <a:pt x="10" y="866"/>
                  </a:lnTo>
                  <a:cubicBezTo>
                    <a:pt x="0" y="933"/>
                    <a:pt x="29" y="1000"/>
                    <a:pt x="77" y="1038"/>
                  </a:cubicBezTo>
                  <a:lnTo>
                    <a:pt x="517" y="1479"/>
                  </a:lnTo>
                  <a:cubicBezTo>
                    <a:pt x="565" y="1517"/>
                    <a:pt x="622" y="1536"/>
                    <a:pt x="680" y="1536"/>
                  </a:cubicBezTo>
                  <a:cubicBezTo>
                    <a:pt x="737" y="1536"/>
                    <a:pt x="794" y="1517"/>
                    <a:pt x="833" y="1469"/>
                  </a:cubicBezTo>
                  <a:lnTo>
                    <a:pt x="1292" y="991"/>
                  </a:lnTo>
                  <a:cubicBezTo>
                    <a:pt x="1330" y="952"/>
                    <a:pt x="1359" y="895"/>
                    <a:pt x="1359" y="838"/>
                  </a:cubicBezTo>
                  <a:lnTo>
                    <a:pt x="1359" y="225"/>
                  </a:lnTo>
                  <a:cubicBezTo>
                    <a:pt x="1349" y="168"/>
                    <a:pt x="1330" y="110"/>
                    <a:pt x="1292" y="72"/>
                  </a:cubicBezTo>
                  <a:cubicBezTo>
                    <a:pt x="1244" y="24"/>
                    <a:pt x="1187" y="5"/>
                    <a:pt x="1129" y="5"/>
                  </a:cubicBezTo>
                  <a:lnTo>
                    <a:pt x="1082" y="5"/>
                  </a:lnTo>
                  <a:cubicBezTo>
                    <a:pt x="995" y="24"/>
                    <a:pt x="909" y="34"/>
                    <a:pt x="814" y="34"/>
                  </a:cubicBezTo>
                  <a:lnTo>
                    <a:pt x="546" y="34"/>
                  </a:lnTo>
                  <a:cubicBezTo>
                    <a:pt x="459" y="34"/>
                    <a:pt x="364" y="24"/>
                    <a:pt x="278" y="5"/>
                  </a:cubicBezTo>
                  <a:cubicBezTo>
                    <a:pt x="263" y="2"/>
                    <a:pt x="248" y="0"/>
                    <a:pt x="233" y="0"/>
                  </a:cubicBezTo>
                  <a:close/>
                </a:path>
              </a:pathLst>
            </a:custGeom>
            <a:solidFill>
              <a:srgbClr val="CBD6D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763" name="Google Shape;13763;p43"/>
            <p:cNvSpPr/>
            <p:nvPr/>
          </p:nvSpPr>
          <p:spPr>
            <a:xfrm>
              <a:off x="7610087" y="2224105"/>
              <a:ext cx="21875" cy="40362"/>
            </a:xfrm>
            <a:custGeom>
              <a:rect b="b" l="l" r="r" t="t"/>
              <a:pathLst>
                <a:path extrusionOk="0" h="1537" w="833">
                  <a:moveTo>
                    <a:pt x="221" y="1"/>
                  </a:moveTo>
                  <a:cubicBezTo>
                    <a:pt x="98" y="1"/>
                    <a:pt x="0" y="98"/>
                    <a:pt x="0" y="226"/>
                  </a:cubicBezTo>
                  <a:lnTo>
                    <a:pt x="0" y="876"/>
                  </a:lnTo>
                  <a:cubicBezTo>
                    <a:pt x="0" y="934"/>
                    <a:pt x="29" y="1001"/>
                    <a:pt x="67" y="1039"/>
                  </a:cubicBezTo>
                  <a:lnTo>
                    <a:pt x="517" y="1479"/>
                  </a:lnTo>
                  <a:cubicBezTo>
                    <a:pt x="555" y="1518"/>
                    <a:pt x="613" y="1537"/>
                    <a:pt x="670" y="1537"/>
                  </a:cubicBezTo>
                  <a:cubicBezTo>
                    <a:pt x="727" y="1537"/>
                    <a:pt x="785" y="1518"/>
                    <a:pt x="833" y="1470"/>
                  </a:cubicBezTo>
                  <a:cubicBezTo>
                    <a:pt x="785" y="1460"/>
                    <a:pt x="747" y="1441"/>
                    <a:pt x="718" y="1412"/>
                  </a:cubicBezTo>
                  <a:lnTo>
                    <a:pt x="268" y="972"/>
                  </a:lnTo>
                  <a:cubicBezTo>
                    <a:pt x="230" y="934"/>
                    <a:pt x="201" y="867"/>
                    <a:pt x="201" y="809"/>
                  </a:cubicBezTo>
                  <a:lnTo>
                    <a:pt x="201" y="159"/>
                  </a:lnTo>
                  <a:cubicBezTo>
                    <a:pt x="201" y="101"/>
                    <a:pt x="230" y="44"/>
                    <a:pt x="268" y="5"/>
                  </a:cubicBezTo>
                  <a:cubicBezTo>
                    <a:pt x="252" y="2"/>
                    <a:pt x="236" y="1"/>
                    <a:pt x="221" y="1"/>
                  </a:cubicBezTo>
                  <a:close/>
                </a:path>
              </a:pathLst>
            </a:custGeom>
            <a:solidFill>
              <a:srgbClr val="B9C7D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764" name="Google Shape;13764;p43"/>
            <p:cNvSpPr/>
            <p:nvPr/>
          </p:nvSpPr>
          <p:spPr>
            <a:xfrm>
              <a:off x="7589971" y="2153072"/>
              <a:ext cx="75918" cy="81248"/>
            </a:xfrm>
            <a:custGeom>
              <a:rect b="b" l="l" r="r" t="t"/>
              <a:pathLst>
                <a:path extrusionOk="0" h="3094" w="2891">
                  <a:moveTo>
                    <a:pt x="2000" y="1"/>
                  </a:moveTo>
                  <a:cubicBezTo>
                    <a:pt x="1983" y="1"/>
                    <a:pt x="1967" y="7"/>
                    <a:pt x="1953" y="21"/>
                  </a:cubicBezTo>
                  <a:cubicBezTo>
                    <a:pt x="1637" y="251"/>
                    <a:pt x="1283" y="433"/>
                    <a:pt x="900" y="538"/>
                  </a:cubicBezTo>
                  <a:cubicBezTo>
                    <a:pt x="785" y="567"/>
                    <a:pt x="670" y="595"/>
                    <a:pt x="556" y="615"/>
                  </a:cubicBezTo>
                  <a:cubicBezTo>
                    <a:pt x="441" y="634"/>
                    <a:pt x="326" y="653"/>
                    <a:pt x="201" y="662"/>
                  </a:cubicBezTo>
                  <a:cubicBezTo>
                    <a:pt x="87" y="672"/>
                    <a:pt x="0" y="768"/>
                    <a:pt x="0" y="883"/>
                  </a:cubicBezTo>
                  <a:lnTo>
                    <a:pt x="0" y="1792"/>
                  </a:lnTo>
                  <a:cubicBezTo>
                    <a:pt x="0" y="2509"/>
                    <a:pt x="584" y="3093"/>
                    <a:pt x="1312" y="3093"/>
                  </a:cubicBezTo>
                  <a:lnTo>
                    <a:pt x="1580" y="3093"/>
                  </a:lnTo>
                  <a:cubicBezTo>
                    <a:pt x="2297" y="3093"/>
                    <a:pt x="2881" y="2509"/>
                    <a:pt x="2891" y="1792"/>
                  </a:cubicBezTo>
                  <a:lnTo>
                    <a:pt x="2891" y="854"/>
                  </a:lnTo>
                  <a:cubicBezTo>
                    <a:pt x="2891" y="758"/>
                    <a:pt x="2833" y="672"/>
                    <a:pt x="2747" y="634"/>
                  </a:cubicBezTo>
                  <a:cubicBezTo>
                    <a:pt x="2718" y="624"/>
                    <a:pt x="2690" y="615"/>
                    <a:pt x="2671" y="605"/>
                  </a:cubicBezTo>
                  <a:cubicBezTo>
                    <a:pt x="2412" y="500"/>
                    <a:pt x="2202" y="308"/>
                    <a:pt x="2077" y="69"/>
                  </a:cubicBezTo>
                  <a:lnTo>
                    <a:pt x="2068" y="50"/>
                  </a:lnTo>
                  <a:cubicBezTo>
                    <a:pt x="2056" y="20"/>
                    <a:pt x="2028" y="1"/>
                    <a:pt x="2000" y="1"/>
                  </a:cubicBezTo>
                  <a:close/>
                </a:path>
              </a:pathLst>
            </a:custGeom>
            <a:solidFill>
              <a:srgbClr val="CBD6D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765" name="Google Shape;13765;p43"/>
            <p:cNvSpPr/>
            <p:nvPr/>
          </p:nvSpPr>
          <p:spPr>
            <a:xfrm>
              <a:off x="7589971" y="2153072"/>
              <a:ext cx="55067" cy="81248"/>
            </a:xfrm>
            <a:custGeom>
              <a:rect b="b" l="l" r="r" t="t"/>
              <a:pathLst>
                <a:path extrusionOk="0" h="3094" w="2097">
                  <a:moveTo>
                    <a:pt x="1997" y="1"/>
                  </a:moveTo>
                  <a:cubicBezTo>
                    <a:pt x="1980" y="1"/>
                    <a:pt x="1961" y="7"/>
                    <a:pt x="1943" y="21"/>
                  </a:cubicBezTo>
                  <a:cubicBezTo>
                    <a:pt x="1637" y="251"/>
                    <a:pt x="1283" y="433"/>
                    <a:pt x="900" y="538"/>
                  </a:cubicBezTo>
                  <a:cubicBezTo>
                    <a:pt x="785" y="567"/>
                    <a:pt x="670" y="595"/>
                    <a:pt x="556" y="615"/>
                  </a:cubicBezTo>
                  <a:cubicBezTo>
                    <a:pt x="441" y="634"/>
                    <a:pt x="326" y="653"/>
                    <a:pt x="201" y="662"/>
                  </a:cubicBezTo>
                  <a:cubicBezTo>
                    <a:pt x="87" y="672"/>
                    <a:pt x="0" y="768"/>
                    <a:pt x="0" y="883"/>
                  </a:cubicBezTo>
                  <a:lnTo>
                    <a:pt x="0" y="1792"/>
                  </a:lnTo>
                  <a:cubicBezTo>
                    <a:pt x="0" y="2509"/>
                    <a:pt x="584" y="3093"/>
                    <a:pt x="1312" y="3093"/>
                  </a:cubicBezTo>
                  <a:lnTo>
                    <a:pt x="1570" y="3093"/>
                  </a:lnTo>
                  <a:cubicBezTo>
                    <a:pt x="852" y="3093"/>
                    <a:pt x="268" y="2509"/>
                    <a:pt x="268" y="1792"/>
                  </a:cubicBezTo>
                  <a:lnTo>
                    <a:pt x="268" y="883"/>
                  </a:lnTo>
                  <a:cubicBezTo>
                    <a:pt x="268" y="768"/>
                    <a:pt x="364" y="672"/>
                    <a:pt x="479" y="662"/>
                  </a:cubicBezTo>
                  <a:cubicBezTo>
                    <a:pt x="594" y="653"/>
                    <a:pt x="709" y="634"/>
                    <a:pt x="823" y="615"/>
                  </a:cubicBezTo>
                  <a:cubicBezTo>
                    <a:pt x="938" y="595"/>
                    <a:pt x="1063" y="567"/>
                    <a:pt x="1168" y="538"/>
                  </a:cubicBezTo>
                  <a:cubicBezTo>
                    <a:pt x="1503" y="442"/>
                    <a:pt x="1809" y="299"/>
                    <a:pt x="2096" y="107"/>
                  </a:cubicBezTo>
                  <a:lnTo>
                    <a:pt x="2077" y="69"/>
                  </a:lnTo>
                  <a:lnTo>
                    <a:pt x="2068" y="50"/>
                  </a:lnTo>
                  <a:cubicBezTo>
                    <a:pt x="2056" y="20"/>
                    <a:pt x="2028" y="1"/>
                    <a:pt x="1997" y="1"/>
                  </a:cubicBezTo>
                  <a:close/>
                </a:path>
              </a:pathLst>
            </a:custGeom>
            <a:solidFill>
              <a:srgbClr val="B9C7D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766" name="Google Shape;13766;p43"/>
            <p:cNvSpPr/>
            <p:nvPr/>
          </p:nvSpPr>
          <p:spPr>
            <a:xfrm>
              <a:off x="7820665" y="1973164"/>
              <a:ext cx="73922" cy="73659"/>
            </a:xfrm>
            <a:custGeom>
              <a:rect b="b" l="l" r="r" t="t"/>
              <a:pathLst>
                <a:path extrusionOk="0" h="2805" w="2815">
                  <a:moveTo>
                    <a:pt x="1" y="1"/>
                  </a:moveTo>
                  <a:lnTo>
                    <a:pt x="1" y="2259"/>
                  </a:lnTo>
                  <a:cubicBezTo>
                    <a:pt x="1" y="2346"/>
                    <a:pt x="39" y="2805"/>
                    <a:pt x="623" y="2805"/>
                  </a:cubicBezTo>
                  <a:lnTo>
                    <a:pt x="2815" y="2805"/>
                  </a:lnTo>
                  <a:lnTo>
                    <a:pt x="1" y="1"/>
                  </a:lnTo>
                  <a:close/>
                </a:path>
              </a:pathLst>
            </a:custGeom>
            <a:solidFill>
              <a:srgbClr val="96ABB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3767" name="Google Shape;13767;p43"/>
          <p:cNvGrpSpPr/>
          <p:nvPr/>
        </p:nvGrpSpPr>
        <p:grpSpPr>
          <a:xfrm>
            <a:off x="7992065" y="1819504"/>
            <a:ext cx="351621" cy="348103"/>
            <a:chOff x="7992065" y="1971904"/>
            <a:chExt cx="351621" cy="348103"/>
          </a:xfrm>
        </p:grpSpPr>
        <p:sp>
          <p:nvSpPr>
            <p:cNvPr id="13768" name="Google Shape;13768;p43"/>
            <p:cNvSpPr/>
            <p:nvPr/>
          </p:nvSpPr>
          <p:spPr>
            <a:xfrm>
              <a:off x="8136074" y="1971904"/>
              <a:ext cx="67383" cy="67383"/>
            </a:xfrm>
            <a:custGeom>
              <a:rect b="b" l="l" r="r" t="t"/>
              <a:pathLst>
                <a:path extrusionOk="0" h="2566" w="2566">
                  <a:moveTo>
                    <a:pt x="1283" y="1"/>
                  </a:moveTo>
                  <a:cubicBezTo>
                    <a:pt x="565" y="1"/>
                    <a:pt x="1" y="575"/>
                    <a:pt x="1" y="1283"/>
                  </a:cubicBezTo>
                  <a:cubicBezTo>
                    <a:pt x="1" y="1992"/>
                    <a:pt x="565" y="2566"/>
                    <a:pt x="1283" y="2566"/>
                  </a:cubicBezTo>
                  <a:cubicBezTo>
                    <a:pt x="1991" y="2566"/>
                    <a:pt x="2566" y="1992"/>
                    <a:pt x="2566" y="1283"/>
                  </a:cubicBezTo>
                  <a:cubicBezTo>
                    <a:pt x="2566" y="575"/>
                    <a:pt x="1991" y="1"/>
                    <a:pt x="1283" y="1"/>
                  </a:cubicBez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769" name="Google Shape;13769;p43"/>
            <p:cNvSpPr/>
            <p:nvPr/>
          </p:nvSpPr>
          <p:spPr>
            <a:xfrm>
              <a:off x="8022552" y="2180014"/>
              <a:ext cx="137025" cy="95376"/>
            </a:xfrm>
            <a:custGeom>
              <a:rect b="b" l="l" r="r" t="t"/>
              <a:pathLst>
                <a:path extrusionOk="0" h="3632" w="5218">
                  <a:moveTo>
                    <a:pt x="2609" y="0"/>
                  </a:moveTo>
                  <a:cubicBezTo>
                    <a:pt x="2508" y="0"/>
                    <a:pt x="2405" y="67"/>
                    <a:pt x="2391" y="201"/>
                  </a:cubicBezTo>
                  <a:lnTo>
                    <a:pt x="2391" y="1905"/>
                  </a:lnTo>
                  <a:lnTo>
                    <a:pt x="1357" y="1905"/>
                  </a:lnTo>
                  <a:cubicBezTo>
                    <a:pt x="1041" y="1905"/>
                    <a:pt x="754" y="2086"/>
                    <a:pt x="601" y="2364"/>
                  </a:cubicBezTo>
                  <a:lnTo>
                    <a:pt x="103" y="3302"/>
                  </a:lnTo>
                  <a:cubicBezTo>
                    <a:pt x="0" y="3475"/>
                    <a:pt x="152" y="3632"/>
                    <a:pt x="301" y="3632"/>
                  </a:cubicBezTo>
                  <a:cubicBezTo>
                    <a:pt x="373" y="3632"/>
                    <a:pt x="445" y="3594"/>
                    <a:pt x="486" y="3503"/>
                  </a:cubicBezTo>
                  <a:lnTo>
                    <a:pt x="984" y="2565"/>
                  </a:lnTo>
                  <a:cubicBezTo>
                    <a:pt x="1051" y="2421"/>
                    <a:pt x="1204" y="2335"/>
                    <a:pt x="1357" y="2335"/>
                  </a:cubicBezTo>
                  <a:lnTo>
                    <a:pt x="3855" y="2335"/>
                  </a:lnTo>
                  <a:cubicBezTo>
                    <a:pt x="4017" y="2335"/>
                    <a:pt x="4161" y="2421"/>
                    <a:pt x="4238" y="2565"/>
                  </a:cubicBezTo>
                  <a:lnTo>
                    <a:pt x="4735" y="3503"/>
                  </a:lnTo>
                  <a:cubicBezTo>
                    <a:pt x="4776" y="3594"/>
                    <a:pt x="4848" y="3632"/>
                    <a:pt x="4920" y="3632"/>
                  </a:cubicBezTo>
                  <a:cubicBezTo>
                    <a:pt x="5068" y="3632"/>
                    <a:pt x="5218" y="3475"/>
                    <a:pt x="5108" y="3302"/>
                  </a:cubicBezTo>
                  <a:lnTo>
                    <a:pt x="4620" y="2364"/>
                  </a:lnTo>
                  <a:cubicBezTo>
                    <a:pt x="4467" y="2086"/>
                    <a:pt x="4180" y="1905"/>
                    <a:pt x="3864" y="1905"/>
                  </a:cubicBezTo>
                  <a:lnTo>
                    <a:pt x="2821" y="1905"/>
                  </a:lnTo>
                  <a:lnTo>
                    <a:pt x="2821" y="201"/>
                  </a:lnTo>
                  <a:cubicBezTo>
                    <a:pt x="2812" y="67"/>
                    <a:pt x="2711" y="0"/>
                    <a:pt x="2609" y="0"/>
                  </a:cubicBez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770" name="Google Shape;13770;p43"/>
            <p:cNvSpPr/>
            <p:nvPr/>
          </p:nvSpPr>
          <p:spPr>
            <a:xfrm>
              <a:off x="8109946" y="2050080"/>
              <a:ext cx="120849" cy="62604"/>
            </a:xfrm>
            <a:custGeom>
              <a:rect b="b" l="l" r="r" t="t"/>
              <a:pathLst>
                <a:path extrusionOk="0" h="2384" w="4602">
                  <a:moveTo>
                    <a:pt x="2273" y="0"/>
                  </a:moveTo>
                  <a:cubicBezTo>
                    <a:pt x="2161" y="0"/>
                    <a:pt x="2048" y="77"/>
                    <a:pt x="2058" y="230"/>
                  </a:cubicBezTo>
                  <a:lnTo>
                    <a:pt x="2058" y="1082"/>
                  </a:lnTo>
                  <a:lnTo>
                    <a:pt x="948" y="1082"/>
                  </a:lnTo>
                  <a:cubicBezTo>
                    <a:pt x="718" y="1082"/>
                    <a:pt x="498" y="1216"/>
                    <a:pt x="383" y="1426"/>
                  </a:cubicBezTo>
                  <a:lnTo>
                    <a:pt x="58" y="2058"/>
                  </a:lnTo>
                  <a:cubicBezTo>
                    <a:pt x="0" y="2163"/>
                    <a:pt x="39" y="2288"/>
                    <a:pt x="144" y="2345"/>
                  </a:cubicBezTo>
                  <a:cubicBezTo>
                    <a:pt x="175" y="2362"/>
                    <a:pt x="208" y="2370"/>
                    <a:pt x="240" y="2370"/>
                  </a:cubicBezTo>
                  <a:cubicBezTo>
                    <a:pt x="317" y="2370"/>
                    <a:pt x="391" y="2326"/>
                    <a:pt x="431" y="2259"/>
                  </a:cubicBezTo>
                  <a:lnTo>
                    <a:pt x="766" y="1627"/>
                  </a:lnTo>
                  <a:cubicBezTo>
                    <a:pt x="795" y="1551"/>
                    <a:pt x="871" y="1512"/>
                    <a:pt x="948" y="1512"/>
                  </a:cubicBezTo>
                  <a:lnTo>
                    <a:pt x="3599" y="1512"/>
                  </a:lnTo>
                  <a:cubicBezTo>
                    <a:pt x="3675" y="1512"/>
                    <a:pt x="3752" y="1551"/>
                    <a:pt x="3781" y="1627"/>
                  </a:cubicBezTo>
                  <a:lnTo>
                    <a:pt x="4116" y="2259"/>
                  </a:lnTo>
                  <a:cubicBezTo>
                    <a:pt x="4157" y="2347"/>
                    <a:pt x="4228" y="2383"/>
                    <a:pt x="4301" y="2383"/>
                  </a:cubicBezTo>
                  <a:cubicBezTo>
                    <a:pt x="4450" y="2383"/>
                    <a:pt x="4601" y="2231"/>
                    <a:pt x="4498" y="2058"/>
                  </a:cubicBezTo>
                  <a:lnTo>
                    <a:pt x="4163" y="1426"/>
                  </a:lnTo>
                  <a:cubicBezTo>
                    <a:pt x="4049" y="1216"/>
                    <a:pt x="3838" y="1082"/>
                    <a:pt x="3599" y="1082"/>
                  </a:cubicBezTo>
                  <a:lnTo>
                    <a:pt x="2489" y="1082"/>
                  </a:lnTo>
                  <a:lnTo>
                    <a:pt x="2489" y="230"/>
                  </a:lnTo>
                  <a:cubicBezTo>
                    <a:pt x="2498" y="77"/>
                    <a:pt x="2386" y="0"/>
                    <a:pt x="2273" y="0"/>
                  </a:cubicBez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771" name="Google Shape;13771;p43"/>
            <p:cNvSpPr/>
            <p:nvPr/>
          </p:nvSpPr>
          <p:spPr>
            <a:xfrm>
              <a:off x="8179613" y="2180014"/>
              <a:ext cx="137130" cy="95376"/>
            </a:xfrm>
            <a:custGeom>
              <a:rect b="b" l="l" r="r" t="t"/>
              <a:pathLst>
                <a:path extrusionOk="0" h="3632" w="5222">
                  <a:moveTo>
                    <a:pt x="2611" y="0"/>
                  </a:moveTo>
                  <a:cubicBezTo>
                    <a:pt x="2511" y="0"/>
                    <a:pt x="2410" y="67"/>
                    <a:pt x="2401" y="201"/>
                  </a:cubicBezTo>
                  <a:lnTo>
                    <a:pt x="2401" y="1905"/>
                  </a:lnTo>
                  <a:lnTo>
                    <a:pt x="1357" y="1905"/>
                  </a:lnTo>
                  <a:cubicBezTo>
                    <a:pt x="1042" y="1905"/>
                    <a:pt x="754" y="2086"/>
                    <a:pt x="601" y="2364"/>
                  </a:cubicBezTo>
                  <a:lnTo>
                    <a:pt x="104" y="3302"/>
                  </a:lnTo>
                  <a:cubicBezTo>
                    <a:pt x="1" y="3475"/>
                    <a:pt x="153" y="3632"/>
                    <a:pt x="301" y="3632"/>
                  </a:cubicBezTo>
                  <a:cubicBezTo>
                    <a:pt x="374" y="3632"/>
                    <a:pt x="446" y="3594"/>
                    <a:pt x="486" y="3503"/>
                  </a:cubicBezTo>
                  <a:lnTo>
                    <a:pt x="984" y="2565"/>
                  </a:lnTo>
                  <a:cubicBezTo>
                    <a:pt x="1061" y="2421"/>
                    <a:pt x="1204" y="2335"/>
                    <a:pt x="1357" y="2335"/>
                  </a:cubicBezTo>
                  <a:lnTo>
                    <a:pt x="3865" y="2335"/>
                  </a:lnTo>
                  <a:cubicBezTo>
                    <a:pt x="4018" y="2335"/>
                    <a:pt x="4171" y="2421"/>
                    <a:pt x="4238" y="2565"/>
                  </a:cubicBezTo>
                  <a:lnTo>
                    <a:pt x="4736" y="3503"/>
                  </a:lnTo>
                  <a:cubicBezTo>
                    <a:pt x="4777" y="3594"/>
                    <a:pt x="4848" y="3632"/>
                    <a:pt x="4921" y="3632"/>
                  </a:cubicBezTo>
                  <a:cubicBezTo>
                    <a:pt x="5070" y="3632"/>
                    <a:pt x="5221" y="3475"/>
                    <a:pt x="5118" y="3302"/>
                  </a:cubicBezTo>
                  <a:lnTo>
                    <a:pt x="4621" y="2364"/>
                  </a:lnTo>
                  <a:cubicBezTo>
                    <a:pt x="4468" y="2086"/>
                    <a:pt x="4181" y="1905"/>
                    <a:pt x="3865" y="1905"/>
                  </a:cubicBezTo>
                  <a:lnTo>
                    <a:pt x="2822" y="1905"/>
                  </a:lnTo>
                  <a:lnTo>
                    <a:pt x="2822" y="201"/>
                  </a:lnTo>
                  <a:cubicBezTo>
                    <a:pt x="2812" y="67"/>
                    <a:pt x="2712" y="0"/>
                    <a:pt x="2611" y="0"/>
                  </a:cubicBez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772" name="Google Shape;13772;p43"/>
            <p:cNvSpPr/>
            <p:nvPr/>
          </p:nvSpPr>
          <p:spPr>
            <a:xfrm>
              <a:off x="8129037" y="1973427"/>
              <a:ext cx="66884" cy="65939"/>
            </a:xfrm>
            <a:custGeom>
              <a:rect b="b" l="l" r="r" t="t"/>
              <a:pathLst>
                <a:path extrusionOk="0" h="2511" w="2547">
                  <a:moveTo>
                    <a:pt x="1187" y="0"/>
                  </a:moveTo>
                  <a:lnTo>
                    <a:pt x="1187" y="0"/>
                  </a:lnTo>
                  <a:cubicBezTo>
                    <a:pt x="355" y="240"/>
                    <a:pt x="1" y="1216"/>
                    <a:pt x="479" y="1934"/>
                  </a:cubicBezTo>
                  <a:cubicBezTo>
                    <a:pt x="731" y="2316"/>
                    <a:pt x="1138" y="2510"/>
                    <a:pt x="1547" y="2510"/>
                  </a:cubicBezTo>
                  <a:cubicBezTo>
                    <a:pt x="1917" y="2510"/>
                    <a:pt x="2288" y="2352"/>
                    <a:pt x="2546" y="2029"/>
                  </a:cubicBezTo>
                  <a:lnTo>
                    <a:pt x="2546" y="2029"/>
                  </a:lnTo>
                  <a:cubicBezTo>
                    <a:pt x="2432" y="2068"/>
                    <a:pt x="2307" y="2077"/>
                    <a:pt x="2192" y="2087"/>
                  </a:cubicBezTo>
                  <a:cubicBezTo>
                    <a:pt x="1111" y="2087"/>
                    <a:pt x="518" y="833"/>
                    <a:pt x="1187" y="0"/>
                  </a:cubicBez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773" name="Google Shape;13773;p43"/>
            <p:cNvSpPr/>
            <p:nvPr/>
          </p:nvSpPr>
          <p:spPr>
            <a:xfrm>
              <a:off x="8068717" y="2123450"/>
              <a:ext cx="44773" cy="45010"/>
            </a:xfrm>
            <a:custGeom>
              <a:rect b="b" l="l" r="r" t="t"/>
              <a:pathLst>
                <a:path extrusionOk="0" h="1714" w="1705">
                  <a:moveTo>
                    <a:pt x="853" y="1"/>
                  </a:moveTo>
                  <a:cubicBezTo>
                    <a:pt x="384" y="1"/>
                    <a:pt x="1" y="384"/>
                    <a:pt x="1" y="853"/>
                  </a:cubicBezTo>
                  <a:cubicBezTo>
                    <a:pt x="1" y="1331"/>
                    <a:pt x="384" y="1714"/>
                    <a:pt x="853" y="1714"/>
                  </a:cubicBezTo>
                  <a:cubicBezTo>
                    <a:pt x="1322" y="1714"/>
                    <a:pt x="1704" y="1331"/>
                    <a:pt x="1704" y="853"/>
                  </a:cubicBezTo>
                  <a:cubicBezTo>
                    <a:pt x="1704" y="384"/>
                    <a:pt x="1322" y="1"/>
                    <a:pt x="853" y="1"/>
                  </a:cubicBezTo>
                  <a:close/>
                </a:path>
              </a:pathLst>
            </a:custGeom>
            <a:solidFill>
              <a:srgbClr val="C1CED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774" name="Google Shape;13774;p43"/>
            <p:cNvSpPr/>
            <p:nvPr/>
          </p:nvSpPr>
          <p:spPr>
            <a:xfrm>
              <a:off x="8063964" y="2124474"/>
              <a:ext cx="44484" cy="43854"/>
            </a:xfrm>
            <a:custGeom>
              <a:rect b="b" l="l" r="r" t="t"/>
              <a:pathLst>
                <a:path extrusionOk="0" h="1670" w="1694">
                  <a:moveTo>
                    <a:pt x="794" y="0"/>
                  </a:moveTo>
                  <a:lnTo>
                    <a:pt x="794" y="0"/>
                  </a:lnTo>
                  <a:cubicBezTo>
                    <a:pt x="239" y="163"/>
                    <a:pt x="0" y="814"/>
                    <a:pt x="325" y="1292"/>
                  </a:cubicBezTo>
                  <a:cubicBezTo>
                    <a:pt x="491" y="1542"/>
                    <a:pt x="761" y="1670"/>
                    <a:pt x="1031" y="1670"/>
                  </a:cubicBezTo>
                  <a:cubicBezTo>
                    <a:pt x="1278" y="1670"/>
                    <a:pt x="1525" y="1564"/>
                    <a:pt x="1694" y="1349"/>
                  </a:cubicBezTo>
                  <a:lnTo>
                    <a:pt x="1694" y="1349"/>
                  </a:lnTo>
                  <a:cubicBezTo>
                    <a:pt x="1617" y="1378"/>
                    <a:pt x="1541" y="1388"/>
                    <a:pt x="1464" y="1388"/>
                  </a:cubicBezTo>
                  <a:cubicBezTo>
                    <a:pt x="747" y="1388"/>
                    <a:pt x="345" y="555"/>
                    <a:pt x="794" y="0"/>
                  </a:cubicBezTo>
                  <a:close/>
                </a:path>
              </a:pathLst>
            </a:custGeom>
            <a:solidFill>
              <a:srgbClr val="ADBEC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775" name="Google Shape;13775;p43"/>
            <p:cNvSpPr/>
            <p:nvPr/>
          </p:nvSpPr>
          <p:spPr>
            <a:xfrm>
              <a:off x="8225805" y="2123450"/>
              <a:ext cx="44747" cy="45010"/>
            </a:xfrm>
            <a:custGeom>
              <a:rect b="b" l="l" r="r" t="t"/>
              <a:pathLst>
                <a:path extrusionOk="0" h="1714" w="1704">
                  <a:moveTo>
                    <a:pt x="852" y="1"/>
                  </a:moveTo>
                  <a:cubicBezTo>
                    <a:pt x="383" y="1"/>
                    <a:pt x="0" y="384"/>
                    <a:pt x="0" y="853"/>
                  </a:cubicBezTo>
                  <a:cubicBezTo>
                    <a:pt x="0" y="1331"/>
                    <a:pt x="383" y="1714"/>
                    <a:pt x="852" y="1714"/>
                  </a:cubicBezTo>
                  <a:cubicBezTo>
                    <a:pt x="1321" y="1714"/>
                    <a:pt x="1704" y="1331"/>
                    <a:pt x="1704" y="853"/>
                  </a:cubicBezTo>
                  <a:cubicBezTo>
                    <a:pt x="1704" y="384"/>
                    <a:pt x="1321" y="1"/>
                    <a:pt x="852" y="1"/>
                  </a:cubicBezTo>
                  <a:close/>
                </a:path>
              </a:pathLst>
            </a:custGeom>
            <a:solidFill>
              <a:srgbClr val="C1CED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776" name="Google Shape;13776;p43"/>
            <p:cNvSpPr/>
            <p:nvPr/>
          </p:nvSpPr>
          <p:spPr>
            <a:xfrm>
              <a:off x="8221025" y="2124474"/>
              <a:ext cx="44747" cy="43854"/>
            </a:xfrm>
            <a:custGeom>
              <a:rect b="b" l="l" r="r" t="t"/>
              <a:pathLst>
                <a:path extrusionOk="0" h="1670" w="1704">
                  <a:moveTo>
                    <a:pt x="795" y="0"/>
                  </a:moveTo>
                  <a:cubicBezTo>
                    <a:pt x="240" y="163"/>
                    <a:pt x="0" y="814"/>
                    <a:pt x="326" y="1292"/>
                  </a:cubicBezTo>
                  <a:cubicBezTo>
                    <a:pt x="491" y="1542"/>
                    <a:pt x="761" y="1670"/>
                    <a:pt x="1033" y="1670"/>
                  </a:cubicBezTo>
                  <a:cubicBezTo>
                    <a:pt x="1281" y="1670"/>
                    <a:pt x="1531" y="1564"/>
                    <a:pt x="1704" y="1349"/>
                  </a:cubicBezTo>
                  <a:lnTo>
                    <a:pt x="1704" y="1349"/>
                  </a:lnTo>
                  <a:cubicBezTo>
                    <a:pt x="1627" y="1378"/>
                    <a:pt x="1541" y="1388"/>
                    <a:pt x="1465" y="1388"/>
                  </a:cubicBezTo>
                  <a:cubicBezTo>
                    <a:pt x="747" y="1388"/>
                    <a:pt x="345" y="555"/>
                    <a:pt x="795" y="0"/>
                  </a:cubicBezTo>
                  <a:close/>
                </a:path>
              </a:pathLst>
            </a:custGeom>
            <a:solidFill>
              <a:srgbClr val="ADBEC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777" name="Google Shape;13777;p43"/>
            <p:cNvSpPr/>
            <p:nvPr/>
          </p:nvSpPr>
          <p:spPr>
            <a:xfrm>
              <a:off x="7995583" y="2286315"/>
              <a:ext cx="33718" cy="33692"/>
            </a:xfrm>
            <a:custGeom>
              <a:rect b="b" l="l" r="r" t="t"/>
              <a:pathLst>
                <a:path extrusionOk="0" h="1283" w="1284">
                  <a:moveTo>
                    <a:pt x="642" y="0"/>
                  </a:moveTo>
                  <a:cubicBezTo>
                    <a:pt x="288" y="0"/>
                    <a:pt x="1" y="287"/>
                    <a:pt x="1" y="642"/>
                  </a:cubicBezTo>
                  <a:cubicBezTo>
                    <a:pt x="1" y="996"/>
                    <a:pt x="288" y="1283"/>
                    <a:pt x="642" y="1283"/>
                  </a:cubicBezTo>
                  <a:cubicBezTo>
                    <a:pt x="996" y="1283"/>
                    <a:pt x="1283" y="996"/>
                    <a:pt x="1283" y="642"/>
                  </a:cubicBezTo>
                  <a:cubicBezTo>
                    <a:pt x="1283" y="287"/>
                    <a:pt x="996" y="0"/>
                    <a:pt x="642" y="0"/>
                  </a:cubicBezTo>
                  <a:close/>
                </a:path>
              </a:pathLst>
            </a:custGeom>
            <a:solidFill>
              <a:srgbClr val="BCC4C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778" name="Google Shape;13778;p43"/>
            <p:cNvSpPr/>
            <p:nvPr/>
          </p:nvSpPr>
          <p:spPr>
            <a:xfrm>
              <a:off x="7992065" y="2286814"/>
              <a:ext cx="33718" cy="33193"/>
            </a:xfrm>
            <a:custGeom>
              <a:rect b="b" l="l" r="r" t="t"/>
              <a:pathLst>
                <a:path extrusionOk="0" h="1264" w="1284">
                  <a:moveTo>
                    <a:pt x="604" y="0"/>
                  </a:moveTo>
                  <a:lnTo>
                    <a:pt x="604" y="0"/>
                  </a:lnTo>
                  <a:cubicBezTo>
                    <a:pt x="183" y="125"/>
                    <a:pt x="1" y="613"/>
                    <a:pt x="240" y="977"/>
                  </a:cubicBezTo>
                  <a:cubicBezTo>
                    <a:pt x="371" y="1167"/>
                    <a:pt x="575" y="1263"/>
                    <a:pt x="779" y="1263"/>
                  </a:cubicBezTo>
                  <a:cubicBezTo>
                    <a:pt x="965" y="1263"/>
                    <a:pt x="1151" y="1184"/>
                    <a:pt x="1283" y="1024"/>
                  </a:cubicBezTo>
                  <a:lnTo>
                    <a:pt x="1283" y="1024"/>
                  </a:lnTo>
                  <a:cubicBezTo>
                    <a:pt x="1216" y="1034"/>
                    <a:pt x="1159" y="1044"/>
                    <a:pt x="1102" y="1044"/>
                  </a:cubicBezTo>
                  <a:cubicBezTo>
                    <a:pt x="566" y="1044"/>
                    <a:pt x="259" y="422"/>
                    <a:pt x="604" y="0"/>
                  </a:cubicBezTo>
                  <a:close/>
                </a:path>
              </a:pathLst>
            </a:custGeom>
            <a:solidFill>
              <a:srgbClr val="D2DBE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779" name="Google Shape;13779;p43"/>
            <p:cNvSpPr/>
            <p:nvPr/>
          </p:nvSpPr>
          <p:spPr>
            <a:xfrm>
              <a:off x="8152907" y="2286315"/>
              <a:ext cx="33718" cy="33692"/>
            </a:xfrm>
            <a:custGeom>
              <a:rect b="b" l="l" r="r" t="t"/>
              <a:pathLst>
                <a:path extrusionOk="0" h="1283" w="1284">
                  <a:moveTo>
                    <a:pt x="642" y="0"/>
                  </a:moveTo>
                  <a:cubicBezTo>
                    <a:pt x="278" y="0"/>
                    <a:pt x="1" y="287"/>
                    <a:pt x="1" y="642"/>
                  </a:cubicBezTo>
                  <a:cubicBezTo>
                    <a:pt x="1" y="996"/>
                    <a:pt x="278" y="1283"/>
                    <a:pt x="642" y="1283"/>
                  </a:cubicBezTo>
                  <a:cubicBezTo>
                    <a:pt x="996" y="1283"/>
                    <a:pt x="1283" y="996"/>
                    <a:pt x="1283" y="642"/>
                  </a:cubicBezTo>
                  <a:cubicBezTo>
                    <a:pt x="1283" y="287"/>
                    <a:pt x="996" y="0"/>
                    <a:pt x="642" y="0"/>
                  </a:cubicBezTo>
                  <a:close/>
                </a:path>
              </a:pathLst>
            </a:custGeom>
            <a:solidFill>
              <a:srgbClr val="BCC4C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780" name="Google Shape;13780;p43"/>
            <p:cNvSpPr/>
            <p:nvPr/>
          </p:nvSpPr>
          <p:spPr>
            <a:xfrm>
              <a:off x="8149388" y="2286814"/>
              <a:ext cx="33455" cy="33193"/>
            </a:xfrm>
            <a:custGeom>
              <a:rect b="b" l="l" r="r" t="t"/>
              <a:pathLst>
                <a:path extrusionOk="0" h="1264" w="1274">
                  <a:moveTo>
                    <a:pt x="594" y="0"/>
                  </a:moveTo>
                  <a:cubicBezTo>
                    <a:pt x="173" y="125"/>
                    <a:pt x="1" y="613"/>
                    <a:pt x="240" y="977"/>
                  </a:cubicBezTo>
                  <a:cubicBezTo>
                    <a:pt x="366" y="1167"/>
                    <a:pt x="567" y="1263"/>
                    <a:pt x="771" y="1263"/>
                  </a:cubicBezTo>
                  <a:cubicBezTo>
                    <a:pt x="955" y="1263"/>
                    <a:pt x="1142" y="1184"/>
                    <a:pt x="1274" y="1024"/>
                  </a:cubicBezTo>
                  <a:lnTo>
                    <a:pt x="1274" y="1024"/>
                  </a:lnTo>
                  <a:cubicBezTo>
                    <a:pt x="1216" y="1034"/>
                    <a:pt x="1149" y="1044"/>
                    <a:pt x="1092" y="1044"/>
                  </a:cubicBezTo>
                  <a:cubicBezTo>
                    <a:pt x="556" y="1044"/>
                    <a:pt x="259" y="422"/>
                    <a:pt x="594" y="0"/>
                  </a:cubicBezTo>
                  <a:close/>
                </a:path>
              </a:pathLst>
            </a:custGeom>
            <a:solidFill>
              <a:srgbClr val="D2DBE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781" name="Google Shape;13781;p43"/>
            <p:cNvSpPr/>
            <p:nvPr/>
          </p:nvSpPr>
          <p:spPr>
            <a:xfrm>
              <a:off x="8309994" y="2286315"/>
              <a:ext cx="33692" cy="33692"/>
            </a:xfrm>
            <a:custGeom>
              <a:rect b="b" l="l" r="r" t="t"/>
              <a:pathLst>
                <a:path extrusionOk="0" h="1283" w="1283">
                  <a:moveTo>
                    <a:pt x="642" y="0"/>
                  </a:moveTo>
                  <a:cubicBezTo>
                    <a:pt x="287" y="0"/>
                    <a:pt x="0" y="287"/>
                    <a:pt x="0" y="642"/>
                  </a:cubicBezTo>
                  <a:cubicBezTo>
                    <a:pt x="0" y="996"/>
                    <a:pt x="287" y="1283"/>
                    <a:pt x="642" y="1283"/>
                  </a:cubicBezTo>
                  <a:cubicBezTo>
                    <a:pt x="996" y="1283"/>
                    <a:pt x="1283" y="996"/>
                    <a:pt x="1283" y="642"/>
                  </a:cubicBezTo>
                  <a:cubicBezTo>
                    <a:pt x="1283" y="287"/>
                    <a:pt x="996" y="0"/>
                    <a:pt x="642" y="0"/>
                  </a:cubicBezTo>
                  <a:close/>
                </a:path>
              </a:pathLst>
            </a:custGeom>
            <a:solidFill>
              <a:srgbClr val="BCC4C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782" name="Google Shape;13782;p43"/>
            <p:cNvSpPr/>
            <p:nvPr/>
          </p:nvSpPr>
          <p:spPr>
            <a:xfrm>
              <a:off x="8306475" y="2286814"/>
              <a:ext cx="33455" cy="33193"/>
            </a:xfrm>
            <a:custGeom>
              <a:rect b="b" l="l" r="r" t="t"/>
              <a:pathLst>
                <a:path extrusionOk="0" h="1264" w="1274">
                  <a:moveTo>
                    <a:pt x="594" y="0"/>
                  </a:moveTo>
                  <a:cubicBezTo>
                    <a:pt x="182" y="125"/>
                    <a:pt x="0" y="613"/>
                    <a:pt x="240" y="977"/>
                  </a:cubicBezTo>
                  <a:cubicBezTo>
                    <a:pt x="365" y="1167"/>
                    <a:pt x="569" y="1263"/>
                    <a:pt x="774" y="1263"/>
                  </a:cubicBezTo>
                  <a:cubicBezTo>
                    <a:pt x="960" y="1263"/>
                    <a:pt x="1146" y="1184"/>
                    <a:pt x="1273" y="1024"/>
                  </a:cubicBezTo>
                  <a:lnTo>
                    <a:pt x="1273" y="1024"/>
                  </a:lnTo>
                  <a:cubicBezTo>
                    <a:pt x="1216" y="1034"/>
                    <a:pt x="1158" y="1044"/>
                    <a:pt x="1091" y="1044"/>
                  </a:cubicBezTo>
                  <a:cubicBezTo>
                    <a:pt x="555" y="1044"/>
                    <a:pt x="259" y="422"/>
                    <a:pt x="594" y="0"/>
                  </a:cubicBezTo>
                  <a:close/>
                </a:path>
              </a:pathLst>
            </a:custGeom>
            <a:solidFill>
              <a:srgbClr val="D2DBE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3783" name="Google Shape;13783;p43"/>
          <p:cNvGrpSpPr/>
          <p:nvPr/>
        </p:nvGrpSpPr>
        <p:grpSpPr>
          <a:xfrm>
            <a:off x="4911189" y="3641055"/>
            <a:ext cx="296580" cy="364935"/>
            <a:chOff x="4911189" y="3793455"/>
            <a:chExt cx="296580" cy="364935"/>
          </a:xfrm>
        </p:grpSpPr>
        <p:sp>
          <p:nvSpPr>
            <p:cNvPr id="13784" name="Google Shape;13784;p43"/>
            <p:cNvSpPr/>
            <p:nvPr/>
          </p:nvSpPr>
          <p:spPr>
            <a:xfrm>
              <a:off x="4951157" y="3861810"/>
              <a:ext cx="31932" cy="35215"/>
            </a:xfrm>
            <a:custGeom>
              <a:rect b="b" l="l" r="r" t="t"/>
              <a:pathLst>
                <a:path extrusionOk="0" h="1341" w="1216">
                  <a:moveTo>
                    <a:pt x="584" y="0"/>
                  </a:moveTo>
                  <a:lnTo>
                    <a:pt x="0" y="431"/>
                  </a:lnTo>
                  <a:lnTo>
                    <a:pt x="622" y="1340"/>
                  </a:lnTo>
                  <a:cubicBezTo>
                    <a:pt x="814" y="1187"/>
                    <a:pt x="1005" y="1043"/>
                    <a:pt x="1216" y="909"/>
                  </a:cubicBezTo>
                  <a:lnTo>
                    <a:pt x="584" y="0"/>
                  </a:ln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785" name="Google Shape;13785;p43"/>
            <p:cNvSpPr/>
            <p:nvPr/>
          </p:nvSpPr>
          <p:spPr>
            <a:xfrm>
              <a:off x="5136132" y="3861810"/>
              <a:ext cx="31932" cy="34952"/>
            </a:xfrm>
            <a:custGeom>
              <a:rect b="b" l="l" r="r" t="t"/>
              <a:pathLst>
                <a:path extrusionOk="0" h="1331" w="1216">
                  <a:moveTo>
                    <a:pt x="632" y="0"/>
                  </a:moveTo>
                  <a:lnTo>
                    <a:pt x="0" y="909"/>
                  </a:lnTo>
                  <a:cubicBezTo>
                    <a:pt x="201" y="1034"/>
                    <a:pt x="392" y="1177"/>
                    <a:pt x="584" y="1331"/>
                  </a:cubicBezTo>
                  <a:lnTo>
                    <a:pt x="1215" y="421"/>
                  </a:lnTo>
                  <a:lnTo>
                    <a:pt x="632" y="0"/>
                  </a:ln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786" name="Google Shape;13786;p43"/>
            <p:cNvSpPr/>
            <p:nvPr/>
          </p:nvSpPr>
          <p:spPr>
            <a:xfrm>
              <a:off x="5043382" y="3833659"/>
              <a:ext cx="32457" cy="33193"/>
            </a:xfrm>
            <a:custGeom>
              <a:rect b="b" l="l" r="r" t="t"/>
              <a:pathLst>
                <a:path extrusionOk="0" h="1264" w="1236">
                  <a:moveTo>
                    <a:pt x="1" y="0"/>
                  </a:moveTo>
                  <a:lnTo>
                    <a:pt x="1" y="1264"/>
                  </a:lnTo>
                  <a:cubicBezTo>
                    <a:pt x="206" y="1235"/>
                    <a:pt x="412" y="1221"/>
                    <a:pt x="618" y="1221"/>
                  </a:cubicBezTo>
                  <a:cubicBezTo>
                    <a:pt x="824" y="1221"/>
                    <a:pt x="1029" y="1235"/>
                    <a:pt x="1235" y="1264"/>
                  </a:cubicBezTo>
                  <a:lnTo>
                    <a:pt x="1235" y="0"/>
                  </a:lnTo>
                  <a:close/>
                </a:path>
              </a:pathLst>
            </a:custGeom>
            <a:solidFill>
              <a:srgbClr val="ADBEC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787" name="Google Shape;13787;p43"/>
            <p:cNvSpPr/>
            <p:nvPr/>
          </p:nvSpPr>
          <p:spPr>
            <a:xfrm>
              <a:off x="5043382" y="3833659"/>
              <a:ext cx="21901" cy="33193"/>
            </a:xfrm>
            <a:custGeom>
              <a:rect b="b" l="l" r="r" t="t"/>
              <a:pathLst>
                <a:path extrusionOk="0" h="1264" w="834">
                  <a:moveTo>
                    <a:pt x="1" y="0"/>
                  </a:moveTo>
                  <a:lnTo>
                    <a:pt x="1" y="1264"/>
                  </a:lnTo>
                  <a:cubicBezTo>
                    <a:pt x="202" y="1235"/>
                    <a:pt x="412" y="1225"/>
                    <a:pt x="623" y="1225"/>
                  </a:cubicBezTo>
                  <a:cubicBezTo>
                    <a:pt x="690" y="1225"/>
                    <a:pt x="766" y="1225"/>
                    <a:pt x="833" y="1235"/>
                  </a:cubicBezTo>
                  <a:lnTo>
                    <a:pt x="833" y="0"/>
                  </a:lnTo>
                  <a:close/>
                </a:path>
              </a:pathLst>
            </a:custGeom>
            <a:solidFill>
              <a:srgbClr val="93AAB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788" name="Google Shape;13788;p43"/>
            <p:cNvSpPr/>
            <p:nvPr/>
          </p:nvSpPr>
          <p:spPr>
            <a:xfrm>
              <a:off x="4911189" y="3861810"/>
              <a:ext cx="296580" cy="296580"/>
            </a:xfrm>
            <a:custGeom>
              <a:rect b="b" l="l" r="r" t="t"/>
              <a:pathLst>
                <a:path extrusionOk="0" h="11294" w="11294">
                  <a:moveTo>
                    <a:pt x="5647" y="0"/>
                  </a:moveTo>
                  <a:cubicBezTo>
                    <a:pt x="2527" y="0"/>
                    <a:pt x="1" y="2527"/>
                    <a:pt x="1" y="5647"/>
                  </a:cubicBezTo>
                  <a:cubicBezTo>
                    <a:pt x="1" y="8767"/>
                    <a:pt x="2527" y="11293"/>
                    <a:pt x="5647" y="11293"/>
                  </a:cubicBezTo>
                  <a:cubicBezTo>
                    <a:pt x="8767" y="11293"/>
                    <a:pt x="11294" y="8767"/>
                    <a:pt x="11294" y="5647"/>
                  </a:cubicBezTo>
                  <a:cubicBezTo>
                    <a:pt x="11294" y="2527"/>
                    <a:pt x="8767" y="0"/>
                    <a:pt x="5647" y="0"/>
                  </a:cubicBezTo>
                  <a:close/>
                </a:path>
              </a:pathLst>
            </a:custGeom>
            <a:solidFill>
              <a:srgbClr val="AEB9C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789" name="Google Shape;13789;p43"/>
            <p:cNvSpPr/>
            <p:nvPr/>
          </p:nvSpPr>
          <p:spPr>
            <a:xfrm>
              <a:off x="4911189" y="3861810"/>
              <a:ext cx="161630" cy="296580"/>
            </a:xfrm>
            <a:custGeom>
              <a:rect b="b" l="l" r="r" t="t"/>
              <a:pathLst>
                <a:path extrusionOk="0" h="11294" w="6155">
                  <a:moveTo>
                    <a:pt x="5647" y="0"/>
                  </a:moveTo>
                  <a:cubicBezTo>
                    <a:pt x="2527" y="0"/>
                    <a:pt x="1" y="2527"/>
                    <a:pt x="1" y="5647"/>
                  </a:cubicBezTo>
                  <a:cubicBezTo>
                    <a:pt x="1" y="8767"/>
                    <a:pt x="2527" y="11293"/>
                    <a:pt x="5647" y="11293"/>
                  </a:cubicBezTo>
                  <a:cubicBezTo>
                    <a:pt x="5752" y="11293"/>
                    <a:pt x="5858" y="11293"/>
                    <a:pt x="5953" y="11284"/>
                  </a:cubicBezTo>
                  <a:cubicBezTo>
                    <a:pt x="3044" y="11025"/>
                    <a:pt x="814" y="8585"/>
                    <a:pt x="814" y="5656"/>
                  </a:cubicBezTo>
                  <a:cubicBezTo>
                    <a:pt x="814" y="2661"/>
                    <a:pt x="3159" y="182"/>
                    <a:pt x="6154" y="19"/>
                  </a:cubicBezTo>
                  <a:cubicBezTo>
                    <a:pt x="5982" y="10"/>
                    <a:pt x="5819" y="0"/>
                    <a:pt x="5647" y="0"/>
                  </a:cubicBezTo>
                  <a:close/>
                </a:path>
              </a:pathLst>
            </a:custGeom>
            <a:solidFill>
              <a:srgbClr val="8797A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790" name="Google Shape;13790;p43"/>
            <p:cNvSpPr/>
            <p:nvPr/>
          </p:nvSpPr>
          <p:spPr>
            <a:xfrm>
              <a:off x="4925527" y="3885680"/>
              <a:ext cx="258372" cy="248577"/>
            </a:xfrm>
            <a:custGeom>
              <a:rect b="b" l="l" r="r" t="t"/>
              <a:pathLst>
                <a:path extrusionOk="0" h="9466" w="9839">
                  <a:moveTo>
                    <a:pt x="5101" y="0"/>
                  </a:moveTo>
                  <a:cubicBezTo>
                    <a:pt x="3870" y="0"/>
                    <a:pt x="2662" y="481"/>
                    <a:pt x="1761" y="1388"/>
                  </a:cubicBezTo>
                  <a:cubicBezTo>
                    <a:pt x="402" y="2738"/>
                    <a:pt x="0" y="4776"/>
                    <a:pt x="727" y="6546"/>
                  </a:cubicBezTo>
                  <a:cubicBezTo>
                    <a:pt x="1464" y="8317"/>
                    <a:pt x="3187" y="9465"/>
                    <a:pt x="5101" y="9465"/>
                  </a:cubicBezTo>
                  <a:cubicBezTo>
                    <a:pt x="7714" y="9465"/>
                    <a:pt x="9838" y="7350"/>
                    <a:pt x="9838" y="4738"/>
                  </a:cubicBezTo>
                  <a:cubicBezTo>
                    <a:pt x="9838" y="2814"/>
                    <a:pt x="8680" y="1091"/>
                    <a:pt x="6919" y="364"/>
                  </a:cubicBezTo>
                  <a:cubicBezTo>
                    <a:pt x="6331" y="119"/>
                    <a:pt x="5713" y="0"/>
                    <a:pt x="5101" y="0"/>
                  </a:cubicBezTo>
                  <a:close/>
                </a:path>
              </a:pathLst>
            </a:custGeom>
            <a:solidFill>
              <a:srgbClr val="6C81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791" name="Google Shape;13791;p43"/>
            <p:cNvSpPr/>
            <p:nvPr/>
          </p:nvSpPr>
          <p:spPr>
            <a:xfrm>
              <a:off x="4937317" y="3885680"/>
              <a:ext cx="129724" cy="248577"/>
            </a:xfrm>
            <a:custGeom>
              <a:rect b="b" l="l" r="r" t="t"/>
              <a:pathLst>
                <a:path extrusionOk="0" h="9466" w="4940">
                  <a:moveTo>
                    <a:pt x="4652" y="0"/>
                  </a:moveTo>
                  <a:cubicBezTo>
                    <a:pt x="2068" y="39"/>
                    <a:pt x="1" y="2144"/>
                    <a:pt x="1" y="4738"/>
                  </a:cubicBezTo>
                  <a:cubicBezTo>
                    <a:pt x="1" y="7322"/>
                    <a:pt x="2068" y="9427"/>
                    <a:pt x="4652" y="9465"/>
                  </a:cubicBezTo>
                  <a:cubicBezTo>
                    <a:pt x="4748" y="9465"/>
                    <a:pt x="4843" y="9465"/>
                    <a:pt x="4939" y="9456"/>
                  </a:cubicBezTo>
                  <a:cubicBezTo>
                    <a:pt x="2441" y="9303"/>
                    <a:pt x="489" y="7236"/>
                    <a:pt x="489" y="4738"/>
                  </a:cubicBezTo>
                  <a:cubicBezTo>
                    <a:pt x="489" y="2230"/>
                    <a:pt x="2441" y="163"/>
                    <a:pt x="4939" y="10"/>
                  </a:cubicBezTo>
                  <a:cubicBezTo>
                    <a:pt x="4843" y="10"/>
                    <a:pt x="4748" y="0"/>
                    <a:pt x="4652" y="0"/>
                  </a:cubicBezTo>
                  <a:close/>
                </a:path>
              </a:pathLst>
            </a:custGeom>
            <a:solidFill>
              <a:srgbClr val="546C8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792" name="Google Shape;13792;p43"/>
            <p:cNvSpPr/>
            <p:nvPr/>
          </p:nvSpPr>
          <p:spPr>
            <a:xfrm>
              <a:off x="4942596" y="3902381"/>
              <a:ext cx="223972" cy="215279"/>
            </a:xfrm>
            <a:custGeom>
              <a:rect b="b" l="l" r="r" t="t"/>
              <a:pathLst>
                <a:path extrusionOk="0" h="8198" w="8529">
                  <a:moveTo>
                    <a:pt x="4420" y="0"/>
                  </a:moveTo>
                  <a:cubicBezTo>
                    <a:pt x="3353" y="0"/>
                    <a:pt x="2303" y="415"/>
                    <a:pt x="1523" y="1202"/>
                  </a:cubicBezTo>
                  <a:cubicBezTo>
                    <a:pt x="345" y="2369"/>
                    <a:pt x="1" y="4140"/>
                    <a:pt x="633" y="5671"/>
                  </a:cubicBezTo>
                  <a:cubicBezTo>
                    <a:pt x="1264" y="7202"/>
                    <a:pt x="2767" y="8198"/>
                    <a:pt x="4422" y="8198"/>
                  </a:cubicBezTo>
                  <a:cubicBezTo>
                    <a:pt x="6691" y="8198"/>
                    <a:pt x="8518" y="6360"/>
                    <a:pt x="8528" y="4102"/>
                  </a:cubicBezTo>
                  <a:cubicBezTo>
                    <a:pt x="8518" y="2436"/>
                    <a:pt x="7523" y="944"/>
                    <a:pt x="5992" y="312"/>
                  </a:cubicBezTo>
                  <a:cubicBezTo>
                    <a:pt x="5484" y="102"/>
                    <a:pt x="4950" y="0"/>
                    <a:pt x="4420" y="0"/>
                  </a:cubicBezTo>
                  <a:close/>
                </a:path>
              </a:pathLst>
            </a:custGeom>
            <a:solidFill>
              <a:srgbClr val="E6EBE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793" name="Google Shape;13793;p43"/>
            <p:cNvSpPr/>
            <p:nvPr/>
          </p:nvSpPr>
          <p:spPr>
            <a:xfrm>
              <a:off x="4951157" y="3902381"/>
              <a:ext cx="121400" cy="215385"/>
            </a:xfrm>
            <a:custGeom>
              <a:rect b="b" l="l" r="r" t="t"/>
              <a:pathLst>
                <a:path extrusionOk="0" h="8202" w="4623">
                  <a:moveTo>
                    <a:pt x="4091" y="0"/>
                  </a:moveTo>
                  <a:cubicBezTo>
                    <a:pt x="1867" y="0"/>
                    <a:pt x="0" y="1804"/>
                    <a:pt x="0" y="4102"/>
                  </a:cubicBezTo>
                  <a:cubicBezTo>
                    <a:pt x="0" y="6395"/>
                    <a:pt x="1875" y="8201"/>
                    <a:pt x="4105" y="8201"/>
                  </a:cubicBezTo>
                  <a:cubicBezTo>
                    <a:pt x="4276" y="8201"/>
                    <a:pt x="4448" y="8191"/>
                    <a:pt x="4623" y="8169"/>
                  </a:cubicBezTo>
                  <a:cubicBezTo>
                    <a:pt x="2575" y="7901"/>
                    <a:pt x="1034" y="6159"/>
                    <a:pt x="1034" y="4102"/>
                  </a:cubicBezTo>
                  <a:cubicBezTo>
                    <a:pt x="1034" y="2035"/>
                    <a:pt x="2575" y="293"/>
                    <a:pt x="4623" y="34"/>
                  </a:cubicBezTo>
                  <a:cubicBezTo>
                    <a:pt x="4444" y="11"/>
                    <a:pt x="4266" y="0"/>
                    <a:pt x="4091" y="0"/>
                  </a:cubicBez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794" name="Google Shape;13794;p43"/>
            <p:cNvSpPr/>
            <p:nvPr/>
          </p:nvSpPr>
          <p:spPr>
            <a:xfrm>
              <a:off x="5054069" y="3937255"/>
              <a:ext cx="10950" cy="76128"/>
            </a:xfrm>
            <a:custGeom>
              <a:rect b="b" l="l" r="r" t="t"/>
              <a:pathLst>
                <a:path extrusionOk="0" h="2899" w="417">
                  <a:moveTo>
                    <a:pt x="207" y="1"/>
                  </a:moveTo>
                  <a:cubicBezTo>
                    <a:pt x="103" y="1"/>
                    <a:pt x="0" y="70"/>
                    <a:pt x="5" y="209"/>
                  </a:cubicBezTo>
                  <a:lnTo>
                    <a:pt x="5" y="2688"/>
                  </a:lnTo>
                  <a:cubicBezTo>
                    <a:pt x="5" y="2802"/>
                    <a:pt x="91" y="2898"/>
                    <a:pt x="206" y="2898"/>
                  </a:cubicBezTo>
                  <a:cubicBezTo>
                    <a:pt x="331" y="2898"/>
                    <a:pt x="417" y="2802"/>
                    <a:pt x="417" y="2688"/>
                  </a:cubicBezTo>
                  <a:lnTo>
                    <a:pt x="417" y="209"/>
                  </a:lnTo>
                  <a:cubicBezTo>
                    <a:pt x="417" y="70"/>
                    <a:pt x="311" y="1"/>
                    <a:pt x="207" y="1"/>
                  </a:cubicBezTo>
                  <a:close/>
                </a:path>
              </a:pathLst>
            </a:custGeom>
            <a:solidFill>
              <a:srgbClr val="435D7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795" name="Google Shape;13795;p43"/>
            <p:cNvSpPr/>
            <p:nvPr/>
          </p:nvSpPr>
          <p:spPr>
            <a:xfrm>
              <a:off x="5139388" y="3833685"/>
              <a:ext cx="57326" cy="48712"/>
            </a:xfrm>
            <a:custGeom>
              <a:rect b="b" l="l" r="r" t="t"/>
              <a:pathLst>
                <a:path extrusionOk="0" h="1855" w="2183">
                  <a:moveTo>
                    <a:pt x="599" y="0"/>
                  </a:moveTo>
                  <a:cubicBezTo>
                    <a:pt x="505" y="0"/>
                    <a:pt x="412" y="43"/>
                    <a:pt x="355" y="124"/>
                  </a:cubicBezTo>
                  <a:lnTo>
                    <a:pt x="106" y="478"/>
                  </a:lnTo>
                  <a:cubicBezTo>
                    <a:pt x="0" y="612"/>
                    <a:pt x="39" y="803"/>
                    <a:pt x="163" y="899"/>
                  </a:cubicBezTo>
                  <a:lnTo>
                    <a:pt x="1417" y="1799"/>
                  </a:lnTo>
                  <a:cubicBezTo>
                    <a:pt x="1470" y="1837"/>
                    <a:pt x="1531" y="1855"/>
                    <a:pt x="1591" y="1855"/>
                  </a:cubicBezTo>
                  <a:cubicBezTo>
                    <a:pt x="1683" y="1855"/>
                    <a:pt x="1774" y="1812"/>
                    <a:pt x="1838" y="1732"/>
                  </a:cubicBezTo>
                  <a:lnTo>
                    <a:pt x="2087" y="1368"/>
                  </a:lnTo>
                  <a:cubicBezTo>
                    <a:pt x="2182" y="1234"/>
                    <a:pt x="2154" y="1052"/>
                    <a:pt x="2020" y="956"/>
                  </a:cubicBezTo>
                  <a:lnTo>
                    <a:pt x="776" y="57"/>
                  </a:lnTo>
                  <a:cubicBezTo>
                    <a:pt x="722" y="19"/>
                    <a:pt x="660" y="0"/>
                    <a:pt x="599" y="0"/>
                  </a:cubicBezTo>
                  <a:close/>
                </a:path>
              </a:pathLst>
            </a:custGeom>
            <a:solidFill>
              <a:srgbClr val="E6EBE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796" name="Google Shape;13796;p43"/>
            <p:cNvSpPr/>
            <p:nvPr/>
          </p:nvSpPr>
          <p:spPr>
            <a:xfrm>
              <a:off x="4922507" y="3833685"/>
              <a:ext cx="57063" cy="48712"/>
            </a:xfrm>
            <a:custGeom>
              <a:rect b="b" l="l" r="r" t="t"/>
              <a:pathLst>
                <a:path extrusionOk="0" h="1855" w="2173">
                  <a:moveTo>
                    <a:pt x="1584" y="0"/>
                  </a:moveTo>
                  <a:cubicBezTo>
                    <a:pt x="1522" y="0"/>
                    <a:pt x="1460" y="19"/>
                    <a:pt x="1407" y="57"/>
                  </a:cubicBezTo>
                  <a:lnTo>
                    <a:pt x="163" y="956"/>
                  </a:lnTo>
                  <a:cubicBezTo>
                    <a:pt x="29" y="1052"/>
                    <a:pt x="0" y="1234"/>
                    <a:pt x="96" y="1368"/>
                  </a:cubicBezTo>
                  <a:lnTo>
                    <a:pt x="345" y="1732"/>
                  </a:lnTo>
                  <a:cubicBezTo>
                    <a:pt x="403" y="1812"/>
                    <a:pt x="495" y="1855"/>
                    <a:pt x="589" y="1855"/>
                  </a:cubicBezTo>
                  <a:cubicBezTo>
                    <a:pt x="651" y="1855"/>
                    <a:pt x="713" y="1837"/>
                    <a:pt x="766" y="1799"/>
                  </a:cubicBezTo>
                  <a:lnTo>
                    <a:pt x="2010" y="899"/>
                  </a:lnTo>
                  <a:cubicBezTo>
                    <a:pt x="2144" y="803"/>
                    <a:pt x="2173" y="612"/>
                    <a:pt x="2077" y="478"/>
                  </a:cubicBezTo>
                  <a:lnTo>
                    <a:pt x="1828" y="124"/>
                  </a:lnTo>
                  <a:cubicBezTo>
                    <a:pt x="1770" y="43"/>
                    <a:pt x="1678" y="0"/>
                    <a:pt x="1584" y="0"/>
                  </a:cubicBezTo>
                  <a:close/>
                </a:path>
              </a:pathLst>
            </a:custGeom>
            <a:solidFill>
              <a:srgbClr val="E6EBE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797" name="Google Shape;13797;p43"/>
            <p:cNvSpPr/>
            <p:nvPr/>
          </p:nvSpPr>
          <p:spPr>
            <a:xfrm>
              <a:off x="5023792" y="3793455"/>
              <a:ext cx="71637" cy="42988"/>
            </a:xfrm>
            <a:custGeom>
              <a:rect b="b" l="l" r="r" t="t"/>
              <a:pathLst>
                <a:path extrusionOk="0" h="1637" w="2728">
                  <a:moveTo>
                    <a:pt x="345" y="0"/>
                  </a:moveTo>
                  <a:cubicBezTo>
                    <a:pt x="153" y="0"/>
                    <a:pt x="0" y="153"/>
                    <a:pt x="0" y="345"/>
                  </a:cubicBezTo>
                  <a:lnTo>
                    <a:pt x="0" y="1292"/>
                  </a:lnTo>
                  <a:cubicBezTo>
                    <a:pt x="0" y="1484"/>
                    <a:pt x="153" y="1637"/>
                    <a:pt x="345" y="1637"/>
                  </a:cubicBezTo>
                  <a:lnTo>
                    <a:pt x="2374" y="1637"/>
                  </a:lnTo>
                  <a:cubicBezTo>
                    <a:pt x="2565" y="1637"/>
                    <a:pt x="2718" y="1484"/>
                    <a:pt x="2728" y="1292"/>
                  </a:cubicBezTo>
                  <a:lnTo>
                    <a:pt x="2728" y="345"/>
                  </a:lnTo>
                  <a:cubicBezTo>
                    <a:pt x="2718" y="153"/>
                    <a:pt x="2565" y="0"/>
                    <a:pt x="2374" y="0"/>
                  </a:cubicBezTo>
                  <a:close/>
                </a:path>
              </a:pathLst>
            </a:custGeom>
            <a:solidFill>
              <a:srgbClr val="C4D0D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798" name="Google Shape;13798;p43"/>
            <p:cNvSpPr/>
            <p:nvPr/>
          </p:nvSpPr>
          <p:spPr>
            <a:xfrm>
              <a:off x="5139388" y="3833685"/>
              <a:ext cx="51049" cy="48712"/>
            </a:xfrm>
            <a:custGeom>
              <a:rect b="b" l="l" r="r" t="t"/>
              <a:pathLst>
                <a:path extrusionOk="0" h="1855" w="1944">
                  <a:moveTo>
                    <a:pt x="599" y="0"/>
                  </a:moveTo>
                  <a:cubicBezTo>
                    <a:pt x="505" y="0"/>
                    <a:pt x="412" y="43"/>
                    <a:pt x="355" y="124"/>
                  </a:cubicBezTo>
                  <a:lnTo>
                    <a:pt x="106" y="478"/>
                  </a:lnTo>
                  <a:cubicBezTo>
                    <a:pt x="0" y="612"/>
                    <a:pt x="39" y="803"/>
                    <a:pt x="173" y="899"/>
                  </a:cubicBezTo>
                  <a:lnTo>
                    <a:pt x="1417" y="1799"/>
                  </a:lnTo>
                  <a:cubicBezTo>
                    <a:pt x="1470" y="1837"/>
                    <a:pt x="1531" y="1855"/>
                    <a:pt x="1591" y="1855"/>
                  </a:cubicBezTo>
                  <a:cubicBezTo>
                    <a:pt x="1683" y="1855"/>
                    <a:pt x="1774" y="1812"/>
                    <a:pt x="1838" y="1732"/>
                  </a:cubicBezTo>
                  <a:lnTo>
                    <a:pt x="1943" y="1578"/>
                  </a:lnTo>
                  <a:lnTo>
                    <a:pt x="1005" y="889"/>
                  </a:lnTo>
                  <a:cubicBezTo>
                    <a:pt x="871" y="794"/>
                    <a:pt x="843" y="612"/>
                    <a:pt x="938" y="478"/>
                  </a:cubicBezTo>
                  <a:lnTo>
                    <a:pt x="1082" y="277"/>
                  </a:lnTo>
                  <a:lnTo>
                    <a:pt x="776" y="57"/>
                  </a:lnTo>
                  <a:cubicBezTo>
                    <a:pt x="722" y="19"/>
                    <a:pt x="660" y="0"/>
                    <a:pt x="599" y="0"/>
                  </a:cubicBez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799" name="Google Shape;13799;p43"/>
            <p:cNvSpPr/>
            <p:nvPr/>
          </p:nvSpPr>
          <p:spPr>
            <a:xfrm>
              <a:off x="4922507" y="3833685"/>
              <a:ext cx="50787" cy="48712"/>
            </a:xfrm>
            <a:custGeom>
              <a:rect b="b" l="l" r="r" t="t"/>
              <a:pathLst>
                <a:path extrusionOk="0" h="1855" w="1934">
                  <a:moveTo>
                    <a:pt x="1584" y="0"/>
                  </a:moveTo>
                  <a:cubicBezTo>
                    <a:pt x="1522" y="0"/>
                    <a:pt x="1460" y="19"/>
                    <a:pt x="1407" y="57"/>
                  </a:cubicBezTo>
                  <a:lnTo>
                    <a:pt x="163" y="956"/>
                  </a:lnTo>
                  <a:cubicBezTo>
                    <a:pt x="29" y="1052"/>
                    <a:pt x="0" y="1234"/>
                    <a:pt x="96" y="1368"/>
                  </a:cubicBezTo>
                  <a:lnTo>
                    <a:pt x="345" y="1732"/>
                  </a:lnTo>
                  <a:cubicBezTo>
                    <a:pt x="403" y="1812"/>
                    <a:pt x="495" y="1855"/>
                    <a:pt x="589" y="1855"/>
                  </a:cubicBezTo>
                  <a:cubicBezTo>
                    <a:pt x="651" y="1855"/>
                    <a:pt x="713" y="1837"/>
                    <a:pt x="766" y="1799"/>
                  </a:cubicBezTo>
                  <a:lnTo>
                    <a:pt x="1072" y="1578"/>
                  </a:lnTo>
                  <a:lnTo>
                    <a:pt x="929" y="1368"/>
                  </a:lnTo>
                  <a:cubicBezTo>
                    <a:pt x="833" y="1234"/>
                    <a:pt x="862" y="1052"/>
                    <a:pt x="996" y="956"/>
                  </a:cubicBezTo>
                  <a:lnTo>
                    <a:pt x="1933" y="277"/>
                  </a:lnTo>
                  <a:lnTo>
                    <a:pt x="1828" y="124"/>
                  </a:lnTo>
                  <a:cubicBezTo>
                    <a:pt x="1770" y="43"/>
                    <a:pt x="1678" y="0"/>
                    <a:pt x="1584" y="0"/>
                  </a:cubicBez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800" name="Google Shape;13800;p43"/>
            <p:cNvSpPr/>
            <p:nvPr/>
          </p:nvSpPr>
          <p:spPr>
            <a:xfrm>
              <a:off x="5024028" y="3793455"/>
              <a:ext cx="30934" cy="42988"/>
            </a:xfrm>
            <a:custGeom>
              <a:rect b="b" l="l" r="r" t="t"/>
              <a:pathLst>
                <a:path extrusionOk="0" h="1637" w="1178">
                  <a:moveTo>
                    <a:pt x="345" y="0"/>
                  </a:moveTo>
                  <a:cubicBezTo>
                    <a:pt x="154" y="0"/>
                    <a:pt x="1" y="153"/>
                    <a:pt x="1" y="345"/>
                  </a:cubicBezTo>
                  <a:lnTo>
                    <a:pt x="1" y="1292"/>
                  </a:lnTo>
                  <a:cubicBezTo>
                    <a:pt x="1" y="1484"/>
                    <a:pt x="154" y="1637"/>
                    <a:pt x="345" y="1637"/>
                  </a:cubicBezTo>
                  <a:lnTo>
                    <a:pt x="1178" y="1637"/>
                  </a:lnTo>
                  <a:cubicBezTo>
                    <a:pt x="986" y="1637"/>
                    <a:pt x="833" y="1484"/>
                    <a:pt x="833" y="1292"/>
                  </a:cubicBezTo>
                  <a:lnTo>
                    <a:pt x="833" y="345"/>
                  </a:lnTo>
                  <a:cubicBezTo>
                    <a:pt x="833" y="153"/>
                    <a:pt x="986" y="0"/>
                    <a:pt x="1178" y="0"/>
                  </a:cubicBezTo>
                  <a:close/>
                </a:path>
              </a:pathLst>
            </a:custGeom>
            <a:solidFill>
              <a:srgbClr val="ADBEC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801" name="Google Shape;13801;p43"/>
            <p:cNvSpPr/>
            <p:nvPr/>
          </p:nvSpPr>
          <p:spPr>
            <a:xfrm>
              <a:off x="4937580" y="3896998"/>
              <a:ext cx="235001" cy="226046"/>
            </a:xfrm>
            <a:custGeom>
              <a:rect b="b" l="l" r="r" t="t"/>
              <a:pathLst>
                <a:path extrusionOk="0" h="8608" w="8949">
                  <a:moveTo>
                    <a:pt x="4853" y="421"/>
                  </a:moveTo>
                  <a:cubicBezTo>
                    <a:pt x="5398" y="450"/>
                    <a:pt x="5925" y="593"/>
                    <a:pt x="6413" y="842"/>
                  </a:cubicBezTo>
                  <a:lnTo>
                    <a:pt x="6250" y="1129"/>
                  </a:lnTo>
                  <a:cubicBezTo>
                    <a:pt x="6147" y="1259"/>
                    <a:pt x="6323" y="1419"/>
                    <a:pt x="6467" y="1419"/>
                  </a:cubicBezTo>
                  <a:cubicBezTo>
                    <a:pt x="6524" y="1419"/>
                    <a:pt x="6577" y="1393"/>
                    <a:pt x="6604" y="1330"/>
                  </a:cubicBezTo>
                  <a:lnTo>
                    <a:pt x="6767" y="1053"/>
                  </a:lnTo>
                  <a:cubicBezTo>
                    <a:pt x="7226" y="1340"/>
                    <a:pt x="7609" y="1732"/>
                    <a:pt x="7906" y="2182"/>
                  </a:cubicBezTo>
                  <a:lnTo>
                    <a:pt x="7618" y="2345"/>
                  </a:lnTo>
                  <a:cubicBezTo>
                    <a:pt x="7430" y="2427"/>
                    <a:pt x="7578" y="2739"/>
                    <a:pt x="7744" y="2739"/>
                  </a:cubicBezTo>
                  <a:cubicBezTo>
                    <a:pt x="7772" y="2739"/>
                    <a:pt x="7801" y="2729"/>
                    <a:pt x="7829" y="2708"/>
                  </a:cubicBezTo>
                  <a:lnTo>
                    <a:pt x="8116" y="2546"/>
                  </a:lnTo>
                  <a:cubicBezTo>
                    <a:pt x="8365" y="3024"/>
                    <a:pt x="8508" y="3560"/>
                    <a:pt x="8537" y="4096"/>
                  </a:cubicBezTo>
                  <a:lnTo>
                    <a:pt x="8202" y="4096"/>
                  </a:lnTo>
                  <a:cubicBezTo>
                    <a:pt x="7925" y="4096"/>
                    <a:pt x="7925" y="4517"/>
                    <a:pt x="8202" y="4517"/>
                  </a:cubicBezTo>
                  <a:lnTo>
                    <a:pt x="8537" y="4517"/>
                  </a:lnTo>
                  <a:cubicBezTo>
                    <a:pt x="8508" y="5063"/>
                    <a:pt x="8365" y="5589"/>
                    <a:pt x="8116" y="6077"/>
                  </a:cubicBezTo>
                  <a:lnTo>
                    <a:pt x="7829" y="5905"/>
                  </a:lnTo>
                  <a:cubicBezTo>
                    <a:pt x="7801" y="5884"/>
                    <a:pt x="7772" y="5875"/>
                    <a:pt x="7744" y="5875"/>
                  </a:cubicBezTo>
                  <a:cubicBezTo>
                    <a:pt x="7578" y="5875"/>
                    <a:pt x="7430" y="6187"/>
                    <a:pt x="7618" y="6269"/>
                  </a:cubicBezTo>
                  <a:lnTo>
                    <a:pt x="7906" y="6431"/>
                  </a:lnTo>
                  <a:cubicBezTo>
                    <a:pt x="7609" y="6881"/>
                    <a:pt x="7226" y="7264"/>
                    <a:pt x="6767" y="7561"/>
                  </a:cubicBezTo>
                  <a:lnTo>
                    <a:pt x="6767" y="7570"/>
                  </a:lnTo>
                  <a:lnTo>
                    <a:pt x="6604" y="7283"/>
                  </a:lnTo>
                  <a:cubicBezTo>
                    <a:pt x="6577" y="7220"/>
                    <a:pt x="6525" y="7195"/>
                    <a:pt x="6468" y="7195"/>
                  </a:cubicBezTo>
                  <a:cubicBezTo>
                    <a:pt x="6324" y="7195"/>
                    <a:pt x="6147" y="7357"/>
                    <a:pt x="6250" y="7494"/>
                  </a:cubicBezTo>
                  <a:lnTo>
                    <a:pt x="6413" y="7781"/>
                  </a:lnTo>
                  <a:cubicBezTo>
                    <a:pt x="5925" y="8020"/>
                    <a:pt x="5398" y="8164"/>
                    <a:pt x="4853" y="8192"/>
                  </a:cubicBezTo>
                  <a:lnTo>
                    <a:pt x="4853" y="7867"/>
                  </a:lnTo>
                  <a:cubicBezTo>
                    <a:pt x="4853" y="7723"/>
                    <a:pt x="4750" y="7652"/>
                    <a:pt x="4647" y="7652"/>
                  </a:cubicBezTo>
                  <a:cubicBezTo>
                    <a:pt x="4544" y="7652"/>
                    <a:pt x="4441" y="7723"/>
                    <a:pt x="4441" y="7867"/>
                  </a:cubicBezTo>
                  <a:lnTo>
                    <a:pt x="4441" y="8192"/>
                  </a:lnTo>
                  <a:cubicBezTo>
                    <a:pt x="3896" y="8164"/>
                    <a:pt x="3369" y="8020"/>
                    <a:pt x="2881" y="7781"/>
                  </a:cubicBezTo>
                  <a:lnTo>
                    <a:pt x="3044" y="7494"/>
                  </a:lnTo>
                  <a:cubicBezTo>
                    <a:pt x="3111" y="7333"/>
                    <a:pt x="2982" y="7196"/>
                    <a:pt x="2849" y="7196"/>
                  </a:cubicBezTo>
                  <a:cubicBezTo>
                    <a:pt x="2792" y="7196"/>
                    <a:pt x="2733" y="7222"/>
                    <a:pt x="2690" y="7283"/>
                  </a:cubicBezTo>
                  <a:lnTo>
                    <a:pt x="2527" y="7570"/>
                  </a:lnTo>
                  <a:cubicBezTo>
                    <a:pt x="2068" y="7273"/>
                    <a:pt x="1685" y="6881"/>
                    <a:pt x="1388" y="6431"/>
                  </a:cubicBezTo>
                  <a:lnTo>
                    <a:pt x="1675" y="6269"/>
                  </a:lnTo>
                  <a:cubicBezTo>
                    <a:pt x="1842" y="6136"/>
                    <a:pt x="1733" y="5887"/>
                    <a:pt x="1551" y="5887"/>
                  </a:cubicBezTo>
                  <a:cubicBezTo>
                    <a:pt x="1524" y="5887"/>
                    <a:pt x="1495" y="5892"/>
                    <a:pt x="1465" y="5905"/>
                  </a:cubicBezTo>
                  <a:lnTo>
                    <a:pt x="1178" y="6077"/>
                  </a:lnTo>
                  <a:cubicBezTo>
                    <a:pt x="929" y="5589"/>
                    <a:pt x="785" y="5063"/>
                    <a:pt x="757" y="4517"/>
                  </a:cubicBezTo>
                  <a:lnTo>
                    <a:pt x="1092" y="4517"/>
                  </a:lnTo>
                  <a:cubicBezTo>
                    <a:pt x="1369" y="4517"/>
                    <a:pt x="1369" y="4096"/>
                    <a:pt x="1092" y="4096"/>
                  </a:cubicBezTo>
                  <a:lnTo>
                    <a:pt x="757" y="4096"/>
                  </a:lnTo>
                  <a:cubicBezTo>
                    <a:pt x="785" y="3560"/>
                    <a:pt x="929" y="3024"/>
                    <a:pt x="1178" y="2546"/>
                  </a:cubicBezTo>
                  <a:lnTo>
                    <a:pt x="1465" y="2708"/>
                  </a:lnTo>
                  <a:cubicBezTo>
                    <a:pt x="1495" y="2721"/>
                    <a:pt x="1524" y="2727"/>
                    <a:pt x="1551" y="2727"/>
                  </a:cubicBezTo>
                  <a:cubicBezTo>
                    <a:pt x="1733" y="2727"/>
                    <a:pt x="1842" y="2478"/>
                    <a:pt x="1675" y="2345"/>
                  </a:cubicBezTo>
                  <a:lnTo>
                    <a:pt x="1388" y="2182"/>
                  </a:lnTo>
                  <a:cubicBezTo>
                    <a:pt x="1685" y="1732"/>
                    <a:pt x="2068" y="1340"/>
                    <a:pt x="2527" y="1053"/>
                  </a:cubicBezTo>
                  <a:lnTo>
                    <a:pt x="2690" y="1330"/>
                  </a:lnTo>
                  <a:cubicBezTo>
                    <a:pt x="2714" y="1393"/>
                    <a:pt x="2765" y="1419"/>
                    <a:pt x="2823" y="1419"/>
                  </a:cubicBezTo>
                  <a:cubicBezTo>
                    <a:pt x="2966" y="1419"/>
                    <a:pt x="3146" y="1259"/>
                    <a:pt x="3044" y="1129"/>
                  </a:cubicBezTo>
                  <a:lnTo>
                    <a:pt x="2881" y="842"/>
                  </a:lnTo>
                  <a:cubicBezTo>
                    <a:pt x="3369" y="593"/>
                    <a:pt x="3896" y="450"/>
                    <a:pt x="4441" y="421"/>
                  </a:cubicBezTo>
                  <a:lnTo>
                    <a:pt x="4441" y="756"/>
                  </a:lnTo>
                  <a:cubicBezTo>
                    <a:pt x="4436" y="895"/>
                    <a:pt x="4539" y="964"/>
                    <a:pt x="4643" y="964"/>
                  </a:cubicBezTo>
                  <a:cubicBezTo>
                    <a:pt x="4747" y="964"/>
                    <a:pt x="4853" y="895"/>
                    <a:pt x="4853" y="756"/>
                  </a:cubicBezTo>
                  <a:lnTo>
                    <a:pt x="4853" y="421"/>
                  </a:lnTo>
                  <a:close/>
                  <a:moveTo>
                    <a:pt x="4642" y="0"/>
                  </a:moveTo>
                  <a:cubicBezTo>
                    <a:pt x="2900" y="0"/>
                    <a:pt x="1331" y="1043"/>
                    <a:pt x="670" y="2651"/>
                  </a:cubicBezTo>
                  <a:cubicBezTo>
                    <a:pt x="0" y="4259"/>
                    <a:pt x="364" y="6115"/>
                    <a:pt x="1599" y="7350"/>
                  </a:cubicBezTo>
                  <a:cubicBezTo>
                    <a:pt x="2424" y="8169"/>
                    <a:pt x="3524" y="8608"/>
                    <a:pt x="4646" y="8608"/>
                  </a:cubicBezTo>
                  <a:cubicBezTo>
                    <a:pt x="5201" y="8608"/>
                    <a:pt x="5762" y="8500"/>
                    <a:pt x="6298" y="8278"/>
                  </a:cubicBezTo>
                  <a:cubicBezTo>
                    <a:pt x="7906" y="7618"/>
                    <a:pt x="8949" y="6048"/>
                    <a:pt x="8949" y="4307"/>
                  </a:cubicBezTo>
                  <a:cubicBezTo>
                    <a:pt x="8949" y="1924"/>
                    <a:pt x="7025" y="0"/>
                    <a:pt x="4642" y="0"/>
                  </a:cubicBezTo>
                  <a:close/>
                </a:path>
              </a:pathLst>
            </a:custGeom>
            <a:solidFill>
              <a:srgbClr val="435D7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802" name="Google Shape;13802;p43"/>
            <p:cNvSpPr/>
            <p:nvPr/>
          </p:nvSpPr>
          <p:spPr>
            <a:xfrm>
              <a:off x="5044905" y="3995263"/>
              <a:ext cx="29411" cy="29411"/>
            </a:xfrm>
            <a:custGeom>
              <a:rect b="b" l="l" r="r" t="t"/>
              <a:pathLst>
                <a:path extrusionOk="0" h="1120" w="1120">
                  <a:moveTo>
                    <a:pt x="555" y="0"/>
                  </a:moveTo>
                  <a:cubicBezTo>
                    <a:pt x="249" y="0"/>
                    <a:pt x="0" y="249"/>
                    <a:pt x="0" y="565"/>
                  </a:cubicBezTo>
                  <a:cubicBezTo>
                    <a:pt x="0" y="871"/>
                    <a:pt x="249" y="1120"/>
                    <a:pt x="555" y="1120"/>
                  </a:cubicBezTo>
                  <a:cubicBezTo>
                    <a:pt x="871" y="1120"/>
                    <a:pt x="1120" y="871"/>
                    <a:pt x="1120" y="565"/>
                  </a:cubicBezTo>
                  <a:cubicBezTo>
                    <a:pt x="1120" y="249"/>
                    <a:pt x="871" y="0"/>
                    <a:pt x="555" y="0"/>
                  </a:cubicBez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803" name="Google Shape;13803;p43"/>
            <p:cNvSpPr/>
            <p:nvPr/>
          </p:nvSpPr>
          <p:spPr>
            <a:xfrm>
              <a:off x="5044642" y="3995132"/>
              <a:ext cx="24396" cy="29674"/>
            </a:xfrm>
            <a:custGeom>
              <a:rect b="b" l="l" r="r" t="t"/>
              <a:pathLst>
                <a:path extrusionOk="0" h="1130" w="929">
                  <a:moveTo>
                    <a:pt x="564" y="0"/>
                  </a:moveTo>
                  <a:cubicBezTo>
                    <a:pt x="274" y="0"/>
                    <a:pt x="0" y="227"/>
                    <a:pt x="0" y="560"/>
                  </a:cubicBezTo>
                  <a:cubicBezTo>
                    <a:pt x="0" y="901"/>
                    <a:pt x="275" y="1129"/>
                    <a:pt x="565" y="1129"/>
                  </a:cubicBezTo>
                  <a:cubicBezTo>
                    <a:pt x="690" y="1129"/>
                    <a:pt x="819" y="1086"/>
                    <a:pt x="929" y="991"/>
                  </a:cubicBezTo>
                  <a:cubicBezTo>
                    <a:pt x="804" y="886"/>
                    <a:pt x="737" y="732"/>
                    <a:pt x="737" y="570"/>
                  </a:cubicBezTo>
                  <a:cubicBezTo>
                    <a:pt x="737" y="397"/>
                    <a:pt x="804" y="244"/>
                    <a:pt x="929" y="139"/>
                  </a:cubicBezTo>
                  <a:cubicBezTo>
                    <a:pt x="818" y="43"/>
                    <a:pt x="690" y="0"/>
                    <a:pt x="564" y="0"/>
                  </a:cubicBez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3804" name="Google Shape;13804;p43"/>
          <p:cNvGrpSpPr/>
          <p:nvPr/>
        </p:nvGrpSpPr>
        <p:grpSpPr>
          <a:xfrm>
            <a:off x="5341433" y="3640871"/>
            <a:ext cx="330272" cy="329117"/>
            <a:chOff x="5341433" y="3793271"/>
            <a:chExt cx="330272" cy="329117"/>
          </a:xfrm>
        </p:grpSpPr>
        <p:sp>
          <p:nvSpPr>
            <p:cNvPr id="13805" name="Google Shape;13805;p43"/>
            <p:cNvSpPr/>
            <p:nvPr/>
          </p:nvSpPr>
          <p:spPr>
            <a:xfrm>
              <a:off x="5436441" y="3976408"/>
              <a:ext cx="52546" cy="52546"/>
            </a:xfrm>
            <a:custGeom>
              <a:rect b="b" l="l" r="r" t="t"/>
              <a:pathLst>
                <a:path extrusionOk="0" h="2001" w="2001">
                  <a:moveTo>
                    <a:pt x="1245" y="0"/>
                  </a:moveTo>
                  <a:lnTo>
                    <a:pt x="1" y="1235"/>
                  </a:lnTo>
                  <a:cubicBezTo>
                    <a:pt x="96" y="1254"/>
                    <a:pt x="182" y="1292"/>
                    <a:pt x="240" y="1359"/>
                  </a:cubicBezTo>
                  <a:lnTo>
                    <a:pt x="642" y="1761"/>
                  </a:lnTo>
                  <a:cubicBezTo>
                    <a:pt x="709" y="1819"/>
                    <a:pt x="747" y="1905"/>
                    <a:pt x="766" y="2000"/>
                  </a:cubicBezTo>
                  <a:lnTo>
                    <a:pt x="2001" y="756"/>
                  </a:lnTo>
                  <a:cubicBezTo>
                    <a:pt x="1714" y="546"/>
                    <a:pt x="1455" y="287"/>
                    <a:pt x="1245" y="0"/>
                  </a:cubicBez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806" name="Google Shape;13806;p43"/>
            <p:cNvSpPr/>
            <p:nvPr/>
          </p:nvSpPr>
          <p:spPr>
            <a:xfrm>
              <a:off x="5436179" y="3976146"/>
              <a:ext cx="42515" cy="52310"/>
            </a:xfrm>
            <a:custGeom>
              <a:rect b="b" l="l" r="r" t="t"/>
              <a:pathLst>
                <a:path extrusionOk="0" h="1992" w="1619">
                  <a:moveTo>
                    <a:pt x="1245" y="1"/>
                  </a:moveTo>
                  <a:lnTo>
                    <a:pt x="1" y="1235"/>
                  </a:lnTo>
                  <a:cubicBezTo>
                    <a:pt x="87" y="1254"/>
                    <a:pt x="173" y="1293"/>
                    <a:pt x="240" y="1360"/>
                  </a:cubicBezTo>
                  <a:lnTo>
                    <a:pt x="642" y="1752"/>
                  </a:lnTo>
                  <a:cubicBezTo>
                    <a:pt x="700" y="1819"/>
                    <a:pt x="747" y="1905"/>
                    <a:pt x="757" y="1991"/>
                  </a:cubicBezTo>
                  <a:lnTo>
                    <a:pt x="1226" y="1532"/>
                  </a:lnTo>
                  <a:lnTo>
                    <a:pt x="1059" y="1356"/>
                  </a:lnTo>
                  <a:lnTo>
                    <a:pt x="1059" y="1356"/>
                  </a:lnTo>
                  <a:cubicBezTo>
                    <a:pt x="1060" y="1357"/>
                    <a:pt x="1062" y="1358"/>
                    <a:pt x="1063" y="1360"/>
                  </a:cubicBezTo>
                  <a:lnTo>
                    <a:pt x="1054" y="1350"/>
                  </a:lnTo>
                  <a:lnTo>
                    <a:pt x="1059" y="1356"/>
                  </a:lnTo>
                  <a:lnTo>
                    <a:pt x="1059" y="1356"/>
                  </a:lnTo>
                  <a:cubicBezTo>
                    <a:pt x="958" y="1260"/>
                    <a:pt x="959" y="1100"/>
                    <a:pt x="1054" y="996"/>
                  </a:cubicBezTo>
                  <a:lnTo>
                    <a:pt x="1618" y="431"/>
                  </a:lnTo>
                  <a:cubicBezTo>
                    <a:pt x="1484" y="297"/>
                    <a:pt x="1360" y="154"/>
                    <a:pt x="1245" y="1"/>
                  </a:cubicBezTo>
                  <a:close/>
                </a:path>
              </a:pathLst>
            </a:custGeom>
            <a:solidFill>
              <a:srgbClr val="B5C4D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807" name="Google Shape;13807;p43"/>
            <p:cNvSpPr/>
            <p:nvPr/>
          </p:nvSpPr>
          <p:spPr>
            <a:xfrm>
              <a:off x="5431925" y="3793350"/>
              <a:ext cx="239780" cy="228830"/>
            </a:xfrm>
            <a:custGeom>
              <a:rect b="b" l="l" r="r" t="t"/>
              <a:pathLst>
                <a:path extrusionOk="0" h="8714" w="9131">
                  <a:moveTo>
                    <a:pt x="4780" y="1"/>
                  </a:moveTo>
                  <a:cubicBezTo>
                    <a:pt x="3645" y="1"/>
                    <a:pt x="2528" y="444"/>
                    <a:pt x="1694" y="1277"/>
                  </a:cubicBezTo>
                  <a:cubicBezTo>
                    <a:pt x="0" y="2980"/>
                    <a:pt x="0" y="5737"/>
                    <a:pt x="1694" y="7440"/>
                  </a:cubicBezTo>
                  <a:cubicBezTo>
                    <a:pt x="2525" y="8271"/>
                    <a:pt x="3637" y="8713"/>
                    <a:pt x="4769" y="8713"/>
                  </a:cubicBezTo>
                  <a:cubicBezTo>
                    <a:pt x="5332" y="8713"/>
                    <a:pt x="5901" y="8604"/>
                    <a:pt x="6441" y="8378"/>
                  </a:cubicBezTo>
                  <a:cubicBezTo>
                    <a:pt x="8068" y="7708"/>
                    <a:pt x="9130" y="6120"/>
                    <a:pt x="9130" y="4359"/>
                  </a:cubicBezTo>
                  <a:cubicBezTo>
                    <a:pt x="9130" y="2598"/>
                    <a:pt x="8068" y="1009"/>
                    <a:pt x="6441" y="330"/>
                  </a:cubicBezTo>
                  <a:cubicBezTo>
                    <a:pt x="5904" y="108"/>
                    <a:pt x="5340" y="1"/>
                    <a:pt x="4780" y="1"/>
                  </a:cubicBezTo>
                  <a:close/>
                </a:path>
              </a:pathLst>
            </a:custGeom>
            <a:solidFill>
              <a:srgbClr val="E6EBE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808" name="Google Shape;13808;p43"/>
            <p:cNvSpPr/>
            <p:nvPr/>
          </p:nvSpPr>
          <p:spPr>
            <a:xfrm>
              <a:off x="5427408" y="3793271"/>
              <a:ext cx="139756" cy="228830"/>
            </a:xfrm>
            <a:custGeom>
              <a:rect b="b" l="l" r="r" t="t"/>
              <a:pathLst>
                <a:path extrusionOk="0" h="8714" w="5322">
                  <a:moveTo>
                    <a:pt x="4940" y="0"/>
                  </a:moveTo>
                  <a:cubicBezTo>
                    <a:pt x="2561" y="0"/>
                    <a:pt x="593" y="1935"/>
                    <a:pt x="593" y="4362"/>
                  </a:cubicBezTo>
                  <a:cubicBezTo>
                    <a:pt x="593" y="6779"/>
                    <a:pt x="2561" y="8713"/>
                    <a:pt x="4940" y="8713"/>
                  </a:cubicBezTo>
                  <a:cubicBezTo>
                    <a:pt x="5066" y="8713"/>
                    <a:pt x="5193" y="8708"/>
                    <a:pt x="5321" y="8697"/>
                  </a:cubicBezTo>
                  <a:cubicBezTo>
                    <a:pt x="4297" y="8611"/>
                    <a:pt x="3340" y="8161"/>
                    <a:pt x="2613" y="7434"/>
                  </a:cubicBezTo>
                  <a:cubicBezTo>
                    <a:pt x="0" y="4821"/>
                    <a:pt x="1637" y="333"/>
                    <a:pt x="5321" y="17"/>
                  </a:cubicBezTo>
                  <a:cubicBezTo>
                    <a:pt x="5193" y="6"/>
                    <a:pt x="5066" y="0"/>
                    <a:pt x="4940" y="0"/>
                  </a:cubicBez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809" name="Google Shape;13809;p43"/>
            <p:cNvSpPr/>
            <p:nvPr/>
          </p:nvSpPr>
          <p:spPr>
            <a:xfrm>
              <a:off x="5464828" y="3814936"/>
              <a:ext cx="194061" cy="185343"/>
            </a:xfrm>
            <a:custGeom>
              <a:rect b="b" l="l" r="r" t="t"/>
              <a:pathLst>
                <a:path extrusionOk="0" h="7058" w="7390">
                  <a:moveTo>
                    <a:pt x="3553" y="1"/>
                  </a:moveTo>
                  <a:cubicBezTo>
                    <a:pt x="1738" y="1"/>
                    <a:pt x="1" y="1411"/>
                    <a:pt x="1" y="3537"/>
                  </a:cubicBezTo>
                  <a:cubicBezTo>
                    <a:pt x="1" y="4963"/>
                    <a:pt x="862" y="6245"/>
                    <a:pt x="2173" y="6790"/>
                  </a:cubicBezTo>
                  <a:cubicBezTo>
                    <a:pt x="2609" y="6971"/>
                    <a:pt x="3066" y="7058"/>
                    <a:pt x="3519" y="7058"/>
                  </a:cubicBezTo>
                  <a:cubicBezTo>
                    <a:pt x="4438" y="7058"/>
                    <a:pt x="5341" y="6698"/>
                    <a:pt x="6021" y="6025"/>
                  </a:cubicBezTo>
                  <a:cubicBezTo>
                    <a:pt x="7389" y="4647"/>
                    <a:pt x="7389" y="2417"/>
                    <a:pt x="6021" y="1039"/>
                  </a:cubicBezTo>
                  <a:cubicBezTo>
                    <a:pt x="5301" y="322"/>
                    <a:pt x="4418" y="1"/>
                    <a:pt x="3553" y="1"/>
                  </a:cubicBezTo>
                  <a:close/>
                </a:path>
              </a:pathLst>
            </a:custGeom>
            <a:solidFill>
              <a:srgbClr val="8797A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810" name="Google Shape;13810;p43"/>
            <p:cNvSpPr/>
            <p:nvPr/>
          </p:nvSpPr>
          <p:spPr>
            <a:xfrm>
              <a:off x="5456793" y="3815251"/>
              <a:ext cx="110607" cy="185080"/>
            </a:xfrm>
            <a:custGeom>
              <a:rect b="b" l="l" r="r" t="t"/>
              <a:pathLst>
                <a:path extrusionOk="0" h="7048" w="4212">
                  <a:moveTo>
                    <a:pt x="3821" y="0"/>
                  </a:moveTo>
                  <a:cubicBezTo>
                    <a:pt x="1903" y="0"/>
                    <a:pt x="307" y="1561"/>
                    <a:pt x="307" y="3525"/>
                  </a:cubicBezTo>
                  <a:cubicBezTo>
                    <a:pt x="307" y="5493"/>
                    <a:pt x="1910" y="7047"/>
                    <a:pt x="3833" y="7047"/>
                  </a:cubicBezTo>
                  <a:cubicBezTo>
                    <a:pt x="3958" y="7047"/>
                    <a:pt x="4084" y="7041"/>
                    <a:pt x="4212" y="7027"/>
                  </a:cubicBezTo>
                  <a:cubicBezTo>
                    <a:pt x="3408" y="6941"/>
                    <a:pt x="2661" y="6578"/>
                    <a:pt x="2097" y="6013"/>
                  </a:cubicBezTo>
                  <a:cubicBezTo>
                    <a:pt x="1" y="3917"/>
                    <a:pt x="1264" y="338"/>
                    <a:pt x="4212" y="22"/>
                  </a:cubicBezTo>
                  <a:cubicBezTo>
                    <a:pt x="4080" y="7"/>
                    <a:pt x="3950" y="0"/>
                    <a:pt x="3821" y="0"/>
                  </a:cubicBezTo>
                  <a:close/>
                </a:path>
              </a:pathLst>
            </a:custGeom>
            <a:solidFill>
              <a:srgbClr val="6C81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811" name="Google Shape;13811;p43"/>
            <p:cNvSpPr/>
            <p:nvPr/>
          </p:nvSpPr>
          <p:spPr>
            <a:xfrm>
              <a:off x="5531949" y="3851752"/>
              <a:ext cx="50787" cy="50550"/>
            </a:xfrm>
            <a:custGeom>
              <a:rect b="b" l="l" r="r" t="t"/>
              <a:pathLst>
                <a:path extrusionOk="0" h="1925" w="1934">
                  <a:moveTo>
                    <a:pt x="967" y="0"/>
                  </a:moveTo>
                  <a:cubicBezTo>
                    <a:pt x="440" y="0"/>
                    <a:pt x="0" y="431"/>
                    <a:pt x="0" y="957"/>
                  </a:cubicBezTo>
                  <a:cubicBezTo>
                    <a:pt x="0" y="1493"/>
                    <a:pt x="440" y="1924"/>
                    <a:pt x="967" y="1924"/>
                  </a:cubicBezTo>
                  <a:cubicBezTo>
                    <a:pt x="1503" y="1924"/>
                    <a:pt x="1933" y="1493"/>
                    <a:pt x="1933" y="957"/>
                  </a:cubicBezTo>
                  <a:cubicBezTo>
                    <a:pt x="1933" y="431"/>
                    <a:pt x="1503" y="0"/>
                    <a:pt x="967" y="0"/>
                  </a:cubicBezTo>
                  <a:close/>
                </a:path>
              </a:pathLst>
            </a:custGeom>
            <a:solidFill>
              <a:srgbClr val="738A9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812" name="Google Shape;13812;p43"/>
            <p:cNvSpPr/>
            <p:nvPr/>
          </p:nvSpPr>
          <p:spPr>
            <a:xfrm>
              <a:off x="5532185" y="3851726"/>
              <a:ext cx="35215" cy="50577"/>
            </a:xfrm>
            <a:custGeom>
              <a:rect b="b" l="l" r="r" t="t"/>
              <a:pathLst>
                <a:path extrusionOk="0" h="1926" w="1341">
                  <a:moveTo>
                    <a:pt x="960" y="1"/>
                  </a:moveTo>
                  <a:cubicBezTo>
                    <a:pt x="451" y="1"/>
                    <a:pt x="1" y="406"/>
                    <a:pt x="1" y="958"/>
                  </a:cubicBezTo>
                  <a:cubicBezTo>
                    <a:pt x="1" y="1519"/>
                    <a:pt x="451" y="1926"/>
                    <a:pt x="960" y="1926"/>
                  </a:cubicBezTo>
                  <a:cubicBezTo>
                    <a:pt x="1085" y="1926"/>
                    <a:pt x="1214" y="1901"/>
                    <a:pt x="1341" y="1848"/>
                  </a:cubicBezTo>
                  <a:cubicBezTo>
                    <a:pt x="987" y="1695"/>
                    <a:pt x="757" y="1351"/>
                    <a:pt x="757" y="968"/>
                  </a:cubicBezTo>
                  <a:cubicBezTo>
                    <a:pt x="747" y="576"/>
                    <a:pt x="987" y="231"/>
                    <a:pt x="1341" y="78"/>
                  </a:cubicBezTo>
                  <a:cubicBezTo>
                    <a:pt x="1214" y="25"/>
                    <a:pt x="1085" y="1"/>
                    <a:pt x="960" y="1"/>
                  </a:cubicBez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813" name="Google Shape;13813;p43"/>
            <p:cNvSpPr/>
            <p:nvPr/>
          </p:nvSpPr>
          <p:spPr>
            <a:xfrm>
              <a:off x="5515852" y="3902276"/>
              <a:ext cx="82955" cy="53045"/>
            </a:xfrm>
            <a:custGeom>
              <a:rect b="b" l="l" r="r" t="t"/>
              <a:pathLst>
                <a:path extrusionOk="0" h="2020" w="3159">
                  <a:moveTo>
                    <a:pt x="1034" y="0"/>
                  </a:moveTo>
                  <a:cubicBezTo>
                    <a:pt x="460" y="0"/>
                    <a:pt x="1" y="459"/>
                    <a:pt x="1" y="1034"/>
                  </a:cubicBezTo>
                  <a:lnTo>
                    <a:pt x="1" y="1838"/>
                  </a:lnTo>
                  <a:cubicBezTo>
                    <a:pt x="1" y="1943"/>
                    <a:pt x="77" y="2019"/>
                    <a:pt x="183" y="2019"/>
                  </a:cubicBezTo>
                  <a:lnTo>
                    <a:pt x="2977" y="2019"/>
                  </a:lnTo>
                  <a:cubicBezTo>
                    <a:pt x="3073" y="2019"/>
                    <a:pt x="3159" y="1943"/>
                    <a:pt x="3159" y="1838"/>
                  </a:cubicBezTo>
                  <a:lnTo>
                    <a:pt x="3159" y="1034"/>
                  </a:lnTo>
                  <a:cubicBezTo>
                    <a:pt x="3149" y="469"/>
                    <a:pt x="2690" y="0"/>
                    <a:pt x="2125" y="0"/>
                  </a:cubicBez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814" name="Google Shape;13814;p43"/>
            <p:cNvSpPr/>
            <p:nvPr/>
          </p:nvSpPr>
          <p:spPr>
            <a:xfrm>
              <a:off x="5515852" y="3902276"/>
              <a:ext cx="47032" cy="53045"/>
            </a:xfrm>
            <a:custGeom>
              <a:rect b="b" l="l" r="r" t="t"/>
              <a:pathLst>
                <a:path extrusionOk="0" h="2020" w="1791">
                  <a:moveTo>
                    <a:pt x="1034" y="0"/>
                  </a:moveTo>
                  <a:cubicBezTo>
                    <a:pt x="460" y="0"/>
                    <a:pt x="1" y="459"/>
                    <a:pt x="1" y="1034"/>
                  </a:cubicBezTo>
                  <a:lnTo>
                    <a:pt x="1" y="1838"/>
                  </a:lnTo>
                  <a:cubicBezTo>
                    <a:pt x="1" y="1933"/>
                    <a:pt x="77" y="2019"/>
                    <a:pt x="183" y="2019"/>
                  </a:cubicBezTo>
                  <a:lnTo>
                    <a:pt x="939" y="2019"/>
                  </a:lnTo>
                  <a:cubicBezTo>
                    <a:pt x="833" y="2010"/>
                    <a:pt x="757" y="1933"/>
                    <a:pt x="757" y="1838"/>
                  </a:cubicBezTo>
                  <a:lnTo>
                    <a:pt x="757" y="1034"/>
                  </a:lnTo>
                  <a:cubicBezTo>
                    <a:pt x="766" y="459"/>
                    <a:pt x="1226" y="0"/>
                    <a:pt x="1790" y="0"/>
                  </a:cubicBez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815" name="Google Shape;13815;p43"/>
            <p:cNvSpPr/>
            <p:nvPr/>
          </p:nvSpPr>
          <p:spPr>
            <a:xfrm>
              <a:off x="5531686" y="3923311"/>
              <a:ext cx="10084" cy="32011"/>
            </a:xfrm>
            <a:custGeom>
              <a:rect b="b" l="l" r="r" t="t"/>
              <a:pathLst>
                <a:path extrusionOk="0" h="1219" w="384">
                  <a:moveTo>
                    <a:pt x="196" y="1"/>
                  </a:moveTo>
                  <a:cubicBezTo>
                    <a:pt x="101" y="1"/>
                    <a:pt x="5" y="65"/>
                    <a:pt x="1" y="194"/>
                  </a:cubicBezTo>
                  <a:lnTo>
                    <a:pt x="1" y="1209"/>
                  </a:lnTo>
                  <a:lnTo>
                    <a:pt x="383" y="1218"/>
                  </a:lnTo>
                  <a:lnTo>
                    <a:pt x="383" y="194"/>
                  </a:lnTo>
                  <a:cubicBezTo>
                    <a:pt x="383" y="65"/>
                    <a:pt x="290" y="1"/>
                    <a:pt x="196" y="1"/>
                  </a:cubicBez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816" name="Google Shape;13816;p43"/>
            <p:cNvSpPr/>
            <p:nvPr/>
          </p:nvSpPr>
          <p:spPr>
            <a:xfrm>
              <a:off x="5572915" y="3923311"/>
              <a:ext cx="10084" cy="32011"/>
            </a:xfrm>
            <a:custGeom>
              <a:rect b="b" l="l" r="r" t="t"/>
              <a:pathLst>
                <a:path extrusionOk="0" h="1219" w="384">
                  <a:moveTo>
                    <a:pt x="192" y="1"/>
                  </a:moveTo>
                  <a:cubicBezTo>
                    <a:pt x="96" y="1"/>
                    <a:pt x="0" y="65"/>
                    <a:pt x="0" y="194"/>
                  </a:cubicBezTo>
                  <a:lnTo>
                    <a:pt x="0" y="1209"/>
                  </a:lnTo>
                  <a:lnTo>
                    <a:pt x="383" y="1218"/>
                  </a:lnTo>
                  <a:lnTo>
                    <a:pt x="383" y="194"/>
                  </a:lnTo>
                  <a:cubicBezTo>
                    <a:pt x="383" y="65"/>
                    <a:pt x="287" y="1"/>
                    <a:pt x="192" y="1"/>
                  </a:cubicBez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817" name="Google Shape;13817;p43"/>
            <p:cNvSpPr/>
            <p:nvPr/>
          </p:nvSpPr>
          <p:spPr>
            <a:xfrm>
              <a:off x="5341433" y="4004874"/>
              <a:ext cx="120166" cy="117514"/>
            </a:xfrm>
            <a:custGeom>
              <a:rect b="b" l="l" r="r" t="t"/>
              <a:pathLst>
                <a:path extrusionOk="0" h="4475" w="4576">
                  <a:moveTo>
                    <a:pt x="3625" y="0"/>
                  </a:moveTo>
                  <a:cubicBezTo>
                    <a:pt x="3497" y="0"/>
                    <a:pt x="3370" y="50"/>
                    <a:pt x="3274" y="151"/>
                  </a:cubicBezTo>
                  <a:lnTo>
                    <a:pt x="192" y="3223"/>
                  </a:lnTo>
                  <a:cubicBezTo>
                    <a:pt x="1" y="3414"/>
                    <a:pt x="1" y="3730"/>
                    <a:pt x="192" y="3931"/>
                  </a:cubicBezTo>
                  <a:lnTo>
                    <a:pt x="594" y="4323"/>
                  </a:lnTo>
                  <a:cubicBezTo>
                    <a:pt x="690" y="4424"/>
                    <a:pt x="817" y="4474"/>
                    <a:pt x="945" y="4474"/>
                  </a:cubicBezTo>
                  <a:cubicBezTo>
                    <a:pt x="1073" y="4474"/>
                    <a:pt x="1202" y="4424"/>
                    <a:pt x="1303" y="4323"/>
                  </a:cubicBezTo>
                  <a:lnTo>
                    <a:pt x="4375" y="1251"/>
                  </a:lnTo>
                  <a:cubicBezTo>
                    <a:pt x="4576" y="1060"/>
                    <a:pt x="4576" y="744"/>
                    <a:pt x="4375" y="543"/>
                  </a:cubicBezTo>
                  <a:lnTo>
                    <a:pt x="3982" y="151"/>
                  </a:lnTo>
                  <a:cubicBezTo>
                    <a:pt x="3882" y="50"/>
                    <a:pt x="3753" y="0"/>
                    <a:pt x="3625" y="0"/>
                  </a:cubicBez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818" name="Google Shape;13818;p43"/>
            <p:cNvSpPr/>
            <p:nvPr/>
          </p:nvSpPr>
          <p:spPr>
            <a:xfrm>
              <a:off x="5341433" y="4004874"/>
              <a:ext cx="105093" cy="117514"/>
            </a:xfrm>
            <a:custGeom>
              <a:rect b="b" l="l" r="r" t="t"/>
              <a:pathLst>
                <a:path extrusionOk="0" h="4475" w="4002">
                  <a:moveTo>
                    <a:pt x="3625" y="0"/>
                  </a:moveTo>
                  <a:cubicBezTo>
                    <a:pt x="3497" y="0"/>
                    <a:pt x="3370" y="50"/>
                    <a:pt x="3274" y="151"/>
                  </a:cubicBezTo>
                  <a:lnTo>
                    <a:pt x="192" y="3223"/>
                  </a:lnTo>
                  <a:cubicBezTo>
                    <a:pt x="1" y="3414"/>
                    <a:pt x="1" y="3730"/>
                    <a:pt x="192" y="3931"/>
                  </a:cubicBezTo>
                  <a:lnTo>
                    <a:pt x="594" y="4323"/>
                  </a:lnTo>
                  <a:cubicBezTo>
                    <a:pt x="690" y="4424"/>
                    <a:pt x="817" y="4474"/>
                    <a:pt x="945" y="4474"/>
                  </a:cubicBezTo>
                  <a:cubicBezTo>
                    <a:pt x="1073" y="4474"/>
                    <a:pt x="1202" y="4424"/>
                    <a:pt x="1303" y="4323"/>
                  </a:cubicBezTo>
                  <a:lnTo>
                    <a:pt x="1322" y="4304"/>
                  </a:lnTo>
                  <a:lnTo>
                    <a:pt x="958" y="3931"/>
                  </a:lnTo>
                  <a:cubicBezTo>
                    <a:pt x="757" y="3730"/>
                    <a:pt x="757" y="3414"/>
                    <a:pt x="958" y="3223"/>
                  </a:cubicBezTo>
                  <a:lnTo>
                    <a:pt x="4001" y="170"/>
                  </a:lnTo>
                  <a:lnTo>
                    <a:pt x="3982" y="151"/>
                  </a:lnTo>
                  <a:cubicBezTo>
                    <a:pt x="3882" y="50"/>
                    <a:pt x="3753" y="0"/>
                    <a:pt x="3625" y="0"/>
                  </a:cubicBez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819" name="Google Shape;13819;p43"/>
            <p:cNvSpPr/>
            <p:nvPr/>
          </p:nvSpPr>
          <p:spPr>
            <a:xfrm>
              <a:off x="5417587" y="4004874"/>
              <a:ext cx="43749" cy="42436"/>
            </a:xfrm>
            <a:custGeom>
              <a:rect b="b" l="l" r="r" t="t"/>
              <a:pathLst>
                <a:path extrusionOk="0" h="1616" w="1666">
                  <a:moveTo>
                    <a:pt x="725" y="0"/>
                  </a:moveTo>
                  <a:cubicBezTo>
                    <a:pt x="597" y="0"/>
                    <a:pt x="470" y="50"/>
                    <a:pt x="374" y="151"/>
                  </a:cubicBezTo>
                  <a:lnTo>
                    <a:pt x="1" y="515"/>
                  </a:lnTo>
                  <a:lnTo>
                    <a:pt x="1111" y="1615"/>
                  </a:lnTo>
                  <a:lnTo>
                    <a:pt x="1475" y="1251"/>
                  </a:lnTo>
                  <a:cubicBezTo>
                    <a:pt x="1666" y="1060"/>
                    <a:pt x="1666" y="744"/>
                    <a:pt x="1475" y="543"/>
                  </a:cubicBezTo>
                  <a:lnTo>
                    <a:pt x="1082" y="151"/>
                  </a:lnTo>
                  <a:cubicBezTo>
                    <a:pt x="982" y="50"/>
                    <a:pt x="853" y="0"/>
                    <a:pt x="725" y="0"/>
                  </a:cubicBez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820" name="Google Shape;13820;p43"/>
            <p:cNvSpPr/>
            <p:nvPr/>
          </p:nvSpPr>
          <p:spPr>
            <a:xfrm>
              <a:off x="5417587" y="4004795"/>
              <a:ext cx="28939" cy="23398"/>
            </a:xfrm>
            <a:custGeom>
              <a:rect b="b" l="l" r="r" t="t"/>
              <a:pathLst>
                <a:path extrusionOk="0" h="891" w="1102">
                  <a:moveTo>
                    <a:pt x="671" y="1"/>
                  </a:moveTo>
                  <a:lnTo>
                    <a:pt x="623" y="10"/>
                  </a:lnTo>
                  <a:cubicBezTo>
                    <a:pt x="527" y="29"/>
                    <a:pt x="441" y="77"/>
                    <a:pt x="364" y="144"/>
                  </a:cubicBezTo>
                  <a:lnTo>
                    <a:pt x="96" y="422"/>
                  </a:lnTo>
                  <a:lnTo>
                    <a:pt x="1" y="518"/>
                  </a:lnTo>
                  <a:lnTo>
                    <a:pt x="384" y="891"/>
                  </a:lnTo>
                  <a:lnTo>
                    <a:pt x="1101" y="173"/>
                  </a:lnTo>
                  <a:lnTo>
                    <a:pt x="1073" y="154"/>
                  </a:lnTo>
                  <a:lnTo>
                    <a:pt x="1044" y="116"/>
                  </a:lnTo>
                  <a:lnTo>
                    <a:pt x="1025" y="106"/>
                  </a:lnTo>
                  <a:cubicBezTo>
                    <a:pt x="939" y="39"/>
                    <a:pt x="833" y="1"/>
                    <a:pt x="719" y="1"/>
                  </a:cubicBez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3821" name="Google Shape;13821;p43"/>
          <p:cNvGrpSpPr/>
          <p:nvPr/>
        </p:nvGrpSpPr>
        <p:grpSpPr>
          <a:xfrm>
            <a:off x="5744051" y="3613850"/>
            <a:ext cx="428511" cy="383186"/>
            <a:chOff x="5744051" y="3766250"/>
            <a:chExt cx="428511" cy="383186"/>
          </a:xfrm>
        </p:grpSpPr>
        <p:sp>
          <p:nvSpPr>
            <p:cNvPr id="13822" name="Google Shape;13822;p43"/>
            <p:cNvSpPr/>
            <p:nvPr/>
          </p:nvSpPr>
          <p:spPr>
            <a:xfrm>
              <a:off x="5872489" y="3804510"/>
              <a:ext cx="130696" cy="130460"/>
            </a:xfrm>
            <a:custGeom>
              <a:rect b="b" l="l" r="r" t="t"/>
              <a:pathLst>
                <a:path extrusionOk="0" h="4968" w="4977">
                  <a:moveTo>
                    <a:pt x="2480" y="0"/>
                  </a:moveTo>
                  <a:cubicBezTo>
                    <a:pt x="1110" y="0"/>
                    <a:pt x="0" y="1107"/>
                    <a:pt x="0" y="2479"/>
                  </a:cubicBezTo>
                  <a:cubicBezTo>
                    <a:pt x="0" y="3847"/>
                    <a:pt x="1110" y="4967"/>
                    <a:pt x="2479" y="4967"/>
                  </a:cubicBezTo>
                  <a:cubicBezTo>
                    <a:pt x="2485" y="4967"/>
                    <a:pt x="2491" y="4967"/>
                    <a:pt x="2496" y="4967"/>
                  </a:cubicBezTo>
                  <a:cubicBezTo>
                    <a:pt x="3866" y="4967"/>
                    <a:pt x="4967" y="3861"/>
                    <a:pt x="4977" y="2488"/>
                  </a:cubicBezTo>
                  <a:cubicBezTo>
                    <a:pt x="4977" y="1120"/>
                    <a:pt x="3866" y="0"/>
                    <a:pt x="2498" y="0"/>
                  </a:cubicBezTo>
                  <a:cubicBezTo>
                    <a:pt x="2492" y="0"/>
                    <a:pt x="2486" y="0"/>
                    <a:pt x="2480" y="0"/>
                  </a:cubicBezTo>
                  <a:close/>
                </a:path>
              </a:pathLst>
            </a:custGeom>
            <a:solidFill>
              <a:srgbClr val="ACBDC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823" name="Google Shape;13823;p43"/>
            <p:cNvSpPr/>
            <p:nvPr/>
          </p:nvSpPr>
          <p:spPr>
            <a:xfrm>
              <a:off x="5871963" y="3804169"/>
              <a:ext cx="74185" cy="130775"/>
            </a:xfrm>
            <a:custGeom>
              <a:rect b="b" l="l" r="r" t="t"/>
              <a:pathLst>
                <a:path extrusionOk="0" h="4980" w="2825">
                  <a:moveTo>
                    <a:pt x="2487" y="0"/>
                  </a:moveTo>
                  <a:cubicBezTo>
                    <a:pt x="1138" y="0"/>
                    <a:pt x="10" y="1094"/>
                    <a:pt x="1" y="2482"/>
                  </a:cubicBezTo>
                  <a:cubicBezTo>
                    <a:pt x="1" y="3880"/>
                    <a:pt x="1144" y="4980"/>
                    <a:pt x="2498" y="4980"/>
                  </a:cubicBezTo>
                  <a:cubicBezTo>
                    <a:pt x="2599" y="4980"/>
                    <a:pt x="2702" y="4974"/>
                    <a:pt x="2805" y="4961"/>
                  </a:cubicBezTo>
                  <a:cubicBezTo>
                    <a:pt x="1570" y="4789"/>
                    <a:pt x="642" y="3736"/>
                    <a:pt x="642" y="2482"/>
                  </a:cubicBezTo>
                  <a:cubicBezTo>
                    <a:pt x="652" y="1238"/>
                    <a:pt x="1580" y="185"/>
                    <a:pt x="2824" y="23"/>
                  </a:cubicBezTo>
                  <a:cubicBezTo>
                    <a:pt x="2710" y="8"/>
                    <a:pt x="2598" y="0"/>
                    <a:pt x="2487" y="0"/>
                  </a:cubicBezTo>
                  <a:close/>
                </a:path>
              </a:pathLst>
            </a:custGeom>
            <a:solidFill>
              <a:srgbClr val="96ABB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824" name="Google Shape;13824;p43"/>
            <p:cNvSpPr/>
            <p:nvPr/>
          </p:nvSpPr>
          <p:spPr>
            <a:xfrm>
              <a:off x="5893339" y="3825361"/>
              <a:ext cx="88995" cy="88733"/>
            </a:xfrm>
            <a:custGeom>
              <a:rect b="b" l="l" r="r" t="t"/>
              <a:pathLst>
                <a:path extrusionOk="0" h="3379" w="3389">
                  <a:moveTo>
                    <a:pt x="1677" y="0"/>
                  </a:moveTo>
                  <a:cubicBezTo>
                    <a:pt x="756" y="0"/>
                    <a:pt x="0" y="753"/>
                    <a:pt x="0" y="1685"/>
                  </a:cubicBezTo>
                  <a:cubicBezTo>
                    <a:pt x="0" y="2623"/>
                    <a:pt x="756" y="3379"/>
                    <a:pt x="1685" y="3379"/>
                  </a:cubicBezTo>
                  <a:cubicBezTo>
                    <a:pt x="1691" y="3379"/>
                    <a:pt x="1696" y="3379"/>
                    <a:pt x="1702" y="3379"/>
                  </a:cubicBezTo>
                  <a:cubicBezTo>
                    <a:pt x="2632" y="3379"/>
                    <a:pt x="3379" y="2627"/>
                    <a:pt x="3388" y="1694"/>
                  </a:cubicBezTo>
                  <a:cubicBezTo>
                    <a:pt x="3388" y="757"/>
                    <a:pt x="2632" y="1"/>
                    <a:pt x="1694" y="1"/>
                  </a:cubicBezTo>
                  <a:cubicBezTo>
                    <a:pt x="1688" y="1"/>
                    <a:pt x="1683" y="0"/>
                    <a:pt x="1677" y="0"/>
                  </a:cubicBezTo>
                  <a:close/>
                </a:path>
              </a:pathLst>
            </a:custGeom>
            <a:solidFill>
              <a:srgbClr val="D2DBE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825" name="Google Shape;13825;p43"/>
            <p:cNvSpPr/>
            <p:nvPr/>
          </p:nvSpPr>
          <p:spPr>
            <a:xfrm>
              <a:off x="5892840" y="3824993"/>
              <a:ext cx="53308" cy="88995"/>
            </a:xfrm>
            <a:custGeom>
              <a:rect b="b" l="l" r="r" t="t"/>
              <a:pathLst>
                <a:path extrusionOk="0" h="3389" w="2030">
                  <a:moveTo>
                    <a:pt x="1694" y="0"/>
                  </a:moveTo>
                  <a:cubicBezTo>
                    <a:pt x="786" y="0"/>
                    <a:pt x="9" y="742"/>
                    <a:pt x="0" y="1689"/>
                  </a:cubicBezTo>
                  <a:cubicBezTo>
                    <a:pt x="0" y="2645"/>
                    <a:pt x="777" y="3388"/>
                    <a:pt x="1685" y="3388"/>
                  </a:cubicBezTo>
                  <a:cubicBezTo>
                    <a:pt x="1795" y="3388"/>
                    <a:pt x="1907" y="3377"/>
                    <a:pt x="2020" y="3355"/>
                  </a:cubicBezTo>
                  <a:cubicBezTo>
                    <a:pt x="1225" y="3201"/>
                    <a:pt x="661" y="2503"/>
                    <a:pt x="661" y="1689"/>
                  </a:cubicBezTo>
                  <a:cubicBezTo>
                    <a:pt x="661" y="885"/>
                    <a:pt x="1235" y="187"/>
                    <a:pt x="2029" y="34"/>
                  </a:cubicBezTo>
                  <a:cubicBezTo>
                    <a:pt x="1916" y="11"/>
                    <a:pt x="1804" y="0"/>
                    <a:pt x="1694" y="0"/>
                  </a:cubicBezTo>
                  <a:close/>
                </a:path>
              </a:pathLst>
            </a:custGeom>
            <a:solidFill>
              <a:srgbClr val="C1CED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826" name="Google Shape;13826;p43"/>
            <p:cNvSpPr/>
            <p:nvPr/>
          </p:nvSpPr>
          <p:spPr>
            <a:xfrm>
              <a:off x="5919231" y="3839436"/>
              <a:ext cx="35714" cy="61107"/>
            </a:xfrm>
            <a:custGeom>
              <a:rect b="b" l="l" r="r" t="t"/>
              <a:pathLst>
                <a:path extrusionOk="0" h="2327" w="1360">
                  <a:moveTo>
                    <a:pt x="651" y="469"/>
                  </a:moveTo>
                  <a:lnTo>
                    <a:pt x="651" y="900"/>
                  </a:lnTo>
                  <a:cubicBezTo>
                    <a:pt x="469" y="833"/>
                    <a:pt x="421" y="776"/>
                    <a:pt x="421" y="670"/>
                  </a:cubicBezTo>
                  <a:cubicBezTo>
                    <a:pt x="421" y="546"/>
                    <a:pt x="526" y="489"/>
                    <a:pt x="651" y="469"/>
                  </a:cubicBezTo>
                  <a:close/>
                  <a:moveTo>
                    <a:pt x="794" y="1350"/>
                  </a:moveTo>
                  <a:cubicBezTo>
                    <a:pt x="967" y="1426"/>
                    <a:pt x="1005" y="1503"/>
                    <a:pt x="1005" y="1608"/>
                  </a:cubicBezTo>
                  <a:cubicBezTo>
                    <a:pt x="1005" y="1723"/>
                    <a:pt x="909" y="1828"/>
                    <a:pt x="794" y="1838"/>
                  </a:cubicBezTo>
                  <a:lnTo>
                    <a:pt x="794" y="1350"/>
                  </a:lnTo>
                  <a:close/>
                  <a:moveTo>
                    <a:pt x="718" y="0"/>
                  </a:moveTo>
                  <a:cubicBezTo>
                    <a:pt x="670" y="0"/>
                    <a:pt x="622" y="29"/>
                    <a:pt x="622" y="77"/>
                  </a:cubicBezTo>
                  <a:lnTo>
                    <a:pt x="622" y="154"/>
                  </a:lnTo>
                  <a:cubicBezTo>
                    <a:pt x="287" y="192"/>
                    <a:pt x="67" y="374"/>
                    <a:pt x="67" y="709"/>
                  </a:cubicBezTo>
                  <a:cubicBezTo>
                    <a:pt x="67" y="1063"/>
                    <a:pt x="345" y="1168"/>
                    <a:pt x="613" y="1273"/>
                  </a:cubicBezTo>
                  <a:lnTo>
                    <a:pt x="613" y="1838"/>
                  </a:lnTo>
                  <a:cubicBezTo>
                    <a:pt x="479" y="1819"/>
                    <a:pt x="354" y="1752"/>
                    <a:pt x="258" y="1656"/>
                  </a:cubicBezTo>
                  <a:cubicBezTo>
                    <a:pt x="236" y="1633"/>
                    <a:pt x="206" y="1623"/>
                    <a:pt x="176" y="1623"/>
                  </a:cubicBezTo>
                  <a:cubicBezTo>
                    <a:pt x="130" y="1623"/>
                    <a:pt x="84" y="1648"/>
                    <a:pt x="67" y="1694"/>
                  </a:cubicBezTo>
                  <a:cubicBezTo>
                    <a:pt x="0" y="1771"/>
                    <a:pt x="0" y="1876"/>
                    <a:pt x="67" y="1943"/>
                  </a:cubicBezTo>
                  <a:cubicBezTo>
                    <a:pt x="203" y="2089"/>
                    <a:pt x="392" y="2174"/>
                    <a:pt x="590" y="2174"/>
                  </a:cubicBezTo>
                  <a:cubicBezTo>
                    <a:pt x="601" y="2174"/>
                    <a:pt x="612" y="2173"/>
                    <a:pt x="622" y="2173"/>
                  </a:cubicBezTo>
                  <a:lnTo>
                    <a:pt x="622" y="2173"/>
                  </a:lnTo>
                  <a:lnTo>
                    <a:pt x="613" y="2183"/>
                  </a:lnTo>
                  <a:lnTo>
                    <a:pt x="613" y="2259"/>
                  </a:lnTo>
                  <a:cubicBezTo>
                    <a:pt x="613" y="2297"/>
                    <a:pt x="670" y="2326"/>
                    <a:pt x="708" y="2326"/>
                  </a:cubicBezTo>
                  <a:cubicBezTo>
                    <a:pt x="756" y="2326"/>
                    <a:pt x="804" y="2297"/>
                    <a:pt x="804" y="2259"/>
                  </a:cubicBezTo>
                  <a:lnTo>
                    <a:pt x="804" y="2173"/>
                  </a:lnTo>
                  <a:cubicBezTo>
                    <a:pt x="1120" y="2154"/>
                    <a:pt x="1359" y="1886"/>
                    <a:pt x="1340" y="1570"/>
                  </a:cubicBezTo>
                  <a:cubicBezTo>
                    <a:pt x="1340" y="1235"/>
                    <a:pt x="1129" y="1082"/>
                    <a:pt x="814" y="967"/>
                  </a:cubicBezTo>
                  <a:lnTo>
                    <a:pt x="814" y="469"/>
                  </a:lnTo>
                  <a:cubicBezTo>
                    <a:pt x="909" y="479"/>
                    <a:pt x="1005" y="508"/>
                    <a:pt x="1082" y="556"/>
                  </a:cubicBezTo>
                  <a:cubicBezTo>
                    <a:pt x="1102" y="567"/>
                    <a:pt x="1123" y="573"/>
                    <a:pt x="1144" y="573"/>
                  </a:cubicBezTo>
                  <a:cubicBezTo>
                    <a:pt x="1191" y="573"/>
                    <a:pt x="1234" y="545"/>
                    <a:pt x="1254" y="498"/>
                  </a:cubicBezTo>
                  <a:cubicBezTo>
                    <a:pt x="1311" y="431"/>
                    <a:pt x="1302" y="335"/>
                    <a:pt x="1244" y="278"/>
                  </a:cubicBezTo>
                  <a:cubicBezTo>
                    <a:pt x="1130" y="199"/>
                    <a:pt x="992" y="152"/>
                    <a:pt x="852" y="152"/>
                  </a:cubicBezTo>
                  <a:cubicBezTo>
                    <a:pt x="839" y="152"/>
                    <a:pt x="827" y="153"/>
                    <a:pt x="814" y="154"/>
                  </a:cubicBezTo>
                  <a:lnTo>
                    <a:pt x="814" y="77"/>
                  </a:lnTo>
                  <a:cubicBezTo>
                    <a:pt x="814" y="39"/>
                    <a:pt x="766" y="0"/>
                    <a:pt x="718" y="0"/>
                  </a:cubicBezTo>
                  <a:close/>
                </a:path>
              </a:pathLst>
            </a:custGeom>
            <a:solidFill>
              <a:srgbClr val="E6EBE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827" name="Google Shape;13827;p43"/>
            <p:cNvSpPr/>
            <p:nvPr/>
          </p:nvSpPr>
          <p:spPr>
            <a:xfrm>
              <a:off x="5973747" y="3766565"/>
              <a:ext cx="130959" cy="130460"/>
            </a:xfrm>
            <a:custGeom>
              <a:rect b="b" l="l" r="r" t="t"/>
              <a:pathLst>
                <a:path extrusionOk="0" h="4968" w="4987">
                  <a:moveTo>
                    <a:pt x="2481" y="0"/>
                  </a:moveTo>
                  <a:cubicBezTo>
                    <a:pt x="1121" y="0"/>
                    <a:pt x="10" y="1107"/>
                    <a:pt x="1" y="2479"/>
                  </a:cubicBezTo>
                  <a:cubicBezTo>
                    <a:pt x="1" y="3847"/>
                    <a:pt x="1111" y="4967"/>
                    <a:pt x="2489" y="4967"/>
                  </a:cubicBezTo>
                  <a:cubicBezTo>
                    <a:pt x="2495" y="4967"/>
                    <a:pt x="2501" y="4967"/>
                    <a:pt x="2507" y="4967"/>
                  </a:cubicBezTo>
                  <a:cubicBezTo>
                    <a:pt x="3867" y="4967"/>
                    <a:pt x="4977" y="3861"/>
                    <a:pt x="4977" y="2488"/>
                  </a:cubicBezTo>
                  <a:cubicBezTo>
                    <a:pt x="4987" y="1120"/>
                    <a:pt x="3877" y="0"/>
                    <a:pt x="2499" y="0"/>
                  </a:cubicBezTo>
                  <a:cubicBezTo>
                    <a:pt x="2493" y="0"/>
                    <a:pt x="2487" y="0"/>
                    <a:pt x="2481" y="0"/>
                  </a:cubicBezTo>
                  <a:close/>
                </a:path>
              </a:pathLst>
            </a:custGeom>
            <a:solidFill>
              <a:srgbClr val="ACBDC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828" name="Google Shape;13828;p43"/>
            <p:cNvSpPr/>
            <p:nvPr/>
          </p:nvSpPr>
          <p:spPr>
            <a:xfrm>
              <a:off x="5973274" y="3766250"/>
              <a:ext cx="74132" cy="130801"/>
            </a:xfrm>
            <a:custGeom>
              <a:rect b="b" l="l" r="r" t="t"/>
              <a:pathLst>
                <a:path extrusionOk="0" h="4981" w="2823">
                  <a:moveTo>
                    <a:pt x="2497" y="1"/>
                  </a:moveTo>
                  <a:cubicBezTo>
                    <a:pt x="1143" y="1"/>
                    <a:pt x="9" y="1089"/>
                    <a:pt x="9" y="2481"/>
                  </a:cubicBezTo>
                  <a:cubicBezTo>
                    <a:pt x="0" y="3875"/>
                    <a:pt x="1136" y="4981"/>
                    <a:pt x="2492" y="4981"/>
                  </a:cubicBezTo>
                  <a:cubicBezTo>
                    <a:pt x="2598" y="4981"/>
                    <a:pt x="2705" y="4974"/>
                    <a:pt x="2813" y="4960"/>
                  </a:cubicBezTo>
                  <a:cubicBezTo>
                    <a:pt x="1569" y="4797"/>
                    <a:pt x="641" y="3735"/>
                    <a:pt x="650" y="2481"/>
                  </a:cubicBezTo>
                  <a:cubicBezTo>
                    <a:pt x="650" y="1237"/>
                    <a:pt x="1579" y="184"/>
                    <a:pt x="2823" y="22"/>
                  </a:cubicBezTo>
                  <a:cubicBezTo>
                    <a:pt x="2713" y="8"/>
                    <a:pt x="2605" y="1"/>
                    <a:pt x="2497" y="1"/>
                  </a:cubicBezTo>
                  <a:close/>
                </a:path>
              </a:pathLst>
            </a:custGeom>
            <a:solidFill>
              <a:srgbClr val="96ABB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829" name="Google Shape;13829;p43"/>
            <p:cNvSpPr/>
            <p:nvPr/>
          </p:nvSpPr>
          <p:spPr>
            <a:xfrm>
              <a:off x="5994624" y="3787415"/>
              <a:ext cx="89231" cy="88733"/>
            </a:xfrm>
            <a:custGeom>
              <a:rect b="b" l="l" r="r" t="t"/>
              <a:pathLst>
                <a:path extrusionOk="0" h="3379" w="3398">
                  <a:moveTo>
                    <a:pt x="1686" y="0"/>
                  </a:moveTo>
                  <a:cubicBezTo>
                    <a:pt x="756" y="0"/>
                    <a:pt x="10" y="753"/>
                    <a:pt x="0" y="1685"/>
                  </a:cubicBezTo>
                  <a:cubicBezTo>
                    <a:pt x="0" y="2623"/>
                    <a:pt x="756" y="3379"/>
                    <a:pt x="1694" y="3379"/>
                  </a:cubicBezTo>
                  <a:cubicBezTo>
                    <a:pt x="1700" y="3379"/>
                    <a:pt x="1706" y="3379"/>
                    <a:pt x="1712" y="3379"/>
                  </a:cubicBezTo>
                  <a:cubicBezTo>
                    <a:pt x="2641" y="3379"/>
                    <a:pt x="3388" y="2626"/>
                    <a:pt x="3388" y="1694"/>
                  </a:cubicBezTo>
                  <a:cubicBezTo>
                    <a:pt x="3398" y="757"/>
                    <a:pt x="2642" y="0"/>
                    <a:pt x="1704" y="0"/>
                  </a:cubicBezTo>
                  <a:cubicBezTo>
                    <a:pt x="1698" y="0"/>
                    <a:pt x="1692" y="0"/>
                    <a:pt x="1686" y="0"/>
                  </a:cubicBezTo>
                  <a:close/>
                </a:path>
              </a:pathLst>
            </a:custGeom>
            <a:solidFill>
              <a:srgbClr val="D2DBE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830" name="Google Shape;13830;p43"/>
            <p:cNvSpPr/>
            <p:nvPr/>
          </p:nvSpPr>
          <p:spPr>
            <a:xfrm>
              <a:off x="5994361" y="3787284"/>
              <a:ext cx="53308" cy="88916"/>
            </a:xfrm>
            <a:custGeom>
              <a:rect b="b" l="l" r="r" t="t"/>
              <a:pathLst>
                <a:path extrusionOk="0" h="3386" w="2030">
                  <a:moveTo>
                    <a:pt x="1689" y="0"/>
                  </a:moveTo>
                  <a:cubicBezTo>
                    <a:pt x="775" y="0"/>
                    <a:pt x="1" y="734"/>
                    <a:pt x="1" y="1680"/>
                  </a:cubicBezTo>
                  <a:cubicBezTo>
                    <a:pt x="1" y="2641"/>
                    <a:pt x="777" y="3386"/>
                    <a:pt x="1695" y="3386"/>
                  </a:cubicBezTo>
                  <a:cubicBezTo>
                    <a:pt x="1802" y="3386"/>
                    <a:pt x="1910" y="3376"/>
                    <a:pt x="2020" y="3355"/>
                  </a:cubicBezTo>
                  <a:cubicBezTo>
                    <a:pt x="1226" y="3192"/>
                    <a:pt x="651" y="2494"/>
                    <a:pt x="661" y="1690"/>
                  </a:cubicBezTo>
                  <a:cubicBezTo>
                    <a:pt x="661" y="876"/>
                    <a:pt x="1235" y="187"/>
                    <a:pt x="2030" y="34"/>
                  </a:cubicBezTo>
                  <a:cubicBezTo>
                    <a:pt x="1915" y="11"/>
                    <a:pt x="1801" y="0"/>
                    <a:pt x="1689" y="0"/>
                  </a:cubicBezTo>
                  <a:close/>
                </a:path>
              </a:pathLst>
            </a:custGeom>
            <a:solidFill>
              <a:srgbClr val="C1CED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831" name="Google Shape;13831;p43"/>
            <p:cNvSpPr/>
            <p:nvPr/>
          </p:nvSpPr>
          <p:spPr>
            <a:xfrm>
              <a:off x="6020753" y="3801727"/>
              <a:ext cx="35451" cy="60844"/>
            </a:xfrm>
            <a:custGeom>
              <a:rect b="b" l="l" r="r" t="t"/>
              <a:pathLst>
                <a:path extrusionOk="0" h="2317" w="1350">
                  <a:moveTo>
                    <a:pt x="642" y="470"/>
                  </a:moveTo>
                  <a:lnTo>
                    <a:pt x="642" y="891"/>
                  </a:lnTo>
                  <a:cubicBezTo>
                    <a:pt x="460" y="824"/>
                    <a:pt x="412" y="767"/>
                    <a:pt x="412" y="661"/>
                  </a:cubicBezTo>
                  <a:cubicBezTo>
                    <a:pt x="412" y="537"/>
                    <a:pt x="517" y="489"/>
                    <a:pt x="642" y="470"/>
                  </a:cubicBezTo>
                  <a:close/>
                  <a:moveTo>
                    <a:pt x="785" y="1341"/>
                  </a:moveTo>
                  <a:cubicBezTo>
                    <a:pt x="967" y="1417"/>
                    <a:pt x="996" y="1503"/>
                    <a:pt x="996" y="1599"/>
                  </a:cubicBezTo>
                  <a:cubicBezTo>
                    <a:pt x="996" y="1724"/>
                    <a:pt x="910" y="1819"/>
                    <a:pt x="785" y="1829"/>
                  </a:cubicBezTo>
                  <a:lnTo>
                    <a:pt x="785" y="1341"/>
                  </a:lnTo>
                  <a:close/>
                  <a:moveTo>
                    <a:pt x="709" y="1"/>
                  </a:moveTo>
                  <a:cubicBezTo>
                    <a:pt x="661" y="1"/>
                    <a:pt x="613" y="30"/>
                    <a:pt x="613" y="68"/>
                  </a:cubicBezTo>
                  <a:lnTo>
                    <a:pt x="613" y="145"/>
                  </a:lnTo>
                  <a:cubicBezTo>
                    <a:pt x="278" y="192"/>
                    <a:pt x="67" y="365"/>
                    <a:pt x="67" y="700"/>
                  </a:cubicBezTo>
                  <a:cubicBezTo>
                    <a:pt x="58" y="1054"/>
                    <a:pt x="335" y="1169"/>
                    <a:pt x="613" y="1274"/>
                  </a:cubicBezTo>
                  <a:lnTo>
                    <a:pt x="613" y="1829"/>
                  </a:lnTo>
                  <a:cubicBezTo>
                    <a:pt x="479" y="1810"/>
                    <a:pt x="355" y="1743"/>
                    <a:pt x="249" y="1647"/>
                  </a:cubicBezTo>
                  <a:cubicBezTo>
                    <a:pt x="227" y="1624"/>
                    <a:pt x="198" y="1614"/>
                    <a:pt x="169" y="1614"/>
                  </a:cubicBezTo>
                  <a:cubicBezTo>
                    <a:pt x="125" y="1614"/>
                    <a:pt x="81" y="1639"/>
                    <a:pt x="58" y="1685"/>
                  </a:cubicBezTo>
                  <a:cubicBezTo>
                    <a:pt x="0" y="1762"/>
                    <a:pt x="0" y="1867"/>
                    <a:pt x="58" y="1944"/>
                  </a:cubicBezTo>
                  <a:cubicBezTo>
                    <a:pt x="201" y="2097"/>
                    <a:pt x="402" y="2173"/>
                    <a:pt x="613" y="2173"/>
                  </a:cubicBezTo>
                  <a:lnTo>
                    <a:pt x="603" y="2250"/>
                  </a:lnTo>
                  <a:cubicBezTo>
                    <a:pt x="603" y="2288"/>
                    <a:pt x="661" y="2317"/>
                    <a:pt x="699" y="2317"/>
                  </a:cubicBezTo>
                  <a:cubicBezTo>
                    <a:pt x="747" y="2317"/>
                    <a:pt x="804" y="2288"/>
                    <a:pt x="804" y="2250"/>
                  </a:cubicBezTo>
                  <a:lnTo>
                    <a:pt x="804" y="2164"/>
                  </a:lnTo>
                  <a:cubicBezTo>
                    <a:pt x="1111" y="2145"/>
                    <a:pt x="1350" y="1877"/>
                    <a:pt x="1340" y="1561"/>
                  </a:cubicBezTo>
                  <a:cubicBezTo>
                    <a:pt x="1340" y="1207"/>
                    <a:pt x="1101" y="1063"/>
                    <a:pt x="804" y="958"/>
                  </a:cubicBezTo>
                  <a:lnTo>
                    <a:pt x="804" y="460"/>
                  </a:lnTo>
                  <a:cubicBezTo>
                    <a:pt x="996" y="470"/>
                    <a:pt x="1063" y="566"/>
                    <a:pt x="1139" y="566"/>
                  </a:cubicBezTo>
                  <a:cubicBezTo>
                    <a:pt x="1216" y="566"/>
                    <a:pt x="1264" y="489"/>
                    <a:pt x="1283" y="422"/>
                  </a:cubicBezTo>
                  <a:cubicBezTo>
                    <a:pt x="1312" y="298"/>
                    <a:pt x="1235" y="240"/>
                    <a:pt x="1120" y="192"/>
                  </a:cubicBezTo>
                  <a:cubicBezTo>
                    <a:pt x="1015" y="164"/>
                    <a:pt x="910" y="145"/>
                    <a:pt x="804" y="145"/>
                  </a:cubicBezTo>
                  <a:lnTo>
                    <a:pt x="804" y="68"/>
                  </a:lnTo>
                  <a:cubicBezTo>
                    <a:pt x="804" y="30"/>
                    <a:pt x="757" y="1"/>
                    <a:pt x="709" y="1"/>
                  </a:cubicBezTo>
                  <a:close/>
                </a:path>
              </a:pathLst>
            </a:custGeom>
            <a:solidFill>
              <a:srgbClr val="E6EBE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832" name="Google Shape;13832;p43"/>
            <p:cNvSpPr/>
            <p:nvPr/>
          </p:nvSpPr>
          <p:spPr>
            <a:xfrm>
              <a:off x="5744051" y="3983945"/>
              <a:ext cx="147056" cy="165491"/>
            </a:xfrm>
            <a:custGeom>
              <a:rect b="b" l="l" r="r" t="t"/>
              <a:pathLst>
                <a:path extrusionOk="0" h="6302" w="5600">
                  <a:moveTo>
                    <a:pt x="3733" y="0"/>
                  </a:moveTo>
                  <a:lnTo>
                    <a:pt x="269" y="1292"/>
                  </a:lnTo>
                  <a:cubicBezTo>
                    <a:pt x="96" y="1359"/>
                    <a:pt x="1" y="1560"/>
                    <a:pt x="68" y="1733"/>
                  </a:cubicBezTo>
                  <a:lnTo>
                    <a:pt x="1695" y="6078"/>
                  </a:lnTo>
                  <a:cubicBezTo>
                    <a:pt x="1746" y="6218"/>
                    <a:pt x="1872" y="6301"/>
                    <a:pt x="2010" y="6301"/>
                  </a:cubicBezTo>
                  <a:cubicBezTo>
                    <a:pt x="2051" y="6301"/>
                    <a:pt x="2093" y="6294"/>
                    <a:pt x="2135" y="6278"/>
                  </a:cubicBezTo>
                  <a:lnTo>
                    <a:pt x="5599" y="4986"/>
                  </a:lnTo>
                  <a:lnTo>
                    <a:pt x="3733" y="0"/>
                  </a:lnTo>
                  <a:close/>
                </a:path>
              </a:pathLst>
            </a:custGeom>
            <a:solidFill>
              <a:srgbClr val="8192A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833" name="Google Shape;13833;p43"/>
            <p:cNvSpPr/>
            <p:nvPr/>
          </p:nvSpPr>
          <p:spPr>
            <a:xfrm>
              <a:off x="5784754" y="4095786"/>
              <a:ext cx="106353" cy="53597"/>
            </a:xfrm>
            <a:custGeom>
              <a:rect b="b" l="l" r="r" t="t"/>
              <a:pathLst>
                <a:path extrusionOk="0" h="2041" w="4050">
                  <a:moveTo>
                    <a:pt x="3781" y="0"/>
                  </a:moveTo>
                  <a:lnTo>
                    <a:pt x="3714" y="29"/>
                  </a:lnTo>
                  <a:lnTo>
                    <a:pt x="1" y="1417"/>
                  </a:lnTo>
                  <a:lnTo>
                    <a:pt x="145" y="1819"/>
                  </a:lnTo>
                  <a:cubicBezTo>
                    <a:pt x="197" y="1953"/>
                    <a:pt x="331" y="2041"/>
                    <a:pt x="469" y="2041"/>
                  </a:cubicBezTo>
                  <a:cubicBezTo>
                    <a:pt x="508" y="2041"/>
                    <a:pt x="547" y="2034"/>
                    <a:pt x="585" y="2019"/>
                  </a:cubicBezTo>
                  <a:lnTo>
                    <a:pt x="4049" y="727"/>
                  </a:lnTo>
                  <a:lnTo>
                    <a:pt x="3781" y="0"/>
                  </a:lnTo>
                  <a:close/>
                </a:path>
              </a:pathLst>
            </a:custGeom>
            <a:solidFill>
              <a:srgbClr val="6E829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834" name="Google Shape;13834;p43"/>
            <p:cNvSpPr/>
            <p:nvPr/>
          </p:nvSpPr>
          <p:spPr>
            <a:xfrm>
              <a:off x="5886538" y="3909550"/>
              <a:ext cx="286024" cy="176441"/>
            </a:xfrm>
            <a:custGeom>
              <a:rect b="b" l="l" r="r" t="t"/>
              <a:pathLst>
                <a:path extrusionOk="0" h="6719" w="10892">
                  <a:moveTo>
                    <a:pt x="9693" y="1"/>
                  </a:moveTo>
                  <a:cubicBezTo>
                    <a:pt x="9260" y="1"/>
                    <a:pt x="8912" y="344"/>
                    <a:pt x="8873" y="383"/>
                  </a:cubicBezTo>
                  <a:lnTo>
                    <a:pt x="6002" y="2747"/>
                  </a:lnTo>
                  <a:cubicBezTo>
                    <a:pt x="6002" y="2747"/>
                    <a:pt x="5963" y="1934"/>
                    <a:pt x="5111" y="1934"/>
                  </a:cubicBezTo>
                  <a:cubicBezTo>
                    <a:pt x="4317" y="1931"/>
                    <a:pt x="3755" y="1924"/>
                    <a:pt x="3338" y="1924"/>
                  </a:cubicBezTo>
                  <a:cubicBezTo>
                    <a:pt x="2505" y="1924"/>
                    <a:pt x="2256" y="1950"/>
                    <a:pt x="1905" y="2077"/>
                  </a:cubicBezTo>
                  <a:lnTo>
                    <a:pt x="1" y="2862"/>
                  </a:lnTo>
                  <a:lnTo>
                    <a:pt x="1436" y="6719"/>
                  </a:lnTo>
                  <a:cubicBezTo>
                    <a:pt x="2585" y="6243"/>
                    <a:pt x="2514" y="6187"/>
                    <a:pt x="3650" y="6187"/>
                  </a:cubicBezTo>
                  <a:cubicBezTo>
                    <a:pt x="3999" y="6187"/>
                    <a:pt x="4463" y="6193"/>
                    <a:pt x="5111" y="6193"/>
                  </a:cubicBezTo>
                  <a:cubicBezTo>
                    <a:pt x="5724" y="6173"/>
                    <a:pt x="6308" y="5905"/>
                    <a:pt x="6719" y="5446"/>
                  </a:cubicBezTo>
                  <a:lnTo>
                    <a:pt x="10251" y="1675"/>
                  </a:lnTo>
                  <a:cubicBezTo>
                    <a:pt x="10356" y="1551"/>
                    <a:pt x="10892" y="843"/>
                    <a:pt x="10299" y="259"/>
                  </a:cubicBezTo>
                  <a:cubicBezTo>
                    <a:pt x="10093" y="68"/>
                    <a:pt x="9884" y="1"/>
                    <a:pt x="9693" y="1"/>
                  </a:cubicBezTo>
                  <a:close/>
                </a:path>
              </a:pathLst>
            </a:custGeom>
            <a:solidFill>
              <a:srgbClr val="869FB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835" name="Google Shape;13835;p43"/>
            <p:cNvSpPr/>
            <p:nvPr/>
          </p:nvSpPr>
          <p:spPr>
            <a:xfrm>
              <a:off x="5886538" y="3976408"/>
              <a:ext cx="57851" cy="109347"/>
            </a:xfrm>
            <a:custGeom>
              <a:rect b="b" l="l" r="r" t="t"/>
              <a:pathLst>
                <a:path extrusionOk="0" h="4164" w="2203">
                  <a:moveTo>
                    <a:pt x="767" y="0"/>
                  </a:moveTo>
                  <a:lnTo>
                    <a:pt x="1" y="307"/>
                  </a:lnTo>
                  <a:lnTo>
                    <a:pt x="1446" y="4163"/>
                  </a:lnTo>
                  <a:lnTo>
                    <a:pt x="2202" y="3848"/>
                  </a:lnTo>
                  <a:lnTo>
                    <a:pt x="767" y="0"/>
                  </a:ln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836" name="Google Shape;13836;p43"/>
            <p:cNvSpPr/>
            <p:nvPr/>
          </p:nvSpPr>
          <p:spPr>
            <a:xfrm>
              <a:off x="5961956" y="3961335"/>
              <a:ext cx="82456" cy="52467"/>
            </a:xfrm>
            <a:custGeom>
              <a:rect b="b" l="l" r="r" t="t"/>
              <a:pathLst>
                <a:path extrusionOk="0" h="1998" w="3140">
                  <a:moveTo>
                    <a:pt x="2565" y="0"/>
                  </a:moveTo>
                  <a:lnTo>
                    <a:pt x="2565" y="0"/>
                  </a:lnTo>
                  <a:cubicBezTo>
                    <a:pt x="2641" y="345"/>
                    <a:pt x="2708" y="948"/>
                    <a:pt x="2488" y="1263"/>
                  </a:cubicBezTo>
                  <a:cubicBezTo>
                    <a:pt x="2355" y="1454"/>
                    <a:pt x="2176" y="1495"/>
                    <a:pt x="1704" y="1495"/>
                  </a:cubicBezTo>
                  <a:cubicBezTo>
                    <a:pt x="1396" y="1495"/>
                    <a:pt x="962" y="1478"/>
                    <a:pt x="335" y="1474"/>
                  </a:cubicBezTo>
                  <a:cubicBezTo>
                    <a:pt x="0" y="1474"/>
                    <a:pt x="0" y="1981"/>
                    <a:pt x="335" y="1981"/>
                  </a:cubicBezTo>
                  <a:cubicBezTo>
                    <a:pt x="868" y="1981"/>
                    <a:pt x="1286" y="1997"/>
                    <a:pt x="1621" y="1997"/>
                  </a:cubicBezTo>
                  <a:cubicBezTo>
                    <a:pt x="2292" y="1997"/>
                    <a:pt x="2632" y="1933"/>
                    <a:pt x="2900" y="1550"/>
                  </a:cubicBezTo>
                  <a:cubicBezTo>
                    <a:pt x="3053" y="1311"/>
                    <a:pt x="3130" y="1034"/>
                    <a:pt x="3139" y="756"/>
                  </a:cubicBezTo>
                  <a:cubicBezTo>
                    <a:pt x="3130" y="651"/>
                    <a:pt x="3053" y="153"/>
                    <a:pt x="2565" y="0"/>
                  </a:cubicBez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837" name="Google Shape;13837;p43"/>
            <p:cNvSpPr/>
            <p:nvPr/>
          </p:nvSpPr>
          <p:spPr>
            <a:xfrm>
              <a:off x="5840556" y="3971235"/>
              <a:ext cx="89258" cy="144167"/>
            </a:xfrm>
            <a:custGeom>
              <a:rect b="b" l="l" r="r" t="t"/>
              <a:pathLst>
                <a:path extrusionOk="0" h="5490" w="3399">
                  <a:moveTo>
                    <a:pt x="1413" y="1"/>
                  </a:moveTo>
                  <a:cubicBezTo>
                    <a:pt x="1374" y="1"/>
                    <a:pt x="1333" y="8"/>
                    <a:pt x="1293" y="25"/>
                  </a:cubicBezTo>
                  <a:lnTo>
                    <a:pt x="1" y="504"/>
                  </a:lnTo>
                  <a:lnTo>
                    <a:pt x="1867" y="5490"/>
                  </a:lnTo>
                  <a:lnTo>
                    <a:pt x="3159" y="5002"/>
                  </a:lnTo>
                  <a:cubicBezTo>
                    <a:pt x="3312" y="4944"/>
                    <a:pt x="3398" y="4772"/>
                    <a:pt x="3341" y="4619"/>
                  </a:cubicBezTo>
                  <a:lnTo>
                    <a:pt x="1685" y="188"/>
                  </a:lnTo>
                  <a:cubicBezTo>
                    <a:pt x="1642" y="73"/>
                    <a:pt x="1534" y="1"/>
                    <a:pt x="1413" y="1"/>
                  </a:cubicBezTo>
                  <a:close/>
                </a:path>
              </a:pathLst>
            </a:custGeom>
            <a:solidFill>
              <a:srgbClr val="E6EBE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838" name="Google Shape;13838;p43"/>
            <p:cNvSpPr/>
            <p:nvPr/>
          </p:nvSpPr>
          <p:spPr>
            <a:xfrm>
              <a:off x="5882284" y="4079689"/>
              <a:ext cx="47531" cy="35714"/>
            </a:xfrm>
            <a:custGeom>
              <a:rect b="b" l="l" r="r" t="t"/>
              <a:pathLst>
                <a:path extrusionOk="0" h="1360" w="1810">
                  <a:moveTo>
                    <a:pt x="1570" y="1"/>
                  </a:moveTo>
                  <a:cubicBezTo>
                    <a:pt x="1532" y="49"/>
                    <a:pt x="1484" y="87"/>
                    <a:pt x="1426" y="106"/>
                  </a:cubicBezTo>
                  <a:lnTo>
                    <a:pt x="0" y="632"/>
                  </a:lnTo>
                  <a:lnTo>
                    <a:pt x="268" y="1360"/>
                  </a:lnTo>
                  <a:lnTo>
                    <a:pt x="1570" y="881"/>
                  </a:lnTo>
                  <a:cubicBezTo>
                    <a:pt x="1723" y="814"/>
                    <a:pt x="1809" y="642"/>
                    <a:pt x="1752" y="489"/>
                  </a:cubicBezTo>
                  <a:lnTo>
                    <a:pt x="1570" y="1"/>
                  </a:ln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3839" name="Google Shape;13839;p43"/>
          <p:cNvGrpSpPr/>
          <p:nvPr/>
        </p:nvGrpSpPr>
        <p:grpSpPr>
          <a:xfrm>
            <a:off x="6678697" y="3640924"/>
            <a:ext cx="342824" cy="328985"/>
            <a:chOff x="6678697" y="3793324"/>
            <a:chExt cx="342824" cy="328985"/>
          </a:xfrm>
        </p:grpSpPr>
        <p:sp>
          <p:nvSpPr>
            <p:cNvPr id="13840" name="Google Shape;13840;p43"/>
            <p:cNvSpPr/>
            <p:nvPr/>
          </p:nvSpPr>
          <p:spPr>
            <a:xfrm>
              <a:off x="6789015" y="3990720"/>
              <a:ext cx="9086" cy="19144"/>
            </a:xfrm>
            <a:custGeom>
              <a:rect b="b" l="l" r="r" t="t"/>
              <a:pathLst>
                <a:path extrusionOk="0" h="729" w="346">
                  <a:moveTo>
                    <a:pt x="307" y="1"/>
                  </a:moveTo>
                  <a:lnTo>
                    <a:pt x="1" y="307"/>
                  </a:lnTo>
                  <a:cubicBezTo>
                    <a:pt x="97" y="460"/>
                    <a:pt x="221" y="594"/>
                    <a:pt x="345" y="728"/>
                  </a:cubicBezTo>
                  <a:cubicBezTo>
                    <a:pt x="317" y="489"/>
                    <a:pt x="298" y="240"/>
                    <a:pt x="307" y="1"/>
                  </a:cubicBezTo>
                  <a:close/>
                </a:path>
              </a:pathLst>
            </a:custGeom>
            <a:solidFill>
              <a:srgbClr val="98A6B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841" name="Google Shape;13841;p43"/>
            <p:cNvSpPr/>
            <p:nvPr/>
          </p:nvSpPr>
          <p:spPr>
            <a:xfrm>
              <a:off x="6798075" y="3815067"/>
              <a:ext cx="223446" cy="235001"/>
            </a:xfrm>
            <a:custGeom>
              <a:rect b="b" l="l" r="r" t="t"/>
              <a:pathLst>
                <a:path extrusionOk="0" h="8949" w="8509">
                  <a:moveTo>
                    <a:pt x="7417" y="0"/>
                  </a:moveTo>
                  <a:lnTo>
                    <a:pt x="7417" y="0"/>
                  </a:lnTo>
                  <a:cubicBezTo>
                    <a:pt x="7417" y="0"/>
                    <a:pt x="7733" y="2077"/>
                    <a:pt x="6642" y="3178"/>
                  </a:cubicBezTo>
                  <a:lnTo>
                    <a:pt x="3178" y="6632"/>
                  </a:lnTo>
                  <a:cubicBezTo>
                    <a:pt x="2479" y="7331"/>
                    <a:pt x="1372" y="7457"/>
                    <a:pt x="666" y="7457"/>
                  </a:cubicBezTo>
                  <a:cubicBezTo>
                    <a:pt x="270" y="7457"/>
                    <a:pt x="1" y="7417"/>
                    <a:pt x="0" y="7417"/>
                  </a:cubicBezTo>
                  <a:lnTo>
                    <a:pt x="0" y="7417"/>
                  </a:lnTo>
                  <a:cubicBezTo>
                    <a:pt x="345" y="7752"/>
                    <a:pt x="766" y="8001"/>
                    <a:pt x="1235" y="8135"/>
                  </a:cubicBezTo>
                  <a:lnTo>
                    <a:pt x="2048" y="8948"/>
                  </a:lnTo>
                  <a:cubicBezTo>
                    <a:pt x="2738" y="8508"/>
                    <a:pt x="3379" y="7991"/>
                    <a:pt x="3963" y="7417"/>
                  </a:cubicBezTo>
                  <a:lnTo>
                    <a:pt x="7417" y="3953"/>
                  </a:lnTo>
                  <a:cubicBezTo>
                    <a:pt x="8508" y="2862"/>
                    <a:pt x="8508" y="1091"/>
                    <a:pt x="7417" y="0"/>
                  </a:cubicBezTo>
                  <a:close/>
                </a:path>
              </a:pathLst>
            </a:custGeom>
            <a:solidFill>
              <a:srgbClr val="74879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842" name="Google Shape;13842;p43"/>
            <p:cNvSpPr/>
            <p:nvPr/>
          </p:nvSpPr>
          <p:spPr>
            <a:xfrm>
              <a:off x="6777461" y="3793324"/>
              <a:ext cx="235762" cy="228016"/>
            </a:xfrm>
            <a:custGeom>
              <a:rect b="b" l="l" r="r" t="t"/>
              <a:pathLst>
                <a:path extrusionOk="0" h="8683" w="8978">
                  <a:moveTo>
                    <a:pt x="6226" y="1431"/>
                  </a:moveTo>
                  <a:cubicBezTo>
                    <a:pt x="6578" y="1431"/>
                    <a:pt x="6930" y="1565"/>
                    <a:pt x="7198" y="1833"/>
                  </a:cubicBezTo>
                  <a:cubicBezTo>
                    <a:pt x="7733" y="2369"/>
                    <a:pt x="7733" y="3240"/>
                    <a:pt x="7198" y="3776"/>
                  </a:cubicBezTo>
                  <a:lnTo>
                    <a:pt x="5465" y="5508"/>
                  </a:lnTo>
                  <a:lnTo>
                    <a:pt x="5102" y="5594"/>
                  </a:lnTo>
                  <a:lnTo>
                    <a:pt x="3838" y="7135"/>
                  </a:lnTo>
                  <a:lnTo>
                    <a:pt x="3743" y="7231"/>
                  </a:lnTo>
                  <a:cubicBezTo>
                    <a:pt x="3470" y="7499"/>
                    <a:pt x="3118" y="7633"/>
                    <a:pt x="2768" y="7633"/>
                  </a:cubicBezTo>
                  <a:cubicBezTo>
                    <a:pt x="2417" y="7633"/>
                    <a:pt x="2068" y="7499"/>
                    <a:pt x="1800" y="7231"/>
                  </a:cubicBezTo>
                  <a:cubicBezTo>
                    <a:pt x="1254" y="6695"/>
                    <a:pt x="1254" y="5824"/>
                    <a:pt x="1800" y="5288"/>
                  </a:cubicBezTo>
                  <a:lnTo>
                    <a:pt x="5255" y="1833"/>
                  </a:lnTo>
                  <a:cubicBezTo>
                    <a:pt x="5523" y="1565"/>
                    <a:pt x="5874" y="1431"/>
                    <a:pt x="6226" y="1431"/>
                  </a:cubicBezTo>
                  <a:close/>
                  <a:moveTo>
                    <a:pt x="6226" y="0"/>
                  </a:moveTo>
                  <a:cubicBezTo>
                    <a:pt x="5511" y="0"/>
                    <a:pt x="4795" y="273"/>
                    <a:pt x="4250" y="819"/>
                  </a:cubicBezTo>
                  <a:lnTo>
                    <a:pt x="785" y="4283"/>
                  </a:lnTo>
                  <a:lnTo>
                    <a:pt x="1" y="6695"/>
                  </a:lnTo>
                  <a:cubicBezTo>
                    <a:pt x="58" y="7097"/>
                    <a:pt x="211" y="7480"/>
                    <a:pt x="441" y="7824"/>
                  </a:cubicBezTo>
                  <a:lnTo>
                    <a:pt x="479" y="7786"/>
                  </a:lnTo>
                  <a:cubicBezTo>
                    <a:pt x="546" y="7958"/>
                    <a:pt x="651" y="8111"/>
                    <a:pt x="785" y="8245"/>
                  </a:cubicBezTo>
                  <a:cubicBezTo>
                    <a:pt x="1082" y="8541"/>
                    <a:pt x="1493" y="8683"/>
                    <a:pt x="1947" y="8683"/>
                  </a:cubicBezTo>
                  <a:cubicBezTo>
                    <a:pt x="2080" y="8683"/>
                    <a:pt x="2217" y="8671"/>
                    <a:pt x="2355" y="8647"/>
                  </a:cubicBezTo>
                  <a:cubicBezTo>
                    <a:pt x="3044" y="8504"/>
                    <a:pt x="3666" y="8159"/>
                    <a:pt x="4154" y="7661"/>
                  </a:cubicBezTo>
                  <a:lnTo>
                    <a:pt x="7619" y="4197"/>
                  </a:lnTo>
                  <a:cubicBezTo>
                    <a:pt x="8710" y="3106"/>
                    <a:pt x="8978" y="1594"/>
                    <a:pt x="8202" y="819"/>
                  </a:cubicBezTo>
                  <a:cubicBezTo>
                    <a:pt x="7657" y="273"/>
                    <a:pt x="6942" y="0"/>
                    <a:pt x="6226" y="0"/>
                  </a:cubicBezTo>
                  <a:close/>
                </a:path>
              </a:pathLst>
            </a:custGeom>
            <a:solidFill>
              <a:srgbClr val="98A6B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843" name="Google Shape;13843;p43"/>
            <p:cNvSpPr/>
            <p:nvPr/>
          </p:nvSpPr>
          <p:spPr>
            <a:xfrm>
              <a:off x="6898099" y="3906032"/>
              <a:ext cx="22899" cy="54805"/>
            </a:xfrm>
            <a:custGeom>
              <a:rect b="b" l="l" r="r" t="t"/>
              <a:pathLst>
                <a:path extrusionOk="0" h="2087" w="872">
                  <a:moveTo>
                    <a:pt x="154" y="1"/>
                  </a:moveTo>
                  <a:lnTo>
                    <a:pt x="154" y="1"/>
                  </a:lnTo>
                  <a:cubicBezTo>
                    <a:pt x="240" y="699"/>
                    <a:pt x="192" y="1407"/>
                    <a:pt x="0" y="2087"/>
                  </a:cubicBezTo>
                  <a:lnTo>
                    <a:pt x="871" y="1216"/>
                  </a:lnTo>
                  <a:cubicBezTo>
                    <a:pt x="737" y="757"/>
                    <a:pt x="488" y="336"/>
                    <a:pt x="154" y="1"/>
                  </a:cubicBezTo>
                  <a:close/>
                </a:path>
              </a:pathLst>
            </a:custGeom>
            <a:solidFill>
              <a:srgbClr val="B6C5D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844" name="Google Shape;13844;p43"/>
            <p:cNvSpPr/>
            <p:nvPr/>
          </p:nvSpPr>
          <p:spPr>
            <a:xfrm>
              <a:off x="6707347" y="4049044"/>
              <a:ext cx="152334" cy="73265"/>
            </a:xfrm>
            <a:custGeom>
              <a:rect b="b" l="l" r="r" t="t"/>
              <a:pathLst>
                <a:path extrusionOk="0" h="2790" w="5801">
                  <a:moveTo>
                    <a:pt x="4374" y="0"/>
                  </a:moveTo>
                  <a:lnTo>
                    <a:pt x="3178" y="1196"/>
                  </a:lnTo>
                  <a:cubicBezTo>
                    <a:pt x="2487" y="1887"/>
                    <a:pt x="1397" y="2014"/>
                    <a:pt x="690" y="2014"/>
                  </a:cubicBezTo>
                  <a:cubicBezTo>
                    <a:pt x="281" y="2014"/>
                    <a:pt x="1" y="1972"/>
                    <a:pt x="1" y="1972"/>
                  </a:cubicBezTo>
                  <a:lnTo>
                    <a:pt x="1" y="1972"/>
                  </a:lnTo>
                  <a:cubicBezTo>
                    <a:pt x="546" y="2517"/>
                    <a:pt x="1261" y="2790"/>
                    <a:pt x="1977" y="2790"/>
                  </a:cubicBezTo>
                  <a:cubicBezTo>
                    <a:pt x="2692" y="2790"/>
                    <a:pt x="3408" y="2517"/>
                    <a:pt x="3953" y="1972"/>
                  </a:cubicBezTo>
                  <a:lnTo>
                    <a:pt x="5800" y="134"/>
                  </a:lnTo>
                  <a:lnTo>
                    <a:pt x="4374" y="0"/>
                  </a:lnTo>
                  <a:close/>
                </a:path>
              </a:pathLst>
            </a:custGeom>
            <a:solidFill>
              <a:srgbClr val="B6C5D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845" name="Google Shape;13845;p43"/>
            <p:cNvSpPr/>
            <p:nvPr/>
          </p:nvSpPr>
          <p:spPr>
            <a:xfrm>
              <a:off x="6822208" y="4006371"/>
              <a:ext cx="83402" cy="46664"/>
            </a:xfrm>
            <a:custGeom>
              <a:rect b="b" l="l" r="r" t="t"/>
              <a:pathLst>
                <a:path extrusionOk="0" h="1777" w="3176">
                  <a:moveTo>
                    <a:pt x="3176" y="0"/>
                  </a:moveTo>
                  <a:lnTo>
                    <a:pt x="3044" y="132"/>
                  </a:lnTo>
                  <a:cubicBezTo>
                    <a:pt x="2510" y="658"/>
                    <a:pt x="1800" y="951"/>
                    <a:pt x="1065" y="951"/>
                  </a:cubicBezTo>
                  <a:cubicBezTo>
                    <a:pt x="943" y="951"/>
                    <a:pt x="821" y="943"/>
                    <a:pt x="699" y="926"/>
                  </a:cubicBezTo>
                  <a:lnTo>
                    <a:pt x="0" y="1616"/>
                  </a:lnTo>
                  <a:cubicBezTo>
                    <a:pt x="345" y="1723"/>
                    <a:pt x="705" y="1777"/>
                    <a:pt x="1066" y="1777"/>
                  </a:cubicBezTo>
                  <a:cubicBezTo>
                    <a:pt x="1186" y="1777"/>
                    <a:pt x="1307" y="1771"/>
                    <a:pt x="1426" y="1759"/>
                  </a:cubicBezTo>
                  <a:lnTo>
                    <a:pt x="3044" y="142"/>
                  </a:lnTo>
                  <a:cubicBezTo>
                    <a:pt x="3091" y="85"/>
                    <a:pt x="3129" y="47"/>
                    <a:pt x="3176" y="0"/>
                  </a:cubicBezTo>
                  <a:close/>
                </a:path>
              </a:pathLst>
            </a:custGeom>
            <a:solidFill>
              <a:srgbClr val="A3B6C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846" name="Google Shape;13846;p43"/>
            <p:cNvSpPr/>
            <p:nvPr/>
          </p:nvSpPr>
          <p:spPr>
            <a:xfrm>
              <a:off x="6678697" y="3884367"/>
              <a:ext cx="236760" cy="227963"/>
            </a:xfrm>
            <a:custGeom>
              <a:rect b="b" l="l" r="r" t="t"/>
              <a:pathLst>
                <a:path extrusionOk="0" h="8681" w="9016">
                  <a:moveTo>
                    <a:pt x="6532" y="0"/>
                  </a:moveTo>
                  <a:cubicBezTo>
                    <a:pt x="5817" y="0"/>
                    <a:pt x="5102" y="275"/>
                    <a:pt x="4556" y="826"/>
                  </a:cubicBezTo>
                  <a:lnTo>
                    <a:pt x="1092" y="4280"/>
                  </a:lnTo>
                  <a:cubicBezTo>
                    <a:pt x="1" y="5381"/>
                    <a:pt x="1" y="7152"/>
                    <a:pt x="1092" y="8243"/>
                  </a:cubicBezTo>
                  <a:cubicBezTo>
                    <a:pt x="1388" y="8539"/>
                    <a:pt x="1799" y="8680"/>
                    <a:pt x="2249" y="8680"/>
                  </a:cubicBezTo>
                  <a:cubicBezTo>
                    <a:pt x="2380" y="8680"/>
                    <a:pt x="2515" y="8668"/>
                    <a:pt x="2652" y="8645"/>
                  </a:cubicBezTo>
                  <a:cubicBezTo>
                    <a:pt x="3341" y="8511"/>
                    <a:pt x="3972" y="8166"/>
                    <a:pt x="4460" y="7659"/>
                  </a:cubicBezTo>
                  <a:lnTo>
                    <a:pt x="5781" y="6338"/>
                  </a:lnTo>
                  <a:cubicBezTo>
                    <a:pt x="5781" y="6338"/>
                    <a:pt x="5625" y="6133"/>
                    <a:pt x="5230" y="6133"/>
                  </a:cubicBezTo>
                  <a:cubicBezTo>
                    <a:pt x="5198" y="6133"/>
                    <a:pt x="5165" y="6134"/>
                    <a:pt x="5130" y="6137"/>
                  </a:cubicBezTo>
                  <a:lnTo>
                    <a:pt x="4039" y="7238"/>
                  </a:lnTo>
                  <a:cubicBezTo>
                    <a:pt x="3771" y="7506"/>
                    <a:pt x="3420" y="7640"/>
                    <a:pt x="3068" y="7640"/>
                  </a:cubicBezTo>
                  <a:cubicBezTo>
                    <a:pt x="2716" y="7640"/>
                    <a:pt x="2364" y="7506"/>
                    <a:pt x="2096" y="7238"/>
                  </a:cubicBezTo>
                  <a:cubicBezTo>
                    <a:pt x="1560" y="6702"/>
                    <a:pt x="1551" y="5831"/>
                    <a:pt x="2096" y="5295"/>
                  </a:cubicBezTo>
                  <a:lnTo>
                    <a:pt x="5561" y="1830"/>
                  </a:lnTo>
                  <a:cubicBezTo>
                    <a:pt x="5829" y="1557"/>
                    <a:pt x="6182" y="1421"/>
                    <a:pt x="6536" y="1421"/>
                  </a:cubicBezTo>
                  <a:cubicBezTo>
                    <a:pt x="6864" y="1421"/>
                    <a:pt x="7193" y="1538"/>
                    <a:pt x="7456" y="1773"/>
                  </a:cubicBezTo>
                  <a:cubicBezTo>
                    <a:pt x="8001" y="2271"/>
                    <a:pt x="8068" y="3103"/>
                    <a:pt x="7599" y="3668"/>
                  </a:cubicBezTo>
                  <a:lnTo>
                    <a:pt x="8930" y="2338"/>
                  </a:lnTo>
                  <a:cubicBezTo>
                    <a:pt x="9016" y="1754"/>
                    <a:pt x="8882" y="1199"/>
                    <a:pt x="8509" y="826"/>
                  </a:cubicBezTo>
                  <a:cubicBezTo>
                    <a:pt x="7963" y="275"/>
                    <a:pt x="7248" y="0"/>
                    <a:pt x="6532" y="0"/>
                  </a:cubicBezTo>
                  <a:close/>
                </a:path>
              </a:pathLst>
            </a:custGeom>
            <a:solidFill>
              <a:srgbClr val="C7D3D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847" name="Google Shape;13847;p43"/>
            <p:cNvSpPr/>
            <p:nvPr/>
          </p:nvSpPr>
          <p:spPr>
            <a:xfrm>
              <a:off x="6813411" y="4028666"/>
              <a:ext cx="36711" cy="22163"/>
            </a:xfrm>
            <a:custGeom>
              <a:rect b="b" l="l" r="r" t="t"/>
              <a:pathLst>
                <a:path extrusionOk="0" h="844" w="1398">
                  <a:moveTo>
                    <a:pt x="651" y="1"/>
                  </a:moveTo>
                  <a:lnTo>
                    <a:pt x="0" y="652"/>
                  </a:lnTo>
                  <a:cubicBezTo>
                    <a:pt x="211" y="738"/>
                    <a:pt x="431" y="805"/>
                    <a:pt x="651" y="843"/>
                  </a:cubicBezTo>
                  <a:lnTo>
                    <a:pt x="1397" y="97"/>
                  </a:lnTo>
                  <a:cubicBezTo>
                    <a:pt x="1139" y="97"/>
                    <a:pt x="890" y="68"/>
                    <a:pt x="651" y="1"/>
                  </a:cubicBezTo>
                  <a:close/>
                </a:path>
              </a:pathLst>
            </a:custGeom>
            <a:solidFill>
              <a:srgbClr val="B6C5D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3848" name="Google Shape;13848;p43"/>
          <p:cNvGrpSpPr/>
          <p:nvPr/>
        </p:nvGrpSpPr>
        <p:grpSpPr>
          <a:xfrm>
            <a:off x="7101903" y="3609622"/>
            <a:ext cx="398626" cy="392088"/>
            <a:chOff x="7101903" y="3762022"/>
            <a:chExt cx="398626" cy="392088"/>
          </a:xfrm>
        </p:grpSpPr>
        <p:sp>
          <p:nvSpPr>
            <p:cNvPr id="13849" name="Google Shape;13849;p43"/>
            <p:cNvSpPr/>
            <p:nvPr/>
          </p:nvSpPr>
          <p:spPr>
            <a:xfrm>
              <a:off x="7101903" y="3887676"/>
              <a:ext cx="201099" cy="201335"/>
            </a:xfrm>
            <a:custGeom>
              <a:rect b="b" l="l" r="r" t="t"/>
              <a:pathLst>
                <a:path extrusionOk="0" h="7667" w="7658">
                  <a:moveTo>
                    <a:pt x="5064" y="1"/>
                  </a:moveTo>
                  <a:cubicBezTo>
                    <a:pt x="3896" y="1"/>
                    <a:pt x="3427" y="1494"/>
                    <a:pt x="4375" y="2164"/>
                  </a:cubicBezTo>
                  <a:lnTo>
                    <a:pt x="4375" y="2700"/>
                  </a:lnTo>
                  <a:lnTo>
                    <a:pt x="2460" y="2700"/>
                  </a:lnTo>
                  <a:lnTo>
                    <a:pt x="2460" y="4375"/>
                  </a:lnTo>
                  <a:lnTo>
                    <a:pt x="2164" y="4375"/>
                  </a:lnTo>
                  <a:cubicBezTo>
                    <a:pt x="1916" y="4024"/>
                    <a:pt x="1556" y="3868"/>
                    <a:pt x="1201" y="3868"/>
                  </a:cubicBezTo>
                  <a:cubicBezTo>
                    <a:pt x="594" y="3868"/>
                    <a:pt x="1" y="4324"/>
                    <a:pt x="1" y="5054"/>
                  </a:cubicBezTo>
                  <a:cubicBezTo>
                    <a:pt x="1" y="5786"/>
                    <a:pt x="598" y="6247"/>
                    <a:pt x="1206" y="6247"/>
                  </a:cubicBezTo>
                  <a:cubicBezTo>
                    <a:pt x="1560" y="6247"/>
                    <a:pt x="1918" y="6091"/>
                    <a:pt x="2164" y="5743"/>
                  </a:cubicBezTo>
                  <a:lnTo>
                    <a:pt x="2460" y="5743"/>
                  </a:lnTo>
                  <a:lnTo>
                    <a:pt x="2460" y="7150"/>
                  </a:lnTo>
                  <a:cubicBezTo>
                    <a:pt x="2499" y="7437"/>
                    <a:pt x="2728" y="7648"/>
                    <a:pt x="3016" y="7667"/>
                  </a:cubicBezTo>
                  <a:lnTo>
                    <a:pt x="7648" y="7667"/>
                  </a:lnTo>
                  <a:lnTo>
                    <a:pt x="7648" y="5418"/>
                  </a:lnTo>
                  <a:lnTo>
                    <a:pt x="6863" y="5418"/>
                  </a:lnTo>
                  <a:lnTo>
                    <a:pt x="6748" y="5580"/>
                  </a:lnTo>
                  <a:cubicBezTo>
                    <a:pt x="6571" y="5814"/>
                    <a:pt x="6311" y="5926"/>
                    <a:pt x="6054" y="5926"/>
                  </a:cubicBezTo>
                  <a:cubicBezTo>
                    <a:pt x="5741" y="5926"/>
                    <a:pt x="5431" y="5761"/>
                    <a:pt x="5274" y="5446"/>
                  </a:cubicBezTo>
                  <a:cubicBezTo>
                    <a:pt x="4987" y="4863"/>
                    <a:pt x="5408" y="4193"/>
                    <a:pt x="6049" y="4193"/>
                  </a:cubicBezTo>
                  <a:lnTo>
                    <a:pt x="6068" y="4193"/>
                  </a:lnTo>
                  <a:cubicBezTo>
                    <a:pt x="6336" y="4193"/>
                    <a:pt x="6595" y="4317"/>
                    <a:pt x="6758" y="4537"/>
                  </a:cubicBezTo>
                  <a:lnTo>
                    <a:pt x="6872" y="4690"/>
                  </a:lnTo>
                  <a:lnTo>
                    <a:pt x="7657" y="4690"/>
                  </a:lnTo>
                  <a:lnTo>
                    <a:pt x="7657" y="2700"/>
                  </a:lnTo>
                  <a:lnTo>
                    <a:pt x="5743" y="2700"/>
                  </a:lnTo>
                  <a:lnTo>
                    <a:pt x="5743" y="2164"/>
                  </a:lnTo>
                  <a:cubicBezTo>
                    <a:pt x="6691" y="1494"/>
                    <a:pt x="6222" y="1"/>
                    <a:pt x="5064" y="1"/>
                  </a:cubicBezTo>
                  <a:close/>
                </a:path>
              </a:pathLst>
            </a:custGeom>
            <a:solidFill>
              <a:srgbClr val="8192A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850" name="Google Shape;13850;p43"/>
            <p:cNvSpPr/>
            <p:nvPr/>
          </p:nvSpPr>
          <p:spPr>
            <a:xfrm>
              <a:off x="7191502" y="3887702"/>
              <a:ext cx="48397" cy="70876"/>
            </a:xfrm>
            <a:custGeom>
              <a:rect b="b" l="l" r="r" t="t"/>
              <a:pathLst>
                <a:path extrusionOk="0" h="2699" w="1843">
                  <a:moveTo>
                    <a:pt x="1626" y="0"/>
                  </a:moveTo>
                  <a:cubicBezTo>
                    <a:pt x="526" y="0"/>
                    <a:pt x="1" y="1479"/>
                    <a:pt x="972" y="2163"/>
                  </a:cubicBezTo>
                  <a:lnTo>
                    <a:pt x="972" y="2699"/>
                  </a:lnTo>
                  <a:lnTo>
                    <a:pt x="1355" y="2699"/>
                  </a:lnTo>
                  <a:lnTo>
                    <a:pt x="1355" y="2163"/>
                  </a:lnTo>
                  <a:cubicBezTo>
                    <a:pt x="1039" y="1933"/>
                    <a:pt x="848" y="1570"/>
                    <a:pt x="848" y="1187"/>
                  </a:cubicBezTo>
                  <a:cubicBezTo>
                    <a:pt x="848" y="603"/>
                    <a:pt x="1269" y="115"/>
                    <a:pt x="1843" y="19"/>
                  </a:cubicBezTo>
                  <a:cubicBezTo>
                    <a:pt x="1768" y="6"/>
                    <a:pt x="1696" y="0"/>
                    <a:pt x="1626" y="0"/>
                  </a:cubicBezTo>
                  <a:close/>
                </a:path>
              </a:pathLst>
            </a:custGeom>
            <a:solidFill>
              <a:srgbClr val="657A8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851" name="Google Shape;13851;p43"/>
            <p:cNvSpPr/>
            <p:nvPr/>
          </p:nvSpPr>
          <p:spPr>
            <a:xfrm>
              <a:off x="7102166" y="3989223"/>
              <a:ext cx="36213" cy="62341"/>
            </a:xfrm>
            <a:custGeom>
              <a:rect b="b" l="l" r="r" t="t"/>
              <a:pathLst>
                <a:path extrusionOk="0" h="2374" w="1379">
                  <a:moveTo>
                    <a:pt x="1187" y="0"/>
                  </a:moveTo>
                  <a:cubicBezTo>
                    <a:pt x="536" y="0"/>
                    <a:pt x="0" y="536"/>
                    <a:pt x="0" y="1187"/>
                  </a:cubicBezTo>
                  <a:cubicBezTo>
                    <a:pt x="0" y="1847"/>
                    <a:pt x="536" y="2374"/>
                    <a:pt x="1187" y="2374"/>
                  </a:cubicBezTo>
                  <a:cubicBezTo>
                    <a:pt x="1254" y="2374"/>
                    <a:pt x="1312" y="2374"/>
                    <a:pt x="1379" y="2364"/>
                  </a:cubicBezTo>
                  <a:cubicBezTo>
                    <a:pt x="48" y="2144"/>
                    <a:pt x="48" y="240"/>
                    <a:pt x="1379" y="20"/>
                  </a:cubicBezTo>
                  <a:cubicBezTo>
                    <a:pt x="1312" y="10"/>
                    <a:pt x="1254" y="0"/>
                    <a:pt x="1187" y="0"/>
                  </a:cubicBezTo>
                  <a:close/>
                </a:path>
              </a:pathLst>
            </a:custGeom>
            <a:solidFill>
              <a:srgbClr val="657A8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852" name="Google Shape;13852;p43"/>
            <p:cNvSpPr/>
            <p:nvPr/>
          </p:nvSpPr>
          <p:spPr>
            <a:xfrm>
              <a:off x="7166503" y="3958552"/>
              <a:ext cx="10084" cy="44012"/>
            </a:xfrm>
            <a:custGeom>
              <a:rect b="b" l="l" r="r" t="t"/>
              <a:pathLst>
                <a:path extrusionOk="0" h="1676" w="384">
                  <a:moveTo>
                    <a:pt x="0" y="1"/>
                  </a:moveTo>
                  <a:lnTo>
                    <a:pt x="0" y="1484"/>
                  </a:lnTo>
                  <a:lnTo>
                    <a:pt x="0" y="1589"/>
                  </a:lnTo>
                  <a:lnTo>
                    <a:pt x="0" y="1676"/>
                  </a:lnTo>
                  <a:lnTo>
                    <a:pt x="383" y="1676"/>
                  </a:lnTo>
                  <a:lnTo>
                    <a:pt x="383" y="1"/>
                  </a:lnTo>
                  <a:close/>
                </a:path>
              </a:pathLst>
            </a:custGeom>
            <a:solidFill>
              <a:srgbClr val="657A8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853" name="Google Shape;13853;p43"/>
            <p:cNvSpPr/>
            <p:nvPr/>
          </p:nvSpPr>
          <p:spPr>
            <a:xfrm>
              <a:off x="7166503" y="4038487"/>
              <a:ext cx="10084" cy="49526"/>
            </a:xfrm>
            <a:custGeom>
              <a:rect b="b" l="l" r="r" t="t"/>
              <a:pathLst>
                <a:path extrusionOk="0" h="1886" w="384">
                  <a:moveTo>
                    <a:pt x="0" y="0"/>
                  </a:moveTo>
                  <a:lnTo>
                    <a:pt x="0" y="1235"/>
                  </a:lnTo>
                  <a:cubicBezTo>
                    <a:pt x="0" y="1637"/>
                    <a:pt x="192" y="1809"/>
                    <a:pt x="383" y="1885"/>
                  </a:cubicBezTo>
                  <a:lnTo>
                    <a:pt x="383" y="0"/>
                  </a:lnTo>
                  <a:close/>
                </a:path>
              </a:pathLst>
            </a:custGeom>
            <a:solidFill>
              <a:srgbClr val="657A8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854" name="Google Shape;13854;p43"/>
            <p:cNvSpPr/>
            <p:nvPr/>
          </p:nvSpPr>
          <p:spPr>
            <a:xfrm>
              <a:off x="7296673" y="3826858"/>
              <a:ext cx="203856" cy="196556"/>
            </a:xfrm>
            <a:custGeom>
              <a:rect b="b" l="l" r="r" t="t"/>
              <a:pathLst>
                <a:path extrusionOk="0" h="7485" w="7763">
                  <a:moveTo>
                    <a:pt x="1" y="1"/>
                  </a:moveTo>
                  <a:lnTo>
                    <a:pt x="1" y="2068"/>
                  </a:lnTo>
                  <a:lnTo>
                    <a:pt x="661" y="2068"/>
                  </a:lnTo>
                  <a:lnTo>
                    <a:pt x="757" y="1944"/>
                  </a:lnTo>
                  <a:cubicBezTo>
                    <a:pt x="954" y="1680"/>
                    <a:pt x="1232" y="1563"/>
                    <a:pt x="1506" y="1563"/>
                  </a:cubicBezTo>
                  <a:cubicBezTo>
                    <a:pt x="1989" y="1563"/>
                    <a:pt x="2460" y="1928"/>
                    <a:pt x="2460" y="2508"/>
                  </a:cubicBezTo>
                  <a:cubicBezTo>
                    <a:pt x="2460" y="3091"/>
                    <a:pt x="1986" y="3461"/>
                    <a:pt x="1501" y="3461"/>
                  </a:cubicBezTo>
                  <a:cubicBezTo>
                    <a:pt x="1228" y="3461"/>
                    <a:pt x="953" y="3344"/>
                    <a:pt x="757" y="3083"/>
                  </a:cubicBezTo>
                  <a:lnTo>
                    <a:pt x="661" y="2958"/>
                  </a:lnTo>
                  <a:lnTo>
                    <a:pt x="1" y="2958"/>
                  </a:lnTo>
                  <a:lnTo>
                    <a:pt x="1" y="5016"/>
                  </a:lnTo>
                  <a:lnTo>
                    <a:pt x="1915" y="5016"/>
                  </a:lnTo>
                  <a:lnTo>
                    <a:pt x="1915" y="5446"/>
                  </a:lnTo>
                  <a:cubicBezTo>
                    <a:pt x="987" y="6049"/>
                    <a:pt x="1417" y="7485"/>
                    <a:pt x="2518" y="7485"/>
                  </a:cubicBezTo>
                  <a:cubicBezTo>
                    <a:pt x="3618" y="7485"/>
                    <a:pt x="4049" y="6049"/>
                    <a:pt x="3121" y="5446"/>
                  </a:cubicBezTo>
                  <a:lnTo>
                    <a:pt x="3121" y="5016"/>
                  </a:lnTo>
                  <a:lnTo>
                    <a:pt x="5035" y="5016"/>
                  </a:lnTo>
                  <a:lnTo>
                    <a:pt x="5035" y="3111"/>
                  </a:lnTo>
                  <a:lnTo>
                    <a:pt x="5456" y="3111"/>
                  </a:lnTo>
                  <a:cubicBezTo>
                    <a:pt x="5676" y="3450"/>
                    <a:pt x="6029" y="3616"/>
                    <a:pt x="6382" y="3616"/>
                  </a:cubicBezTo>
                  <a:cubicBezTo>
                    <a:pt x="6767" y="3616"/>
                    <a:pt x="7151" y="3419"/>
                    <a:pt x="7360" y="3035"/>
                  </a:cubicBezTo>
                  <a:cubicBezTo>
                    <a:pt x="7762" y="2298"/>
                    <a:pt x="7226" y="1398"/>
                    <a:pt x="6384" y="1398"/>
                  </a:cubicBezTo>
                  <a:lnTo>
                    <a:pt x="6375" y="1398"/>
                  </a:lnTo>
                  <a:cubicBezTo>
                    <a:pt x="6001" y="1398"/>
                    <a:pt x="5657" y="1590"/>
                    <a:pt x="5446" y="1905"/>
                  </a:cubicBezTo>
                  <a:lnTo>
                    <a:pt x="5025" y="1905"/>
                  </a:lnTo>
                  <a:lnTo>
                    <a:pt x="5025" y="709"/>
                  </a:lnTo>
                  <a:cubicBezTo>
                    <a:pt x="5025" y="154"/>
                    <a:pt x="4690" y="20"/>
                    <a:pt x="4470" y="1"/>
                  </a:cubicBezTo>
                  <a:close/>
                </a:path>
              </a:pathLst>
            </a:custGeom>
            <a:solidFill>
              <a:srgbClr val="96ABB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855" name="Google Shape;13855;p43"/>
            <p:cNvSpPr/>
            <p:nvPr/>
          </p:nvSpPr>
          <p:spPr>
            <a:xfrm>
              <a:off x="7339162" y="3867324"/>
              <a:ext cx="30672" cy="50787"/>
            </a:xfrm>
            <a:custGeom>
              <a:rect b="b" l="l" r="r" t="t"/>
              <a:pathLst>
                <a:path extrusionOk="0" h="1934" w="1168">
                  <a:moveTo>
                    <a:pt x="192" y="1"/>
                  </a:moveTo>
                  <a:cubicBezTo>
                    <a:pt x="125" y="1"/>
                    <a:pt x="67" y="1"/>
                    <a:pt x="0" y="20"/>
                  </a:cubicBezTo>
                  <a:cubicBezTo>
                    <a:pt x="1034" y="230"/>
                    <a:pt x="1034" y="1704"/>
                    <a:pt x="0" y="1915"/>
                  </a:cubicBezTo>
                  <a:cubicBezTo>
                    <a:pt x="67" y="1934"/>
                    <a:pt x="125" y="1934"/>
                    <a:pt x="192" y="1934"/>
                  </a:cubicBezTo>
                  <a:cubicBezTo>
                    <a:pt x="728" y="1934"/>
                    <a:pt x="1158" y="1503"/>
                    <a:pt x="1168" y="967"/>
                  </a:cubicBezTo>
                  <a:cubicBezTo>
                    <a:pt x="1158" y="431"/>
                    <a:pt x="728" y="1"/>
                    <a:pt x="192" y="1"/>
                  </a:cubicBezTo>
                  <a:close/>
                </a:path>
              </a:pathLst>
            </a:custGeom>
            <a:solidFill>
              <a:srgbClr val="869FB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856" name="Google Shape;13856;p43"/>
            <p:cNvSpPr/>
            <p:nvPr/>
          </p:nvSpPr>
          <p:spPr>
            <a:xfrm>
              <a:off x="7234096" y="3958552"/>
              <a:ext cx="194560" cy="195558"/>
            </a:xfrm>
            <a:custGeom>
              <a:rect b="b" l="l" r="r" t="t"/>
              <a:pathLst>
                <a:path extrusionOk="0" h="7447" w="7409">
                  <a:moveTo>
                    <a:pt x="2451" y="1"/>
                  </a:moveTo>
                  <a:lnTo>
                    <a:pt x="2451" y="1896"/>
                  </a:lnTo>
                  <a:lnTo>
                    <a:pt x="2020" y="1896"/>
                  </a:lnTo>
                  <a:cubicBezTo>
                    <a:pt x="1819" y="1589"/>
                    <a:pt x="1465" y="1398"/>
                    <a:pt x="1092" y="1398"/>
                  </a:cubicBezTo>
                  <a:cubicBezTo>
                    <a:pt x="489" y="1398"/>
                    <a:pt x="1" y="1886"/>
                    <a:pt x="1" y="2499"/>
                  </a:cubicBezTo>
                  <a:cubicBezTo>
                    <a:pt x="1" y="3102"/>
                    <a:pt x="489" y="3599"/>
                    <a:pt x="1092" y="3599"/>
                  </a:cubicBezTo>
                  <a:cubicBezTo>
                    <a:pt x="1465" y="3590"/>
                    <a:pt x="1819" y="3408"/>
                    <a:pt x="2020" y="3092"/>
                  </a:cubicBezTo>
                  <a:lnTo>
                    <a:pt x="2451" y="3092"/>
                  </a:lnTo>
                  <a:lnTo>
                    <a:pt x="2451" y="4968"/>
                  </a:lnTo>
                  <a:lnTo>
                    <a:pt x="4365" y="4968"/>
                  </a:lnTo>
                  <a:lnTo>
                    <a:pt x="4365" y="5408"/>
                  </a:lnTo>
                  <a:cubicBezTo>
                    <a:pt x="3437" y="6011"/>
                    <a:pt x="3867" y="7446"/>
                    <a:pt x="4968" y="7446"/>
                  </a:cubicBezTo>
                  <a:cubicBezTo>
                    <a:pt x="6068" y="7446"/>
                    <a:pt x="6499" y="6011"/>
                    <a:pt x="5571" y="5408"/>
                  </a:cubicBezTo>
                  <a:lnTo>
                    <a:pt x="5561" y="5408"/>
                  </a:lnTo>
                  <a:lnTo>
                    <a:pt x="5561" y="4968"/>
                  </a:lnTo>
                  <a:lnTo>
                    <a:pt x="6853" y="4968"/>
                  </a:lnTo>
                  <a:cubicBezTo>
                    <a:pt x="7073" y="4939"/>
                    <a:pt x="7399" y="4805"/>
                    <a:pt x="7408" y="4279"/>
                  </a:cubicBezTo>
                  <a:lnTo>
                    <a:pt x="7408" y="1"/>
                  </a:lnTo>
                  <a:lnTo>
                    <a:pt x="5408" y="1"/>
                  </a:lnTo>
                  <a:lnTo>
                    <a:pt x="5408" y="661"/>
                  </a:lnTo>
                  <a:lnTo>
                    <a:pt x="5533" y="757"/>
                  </a:lnTo>
                  <a:cubicBezTo>
                    <a:pt x="6260" y="1302"/>
                    <a:pt x="5867" y="2460"/>
                    <a:pt x="4958" y="2460"/>
                  </a:cubicBezTo>
                  <a:cubicBezTo>
                    <a:pt x="4049" y="2460"/>
                    <a:pt x="3666" y="1302"/>
                    <a:pt x="4394" y="757"/>
                  </a:cubicBezTo>
                  <a:lnTo>
                    <a:pt x="4518" y="661"/>
                  </a:lnTo>
                  <a:lnTo>
                    <a:pt x="4518" y="1"/>
                  </a:lnTo>
                  <a:close/>
                </a:path>
              </a:pathLst>
            </a:custGeom>
            <a:solidFill>
              <a:srgbClr val="C7D3D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857" name="Google Shape;13857;p43"/>
            <p:cNvSpPr/>
            <p:nvPr/>
          </p:nvSpPr>
          <p:spPr>
            <a:xfrm>
              <a:off x="7234621" y="3994738"/>
              <a:ext cx="33193" cy="58087"/>
            </a:xfrm>
            <a:custGeom>
              <a:rect b="b" l="l" r="r" t="t"/>
              <a:pathLst>
                <a:path extrusionOk="0" h="2212" w="1264">
                  <a:moveTo>
                    <a:pt x="1072" y="1"/>
                  </a:moveTo>
                  <a:cubicBezTo>
                    <a:pt x="479" y="20"/>
                    <a:pt x="0" y="508"/>
                    <a:pt x="0" y="1111"/>
                  </a:cubicBezTo>
                  <a:cubicBezTo>
                    <a:pt x="0" y="1704"/>
                    <a:pt x="479" y="2192"/>
                    <a:pt x="1072" y="2212"/>
                  </a:cubicBezTo>
                  <a:cubicBezTo>
                    <a:pt x="1139" y="2212"/>
                    <a:pt x="1206" y="2212"/>
                    <a:pt x="1263" y="2202"/>
                  </a:cubicBezTo>
                  <a:cubicBezTo>
                    <a:pt x="737" y="2106"/>
                    <a:pt x="354" y="1647"/>
                    <a:pt x="354" y="1111"/>
                  </a:cubicBezTo>
                  <a:cubicBezTo>
                    <a:pt x="354" y="575"/>
                    <a:pt x="737" y="116"/>
                    <a:pt x="1263" y="20"/>
                  </a:cubicBezTo>
                  <a:cubicBezTo>
                    <a:pt x="1206" y="10"/>
                    <a:pt x="1139" y="1"/>
                    <a:pt x="1072" y="1"/>
                  </a:cubicBezTo>
                  <a:close/>
                </a:path>
              </a:pathLst>
            </a:custGeom>
            <a:solidFill>
              <a:srgbClr val="ADBEC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858" name="Google Shape;13858;p43"/>
            <p:cNvSpPr/>
            <p:nvPr/>
          </p:nvSpPr>
          <p:spPr>
            <a:xfrm>
              <a:off x="7297934" y="3958552"/>
              <a:ext cx="8823" cy="49789"/>
            </a:xfrm>
            <a:custGeom>
              <a:rect b="b" l="l" r="r" t="t"/>
              <a:pathLst>
                <a:path extrusionOk="0" h="1896" w="336">
                  <a:moveTo>
                    <a:pt x="1" y="1"/>
                  </a:moveTo>
                  <a:lnTo>
                    <a:pt x="1" y="1896"/>
                  </a:lnTo>
                  <a:lnTo>
                    <a:pt x="336" y="1896"/>
                  </a:lnTo>
                  <a:lnTo>
                    <a:pt x="336" y="1"/>
                  </a:lnTo>
                  <a:close/>
                </a:path>
              </a:pathLst>
            </a:custGeom>
            <a:solidFill>
              <a:srgbClr val="ADBEC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859" name="Google Shape;13859;p43"/>
            <p:cNvSpPr/>
            <p:nvPr/>
          </p:nvSpPr>
          <p:spPr>
            <a:xfrm>
              <a:off x="7297934" y="4039721"/>
              <a:ext cx="8823" cy="49290"/>
            </a:xfrm>
            <a:custGeom>
              <a:rect b="b" l="l" r="r" t="t"/>
              <a:pathLst>
                <a:path extrusionOk="0" h="1877" w="336">
                  <a:moveTo>
                    <a:pt x="1" y="1"/>
                  </a:moveTo>
                  <a:lnTo>
                    <a:pt x="1" y="1877"/>
                  </a:lnTo>
                  <a:lnTo>
                    <a:pt x="336" y="1877"/>
                  </a:lnTo>
                  <a:lnTo>
                    <a:pt x="336" y="1"/>
                  </a:lnTo>
                  <a:close/>
                </a:path>
              </a:pathLst>
            </a:custGeom>
            <a:solidFill>
              <a:srgbClr val="ADBEC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860" name="Google Shape;13860;p43"/>
            <p:cNvSpPr/>
            <p:nvPr/>
          </p:nvSpPr>
          <p:spPr>
            <a:xfrm>
              <a:off x="7323459" y="4088985"/>
              <a:ext cx="45876" cy="64626"/>
            </a:xfrm>
            <a:custGeom>
              <a:rect b="b" l="l" r="r" t="t"/>
              <a:pathLst>
                <a:path extrusionOk="0" h="2461" w="1747">
                  <a:moveTo>
                    <a:pt x="952" y="1"/>
                  </a:moveTo>
                  <a:lnTo>
                    <a:pt x="952" y="422"/>
                  </a:lnTo>
                  <a:cubicBezTo>
                    <a:pt x="1" y="1041"/>
                    <a:pt x="489" y="2460"/>
                    <a:pt x="1533" y="2460"/>
                  </a:cubicBezTo>
                  <a:cubicBezTo>
                    <a:pt x="1602" y="2460"/>
                    <a:pt x="1673" y="2454"/>
                    <a:pt x="1747" y="2441"/>
                  </a:cubicBezTo>
                  <a:cubicBezTo>
                    <a:pt x="1220" y="2345"/>
                    <a:pt x="838" y="1886"/>
                    <a:pt x="828" y="1350"/>
                  </a:cubicBezTo>
                  <a:cubicBezTo>
                    <a:pt x="838" y="977"/>
                    <a:pt x="1019" y="632"/>
                    <a:pt x="1335" y="422"/>
                  </a:cubicBezTo>
                  <a:lnTo>
                    <a:pt x="1335" y="1"/>
                  </a:lnTo>
                  <a:close/>
                </a:path>
              </a:pathLst>
            </a:custGeom>
            <a:solidFill>
              <a:srgbClr val="ADBEC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861" name="Google Shape;13861;p43"/>
            <p:cNvSpPr/>
            <p:nvPr/>
          </p:nvSpPr>
          <p:spPr>
            <a:xfrm>
              <a:off x="7166240" y="3762022"/>
              <a:ext cx="203594" cy="196320"/>
            </a:xfrm>
            <a:custGeom>
              <a:rect b="b" l="l" r="r" t="t"/>
              <a:pathLst>
                <a:path extrusionOk="0" h="7476" w="7753">
                  <a:moveTo>
                    <a:pt x="6375" y="3867"/>
                  </a:moveTo>
                  <a:cubicBezTo>
                    <a:pt x="6376" y="3867"/>
                    <a:pt x="6378" y="3867"/>
                    <a:pt x="6380" y="3867"/>
                  </a:cubicBezTo>
                  <a:lnTo>
                    <a:pt x="6380" y="3867"/>
                  </a:lnTo>
                  <a:cubicBezTo>
                    <a:pt x="6381" y="3867"/>
                    <a:pt x="6383" y="3867"/>
                    <a:pt x="6384" y="3867"/>
                  </a:cubicBezTo>
                  <a:close/>
                  <a:moveTo>
                    <a:pt x="2518" y="1"/>
                  </a:moveTo>
                  <a:cubicBezTo>
                    <a:pt x="1408" y="1"/>
                    <a:pt x="987" y="1436"/>
                    <a:pt x="1905" y="2039"/>
                  </a:cubicBezTo>
                  <a:lnTo>
                    <a:pt x="1905" y="2460"/>
                  </a:lnTo>
                  <a:lnTo>
                    <a:pt x="556" y="2460"/>
                  </a:lnTo>
                  <a:cubicBezTo>
                    <a:pt x="345" y="2480"/>
                    <a:pt x="39" y="2604"/>
                    <a:pt x="1" y="3054"/>
                  </a:cubicBezTo>
                  <a:lnTo>
                    <a:pt x="1" y="7475"/>
                  </a:lnTo>
                  <a:lnTo>
                    <a:pt x="2068" y="7475"/>
                  </a:lnTo>
                  <a:lnTo>
                    <a:pt x="2068" y="6824"/>
                  </a:lnTo>
                  <a:lnTo>
                    <a:pt x="1944" y="6729"/>
                  </a:lnTo>
                  <a:cubicBezTo>
                    <a:pt x="1216" y="6174"/>
                    <a:pt x="1599" y="5016"/>
                    <a:pt x="2508" y="5016"/>
                  </a:cubicBezTo>
                  <a:cubicBezTo>
                    <a:pt x="3418" y="5016"/>
                    <a:pt x="3810" y="6174"/>
                    <a:pt x="3083" y="6729"/>
                  </a:cubicBezTo>
                  <a:lnTo>
                    <a:pt x="2958" y="6824"/>
                  </a:lnTo>
                  <a:lnTo>
                    <a:pt x="2958" y="7475"/>
                  </a:lnTo>
                  <a:lnTo>
                    <a:pt x="5025" y="7475"/>
                  </a:lnTo>
                  <a:lnTo>
                    <a:pt x="5025" y="5580"/>
                  </a:lnTo>
                  <a:lnTo>
                    <a:pt x="5446" y="5580"/>
                  </a:lnTo>
                  <a:cubicBezTo>
                    <a:pt x="5666" y="5919"/>
                    <a:pt x="6020" y="6085"/>
                    <a:pt x="6373" y="6085"/>
                  </a:cubicBezTo>
                  <a:cubicBezTo>
                    <a:pt x="6757" y="6085"/>
                    <a:pt x="7141" y="5888"/>
                    <a:pt x="7351" y="5504"/>
                  </a:cubicBezTo>
                  <a:cubicBezTo>
                    <a:pt x="7752" y="4768"/>
                    <a:pt x="7219" y="3871"/>
                    <a:pt x="6380" y="3867"/>
                  </a:cubicBezTo>
                  <a:lnTo>
                    <a:pt x="6380" y="3867"/>
                  </a:lnTo>
                  <a:cubicBezTo>
                    <a:pt x="6008" y="3869"/>
                    <a:pt x="5656" y="4060"/>
                    <a:pt x="5456" y="4374"/>
                  </a:cubicBezTo>
                  <a:lnTo>
                    <a:pt x="5035" y="4374"/>
                  </a:lnTo>
                  <a:lnTo>
                    <a:pt x="5035" y="2460"/>
                  </a:lnTo>
                  <a:lnTo>
                    <a:pt x="3121" y="2460"/>
                  </a:lnTo>
                  <a:lnTo>
                    <a:pt x="3121" y="2039"/>
                  </a:lnTo>
                  <a:cubicBezTo>
                    <a:pt x="4040" y="1436"/>
                    <a:pt x="3618" y="1"/>
                    <a:pt x="2518" y="1"/>
                  </a:cubicBez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862" name="Google Shape;13862;p43"/>
            <p:cNvSpPr/>
            <p:nvPr/>
          </p:nvSpPr>
          <p:spPr>
            <a:xfrm>
              <a:off x="7166240" y="3762022"/>
              <a:ext cx="203594" cy="196320"/>
            </a:xfrm>
            <a:custGeom>
              <a:rect b="b" l="l" r="r" t="t"/>
              <a:pathLst>
                <a:path extrusionOk="0" h="7476" w="7753">
                  <a:moveTo>
                    <a:pt x="6375" y="3867"/>
                  </a:moveTo>
                  <a:cubicBezTo>
                    <a:pt x="6376" y="3867"/>
                    <a:pt x="6378" y="3867"/>
                    <a:pt x="6380" y="3867"/>
                  </a:cubicBezTo>
                  <a:lnTo>
                    <a:pt x="6380" y="3867"/>
                  </a:lnTo>
                  <a:cubicBezTo>
                    <a:pt x="6381" y="3867"/>
                    <a:pt x="6383" y="3867"/>
                    <a:pt x="6384" y="3867"/>
                  </a:cubicBezTo>
                  <a:close/>
                  <a:moveTo>
                    <a:pt x="2518" y="1"/>
                  </a:moveTo>
                  <a:cubicBezTo>
                    <a:pt x="1408" y="1"/>
                    <a:pt x="987" y="1436"/>
                    <a:pt x="1905" y="2039"/>
                  </a:cubicBezTo>
                  <a:lnTo>
                    <a:pt x="1905" y="2460"/>
                  </a:lnTo>
                  <a:lnTo>
                    <a:pt x="556" y="2460"/>
                  </a:lnTo>
                  <a:cubicBezTo>
                    <a:pt x="345" y="2480"/>
                    <a:pt x="39" y="2604"/>
                    <a:pt x="1" y="3054"/>
                  </a:cubicBezTo>
                  <a:lnTo>
                    <a:pt x="1" y="7475"/>
                  </a:lnTo>
                  <a:lnTo>
                    <a:pt x="2068" y="7475"/>
                  </a:lnTo>
                  <a:lnTo>
                    <a:pt x="2068" y="6824"/>
                  </a:lnTo>
                  <a:lnTo>
                    <a:pt x="1944" y="6729"/>
                  </a:lnTo>
                  <a:cubicBezTo>
                    <a:pt x="1216" y="6174"/>
                    <a:pt x="1599" y="5016"/>
                    <a:pt x="2508" y="5016"/>
                  </a:cubicBezTo>
                  <a:cubicBezTo>
                    <a:pt x="3418" y="5016"/>
                    <a:pt x="3810" y="6174"/>
                    <a:pt x="3083" y="6729"/>
                  </a:cubicBezTo>
                  <a:lnTo>
                    <a:pt x="2958" y="6824"/>
                  </a:lnTo>
                  <a:lnTo>
                    <a:pt x="2958" y="7475"/>
                  </a:lnTo>
                  <a:lnTo>
                    <a:pt x="5025" y="7475"/>
                  </a:lnTo>
                  <a:lnTo>
                    <a:pt x="5025" y="5580"/>
                  </a:lnTo>
                  <a:lnTo>
                    <a:pt x="5446" y="5580"/>
                  </a:lnTo>
                  <a:cubicBezTo>
                    <a:pt x="5666" y="5919"/>
                    <a:pt x="6020" y="6085"/>
                    <a:pt x="6373" y="6085"/>
                  </a:cubicBezTo>
                  <a:cubicBezTo>
                    <a:pt x="6757" y="6085"/>
                    <a:pt x="7141" y="5888"/>
                    <a:pt x="7351" y="5504"/>
                  </a:cubicBezTo>
                  <a:cubicBezTo>
                    <a:pt x="7752" y="4768"/>
                    <a:pt x="7219" y="3871"/>
                    <a:pt x="6380" y="3867"/>
                  </a:cubicBezTo>
                  <a:lnTo>
                    <a:pt x="6380" y="3867"/>
                  </a:lnTo>
                  <a:cubicBezTo>
                    <a:pt x="6008" y="3869"/>
                    <a:pt x="5656" y="4060"/>
                    <a:pt x="5456" y="4374"/>
                  </a:cubicBezTo>
                  <a:lnTo>
                    <a:pt x="5035" y="4374"/>
                  </a:lnTo>
                  <a:lnTo>
                    <a:pt x="5035" y="2460"/>
                  </a:lnTo>
                  <a:lnTo>
                    <a:pt x="3121" y="2460"/>
                  </a:lnTo>
                  <a:lnTo>
                    <a:pt x="3121" y="2039"/>
                  </a:lnTo>
                  <a:cubicBezTo>
                    <a:pt x="4040" y="1436"/>
                    <a:pt x="3618" y="1"/>
                    <a:pt x="2518" y="1"/>
                  </a:cubicBez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863" name="Google Shape;13863;p43"/>
            <p:cNvSpPr/>
            <p:nvPr/>
          </p:nvSpPr>
          <p:spPr>
            <a:xfrm>
              <a:off x="7191528" y="3762022"/>
              <a:ext cx="45876" cy="64626"/>
            </a:xfrm>
            <a:custGeom>
              <a:rect b="b" l="l" r="r" t="t"/>
              <a:pathLst>
                <a:path extrusionOk="0" h="2461" w="1747">
                  <a:moveTo>
                    <a:pt x="1532" y="1"/>
                  </a:moveTo>
                  <a:cubicBezTo>
                    <a:pt x="489" y="1"/>
                    <a:pt x="0" y="1420"/>
                    <a:pt x="952" y="2039"/>
                  </a:cubicBezTo>
                  <a:lnTo>
                    <a:pt x="952" y="2460"/>
                  </a:lnTo>
                  <a:lnTo>
                    <a:pt x="1335" y="2460"/>
                  </a:lnTo>
                  <a:lnTo>
                    <a:pt x="1335" y="2039"/>
                  </a:lnTo>
                  <a:cubicBezTo>
                    <a:pt x="493" y="1494"/>
                    <a:pt x="761" y="192"/>
                    <a:pt x="1746" y="20"/>
                  </a:cubicBezTo>
                  <a:cubicBezTo>
                    <a:pt x="1673" y="7"/>
                    <a:pt x="1601" y="1"/>
                    <a:pt x="1532" y="1"/>
                  </a:cubicBez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864" name="Google Shape;13864;p43"/>
            <p:cNvSpPr/>
            <p:nvPr/>
          </p:nvSpPr>
          <p:spPr>
            <a:xfrm>
              <a:off x="7166503" y="3827882"/>
              <a:ext cx="10084" cy="130696"/>
            </a:xfrm>
            <a:custGeom>
              <a:rect b="b" l="l" r="r" t="t"/>
              <a:pathLst>
                <a:path extrusionOk="0" h="4977" w="384">
                  <a:moveTo>
                    <a:pt x="383" y="0"/>
                  </a:moveTo>
                  <a:cubicBezTo>
                    <a:pt x="201" y="58"/>
                    <a:pt x="29" y="211"/>
                    <a:pt x="0" y="555"/>
                  </a:cubicBezTo>
                  <a:lnTo>
                    <a:pt x="0" y="4977"/>
                  </a:lnTo>
                  <a:lnTo>
                    <a:pt x="383" y="4977"/>
                  </a:lnTo>
                  <a:lnTo>
                    <a:pt x="383" y="0"/>
                  </a:ln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865" name="Google Shape;13865;p43"/>
            <p:cNvSpPr/>
            <p:nvPr/>
          </p:nvSpPr>
          <p:spPr>
            <a:xfrm>
              <a:off x="7297698" y="3826621"/>
              <a:ext cx="9060" cy="50288"/>
            </a:xfrm>
            <a:custGeom>
              <a:rect b="b" l="l" r="r" t="t"/>
              <a:pathLst>
                <a:path extrusionOk="0" h="1915" w="345">
                  <a:moveTo>
                    <a:pt x="0" y="0"/>
                  </a:moveTo>
                  <a:lnTo>
                    <a:pt x="0" y="1914"/>
                  </a:lnTo>
                  <a:lnTo>
                    <a:pt x="345" y="1914"/>
                  </a:lnTo>
                  <a:lnTo>
                    <a:pt x="345" y="0"/>
                  </a:lnTo>
                  <a:close/>
                </a:path>
              </a:pathLst>
            </a:custGeom>
            <a:solidFill>
              <a:srgbClr val="869FB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866" name="Google Shape;13866;p43"/>
            <p:cNvSpPr/>
            <p:nvPr/>
          </p:nvSpPr>
          <p:spPr>
            <a:xfrm>
              <a:off x="7297698" y="3908553"/>
              <a:ext cx="9060" cy="50025"/>
            </a:xfrm>
            <a:custGeom>
              <a:rect b="b" l="l" r="r" t="t"/>
              <a:pathLst>
                <a:path extrusionOk="0" h="1905" w="345">
                  <a:moveTo>
                    <a:pt x="0" y="0"/>
                  </a:moveTo>
                  <a:lnTo>
                    <a:pt x="0" y="1905"/>
                  </a:lnTo>
                  <a:lnTo>
                    <a:pt x="345" y="1905"/>
                  </a:lnTo>
                  <a:lnTo>
                    <a:pt x="345" y="0"/>
                  </a:lnTo>
                  <a:close/>
                </a:path>
              </a:pathLst>
            </a:custGeom>
            <a:solidFill>
              <a:srgbClr val="869FB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3867" name="Google Shape;13867;p43"/>
          <p:cNvGrpSpPr/>
          <p:nvPr/>
        </p:nvGrpSpPr>
        <p:grpSpPr>
          <a:xfrm>
            <a:off x="7541469" y="3641055"/>
            <a:ext cx="407897" cy="328985"/>
            <a:chOff x="7541469" y="3793455"/>
            <a:chExt cx="407897" cy="328985"/>
          </a:xfrm>
        </p:grpSpPr>
        <p:sp>
          <p:nvSpPr>
            <p:cNvPr id="13868" name="Google Shape;13868;p43"/>
            <p:cNvSpPr/>
            <p:nvPr/>
          </p:nvSpPr>
          <p:spPr>
            <a:xfrm>
              <a:off x="7541469" y="3819820"/>
              <a:ext cx="407897" cy="302620"/>
            </a:xfrm>
            <a:custGeom>
              <a:rect b="b" l="l" r="r" t="t"/>
              <a:pathLst>
                <a:path extrusionOk="0" h="11524" w="15533">
                  <a:moveTo>
                    <a:pt x="14794" y="1"/>
                  </a:moveTo>
                  <a:cubicBezTo>
                    <a:pt x="14788" y="1"/>
                    <a:pt x="14783" y="1"/>
                    <a:pt x="14777" y="1"/>
                  </a:cubicBezTo>
                  <a:lnTo>
                    <a:pt x="747" y="1"/>
                  </a:lnTo>
                  <a:cubicBezTo>
                    <a:pt x="335" y="1"/>
                    <a:pt x="0" y="336"/>
                    <a:pt x="0" y="747"/>
                  </a:cubicBezTo>
                  <a:lnTo>
                    <a:pt x="0" y="10768"/>
                  </a:lnTo>
                  <a:cubicBezTo>
                    <a:pt x="0" y="11179"/>
                    <a:pt x="335" y="11514"/>
                    <a:pt x="747" y="11524"/>
                  </a:cubicBezTo>
                  <a:lnTo>
                    <a:pt x="14777" y="11524"/>
                  </a:lnTo>
                  <a:cubicBezTo>
                    <a:pt x="15198" y="11524"/>
                    <a:pt x="15533" y="11179"/>
                    <a:pt x="15533" y="10768"/>
                  </a:cubicBezTo>
                  <a:lnTo>
                    <a:pt x="15533" y="747"/>
                  </a:lnTo>
                  <a:cubicBezTo>
                    <a:pt x="15533" y="342"/>
                    <a:pt x="15207" y="1"/>
                    <a:pt x="14794" y="1"/>
                  </a:cubicBez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869" name="Google Shape;13869;p43"/>
            <p:cNvSpPr/>
            <p:nvPr/>
          </p:nvSpPr>
          <p:spPr>
            <a:xfrm>
              <a:off x="7541469" y="3819820"/>
              <a:ext cx="407897" cy="39495"/>
            </a:xfrm>
            <a:custGeom>
              <a:rect b="b" l="l" r="r" t="t"/>
              <a:pathLst>
                <a:path extrusionOk="0" h="1504" w="15533">
                  <a:moveTo>
                    <a:pt x="14794" y="1"/>
                  </a:moveTo>
                  <a:cubicBezTo>
                    <a:pt x="14788" y="1"/>
                    <a:pt x="14783" y="1"/>
                    <a:pt x="14777" y="1"/>
                  </a:cubicBezTo>
                  <a:lnTo>
                    <a:pt x="747" y="1"/>
                  </a:lnTo>
                  <a:cubicBezTo>
                    <a:pt x="335" y="1"/>
                    <a:pt x="0" y="336"/>
                    <a:pt x="0" y="747"/>
                  </a:cubicBezTo>
                  <a:lnTo>
                    <a:pt x="0" y="1504"/>
                  </a:lnTo>
                  <a:lnTo>
                    <a:pt x="15533" y="1504"/>
                  </a:lnTo>
                  <a:lnTo>
                    <a:pt x="15533" y="747"/>
                  </a:lnTo>
                  <a:cubicBezTo>
                    <a:pt x="15533" y="342"/>
                    <a:pt x="15207" y="1"/>
                    <a:pt x="14794" y="1"/>
                  </a:cubicBezTo>
                  <a:close/>
                </a:path>
              </a:pathLst>
            </a:custGeom>
            <a:solidFill>
              <a:srgbClr val="63768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870" name="Google Shape;13870;p43"/>
            <p:cNvSpPr/>
            <p:nvPr/>
          </p:nvSpPr>
          <p:spPr>
            <a:xfrm>
              <a:off x="7567860" y="3819846"/>
              <a:ext cx="52546" cy="26155"/>
            </a:xfrm>
            <a:custGeom>
              <a:rect b="b" l="l" r="r" t="t"/>
              <a:pathLst>
                <a:path extrusionOk="0" h="996" w="2001">
                  <a:moveTo>
                    <a:pt x="0" y="0"/>
                  </a:moveTo>
                  <a:lnTo>
                    <a:pt x="0" y="249"/>
                  </a:lnTo>
                  <a:cubicBezTo>
                    <a:pt x="0" y="660"/>
                    <a:pt x="335" y="995"/>
                    <a:pt x="747" y="995"/>
                  </a:cubicBezTo>
                  <a:lnTo>
                    <a:pt x="1254" y="995"/>
                  </a:lnTo>
                  <a:cubicBezTo>
                    <a:pt x="1665" y="995"/>
                    <a:pt x="2000" y="660"/>
                    <a:pt x="2000" y="249"/>
                  </a:cubicBezTo>
                  <a:lnTo>
                    <a:pt x="2000" y="0"/>
                  </a:lnTo>
                  <a:close/>
                </a:path>
              </a:pathLst>
            </a:custGeom>
            <a:solidFill>
              <a:srgbClr val="30496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871" name="Google Shape;13871;p43"/>
            <p:cNvSpPr/>
            <p:nvPr/>
          </p:nvSpPr>
          <p:spPr>
            <a:xfrm>
              <a:off x="7870428" y="3819846"/>
              <a:ext cx="52573" cy="26155"/>
            </a:xfrm>
            <a:custGeom>
              <a:rect b="b" l="l" r="r" t="t"/>
              <a:pathLst>
                <a:path extrusionOk="0" h="996" w="2002">
                  <a:moveTo>
                    <a:pt x="1" y="0"/>
                  </a:moveTo>
                  <a:lnTo>
                    <a:pt x="1" y="249"/>
                  </a:lnTo>
                  <a:cubicBezTo>
                    <a:pt x="1" y="660"/>
                    <a:pt x="336" y="995"/>
                    <a:pt x="747" y="995"/>
                  </a:cubicBezTo>
                  <a:lnTo>
                    <a:pt x="1255" y="995"/>
                  </a:lnTo>
                  <a:cubicBezTo>
                    <a:pt x="1666" y="995"/>
                    <a:pt x="2001" y="660"/>
                    <a:pt x="2001" y="249"/>
                  </a:cubicBezTo>
                  <a:lnTo>
                    <a:pt x="2001" y="0"/>
                  </a:lnTo>
                  <a:close/>
                </a:path>
              </a:pathLst>
            </a:custGeom>
            <a:solidFill>
              <a:srgbClr val="30496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872" name="Google Shape;13872;p43"/>
            <p:cNvSpPr/>
            <p:nvPr/>
          </p:nvSpPr>
          <p:spPr>
            <a:xfrm>
              <a:off x="7580912" y="3793455"/>
              <a:ext cx="26418" cy="39469"/>
            </a:xfrm>
            <a:custGeom>
              <a:rect b="b" l="l" r="r" t="t"/>
              <a:pathLst>
                <a:path extrusionOk="0" h="1503" w="1006">
                  <a:moveTo>
                    <a:pt x="250" y="0"/>
                  </a:moveTo>
                  <a:cubicBezTo>
                    <a:pt x="116" y="0"/>
                    <a:pt x="1" y="105"/>
                    <a:pt x="1" y="249"/>
                  </a:cubicBezTo>
                  <a:lnTo>
                    <a:pt x="1" y="1254"/>
                  </a:lnTo>
                  <a:cubicBezTo>
                    <a:pt x="1" y="1388"/>
                    <a:pt x="116" y="1503"/>
                    <a:pt x="250" y="1503"/>
                  </a:cubicBezTo>
                  <a:lnTo>
                    <a:pt x="757" y="1503"/>
                  </a:lnTo>
                  <a:cubicBezTo>
                    <a:pt x="891" y="1503"/>
                    <a:pt x="1006" y="1388"/>
                    <a:pt x="1006" y="1254"/>
                  </a:cubicBezTo>
                  <a:lnTo>
                    <a:pt x="1006" y="249"/>
                  </a:lnTo>
                  <a:cubicBezTo>
                    <a:pt x="1006" y="105"/>
                    <a:pt x="891" y="0"/>
                    <a:pt x="757" y="0"/>
                  </a:cubicBez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873" name="Google Shape;13873;p43"/>
            <p:cNvSpPr/>
            <p:nvPr/>
          </p:nvSpPr>
          <p:spPr>
            <a:xfrm>
              <a:off x="7580912" y="3793455"/>
              <a:ext cx="26418" cy="19616"/>
            </a:xfrm>
            <a:custGeom>
              <a:rect b="b" l="l" r="r" t="t"/>
              <a:pathLst>
                <a:path extrusionOk="0" h="747" w="1006">
                  <a:moveTo>
                    <a:pt x="250" y="0"/>
                  </a:moveTo>
                  <a:cubicBezTo>
                    <a:pt x="116" y="0"/>
                    <a:pt x="1" y="115"/>
                    <a:pt x="1" y="249"/>
                  </a:cubicBezTo>
                  <a:lnTo>
                    <a:pt x="1" y="498"/>
                  </a:lnTo>
                  <a:cubicBezTo>
                    <a:pt x="1" y="641"/>
                    <a:pt x="116" y="747"/>
                    <a:pt x="250" y="747"/>
                  </a:cubicBezTo>
                  <a:lnTo>
                    <a:pt x="757" y="747"/>
                  </a:lnTo>
                  <a:cubicBezTo>
                    <a:pt x="891" y="747"/>
                    <a:pt x="1006" y="641"/>
                    <a:pt x="1006" y="498"/>
                  </a:cubicBezTo>
                  <a:lnTo>
                    <a:pt x="1006" y="249"/>
                  </a:lnTo>
                  <a:cubicBezTo>
                    <a:pt x="1006" y="115"/>
                    <a:pt x="891" y="0"/>
                    <a:pt x="757" y="0"/>
                  </a:cubicBezTo>
                  <a:close/>
                </a:path>
              </a:pathLst>
            </a:custGeom>
            <a:solidFill>
              <a:srgbClr val="C5D1D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874" name="Google Shape;13874;p43"/>
            <p:cNvSpPr/>
            <p:nvPr/>
          </p:nvSpPr>
          <p:spPr>
            <a:xfrm>
              <a:off x="7883506" y="3793455"/>
              <a:ext cx="26418" cy="39469"/>
            </a:xfrm>
            <a:custGeom>
              <a:rect b="b" l="l" r="r" t="t"/>
              <a:pathLst>
                <a:path extrusionOk="0" h="1503" w="1006">
                  <a:moveTo>
                    <a:pt x="249" y="0"/>
                  </a:moveTo>
                  <a:cubicBezTo>
                    <a:pt x="115" y="0"/>
                    <a:pt x="1" y="105"/>
                    <a:pt x="1" y="249"/>
                  </a:cubicBezTo>
                  <a:lnTo>
                    <a:pt x="1" y="1254"/>
                  </a:lnTo>
                  <a:cubicBezTo>
                    <a:pt x="1" y="1388"/>
                    <a:pt x="115" y="1503"/>
                    <a:pt x="249" y="1503"/>
                  </a:cubicBezTo>
                  <a:lnTo>
                    <a:pt x="757" y="1503"/>
                  </a:lnTo>
                  <a:cubicBezTo>
                    <a:pt x="891" y="1503"/>
                    <a:pt x="1005" y="1388"/>
                    <a:pt x="1005" y="1254"/>
                  </a:cubicBezTo>
                  <a:lnTo>
                    <a:pt x="1005" y="249"/>
                  </a:lnTo>
                  <a:cubicBezTo>
                    <a:pt x="1005" y="105"/>
                    <a:pt x="891" y="0"/>
                    <a:pt x="757" y="0"/>
                  </a:cubicBez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875" name="Google Shape;13875;p43"/>
            <p:cNvSpPr/>
            <p:nvPr/>
          </p:nvSpPr>
          <p:spPr>
            <a:xfrm>
              <a:off x="7883506" y="3793455"/>
              <a:ext cx="26418" cy="19616"/>
            </a:xfrm>
            <a:custGeom>
              <a:rect b="b" l="l" r="r" t="t"/>
              <a:pathLst>
                <a:path extrusionOk="0" h="747" w="1006">
                  <a:moveTo>
                    <a:pt x="249" y="0"/>
                  </a:moveTo>
                  <a:cubicBezTo>
                    <a:pt x="115" y="0"/>
                    <a:pt x="1" y="115"/>
                    <a:pt x="1" y="249"/>
                  </a:cubicBezTo>
                  <a:lnTo>
                    <a:pt x="1" y="498"/>
                  </a:lnTo>
                  <a:cubicBezTo>
                    <a:pt x="1" y="641"/>
                    <a:pt x="115" y="747"/>
                    <a:pt x="249" y="747"/>
                  </a:cubicBezTo>
                  <a:lnTo>
                    <a:pt x="757" y="747"/>
                  </a:lnTo>
                  <a:cubicBezTo>
                    <a:pt x="891" y="747"/>
                    <a:pt x="1005" y="641"/>
                    <a:pt x="1005" y="498"/>
                  </a:cubicBezTo>
                  <a:lnTo>
                    <a:pt x="1005" y="249"/>
                  </a:lnTo>
                  <a:cubicBezTo>
                    <a:pt x="1005" y="115"/>
                    <a:pt x="891" y="0"/>
                    <a:pt x="757" y="0"/>
                  </a:cubicBezTo>
                  <a:close/>
                </a:path>
              </a:pathLst>
            </a:custGeom>
            <a:solidFill>
              <a:srgbClr val="C5D1D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876" name="Google Shape;13876;p43"/>
            <p:cNvSpPr/>
            <p:nvPr/>
          </p:nvSpPr>
          <p:spPr>
            <a:xfrm>
              <a:off x="7541469" y="3859289"/>
              <a:ext cx="407897" cy="13104"/>
            </a:xfrm>
            <a:custGeom>
              <a:rect b="b" l="l" r="r" t="t"/>
              <a:pathLst>
                <a:path extrusionOk="0" h="499" w="15533">
                  <a:moveTo>
                    <a:pt x="0" y="1"/>
                  </a:moveTo>
                  <a:lnTo>
                    <a:pt x="0" y="498"/>
                  </a:lnTo>
                  <a:lnTo>
                    <a:pt x="15533" y="498"/>
                  </a:lnTo>
                  <a:lnTo>
                    <a:pt x="15533" y="1"/>
                  </a:ln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877" name="Google Shape;13877;p43"/>
            <p:cNvSpPr/>
            <p:nvPr/>
          </p:nvSpPr>
          <p:spPr>
            <a:xfrm>
              <a:off x="7580912" y="3898758"/>
              <a:ext cx="52573" cy="26155"/>
            </a:xfrm>
            <a:custGeom>
              <a:rect b="b" l="l" r="r" t="t"/>
              <a:pathLst>
                <a:path extrusionOk="0" h="996" w="2002">
                  <a:moveTo>
                    <a:pt x="250" y="0"/>
                  </a:moveTo>
                  <a:cubicBezTo>
                    <a:pt x="116" y="0"/>
                    <a:pt x="1" y="105"/>
                    <a:pt x="1" y="249"/>
                  </a:cubicBezTo>
                  <a:lnTo>
                    <a:pt x="1" y="747"/>
                  </a:lnTo>
                  <a:cubicBezTo>
                    <a:pt x="1" y="890"/>
                    <a:pt x="116" y="995"/>
                    <a:pt x="250" y="995"/>
                  </a:cubicBezTo>
                  <a:lnTo>
                    <a:pt x="1752" y="995"/>
                  </a:lnTo>
                  <a:cubicBezTo>
                    <a:pt x="1896" y="995"/>
                    <a:pt x="2001" y="890"/>
                    <a:pt x="2001" y="747"/>
                  </a:cubicBezTo>
                  <a:lnTo>
                    <a:pt x="2001" y="249"/>
                  </a:lnTo>
                  <a:cubicBezTo>
                    <a:pt x="2001" y="105"/>
                    <a:pt x="1886" y="0"/>
                    <a:pt x="1752" y="0"/>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878" name="Google Shape;13878;p43"/>
            <p:cNvSpPr/>
            <p:nvPr/>
          </p:nvSpPr>
          <p:spPr>
            <a:xfrm>
              <a:off x="7580912" y="3951278"/>
              <a:ext cx="52573" cy="26418"/>
            </a:xfrm>
            <a:custGeom>
              <a:rect b="b" l="l" r="r" t="t"/>
              <a:pathLst>
                <a:path extrusionOk="0" h="1006" w="2002">
                  <a:moveTo>
                    <a:pt x="250" y="0"/>
                  </a:moveTo>
                  <a:cubicBezTo>
                    <a:pt x="116" y="0"/>
                    <a:pt x="1" y="115"/>
                    <a:pt x="1" y="249"/>
                  </a:cubicBezTo>
                  <a:lnTo>
                    <a:pt x="1" y="756"/>
                  </a:lnTo>
                  <a:cubicBezTo>
                    <a:pt x="1" y="890"/>
                    <a:pt x="116" y="1005"/>
                    <a:pt x="250" y="1005"/>
                  </a:cubicBezTo>
                  <a:lnTo>
                    <a:pt x="1752" y="1005"/>
                  </a:lnTo>
                  <a:cubicBezTo>
                    <a:pt x="1896" y="1005"/>
                    <a:pt x="2001" y="890"/>
                    <a:pt x="2001" y="756"/>
                  </a:cubicBezTo>
                  <a:lnTo>
                    <a:pt x="2001" y="249"/>
                  </a:lnTo>
                  <a:cubicBezTo>
                    <a:pt x="2001" y="115"/>
                    <a:pt x="1886" y="0"/>
                    <a:pt x="1752" y="0"/>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879" name="Google Shape;13879;p43"/>
            <p:cNvSpPr/>
            <p:nvPr/>
          </p:nvSpPr>
          <p:spPr>
            <a:xfrm>
              <a:off x="7580912" y="4004060"/>
              <a:ext cx="52573" cy="26155"/>
            </a:xfrm>
            <a:custGeom>
              <a:rect b="b" l="l" r="r" t="t"/>
              <a:pathLst>
                <a:path extrusionOk="0" h="996" w="2002">
                  <a:moveTo>
                    <a:pt x="250" y="0"/>
                  </a:moveTo>
                  <a:cubicBezTo>
                    <a:pt x="116" y="0"/>
                    <a:pt x="1" y="105"/>
                    <a:pt x="1" y="249"/>
                  </a:cubicBezTo>
                  <a:lnTo>
                    <a:pt x="1" y="746"/>
                  </a:lnTo>
                  <a:cubicBezTo>
                    <a:pt x="1" y="880"/>
                    <a:pt x="116" y="995"/>
                    <a:pt x="250" y="995"/>
                  </a:cubicBezTo>
                  <a:lnTo>
                    <a:pt x="1752" y="995"/>
                  </a:lnTo>
                  <a:cubicBezTo>
                    <a:pt x="1896" y="995"/>
                    <a:pt x="2001" y="880"/>
                    <a:pt x="2001" y="746"/>
                  </a:cubicBezTo>
                  <a:lnTo>
                    <a:pt x="2001" y="249"/>
                  </a:lnTo>
                  <a:cubicBezTo>
                    <a:pt x="2001" y="105"/>
                    <a:pt x="1886" y="0"/>
                    <a:pt x="1752" y="0"/>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880" name="Google Shape;13880;p43"/>
            <p:cNvSpPr/>
            <p:nvPr/>
          </p:nvSpPr>
          <p:spPr>
            <a:xfrm>
              <a:off x="7672900" y="4004060"/>
              <a:ext cx="52809" cy="26155"/>
            </a:xfrm>
            <a:custGeom>
              <a:rect b="b" l="l" r="r" t="t"/>
              <a:pathLst>
                <a:path extrusionOk="0" h="996" w="2011">
                  <a:moveTo>
                    <a:pt x="259" y="0"/>
                  </a:moveTo>
                  <a:cubicBezTo>
                    <a:pt x="115" y="0"/>
                    <a:pt x="1" y="105"/>
                    <a:pt x="1" y="249"/>
                  </a:cubicBezTo>
                  <a:lnTo>
                    <a:pt x="1" y="746"/>
                  </a:lnTo>
                  <a:cubicBezTo>
                    <a:pt x="1" y="880"/>
                    <a:pt x="115" y="995"/>
                    <a:pt x="259" y="995"/>
                  </a:cubicBezTo>
                  <a:lnTo>
                    <a:pt x="1752" y="995"/>
                  </a:lnTo>
                  <a:cubicBezTo>
                    <a:pt x="1896" y="995"/>
                    <a:pt x="2010" y="880"/>
                    <a:pt x="2010" y="746"/>
                  </a:cubicBezTo>
                  <a:lnTo>
                    <a:pt x="2010" y="249"/>
                  </a:lnTo>
                  <a:cubicBezTo>
                    <a:pt x="2010" y="105"/>
                    <a:pt x="1896" y="0"/>
                    <a:pt x="1752" y="0"/>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881" name="Google Shape;13881;p43"/>
            <p:cNvSpPr/>
            <p:nvPr/>
          </p:nvSpPr>
          <p:spPr>
            <a:xfrm>
              <a:off x="7765126" y="4004060"/>
              <a:ext cx="52573" cy="26155"/>
            </a:xfrm>
            <a:custGeom>
              <a:rect b="b" l="l" r="r" t="t"/>
              <a:pathLst>
                <a:path extrusionOk="0" h="996" w="2002">
                  <a:moveTo>
                    <a:pt x="250" y="0"/>
                  </a:moveTo>
                  <a:cubicBezTo>
                    <a:pt x="116" y="0"/>
                    <a:pt x="1" y="105"/>
                    <a:pt x="1" y="249"/>
                  </a:cubicBezTo>
                  <a:lnTo>
                    <a:pt x="1" y="746"/>
                  </a:lnTo>
                  <a:cubicBezTo>
                    <a:pt x="1" y="880"/>
                    <a:pt x="116" y="995"/>
                    <a:pt x="250" y="995"/>
                  </a:cubicBezTo>
                  <a:lnTo>
                    <a:pt x="1752" y="995"/>
                  </a:lnTo>
                  <a:cubicBezTo>
                    <a:pt x="1886" y="995"/>
                    <a:pt x="2001" y="880"/>
                    <a:pt x="2001" y="746"/>
                  </a:cubicBezTo>
                  <a:lnTo>
                    <a:pt x="2001" y="249"/>
                  </a:lnTo>
                  <a:cubicBezTo>
                    <a:pt x="2001" y="105"/>
                    <a:pt x="1886" y="0"/>
                    <a:pt x="1752" y="0"/>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882" name="Google Shape;13882;p43"/>
            <p:cNvSpPr/>
            <p:nvPr/>
          </p:nvSpPr>
          <p:spPr>
            <a:xfrm>
              <a:off x="7672900" y="3951278"/>
              <a:ext cx="52809" cy="26418"/>
            </a:xfrm>
            <a:custGeom>
              <a:rect b="b" l="l" r="r" t="t"/>
              <a:pathLst>
                <a:path extrusionOk="0" h="1006" w="2011">
                  <a:moveTo>
                    <a:pt x="259" y="0"/>
                  </a:moveTo>
                  <a:cubicBezTo>
                    <a:pt x="115" y="0"/>
                    <a:pt x="1" y="115"/>
                    <a:pt x="1" y="249"/>
                  </a:cubicBezTo>
                  <a:lnTo>
                    <a:pt x="1" y="756"/>
                  </a:lnTo>
                  <a:cubicBezTo>
                    <a:pt x="1" y="890"/>
                    <a:pt x="115" y="1005"/>
                    <a:pt x="259" y="1005"/>
                  </a:cubicBezTo>
                  <a:lnTo>
                    <a:pt x="1752" y="1005"/>
                  </a:lnTo>
                  <a:cubicBezTo>
                    <a:pt x="1896" y="1005"/>
                    <a:pt x="2010" y="890"/>
                    <a:pt x="2010" y="756"/>
                  </a:cubicBezTo>
                  <a:lnTo>
                    <a:pt x="2010" y="249"/>
                  </a:lnTo>
                  <a:cubicBezTo>
                    <a:pt x="2010" y="115"/>
                    <a:pt x="1896" y="0"/>
                    <a:pt x="1752" y="0"/>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883" name="Google Shape;13883;p43"/>
            <p:cNvSpPr/>
            <p:nvPr/>
          </p:nvSpPr>
          <p:spPr>
            <a:xfrm>
              <a:off x="7580912" y="4056580"/>
              <a:ext cx="52573" cy="26418"/>
            </a:xfrm>
            <a:custGeom>
              <a:rect b="b" l="l" r="r" t="t"/>
              <a:pathLst>
                <a:path extrusionOk="0" h="1006" w="2002">
                  <a:moveTo>
                    <a:pt x="250" y="0"/>
                  </a:moveTo>
                  <a:cubicBezTo>
                    <a:pt x="116" y="0"/>
                    <a:pt x="1" y="115"/>
                    <a:pt x="1" y="249"/>
                  </a:cubicBezTo>
                  <a:lnTo>
                    <a:pt x="1" y="747"/>
                  </a:lnTo>
                  <a:cubicBezTo>
                    <a:pt x="1" y="890"/>
                    <a:pt x="116" y="1005"/>
                    <a:pt x="250" y="1005"/>
                  </a:cubicBezTo>
                  <a:lnTo>
                    <a:pt x="1752" y="1005"/>
                  </a:lnTo>
                  <a:cubicBezTo>
                    <a:pt x="1896" y="996"/>
                    <a:pt x="2001" y="890"/>
                    <a:pt x="2001" y="747"/>
                  </a:cubicBezTo>
                  <a:lnTo>
                    <a:pt x="2001" y="249"/>
                  </a:lnTo>
                  <a:cubicBezTo>
                    <a:pt x="2001" y="115"/>
                    <a:pt x="1886" y="0"/>
                    <a:pt x="1752" y="0"/>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884" name="Google Shape;13884;p43"/>
            <p:cNvSpPr/>
            <p:nvPr/>
          </p:nvSpPr>
          <p:spPr>
            <a:xfrm>
              <a:off x="7672900" y="3898758"/>
              <a:ext cx="52809" cy="26155"/>
            </a:xfrm>
            <a:custGeom>
              <a:rect b="b" l="l" r="r" t="t"/>
              <a:pathLst>
                <a:path extrusionOk="0" h="996" w="2011">
                  <a:moveTo>
                    <a:pt x="259" y="0"/>
                  </a:moveTo>
                  <a:cubicBezTo>
                    <a:pt x="115" y="0"/>
                    <a:pt x="1" y="105"/>
                    <a:pt x="1" y="249"/>
                  </a:cubicBezTo>
                  <a:lnTo>
                    <a:pt x="1" y="747"/>
                  </a:lnTo>
                  <a:cubicBezTo>
                    <a:pt x="1" y="890"/>
                    <a:pt x="115" y="995"/>
                    <a:pt x="259" y="995"/>
                  </a:cubicBezTo>
                  <a:lnTo>
                    <a:pt x="1752" y="995"/>
                  </a:lnTo>
                  <a:cubicBezTo>
                    <a:pt x="1896" y="995"/>
                    <a:pt x="2010" y="890"/>
                    <a:pt x="2010" y="747"/>
                  </a:cubicBezTo>
                  <a:lnTo>
                    <a:pt x="2010" y="249"/>
                  </a:lnTo>
                  <a:cubicBezTo>
                    <a:pt x="2010" y="105"/>
                    <a:pt x="1896" y="0"/>
                    <a:pt x="1752" y="0"/>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885" name="Google Shape;13885;p43"/>
            <p:cNvSpPr/>
            <p:nvPr/>
          </p:nvSpPr>
          <p:spPr>
            <a:xfrm>
              <a:off x="7672900" y="4056580"/>
              <a:ext cx="52809" cy="26418"/>
            </a:xfrm>
            <a:custGeom>
              <a:rect b="b" l="l" r="r" t="t"/>
              <a:pathLst>
                <a:path extrusionOk="0" h="1006" w="2011">
                  <a:moveTo>
                    <a:pt x="259" y="0"/>
                  </a:moveTo>
                  <a:cubicBezTo>
                    <a:pt x="115" y="0"/>
                    <a:pt x="1" y="115"/>
                    <a:pt x="1" y="249"/>
                  </a:cubicBezTo>
                  <a:lnTo>
                    <a:pt x="1" y="747"/>
                  </a:lnTo>
                  <a:cubicBezTo>
                    <a:pt x="1" y="890"/>
                    <a:pt x="115" y="1005"/>
                    <a:pt x="259" y="1005"/>
                  </a:cubicBezTo>
                  <a:lnTo>
                    <a:pt x="1752" y="1005"/>
                  </a:lnTo>
                  <a:cubicBezTo>
                    <a:pt x="1896" y="1005"/>
                    <a:pt x="2010" y="890"/>
                    <a:pt x="2010" y="747"/>
                  </a:cubicBezTo>
                  <a:lnTo>
                    <a:pt x="2010" y="249"/>
                  </a:lnTo>
                  <a:cubicBezTo>
                    <a:pt x="2010" y="115"/>
                    <a:pt x="1896" y="0"/>
                    <a:pt x="1752" y="0"/>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886" name="Google Shape;13886;p43"/>
            <p:cNvSpPr/>
            <p:nvPr/>
          </p:nvSpPr>
          <p:spPr>
            <a:xfrm>
              <a:off x="7857114" y="4004060"/>
              <a:ext cx="52809" cy="26155"/>
            </a:xfrm>
            <a:custGeom>
              <a:rect b="b" l="l" r="r" t="t"/>
              <a:pathLst>
                <a:path extrusionOk="0" h="996" w="2011">
                  <a:moveTo>
                    <a:pt x="259" y="0"/>
                  </a:moveTo>
                  <a:cubicBezTo>
                    <a:pt x="116" y="0"/>
                    <a:pt x="1" y="105"/>
                    <a:pt x="1" y="249"/>
                  </a:cubicBezTo>
                  <a:lnTo>
                    <a:pt x="1" y="746"/>
                  </a:lnTo>
                  <a:cubicBezTo>
                    <a:pt x="1" y="880"/>
                    <a:pt x="116" y="995"/>
                    <a:pt x="259" y="995"/>
                  </a:cubicBezTo>
                  <a:lnTo>
                    <a:pt x="1762" y="995"/>
                  </a:lnTo>
                  <a:cubicBezTo>
                    <a:pt x="1896" y="995"/>
                    <a:pt x="2010" y="880"/>
                    <a:pt x="2010" y="746"/>
                  </a:cubicBezTo>
                  <a:lnTo>
                    <a:pt x="2010" y="249"/>
                  </a:lnTo>
                  <a:cubicBezTo>
                    <a:pt x="2010" y="105"/>
                    <a:pt x="1896" y="0"/>
                    <a:pt x="1762" y="0"/>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887" name="Google Shape;13887;p43"/>
            <p:cNvSpPr/>
            <p:nvPr/>
          </p:nvSpPr>
          <p:spPr>
            <a:xfrm>
              <a:off x="7857114" y="3898758"/>
              <a:ext cx="52809" cy="26155"/>
            </a:xfrm>
            <a:custGeom>
              <a:rect b="b" l="l" r="r" t="t"/>
              <a:pathLst>
                <a:path extrusionOk="0" h="996" w="2011">
                  <a:moveTo>
                    <a:pt x="259" y="0"/>
                  </a:moveTo>
                  <a:cubicBezTo>
                    <a:pt x="116" y="0"/>
                    <a:pt x="1" y="105"/>
                    <a:pt x="1" y="249"/>
                  </a:cubicBezTo>
                  <a:lnTo>
                    <a:pt x="1" y="747"/>
                  </a:lnTo>
                  <a:cubicBezTo>
                    <a:pt x="1" y="890"/>
                    <a:pt x="116" y="995"/>
                    <a:pt x="259" y="995"/>
                  </a:cubicBezTo>
                  <a:lnTo>
                    <a:pt x="1762" y="995"/>
                  </a:lnTo>
                  <a:cubicBezTo>
                    <a:pt x="1896" y="995"/>
                    <a:pt x="2010" y="890"/>
                    <a:pt x="2010" y="747"/>
                  </a:cubicBezTo>
                  <a:lnTo>
                    <a:pt x="2010" y="249"/>
                  </a:lnTo>
                  <a:cubicBezTo>
                    <a:pt x="2010" y="105"/>
                    <a:pt x="1896" y="0"/>
                    <a:pt x="1762" y="0"/>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888" name="Google Shape;13888;p43"/>
            <p:cNvSpPr/>
            <p:nvPr/>
          </p:nvSpPr>
          <p:spPr>
            <a:xfrm>
              <a:off x="7857114" y="4056580"/>
              <a:ext cx="52809" cy="26418"/>
            </a:xfrm>
            <a:custGeom>
              <a:rect b="b" l="l" r="r" t="t"/>
              <a:pathLst>
                <a:path extrusionOk="0" h="1006" w="2011">
                  <a:moveTo>
                    <a:pt x="259" y="0"/>
                  </a:moveTo>
                  <a:cubicBezTo>
                    <a:pt x="116" y="0"/>
                    <a:pt x="1" y="115"/>
                    <a:pt x="1" y="249"/>
                  </a:cubicBezTo>
                  <a:lnTo>
                    <a:pt x="1" y="747"/>
                  </a:lnTo>
                  <a:cubicBezTo>
                    <a:pt x="1" y="890"/>
                    <a:pt x="116" y="1005"/>
                    <a:pt x="259" y="1005"/>
                  </a:cubicBezTo>
                  <a:lnTo>
                    <a:pt x="1762" y="1005"/>
                  </a:lnTo>
                  <a:cubicBezTo>
                    <a:pt x="1896" y="1005"/>
                    <a:pt x="2010" y="890"/>
                    <a:pt x="2010" y="747"/>
                  </a:cubicBezTo>
                  <a:lnTo>
                    <a:pt x="2010" y="249"/>
                  </a:lnTo>
                  <a:cubicBezTo>
                    <a:pt x="2010" y="115"/>
                    <a:pt x="1896" y="0"/>
                    <a:pt x="1762" y="0"/>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889" name="Google Shape;13889;p43"/>
            <p:cNvSpPr/>
            <p:nvPr/>
          </p:nvSpPr>
          <p:spPr>
            <a:xfrm>
              <a:off x="7765126" y="3951278"/>
              <a:ext cx="52573" cy="26418"/>
            </a:xfrm>
            <a:custGeom>
              <a:rect b="b" l="l" r="r" t="t"/>
              <a:pathLst>
                <a:path extrusionOk="0" h="1006" w="2002">
                  <a:moveTo>
                    <a:pt x="250" y="0"/>
                  </a:moveTo>
                  <a:cubicBezTo>
                    <a:pt x="116" y="0"/>
                    <a:pt x="1" y="115"/>
                    <a:pt x="1" y="249"/>
                  </a:cubicBezTo>
                  <a:lnTo>
                    <a:pt x="1" y="756"/>
                  </a:lnTo>
                  <a:cubicBezTo>
                    <a:pt x="1" y="890"/>
                    <a:pt x="116" y="1005"/>
                    <a:pt x="250" y="1005"/>
                  </a:cubicBezTo>
                  <a:lnTo>
                    <a:pt x="1752" y="1005"/>
                  </a:lnTo>
                  <a:cubicBezTo>
                    <a:pt x="1886" y="1005"/>
                    <a:pt x="2001" y="890"/>
                    <a:pt x="2001" y="756"/>
                  </a:cubicBezTo>
                  <a:lnTo>
                    <a:pt x="2001" y="249"/>
                  </a:lnTo>
                  <a:cubicBezTo>
                    <a:pt x="2001" y="115"/>
                    <a:pt x="1886" y="0"/>
                    <a:pt x="1752" y="0"/>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890" name="Google Shape;13890;p43"/>
            <p:cNvSpPr/>
            <p:nvPr/>
          </p:nvSpPr>
          <p:spPr>
            <a:xfrm>
              <a:off x="7765126" y="3898758"/>
              <a:ext cx="52573" cy="26155"/>
            </a:xfrm>
            <a:custGeom>
              <a:rect b="b" l="l" r="r" t="t"/>
              <a:pathLst>
                <a:path extrusionOk="0" h="996" w="2002">
                  <a:moveTo>
                    <a:pt x="250" y="0"/>
                  </a:moveTo>
                  <a:cubicBezTo>
                    <a:pt x="116" y="0"/>
                    <a:pt x="1" y="105"/>
                    <a:pt x="1" y="249"/>
                  </a:cubicBezTo>
                  <a:lnTo>
                    <a:pt x="1" y="747"/>
                  </a:lnTo>
                  <a:cubicBezTo>
                    <a:pt x="1" y="890"/>
                    <a:pt x="116" y="995"/>
                    <a:pt x="250" y="995"/>
                  </a:cubicBezTo>
                  <a:lnTo>
                    <a:pt x="1752" y="995"/>
                  </a:lnTo>
                  <a:cubicBezTo>
                    <a:pt x="1886" y="995"/>
                    <a:pt x="2001" y="890"/>
                    <a:pt x="2001" y="747"/>
                  </a:cubicBezTo>
                  <a:lnTo>
                    <a:pt x="2001" y="249"/>
                  </a:lnTo>
                  <a:cubicBezTo>
                    <a:pt x="2001" y="105"/>
                    <a:pt x="1886" y="0"/>
                    <a:pt x="1752" y="0"/>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891" name="Google Shape;13891;p43"/>
            <p:cNvSpPr/>
            <p:nvPr/>
          </p:nvSpPr>
          <p:spPr>
            <a:xfrm>
              <a:off x="7857114" y="3951278"/>
              <a:ext cx="52809" cy="26418"/>
            </a:xfrm>
            <a:custGeom>
              <a:rect b="b" l="l" r="r" t="t"/>
              <a:pathLst>
                <a:path extrusionOk="0" h="1006" w="2011">
                  <a:moveTo>
                    <a:pt x="259" y="0"/>
                  </a:moveTo>
                  <a:cubicBezTo>
                    <a:pt x="116" y="0"/>
                    <a:pt x="1" y="115"/>
                    <a:pt x="1" y="249"/>
                  </a:cubicBezTo>
                  <a:lnTo>
                    <a:pt x="1" y="756"/>
                  </a:lnTo>
                  <a:cubicBezTo>
                    <a:pt x="1" y="890"/>
                    <a:pt x="116" y="1005"/>
                    <a:pt x="259" y="1005"/>
                  </a:cubicBezTo>
                  <a:lnTo>
                    <a:pt x="1762" y="1005"/>
                  </a:lnTo>
                  <a:cubicBezTo>
                    <a:pt x="1896" y="1005"/>
                    <a:pt x="2010" y="890"/>
                    <a:pt x="2010" y="756"/>
                  </a:cubicBezTo>
                  <a:lnTo>
                    <a:pt x="2010" y="249"/>
                  </a:lnTo>
                  <a:cubicBezTo>
                    <a:pt x="2010" y="115"/>
                    <a:pt x="1896" y="0"/>
                    <a:pt x="1762" y="0"/>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892" name="Google Shape;13892;p43"/>
            <p:cNvSpPr/>
            <p:nvPr/>
          </p:nvSpPr>
          <p:spPr>
            <a:xfrm>
              <a:off x="7765126" y="4056580"/>
              <a:ext cx="52573" cy="26418"/>
            </a:xfrm>
            <a:custGeom>
              <a:rect b="b" l="l" r="r" t="t"/>
              <a:pathLst>
                <a:path extrusionOk="0" h="1006" w="2002">
                  <a:moveTo>
                    <a:pt x="250" y="0"/>
                  </a:moveTo>
                  <a:cubicBezTo>
                    <a:pt x="116" y="0"/>
                    <a:pt x="1" y="115"/>
                    <a:pt x="1" y="249"/>
                  </a:cubicBezTo>
                  <a:lnTo>
                    <a:pt x="1" y="747"/>
                  </a:lnTo>
                  <a:cubicBezTo>
                    <a:pt x="1" y="890"/>
                    <a:pt x="116" y="1005"/>
                    <a:pt x="250" y="1005"/>
                  </a:cubicBezTo>
                  <a:lnTo>
                    <a:pt x="1752" y="1005"/>
                  </a:lnTo>
                  <a:cubicBezTo>
                    <a:pt x="1886" y="1005"/>
                    <a:pt x="2001" y="890"/>
                    <a:pt x="2001" y="747"/>
                  </a:cubicBezTo>
                  <a:lnTo>
                    <a:pt x="2001" y="249"/>
                  </a:lnTo>
                  <a:cubicBezTo>
                    <a:pt x="2001" y="115"/>
                    <a:pt x="1886" y="0"/>
                    <a:pt x="1752" y="0"/>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893" name="Google Shape;13893;p43"/>
            <p:cNvSpPr/>
            <p:nvPr/>
          </p:nvSpPr>
          <p:spPr>
            <a:xfrm>
              <a:off x="7854305" y="3944450"/>
              <a:ext cx="58691" cy="39758"/>
            </a:xfrm>
            <a:custGeom>
              <a:rect b="b" l="l" r="r" t="t"/>
              <a:pathLst>
                <a:path extrusionOk="0" h="1514" w="2235">
                  <a:moveTo>
                    <a:pt x="1867" y="0"/>
                  </a:moveTo>
                  <a:cubicBezTo>
                    <a:pt x="1809" y="0"/>
                    <a:pt x="1749" y="23"/>
                    <a:pt x="1696" y="78"/>
                  </a:cubicBezTo>
                  <a:lnTo>
                    <a:pt x="864" y="901"/>
                  </a:lnTo>
                  <a:lnTo>
                    <a:pt x="538" y="576"/>
                  </a:lnTo>
                  <a:cubicBezTo>
                    <a:pt x="483" y="521"/>
                    <a:pt x="422" y="498"/>
                    <a:pt x="363" y="498"/>
                  </a:cubicBezTo>
                  <a:cubicBezTo>
                    <a:pt x="167" y="498"/>
                    <a:pt x="0" y="756"/>
                    <a:pt x="184" y="940"/>
                  </a:cubicBezTo>
                  <a:lnTo>
                    <a:pt x="682" y="1437"/>
                  </a:lnTo>
                  <a:cubicBezTo>
                    <a:pt x="730" y="1485"/>
                    <a:pt x="797" y="1514"/>
                    <a:pt x="864" y="1514"/>
                  </a:cubicBezTo>
                  <a:cubicBezTo>
                    <a:pt x="931" y="1514"/>
                    <a:pt x="998" y="1485"/>
                    <a:pt x="1046" y="1437"/>
                  </a:cubicBezTo>
                  <a:lnTo>
                    <a:pt x="2050" y="442"/>
                  </a:lnTo>
                  <a:cubicBezTo>
                    <a:pt x="2235" y="258"/>
                    <a:pt x="2062" y="0"/>
                    <a:pt x="1867" y="0"/>
                  </a:cubicBezTo>
                  <a:close/>
                </a:path>
              </a:pathLst>
            </a:custGeom>
            <a:solidFill>
              <a:srgbClr val="63768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894" name="Google Shape;13894;p43"/>
            <p:cNvSpPr/>
            <p:nvPr/>
          </p:nvSpPr>
          <p:spPr>
            <a:xfrm>
              <a:off x="7670091" y="3944450"/>
              <a:ext cx="58691" cy="39758"/>
            </a:xfrm>
            <a:custGeom>
              <a:rect b="b" l="l" r="r" t="t"/>
              <a:pathLst>
                <a:path extrusionOk="0" h="1514" w="2235">
                  <a:moveTo>
                    <a:pt x="1871" y="0"/>
                  </a:moveTo>
                  <a:cubicBezTo>
                    <a:pt x="1813" y="0"/>
                    <a:pt x="1751" y="23"/>
                    <a:pt x="1696" y="78"/>
                  </a:cubicBezTo>
                  <a:lnTo>
                    <a:pt x="864" y="901"/>
                  </a:lnTo>
                  <a:lnTo>
                    <a:pt x="548" y="576"/>
                  </a:lnTo>
                  <a:cubicBezTo>
                    <a:pt x="493" y="521"/>
                    <a:pt x="431" y="498"/>
                    <a:pt x="372" y="498"/>
                  </a:cubicBezTo>
                  <a:cubicBezTo>
                    <a:pt x="173" y="498"/>
                    <a:pt x="0" y="756"/>
                    <a:pt x="184" y="940"/>
                  </a:cubicBezTo>
                  <a:lnTo>
                    <a:pt x="682" y="1437"/>
                  </a:lnTo>
                  <a:cubicBezTo>
                    <a:pt x="730" y="1485"/>
                    <a:pt x="797" y="1514"/>
                    <a:pt x="864" y="1514"/>
                  </a:cubicBezTo>
                  <a:cubicBezTo>
                    <a:pt x="931" y="1514"/>
                    <a:pt x="998" y="1485"/>
                    <a:pt x="1046" y="1437"/>
                  </a:cubicBezTo>
                  <a:lnTo>
                    <a:pt x="2050" y="442"/>
                  </a:lnTo>
                  <a:cubicBezTo>
                    <a:pt x="2235" y="258"/>
                    <a:pt x="2067" y="0"/>
                    <a:pt x="1871" y="0"/>
                  </a:cubicBezTo>
                  <a:close/>
                </a:path>
              </a:pathLst>
            </a:custGeom>
            <a:solidFill>
              <a:srgbClr val="63768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895" name="Google Shape;13895;p43"/>
            <p:cNvSpPr/>
            <p:nvPr/>
          </p:nvSpPr>
          <p:spPr>
            <a:xfrm>
              <a:off x="7762342" y="3996970"/>
              <a:ext cx="58665" cy="39810"/>
            </a:xfrm>
            <a:custGeom>
              <a:rect b="b" l="l" r="r" t="t"/>
              <a:pathLst>
                <a:path extrusionOk="0" h="1516" w="2234">
                  <a:moveTo>
                    <a:pt x="1862" y="0"/>
                  </a:moveTo>
                  <a:cubicBezTo>
                    <a:pt x="1803" y="0"/>
                    <a:pt x="1741" y="23"/>
                    <a:pt x="1686" y="79"/>
                  </a:cubicBezTo>
                  <a:lnTo>
                    <a:pt x="863" y="911"/>
                  </a:lnTo>
                  <a:lnTo>
                    <a:pt x="538" y="586"/>
                  </a:lnTo>
                  <a:cubicBezTo>
                    <a:pt x="482" y="530"/>
                    <a:pt x="419" y="506"/>
                    <a:pt x="360" y="506"/>
                  </a:cubicBezTo>
                  <a:cubicBezTo>
                    <a:pt x="165" y="506"/>
                    <a:pt x="0" y="757"/>
                    <a:pt x="184" y="940"/>
                  </a:cubicBezTo>
                  <a:lnTo>
                    <a:pt x="681" y="1447"/>
                  </a:lnTo>
                  <a:cubicBezTo>
                    <a:pt x="729" y="1495"/>
                    <a:pt x="786" y="1514"/>
                    <a:pt x="853" y="1514"/>
                  </a:cubicBezTo>
                  <a:cubicBezTo>
                    <a:pt x="863" y="1515"/>
                    <a:pt x="873" y="1516"/>
                    <a:pt x="883" y="1516"/>
                  </a:cubicBezTo>
                  <a:cubicBezTo>
                    <a:pt x="947" y="1516"/>
                    <a:pt x="1003" y="1489"/>
                    <a:pt x="1045" y="1447"/>
                  </a:cubicBezTo>
                  <a:lnTo>
                    <a:pt x="2050" y="442"/>
                  </a:lnTo>
                  <a:cubicBezTo>
                    <a:pt x="2234" y="258"/>
                    <a:pt x="2061" y="0"/>
                    <a:pt x="1862" y="0"/>
                  </a:cubicBezTo>
                  <a:close/>
                </a:path>
              </a:pathLst>
            </a:custGeom>
            <a:solidFill>
              <a:srgbClr val="63768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896" name="Google Shape;13896;p43"/>
            <p:cNvSpPr/>
            <p:nvPr/>
          </p:nvSpPr>
          <p:spPr>
            <a:xfrm>
              <a:off x="7578102" y="4049700"/>
              <a:ext cx="58665" cy="39810"/>
            </a:xfrm>
            <a:custGeom>
              <a:rect b="b" l="l" r="r" t="t"/>
              <a:pathLst>
                <a:path extrusionOk="0" h="1516" w="2234">
                  <a:moveTo>
                    <a:pt x="1866" y="1"/>
                  </a:moveTo>
                  <a:cubicBezTo>
                    <a:pt x="1806" y="1"/>
                    <a:pt x="1743" y="24"/>
                    <a:pt x="1687" y="80"/>
                  </a:cubicBezTo>
                  <a:lnTo>
                    <a:pt x="864" y="903"/>
                  </a:lnTo>
                  <a:lnTo>
                    <a:pt x="539" y="578"/>
                  </a:lnTo>
                  <a:cubicBezTo>
                    <a:pt x="483" y="523"/>
                    <a:pt x="422" y="500"/>
                    <a:pt x="364" y="500"/>
                  </a:cubicBezTo>
                  <a:cubicBezTo>
                    <a:pt x="168" y="500"/>
                    <a:pt x="0" y="758"/>
                    <a:pt x="184" y="942"/>
                  </a:cubicBezTo>
                  <a:lnTo>
                    <a:pt x="682" y="1439"/>
                  </a:lnTo>
                  <a:cubicBezTo>
                    <a:pt x="730" y="1487"/>
                    <a:pt x="797" y="1516"/>
                    <a:pt x="864" y="1516"/>
                  </a:cubicBezTo>
                  <a:cubicBezTo>
                    <a:pt x="931" y="1516"/>
                    <a:pt x="998" y="1487"/>
                    <a:pt x="1046" y="1439"/>
                  </a:cubicBezTo>
                  <a:lnTo>
                    <a:pt x="2051" y="434"/>
                  </a:lnTo>
                  <a:cubicBezTo>
                    <a:pt x="2234" y="251"/>
                    <a:pt x="2064" y="1"/>
                    <a:pt x="1866" y="1"/>
                  </a:cubicBezTo>
                  <a:close/>
                </a:path>
              </a:pathLst>
            </a:custGeom>
            <a:solidFill>
              <a:srgbClr val="63768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897" name="Google Shape;13897;p43"/>
            <p:cNvSpPr/>
            <p:nvPr/>
          </p:nvSpPr>
          <p:spPr>
            <a:xfrm>
              <a:off x="7762342" y="3891667"/>
              <a:ext cx="58665" cy="39784"/>
            </a:xfrm>
            <a:custGeom>
              <a:rect b="b" l="l" r="r" t="t"/>
              <a:pathLst>
                <a:path extrusionOk="0" h="1515" w="2234">
                  <a:moveTo>
                    <a:pt x="1862" y="0"/>
                  </a:moveTo>
                  <a:cubicBezTo>
                    <a:pt x="1803" y="0"/>
                    <a:pt x="1741" y="24"/>
                    <a:pt x="1686" y="79"/>
                  </a:cubicBezTo>
                  <a:lnTo>
                    <a:pt x="863" y="902"/>
                  </a:lnTo>
                  <a:lnTo>
                    <a:pt x="538" y="586"/>
                  </a:lnTo>
                  <a:cubicBezTo>
                    <a:pt x="482" y="530"/>
                    <a:pt x="419" y="506"/>
                    <a:pt x="360" y="506"/>
                  </a:cubicBezTo>
                  <a:cubicBezTo>
                    <a:pt x="165" y="506"/>
                    <a:pt x="0" y="757"/>
                    <a:pt x="184" y="940"/>
                  </a:cubicBezTo>
                  <a:lnTo>
                    <a:pt x="681" y="1438"/>
                  </a:lnTo>
                  <a:cubicBezTo>
                    <a:pt x="729" y="1485"/>
                    <a:pt x="786" y="1514"/>
                    <a:pt x="853" y="1514"/>
                  </a:cubicBezTo>
                  <a:cubicBezTo>
                    <a:pt x="930" y="1514"/>
                    <a:pt x="997" y="1495"/>
                    <a:pt x="1045" y="1438"/>
                  </a:cubicBezTo>
                  <a:lnTo>
                    <a:pt x="2050" y="442"/>
                  </a:lnTo>
                  <a:cubicBezTo>
                    <a:pt x="2234" y="258"/>
                    <a:pt x="2061" y="0"/>
                    <a:pt x="1862" y="0"/>
                  </a:cubicBezTo>
                  <a:close/>
                </a:path>
              </a:pathLst>
            </a:custGeom>
            <a:solidFill>
              <a:srgbClr val="63768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3898" name="Google Shape;13898;p43"/>
          <p:cNvGrpSpPr/>
          <p:nvPr/>
        </p:nvGrpSpPr>
        <p:grpSpPr>
          <a:xfrm>
            <a:off x="5310288" y="2803912"/>
            <a:ext cx="432293" cy="264413"/>
            <a:chOff x="5310288" y="2956312"/>
            <a:chExt cx="432293" cy="264413"/>
          </a:xfrm>
        </p:grpSpPr>
        <p:sp>
          <p:nvSpPr>
            <p:cNvPr id="13899" name="Google Shape;13899;p43"/>
            <p:cNvSpPr/>
            <p:nvPr/>
          </p:nvSpPr>
          <p:spPr>
            <a:xfrm>
              <a:off x="5491220" y="3151083"/>
              <a:ext cx="69642" cy="69642"/>
            </a:xfrm>
            <a:custGeom>
              <a:rect b="b" l="l" r="r" t="t"/>
              <a:pathLst>
                <a:path extrusionOk="0" h="2652" w="2652">
                  <a:moveTo>
                    <a:pt x="1322" y="1"/>
                  </a:moveTo>
                  <a:cubicBezTo>
                    <a:pt x="594" y="1"/>
                    <a:pt x="1" y="594"/>
                    <a:pt x="1" y="1321"/>
                  </a:cubicBezTo>
                  <a:cubicBezTo>
                    <a:pt x="1" y="2058"/>
                    <a:pt x="594" y="2652"/>
                    <a:pt x="1322" y="2652"/>
                  </a:cubicBezTo>
                  <a:cubicBezTo>
                    <a:pt x="2058" y="2652"/>
                    <a:pt x="2652" y="2058"/>
                    <a:pt x="2652" y="1321"/>
                  </a:cubicBezTo>
                  <a:cubicBezTo>
                    <a:pt x="2652" y="594"/>
                    <a:pt x="2058" y="1"/>
                    <a:pt x="1322" y="1"/>
                  </a:cubicBezTo>
                  <a:close/>
                </a:path>
              </a:pathLst>
            </a:custGeom>
            <a:solidFill>
              <a:srgbClr val="EDF1F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900" name="Google Shape;13900;p43"/>
            <p:cNvSpPr/>
            <p:nvPr/>
          </p:nvSpPr>
          <p:spPr>
            <a:xfrm>
              <a:off x="5505059" y="3164896"/>
              <a:ext cx="41727" cy="41753"/>
            </a:xfrm>
            <a:custGeom>
              <a:rect b="b" l="l" r="r" t="t"/>
              <a:pathLst>
                <a:path extrusionOk="0" h="1590" w="1589">
                  <a:moveTo>
                    <a:pt x="795" y="1"/>
                  </a:moveTo>
                  <a:cubicBezTo>
                    <a:pt x="364" y="1"/>
                    <a:pt x="0" y="355"/>
                    <a:pt x="0" y="795"/>
                  </a:cubicBezTo>
                  <a:cubicBezTo>
                    <a:pt x="0" y="1235"/>
                    <a:pt x="364" y="1590"/>
                    <a:pt x="795" y="1590"/>
                  </a:cubicBezTo>
                  <a:cubicBezTo>
                    <a:pt x="1235" y="1590"/>
                    <a:pt x="1589" y="1235"/>
                    <a:pt x="1589" y="795"/>
                  </a:cubicBezTo>
                  <a:cubicBezTo>
                    <a:pt x="1589" y="355"/>
                    <a:pt x="1235" y="1"/>
                    <a:pt x="795" y="1"/>
                  </a:cubicBez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901" name="Google Shape;13901;p43"/>
            <p:cNvSpPr/>
            <p:nvPr/>
          </p:nvSpPr>
          <p:spPr>
            <a:xfrm>
              <a:off x="5589747" y="2956312"/>
              <a:ext cx="152833" cy="153070"/>
            </a:xfrm>
            <a:custGeom>
              <a:rect b="b" l="l" r="r" t="t"/>
              <a:pathLst>
                <a:path extrusionOk="0" h="5829" w="5820">
                  <a:moveTo>
                    <a:pt x="2910" y="1"/>
                  </a:moveTo>
                  <a:cubicBezTo>
                    <a:pt x="1637" y="1"/>
                    <a:pt x="699" y="1015"/>
                    <a:pt x="613" y="2269"/>
                  </a:cubicBezTo>
                  <a:cubicBezTo>
                    <a:pt x="565" y="2920"/>
                    <a:pt x="345" y="4183"/>
                    <a:pt x="67" y="4910"/>
                  </a:cubicBezTo>
                  <a:cubicBezTo>
                    <a:pt x="0" y="5073"/>
                    <a:pt x="77" y="5255"/>
                    <a:pt x="230" y="5322"/>
                  </a:cubicBezTo>
                  <a:cubicBezTo>
                    <a:pt x="766" y="5571"/>
                    <a:pt x="1340" y="5743"/>
                    <a:pt x="1924" y="5829"/>
                  </a:cubicBezTo>
                  <a:lnTo>
                    <a:pt x="3896" y="5829"/>
                  </a:lnTo>
                  <a:cubicBezTo>
                    <a:pt x="4479" y="5743"/>
                    <a:pt x="5054" y="5571"/>
                    <a:pt x="5589" y="5322"/>
                  </a:cubicBezTo>
                  <a:cubicBezTo>
                    <a:pt x="5743" y="5255"/>
                    <a:pt x="5819" y="5073"/>
                    <a:pt x="5762" y="4910"/>
                  </a:cubicBezTo>
                  <a:cubicBezTo>
                    <a:pt x="5484" y="4183"/>
                    <a:pt x="5264" y="2920"/>
                    <a:pt x="5216" y="2269"/>
                  </a:cubicBezTo>
                  <a:cubicBezTo>
                    <a:pt x="5121" y="1015"/>
                    <a:pt x="4183" y="1"/>
                    <a:pt x="2910" y="1"/>
                  </a:cubicBez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902" name="Google Shape;13902;p43"/>
            <p:cNvSpPr/>
            <p:nvPr/>
          </p:nvSpPr>
          <p:spPr>
            <a:xfrm>
              <a:off x="5631212" y="2956312"/>
              <a:ext cx="111369" cy="152833"/>
            </a:xfrm>
            <a:custGeom>
              <a:rect b="b" l="l" r="r" t="t"/>
              <a:pathLst>
                <a:path extrusionOk="0" h="5820" w="4241">
                  <a:moveTo>
                    <a:pt x="1321" y="1"/>
                  </a:moveTo>
                  <a:cubicBezTo>
                    <a:pt x="345" y="1"/>
                    <a:pt x="1" y="1331"/>
                    <a:pt x="843" y="1829"/>
                  </a:cubicBezTo>
                  <a:cubicBezTo>
                    <a:pt x="871" y="1848"/>
                    <a:pt x="900" y="1857"/>
                    <a:pt x="929" y="1876"/>
                  </a:cubicBezTo>
                  <a:lnTo>
                    <a:pt x="1656" y="5819"/>
                  </a:lnTo>
                  <a:lnTo>
                    <a:pt x="2317" y="5819"/>
                  </a:lnTo>
                  <a:cubicBezTo>
                    <a:pt x="2900" y="5733"/>
                    <a:pt x="3475" y="5571"/>
                    <a:pt x="4010" y="5322"/>
                  </a:cubicBezTo>
                  <a:cubicBezTo>
                    <a:pt x="4164" y="5255"/>
                    <a:pt x="4240" y="5073"/>
                    <a:pt x="4173" y="4910"/>
                  </a:cubicBezTo>
                  <a:cubicBezTo>
                    <a:pt x="3896" y="4183"/>
                    <a:pt x="3676" y="2920"/>
                    <a:pt x="3637" y="2269"/>
                  </a:cubicBezTo>
                  <a:cubicBezTo>
                    <a:pt x="3542" y="1015"/>
                    <a:pt x="2604" y="1"/>
                    <a:pt x="1331" y="1"/>
                  </a:cubicBez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903" name="Google Shape;13903;p43"/>
            <p:cNvSpPr/>
            <p:nvPr/>
          </p:nvSpPr>
          <p:spPr>
            <a:xfrm>
              <a:off x="5588487" y="3071909"/>
              <a:ext cx="153332" cy="120927"/>
            </a:xfrm>
            <a:custGeom>
              <a:rect b="b" l="l" r="r" t="t"/>
              <a:pathLst>
                <a:path extrusionOk="0" h="4605" w="5839">
                  <a:moveTo>
                    <a:pt x="1953" y="1"/>
                  </a:moveTo>
                  <a:lnTo>
                    <a:pt x="1953" y="968"/>
                  </a:lnTo>
                  <a:cubicBezTo>
                    <a:pt x="1943" y="1216"/>
                    <a:pt x="1809" y="1436"/>
                    <a:pt x="1589" y="1551"/>
                  </a:cubicBezTo>
                  <a:lnTo>
                    <a:pt x="546" y="2078"/>
                  </a:lnTo>
                  <a:cubicBezTo>
                    <a:pt x="211" y="2240"/>
                    <a:pt x="1" y="2575"/>
                    <a:pt x="1" y="2939"/>
                  </a:cubicBezTo>
                  <a:lnTo>
                    <a:pt x="1" y="4279"/>
                  </a:lnTo>
                  <a:cubicBezTo>
                    <a:pt x="1" y="4461"/>
                    <a:pt x="154" y="4604"/>
                    <a:pt x="326" y="4604"/>
                  </a:cubicBezTo>
                  <a:lnTo>
                    <a:pt x="5513" y="4604"/>
                  </a:lnTo>
                  <a:cubicBezTo>
                    <a:pt x="5685" y="4604"/>
                    <a:pt x="5838" y="4461"/>
                    <a:pt x="5838" y="4279"/>
                  </a:cubicBezTo>
                  <a:lnTo>
                    <a:pt x="5838" y="2949"/>
                  </a:lnTo>
                  <a:cubicBezTo>
                    <a:pt x="5838" y="2575"/>
                    <a:pt x="5628" y="2240"/>
                    <a:pt x="5303" y="2078"/>
                  </a:cubicBezTo>
                  <a:lnTo>
                    <a:pt x="4250" y="1551"/>
                  </a:lnTo>
                  <a:cubicBezTo>
                    <a:pt x="4030" y="1436"/>
                    <a:pt x="3896" y="1216"/>
                    <a:pt x="3896" y="968"/>
                  </a:cubicBezTo>
                  <a:lnTo>
                    <a:pt x="3896" y="1"/>
                  </a:lnTo>
                  <a:close/>
                </a:path>
              </a:pathLst>
            </a:custGeom>
            <a:solidFill>
              <a:srgbClr val="ACBDC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904" name="Google Shape;13904;p43"/>
            <p:cNvSpPr/>
            <p:nvPr/>
          </p:nvSpPr>
          <p:spPr>
            <a:xfrm>
              <a:off x="5639247" y="3071909"/>
              <a:ext cx="52047" cy="33954"/>
            </a:xfrm>
            <a:custGeom>
              <a:rect b="b" l="l" r="r" t="t"/>
              <a:pathLst>
                <a:path extrusionOk="0" h="1293" w="1982">
                  <a:moveTo>
                    <a:pt x="20" y="1"/>
                  </a:moveTo>
                  <a:lnTo>
                    <a:pt x="20" y="977"/>
                  </a:lnTo>
                  <a:cubicBezTo>
                    <a:pt x="10" y="1015"/>
                    <a:pt x="10" y="1054"/>
                    <a:pt x="1" y="1092"/>
                  </a:cubicBezTo>
                  <a:cubicBezTo>
                    <a:pt x="307" y="1226"/>
                    <a:pt x="652" y="1293"/>
                    <a:pt x="987" y="1293"/>
                  </a:cubicBezTo>
                  <a:cubicBezTo>
                    <a:pt x="1331" y="1293"/>
                    <a:pt x="1666" y="1226"/>
                    <a:pt x="1982" y="1092"/>
                  </a:cubicBezTo>
                  <a:cubicBezTo>
                    <a:pt x="1963" y="1054"/>
                    <a:pt x="1963" y="1015"/>
                    <a:pt x="1963" y="977"/>
                  </a:cubicBezTo>
                  <a:lnTo>
                    <a:pt x="1963" y="1"/>
                  </a:lnTo>
                  <a:close/>
                </a:path>
              </a:pathLst>
            </a:custGeom>
            <a:solidFill>
              <a:srgbClr val="96ABB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905" name="Google Shape;13905;p43"/>
            <p:cNvSpPr/>
            <p:nvPr/>
          </p:nvSpPr>
          <p:spPr>
            <a:xfrm>
              <a:off x="5588749" y="3116656"/>
              <a:ext cx="153070" cy="76180"/>
            </a:xfrm>
            <a:custGeom>
              <a:rect b="b" l="l" r="r" t="t"/>
              <a:pathLst>
                <a:path extrusionOk="0" h="2901" w="5829">
                  <a:moveTo>
                    <a:pt x="1283" y="0"/>
                  </a:moveTo>
                  <a:lnTo>
                    <a:pt x="536" y="374"/>
                  </a:lnTo>
                  <a:cubicBezTo>
                    <a:pt x="201" y="536"/>
                    <a:pt x="0" y="871"/>
                    <a:pt x="0" y="1235"/>
                  </a:cubicBezTo>
                  <a:lnTo>
                    <a:pt x="0" y="2575"/>
                  </a:lnTo>
                  <a:cubicBezTo>
                    <a:pt x="0" y="2757"/>
                    <a:pt x="144" y="2900"/>
                    <a:pt x="326" y="2900"/>
                  </a:cubicBezTo>
                  <a:lnTo>
                    <a:pt x="5503" y="2900"/>
                  </a:lnTo>
                  <a:cubicBezTo>
                    <a:pt x="5685" y="2900"/>
                    <a:pt x="5828" y="2757"/>
                    <a:pt x="5828" y="2575"/>
                  </a:cubicBezTo>
                  <a:lnTo>
                    <a:pt x="5828" y="1245"/>
                  </a:lnTo>
                  <a:cubicBezTo>
                    <a:pt x="5828" y="871"/>
                    <a:pt x="5618" y="536"/>
                    <a:pt x="5293" y="374"/>
                  </a:cubicBezTo>
                  <a:lnTo>
                    <a:pt x="4546" y="0"/>
                  </a:lnTo>
                  <a:cubicBezTo>
                    <a:pt x="4163" y="589"/>
                    <a:pt x="3539" y="883"/>
                    <a:pt x="2914" y="883"/>
                  </a:cubicBezTo>
                  <a:cubicBezTo>
                    <a:pt x="2290" y="883"/>
                    <a:pt x="1665" y="589"/>
                    <a:pt x="1283" y="0"/>
                  </a:cubicBezTo>
                  <a:close/>
                </a:path>
              </a:pathLst>
            </a:custGeom>
            <a:solidFill>
              <a:srgbClr val="BCC4C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906" name="Google Shape;13906;p43"/>
            <p:cNvSpPr/>
            <p:nvPr/>
          </p:nvSpPr>
          <p:spPr>
            <a:xfrm>
              <a:off x="5614116" y="3005314"/>
              <a:ext cx="102073" cy="83717"/>
            </a:xfrm>
            <a:custGeom>
              <a:rect b="b" l="l" r="r" t="t"/>
              <a:pathLst>
                <a:path extrusionOk="0" h="3188" w="3887">
                  <a:moveTo>
                    <a:pt x="1495" y="1"/>
                  </a:moveTo>
                  <a:cubicBezTo>
                    <a:pt x="1376" y="1"/>
                    <a:pt x="1262" y="72"/>
                    <a:pt x="1207" y="183"/>
                  </a:cubicBezTo>
                  <a:cubicBezTo>
                    <a:pt x="1101" y="403"/>
                    <a:pt x="948" y="604"/>
                    <a:pt x="766" y="766"/>
                  </a:cubicBezTo>
                  <a:cubicBezTo>
                    <a:pt x="594" y="920"/>
                    <a:pt x="393" y="1054"/>
                    <a:pt x="192" y="1159"/>
                  </a:cubicBezTo>
                  <a:cubicBezTo>
                    <a:pt x="68" y="1216"/>
                    <a:pt x="1" y="1350"/>
                    <a:pt x="20" y="1494"/>
                  </a:cubicBezTo>
                  <a:cubicBezTo>
                    <a:pt x="144" y="2460"/>
                    <a:pt x="967" y="3188"/>
                    <a:pt x="1944" y="3188"/>
                  </a:cubicBezTo>
                  <a:cubicBezTo>
                    <a:pt x="2958" y="3178"/>
                    <a:pt x="3800" y="2403"/>
                    <a:pt x="3877" y="1398"/>
                  </a:cubicBezTo>
                  <a:cubicBezTo>
                    <a:pt x="3886" y="1293"/>
                    <a:pt x="3848" y="1197"/>
                    <a:pt x="3771" y="1130"/>
                  </a:cubicBezTo>
                  <a:cubicBezTo>
                    <a:pt x="3130" y="604"/>
                    <a:pt x="2374" y="211"/>
                    <a:pt x="1570" y="10"/>
                  </a:cubicBezTo>
                  <a:cubicBezTo>
                    <a:pt x="1545" y="4"/>
                    <a:pt x="1520" y="1"/>
                    <a:pt x="1495" y="1"/>
                  </a:cubicBezTo>
                  <a:close/>
                </a:path>
              </a:pathLst>
            </a:custGeom>
            <a:solidFill>
              <a:srgbClr val="BECBD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907" name="Google Shape;13907;p43"/>
            <p:cNvSpPr/>
            <p:nvPr/>
          </p:nvSpPr>
          <p:spPr>
            <a:xfrm>
              <a:off x="5614116" y="3005314"/>
              <a:ext cx="102073" cy="82955"/>
            </a:xfrm>
            <a:custGeom>
              <a:rect b="b" l="l" r="r" t="t"/>
              <a:pathLst>
                <a:path extrusionOk="0" h="3159" w="3887">
                  <a:moveTo>
                    <a:pt x="1495" y="1"/>
                  </a:moveTo>
                  <a:cubicBezTo>
                    <a:pt x="1376" y="1"/>
                    <a:pt x="1262" y="72"/>
                    <a:pt x="1207" y="183"/>
                  </a:cubicBezTo>
                  <a:cubicBezTo>
                    <a:pt x="1130" y="345"/>
                    <a:pt x="1025" y="489"/>
                    <a:pt x="910" y="613"/>
                  </a:cubicBezTo>
                  <a:cubicBezTo>
                    <a:pt x="862" y="671"/>
                    <a:pt x="814" y="719"/>
                    <a:pt x="766" y="766"/>
                  </a:cubicBezTo>
                  <a:cubicBezTo>
                    <a:pt x="594" y="920"/>
                    <a:pt x="393" y="1054"/>
                    <a:pt x="192" y="1159"/>
                  </a:cubicBezTo>
                  <a:cubicBezTo>
                    <a:pt x="68" y="1216"/>
                    <a:pt x="1" y="1350"/>
                    <a:pt x="20" y="1494"/>
                  </a:cubicBezTo>
                  <a:cubicBezTo>
                    <a:pt x="135" y="2346"/>
                    <a:pt x="795" y="3025"/>
                    <a:pt x="1647" y="3159"/>
                  </a:cubicBezTo>
                  <a:cubicBezTo>
                    <a:pt x="1207" y="2891"/>
                    <a:pt x="948" y="2403"/>
                    <a:pt x="977" y="1886"/>
                  </a:cubicBezTo>
                  <a:lnTo>
                    <a:pt x="977" y="1427"/>
                  </a:lnTo>
                  <a:cubicBezTo>
                    <a:pt x="1044" y="1369"/>
                    <a:pt x="1120" y="1312"/>
                    <a:pt x="1197" y="1255"/>
                  </a:cubicBezTo>
                  <a:cubicBezTo>
                    <a:pt x="1369" y="1092"/>
                    <a:pt x="1532" y="910"/>
                    <a:pt x="1656" y="699"/>
                  </a:cubicBezTo>
                  <a:cubicBezTo>
                    <a:pt x="2278" y="891"/>
                    <a:pt x="2853" y="1207"/>
                    <a:pt x="3350" y="1618"/>
                  </a:cubicBezTo>
                  <a:cubicBezTo>
                    <a:pt x="3408" y="1676"/>
                    <a:pt x="3561" y="1819"/>
                    <a:pt x="3743" y="1982"/>
                  </a:cubicBezTo>
                  <a:cubicBezTo>
                    <a:pt x="3819" y="1790"/>
                    <a:pt x="3867" y="1589"/>
                    <a:pt x="3886" y="1389"/>
                  </a:cubicBezTo>
                  <a:cubicBezTo>
                    <a:pt x="3886" y="1293"/>
                    <a:pt x="3848" y="1197"/>
                    <a:pt x="3771" y="1130"/>
                  </a:cubicBezTo>
                  <a:cubicBezTo>
                    <a:pt x="3130" y="604"/>
                    <a:pt x="2374" y="211"/>
                    <a:pt x="1570" y="10"/>
                  </a:cubicBezTo>
                  <a:cubicBezTo>
                    <a:pt x="1545" y="4"/>
                    <a:pt x="1520" y="1"/>
                    <a:pt x="1495" y="1"/>
                  </a:cubicBezTo>
                  <a:close/>
                </a:path>
              </a:pathLst>
            </a:custGeom>
            <a:solidFill>
              <a:srgbClr val="ACBDC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908" name="Google Shape;13908;p43"/>
            <p:cNvSpPr/>
            <p:nvPr/>
          </p:nvSpPr>
          <p:spPr>
            <a:xfrm>
              <a:off x="5588749" y="3133751"/>
              <a:ext cx="33954" cy="59085"/>
            </a:xfrm>
            <a:custGeom>
              <a:rect b="b" l="l" r="r" t="t"/>
              <a:pathLst>
                <a:path extrusionOk="0" h="2250" w="1293">
                  <a:moveTo>
                    <a:pt x="192" y="0"/>
                  </a:moveTo>
                  <a:cubicBezTo>
                    <a:pt x="67" y="172"/>
                    <a:pt x="0" y="373"/>
                    <a:pt x="0" y="584"/>
                  </a:cubicBezTo>
                  <a:lnTo>
                    <a:pt x="0" y="1924"/>
                  </a:lnTo>
                  <a:cubicBezTo>
                    <a:pt x="0" y="2106"/>
                    <a:pt x="144" y="2249"/>
                    <a:pt x="316" y="2249"/>
                  </a:cubicBezTo>
                  <a:lnTo>
                    <a:pt x="1292" y="2249"/>
                  </a:lnTo>
                  <a:lnTo>
                    <a:pt x="1292" y="1197"/>
                  </a:lnTo>
                  <a:cubicBezTo>
                    <a:pt x="1292" y="996"/>
                    <a:pt x="1206" y="814"/>
                    <a:pt x="1053" y="689"/>
                  </a:cubicBezTo>
                  <a:lnTo>
                    <a:pt x="192" y="0"/>
                  </a:lnTo>
                  <a:close/>
                </a:path>
              </a:pathLst>
            </a:custGeom>
            <a:solidFill>
              <a:srgbClr val="D2DBE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909" name="Google Shape;13909;p43"/>
            <p:cNvSpPr/>
            <p:nvPr/>
          </p:nvSpPr>
          <p:spPr>
            <a:xfrm>
              <a:off x="5707602" y="3133751"/>
              <a:ext cx="34217" cy="59085"/>
            </a:xfrm>
            <a:custGeom>
              <a:rect b="b" l="l" r="r" t="t"/>
              <a:pathLst>
                <a:path extrusionOk="0" h="2250" w="1303">
                  <a:moveTo>
                    <a:pt x="1101" y="0"/>
                  </a:moveTo>
                  <a:lnTo>
                    <a:pt x="240" y="689"/>
                  </a:lnTo>
                  <a:cubicBezTo>
                    <a:pt x="87" y="814"/>
                    <a:pt x="1" y="996"/>
                    <a:pt x="1" y="1197"/>
                  </a:cubicBezTo>
                  <a:lnTo>
                    <a:pt x="1" y="2249"/>
                  </a:lnTo>
                  <a:lnTo>
                    <a:pt x="977" y="2249"/>
                  </a:lnTo>
                  <a:cubicBezTo>
                    <a:pt x="1149" y="2249"/>
                    <a:pt x="1302" y="2106"/>
                    <a:pt x="1302" y="1924"/>
                  </a:cubicBezTo>
                  <a:lnTo>
                    <a:pt x="1302" y="584"/>
                  </a:lnTo>
                  <a:cubicBezTo>
                    <a:pt x="1302" y="373"/>
                    <a:pt x="1226" y="172"/>
                    <a:pt x="1101" y="0"/>
                  </a:cubicBezTo>
                  <a:close/>
                </a:path>
              </a:pathLst>
            </a:custGeom>
            <a:solidFill>
              <a:srgbClr val="D2DBE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910" name="Google Shape;13910;p43"/>
            <p:cNvSpPr/>
            <p:nvPr/>
          </p:nvSpPr>
          <p:spPr>
            <a:xfrm>
              <a:off x="5335419" y="2971648"/>
              <a:ext cx="41727" cy="91752"/>
            </a:xfrm>
            <a:custGeom>
              <a:rect b="b" l="l" r="r" t="t"/>
              <a:pathLst>
                <a:path extrusionOk="0" h="3494" w="1589">
                  <a:moveTo>
                    <a:pt x="957" y="0"/>
                  </a:moveTo>
                  <a:cubicBezTo>
                    <a:pt x="431" y="0"/>
                    <a:pt x="0" y="421"/>
                    <a:pt x="0" y="948"/>
                  </a:cubicBezTo>
                  <a:lnTo>
                    <a:pt x="0" y="1178"/>
                  </a:lnTo>
                  <a:cubicBezTo>
                    <a:pt x="0" y="1446"/>
                    <a:pt x="39" y="1713"/>
                    <a:pt x="134" y="1981"/>
                  </a:cubicBezTo>
                  <a:lnTo>
                    <a:pt x="632" y="3494"/>
                  </a:lnTo>
                  <a:lnTo>
                    <a:pt x="1589" y="3494"/>
                  </a:lnTo>
                  <a:lnTo>
                    <a:pt x="1589" y="0"/>
                  </a:ln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911" name="Google Shape;13911;p43"/>
            <p:cNvSpPr/>
            <p:nvPr/>
          </p:nvSpPr>
          <p:spPr>
            <a:xfrm>
              <a:off x="5351989" y="2963114"/>
              <a:ext cx="100313" cy="100287"/>
            </a:xfrm>
            <a:custGeom>
              <a:rect b="b" l="l" r="r" t="t"/>
              <a:pathLst>
                <a:path extrusionOk="0" h="3819" w="3820">
                  <a:moveTo>
                    <a:pt x="958" y="0"/>
                  </a:moveTo>
                  <a:cubicBezTo>
                    <a:pt x="432" y="0"/>
                    <a:pt x="1" y="431"/>
                    <a:pt x="1" y="957"/>
                  </a:cubicBezTo>
                  <a:cubicBezTo>
                    <a:pt x="1" y="1311"/>
                    <a:pt x="288" y="1598"/>
                    <a:pt x="642" y="1598"/>
                  </a:cubicBezTo>
                  <a:lnTo>
                    <a:pt x="3188" y="3819"/>
                  </a:lnTo>
                  <a:lnTo>
                    <a:pt x="3724" y="1933"/>
                  </a:lnTo>
                  <a:cubicBezTo>
                    <a:pt x="3791" y="1704"/>
                    <a:pt x="3819" y="1474"/>
                    <a:pt x="3819" y="1235"/>
                  </a:cubicBezTo>
                  <a:lnTo>
                    <a:pt x="3819" y="641"/>
                  </a:lnTo>
                  <a:cubicBezTo>
                    <a:pt x="3819" y="287"/>
                    <a:pt x="3542" y="0"/>
                    <a:pt x="3188" y="0"/>
                  </a:cubicBez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912" name="Google Shape;13912;p43"/>
            <p:cNvSpPr/>
            <p:nvPr/>
          </p:nvSpPr>
          <p:spPr>
            <a:xfrm>
              <a:off x="5368848" y="3088505"/>
              <a:ext cx="50025" cy="36974"/>
            </a:xfrm>
            <a:custGeom>
              <a:rect b="b" l="l" r="r" t="t"/>
              <a:pathLst>
                <a:path extrusionOk="0" h="1408" w="1905">
                  <a:moveTo>
                    <a:pt x="0" y="1"/>
                  </a:moveTo>
                  <a:lnTo>
                    <a:pt x="0" y="1407"/>
                  </a:lnTo>
                  <a:lnTo>
                    <a:pt x="1905" y="1407"/>
                  </a:lnTo>
                  <a:lnTo>
                    <a:pt x="1905" y="1"/>
                  </a:lnTo>
                  <a:close/>
                </a:path>
              </a:pathLst>
            </a:custGeom>
            <a:solidFill>
              <a:srgbClr val="ACBDC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913" name="Google Shape;13913;p43"/>
            <p:cNvSpPr/>
            <p:nvPr/>
          </p:nvSpPr>
          <p:spPr>
            <a:xfrm>
              <a:off x="5368848" y="3088505"/>
              <a:ext cx="50025" cy="20246"/>
            </a:xfrm>
            <a:custGeom>
              <a:rect b="b" l="l" r="r" t="t"/>
              <a:pathLst>
                <a:path extrusionOk="0" h="771" w="1905">
                  <a:moveTo>
                    <a:pt x="0" y="1"/>
                  </a:moveTo>
                  <a:lnTo>
                    <a:pt x="0" y="584"/>
                  </a:lnTo>
                  <a:cubicBezTo>
                    <a:pt x="306" y="709"/>
                    <a:pt x="629" y="771"/>
                    <a:pt x="952" y="771"/>
                  </a:cubicBezTo>
                  <a:cubicBezTo>
                    <a:pt x="1275" y="771"/>
                    <a:pt x="1598" y="709"/>
                    <a:pt x="1905" y="584"/>
                  </a:cubicBezTo>
                  <a:lnTo>
                    <a:pt x="1905" y="1"/>
                  </a:lnTo>
                  <a:close/>
                </a:path>
              </a:pathLst>
            </a:custGeom>
            <a:solidFill>
              <a:srgbClr val="96ABB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914" name="Google Shape;13914;p43"/>
            <p:cNvSpPr/>
            <p:nvPr/>
          </p:nvSpPr>
          <p:spPr>
            <a:xfrm>
              <a:off x="5310288" y="3108620"/>
              <a:ext cx="166882" cy="84216"/>
            </a:xfrm>
            <a:custGeom>
              <a:rect b="b" l="l" r="r" t="t"/>
              <a:pathLst>
                <a:path extrusionOk="0" h="3207" w="6355">
                  <a:moveTo>
                    <a:pt x="2221" y="0"/>
                  </a:moveTo>
                  <a:lnTo>
                    <a:pt x="689" y="440"/>
                  </a:lnTo>
                  <a:cubicBezTo>
                    <a:pt x="278" y="555"/>
                    <a:pt x="0" y="929"/>
                    <a:pt x="0" y="1359"/>
                  </a:cubicBezTo>
                  <a:lnTo>
                    <a:pt x="0" y="2890"/>
                  </a:lnTo>
                  <a:cubicBezTo>
                    <a:pt x="0" y="3063"/>
                    <a:pt x="144" y="3206"/>
                    <a:pt x="316" y="3206"/>
                  </a:cubicBezTo>
                  <a:lnTo>
                    <a:pt x="6039" y="3206"/>
                  </a:lnTo>
                  <a:cubicBezTo>
                    <a:pt x="6211" y="3206"/>
                    <a:pt x="6355" y="3063"/>
                    <a:pt x="6355" y="2890"/>
                  </a:cubicBezTo>
                  <a:lnTo>
                    <a:pt x="6355" y="1359"/>
                  </a:lnTo>
                  <a:cubicBezTo>
                    <a:pt x="6355" y="938"/>
                    <a:pt x="6077" y="565"/>
                    <a:pt x="5666" y="440"/>
                  </a:cubicBezTo>
                  <a:lnTo>
                    <a:pt x="4135" y="0"/>
                  </a:lnTo>
                  <a:lnTo>
                    <a:pt x="3178" y="632"/>
                  </a:lnTo>
                  <a:lnTo>
                    <a:pt x="2221" y="0"/>
                  </a:lnTo>
                  <a:close/>
                </a:path>
              </a:pathLst>
            </a:custGeom>
            <a:solidFill>
              <a:srgbClr val="63768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915" name="Google Shape;13915;p43"/>
            <p:cNvSpPr/>
            <p:nvPr/>
          </p:nvSpPr>
          <p:spPr>
            <a:xfrm>
              <a:off x="5385418" y="3125453"/>
              <a:ext cx="16859" cy="67383"/>
            </a:xfrm>
            <a:custGeom>
              <a:rect b="b" l="l" r="r" t="t"/>
              <a:pathLst>
                <a:path extrusionOk="0" h="2566" w="642">
                  <a:moveTo>
                    <a:pt x="163" y="0"/>
                  </a:moveTo>
                  <a:lnTo>
                    <a:pt x="1" y="2565"/>
                  </a:lnTo>
                  <a:lnTo>
                    <a:pt x="642" y="2565"/>
                  </a:lnTo>
                  <a:lnTo>
                    <a:pt x="479" y="0"/>
                  </a:lnTo>
                  <a:close/>
                </a:path>
              </a:pathLst>
            </a:custGeom>
            <a:solidFill>
              <a:srgbClr val="63798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916" name="Google Shape;13916;p43"/>
            <p:cNvSpPr/>
            <p:nvPr/>
          </p:nvSpPr>
          <p:spPr>
            <a:xfrm>
              <a:off x="5343717" y="3005051"/>
              <a:ext cx="100287" cy="91779"/>
            </a:xfrm>
            <a:custGeom>
              <a:rect b="b" l="l" r="r" t="t"/>
              <a:pathLst>
                <a:path extrusionOk="0" h="3495" w="3819">
                  <a:moveTo>
                    <a:pt x="1196" y="0"/>
                  </a:moveTo>
                  <a:cubicBezTo>
                    <a:pt x="1034" y="0"/>
                    <a:pt x="874" y="75"/>
                    <a:pt x="766" y="183"/>
                  </a:cubicBezTo>
                  <a:lnTo>
                    <a:pt x="192" y="767"/>
                  </a:lnTo>
                  <a:cubicBezTo>
                    <a:pt x="67" y="882"/>
                    <a:pt x="0" y="1044"/>
                    <a:pt x="0" y="1217"/>
                  </a:cubicBezTo>
                  <a:lnTo>
                    <a:pt x="0" y="1590"/>
                  </a:lnTo>
                  <a:cubicBezTo>
                    <a:pt x="0" y="2633"/>
                    <a:pt x="852" y="3494"/>
                    <a:pt x="1905" y="3494"/>
                  </a:cubicBezTo>
                  <a:cubicBezTo>
                    <a:pt x="2957" y="3494"/>
                    <a:pt x="3809" y="2633"/>
                    <a:pt x="3819" y="1590"/>
                  </a:cubicBezTo>
                  <a:lnTo>
                    <a:pt x="3819" y="1178"/>
                  </a:lnTo>
                  <a:cubicBezTo>
                    <a:pt x="3819" y="1016"/>
                    <a:pt x="3752" y="853"/>
                    <a:pt x="3637" y="729"/>
                  </a:cubicBezTo>
                  <a:cubicBezTo>
                    <a:pt x="3139" y="250"/>
                    <a:pt x="2240" y="30"/>
                    <a:pt x="1225" y="1"/>
                  </a:cubicBezTo>
                  <a:cubicBezTo>
                    <a:pt x="1215" y="1"/>
                    <a:pt x="1206" y="0"/>
                    <a:pt x="1196" y="0"/>
                  </a:cubicBezTo>
                  <a:close/>
                </a:path>
              </a:pathLst>
            </a:custGeom>
            <a:solidFill>
              <a:srgbClr val="BECBD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917" name="Google Shape;13917;p43"/>
            <p:cNvSpPr/>
            <p:nvPr/>
          </p:nvSpPr>
          <p:spPr>
            <a:xfrm>
              <a:off x="5343717" y="3005051"/>
              <a:ext cx="100051" cy="89757"/>
            </a:xfrm>
            <a:custGeom>
              <a:rect b="b" l="l" r="r" t="t"/>
              <a:pathLst>
                <a:path extrusionOk="0" h="3418" w="3810">
                  <a:moveTo>
                    <a:pt x="1193" y="0"/>
                  </a:moveTo>
                  <a:cubicBezTo>
                    <a:pt x="1031" y="0"/>
                    <a:pt x="873" y="67"/>
                    <a:pt x="766" y="183"/>
                  </a:cubicBezTo>
                  <a:lnTo>
                    <a:pt x="182" y="757"/>
                  </a:lnTo>
                  <a:cubicBezTo>
                    <a:pt x="67" y="882"/>
                    <a:pt x="0" y="1044"/>
                    <a:pt x="0" y="1207"/>
                  </a:cubicBezTo>
                  <a:lnTo>
                    <a:pt x="0" y="1580"/>
                  </a:lnTo>
                  <a:cubicBezTo>
                    <a:pt x="0" y="2432"/>
                    <a:pt x="565" y="3179"/>
                    <a:pt x="1378" y="3418"/>
                  </a:cubicBezTo>
                  <a:cubicBezTo>
                    <a:pt x="1101" y="3073"/>
                    <a:pt x="957" y="2652"/>
                    <a:pt x="957" y="2222"/>
                  </a:cubicBezTo>
                  <a:lnTo>
                    <a:pt x="957" y="1293"/>
                  </a:lnTo>
                  <a:cubicBezTo>
                    <a:pt x="957" y="946"/>
                    <a:pt x="1236" y="660"/>
                    <a:pt x="1578" y="660"/>
                  </a:cubicBezTo>
                  <a:cubicBezTo>
                    <a:pt x="1594" y="660"/>
                    <a:pt x="1611" y="660"/>
                    <a:pt x="1627" y="662"/>
                  </a:cubicBezTo>
                  <a:cubicBezTo>
                    <a:pt x="2268" y="700"/>
                    <a:pt x="3225" y="805"/>
                    <a:pt x="3809" y="1083"/>
                  </a:cubicBezTo>
                  <a:cubicBezTo>
                    <a:pt x="3790" y="949"/>
                    <a:pt x="3733" y="824"/>
                    <a:pt x="3637" y="729"/>
                  </a:cubicBezTo>
                  <a:cubicBezTo>
                    <a:pt x="3139" y="250"/>
                    <a:pt x="2240" y="30"/>
                    <a:pt x="1225" y="1"/>
                  </a:cubicBezTo>
                  <a:cubicBezTo>
                    <a:pt x="1214" y="1"/>
                    <a:pt x="1203" y="0"/>
                    <a:pt x="1193" y="0"/>
                  </a:cubicBezTo>
                  <a:close/>
                </a:path>
              </a:pathLst>
            </a:custGeom>
            <a:solidFill>
              <a:srgbClr val="ACBDC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918" name="Google Shape;13918;p43"/>
            <p:cNvSpPr/>
            <p:nvPr/>
          </p:nvSpPr>
          <p:spPr>
            <a:xfrm>
              <a:off x="5310288" y="3129970"/>
              <a:ext cx="33692" cy="62866"/>
            </a:xfrm>
            <a:custGeom>
              <a:rect b="b" l="l" r="r" t="t"/>
              <a:pathLst>
                <a:path extrusionOk="0" h="2394" w="1283">
                  <a:moveTo>
                    <a:pt x="173" y="1"/>
                  </a:moveTo>
                  <a:cubicBezTo>
                    <a:pt x="67" y="163"/>
                    <a:pt x="0" y="345"/>
                    <a:pt x="0" y="546"/>
                  </a:cubicBezTo>
                  <a:lnTo>
                    <a:pt x="0" y="2077"/>
                  </a:lnTo>
                  <a:cubicBezTo>
                    <a:pt x="0" y="2250"/>
                    <a:pt x="144" y="2393"/>
                    <a:pt x="326" y="2393"/>
                  </a:cubicBezTo>
                  <a:lnTo>
                    <a:pt x="1283" y="2393"/>
                  </a:lnTo>
                  <a:lnTo>
                    <a:pt x="1273" y="1494"/>
                  </a:lnTo>
                  <a:cubicBezTo>
                    <a:pt x="1273" y="1235"/>
                    <a:pt x="1177" y="996"/>
                    <a:pt x="996" y="814"/>
                  </a:cubicBezTo>
                  <a:lnTo>
                    <a:pt x="173" y="1"/>
                  </a:lnTo>
                  <a:close/>
                </a:path>
              </a:pathLst>
            </a:custGeom>
            <a:solidFill>
              <a:srgbClr val="30496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919" name="Google Shape;13919;p43"/>
            <p:cNvSpPr/>
            <p:nvPr/>
          </p:nvSpPr>
          <p:spPr>
            <a:xfrm>
              <a:off x="5443742" y="3129970"/>
              <a:ext cx="33692" cy="62866"/>
            </a:xfrm>
            <a:custGeom>
              <a:rect b="b" l="l" r="r" t="t"/>
              <a:pathLst>
                <a:path extrusionOk="0" h="2394" w="1283">
                  <a:moveTo>
                    <a:pt x="1110" y="1"/>
                  </a:moveTo>
                  <a:lnTo>
                    <a:pt x="287" y="814"/>
                  </a:lnTo>
                  <a:cubicBezTo>
                    <a:pt x="105" y="996"/>
                    <a:pt x="10" y="1235"/>
                    <a:pt x="10" y="1494"/>
                  </a:cubicBezTo>
                  <a:lnTo>
                    <a:pt x="0" y="1494"/>
                  </a:lnTo>
                  <a:lnTo>
                    <a:pt x="0" y="2393"/>
                  </a:lnTo>
                  <a:lnTo>
                    <a:pt x="957" y="2393"/>
                  </a:lnTo>
                  <a:cubicBezTo>
                    <a:pt x="1139" y="2393"/>
                    <a:pt x="1283" y="2250"/>
                    <a:pt x="1283" y="2077"/>
                  </a:cubicBezTo>
                  <a:lnTo>
                    <a:pt x="1283" y="546"/>
                  </a:lnTo>
                  <a:cubicBezTo>
                    <a:pt x="1283" y="345"/>
                    <a:pt x="1216" y="163"/>
                    <a:pt x="1110" y="1"/>
                  </a:cubicBezTo>
                  <a:close/>
                </a:path>
              </a:pathLst>
            </a:custGeom>
            <a:solidFill>
              <a:srgbClr val="30496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920" name="Google Shape;13920;p43"/>
            <p:cNvSpPr/>
            <p:nvPr/>
          </p:nvSpPr>
          <p:spPr>
            <a:xfrm>
              <a:off x="5385681" y="3125453"/>
              <a:ext cx="16596" cy="16623"/>
            </a:xfrm>
            <a:custGeom>
              <a:rect b="b" l="l" r="r" t="t"/>
              <a:pathLst>
                <a:path extrusionOk="0" h="633" w="632">
                  <a:moveTo>
                    <a:pt x="0" y="0"/>
                  </a:moveTo>
                  <a:lnTo>
                    <a:pt x="0" y="498"/>
                  </a:lnTo>
                  <a:cubicBezTo>
                    <a:pt x="0" y="575"/>
                    <a:pt x="58" y="632"/>
                    <a:pt x="134" y="632"/>
                  </a:cubicBezTo>
                  <a:lnTo>
                    <a:pt x="498" y="632"/>
                  </a:lnTo>
                  <a:cubicBezTo>
                    <a:pt x="575" y="632"/>
                    <a:pt x="632" y="575"/>
                    <a:pt x="632" y="498"/>
                  </a:cubicBezTo>
                  <a:lnTo>
                    <a:pt x="632" y="0"/>
                  </a:lnTo>
                  <a:close/>
                </a:path>
              </a:pathLst>
            </a:custGeom>
            <a:solidFill>
              <a:srgbClr val="4B637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921" name="Google Shape;13921;p43"/>
            <p:cNvSpPr/>
            <p:nvPr/>
          </p:nvSpPr>
          <p:spPr>
            <a:xfrm>
              <a:off x="5359788" y="3102055"/>
              <a:ext cx="33954" cy="35110"/>
            </a:xfrm>
            <a:custGeom>
              <a:rect b="b" l="l" r="r" t="t"/>
              <a:pathLst>
                <a:path extrusionOk="0" h="1337" w="1293">
                  <a:moveTo>
                    <a:pt x="299" y="0"/>
                  </a:moveTo>
                  <a:cubicBezTo>
                    <a:pt x="256" y="0"/>
                    <a:pt x="214" y="20"/>
                    <a:pt x="192" y="59"/>
                  </a:cubicBezTo>
                  <a:lnTo>
                    <a:pt x="1" y="355"/>
                  </a:lnTo>
                  <a:lnTo>
                    <a:pt x="479" y="1236"/>
                  </a:lnTo>
                  <a:cubicBezTo>
                    <a:pt x="509" y="1301"/>
                    <a:pt x="571" y="1337"/>
                    <a:pt x="637" y="1337"/>
                  </a:cubicBezTo>
                  <a:cubicBezTo>
                    <a:pt x="678" y="1337"/>
                    <a:pt x="720" y="1323"/>
                    <a:pt x="757" y="1293"/>
                  </a:cubicBezTo>
                  <a:lnTo>
                    <a:pt x="1293" y="882"/>
                  </a:lnTo>
                  <a:lnTo>
                    <a:pt x="383" y="30"/>
                  </a:lnTo>
                  <a:cubicBezTo>
                    <a:pt x="359" y="10"/>
                    <a:pt x="329" y="0"/>
                    <a:pt x="299" y="0"/>
                  </a:cubicBezTo>
                  <a:close/>
                </a:path>
              </a:pathLst>
            </a:custGeom>
            <a:solidFill>
              <a:srgbClr val="30496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922" name="Google Shape;13922;p43"/>
            <p:cNvSpPr/>
            <p:nvPr/>
          </p:nvSpPr>
          <p:spPr>
            <a:xfrm>
              <a:off x="5393716" y="3102055"/>
              <a:ext cx="34217" cy="35110"/>
            </a:xfrm>
            <a:custGeom>
              <a:rect b="b" l="l" r="r" t="t"/>
              <a:pathLst>
                <a:path extrusionOk="0" h="1337" w="1303">
                  <a:moveTo>
                    <a:pt x="1001" y="0"/>
                  </a:moveTo>
                  <a:cubicBezTo>
                    <a:pt x="972" y="0"/>
                    <a:pt x="943" y="10"/>
                    <a:pt x="919" y="30"/>
                  </a:cubicBezTo>
                  <a:lnTo>
                    <a:pt x="1" y="882"/>
                  </a:lnTo>
                  <a:lnTo>
                    <a:pt x="546" y="1293"/>
                  </a:lnTo>
                  <a:cubicBezTo>
                    <a:pt x="579" y="1323"/>
                    <a:pt x="619" y="1337"/>
                    <a:pt x="659" y="1337"/>
                  </a:cubicBezTo>
                  <a:cubicBezTo>
                    <a:pt x="724" y="1337"/>
                    <a:pt x="788" y="1301"/>
                    <a:pt x="824" y="1236"/>
                  </a:cubicBezTo>
                  <a:lnTo>
                    <a:pt x="1302" y="355"/>
                  </a:lnTo>
                  <a:lnTo>
                    <a:pt x="1111" y="59"/>
                  </a:lnTo>
                  <a:cubicBezTo>
                    <a:pt x="1083" y="20"/>
                    <a:pt x="1042" y="0"/>
                    <a:pt x="1001" y="0"/>
                  </a:cubicBezTo>
                  <a:close/>
                </a:path>
              </a:pathLst>
            </a:custGeom>
            <a:solidFill>
              <a:srgbClr val="30496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923" name="Google Shape;13923;p43"/>
            <p:cNvSpPr/>
            <p:nvPr/>
          </p:nvSpPr>
          <p:spPr>
            <a:xfrm>
              <a:off x="5413569" y="3157884"/>
              <a:ext cx="93774" cy="55803"/>
            </a:xfrm>
            <a:custGeom>
              <a:rect b="b" l="l" r="r" t="t"/>
              <a:pathLst>
                <a:path extrusionOk="0" h="2125" w="3571">
                  <a:moveTo>
                    <a:pt x="1366" y="0"/>
                  </a:moveTo>
                  <a:cubicBezTo>
                    <a:pt x="1314" y="0"/>
                    <a:pt x="1260" y="17"/>
                    <a:pt x="1207" y="57"/>
                  </a:cubicBezTo>
                  <a:lnTo>
                    <a:pt x="144" y="852"/>
                  </a:lnTo>
                  <a:cubicBezTo>
                    <a:pt x="1" y="957"/>
                    <a:pt x="1" y="1168"/>
                    <a:pt x="144" y="1273"/>
                  </a:cubicBezTo>
                  <a:lnTo>
                    <a:pt x="1207" y="2067"/>
                  </a:lnTo>
                  <a:cubicBezTo>
                    <a:pt x="1260" y="2107"/>
                    <a:pt x="1314" y="2125"/>
                    <a:pt x="1366" y="2125"/>
                  </a:cubicBezTo>
                  <a:cubicBezTo>
                    <a:pt x="1586" y="2125"/>
                    <a:pt x="1755" y="1816"/>
                    <a:pt x="1522" y="1646"/>
                  </a:cubicBezTo>
                  <a:lnTo>
                    <a:pt x="1101" y="1330"/>
                  </a:lnTo>
                  <a:lnTo>
                    <a:pt x="3226" y="1330"/>
                  </a:lnTo>
                  <a:cubicBezTo>
                    <a:pt x="3570" y="1330"/>
                    <a:pt x="3570" y="794"/>
                    <a:pt x="3226" y="794"/>
                  </a:cubicBezTo>
                  <a:lnTo>
                    <a:pt x="3226" y="804"/>
                  </a:lnTo>
                  <a:lnTo>
                    <a:pt x="1101" y="804"/>
                  </a:lnTo>
                  <a:lnTo>
                    <a:pt x="1522" y="478"/>
                  </a:lnTo>
                  <a:cubicBezTo>
                    <a:pt x="1755" y="308"/>
                    <a:pt x="1586" y="0"/>
                    <a:pt x="1366" y="0"/>
                  </a:cubicBezTo>
                  <a:close/>
                </a:path>
              </a:pathLst>
            </a:custGeom>
            <a:solidFill>
              <a:srgbClr val="BECBD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924" name="Google Shape;13924;p43"/>
            <p:cNvSpPr/>
            <p:nvPr/>
          </p:nvSpPr>
          <p:spPr>
            <a:xfrm>
              <a:off x="5544501" y="3157884"/>
              <a:ext cx="93774" cy="55908"/>
            </a:xfrm>
            <a:custGeom>
              <a:rect b="b" l="l" r="r" t="t"/>
              <a:pathLst>
                <a:path extrusionOk="0" h="2129" w="3571">
                  <a:moveTo>
                    <a:pt x="2211" y="0"/>
                  </a:moveTo>
                  <a:cubicBezTo>
                    <a:pt x="1988" y="0"/>
                    <a:pt x="1824" y="308"/>
                    <a:pt x="2049" y="478"/>
                  </a:cubicBezTo>
                  <a:lnTo>
                    <a:pt x="2479" y="804"/>
                  </a:lnTo>
                  <a:lnTo>
                    <a:pt x="355" y="804"/>
                  </a:lnTo>
                  <a:cubicBezTo>
                    <a:pt x="1" y="804"/>
                    <a:pt x="1" y="1330"/>
                    <a:pt x="355" y="1330"/>
                  </a:cubicBezTo>
                  <a:lnTo>
                    <a:pt x="2479" y="1330"/>
                  </a:lnTo>
                  <a:lnTo>
                    <a:pt x="2049" y="1646"/>
                  </a:lnTo>
                  <a:cubicBezTo>
                    <a:pt x="1825" y="1816"/>
                    <a:pt x="1987" y="2128"/>
                    <a:pt x="2208" y="2128"/>
                  </a:cubicBezTo>
                  <a:cubicBezTo>
                    <a:pt x="2261" y="2128"/>
                    <a:pt x="2318" y="2110"/>
                    <a:pt x="2374" y="2067"/>
                  </a:cubicBezTo>
                  <a:lnTo>
                    <a:pt x="3427" y="1273"/>
                  </a:lnTo>
                  <a:cubicBezTo>
                    <a:pt x="3570" y="1168"/>
                    <a:pt x="3570" y="957"/>
                    <a:pt x="3427" y="852"/>
                  </a:cubicBezTo>
                  <a:lnTo>
                    <a:pt x="2374" y="57"/>
                  </a:lnTo>
                  <a:cubicBezTo>
                    <a:pt x="2319" y="17"/>
                    <a:pt x="2263" y="0"/>
                    <a:pt x="2211" y="0"/>
                  </a:cubicBezTo>
                  <a:close/>
                </a:path>
              </a:pathLst>
            </a:custGeom>
            <a:solidFill>
              <a:srgbClr val="BECBD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925" name="Google Shape;13925;p43"/>
            <p:cNvSpPr/>
            <p:nvPr/>
          </p:nvSpPr>
          <p:spPr>
            <a:xfrm>
              <a:off x="5519134" y="3178971"/>
              <a:ext cx="13839" cy="13865"/>
            </a:xfrm>
            <a:custGeom>
              <a:rect b="b" l="l" r="r" t="t"/>
              <a:pathLst>
                <a:path extrusionOk="0" h="528" w="527">
                  <a:moveTo>
                    <a:pt x="259" y="1"/>
                  </a:moveTo>
                  <a:cubicBezTo>
                    <a:pt x="115" y="1"/>
                    <a:pt x="0" y="116"/>
                    <a:pt x="0" y="259"/>
                  </a:cubicBezTo>
                  <a:cubicBezTo>
                    <a:pt x="0" y="412"/>
                    <a:pt x="115" y="527"/>
                    <a:pt x="259" y="527"/>
                  </a:cubicBezTo>
                  <a:cubicBezTo>
                    <a:pt x="412" y="527"/>
                    <a:pt x="527" y="412"/>
                    <a:pt x="527" y="259"/>
                  </a:cubicBezTo>
                  <a:cubicBezTo>
                    <a:pt x="527" y="116"/>
                    <a:pt x="412" y="1"/>
                    <a:pt x="259" y="1"/>
                  </a:cubicBezTo>
                  <a:close/>
                </a:path>
              </a:pathLst>
            </a:custGeom>
            <a:solidFill>
              <a:srgbClr val="4B637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3926" name="Google Shape;13926;p43"/>
          <p:cNvGrpSpPr/>
          <p:nvPr/>
        </p:nvGrpSpPr>
        <p:grpSpPr>
          <a:xfrm>
            <a:off x="4879047" y="2279920"/>
            <a:ext cx="398075" cy="340304"/>
            <a:chOff x="4879047" y="2432320"/>
            <a:chExt cx="398075" cy="340304"/>
          </a:xfrm>
        </p:grpSpPr>
        <p:sp>
          <p:nvSpPr>
            <p:cNvPr id="13927" name="Google Shape;13927;p43"/>
            <p:cNvSpPr/>
            <p:nvPr/>
          </p:nvSpPr>
          <p:spPr>
            <a:xfrm>
              <a:off x="5071795" y="2432320"/>
              <a:ext cx="186000" cy="181483"/>
            </a:xfrm>
            <a:custGeom>
              <a:rect b="b" l="l" r="r" t="t"/>
              <a:pathLst>
                <a:path extrusionOk="0" h="6911" w="7083">
                  <a:moveTo>
                    <a:pt x="708" y="1"/>
                  </a:moveTo>
                  <a:cubicBezTo>
                    <a:pt x="316" y="1"/>
                    <a:pt x="0" y="326"/>
                    <a:pt x="0" y="709"/>
                  </a:cubicBezTo>
                  <a:lnTo>
                    <a:pt x="0" y="4489"/>
                  </a:lnTo>
                  <a:cubicBezTo>
                    <a:pt x="0" y="4881"/>
                    <a:pt x="316" y="5197"/>
                    <a:pt x="708" y="5197"/>
                  </a:cubicBezTo>
                  <a:lnTo>
                    <a:pt x="1416" y="5197"/>
                  </a:lnTo>
                  <a:lnTo>
                    <a:pt x="1024" y="6776"/>
                  </a:lnTo>
                  <a:cubicBezTo>
                    <a:pt x="1009" y="6849"/>
                    <a:pt x="1073" y="6911"/>
                    <a:pt x="1142" y="6911"/>
                  </a:cubicBezTo>
                  <a:cubicBezTo>
                    <a:pt x="1163" y="6911"/>
                    <a:pt x="1185" y="6905"/>
                    <a:pt x="1206" y="6891"/>
                  </a:cubicBezTo>
                  <a:lnTo>
                    <a:pt x="3541" y="5197"/>
                  </a:lnTo>
                  <a:lnTo>
                    <a:pt x="6374" y="5197"/>
                  </a:lnTo>
                  <a:cubicBezTo>
                    <a:pt x="6766" y="5197"/>
                    <a:pt x="7082" y="4872"/>
                    <a:pt x="7082" y="4489"/>
                  </a:cubicBezTo>
                  <a:lnTo>
                    <a:pt x="7082" y="709"/>
                  </a:lnTo>
                  <a:cubicBezTo>
                    <a:pt x="7082" y="326"/>
                    <a:pt x="6766" y="1"/>
                    <a:pt x="6374" y="1"/>
                  </a:cubicBez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928" name="Google Shape;13928;p43"/>
            <p:cNvSpPr/>
            <p:nvPr/>
          </p:nvSpPr>
          <p:spPr>
            <a:xfrm>
              <a:off x="5102204" y="2463412"/>
              <a:ext cx="32405" cy="12500"/>
            </a:xfrm>
            <a:custGeom>
              <a:rect b="b" l="l" r="r" t="t"/>
              <a:pathLst>
                <a:path extrusionOk="0" h="476" w="1234">
                  <a:moveTo>
                    <a:pt x="227" y="0"/>
                  </a:moveTo>
                  <a:cubicBezTo>
                    <a:pt x="1" y="0"/>
                    <a:pt x="1" y="475"/>
                    <a:pt x="227" y="475"/>
                  </a:cubicBezTo>
                  <a:cubicBezTo>
                    <a:pt x="237" y="475"/>
                    <a:pt x="248" y="474"/>
                    <a:pt x="258" y="472"/>
                  </a:cubicBezTo>
                  <a:lnTo>
                    <a:pt x="967" y="472"/>
                  </a:lnTo>
                  <a:cubicBezTo>
                    <a:pt x="978" y="474"/>
                    <a:pt x="989" y="475"/>
                    <a:pt x="999" y="475"/>
                  </a:cubicBezTo>
                  <a:cubicBezTo>
                    <a:pt x="1233" y="475"/>
                    <a:pt x="1233" y="0"/>
                    <a:pt x="999" y="0"/>
                  </a:cubicBezTo>
                  <a:cubicBezTo>
                    <a:pt x="989" y="0"/>
                    <a:pt x="978" y="1"/>
                    <a:pt x="967" y="3"/>
                  </a:cubicBezTo>
                  <a:lnTo>
                    <a:pt x="258" y="3"/>
                  </a:lnTo>
                  <a:cubicBezTo>
                    <a:pt x="248" y="1"/>
                    <a:pt x="237" y="0"/>
                    <a:pt x="227" y="0"/>
                  </a:cubicBez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929" name="Google Shape;13929;p43"/>
            <p:cNvSpPr/>
            <p:nvPr/>
          </p:nvSpPr>
          <p:spPr>
            <a:xfrm>
              <a:off x="5145454" y="2463412"/>
              <a:ext cx="82141" cy="12500"/>
            </a:xfrm>
            <a:custGeom>
              <a:rect b="b" l="l" r="r" t="t"/>
              <a:pathLst>
                <a:path extrusionOk="0" h="476" w="3128">
                  <a:moveTo>
                    <a:pt x="235" y="0"/>
                  </a:moveTo>
                  <a:cubicBezTo>
                    <a:pt x="0" y="0"/>
                    <a:pt x="0" y="475"/>
                    <a:pt x="235" y="475"/>
                  </a:cubicBezTo>
                  <a:cubicBezTo>
                    <a:pt x="245" y="475"/>
                    <a:pt x="256" y="474"/>
                    <a:pt x="267" y="472"/>
                  </a:cubicBezTo>
                  <a:lnTo>
                    <a:pt x="2861" y="472"/>
                  </a:lnTo>
                  <a:cubicBezTo>
                    <a:pt x="2872" y="474"/>
                    <a:pt x="2883" y="475"/>
                    <a:pt x="2893" y="475"/>
                  </a:cubicBezTo>
                  <a:cubicBezTo>
                    <a:pt x="3127" y="475"/>
                    <a:pt x="3127" y="0"/>
                    <a:pt x="2893" y="0"/>
                  </a:cubicBezTo>
                  <a:cubicBezTo>
                    <a:pt x="2883" y="0"/>
                    <a:pt x="2872" y="1"/>
                    <a:pt x="2861" y="3"/>
                  </a:cubicBezTo>
                  <a:lnTo>
                    <a:pt x="267" y="3"/>
                  </a:lnTo>
                  <a:cubicBezTo>
                    <a:pt x="256" y="1"/>
                    <a:pt x="245" y="0"/>
                    <a:pt x="235" y="0"/>
                  </a:cubicBez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930" name="Google Shape;13930;p43"/>
            <p:cNvSpPr/>
            <p:nvPr/>
          </p:nvSpPr>
          <p:spPr>
            <a:xfrm>
              <a:off x="5102204" y="2494320"/>
              <a:ext cx="125392" cy="12500"/>
            </a:xfrm>
            <a:custGeom>
              <a:rect b="b" l="l" r="r" t="t"/>
              <a:pathLst>
                <a:path extrusionOk="0" h="476" w="4775">
                  <a:moveTo>
                    <a:pt x="227" y="1"/>
                  </a:moveTo>
                  <a:cubicBezTo>
                    <a:pt x="1" y="1"/>
                    <a:pt x="1" y="475"/>
                    <a:pt x="227" y="475"/>
                  </a:cubicBezTo>
                  <a:cubicBezTo>
                    <a:pt x="237" y="475"/>
                    <a:pt x="248" y="474"/>
                    <a:pt x="258" y="472"/>
                  </a:cubicBezTo>
                  <a:lnTo>
                    <a:pt x="4508" y="472"/>
                  </a:lnTo>
                  <a:cubicBezTo>
                    <a:pt x="4519" y="474"/>
                    <a:pt x="4530" y="475"/>
                    <a:pt x="4540" y="475"/>
                  </a:cubicBezTo>
                  <a:cubicBezTo>
                    <a:pt x="4774" y="475"/>
                    <a:pt x="4774" y="1"/>
                    <a:pt x="4540" y="1"/>
                  </a:cubicBezTo>
                  <a:cubicBezTo>
                    <a:pt x="4530" y="1"/>
                    <a:pt x="4519" y="2"/>
                    <a:pt x="4508" y="3"/>
                  </a:cubicBezTo>
                  <a:lnTo>
                    <a:pt x="258" y="3"/>
                  </a:lnTo>
                  <a:cubicBezTo>
                    <a:pt x="248" y="2"/>
                    <a:pt x="237" y="1"/>
                    <a:pt x="227" y="1"/>
                  </a:cubicBezTo>
                  <a:close/>
                </a:path>
              </a:pathLst>
            </a:custGeom>
            <a:solidFill>
              <a:srgbClr val="76899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931" name="Google Shape;13931;p43"/>
            <p:cNvSpPr/>
            <p:nvPr/>
          </p:nvSpPr>
          <p:spPr>
            <a:xfrm>
              <a:off x="5102178" y="2525255"/>
              <a:ext cx="81984" cy="12710"/>
            </a:xfrm>
            <a:custGeom>
              <a:rect b="b" l="l" r="r" t="t"/>
              <a:pathLst>
                <a:path extrusionOk="0" h="484" w="3122">
                  <a:moveTo>
                    <a:pt x="234" y="1"/>
                  </a:moveTo>
                  <a:cubicBezTo>
                    <a:pt x="0" y="1"/>
                    <a:pt x="0" y="483"/>
                    <a:pt x="234" y="483"/>
                  </a:cubicBezTo>
                  <a:cubicBezTo>
                    <a:pt x="242" y="483"/>
                    <a:pt x="250" y="482"/>
                    <a:pt x="259" y="481"/>
                  </a:cubicBezTo>
                  <a:lnTo>
                    <a:pt x="2863" y="481"/>
                  </a:lnTo>
                  <a:cubicBezTo>
                    <a:pt x="2872" y="482"/>
                    <a:pt x="2880" y="483"/>
                    <a:pt x="2888" y="483"/>
                  </a:cubicBezTo>
                  <a:cubicBezTo>
                    <a:pt x="3122" y="483"/>
                    <a:pt x="3122" y="1"/>
                    <a:pt x="2888" y="1"/>
                  </a:cubicBezTo>
                  <a:cubicBezTo>
                    <a:pt x="2880" y="1"/>
                    <a:pt x="2872" y="1"/>
                    <a:pt x="2863" y="3"/>
                  </a:cubicBezTo>
                  <a:lnTo>
                    <a:pt x="259" y="3"/>
                  </a:lnTo>
                  <a:cubicBezTo>
                    <a:pt x="250" y="1"/>
                    <a:pt x="242" y="1"/>
                    <a:pt x="234" y="1"/>
                  </a:cubicBezTo>
                  <a:close/>
                </a:path>
              </a:pathLst>
            </a:custGeom>
            <a:solidFill>
              <a:srgbClr val="63798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932" name="Google Shape;13932;p43"/>
            <p:cNvSpPr/>
            <p:nvPr/>
          </p:nvSpPr>
          <p:spPr>
            <a:xfrm>
              <a:off x="5195164" y="2525255"/>
              <a:ext cx="32484" cy="12710"/>
            </a:xfrm>
            <a:custGeom>
              <a:rect b="b" l="l" r="r" t="t"/>
              <a:pathLst>
                <a:path extrusionOk="0" h="484" w="1237">
                  <a:moveTo>
                    <a:pt x="234" y="1"/>
                  </a:moveTo>
                  <a:cubicBezTo>
                    <a:pt x="0" y="1"/>
                    <a:pt x="0" y="483"/>
                    <a:pt x="234" y="483"/>
                  </a:cubicBezTo>
                  <a:cubicBezTo>
                    <a:pt x="242" y="483"/>
                    <a:pt x="251" y="482"/>
                    <a:pt x="259" y="481"/>
                  </a:cubicBezTo>
                  <a:lnTo>
                    <a:pt x="968" y="481"/>
                  </a:lnTo>
                  <a:cubicBezTo>
                    <a:pt x="977" y="482"/>
                    <a:pt x="986" y="483"/>
                    <a:pt x="995" y="483"/>
                  </a:cubicBezTo>
                  <a:cubicBezTo>
                    <a:pt x="1236" y="483"/>
                    <a:pt x="1236" y="1"/>
                    <a:pt x="995" y="1"/>
                  </a:cubicBezTo>
                  <a:cubicBezTo>
                    <a:pt x="986" y="1"/>
                    <a:pt x="977" y="1"/>
                    <a:pt x="968" y="3"/>
                  </a:cubicBezTo>
                  <a:lnTo>
                    <a:pt x="259" y="3"/>
                  </a:lnTo>
                  <a:cubicBezTo>
                    <a:pt x="251" y="1"/>
                    <a:pt x="242" y="1"/>
                    <a:pt x="234" y="1"/>
                  </a:cubicBezTo>
                  <a:close/>
                </a:path>
              </a:pathLst>
            </a:custGeom>
            <a:solidFill>
              <a:srgbClr val="76899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933" name="Google Shape;13933;p43"/>
            <p:cNvSpPr/>
            <p:nvPr/>
          </p:nvSpPr>
          <p:spPr>
            <a:xfrm>
              <a:off x="4898374" y="2711543"/>
              <a:ext cx="359421" cy="18618"/>
            </a:xfrm>
            <a:custGeom>
              <a:rect b="b" l="l" r="r" t="t"/>
              <a:pathLst>
                <a:path extrusionOk="0" h="709" w="13687">
                  <a:moveTo>
                    <a:pt x="1" y="0"/>
                  </a:moveTo>
                  <a:lnTo>
                    <a:pt x="1" y="708"/>
                  </a:lnTo>
                  <a:lnTo>
                    <a:pt x="13686" y="708"/>
                  </a:lnTo>
                  <a:lnTo>
                    <a:pt x="13686" y="0"/>
                  </a:lnTo>
                  <a:close/>
                </a:path>
              </a:pathLst>
            </a:custGeom>
            <a:solidFill>
              <a:srgbClr val="ACBDC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934" name="Google Shape;13934;p43"/>
            <p:cNvSpPr/>
            <p:nvPr/>
          </p:nvSpPr>
          <p:spPr>
            <a:xfrm>
              <a:off x="4891468" y="2711543"/>
              <a:ext cx="13603" cy="61081"/>
            </a:xfrm>
            <a:custGeom>
              <a:rect b="b" l="l" r="r" t="t"/>
              <a:pathLst>
                <a:path extrusionOk="0" h="2326" w="518">
                  <a:moveTo>
                    <a:pt x="24" y="0"/>
                  </a:moveTo>
                  <a:lnTo>
                    <a:pt x="24" y="2125"/>
                  </a:lnTo>
                  <a:cubicBezTo>
                    <a:pt x="0" y="2259"/>
                    <a:pt x="130" y="2326"/>
                    <a:pt x="259" y="2326"/>
                  </a:cubicBezTo>
                  <a:cubicBezTo>
                    <a:pt x="388" y="2326"/>
                    <a:pt x="517" y="2259"/>
                    <a:pt x="493" y="2125"/>
                  </a:cubicBezTo>
                  <a:lnTo>
                    <a:pt x="493" y="0"/>
                  </a:lnTo>
                  <a:close/>
                </a:path>
              </a:pathLst>
            </a:custGeom>
            <a:solidFill>
              <a:srgbClr val="ACBDC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935" name="Google Shape;13935;p43"/>
            <p:cNvSpPr/>
            <p:nvPr/>
          </p:nvSpPr>
          <p:spPr>
            <a:xfrm>
              <a:off x="5251728" y="2711543"/>
              <a:ext cx="12342" cy="61081"/>
            </a:xfrm>
            <a:custGeom>
              <a:rect b="b" l="l" r="r" t="t"/>
              <a:pathLst>
                <a:path extrusionOk="0" h="2326" w="470">
                  <a:moveTo>
                    <a:pt x="0" y="0"/>
                  </a:moveTo>
                  <a:lnTo>
                    <a:pt x="0" y="2125"/>
                  </a:lnTo>
                  <a:cubicBezTo>
                    <a:pt x="20" y="2259"/>
                    <a:pt x="127" y="2326"/>
                    <a:pt x="235" y="2326"/>
                  </a:cubicBezTo>
                  <a:cubicBezTo>
                    <a:pt x="343" y="2326"/>
                    <a:pt x="450" y="2259"/>
                    <a:pt x="469" y="2125"/>
                  </a:cubicBezTo>
                  <a:lnTo>
                    <a:pt x="469" y="0"/>
                  </a:lnTo>
                  <a:close/>
                </a:path>
              </a:pathLst>
            </a:custGeom>
            <a:solidFill>
              <a:srgbClr val="ACBDC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936" name="Google Shape;13936;p43"/>
            <p:cNvSpPr/>
            <p:nvPr/>
          </p:nvSpPr>
          <p:spPr>
            <a:xfrm>
              <a:off x="4935322" y="2578851"/>
              <a:ext cx="111868" cy="126416"/>
            </a:xfrm>
            <a:custGeom>
              <a:rect b="b" l="l" r="r" t="t"/>
              <a:pathLst>
                <a:path extrusionOk="0" h="4814" w="4260">
                  <a:moveTo>
                    <a:pt x="1417" y="0"/>
                  </a:moveTo>
                  <a:lnTo>
                    <a:pt x="1417" y="708"/>
                  </a:lnTo>
                  <a:cubicBezTo>
                    <a:pt x="1417" y="881"/>
                    <a:pt x="1321" y="1043"/>
                    <a:pt x="1158" y="1129"/>
                  </a:cubicBezTo>
                  <a:lnTo>
                    <a:pt x="393" y="1512"/>
                  </a:lnTo>
                  <a:cubicBezTo>
                    <a:pt x="153" y="1627"/>
                    <a:pt x="0" y="1876"/>
                    <a:pt x="0" y="2144"/>
                  </a:cubicBezTo>
                  <a:lnTo>
                    <a:pt x="0" y="4106"/>
                  </a:lnTo>
                  <a:cubicBezTo>
                    <a:pt x="0" y="4498"/>
                    <a:pt x="326" y="4814"/>
                    <a:pt x="709" y="4814"/>
                  </a:cubicBezTo>
                  <a:lnTo>
                    <a:pt x="4250" y="4814"/>
                  </a:lnTo>
                  <a:lnTo>
                    <a:pt x="4250" y="2144"/>
                  </a:lnTo>
                  <a:cubicBezTo>
                    <a:pt x="4259" y="1876"/>
                    <a:pt x="4106" y="1627"/>
                    <a:pt x="3867" y="1512"/>
                  </a:cubicBezTo>
                  <a:lnTo>
                    <a:pt x="3101" y="1129"/>
                  </a:lnTo>
                  <a:cubicBezTo>
                    <a:pt x="2938" y="1043"/>
                    <a:pt x="2843" y="881"/>
                    <a:pt x="2833" y="708"/>
                  </a:cubicBezTo>
                  <a:lnTo>
                    <a:pt x="2833" y="0"/>
                  </a:lnTo>
                  <a:close/>
                </a:path>
              </a:pathLst>
            </a:custGeom>
            <a:solidFill>
              <a:srgbClr val="ACBDC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937" name="Google Shape;13937;p43"/>
            <p:cNvSpPr/>
            <p:nvPr/>
          </p:nvSpPr>
          <p:spPr>
            <a:xfrm>
              <a:off x="4972270" y="2578851"/>
              <a:ext cx="37972" cy="24632"/>
            </a:xfrm>
            <a:custGeom>
              <a:rect b="b" l="l" r="r" t="t"/>
              <a:pathLst>
                <a:path extrusionOk="0" h="938" w="1446">
                  <a:moveTo>
                    <a:pt x="10" y="0"/>
                  </a:moveTo>
                  <a:lnTo>
                    <a:pt x="10" y="708"/>
                  </a:lnTo>
                  <a:cubicBezTo>
                    <a:pt x="10" y="737"/>
                    <a:pt x="10" y="766"/>
                    <a:pt x="0" y="794"/>
                  </a:cubicBezTo>
                  <a:cubicBezTo>
                    <a:pt x="230" y="890"/>
                    <a:pt x="469" y="938"/>
                    <a:pt x="728" y="938"/>
                  </a:cubicBezTo>
                  <a:cubicBezTo>
                    <a:pt x="967" y="938"/>
                    <a:pt x="1216" y="890"/>
                    <a:pt x="1445" y="794"/>
                  </a:cubicBezTo>
                  <a:cubicBezTo>
                    <a:pt x="1436" y="766"/>
                    <a:pt x="1426" y="737"/>
                    <a:pt x="1426" y="708"/>
                  </a:cubicBezTo>
                  <a:lnTo>
                    <a:pt x="1426" y="0"/>
                  </a:lnTo>
                  <a:close/>
                </a:path>
              </a:pathLst>
            </a:custGeom>
            <a:solidFill>
              <a:srgbClr val="96ABB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938" name="Google Shape;13938;p43"/>
            <p:cNvSpPr/>
            <p:nvPr/>
          </p:nvSpPr>
          <p:spPr>
            <a:xfrm>
              <a:off x="4935322" y="2611256"/>
              <a:ext cx="111868" cy="94011"/>
            </a:xfrm>
            <a:custGeom>
              <a:rect b="b" l="l" r="r" t="t"/>
              <a:pathLst>
                <a:path extrusionOk="0" h="3580" w="4260">
                  <a:moveTo>
                    <a:pt x="938" y="1"/>
                  </a:moveTo>
                  <a:lnTo>
                    <a:pt x="393" y="278"/>
                  </a:lnTo>
                  <a:cubicBezTo>
                    <a:pt x="153" y="393"/>
                    <a:pt x="0" y="642"/>
                    <a:pt x="0" y="910"/>
                  </a:cubicBezTo>
                  <a:lnTo>
                    <a:pt x="0" y="2872"/>
                  </a:lnTo>
                  <a:cubicBezTo>
                    <a:pt x="0" y="3264"/>
                    <a:pt x="326" y="3580"/>
                    <a:pt x="718" y="3580"/>
                  </a:cubicBezTo>
                  <a:lnTo>
                    <a:pt x="4259" y="3580"/>
                  </a:lnTo>
                  <a:lnTo>
                    <a:pt x="4259" y="910"/>
                  </a:lnTo>
                  <a:cubicBezTo>
                    <a:pt x="4259" y="642"/>
                    <a:pt x="4106" y="393"/>
                    <a:pt x="3867" y="278"/>
                  </a:cubicBezTo>
                  <a:lnTo>
                    <a:pt x="3321" y="1"/>
                  </a:lnTo>
                  <a:cubicBezTo>
                    <a:pt x="3044" y="436"/>
                    <a:pt x="2587" y="654"/>
                    <a:pt x="2130" y="654"/>
                  </a:cubicBezTo>
                  <a:cubicBezTo>
                    <a:pt x="1673" y="654"/>
                    <a:pt x="1216" y="436"/>
                    <a:pt x="938" y="1"/>
                  </a:cubicBez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939" name="Google Shape;13939;p43"/>
            <p:cNvSpPr/>
            <p:nvPr/>
          </p:nvSpPr>
          <p:spPr>
            <a:xfrm>
              <a:off x="5022269" y="2623835"/>
              <a:ext cx="24921" cy="81432"/>
            </a:xfrm>
            <a:custGeom>
              <a:rect b="b" l="l" r="r" t="t"/>
              <a:pathLst>
                <a:path extrusionOk="0" h="3101" w="949">
                  <a:moveTo>
                    <a:pt x="805" y="0"/>
                  </a:moveTo>
                  <a:lnTo>
                    <a:pt x="173" y="498"/>
                  </a:lnTo>
                  <a:cubicBezTo>
                    <a:pt x="68" y="584"/>
                    <a:pt x="1" y="728"/>
                    <a:pt x="1" y="871"/>
                  </a:cubicBezTo>
                  <a:lnTo>
                    <a:pt x="1" y="3101"/>
                  </a:lnTo>
                  <a:lnTo>
                    <a:pt x="948" y="3101"/>
                  </a:lnTo>
                  <a:lnTo>
                    <a:pt x="948" y="431"/>
                  </a:lnTo>
                  <a:cubicBezTo>
                    <a:pt x="939" y="278"/>
                    <a:pt x="891" y="125"/>
                    <a:pt x="805" y="0"/>
                  </a:cubicBez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940" name="Google Shape;13940;p43"/>
            <p:cNvSpPr/>
            <p:nvPr/>
          </p:nvSpPr>
          <p:spPr>
            <a:xfrm>
              <a:off x="4935322" y="2624071"/>
              <a:ext cx="55803" cy="81196"/>
            </a:xfrm>
            <a:custGeom>
              <a:rect b="b" l="l" r="r" t="t"/>
              <a:pathLst>
                <a:path extrusionOk="0" h="3092" w="2125">
                  <a:moveTo>
                    <a:pt x="144" y="1"/>
                  </a:moveTo>
                  <a:cubicBezTo>
                    <a:pt x="58" y="125"/>
                    <a:pt x="0" y="269"/>
                    <a:pt x="0" y="422"/>
                  </a:cubicBezTo>
                  <a:lnTo>
                    <a:pt x="0" y="2384"/>
                  </a:lnTo>
                  <a:cubicBezTo>
                    <a:pt x="0" y="2776"/>
                    <a:pt x="326" y="3092"/>
                    <a:pt x="709" y="3092"/>
                  </a:cubicBezTo>
                  <a:lnTo>
                    <a:pt x="2125" y="3092"/>
                  </a:lnTo>
                  <a:lnTo>
                    <a:pt x="2125" y="2154"/>
                  </a:lnTo>
                  <a:lnTo>
                    <a:pt x="1187" y="2154"/>
                  </a:lnTo>
                  <a:cubicBezTo>
                    <a:pt x="1053" y="2144"/>
                    <a:pt x="948" y="2039"/>
                    <a:pt x="948" y="1915"/>
                  </a:cubicBezTo>
                  <a:lnTo>
                    <a:pt x="948" y="862"/>
                  </a:lnTo>
                  <a:cubicBezTo>
                    <a:pt x="948" y="719"/>
                    <a:pt x="881" y="585"/>
                    <a:pt x="776" y="498"/>
                  </a:cubicBezTo>
                  <a:lnTo>
                    <a:pt x="144" y="1"/>
                  </a:ln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941" name="Google Shape;13941;p43"/>
            <p:cNvSpPr/>
            <p:nvPr/>
          </p:nvSpPr>
          <p:spPr>
            <a:xfrm>
              <a:off x="4966492" y="2475807"/>
              <a:ext cx="49526" cy="43487"/>
            </a:xfrm>
            <a:custGeom>
              <a:rect b="b" l="l" r="r" t="t"/>
              <a:pathLst>
                <a:path extrusionOk="0" h="1656" w="1886">
                  <a:moveTo>
                    <a:pt x="938" y="0"/>
                  </a:moveTo>
                  <a:cubicBezTo>
                    <a:pt x="421" y="0"/>
                    <a:pt x="0" y="374"/>
                    <a:pt x="0" y="823"/>
                  </a:cubicBezTo>
                  <a:cubicBezTo>
                    <a:pt x="0" y="1283"/>
                    <a:pt x="421" y="1656"/>
                    <a:pt x="938" y="1656"/>
                  </a:cubicBezTo>
                  <a:cubicBezTo>
                    <a:pt x="1464" y="1656"/>
                    <a:pt x="1885" y="1283"/>
                    <a:pt x="1885" y="823"/>
                  </a:cubicBezTo>
                  <a:cubicBezTo>
                    <a:pt x="1885" y="374"/>
                    <a:pt x="1464" y="0"/>
                    <a:pt x="938" y="0"/>
                  </a:cubicBez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942" name="Google Shape;13942;p43"/>
            <p:cNvSpPr/>
            <p:nvPr/>
          </p:nvSpPr>
          <p:spPr>
            <a:xfrm>
              <a:off x="4966230" y="2475807"/>
              <a:ext cx="34453" cy="43487"/>
            </a:xfrm>
            <a:custGeom>
              <a:rect b="b" l="l" r="r" t="t"/>
              <a:pathLst>
                <a:path extrusionOk="0" h="1656" w="1312">
                  <a:moveTo>
                    <a:pt x="948" y="0"/>
                  </a:moveTo>
                  <a:cubicBezTo>
                    <a:pt x="431" y="0"/>
                    <a:pt x="1" y="374"/>
                    <a:pt x="1" y="833"/>
                  </a:cubicBezTo>
                  <a:cubicBezTo>
                    <a:pt x="1" y="1283"/>
                    <a:pt x="431" y="1656"/>
                    <a:pt x="948" y="1656"/>
                  </a:cubicBezTo>
                  <a:cubicBezTo>
                    <a:pt x="1072" y="1656"/>
                    <a:pt x="1187" y="1637"/>
                    <a:pt x="1312" y="1599"/>
                  </a:cubicBezTo>
                  <a:cubicBezTo>
                    <a:pt x="967" y="1493"/>
                    <a:pt x="728" y="1177"/>
                    <a:pt x="718" y="823"/>
                  </a:cubicBezTo>
                  <a:cubicBezTo>
                    <a:pt x="728" y="469"/>
                    <a:pt x="967" y="163"/>
                    <a:pt x="1312" y="67"/>
                  </a:cubicBezTo>
                  <a:cubicBezTo>
                    <a:pt x="1187" y="19"/>
                    <a:pt x="1072" y="0"/>
                    <a:pt x="948" y="0"/>
                  </a:cubicBez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943" name="Google Shape;13943;p43"/>
            <p:cNvSpPr/>
            <p:nvPr/>
          </p:nvSpPr>
          <p:spPr>
            <a:xfrm>
              <a:off x="4947874" y="2494399"/>
              <a:ext cx="86737" cy="86737"/>
            </a:xfrm>
            <a:custGeom>
              <a:rect b="b" l="l" r="r" t="t"/>
              <a:pathLst>
                <a:path extrusionOk="0" h="3303" w="3303">
                  <a:moveTo>
                    <a:pt x="1647" y="0"/>
                  </a:moveTo>
                  <a:cubicBezTo>
                    <a:pt x="738" y="0"/>
                    <a:pt x="1" y="737"/>
                    <a:pt x="1" y="1656"/>
                  </a:cubicBezTo>
                  <a:cubicBezTo>
                    <a:pt x="1" y="2565"/>
                    <a:pt x="738" y="3302"/>
                    <a:pt x="1647" y="3302"/>
                  </a:cubicBezTo>
                  <a:cubicBezTo>
                    <a:pt x="2566" y="3302"/>
                    <a:pt x="3303" y="2565"/>
                    <a:pt x="3303" y="1656"/>
                  </a:cubicBezTo>
                  <a:cubicBezTo>
                    <a:pt x="3303" y="737"/>
                    <a:pt x="2566" y="0"/>
                    <a:pt x="1647" y="0"/>
                  </a:cubicBez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944" name="Google Shape;13944;p43"/>
            <p:cNvSpPr/>
            <p:nvPr/>
          </p:nvSpPr>
          <p:spPr>
            <a:xfrm>
              <a:off x="4963472" y="2494399"/>
              <a:ext cx="72898" cy="78176"/>
            </a:xfrm>
            <a:custGeom>
              <a:rect b="b" l="l" r="r" t="t"/>
              <a:pathLst>
                <a:path extrusionOk="0" h="2977" w="2776">
                  <a:moveTo>
                    <a:pt x="1063" y="0"/>
                  </a:moveTo>
                  <a:cubicBezTo>
                    <a:pt x="268" y="0"/>
                    <a:pt x="0" y="1092"/>
                    <a:pt x="718" y="1436"/>
                  </a:cubicBezTo>
                  <a:cubicBezTo>
                    <a:pt x="737" y="1446"/>
                    <a:pt x="756" y="1455"/>
                    <a:pt x="775" y="1465"/>
                  </a:cubicBezTo>
                  <a:lnTo>
                    <a:pt x="1598" y="2958"/>
                  </a:lnTo>
                  <a:cubicBezTo>
                    <a:pt x="1598" y="2958"/>
                    <a:pt x="1819" y="2967"/>
                    <a:pt x="2039" y="2977"/>
                  </a:cubicBezTo>
                  <a:cubicBezTo>
                    <a:pt x="2527" y="2613"/>
                    <a:pt x="2776" y="2020"/>
                    <a:pt x="2689" y="1426"/>
                  </a:cubicBezTo>
                  <a:cubicBezTo>
                    <a:pt x="2594" y="747"/>
                    <a:pt x="2087" y="192"/>
                    <a:pt x="1417" y="39"/>
                  </a:cubicBezTo>
                  <a:cubicBezTo>
                    <a:pt x="1302" y="20"/>
                    <a:pt x="1177" y="0"/>
                    <a:pt x="1063" y="0"/>
                  </a:cubicBez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945" name="Google Shape;13945;p43"/>
            <p:cNvSpPr/>
            <p:nvPr/>
          </p:nvSpPr>
          <p:spPr>
            <a:xfrm>
              <a:off x="4953914" y="2532660"/>
              <a:ext cx="74421" cy="61028"/>
            </a:xfrm>
            <a:custGeom>
              <a:rect b="b" l="l" r="r" t="t"/>
              <a:pathLst>
                <a:path extrusionOk="0" h="2324" w="2834">
                  <a:moveTo>
                    <a:pt x="1093" y="0"/>
                  </a:moveTo>
                  <a:cubicBezTo>
                    <a:pt x="1006" y="0"/>
                    <a:pt x="921" y="53"/>
                    <a:pt x="881" y="132"/>
                  </a:cubicBezTo>
                  <a:cubicBezTo>
                    <a:pt x="804" y="295"/>
                    <a:pt x="699" y="438"/>
                    <a:pt x="565" y="563"/>
                  </a:cubicBezTo>
                  <a:cubicBezTo>
                    <a:pt x="431" y="668"/>
                    <a:pt x="297" y="764"/>
                    <a:pt x="144" y="840"/>
                  </a:cubicBezTo>
                  <a:cubicBezTo>
                    <a:pt x="58" y="888"/>
                    <a:pt x="1" y="984"/>
                    <a:pt x="20" y="1089"/>
                  </a:cubicBezTo>
                  <a:cubicBezTo>
                    <a:pt x="106" y="1797"/>
                    <a:pt x="709" y="2324"/>
                    <a:pt x="1427" y="2324"/>
                  </a:cubicBezTo>
                  <a:cubicBezTo>
                    <a:pt x="2163" y="2324"/>
                    <a:pt x="2776" y="1750"/>
                    <a:pt x="2833" y="1013"/>
                  </a:cubicBezTo>
                  <a:cubicBezTo>
                    <a:pt x="2833" y="946"/>
                    <a:pt x="2805" y="879"/>
                    <a:pt x="2757" y="831"/>
                  </a:cubicBezTo>
                  <a:cubicBezTo>
                    <a:pt x="2288" y="438"/>
                    <a:pt x="1742" y="161"/>
                    <a:pt x="1149" y="8"/>
                  </a:cubicBezTo>
                  <a:cubicBezTo>
                    <a:pt x="1131" y="3"/>
                    <a:pt x="1112" y="0"/>
                    <a:pt x="1093" y="0"/>
                  </a:cubicBezTo>
                  <a:close/>
                </a:path>
              </a:pathLst>
            </a:custGeom>
            <a:solidFill>
              <a:srgbClr val="BECBD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946" name="Google Shape;13946;p43"/>
            <p:cNvSpPr/>
            <p:nvPr/>
          </p:nvSpPr>
          <p:spPr>
            <a:xfrm>
              <a:off x="4953914" y="2532660"/>
              <a:ext cx="74657" cy="60529"/>
            </a:xfrm>
            <a:custGeom>
              <a:rect b="b" l="l" r="r" t="t"/>
              <a:pathLst>
                <a:path extrusionOk="0" h="2305" w="2843">
                  <a:moveTo>
                    <a:pt x="1093" y="0"/>
                  </a:moveTo>
                  <a:cubicBezTo>
                    <a:pt x="1006" y="0"/>
                    <a:pt x="921" y="53"/>
                    <a:pt x="881" y="132"/>
                  </a:cubicBezTo>
                  <a:cubicBezTo>
                    <a:pt x="824" y="247"/>
                    <a:pt x="757" y="352"/>
                    <a:pt x="670" y="448"/>
                  </a:cubicBezTo>
                  <a:cubicBezTo>
                    <a:pt x="632" y="486"/>
                    <a:pt x="603" y="525"/>
                    <a:pt x="565" y="563"/>
                  </a:cubicBezTo>
                  <a:cubicBezTo>
                    <a:pt x="431" y="668"/>
                    <a:pt x="297" y="764"/>
                    <a:pt x="144" y="840"/>
                  </a:cubicBezTo>
                  <a:cubicBezTo>
                    <a:pt x="58" y="888"/>
                    <a:pt x="1" y="984"/>
                    <a:pt x="20" y="1089"/>
                  </a:cubicBezTo>
                  <a:cubicBezTo>
                    <a:pt x="106" y="1711"/>
                    <a:pt x="584" y="2209"/>
                    <a:pt x="1206" y="2305"/>
                  </a:cubicBezTo>
                  <a:cubicBezTo>
                    <a:pt x="891" y="2104"/>
                    <a:pt x="699" y="1750"/>
                    <a:pt x="718" y="1376"/>
                  </a:cubicBezTo>
                  <a:lnTo>
                    <a:pt x="718" y="1041"/>
                  </a:lnTo>
                  <a:cubicBezTo>
                    <a:pt x="766" y="1003"/>
                    <a:pt x="824" y="965"/>
                    <a:pt x="871" y="907"/>
                  </a:cubicBezTo>
                  <a:cubicBezTo>
                    <a:pt x="1005" y="793"/>
                    <a:pt x="1120" y="659"/>
                    <a:pt x="1216" y="515"/>
                  </a:cubicBezTo>
                  <a:cubicBezTo>
                    <a:pt x="1666" y="649"/>
                    <a:pt x="2087" y="879"/>
                    <a:pt x="2441" y="1185"/>
                  </a:cubicBezTo>
                  <a:cubicBezTo>
                    <a:pt x="2489" y="1223"/>
                    <a:pt x="2604" y="1328"/>
                    <a:pt x="2728" y="1443"/>
                  </a:cubicBezTo>
                  <a:cubicBezTo>
                    <a:pt x="2786" y="1309"/>
                    <a:pt x="2824" y="1166"/>
                    <a:pt x="2833" y="1013"/>
                  </a:cubicBezTo>
                  <a:cubicBezTo>
                    <a:pt x="2843" y="946"/>
                    <a:pt x="2805" y="869"/>
                    <a:pt x="2757" y="831"/>
                  </a:cubicBezTo>
                  <a:cubicBezTo>
                    <a:pt x="2288" y="438"/>
                    <a:pt x="1742" y="161"/>
                    <a:pt x="1149" y="8"/>
                  </a:cubicBezTo>
                  <a:cubicBezTo>
                    <a:pt x="1131" y="3"/>
                    <a:pt x="1112" y="0"/>
                    <a:pt x="1093" y="0"/>
                  </a:cubicBezTo>
                  <a:close/>
                </a:path>
              </a:pathLst>
            </a:custGeom>
            <a:solidFill>
              <a:srgbClr val="ACBDC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947" name="Google Shape;13947;p43"/>
            <p:cNvSpPr/>
            <p:nvPr/>
          </p:nvSpPr>
          <p:spPr>
            <a:xfrm>
              <a:off x="4892098" y="2711543"/>
              <a:ext cx="12342" cy="18618"/>
            </a:xfrm>
            <a:custGeom>
              <a:rect b="b" l="l" r="r" t="t"/>
              <a:pathLst>
                <a:path extrusionOk="0" h="709" w="470">
                  <a:moveTo>
                    <a:pt x="0" y="0"/>
                  </a:moveTo>
                  <a:lnTo>
                    <a:pt x="0" y="708"/>
                  </a:lnTo>
                  <a:lnTo>
                    <a:pt x="469" y="708"/>
                  </a:lnTo>
                  <a:lnTo>
                    <a:pt x="469" y="0"/>
                  </a:lnTo>
                  <a:close/>
                </a:path>
              </a:pathLst>
            </a:custGeom>
            <a:solidFill>
              <a:srgbClr val="96ABB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948" name="Google Shape;13948;p43"/>
            <p:cNvSpPr/>
            <p:nvPr/>
          </p:nvSpPr>
          <p:spPr>
            <a:xfrm>
              <a:off x="5251728" y="2711543"/>
              <a:ext cx="12342" cy="18618"/>
            </a:xfrm>
            <a:custGeom>
              <a:rect b="b" l="l" r="r" t="t"/>
              <a:pathLst>
                <a:path extrusionOk="0" h="709" w="470">
                  <a:moveTo>
                    <a:pt x="0" y="0"/>
                  </a:moveTo>
                  <a:lnTo>
                    <a:pt x="0" y="708"/>
                  </a:lnTo>
                  <a:lnTo>
                    <a:pt x="469" y="708"/>
                  </a:lnTo>
                  <a:lnTo>
                    <a:pt x="469" y="0"/>
                  </a:lnTo>
                  <a:close/>
                </a:path>
              </a:pathLst>
            </a:custGeom>
            <a:solidFill>
              <a:srgbClr val="96ABB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949" name="Google Shape;13949;p43"/>
            <p:cNvSpPr/>
            <p:nvPr/>
          </p:nvSpPr>
          <p:spPr>
            <a:xfrm>
              <a:off x="4879047" y="2705188"/>
              <a:ext cx="398075" cy="12474"/>
            </a:xfrm>
            <a:custGeom>
              <a:rect b="b" l="l" r="r" t="t"/>
              <a:pathLst>
                <a:path extrusionOk="0" h="475" w="15159">
                  <a:moveTo>
                    <a:pt x="227" y="0"/>
                  </a:moveTo>
                  <a:cubicBezTo>
                    <a:pt x="1" y="0"/>
                    <a:pt x="1" y="475"/>
                    <a:pt x="227" y="475"/>
                  </a:cubicBezTo>
                  <a:cubicBezTo>
                    <a:pt x="237" y="475"/>
                    <a:pt x="247" y="474"/>
                    <a:pt x="258" y="472"/>
                  </a:cubicBezTo>
                  <a:lnTo>
                    <a:pt x="14901" y="472"/>
                  </a:lnTo>
                  <a:cubicBezTo>
                    <a:pt x="14911" y="474"/>
                    <a:pt x="14922" y="475"/>
                    <a:pt x="14932" y="475"/>
                  </a:cubicBezTo>
                  <a:cubicBezTo>
                    <a:pt x="15158" y="475"/>
                    <a:pt x="15158" y="0"/>
                    <a:pt x="14932" y="0"/>
                  </a:cubicBezTo>
                  <a:cubicBezTo>
                    <a:pt x="14922" y="0"/>
                    <a:pt x="14911" y="1"/>
                    <a:pt x="14901" y="3"/>
                  </a:cubicBezTo>
                  <a:lnTo>
                    <a:pt x="258" y="3"/>
                  </a:lnTo>
                  <a:cubicBezTo>
                    <a:pt x="247" y="1"/>
                    <a:pt x="237" y="0"/>
                    <a:pt x="227" y="0"/>
                  </a:cubicBezTo>
                  <a:close/>
                </a:path>
              </a:pathLst>
            </a:custGeom>
            <a:solidFill>
              <a:srgbClr val="BECBD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950" name="Google Shape;13950;p43"/>
            <p:cNvSpPr/>
            <p:nvPr/>
          </p:nvSpPr>
          <p:spPr>
            <a:xfrm>
              <a:off x="4960190" y="2692688"/>
              <a:ext cx="37237" cy="12579"/>
            </a:xfrm>
            <a:custGeom>
              <a:rect b="b" l="l" r="r" t="t"/>
              <a:pathLst>
                <a:path extrusionOk="0" h="479" w="1418">
                  <a:moveTo>
                    <a:pt x="240" y="0"/>
                  </a:moveTo>
                  <a:cubicBezTo>
                    <a:pt x="106" y="0"/>
                    <a:pt x="1" y="106"/>
                    <a:pt x="1" y="240"/>
                  </a:cubicBezTo>
                  <a:cubicBezTo>
                    <a:pt x="1" y="374"/>
                    <a:pt x="106" y="479"/>
                    <a:pt x="240" y="479"/>
                  </a:cubicBezTo>
                  <a:lnTo>
                    <a:pt x="1417" y="479"/>
                  </a:lnTo>
                  <a:lnTo>
                    <a:pt x="1417" y="0"/>
                  </a:ln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951" name="Google Shape;13951;p43"/>
            <p:cNvSpPr/>
            <p:nvPr/>
          </p:nvSpPr>
          <p:spPr>
            <a:xfrm>
              <a:off x="4984822" y="2643188"/>
              <a:ext cx="86999" cy="62341"/>
            </a:xfrm>
            <a:custGeom>
              <a:rect b="b" l="l" r="r" t="t"/>
              <a:pathLst>
                <a:path extrusionOk="0" h="2374" w="3313">
                  <a:moveTo>
                    <a:pt x="250" y="0"/>
                  </a:moveTo>
                  <a:cubicBezTo>
                    <a:pt x="116" y="0"/>
                    <a:pt x="1" y="105"/>
                    <a:pt x="1" y="239"/>
                  </a:cubicBezTo>
                  <a:lnTo>
                    <a:pt x="1" y="2134"/>
                  </a:lnTo>
                  <a:cubicBezTo>
                    <a:pt x="1" y="2259"/>
                    <a:pt x="106" y="2374"/>
                    <a:pt x="240" y="2374"/>
                  </a:cubicBezTo>
                  <a:lnTo>
                    <a:pt x="3073" y="2374"/>
                  </a:lnTo>
                  <a:cubicBezTo>
                    <a:pt x="3207" y="2374"/>
                    <a:pt x="3312" y="2259"/>
                    <a:pt x="3312" y="2134"/>
                  </a:cubicBezTo>
                  <a:lnTo>
                    <a:pt x="3312" y="239"/>
                  </a:lnTo>
                  <a:cubicBezTo>
                    <a:pt x="3312" y="105"/>
                    <a:pt x="3207" y="0"/>
                    <a:pt x="3073" y="0"/>
                  </a:cubicBezTo>
                  <a:close/>
                </a:path>
              </a:pathLst>
            </a:custGeom>
            <a:solidFill>
              <a:srgbClr val="C5D1D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952" name="Google Shape;13952;p43"/>
            <p:cNvSpPr/>
            <p:nvPr/>
          </p:nvSpPr>
          <p:spPr>
            <a:xfrm>
              <a:off x="5015257" y="2667978"/>
              <a:ext cx="26365" cy="12500"/>
            </a:xfrm>
            <a:custGeom>
              <a:rect b="b" l="l" r="r" t="t"/>
              <a:pathLst>
                <a:path extrusionOk="0" h="476" w="1004">
                  <a:moveTo>
                    <a:pt x="235" y="1"/>
                  </a:moveTo>
                  <a:cubicBezTo>
                    <a:pt x="1" y="1"/>
                    <a:pt x="1" y="475"/>
                    <a:pt x="235" y="475"/>
                  </a:cubicBezTo>
                  <a:cubicBezTo>
                    <a:pt x="246" y="475"/>
                    <a:pt x="256" y="474"/>
                    <a:pt x="268" y="472"/>
                  </a:cubicBezTo>
                  <a:lnTo>
                    <a:pt x="737" y="472"/>
                  </a:lnTo>
                  <a:cubicBezTo>
                    <a:pt x="748" y="474"/>
                    <a:pt x="759" y="475"/>
                    <a:pt x="769" y="475"/>
                  </a:cubicBezTo>
                  <a:cubicBezTo>
                    <a:pt x="1003" y="475"/>
                    <a:pt x="1003" y="1"/>
                    <a:pt x="769" y="1"/>
                  </a:cubicBezTo>
                  <a:cubicBezTo>
                    <a:pt x="759" y="1"/>
                    <a:pt x="748" y="2"/>
                    <a:pt x="737" y="4"/>
                  </a:cubicBezTo>
                  <a:lnTo>
                    <a:pt x="268" y="4"/>
                  </a:lnTo>
                  <a:cubicBezTo>
                    <a:pt x="256" y="2"/>
                    <a:pt x="246" y="1"/>
                    <a:pt x="235" y="1"/>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3953" name="Google Shape;13953;p43"/>
          <p:cNvGrpSpPr/>
          <p:nvPr/>
        </p:nvGrpSpPr>
        <p:grpSpPr>
          <a:xfrm>
            <a:off x="5388701" y="2241423"/>
            <a:ext cx="280982" cy="395896"/>
            <a:chOff x="5388701" y="2393823"/>
            <a:chExt cx="280982" cy="395896"/>
          </a:xfrm>
        </p:grpSpPr>
        <p:sp>
          <p:nvSpPr>
            <p:cNvPr id="13954" name="Google Shape;13954;p43"/>
            <p:cNvSpPr/>
            <p:nvPr/>
          </p:nvSpPr>
          <p:spPr>
            <a:xfrm>
              <a:off x="5388701" y="2419243"/>
              <a:ext cx="280982" cy="370476"/>
            </a:xfrm>
            <a:custGeom>
              <a:rect b="b" l="l" r="r" t="t"/>
              <a:pathLst>
                <a:path extrusionOk="0" h="14108" w="10700">
                  <a:moveTo>
                    <a:pt x="737" y="1"/>
                  </a:moveTo>
                  <a:cubicBezTo>
                    <a:pt x="326" y="1"/>
                    <a:pt x="0" y="326"/>
                    <a:pt x="0" y="738"/>
                  </a:cubicBezTo>
                  <a:lnTo>
                    <a:pt x="0" y="13380"/>
                  </a:lnTo>
                  <a:cubicBezTo>
                    <a:pt x="0" y="13782"/>
                    <a:pt x="326" y="14108"/>
                    <a:pt x="737" y="14108"/>
                  </a:cubicBezTo>
                  <a:lnTo>
                    <a:pt x="9972" y="14108"/>
                  </a:lnTo>
                  <a:cubicBezTo>
                    <a:pt x="10374" y="14108"/>
                    <a:pt x="10700" y="13782"/>
                    <a:pt x="10700" y="13380"/>
                  </a:cubicBezTo>
                  <a:lnTo>
                    <a:pt x="10700" y="728"/>
                  </a:lnTo>
                  <a:cubicBezTo>
                    <a:pt x="10700" y="326"/>
                    <a:pt x="10374" y="1"/>
                    <a:pt x="9972" y="1"/>
                  </a:cubicBezTo>
                  <a:lnTo>
                    <a:pt x="6077" y="1"/>
                  </a:lnTo>
                  <a:cubicBezTo>
                    <a:pt x="6058" y="393"/>
                    <a:pt x="5742" y="700"/>
                    <a:pt x="5350" y="700"/>
                  </a:cubicBezTo>
                  <a:cubicBezTo>
                    <a:pt x="4958" y="700"/>
                    <a:pt x="4632" y="393"/>
                    <a:pt x="4623" y="1"/>
                  </a:cubicBezTo>
                  <a:close/>
                </a:path>
              </a:pathLst>
            </a:custGeom>
            <a:solidFill>
              <a:srgbClr val="BECBD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955" name="Google Shape;13955;p43"/>
            <p:cNvSpPr/>
            <p:nvPr/>
          </p:nvSpPr>
          <p:spPr>
            <a:xfrm>
              <a:off x="5401516" y="2419506"/>
              <a:ext cx="255352" cy="344584"/>
            </a:xfrm>
            <a:custGeom>
              <a:rect b="b" l="l" r="r" t="t"/>
              <a:pathLst>
                <a:path extrusionOk="0" h="13122" w="9724">
                  <a:moveTo>
                    <a:pt x="2192" y="1"/>
                  </a:moveTo>
                  <a:lnTo>
                    <a:pt x="2192" y="240"/>
                  </a:lnTo>
                  <a:cubicBezTo>
                    <a:pt x="2192" y="374"/>
                    <a:pt x="2087" y="479"/>
                    <a:pt x="1953" y="479"/>
                  </a:cubicBezTo>
                  <a:lnTo>
                    <a:pt x="488" y="479"/>
                  </a:lnTo>
                  <a:cubicBezTo>
                    <a:pt x="211" y="479"/>
                    <a:pt x="0" y="699"/>
                    <a:pt x="0" y="967"/>
                  </a:cubicBezTo>
                  <a:lnTo>
                    <a:pt x="0" y="12633"/>
                  </a:lnTo>
                  <a:cubicBezTo>
                    <a:pt x="0" y="12901"/>
                    <a:pt x="220" y="13121"/>
                    <a:pt x="488" y="13121"/>
                  </a:cubicBezTo>
                  <a:lnTo>
                    <a:pt x="9236" y="13121"/>
                  </a:lnTo>
                  <a:cubicBezTo>
                    <a:pt x="9504" y="13121"/>
                    <a:pt x="9724" y="12901"/>
                    <a:pt x="9724" y="12633"/>
                  </a:cubicBezTo>
                  <a:lnTo>
                    <a:pt x="9724" y="967"/>
                  </a:lnTo>
                  <a:cubicBezTo>
                    <a:pt x="9724" y="699"/>
                    <a:pt x="9504" y="479"/>
                    <a:pt x="9236" y="479"/>
                  </a:cubicBezTo>
                  <a:lnTo>
                    <a:pt x="7781" y="479"/>
                  </a:lnTo>
                  <a:cubicBezTo>
                    <a:pt x="7647" y="479"/>
                    <a:pt x="7542" y="374"/>
                    <a:pt x="7542" y="240"/>
                  </a:cubicBezTo>
                  <a:lnTo>
                    <a:pt x="7542" y="1"/>
                  </a:lnTo>
                  <a:lnTo>
                    <a:pt x="5599" y="1"/>
                  </a:lnTo>
                  <a:cubicBezTo>
                    <a:pt x="5580" y="393"/>
                    <a:pt x="5254" y="699"/>
                    <a:pt x="4872" y="699"/>
                  </a:cubicBezTo>
                  <a:cubicBezTo>
                    <a:pt x="4479" y="699"/>
                    <a:pt x="4154" y="393"/>
                    <a:pt x="4135" y="1"/>
                  </a:cubicBezTo>
                  <a:close/>
                </a:path>
              </a:pathLst>
            </a:custGeom>
            <a:solidFill>
              <a:srgbClr val="ACBDC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956" name="Google Shape;13956;p43"/>
            <p:cNvSpPr/>
            <p:nvPr/>
          </p:nvSpPr>
          <p:spPr>
            <a:xfrm>
              <a:off x="5414330" y="2444899"/>
              <a:ext cx="229722" cy="306375"/>
            </a:xfrm>
            <a:custGeom>
              <a:rect b="b" l="l" r="r" t="t"/>
              <a:pathLst>
                <a:path extrusionOk="0" h="11667" w="8748">
                  <a:moveTo>
                    <a:pt x="240" y="0"/>
                  </a:moveTo>
                  <a:cubicBezTo>
                    <a:pt x="106" y="0"/>
                    <a:pt x="0" y="105"/>
                    <a:pt x="0" y="239"/>
                  </a:cubicBezTo>
                  <a:lnTo>
                    <a:pt x="0" y="11427"/>
                  </a:lnTo>
                  <a:cubicBezTo>
                    <a:pt x="0" y="11561"/>
                    <a:pt x="106" y="11666"/>
                    <a:pt x="240" y="11666"/>
                  </a:cubicBezTo>
                  <a:lnTo>
                    <a:pt x="8508" y="11666"/>
                  </a:lnTo>
                  <a:cubicBezTo>
                    <a:pt x="8642" y="11666"/>
                    <a:pt x="8748" y="11561"/>
                    <a:pt x="8738" y="11427"/>
                  </a:cubicBezTo>
                  <a:lnTo>
                    <a:pt x="8738" y="239"/>
                  </a:lnTo>
                  <a:cubicBezTo>
                    <a:pt x="8738" y="105"/>
                    <a:pt x="8633" y="0"/>
                    <a:pt x="8499" y="0"/>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957" name="Google Shape;13957;p43"/>
            <p:cNvSpPr/>
            <p:nvPr/>
          </p:nvSpPr>
          <p:spPr>
            <a:xfrm>
              <a:off x="5471866" y="2393823"/>
              <a:ext cx="114625" cy="57378"/>
            </a:xfrm>
            <a:custGeom>
              <a:rect b="b" l="l" r="r" t="t"/>
              <a:pathLst>
                <a:path extrusionOk="0" h="2185" w="4365">
                  <a:moveTo>
                    <a:pt x="2177" y="617"/>
                  </a:moveTo>
                  <a:cubicBezTo>
                    <a:pt x="2362" y="617"/>
                    <a:pt x="2537" y="758"/>
                    <a:pt x="2537" y="979"/>
                  </a:cubicBezTo>
                  <a:cubicBezTo>
                    <a:pt x="2537" y="1170"/>
                    <a:pt x="2384" y="1333"/>
                    <a:pt x="2183" y="1333"/>
                  </a:cubicBezTo>
                  <a:cubicBezTo>
                    <a:pt x="1858" y="1333"/>
                    <a:pt x="1704" y="950"/>
                    <a:pt x="1925" y="720"/>
                  </a:cubicBezTo>
                  <a:cubicBezTo>
                    <a:pt x="1999" y="649"/>
                    <a:pt x="2089" y="617"/>
                    <a:pt x="2177" y="617"/>
                  </a:cubicBezTo>
                  <a:close/>
                  <a:moveTo>
                    <a:pt x="2184" y="0"/>
                  </a:moveTo>
                  <a:cubicBezTo>
                    <a:pt x="1858" y="0"/>
                    <a:pt x="1532" y="160"/>
                    <a:pt x="1350" y="481"/>
                  </a:cubicBezTo>
                  <a:lnTo>
                    <a:pt x="479" y="481"/>
                  </a:lnTo>
                  <a:cubicBezTo>
                    <a:pt x="212" y="481"/>
                    <a:pt x="1" y="701"/>
                    <a:pt x="1" y="969"/>
                  </a:cubicBezTo>
                  <a:lnTo>
                    <a:pt x="1" y="1945"/>
                  </a:lnTo>
                  <a:cubicBezTo>
                    <a:pt x="1" y="2079"/>
                    <a:pt x="106" y="2184"/>
                    <a:pt x="240" y="2184"/>
                  </a:cubicBezTo>
                  <a:lnTo>
                    <a:pt x="4126" y="2184"/>
                  </a:lnTo>
                  <a:cubicBezTo>
                    <a:pt x="4260" y="2184"/>
                    <a:pt x="4365" y="2079"/>
                    <a:pt x="4365" y="1945"/>
                  </a:cubicBezTo>
                  <a:lnTo>
                    <a:pt x="4365" y="969"/>
                  </a:lnTo>
                  <a:cubicBezTo>
                    <a:pt x="4365" y="701"/>
                    <a:pt x="4154" y="490"/>
                    <a:pt x="3886" y="481"/>
                  </a:cubicBezTo>
                  <a:lnTo>
                    <a:pt x="3025" y="481"/>
                  </a:lnTo>
                  <a:cubicBezTo>
                    <a:pt x="2839" y="160"/>
                    <a:pt x="2511" y="0"/>
                    <a:pt x="2184" y="0"/>
                  </a:cubicBezTo>
                  <a:close/>
                </a:path>
              </a:pathLst>
            </a:custGeom>
            <a:solidFill>
              <a:srgbClr val="C5D1D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958" name="Google Shape;13958;p43"/>
            <p:cNvSpPr/>
            <p:nvPr/>
          </p:nvSpPr>
          <p:spPr>
            <a:xfrm>
              <a:off x="5471866" y="2438597"/>
              <a:ext cx="114625" cy="12605"/>
            </a:xfrm>
            <a:custGeom>
              <a:rect b="b" l="l" r="r" t="t"/>
              <a:pathLst>
                <a:path extrusionOk="0" h="480" w="4365">
                  <a:moveTo>
                    <a:pt x="240" y="1"/>
                  </a:moveTo>
                  <a:cubicBezTo>
                    <a:pt x="106" y="1"/>
                    <a:pt x="1" y="106"/>
                    <a:pt x="1" y="240"/>
                  </a:cubicBezTo>
                  <a:cubicBezTo>
                    <a:pt x="1" y="374"/>
                    <a:pt x="106" y="479"/>
                    <a:pt x="240" y="479"/>
                  </a:cubicBezTo>
                  <a:lnTo>
                    <a:pt x="4126" y="479"/>
                  </a:lnTo>
                  <a:cubicBezTo>
                    <a:pt x="4260" y="479"/>
                    <a:pt x="4365" y="374"/>
                    <a:pt x="4365" y="240"/>
                  </a:cubicBezTo>
                  <a:cubicBezTo>
                    <a:pt x="4365" y="106"/>
                    <a:pt x="4260" y="1"/>
                    <a:pt x="4126" y="1"/>
                  </a:cubicBez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959" name="Google Shape;13959;p43"/>
            <p:cNvSpPr/>
            <p:nvPr/>
          </p:nvSpPr>
          <p:spPr>
            <a:xfrm>
              <a:off x="5542007" y="2483344"/>
              <a:ext cx="76417" cy="25393"/>
            </a:xfrm>
            <a:custGeom>
              <a:rect b="b" l="l" r="r" t="t"/>
              <a:pathLst>
                <a:path extrusionOk="0" h="967" w="2910">
                  <a:moveTo>
                    <a:pt x="239" y="0"/>
                  </a:moveTo>
                  <a:cubicBezTo>
                    <a:pt x="105" y="0"/>
                    <a:pt x="0" y="106"/>
                    <a:pt x="0" y="240"/>
                  </a:cubicBezTo>
                  <a:lnTo>
                    <a:pt x="0" y="718"/>
                  </a:lnTo>
                  <a:cubicBezTo>
                    <a:pt x="0" y="852"/>
                    <a:pt x="105" y="967"/>
                    <a:pt x="239" y="967"/>
                  </a:cubicBezTo>
                  <a:lnTo>
                    <a:pt x="2670" y="967"/>
                  </a:lnTo>
                  <a:cubicBezTo>
                    <a:pt x="2804" y="967"/>
                    <a:pt x="2909" y="862"/>
                    <a:pt x="2909" y="728"/>
                  </a:cubicBezTo>
                  <a:lnTo>
                    <a:pt x="2909" y="240"/>
                  </a:lnTo>
                  <a:cubicBezTo>
                    <a:pt x="2909" y="106"/>
                    <a:pt x="2804" y="0"/>
                    <a:pt x="2670" y="0"/>
                  </a:cubicBezTo>
                  <a:close/>
                </a:path>
              </a:pathLst>
            </a:custGeom>
            <a:solidFill>
              <a:srgbClr val="6E829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960" name="Google Shape;13960;p43"/>
            <p:cNvSpPr/>
            <p:nvPr/>
          </p:nvSpPr>
          <p:spPr>
            <a:xfrm>
              <a:off x="5539722" y="2527828"/>
              <a:ext cx="80960" cy="12841"/>
            </a:xfrm>
            <a:custGeom>
              <a:rect b="b" l="l" r="r" t="t"/>
              <a:pathLst>
                <a:path extrusionOk="0" h="489" w="3083">
                  <a:moveTo>
                    <a:pt x="326" y="0"/>
                  </a:moveTo>
                  <a:cubicBezTo>
                    <a:pt x="1" y="0"/>
                    <a:pt x="1" y="488"/>
                    <a:pt x="326" y="488"/>
                  </a:cubicBezTo>
                  <a:lnTo>
                    <a:pt x="2757" y="488"/>
                  </a:lnTo>
                  <a:cubicBezTo>
                    <a:pt x="3083" y="488"/>
                    <a:pt x="3083" y="0"/>
                    <a:pt x="2757" y="0"/>
                  </a:cubicBezTo>
                  <a:close/>
                </a:path>
              </a:pathLst>
            </a:custGeom>
            <a:solidFill>
              <a:srgbClr val="909FA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961" name="Google Shape;13961;p43"/>
            <p:cNvSpPr/>
            <p:nvPr/>
          </p:nvSpPr>
          <p:spPr>
            <a:xfrm>
              <a:off x="5539722" y="2553458"/>
              <a:ext cx="42751" cy="12841"/>
            </a:xfrm>
            <a:custGeom>
              <a:rect b="b" l="l" r="r" t="t"/>
              <a:pathLst>
                <a:path extrusionOk="0" h="489" w="1628">
                  <a:moveTo>
                    <a:pt x="326" y="1"/>
                  </a:moveTo>
                  <a:cubicBezTo>
                    <a:pt x="1" y="1"/>
                    <a:pt x="1" y="489"/>
                    <a:pt x="326" y="489"/>
                  </a:cubicBezTo>
                  <a:lnTo>
                    <a:pt x="1302" y="489"/>
                  </a:lnTo>
                  <a:cubicBezTo>
                    <a:pt x="1628" y="489"/>
                    <a:pt x="1628" y="1"/>
                    <a:pt x="1302" y="1"/>
                  </a:cubicBez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962" name="Google Shape;13962;p43"/>
            <p:cNvSpPr/>
            <p:nvPr/>
          </p:nvSpPr>
          <p:spPr>
            <a:xfrm>
              <a:off x="5437702" y="2604481"/>
              <a:ext cx="182980" cy="12841"/>
            </a:xfrm>
            <a:custGeom>
              <a:rect b="b" l="l" r="r" t="t"/>
              <a:pathLst>
                <a:path extrusionOk="0" h="489" w="6968">
                  <a:moveTo>
                    <a:pt x="316" y="0"/>
                  </a:moveTo>
                  <a:cubicBezTo>
                    <a:pt x="0" y="0"/>
                    <a:pt x="0" y="488"/>
                    <a:pt x="316" y="488"/>
                  </a:cubicBezTo>
                  <a:lnTo>
                    <a:pt x="6642" y="488"/>
                  </a:lnTo>
                  <a:cubicBezTo>
                    <a:pt x="6968" y="488"/>
                    <a:pt x="6968" y="0"/>
                    <a:pt x="6642" y="0"/>
                  </a:cubicBezTo>
                  <a:close/>
                </a:path>
              </a:pathLst>
            </a:custGeom>
            <a:solidFill>
              <a:srgbClr val="C5D1D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963" name="Google Shape;13963;p43"/>
            <p:cNvSpPr/>
            <p:nvPr/>
          </p:nvSpPr>
          <p:spPr>
            <a:xfrm>
              <a:off x="5437702" y="2630111"/>
              <a:ext cx="29674" cy="12579"/>
            </a:xfrm>
            <a:custGeom>
              <a:rect b="b" l="l" r="r" t="t"/>
              <a:pathLst>
                <a:path extrusionOk="0" h="479" w="1130">
                  <a:moveTo>
                    <a:pt x="326" y="0"/>
                  </a:moveTo>
                  <a:cubicBezTo>
                    <a:pt x="0" y="0"/>
                    <a:pt x="0" y="479"/>
                    <a:pt x="326" y="479"/>
                  </a:cubicBezTo>
                  <a:lnTo>
                    <a:pt x="804" y="479"/>
                  </a:lnTo>
                  <a:cubicBezTo>
                    <a:pt x="1130" y="479"/>
                    <a:pt x="1130" y="0"/>
                    <a:pt x="804" y="0"/>
                  </a:cubicBezTo>
                  <a:close/>
                </a:path>
              </a:pathLst>
            </a:custGeom>
            <a:solidFill>
              <a:srgbClr val="6E829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964" name="Google Shape;13964;p43"/>
            <p:cNvSpPr/>
            <p:nvPr/>
          </p:nvSpPr>
          <p:spPr>
            <a:xfrm>
              <a:off x="5437702" y="2706764"/>
              <a:ext cx="29674" cy="12579"/>
            </a:xfrm>
            <a:custGeom>
              <a:rect b="b" l="l" r="r" t="t"/>
              <a:pathLst>
                <a:path extrusionOk="0" h="479" w="1130">
                  <a:moveTo>
                    <a:pt x="326" y="0"/>
                  </a:moveTo>
                  <a:cubicBezTo>
                    <a:pt x="0" y="0"/>
                    <a:pt x="0" y="479"/>
                    <a:pt x="326" y="479"/>
                  </a:cubicBezTo>
                  <a:lnTo>
                    <a:pt x="804" y="479"/>
                  </a:lnTo>
                  <a:cubicBezTo>
                    <a:pt x="1130" y="479"/>
                    <a:pt x="1130" y="0"/>
                    <a:pt x="804" y="0"/>
                  </a:cubicBezTo>
                  <a:close/>
                </a:path>
              </a:pathLst>
            </a:custGeom>
            <a:solidFill>
              <a:srgbClr val="6E829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965" name="Google Shape;13965;p43"/>
            <p:cNvSpPr/>
            <p:nvPr/>
          </p:nvSpPr>
          <p:spPr>
            <a:xfrm>
              <a:off x="5437702" y="2681134"/>
              <a:ext cx="29674" cy="12841"/>
            </a:xfrm>
            <a:custGeom>
              <a:rect b="b" l="l" r="r" t="t"/>
              <a:pathLst>
                <a:path extrusionOk="0" h="489" w="1130">
                  <a:moveTo>
                    <a:pt x="326" y="0"/>
                  </a:moveTo>
                  <a:cubicBezTo>
                    <a:pt x="0" y="0"/>
                    <a:pt x="0" y="488"/>
                    <a:pt x="326" y="488"/>
                  </a:cubicBezTo>
                  <a:lnTo>
                    <a:pt x="804" y="488"/>
                  </a:lnTo>
                  <a:cubicBezTo>
                    <a:pt x="1130" y="488"/>
                    <a:pt x="1130" y="0"/>
                    <a:pt x="804" y="0"/>
                  </a:cubicBezTo>
                  <a:close/>
                </a:path>
              </a:pathLst>
            </a:custGeom>
            <a:solidFill>
              <a:srgbClr val="6E829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966" name="Google Shape;13966;p43"/>
            <p:cNvSpPr/>
            <p:nvPr/>
          </p:nvSpPr>
          <p:spPr>
            <a:xfrm>
              <a:off x="5437702" y="2655504"/>
              <a:ext cx="29674" cy="12841"/>
            </a:xfrm>
            <a:custGeom>
              <a:rect b="b" l="l" r="r" t="t"/>
              <a:pathLst>
                <a:path extrusionOk="0" h="489" w="1130">
                  <a:moveTo>
                    <a:pt x="326" y="0"/>
                  </a:moveTo>
                  <a:cubicBezTo>
                    <a:pt x="0" y="0"/>
                    <a:pt x="0" y="488"/>
                    <a:pt x="326" y="488"/>
                  </a:cubicBezTo>
                  <a:lnTo>
                    <a:pt x="804" y="488"/>
                  </a:lnTo>
                  <a:cubicBezTo>
                    <a:pt x="1130" y="488"/>
                    <a:pt x="1130" y="0"/>
                    <a:pt x="804" y="0"/>
                  </a:cubicBezTo>
                  <a:close/>
                </a:path>
              </a:pathLst>
            </a:custGeom>
            <a:solidFill>
              <a:srgbClr val="6E829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967" name="Google Shape;13967;p43"/>
            <p:cNvSpPr/>
            <p:nvPr/>
          </p:nvSpPr>
          <p:spPr>
            <a:xfrm>
              <a:off x="5475910" y="2630111"/>
              <a:ext cx="55304" cy="12579"/>
            </a:xfrm>
            <a:custGeom>
              <a:rect b="b" l="l" r="r" t="t"/>
              <a:pathLst>
                <a:path extrusionOk="0" h="479" w="2106">
                  <a:moveTo>
                    <a:pt x="325" y="0"/>
                  </a:moveTo>
                  <a:cubicBezTo>
                    <a:pt x="0" y="0"/>
                    <a:pt x="0" y="479"/>
                    <a:pt x="325" y="479"/>
                  </a:cubicBezTo>
                  <a:lnTo>
                    <a:pt x="1790" y="479"/>
                  </a:lnTo>
                  <a:cubicBezTo>
                    <a:pt x="2106" y="479"/>
                    <a:pt x="2106" y="0"/>
                    <a:pt x="1790" y="0"/>
                  </a:cubicBezTo>
                  <a:close/>
                </a:path>
              </a:pathLst>
            </a:custGeom>
            <a:solidFill>
              <a:srgbClr val="C5D1D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968" name="Google Shape;13968;p43"/>
            <p:cNvSpPr/>
            <p:nvPr/>
          </p:nvSpPr>
          <p:spPr>
            <a:xfrm>
              <a:off x="5475910" y="2706764"/>
              <a:ext cx="80933" cy="12579"/>
            </a:xfrm>
            <a:custGeom>
              <a:rect b="b" l="l" r="r" t="t"/>
              <a:pathLst>
                <a:path extrusionOk="0" h="479" w="3082">
                  <a:moveTo>
                    <a:pt x="325" y="0"/>
                  </a:moveTo>
                  <a:cubicBezTo>
                    <a:pt x="0" y="0"/>
                    <a:pt x="0" y="479"/>
                    <a:pt x="325" y="479"/>
                  </a:cubicBezTo>
                  <a:lnTo>
                    <a:pt x="2756" y="479"/>
                  </a:lnTo>
                  <a:cubicBezTo>
                    <a:pt x="3082" y="479"/>
                    <a:pt x="3082" y="0"/>
                    <a:pt x="2756" y="0"/>
                  </a:cubicBez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969" name="Google Shape;13969;p43"/>
            <p:cNvSpPr/>
            <p:nvPr/>
          </p:nvSpPr>
          <p:spPr>
            <a:xfrm>
              <a:off x="5475910" y="2681134"/>
              <a:ext cx="55304" cy="12841"/>
            </a:xfrm>
            <a:custGeom>
              <a:rect b="b" l="l" r="r" t="t"/>
              <a:pathLst>
                <a:path extrusionOk="0" h="489" w="2106">
                  <a:moveTo>
                    <a:pt x="325" y="0"/>
                  </a:moveTo>
                  <a:cubicBezTo>
                    <a:pt x="0" y="0"/>
                    <a:pt x="0" y="488"/>
                    <a:pt x="325" y="488"/>
                  </a:cubicBezTo>
                  <a:lnTo>
                    <a:pt x="1790" y="488"/>
                  </a:lnTo>
                  <a:cubicBezTo>
                    <a:pt x="2106" y="488"/>
                    <a:pt x="2106" y="0"/>
                    <a:pt x="1790" y="0"/>
                  </a:cubicBezTo>
                  <a:close/>
                </a:path>
              </a:pathLst>
            </a:custGeom>
            <a:solidFill>
              <a:srgbClr val="C5D1D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970" name="Google Shape;13970;p43"/>
            <p:cNvSpPr/>
            <p:nvPr/>
          </p:nvSpPr>
          <p:spPr>
            <a:xfrm>
              <a:off x="5475910" y="2655504"/>
              <a:ext cx="80933" cy="12841"/>
            </a:xfrm>
            <a:custGeom>
              <a:rect b="b" l="l" r="r" t="t"/>
              <a:pathLst>
                <a:path extrusionOk="0" h="489" w="3082">
                  <a:moveTo>
                    <a:pt x="325" y="0"/>
                  </a:moveTo>
                  <a:cubicBezTo>
                    <a:pt x="0" y="0"/>
                    <a:pt x="0" y="488"/>
                    <a:pt x="325" y="488"/>
                  </a:cubicBezTo>
                  <a:lnTo>
                    <a:pt x="2756" y="488"/>
                  </a:lnTo>
                  <a:cubicBezTo>
                    <a:pt x="3082" y="488"/>
                    <a:pt x="3082" y="0"/>
                    <a:pt x="2756" y="0"/>
                  </a:cubicBez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971" name="Google Shape;13971;p43"/>
            <p:cNvSpPr/>
            <p:nvPr/>
          </p:nvSpPr>
          <p:spPr>
            <a:xfrm>
              <a:off x="5571654" y="2655504"/>
              <a:ext cx="49027" cy="12841"/>
            </a:xfrm>
            <a:custGeom>
              <a:rect b="b" l="l" r="r" t="t"/>
              <a:pathLst>
                <a:path extrusionOk="0" h="489" w="1867">
                  <a:moveTo>
                    <a:pt x="326" y="0"/>
                  </a:moveTo>
                  <a:cubicBezTo>
                    <a:pt x="0" y="0"/>
                    <a:pt x="0" y="488"/>
                    <a:pt x="326" y="488"/>
                  </a:cubicBezTo>
                  <a:lnTo>
                    <a:pt x="1541" y="488"/>
                  </a:lnTo>
                  <a:cubicBezTo>
                    <a:pt x="1867" y="488"/>
                    <a:pt x="1867" y="0"/>
                    <a:pt x="1541" y="0"/>
                  </a:cubicBezTo>
                  <a:close/>
                </a:path>
              </a:pathLst>
            </a:custGeom>
            <a:solidFill>
              <a:srgbClr val="E6EBE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972" name="Google Shape;13972;p43"/>
            <p:cNvSpPr/>
            <p:nvPr/>
          </p:nvSpPr>
          <p:spPr>
            <a:xfrm>
              <a:off x="5571654" y="2630111"/>
              <a:ext cx="49027" cy="12579"/>
            </a:xfrm>
            <a:custGeom>
              <a:rect b="b" l="l" r="r" t="t"/>
              <a:pathLst>
                <a:path extrusionOk="0" h="479" w="1867">
                  <a:moveTo>
                    <a:pt x="326" y="0"/>
                  </a:moveTo>
                  <a:cubicBezTo>
                    <a:pt x="0" y="0"/>
                    <a:pt x="0" y="479"/>
                    <a:pt x="326" y="479"/>
                  </a:cubicBezTo>
                  <a:lnTo>
                    <a:pt x="1541" y="479"/>
                  </a:lnTo>
                  <a:cubicBezTo>
                    <a:pt x="1867" y="479"/>
                    <a:pt x="1867" y="0"/>
                    <a:pt x="1541" y="0"/>
                  </a:cubicBezTo>
                  <a:close/>
                </a:path>
              </a:pathLst>
            </a:custGeom>
            <a:solidFill>
              <a:srgbClr val="E6EBE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973" name="Google Shape;13973;p43"/>
            <p:cNvSpPr/>
            <p:nvPr/>
          </p:nvSpPr>
          <p:spPr>
            <a:xfrm>
              <a:off x="5571654" y="2681134"/>
              <a:ext cx="49027" cy="12841"/>
            </a:xfrm>
            <a:custGeom>
              <a:rect b="b" l="l" r="r" t="t"/>
              <a:pathLst>
                <a:path extrusionOk="0" h="489" w="1867">
                  <a:moveTo>
                    <a:pt x="326" y="0"/>
                  </a:moveTo>
                  <a:cubicBezTo>
                    <a:pt x="0" y="0"/>
                    <a:pt x="0" y="488"/>
                    <a:pt x="326" y="488"/>
                  </a:cubicBezTo>
                  <a:lnTo>
                    <a:pt x="1541" y="488"/>
                  </a:lnTo>
                  <a:cubicBezTo>
                    <a:pt x="1867" y="488"/>
                    <a:pt x="1867" y="0"/>
                    <a:pt x="1541" y="0"/>
                  </a:cubicBezTo>
                  <a:close/>
                </a:path>
              </a:pathLst>
            </a:custGeom>
            <a:solidFill>
              <a:srgbClr val="E6EBE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974" name="Google Shape;13974;p43"/>
            <p:cNvSpPr/>
            <p:nvPr/>
          </p:nvSpPr>
          <p:spPr>
            <a:xfrm>
              <a:off x="5571654" y="2706764"/>
              <a:ext cx="49027" cy="12579"/>
            </a:xfrm>
            <a:custGeom>
              <a:rect b="b" l="l" r="r" t="t"/>
              <a:pathLst>
                <a:path extrusionOk="0" h="479" w="1867">
                  <a:moveTo>
                    <a:pt x="326" y="0"/>
                  </a:moveTo>
                  <a:cubicBezTo>
                    <a:pt x="0" y="0"/>
                    <a:pt x="0" y="479"/>
                    <a:pt x="326" y="479"/>
                  </a:cubicBezTo>
                  <a:lnTo>
                    <a:pt x="1541" y="479"/>
                  </a:lnTo>
                  <a:cubicBezTo>
                    <a:pt x="1867" y="479"/>
                    <a:pt x="1867" y="0"/>
                    <a:pt x="1541" y="0"/>
                  </a:cubicBezTo>
                  <a:close/>
                </a:path>
              </a:pathLst>
            </a:custGeom>
            <a:solidFill>
              <a:srgbClr val="E6EBE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975" name="Google Shape;13975;p43"/>
            <p:cNvSpPr/>
            <p:nvPr/>
          </p:nvSpPr>
          <p:spPr>
            <a:xfrm>
              <a:off x="5446236" y="2527828"/>
              <a:ext cx="76443" cy="57326"/>
            </a:xfrm>
            <a:custGeom>
              <a:rect b="b" l="l" r="r" t="t"/>
              <a:pathLst>
                <a:path extrusionOk="0" h="2183" w="2911">
                  <a:moveTo>
                    <a:pt x="967" y="0"/>
                  </a:moveTo>
                  <a:lnTo>
                    <a:pt x="967" y="488"/>
                  </a:lnTo>
                  <a:cubicBezTo>
                    <a:pt x="967" y="584"/>
                    <a:pt x="920" y="661"/>
                    <a:pt x="833" y="709"/>
                  </a:cubicBezTo>
                  <a:lnTo>
                    <a:pt x="269" y="986"/>
                  </a:lnTo>
                  <a:cubicBezTo>
                    <a:pt x="96" y="1072"/>
                    <a:pt x="1" y="1244"/>
                    <a:pt x="1" y="1426"/>
                  </a:cubicBezTo>
                  <a:lnTo>
                    <a:pt x="1" y="1943"/>
                  </a:lnTo>
                  <a:cubicBezTo>
                    <a:pt x="1" y="2077"/>
                    <a:pt x="106" y="2182"/>
                    <a:pt x="240" y="2182"/>
                  </a:cubicBezTo>
                  <a:lnTo>
                    <a:pt x="2671" y="2182"/>
                  </a:lnTo>
                  <a:cubicBezTo>
                    <a:pt x="2805" y="2182"/>
                    <a:pt x="2910" y="2077"/>
                    <a:pt x="2910" y="1943"/>
                  </a:cubicBezTo>
                  <a:lnTo>
                    <a:pt x="2910" y="1426"/>
                  </a:lnTo>
                  <a:cubicBezTo>
                    <a:pt x="2910" y="1244"/>
                    <a:pt x="2805" y="1072"/>
                    <a:pt x="2642" y="986"/>
                  </a:cubicBezTo>
                  <a:lnTo>
                    <a:pt x="2078" y="709"/>
                  </a:lnTo>
                  <a:cubicBezTo>
                    <a:pt x="1991" y="661"/>
                    <a:pt x="1944" y="584"/>
                    <a:pt x="1944" y="488"/>
                  </a:cubicBezTo>
                  <a:lnTo>
                    <a:pt x="1944" y="0"/>
                  </a:lnTo>
                  <a:close/>
                </a:path>
              </a:pathLst>
            </a:custGeom>
            <a:solidFill>
              <a:srgbClr val="ACBDC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976" name="Google Shape;13976;p43"/>
            <p:cNvSpPr/>
            <p:nvPr/>
          </p:nvSpPr>
          <p:spPr>
            <a:xfrm>
              <a:off x="5470369" y="2527828"/>
              <a:ext cx="28177" cy="19249"/>
            </a:xfrm>
            <a:custGeom>
              <a:rect b="b" l="l" r="r" t="t"/>
              <a:pathLst>
                <a:path extrusionOk="0" h="733" w="1073">
                  <a:moveTo>
                    <a:pt x="48" y="0"/>
                  </a:moveTo>
                  <a:lnTo>
                    <a:pt x="48" y="488"/>
                  </a:lnTo>
                  <a:cubicBezTo>
                    <a:pt x="48" y="536"/>
                    <a:pt x="39" y="584"/>
                    <a:pt x="1" y="632"/>
                  </a:cubicBezTo>
                  <a:cubicBezTo>
                    <a:pt x="173" y="699"/>
                    <a:pt x="355" y="732"/>
                    <a:pt x="536" y="732"/>
                  </a:cubicBezTo>
                  <a:cubicBezTo>
                    <a:pt x="718" y="732"/>
                    <a:pt x="900" y="699"/>
                    <a:pt x="1072" y="632"/>
                  </a:cubicBezTo>
                  <a:cubicBezTo>
                    <a:pt x="1044" y="584"/>
                    <a:pt x="1025" y="536"/>
                    <a:pt x="1025" y="488"/>
                  </a:cubicBezTo>
                  <a:lnTo>
                    <a:pt x="1025" y="0"/>
                  </a:lnTo>
                  <a:close/>
                </a:path>
              </a:pathLst>
            </a:custGeom>
            <a:solidFill>
              <a:srgbClr val="96ABB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977" name="Google Shape;13977;p43"/>
            <p:cNvSpPr/>
            <p:nvPr/>
          </p:nvSpPr>
          <p:spPr>
            <a:xfrm>
              <a:off x="5446236" y="2547917"/>
              <a:ext cx="76443" cy="37237"/>
            </a:xfrm>
            <a:custGeom>
              <a:rect b="b" l="l" r="r" t="t"/>
              <a:pathLst>
                <a:path extrusionOk="0" h="1418" w="2911">
                  <a:moveTo>
                    <a:pt x="709" y="1"/>
                  </a:moveTo>
                  <a:lnTo>
                    <a:pt x="269" y="221"/>
                  </a:lnTo>
                  <a:cubicBezTo>
                    <a:pt x="96" y="307"/>
                    <a:pt x="1" y="479"/>
                    <a:pt x="1" y="661"/>
                  </a:cubicBezTo>
                  <a:lnTo>
                    <a:pt x="1" y="1178"/>
                  </a:lnTo>
                  <a:cubicBezTo>
                    <a:pt x="1" y="1312"/>
                    <a:pt x="106" y="1417"/>
                    <a:pt x="240" y="1417"/>
                  </a:cubicBezTo>
                  <a:lnTo>
                    <a:pt x="2671" y="1417"/>
                  </a:lnTo>
                  <a:cubicBezTo>
                    <a:pt x="2795" y="1417"/>
                    <a:pt x="2910" y="1312"/>
                    <a:pt x="2910" y="1178"/>
                  </a:cubicBezTo>
                  <a:lnTo>
                    <a:pt x="2910" y="661"/>
                  </a:lnTo>
                  <a:cubicBezTo>
                    <a:pt x="2910" y="479"/>
                    <a:pt x="2805" y="307"/>
                    <a:pt x="2642" y="221"/>
                  </a:cubicBezTo>
                  <a:lnTo>
                    <a:pt x="2202" y="1"/>
                  </a:lnTo>
                  <a:cubicBezTo>
                    <a:pt x="2011" y="240"/>
                    <a:pt x="1733" y="360"/>
                    <a:pt x="1455" y="360"/>
                  </a:cubicBezTo>
                  <a:cubicBezTo>
                    <a:pt x="1178" y="360"/>
                    <a:pt x="900" y="240"/>
                    <a:pt x="709" y="1"/>
                  </a:cubicBezTo>
                  <a:close/>
                </a:path>
              </a:pathLst>
            </a:custGeom>
            <a:solidFill>
              <a:srgbClr val="6E829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978" name="Google Shape;13978;p43"/>
            <p:cNvSpPr/>
            <p:nvPr/>
          </p:nvSpPr>
          <p:spPr>
            <a:xfrm>
              <a:off x="5446000" y="2559235"/>
              <a:ext cx="19380" cy="25919"/>
            </a:xfrm>
            <a:custGeom>
              <a:rect b="b" l="l" r="r" t="t"/>
              <a:pathLst>
                <a:path extrusionOk="0" h="987" w="738">
                  <a:moveTo>
                    <a:pt x="58" y="1"/>
                  </a:moveTo>
                  <a:cubicBezTo>
                    <a:pt x="19" y="68"/>
                    <a:pt x="0" y="154"/>
                    <a:pt x="0" y="230"/>
                  </a:cubicBezTo>
                  <a:lnTo>
                    <a:pt x="0" y="747"/>
                  </a:lnTo>
                  <a:cubicBezTo>
                    <a:pt x="0" y="881"/>
                    <a:pt x="105" y="986"/>
                    <a:pt x="239" y="986"/>
                  </a:cubicBezTo>
                  <a:lnTo>
                    <a:pt x="728" y="986"/>
                  </a:lnTo>
                  <a:lnTo>
                    <a:pt x="737" y="747"/>
                  </a:lnTo>
                  <a:cubicBezTo>
                    <a:pt x="737" y="594"/>
                    <a:pt x="661" y="450"/>
                    <a:pt x="536" y="364"/>
                  </a:cubicBezTo>
                  <a:lnTo>
                    <a:pt x="58" y="1"/>
                  </a:lnTo>
                  <a:close/>
                </a:path>
              </a:pathLst>
            </a:custGeom>
            <a:solidFill>
              <a:srgbClr val="5F758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979" name="Google Shape;13979;p43"/>
            <p:cNvSpPr/>
            <p:nvPr/>
          </p:nvSpPr>
          <p:spPr>
            <a:xfrm>
              <a:off x="5503536" y="2559235"/>
              <a:ext cx="19380" cy="25919"/>
            </a:xfrm>
            <a:custGeom>
              <a:rect b="b" l="l" r="r" t="t"/>
              <a:pathLst>
                <a:path extrusionOk="0" h="987" w="738">
                  <a:moveTo>
                    <a:pt x="680" y="1"/>
                  </a:moveTo>
                  <a:lnTo>
                    <a:pt x="202" y="364"/>
                  </a:lnTo>
                  <a:cubicBezTo>
                    <a:pt x="77" y="450"/>
                    <a:pt x="1" y="594"/>
                    <a:pt x="1" y="747"/>
                  </a:cubicBezTo>
                  <a:lnTo>
                    <a:pt x="10" y="747"/>
                  </a:lnTo>
                  <a:lnTo>
                    <a:pt x="10" y="986"/>
                  </a:lnTo>
                  <a:lnTo>
                    <a:pt x="498" y="986"/>
                  </a:lnTo>
                  <a:cubicBezTo>
                    <a:pt x="632" y="986"/>
                    <a:pt x="738" y="881"/>
                    <a:pt x="738" y="747"/>
                  </a:cubicBezTo>
                  <a:lnTo>
                    <a:pt x="738" y="230"/>
                  </a:lnTo>
                  <a:cubicBezTo>
                    <a:pt x="738" y="154"/>
                    <a:pt x="719" y="68"/>
                    <a:pt x="680" y="1"/>
                  </a:cubicBezTo>
                  <a:close/>
                </a:path>
              </a:pathLst>
            </a:custGeom>
            <a:solidFill>
              <a:srgbClr val="5F758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980" name="Google Shape;13980;p43"/>
            <p:cNvSpPr/>
            <p:nvPr/>
          </p:nvSpPr>
          <p:spPr>
            <a:xfrm>
              <a:off x="5458815" y="2476569"/>
              <a:ext cx="51286" cy="57825"/>
            </a:xfrm>
            <a:custGeom>
              <a:rect b="b" l="l" r="r" t="t"/>
              <a:pathLst>
                <a:path extrusionOk="0" h="2202" w="1953">
                  <a:moveTo>
                    <a:pt x="737" y="0"/>
                  </a:moveTo>
                  <a:cubicBezTo>
                    <a:pt x="335" y="0"/>
                    <a:pt x="0" y="325"/>
                    <a:pt x="0" y="737"/>
                  </a:cubicBezTo>
                  <a:lnTo>
                    <a:pt x="0" y="1225"/>
                  </a:lnTo>
                  <a:cubicBezTo>
                    <a:pt x="0" y="1761"/>
                    <a:pt x="441" y="2201"/>
                    <a:pt x="976" y="2201"/>
                  </a:cubicBezTo>
                  <a:cubicBezTo>
                    <a:pt x="1512" y="2201"/>
                    <a:pt x="1953" y="1761"/>
                    <a:pt x="1953" y="1215"/>
                  </a:cubicBezTo>
                  <a:lnTo>
                    <a:pt x="1953" y="737"/>
                  </a:lnTo>
                  <a:cubicBezTo>
                    <a:pt x="1953" y="325"/>
                    <a:pt x="1618" y="0"/>
                    <a:pt x="1216" y="0"/>
                  </a:cubicBezTo>
                  <a:close/>
                </a:path>
              </a:pathLst>
            </a:custGeom>
            <a:solidFill>
              <a:srgbClr val="BECBD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981" name="Google Shape;13981;p43"/>
            <p:cNvSpPr/>
            <p:nvPr/>
          </p:nvSpPr>
          <p:spPr>
            <a:xfrm>
              <a:off x="5458867" y="2476569"/>
              <a:ext cx="35162" cy="57536"/>
            </a:xfrm>
            <a:custGeom>
              <a:rect b="b" l="l" r="r" t="t"/>
              <a:pathLst>
                <a:path extrusionOk="0" h="2191" w="1339">
                  <a:moveTo>
                    <a:pt x="735" y="0"/>
                  </a:moveTo>
                  <a:cubicBezTo>
                    <a:pt x="333" y="0"/>
                    <a:pt x="8" y="325"/>
                    <a:pt x="8" y="737"/>
                  </a:cubicBezTo>
                  <a:lnTo>
                    <a:pt x="8" y="1215"/>
                  </a:lnTo>
                  <a:cubicBezTo>
                    <a:pt x="0" y="1772"/>
                    <a:pt x="460" y="2191"/>
                    <a:pt x="970" y="2191"/>
                  </a:cubicBezTo>
                  <a:cubicBezTo>
                    <a:pt x="1092" y="2191"/>
                    <a:pt x="1216" y="2167"/>
                    <a:pt x="1338" y="2115"/>
                  </a:cubicBezTo>
                  <a:cubicBezTo>
                    <a:pt x="974" y="1971"/>
                    <a:pt x="735" y="1617"/>
                    <a:pt x="735" y="1225"/>
                  </a:cubicBezTo>
                  <a:lnTo>
                    <a:pt x="735" y="737"/>
                  </a:lnTo>
                  <a:cubicBezTo>
                    <a:pt x="735" y="373"/>
                    <a:pt x="984" y="77"/>
                    <a:pt x="1338" y="19"/>
                  </a:cubicBezTo>
                  <a:cubicBezTo>
                    <a:pt x="1300" y="10"/>
                    <a:pt x="1262" y="0"/>
                    <a:pt x="1223" y="0"/>
                  </a:cubicBezTo>
                  <a:close/>
                </a:path>
              </a:pathLst>
            </a:custGeom>
            <a:solidFill>
              <a:srgbClr val="ACBDC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982" name="Google Shape;13982;p43"/>
            <p:cNvSpPr/>
            <p:nvPr/>
          </p:nvSpPr>
          <p:spPr>
            <a:xfrm>
              <a:off x="5458815" y="2476569"/>
              <a:ext cx="51286" cy="25656"/>
            </a:xfrm>
            <a:custGeom>
              <a:rect b="b" l="l" r="r" t="t"/>
              <a:pathLst>
                <a:path extrusionOk="0" h="977" w="1953">
                  <a:moveTo>
                    <a:pt x="737" y="0"/>
                  </a:moveTo>
                  <a:cubicBezTo>
                    <a:pt x="335" y="0"/>
                    <a:pt x="0" y="325"/>
                    <a:pt x="0" y="737"/>
                  </a:cubicBezTo>
                  <a:cubicBezTo>
                    <a:pt x="0" y="737"/>
                    <a:pt x="737" y="976"/>
                    <a:pt x="1953" y="976"/>
                  </a:cubicBezTo>
                  <a:lnTo>
                    <a:pt x="1953" y="737"/>
                  </a:lnTo>
                  <a:cubicBezTo>
                    <a:pt x="1953" y="325"/>
                    <a:pt x="1618" y="0"/>
                    <a:pt x="1216" y="0"/>
                  </a:cubicBez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983" name="Google Shape;13983;p43"/>
            <p:cNvSpPr/>
            <p:nvPr/>
          </p:nvSpPr>
          <p:spPr>
            <a:xfrm>
              <a:off x="5459051" y="2476569"/>
              <a:ext cx="34978" cy="23398"/>
            </a:xfrm>
            <a:custGeom>
              <a:rect b="b" l="l" r="r" t="t"/>
              <a:pathLst>
                <a:path extrusionOk="0" h="891" w="1332">
                  <a:moveTo>
                    <a:pt x="728" y="0"/>
                  </a:moveTo>
                  <a:cubicBezTo>
                    <a:pt x="326" y="0"/>
                    <a:pt x="1" y="325"/>
                    <a:pt x="1" y="737"/>
                  </a:cubicBezTo>
                  <a:cubicBezTo>
                    <a:pt x="240" y="804"/>
                    <a:pt x="479" y="852"/>
                    <a:pt x="728" y="890"/>
                  </a:cubicBezTo>
                  <a:lnTo>
                    <a:pt x="728" y="737"/>
                  </a:lnTo>
                  <a:cubicBezTo>
                    <a:pt x="728" y="373"/>
                    <a:pt x="977" y="77"/>
                    <a:pt x="1331" y="19"/>
                  </a:cubicBezTo>
                  <a:cubicBezTo>
                    <a:pt x="1293" y="10"/>
                    <a:pt x="1255" y="0"/>
                    <a:pt x="1216" y="0"/>
                  </a:cubicBez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3984" name="Google Shape;13984;p43"/>
          <p:cNvGrpSpPr/>
          <p:nvPr/>
        </p:nvGrpSpPr>
        <p:grpSpPr>
          <a:xfrm>
            <a:off x="5743289" y="2286722"/>
            <a:ext cx="444871" cy="316407"/>
            <a:chOff x="5743289" y="2439122"/>
            <a:chExt cx="444871" cy="316407"/>
          </a:xfrm>
        </p:grpSpPr>
        <p:sp>
          <p:nvSpPr>
            <p:cNvPr id="13985" name="Google Shape;13985;p43"/>
            <p:cNvSpPr/>
            <p:nvPr/>
          </p:nvSpPr>
          <p:spPr>
            <a:xfrm>
              <a:off x="5999902" y="2549177"/>
              <a:ext cx="137497" cy="130722"/>
            </a:xfrm>
            <a:custGeom>
              <a:rect b="b" l="l" r="r" t="t"/>
              <a:pathLst>
                <a:path extrusionOk="0" h="4978" w="5236">
                  <a:moveTo>
                    <a:pt x="1838" y="1"/>
                  </a:moveTo>
                  <a:lnTo>
                    <a:pt x="1838" y="441"/>
                  </a:lnTo>
                  <a:cubicBezTo>
                    <a:pt x="1838" y="556"/>
                    <a:pt x="1761" y="661"/>
                    <a:pt x="1646" y="690"/>
                  </a:cubicBezTo>
                  <a:lnTo>
                    <a:pt x="574" y="996"/>
                  </a:lnTo>
                  <a:cubicBezTo>
                    <a:pt x="239" y="1092"/>
                    <a:pt x="0" y="1398"/>
                    <a:pt x="0" y="1752"/>
                  </a:cubicBezTo>
                  <a:lnTo>
                    <a:pt x="0" y="4977"/>
                  </a:lnTo>
                  <a:lnTo>
                    <a:pt x="4192" y="4977"/>
                  </a:lnTo>
                  <a:cubicBezTo>
                    <a:pt x="4766" y="4977"/>
                    <a:pt x="5235" y="4508"/>
                    <a:pt x="5235" y="3934"/>
                  </a:cubicBezTo>
                  <a:lnTo>
                    <a:pt x="5235" y="1752"/>
                  </a:lnTo>
                  <a:cubicBezTo>
                    <a:pt x="5235" y="1408"/>
                    <a:pt x="5015" y="1101"/>
                    <a:pt x="4680" y="996"/>
                  </a:cubicBezTo>
                  <a:lnTo>
                    <a:pt x="3599" y="690"/>
                  </a:lnTo>
                  <a:cubicBezTo>
                    <a:pt x="3484" y="661"/>
                    <a:pt x="3407" y="556"/>
                    <a:pt x="3407" y="441"/>
                  </a:cubicBezTo>
                  <a:lnTo>
                    <a:pt x="3407" y="1"/>
                  </a:lnTo>
                  <a:close/>
                </a:path>
              </a:pathLst>
            </a:custGeom>
            <a:solidFill>
              <a:srgbClr val="ACBDC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986" name="Google Shape;13986;p43"/>
            <p:cNvSpPr/>
            <p:nvPr/>
          </p:nvSpPr>
          <p:spPr>
            <a:xfrm>
              <a:off x="6000138" y="2570054"/>
              <a:ext cx="137497" cy="110082"/>
            </a:xfrm>
            <a:custGeom>
              <a:rect b="b" l="l" r="r" t="t"/>
              <a:pathLst>
                <a:path extrusionOk="0" h="4192" w="5236">
                  <a:moveTo>
                    <a:pt x="1264" y="0"/>
                  </a:moveTo>
                  <a:lnTo>
                    <a:pt x="575" y="201"/>
                  </a:lnTo>
                  <a:cubicBezTo>
                    <a:pt x="230" y="297"/>
                    <a:pt x="1" y="603"/>
                    <a:pt x="1" y="957"/>
                  </a:cubicBezTo>
                  <a:lnTo>
                    <a:pt x="1" y="4192"/>
                  </a:lnTo>
                  <a:lnTo>
                    <a:pt x="4193" y="4192"/>
                  </a:lnTo>
                  <a:cubicBezTo>
                    <a:pt x="4767" y="4182"/>
                    <a:pt x="5236" y="3713"/>
                    <a:pt x="5236" y="3139"/>
                  </a:cubicBezTo>
                  <a:lnTo>
                    <a:pt x="5236" y="957"/>
                  </a:lnTo>
                  <a:cubicBezTo>
                    <a:pt x="5236" y="603"/>
                    <a:pt x="5006" y="297"/>
                    <a:pt x="4671" y="201"/>
                  </a:cubicBezTo>
                  <a:lnTo>
                    <a:pt x="3972" y="0"/>
                  </a:lnTo>
                  <a:cubicBezTo>
                    <a:pt x="3671" y="517"/>
                    <a:pt x="3147" y="775"/>
                    <a:pt x="2622" y="775"/>
                  </a:cubicBezTo>
                  <a:cubicBezTo>
                    <a:pt x="2097" y="775"/>
                    <a:pt x="1570" y="517"/>
                    <a:pt x="1264" y="0"/>
                  </a:cubicBezTo>
                  <a:close/>
                </a:path>
              </a:pathLst>
            </a:custGeom>
            <a:solidFill>
              <a:srgbClr val="63798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987" name="Google Shape;13987;p43"/>
            <p:cNvSpPr/>
            <p:nvPr/>
          </p:nvSpPr>
          <p:spPr>
            <a:xfrm>
              <a:off x="6046645" y="2549177"/>
              <a:ext cx="44511" cy="20640"/>
            </a:xfrm>
            <a:custGeom>
              <a:rect b="b" l="l" r="r" t="t"/>
              <a:pathLst>
                <a:path extrusionOk="0" h="786" w="1695">
                  <a:moveTo>
                    <a:pt x="67" y="1"/>
                  </a:moveTo>
                  <a:lnTo>
                    <a:pt x="67" y="441"/>
                  </a:lnTo>
                  <a:cubicBezTo>
                    <a:pt x="58" y="498"/>
                    <a:pt x="39" y="556"/>
                    <a:pt x="0" y="604"/>
                  </a:cubicBezTo>
                  <a:cubicBezTo>
                    <a:pt x="268" y="728"/>
                    <a:pt x="555" y="786"/>
                    <a:pt x="852" y="786"/>
                  </a:cubicBezTo>
                  <a:cubicBezTo>
                    <a:pt x="1139" y="786"/>
                    <a:pt x="1426" y="728"/>
                    <a:pt x="1694" y="604"/>
                  </a:cubicBezTo>
                  <a:cubicBezTo>
                    <a:pt x="1656" y="556"/>
                    <a:pt x="1637" y="498"/>
                    <a:pt x="1637" y="441"/>
                  </a:cubicBezTo>
                  <a:lnTo>
                    <a:pt x="1637" y="1"/>
                  </a:lnTo>
                  <a:close/>
                </a:path>
              </a:pathLst>
            </a:custGeom>
            <a:solidFill>
              <a:srgbClr val="96ABB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988" name="Google Shape;13988;p43"/>
            <p:cNvSpPr/>
            <p:nvPr/>
          </p:nvSpPr>
          <p:spPr>
            <a:xfrm>
              <a:off x="6020753" y="2452935"/>
              <a:ext cx="34453" cy="75681"/>
            </a:xfrm>
            <a:custGeom>
              <a:rect b="b" l="l" r="r" t="t"/>
              <a:pathLst>
                <a:path extrusionOk="0" h="2882" w="1312">
                  <a:moveTo>
                    <a:pt x="785" y="0"/>
                  </a:moveTo>
                  <a:cubicBezTo>
                    <a:pt x="355" y="0"/>
                    <a:pt x="0" y="355"/>
                    <a:pt x="0" y="785"/>
                  </a:cubicBezTo>
                  <a:lnTo>
                    <a:pt x="0" y="967"/>
                  </a:lnTo>
                  <a:cubicBezTo>
                    <a:pt x="0" y="1197"/>
                    <a:pt x="39" y="1417"/>
                    <a:pt x="106" y="1637"/>
                  </a:cubicBezTo>
                  <a:lnTo>
                    <a:pt x="527" y="2881"/>
                  </a:lnTo>
                  <a:lnTo>
                    <a:pt x="1312" y="2881"/>
                  </a:lnTo>
                  <a:lnTo>
                    <a:pt x="1312" y="0"/>
                  </a:ln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989" name="Google Shape;13989;p43"/>
            <p:cNvSpPr/>
            <p:nvPr/>
          </p:nvSpPr>
          <p:spPr>
            <a:xfrm>
              <a:off x="6034565" y="2446159"/>
              <a:ext cx="82456" cy="82456"/>
            </a:xfrm>
            <a:custGeom>
              <a:rect b="b" l="l" r="r" t="t"/>
              <a:pathLst>
                <a:path extrusionOk="0" h="3140" w="3140">
                  <a:moveTo>
                    <a:pt x="786" y="0"/>
                  </a:moveTo>
                  <a:cubicBezTo>
                    <a:pt x="355" y="0"/>
                    <a:pt x="1" y="354"/>
                    <a:pt x="1" y="785"/>
                  </a:cubicBezTo>
                  <a:cubicBezTo>
                    <a:pt x="1" y="1072"/>
                    <a:pt x="231" y="1311"/>
                    <a:pt x="527" y="1311"/>
                  </a:cubicBezTo>
                  <a:lnTo>
                    <a:pt x="2623" y="3139"/>
                  </a:lnTo>
                  <a:lnTo>
                    <a:pt x="3063" y="1589"/>
                  </a:lnTo>
                  <a:cubicBezTo>
                    <a:pt x="3111" y="1397"/>
                    <a:pt x="3140" y="1206"/>
                    <a:pt x="3140" y="1014"/>
                  </a:cubicBezTo>
                  <a:lnTo>
                    <a:pt x="3140" y="526"/>
                  </a:lnTo>
                  <a:cubicBezTo>
                    <a:pt x="3140" y="239"/>
                    <a:pt x="2910" y="0"/>
                    <a:pt x="2614" y="0"/>
                  </a:cubicBez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990" name="Google Shape;13990;p43"/>
            <p:cNvSpPr/>
            <p:nvPr/>
          </p:nvSpPr>
          <p:spPr>
            <a:xfrm>
              <a:off x="6027528" y="2480324"/>
              <a:ext cx="82982" cy="75681"/>
            </a:xfrm>
            <a:custGeom>
              <a:rect b="b" l="l" r="r" t="t"/>
              <a:pathLst>
                <a:path extrusionOk="0" h="2882" w="3160">
                  <a:moveTo>
                    <a:pt x="1015" y="1"/>
                  </a:moveTo>
                  <a:cubicBezTo>
                    <a:pt x="872" y="1"/>
                    <a:pt x="738" y="58"/>
                    <a:pt x="642" y="154"/>
                  </a:cubicBezTo>
                  <a:lnTo>
                    <a:pt x="164" y="632"/>
                  </a:lnTo>
                  <a:cubicBezTo>
                    <a:pt x="58" y="737"/>
                    <a:pt x="1" y="871"/>
                    <a:pt x="10" y="1005"/>
                  </a:cubicBezTo>
                  <a:lnTo>
                    <a:pt x="10" y="1312"/>
                  </a:lnTo>
                  <a:cubicBezTo>
                    <a:pt x="10" y="2183"/>
                    <a:pt x="709" y="2881"/>
                    <a:pt x="1580" y="2881"/>
                  </a:cubicBezTo>
                  <a:cubicBezTo>
                    <a:pt x="1586" y="2881"/>
                    <a:pt x="1592" y="2881"/>
                    <a:pt x="1597" y="2881"/>
                  </a:cubicBezTo>
                  <a:cubicBezTo>
                    <a:pt x="2460" y="2881"/>
                    <a:pt x="3159" y="2177"/>
                    <a:pt x="3150" y="1312"/>
                  </a:cubicBezTo>
                  <a:lnTo>
                    <a:pt x="3150" y="977"/>
                  </a:lnTo>
                  <a:cubicBezTo>
                    <a:pt x="3150" y="833"/>
                    <a:pt x="3102" y="699"/>
                    <a:pt x="3006" y="603"/>
                  </a:cubicBezTo>
                  <a:cubicBezTo>
                    <a:pt x="2594" y="211"/>
                    <a:pt x="1858" y="29"/>
                    <a:pt x="1015" y="1"/>
                  </a:cubicBezTo>
                  <a:close/>
                </a:path>
              </a:pathLst>
            </a:custGeom>
            <a:solidFill>
              <a:srgbClr val="BECBD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991" name="Google Shape;13991;p43"/>
            <p:cNvSpPr/>
            <p:nvPr/>
          </p:nvSpPr>
          <p:spPr>
            <a:xfrm>
              <a:off x="6027528" y="2480586"/>
              <a:ext cx="82456" cy="74158"/>
            </a:xfrm>
            <a:custGeom>
              <a:rect b="b" l="l" r="r" t="t"/>
              <a:pathLst>
                <a:path extrusionOk="0" h="2824" w="3140">
                  <a:moveTo>
                    <a:pt x="1015" y="0"/>
                  </a:moveTo>
                  <a:cubicBezTo>
                    <a:pt x="872" y="0"/>
                    <a:pt x="728" y="58"/>
                    <a:pt x="633" y="153"/>
                  </a:cubicBezTo>
                  <a:lnTo>
                    <a:pt x="154" y="632"/>
                  </a:lnTo>
                  <a:cubicBezTo>
                    <a:pt x="58" y="737"/>
                    <a:pt x="1" y="871"/>
                    <a:pt x="1" y="1005"/>
                  </a:cubicBezTo>
                  <a:lnTo>
                    <a:pt x="1" y="1311"/>
                  </a:lnTo>
                  <a:cubicBezTo>
                    <a:pt x="1" y="2010"/>
                    <a:pt x="460" y="2632"/>
                    <a:pt x="1140" y="2823"/>
                  </a:cubicBezTo>
                  <a:cubicBezTo>
                    <a:pt x="910" y="2546"/>
                    <a:pt x="786" y="2192"/>
                    <a:pt x="786" y="1838"/>
                  </a:cubicBezTo>
                  <a:lnTo>
                    <a:pt x="795" y="1062"/>
                  </a:lnTo>
                  <a:cubicBezTo>
                    <a:pt x="786" y="768"/>
                    <a:pt x="1025" y="535"/>
                    <a:pt x="1316" y="535"/>
                  </a:cubicBezTo>
                  <a:cubicBezTo>
                    <a:pt x="1327" y="535"/>
                    <a:pt x="1339" y="535"/>
                    <a:pt x="1350" y="536"/>
                  </a:cubicBezTo>
                  <a:cubicBezTo>
                    <a:pt x="1877" y="565"/>
                    <a:pt x="2661" y="651"/>
                    <a:pt x="3140" y="890"/>
                  </a:cubicBezTo>
                  <a:cubicBezTo>
                    <a:pt x="3130" y="785"/>
                    <a:pt x="3073" y="680"/>
                    <a:pt x="2996" y="603"/>
                  </a:cubicBezTo>
                  <a:cubicBezTo>
                    <a:pt x="2594" y="201"/>
                    <a:pt x="1848" y="29"/>
                    <a:pt x="1015" y="0"/>
                  </a:cubicBezTo>
                  <a:close/>
                </a:path>
              </a:pathLst>
            </a:custGeom>
            <a:solidFill>
              <a:srgbClr val="ACBDC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992" name="Google Shape;13992;p43"/>
            <p:cNvSpPr/>
            <p:nvPr/>
          </p:nvSpPr>
          <p:spPr>
            <a:xfrm>
              <a:off x="6000138" y="2583368"/>
              <a:ext cx="27415" cy="96768"/>
            </a:xfrm>
            <a:custGeom>
              <a:rect b="b" l="l" r="r" t="t"/>
              <a:pathLst>
                <a:path extrusionOk="0" h="3685" w="1044">
                  <a:moveTo>
                    <a:pt x="144" y="0"/>
                  </a:moveTo>
                  <a:cubicBezTo>
                    <a:pt x="49" y="134"/>
                    <a:pt x="1" y="287"/>
                    <a:pt x="1" y="450"/>
                  </a:cubicBezTo>
                  <a:lnTo>
                    <a:pt x="1" y="3685"/>
                  </a:lnTo>
                  <a:lnTo>
                    <a:pt x="1044" y="3685"/>
                  </a:lnTo>
                  <a:lnTo>
                    <a:pt x="1044" y="1235"/>
                  </a:lnTo>
                  <a:cubicBezTo>
                    <a:pt x="1044" y="1024"/>
                    <a:pt x="967" y="823"/>
                    <a:pt x="814" y="680"/>
                  </a:cubicBezTo>
                  <a:lnTo>
                    <a:pt x="144" y="0"/>
                  </a:lnTo>
                  <a:close/>
                </a:path>
              </a:pathLst>
            </a:custGeom>
            <a:solidFill>
              <a:srgbClr val="4B637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993" name="Google Shape;13993;p43"/>
            <p:cNvSpPr/>
            <p:nvPr/>
          </p:nvSpPr>
          <p:spPr>
            <a:xfrm>
              <a:off x="6075794" y="2583368"/>
              <a:ext cx="61842" cy="96532"/>
            </a:xfrm>
            <a:custGeom>
              <a:rect b="b" l="l" r="r" t="t"/>
              <a:pathLst>
                <a:path extrusionOk="0" h="3676" w="2355">
                  <a:moveTo>
                    <a:pt x="2211" y="0"/>
                  </a:moveTo>
                  <a:lnTo>
                    <a:pt x="1541" y="680"/>
                  </a:lnTo>
                  <a:cubicBezTo>
                    <a:pt x="1388" y="823"/>
                    <a:pt x="1312" y="1024"/>
                    <a:pt x="1312" y="1235"/>
                  </a:cubicBezTo>
                  <a:lnTo>
                    <a:pt x="1312" y="2364"/>
                  </a:lnTo>
                  <a:cubicBezTo>
                    <a:pt x="1312" y="2508"/>
                    <a:pt x="1187" y="2632"/>
                    <a:pt x="1044" y="2632"/>
                  </a:cubicBezTo>
                  <a:lnTo>
                    <a:pt x="0" y="2632"/>
                  </a:lnTo>
                  <a:lnTo>
                    <a:pt x="0" y="3675"/>
                  </a:lnTo>
                  <a:lnTo>
                    <a:pt x="1312" y="3675"/>
                  </a:lnTo>
                  <a:cubicBezTo>
                    <a:pt x="1886" y="3675"/>
                    <a:pt x="2355" y="3206"/>
                    <a:pt x="2355" y="2632"/>
                  </a:cubicBezTo>
                  <a:lnTo>
                    <a:pt x="2355" y="450"/>
                  </a:lnTo>
                  <a:cubicBezTo>
                    <a:pt x="2355" y="287"/>
                    <a:pt x="2307" y="134"/>
                    <a:pt x="2211" y="0"/>
                  </a:cubicBezTo>
                  <a:close/>
                </a:path>
              </a:pathLst>
            </a:custGeom>
            <a:solidFill>
              <a:srgbClr val="4B637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994" name="Google Shape;13994;p43"/>
            <p:cNvSpPr/>
            <p:nvPr/>
          </p:nvSpPr>
          <p:spPr>
            <a:xfrm>
              <a:off x="5766424" y="2686649"/>
              <a:ext cx="398863" cy="20903"/>
            </a:xfrm>
            <a:custGeom>
              <a:rect b="b" l="l" r="r" t="t"/>
              <a:pathLst>
                <a:path extrusionOk="0" h="796" w="15189">
                  <a:moveTo>
                    <a:pt x="0" y="1"/>
                  </a:moveTo>
                  <a:lnTo>
                    <a:pt x="0" y="795"/>
                  </a:lnTo>
                  <a:lnTo>
                    <a:pt x="15188" y="795"/>
                  </a:lnTo>
                  <a:lnTo>
                    <a:pt x="15188" y="1"/>
                  </a:lnTo>
                  <a:close/>
                </a:path>
              </a:pathLst>
            </a:custGeom>
            <a:solidFill>
              <a:srgbClr val="ACBDC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995" name="Google Shape;13995;p43"/>
            <p:cNvSpPr/>
            <p:nvPr/>
          </p:nvSpPr>
          <p:spPr>
            <a:xfrm>
              <a:off x="5759387" y="2686649"/>
              <a:ext cx="13839" cy="68880"/>
            </a:xfrm>
            <a:custGeom>
              <a:rect b="b" l="l" r="r" t="t"/>
              <a:pathLst>
                <a:path extrusionOk="0" h="2623" w="527">
                  <a:moveTo>
                    <a:pt x="0" y="1"/>
                  </a:moveTo>
                  <a:lnTo>
                    <a:pt x="0" y="2365"/>
                  </a:lnTo>
                  <a:cubicBezTo>
                    <a:pt x="0" y="2537"/>
                    <a:pt x="132" y="2623"/>
                    <a:pt x="264" y="2623"/>
                  </a:cubicBezTo>
                  <a:cubicBezTo>
                    <a:pt x="395" y="2623"/>
                    <a:pt x="527" y="2537"/>
                    <a:pt x="527" y="2365"/>
                  </a:cubicBezTo>
                  <a:lnTo>
                    <a:pt x="527" y="1"/>
                  </a:lnTo>
                  <a:close/>
                </a:path>
              </a:pathLst>
            </a:custGeom>
            <a:solidFill>
              <a:srgbClr val="ACBDC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996" name="Google Shape;13996;p43"/>
            <p:cNvSpPr/>
            <p:nvPr/>
          </p:nvSpPr>
          <p:spPr>
            <a:xfrm>
              <a:off x="6158224" y="2686649"/>
              <a:ext cx="13839" cy="68880"/>
            </a:xfrm>
            <a:custGeom>
              <a:rect b="b" l="l" r="r" t="t"/>
              <a:pathLst>
                <a:path extrusionOk="0" h="2623" w="527">
                  <a:moveTo>
                    <a:pt x="0" y="1"/>
                  </a:moveTo>
                  <a:lnTo>
                    <a:pt x="0" y="2365"/>
                  </a:lnTo>
                  <a:cubicBezTo>
                    <a:pt x="0" y="2537"/>
                    <a:pt x="132" y="2623"/>
                    <a:pt x="264" y="2623"/>
                  </a:cubicBezTo>
                  <a:cubicBezTo>
                    <a:pt x="395" y="2623"/>
                    <a:pt x="527" y="2537"/>
                    <a:pt x="527" y="2365"/>
                  </a:cubicBezTo>
                  <a:lnTo>
                    <a:pt x="527" y="1"/>
                  </a:lnTo>
                  <a:close/>
                </a:path>
              </a:pathLst>
            </a:custGeom>
            <a:solidFill>
              <a:srgbClr val="ACBDC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997" name="Google Shape;13997;p43"/>
            <p:cNvSpPr/>
            <p:nvPr/>
          </p:nvSpPr>
          <p:spPr>
            <a:xfrm>
              <a:off x="5759387" y="2686649"/>
              <a:ext cx="13839" cy="20903"/>
            </a:xfrm>
            <a:custGeom>
              <a:rect b="b" l="l" r="r" t="t"/>
              <a:pathLst>
                <a:path extrusionOk="0" h="796" w="527">
                  <a:moveTo>
                    <a:pt x="0" y="1"/>
                  </a:moveTo>
                  <a:lnTo>
                    <a:pt x="0" y="795"/>
                  </a:lnTo>
                  <a:lnTo>
                    <a:pt x="527" y="795"/>
                  </a:lnTo>
                  <a:lnTo>
                    <a:pt x="527" y="1"/>
                  </a:lnTo>
                  <a:close/>
                </a:path>
              </a:pathLst>
            </a:custGeom>
            <a:solidFill>
              <a:srgbClr val="96ABB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998" name="Google Shape;13998;p43"/>
            <p:cNvSpPr/>
            <p:nvPr/>
          </p:nvSpPr>
          <p:spPr>
            <a:xfrm>
              <a:off x="6158224" y="2686649"/>
              <a:ext cx="13839" cy="20903"/>
            </a:xfrm>
            <a:custGeom>
              <a:rect b="b" l="l" r="r" t="t"/>
              <a:pathLst>
                <a:path extrusionOk="0" h="796" w="527">
                  <a:moveTo>
                    <a:pt x="0" y="1"/>
                  </a:moveTo>
                  <a:lnTo>
                    <a:pt x="0" y="795"/>
                  </a:lnTo>
                  <a:lnTo>
                    <a:pt x="527" y="795"/>
                  </a:lnTo>
                  <a:lnTo>
                    <a:pt x="527" y="1"/>
                  </a:lnTo>
                  <a:close/>
                </a:path>
              </a:pathLst>
            </a:custGeom>
            <a:solidFill>
              <a:srgbClr val="96ABB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999" name="Google Shape;13999;p43"/>
            <p:cNvSpPr/>
            <p:nvPr/>
          </p:nvSpPr>
          <p:spPr>
            <a:xfrm>
              <a:off x="5743289" y="2679873"/>
              <a:ext cx="444871" cy="13839"/>
            </a:xfrm>
            <a:custGeom>
              <a:rect b="b" l="l" r="r" t="t"/>
              <a:pathLst>
                <a:path extrusionOk="0" h="527" w="16941">
                  <a:moveTo>
                    <a:pt x="355" y="0"/>
                  </a:moveTo>
                  <a:cubicBezTo>
                    <a:pt x="1" y="0"/>
                    <a:pt x="1" y="527"/>
                    <a:pt x="355" y="527"/>
                  </a:cubicBezTo>
                  <a:lnTo>
                    <a:pt x="16586" y="527"/>
                  </a:lnTo>
                  <a:cubicBezTo>
                    <a:pt x="16940" y="527"/>
                    <a:pt x="16940" y="0"/>
                    <a:pt x="16586" y="0"/>
                  </a:cubicBezTo>
                  <a:close/>
                </a:path>
              </a:pathLst>
            </a:custGeom>
            <a:solidFill>
              <a:srgbClr val="BECBD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000" name="Google Shape;14000;p43"/>
            <p:cNvSpPr/>
            <p:nvPr/>
          </p:nvSpPr>
          <p:spPr>
            <a:xfrm>
              <a:off x="6068992" y="2666034"/>
              <a:ext cx="41254" cy="13865"/>
            </a:xfrm>
            <a:custGeom>
              <a:rect b="b" l="l" r="r" t="t"/>
              <a:pathLst>
                <a:path extrusionOk="0" h="528" w="1571">
                  <a:moveTo>
                    <a:pt x="1" y="1"/>
                  </a:moveTo>
                  <a:lnTo>
                    <a:pt x="1" y="527"/>
                  </a:lnTo>
                  <a:lnTo>
                    <a:pt x="1312" y="527"/>
                  </a:lnTo>
                  <a:cubicBezTo>
                    <a:pt x="1456" y="527"/>
                    <a:pt x="1571" y="412"/>
                    <a:pt x="1571" y="269"/>
                  </a:cubicBezTo>
                  <a:cubicBezTo>
                    <a:pt x="1571" y="125"/>
                    <a:pt x="1456" y="1"/>
                    <a:pt x="1312" y="1"/>
                  </a:cubicBez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001" name="Google Shape;14001;p43"/>
            <p:cNvSpPr/>
            <p:nvPr/>
          </p:nvSpPr>
          <p:spPr>
            <a:xfrm>
              <a:off x="5986326" y="2611020"/>
              <a:ext cx="96269" cy="68880"/>
            </a:xfrm>
            <a:custGeom>
              <a:rect b="b" l="l" r="r" t="t"/>
              <a:pathLst>
                <a:path extrusionOk="0" h="2623" w="3666">
                  <a:moveTo>
                    <a:pt x="268" y="0"/>
                  </a:moveTo>
                  <a:cubicBezTo>
                    <a:pt x="125" y="0"/>
                    <a:pt x="0" y="125"/>
                    <a:pt x="0" y="268"/>
                  </a:cubicBezTo>
                  <a:lnTo>
                    <a:pt x="0" y="2364"/>
                  </a:lnTo>
                  <a:cubicBezTo>
                    <a:pt x="0" y="2507"/>
                    <a:pt x="125" y="2622"/>
                    <a:pt x="268" y="2622"/>
                  </a:cubicBezTo>
                  <a:lnTo>
                    <a:pt x="3407" y="2622"/>
                  </a:lnTo>
                  <a:cubicBezTo>
                    <a:pt x="3551" y="2622"/>
                    <a:pt x="3666" y="2507"/>
                    <a:pt x="3666" y="2364"/>
                  </a:cubicBezTo>
                  <a:lnTo>
                    <a:pt x="3666" y="268"/>
                  </a:lnTo>
                  <a:cubicBezTo>
                    <a:pt x="3666" y="125"/>
                    <a:pt x="3551" y="0"/>
                    <a:pt x="3407" y="0"/>
                  </a:cubicBezTo>
                  <a:close/>
                </a:path>
              </a:pathLst>
            </a:custGeom>
            <a:solidFill>
              <a:srgbClr val="C5D1D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002" name="Google Shape;14002;p43"/>
            <p:cNvSpPr/>
            <p:nvPr/>
          </p:nvSpPr>
          <p:spPr>
            <a:xfrm>
              <a:off x="6025269" y="2638645"/>
              <a:ext cx="18382" cy="13865"/>
            </a:xfrm>
            <a:custGeom>
              <a:rect b="b" l="l" r="r" t="t"/>
              <a:pathLst>
                <a:path extrusionOk="0" h="528" w="700">
                  <a:moveTo>
                    <a:pt x="355" y="1"/>
                  </a:moveTo>
                  <a:cubicBezTo>
                    <a:pt x="1" y="1"/>
                    <a:pt x="1" y="518"/>
                    <a:pt x="355" y="527"/>
                  </a:cubicBezTo>
                  <a:cubicBezTo>
                    <a:pt x="699" y="518"/>
                    <a:pt x="699" y="1"/>
                    <a:pt x="355" y="1"/>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003" name="Google Shape;14003;p43"/>
            <p:cNvSpPr/>
            <p:nvPr/>
          </p:nvSpPr>
          <p:spPr>
            <a:xfrm>
              <a:off x="5807390" y="2556215"/>
              <a:ext cx="137734" cy="123685"/>
            </a:xfrm>
            <a:custGeom>
              <a:rect b="b" l="l" r="r" t="t"/>
              <a:pathLst>
                <a:path extrusionOk="0" h="4710" w="5245">
                  <a:moveTo>
                    <a:pt x="1838" y="1"/>
                  </a:moveTo>
                  <a:lnTo>
                    <a:pt x="1838" y="125"/>
                  </a:lnTo>
                  <a:cubicBezTo>
                    <a:pt x="1838" y="364"/>
                    <a:pt x="1685" y="565"/>
                    <a:pt x="1455" y="632"/>
                  </a:cubicBezTo>
                  <a:lnTo>
                    <a:pt x="575" y="881"/>
                  </a:lnTo>
                  <a:cubicBezTo>
                    <a:pt x="240" y="977"/>
                    <a:pt x="0" y="1293"/>
                    <a:pt x="0" y="1637"/>
                  </a:cubicBezTo>
                  <a:lnTo>
                    <a:pt x="0" y="3925"/>
                  </a:lnTo>
                  <a:cubicBezTo>
                    <a:pt x="0" y="4355"/>
                    <a:pt x="354" y="4709"/>
                    <a:pt x="785" y="4709"/>
                  </a:cubicBezTo>
                  <a:lnTo>
                    <a:pt x="4460" y="4709"/>
                  </a:lnTo>
                  <a:cubicBezTo>
                    <a:pt x="4891" y="4709"/>
                    <a:pt x="5245" y="4355"/>
                    <a:pt x="5245" y="3925"/>
                  </a:cubicBezTo>
                  <a:lnTo>
                    <a:pt x="5245" y="1637"/>
                  </a:lnTo>
                  <a:cubicBezTo>
                    <a:pt x="5245" y="1283"/>
                    <a:pt x="5015" y="977"/>
                    <a:pt x="4680" y="881"/>
                  </a:cubicBezTo>
                  <a:lnTo>
                    <a:pt x="3800" y="632"/>
                  </a:lnTo>
                  <a:cubicBezTo>
                    <a:pt x="3570" y="565"/>
                    <a:pt x="3417" y="355"/>
                    <a:pt x="3417" y="116"/>
                  </a:cubicBezTo>
                  <a:lnTo>
                    <a:pt x="3417" y="1"/>
                  </a:lnTo>
                  <a:close/>
                </a:path>
              </a:pathLst>
            </a:custGeom>
            <a:solidFill>
              <a:srgbClr val="8192A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004" name="Google Shape;14004;p43"/>
            <p:cNvSpPr/>
            <p:nvPr/>
          </p:nvSpPr>
          <p:spPr>
            <a:xfrm>
              <a:off x="5807626" y="2587386"/>
              <a:ext cx="27678" cy="92514"/>
            </a:xfrm>
            <a:custGeom>
              <a:rect b="b" l="l" r="r" t="t"/>
              <a:pathLst>
                <a:path extrusionOk="0" h="3523" w="1054">
                  <a:moveTo>
                    <a:pt x="144" y="0"/>
                  </a:moveTo>
                  <a:cubicBezTo>
                    <a:pt x="49" y="134"/>
                    <a:pt x="1" y="288"/>
                    <a:pt x="1" y="450"/>
                  </a:cubicBezTo>
                  <a:lnTo>
                    <a:pt x="1" y="2738"/>
                  </a:lnTo>
                  <a:cubicBezTo>
                    <a:pt x="1" y="3168"/>
                    <a:pt x="355" y="3522"/>
                    <a:pt x="786" y="3522"/>
                  </a:cubicBezTo>
                  <a:lnTo>
                    <a:pt x="1054" y="3522"/>
                  </a:lnTo>
                  <a:lnTo>
                    <a:pt x="1054" y="900"/>
                  </a:lnTo>
                  <a:lnTo>
                    <a:pt x="144" y="0"/>
                  </a:lnTo>
                  <a:close/>
                </a:path>
              </a:pathLst>
            </a:custGeom>
            <a:solidFill>
              <a:srgbClr val="6E829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005" name="Google Shape;14005;p43"/>
            <p:cNvSpPr/>
            <p:nvPr/>
          </p:nvSpPr>
          <p:spPr>
            <a:xfrm>
              <a:off x="5917708" y="2587386"/>
              <a:ext cx="27415" cy="92514"/>
            </a:xfrm>
            <a:custGeom>
              <a:rect b="b" l="l" r="r" t="t"/>
              <a:pathLst>
                <a:path extrusionOk="0" h="3523" w="1044">
                  <a:moveTo>
                    <a:pt x="900" y="0"/>
                  </a:moveTo>
                  <a:lnTo>
                    <a:pt x="1" y="900"/>
                  </a:lnTo>
                  <a:lnTo>
                    <a:pt x="1" y="3522"/>
                  </a:lnTo>
                  <a:lnTo>
                    <a:pt x="259" y="3522"/>
                  </a:lnTo>
                  <a:cubicBezTo>
                    <a:pt x="690" y="3522"/>
                    <a:pt x="1044" y="3168"/>
                    <a:pt x="1044" y="2738"/>
                  </a:cubicBezTo>
                  <a:lnTo>
                    <a:pt x="1044" y="450"/>
                  </a:lnTo>
                  <a:cubicBezTo>
                    <a:pt x="1044" y="288"/>
                    <a:pt x="996" y="134"/>
                    <a:pt x="900" y="0"/>
                  </a:cubicBezTo>
                  <a:close/>
                </a:path>
              </a:pathLst>
            </a:custGeom>
            <a:solidFill>
              <a:srgbClr val="6E829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006" name="Google Shape;14006;p43"/>
            <p:cNvSpPr/>
            <p:nvPr/>
          </p:nvSpPr>
          <p:spPr>
            <a:xfrm>
              <a:off x="5843314" y="2556215"/>
              <a:ext cx="66123" cy="20640"/>
            </a:xfrm>
            <a:custGeom>
              <a:rect b="b" l="l" r="r" t="t"/>
              <a:pathLst>
                <a:path extrusionOk="0" h="786" w="2518">
                  <a:moveTo>
                    <a:pt x="470" y="1"/>
                  </a:moveTo>
                  <a:lnTo>
                    <a:pt x="470" y="125"/>
                  </a:lnTo>
                  <a:cubicBezTo>
                    <a:pt x="470" y="364"/>
                    <a:pt x="317" y="565"/>
                    <a:pt x="87" y="632"/>
                  </a:cubicBezTo>
                  <a:lnTo>
                    <a:pt x="1" y="661"/>
                  </a:lnTo>
                  <a:cubicBezTo>
                    <a:pt x="412" y="738"/>
                    <a:pt x="833" y="776"/>
                    <a:pt x="1255" y="786"/>
                  </a:cubicBezTo>
                  <a:cubicBezTo>
                    <a:pt x="1685" y="776"/>
                    <a:pt x="2106" y="738"/>
                    <a:pt x="2518" y="652"/>
                  </a:cubicBezTo>
                  <a:lnTo>
                    <a:pt x="2432" y="632"/>
                  </a:lnTo>
                  <a:cubicBezTo>
                    <a:pt x="2202" y="565"/>
                    <a:pt x="2049" y="355"/>
                    <a:pt x="2049" y="116"/>
                  </a:cubicBezTo>
                  <a:lnTo>
                    <a:pt x="2049" y="1"/>
                  </a:lnTo>
                  <a:close/>
                </a:path>
              </a:pathLst>
            </a:custGeom>
            <a:solidFill>
              <a:srgbClr val="6E829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007" name="Google Shape;14007;p43"/>
            <p:cNvSpPr/>
            <p:nvPr/>
          </p:nvSpPr>
          <p:spPr>
            <a:xfrm>
              <a:off x="5815688" y="2439122"/>
              <a:ext cx="121400" cy="123921"/>
            </a:xfrm>
            <a:custGeom>
              <a:rect b="b" l="l" r="r" t="t"/>
              <a:pathLst>
                <a:path extrusionOk="0" h="4719" w="4623">
                  <a:moveTo>
                    <a:pt x="2316" y="0"/>
                  </a:moveTo>
                  <a:cubicBezTo>
                    <a:pt x="1302" y="0"/>
                    <a:pt x="555" y="842"/>
                    <a:pt x="479" y="1857"/>
                  </a:cubicBezTo>
                  <a:cubicBezTo>
                    <a:pt x="421" y="2594"/>
                    <a:pt x="278" y="3311"/>
                    <a:pt x="48" y="4010"/>
                  </a:cubicBezTo>
                  <a:cubicBezTo>
                    <a:pt x="0" y="4144"/>
                    <a:pt x="77" y="4297"/>
                    <a:pt x="211" y="4345"/>
                  </a:cubicBezTo>
                  <a:cubicBezTo>
                    <a:pt x="881" y="4584"/>
                    <a:pt x="1598" y="4709"/>
                    <a:pt x="2307" y="4718"/>
                  </a:cubicBezTo>
                  <a:cubicBezTo>
                    <a:pt x="3024" y="4709"/>
                    <a:pt x="3742" y="4584"/>
                    <a:pt x="4412" y="4345"/>
                  </a:cubicBezTo>
                  <a:cubicBezTo>
                    <a:pt x="4546" y="4297"/>
                    <a:pt x="4623" y="4144"/>
                    <a:pt x="4575" y="4010"/>
                  </a:cubicBezTo>
                  <a:cubicBezTo>
                    <a:pt x="4345" y="3311"/>
                    <a:pt x="4201" y="2594"/>
                    <a:pt x="4144" y="1857"/>
                  </a:cubicBezTo>
                  <a:cubicBezTo>
                    <a:pt x="4077" y="833"/>
                    <a:pt x="3321" y="0"/>
                    <a:pt x="2316" y="0"/>
                  </a:cubicBez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008" name="Google Shape;14008;p43"/>
            <p:cNvSpPr/>
            <p:nvPr/>
          </p:nvSpPr>
          <p:spPr>
            <a:xfrm>
              <a:off x="5828241" y="2714300"/>
              <a:ext cx="13839" cy="41228"/>
            </a:xfrm>
            <a:custGeom>
              <a:rect b="b" l="l" r="r" t="t"/>
              <a:pathLst>
                <a:path extrusionOk="0" h="1570" w="527">
                  <a:moveTo>
                    <a:pt x="1" y="0"/>
                  </a:moveTo>
                  <a:lnTo>
                    <a:pt x="1" y="1312"/>
                  </a:lnTo>
                  <a:cubicBezTo>
                    <a:pt x="1" y="1455"/>
                    <a:pt x="115" y="1570"/>
                    <a:pt x="269" y="1570"/>
                  </a:cubicBezTo>
                  <a:cubicBezTo>
                    <a:pt x="412" y="1570"/>
                    <a:pt x="527" y="1455"/>
                    <a:pt x="527" y="1312"/>
                  </a:cubicBezTo>
                  <a:lnTo>
                    <a:pt x="527" y="0"/>
                  </a:lnTo>
                  <a:close/>
                </a:path>
              </a:pathLst>
            </a:custGeom>
            <a:solidFill>
              <a:srgbClr val="76899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009" name="Google Shape;14009;p43"/>
            <p:cNvSpPr/>
            <p:nvPr/>
          </p:nvSpPr>
          <p:spPr>
            <a:xfrm>
              <a:off x="5828241" y="2707263"/>
              <a:ext cx="13839" cy="27678"/>
            </a:xfrm>
            <a:custGeom>
              <a:rect b="b" l="l" r="r" t="t"/>
              <a:pathLst>
                <a:path extrusionOk="0" h="1054" w="527">
                  <a:moveTo>
                    <a:pt x="1" y="1"/>
                  </a:moveTo>
                  <a:lnTo>
                    <a:pt x="1" y="1053"/>
                  </a:lnTo>
                  <a:lnTo>
                    <a:pt x="527" y="1053"/>
                  </a:lnTo>
                  <a:lnTo>
                    <a:pt x="527" y="1"/>
                  </a:lnTo>
                  <a:close/>
                </a:path>
              </a:pathLst>
            </a:custGeom>
            <a:solidFill>
              <a:srgbClr val="63798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010" name="Google Shape;14010;p43"/>
            <p:cNvSpPr/>
            <p:nvPr/>
          </p:nvSpPr>
          <p:spPr>
            <a:xfrm>
              <a:off x="5910671" y="2714300"/>
              <a:ext cx="13865" cy="41228"/>
            </a:xfrm>
            <a:custGeom>
              <a:rect b="b" l="l" r="r" t="t"/>
              <a:pathLst>
                <a:path extrusionOk="0" h="1570" w="528">
                  <a:moveTo>
                    <a:pt x="1" y="0"/>
                  </a:moveTo>
                  <a:lnTo>
                    <a:pt x="1" y="1312"/>
                  </a:lnTo>
                  <a:cubicBezTo>
                    <a:pt x="1" y="1455"/>
                    <a:pt x="125" y="1570"/>
                    <a:pt x="269" y="1570"/>
                  </a:cubicBezTo>
                  <a:cubicBezTo>
                    <a:pt x="412" y="1570"/>
                    <a:pt x="527" y="1455"/>
                    <a:pt x="527" y="1312"/>
                  </a:cubicBezTo>
                  <a:lnTo>
                    <a:pt x="527" y="0"/>
                  </a:lnTo>
                  <a:close/>
                </a:path>
              </a:pathLst>
            </a:custGeom>
            <a:solidFill>
              <a:srgbClr val="76899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011" name="Google Shape;14011;p43"/>
            <p:cNvSpPr/>
            <p:nvPr/>
          </p:nvSpPr>
          <p:spPr>
            <a:xfrm>
              <a:off x="5910671" y="2707263"/>
              <a:ext cx="13865" cy="27678"/>
            </a:xfrm>
            <a:custGeom>
              <a:rect b="b" l="l" r="r" t="t"/>
              <a:pathLst>
                <a:path extrusionOk="0" h="1054" w="528">
                  <a:moveTo>
                    <a:pt x="1" y="1"/>
                  </a:moveTo>
                  <a:lnTo>
                    <a:pt x="1" y="1053"/>
                  </a:lnTo>
                  <a:lnTo>
                    <a:pt x="527" y="1053"/>
                  </a:lnTo>
                  <a:lnTo>
                    <a:pt x="527" y="1"/>
                  </a:lnTo>
                  <a:close/>
                </a:path>
              </a:pathLst>
            </a:custGeom>
            <a:solidFill>
              <a:srgbClr val="63798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012" name="Google Shape;14012;p43"/>
            <p:cNvSpPr/>
            <p:nvPr/>
          </p:nvSpPr>
          <p:spPr>
            <a:xfrm>
              <a:off x="5828241" y="2604218"/>
              <a:ext cx="96295" cy="116883"/>
            </a:xfrm>
            <a:custGeom>
              <a:rect b="b" l="l" r="r" t="t"/>
              <a:pathLst>
                <a:path extrusionOk="0" h="4451" w="3667">
                  <a:moveTo>
                    <a:pt x="785" y="1"/>
                  </a:moveTo>
                  <a:cubicBezTo>
                    <a:pt x="355" y="1"/>
                    <a:pt x="1" y="355"/>
                    <a:pt x="1" y="785"/>
                  </a:cubicBezTo>
                  <a:lnTo>
                    <a:pt x="1" y="4192"/>
                  </a:lnTo>
                  <a:cubicBezTo>
                    <a:pt x="1" y="4336"/>
                    <a:pt x="115" y="4451"/>
                    <a:pt x="259" y="4451"/>
                  </a:cubicBezTo>
                  <a:lnTo>
                    <a:pt x="3408" y="4451"/>
                  </a:lnTo>
                  <a:cubicBezTo>
                    <a:pt x="3551" y="4451"/>
                    <a:pt x="3666" y="4336"/>
                    <a:pt x="3666" y="4192"/>
                  </a:cubicBezTo>
                  <a:lnTo>
                    <a:pt x="3666" y="785"/>
                  </a:lnTo>
                  <a:cubicBezTo>
                    <a:pt x="3666" y="355"/>
                    <a:pt x="3312" y="1"/>
                    <a:pt x="2881" y="1"/>
                  </a:cubicBezTo>
                  <a:close/>
                </a:path>
              </a:pathLst>
            </a:custGeom>
            <a:solidFill>
              <a:srgbClr val="909FA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013" name="Google Shape;14013;p43"/>
            <p:cNvSpPr/>
            <p:nvPr/>
          </p:nvSpPr>
          <p:spPr>
            <a:xfrm>
              <a:off x="5815688" y="2439306"/>
              <a:ext cx="73896" cy="121216"/>
            </a:xfrm>
            <a:custGeom>
              <a:rect b="b" l="l" r="r" t="t"/>
              <a:pathLst>
                <a:path extrusionOk="0" h="4616" w="2814">
                  <a:moveTo>
                    <a:pt x="2373" y="1"/>
                  </a:moveTo>
                  <a:cubicBezTo>
                    <a:pt x="2351" y="1"/>
                    <a:pt x="2329" y="1"/>
                    <a:pt x="2307" y="3"/>
                  </a:cubicBezTo>
                  <a:cubicBezTo>
                    <a:pt x="1302" y="3"/>
                    <a:pt x="546" y="835"/>
                    <a:pt x="479" y="1850"/>
                  </a:cubicBezTo>
                  <a:cubicBezTo>
                    <a:pt x="412" y="2587"/>
                    <a:pt x="268" y="3304"/>
                    <a:pt x="48" y="4003"/>
                  </a:cubicBezTo>
                  <a:cubicBezTo>
                    <a:pt x="0" y="4137"/>
                    <a:pt x="77" y="4290"/>
                    <a:pt x="211" y="4338"/>
                  </a:cubicBezTo>
                  <a:cubicBezTo>
                    <a:pt x="555" y="4462"/>
                    <a:pt x="909" y="4548"/>
                    <a:pt x="1273" y="4615"/>
                  </a:cubicBezTo>
                  <a:cubicBezTo>
                    <a:pt x="1263" y="4558"/>
                    <a:pt x="1263" y="4501"/>
                    <a:pt x="1273" y="4453"/>
                  </a:cubicBezTo>
                  <a:cubicBezTo>
                    <a:pt x="1464" y="3668"/>
                    <a:pt x="1589" y="2864"/>
                    <a:pt x="1646" y="2060"/>
                  </a:cubicBezTo>
                  <a:cubicBezTo>
                    <a:pt x="1694" y="1113"/>
                    <a:pt x="2153" y="309"/>
                    <a:pt x="2814" y="70"/>
                  </a:cubicBezTo>
                  <a:cubicBezTo>
                    <a:pt x="2672" y="28"/>
                    <a:pt x="2523" y="1"/>
                    <a:pt x="2373" y="1"/>
                  </a:cubicBez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4014" name="Google Shape;14014;p43"/>
          <p:cNvGrpSpPr/>
          <p:nvPr/>
        </p:nvGrpSpPr>
        <p:grpSpPr>
          <a:xfrm>
            <a:off x="6230360" y="2280183"/>
            <a:ext cx="351359" cy="363413"/>
            <a:chOff x="6230360" y="2432583"/>
            <a:chExt cx="351359" cy="363413"/>
          </a:xfrm>
        </p:grpSpPr>
        <p:sp>
          <p:nvSpPr>
            <p:cNvPr id="14015" name="Google Shape;14015;p43"/>
            <p:cNvSpPr/>
            <p:nvPr/>
          </p:nvSpPr>
          <p:spPr>
            <a:xfrm>
              <a:off x="6361791" y="2432583"/>
              <a:ext cx="219928" cy="325230"/>
            </a:xfrm>
            <a:custGeom>
              <a:rect b="b" l="l" r="r" t="t"/>
              <a:pathLst>
                <a:path extrusionOk="0" h="12385" w="8375">
                  <a:moveTo>
                    <a:pt x="354" y="0"/>
                  </a:moveTo>
                  <a:cubicBezTo>
                    <a:pt x="287" y="0"/>
                    <a:pt x="0" y="19"/>
                    <a:pt x="0" y="278"/>
                  </a:cubicBezTo>
                  <a:lnTo>
                    <a:pt x="0" y="1531"/>
                  </a:lnTo>
                  <a:lnTo>
                    <a:pt x="3608" y="1531"/>
                  </a:lnTo>
                  <a:lnTo>
                    <a:pt x="6231" y="4154"/>
                  </a:lnTo>
                  <a:lnTo>
                    <a:pt x="6231" y="12384"/>
                  </a:lnTo>
                  <a:lnTo>
                    <a:pt x="8039" y="12384"/>
                  </a:lnTo>
                  <a:cubicBezTo>
                    <a:pt x="8116" y="12384"/>
                    <a:pt x="8374" y="12346"/>
                    <a:pt x="8374" y="12107"/>
                  </a:cubicBezTo>
                  <a:lnTo>
                    <a:pt x="8374" y="12097"/>
                  </a:lnTo>
                  <a:lnTo>
                    <a:pt x="8374" y="2661"/>
                  </a:lnTo>
                  <a:lnTo>
                    <a:pt x="6891" y="1474"/>
                  </a:lnTo>
                  <a:lnTo>
                    <a:pt x="5714" y="0"/>
                  </a:lnTo>
                  <a:close/>
                </a:path>
              </a:pathLst>
            </a:custGeom>
            <a:solidFill>
              <a:srgbClr val="EBEFF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016" name="Google Shape;14016;p43"/>
            <p:cNvSpPr/>
            <p:nvPr/>
          </p:nvSpPr>
          <p:spPr>
            <a:xfrm>
              <a:off x="6361791" y="2432583"/>
              <a:ext cx="9585" cy="40230"/>
            </a:xfrm>
            <a:custGeom>
              <a:rect b="b" l="l" r="r" t="t"/>
              <a:pathLst>
                <a:path extrusionOk="0" h="1532" w="365">
                  <a:moveTo>
                    <a:pt x="354" y="0"/>
                  </a:moveTo>
                  <a:cubicBezTo>
                    <a:pt x="287" y="0"/>
                    <a:pt x="0" y="19"/>
                    <a:pt x="0" y="278"/>
                  </a:cubicBezTo>
                  <a:lnTo>
                    <a:pt x="0" y="1531"/>
                  </a:lnTo>
                  <a:lnTo>
                    <a:pt x="364" y="1531"/>
                  </a:lnTo>
                  <a:lnTo>
                    <a:pt x="364" y="0"/>
                  </a:ln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017" name="Google Shape;14017;p43"/>
            <p:cNvSpPr/>
            <p:nvPr/>
          </p:nvSpPr>
          <p:spPr>
            <a:xfrm>
              <a:off x="6510817" y="2432583"/>
              <a:ext cx="70403" cy="70377"/>
            </a:xfrm>
            <a:custGeom>
              <a:rect b="b" l="l" r="r" t="t"/>
              <a:pathLst>
                <a:path extrusionOk="0" h="2680" w="2681">
                  <a:moveTo>
                    <a:pt x="1" y="0"/>
                  </a:moveTo>
                  <a:lnTo>
                    <a:pt x="1" y="2192"/>
                  </a:lnTo>
                  <a:cubicBezTo>
                    <a:pt x="29" y="2364"/>
                    <a:pt x="135" y="2651"/>
                    <a:pt x="632" y="2680"/>
                  </a:cubicBezTo>
                  <a:lnTo>
                    <a:pt x="2680" y="2680"/>
                  </a:lnTo>
                  <a:lnTo>
                    <a:pt x="1" y="0"/>
                  </a:lnTo>
                  <a:close/>
                </a:path>
              </a:pathLst>
            </a:custGeom>
            <a:solidFill>
              <a:srgbClr val="8192A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018" name="Google Shape;14018;p43"/>
            <p:cNvSpPr/>
            <p:nvPr/>
          </p:nvSpPr>
          <p:spPr>
            <a:xfrm>
              <a:off x="6361791" y="2469006"/>
              <a:ext cx="107088" cy="16124"/>
            </a:xfrm>
            <a:custGeom>
              <a:rect b="b" l="l" r="r" t="t"/>
              <a:pathLst>
                <a:path extrusionOk="0" h="614" w="4078">
                  <a:moveTo>
                    <a:pt x="0" y="1"/>
                  </a:moveTo>
                  <a:lnTo>
                    <a:pt x="0" y="144"/>
                  </a:lnTo>
                  <a:lnTo>
                    <a:pt x="3608" y="144"/>
                  </a:lnTo>
                  <a:lnTo>
                    <a:pt x="4077" y="613"/>
                  </a:lnTo>
                  <a:lnTo>
                    <a:pt x="4077" y="1"/>
                  </a:ln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019" name="Google Shape;14019;p43"/>
            <p:cNvSpPr/>
            <p:nvPr/>
          </p:nvSpPr>
          <p:spPr>
            <a:xfrm>
              <a:off x="6465571" y="2469006"/>
              <a:ext cx="73160" cy="288807"/>
            </a:xfrm>
            <a:custGeom>
              <a:rect b="b" l="l" r="r" t="t"/>
              <a:pathLst>
                <a:path extrusionOk="0" h="10998" w="2786">
                  <a:moveTo>
                    <a:pt x="125" y="1"/>
                  </a:moveTo>
                  <a:lnTo>
                    <a:pt x="1" y="499"/>
                  </a:lnTo>
                  <a:lnTo>
                    <a:pt x="2279" y="2767"/>
                  </a:lnTo>
                  <a:lnTo>
                    <a:pt x="2279" y="10997"/>
                  </a:lnTo>
                  <a:lnTo>
                    <a:pt x="2786" y="10997"/>
                  </a:lnTo>
                  <a:lnTo>
                    <a:pt x="2786" y="2681"/>
                  </a:lnTo>
                  <a:lnTo>
                    <a:pt x="2786" y="2661"/>
                  </a:lnTo>
                  <a:lnTo>
                    <a:pt x="2767" y="2661"/>
                  </a:lnTo>
                  <a:lnTo>
                    <a:pt x="125" y="1"/>
                  </a:ln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020" name="Google Shape;14020;p43"/>
            <p:cNvSpPr/>
            <p:nvPr/>
          </p:nvSpPr>
          <p:spPr>
            <a:xfrm>
              <a:off x="6309508" y="2469006"/>
              <a:ext cx="9585" cy="131983"/>
            </a:xfrm>
            <a:custGeom>
              <a:rect b="b" l="l" r="r" t="t"/>
              <a:pathLst>
                <a:path extrusionOk="0" h="5026" w="365">
                  <a:moveTo>
                    <a:pt x="345" y="1"/>
                  </a:moveTo>
                  <a:cubicBezTo>
                    <a:pt x="288" y="1"/>
                    <a:pt x="29" y="20"/>
                    <a:pt x="1" y="231"/>
                  </a:cubicBezTo>
                  <a:lnTo>
                    <a:pt x="1" y="5025"/>
                  </a:lnTo>
                  <a:lnTo>
                    <a:pt x="364" y="4977"/>
                  </a:lnTo>
                  <a:lnTo>
                    <a:pt x="364" y="1"/>
                  </a:lnTo>
                  <a:close/>
                </a:path>
              </a:pathLst>
            </a:custGeom>
            <a:solidFill>
              <a:srgbClr val="D7DFE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021" name="Google Shape;14021;p43"/>
            <p:cNvSpPr/>
            <p:nvPr/>
          </p:nvSpPr>
          <p:spPr>
            <a:xfrm>
              <a:off x="6309770" y="2591692"/>
              <a:ext cx="134477" cy="201283"/>
            </a:xfrm>
            <a:custGeom>
              <a:rect b="b" l="l" r="r" t="t"/>
              <a:pathLst>
                <a:path extrusionOk="0" h="7665" w="5121">
                  <a:moveTo>
                    <a:pt x="1228" y="1"/>
                  </a:moveTo>
                  <a:cubicBezTo>
                    <a:pt x="824" y="1"/>
                    <a:pt x="411" y="64"/>
                    <a:pt x="0" y="200"/>
                  </a:cubicBezTo>
                  <a:lnTo>
                    <a:pt x="0" y="353"/>
                  </a:lnTo>
                  <a:lnTo>
                    <a:pt x="393" y="296"/>
                  </a:lnTo>
                  <a:lnTo>
                    <a:pt x="450" y="286"/>
                  </a:lnTo>
                  <a:lnTo>
                    <a:pt x="1292" y="286"/>
                  </a:lnTo>
                  <a:lnTo>
                    <a:pt x="1350" y="296"/>
                  </a:lnTo>
                  <a:lnTo>
                    <a:pt x="1388" y="296"/>
                  </a:lnTo>
                  <a:lnTo>
                    <a:pt x="1436" y="305"/>
                  </a:lnTo>
                  <a:lnTo>
                    <a:pt x="1484" y="315"/>
                  </a:lnTo>
                  <a:lnTo>
                    <a:pt x="1532" y="325"/>
                  </a:lnTo>
                  <a:lnTo>
                    <a:pt x="1570" y="325"/>
                  </a:lnTo>
                  <a:lnTo>
                    <a:pt x="1627" y="334"/>
                  </a:lnTo>
                  <a:lnTo>
                    <a:pt x="1666" y="344"/>
                  </a:lnTo>
                  <a:lnTo>
                    <a:pt x="1713" y="363"/>
                  </a:lnTo>
                  <a:lnTo>
                    <a:pt x="1761" y="372"/>
                  </a:lnTo>
                  <a:lnTo>
                    <a:pt x="1809" y="382"/>
                  </a:lnTo>
                  <a:lnTo>
                    <a:pt x="1847" y="392"/>
                  </a:lnTo>
                  <a:lnTo>
                    <a:pt x="1895" y="401"/>
                  </a:lnTo>
                  <a:lnTo>
                    <a:pt x="1905" y="401"/>
                  </a:lnTo>
                  <a:lnTo>
                    <a:pt x="1934" y="411"/>
                  </a:lnTo>
                  <a:lnTo>
                    <a:pt x="1981" y="430"/>
                  </a:lnTo>
                  <a:lnTo>
                    <a:pt x="1991" y="430"/>
                  </a:lnTo>
                  <a:lnTo>
                    <a:pt x="2020" y="439"/>
                  </a:lnTo>
                  <a:lnTo>
                    <a:pt x="2068" y="459"/>
                  </a:lnTo>
                  <a:lnTo>
                    <a:pt x="2106" y="468"/>
                  </a:lnTo>
                  <a:lnTo>
                    <a:pt x="2154" y="487"/>
                  </a:lnTo>
                  <a:lnTo>
                    <a:pt x="2173" y="497"/>
                  </a:lnTo>
                  <a:lnTo>
                    <a:pt x="2192" y="497"/>
                  </a:lnTo>
                  <a:lnTo>
                    <a:pt x="2249" y="526"/>
                  </a:lnTo>
                  <a:lnTo>
                    <a:pt x="2259" y="526"/>
                  </a:lnTo>
                  <a:lnTo>
                    <a:pt x="2278" y="535"/>
                  </a:lnTo>
                  <a:lnTo>
                    <a:pt x="2335" y="554"/>
                  </a:lnTo>
                  <a:lnTo>
                    <a:pt x="2364" y="564"/>
                  </a:lnTo>
                  <a:lnTo>
                    <a:pt x="2450" y="602"/>
                  </a:lnTo>
                  <a:lnTo>
                    <a:pt x="2460" y="602"/>
                  </a:lnTo>
                  <a:lnTo>
                    <a:pt x="2527" y="640"/>
                  </a:lnTo>
                  <a:lnTo>
                    <a:pt x="2556" y="660"/>
                  </a:lnTo>
                  <a:lnTo>
                    <a:pt x="2613" y="688"/>
                  </a:lnTo>
                  <a:lnTo>
                    <a:pt x="2642" y="707"/>
                  </a:lnTo>
                  <a:lnTo>
                    <a:pt x="2690" y="727"/>
                  </a:lnTo>
                  <a:lnTo>
                    <a:pt x="2709" y="746"/>
                  </a:lnTo>
                  <a:lnTo>
                    <a:pt x="2728" y="755"/>
                  </a:lnTo>
                  <a:lnTo>
                    <a:pt x="2766" y="774"/>
                  </a:lnTo>
                  <a:lnTo>
                    <a:pt x="2795" y="794"/>
                  </a:lnTo>
                  <a:lnTo>
                    <a:pt x="2804" y="794"/>
                  </a:lnTo>
                  <a:lnTo>
                    <a:pt x="2843" y="822"/>
                  </a:lnTo>
                  <a:lnTo>
                    <a:pt x="2881" y="851"/>
                  </a:lnTo>
                  <a:lnTo>
                    <a:pt x="2919" y="880"/>
                  </a:lnTo>
                  <a:lnTo>
                    <a:pt x="2948" y="899"/>
                  </a:lnTo>
                  <a:lnTo>
                    <a:pt x="2996" y="927"/>
                  </a:lnTo>
                  <a:lnTo>
                    <a:pt x="3025" y="947"/>
                  </a:lnTo>
                  <a:lnTo>
                    <a:pt x="3063" y="975"/>
                  </a:lnTo>
                  <a:lnTo>
                    <a:pt x="3092" y="1004"/>
                  </a:lnTo>
                  <a:lnTo>
                    <a:pt x="3139" y="1033"/>
                  </a:lnTo>
                  <a:lnTo>
                    <a:pt x="3168" y="1061"/>
                  </a:lnTo>
                  <a:lnTo>
                    <a:pt x="3206" y="1090"/>
                  </a:lnTo>
                  <a:lnTo>
                    <a:pt x="3235" y="1119"/>
                  </a:lnTo>
                  <a:lnTo>
                    <a:pt x="3273" y="1148"/>
                  </a:lnTo>
                  <a:lnTo>
                    <a:pt x="3302" y="1176"/>
                  </a:lnTo>
                  <a:lnTo>
                    <a:pt x="3340" y="1205"/>
                  </a:lnTo>
                  <a:lnTo>
                    <a:pt x="3369" y="1234"/>
                  </a:lnTo>
                  <a:lnTo>
                    <a:pt x="3407" y="1272"/>
                  </a:lnTo>
                  <a:lnTo>
                    <a:pt x="3436" y="1301"/>
                  </a:lnTo>
                  <a:lnTo>
                    <a:pt x="3474" y="1339"/>
                  </a:lnTo>
                  <a:lnTo>
                    <a:pt x="3493" y="1368"/>
                  </a:lnTo>
                  <a:lnTo>
                    <a:pt x="3541" y="1406"/>
                  </a:lnTo>
                  <a:lnTo>
                    <a:pt x="3560" y="1444"/>
                  </a:lnTo>
                  <a:lnTo>
                    <a:pt x="3580" y="1454"/>
                  </a:lnTo>
                  <a:cubicBezTo>
                    <a:pt x="3809" y="1712"/>
                    <a:pt x="4001" y="1999"/>
                    <a:pt x="4154" y="2306"/>
                  </a:cubicBezTo>
                  <a:lnTo>
                    <a:pt x="4154" y="2325"/>
                  </a:lnTo>
                  <a:lnTo>
                    <a:pt x="4163" y="2344"/>
                  </a:lnTo>
                  <a:lnTo>
                    <a:pt x="4192" y="2401"/>
                  </a:lnTo>
                  <a:cubicBezTo>
                    <a:pt x="4403" y="2861"/>
                    <a:pt x="4508" y="3358"/>
                    <a:pt x="4508" y="3856"/>
                  </a:cubicBezTo>
                  <a:lnTo>
                    <a:pt x="4508" y="3885"/>
                  </a:lnTo>
                  <a:lnTo>
                    <a:pt x="4508" y="4000"/>
                  </a:lnTo>
                  <a:lnTo>
                    <a:pt x="4508" y="4038"/>
                  </a:lnTo>
                  <a:lnTo>
                    <a:pt x="4508" y="4134"/>
                  </a:lnTo>
                  <a:lnTo>
                    <a:pt x="4508" y="4153"/>
                  </a:lnTo>
                  <a:cubicBezTo>
                    <a:pt x="4508" y="4191"/>
                    <a:pt x="4498" y="4229"/>
                    <a:pt x="4498" y="4277"/>
                  </a:cubicBezTo>
                  <a:lnTo>
                    <a:pt x="4498" y="4296"/>
                  </a:lnTo>
                  <a:cubicBezTo>
                    <a:pt x="4498" y="4325"/>
                    <a:pt x="4489" y="4354"/>
                    <a:pt x="4489" y="4392"/>
                  </a:cubicBezTo>
                  <a:lnTo>
                    <a:pt x="4489" y="4421"/>
                  </a:lnTo>
                  <a:cubicBezTo>
                    <a:pt x="4470" y="4497"/>
                    <a:pt x="4460" y="4574"/>
                    <a:pt x="4441" y="4641"/>
                  </a:cubicBezTo>
                  <a:lnTo>
                    <a:pt x="4441" y="4669"/>
                  </a:lnTo>
                  <a:cubicBezTo>
                    <a:pt x="4441" y="4698"/>
                    <a:pt x="4431" y="4736"/>
                    <a:pt x="4422" y="4765"/>
                  </a:cubicBezTo>
                  <a:lnTo>
                    <a:pt x="4422" y="4784"/>
                  </a:lnTo>
                  <a:cubicBezTo>
                    <a:pt x="4412" y="4823"/>
                    <a:pt x="4403" y="4861"/>
                    <a:pt x="4393" y="4899"/>
                  </a:cubicBezTo>
                  <a:lnTo>
                    <a:pt x="4393" y="4909"/>
                  </a:lnTo>
                  <a:cubicBezTo>
                    <a:pt x="4384" y="4937"/>
                    <a:pt x="4374" y="4976"/>
                    <a:pt x="4364" y="5004"/>
                  </a:cubicBezTo>
                  <a:lnTo>
                    <a:pt x="4355" y="5033"/>
                  </a:lnTo>
                  <a:cubicBezTo>
                    <a:pt x="4336" y="5100"/>
                    <a:pt x="4307" y="5177"/>
                    <a:pt x="4278" y="5244"/>
                  </a:cubicBezTo>
                  <a:lnTo>
                    <a:pt x="4269" y="5263"/>
                  </a:lnTo>
                  <a:lnTo>
                    <a:pt x="4230" y="5359"/>
                  </a:lnTo>
                  <a:lnTo>
                    <a:pt x="4221" y="5368"/>
                  </a:lnTo>
                  <a:cubicBezTo>
                    <a:pt x="4202" y="5406"/>
                    <a:pt x="4192" y="5445"/>
                    <a:pt x="4173" y="5473"/>
                  </a:cubicBezTo>
                  <a:cubicBezTo>
                    <a:pt x="4154" y="5512"/>
                    <a:pt x="4144" y="5540"/>
                    <a:pt x="4125" y="5569"/>
                  </a:cubicBezTo>
                  <a:lnTo>
                    <a:pt x="4116" y="5588"/>
                  </a:lnTo>
                  <a:cubicBezTo>
                    <a:pt x="4077" y="5655"/>
                    <a:pt x="4039" y="5722"/>
                    <a:pt x="4001" y="5789"/>
                  </a:cubicBezTo>
                  <a:lnTo>
                    <a:pt x="3991" y="5799"/>
                  </a:lnTo>
                  <a:lnTo>
                    <a:pt x="3934" y="5894"/>
                  </a:lnTo>
                  <a:lnTo>
                    <a:pt x="3934" y="5904"/>
                  </a:lnTo>
                  <a:cubicBezTo>
                    <a:pt x="3886" y="5961"/>
                    <a:pt x="3838" y="6028"/>
                    <a:pt x="3790" y="6095"/>
                  </a:cubicBezTo>
                  <a:lnTo>
                    <a:pt x="3790" y="6105"/>
                  </a:lnTo>
                  <a:cubicBezTo>
                    <a:pt x="3742" y="6162"/>
                    <a:pt x="3685" y="6220"/>
                    <a:pt x="3637" y="6287"/>
                  </a:cubicBezTo>
                  <a:lnTo>
                    <a:pt x="3560" y="6373"/>
                  </a:lnTo>
                  <a:cubicBezTo>
                    <a:pt x="3503" y="6430"/>
                    <a:pt x="3446" y="6488"/>
                    <a:pt x="3388" y="6536"/>
                  </a:cubicBezTo>
                  <a:cubicBezTo>
                    <a:pt x="3245" y="6679"/>
                    <a:pt x="3082" y="6804"/>
                    <a:pt x="2910" y="6909"/>
                  </a:cubicBezTo>
                  <a:cubicBezTo>
                    <a:pt x="2814" y="6976"/>
                    <a:pt x="2709" y="7043"/>
                    <a:pt x="2594" y="7100"/>
                  </a:cubicBezTo>
                  <a:lnTo>
                    <a:pt x="1522" y="7665"/>
                  </a:lnTo>
                  <a:lnTo>
                    <a:pt x="2029" y="7665"/>
                  </a:lnTo>
                  <a:cubicBezTo>
                    <a:pt x="3819" y="7282"/>
                    <a:pt x="5101" y="5722"/>
                    <a:pt x="5120" y="3894"/>
                  </a:cubicBezTo>
                  <a:cubicBezTo>
                    <a:pt x="5120" y="1676"/>
                    <a:pt x="3298" y="1"/>
                    <a:pt x="1228" y="1"/>
                  </a:cubicBezTo>
                  <a:close/>
                </a:path>
              </a:pathLst>
            </a:custGeom>
            <a:solidFill>
              <a:srgbClr val="D7DFE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022" name="Google Shape;14022;p43"/>
            <p:cNvSpPr/>
            <p:nvPr/>
          </p:nvSpPr>
          <p:spPr>
            <a:xfrm>
              <a:off x="6310768" y="2468507"/>
              <a:ext cx="219691" cy="325230"/>
            </a:xfrm>
            <a:custGeom>
              <a:rect b="b" l="l" r="r" t="t"/>
              <a:pathLst>
                <a:path extrusionOk="0" h="12385" w="8366">
                  <a:moveTo>
                    <a:pt x="345" y="1"/>
                  </a:moveTo>
                  <a:cubicBezTo>
                    <a:pt x="278" y="1"/>
                    <a:pt x="10" y="20"/>
                    <a:pt x="1" y="259"/>
                  </a:cubicBezTo>
                  <a:lnTo>
                    <a:pt x="10" y="5025"/>
                  </a:lnTo>
                  <a:lnTo>
                    <a:pt x="403" y="4968"/>
                  </a:lnTo>
                  <a:lnTo>
                    <a:pt x="1398" y="4968"/>
                  </a:lnTo>
                  <a:lnTo>
                    <a:pt x="1446" y="4977"/>
                  </a:lnTo>
                  <a:lnTo>
                    <a:pt x="1494" y="4987"/>
                  </a:lnTo>
                  <a:lnTo>
                    <a:pt x="1541" y="4996"/>
                  </a:lnTo>
                  <a:lnTo>
                    <a:pt x="1580" y="5006"/>
                  </a:lnTo>
                  <a:lnTo>
                    <a:pt x="1637" y="5016"/>
                  </a:lnTo>
                  <a:lnTo>
                    <a:pt x="1675" y="5025"/>
                  </a:lnTo>
                  <a:lnTo>
                    <a:pt x="1723" y="5035"/>
                  </a:lnTo>
                  <a:lnTo>
                    <a:pt x="1771" y="5044"/>
                  </a:lnTo>
                  <a:lnTo>
                    <a:pt x="1819" y="5054"/>
                  </a:lnTo>
                  <a:lnTo>
                    <a:pt x="1857" y="5063"/>
                  </a:lnTo>
                  <a:lnTo>
                    <a:pt x="1905" y="5083"/>
                  </a:lnTo>
                  <a:lnTo>
                    <a:pt x="1915" y="5083"/>
                  </a:lnTo>
                  <a:lnTo>
                    <a:pt x="1943" y="5092"/>
                  </a:lnTo>
                  <a:lnTo>
                    <a:pt x="1991" y="5102"/>
                  </a:lnTo>
                  <a:lnTo>
                    <a:pt x="2001" y="5102"/>
                  </a:lnTo>
                  <a:lnTo>
                    <a:pt x="2030" y="5111"/>
                  </a:lnTo>
                  <a:lnTo>
                    <a:pt x="2077" y="5130"/>
                  </a:lnTo>
                  <a:lnTo>
                    <a:pt x="2116" y="5140"/>
                  </a:lnTo>
                  <a:lnTo>
                    <a:pt x="2164" y="5159"/>
                  </a:lnTo>
                  <a:lnTo>
                    <a:pt x="2183" y="5169"/>
                  </a:lnTo>
                  <a:lnTo>
                    <a:pt x="2202" y="5178"/>
                  </a:lnTo>
                  <a:lnTo>
                    <a:pt x="2259" y="5197"/>
                  </a:lnTo>
                  <a:lnTo>
                    <a:pt x="2269" y="5197"/>
                  </a:lnTo>
                  <a:lnTo>
                    <a:pt x="2288" y="5207"/>
                  </a:lnTo>
                  <a:lnTo>
                    <a:pt x="2345" y="5226"/>
                  </a:lnTo>
                  <a:lnTo>
                    <a:pt x="2374" y="5245"/>
                  </a:lnTo>
                  <a:lnTo>
                    <a:pt x="2460" y="5284"/>
                  </a:lnTo>
                  <a:lnTo>
                    <a:pt x="2470" y="5284"/>
                  </a:lnTo>
                  <a:lnTo>
                    <a:pt x="2537" y="5322"/>
                  </a:lnTo>
                  <a:lnTo>
                    <a:pt x="2565" y="5331"/>
                  </a:lnTo>
                  <a:lnTo>
                    <a:pt x="2623" y="5360"/>
                  </a:lnTo>
                  <a:lnTo>
                    <a:pt x="2652" y="5379"/>
                  </a:lnTo>
                  <a:lnTo>
                    <a:pt x="2699" y="5408"/>
                  </a:lnTo>
                  <a:lnTo>
                    <a:pt x="2719" y="5418"/>
                  </a:lnTo>
                  <a:lnTo>
                    <a:pt x="2738" y="5427"/>
                  </a:lnTo>
                  <a:lnTo>
                    <a:pt x="2776" y="5446"/>
                  </a:lnTo>
                  <a:lnTo>
                    <a:pt x="2805" y="5465"/>
                  </a:lnTo>
                  <a:lnTo>
                    <a:pt x="2814" y="5475"/>
                  </a:lnTo>
                  <a:lnTo>
                    <a:pt x="2853" y="5504"/>
                  </a:lnTo>
                  <a:lnTo>
                    <a:pt x="2891" y="5523"/>
                  </a:lnTo>
                  <a:lnTo>
                    <a:pt x="2929" y="5552"/>
                  </a:lnTo>
                  <a:lnTo>
                    <a:pt x="2958" y="5571"/>
                  </a:lnTo>
                  <a:lnTo>
                    <a:pt x="2996" y="5599"/>
                  </a:lnTo>
                  <a:lnTo>
                    <a:pt x="3034" y="5628"/>
                  </a:lnTo>
                  <a:lnTo>
                    <a:pt x="3073" y="5657"/>
                  </a:lnTo>
                  <a:lnTo>
                    <a:pt x="3101" y="5676"/>
                  </a:lnTo>
                  <a:lnTo>
                    <a:pt x="3149" y="5705"/>
                  </a:lnTo>
                  <a:lnTo>
                    <a:pt x="3178" y="5733"/>
                  </a:lnTo>
                  <a:lnTo>
                    <a:pt x="3216" y="5762"/>
                  </a:lnTo>
                  <a:lnTo>
                    <a:pt x="3245" y="5791"/>
                  </a:lnTo>
                  <a:lnTo>
                    <a:pt x="3283" y="5819"/>
                  </a:lnTo>
                  <a:lnTo>
                    <a:pt x="3312" y="5848"/>
                  </a:lnTo>
                  <a:lnTo>
                    <a:pt x="3350" y="5886"/>
                  </a:lnTo>
                  <a:lnTo>
                    <a:pt x="3379" y="5915"/>
                  </a:lnTo>
                  <a:lnTo>
                    <a:pt x="3417" y="5953"/>
                  </a:lnTo>
                  <a:lnTo>
                    <a:pt x="3446" y="5973"/>
                  </a:lnTo>
                  <a:lnTo>
                    <a:pt x="3484" y="6020"/>
                  </a:lnTo>
                  <a:lnTo>
                    <a:pt x="3503" y="6040"/>
                  </a:lnTo>
                  <a:lnTo>
                    <a:pt x="3551" y="6078"/>
                  </a:lnTo>
                  <a:lnTo>
                    <a:pt x="3570" y="6116"/>
                  </a:lnTo>
                  <a:lnTo>
                    <a:pt x="3589" y="6126"/>
                  </a:lnTo>
                  <a:cubicBezTo>
                    <a:pt x="3819" y="6384"/>
                    <a:pt x="4011" y="6671"/>
                    <a:pt x="4164" y="6987"/>
                  </a:cubicBezTo>
                  <a:lnTo>
                    <a:pt x="4164" y="7006"/>
                  </a:lnTo>
                  <a:lnTo>
                    <a:pt x="4173" y="7016"/>
                  </a:lnTo>
                  <a:lnTo>
                    <a:pt x="4202" y="7073"/>
                  </a:lnTo>
                  <a:cubicBezTo>
                    <a:pt x="4413" y="7533"/>
                    <a:pt x="4518" y="8030"/>
                    <a:pt x="4518" y="8528"/>
                  </a:cubicBezTo>
                  <a:lnTo>
                    <a:pt x="4518" y="8557"/>
                  </a:lnTo>
                  <a:lnTo>
                    <a:pt x="4518" y="8681"/>
                  </a:lnTo>
                  <a:lnTo>
                    <a:pt x="4480" y="8748"/>
                  </a:lnTo>
                  <a:lnTo>
                    <a:pt x="4480" y="8853"/>
                  </a:lnTo>
                  <a:lnTo>
                    <a:pt x="4480" y="8872"/>
                  </a:lnTo>
                  <a:cubicBezTo>
                    <a:pt x="4480" y="8911"/>
                    <a:pt x="4470" y="8949"/>
                    <a:pt x="4470" y="8987"/>
                  </a:cubicBezTo>
                  <a:lnTo>
                    <a:pt x="4470" y="9016"/>
                  </a:lnTo>
                  <a:cubicBezTo>
                    <a:pt x="4470" y="9045"/>
                    <a:pt x="4460" y="9073"/>
                    <a:pt x="4460" y="9112"/>
                  </a:cubicBezTo>
                  <a:lnTo>
                    <a:pt x="4460" y="9140"/>
                  </a:lnTo>
                  <a:cubicBezTo>
                    <a:pt x="4441" y="9207"/>
                    <a:pt x="4432" y="9284"/>
                    <a:pt x="4413" y="9360"/>
                  </a:cubicBezTo>
                  <a:lnTo>
                    <a:pt x="4413" y="9389"/>
                  </a:lnTo>
                  <a:cubicBezTo>
                    <a:pt x="4413" y="9418"/>
                    <a:pt x="4403" y="9447"/>
                    <a:pt x="4393" y="9485"/>
                  </a:cubicBezTo>
                  <a:lnTo>
                    <a:pt x="4393" y="9504"/>
                  </a:lnTo>
                  <a:cubicBezTo>
                    <a:pt x="4384" y="9542"/>
                    <a:pt x="4374" y="9581"/>
                    <a:pt x="4365" y="9609"/>
                  </a:cubicBezTo>
                  <a:lnTo>
                    <a:pt x="4365" y="9628"/>
                  </a:lnTo>
                  <a:cubicBezTo>
                    <a:pt x="4355" y="9657"/>
                    <a:pt x="4346" y="9695"/>
                    <a:pt x="4336" y="9724"/>
                  </a:cubicBezTo>
                  <a:lnTo>
                    <a:pt x="4326" y="9743"/>
                  </a:lnTo>
                  <a:cubicBezTo>
                    <a:pt x="4307" y="9820"/>
                    <a:pt x="4279" y="9896"/>
                    <a:pt x="4250" y="9963"/>
                  </a:cubicBezTo>
                  <a:lnTo>
                    <a:pt x="4240" y="9983"/>
                  </a:lnTo>
                  <a:lnTo>
                    <a:pt x="4202" y="10069"/>
                  </a:lnTo>
                  <a:lnTo>
                    <a:pt x="4192" y="10088"/>
                  </a:lnTo>
                  <a:cubicBezTo>
                    <a:pt x="4173" y="10126"/>
                    <a:pt x="4164" y="10164"/>
                    <a:pt x="4145" y="10193"/>
                  </a:cubicBezTo>
                  <a:cubicBezTo>
                    <a:pt x="4125" y="10222"/>
                    <a:pt x="4116" y="10260"/>
                    <a:pt x="4097" y="10289"/>
                  </a:cubicBezTo>
                  <a:lnTo>
                    <a:pt x="4087" y="10308"/>
                  </a:lnTo>
                  <a:cubicBezTo>
                    <a:pt x="4049" y="10375"/>
                    <a:pt x="4011" y="10442"/>
                    <a:pt x="3972" y="10509"/>
                  </a:cubicBezTo>
                  <a:lnTo>
                    <a:pt x="3963" y="10518"/>
                  </a:lnTo>
                  <a:lnTo>
                    <a:pt x="3905" y="10614"/>
                  </a:lnTo>
                  <a:cubicBezTo>
                    <a:pt x="3857" y="10681"/>
                    <a:pt x="3810" y="10748"/>
                    <a:pt x="3762" y="10815"/>
                  </a:cubicBezTo>
                  <a:cubicBezTo>
                    <a:pt x="3714" y="10882"/>
                    <a:pt x="3656" y="10940"/>
                    <a:pt x="3609" y="11007"/>
                  </a:cubicBezTo>
                  <a:lnTo>
                    <a:pt x="3532" y="11093"/>
                  </a:lnTo>
                  <a:cubicBezTo>
                    <a:pt x="3475" y="11150"/>
                    <a:pt x="3417" y="11208"/>
                    <a:pt x="3360" y="11255"/>
                  </a:cubicBezTo>
                  <a:cubicBezTo>
                    <a:pt x="3216" y="11389"/>
                    <a:pt x="3054" y="11523"/>
                    <a:pt x="2881" y="11629"/>
                  </a:cubicBezTo>
                  <a:cubicBezTo>
                    <a:pt x="2786" y="11696"/>
                    <a:pt x="2680" y="11763"/>
                    <a:pt x="2565" y="11820"/>
                  </a:cubicBezTo>
                  <a:lnTo>
                    <a:pt x="1494" y="12385"/>
                  </a:lnTo>
                  <a:lnTo>
                    <a:pt x="8030" y="12385"/>
                  </a:lnTo>
                  <a:cubicBezTo>
                    <a:pt x="8116" y="12385"/>
                    <a:pt x="8365" y="12346"/>
                    <a:pt x="8365" y="12107"/>
                  </a:cubicBezTo>
                  <a:lnTo>
                    <a:pt x="8365" y="2661"/>
                  </a:lnTo>
                  <a:lnTo>
                    <a:pt x="6968" y="1398"/>
                  </a:lnTo>
                  <a:lnTo>
                    <a:pt x="5705" y="1"/>
                  </a:lnTo>
                  <a:close/>
                </a:path>
              </a:pathLst>
            </a:custGeom>
            <a:solidFill>
              <a:srgbClr val="DEE5E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023" name="Google Shape;14023;p43"/>
            <p:cNvSpPr/>
            <p:nvPr/>
          </p:nvSpPr>
          <p:spPr>
            <a:xfrm>
              <a:off x="6230360" y="2591666"/>
              <a:ext cx="204329" cy="204329"/>
            </a:xfrm>
            <a:custGeom>
              <a:rect b="b" l="l" r="r" t="t"/>
              <a:pathLst>
                <a:path extrusionOk="0" h="7781" w="7781">
                  <a:moveTo>
                    <a:pt x="3895" y="0"/>
                  </a:moveTo>
                  <a:cubicBezTo>
                    <a:pt x="1742" y="0"/>
                    <a:pt x="0" y="1742"/>
                    <a:pt x="0" y="3895"/>
                  </a:cubicBezTo>
                  <a:cubicBezTo>
                    <a:pt x="0" y="6039"/>
                    <a:pt x="1742" y="7781"/>
                    <a:pt x="3895" y="7781"/>
                  </a:cubicBezTo>
                  <a:cubicBezTo>
                    <a:pt x="6049" y="7781"/>
                    <a:pt x="7781" y="6039"/>
                    <a:pt x="7781" y="3895"/>
                  </a:cubicBezTo>
                  <a:cubicBezTo>
                    <a:pt x="7781" y="1742"/>
                    <a:pt x="6049" y="0"/>
                    <a:pt x="3895" y="0"/>
                  </a:cubicBezTo>
                  <a:close/>
                </a:path>
              </a:pathLst>
            </a:custGeom>
            <a:solidFill>
              <a:srgbClr val="96ABB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024" name="Google Shape;14024;p43"/>
            <p:cNvSpPr/>
            <p:nvPr/>
          </p:nvSpPr>
          <p:spPr>
            <a:xfrm>
              <a:off x="6234115" y="2591666"/>
              <a:ext cx="104331" cy="204329"/>
            </a:xfrm>
            <a:custGeom>
              <a:rect b="b" l="l" r="r" t="t"/>
              <a:pathLst>
                <a:path extrusionOk="0" h="7781" w="3973">
                  <a:moveTo>
                    <a:pt x="3752" y="0"/>
                  </a:moveTo>
                  <a:cubicBezTo>
                    <a:pt x="1656" y="77"/>
                    <a:pt x="1" y="1799"/>
                    <a:pt x="1" y="3895"/>
                  </a:cubicBezTo>
                  <a:cubicBezTo>
                    <a:pt x="1" y="5991"/>
                    <a:pt x="1656" y="7704"/>
                    <a:pt x="3752" y="7781"/>
                  </a:cubicBezTo>
                  <a:cubicBezTo>
                    <a:pt x="3829" y="7781"/>
                    <a:pt x="3896" y="7781"/>
                    <a:pt x="3972" y="7771"/>
                  </a:cubicBezTo>
                  <a:cubicBezTo>
                    <a:pt x="1915" y="7656"/>
                    <a:pt x="307" y="5953"/>
                    <a:pt x="297" y="3895"/>
                  </a:cubicBezTo>
                  <a:cubicBezTo>
                    <a:pt x="297" y="1828"/>
                    <a:pt x="1915" y="125"/>
                    <a:pt x="3972" y="10"/>
                  </a:cubicBezTo>
                  <a:cubicBezTo>
                    <a:pt x="3896" y="10"/>
                    <a:pt x="3829" y="0"/>
                    <a:pt x="3752" y="0"/>
                  </a:cubicBezTo>
                  <a:close/>
                </a:path>
              </a:pathLst>
            </a:custGeom>
            <a:solidFill>
              <a:srgbClr val="869FB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025" name="Google Shape;14025;p43"/>
            <p:cNvSpPr/>
            <p:nvPr/>
          </p:nvSpPr>
          <p:spPr>
            <a:xfrm>
              <a:off x="6262528" y="2728875"/>
              <a:ext cx="140491" cy="67121"/>
            </a:xfrm>
            <a:custGeom>
              <a:rect b="b" l="l" r="r" t="t"/>
              <a:pathLst>
                <a:path extrusionOk="0" h="2556" w="5350">
                  <a:moveTo>
                    <a:pt x="3254" y="1"/>
                  </a:moveTo>
                  <a:lnTo>
                    <a:pt x="2680" y="594"/>
                  </a:lnTo>
                  <a:lnTo>
                    <a:pt x="2077" y="10"/>
                  </a:lnTo>
                  <a:lnTo>
                    <a:pt x="861" y="489"/>
                  </a:lnTo>
                  <a:cubicBezTo>
                    <a:pt x="517" y="623"/>
                    <a:pt x="249" y="891"/>
                    <a:pt x="105" y="1235"/>
                  </a:cubicBezTo>
                  <a:lnTo>
                    <a:pt x="0" y="1494"/>
                  </a:lnTo>
                  <a:lnTo>
                    <a:pt x="211" y="1666"/>
                  </a:lnTo>
                  <a:cubicBezTo>
                    <a:pt x="924" y="2259"/>
                    <a:pt x="1799" y="2556"/>
                    <a:pt x="2675" y="2556"/>
                  </a:cubicBezTo>
                  <a:cubicBezTo>
                    <a:pt x="3551" y="2556"/>
                    <a:pt x="4426" y="2259"/>
                    <a:pt x="5139" y="1666"/>
                  </a:cubicBezTo>
                  <a:lnTo>
                    <a:pt x="5350" y="1494"/>
                  </a:lnTo>
                  <a:lnTo>
                    <a:pt x="5245" y="1245"/>
                  </a:lnTo>
                  <a:cubicBezTo>
                    <a:pt x="5101" y="900"/>
                    <a:pt x="4833" y="632"/>
                    <a:pt x="4489" y="489"/>
                  </a:cubicBezTo>
                  <a:lnTo>
                    <a:pt x="3254" y="1"/>
                  </a:lnTo>
                  <a:close/>
                </a:path>
              </a:pathLst>
            </a:custGeom>
            <a:solidFill>
              <a:srgbClr val="8192A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026" name="Google Shape;14026;p43"/>
            <p:cNvSpPr/>
            <p:nvPr/>
          </p:nvSpPr>
          <p:spPr>
            <a:xfrm>
              <a:off x="6262528" y="2729137"/>
              <a:ext cx="74920" cy="66858"/>
            </a:xfrm>
            <a:custGeom>
              <a:rect b="b" l="l" r="r" t="t"/>
              <a:pathLst>
                <a:path extrusionOk="0" h="2546" w="2853">
                  <a:moveTo>
                    <a:pt x="2077" y="0"/>
                  </a:moveTo>
                  <a:lnTo>
                    <a:pt x="852" y="479"/>
                  </a:lnTo>
                  <a:cubicBezTo>
                    <a:pt x="507" y="622"/>
                    <a:pt x="239" y="890"/>
                    <a:pt x="96" y="1225"/>
                  </a:cubicBezTo>
                  <a:lnTo>
                    <a:pt x="0" y="1493"/>
                  </a:lnTo>
                  <a:lnTo>
                    <a:pt x="201" y="1665"/>
                  </a:lnTo>
                  <a:cubicBezTo>
                    <a:pt x="900" y="2230"/>
                    <a:pt x="1771" y="2546"/>
                    <a:pt x="2670" y="2546"/>
                  </a:cubicBezTo>
                  <a:lnTo>
                    <a:pt x="2852" y="2546"/>
                  </a:lnTo>
                  <a:cubicBezTo>
                    <a:pt x="2010" y="2508"/>
                    <a:pt x="1206" y="2201"/>
                    <a:pt x="565" y="1665"/>
                  </a:cubicBezTo>
                  <a:lnTo>
                    <a:pt x="354" y="1493"/>
                  </a:lnTo>
                  <a:lnTo>
                    <a:pt x="459" y="1225"/>
                  </a:lnTo>
                  <a:cubicBezTo>
                    <a:pt x="593" y="890"/>
                    <a:pt x="871" y="622"/>
                    <a:pt x="1216" y="479"/>
                  </a:cubicBezTo>
                  <a:lnTo>
                    <a:pt x="2173" y="105"/>
                  </a:lnTo>
                  <a:lnTo>
                    <a:pt x="2077" y="0"/>
                  </a:lnTo>
                  <a:close/>
                </a:path>
              </a:pathLst>
            </a:custGeom>
            <a:solidFill>
              <a:srgbClr val="657A8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027" name="Google Shape;14027;p43"/>
            <p:cNvSpPr/>
            <p:nvPr/>
          </p:nvSpPr>
          <p:spPr>
            <a:xfrm>
              <a:off x="6283878" y="2609996"/>
              <a:ext cx="98029" cy="64862"/>
            </a:xfrm>
            <a:custGeom>
              <a:rect b="b" l="l" r="r" t="t"/>
              <a:pathLst>
                <a:path extrusionOk="0" h="2470" w="3733">
                  <a:moveTo>
                    <a:pt x="3283" y="2135"/>
                  </a:moveTo>
                  <a:lnTo>
                    <a:pt x="3274" y="2145"/>
                  </a:lnTo>
                  <a:lnTo>
                    <a:pt x="3235" y="2164"/>
                  </a:lnTo>
                  <a:lnTo>
                    <a:pt x="3283" y="2135"/>
                  </a:lnTo>
                  <a:close/>
                  <a:moveTo>
                    <a:pt x="1800" y="1"/>
                  </a:moveTo>
                  <a:cubicBezTo>
                    <a:pt x="814" y="1"/>
                    <a:pt x="1" y="757"/>
                    <a:pt x="1" y="1685"/>
                  </a:cubicBezTo>
                  <a:lnTo>
                    <a:pt x="1" y="2470"/>
                  </a:lnTo>
                  <a:cubicBezTo>
                    <a:pt x="1" y="2470"/>
                    <a:pt x="412" y="2432"/>
                    <a:pt x="460" y="2250"/>
                  </a:cubicBezTo>
                  <a:cubicBezTo>
                    <a:pt x="479" y="2231"/>
                    <a:pt x="489" y="2212"/>
                    <a:pt x="498" y="2183"/>
                  </a:cubicBezTo>
                  <a:cubicBezTo>
                    <a:pt x="728" y="2183"/>
                    <a:pt x="1819" y="2173"/>
                    <a:pt x="2431" y="1465"/>
                  </a:cubicBezTo>
                  <a:cubicBezTo>
                    <a:pt x="2575" y="1819"/>
                    <a:pt x="2872" y="2078"/>
                    <a:pt x="3235" y="2173"/>
                  </a:cubicBezTo>
                  <a:cubicBezTo>
                    <a:pt x="3245" y="2202"/>
                    <a:pt x="3254" y="2221"/>
                    <a:pt x="3274" y="2240"/>
                  </a:cubicBezTo>
                  <a:cubicBezTo>
                    <a:pt x="3321" y="2422"/>
                    <a:pt x="3733" y="2460"/>
                    <a:pt x="3733" y="2460"/>
                  </a:cubicBezTo>
                  <a:lnTo>
                    <a:pt x="3733" y="1676"/>
                  </a:lnTo>
                  <a:cubicBezTo>
                    <a:pt x="3733" y="757"/>
                    <a:pt x="2929" y="1"/>
                    <a:pt x="1943" y="1"/>
                  </a:cubicBez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028" name="Google Shape;14028;p43"/>
            <p:cNvSpPr/>
            <p:nvPr/>
          </p:nvSpPr>
          <p:spPr>
            <a:xfrm>
              <a:off x="6283878" y="2610258"/>
              <a:ext cx="53308" cy="64600"/>
            </a:xfrm>
            <a:custGeom>
              <a:rect b="b" l="l" r="r" t="t"/>
              <a:pathLst>
                <a:path extrusionOk="0" h="2460" w="2030">
                  <a:moveTo>
                    <a:pt x="1800" y="0"/>
                  </a:moveTo>
                  <a:cubicBezTo>
                    <a:pt x="814" y="0"/>
                    <a:pt x="1" y="756"/>
                    <a:pt x="1" y="1685"/>
                  </a:cubicBezTo>
                  <a:lnTo>
                    <a:pt x="1" y="2460"/>
                  </a:lnTo>
                  <a:cubicBezTo>
                    <a:pt x="106" y="2450"/>
                    <a:pt x="221" y="2422"/>
                    <a:pt x="316" y="2374"/>
                  </a:cubicBezTo>
                  <a:lnTo>
                    <a:pt x="326" y="2106"/>
                  </a:lnTo>
                  <a:lnTo>
                    <a:pt x="326" y="1675"/>
                  </a:lnTo>
                  <a:cubicBezTo>
                    <a:pt x="326" y="776"/>
                    <a:pt x="1082" y="39"/>
                    <a:pt x="2029" y="0"/>
                  </a:cubicBez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029" name="Google Shape;14029;p43"/>
            <p:cNvSpPr/>
            <p:nvPr/>
          </p:nvSpPr>
          <p:spPr>
            <a:xfrm>
              <a:off x="6368566" y="2668319"/>
              <a:ext cx="18119" cy="26917"/>
            </a:xfrm>
            <a:custGeom>
              <a:rect b="b" l="l" r="r" t="t"/>
              <a:pathLst>
                <a:path extrusionOk="0" h="1025" w="690">
                  <a:moveTo>
                    <a:pt x="221" y="0"/>
                  </a:moveTo>
                  <a:cubicBezTo>
                    <a:pt x="176" y="0"/>
                    <a:pt x="132" y="13"/>
                    <a:pt x="87" y="38"/>
                  </a:cubicBezTo>
                  <a:cubicBezTo>
                    <a:pt x="29" y="77"/>
                    <a:pt x="1" y="144"/>
                    <a:pt x="1" y="211"/>
                  </a:cubicBezTo>
                  <a:lnTo>
                    <a:pt x="1" y="814"/>
                  </a:lnTo>
                  <a:cubicBezTo>
                    <a:pt x="1" y="881"/>
                    <a:pt x="29" y="938"/>
                    <a:pt x="87" y="986"/>
                  </a:cubicBezTo>
                  <a:cubicBezTo>
                    <a:pt x="135" y="1005"/>
                    <a:pt x="173" y="1024"/>
                    <a:pt x="221" y="1024"/>
                  </a:cubicBezTo>
                  <a:cubicBezTo>
                    <a:pt x="250" y="1024"/>
                    <a:pt x="269" y="1015"/>
                    <a:pt x="288" y="1015"/>
                  </a:cubicBezTo>
                  <a:cubicBezTo>
                    <a:pt x="336" y="995"/>
                    <a:pt x="374" y="986"/>
                    <a:pt x="422" y="957"/>
                  </a:cubicBezTo>
                  <a:cubicBezTo>
                    <a:pt x="460" y="919"/>
                    <a:pt x="498" y="890"/>
                    <a:pt x="546" y="861"/>
                  </a:cubicBezTo>
                  <a:cubicBezTo>
                    <a:pt x="632" y="766"/>
                    <a:pt x="690" y="641"/>
                    <a:pt x="690" y="507"/>
                  </a:cubicBezTo>
                  <a:cubicBezTo>
                    <a:pt x="680" y="278"/>
                    <a:pt x="518" y="67"/>
                    <a:pt x="288" y="10"/>
                  </a:cubicBezTo>
                  <a:cubicBezTo>
                    <a:pt x="266" y="3"/>
                    <a:pt x="243" y="0"/>
                    <a:pt x="221" y="0"/>
                  </a:cubicBezTo>
                  <a:close/>
                </a:path>
              </a:pathLst>
            </a:custGeom>
            <a:solidFill>
              <a:srgbClr val="CBD6D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030" name="Google Shape;14030;p43"/>
            <p:cNvSpPr/>
            <p:nvPr/>
          </p:nvSpPr>
          <p:spPr>
            <a:xfrm>
              <a:off x="6276079" y="2668319"/>
              <a:ext cx="21402" cy="26917"/>
            </a:xfrm>
            <a:custGeom>
              <a:rect b="b" l="l" r="r" t="t"/>
              <a:pathLst>
                <a:path extrusionOk="0" h="1025" w="815">
                  <a:moveTo>
                    <a:pt x="594" y="0"/>
                  </a:moveTo>
                  <a:cubicBezTo>
                    <a:pt x="572" y="0"/>
                    <a:pt x="550" y="3"/>
                    <a:pt x="527" y="10"/>
                  </a:cubicBezTo>
                  <a:cubicBezTo>
                    <a:pt x="1" y="144"/>
                    <a:pt x="1" y="890"/>
                    <a:pt x="527" y="1015"/>
                  </a:cubicBezTo>
                  <a:cubicBezTo>
                    <a:pt x="546" y="1024"/>
                    <a:pt x="566" y="1024"/>
                    <a:pt x="594" y="1024"/>
                  </a:cubicBezTo>
                  <a:cubicBezTo>
                    <a:pt x="642" y="1024"/>
                    <a:pt x="680" y="1015"/>
                    <a:pt x="728" y="986"/>
                  </a:cubicBezTo>
                  <a:cubicBezTo>
                    <a:pt x="786" y="948"/>
                    <a:pt x="814" y="881"/>
                    <a:pt x="814" y="814"/>
                  </a:cubicBezTo>
                  <a:lnTo>
                    <a:pt x="814" y="220"/>
                  </a:lnTo>
                  <a:cubicBezTo>
                    <a:pt x="814" y="144"/>
                    <a:pt x="786" y="77"/>
                    <a:pt x="728" y="38"/>
                  </a:cubicBezTo>
                  <a:cubicBezTo>
                    <a:pt x="684" y="13"/>
                    <a:pt x="639" y="0"/>
                    <a:pt x="594" y="0"/>
                  </a:cubicBezTo>
                  <a:close/>
                </a:path>
              </a:pathLst>
            </a:custGeom>
            <a:solidFill>
              <a:srgbClr val="B9C7D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031" name="Google Shape;14031;p43"/>
            <p:cNvSpPr/>
            <p:nvPr/>
          </p:nvSpPr>
          <p:spPr>
            <a:xfrm>
              <a:off x="6315048" y="2715613"/>
              <a:ext cx="35950" cy="38917"/>
            </a:xfrm>
            <a:custGeom>
              <a:rect b="b" l="l" r="r" t="t"/>
              <a:pathLst>
                <a:path extrusionOk="0" h="1482" w="1369">
                  <a:moveTo>
                    <a:pt x="224" y="0"/>
                  </a:moveTo>
                  <a:cubicBezTo>
                    <a:pt x="176" y="0"/>
                    <a:pt x="128" y="18"/>
                    <a:pt x="86" y="46"/>
                  </a:cubicBezTo>
                  <a:cubicBezTo>
                    <a:pt x="29" y="84"/>
                    <a:pt x="0" y="151"/>
                    <a:pt x="0" y="209"/>
                  </a:cubicBezTo>
                  <a:lnTo>
                    <a:pt x="0" y="841"/>
                  </a:lnTo>
                  <a:cubicBezTo>
                    <a:pt x="0" y="898"/>
                    <a:pt x="19" y="965"/>
                    <a:pt x="67" y="1003"/>
                  </a:cubicBezTo>
                  <a:lnTo>
                    <a:pt x="527" y="1415"/>
                  </a:lnTo>
                  <a:cubicBezTo>
                    <a:pt x="565" y="1453"/>
                    <a:pt x="622" y="1482"/>
                    <a:pt x="680" y="1482"/>
                  </a:cubicBezTo>
                  <a:cubicBezTo>
                    <a:pt x="737" y="1482"/>
                    <a:pt x="795" y="1453"/>
                    <a:pt x="842" y="1415"/>
                  </a:cubicBezTo>
                  <a:lnTo>
                    <a:pt x="1302" y="955"/>
                  </a:lnTo>
                  <a:cubicBezTo>
                    <a:pt x="1350" y="917"/>
                    <a:pt x="1369" y="869"/>
                    <a:pt x="1369" y="812"/>
                  </a:cubicBezTo>
                  <a:lnTo>
                    <a:pt x="1369" y="218"/>
                  </a:lnTo>
                  <a:cubicBezTo>
                    <a:pt x="1369" y="161"/>
                    <a:pt x="1340" y="104"/>
                    <a:pt x="1302" y="65"/>
                  </a:cubicBezTo>
                  <a:cubicBezTo>
                    <a:pt x="1254" y="27"/>
                    <a:pt x="1197" y="8"/>
                    <a:pt x="1139" y="8"/>
                  </a:cubicBezTo>
                  <a:lnTo>
                    <a:pt x="1091" y="8"/>
                  </a:lnTo>
                  <a:cubicBezTo>
                    <a:pt x="1005" y="27"/>
                    <a:pt x="909" y="37"/>
                    <a:pt x="823" y="37"/>
                  </a:cubicBezTo>
                  <a:lnTo>
                    <a:pt x="546" y="37"/>
                  </a:lnTo>
                  <a:cubicBezTo>
                    <a:pt x="460" y="37"/>
                    <a:pt x="364" y="27"/>
                    <a:pt x="278" y="8"/>
                  </a:cubicBezTo>
                  <a:cubicBezTo>
                    <a:pt x="260" y="3"/>
                    <a:pt x="242" y="0"/>
                    <a:pt x="224" y="0"/>
                  </a:cubicBezTo>
                  <a:close/>
                </a:path>
              </a:pathLst>
            </a:custGeom>
            <a:solidFill>
              <a:srgbClr val="CBD6D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032" name="Google Shape;14032;p43"/>
            <p:cNvSpPr/>
            <p:nvPr/>
          </p:nvSpPr>
          <p:spPr>
            <a:xfrm>
              <a:off x="6315048" y="2715745"/>
              <a:ext cx="21875" cy="38786"/>
            </a:xfrm>
            <a:custGeom>
              <a:rect b="b" l="l" r="r" t="t"/>
              <a:pathLst>
                <a:path extrusionOk="0" h="1477" w="833">
                  <a:moveTo>
                    <a:pt x="234" y="0"/>
                  </a:moveTo>
                  <a:cubicBezTo>
                    <a:pt x="179" y="0"/>
                    <a:pt x="126" y="19"/>
                    <a:pt x="86" y="51"/>
                  </a:cubicBezTo>
                  <a:cubicBezTo>
                    <a:pt x="29" y="89"/>
                    <a:pt x="0" y="146"/>
                    <a:pt x="0" y="213"/>
                  </a:cubicBezTo>
                  <a:lnTo>
                    <a:pt x="0" y="836"/>
                  </a:lnTo>
                  <a:cubicBezTo>
                    <a:pt x="0" y="893"/>
                    <a:pt x="19" y="960"/>
                    <a:pt x="67" y="998"/>
                  </a:cubicBezTo>
                  <a:lnTo>
                    <a:pt x="517" y="1410"/>
                  </a:lnTo>
                  <a:cubicBezTo>
                    <a:pt x="565" y="1448"/>
                    <a:pt x="622" y="1477"/>
                    <a:pt x="680" y="1477"/>
                  </a:cubicBezTo>
                  <a:cubicBezTo>
                    <a:pt x="737" y="1477"/>
                    <a:pt x="795" y="1448"/>
                    <a:pt x="833" y="1410"/>
                  </a:cubicBezTo>
                  <a:cubicBezTo>
                    <a:pt x="795" y="1400"/>
                    <a:pt x="756" y="1381"/>
                    <a:pt x="728" y="1343"/>
                  </a:cubicBezTo>
                  <a:lnTo>
                    <a:pt x="268" y="931"/>
                  </a:lnTo>
                  <a:cubicBezTo>
                    <a:pt x="220" y="893"/>
                    <a:pt x="201" y="826"/>
                    <a:pt x="201" y="769"/>
                  </a:cubicBezTo>
                  <a:lnTo>
                    <a:pt x="201" y="146"/>
                  </a:lnTo>
                  <a:cubicBezTo>
                    <a:pt x="201" y="99"/>
                    <a:pt x="220" y="41"/>
                    <a:pt x="268" y="3"/>
                  </a:cubicBezTo>
                  <a:cubicBezTo>
                    <a:pt x="257" y="1"/>
                    <a:pt x="245" y="0"/>
                    <a:pt x="234" y="0"/>
                  </a:cubicBezTo>
                  <a:close/>
                </a:path>
              </a:pathLst>
            </a:custGeom>
            <a:solidFill>
              <a:srgbClr val="B9C7D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033" name="Google Shape;14033;p43"/>
            <p:cNvSpPr/>
            <p:nvPr/>
          </p:nvSpPr>
          <p:spPr>
            <a:xfrm>
              <a:off x="6294172" y="2648178"/>
              <a:ext cx="76942" cy="77467"/>
            </a:xfrm>
            <a:custGeom>
              <a:rect b="b" l="l" r="r" t="t"/>
              <a:pathLst>
                <a:path extrusionOk="0" h="2950" w="2930">
                  <a:moveTo>
                    <a:pt x="2039" y="0"/>
                  </a:moveTo>
                  <a:cubicBezTo>
                    <a:pt x="2022" y="0"/>
                    <a:pt x="2006" y="7"/>
                    <a:pt x="1992" y="21"/>
                  </a:cubicBezTo>
                  <a:cubicBezTo>
                    <a:pt x="1666" y="241"/>
                    <a:pt x="1312" y="403"/>
                    <a:pt x="929" y="509"/>
                  </a:cubicBezTo>
                  <a:cubicBezTo>
                    <a:pt x="814" y="537"/>
                    <a:pt x="690" y="566"/>
                    <a:pt x="575" y="585"/>
                  </a:cubicBezTo>
                  <a:cubicBezTo>
                    <a:pt x="451" y="604"/>
                    <a:pt x="336" y="624"/>
                    <a:pt x="212" y="624"/>
                  </a:cubicBezTo>
                  <a:cubicBezTo>
                    <a:pt x="97" y="633"/>
                    <a:pt x="1" y="719"/>
                    <a:pt x="1" y="834"/>
                  </a:cubicBezTo>
                  <a:lnTo>
                    <a:pt x="1" y="1705"/>
                  </a:lnTo>
                  <a:cubicBezTo>
                    <a:pt x="1" y="2384"/>
                    <a:pt x="604" y="2949"/>
                    <a:pt x="1331" y="2949"/>
                  </a:cubicBezTo>
                  <a:lnTo>
                    <a:pt x="1609" y="2949"/>
                  </a:lnTo>
                  <a:cubicBezTo>
                    <a:pt x="2336" y="2949"/>
                    <a:pt x="2929" y="2394"/>
                    <a:pt x="2929" y="1705"/>
                  </a:cubicBezTo>
                  <a:lnTo>
                    <a:pt x="2929" y="805"/>
                  </a:lnTo>
                  <a:cubicBezTo>
                    <a:pt x="2929" y="719"/>
                    <a:pt x="2882" y="633"/>
                    <a:pt x="2796" y="604"/>
                  </a:cubicBezTo>
                  <a:cubicBezTo>
                    <a:pt x="2767" y="595"/>
                    <a:pt x="2748" y="585"/>
                    <a:pt x="2719" y="576"/>
                  </a:cubicBezTo>
                  <a:cubicBezTo>
                    <a:pt x="2470" y="480"/>
                    <a:pt x="2250" y="298"/>
                    <a:pt x="2126" y="59"/>
                  </a:cubicBezTo>
                  <a:lnTo>
                    <a:pt x="2106" y="49"/>
                  </a:lnTo>
                  <a:cubicBezTo>
                    <a:pt x="2094" y="19"/>
                    <a:pt x="2067" y="0"/>
                    <a:pt x="2039" y="0"/>
                  </a:cubicBezTo>
                  <a:close/>
                </a:path>
              </a:pathLst>
            </a:custGeom>
            <a:solidFill>
              <a:srgbClr val="CBD6D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034" name="Google Shape;14034;p43"/>
            <p:cNvSpPr/>
            <p:nvPr/>
          </p:nvSpPr>
          <p:spPr>
            <a:xfrm>
              <a:off x="6294434" y="2648099"/>
              <a:ext cx="56328" cy="77546"/>
            </a:xfrm>
            <a:custGeom>
              <a:rect b="b" l="l" r="r" t="t"/>
              <a:pathLst>
                <a:path extrusionOk="0" h="2953" w="2145">
                  <a:moveTo>
                    <a:pt x="2034" y="0"/>
                  </a:moveTo>
                  <a:cubicBezTo>
                    <a:pt x="2019" y="0"/>
                    <a:pt x="2004" y="4"/>
                    <a:pt x="1991" y="14"/>
                  </a:cubicBezTo>
                  <a:cubicBezTo>
                    <a:pt x="1666" y="244"/>
                    <a:pt x="1312" y="406"/>
                    <a:pt x="929" y="512"/>
                  </a:cubicBezTo>
                  <a:cubicBezTo>
                    <a:pt x="814" y="540"/>
                    <a:pt x="690" y="569"/>
                    <a:pt x="565" y="588"/>
                  </a:cubicBezTo>
                  <a:cubicBezTo>
                    <a:pt x="450" y="607"/>
                    <a:pt x="326" y="617"/>
                    <a:pt x="211" y="627"/>
                  </a:cubicBezTo>
                  <a:cubicBezTo>
                    <a:pt x="96" y="636"/>
                    <a:pt x="1" y="722"/>
                    <a:pt x="1" y="837"/>
                  </a:cubicBezTo>
                  <a:lnTo>
                    <a:pt x="1" y="1708"/>
                  </a:lnTo>
                  <a:cubicBezTo>
                    <a:pt x="1" y="2387"/>
                    <a:pt x="603" y="2952"/>
                    <a:pt x="1331" y="2952"/>
                  </a:cubicBezTo>
                  <a:lnTo>
                    <a:pt x="1599" y="2952"/>
                  </a:lnTo>
                  <a:cubicBezTo>
                    <a:pt x="871" y="2952"/>
                    <a:pt x="278" y="2387"/>
                    <a:pt x="278" y="1708"/>
                  </a:cubicBezTo>
                  <a:lnTo>
                    <a:pt x="278" y="837"/>
                  </a:lnTo>
                  <a:cubicBezTo>
                    <a:pt x="278" y="722"/>
                    <a:pt x="374" y="636"/>
                    <a:pt x="489" y="627"/>
                  </a:cubicBezTo>
                  <a:cubicBezTo>
                    <a:pt x="603" y="617"/>
                    <a:pt x="728" y="607"/>
                    <a:pt x="843" y="588"/>
                  </a:cubicBezTo>
                  <a:cubicBezTo>
                    <a:pt x="967" y="569"/>
                    <a:pt x="1082" y="540"/>
                    <a:pt x="1206" y="512"/>
                  </a:cubicBezTo>
                  <a:cubicBezTo>
                    <a:pt x="1532" y="426"/>
                    <a:pt x="1848" y="282"/>
                    <a:pt x="2144" y="100"/>
                  </a:cubicBezTo>
                  <a:lnTo>
                    <a:pt x="2116" y="62"/>
                  </a:lnTo>
                  <a:lnTo>
                    <a:pt x="2106" y="43"/>
                  </a:lnTo>
                  <a:cubicBezTo>
                    <a:pt x="2093" y="17"/>
                    <a:pt x="2063" y="0"/>
                    <a:pt x="2034" y="0"/>
                  </a:cubicBezTo>
                  <a:close/>
                </a:path>
              </a:pathLst>
            </a:custGeom>
            <a:solidFill>
              <a:srgbClr val="B9C7D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035" name="Google Shape;14035;p43"/>
            <p:cNvSpPr/>
            <p:nvPr/>
          </p:nvSpPr>
          <p:spPr>
            <a:xfrm>
              <a:off x="6459557" y="2469268"/>
              <a:ext cx="69878" cy="70140"/>
            </a:xfrm>
            <a:custGeom>
              <a:rect b="b" l="l" r="r" t="t"/>
              <a:pathLst>
                <a:path extrusionOk="0" h="2671" w="2661">
                  <a:moveTo>
                    <a:pt x="0" y="0"/>
                  </a:moveTo>
                  <a:lnTo>
                    <a:pt x="0" y="2163"/>
                  </a:lnTo>
                  <a:cubicBezTo>
                    <a:pt x="10" y="2336"/>
                    <a:pt x="115" y="2671"/>
                    <a:pt x="689" y="2671"/>
                  </a:cubicBezTo>
                  <a:lnTo>
                    <a:pt x="2661" y="2671"/>
                  </a:lnTo>
                  <a:lnTo>
                    <a:pt x="0" y="0"/>
                  </a:lnTo>
                  <a:close/>
                </a:path>
              </a:pathLst>
            </a:custGeom>
            <a:solidFill>
              <a:srgbClr val="96ABB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4036" name="Google Shape;14036;p43"/>
          <p:cNvGrpSpPr/>
          <p:nvPr/>
        </p:nvGrpSpPr>
        <p:grpSpPr>
          <a:xfrm>
            <a:off x="6633976" y="2307152"/>
            <a:ext cx="387782" cy="286680"/>
            <a:chOff x="6633976" y="2459552"/>
            <a:chExt cx="387782" cy="286680"/>
          </a:xfrm>
        </p:grpSpPr>
        <p:sp>
          <p:nvSpPr>
            <p:cNvPr id="14037" name="Google Shape;14037;p43"/>
            <p:cNvSpPr/>
            <p:nvPr/>
          </p:nvSpPr>
          <p:spPr>
            <a:xfrm>
              <a:off x="6635473" y="2459552"/>
              <a:ext cx="386285" cy="205773"/>
            </a:xfrm>
            <a:custGeom>
              <a:rect b="b" l="l" r="r" t="t"/>
              <a:pathLst>
                <a:path extrusionOk="0" h="7836" w="14710">
                  <a:moveTo>
                    <a:pt x="5944" y="1"/>
                  </a:moveTo>
                  <a:cubicBezTo>
                    <a:pt x="4569" y="1"/>
                    <a:pt x="3205" y="834"/>
                    <a:pt x="2747" y="2380"/>
                  </a:cubicBezTo>
                  <a:lnTo>
                    <a:pt x="2728" y="2380"/>
                  </a:lnTo>
                  <a:cubicBezTo>
                    <a:pt x="1216" y="2380"/>
                    <a:pt x="0" y="3596"/>
                    <a:pt x="0" y="5108"/>
                  </a:cubicBezTo>
                  <a:cubicBezTo>
                    <a:pt x="0" y="6610"/>
                    <a:pt x="1216" y="7835"/>
                    <a:pt x="2728" y="7835"/>
                  </a:cubicBezTo>
                  <a:lnTo>
                    <a:pt x="12451" y="7835"/>
                  </a:lnTo>
                  <a:cubicBezTo>
                    <a:pt x="13696" y="7835"/>
                    <a:pt x="14710" y="6821"/>
                    <a:pt x="14710" y="5577"/>
                  </a:cubicBezTo>
                  <a:cubicBezTo>
                    <a:pt x="14710" y="4333"/>
                    <a:pt x="13696" y="3328"/>
                    <a:pt x="12451" y="3328"/>
                  </a:cubicBezTo>
                  <a:cubicBezTo>
                    <a:pt x="12375" y="3328"/>
                    <a:pt x="12298" y="3328"/>
                    <a:pt x="12212" y="3337"/>
                  </a:cubicBezTo>
                  <a:cubicBezTo>
                    <a:pt x="11852" y="2172"/>
                    <a:pt x="10772" y="1424"/>
                    <a:pt x="9614" y="1424"/>
                  </a:cubicBezTo>
                  <a:cubicBezTo>
                    <a:pt x="9327" y="1424"/>
                    <a:pt x="9035" y="1470"/>
                    <a:pt x="8748" y="1567"/>
                  </a:cubicBezTo>
                  <a:cubicBezTo>
                    <a:pt x="8087" y="504"/>
                    <a:pt x="7012" y="1"/>
                    <a:pt x="5944" y="1"/>
                  </a:cubicBezTo>
                  <a:close/>
                </a:path>
              </a:pathLst>
            </a:custGeom>
            <a:solidFill>
              <a:srgbClr val="E6EBE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038" name="Google Shape;14038;p43"/>
            <p:cNvSpPr/>
            <p:nvPr/>
          </p:nvSpPr>
          <p:spPr>
            <a:xfrm>
              <a:off x="6633976" y="2522051"/>
              <a:ext cx="352856" cy="143012"/>
            </a:xfrm>
            <a:custGeom>
              <a:rect b="b" l="l" r="r" t="t"/>
              <a:pathLst>
                <a:path extrusionOk="0" h="5446" w="13437">
                  <a:moveTo>
                    <a:pt x="2661" y="0"/>
                  </a:moveTo>
                  <a:cubicBezTo>
                    <a:pt x="1168" y="67"/>
                    <a:pt x="0" y="1321"/>
                    <a:pt x="48" y="2814"/>
                  </a:cubicBezTo>
                  <a:cubicBezTo>
                    <a:pt x="96" y="4307"/>
                    <a:pt x="1378" y="5446"/>
                    <a:pt x="2862" y="5446"/>
                  </a:cubicBezTo>
                  <a:lnTo>
                    <a:pt x="12690" y="5446"/>
                  </a:lnTo>
                  <a:cubicBezTo>
                    <a:pt x="13437" y="5388"/>
                    <a:pt x="13370" y="4269"/>
                    <a:pt x="12623" y="4269"/>
                  </a:cubicBezTo>
                  <a:lnTo>
                    <a:pt x="10738" y="4269"/>
                  </a:lnTo>
                  <a:cubicBezTo>
                    <a:pt x="10604" y="4269"/>
                    <a:pt x="10499" y="4154"/>
                    <a:pt x="10499" y="4029"/>
                  </a:cubicBezTo>
                  <a:lnTo>
                    <a:pt x="10499" y="3273"/>
                  </a:lnTo>
                  <a:cubicBezTo>
                    <a:pt x="10499" y="3024"/>
                    <a:pt x="10393" y="2776"/>
                    <a:pt x="10221" y="2603"/>
                  </a:cubicBezTo>
                  <a:lnTo>
                    <a:pt x="8833" y="1216"/>
                  </a:lnTo>
                  <a:cubicBezTo>
                    <a:pt x="8652" y="1043"/>
                    <a:pt x="8412" y="938"/>
                    <a:pt x="8163" y="938"/>
                  </a:cubicBezTo>
                  <a:lnTo>
                    <a:pt x="5034" y="938"/>
                  </a:lnTo>
                  <a:cubicBezTo>
                    <a:pt x="4642" y="938"/>
                    <a:pt x="4316" y="1263"/>
                    <a:pt x="4316" y="1656"/>
                  </a:cubicBezTo>
                  <a:lnTo>
                    <a:pt x="4316" y="3867"/>
                  </a:lnTo>
                  <a:cubicBezTo>
                    <a:pt x="4316" y="4000"/>
                    <a:pt x="4206" y="4102"/>
                    <a:pt x="4082" y="4102"/>
                  </a:cubicBezTo>
                  <a:cubicBezTo>
                    <a:pt x="4055" y="4102"/>
                    <a:pt x="4028" y="4097"/>
                    <a:pt x="4000" y="4087"/>
                  </a:cubicBezTo>
                  <a:cubicBezTo>
                    <a:pt x="2316" y="3503"/>
                    <a:pt x="1646" y="1474"/>
                    <a:pt x="2661" y="0"/>
                  </a:cubicBez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039" name="Google Shape;14039;p43"/>
            <p:cNvSpPr/>
            <p:nvPr/>
          </p:nvSpPr>
          <p:spPr>
            <a:xfrm>
              <a:off x="6759867" y="2559235"/>
              <a:ext cx="137261" cy="186997"/>
            </a:xfrm>
            <a:custGeom>
              <a:rect b="b" l="l" r="r" t="t"/>
              <a:pathLst>
                <a:path extrusionOk="0" h="7121" w="5227">
                  <a:moveTo>
                    <a:pt x="240" y="1"/>
                  </a:moveTo>
                  <a:cubicBezTo>
                    <a:pt x="106" y="1"/>
                    <a:pt x="1" y="106"/>
                    <a:pt x="1" y="240"/>
                  </a:cubicBezTo>
                  <a:lnTo>
                    <a:pt x="1" y="6882"/>
                  </a:lnTo>
                  <a:cubicBezTo>
                    <a:pt x="1" y="7016"/>
                    <a:pt x="106" y="7121"/>
                    <a:pt x="240" y="7121"/>
                  </a:cubicBezTo>
                  <a:lnTo>
                    <a:pt x="4987" y="7121"/>
                  </a:lnTo>
                  <a:cubicBezTo>
                    <a:pt x="5121" y="7121"/>
                    <a:pt x="5226" y="7016"/>
                    <a:pt x="5226" y="6882"/>
                  </a:cubicBezTo>
                  <a:lnTo>
                    <a:pt x="5226" y="1857"/>
                  </a:lnTo>
                  <a:cubicBezTo>
                    <a:pt x="5226" y="1733"/>
                    <a:pt x="5178" y="1608"/>
                    <a:pt x="5092" y="1522"/>
                  </a:cubicBezTo>
                  <a:lnTo>
                    <a:pt x="3704" y="144"/>
                  </a:lnTo>
                  <a:cubicBezTo>
                    <a:pt x="3618" y="48"/>
                    <a:pt x="3494" y="1"/>
                    <a:pt x="3369" y="1"/>
                  </a:cubicBezTo>
                  <a:close/>
                </a:path>
              </a:pathLst>
            </a:custGeom>
            <a:solidFill>
              <a:srgbClr val="63768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040" name="Google Shape;14040;p43"/>
            <p:cNvSpPr/>
            <p:nvPr/>
          </p:nvSpPr>
          <p:spPr>
            <a:xfrm>
              <a:off x="6792613" y="2632553"/>
              <a:ext cx="72189" cy="84163"/>
            </a:xfrm>
            <a:custGeom>
              <a:rect b="b" l="l" r="r" t="t"/>
              <a:pathLst>
                <a:path extrusionOk="0" h="3205" w="2749">
                  <a:moveTo>
                    <a:pt x="1371" y="1"/>
                  </a:moveTo>
                  <a:cubicBezTo>
                    <a:pt x="1285" y="1"/>
                    <a:pt x="1199" y="37"/>
                    <a:pt x="1137" y="108"/>
                  </a:cubicBezTo>
                  <a:lnTo>
                    <a:pt x="189" y="1295"/>
                  </a:lnTo>
                  <a:cubicBezTo>
                    <a:pt x="1" y="1526"/>
                    <a:pt x="205" y="1792"/>
                    <a:pt x="422" y="1792"/>
                  </a:cubicBezTo>
                  <a:cubicBezTo>
                    <a:pt x="502" y="1792"/>
                    <a:pt x="584" y="1756"/>
                    <a:pt x="649" y="1668"/>
                  </a:cubicBezTo>
                  <a:lnTo>
                    <a:pt x="1070" y="1142"/>
                  </a:lnTo>
                  <a:lnTo>
                    <a:pt x="1070" y="2903"/>
                  </a:lnTo>
                  <a:cubicBezTo>
                    <a:pt x="1070" y="3104"/>
                    <a:pt x="1220" y="3204"/>
                    <a:pt x="1371" y="3204"/>
                  </a:cubicBezTo>
                  <a:cubicBezTo>
                    <a:pt x="1522" y="3204"/>
                    <a:pt x="1673" y="3104"/>
                    <a:pt x="1673" y="2903"/>
                  </a:cubicBezTo>
                  <a:lnTo>
                    <a:pt x="1673" y="1142"/>
                  </a:lnTo>
                  <a:lnTo>
                    <a:pt x="2094" y="1668"/>
                  </a:lnTo>
                  <a:cubicBezTo>
                    <a:pt x="2161" y="1756"/>
                    <a:pt x="2245" y="1792"/>
                    <a:pt x="2326" y="1792"/>
                  </a:cubicBezTo>
                  <a:cubicBezTo>
                    <a:pt x="2546" y="1792"/>
                    <a:pt x="2749" y="1526"/>
                    <a:pt x="2553" y="1295"/>
                  </a:cubicBezTo>
                  <a:lnTo>
                    <a:pt x="1606" y="108"/>
                  </a:lnTo>
                  <a:cubicBezTo>
                    <a:pt x="1543" y="37"/>
                    <a:pt x="1457" y="1"/>
                    <a:pt x="1371" y="1"/>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041" name="Google Shape;14041;p43"/>
            <p:cNvSpPr/>
            <p:nvPr/>
          </p:nvSpPr>
          <p:spPr>
            <a:xfrm>
              <a:off x="6792429" y="2477882"/>
              <a:ext cx="58875" cy="39416"/>
            </a:xfrm>
            <a:custGeom>
              <a:rect b="b" l="l" r="r" t="t"/>
              <a:pathLst>
                <a:path extrusionOk="0" h="1501" w="2242">
                  <a:moveTo>
                    <a:pt x="416" y="1"/>
                  </a:moveTo>
                  <a:cubicBezTo>
                    <a:pt x="87" y="1"/>
                    <a:pt x="0" y="519"/>
                    <a:pt x="369" y="591"/>
                  </a:cubicBezTo>
                  <a:cubicBezTo>
                    <a:pt x="866" y="687"/>
                    <a:pt x="1306" y="974"/>
                    <a:pt x="1613" y="1376"/>
                  </a:cubicBezTo>
                  <a:cubicBezTo>
                    <a:pt x="1670" y="1453"/>
                    <a:pt x="1756" y="1500"/>
                    <a:pt x="1852" y="1500"/>
                  </a:cubicBezTo>
                  <a:cubicBezTo>
                    <a:pt x="1856" y="1501"/>
                    <a:pt x="1860" y="1501"/>
                    <a:pt x="1864" y="1501"/>
                  </a:cubicBezTo>
                  <a:cubicBezTo>
                    <a:pt x="2105" y="1501"/>
                    <a:pt x="2242" y="1220"/>
                    <a:pt x="2091" y="1022"/>
                  </a:cubicBezTo>
                  <a:cubicBezTo>
                    <a:pt x="1699" y="496"/>
                    <a:pt x="1125" y="141"/>
                    <a:pt x="483" y="7"/>
                  </a:cubicBezTo>
                  <a:cubicBezTo>
                    <a:pt x="460" y="3"/>
                    <a:pt x="437" y="1"/>
                    <a:pt x="416" y="1"/>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042" name="Google Shape;14042;p43"/>
            <p:cNvSpPr/>
            <p:nvPr/>
          </p:nvSpPr>
          <p:spPr>
            <a:xfrm>
              <a:off x="6891823" y="2516720"/>
              <a:ext cx="47005" cy="38024"/>
            </a:xfrm>
            <a:custGeom>
              <a:rect b="b" l="l" r="r" t="t"/>
              <a:pathLst>
                <a:path extrusionOk="0" h="1448" w="1790">
                  <a:moveTo>
                    <a:pt x="425" y="1"/>
                  </a:moveTo>
                  <a:cubicBezTo>
                    <a:pt x="127" y="1"/>
                    <a:pt x="1" y="465"/>
                    <a:pt x="335" y="576"/>
                  </a:cubicBezTo>
                  <a:cubicBezTo>
                    <a:pt x="689" y="701"/>
                    <a:pt x="986" y="959"/>
                    <a:pt x="1158" y="1285"/>
                  </a:cubicBezTo>
                  <a:cubicBezTo>
                    <a:pt x="1206" y="1380"/>
                    <a:pt x="1311" y="1447"/>
                    <a:pt x="1417" y="1447"/>
                  </a:cubicBezTo>
                  <a:cubicBezTo>
                    <a:pt x="1646" y="1447"/>
                    <a:pt x="1790" y="1208"/>
                    <a:pt x="1685" y="1007"/>
                  </a:cubicBezTo>
                  <a:cubicBezTo>
                    <a:pt x="1436" y="548"/>
                    <a:pt x="1024" y="194"/>
                    <a:pt x="536" y="21"/>
                  </a:cubicBezTo>
                  <a:cubicBezTo>
                    <a:pt x="497" y="7"/>
                    <a:pt x="460" y="1"/>
                    <a:pt x="425" y="1"/>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043" name="Google Shape;14043;p43"/>
            <p:cNvSpPr/>
            <p:nvPr/>
          </p:nvSpPr>
          <p:spPr>
            <a:xfrm>
              <a:off x="6841036" y="2559235"/>
              <a:ext cx="56091" cy="56328"/>
            </a:xfrm>
            <a:custGeom>
              <a:rect b="b" l="l" r="r" t="t"/>
              <a:pathLst>
                <a:path extrusionOk="0" h="2145" w="2136">
                  <a:moveTo>
                    <a:pt x="1" y="1"/>
                  </a:moveTo>
                  <a:lnTo>
                    <a:pt x="1" y="1666"/>
                  </a:lnTo>
                  <a:cubicBezTo>
                    <a:pt x="1" y="1924"/>
                    <a:pt x="211" y="2144"/>
                    <a:pt x="479" y="2144"/>
                  </a:cubicBezTo>
                  <a:lnTo>
                    <a:pt x="2135" y="2144"/>
                  </a:lnTo>
                  <a:lnTo>
                    <a:pt x="2135" y="1867"/>
                  </a:lnTo>
                  <a:cubicBezTo>
                    <a:pt x="2126" y="1800"/>
                    <a:pt x="2116" y="1733"/>
                    <a:pt x="2087" y="1666"/>
                  </a:cubicBezTo>
                  <a:lnTo>
                    <a:pt x="470" y="1666"/>
                  </a:lnTo>
                  <a:lnTo>
                    <a:pt x="470" y="48"/>
                  </a:lnTo>
                  <a:cubicBezTo>
                    <a:pt x="412" y="20"/>
                    <a:pt x="345" y="1"/>
                    <a:pt x="278" y="1"/>
                  </a:cubicBezTo>
                  <a:close/>
                </a:path>
              </a:pathLst>
            </a:custGeom>
            <a:solidFill>
              <a:srgbClr val="30496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4044" name="Google Shape;14044;p43"/>
          <p:cNvGrpSpPr/>
          <p:nvPr/>
        </p:nvGrpSpPr>
        <p:grpSpPr>
          <a:xfrm>
            <a:off x="7091110" y="2276165"/>
            <a:ext cx="376989" cy="348865"/>
            <a:chOff x="7091110" y="2428565"/>
            <a:chExt cx="376989" cy="348865"/>
          </a:xfrm>
        </p:grpSpPr>
        <p:sp>
          <p:nvSpPr>
            <p:cNvPr id="14045" name="Google Shape;14045;p43"/>
            <p:cNvSpPr/>
            <p:nvPr/>
          </p:nvSpPr>
          <p:spPr>
            <a:xfrm>
              <a:off x="7213692" y="2609759"/>
              <a:ext cx="124577" cy="104305"/>
            </a:xfrm>
            <a:custGeom>
              <a:rect b="b" l="l" r="r" t="t"/>
              <a:pathLst>
                <a:path extrusionOk="0" h="3972" w="4744">
                  <a:moveTo>
                    <a:pt x="2376" y="0"/>
                  </a:moveTo>
                  <a:cubicBezTo>
                    <a:pt x="2242" y="0"/>
                    <a:pt x="2137" y="106"/>
                    <a:pt x="2146" y="230"/>
                  </a:cubicBezTo>
                  <a:lnTo>
                    <a:pt x="2146" y="2431"/>
                  </a:lnTo>
                  <a:lnTo>
                    <a:pt x="242" y="3532"/>
                  </a:lnTo>
                  <a:cubicBezTo>
                    <a:pt x="1" y="3660"/>
                    <a:pt x="131" y="3971"/>
                    <a:pt x="343" y="3971"/>
                  </a:cubicBezTo>
                  <a:cubicBezTo>
                    <a:pt x="384" y="3971"/>
                    <a:pt x="427" y="3960"/>
                    <a:pt x="472" y="3934"/>
                  </a:cubicBezTo>
                  <a:lnTo>
                    <a:pt x="2376" y="2833"/>
                  </a:lnTo>
                  <a:lnTo>
                    <a:pt x="4281" y="3934"/>
                  </a:lnTo>
                  <a:cubicBezTo>
                    <a:pt x="4324" y="3960"/>
                    <a:pt x="4366" y="3971"/>
                    <a:pt x="4405" y="3971"/>
                  </a:cubicBezTo>
                  <a:cubicBezTo>
                    <a:pt x="4612" y="3971"/>
                    <a:pt x="4743" y="3660"/>
                    <a:pt x="4510" y="3532"/>
                  </a:cubicBezTo>
                  <a:lnTo>
                    <a:pt x="2606" y="2431"/>
                  </a:lnTo>
                  <a:lnTo>
                    <a:pt x="2606" y="230"/>
                  </a:lnTo>
                  <a:cubicBezTo>
                    <a:pt x="2606" y="106"/>
                    <a:pt x="2501" y="0"/>
                    <a:pt x="2376" y="0"/>
                  </a:cubicBez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046" name="Google Shape;14046;p43"/>
            <p:cNvSpPr/>
            <p:nvPr/>
          </p:nvSpPr>
          <p:spPr>
            <a:xfrm>
              <a:off x="7346699" y="2713539"/>
              <a:ext cx="121400" cy="63891"/>
            </a:xfrm>
            <a:custGeom>
              <a:rect b="b" l="l" r="r" t="t"/>
              <a:pathLst>
                <a:path extrusionOk="0" h="2433" w="4623">
                  <a:moveTo>
                    <a:pt x="1752" y="1"/>
                  </a:moveTo>
                  <a:lnTo>
                    <a:pt x="699" y="422"/>
                  </a:lnTo>
                  <a:cubicBezTo>
                    <a:pt x="594" y="460"/>
                    <a:pt x="498" y="518"/>
                    <a:pt x="421" y="585"/>
                  </a:cubicBezTo>
                  <a:lnTo>
                    <a:pt x="393" y="604"/>
                  </a:lnTo>
                  <a:lnTo>
                    <a:pt x="383" y="613"/>
                  </a:lnTo>
                  <a:lnTo>
                    <a:pt x="364" y="632"/>
                  </a:lnTo>
                  <a:lnTo>
                    <a:pt x="345" y="652"/>
                  </a:lnTo>
                  <a:cubicBezTo>
                    <a:pt x="154" y="833"/>
                    <a:pt x="29" y="1082"/>
                    <a:pt x="0" y="1350"/>
                  </a:cubicBezTo>
                  <a:lnTo>
                    <a:pt x="0" y="1388"/>
                  </a:lnTo>
                  <a:lnTo>
                    <a:pt x="0" y="1408"/>
                  </a:lnTo>
                  <a:lnTo>
                    <a:pt x="0" y="1446"/>
                  </a:lnTo>
                  <a:lnTo>
                    <a:pt x="0" y="1465"/>
                  </a:lnTo>
                  <a:lnTo>
                    <a:pt x="0" y="1475"/>
                  </a:lnTo>
                  <a:lnTo>
                    <a:pt x="0" y="1532"/>
                  </a:lnTo>
                  <a:lnTo>
                    <a:pt x="0" y="1695"/>
                  </a:lnTo>
                  <a:lnTo>
                    <a:pt x="0" y="2211"/>
                  </a:lnTo>
                  <a:cubicBezTo>
                    <a:pt x="0" y="2339"/>
                    <a:pt x="105" y="2432"/>
                    <a:pt x="231" y="2432"/>
                  </a:cubicBezTo>
                  <a:cubicBezTo>
                    <a:pt x="237" y="2432"/>
                    <a:pt x="243" y="2432"/>
                    <a:pt x="249" y="2432"/>
                  </a:cubicBezTo>
                  <a:lnTo>
                    <a:pt x="4364" y="2432"/>
                  </a:lnTo>
                  <a:cubicBezTo>
                    <a:pt x="4371" y="2432"/>
                    <a:pt x="4377" y="2432"/>
                    <a:pt x="4383" y="2432"/>
                  </a:cubicBezTo>
                  <a:cubicBezTo>
                    <a:pt x="4509" y="2432"/>
                    <a:pt x="4614" y="2339"/>
                    <a:pt x="4623" y="2211"/>
                  </a:cubicBezTo>
                  <a:lnTo>
                    <a:pt x="4623" y="1695"/>
                  </a:lnTo>
                  <a:lnTo>
                    <a:pt x="4623" y="1532"/>
                  </a:lnTo>
                  <a:lnTo>
                    <a:pt x="4575" y="1532"/>
                  </a:lnTo>
                  <a:lnTo>
                    <a:pt x="4575" y="1475"/>
                  </a:lnTo>
                  <a:lnTo>
                    <a:pt x="4575" y="1465"/>
                  </a:lnTo>
                  <a:lnTo>
                    <a:pt x="4575" y="1446"/>
                  </a:lnTo>
                  <a:lnTo>
                    <a:pt x="4575" y="1408"/>
                  </a:lnTo>
                  <a:lnTo>
                    <a:pt x="4575" y="1388"/>
                  </a:lnTo>
                  <a:lnTo>
                    <a:pt x="4575" y="1350"/>
                  </a:lnTo>
                  <a:cubicBezTo>
                    <a:pt x="4546" y="1082"/>
                    <a:pt x="4422" y="833"/>
                    <a:pt x="4230" y="652"/>
                  </a:cubicBezTo>
                  <a:lnTo>
                    <a:pt x="4202" y="632"/>
                  </a:lnTo>
                  <a:lnTo>
                    <a:pt x="4192" y="613"/>
                  </a:lnTo>
                  <a:lnTo>
                    <a:pt x="4183" y="604"/>
                  </a:lnTo>
                  <a:lnTo>
                    <a:pt x="4154" y="585"/>
                  </a:lnTo>
                  <a:cubicBezTo>
                    <a:pt x="4068" y="518"/>
                    <a:pt x="3972" y="460"/>
                    <a:pt x="3876" y="422"/>
                  </a:cubicBezTo>
                  <a:lnTo>
                    <a:pt x="2814" y="1"/>
                  </a:lnTo>
                  <a:lnTo>
                    <a:pt x="2556" y="269"/>
                  </a:lnTo>
                  <a:lnTo>
                    <a:pt x="2288" y="537"/>
                  </a:lnTo>
                  <a:lnTo>
                    <a:pt x="2020" y="269"/>
                  </a:lnTo>
                  <a:lnTo>
                    <a:pt x="1752" y="1"/>
                  </a:lnTo>
                  <a:close/>
                </a:path>
              </a:pathLst>
            </a:custGeom>
            <a:solidFill>
              <a:srgbClr val="8192A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047" name="Google Shape;14047;p43"/>
            <p:cNvSpPr/>
            <p:nvPr/>
          </p:nvSpPr>
          <p:spPr>
            <a:xfrm>
              <a:off x="7345176" y="2713539"/>
              <a:ext cx="49290" cy="63891"/>
            </a:xfrm>
            <a:custGeom>
              <a:rect b="b" l="l" r="r" t="t"/>
              <a:pathLst>
                <a:path extrusionOk="0" h="2433" w="1877">
                  <a:moveTo>
                    <a:pt x="1781" y="1"/>
                  </a:moveTo>
                  <a:lnTo>
                    <a:pt x="738" y="412"/>
                  </a:lnTo>
                  <a:cubicBezTo>
                    <a:pt x="288" y="594"/>
                    <a:pt x="1" y="1044"/>
                    <a:pt x="20" y="1532"/>
                  </a:cubicBezTo>
                  <a:lnTo>
                    <a:pt x="20" y="2211"/>
                  </a:lnTo>
                  <a:cubicBezTo>
                    <a:pt x="20" y="2339"/>
                    <a:pt x="133" y="2432"/>
                    <a:pt x="260" y="2432"/>
                  </a:cubicBezTo>
                  <a:cubicBezTo>
                    <a:pt x="266" y="2432"/>
                    <a:pt x="272" y="2432"/>
                    <a:pt x="279" y="2432"/>
                  </a:cubicBezTo>
                  <a:lnTo>
                    <a:pt x="326" y="2432"/>
                  </a:lnTo>
                  <a:lnTo>
                    <a:pt x="326" y="1532"/>
                  </a:lnTo>
                  <a:cubicBezTo>
                    <a:pt x="307" y="1044"/>
                    <a:pt x="594" y="594"/>
                    <a:pt x="1044" y="412"/>
                  </a:cubicBezTo>
                  <a:lnTo>
                    <a:pt x="1877" y="87"/>
                  </a:lnTo>
                  <a:lnTo>
                    <a:pt x="1781" y="1"/>
                  </a:lnTo>
                  <a:close/>
                </a:path>
              </a:pathLst>
            </a:custGeom>
            <a:solidFill>
              <a:srgbClr val="657A8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048" name="Google Shape;14048;p43"/>
            <p:cNvSpPr/>
            <p:nvPr/>
          </p:nvSpPr>
          <p:spPr>
            <a:xfrm>
              <a:off x="7367549" y="2612753"/>
              <a:ext cx="76942" cy="54332"/>
            </a:xfrm>
            <a:custGeom>
              <a:rect b="b" l="l" r="r" t="t"/>
              <a:pathLst>
                <a:path extrusionOk="0" h="2069" w="2930">
                  <a:moveTo>
                    <a:pt x="2575" y="1781"/>
                  </a:moveTo>
                  <a:lnTo>
                    <a:pt x="2566" y="1791"/>
                  </a:lnTo>
                  <a:lnTo>
                    <a:pt x="2566" y="1791"/>
                  </a:lnTo>
                  <a:lnTo>
                    <a:pt x="2566" y="1791"/>
                  </a:lnTo>
                  <a:lnTo>
                    <a:pt x="2537" y="1810"/>
                  </a:lnTo>
                  <a:lnTo>
                    <a:pt x="2537" y="1800"/>
                  </a:lnTo>
                  <a:lnTo>
                    <a:pt x="2575" y="1781"/>
                  </a:lnTo>
                  <a:close/>
                  <a:moveTo>
                    <a:pt x="1540" y="1"/>
                  </a:moveTo>
                  <a:cubicBezTo>
                    <a:pt x="1534" y="1"/>
                    <a:pt x="1528" y="1"/>
                    <a:pt x="1522" y="1"/>
                  </a:cubicBezTo>
                  <a:lnTo>
                    <a:pt x="1408" y="1"/>
                  </a:lnTo>
                  <a:cubicBezTo>
                    <a:pt x="632" y="1"/>
                    <a:pt x="1" y="633"/>
                    <a:pt x="1" y="1408"/>
                  </a:cubicBezTo>
                  <a:lnTo>
                    <a:pt x="1" y="2068"/>
                  </a:lnTo>
                  <a:cubicBezTo>
                    <a:pt x="1" y="2068"/>
                    <a:pt x="326" y="2040"/>
                    <a:pt x="364" y="1877"/>
                  </a:cubicBezTo>
                  <a:cubicBezTo>
                    <a:pt x="374" y="1867"/>
                    <a:pt x="384" y="1848"/>
                    <a:pt x="393" y="1829"/>
                  </a:cubicBezTo>
                  <a:cubicBezTo>
                    <a:pt x="575" y="1829"/>
                    <a:pt x="1427" y="1819"/>
                    <a:pt x="1905" y="1236"/>
                  </a:cubicBezTo>
                  <a:cubicBezTo>
                    <a:pt x="2010" y="1513"/>
                    <a:pt x="2250" y="1733"/>
                    <a:pt x="2537" y="1819"/>
                  </a:cubicBezTo>
                  <a:cubicBezTo>
                    <a:pt x="2546" y="1839"/>
                    <a:pt x="2556" y="1858"/>
                    <a:pt x="2575" y="1877"/>
                  </a:cubicBezTo>
                  <a:cubicBezTo>
                    <a:pt x="2613" y="2030"/>
                    <a:pt x="2929" y="2059"/>
                    <a:pt x="2929" y="2059"/>
                  </a:cubicBezTo>
                  <a:lnTo>
                    <a:pt x="2929" y="1408"/>
                  </a:lnTo>
                  <a:cubicBezTo>
                    <a:pt x="2929" y="638"/>
                    <a:pt x="2316" y="1"/>
                    <a:pt x="1540" y="1"/>
                  </a:cubicBez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049" name="Google Shape;14049;p43"/>
            <p:cNvSpPr/>
            <p:nvPr/>
          </p:nvSpPr>
          <p:spPr>
            <a:xfrm>
              <a:off x="7367549" y="2612779"/>
              <a:ext cx="41753" cy="54306"/>
            </a:xfrm>
            <a:custGeom>
              <a:rect b="b" l="l" r="r" t="t"/>
              <a:pathLst>
                <a:path extrusionOk="0" h="2068" w="1590">
                  <a:moveTo>
                    <a:pt x="1408" y="0"/>
                  </a:moveTo>
                  <a:cubicBezTo>
                    <a:pt x="632" y="0"/>
                    <a:pt x="10" y="632"/>
                    <a:pt x="1" y="1407"/>
                  </a:cubicBezTo>
                  <a:lnTo>
                    <a:pt x="1" y="2067"/>
                  </a:lnTo>
                  <a:cubicBezTo>
                    <a:pt x="87" y="2058"/>
                    <a:pt x="173" y="2029"/>
                    <a:pt x="250" y="2000"/>
                  </a:cubicBezTo>
                  <a:lnTo>
                    <a:pt x="250" y="1771"/>
                  </a:lnTo>
                  <a:lnTo>
                    <a:pt x="250" y="1407"/>
                  </a:lnTo>
                  <a:cubicBezTo>
                    <a:pt x="250" y="660"/>
                    <a:pt x="843" y="38"/>
                    <a:pt x="1589" y="0"/>
                  </a:cubicBez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050" name="Google Shape;14050;p43"/>
            <p:cNvSpPr/>
            <p:nvPr/>
          </p:nvSpPr>
          <p:spPr>
            <a:xfrm>
              <a:off x="7434145" y="2661281"/>
              <a:ext cx="16885" cy="22636"/>
            </a:xfrm>
            <a:custGeom>
              <a:rect b="b" l="l" r="r" t="t"/>
              <a:pathLst>
                <a:path extrusionOk="0" h="862" w="643">
                  <a:moveTo>
                    <a:pt x="175" y="1"/>
                  </a:moveTo>
                  <a:cubicBezTo>
                    <a:pt x="81" y="1"/>
                    <a:pt x="1" y="78"/>
                    <a:pt x="1" y="182"/>
                  </a:cubicBezTo>
                  <a:lnTo>
                    <a:pt x="1" y="680"/>
                  </a:lnTo>
                  <a:cubicBezTo>
                    <a:pt x="1" y="784"/>
                    <a:pt x="81" y="861"/>
                    <a:pt x="175" y="861"/>
                  </a:cubicBezTo>
                  <a:cubicBezTo>
                    <a:pt x="193" y="861"/>
                    <a:pt x="212" y="858"/>
                    <a:pt x="231" y="852"/>
                  </a:cubicBezTo>
                  <a:cubicBezTo>
                    <a:pt x="259" y="842"/>
                    <a:pt x="298" y="823"/>
                    <a:pt x="326" y="804"/>
                  </a:cubicBezTo>
                  <a:cubicBezTo>
                    <a:pt x="355" y="775"/>
                    <a:pt x="393" y="747"/>
                    <a:pt x="422" y="727"/>
                  </a:cubicBezTo>
                  <a:cubicBezTo>
                    <a:pt x="642" y="479"/>
                    <a:pt x="537" y="96"/>
                    <a:pt x="231" y="10"/>
                  </a:cubicBezTo>
                  <a:cubicBezTo>
                    <a:pt x="212" y="3"/>
                    <a:pt x="193" y="1"/>
                    <a:pt x="175" y="1"/>
                  </a:cubicBezTo>
                  <a:close/>
                </a:path>
              </a:pathLst>
            </a:custGeom>
            <a:solidFill>
              <a:srgbClr val="CBD6D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051" name="Google Shape;14051;p43"/>
            <p:cNvSpPr/>
            <p:nvPr/>
          </p:nvSpPr>
          <p:spPr>
            <a:xfrm>
              <a:off x="7361772" y="2661334"/>
              <a:ext cx="16623" cy="22479"/>
            </a:xfrm>
            <a:custGeom>
              <a:rect b="b" l="l" r="r" t="t"/>
              <a:pathLst>
                <a:path extrusionOk="0" h="856" w="633">
                  <a:moveTo>
                    <a:pt x="444" y="0"/>
                  </a:moveTo>
                  <a:cubicBezTo>
                    <a:pt x="430" y="0"/>
                    <a:pt x="416" y="2"/>
                    <a:pt x="403" y="8"/>
                  </a:cubicBezTo>
                  <a:cubicBezTo>
                    <a:pt x="1" y="142"/>
                    <a:pt x="1" y="716"/>
                    <a:pt x="403" y="850"/>
                  </a:cubicBezTo>
                  <a:cubicBezTo>
                    <a:pt x="419" y="854"/>
                    <a:pt x="435" y="856"/>
                    <a:pt x="451" y="856"/>
                  </a:cubicBezTo>
                  <a:cubicBezTo>
                    <a:pt x="548" y="856"/>
                    <a:pt x="632" y="784"/>
                    <a:pt x="632" y="678"/>
                  </a:cubicBezTo>
                  <a:lnTo>
                    <a:pt x="632" y="170"/>
                  </a:lnTo>
                  <a:cubicBezTo>
                    <a:pt x="623" y="123"/>
                    <a:pt x="604" y="65"/>
                    <a:pt x="556" y="36"/>
                  </a:cubicBezTo>
                  <a:cubicBezTo>
                    <a:pt x="521" y="16"/>
                    <a:pt x="482" y="0"/>
                    <a:pt x="444" y="0"/>
                  </a:cubicBezTo>
                  <a:close/>
                </a:path>
              </a:pathLst>
            </a:custGeom>
            <a:solidFill>
              <a:srgbClr val="B9C7D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052" name="Google Shape;14052;p43"/>
            <p:cNvSpPr/>
            <p:nvPr/>
          </p:nvSpPr>
          <p:spPr>
            <a:xfrm>
              <a:off x="7391945" y="2700829"/>
              <a:ext cx="28151" cy="32352"/>
            </a:xfrm>
            <a:custGeom>
              <a:rect b="b" l="l" r="r" t="t"/>
              <a:pathLst>
                <a:path extrusionOk="0" h="1232" w="1072">
                  <a:moveTo>
                    <a:pt x="179" y="1"/>
                  </a:moveTo>
                  <a:cubicBezTo>
                    <a:pt x="89" y="1"/>
                    <a:pt x="10" y="79"/>
                    <a:pt x="10" y="179"/>
                  </a:cubicBezTo>
                  <a:lnTo>
                    <a:pt x="10" y="695"/>
                  </a:lnTo>
                  <a:cubicBezTo>
                    <a:pt x="0" y="743"/>
                    <a:pt x="19" y="791"/>
                    <a:pt x="57" y="829"/>
                  </a:cubicBezTo>
                  <a:lnTo>
                    <a:pt x="421" y="1174"/>
                  </a:lnTo>
                  <a:cubicBezTo>
                    <a:pt x="450" y="1212"/>
                    <a:pt x="488" y="1222"/>
                    <a:pt x="536" y="1231"/>
                  </a:cubicBezTo>
                  <a:cubicBezTo>
                    <a:pt x="584" y="1222"/>
                    <a:pt x="622" y="1203"/>
                    <a:pt x="660" y="1174"/>
                  </a:cubicBezTo>
                  <a:lnTo>
                    <a:pt x="1024" y="791"/>
                  </a:lnTo>
                  <a:cubicBezTo>
                    <a:pt x="1053" y="762"/>
                    <a:pt x="1072" y="714"/>
                    <a:pt x="1072" y="676"/>
                  </a:cubicBezTo>
                  <a:lnTo>
                    <a:pt x="1072" y="179"/>
                  </a:lnTo>
                  <a:cubicBezTo>
                    <a:pt x="1072" y="131"/>
                    <a:pt x="1053" y="92"/>
                    <a:pt x="1024" y="54"/>
                  </a:cubicBezTo>
                  <a:cubicBezTo>
                    <a:pt x="986" y="25"/>
                    <a:pt x="938" y="6"/>
                    <a:pt x="890" y="6"/>
                  </a:cubicBezTo>
                  <a:lnTo>
                    <a:pt x="861" y="6"/>
                  </a:lnTo>
                  <a:cubicBezTo>
                    <a:pt x="794" y="25"/>
                    <a:pt x="718" y="25"/>
                    <a:pt x="651" y="35"/>
                  </a:cubicBezTo>
                  <a:lnTo>
                    <a:pt x="431" y="35"/>
                  </a:lnTo>
                  <a:cubicBezTo>
                    <a:pt x="364" y="35"/>
                    <a:pt x="287" y="25"/>
                    <a:pt x="220" y="6"/>
                  </a:cubicBezTo>
                  <a:cubicBezTo>
                    <a:pt x="206" y="2"/>
                    <a:pt x="192" y="1"/>
                    <a:pt x="179" y="1"/>
                  </a:cubicBezTo>
                  <a:close/>
                </a:path>
              </a:pathLst>
            </a:custGeom>
            <a:solidFill>
              <a:srgbClr val="CBD6D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053" name="Google Shape;14053;p43"/>
            <p:cNvSpPr/>
            <p:nvPr/>
          </p:nvSpPr>
          <p:spPr>
            <a:xfrm>
              <a:off x="7391945" y="2701144"/>
              <a:ext cx="17095" cy="32037"/>
            </a:xfrm>
            <a:custGeom>
              <a:rect b="b" l="l" r="r" t="t"/>
              <a:pathLst>
                <a:path extrusionOk="0" h="1220" w="651">
                  <a:moveTo>
                    <a:pt x="176" y="1"/>
                  </a:moveTo>
                  <a:cubicBezTo>
                    <a:pt x="77" y="1"/>
                    <a:pt x="0" y="73"/>
                    <a:pt x="0" y="176"/>
                  </a:cubicBezTo>
                  <a:lnTo>
                    <a:pt x="0" y="693"/>
                  </a:lnTo>
                  <a:cubicBezTo>
                    <a:pt x="0" y="741"/>
                    <a:pt x="19" y="789"/>
                    <a:pt x="48" y="827"/>
                  </a:cubicBezTo>
                  <a:lnTo>
                    <a:pt x="412" y="1171"/>
                  </a:lnTo>
                  <a:cubicBezTo>
                    <a:pt x="440" y="1200"/>
                    <a:pt x="488" y="1219"/>
                    <a:pt x="526" y="1219"/>
                  </a:cubicBezTo>
                  <a:cubicBezTo>
                    <a:pt x="574" y="1219"/>
                    <a:pt x="622" y="1200"/>
                    <a:pt x="651" y="1171"/>
                  </a:cubicBezTo>
                  <a:cubicBezTo>
                    <a:pt x="622" y="1162"/>
                    <a:pt x="593" y="1143"/>
                    <a:pt x="574" y="1114"/>
                  </a:cubicBezTo>
                  <a:lnTo>
                    <a:pt x="211" y="769"/>
                  </a:lnTo>
                  <a:cubicBezTo>
                    <a:pt x="172" y="731"/>
                    <a:pt x="153" y="683"/>
                    <a:pt x="163" y="635"/>
                  </a:cubicBezTo>
                  <a:lnTo>
                    <a:pt x="163" y="119"/>
                  </a:lnTo>
                  <a:cubicBezTo>
                    <a:pt x="163" y="71"/>
                    <a:pt x="172" y="33"/>
                    <a:pt x="211" y="4"/>
                  </a:cubicBezTo>
                  <a:cubicBezTo>
                    <a:pt x="199" y="2"/>
                    <a:pt x="187" y="1"/>
                    <a:pt x="176" y="1"/>
                  </a:cubicBezTo>
                  <a:close/>
                </a:path>
              </a:pathLst>
            </a:custGeom>
            <a:solidFill>
              <a:srgbClr val="B9C7D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054" name="Google Shape;14054;p43"/>
            <p:cNvSpPr/>
            <p:nvPr/>
          </p:nvSpPr>
          <p:spPr>
            <a:xfrm>
              <a:off x="7375847" y="2644422"/>
              <a:ext cx="60582" cy="64626"/>
            </a:xfrm>
            <a:custGeom>
              <a:rect b="b" l="l" r="r" t="t"/>
              <a:pathLst>
                <a:path extrusionOk="0" h="2461" w="2307">
                  <a:moveTo>
                    <a:pt x="1593" y="1"/>
                  </a:moveTo>
                  <a:cubicBezTo>
                    <a:pt x="1582" y="1"/>
                    <a:pt x="1570" y="4"/>
                    <a:pt x="1561" y="11"/>
                  </a:cubicBezTo>
                  <a:cubicBezTo>
                    <a:pt x="1312" y="202"/>
                    <a:pt x="1025" y="345"/>
                    <a:pt x="718" y="422"/>
                  </a:cubicBezTo>
                  <a:cubicBezTo>
                    <a:pt x="632" y="451"/>
                    <a:pt x="536" y="470"/>
                    <a:pt x="441" y="489"/>
                  </a:cubicBezTo>
                  <a:cubicBezTo>
                    <a:pt x="355" y="508"/>
                    <a:pt x="259" y="518"/>
                    <a:pt x="163" y="527"/>
                  </a:cubicBezTo>
                  <a:cubicBezTo>
                    <a:pt x="77" y="527"/>
                    <a:pt x="1" y="613"/>
                    <a:pt x="1" y="700"/>
                  </a:cubicBezTo>
                  <a:lnTo>
                    <a:pt x="1" y="1417"/>
                  </a:lnTo>
                  <a:cubicBezTo>
                    <a:pt x="1" y="1992"/>
                    <a:pt x="469" y="2460"/>
                    <a:pt x="1044" y="2460"/>
                  </a:cubicBezTo>
                  <a:lnTo>
                    <a:pt x="1264" y="2460"/>
                  </a:lnTo>
                  <a:cubicBezTo>
                    <a:pt x="1838" y="2460"/>
                    <a:pt x="2307" y="1992"/>
                    <a:pt x="2307" y="1417"/>
                  </a:cubicBezTo>
                  <a:lnTo>
                    <a:pt x="2307" y="671"/>
                  </a:lnTo>
                  <a:cubicBezTo>
                    <a:pt x="2307" y="594"/>
                    <a:pt x="2259" y="527"/>
                    <a:pt x="2192" y="508"/>
                  </a:cubicBezTo>
                  <a:cubicBezTo>
                    <a:pt x="2163" y="499"/>
                    <a:pt x="2144" y="489"/>
                    <a:pt x="2125" y="479"/>
                  </a:cubicBezTo>
                  <a:cubicBezTo>
                    <a:pt x="1924" y="393"/>
                    <a:pt x="1761" y="250"/>
                    <a:pt x="1656" y="49"/>
                  </a:cubicBezTo>
                  <a:lnTo>
                    <a:pt x="1647" y="39"/>
                  </a:lnTo>
                  <a:cubicBezTo>
                    <a:pt x="1640" y="14"/>
                    <a:pt x="1617" y="1"/>
                    <a:pt x="1593" y="1"/>
                  </a:cubicBezTo>
                  <a:close/>
                </a:path>
              </a:pathLst>
            </a:custGeom>
            <a:solidFill>
              <a:srgbClr val="CBD6D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055" name="Google Shape;14055;p43"/>
            <p:cNvSpPr/>
            <p:nvPr/>
          </p:nvSpPr>
          <p:spPr>
            <a:xfrm>
              <a:off x="7375847" y="2644580"/>
              <a:ext cx="44012" cy="64731"/>
            </a:xfrm>
            <a:custGeom>
              <a:rect b="b" l="l" r="r" t="t"/>
              <a:pathLst>
                <a:path extrusionOk="0" h="2465" w="1676">
                  <a:moveTo>
                    <a:pt x="1593" y="0"/>
                  </a:moveTo>
                  <a:cubicBezTo>
                    <a:pt x="1582" y="0"/>
                    <a:pt x="1570" y="5"/>
                    <a:pt x="1561" y="14"/>
                  </a:cubicBezTo>
                  <a:cubicBezTo>
                    <a:pt x="1302" y="205"/>
                    <a:pt x="1025" y="339"/>
                    <a:pt x="718" y="426"/>
                  </a:cubicBezTo>
                  <a:cubicBezTo>
                    <a:pt x="632" y="454"/>
                    <a:pt x="536" y="473"/>
                    <a:pt x="441" y="493"/>
                  </a:cubicBezTo>
                  <a:cubicBezTo>
                    <a:pt x="355" y="512"/>
                    <a:pt x="259" y="521"/>
                    <a:pt x="163" y="521"/>
                  </a:cubicBezTo>
                  <a:cubicBezTo>
                    <a:pt x="68" y="531"/>
                    <a:pt x="1" y="607"/>
                    <a:pt x="1" y="703"/>
                  </a:cubicBezTo>
                  <a:lnTo>
                    <a:pt x="1" y="1421"/>
                  </a:lnTo>
                  <a:cubicBezTo>
                    <a:pt x="1" y="1995"/>
                    <a:pt x="469" y="2464"/>
                    <a:pt x="1044" y="2464"/>
                  </a:cubicBezTo>
                  <a:lnTo>
                    <a:pt x="1264" y="2464"/>
                  </a:lnTo>
                  <a:cubicBezTo>
                    <a:pt x="690" y="2464"/>
                    <a:pt x="211" y="1995"/>
                    <a:pt x="211" y="1421"/>
                  </a:cubicBezTo>
                  <a:lnTo>
                    <a:pt x="211" y="703"/>
                  </a:lnTo>
                  <a:cubicBezTo>
                    <a:pt x="211" y="607"/>
                    <a:pt x="288" y="531"/>
                    <a:pt x="383" y="521"/>
                  </a:cubicBezTo>
                  <a:cubicBezTo>
                    <a:pt x="469" y="521"/>
                    <a:pt x="565" y="502"/>
                    <a:pt x="661" y="493"/>
                  </a:cubicBezTo>
                  <a:cubicBezTo>
                    <a:pt x="747" y="473"/>
                    <a:pt x="843" y="454"/>
                    <a:pt x="938" y="426"/>
                  </a:cubicBezTo>
                  <a:cubicBezTo>
                    <a:pt x="1197" y="349"/>
                    <a:pt x="1446" y="234"/>
                    <a:pt x="1675" y="81"/>
                  </a:cubicBezTo>
                  <a:lnTo>
                    <a:pt x="1656" y="52"/>
                  </a:lnTo>
                  <a:lnTo>
                    <a:pt x="1647" y="43"/>
                  </a:lnTo>
                  <a:cubicBezTo>
                    <a:pt x="1640" y="17"/>
                    <a:pt x="1617" y="0"/>
                    <a:pt x="1593" y="0"/>
                  </a:cubicBezTo>
                  <a:close/>
                </a:path>
              </a:pathLst>
            </a:custGeom>
            <a:solidFill>
              <a:srgbClr val="B9C7D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056" name="Google Shape;14056;p43"/>
            <p:cNvSpPr/>
            <p:nvPr/>
          </p:nvSpPr>
          <p:spPr>
            <a:xfrm>
              <a:off x="7219784" y="2529325"/>
              <a:ext cx="121400" cy="63917"/>
            </a:xfrm>
            <a:custGeom>
              <a:rect b="b" l="l" r="r" t="t"/>
              <a:pathLst>
                <a:path extrusionOk="0" h="2434" w="4623">
                  <a:moveTo>
                    <a:pt x="1752" y="1"/>
                  </a:moveTo>
                  <a:lnTo>
                    <a:pt x="699" y="422"/>
                  </a:lnTo>
                  <a:cubicBezTo>
                    <a:pt x="594" y="460"/>
                    <a:pt x="498" y="518"/>
                    <a:pt x="421" y="585"/>
                  </a:cubicBezTo>
                  <a:lnTo>
                    <a:pt x="393" y="604"/>
                  </a:lnTo>
                  <a:lnTo>
                    <a:pt x="383" y="623"/>
                  </a:lnTo>
                  <a:lnTo>
                    <a:pt x="364" y="632"/>
                  </a:lnTo>
                  <a:lnTo>
                    <a:pt x="345" y="652"/>
                  </a:lnTo>
                  <a:cubicBezTo>
                    <a:pt x="154" y="843"/>
                    <a:pt x="29" y="1082"/>
                    <a:pt x="0" y="1350"/>
                  </a:cubicBezTo>
                  <a:lnTo>
                    <a:pt x="0" y="1398"/>
                  </a:lnTo>
                  <a:lnTo>
                    <a:pt x="0" y="1408"/>
                  </a:lnTo>
                  <a:lnTo>
                    <a:pt x="0" y="1446"/>
                  </a:lnTo>
                  <a:lnTo>
                    <a:pt x="0" y="1475"/>
                  </a:lnTo>
                  <a:lnTo>
                    <a:pt x="0" y="1532"/>
                  </a:lnTo>
                  <a:lnTo>
                    <a:pt x="0" y="1704"/>
                  </a:lnTo>
                  <a:lnTo>
                    <a:pt x="0" y="2211"/>
                  </a:lnTo>
                  <a:cubicBezTo>
                    <a:pt x="0" y="2335"/>
                    <a:pt x="98" y="2434"/>
                    <a:pt x="218" y="2434"/>
                  </a:cubicBezTo>
                  <a:cubicBezTo>
                    <a:pt x="228" y="2434"/>
                    <a:pt x="239" y="2433"/>
                    <a:pt x="249" y="2432"/>
                  </a:cubicBezTo>
                  <a:lnTo>
                    <a:pt x="4364" y="2432"/>
                  </a:lnTo>
                  <a:cubicBezTo>
                    <a:pt x="4375" y="2433"/>
                    <a:pt x="4386" y="2434"/>
                    <a:pt x="4396" y="2434"/>
                  </a:cubicBezTo>
                  <a:cubicBezTo>
                    <a:pt x="4516" y="2434"/>
                    <a:pt x="4614" y="2335"/>
                    <a:pt x="4623" y="2211"/>
                  </a:cubicBezTo>
                  <a:lnTo>
                    <a:pt x="4623" y="1704"/>
                  </a:lnTo>
                  <a:lnTo>
                    <a:pt x="4623" y="1532"/>
                  </a:lnTo>
                  <a:lnTo>
                    <a:pt x="4575" y="1532"/>
                  </a:lnTo>
                  <a:lnTo>
                    <a:pt x="4575" y="1475"/>
                  </a:lnTo>
                  <a:lnTo>
                    <a:pt x="4575" y="1446"/>
                  </a:lnTo>
                  <a:lnTo>
                    <a:pt x="4575" y="1408"/>
                  </a:lnTo>
                  <a:lnTo>
                    <a:pt x="4575" y="1398"/>
                  </a:lnTo>
                  <a:lnTo>
                    <a:pt x="4575" y="1350"/>
                  </a:lnTo>
                  <a:cubicBezTo>
                    <a:pt x="4546" y="1082"/>
                    <a:pt x="4422" y="843"/>
                    <a:pt x="4230" y="652"/>
                  </a:cubicBezTo>
                  <a:lnTo>
                    <a:pt x="4211" y="632"/>
                  </a:lnTo>
                  <a:lnTo>
                    <a:pt x="4192" y="623"/>
                  </a:lnTo>
                  <a:lnTo>
                    <a:pt x="4183" y="604"/>
                  </a:lnTo>
                  <a:lnTo>
                    <a:pt x="4154" y="585"/>
                  </a:lnTo>
                  <a:cubicBezTo>
                    <a:pt x="4068" y="518"/>
                    <a:pt x="3972" y="460"/>
                    <a:pt x="3876" y="422"/>
                  </a:cubicBezTo>
                  <a:lnTo>
                    <a:pt x="2824" y="1"/>
                  </a:lnTo>
                  <a:lnTo>
                    <a:pt x="2556" y="269"/>
                  </a:lnTo>
                  <a:lnTo>
                    <a:pt x="2288" y="537"/>
                  </a:lnTo>
                  <a:lnTo>
                    <a:pt x="2020" y="269"/>
                  </a:lnTo>
                  <a:lnTo>
                    <a:pt x="1752" y="1"/>
                  </a:lnTo>
                  <a:close/>
                </a:path>
              </a:pathLst>
            </a:custGeom>
            <a:solidFill>
              <a:srgbClr val="8192A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057" name="Google Shape;14057;p43"/>
            <p:cNvSpPr/>
            <p:nvPr/>
          </p:nvSpPr>
          <p:spPr>
            <a:xfrm>
              <a:off x="7218261" y="2529325"/>
              <a:ext cx="49290" cy="63917"/>
            </a:xfrm>
            <a:custGeom>
              <a:rect b="b" l="l" r="r" t="t"/>
              <a:pathLst>
                <a:path extrusionOk="0" h="2434" w="1877">
                  <a:moveTo>
                    <a:pt x="1791" y="1"/>
                  </a:moveTo>
                  <a:lnTo>
                    <a:pt x="738" y="412"/>
                  </a:lnTo>
                  <a:cubicBezTo>
                    <a:pt x="288" y="594"/>
                    <a:pt x="1" y="1044"/>
                    <a:pt x="20" y="1532"/>
                  </a:cubicBezTo>
                  <a:lnTo>
                    <a:pt x="20" y="2211"/>
                  </a:lnTo>
                  <a:cubicBezTo>
                    <a:pt x="29" y="2335"/>
                    <a:pt x="127" y="2434"/>
                    <a:pt x="247" y="2434"/>
                  </a:cubicBezTo>
                  <a:cubicBezTo>
                    <a:pt x="257" y="2434"/>
                    <a:pt x="268" y="2433"/>
                    <a:pt x="279" y="2432"/>
                  </a:cubicBezTo>
                  <a:lnTo>
                    <a:pt x="336" y="2432"/>
                  </a:lnTo>
                  <a:lnTo>
                    <a:pt x="336" y="1532"/>
                  </a:lnTo>
                  <a:cubicBezTo>
                    <a:pt x="307" y="1044"/>
                    <a:pt x="594" y="594"/>
                    <a:pt x="1054" y="412"/>
                  </a:cubicBezTo>
                  <a:lnTo>
                    <a:pt x="1877" y="87"/>
                  </a:lnTo>
                  <a:lnTo>
                    <a:pt x="1791" y="1"/>
                  </a:lnTo>
                  <a:close/>
                </a:path>
              </a:pathLst>
            </a:custGeom>
            <a:solidFill>
              <a:srgbClr val="657A8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058" name="Google Shape;14058;p43"/>
            <p:cNvSpPr/>
            <p:nvPr/>
          </p:nvSpPr>
          <p:spPr>
            <a:xfrm>
              <a:off x="7240897" y="2428565"/>
              <a:ext cx="76916" cy="54043"/>
            </a:xfrm>
            <a:custGeom>
              <a:rect b="b" l="l" r="r" t="t"/>
              <a:pathLst>
                <a:path extrusionOk="0" h="2058" w="2929">
                  <a:moveTo>
                    <a:pt x="2575" y="1780"/>
                  </a:moveTo>
                  <a:lnTo>
                    <a:pt x="2565" y="1790"/>
                  </a:lnTo>
                  <a:lnTo>
                    <a:pt x="2536" y="1809"/>
                  </a:lnTo>
                  <a:lnTo>
                    <a:pt x="2575" y="1780"/>
                  </a:lnTo>
                  <a:close/>
                  <a:moveTo>
                    <a:pt x="1407" y="0"/>
                  </a:moveTo>
                  <a:cubicBezTo>
                    <a:pt x="632" y="0"/>
                    <a:pt x="0" y="632"/>
                    <a:pt x="0" y="1407"/>
                  </a:cubicBezTo>
                  <a:lnTo>
                    <a:pt x="0" y="2058"/>
                  </a:lnTo>
                  <a:cubicBezTo>
                    <a:pt x="0" y="2058"/>
                    <a:pt x="326" y="2029"/>
                    <a:pt x="364" y="1876"/>
                  </a:cubicBezTo>
                  <a:cubicBezTo>
                    <a:pt x="374" y="1857"/>
                    <a:pt x="383" y="1847"/>
                    <a:pt x="393" y="1828"/>
                  </a:cubicBezTo>
                  <a:cubicBezTo>
                    <a:pt x="575" y="1828"/>
                    <a:pt x="1426" y="1809"/>
                    <a:pt x="1905" y="1225"/>
                  </a:cubicBezTo>
                  <a:cubicBezTo>
                    <a:pt x="2010" y="1512"/>
                    <a:pt x="2240" y="1732"/>
                    <a:pt x="2536" y="1818"/>
                  </a:cubicBezTo>
                  <a:cubicBezTo>
                    <a:pt x="2546" y="1838"/>
                    <a:pt x="2556" y="1857"/>
                    <a:pt x="2565" y="1876"/>
                  </a:cubicBezTo>
                  <a:cubicBezTo>
                    <a:pt x="2613" y="2029"/>
                    <a:pt x="2929" y="2058"/>
                    <a:pt x="2929" y="2058"/>
                  </a:cubicBezTo>
                  <a:lnTo>
                    <a:pt x="2929" y="1397"/>
                  </a:lnTo>
                  <a:cubicBezTo>
                    <a:pt x="2929" y="622"/>
                    <a:pt x="2297" y="0"/>
                    <a:pt x="1522" y="0"/>
                  </a:cubicBez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059" name="Google Shape;14059;p43"/>
            <p:cNvSpPr/>
            <p:nvPr/>
          </p:nvSpPr>
          <p:spPr>
            <a:xfrm>
              <a:off x="7240897" y="2428565"/>
              <a:ext cx="41727" cy="54306"/>
            </a:xfrm>
            <a:custGeom>
              <a:rect b="b" l="l" r="r" t="t"/>
              <a:pathLst>
                <a:path extrusionOk="0" h="2068" w="1589">
                  <a:moveTo>
                    <a:pt x="1407" y="0"/>
                  </a:moveTo>
                  <a:cubicBezTo>
                    <a:pt x="632" y="10"/>
                    <a:pt x="0" y="632"/>
                    <a:pt x="0" y="1407"/>
                  </a:cubicBezTo>
                  <a:lnTo>
                    <a:pt x="0" y="2067"/>
                  </a:lnTo>
                  <a:cubicBezTo>
                    <a:pt x="86" y="2058"/>
                    <a:pt x="173" y="2039"/>
                    <a:pt x="249" y="2000"/>
                  </a:cubicBezTo>
                  <a:lnTo>
                    <a:pt x="249" y="1771"/>
                  </a:lnTo>
                  <a:lnTo>
                    <a:pt x="249" y="1407"/>
                  </a:lnTo>
                  <a:cubicBezTo>
                    <a:pt x="249" y="660"/>
                    <a:pt x="833" y="38"/>
                    <a:pt x="1589" y="0"/>
                  </a:cubicBez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060" name="Google Shape;14060;p43"/>
            <p:cNvSpPr/>
            <p:nvPr/>
          </p:nvSpPr>
          <p:spPr>
            <a:xfrm>
              <a:off x="7307230" y="2477146"/>
              <a:ext cx="17122" cy="22557"/>
            </a:xfrm>
            <a:custGeom>
              <a:rect b="b" l="l" r="r" t="t"/>
              <a:pathLst>
                <a:path extrusionOk="0" h="859" w="652">
                  <a:moveTo>
                    <a:pt x="182" y="1"/>
                  </a:moveTo>
                  <a:cubicBezTo>
                    <a:pt x="85" y="1"/>
                    <a:pt x="1" y="72"/>
                    <a:pt x="1" y="179"/>
                  </a:cubicBezTo>
                  <a:lnTo>
                    <a:pt x="1" y="686"/>
                  </a:lnTo>
                  <a:cubicBezTo>
                    <a:pt x="1" y="782"/>
                    <a:pt x="81" y="858"/>
                    <a:pt x="174" y="858"/>
                  </a:cubicBezTo>
                  <a:cubicBezTo>
                    <a:pt x="193" y="858"/>
                    <a:pt x="212" y="855"/>
                    <a:pt x="231" y="849"/>
                  </a:cubicBezTo>
                  <a:cubicBezTo>
                    <a:pt x="269" y="839"/>
                    <a:pt x="298" y="830"/>
                    <a:pt x="326" y="811"/>
                  </a:cubicBezTo>
                  <a:cubicBezTo>
                    <a:pt x="365" y="772"/>
                    <a:pt x="393" y="744"/>
                    <a:pt x="432" y="724"/>
                  </a:cubicBezTo>
                  <a:cubicBezTo>
                    <a:pt x="652" y="485"/>
                    <a:pt x="546" y="102"/>
                    <a:pt x="231" y="7"/>
                  </a:cubicBezTo>
                  <a:cubicBezTo>
                    <a:pt x="214" y="3"/>
                    <a:pt x="198" y="1"/>
                    <a:pt x="182" y="1"/>
                  </a:cubicBezTo>
                  <a:close/>
                </a:path>
              </a:pathLst>
            </a:custGeom>
            <a:solidFill>
              <a:srgbClr val="CBD6D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061" name="Google Shape;14061;p43"/>
            <p:cNvSpPr/>
            <p:nvPr/>
          </p:nvSpPr>
          <p:spPr>
            <a:xfrm>
              <a:off x="7234857" y="2477120"/>
              <a:ext cx="16623" cy="22479"/>
            </a:xfrm>
            <a:custGeom>
              <a:rect b="b" l="l" r="r" t="t"/>
              <a:pathLst>
                <a:path extrusionOk="0" h="856" w="633">
                  <a:moveTo>
                    <a:pt x="450" y="0"/>
                  </a:moveTo>
                  <a:cubicBezTo>
                    <a:pt x="435" y="0"/>
                    <a:pt x="419" y="2"/>
                    <a:pt x="403" y="8"/>
                  </a:cubicBezTo>
                  <a:cubicBezTo>
                    <a:pt x="1" y="142"/>
                    <a:pt x="1" y="716"/>
                    <a:pt x="403" y="850"/>
                  </a:cubicBezTo>
                  <a:cubicBezTo>
                    <a:pt x="419" y="854"/>
                    <a:pt x="435" y="856"/>
                    <a:pt x="451" y="856"/>
                  </a:cubicBezTo>
                  <a:cubicBezTo>
                    <a:pt x="548" y="856"/>
                    <a:pt x="632" y="784"/>
                    <a:pt x="632" y="678"/>
                  </a:cubicBezTo>
                  <a:lnTo>
                    <a:pt x="632" y="170"/>
                  </a:lnTo>
                  <a:cubicBezTo>
                    <a:pt x="632" y="123"/>
                    <a:pt x="604" y="65"/>
                    <a:pt x="565" y="36"/>
                  </a:cubicBezTo>
                  <a:cubicBezTo>
                    <a:pt x="531" y="16"/>
                    <a:pt x="491" y="0"/>
                    <a:pt x="450" y="0"/>
                  </a:cubicBezTo>
                  <a:close/>
                </a:path>
              </a:pathLst>
            </a:custGeom>
            <a:solidFill>
              <a:srgbClr val="B9C7D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062" name="Google Shape;14062;p43"/>
            <p:cNvSpPr/>
            <p:nvPr/>
          </p:nvSpPr>
          <p:spPr>
            <a:xfrm>
              <a:off x="7265266" y="2516694"/>
              <a:ext cx="27914" cy="32274"/>
            </a:xfrm>
            <a:custGeom>
              <a:rect b="b" l="l" r="r" t="t"/>
              <a:pathLst>
                <a:path extrusionOk="0" h="1229" w="1063">
                  <a:moveTo>
                    <a:pt x="179" y="0"/>
                  </a:moveTo>
                  <a:cubicBezTo>
                    <a:pt x="85" y="0"/>
                    <a:pt x="1" y="73"/>
                    <a:pt x="1" y="176"/>
                  </a:cubicBezTo>
                  <a:lnTo>
                    <a:pt x="1" y="692"/>
                  </a:lnTo>
                  <a:cubicBezTo>
                    <a:pt x="1" y="740"/>
                    <a:pt x="20" y="798"/>
                    <a:pt x="48" y="826"/>
                  </a:cubicBezTo>
                  <a:lnTo>
                    <a:pt x="412" y="1171"/>
                  </a:lnTo>
                  <a:cubicBezTo>
                    <a:pt x="441" y="1209"/>
                    <a:pt x="489" y="1228"/>
                    <a:pt x="527" y="1228"/>
                  </a:cubicBezTo>
                  <a:cubicBezTo>
                    <a:pt x="575" y="1228"/>
                    <a:pt x="623" y="1209"/>
                    <a:pt x="651" y="1171"/>
                  </a:cubicBezTo>
                  <a:lnTo>
                    <a:pt x="1015" y="788"/>
                  </a:lnTo>
                  <a:cubicBezTo>
                    <a:pt x="1044" y="759"/>
                    <a:pt x="1063" y="721"/>
                    <a:pt x="1063" y="673"/>
                  </a:cubicBezTo>
                  <a:lnTo>
                    <a:pt x="1063" y="176"/>
                  </a:lnTo>
                  <a:cubicBezTo>
                    <a:pt x="1063" y="137"/>
                    <a:pt x="1053" y="89"/>
                    <a:pt x="1025" y="61"/>
                  </a:cubicBezTo>
                  <a:cubicBezTo>
                    <a:pt x="986" y="22"/>
                    <a:pt x="939" y="3"/>
                    <a:pt x="891" y="3"/>
                  </a:cubicBezTo>
                  <a:lnTo>
                    <a:pt x="852" y="3"/>
                  </a:lnTo>
                  <a:cubicBezTo>
                    <a:pt x="785" y="22"/>
                    <a:pt x="718" y="32"/>
                    <a:pt x="642" y="32"/>
                  </a:cubicBezTo>
                  <a:lnTo>
                    <a:pt x="431" y="32"/>
                  </a:lnTo>
                  <a:cubicBezTo>
                    <a:pt x="355" y="32"/>
                    <a:pt x="288" y="22"/>
                    <a:pt x="211" y="3"/>
                  </a:cubicBezTo>
                  <a:cubicBezTo>
                    <a:pt x="200" y="1"/>
                    <a:pt x="189" y="0"/>
                    <a:pt x="179" y="0"/>
                  </a:cubicBezTo>
                  <a:close/>
                </a:path>
              </a:pathLst>
            </a:custGeom>
            <a:solidFill>
              <a:srgbClr val="CBD6D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063" name="Google Shape;14063;p43"/>
            <p:cNvSpPr/>
            <p:nvPr/>
          </p:nvSpPr>
          <p:spPr>
            <a:xfrm>
              <a:off x="7265266" y="2516956"/>
              <a:ext cx="17122" cy="32247"/>
            </a:xfrm>
            <a:custGeom>
              <a:rect b="b" l="l" r="r" t="t"/>
              <a:pathLst>
                <a:path extrusionOk="0" h="1228" w="652">
                  <a:moveTo>
                    <a:pt x="179" y="0"/>
                  </a:moveTo>
                  <a:cubicBezTo>
                    <a:pt x="79" y="0"/>
                    <a:pt x="1" y="80"/>
                    <a:pt x="1" y="175"/>
                  </a:cubicBezTo>
                  <a:lnTo>
                    <a:pt x="1" y="692"/>
                  </a:lnTo>
                  <a:cubicBezTo>
                    <a:pt x="1" y="740"/>
                    <a:pt x="20" y="788"/>
                    <a:pt x="48" y="826"/>
                  </a:cubicBezTo>
                  <a:lnTo>
                    <a:pt x="412" y="1170"/>
                  </a:lnTo>
                  <a:cubicBezTo>
                    <a:pt x="441" y="1209"/>
                    <a:pt x="489" y="1228"/>
                    <a:pt x="527" y="1228"/>
                  </a:cubicBezTo>
                  <a:cubicBezTo>
                    <a:pt x="575" y="1218"/>
                    <a:pt x="623" y="1199"/>
                    <a:pt x="651" y="1170"/>
                  </a:cubicBezTo>
                  <a:cubicBezTo>
                    <a:pt x="623" y="1161"/>
                    <a:pt x="594" y="1142"/>
                    <a:pt x="575" y="1123"/>
                  </a:cubicBezTo>
                  <a:lnTo>
                    <a:pt x="211" y="768"/>
                  </a:lnTo>
                  <a:cubicBezTo>
                    <a:pt x="173" y="740"/>
                    <a:pt x="154" y="682"/>
                    <a:pt x="163" y="634"/>
                  </a:cubicBezTo>
                  <a:lnTo>
                    <a:pt x="163" y="118"/>
                  </a:lnTo>
                  <a:cubicBezTo>
                    <a:pt x="163" y="79"/>
                    <a:pt x="173" y="32"/>
                    <a:pt x="211" y="3"/>
                  </a:cubicBezTo>
                  <a:cubicBezTo>
                    <a:pt x="200" y="1"/>
                    <a:pt x="190" y="0"/>
                    <a:pt x="179" y="0"/>
                  </a:cubicBezTo>
                  <a:close/>
                </a:path>
              </a:pathLst>
            </a:custGeom>
            <a:solidFill>
              <a:srgbClr val="B9C7D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064" name="Google Shape;14064;p43"/>
            <p:cNvSpPr/>
            <p:nvPr/>
          </p:nvSpPr>
          <p:spPr>
            <a:xfrm>
              <a:off x="7249195" y="2460287"/>
              <a:ext cx="60319" cy="64810"/>
            </a:xfrm>
            <a:custGeom>
              <a:rect b="b" l="l" r="r" t="t"/>
              <a:pathLst>
                <a:path extrusionOk="0" h="2468" w="2297">
                  <a:moveTo>
                    <a:pt x="1595" y="0"/>
                  </a:moveTo>
                  <a:cubicBezTo>
                    <a:pt x="1581" y="0"/>
                    <a:pt x="1566" y="6"/>
                    <a:pt x="1551" y="17"/>
                  </a:cubicBezTo>
                  <a:cubicBezTo>
                    <a:pt x="1302" y="199"/>
                    <a:pt x="1015" y="342"/>
                    <a:pt x="718" y="429"/>
                  </a:cubicBezTo>
                  <a:cubicBezTo>
                    <a:pt x="622" y="448"/>
                    <a:pt x="536" y="476"/>
                    <a:pt x="440" y="496"/>
                  </a:cubicBezTo>
                  <a:cubicBezTo>
                    <a:pt x="345" y="505"/>
                    <a:pt x="259" y="524"/>
                    <a:pt x="163" y="524"/>
                  </a:cubicBezTo>
                  <a:cubicBezTo>
                    <a:pt x="67" y="534"/>
                    <a:pt x="0" y="610"/>
                    <a:pt x="0" y="706"/>
                  </a:cubicBezTo>
                  <a:lnTo>
                    <a:pt x="0" y="1424"/>
                  </a:lnTo>
                  <a:cubicBezTo>
                    <a:pt x="0" y="1998"/>
                    <a:pt x="469" y="2457"/>
                    <a:pt x="1043" y="2467"/>
                  </a:cubicBezTo>
                  <a:lnTo>
                    <a:pt x="1254" y="2467"/>
                  </a:lnTo>
                  <a:cubicBezTo>
                    <a:pt x="1828" y="2457"/>
                    <a:pt x="2297" y="1998"/>
                    <a:pt x="2297" y="1424"/>
                  </a:cubicBezTo>
                  <a:lnTo>
                    <a:pt x="2297" y="668"/>
                  </a:lnTo>
                  <a:cubicBezTo>
                    <a:pt x="2297" y="601"/>
                    <a:pt x="2249" y="534"/>
                    <a:pt x="2182" y="505"/>
                  </a:cubicBezTo>
                  <a:cubicBezTo>
                    <a:pt x="2163" y="496"/>
                    <a:pt x="2144" y="486"/>
                    <a:pt x="2125" y="476"/>
                  </a:cubicBezTo>
                  <a:cubicBezTo>
                    <a:pt x="1924" y="400"/>
                    <a:pt x="1751" y="247"/>
                    <a:pt x="1656" y="55"/>
                  </a:cubicBezTo>
                  <a:lnTo>
                    <a:pt x="1646" y="36"/>
                  </a:lnTo>
                  <a:cubicBezTo>
                    <a:pt x="1635" y="13"/>
                    <a:pt x="1616" y="0"/>
                    <a:pt x="1595" y="0"/>
                  </a:cubicBezTo>
                  <a:close/>
                </a:path>
              </a:pathLst>
            </a:custGeom>
            <a:solidFill>
              <a:srgbClr val="CBD6D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065" name="Google Shape;14065;p43"/>
            <p:cNvSpPr/>
            <p:nvPr/>
          </p:nvSpPr>
          <p:spPr>
            <a:xfrm>
              <a:off x="7249195" y="2460471"/>
              <a:ext cx="43749" cy="64626"/>
            </a:xfrm>
            <a:custGeom>
              <a:rect b="b" l="l" r="r" t="t"/>
              <a:pathLst>
                <a:path extrusionOk="0" h="2461" w="1666">
                  <a:moveTo>
                    <a:pt x="1584" y="1"/>
                  </a:moveTo>
                  <a:cubicBezTo>
                    <a:pt x="1572" y="1"/>
                    <a:pt x="1560" y="4"/>
                    <a:pt x="1551" y="10"/>
                  </a:cubicBezTo>
                  <a:cubicBezTo>
                    <a:pt x="1302" y="201"/>
                    <a:pt x="1015" y="335"/>
                    <a:pt x="718" y="422"/>
                  </a:cubicBezTo>
                  <a:cubicBezTo>
                    <a:pt x="622" y="450"/>
                    <a:pt x="536" y="469"/>
                    <a:pt x="440" y="489"/>
                  </a:cubicBezTo>
                  <a:cubicBezTo>
                    <a:pt x="345" y="508"/>
                    <a:pt x="249" y="517"/>
                    <a:pt x="163" y="527"/>
                  </a:cubicBezTo>
                  <a:cubicBezTo>
                    <a:pt x="67" y="527"/>
                    <a:pt x="0" y="603"/>
                    <a:pt x="0" y="699"/>
                  </a:cubicBezTo>
                  <a:lnTo>
                    <a:pt x="0" y="1417"/>
                  </a:lnTo>
                  <a:cubicBezTo>
                    <a:pt x="0" y="1991"/>
                    <a:pt x="459" y="2460"/>
                    <a:pt x="1034" y="2460"/>
                  </a:cubicBezTo>
                  <a:lnTo>
                    <a:pt x="1254" y="2460"/>
                  </a:lnTo>
                  <a:cubicBezTo>
                    <a:pt x="680" y="2460"/>
                    <a:pt x="211" y="1991"/>
                    <a:pt x="211" y="1417"/>
                  </a:cubicBezTo>
                  <a:lnTo>
                    <a:pt x="211" y="699"/>
                  </a:lnTo>
                  <a:cubicBezTo>
                    <a:pt x="211" y="603"/>
                    <a:pt x="287" y="527"/>
                    <a:pt x="373" y="527"/>
                  </a:cubicBezTo>
                  <a:cubicBezTo>
                    <a:pt x="469" y="517"/>
                    <a:pt x="565" y="508"/>
                    <a:pt x="651" y="489"/>
                  </a:cubicBezTo>
                  <a:cubicBezTo>
                    <a:pt x="747" y="469"/>
                    <a:pt x="842" y="450"/>
                    <a:pt x="928" y="422"/>
                  </a:cubicBezTo>
                  <a:cubicBezTo>
                    <a:pt x="1196" y="345"/>
                    <a:pt x="1445" y="230"/>
                    <a:pt x="1665" y="87"/>
                  </a:cubicBezTo>
                  <a:lnTo>
                    <a:pt x="1656" y="48"/>
                  </a:lnTo>
                  <a:lnTo>
                    <a:pt x="1646" y="39"/>
                  </a:lnTo>
                  <a:cubicBezTo>
                    <a:pt x="1633" y="13"/>
                    <a:pt x="1608" y="1"/>
                    <a:pt x="1584" y="1"/>
                  </a:cubicBezTo>
                  <a:close/>
                </a:path>
              </a:pathLst>
            </a:custGeom>
            <a:solidFill>
              <a:srgbClr val="B9C7D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066" name="Google Shape;14066;p43"/>
            <p:cNvSpPr/>
            <p:nvPr/>
          </p:nvSpPr>
          <p:spPr>
            <a:xfrm>
              <a:off x="7092607" y="2713539"/>
              <a:ext cx="121164" cy="63891"/>
            </a:xfrm>
            <a:custGeom>
              <a:rect b="b" l="l" r="r" t="t"/>
              <a:pathLst>
                <a:path extrusionOk="0" h="2433" w="4614">
                  <a:moveTo>
                    <a:pt x="1752" y="1"/>
                  </a:moveTo>
                  <a:lnTo>
                    <a:pt x="699" y="422"/>
                  </a:lnTo>
                  <a:cubicBezTo>
                    <a:pt x="594" y="460"/>
                    <a:pt x="498" y="518"/>
                    <a:pt x="412" y="585"/>
                  </a:cubicBezTo>
                  <a:lnTo>
                    <a:pt x="393" y="604"/>
                  </a:lnTo>
                  <a:lnTo>
                    <a:pt x="374" y="613"/>
                  </a:lnTo>
                  <a:lnTo>
                    <a:pt x="364" y="632"/>
                  </a:lnTo>
                  <a:lnTo>
                    <a:pt x="336" y="652"/>
                  </a:lnTo>
                  <a:cubicBezTo>
                    <a:pt x="154" y="833"/>
                    <a:pt x="30" y="1082"/>
                    <a:pt x="1" y="1350"/>
                  </a:cubicBezTo>
                  <a:lnTo>
                    <a:pt x="1" y="1388"/>
                  </a:lnTo>
                  <a:lnTo>
                    <a:pt x="1" y="1408"/>
                  </a:lnTo>
                  <a:lnTo>
                    <a:pt x="1" y="1446"/>
                  </a:lnTo>
                  <a:lnTo>
                    <a:pt x="1" y="1465"/>
                  </a:lnTo>
                  <a:lnTo>
                    <a:pt x="1" y="1475"/>
                  </a:lnTo>
                  <a:lnTo>
                    <a:pt x="1" y="1532"/>
                  </a:lnTo>
                  <a:lnTo>
                    <a:pt x="1" y="1695"/>
                  </a:lnTo>
                  <a:lnTo>
                    <a:pt x="1" y="2211"/>
                  </a:lnTo>
                  <a:cubicBezTo>
                    <a:pt x="1" y="2339"/>
                    <a:pt x="105" y="2432"/>
                    <a:pt x="231" y="2432"/>
                  </a:cubicBezTo>
                  <a:cubicBezTo>
                    <a:pt x="237" y="2432"/>
                    <a:pt x="243" y="2432"/>
                    <a:pt x="250" y="2432"/>
                  </a:cubicBezTo>
                  <a:lnTo>
                    <a:pt x="4365" y="2432"/>
                  </a:lnTo>
                  <a:cubicBezTo>
                    <a:pt x="4371" y="2432"/>
                    <a:pt x="4377" y="2432"/>
                    <a:pt x="4383" y="2432"/>
                  </a:cubicBezTo>
                  <a:cubicBezTo>
                    <a:pt x="4509" y="2432"/>
                    <a:pt x="4614" y="2339"/>
                    <a:pt x="4614" y="2211"/>
                  </a:cubicBezTo>
                  <a:lnTo>
                    <a:pt x="4614" y="1695"/>
                  </a:lnTo>
                  <a:lnTo>
                    <a:pt x="4614" y="1532"/>
                  </a:lnTo>
                  <a:lnTo>
                    <a:pt x="4575" y="1532"/>
                  </a:lnTo>
                  <a:lnTo>
                    <a:pt x="4575" y="1475"/>
                  </a:lnTo>
                  <a:lnTo>
                    <a:pt x="4575" y="1465"/>
                  </a:lnTo>
                  <a:lnTo>
                    <a:pt x="4575" y="1446"/>
                  </a:lnTo>
                  <a:lnTo>
                    <a:pt x="4575" y="1408"/>
                  </a:lnTo>
                  <a:lnTo>
                    <a:pt x="4575" y="1388"/>
                  </a:lnTo>
                  <a:lnTo>
                    <a:pt x="4575" y="1350"/>
                  </a:lnTo>
                  <a:cubicBezTo>
                    <a:pt x="4537" y="1082"/>
                    <a:pt x="4422" y="833"/>
                    <a:pt x="4231" y="652"/>
                  </a:cubicBezTo>
                  <a:lnTo>
                    <a:pt x="4202" y="632"/>
                  </a:lnTo>
                  <a:lnTo>
                    <a:pt x="4193" y="613"/>
                  </a:lnTo>
                  <a:lnTo>
                    <a:pt x="4183" y="604"/>
                  </a:lnTo>
                  <a:lnTo>
                    <a:pt x="4154" y="585"/>
                  </a:lnTo>
                  <a:cubicBezTo>
                    <a:pt x="4068" y="518"/>
                    <a:pt x="3972" y="460"/>
                    <a:pt x="3867" y="422"/>
                  </a:cubicBezTo>
                  <a:lnTo>
                    <a:pt x="2814" y="1"/>
                  </a:lnTo>
                  <a:lnTo>
                    <a:pt x="2556" y="269"/>
                  </a:lnTo>
                  <a:lnTo>
                    <a:pt x="2288" y="537"/>
                  </a:lnTo>
                  <a:lnTo>
                    <a:pt x="2020" y="269"/>
                  </a:lnTo>
                  <a:lnTo>
                    <a:pt x="1752" y="1"/>
                  </a:lnTo>
                  <a:close/>
                </a:path>
              </a:pathLst>
            </a:custGeom>
            <a:solidFill>
              <a:srgbClr val="8192A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067" name="Google Shape;14067;p43"/>
            <p:cNvSpPr/>
            <p:nvPr/>
          </p:nvSpPr>
          <p:spPr>
            <a:xfrm>
              <a:off x="7091110" y="2713539"/>
              <a:ext cx="49027" cy="63891"/>
            </a:xfrm>
            <a:custGeom>
              <a:rect b="b" l="l" r="r" t="t"/>
              <a:pathLst>
                <a:path extrusionOk="0" h="2433" w="1867">
                  <a:moveTo>
                    <a:pt x="1780" y="1"/>
                  </a:moveTo>
                  <a:lnTo>
                    <a:pt x="737" y="412"/>
                  </a:lnTo>
                  <a:cubicBezTo>
                    <a:pt x="288" y="594"/>
                    <a:pt x="0" y="1044"/>
                    <a:pt x="20" y="1532"/>
                  </a:cubicBezTo>
                  <a:lnTo>
                    <a:pt x="20" y="2211"/>
                  </a:lnTo>
                  <a:cubicBezTo>
                    <a:pt x="20" y="2339"/>
                    <a:pt x="124" y="2432"/>
                    <a:pt x="250" y="2432"/>
                  </a:cubicBezTo>
                  <a:cubicBezTo>
                    <a:pt x="256" y="2432"/>
                    <a:pt x="262" y="2432"/>
                    <a:pt x="268" y="2432"/>
                  </a:cubicBezTo>
                  <a:lnTo>
                    <a:pt x="326" y="2432"/>
                  </a:lnTo>
                  <a:lnTo>
                    <a:pt x="326" y="1532"/>
                  </a:lnTo>
                  <a:cubicBezTo>
                    <a:pt x="307" y="1044"/>
                    <a:pt x="594" y="594"/>
                    <a:pt x="1044" y="412"/>
                  </a:cubicBezTo>
                  <a:lnTo>
                    <a:pt x="1867" y="87"/>
                  </a:lnTo>
                  <a:lnTo>
                    <a:pt x="1780" y="1"/>
                  </a:lnTo>
                  <a:close/>
                </a:path>
              </a:pathLst>
            </a:custGeom>
            <a:solidFill>
              <a:srgbClr val="657A8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068" name="Google Shape;14068;p43"/>
            <p:cNvSpPr/>
            <p:nvPr/>
          </p:nvSpPr>
          <p:spPr>
            <a:xfrm>
              <a:off x="7113484" y="2612753"/>
              <a:ext cx="76916" cy="54332"/>
            </a:xfrm>
            <a:custGeom>
              <a:rect b="b" l="l" r="r" t="t"/>
              <a:pathLst>
                <a:path extrusionOk="0" h="2069" w="2929">
                  <a:moveTo>
                    <a:pt x="2575" y="1781"/>
                  </a:moveTo>
                  <a:lnTo>
                    <a:pt x="2565" y="1791"/>
                  </a:lnTo>
                  <a:lnTo>
                    <a:pt x="2565" y="1791"/>
                  </a:lnTo>
                  <a:lnTo>
                    <a:pt x="2565" y="1791"/>
                  </a:lnTo>
                  <a:lnTo>
                    <a:pt x="2536" y="1810"/>
                  </a:lnTo>
                  <a:lnTo>
                    <a:pt x="2536" y="1800"/>
                  </a:lnTo>
                  <a:lnTo>
                    <a:pt x="2575" y="1781"/>
                  </a:lnTo>
                  <a:close/>
                  <a:moveTo>
                    <a:pt x="1539" y="1"/>
                  </a:moveTo>
                  <a:cubicBezTo>
                    <a:pt x="1533" y="1"/>
                    <a:pt x="1528" y="1"/>
                    <a:pt x="1522" y="1"/>
                  </a:cubicBezTo>
                  <a:lnTo>
                    <a:pt x="1407" y="1"/>
                  </a:lnTo>
                  <a:cubicBezTo>
                    <a:pt x="632" y="1"/>
                    <a:pt x="0" y="633"/>
                    <a:pt x="0" y="1408"/>
                  </a:cubicBezTo>
                  <a:lnTo>
                    <a:pt x="0" y="2068"/>
                  </a:lnTo>
                  <a:cubicBezTo>
                    <a:pt x="0" y="2068"/>
                    <a:pt x="326" y="2040"/>
                    <a:pt x="364" y="1877"/>
                  </a:cubicBezTo>
                  <a:cubicBezTo>
                    <a:pt x="373" y="1867"/>
                    <a:pt x="383" y="1848"/>
                    <a:pt x="393" y="1829"/>
                  </a:cubicBezTo>
                  <a:cubicBezTo>
                    <a:pt x="574" y="1829"/>
                    <a:pt x="1426" y="1819"/>
                    <a:pt x="1905" y="1236"/>
                  </a:cubicBezTo>
                  <a:cubicBezTo>
                    <a:pt x="2010" y="1513"/>
                    <a:pt x="2249" y="1733"/>
                    <a:pt x="2536" y="1819"/>
                  </a:cubicBezTo>
                  <a:cubicBezTo>
                    <a:pt x="2546" y="1839"/>
                    <a:pt x="2555" y="1858"/>
                    <a:pt x="2575" y="1877"/>
                  </a:cubicBezTo>
                  <a:cubicBezTo>
                    <a:pt x="2613" y="2030"/>
                    <a:pt x="2929" y="2059"/>
                    <a:pt x="2929" y="2059"/>
                  </a:cubicBezTo>
                  <a:lnTo>
                    <a:pt x="2929" y="1408"/>
                  </a:lnTo>
                  <a:cubicBezTo>
                    <a:pt x="2929" y="638"/>
                    <a:pt x="2306" y="1"/>
                    <a:pt x="1539" y="1"/>
                  </a:cubicBez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069" name="Google Shape;14069;p43"/>
            <p:cNvSpPr/>
            <p:nvPr/>
          </p:nvSpPr>
          <p:spPr>
            <a:xfrm>
              <a:off x="7113484" y="2612779"/>
              <a:ext cx="41727" cy="54306"/>
            </a:xfrm>
            <a:custGeom>
              <a:rect b="b" l="l" r="r" t="t"/>
              <a:pathLst>
                <a:path extrusionOk="0" h="2068" w="1589">
                  <a:moveTo>
                    <a:pt x="1407" y="0"/>
                  </a:moveTo>
                  <a:cubicBezTo>
                    <a:pt x="632" y="0"/>
                    <a:pt x="0" y="632"/>
                    <a:pt x="0" y="1407"/>
                  </a:cubicBezTo>
                  <a:lnTo>
                    <a:pt x="0" y="2067"/>
                  </a:lnTo>
                  <a:cubicBezTo>
                    <a:pt x="86" y="2058"/>
                    <a:pt x="172" y="2029"/>
                    <a:pt x="249" y="2000"/>
                  </a:cubicBezTo>
                  <a:lnTo>
                    <a:pt x="249" y="1771"/>
                  </a:lnTo>
                  <a:lnTo>
                    <a:pt x="249" y="1407"/>
                  </a:lnTo>
                  <a:cubicBezTo>
                    <a:pt x="249" y="660"/>
                    <a:pt x="842" y="38"/>
                    <a:pt x="1589" y="0"/>
                  </a:cubicBez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070" name="Google Shape;14070;p43"/>
            <p:cNvSpPr/>
            <p:nvPr/>
          </p:nvSpPr>
          <p:spPr>
            <a:xfrm>
              <a:off x="7180079" y="2661281"/>
              <a:ext cx="16859" cy="22636"/>
            </a:xfrm>
            <a:custGeom>
              <a:rect b="b" l="l" r="r" t="t"/>
              <a:pathLst>
                <a:path extrusionOk="0" h="862" w="642">
                  <a:moveTo>
                    <a:pt x="174" y="1"/>
                  </a:moveTo>
                  <a:cubicBezTo>
                    <a:pt x="81" y="1"/>
                    <a:pt x="0" y="78"/>
                    <a:pt x="0" y="182"/>
                  </a:cubicBezTo>
                  <a:lnTo>
                    <a:pt x="0" y="680"/>
                  </a:lnTo>
                  <a:cubicBezTo>
                    <a:pt x="0" y="784"/>
                    <a:pt x="81" y="861"/>
                    <a:pt x="174" y="861"/>
                  </a:cubicBezTo>
                  <a:cubicBezTo>
                    <a:pt x="193" y="861"/>
                    <a:pt x="211" y="858"/>
                    <a:pt x="230" y="852"/>
                  </a:cubicBezTo>
                  <a:cubicBezTo>
                    <a:pt x="259" y="842"/>
                    <a:pt x="297" y="823"/>
                    <a:pt x="326" y="804"/>
                  </a:cubicBezTo>
                  <a:cubicBezTo>
                    <a:pt x="354" y="775"/>
                    <a:pt x="393" y="747"/>
                    <a:pt x="421" y="727"/>
                  </a:cubicBezTo>
                  <a:cubicBezTo>
                    <a:pt x="641" y="479"/>
                    <a:pt x="536" y="96"/>
                    <a:pt x="230" y="10"/>
                  </a:cubicBezTo>
                  <a:cubicBezTo>
                    <a:pt x="211" y="3"/>
                    <a:pt x="193" y="1"/>
                    <a:pt x="174" y="1"/>
                  </a:cubicBezTo>
                  <a:close/>
                </a:path>
              </a:pathLst>
            </a:custGeom>
            <a:solidFill>
              <a:srgbClr val="CBD6D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071" name="Google Shape;14071;p43"/>
            <p:cNvSpPr/>
            <p:nvPr/>
          </p:nvSpPr>
          <p:spPr>
            <a:xfrm>
              <a:off x="7107444" y="2661334"/>
              <a:ext cx="16623" cy="22479"/>
            </a:xfrm>
            <a:custGeom>
              <a:rect b="b" l="l" r="r" t="t"/>
              <a:pathLst>
                <a:path extrusionOk="0" h="856" w="633">
                  <a:moveTo>
                    <a:pt x="450" y="0"/>
                  </a:moveTo>
                  <a:cubicBezTo>
                    <a:pt x="434" y="0"/>
                    <a:pt x="418" y="2"/>
                    <a:pt x="402" y="8"/>
                  </a:cubicBezTo>
                  <a:cubicBezTo>
                    <a:pt x="0" y="142"/>
                    <a:pt x="0" y="716"/>
                    <a:pt x="402" y="850"/>
                  </a:cubicBezTo>
                  <a:cubicBezTo>
                    <a:pt x="419" y="854"/>
                    <a:pt x="435" y="856"/>
                    <a:pt x="451" y="856"/>
                  </a:cubicBezTo>
                  <a:cubicBezTo>
                    <a:pt x="548" y="856"/>
                    <a:pt x="632" y="784"/>
                    <a:pt x="632" y="678"/>
                  </a:cubicBezTo>
                  <a:lnTo>
                    <a:pt x="632" y="170"/>
                  </a:lnTo>
                  <a:cubicBezTo>
                    <a:pt x="632" y="123"/>
                    <a:pt x="603" y="65"/>
                    <a:pt x="565" y="36"/>
                  </a:cubicBezTo>
                  <a:cubicBezTo>
                    <a:pt x="531" y="16"/>
                    <a:pt x="491" y="0"/>
                    <a:pt x="450" y="0"/>
                  </a:cubicBezTo>
                  <a:close/>
                </a:path>
              </a:pathLst>
            </a:custGeom>
            <a:solidFill>
              <a:srgbClr val="B9C7D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072" name="Google Shape;14072;p43"/>
            <p:cNvSpPr/>
            <p:nvPr/>
          </p:nvSpPr>
          <p:spPr>
            <a:xfrm>
              <a:off x="7137853" y="2700829"/>
              <a:ext cx="28177" cy="32352"/>
            </a:xfrm>
            <a:custGeom>
              <a:rect b="b" l="l" r="r" t="t"/>
              <a:pathLst>
                <a:path extrusionOk="0" h="1232" w="1073">
                  <a:moveTo>
                    <a:pt x="176" y="1"/>
                  </a:moveTo>
                  <a:cubicBezTo>
                    <a:pt x="80" y="1"/>
                    <a:pt x="0" y="79"/>
                    <a:pt x="0" y="179"/>
                  </a:cubicBezTo>
                  <a:lnTo>
                    <a:pt x="0" y="695"/>
                  </a:lnTo>
                  <a:cubicBezTo>
                    <a:pt x="0" y="743"/>
                    <a:pt x="20" y="791"/>
                    <a:pt x="58" y="829"/>
                  </a:cubicBezTo>
                  <a:lnTo>
                    <a:pt x="412" y="1174"/>
                  </a:lnTo>
                  <a:cubicBezTo>
                    <a:pt x="441" y="1212"/>
                    <a:pt x="489" y="1222"/>
                    <a:pt x="536" y="1231"/>
                  </a:cubicBezTo>
                  <a:cubicBezTo>
                    <a:pt x="575" y="1222"/>
                    <a:pt x="623" y="1203"/>
                    <a:pt x="651" y="1174"/>
                  </a:cubicBezTo>
                  <a:lnTo>
                    <a:pt x="1015" y="791"/>
                  </a:lnTo>
                  <a:cubicBezTo>
                    <a:pt x="1044" y="762"/>
                    <a:pt x="1063" y="714"/>
                    <a:pt x="1063" y="676"/>
                  </a:cubicBezTo>
                  <a:lnTo>
                    <a:pt x="1063" y="179"/>
                  </a:lnTo>
                  <a:cubicBezTo>
                    <a:pt x="1072" y="131"/>
                    <a:pt x="1053" y="92"/>
                    <a:pt x="1024" y="54"/>
                  </a:cubicBezTo>
                  <a:cubicBezTo>
                    <a:pt x="986" y="25"/>
                    <a:pt x="938" y="6"/>
                    <a:pt x="891" y="6"/>
                  </a:cubicBezTo>
                  <a:lnTo>
                    <a:pt x="852" y="6"/>
                  </a:lnTo>
                  <a:cubicBezTo>
                    <a:pt x="785" y="25"/>
                    <a:pt x="718" y="25"/>
                    <a:pt x="651" y="35"/>
                  </a:cubicBezTo>
                  <a:lnTo>
                    <a:pt x="431" y="35"/>
                  </a:lnTo>
                  <a:cubicBezTo>
                    <a:pt x="355" y="35"/>
                    <a:pt x="288" y="25"/>
                    <a:pt x="221" y="6"/>
                  </a:cubicBezTo>
                  <a:cubicBezTo>
                    <a:pt x="205" y="2"/>
                    <a:pt x="191" y="1"/>
                    <a:pt x="176" y="1"/>
                  </a:cubicBezTo>
                  <a:close/>
                </a:path>
              </a:pathLst>
            </a:custGeom>
            <a:solidFill>
              <a:srgbClr val="CBD6D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073" name="Google Shape;14073;p43"/>
            <p:cNvSpPr/>
            <p:nvPr/>
          </p:nvSpPr>
          <p:spPr>
            <a:xfrm>
              <a:off x="7137590" y="2701144"/>
              <a:ext cx="17384" cy="32037"/>
            </a:xfrm>
            <a:custGeom>
              <a:rect b="b" l="l" r="r" t="t"/>
              <a:pathLst>
                <a:path extrusionOk="0" h="1220" w="662">
                  <a:moveTo>
                    <a:pt x="179" y="1"/>
                  </a:moveTo>
                  <a:cubicBezTo>
                    <a:pt x="87" y="1"/>
                    <a:pt x="10" y="73"/>
                    <a:pt x="10" y="176"/>
                  </a:cubicBezTo>
                  <a:lnTo>
                    <a:pt x="10" y="693"/>
                  </a:lnTo>
                  <a:cubicBezTo>
                    <a:pt x="1" y="741"/>
                    <a:pt x="20" y="789"/>
                    <a:pt x="58" y="827"/>
                  </a:cubicBezTo>
                  <a:lnTo>
                    <a:pt x="422" y="1171"/>
                  </a:lnTo>
                  <a:cubicBezTo>
                    <a:pt x="451" y="1200"/>
                    <a:pt x="499" y="1219"/>
                    <a:pt x="537" y="1219"/>
                  </a:cubicBezTo>
                  <a:cubicBezTo>
                    <a:pt x="585" y="1219"/>
                    <a:pt x="623" y="1200"/>
                    <a:pt x="661" y="1171"/>
                  </a:cubicBezTo>
                  <a:cubicBezTo>
                    <a:pt x="633" y="1162"/>
                    <a:pt x="604" y="1143"/>
                    <a:pt x="575" y="1114"/>
                  </a:cubicBezTo>
                  <a:lnTo>
                    <a:pt x="221" y="769"/>
                  </a:lnTo>
                  <a:cubicBezTo>
                    <a:pt x="183" y="731"/>
                    <a:pt x="164" y="683"/>
                    <a:pt x="164" y="635"/>
                  </a:cubicBezTo>
                  <a:lnTo>
                    <a:pt x="164" y="119"/>
                  </a:lnTo>
                  <a:cubicBezTo>
                    <a:pt x="164" y="71"/>
                    <a:pt x="183" y="33"/>
                    <a:pt x="211" y="4"/>
                  </a:cubicBezTo>
                  <a:cubicBezTo>
                    <a:pt x="201" y="2"/>
                    <a:pt x="190" y="1"/>
                    <a:pt x="179" y="1"/>
                  </a:cubicBezTo>
                  <a:close/>
                </a:path>
              </a:pathLst>
            </a:custGeom>
            <a:solidFill>
              <a:srgbClr val="B9C7D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074" name="Google Shape;14074;p43"/>
            <p:cNvSpPr/>
            <p:nvPr/>
          </p:nvSpPr>
          <p:spPr>
            <a:xfrm>
              <a:off x="7121756" y="2644422"/>
              <a:ext cx="60345" cy="64626"/>
            </a:xfrm>
            <a:custGeom>
              <a:rect b="b" l="l" r="r" t="t"/>
              <a:pathLst>
                <a:path extrusionOk="0" h="2461" w="2298">
                  <a:moveTo>
                    <a:pt x="1592" y="1"/>
                  </a:moveTo>
                  <a:cubicBezTo>
                    <a:pt x="1581" y="1"/>
                    <a:pt x="1570" y="4"/>
                    <a:pt x="1561" y="11"/>
                  </a:cubicBezTo>
                  <a:cubicBezTo>
                    <a:pt x="1303" y="202"/>
                    <a:pt x="1025" y="345"/>
                    <a:pt x="719" y="422"/>
                  </a:cubicBezTo>
                  <a:cubicBezTo>
                    <a:pt x="623" y="451"/>
                    <a:pt x="537" y="470"/>
                    <a:pt x="441" y="489"/>
                  </a:cubicBezTo>
                  <a:cubicBezTo>
                    <a:pt x="346" y="508"/>
                    <a:pt x="259" y="518"/>
                    <a:pt x="164" y="527"/>
                  </a:cubicBezTo>
                  <a:cubicBezTo>
                    <a:pt x="68" y="527"/>
                    <a:pt x="1" y="613"/>
                    <a:pt x="1" y="700"/>
                  </a:cubicBezTo>
                  <a:lnTo>
                    <a:pt x="1" y="1417"/>
                  </a:lnTo>
                  <a:cubicBezTo>
                    <a:pt x="1" y="1992"/>
                    <a:pt x="470" y="2460"/>
                    <a:pt x="1044" y="2460"/>
                  </a:cubicBezTo>
                  <a:lnTo>
                    <a:pt x="1255" y="2460"/>
                  </a:lnTo>
                  <a:cubicBezTo>
                    <a:pt x="1829" y="2460"/>
                    <a:pt x="2298" y="1992"/>
                    <a:pt x="2298" y="1417"/>
                  </a:cubicBezTo>
                  <a:lnTo>
                    <a:pt x="2298" y="671"/>
                  </a:lnTo>
                  <a:cubicBezTo>
                    <a:pt x="2298" y="594"/>
                    <a:pt x="2250" y="537"/>
                    <a:pt x="2183" y="508"/>
                  </a:cubicBezTo>
                  <a:cubicBezTo>
                    <a:pt x="2164" y="499"/>
                    <a:pt x="2145" y="489"/>
                    <a:pt x="2126" y="479"/>
                  </a:cubicBezTo>
                  <a:cubicBezTo>
                    <a:pt x="1925" y="393"/>
                    <a:pt x="1752" y="250"/>
                    <a:pt x="1657" y="49"/>
                  </a:cubicBezTo>
                  <a:lnTo>
                    <a:pt x="1647" y="39"/>
                  </a:lnTo>
                  <a:cubicBezTo>
                    <a:pt x="1634" y="14"/>
                    <a:pt x="1613" y="1"/>
                    <a:pt x="1592" y="1"/>
                  </a:cubicBezTo>
                  <a:close/>
                </a:path>
              </a:pathLst>
            </a:custGeom>
            <a:solidFill>
              <a:srgbClr val="CBD6D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075" name="Google Shape;14075;p43"/>
            <p:cNvSpPr/>
            <p:nvPr/>
          </p:nvSpPr>
          <p:spPr>
            <a:xfrm>
              <a:off x="7121756" y="2644580"/>
              <a:ext cx="43775" cy="64731"/>
            </a:xfrm>
            <a:custGeom>
              <a:rect b="b" l="l" r="r" t="t"/>
              <a:pathLst>
                <a:path extrusionOk="0" h="2465" w="1667">
                  <a:moveTo>
                    <a:pt x="1589" y="0"/>
                  </a:moveTo>
                  <a:cubicBezTo>
                    <a:pt x="1577" y="0"/>
                    <a:pt x="1564" y="5"/>
                    <a:pt x="1551" y="14"/>
                  </a:cubicBezTo>
                  <a:cubicBezTo>
                    <a:pt x="1303" y="205"/>
                    <a:pt x="1015" y="339"/>
                    <a:pt x="719" y="426"/>
                  </a:cubicBezTo>
                  <a:cubicBezTo>
                    <a:pt x="623" y="454"/>
                    <a:pt x="537" y="473"/>
                    <a:pt x="441" y="493"/>
                  </a:cubicBezTo>
                  <a:cubicBezTo>
                    <a:pt x="346" y="512"/>
                    <a:pt x="259" y="521"/>
                    <a:pt x="164" y="521"/>
                  </a:cubicBezTo>
                  <a:cubicBezTo>
                    <a:pt x="68" y="531"/>
                    <a:pt x="1" y="607"/>
                    <a:pt x="1" y="703"/>
                  </a:cubicBezTo>
                  <a:lnTo>
                    <a:pt x="1" y="1421"/>
                  </a:lnTo>
                  <a:cubicBezTo>
                    <a:pt x="1" y="1995"/>
                    <a:pt x="470" y="2464"/>
                    <a:pt x="1044" y="2464"/>
                  </a:cubicBezTo>
                  <a:lnTo>
                    <a:pt x="1255" y="2464"/>
                  </a:lnTo>
                  <a:cubicBezTo>
                    <a:pt x="680" y="2454"/>
                    <a:pt x="212" y="1995"/>
                    <a:pt x="212" y="1421"/>
                  </a:cubicBezTo>
                  <a:lnTo>
                    <a:pt x="212" y="703"/>
                  </a:lnTo>
                  <a:cubicBezTo>
                    <a:pt x="212" y="607"/>
                    <a:pt x="288" y="531"/>
                    <a:pt x="374" y="521"/>
                  </a:cubicBezTo>
                  <a:cubicBezTo>
                    <a:pt x="470" y="521"/>
                    <a:pt x="566" y="502"/>
                    <a:pt x="652" y="493"/>
                  </a:cubicBezTo>
                  <a:cubicBezTo>
                    <a:pt x="747" y="473"/>
                    <a:pt x="843" y="454"/>
                    <a:pt x="929" y="426"/>
                  </a:cubicBezTo>
                  <a:cubicBezTo>
                    <a:pt x="1197" y="349"/>
                    <a:pt x="1446" y="234"/>
                    <a:pt x="1666" y="81"/>
                  </a:cubicBezTo>
                  <a:lnTo>
                    <a:pt x="1657" y="52"/>
                  </a:lnTo>
                  <a:lnTo>
                    <a:pt x="1647" y="43"/>
                  </a:lnTo>
                  <a:cubicBezTo>
                    <a:pt x="1634" y="17"/>
                    <a:pt x="1613" y="0"/>
                    <a:pt x="1589" y="0"/>
                  </a:cubicBezTo>
                  <a:close/>
                </a:path>
              </a:pathLst>
            </a:custGeom>
            <a:solidFill>
              <a:srgbClr val="B9C7D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4076" name="Google Shape;14076;p43"/>
          <p:cNvGrpSpPr/>
          <p:nvPr/>
        </p:nvGrpSpPr>
        <p:grpSpPr>
          <a:xfrm>
            <a:off x="7536427" y="2262825"/>
            <a:ext cx="369715" cy="375492"/>
            <a:chOff x="7536427" y="2415225"/>
            <a:chExt cx="369715" cy="375492"/>
          </a:xfrm>
        </p:grpSpPr>
        <p:sp>
          <p:nvSpPr>
            <p:cNvPr id="14077" name="Google Shape;14077;p43"/>
            <p:cNvSpPr/>
            <p:nvPr/>
          </p:nvSpPr>
          <p:spPr>
            <a:xfrm>
              <a:off x="7648978" y="2602774"/>
              <a:ext cx="150417" cy="121137"/>
            </a:xfrm>
            <a:custGeom>
              <a:rect b="b" l="l" r="r" t="t"/>
              <a:pathLst>
                <a:path extrusionOk="0" h="4613" w="5728">
                  <a:moveTo>
                    <a:pt x="2864" y="1"/>
                  </a:moveTo>
                  <a:cubicBezTo>
                    <a:pt x="2749" y="1"/>
                    <a:pt x="2634" y="80"/>
                    <a:pt x="2634" y="238"/>
                  </a:cubicBezTo>
                  <a:lnTo>
                    <a:pt x="2634" y="2640"/>
                  </a:lnTo>
                  <a:lnTo>
                    <a:pt x="203" y="4190"/>
                  </a:lnTo>
                  <a:cubicBezTo>
                    <a:pt x="1" y="4336"/>
                    <a:pt x="134" y="4612"/>
                    <a:pt x="337" y="4612"/>
                  </a:cubicBezTo>
                  <a:cubicBezTo>
                    <a:pt x="374" y="4612"/>
                    <a:pt x="413" y="4603"/>
                    <a:pt x="452" y="4582"/>
                  </a:cubicBezTo>
                  <a:lnTo>
                    <a:pt x="2864" y="3042"/>
                  </a:lnTo>
                  <a:lnTo>
                    <a:pt x="5276" y="4582"/>
                  </a:lnTo>
                  <a:cubicBezTo>
                    <a:pt x="5315" y="4603"/>
                    <a:pt x="5354" y="4612"/>
                    <a:pt x="5391" y="4612"/>
                  </a:cubicBezTo>
                  <a:cubicBezTo>
                    <a:pt x="5594" y="4612"/>
                    <a:pt x="5727" y="4336"/>
                    <a:pt x="5525" y="4190"/>
                  </a:cubicBezTo>
                  <a:lnTo>
                    <a:pt x="3094" y="2649"/>
                  </a:lnTo>
                  <a:lnTo>
                    <a:pt x="3094" y="238"/>
                  </a:lnTo>
                  <a:cubicBezTo>
                    <a:pt x="3094" y="80"/>
                    <a:pt x="2979" y="1"/>
                    <a:pt x="2864" y="1"/>
                  </a:cubicBez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078" name="Google Shape;14078;p43"/>
            <p:cNvSpPr/>
            <p:nvPr/>
          </p:nvSpPr>
          <p:spPr>
            <a:xfrm>
              <a:off x="7681698" y="2421265"/>
              <a:ext cx="30435" cy="66622"/>
            </a:xfrm>
            <a:custGeom>
              <a:rect b="b" l="l" r="r" t="t"/>
              <a:pathLst>
                <a:path extrusionOk="0" h="2537" w="1159">
                  <a:moveTo>
                    <a:pt x="699" y="1"/>
                  </a:moveTo>
                  <a:cubicBezTo>
                    <a:pt x="316" y="1"/>
                    <a:pt x="1" y="307"/>
                    <a:pt x="1" y="690"/>
                  </a:cubicBezTo>
                  <a:lnTo>
                    <a:pt x="1" y="852"/>
                  </a:lnTo>
                  <a:cubicBezTo>
                    <a:pt x="1" y="1053"/>
                    <a:pt x="39" y="1245"/>
                    <a:pt x="96" y="1436"/>
                  </a:cubicBezTo>
                  <a:lnTo>
                    <a:pt x="460" y="2537"/>
                  </a:lnTo>
                  <a:lnTo>
                    <a:pt x="1159" y="2537"/>
                  </a:lnTo>
                  <a:lnTo>
                    <a:pt x="1159" y="1"/>
                  </a:ln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079" name="Google Shape;14079;p43"/>
            <p:cNvSpPr/>
            <p:nvPr/>
          </p:nvSpPr>
          <p:spPr>
            <a:xfrm>
              <a:off x="7693751" y="2415225"/>
              <a:ext cx="72924" cy="72661"/>
            </a:xfrm>
            <a:custGeom>
              <a:rect b="b" l="l" r="r" t="t"/>
              <a:pathLst>
                <a:path extrusionOk="0" h="2767" w="2777">
                  <a:moveTo>
                    <a:pt x="700" y="1"/>
                  </a:moveTo>
                  <a:cubicBezTo>
                    <a:pt x="317" y="1"/>
                    <a:pt x="1" y="307"/>
                    <a:pt x="1" y="690"/>
                  </a:cubicBezTo>
                  <a:cubicBezTo>
                    <a:pt x="1" y="948"/>
                    <a:pt x="212" y="1159"/>
                    <a:pt x="470" y="1159"/>
                  </a:cubicBezTo>
                  <a:lnTo>
                    <a:pt x="2317" y="2767"/>
                  </a:lnTo>
                  <a:lnTo>
                    <a:pt x="2700" y="1398"/>
                  </a:lnTo>
                  <a:cubicBezTo>
                    <a:pt x="2748" y="1235"/>
                    <a:pt x="2776" y="1063"/>
                    <a:pt x="2776" y="900"/>
                  </a:cubicBezTo>
                  <a:lnTo>
                    <a:pt x="2776" y="460"/>
                  </a:lnTo>
                  <a:cubicBezTo>
                    <a:pt x="2776" y="211"/>
                    <a:pt x="2575" y="1"/>
                    <a:pt x="2317" y="1"/>
                  </a:cubicBez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080" name="Google Shape;14080;p43"/>
            <p:cNvSpPr/>
            <p:nvPr/>
          </p:nvSpPr>
          <p:spPr>
            <a:xfrm>
              <a:off x="7706067" y="2505953"/>
              <a:ext cx="36239" cy="26917"/>
            </a:xfrm>
            <a:custGeom>
              <a:rect b="b" l="l" r="r" t="t"/>
              <a:pathLst>
                <a:path extrusionOk="0" h="1025" w="1380">
                  <a:moveTo>
                    <a:pt x="1" y="1"/>
                  </a:moveTo>
                  <a:lnTo>
                    <a:pt x="1" y="1025"/>
                  </a:lnTo>
                  <a:lnTo>
                    <a:pt x="1379" y="1025"/>
                  </a:lnTo>
                  <a:lnTo>
                    <a:pt x="1379" y="1"/>
                  </a:lnTo>
                  <a:close/>
                </a:path>
              </a:pathLst>
            </a:custGeom>
            <a:solidFill>
              <a:srgbClr val="ACBDC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081" name="Google Shape;14081;p43"/>
            <p:cNvSpPr/>
            <p:nvPr/>
          </p:nvSpPr>
          <p:spPr>
            <a:xfrm>
              <a:off x="7706067" y="2505953"/>
              <a:ext cx="36239" cy="14732"/>
            </a:xfrm>
            <a:custGeom>
              <a:rect b="b" l="l" r="r" t="t"/>
              <a:pathLst>
                <a:path extrusionOk="0" h="561" w="1380">
                  <a:moveTo>
                    <a:pt x="1" y="1"/>
                  </a:moveTo>
                  <a:lnTo>
                    <a:pt x="1" y="431"/>
                  </a:lnTo>
                  <a:cubicBezTo>
                    <a:pt x="221" y="518"/>
                    <a:pt x="456" y="561"/>
                    <a:pt x="690" y="561"/>
                  </a:cubicBezTo>
                  <a:cubicBezTo>
                    <a:pt x="924" y="561"/>
                    <a:pt x="1159" y="518"/>
                    <a:pt x="1379" y="431"/>
                  </a:cubicBezTo>
                  <a:lnTo>
                    <a:pt x="1379" y="1"/>
                  </a:lnTo>
                  <a:close/>
                </a:path>
              </a:pathLst>
            </a:custGeom>
            <a:solidFill>
              <a:srgbClr val="96ABB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082" name="Google Shape;14082;p43"/>
            <p:cNvSpPr/>
            <p:nvPr/>
          </p:nvSpPr>
          <p:spPr>
            <a:xfrm>
              <a:off x="7663604" y="2520790"/>
              <a:ext cx="121164" cy="64101"/>
            </a:xfrm>
            <a:custGeom>
              <a:rect b="b" l="l" r="r" t="t"/>
              <a:pathLst>
                <a:path extrusionOk="0" h="2441" w="4614">
                  <a:moveTo>
                    <a:pt x="1618" y="0"/>
                  </a:moveTo>
                  <a:lnTo>
                    <a:pt x="498" y="316"/>
                  </a:lnTo>
                  <a:cubicBezTo>
                    <a:pt x="202" y="402"/>
                    <a:pt x="1" y="670"/>
                    <a:pt x="1" y="977"/>
                  </a:cubicBezTo>
                  <a:lnTo>
                    <a:pt x="1" y="2202"/>
                  </a:lnTo>
                  <a:cubicBezTo>
                    <a:pt x="1" y="2336"/>
                    <a:pt x="106" y="2441"/>
                    <a:pt x="230" y="2441"/>
                  </a:cubicBezTo>
                  <a:lnTo>
                    <a:pt x="4384" y="2441"/>
                  </a:lnTo>
                  <a:cubicBezTo>
                    <a:pt x="4508" y="2431"/>
                    <a:pt x="4613" y="2336"/>
                    <a:pt x="4613" y="2202"/>
                  </a:cubicBezTo>
                  <a:lnTo>
                    <a:pt x="4613" y="977"/>
                  </a:lnTo>
                  <a:cubicBezTo>
                    <a:pt x="4613" y="670"/>
                    <a:pt x="4412" y="402"/>
                    <a:pt x="4116" y="316"/>
                  </a:cubicBezTo>
                  <a:lnTo>
                    <a:pt x="2996" y="0"/>
                  </a:lnTo>
                  <a:lnTo>
                    <a:pt x="2307" y="460"/>
                  </a:lnTo>
                  <a:lnTo>
                    <a:pt x="1618" y="0"/>
                  </a:lnTo>
                  <a:close/>
                </a:path>
              </a:pathLst>
            </a:custGeom>
            <a:solidFill>
              <a:srgbClr val="63798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083" name="Google Shape;14083;p43"/>
            <p:cNvSpPr/>
            <p:nvPr/>
          </p:nvSpPr>
          <p:spPr>
            <a:xfrm>
              <a:off x="7718146" y="2532844"/>
              <a:ext cx="12080" cy="52047"/>
            </a:xfrm>
            <a:custGeom>
              <a:rect b="b" l="l" r="r" t="t"/>
              <a:pathLst>
                <a:path extrusionOk="0" h="1982" w="460">
                  <a:moveTo>
                    <a:pt x="115" y="1"/>
                  </a:moveTo>
                  <a:lnTo>
                    <a:pt x="0" y="1982"/>
                  </a:lnTo>
                  <a:lnTo>
                    <a:pt x="460" y="1982"/>
                  </a:lnTo>
                  <a:lnTo>
                    <a:pt x="345" y="1"/>
                  </a:lnTo>
                  <a:close/>
                </a:path>
              </a:pathLst>
            </a:custGeom>
            <a:solidFill>
              <a:srgbClr val="8192A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084" name="Google Shape;14084;p43"/>
            <p:cNvSpPr/>
            <p:nvPr/>
          </p:nvSpPr>
          <p:spPr>
            <a:xfrm>
              <a:off x="7687737" y="2445398"/>
              <a:ext cx="72898" cy="66622"/>
            </a:xfrm>
            <a:custGeom>
              <a:rect b="b" l="l" r="r" t="t"/>
              <a:pathLst>
                <a:path extrusionOk="0" h="2537" w="2776">
                  <a:moveTo>
                    <a:pt x="890" y="0"/>
                  </a:moveTo>
                  <a:cubicBezTo>
                    <a:pt x="766" y="0"/>
                    <a:pt x="642" y="48"/>
                    <a:pt x="555" y="144"/>
                  </a:cubicBezTo>
                  <a:lnTo>
                    <a:pt x="144" y="555"/>
                  </a:lnTo>
                  <a:cubicBezTo>
                    <a:pt x="48" y="642"/>
                    <a:pt x="0" y="766"/>
                    <a:pt x="0" y="881"/>
                  </a:cubicBezTo>
                  <a:lnTo>
                    <a:pt x="0" y="1158"/>
                  </a:lnTo>
                  <a:cubicBezTo>
                    <a:pt x="0" y="1914"/>
                    <a:pt x="622" y="2536"/>
                    <a:pt x="1388" y="2536"/>
                  </a:cubicBezTo>
                  <a:cubicBezTo>
                    <a:pt x="2154" y="2536"/>
                    <a:pt x="2776" y="1914"/>
                    <a:pt x="2776" y="1158"/>
                  </a:cubicBezTo>
                  <a:lnTo>
                    <a:pt x="2776" y="862"/>
                  </a:lnTo>
                  <a:cubicBezTo>
                    <a:pt x="2776" y="737"/>
                    <a:pt x="2728" y="622"/>
                    <a:pt x="2642" y="536"/>
                  </a:cubicBezTo>
                  <a:cubicBezTo>
                    <a:pt x="2288" y="182"/>
                    <a:pt x="1627" y="29"/>
                    <a:pt x="890" y="0"/>
                  </a:cubicBezTo>
                  <a:close/>
                </a:path>
              </a:pathLst>
            </a:custGeom>
            <a:solidFill>
              <a:srgbClr val="BECBD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085" name="Google Shape;14085;p43"/>
            <p:cNvSpPr/>
            <p:nvPr/>
          </p:nvSpPr>
          <p:spPr>
            <a:xfrm>
              <a:off x="7687737" y="2445398"/>
              <a:ext cx="72661" cy="65361"/>
            </a:xfrm>
            <a:custGeom>
              <a:rect b="b" l="l" r="r" t="t"/>
              <a:pathLst>
                <a:path extrusionOk="0" h="2489" w="2767">
                  <a:moveTo>
                    <a:pt x="890" y="0"/>
                  </a:moveTo>
                  <a:cubicBezTo>
                    <a:pt x="766" y="0"/>
                    <a:pt x="642" y="48"/>
                    <a:pt x="555" y="144"/>
                  </a:cubicBezTo>
                  <a:lnTo>
                    <a:pt x="144" y="555"/>
                  </a:lnTo>
                  <a:cubicBezTo>
                    <a:pt x="48" y="642"/>
                    <a:pt x="0" y="766"/>
                    <a:pt x="0" y="881"/>
                  </a:cubicBezTo>
                  <a:lnTo>
                    <a:pt x="0" y="1158"/>
                  </a:lnTo>
                  <a:cubicBezTo>
                    <a:pt x="0" y="1771"/>
                    <a:pt x="412" y="2316"/>
                    <a:pt x="1005" y="2489"/>
                  </a:cubicBezTo>
                  <a:cubicBezTo>
                    <a:pt x="804" y="2240"/>
                    <a:pt x="699" y="1933"/>
                    <a:pt x="699" y="1618"/>
                  </a:cubicBezTo>
                  <a:lnTo>
                    <a:pt x="699" y="938"/>
                  </a:lnTo>
                  <a:cubicBezTo>
                    <a:pt x="699" y="685"/>
                    <a:pt x="909" y="478"/>
                    <a:pt x="1169" y="478"/>
                  </a:cubicBezTo>
                  <a:cubicBezTo>
                    <a:pt x="1175" y="478"/>
                    <a:pt x="1181" y="479"/>
                    <a:pt x="1187" y="479"/>
                  </a:cubicBezTo>
                  <a:cubicBezTo>
                    <a:pt x="1656" y="508"/>
                    <a:pt x="2345" y="594"/>
                    <a:pt x="2766" y="795"/>
                  </a:cubicBezTo>
                  <a:cubicBezTo>
                    <a:pt x="2757" y="699"/>
                    <a:pt x="2709" y="603"/>
                    <a:pt x="2642" y="536"/>
                  </a:cubicBezTo>
                  <a:cubicBezTo>
                    <a:pt x="2278" y="182"/>
                    <a:pt x="1627" y="29"/>
                    <a:pt x="890" y="0"/>
                  </a:cubicBezTo>
                  <a:close/>
                </a:path>
              </a:pathLst>
            </a:custGeom>
            <a:solidFill>
              <a:srgbClr val="ACBDC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086" name="Google Shape;14086;p43"/>
            <p:cNvSpPr/>
            <p:nvPr/>
          </p:nvSpPr>
          <p:spPr>
            <a:xfrm>
              <a:off x="7663604" y="2536126"/>
              <a:ext cx="24159" cy="48528"/>
            </a:xfrm>
            <a:custGeom>
              <a:rect b="b" l="l" r="r" t="t"/>
              <a:pathLst>
                <a:path extrusionOk="0" h="1848" w="920">
                  <a:moveTo>
                    <a:pt x="125" y="0"/>
                  </a:moveTo>
                  <a:cubicBezTo>
                    <a:pt x="39" y="115"/>
                    <a:pt x="1" y="249"/>
                    <a:pt x="1" y="393"/>
                  </a:cubicBezTo>
                  <a:lnTo>
                    <a:pt x="1" y="1618"/>
                  </a:lnTo>
                  <a:cubicBezTo>
                    <a:pt x="1" y="1742"/>
                    <a:pt x="96" y="1847"/>
                    <a:pt x="230" y="1847"/>
                  </a:cubicBezTo>
                  <a:lnTo>
                    <a:pt x="919" y="1847"/>
                  </a:lnTo>
                  <a:lnTo>
                    <a:pt x="919" y="1082"/>
                  </a:lnTo>
                  <a:cubicBezTo>
                    <a:pt x="919" y="900"/>
                    <a:pt x="852" y="727"/>
                    <a:pt x="718" y="594"/>
                  </a:cubicBezTo>
                  <a:lnTo>
                    <a:pt x="125" y="0"/>
                  </a:lnTo>
                  <a:close/>
                </a:path>
              </a:pathLst>
            </a:custGeom>
            <a:solidFill>
              <a:srgbClr val="4B637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087" name="Google Shape;14087;p43"/>
            <p:cNvSpPr/>
            <p:nvPr/>
          </p:nvSpPr>
          <p:spPr>
            <a:xfrm>
              <a:off x="7760609" y="2536126"/>
              <a:ext cx="24159" cy="48528"/>
            </a:xfrm>
            <a:custGeom>
              <a:rect b="b" l="l" r="r" t="t"/>
              <a:pathLst>
                <a:path extrusionOk="0" h="1848" w="920">
                  <a:moveTo>
                    <a:pt x="795" y="0"/>
                  </a:moveTo>
                  <a:lnTo>
                    <a:pt x="202" y="594"/>
                  </a:lnTo>
                  <a:cubicBezTo>
                    <a:pt x="68" y="727"/>
                    <a:pt x="1" y="900"/>
                    <a:pt x="1" y="1082"/>
                  </a:cubicBezTo>
                  <a:lnTo>
                    <a:pt x="1" y="1847"/>
                  </a:lnTo>
                  <a:lnTo>
                    <a:pt x="690" y="1847"/>
                  </a:lnTo>
                  <a:cubicBezTo>
                    <a:pt x="824" y="1847"/>
                    <a:pt x="919" y="1742"/>
                    <a:pt x="919" y="1618"/>
                  </a:cubicBezTo>
                  <a:lnTo>
                    <a:pt x="919" y="393"/>
                  </a:lnTo>
                  <a:cubicBezTo>
                    <a:pt x="919" y="249"/>
                    <a:pt x="881" y="115"/>
                    <a:pt x="795" y="0"/>
                  </a:cubicBezTo>
                  <a:close/>
                </a:path>
              </a:pathLst>
            </a:custGeom>
            <a:solidFill>
              <a:srgbClr val="4B637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088" name="Google Shape;14088;p43"/>
            <p:cNvSpPr/>
            <p:nvPr/>
          </p:nvSpPr>
          <p:spPr>
            <a:xfrm>
              <a:off x="7717884" y="2532607"/>
              <a:ext cx="12342" cy="12342"/>
            </a:xfrm>
            <a:custGeom>
              <a:rect b="b" l="l" r="r" t="t"/>
              <a:pathLst>
                <a:path extrusionOk="0" h="470" w="470">
                  <a:moveTo>
                    <a:pt x="1" y="0"/>
                  </a:moveTo>
                  <a:lnTo>
                    <a:pt x="1" y="354"/>
                  </a:lnTo>
                  <a:cubicBezTo>
                    <a:pt x="1" y="412"/>
                    <a:pt x="58" y="469"/>
                    <a:pt x="125" y="469"/>
                  </a:cubicBezTo>
                  <a:lnTo>
                    <a:pt x="355" y="469"/>
                  </a:lnTo>
                  <a:cubicBezTo>
                    <a:pt x="422" y="469"/>
                    <a:pt x="470" y="412"/>
                    <a:pt x="470" y="354"/>
                  </a:cubicBezTo>
                  <a:lnTo>
                    <a:pt x="470" y="0"/>
                  </a:lnTo>
                  <a:close/>
                </a:path>
              </a:pathLst>
            </a:custGeom>
            <a:solidFill>
              <a:srgbClr val="5F758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089" name="Google Shape;14089;p43"/>
            <p:cNvSpPr/>
            <p:nvPr/>
          </p:nvSpPr>
          <p:spPr>
            <a:xfrm>
              <a:off x="7699292" y="2515906"/>
              <a:ext cx="24894" cy="25446"/>
            </a:xfrm>
            <a:custGeom>
              <a:rect b="b" l="l" r="r" t="t"/>
              <a:pathLst>
                <a:path extrusionOk="0" h="969" w="948">
                  <a:moveTo>
                    <a:pt x="220" y="0"/>
                  </a:moveTo>
                  <a:cubicBezTo>
                    <a:pt x="191" y="0"/>
                    <a:pt x="161" y="15"/>
                    <a:pt x="144" y="43"/>
                  </a:cubicBezTo>
                  <a:lnTo>
                    <a:pt x="1" y="253"/>
                  </a:lnTo>
                  <a:lnTo>
                    <a:pt x="355" y="895"/>
                  </a:lnTo>
                  <a:cubicBezTo>
                    <a:pt x="379" y="943"/>
                    <a:pt x="426" y="969"/>
                    <a:pt x="475" y="969"/>
                  </a:cubicBezTo>
                  <a:cubicBezTo>
                    <a:pt x="503" y="969"/>
                    <a:pt x="531" y="960"/>
                    <a:pt x="556" y="942"/>
                  </a:cubicBezTo>
                  <a:lnTo>
                    <a:pt x="948" y="646"/>
                  </a:lnTo>
                  <a:lnTo>
                    <a:pt x="278" y="24"/>
                  </a:lnTo>
                  <a:cubicBezTo>
                    <a:pt x="262" y="8"/>
                    <a:pt x="241" y="0"/>
                    <a:pt x="220" y="0"/>
                  </a:cubicBezTo>
                  <a:close/>
                </a:path>
              </a:pathLst>
            </a:custGeom>
            <a:solidFill>
              <a:srgbClr val="4B637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090" name="Google Shape;14090;p43"/>
            <p:cNvSpPr/>
            <p:nvPr/>
          </p:nvSpPr>
          <p:spPr>
            <a:xfrm>
              <a:off x="7724160" y="2515906"/>
              <a:ext cx="24921" cy="25446"/>
            </a:xfrm>
            <a:custGeom>
              <a:rect b="b" l="l" r="r" t="t"/>
              <a:pathLst>
                <a:path extrusionOk="0" h="969" w="949">
                  <a:moveTo>
                    <a:pt x="729" y="0"/>
                  </a:moveTo>
                  <a:cubicBezTo>
                    <a:pt x="708" y="0"/>
                    <a:pt x="687" y="8"/>
                    <a:pt x="671" y="24"/>
                  </a:cubicBezTo>
                  <a:lnTo>
                    <a:pt x="1" y="646"/>
                  </a:lnTo>
                  <a:lnTo>
                    <a:pt x="393" y="942"/>
                  </a:lnTo>
                  <a:cubicBezTo>
                    <a:pt x="418" y="960"/>
                    <a:pt x="446" y="969"/>
                    <a:pt x="474" y="969"/>
                  </a:cubicBezTo>
                  <a:cubicBezTo>
                    <a:pt x="523" y="969"/>
                    <a:pt x="570" y="943"/>
                    <a:pt x="594" y="895"/>
                  </a:cubicBezTo>
                  <a:lnTo>
                    <a:pt x="948" y="253"/>
                  </a:lnTo>
                  <a:lnTo>
                    <a:pt x="805" y="43"/>
                  </a:lnTo>
                  <a:cubicBezTo>
                    <a:pt x="788" y="15"/>
                    <a:pt x="758" y="0"/>
                    <a:pt x="729" y="0"/>
                  </a:cubicBezTo>
                  <a:close/>
                </a:path>
              </a:pathLst>
            </a:custGeom>
            <a:solidFill>
              <a:srgbClr val="4B637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091" name="Google Shape;14091;p43"/>
            <p:cNvSpPr/>
            <p:nvPr/>
          </p:nvSpPr>
          <p:spPr>
            <a:xfrm>
              <a:off x="7554547" y="2627091"/>
              <a:ext cx="30435" cy="66622"/>
            </a:xfrm>
            <a:custGeom>
              <a:rect b="b" l="l" r="r" t="t"/>
              <a:pathLst>
                <a:path extrusionOk="0" h="2537" w="1159">
                  <a:moveTo>
                    <a:pt x="699" y="1"/>
                  </a:moveTo>
                  <a:cubicBezTo>
                    <a:pt x="316" y="1"/>
                    <a:pt x="0" y="307"/>
                    <a:pt x="0" y="699"/>
                  </a:cubicBezTo>
                  <a:lnTo>
                    <a:pt x="0" y="852"/>
                  </a:lnTo>
                  <a:cubicBezTo>
                    <a:pt x="0" y="1053"/>
                    <a:pt x="38" y="1254"/>
                    <a:pt x="96" y="1436"/>
                  </a:cubicBezTo>
                  <a:lnTo>
                    <a:pt x="459" y="2537"/>
                  </a:lnTo>
                  <a:lnTo>
                    <a:pt x="1158" y="2537"/>
                  </a:lnTo>
                  <a:lnTo>
                    <a:pt x="1158" y="1"/>
                  </a:ln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092" name="Google Shape;14092;p43"/>
            <p:cNvSpPr/>
            <p:nvPr/>
          </p:nvSpPr>
          <p:spPr>
            <a:xfrm>
              <a:off x="7566600" y="2621051"/>
              <a:ext cx="72898" cy="72661"/>
            </a:xfrm>
            <a:custGeom>
              <a:rect b="b" l="l" r="r" t="t"/>
              <a:pathLst>
                <a:path extrusionOk="0" h="2767" w="2776">
                  <a:moveTo>
                    <a:pt x="699" y="1"/>
                  </a:moveTo>
                  <a:cubicBezTo>
                    <a:pt x="316" y="1"/>
                    <a:pt x="0" y="307"/>
                    <a:pt x="0" y="690"/>
                  </a:cubicBezTo>
                  <a:cubicBezTo>
                    <a:pt x="0" y="948"/>
                    <a:pt x="211" y="1149"/>
                    <a:pt x="469" y="1149"/>
                  </a:cubicBezTo>
                  <a:lnTo>
                    <a:pt x="2316" y="2767"/>
                  </a:lnTo>
                  <a:lnTo>
                    <a:pt x="2699" y="1408"/>
                  </a:lnTo>
                  <a:cubicBezTo>
                    <a:pt x="2747" y="1235"/>
                    <a:pt x="2776" y="1063"/>
                    <a:pt x="2776" y="891"/>
                  </a:cubicBezTo>
                  <a:lnTo>
                    <a:pt x="2776" y="460"/>
                  </a:lnTo>
                  <a:cubicBezTo>
                    <a:pt x="2776" y="202"/>
                    <a:pt x="2565" y="1"/>
                    <a:pt x="2316" y="1"/>
                  </a:cubicBez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093" name="Google Shape;14093;p43"/>
            <p:cNvSpPr/>
            <p:nvPr/>
          </p:nvSpPr>
          <p:spPr>
            <a:xfrm>
              <a:off x="7578916" y="2711779"/>
              <a:ext cx="36213" cy="26917"/>
            </a:xfrm>
            <a:custGeom>
              <a:rect b="b" l="l" r="r" t="t"/>
              <a:pathLst>
                <a:path extrusionOk="0" h="1025" w="1379">
                  <a:moveTo>
                    <a:pt x="0" y="1"/>
                  </a:moveTo>
                  <a:lnTo>
                    <a:pt x="0" y="1025"/>
                  </a:lnTo>
                  <a:lnTo>
                    <a:pt x="1378" y="1025"/>
                  </a:lnTo>
                  <a:lnTo>
                    <a:pt x="1378" y="1"/>
                  </a:lnTo>
                  <a:close/>
                </a:path>
              </a:pathLst>
            </a:custGeom>
            <a:solidFill>
              <a:srgbClr val="ACBDC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094" name="Google Shape;14094;p43"/>
            <p:cNvSpPr/>
            <p:nvPr/>
          </p:nvSpPr>
          <p:spPr>
            <a:xfrm>
              <a:off x="7578916" y="2712042"/>
              <a:ext cx="36213" cy="14653"/>
            </a:xfrm>
            <a:custGeom>
              <a:rect b="b" l="l" r="r" t="t"/>
              <a:pathLst>
                <a:path extrusionOk="0" h="558" w="1379">
                  <a:moveTo>
                    <a:pt x="0" y="0"/>
                  </a:moveTo>
                  <a:lnTo>
                    <a:pt x="0" y="421"/>
                  </a:lnTo>
                  <a:cubicBezTo>
                    <a:pt x="220" y="512"/>
                    <a:pt x="455" y="558"/>
                    <a:pt x="689" y="558"/>
                  </a:cubicBezTo>
                  <a:cubicBezTo>
                    <a:pt x="924" y="558"/>
                    <a:pt x="1158" y="512"/>
                    <a:pt x="1378" y="421"/>
                  </a:cubicBezTo>
                  <a:lnTo>
                    <a:pt x="1378" y="0"/>
                  </a:lnTo>
                  <a:close/>
                </a:path>
              </a:pathLst>
            </a:custGeom>
            <a:solidFill>
              <a:srgbClr val="96ABB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095" name="Google Shape;14095;p43"/>
            <p:cNvSpPr/>
            <p:nvPr/>
          </p:nvSpPr>
          <p:spPr>
            <a:xfrm>
              <a:off x="7536427" y="2726616"/>
              <a:ext cx="121164" cy="64101"/>
            </a:xfrm>
            <a:custGeom>
              <a:rect b="b" l="l" r="r" t="t"/>
              <a:pathLst>
                <a:path extrusionOk="0" h="2441" w="4614">
                  <a:moveTo>
                    <a:pt x="1618" y="0"/>
                  </a:moveTo>
                  <a:lnTo>
                    <a:pt x="499" y="316"/>
                  </a:lnTo>
                  <a:cubicBezTo>
                    <a:pt x="202" y="402"/>
                    <a:pt x="1" y="670"/>
                    <a:pt x="1" y="986"/>
                  </a:cubicBezTo>
                  <a:lnTo>
                    <a:pt x="1" y="2211"/>
                  </a:lnTo>
                  <a:cubicBezTo>
                    <a:pt x="1" y="2336"/>
                    <a:pt x="106" y="2441"/>
                    <a:pt x="231" y="2441"/>
                  </a:cubicBezTo>
                  <a:lnTo>
                    <a:pt x="4384" y="2441"/>
                  </a:lnTo>
                  <a:cubicBezTo>
                    <a:pt x="4509" y="2441"/>
                    <a:pt x="4614" y="2336"/>
                    <a:pt x="4614" y="2211"/>
                  </a:cubicBezTo>
                  <a:lnTo>
                    <a:pt x="4614" y="986"/>
                  </a:lnTo>
                  <a:cubicBezTo>
                    <a:pt x="4614" y="670"/>
                    <a:pt x="4413" y="402"/>
                    <a:pt x="4116" y="316"/>
                  </a:cubicBezTo>
                  <a:lnTo>
                    <a:pt x="2996" y="0"/>
                  </a:lnTo>
                  <a:lnTo>
                    <a:pt x="2307" y="460"/>
                  </a:lnTo>
                  <a:lnTo>
                    <a:pt x="1618" y="0"/>
                  </a:ln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096" name="Google Shape;14096;p43"/>
            <p:cNvSpPr/>
            <p:nvPr/>
          </p:nvSpPr>
          <p:spPr>
            <a:xfrm>
              <a:off x="7590969" y="2738670"/>
              <a:ext cx="12106" cy="52047"/>
            </a:xfrm>
            <a:custGeom>
              <a:rect b="b" l="l" r="r" t="t"/>
              <a:pathLst>
                <a:path extrusionOk="0" h="1982" w="461">
                  <a:moveTo>
                    <a:pt x="116" y="1"/>
                  </a:moveTo>
                  <a:lnTo>
                    <a:pt x="1" y="1982"/>
                  </a:lnTo>
                  <a:lnTo>
                    <a:pt x="460" y="1982"/>
                  </a:lnTo>
                  <a:lnTo>
                    <a:pt x="345" y="1"/>
                  </a:lnTo>
                  <a:close/>
                </a:path>
              </a:pathLst>
            </a:custGeom>
            <a:solidFill>
              <a:srgbClr val="BCC4C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097" name="Google Shape;14097;p43"/>
            <p:cNvSpPr/>
            <p:nvPr/>
          </p:nvSpPr>
          <p:spPr>
            <a:xfrm>
              <a:off x="7560560" y="2651434"/>
              <a:ext cx="72924" cy="66674"/>
            </a:xfrm>
            <a:custGeom>
              <a:rect b="b" l="l" r="r" t="t"/>
              <a:pathLst>
                <a:path extrusionOk="0" h="2539" w="2777">
                  <a:moveTo>
                    <a:pt x="864" y="1"/>
                  </a:moveTo>
                  <a:cubicBezTo>
                    <a:pt x="748" y="1"/>
                    <a:pt x="636" y="56"/>
                    <a:pt x="556" y="136"/>
                  </a:cubicBezTo>
                  <a:lnTo>
                    <a:pt x="144" y="557"/>
                  </a:lnTo>
                  <a:cubicBezTo>
                    <a:pt x="49" y="643"/>
                    <a:pt x="1" y="758"/>
                    <a:pt x="1" y="882"/>
                  </a:cubicBezTo>
                  <a:lnTo>
                    <a:pt x="1" y="1150"/>
                  </a:lnTo>
                  <a:cubicBezTo>
                    <a:pt x="1" y="1916"/>
                    <a:pt x="623" y="2538"/>
                    <a:pt x="1388" y="2538"/>
                  </a:cubicBezTo>
                  <a:cubicBezTo>
                    <a:pt x="2154" y="2538"/>
                    <a:pt x="2776" y="1916"/>
                    <a:pt x="2776" y="1150"/>
                  </a:cubicBezTo>
                  <a:lnTo>
                    <a:pt x="2776" y="854"/>
                  </a:lnTo>
                  <a:cubicBezTo>
                    <a:pt x="2776" y="729"/>
                    <a:pt x="2728" y="614"/>
                    <a:pt x="2642" y="528"/>
                  </a:cubicBezTo>
                  <a:cubicBezTo>
                    <a:pt x="2288" y="184"/>
                    <a:pt x="1628" y="21"/>
                    <a:pt x="891" y="2"/>
                  </a:cubicBezTo>
                  <a:cubicBezTo>
                    <a:pt x="882" y="1"/>
                    <a:pt x="873" y="1"/>
                    <a:pt x="864" y="1"/>
                  </a:cubicBezTo>
                  <a:close/>
                </a:path>
              </a:pathLst>
            </a:custGeom>
            <a:solidFill>
              <a:srgbClr val="BECBD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098" name="Google Shape;14098;p43"/>
            <p:cNvSpPr/>
            <p:nvPr/>
          </p:nvSpPr>
          <p:spPr>
            <a:xfrm>
              <a:off x="7560560" y="2651434"/>
              <a:ext cx="72661" cy="65151"/>
            </a:xfrm>
            <a:custGeom>
              <a:rect b="b" l="l" r="r" t="t"/>
              <a:pathLst>
                <a:path extrusionOk="0" h="2481" w="2767">
                  <a:moveTo>
                    <a:pt x="864" y="1"/>
                  </a:moveTo>
                  <a:cubicBezTo>
                    <a:pt x="748" y="1"/>
                    <a:pt x="636" y="56"/>
                    <a:pt x="556" y="136"/>
                  </a:cubicBezTo>
                  <a:lnTo>
                    <a:pt x="135" y="557"/>
                  </a:lnTo>
                  <a:cubicBezTo>
                    <a:pt x="49" y="643"/>
                    <a:pt x="1" y="758"/>
                    <a:pt x="1" y="882"/>
                  </a:cubicBezTo>
                  <a:lnTo>
                    <a:pt x="1" y="1150"/>
                  </a:lnTo>
                  <a:cubicBezTo>
                    <a:pt x="1" y="1763"/>
                    <a:pt x="412" y="2308"/>
                    <a:pt x="1006" y="2481"/>
                  </a:cubicBezTo>
                  <a:cubicBezTo>
                    <a:pt x="805" y="2232"/>
                    <a:pt x="690" y="1926"/>
                    <a:pt x="699" y="1610"/>
                  </a:cubicBezTo>
                  <a:lnTo>
                    <a:pt x="699" y="940"/>
                  </a:lnTo>
                  <a:cubicBezTo>
                    <a:pt x="699" y="683"/>
                    <a:pt x="901" y="479"/>
                    <a:pt x="1154" y="479"/>
                  </a:cubicBezTo>
                  <a:cubicBezTo>
                    <a:pt x="1165" y="479"/>
                    <a:pt x="1176" y="480"/>
                    <a:pt x="1187" y="480"/>
                  </a:cubicBezTo>
                  <a:cubicBezTo>
                    <a:pt x="1647" y="509"/>
                    <a:pt x="2345" y="586"/>
                    <a:pt x="2767" y="787"/>
                  </a:cubicBezTo>
                  <a:cubicBezTo>
                    <a:pt x="2757" y="691"/>
                    <a:pt x="2709" y="595"/>
                    <a:pt x="2642" y="528"/>
                  </a:cubicBezTo>
                  <a:cubicBezTo>
                    <a:pt x="2278" y="184"/>
                    <a:pt x="1628" y="21"/>
                    <a:pt x="891" y="2"/>
                  </a:cubicBezTo>
                  <a:cubicBezTo>
                    <a:pt x="882" y="1"/>
                    <a:pt x="873" y="1"/>
                    <a:pt x="864" y="1"/>
                  </a:cubicBezTo>
                  <a:close/>
                </a:path>
              </a:pathLst>
            </a:custGeom>
            <a:solidFill>
              <a:srgbClr val="ACBDC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099" name="Google Shape;14099;p43"/>
            <p:cNvSpPr/>
            <p:nvPr/>
          </p:nvSpPr>
          <p:spPr>
            <a:xfrm>
              <a:off x="7536427" y="2741952"/>
              <a:ext cx="24159" cy="48528"/>
            </a:xfrm>
            <a:custGeom>
              <a:rect b="b" l="l" r="r" t="t"/>
              <a:pathLst>
                <a:path extrusionOk="0" h="1848" w="920">
                  <a:moveTo>
                    <a:pt x="125" y="0"/>
                  </a:moveTo>
                  <a:cubicBezTo>
                    <a:pt x="39" y="115"/>
                    <a:pt x="1" y="249"/>
                    <a:pt x="1" y="393"/>
                  </a:cubicBezTo>
                  <a:lnTo>
                    <a:pt x="1" y="1618"/>
                  </a:lnTo>
                  <a:cubicBezTo>
                    <a:pt x="1" y="1752"/>
                    <a:pt x="97" y="1847"/>
                    <a:pt x="231" y="1847"/>
                  </a:cubicBezTo>
                  <a:lnTo>
                    <a:pt x="920" y="1847"/>
                  </a:lnTo>
                  <a:lnTo>
                    <a:pt x="920" y="1091"/>
                  </a:lnTo>
                  <a:cubicBezTo>
                    <a:pt x="920" y="900"/>
                    <a:pt x="853" y="728"/>
                    <a:pt x="719" y="594"/>
                  </a:cubicBezTo>
                  <a:lnTo>
                    <a:pt x="125" y="0"/>
                  </a:lnTo>
                  <a:close/>
                </a:path>
              </a:pathLst>
            </a:custGeom>
            <a:solidFill>
              <a:srgbClr val="C5D1D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100" name="Google Shape;14100;p43"/>
            <p:cNvSpPr/>
            <p:nvPr/>
          </p:nvSpPr>
          <p:spPr>
            <a:xfrm>
              <a:off x="7633195" y="2741952"/>
              <a:ext cx="24396" cy="48528"/>
            </a:xfrm>
            <a:custGeom>
              <a:rect b="b" l="l" r="r" t="t"/>
              <a:pathLst>
                <a:path extrusionOk="0" h="1848" w="929">
                  <a:moveTo>
                    <a:pt x="804" y="0"/>
                  </a:moveTo>
                  <a:lnTo>
                    <a:pt x="211" y="594"/>
                  </a:lnTo>
                  <a:cubicBezTo>
                    <a:pt x="77" y="728"/>
                    <a:pt x="1" y="900"/>
                    <a:pt x="10" y="1091"/>
                  </a:cubicBezTo>
                  <a:lnTo>
                    <a:pt x="10" y="1847"/>
                  </a:lnTo>
                  <a:lnTo>
                    <a:pt x="699" y="1847"/>
                  </a:lnTo>
                  <a:cubicBezTo>
                    <a:pt x="824" y="1847"/>
                    <a:pt x="929" y="1752"/>
                    <a:pt x="929" y="1618"/>
                  </a:cubicBezTo>
                  <a:lnTo>
                    <a:pt x="929" y="393"/>
                  </a:lnTo>
                  <a:cubicBezTo>
                    <a:pt x="929" y="249"/>
                    <a:pt x="891" y="115"/>
                    <a:pt x="804" y="0"/>
                  </a:cubicBezTo>
                  <a:close/>
                </a:path>
              </a:pathLst>
            </a:custGeom>
            <a:solidFill>
              <a:srgbClr val="C5D1D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101" name="Google Shape;14101;p43"/>
            <p:cNvSpPr/>
            <p:nvPr/>
          </p:nvSpPr>
          <p:spPr>
            <a:xfrm>
              <a:off x="7590733" y="2738670"/>
              <a:ext cx="12342" cy="12106"/>
            </a:xfrm>
            <a:custGeom>
              <a:rect b="b" l="l" r="r" t="t"/>
              <a:pathLst>
                <a:path extrusionOk="0" h="461" w="470">
                  <a:moveTo>
                    <a:pt x="0" y="1"/>
                  </a:moveTo>
                  <a:lnTo>
                    <a:pt x="0" y="345"/>
                  </a:lnTo>
                  <a:cubicBezTo>
                    <a:pt x="0" y="412"/>
                    <a:pt x="58" y="460"/>
                    <a:pt x="125" y="460"/>
                  </a:cubicBezTo>
                  <a:lnTo>
                    <a:pt x="354" y="460"/>
                  </a:lnTo>
                  <a:cubicBezTo>
                    <a:pt x="421" y="460"/>
                    <a:pt x="469" y="403"/>
                    <a:pt x="469" y="345"/>
                  </a:cubicBezTo>
                  <a:lnTo>
                    <a:pt x="469" y="1"/>
                  </a:lnTo>
                  <a:close/>
                </a:path>
              </a:pathLst>
            </a:custGeom>
            <a:solidFill>
              <a:srgbClr val="D2DBE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102" name="Google Shape;14102;p43"/>
            <p:cNvSpPr/>
            <p:nvPr/>
          </p:nvSpPr>
          <p:spPr>
            <a:xfrm>
              <a:off x="7572115" y="2721863"/>
              <a:ext cx="24921" cy="25498"/>
            </a:xfrm>
            <a:custGeom>
              <a:rect b="b" l="l" r="r" t="t"/>
              <a:pathLst>
                <a:path extrusionOk="0" h="971" w="949">
                  <a:moveTo>
                    <a:pt x="212" y="1"/>
                  </a:moveTo>
                  <a:cubicBezTo>
                    <a:pt x="185" y="1"/>
                    <a:pt x="160" y="13"/>
                    <a:pt x="145" y="38"/>
                  </a:cubicBezTo>
                  <a:lnTo>
                    <a:pt x="1" y="258"/>
                  </a:lnTo>
                  <a:lnTo>
                    <a:pt x="355" y="899"/>
                  </a:lnTo>
                  <a:cubicBezTo>
                    <a:pt x="378" y="946"/>
                    <a:pt x="422" y="971"/>
                    <a:pt x="469" y="971"/>
                  </a:cubicBezTo>
                  <a:cubicBezTo>
                    <a:pt x="499" y="971"/>
                    <a:pt x="530" y="960"/>
                    <a:pt x="556" y="937"/>
                  </a:cubicBezTo>
                  <a:lnTo>
                    <a:pt x="948" y="641"/>
                  </a:lnTo>
                  <a:lnTo>
                    <a:pt x="278" y="28"/>
                  </a:lnTo>
                  <a:cubicBezTo>
                    <a:pt x="260" y="10"/>
                    <a:pt x="236" y="1"/>
                    <a:pt x="212" y="1"/>
                  </a:cubicBezTo>
                  <a:close/>
                </a:path>
              </a:pathLst>
            </a:custGeom>
            <a:solidFill>
              <a:srgbClr val="C5D1D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103" name="Google Shape;14103;p43"/>
            <p:cNvSpPr/>
            <p:nvPr/>
          </p:nvSpPr>
          <p:spPr>
            <a:xfrm>
              <a:off x="7597009" y="2721863"/>
              <a:ext cx="24894" cy="25498"/>
            </a:xfrm>
            <a:custGeom>
              <a:rect b="b" l="l" r="r" t="t"/>
              <a:pathLst>
                <a:path extrusionOk="0" h="971" w="948">
                  <a:moveTo>
                    <a:pt x="737" y="1"/>
                  </a:moveTo>
                  <a:cubicBezTo>
                    <a:pt x="713" y="1"/>
                    <a:pt x="688" y="10"/>
                    <a:pt x="670" y="28"/>
                  </a:cubicBezTo>
                  <a:lnTo>
                    <a:pt x="0" y="641"/>
                  </a:lnTo>
                  <a:lnTo>
                    <a:pt x="393" y="937"/>
                  </a:lnTo>
                  <a:cubicBezTo>
                    <a:pt x="419" y="960"/>
                    <a:pt x="450" y="971"/>
                    <a:pt x="480" y="971"/>
                  </a:cubicBezTo>
                  <a:cubicBezTo>
                    <a:pt x="526" y="971"/>
                    <a:pt x="571" y="946"/>
                    <a:pt x="594" y="899"/>
                  </a:cubicBezTo>
                  <a:lnTo>
                    <a:pt x="948" y="258"/>
                  </a:lnTo>
                  <a:lnTo>
                    <a:pt x="804" y="38"/>
                  </a:lnTo>
                  <a:cubicBezTo>
                    <a:pt x="789" y="13"/>
                    <a:pt x="763" y="1"/>
                    <a:pt x="737" y="1"/>
                  </a:cubicBezTo>
                  <a:close/>
                </a:path>
              </a:pathLst>
            </a:custGeom>
            <a:solidFill>
              <a:srgbClr val="C5D1D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104" name="Google Shape;14104;p43"/>
            <p:cNvSpPr/>
            <p:nvPr/>
          </p:nvSpPr>
          <p:spPr>
            <a:xfrm>
              <a:off x="7827204" y="2602958"/>
              <a:ext cx="48528" cy="42515"/>
            </a:xfrm>
            <a:custGeom>
              <a:rect b="b" l="l" r="r" t="t"/>
              <a:pathLst>
                <a:path extrusionOk="0" h="1619" w="1848">
                  <a:moveTo>
                    <a:pt x="920" y="1"/>
                  </a:moveTo>
                  <a:cubicBezTo>
                    <a:pt x="412" y="1"/>
                    <a:pt x="1" y="365"/>
                    <a:pt x="1" y="805"/>
                  </a:cubicBezTo>
                  <a:cubicBezTo>
                    <a:pt x="1" y="1255"/>
                    <a:pt x="412" y="1618"/>
                    <a:pt x="920" y="1618"/>
                  </a:cubicBezTo>
                  <a:cubicBezTo>
                    <a:pt x="1427" y="1618"/>
                    <a:pt x="1848" y="1255"/>
                    <a:pt x="1848" y="805"/>
                  </a:cubicBezTo>
                  <a:cubicBezTo>
                    <a:pt x="1848" y="365"/>
                    <a:pt x="1427" y="1"/>
                    <a:pt x="920" y="1"/>
                  </a:cubicBez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105" name="Google Shape;14105;p43"/>
            <p:cNvSpPr/>
            <p:nvPr/>
          </p:nvSpPr>
          <p:spPr>
            <a:xfrm>
              <a:off x="7827204" y="2602958"/>
              <a:ext cx="33219" cy="42515"/>
            </a:xfrm>
            <a:custGeom>
              <a:rect b="b" l="l" r="r" t="t"/>
              <a:pathLst>
                <a:path extrusionOk="0" h="1619" w="1265">
                  <a:moveTo>
                    <a:pt x="920" y="1"/>
                  </a:moveTo>
                  <a:cubicBezTo>
                    <a:pt x="412" y="1"/>
                    <a:pt x="1" y="355"/>
                    <a:pt x="1" y="805"/>
                  </a:cubicBezTo>
                  <a:cubicBezTo>
                    <a:pt x="1" y="1255"/>
                    <a:pt x="412" y="1618"/>
                    <a:pt x="920" y="1618"/>
                  </a:cubicBezTo>
                  <a:cubicBezTo>
                    <a:pt x="1034" y="1609"/>
                    <a:pt x="1159" y="1590"/>
                    <a:pt x="1264" y="1551"/>
                  </a:cubicBezTo>
                  <a:cubicBezTo>
                    <a:pt x="939" y="1456"/>
                    <a:pt x="699" y="1149"/>
                    <a:pt x="690" y="805"/>
                  </a:cubicBezTo>
                  <a:cubicBezTo>
                    <a:pt x="699" y="460"/>
                    <a:pt x="939" y="164"/>
                    <a:pt x="1264" y="58"/>
                  </a:cubicBezTo>
                  <a:cubicBezTo>
                    <a:pt x="1159" y="20"/>
                    <a:pt x="1034" y="1"/>
                    <a:pt x="920" y="1"/>
                  </a:cubicBez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106" name="Google Shape;14106;p43"/>
            <p:cNvSpPr/>
            <p:nvPr/>
          </p:nvSpPr>
          <p:spPr>
            <a:xfrm>
              <a:off x="7796795" y="2706002"/>
              <a:ext cx="109110" cy="84715"/>
            </a:xfrm>
            <a:custGeom>
              <a:rect b="b" l="l" r="r" t="t"/>
              <a:pathLst>
                <a:path extrusionOk="0" h="3226" w="4155">
                  <a:moveTo>
                    <a:pt x="1388" y="1"/>
                  </a:moveTo>
                  <a:lnTo>
                    <a:pt x="1388" y="690"/>
                  </a:lnTo>
                  <a:cubicBezTo>
                    <a:pt x="1379" y="862"/>
                    <a:pt x="1283" y="1025"/>
                    <a:pt x="1130" y="1101"/>
                  </a:cubicBezTo>
                  <a:lnTo>
                    <a:pt x="384" y="1474"/>
                  </a:lnTo>
                  <a:cubicBezTo>
                    <a:pt x="144" y="1589"/>
                    <a:pt x="1" y="1829"/>
                    <a:pt x="1" y="2097"/>
                  </a:cubicBezTo>
                  <a:lnTo>
                    <a:pt x="1" y="2996"/>
                  </a:lnTo>
                  <a:cubicBezTo>
                    <a:pt x="1" y="3121"/>
                    <a:pt x="106" y="3226"/>
                    <a:pt x="230" y="3226"/>
                  </a:cubicBezTo>
                  <a:lnTo>
                    <a:pt x="3925" y="3226"/>
                  </a:lnTo>
                  <a:cubicBezTo>
                    <a:pt x="4049" y="3226"/>
                    <a:pt x="4154" y="3121"/>
                    <a:pt x="4154" y="2996"/>
                  </a:cubicBezTo>
                  <a:lnTo>
                    <a:pt x="4154" y="2097"/>
                  </a:lnTo>
                  <a:cubicBezTo>
                    <a:pt x="4154" y="1829"/>
                    <a:pt x="4011" y="1589"/>
                    <a:pt x="3781" y="1474"/>
                  </a:cubicBezTo>
                  <a:lnTo>
                    <a:pt x="3035" y="1101"/>
                  </a:lnTo>
                  <a:cubicBezTo>
                    <a:pt x="2872" y="1025"/>
                    <a:pt x="2776" y="862"/>
                    <a:pt x="2776" y="690"/>
                  </a:cubicBezTo>
                  <a:lnTo>
                    <a:pt x="2776" y="1"/>
                  </a:lnTo>
                  <a:close/>
                </a:path>
              </a:pathLst>
            </a:custGeom>
            <a:solidFill>
              <a:srgbClr val="ACBDC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107" name="Google Shape;14107;p43"/>
            <p:cNvSpPr/>
            <p:nvPr/>
          </p:nvSpPr>
          <p:spPr>
            <a:xfrm>
              <a:off x="7832745" y="2706002"/>
              <a:ext cx="37210" cy="24159"/>
            </a:xfrm>
            <a:custGeom>
              <a:rect b="b" l="l" r="r" t="t"/>
              <a:pathLst>
                <a:path extrusionOk="0" h="920" w="1417">
                  <a:moveTo>
                    <a:pt x="19" y="1"/>
                  </a:moveTo>
                  <a:lnTo>
                    <a:pt x="19" y="690"/>
                  </a:lnTo>
                  <a:cubicBezTo>
                    <a:pt x="10" y="718"/>
                    <a:pt x="10" y="747"/>
                    <a:pt x="0" y="776"/>
                  </a:cubicBezTo>
                  <a:cubicBezTo>
                    <a:pt x="230" y="872"/>
                    <a:pt x="469" y="919"/>
                    <a:pt x="709" y="919"/>
                  </a:cubicBezTo>
                  <a:cubicBezTo>
                    <a:pt x="948" y="919"/>
                    <a:pt x="1187" y="872"/>
                    <a:pt x="1417" y="776"/>
                  </a:cubicBezTo>
                  <a:cubicBezTo>
                    <a:pt x="1407" y="747"/>
                    <a:pt x="1407" y="718"/>
                    <a:pt x="1407" y="690"/>
                  </a:cubicBezTo>
                  <a:lnTo>
                    <a:pt x="1407" y="1"/>
                  </a:lnTo>
                  <a:close/>
                </a:path>
              </a:pathLst>
            </a:custGeom>
            <a:solidFill>
              <a:srgbClr val="96ABB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108" name="Google Shape;14108;p43"/>
            <p:cNvSpPr/>
            <p:nvPr/>
          </p:nvSpPr>
          <p:spPr>
            <a:xfrm>
              <a:off x="7797058" y="2737672"/>
              <a:ext cx="109084" cy="53045"/>
            </a:xfrm>
            <a:custGeom>
              <a:rect b="b" l="l" r="r" t="t"/>
              <a:pathLst>
                <a:path extrusionOk="0" h="2020" w="4154">
                  <a:moveTo>
                    <a:pt x="910" y="1"/>
                  </a:moveTo>
                  <a:lnTo>
                    <a:pt x="383" y="268"/>
                  </a:lnTo>
                  <a:cubicBezTo>
                    <a:pt x="144" y="383"/>
                    <a:pt x="0" y="623"/>
                    <a:pt x="0" y="891"/>
                  </a:cubicBezTo>
                  <a:lnTo>
                    <a:pt x="0" y="1790"/>
                  </a:lnTo>
                  <a:cubicBezTo>
                    <a:pt x="0" y="1915"/>
                    <a:pt x="106" y="2020"/>
                    <a:pt x="230" y="2020"/>
                  </a:cubicBezTo>
                  <a:lnTo>
                    <a:pt x="3915" y="2020"/>
                  </a:lnTo>
                  <a:cubicBezTo>
                    <a:pt x="4049" y="2020"/>
                    <a:pt x="4154" y="1915"/>
                    <a:pt x="4154" y="1790"/>
                  </a:cubicBezTo>
                  <a:lnTo>
                    <a:pt x="4154" y="891"/>
                  </a:lnTo>
                  <a:cubicBezTo>
                    <a:pt x="4154" y="623"/>
                    <a:pt x="4001" y="383"/>
                    <a:pt x="3771" y="268"/>
                  </a:cubicBezTo>
                  <a:lnTo>
                    <a:pt x="3235" y="1"/>
                  </a:lnTo>
                  <a:cubicBezTo>
                    <a:pt x="2962" y="422"/>
                    <a:pt x="2517" y="632"/>
                    <a:pt x="2072" y="632"/>
                  </a:cubicBezTo>
                  <a:cubicBezTo>
                    <a:pt x="1627" y="632"/>
                    <a:pt x="1182" y="422"/>
                    <a:pt x="910" y="1"/>
                  </a:cubicBezTo>
                  <a:close/>
                </a:path>
              </a:pathLst>
            </a:custGeom>
            <a:solidFill>
              <a:srgbClr val="8192A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109" name="Google Shape;14109;p43"/>
            <p:cNvSpPr/>
            <p:nvPr/>
          </p:nvSpPr>
          <p:spPr>
            <a:xfrm>
              <a:off x="7809111" y="2621051"/>
              <a:ext cx="84715" cy="84741"/>
            </a:xfrm>
            <a:custGeom>
              <a:rect b="b" l="l" r="r" t="t"/>
              <a:pathLst>
                <a:path extrusionOk="0" h="3227" w="3226">
                  <a:moveTo>
                    <a:pt x="1609" y="1"/>
                  </a:moveTo>
                  <a:cubicBezTo>
                    <a:pt x="719" y="1"/>
                    <a:pt x="1" y="728"/>
                    <a:pt x="1" y="1618"/>
                  </a:cubicBezTo>
                  <a:cubicBezTo>
                    <a:pt x="1" y="2508"/>
                    <a:pt x="719" y="3226"/>
                    <a:pt x="1609" y="3226"/>
                  </a:cubicBezTo>
                  <a:cubicBezTo>
                    <a:pt x="2499" y="3226"/>
                    <a:pt x="3226" y="2508"/>
                    <a:pt x="3226" y="1618"/>
                  </a:cubicBezTo>
                  <a:cubicBezTo>
                    <a:pt x="3226" y="728"/>
                    <a:pt x="2499" y="1"/>
                    <a:pt x="1609" y="1"/>
                  </a:cubicBez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110" name="Google Shape;14110;p43"/>
            <p:cNvSpPr/>
            <p:nvPr/>
          </p:nvSpPr>
          <p:spPr>
            <a:xfrm>
              <a:off x="7824447" y="2621051"/>
              <a:ext cx="71138" cy="76443"/>
            </a:xfrm>
            <a:custGeom>
              <a:rect b="b" l="l" r="r" t="t"/>
              <a:pathLst>
                <a:path extrusionOk="0" h="2911" w="2709">
                  <a:moveTo>
                    <a:pt x="1034" y="1"/>
                  </a:moveTo>
                  <a:cubicBezTo>
                    <a:pt x="259" y="1"/>
                    <a:pt x="1" y="1063"/>
                    <a:pt x="699" y="1408"/>
                  </a:cubicBezTo>
                  <a:cubicBezTo>
                    <a:pt x="718" y="1417"/>
                    <a:pt x="737" y="1427"/>
                    <a:pt x="757" y="1427"/>
                  </a:cubicBezTo>
                  <a:lnTo>
                    <a:pt x="1560" y="2891"/>
                  </a:lnTo>
                  <a:cubicBezTo>
                    <a:pt x="1560" y="2891"/>
                    <a:pt x="1781" y="2901"/>
                    <a:pt x="1991" y="2910"/>
                  </a:cubicBezTo>
                  <a:cubicBezTo>
                    <a:pt x="2460" y="2556"/>
                    <a:pt x="2709" y="1972"/>
                    <a:pt x="2623" y="1389"/>
                  </a:cubicBezTo>
                  <a:cubicBezTo>
                    <a:pt x="2527" y="728"/>
                    <a:pt x="2039" y="192"/>
                    <a:pt x="1388" y="39"/>
                  </a:cubicBezTo>
                  <a:cubicBezTo>
                    <a:pt x="1273" y="20"/>
                    <a:pt x="1149" y="1"/>
                    <a:pt x="1034" y="1"/>
                  </a:cubicBez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111" name="Google Shape;14111;p43"/>
            <p:cNvSpPr/>
            <p:nvPr/>
          </p:nvSpPr>
          <p:spPr>
            <a:xfrm>
              <a:off x="7814888" y="2658393"/>
              <a:ext cx="72661" cy="59715"/>
            </a:xfrm>
            <a:custGeom>
              <a:rect b="b" l="l" r="r" t="t"/>
              <a:pathLst>
                <a:path extrusionOk="0" h="2274" w="2767">
                  <a:moveTo>
                    <a:pt x="1075" y="1"/>
                  </a:moveTo>
                  <a:cubicBezTo>
                    <a:pt x="986" y="1"/>
                    <a:pt x="903" y="49"/>
                    <a:pt x="862" y="139"/>
                  </a:cubicBezTo>
                  <a:cubicBezTo>
                    <a:pt x="786" y="292"/>
                    <a:pt x="680" y="436"/>
                    <a:pt x="546" y="550"/>
                  </a:cubicBezTo>
                  <a:cubicBezTo>
                    <a:pt x="422" y="656"/>
                    <a:pt x="288" y="751"/>
                    <a:pt x="135" y="828"/>
                  </a:cubicBezTo>
                  <a:cubicBezTo>
                    <a:pt x="49" y="876"/>
                    <a:pt x="1" y="971"/>
                    <a:pt x="20" y="1067"/>
                  </a:cubicBezTo>
                  <a:cubicBezTo>
                    <a:pt x="106" y="1756"/>
                    <a:pt x="699" y="2273"/>
                    <a:pt x="1389" y="2273"/>
                  </a:cubicBezTo>
                  <a:cubicBezTo>
                    <a:pt x="2106" y="2263"/>
                    <a:pt x="2709" y="1718"/>
                    <a:pt x="2767" y="1000"/>
                  </a:cubicBezTo>
                  <a:cubicBezTo>
                    <a:pt x="2767" y="924"/>
                    <a:pt x="2738" y="857"/>
                    <a:pt x="2690" y="809"/>
                  </a:cubicBezTo>
                  <a:cubicBezTo>
                    <a:pt x="2231" y="426"/>
                    <a:pt x="1695" y="158"/>
                    <a:pt x="1121" y="5"/>
                  </a:cubicBezTo>
                  <a:cubicBezTo>
                    <a:pt x="1105" y="2"/>
                    <a:pt x="1090" y="1"/>
                    <a:pt x="1075" y="1"/>
                  </a:cubicBezTo>
                  <a:close/>
                </a:path>
              </a:pathLst>
            </a:custGeom>
            <a:solidFill>
              <a:srgbClr val="BECBD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112" name="Google Shape;14112;p43"/>
            <p:cNvSpPr/>
            <p:nvPr/>
          </p:nvSpPr>
          <p:spPr>
            <a:xfrm>
              <a:off x="7815151" y="2658393"/>
              <a:ext cx="72661" cy="59190"/>
            </a:xfrm>
            <a:custGeom>
              <a:rect b="b" l="l" r="r" t="t"/>
              <a:pathLst>
                <a:path extrusionOk="0" h="2254" w="2767">
                  <a:moveTo>
                    <a:pt x="1065" y="1"/>
                  </a:moveTo>
                  <a:cubicBezTo>
                    <a:pt x="976" y="1"/>
                    <a:pt x="893" y="49"/>
                    <a:pt x="852" y="139"/>
                  </a:cubicBezTo>
                  <a:cubicBezTo>
                    <a:pt x="795" y="244"/>
                    <a:pt x="728" y="349"/>
                    <a:pt x="642" y="445"/>
                  </a:cubicBezTo>
                  <a:cubicBezTo>
                    <a:pt x="613" y="483"/>
                    <a:pt x="575" y="512"/>
                    <a:pt x="536" y="550"/>
                  </a:cubicBezTo>
                  <a:cubicBezTo>
                    <a:pt x="412" y="656"/>
                    <a:pt x="278" y="751"/>
                    <a:pt x="134" y="828"/>
                  </a:cubicBezTo>
                  <a:cubicBezTo>
                    <a:pt x="48" y="866"/>
                    <a:pt x="0" y="962"/>
                    <a:pt x="10" y="1067"/>
                  </a:cubicBezTo>
                  <a:cubicBezTo>
                    <a:pt x="96" y="1670"/>
                    <a:pt x="565" y="2158"/>
                    <a:pt x="1178" y="2254"/>
                  </a:cubicBezTo>
                  <a:cubicBezTo>
                    <a:pt x="862" y="2062"/>
                    <a:pt x="680" y="1708"/>
                    <a:pt x="699" y="1345"/>
                  </a:cubicBezTo>
                  <a:lnTo>
                    <a:pt x="699" y="1019"/>
                  </a:lnTo>
                  <a:cubicBezTo>
                    <a:pt x="747" y="981"/>
                    <a:pt x="804" y="943"/>
                    <a:pt x="852" y="895"/>
                  </a:cubicBezTo>
                  <a:cubicBezTo>
                    <a:pt x="977" y="780"/>
                    <a:pt x="1091" y="656"/>
                    <a:pt x="1187" y="512"/>
                  </a:cubicBezTo>
                  <a:cubicBezTo>
                    <a:pt x="1618" y="646"/>
                    <a:pt x="2029" y="866"/>
                    <a:pt x="2383" y="1163"/>
                  </a:cubicBezTo>
                  <a:cubicBezTo>
                    <a:pt x="2422" y="1201"/>
                    <a:pt x="2537" y="1306"/>
                    <a:pt x="2661" y="1421"/>
                  </a:cubicBezTo>
                  <a:cubicBezTo>
                    <a:pt x="2718" y="1287"/>
                    <a:pt x="2747" y="1144"/>
                    <a:pt x="2766" y="1000"/>
                  </a:cubicBezTo>
                  <a:cubicBezTo>
                    <a:pt x="2766" y="924"/>
                    <a:pt x="2738" y="857"/>
                    <a:pt x="2680" y="809"/>
                  </a:cubicBezTo>
                  <a:cubicBezTo>
                    <a:pt x="2221" y="426"/>
                    <a:pt x="1685" y="158"/>
                    <a:pt x="1111" y="5"/>
                  </a:cubicBezTo>
                  <a:cubicBezTo>
                    <a:pt x="1095" y="2"/>
                    <a:pt x="1080" y="1"/>
                    <a:pt x="1065" y="1"/>
                  </a:cubicBezTo>
                  <a:close/>
                </a:path>
              </a:pathLst>
            </a:custGeom>
            <a:solidFill>
              <a:srgbClr val="ACBDC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113" name="Google Shape;14113;p43"/>
            <p:cNvSpPr/>
            <p:nvPr/>
          </p:nvSpPr>
          <p:spPr>
            <a:xfrm>
              <a:off x="7796795" y="2749988"/>
              <a:ext cx="24422" cy="40729"/>
            </a:xfrm>
            <a:custGeom>
              <a:rect b="b" l="l" r="r" t="t"/>
              <a:pathLst>
                <a:path extrusionOk="0" h="1551" w="930">
                  <a:moveTo>
                    <a:pt x="144" y="0"/>
                  </a:moveTo>
                  <a:cubicBezTo>
                    <a:pt x="49" y="125"/>
                    <a:pt x="1" y="268"/>
                    <a:pt x="1" y="422"/>
                  </a:cubicBezTo>
                  <a:lnTo>
                    <a:pt x="1" y="1321"/>
                  </a:lnTo>
                  <a:cubicBezTo>
                    <a:pt x="1" y="1446"/>
                    <a:pt x="106" y="1551"/>
                    <a:pt x="230" y="1551"/>
                  </a:cubicBezTo>
                  <a:lnTo>
                    <a:pt x="929" y="1551"/>
                  </a:lnTo>
                  <a:lnTo>
                    <a:pt x="929" y="852"/>
                  </a:lnTo>
                  <a:cubicBezTo>
                    <a:pt x="920" y="709"/>
                    <a:pt x="862" y="575"/>
                    <a:pt x="747" y="489"/>
                  </a:cubicBezTo>
                  <a:lnTo>
                    <a:pt x="144" y="0"/>
                  </a:lnTo>
                  <a:close/>
                </a:path>
              </a:pathLst>
            </a:custGeom>
            <a:solidFill>
              <a:srgbClr val="6E829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114" name="Google Shape;14114;p43"/>
            <p:cNvSpPr/>
            <p:nvPr/>
          </p:nvSpPr>
          <p:spPr>
            <a:xfrm>
              <a:off x="7881746" y="2749988"/>
              <a:ext cx="24159" cy="40729"/>
            </a:xfrm>
            <a:custGeom>
              <a:rect b="b" l="l" r="r" t="t"/>
              <a:pathLst>
                <a:path extrusionOk="0" h="1551" w="920">
                  <a:moveTo>
                    <a:pt x="785" y="0"/>
                  </a:moveTo>
                  <a:lnTo>
                    <a:pt x="173" y="489"/>
                  </a:lnTo>
                  <a:cubicBezTo>
                    <a:pt x="68" y="575"/>
                    <a:pt x="1" y="709"/>
                    <a:pt x="1" y="852"/>
                  </a:cubicBezTo>
                  <a:lnTo>
                    <a:pt x="1" y="1551"/>
                  </a:lnTo>
                  <a:lnTo>
                    <a:pt x="690" y="1551"/>
                  </a:lnTo>
                  <a:cubicBezTo>
                    <a:pt x="814" y="1551"/>
                    <a:pt x="919" y="1446"/>
                    <a:pt x="919" y="1321"/>
                  </a:cubicBezTo>
                  <a:lnTo>
                    <a:pt x="919" y="422"/>
                  </a:lnTo>
                  <a:cubicBezTo>
                    <a:pt x="919" y="268"/>
                    <a:pt x="871" y="125"/>
                    <a:pt x="785" y="0"/>
                  </a:cubicBezTo>
                  <a:close/>
                </a:path>
              </a:pathLst>
            </a:custGeom>
            <a:solidFill>
              <a:srgbClr val="6E829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4115" name="Google Shape;14115;p43"/>
          <p:cNvGrpSpPr/>
          <p:nvPr/>
        </p:nvGrpSpPr>
        <p:grpSpPr>
          <a:xfrm>
            <a:off x="7980773" y="2276402"/>
            <a:ext cx="353380" cy="358160"/>
            <a:chOff x="7980773" y="2428802"/>
            <a:chExt cx="353380" cy="358160"/>
          </a:xfrm>
        </p:grpSpPr>
        <p:sp>
          <p:nvSpPr>
            <p:cNvPr id="14116" name="Google Shape;14116;p43"/>
            <p:cNvSpPr/>
            <p:nvPr/>
          </p:nvSpPr>
          <p:spPr>
            <a:xfrm>
              <a:off x="8218504" y="2711779"/>
              <a:ext cx="115649" cy="75182"/>
            </a:xfrm>
            <a:custGeom>
              <a:rect b="b" l="l" r="r" t="t"/>
              <a:pathLst>
                <a:path extrusionOk="0" h="2863" w="4404">
                  <a:moveTo>
                    <a:pt x="1542" y="1"/>
                  </a:moveTo>
                  <a:lnTo>
                    <a:pt x="1542" y="374"/>
                  </a:lnTo>
                  <a:cubicBezTo>
                    <a:pt x="1542" y="470"/>
                    <a:pt x="1475" y="556"/>
                    <a:pt x="1379" y="585"/>
                  </a:cubicBezTo>
                  <a:lnTo>
                    <a:pt x="479" y="843"/>
                  </a:lnTo>
                  <a:cubicBezTo>
                    <a:pt x="202" y="920"/>
                    <a:pt x="1" y="1178"/>
                    <a:pt x="1" y="1475"/>
                  </a:cubicBezTo>
                  <a:lnTo>
                    <a:pt x="1" y="2642"/>
                  </a:lnTo>
                  <a:cubicBezTo>
                    <a:pt x="1" y="2767"/>
                    <a:pt x="96" y="2862"/>
                    <a:pt x="221" y="2862"/>
                  </a:cubicBezTo>
                  <a:lnTo>
                    <a:pt x="4183" y="2862"/>
                  </a:lnTo>
                  <a:cubicBezTo>
                    <a:pt x="4307" y="2862"/>
                    <a:pt x="4403" y="2767"/>
                    <a:pt x="4403" y="2642"/>
                  </a:cubicBezTo>
                  <a:lnTo>
                    <a:pt x="4403" y="1475"/>
                  </a:lnTo>
                  <a:cubicBezTo>
                    <a:pt x="4403" y="1178"/>
                    <a:pt x="4202" y="920"/>
                    <a:pt x="3915" y="843"/>
                  </a:cubicBezTo>
                  <a:lnTo>
                    <a:pt x="3015" y="585"/>
                  </a:lnTo>
                  <a:cubicBezTo>
                    <a:pt x="2920" y="556"/>
                    <a:pt x="2853" y="470"/>
                    <a:pt x="2862" y="374"/>
                  </a:cubicBezTo>
                  <a:lnTo>
                    <a:pt x="2862" y="1"/>
                  </a:lnTo>
                  <a:close/>
                </a:path>
              </a:pathLst>
            </a:custGeom>
            <a:solidFill>
              <a:srgbClr val="ACBDC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117" name="Google Shape;14117;p43"/>
            <p:cNvSpPr/>
            <p:nvPr/>
          </p:nvSpPr>
          <p:spPr>
            <a:xfrm>
              <a:off x="8218268" y="2727614"/>
              <a:ext cx="115623" cy="59348"/>
            </a:xfrm>
            <a:custGeom>
              <a:rect b="b" l="l" r="r" t="t"/>
              <a:pathLst>
                <a:path extrusionOk="0" h="2260" w="4403">
                  <a:moveTo>
                    <a:pt x="3101" y="1"/>
                  </a:moveTo>
                  <a:cubicBezTo>
                    <a:pt x="2961" y="453"/>
                    <a:pt x="2570" y="680"/>
                    <a:pt x="2180" y="680"/>
                  </a:cubicBezTo>
                  <a:cubicBezTo>
                    <a:pt x="1793" y="680"/>
                    <a:pt x="1406" y="458"/>
                    <a:pt x="1263" y="10"/>
                  </a:cubicBezTo>
                  <a:lnTo>
                    <a:pt x="479" y="230"/>
                  </a:lnTo>
                  <a:cubicBezTo>
                    <a:pt x="201" y="317"/>
                    <a:pt x="0" y="575"/>
                    <a:pt x="0" y="872"/>
                  </a:cubicBezTo>
                  <a:lnTo>
                    <a:pt x="0" y="2039"/>
                  </a:lnTo>
                  <a:cubicBezTo>
                    <a:pt x="0" y="2164"/>
                    <a:pt x="105" y="2259"/>
                    <a:pt x="220" y="2259"/>
                  </a:cubicBezTo>
                  <a:lnTo>
                    <a:pt x="4182" y="2259"/>
                  </a:lnTo>
                  <a:cubicBezTo>
                    <a:pt x="4307" y="2259"/>
                    <a:pt x="4403" y="2164"/>
                    <a:pt x="4403" y="2039"/>
                  </a:cubicBezTo>
                  <a:lnTo>
                    <a:pt x="4403" y="872"/>
                  </a:lnTo>
                  <a:cubicBezTo>
                    <a:pt x="4403" y="575"/>
                    <a:pt x="4211" y="317"/>
                    <a:pt x="3924" y="240"/>
                  </a:cubicBezTo>
                  <a:lnTo>
                    <a:pt x="3101" y="1"/>
                  </a:lnTo>
                  <a:close/>
                </a:path>
              </a:pathLst>
            </a:custGeom>
            <a:solidFill>
              <a:srgbClr val="BCC4C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118" name="Google Shape;14118;p43"/>
            <p:cNvSpPr/>
            <p:nvPr/>
          </p:nvSpPr>
          <p:spPr>
            <a:xfrm>
              <a:off x="8235600" y="2630872"/>
              <a:ext cx="29175" cy="63602"/>
            </a:xfrm>
            <a:custGeom>
              <a:rect b="b" l="l" r="r" t="t"/>
              <a:pathLst>
                <a:path extrusionOk="0" h="2422" w="1111">
                  <a:moveTo>
                    <a:pt x="670" y="0"/>
                  </a:moveTo>
                  <a:cubicBezTo>
                    <a:pt x="297" y="0"/>
                    <a:pt x="1" y="297"/>
                    <a:pt x="10" y="660"/>
                  </a:cubicBezTo>
                  <a:lnTo>
                    <a:pt x="10" y="814"/>
                  </a:lnTo>
                  <a:cubicBezTo>
                    <a:pt x="10" y="1005"/>
                    <a:pt x="39" y="1196"/>
                    <a:pt x="96" y="1378"/>
                  </a:cubicBezTo>
                  <a:lnTo>
                    <a:pt x="450" y="2421"/>
                  </a:lnTo>
                  <a:lnTo>
                    <a:pt x="1111" y="2421"/>
                  </a:lnTo>
                  <a:lnTo>
                    <a:pt x="1111" y="0"/>
                  </a:ln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119" name="Google Shape;14119;p43"/>
            <p:cNvSpPr/>
            <p:nvPr/>
          </p:nvSpPr>
          <p:spPr>
            <a:xfrm>
              <a:off x="8247417" y="2625095"/>
              <a:ext cx="69379" cy="69379"/>
            </a:xfrm>
            <a:custGeom>
              <a:rect b="b" l="l" r="r" t="t"/>
              <a:pathLst>
                <a:path extrusionOk="0" h="2642" w="2642">
                  <a:moveTo>
                    <a:pt x="661" y="0"/>
                  </a:moveTo>
                  <a:cubicBezTo>
                    <a:pt x="287" y="0"/>
                    <a:pt x="0" y="297"/>
                    <a:pt x="0" y="660"/>
                  </a:cubicBezTo>
                  <a:cubicBezTo>
                    <a:pt x="0" y="909"/>
                    <a:pt x="192" y="1101"/>
                    <a:pt x="441" y="1101"/>
                  </a:cubicBezTo>
                  <a:lnTo>
                    <a:pt x="2192" y="2641"/>
                  </a:lnTo>
                  <a:lnTo>
                    <a:pt x="2565" y="1340"/>
                  </a:lnTo>
                  <a:cubicBezTo>
                    <a:pt x="2613" y="1187"/>
                    <a:pt x="2632" y="1024"/>
                    <a:pt x="2642" y="861"/>
                  </a:cubicBezTo>
                  <a:lnTo>
                    <a:pt x="2642" y="440"/>
                  </a:lnTo>
                  <a:cubicBezTo>
                    <a:pt x="2642" y="201"/>
                    <a:pt x="2441" y="0"/>
                    <a:pt x="2202" y="0"/>
                  </a:cubicBez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120" name="Google Shape;14120;p43"/>
            <p:cNvSpPr/>
            <p:nvPr/>
          </p:nvSpPr>
          <p:spPr>
            <a:xfrm>
              <a:off x="8258971" y="2711779"/>
              <a:ext cx="34453" cy="14049"/>
            </a:xfrm>
            <a:custGeom>
              <a:rect b="b" l="l" r="r" t="t"/>
              <a:pathLst>
                <a:path extrusionOk="0" h="535" w="1312">
                  <a:moveTo>
                    <a:pt x="1" y="1"/>
                  </a:moveTo>
                  <a:lnTo>
                    <a:pt x="1" y="412"/>
                  </a:lnTo>
                  <a:cubicBezTo>
                    <a:pt x="211" y="494"/>
                    <a:pt x="434" y="534"/>
                    <a:pt x="656" y="534"/>
                  </a:cubicBezTo>
                  <a:cubicBezTo>
                    <a:pt x="879" y="534"/>
                    <a:pt x="1101" y="494"/>
                    <a:pt x="1312" y="412"/>
                  </a:cubicBezTo>
                  <a:lnTo>
                    <a:pt x="1312" y="1"/>
                  </a:lnTo>
                  <a:close/>
                </a:path>
              </a:pathLst>
            </a:custGeom>
            <a:solidFill>
              <a:srgbClr val="96ABB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121" name="Google Shape;14121;p43"/>
            <p:cNvSpPr/>
            <p:nvPr/>
          </p:nvSpPr>
          <p:spPr>
            <a:xfrm>
              <a:off x="8241640" y="2654244"/>
              <a:ext cx="69379" cy="63339"/>
            </a:xfrm>
            <a:custGeom>
              <a:rect b="b" l="l" r="r" t="t"/>
              <a:pathLst>
                <a:path extrusionOk="0" h="2412" w="2642">
                  <a:moveTo>
                    <a:pt x="842" y="0"/>
                  </a:moveTo>
                  <a:cubicBezTo>
                    <a:pt x="728" y="0"/>
                    <a:pt x="613" y="48"/>
                    <a:pt x="527" y="134"/>
                  </a:cubicBezTo>
                  <a:lnTo>
                    <a:pt x="125" y="527"/>
                  </a:lnTo>
                  <a:cubicBezTo>
                    <a:pt x="39" y="613"/>
                    <a:pt x="0" y="728"/>
                    <a:pt x="0" y="842"/>
                  </a:cubicBezTo>
                  <a:lnTo>
                    <a:pt x="0" y="1101"/>
                  </a:lnTo>
                  <a:cubicBezTo>
                    <a:pt x="0" y="1828"/>
                    <a:pt x="584" y="2412"/>
                    <a:pt x="1311" y="2412"/>
                  </a:cubicBezTo>
                  <a:cubicBezTo>
                    <a:pt x="1317" y="2412"/>
                    <a:pt x="1323" y="2412"/>
                    <a:pt x="1329" y="2412"/>
                  </a:cubicBezTo>
                  <a:cubicBezTo>
                    <a:pt x="2048" y="2412"/>
                    <a:pt x="2642" y="1822"/>
                    <a:pt x="2642" y="1101"/>
                  </a:cubicBezTo>
                  <a:lnTo>
                    <a:pt x="2642" y="814"/>
                  </a:lnTo>
                  <a:cubicBezTo>
                    <a:pt x="2642" y="699"/>
                    <a:pt x="2594" y="584"/>
                    <a:pt x="2508" y="507"/>
                  </a:cubicBezTo>
                  <a:cubicBezTo>
                    <a:pt x="2173" y="172"/>
                    <a:pt x="1551" y="19"/>
                    <a:pt x="842" y="0"/>
                  </a:cubicBezTo>
                  <a:close/>
                </a:path>
              </a:pathLst>
            </a:custGeom>
            <a:solidFill>
              <a:srgbClr val="BECBD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122" name="Google Shape;14122;p43"/>
            <p:cNvSpPr/>
            <p:nvPr/>
          </p:nvSpPr>
          <p:spPr>
            <a:xfrm>
              <a:off x="8241640" y="2654191"/>
              <a:ext cx="69143" cy="62157"/>
            </a:xfrm>
            <a:custGeom>
              <a:rect b="b" l="l" r="r" t="t"/>
              <a:pathLst>
                <a:path extrusionOk="0" h="2367" w="2633">
                  <a:moveTo>
                    <a:pt x="813" y="1"/>
                  </a:moveTo>
                  <a:cubicBezTo>
                    <a:pt x="708" y="1"/>
                    <a:pt x="605" y="48"/>
                    <a:pt x="527" y="127"/>
                  </a:cubicBezTo>
                  <a:lnTo>
                    <a:pt x="125" y="529"/>
                  </a:lnTo>
                  <a:cubicBezTo>
                    <a:pt x="39" y="605"/>
                    <a:pt x="0" y="720"/>
                    <a:pt x="0" y="835"/>
                  </a:cubicBezTo>
                  <a:lnTo>
                    <a:pt x="0" y="1093"/>
                  </a:lnTo>
                  <a:cubicBezTo>
                    <a:pt x="0" y="1687"/>
                    <a:pt x="383" y="2203"/>
                    <a:pt x="957" y="2366"/>
                  </a:cubicBezTo>
                  <a:cubicBezTo>
                    <a:pt x="766" y="2127"/>
                    <a:pt x="661" y="1840"/>
                    <a:pt x="661" y="1533"/>
                  </a:cubicBezTo>
                  <a:lnTo>
                    <a:pt x="661" y="892"/>
                  </a:lnTo>
                  <a:cubicBezTo>
                    <a:pt x="651" y="645"/>
                    <a:pt x="852" y="451"/>
                    <a:pt x="1087" y="451"/>
                  </a:cubicBezTo>
                  <a:cubicBezTo>
                    <a:pt x="1098" y="451"/>
                    <a:pt x="1109" y="451"/>
                    <a:pt x="1120" y="452"/>
                  </a:cubicBezTo>
                  <a:cubicBezTo>
                    <a:pt x="1570" y="481"/>
                    <a:pt x="2230" y="557"/>
                    <a:pt x="2632" y="749"/>
                  </a:cubicBezTo>
                  <a:cubicBezTo>
                    <a:pt x="2622" y="653"/>
                    <a:pt x="2575" y="567"/>
                    <a:pt x="2508" y="500"/>
                  </a:cubicBezTo>
                  <a:cubicBezTo>
                    <a:pt x="2173" y="174"/>
                    <a:pt x="1551" y="21"/>
                    <a:pt x="842" y="2"/>
                  </a:cubicBezTo>
                  <a:cubicBezTo>
                    <a:pt x="833" y="1"/>
                    <a:pt x="823" y="1"/>
                    <a:pt x="813" y="1"/>
                  </a:cubicBezTo>
                  <a:close/>
                </a:path>
              </a:pathLst>
            </a:custGeom>
            <a:solidFill>
              <a:srgbClr val="ACBDC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123" name="Google Shape;14123;p43"/>
            <p:cNvSpPr/>
            <p:nvPr/>
          </p:nvSpPr>
          <p:spPr>
            <a:xfrm>
              <a:off x="8218504" y="2740692"/>
              <a:ext cx="23161" cy="46270"/>
            </a:xfrm>
            <a:custGeom>
              <a:rect b="b" l="l" r="r" t="t"/>
              <a:pathLst>
                <a:path extrusionOk="0" h="1762" w="882">
                  <a:moveTo>
                    <a:pt x="116" y="0"/>
                  </a:moveTo>
                  <a:cubicBezTo>
                    <a:pt x="39" y="106"/>
                    <a:pt x="1" y="240"/>
                    <a:pt x="1" y="374"/>
                  </a:cubicBezTo>
                  <a:lnTo>
                    <a:pt x="1" y="1541"/>
                  </a:lnTo>
                  <a:cubicBezTo>
                    <a:pt x="1" y="1666"/>
                    <a:pt x="96" y="1761"/>
                    <a:pt x="221" y="1761"/>
                  </a:cubicBezTo>
                  <a:lnTo>
                    <a:pt x="881" y="1761"/>
                  </a:lnTo>
                  <a:lnTo>
                    <a:pt x="881" y="1034"/>
                  </a:lnTo>
                  <a:cubicBezTo>
                    <a:pt x="872" y="852"/>
                    <a:pt x="805" y="689"/>
                    <a:pt x="680" y="565"/>
                  </a:cubicBezTo>
                  <a:lnTo>
                    <a:pt x="116" y="0"/>
                  </a:lnTo>
                  <a:close/>
                </a:path>
              </a:pathLst>
            </a:custGeom>
            <a:solidFill>
              <a:srgbClr val="D2DBE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124" name="Google Shape;14124;p43"/>
            <p:cNvSpPr/>
            <p:nvPr/>
          </p:nvSpPr>
          <p:spPr>
            <a:xfrm>
              <a:off x="8310756" y="2740692"/>
              <a:ext cx="23135" cy="46270"/>
            </a:xfrm>
            <a:custGeom>
              <a:rect b="b" l="l" r="r" t="t"/>
              <a:pathLst>
                <a:path extrusionOk="0" h="1762" w="881">
                  <a:moveTo>
                    <a:pt x="766" y="0"/>
                  </a:moveTo>
                  <a:lnTo>
                    <a:pt x="201" y="565"/>
                  </a:lnTo>
                  <a:cubicBezTo>
                    <a:pt x="77" y="689"/>
                    <a:pt x="0" y="852"/>
                    <a:pt x="0" y="1034"/>
                  </a:cubicBezTo>
                  <a:lnTo>
                    <a:pt x="0" y="1761"/>
                  </a:lnTo>
                  <a:lnTo>
                    <a:pt x="660" y="1761"/>
                  </a:lnTo>
                  <a:cubicBezTo>
                    <a:pt x="785" y="1761"/>
                    <a:pt x="881" y="1666"/>
                    <a:pt x="881" y="1541"/>
                  </a:cubicBezTo>
                  <a:lnTo>
                    <a:pt x="881" y="374"/>
                  </a:lnTo>
                  <a:cubicBezTo>
                    <a:pt x="881" y="240"/>
                    <a:pt x="842" y="106"/>
                    <a:pt x="766" y="0"/>
                  </a:cubicBezTo>
                  <a:close/>
                </a:path>
              </a:pathLst>
            </a:custGeom>
            <a:solidFill>
              <a:srgbClr val="D2DBE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125" name="Google Shape;14125;p43"/>
            <p:cNvSpPr/>
            <p:nvPr/>
          </p:nvSpPr>
          <p:spPr>
            <a:xfrm>
              <a:off x="8009659" y="2607737"/>
              <a:ext cx="46270" cy="40493"/>
            </a:xfrm>
            <a:custGeom>
              <a:rect b="b" l="l" r="r" t="t"/>
              <a:pathLst>
                <a:path extrusionOk="0" h="1542" w="1762">
                  <a:moveTo>
                    <a:pt x="881" y="1"/>
                  </a:moveTo>
                  <a:cubicBezTo>
                    <a:pt x="393" y="1"/>
                    <a:pt x="1" y="345"/>
                    <a:pt x="1" y="776"/>
                  </a:cubicBezTo>
                  <a:cubicBezTo>
                    <a:pt x="1" y="1197"/>
                    <a:pt x="393" y="1541"/>
                    <a:pt x="881" y="1541"/>
                  </a:cubicBezTo>
                  <a:cubicBezTo>
                    <a:pt x="1369" y="1541"/>
                    <a:pt x="1762" y="1197"/>
                    <a:pt x="1762" y="776"/>
                  </a:cubicBezTo>
                  <a:cubicBezTo>
                    <a:pt x="1762" y="345"/>
                    <a:pt x="1369" y="1"/>
                    <a:pt x="881" y="1"/>
                  </a:cubicBez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126" name="Google Shape;14126;p43"/>
            <p:cNvSpPr/>
            <p:nvPr/>
          </p:nvSpPr>
          <p:spPr>
            <a:xfrm>
              <a:off x="8009659" y="2607737"/>
              <a:ext cx="31696" cy="40493"/>
            </a:xfrm>
            <a:custGeom>
              <a:rect b="b" l="l" r="r" t="t"/>
              <a:pathLst>
                <a:path extrusionOk="0" h="1542" w="1207">
                  <a:moveTo>
                    <a:pt x="881" y="1"/>
                  </a:moveTo>
                  <a:cubicBezTo>
                    <a:pt x="393" y="1"/>
                    <a:pt x="1" y="345"/>
                    <a:pt x="1" y="766"/>
                  </a:cubicBezTo>
                  <a:cubicBezTo>
                    <a:pt x="1" y="1197"/>
                    <a:pt x="393" y="1541"/>
                    <a:pt x="881" y="1541"/>
                  </a:cubicBezTo>
                  <a:cubicBezTo>
                    <a:pt x="996" y="1541"/>
                    <a:pt x="1101" y="1522"/>
                    <a:pt x="1207" y="1484"/>
                  </a:cubicBezTo>
                  <a:cubicBezTo>
                    <a:pt x="891" y="1388"/>
                    <a:pt x="671" y="1101"/>
                    <a:pt x="661" y="776"/>
                  </a:cubicBezTo>
                  <a:cubicBezTo>
                    <a:pt x="671" y="441"/>
                    <a:pt x="891" y="154"/>
                    <a:pt x="1207" y="58"/>
                  </a:cubicBezTo>
                  <a:cubicBezTo>
                    <a:pt x="1101" y="20"/>
                    <a:pt x="996" y="1"/>
                    <a:pt x="881" y="1"/>
                  </a:cubicBez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127" name="Google Shape;14127;p43"/>
            <p:cNvSpPr/>
            <p:nvPr/>
          </p:nvSpPr>
          <p:spPr>
            <a:xfrm>
              <a:off x="7980773" y="2706002"/>
              <a:ext cx="104068" cy="80960"/>
            </a:xfrm>
            <a:custGeom>
              <a:rect b="b" l="l" r="r" t="t"/>
              <a:pathLst>
                <a:path extrusionOk="0" h="3083" w="3963">
                  <a:moveTo>
                    <a:pt x="1321" y="1"/>
                  </a:moveTo>
                  <a:lnTo>
                    <a:pt x="1321" y="661"/>
                  </a:lnTo>
                  <a:cubicBezTo>
                    <a:pt x="1321" y="824"/>
                    <a:pt x="1235" y="977"/>
                    <a:pt x="1082" y="1053"/>
                  </a:cubicBezTo>
                  <a:lnTo>
                    <a:pt x="364" y="1417"/>
                  </a:lnTo>
                  <a:cubicBezTo>
                    <a:pt x="144" y="1522"/>
                    <a:pt x="0" y="1752"/>
                    <a:pt x="0" y="2001"/>
                  </a:cubicBezTo>
                  <a:lnTo>
                    <a:pt x="0" y="2862"/>
                  </a:lnTo>
                  <a:cubicBezTo>
                    <a:pt x="0" y="2987"/>
                    <a:pt x="96" y="3082"/>
                    <a:pt x="220" y="3082"/>
                  </a:cubicBezTo>
                  <a:lnTo>
                    <a:pt x="3742" y="3082"/>
                  </a:lnTo>
                  <a:cubicBezTo>
                    <a:pt x="3867" y="3082"/>
                    <a:pt x="3962" y="2987"/>
                    <a:pt x="3962" y="2862"/>
                  </a:cubicBezTo>
                  <a:lnTo>
                    <a:pt x="3962" y="2001"/>
                  </a:lnTo>
                  <a:cubicBezTo>
                    <a:pt x="3962" y="1752"/>
                    <a:pt x="3819" y="1522"/>
                    <a:pt x="3599" y="1417"/>
                  </a:cubicBezTo>
                  <a:lnTo>
                    <a:pt x="2881" y="1053"/>
                  </a:lnTo>
                  <a:cubicBezTo>
                    <a:pt x="2728" y="977"/>
                    <a:pt x="2642" y="824"/>
                    <a:pt x="2642" y="661"/>
                  </a:cubicBezTo>
                  <a:lnTo>
                    <a:pt x="2642" y="1"/>
                  </a:lnTo>
                  <a:close/>
                </a:path>
              </a:pathLst>
            </a:custGeom>
            <a:solidFill>
              <a:srgbClr val="ACBDC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128" name="Google Shape;14128;p43"/>
            <p:cNvSpPr/>
            <p:nvPr/>
          </p:nvSpPr>
          <p:spPr>
            <a:xfrm>
              <a:off x="8015200" y="2706002"/>
              <a:ext cx="35215" cy="23161"/>
            </a:xfrm>
            <a:custGeom>
              <a:rect b="b" l="l" r="r" t="t"/>
              <a:pathLst>
                <a:path extrusionOk="0" h="882" w="1341">
                  <a:moveTo>
                    <a:pt x="10" y="1"/>
                  </a:moveTo>
                  <a:lnTo>
                    <a:pt x="10" y="661"/>
                  </a:lnTo>
                  <a:cubicBezTo>
                    <a:pt x="10" y="690"/>
                    <a:pt x="10" y="718"/>
                    <a:pt x="0" y="747"/>
                  </a:cubicBezTo>
                  <a:cubicBezTo>
                    <a:pt x="211" y="833"/>
                    <a:pt x="441" y="881"/>
                    <a:pt x="670" y="881"/>
                  </a:cubicBezTo>
                  <a:cubicBezTo>
                    <a:pt x="900" y="881"/>
                    <a:pt x="1130" y="833"/>
                    <a:pt x="1340" y="747"/>
                  </a:cubicBezTo>
                  <a:cubicBezTo>
                    <a:pt x="1331" y="718"/>
                    <a:pt x="1331" y="690"/>
                    <a:pt x="1331" y="661"/>
                  </a:cubicBezTo>
                  <a:lnTo>
                    <a:pt x="1331" y="1"/>
                  </a:lnTo>
                  <a:close/>
                </a:path>
              </a:pathLst>
            </a:custGeom>
            <a:solidFill>
              <a:srgbClr val="96ABB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129" name="Google Shape;14129;p43"/>
            <p:cNvSpPr/>
            <p:nvPr/>
          </p:nvSpPr>
          <p:spPr>
            <a:xfrm>
              <a:off x="7980773" y="2736411"/>
              <a:ext cx="104068" cy="50551"/>
            </a:xfrm>
            <a:custGeom>
              <a:rect b="b" l="l" r="r" t="t"/>
              <a:pathLst>
                <a:path extrusionOk="0" h="1925" w="3963">
                  <a:moveTo>
                    <a:pt x="871" y="1"/>
                  </a:moveTo>
                  <a:lnTo>
                    <a:pt x="364" y="259"/>
                  </a:lnTo>
                  <a:cubicBezTo>
                    <a:pt x="144" y="364"/>
                    <a:pt x="0" y="594"/>
                    <a:pt x="0" y="843"/>
                  </a:cubicBezTo>
                  <a:lnTo>
                    <a:pt x="0" y="1704"/>
                  </a:lnTo>
                  <a:cubicBezTo>
                    <a:pt x="0" y="1829"/>
                    <a:pt x="96" y="1924"/>
                    <a:pt x="220" y="1924"/>
                  </a:cubicBezTo>
                  <a:lnTo>
                    <a:pt x="3742" y="1924"/>
                  </a:lnTo>
                  <a:cubicBezTo>
                    <a:pt x="3857" y="1924"/>
                    <a:pt x="3962" y="1829"/>
                    <a:pt x="3962" y="1704"/>
                  </a:cubicBezTo>
                  <a:lnTo>
                    <a:pt x="3962" y="843"/>
                  </a:lnTo>
                  <a:cubicBezTo>
                    <a:pt x="3962" y="594"/>
                    <a:pt x="3819" y="364"/>
                    <a:pt x="3599" y="259"/>
                  </a:cubicBezTo>
                  <a:lnTo>
                    <a:pt x="3091" y="1"/>
                  </a:lnTo>
                  <a:cubicBezTo>
                    <a:pt x="2833" y="407"/>
                    <a:pt x="2407" y="611"/>
                    <a:pt x="1981" y="611"/>
                  </a:cubicBezTo>
                  <a:cubicBezTo>
                    <a:pt x="1555" y="611"/>
                    <a:pt x="1130" y="407"/>
                    <a:pt x="871" y="1"/>
                  </a:cubicBez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130" name="Google Shape;14130;p43"/>
            <p:cNvSpPr/>
            <p:nvPr/>
          </p:nvSpPr>
          <p:spPr>
            <a:xfrm>
              <a:off x="7992327" y="2625095"/>
              <a:ext cx="80960" cy="80933"/>
            </a:xfrm>
            <a:custGeom>
              <a:rect b="b" l="l" r="r" t="t"/>
              <a:pathLst>
                <a:path extrusionOk="0" h="3082" w="3083">
                  <a:moveTo>
                    <a:pt x="1541" y="0"/>
                  </a:moveTo>
                  <a:cubicBezTo>
                    <a:pt x="690" y="0"/>
                    <a:pt x="0" y="689"/>
                    <a:pt x="0" y="1541"/>
                  </a:cubicBezTo>
                  <a:cubicBezTo>
                    <a:pt x="0" y="2393"/>
                    <a:pt x="690" y="3082"/>
                    <a:pt x="1541" y="3082"/>
                  </a:cubicBezTo>
                  <a:cubicBezTo>
                    <a:pt x="2393" y="3082"/>
                    <a:pt x="3082" y="2393"/>
                    <a:pt x="3082" y="1541"/>
                  </a:cubicBezTo>
                  <a:cubicBezTo>
                    <a:pt x="3082" y="689"/>
                    <a:pt x="2393" y="0"/>
                    <a:pt x="1541" y="0"/>
                  </a:cubicBez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131" name="Google Shape;14131;p43"/>
            <p:cNvSpPr/>
            <p:nvPr/>
          </p:nvSpPr>
          <p:spPr>
            <a:xfrm>
              <a:off x="8007164" y="2625095"/>
              <a:ext cx="67620" cy="72898"/>
            </a:xfrm>
            <a:custGeom>
              <a:rect b="b" l="l" r="r" t="t"/>
              <a:pathLst>
                <a:path extrusionOk="0" h="2776" w="2575">
                  <a:moveTo>
                    <a:pt x="986" y="0"/>
                  </a:moveTo>
                  <a:cubicBezTo>
                    <a:pt x="249" y="0"/>
                    <a:pt x="0" y="1014"/>
                    <a:pt x="660" y="1340"/>
                  </a:cubicBezTo>
                  <a:cubicBezTo>
                    <a:pt x="680" y="1349"/>
                    <a:pt x="699" y="1359"/>
                    <a:pt x="718" y="1369"/>
                  </a:cubicBezTo>
                  <a:lnTo>
                    <a:pt x="1484" y="2756"/>
                  </a:lnTo>
                  <a:cubicBezTo>
                    <a:pt x="1484" y="2756"/>
                    <a:pt x="1694" y="2766"/>
                    <a:pt x="1895" y="2775"/>
                  </a:cubicBezTo>
                  <a:cubicBezTo>
                    <a:pt x="2345" y="2440"/>
                    <a:pt x="2575" y="1885"/>
                    <a:pt x="2498" y="1330"/>
                  </a:cubicBezTo>
                  <a:cubicBezTo>
                    <a:pt x="2412" y="699"/>
                    <a:pt x="1943" y="182"/>
                    <a:pt x="1321" y="38"/>
                  </a:cubicBezTo>
                  <a:cubicBezTo>
                    <a:pt x="1206" y="19"/>
                    <a:pt x="1091" y="0"/>
                    <a:pt x="986" y="0"/>
                  </a:cubicBez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132" name="Google Shape;14132;p43"/>
            <p:cNvSpPr/>
            <p:nvPr/>
          </p:nvSpPr>
          <p:spPr>
            <a:xfrm>
              <a:off x="7998104" y="2660809"/>
              <a:ext cx="69379" cy="56774"/>
            </a:xfrm>
            <a:custGeom>
              <a:rect b="b" l="l" r="r" t="t"/>
              <a:pathLst>
                <a:path extrusionOk="0" h="2162" w="2642">
                  <a:moveTo>
                    <a:pt x="1012" y="0"/>
                  </a:moveTo>
                  <a:cubicBezTo>
                    <a:pt x="929" y="0"/>
                    <a:pt x="854" y="46"/>
                    <a:pt x="824" y="123"/>
                  </a:cubicBezTo>
                  <a:cubicBezTo>
                    <a:pt x="747" y="277"/>
                    <a:pt x="642" y="411"/>
                    <a:pt x="517" y="525"/>
                  </a:cubicBezTo>
                  <a:cubicBezTo>
                    <a:pt x="403" y="621"/>
                    <a:pt x="269" y="717"/>
                    <a:pt x="135" y="784"/>
                  </a:cubicBezTo>
                  <a:cubicBezTo>
                    <a:pt x="48" y="832"/>
                    <a:pt x="1" y="918"/>
                    <a:pt x="10" y="1013"/>
                  </a:cubicBezTo>
                  <a:cubicBezTo>
                    <a:pt x="96" y="1674"/>
                    <a:pt x="651" y="2162"/>
                    <a:pt x="1321" y="2162"/>
                  </a:cubicBezTo>
                  <a:cubicBezTo>
                    <a:pt x="1327" y="2162"/>
                    <a:pt x="1333" y="2162"/>
                    <a:pt x="1339" y="2162"/>
                  </a:cubicBezTo>
                  <a:cubicBezTo>
                    <a:pt x="2020" y="2162"/>
                    <a:pt x="2585" y="1629"/>
                    <a:pt x="2642" y="946"/>
                  </a:cubicBezTo>
                  <a:cubicBezTo>
                    <a:pt x="2642" y="879"/>
                    <a:pt x="2613" y="812"/>
                    <a:pt x="2565" y="774"/>
                  </a:cubicBezTo>
                  <a:cubicBezTo>
                    <a:pt x="2125" y="411"/>
                    <a:pt x="1618" y="143"/>
                    <a:pt x="1072" y="9"/>
                  </a:cubicBezTo>
                  <a:cubicBezTo>
                    <a:pt x="1052" y="3"/>
                    <a:pt x="1032" y="0"/>
                    <a:pt x="1012" y="0"/>
                  </a:cubicBezTo>
                  <a:close/>
                </a:path>
              </a:pathLst>
            </a:custGeom>
            <a:solidFill>
              <a:srgbClr val="BECBD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133" name="Google Shape;14133;p43"/>
            <p:cNvSpPr/>
            <p:nvPr/>
          </p:nvSpPr>
          <p:spPr>
            <a:xfrm>
              <a:off x="7998104" y="2660914"/>
              <a:ext cx="69379" cy="56170"/>
            </a:xfrm>
            <a:custGeom>
              <a:rect b="b" l="l" r="r" t="t"/>
              <a:pathLst>
                <a:path extrusionOk="0" h="2139" w="2642">
                  <a:moveTo>
                    <a:pt x="1021" y="0"/>
                  </a:moveTo>
                  <a:cubicBezTo>
                    <a:pt x="938" y="0"/>
                    <a:pt x="856" y="47"/>
                    <a:pt x="824" y="129"/>
                  </a:cubicBezTo>
                  <a:cubicBezTo>
                    <a:pt x="766" y="234"/>
                    <a:pt x="699" y="330"/>
                    <a:pt x="623" y="416"/>
                  </a:cubicBezTo>
                  <a:cubicBezTo>
                    <a:pt x="584" y="454"/>
                    <a:pt x="556" y="483"/>
                    <a:pt x="517" y="521"/>
                  </a:cubicBezTo>
                  <a:cubicBezTo>
                    <a:pt x="403" y="627"/>
                    <a:pt x="269" y="713"/>
                    <a:pt x="125" y="780"/>
                  </a:cubicBezTo>
                  <a:cubicBezTo>
                    <a:pt x="48" y="828"/>
                    <a:pt x="1" y="914"/>
                    <a:pt x="10" y="1009"/>
                  </a:cubicBezTo>
                  <a:cubicBezTo>
                    <a:pt x="87" y="1593"/>
                    <a:pt x="537" y="2053"/>
                    <a:pt x="1120" y="2139"/>
                  </a:cubicBezTo>
                  <a:cubicBezTo>
                    <a:pt x="814" y="1957"/>
                    <a:pt x="642" y="1632"/>
                    <a:pt x="661" y="1277"/>
                  </a:cubicBezTo>
                  <a:lnTo>
                    <a:pt x="661" y="971"/>
                  </a:lnTo>
                  <a:cubicBezTo>
                    <a:pt x="709" y="933"/>
                    <a:pt x="757" y="895"/>
                    <a:pt x="805" y="847"/>
                  </a:cubicBezTo>
                  <a:cubicBezTo>
                    <a:pt x="929" y="741"/>
                    <a:pt x="1034" y="617"/>
                    <a:pt x="1120" y="474"/>
                  </a:cubicBezTo>
                  <a:cubicBezTo>
                    <a:pt x="1541" y="607"/>
                    <a:pt x="1934" y="818"/>
                    <a:pt x="2269" y="1105"/>
                  </a:cubicBezTo>
                  <a:cubicBezTo>
                    <a:pt x="2317" y="1134"/>
                    <a:pt x="2412" y="1230"/>
                    <a:pt x="2537" y="1344"/>
                  </a:cubicBezTo>
                  <a:cubicBezTo>
                    <a:pt x="2594" y="1220"/>
                    <a:pt x="2623" y="1086"/>
                    <a:pt x="2632" y="942"/>
                  </a:cubicBezTo>
                  <a:cubicBezTo>
                    <a:pt x="2642" y="875"/>
                    <a:pt x="2613" y="818"/>
                    <a:pt x="2565" y="770"/>
                  </a:cubicBezTo>
                  <a:cubicBezTo>
                    <a:pt x="2125" y="407"/>
                    <a:pt x="1618" y="148"/>
                    <a:pt x="1063" y="5"/>
                  </a:cubicBezTo>
                  <a:cubicBezTo>
                    <a:pt x="1049" y="2"/>
                    <a:pt x="1035" y="0"/>
                    <a:pt x="1021" y="0"/>
                  </a:cubicBezTo>
                  <a:close/>
                </a:path>
              </a:pathLst>
            </a:custGeom>
            <a:solidFill>
              <a:srgbClr val="ACBDC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134" name="Google Shape;14134;p43"/>
            <p:cNvSpPr/>
            <p:nvPr/>
          </p:nvSpPr>
          <p:spPr>
            <a:xfrm>
              <a:off x="7980773" y="2748228"/>
              <a:ext cx="23135" cy="38733"/>
            </a:xfrm>
            <a:custGeom>
              <a:rect b="b" l="l" r="r" t="t"/>
              <a:pathLst>
                <a:path extrusionOk="0" h="1475" w="881">
                  <a:moveTo>
                    <a:pt x="134" y="0"/>
                  </a:moveTo>
                  <a:cubicBezTo>
                    <a:pt x="48" y="115"/>
                    <a:pt x="0" y="249"/>
                    <a:pt x="0" y="393"/>
                  </a:cubicBezTo>
                  <a:lnTo>
                    <a:pt x="0" y="1254"/>
                  </a:lnTo>
                  <a:cubicBezTo>
                    <a:pt x="0" y="1379"/>
                    <a:pt x="96" y="1474"/>
                    <a:pt x="220" y="1474"/>
                  </a:cubicBezTo>
                  <a:lnTo>
                    <a:pt x="881" y="1474"/>
                  </a:lnTo>
                  <a:lnTo>
                    <a:pt x="881" y="804"/>
                  </a:lnTo>
                  <a:cubicBezTo>
                    <a:pt x="881" y="670"/>
                    <a:pt x="823" y="546"/>
                    <a:pt x="718" y="469"/>
                  </a:cubicBezTo>
                  <a:lnTo>
                    <a:pt x="134" y="0"/>
                  </a:lnTo>
                  <a:close/>
                </a:path>
              </a:pathLst>
            </a:custGeom>
            <a:solidFill>
              <a:srgbClr val="C5D1D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135" name="Google Shape;14135;p43"/>
            <p:cNvSpPr/>
            <p:nvPr/>
          </p:nvSpPr>
          <p:spPr>
            <a:xfrm>
              <a:off x="8061680" y="2748228"/>
              <a:ext cx="23161" cy="38733"/>
            </a:xfrm>
            <a:custGeom>
              <a:rect b="b" l="l" r="r" t="t"/>
              <a:pathLst>
                <a:path extrusionOk="0" h="1475" w="882">
                  <a:moveTo>
                    <a:pt x="747" y="0"/>
                  </a:moveTo>
                  <a:lnTo>
                    <a:pt x="164" y="469"/>
                  </a:lnTo>
                  <a:cubicBezTo>
                    <a:pt x="58" y="546"/>
                    <a:pt x="1" y="670"/>
                    <a:pt x="1" y="804"/>
                  </a:cubicBezTo>
                  <a:lnTo>
                    <a:pt x="1" y="1474"/>
                  </a:lnTo>
                  <a:lnTo>
                    <a:pt x="661" y="1474"/>
                  </a:lnTo>
                  <a:cubicBezTo>
                    <a:pt x="786" y="1474"/>
                    <a:pt x="881" y="1379"/>
                    <a:pt x="881" y="1254"/>
                  </a:cubicBezTo>
                  <a:lnTo>
                    <a:pt x="881" y="393"/>
                  </a:lnTo>
                  <a:cubicBezTo>
                    <a:pt x="881" y="249"/>
                    <a:pt x="834" y="115"/>
                    <a:pt x="747" y="0"/>
                  </a:cubicBezTo>
                  <a:close/>
                </a:path>
              </a:pathLst>
            </a:custGeom>
            <a:solidFill>
              <a:srgbClr val="C5D1D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136" name="Google Shape;14136;p43"/>
            <p:cNvSpPr/>
            <p:nvPr/>
          </p:nvSpPr>
          <p:spPr>
            <a:xfrm>
              <a:off x="8101411" y="2428802"/>
              <a:ext cx="103806" cy="103832"/>
            </a:xfrm>
            <a:custGeom>
              <a:rect b="b" l="l" r="r" t="t"/>
              <a:pathLst>
                <a:path extrusionOk="0" h="3954" w="3953">
                  <a:moveTo>
                    <a:pt x="1971" y="1"/>
                  </a:moveTo>
                  <a:cubicBezTo>
                    <a:pt x="1110" y="1"/>
                    <a:pt x="469" y="690"/>
                    <a:pt x="412" y="1541"/>
                  </a:cubicBezTo>
                  <a:cubicBezTo>
                    <a:pt x="354" y="2144"/>
                    <a:pt x="230" y="2757"/>
                    <a:pt x="38" y="3341"/>
                  </a:cubicBezTo>
                  <a:cubicBezTo>
                    <a:pt x="0" y="3446"/>
                    <a:pt x="48" y="3570"/>
                    <a:pt x="163" y="3618"/>
                  </a:cubicBezTo>
                  <a:cubicBezTo>
                    <a:pt x="526" y="3781"/>
                    <a:pt x="909" y="3896"/>
                    <a:pt x="1311" y="3953"/>
                  </a:cubicBezTo>
                  <a:lnTo>
                    <a:pt x="2651" y="3953"/>
                  </a:lnTo>
                  <a:cubicBezTo>
                    <a:pt x="3053" y="3896"/>
                    <a:pt x="3436" y="3781"/>
                    <a:pt x="3799" y="3618"/>
                  </a:cubicBezTo>
                  <a:cubicBezTo>
                    <a:pt x="3905" y="3570"/>
                    <a:pt x="3953" y="3446"/>
                    <a:pt x="3914" y="3341"/>
                  </a:cubicBezTo>
                  <a:cubicBezTo>
                    <a:pt x="3723" y="2757"/>
                    <a:pt x="3598" y="2144"/>
                    <a:pt x="3541" y="1541"/>
                  </a:cubicBezTo>
                  <a:cubicBezTo>
                    <a:pt x="3484" y="690"/>
                    <a:pt x="2842" y="1"/>
                    <a:pt x="1971" y="1"/>
                  </a:cubicBez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137" name="Google Shape;14137;p43"/>
            <p:cNvSpPr/>
            <p:nvPr/>
          </p:nvSpPr>
          <p:spPr>
            <a:xfrm>
              <a:off x="8129536" y="2428802"/>
              <a:ext cx="75944" cy="103832"/>
            </a:xfrm>
            <a:custGeom>
              <a:rect b="b" l="l" r="r" t="t"/>
              <a:pathLst>
                <a:path extrusionOk="0" h="3954" w="2892">
                  <a:moveTo>
                    <a:pt x="900" y="1"/>
                  </a:moveTo>
                  <a:cubicBezTo>
                    <a:pt x="240" y="1"/>
                    <a:pt x="1" y="900"/>
                    <a:pt x="575" y="1245"/>
                  </a:cubicBezTo>
                  <a:cubicBezTo>
                    <a:pt x="594" y="1254"/>
                    <a:pt x="613" y="1264"/>
                    <a:pt x="633" y="1274"/>
                  </a:cubicBezTo>
                  <a:lnTo>
                    <a:pt x="1130" y="3953"/>
                  </a:lnTo>
                  <a:lnTo>
                    <a:pt x="1580" y="3953"/>
                  </a:lnTo>
                  <a:cubicBezTo>
                    <a:pt x="1972" y="3896"/>
                    <a:pt x="2365" y="3781"/>
                    <a:pt x="2728" y="3618"/>
                  </a:cubicBezTo>
                  <a:cubicBezTo>
                    <a:pt x="2834" y="3570"/>
                    <a:pt x="2891" y="3446"/>
                    <a:pt x="2843" y="3341"/>
                  </a:cubicBezTo>
                  <a:cubicBezTo>
                    <a:pt x="2652" y="2757"/>
                    <a:pt x="2527" y="2144"/>
                    <a:pt x="2480" y="1541"/>
                  </a:cubicBezTo>
                  <a:cubicBezTo>
                    <a:pt x="2413" y="690"/>
                    <a:pt x="1771" y="1"/>
                    <a:pt x="910" y="1"/>
                  </a:cubicBez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138" name="Google Shape;14138;p43"/>
            <p:cNvSpPr/>
            <p:nvPr/>
          </p:nvSpPr>
          <p:spPr>
            <a:xfrm>
              <a:off x="8100650" y="2507214"/>
              <a:ext cx="104068" cy="80960"/>
            </a:xfrm>
            <a:custGeom>
              <a:rect b="b" l="l" r="r" t="t"/>
              <a:pathLst>
                <a:path extrusionOk="0" h="3083" w="3963">
                  <a:moveTo>
                    <a:pt x="1321" y="1"/>
                  </a:moveTo>
                  <a:lnTo>
                    <a:pt x="1321" y="661"/>
                  </a:lnTo>
                  <a:cubicBezTo>
                    <a:pt x="1321" y="824"/>
                    <a:pt x="1235" y="977"/>
                    <a:pt x="1082" y="1053"/>
                  </a:cubicBezTo>
                  <a:lnTo>
                    <a:pt x="364" y="1417"/>
                  </a:lnTo>
                  <a:cubicBezTo>
                    <a:pt x="144" y="1522"/>
                    <a:pt x="0" y="1752"/>
                    <a:pt x="0" y="2001"/>
                  </a:cubicBezTo>
                  <a:lnTo>
                    <a:pt x="0" y="2862"/>
                  </a:lnTo>
                  <a:cubicBezTo>
                    <a:pt x="0" y="2986"/>
                    <a:pt x="106" y="3082"/>
                    <a:pt x="220" y="3082"/>
                  </a:cubicBezTo>
                  <a:lnTo>
                    <a:pt x="3742" y="3082"/>
                  </a:lnTo>
                  <a:cubicBezTo>
                    <a:pt x="3867" y="3082"/>
                    <a:pt x="3962" y="2986"/>
                    <a:pt x="3962" y="2862"/>
                  </a:cubicBezTo>
                  <a:lnTo>
                    <a:pt x="3962" y="2001"/>
                  </a:lnTo>
                  <a:cubicBezTo>
                    <a:pt x="3962" y="1752"/>
                    <a:pt x="3819" y="1522"/>
                    <a:pt x="3599" y="1417"/>
                  </a:cubicBezTo>
                  <a:lnTo>
                    <a:pt x="2881" y="1053"/>
                  </a:lnTo>
                  <a:cubicBezTo>
                    <a:pt x="2728" y="977"/>
                    <a:pt x="2642" y="824"/>
                    <a:pt x="2642" y="661"/>
                  </a:cubicBezTo>
                  <a:lnTo>
                    <a:pt x="2642" y="1"/>
                  </a:lnTo>
                  <a:close/>
                </a:path>
              </a:pathLst>
            </a:custGeom>
            <a:solidFill>
              <a:srgbClr val="ACBDC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139" name="Google Shape;14139;p43"/>
            <p:cNvSpPr/>
            <p:nvPr/>
          </p:nvSpPr>
          <p:spPr>
            <a:xfrm>
              <a:off x="8135076" y="2507214"/>
              <a:ext cx="35215" cy="23161"/>
            </a:xfrm>
            <a:custGeom>
              <a:rect b="b" l="l" r="r" t="t"/>
              <a:pathLst>
                <a:path extrusionOk="0" h="882" w="1341">
                  <a:moveTo>
                    <a:pt x="10" y="1"/>
                  </a:moveTo>
                  <a:lnTo>
                    <a:pt x="10" y="661"/>
                  </a:lnTo>
                  <a:cubicBezTo>
                    <a:pt x="10" y="690"/>
                    <a:pt x="10" y="718"/>
                    <a:pt x="0" y="747"/>
                  </a:cubicBezTo>
                  <a:cubicBezTo>
                    <a:pt x="211" y="833"/>
                    <a:pt x="441" y="881"/>
                    <a:pt x="670" y="881"/>
                  </a:cubicBezTo>
                  <a:cubicBezTo>
                    <a:pt x="900" y="881"/>
                    <a:pt x="1130" y="833"/>
                    <a:pt x="1340" y="747"/>
                  </a:cubicBezTo>
                  <a:cubicBezTo>
                    <a:pt x="1340" y="718"/>
                    <a:pt x="1331" y="690"/>
                    <a:pt x="1331" y="661"/>
                  </a:cubicBezTo>
                  <a:lnTo>
                    <a:pt x="1331" y="1"/>
                  </a:lnTo>
                  <a:close/>
                </a:path>
              </a:pathLst>
            </a:custGeom>
            <a:solidFill>
              <a:srgbClr val="96ABB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140" name="Google Shape;14140;p43"/>
            <p:cNvSpPr/>
            <p:nvPr/>
          </p:nvSpPr>
          <p:spPr>
            <a:xfrm>
              <a:off x="8100650" y="2537623"/>
              <a:ext cx="104068" cy="50551"/>
            </a:xfrm>
            <a:custGeom>
              <a:rect b="b" l="l" r="r" t="t"/>
              <a:pathLst>
                <a:path extrusionOk="0" h="1925" w="3963">
                  <a:moveTo>
                    <a:pt x="871" y="1"/>
                  </a:moveTo>
                  <a:lnTo>
                    <a:pt x="364" y="259"/>
                  </a:lnTo>
                  <a:cubicBezTo>
                    <a:pt x="144" y="364"/>
                    <a:pt x="0" y="594"/>
                    <a:pt x="0" y="843"/>
                  </a:cubicBezTo>
                  <a:lnTo>
                    <a:pt x="0" y="1704"/>
                  </a:lnTo>
                  <a:cubicBezTo>
                    <a:pt x="0" y="1828"/>
                    <a:pt x="96" y="1924"/>
                    <a:pt x="220" y="1924"/>
                  </a:cubicBezTo>
                  <a:lnTo>
                    <a:pt x="3742" y="1924"/>
                  </a:lnTo>
                  <a:cubicBezTo>
                    <a:pt x="3867" y="1924"/>
                    <a:pt x="3962" y="1828"/>
                    <a:pt x="3962" y="1704"/>
                  </a:cubicBezTo>
                  <a:lnTo>
                    <a:pt x="3962" y="843"/>
                  </a:lnTo>
                  <a:cubicBezTo>
                    <a:pt x="3962" y="594"/>
                    <a:pt x="3819" y="364"/>
                    <a:pt x="3599" y="259"/>
                  </a:cubicBezTo>
                  <a:lnTo>
                    <a:pt x="3092" y="1"/>
                  </a:lnTo>
                  <a:cubicBezTo>
                    <a:pt x="2833" y="407"/>
                    <a:pt x="2407" y="611"/>
                    <a:pt x="1981" y="611"/>
                  </a:cubicBezTo>
                  <a:cubicBezTo>
                    <a:pt x="1555" y="611"/>
                    <a:pt x="1130" y="407"/>
                    <a:pt x="871" y="1"/>
                  </a:cubicBez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141" name="Google Shape;14141;p43"/>
            <p:cNvSpPr/>
            <p:nvPr/>
          </p:nvSpPr>
          <p:spPr>
            <a:xfrm>
              <a:off x="8117981" y="2462047"/>
              <a:ext cx="69405" cy="56748"/>
            </a:xfrm>
            <a:custGeom>
              <a:rect b="b" l="l" r="r" t="t"/>
              <a:pathLst>
                <a:path extrusionOk="0" h="2161" w="2643">
                  <a:moveTo>
                    <a:pt x="1017" y="0"/>
                  </a:moveTo>
                  <a:cubicBezTo>
                    <a:pt x="932" y="0"/>
                    <a:pt x="855" y="51"/>
                    <a:pt x="824" y="122"/>
                  </a:cubicBezTo>
                  <a:cubicBezTo>
                    <a:pt x="747" y="275"/>
                    <a:pt x="642" y="409"/>
                    <a:pt x="517" y="524"/>
                  </a:cubicBezTo>
                  <a:cubicBezTo>
                    <a:pt x="403" y="630"/>
                    <a:pt x="269" y="716"/>
                    <a:pt x="135" y="783"/>
                  </a:cubicBezTo>
                  <a:cubicBezTo>
                    <a:pt x="48" y="831"/>
                    <a:pt x="1" y="917"/>
                    <a:pt x="10" y="1012"/>
                  </a:cubicBezTo>
                  <a:cubicBezTo>
                    <a:pt x="96" y="1673"/>
                    <a:pt x="661" y="2161"/>
                    <a:pt x="1321" y="2161"/>
                  </a:cubicBezTo>
                  <a:cubicBezTo>
                    <a:pt x="1327" y="2161"/>
                    <a:pt x="1333" y="2161"/>
                    <a:pt x="1340" y="2161"/>
                  </a:cubicBezTo>
                  <a:cubicBezTo>
                    <a:pt x="2020" y="2161"/>
                    <a:pt x="2585" y="1628"/>
                    <a:pt x="2642" y="945"/>
                  </a:cubicBezTo>
                  <a:cubicBezTo>
                    <a:pt x="2642" y="878"/>
                    <a:pt x="2613" y="811"/>
                    <a:pt x="2565" y="773"/>
                  </a:cubicBezTo>
                  <a:cubicBezTo>
                    <a:pt x="2125" y="409"/>
                    <a:pt x="1618" y="151"/>
                    <a:pt x="1073" y="8"/>
                  </a:cubicBezTo>
                  <a:cubicBezTo>
                    <a:pt x="1054" y="2"/>
                    <a:pt x="1035" y="0"/>
                    <a:pt x="1017" y="0"/>
                  </a:cubicBezTo>
                  <a:close/>
                </a:path>
              </a:pathLst>
            </a:custGeom>
            <a:solidFill>
              <a:srgbClr val="BECBD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142" name="Google Shape;14142;p43"/>
            <p:cNvSpPr/>
            <p:nvPr/>
          </p:nvSpPr>
          <p:spPr>
            <a:xfrm>
              <a:off x="8117981" y="2462020"/>
              <a:ext cx="69405" cy="56275"/>
            </a:xfrm>
            <a:custGeom>
              <a:rect b="b" l="l" r="r" t="t"/>
              <a:pathLst>
                <a:path extrusionOk="0" h="2143" w="2643">
                  <a:moveTo>
                    <a:pt x="1012" y="0"/>
                  </a:moveTo>
                  <a:cubicBezTo>
                    <a:pt x="929" y="0"/>
                    <a:pt x="855" y="46"/>
                    <a:pt x="824" y="123"/>
                  </a:cubicBezTo>
                  <a:cubicBezTo>
                    <a:pt x="766" y="229"/>
                    <a:pt x="699" y="334"/>
                    <a:pt x="623" y="420"/>
                  </a:cubicBezTo>
                  <a:cubicBezTo>
                    <a:pt x="584" y="449"/>
                    <a:pt x="556" y="487"/>
                    <a:pt x="517" y="516"/>
                  </a:cubicBezTo>
                  <a:cubicBezTo>
                    <a:pt x="403" y="621"/>
                    <a:pt x="269" y="707"/>
                    <a:pt x="135" y="784"/>
                  </a:cubicBezTo>
                  <a:cubicBezTo>
                    <a:pt x="48" y="822"/>
                    <a:pt x="1" y="918"/>
                    <a:pt x="10" y="1013"/>
                  </a:cubicBezTo>
                  <a:cubicBezTo>
                    <a:pt x="87" y="1597"/>
                    <a:pt x="537" y="2057"/>
                    <a:pt x="1120" y="2143"/>
                  </a:cubicBezTo>
                  <a:cubicBezTo>
                    <a:pt x="824" y="1961"/>
                    <a:pt x="642" y="1626"/>
                    <a:pt x="661" y="1281"/>
                  </a:cubicBezTo>
                  <a:lnTo>
                    <a:pt x="661" y="966"/>
                  </a:lnTo>
                  <a:cubicBezTo>
                    <a:pt x="709" y="927"/>
                    <a:pt x="757" y="889"/>
                    <a:pt x="814" y="851"/>
                  </a:cubicBezTo>
                  <a:cubicBezTo>
                    <a:pt x="929" y="736"/>
                    <a:pt x="1034" y="611"/>
                    <a:pt x="1120" y="477"/>
                  </a:cubicBezTo>
                  <a:cubicBezTo>
                    <a:pt x="1541" y="602"/>
                    <a:pt x="1934" y="822"/>
                    <a:pt x="2269" y="1100"/>
                  </a:cubicBezTo>
                  <a:cubicBezTo>
                    <a:pt x="2317" y="1138"/>
                    <a:pt x="2412" y="1233"/>
                    <a:pt x="2537" y="1348"/>
                  </a:cubicBezTo>
                  <a:cubicBezTo>
                    <a:pt x="2594" y="1214"/>
                    <a:pt x="2623" y="1080"/>
                    <a:pt x="2632" y="946"/>
                  </a:cubicBezTo>
                  <a:cubicBezTo>
                    <a:pt x="2642" y="879"/>
                    <a:pt x="2613" y="812"/>
                    <a:pt x="2565" y="774"/>
                  </a:cubicBezTo>
                  <a:cubicBezTo>
                    <a:pt x="2125" y="410"/>
                    <a:pt x="1618" y="142"/>
                    <a:pt x="1073" y="9"/>
                  </a:cubicBezTo>
                  <a:cubicBezTo>
                    <a:pt x="1052" y="3"/>
                    <a:pt x="1032" y="0"/>
                    <a:pt x="1012" y="0"/>
                  </a:cubicBezTo>
                  <a:close/>
                </a:path>
              </a:pathLst>
            </a:custGeom>
            <a:solidFill>
              <a:srgbClr val="ACBDC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143" name="Google Shape;14143;p43"/>
            <p:cNvSpPr/>
            <p:nvPr/>
          </p:nvSpPr>
          <p:spPr>
            <a:xfrm>
              <a:off x="8100650" y="2549440"/>
              <a:ext cx="23135" cy="38733"/>
            </a:xfrm>
            <a:custGeom>
              <a:rect b="b" l="l" r="r" t="t"/>
              <a:pathLst>
                <a:path extrusionOk="0" h="1475" w="881">
                  <a:moveTo>
                    <a:pt x="134" y="0"/>
                  </a:moveTo>
                  <a:cubicBezTo>
                    <a:pt x="48" y="115"/>
                    <a:pt x="0" y="249"/>
                    <a:pt x="0" y="393"/>
                  </a:cubicBezTo>
                  <a:lnTo>
                    <a:pt x="0" y="1254"/>
                  </a:lnTo>
                  <a:cubicBezTo>
                    <a:pt x="0" y="1378"/>
                    <a:pt x="96" y="1474"/>
                    <a:pt x="220" y="1474"/>
                  </a:cubicBezTo>
                  <a:lnTo>
                    <a:pt x="881" y="1474"/>
                  </a:lnTo>
                  <a:lnTo>
                    <a:pt x="881" y="804"/>
                  </a:lnTo>
                  <a:cubicBezTo>
                    <a:pt x="881" y="670"/>
                    <a:pt x="823" y="546"/>
                    <a:pt x="718" y="469"/>
                  </a:cubicBezTo>
                  <a:lnTo>
                    <a:pt x="134" y="0"/>
                  </a:ln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144" name="Google Shape;14144;p43"/>
            <p:cNvSpPr/>
            <p:nvPr/>
          </p:nvSpPr>
          <p:spPr>
            <a:xfrm>
              <a:off x="8181557" y="2549440"/>
              <a:ext cx="23161" cy="38733"/>
            </a:xfrm>
            <a:custGeom>
              <a:rect b="b" l="l" r="r" t="t"/>
              <a:pathLst>
                <a:path extrusionOk="0" h="1475" w="882">
                  <a:moveTo>
                    <a:pt x="747" y="0"/>
                  </a:moveTo>
                  <a:lnTo>
                    <a:pt x="164" y="469"/>
                  </a:lnTo>
                  <a:cubicBezTo>
                    <a:pt x="58" y="546"/>
                    <a:pt x="1" y="670"/>
                    <a:pt x="1" y="804"/>
                  </a:cubicBezTo>
                  <a:lnTo>
                    <a:pt x="1" y="1474"/>
                  </a:lnTo>
                  <a:lnTo>
                    <a:pt x="661" y="1474"/>
                  </a:lnTo>
                  <a:cubicBezTo>
                    <a:pt x="786" y="1474"/>
                    <a:pt x="881" y="1378"/>
                    <a:pt x="881" y="1254"/>
                  </a:cubicBezTo>
                  <a:lnTo>
                    <a:pt x="881" y="393"/>
                  </a:lnTo>
                  <a:cubicBezTo>
                    <a:pt x="881" y="249"/>
                    <a:pt x="834" y="115"/>
                    <a:pt x="747" y="0"/>
                  </a:cubicBez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145" name="Google Shape;14145;p43"/>
            <p:cNvSpPr/>
            <p:nvPr/>
          </p:nvSpPr>
          <p:spPr>
            <a:xfrm>
              <a:off x="8082136" y="2607869"/>
              <a:ext cx="144351" cy="115728"/>
            </a:xfrm>
            <a:custGeom>
              <a:rect b="b" l="l" r="r" t="t"/>
              <a:pathLst>
                <a:path extrusionOk="0" h="4407" w="5497">
                  <a:moveTo>
                    <a:pt x="2744" y="0"/>
                  </a:moveTo>
                  <a:cubicBezTo>
                    <a:pt x="2634" y="0"/>
                    <a:pt x="2524" y="72"/>
                    <a:pt x="2524" y="216"/>
                  </a:cubicBezTo>
                  <a:lnTo>
                    <a:pt x="2524" y="2522"/>
                  </a:lnTo>
                  <a:lnTo>
                    <a:pt x="208" y="3996"/>
                  </a:lnTo>
                  <a:cubicBezTo>
                    <a:pt x="1" y="4131"/>
                    <a:pt x="132" y="4406"/>
                    <a:pt x="325" y="4406"/>
                  </a:cubicBezTo>
                  <a:cubicBezTo>
                    <a:pt x="364" y="4406"/>
                    <a:pt x="405" y="4395"/>
                    <a:pt x="447" y="4369"/>
                  </a:cubicBezTo>
                  <a:lnTo>
                    <a:pt x="2753" y="2905"/>
                  </a:lnTo>
                  <a:lnTo>
                    <a:pt x="5050" y="4369"/>
                  </a:lnTo>
                  <a:cubicBezTo>
                    <a:pt x="5092" y="4395"/>
                    <a:pt x="5133" y="4406"/>
                    <a:pt x="5172" y="4406"/>
                  </a:cubicBezTo>
                  <a:cubicBezTo>
                    <a:pt x="5366" y="4406"/>
                    <a:pt x="5497" y="4131"/>
                    <a:pt x="5289" y="3996"/>
                  </a:cubicBezTo>
                  <a:lnTo>
                    <a:pt x="5280" y="3996"/>
                  </a:lnTo>
                  <a:lnTo>
                    <a:pt x="2964" y="2522"/>
                  </a:lnTo>
                  <a:lnTo>
                    <a:pt x="2964" y="216"/>
                  </a:lnTo>
                  <a:cubicBezTo>
                    <a:pt x="2964" y="72"/>
                    <a:pt x="2854" y="0"/>
                    <a:pt x="2744" y="0"/>
                  </a:cubicBez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4146" name="Google Shape;14146;p43"/>
          <p:cNvGrpSpPr/>
          <p:nvPr/>
        </p:nvGrpSpPr>
        <p:grpSpPr>
          <a:xfrm>
            <a:off x="4886058" y="4138840"/>
            <a:ext cx="346343" cy="343953"/>
            <a:chOff x="4886058" y="4291240"/>
            <a:chExt cx="346343" cy="343953"/>
          </a:xfrm>
        </p:grpSpPr>
        <p:sp>
          <p:nvSpPr>
            <p:cNvPr id="14147" name="Google Shape;14147;p43"/>
            <p:cNvSpPr/>
            <p:nvPr/>
          </p:nvSpPr>
          <p:spPr>
            <a:xfrm>
              <a:off x="5133611" y="4474508"/>
              <a:ext cx="40493" cy="39994"/>
            </a:xfrm>
            <a:custGeom>
              <a:rect b="b" l="l" r="r" t="t"/>
              <a:pathLst>
                <a:path extrusionOk="0" h="1523" w="1542">
                  <a:moveTo>
                    <a:pt x="0" y="1"/>
                  </a:moveTo>
                  <a:lnTo>
                    <a:pt x="977" y="1522"/>
                  </a:lnTo>
                  <a:lnTo>
                    <a:pt x="1541" y="1522"/>
                  </a:lnTo>
                  <a:cubicBezTo>
                    <a:pt x="1532" y="680"/>
                    <a:pt x="843" y="1"/>
                    <a:pt x="0" y="1"/>
                  </a:cubicBezTo>
                  <a:close/>
                </a:path>
              </a:pathLst>
            </a:custGeom>
            <a:solidFill>
              <a:srgbClr val="B6C5D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148" name="Google Shape;14148;p43"/>
            <p:cNvSpPr/>
            <p:nvPr/>
          </p:nvSpPr>
          <p:spPr>
            <a:xfrm>
              <a:off x="5093407" y="4474508"/>
              <a:ext cx="66123" cy="39994"/>
            </a:xfrm>
            <a:custGeom>
              <a:rect b="b" l="l" r="r" t="t"/>
              <a:pathLst>
                <a:path extrusionOk="0" h="1523" w="2518">
                  <a:moveTo>
                    <a:pt x="1531" y="1"/>
                  </a:moveTo>
                  <a:cubicBezTo>
                    <a:pt x="689" y="1"/>
                    <a:pt x="10" y="680"/>
                    <a:pt x="0" y="1522"/>
                  </a:cubicBezTo>
                  <a:lnTo>
                    <a:pt x="2517" y="1522"/>
                  </a:lnTo>
                  <a:cubicBezTo>
                    <a:pt x="2508" y="680"/>
                    <a:pt x="2067" y="1"/>
                    <a:pt x="1531" y="1"/>
                  </a:cubicBezTo>
                  <a:close/>
                </a:path>
              </a:pathLst>
            </a:custGeom>
            <a:solidFill>
              <a:srgbClr val="C7D3D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149" name="Google Shape;14149;p43"/>
            <p:cNvSpPr/>
            <p:nvPr/>
          </p:nvSpPr>
          <p:spPr>
            <a:xfrm>
              <a:off x="5133112" y="4408674"/>
              <a:ext cx="22137" cy="43986"/>
            </a:xfrm>
            <a:custGeom>
              <a:rect b="b" l="l" r="r" t="t"/>
              <a:pathLst>
                <a:path extrusionOk="0" h="1675" w="843">
                  <a:moveTo>
                    <a:pt x="0" y="0"/>
                  </a:moveTo>
                  <a:lnTo>
                    <a:pt x="0" y="1675"/>
                  </a:lnTo>
                  <a:cubicBezTo>
                    <a:pt x="469" y="1675"/>
                    <a:pt x="842" y="1302"/>
                    <a:pt x="842" y="842"/>
                  </a:cubicBezTo>
                  <a:cubicBezTo>
                    <a:pt x="842" y="373"/>
                    <a:pt x="469" y="0"/>
                    <a:pt x="0" y="0"/>
                  </a:cubicBezTo>
                  <a:close/>
                </a:path>
              </a:pathLst>
            </a:custGeom>
            <a:solidFill>
              <a:srgbClr val="A5B7C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150" name="Google Shape;14150;p43"/>
            <p:cNvSpPr/>
            <p:nvPr/>
          </p:nvSpPr>
          <p:spPr>
            <a:xfrm>
              <a:off x="4985084" y="4474508"/>
              <a:ext cx="40493" cy="39994"/>
            </a:xfrm>
            <a:custGeom>
              <a:rect b="b" l="l" r="r" t="t"/>
              <a:pathLst>
                <a:path extrusionOk="0" h="1523" w="1542">
                  <a:moveTo>
                    <a:pt x="0" y="1"/>
                  </a:moveTo>
                  <a:lnTo>
                    <a:pt x="976" y="1522"/>
                  </a:lnTo>
                  <a:lnTo>
                    <a:pt x="1541" y="1522"/>
                  </a:lnTo>
                  <a:cubicBezTo>
                    <a:pt x="1532" y="680"/>
                    <a:pt x="842" y="1"/>
                    <a:pt x="0" y="1"/>
                  </a:cubicBezTo>
                  <a:close/>
                </a:path>
              </a:pathLst>
            </a:custGeom>
            <a:solidFill>
              <a:srgbClr val="B6C5D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151" name="Google Shape;14151;p43"/>
            <p:cNvSpPr/>
            <p:nvPr/>
          </p:nvSpPr>
          <p:spPr>
            <a:xfrm>
              <a:off x="4944880" y="4474508"/>
              <a:ext cx="66123" cy="39994"/>
            </a:xfrm>
            <a:custGeom>
              <a:rect b="b" l="l" r="r" t="t"/>
              <a:pathLst>
                <a:path extrusionOk="0" h="1523" w="2518">
                  <a:moveTo>
                    <a:pt x="1531" y="1"/>
                  </a:moveTo>
                  <a:cubicBezTo>
                    <a:pt x="689" y="1"/>
                    <a:pt x="10" y="680"/>
                    <a:pt x="0" y="1522"/>
                  </a:cubicBezTo>
                  <a:lnTo>
                    <a:pt x="2517" y="1522"/>
                  </a:lnTo>
                  <a:cubicBezTo>
                    <a:pt x="2507" y="680"/>
                    <a:pt x="2067" y="1"/>
                    <a:pt x="1531" y="1"/>
                  </a:cubicBezTo>
                  <a:close/>
                </a:path>
              </a:pathLst>
            </a:custGeom>
            <a:solidFill>
              <a:srgbClr val="C7D3D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152" name="Google Shape;14152;p43"/>
            <p:cNvSpPr/>
            <p:nvPr/>
          </p:nvSpPr>
          <p:spPr>
            <a:xfrm>
              <a:off x="4984585" y="4408674"/>
              <a:ext cx="22137" cy="43986"/>
            </a:xfrm>
            <a:custGeom>
              <a:rect b="b" l="l" r="r" t="t"/>
              <a:pathLst>
                <a:path extrusionOk="0" h="1675" w="843">
                  <a:moveTo>
                    <a:pt x="0" y="0"/>
                  </a:moveTo>
                  <a:lnTo>
                    <a:pt x="0" y="1675"/>
                  </a:lnTo>
                  <a:cubicBezTo>
                    <a:pt x="469" y="1675"/>
                    <a:pt x="842" y="1302"/>
                    <a:pt x="842" y="842"/>
                  </a:cubicBezTo>
                  <a:cubicBezTo>
                    <a:pt x="842" y="373"/>
                    <a:pt x="469" y="0"/>
                    <a:pt x="0" y="0"/>
                  </a:cubicBezTo>
                  <a:close/>
                </a:path>
              </a:pathLst>
            </a:custGeom>
            <a:solidFill>
              <a:srgbClr val="A5B7C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153" name="Google Shape;14153;p43"/>
            <p:cNvSpPr/>
            <p:nvPr/>
          </p:nvSpPr>
          <p:spPr>
            <a:xfrm>
              <a:off x="5059479" y="4476530"/>
              <a:ext cx="54043" cy="54043"/>
            </a:xfrm>
            <a:custGeom>
              <a:rect b="b" l="l" r="r" t="t"/>
              <a:pathLst>
                <a:path extrusionOk="0" h="2058" w="2058">
                  <a:moveTo>
                    <a:pt x="0" y="0"/>
                  </a:moveTo>
                  <a:lnTo>
                    <a:pt x="1225" y="2058"/>
                  </a:lnTo>
                  <a:lnTo>
                    <a:pt x="2058" y="2058"/>
                  </a:lnTo>
                  <a:cubicBezTo>
                    <a:pt x="2058" y="919"/>
                    <a:pt x="1139" y="0"/>
                    <a:pt x="0" y="0"/>
                  </a:cubicBezTo>
                  <a:close/>
                </a:path>
              </a:pathLst>
            </a:custGeom>
            <a:solidFill>
              <a:srgbClr val="435D7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154" name="Google Shape;14154;p43"/>
            <p:cNvSpPr/>
            <p:nvPr/>
          </p:nvSpPr>
          <p:spPr>
            <a:xfrm>
              <a:off x="5005436" y="4476530"/>
              <a:ext cx="86238" cy="54043"/>
            </a:xfrm>
            <a:custGeom>
              <a:rect b="b" l="l" r="r" t="t"/>
              <a:pathLst>
                <a:path extrusionOk="0" h="2058" w="3284">
                  <a:moveTo>
                    <a:pt x="2058" y="0"/>
                  </a:moveTo>
                  <a:cubicBezTo>
                    <a:pt x="919" y="0"/>
                    <a:pt x="0" y="919"/>
                    <a:pt x="0" y="2058"/>
                  </a:cubicBezTo>
                  <a:lnTo>
                    <a:pt x="3283" y="2058"/>
                  </a:lnTo>
                  <a:cubicBezTo>
                    <a:pt x="3283" y="928"/>
                    <a:pt x="2728" y="0"/>
                    <a:pt x="2058" y="0"/>
                  </a:cubicBez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155" name="Google Shape;14155;p43"/>
            <p:cNvSpPr/>
            <p:nvPr/>
          </p:nvSpPr>
          <p:spPr>
            <a:xfrm>
              <a:off x="5059715" y="4394835"/>
              <a:ext cx="29936" cy="59847"/>
            </a:xfrm>
            <a:custGeom>
              <a:rect b="b" l="l" r="r" t="t"/>
              <a:pathLst>
                <a:path extrusionOk="0" h="2279" w="1140">
                  <a:moveTo>
                    <a:pt x="1" y="1"/>
                  </a:moveTo>
                  <a:lnTo>
                    <a:pt x="1" y="2278"/>
                  </a:lnTo>
                  <a:cubicBezTo>
                    <a:pt x="632" y="2278"/>
                    <a:pt x="1140" y="1771"/>
                    <a:pt x="1140" y="1140"/>
                  </a:cubicBezTo>
                  <a:cubicBezTo>
                    <a:pt x="1140" y="518"/>
                    <a:pt x="632" y="1"/>
                    <a:pt x="1" y="1"/>
                  </a:cubicBezTo>
                  <a:close/>
                </a:path>
              </a:pathLst>
            </a:custGeom>
            <a:solidFill>
              <a:srgbClr val="435D7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156" name="Google Shape;14156;p43"/>
            <p:cNvSpPr/>
            <p:nvPr/>
          </p:nvSpPr>
          <p:spPr>
            <a:xfrm>
              <a:off x="5029070" y="4394835"/>
              <a:ext cx="45509" cy="59847"/>
            </a:xfrm>
            <a:custGeom>
              <a:rect b="b" l="l" r="r" t="t"/>
              <a:pathLst>
                <a:path extrusionOk="0" h="2279" w="1733">
                  <a:moveTo>
                    <a:pt x="1139" y="1"/>
                  </a:moveTo>
                  <a:cubicBezTo>
                    <a:pt x="517" y="1"/>
                    <a:pt x="0" y="518"/>
                    <a:pt x="0" y="1140"/>
                  </a:cubicBezTo>
                  <a:cubicBezTo>
                    <a:pt x="0" y="1771"/>
                    <a:pt x="517" y="2278"/>
                    <a:pt x="1139" y="2278"/>
                  </a:cubicBezTo>
                  <a:lnTo>
                    <a:pt x="1168" y="2278"/>
                  </a:lnTo>
                  <a:cubicBezTo>
                    <a:pt x="1483" y="2259"/>
                    <a:pt x="1732" y="1762"/>
                    <a:pt x="1732" y="1140"/>
                  </a:cubicBezTo>
                  <a:cubicBezTo>
                    <a:pt x="1732" y="527"/>
                    <a:pt x="1483" y="20"/>
                    <a:pt x="1168" y="1"/>
                  </a:cubicBez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157" name="Google Shape;14157;p43"/>
            <p:cNvSpPr/>
            <p:nvPr/>
          </p:nvSpPr>
          <p:spPr>
            <a:xfrm>
              <a:off x="4962711" y="4408674"/>
              <a:ext cx="29175" cy="43986"/>
            </a:xfrm>
            <a:custGeom>
              <a:rect b="b" l="l" r="r" t="t"/>
              <a:pathLst>
                <a:path extrusionOk="0" h="1675" w="1111">
                  <a:moveTo>
                    <a:pt x="833" y="0"/>
                  </a:moveTo>
                  <a:cubicBezTo>
                    <a:pt x="374" y="0"/>
                    <a:pt x="1" y="373"/>
                    <a:pt x="1" y="842"/>
                  </a:cubicBezTo>
                  <a:cubicBezTo>
                    <a:pt x="1" y="1302"/>
                    <a:pt x="374" y="1675"/>
                    <a:pt x="833" y="1675"/>
                  </a:cubicBezTo>
                  <a:cubicBezTo>
                    <a:pt x="996" y="1675"/>
                    <a:pt x="1111" y="1302"/>
                    <a:pt x="1111" y="842"/>
                  </a:cubicBezTo>
                  <a:cubicBezTo>
                    <a:pt x="1111" y="373"/>
                    <a:pt x="986" y="0"/>
                    <a:pt x="833" y="0"/>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158" name="Google Shape;14158;p43"/>
            <p:cNvSpPr/>
            <p:nvPr/>
          </p:nvSpPr>
          <p:spPr>
            <a:xfrm>
              <a:off x="5111237" y="4408674"/>
              <a:ext cx="29175" cy="43986"/>
            </a:xfrm>
            <a:custGeom>
              <a:rect b="b" l="l" r="r" t="t"/>
              <a:pathLst>
                <a:path extrusionOk="0" h="1675" w="1111">
                  <a:moveTo>
                    <a:pt x="833" y="0"/>
                  </a:moveTo>
                  <a:cubicBezTo>
                    <a:pt x="374" y="0"/>
                    <a:pt x="1" y="373"/>
                    <a:pt x="1" y="842"/>
                  </a:cubicBezTo>
                  <a:cubicBezTo>
                    <a:pt x="1" y="1302"/>
                    <a:pt x="374" y="1675"/>
                    <a:pt x="833" y="1675"/>
                  </a:cubicBezTo>
                  <a:cubicBezTo>
                    <a:pt x="996" y="1675"/>
                    <a:pt x="1111" y="1302"/>
                    <a:pt x="1111" y="842"/>
                  </a:cubicBezTo>
                  <a:cubicBezTo>
                    <a:pt x="1111" y="373"/>
                    <a:pt x="986" y="0"/>
                    <a:pt x="833" y="0"/>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159" name="Google Shape;14159;p43"/>
            <p:cNvSpPr/>
            <p:nvPr/>
          </p:nvSpPr>
          <p:spPr>
            <a:xfrm>
              <a:off x="4886058" y="4291240"/>
              <a:ext cx="346343" cy="343953"/>
            </a:xfrm>
            <a:custGeom>
              <a:rect b="b" l="l" r="r" t="t"/>
              <a:pathLst>
                <a:path extrusionOk="0" h="13098" w="13189">
                  <a:moveTo>
                    <a:pt x="6815" y="1123"/>
                  </a:moveTo>
                  <a:cubicBezTo>
                    <a:pt x="9638" y="1237"/>
                    <a:pt x="11896" y="3506"/>
                    <a:pt x="12011" y="6329"/>
                  </a:cubicBezTo>
                  <a:lnTo>
                    <a:pt x="11514" y="6329"/>
                  </a:lnTo>
                  <a:cubicBezTo>
                    <a:pt x="11505" y="6328"/>
                    <a:pt x="11496" y="6327"/>
                    <a:pt x="11488" y="6327"/>
                  </a:cubicBezTo>
                  <a:cubicBezTo>
                    <a:pt x="11223" y="6327"/>
                    <a:pt x="11226" y="6750"/>
                    <a:pt x="11496" y="6750"/>
                  </a:cubicBezTo>
                  <a:cubicBezTo>
                    <a:pt x="11502" y="6750"/>
                    <a:pt x="11508" y="6750"/>
                    <a:pt x="11514" y="6750"/>
                  </a:cubicBezTo>
                  <a:lnTo>
                    <a:pt x="12011" y="6750"/>
                  </a:lnTo>
                  <a:cubicBezTo>
                    <a:pt x="11896" y="9573"/>
                    <a:pt x="9638" y="11832"/>
                    <a:pt x="6815" y="11946"/>
                  </a:cubicBezTo>
                  <a:lnTo>
                    <a:pt x="6805" y="11946"/>
                  </a:lnTo>
                  <a:lnTo>
                    <a:pt x="6805" y="11449"/>
                  </a:lnTo>
                  <a:cubicBezTo>
                    <a:pt x="6819" y="11300"/>
                    <a:pt x="6709" y="11226"/>
                    <a:pt x="6599" y="11226"/>
                  </a:cubicBezTo>
                  <a:cubicBezTo>
                    <a:pt x="6489" y="11226"/>
                    <a:pt x="6379" y="11300"/>
                    <a:pt x="6394" y="11449"/>
                  </a:cubicBezTo>
                  <a:lnTo>
                    <a:pt x="6394" y="11946"/>
                  </a:lnTo>
                  <a:cubicBezTo>
                    <a:pt x="3561" y="11832"/>
                    <a:pt x="1302" y="9573"/>
                    <a:pt x="1187" y="6750"/>
                  </a:cubicBezTo>
                  <a:lnTo>
                    <a:pt x="1695" y="6750"/>
                  </a:lnTo>
                  <a:cubicBezTo>
                    <a:pt x="1943" y="6721"/>
                    <a:pt x="1943" y="6348"/>
                    <a:pt x="1695" y="6329"/>
                  </a:cubicBezTo>
                  <a:lnTo>
                    <a:pt x="1187" y="6329"/>
                  </a:lnTo>
                  <a:cubicBezTo>
                    <a:pt x="1302" y="3506"/>
                    <a:pt x="3570" y="1237"/>
                    <a:pt x="6394" y="1123"/>
                  </a:cubicBezTo>
                  <a:lnTo>
                    <a:pt x="6394" y="1620"/>
                  </a:lnTo>
                  <a:cubicBezTo>
                    <a:pt x="6403" y="1749"/>
                    <a:pt x="6501" y="1814"/>
                    <a:pt x="6601" y="1814"/>
                  </a:cubicBezTo>
                  <a:cubicBezTo>
                    <a:pt x="6700" y="1814"/>
                    <a:pt x="6800" y="1749"/>
                    <a:pt x="6815" y="1620"/>
                  </a:cubicBezTo>
                  <a:lnTo>
                    <a:pt x="6815" y="1123"/>
                  </a:lnTo>
                  <a:close/>
                  <a:moveTo>
                    <a:pt x="6595" y="0"/>
                  </a:moveTo>
                  <a:cubicBezTo>
                    <a:pt x="6494" y="0"/>
                    <a:pt x="6394" y="65"/>
                    <a:pt x="6384" y="194"/>
                  </a:cubicBezTo>
                  <a:lnTo>
                    <a:pt x="6384" y="701"/>
                  </a:lnTo>
                  <a:cubicBezTo>
                    <a:pt x="3331" y="816"/>
                    <a:pt x="881" y="3266"/>
                    <a:pt x="766" y="6329"/>
                  </a:cubicBezTo>
                  <a:lnTo>
                    <a:pt x="259" y="6329"/>
                  </a:lnTo>
                  <a:cubicBezTo>
                    <a:pt x="1" y="6348"/>
                    <a:pt x="1" y="6721"/>
                    <a:pt x="259" y="6740"/>
                  </a:cubicBezTo>
                  <a:lnTo>
                    <a:pt x="766" y="6740"/>
                  </a:lnTo>
                  <a:cubicBezTo>
                    <a:pt x="881" y="9803"/>
                    <a:pt x="3331" y="12253"/>
                    <a:pt x="6384" y="12368"/>
                  </a:cubicBezTo>
                  <a:lnTo>
                    <a:pt x="6384" y="12875"/>
                  </a:lnTo>
                  <a:cubicBezTo>
                    <a:pt x="6374" y="13023"/>
                    <a:pt x="6484" y="13097"/>
                    <a:pt x="6595" y="13097"/>
                  </a:cubicBezTo>
                  <a:cubicBezTo>
                    <a:pt x="6705" y="13097"/>
                    <a:pt x="6815" y="13023"/>
                    <a:pt x="6805" y="12875"/>
                  </a:cubicBezTo>
                  <a:lnTo>
                    <a:pt x="6805" y="12368"/>
                  </a:lnTo>
                  <a:cubicBezTo>
                    <a:pt x="9858" y="12253"/>
                    <a:pt x="12318" y="9803"/>
                    <a:pt x="12432" y="6740"/>
                  </a:cubicBezTo>
                  <a:lnTo>
                    <a:pt x="12940" y="6740"/>
                  </a:lnTo>
                  <a:cubicBezTo>
                    <a:pt x="13188" y="6721"/>
                    <a:pt x="13188" y="6348"/>
                    <a:pt x="12940" y="6329"/>
                  </a:cubicBezTo>
                  <a:lnTo>
                    <a:pt x="12432" y="6329"/>
                  </a:lnTo>
                  <a:cubicBezTo>
                    <a:pt x="12318" y="3266"/>
                    <a:pt x="9858" y="816"/>
                    <a:pt x="6805" y="701"/>
                  </a:cubicBezTo>
                  <a:lnTo>
                    <a:pt x="6805" y="194"/>
                  </a:lnTo>
                  <a:cubicBezTo>
                    <a:pt x="6795" y="65"/>
                    <a:pt x="6695" y="0"/>
                    <a:pt x="6595" y="0"/>
                  </a:cubicBez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4160" name="Google Shape;14160;p43"/>
          <p:cNvGrpSpPr/>
          <p:nvPr/>
        </p:nvGrpSpPr>
        <p:grpSpPr>
          <a:xfrm>
            <a:off x="5344216" y="4138656"/>
            <a:ext cx="304616" cy="343560"/>
            <a:chOff x="5344216" y="4291056"/>
            <a:chExt cx="304616" cy="343560"/>
          </a:xfrm>
        </p:grpSpPr>
        <p:sp>
          <p:nvSpPr>
            <p:cNvPr id="14161" name="Google Shape;14161;p43"/>
            <p:cNvSpPr/>
            <p:nvPr/>
          </p:nvSpPr>
          <p:spPr>
            <a:xfrm>
              <a:off x="5344216" y="4297148"/>
              <a:ext cx="251334" cy="247264"/>
            </a:xfrm>
            <a:custGeom>
              <a:rect b="b" l="l" r="r" t="t"/>
              <a:pathLst>
                <a:path extrusionOk="0" h="9416" w="9571">
                  <a:moveTo>
                    <a:pt x="9280" y="0"/>
                  </a:moveTo>
                  <a:cubicBezTo>
                    <a:pt x="9234" y="0"/>
                    <a:pt x="9185" y="17"/>
                    <a:pt x="9140" y="55"/>
                  </a:cubicBezTo>
                  <a:lnTo>
                    <a:pt x="144" y="9051"/>
                  </a:lnTo>
                  <a:cubicBezTo>
                    <a:pt x="0" y="9185"/>
                    <a:pt x="96" y="9415"/>
                    <a:pt x="287" y="9415"/>
                  </a:cubicBezTo>
                  <a:cubicBezTo>
                    <a:pt x="345" y="9415"/>
                    <a:pt x="393" y="9386"/>
                    <a:pt x="431" y="9348"/>
                  </a:cubicBezTo>
                  <a:lnTo>
                    <a:pt x="9437" y="352"/>
                  </a:lnTo>
                  <a:cubicBezTo>
                    <a:pt x="9570" y="196"/>
                    <a:pt x="9439" y="0"/>
                    <a:pt x="9280" y="0"/>
                  </a:cubicBez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162" name="Google Shape;14162;p43"/>
            <p:cNvSpPr/>
            <p:nvPr/>
          </p:nvSpPr>
          <p:spPr>
            <a:xfrm>
              <a:off x="5544501" y="4291056"/>
              <a:ext cx="55330" cy="53807"/>
            </a:xfrm>
            <a:custGeom>
              <a:rect b="b" l="l" r="r" t="t"/>
              <a:pathLst>
                <a:path extrusionOk="0" h="2049" w="2107">
                  <a:moveTo>
                    <a:pt x="259" y="0"/>
                  </a:moveTo>
                  <a:cubicBezTo>
                    <a:pt x="1" y="19"/>
                    <a:pt x="1" y="393"/>
                    <a:pt x="259" y="412"/>
                  </a:cubicBezTo>
                  <a:lnTo>
                    <a:pt x="1685" y="412"/>
                  </a:lnTo>
                  <a:lnTo>
                    <a:pt x="1685" y="1838"/>
                  </a:lnTo>
                  <a:cubicBezTo>
                    <a:pt x="1685" y="1953"/>
                    <a:pt x="1781" y="2048"/>
                    <a:pt x="1896" y="2048"/>
                  </a:cubicBezTo>
                  <a:cubicBezTo>
                    <a:pt x="2011" y="2048"/>
                    <a:pt x="2097" y="1953"/>
                    <a:pt x="2106" y="1838"/>
                  </a:cubicBezTo>
                  <a:lnTo>
                    <a:pt x="2106" y="201"/>
                  </a:lnTo>
                  <a:cubicBezTo>
                    <a:pt x="2106" y="86"/>
                    <a:pt x="2011" y="0"/>
                    <a:pt x="1896" y="0"/>
                  </a:cubicBez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163" name="Google Shape;14163;p43"/>
            <p:cNvSpPr/>
            <p:nvPr/>
          </p:nvSpPr>
          <p:spPr>
            <a:xfrm>
              <a:off x="5349494" y="4566497"/>
              <a:ext cx="102309" cy="68118"/>
            </a:xfrm>
            <a:custGeom>
              <a:rect b="b" l="l" r="r" t="t"/>
              <a:pathLst>
                <a:path extrusionOk="0" h="2594" w="3896">
                  <a:moveTo>
                    <a:pt x="316" y="0"/>
                  </a:moveTo>
                  <a:cubicBezTo>
                    <a:pt x="48" y="10"/>
                    <a:pt x="10" y="144"/>
                    <a:pt x="0" y="201"/>
                  </a:cubicBezTo>
                  <a:lnTo>
                    <a:pt x="0" y="2594"/>
                  </a:lnTo>
                  <a:lnTo>
                    <a:pt x="3895" y="2594"/>
                  </a:lnTo>
                  <a:lnTo>
                    <a:pt x="3895" y="0"/>
                  </a:ln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164" name="Google Shape;14164;p43"/>
            <p:cNvSpPr/>
            <p:nvPr/>
          </p:nvSpPr>
          <p:spPr>
            <a:xfrm>
              <a:off x="5447996" y="4480784"/>
              <a:ext cx="102309" cy="153831"/>
            </a:xfrm>
            <a:custGeom>
              <a:rect b="b" l="l" r="r" t="t"/>
              <a:pathLst>
                <a:path extrusionOk="0" h="5858" w="3896">
                  <a:moveTo>
                    <a:pt x="297" y="1"/>
                  </a:moveTo>
                  <a:cubicBezTo>
                    <a:pt x="58" y="10"/>
                    <a:pt x="10" y="125"/>
                    <a:pt x="1" y="183"/>
                  </a:cubicBezTo>
                  <a:lnTo>
                    <a:pt x="1" y="5858"/>
                  </a:lnTo>
                  <a:lnTo>
                    <a:pt x="3896" y="5858"/>
                  </a:lnTo>
                  <a:lnTo>
                    <a:pt x="3896" y="1"/>
                  </a:lnTo>
                  <a:close/>
                </a:path>
              </a:pathLst>
            </a:custGeom>
            <a:solidFill>
              <a:srgbClr val="96ABB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165" name="Google Shape;14165;p43"/>
            <p:cNvSpPr/>
            <p:nvPr/>
          </p:nvSpPr>
          <p:spPr>
            <a:xfrm>
              <a:off x="5546523" y="4388297"/>
              <a:ext cx="102309" cy="246319"/>
            </a:xfrm>
            <a:custGeom>
              <a:rect b="b" l="l" r="r" t="t"/>
              <a:pathLst>
                <a:path extrusionOk="0" h="9380" w="3896">
                  <a:moveTo>
                    <a:pt x="335" y="1"/>
                  </a:moveTo>
                  <a:cubicBezTo>
                    <a:pt x="39" y="1"/>
                    <a:pt x="10" y="154"/>
                    <a:pt x="0" y="211"/>
                  </a:cubicBezTo>
                  <a:lnTo>
                    <a:pt x="0" y="9380"/>
                  </a:lnTo>
                  <a:lnTo>
                    <a:pt x="3895" y="9380"/>
                  </a:lnTo>
                  <a:lnTo>
                    <a:pt x="3895" y="192"/>
                  </a:lnTo>
                  <a:cubicBezTo>
                    <a:pt x="3886" y="125"/>
                    <a:pt x="3828" y="1"/>
                    <a:pt x="3560" y="1"/>
                  </a:cubicBezTo>
                  <a:close/>
                </a:path>
              </a:pathLst>
            </a:custGeom>
            <a:solidFill>
              <a:srgbClr val="C7D3D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166" name="Google Shape;14166;p43"/>
            <p:cNvSpPr/>
            <p:nvPr/>
          </p:nvSpPr>
          <p:spPr>
            <a:xfrm>
              <a:off x="5349731" y="4566497"/>
              <a:ext cx="8587" cy="68118"/>
            </a:xfrm>
            <a:custGeom>
              <a:rect b="b" l="l" r="r" t="t"/>
              <a:pathLst>
                <a:path extrusionOk="0" h="2594" w="327">
                  <a:moveTo>
                    <a:pt x="307" y="0"/>
                  </a:moveTo>
                  <a:cubicBezTo>
                    <a:pt x="39" y="10"/>
                    <a:pt x="1" y="144"/>
                    <a:pt x="1" y="201"/>
                  </a:cubicBezTo>
                  <a:lnTo>
                    <a:pt x="1" y="2594"/>
                  </a:lnTo>
                  <a:lnTo>
                    <a:pt x="326" y="2594"/>
                  </a:lnTo>
                  <a:lnTo>
                    <a:pt x="326" y="0"/>
                  </a:ln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167" name="Google Shape;14167;p43"/>
            <p:cNvSpPr/>
            <p:nvPr/>
          </p:nvSpPr>
          <p:spPr>
            <a:xfrm>
              <a:off x="5447996" y="4480784"/>
              <a:ext cx="8823" cy="153831"/>
            </a:xfrm>
            <a:custGeom>
              <a:rect b="b" l="l" r="r" t="t"/>
              <a:pathLst>
                <a:path extrusionOk="0" h="5858" w="336">
                  <a:moveTo>
                    <a:pt x="297" y="1"/>
                  </a:moveTo>
                  <a:cubicBezTo>
                    <a:pt x="58" y="20"/>
                    <a:pt x="10" y="135"/>
                    <a:pt x="1" y="183"/>
                  </a:cubicBezTo>
                  <a:lnTo>
                    <a:pt x="1" y="5858"/>
                  </a:lnTo>
                  <a:lnTo>
                    <a:pt x="336" y="5858"/>
                  </a:lnTo>
                  <a:lnTo>
                    <a:pt x="336" y="1"/>
                  </a:lnTo>
                  <a:close/>
                </a:path>
              </a:pathLst>
            </a:custGeom>
            <a:solidFill>
              <a:srgbClr val="869FB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168" name="Google Shape;14168;p43"/>
            <p:cNvSpPr/>
            <p:nvPr/>
          </p:nvSpPr>
          <p:spPr>
            <a:xfrm>
              <a:off x="5546523" y="4388297"/>
              <a:ext cx="8823" cy="246319"/>
            </a:xfrm>
            <a:custGeom>
              <a:rect b="b" l="l" r="r" t="t"/>
              <a:pathLst>
                <a:path extrusionOk="0" h="9380" w="336">
                  <a:moveTo>
                    <a:pt x="335" y="1"/>
                  </a:moveTo>
                  <a:cubicBezTo>
                    <a:pt x="39" y="1"/>
                    <a:pt x="10" y="154"/>
                    <a:pt x="0" y="211"/>
                  </a:cubicBezTo>
                  <a:lnTo>
                    <a:pt x="0" y="9380"/>
                  </a:lnTo>
                  <a:lnTo>
                    <a:pt x="335" y="9380"/>
                  </a:lnTo>
                  <a:lnTo>
                    <a:pt x="335" y="1"/>
                  </a:lnTo>
                  <a:close/>
                </a:path>
              </a:pathLst>
            </a:custGeom>
            <a:solidFill>
              <a:srgbClr val="ADBEC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169" name="Google Shape;14169;p43"/>
            <p:cNvSpPr/>
            <p:nvPr/>
          </p:nvSpPr>
          <p:spPr>
            <a:xfrm>
              <a:off x="5365828" y="4585089"/>
              <a:ext cx="68381" cy="11082"/>
            </a:xfrm>
            <a:custGeom>
              <a:rect b="b" l="l" r="r" t="t"/>
              <a:pathLst>
                <a:path extrusionOk="0" h="422" w="2604">
                  <a:moveTo>
                    <a:pt x="259" y="0"/>
                  </a:moveTo>
                  <a:cubicBezTo>
                    <a:pt x="0" y="20"/>
                    <a:pt x="0" y="402"/>
                    <a:pt x="259" y="422"/>
                  </a:cubicBezTo>
                  <a:lnTo>
                    <a:pt x="2345" y="422"/>
                  </a:lnTo>
                  <a:cubicBezTo>
                    <a:pt x="2603" y="402"/>
                    <a:pt x="2603" y="20"/>
                    <a:pt x="2345" y="0"/>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170" name="Google Shape;14170;p43"/>
            <p:cNvSpPr/>
            <p:nvPr/>
          </p:nvSpPr>
          <p:spPr>
            <a:xfrm>
              <a:off x="5464592" y="4499376"/>
              <a:ext cx="68381" cy="11108"/>
            </a:xfrm>
            <a:custGeom>
              <a:rect b="b" l="l" r="r" t="t"/>
              <a:pathLst>
                <a:path extrusionOk="0" h="423" w="2604">
                  <a:moveTo>
                    <a:pt x="259" y="1"/>
                  </a:moveTo>
                  <a:cubicBezTo>
                    <a:pt x="0" y="20"/>
                    <a:pt x="0" y="393"/>
                    <a:pt x="259" y="422"/>
                  </a:cubicBezTo>
                  <a:lnTo>
                    <a:pt x="2355" y="422"/>
                  </a:lnTo>
                  <a:cubicBezTo>
                    <a:pt x="2604" y="393"/>
                    <a:pt x="2604" y="20"/>
                    <a:pt x="2355" y="1"/>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171" name="Google Shape;14171;p43"/>
            <p:cNvSpPr/>
            <p:nvPr/>
          </p:nvSpPr>
          <p:spPr>
            <a:xfrm>
              <a:off x="5562516" y="4406889"/>
              <a:ext cx="70324" cy="11108"/>
            </a:xfrm>
            <a:custGeom>
              <a:rect b="b" l="l" r="r" t="t"/>
              <a:pathLst>
                <a:path extrusionOk="0" h="423" w="2678">
                  <a:moveTo>
                    <a:pt x="273" y="1"/>
                  </a:moveTo>
                  <a:cubicBezTo>
                    <a:pt x="0" y="1"/>
                    <a:pt x="0" y="423"/>
                    <a:pt x="273" y="423"/>
                  </a:cubicBezTo>
                  <a:cubicBezTo>
                    <a:pt x="279" y="423"/>
                    <a:pt x="285" y="423"/>
                    <a:pt x="291" y="422"/>
                  </a:cubicBezTo>
                  <a:lnTo>
                    <a:pt x="2387" y="422"/>
                  </a:lnTo>
                  <a:cubicBezTo>
                    <a:pt x="2393" y="423"/>
                    <a:pt x="2399" y="423"/>
                    <a:pt x="2405" y="423"/>
                  </a:cubicBezTo>
                  <a:cubicBezTo>
                    <a:pt x="2678" y="423"/>
                    <a:pt x="2678" y="1"/>
                    <a:pt x="2405" y="1"/>
                  </a:cubicBezTo>
                  <a:cubicBezTo>
                    <a:pt x="2399" y="1"/>
                    <a:pt x="2393" y="1"/>
                    <a:pt x="2387" y="1"/>
                  </a:cubicBezTo>
                  <a:lnTo>
                    <a:pt x="291" y="1"/>
                  </a:lnTo>
                  <a:cubicBezTo>
                    <a:pt x="285" y="1"/>
                    <a:pt x="279" y="1"/>
                    <a:pt x="273" y="1"/>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4172" name="Google Shape;14172;p43"/>
          <p:cNvGrpSpPr/>
          <p:nvPr/>
        </p:nvGrpSpPr>
        <p:grpSpPr>
          <a:xfrm>
            <a:off x="6279999" y="4112022"/>
            <a:ext cx="204093" cy="343743"/>
            <a:chOff x="6271562" y="4290872"/>
            <a:chExt cx="204093" cy="343743"/>
          </a:xfrm>
        </p:grpSpPr>
        <p:sp>
          <p:nvSpPr>
            <p:cNvPr id="14173" name="Google Shape;14173;p43"/>
            <p:cNvSpPr/>
            <p:nvPr/>
          </p:nvSpPr>
          <p:spPr>
            <a:xfrm>
              <a:off x="6298452" y="4602421"/>
              <a:ext cx="150312" cy="10845"/>
            </a:xfrm>
            <a:custGeom>
              <a:rect b="b" l="l" r="r" t="t"/>
              <a:pathLst>
                <a:path extrusionOk="0" h="413" w="5724">
                  <a:moveTo>
                    <a:pt x="1" y="1"/>
                  </a:moveTo>
                  <a:lnTo>
                    <a:pt x="1" y="412"/>
                  </a:lnTo>
                  <a:lnTo>
                    <a:pt x="5724" y="412"/>
                  </a:lnTo>
                  <a:lnTo>
                    <a:pt x="5724" y="1"/>
                  </a:lnTo>
                  <a:close/>
                </a:path>
              </a:pathLst>
            </a:custGeom>
            <a:solidFill>
              <a:srgbClr val="96ABB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174" name="Google Shape;14174;p43"/>
            <p:cNvSpPr/>
            <p:nvPr/>
          </p:nvSpPr>
          <p:spPr>
            <a:xfrm>
              <a:off x="6368330" y="4290872"/>
              <a:ext cx="10583" cy="343743"/>
            </a:xfrm>
            <a:custGeom>
              <a:rect b="b" l="l" r="r" t="t"/>
              <a:pathLst>
                <a:path extrusionOk="0" h="13090" w="403">
                  <a:moveTo>
                    <a:pt x="201" y="0"/>
                  </a:moveTo>
                  <a:cubicBezTo>
                    <a:pt x="101" y="0"/>
                    <a:pt x="0" y="69"/>
                    <a:pt x="0" y="208"/>
                  </a:cubicBezTo>
                  <a:lnTo>
                    <a:pt x="0" y="12889"/>
                  </a:lnTo>
                  <a:cubicBezTo>
                    <a:pt x="0" y="13004"/>
                    <a:pt x="86" y="13090"/>
                    <a:pt x="201" y="13090"/>
                  </a:cubicBezTo>
                  <a:cubicBezTo>
                    <a:pt x="316" y="13090"/>
                    <a:pt x="402" y="13004"/>
                    <a:pt x="402" y="12889"/>
                  </a:cubicBezTo>
                  <a:lnTo>
                    <a:pt x="402" y="208"/>
                  </a:lnTo>
                  <a:cubicBezTo>
                    <a:pt x="402" y="69"/>
                    <a:pt x="302" y="0"/>
                    <a:pt x="201" y="0"/>
                  </a:cubicBezTo>
                  <a:close/>
                </a:path>
              </a:pathLst>
            </a:custGeom>
            <a:solidFill>
              <a:srgbClr val="ACBDC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175" name="Google Shape;14175;p43"/>
            <p:cNvSpPr/>
            <p:nvPr/>
          </p:nvSpPr>
          <p:spPr>
            <a:xfrm>
              <a:off x="6287160" y="4511351"/>
              <a:ext cx="33403" cy="123264"/>
            </a:xfrm>
            <a:custGeom>
              <a:rect b="b" l="l" r="r" t="t"/>
              <a:pathLst>
                <a:path extrusionOk="0" h="4694" w="1272">
                  <a:moveTo>
                    <a:pt x="1036" y="0"/>
                  </a:moveTo>
                  <a:cubicBezTo>
                    <a:pt x="949" y="0"/>
                    <a:pt x="863" y="52"/>
                    <a:pt x="842" y="167"/>
                  </a:cubicBezTo>
                  <a:lnTo>
                    <a:pt x="29" y="4455"/>
                  </a:lnTo>
                  <a:cubicBezTo>
                    <a:pt x="0" y="4569"/>
                    <a:pt x="77" y="4675"/>
                    <a:pt x="191" y="4694"/>
                  </a:cubicBezTo>
                  <a:lnTo>
                    <a:pt x="230" y="4694"/>
                  </a:lnTo>
                  <a:cubicBezTo>
                    <a:pt x="325" y="4694"/>
                    <a:pt x="402" y="4627"/>
                    <a:pt x="431" y="4531"/>
                  </a:cubicBezTo>
                  <a:lnTo>
                    <a:pt x="1244" y="244"/>
                  </a:lnTo>
                  <a:cubicBezTo>
                    <a:pt x="1271" y="91"/>
                    <a:pt x="1153" y="0"/>
                    <a:pt x="1036" y="0"/>
                  </a:cubicBezTo>
                  <a:close/>
                </a:path>
              </a:pathLst>
            </a:custGeom>
            <a:solidFill>
              <a:srgbClr val="ACBDC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176" name="Google Shape;14176;p43"/>
            <p:cNvSpPr/>
            <p:nvPr/>
          </p:nvSpPr>
          <p:spPr>
            <a:xfrm>
              <a:off x="6426522" y="4511088"/>
              <a:ext cx="33298" cy="123527"/>
            </a:xfrm>
            <a:custGeom>
              <a:rect b="b" l="l" r="r" t="t"/>
              <a:pathLst>
                <a:path extrusionOk="0" h="4704" w="1268">
                  <a:moveTo>
                    <a:pt x="234" y="1"/>
                  </a:moveTo>
                  <a:cubicBezTo>
                    <a:pt x="117" y="1"/>
                    <a:pt x="1" y="91"/>
                    <a:pt x="33" y="244"/>
                  </a:cubicBezTo>
                  <a:lnTo>
                    <a:pt x="847" y="4541"/>
                  </a:lnTo>
                  <a:cubicBezTo>
                    <a:pt x="866" y="4637"/>
                    <a:pt x="952" y="4704"/>
                    <a:pt x="1048" y="4704"/>
                  </a:cubicBezTo>
                  <a:lnTo>
                    <a:pt x="1086" y="4704"/>
                  </a:lnTo>
                  <a:cubicBezTo>
                    <a:pt x="1201" y="4685"/>
                    <a:pt x="1268" y="4570"/>
                    <a:pt x="1249" y="4465"/>
                  </a:cubicBezTo>
                  <a:lnTo>
                    <a:pt x="435" y="167"/>
                  </a:lnTo>
                  <a:cubicBezTo>
                    <a:pt x="410" y="52"/>
                    <a:pt x="322" y="1"/>
                    <a:pt x="234" y="1"/>
                  </a:cubicBezTo>
                  <a:close/>
                </a:path>
              </a:pathLst>
            </a:custGeom>
            <a:solidFill>
              <a:srgbClr val="ACBDC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177" name="Google Shape;14177;p43"/>
            <p:cNvSpPr/>
            <p:nvPr/>
          </p:nvSpPr>
          <p:spPr>
            <a:xfrm>
              <a:off x="6368330" y="4511193"/>
              <a:ext cx="10583" cy="21402"/>
            </a:xfrm>
            <a:custGeom>
              <a:rect b="b" l="l" r="r" t="t"/>
              <a:pathLst>
                <a:path extrusionOk="0" h="815" w="403">
                  <a:moveTo>
                    <a:pt x="0" y="1"/>
                  </a:moveTo>
                  <a:lnTo>
                    <a:pt x="0" y="814"/>
                  </a:lnTo>
                  <a:lnTo>
                    <a:pt x="402" y="814"/>
                  </a:lnTo>
                  <a:lnTo>
                    <a:pt x="402" y="1"/>
                  </a:lnTo>
                  <a:close/>
                </a:path>
              </a:pathLst>
            </a:custGeom>
            <a:solidFill>
              <a:srgbClr val="96ABB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178" name="Google Shape;14178;p43"/>
            <p:cNvSpPr/>
            <p:nvPr/>
          </p:nvSpPr>
          <p:spPr>
            <a:xfrm>
              <a:off x="6306251" y="4511115"/>
              <a:ext cx="14338" cy="21481"/>
            </a:xfrm>
            <a:custGeom>
              <a:rect b="b" l="l" r="r" t="t"/>
              <a:pathLst>
                <a:path extrusionOk="0" h="818" w="546">
                  <a:moveTo>
                    <a:pt x="319" y="1"/>
                  </a:moveTo>
                  <a:cubicBezTo>
                    <a:pt x="219" y="1"/>
                    <a:pt x="132" y="72"/>
                    <a:pt x="115" y="166"/>
                  </a:cubicBezTo>
                  <a:lnTo>
                    <a:pt x="0" y="817"/>
                  </a:lnTo>
                  <a:lnTo>
                    <a:pt x="412" y="817"/>
                  </a:lnTo>
                  <a:lnTo>
                    <a:pt x="527" y="243"/>
                  </a:lnTo>
                  <a:cubicBezTo>
                    <a:pt x="546" y="128"/>
                    <a:pt x="469" y="23"/>
                    <a:pt x="354" y="4"/>
                  </a:cubicBezTo>
                  <a:cubicBezTo>
                    <a:pt x="343" y="2"/>
                    <a:pt x="331" y="1"/>
                    <a:pt x="319" y="1"/>
                  </a:cubicBezTo>
                  <a:close/>
                </a:path>
              </a:pathLst>
            </a:custGeom>
            <a:solidFill>
              <a:srgbClr val="96ABB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179" name="Google Shape;14179;p43"/>
            <p:cNvSpPr/>
            <p:nvPr/>
          </p:nvSpPr>
          <p:spPr>
            <a:xfrm>
              <a:off x="6426653" y="4511088"/>
              <a:ext cx="14574" cy="21507"/>
            </a:xfrm>
            <a:custGeom>
              <a:rect b="b" l="l" r="r" t="t"/>
              <a:pathLst>
                <a:path extrusionOk="0" h="819" w="555">
                  <a:moveTo>
                    <a:pt x="236" y="1"/>
                  </a:moveTo>
                  <a:cubicBezTo>
                    <a:pt x="120" y="1"/>
                    <a:pt x="1" y="91"/>
                    <a:pt x="28" y="244"/>
                  </a:cubicBezTo>
                  <a:lnTo>
                    <a:pt x="143" y="818"/>
                  </a:lnTo>
                  <a:lnTo>
                    <a:pt x="555" y="818"/>
                  </a:lnTo>
                  <a:lnTo>
                    <a:pt x="430" y="167"/>
                  </a:lnTo>
                  <a:cubicBezTo>
                    <a:pt x="410" y="52"/>
                    <a:pt x="324" y="1"/>
                    <a:pt x="236" y="1"/>
                  </a:cubicBezTo>
                  <a:close/>
                </a:path>
              </a:pathLst>
            </a:custGeom>
            <a:solidFill>
              <a:srgbClr val="96ABB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180" name="Google Shape;14180;p43"/>
            <p:cNvSpPr/>
            <p:nvPr/>
          </p:nvSpPr>
          <p:spPr>
            <a:xfrm>
              <a:off x="6282118" y="4328502"/>
              <a:ext cx="182743" cy="193536"/>
            </a:xfrm>
            <a:custGeom>
              <a:rect b="b" l="l" r="r" t="t"/>
              <a:pathLst>
                <a:path extrusionOk="0" h="7370" w="6959">
                  <a:moveTo>
                    <a:pt x="10" y="0"/>
                  </a:moveTo>
                  <a:lnTo>
                    <a:pt x="10" y="7159"/>
                  </a:lnTo>
                  <a:cubicBezTo>
                    <a:pt x="1" y="7274"/>
                    <a:pt x="96" y="7369"/>
                    <a:pt x="211" y="7369"/>
                  </a:cubicBezTo>
                  <a:lnTo>
                    <a:pt x="6748" y="7369"/>
                  </a:lnTo>
                  <a:cubicBezTo>
                    <a:pt x="6863" y="7369"/>
                    <a:pt x="6958" y="7274"/>
                    <a:pt x="6958" y="7168"/>
                  </a:cubicBezTo>
                  <a:lnTo>
                    <a:pt x="6958" y="0"/>
                  </a:ln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181" name="Google Shape;14181;p43"/>
            <p:cNvSpPr/>
            <p:nvPr/>
          </p:nvSpPr>
          <p:spPr>
            <a:xfrm>
              <a:off x="6282381" y="4328503"/>
              <a:ext cx="182481" cy="16097"/>
            </a:xfrm>
            <a:custGeom>
              <a:rect b="b" l="l" r="r" t="t"/>
              <a:pathLst>
                <a:path extrusionOk="0" h="613" w="6949">
                  <a:moveTo>
                    <a:pt x="0" y="0"/>
                  </a:moveTo>
                  <a:lnTo>
                    <a:pt x="0" y="613"/>
                  </a:lnTo>
                  <a:lnTo>
                    <a:pt x="6948" y="613"/>
                  </a:lnTo>
                  <a:lnTo>
                    <a:pt x="6948" y="0"/>
                  </a:lnTo>
                  <a:close/>
                </a:path>
              </a:pathLst>
            </a:custGeom>
            <a:solidFill>
              <a:srgbClr val="C5D1D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182" name="Google Shape;14182;p43"/>
            <p:cNvSpPr/>
            <p:nvPr/>
          </p:nvSpPr>
          <p:spPr>
            <a:xfrm>
              <a:off x="6271562" y="4312405"/>
              <a:ext cx="204093" cy="21638"/>
            </a:xfrm>
            <a:custGeom>
              <a:rect b="b" l="l" r="r" t="t"/>
              <a:pathLst>
                <a:path extrusionOk="0" h="824" w="7772">
                  <a:moveTo>
                    <a:pt x="202" y="1"/>
                  </a:moveTo>
                  <a:cubicBezTo>
                    <a:pt x="96" y="1"/>
                    <a:pt x="1" y="96"/>
                    <a:pt x="1" y="202"/>
                  </a:cubicBezTo>
                  <a:lnTo>
                    <a:pt x="1" y="613"/>
                  </a:lnTo>
                  <a:cubicBezTo>
                    <a:pt x="1" y="728"/>
                    <a:pt x="96" y="824"/>
                    <a:pt x="202" y="824"/>
                  </a:cubicBezTo>
                  <a:lnTo>
                    <a:pt x="7571" y="824"/>
                  </a:lnTo>
                  <a:cubicBezTo>
                    <a:pt x="7686" y="824"/>
                    <a:pt x="7772" y="728"/>
                    <a:pt x="7772" y="613"/>
                  </a:cubicBezTo>
                  <a:lnTo>
                    <a:pt x="7772" y="211"/>
                  </a:lnTo>
                  <a:cubicBezTo>
                    <a:pt x="7772" y="96"/>
                    <a:pt x="7686" y="1"/>
                    <a:pt x="7571" y="1"/>
                  </a:cubicBezTo>
                  <a:close/>
                </a:path>
              </a:pathLst>
            </a:custGeom>
            <a:solidFill>
              <a:srgbClr val="BECBD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183" name="Google Shape;14183;p43"/>
            <p:cNvSpPr/>
            <p:nvPr/>
          </p:nvSpPr>
          <p:spPr>
            <a:xfrm>
              <a:off x="6299713" y="4375482"/>
              <a:ext cx="145034" cy="104620"/>
            </a:xfrm>
            <a:custGeom>
              <a:rect b="b" l="l" r="r" t="t"/>
              <a:pathLst>
                <a:path extrusionOk="0" h="3984" w="5523">
                  <a:moveTo>
                    <a:pt x="4250" y="1"/>
                  </a:moveTo>
                  <a:cubicBezTo>
                    <a:pt x="3924" y="20"/>
                    <a:pt x="3924" y="489"/>
                    <a:pt x="4250" y="518"/>
                  </a:cubicBezTo>
                  <a:lnTo>
                    <a:pt x="4652" y="518"/>
                  </a:lnTo>
                  <a:lnTo>
                    <a:pt x="2919" y="2250"/>
                  </a:lnTo>
                  <a:lnTo>
                    <a:pt x="2527" y="1857"/>
                  </a:lnTo>
                  <a:cubicBezTo>
                    <a:pt x="2436" y="1767"/>
                    <a:pt x="2319" y="1721"/>
                    <a:pt x="2202" y="1721"/>
                  </a:cubicBezTo>
                  <a:cubicBezTo>
                    <a:pt x="2084" y="1721"/>
                    <a:pt x="1967" y="1767"/>
                    <a:pt x="1876" y="1857"/>
                  </a:cubicBezTo>
                  <a:lnTo>
                    <a:pt x="182" y="3551"/>
                  </a:lnTo>
                  <a:cubicBezTo>
                    <a:pt x="1" y="3695"/>
                    <a:pt x="220" y="3983"/>
                    <a:pt x="405" y="3983"/>
                  </a:cubicBezTo>
                  <a:cubicBezTo>
                    <a:pt x="454" y="3983"/>
                    <a:pt x="501" y="3963"/>
                    <a:pt x="536" y="3915"/>
                  </a:cubicBezTo>
                  <a:lnTo>
                    <a:pt x="2202" y="2250"/>
                  </a:lnTo>
                  <a:lnTo>
                    <a:pt x="2594" y="2642"/>
                  </a:lnTo>
                  <a:cubicBezTo>
                    <a:pt x="2680" y="2733"/>
                    <a:pt x="2797" y="2779"/>
                    <a:pt x="2916" y="2779"/>
                  </a:cubicBezTo>
                  <a:cubicBezTo>
                    <a:pt x="3034" y="2779"/>
                    <a:pt x="3154" y="2733"/>
                    <a:pt x="3245" y="2642"/>
                  </a:cubicBezTo>
                  <a:lnTo>
                    <a:pt x="5015" y="872"/>
                  </a:lnTo>
                  <a:lnTo>
                    <a:pt x="5015" y="1274"/>
                  </a:lnTo>
                  <a:cubicBezTo>
                    <a:pt x="5025" y="1436"/>
                    <a:pt x="5147" y="1518"/>
                    <a:pt x="5269" y="1518"/>
                  </a:cubicBezTo>
                  <a:cubicBezTo>
                    <a:pt x="5391" y="1518"/>
                    <a:pt x="5513" y="1436"/>
                    <a:pt x="5523" y="1274"/>
                  </a:cubicBezTo>
                  <a:lnTo>
                    <a:pt x="5523" y="259"/>
                  </a:lnTo>
                  <a:cubicBezTo>
                    <a:pt x="5523" y="116"/>
                    <a:pt x="5408" y="1"/>
                    <a:pt x="5274" y="1"/>
                  </a:cubicBezTo>
                  <a:close/>
                </a:path>
              </a:pathLst>
            </a:custGeom>
            <a:solidFill>
              <a:srgbClr val="30496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184" name="Google Shape;14184;p43"/>
            <p:cNvSpPr/>
            <p:nvPr/>
          </p:nvSpPr>
          <p:spPr>
            <a:xfrm>
              <a:off x="6271562" y="4323224"/>
              <a:ext cx="204093" cy="10819"/>
            </a:xfrm>
            <a:custGeom>
              <a:rect b="b" l="l" r="r" t="t"/>
              <a:pathLst>
                <a:path extrusionOk="0" h="412" w="7772">
                  <a:moveTo>
                    <a:pt x="202" y="0"/>
                  </a:moveTo>
                  <a:cubicBezTo>
                    <a:pt x="96" y="0"/>
                    <a:pt x="1" y="86"/>
                    <a:pt x="1" y="201"/>
                  </a:cubicBezTo>
                  <a:cubicBezTo>
                    <a:pt x="1" y="316"/>
                    <a:pt x="96" y="412"/>
                    <a:pt x="202" y="412"/>
                  </a:cubicBezTo>
                  <a:lnTo>
                    <a:pt x="7571" y="412"/>
                  </a:lnTo>
                  <a:cubicBezTo>
                    <a:pt x="7686" y="412"/>
                    <a:pt x="7772" y="316"/>
                    <a:pt x="7772" y="201"/>
                  </a:cubicBezTo>
                  <a:cubicBezTo>
                    <a:pt x="7772" y="86"/>
                    <a:pt x="7686" y="0"/>
                    <a:pt x="7571" y="0"/>
                  </a:cubicBezTo>
                  <a:close/>
                </a:path>
              </a:pathLst>
            </a:custGeom>
            <a:solidFill>
              <a:srgbClr val="ACBDC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4185" name="Google Shape;14185;p43"/>
          <p:cNvGrpSpPr/>
          <p:nvPr/>
        </p:nvGrpSpPr>
        <p:grpSpPr>
          <a:xfrm>
            <a:off x="6639491" y="4176838"/>
            <a:ext cx="344085" cy="267195"/>
            <a:chOff x="6639491" y="4329238"/>
            <a:chExt cx="344085" cy="267195"/>
          </a:xfrm>
        </p:grpSpPr>
        <p:sp>
          <p:nvSpPr>
            <p:cNvPr id="14186" name="Google Shape;14186;p43"/>
            <p:cNvSpPr/>
            <p:nvPr/>
          </p:nvSpPr>
          <p:spPr>
            <a:xfrm>
              <a:off x="6697788" y="4352609"/>
              <a:ext cx="275467" cy="177465"/>
            </a:xfrm>
            <a:custGeom>
              <a:rect b="b" l="l" r="r" t="t"/>
              <a:pathLst>
                <a:path extrusionOk="0" h="6758" w="10490">
                  <a:moveTo>
                    <a:pt x="1" y="1"/>
                  </a:moveTo>
                  <a:lnTo>
                    <a:pt x="1" y="4317"/>
                  </a:lnTo>
                  <a:lnTo>
                    <a:pt x="728" y="4317"/>
                  </a:lnTo>
                  <a:lnTo>
                    <a:pt x="728" y="4796"/>
                  </a:lnTo>
                  <a:lnTo>
                    <a:pt x="929" y="4853"/>
                  </a:lnTo>
                  <a:cubicBezTo>
                    <a:pt x="1044" y="4891"/>
                    <a:pt x="1159" y="4939"/>
                    <a:pt x="1264" y="4997"/>
                  </a:cubicBezTo>
                  <a:lnTo>
                    <a:pt x="1446" y="5092"/>
                  </a:lnTo>
                  <a:lnTo>
                    <a:pt x="1791" y="4748"/>
                  </a:lnTo>
                  <a:lnTo>
                    <a:pt x="2326" y="5293"/>
                  </a:lnTo>
                  <a:lnTo>
                    <a:pt x="1991" y="5628"/>
                  </a:lnTo>
                  <a:lnTo>
                    <a:pt x="2087" y="5810"/>
                  </a:lnTo>
                  <a:cubicBezTo>
                    <a:pt x="2145" y="5925"/>
                    <a:pt x="2192" y="6030"/>
                    <a:pt x="2221" y="6145"/>
                  </a:cubicBezTo>
                  <a:lnTo>
                    <a:pt x="2288" y="6346"/>
                  </a:lnTo>
                  <a:lnTo>
                    <a:pt x="2767" y="6346"/>
                  </a:lnTo>
                  <a:lnTo>
                    <a:pt x="2767" y="6758"/>
                  </a:lnTo>
                  <a:lnTo>
                    <a:pt x="10490" y="6758"/>
                  </a:lnTo>
                  <a:lnTo>
                    <a:pt x="10490" y="1"/>
                  </a:lnTo>
                  <a:close/>
                </a:path>
              </a:pathLst>
            </a:custGeom>
            <a:solidFill>
              <a:srgbClr val="DEE5E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187" name="Google Shape;14187;p43"/>
            <p:cNvSpPr/>
            <p:nvPr/>
          </p:nvSpPr>
          <p:spPr>
            <a:xfrm>
              <a:off x="6735734" y="4530311"/>
              <a:ext cx="46533" cy="22137"/>
            </a:xfrm>
            <a:custGeom>
              <a:rect b="b" l="l" r="r" t="t"/>
              <a:pathLst>
                <a:path extrusionOk="0" h="843" w="1772">
                  <a:moveTo>
                    <a:pt x="1006" y="0"/>
                  </a:moveTo>
                  <a:lnTo>
                    <a:pt x="1006" y="29"/>
                  </a:lnTo>
                  <a:lnTo>
                    <a:pt x="393" y="29"/>
                  </a:lnTo>
                  <a:lnTo>
                    <a:pt x="393" y="38"/>
                  </a:lnTo>
                  <a:cubicBezTo>
                    <a:pt x="365" y="345"/>
                    <a:pt x="231" y="641"/>
                    <a:pt x="1" y="842"/>
                  </a:cubicBezTo>
                  <a:lnTo>
                    <a:pt x="1130" y="842"/>
                  </a:lnTo>
                  <a:cubicBezTo>
                    <a:pt x="1178" y="727"/>
                    <a:pt x="1216" y="603"/>
                    <a:pt x="1255" y="488"/>
                  </a:cubicBezTo>
                  <a:lnTo>
                    <a:pt x="1771" y="488"/>
                  </a:lnTo>
                  <a:lnTo>
                    <a:pt x="1771" y="0"/>
                  </a:lnTo>
                  <a:close/>
                </a:path>
              </a:pathLst>
            </a:custGeom>
            <a:solidFill>
              <a:srgbClr val="ACB8C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188" name="Google Shape;14188;p43"/>
            <p:cNvSpPr/>
            <p:nvPr/>
          </p:nvSpPr>
          <p:spPr>
            <a:xfrm>
              <a:off x="6746290" y="4472250"/>
              <a:ext cx="35976" cy="58087"/>
            </a:xfrm>
            <a:custGeom>
              <a:rect b="b" l="l" r="r" t="t"/>
              <a:pathLst>
                <a:path extrusionOk="0" h="2212" w="1370">
                  <a:moveTo>
                    <a:pt x="250" y="0"/>
                  </a:moveTo>
                  <a:lnTo>
                    <a:pt x="1" y="249"/>
                  </a:lnTo>
                  <a:lnTo>
                    <a:pt x="479" y="737"/>
                  </a:lnTo>
                  <a:lnTo>
                    <a:pt x="144" y="1082"/>
                  </a:lnTo>
                  <a:lnTo>
                    <a:pt x="240" y="1264"/>
                  </a:lnTo>
                  <a:cubicBezTo>
                    <a:pt x="298" y="1369"/>
                    <a:pt x="345" y="1484"/>
                    <a:pt x="374" y="1599"/>
                  </a:cubicBezTo>
                  <a:lnTo>
                    <a:pt x="441" y="1790"/>
                  </a:lnTo>
                  <a:lnTo>
                    <a:pt x="920" y="1790"/>
                  </a:lnTo>
                  <a:lnTo>
                    <a:pt x="920" y="2211"/>
                  </a:lnTo>
                  <a:lnTo>
                    <a:pt x="1369" y="2211"/>
                  </a:lnTo>
                  <a:lnTo>
                    <a:pt x="1369" y="1656"/>
                  </a:lnTo>
                  <a:lnTo>
                    <a:pt x="843" y="1656"/>
                  </a:lnTo>
                  <a:cubicBezTo>
                    <a:pt x="795" y="1465"/>
                    <a:pt x="719" y="1273"/>
                    <a:pt x="623" y="1111"/>
                  </a:cubicBezTo>
                  <a:lnTo>
                    <a:pt x="987" y="737"/>
                  </a:lnTo>
                  <a:lnTo>
                    <a:pt x="250" y="0"/>
                  </a:lnTo>
                  <a:close/>
                </a:path>
              </a:pathLst>
            </a:custGeom>
            <a:solidFill>
              <a:srgbClr val="D7DFE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189" name="Google Shape;14189;p43"/>
            <p:cNvSpPr/>
            <p:nvPr/>
          </p:nvSpPr>
          <p:spPr>
            <a:xfrm>
              <a:off x="6701307" y="4462455"/>
              <a:ext cx="39994" cy="23897"/>
            </a:xfrm>
            <a:custGeom>
              <a:rect b="b" l="l" r="r" t="t"/>
              <a:pathLst>
                <a:path extrusionOk="0" h="910" w="1523">
                  <a:moveTo>
                    <a:pt x="1" y="0"/>
                  </a:moveTo>
                  <a:lnTo>
                    <a:pt x="1" y="134"/>
                  </a:lnTo>
                  <a:lnTo>
                    <a:pt x="604" y="134"/>
                  </a:lnTo>
                  <a:lnTo>
                    <a:pt x="604" y="613"/>
                  </a:lnTo>
                  <a:lnTo>
                    <a:pt x="795" y="680"/>
                  </a:lnTo>
                  <a:cubicBezTo>
                    <a:pt x="910" y="708"/>
                    <a:pt x="1025" y="756"/>
                    <a:pt x="1130" y="814"/>
                  </a:cubicBezTo>
                  <a:lnTo>
                    <a:pt x="1312" y="909"/>
                  </a:lnTo>
                  <a:lnTo>
                    <a:pt x="1523" y="699"/>
                  </a:lnTo>
                  <a:cubicBezTo>
                    <a:pt x="1379" y="622"/>
                    <a:pt x="1216" y="555"/>
                    <a:pt x="1044" y="517"/>
                  </a:cubicBezTo>
                  <a:lnTo>
                    <a:pt x="1044" y="0"/>
                  </a:lnTo>
                  <a:close/>
                </a:path>
              </a:pathLst>
            </a:custGeom>
            <a:solidFill>
              <a:srgbClr val="D7DFE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190" name="Google Shape;14190;p43"/>
            <p:cNvSpPr/>
            <p:nvPr/>
          </p:nvSpPr>
          <p:spPr>
            <a:xfrm>
              <a:off x="6697788" y="4352609"/>
              <a:ext cx="9086" cy="109609"/>
            </a:xfrm>
            <a:custGeom>
              <a:rect b="b" l="l" r="r" t="t"/>
              <a:pathLst>
                <a:path extrusionOk="0" h="4174" w="346">
                  <a:moveTo>
                    <a:pt x="1" y="1"/>
                  </a:moveTo>
                  <a:lnTo>
                    <a:pt x="1" y="4174"/>
                  </a:lnTo>
                  <a:lnTo>
                    <a:pt x="345" y="4174"/>
                  </a:lnTo>
                  <a:lnTo>
                    <a:pt x="345" y="1"/>
                  </a:lnTo>
                  <a:close/>
                </a:path>
              </a:pathLst>
            </a:custGeom>
            <a:solidFill>
              <a:srgbClr val="D7DFE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191" name="Google Shape;14191;p43"/>
            <p:cNvSpPr/>
            <p:nvPr/>
          </p:nvSpPr>
          <p:spPr>
            <a:xfrm>
              <a:off x="6697788" y="4351874"/>
              <a:ext cx="275467" cy="9060"/>
            </a:xfrm>
            <a:custGeom>
              <a:rect b="b" l="l" r="r" t="t"/>
              <a:pathLst>
                <a:path extrusionOk="0" h="345" w="10490">
                  <a:moveTo>
                    <a:pt x="1" y="0"/>
                  </a:moveTo>
                  <a:lnTo>
                    <a:pt x="1" y="345"/>
                  </a:lnTo>
                  <a:lnTo>
                    <a:pt x="10490" y="345"/>
                  </a:lnTo>
                  <a:lnTo>
                    <a:pt x="10490" y="0"/>
                  </a:lnTo>
                  <a:close/>
                </a:path>
              </a:pathLst>
            </a:custGeom>
            <a:solidFill>
              <a:srgbClr val="D7DFE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192" name="Google Shape;14192;p43"/>
            <p:cNvSpPr/>
            <p:nvPr/>
          </p:nvSpPr>
          <p:spPr>
            <a:xfrm>
              <a:off x="6726201" y="4529050"/>
              <a:ext cx="257374" cy="24658"/>
            </a:xfrm>
            <a:custGeom>
              <a:rect b="b" l="l" r="r" t="t"/>
              <a:pathLst>
                <a:path extrusionOk="0" h="939" w="9801">
                  <a:moveTo>
                    <a:pt x="1369" y="0"/>
                  </a:moveTo>
                  <a:cubicBezTo>
                    <a:pt x="1350" y="0"/>
                    <a:pt x="1331" y="19"/>
                    <a:pt x="1331" y="39"/>
                  </a:cubicBezTo>
                  <a:lnTo>
                    <a:pt x="441" y="39"/>
                  </a:lnTo>
                  <a:cubicBezTo>
                    <a:pt x="421" y="39"/>
                    <a:pt x="402" y="58"/>
                    <a:pt x="402" y="86"/>
                  </a:cubicBezTo>
                  <a:lnTo>
                    <a:pt x="402" y="144"/>
                  </a:lnTo>
                  <a:lnTo>
                    <a:pt x="402" y="173"/>
                  </a:lnTo>
                  <a:lnTo>
                    <a:pt x="402" y="192"/>
                  </a:lnTo>
                  <a:lnTo>
                    <a:pt x="402" y="201"/>
                  </a:lnTo>
                  <a:cubicBezTo>
                    <a:pt x="374" y="460"/>
                    <a:pt x="240" y="699"/>
                    <a:pt x="29" y="862"/>
                  </a:cubicBezTo>
                  <a:cubicBezTo>
                    <a:pt x="0" y="881"/>
                    <a:pt x="10" y="929"/>
                    <a:pt x="58" y="938"/>
                  </a:cubicBezTo>
                  <a:lnTo>
                    <a:pt x="9762" y="938"/>
                  </a:lnTo>
                  <a:cubicBezTo>
                    <a:pt x="9781" y="938"/>
                    <a:pt x="9800" y="919"/>
                    <a:pt x="9800" y="890"/>
                  </a:cubicBezTo>
                  <a:lnTo>
                    <a:pt x="9800" y="48"/>
                  </a:lnTo>
                  <a:cubicBezTo>
                    <a:pt x="9800" y="19"/>
                    <a:pt x="9781" y="0"/>
                    <a:pt x="9762" y="0"/>
                  </a:cubicBezTo>
                  <a:close/>
                </a:path>
              </a:pathLst>
            </a:custGeom>
            <a:solidFill>
              <a:srgbClr val="435D7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193" name="Google Shape;14193;p43"/>
            <p:cNvSpPr/>
            <p:nvPr/>
          </p:nvSpPr>
          <p:spPr>
            <a:xfrm>
              <a:off x="6687757" y="4329238"/>
              <a:ext cx="295819" cy="24422"/>
            </a:xfrm>
            <a:custGeom>
              <a:rect b="b" l="l" r="r" t="t"/>
              <a:pathLst>
                <a:path extrusionOk="0" h="930" w="11265">
                  <a:moveTo>
                    <a:pt x="38" y="1"/>
                  </a:moveTo>
                  <a:cubicBezTo>
                    <a:pt x="19" y="1"/>
                    <a:pt x="0" y="20"/>
                    <a:pt x="0" y="49"/>
                  </a:cubicBezTo>
                  <a:lnTo>
                    <a:pt x="0" y="891"/>
                  </a:lnTo>
                  <a:cubicBezTo>
                    <a:pt x="0" y="910"/>
                    <a:pt x="19" y="929"/>
                    <a:pt x="38" y="929"/>
                  </a:cubicBezTo>
                  <a:lnTo>
                    <a:pt x="11226" y="929"/>
                  </a:lnTo>
                  <a:cubicBezTo>
                    <a:pt x="11245" y="929"/>
                    <a:pt x="11264" y="910"/>
                    <a:pt x="11264" y="891"/>
                  </a:cubicBezTo>
                  <a:lnTo>
                    <a:pt x="11264" y="49"/>
                  </a:lnTo>
                  <a:cubicBezTo>
                    <a:pt x="11264" y="20"/>
                    <a:pt x="11245" y="1"/>
                    <a:pt x="11226" y="1"/>
                  </a:cubicBezTo>
                  <a:close/>
                </a:path>
              </a:pathLst>
            </a:custGeom>
            <a:solidFill>
              <a:srgbClr val="435D7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194" name="Google Shape;14194;p43"/>
            <p:cNvSpPr/>
            <p:nvPr/>
          </p:nvSpPr>
          <p:spPr>
            <a:xfrm>
              <a:off x="6799073" y="4445097"/>
              <a:ext cx="23398" cy="54306"/>
            </a:xfrm>
            <a:custGeom>
              <a:rect b="b" l="l" r="r" t="t"/>
              <a:pathLst>
                <a:path extrusionOk="0" h="2068" w="891">
                  <a:moveTo>
                    <a:pt x="1" y="1"/>
                  </a:moveTo>
                  <a:lnTo>
                    <a:pt x="1" y="2068"/>
                  </a:lnTo>
                  <a:lnTo>
                    <a:pt x="891" y="2068"/>
                  </a:lnTo>
                  <a:lnTo>
                    <a:pt x="891" y="1"/>
                  </a:lnTo>
                  <a:close/>
                </a:path>
              </a:pathLst>
            </a:custGeom>
            <a:solidFill>
              <a:srgbClr val="8192A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195" name="Google Shape;14195;p43"/>
            <p:cNvSpPr/>
            <p:nvPr/>
          </p:nvSpPr>
          <p:spPr>
            <a:xfrm>
              <a:off x="6838778" y="4421988"/>
              <a:ext cx="23398" cy="77414"/>
            </a:xfrm>
            <a:custGeom>
              <a:rect b="b" l="l" r="r" t="t"/>
              <a:pathLst>
                <a:path extrusionOk="0" h="2948" w="891">
                  <a:moveTo>
                    <a:pt x="1" y="0"/>
                  </a:moveTo>
                  <a:lnTo>
                    <a:pt x="1" y="2948"/>
                  </a:lnTo>
                  <a:lnTo>
                    <a:pt x="891" y="2948"/>
                  </a:lnTo>
                  <a:lnTo>
                    <a:pt x="891" y="0"/>
                  </a:ln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196" name="Google Shape;14196;p43"/>
            <p:cNvSpPr/>
            <p:nvPr/>
          </p:nvSpPr>
          <p:spPr>
            <a:xfrm>
              <a:off x="6877485" y="4435801"/>
              <a:ext cx="23161" cy="63365"/>
            </a:xfrm>
            <a:custGeom>
              <a:rect b="b" l="l" r="r" t="t"/>
              <a:pathLst>
                <a:path extrusionOk="0" h="2413" w="882">
                  <a:moveTo>
                    <a:pt x="1" y="1"/>
                  </a:moveTo>
                  <a:lnTo>
                    <a:pt x="1" y="2412"/>
                  </a:lnTo>
                  <a:lnTo>
                    <a:pt x="881" y="2412"/>
                  </a:lnTo>
                  <a:lnTo>
                    <a:pt x="881" y="1"/>
                  </a:lnTo>
                  <a:close/>
                </a:path>
              </a:pathLst>
            </a:custGeom>
            <a:solidFill>
              <a:srgbClr val="96ABB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197" name="Google Shape;14197;p43"/>
            <p:cNvSpPr/>
            <p:nvPr/>
          </p:nvSpPr>
          <p:spPr>
            <a:xfrm>
              <a:off x="6918214" y="4390319"/>
              <a:ext cx="23398" cy="108848"/>
            </a:xfrm>
            <a:custGeom>
              <a:rect b="b" l="l" r="r" t="t"/>
              <a:pathLst>
                <a:path extrusionOk="0" h="4145" w="891">
                  <a:moveTo>
                    <a:pt x="0" y="0"/>
                  </a:moveTo>
                  <a:lnTo>
                    <a:pt x="0" y="4144"/>
                  </a:lnTo>
                  <a:lnTo>
                    <a:pt x="890" y="4144"/>
                  </a:lnTo>
                  <a:lnTo>
                    <a:pt x="890" y="0"/>
                  </a:lnTo>
                  <a:close/>
                </a:path>
              </a:pathLst>
            </a:custGeom>
            <a:solidFill>
              <a:srgbClr val="C7D3D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198" name="Google Shape;14198;p43"/>
            <p:cNvSpPr/>
            <p:nvPr/>
          </p:nvSpPr>
          <p:spPr>
            <a:xfrm>
              <a:off x="6720923" y="4382283"/>
              <a:ext cx="44248" cy="11082"/>
            </a:xfrm>
            <a:custGeom>
              <a:rect b="b" l="l" r="r" t="t"/>
              <a:pathLst>
                <a:path extrusionOk="0" h="422" w="1685">
                  <a:moveTo>
                    <a:pt x="278" y="0"/>
                  </a:moveTo>
                  <a:cubicBezTo>
                    <a:pt x="0" y="0"/>
                    <a:pt x="0" y="421"/>
                    <a:pt x="278" y="421"/>
                  </a:cubicBezTo>
                  <a:lnTo>
                    <a:pt x="1398" y="421"/>
                  </a:lnTo>
                  <a:cubicBezTo>
                    <a:pt x="1685" y="421"/>
                    <a:pt x="1685" y="0"/>
                    <a:pt x="1398" y="0"/>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199" name="Google Shape;14199;p43"/>
            <p:cNvSpPr/>
            <p:nvPr/>
          </p:nvSpPr>
          <p:spPr>
            <a:xfrm>
              <a:off x="6720923" y="4400875"/>
              <a:ext cx="60345" cy="11082"/>
            </a:xfrm>
            <a:custGeom>
              <a:rect b="b" l="l" r="r" t="t"/>
              <a:pathLst>
                <a:path extrusionOk="0" h="422" w="2298">
                  <a:moveTo>
                    <a:pt x="278" y="0"/>
                  </a:moveTo>
                  <a:cubicBezTo>
                    <a:pt x="0" y="0"/>
                    <a:pt x="0" y="422"/>
                    <a:pt x="278" y="422"/>
                  </a:cubicBezTo>
                  <a:lnTo>
                    <a:pt x="2010" y="422"/>
                  </a:lnTo>
                  <a:cubicBezTo>
                    <a:pt x="2297" y="422"/>
                    <a:pt x="2297" y="0"/>
                    <a:pt x="2010" y="0"/>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200" name="Google Shape;14200;p43"/>
            <p:cNvSpPr/>
            <p:nvPr/>
          </p:nvSpPr>
          <p:spPr>
            <a:xfrm>
              <a:off x="6720923" y="4419231"/>
              <a:ext cx="60345" cy="11082"/>
            </a:xfrm>
            <a:custGeom>
              <a:rect b="b" l="l" r="r" t="t"/>
              <a:pathLst>
                <a:path extrusionOk="0" h="422" w="2298">
                  <a:moveTo>
                    <a:pt x="278" y="0"/>
                  </a:moveTo>
                  <a:cubicBezTo>
                    <a:pt x="0" y="0"/>
                    <a:pt x="0" y="421"/>
                    <a:pt x="278" y="421"/>
                  </a:cubicBezTo>
                  <a:lnTo>
                    <a:pt x="2010" y="421"/>
                  </a:lnTo>
                  <a:cubicBezTo>
                    <a:pt x="2297" y="421"/>
                    <a:pt x="2297" y="0"/>
                    <a:pt x="2010" y="0"/>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201" name="Google Shape;14201;p43"/>
            <p:cNvSpPr/>
            <p:nvPr/>
          </p:nvSpPr>
          <p:spPr>
            <a:xfrm>
              <a:off x="6720923" y="4437560"/>
              <a:ext cx="60345" cy="11082"/>
            </a:xfrm>
            <a:custGeom>
              <a:rect b="b" l="l" r="r" t="t"/>
              <a:pathLst>
                <a:path extrusionOk="0" h="422" w="2298">
                  <a:moveTo>
                    <a:pt x="278" y="1"/>
                  </a:moveTo>
                  <a:cubicBezTo>
                    <a:pt x="0" y="1"/>
                    <a:pt x="0" y="422"/>
                    <a:pt x="278" y="422"/>
                  </a:cubicBezTo>
                  <a:lnTo>
                    <a:pt x="2010" y="422"/>
                  </a:lnTo>
                  <a:cubicBezTo>
                    <a:pt x="2297" y="422"/>
                    <a:pt x="2297" y="1"/>
                    <a:pt x="2010" y="1"/>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202" name="Google Shape;14202;p43"/>
            <p:cNvSpPr/>
            <p:nvPr/>
          </p:nvSpPr>
          <p:spPr>
            <a:xfrm>
              <a:off x="6639491" y="4461956"/>
              <a:ext cx="134740" cy="134477"/>
            </a:xfrm>
            <a:custGeom>
              <a:rect b="b" l="l" r="r" t="t"/>
              <a:pathLst>
                <a:path extrusionOk="0" h="5121" w="5131">
                  <a:moveTo>
                    <a:pt x="2805" y="1570"/>
                  </a:moveTo>
                  <a:lnTo>
                    <a:pt x="2833" y="1579"/>
                  </a:lnTo>
                  <a:lnTo>
                    <a:pt x="2881" y="1579"/>
                  </a:lnTo>
                  <a:lnTo>
                    <a:pt x="2900" y="1589"/>
                  </a:lnTo>
                  <a:lnTo>
                    <a:pt x="2929" y="1598"/>
                  </a:lnTo>
                  <a:lnTo>
                    <a:pt x="2948" y="1608"/>
                  </a:lnTo>
                  <a:lnTo>
                    <a:pt x="2977" y="1617"/>
                  </a:lnTo>
                  <a:lnTo>
                    <a:pt x="2996" y="1627"/>
                  </a:lnTo>
                  <a:lnTo>
                    <a:pt x="3025" y="1637"/>
                  </a:lnTo>
                  <a:lnTo>
                    <a:pt x="3044" y="1646"/>
                  </a:lnTo>
                  <a:lnTo>
                    <a:pt x="3063" y="1656"/>
                  </a:lnTo>
                  <a:lnTo>
                    <a:pt x="3082" y="1675"/>
                  </a:lnTo>
                  <a:lnTo>
                    <a:pt x="3111" y="1684"/>
                  </a:lnTo>
                  <a:lnTo>
                    <a:pt x="3130" y="1694"/>
                  </a:lnTo>
                  <a:lnTo>
                    <a:pt x="3149" y="1704"/>
                  </a:lnTo>
                  <a:lnTo>
                    <a:pt x="3168" y="1723"/>
                  </a:lnTo>
                  <a:lnTo>
                    <a:pt x="3187" y="1732"/>
                  </a:lnTo>
                  <a:lnTo>
                    <a:pt x="3197" y="1742"/>
                  </a:lnTo>
                  <a:lnTo>
                    <a:pt x="3216" y="1761"/>
                  </a:lnTo>
                  <a:lnTo>
                    <a:pt x="3235" y="1771"/>
                  </a:lnTo>
                  <a:lnTo>
                    <a:pt x="3264" y="1790"/>
                  </a:lnTo>
                  <a:lnTo>
                    <a:pt x="3283" y="1809"/>
                  </a:lnTo>
                  <a:lnTo>
                    <a:pt x="3302" y="1838"/>
                  </a:lnTo>
                  <a:lnTo>
                    <a:pt x="3312" y="1847"/>
                  </a:lnTo>
                  <a:lnTo>
                    <a:pt x="3321" y="1857"/>
                  </a:lnTo>
                  <a:lnTo>
                    <a:pt x="3341" y="1866"/>
                  </a:lnTo>
                  <a:lnTo>
                    <a:pt x="3350" y="1885"/>
                  </a:lnTo>
                  <a:lnTo>
                    <a:pt x="3360" y="1895"/>
                  </a:lnTo>
                  <a:lnTo>
                    <a:pt x="3369" y="1904"/>
                  </a:lnTo>
                  <a:lnTo>
                    <a:pt x="3388" y="1924"/>
                  </a:lnTo>
                  <a:lnTo>
                    <a:pt x="3388" y="1933"/>
                  </a:lnTo>
                  <a:lnTo>
                    <a:pt x="3398" y="1943"/>
                  </a:lnTo>
                  <a:lnTo>
                    <a:pt x="3408" y="1962"/>
                  </a:lnTo>
                  <a:lnTo>
                    <a:pt x="3427" y="1991"/>
                  </a:lnTo>
                  <a:lnTo>
                    <a:pt x="3436" y="2010"/>
                  </a:lnTo>
                  <a:lnTo>
                    <a:pt x="3455" y="2029"/>
                  </a:lnTo>
                  <a:lnTo>
                    <a:pt x="3465" y="2048"/>
                  </a:lnTo>
                  <a:lnTo>
                    <a:pt x="3475" y="2067"/>
                  </a:lnTo>
                  <a:lnTo>
                    <a:pt x="3494" y="2096"/>
                  </a:lnTo>
                  <a:lnTo>
                    <a:pt x="3503" y="2115"/>
                  </a:lnTo>
                  <a:lnTo>
                    <a:pt x="3513" y="2134"/>
                  </a:lnTo>
                  <a:lnTo>
                    <a:pt x="3522" y="2163"/>
                  </a:lnTo>
                  <a:lnTo>
                    <a:pt x="3532" y="2182"/>
                  </a:lnTo>
                  <a:lnTo>
                    <a:pt x="3542" y="2211"/>
                  </a:lnTo>
                  <a:lnTo>
                    <a:pt x="3551" y="2230"/>
                  </a:lnTo>
                  <a:lnTo>
                    <a:pt x="3561" y="2259"/>
                  </a:lnTo>
                  <a:lnTo>
                    <a:pt x="3570" y="2278"/>
                  </a:lnTo>
                  <a:lnTo>
                    <a:pt x="3570" y="2306"/>
                  </a:lnTo>
                  <a:lnTo>
                    <a:pt x="3570" y="2326"/>
                  </a:lnTo>
                  <a:lnTo>
                    <a:pt x="3570" y="2354"/>
                  </a:lnTo>
                  <a:lnTo>
                    <a:pt x="3570" y="2364"/>
                  </a:lnTo>
                  <a:lnTo>
                    <a:pt x="3570" y="2373"/>
                  </a:lnTo>
                  <a:lnTo>
                    <a:pt x="3570" y="2402"/>
                  </a:lnTo>
                  <a:lnTo>
                    <a:pt x="3570" y="2412"/>
                  </a:lnTo>
                  <a:lnTo>
                    <a:pt x="3570" y="2431"/>
                  </a:lnTo>
                  <a:lnTo>
                    <a:pt x="3570" y="2469"/>
                  </a:lnTo>
                  <a:lnTo>
                    <a:pt x="3570" y="2479"/>
                  </a:lnTo>
                  <a:lnTo>
                    <a:pt x="3570" y="2507"/>
                  </a:lnTo>
                  <a:cubicBezTo>
                    <a:pt x="3637" y="2507"/>
                    <a:pt x="3637" y="2536"/>
                    <a:pt x="3637" y="2555"/>
                  </a:cubicBezTo>
                  <a:lnTo>
                    <a:pt x="3637" y="2622"/>
                  </a:lnTo>
                  <a:lnTo>
                    <a:pt x="3637" y="2651"/>
                  </a:lnTo>
                  <a:lnTo>
                    <a:pt x="3637" y="2689"/>
                  </a:lnTo>
                  <a:lnTo>
                    <a:pt x="3637" y="2708"/>
                  </a:lnTo>
                  <a:cubicBezTo>
                    <a:pt x="3637" y="2728"/>
                    <a:pt x="3637" y="2747"/>
                    <a:pt x="3628" y="2756"/>
                  </a:cubicBezTo>
                  <a:lnTo>
                    <a:pt x="3628" y="2775"/>
                  </a:lnTo>
                  <a:cubicBezTo>
                    <a:pt x="3628" y="2795"/>
                    <a:pt x="3618" y="2814"/>
                    <a:pt x="3609" y="2833"/>
                  </a:cubicBezTo>
                  <a:lnTo>
                    <a:pt x="3609" y="2842"/>
                  </a:lnTo>
                  <a:cubicBezTo>
                    <a:pt x="3609" y="2862"/>
                    <a:pt x="3599" y="2881"/>
                    <a:pt x="3599" y="2890"/>
                  </a:cubicBezTo>
                  <a:lnTo>
                    <a:pt x="3599" y="2909"/>
                  </a:lnTo>
                  <a:lnTo>
                    <a:pt x="3580" y="2957"/>
                  </a:lnTo>
                  <a:lnTo>
                    <a:pt x="3580" y="2967"/>
                  </a:lnTo>
                  <a:cubicBezTo>
                    <a:pt x="3561" y="3005"/>
                    <a:pt x="3542" y="3043"/>
                    <a:pt x="3522" y="3082"/>
                  </a:cubicBezTo>
                  <a:lnTo>
                    <a:pt x="3522" y="3091"/>
                  </a:lnTo>
                  <a:lnTo>
                    <a:pt x="3494" y="3129"/>
                  </a:lnTo>
                  <a:lnTo>
                    <a:pt x="3494" y="3139"/>
                  </a:lnTo>
                  <a:cubicBezTo>
                    <a:pt x="3455" y="3196"/>
                    <a:pt x="3417" y="3244"/>
                    <a:pt x="3369" y="3292"/>
                  </a:cubicBezTo>
                  <a:cubicBezTo>
                    <a:pt x="3321" y="3340"/>
                    <a:pt x="3274" y="3378"/>
                    <a:pt x="3226" y="3417"/>
                  </a:cubicBezTo>
                  <a:lnTo>
                    <a:pt x="3207" y="3436"/>
                  </a:lnTo>
                  <a:lnTo>
                    <a:pt x="3168" y="3455"/>
                  </a:lnTo>
                  <a:lnTo>
                    <a:pt x="3149" y="3464"/>
                  </a:lnTo>
                  <a:lnTo>
                    <a:pt x="3130" y="3474"/>
                  </a:lnTo>
                  <a:lnTo>
                    <a:pt x="3120" y="3484"/>
                  </a:lnTo>
                  <a:lnTo>
                    <a:pt x="3101" y="3493"/>
                  </a:lnTo>
                  <a:lnTo>
                    <a:pt x="3092" y="3493"/>
                  </a:lnTo>
                  <a:lnTo>
                    <a:pt x="3044" y="3522"/>
                  </a:lnTo>
                  <a:lnTo>
                    <a:pt x="3015" y="3531"/>
                  </a:lnTo>
                  <a:lnTo>
                    <a:pt x="2986" y="3541"/>
                  </a:lnTo>
                  <a:lnTo>
                    <a:pt x="2948" y="3560"/>
                  </a:lnTo>
                  <a:lnTo>
                    <a:pt x="2910" y="3560"/>
                  </a:lnTo>
                  <a:lnTo>
                    <a:pt x="2881" y="3570"/>
                  </a:lnTo>
                  <a:lnTo>
                    <a:pt x="2843" y="3570"/>
                  </a:lnTo>
                  <a:lnTo>
                    <a:pt x="2776" y="3579"/>
                  </a:lnTo>
                  <a:lnTo>
                    <a:pt x="2766" y="3579"/>
                  </a:lnTo>
                  <a:lnTo>
                    <a:pt x="2709" y="3589"/>
                  </a:lnTo>
                  <a:lnTo>
                    <a:pt x="2470" y="3589"/>
                  </a:lnTo>
                  <a:lnTo>
                    <a:pt x="2403" y="3570"/>
                  </a:lnTo>
                  <a:lnTo>
                    <a:pt x="2374" y="3570"/>
                  </a:lnTo>
                  <a:lnTo>
                    <a:pt x="2336" y="3560"/>
                  </a:lnTo>
                  <a:lnTo>
                    <a:pt x="2326" y="3560"/>
                  </a:lnTo>
                  <a:lnTo>
                    <a:pt x="2297" y="3551"/>
                  </a:lnTo>
                  <a:lnTo>
                    <a:pt x="2259" y="3541"/>
                  </a:lnTo>
                  <a:lnTo>
                    <a:pt x="2250" y="3541"/>
                  </a:lnTo>
                  <a:lnTo>
                    <a:pt x="2221" y="3531"/>
                  </a:lnTo>
                  <a:lnTo>
                    <a:pt x="2192" y="3522"/>
                  </a:lnTo>
                  <a:lnTo>
                    <a:pt x="2144" y="3493"/>
                  </a:lnTo>
                  <a:lnTo>
                    <a:pt x="2135" y="3493"/>
                  </a:lnTo>
                  <a:lnTo>
                    <a:pt x="2116" y="3484"/>
                  </a:lnTo>
                  <a:lnTo>
                    <a:pt x="2077" y="3464"/>
                  </a:lnTo>
                  <a:lnTo>
                    <a:pt x="2068" y="3455"/>
                  </a:lnTo>
                  <a:lnTo>
                    <a:pt x="2058" y="3455"/>
                  </a:lnTo>
                  <a:cubicBezTo>
                    <a:pt x="1790" y="3292"/>
                    <a:pt x="1618" y="3015"/>
                    <a:pt x="1580" y="2708"/>
                  </a:cubicBezTo>
                  <a:lnTo>
                    <a:pt x="1580" y="2689"/>
                  </a:lnTo>
                  <a:lnTo>
                    <a:pt x="1580" y="2641"/>
                  </a:lnTo>
                  <a:lnTo>
                    <a:pt x="1580" y="2622"/>
                  </a:lnTo>
                  <a:lnTo>
                    <a:pt x="1580" y="2565"/>
                  </a:lnTo>
                  <a:lnTo>
                    <a:pt x="1580" y="2488"/>
                  </a:lnTo>
                  <a:lnTo>
                    <a:pt x="1580" y="2460"/>
                  </a:lnTo>
                  <a:lnTo>
                    <a:pt x="1580" y="2412"/>
                  </a:lnTo>
                  <a:lnTo>
                    <a:pt x="1580" y="2402"/>
                  </a:lnTo>
                  <a:lnTo>
                    <a:pt x="1580" y="2364"/>
                  </a:lnTo>
                  <a:lnTo>
                    <a:pt x="1580" y="2354"/>
                  </a:lnTo>
                  <a:lnTo>
                    <a:pt x="1580" y="2345"/>
                  </a:lnTo>
                  <a:lnTo>
                    <a:pt x="1589" y="2316"/>
                  </a:lnTo>
                  <a:lnTo>
                    <a:pt x="1589" y="2297"/>
                  </a:lnTo>
                  <a:lnTo>
                    <a:pt x="1589" y="2268"/>
                  </a:lnTo>
                  <a:lnTo>
                    <a:pt x="1599" y="2249"/>
                  </a:lnTo>
                  <a:lnTo>
                    <a:pt x="1608" y="2220"/>
                  </a:lnTo>
                  <a:lnTo>
                    <a:pt x="1618" y="2201"/>
                  </a:lnTo>
                  <a:lnTo>
                    <a:pt x="1628" y="2172"/>
                  </a:lnTo>
                  <a:lnTo>
                    <a:pt x="1637" y="2153"/>
                  </a:lnTo>
                  <a:lnTo>
                    <a:pt x="1647" y="2134"/>
                  </a:lnTo>
                  <a:lnTo>
                    <a:pt x="1656" y="2105"/>
                  </a:lnTo>
                  <a:lnTo>
                    <a:pt x="1666" y="2086"/>
                  </a:lnTo>
                  <a:lnTo>
                    <a:pt x="1675" y="2067"/>
                  </a:lnTo>
                  <a:lnTo>
                    <a:pt x="1695" y="2038"/>
                  </a:lnTo>
                  <a:lnTo>
                    <a:pt x="1704" y="2019"/>
                  </a:lnTo>
                  <a:lnTo>
                    <a:pt x="1714" y="2000"/>
                  </a:lnTo>
                  <a:lnTo>
                    <a:pt x="1733" y="1981"/>
                  </a:lnTo>
                  <a:lnTo>
                    <a:pt x="1742" y="1962"/>
                  </a:lnTo>
                  <a:lnTo>
                    <a:pt x="1762" y="1943"/>
                  </a:lnTo>
                  <a:lnTo>
                    <a:pt x="1771" y="1914"/>
                  </a:lnTo>
                  <a:lnTo>
                    <a:pt x="1790" y="1904"/>
                  </a:lnTo>
                  <a:lnTo>
                    <a:pt x="1809" y="1885"/>
                  </a:lnTo>
                  <a:lnTo>
                    <a:pt x="1819" y="1876"/>
                  </a:lnTo>
                  <a:lnTo>
                    <a:pt x="1838" y="1857"/>
                  </a:lnTo>
                  <a:lnTo>
                    <a:pt x="1838" y="1847"/>
                  </a:lnTo>
                  <a:lnTo>
                    <a:pt x="1848" y="1838"/>
                  </a:lnTo>
                  <a:lnTo>
                    <a:pt x="1886" y="1809"/>
                  </a:lnTo>
                  <a:lnTo>
                    <a:pt x="1915" y="1780"/>
                  </a:lnTo>
                  <a:lnTo>
                    <a:pt x="1924" y="1771"/>
                  </a:lnTo>
                  <a:lnTo>
                    <a:pt x="1953" y="1751"/>
                  </a:lnTo>
                  <a:lnTo>
                    <a:pt x="1972" y="1742"/>
                  </a:lnTo>
                  <a:lnTo>
                    <a:pt x="1991" y="1723"/>
                  </a:lnTo>
                  <a:lnTo>
                    <a:pt x="2010" y="1713"/>
                  </a:lnTo>
                  <a:lnTo>
                    <a:pt x="2029" y="1694"/>
                  </a:lnTo>
                  <a:lnTo>
                    <a:pt x="2049" y="1684"/>
                  </a:lnTo>
                  <a:lnTo>
                    <a:pt x="2068" y="1675"/>
                  </a:lnTo>
                  <a:lnTo>
                    <a:pt x="2087" y="1665"/>
                  </a:lnTo>
                  <a:lnTo>
                    <a:pt x="2106" y="1646"/>
                  </a:lnTo>
                  <a:lnTo>
                    <a:pt x="2135" y="1637"/>
                  </a:lnTo>
                  <a:lnTo>
                    <a:pt x="2154" y="1627"/>
                  </a:lnTo>
                  <a:lnTo>
                    <a:pt x="2173" y="1617"/>
                  </a:lnTo>
                  <a:lnTo>
                    <a:pt x="2202" y="1608"/>
                  </a:lnTo>
                  <a:lnTo>
                    <a:pt x="2221" y="1598"/>
                  </a:lnTo>
                  <a:lnTo>
                    <a:pt x="2250" y="1589"/>
                  </a:lnTo>
                  <a:lnTo>
                    <a:pt x="2269" y="1589"/>
                  </a:lnTo>
                  <a:lnTo>
                    <a:pt x="2297" y="1579"/>
                  </a:lnTo>
                  <a:lnTo>
                    <a:pt x="2317" y="1579"/>
                  </a:lnTo>
                  <a:lnTo>
                    <a:pt x="2345" y="1570"/>
                  </a:lnTo>
                  <a:close/>
                  <a:moveTo>
                    <a:pt x="2058" y="0"/>
                  </a:moveTo>
                  <a:cubicBezTo>
                    <a:pt x="2020" y="0"/>
                    <a:pt x="1982" y="29"/>
                    <a:pt x="1982" y="77"/>
                  </a:cubicBezTo>
                  <a:lnTo>
                    <a:pt x="1982" y="517"/>
                  </a:lnTo>
                  <a:cubicBezTo>
                    <a:pt x="1828" y="565"/>
                    <a:pt x="1675" y="622"/>
                    <a:pt x="1532" y="708"/>
                  </a:cubicBezTo>
                  <a:lnTo>
                    <a:pt x="1216" y="392"/>
                  </a:lnTo>
                  <a:cubicBezTo>
                    <a:pt x="1202" y="373"/>
                    <a:pt x="1182" y="364"/>
                    <a:pt x="1163" y="364"/>
                  </a:cubicBezTo>
                  <a:cubicBezTo>
                    <a:pt x="1144" y="364"/>
                    <a:pt x="1125" y="373"/>
                    <a:pt x="1111" y="392"/>
                  </a:cubicBezTo>
                  <a:lnTo>
                    <a:pt x="393" y="1110"/>
                  </a:lnTo>
                  <a:cubicBezTo>
                    <a:pt x="364" y="1139"/>
                    <a:pt x="364" y="1187"/>
                    <a:pt x="393" y="1215"/>
                  </a:cubicBezTo>
                  <a:lnTo>
                    <a:pt x="709" y="1531"/>
                  </a:lnTo>
                  <a:cubicBezTo>
                    <a:pt x="632" y="1675"/>
                    <a:pt x="565" y="1818"/>
                    <a:pt x="517" y="1981"/>
                  </a:cubicBezTo>
                  <a:lnTo>
                    <a:pt x="77" y="1981"/>
                  </a:lnTo>
                  <a:cubicBezTo>
                    <a:pt x="29" y="1981"/>
                    <a:pt x="1" y="2010"/>
                    <a:pt x="1" y="2058"/>
                  </a:cubicBezTo>
                  <a:lnTo>
                    <a:pt x="1" y="3062"/>
                  </a:lnTo>
                  <a:cubicBezTo>
                    <a:pt x="1" y="3101"/>
                    <a:pt x="29" y="3139"/>
                    <a:pt x="77" y="3139"/>
                  </a:cubicBezTo>
                  <a:lnTo>
                    <a:pt x="517" y="3139"/>
                  </a:lnTo>
                  <a:cubicBezTo>
                    <a:pt x="565" y="3292"/>
                    <a:pt x="632" y="3445"/>
                    <a:pt x="709" y="3589"/>
                  </a:cubicBezTo>
                  <a:lnTo>
                    <a:pt x="393" y="3905"/>
                  </a:lnTo>
                  <a:cubicBezTo>
                    <a:pt x="364" y="3933"/>
                    <a:pt x="364" y="3981"/>
                    <a:pt x="393" y="4010"/>
                  </a:cubicBezTo>
                  <a:lnTo>
                    <a:pt x="1111" y="4728"/>
                  </a:lnTo>
                  <a:cubicBezTo>
                    <a:pt x="1125" y="4742"/>
                    <a:pt x="1144" y="4749"/>
                    <a:pt x="1163" y="4749"/>
                  </a:cubicBezTo>
                  <a:cubicBezTo>
                    <a:pt x="1182" y="4749"/>
                    <a:pt x="1202" y="4742"/>
                    <a:pt x="1216" y="4728"/>
                  </a:cubicBezTo>
                  <a:lnTo>
                    <a:pt x="1532" y="4412"/>
                  </a:lnTo>
                  <a:cubicBezTo>
                    <a:pt x="1675" y="4488"/>
                    <a:pt x="1828" y="4555"/>
                    <a:pt x="1982" y="4594"/>
                  </a:cubicBezTo>
                  <a:lnTo>
                    <a:pt x="1982" y="5044"/>
                  </a:lnTo>
                  <a:cubicBezTo>
                    <a:pt x="1982" y="5082"/>
                    <a:pt x="2020" y="5120"/>
                    <a:pt x="2058" y="5120"/>
                  </a:cubicBezTo>
                  <a:lnTo>
                    <a:pt x="3063" y="5120"/>
                  </a:lnTo>
                  <a:cubicBezTo>
                    <a:pt x="3111" y="5120"/>
                    <a:pt x="3140" y="5082"/>
                    <a:pt x="3140" y="5044"/>
                  </a:cubicBezTo>
                  <a:lnTo>
                    <a:pt x="3140" y="4594"/>
                  </a:lnTo>
                  <a:cubicBezTo>
                    <a:pt x="3302" y="4546"/>
                    <a:pt x="3446" y="4488"/>
                    <a:pt x="3589" y="4402"/>
                  </a:cubicBezTo>
                  <a:lnTo>
                    <a:pt x="3905" y="4718"/>
                  </a:lnTo>
                  <a:cubicBezTo>
                    <a:pt x="3920" y="4733"/>
                    <a:pt x="3941" y="4740"/>
                    <a:pt x="3963" y="4740"/>
                  </a:cubicBezTo>
                  <a:cubicBezTo>
                    <a:pt x="3984" y="4740"/>
                    <a:pt x="4006" y="4733"/>
                    <a:pt x="4020" y="4718"/>
                  </a:cubicBezTo>
                  <a:lnTo>
                    <a:pt x="4738" y="4000"/>
                  </a:lnTo>
                  <a:cubicBezTo>
                    <a:pt x="4767" y="3972"/>
                    <a:pt x="4767" y="3924"/>
                    <a:pt x="4738" y="3895"/>
                  </a:cubicBezTo>
                  <a:lnTo>
                    <a:pt x="4422" y="3579"/>
                  </a:lnTo>
                  <a:cubicBezTo>
                    <a:pt x="4499" y="3436"/>
                    <a:pt x="4556" y="3283"/>
                    <a:pt x="4604" y="3129"/>
                  </a:cubicBezTo>
                  <a:lnTo>
                    <a:pt x="5054" y="3129"/>
                  </a:lnTo>
                  <a:cubicBezTo>
                    <a:pt x="5092" y="3129"/>
                    <a:pt x="5130" y="3101"/>
                    <a:pt x="5130" y="3053"/>
                  </a:cubicBezTo>
                  <a:lnTo>
                    <a:pt x="5130" y="2048"/>
                  </a:lnTo>
                  <a:cubicBezTo>
                    <a:pt x="5121" y="2010"/>
                    <a:pt x="5092" y="1981"/>
                    <a:pt x="5054" y="1981"/>
                  </a:cubicBezTo>
                  <a:lnTo>
                    <a:pt x="4604" y="1981"/>
                  </a:lnTo>
                  <a:cubicBezTo>
                    <a:pt x="4556" y="1818"/>
                    <a:pt x="4499" y="1675"/>
                    <a:pt x="4422" y="1531"/>
                  </a:cubicBezTo>
                  <a:lnTo>
                    <a:pt x="4738" y="1215"/>
                  </a:lnTo>
                  <a:cubicBezTo>
                    <a:pt x="4767" y="1187"/>
                    <a:pt x="4767" y="1139"/>
                    <a:pt x="4738" y="1110"/>
                  </a:cubicBezTo>
                  <a:lnTo>
                    <a:pt x="4020" y="392"/>
                  </a:lnTo>
                  <a:cubicBezTo>
                    <a:pt x="4006" y="373"/>
                    <a:pt x="3984" y="364"/>
                    <a:pt x="3963" y="364"/>
                  </a:cubicBezTo>
                  <a:cubicBezTo>
                    <a:pt x="3941" y="364"/>
                    <a:pt x="3920" y="373"/>
                    <a:pt x="3905" y="392"/>
                  </a:cubicBezTo>
                  <a:lnTo>
                    <a:pt x="3589" y="708"/>
                  </a:lnTo>
                  <a:cubicBezTo>
                    <a:pt x="3446" y="622"/>
                    <a:pt x="3302" y="565"/>
                    <a:pt x="3140" y="517"/>
                  </a:cubicBezTo>
                  <a:lnTo>
                    <a:pt x="3140" y="77"/>
                  </a:lnTo>
                  <a:cubicBezTo>
                    <a:pt x="3140" y="29"/>
                    <a:pt x="3111" y="0"/>
                    <a:pt x="3063" y="0"/>
                  </a:cubicBez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203" name="Google Shape;14203;p43"/>
            <p:cNvSpPr/>
            <p:nvPr/>
          </p:nvSpPr>
          <p:spPr>
            <a:xfrm>
              <a:off x="6673918" y="4502396"/>
              <a:ext cx="29936" cy="53807"/>
            </a:xfrm>
            <a:custGeom>
              <a:rect b="b" l="l" r="r" t="t"/>
              <a:pathLst>
                <a:path extrusionOk="0" h="2049" w="1140">
                  <a:moveTo>
                    <a:pt x="728" y="1"/>
                  </a:moveTo>
                  <a:lnTo>
                    <a:pt x="699" y="10"/>
                  </a:lnTo>
                  <a:lnTo>
                    <a:pt x="680" y="20"/>
                  </a:lnTo>
                  <a:lnTo>
                    <a:pt x="651" y="30"/>
                  </a:lnTo>
                  <a:lnTo>
                    <a:pt x="623" y="39"/>
                  </a:lnTo>
                  <a:lnTo>
                    <a:pt x="604" y="49"/>
                  </a:lnTo>
                  <a:lnTo>
                    <a:pt x="584" y="58"/>
                  </a:lnTo>
                  <a:lnTo>
                    <a:pt x="556" y="68"/>
                  </a:lnTo>
                  <a:lnTo>
                    <a:pt x="537" y="77"/>
                  </a:lnTo>
                  <a:lnTo>
                    <a:pt x="508" y="87"/>
                  </a:lnTo>
                  <a:lnTo>
                    <a:pt x="489" y="97"/>
                  </a:lnTo>
                  <a:lnTo>
                    <a:pt x="470" y="116"/>
                  </a:lnTo>
                  <a:lnTo>
                    <a:pt x="451" y="125"/>
                  </a:lnTo>
                  <a:lnTo>
                    <a:pt x="431" y="144"/>
                  </a:lnTo>
                  <a:lnTo>
                    <a:pt x="412" y="154"/>
                  </a:lnTo>
                  <a:lnTo>
                    <a:pt x="393" y="164"/>
                  </a:lnTo>
                  <a:lnTo>
                    <a:pt x="374" y="173"/>
                  </a:lnTo>
                  <a:lnTo>
                    <a:pt x="355" y="202"/>
                  </a:lnTo>
                  <a:lnTo>
                    <a:pt x="336" y="211"/>
                  </a:lnTo>
                  <a:lnTo>
                    <a:pt x="307" y="240"/>
                  </a:lnTo>
                  <a:lnTo>
                    <a:pt x="269" y="269"/>
                  </a:lnTo>
                  <a:lnTo>
                    <a:pt x="259" y="278"/>
                  </a:lnTo>
                  <a:lnTo>
                    <a:pt x="240" y="298"/>
                  </a:lnTo>
                  <a:lnTo>
                    <a:pt x="230" y="317"/>
                  </a:lnTo>
                  <a:lnTo>
                    <a:pt x="211" y="336"/>
                  </a:lnTo>
                  <a:lnTo>
                    <a:pt x="202" y="345"/>
                  </a:lnTo>
                  <a:lnTo>
                    <a:pt x="183" y="364"/>
                  </a:lnTo>
                  <a:lnTo>
                    <a:pt x="173" y="384"/>
                  </a:lnTo>
                  <a:lnTo>
                    <a:pt x="154" y="412"/>
                  </a:lnTo>
                  <a:lnTo>
                    <a:pt x="144" y="431"/>
                  </a:lnTo>
                  <a:lnTo>
                    <a:pt x="135" y="451"/>
                  </a:lnTo>
                  <a:lnTo>
                    <a:pt x="116" y="470"/>
                  </a:lnTo>
                  <a:lnTo>
                    <a:pt x="106" y="498"/>
                  </a:lnTo>
                  <a:lnTo>
                    <a:pt x="96" y="518"/>
                  </a:lnTo>
                  <a:lnTo>
                    <a:pt x="77" y="537"/>
                  </a:lnTo>
                  <a:lnTo>
                    <a:pt x="68" y="565"/>
                  </a:lnTo>
                  <a:lnTo>
                    <a:pt x="58" y="585"/>
                  </a:lnTo>
                  <a:lnTo>
                    <a:pt x="49" y="604"/>
                  </a:lnTo>
                  <a:lnTo>
                    <a:pt x="39" y="632"/>
                  </a:lnTo>
                  <a:lnTo>
                    <a:pt x="29" y="652"/>
                  </a:lnTo>
                  <a:lnTo>
                    <a:pt x="29" y="680"/>
                  </a:lnTo>
                  <a:lnTo>
                    <a:pt x="20" y="699"/>
                  </a:lnTo>
                  <a:lnTo>
                    <a:pt x="10" y="728"/>
                  </a:lnTo>
                  <a:lnTo>
                    <a:pt x="10" y="747"/>
                  </a:lnTo>
                  <a:lnTo>
                    <a:pt x="1" y="776"/>
                  </a:lnTo>
                  <a:lnTo>
                    <a:pt x="1" y="786"/>
                  </a:lnTo>
                  <a:lnTo>
                    <a:pt x="1" y="805"/>
                  </a:lnTo>
                  <a:lnTo>
                    <a:pt x="1" y="833"/>
                  </a:lnTo>
                  <a:lnTo>
                    <a:pt x="1" y="853"/>
                  </a:lnTo>
                  <a:lnTo>
                    <a:pt x="1" y="891"/>
                  </a:lnTo>
                  <a:lnTo>
                    <a:pt x="1" y="900"/>
                  </a:lnTo>
                  <a:lnTo>
                    <a:pt x="1" y="929"/>
                  </a:lnTo>
                  <a:lnTo>
                    <a:pt x="1" y="1006"/>
                  </a:lnTo>
                  <a:lnTo>
                    <a:pt x="1" y="1073"/>
                  </a:lnTo>
                  <a:lnTo>
                    <a:pt x="1" y="1082"/>
                  </a:lnTo>
                  <a:lnTo>
                    <a:pt x="1" y="1140"/>
                  </a:lnTo>
                  <a:lnTo>
                    <a:pt x="1" y="1149"/>
                  </a:lnTo>
                  <a:cubicBezTo>
                    <a:pt x="49" y="1465"/>
                    <a:pt x="221" y="1743"/>
                    <a:pt x="489" y="1905"/>
                  </a:cubicBezTo>
                  <a:lnTo>
                    <a:pt x="498" y="1915"/>
                  </a:lnTo>
                  <a:lnTo>
                    <a:pt x="508" y="1915"/>
                  </a:lnTo>
                  <a:lnTo>
                    <a:pt x="517" y="1924"/>
                  </a:lnTo>
                  <a:lnTo>
                    <a:pt x="556" y="1944"/>
                  </a:lnTo>
                  <a:lnTo>
                    <a:pt x="565" y="1953"/>
                  </a:lnTo>
                  <a:lnTo>
                    <a:pt x="575" y="1953"/>
                  </a:lnTo>
                  <a:lnTo>
                    <a:pt x="632" y="1982"/>
                  </a:lnTo>
                  <a:lnTo>
                    <a:pt x="661" y="1991"/>
                  </a:lnTo>
                  <a:lnTo>
                    <a:pt x="690" y="2001"/>
                  </a:lnTo>
                  <a:lnTo>
                    <a:pt x="699" y="2001"/>
                  </a:lnTo>
                  <a:lnTo>
                    <a:pt x="747" y="2020"/>
                  </a:lnTo>
                  <a:lnTo>
                    <a:pt x="776" y="2030"/>
                  </a:lnTo>
                  <a:lnTo>
                    <a:pt x="814" y="2039"/>
                  </a:lnTo>
                  <a:lnTo>
                    <a:pt x="833" y="2039"/>
                  </a:lnTo>
                  <a:lnTo>
                    <a:pt x="900" y="2049"/>
                  </a:lnTo>
                  <a:lnTo>
                    <a:pt x="1140" y="2049"/>
                  </a:lnTo>
                  <a:lnTo>
                    <a:pt x="1073" y="2039"/>
                  </a:lnTo>
                  <a:lnTo>
                    <a:pt x="1044" y="2039"/>
                  </a:lnTo>
                  <a:lnTo>
                    <a:pt x="1006" y="2030"/>
                  </a:lnTo>
                  <a:lnTo>
                    <a:pt x="977" y="2020"/>
                  </a:lnTo>
                  <a:lnTo>
                    <a:pt x="939" y="2001"/>
                  </a:lnTo>
                  <a:lnTo>
                    <a:pt x="929" y="2001"/>
                  </a:lnTo>
                  <a:lnTo>
                    <a:pt x="891" y="1991"/>
                  </a:lnTo>
                  <a:lnTo>
                    <a:pt x="862" y="1982"/>
                  </a:lnTo>
                  <a:lnTo>
                    <a:pt x="814" y="1953"/>
                  </a:lnTo>
                  <a:lnTo>
                    <a:pt x="805" y="1953"/>
                  </a:lnTo>
                  <a:lnTo>
                    <a:pt x="785" y="1944"/>
                  </a:lnTo>
                  <a:lnTo>
                    <a:pt x="757" y="1924"/>
                  </a:lnTo>
                  <a:lnTo>
                    <a:pt x="738" y="1915"/>
                  </a:lnTo>
                  <a:lnTo>
                    <a:pt x="728" y="1905"/>
                  </a:lnTo>
                  <a:cubicBezTo>
                    <a:pt x="460" y="1743"/>
                    <a:pt x="278" y="1465"/>
                    <a:pt x="240" y="1149"/>
                  </a:cubicBezTo>
                  <a:lnTo>
                    <a:pt x="240" y="1140"/>
                  </a:lnTo>
                  <a:lnTo>
                    <a:pt x="240" y="1082"/>
                  </a:lnTo>
                  <a:lnTo>
                    <a:pt x="240" y="1073"/>
                  </a:lnTo>
                  <a:lnTo>
                    <a:pt x="240" y="1006"/>
                  </a:lnTo>
                  <a:lnTo>
                    <a:pt x="240" y="929"/>
                  </a:lnTo>
                  <a:lnTo>
                    <a:pt x="240" y="900"/>
                  </a:lnTo>
                  <a:lnTo>
                    <a:pt x="240" y="891"/>
                  </a:lnTo>
                  <a:lnTo>
                    <a:pt x="240" y="853"/>
                  </a:lnTo>
                  <a:lnTo>
                    <a:pt x="240" y="833"/>
                  </a:lnTo>
                  <a:lnTo>
                    <a:pt x="240" y="805"/>
                  </a:lnTo>
                  <a:lnTo>
                    <a:pt x="240" y="786"/>
                  </a:lnTo>
                  <a:lnTo>
                    <a:pt x="240" y="776"/>
                  </a:lnTo>
                  <a:lnTo>
                    <a:pt x="240" y="747"/>
                  </a:lnTo>
                  <a:lnTo>
                    <a:pt x="240" y="728"/>
                  </a:lnTo>
                  <a:lnTo>
                    <a:pt x="250" y="699"/>
                  </a:lnTo>
                  <a:lnTo>
                    <a:pt x="259" y="680"/>
                  </a:lnTo>
                  <a:lnTo>
                    <a:pt x="269" y="652"/>
                  </a:lnTo>
                  <a:lnTo>
                    <a:pt x="278" y="632"/>
                  </a:lnTo>
                  <a:lnTo>
                    <a:pt x="288" y="604"/>
                  </a:lnTo>
                  <a:lnTo>
                    <a:pt x="297" y="585"/>
                  </a:lnTo>
                  <a:lnTo>
                    <a:pt x="307" y="565"/>
                  </a:lnTo>
                  <a:lnTo>
                    <a:pt x="317" y="537"/>
                  </a:lnTo>
                  <a:lnTo>
                    <a:pt x="326" y="518"/>
                  </a:lnTo>
                  <a:lnTo>
                    <a:pt x="336" y="498"/>
                  </a:lnTo>
                  <a:lnTo>
                    <a:pt x="355" y="470"/>
                  </a:lnTo>
                  <a:lnTo>
                    <a:pt x="364" y="451"/>
                  </a:lnTo>
                  <a:lnTo>
                    <a:pt x="384" y="431"/>
                  </a:lnTo>
                  <a:lnTo>
                    <a:pt x="393" y="412"/>
                  </a:lnTo>
                  <a:lnTo>
                    <a:pt x="412" y="384"/>
                  </a:lnTo>
                  <a:lnTo>
                    <a:pt x="422" y="364"/>
                  </a:lnTo>
                  <a:lnTo>
                    <a:pt x="441" y="345"/>
                  </a:lnTo>
                  <a:lnTo>
                    <a:pt x="451" y="336"/>
                  </a:lnTo>
                  <a:lnTo>
                    <a:pt x="470" y="317"/>
                  </a:lnTo>
                  <a:lnTo>
                    <a:pt x="479" y="298"/>
                  </a:lnTo>
                  <a:lnTo>
                    <a:pt x="498" y="278"/>
                  </a:lnTo>
                  <a:lnTo>
                    <a:pt x="508" y="269"/>
                  </a:lnTo>
                  <a:lnTo>
                    <a:pt x="537" y="240"/>
                  </a:lnTo>
                  <a:lnTo>
                    <a:pt x="575" y="211"/>
                  </a:lnTo>
                  <a:lnTo>
                    <a:pt x="584" y="202"/>
                  </a:lnTo>
                  <a:lnTo>
                    <a:pt x="613" y="173"/>
                  </a:lnTo>
                  <a:lnTo>
                    <a:pt x="623" y="164"/>
                  </a:lnTo>
                  <a:lnTo>
                    <a:pt x="651" y="154"/>
                  </a:lnTo>
                  <a:lnTo>
                    <a:pt x="661" y="144"/>
                  </a:lnTo>
                  <a:lnTo>
                    <a:pt x="690" y="125"/>
                  </a:lnTo>
                  <a:lnTo>
                    <a:pt x="699" y="116"/>
                  </a:lnTo>
                  <a:lnTo>
                    <a:pt x="728" y="97"/>
                  </a:lnTo>
                  <a:lnTo>
                    <a:pt x="747" y="87"/>
                  </a:lnTo>
                  <a:lnTo>
                    <a:pt x="766" y="77"/>
                  </a:lnTo>
                  <a:lnTo>
                    <a:pt x="795" y="68"/>
                  </a:lnTo>
                  <a:lnTo>
                    <a:pt x="814" y="58"/>
                  </a:lnTo>
                  <a:lnTo>
                    <a:pt x="833" y="49"/>
                  </a:lnTo>
                  <a:lnTo>
                    <a:pt x="862" y="39"/>
                  </a:lnTo>
                  <a:lnTo>
                    <a:pt x="881" y="30"/>
                  </a:lnTo>
                  <a:lnTo>
                    <a:pt x="910" y="20"/>
                  </a:lnTo>
                  <a:lnTo>
                    <a:pt x="929" y="10"/>
                  </a:lnTo>
                  <a:lnTo>
                    <a:pt x="958" y="1"/>
                  </a:lnTo>
                  <a:close/>
                </a:path>
              </a:pathLst>
            </a:custGeom>
            <a:solidFill>
              <a:srgbClr val="ACB8C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4204" name="Google Shape;14204;p43"/>
          <p:cNvGrpSpPr/>
          <p:nvPr/>
        </p:nvGrpSpPr>
        <p:grpSpPr>
          <a:xfrm>
            <a:off x="7133336" y="4138656"/>
            <a:ext cx="232979" cy="343559"/>
            <a:chOff x="7133336" y="4291056"/>
            <a:chExt cx="232979" cy="343559"/>
          </a:xfrm>
        </p:grpSpPr>
        <p:sp>
          <p:nvSpPr>
            <p:cNvPr id="14205" name="Google Shape;14205;p43"/>
            <p:cNvSpPr/>
            <p:nvPr/>
          </p:nvSpPr>
          <p:spPr>
            <a:xfrm>
              <a:off x="7224800" y="4396358"/>
              <a:ext cx="49789" cy="50025"/>
            </a:xfrm>
            <a:custGeom>
              <a:rect b="b" l="l" r="r" t="t"/>
              <a:pathLst>
                <a:path extrusionOk="0" h="1905" w="1896">
                  <a:moveTo>
                    <a:pt x="1" y="0"/>
                  </a:moveTo>
                  <a:lnTo>
                    <a:pt x="1" y="1905"/>
                  </a:lnTo>
                  <a:lnTo>
                    <a:pt x="1896" y="1905"/>
                  </a:lnTo>
                  <a:lnTo>
                    <a:pt x="1896" y="0"/>
                  </a:lnTo>
                  <a:close/>
                </a:path>
              </a:pathLst>
            </a:custGeom>
            <a:solidFill>
              <a:srgbClr val="ACBDC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206" name="Google Shape;14206;p43"/>
            <p:cNvSpPr/>
            <p:nvPr/>
          </p:nvSpPr>
          <p:spPr>
            <a:xfrm>
              <a:off x="7224800" y="4396358"/>
              <a:ext cx="50052" cy="27652"/>
            </a:xfrm>
            <a:custGeom>
              <a:rect b="b" l="l" r="r" t="t"/>
              <a:pathLst>
                <a:path extrusionOk="0" h="1053" w="1906">
                  <a:moveTo>
                    <a:pt x="1" y="0"/>
                  </a:moveTo>
                  <a:lnTo>
                    <a:pt x="1" y="881"/>
                  </a:lnTo>
                  <a:cubicBezTo>
                    <a:pt x="307" y="995"/>
                    <a:pt x="630" y="1053"/>
                    <a:pt x="953" y="1053"/>
                  </a:cubicBezTo>
                  <a:cubicBezTo>
                    <a:pt x="1276" y="1053"/>
                    <a:pt x="1599" y="995"/>
                    <a:pt x="1905" y="881"/>
                  </a:cubicBezTo>
                  <a:lnTo>
                    <a:pt x="1905" y="0"/>
                  </a:lnTo>
                  <a:close/>
                </a:path>
              </a:pathLst>
            </a:custGeom>
            <a:solidFill>
              <a:srgbClr val="96ABB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207" name="Google Shape;14207;p43"/>
            <p:cNvSpPr/>
            <p:nvPr/>
          </p:nvSpPr>
          <p:spPr>
            <a:xfrm>
              <a:off x="7199932" y="4291056"/>
              <a:ext cx="99788" cy="77414"/>
            </a:xfrm>
            <a:custGeom>
              <a:rect b="b" l="l" r="r" t="t"/>
              <a:pathLst>
                <a:path extrusionOk="0" h="2948" w="3800">
                  <a:moveTo>
                    <a:pt x="1246" y="0"/>
                  </a:moveTo>
                  <a:cubicBezTo>
                    <a:pt x="556" y="0"/>
                    <a:pt x="0" y="571"/>
                    <a:pt x="0" y="1264"/>
                  </a:cubicBezTo>
                  <a:lnTo>
                    <a:pt x="0" y="1828"/>
                  </a:lnTo>
                  <a:cubicBezTo>
                    <a:pt x="0" y="2010"/>
                    <a:pt x="29" y="2192"/>
                    <a:pt x="86" y="2364"/>
                  </a:cubicBezTo>
                  <a:lnTo>
                    <a:pt x="173" y="2642"/>
                  </a:lnTo>
                  <a:cubicBezTo>
                    <a:pt x="192" y="2699"/>
                    <a:pt x="211" y="2776"/>
                    <a:pt x="211" y="2843"/>
                  </a:cubicBezTo>
                  <a:lnTo>
                    <a:pt x="211" y="2948"/>
                  </a:lnTo>
                  <a:lnTo>
                    <a:pt x="3589" y="2948"/>
                  </a:lnTo>
                  <a:lnTo>
                    <a:pt x="3589" y="2843"/>
                  </a:lnTo>
                  <a:cubicBezTo>
                    <a:pt x="3589" y="2776"/>
                    <a:pt x="3599" y="2699"/>
                    <a:pt x="3618" y="2642"/>
                  </a:cubicBezTo>
                  <a:lnTo>
                    <a:pt x="3714" y="2364"/>
                  </a:lnTo>
                  <a:cubicBezTo>
                    <a:pt x="3771" y="2192"/>
                    <a:pt x="3800" y="2010"/>
                    <a:pt x="3800" y="1828"/>
                  </a:cubicBezTo>
                  <a:lnTo>
                    <a:pt x="3800" y="421"/>
                  </a:lnTo>
                  <a:cubicBezTo>
                    <a:pt x="3800" y="192"/>
                    <a:pt x="3608" y="0"/>
                    <a:pt x="3369" y="0"/>
                  </a:cubicBezTo>
                  <a:lnTo>
                    <a:pt x="1264" y="0"/>
                  </a:lnTo>
                  <a:cubicBezTo>
                    <a:pt x="1258" y="0"/>
                    <a:pt x="1252" y="0"/>
                    <a:pt x="1246" y="0"/>
                  </a:cubicBez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208" name="Google Shape;14208;p43"/>
            <p:cNvSpPr/>
            <p:nvPr/>
          </p:nvSpPr>
          <p:spPr>
            <a:xfrm>
              <a:off x="7199932" y="4291056"/>
              <a:ext cx="41990" cy="77414"/>
            </a:xfrm>
            <a:custGeom>
              <a:rect b="b" l="l" r="r" t="t"/>
              <a:pathLst>
                <a:path extrusionOk="0" h="2948" w="1599">
                  <a:moveTo>
                    <a:pt x="1246" y="0"/>
                  </a:moveTo>
                  <a:cubicBezTo>
                    <a:pt x="556" y="0"/>
                    <a:pt x="0" y="571"/>
                    <a:pt x="0" y="1264"/>
                  </a:cubicBezTo>
                  <a:lnTo>
                    <a:pt x="0" y="1828"/>
                  </a:lnTo>
                  <a:cubicBezTo>
                    <a:pt x="0" y="2010"/>
                    <a:pt x="29" y="2192"/>
                    <a:pt x="86" y="2364"/>
                  </a:cubicBezTo>
                  <a:lnTo>
                    <a:pt x="173" y="2642"/>
                  </a:lnTo>
                  <a:cubicBezTo>
                    <a:pt x="192" y="2699"/>
                    <a:pt x="211" y="2776"/>
                    <a:pt x="211" y="2843"/>
                  </a:cubicBezTo>
                  <a:lnTo>
                    <a:pt x="211" y="2948"/>
                  </a:lnTo>
                  <a:lnTo>
                    <a:pt x="1474" y="2948"/>
                  </a:lnTo>
                  <a:lnTo>
                    <a:pt x="1474" y="1474"/>
                  </a:lnTo>
                  <a:cubicBezTo>
                    <a:pt x="1101" y="1474"/>
                    <a:pt x="795" y="1168"/>
                    <a:pt x="795" y="795"/>
                  </a:cubicBezTo>
                  <a:cubicBezTo>
                    <a:pt x="795" y="354"/>
                    <a:pt x="1158" y="0"/>
                    <a:pt x="1599" y="0"/>
                  </a:cubicBezTo>
                  <a:lnTo>
                    <a:pt x="1264" y="0"/>
                  </a:lnTo>
                  <a:cubicBezTo>
                    <a:pt x="1258" y="0"/>
                    <a:pt x="1252" y="0"/>
                    <a:pt x="1246" y="0"/>
                  </a:cubicBez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209" name="Google Shape;14209;p43"/>
            <p:cNvSpPr/>
            <p:nvPr/>
          </p:nvSpPr>
          <p:spPr>
            <a:xfrm>
              <a:off x="7172043" y="4429525"/>
              <a:ext cx="155065" cy="72162"/>
            </a:xfrm>
            <a:custGeom>
              <a:rect b="b" l="l" r="r" t="t"/>
              <a:pathLst>
                <a:path extrusionOk="0" h="2748" w="5905">
                  <a:moveTo>
                    <a:pt x="2115" y="0"/>
                  </a:moveTo>
                  <a:lnTo>
                    <a:pt x="603" y="450"/>
                  </a:lnTo>
                  <a:cubicBezTo>
                    <a:pt x="249" y="565"/>
                    <a:pt x="0" y="890"/>
                    <a:pt x="0" y="1264"/>
                  </a:cubicBezTo>
                  <a:lnTo>
                    <a:pt x="0" y="2537"/>
                  </a:lnTo>
                  <a:cubicBezTo>
                    <a:pt x="0" y="2651"/>
                    <a:pt x="96" y="2738"/>
                    <a:pt x="211" y="2747"/>
                  </a:cubicBezTo>
                  <a:lnTo>
                    <a:pt x="5694" y="2747"/>
                  </a:lnTo>
                  <a:cubicBezTo>
                    <a:pt x="5819" y="2747"/>
                    <a:pt x="5905" y="2651"/>
                    <a:pt x="5905" y="2537"/>
                  </a:cubicBezTo>
                  <a:lnTo>
                    <a:pt x="5905" y="1264"/>
                  </a:lnTo>
                  <a:cubicBezTo>
                    <a:pt x="5905" y="890"/>
                    <a:pt x="5666" y="565"/>
                    <a:pt x="5312" y="450"/>
                  </a:cubicBezTo>
                  <a:lnTo>
                    <a:pt x="3799" y="0"/>
                  </a:lnTo>
                  <a:lnTo>
                    <a:pt x="2957" y="651"/>
                  </a:lnTo>
                  <a:lnTo>
                    <a:pt x="2115" y="0"/>
                  </a:lnTo>
                  <a:close/>
                </a:path>
              </a:pathLst>
            </a:custGeom>
            <a:solidFill>
              <a:srgbClr val="63798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210" name="Google Shape;14210;p43"/>
            <p:cNvSpPr/>
            <p:nvPr/>
          </p:nvSpPr>
          <p:spPr>
            <a:xfrm>
              <a:off x="7241396" y="4451636"/>
              <a:ext cx="16623" cy="50052"/>
            </a:xfrm>
            <a:custGeom>
              <a:rect b="b" l="l" r="r" t="t"/>
              <a:pathLst>
                <a:path extrusionOk="0" h="1906" w="633">
                  <a:moveTo>
                    <a:pt x="163" y="1"/>
                  </a:moveTo>
                  <a:lnTo>
                    <a:pt x="0" y="1905"/>
                  </a:lnTo>
                  <a:lnTo>
                    <a:pt x="632" y="1905"/>
                  </a:lnTo>
                  <a:lnTo>
                    <a:pt x="479" y="1"/>
                  </a:lnTo>
                  <a:close/>
                </a:path>
              </a:pathLst>
            </a:custGeom>
            <a:solidFill>
              <a:srgbClr val="8192A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211" name="Google Shape;14211;p43"/>
            <p:cNvSpPr/>
            <p:nvPr/>
          </p:nvSpPr>
          <p:spPr>
            <a:xfrm>
              <a:off x="7172043" y="4450139"/>
              <a:ext cx="27914" cy="51548"/>
            </a:xfrm>
            <a:custGeom>
              <a:rect b="b" l="l" r="r" t="t"/>
              <a:pathLst>
                <a:path extrusionOk="0" h="1963" w="1063">
                  <a:moveTo>
                    <a:pt x="153" y="0"/>
                  </a:moveTo>
                  <a:cubicBezTo>
                    <a:pt x="57" y="144"/>
                    <a:pt x="0" y="306"/>
                    <a:pt x="0" y="479"/>
                  </a:cubicBezTo>
                  <a:lnTo>
                    <a:pt x="0" y="1752"/>
                  </a:lnTo>
                  <a:cubicBezTo>
                    <a:pt x="0" y="1866"/>
                    <a:pt x="96" y="1962"/>
                    <a:pt x="211" y="1962"/>
                  </a:cubicBezTo>
                  <a:lnTo>
                    <a:pt x="1062" y="1962"/>
                  </a:lnTo>
                  <a:lnTo>
                    <a:pt x="1062" y="1168"/>
                  </a:lnTo>
                  <a:cubicBezTo>
                    <a:pt x="1062" y="996"/>
                    <a:pt x="995" y="842"/>
                    <a:pt x="871" y="718"/>
                  </a:cubicBezTo>
                  <a:lnTo>
                    <a:pt x="153" y="0"/>
                  </a:lnTo>
                  <a:close/>
                </a:path>
              </a:pathLst>
            </a:custGeom>
            <a:solidFill>
              <a:srgbClr val="4B637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212" name="Google Shape;14212;p43"/>
            <p:cNvSpPr/>
            <p:nvPr/>
          </p:nvSpPr>
          <p:spPr>
            <a:xfrm>
              <a:off x="7299693" y="4450139"/>
              <a:ext cx="27678" cy="51548"/>
            </a:xfrm>
            <a:custGeom>
              <a:rect b="b" l="l" r="r" t="t"/>
              <a:pathLst>
                <a:path extrusionOk="0" h="1963" w="1054">
                  <a:moveTo>
                    <a:pt x="900" y="0"/>
                  </a:moveTo>
                  <a:lnTo>
                    <a:pt x="183" y="718"/>
                  </a:lnTo>
                  <a:cubicBezTo>
                    <a:pt x="68" y="842"/>
                    <a:pt x="1" y="996"/>
                    <a:pt x="1" y="1168"/>
                  </a:cubicBezTo>
                  <a:lnTo>
                    <a:pt x="1" y="1962"/>
                  </a:lnTo>
                  <a:lnTo>
                    <a:pt x="843" y="1962"/>
                  </a:lnTo>
                  <a:cubicBezTo>
                    <a:pt x="958" y="1962"/>
                    <a:pt x="1053" y="1866"/>
                    <a:pt x="1053" y="1752"/>
                  </a:cubicBezTo>
                  <a:lnTo>
                    <a:pt x="1053" y="479"/>
                  </a:lnTo>
                  <a:cubicBezTo>
                    <a:pt x="1053" y="306"/>
                    <a:pt x="1006" y="144"/>
                    <a:pt x="900" y="0"/>
                  </a:cubicBezTo>
                  <a:close/>
                </a:path>
              </a:pathLst>
            </a:custGeom>
            <a:solidFill>
              <a:srgbClr val="4B637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213" name="Google Shape;14213;p43"/>
            <p:cNvSpPr/>
            <p:nvPr/>
          </p:nvSpPr>
          <p:spPr>
            <a:xfrm>
              <a:off x="7241396" y="4446620"/>
              <a:ext cx="16623" cy="13340"/>
            </a:xfrm>
            <a:custGeom>
              <a:rect b="b" l="l" r="r" t="t"/>
              <a:pathLst>
                <a:path extrusionOk="0" h="508" w="633">
                  <a:moveTo>
                    <a:pt x="0" y="0"/>
                  </a:moveTo>
                  <a:lnTo>
                    <a:pt x="0" y="383"/>
                  </a:lnTo>
                  <a:cubicBezTo>
                    <a:pt x="0" y="450"/>
                    <a:pt x="58" y="507"/>
                    <a:pt x="125" y="507"/>
                  </a:cubicBezTo>
                  <a:lnTo>
                    <a:pt x="508" y="507"/>
                  </a:lnTo>
                  <a:cubicBezTo>
                    <a:pt x="575" y="507"/>
                    <a:pt x="632" y="460"/>
                    <a:pt x="632" y="393"/>
                  </a:cubicBezTo>
                  <a:lnTo>
                    <a:pt x="632" y="0"/>
                  </a:lnTo>
                  <a:close/>
                </a:path>
              </a:pathLst>
            </a:custGeom>
            <a:solidFill>
              <a:srgbClr val="5F758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214" name="Google Shape;14214;p43"/>
            <p:cNvSpPr/>
            <p:nvPr/>
          </p:nvSpPr>
          <p:spPr>
            <a:xfrm>
              <a:off x="7215267" y="4424115"/>
              <a:ext cx="34453" cy="31013"/>
            </a:xfrm>
            <a:custGeom>
              <a:rect b="b" l="l" r="r" t="t"/>
              <a:pathLst>
                <a:path extrusionOk="0" h="1181" w="1312">
                  <a:moveTo>
                    <a:pt x="328" y="0"/>
                  </a:moveTo>
                  <a:cubicBezTo>
                    <a:pt x="286" y="0"/>
                    <a:pt x="246" y="17"/>
                    <a:pt x="220" y="53"/>
                  </a:cubicBezTo>
                  <a:lnTo>
                    <a:pt x="0" y="350"/>
                  </a:lnTo>
                  <a:lnTo>
                    <a:pt x="507" y="1077"/>
                  </a:lnTo>
                  <a:cubicBezTo>
                    <a:pt x="556" y="1144"/>
                    <a:pt x="628" y="1180"/>
                    <a:pt x="701" y="1180"/>
                  </a:cubicBezTo>
                  <a:cubicBezTo>
                    <a:pt x="743" y="1180"/>
                    <a:pt x="785" y="1169"/>
                    <a:pt x="823" y="1144"/>
                  </a:cubicBezTo>
                  <a:lnTo>
                    <a:pt x="1311" y="848"/>
                  </a:lnTo>
                  <a:lnTo>
                    <a:pt x="431" y="34"/>
                  </a:lnTo>
                  <a:cubicBezTo>
                    <a:pt x="400" y="12"/>
                    <a:pt x="363" y="0"/>
                    <a:pt x="328" y="0"/>
                  </a:cubicBezTo>
                  <a:close/>
                </a:path>
              </a:pathLst>
            </a:custGeom>
            <a:solidFill>
              <a:srgbClr val="4B637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215" name="Google Shape;14215;p43"/>
            <p:cNvSpPr/>
            <p:nvPr/>
          </p:nvSpPr>
          <p:spPr>
            <a:xfrm>
              <a:off x="7249694" y="4424246"/>
              <a:ext cx="34453" cy="30882"/>
            </a:xfrm>
            <a:custGeom>
              <a:rect b="b" l="l" r="r" t="t"/>
              <a:pathLst>
                <a:path extrusionOk="0" h="1176" w="1312">
                  <a:moveTo>
                    <a:pt x="986" y="0"/>
                  </a:moveTo>
                  <a:cubicBezTo>
                    <a:pt x="951" y="0"/>
                    <a:pt x="917" y="12"/>
                    <a:pt x="890" y="39"/>
                  </a:cubicBezTo>
                  <a:lnTo>
                    <a:pt x="0" y="852"/>
                  </a:lnTo>
                  <a:lnTo>
                    <a:pt x="488" y="1139"/>
                  </a:lnTo>
                  <a:cubicBezTo>
                    <a:pt x="527" y="1164"/>
                    <a:pt x="570" y="1175"/>
                    <a:pt x="613" y="1175"/>
                  </a:cubicBezTo>
                  <a:cubicBezTo>
                    <a:pt x="689" y="1175"/>
                    <a:pt x="765" y="1139"/>
                    <a:pt x="814" y="1072"/>
                  </a:cubicBezTo>
                  <a:lnTo>
                    <a:pt x="1311" y="345"/>
                  </a:lnTo>
                  <a:lnTo>
                    <a:pt x="1101" y="48"/>
                  </a:lnTo>
                  <a:cubicBezTo>
                    <a:pt x="1070" y="17"/>
                    <a:pt x="1027" y="0"/>
                    <a:pt x="986" y="0"/>
                  </a:cubicBezTo>
                  <a:close/>
                </a:path>
              </a:pathLst>
            </a:custGeom>
            <a:solidFill>
              <a:srgbClr val="4B637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216" name="Google Shape;14216;p43"/>
            <p:cNvSpPr/>
            <p:nvPr/>
          </p:nvSpPr>
          <p:spPr>
            <a:xfrm>
              <a:off x="7205210" y="4329658"/>
              <a:ext cx="88733" cy="83349"/>
            </a:xfrm>
            <a:custGeom>
              <a:rect b="b" l="l" r="r" t="t"/>
              <a:pathLst>
                <a:path extrusionOk="0" h="3174" w="3379">
                  <a:moveTo>
                    <a:pt x="1297" y="1"/>
                  </a:moveTo>
                  <a:cubicBezTo>
                    <a:pt x="1002" y="1"/>
                    <a:pt x="751" y="38"/>
                    <a:pt x="594" y="71"/>
                  </a:cubicBezTo>
                  <a:cubicBezTo>
                    <a:pt x="498" y="90"/>
                    <a:pt x="431" y="176"/>
                    <a:pt x="431" y="282"/>
                  </a:cubicBezTo>
                  <a:lnTo>
                    <a:pt x="431" y="932"/>
                  </a:lnTo>
                  <a:cubicBezTo>
                    <a:pt x="431" y="1009"/>
                    <a:pt x="383" y="1085"/>
                    <a:pt x="307" y="1114"/>
                  </a:cubicBezTo>
                  <a:lnTo>
                    <a:pt x="125" y="1210"/>
                  </a:lnTo>
                  <a:cubicBezTo>
                    <a:pt x="48" y="1248"/>
                    <a:pt x="0" y="1315"/>
                    <a:pt x="0" y="1401"/>
                  </a:cubicBezTo>
                  <a:lnTo>
                    <a:pt x="0" y="1420"/>
                  </a:lnTo>
                  <a:cubicBezTo>
                    <a:pt x="0" y="2320"/>
                    <a:pt x="728" y="3134"/>
                    <a:pt x="1627" y="3172"/>
                  </a:cubicBezTo>
                  <a:cubicBezTo>
                    <a:pt x="1650" y="3173"/>
                    <a:pt x="1673" y="3173"/>
                    <a:pt x="1695" y="3173"/>
                  </a:cubicBezTo>
                  <a:cubicBezTo>
                    <a:pt x="2622" y="3173"/>
                    <a:pt x="3379" y="2412"/>
                    <a:pt x="3379" y="1478"/>
                  </a:cubicBezTo>
                  <a:lnTo>
                    <a:pt x="3379" y="1401"/>
                  </a:lnTo>
                  <a:cubicBezTo>
                    <a:pt x="3379" y="1315"/>
                    <a:pt x="3331" y="1248"/>
                    <a:pt x="3264" y="1210"/>
                  </a:cubicBezTo>
                  <a:lnTo>
                    <a:pt x="3072" y="1114"/>
                  </a:lnTo>
                  <a:cubicBezTo>
                    <a:pt x="2996" y="1085"/>
                    <a:pt x="2948" y="1009"/>
                    <a:pt x="2948" y="932"/>
                  </a:cubicBezTo>
                  <a:lnTo>
                    <a:pt x="2948" y="655"/>
                  </a:lnTo>
                  <a:cubicBezTo>
                    <a:pt x="2958" y="588"/>
                    <a:pt x="2929" y="511"/>
                    <a:pt x="2881" y="463"/>
                  </a:cubicBezTo>
                  <a:cubicBezTo>
                    <a:pt x="2367" y="97"/>
                    <a:pt x="1773" y="1"/>
                    <a:pt x="1297" y="1"/>
                  </a:cubicBezTo>
                  <a:close/>
                </a:path>
              </a:pathLst>
            </a:custGeom>
            <a:solidFill>
              <a:srgbClr val="BECBD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217" name="Google Shape;14217;p43"/>
            <p:cNvSpPr/>
            <p:nvPr/>
          </p:nvSpPr>
          <p:spPr>
            <a:xfrm>
              <a:off x="7205210" y="4329789"/>
              <a:ext cx="77940" cy="82430"/>
            </a:xfrm>
            <a:custGeom>
              <a:rect b="b" l="l" r="r" t="t"/>
              <a:pathLst>
                <a:path extrusionOk="0" h="3139" w="2968">
                  <a:moveTo>
                    <a:pt x="1310" y="1"/>
                  </a:moveTo>
                  <a:cubicBezTo>
                    <a:pt x="1139" y="1"/>
                    <a:pt x="984" y="13"/>
                    <a:pt x="852" y="28"/>
                  </a:cubicBezTo>
                  <a:cubicBezTo>
                    <a:pt x="756" y="37"/>
                    <a:pt x="670" y="56"/>
                    <a:pt x="603" y="66"/>
                  </a:cubicBezTo>
                  <a:cubicBezTo>
                    <a:pt x="498" y="85"/>
                    <a:pt x="431" y="171"/>
                    <a:pt x="431" y="277"/>
                  </a:cubicBezTo>
                  <a:lnTo>
                    <a:pt x="431" y="927"/>
                  </a:lnTo>
                  <a:cubicBezTo>
                    <a:pt x="431" y="1004"/>
                    <a:pt x="383" y="1080"/>
                    <a:pt x="307" y="1109"/>
                  </a:cubicBezTo>
                  <a:lnTo>
                    <a:pt x="125" y="1205"/>
                  </a:lnTo>
                  <a:cubicBezTo>
                    <a:pt x="48" y="1243"/>
                    <a:pt x="0" y="1310"/>
                    <a:pt x="0" y="1396"/>
                  </a:cubicBezTo>
                  <a:lnTo>
                    <a:pt x="0" y="1415"/>
                  </a:lnTo>
                  <a:cubicBezTo>
                    <a:pt x="10" y="2238"/>
                    <a:pt x="584" y="2956"/>
                    <a:pt x="1388" y="3138"/>
                  </a:cubicBezTo>
                  <a:cubicBezTo>
                    <a:pt x="1043" y="2813"/>
                    <a:pt x="852" y="2372"/>
                    <a:pt x="852" y="1904"/>
                  </a:cubicBezTo>
                  <a:lnTo>
                    <a:pt x="852" y="726"/>
                  </a:lnTo>
                  <a:cubicBezTo>
                    <a:pt x="852" y="545"/>
                    <a:pt x="996" y="391"/>
                    <a:pt x="1177" y="391"/>
                  </a:cubicBezTo>
                  <a:cubicBezTo>
                    <a:pt x="1229" y="390"/>
                    <a:pt x="1282" y="390"/>
                    <a:pt x="1338" y="390"/>
                  </a:cubicBezTo>
                  <a:cubicBezTo>
                    <a:pt x="1835" y="390"/>
                    <a:pt x="2494" y="436"/>
                    <a:pt x="2967" y="659"/>
                  </a:cubicBezTo>
                  <a:cubicBezTo>
                    <a:pt x="2967" y="583"/>
                    <a:pt x="2938" y="506"/>
                    <a:pt x="2881" y="458"/>
                  </a:cubicBezTo>
                  <a:cubicBezTo>
                    <a:pt x="2374" y="92"/>
                    <a:pt x="1784" y="1"/>
                    <a:pt x="1310" y="1"/>
                  </a:cubicBezTo>
                  <a:close/>
                </a:path>
              </a:pathLst>
            </a:custGeom>
            <a:solidFill>
              <a:srgbClr val="ACBDC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218" name="Google Shape;14218;p43"/>
            <p:cNvSpPr/>
            <p:nvPr/>
          </p:nvSpPr>
          <p:spPr>
            <a:xfrm>
              <a:off x="7238639" y="4612478"/>
              <a:ext cx="22137" cy="22137"/>
            </a:xfrm>
            <a:custGeom>
              <a:rect b="b" l="l" r="r" t="t"/>
              <a:pathLst>
                <a:path extrusionOk="0" h="843" w="843">
                  <a:moveTo>
                    <a:pt x="421" y="1"/>
                  </a:moveTo>
                  <a:cubicBezTo>
                    <a:pt x="192" y="1"/>
                    <a:pt x="0" y="192"/>
                    <a:pt x="0" y="422"/>
                  </a:cubicBezTo>
                  <a:cubicBezTo>
                    <a:pt x="0" y="651"/>
                    <a:pt x="192" y="843"/>
                    <a:pt x="421" y="843"/>
                  </a:cubicBezTo>
                  <a:cubicBezTo>
                    <a:pt x="661" y="843"/>
                    <a:pt x="842" y="651"/>
                    <a:pt x="842" y="422"/>
                  </a:cubicBezTo>
                  <a:cubicBezTo>
                    <a:pt x="842" y="192"/>
                    <a:pt x="661" y="1"/>
                    <a:pt x="421" y="1"/>
                  </a:cubicBez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219" name="Google Shape;14219;p43"/>
            <p:cNvSpPr/>
            <p:nvPr/>
          </p:nvSpPr>
          <p:spPr>
            <a:xfrm>
              <a:off x="7133336" y="4612478"/>
              <a:ext cx="22137" cy="22137"/>
            </a:xfrm>
            <a:custGeom>
              <a:rect b="b" l="l" r="r" t="t"/>
              <a:pathLst>
                <a:path extrusionOk="0" h="843" w="843">
                  <a:moveTo>
                    <a:pt x="421" y="1"/>
                  </a:moveTo>
                  <a:cubicBezTo>
                    <a:pt x="192" y="1"/>
                    <a:pt x="0" y="192"/>
                    <a:pt x="0" y="422"/>
                  </a:cubicBezTo>
                  <a:cubicBezTo>
                    <a:pt x="0" y="651"/>
                    <a:pt x="192" y="843"/>
                    <a:pt x="421" y="843"/>
                  </a:cubicBezTo>
                  <a:cubicBezTo>
                    <a:pt x="651" y="843"/>
                    <a:pt x="842" y="651"/>
                    <a:pt x="842" y="422"/>
                  </a:cubicBezTo>
                  <a:cubicBezTo>
                    <a:pt x="842" y="192"/>
                    <a:pt x="651" y="1"/>
                    <a:pt x="421" y="1"/>
                  </a:cubicBezTo>
                  <a:close/>
                </a:path>
              </a:pathLst>
            </a:custGeom>
            <a:solidFill>
              <a:srgbClr val="D2DBE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220" name="Google Shape;14220;p43"/>
            <p:cNvSpPr/>
            <p:nvPr/>
          </p:nvSpPr>
          <p:spPr>
            <a:xfrm>
              <a:off x="7343941" y="4612478"/>
              <a:ext cx="22374" cy="22137"/>
            </a:xfrm>
            <a:custGeom>
              <a:rect b="b" l="l" r="r" t="t"/>
              <a:pathLst>
                <a:path extrusionOk="0" h="843" w="852">
                  <a:moveTo>
                    <a:pt x="421" y="1"/>
                  </a:moveTo>
                  <a:cubicBezTo>
                    <a:pt x="192" y="1"/>
                    <a:pt x="0" y="192"/>
                    <a:pt x="0" y="422"/>
                  </a:cubicBezTo>
                  <a:cubicBezTo>
                    <a:pt x="0" y="651"/>
                    <a:pt x="192" y="843"/>
                    <a:pt x="421" y="843"/>
                  </a:cubicBezTo>
                  <a:cubicBezTo>
                    <a:pt x="660" y="843"/>
                    <a:pt x="852" y="651"/>
                    <a:pt x="852" y="422"/>
                  </a:cubicBezTo>
                  <a:cubicBezTo>
                    <a:pt x="852" y="192"/>
                    <a:pt x="660" y="1"/>
                    <a:pt x="421" y="1"/>
                  </a:cubicBezTo>
                  <a:close/>
                </a:path>
              </a:pathLst>
            </a:custGeom>
            <a:solidFill>
              <a:srgbClr val="63768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221" name="Google Shape;14221;p43"/>
            <p:cNvSpPr/>
            <p:nvPr/>
          </p:nvSpPr>
          <p:spPr>
            <a:xfrm>
              <a:off x="7156891" y="4529181"/>
              <a:ext cx="186105" cy="72399"/>
            </a:xfrm>
            <a:custGeom>
              <a:rect b="b" l="l" r="r" t="t"/>
              <a:pathLst>
                <a:path extrusionOk="0" h="2757" w="7087">
                  <a:moveTo>
                    <a:pt x="3544" y="0"/>
                  </a:moveTo>
                  <a:cubicBezTo>
                    <a:pt x="3439" y="0"/>
                    <a:pt x="3333" y="72"/>
                    <a:pt x="3333" y="215"/>
                  </a:cubicBezTo>
                  <a:lnTo>
                    <a:pt x="3333" y="426"/>
                  </a:lnTo>
                  <a:lnTo>
                    <a:pt x="1965" y="426"/>
                  </a:lnTo>
                  <a:cubicBezTo>
                    <a:pt x="1697" y="426"/>
                    <a:pt x="1438" y="560"/>
                    <a:pt x="1285" y="780"/>
                  </a:cubicBezTo>
                  <a:lnTo>
                    <a:pt x="118" y="2417"/>
                  </a:lnTo>
                  <a:cubicBezTo>
                    <a:pt x="1" y="2582"/>
                    <a:pt x="141" y="2757"/>
                    <a:pt x="289" y="2757"/>
                  </a:cubicBezTo>
                  <a:cubicBezTo>
                    <a:pt x="348" y="2757"/>
                    <a:pt x="407" y="2730"/>
                    <a:pt x="453" y="2665"/>
                  </a:cubicBezTo>
                  <a:lnTo>
                    <a:pt x="1620" y="1029"/>
                  </a:lnTo>
                  <a:cubicBezTo>
                    <a:pt x="1706" y="914"/>
                    <a:pt x="1831" y="847"/>
                    <a:pt x="1965" y="847"/>
                  </a:cubicBezTo>
                  <a:lnTo>
                    <a:pt x="3333" y="847"/>
                  </a:lnTo>
                  <a:lnTo>
                    <a:pt x="3333" y="2330"/>
                  </a:lnTo>
                  <a:cubicBezTo>
                    <a:pt x="3333" y="2469"/>
                    <a:pt x="3439" y="2539"/>
                    <a:pt x="3544" y="2539"/>
                  </a:cubicBezTo>
                  <a:cubicBezTo>
                    <a:pt x="3649" y="2539"/>
                    <a:pt x="3754" y="2469"/>
                    <a:pt x="3754" y="2330"/>
                  </a:cubicBezTo>
                  <a:lnTo>
                    <a:pt x="3754" y="847"/>
                  </a:lnTo>
                  <a:lnTo>
                    <a:pt x="5113" y="847"/>
                  </a:lnTo>
                  <a:cubicBezTo>
                    <a:pt x="5247" y="847"/>
                    <a:pt x="5381" y="914"/>
                    <a:pt x="5458" y="1029"/>
                  </a:cubicBezTo>
                  <a:lnTo>
                    <a:pt x="6625" y="2665"/>
                  </a:lnTo>
                  <a:cubicBezTo>
                    <a:pt x="6671" y="2730"/>
                    <a:pt x="6731" y="2757"/>
                    <a:pt x="6790" y="2757"/>
                  </a:cubicBezTo>
                  <a:cubicBezTo>
                    <a:pt x="6942" y="2757"/>
                    <a:pt x="7087" y="2582"/>
                    <a:pt x="6970" y="2417"/>
                  </a:cubicBezTo>
                  <a:lnTo>
                    <a:pt x="5802" y="780"/>
                  </a:lnTo>
                  <a:cubicBezTo>
                    <a:pt x="5649" y="560"/>
                    <a:pt x="5391" y="426"/>
                    <a:pt x="5113" y="426"/>
                  </a:cubicBezTo>
                  <a:lnTo>
                    <a:pt x="3754" y="426"/>
                  </a:lnTo>
                  <a:lnTo>
                    <a:pt x="3754" y="215"/>
                  </a:lnTo>
                  <a:cubicBezTo>
                    <a:pt x="3754" y="72"/>
                    <a:pt x="3649" y="0"/>
                    <a:pt x="3544" y="0"/>
                  </a:cubicBez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4222" name="Google Shape;14222;p43"/>
          <p:cNvGrpSpPr/>
          <p:nvPr/>
        </p:nvGrpSpPr>
        <p:grpSpPr>
          <a:xfrm>
            <a:off x="7571379" y="4138656"/>
            <a:ext cx="232980" cy="343559"/>
            <a:chOff x="7571379" y="4291056"/>
            <a:chExt cx="232980" cy="343559"/>
          </a:xfrm>
        </p:grpSpPr>
        <p:sp>
          <p:nvSpPr>
            <p:cNvPr id="14223" name="Google Shape;14223;p43"/>
            <p:cNvSpPr/>
            <p:nvPr/>
          </p:nvSpPr>
          <p:spPr>
            <a:xfrm>
              <a:off x="7676682" y="4612478"/>
              <a:ext cx="22137" cy="22137"/>
            </a:xfrm>
            <a:custGeom>
              <a:rect b="b" l="l" r="r" t="t"/>
              <a:pathLst>
                <a:path extrusionOk="0" h="843" w="843">
                  <a:moveTo>
                    <a:pt x="421" y="1"/>
                  </a:moveTo>
                  <a:cubicBezTo>
                    <a:pt x="192" y="1"/>
                    <a:pt x="0" y="192"/>
                    <a:pt x="0" y="422"/>
                  </a:cubicBezTo>
                  <a:cubicBezTo>
                    <a:pt x="0" y="651"/>
                    <a:pt x="192" y="843"/>
                    <a:pt x="421" y="843"/>
                  </a:cubicBezTo>
                  <a:cubicBezTo>
                    <a:pt x="661" y="843"/>
                    <a:pt x="842" y="651"/>
                    <a:pt x="842" y="422"/>
                  </a:cubicBezTo>
                  <a:cubicBezTo>
                    <a:pt x="842" y="192"/>
                    <a:pt x="661" y="1"/>
                    <a:pt x="421" y="1"/>
                  </a:cubicBez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224" name="Google Shape;14224;p43"/>
            <p:cNvSpPr/>
            <p:nvPr/>
          </p:nvSpPr>
          <p:spPr>
            <a:xfrm>
              <a:off x="7571379" y="4612478"/>
              <a:ext cx="22137" cy="22137"/>
            </a:xfrm>
            <a:custGeom>
              <a:rect b="b" l="l" r="r" t="t"/>
              <a:pathLst>
                <a:path extrusionOk="0" h="843" w="843">
                  <a:moveTo>
                    <a:pt x="421" y="1"/>
                  </a:moveTo>
                  <a:cubicBezTo>
                    <a:pt x="192" y="1"/>
                    <a:pt x="0" y="192"/>
                    <a:pt x="0" y="422"/>
                  </a:cubicBezTo>
                  <a:cubicBezTo>
                    <a:pt x="0" y="651"/>
                    <a:pt x="192" y="843"/>
                    <a:pt x="421" y="843"/>
                  </a:cubicBezTo>
                  <a:cubicBezTo>
                    <a:pt x="651" y="843"/>
                    <a:pt x="842" y="651"/>
                    <a:pt x="842" y="422"/>
                  </a:cubicBezTo>
                  <a:cubicBezTo>
                    <a:pt x="842" y="192"/>
                    <a:pt x="651" y="1"/>
                    <a:pt x="421" y="1"/>
                  </a:cubicBezTo>
                  <a:close/>
                </a:path>
              </a:pathLst>
            </a:custGeom>
            <a:solidFill>
              <a:srgbClr val="D2DBE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225" name="Google Shape;14225;p43"/>
            <p:cNvSpPr/>
            <p:nvPr/>
          </p:nvSpPr>
          <p:spPr>
            <a:xfrm>
              <a:off x="7781985" y="4612478"/>
              <a:ext cx="22374" cy="22137"/>
            </a:xfrm>
            <a:custGeom>
              <a:rect b="b" l="l" r="r" t="t"/>
              <a:pathLst>
                <a:path extrusionOk="0" h="843" w="852">
                  <a:moveTo>
                    <a:pt x="431" y="1"/>
                  </a:moveTo>
                  <a:cubicBezTo>
                    <a:pt x="192" y="1"/>
                    <a:pt x="0" y="192"/>
                    <a:pt x="0" y="422"/>
                  </a:cubicBezTo>
                  <a:cubicBezTo>
                    <a:pt x="0" y="651"/>
                    <a:pt x="192" y="843"/>
                    <a:pt x="431" y="843"/>
                  </a:cubicBezTo>
                  <a:cubicBezTo>
                    <a:pt x="661" y="843"/>
                    <a:pt x="852" y="651"/>
                    <a:pt x="852" y="422"/>
                  </a:cubicBezTo>
                  <a:cubicBezTo>
                    <a:pt x="852" y="192"/>
                    <a:pt x="661" y="1"/>
                    <a:pt x="431" y="1"/>
                  </a:cubicBezTo>
                  <a:close/>
                </a:path>
              </a:pathLst>
            </a:custGeom>
            <a:solidFill>
              <a:srgbClr val="63768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226" name="Google Shape;14226;p43"/>
            <p:cNvSpPr/>
            <p:nvPr/>
          </p:nvSpPr>
          <p:spPr>
            <a:xfrm>
              <a:off x="7594698" y="4529181"/>
              <a:ext cx="186341" cy="72399"/>
            </a:xfrm>
            <a:custGeom>
              <a:rect b="b" l="l" r="r" t="t"/>
              <a:pathLst>
                <a:path extrusionOk="0" h="2757" w="7096">
                  <a:moveTo>
                    <a:pt x="3548" y="0"/>
                  </a:moveTo>
                  <a:cubicBezTo>
                    <a:pt x="3440" y="0"/>
                    <a:pt x="3333" y="72"/>
                    <a:pt x="3333" y="215"/>
                  </a:cubicBezTo>
                  <a:lnTo>
                    <a:pt x="3333" y="426"/>
                  </a:lnTo>
                  <a:lnTo>
                    <a:pt x="1974" y="426"/>
                  </a:lnTo>
                  <a:cubicBezTo>
                    <a:pt x="1696" y="426"/>
                    <a:pt x="1447" y="560"/>
                    <a:pt x="1285" y="780"/>
                  </a:cubicBezTo>
                  <a:lnTo>
                    <a:pt x="117" y="2417"/>
                  </a:lnTo>
                  <a:cubicBezTo>
                    <a:pt x="0" y="2582"/>
                    <a:pt x="145" y="2757"/>
                    <a:pt x="297" y="2757"/>
                  </a:cubicBezTo>
                  <a:cubicBezTo>
                    <a:pt x="356" y="2757"/>
                    <a:pt x="416" y="2730"/>
                    <a:pt x="462" y="2665"/>
                  </a:cubicBezTo>
                  <a:lnTo>
                    <a:pt x="1629" y="1029"/>
                  </a:lnTo>
                  <a:cubicBezTo>
                    <a:pt x="1706" y="914"/>
                    <a:pt x="1840" y="847"/>
                    <a:pt x="1974" y="847"/>
                  </a:cubicBezTo>
                  <a:lnTo>
                    <a:pt x="3342" y="847"/>
                  </a:lnTo>
                  <a:lnTo>
                    <a:pt x="3342" y="2330"/>
                  </a:lnTo>
                  <a:cubicBezTo>
                    <a:pt x="3342" y="2469"/>
                    <a:pt x="3448" y="2539"/>
                    <a:pt x="3553" y="2539"/>
                  </a:cubicBezTo>
                  <a:cubicBezTo>
                    <a:pt x="3658" y="2539"/>
                    <a:pt x="3763" y="2469"/>
                    <a:pt x="3763" y="2330"/>
                  </a:cubicBezTo>
                  <a:lnTo>
                    <a:pt x="3763" y="847"/>
                  </a:lnTo>
                  <a:lnTo>
                    <a:pt x="5122" y="847"/>
                  </a:lnTo>
                  <a:cubicBezTo>
                    <a:pt x="5256" y="847"/>
                    <a:pt x="5390" y="914"/>
                    <a:pt x="5467" y="1029"/>
                  </a:cubicBezTo>
                  <a:lnTo>
                    <a:pt x="6634" y="2665"/>
                  </a:lnTo>
                  <a:cubicBezTo>
                    <a:pt x="6680" y="2730"/>
                    <a:pt x="6740" y="2757"/>
                    <a:pt x="6799" y="2757"/>
                  </a:cubicBezTo>
                  <a:cubicBezTo>
                    <a:pt x="6951" y="2757"/>
                    <a:pt x="7096" y="2582"/>
                    <a:pt x="6979" y="2417"/>
                  </a:cubicBezTo>
                  <a:lnTo>
                    <a:pt x="5811" y="780"/>
                  </a:lnTo>
                  <a:cubicBezTo>
                    <a:pt x="5649" y="560"/>
                    <a:pt x="5390" y="426"/>
                    <a:pt x="5122" y="426"/>
                  </a:cubicBezTo>
                  <a:lnTo>
                    <a:pt x="3763" y="426"/>
                  </a:lnTo>
                  <a:lnTo>
                    <a:pt x="3763" y="215"/>
                  </a:lnTo>
                  <a:cubicBezTo>
                    <a:pt x="3763" y="72"/>
                    <a:pt x="3656" y="0"/>
                    <a:pt x="3548" y="0"/>
                  </a:cubicBez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227" name="Google Shape;14227;p43"/>
            <p:cNvSpPr/>
            <p:nvPr/>
          </p:nvSpPr>
          <p:spPr>
            <a:xfrm>
              <a:off x="7665626" y="4423984"/>
              <a:ext cx="44511" cy="44274"/>
            </a:xfrm>
            <a:custGeom>
              <a:rect b="b" l="l" r="r" t="t"/>
              <a:pathLst>
                <a:path extrusionOk="0" h="1686" w="1695">
                  <a:moveTo>
                    <a:pt x="0" y="1"/>
                  </a:moveTo>
                  <a:lnTo>
                    <a:pt x="0" y="1685"/>
                  </a:lnTo>
                  <a:lnTo>
                    <a:pt x="1694" y="1685"/>
                  </a:lnTo>
                  <a:lnTo>
                    <a:pt x="1694" y="1"/>
                  </a:lnTo>
                  <a:close/>
                </a:path>
              </a:pathLst>
            </a:custGeom>
            <a:solidFill>
              <a:srgbClr val="ACBDC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228" name="Google Shape;14228;p43"/>
            <p:cNvSpPr/>
            <p:nvPr/>
          </p:nvSpPr>
          <p:spPr>
            <a:xfrm>
              <a:off x="7665626" y="4423984"/>
              <a:ext cx="44511" cy="22163"/>
            </a:xfrm>
            <a:custGeom>
              <a:rect b="b" l="l" r="r" t="t"/>
              <a:pathLst>
                <a:path extrusionOk="0" h="844" w="1695">
                  <a:moveTo>
                    <a:pt x="0" y="1"/>
                  </a:moveTo>
                  <a:lnTo>
                    <a:pt x="0" y="671"/>
                  </a:lnTo>
                  <a:cubicBezTo>
                    <a:pt x="268" y="786"/>
                    <a:pt x="555" y="843"/>
                    <a:pt x="843" y="843"/>
                  </a:cubicBezTo>
                  <a:cubicBezTo>
                    <a:pt x="1132" y="843"/>
                    <a:pt x="1421" y="786"/>
                    <a:pt x="1694" y="671"/>
                  </a:cubicBezTo>
                  <a:lnTo>
                    <a:pt x="1694" y="1"/>
                  </a:lnTo>
                  <a:close/>
                </a:path>
              </a:pathLst>
            </a:custGeom>
            <a:solidFill>
              <a:srgbClr val="96ABB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229" name="Google Shape;14229;p43"/>
            <p:cNvSpPr/>
            <p:nvPr/>
          </p:nvSpPr>
          <p:spPr>
            <a:xfrm>
              <a:off x="7660086" y="4291056"/>
              <a:ext cx="55566" cy="44248"/>
            </a:xfrm>
            <a:custGeom>
              <a:rect b="b" l="l" r="r" t="t"/>
              <a:pathLst>
                <a:path extrusionOk="0" h="1685" w="2116">
                  <a:moveTo>
                    <a:pt x="1053" y="0"/>
                  </a:moveTo>
                  <a:cubicBezTo>
                    <a:pt x="470" y="0"/>
                    <a:pt x="1" y="373"/>
                    <a:pt x="1" y="842"/>
                  </a:cubicBezTo>
                  <a:cubicBezTo>
                    <a:pt x="1" y="1302"/>
                    <a:pt x="470" y="1685"/>
                    <a:pt x="1053" y="1685"/>
                  </a:cubicBezTo>
                  <a:cubicBezTo>
                    <a:pt x="1637" y="1685"/>
                    <a:pt x="2116" y="1302"/>
                    <a:pt x="2116" y="842"/>
                  </a:cubicBezTo>
                  <a:cubicBezTo>
                    <a:pt x="2116" y="373"/>
                    <a:pt x="1637" y="0"/>
                    <a:pt x="1053" y="0"/>
                  </a:cubicBez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230" name="Google Shape;14230;p43"/>
            <p:cNvSpPr/>
            <p:nvPr/>
          </p:nvSpPr>
          <p:spPr>
            <a:xfrm>
              <a:off x="7660086" y="4291056"/>
              <a:ext cx="37473" cy="44248"/>
            </a:xfrm>
            <a:custGeom>
              <a:rect b="b" l="l" r="r" t="t"/>
              <a:pathLst>
                <a:path extrusionOk="0" h="1685" w="1427">
                  <a:moveTo>
                    <a:pt x="1053" y="0"/>
                  </a:moveTo>
                  <a:cubicBezTo>
                    <a:pt x="470" y="0"/>
                    <a:pt x="1" y="373"/>
                    <a:pt x="1" y="842"/>
                  </a:cubicBezTo>
                  <a:cubicBezTo>
                    <a:pt x="1" y="1311"/>
                    <a:pt x="479" y="1685"/>
                    <a:pt x="1053" y="1685"/>
                  </a:cubicBezTo>
                  <a:cubicBezTo>
                    <a:pt x="1187" y="1685"/>
                    <a:pt x="1312" y="1665"/>
                    <a:pt x="1427" y="1627"/>
                  </a:cubicBezTo>
                  <a:cubicBezTo>
                    <a:pt x="1053" y="1503"/>
                    <a:pt x="776" y="1187"/>
                    <a:pt x="776" y="814"/>
                  </a:cubicBezTo>
                  <a:cubicBezTo>
                    <a:pt x="785" y="460"/>
                    <a:pt x="1015" y="153"/>
                    <a:pt x="1340" y="29"/>
                  </a:cubicBezTo>
                  <a:cubicBezTo>
                    <a:pt x="1254" y="10"/>
                    <a:pt x="1149" y="0"/>
                    <a:pt x="1053" y="0"/>
                  </a:cubicBez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231" name="Google Shape;14231;p43"/>
            <p:cNvSpPr/>
            <p:nvPr/>
          </p:nvSpPr>
          <p:spPr>
            <a:xfrm>
              <a:off x="7632434" y="4313167"/>
              <a:ext cx="110870" cy="110843"/>
            </a:xfrm>
            <a:custGeom>
              <a:rect b="b" l="l" r="r" t="t"/>
              <a:pathLst>
                <a:path extrusionOk="0" h="4221" w="4222">
                  <a:moveTo>
                    <a:pt x="2106" y="0"/>
                  </a:moveTo>
                  <a:cubicBezTo>
                    <a:pt x="948" y="0"/>
                    <a:pt x="1" y="948"/>
                    <a:pt x="1" y="2106"/>
                  </a:cubicBezTo>
                  <a:cubicBezTo>
                    <a:pt x="1" y="3273"/>
                    <a:pt x="948" y="4221"/>
                    <a:pt x="2106" y="4221"/>
                  </a:cubicBezTo>
                  <a:cubicBezTo>
                    <a:pt x="3274" y="4221"/>
                    <a:pt x="4221" y="3273"/>
                    <a:pt x="4221" y="2106"/>
                  </a:cubicBezTo>
                  <a:cubicBezTo>
                    <a:pt x="4221" y="948"/>
                    <a:pt x="3274" y="0"/>
                    <a:pt x="2106" y="0"/>
                  </a:cubicBez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232" name="Google Shape;14232;p43"/>
            <p:cNvSpPr/>
            <p:nvPr/>
          </p:nvSpPr>
          <p:spPr>
            <a:xfrm>
              <a:off x="7658641" y="4313140"/>
              <a:ext cx="88181" cy="109636"/>
            </a:xfrm>
            <a:custGeom>
              <a:rect b="b" l="l" r="r" t="t"/>
              <a:pathLst>
                <a:path extrusionOk="0" h="4175" w="3358">
                  <a:moveTo>
                    <a:pt x="1160" y="0"/>
                  </a:moveTo>
                  <a:cubicBezTo>
                    <a:pt x="376" y="0"/>
                    <a:pt x="0" y="997"/>
                    <a:pt x="620" y="1504"/>
                  </a:cubicBezTo>
                  <a:cubicBezTo>
                    <a:pt x="620" y="1504"/>
                    <a:pt x="1233" y="3552"/>
                    <a:pt x="1539" y="4174"/>
                  </a:cubicBezTo>
                  <a:cubicBezTo>
                    <a:pt x="2630" y="3944"/>
                    <a:pt x="3357" y="2911"/>
                    <a:pt x="3204" y="1810"/>
                  </a:cubicBezTo>
                  <a:cubicBezTo>
                    <a:pt x="3080" y="958"/>
                    <a:pt x="2458" y="269"/>
                    <a:pt x="1625" y="59"/>
                  </a:cubicBezTo>
                  <a:cubicBezTo>
                    <a:pt x="1482" y="21"/>
                    <a:pt x="1348" y="1"/>
                    <a:pt x="1204" y="1"/>
                  </a:cubicBezTo>
                  <a:cubicBezTo>
                    <a:pt x="1189" y="1"/>
                    <a:pt x="1174" y="0"/>
                    <a:pt x="1160" y="0"/>
                  </a:cubicBez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233" name="Google Shape;14233;p43"/>
            <p:cNvSpPr/>
            <p:nvPr/>
          </p:nvSpPr>
          <p:spPr>
            <a:xfrm>
              <a:off x="7643489" y="4352504"/>
              <a:ext cx="88759" cy="82561"/>
            </a:xfrm>
            <a:custGeom>
              <a:rect b="b" l="l" r="r" t="t"/>
              <a:pathLst>
                <a:path extrusionOk="0" h="3144" w="3380">
                  <a:moveTo>
                    <a:pt x="1153" y="0"/>
                  </a:moveTo>
                  <a:cubicBezTo>
                    <a:pt x="1083" y="0"/>
                    <a:pt x="1017" y="37"/>
                    <a:pt x="977" y="101"/>
                  </a:cubicBezTo>
                  <a:cubicBezTo>
                    <a:pt x="814" y="359"/>
                    <a:pt x="412" y="972"/>
                    <a:pt x="87" y="1192"/>
                  </a:cubicBezTo>
                  <a:cubicBezTo>
                    <a:pt x="30" y="1230"/>
                    <a:pt x="1" y="1297"/>
                    <a:pt x="1" y="1364"/>
                  </a:cubicBezTo>
                  <a:lnTo>
                    <a:pt x="1" y="1460"/>
                  </a:lnTo>
                  <a:cubicBezTo>
                    <a:pt x="1" y="2388"/>
                    <a:pt x="757" y="3144"/>
                    <a:pt x="1685" y="3144"/>
                  </a:cubicBezTo>
                  <a:cubicBezTo>
                    <a:pt x="2623" y="3144"/>
                    <a:pt x="3379" y="2388"/>
                    <a:pt x="3379" y="1460"/>
                  </a:cubicBezTo>
                  <a:lnTo>
                    <a:pt x="3379" y="1249"/>
                  </a:lnTo>
                  <a:cubicBezTo>
                    <a:pt x="3379" y="531"/>
                    <a:pt x="1714" y="120"/>
                    <a:pt x="1197" y="5"/>
                  </a:cubicBezTo>
                  <a:cubicBezTo>
                    <a:pt x="1182" y="2"/>
                    <a:pt x="1168" y="0"/>
                    <a:pt x="1153" y="0"/>
                  </a:cubicBezTo>
                  <a:close/>
                </a:path>
              </a:pathLst>
            </a:custGeom>
            <a:solidFill>
              <a:srgbClr val="BECBD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234" name="Google Shape;14234;p43"/>
            <p:cNvSpPr/>
            <p:nvPr/>
          </p:nvSpPr>
          <p:spPr>
            <a:xfrm>
              <a:off x="7615601" y="4454157"/>
              <a:ext cx="144272" cy="58586"/>
            </a:xfrm>
            <a:custGeom>
              <a:rect b="b" l="l" r="r" t="t"/>
              <a:pathLst>
                <a:path extrusionOk="0" h="2231" w="5494">
                  <a:moveTo>
                    <a:pt x="1675" y="0"/>
                  </a:moveTo>
                  <a:cubicBezTo>
                    <a:pt x="1666" y="0"/>
                    <a:pt x="1666" y="10"/>
                    <a:pt x="1656" y="19"/>
                  </a:cubicBezTo>
                  <a:lnTo>
                    <a:pt x="383" y="584"/>
                  </a:lnTo>
                  <a:cubicBezTo>
                    <a:pt x="154" y="680"/>
                    <a:pt x="1" y="910"/>
                    <a:pt x="1" y="1158"/>
                  </a:cubicBezTo>
                  <a:lnTo>
                    <a:pt x="1" y="2020"/>
                  </a:lnTo>
                  <a:cubicBezTo>
                    <a:pt x="1" y="2135"/>
                    <a:pt x="96" y="2230"/>
                    <a:pt x="221" y="2230"/>
                  </a:cubicBezTo>
                  <a:lnTo>
                    <a:pt x="5283" y="2230"/>
                  </a:lnTo>
                  <a:cubicBezTo>
                    <a:pt x="5398" y="2230"/>
                    <a:pt x="5494" y="2135"/>
                    <a:pt x="5494" y="2020"/>
                  </a:cubicBezTo>
                  <a:lnTo>
                    <a:pt x="5494" y="1158"/>
                  </a:lnTo>
                  <a:cubicBezTo>
                    <a:pt x="5494" y="910"/>
                    <a:pt x="5350" y="680"/>
                    <a:pt x="5121" y="584"/>
                  </a:cubicBezTo>
                  <a:lnTo>
                    <a:pt x="3848" y="19"/>
                  </a:lnTo>
                  <a:cubicBezTo>
                    <a:pt x="3838" y="19"/>
                    <a:pt x="3838" y="10"/>
                    <a:pt x="3829" y="0"/>
                  </a:cubicBezTo>
                  <a:lnTo>
                    <a:pt x="2747" y="555"/>
                  </a:lnTo>
                  <a:lnTo>
                    <a:pt x="1675" y="0"/>
                  </a:lnTo>
                  <a:close/>
                </a:path>
              </a:pathLst>
            </a:custGeom>
            <a:solidFill>
              <a:srgbClr val="63798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235" name="Google Shape;14235;p43"/>
            <p:cNvSpPr/>
            <p:nvPr/>
          </p:nvSpPr>
          <p:spPr>
            <a:xfrm>
              <a:off x="7615864" y="4473011"/>
              <a:ext cx="27652" cy="39731"/>
            </a:xfrm>
            <a:custGeom>
              <a:rect b="b" l="l" r="r" t="t"/>
              <a:pathLst>
                <a:path extrusionOk="0" h="1513" w="1053">
                  <a:moveTo>
                    <a:pt x="182" y="0"/>
                  </a:moveTo>
                  <a:cubicBezTo>
                    <a:pt x="58" y="125"/>
                    <a:pt x="0" y="278"/>
                    <a:pt x="0" y="450"/>
                  </a:cubicBezTo>
                  <a:lnTo>
                    <a:pt x="0" y="1302"/>
                  </a:lnTo>
                  <a:cubicBezTo>
                    <a:pt x="0" y="1417"/>
                    <a:pt x="86" y="1512"/>
                    <a:pt x="211" y="1512"/>
                  </a:cubicBezTo>
                  <a:lnTo>
                    <a:pt x="1053" y="1512"/>
                  </a:lnTo>
                  <a:lnTo>
                    <a:pt x="1053" y="1053"/>
                  </a:lnTo>
                  <a:cubicBezTo>
                    <a:pt x="1053" y="938"/>
                    <a:pt x="1005" y="833"/>
                    <a:pt x="929" y="756"/>
                  </a:cubicBezTo>
                  <a:lnTo>
                    <a:pt x="182" y="0"/>
                  </a:lnTo>
                  <a:close/>
                </a:path>
              </a:pathLst>
            </a:custGeom>
            <a:solidFill>
              <a:srgbClr val="4B637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236" name="Google Shape;14236;p43"/>
            <p:cNvSpPr/>
            <p:nvPr/>
          </p:nvSpPr>
          <p:spPr>
            <a:xfrm>
              <a:off x="7732222" y="4473011"/>
              <a:ext cx="27652" cy="39731"/>
            </a:xfrm>
            <a:custGeom>
              <a:rect b="b" l="l" r="r" t="t"/>
              <a:pathLst>
                <a:path extrusionOk="0" h="1513" w="1053">
                  <a:moveTo>
                    <a:pt x="871" y="0"/>
                  </a:moveTo>
                  <a:lnTo>
                    <a:pt x="115" y="756"/>
                  </a:lnTo>
                  <a:cubicBezTo>
                    <a:pt x="39" y="833"/>
                    <a:pt x="0" y="938"/>
                    <a:pt x="0" y="1053"/>
                  </a:cubicBezTo>
                  <a:lnTo>
                    <a:pt x="0" y="1512"/>
                  </a:lnTo>
                  <a:lnTo>
                    <a:pt x="842" y="1512"/>
                  </a:lnTo>
                  <a:cubicBezTo>
                    <a:pt x="957" y="1512"/>
                    <a:pt x="1053" y="1417"/>
                    <a:pt x="1053" y="1302"/>
                  </a:cubicBezTo>
                  <a:lnTo>
                    <a:pt x="1053" y="450"/>
                  </a:lnTo>
                  <a:cubicBezTo>
                    <a:pt x="1053" y="278"/>
                    <a:pt x="986" y="125"/>
                    <a:pt x="871" y="0"/>
                  </a:cubicBezTo>
                  <a:close/>
                </a:path>
              </a:pathLst>
            </a:custGeom>
            <a:solidFill>
              <a:srgbClr val="4B637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237" name="Google Shape;14237;p43"/>
            <p:cNvSpPr/>
            <p:nvPr/>
          </p:nvSpPr>
          <p:spPr>
            <a:xfrm>
              <a:off x="7656068" y="4447592"/>
              <a:ext cx="63602" cy="65151"/>
            </a:xfrm>
            <a:custGeom>
              <a:rect b="b" l="l" r="r" t="t"/>
              <a:pathLst>
                <a:path extrusionOk="0" h="2481" w="2422">
                  <a:moveTo>
                    <a:pt x="279" y="0"/>
                  </a:moveTo>
                  <a:cubicBezTo>
                    <a:pt x="237" y="0"/>
                    <a:pt x="195" y="20"/>
                    <a:pt x="173" y="59"/>
                  </a:cubicBezTo>
                  <a:lnTo>
                    <a:pt x="0" y="327"/>
                  </a:lnTo>
                  <a:lnTo>
                    <a:pt x="422" y="1102"/>
                  </a:lnTo>
                  <a:cubicBezTo>
                    <a:pt x="463" y="1174"/>
                    <a:pt x="539" y="1212"/>
                    <a:pt x="612" y="1212"/>
                  </a:cubicBezTo>
                  <a:cubicBezTo>
                    <a:pt x="657" y="1212"/>
                    <a:pt x="701" y="1198"/>
                    <a:pt x="737" y="1169"/>
                  </a:cubicBezTo>
                  <a:lnTo>
                    <a:pt x="996" y="959"/>
                  </a:lnTo>
                  <a:lnTo>
                    <a:pt x="996" y="2480"/>
                  </a:lnTo>
                  <a:lnTo>
                    <a:pt x="1417" y="2480"/>
                  </a:lnTo>
                  <a:lnTo>
                    <a:pt x="1417" y="959"/>
                  </a:lnTo>
                  <a:lnTo>
                    <a:pt x="1675" y="1160"/>
                  </a:lnTo>
                  <a:cubicBezTo>
                    <a:pt x="1717" y="1193"/>
                    <a:pt x="1764" y="1210"/>
                    <a:pt x="1811" y="1210"/>
                  </a:cubicBezTo>
                  <a:cubicBezTo>
                    <a:pt x="1882" y="1210"/>
                    <a:pt x="1950" y="1172"/>
                    <a:pt x="1991" y="1102"/>
                  </a:cubicBezTo>
                  <a:lnTo>
                    <a:pt x="2422" y="327"/>
                  </a:lnTo>
                  <a:lnTo>
                    <a:pt x="2240" y="59"/>
                  </a:lnTo>
                  <a:cubicBezTo>
                    <a:pt x="2218" y="20"/>
                    <a:pt x="2176" y="0"/>
                    <a:pt x="2133" y="0"/>
                  </a:cubicBezTo>
                  <a:cubicBezTo>
                    <a:pt x="2103" y="0"/>
                    <a:pt x="2072" y="10"/>
                    <a:pt x="2048" y="30"/>
                  </a:cubicBezTo>
                  <a:lnTo>
                    <a:pt x="1350" y="662"/>
                  </a:lnTo>
                  <a:cubicBezTo>
                    <a:pt x="1312" y="700"/>
                    <a:pt x="1261" y="719"/>
                    <a:pt x="1210" y="719"/>
                  </a:cubicBezTo>
                  <a:cubicBezTo>
                    <a:pt x="1158" y="719"/>
                    <a:pt x="1106" y="700"/>
                    <a:pt x="1063" y="662"/>
                  </a:cubicBezTo>
                  <a:lnTo>
                    <a:pt x="364" y="30"/>
                  </a:lnTo>
                  <a:cubicBezTo>
                    <a:pt x="340" y="10"/>
                    <a:pt x="310" y="0"/>
                    <a:pt x="279" y="0"/>
                  </a:cubicBezTo>
                  <a:close/>
                </a:path>
              </a:pathLst>
            </a:custGeom>
            <a:solidFill>
              <a:srgbClr val="4B637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238" name="Google Shape;14238;p43"/>
            <p:cNvSpPr/>
            <p:nvPr/>
          </p:nvSpPr>
          <p:spPr>
            <a:xfrm>
              <a:off x="7643489" y="4352504"/>
              <a:ext cx="88759" cy="81826"/>
            </a:xfrm>
            <a:custGeom>
              <a:rect b="b" l="l" r="r" t="t"/>
              <a:pathLst>
                <a:path extrusionOk="0" h="3116" w="3380">
                  <a:moveTo>
                    <a:pt x="1153" y="0"/>
                  </a:moveTo>
                  <a:cubicBezTo>
                    <a:pt x="1083" y="0"/>
                    <a:pt x="1017" y="37"/>
                    <a:pt x="977" y="101"/>
                  </a:cubicBezTo>
                  <a:cubicBezTo>
                    <a:pt x="814" y="359"/>
                    <a:pt x="412" y="972"/>
                    <a:pt x="87" y="1192"/>
                  </a:cubicBezTo>
                  <a:cubicBezTo>
                    <a:pt x="30" y="1230"/>
                    <a:pt x="1" y="1297"/>
                    <a:pt x="1" y="1364"/>
                  </a:cubicBezTo>
                  <a:lnTo>
                    <a:pt x="1" y="1460"/>
                  </a:lnTo>
                  <a:cubicBezTo>
                    <a:pt x="1" y="2273"/>
                    <a:pt x="585" y="2972"/>
                    <a:pt x="1389" y="3115"/>
                  </a:cubicBezTo>
                  <a:cubicBezTo>
                    <a:pt x="1044" y="2799"/>
                    <a:pt x="843" y="2350"/>
                    <a:pt x="843" y="1881"/>
                  </a:cubicBezTo>
                  <a:lnTo>
                    <a:pt x="843" y="1240"/>
                  </a:lnTo>
                  <a:cubicBezTo>
                    <a:pt x="843" y="1096"/>
                    <a:pt x="891" y="962"/>
                    <a:pt x="977" y="847"/>
                  </a:cubicBezTo>
                  <a:cubicBezTo>
                    <a:pt x="1054" y="742"/>
                    <a:pt x="1130" y="637"/>
                    <a:pt x="1207" y="522"/>
                  </a:cubicBezTo>
                  <a:cubicBezTo>
                    <a:pt x="1231" y="490"/>
                    <a:pt x="1267" y="471"/>
                    <a:pt x="1312" y="471"/>
                  </a:cubicBezTo>
                  <a:cubicBezTo>
                    <a:pt x="1321" y="471"/>
                    <a:pt x="1331" y="472"/>
                    <a:pt x="1341" y="474"/>
                  </a:cubicBezTo>
                  <a:cubicBezTo>
                    <a:pt x="2240" y="694"/>
                    <a:pt x="3150" y="1086"/>
                    <a:pt x="3370" y="1335"/>
                  </a:cubicBezTo>
                  <a:lnTo>
                    <a:pt x="3370" y="1249"/>
                  </a:lnTo>
                  <a:cubicBezTo>
                    <a:pt x="3379" y="531"/>
                    <a:pt x="1704" y="120"/>
                    <a:pt x="1197" y="5"/>
                  </a:cubicBezTo>
                  <a:cubicBezTo>
                    <a:pt x="1182" y="2"/>
                    <a:pt x="1168" y="0"/>
                    <a:pt x="1153" y="0"/>
                  </a:cubicBezTo>
                  <a:close/>
                </a:path>
              </a:pathLst>
            </a:custGeom>
            <a:solidFill>
              <a:srgbClr val="ACBDC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4239" name="Google Shape;14239;p43"/>
          <p:cNvGrpSpPr/>
          <p:nvPr/>
        </p:nvGrpSpPr>
        <p:grpSpPr>
          <a:xfrm>
            <a:off x="6666381" y="3195475"/>
            <a:ext cx="295819" cy="370713"/>
            <a:chOff x="6666381" y="3347875"/>
            <a:chExt cx="295819" cy="370713"/>
          </a:xfrm>
        </p:grpSpPr>
        <p:sp>
          <p:nvSpPr>
            <p:cNvPr id="14240" name="Google Shape;14240;p43"/>
            <p:cNvSpPr/>
            <p:nvPr/>
          </p:nvSpPr>
          <p:spPr>
            <a:xfrm>
              <a:off x="6666381" y="3347875"/>
              <a:ext cx="295819" cy="310892"/>
            </a:xfrm>
            <a:custGeom>
              <a:rect b="b" l="l" r="r" t="t"/>
              <a:pathLst>
                <a:path extrusionOk="0" h="11839" w="11265">
                  <a:moveTo>
                    <a:pt x="5628" y="0"/>
                  </a:moveTo>
                  <a:cubicBezTo>
                    <a:pt x="2518" y="0"/>
                    <a:pt x="1" y="2651"/>
                    <a:pt x="1" y="5914"/>
                  </a:cubicBezTo>
                  <a:cubicBezTo>
                    <a:pt x="1" y="9188"/>
                    <a:pt x="2518" y="11838"/>
                    <a:pt x="5628" y="11838"/>
                  </a:cubicBezTo>
                  <a:cubicBezTo>
                    <a:pt x="8738" y="11838"/>
                    <a:pt x="11265" y="9188"/>
                    <a:pt x="11265" y="5914"/>
                  </a:cubicBezTo>
                  <a:cubicBezTo>
                    <a:pt x="11265" y="2651"/>
                    <a:pt x="8738" y="0"/>
                    <a:pt x="5628" y="0"/>
                  </a:cubicBezTo>
                  <a:close/>
                </a:path>
              </a:pathLst>
            </a:custGeom>
            <a:solidFill>
              <a:srgbClr val="8192A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241" name="Google Shape;14241;p43"/>
            <p:cNvSpPr/>
            <p:nvPr/>
          </p:nvSpPr>
          <p:spPr>
            <a:xfrm>
              <a:off x="6666381" y="3351132"/>
              <a:ext cx="252096" cy="307636"/>
            </a:xfrm>
            <a:custGeom>
              <a:rect b="b" l="l" r="r" t="t"/>
              <a:pathLst>
                <a:path extrusionOk="0" h="11715" w="9600">
                  <a:moveTo>
                    <a:pt x="4479" y="0"/>
                  </a:moveTo>
                  <a:cubicBezTo>
                    <a:pt x="1924" y="556"/>
                    <a:pt x="1" y="2939"/>
                    <a:pt x="1" y="5790"/>
                  </a:cubicBezTo>
                  <a:cubicBezTo>
                    <a:pt x="1" y="9064"/>
                    <a:pt x="2518" y="11714"/>
                    <a:pt x="5628" y="11714"/>
                  </a:cubicBezTo>
                  <a:cubicBezTo>
                    <a:pt x="7130" y="11705"/>
                    <a:pt x="8566" y="11083"/>
                    <a:pt x="9600" y="9992"/>
                  </a:cubicBezTo>
                  <a:lnTo>
                    <a:pt x="9600" y="9992"/>
                  </a:lnTo>
                  <a:cubicBezTo>
                    <a:pt x="9217" y="10078"/>
                    <a:pt x="8834" y="10116"/>
                    <a:pt x="8451" y="10116"/>
                  </a:cubicBezTo>
                  <a:cubicBezTo>
                    <a:pt x="5341" y="10116"/>
                    <a:pt x="2814" y="7465"/>
                    <a:pt x="2814" y="4202"/>
                  </a:cubicBezTo>
                  <a:cubicBezTo>
                    <a:pt x="2805" y="2642"/>
                    <a:pt x="3408" y="1130"/>
                    <a:pt x="4479" y="0"/>
                  </a:cubicBezTo>
                  <a:close/>
                </a:path>
              </a:pathLst>
            </a:custGeom>
            <a:solidFill>
              <a:srgbClr val="6E829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242" name="Google Shape;14242;p43"/>
            <p:cNvSpPr/>
            <p:nvPr/>
          </p:nvSpPr>
          <p:spPr>
            <a:xfrm>
              <a:off x="6666644" y="3348112"/>
              <a:ext cx="295320" cy="310393"/>
            </a:xfrm>
            <a:custGeom>
              <a:rect b="b" l="l" r="r" t="t"/>
              <a:pathLst>
                <a:path extrusionOk="0" h="11820" w="11246">
                  <a:moveTo>
                    <a:pt x="5838" y="1"/>
                  </a:moveTo>
                  <a:lnTo>
                    <a:pt x="5838" y="1"/>
                  </a:lnTo>
                  <a:lnTo>
                    <a:pt x="5838" y="1"/>
                  </a:lnTo>
                  <a:cubicBezTo>
                    <a:pt x="5840" y="1"/>
                    <a:pt x="5841" y="1"/>
                    <a:pt x="5843" y="1"/>
                  </a:cubicBezTo>
                  <a:lnTo>
                    <a:pt x="5843" y="1"/>
                  </a:lnTo>
                  <a:cubicBezTo>
                    <a:pt x="5841" y="1"/>
                    <a:pt x="5840" y="1"/>
                    <a:pt x="5838" y="1"/>
                  </a:cubicBezTo>
                  <a:close/>
                  <a:moveTo>
                    <a:pt x="5407" y="2958"/>
                  </a:moveTo>
                  <a:lnTo>
                    <a:pt x="5407" y="5685"/>
                  </a:lnTo>
                  <a:lnTo>
                    <a:pt x="2163" y="5685"/>
                  </a:lnTo>
                  <a:cubicBezTo>
                    <a:pt x="2173" y="4757"/>
                    <a:pt x="2335" y="3838"/>
                    <a:pt x="2622" y="2958"/>
                  </a:cubicBezTo>
                  <a:close/>
                  <a:moveTo>
                    <a:pt x="8623" y="2958"/>
                  </a:moveTo>
                  <a:cubicBezTo>
                    <a:pt x="8910" y="3838"/>
                    <a:pt x="9073" y="4757"/>
                    <a:pt x="9082" y="5685"/>
                  </a:cubicBezTo>
                  <a:lnTo>
                    <a:pt x="5838" y="5685"/>
                  </a:lnTo>
                  <a:lnTo>
                    <a:pt x="5838" y="2958"/>
                  </a:lnTo>
                  <a:close/>
                  <a:moveTo>
                    <a:pt x="5407" y="6145"/>
                  </a:moveTo>
                  <a:lnTo>
                    <a:pt x="5407" y="8872"/>
                  </a:lnTo>
                  <a:lnTo>
                    <a:pt x="2622" y="8872"/>
                  </a:lnTo>
                  <a:cubicBezTo>
                    <a:pt x="2336" y="7995"/>
                    <a:pt x="2174" y="7070"/>
                    <a:pt x="2163" y="6145"/>
                  </a:cubicBezTo>
                  <a:close/>
                  <a:moveTo>
                    <a:pt x="9082" y="6135"/>
                  </a:moveTo>
                  <a:cubicBezTo>
                    <a:pt x="9063" y="7063"/>
                    <a:pt x="8910" y="7982"/>
                    <a:pt x="8623" y="8872"/>
                  </a:cubicBezTo>
                  <a:lnTo>
                    <a:pt x="5838" y="8872"/>
                  </a:lnTo>
                  <a:lnTo>
                    <a:pt x="5838" y="6135"/>
                  </a:lnTo>
                  <a:close/>
                  <a:moveTo>
                    <a:pt x="5398" y="1"/>
                  </a:moveTo>
                  <a:cubicBezTo>
                    <a:pt x="4833" y="20"/>
                    <a:pt x="4269" y="135"/>
                    <a:pt x="3733" y="336"/>
                  </a:cubicBezTo>
                  <a:cubicBezTo>
                    <a:pt x="3158" y="852"/>
                    <a:pt x="2680" y="1599"/>
                    <a:pt x="2326" y="2498"/>
                  </a:cubicBezTo>
                  <a:lnTo>
                    <a:pt x="1015" y="2498"/>
                  </a:lnTo>
                  <a:cubicBezTo>
                    <a:pt x="919" y="2642"/>
                    <a:pt x="833" y="2795"/>
                    <a:pt x="747" y="2958"/>
                  </a:cubicBezTo>
                  <a:lnTo>
                    <a:pt x="2173" y="2958"/>
                  </a:lnTo>
                  <a:cubicBezTo>
                    <a:pt x="1895" y="3838"/>
                    <a:pt x="1742" y="4757"/>
                    <a:pt x="1732" y="5685"/>
                  </a:cubicBezTo>
                  <a:lnTo>
                    <a:pt x="0" y="5685"/>
                  </a:lnTo>
                  <a:lnTo>
                    <a:pt x="0" y="5915"/>
                  </a:lnTo>
                  <a:lnTo>
                    <a:pt x="0" y="6135"/>
                  </a:lnTo>
                  <a:lnTo>
                    <a:pt x="1732" y="6135"/>
                  </a:lnTo>
                  <a:cubicBezTo>
                    <a:pt x="1742" y="7063"/>
                    <a:pt x="1895" y="7982"/>
                    <a:pt x="2173" y="8872"/>
                  </a:cubicBezTo>
                  <a:lnTo>
                    <a:pt x="747" y="8872"/>
                  </a:lnTo>
                  <a:cubicBezTo>
                    <a:pt x="833" y="9025"/>
                    <a:pt x="928" y="9179"/>
                    <a:pt x="1024" y="9322"/>
                  </a:cubicBezTo>
                  <a:lnTo>
                    <a:pt x="2345" y="9322"/>
                  </a:lnTo>
                  <a:cubicBezTo>
                    <a:pt x="2689" y="10222"/>
                    <a:pt x="3177" y="10968"/>
                    <a:pt x="3742" y="11485"/>
                  </a:cubicBezTo>
                  <a:cubicBezTo>
                    <a:pt x="4278" y="11686"/>
                    <a:pt x="4843" y="11801"/>
                    <a:pt x="5407" y="11820"/>
                  </a:cubicBezTo>
                  <a:cubicBezTo>
                    <a:pt x="4328" y="11705"/>
                    <a:pt x="3392" y="10743"/>
                    <a:pt x="2799" y="9332"/>
                  </a:cubicBezTo>
                  <a:lnTo>
                    <a:pt x="5407" y="9332"/>
                  </a:lnTo>
                  <a:lnTo>
                    <a:pt x="5407" y="11820"/>
                  </a:lnTo>
                  <a:lnTo>
                    <a:pt x="5838" y="11820"/>
                  </a:lnTo>
                  <a:lnTo>
                    <a:pt x="5838" y="9322"/>
                  </a:lnTo>
                  <a:lnTo>
                    <a:pt x="8451" y="9322"/>
                  </a:lnTo>
                  <a:cubicBezTo>
                    <a:pt x="7857" y="10738"/>
                    <a:pt x="6919" y="11705"/>
                    <a:pt x="5838" y="11820"/>
                  </a:cubicBezTo>
                  <a:lnTo>
                    <a:pt x="5848" y="11820"/>
                  </a:lnTo>
                  <a:cubicBezTo>
                    <a:pt x="6412" y="11801"/>
                    <a:pt x="6977" y="11686"/>
                    <a:pt x="7513" y="11485"/>
                  </a:cubicBezTo>
                  <a:cubicBezTo>
                    <a:pt x="8087" y="10968"/>
                    <a:pt x="8566" y="10222"/>
                    <a:pt x="8920" y="9322"/>
                  </a:cubicBezTo>
                  <a:lnTo>
                    <a:pt x="10231" y="9322"/>
                  </a:lnTo>
                  <a:cubicBezTo>
                    <a:pt x="10327" y="9179"/>
                    <a:pt x="10422" y="9025"/>
                    <a:pt x="10508" y="8872"/>
                  </a:cubicBezTo>
                  <a:lnTo>
                    <a:pt x="9082" y="8872"/>
                  </a:lnTo>
                  <a:cubicBezTo>
                    <a:pt x="9360" y="7982"/>
                    <a:pt x="9513" y="7063"/>
                    <a:pt x="9523" y="6135"/>
                  </a:cubicBezTo>
                  <a:lnTo>
                    <a:pt x="11245" y="6135"/>
                  </a:lnTo>
                  <a:lnTo>
                    <a:pt x="11245" y="5915"/>
                  </a:lnTo>
                  <a:lnTo>
                    <a:pt x="11245" y="5685"/>
                  </a:lnTo>
                  <a:lnTo>
                    <a:pt x="9513" y="5685"/>
                  </a:lnTo>
                  <a:cubicBezTo>
                    <a:pt x="9503" y="4757"/>
                    <a:pt x="9350" y="3838"/>
                    <a:pt x="9073" y="2948"/>
                  </a:cubicBezTo>
                  <a:lnTo>
                    <a:pt x="10499" y="2948"/>
                  </a:lnTo>
                  <a:cubicBezTo>
                    <a:pt x="10413" y="2795"/>
                    <a:pt x="10317" y="2642"/>
                    <a:pt x="10221" y="2498"/>
                  </a:cubicBezTo>
                  <a:lnTo>
                    <a:pt x="8901" y="2498"/>
                  </a:lnTo>
                  <a:cubicBezTo>
                    <a:pt x="8556" y="1599"/>
                    <a:pt x="8068" y="852"/>
                    <a:pt x="7503" y="336"/>
                  </a:cubicBezTo>
                  <a:cubicBezTo>
                    <a:pt x="6972" y="136"/>
                    <a:pt x="6412" y="22"/>
                    <a:pt x="5843" y="1"/>
                  </a:cubicBezTo>
                  <a:lnTo>
                    <a:pt x="5843" y="1"/>
                  </a:lnTo>
                  <a:cubicBezTo>
                    <a:pt x="6922" y="118"/>
                    <a:pt x="7858" y="1084"/>
                    <a:pt x="8451" y="2498"/>
                  </a:cubicBezTo>
                  <a:lnTo>
                    <a:pt x="5838" y="2498"/>
                  </a:lnTo>
                  <a:lnTo>
                    <a:pt x="5838" y="1"/>
                  </a:lnTo>
                  <a:lnTo>
                    <a:pt x="5838" y="1"/>
                  </a:lnTo>
                  <a:cubicBezTo>
                    <a:pt x="5835" y="1"/>
                    <a:pt x="5832" y="1"/>
                    <a:pt x="5828" y="1"/>
                  </a:cubicBezTo>
                  <a:lnTo>
                    <a:pt x="5407" y="1"/>
                  </a:lnTo>
                  <a:lnTo>
                    <a:pt x="5407" y="2498"/>
                  </a:lnTo>
                  <a:lnTo>
                    <a:pt x="2795" y="2498"/>
                  </a:lnTo>
                  <a:cubicBezTo>
                    <a:pt x="3388" y="1082"/>
                    <a:pt x="4326" y="115"/>
                    <a:pt x="5407" y="1"/>
                  </a:cubicBezTo>
                  <a:close/>
                </a:path>
              </a:pathLst>
            </a:custGeom>
            <a:solidFill>
              <a:srgbClr val="E6EBE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243" name="Google Shape;14243;p43"/>
            <p:cNvSpPr/>
            <p:nvPr/>
          </p:nvSpPr>
          <p:spPr>
            <a:xfrm>
              <a:off x="6666644" y="3351394"/>
              <a:ext cx="222921" cy="307111"/>
            </a:xfrm>
            <a:custGeom>
              <a:rect b="b" l="l" r="r" t="t"/>
              <a:pathLst>
                <a:path extrusionOk="0" h="11695" w="8489">
                  <a:moveTo>
                    <a:pt x="5407" y="9197"/>
                  </a:moveTo>
                  <a:lnTo>
                    <a:pt x="5407" y="11685"/>
                  </a:lnTo>
                  <a:cubicBezTo>
                    <a:pt x="4326" y="11570"/>
                    <a:pt x="3388" y="10613"/>
                    <a:pt x="2795" y="9197"/>
                  </a:cubicBezTo>
                  <a:close/>
                  <a:moveTo>
                    <a:pt x="4460" y="0"/>
                  </a:moveTo>
                  <a:cubicBezTo>
                    <a:pt x="4211" y="48"/>
                    <a:pt x="3972" y="115"/>
                    <a:pt x="3733" y="201"/>
                  </a:cubicBezTo>
                  <a:cubicBezTo>
                    <a:pt x="3158" y="727"/>
                    <a:pt x="2680" y="1474"/>
                    <a:pt x="2326" y="2364"/>
                  </a:cubicBezTo>
                  <a:lnTo>
                    <a:pt x="1015" y="2364"/>
                  </a:lnTo>
                  <a:cubicBezTo>
                    <a:pt x="919" y="2517"/>
                    <a:pt x="833" y="2670"/>
                    <a:pt x="747" y="2833"/>
                  </a:cubicBezTo>
                  <a:lnTo>
                    <a:pt x="2173" y="2833"/>
                  </a:lnTo>
                  <a:cubicBezTo>
                    <a:pt x="1895" y="3713"/>
                    <a:pt x="1742" y="4632"/>
                    <a:pt x="1732" y="5560"/>
                  </a:cubicBezTo>
                  <a:lnTo>
                    <a:pt x="0" y="5560"/>
                  </a:lnTo>
                  <a:lnTo>
                    <a:pt x="0" y="5790"/>
                  </a:lnTo>
                  <a:lnTo>
                    <a:pt x="0" y="6010"/>
                  </a:lnTo>
                  <a:lnTo>
                    <a:pt x="1732" y="6010"/>
                  </a:lnTo>
                  <a:cubicBezTo>
                    <a:pt x="1742" y="6938"/>
                    <a:pt x="1895" y="7857"/>
                    <a:pt x="2173" y="8747"/>
                  </a:cubicBezTo>
                  <a:lnTo>
                    <a:pt x="747" y="8747"/>
                  </a:lnTo>
                  <a:cubicBezTo>
                    <a:pt x="833" y="8900"/>
                    <a:pt x="928" y="9054"/>
                    <a:pt x="1024" y="9197"/>
                  </a:cubicBezTo>
                  <a:lnTo>
                    <a:pt x="2345" y="9197"/>
                  </a:lnTo>
                  <a:cubicBezTo>
                    <a:pt x="2689" y="10097"/>
                    <a:pt x="3177" y="10843"/>
                    <a:pt x="3742" y="11360"/>
                  </a:cubicBezTo>
                  <a:cubicBezTo>
                    <a:pt x="4278" y="11561"/>
                    <a:pt x="4843" y="11676"/>
                    <a:pt x="5407" y="11695"/>
                  </a:cubicBezTo>
                  <a:lnTo>
                    <a:pt x="5848" y="11695"/>
                  </a:lnTo>
                  <a:cubicBezTo>
                    <a:pt x="6412" y="11676"/>
                    <a:pt x="6977" y="11561"/>
                    <a:pt x="7513" y="11360"/>
                  </a:cubicBezTo>
                  <a:cubicBezTo>
                    <a:pt x="7896" y="10996"/>
                    <a:pt x="8231" y="10575"/>
                    <a:pt x="8489" y="10106"/>
                  </a:cubicBezTo>
                  <a:lnTo>
                    <a:pt x="8441" y="10106"/>
                  </a:lnTo>
                  <a:cubicBezTo>
                    <a:pt x="8288" y="10106"/>
                    <a:pt x="8144" y="10097"/>
                    <a:pt x="7991" y="10087"/>
                  </a:cubicBezTo>
                  <a:cubicBezTo>
                    <a:pt x="7427" y="11006"/>
                    <a:pt x="6671" y="11599"/>
                    <a:pt x="5838" y="11685"/>
                  </a:cubicBezTo>
                  <a:lnTo>
                    <a:pt x="5838" y="9436"/>
                  </a:lnTo>
                  <a:cubicBezTo>
                    <a:pt x="5484" y="9245"/>
                    <a:pt x="5149" y="9015"/>
                    <a:pt x="4843" y="8747"/>
                  </a:cubicBezTo>
                  <a:lnTo>
                    <a:pt x="2622" y="8747"/>
                  </a:lnTo>
                  <a:cubicBezTo>
                    <a:pt x="2335" y="7857"/>
                    <a:pt x="2173" y="6938"/>
                    <a:pt x="2163" y="6010"/>
                  </a:cubicBezTo>
                  <a:lnTo>
                    <a:pt x="3082" y="6010"/>
                  </a:lnTo>
                  <a:cubicBezTo>
                    <a:pt x="3034" y="5867"/>
                    <a:pt x="2996" y="5714"/>
                    <a:pt x="2957" y="5560"/>
                  </a:cubicBezTo>
                  <a:lnTo>
                    <a:pt x="2163" y="5560"/>
                  </a:lnTo>
                  <a:cubicBezTo>
                    <a:pt x="2173" y="4632"/>
                    <a:pt x="2335" y="3713"/>
                    <a:pt x="2622" y="2833"/>
                  </a:cubicBezTo>
                  <a:lnTo>
                    <a:pt x="2957" y="2833"/>
                  </a:lnTo>
                  <a:cubicBezTo>
                    <a:pt x="2996" y="2670"/>
                    <a:pt x="3034" y="2527"/>
                    <a:pt x="3082" y="2373"/>
                  </a:cubicBezTo>
                  <a:lnTo>
                    <a:pt x="2795" y="2373"/>
                  </a:lnTo>
                  <a:cubicBezTo>
                    <a:pt x="3053" y="1694"/>
                    <a:pt x="3455" y="1081"/>
                    <a:pt x="3972" y="574"/>
                  </a:cubicBezTo>
                  <a:cubicBezTo>
                    <a:pt x="4125" y="373"/>
                    <a:pt x="4288" y="182"/>
                    <a:pt x="4460" y="0"/>
                  </a:cubicBez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244" name="Google Shape;14244;p43"/>
            <p:cNvSpPr/>
            <p:nvPr/>
          </p:nvSpPr>
          <p:spPr>
            <a:xfrm>
              <a:off x="6711863" y="3586868"/>
              <a:ext cx="22899" cy="23897"/>
            </a:xfrm>
            <a:custGeom>
              <a:rect b="b" l="l" r="r" t="t"/>
              <a:pathLst>
                <a:path extrusionOk="0" h="910" w="872">
                  <a:moveTo>
                    <a:pt x="1" y="0"/>
                  </a:moveTo>
                  <a:lnTo>
                    <a:pt x="1" y="910"/>
                  </a:lnTo>
                  <a:lnTo>
                    <a:pt x="872" y="910"/>
                  </a:lnTo>
                  <a:lnTo>
                    <a:pt x="872" y="0"/>
                  </a:lnTo>
                  <a:close/>
                </a:path>
              </a:pathLst>
            </a:custGeom>
            <a:solidFill>
              <a:srgbClr val="ACBDC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245" name="Google Shape;14245;p43"/>
            <p:cNvSpPr/>
            <p:nvPr/>
          </p:nvSpPr>
          <p:spPr>
            <a:xfrm>
              <a:off x="6710865" y="3586868"/>
              <a:ext cx="24894" cy="18067"/>
            </a:xfrm>
            <a:custGeom>
              <a:rect b="b" l="l" r="r" t="t"/>
              <a:pathLst>
                <a:path extrusionOk="0" h="688" w="948">
                  <a:moveTo>
                    <a:pt x="39" y="0"/>
                  </a:moveTo>
                  <a:lnTo>
                    <a:pt x="39" y="460"/>
                  </a:lnTo>
                  <a:cubicBezTo>
                    <a:pt x="39" y="508"/>
                    <a:pt x="29" y="555"/>
                    <a:pt x="1" y="594"/>
                  </a:cubicBezTo>
                  <a:cubicBezTo>
                    <a:pt x="149" y="656"/>
                    <a:pt x="309" y="687"/>
                    <a:pt x="471" y="687"/>
                  </a:cubicBezTo>
                  <a:cubicBezTo>
                    <a:pt x="632" y="687"/>
                    <a:pt x="795" y="656"/>
                    <a:pt x="948" y="594"/>
                  </a:cubicBezTo>
                  <a:cubicBezTo>
                    <a:pt x="919" y="555"/>
                    <a:pt x="910" y="508"/>
                    <a:pt x="910" y="460"/>
                  </a:cubicBezTo>
                  <a:lnTo>
                    <a:pt x="910" y="0"/>
                  </a:lnTo>
                  <a:close/>
                </a:path>
              </a:pathLst>
            </a:custGeom>
            <a:solidFill>
              <a:srgbClr val="96ABB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246" name="Google Shape;14246;p43"/>
            <p:cNvSpPr/>
            <p:nvPr/>
          </p:nvSpPr>
          <p:spPr>
            <a:xfrm>
              <a:off x="6688991" y="3605722"/>
              <a:ext cx="68407" cy="88995"/>
            </a:xfrm>
            <a:custGeom>
              <a:rect b="b" l="l" r="r" t="t"/>
              <a:pathLst>
                <a:path extrusionOk="0" h="3389" w="2605">
                  <a:moveTo>
                    <a:pt x="642" y="0"/>
                  </a:moveTo>
                  <a:lnTo>
                    <a:pt x="250" y="211"/>
                  </a:lnTo>
                  <a:cubicBezTo>
                    <a:pt x="97" y="297"/>
                    <a:pt x="1" y="450"/>
                    <a:pt x="10" y="622"/>
                  </a:cubicBezTo>
                  <a:lnTo>
                    <a:pt x="10" y="1943"/>
                  </a:lnTo>
                  <a:cubicBezTo>
                    <a:pt x="10" y="2431"/>
                    <a:pt x="144" y="2919"/>
                    <a:pt x="403" y="3331"/>
                  </a:cubicBezTo>
                  <a:lnTo>
                    <a:pt x="441" y="3388"/>
                  </a:lnTo>
                  <a:lnTo>
                    <a:pt x="2173" y="3388"/>
                  </a:lnTo>
                  <a:lnTo>
                    <a:pt x="2202" y="3331"/>
                  </a:lnTo>
                  <a:cubicBezTo>
                    <a:pt x="2470" y="2919"/>
                    <a:pt x="2604" y="2431"/>
                    <a:pt x="2604" y="1943"/>
                  </a:cubicBezTo>
                  <a:lnTo>
                    <a:pt x="2604" y="622"/>
                  </a:lnTo>
                  <a:cubicBezTo>
                    <a:pt x="2604" y="450"/>
                    <a:pt x="2518" y="297"/>
                    <a:pt x="2365" y="211"/>
                  </a:cubicBezTo>
                  <a:lnTo>
                    <a:pt x="1972" y="0"/>
                  </a:lnTo>
                  <a:cubicBezTo>
                    <a:pt x="1823" y="193"/>
                    <a:pt x="1385" y="201"/>
                    <a:pt x="1313" y="201"/>
                  </a:cubicBezTo>
                  <a:cubicBezTo>
                    <a:pt x="1306" y="201"/>
                    <a:pt x="1302" y="201"/>
                    <a:pt x="1302" y="201"/>
                  </a:cubicBezTo>
                  <a:cubicBezTo>
                    <a:pt x="1302" y="201"/>
                    <a:pt x="1299" y="201"/>
                    <a:pt x="1293" y="201"/>
                  </a:cubicBezTo>
                  <a:cubicBezTo>
                    <a:pt x="1222" y="201"/>
                    <a:pt x="791" y="193"/>
                    <a:pt x="642" y="0"/>
                  </a:cubicBez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247" name="Google Shape;14247;p43"/>
            <p:cNvSpPr/>
            <p:nvPr/>
          </p:nvSpPr>
          <p:spPr>
            <a:xfrm>
              <a:off x="6700571" y="3694691"/>
              <a:ext cx="45509" cy="23897"/>
            </a:xfrm>
            <a:custGeom>
              <a:rect b="b" l="l" r="r" t="t"/>
              <a:pathLst>
                <a:path extrusionOk="0" h="910" w="1733">
                  <a:moveTo>
                    <a:pt x="0" y="0"/>
                  </a:moveTo>
                  <a:lnTo>
                    <a:pt x="0" y="680"/>
                  </a:lnTo>
                  <a:cubicBezTo>
                    <a:pt x="0" y="804"/>
                    <a:pt x="96" y="900"/>
                    <a:pt x="220" y="909"/>
                  </a:cubicBezTo>
                  <a:lnTo>
                    <a:pt x="1512" y="909"/>
                  </a:lnTo>
                  <a:cubicBezTo>
                    <a:pt x="1637" y="900"/>
                    <a:pt x="1732" y="804"/>
                    <a:pt x="1732" y="680"/>
                  </a:cubicBezTo>
                  <a:lnTo>
                    <a:pt x="1732" y="0"/>
                  </a:lnTo>
                  <a:close/>
                </a:path>
              </a:pathLst>
            </a:custGeom>
            <a:solidFill>
              <a:srgbClr val="76899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248" name="Google Shape;14248;p43"/>
            <p:cNvSpPr/>
            <p:nvPr/>
          </p:nvSpPr>
          <p:spPr>
            <a:xfrm>
              <a:off x="6689253" y="3615754"/>
              <a:ext cx="11344" cy="78964"/>
            </a:xfrm>
            <a:custGeom>
              <a:rect b="b" l="l" r="r" t="t"/>
              <a:pathLst>
                <a:path extrusionOk="0" h="3007" w="432">
                  <a:moveTo>
                    <a:pt x="67" y="1"/>
                  </a:moveTo>
                  <a:cubicBezTo>
                    <a:pt x="20" y="78"/>
                    <a:pt x="0" y="154"/>
                    <a:pt x="0" y="240"/>
                  </a:cubicBezTo>
                  <a:lnTo>
                    <a:pt x="0" y="1561"/>
                  </a:lnTo>
                  <a:cubicBezTo>
                    <a:pt x="0" y="2059"/>
                    <a:pt x="134" y="2537"/>
                    <a:pt x="393" y="2949"/>
                  </a:cubicBezTo>
                  <a:lnTo>
                    <a:pt x="431" y="3006"/>
                  </a:lnTo>
                  <a:lnTo>
                    <a:pt x="431" y="518"/>
                  </a:lnTo>
                  <a:cubicBezTo>
                    <a:pt x="431" y="374"/>
                    <a:pt x="364" y="240"/>
                    <a:pt x="259" y="154"/>
                  </a:cubicBezTo>
                  <a:lnTo>
                    <a:pt x="67" y="1"/>
                  </a:lnTo>
                  <a:close/>
                </a:path>
              </a:pathLst>
            </a:custGeom>
            <a:solidFill>
              <a:srgbClr val="C5D1D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249" name="Google Shape;14249;p43"/>
            <p:cNvSpPr/>
            <p:nvPr/>
          </p:nvSpPr>
          <p:spPr>
            <a:xfrm>
              <a:off x="6746054" y="3615754"/>
              <a:ext cx="11344" cy="78964"/>
            </a:xfrm>
            <a:custGeom>
              <a:rect b="b" l="l" r="r" t="t"/>
              <a:pathLst>
                <a:path extrusionOk="0" h="3007" w="432">
                  <a:moveTo>
                    <a:pt x="364" y="1"/>
                  </a:moveTo>
                  <a:lnTo>
                    <a:pt x="173" y="154"/>
                  </a:lnTo>
                  <a:cubicBezTo>
                    <a:pt x="67" y="240"/>
                    <a:pt x="0" y="374"/>
                    <a:pt x="0" y="518"/>
                  </a:cubicBezTo>
                  <a:lnTo>
                    <a:pt x="0" y="3006"/>
                  </a:lnTo>
                  <a:lnTo>
                    <a:pt x="29" y="2949"/>
                  </a:lnTo>
                  <a:cubicBezTo>
                    <a:pt x="297" y="2537"/>
                    <a:pt x="431" y="2059"/>
                    <a:pt x="431" y="1561"/>
                  </a:cubicBezTo>
                  <a:lnTo>
                    <a:pt x="431" y="240"/>
                  </a:lnTo>
                  <a:cubicBezTo>
                    <a:pt x="431" y="154"/>
                    <a:pt x="412" y="78"/>
                    <a:pt x="364" y="1"/>
                  </a:cubicBezTo>
                  <a:close/>
                </a:path>
              </a:pathLst>
            </a:custGeom>
            <a:solidFill>
              <a:srgbClr val="C5D1D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250" name="Google Shape;14250;p43"/>
            <p:cNvSpPr/>
            <p:nvPr/>
          </p:nvSpPr>
          <p:spPr>
            <a:xfrm>
              <a:off x="6705850" y="3599052"/>
              <a:ext cx="34952" cy="95665"/>
            </a:xfrm>
            <a:custGeom>
              <a:rect b="b" l="l" r="r" t="t"/>
              <a:pathLst>
                <a:path extrusionOk="0" h="3643" w="1331">
                  <a:moveTo>
                    <a:pt x="214" y="1"/>
                  </a:moveTo>
                  <a:cubicBezTo>
                    <a:pt x="203" y="1"/>
                    <a:pt x="192" y="5"/>
                    <a:pt x="182" y="15"/>
                  </a:cubicBezTo>
                  <a:lnTo>
                    <a:pt x="0" y="254"/>
                  </a:lnTo>
                  <a:lnTo>
                    <a:pt x="297" y="637"/>
                  </a:lnTo>
                  <a:cubicBezTo>
                    <a:pt x="313" y="664"/>
                    <a:pt x="341" y="676"/>
                    <a:pt x="370" y="676"/>
                  </a:cubicBezTo>
                  <a:cubicBezTo>
                    <a:pt x="392" y="676"/>
                    <a:pt x="414" y="669"/>
                    <a:pt x="431" y="656"/>
                  </a:cubicBezTo>
                  <a:lnTo>
                    <a:pt x="555" y="541"/>
                  </a:lnTo>
                  <a:lnTo>
                    <a:pt x="555" y="3642"/>
                  </a:lnTo>
                  <a:lnTo>
                    <a:pt x="775" y="3642"/>
                  </a:lnTo>
                  <a:lnTo>
                    <a:pt x="775" y="541"/>
                  </a:lnTo>
                  <a:lnTo>
                    <a:pt x="900" y="656"/>
                  </a:lnTo>
                  <a:cubicBezTo>
                    <a:pt x="917" y="673"/>
                    <a:pt x="939" y="680"/>
                    <a:pt x="961" y="680"/>
                  </a:cubicBezTo>
                  <a:cubicBezTo>
                    <a:pt x="989" y="680"/>
                    <a:pt x="1018" y="668"/>
                    <a:pt x="1034" y="647"/>
                  </a:cubicBezTo>
                  <a:lnTo>
                    <a:pt x="1330" y="254"/>
                  </a:lnTo>
                  <a:lnTo>
                    <a:pt x="1149" y="15"/>
                  </a:lnTo>
                  <a:cubicBezTo>
                    <a:pt x="1139" y="5"/>
                    <a:pt x="1127" y="1"/>
                    <a:pt x="1116" y="1"/>
                  </a:cubicBezTo>
                  <a:cubicBezTo>
                    <a:pt x="1105" y="1"/>
                    <a:pt x="1096" y="5"/>
                    <a:pt x="1091" y="15"/>
                  </a:cubicBezTo>
                  <a:lnTo>
                    <a:pt x="660" y="455"/>
                  </a:lnTo>
                  <a:lnTo>
                    <a:pt x="239" y="15"/>
                  </a:lnTo>
                  <a:cubicBezTo>
                    <a:pt x="235" y="5"/>
                    <a:pt x="225" y="1"/>
                    <a:pt x="214" y="1"/>
                  </a:cubicBezTo>
                  <a:close/>
                </a:path>
              </a:pathLst>
            </a:custGeom>
            <a:solidFill>
              <a:srgbClr val="C5D1D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251" name="Google Shape;14251;p43"/>
            <p:cNvSpPr/>
            <p:nvPr/>
          </p:nvSpPr>
          <p:spPr>
            <a:xfrm>
              <a:off x="6720161" y="3706482"/>
              <a:ext cx="6066" cy="12106"/>
            </a:xfrm>
            <a:custGeom>
              <a:rect b="b" l="l" r="r" t="t"/>
              <a:pathLst>
                <a:path extrusionOk="0" h="461" w="231">
                  <a:moveTo>
                    <a:pt x="115" y="1"/>
                  </a:moveTo>
                  <a:cubicBezTo>
                    <a:pt x="58" y="1"/>
                    <a:pt x="1" y="58"/>
                    <a:pt x="10" y="125"/>
                  </a:cubicBezTo>
                  <a:lnTo>
                    <a:pt x="10" y="460"/>
                  </a:lnTo>
                  <a:lnTo>
                    <a:pt x="230" y="460"/>
                  </a:lnTo>
                  <a:lnTo>
                    <a:pt x="230" y="125"/>
                  </a:lnTo>
                  <a:cubicBezTo>
                    <a:pt x="230" y="58"/>
                    <a:pt x="182" y="1"/>
                    <a:pt x="115" y="1"/>
                  </a:cubicBezTo>
                  <a:close/>
                </a:path>
              </a:pathLst>
            </a:custGeom>
            <a:solidFill>
              <a:srgbClr val="63798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252" name="Google Shape;14252;p43"/>
            <p:cNvSpPr/>
            <p:nvPr/>
          </p:nvSpPr>
          <p:spPr>
            <a:xfrm>
              <a:off x="6700309" y="3539127"/>
              <a:ext cx="46008" cy="53807"/>
            </a:xfrm>
            <a:custGeom>
              <a:rect b="b" l="l" r="r" t="t"/>
              <a:pathLst>
                <a:path extrusionOk="0" h="2049" w="1752">
                  <a:moveTo>
                    <a:pt x="661" y="0"/>
                  </a:moveTo>
                  <a:cubicBezTo>
                    <a:pt x="288" y="10"/>
                    <a:pt x="1" y="316"/>
                    <a:pt x="10" y="680"/>
                  </a:cubicBezTo>
                  <a:lnTo>
                    <a:pt x="10" y="1139"/>
                  </a:lnTo>
                  <a:cubicBezTo>
                    <a:pt x="1" y="1627"/>
                    <a:pt x="383" y="2039"/>
                    <a:pt x="871" y="2048"/>
                  </a:cubicBezTo>
                  <a:cubicBezTo>
                    <a:pt x="1369" y="2039"/>
                    <a:pt x="1752" y="1627"/>
                    <a:pt x="1742" y="1139"/>
                  </a:cubicBezTo>
                  <a:lnTo>
                    <a:pt x="1742" y="680"/>
                  </a:lnTo>
                  <a:cubicBezTo>
                    <a:pt x="1752" y="316"/>
                    <a:pt x="1455" y="10"/>
                    <a:pt x="1092" y="0"/>
                  </a:cubicBezTo>
                  <a:close/>
                </a:path>
              </a:pathLst>
            </a:custGeom>
            <a:solidFill>
              <a:srgbClr val="BECBD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253" name="Google Shape;14253;p43"/>
            <p:cNvSpPr/>
            <p:nvPr/>
          </p:nvSpPr>
          <p:spPr>
            <a:xfrm>
              <a:off x="6700309" y="3539127"/>
              <a:ext cx="31433" cy="53807"/>
            </a:xfrm>
            <a:custGeom>
              <a:rect b="b" l="l" r="r" t="t"/>
              <a:pathLst>
                <a:path extrusionOk="0" h="2049" w="1197">
                  <a:moveTo>
                    <a:pt x="661" y="0"/>
                  </a:moveTo>
                  <a:cubicBezTo>
                    <a:pt x="288" y="10"/>
                    <a:pt x="1" y="316"/>
                    <a:pt x="10" y="680"/>
                  </a:cubicBezTo>
                  <a:lnTo>
                    <a:pt x="10" y="1139"/>
                  </a:lnTo>
                  <a:cubicBezTo>
                    <a:pt x="1" y="1627"/>
                    <a:pt x="383" y="2039"/>
                    <a:pt x="871" y="2048"/>
                  </a:cubicBezTo>
                  <a:cubicBezTo>
                    <a:pt x="986" y="2048"/>
                    <a:pt x="1101" y="2029"/>
                    <a:pt x="1197" y="1981"/>
                  </a:cubicBezTo>
                  <a:cubicBezTo>
                    <a:pt x="871" y="1838"/>
                    <a:pt x="651" y="1503"/>
                    <a:pt x="661" y="1139"/>
                  </a:cubicBezTo>
                  <a:lnTo>
                    <a:pt x="661" y="680"/>
                  </a:lnTo>
                  <a:cubicBezTo>
                    <a:pt x="651" y="354"/>
                    <a:pt x="881" y="77"/>
                    <a:pt x="1197" y="10"/>
                  </a:cubicBezTo>
                  <a:cubicBezTo>
                    <a:pt x="1168" y="0"/>
                    <a:pt x="1130" y="0"/>
                    <a:pt x="1092" y="0"/>
                  </a:cubicBezTo>
                  <a:close/>
                </a:path>
              </a:pathLst>
            </a:custGeom>
            <a:solidFill>
              <a:srgbClr val="ACBDC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254" name="Google Shape;14254;p43"/>
            <p:cNvSpPr/>
            <p:nvPr/>
          </p:nvSpPr>
          <p:spPr>
            <a:xfrm>
              <a:off x="6700309" y="3539127"/>
              <a:ext cx="46008" cy="23897"/>
            </a:xfrm>
            <a:custGeom>
              <a:rect b="b" l="l" r="r" t="t"/>
              <a:pathLst>
                <a:path extrusionOk="0" h="910" w="1752">
                  <a:moveTo>
                    <a:pt x="661" y="0"/>
                  </a:moveTo>
                  <a:cubicBezTo>
                    <a:pt x="288" y="10"/>
                    <a:pt x="1" y="316"/>
                    <a:pt x="10" y="689"/>
                  </a:cubicBezTo>
                  <a:cubicBezTo>
                    <a:pt x="10" y="689"/>
                    <a:pt x="661" y="909"/>
                    <a:pt x="1742" y="909"/>
                  </a:cubicBezTo>
                  <a:lnTo>
                    <a:pt x="1742" y="689"/>
                  </a:lnTo>
                  <a:cubicBezTo>
                    <a:pt x="1752" y="316"/>
                    <a:pt x="1455" y="10"/>
                    <a:pt x="1092" y="0"/>
                  </a:cubicBez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255" name="Google Shape;14255;p43"/>
            <p:cNvSpPr/>
            <p:nvPr/>
          </p:nvSpPr>
          <p:spPr>
            <a:xfrm>
              <a:off x="6700309" y="3539127"/>
              <a:ext cx="31433" cy="21875"/>
            </a:xfrm>
            <a:custGeom>
              <a:rect b="b" l="l" r="r" t="t"/>
              <a:pathLst>
                <a:path extrusionOk="0" h="833" w="1197">
                  <a:moveTo>
                    <a:pt x="661" y="0"/>
                  </a:moveTo>
                  <a:cubicBezTo>
                    <a:pt x="288" y="10"/>
                    <a:pt x="1" y="316"/>
                    <a:pt x="10" y="689"/>
                  </a:cubicBezTo>
                  <a:cubicBezTo>
                    <a:pt x="221" y="747"/>
                    <a:pt x="441" y="804"/>
                    <a:pt x="661" y="833"/>
                  </a:cubicBezTo>
                  <a:lnTo>
                    <a:pt x="661" y="689"/>
                  </a:lnTo>
                  <a:cubicBezTo>
                    <a:pt x="651" y="364"/>
                    <a:pt x="881" y="77"/>
                    <a:pt x="1197" y="10"/>
                  </a:cubicBezTo>
                  <a:cubicBezTo>
                    <a:pt x="1168" y="10"/>
                    <a:pt x="1130" y="0"/>
                    <a:pt x="1092" y="0"/>
                  </a:cubicBez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256" name="Google Shape;14256;p43"/>
            <p:cNvSpPr/>
            <p:nvPr/>
          </p:nvSpPr>
          <p:spPr>
            <a:xfrm>
              <a:off x="6802854" y="3586868"/>
              <a:ext cx="22899" cy="23897"/>
            </a:xfrm>
            <a:custGeom>
              <a:rect b="b" l="l" r="r" t="t"/>
              <a:pathLst>
                <a:path extrusionOk="0" h="910" w="872">
                  <a:moveTo>
                    <a:pt x="0" y="0"/>
                  </a:moveTo>
                  <a:lnTo>
                    <a:pt x="0" y="910"/>
                  </a:lnTo>
                  <a:lnTo>
                    <a:pt x="871" y="910"/>
                  </a:lnTo>
                  <a:lnTo>
                    <a:pt x="871" y="0"/>
                  </a:lnTo>
                  <a:close/>
                </a:path>
              </a:pathLst>
            </a:custGeom>
            <a:solidFill>
              <a:srgbClr val="ACBDC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257" name="Google Shape;14257;p43"/>
            <p:cNvSpPr/>
            <p:nvPr/>
          </p:nvSpPr>
          <p:spPr>
            <a:xfrm>
              <a:off x="6801594" y="3586868"/>
              <a:ext cx="24894" cy="18067"/>
            </a:xfrm>
            <a:custGeom>
              <a:rect b="b" l="l" r="r" t="t"/>
              <a:pathLst>
                <a:path extrusionOk="0" h="688" w="948">
                  <a:moveTo>
                    <a:pt x="48" y="0"/>
                  </a:moveTo>
                  <a:lnTo>
                    <a:pt x="48" y="460"/>
                  </a:lnTo>
                  <a:cubicBezTo>
                    <a:pt x="39" y="508"/>
                    <a:pt x="29" y="555"/>
                    <a:pt x="0" y="594"/>
                  </a:cubicBezTo>
                  <a:cubicBezTo>
                    <a:pt x="154" y="656"/>
                    <a:pt x="316" y="687"/>
                    <a:pt x="478" y="687"/>
                  </a:cubicBezTo>
                  <a:cubicBezTo>
                    <a:pt x="639" y="687"/>
                    <a:pt x="800" y="656"/>
                    <a:pt x="948" y="594"/>
                  </a:cubicBezTo>
                  <a:cubicBezTo>
                    <a:pt x="929" y="555"/>
                    <a:pt x="910" y="508"/>
                    <a:pt x="910" y="460"/>
                  </a:cubicBezTo>
                  <a:lnTo>
                    <a:pt x="910" y="0"/>
                  </a:lnTo>
                  <a:close/>
                </a:path>
              </a:pathLst>
            </a:custGeom>
            <a:solidFill>
              <a:srgbClr val="96ABB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258" name="Google Shape;14258;p43"/>
            <p:cNvSpPr/>
            <p:nvPr/>
          </p:nvSpPr>
          <p:spPr>
            <a:xfrm>
              <a:off x="6779982" y="3605722"/>
              <a:ext cx="68381" cy="88995"/>
            </a:xfrm>
            <a:custGeom>
              <a:rect b="b" l="l" r="r" t="t"/>
              <a:pathLst>
                <a:path extrusionOk="0" h="3389" w="2604">
                  <a:moveTo>
                    <a:pt x="642" y="0"/>
                  </a:moveTo>
                  <a:lnTo>
                    <a:pt x="249" y="211"/>
                  </a:lnTo>
                  <a:cubicBezTo>
                    <a:pt x="96" y="297"/>
                    <a:pt x="0" y="450"/>
                    <a:pt x="10" y="622"/>
                  </a:cubicBezTo>
                  <a:lnTo>
                    <a:pt x="10" y="1943"/>
                  </a:lnTo>
                  <a:cubicBezTo>
                    <a:pt x="10" y="2431"/>
                    <a:pt x="144" y="2919"/>
                    <a:pt x="402" y="3331"/>
                  </a:cubicBezTo>
                  <a:lnTo>
                    <a:pt x="441" y="3388"/>
                  </a:lnTo>
                  <a:lnTo>
                    <a:pt x="2173" y="3388"/>
                  </a:lnTo>
                  <a:lnTo>
                    <a:pt x="2202" y="3331"/>
                  </a:lnTo>
                  <a:cubicBezTo>
                    <a:pt x="2470" y="2919"/>
                    <a:pt x="2603" y="2431"/>
                    <a:pt x="2603" y="1943"/>
                  </a:cubicBezTo>
                  <a:lnTo>
                    <a:pt x="2603" y="622"/>
                  </a:lnTo>
                  <a:cubicBezTo>
                    <a:pt x="2603" y="450"/>
                    <a:pt x="2517" y="297"/>
                    <a:pt x="2364" y="211"/>
                  </a:cubicBezTo>
                  <a:lnTo>
                    <a:pt x="1972" y="0"/>
                  </a:lnTo>
                  <a:cubicBezTo>
                    <a:pt x="1823" y="193"/>
                    <a:pt x="1384" y="201"/>
                    <a:pt x="1312" y="201"/>
                  </a:cubicBezTo>
                  <a:cubicBezTo>
                    <a:pt x="1305" y="201"/>
                    <a:pt x="1302" y="201"/>
                    <a:pt x="1302" y="201"/>
                  </a:cubicBezTo>
                  <a:cubicBezTo>
                    <a:pt x="1302" y="201"/>
                    <a:pt x="1298" y="201"/>
                    <a:pt x="1292" y="201"/>
                  </a:cubicBezTo>
                  <a:cubicBezTo>
                    <a:pt x="1221" y="201"/>
                    <a:pt x="791" y="193"/>
                    <a:pt x="642" y="0"/>
                  </a:cubicBezTo>
                  <a:close/>
                </a:path>
              </a:pathLst>
            </a:custGeom>
            <a:solidFill>
              <a:srgbClr val="909FA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259" name="Google Shape;14259;p43"/>
            <p:cNvSpPr/>
            <p:nvPr/>
          </p:nvSpPr>
          <p:spPr>
            <a:xfrm>
              <a:off x="6791536" y="3694691"/>
              <a:ext cx="45509" cy="23897"/>
            </a:xfrm>
            <a:custGeom>
              <a:rect b="b" l="l" r="r" t="t"/>
              <a:pathLst>
                <a:path extrusionOk="0" h="910" w="1733">
                  <a:moveTo>
                    <a:pt x="1" y="0"/>
                  </a:moveTo>
                  <a:lnTo>
                    <a:pt x="1" y="680"/>
                  </a:lnTo>
                  <a:cubicBezTo>
                    <a:pt x="1" y="804"/>
                    <a:pt x="96" y="900"/>
                    <a:pt x="221" y="909"/>
                  </a:cubicBezTo>
                  <a:lnTo>
                    <a:pt x="1513" y="909"/>
                  </a:lnTo>
                  <a:cubicBezTo>
                    <a:pt x="1637" y="900"/>
                    <a:pt x="1733" y="804"/>
                    <a:pt x="1733" y="680"/>
                  </a:cubicBezTo>
                  <a:lnTo>
                    <a:pt x="1733" y="0"/>
                  </a:lnTo>
                  <a:close/>
                </a:path>
              </a:pathLst>
            </a:custGeom>
            <a:solidFill>
              <a:srgbClr val="63798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260" name="Google Shape;14260;p43"/>
            <p:cNvSpPr/>
            <p:nvPr/>
          </p:nvSpPr>
          <p:spPr>
            <a:xfrm>
              <a:off x="6780218" y="3615754"/>
              <a:ext cx="11344" cy="78964"/>
            </a:xfrm>
            <a:custGeom>
              <a:rect b="b" l="l" r="r" t="t"/>
              <a:pathLst>
                <a:path extrusionOk="0" h="3007" w="432">
                  <a:moveTo>
                    <a:pt x="68" y="1"/>
                  </a:moveTo>
                  <a:cubicBezTo>
                    <a:pt x="20" y="78"/>
                    <a:pt x="1" y="154"/>
                    <a:pt x="1" y="240"/>
                  </a:cubicBezTo>
                  <a:lnTo>
                    <a:pt x="1" y="1561"/>
                  </a:lnTo>
                  <a:cubicBezTo>
                    <a:pt x="1" y="2059"/>
                    <a:pt x="135" y="2537"/>
                    <a:pt x="393" y="2949"/>
                  </a:cubicBezTo>
                  <a:lnTo>
                    <a:pt x="432" y="3006"/>
                  </a:lnTo>
                  <a:lnTo>
                    <a:pt x="432" y="518"/>
                  </a:lnTo>
                  <a:cubicBezTo>
                    <a:pt x="432" y="374"/>
                    <a:pt x="365" y="240"/>
                    <a:pt x="259" y="154"/>
                  </a:cubicBezTo>
                  <a:lnTo>
                    <a:pt x="68" y="1"/>
                  </a:lnTo>
                  <a:close/>
                </a:path>
              </a:pathLst>
            </a:custGeom>
            <a:solidFill>
              <a:srgbClr val="76899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261" name="Google Shape;14261;p43"/>
            <p:cNvSpPr/>
            <p:nvPr/>
          </p:nvSpPr>
          <p:spPr>
            <a:xfrm>
              <a:off x="6837018" y="3615754"/>
              <a:ext cx="11344" cy="78964"/>
            </a:xfrm>
            <a:custGeom>
              <a:rect b="b" l="l" r="r" t="t"/>
              <a:pathLst>
                <a:path extrusionOk="0" h="3007" w="432">
                  <a:moveTo>
                    <a:pt x="364" y="1"/>
                  </a:moveTo>
                  <a:lnTo>
                    <a:pt x="173" y="154"/>
                  </a:lnTo>
                  <a:cubicBezTo>
                    <a:pt x="68" y="240"/>
                    <a:pt x="1" y="374"/>
                    <a:pt x="1" y="518"/>
                  </a:cubicBezTo>
                  <a:lnTo>
                    <a:pt x="1" y="3006"/>
                  </a:lnTo>
                  <a:lnTo>
                    <a:pt x="30" y="2949"/>
                  </a:lnTo>
                  <a:cubicBezTo>
                    <a:pt x="298" y="2537"/>
                    <a:pt x="431" y="2059"/>
                    <a:pt x="431" y="1561"/>
                  </a:cubicBezTo>
                  <a:lnTo>
                    <a:pt x="431" y="240"/>
                  </a:lnTo>
                  <a:cubicBezTo>
                    <a:pt x="431" y="154"/>
                    <a:pt x="412" y="78"/>
                    <a:pt x="364" y="1"/>
                  </a:cubicBezTo>
                  <a:close/>
                </a:path>
              </a:pathLst>
            </a:custGeom>
            <a:solidFill>
              <a:srgbClr val="76899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262" name="Google Shape;14262;p43"/>
            <p:cNvSpPr/>
            <p:nvPr/>
          </p:nvSpPr>
          <p:spPr>
            <a:xfrm>
              <a:off x="6796814" y="3599052"/>
              <a:ext cx="34952" cy="95665"/>
            </a:xfrm>
            <a:custGeom>
              <a:rect b="b" l="l" r="r" t="t"/>
              <a:pathLst>
                <a:path extrusionOk="0" h="3643" w="1331">
                  <a:moveTo>
                    <a:pt x="215" y="1"/>
                  </a:moveTo>
                  <a:cubicBezTo>
                    <a:pt x="204" y="1"/>
                    <a:pt x="192" y="5"/>
                    <a:pt x="182" y="15"/>
                  </a:cubicBezTo>
                  <a:lnTo>
                    <a:pt x="1" y="254"/>
                  </a:lnTo>
                  <a:lnTo>
                    <a:pt x="297" y="637"/>
                  </a:lnTo>
                  <a:cubicBezTo>
                    <a:pt x="313" y="664"/>
                    <a:pt x="342" y="676"/>
                    <a:pt x="370" y="676"/>
                  </a:cubicBezTo>
                  <a:cubicBezTo>
                    <a:pt x="392" y="676"/>
                    <a:pt x="415" y="669"/>
                    <a:pt x="431" y="656"/>
                  </a:cubicBezTo>
                  <a:lnTo>
                    <a:pt x="556" y="541"/>
                  </a:lnTo>
                  <a:lnTo>
                    <a:pt x="556" y="3642"/>
                  </a:lnTo>
                  <a:lnTo>
                    <a:pt x="776" y="3642"/>
                  </a:lnTo>
                  <a:lnTo>
                    <a:pt x="776" y="541"/>
                  </a:lnTo>
                  <a:lnTo>
                    <a:pt x="900" y="656"/>
                  </a:lnTo>
                  <a:cubicBezTo>
                    <a:pt x="917" y="673"/>
                    <a:pt x="939" y="680"/>
                    <a:pt x="961" y="680"/>
                  </a:cubicBezTo>
                  <a:cubicBezTo>
                    <a:pt x="990" y="680"/>
                    <a:pt x="1018" y="668"/>
                    <a:pt x="1034" y="647"/>
                  </a:cubicBezTo>
                  <a:lnTo>
                    <a:pt x="1331" y="254"/>
                  </a:lnTo>
                  <a:lnTo>
                    <a:pt x="1149" y="15"/>
                  </a:lnTo>
                  <a:cubicBezTo>
                    <a:pt x="1139" y="5"/>
                    <a:pt x="1127" y="1"/>
                    <a:pt x="1117" y="1"/>
                  </a:cubicBezTo>
                  <a:cubicBezTo>
                    <a:pt x="1106" y="1"/>
                    <a:pt x="1096" y="5"/>
                    <a:pt x="1092" y="15"/>
                  </a:cubicBezTo>
                  <a:lnTo>
                    <a:pt x="670" y="455"/>
                  </a:lnTo>
                  <a:lnTo>
                    <a:pt x="240" y="15"/>
                  </a:lnTo>
                  <a:cubicBezTo>
                    <a:pt x="235" y="5"/>
                    <a:pt x="225" y="1"/>
                    <a:pt x="215" y="1"/>
                  </a:cubicBezTo>
                  <a:close/>
                </a:path>
              </a:pathLst>
            </a:custGeom>
            <a:solidFill>
              <a:srgbClr val="76899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263" name="Google Shape;14263;p43"/>
            <p:cNvSpPr/>
            <p:nvPr/>
          </p:nvSpPr>
          <p:spPr>
            <a:xfrm>
              <a:off x="6811152" y="3706482"/>
              <a:ext cx="6040" cy="12106"/>
            </a:xfrm>
            <a:custGeom>
              <a:rect b="b" l="l" r="r" t="t"/>
              <a:pathLst>
                <a:path extrusionOk="0" h="461" w="230">
                  <a:moveTo>
                    <a:pt x="115" y="1"/>
                  </a:moveTo>
                  <a:cubicBezTo>
                    <a:pt x="58" y="1"/>
                    <a:pt x="0" y="58"/>
                    <a:pt x="10" y="125"/>
                  </a:cubicBezTo>
                  <a:lnTo>
                    <a:pt x="10" y="460"/>
                  </a:lnTo>
                  <a:lnTo>
                    <a:pt x="230" y="460"/>
                  </a:lnTo>
                  <a:lnTo>
                    <a:pt x="230" y="125"/>
                  </a:lnTo>
                  <a:cubicBezTo>
                    <a:pt x="230" y="58"/>
                    <a:pt x="182" y="1"/>
                    <a:pt x="115" y="1"/>
                  </a:cubicBezTo>
                  <a:close/>
                </a:path>
              </a:pathLst>
            </a:custGeom>
            <a:solidFill>
              <a:srgbClr val="4B637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264" name="Google Shape;14264;p43"/>
            <p:cNvSpPr/>
            <p:nvPr/>
          </p:nvSpPr>
          <p:spPr>
            <a:xfrm>
              <a:off x="6791300" y="3539127"/>
              <a:ext cx="46008" cy="53807"/>
            </a:xfrm>
            <a:custGeom>
              <a:rect b="b" l="l" r="r" t="t"/>
              <a:pathLst>
                <a:path extrusionOk="0" h="2049" w="1752">
                  <a:moveTo>
                    <a:pt x="660" y="0"/>
                  </a:moveTo>
                  <a:cubicBezTo>
                    <a:pt x="287" y="10"/>
                    <a:pt x="0" y="316"/>
                    <a:pt x="10" y="680"/>
                  </a:cubicBezTo>
                  <a:lnTo>
                    <a:pt x="10" y="1139"/>
                  </a:lnTo>
                  <a:cubicBezTo>
                    <a:pt x="0" y="1627"/>
                    <a:pt x="383" y="2039"/>
                    <a:pt x="871" y="2048"/>
                  </a:cubicBezTo>
                  <a:cubicBezTo>
                    <a:pt x="1369" y="2039"/>
                    <a:pt x="1751" y="1627"/>
                    <a:pt x="1742" y="1139"/>
                  </a:cubicBezTo>
                  <a:lnTo>
                    <a:pt x="1742" y="680"/>
                  </a:lnTo>
                  <a:cubicBezTo>
                    <a:pt x="1751" y="316"/>
                    <a:pt x="1455" y="10"/>
                    <a:pt x="1091" y="0"/>
                  </a:cubicBezTo>
                  <a:close/>
                </a:path>
              </a:pathLst>
            </a:custGeom>
            <a:solidFill>
              <a:srgbClr val="BECBD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265" name="Google Shape;14265;p43"/>
            <p:cNvSpPr/>
            <p:nvPr/>
          </p:nvSpPr>
          <p:spPr>
            <a:xfrm>
              <a:off x="6791300" y="3539127"/>
              <a:ext cx="31433" cy="53807"/>
            </a:xfrm>
            <a:custGeom>
              <a:rect b="b" l="l" r="r" t="t"/>
              <a:pathLst>
                <a:path extrusionOk="0" h="2049" w="1197">
                  <a:moveTo>
                    <a:pt x="660" y="0"/>
                  </a:moveTo>
                  <a:cubicBezTo>
                    <a:pt x="287" y="10"/>
                    <a:pt x="0" y="316"/>
                    <a:pt x="10" y="680"/>
                  </a:cubicBezTo>
                  <a:lnTo>
                    <a:pt x="10" y="1139"/>
                  </a:lnTo>
                  <a:cubicBezTo>
                    <a:pt x="0" y="1627"/>
                    <a:pt x="383" y="2039"/>
                    <a:pt x="871" y="2048"/>
                  </a:cubicBezTo>
                  <a:cubicBezTo>
                    <a:pt x="986" y="2048"/>
                    <a:pt x="1101" y="2029"/>
                    <a:pt x="1196" y="1981"/>
                  </a:cubicBezTo>
                  <a:cubicBezTo>
                    <a:pt x="871" y="1838"/>
                    <a:pt x="651" y="1503"/>
                    <a:pt x="660" y="1139"/>
                  </a:cubicBezTo>
                  <a:lnTo>
                    <a:pt x="660" y="680"/>
                  </a:lnTo>
                  <a:cubicBezTo>
                    <a:pt x="651" y="354"/>
                    <a:pt x="880" y="77"/>
                    <a:pt x="1196" y="10"/>
                  </a:cubicBezTo>
                  <a:cubicBezTo>
                    <a:pt x="1168" y="0"/>
                    <a:pt x="1129" y="0"/>
                    <a:pt x="1091" y="0"/>
                  </a:cubicBezTo>
                  <a:close/>
                </a:path>
              </a:pathLst>
            </a:custGeom>
            <a:solidFill>
              <a:srgbClr val="ACBDC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266" name="Google Shape;14266;p43"/>
            <p:cNvSpPr/>
            <p:nvPr/>
          </p:nvSpPr>
          <p:spPr>
            <a:xfrm>
              <a:off x="6791300" y="3539127"/>
              <a:ext cx="46008" cy="23897"/>
            </a:xfrm>
            <a:custGeom>
              <a:rect b="b" l="l" r="r" t="t"/>
              <a:pathLst>
                <a:path extrusionOk="0" h="910" w="1752">
                  <a:moveTo>
                    <a:pt x="660" y="0"/>
                  </a:moveTo>
                  <a:cubicBezTo>
                    <a:pt x="287" y="10"/>
                    <a:pt x="0" y="316"/>
                    <a:pt x="10" y="689"/>
                  </a:cubicBezTo>
                  <a:cubicBezTo>
                    <a:pt x="10" y="689"/>
                    <a:pt x="660" y="909"/>
                    <a:pt x="1742" y="909"/>
                  </a:cubicBezTo>
                  <a:lnTo>
                    <a:pt x="1742" y="689"/>
                  </a:lnTo>
                  <a:cubicBezTo>
                    <a:pt x="1751" y="316"/>
                    <a:pt x="1455" y="10"/>
                    <a:pt x="1091" y="0"/>
                  </a:cubicBez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267" name="Google Shape;14267;p43"/>
            <p:cNvSpPr/>
            <p:nvPr/>
          </p:nvSpPr>
          <p:spPr>
            <a:xfrm>
              <a:off x="6791300" y="3539127"/>
              <a:ext cx="31433" cy="21875"/>
            </a:xfrm>
            <a:custGeom>
              <a:rect b="b" l="l" r="r" t="t"/>
              <a:pathLst>
                <a:path extrusionOk="0" h="833" w="1197">
                  <a:moveTo>
                    <a:pt x="660" y="0"/>
                  </a:moveTo>
                  <a:cubicBezTo>
                    <a:pt x="287" y="10"/>
                    <a:pt x="0" y="316"/>
                    <a:pt x="10" y="689"/>
                  </a:cubicBezTo>
                  <a:cubicBezTo>
                    <a:pt x="220" y="747"/>
                    <a:pt x="440" y="804"/>
                    <a:pt x="660" y="833"/>
                  </a:cubicBezTo>
                  <a:lnTo>
                    <a:pt x="660" y="689"/>
                  </a:lnTo>
                  <a:cubicBezTo>
                    <a:pt x="651" y="364"/>
                    <a:pt x="880" y="77"/>
                    <a:pt x="1196" y="10"/>
                  </a:cubicBezTo>
                  <a:cubicBezTo>
                    <a:pt x="1168" y="10"/>
                    <a:pt x="1129" y="0"/>
                    <a:pt x="1091" y="0"/>
                  </a:cubicBez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268" name="Google Shape;14268;p43"/>
            <p:cNvSpPr/>
            <p:nvPr/>
          </p:nvSpPr>
          <p:spPr>
            <a:xfrm>
              <a:off x="6893819" y="3586868"/>
              <a:ext cx="22899" cy="23897"/>
            </a:xfrm>
            <a:custGeom>
              <a:rect b="b" l="l" r="r" t="t"/>
              <a:pathLst>
                <a:path extrusionOk="0" h="910" w="872">
                  <a:moveTo>
                    <a:pt x="1" y="0"/>
                  </a:moveTo>
                  <a:lnTo>
                    <a:pt x="1" y="910"/>
                  </a:lnTo>
                  <a:lnTo>
                    <a:pt x="872" y="910"/>
                  </a:lnTo>
                  <a:lnTo>
                    <a:pt x="872" y="0"/>
                  </a:lnTo>
                  <a:close/>
                </a:path>
              </a:pathLst>
            </a:custGeom>
            <a:solidFill>
              <a:srgbClr val="ACBDC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269" name="Google Shape;14269;p43"/>
            <p:cNvSpPr/>
            <p:nvPr/>
          </p:nvSpPr>
          <p:spPr>
            <a:xfrm>
              <a:off x="6892821" y="3586868"/>
              <a:ext cx="24894" cy="18067"/>
            </a:xfrm>
            <a:custGeom>
              <a:rect b="b" l="l" r="r" t="t"/>
              <a:pathLst>
                <a:path extrusionOk="0" h="688" w="948">
                  <a:moveTo>
                    <a:pt x="39" y="0"/>
                  </a:moveTo>
                  <a:lnTo>
                    <a:pt x="39" y="460"/>
                  </a:lnTo>
                  <a:cubicBezTo>
                    <a:pt x="39" y="508"/>
                    <a:pt x="20" y="555"/>
                    <a:pt x="0" y="594"/>
                  </a:cubicBezTo>
                  <a:cubicBezTo>
                    <a:pt x="149" y="656"/>
                    <a:pt x="309" y="687"/>
                    <a:pt x="471" y="687"/>
                  </a:cubicBezTo>
                  <a:cubicBezTo>
                    <a:pt x="632" y="687"/>
                    <a:pt x="795" y="656"/>
                    <a:pt x="948" y="594"/>
                  </a:cubicBezTo>
                  <a:cubicBezTo>
                    <a:pt x="919" y="555"/>
                    <a:pt x="910" y="508"/>
                    <a:pt x="910" y="460"/>
                  </a:cubicBezTo>
                  <a:lnTo>
                    <a:pt x="910" y="0"/>
                  </a:lnTo>
                  <a:close/>
                </a:path>
              </a:pathLst>
            </a:custGeom>
            <a:solidFill>
              <a:srgbClr val="96ABB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270" name="Google Shape;14270;p43"/>
            <p:cNvSpPr/>
            <p:nvPr/>
          </p:nvSpPr>
          <p:spPr>
            <a:xfrm>
              <a:off x="6870946" y="3605722"/>
              <a:ext cx="68381" cy="88995"/>
            </a:xfrm>
            <a:custGeom>
              <a:rect b="b" l="l" r="r" t="t"/>
              <a:pathLst>
                <a:path extrusionOk="0" h="3389" w="2604">
                  <a:moveTo>
                    <a:pt x="642" y="0"/>
                  </a:moveTo>
                  <a:lnTo>
                    <a:pt x="250" y="211"/>
                  </a:lnTo>
                  <a:cubicBezTo>
                    <a:pt x="97" y="297"/>
                    <a:pt x="1" y="450"/>
                    <a:pt x="10" y="622"/>
                  </a:cubicBezTo>
                  <a:lnTo>
                    <a:pt x="10" y="1943"/>
                  </a:lnTo>
                  <a:cubicBezTo>
                    <a:pt x="10" y="2431"/>
                    <a:pt x="144" y="2919"/>
                    <a:pt x="403" y="3331"/>
                  </a:cubicBezTo>
                  <a:lnTo>
                    <a:pt x="441" y="3388"/>
                  </a:lnTo>
                  <a:lnTo>
                    <a:pt x="2173" y="3388"/>
                  </a:lnTo>
                  <a:lnTo>
                    <a:pt x="2202" y="3331"/>
                  </a:lnTo>
                  <a:cubicBezTo>
                    <a:pt x="2470" y="2919"/>
                    <a:pt x="2604" y="2431"/>
                    <a:pt x="2604" y="1943"/>
                  </a:cubicBezTo>
                  <a:lnTo>
                    <a:pt x="2604" y="622"/>
                  </a:lnTo>
                  <a:cubicBezTo>
                    <a:pt x="2604" y="450"/>
                    <a:pt x="2518" y="297"/>
                    <a:pt x="2365" y="211"/>
                  </a:cubicBezTo>
                  <a:lnTo>
                    <a:pt x="1972" y="0"/>
                  </a:lnTo>
                  <a:cubicBezTo>
                    <a:pt x="1823" y="193"/>
                    <a:pt x="1385" y="201"/>
                    <a:pt x="1312" y="201"/>
                  </a:cubicBezTo>
                  <a:cubicBezTo>
                    <a:pt x="1306" y="201"/>
                    <a:pt x="1302" y="201"/>
                    <a:pt x="1302" y="201"/>
                  </a:cubicBezTo>
                  <a:cubicBezTo>
                    <a:pt x="1302" y="201"/>
                    <a:pt x="1299" y="201"/>
                    <a:pt x="1292" y="201"/>
                  </a:cubicBezTo>
                  <a:cubicBezTo>
                    <a:pt x="1222" y="201"/>
                    <a:pt x="791" y="193"/>
                    <a:pt x="642" y="0"/>
                  </a:cubicBez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271" name="Google Shape;14271;p43"/>
            <p:cNvSpPr/>
            <p:nvPr/>
          </p:nvSpPr>
          <p:spPr>
            <a:xfrm>
              <a:off x="6882527" y="3694691"/>
              <a:ext cx="45509" cy="23897"/>
            </a:xfrm>
            <a:custGeom>
              <a:rect b="b" l="l" r="r" t="t"/>
              <a:pathLst>
                <a:path extrusionOk="0" h="910" w="1733">
                  <a:moveTo>
                    <a:pt x="0" y="0"/>
                  </a:moveTo>
                  <a:lnTo>
                    <a:pt x="0" y="680"/>
                  </a:lnTo>
                  <a:cubicBezTo>
                    <a:pt x="0" y="804"/>
                    <a:pt x="96" y="900"/>
                    <a:pt x="211" y="909"/>
                  </a:cubicBezTo>
                  <a:lnTo>
                    <a:pt x="1512" y="909"/>
                  </a:lnTo>
                  <a:cubicBezTo>
                    <a:pt x="1637" y="900"/>
                    <a:pt x="1732" y="804"/>
                    <a:pt x="1732" y="680"/>
                  </a:cubicBezTo>
                  <a:lnTo>
                    <a:pt x="1732" y="0"/>
                  </a:lnTo>
                  <a:close/>
                </a:path>
              </a:pathLst>
            </a:custGeom>
            <a:solidFill>
              <a:srgbClr val="76899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272" name="Google Shape;14272;p43"/>
            <p:cNvSpPr/>
            <p:nvPr/>
          </p:nvSpPr>
          <p:spPr>
            <a:xfrm>
              <a:off x="6871209" y="3615754"/>
              <a:ext cx="11344" cy="78964"/>
            </a:xfrm>
            <a:custGeom>
              <a:rect b="b" l="l" r="r" t="t"/>
              <a:pathLst>
                <a:path extrusionOk="0" h="3007" w="432">
                  <a:moveTo>
                    <a:pt x="67" y="1"/>
                  </a:moveTo>
                  <a:cubicBezTo>
                    <a:pt x="20" y="78"/>
                    <a:pt x="0" y="154"/>
                    <a:pt x="0" y="240"/>
                  </a:cubicBezTo>
                  <a:lnTo>
                    <a:pt x="0" y="1561"/>
                  </a:lnTo>
                  <a:cubicBezTo>
                    <a:pt x="0" y="2059"/>
                    <a:pt x="134" y="2537"/>
                    <a:pt x="393" y="2949"/>
                  </a:cubicBezTo>
                  <a:lnTo>
                    <a:pt x="431" y="3006"/>
                  </a:lnTo>
                  <a:lnTo>
                    <a:pt x="431" y="518"/>
                  </a:lnTo>
                  <a:cubicBezTo>
                    <a:pt x="431" y="374"/>
                    <a:pt x="364" y="240"/>
                    <a:pt x="259" y="154"/>
                  </a:cubicBezTo>
                  <a:lnTo>
                    <a:pt x="67" y="1"/>
                  </a:lnTo>
                  <a:close/>
                </a:path>
              </a:pathLst>
            </a:custGeom>
            <a:solidFill>
              <a:srgbClr val="C5D1D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273" name="Google Shape;14273;p43"/>
            <p:cNvSpPr/>
            <p:nvPr/>
          </p:nvSpPr>
          <p:spPr>
            <a:xfrm>
              <a:off x="6928009" y="3615754"/>
              <a:ext cx="11318" cy="78964"/>
            </a:xfrm>
            <a:custGeom>
              <a:rect b="b" l="l" r="r" t="t"/>
              <a:pathLst>
                <a:path extrusionOk="0" h="3007" w="431">
                  <a:moveTo>
                    <a:pt x="364" y="1"/>
                  </a:moveTo>
                  <a:lnTo>
                    <a:pt x="173" y="154"/>
                  </a:lnTo>
                  <a:cubicBezTo>
                    <a:pt x="67" y="240"/>
                    <a:pt x="0" y="374"/>
                    <a:pt x="0" y="518"/>
                  </a:cubicBezTo>
                  <a:lnTo>
                    <a:pt x="0" y="3006"/>
                  </a:lnTo>
                  <a:lnTo>
                    <a:pt x="29" y="2949"/>
                  </a:lnTo>
                  <a:cubicBezTo>
                    <a:pt x="297" y="2537"/>
                    <a:pt x="431" y="2059"/>
                    <a:pt x="431" y="1561"/>
                  </a:cubicBezTo>
                  <a:lnTo>
                    <a:pt x="431" y="240"/>
                  </a:lnTo>
                  <a:cubicBezTo>
                    <a:pt x="431" y="154"/>
                    <a:pt x="412" y="78"/>
                    <a:pt x="364" y="1"/>
                  </a:cubicBezTo>
                  <a:close/>
                </a:path>
              </a:pathLst>
            </a:custGeom>
            <a:solidFill>
              <a:srgbClr val="C5D1D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274" name="Google Shape;14274;p43"/>
            <p:cNvSpPr/>
            <p:nvPr/>
          </p:nvSpPr>
          <p:spPr>
            <a:xfrm>
              <a:off x="6887805" y="3599052"/>
              <a:ext cx="34952" cy="95665"/>
            </a:xfrm>
            <a:custGeom>
              <a:rect b="b" l="l" r="r" t="t"/>
              <a:pathLst>
                <a:path extrusionOk="0" h="3643" w="1331">
                  <a:moveTo>
                    <a:pt x="214" y="1"/>
                  </a:moveTo>
                  <a:cubicBezTo>
                    <a:pt x="203" y="1"/>
                    <a:pt x="191" y="5"/>
                    <a:pt x="182" y="15"/>
                  </a:cubicBezTo>
                  <a:lnTo>
                    <a:pt x="0" y="254"/>
                  </a:lnTo>
                  <a:lnTo>
                    <a:pt x="297" y="637"/>
                  </a:lnTo>
                  <a:cubicBezTo>
                    <a:pt x="313" y="664"/>
                    <a:pt x="341" y="676"/>
                    <a:pt x="370" y="676"/>
                  </a:cubicBezTo>
                  <a:cubicBezTo>
                    <a:pt x="392" y="676"/>
                    <a:pt x="414" y="669"/>
                    <a:pt x="431" y="656"/>
                  </a:cubicBezTo>
                  <a:lnTo>
                    <a:pt x="555" y="541"/>
                  </a:lnTo>
                  <a:lnTo>
                    <a:pt x="555" y="3642"/>
                  </a:lnTo>
                  <a:lnTo>
                    <a:pt x="775" y="3642"/>
                  </a:lnTo>
                  <a:lnTo>
                    <a:pt x="775" y="541"/>
                  </a:lnTo>
                  <a:lnTo>
                    <a:pt x="900" y="656"/>
                  </a:lnTo>
                  <a:cubicBezTo>
                    <a:pt x="916" y="673"/>
                    <a:pt x="939" y="680"/>
                    <a:pt x="961" y="680"/>
                  </a:cubicBezTo>
                  <a:cubicBezTo>
                    <a:pt x="989" y="680"/>
                    <a:pt x="1017" y="668"/>
                    <a:pt x="1034" y="647"/>
                  </a:cubicBezTo>
                  <a:lnTo>
                    <a:pt x="1330" y="254"/>
                  </a:lnTo>
                  <a:lnTo>
                    <a:pt x="1148" y="15"/>
                  </a:lnTo>
                  <a:cubicBezTo>
                    <a:pt x="1139" y="5"/>
                    <a:pt x="1127" y="1"/>
                    <a:pt x="1116" y="1"/>
                  </a:cubicBezTo>
                  <a:cubicBezTo>
                    <a:pt x="1105" y="1"/>
                    <a:pt x="1096" y="5"/>
                    <a:pt x="1091" y="15"/>
                  </a:cubicBezTo>
                  <a:lnTo>
                    <a:pt x="670" y="455"/>
                  </a:lnTo>
                  <a:lnTo>
                    <a:pt x="239" y="15"/>
                  </a:lnTo>
                  <a:cubicBezTo>
                    <a:pt x="234" y="5"/>
                    <a:pt x="225" y="1"/>
                    <a:pt x="214" y="1"/>
                  </a:cubicBezTo>
                  <a:close/>
                </a:path>
              </a:pathLst>
            </a:custGeom>
            <a:solidFill>
              <a:srgbClr val="C5D1D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275" name="Google Shape;14275;p43"/>
            <p:cNvSpPr/>
            <p:nvPr/>
          </p:nvSpPr>
          <p:spPr>
            <a:xfrm>
              <a:off x="6902117" y="3706482"/>
              <a:ext cx="6066" cy="12106"/>
            </a:xfrm>
            <a:custGeom>
              <a:rect b="b" l="l" r="r" t="t"/>
              <a:pathLst>
                <a:path extrusionOk="0" h="461" w="231">
                  <a:moveTo>
                    <a:pt x="115" y="1"/>
                  </a:moveTo>
                  <a:cubicBezTo>
                    <a:pt x="58" y="1"/>
                    <a:pt x="1" y="58"/>
                    <a:pt x="10" y="125"/>
                  </a:cubicBezTo>
                  <a:lnTo>
                    <a:pt x="10" y="460"/>
                  </a:lnTo>
                  <a:lnTo>
                    <a:pt x="230" y="460"/>
                  </a:lnTo>
                  <a:lnTo>
                    <a:pt x="230" y="125"/>
                  </a:lnTo>
                  <a:cubicBezTo>
                    <a:pt x="230" y="58"/>
                    <a:pt x="182" y="1"/>
                    <a:pt x="115" y="1"/>
                  </a:cubicBezTo>
                  <a:close/>
                </a:path>
              </a:pathLst>
            </a:custGeom>
            <a:solidFill>
              <a:srgbClr val="63798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276" name="Google Shape;14276;p43"/>
            <p:cNvSpPr/>
            <p:nvPr/>
          </p:nvSpPr>
          <p:spPr>
            <a:xfrm>
              <a:off x="6882264" y="3539127"/>
              <a:ext cx="46008" cy="53807"/>
            </a:xfrm>
            <a:custGeom>
              <a:rect b="b" l="l" r="r" t="t"/>
              <a:pathLst>
                <a:path extrusionOk="0" h="2049" w="1752">
                  <a:moveTo>
                    <a:pt x="661" y="0"/>
                  </a:moveTo>
                  <a:cubicBezTo>
                    <a:pt x="288" y="10"/>
                    <a:pt x="0" y="316"/>
                    <a:pt x="10" y="680"/>
                  </a:cubicBezTo>
                  <a:lnTo>
                    <a:pt x="10" y="1139"/>
                  </a:lnTo>
                  <a:cubicBezTo>
                    <a:pt x="0" y="1627"/>
                    <a:pt x="383" y="2039"/>
                    <a:pt x="871" y="2048"/>
                  </a:cubicBezTo>
                  <a:cubicBezTo>
                    <a:pt x="1369" y="2039"/>
                    <a:pt x="1752" y="1627"/>
                    <a:pt x="1742" y="1139"/>
                  </a:cubicBezTo>
                  <a:lnTo>
                    <a:pt x="1742" y="680"/>
                  </a:lnTo>
                  <a:cubicBezTo>
                    <a:pt x="1752" y="316"/>
                    <a:pt x="1455" y="10"/>
                    <a:pt x="1091" y="0"/>
                  </a:cubicBezTo>
                  <a:close/>
                </a:path>
              </a:pathLst>
            </a:custGeom>
            <a:solidFill>
              <a:srgbClr val="BECBD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277" name="Google Shape;14277;p43"/>
            <p:cNvSpPr/>
            <p:nvPr/>
          </p:nvSpPr>
          <p:spPr>
            <a:xfrm>
              <a:off x="6882264" y="3539127"/>
              <a:ext cx="31433" cy="53807"/>
            </a:xfrm>
            <a:custGeom>
              <a:rect b="b" l="l" r="r" t="t"/>
              <a:pathLst>
                <a:path extrusionOk="0" h="2049" w="1197">
                  <a:moveTo>
                    <a:pt x="661" y="0"/>
                  </a:moveTo>
                  <a:cubicBezTo>
                    <a:pt x="288" y="10"/>
                    <a:pt x="0" y="316"/>
                    <a:pt x="10" y="680"/>
                  </a:cubicBezTo>
                  <a:lnTo>
                    <a:pt x="10" y="1139"/>
                  </a:lnTo>
                  <a:cubicBezTo>
                    <a:pt x="0" y="1627"/>
                    <a:pt x="383" y="2039"/>
                    <a:pt x="871" y="2048"/>
                  </a:cubicBezTo>
                  <a:cubicBezTo>
                    <a:pt x="986" y="2048"/>
                    <a:pt x="1101" y="2029"/>
                    <a:pt x="1197" y="1981"/>
                  </a:cubicBezTo>
                  <a:cubicBezTo>
                    <a:pt x="871" y="1838"/>
                    <a:pt x="651" y="1503"/>
                    <a:pt x="661" y="1139"/>
                  </a:cubicBezTo>
                  <a:lnTo>
                    <a:pt x="661" y="680"/>
                  </a:lnTo>
                  <a:cubicBezTo>
                    <a:pt x="651" y="354"/>
                    <a:pt x="881" y="77"/>
                    <a:pt x="1197" y="10"/>
                  </a:cubicBezTo>
                  <a:cubicBezTo>
                    <a:pt x="1168" y="0"/>
                    <a:pt x="1130" y="0"/>
                    <a:pt x="1091" y="0"/>
                  </a:cubicBezTo>
                  <a:close/>
                </a:path>
              </a:pathLst>
            </a:custGeom>
            <a:solidFill>
              <a:srgbClr val="ACBDC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278" name="Google Shape;14278;p43"/>
            <p:cNvSpPr/>
            <p:nvPr/>
          </p:nvSpPr>
          <p:spPr>
            <a:xfrm>
              <a:off x="6882264" y="3539127"/>
              <a:ext cx="46008" cy="23897"/>
            </a:xfrm>
            <a:custGeom>
              <a:rect b="b" l="l" r="r" t="t"/>
              <a:pathLst>
                <a:path extrusionOk="0" h="910" w="1752">
                  <a:moveTo>
                    <a:pt x="661" y="0"/>
                  </a:moveTo>
                  <a:cubicBezTo>
                    <a:pt x="288" y="10"/>
                    <a:pt x="0" y="316"/>
                    <a:pt x="10" y="689"/>
                  </a:cubicBezTo>
                  <a:cubicBezTo>
                    <a:pt x="10" y="689"/>
                    <a:pt x="661" y="909"/>
                    <a:pt x="1742" y="909"/>
                  </a:cubicBezTo>
                  <a:lnTo>
                    <a:pt x="1742" y="689"/>
                  </a:lnTo>
                  <a:cubicBezTo>
                    <a:pt x="1752" y="316"/>
                    <a:pt x="1455" y="10"/>
                    <a:pt x="1091" y="0"/>
                  </a:cubicBez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279" name="Google Shape;14279;p43"/>
            <p:cNvSpPr/>
            <p:nvPr/>
          </p:nvSpPr>
          <p:spPr>
            <a:xfrm>
              <a:off x="6882264" y="3539127"/>
              <a:ext cx="31433" cy="21875"/>
            </a:xfrm>
            <a:custGeom>
              <a:rect b="b" l="l" r="r" t="t"/>
              <a:pathLst>
                <a:path extrusionOk="0" h="833" w="1197">
                  <a:moveTo>
                    <a:pt x="661" y="0"/>
                  </a:moveTo>
                  <a:cubicBezTo>
                    <a:pt x="288" y="10"/>
                    <a:pt x="0" y="316"/>
                    <a:pt x="10" y="689"/>
                  </a:cubicBezTo>
                  <a:cubicBezTo>
                    <a:pt x="221" y="747"/>
                    <a:pt x="441" y="804"/>
                    <a:pt x="661" y="833"/>
                  </a:cubicBezTo>
                  <a:lnTo>
                    <a:pt x="661" y="689"/>
                  </a:lnTo>
                  <a:cubicBezTo>
                    <a:pt x="651" y="364"/>
                    <a:pt x="881" y="77"/>
                    <a:pt x="1197" y="10"/>
                  </a:cubicBezTo>
                  <a:cubicBezTo>
                    <a:pt x="1168" y="10"/>
                    <a:pt x="1130" y="0"/>
                    <a:pt x="1091" y="0"/>
                  </a:cubicBez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4280" name="Google Shape;14280;p43"/>
          <p:cNvGrpSpPr/>
          <p:nvPr/>
        </p:nvGrpSpPr>
        <p:grpSpPr>
          <a:xfrm>
            <a:off x="4877760" y="2735059"/>
            <a:ext cx="389567" cy="390328"/>
            <a:chOff x="4877760" y="2887459"/>
            <a:chExt cx="389567" cy="390328"/>
          </a:xfrm>
        </p:grpSpPr>
        <p:sp>
          <p:nvSpPr>
            <p:cNvPr id="14281" name="Google Shape;14281;p43"/>
            <p:cNvSpPr/>
            <p:nvPr/>
          </p:nvSpPr>
          <p:spPr>
            <a:xfrm>
              <a:off x="5124079" y="2893052"/>
              <a:ext cx="118695" cy="91411"/>
            </a:xfrm>
            <a:custGeom>
              <a:rect b="b" l="l" r="r" t="t"/>
              <a:pathLst>
                <a:path extrusionOk="0" h="3481" w="4520">
                  <a:moveTo>
                    <a:pt x="340" y="0"/>
                  </a:moveTo>
                  <a:cubicBezTo>
                    <a:pt x="97" y="0"/>
                    <a:pt x="0" y="361"/>
                    <a:pt x="248" y="467"/>
                  </a:cubicBezTo>
                  <a:cubicBezTo>
                    <a:pt x="1799" y="974"/>
                    <a:pt x="3129" y="2008"/>
                    <a:pt x="4010" y="3376"/>
                  </a:cubicBezTo>
                  <a:cubicBezTo>
                    <a:pt x="4061" y="3450"/>
                    <a:pt x="4130" y="3481"/>
                    <a:pt x="4199" y="3481"/>
                  </a:cubicBezTo>
                  <a:cubicBezTo>
                    <a:pt x="4362" y="3481"/>
                    <a:pt x="4519" y="3306"/>
                    <a:pt x="4412" y="3118"/>
                  </a:cubicBezTo>
                  <a:cubicBezTo>
                    <a:pt x="3474" y="1654"/>
                    <a:pt x="2057" y="553"/>
                    <a:pt x="402" y="7"/>
                  </a:cubicBezTo>
                  <a:cubicBezTo>
                    <a:pt x="380" y="2"/>
                    <a:pt x="360" y="0"/>
                    <a:pt x="340" y="0"/>
                  </a:cubicBez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282" name="Google Shape;14282;p43"/>
            <p:cNvSpPr/>
            <p:nvPr/>
          </p:nvSpPr>
          <p:spPr>
            <a:xfrm>
              <a:off x="4903390" y="2892396"/>
              <a:ext cx="120139" cy="92278"/>
            </a:xfrm>
            <a:custGeom>
              <a:rect b="b" l="l" r="r" t="t"/>
              <a:pathLst>
                <a:path extrusionOk="0" h="3514" w="4575">
                  <a:moveTo>
                    <a:pt x="4240" y="0"/>
                  </a:moveTo>
                  <a:cubicBezTo>
                    <a:pt x="4207" y="0"/>
                    <a:pt x="4172" y="7"/>
                    <a:pt x="4135" y="23"/>
                  </a:cubicBezTo>
                  <a:cubicBezTo>
                    <a:pt x="2461" y="559"/>
                    <a:pt x="1025" y="1659"/>
                    <a:pt x="68" y="3143"/>
                  </a:cubicBezTo>
                  <a:cubicBezTo>
                    <a:pt x="1" y="3258"/>
                    <a:pt x="30" y="3401"/>
                    <a:pt x="144" y="3478"/>
                  </a:cubicBezTo>
                  <a:cubicBezTo>
                    <a:pt x="185" y="3502"/>
                    <a:pt x="230" y="3513"/>
                    <a:pt x="273" y="3513"/>
                  </a:cubicBezTo>
                  <a:cubicBezTo>
                    <a:pt x="352" y="3513"/>
                    <a:pt x="427" y="3475"/>
                    <a:pt x="470" y="3401"/>
                  </a:cubicBezTo>
                  <a:cubicBezTo>
                    <a:pt x="1369" y="2014"/>
                    <a:pt x="2709" y="980"/>
                    <a:pt x="4279" y="473"/>
                  </a:cubicBezTo>
                  <a:cubicBezTo>
                    <a:pt x="4574" y="397"/>
                    <a:pt x="4482" y="0"/>
                    <a:pt x="4240" y="0"/>
                  </a:cubicBez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283" name="Google Shape;14283;p43"/>
            <p:cNvSpPr/>
            <p:nvPr/>
          </p:nvSpPr>
          <p:spPr>
            <a:xfrm>
              <a:off x="4901735" y="3179155"/>
              <a:ext cx="100313" cy="84347"/>
            </a:xfrm>
            <a:custGeom>
              <a:rect b="b" l="l" r="r" t="t"/>
              <a:pathLst>
                <a:path extrusionOk="0" h="3212" w="3820">
                  <a:moveTo>
                    <a:pt x="335" y="0"/>
                  </a:moveTo>
                  <a:cubicBezTo>
                    <a:pt x="166" y="0"/>
                    <a:pt x="1" y="193"/>
                    <a:pt x="140" y="386"/>
                  </a:cubicBezTo>
                  <a:cubicBezTo>
                    <a:pt x="916" y="1602"/>
                    <a:pt x="2035" y="2578"/>
                    <a:pt x="3356" y="3181"/>
                  </a:cubicBezTo>
                  <a:cubicBezTo>
                    <a:pt x="3398" y="3202"/>
                    <a:pt x="3438" y="3212"/>
                    <a:pt x="3475" y="3212"/>
                  </a:cubicBezTo>
                  <a:cubicBezTo>
                    <a:pt x="3701" y="3212"/>
                    <a:pt x="3819" y="2857"/>
                    <a:pt x="3548" y="2750"/>
                  </a:cubicBezTo>
                  <a:cubicBezTo>
                    <a:pt x="2313" y="2176"/>
                    <a:pt x="1270" y="1267"/>
                    <a:pt x="533" y="128"/>
                  </a:cubicBezTo>
                  <a:cubicBezTo>
                    <a:pt x="483" y="37"/>
                    <a:pt x="409" y="0"/>
                    <a:pt x="335" y="0"/>
                  </a:cubicBez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284" name="Google Shape;14284;p43"/>
            <p:cNvSpPr/>
            <p:nvPr/>
          </p:nvSpPr>
          <p:spPr>
            <a:xfrm>
              <a:off x="5145428" y="3179759"/>
              <a:ext cx="97346" cy="82929"/>
            </a:xfrm>
            <a:custGeom>
              <a:rect b="b" l="l" r="r" t="t"/>
              <a:pathLst>
                <a:path extrusionOk="0" h="3158" w="3707">
                  <a:moveTo>
                    <a:pt x="3386" y="0"/>
                  </a:moveTo>
                  <a:cubicBezTo>
                    <a:pt x="3317" y="0"/>
                    <a:pt x="3248" y="31"/>
                    <a:pt x="3197" y="105"/>
                  </a:cubicBezTo>
                  <a:cubicBezTo>
                    <a:pt x="2469" y="1234"/>
                    <a:pt x="1445" y="2134"/>
                    <a:pt x="230" y="2698"/>
                  </a:cubicBezTo>
                  <a:cubicBezTo>
                    <a:pt x="0" y="2813"/>
                    <a:pt x="77" y="3148"/>
                    <a:pt x="335" y="3158"/>
                  </a:cubicBezTo>
                  <a:cubicBezTo>
                    <a:pt x="373" y="3158"/>
                    <a:pt x="402" y="3148"/>
                    <a:pt x="440" y="3129"/>
                  </a:cubicBezTo>
                  <a:cubicBezTo>
                    <a:pt x="1732" y="2526"/>
                    <a:pt x="2823" y="1560"/>
                    <a:pt x="3599" y="363"/>
                  </a:cubicBezTo>
                  <a:cubicBezTo>
                    <a:pt x="3706" y="175"/>
                    <a:pt x="3549" y="0"/>
                    <a:pt x="3386" y="0"/>
                  </a:cubicBez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285" name="Google Shape;14285;p43"/>
            <p:cNvSpPr/>
            <p:nvPr/>
          </p:nvSpPr>
          <p:spPr>
            <a:xfrm>
              <a:off x="4878784" y="3101320"/>
              <a:ext cx="125680" cy="66438"/>
            </a:xfrm>
            <a:custGeom>
              <a:rect b="b" l="l" r="r" t="t"/>
              <a:pathLst>
                <a:path extrusionOk="0" h="2530" w="4786">
                  <a:moveTo>
                    <a:pt x="1818" y="1"/>
                  </a:moveTo>
                  <a:lnTo>
                    <a:pt x="727" y="441"/>
                  </a:lnTo>
                  <a:cubicBezTo>
                    <a:pt x="622" y="479"/>
                    <a:pt x="526" y="537"/>
                    <a:pt x="440" y="613"/>
                  </a:cubicBezTo>
                  <a:lnTo>
                    <a:pt x="412" y="632"/>
                  </a:lnTo>
                  <a:lnTo>
                    <a:pt x="392" y="642"/>
                  </a:lnTo>
                  <a:lnTo>
                    <a:pt x="383" y="661"/>
                  </a:lnTo>
                  <a:lnTo>
                    <a:pt x="354" y="680"/>
                  </a:lnTo>
                  <a:cubicBezTo>
                    <a:pt x="163" y="872"/>
                    <a:pt x="29" y="1130"/>
                    <a:pt x="0" y="1398"/>
                  </a:cubicBezTo>
                  <a:lnTo>
                    <a:pt x="0" y="1446"/>
                  </a:lnTo>
                  <a:lnTo>
                    <a:pt x="0" y="1465"/>
                  </a:lnTo>
                  <a:lnTo>
                    <a:pt x="0" y="1503"/>
                  </a:lnTo>
                  <a:lnTo>
                    <a:pt x="0" y="1532"/>
                  </a:lnTo>
                  <a:lnTo>
                    <a:pt x="0" y="1589"/>
                  </a:lnTo>
                  <a:lnTo>
                    <a:pt x="0" y="1771"/>
                  </a:lnTo>
                  <a:lnTo>
                    <a:pt x="0" y="2307"/>
                  </a:lnTo>
                  <a:cubicBezTo>
                    <a:pt x="0" y="2430"/>
                    <a:pt x="106" y="2529"/>
                    <a:pt x="227" y="2529"/>
                  </a:cubicBezTo>
                  <a:cubicBezTo>
                    <a:pt x="237" y="2529"/>
                    <a:pt x="248" y="2529"/>
                    <a:pt x="258" y="2527"/>
                  </a:cubicBezTo>
                  <a:lnTo>
                    <a:pt x="4517" y="2527"/>
                  </a:lnTo>
                  <a:cubicBezTo>
                    <a:pt x="4528" y="2529"/>
                    <a:pt x="4538" y="2529"/>
                    <a:pt x="4549" y="2529"/>
                  </a:cubicBezTo>
                  <a:cubicBezTo>
                    <a:pt x="4670" y="2529"/>
                    <a:pt x="4776" y="2430"/>
                    <a:pt x="4785" y="2307"/>
                  </a:cubicBezTo>
                  <a:lnTo>
                    <a:pt x="4785" y="1781"/>
                  </a:lnTo>
                  <a:lnTo>
                    <a:pt x="4756" y="1599"/>
                  </a:lnTo>
                  <a:lnTo>
                    <a:pt x="4756" y="1541"/>
                  </a:lnTo>
                  <a:lnTo>
                    <a:pt x="4756" y="1532"/>
                  </a:lnTo>
                  <a:lnTo>
                    <a:pt x="4756" y="1503"/>
                  </a:lnTo>
                  <a:lnTo>
                    <a:pt x="4756" y="1474"/>
                  </a:lnTo>
                  <a:lnTo>
                    <a:pt x="4756" y="1455"/>
                  </a:lnTo>
                  <a:lnTo>
                    <a:pt x="4756" y="1407"/>
                  </a:lnTo>
                  <a:cubicBezTo>
                    <a:pt x="4728" y="1140"/>
                    <a:pt x="4603" y="881"/>
                    <a:pt x="4402" y="690"/>
                  </a:cubicBezTo>
                  <a:lnTo>
                    <a:pt x="4374" y="671"/>
                  </a:lnTo>
                  <a:lnTo>
                    <a:pt x="4364" y="651"/>
                  </a:lnTo>
                  <a:lnTo>
                    <a:pt x="4345" y="642"/>
                  </a:lnTo>
                  <a:lnTo>
                    <a:pt x="4316" y="623"/>
                  </a:lnTo>
                  <a:cubicBezTo>
                    <a:pt x="4230" y="546"/>
                    <a:pt x="4134" y="489"/>
                    <a:pt x="4029" y="450"/>
                  </a:cubicBezTo>
                  <a:lnTo>
                    <a:pt x="2929" y="10"/>
                  </a:lnTo>
                  <a:lnTo>
                    <a:pt x="2651" y="288"/>
                  </a:lnTo>
                  <a:lnTo>
                    <a:pt x="2373" y="556"/>
                  </a:lnTo>
                  <a:lnTo>
                    <a:pt x="2096" y="288"/>
                  </a:lnTo>
                  <a:lnTo>
                    <a:pt x="1818" y="1"/>
                  </a:lnTo>
                  <a:close/>
                </a:path>
              </a:pathLst>
            </a:custGeom>
            <a:solidFill>
              <a:srgbClr val="8192A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286" name="Google Shape;14286;p43"/>
            <p:cNvSpPr/>
            <p:nvPr/>
          </p:nvSpPr>
          <p:spPr>
            <a:xfrm>
              <a:off x="4877760" y="3101819"/>
              <a:ext cx="51049" cy="65939"/>
            </a:xfrm>
            <a:custGeom>
              <a:rect b="b" l="l" r="r" t="t"/>
              <a:pathLst>
                <a:path extrusionOk="0" h="2511" w="1944">
                  <a:moveTo>
                    <a:pt x="1848" y="1"/>
                  </a:moveTo>
                  <a:lnTo>
                    <a:pt x="766" y="422"/>
                  </a:lnTo>
                  <a:cubicBezTo>
                    <a:pt x="297" y="613"/>
                    <a:pt x="1" y="1073"/>
                    <a:pt x="20" y="1580"/>
                  </a:cubicBezTo>
                  <a:lnTo>
                    <a:pt x="20" y="2288"/>
                  </a:lnTo>
                  <a:cubicBezTo>
                    <a:pt x="20" y="2411"/>
                    <a:pt x="125" y="2510"/>
                    <a:pt x="247" y="2510"/>
                  </a:cubicBezTo>
                  <a:cubicBezTo>
                    <a:pt x="257" y="2510"/>
                    <a:pt x="268" y="2510"/>
                    <a:pt x="278" y="2508"/>
                  </a:cubicBezTo>
                  <a:lnTo>
                    <a:pt x="336" y="2508"/>
                  </a:lnTo>
                  <a:lnTo>
                    <a:pt x="336" y="1580"/>
                  </a:lnTo>
                  <a:cubicBezTo>
                    <a:pt x="317" y="1073"/>
                    <a:pt x="613" y="613"/>
                    <a:pt x="1082" y="422"/>
                  </a:cubicBezTo>
                  <a:lnTo>
                    <a:pt x="1944" y="87"/>
                  </a:lnTo>
                  <a:lnTo>
                    <a:pt x="1848" y="1"/>
                  </a:lnTo>
                  <a:close/>
                </a:path>
              </a:pathLst>
            </a:custGeom>
            <a:solidFill>
              <a:srgbClr val="657A8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287" name="Google Shape;14287;p43"/>
            <p:cNvSpPr/>
            <p:nvPr/>
          </p:nvSpPr>
          <p:spPr>
            <a:xfrm>
              <a:off x="4901131" y="2997278"/>
              <a:ext cx="79463" cy="56328"/>
            </a:xfrm>
            <a:custGeom>
              <a:rect b="b" l="l" r="r" t="t"/>
              <a:pathLst>
                <a:path extrusionOk="0" h="2145" w="3026">
                  <a:moveTo>
                    <a:pt x="2690" y="1828"/>
                  </a:moveTo>
                  <a:lnTo>
                    <a:pt x="2661" y="1848"/>
                  </a:lnTo>
                  <a:lnTo>
                    <a:pt x="2671" y="1838"/>
                  </a:lnTo>
                  <a:lnTo>
                    <a:pt x="2690" y="1828"/>
                  </a:lnTo>
                  <a:close/>
                  <a:moveTo>
                    <a:pt x="2661" y="1838"/>
                  </a:moveTo>
                  <a:lnTo>
                    <a:pt x="2652" y="1848"/>
                  </a:lnTo>
                  <a:lnTo>
                    <a:pt x="2623" y="1867"/>
                  </a:lnTo>
                  <a:lnTo>
                    <a:pt x="2661" y="1838"/>
                  </a:lnTo>
                  <a:close/>
                  <a:moveTo>
                    <a:pt x="1455" y="1"/>
                  </a:moveTo>
                  <a:cubicBezTo>
                    <a:pt x="652" y="1"/>
                    <a:pt x="1" y="651"/>
                    <a:pt x="1" y="1455"/>
                  </a:cubicBezTo>
                  <a:lnTo>
                    <a:pt x="1" y="2144"/>
                  </a:lnTo>
                  <a:cubicBezTo>
                    <a:pt x="1" y="2144"/>
                    <a:pt x="326" y="2106"/>
                    <a:pt x="364" y="1943"/>
                  </a:cubicBezTo>
                  <a:cubicBezTo>
                    <a:pt x="384" y="1934"/>
                    <a:pt x="393" y="1915"/>
                    <a:pt x="403" y="1895"/>
                  </a:cubicBezTo>
                  <a:cubicBezTo>
                    <a:pt x="594" y="1895"/>
                    <a:pt x="1465" y="1886"/>
                    <a:pt x="1972" y="1273"/>
                  </a:cubicBezTo>
                  <a:cubicBezTo>
                    <a:pt x="2078" y="1570"/>
                    <a:pt x="2317" y="1800"/>
                    <a:pt x="2623" y="1886"/>
                  </a:cubicBezTo>
                  <a:cubicBezTo>
                    <a:pt x="2633" y="1905"/>
                    <a:pt x="2642" y="1924"/>
                    <a:pt x="2661" y="1943"/>
                  </a:cubicBezTo>
                  <a:cubicBezTo>
                    <a:pt x="2700" y="2106"/>
                    <a:pt x="3025" y="2135"/>
                    <a:pt x="3025" y="2135"/>
                  </a:cubicBezTo>
                  <a:lnTo>
                    <a:pt x="3025" y="1455"/>
                  </a:lnTo>
                  <a:cubicBezTo>
                    <a:pt x="3025" y="651"/>
                    <a:pt x="2374" y="1"/>
                    <a:pt x="1570" y="1"/>
                  </a:cubicBez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288" name="Google Shape;14288;p43"/>
            <p:cNvSpPr/>
            <p:nvPr/>
          </p:nvSpPr>
          <p:spPr>
            <a:xfrm>
              <a:off x="4901131" y="2997541"/>
              <a:ext cx="43250" cy="56065"/>
            </a:xfrm>
            <a:custGeom>
              <a:rect b="b" l="l" r="r" t="t"/>
              <a:pathLst>
                <a:path extrusionOk="0" h="2135" w="1647">
                  <a:moveTo>
                    <a:pt x="1455" y="0"/>
                  </a:moveTo>
                  <a:cubicBezTo>
                    <a:pt x="652" y="0"/>
                    <a:pt x="1" y="651"/>
                    <a:pt x="1" y="1455"/>
                  </a:cubicBezTo>
                  <a:lnTo>
                    <a:pt x="1" y="2134"/>
                  </a:lnTo>
                  <a:cubicBezTo>
                    <a:pt x="87" y="2125"/>
                    <a:pt x="173" y="2106"/>
                    <a:pt x="259" y="2067"/>
                  </a:cubicBezTo>
                  <a:lnTo>
                    <a:pt x="259" y="1828"/>
                  </a:lnTo>
                  <a:lnTo>
                    <a:pt x="259" y="1455"/>
                  </a:lnTo>
                  <a:cubicBezTo>
                    <a:pt x="259" y="680"/>
                    <a:pt x="872" y="38"/>
                    <a:pt x="1647" y="0"/>
                  </a:cubicBez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289" name="Google Shape;14289;p43"/>
            <p:cNvSpPr/>
            <p:nvPr/>
          </p:nvSpPr>
          <p:spPr>
            <a:xfrm>
              <a:off x="4969749" y="3047802"/>
              <a:ext cx="17620" cy="23371"/>
            </a:xfrm>
            <a:custGeom>
              <a:rect b="b" l="l" r="r" t="t"/>
              <a:pathLst>
                <a:path extrusionOk="0" h="890" w="671">
                  <a:moveTo>
                    <a:pt x="240" y="0"/>
                  </a:moveTo>
                  <a:lnTo>
                    <a:pt x="240" y="10"/>
                  </a:lnTo>
                  <a:cubicBezTo>
                    <a:pt x="221" y="4"/>
                    <a:pt x="202" y="1"/>
                    <a:pt x="183" y="1"/>
                  </a:cubicBezTo>
                  <a:cubicBezTo>
                    <a:pt x="88" y="1"/>
                    <a:pt x="0" y="78"/>
                    <a:pt x="0" y="182"/>
                  </a:cubicBezTo>
                  <a:lnTo>
                    <a:pt x="0" y="699"/>
                  </a:lnTo>
                  <a:cubicBezTo>
                    <a:pt x="0" y="804"/>
                    <a:pt x="90" y="889"/>
                    <a:pt x="187" y="889"/>
                  </a:cubicBezTo>
                  <a:cubicBezTo>
                    <a:pt x="205" y="889"/>
                    <a:pt x="222" y="886"/>
                    <a:pt x="240" y="881"/>
                  </a:cubicBezTo>
                  <a:cubicBezTo>
                    <a:pt x="278" y="862"/>
                    <a:pt x="316" y="852"/>
                    <a:pt x="345" y="833"/>
                  </a:cubicBezTo>
                  <a:cubicBezTo>
                    <a:pt x="374" y="795"/>
                    <a:pt x="412" y="766"/>
                    <a:pt x="450" y="747"/>
                  </a:cubicBezTo>
                  <a:cubicBezTo>
                    <a:pt x="670" y="498"/>
                    <a:pt x="556" y="105"/>
                    <a:pt x="240" y="0"/>
                  </a:cubicBezTo>
                  <a:close/>
                </a:path>
              </a:pathLst>
            </a:custGeom>
            <a:solidFill>
              <a:srgbClr val="CBD6D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290" name="Google Shape;14290;p43"/>
            <p:cNvSpPr/>
            <p:nvPr/>
          </p:nvSpPr>
          <p:spPr>
            <a:xfrm>
              <a:off x="4894592" y="3047802"/>
              <a:ext cx="17620" cy="23371"/>
            </a:xfrm>
            <a:custGeom>
              <a:rect b="b" l="l" r="r" t="t"/>
              <a:pathLst>
                <a:path extrusionOk="0" h="890" w="671">
                  <a:moveTo>
                    <a:pt x="489" y="0"/>
                  </a:moveTo>
                  <a:cubicBezTo>
                    <a:pt x="470" y="0"/>
                    <a:pt x="451" y="3"/>
                    <a:pt x="432" y="10"/>
                  </a:cubicBezTo>
                  <a:cubicBezTo>
                    <a:pt x="1" y="144"/>
                    <a:pt x="1" y="747"/>
                    <a:pt x="432" y="881"/>
                  </a:cubicBezTo>
                  <a:cubicBezTo>
                    <a:pt x="449" y="887"/>
                    <a:pt x="467" y="889"/>
                    <a:pt x="485" y="889"/>
                  </a:cubicBezTo>
                  <a:cubicBezTo>
                    <a:pt x="582" y="889"/>
                    <a:pt x="671" y="806"/>
                    <a:pt x="671" y="708"/>
                  </a:cubicBezTo>
                  <a:lnTo>
                    <a:pt x="671" y="182"/>
                  </a:lnTo>
                  <a:cubicBezTo>
                    <a:pt x="671" y="125"/>
                    <a:pt x="642" y="67"/>
                    <a:pt x="594" y="38"/>
                  </a:cubicBezTo>
                  <a:cubicBezTo>
                    <a:pt x="562" y="13"/>
                    <a:pt x="526" y="0"/>
                    <a:pt x="489" y="0"/>
                  </a:cubicBezTo>
                  <a:close/>
                </a:path>
              </a:pathLst>
            </a:custGeom>
            <a:solidFill>
              <a:srgbClr val="B9C7D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291" name="Google Shape;14291;p43"/>
            <p:cNvSpPr/>
            <p:nvPr/>
          </p:nvSpPr>
          <p:spPr>
            <a:xfrm>
              <a:off x="4926262" y="3088610"/>
              <a:ext cx="29437" cy="33350"/>
            </a:xfrm>
            <a:custGeom>
              <a:rect b="b" l="l" r="r" t="t"/>
              <a:pathLst>
                <a:path extrusionOk="0" h="1270" w="1121">
                  <a:moveTo>
                    <a:pt x="186" y="1"/>
                  </a:moveTo>
                  <a:cubicBezTo>
                    <a:pt x="88" y="1"/>
                    <a:pt x="1" y="80"/>
                    <a:pt x="1" y="188"/>
                  </a:cubicBezTo>
                  <a:lnTo>
                    <a:pt x="1" y="724"/>
                  </a:lnTo>
                  <a:cubicBezTo>
                    <a:pt x="1" y="772"/>
                    <a:pt x="20" y="829"/>
                    <a:pt x="58" y="858"/>
                  </a:cubicBezTo>
                  <a:lnTo>
                    <a:pt x="431" y="1222"/>
                  </a:lnTo>
                  <a:cubicBezTo>
                    <a:pt x="460" y="1250"/>
                    <a:pt x="508" y="1269"/>
                    <a:pt x="556" y="1269"/>
                  </a:cubicBezTo>
                  <a:cubicBezTo>
                    <a:pt x="604" y="1269"/>
                    <a:pt x="652" y="1250"/>
                    <a:pt x="690" y="1212"/>
                  </a:cubicBezTo>
                  <a:lnTo>
                    <a:pt x="1063" y="820"/>
                  </a:lnTo>
                  <a:cubicBezTo>
                    <a:pt x="1101" y="791"/>
                    <a:pt x="1111" y="743"/>
                    <a:pt x="1121" y="695"/>
                  </a:cubicBezTo>
                  <a:lnTo>
                    <a:pt x="1121" y="188"/>
                  </a:lnTo>
                  <a:cubicBezTo>
                    <a:pt x="1111" y="140"/>
                    <a:pt x="1092" y="92"/>
                    <a:pt x="1063" y="64"/>
                  </a:cubicBezTo>
                  <a:cubicBezTo>
                    <a:pt x="1025" y="25"/>
                    <a:pt x="977" y="6"/>
                    <a:pt x="929" y="6"/>
                  </a:cubicBezTo>
                  <a:lnTo>
                    <a:pt x="891" y="6"/>
                  </a:lnTo>
                  <a:cubicBezTo>
                    <a:pt x="814" y="25"/>
                    <a:pt x="747" y="35"/>
                    <a:pt x="671" y="35"/>
                  </a:cubicBezTo>
                  <a:lnTo>
                    <a:pt x="451" y="35"/>
                  </a:lnTo>
                  <a:cubicBezTo>
                    <a:pt x="374" y="35"/>
                    <a:pt x="298" y="25"/>
                    <a:pt x="231" y="6"/>
                  </a:cubicBezTo>
                  <a:cubicBezTo>
                    <a:pt x="216" y="2"/>
                    <a:pt x="201" y="1"/>
                    <a:pt x="186" y="1"/>
                  </a:cubicBezTo>
                  <a:close/>
                </a:path>
              </a:pathLst>
            </a:custGeom>
            <a:solidFill>
              <a:srgbClr val="CBD6D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292" name="Google Shape;14292;p43"/>
            <p:cNvSpPr/>
            <p:nvPr/>
          </p:nvSpPr>
          <p:spPr>
            <a:xfrm>
              <a:off x="4926262" y="3088952"/>
              <a:ext cx="17883" cy="33245"/>
            </a:xfrm>
            <a:custGeom>
              <a:rect b="b" l="l" r="r" t="t"/>
              <a:pathLst>
                <a:path extrusionOk="0" h="1266" w="681">
                  <a:moveTo>
                    <a:pt x="189" y="0"/>
                  </a:moveTo>
                  <a:cubicBezTo>
                    <a:pt x="87" y="0"/>
                    <a:pt x="1" y="81"/>
                    <a:pt x="1" y="185"/>
                  </a:cubicBezTo>
                  <a:lnTo>
                    <a:pt x="1" y="720"/>
                  </a:lnTo>
                  <a:cubicBezTo>
                    <a:pt x="1" y="768"/>
                    <a:pt x="20" y="826"/>
                    <a:pt x="58" y="864"/>
                  </a:cubicBezTo>
                  <a:lnTo>
                    <a:pt x="431" y="1218"/>
                  </a:lnTo>
                  <a:cubicBezTo>
                    <a:pt x="460" y="1247"/>
                    <a:pt x="508" y="1266"/>
                    <a:pt x="556" y="1266"/>
                  </a:cubicBezTo>
                  <a:cubicBezTo>
                    <a:pt x="604" y="1266"/>
                    <a:pt x="652" y="1247"/>
                    <a:pt x="680" y="1209"/>
                  </a:cubicBezTo>
                  <a:cubicBezTo>
                    <a:pt x="652" y="1209"/>
                    <a:pt x="613" y="1189"/>
                    <a:pt x="594" y="1161"/>
                  </a:cubicBezTo>
                  <a:lnTo>
                    <a:pt x="221" y="797"/>
                  </a:lnTo>
                  <a:cubicBezTo>
                    <a:pt x="183" y="759"/>
                    <a:pt x="164" y="711"/>
                    <a:pt x="173" y="653"/>
                  </a:cubicBezTo>
                  <a:lnTo>
                    <a:pt x="173" y="127"/>
                  </a:lnTo>
                  <a:cubicBezTo>
                    <a:pt x="173" y="79"/>
                    <a:pt x="192" y="31"/>
                    <a:pt x="221" y="3"/>
                  </a:cubicBezTo>
                  <a:cubicBezTo>
                    <a:pt x="210" y="1"/>
                    <a:pt x="199" y="0"/>
                    <a:pt x="189" y="0"/>
                  </a:cubicBezTo>
                  <a:close/>
                </a:path>
              </a:pathLst>
            </a:custGeom>
            <a:solidFill>
              <a:srgbClr val="B9C7D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293" name="Google Shape;14293;p43"/>
            <p:cNvSpPr/>
            <p:nvPr/>
          </p:nvSpPr>
          <p:spPr>
            <a:xfrm>
              <a:off x="4909692" y="3030261"/>
              <a:ext cx="62341" cy="66805"/>
            </a:xfrm>
            <a:custGeom>
              <a:rect b="b" l="l" r="r" t="t"/>
              <a:pathLst>
                <a:path extrusionOk="0" h="2544" w="2374">
                  <a:moveTo>
                    <a:pt x="1648" y="1"/>
                  </a:moveTo>
                  <a:cubicBezTo>
                    <a:pt x="1634" y="1"/>
                    <a:pt x="1619" y="6"/>
                    <a:pt x="1608" y="17"/>
                  </a:cubicBezTo>
                  <a:cubicBezTo>
                    <a:pt x="1350" y="209"/>
                    <a:pt x="1053" y="352"/>
                    <a:pt x="747" y="439"/>
                  </a:cubicBezTo>
                  <a:cubicBezTo>
                    <a:pt x="651" y="467"/>
                    <a:pt x="555" y="486"/>
                    <a:pt x="460" y="505"/>
                  </a:cubicBezTo>
                  <a:cubicBezTo>
                    <a:pt x="364" y="525"/>
                    <a:pt x="268" y="534"/>
                    <a:pt x="172" y="544"/>
                  </a:cubicBezTo>
                  <a:cubicBezTo>
                    <a:pt x="77" y="544"/>
                    <a:pt x="0" y="630"/>
                    <a:pt x="0" y="726"/>
                  </a:cubicBezTo>
                  <a:lnTo>
                    <a:pt x="0" y="1472"/>
                  </a:lnTo>
                  <a:cubicBezTo>
                    <a:pt x="0" y="2065"/>
                    <a:pt x="479" y="2544"/>
                    <a:pt x="1082" y="2544"/>
                  </a:cubicBezTo>
                  <a:lnTo>
                    <a:pt x="1302" y="2544"/>
                  </a:lnTo>
                  <a:cubicBezTo>
                    <a:pt x="1895" y="2544"/>
                    <a:pt x="2374" y="2065"/>
                    <a:pt x="2374" y="1472"/>
                  </a:cubicBezTo>
                  <a:lnTo>
                    <a:pt x="2374" y="697"/>
                  </a:lnTo>
                  <a:cubicBezTo>
                    <a:pt x="2374" y="620"/>
                    <a:pt x="2335" y="553"/>
                    <a:pt x="2259" y="525"/>
                  </a:cubicBezTo>
                  <a:cubicBezTo>
                    <a:pt x="2240" y="515"/>
                    <a:pt x="2221" y="505"/>
                    <a:pt x="2201" y="496"/>
                  </a:cubicBezTo>
                  <a:cubicBezTo>
                    <a:pt x="1991" y="410"/>
                    <a:pt x="1819" y="257"/>
                    <a:pt x="1713" y="56"/>
                  </a:cubicBezTo>
                  <a:lnTo>
                    <a:pt x="1704" y="37"/>
                  </a:lnTo>
                  <a:cubicBezTo>
                    <a:pt x="1692" y="13"/>
                    <a:pt x="1670" y="1"/>
                    <a:pt x="1648" y="1"/>
                  </a:cubicBezTo>
                  <a:close/>
                </a:path>
              </a:pathLst>
            </a:custGeom>
            <a:solidFill>
              <a:srgbClr val="CBD6D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294" name="Google Shape;14294;p43"/>
            <p:cNvSpPr/>
            <p:nvPr/>
          </p:nvSpPr>
          <p:spPr>
            <a:xfrm>
              <a:off x="4909692" y="3030261"/>
              <a:ext cx="45509" cy="67068"/>
            </a:xfrm>
            <a:custGeom>
              <a:rect b="b" l="l" r="r" t="t"/>
              <a:pathLst>
                <a:path extrusionOk="0" h="2554" w="1733">
                  <a:moveTo>
                    <a:pt x="1648" y="1"/>
                  </a:moveTo>
                  <a:cubicBezTo>
                    <a:pt x="1634" y="1"/>
                    <a:pt x="1619" y="6"/>
                    <a:pt x="1608" y="17"/>
                  </a:cubicBezTo>
                  <a:cubicBezTo>
                    <a:pt x="1350" y="209"/>
                    <a:pt x="1053" y="352"/>
                    <a:pt x="747" y="439"/>
                  </a:cubicBezTo>
                  <a:cubicBezTo>
                    <a:pt x="651" y="467"/>
                    <a:pt x="555" y="486"/>
                    <a:pt x="460" y="505"/>
                  </a:cubicBezTo>
                  <a:cubicBezTo>
                    <a:pt x="364" y="525"/>
                    <a:pt x="268" y="534"/>
                    <a:pt x="172" y="544"/>
                  </a:cubicBezTo>
                  <a:cubicBezTo>
                    <a:pt x="77" y="553"/>
                    <a:pt x="0" y="630"/>
                    <a:pt x="0" y="726"/>
                  </a:cubicBezTo>
                  <a:lnTo>
                    <a:pt x="0" y="1472"/>
                  </a:lnTo>
                  <a:cubicBezTo>
                    <a:pt x="0" y="2065"/>
                    <a:pt x="479" y="2554"/>
                    <a:pt x="1082" y="2554"/>
                  </a:cubicBezTo>
                  <a:lnTo>
                    <a:pt x="1302" y="2554"/>
                  </a:lnTo>
                  <a:cubicBezTo>
                    <a:pt x="699" y="2554"/>
                    <a:pt x="220" y="2065"/>
                    <a:pt x="220" y="1472"/>
                  </a:cubicBezTo>
                  <a:lnTo>
                    <a:pt x="220" y="726"/>
                  </a:lnTo>
                  <a:cubicBezTo>
                    <a:pt x="220" y="630"/>
                    <a:pt x="297" y="553"/>
                    <a:pt x="393" y="544"/>
                  </a:cubicBezTo>
                  <a:cubicBezTo>
                    <a:pt x="488" y="534"/>
                    <a:pt x="584" y="525"/>
                    <a:pt x="680" y="505"/>
                  </a:cubicBezTo>
                  <a:cubicBezTo>
                    <a:pt x="775" y="486"/>
                    <a:pt x="871" y="467"/>
                    <a:pt x="967" y="439"/>
                  </a:cubicBezTo>
                  <a:cubicBezTo>
                    <a:pt x="1235" y="362"/>
                    <a:pt x="1493" y="247"/>
                    <a:pt x="1732" y="84"/>
                  </a:cubicBezTo>
                  <a:lnTo>
                    <a:pt x="1713" y="56"/>
                  </a:lnTo>
                  <a:lnTo>
                    <a:pt x="1704" y="37"/>
                  </a:lnTo>
                  <a:cubicBezTo>
                    <a:pt x="1692" y="13"/>
                    <a:pt x="1670" y="1"/>
                    <a:pt x="1648" y="1"/>
                  </a:cubicBezTo>
                  <a:close/>
                </a:path>
              </a:pathLst>
            </a:custGeom>
            <a:solidFill>
              <a:srgbClr val="B9C7D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295" name="Google Shape;14295;p43"/>
            <p:cNvSpPr/>
            <p:nvPr/>
          </p:nvSpPr>
          <p:spPr>
            <a:xfrm>
              <a:off x="5142408" y="3101583"/>
              <a:ext cx="124919" cy="66175"/>
            </a:xfrm>
            <a:custGeom>
              <a:rect b="b" l="l" r="r" t="t"/>
              <a:pathLst>
                <a:path extrusionOk="0" h="2520" w="4757">
                  <a:moveTo>
                    <a:pt x="1819" y="0"/>
                  </a:moveTo>
                  <a:lnTo>
                    <a:pt x="728" y="440"/>
                  </a:lnTo>
                  <a:cubicBezTo>
                    <a:pt x="622" y="479"/>
                    <a:pt x="527" y="536"/>
                    <a:pt x="441" y="613"/>
                  </a:cubicBezTo>
                  <a:lnTo>
                    <a:pt x="412" y="632"/>
                  </a:lnTo>
                  <a:lnTo>
                    <a:pt x="393" y="641"/>
                  </a:lnTo>
                  <a:lnTo>
                    <a:pt x="383" y="661"/>
                  </a:lnTo>
                  <a:lnTo>
                    <a:pt x="354" y="680"/>
                  </a:lnTo>
                  <a:cubicBezTo>
                    <a:pt x="163" y="871"/>
                    <a:pt x="29" y="1130"/>
                    <a:pt x="0" y="1397"/>
                  </a:cubicBezTo>
                  <a:lnTo>
                    <a:pt x="0" y="1445"/>
                  </a:lnTo>
                  <a:lnTo>
                    <a:pt x="0" y="1464"/>
                  </a:lnTo>
                  <a:lnTo>
                    <a:pt x="0" y="1493"/>
                  </a:lnTo>
                  <a:lnTo>
                    <a:pt x="0" y="1522"/>
                  </a:lnTo>
                  <a:lnTo>
                    <a:pt x="0" y="1531"/>
                  </a:lnTo>
                  <a:lnTo>
                    <a:pt x="0" y="1589"/>
                  </a:lnTo>
                  <a:lnTo>
                    <a:pt x="0" y="1771"/>
                  </a:lnTo>
                  <a:lnTo>
                    <a:pt x="0" y="2297"/>
                  </a:lnTo>
                  <a:cubicBezTo>
                    <a:pt x="0" y="2420"/>
                    <a:pt x="106" y="2519"/>
                    <a:pt x="227" y="2519"/>
                  </a:cubicBezTo>
                  <a:cubicBezTo>
                    <a:pt x="237" y="2519"/>
                    <a:pt x="248" y="2519"/>
                    <a:pt x="259" y="2517"/>
                  </a:cubicBezTo>
                  <a:lnTo>
                    <a:pt x="4489" y="2517"/>
                  </a:lnTo>
                  <a:cubicBezTo>
                    <a:pt x="4499" y="2519"/>
                    <a:pt x="4510" y="2519"/>
                    <a:pt x="4520" y="2519"/>
                  </a:cubicBezTo>
                  <a:cubicBezTo>
                    <a:pt x="4642" y="2519"/>
                    <a:pt x="4748" y="2420"/>
                    <a:pt x="4757" y="2297"/>
                  </a:cubicBezTo>
                  <a:lnTo>
                    <a:pt x="4757" y="1771"/>
                  </a:lnTo>
                  <a:lnTo>
                    <a:pt x="4757" y="1589"/>
                  </a:lnTo>
                  <a:lnTo>
                    <a:pt x="4747" y="1589"/>
                  </a:lnTo>
                  <a:lnTo>
                    <a:pt x="4747" y="1531"/>
                  </a:lnTo>
                  <a:lnTo>
                    <a:pt x="4747" y="1522"/>
                  </a:lnTo>
                  <a:lnTo>
                    <a:pt x="4747" y="1493"/>
                  </a:lnTo>
                  <a:lnTo>
                    <a:pt x="4747" y="1464"/>
                  </a:lnTo>
                  <a:lnTo>
                    <a:pt x="4747" y="1445"/>
                  </a:lnTo>
                  <a:lnTo>
                    <a:pt x="4747" y="1397"/>
                  </a:lnTo>
                  <a:cubicBezTo>
                    <a:pt x="4709" y="1130"/>
                    <a:pt x="4584" y="871"/>
                    <a:pt x="4393" y="680"/>
                  </a:cubicBezTo>
                  <a:lnTo>
                    <a:pt x="4364" y="661"/>
                  </a:lnTo>
                  <a:lnTo>
                    <a:pt x="4345" y="641"/>
                  </a:lnTo>
                  <a:lnTo>
                    <a:pt x="4336" y="632"/>
                  </a:lnTo>
                  <a:lnTo>
                    <a:pt x="4307" y="613"/>
                  </a:lnTo>
                  <a:cubicBezTo>
                    <a:pt x="4221" y="536"/>
                    <a:pt x="4125" y="479"/>
                    <a:pt x="4010" y="440"/>
                  </a:cubicBezTo>
                  <a:lnTo>
                    <a:pt x="2929" y="0"/>
                  </a:lnTo>
                  <a:lnTo>
                    <a:pt x="2651" y="287"/>
                  </a:lnTo>
                  <a:lnTo>
                    <a:pt x="2374" y="555"/>
                  </a:lnTo>
                  <a:lnTo>
                    <a:pt x="2096" y="287"/>
                  </a:lnTo>
                  <a:lnTo>
                    <a:pt x="1819" y="0"/>
                  </a:lnTo>
                  <a:close/>
                </a:path>
              </a:pathLst>
            </a:custGeom>
            <a:solidFill>
              <a:srgbClr val="8192A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296" name="Google Shape;14296;p43"/>
            <p:cNvSpPr/>
            <p:nvPr/>
          </p:nvSpPr>
          <p:spPr>
            <a:xfrm>
              <a:off x="5140885" y="3101819"/>
              <a:ext cx="51049" cy="65939"/>
            </a:xfrm>
            <a:custGeom>
              <a:rect b="b" l="l" r="r" t="t"/>
              <a:pathLst>
                <a:path extrusionOk="0" h="2511" w="1944">
                  <a:moveTo>
                    <a:pt x="1858" y="1"/>
                  </a:moveTo>
                  <a:lnTo>
                    <a:pt x="776" y="422"/>
                  </a:lnTo>
                  <a:cubicBezTo>
                    <a:pt x="298" y="613"/>
                    <a:pt x="1" y="1073"/>
                    <a:pt x="20" y="1580"/>
                  </a:cubicBezTo>
                  <a:lnTo>
                    <a:pt x="20" y="2288"/>
                  </a:lnTo>
                  <a:cubicBezTo>
                    <a:pt x="29" y="2411"/>
                    <a:pt x="135" y="2510"/>
                    <a:pt x="256" y="2510"/>
                  </a:cubicBezTo>
                  <a:cubicBezTo>
                    <a:pt x="267" y="2510"/>
                    <a:pt x="277" y="2510"/>
                    <a:pt x="288" y="2508"/>
                  </a:cubicBezTo>
                  <a:lnTo>
                    <a:pt x="345" y="2508"/>
                  </a:lnTo>
                  <a:lnTo>
                    <a:pt x="345" y="1580"/>
                  </a:lnTo>
                  <a:cubicBezTo>
                    <a:pt x="317" y="1073"/>
                    <a:pt x="623" y="613"/>
                    <a:pt x="1092" y="422"/>
                  </a:cubicBezTo>
                  <a:lnTo>
                    <a:pt x="1944" y="87"/>
                  </a:lnTo>
                  <a:lnTo>
                    <a:pt x="1858" y="1"/>
                  </a:lnTo>
                  <a:close/>
                </a:path>
              </a:pathLst>
            </a:custGeom>
            <a:solidFill>
              <a:srgbClr val="657A8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297" name="Google Shape;14297;p43"/>
            <p:cNvSpPr/>
            <p:nvPr/>
          </p:nvSpPr>
          <p:spPr>
            <a:xfrm>
              <a:off x="5164256" y="2997278"/>
              <a:ext cx="79699" cy="56328"/>
            </a:xfrm>
            <a:custGeom>
              <a:rect b="b" l="l" r="r" t="t"/>
              <a:pathLst>
                <a:path extrusionOk="0" h="2145" w="3035">
                  <a:moveTo>
                    <a:pt x="2671" y="1838"/>
                  </a:moveTo>
                  <a:lnTo>
                    <a:pt x="2661" y="1848"/>
                  </a:lnTo>
                  <a:lnTo>
                    <a:pt x="2633" y="1867"/>
                  </a:lnTo>
                  <a:lnTo>
                    <a:pt x="2671" y="1838"/>
                  </a:lnTo>
                  <a:close/>
                  <a:moveTo>
                    <a:pt x="1456" y="1"/>
                  </a:moveTo>
                  <a:cubicBezTo>
                    <a:pt x="652" y="1"/>
                    <a:pt x="1" y="651"/>
                    <a:pt x="1" y="1455"/>
                  </a:cubicBezTo>
                  <a:lnTo>
                    <a:pt x="1" y="2144"/>
                  </a:lnTo>
                  <a:cubicBezTo>
                    <a:pt x="1" y="2144"/>
                    <a:pt x="336" y="2106"/>
                    <a:pt x="374" y="1943"/>
                  </a:cubicBezTo>
                  <a:cubicBezTo>
                    <a:pt x="393" y="1934"/>
                    <a:pt x="403" y="1915"/>
                    <a:pt x="412" y="1895"/>
                  </a:cubicBezTo>
                  <a:cubicBezTo>
                    <a:pt x="594" y="1895"/>
                    <a:pt x="1475" y="1886"/>
                    <a:pt x="1972" y="1273"/>
                  </a:cubicBezTo>
                  <a:cubicBezTo>
                    <a:pt x="2087" y="1570"/>
                    <a:pt x="2326" y="1800"/>
                    <a:pt x="2633" y="1886"/>
                  </a:cubicBezTo>
                  <a:cubicBezTo>
                    <a:pt x="2633" y="1905"/>
                    <a:pt x="2652" y="1924"/>
                    <a:pt x="2661" y="1943"/>
                  </a:cubicBezTo>
                  <a:cubicBezTo>
                    <a:pt x="2700" y="2106"/>
                    <a:pt x="3035" y="2135"/>
                    <a:pt x="3035" y="2135"/>
                  </a:cubicBezTo>
                  <a:lnTo>
                    <a:pt x="3035" y="1455"/>
                  </a:lnTo>
                  <a:cubicBezTo>
                    <a:pt x="3035" y="651"/>
                    <a:pt x="2384" y="1"/>
                    <a:pt x="1580" y="1"/>
                  </a:cubicBez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298" name="Google Shape;14298;p43"/>
            <p:cNvSpPr/>
            <p:nvPr/>
          </p:nvSpPr>
          <p:spPr>
            <a:xfrm>
              <a:off x="5164256" y="2997541"/>
              <a:ext cx="43250" cy="56065"/>
            </a:xfrm>
            <a:custGeom>
              <a:rect b="b" l="l" r="r" t="t"/>
              <a:pathLst>
                <a:path extrusionOk="0" h="2135" w="1647">
                  <a:moveTo>
                    <a:pt x="1456" y="0"/>
                  </a:moveTo>
                  <a:cubicBezTo>
                    <a:pt x="652" y="0"/>
                    <a:pt x="1" y="651"/>
                    <a:pt x="1" y="1455"/>
                  </a:cubicBezTo>
                  <a:lnTo>
                    <a:pt x="1" y="2134"/>
                  </a:lnTo>
                  <a:cubicBezTo>
                    <a:pt x="97" y="2125"/>
                    <a:pt x="183" y="2106"/>
                    <a:pt x="259" y="2067"/>
                  </a:cubicBezTo>
                  <a:lnTo>
                    <a:pt x="259" y="1828"/>
                  </a:lnTo>
                  <a:lnTo>
                    <a:pt x="259" y="1455"/>
                  </a:lnTo>
                  <a:cubicBezTo>
                    <a:pt x="259" y="680"/>
                    <a:pt x="872" y="38"/>
                    <a:pt x="1647" y="0"/>
                  </a:cubicBez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299" name="Google Shape;14299;p43"/>
            <p:cNvSpPr/>
            <p:nvPr/>
          </p:nvSpPr>
          <p:spPr>
            <a:xfrm>
              <a:off x="5233136" y="3047802"/>
              <a:ext cx="17358" cy="23371"/>
            </a:xfrm>
            <a:custGeom>
              <a:rect b="b" l="l" r="r" t="t"/>
              <a:pathLst>
                <a:path extrusionOk="0" h="890" w="661">
                  <a:moveTo>
                    <a:pt x="239" y="0"/>
                  </a:moveTo>
                  <a:lnTo>
                    <a:pt x="239" y="10"/>
                  </a:lnTo>
                  <a:cubicBezTo>
                    <a:pt x="219" y="4"/>
                    <a:pt x="199" y="1"/>
                    <a:pt x="180" y="1"/>
                  </a:cubicBezTo>
                  <a:cubicBezTo>
                    <a:pt x="81" y="1"/>
                    <a:pt x="0" y="78"/>
                    <a:pt x="0" y="182"/>
                  </a:cubicBezTo>
                  <a:lnTo>
                    <a:pt x="0" y="699"/>
                  </a:lnTo>
                  <a:cubicBezTo>
                    <a:pt x="0" y="804"/>
                    <a:pt x="83" y="889"/>
                    <a:pt x="184" y="889"/>
                  </a:cubicBezTo>
                  <a:cubicBezTo>
                    <a:pt x="202" y="889"/>
                    <a:pt x="221" y="886"/>
                    <a:pt x="239" y="881"/>
                  </a:cubicBezTo>
                  <a:cubicBezTo>
                    <a:pt x="268" y="862"/>
                    <a:pt x="306" y="852"/>
                    <a:pt x="335" y="833"/>
                  </a:cubicBezTo>
                  <a:cubicBezTo>
                    <a:pt x="373" y="795"/>
                    <a:pt x="402" y="766"/>
                    <a:pt x="440" y="747"/>
                  </a:cubicBezTo>
                  <a:cubicBezTo>
                    <a:pt x="661" y="498"/>
                    <a:pt x="555" y="105"/>
                    <a:pt x="239" y="0"/>
                  </a:cubicBezTo>
                  <a:close/>
                </a:path>
              </a:pathLst>
            </a:custGeom>
            <a:solidFill>
              <a:srgbClr val="CBD6D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300" name="Google Shape;14300;p43"/>
            <p:cNvSpPr/>
            <p:nvPr/>
          </p:nvSpPr>
          <p:spPr>
            <a:xfrm>
              <a:off x="5157980" y="3047802"/>
              <a:ext cx="17358" cy="23371"/>
            </a:xfrm>
            <a:custGeom>
              <a:rect b="b" l="l" r="r" t="t"/>
              <a:pathLst>
                <a:path extrusionOk="0" h="890" w="661">
                  <a:moveTo>
                    <a:pt x="479" y="0"/>
                  </a:moveTo>
                  <a:cubicBezTo>
                    <a:pt x="460" y="0"/>
                    <a:pt x="441" y="3"/>
                    <a:pt x="422" y="10"/>
                  </a:cubicBezTo>
                  <a:cubicBezTo>
                    <a:pt x="1" y="144"/>
                    <a:pt x="1" y="747"/>
                    <a:pt x="422" y="881"/>
                  </a:cubicBezTo>
                  <a:cubicBezTo>
                    <a:pt x="441" y="887"/>
                    <a:pt x="460" y="889"/>
                    <a:pt x="478" y="889"/>
                  </a:cubicBezTo>
                  <a:cubicBezTo>
                    <a:pt x="579" y="889"/>
                    <a:pt x="661" y="806"/>
                    <a:pt x="661" y="708"/>
                  </a:cubicBezTo>
                  <a:lnTo>
                    <a:pt x="661" y="182"/>
                  </a:lnTo>
                  <a:cubicBezTo>
                    <a:pt x="661" y="125"/>
                    <a:pt x="632" y="67"/>
                    <a:pt x="584" y="38"/>
                  </a:cubicBezTo>
                  <a:cubicBezTo>
                    <a:pt x="553" y="13"/>
                    <a:pt x="516" y="0"/>
                    <a:pt x="479" y="0"/>
                  </a:cubicBezTo>
                  <a:close/>
                </a:path>
              </a:pathLst>
            </a:custGeom>
            <a:solidFill>
              <a:srgbClr val="B9C7D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301" name="Google Shape;14301;p43"/>
            <p:cNvSpPr/>
            <p:nvPr/>
          </p:nvSpPr>
          <p:spPr>
            <a:xfrm>
              <a:off x="5189387" y="3088610"/>
              <a:ext cx="29700" cy="33587"/>
            </a:xfrm>
            <a:custGeom>
              <a:rect b="b" l="l" r="r" t="t"/>
              <a:pathLst>
                <a:path extrusionOk="0" h="1279" w="1131">
                  <a:moveTo>
                    <a:pt x="186" y="1"/>
                  </a:moveTo>
                  <a:cubicBezTo>
                    <a:pt x="90" y="1"/>
                    <a:pt x="11" y="80"/>
                    <a:pt x="11" y="188"/>
                  </a:cubicBezTo>
                  <a:lnTo>
                    <a:pt x="11" y="724"/>
                  </a:lnTo>
                  <a:cubicBezTo>
                    <a:pt x="1" y="781"/>
                    <a:pt x="30" y="829"/>
                    <a:pt x="68" y="877"/>
                  </a:cubicBezTo>
                  <a:lnTo>
                    <a:pt x="441" y="1231"/>
                  </a:lnTo>
                  <a:cubicBezTo>
                    <a:pt x="470" y="1260"/>
                    <a:pt x="518" y="1279"/>
                    <a:pt x="566" y="1279"/>
                  </a:cubicBezTo>
                  <a:cubicBezTo>
                    <a:pt x="613" y="1279"/>
                    <a:pt x="661" y="1260"/>
                    <a:pt x="690" y="1222"/>
                  </a:cubicBezTo>
                  <a:lnTo>
                    <a:pt x="1073" y="829"/>
                  </a:lnTo>
                  <a:cubicBezTo>
                    <a:pt x="1102" y="800"/>
                    <a:pt x="1121" y="753"/>
                    <a:pt x="1121" y="705"/>
                  </a:cubicBezTo>
                  <a:lnTo>
                    <a:pt x="1121" y="198"/>
                  </a:lnTo>
                  <a:cubicBezTo>
                    <a:pt x="1130" y="150"/>
                    <a:pt x="1102" y="92"/>
                    <a:pt x="1063" y="64"/>
                  </a:cubicBezTo>
                  <a:cubicBezTo>
                    <a:pt x="1025" y="25"/>
                    <a:pt x="977" y="6"/>
                    <a:pt x="929" y="6"/>
                  </a:cubicBezTo>
                  <a:lnTo>
                    <a:pt x="891" y="6"/>
                  </a:lnTo>
                  <a:cubicBezTo>
                    <a:pt x="824" y="25"/>
                    <a:pt x="747" y="35"/>
                    <a:pt x="680" y="35"/>
                  </a:cubicBezTo>
                  <a:lnTo>
                    <a:pt x="451" y="35"/>
                  </a:lnTo>
                  <a:cubicBezTo>
                    <a:pt x="384" y="35"/>
                    <a:pt x="307" y="25"/>
                    <a:pt x="231" y="6"/>
                  </a:cubicBezTo>
                  <a:cubicBezTo>
                    <a:pt x="216" y="2"/>
                    <a:pt x="201" y="1"/>
                    <a:pt x="186" y="1"/>
                  </a:cubicBezTo>
                  <a:close/>
                </a:path>
              </a:pathLst>
            </a:custGeom>
            <a:solidFill>
              <a:srgbClr val="CBD6D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302" name="Google Shape;14302;p43"/>
            <p:cNvSpPr/>
            <p:nvPr/>
          </p:nvSpPr>
          <p:spPr>
            <a:xfrm>
              <a:off x="5189650" y="3088952"/>
              <a:ext cx="17857" cy="33245"/>
            </a:xfrm>
            <a:custGeom>
              <a:rect b="b" l="l" r="r" t="t"/>
              <a:pathLst>
                <a:path extrusionOk="0" h="1266" w="680">
                  <a:moveTo>
                    <a:pt x="181" y="0"/>
                  </a:moveTo>
                  <a:cubicBezTo>
                    <a:pt x="87" y="0"/>
                    <a:pt x="1" y="81"/>
                    <a:pt x="1" y="185"/>
                  </a:cubicBezTo>
                  <a:lnTo>
                    <a:pt x="1" y="720"/>
                  </a:lnTo>
                  <a:cubicBezTo>
                    <a:pt x="1" y="768"/>
                    <a:pt x="20" y="826"/>
                    <a:pt x="58" y="864"/>
                  </a:cubicBezTo>
                  <a:lnTo>
                    <a:pt x="431" y="1218"/>
                  </a:lnTo>
                  <a:cubicBezTo>
                    <a:pt x="460" y="1247"/>
                    <a:pt x="508" y="1266"/>
                    <a:pt x="556" y="1266"/>
                  </a:cubicBezTo>
                  <a:cubicBezTo>
                    <a:pt x="603" y="1266"/>
                    <a:pt x="651" y="1247"/>
                    <a:pt x="680" y="1209"/>
                  </a:cubicBezTo>
                  <a:cubicBezTo>
                    <a:pt x="642" y="1209"/>
                    <a:pt x="613" y="1189"/>
                    <a:pt x="584" y="1161"/>
                  </a:cubicBezTo>
                  <a:lnTo>
                    <a:pt x="221" y="797"/>
                  </a:lnTo>
                  <a:cubicBezTo>
                    <a:pt x="182" y="759"/>
                    <a:pt x="163" y="711"/>
                    <a:pt x="163" y="653"/>
                  </a:cubicBezTo>
                  <a:lnTo>
                    <a:pt x="163" y="127"/>
                  </a:lnTo>
                  <a:cubicBezTo>
                    <a:pt x="163" y="79"/>
                    <a:pt x="182" y="31"/>
                    <a:pt x="211" y="3"/>
                  </a:cubicBezTo>
                  <a:cubicBezTo>
                    <a:pt x="201" y="1"/>
                    <a:pt x="191" y="0"/>
                    <a:pt x="181" y="0"/>
                  </a:cubicBezTo>
                  <a:close/>
                </a:path>
              </a:pathLst>
            </a:custGeom>
            <a:solidFill>
              <a:srgbClr val="B9C7D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303" name="Google Shape;14303;p43"/>
            <p:cNvSpPr/>
            <p:nvPr/>
          </p:nvSpPr>
          <p:spPr>
            <a:xfrm>
              <a:off x="5173054" y="3030261"/>
              <a:ext cx="62368" cy="66805"/>
            </a:xfrm>
            <a:custGeom>
              <a:rect b="b" l="l" r="r" t="t"/>
              <a:pathLst>
                <a:path extrusionOk="0" h="2544" w="2375">
                  <a:moveTo>
                    <a:pt x="1649" y="1"/>
                  </a:moveTo>
                  <a:cubicBezTo>
                    <a:pt x="1634" y="1"/>
                    <a:pt x="1620" y="6"/>
                    <a:pt x="1609" y="17"/>
                  </a:cubicBezTo>
                  <a:cubicBezTo>
                    <a:pt x="1350" y="209"/>
                    <a:pt x="1054" y="352"/>
                    <a:pt x="747" y="439"/>
                  </a:cubicBezTo>
                  <a:cubicBezTo>
                    <a:pt x="652" y="467"/>
                    <a:pt x="556" y="486"/>
                    <a:pt x="460" y="505"/>
                  </a:cubicBezTo>
                  <a:cubicBezTo>
                    <a:pt x="365" y="525"/>
                    <a:pt x="269" y="534"/>
                    <a:pt x="173" y="544"/>
                  </a:cubicBezTo>
                  <a:cubicBezTo>
                    <a:pt x="68" y="544"/>
                    <a:pt x="1" y="630"/>
                    <a:pt x="1" y="726"/>
                  </a:cubicBezTo>
                  <a:lnTo>
                    <a:pt x="1" y="1472"/>
                  </a:lnTo>
                  <a:cubicBezTo>
                    <a:pt x="1" y="2065"/>
                    <a:pt x="479" y="2544"/>
                    <a:pt x="1073" y="2544"/>
                  </a:cubicBezTo>
                  <a:lnTo>
                    <a:pt x="1302" y="2544"/>
                  </a:lnTo>
                  <a:cubicBezTo>
                    <a:pt x="1896" y="2544"/>
                    <a:pt x="2374" y="2065"/>
                    <a:pt x="2374" y="1472"/>
                  </a:cubicBezTo>
                  <a:lnTo>
                    <a:pt x="2374" y="697"/>
                  </a:lnTo>
                  <a:cubicBezTo>
                    <a:pt x="2374" y="620"/>
                    <a:pt x="2326" y="553"/>
                    <a:pt x="2259" y="525"/>
                  </a:cubicBezTo>
                  <a:cubicBezTo>
                    <a:pt x="2240" y="515"/>
                    <a:pt x="2221" y="505"/>
                    <a:pt x="2192" y="496"/>
                  </a:cubicBezTo>
                  <a:cubicBezTo>
                    <a:pt x="1982" y="410"/>
                    <a:pt x="1810" y="257"/>
                    <a:pt x="1714" y="56"/>
                  </a:cubicBezTo>
                  <a:lnTo>
                    <a:pt x="1704" y="37"/>
                  </a:lnTo>
                  <a:cubicBezTo>
                    <a:pt x="1693" y="13"/>
                    <a:pt x="1671" y="1"/>
                    <a:pt x="1649" y="1"/>
                  </a:cubicBezTo>
                  <a:close/>
                </a:path>
              </a:pathLst>
            </a:custGeom>
            <a:solidFill>
              <a:srgbClr val="CBD6D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304" name="Google Shape;14304;p43"/>
            <p:cNvSpPr/>
            <p:nvPr/>
          </p:nvSpPr>
          <p:spPr>
            <a:xfrm>
              <a:off x="5172817" y="3030261"/>
              <a:ext cx="45509" cy="67068"/>
            </a:xfrm>
            <a:custGeom>
              <a:rect b="b" l="l" r="r" t="t"/>
              <a:pathLst>
                <a:path extrusionOk="0" h="2554" w="1733">
                  <a:moveTo>
                    <a:pt x="1648" y="1"/>
                  </a:moveTo>
                  <a:cubicBezTo>
                    <a:pt x="1634" y="1"/>
                    <a:pt x="1619" y="6"/>
                    <a:pt x="1608" y="17"/>
                  </a:cubicBezTo>
                  <a:cubicBezTo>
                    <a:pt x="1350" y="209"/>
                    <a:pt x="1053" y="352"/>
                    <a:pt x="747" y="439"/>
                  </a:cubicBezTo>
                  <a:cubicBezTo>
                    <a:pt x="651" y="467"/>
                    <a:pt x="555" y="486"/>
                    <a:pt x="460" y="505"/>
                  </a:cubicBezTo>
                  <a:cubicBezTo>
                    <a:pt x="364" y="525"/>
                    <a:pt x="268" y="534"/>
                    <a:pt x="173" y="544"/>
                  </a:cubicBezTo>
                  <a:cubicBezTo>
                    <a:pt x="77" y="553"/>
                    <a:pt x="0" y="630"/>
                    <a:pt x="0" y="726"/>
                  </a:cubicBezTo>
                  <a:lnTo>
                    <a:pt x="0" y="1472"/>
                  </a:lnTo>
                  <a:cubicBezTo>
                    <a:pt x="0" y="2065"/>
                    <a:pt x="479" y="2554"/>
                    <a:pt x="1082" y="2554"/>
                  </a:cubicBezTo>
                  <a:lnTo>
                    <a:pt x="1302" y="2554"/>
                  </a:lnTo>
                  <a:cubicBezTo>
                    <a:pt x="699" y="2554"/>
                    <a:pt x="220" y="2065"/>
                    <a:pt x="220" y="1472"/>
                  </a:cubicBezTo>
                  <a:lnTo>
                    <a:pt x="220" y="726"/>
                  </a:lnTo>
                  <a:cubicBezTo>
                    <a:pt x="220" y="630"/>
                    <a:pt x="297" y="553"/>
                    <a:pt x="393" y="544"/>
                  </a:cubicBezTo>
                  <a:cubicBezTo>
                    <a:pt x="488" y="534"/>
                    <a:pt x="584" y="525"/>
                    <a:pt x="680" y="505"/>
                  </a:cubicBezTo>
                  <a:cubicBezTo>
                    <a:pt x="775" y="486"/>
                    <a:pt x="871" y="467"/>
                    <a:pt x="967" y="439"/>
                  </a:cubicBezTo>
                  <a:cubicBezTo>
                    <a:pt x="1235" y="362"/>
                    <a:pt x="1493" y="247"/>
                    <a:pt x="1733" y="84"/>
                  </a:cubicBezTo>
                  <a:lnTo>
                    <a:pt x="1713" y="56"/>
                  </a:lnTo>
                  <a:lnTo>
                    <a:pt x="1704" y="37"/>
                  </a:lnTo>
                  <a:cubicBezTo>
                    <a:pt x="1692" y="13"/>
                    <a:pt x="1670" y="1"/>
                    <a:pt x="1648" y="1"/>
                  </a:cubicBezTo>
                  <a:close/>
                </a:path>
              </a:pathLst>
            </a:custGeom>
            <a:solidFill>
              <a:srgbClr val="B9C7D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305" name="Google Shape;14305;p43"/>
            <p:cNvSpPr/>
            <p:nvPr/>
          </p:nvSpPr>
          <p:spPr>
            <a:xfrm>
              <a:off x="5009953" y="2992000"/>
              <a:ext cx="125680" cy="66149"/>
            </a:xfrm>
            <a:custGeom>
              <a:rect b="b" l="l" r="r" t="t"/>
              <a:pathLst>
                <a:path extrusionOk="0" h="2519" w="4786">
                  <a:moveTo>
                    <a:pt x="1848" y="1"/>
                  </a:moveTo>
                  <a:lnTo>
                    <a:pt x="766" y="431"/>
                  </a:lnTo>
                  <a:cubicBezTo>
                    <a:pt x="642" y="470"/>
                    <a:pt x="537" y="527"/>
                    <a:pt x="441" y="604"/>
                  </a:cubicBezTo>
                  <a:lnTo>
                    <a:pt x="412" y="623"/>
                  </a:lnTo>
                  <a:lnTo>
                    <a:pt x="403" y="642"/>
                  </a:lnTo>
                  <a:lnTo>
                    <a:pt x="384" y="651"/>
                  </a:lnTo>
                  <a:lnTo>
                    <a:pt x="364" y="671"/>
                  </a:lnTo>
                  <a:cubicBezTo>
                    <a:pt x="163" y="862"/>
                    <a:pt x="39" y="1120"/>
                    <a:pt x="1" y="1388"/>
                  </a:cubicBezTo>
                  <a:lnTo>
                    <a:pt x="1" y="1436"/>
                  </a:lnTo>
                  <a:lnTo>
                    <a:pt x="1" y="1455"/>
                  </a:lnTo>
                  <a:lnTo>
                    <a:pt x="1" y="1494"/>
                  </a:lnTo>
                  <a:lnTo>
                    <a:pt x="1" y="1522"/>
                  </a:lnTo>
                  <a:lnTo>
                    <a:pt x="1" y="1532"/>
                  </a:lnTo>
                  <a:lnTo>
                    <a:pt x="1" y="1589"/>
                  </a:lnTo>
                  <a:lnTo>
                    <a:pt x="1" y="1762"/>
                  </a:lnTo>
                  <a:lnTo>
                    <a:pt x="1" y="2288"/>
                  </a:lnTo>
                  <a:cubicBezTo>
                    <a:pt x="10" y="2416"/>
                    <a:pt x="116" y="2518"/>
                    <a:pt x="251" y="2518"/>
                  </a:cubicBezTo>
                  <a:cubicBezTo>
                    <a:pt x="257" y="2518"/>
                    <a:pt x="263" y="2518"/>
                    <a:pt x="269" y="2518"/>
                  </a:cubicBezTo>
                  <a:lnTo>
                    <a:pt x="4527" y="2518"/>
                  </a:lnTo>
                  <a:cubicBezTo>
                    <a:pt x="4533" y="2518"/>
                    <a:pt x="4539" y="2518"/>
                    <a:pt x="4544" y="2518"/>
                  </a:cubicBezTo>
                  <a:cubicBezTo>
                    <a:pt x="4671" y="2518"/>
                    <a:pt x="4777" y="2416"/>
                    <a:pt x="4786" y="2288"/>
                  </a:cubicBezTo>
                  <a:lnTo>
                    <a:pt x="4786" y="1762"/>
                  </a:lnTo>
                  <a:lnTo>
                    <a:pt x="4786" y="1589"/>
                  </a:lnTo>
                  <a:lnTo>
                    <a:pt x="4776" y="1589"/>
                  </a:lnTo>
                  <a:lnTo>
                    <a:pt x="4776" y="1532"/>
                  </a:lnTo>
                  <a:lnTo>
                    <a:pt x="4776" y="1522"/>
                  </a:lnTo>
                  <a:lnTo>
                    <a:pt x="4776" y="1494"/>
                  </a:lnTo>
                  <a:lnTo>
                    <a:pt x="4776" y="1455"/>
                  </a:lnTo>
                  <a:lnTo>
                    <a:pt x="4776" y="1446"/>
                  </a:lnTo>
                  <a:lnTo>
                    <a:pt x="4776" y="1398"/>
                  </a:lnTo>
                  <a:cubicBezTo>
                    <a:pt x="4748" y="1120"/>
                    <a:pt x="4614" y="862"/>
                    <a:pt x="4422" y="680"/>
                  </a:cubicBezTo>
                  <a:lnTo>
                    <a:pt x="4394" y="651"/>
                  </a:lnTo>
                  <a:lnTo>
                    <a:pt x="4384" y="642"/>
                  </a:lnTo>
                  <a:lnTo>
                    <a:pt x="4365" y="623"/>
                  </a:lnTo>
                  <a:lnTo>
                    <a:pt x="4336" y="604"/>
                  </a:lnTo>
                  <a:cubicBezTo>
                    <a:pt x="4250" y="537"/>
                    <a:pt x="4154" y="479"/>
                    <a:pt x="4049" y="431"/>
                  </a:cubicBezTo>
                  <a:lnTo>
                    <a:pt x="2958" y="1"/>
                  </a:lnTo>
                  <a:lnTo>
                    <a:pt x="2680" y="278"/>
                  </a:lnTo>
                  <a:lnTo>
                    <a:pt x="2403" y="556"/>
                  </a:lnTo>
                  <a:lnTo>
                    <a:pt x="2125" y="278"/>
                  </a:lnTo>
                  <a:lnTo>
                    <a:pt x="1848" y="1"/>
                  </a:lnTo>
                  <a:close/>
                </a:path>
              </a:pathLst>
            </a:custGeom>
            <a:solidFill>
              <a:srgbClr val="8192A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306" name="Google Shape;14306;p43"/>
            <p:cNvSpPr/>
            <p:nvPr/>
          </p:nvSpPr>
          <p:spPr>
            <a:xfrm>
              <a:off x="5009217" y="2992262"/>
              <a:ext cx="51286" cy="65913"/>
            </a:xfrm>
            <a:custGeom>
              <a:rect b="b" l="l" r="r" t="t"/>
              <a:pathLst>
                <a:path extrusionOk="0" h="2510" w="1953">
                  <a:moveTo>
                    <a:pt x="1857" y="0"/>
                  </a:moveTo>
                  <a:lnTo>
                    <a:pt x="775" y="421"/>
                  </a:lnTo>
                  <a:cubicBezTo>
                    <a:pt x="306" y="613"/>
                    <a:pt x="0" y="1072"/>
                    <a:pt x="29" y="1579"/>
                  </a:cubicBezTo>
                  <a:lnTo>
                    <a:pt x="29" y="2278"/>
                  </a:lnTo>
                  <a:cubicBezTo>
                    <a:pt x="29" y="2410"/>
                    <a:pt x="134" y="2510"/>
                    <a:pt x="256" y="2510"/>
                  </a:cubicBezTo>
                  <a:cubicBezTo>
                    <a:pt x="266" y="2510"/>
                    <a:pt x="277" y="2509"/>
                    <a:pt x="287" y="2508"/>
                  </a:cubicBezTo>
                  <a:lnTo>
                    <a:pt x="345" y="2508"/>
                  </a:lnTo>
                  <a:lnTo>
                    <a:pt x="345" y="1579"/>
                  </a:lnTo>
                  <a:cubicBezTo>
                    <a:pt x="325" y="1072"/>
                    <a:pt x="622" y="613"/>
                    <a:pt x="1091" y="421"/>
                  </a:cubicBezTo>
                  <a:lnTo>
                    <a:pt x="1952" y="86"/>
                  </a:lnTo>
                  <a:lnTo>
                    <a:pt x="1857" y="0"/>
                  </a:lnTo>
                  <a:close/>
                </a:path>
              </a:pathLst>
            </a:custGeom>
            <a:solidFill>
              <a:srgbClr val="657A8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307" name="Google Shape;14307;p43"/>
            <p:cNvSpPr/>
            <p:nvPr/>
          </p:nvSpPr>
          <p:spPr>
            <a:xfrm>
              <a:off x="5032825" y="2887695"/>
              <a:ext cx="79436" cy="56091"/>
            </a:xfrm>
            <a:custGeom>
              <a:rect b="b" l="l" r="r" t="t"/>
              <a:pathLst>
                <a:path extrusionOk="0" h="2136" w="3025">
                  <a:moveTo>
                    <a:pt x="1455" y="1"/>
                  </a:moveTo>
                  <a:cubicBezTo>
                    <a:pt x="651" y="1"/>
                    <a:pt x="1" y="652"/>
                    <a:pt x="1" y="1456"/>
                  </a:cubicBezTo>
                  <a:lnTo>
                    <a:pt x="1" y="2135"/>
                  </a:lnTo>
                  <a:cubicBezTo>
                    <a:pt x="1" y="2135"/>
                    <a:pt x="326" y="2106"/>
                    <a:pt x="364" y="1944"/>
                  </a:cubicBezTo>
                  <a:cubicBezTo>
                    <a:pt x="383" y="1925"/>
                    <a:pt x="393" y="1915"/>
                    <a:pt x="403" y="1896"/>
                  </a:cubicBezTo>
                  <a:cubicBezTo>
                    <a:pt x="584" y="1896"/>
                    <a:pt x="1465" y="1877"/>
                    <a:pt x="1972" y="1274"/>
                  </a:cubicBezTo>
                  <a:cubicBezTo>
                    <a:pt x="2077" y="1570"/>
                    <a:pt x="2317" y="1800"/>
                    <a:pt x="2623" y="1886"/>
                  </a:cubicBezTo>
                  <a:cubicBezTo>
                    <a:pt x="2632" y="1905"/>
                    <a:pt x="2642" y="1925"/>
                    <a:pt x="2652" y="1944"/>
                  </a:cubicBezTo>
                  <a:cubicBezTo>
                    <a:pt x="2699" y="2106"/>
                    <a:pt x="3025" y="2135"/>
                    <a:pt x="3025" y="2135"/>
                  </a:cubicBezTo>
                  <a:lnTo>
                    <a:pt x="3025" y="1456"/>
                  </a:lnTo>
                  <a:cubicBezTo>
                    <a:pt x="3025" y="652"/>
                    <a:pt x="2374" y="1"/>
                    <a:pt x="1570" y="1"/>
                  </a:cubicBez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308" name="Google Shape;14308;p43"/>
            <p:cNvSpPr/>
            <p:nvPr/>
          </p:nvSpPr>
          <p:spPr>
            <a:xfrm>
              <a:off x="5032825" y="2887459"/>
              <a:ext cx="43014" cy="56328"/>
            </a:xfrm>
            <a:custGeom>
              <a:rect b="b" l="l" r="r" t="t"/>
              <a:pathLst>
                <a:path extrusionOk="0" h="2145" w="1638">
                  <a:moveTo>
                    <a:pt x="1455" y="0"/>
                  </a:moveTo>
                  <a:cubicBezTo>
                    <a:pt x="651" y="0"/>
                    <a:pt x="1" y="651"/>
                    <a:pt x="1" y="1455"/>
                  </a:cubicBezTo>
                  <a:lnTo>
                    <a:pt x="1" y="2144"/>
                  </a:lnTo>
                  <a:cubicBezTo>
                    <a:pt x="87" y="2135"/>
                    <a:pt x="173" y="2106"/>
                    <a:pt x="249" y="2068"/>
                  </a:cubicBezTo>
                  <a:lnTo>
                    <a:pt x="259" y="1838"/>
                  </a:lnTo>
                  <a:lnTo>
                    <a:pt x="259" y="1455"/>
                  </a:lnTo>
                  <a:cubicBezTo>
                    <a:pt x="259" y="680"/>
                    <a:pt x="862" y="39"/>
                    <a:pt x="1637" y="0"/>
                  </a:cubicBez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309" name="Google Shape;14309;p43"/>
            <p:cNvSpPr/>
            <p:nvPr/>
          </p:nvSpPr>
          <p:spPr>
            <a:xfrm>
              <a:off x="5101442" y="2937983"/>
              <a:ext cx="17358" cy="23371"/>
            </a:xfrm>
            <a:custGeom>
              <a:rect b="b" l="l" r="r" t="t"/>
              <a:pathLst>
                <a:path extrusionOk="0" h="890" w="661">
                  <a:moveTo>
                    <a:pt x="183" y="0"/>
                  </a:moveTo>
                  <a:cubicBezTo>
                    <a:pt x="87" y="0"/>
                    <a:pt x="0" y="78"/>
                    <a:pt x="0" y="182"/>
                  </a:cubicBezTo>
                  <a:lnTo>
                    <a:pt x="0" y="708"/>
                  </a:lnTo>
                  <a:cubicBezTo>
                    <a:pt x="0" y="812"/>
                    <a:pt x="87" y="890"/>
                    <a:pt x="183" y="890"/>
                  </a:cubicBezTo>
                  <a:cubicBezTo>
                    <a:pt x="202" y="890"/>
                    <a:pt x="221" y="887"/>
                    <a:pt x="240" y="880"/>
                  </a:cubicBezTo>
                  <a:cubicBezTo>
                    <a:pt x="278" y="871"/>
                    <a:pt x="307" y="852"/>
                    <a:pt x="345" y="833"/>
                  </a:cubicBezTo>
                  <a:cubicBezTo>
                    <a:pt x="374" y="804"/>
                    <a:pt x="412" y="775"/>
                    <a:pt x="450" y="746"/>
                  </a:cubicBezTo>
                  <a:cubicBezTo>
                    <a:pt x="661" y="498"/>
                    <a:pt x="555" y="105"/>
                    <a:pt x="240" y="10"/>
                  </a:cubicBezTo>
                  <a:cubicBezTo>
                    <a:pt x="221" y="3"/>
                    <a:pt x="202" y="0"/>
                    <a:pt x="183" y="0"/>
                  </a:cubicBezTo>
                  <a:close/>
                </a:path>
              </a:pathLst>
            </a:custGeom>
            <a:solidFill>
              <a:srgbClr val="CBD6D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310" name="Google Shape;14310;p43"/>
            <p:cNvSpPr/>
            <p:nvPr/>
          </p:nvSpPr>
          <p:spPr>
            <a:xfrm>
              <a:off x="5026286" y="2937957"/>
              <a:ext cx="17620" cy="23398"/>
            </a:xfrm>
            <a:custGeom>
              <a:rect b="b" l="l" r="r" t="t"/>
              <a:pathLst>
                <a:path extrusionOk="0" h="891" w="671">
                  <a:moveTo>
                    <a:pt x="484" y="1"/>
                  </a:moveTo>
                  <a:cubicBezTo>
                    <a:pt x="466" y="1"/>
                    <a:pt x="447" y="4"/>
                    <a:pt x="431" y="11"/>
                  </a:cubicBezTo>
                  <a:cubicBezTo>
                    <a:pt x="1" y="145"/>
                    <a:pt x="1" y="747"/>
                    <a:pt x="431" y="881"/>
                  </a:cubicBezTo>
                  <a:cubicBezTo>
                    <a:pt x="450" y="888"/>
                    <a:pt x="469" y="891"/>
                    <a:pt x="488" y="891"/>
                  </a:cubicBezTo>
                  <a:cubicBezTo>
                    <a:pt x="584" y="891"/>
                    <a:pt x="671" y="813"/>
                    <a:pt x="671" y="709"/>
                  </a:cubicBezTo>
                  <a:lnTo>
                    <a:pt x="671" y="183"/>
                  </a:lnTo>
                  <a:cubicBezTo>
                    <a:pt x="661" y="125"/>
                    <a:pt x="632" y="78"/>
                    <a:pt x="594" y="39"/>
                  </a:cubicBezTo>
                  <a:cubicBezTo>
                    <a:pt x="562" y="14"/>
                    <a:pt x="522" y="1"/>
                    <a:pt x="484" y="1"/>
                  </a:cubicBezTo>
                  <a:close/>
                </a:path>
              </a:pathLst>
            </a:custGeom>
            <a:solidFill>
              <a:srgbClr val="B9C7D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311" name="Google Shape;14311;p43"/>
            <p:cNvSpPr/>
            <p:nvPr/>
          </p:nvSpPr>
          <p:spPr>
            <a:xfrm>
              <a:off x="5057956" y="2979027"/>
              <a:ext cx="29175" cy="33350"/>
            </a:xfrm>
            <a:custGeom>
              <a:rect b="b" l="l" r="r" t="t"/>
              <a:pathLst>
                <a:path extrusionOk="0" h="1270" w="1111">
                  <a:moveTo>
                    <a:pt x="185" y="1"/>
                  </a:moveTo>
                  <a:cubicBezTo>
                    <a:pt x="87" y="1"/>
                    <a:pt x="1" y="79"/>
                    <a:pt x="1" y="179"/>
                  </a:cubicBezTo>
                  <a:lnTo>
                    <a:pt x="1" y="715"/>
                  </a:lnTo>
                  <a:cubicBezTo>
                    <a:pt x="1" y="772"/>
                    <a:pt x="20" y="820"/>
                    <a:pt x="58" y="858"/>
                  </a:cubicBezTo>
                  <a:lnTo>
                    <a:pt x="422" y="1222"/>
                  </a:lnTo>
                  <a:cubicBezTo>
                    <a:pt x="460" y="1251"/>
                    <a:pt x="508" y="1270"/>
                    <a:pt x="556" y="1270"/>
                  </a:cubicBezTo>
                  <a:cubicBezTo>
                    <a:pt x="604" y="1270"/>
                    <a:pt x="651" y="1251"/>
                    <a:pt x="680" y="1212"/>
                  </a:cubicBezTo>
                  <a:lnTo>
                    <a:pt x="1063" y="820"/>
                  </a:lnTo>
                  <a:cubicBezTo>
                    <a:pt x="1092" y="782"/>
                    <a:pt x="1111" y="743"/>
                    <a:pt x="1111" y="696"/>
                  </a:cubicBezTo>
                  <a:lnTo>
                    <a:pt x="1111" y="188"/>
                  </a:lnTo>
                  <a:cubicBezTo>
                    <a:pt x="1111" y="140"/>
                    <a:pt x="1092" y="93"/>
                    <a:pt x="1063" y="54"/>
                  </a:cubicBezTo>
                  <a:cubicBezTo>
                    <a:pt x="1025" y="26"/>
                    <a:pt x="977" y="7"/>
                    <a:pt x="919" y="7"/>
                  </a:cubicBezTo>
                  <a:lnTo>
                    <a:pt x="881" y="7"/>
                  </a:lnTo>
                  <a:cubicBezTo>
                    <a:pt x="814" y="26"/>
                    <a:pt x="738" y="26"/>
                    <a:pt x="671" y="26"/>
                  </a:cubicBezTo>
                  <a:lnTo>
                    <a:pt x="450" y="26"/>
                  </a:lnTo>
                  <a:cubicBezTo>
                    <a:pt x="374" y="26"/>
                    <a:pt x="297" y="16"/>
                    <a:pt x="230" y="7"/>
                  </a:cubicBezTo>
                  <a:cubicBezTo>
                    <a:pt x="215" y="3"/>
                    <a:pt x="200" y="1"/>
                    <a:pt x="185" y="1"/>
                  </a:cubicBezTo>
                  <a:close/>
                </a:path>
              </a:pathLst>
            </a:custGeom>
            <a:solidFill>
              <a:srgbClr val="CBD6D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312" name="Google Shape;14312;p43"/>
            <p:cNvSpPr/>
            <p:nvPr/>
          </p:nvSpPr>
          <p:spPr>
            <a:xfrm>
              <a:off x="5057956" y="2979369"/>
              <a:ext cx="17883" cy="33271"/>
            </a:xfrm>
            <a:custGeom>
              <a:rect b="b" l="l" r="r" t="t"/>
              <a:pathLst>
                <a:path extrusionOk="0" h="1267" w="681">
                  <a:moveTo>
                    <a:pt x="189" y="0"/>
                  </a:moveTo>
                  <a:cubicBezTo>
                    <a:pt x="87" y="0"/>
                    <a:pt x="1" y="80"/>
                    <a:pt x="1" y="175"/>
                  </a:cubicBezTo>
                  <a:lnTo>
                    <a:pt x="1" y="711"/>
                  </a:lnTo>
                  <a:cubicBezTo>
                    <a:pt x="1" y="769"/>
                    <a:pt x="20" y="817"/>
                    <a:pt x="58" y="855"/>
                  </a:cubicBezTo>
                  <a:lnTo>
                    <a:pt x="422" y="1219"/>
                  </a:lnTo>
                  <a:cubicBezTo>
                    <a:pt x="460" y="1247"/>
                    <a:pt x="508" y="1266"/>
                    <a:pt x="556" y="1266"/>
                  </a:cubicBezTo>
                  <a:cubicBezTo>
                    <a:pt x="604" y="1266"/>
                    <a:pt x="651" y="1247"/>
                    <a:pt x="680" y="1209"/>
                  </a:cubicBezTo>
                  <a:cubicBezTo>
                    <a:pt x="642" y="1199"/>
                    <a:pt x="613" y="1180"/>
                    <a:pt x="594" y="1152"/>
                  </a:cubicBezTo>
                  <a:lnTo>
                    <a:pt x="221" y="797"/>
                  </a:lnTo>
                  <a:cubicBezTo>
                    <a:pt x="183" y="759"/>
                    <a:pt x="163" y="711"/>
                    <a:pt x="163" y="654"/>
                  </a:cubicBezTo>
                  <a:lnTo>
                    <a:pt x="163" y="118"/>
                  </a:lnTo>
                  <a:cubicBezTo>
                    <a:pt x="163" y="70"/>
                    <a:pt x="183" y="32"/>
                    <a:pt x="221" y="3"/>
                  </a:cubicBezTo>
                  <a:cubicBezTo>
                    <a:pt x="210" y="1"/>
                    <a:pt x="199" y="0"/>
                    <a:pt x="189" y="0"/>
                  </a:cubicBezTo>
                  <a:close/>
                </a:path>
              </a:pathLst>
            </a:custGeom>
            <a:solidFill>
              <a:srgbClr val="B9C7D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313" name="Google Shape;14313;p43"/>
            <p:cNvSpPr/>
            <p:nvPr/>
          </p:nvSpPr>
          <p:spPr>
            <a:xfrm>
              <a:off x="5041386" y="2920520"/>
              <a:ext cx="62341" cy="66989"/>
            </a:xfrm>
            <a:custGeom>
              <a:rect b="b" l="l" r="r" t="t"/>
              <a:pathLst>
                <a:path extrusionOk="0" h="2551" w="2374">
                  <a:moveTo>
                    <a:pt x="1641" y="0"/>
                  </a:moveTo>
                  <a:cubicBezTo>
                    <a:pt x="1629" y="0"/>
                    <a:pt x="1617" y="5"/>
                    <a:pt x="1608" y="14"/>
                  </a:cubicBezTo>
                  <a:cubicBezTo>
                    <a:pt x="1349" y="206"/>
                    <a:pt x="1053" y="349"/>
                    <a:pt x="747" y="445"/>
                  </a:cubicBezTo>
                  <a:cubicBezTo>
                    <a:pt x="651" y="464"/>
                    <a:pt x="555" y="493"/>
                    <a:pt x="459" y="512"/>
                  </a:cubicBezTo>
                  <a:cubicBezTo>
                    <a:pt x="364" y="521"/>
                    <a:pt x="268" y="541"/>
                    <a:pt x="172" y="541"/>
                  </a:cubicBezTo>
                  <a:cubicBezTo>
                    <a:pt x="77" y="550"/>
                    <a:pt x="0" y="627"/>
                    <a:pt x="0" y="722"/>
                  </a:cubicBezTo>
                  <a:lnTo>
                    <a:pt x="0" y="1478"/>
                  </a:lnTo>
                  <a:cubicBezTo>
                    <a:pt x="0" y="2072"/>
                    <a:pt x="479" y="2550"/>
                    <a:pt x="1072" y="2550"/>
                  </a:cubicBezTo>
                  <a:lnTo>
                    <a:pt x="1302" y="2550"/>
                  </a:lnTo>
                  <a:cubicBezTo>
                    <a:pt x="1895" y="2550"/>
                    <a:pt x="2373" y="2072"/>
                    <a:pt x="2373" y="1478"/>
                  </a:cubicBezTo>
                  <a:lnTo>
                    <a:pt x="2373" y="694"/>
                  </a:lnTo>
                  <a:cubicBezTo>
                    <a:pt x="2373" y="617"/>
                    <a:pt x="2326" y="550"/>
                    <a:pt x="2259" y="531"/>
                  </a:cubicBezTo>
                  <a:cubicBezTo>
                    <a:pt x="2239" y="521"/>
                    <a:pt x="2220" y="512"/>
                    <a:pt x="2201" y="502"/>
                  </a:cubicBezTo>
                  <a:cubicBezTo>
                    <a:pt x="1991" y="416"/>
                    <a:pt x="1818" y="253"/>
                    <a:pt x="1713" y="52"/>
                  </a:cubicBezTo>
                  <a:lnTo>
                    <a:pt x="1704" y="43"/>
                  </a:lnTo>
                  <a:cubicBezTo>
                    <a:pt x="1691" y="17"/>
                    <a:pt x="1665" y="0"/>
                    <a:pt x="1641" y="0"/>
                  </a:cubicBezTo>
                  <a:close/>
                </a:path>
              </a:pathLst>
            </a:custGeom>
            <a:solidFill>
              <a:srgbClr val="CBD6D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314" name="Google Shape;14314;p43"/>
            <p:cNvSpPr/>
            <p:nvPr/>
          </p:nvSpPr>
          <p:spPr>
            <a:xfrm>
              <a:off x="5041386" y="2920625"/>
              <a:ext cx="45246" cy="66884"/>
            </a:xfrm>
            <a:custGeom>
              <a:rect b="b" l="l" r="r" t="t"/>
              <a:pathLst>
                <a:path extrusionOk="0" h="2547" w="1723">
                  <a:moveTo>
                    <a:pt x="1641" y="1"/>
                  </a:moveTo>
                  <a:cubicBezTo>
                    <a:pt x="1629" y="1"/>
                    <a:pt x="1617" y="4"/>
                    <a:pt x="1608" y="10"/>
                  </a:cubicBezTo>
                  <a:cubicBezTo>
                    <a:pt x="1349" y="211"/>
                    <a:pt x="1053" y="355"/>
                    <a:pt x="747" y="441"/>
                  </a:cubicBezTo>
                  <a:cubicBezTo>
                    <a:pt x="651" y="470"/>
                    <a:pt x="555" y="489"/>
                    <a:pt x="459" y="508"/>
                  </a:cubicBezTo>
                  <a:cubicBezTo>
                    <a:pt x="364" y="527"/>
                    <a:pt x="268" y="537"/>
                    <a:pt x="172" y="546"/>
                  </a:cubicBezTo>
                  <a:cubicBezTo>
                    <a:pt x="67" y="546"/>
                    <a:pt x="0" y="632"/>
                    <a:pt x="0" y="728"/>
                  </a:cubicBezTo>
                  <a:lnTo>
                    <a:pt x="0" y="1474"/>
                  </a:lnTo>
                  <a:cubicBezTo>
                    <a:pt x="0" y="2068"/>
                    <a:pt x="479" y="2546"/>
                    <a:pt x="1072" y="2546"/>
                  </a:cubicBezTo>
                  <a:lnTo>
                    <a:pt x="1292" y="2546"/>
                  </a:lnTo>
                  <a:cubicBezTo>
                    <a:pt x="699" y="2546"/>
                    <a:pt x="220" y="2068"/>
                    <a:pt x="220" y="1474"/>
                  </a:cubicBezTo>
                  <a:lnTo>
                    <a:pt x="220" y="728"/>
                  </a:lnTo>
                  <a:cubicBezTo>
                    <a:pt x="220" y="632"/>
                    <a:pt x="287" y="546"/>
                    <a:pt x="392" y="546"/>
                  </a:cubicBezTo>
                  <a:cubicBezTo>
                    <a:pt x="488" y="537"/>
                    <a:pt x="584" y="527"/>
                    <a:pt x="680" y="508"/>
                  </a:cubicBezTo>
                  <a:cubicBezTo>
                    <a:pt x="775" y="489"/>
                    <a:pt x="871" y="470"/>
                    <a:pt x="967" y="441"/>
                  </a:cubicBezTo>
                  <a:cubicBezTo>
                    <a:pt x="1235" y="364"/>
                    <a:pt x="1493" y="240"/>
                    <a:pt x="1723" y="87"/>
                  </a:cubicBezTo>
                  <a:lnTo>
                    <a:pt x="1713" y="58"/>
                  </a:lnTo>
                  <a:lnTo>
                    <a:pt x="1704" y="39"/>
                  </a:lnTo>
                  <a:cubicBezTo>
                    <a:pt x="1691" y="13"/>
                    <a:pt x="1665" y="1"/>
                    <a:pt x="1641" y="1"/>
                  </a:cubicBezTo>
                  <a:close/>
                </a:path>
              </a:pathLst>
            </a:custGeom>
            <a:solidFill>
              <a:srgbClr val="B9C7D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315" name="Google Shape;14315;p43"/>
            <p:cNvSpPr/>
            <p:nvPr/>
          </p:nvSpPr>
          <p:spPr>
            <a:xfrm>
              <a:off x="5010714" y="3211139"/>
              <a:ext cx="125680" cy="66648"/>
            </a:xfrm>
            <a:custGeom>
              <a:rect b="b" l="l" r="r" t="t"/>
              <a:pathLst>
                <a:path extrusionOk="0" h="2538" w="4786">
                  <a:moveTo>
                    <a:pt x="1819" y="1"/>
                  </a:moveTo>
                  <a:lnTo>
                    <a:pt x="737" y="441"/>
                  </a:lnTo>
                  <a:cubicBezTo>
                    <a:pt x="623" y="479"/>
                    <a:pt x="527" y="537"/>
                    <a:pt x="441" y="604"/>
                  </a:cubicBezTo>
                  <a:lnTo>
                    <a:pt x="412" y="632"/>
                  </a:lnTo>
                  <a:lnTo>
                    <a:pt x="402" y="642"/>
                  </a:lnTo>
                  <a:lnTo>
                    <a:pt x="383" y="652"/>
                  </a:lnTo>
                  <a:lnTo>
                    <a:pt x="355" y="680"/>
                  </a:lnTo>
                  <a:cubicBezTo>
                    <a:pt x="163" y="872"/>
                    <a:pt x="29" y="1121"/>
                    <a:pt x="0" y="1398"/>
                  </a:cubicBezTo>
                  <a:lnTo>
                    <a:pt x="0" y="1446"/>
                  </a:lnTo>
                  <a:lnTo>
                    <a:pt x="0" y="1475"/>
                  </a:lnTo>
                  <a:lnTo>
                    <a:pt x="0" y="1503"/>
                  </a:lnTo>
                  <a:lnTo>
                    <a:pt x="0" y="1532"/>
                  </a:lnTo>
                  <a:lnTo>
                    <a:pt x="0" y="1542"/>
                  </a:lnTo>
                  <a:lnTo>
                    <a:pt x="0" y="1599"/>
                  </a:lnTo>
                  <a:lnTo>
                    <a:pt x="0" y="1771"/>
                  </a:lnTo>
                  <a:lnTo>
                    <a:pt x="0" y="2307"/>
                  </a:lnTo>
                  <a:cubicBezTo>
                    <a:pt x="0" y="2436"/>
                    <a:pt x="115" y="2538"/>
                    <a:pt x="242" y="2538"/>
                  </a:cubicBezTo>
                  <a:cubicBezTo>
                    <a:pt x="248" y="2538"/>
                    <a:pt x="253" y="2537"/>
                    <a:pt x="259" y="2537"/>
                  </a:cubicBezTo>
                  <a:lnTo>
                    <a:pt x="4518" y="2537"/>
                  </a:lnTo>
                  <a:cubicBezTo>
                    <a:pt x="4524" y="2537"/>
                    <a:pt x="4530" y="2538"/>
                    <a:pt x="4536" y="2538"/>
                  </a:cubicBezTo>
                  <a:cubicBezTo>
                    <a:pt x="4671" y="2538"/>
                    <a:pt x="4776" y="2436"/>
                    <a:pt x="4786" y="2307"/>
                  </a:cubicBezTo>
                  <a:lnTo>
                    <a:pt x="4786" y="1771"/>
                  </a:lnTo>
                  <a:lnTo>
                    <a:pt x="4786" y="1590"/>
                  </a:lnTo>
                  <a:lnTo>
                    <a:pt x="4747" y="1590"/>
                  </a:lnTo>
                  <a:lnTo>
                    <a:pt x="4747" y="1532"/>
                  </a:lnTo>
                  <a:lnTo>
                    <a:pt x="4747" y="1523"/>
                  </a:lnTo>
                  <a:lnTo>
                    <a:pt x="4747" y="1494"/>
                  </a:lnTo>
                  <a:lnTo>
                    <a:pt x="4747" y="1456"/>
                  </a:lnTo>
                  <a:lnTo>
                    <a:pt x="4747" y="1446"/>
                  </a:lnTo>
                  <a:lnTo>
                    <a:pt x="4747" y="1398"/>
                  </a:lnTo>
                  <a:cubicBezTo>
                    <a:pt x="4719" y="1121"/>
                    <a:pt x="4585" y="872"/>
                    <a:pt x="4393" y="680"/>
                  </a:cubicBezTo>
                  <a:lnTo>
                    <a:pt x="4365" y="652"/>
                  </a:lnTo>
                  <a:lnTo>
                    <a:pt x="4355" y="642"/>
                  </a:lnTo>
                  <a:lnTo>
                    <a:pt x="4336" y="632"/>
                  </a:lnTo>
                  <a:lnTo>
                    <a:pt x="4307" y="604"/>
                  </a:lnTo>
                  <a:cubicBezTo>
                    <a:pt x="4221" y="537"/>
                    <a:pt x="4125" y="479"/>
                    <a:pt x="4020" y="441"/>
                  </a:cubicBezTo>
                  <a:lnTo>
                    <a:pt x="2929" y="1"/>
                  </a:lnTo>
                  <a:lnTo>
                    <a:pt x="2651" y="288"/>
                  </a:lnTo>
                  <a:lnTo>
                    <a:pt x="2374" y="556"/>
                  </a:lnTo>
                  <a:lnTo>
                    <a:pt x="2096" y="288"/>
                  </a:lnTo>
                  <a:lnTo>
                    <a:pt x="1819" y="1"/>
                  </a:lnTo>
                  <a:close/>
                </a:path>
              </a:pathLst>
            </a:custGeom>
            <a:solidFill>
              <a:srgbClr val="8192A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316" name="Google Shape;14316;p43"/>
            <p:cNvSpPr/>
            <p:nvPr/>
          </p:nvSpPr>
          <p:spPr>
            <a:xfrm>
              <a:off x="5009217" y="3211402"/>
              <a:ext cx="51286" cy="65939"/>
            </a:xfrm>
            <a:custGeom>
              <a:rect b="b" l="l" r="r" t="t"/>
              <a:pathLst>
                <a:path extrusionOk="0" h="2511" w="1953">
                  <a:moveTo>
                    <a:pt x="1857" y="0"/>
                  </a:moveTo>
                  <a:lnTo>
                    <a:pt x="775" y="422"/>
                  </a:lnTo>
                  <a:cubicBezTo>
                    <a:pt x="306" y="613"/>
                    <a:pt x="0" y="1072"/>
                    <a:pt x="29" y="1580"/>
                  </a:cubicBezTo>
                  <a:lnTo>
                    <a:pt x="29" y="2288"/>
                  </a:lnTo>
                  <a:cubicBezTo>
                    <a:pt x="29" y="2411"/>
                    <a:pt x="134" y="2510"/>
                    <a:pt x="255" y="2510"/>
                  </a:cubicBezTo>
                  <a:cubicBezTo>
                    <a:pt x="266" y="2510"/>
                    <a:pt x="277" y="2509"/>
                    <a:pt x="287" y="2508"/>
                  </a:cubicBezTo>
                  <a:lnTo>
                    <a:pt x="345" y="2508"/>
                  </a:lnTo>
                  <a:lnTo>
                    <a:pt x="345" y="1580"/>
                  </a:lnTo>
                  <a:cubicBezTo>
                    <a:pt x="325" y="1072"/>
                    <a:pt x="622" y="613"/>
                    <a:pt x="1091" y="422"/>
                  </a:cubicBezTo>
                  <a:lnTo>
                    <a:pt x="1952" y="87"/>
                  </a:lnTo>
                  <a:lnTo>
                    <a:pt x="1857" y="0"/>
                  </a:lnTo>
                  <a:close/>
                </a:path>
              </a:pathLst>
            </a:custGeom>
            <a:solidFill>
              <a:srgbClr val="657A8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317" name="Google Shape;14317;p43"/>
            <p:cNvSpPr/>
            <p:nvPr/>
          </p:nvSpPr>
          <p:spPr>
            <a:xfrm>
              <a:off x="5032825" y="3106861"/>
              <a:ext cx="79436" cy="56301"/>
            </a:xfrm>
            <a:custGeom>
              <a:rect b="b" l="l" r="r" t="t"/>
              <a:pathLst>
                <a:path extrusionOk="0" h="2144" w="3025">
                  <a:moveTo>
                    <a:pt x="2661" y="1847"/>
                  </a:moveTo>
                  <a:lnTo>
                    <a:pt x="2652" y="1857"/>
                  </a:lnTo>
                  <a:lnTo>
                    <a:pt x="2623" y="1876"/>
                  </a:lnTo>
                  <a:lnTo>
                    <a:pt x="2623" y="1876"/>
                  </a:lnTo>
                  <a:lnTo>
                    <a:pt x="2661" y="1847"/>
                  </a:lnTo>
                  <a:close/>
                  <a:moveTo>
                    <a:pt x="1455" y="0"/>
                  </a:moveTo>
                  <a:cubicBezTo>
                    <a:pt x="651" y="0"/>
                    <a:pt x="1" y="651"/>
                    <a:pt x="1" y="1455"/>
                  </a:cubicBezTo>
                  <a:lnTo>
                    <a:pt x="1" y="2144"/>
                  </a:lnTo>
                  <a:cubicBezTo>
                    <a:pt x="1" y="2144"/>
                    <a:pt x="326" y="2106"/>
                    <a:pt x="364" y="1943"/>
                  </a:cubicBezTo>
                  <a:cubicBezTo>
                    <a:pt x="383" y="1933"/>
                    <a:pt x="393" y="1914"/>
                    <a:pt x="403" y="1895"/>
                  </a:cubicBezTo>
                  <a:cubicBezTo>
                    <a:pt x="584" y="1895"/>
                    <a:pt x="1465" y="1886"/>
                    <a:pt x="1972" y="1273"/>
                  </a:cubicBezTo>
                  <a:cubicBezTo>
                    <a:pt x="2077" y="1570"/>
                    <a:pt x="2317" y="1799"/>
                    <a:pt x="2623" y="1886"/>
                  </a:cubicBezTo>
                  <a:cubicBezTo>
                    <a:pt x="2632" y="1905"/>
                    <a:pt x="2642" y="1924"/>
                    <a:pt x="2652" y="1943"/>
                  </a:cubicBezTo>
                  <a:cubicBezTo>
                    <a:pt x="2699" y="2106"/>
                    <a:pt x="3025" y="2134"/>
                    <a:pt x="3025" y="2134"/>
                  </a:cubicBezTo>
                  <a:lnTo>
                    <a:pt x="3025" y="1455"/>
                  </a:lnTo>
                  <a:cubicBezTo>
                    <a:pt x="3025" y="651"/>
                    <a:pt x="2374" y="0"/>
                    <a:pt x="1570" y="0"/>
                  </a:cubicBez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318" name="Google Shape;14318;p43"/>
            <p:cNvSpPr/>
            <p:nvPr/>
          </p:nvSpPr>
          <p:spPr>
            <a:xfrm>
              <a:off x="5032825" y="3106861"/>
              <a:ext cx="43014" cy="56301"/>
            </a:xfrm>
            <a:custGeom>
              <a:rect b="b" l="l" r="r" t="t"/>
              <a:pathLst>
                <a:path extrusionOk="0" h="2144" w="1638">
                  <a:moveTo>
                    <a:pt x="1455" y="0"/>
                  </a:moveTo>
                  <a:cubicBezTo>
                    <a:pt x="651" y="0"/>
                    <a:pt x="1" y="651"/>
                    <a:pt x="1" y="1455"/>
                  </a:cubicBezTo>
                  <a:lnTo>
                    <a:pt x="1" y="2144"/>
                  </a:lnTo>
                  <a:cubicBezTo>
                    <a:pt x="87" y="2134"/>
                    <a:pt x="173" y="2106"/>
                    <a:pt x="249" y="2067"/>
                  </a:cubicBezTo>
                  <a:lnTo>
                    <a:pt x="249" y="1828"/>
                  </a:lnTo>
                  <a:lnTo>
                    <a:pt x="259" y="1838"/>
                  </a:lnTo>
                  <a:lnTo>
                    <a:pt x="259" y="1455"/>
                  </a:lnTo>
                  <a:cubicBezTo>
                    <a:pt x="259" y="680"/>
                    <a:pt x="862" y="38"/>
                    <a:pt x="1637" y="0"/>
                  </a:cubicBez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319" name="Google Shape;14319;p43"/>
            <p:cNvSpPr/>
            <p:nvPr/>
          </p:nvSpPr>
          <p:spPr>
            <a:xfrm>
              <a:off x="5101442" y="3157385"/>
              <a:ext cx="17358" cy="23345"/>
            </a:xfrm>
            <a:custGeom>
              <a:rect b="b" l="l" r="r" t="t"/>
              <a:pathLst>
                <a:path extrusionOk="0" h="889" w="661">
                  <a:moveTo>
                    <a:pt x="183" y="0"/>
                  </a:moveTo>
                  <a:cubicBezTo>
                    <a:pt x="87" y="0"/>
                    <a:pt x="0" y="78"/>
                    <a:pt x="0" y="182"/>
                  </a:cubicBezTo>
                  <a:lnTo>
                    <a:pt x="0" y="708"/>
                  </a:lnTo>
                  <a:cubicBezTo>
                    <a:pt x="0" y="805"/>
                    <a:pt x="90" y="889"/>
                    <a:pt x="187" y="889"/>
                  </a:cubicBezTo>
                  <a:cubicBezTo>
                    <a:pt x="204" y="889"/>
                    <a:pt x="222" y="886"/>
                    <a:pt x="240" y="880"/>
                  </a:cubicBezTo>
                  <a:cubicBezTo>
                    <a:pt x="278" y="871"/>
                    <a:pt x="307" y="852"/>
                    <a:pt x="345" y="832"/>
                  </a:cubicBezTo>
                  <a:cubicBezTo>
                    <a:pt x="374" y="804"/>
                    <a:pt x="412" y="775"/>
                    <a:pt x="450" y="746"/>
                  </a:cubicBezTo>
                  <a:cubicBezTo>
                    <a:pt x="661" y="497"/>
                    <a:pt x="555" y="105"/>
                    <a:pt x="240" y="9"/>
                  </a:cubicBezTo>
                  <a:cubicBezTo>
                    <a:pt x="221" y="3"/>
                    <a:pt x="202" y="0"/>
                    <a:pt x="183" y="0"/>
                  </a:cubicBezTo>
                  <a:close/>
                </a:path>
              </a:pathLst>
            </a:custGeom>
            <a:solidFill>
              <a:srgbClr val="CBD6D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320" name="Google Shape;14320;p43"/>
            <p:cNvSpPr/>
            <p:nvPr/>
          </p:nvSpPr>
          <p:spPr>
            <a:xfrm>
              <a:off x="5026286" y="3157359"/>
              <a:ext cx="17620" cy="23371"/>
            </a:xfrm>
            <a:custGeom>
              <a:rect b="b" l="l" r="r" t="t"/>
              <a:pathLst>
                <a:path extrusionOk="0" h="890" w="671">
                  <a:moveTo>
                    <a:pt x="484" y="1"/>
                  </a:moveTo>
                  <a:cubicBezTo>
                    <a:pt x="466" y="1"/>
                    <a:pt x="447" y="4"/>
                    <a:pt x="431" y="10"/>
                  </a:cubicBezTo>
                  <a:cubicBezTo>
                    <a:pt x="1" y="144"/>
                    <a:pt x="1" y="747"/>
                    <a:pt x="431" y="881"/>
                  </a:cubicBezTo>
                  <a:cubicBezTo>
                    <a:pt x="449" y="887"/>
                    <a:pt x="467" y="890"/>
                    <a:pt x="484" y="890"/>
                  </a:cubicBezTo>
                  <a:cubicBezTo>
                    <a:pt x="581" y="890"/>
                    <a:pt x="671" y="805"/>
                    <a:pt x="671" y="699"/>
                  </a:cubicBezTo>
                  <a:lnTo>
                    <a:pt x="671" y="183"/>
                  </a:lnTo>
                  <a:cubicBezTo>
                    <a:pt x="661" y="125"/>
                    <a:pt x="632" y="68"/>
                    <a:pt x="594" y="39"/>
                  </a:cubicBezTo>
                  <a:cubicBezTo>
                    <a:pt x="562" y="14"/>
                    <a:pt x="522" y="1"/>
                    <a:pt x="484" y="1"/>
                  </a:cubicBezTo>
                  <a:close/>
                </a:path>
              </a:pathLst>
            </a:custGeom>
            <a:solidFill>
              <a:srgbClr val="B9C7D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321" name="Google Shape;14321;p43"/>
            <p:cNvSpPr/>
            <p:nvPr/>
          </p:nvSpPr>
          <p:spPr>
            <a:xfrm>
              <a:off x="5057956" y="3198272"/>
              <a:ext cx="29175" cy="33271"/>
            </a:xfrm>
            <a:custGeom>
              <a:rect b="b" l="l" r="r" t="t"/>
              <a:pathLst>
                <a:path extrusionOk="0" h="1267" w="1111">
                  <a:moveTo>
                    <a:pt x="198" y="0"/>
                  </a:moveTo>
                  <a:cubicBezTo>
                    <a:pt x="95" y="0"/>
                    <a:pt x="1" y="81"/>
                    <a:pt x="1" y="185"/>
                  </a:cubicBezTo>
                  <a:lnTo>
                    <a:pt x="1" y="721"/>
                  </a:lnTo>
                  <a:cubicBezTo>
                    <a:pt x="1" y="768"/>
                    <a:pt x="20" y="826"/>
                    <a:pt x="58" y="864"/>
                  </a:cubicBezTo>
                  <a:lnTo>
                    <a:pt x="422" y="1218"/>
                  </a:lnTo>
                  <a:cubicBezTo>
                    <a:pt x="460" y="1247"/>
                    <a:pt x="508" y="1266"/>
                    <a:pt x="556" y="1266"/>
                  </a:cubicBezTo>
                  <a:cubicBezTo>
                    <a:pt x="604" y="1266"/>
                    <a:pt x="651" y="1247"/>
                    <a:pt x="680" y="1218"/>
                  </a:cubicBezTo>
                  <a:lnTo>
                    <a:pt x="1063" y="816"/>
                  </a:lnTo>
                  <a:cubicBezTo>
                    <a:pt x="1092" y="788"/>
                    <a:pt x="1111" y="740"/>
                    <a:pt x="1111" y="692"/>
                  </a:cubicBezTo>
                  <a:lnTo>
                    <a:pt x="1111" y="194"/>
                  </a:lnTo>
                  <a:cubicBezTo>
                    <a:pt x="1111" y="137"/>
                    <a:pt x="1092" y="89"/>
                    <a:pt x="1063" y="60"/>
                  </a:cubicBezTo>
                  <a:cubicBezTo>
                    <a:pt x="1025" y="22"/>
                    <a:pt x="977" y="3"/>
                    <a:pt x="919" y="3"/>
                  </a:cubicBezTo>
                  <a:lnTo>
                    <a:pt x="881" y="3"/>
                  </a:lnTo>
                  <a:cubicBezTo>
                    <a:pt x="814" y="22"/>
                    <a:pt x="738" y="31"/>
                    <a:pt x="671" y="31"/>
                  </a:cubicBezTo>
                  <a:lnTo>
                    <a:pt x="450" y="31"/>
                  </a:lnTo>
                  <a:cubicBezTo>
                    <a:pt x="374" y="31"/>
                    <a:pt x="297" y="22"/>
                    <a:pt x="230" y="3"/>
                  </a:cubicBezTo>
                  <a:cubicBezTo>
                    <a:pt x="220" y="1"/>
                    <a:pt x="209" y="0"/>
                    <a:pt x="198" y="0"/>
                  </a:cubicBezTo>
                  <a:close/>
                </a:path>
              </a:pathLst>
            </a:custGeom>
            <a:solidFill>
              <a:srgbClr val="CBD6D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322" name="Google Shape;14322;p43"/>
            <p:cNvSpPr/>
            <p:nvPr/>
          </p:nvSpPr>
          <p:spPr>
            <a:xfrm>
              <a:off x="5057956" y="3198508"/>
              <a:ext cx="17883" cy="33350"/>
            </a:xfrm>
            <a:custGeom>
              <a:rect b="b" l="l" r="r" t="t"/>
              <a:pathLst>
                <a:path extrusionOk="0" h="1270" w="681">
                  <a:moveTo>
                    <a:pt x="189" y="1"/>
                  </a:moveTo>
                  <a:cubicBezTo>
                    <a:pt x="87" y="1"/>
                    <a:pt x="1" y="81"/>
                    <a:pt x="1" y="185"/>
                  </a:cubicBezTo>
                  <a:lnTo>
                    <a:pt x="1" y="721"/>
                  </a:lnTo>
                  <a:cubicBezTo>
                    <a:pt x="1" y="769"/>
                    <a:pt x="20" y="826"/>
                    <a:pt x="58" y="865"/>
                  </a:cubicBezTo>
                  <a:lnTo>
                    <a:pt x="422" y="1219"/>
                  </a:lnTo>
                  <a:cubicBezTo>
                    <a:pt x="453" y="1250"/>
                    <a:pt x="492" y="1269"/>
                    <a:pt x="531" y="1269"/>
                  </a:cubicBezTo>
                  <a:cubicBezTo>
                    <a:pt x="539" y="1269"/>
                    <a:pt x="548" y="1268"/>
                    <a:pt x="556" y="1267"/>
                  </a:cubicBezTo>
                  <a:cubicBezTo>
                    <a:pt x="604" y="1267"/>
                    <a:pt x="651" y="1247"/>
                    <a:pt x="680" y="1219"/>
                  </a:cubicBezTo>
                  <a:cubicBezTo>
                    <a:pt x="642" y="1209"/>
                    <a:pt x="613" y="1190"/>
                    <a:pt x="594" y="1161"/>
                  </a:cubicBezTo>
                  <a:lnTo>
                    <a:pt x="221" y="798"/>
                  </a:lnTo>
                  <a:cubicBezTo>
                    <a:pt x="183" y="759"/>
                    <a:pt x="163" y="712"/>
                    <a:pt x="163" y="664"/>
                  </a:cubicBezTo>
                  <a:lnTo>
                    <a:pt x="163" y="128"/>
                  </a:lnTo>
                  <a:cubicBezTo>
                    <a:pt x="163" y="80"/>
                    <a:pt x="183" y="42"/>
                    <a:pt x="221" y="3"/>
                  </a:cubicBezTo>
                  <a:cubicBezTo>
                    <a:pt x="210" y="2"/>
                    <a:pt x="199" y="1"/>
                    <a:pt x="189" y="1"/>
                  </a:cubicBezTo>
                  <a:close/>
                </a:path>
              </a:pathLst>
            </a:custGeom>
            <a:solidFill>
              <a:srgbClr val="B9C7D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323" name="Google Shape;14323;p43"/>
            <p:cNvSpPr/>
            <p:nvPr/>
          </p:nvSpPr>
          <p:spPr>
            <a:xfrm>
              <a:off x="5041386" y="3139844"/>
              <a:ext cx="62341" cy="66805"/>
            </a:xfrm>
            <a:custGeom>
              <a:rect b="b" l="l" r="r" t="t"/>
              <a:pathLst>
                <a:path extrusionOk="0" h="2544" w="2374">
                  <a:moveTo>
                    <a:pt x="1648" y="0"/>
                  </a:moveTo>
                  <a:cubicBezTo>
                    <a:pt x="1633" y="0"/>
                    <a:pt x="1619" y="6"/>
                    <a:pt x="1608" y="17"/>
                  </a:cubicBezTo>
                  <a:cubicBezTo>
                    <a:pt x="1349" y="208"/>
                    <a:pt x="1053" y="352"/>
                    <a:pt x="747" y="438"/>
                  </a:cubicBezTo>
                  <a:cubicBezTo>
                    <a:pt x="651" y="467"/>
                    <a:pt x="555" y="486"/>
                    <a:pt x="459" y="505"/>
                  </a:cubicBezTo>
                  <a:cubicBezTo>
                    <a:pt x="364" y="524"/>
                    <a:pt x="268" y="534"/>
                    <a:pt x="172" y="543"/>
                  </a:cubicBezTo>
                  <a:cubicBezTo>
                    <a:pt x="77" y="543"/>
                    <a:pt x="0" y="630"/>
                    <a:pt x="0" y="725"/>
                  </a:cubicBezTo>
                  <a:lnTo>
                    <a:pt x="0" y="1472"/>
                  </a:lnTo>
                  <a:cubicBezTo>
                    <a:pt x="0" y="2065"/>
                    <a:pt x="479" y="2544"/>
                    <a:pt x="1072" y="2544"/>
                  </a:cubicBezTo>
                  <a:lnTo>
                    <a:pt x="1302" y="2544"/>
                  </a:lnTo>
                  <a:cubicBezTo>
                    <a:pt x="1895" y="2544"/>
                    <a:pt x="2373" y="2065"/>
                    <a:pt x="2373" y="1472"/>
                  </a:cubicBezTo>
                  <a:lnTo>
                    <a:pt x="2373" y="697"/>
                  </a:lnTo>
                  <a:cubicBezTo>
                    <a:pt x="2373" y="620"/>
                    <a:pt x="2326" y="553"/>
                    <a:pt x="2259" y="524"/>
                  </a:cubicBezTo>
                  <a:cubicBezTo>
                    <a:pt x="2239" y="515"/>
                    <a:pt x="2220" y="505"/>
                    <a:pt x="2201" y="496"/>
                  </a:cubicBezTo>
                  <a:cubicBezTo>
                    <a:pt x="1991" y="409"/>
                    <a:pt x="1818" y="256"/>
                    <a:pt x="1713" y="55"/>
                  </a:cubicBezTo>
                  <a:lnTo>
                    <a:pt x="1704" y="36"/>
                  </a:lnTo>
                  <a:cubicBezTo>
                    <a:pt x="1692" y="13"/>
                    <a:pt x="1670" y="0"/>
                    <a:pt x="1648" y="0"/>
                  </a:cubicBezTo>
                  <a:close/>
                </a:path>
              </a:pathLst>
            </a:custGeom>
            <a:solidFill>
              <a:srgbClr val="CBD6D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324" name="Google Shape;14324;p43"/>
            <p:cNvSpPr/>
            <p:nvPr/>
          </p:nvSpPr>
          <p:spPr>
            <a:xfrm>
              <a:off x="5041386" y="3139844"/>
              <a:ext cx="45246" cy="67068"/>
            </a:xfrm>
            <a:custGeom>
              <a:rect b="b" l="l" r="r" t="t"/>
              <a:pathLst>
                <a:path extrusionOk="0" h="2554" w="1723">
                  <a:moveTo>
                    <a:pt x="1648" y="0"/>
                  </a:moveTo>
                  <a:cubicBezTo>
                    <a:pt x="1633" y="0"/>
                    <a:pt x="1619" y="6"/>
                    <a:pt x="1608" y="17"/>
                  </a:cubicBezTo>
                  <a:cubicBezTo>
                    <a:pt x="1349" y="208"/>
                    <a:pt x="1053" y="352"/>
                    <a:pt x="747" y="438"/>
                  </a:cubicBezTo>
                  <a:cubicBezTo>
                    <a:pt x="651" y="467"/>
                    <a:pt x="555" y="486"/>
                    <a:pt x="459" y="505"/>
                  </a:cubicBezTo>
                  <a:cubicBezTo>
                    <a:pt x="364" y="524"/>
                    <a:pt x="268" y="534"/>
                    <a:pt x="172" y="543"/>
                  </a:cubicBezTo>
                  <a:cubicBezTo>
                    <a:pt x="67" y="553"/>
                    <a:pt x="0" y="630"/>
                    <a:pt x="0" y="725"/>
                  </a:cubicBezTo>
                  <a:lnTo>
                    <a:pt x="0" y="1472"/>
                  </a:lnTo>
                  <a:cubicBezTo>
                    <a:pt x="0" y="2065"/>
                    <a:pt x="479" y="2553"/>
                    <a:pt x="1072" y="2553"/>
                  </a:cubicBezTo>
                  <a:lnTo>
                    <a:pt x="1292" y="2553"/>
                  </a:lnTo>
                  <a:cubicBezTo>
                    <a:pt x="699" y="2553"/>
                    <a:pt x="220" y="2065"/>
                    <a:pt x="220" y="1472"/>
                  </a:cubicBezTo>
                  <a:lnTo>
                    <a:pt x="220" y="725"/>
                  </a:lnTo>
                  <a:cubicBezTo>
                    <a:pt x="220" y="630"/>
                    <a:pt x="287" y="553"/>
                    <a:pt x="392" y="543"/>
                  </a:cubicBezTo>
                  <a:cubicBezTo>
                    <a:pt x="488" y="534"/>
                    <a:pt x="584" y="524"/>
                    <a:pt x="680" y="505"/>
                  </a:cubicBezTo>
                  <a:cubicBezTo>
                    <a:pt x="775" y="486"/>
                    <a:pt x="871" y="467"/>
                    <a:pt x="967" y="438"/>
                  </a:cubicBezTo>
                  <a:cubicBezTo>
                    <a:pt x="1235" y="362"/>
                    <a:pt x="1493" y="247"/>
                    <a:pt x="1723" y="84"/>
                  </a:cubicBezTo>
                  <a:lnTo>
                    <a:pt x="1713" y="55"/>
                  </a:lnTo>
                  <a:lnTo>
                    <a:pt x="1704" y="36"/>
                  </a:lnTo>
                  <a:cubicBezTo>
                    <a:pt x="1692" y="13"/>
                    <a:pt x="1670" y="0"/>
                    <a:pt x="1648" y="0"/>
                  </a:cubicBezTo>
                  <a:close/>
                </a:path>
              </a:pathLst>
            </a:custGeom>
            <a:solidFill>
              <a:srgbClr val="B9C7D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14325" name="Google Shape;14325;p43"/>
          <p:cNvSpPr/>
          <p:nvPr/>
        </p:nvSpPr>
        <p:spPr>
          <a:xfrm>
            <a:off x="5911170" y="2735295"/>
            <a:ext cx="50288" cy="25157"/>
          </a:xfrm>
          <a:custGeom>
            <a:rect b="b" l="l" r="r" t="t"/>
            <a:pathLst>
              <a:path extrusionOk="0" h="958" w="1915">
                <a:moveTo>
                  <a:pt x="719" y="1"/>
                </a:moveTo>
                <a:cubicBezTo>
                  <a:pt x="326" y="1"/>
                  <a:pt x="1" y="317"/>
                  <a:pt x="1" y="719"/>
                </a:cubicBezTo>
                <a:cubicBezTo>
                  <a:pt x="1" y="719"/>
                  <a:pt x="719" y="958"/>
                  <a:pt x="1915" y="958"/>
                </a:cubicBezTo>
                <a:lnTo>
                  <a:pt x="1915" y="719"/>
                </a:lnTo>
                <a:cubicBezTo>
                  <a:pt x="1915" y="317"/>
                  <a:pt x="1590" y="1"/>
                  <a:pt x="1197" y="1"/>
                </a:cubicBez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326" name="Google Shape;14326;p43"/>
          <p:cNvSpPr/>
          <p:nvPr/>
        </p:nvSpPr>
        <p:spPr>
          <a:xfrm>
            <a:off x="5911170" y="2735295"/>
            <a:ext cx="34716" cy="22899"/>
          </a:xfrm>
          <a:custGeom>
            <a:rect b="b" l="l" r="r" t="t"/>
            <a:pathLst>
              <a:path extrusionOk="0" h="872" w="1322">
                <a:moveTo>
                  <a:pt x="719" y="1"/>
                </a:moveTo>
                <a:cubicBezTo>
                  <a:pt x="326" y="1"/>
                  <a:pt x="1" y="317"/>
                  <a:pt x="1" y="719"/>
                </a:cubicBezTo>
                <a:cubicBezTo>
                  <a:pt x="240" y="786"/>
                  <a:pt x="479" y="834"/>
                  <a:pt x="719" y="872"/>
                </a:cubicBezTo>
                <a:lnTo>
                  <a:pt x="719" y="719"/>
                </a:lnTo>
                <a:cubicBezTo>
                  <a:pt x="719" y="365"/>
                  <a:pt x="967" y="68"/>
                  <a:pt x="1322" y="11"/>
                </a:cubicBezTo>
                <a:cubicBezTo>
                  <a:pt x="1274" y="1"/>
                  <a:pt x="1235" y="1"/>
                  <a:pt x="1197" y="1"/>
                </a:cubicBez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327" name="Google Shape;14327;p43"/>
          <p:cNvSpPr/>
          <p:nvPr/>
        </p:nvSpPr>
        <p:spPr>
          <a:xfrm>
            <a:off x="5798094" y="2992906"/>
            <a:ext cx="28177" cy="75681"/>
          </a:xfrm>
          <a:custGeom>
            <a:rect b="b" l="l" r="r" t="t"/>
            <a:pathLst>
              <a:path extrusionOk="0" h="2882" w="1073">
                <a:moveTo>
                  <a:pt x="718" y="0"/>
                </a:moveTo>
                <a:cubicBezTo>
                  <a:pt x="316" y="0"/>
                  <a:pt x="0" y="326"/>
                  <a:pt x="0" y="718"/>
                </a:cubicBezTo>
                <a:lnTo>
                  <a:pt x="0" y="1513"/>
                </a:lnTo>
                <a:cubicBezTo>
                  <a:pt x="10" y="1752"/>
                  <a:pt x="96" y="1972"/>
                  <a:pt x="239" y="2163"/>
                </a:cubicBezTo>
                <a:cubicBezTo>
                  <a:pt x="393" y="2336"/>
                  <a:pt x="479" y="2565"/>
                  <a:pt x="479" y="2805"/>
                </a:cubicBezTo>
                <a:lnTo>
                  <a:pt x="479" y="2881"/>
                </a:lnTo>
                <a:lnTo>
                  <a:pt x="957" y="2881"/>
                </a:lnTo>
                <a:lnTo>
                  <a:pt x="957" y="2805"/>
                </a:lnTo>
                <a:cubicBezTo>
                  <a:pt x="957" y="2584"/>
                  <a:pt x="919" y="2364"/>
                  <a:pt x="833" y="2163"/>
                </a:cubicBezTo>
                <a:cubicBezTo>
                  <a:pt x="756" y="1953"/>
                  <a:pt x="718" y="1733"/>
                  <a:pt x="718" y="1513"/>
                </a:cubicBezTo>
                <a:lnTo>
                  <a:pt x="718" y="718"/>
                </a:lnTo>
                <a:cubicBezTo>
                  <a:pt x="718" y="326"/>
                  <a:pt x="881" y="0"/>
                  <a:pt x="1072" y="0"/>
                </a:cubicBezTo>
                <a:close/>
              </a:path>
            </a:pathLst>
          </a:custGeom>
          <a:solidFill>
            <a:srgbClr val="ACBDC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328" name="Google Shape;14328;p43"/>
          <p:cNvSpPr/>
          <p:nvPr/>
        </p:nvSpPr>
        <p:spPr>
          <a:xfrm>
            <a:off x="5797831" y="2993168"/>
            <a:ext cx="28440" cy="56065"/>
          </a:xfrm>
          <a:custGeom>
            <a:rect b="b" l="l" r="r" t="t"/>
            <a:pathLst>
              <a:path extrusionOk="0" h="2135" w="1083">
                <a:moveTo>
                  <a:pt x="718" y="0"/>
                </a:moveTo>
                <a:cubicBezTo>
                  <a:pt x="326" y="0"/>
                  <a:pt x="1" y="316"/>
                  <a:pt x="1" y="718"/>
                </a:cubicBezTo>
                <a:lnTo>
                  <a:pt x="1" y="1196"/>
                </a:lnTo>
                <a:cubicBezTo>
                  <a:pt x="1" y="1675"/>
                  <a:pt x="364" y="2077"/>
                  <a:pt x="843" y="2134"/>
                </a:cubicBezTo>
                <a:cubicBezTo>
                  <a:pt x="766" y="1933"/>
                  <a:pt x="728" y="1723"/>
                  <a:pt x="718" y="1503"/>
                </a:cubicBezTo>
                <a:lnTo>
                  <a:pt x="718" y="718"/>
                </a:lnTo>
                <a:cubicBezTo>
                  <a:pt x="718" y="316"/>
                  <a:pt x="881" y="0"/>
                  <a:pt x="1082" y="0"/>
                </a:cubicBez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329" name="Google Shape;14329;p43"/>
          <p:cNvSpPr/>
          <p:nvPr/>
        </p:nvSpPr>
        <p:spPr>
          <a:xfrm>
            <a:off x="5779239" y="3076596"/>
            <a:ext cx="18881" cy="48528"/>
          </a:xfrm>
          <a:custGeom>
            <a:rect b="b" l="l" r="r" t="t"/>
            <a:pathLst>
              <a:path extrusionOk="0" h="1848" w="719">
                <a:moveTo>
                  <a:pt x="134" y="0"/>
                </a:moveTo>
                <a:cubicBezTo>
                  <a:pt x="48" y="125"/>
                  <a:pt x="0" y="268"/>
                  <a:pt x="0" y="421"/>
                </a:cubicBezTo>
                <a:lnTo>
                  <a:pt x="0" y="1608"/>
                </a:lnTo>
                <a:cubicBezTo>
                  <a:pt x="0" y="1742"/>
                  <a:pt x="106" y="1847"/>
                  <a:pt x="240" y="1847"/>
                </a:cubicBezTo>
                <a:lnTo>
                  <a:pt x="718" y="1847"/>
                </a:lnTo>
                <a:lnTo>
                  <a:pt x="718" y="670"/>
                </a:lnTo>
                <a:cubicBezTo>
                  <a:pt x="718" y="517"/>
                  <a:pt x="642" y="374"/>
                  <a:pt x="527" y="287"/>
                </a:cubicBezTo>
                <a:lnTo>
                  <a:pt x="134" y="0"/>
                </a:lnTo>
                <a:close/>
              </a:path>
            </a:pathLst>
          </a:custGeom>
          <a:solidFill>
            <a:srgbClr val="76899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nvGrpSpPr>
          <p:cNvPr id="14330" name="Google Shape;14330;p43"/>
          <p:cNvGrpSpPr/>
          <p:nvPr/>
        </p:nvGrpSpPr>
        <p:grpSpPr>
          <a:xfrm>
            <a:off x="5779239" y="2735295"/>
            <a:ext cx="314412" cy="389830"/>
            <a:chOff x="5779239" y="2887695"/>
            <a:chExt cx="314412" cy="389830"/>
          </a:xfrm>
        </p:grpSpPr>
        <p:sp>
          <p:nvSpPr>
            <p:cNvPr id="14331" name="Google Shape;14331;p43"/>
            <p:cNvSpPr/>
            <p:nvPr/>
          </p:nvSpPr>
          <p:spPr>
            <a:xfrm>
              <a:off x="5898617" y="2937957"/>
              <a:ext cx="75419" cy="62866"/>
            </a:xfrm>
            <a:custGeom>
              <a:rect b="b" l="l" r="r" t="t"/>
              <a:pathLst>
                <a:path extrusionOk="0" h="2394" w="2872">
                  <a:moveTo>
                    <a:pt x="957" y="1"/>
                  </a:moveTo>
                  <a:lnTo>
                    <a:pt x="957" y="480"/>
                  </a:lnTo>
                  <a:cubicBezTo>
                    <a:pt x="957" y="566"/>
                    <a:pt x="910" y="652"/>
                    <a:pt x="823" y="690"/>
                  </a:cubicBezTo>
                  <a:lnTo>
                    <a:pt x="268" y="977"/>
                  </a:lnTo>
                  <a:cubicBezTo>
                    <a:pt x="106" y="1054"/>
                    <a:pt x="0" y="1216"/>
                    <a:pt x="0" y="1398"/>
                  </a:cubicBezTo>
                  <a:lnTo>
                    <a:pt x="0" y="2394"/>
                  </a:lnTo>
                  <a:lnTo>
                    <a:pt x="2871" y="2394"/>
                  </a:lnTo>
                  <a:lnTo>
                    <a:pt x="2871" y="1398"/>
                  </a:lnTo>
                  <a:cubicBezTo>
                    <a:pt x="2871" y="1216"/>
                    <a:pt x="2766" y="1054"/>
                    <a:pt x="2613" y="977"/>
                  </a:cubicBezTo>
                  <a:lnTo>
                    <a:pt x="2048" y="690"/>
                  </a:lnTo>
                  <a:cubicBezTo>
                    <a:pt x="1962" y="652"/>
                    <a:pt x="1914" y="566"/>
                    <a:pt x="1914" y="480"/>
                  </a:cubicBezTo>
                  <a:lnTo>
                    <a:pt x="1914" y="1"/>
                  </a:lnTo>
                  <a:close/>
                </a:path>
              </a:pathLst>
            </a:custGeom>
            <a:solidFill>
              <a:srgbClr val="ACBDC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332" name="Google Shape;14332;p43"/>
            <p:cNvSpPr/>
            <p:nvPr/>
          </p:nvSpPr>
          <p:spPr>
            <a:xfrm>
              <a:off x="5922488" y="2937957"/>
              <a:ext cx="27678" cy="18750"/>
            </a:xfrm>
            <a:custGeom>
              <a:rect b="b" l="l" r="r" t="t"/>
              <a:pathLst>
                <a:path extrusionOk="0" h="714" w="1054">
                  <a:moveTo>
                    <a:pt x="48" y="1"/>
                  </a:moveTo>
                  <a:lnTo>
                    <a:pt x="48" y="480"/>
                  </a:lnTo>
                  <a:cubicBezTo>
                    <a:pt x="48" y="527"/>
                    <a:pt x="29" y="575"/>
                    <a:pt x="1" y="613"/>
                  </a:cubicBezTo>
                  <a:cubicBezTo>
                    <a:pt x="168" y="680"/>
                    <a:pt x="347" y="714"/>
                    <a:pt x="527" y="714"/>
                  </a:cubicBezTo>
                  <a:cubicBezTo>
                    <a:pt x="706" y="714"/>
                    <a:pt x="886" y="680"/>
                    <a:pt x="1053" y="613"/>
                  </a:cubicBezTo>
                  <a:cubicBezTo>
                    <a:pt x="1025" y="575"/>
                    <a:pt x="1005" y="527"/>
                    <a:pt x="1005" y="480"/>
                  </a:cubicBezTo>
                  <a:lnTo>
                    <a:pt x="1005" y="1"/>
                  </a:lnTo>
                  <a:close/>
                </a:path>
              </a:pathLst>
            </a:custGeom>
            <a:solidFill>
              <a:srgbClr val="96ABB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333" name="Google Shape;14333;p43"/>
            <p:cNvSpPr/>
            <p:nvPr/>
          </p:nvSpPr>
          <p:spPr>
            <a:xfrm>
              <a:off x="5898617" y="2957836"/>
              <a:ext cx="75419" cy="42988"/>
            </a:xfrm>
            <a:custGeom>
              <a:rect b="b" l="l" r="r" t="t"/>
              <a:pathLst>
                <a:path extrusionOk="0" h="1637" w="2872">
                  <a:moveTo>
                    <a:pt x="699" y="0"/>
                  </a:moveTo>
                  <a:lnTo>
                    <a:pt x="268" y="220"/>
                  </a:lnTo>
                  <a:cubicBezTo>
                    <a:pt x="106" y="297"/>
                    <a:pt x="0" y="459"/>
                    <a:pt x="0" y="641"/>
                  </a:cubicBezTo>
                  <a:lnTo>
                    <a:pt x="0" y="1637"/>
                  </a:lnTo>
                  <a:lnTo>
                    <a:pt x="2871" y="1637"/>
                  </a:lnTo>
                  <a:lnTo>
                    <a:pt x="2871" y="641"/>
                  </a:lnTo>
                  <a:cubicBezTo>
                    <a:pt x="2871" y="459"/>
                    <a:pt x="2766" y="297"/>
                    <a:pt x="2613" y="220"/>
                  </a:cubicBezTo>
                  <a:lnTo>
                    <a:pt x="2173" y="0"/>
                  </a:lnTo>
                  <a:cubicBezTo>
                    <a:pt x="1981" y="230"/>
                    <a:pt x="1709" y="345"/>
                    <a:pt x="1436" y="345"/>
                  </a:cubicBezTo>
                  <a:cubicBezTo>
                    <a:pt x="1163" y="345"/>
                    <a:pt x="890" y="230"/>
                    <a:pt x="699" y="0"/>
                  </a:cubicBezTo>
                  <a:close/>
                </a:path>
              </a:pathLst>
            </a:custGeom>
            <a:solidFill>
              <a:srgbClr val="63798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334" name="Google Shape;14334;p43"/>
            <p:cNvSpPr/>
            <p:nvPr/>
          </p:nvSpPr>
          <p:spPr>
            <a:xfrm>
              <a:off x="5898617" y="2968891"/>
              <a:ext cx="18881" cy="31932"/>
            </a:xfrm>
            <a:custGeom>
              <a:rect b="b" l="l" r="r" t="t"/>
              <a:pathLst>
                <a:path extrusionOk="0" h="1216" w="719">
                  <a:moveTo>
                    <a:pt x="58" y="0"/>
                  </a:moveTo>
                  <a:cubicBezTo>
                    <a:pt x="19" y="67"/>
                    <a:pt x="0" y="144"/>
                    <a:pt x="0" y="220"/>
                  </a:cubicBezTo>
                  <a:lnTo>
                    <a:pt x="0" y="1216"/>
                  </a:lnTo>
                  <a:lnTo>
                    <a:pt x="718" y="1216"/>
                  </a:lnTo>
                  <a:lnTo>
                    <a:pt x="718" y="737"/>
                  </a:lnTo>
                  <a:cubicBezTo>
                    <a:pt x="718" y="584"/>
                    <a:pt x="651" y="440"/>
                    <a:pt x="527" y="354"/>
                  </a:cubicBezTo>
                  <a:lnTo>
                    <a:pt x="58" y="0"/>
                  </a:lnTo>
                  <a:close/>
                </a:path>
              </a:pathLst>
            </a:custGeom>
            <a:solidFill>
              <a:srgbClr val="4B637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335" name="Google Shape;14335;p43"/>
            <p:cNvSpPr/>
            <p:nvPr/>
          </p:nvSpPr>
          <p:spPr>
            <a:xfrm>
              <a:off x="5955155" y="2968891"/>
              <a:ext cx="18881" cy="31932"/>
            </a:xfrm>
            <a:custGeom>
              <a:rect b="b" l="l" r="r" t="t"/>
              <a:pathLst>
                <a:path extrusionOk="0" h="1216" w="719">
                  <a:moveTo>
                    <a:pt x="661" y="0"/>
                  </a:moveTo>
                  <a:lnTo>
                    <a:pt x="192" y="354"/>
                  </a:lnTo>
                  <a:cubicBezTo>
                    <a:pt x="77" y="440"/>
                    <a:pt x="1" y="584"/>
                    <a:pt x="1" y="737"/>
                  </a:cubicBezTo>
                  <a:lnTo>
                    <a:pt x="1" y="1216"/>
                  </a:lnTo>
                  <a:lnTo>
                    <a:pt x="718" y="1216"/>
                  </a:lnTo>
                  <a:lnTo>
                    <a:pt x="718" y="220"/>
                  </a:lnTo>
                  <a:cubicBezTo>
                    <a:pt x="718" y="144"/>
                    <a:pt x="699" y="67"/>
                    <a:pt x="661" y="0"/>
                  </a:cubicBezTo>
                  <a:close/>
                </a:path>
              </a:pathLst>
            </a:custGeom>
            <a:solidFill>
              <a:srgbClr val="4B637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336" name="Google Shape;14336;p43"/>
            <p:cNvSpPr/>
            <p:nvPr/>
          </p:nvSpPr>
          <p:spPr>
            <a:xfrm>
              <a:off x="5911170" y="2887695"/>
              <a:ext cx="50288" cy="56590"/>
            </a:xfrm>
            <a:custGeom>
              <a:rect b="b" l="l" r="r" t="t"/>
              <a:pathLst>
                <a:path extrusionOk="0" h="2155" w="1915">
                  <a:moveTo>
                    <a:pt x="719" y="1"/>
                  </a:moveTo>
                  <a:cubicBezTo>
                    <a:pt x="326" y="1"/>
                    <a:pt x="1" y="317"/>
                    <a:pt x="1" y="719"/>
                  </a:cubicBezTo>
                  <a:lnTo>
                    <a:pt x="1" y="1197"/>
                  </a:lnTo>
                  <a:cubicBezTo>
                    <a:pt x="1" y="1724"/>
                    <a:pt x="432" y="2154"/>
                    <a:pt x="958" y="2154"/>
                  </a:cubicBezTo>
                  <a:cubicBezTo>
                    <a:pt x="1484" y="2154"/>
                    <a:pt x="1915" y="1724"/>
                    <a:pt x="1915" y="1197"/>
                  </a:cubicBezTo>
                  <a:lnTo>
                    <a:pt x="1915" y="719"/>
                  </a:lnTo>
                  <a:cubicBezTo>
                    <a:pt x="1915" y="317"/>
                    <a:pt x="1599" y="1"/>
                    <a:pt x="1197" y="1"/>
                  </a:cubicBezTo>
                  <a:close/>
                </a:path>
              </a:pathLst>
            </a:custGeom>
            <a:solidFill>
              <a:srgbClr val="BECBD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337" name="Google Shape;14337;p43"/>
            <p:cNvSpPr/>
            <p:nvPr/>
          </p:nvSpPr>
          <p:spPr>
            <a:xfrm>
              <a:off x="5911170" y="2887695"/>
              <a:ext cx="34716" cy="56485"/>
            </a:xfrm>
            <a:custGeom>
              <a:rect b="b" l="l" r="r" t="t"/>
              <a:pathLst>
                <a:path extrusionOk="0" h="2151" w="1322">
                  <a:moveTo>
                    <a:pt x="719" y="1"/>
                  </a:moveTo>
                  <a:cubicBezTo>
                    <a:pt x="326" y="1"/>
                    <a:pt x="1" y="317"/>
                    <a:pt x="1" y="719"/>
                  </a:cubicBezTo>
                  <a:lnTo>
                    <a:pt x="1" y="1197"/>
                  </a:lnTo>
                  <a:cubicBezTo>
                    <a:pt x="1" y="1746"/>
                    <a:pt x="450" y="2151"/>
                    <a:pt x="955" y="2151"/>
                  </a:cubicBezTo>
                  <a:cubicBezTo>
                    <a:pt x="1076" y="2151"/>
                    <a:pt x="1200" y="2128"/>
                    <a:pt x="1322" y="2078"/>
                  </a:cubicBezTo>
                  <a:cubicBezTo>
                    <a:pt x="958" y="1934"/>
                    <a:pt x="719" y="1580"/>
                    <a:pt x="719" y="1197"/>
                  </a:cubicBezTo>
                  <a:lnTo>
                    <a:pt x="719" y="719"/>
                  </a:lnTo>
                  <a:cubicBezTo>
                    <a:pt x="719" y="365"/>
                    <a:pt x="967" y="68"/>
                    <a:pt x="1322" y="11"/>
                  </a:cubicBezTo>
                  <a:cubicBezTo>
                    <a:pt x="1274" y="1"/>
                    <a:pt x="1235" y="1"/>
                    <a:pt x="1197" y="1"/>
                  </a:cubicBezTo>
                  <a:close/>
                </a:path>
              </a:pathLst>
            </a:custGeom>
            <a:solidFill>
              <a:srgbClr val="ACBDC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338" name="Google Shape;14338;p43"/>
            <p:cNvSpPr/>
            <p:nvPr/>
          </p:nvSpPr>
          <p:spPr>
            <a:xfrm>
              <a:off x="5892341" y="3013375"/>
              <a:ext cx="87971" cy="150811"/>
            </a:xfrm>
            <a:custGeom>
              <a:rect b="b" l="l" r="r" t="t"/>
              <a:pathLst>
                <a:path extrusionOk="0" h="5743" w="3350">
                  <a:moveTo>
                    <a:pt x="0" y="0"/>
                  </a:moveTo>
                  <a:lnTo>
                    <a:pt x="0" y="5742"/>
                  </a:lnTo>
                  <a:lnTo>
                    <a:pt x="3350" y="5742"/>
                  </a:lnTo>
                  <a:lnTo>
                    <a:pt x="3350" y="0"/>
                  </a:lnTo>
                  <a:close/>
                </a:path>
              </a:pathLst>
            </a:custGeom>
            <a:solidFill>
              <a:srgbClr val="ACBDC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339" name="Google Shape;14339;p43"/>
            <p:cNvSpPr/>
            <p:nvPr/>
          </p:nvSpPr>
          <p:spPr>
            <a:xfrm>
              <a:off x="5892341" y="3101320"/>
              <a:ext cx="87971" cy="62866"/>
            </a:xfrm>
            <a:custGeom>
              <a:rect b="b" l="l" r="r" t="t"/>
              <a:pathLst>
                <a:path extrusionOk="0" h="2394" w="3350">
                  <a:moveTo>
                    <a:pt x="0" y="1"/>
                  </a:moveTo>
                  <a:lnTo>
                    <a:pt x="0" y="2393"/>
                  </a:lnTo>
                  <a:lnTo>
                    <a:pt x="3350" y="2393"/>
                  </a:lnTo>
                  <a:lnTo>
                    <a:pt x="3350" y="1"/>
                  </a:lnTo>
                  <a:close/>
                </a:path>
              </a:pathLst>
            </a:custGeom>
            <a:solidFill>
              <a:srgbClr val="96ABB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340" name="Google Shape;14340;p43"/>
            <p:cNvSpPr/>
            <p:nvPr/>
          </p:nvSpPr>
          <p:spPr>
            <a:xfrm>
              <a:off x="5967734" y="3082466"/>
              <a:ext cx="50288" cy="75419"/>
            </a:xfrm>
            <a:custGeom>
              <a:rect b="b" l="l" r="r" t="t"/>
              <a:pathLst>
                <a:path extrusionOk="0" h="2872" w="1915">
                  <a:moveTo>
                    <a:pt x="718" y="1"/>
                  </a:moveTo>
                  <a:cubicBezTo>
                    <a:pt x="326" y="1"/>
                    <a:pt x="0" y="326"/>
                    <a:pt x="0" y="719"/>
                  </a:cubicBezTo>
                  <a:lnTo>
                    <a:pt x="0" y="1513"/>
                  </a:lnTo>
                  <a:cubicBezTo>
                    <a:pt x="10" y="1743"/>
                    <a:pt x="96" y="1972"/>
                    <a:pt x="239" y="2154"/>
                  </a:cubicBezTo>
                  <a:cubicBezTo>
                    <a:pt x="393" y="2336"/>
                    <a:pt x="479" y="2566"/>
                    <a:pt x="479" y="2805"/>
                  </a:cubicBezTo>
                  <a:lnTo>
                    <a:pt x="479" y="2872"/>
                  </a:lnTo>
                  <a:lnTo>
                    <a:pt x="1436" y="2872"/>
                  </a:lnTo>
                  <a:lnTo>
                    <a:pt x="1436" y="2738"/>
                  </a:lnTo>
                  <a:cubicBezTo>
                    <a:pt x="1436" y="2547"/>
                    <a:pt x="1503" y="2355"/>
                    <a:pt x="1637" y="2212"/>
                  </a:cubicBezTo>
                  <a:lnTo>
                    <a:pt x="1723" y="2106"/>
                  </a:lnTo>
                  <a:cubicBezTo>
                    <a:pt x="1838" y="1953"/>
                    <a:pt x="1905" y="1771"/>
                    <a:pt x="1914" y="1580"/>
                  </a:cubicBezTo>
                  <a:lnTo>
                    <a:pt x="1914" y="719"/>
                  </a:lnTo>
                  <a:cubicBezTo>
                    <a:pt x="1914" y="326"/>
                    <a:pt x="1598" y="1"/>
                    <a:pt x="1196" y="1"/>
                  </a:cubicBezTo>
                  <a:close/>
                </a:path>
              </a:pathLst>
            </a:custGeom>
            <a:solidFill>
              <a:srgbClr val="BECBD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341" name="Google Shape;14341;p43"/>
            <p:cNvSpPr/>
            <p:nvPr/>
          </p:nvSpPr>
          <p:spPr>
            <a:xfrm>
              <a:off x="5967734" y="3082466"/>
              <a:ext cx="28413" cy="75419"/>
            </a:xfrm>
            <a:custGeom>
              <a:rect b="b" l="l" r="r" t="t"/>
              <a:pathLst>
                <a:path extrusionOk="0" h="2872" w="1082">
                  <a:moveTo>
                    <a:pt x="718" y="1"/>
                  </a:moveTo>
                  <a:cubicBezTo>
                    <a:pt x="326" y="1"/>
                    <a:pt x="0" y="326"/>
                    <a:pt x="0" y="719"/>
                  </a:cubicBezTo>
                  <a:lnTo>
                    <a:pt x="0" y="1513"/>
                  </a:lnTo>
                  <a:cubicBezTo>
                    <a:pt x="19" y="1743"/>
                    <a:pt x="96" y="1972"/>
                    <a:pt x="239" y="2154"/>
                  </a:cubicBezTo>
                  <a:cubicBezTo>
                    <a:pt x="393" y="2336"/>
                    <a:pt x="479" y="2566"/>
                    <a:pt x="479" y="2805"/>
                  </a:cubicBezTo>
                  <a:lnTo>
                    <a:pt x="479" y="2872"/>
                  </a:lnTo>
                  <a:lnTo>
                    <a:pt x="957" y="2872"/>
                  </a:lnTo>
                  <a:lnTo>
                    <a:pt x="957" y="2805"/>
                  </a:lnTo>
                  <a:cubicBezTo>
                    <a:pt x="967" y="2585"/>
                    <a:pt x="919" y="2365"/>
                    <a:pt x="842" y="2154"/>
                  </a:cubicBezTo>
                  <a:cubicBezTo>
                    <a:pt x="766" y="1953"/>
                    <a:pt x="727" y="1733"/>
                    <a:pt x="718" y="1513"/>
                  </a:cubicBezTo>
                  <a:lnTo>
                    <a:pt x="718" y="719"/>
                  </a:lnTo>
                  <a:cubicBezTo>
                    <a:pt x="718" y="326"/>
                    <a:pt x="881" y="1"/>
                    <a:pt x="1082" y="1"/>
                  </a:cubicBezTo>
                  <a:close/>
                </a:path>
              </a:pathLst>
            </a:custGeom>
            <a:solidFill>
              <a:srgbClr val="ACBDC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342" name="Google Shape;14342;p43"/>
            <p:cNvSpPr/>
            <p:nvPr/>
          </p:nvSpPr>
          <p:spPr>
            <a:xfrm>
              <a:off x="5967734" y="3082466"/>
              <a:ext cx="50288" cy="56590"/>
            </a:xfrm>
            <a:custGeom>
              <a:rect b="b" l="l" r="r" t="t"/>
              <a:pathLst>
                <a:path extrusionOk="0" h="2155" w="1915">
                  <a:moveTo>
                    <a:pt x="718" y="1"/>
                  </a:moveTo>
                  <a:cubicBezTo>
                    <a:pt x="326" y="1"/>
                    <a:pt x="0" y="326"/>
                    <a:pt x="0" y="719"/>
                  </a:cubicBezTo>
                  <a:lnTo>
                    <a:pt x="0" y="1197"/>
                  </a:lnTo>
                  <a:cubicBezTo>
                    <a:pt x="0" y="1733"/>
                    <a:pt x="431" y="2154"/>
                    <a:pt x="957" y="2154"/>
                  </a:cubicBezTo>
                  <a:cubicBezTo>
                    <a:pt x="1484" y="2154"/>
                    <a:pt x="1914" y="1733"/>
                    <a:pt x="1914" y="1197"/>
                  </a:cubicBezTo>
                  <a:lnTo>
                    <a:pt x="1914" y="719"/>
                  </a:lnTo>
                  <a:cubicBezTo>
                    <a:pt x="1914" y="326"/>
                    <a:pt x="1598" y="1"/>
                    <a:pt x="1196" y="1"/>
                  </a:cubicBez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343" name="Google Shape;14343;p43"/>
            <p:cNvSpPr/>
            <p:nvPr/>
          </p:nvSpPr>
          <p:spPr>
            <a:xfrm>
              <a:off x="5967734" y="3082466"/>
              <a:ext cx="28177" cy="56328"/>
            </a:xfrm>
            <a:custGeom>
              <a:rect b="b" l="l" r="r" t="t"/>
              <a:pathLst>
                <a:path extrusionOk="0" h="2145" w="1073">
                  <a:moveTo>
                    <a:pt x="718" y="1"/>
                  </a:moveTo>
                  <a:cubicBezTo>
                    <a:pt x="316" y="1"/>
                    <a:pt x="0" y="326"/>
                    <a:pt x="0" y="719"/>
                  </a:cubicBezTo>
                  <a:lnTo>
                    <a:pt x="0" y="1197"/>
                  </a:lnTo>
                  <a:cubicBezTo>
                    <a:pt x="0" y="1676"/>
                    <a:pt x="354" y="2087"/>
                    <a:pt x="833" y="2145"/>
                  </a:cubicBezTo>
                  <a:cubicBezTo>
                    <a:pt x="766" y="1944"/>
                    <a:pt x="718" y="1724"/>
                    <a:pt x="718" y="1513"/>
                  </a:cubicBezTo>
                  <a:lnTo>
                    <a:pt x="718" y="719"/>
                  </a:lnTo>
                  <a:cubicBezTo>
                    <a:pt x="718" y="326"/>
                    <a:pt x="881" y="1"/>
                    <a:pt x="1072" y="1"/>
                  </a:cubicBez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344" name="Google Shape;14344;p43"/>
            <p:cNvSpPr/>
            <p:nvPr/>
          </p:nvSpPr>
          <p:spPr>
            <a:xfrm>
              <a:off x="5948879" y="3151582"/>
              <a:ext cx="87971" cy="100812"/>
            </a:xfrm>
            <a:custGeom>
              <a:rect b="b" l="l" r="r" t="t"/>
              <a:pathLst>
                <a:path extrusionOk="0" h="3839" w="3350">
                  <a:moveTo>
                    <a:pt x="1426" y="1"/>
                  </a:moveTo>
                  <a:cubicBezTo>
                    <a:pt x="1273" y="1"/>
                    <a:pt x="1130" y="29"/>
                    <a:pt x="986" y="87"/>
                  </a:cubicBezTo>
                  <a:lnTo>
                    <a:pt x="450" y="307"/>
                  </a:lnTo>
                  <a:cubicBezTo>
                    <a:pt x="182" y="412"/>
                    <a:pt x="0" y="680"/>
                    <a:pt x="0" y="967"/>
                  </a:cubicBezTo>
                  <a:lnTo>
                    <a:pt x="0" y="3599"/>
                  </a:lnTo>
                  <a:cubicBezTo>
                    <a:pt x="0" y="3733"/>
                    <a:pt x="106" y="3838"/>
                    <a:pt x="240" y="3838"/>
                  </a:cubicBezTo>
                  <a:lnTo>
                    <a:pt x="3111" y="3838"/>
                  </a:lnTo>
                  <a:cubicBezTo>
                    <a:pt x="3245" y="3838"/>
                    <a:pt x="3350" y="3733"/>
                    <a:pt x="3350" y="3599"/>
                  </a:cubicBezTo>
                  <a:lnTo>
                    <a:pt x="3350" y="967"/>
                  </a:lnTo>
                  <a:cubicBezTo>
                    <a:pt x="3350" y="680"/>
                    <a:pt x="3178" y="412"/>
                    <a:pt x="2900" y="307"/>
                  </a:cubicBezTo>
                  <a:lnTo>
                    <a:pt x="2374" y="87"/>
                  </a:lnTo>
                  <a:cubicBezTo>
                    <a:pt x="2230" y="29"/>
                    <a:pt x="2077" y="1"/>
                    <a:pt x="1924" y="1"/>
                  </a:cubicBez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345" name="Google Shape;14345;p43"/>
            <p:cNvSpPr/>
            <p:nvPr/>
          </p:nvSpPr>
          <p:spPr>
            <a:xfrm>
              <a:off x="5948879" y="3165920"/>
              <a:ext cx="18881" cy="86474"/>
            </a:xfrm>
            <a:custGeom>
              <a:rect b="b" l="l" r="r" t="t"/>
              <a:pathLst>
                <a:path extrusionOk="0" h="3293" w="719">
                  <a:moveTo>
                    <a:pt x="144" y="0"/>
                  </a:moveTo>
                  <a:cubicBezTo>
                    <a:pt x="48" y="125"/>
                    <a:pt x="0" y="268"/>
                    <a:pt x="0" y="421"/>
                  </a:cubicBezTo>
                  <a:lnTo>
                    <a:pt x="0" y="3053"/>
                  </a:lnTo>
                  <a:cubicBezTo>
                    <a:pt x="0" y="3187"/>
                    <a:pt x="106" y="3292"/>
                    <a:pt x="240" y="3292"/>
                  </a:cubicBezTo>
                  <a:lnTo>
                    <a:pt x="718" y="3292"/>
                  </a:lnTo>
                  <a:lnTo>
                    <a:pt x="718" y="670"/>
                  </a:lnTo>
                  <a:cubicBezTo>
                    <a:pt x="718" y="527"/>
                    <a:pt x="651" y="383"/>
                    <a:pt x="527" y="287"/>
                  </a:cubicBezTo>
                  <a:lnTo>
                    <a:pt x="144" y="0"/>
                  </a:lnTo>
                  <a:close/>
                </a:path>
              </a:pathLst>
            </a:custGeom>
            <a:solidFill>
              <a:srgbClr val="909FA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346" name="Google Shape;14346;p43"/>
            <p:cNvSpPr/>
            <p:nvPr/>
          </p:nvSpPr>
          <p:spPr>
            <a:xfrm>
              <a:off x="6017995" y="3165920"/>
              <a:ext cx="18855" cy="86474"/>
            </a:xfrm>
            <a:custGeom>
              <a:rect b="b" l="l" r="r" t="t"/>
              <a:pathLst>
                <a:path extrusionOk="0" h="3293" w="718">
                  <a:moveTo>
                    <a:pt x="584" y="0"/>
                  </a:moveTo>
                  <a:lnTo>
                    <a:pt x="192" y="287"/>
                  </a:lnTo>
                  <a:cubicBezTo>
                    <a:pt x="77" y="383"/>
                    <a:pt x="0" y="527"/>
                    <a:pt x="0" y="670"/>
                  </a:cubicBezTo>
                  <a:lnTo>
                    <a:pt x="0" y="3292"/>
                  </a:lnTo>
                  <a:lnTo>
                    <a:pt x="479" y="3292"/>
                  </a:lnTo>
                  <a:cubicBezTo>
                    <a:pt x="613" y="3292"/>
                    <a:pt x="718" y="3187"/>
                    <a:pt x="718" y="3053"/>
                  </a:cubicBezTo>
                  <a:lnTo>
                    <a:pt x="718" y="421"/>
                  </a:lnTo>
                  <a:cubicBezTo>
                    <a:pt x="718" y="268"/>
                    <a:pt x="670" y="125"/>
                    <a:pt x="584" y="0"/>
                  </a:cubicBezTo>
                  <a:close/>
                </a:path>
              </a:pathLst>
            </a:custGeom>
            <a:solidFill>
              <a:srgbClr val="909FA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347" name="Google Shape;14347;p43"/>
            <p:cNvSpPr/>
            <p:nvPr/>
          </p:nvSpPr>
          <p:spPr>
            <a:xfrm>
              <a:off x="5854632" y="3082466"/>
              <a:ext cx="50288" cy="75419"/>
            </a:xfrm>
            <a:custGeom>
              <a:rect b="b" l="l" r="r" t="t"/>
              <a:pathLst>
                <a:path extrusionOk="0" h="2872" w="1915">
                  <a:moveTo>
                    <a:pt x="718" y="1"/>
                  </a:moveTo>
                  <a:cubicBezTo>
                    <a:pt x="326" y="1"/>
                    <a:pt x="1" y="326"/>
                    <a:pt x="1" y="719"/>
                  </a:cubicBezTo>
                  <a:lnTo>
                    <a:pt x="1" y="1513"/>
                  </a:lnTo>
                  <a:cubicBezTo>
                    <a:pt x="10" y="1743"/>
                    <a:pt x="96" y="1972"/>
                    <a:pt x="240" y="2154"/>
                  </a:cubicBezTo>
                  <a:cubicBezTo>
                    <a:pt x="393" y="2336"/>
                    <a:pt x="479" y="2566"/>
                    <a:pt x="479" y="2805"/>
                  </a:cubicBezTo>
                  <a:lnTo>
                    <a:pt x="479" y="2872"/>
                  </a:lnTo>
                  <a:lnTo>
                    <a:pt x="1436" y="2872"/>
                  </a:lnTo>
                  <a:lnTo>
                    <a:pt x="1436" y="2738"/>
                  </a:lnTo>
                  <a:cubicBezTo>
                    <a:pt x="1436" y="2547"/>
                    <a:pt x="1503" y="2355"/>
                    <a:pt x="1627" y="2212"/>
                  </a:cubicBezTo>
                  <a:lnTo>
                    <a:pt x="1723" y="2106"/>
                  </a:lnTo>
                  <a:cubicBezTo>
                    <a:pt x="1838" y="1953"/>
                    <a:pt x="1905" y="1771"/>
                    <a:pt x="1915" y="1580"/>
                  </a:cubicBezTo>
                  <a:lnTo>
                    <a:pt x="1915" y="719"/>
                  </a:lnTo>
                  <a:cubicBezTo>
                    <a:pt x="1915" y="326"/>
                    <a:pt x="1589" y="1"/>
                    <a:pt x="1197" y="1"/>
                  </a:cubicBezTo>
                  <a:close/>
                </a:path>
              </a:pathLst>
            </a:custGeom>
            <a:solidFill>
              <a:srgbClr val="BECBD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348" name="Google Shape;14348;p43"/>
            <p:cNvSpPr/>
            <p:nvPr/>
          </p:nvSpPr>
          <p:spPr>
            <a:xfrm>
              <a:off x="5854632" y="3082466"/>
              <a:ext cx="28177" cy="75419"/>
            </a:xfrm>
            <a:custGeom>
              <a:rect b="b" l="l" r="r" t="t"/>
              <a:pathLst>
                <a:path extrusionOk="0" h="2872" w="1073">
                  <a:moveTo>
                    <a:pt x="718" y="1"/>
                  </a:moveTo>
                  <a:cubicBezTo>
                    <a:pt x="316" y="1"/>
                    <a:pt x="1" y="326"/>
                    <a:pt x="1" y="719"/>
                  </a:cubicBezTo>
                  <a:lnTo>
                    <a:pt x="1" y="1513"/>
                  </a:lnTo>
                  <a:cubicBezTo>
                    <a:pt x="10" y="1743"/>
                    <a:pt x="96" y="1972"/>
                    <a:pt x="240" y="2154"/>
                  </a:cubicBezTo>
                  <a:cubicBezTo>
                    <a:pt x="393" y="2336"/>
                    <a:pt x="479" y="2566"/>
                    <a:pt x="479" y="2805"/>
                  </a:cubicBezTo>
                  <a:lnTo>
                    <a:pt x="479" y="2872"/>
                  </a:lnTo>
                  <a:lnTo>
                    <a:pt x="958" y="2872"/>
                  </a:lnTo>
                  <a:lnTo>
                    <a:pt x="958" y="2805"/>
                  </a:lnTo>
                  <a:cubicBezTo>
                    <a:pt x="958" y="2585"/>
                    <a:pt x="919" y="2365"/>
                    <a:pt x="833" y="2154"/>
                  </a:cubicBezTo>
                  <a:cubicBezTo>
                    <a:pt x="757" y="1953"/>
                    <a:pt x="718" y="1733"/>
                    <a:pt x="718" y="1513"/>
                  </a:cubicBezTo>
                  <a:lnTo>
                    <a:pt x="718" y="719"/>
                  </a:lnTo>
                  <a:cubicBezTo>
                    <a:pt x="718" y="326"/>
                    <a:pt x="881" y="1"/>
                    <a:pt x="1072" y="1"/>
                  </a:cubicBezTo>
                  <a:close/>
                </a:path>
              </a:pathLst>
            </a:custGeom>
            <a:solidFill>
              <a:srgbClr val="ACBDC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349" name="Google Shape;14349;p43"/>
            <p:cNvSpPr/>
            <p:nvPr/>
          </p:nvSpPr>
          <p:spPr>
            <a:xfrm>
              <a:off x="5854632" y="3082466"/>
              <a:ext cx="50288" cy="56590"/>
            </a:xfrm>
            <a:custGeom>
              <a:rect b="b" l="l" r="r" t="t"/>
              <a:pathLst>
                <a:path extrusionOk="0" h="2155" w="1915">
                  <a:moveTo>
                    <a:pt x="718" y="1"/>
                  </a:moveTo>
                  <a:cubicBezTo>
                    <a:pt x="316" y="1"/>
                    <a:pt x="1" y="326"/>
                    <a:pt x="1" y="719"/>
                  </a:cubicBezTo>
                  <a:lnTo>
                    <a:pt x="1" y="1197"/>
                  </a:lnTo>
                  <a:cubicBezTo>
                    <a:pt x="1" y="1733"/>
                    <a:pt x="431" y="2154"/>
                    <a:pt x="958" y="2154"/>
                  </a:cubicBezTo>
                  <a:cubicBezTo>
                    <a:pt x="1484" y="2154"/>
                    <a:pt x="1915" y="1733"/>
                    <a:pt x="1915" y="1197"/>
                  </a:cubicBezTo>
                  <a:lnTo>
                    <a:pt x="1915" y="719"/>
                  </a:lnTo>
                  <a:cubicBezTo>
                    <a:pt x="1915" y="326"/>
                    <a:pt x="1589" y="1"/>
                    <a:pt x="1197" y="1"/>
                  </a:cubicBez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350" name="Google Shape;14350;p43"/>
            <p:cNvSpPr/>
            <p:nvPr/>
          </p:nvSpPr>
          <p:spPr>
            <a:xfrm>
              <a:off x="5854632" y="3082466"/>
              <a:ext cx="28177" cy="56328"/>
            </a:xfrm>
            <a:custGeom>
              <a:rect b="b" l="l" r="r" t="t"/>
              <a:pathLst>
                <a:path extrusionOk="0" h="2145" w="1073">
                  <a:moveTo>
                    <a:pt x="718" y="1"/>
                  </a:moveTo>
                  <a:cubicBezTo>
                    <a:pt x="316" y="1"/>
                    <a:pt x="1" y="326"/>
                    <a:pt x="1" y="719"/>
                  </a:cubicBezTo>
                  <a:lnTo>
                    <a:pt x="1" y="1197"/>
                  </a:lnTo>
                  <a:cubicBezTo>
                    <a:pt x="1" y="1676"/>
                    <a:pt x="355" y="2087"/>
                    <a:pt x="833" y="2145"/>
                  </a:cubicBezTo>
                  <a:cubicBezTo>
                    <a:pt x="757" y="1944"/>
                    <a:pt x="718" y="1724"/>
                    <a:pt x="718" y="1513"/>
                  </a:cubicBezTo>
                  <a:lnTo>
                    <a:pt x="718" y="719"/>
                  </a:lnTo>
                  <a:cubicBezTo>
                    <a:pt x="718" y="326"/>
                    <a:pt x="871" y="1"/>
                    <a:pt x="1072" y="1"/>
                  </a:cubicBez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351" name="Google Shape;14351;p43"/>
            <p:cNvSpPr/>
            <p:nvPr/>
          </p:nvSpPr>
          <p:spPr>
            <a:xfrm>
              <a:off x="5835777" y="3151582"/>
              <a:ext cx="87997" cy="100812"/>
            </a:xfrm>
            <a:custGeom>
              <a:rect b="b" l="l" r="r" t="t"/>
              <a:pathLst>
                <a:path extrusionOk="0" h="3839" w="3351">
                  <a:moveTo>
                    <a:pt x="1427" y="1"/>
                  </a:moveTo>
                  <a:cubicBezTo>
                    <a:pt x="1274" y="1"/>
                    <a:pt x="1120" y="29"/>
                    <a:pt x="986" y="87"/>
                  </a:cubicBezTo>
                  <a:lnTo>
                    <a:pt x="451" y="307"/>
                  </a:lnTo>
                  <a:cubicBezTo>
                    <a:pt x="183" y="412"/>
                    <a:pt x="1" y="680"/>
                    <a:pt x="1" y="967"/>
                  </a:cubicBezTo>
                  <a:lnTo>
                    <a:pt x="1" y="3599"/>
                  </a:lnTo>
                  <a:cubicBezTo>
                    <a:pt x="1" y="3733"/>
                    <a:pt x="106" y="3838"/>
                    <a:pt x="240" y="3838"/>
                  </a:cubicBezTo>
                  <a:lnTo>
                    <a:pt x="3111" y="3838"/>
                  </a:lnTo>
                  <a:cubicBezTo>
                    <a:pt x="3245" y="3838"/>
                    <a:pt x="3350" y="3733"/>
                    <a:pt x="3350" y="3599"/>
                  </a:cubicBezTo>
                  <a:lnTo>
                    <a:pt x="3350" y="967"/>
                  </a:lnTo>
                  <a:cubicBezTo>
                    <a:pt x="3350" y="680"/>
                    <a:pt x="3169" y="412"/>
                    <a:pt x="2901" y="307"/>
                  </a:cubicBezTo>
                  <a:lnTo>
                    <a:pt x="2365" y="87"/>
                  </a:lnTo>
                  <a:cubicBezTo>
                    <a:pt x="2231" y="29"/>
                    <a:pt x="2078" y="1"/>
                    <a:pt x="1924" y="1"/>
                  </a:cubicBez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352" name="Google Shape;14352;p43"/>
            <p:cNvSpPr/>
            <p:nvPr/>
          </p:nvSpPr>
          <p:spPr>
            <a:xfrm>
              <a:off x="5835777" y="3165920"/>
              <a:ext cx="18881" cy="86474"/>
            </a:xfrm>
            <a:custGeom>
              <a:rect b="b" l="l" r="r" t="t"/>
              <a:pathLst>
                <a:path extrusionOk="0" h="3293" w="719">
                  <a:moveTo>
                    <a:pt x="144" y="0"/>
                  </a:moveTo>
                  <a:cubicBezTo>
                    <a:pt x="49" y="125"/>
                    <a:pt x="1" y="268"/>
                    <a:pt x="1" y="421"/>
                  </a:cubicBezTo>
                  <a:lnTo>
                    <a:pt x="1" y="3053"/>
                  </a:lnTo>
                  <a:cubicBezTo>
                    <a:pt x="1" y="3187"/>
                    <a:pt x="106" y="3292"/>
                    <a:pt x="240" y="3292"/>
                  </a:cubicBezTo>
                  <a:lnTo>
                    <a:pt x="719" y="3292"/>
                  </a:lnTo>
                  <a:lnTo>
                    <a:pt x="719" y="670"/>
                  </a:lnTo>
                  <a:cubicBezTo>
                    <a:pt x="719" y="527"/>
                    <a:pt x="642" y="383"/>
                    <a:pt x="527" y="287"/>
                  </a:cubicBezTo>
                  <a:lnTo>
                    <a:pt x="144" y="0"/>
                  </a:lnTo>
                  <a:close/>
                </a:path>
              </a:pathLst>
            </a:custGeom>
            <a:solidFill>
              <a:srgbClr val="909FA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353" name="Google Shape;14353;p43"/>
            <p:cNvSpPr/>
            <p:nvPr/>
          </p:nvSpPr>
          <p:spPr>
            <a:xfrm>
              <a:off x="5904893" y="3165920"/>
              <a:ext cx="18881" cy="86474"/>
            </a:xfrm>
            <a:custGeom>
              <a:rect b="b" l="l" r="r" t="t"/>
              <a:pathLst>
                <a:path extrusionOk="0" h="3293" w="719">
                  <a:moveTo>
                    <a:pt x="575" y="0"/>
                  </a:moveTo>
                  <a:lnTo>
                    <a:pt x="192" y="287"/>
                  </a:lnTo>
                  <a:cubicBezTo>
                    <a:pt x="68" y="383"/>
                    <a:pt x="1" y="527"/>
                    <a:pt x="1" y="670"/>
                  </a:cubicBezTo>
                  <a:lnTo>
                    <a:pt x="1" y="3292"/>
                  </a:lnTo>
                  <a:lnTo>
                    <a:pt x="479" y="3292"/>
                  </a:lnTo>
                  <a:cubicBezTo>
                    <a:pt x="613" y="3292"/>
                    <a:pt x="718" y="3187"/>
                    <a:pt x="718" y="3053"/>
                  </a:cubicBezTo>
                  <a:lnTo>
                    <a:pt x="718" y="421"/>
                  </a:lnTo>
                  <a:cubicBezTo>
                    <a:pt x="718" y="268"/>
                    <a:pt x="671" y="125"/>
                    <a:pt x="575" y="0"/>
                  </a:cubicBezTo>
                  <a:close/>
                </a:path>
              </a:pathLst>
            </a:custGeom>
            <a:solidFill>
              <a:srgbClr val="909FA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354" name="Google Shape;14354;p43"/>
            <p:cNvSpPr/>
            <p:nvPr/>
          </p:nvSpPr>
          <p:spPr>
            <a:xfrm>
              <a:off x="6024271" y="3145306"/>
              <a:ext cx="50288" cy="75419"/>
            </a:xfrm>
            <a:custGeom>
              <a:rect b="b" l="l" r="r" t="t"/>
              <a:pathLst>
                <a:path extrusionOk="0" h="2872" w="1915">
                  <a:moveTo>
                    <a:pt x="718" y="0"/>
                  </a:moveTo>
                  <a:cubicBezTo>
                    <a:pt x="326" y="0"/>
                    <a:pt x="0" y="326"/>
                    <a:pt x="0" y="718"/>
                  </a:cubicBezTo>
                  <a:lnTo>
                    <a:pt x="0" y="1513"/>
                  </a:lnTo>
                  <a:cubicBezTo>
                    <a:pt x="20" y="1742"/>
                    <a:pt x="96" y="1972"/>
                    <a:pt x="240" y="2154"/>
                  </a:cubicBezTo>
                  <a:cubicBezTo>
                    <a:pt x="393" y="2336"/>
                    <a:pt x="479" y="2565"/>
                    <a:pt x="479" y="2805"/>
                  </a:cubicBezTo>
                  <a:lnTo>
                    <a:pt x="479" y="2872"/>
                  </a:lnTo>
                  <a:lnTo>
                    <a:pt x="1436" y="2872"/>
                  </a:lnTo>
                  <a:lnTo>
                    <a:pt x="1436" y="2738"/>
                  </a:lnTo>
                  <a:cubicBezTo>
                    <a:pt x="1436" y="2546"/>
                    <a:pt x="1503" y="2355"/>
                    <a:pt x="1637" y="2211"/>
                  </a:cubicBezTo>
                  <a:lnTo>
                    <a:pt x="1723" y="2106"/>
                  </a:lnTo>
                  <a:cubicBezTo>
                    <a:pt x="1838" y="1953"/>
                    <a:pt x="1905" y="1771"/>
                    <a:pt x="1915" y="1580"/>
                  </a:cubicBezTo>
                  <a:lnTo>
                    <a:pt x="1915" y="718"/>
                  </a:lnTo>
                  <a:cubicBezTo>
                    <a:pt x="1915" y="326"/>
                    <a:pt x="1599" y="0"/>
                    <a:pt x="1197" y="0"/>
                  </a:cubicBezTo>
                  <a:close/>
                </a:path>
              </a:pathLst>
            </a:custGeom>
            <a:solidFill>
              <a:srgbClr val="BECBD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355" name="Google Shape;14355;p43"/>
            <p:cNvSpPr/>
            <p:nvPr/>
          </p:nvSpPr>
          <p:spPr>
            <a:xfrm>
              <a:off x="6024271" y="3145306"/>
              <a:ext cx="28413" cy="75681"/>
            </a:xfrm>
            <a:custGeom>
              <a:rect b="b" l="l" r="r" t="t"/>
              <a:pathLst>
                <a:path extrusionOk="0" h="2882" w="1082">
                  <a:moveTo>
                    <a:pt x="718" y="0"/>
                  </a:moveTo>
                  <a:cubicBezTo>
                    <a:pt x="326" y="0"/>
                    <a:pt x="0" y="326"/>
                    <a:pt x="0" y="718"/>
                  </a:cubicBezTo>
                  <a:lnTo>
                    <a:pt x="0" y="1513"/>
                  </a:lnTo>
                  <a:cubicBezTo>
                    <a:pt x="20" y="1752"/>
                    <a:pt x="96" y="1972"/>
                    <a:pt x="240" y="2163"/>
                  </a:cubicBezTo>
                  <a:cubicBezTo>
                    <a:pt x="402" y="2336"/>
                    <a:pt x="479" y="2565"/>
                    <a:pt x="479" y="2805"/>
                  </a:cubicBezTo>
                  <a:lnTo>
                    <a:pt x="479" y="2881"/>
                  </a:lnTo>
                  <a:lnTo>
                    <a:pt x="958" y="2881"/>
                  </a:lnTo>
                  <a:lnTo>
                    <a:pt x="958" y="2805"/>
                  </a:lnTo>
                  <a:cubicBezTo>
                    <a:pt x="967" y="2584"/>
                    <a:pt x="919" y="2364"/>
                    <a:pt x="843" y="2163"/>
                  </a:cubicBezTo>
                  <a:cubicBezTo>
                    <a:pt x="766" y="1953"/>
                    <a:pt x="728" y="1733"/>
                    <a:pt x="718" y="1513"/>
                  </a:cubicBezTo>
                  <a:lnTo>
                    <a:pt x="718" y="718"/>
                  </a:lnTo>
                  <a:cubicBezTo>
                    <a:pt x="718" y="326"/>
                    <a:pt x="881" y="0"/>
                    <a:pt x="1082" y="0"/>
                  </a:cubicBezTo>
                  <a:close/>
                </a:path>
              </a:pathLst>
            </a:custGeom>
            <a:solidFill>
              <a:srgbClr val="ACBDC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356" name="Google Shape;14356;p43"/>
            <p:cNvSpPr/>
            <p:nvPr/>
          </p:nvSpPr>
          <p:spPr>
            <a:xfrm>
              <a:off x="6024271" y="3145306"/>
              <a:ext cx="50288" cy="56564"/>
            </a:xfrm>
            <a:custGeom>
              <a:rect b="b" l="l" r="r" t="t"/>
              <a:pathLst>
                <a:path extrusionOk="0" h="2154" w="1915">
                  <a:moveTo>
                    <a:pt x="718" y="0"/>
                  </a:moveTo>
                  <a:cubicBezTo>
                    <a:pt x="326" y="0"/>
                    <a:pt x="0" y="326"/>
                    <a:pt x="0" y="718"/>
                  </a:cubicBezTo>
                  <a:lnTo>
                    <a:pt x="0" y="1197"/>
                  </a:lnTo>
                  <a:cubicBezTo>
                    <a:pt x="0" y="1733"/>
                    <a:pt x="431" y="2154"/>
                    <a:pt x="958" y="2154"/>
                  </a:cubicBezTo>
                  <a:cubicBezTo>
                    <a:pt x="1493" y="2154"/>
                    <a:pt x="1915" y="1733"/>
                    <a:pt x="1915" y="1197"/>
                  </a:cubicBezTo>
                  <a:lnTo>
                    <a:pt x="1915" y="718"/>
                  </a:lnTo>
                  <a:cubicBezTo>
                    <a:pt x="1915" y="326"/>
                    <a:pt x="1599" y="0"/>
                    <a:pt x="1197" y="0"/>
                  </a:cubicBez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357" name="Google Shape;14357;p43"/>
            <p:cNvSpPr/>
            <p:nvPr/>
          </p:nvSpPr>
          <p:spPr>
            <a:xfrm>
              <a:off x="6024271" y="3145568"/>
              <a:ext cx="28177" cy="56065"/>
            </a:xfrm>
            <a:custGeom>
              <a:rect b="b" l="l" r="r" t="t"/>
              <a:pathLst>
                <a:path extrusionOk="0" h="2135" w="1073">
                  <a:moveTo>
                    <a:pt x="718" y="0"/>
                  </a:moveTo>
                  <a:cubicBezTo>
                    <a:pt x="316" y="0"/>
                    <a:pt x="0" y="316"/>
                    <a:pt x="0" y="718"/>
                  </a:cubicBezTo>
                  <a:lnTo>
                    <a:pt x="0" y="1196"/>
                  </a:lnTo>
                  <a:cubicBezTo>
                    <a:pt x="0" y="1675"/>
                    <a:pt x="364" y="2077"/>
                    <a:pt x="833" y="2134"/>
                  </a:cubicBezTo>
                  <a:cubicBezTo>
                    <a:pt x="766" y="1933"/>
                    <a:pt x="718" y="1723"/>
                    <a:pt x="718" y="1503"/>
                  </a:cubicBezTo>
                  <a:lnTo>
                    <a:pt x="718" y="718"/>
                  </a:lnTo>
                  <a:cubicBezTo>
                    <a:pt x="718" y="316"/>
                    <a:pt x="881" y="0"/>
                    <a:pt x="1072" y="0"/>
                  </a:cubicBez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358" name="Google Shape;14358;p43"/>
            <p:cNvSpPr/>
            <p:nvPr/>
          </p:nvSpPr>
          <p:spPr>
            <a:xfrm>
              <a:off x="6005417" y="3214422"/>
              <a:ext cx="87997" cy="63103"/>
            </a:xfrm>
            <a:custGeom>
              <a:rect b="b" l="l" r="r" t="t"/>
              <a:pathLst>
                <a:path extrusionOk="0" h="2403" w="3351">
                  <a:moveTo>
                    <a:pt x="1436" y="0"/>
                  </a:moveTo>
                  <a:cubicBezTo>
                    <a:pt x="1283" y="10"/>
                    <a:pt x="1130" y="39"/>
                    <a:pt x="986" y="96"/>
                  </a:cubicBezTo>
                  <a:lnTo>
                    <a:pt x="460" y="307"/>
                  </a:lnTo>
                  <a:cubicBezTo>
                    <a:pt x="183" y="412"/>
                    <a:pt x="1" y="680"/>
                    <a:pt x="1" y="967"/>
                  </a:cubicBezTo>
                  <a:lnTo>
                    <a:pt x="1" y="2163"/>
                  </a:lnTo>
                  <a:cubicBezTo>
                    <a:pt x="1" y="2288"/>
                    <a:pt x="116" y="2402"/>
                    <a:pt x="240" y="2402"/>
                  </a:cubicBezTo>
                  <a:lnTo>
                    <a:pt x="3111" y="2402"/>
                  </a:lnTo>
                  <a:cubicBezTo>
                    <a:pt x="3245" y="2402"/>
                    <a:pt x="3350" y="2288"/>
                    <a:pt x="3350" y="2163"/>
                  </a:cubicBezTo>
                  <a:lnTo>
                    <a:pt x="3350" y="967"/>
                  </a:lnTo>
                  <a:cubicBezTo>
                    <a:pt x="3350" y="680"/>
                    <a:pt x="3178" y="412"/>
                    <a:pt x="2901" y="307"/>
                  </a:cubicBezTo>
                  <a:lnTo>
                    <a:pt x="2374" y="96"/>
                  </a:lnTo>
                  <a:cubicBezTo>
                    <a:pt x="2231" y="39"/>
                    <a:pt x="2077" y="10"/>
                    <a:pt x="1924" y="0"/>
                  </a:cubicBezTo>
                  <a:close/>
                </a:path>
              </a:pathLst>
            </a:custGeom>
            <a:solidFill>
              <a:srgbClr val="909FA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359" name="Google Shape;14359;p43"/>
            <p:cNvSpPr/>
            <p:nvPr/>
          </p:nvSpPr>
          <p:spPr>
            <a:xfrm>
              <a:off x="6005417" y="3228996"/>
              <a:ext cx="18881" cy="48528"/>
            </a:xfrm>
            <a:custGeom>
              <a:rect b="b" l="l" r="r" t="t"/>
              <a:pathLst>
                <a:path extrusionOk="0" h="1848" w="719">
                  <a:moveTo>
                    <a:pt x="144" y="0"/>
                  </a:moveTo>
                  <a:cubicBezTo>
                    <a:pt x="49" y="125"/>
                    <a:pt x="1" y="268"/>
                    <a:pt x="1" y="421"/>
                  </a:cubicBezTo>
                  <a:lnTo>
                    <a:pt x="1" y="1608"/>
                  </a:lnTo>
                  <a:cubicBezTo>
                    <a:pt x="1" y="1742"/>
                    <a:pt x="106" y="1847"/>
                    <a:pt x="240" y="1847"/>
                  </a:cubicBezTo>
                  <a:lnTo>
                    <a:pt x="718" y="1847"/>
                  </a:lnTo>
                  <a:lnTo>
                    <a:pt x="718" y="670"/>
                  </a:lnTo>
                  <a:cubicBezTo>
                    <a:pt x="718" y="517"/>
                    <a:pt x="651" y="374"/>
                    <a:pt x="527" y="287"/>
                  </a:cubicBezTo>
                  <a:lnTo>
                    <a:pt x="144" y="0"/>
                  </a:lnTo>
                  <a:close/>
                </a:path>
              </a:pathLst>
            </a:custGeom>
            <a:solidFill>
              <a:srgbClr val="76899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360" name="Google Shape;14360;p43"/>
            <p:cNvSpPr/>
            <p:nvPr/>
          </p:nvSpPr>
          <p:spPr>
            <a:xfrm>
              <a:off x="6074796" y="3228996"/>
              <a:ext cx="18855" cy="48528"/>
            </a:xfrm>
            <a:custGeom>
              <a:rect b="b" l="l" r="r" t="t"/>
              <a:pathLst>
                <a:path extrusionOk="0" h="1848" w="718">
                  <a:moveTo>
                    <a:pt x="574" y="0"/>
                  </a:moveTo>
                  <a:lnTo>
                    <a:pt x="192" y="287"/>
                  </a:lnTo>
                  <a:cubicBezTo>
                    <a:pt x="67" y="374"/>
                    <a:pt x="0" y="517"/>
                    <a:pt x="0" y="670"/>
                  </a:cubicBezTo>
                  <a:lnTo>
                    <a:pt x="0" y="1847"/>
                  </a:lnTo>
                  <a:lnTo>
                    <a:pt x="479" y="1847"/>
                  </a:lnTo>
                  <a:cubicBezTo>
                    <a:pt x="603" y="1847"/>
                    <a:pt x="718" y="1742"/>
                    <a:pt x="718" y="1608"/>
                  </a:cubicBezTo>
                  <a:lnTo>
                    <a:pt x="718" y="421"/>
                  </a:lnTo>
                  <a:cubicBezTo>
                    <a:pt x="708" y="268"/>
                    <a:pt x="660" y="125"/>
                    <a:pt x="574" y="0"/>
                  </a:cubicBezTo>
                  <a:close/>
                </a:path>
              </a:pathLst>
            </a:custGeom>
            <a:solidFill>
              <a:srgbClr val="76899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361" name="Google Shape;14361;p43"/>
            <p:cNvSpPr/>
            <p:nvPr/>
          </p:nvSpPr>
          <p:spPr>
            <a:xfrm>
              <a:off x="5911170" y="3145306"/>
              <a:ext cx="50288" cy="75419"/>
            </a:xfrm>
            <a:custGeom>
              <a:rect b="b" l="l" r="r" t="t"/>
              <a:pathLst>
                <a:path extrusionOk="0" h="2872" w="1915">
                  <a:moveTo>
                    <a:pt x="719" y="0"/>
                  </a:moveTo>
                  <a:cubicBezTo>
                    <a:pt x="326" y="0"/>
                    <a:pt x="1" y="326"/>
                    <a:pt x="1" y="718"/>
                  </a:cubicBezTo>
                  <a:lnTo>
                    <a:pt x="1" y="1513"/>
                  </a:lnTo>
                  <a:cubicBezTo>
                    <a:pt x="10" y="1742"/>
                    <a:pt x="97" y="1972"/>
                    <a:pt x="240" y="2154"/>
                  </a:cubicBezTo>
                  <a:cubicBezTo>
                    <a:pt x="393" y="2336"/>
                    <a:pt x="479" y="2565"/>
                    <a:pt x="479" y="2805"/>
                  </a:cubicBezTo>
                  <a:lnTo>
                    <a:pt x="479" y="2872"/>
                  </a:lnTo>
                  <a:lnTo>
                    <a:pt x="1436" y="2872"/>
                  </a:lnTo>
                  <a:lnTo>
                    <a:pt x="1436" y="2738"/>
                  </a:lnTo>
                  <a:cubicBezTo>
                    <a:pt x="1436" y="2546"/>
                    <a:pt x="1503" y="2355"/>
                    <a:pt x="1628" y="2211"/>
                  </a:cubicBezTo>
                  <a:lnTo>
                    <a:pt x="1723" y="2106"/>
                  </a:lnTo>
                  <a:cubicBezTo>
                    <a:pt x="1838" y="1953"/>
                    <a:pt x="1905" y="1771"/>
                    <a:pt x="1915" y="1580"/>
                  </a:cubicBezTo>
                  <a:lnTo>
                    <a:pt x="1915" y="718"/>
                  </a:lnTo>
                  <a:cubicBezTo>
                    <a:pt x="1915" y="326"/>
                    <a:pt x="1599" y="0"/>
                    <a:pt x="1197" y="0"/>
                  </a:cubicBezTo>
                  <a:close/>
                </a:path>
              </a:pathLst>
            </a:custGeom>
            <a:solidFill>
              <a:srgbClr val="BECBD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362" name="Google Shape;14362;p43"/>
            <p:cNvSpPr/>
            <p:nvPr/>
          </p:nvSpPr>
          <p:spPr>
            <a:xfrm>
              <a:off x="5911170" y="3145306"/>
              <a:ext cx="28440" cy="75681"/>
            </a:xfrm>
            <a:custGeom>
              <a:rect b="b" l="l" r="r" t="t"/>
              <a:pathLst>
                <a:path extrusionOk="0" h="2882" w="1083">
                  <a:moveTo>
                    <a:pt x="719" y="0"/>
                  </a:moveTo>
                  <a:cubicBezTo>
                    <a:pt x="326" y="0"/>
                    <a:pt x="1" y="326"/>
                    <a:pt x="1" y="718"/>
                  </a:cubicBezTo>
                  <a:lnTo>
                    <a:pt x="1" y="1513"/>
                  </a:lnTo>
                  <a:cubicBezTo>
                    <a:pt x="10" y="1752"/>
                    <a:pt x="97" y="1972"/>
                    <a:pt x="240" y="2163"/>
                  </a:cubicBezTo>
                  <a:cubicBezTo>
                    <a:pt x="393" y="2336"/>
                    <a:pt x="479" y="2565"/>
                    <a:pt x="479" y="2805"/>
                  </a:cubicBezTo>
                  <a:lnTo>
                    <a:pt x="479" y="2881"/>
                  </a:lnTo>
                  <a:lnTo>
                    <a:pt x="958" y="2881"/>
                  </a:lnTo>
                  <a:lnTo>
                    <a:pt x="958" y="2805"/>
                  </a:lnTo>
                  <a:cubicBezTo>
                    <a:pt x="958" y="2584"/>
                    <a:pt x="920" y="2364"/>
                    <a:pt x="843" y="2163"/>
                  </a:cubicBezTo>
                  <a:cubicBezTo>
                    <a:pt x="766" y="1953"/>
                    <a:pt x="719" y="1733"/>
                    <a:pt x="719" y="1513"/>
                  </a:cubicBezTo>
                  <a:lnTo>
                    <a:pt x="719" y="718"/>
                  </a:lnTo>
                  <a:cubicBezTo>
                    <a:pt x="719" y="326"/>
                    <a:pt x="881" y="0"/>
                    <a:pt x="1082" y="0"/>
                  </a:cubicBezTo>
                  <a:close/>
                </a:path>
              </a:pathLst>
            </a:custGeom>
            <a:solidFill>
              <a:srgbClr val="ACBDC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363" name="Google Shape;14363;p43"/>
            <p:cNvSpPr/>
            <p:nvPr/>
          </p:nvSpPr>
          <p:spPr>
            <a:xfrm>
              <a:off x="5911170" y="3145306"/>
              <a:ext cx="50288" cy="56564"/>
            </a:xfrm>
            <a:custGeom>
              <a:rect b="b" l="l" r="r" t="t"/>
              <a:pathLst>
                <a:path extrusionOk="0" h="2154" w="1915">
                  <a:moveTo>
                    <a:pt x="719" y="0"/>
                  </a:moveTo>
                  <a:cubicBezTo>
                    <a:pt x="326" y="0"/>
                    <a:pt x="1" y="326"/>
                    <a:pt x="1" y="718"/>
                  </a:cubicBezTo>
                  <a:lnTo>
                    <a:pt x="1" y="1197"/>
                  </a:lnTo>
                  <a:cubicBezTo>
                    <a:pt x="1" y="1733"/>
                    <a:pt x="432" y="2154"/>
                    <a:pt x="958" y="2154"/>
                  </a:cubicBezTo>
                  <a:cubicBezTo>
                    <a:pt x="1484" y="2154"/>
                    <a:pt x="1915" y="1733"/>
                    <a:pt x="1915" y="1197"/>
                  </a:cubicBezTo>
                  <a:lnTo>
                    <a:pt x="1915" y="718"/>
                  </a:lnTo>
                  <a:cubicBezTo>
                    <a:pt x="1915" y="326"/>
                    <a:pt x="1599" y="0"/>
                    <a:pt x="1197" y="0"/>
                  </a:cubicBez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364" name="Google Shape;14364;p43"/>
            <p:cNvSpPr/>
            <p:nvPr/>
          </p:nvSpPr>
          <p:spPr>
            <a:xfrm>
              <a:off x="5911170" y="3145568"/>
              <a:ext cx="28177" cy="56065"/>
            </a:xfrm>
            <a:custGeom>
              <a:rect b="b" l="l" r="r" t="t"/>
              <a:pathLst>
                <a:path extrusionOk="0" h="2135" w="1073">
                  <a:moveTo>
                    <a:pt x="719" y="0"/>
                  </a:moveTo>
                  <a:cubicBezTo>
                    <a:pt x="317" y="0"/>
                    <a:pt x="1" y="316"/>
                    <a:pt x="1" y="718"/>
                  </a:cubicBezTo>
                  <a:lnTo>
                    <a:pt x="1" y="1196"/>
                  </a:lnTo>
                  <a:cubicBezTo>
                    <a:pt x="1" y="1675"/>
                    <a:pt x="355" y="2077"/>
                    <a:pt x="833" y="2134"/>
                  </a:cubicBezTo>
                  <a:cubicBezTo>
                    <a:pt x="757" y="1933"/>
                    <a:pt x="719" y="1723"/>
                    <a:pt x="719" y="1503"/>
                  </a:cubicBezTo>
                  <a:lnTo>
                    <a:pt x="719" y="718"/>
                  </a:lnTo>
                  <a:cubicBezTo>
                    <a:pt x="719" y="316"/>
                    <a:pt x="872" y="0"/>
                    <a:pt x="1073" y="0"/>
                  </a:cubicBez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365" name="Google Shape;14365;p43"/>
            <p:cNvSpPr/>
            <p:nvPr/>
          </p:nvSpPr>
          <p:spPr>
            <a:xfrm>
              <a:off x="5892341" y="3214422"/>
              <a:ext cx="87971" cy="63103"/>
            </a:xfrm>
            <a:custGeom>
              <a:rect b="b" l="l" r="r" t="t"/>
              <a:pathLst>
                <a:path extrusionOk="0" h="2403" w="3350">
                  <a:moveTo>
                    <a:pt x="1426" y="0"/>
                  </a:moveTo>
                  <a:cubicBezTo>
                    <a:pt x="1273" y="10"/>
                    <a:pt x="1120" y="39"/>
                    <a:pt x="986" y="96"/>
                  </a:cubicBezTo>
                  <a:lnTo>
                    <a:pt x="459" y="307"/>
                  </a:lnTo>
                  <a:cubicBezTo>
                    <a:pt x="182" y="412"/>
                    <a:pt x="0" y="680"/>
                    <a:pt x="0" y="967"/>
                  </a:cubicBezTo>
                  <a:lnTo>
                    <a:pt x="0" y="2163"/>
                  </a:lnTo>
                  <a:cubicBezTo>
                    <a:pt x="0" y="2288"/>
                    <a:pt x="115" y="2402"/>
                    <a:pt x="239" y="2402"/>
                  </a:cubicBezTo>
                  <a:lnTo>
                    <a:pt x="3110" y="2402"/>
                  </a:lnTo>
                  <a:cubicBezTo>
                    <a:pt x="3244" y="2402"/>
                    <a:pt x="3350" y="2288"/>
                    <a:pt x="3350" y="2163"/>
                  </a:cubicBezTo>
                  <a:lnTo>
                    <a:pt x="3350" y="967"/>
                  </a:lnTo>
                  <a:cubicBezTo>
                    <a:pt x="3350" y="680"/>
                    <a:pt x="3177" y="412"/>
                    <a:pt x="2900" y="307"/>
                  </a:cubicBezTo>
                  <a:lnTo>
                    <a:pt x="2373" y="96"/>
                  </a:lnTo>
                  <a:cubicBezTo>
                    <a:pt x="2230" y="39"/>
                    <a:pt x="2077" y="10"/>
                    <a:pt x="1924" y="0"/>
                  </a:cubicBezTo>
                  <a:close/>
                </a:path>
              </a:pathLst>
            </a:custGeom>
            <a:solidFill>
              <a:srgbClr val="909FA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366" name="Google Shape;14366;p43"/>
            <p:cNvSpPr/>
            <p:nvPr/>
          </p:nvSpPr>
          <p:spPr>
            <a:xfrm>
              <a:off x="5892341" y="3228996"/>
              <a:ext cx="18855" cy="48528"/>
            </a:xfrm>
            <a:custGeom>
              <a:rect b="b" l="l" r="r" t="t"/>
              <a:pathLst>
                <a:path extrusionOk="0" h="1848" w="718">
                  <a:moveTo>
                    <a:pt x="144" y="0"/>
                  </a:moveTo>
                  <a:cubicBezTo>
                    <a:pt x="48" y="125"/>
                    <a:pt x="0" y="268"/>
                    <a:pt x="0" y="421"/>
                  </a:cubicBezTo>
                  <a:lnTo>
                    <a:pt x="0" y="1608"/>
                  </a:lnTo>
                  <a:cubicBezTo>
                    <a:pt x="0" y="1742"/>
                    <a:pt x="105" y="1847"/>
                    <a:pt x="239" y="1847"/>
                  </a:cubicBezTo>
                  <a:lnTo>
                    <a:pt x="718" y="1847"/>
                  </a:lnTo>
                  <a:lnTo>
                    <a:pt x="718" y="670"/>
                  </a:lnTo>
                  <a:cubicBezTo>
                    <a:pt x="718" y="517"/>
                    <a:pt x="651" y="374"/>
                    <a:pt x="526" y="287"/>
                  </a:cubicBezTo>
                  <a:lnTo>
                    <a:pt x="144" y="0"/>
                  </a:lnTo>
                  <a:close/>
                </a:path>
              </a:pathLst>
            </a:custGeom>
            <a:solidFill>
              <a:srgbClr val="76899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367" name="Google Shape;14367;p43"/>
            <p:cNvSpPr/>
            <p:nvPr/>
          </p:nvSpPr>
          <p:spPr>
            <a:xfrm>
              <a:off x="5961431" y="3228996"/>
              <a:ext cx="18881" cy="48528"/>
            </a:xfrm>
            <a:custGeom>
              <a:rect b="b" l="l" r="r" t="t"/>
              <a:pathLst>
                <a:path extrusionOk="0" h="1848" w="719">
                  <a:moveTo>
                    <a:pt x="585" y="0"/>
                  </a:moveTo>
                  <a:lnTo>
                    <a:pt x="192" y="287"/>
                  </a:lnTo>
                  <a:cubicBezTo>
                    <a:pt x="77" y="374"/>
                    <a:pt x="1" y="517"/>
                    <a:pt x="1" y="670"/>
                  </a:cubicBezTo>
                  <a:lnTo>
                    <a:pt x="1" y="1847"/>
                  </a:lnTo>
                  <a:lnTo>
                    <a:pt x="479" y="1847"/>
                  </a:lnTo>
                  <a:cubicBezTo>
                    <a:pt x="613" y="1847"/>
                    <a:pt x="719" y="1742"/>
                    <a:pt x="719" y="1608"/>
                  </a:cubicBezTo>
                  <a:lnTo>
                    <a:pt x="719" y="421"/>
                  </a:lnTo>
                  <a:cubicBezTo>
                    <a:pt x="719" y="268"/>
                    <a:pt x="671" y="125"/>
                    <a:pt x="585" y="0"/>
                  </a:cubicBezTo>
                  <a:close/>
                </a:path>
              </a:pathLst>
            </a:custGeom>
            <a:solidFill>
              <a:srgbClr val="76899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368" name="Google Shape;14368;p43"/>
            <p:cNvSpPr/>
            <p:nvPr/>
          </p:nvSpPr>
          <p:spPr>
            <a:xfrm>
              <a:off x="5798094" y="3145306"/>
              <a:ext cx="50288" cy="75419"/>
            </a:xfrm>
            <a:custGeom>
              <a:rect b="b" l="l" r="r" t="t"/>
              <a:pathLst>
                <a:path extrusionOk="0" h="2872" w="1915">
                  <a:moveTo>
                    <a:pt x="718" y="0"/>
                  </a:moveTo>
                  <a:cubicBezTo>
                    <a:pt x="316" y="0"/>
                    <a:pt x="0" y="326"/>
                    <a:pt x="0" y="718"/>
                  </a:cubicBezTo>
                  <a:lnTo>
                    <a:pt x="0" y="1513"/>
                  </a:lnTo>
                  <a:cubicBezTo>
                    <a:pt x="10" y="1742"/>
                    <a:pt x="96" y="1972"/>
                    <a:pt x="239" y="2154"/>
                  </a:cubicBezTo>
                  <a:cubicBezTo>
                    <a:pt x="393" y="2336"/>
                    <a:pt x="479" y="2565"/>
                    <a:pt x="479" y="2805"/>
                  </a:cubicBezTo>
                  <a:lnTo>
                    <a:pt x="479" y="2872"/>
                  </a:lnTo>
                  <a:lnTo>
                    <a:pt x="1436" y="2872"/>
                  </a:lnTo>
                  <a:lnTo>
                    <a:pt x="1436" y="2738"/>
                  </a:lnTo>
                  <a:cubicBezTo>
                    <a:pt x="1436" y="2546"/>
                    <a:pt x="1503" y="2355"/>
                    <a:pt x="1627" y="2211"/>
                  </a:cubicBezTo>
                  <a:lnTo>
                    <a:pt x="1723" y="2106"/>
                  </a:lnTo>
                  <a:cubicBezTo>
                    <a:pt x="1838" y="1953"/>
                    <a:pt x="1905" y="1771"/>
                    <a:pt x="1914" y="1580"/>
                  </a:cubicBezTo>
                  <a:lnTo>
                    <a:pt x="1914" y="718"/>
                  </a:lnTo>
                  <a:cubicBezTo>
                    <a:pt x="1914" y="326"/>
                    <a:pt x="1589" y="0"/>
                    <a:pt x="1196" y="0"/>
                  </a:cubicBezTo>
                  <a:close/>
                </a:path>
              </a:pathLst>
            </a:custGeom>
            <a:solidFill>
              <a:srgbClr val="BECBD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369" name="Google Shape;14369;p43"/>
            <p:cNvSpPr/>
            <p:nvPr/>
          </p:nvSpPr>
          <p:spPr>
            <a:xfrm>
              <a:off x="5798094" y="3145306"/>
              <a:ext cx="50288" cy="56564"/>
            </a:xfrm>
            <a:custGeom>
              <a:rect b="b" l="l" r="r" t="t"/>
              <a:pathLst>
                <a:path extrusionOk="0" h="2154" w="1915">
                  <a:moveTo>
                    <a:pt x="718" y="0"/>
                  </a:moveTo>
                  <a:cubicBezTo>
                    <a:pt x="316" y="0"/>
                    <a:pt x="0" y="326"/>
                    <a:pt x="0" y="718"/>
                  </a:cubicBezTo>
                  <a:lnTo>
                    <a:pt x="0" y="1197"/>
                  </a:lnTo>
                  <a:cubicBezTo>
                    <a:pt x="0" y="1733"/>
                    <a:pt x="431" y="2154"/>
                    <a:pt x="957" y="2154"/>
                  </a:cubicBezTo>
                  <a:cubicBezTo>
                    <a:pt x="1484" y="2154"/>
                    <a:pt x="1914" y="1733"/>
                    <a:pt x="1914" y="1197"/>
                  </a:cubicBezTo>
                  <a:lnTo>
                    <a:pt x="1914" y="718"/>
                  </a:lnTo>
                  <a:cubicBezTo>
                    <a:pt x="1914" y="326"/>
                    <a:pt x="1589" y="0"/>
                    <a:pt x="1196" y="0"/>
                  </a:cubicBez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370" name="Google Shape;14370;p43"/>
            <p:cNvSpPr/>
            <p:nvPr/>
          </p:nvSpPr>
          <p:spPr>
            <a:xfrm>
              <a:off x="5779239" y="3214422"/>
              <a:ext cx="87997" cy="63103"/>
            </a:xfrm>
            <a:custGeom>
              <a:rect b="b" l="l" r="r" t="t"/>
              <a:pathLst>
                <a:path extrusionOk="0" h="2403" w="3351">
                  <a:moveTo>
                    <a:pt x="1426" y="0"/>
                  </a:moveTo>
                  <a:cubicBezTo>
                    <a:pt x="1273" y="10"/>
                    <a:pt x="1120" y="39"/>
                    <a:pt x="977" y="96"/>
                  </a:cubicBezTo>
                  <a:lnTo>
                    <a:pt x="450" y="307"/>
                  </a:lnTo>
                  <a:cubicBezTo>
                    <a:pt x="173" y="412"/>
                    <a:pt x="0" y="680"/>
                    <a:pt x="0" y="967"/>
                  </a:cubicBezTo>
                  <a:lnTo>
                    <a:pt x="0" y="2163"/>
                  </a:lnTo>
                  <a:cubicBezTo>
                    <a:pt x="0" y="2288"/>
                    <a:pt x="106" y="2402"/>
                    <a:pt x="240" y="2402"/>
                  </a:cubicBezTo>
                  <a:lnTo>
                    <a:pt x="3111" y="2402"/>
                  </a:lnTo>
                  <a:cubicBezTo>
                    <a:pt x="3245" y="2402"/>
                    <a:pt x="3350" y="2288"/>
                    <a:pt x="3350" y="2163"/>
                  </a:cubicBezTo>
                  <a:lnTo>
                    <a:pt x="3350" y="967"/>
                  </a:lnTo>
                  <a:cubicBezTo>
                    <a:pt x="3350" y="680"/>
                    <a:pt x="3168" y="412"/>
                    <a:pt x="2900" y="307"/>
                  </a:cubicBezTo>
                  <a:lnTo>
                    <a:pt x="2364" y="96"/>
                  </a:lnTo>
                  <a:cubicBezTo>
                    <a:pt x="2221" y="39"/>
                    <a:pt x="2077" y="10"/>
                    <a:pt x="1924" y="0"/>
                  </a:cubicBezTo>
                  <a:close/>
                </a:path>
              </a:pathLst>
            </a:custGeom>
            <a:solidFill>
              <a:srgbClr val="909FA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371" name="Google Shape;14371;p43"/>
            <p:cNvSpPr/>
            <p:nvPr/>
          </p:nvSpPr>
          <p:spPr>
            <a:xfrm>
              <a:off x="5848356" y="3228996"/>
              <a:ext cx="18881" cy="48528"/>
            </a:xfrm>
            <a:custGeom>
              <a:rect b="b" l="l" r="r" t="t"/>
              <a:pathLst>
                <a:path extrusionOk="0" h="1848" w="719">
                  <a:moveTo>
                    <a:pt x="574" y="0"/>
                  </a:moveTo>
                  <a:lnTo>
                    <a:pt x="192" y="287"/>
                  </a:lnTo>
                  <a:cubicBezTo>
                    <a:pt x="67" y="374"/>
                    <a:pt x="0" y="517"/>
                    <a:pt x="0" y="670"/>
                  </a:cubicBezTo>
                  <a:lnTo>
                    <a:pt x="0" y="1847"/>
                  </a:lnTo>
                  <a:lnTo>
                    <a:pt x="479" y="1847"/>
                  </a:lnTo>
                  <a:cubicBezTo>
                    <a:pt x="613" y="1847"/>
                    <a:pt x="718" y="1742"/>
                    <a:pt x="718" y="1608"/>
                  </a:cubicBezTo>
                  <a:lnTo>
                    <a:pt x="718" y="421"/>
                  </a:lnTo>
                  <a:cubicBezTo>
                    <a:pt x="718" y="268"/>
                    <a:pt x="670" y="125"/>
                    <a:pt x="574" y="0"/>
                  </a:cubicBezTo>
                  <a:close/>
                </a:path>
              </a:pathLst>
            </a:custGeom>
            <a:solidFill>
              <a:srgbClr val="76899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372" name="Google Shape;14372;p43"/>
            <p:cNvSpPr/>
            <p:nvPr/>
          </p:nvSpPr>
          <p:spPr>
            <a:xfrm>
              <a:off x="5875482" y="2994521"/>
              <a:ext cx="121925" cy="25157"/>
            </a:xfrm>
            <a:custGeom>
              <a:rect b="b" l="l" r="r" t="t"/>
              <a:pathLst>
                <a:path extrusionOk="0" h="958" w="4643">
                  <a:moveTo>
                    <a:pt x="240" y="0"/>
                  </a:moveTo>
                  <a:cubicBezTo>
                    <a:pt x="97" y="0"/>
                    <a:pt x="1" y="153"/>
                    <a:pt x="68" y="278"/>
                  </a:cubicBezTo>
                  <a:lnTo>
                    <a:pt x="336" y="823"/>
                  </a:lnTo>
                  <a:cubicBezTo>
                    <a:pt x="374" y="909"/>
                    <a:pt x="460" y="957"/>
                    <a:pt x="556" y="957"/>
                  </a:cubicBezTo>
                  <a:lnTo>
                    <a:pt x="4087" y="957"/>
                  </a:lnTo>
                  <a:cubicBezTo>
                    <a:pt x="4174" y="957"/>
                    <a:pt x="4260" y="909"/>
                    <a:pt x="4298" y="823"/>
                  </a:cubicBezTo>
                  <a:lnTo>
                    <a:pt x="4575" y="278"/>
                  </a:lnTo>
                  <a:cubicBezTo>
                    <a:pt x="4642" y="153"/>
                    <a:pt x="4547" y="0"/>
                    <a:pt x="4403" y="0"/>
                  </a:cubicBezTo>
                  <a:close/>
                </a:path>
              </a:pathLst>
            </a:custGeom>
            <a:solidFill>
              <a:srgbClr val="BECBD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373" name="Google Shape;14373;p43"/>
            <p:cNvSpPr/>
            <p:nvPr/>
          </p:nvSpPr>
          <p:spPr>
            <a:xfrm>
              <a:off x="5917472" y="3038506"/>
              <a:ext cx="37709" cy="18855"/>
            </a:xfrm>
            <a:custGeom>
              <a:rect b="b" l="l" r="r" t="t"/>
              <a:pathLst>
                <a:path extrusionOk="0" h="718" w="1436">
                  <a:moveTo>
                    <a:pt x="239" y="0"/>
                  </a:moveTo>
                  <a:cubicBezTo>
                    <a:pt x="105" y="0"/>
                    <a:pt x="0" y="105"/>
                    <a:pt x="0" y="239"/>
                  </a:cubicBezTo>
                  <a:lnTo>
                    <a:pt x="0" y="479"/>
                  </a:lnTo>
                  <a:cubicBezTo>
                    <a:pt x="0" y="613"/>
                    <a:pt x="105" y="718"/>
                    <a:pt x="239" y="718"/>
                  </a:cubicBezTo>
                  <a:lnTo>
                    <a:pt x="1196" y="718"/>
                  </a:lnTo>
                  <a:cubicBezTo>
                    <a:pt x="1330" y="718"/>
                    <a:pt x="1436" y="613"/>
                    <a:pt x="1436" y="479"/>
                  </a:cubicBezTo>
                  <a:lnTo>
                    <a:pt x="1436" y="239"/>
                  </a:lnTo>
                  <a:cubicBezTo>
                    <a:pt x="1436" y="105"/>
                    <a:pt x="1330" y="0"/>
                    <a:pt x="1196" y="0"/>
                  </a:cubicBezTo>
                  <a:close/>
                </a:path>
              </a:pathLst>
            </a:custGeom>
            <a:solidFill>
              <a:srgbClr val="D2DBE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374" name="Google Shape;14374;p43"/>
            <p:cNvSpPr/>
            <p:nvPr/>
          </p:nvSpPr>
          <p:spPr>
            <a:xfrm>
              <a:off x="5892341" y="3007073"/>
              <a:ext cx="87971" cy="12605"/>
            </a:xfrm>
            <a:custGeom>
              <a:rect b="b" l="l" r="r" t="t"/>
              <a:pathLst>
                <a:path extrusionOk="0" h="480" w="3350">
                  <a:moveTo>
                    <a:pt x="239" y="1"/>
                  </a:moveTo>
                  <a:cubicBezTo>
                    <a:pt x="105" y="1"/>
                    <a:pt x="0" y="106"/>
                    <a:pt x="0" y="240"/>
                  </a:cubicBezTo>
                  <a:lnTo>
                    <a:pt x="0" y="479"/>
                  </a:lnTo>
                  <a:lnTo>
                    <a:pt x="3350" y="479"/>
                  </a:lnTo>
                  <a:lnTo>
                    <a:pt x="3350" y="240"/>
                  </a:lnTo>
                  <a:cubicBezTo>
                    <a:pt x="3350" y="106"/>
                    <a:pt x="3244" y="1"/>
                    <a:pt x="3110" y="1"/>
                  </a:cubicBezTo>
                  <a:close/>
                </a:path>
              </a:pathLst>
            </a:custGeom>
            <a:solidFill>
              <a:srgbClr val="96ABB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4375" name="Google Shape;14375;p43"/>
          <p:cNvGrpSpPr/>
          <p:nvPr/>
        </p:nvGrpSpPr>
        <p:grpSpPr>
          <a:xfrm>
            <a:off x="6190130" y="2788577"/>
            <a:ext cx="389830" cy="283003"/>
            <a:chOff x="6190130" y="2940977"/>
            <a:chExt cx="389830" cy="283003"/>
          </a:xfrm>
        </p:grpSpPr>
        <p:sp>
          <p:nvSpPr>
            <p:cNvPr id="14376" name="Google Shape;14376;p43"/>
            <p:cNvSpPr/>
            <p:nvPr/>
          </p:nvSpPr>
          <p:spPr>
            <a:xfrm>
              <a:off x="6208984" y="2940977"/>
              <a:ext cx="352120" cy="257873"/>
            </a:xfrm>
            <a:custGeom>
              <a:rect b="b" l="l" r="r" t="t"/>
              <a:pathLst>
                <a:path extrusionOk="0" h="9820" w="13409">
                  <a:moveTo>
                    <a:pt x="479" y="1"/>
                  </a:moveTo>
                  <a:cubicBezTo>
                    <a:pt x="211" y="1"/>
                    <a:pt x="1" y="221"/>
                    <a:pt x="1" y="479"/>
                  </a:cubicBezTo>
                  <a:lnTo>
                    <a:pt x="1" y="9820"/>
                  </a:lnTo>
                  <a:lnTo>
                    <a:pt x="13409" y="9820"/>
                  </a:lnTo>
                  <a:lnTo>
                    <a:pt x="13409" y="479"/>
                  </a:lnTo>
                  <a:cubicBezTo>
                    <a:pt x="13409" y="221"/>
                    <a:pt x="13198" y="1"/>
                    <a:pt x="12930" y="1"/>
                  </a:cubicBezTo>
                  <a:close/>
                </a:path>
              </a:pathLst>
            </a:custGeom>
            <a:solidFill>
              <a:srgbClr val="63798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377" name="Google Shape;14377;p43"/>
            <p:cNvSpPr/>
            <p:nvPr/>
          </p:nvSpPr>
          <p:spPr>
            <a:xfrm>
              <a:off x="6234115" y="2966370"/>
              <a:ext cx="301859" cy="201073"/>
            </a:xfrm>
            <a:custGeom>
              <a:rect b="b" l="l" r="r" t="t"/>
              <a:pathLst>
                <a:path extrusionOk="0" h="7657" w="11495">
                  <a:moveTo>
                    <a:pt x="240" y="0"/>
                  </a:moveTo>
                  <a:cubicBezTo>
                    <a:pt x="106" y="0"/>
                    <a:pt x="1" y="106"/>
                    <a:pt x="1" y="240"/>
                  </a:cubicBezTo>
                  <a:lnTo>
                    <a:pt x="1" y="7417"/>
                  </a:lnTo>
                  <a:cubicBezTo>
                    <a:pt x="1" y="7551"/>
                    <a:pt x="106" y="7657"/>
                    <a:pt x="240" y="7657"/>
                  </a:cubicBezTo>
                  <a:lnTo>
                    <a:pt x="11255" y="7657"/>
                  </a:lnTo>
                  <a:cubicBezTo>
                    <a:pt x="11389" y="7657"/>
                    <a:pt x="11495" y="7551"/>
                    <a:pt x="11495" y="7417"/>
                  </a:cubicBezTo>
                  <a:lnTo>
                    <a:pt x="11495" y="240"/>
                  </a:lnTo>
                  <a:cubicBezTo>
                    <a:pt x="11495" y="106"/>
                    <a:pt x="11389" y="0"/>
                    <a:pt x="11255" y="0"/>
                  </a:cubicBez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378" name="Google Shape;14378;p43"/>
            <p:cNvSpPr/>
            <p:nvPr/>
          </p:nvSpPr>
          <p:spPr>
            <a:xfrm>
              <a:off x="6234115" y="3129734"/>
              <a:ext cx="175942" cy="37709"/>
            </a:xfrm>
            <a:custGeom>
              <a:rect b="b" l="l" r="r" t="t"/>
              <a:pathLst>
                <a:path extrusionOk="0" h="1436" w="6700">
                  <a:moveTo>
                    <a:pt x="1" y="0"/>
                  </a:moveTo>
                  <a:lnTo>
                    <a:pt x="1" y="1196"/>
                  </a:lnTo>
                  <a:cubicBezTo>
                    <a:pt x="1" y="1330"/>
                    <a:pt x="106" y="1436"/>
                    <a:pt x="240" y="1436"/>
                  </a:cubicBezTo>
                  <a:lnTo>
                    <a:pt x="6700" y="1436"/>
                  </a:lnTo>
                  <a:lnTo>
                    <a:pt x="6700" y="0"/>
                  </a:lnTo>
                  <a:close/>
                </a:path>
              </a:pathLst>
            </a:custGeom>
            <a:solidFill>
              <a:srgbClr val="BECBD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379" name="Google Shape;14379;p43"/>
            <p:cNvSpPr/>
            <p:nvPr/>
          </p:nvSpPr>
          <p:spPr>
            <a:xfrm>
              <a:off x="6410293" y="2966370"/>
              <a:ext cx="125680" cy="100550"/>
            </a:xfrm>
            <a:custGeom>
              <a:rect b="b" l="l" r="r" t="t"/>
              <a:pathLst>
                <a:path extrusionOk="0" h="3829" w="4786">
                  <a:moveTo>
                    <a:pt x="0" y="0"/>
                  </a:moveTo>
                  <a:lnTo>
                    <a:pt x="0" y="3829"/>
                  </a:lnTo>
                  <a:lnTo>
                    <a:pt x="4786" y="3829"/>
                  </a:lnTo>
                  <a:lnTo>
                    <a:pt x="4786" y="240"/>
                  </a:lnTo>
                  <a:cubicBezTo>
                    <a:pt x="4786" y="106"/>
                    <a:pt x="4680" y="0"/>
                    <a:pt x="4546" y="0"/>
                  </a:cubicBezTo>
                  <a:close/>
                </a:path>
              </a:pathLst>
            </a:custGeom>
            <a:solidFill>
              <a:srgbClr val="A5B7C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380" name="Google Shape;14380;p43"/>
            <p:cNvSpPr/>
            <p:nvPr/>
          </p:nvSpPr>
          <p:spPr>
            <a:xfrm>
              <a:off x="6410293" y="3066893"/>
              <a:ext cx="125680" cy="100550"/>
            </a:xfrm>
            <a:custGeom>
              <a:rect b="b" l="l" r="r" t="t"/>
              <a:pathLst>
                <a:path extrusionOk="0" h="3829" w="4786">
                  <a:moveTo>
                    <a:pt x="0" y="1"/>
                  </a:moveTo>
                  <a:lnTo>
                    <a:pt x="0" y="3829"/>
                  </a:lnTo>
                  <a:lnTo>
                    <a:pt x="4546" y="3829"/>
                  </a:lnTo>
                  <a:cubicBezTo>
                    <a:pt x="4680" y="3829"/>
                    <a:pt x="4786" y="3714"/>
                    <a:pt x="4786" y="3589"/>
                  </a:cubicBezTo>
                  <a:lnTo>
                    <a:pt x="4786" y="1"/>
                  </a:lnTo>
                  <a:close/>
                </a:path>
              </a:pathLst>
            </a:custGeom>
            <a:solidFill>
              <a:srgbClr val="8192A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381" name="Google Shape;14381;p43"/>
            <p:cNvSpPr/>
            <p:nvPr/>
          </p:nvSpPr>
          <p:spPr>
            <a:xfrm>
              <a:off x="6190130" y="3192547"/>
              <a:ext cx="389830" cy="31433"/>
            </a:xfrm>
            <a:custGeom>
              <a:rect b="b" l="l" r="r" t="t"/>
              <a:pathLst>
                <a:path extrusionOk="0" h="1197" w="14845">
                  <a:moveTo>
                    <a:pt x="240" y="1"/>
                  </a:moveTo>
                  <a:cubicBezTo>
                    <a:pt x="106" y="1"/>
                    <a:pt x="1" y="106"/>
                    <a:pt x="1" y="240"/>
                  </a:cubicBezTo>
                  <a:lnTo>
                    <a:pt x="1" y="718"/>
                  </a:lnTo>
                  <a:cubicBezTo>
                    <a:pt x="1" y="986"/>
                    <a:pt x="211" y="1197"/>
                    <a:pt x="479" y="1197"/>
                  </a:cubicBezTo>
                  <a:lnTo>
                    <a:pt x="14366" y="1197"/>
                  </a:lnTo>
                  <a:cubicBezTo>
                    <a:pt x="14634" y="1197"/>
                    <a:pt x="14844" y="986"/>
                    <a:pt x="14844" y="718"/>
                  </a:cubicBezTo>
                  <a:lnTo>
                    <a:pt x="14844" y="240"/>
                  </a:lnTo>
                  <a:cubicBezTo>
                    <a:pt x="14844" y="106"/>
                    <a:pt x="14739" y="1"/>
                    <a:pt x="14605" y="1"/>
                  </a:cubicBezTo>
                  <a:close/>
                </a:path>
              </a:pathLst>
            </a:custGeom>
            <a:solidFill>
              <a:srgbClr val="C5D1D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382" name="Google Shape;14382;p43"/>
            <p:cNvSpPr/>
            <p:nvPr/>
          </p:nvSpPr>
          <p:spPr>
            <a:xfrm>
              <a:off x="6190130" y="3192547"/>
              <a:ext cx="389830" cy="12605"/>
            </a:xfrm>
            <a:custGeom>
              <a:rect b="b" l="l" r="r" t="t"/>
              <a:pathLst>
                <a:path extrusionOk="0" h="480" w="14845">
                  <a:moveTo>
                    <a:pt x="240" y="1"/>
                  </a:moveTo>
                  <a:cubicBezTo>
                    <a:pt x="106" y="1"/>
                    <a:pt x="1" y="106"/>
                    <a:pt x="1" y="240"/>
                  </a:cubicBezTo>
                  <a:lnTo>
                    <a:pt x="1" y="479"/>
                  </a:lnTo>
                  <a:lnTo>
                    <a:pt x="14844" y="479"/>
                  </a:lnTo>
                  <a:lnTo>
                    <a:pt x="14844" y="240"/>
                  </a:lnTo>
                  <a:cubicBezTo>
                    <a:pt x="14844" y="106"/>
                    <a:pt x="14739" y="1"/>
                    <a:pt x="14605" y="1"/>
                  </a:cubicBez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383" name="Google Shape;14383;p43"/>
            <p:cNvSpPr/>
            <p:nvPr/>
          </p:nvSpPr>
          <p:spPr>
            <a:xfrm>
              <a:off x="6347217" y="3192547"/>
              <a:ext cx="75419" cy="18881"/>
            </a:xfrm>
            <a:custGeom>
              <a:rect b="b" l="l" r="r" t="t"/>
              <a:pathLst>
                <a:path extrusionOk="0" h="719" w="2872">
                  <a:moveTo>
                    <a:pt x="0" y="1"/>
                  </a:moveTo>
                  <a:lnTo>
                    <a:pt x="345" y="508"/>
                  </a:lnTo>
                  <a:cubicBezTo>
                    <a:pt x="431" y="642"/>
                    <a:pt x="584" y="718"/>
                    <a:pt x="737" y="718"/>
                  </a:cubicBezTo>
                  <a:lnTo>
                    <a:pt x="2144" y="718"/>
                  </a:lnTo>
                  <a:cubicBezTo>
                    <a:pt x="2297" y="718"/>
                    <a:pt x="2450" y="632"/>
                    <a:pt x="2536" y="508"/>
                  </a:cubicBezTo>
                  <a:lnTo>
                    <a:pt x="2871" y="1"/>
                  </a:ln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384" name="Google Shape;14384;p43"/>
            <p:cNvSpPr/>
            <p:nvPr/>
          </p:nvSpPr>
          <p:spPr>
            <a:xfrm>
              <a:off x="6441700" y="3041763"/>
              <a:ext cx="62866" cy="25157"/>
            </a:xfrm>
            <a:custGeom>
              <a:rect b="b" l="l" r="r" t="t"/>
              <a:pathLst>
                <a:path extrusionOk="0" h="958" w="2394">
                  <a:moveTo>
                    <a:pt x="719" y="1"/>
                  </a:moveTo>
                  <a:lnTo>
                    <a:pt x="326" y="125"/>
                  </a:lnTo>
                  <a:cubicBezTo>
                    <a:pt x="135" y="192"/>
                    <a:pt x="1" y="374"/>
                    <a:pt x="1" y="584"/>
                  </a:cubicBezTo>
                  <a:lnTo>
                    <a:pt x="1" y="958"/>
                  </a:lnTo>
                  <a:lnTo>
                    <a:pt x="2393" y="958"/>
                  </a:lnTo>
                  <a:lnTo>
                    <a:pt x="2393" y="584"/>
                  </a:lnTo>
                  <a:cubicBezTo>
                    <a:pt x="2393" y="374"/>
                    <a:pt x="2259" y="192"/>
                    <a:pt x="2068" y="125"/>
                  </a:cubicBezTo>
                  <a:lnTo>
                    <a:pt x="1676" y="1"/>
                  </a:lnTo>
                  <a:close/>
                </a:path>
              </a:pathLst>
            </a:custGeom>
            <a:solidFill>
              <a:srgbClr val="909FA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385" name="Google Shape;14385;p43"/>
            <p:cNvSpPr/>
            <p:nvPr/>
          </p:nvSpPr>
          <p:spPr>
            <a:xfrm>
              <a:off x="6460555" y="3022908"/>
              <a:ext cx="25157" cy="31459"/>
            </a:xfrm>
            <a:custGeom>
              <a:rect b="b" l="l" r="r" t="t"/>
              <a:pathLst>
                <a:path extrusionOk="0" h="1198" w="958">
                  <a:moveTo>
                    <a:pt x="1" y="1"/>
                  </a:moveTo>
                  <a:lnTo>
                    <a:pt x="1" y="719"/>
                  </a:lnTo>
                  <a:cubicBezTo>
                    <a:pt x="1" y="977"/>
                    <a:pt x="211" y="1197"/>
                    <a:pt x="479" y="1197"/>
                  </a:cubicBezTo>
                  <a:cubicBezTo>
                    <a:pt x="737" y="1197"/>
                    <a:pt x="958" y="977"/>
                    <a:pt x="958" y="719"/>
                  </a:cubicBezTo>
                  <a:lnTo>
                    <a:pt x="958" y="1"/>
                  </a:lnTo>
                  <a:close/>
                </a:path>
              </a:pathLst>
            </a:custGeom>
            <a:solidFill>
              <a:srgbClr val="96ABB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386" name="Google Shape;14386;p43"/>
            <p:cNvSpPr/>
            <p:nvPr/>
          </p:nvSpPr>
          <p:spPr>
            <a:xfrm>
              <a:off x="6454279" y="2991501"/>
              <a:ext cx="37709" cy="44012"/>
            </a:xfrm>
            <a:custGeom>
              <a:rect b="b" l="l" r="r" t="t"/>
              <a:pathLst>
                <a:path extrusionOk="0" h="1676" w="1436">
                  <a:moveTo>
                    <a:pt x="479" y="0"/>
                  </a:moveTo>
                  <a:cubicBezTo>
                    <a:pt x="211" y="0"/>
                    <a:pt x="0" y="211"/>
                    <a:pt x="0" y="479"/>
                  </a:cubicBezTo>
                  <a:lnTo>
                    <a:pt x="0" y="957"/>
                  </a:lnTo>
                  <a:cubicBezTo>
                    <a:pt x="0" y="1350"/>
                    <a:pt x="316" y="1675"/>
                    <a:pt x="718" y="1675"/>
                  </a:cubicBezTo>
                  <a:cubicBezTo>
                    <a:pt x="1110" y="1675"/>
                    <a:pt x="1436" y="1350"/>
                    <a:pt x="1436" y="957"/>
                  </a:cubicBezTo>
                  <a:lnTo>
                    <a:pt x="1436" y="479"/>
                  </a:lnTo>
                  <a:cubicBezTo>
                    <a:pt x="1436" y="211"/>
                    <a:pt x="1216" y="0"/>
                    <a:pt x="957" y="0"/>
                  </a:cubicBezTo>
                  <a:close/>
                </a:path>
              </a:pathLst>
            </a:custGeom>
            <a:solidFill>
              <a:srgbClr val="BECBD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387" name="Google Shape;14387;p43"/>
            <p:cNvSpPr/>
            <p:nvPr/>
          </p:nvSpPr>
          <p:spPr>
            <a:xfrm>
              <a:off x="6454069" y="2991501"/>
              <a:ext cx="25367" cy="43907"/>
            </a:xfrm>
            <a:custGeom>
              <a:rect b="b" l="l" r="r" t="t"/>
              <a:pathLst>
                <a:path extrusionOk="0" h="1672" w="966">
                  <a:moveTo>
                    <a:pt x="487" y="0"/>
                  </a:moveTo>
                  <a:cubicBezTo>
                    <a:pt x="219" y="0"/>
                    <a:pt x="8" y="211"/>
                    <a:pt x="8" y="479"/>
                  </a:cubicBezTo>
                  <a:lnTo>
                    <a:pt x="8" y="957"/>
                  </a:lnTo>
                  <a:cubicBezTo>
                    <a:pt x="0" y="1360"/>
                    <a:pt x="338" y="1672"/>
                    <a:pt x="719" y="1672"/>
                  </a:cubicBezTo>
                  <a:cubicBezTo>
                    <a:pt x="800" y="1672"/>
                    <a:pt x="883" y="1658"/>
                    <a:pt x="965" y="1627"/>
                  </a:cubicBezTo>
                  <a:cubicBezTo>
                    <a:pt x="678" y="1522"/>
                    <a:pt x="487" y="1254"/>
                    <a:pt x="487" y="957"/>
                  </a:cubicBezTo>
                  <a:lnTo>
                    <a:pt x="487" y="479"/>
                  </a:lnTo>
                  <a:cubicBezTo>
                    <a:pt x="487" y="211"/>
                    <a:pt x="697" y="0"/>
                    <a:pt x="965" y="0"/>
                  </a:cubicBezTo>
                  <a:close/>
                </a:path>
              </a:pathLst>
            </a:custGeom>
            <a:solidFill>
              <a:srgbClr val="ACBDC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388" name="Google Shape;14388;p43"/>
            <p:cNvSpPr/>
            <p:nvPr/>
          </p:nvSpPr>
          <p:spPr>
            <a:xfrm>
              <a:off x="6454279" y="2991501"/>
              <a:ext cx="37709" cy="18881"/>
            </a:xfrm>
            <a:custGeom>
              <a:rect b="b" l="l" r="r" t="t"/>
              <a:pathLst>
                <a:path extrusionOk="0" h="719" w="1436">
                  <a:moveTo>
                    <a:pt x="479" y="0"/>
                  </a:moveTo>
                  <a:cubicBezTo>
                    <a:pt x="211" y="0"/>
                    <a:pt x="0" y="211"/>
                    <a:pt x="0" y="479"/>
                  </a:cubicBezTo>
                  <a:cubicBezTo>
                    <a:pt x="469" y="613"/>
                    <a:pt x="948" y="699"/>
                    <a:pt x="1436" y="718"/>
                  </a:cubicBezTo>
                  <a:lnTo>
                    <a:pt x="1436" y="479"/>
                  </a:lnTo>
                  <a:cubicBezTo>
                    <a:pt x="1436" y="211"/>
                    <a:pt x="1216" y="0"/>
                    <a:pt x="957" y="0"/>
                  </a:cubicBez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389" name="Google Shape;14389;p43"/>
            <p:cNvSpPr/>
            <p:nvPr/>
          </p:nvSpPr>
          <p:spPr>
            <a:xfrm>
              <a:off x="6454279" y="2991501"/>
              <a:ext cx="25157" cy="15598"/>
            </a:xfrm>
            <a:custGeom>
              <a:rect b="b" l="l" r="r" t="t"/>
              <a:pathLst>
                <a:path extrusionOk="0" h="594" w="958">
                  <a:moveTo>
                    <a:pt x="479" y="0"/>
                  </a:moveTo>
                  <a:cubicBezTo>
                    <a:pt x="211" y="0"/>
                    <a:pt x="0" y="211"/>
                    <a:pt x="0" y="479"/>
                  </a:cubicBezTo>
                  <a:cubicBezTo>
                    <a:pt x="153" y="527"/>
                    <a:pt x="316" y="565"/>
                    <a:pt x="479" y="594"/>
                  </a:cubicBezTo>
                  <a:lnTo>
                    <a:pt x="479" y="479"/>
                  </a:lnTo>
                  <a:cubicBezTo>
                    <a:pt x="479" y="211"/>
                    <a:pt x="689" y="0"/>
                    <a:pt x="957" y="0"/>
                  </a:cubicBez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390" name="Google Shape;14390;p43"/>
            <p:cNvSpPr/>
            <p:nvPr/>
          </p:nvSpPr>
          <p:spPr>
            <a:xfrm>
              <a:off x="6441700" y="3142286"/>
              <a:ext cx="62866" cy="25157"/>
            </a:xfrm>
            <a:custGeom>
              <a:rect b="b" l="l" r="r" t="t"/>
              <a:pathLst>
                <a:path extrusionOk="0" h="958" w="2394">
                  <a:moveTo>
                    <a:pt x="719" y="1"/>
                  </a:moveTo>
                  <a:lnTo>
                    <a:pt x="326" y="135"/>
                  </a:lnTo>
                  <a:cubicBezTo>
                    <a:pt x="135" y="192"/>
                    <a:pt x="1" y="374"/>
                    <a:pt x="1" y="584"/>
                  </a:cubicBezTo>
                  <a:lnTo>
                    <a:pt x="1" y="958"/>
                  </a:lnTo>
                  <a:lnTo>
                    <a:pt x="2393" y="958"/>
                  </a:lnTo>
                  <a:lnTo>
                    <a:pt x="2393" y="584"/>
                  </a:lnTo>
                  <a:cubicBezTo>
                    <a:pt x="2393" y="374"/>
                    <a:pt x="2259" y="192"/>
                    <a:pt x="2068" y="135"/>
                  </a:cubicBezTo>
                  <a:lnTo>
                    <a:pt x="1676" y="1"/>
                  </a:lnTo>
                  <a:close/>
                </a:path>
              </a:pathLst>
            </a:custGeom>
            <a:solidFill>
              <a:srgbClr val="D2DBE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391" name="Google Shape;14391;p43"/>
            <p:cNvSpPr/>
            <p:nvPr/>
          </p:nvSpPr>
          <p:spPr>
            <a:xfrm>
              <a:off x="6460555" y="3123431"/>
              <a:ext cx="25157" cy="31459"/>
            </a:xfrm>
            <a:custGeom>
              <a:rect b="b" l="l" r="r" t="t"/>
              <a:pathLst>
                <a:path extrusionOk="0" h="1198" w="958">
                  <a:moveTo>
                    <a:pt x="1" y="1"/>
                  </a:moveTo>
                  <a:lnTo>
                    <a:pt x="1" y="719"/>
                  </a:lnTo>
                  <a:cubicBezTo>
                    <a:pt x="1" y="977"/>
                    <a:pt x="211" y="1197"/>
                    <a:pt x="479" y="1197"/>
                  </a:cubicBezTo>
                  <a:cubicBezTo>
                    <a:pt x="737" y="1197"/>
                    <a:pt x="958" y="977"/>
                    <a:pt x="958" y="719"/>
                  </a:cubicBezTo>
                  <a:lnTo>
                    <a:pt x="958" y="1"/>
                  </a:lnTo>
                  <a:close/>
                </a:path>
              </a:pathLst>
            </a:custGeom>
            <a:solidFill>
              <a:srgbClr val="96ABB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392" name="Google Shape;14392;p43"/>
            <p:cNvSpPr/>
            <p:nvPr/>
          </p:nvSpPr>
          <p:spPr>
            <a:xfrm>
              <a:off x="6454279" y="3092024"/>
              <a:ext cx="37709" cy="44012"/>
            </a:xfrm>
            <a:custGeom>
              <a:rect b="b" l="l" r="r" t="t"/>
              <a:pathLst>
                <a:path extrusionOk="0" h="1676" w="1436">
                  <a:moveTo>
                    <a:pt x="479" y="1"/>
                  </a:moveTo>
                  <a:cubicBezTo>
                    <a:pt x="211" y="1"/>
                    <a:pt x="0" y="211"/>
                    <a:pt x="0" y="479"/>
                  </a:cubicBezTo>
                  <a:lnTo>
                    <a:pt x="0" y="958"/>
                  </a:lnTo>
                  <a:cubicBezTo>
                    <a:pt x="0" y="1350"/>
                    <a:pt x="316" y="1675"/>
                    <a:pt x="718" y="1675"/>
                  </a:cubicBezTo>
                  <a:cubicBezTo>
                    <a:pt x="1110" y="1675"/>
                    <a:pt x="1436" y="1350"/>
                    <a:pt x="1436" y="958"/>
                  </a:cubicBezTo>
                  <a:lnTo>
                    <a:pt x="1436" y="479"/>
                  </a:lnTo>
                  <a:cubicBezTo>
                    <a:pt x="1436" y="211"/>
                    <a:pt x="1216" y="1"/>
                    <a:pt x="957" y="1"/>
                  </a:cubicBezTo>
                  <a:close/>
                </a:path>
              </a:pathLst>
            </a:custGeom>
            <a:solidFill>
              <a:srgbClr val="BECBD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393" name="Google Shape;14393;p43"/>
            <p:cNvSpPr/>
            <p:nvPr/>
          </p:nvSpPr>
          <p:spPr>
            <a:xfrm>
              <a:off x="6454069" y="3092024"/>
              <a:ext cx="25367" cy="43933"/>
            </a:xfrm>
            <a:custGeom>
              <a:rect b="b" l="l" r="r" t="t"/>
              <a:pathLst>
                <a:path extrusionOk="0" h="1673" w="966">
                  <a:moveTo>
                    <a:pt x="487" y="1"/>
                  </a:moveTo>
                  <a:cubicBezTo>
                    <a:pt x="219" y="1"/>
                    <a:pt x="8" y="211"/>
                    <a:pt x="8" y="479"/>
                  </a:cubicBezTo>
                  <a:lnTo>
                    <a:pt x="8" y="958"/>
                  </a:lnTo>
                  <a:cubicBezTo>
                    <a:pt x="0" y="1367"/>
                    <a:pt x="335" y="1672"/>
                    <a:pt x="715" y="1672"/>
                  </a:cubicBezTo>
                  <a:cubicBezTo>
                    <a:pt x="798" y="1672"/>
                    <a:pt x="882" y="1658"/>
                    <a:pt x="965" y="1628"/>
                  </a:cubicBezTo>
                  <a:cubicBezTo>
                    <a:pt x="678" y="1532"/>
                    <a:pt x="487" y="1254"/>
                    <a:pt x="487" y="958"/>
                  </a:cubicBezTo>
                  <a:lnTo>
                    <a:pt x="487" y="479"/>
                  </a:lnTo>
                  <a:cubicBezTo>
                    <a:pt x="487" y="211"/>
                    <a:pt x="697" y="1"/>
                    <a:pt x="965" y="1"/>
                  </a:cubicBezTo>
                  <a:close/>
                </a:path>
              </a:pathLst>
            </a:custGeom>
            <a:solidFill>
              <a:srgbClr val="ACBDC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394" name="Google Shape;14394;p43"/>
            <p:cNvSpPr/>
            <p:nvPr/>
          </p:nvSpPr>
          <p:spPr>
            <a:xfrm>
              <a:off x="6454279" y="3092024"/>
              <a:ext cx="37709" cy="18881"/>
            </a:xfrm>
            <a:custGeom>
              <a:rect b="b" l="l" r="r" t="t"/>
              <a:pathLst>
                <a:path extrusionOk="0" h="719" w="1436">
                  <a:moveTo>
                    <a:pt x="479" y="1"/>
                  </a:moveTo>
                  <a:cubicBezTo>
                    <a:pt x="211" y="1"/>
                    <a:pt x="0" y="211"/>
                    <a:pt x="0" y="479"/>
                  </a:cubicBezTo>
                  <a:cubicBezTo>
                    <a:pt x="469" y="613"/>
                    <a:pt x="948" y="699"/>
                    <a:pt x="1436" y="718"/>
                  </a:cubicBezTo>
                  <a:lnTo>
                    <a:pt x="1436" y="479"/>
                  </a:lnTo>
                  <a:cubicBezTo>
                    <a:pt x="1436" y="211"/>
                    <a:pt x="1216" y="1"/>
                    <a:pt x="957" y="1"/>
                  </a:cubicBez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395" name="Google Shape;14395;p43"/>
            <p:cNvSpPr/>
            <p:nvPr/>
          </p:nvSpPr>
          <p:spPr>
            <a:xfrm>
              <a:off x="6454279" y="3092024"/>
              <a:ext cx="25157" cy="15598"/>
            </a:xfrm>
            <a:custGeom>
              <a:rect b="b" l="l" r="r" t="t"/>
              <a:pathLst>
                <a:path extrusionOk="0" h="594" w="958">
                  <a:moveTo>
                    <a:pt x="479" y="1"/>
                  </a:moveTo>
                  <a:cubicBezTo>
                    <a:pt x="211" y="1"/>
                    <a:pt x="0" y="211"/>
                    <a:pt x="0" y="479"/>
                  </a:cubicBezTo>
                  <a:cubicBezTo>
                    <a:pt x="153" y="527"/>
                    <a:pt x="316" y="565"/>
                    <a:pt x="479" y="594"/>
                  </a:cubicBezTo>
                  <a:lnTo>
                    <a:pt x="479" y="479"/>
                  </a:lnTo>
                  <a:cubicBezTo>
                    <a:pt x="479" y="211"/>
                    <a:pt x="689" y="1"/>
                    <a:pt x="957" y="1"/>
                  </a:cubicBez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396" name="Google Shape;14396;p43"/>
            <p:cNvSpPr/>
            <p:nvPr/>
          </p:nvSpPr>
          <p:spPr>
            <a:xfrm>
              <a:off x="6284377" y="3048039"/>
              <a:ext cx="75419" cy="94273"/>
            </a:xfrm>
            <a:custGeom>
              <a:rect b="b" l="l" r="r" t="t"/>
              <a:pathLst>
                <a:path extrusionOk="0" h="3590" w="2872">
                  <a:moveTo>
                    <a:pt x="967" y="1"/>
                  </a:moveTo>
                  <a:lnTo>
                    <a:pt x="967" y="479"/>
                  </a:lnTo>
                  <a:cubicBezTo>
                    <a:pt x="958" y="565"/>
                    <a:pt x="910" y="652"/>
                    <a:pt x="833" y="690"/>
                  </a:cubicBezTo>
                  <a:lnTo>
                    <a:pt x="269" y="967"/>
                  </a:lnTo>
                  <a:cubicBezTo>
                    <a:pt x="106" y="1053"/>
                    <a:pt x="1" y="1216"/>
                    <a:pt x="1" y="1398"/>
                  </a:cubicBezTo>
                  <a:lnTo>
                    <a:pt x="1" y="3350"/>
                  </a:lnTo>
                  <a:cubicBezTo>
                    <a:pt x="1" y="3484"/>
                    <a:pt x="116" y="3590"/>
                    <a:pt x="240" y="3590"/>
                  </a:cubicBezTo>
                  <a:lnTo>
                    <a:pt x="2633" y="3590"/>
                  </a:lnTo>
                  <a:cubicBezTo>
                    <a:pt x="2767" y="3590"/>
                    <a:pt x="2872" y="3484"/>
                    <a:pt x="2872" y="3350"/>
                  </a:cubicBezTo>
                  <a:lnTo>
                    <a:pt x="2872" y="1398"/>
                  </a:lnTo>
                  <a:cubicBezTo>
                    <a:pt x="2872" y="1216"/>
                    <a:pt x="2776" y="1053"/>
                    <a:pt x="2613" y="967"/>
                  </a:cubicBezTo>
                  <a:lnTo>
                    <a:pt x="2049" y="690"/>
                  </a:lnTo>
                  <a:cubicBezTo>
                    <a:pt x="1972" y="652"/>
                    <a:pt x="1924" y="565"/>
                    <a:pt x="1924" y="479"/>
                  </a:cubicBezTo>
                  <a:lnTo>
                    <a:pt x="1924" y="1"/>
                  </a:lnTo>
                  <a:close/>
                </a:path>
              </a:pathLst>
            </a:custGeom>
            <a:solidFill>
              <a:srgbClr val="ACBDC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397" name="Google Shape;14397;p43"/>
            <p:cNvSpPr/>
            <p:nvPr/>
          </p:nvSpPr>
          <p:spPr>
            <a:xfrm>
              <a:off x="6308247" y="3048039"/>
              <a:ext cx="27678" cy="18750"/>
            </a:xfrm>
            <a:custGeom>
              <a:rect b="b" l="l" r="r" t="t"/>
              <a:pathLst>
                <a:path extrusionOk="0" h="714" w="1054">
                  <a:moveTo>
                    <a:pt x="49" y="1"/>
                  </a:moveTo>
                  <a:lnTo>
                    <a:pt x="49" y="479"/>
                  </a:lnTo>
                  <a:cubicBezTo>
                    <a:pt x="49" y="527"/>
                    <a:pt x="30" y="575"/>
                    <a:pt x="1" y="613"/>
                  </a:cubicBezTo>
                  <a:cubicBezTo>
                    <a:pt x="168" y="680"/>
                    <a:pt x="348" y="714"/>
                    <a:pt x="527" y="714"/>
                  </a:cubicBezTo>
                  <a:cubicBezTo>
                    <a:pt x="707" y="714"/>
                    <a:pt x="886" y="680"/>
                    <a:pt x="1054" y="613"/>
                  </a:cubicBezTo>
                  <a:cubicBezTo>
                    <a:pt x="1025" y="575"/>
                    <a:pt x="1006" y="527"/>
                    <a:pt x="1006" y="479"/>
                  </a:cubicBezTo>
                  <a:lnTo>
                    <a:pt x="1006" y="1"/>
                  </a:lnTo>
                  <a:close/>
                </a:path>
              </a:pathLst>
            </a:custGeom>
            <a:solidFill>
              <a:srgbClr val="96ABB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398" name="Google Shape;14398;p43"/>
            <p:cNvSpPr/>
            <p:nvPr/>
          </p:nvSpPr>
          <p:spPr>
            <a:xfrm>
              <a:off x="6284377" y="3067891"/>
              <a:ext cx="75681" cy="74421"/>
            </a:xfrm>
            <a:custGeom>
              <a:rect b="b" l="l" r="r" t="t"/>
              <a:pathLst>
                <a:path extrusionOk="0" h="2834" w="2882">
                  <a:moveTo>
                    <a:pt x="709" y="1"/>
                  </a:moveTo>
                  <a:lnTo>
                    <a:pt x="269" y="211"/>
                  </a:lnTo>
                  <a:cubicBezTo>
                    <a:pt x="106" y="297"/>
                    <a:pt x="1" y="460"/>
                    <a:pt x="1" y="642"/>
                  </a:cubicBezTo>
                  <a:lnTo>
                    <a:pt x="1" y="2594"/>
                  </a:lnTo>
                  <a:cubicBezTo>
                    <a:pt x="1" y="2728"/>
                    <a:pt x="116" y="2834"/>
                    <a:pt x="240" y="2834"/>
                  </a:cubicBezTo>
                  <a:lnTo>
                    <a:pt x="2633" y="2834"/>
                  </a:lnTo>
                  <a:cubicBezTo>
                    <a:pt x="2767" y="2834"/>
                    <a:pt x="2872" y="2728"/>
                    <a:pt x="2872" y="2594"/>
                  </a:cubicBezTo>
                  <a:lnTo>
                    <a:pt x="2872" y="642"/>
                  </a:lnTo>
                  <a:cubicBezTo>
                    <a:pt x="2881" y="460"/>
                    <a:pt x="2776" y="297"/>
                    <a:pt x="2613" y="211"/>
                  </a:cubicBezTo>
                  <a:lnTo>
                    <a:pt x="2173" y="1"/>
                  </a:lnTo>
                  <a:cubicBezTo>
                    <a:pt x="1987" y="230"/>
                    <a:pt x="1714" y="345"/>
                    <a:pt x="1441" y="345"/>
                  </a:cubicBezTo>
                  <a:cubicBezTo>
                    <a:pt x="1168" y="345"/>
                    <a:pt x="896" y="230"/>
                    <a:pt x="709" y="1"/>
                  </a:cubicBez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399" name="Google Shape;14399;p43"/>
            <p:cNvSpPr/>
            <p:nvPr/>
          </p:nvSpPr>
          <p:spPr>
            <a:xfrm>
              <a:off x="6296955" y="2997777"/>
              <a:ext cx="50288" cy="56590"/>
            </a:xfrm>
            <a:custGeom>
              <a:rect b="b" l="l" r="r" t="t"/>
              <a:pathLst>
                <a:path extrusionOk="0" h="2155" w="1915">
                  <a:moveTo>
                    <a:pt x="718" y="1"/>
                  </a:moveTo>
                  <a:cubicBezTo>
                    <a:pt x="326" y="1"/>
                    <a:pt x="0" y="317"/>
                    <a:pt x="0" y="718"/>
                  </a:cubicBezTo>
                  <a:lnTo>
                    <a:pt x="0" y="1197"/>
                  </a:lnTo>
                  <a:cubicBezTo>
                    <a:pt x="0" y="1723"/>
                    <a:pt x="431" y="2154"/>
                    <a:pt x="957" y="2154"/>
                  </a:cubicBezTo>
                  <a:cubicBezTo>
                    <a:pt x="1484" y="2154"/>
                    <a:pt x="1914" y="1723"/>
                    <a:pt x="1914" y="1197"/>
                  </a:cubicBezTo>
                  <a:lnTo>
                    <a:pt x="1914" y="718"/>
                  </a:lnTo>
                  <a:cubicBezTo>
                    <a:pt x="1914" y="317"/>
                    <a:pt x="1589" y="1"/>
                    <a:pt x="1197" y="1"/>
                  </a:cubicBezTo>
                  <a:close/>
                </a:path>
              </a:pathLst>
            </a:custGeom>
            <a:solidFill>
              <a:srgbClr val="BECBD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400" name="Google Shape;14400;p43"/>
            <p:cNvSpPr/>
            <p:nvPr/>
          </p:nvSpPr>
          <p:spPr>
            <a:xfrm>
              <a:off x="6296955" y="2997777"/>
              <a:ext cx="34689" cy="56485"/>
            </a:xfrm>
            <a:custGeom>
              <a:rect b="b" l="l" r="r" t="t"/>
              <a:pathLst>
                <a:path extrusionOk="0" h="2151" w="1321">
                  <a:moveTo>
                    <a:pt x="718" y="1"/>
                  </a:moveTo>
                  <a:cubicBezTo>
                    <a:pt x="326" y="1"/>
                    <a:pt x="0" y="317"/>
                    <a:pt x="0" y="718"/>
                  </a:cubicBezTo>
                  <a:lnTo>
                    <a:pt x="0" y="1197"/>
                  </a:lnTo>
                  <a:cubicBezTo>
                    <a:pt x="0" y="1745"/>
                    <a:pt x="449" y="2150"/>
                    <a:pt x="954" y="2150"/>
                  </a:cubicBezTo>
                  <a:cubicBezTo>
                    <a:pt x="1075" y="2150"/>
                    <a:pt x="1199" y="2127"/>
                    <a:pt x="1321" y="2077"/>
                  </a:cubicBezTo>
                  <a:cubicBezTo>
                    <a:pt x="957" y="1934"/>
                    <a:pt x="718" y="1580"/>
                    <a:pt x="718" y="1197"/>
                  </a:cubicBezTo>
                  <a:lnTo>
                    <a:pt x="718" y="718"/>
                  </a:lnTo>
                  <a:cubicBezTo>
                    <a:pt x="718" y="364"/>
                    <a:pt x="967" y="68"/>
                    <a:pt x="1321" y="10"/>
                  </a:cubicBezTo>
                  <a:cubicBezTo>
                    <a:pt x="1273" y="1"/>
                    <a:pt x="1235" y="1"/>
                    <a:pt x="1197" y="1"/>
                  </a:cubicBezTo>
                  <a:close/>
                </a:path>
              </a:pathLst>
            </a:custGeom>
            <a:solidFill>
              <a:srgbClr val="ACBDC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401" name="Google Shape;14401;p43"/>
            <p:cNvSpPr/>
            <p:nvPr/>
          </p:nvSpPr>
          <p:spPr>
            <a:xfrm>
              <a:off x="6296955" y="2997777"/>
              <a:ext cx="50288" cy="25157"/>
            </a:xfrm>
            <a:custGeom>
              <a:rect b="b" l="l" r="r" t="t"/>
              <a:pathLst>
                <a:path extrusionOk="0" h="958" w="1915">
                  <a:moveTo>
                    <a:pt x="718" y="1"/>
                  </a:moveTo>
                  <a:cubicBezTo>
                    <a:pt x="326" y="1"/>
                    <a:pt x="0" y="317"/>
                    <a:pt x="0" y="718"/>
                  </a:cubicBezTo>
                  <a:cubicBezTo>
                    <a:pt x="0" y="718"/>
                    <a:pt x="718" y="958"/>
                    <a:pt x="1914" y="958"/>
                  </a:cubicBezTo>
                  <a:lnTo>
                    <a:pt x="1914" y="718"/>
                  </a:lnTo>
                  <a:cubicBezTo>
                    <a:pt x="1914" y="317"/>
                    <a:pt x="1589" y="1"/>
                    <a:pt x="1197" y="1"/>
                  </a:cubicBez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402" name="Google Shape;14402;p43"/>
            <p:cNvSpPr/>
            <p:nvPr/>
          </p:nvSpPr>
          <p:spPr>
            <a:xfrm>
              <a:off x="6296955" y="2997777"/>
              <a:ext cx="34689" cy="22899"/>
            </a:xfrm>
            <a:custGeom>
              <a:rect b="b" l="l" r="r" t="t"/>
              <a:pathLst>
                <a:path extrusionOk="0" h="872" w="1321">
                  <a:moveTo>
                    <a:pt x="718" y="1"/>
                  </a:moveTo>
                  <a:cubicBezTo>
                    <a:pt x="326" y="1"/>
                    <a:pt x="0" y="317"/>
                    <a:pt x="0" y="718"/>
                  </a:cubicBezTo>
                  <a:cubicBezTo>
                    <a:pt x="240" y="785"/>
                    <a:pt x="479" y="833"/>
                    <a:pt x="718" y="872"/>
                  </a:cubicBezTo>
                  <a:lnTo>
                    <a:pt x="718" y="718"/>
                  </a:lnTo>
                  <a:cubicBezTo>
                    <a:pt x="718" y="364"/>
                    <a:pt x="967" y="68"/>
                    <a:pt x="1321" y="10"/>
                  </a:cubicBezTo>
                  <a:cubicBezTo>
                    <a:pt x="1273" y="1"/>
                    <a:pt x="1235" y="1"/>
                    <a:pt x="1197" y="1"/>
                  </a:cubicBez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403" name="Google Shape;14403;p43"/>
            <p:cNvSpPr/>
            <p:nvPr/>
          </p:nvSpPr>
          <p:spPr>
            <a:xfrm>
              <a:off x="6284377" y="3078947"/>
              <a:ext cx="31459" cy="63365"/>
            </a:xfrm>
            <a:custGeom>
              <a:rect b="b" l="l" r="r" t="t"/>
              <a:pathLst>
                <a:path extrusionOk="0" h="2413" w="1198">
                  <a:moveTo>
                    <a:pt x="58" y="1"/>
                  </a:moveTo>
                  <a:cubicBezTo>
                    <a:pt x="20" y="68"/>
                    <a:pt x="1" y="144"/>
                    <a:pt x="1" y="221"/>
                  </a:cubicBezTo>
                  <a:lnTo>
                    <a:pt x="1" y="2173"/>
                  </a:lnTo>
                  <a:cubicBezTo>
                    <a:pt x="1" y="2307"/>
                    <a:pt x="106" y="2413"/>
                    <a:pt x="240" y="2413"/>
                  </a:cubicBezTo>
                  <a:lnTo>
                    <a:pt x="1197" y="2413"/>
                  </a:lnTo>
                  <a:lnTo>
                    <a:pt x="1197" y="1934"/>
                  </a:lnTo>
                  <a:lnTo>
                    <a:pt x="958" y="1934"/>
                  </a:lnTo>
                  <a:cubicBezTo>
                    <a:pt x="824" y="1934"/>
                    <a:pt x="719" y="1829"/>
                    <a:pt x="719" y="1695"/>
                  </a:cubicBezTo>
                  <a:lnTo>
                    <a:pt x="719" y="738"/>
                  </a:lnTo>
                  <a:cubicBezTo>
                    <a:pt x="719" y="585"/>
                    <a:pt x="652" y="441"/>
                    <a:pt x="527" y="355"/>
                  </a:cubicBezTo>
                  <a:lnTo>
                    <a:pt x="58" y="1"/>
                  </a:ln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404" name="Google Shape;14404;p43"/>
            <p:cNvSpPr/>
            <p:nvPr/>
          </p:nvSpPr>
          <p:spPr>
            <a:xfrm>
              <a:off x="6328625" y="3078947"/>
              <a:ext cx="31433" cy="63365"/>
            </a:xfrm>
            <a:custGeom>
              <a:rect b="b" l="l" r="r" t="t"/>
              <a:pathLst>
                <a:path extrusionOk="0" h="2413" w="1197">
                  <a:moveTo>
                    <a:pt x="1139" y="1"/>
                  </a:moveTo>
                  <a:lnTo>
                    <a:pt x="670" y="355"/>
                  </a:lnTo>
                  <a:cubicBezTo>
                    <a:pt x="546" y="441"/>
                    <a:pt x="479" y="585"/>
                    <a:pt x="479" y="738"/>
                  </a:cubicBezTo>
                  <a:lnTo>
                    <a:pt x="479" y="1695"/>
                  </a:lnTo>
                  <a:cubicBezTo>
                    <a:pt x="479" y="1829"/>
                    <a:pt x="364" y="1934"/>
                    <a:pt x="239" y="1934"/>
                  </a:cubicBezTo>
                  <a:lnTo>
                    <a:pt x="0" y="1934"/>
                  </a:lnTo>
                  <a:lnTo>
                    <a:pt x="0" y="2413"/>
                  </a:lnTo>
                  <a:lnTo>
                    <a:pt x="957" y="2413"/>
                  </a:lnTo>
                  <a:cubicBezTo>
                    <a:pt x="1082" y="2413"/>
                    <a:pt x="1196" y="2307"/>
                    <a:pt x="1196" y="2173"/>
                  </a:cubicBezTo>
                  <a:lnTo>
                    <a:pt x="1196" y="221"/>
                  </a:lnTo>
                  <a:cubicBezTo>
                    <a:pt x="1196" y="144"/>
                    <a:pt x="1168" y="68"/>
                    <a:pt x="1139" y="1"/>
                  </a:cubicBez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405" name="Google Shape;14405;p43"/>
            <p:cNvSpPr/>
            <p:nvPr/>
          </p:nvSpPr>
          <p:spPr>
            <a:xfrm>
              <a:off x="6309770" y="3129734"/>
              <a:ext cx="25157" cy="12579"/>
            </a:xfrm>
            <a:custGeom>
              <a:rect b="b" l="l" r="r" t="t"/>
              <a:pathLst>
                <a:path extrusionOk="0" h="479" w="958">
                  <a:moveTo>
                    <a:pt x="0" y="0"/>
                  </a:moveTo>
                  <a:lnTo>
                    <a:pt x="0" y="479"/>
                  </a:lnTo>
                  <a:lnTo>
                    <a:pt x="957" y="479"/>
                  </a:lnTo>
                  <a:lnTo>
                    <a:pt x="957" y="0"/>
                  </a:lnTo>
                  <a:close/>
                </a:path>
              </a:pathLst>
            </a:custGeom>
            <a:solidFill>
              <a:srgbClr val="ACBDC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4406" name="Google Shape;14406;p43"/>
          <p:cNvGrpSpPr/>
          <p:nvPr/>
        </p:nvGrpSpPr>
        <p:grpSpPr>
          <a:xfrm>
            <a:off x="6633976" y="2747874"/>
            <a:ext cx="389804" cy="364673"/>
            <a:chOff x="6633976" y="2900274"/>
            <a:chExt cx="389804" cy="364673"/>
          </a:xfrm>
        </p:grpSpPr>
        <p:sp>
          <p:nvSpPr>
            <p:cNvPr id="14407" name="Google Shape;14407;p43"/>
            <p:cNvSpPr/>
            <p:nvPr/>
          </p:nvSpPr>
          <p:spPr>
            <a:xfrm>
              <a:off x="6847838" y="2937957"/>
              <a:ext cx="175942" cy="184109"/>
            </a:xfrm>
            <a:custGeom>
              <a:rect b="b" l="l" r="r" t="t"/>
              <a:pathLst>
                <a:path extrusionOk="0" h="7011" w="6700">
                  <a:moveTo>
                    <a:pt x="718" y="1"/>
                  </a:moveTo>
                  <a:cubicBezTo>
                    <a:pt x="326" y="1"/>
                    <a:pt x="0" y="317"/>
                    <a:pt x="0" y="719"/>
                  </a:cubicBezTo>
                  <a:lnTo>
                    <a:pt x="0" y="4547"/>
                  </a:lnTo>
                  <a:cubicBezTo>
                    <a:pt x="0" y="4939"/>
                    <a:pt x="326" y="5265"/>
                    <a:pt x="718" y="5265"/>
                  </a:cubicBezTo>
                  <a:lnTo>
                    <a:pt x="1436" y="5265"/>
                  </a:lnTo>
                  <a:lnTo>
                    <a:pt x="1034" y="6863"/>
                  </a:lnTo>
                  <a:cubicBezTo>
                    <a:pt x="1012" y="6942"/>
                    <a:pt x="1078" y="7011"/>
                    <a:pt x="1153" y="7011"/>
                  </a:cubicBezTo>
                  <a:cubicBezTo>
                    <a:pt x="1177" y="7011"/>
                    <a:pt x="1202" y="7004"/>
                    <a:pt x="1225" y="6987"/>
                  </a:cubicBezTo>
                  <a:lnTo>
                    <a:pt x="3589" y="5265"/>
                  </a:lnTo>
                  <a:lnTo>
                    <a:pt x="5982" y="5265"/>
                  </a:lnTo>
                  <a:cubicBezTo>
                    <a:pt x="6374" y="5265"/>
                    <a:pt x="6700" y="4949"/>
                    <a:pt x="6700" y="4547"/>
                  </a:cubicBezTo>
                  <a:lnTo>
                    <a:pt x="6700" y="719"/>
                  </a:lnTo>
                  <a:cubicBezTo>
                    <a:pt x="6700" y="326"/>
                    <a:pt x="6384" y="1"/>
                    <a:pt x="5982" y="1"/>
                  </a:cubicBez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408" name="Google Shape;14408;p43"/>
            <p:cNvSpPr/>
            <p:nvPr/>
          </p:nvSpPr>
          <p:spPr>
            <a:xfrm>
              <a:off x="6910651" y="2937957"/>
              <a:ext cx="50288" cy="119404"/>
            </a:xfrm>
            <a:custGeom>
              <a:rect b="b" l="l" r="r" t="t"/>
              <a:pathLst>
                <a:path extrusionOk="0" h="4547" w="1915">
                  <a:moveTo>
                    <a:pt x="1" y="1"/>
                  </a:moveTo>
                  <a:lnTo>
                    <a:pt x="1" y="3590"/>
                  </a:lnTo>
                  <a:cubicBezTo>
                    <a:pt x="1" y="4116"/>
                    <a:pt x="432" y="4547"/>
                    <a:pt x="958" y="4547"/>
                  </a:cubicBezTo>
                  <a:cubicBezTo>
                    <a:pt x="1484" y="4547"/>
                    <a:pt x="1915" y="4116"/>
                    <a:pt x="1915" y="3590"/>
                  </a:cubicBezTo>
                  <a:lnTo>
                    <a:pt x="1915" y="1"/>
                  </a:ln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409" name="Google Shape;14409;p43"/>
            <p:cNvSpPr/>
            <p:nvPr/>
          </p:nvSpPr>
          <p:spPr>
            <a:xfrm>
              <a:off x="6923493" y="2900274"/>
              <a:ext cx="24632" cy="100550"/>
            </a:xfrm>
            <a:custGeom>
              <a:rect b="b" l="l" r="r" t="t"/>
              <a:pathLst>
                <a:path extrusionOk="0" h="3829" w="938">
                  <a:moveTo>
                    <a:pt x="249" y="0"/>
                  </a:moveTo>
                  <a:cubicBezTo>
                    <a:pt x="105" y="0"/>
                    <a:pt x="0" y="115"/>
                    <a:pt x="10" y="259"/>
                  </a:cubicBezTo>
                  <a:lnTo>
                    <a:pt x="220" y="3608"/>
                  </a:lnTo>
                  <a:cubicBezTo>
                    <a:pt x="220" y="3733"/>
                    <a:pt x="325" y="3829"/>
                    <a:pt x="459" y="3829"/>
                  </a:cubicBezTo>
                  <a:lnTo>
                    <a:pt x="488" y="3829"/>
                  </a:lnTo>
                  <a:cubicBezTo>
                    <a:pt x="613" y="3829"/>
                    <a:pt x="718" y="3733"/>
                    <a:pt x="727" y="3608"/>
                  </a:cubicBezTo>
                  <a:lnTo>
                    <a:pt x="938" y="259"/>
                  </a:lnTo>
                  <a:cubicBezTo>
                    <a:pt x="938" y="115"/>
                    <a:pt x="833" y="0"/>
                    <a:pt x="699" y="0"/>
                  </a:cubicBez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410" name="Google Shape;14410;p43"/>
            <p:cNvSpPr/>
            <p:nvPr/>
          </p:nvSpPr>
          <p:spPr>
            <a:xfrm>
              <a:off x="6923230" y="3019652"/>
              <a:ext cx="25157" cy="25157"/>
            </a:xfrm>
            <a:custGeom>
              <a:rect b="b" l="l" r="r" t="t"/>
              <a:pathLst>
                <a:path extrusionOk="0" h="958" w="958">
                  <a:moveTo>
                    <a:pt x="479" y="0"/>
                  </a:moveTo>
                  <a:cubicBezTo>
                    <a:pt x="221" y="0"/>
                    <a:pt x="0" y="220"/>
                    <a:pt x="0" y="479"/>
                  </a:cubicBezTo>
                  <a:cubicBezTo>
                    <a:pt x="0" y="747"/>
                    <a:pt x="221" y="957"/>
                    <a:pt x="479" y="957"/>
                  </a:cubicBezTo>
                  <a:cubicBezTo>
                    <a:pt x="747" y="957"/>
                    <a:pt x="957" y="747"/>
                    <a:pt x="957" y="479"/>
                  </a:cubicBezTo>
                  <a:cubicBezTo>
                    <a:pt x="957" y="220"/>
                    <a:pt x="747" y="0"/>
                    <a:pt x="479" y="0"/>
                  </a:cubicBez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411" name="Google Shape;14411;p43"/>
            <p:cNvSpPr/>
            <p:nvPr/>
          </p:nvSpPr>
          <p:spPr>
            <a:xfrm>
              <a:off x="6633976" y="3176713"/>
              <a:ext cx="213625" cy="88234"/>
            </a:xfrm>
            <a:custGeom>
              <a:rect b="b" l="l" r="r" t="t"/>
              <a:pathLst>
                <a:path extrusionOk="0" h="3360" w="8135">
                  <a:moveTo>
                    <a:pt x="2641" y="1"/>
                  </a:moveTo>
                  <a:lnTo>
                    <a:pt x="632" y="738"/>
                  </a:lnTo>
                  <a:cubicBezTo>
                    <a:pt x="258" y="872"/>
                    <a:pt x="0" y="1235"/>
                    <a:pt x="0" y="1637"/>
                  </a:cubicBezTo>
                  <a:lnTo>
                    <a:pt x="0" y="3121"/>
                  </a:lnTo>
                  <a:cubicBezTo>
                    <a:pt x="0" y="3255"/>
                    <a:pt x="115" y="3360"/>
                    <a:pt x="239" y="3360"/>
                  </a:cubicBezTo>
                  <a:lnTo>
                    <a:pt x="7896" y="3360"/>
                  </a:lnTo>
                  <a:cubicBezTo>
                    <a:pt x="8030" y="3360"/>
                    <a:pt x="8135" y="3255"/>
                    <a:pt x="8135" y="3121"/>
                  </a:cubicBezTo>
                  <a:lnTo>
                    <a:pt x="8135" y="1637"/>
                  </a:lnTo>
                  <a:cubicBezTo>
                    <a:pt x="8135" y="1235"/>
                    <a:pt x="7886" y="872"/>
                    <a:pt x="7513" y="738"/>
                  </a:cubicBezTo>
                  <a:lnTo>
                    <a:pt x="5513" y="1"/>
                  </a:lnTo>
                  <a:lnTo>
                    <a:pt x="4077" y="479"/>
                  </a:lnTo>
                  <a:lnTo>
                    <a:pt x="2641" y="1"/>
                  </a:lnTo>
                  <a:close/>
                </a:path>
              </a:pathLst>
            </a:custGeom>
            <a:solidFill>
              <a:srgbClr val="8192A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412" name="Google Shape;14412;p43"/>
            <p:cNvSpPr/>
            <p:nvPr/>
          </p:nvSpPr>
          <p:spPr>
            <a:xfrm>
              <a:off x="6728460" y="3201843"/>
              <a:ext cx="25157" cy="63103"/>
            </a:xfrm>
            <a:custGeom>
              <a:rect b="b" l="l" r="r" t="t"/>
              <a:pathLst>
                <a:path extrusionOk="0" h="2403" w="958">
                  <a:moveTo>
                    <a:pt x="221" y="1"/>
                  </a:moveTo>
                  <a:lnTo>
                    <a:pt x="0" y="2403"/>
                  </a:lnTo>
                  <a:lnTo>
                    <a:pt x="957" y="2403"/>
                  </a:lnTo>
                  <a:lnTo>
                    <a:pt x="728" y="1"/>
                  </a:lnTo>
                  <a:close/>
                </a:path>
              </a:pathLst>
            </a:custGeom>
            <a:solidFill>
              <a:srgbClr val="4B637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413" name="Google Shape;14413;p43"/>
            <p:cNvSpPr/>
            <p:nvPr/>
          </p:nvSpPr>
          <p:spPr>
            <a:xfrm>
              <a:off x="6729956" y="3189291"/>
              <a:ext cx="21901" cy="21376"/>
            </a:xfrm>
            <a:custGeom>
              <a:rect b="b" l="l" r="r" t="t"/>
              <a:pathLst>
                <a:path extrusionOk="0" h="814" w="834">
                  <a:moveTo>
                    <a:pt x="1" y="0"/>
                  </a:moveTo>
                  <a:lnTo>
                    <a:pt x="1" y="641"/>
                  </a:lnTo>
                  <a:cubicBezTo>
                    <a:pt x="1" y="737"/>
                    <a:pt x="77" y="814"/>
                    <a:pt x="164" y="814"/>
                  </a:cubicBezTo>
                  <a:lnTo>
                    <a:pt x="671" y="814"/>
                  </a:lnTo>
                  <a:cubicBezTo>
                    <a:pt x="766" y="814"/>
                    <a:pt x="833" y="737"/>
                    <a:pt x="833" y="641"/>
                  </a:cubicBezTo>
                  <a:lnTo>
                    <a:pt x="833" y="0"/>
                  </a:lnTo>
                  <a:close/>
                </a:path>
              </a:pathLst>
            </a:custGeom>
            <a:solidFill>
              <a:srgbClr val="435D7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414" name="Google Shape;14414;p43"/>
            <p:cNvSpPr/>
            <p:nvPr/>
          </p:nvSpPr>
          <p:spPr>
            <a:xfrm>
              <a:off x="6810128" y="3202605"/>
              <a:ext cx="37736" cy="62341"/>
            </a:xfrm>
            <a:custGeom>
              <a:rect b="b" l="l" r="r" t="t"/>
              <a:pathLst>
                <a:path extrusionOk="0" h="2374" w="1437">
                  <a:moveTo>
                    <a:pt x="1178" y="0"/>
                  </a:moveTo>
                  <a:lnTo>
                    <a:pt x="278" y="900"/>
                  </a:lnTo>
                  <a:cubicBezTo>
                    <a:pt x="97" y="1082"/>
                    <a:pt x="1" y="1321"/>
                    <a:pt x="1" y="1580"/>
                  </a:cubicBezTo>
                  <a:lnTo>
                    <a:pt x="1" y="2374"/>
                  </a:lnTo>
                  <a:lnTo>
                    <a:pt x="1197" y="2374"/>
                  </a:lnTo>
                  <a:cubicBezTo>
                    <a:pt x="1331" y="2374"/>
                    <a:pt x="1436" y="2269"/>
                    <a:pt x="1436" y="2135"/>
                  </a:cubicBezTo>
                  <a:lnTo>
                    <a:pt x="1436" y="651"/>
                  </a:lnTo>
                  <a:cubicBezTo>
                    <a:pt x="1436" y="412"/>
                    <a:pt x="1341" y="173"/>
                    <a:pt x="1178" y="0"/>
                  </a:cubicBezTo>
                  <a:close/>
                </a:path>
              </a:pathLst>
            </a:custGeom>
            <a:solidFill>
              <a:srgbClr val="6E829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415" name="Google Shape;14415;p43"/>
            <p:cNvSpPr/>
            <p:nvPr/>
          </p:nvSpPr>
          <p:spPr>
            <a:xfrm>
              <a:off x="6671922" y="2981942"/>
              <a:ext cx="138233" cy="100550"/>
            </a:xfrm>
            <a:custGeom>
              <a:rect b="b" l="l" r="r" t="t"/>
              <a:pathLst>
                <a:path extrusionOk="0" h="3829" w="5264">
                  <a:moveTo>
                    <a:pt x="1914" y="1"/>
                  </a:moveTo>
                  <a:cubicBezTo>
                    <a:pt x="852" y="1"/>
                    <a:pt x="0" y="862"/>
                    <a:pt x="0" y="1915"/>
                  </a:cubicBezTo>
                  <a:lnTo>
                    <a:pt x="0" y="2489"/>
                  </a:lnTo>
                  <a:cubicBezTo>
                    <a:pt x="0" y="2738"/>
                    <a:pt x="38" y="2996"/>
                    <a:pt x="115" y="3245"/>
                  </a:cubicBezTo>
                  <a:lnTo>
                    <a:pt x="201" y="3484"/>
                  </a:lnTo>
                  <a:cubicBezTo>
                    <a:pt x="220" y="3551"/>
                    <a:pt x="230" y="3628"/>
                    <a:pt x="239" y="3704"/>
                  </a:cubicBezTo>
                  <a:lnTo>
                    <a:pt x="239" y="3829"/>
                  </a:lnTo>
                  <a:lnTo>
                    <a:pt x="5025" y="3829"/>
                  </a:lnTo>
                  <a:lnTo>
                    <a:pt x="5025" y="3704"/>
                  </a:lnTo>
                  <a:cubicBezTo>
                    <a:pt x="5025" y="3628"/>
                    <a:pt x="5034" y="3551"/>
                    <a:pt x="5053" y="3484"/>
                  </a:cubicBezTo>
                  <a:lnTo>
                    <a:pt x="5139" y="3245"/>
                  </a:lnTo>
                  <a:cubicBezTo>
                    <a:pt x="5216" y="2996"/>
                    <a:pt x="5264" y="2738"/>
                    <a:pt x="5264" y="2489"/>
                  </a:cubicBezTo>
                  <a:lnTo>
                    <a:pt x="5264" y="479"/>
                  </a:lnTo>
                  <a:cubicBezTo>
                    <a:pt x="5264" y="211"/>
                    <a:pt x="5044" y="1"/>
                    <a:pt x="4785" y="1"/>
                  </a:cubicBez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416" name="Google Shape;14416;p43"/>
            <p:cNvSpPr/>
            <p:nvPr/>
          </p:nvSpPr>
          <p:spPr>
            <a:xfrm>
              <a:off x="6703066" y="2981942"/>
              <a:ext cx="107088" cy="100550"/>
            </a:xfrm>
            <a:custGeom>
              <a:rect b="b" l="l" r="r" t="t"/>
              <a:pathLst>
                <a:path extrusionOk="0" h="3829" w="4078">
                  <a:moveTo>
                    <a:pt x="977" y="1"/>
                  </a:moveTo>
                  <a:cubicBezTo>
                    <a:pt x="441" y="1"/>
                    <a:pt x="1" y="441"/>
                    <a:pt x="10" y="977"/>
                  </a:cubicBezTo>
                  <a:cubicBezTo>
                    <a:pt x="10" y="1513"/>
                    <a:pt x="441" y="1944"/>
                    <a:pt x="977" y="1944"/>
                  </a:cubicBezTo>
                  <a:lnTo>
                    <a:pt x="1111" y="1944"/>
                  </a:lnTo>
                  <a:lnTo>
                    <a:pt x="1178" y="3829"/>
                  </a:lnTo>
                  <a:lnTo>
                    <a:pt x="3839" y="3829"/>
                  </a:lnTo>
                  <a:lnTo>
                    <a:pt x="3839" y="3714"/>
                  </a:lnTo>
                  <a:cubicBezTo>
                    <a:pt x="3839" y="3637"/>
                    <a:pt x="3848" y="3561"/>
                    <a:pt x="3877" y="3484"/>
                  </a:cubicBezTo>
                  <a:lnTo>
                    <a:pt x="3953" y="3245"/>
                  </a:lnTo>
                  <a:cubicBezTo>
                    <a:pt x="4030" y="2996"/>
                    <a:pt x="4078" y="2747"/>
                    <a:pt x="4078" y="2489"/>
                  </a:cubicBezTo>
                  <a:lnTo>
                    <a:pt x="4078" y="479"/>
                  </a:lnTo>
                  <a:cubicBezTo>
                    <a:pt x="4078" y="211"/>
                    <a:pt x="3858" y="1"/>
                    <a:pt x="3599" y="1"/>
                  </a:cubicBez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417" name="Google Shape;14417;p43"/>
            <p:cNvSpPr/>
            <p:nvPr/>
          </p:nvSpPr>
          <p:spPr>
            <a:xfrm>
              <a:off x="6703066" y="3132727"/>
              <a:ext cx="75681" cy="56590"/>
            </a:xfrm>
            <a:custGeom>
              <a:rect b="b" l="l" r="r" t="t"/>
              <a:pathLst>
                <a:path extrusionOk="0" h="2155" w="2882">
                  <a:moveTo>
                    <a:pt x="1" y="1"/>
                  </a:moveTo>
                  <a:lnTo>
                    <a:pt x="1" y="2154"/>
                  </a:lnTo>
                  <a:lnTo>
                    <a:pt x="2882" y="2154"/>
                  </a:lnTo>
                  <a:lnTo>
                    <a:pt x="2882" y="1"/>
                  </a:lnTo>
                  <a:close/>
                </a:path>
              </a:pathLst>
            </a:custGeom>
            <a:solidFill>
              <a:srgbClr val="ACBDC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418" name="Google Shape;14418;p43"/>
            <p:cNvSpPr/>
            <p:nvPr/>
          </p:nvSpPr>
          <p:spPr>
            <a:xfrm>
              <a:off x="6703329" y="3132727"/>
              <a:ext cx="75419" cy="31565"/>
            </a:xfrm>
            <a:custGeom>
              <a:rect b="b" l="l" r="r" t="t"/>
              <a:pathLst>
                <a:path extrusionOk="0" h="1202" w="2872">
                  <a:moveTo>
                    <a:pt x="0" y="1"/>
                  </a:moveTo>
                  <a:lnTo>
                    <a:pt x="0" y="814"/>
                  </a:lnTo>
                  <a:cubicBezTo>
                    <a:pt x="441" y="1073"/>
                    <a:pt x="936" y="1202"/>
                    <a:pt x="1432" y="1202"/>
                  </a:cubicBezTo>
                  <a:cubicBezTo>
                    <a:pt x="1929" y="1202"/>
                    <a:pt x="2426" y="1073"/>
                    <a:pt x="2872" y="814"/>
                  </a:cubicBezTo>
                  <a:lnTo>
                    <a:pt x="2872" y="1"/>
                  </a:lnTo>
                  <a:close/>
                </a:path>
              </a:pathLst>
            </a:custGeom>
            <a:solidFill>
              <a:srgbClr val="96ABB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419" name="Google Shape;14419;p43"/>
            <p:cNvSpPr/>
            <p:nvPr/>
          </p:nvSpPr>
          <p:spPr>
            <a:xfrm>
              <a:off x="6690750" y="3166314"/>
              <a:ext cx="50288" cy="45036"/>
            </a:xfrm>
            <a:custGeom>
              <a:rect b="b" l="l" r="r" t="t"/>
              <a:pathLst>
                <a:path extrusionOk="0" h="1715" w="1915">
                  <a:moveTo>
                    <a:pt x="419" y="1"/>
                  </a:moveTo>
                  <a:cubicBezTo>
                    <a:pt x="328" y="1"/>
                    <a:pt x="241" y="48"/>
                    <a:pt x="202" y="138"/>
                  </a:cubicBezTo>
                  <a:lnTo>
                    <a:pt x="1" y="579"/>
                  </a:lnTo>
                  <a:lnTo>
                    <a:pt x="786" y="1622"/>
                  </a:lnTo>
                  <a:cubicBezTo>
                    <a:pt x="832" y="1683"/>
                    <a:pt x="902" y="1714"/>
                    <a:pt x="973" y="1714"/>
                  </a:cubicBezTo>
                  <a:cubicBezTo>
                    <a:pt x="1036" y="1714"/>
                    <a:pt x="1100" y="1690"/>
                    <a:pt x="1149" y="1641"/>
                  </a:cubicBezTo>
                  <a:lnTo>
                    <a:pt x="1915" y="875"/>
                  </a:lnTo>
                  <a:lnTo>
                    <a:pt x="546" y="33"/>
                  </a:lnTo>
                  <a:cubicBezTo>
                    <a:pt x="506" y="11"/>
                    <a:pt x="462" y="1"/>
                    <a:pt x="419" y="1"/>
                  </a:cubicBezTo>
                  <a:close/>
                </a:path>
              </a:pathLst>
            </a:custGeom>
            <a:solidFill>
              <a:srgbClr val="6E829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420" name="Google Shape;14420;p43"/>
            <p:cNvSpPr/>
            <p:nvPr/>
          </p:nvSpPr>
          <p:spPr>
            <a:xfrm>
              <a:off x="6741012" y="3166314"/>
              <a:ext cx="50314" cy="45036"/>
            </a:xfrm>
            <a:custGeom>
              <a:rect b="b" l="l" r="r" t="t"/>
              <a:pathLst>
                <a:path extrusionOk="0" h="1715" w="1916">
                  <a:moveTo>
                    <a:pt x="1488" y="1"/>
                  </a:moveTo>
                  <a:cubicBezTo>
                    <a:pt x="1444" y="1"/>
                    <a:pt x="1400" y="11"/>
                    <a:pt x="1360" y="33"/>
                  </a:cubicBezTo>
                  <a:lnTo>
                    <a:pt x="1" y="875"/>
                  </a:lnTo>
                  <a:lnTo>
                    <a:pt x="757" y="1641"/>
                  </a:lnTo>
                  <a:cubicBezTo>
                    <a:pt x="806" y="1690"/>
                    <a:pt x="870" y="1714"/>
                    <a:pt x="933" y="1714"/>
                  </a:cubicBezTo>
                  <a:cubicBezTo>
                    <a:pt x="1005" y="1714"/>
                    <a:pt x="1075" y="1683"/>
                    <a:pt x="1121" y="1622"/>
                  </a:cubicBezTo>
                  <a:lnTo>
                    <a:pt x="1915" y="579"/>
                  </a:lnTo>
                  <a:lnTo>
                    <a:pt x="1704" y="138"/>
                  </a:lnTo>
                  <a:cubicBezTo>
                    <a:pt x="1666" y="48"/>
                    <a:pt x="1578" y="1"/>
                    <a:pt x="1488" y="1"/>
                  </a:cubicBezTo>
                  <a:close/>
                </a:path>
              </a:pathLst>
            </a:custGeom>
            <a:solidFill>
              <a:srgbClr val="6E829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421" name="Google Shape;14421;p43"/>
            <p:cNvSpPr/>
            <p:nvPr/>
          </p:nvSpPr>
          <p:spPr>
            <a:xfrm>
              <a:off x="6677935" y="3032887"/>
              <a:ext cx="125943" cy="118721"/>
            </a:xfrm>
            <a:custGeom>
              <a:rect b="b" l="l" r="r" t="t"/>
              <a:pathLst>
                <a:path extrusionOk="0" h="4521" w="4796">
                  <a:moveTo>
                    <a:pt x="2070" y="1"/>
                  </a:moveTo>
                  <a:cubicBezTo>
                    <a:pt x="1462" y="1"/>
                    <a:pt x="935" y="104"/>
                    <a:pt x="671" y="166"/>
                  </a:cubicBezTo>
                  <a:cubicBezTo>
                    <a:pt x="556" y="195"/>
                    <a:pt x="489" y="291"/>
                    <a:pt x="489" y="405"/>
                  </a:cubicBezTo>
                  <a:lnTo>
                    <a:pt x="489" y="980"/>
                  </a:lnTo>
                  <a:cubicBezTo>
                    <a:pt x="489" y="1104"/>
                    <a:pt x="431" y="1229"/>
                    <a:pt x="345" y="1315"/>
                  </a:cubicBezTo>
                  <a:lnTo>
                    <a:pt x="144" y="1516"/>
                  </a:lnTo>
                  <a:cubicBezTo>
                    <a:pt x="58" y="1602"/>
                    <a:pt x="1" y="1726"/>
                    <a:pt x="10" y="1851"/>
                  </a:cubicBezTo>
                  <a:lnTo>
                    <a:pt x="10" y="2128"/>
                  </a:lnTo>
                  <a:cubicBezTo>
                    <a:pt x="10" y="3449"/>
                    <a:pt x="1073" y="4521"/>
                    <a:pt x="2403" y="4521"/>
                  </a:cubicBezTo>
                  <a:cubicBezTo>
                    <a:pt x="3724" y="4521"/>
                    <a:pt x="4796" y="3449"/>
                    <a:pt x="4796" y="2128"/>
                  </a:cubicBezTo>
                  <a:lnTo>
                    <a:pt x="4796" y="1851"/>
                  </a:lnTo>
                  <a:cubicBezTo>
                    <a:pt x="4796" y="1726"/>
                    <a:pt x="4738" y="1602"/>
                    <a:pt x="4652" y="1516"/>
                  </a:cubicBezTo>
                  <a:lnTo>
                    <a:pt x="4451" y="1315"/>
                  </a:lnTo>
                  <a:cubicBezTo>
                    <a:pt x="4365" y="1229"/>
                    <a:pt x="4317" y="1104"/>
                    <a:pt x="4317" y="980"/>
                  </a:cubicBezTo>
                  <a:lnTo>
                    <a:pt x="4317" y="846"/>
                  </a:lnTo>
                  <a:cubicBezTo>
                    <a:pt x="4317" y="750"/>
                    <a:pt x="4269" y="664"/>
                    <a:pt x="4193" y="606"/>
                  </a:cubicBezTo>
                  <a:cubicBezTo>
                    <a:pt x="3557" y="133"/>
                    <a:pt x="2761" y="1"/>
                    <a:pt x="2070" y="1"/>
                  </a:cubicBezTo>
                  <a:close/>
                </a:path>
              </a:pathLst>
            </a:custGeom>
            <a:solidFill>
              <a:srgbClr val="BECBD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422" name="Google Shape;14422;p43"/>
            <p:cNvSpPr/>
            <p:nvPr/>
          </p:nvSpPr>
          <p:spPr>
            <a:xfrm>
              <a:off x="6677935" y="3033044"/>
              <a:ext cx="113391" cy="118328"/>
            </a:xfrm>
            <a:custGeom>
              <a:rect b="b" l="l" r="r" t="t"/>
              <a:pathLst>
                <a:path extrusionOk="0" h="4506" w="4318">
                  <a:moveTo>
                    <a:pt x="2081" y="0"/>
                  </a:moveTo>
                  <a:cubicBezTo>
                    <a:pt x="1855" y="0"/>
                    <a:pt x="1640" y="15"/>
                    <a:pt x="1446" y="36"/>
                  </a:cubicBezTo>
                  <a:cubicBezTo>
                    <a:pt x="1178" y="65"/>
                    <a:pt x="920" y="103"/>
                    <a:pt x="671" y="160"/>
                  </a:cubicBezTo>
                  <a:cubicBezTo>
                    <a:pt x="556" y="189"/>
                    <a:pt x="489" y="285"/>
                    <a:pt x="489" y="399"/>
                  </a:cubicBezTo>
                  <a:lnTo>
                    <a:pt x="489" y="974"/>
                  </a:lnTo>
                  <a:cubicBezTo>
                    <a:pt x="489" y="1098"/>
                    <a:pt x="431" y="1223"/>
                    <a:pt x="345" y="1309"/>
                  </a:cubicBezTo>
                  <a:lnTo>
                    <a:pt x="144" y="1510"/>
                  </a:lnTo>
                  <a:cubicBezTo>
                    <a:pt x="58" y="1596"/>
                    <a:pt x="1" y="1720"/>
                    <a:pt x="1" y="1845"/>
                  </a:cubicBezTo>
                  <a:lnTo>
                    <a:pt x="1" y="2122"/>
                  </a:lnTo>
                  <a:cubicBezTo>
                    <a:pt x="10" y="3338"/>
                    <a:pt x="910" y="4352"/>
                    <a:pt x="2106" y="4505"/>
                  </a:cubicBezTo>
                  <a:cubicBezTo>
                    <a:pt x="1685" y="4055"/>
                    <a:pt x="1446" y="3462"/>
                    <a:pt x="1446" y="2840"/>
                  </a:cubicBezTo>
                  <a:lnTo>
                    <a:pt x="1446" y="1089"/>
                  </a:lnTo>
                  <a:cubicBezTo>
                    <a:pt x="1436" y="849"/>
                    <a:pt x="1618" y="639"/>
                    <a:pt x="1867" y="610"/>
                  </a:cubicBezTo>
                  <a:cubicBezTo>
                    <a:pt x="2057" y="588"/>
                    <a:pt x="2299" y="568"/>
                    <a:pt x="2567" y="568"/>
                  </a:cubicBezTo>
                  <a:cubicBezTo>
                    <a:pt x="3112" y="568"/>
                    <a:pt x="3766" y="650"/>
                    <a:pt x="4317" y="964"/>
                  </a:cubicBezTo>
                  <a:lnTo>
                    <a:pt x="4317" y="840"/>
                  </a:lnTo>
                  <a:cubicBezTo>
                    <a:pt x="4317" y="744"/>
                    <a:pt x="4269" y="648"/>
                    <a:pt x="4193" y="600"/>
                  </a:cubicBezTo>
                  <a:cubicBezTo>
                    <a:pt x="3559" y="132"/>
                    <a:pt x="2768" y="0"/>
                    <a:pt x="2081" y="0"/>
                  </a:cubicBezTo>
                  <a:close/>
                </a:path>
              </a:pathLst>
            </a:custGeom>
            <a:solidFill>
              <a:srgbClr val="ACBDC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423" name="Google Shape;14423;p43"/>
            <p:cNvSpPr/>
            <p:nvPr/>
          </p:nvSpPr>
          <p:spPr>
            <a:xfrm>
              <a:off x="6633976" y="3202605"/>
              <a:ext cx="37709" cy="62341"/>
            </a:xfrm>
            <a:custGeom>
              <a:rect b="b" l="l" r="r" t="t"/>
              <a:pathLst>
                <a:path extrusionOk="0" h="2374" w="1436">
                  <a:moveTo>
                    <a:pt x="258" y="0"/>
                  </a:moveTo>
                  <a:cubicBezTo>
                    <a:pt x="96" y="173"/>
                    <a:pt x="0" y="412"/>
                    <a:pt x="0" y="651"/>
                  </a:cubicBezTo>
                  <a:lnTo>
                    <a:pt x="0" y="2135"/>
                  </a:lnTo>
                  <a:cubicBezTo>
                    <a:pt x="0" y="2269"/>
                    <a:pt x="115" y="2374"/>
                    <a:pt x="239" y="2374"/>
                  </a:cubicBezTo>
                  <a:lnTo>
                    <a:pt x="1436" y="2374"/>
                  </a:lnTo>
                  <a:lnTo>
                    <a:pt x="1436" y="1580"/>
                  </a:lnTo>
                  <a:cubicBezTo>
                    <a:pt x="1436" y="1321"/>
                    <a:pt x="1340" y="1082"/>
                    <a:pt x="1158" y="900"/>
                  </a:cubicBezTo>
                  <a:lnTo>
                    <a:pt x="258" y="0"/>
                  </a:lnTo>
                  <a:close/>
                </a:path>
              </a:pathLst>
            </a:custGeom>
            <a:solidFill>
              <a:srgbClr val="6E829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4424" name="Google Shape;14424;p43"/>
          <p:cNvGrpSpPr/>
          <p:nvPr/>
        </p:nvGrpSpPr>
        <p:grpSpPr>
          <a:xfrm>
            <a:off x="7517835" y="2733037"/>
            <a:ext cx="364936" cy="382530"/>
            <a:chOff x="7517835" y="2885437"/>
            <a:chExt cx="364936" cy="382530"/>
          </a:xfrm>
        </p:grpSpPr>
        <p:sp>
          <p:nvSpPr>
            <p:cNvPr id="14425" name="Google Shape;14425;p43"/>
            <p:cNvSpPr/>
            <p:nvPr/>
          </p:nvSpPr>
          <p:spPr>
            <a:xfrm>
              <a:off x="7517835" y="3182752"/>
              <a:ext cx="72924" cy="57063"/>
            </a:xfrm>
            <a:custGeom>
              <a:rect b="b" l="l" r="r" t="t"/>
              <a:pathLst>
                <a:path extrusionOk="0" h="2173" w="2777">
                  <a:moveTo>
                    <a:pt x="929" y="0"/>
                  </a:moveTo>
                  <a:lnTo>
                    <a:pt x="929" y="460"/>
                  </a:lnTo>
                  <a:cubicBezTo>
                    <a:pt x="929" y="546"/>
                    <a:pt x="881" y="632"/>
                    <a:pt x="795" y="670"/>
                  </a:cubicBezTo>
                  <a:lnTo>
                    <a:pt x="259" y="938"/>
                  </a:lnTo>
                  <a:cubicBezTo>
                    <a:pt x="96" y="1015"/>
                    <a:pt x="1" y="1178"/>
                    <a:pt x="1" y="1359"/>
                  </a:cubicBezTo>
                  <a:lnTo>
                    <a:pt x="1" y="2173"/>
                  </a:lnTo>
                  <a:lnTo>
                    <a:pt x="2776" y="2173"/>
                  </a:lnTo>
                  <a:lnTo>
                    <a:pt x="2776" y="1359"/>
                  </a:lnTo>
                  <a:cubicBezTo>
                    <a:pt x="2776" y="1178"/>
                    <a:pt x="2680" y="1015"/>
                    <a:pt x="2527" y="938"/>
                  </a:cubicBezTo>
                  <a:lnTo>
                    <a:pt x="1982" y="670"/>
                  </a:lnTo>
                  <a:cubicBezTo>
                    <a:pt x="1905" y="632"/>
                    <a:pt x="1857" y="546"/>
                    <a:pt x="1857" y="460"/>
                  </a:cubicBezTo>
                  <a:lnTo>
                    <a:pt x="1857" y="0"/>
                  </a:lnTo>
                  <a:close/>
                </a:path>
              </a:pathLst>
            </a:custGeom>
            <a:solidFill>
              <a:srgbClr val="ACBDC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426" name="Google Shape;14426;p43"/>
            <p:cNvSpPr/>
            <p:nvPr/>
          </p:nvSpPr>
          <p:spPr>
            <a:xfrm>
              <a:off x="7517835" y="3202106"/>
              <a:ext cx="73160" cy="65860"/>
            </a:xfrm>
            <a:custGeom>
              <a:rect b="b" l="l" r="r" t="t"/>
              <a:pathLst>
                <a:path extrusionOk="0" h="2508" w="2786">
                  <a:moveTo>
                    <a:pt x="680" y="0"/>
                  </a:moveTo>
                  <a:lnTo>
                    <a:pt x="259" y="211"/>
                  </a:lnTo>
                  <a:cubicBezTo>
                    <a:pt x="96" y="287"/>
                    <a:pt x="1" y="450"/>
                    <a:pt x="1" y="622"/>
                  </a:cubicBezTo>
                  <a:lnTo>
                    <a:pt x="1" y="2278"/>
                  </a:lnTo>
                  <a:cubicBezTo>
                    <a:pt x="1" y="2402"/>
                    <a:pt x="106" y="2508"/>
                    <a:pt x="230" y="2508"/>
                  </a:cubicBezTo>
                  <a:lnTo>
                    <a:pt x="2546" y="2508"/>
                  </a:lnTo>
                  <a:cubicBezTo>
                    <a:pt x="2680" y="2508"/>
                    <a:pt x="2786" y="2402"/>
                    <a:pt x="2786" y="2278"/>
                  </a:cubicBezTo>
                  <a:lnTo>
                    <a:pt x="2786" y="622"/>
                  </a:lnTo>
                  <a:cubicBezTo>
                    <a:pt x="2776" y="441"/>
                    <a:pt x="2680" y="287"/>
                    <a:pt x="2527" y="211"/>
                  </a:cubicBezTo>
                  <a:lnTo>
                    <a:pt x="2097" y="0"/>
                  </a:lnTo>
                  <a:cubicBezTo>
                    <a:pt x="1915" y="225"/>
                    <a:pt x="1652" y="338"/>
                    <a:pt x="1388" y="338"/>
                  </a:cubicBezTo>
                  <a:cubicBezTo>
                    <a:pt x="1125" y="338"/>
                    <a:pt x="862" y="225"/>
                    <a:pt x="680" y="0"/>
                  </a:cubicBezTo>
                  <a:close/>
                </a:path>
              </a:pathLst>
            </a:custGeom>
            <a:solidFill>
              <a:srgbClr val="BCC4C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427" name="Google Shape;14427;p43"/>
            <p:cNvSpPr/>
            <p:nvPr/>
          </p:nvSpPr>
          <p:spPr>
            <a:xfrm>
              <a:off x="7540970" y="3182752"/>
              <a:ext cx="26654" cy="18303"/>
            </a:xfrm>
            <a:custGeom>
              <a:rect b="b" l="l" r="r" t="t"/>
              <a:pathLst>
                <a:path extrusionOk="0" h="697" w="1015">
                  <a:moveTo>
                    <a:pt x="48" y="0"/>
                  </a:moveTo>
                  <a:lnTo>
                    <a:pt x="48" y="469"/>
                  </a:lnTo>
                  <a:cubicBezTo>
                    <a:pt x="48" y="517"/>
                    <a:pt x="29" y="565"/>
                    <a:pt x="0" y="603"/>
                  </a:cubicBezTo>
                  <a:cubicBezTo>
                    <a:pt x="163" y="666"/>
                    <a:pt x="335" y="697"/>
                    <a:pt x="507" y="697"/>
                  </a:cubicBezTo>
                  <a:cubicBezTo>
                    <a:pt x="680" y="697"/>
                    <a:pt x="852" y="666"/>
                    <a:pt x="1015" y="603"/>
                  </a:cubicBezTo>
                  <a:cubicBezTo>
                    <a:pt x="986" y="565"/>
                    <a:pt x="976" y="517"/>
                    <a:pt x="976" y="469"/>
                  </a:cubicBezTo>
                  <a:lnTo>
                    <a:pt x="976" y="0"/>
                  </a:lnTo>
                  <a:close/>
                </a:path>
              </a:pathLst>
            </a:custGeom>
            <a:solidFill>
              <a:srgbClr val="96ABB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428" name="Google Shape;14428;p43"/>
            <p:cNvSpPr/>
            <p:nvPr/>
          </p:nvSpPr>
          <p:spPr>
            <a:xfrm>
              <a:off x="7530151" y="3133988"/>
              <a:ext cx="48528" cy="55067"/>
            </a:xfrm>
            <a:custGeom>
              <a:rect b="b" l="l" r="r" t="t"/>
              <a:pathLst>
                <a:path extrusionOk="0" h="2097" w="1848">
                  <a:moveTo>
                    <a:pt x="690" y="1"/>
                  </a:moveTo>
                  <a:cubicBezTo>
                    <a:pt x="307" y="1"/>
                    <a:pt x="1" y="317"/>
                    <a:pt x="1" y="699"/>
                  </a:cubicBezTo>
                  <a:lnTo>
                    <a:pt x="1" y="1168"/>
                  </a:lnTo>
                  <a:cubicBezTo>
                    <a:pt x="1" y="1676"/>
                    <a:pt x="412" y="2097"/>
                    <a:pt x="919" y="2097"/>
                  </a:cubicBezTo>
                  <a:cubicBezTo>
                    <a:pt x="1436" y="2097"/>
                    <a:pt x="1848" y="1676"/>
                    <a:pt x="1848" y="1159"/>
                  </a:cubicBezTo>
                  <a:lnTo>
                    <a:pt x="1848" y="699"/>
                  </a:lnTo>
                  <a:cubicBezTo>
                    <a:pt x="1848" y="317"/>
                    <a:pt x="1542" y="1"/>
                    <a:pt x="1159" y="1"/>
                  </a:cubicBezTo>
                  <a:close/>
                </a:path>
              </a:pathLst>
            </a:custGeom>
            <a:solidFill>
              <a:srgbClr val="BECBD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429" name="Google Shape;14429;p43"/>
            <p:cNvSpPr/>
            <p:nvPr/>
          </p:nvSpPr>
          <p:spPr>
            <a:xfrm>
              <a:off x="7529915" y="3133988"/>
              <a:ext cx="33692" cy="54883"/>
            </a:xfrm>
            <a:custGeom>
              <a:rect b="b" l="l" r="r" t="t"/>
              <a:pathLst>
                <a:path extrusionOk="0" h="2090" w="1283">
                  <a:moveTo>
                    <a:pt x="699" y="1"/>
                  </a:moveTo>
                  <a:cubicBezTo>
                    <a:pt x="316" y="1"/>
                    <a:pt x="0" y="317"/>
                    <a:pt x="0" y="699"/>
                  </a:cubicBezTo>
                  <a:lnTo>
                    <a:pt x="0" y="1159"/>
                  </a:lnTo>
                  <a:cubicBezTo>
                    <a:pt x="0" y="1693"/>
                    <a:pt x="433" y="2090"/>
                    <a:pt x="922" y="2090"/>
                  </a:cubicBezTo>
                  <a:cubicBezTo>
                    <a:pt x="1038" y="2090"/>
                    <a:pt x="1156" y="2068"/>
                    <a:pt x="1273" y="2020"/>
                  </a:cubicBezTo>
                  <a:cubicBezTo>
                    <a:pt x="928" y="1877"/>
                    <a:pt x="699" y="1542"/>
                    <a:pt x="699" y="1168"/>
                  </a:cubicBezTo>
                  <a:lnTo>
                    <a:pt x="699" y="699"/>
                  </a:lnTo>
                  <a:cubicBezTo>
                    <a:pt x="699" y="364"/>
                    <a:pt x="948" y="68"/>
                    <a:pt x="1283" y="20"/>
                  </a:cubicBezTo>
                  <a:cubicBezTo>
                    <a:pt x="1235" y="10"/>
                    <a:pt x="1196" y="1"/>
                    <a:pt x="1158" y="1"/>
                  </a:cubicBezTo>
                  <a:close/>
                </a:path>
              </a:pathLst>
            </a:custGeom>
            <a:solidFill>
              <a:srgbClr val="ACBDC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430" name="Google Shape;14430;p43"/>
            <p:cNvSpPr/>
            <p:nvPr/>
          </p:nvSpPr>
          <p:spPr>
            <a:xfrm>
              <a:off x="7529915" y="3133988"/>
              <a:ext cx="48765" cy="24658"/>
            </a:xfrm>
            <a:custGeom>
              <a:rect b="b" l="l" r="r" t="t"/>
              <a:pathLst>
                <a:path extrusionOk="0" h="939" w="1857">
                  <a:moveTo>
                    <a:pt x="699" y="1"/>
                  </a:moveTo>
                  <a:cubicBezTo>
                    <a:pt x="316" y="1"/>
                    <a:pt x="0" y="317"/>
                    <a:pt x="0" y="699"/>
                  </a:cubicBezTo>
                  <a:lnTo>
                    <a:pt x="10" y="699"/>
                  </a:lnTo>
                  <a:cubicBezTo>
                    <a:pt x="10" y="699"/>
                    <a:pt x="699" y="939"/>
                    <a:pt x="1857" y="939"/>
                  </a:cubicBezTo>
                  <a:lnTo>
                    <a:pt x="1857" y="699"/>
                  </a:lnTo>
                  <a:cubicBezTo>
                    <a:pt x="1857" y="317"/>
                    <a:pt x="1541" y="1"/>
                    <a:pt x="1158" y="1"/>
                  </a:cubicBez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431" name="Google Shape;14431;p43"/>
            <p:cNvSpPr/>
            <p:nvPr/>
          </p:nvSpPr>
          <p:spPr>
            <a:xfrm>
              <a:off x="7529915" y="3133988"/>
              <a:ext cx="33692" cy="22137"/>
            </a:xfrm>
            <a:custGeom>
              <a:rect b="b" l="l" r="r" t="t"/>
              <a:pathLst>
                <a:path extrusionOk="0" h="843" w="1283">
                  <a:moveTo>
                    <a:pt x="699" y="1"/>
                  </a:moveTo>
                  <a:cubicBezTo>
                    <a:pt x="316" y="1"/>
                    <a:pt x="0" y="317"/>
                    <a:pt x="0" y="699"/>
                  </a:cubicBezTo>
                  <a:cubicBezTo>
                    <a:pt x="230" y="766"/>
                    <a:pt x="460" y="814"/>
                    <a:pt x="699" y="843"/>
                  </a:cubicBezTo>
                  <a:lnTo>
                    <a:pt x="699" y="699"/>
                  </a:lnTo>
                  <a:cubicBezTo>
                    <a:pt x="699" y="364"/>
                    <a:pt x="948" y="68"/>
                    <a:pt x="1283" y="20"/>
                  </a:cubicBezTo>
                  <a:cubicBezTo>
                    <a:pt x="1235" y="10"/>
                    <a:pt x="1196" y="1"/>
                    <a:pt x="1158" y="1"/>
                  </a:cubicBez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432" name="Google Shape;14432;p43"/>
            <p:cNvSpPr/>
            <p:nvPr/>
          </p:nvSpPr>
          <p:spPr>
            <a:xfrm>
              <a:off x="7517835" y="3212899"/>
              <a:ext cx="18382" cy="55067"/>
            </a:xfrm>
            <a:custGeom>
              <a:rect b="b" l="l" r="r" t="t"/>
              <a:pathLst>
                <a:path extrusionOk="0" h="2097" w="700">
                  <a:moveTo>
                    <a:pt x="58" y="1"/>
                  </a:moveTo>
                  <a:cubicBezTo>
                    <a:pt x="20" y="58"/>
                    <a:pt x="1" y="135"/>
                    <a:pt x="1" y="211"/>
                  </a:cubicBezTo>
                  <a:lnTo>
                    <a:pt x="1" y="1867"/>
                  </a:lnTo>
                  <a:cubicBezTo>
                    <a:pt x="1" y="1991"/>
                    <a:pt x="106" y="2097"/>
                    <a:pt x="230" y="2097"/>
                  </a:cubicBezTo>
                  <a:lnTo>
                    <a:pt x="699" y="2097"/>
                  </a:lnTo>
                  <a:lnTo>
                    <a:pt x="699" y="709"/>
                  </a:lnTo>
                  <a:cubicBezTo>
                    <a:pt x="699" y="565"/>
                    <a:pt x="623" y="422"/>
                    <a:pt x="508" y="336"/>
                  </a:cubicBezTo>
                  <a:lnTo>
                    <a:pt x="58" y="1"/>
                  </a:lnTo>
                  <a:close/>
                </a:path>
              </a:pathLst>
            </a:custGeom>
            <a:solidFill>
              <a:srgbClr val="D2DBE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433" name="Google Shape;14433;p43"/>
            <p:cNvSpPr/>
            <p:nvPr/>
          </p:nvSpPr>
          <p:spPr>
            <a:xfrm>
              <a:off x="7572640" y="3212663"/>
              <a:ext cx="18119" cy="55304"/>
            </a:xfrm>
            <a:custGeom>
              <a:rect b="b" l="l" r="r" t="t"/>
              <a:pathLst>
                <a:path extrusionOk="0" h="2106" w="690">
                  <a:moveTo>
                    <a:pt x="641" y="0"/>
                  </a:moveTo>
                  <a:lnTo>
                    <a:pt x="182" y="345"/>
                  </a:lnTo>
                  <a:cubicBezTo>
                    <a:pt x="67" y="431"/>
                    <a:pt x="0" y="574"/>
                    <a:pt x="0" y="718"/>
                  </a:cubicBezTo>
                  <a:lnTo>
                    <a:pt x="0" y="2106"/>
                  </a:lnTo>
                  <a:lnTo>
                    <a:pt x="459" y="2106"/>
                  </a:lnTo>
                  <a:cubicBezTo>
                    <a:pt x="593" y="2106"/>
                    <a:pt x="689" y="2000"/>
                    <a:pt x="689" y="1876"/>
                  </a:cubicBezTo>
                  <a:lnTo>
                    <a:pt x="689" y="220"/>
                  </a:lnTo>
                  <a:cubicBezTo>
                    <a:pt x="689" y="144"/>
                    <a:pt x="670" y="67"/>
                    <a:pt x="641" y="0"/>
                  </a:cubicBezTo>
                  <a:close/>
                </a:path>
              </a:pathLst>
            </a:custGeom>
            <a:solidFill>
              <a:srgbClr val="D2DBE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434" name="Google Shape;14434;p43"/>
            <p:cNvSpPr/>
            <p:nvPr/>
          </p:nvSpPr>
          <p:spPr>
            <a:xfrm>
              <a:off x="7615102" y="3182752"/>
              <a:ext cx="73160" cy="57063"/>
            </a:xfrm>
            <a:custGeom>
              <a:rect b="b" l="l" r="r" t="t"/>
              <a:pathLst>
                <a:path extrusionOk="0" h="2173" w="2786">
                  <a:moveTo>
                    <a:pt x="929" y="0"/>
                  </a:moveTo>
                  <a:lnTo>
                    <a:pt x="929" y="460"/>
                  </a:lnTo>
                  <a:cubicBezTo>
                    <a:pt x="929" y="546"/>
                    <a:pt x="881" y="632"/>
                    <a:pt x="804" y="670"/>
                  </a:cubicBezTo>
                  <a:lnTo>
                    <a:pt x="259" y="938"/>
                  </a:lnTo>
                  <a:cubicBezTo>
                    <a:pt x="106" y="1015"/>
                    <a:pt x="0" y="1178"/>
                    <a:pt x="0" y="1359"/>
                  </a:cubicBezTo>
                  <a:lnTo>
                    <a:pt x="0" y="2173"/>
                  </a:lnTo>
                  <a:lnTo>
                    <a:pt x="2785" y="2173"/>
                  </a:lnTo>
                  <a:lnTo>
                    <a:pt x="2785" y="1359"/>
                  </a:lnTo>
                  <a:cubicBezTo>
                    <a:pt x="2776" y="1178"/>
                    <a:pt x="2680" y="1015"/>
                    <a:pt x="2527" y="938"/>
                  </a:cubicBezTo>
                  <a:lnTo>
                    <a:pt x="1982" y="670"/>
                  </a:lnTo>
                  <a:cubicBezTo>
                    <a:pt x="1905" y="632"/>
                    <a:pt x="1857" y="546"/>
                    <a:pt x="1857" y="460"/>
                  </a:cubicBezTo>
                  <a:lnTo>
                    <a:pt x="1857" y="0"/>
                  </a:lnTo>
                  <a:close/>
                </a:path>
              </a:pathLst>
            </a:custGeom>
            <a:solidFill>
              <a:srgbClr val="ACBDC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435" name="Google Shape;14435;p43"/>
            <p:cNvSpPr/>
            <p:nvPr/>
          </p:nvSpPr>
          <p:spPr>
            <a:xfrm>
              <a:off x="7615102" y="3202106"/>
              <a:ext cx="73160" cy="65860"/>
            </a:xfrm>
            <a:custGeom>
              <a:rect b="b" l="l" r="r" t="t"/>
              <a:pathLst>
                <a:path extrusionOk="0" h="2508" w="2786">
                  <a:moveTo>
                    <a:pt x="680" y="0"/>
                  </a:moveTo>
                  <a:lnTo>
                    <a:pt x="259" y="211"/>
                  </a:lnTo>
                  <a:cubicBezTo>
                    <a:pt x="96" y="287"/>
                    <a:pt x="0" y="450"/>
                    <a:pt x="0" y="622"/>
                  </a:cubicBezTo>
                  <a:lnTo>
                    <a:pt x="0" y="2278"/>
                  </a:lnTo>
                  <a:cubicBezTo>
                    <a:pt x="0" y="2402"/>
                    <a:pt x="106" y="2508"/>
                    <a:pt x="230" y="2508"/>
                  </a:cubicBezTo>
                  <a:lnTo>
                    <a:pt x="2546" y="2508"/>
                  </a:lnTo>
                  <a:cubicBezTo>
                    <a:pt x="2680" y="2508"/>
                    <a:pt x="2785" y="2402"/>
                    <a:pt x="2785" y="2278"/>
                  </a:cubicBezTo>
                  <a:lnTo>
                    <a:pt x="2785" y="622"/>
                  </a:lnTo>
                  <a:cubicBezTo>
                    <a:pt x="2776" y="441"/>
                    <a:pt x="2680" y="287"/>
                    <a:pt x="2527" y="211"/>
                  </a:cubicBezTo>
                  <a:lnTo>
                    <a:pt x="2106" y="0"/>
                  </a:lnTo>
                  <a:cubicBezTo>
                    <a:pt x="1919" y="225"/>
                    <a:pt x="1654" y="338"/>
                    <a:pt x="1389" y="338"/>
                  </a:cubicBezTo>
                  <a:cubicBezTo>
                    <a:pt x="1125" y="338"/>
                    <a:pt x="862" y="225"/>
                    <a:pt x="680" y="0"/>
                  </a:cubicBez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436" name="Google Shape;14436;p43"/>
            <p:cNvSpPr/>
            <p:nvPr/>
          </p:nvSpPr>
          <p:spPr>
            <a:xfrm>
              <a:off x="7638211" y="3182752"/>
              <a:ext cx="26916" cy="18303"/>
            </a:xfrm>
            <a:custGeom>
              <a:rect b="b" l="l" r="r" t="t"/>
              <a:pathLst>
                <a:path extrusionOk="0" h="697" w="1025">
                  <a:moveTo>
                    <a:pt x="49" y="0"/>
                  </a:moveTo>
                  <a:lnTo>
                    <a:pt x="49" y="469"/>
                  </a:lnTo>
                  <a:cubicBezTo>
                    <a:pt x="49" y="517"/>
                    <a:pt x="30" y="565"/>
                    <a:pt x="1" y="603"/>
                  </a:cubicBezTo>
                  <a:cubicBezTo>
                    <a:pt x="164" y="666"/>
                    <a:pt x="336" y="697"/>
                    <a:pt x="509" y="697"/>
                  </a:cubicBezTo>
                  <a:cubicBezTo>
                    <a:pt x="683" y="697"/>
                    <a:pt x="857" y="666"/>
                    <a:pt x="1025" y="603"/>
                  </a:cubicBezTo>
                  <a:cubicBezTo>
                    <a:pt x="996" y="565"/>
                    <a:pt x="977" y="517"/>
                    <a:pt x="977" y="469"/>
                  </a:cubicBezTo>
                  <a:lnTo>
                    <a:pt x="977" y="0"/>
                  </a:lnTo>
                  <a:close/>
                </a:path>
              </a:pathLst>
            </a:custGeom>
            <a:solidFill>
              <a:srgbClr val="96ABB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437" name="Google Shape;14437;p43"/>
            <p:cNvSpPr/>
            <p:nvPr/>
          </p:nvSpPr>
          <p:spPr>
            <a:xfrm>
              <a:off x="7627418" y="3133988"/>
              <a:ext cx="48791" cy="55067"/>
            </a:xfrm>
            <a:custGeom>
              <a:rect b="b" l="l" r="r" t="t"/>
              <a:pathLst>
                <a:path extrusionOk="0" h="2097" w="1858">
                  <a:moveTo>
                    <a:pt x="689" y="1"/>
                  </a:moveTo>
                  <a:cubicBezTo>
                    <a:pt x="307" y="1"/>
                    <a:pt x="0" y="317"/>
                    <a:pt x="0" y="699"/>
                  </a:cubicBezTo>
                  <a:lnTo>
                    <a:pt x="0" y="1168"/>
                  </a:lnTo>
                  <a:cubicBezTo>
                    <a:pt x="0" y="1676"/>
                    <a:pt x="412" y="2097"/>
                    <a:pt x="919" y="2097"/>
                  </a:cubicBezTo>
                  <a:cubicBezTo>
                    <a:pt x="1436" y="2097"/>
                    <a:pt x="1857" y="1676"/>
                    <a:pt x="1857" y="1159"/>
                  </a:cubicBezTo>
                  <a:lnTo>
                    <a:pt x="1857" y="699"/>
                  </a:lnTo>
                  <a:cubicBezTo>
                    <a:pt x="1857" y="317"/>
                    <a:pt x="1541" y="1"/>
                    <a:pt x="1158" y="1"/>
                  </a:cubicBezTo>
                  <a:close/>
                </a:path>
              </a:pathLst>
            </a:custGeom>
            <a:solidFill>
              <a:srgbClr val="BECBD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438" name="Google Shape;14438;p43"/>
            <p:cNvSpPr/>
            <p:nvPr/>
          </p:nvSpPr>
          <p:spPr>
            <a:xfrm>
              <a:off x="7627156" y="3133988"/>
              <a:ext cx="33718" cy="54883"/>
            </a:xfrm>
            <a:custGeom>
              <a:rect b="b" l="l" r="r" t="t"/>
              <a:pathLst>
                <a:path extrusionOk="0" h="2090" w="1284">
                  <a:moveTo>
                    <a:pt x="699" y="1"/>
                  </a:moveTo>
                  <a:cubicBezTo>
                    <a:pt x="317" y="1"/>
                    <a:pt x="1" y="317"/>
                    <a:pt x="1" y="699"/>
                  </a:cubicBezTo>
                  <a:lnTo>
                    <a:pt x="1" y="1159"/>
                  </a:lnTo>
                  <a:cubicBezTo>
                    <a:pt x="1" y="1693"/>
                    <a:pt x="440" y="2090"/>
                    <a:pt x="926" y="2090"/>
                  </a:cubicBezTo>
                  <a:cubicBezTo>
                    <a:pt x="1041" y="2090"/>
                    <a:pt x="1159" y="2068"/>
                    <a:pt x="1274" y="2020"/>
                  </a:cubicBezTo>
                  <a:cubicBezTo>
                    <a:pt x="929" y="1877"/>
                    <a:pt x="699" y="1542"/>
                    <a:pt x="699" y="1168"/>
                  </a:cubicBezTo>
                  <a:lnTo>
                    <a:pt x="699" y="699"/>
                  </a:lnTo>
                  <a:cubicBezTo>
                    <a:pt x="699" y="364"/>
                    <a:pt x="948" y="68"/>
                    <a:pt x="1283" y="20"/>
                  </a:cubicBezTo>
                  <a:cubicBezTo>
                    <a:pt x="1245" y="10"/>
                    <a:pt x="1197" y="1"/>
                    <a:pt x="1159" y="1"/>
                  </a:cubicBezTo>
                  <a:close/>
                </a:path>
              </a:pathLst>
            </a:custGeom>
            <a:solidFill>
              <a:srgbClr val="ACBDC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439" name="Google Shape;14439;p43"/>
            <p:cNvSpPr/>
            <p:nvPr/>
          </p:nvSpPr>
          <p:spPr>
            <a:xfrm>
              <a:off x="7627418" y="3133988"/>
              <a:ext cx="48791" cy="24658"/>
            </a:xfrm>
            <a:custGeom>
              <a:rect b="b" l="l" r="r" t="t"/>
              <a:pathLst>
                <a:path extrusionOk="0" h="939" w="1858">
                  <a:moveTo>
                    <a:pt x="699" y="1"/>
                  </a:moveTo>
                  <a:cubicBezTo>
                    <a:pt x="307" y="1"/>
                    <a:pt x="0" y="317"/>
                    <a:pt x="0" y="699"/>
                  </a:cubicBezTo>
                  <a:cubicBezTo>
                    <a:pt x="0" y="699"/>
                    <a:pt x="689" y="939"/>
                    <a:pt x="1857" y="939"/>
                  </a:cubicBezTo>
                  <a:lnTo>
                    <a:pt x="1857" y="699"/>
                  </a:lnTo>
                  <a:cubicBezTo>
                    <a:pt x="1857" y="317"/>
                    <a:pt x="1541" y="1"/>
                    <a:pt x="1158" y="1"/>
                  </a:cubicBez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440" name="Google Shape;14440;p43"/>
            <p:cNvSpPr/>
            <p:nvPr/>
          </p:nvSpPr>
          <p:spPr>
            <a:xfrm>
              <a:off x="7627156" y="3133988"/>
              <a:ext cx="33718" cy="22137"/>
            </a:xfrm>
            <a:custGeom>
              <a:rect b="b" l="l" r="r" t="t"/>
              <a:pathLst>
                <a:path extrusionOk="0" h="843" w="1284">
                  <a:moveTo>
                    <a:pt x="699" y="1"/>
                  </a:moveTo>
                  <a:cubicBezTo>
                    <a:pt x="317" y="1"/>
                    <a:pt x="1" y="317"/>
                    <a:pt x="1" y="699"/>
                  </a:cubicBezTo>
                  <a:cubicBezTo>
                    <a:pt x="231" y="766"/>
                    <a:pt x="460" y="814"/>
                    <a:pt x="699" y="843"/>
                  </a:cubicBezTo>
                  <a:lnTo>
                    <a:pt x="699" y="699"/>
                  </a:lnTo>
                  <a:cubicBezTo>
                    <a:pt x="699" y="364"/>
                    <a:pt x="948" y="68"/>
                    <a:pt x="1283" y="20"/>
                  </a:cubicBezTo>
                  <a:cubicBezTo>
                    <a:pt x="1245" y="10"/>
                    <a:pt x="1197" y="1"/>
                    <a:pt x="1159" y="1"/>
                  </a:cubicBez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441" name="Google Shape;14441;p43"/>
            <p:cNvSpPr/>
            <p:nvPr/>
          </p:nvSpPr>
          <p:spPr>
            <a:xfrm>
              <a:off x="7615102" y="3212899"/>
              <a:ext cx="18382" cy="55067"/>
            </a:xfrm>
            <a:custGeom>
              <a:rect b="b" l="l" r="r" t="t"/>
              <a:pathLst>
                <a:path extrusionOk="0" h="2097" w="700">
                  <a:moveTo>
                    <a:pt x="58" y="1"/>
                  </a:moveTo>
                  <a:cubicBezTo>
                    <a:pt x="20" y="58"/>
                    <a:pt x="0" y="135"/>
                    <a:pt x="0" y="211"/>
                  </a:cubicBezTo>
                  <a:lnTo>
                    <a:pt x="0" y="1867"/>
                  </a:lnTo>
                  <a:cubicBezTo>
                    <a:pt x="0" y="1991"/>
                    <a:pt x="106" y="2097"/>
                    <a:pt x="230" y="2097"/>
                  </a:cubicBezTo>
                  <a:lnTo>
                    <a:pt x="699" y="2097"/>
                  </a:lnTo>
                  <a:lnTo>
                    <a:pt x="699" y="709"/>
                  </a:lnTo>
                  <a:cubicBezTo>
                    <a:pt x="699" y="565"/>
                    <a:pt x="632" y="422"/>
                    <a:pt x="508" y="336"/>
                  </a:cubicBezTo>
                  <a:lnTo>
                    <a:pt x="58" y="1"/>
                  </a:ln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442" name="Google Shape;14442;p43"/>
            <p:cNvSpPr/>
            <p:nvPr/>
          </p:nvSpPr>
          <p:spPr>
            <a:xfrm>
              <a:off x="7669881" y="3212663"/>
              <a:ext cx="18119" cy="55304"/>
            </a:xfrm>
            <a:custGeom>
              <a:rect b="b" l="l" r="r" t="t"/>
              <a:pathLst>
                <a:path extrusionOk="0" h="2106" w="690">
                  <a:moveTo>
                    <a:pt x="642" y="0"/>
                  </a:moveTo>
                  <a:lnTo>
                    <a:pt x="183" y="345"/>
                  </a:lnTo>
                  <a:cubicBezTo>
                    <a:pt x="68" y="431"/>
                    <a:pt x="1" y="574"/>
                    <a:pt x="1" y="718"/>
                  </a:cubicBezTo>
                  <a:lnTo>
                    <a:pt x="1" y="2106"/>
                  </a:lnTo>
                  <a:lnTo>
                    <a:pt x="460" y="2106"/>
                  </a:lnTo>
                  <a:cubicBezTo>
                    <a:pt x="594" y="2106"/>
                    <a:pt x="690" y="2000"/>
                    <a:pt x="690" y="1876"/>
                  </a:cubicBezTo>
                  <a:lnTo>
                    <a:pt x="690" y="220"/>
                  </a:lnTo>
                  <a:cubicBezTo>
                    <a:pt x="690" y="144"/>
                    <a:pt x="671" y="67"/>
                    <a:pt x="642" y="0"/>
                  </a:cubicBez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443" name="Google Shape;14443;p43"/>
            <p:cNvSpPr/>
            <p:nvPr/>
          </p:nvSpPr>
          <p:spPr>
            <a:xfrm>
              <a:off x="7712369" y="3182752"/>
              <a:ext cx="73160" cy="57063"/>
            </a:xfrm>
            <a:custGeom>
              <a:rect b="b" l="l" r="r" t="t"/>
              <a:pathLst>
                <a:path extrusionOk="0" h="2173" w="2786">
                  <a:moveTo>
                    <a:pt x="929" y="0"/>
                  </a:moveTo>
                  <a:lnTo>
                    <a:pt x="929" y="460"/>
                  </a:lnTo>
                  <a:cubicBezTo>
                    <a:pt x="929" y="546"/>
                    <a:pt x="881" y="632"/>
                    <a:pt x="804" y="670"/>
                  </a:cubicBezTo>
                  <a:lnTo>
                    <a:pt x="259" y="938"/>
                  </a:lnTo>
                  <a:cubicBezTo>
                    <a:pt x="105" y="1015"/>
                    <a:pt x="0" y="1178"/>
                    <a:pt x="0" y="1359"/>
                  </a:cubicBezTo>
                  <a:lnTo>
                    <a:pt x="0" y="2173"/>
                  </a:lnTo>
                  <a:lnTo>
                    <a:pt x="2785" y="2173"/>
                  </a:lnTo>
                  <a:lnTo>
                    <a:pt x="2785" y="1359"/>
                  </a:lnTo>
                  <a:cubicBezTo>
                    <a:pt x="2785" y="1178"/>
                    <a:pt x="2680" y="1015"/>
                    <a:pt x="2527" y="938"/>
                  </a:cubicBezTo>
                  <a:lnTo>
                    <a:pt x="1981" y="670"/>
                  </a:lnTo>
                  <a:cubicBezTo>
                    <a:pt x="1905" y="632"/>
                    <a:pt x="1857" y="546"/>
                    <a:pt x="1857" y="460"/>
                  </a:cubicBezTo>
                  <a:lnTo>
                    <a:pt x="1857" y="0"/>
                  </a:lnTo>
                  <a:close/>
                </a:path>
              </a:pathLst>
            </a:custGeom>
            <a:solidFill>
              <a:srgbClr val="ACBDC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444" name="Google Shape;14444;p43"/>
            <p:cNvSpPr/>
            <p:nvPr/>
          </p:nvSpPr>
          <p:spPr>
            <a:xfrm>
              <a:off x="7712369" y="3202106"/>
              <a:ext cx="73160" cy="65860"/>
            </a:xfrm>
            <a:custGeom>
              <a:rect b="b" l="l" r="r" t="t"/>
              <a:pathLst>
                <a:path extrusionOk="0" h="2508" w="2786">
                  <a:moveTo>
                    <a:pt x="680" y="0"/>
                  </a:moveTo>
                  <a:lnTo>
                    <a:pt x="259" y="211"/>
                  </a:lnTo>
                  <a:cubicBezTo>
                    <a:pt x="105" y="287"/>
                    <a:pt x="0" y="450"/>
                    <a:pt x="0" y="622"/>
                  </a:cubicBezTo>
                  <a:lnTo>
                    <a:pt x="0" y="2278"/>
                  </a:lnTo>
                  <a:cubicBezTo>
                    <a:pt x="0" y="2402"/>
                    <a:pt x="105" y="2508"/>
                    <a:pt x="239" y="2508"/>
                  </a:cubicBezTo>
                  <a:lnTo>
                    <a:pt x="2555" y="2508"/>
                  </a:lnTo>
                  <a:cubicBezTo>
                    <a:pt x="2680" y="2508"/>
                    <a:pt x="2785" y="2402"/>
                    <a:pt x="2785" y="2278"/>
                  </a:cubicBezTo>
                  <a:lnTo>
                    <a:pt x="2785" y="622"/>
                  </a:lnTo>
                  <a:cubicBezTo>
                    <a:pt x="2785" y="441"/>
                    <a:pt x="2680" y="287"/>
                    <a:pt x="2527" y="211"/>
                  </a:cubicBezTo>
                  <a:lnTo>
                    <a:pt x="2106" y="0"/>
                  </a:lnTo>
                  <a:cubicBezTo>
                    <a:pt x="1919" y="225"/>
                    <a:pt x="1653" y="338"/>
                    <a:pt x="1389" y="338"/>
                  </a:cubicBezTo>
                  <a:cubicBezTo>
                    <a:pt x="1125" y="338"/>
                    <a:pt x="862" y="225"/>
                    <a:pt x="680" y="0"/>
                  </a:cubicBezTo>
                  <a:close/>
                </a:path>
              </a:pathLst>
            </a:custGeom>
            <a:solidFill>
              <a:srgbClr val="63768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445" name="Google Shape;14445;p43"/>
            <p:cNvSpPr/>
            <p:nvPr/>
          </p:nvSpPr>
          <p:spPr>
            <a:xfrm>
              <a:off x="7735741" y="3182752"/>
              <a:ext cx="26654" cy="18303"/>
            </a:xfrm>
            <a:custGeom>
              <a:rect b="b" l="l" r="r" t="t"/>
              <a:pathLst>
                <a:path extrusionOk="0" h="697" w="1015">
                  <a:moveTo>
                    <a:pt x="39" y="0"/>
                  </a:moveTo>
                  <a:lnTo>
                    <a:pt x="39" y="469"/>
                  </a:lnTo>
                  <a:cubicBezTo>
                    <a:pt x="39" y="517"/>
                    <a:pt x="19" y="565"/>
                    <a:pt x="0" y="603"/>
                  </a:cubicBezTo>
                  <a:cubicBezTo>
                    <a:pt x="163" y="666"/>
                    <a:pt x="335" y="697"/>
                    <a:pt x="507" y="697"/>
                  </a:cubicBezTo>
                  <a:cubicBezTo>
                    <a:pt x="680" y="697"/>
                    <a:pt x="852" y="666"/>
                    <a:pt x="1015" y="603"/>
                  </a:cubicBezTo>
                  <a:cubicBezTo>
                    <a:pt x="986" y="565"/>
                    <a:pt x="967" y="517"/>
                    <a:pt x="967" y="469"/>
                  </a:cubicBezTo>
                  <a:lnTo>
                    <a:pt x="967" y="0"/>
                  </a:lnTo>
                  <a:close/>
                </a:path>
              </a:pathLst>
            </a:custGeom>
            <a:solidFill>
              <a:srgbClr val="96ABB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446" name="Google Shape;14446;p43"/>
            <p:cNvSpPr/>
            <p:nvPr/>
          </p:nvSpPr>
          <p:spPr>
            <a:xfrm>
              <a:off x="7724685" y="3133988"/>
              <a:ext cx="48765" cy="55067"/>
            </a:xfrm>
            <a:custGeom>
              <a:rect b="b" l="l" r="r" t="t"/>
              <a:pathLst>
                <a:path extrusionOk="0" h="2097" w="1857">
                  <a:moveTo>
                    <a:pt x="689" y="1"/>
                  </a:moveTo>
                  <a:cubicBezTo>
                    <a:pt x="306" y="1"/>
                    <a:pt x="0" y="317"/>
                    <a:pt x="0" y="699"/>
                  </a:cubicBezTo>
                  <a:lnTo>
                    <a:pt x="0" y="1168"/>
                  </a:lnTo>
                  <a:cubicBezTo>
                    <a:pt x="0" y="1676"/>
                    <a:pt x="412" y="2097"/>
                    <a:pt x="919" y="2097"/>
                  </a:cubicBezTo>
                  <a:cubicBezTo>
                    <a:pt x="1436" y="2097"/>
                    <a:pt x="1857" y="1676"/>
                    <a:pt x="1847" y="1159"/>
                  </a:cubicBezTo>
                  <a:lnTo>
                    <a:pt x="1847" y="699"/>
                  </a:lnTo>
                  <a:cubicBezTo>
                    <a:pt x="1847" y="317"/>
                    <a:pt x="1541" y="1"/>
                    <a:pt x="1158" y="1"/>
                  </a:cubicBezTo>
                  <a:close/>
                </a:path>
              </a:pathLst>
            </a:custGeom>
            <a:solidFill>
              <a:srgbClr val="BECBD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447" name="Google Shape;14447;p43"/>
            <p:cNvSpPr/>
            <p:nvPr/>
          </p:nvSpPr>
          <p:spPr>
            <a:xfrm>
              <a:off x="7724423" y="3133988"/>
              <a:ext cx="33692" cy="54883"/>
            </a:xfrm>
            <a:custGeom>
              <a:rect b="b" l="l" r="r" t="t"/>
              <a:pathLst>
                <a:path extrusionOk="0" h="2090" w="1283">
                  <a:moveTo>
                    <a:pt x="699" y="1"/>
                  </a:moveTo>
                  <a:cubicBezTo>
                    <a:pt x="316" y="1"/>
                    <a:pt x="1" y="317"/>
                    <a:pt x="1" y="699"/>
                  </a:cubicBezTo>
                  <a:lnTo>
                    <a:pt x="1" y="1159"/>
                  </a:lnTo>
                  <a:cubicBezTo>
                    <a:pt x="1" y="1693"/>
                    <a:pt x="439" y="2090"/>
                    <a:pt x="926" y="2090"/>
                  </a:cubicBezTo>
                  <a:cubicBezTo>
                    <a:pt x="1041" y="2090"/>
                    <a:pt x="1158" y="2068"/>
                    <a:pt x="1273" y="2020"/>
                  </a:cubicBezTo>
                  <a:cubicBezTo>
                    <a:pt x="929" y="1877"/>
                    <a:pt x="699" y="1542"/>
                    <a:pt x="699" y="1168"/>
                  </a:cubicBezTo>
                  <a:lnTo>
                    <a:pt x="699" y="699"/>
                  </a:lnTo>
                  <a:cubicBezTo>
                    <a:pt x="699" y="364"/>
                    <a:pt x="948" y="68"/>
                    <a:pt x="1283" y="20"/>
                  </a:cubicBezTo>
                  <a:cubicBezTo>
                    <a:pt x="1245" y="10"/>
                    <a:pt x="1197" y="1"/>
                    <a:pt x="1159" y="1"/>
                  </a:cubicBezTo>
                  <a:close/>
                </a:path>
              </a:pathLst>
            </a:custGeom>
            <a:solidFill>
              <a:srgbClr val="ACBDC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448" name="Google Shape;14448;p43"/>
            <p:cNvSpPr/>
            <p:nvPr/>
          </p:nvSpPr>
          <p:spPr>
            <a:xfrm>
              <a:off x="7724685" y="3133988"/>
              <a:ext cx="48528" cy="24422"/>
            </a:xfrm>
            <a:custGeom>
              <a:rect b="b" l="l" r="r" t="t"/>
              <a:pathLst>
                <a:path extrusionOk="0" h="930" w="1848">
                  <a:moveTo>
                    <a:pt x="689" y="1"/>
                  </a:moveTo>
                  <a:cubicBezTo>
                    <a:pt x="306" y="1"/>
                    <a:pt x="0" y="317"/>
                    <a:pt x="0" y="699"/>
                  </a:cubicBezTo>
                  <a:cubicBezTo>
                    <a:pt x="0" y="699"/>
                    <a:pt x="689" y="929"/>
                    <a:pt x="1847" y="929"/>
                  </a:cubicBezTo>
                  <a:lnTo>
                    <a:pt x="1847" y="699"/>
                  </a:lnTo>
                  <a:cubicBezTo>
                    <a:pt x="1847" y="317"/>
                    <a:pt x="1541" y="1"/>
                    <a:pt x="1158" y="1"/>
                  </a:cubicBez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449" name="Google Shape;14449;p43"/>
            <p:cNvSpPr/>
            <p:nvPr/>
          </p:nvSpPr>
          <p:spPr>
            <a:xfrm>
              <a:off x="7724423" y="3133988"/>
              <a:ext cx="33692" cy="22137"/>
            </a:xfrm>
            <a:custGeom>
              <a:rect b="b" l="l" r="r" t="t"/>
              <a:pathLst>
                <a:path extrusionOk="0" h="843" w="1283">
                  <a:moveTo>
                    <a:pt x="699" y="1"/>
                  </a:moveTo>
                  <a:cubicBezTo>
                    <a:pt x="316" y="1"/>
                    <a:pt x="1" y="317"/>
                    <a:pt x="1" y="699"/>
                  </a:cubicBezTo>
                  <a:cubicBezTo>
                    <a:pt x="230" y="766"/>
                    <a:pt x="460" y="814"/>
                    <a:pt x="699" y="843"/>
                  </a:cubicBezTo>
                  <a:lnTo>
                    <a:pt x="699" y="699"/>
                  </a:lnTo>
                  <a:cubicBezTo>
                    <a:pt x="699" y="364"/>
                    <a:pt x="948" y="68"/>
                    <a:pt x="1283" y="20"/>
                  </a:cubicBezTo>
                  <a:cubicBezTo>
                    <a:pt x="1245" y="10"/>
                    <a:pt x="1197" y="1"/>
                    <a:pt x="1159" y="1"/>
                  </a:cubicBez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450" name="Google Shape;14450;p43"/>
            <p:cNvSpPr/>
            <p:nvPr/>
          </p:nvSpPr>
          <p:spPr>
            <a:xfrm>
              <a:off x="7712369" y="3212899"/>
              <a:ext cx="18356" cy="55067"/>
            </a:xfrm>
            <a:custGeom>
              <a:rect b="b" l="l" r="r" t="t"/>
              <a:pathLst>
                <a:path extrusionOk="0" h="2097" w="699">
                  <a:moveTo>
                    <a:pt x="58" y="1"/>
                  </a:moveTo>
                  <a:cubicBezTo>
                    <a:pt x="19" y="58"/>
                    <a:pt x="0" y="135"/>
                    <a:pt x="0" y="211"/>
                  </a:cubicBezTo>
                  <a:lnTo>
                    <a:pt x="0" y="1867"/>
                  </a:lnTo>
                  <a:cubicBezTo>
                    <a:pt x="0" y="1991"/>
                    <a:pt x="105" y="2097"/>
                    <a:pt x="239" y="2097"/>
                  </a:cubicBezTo>
                  <a:lnTo>
                    <a:pt x="699" y="2097"/>
                  </a:lnTo>
                  <a:lnTo>
                    <a:pt x="699" y="709"/>
                  </a:lnTo>
                  <a:cubicBezTo>
                    <a:pt x="699" y="565"/>
                    <a:pt x="632" y="422"/>
                    <a:pt x="517" y="336"/>
                  </a:cubicBezTo>
                  <a:lnTo>
                    <a:pt x="58" y="1"/>
                  </a:lnTo>
                  <a:close/>
                </a:path>
              </a:pathLst>
            </a:custGeom>
            <a:solidFill>
              <a:srgbClr val="30496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451" name="Google Shape;14451;p43"/>
            <p:cNvSpPr/>
            <p:nvPr/>
          </p:nvSpPr>
          <p:spPr>
            <a:xfrm>
              <a:off x="7767148" y="3212663"/>
              <a:ext cx="18382" cy="55304"/>
            </a:xfrm>
            <a:custGeom>
              <a:rect b="b" l="l" r="r" t="t"/>
              <a:pathLst>
                <a:path extrusionOk="0" h="2106" w="700">
                  <a:moveTo>
                    <a:pt x="642" y="0"/>
                  </a:moveTo>
                  <a:lnTo>
                    <a:pt x="182" y="345"/>
                  </a:lnTo>
                  <a:cubicBezTo>
                    <a:pt x="67" y="431"/>
                    <a:pt x="1" y="574"/>
                    <a:pt x="1" y="718"/>
                  </a:cubicBezTo>
                  <a:lnTo>
                    <a:pt x="1" y="2106"/>
                  </a:lnTo>
                  <a:lnTo>
                    <a:pt x="460" y="2106"/>
                  </a:lnTo>
                  <a:cubicBezTo>
                    <a:pt x="594" y="2106"/>
                    <a:pt x="699" y="2000"/>
                    <a:pt x="699" y="1876"/>
                  </a:cubicBezTo>
                  <a:lnTo>
                    <a:pt x="699" y="220"/>
                  </a:lnTo>
                  <a:cubicBezTo>
                    <a:pt x="699" y="144"/>
                    <a:pt x="680" y="67"/>
                    <a:pt x="642" y="0"/>
                  </a:cubicBezTo>
                  <a:close/>
                </a:path>
              </a:pathLst>
            </a:custGeom>
            <a:solidFill>
              <a:srgbClr val="30496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452" name="Google Shape;14452;p43"/>
            <p:cNvSpPr/>
            <p:nvPr/>
          </p:nvSpPr>
          <p:spPr>
            <a:xfrm>
              <a:off x="7809873" y="3182752"/>
              <a:ext cx="72898" cy="57063"/>
            </a:xfrm>
            <a:custGeom>
              <a:rect b="b" l="l" r="r" t="t"/>
              <a:pathLst>
                <a:path extrusionOk="0" h="2173" w="2776">
                  <a:moveTo>
                    <a:pt x="919" y="0"/>
                  </a:moveTo>
                  <a:lnTo>
                    <a:pt x="919" y="460"/>
                  </a:lnTo>
                  <a:cubicBezTo>
                    <a:pt x="919" y="546"/>
                    <a:pt x="871" y="632"/>
                    <a:pt x="795" y="670"/>
                  </a:cubicBezTo>
                  <a:lnTo>
                    <a:pt x="249" y="938"/>
                  </a:lnTo>
                  <a:cubicBezTo>
                    <a:pt x="96" y="1015"/>
                    <a:pt x="0" y="1178"/>
                    <a:pt x="0" y="1359"/>
                  </a:cubicBezTo>
                  <a:lnTo>
                    <a:pt x="0" y="2173"/>
                  </a:lnTo>
                  <a:lnTo>
                    <a:pt x="2776" y="2173"/>
                  </a:lnTo>
                  <a:lnTo>
                    <a:pt x="2776" y="1359"/>
                  </a:lnTo>
                  <a:cubicBezTo>
                    <a:pt x="2776" y="1178"/>
                    <a:pt x="2671" y="1015"/>
                    <a:pt x="2517" y="938"/>
                  </a:cubicBezTo>
                  <a:lnTo>
                    <a:pt x="1972" y="670"/>
                  </a:lnTo>
                  <a:cubicBezTo>
                    <a:pt x="1895" y="632"/>
                    <a:pt x="1848" y="546"/>
                    <a:pt x="1848" y="460"/>
                  </a:cubicBezTo>
                  <a:lnTo>
                    <a:pt x="1848" y="0"/>
                  </a:lnTo>
                  <a:close/>
                </a:path>
              </a:pathLst>
            </a:custGeom>
            <a:solidFill>
              <a:srgbClr val="ACBDC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453" name="Google Shape;14453;p43"/>
            <p:cNvSpPr/>
            <p:nvPr/>
          </p:nvSpPr>
          <p:spPr>
            <a:xfrm>
              <a:off x="7809610" y="3202106"/>
              <a:ext cx="73160" cy="65860"/>
            </a:xfrm>
            <a:custGeom>
              <a:rect b="b" l="l" r="r" t="t"/>
              <a:pathLst>
                <a:path extrusionOk="0" h="2508" w="2786">
                  <a:moveTo>
                    <a:pt x="680" y="0"/>
                  </a:moveTo>
                  <a:lnTo>
                    <a:pt x="259" y="211"/>
                  </a:lnTo>
                  <a:cubicBezTo>
                    <a:pt x="106" y="287"/>
                    <a:pt x="1" y="450"/>
                    <a:pt x="1" y="622"/>
                  </a:cubicBezTo>
                  <a:lnTo>
                    <a:pt x="1" y="2278"/>
                  </a:lnTo>
                  <a:cubicBezTo>
                    <a:pt x="1" y="2402"/>
                    <a:pt x="106" y="2508"/>
                    <a:pt x="240" y="2508"/>
                  </a:cubicBezTo>
                  <a:lnTo>
                    <a:pt x="2556" y="2508"/>
                  </a:lnTo>
                  <a:cubicBezTo>
                    <a:pt x="2681" y="2508"/>
                    <a:pt x="2786" y="2402"/>
                    <a:pt x="2786" y="2278"/>
                  </a:cubicBezTo>
                  <a:lnTo>
                    <a:pt x="2786" y="622"/>
                  </a:lnTo>
                  <a:cubicBezTo>
                    <a:pt x="2786" y="441"/>
                    <a:pt x="2681" y="287"/>
                    <a:pt x="2527" y="211"/>
                  </a:cubicBezTo>
                  <a:lnTo>
                    <a:pt x="2106" y="0"/>
                  </a:lnTo>
                  <a:cubicBezTo>
                    <a:pt x="1925" y="225"/>
                    <a:pt x="1661" y="338"/>
                    <a:pt x="1397" y="338"/>
                  </a:cubicBezTo>
                  <a:cubicBezTo>
                    <a:pt x="1133" y="338"/>
                    <a:pt x="867" y="225"/>
                    <a:pt x="680" y="0"/>
                  </a:cubicBezTo>
                  <a:close/>
                </a:path>
              </a:pathLst>
            </a:custGeom>
            <a:solidFill>
              <a:srgbClr val="8192A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454" name="Google Shape;14454;p43"/>
            <p:cNvSpPr/>
            <p:nvPr/>
          </p:nvSpPr>
          <p:spPr>
            <a:xfrm>
              <a:off x="7832981" y="3182752"/>
              <a:ext cx="26680" cy="18303"/>
            </a:xfrm>
            <a:custGeom>
              <a:rect b="b" l="l" r="r" t="t"/>
              <a:pathLst>
                <a:path extrusionOk="0" h="697" w="1016">
                  <a:moveTo>
                    <a:pt x="39" y="0"/>
                  </a:moveTo>
                  <a:lnTo>
                    <a:pt x="39" y="469"/>
                  </a:lnTo>
                  <a:cubicBezTo>
                    <a:pt x="39" y="517"/>
                    <a:pt x="30" y="565"/>
                    <a:pt x="1" y="603"/>
                  </a:cubicBezTo>
                  <a:cubicBezTo>
                    <a:pt x="164" y="666"/>
                    <a:pt x="336" y="697"/>
                    <a:pt x="508" y="697"/>
                  </a:cubicBezTo>
                  <a:cubicBezTo>
                    <a:pt x="680" y="697"/>
                    <a:pt x="853" y="666"/>
                    <a:pt x="1015" y="603"/>
                  </a:cubicBezTo>
                  <a:cubicBezTo>
                    <a:pt x="987" y="565"/>
                    <a:pt x="968" y="517"/>
                    <a:pt x="968" y="469"/>
                  </a:cubicBezTo>
                  <a:lnTo>
                    <a:pt x="968" y="0"/>
                  </a:lnTo>
                  <a:close/>
                </a:path>
              </a:pathLst>
            </a:custGeom>
            <a:solidFill>
              <a:srgbClr val="96ABB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455" name="Google Shape;14455;p43"/>
            <p:cNvSpPr/>
            <p:nvPr/>
          </p:nvSpPr>
          <p:spPr>
            <a:xfrm>
              <a:off x="7821926" y="3133988"/>
              <a:ext cx="48791" cy="55067"/>
            </a:xfrm>
            <a:custGeom>
              <a:rect b="b" l="l" r="r" t="t"/>
              <a:pathLst>
                <a:path extrusionOk="0" h="2097" w="1858">
                  <a:moveTo>
                    <a:pt x="699" y="1"/>
                  </a:moveTo>
                  <a:cubicBezTo>
                    <a:pt x="307" y="1"/>
                    <a:pt x="1" y="317"/>
                    <a:pt x="1" y="699"/>
                  </a:cubicBezTo>
                  <a:lnTo>
                    <a:pt x="1" y="1168"/>
                  </a:lnTo>
                  <a:cubicBezTo>
                    <a:pt x="1" y="1676"/>
                    <a:pt x="412" y="2097"/>
                    <a:pt x="929" y="2097"/>
                  </a:cubicBezTo>
                  <a:cubicBezTo>
                    <a:pt x="1436" y="2097"/>
                    <a:pt x="1857" y="1676"/>
                    <a:pt x="1857" y="1159"/>
                  </a:cubicBezTo>
                  <a:lnTo>
                    <a:pt x="1857" y="699"/>
                  </a:lnTo>
                  <a:cubicBezTo>
                    <a:pt x="1857" y="317"/>
                    <a:pt x="1542" y="1"/>
                    <a:pt x="1159" y="1"/>
                  </a:cubicBezTo>
                  <a:close/>
                </a:path>
              </a:pathLst>
            </a:custGeom>
            <a:solidFill>
              <a:srgbClr val="BECBD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456" name="Google Shape;14456;p43"/>
            <p:cNvSpPr/>
            <p:nvPr/>
          </p:nvSpPr>
          <p:spPr>
            <a:xfrm>
              <a:off x="7821690" y="3133988"/>
              <a:ext cx="33692" cy="54883"/>
            </a:xfrm>
            <a:custGeom>
              <a:rect b="b" l="l" r="r" t="t"/>
              <a:pathLst>
                <a:path extrusionOk="0" h="2090" w="1283">
                  <a:moveTo>
                    <a:pt x="699" y="1"/>
                  </a:moveTo>
                  <a:cubicBezTo>
                    <a:pt x="316" y="1"/>
                    <a:pt x="0" y="317"/>
                    <a:pt x="0" y="699"/>
                  </a:cubicBezTo>
                  <a:lnTo>
                    <a:pt x="0" y="1159"/>
                  </a:lnTo>
                  <a:cubicBezTo>
                    <a:pt x="0" y="1693"/>
                    <a:pt x="439" y="2090"/>
                    <a:pt x="931" y="2090"/>
                  </a:cubicBezTo>
                  <a:cubicBezTo>
                    <a:pt x="1047" y="2090"/>
                    <a:pt x="1166" y="2068"/>
                    <a:pt x="1283" y="2020"/>
                  </a:cubicBezTo>
                  <a:cubicBezTo>
                    <a:pt x="929" y="1877"/>
                    <a:pt x="699" y="1542"/>
                    <a:pt x="699" y="1168"/>
                  </a:cubicBezTo>
                  <a:lnTo>
                    <a:pt x="699" y="699"/>
                  </a:lnTo>
                  <a:cubicBezTo>
                    <a:pt x="699" y="364"/>
                    <a:pt x="948" y="68"/>
                    <a:pt x="1283" y="20"/>
                  </a:cubicBezTo>
                  <a:cubicBezTo>
                    <a:pt x="1244" y="10"/>
                    <a:pt x="1206" y="1"/>
                    <a:pt x="1158" y="1"/>
                  </a:cubicBezTo>
                  <a:close/>
                </a:path>
              </a:pathLst>
            </a:custGeom>
            <a:solidFill>
              <a:srgbClr val="ACBDC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457" name="Google Shape;14457;p43"/>
            <p:cNvSpPr/>
            <p:nvPr/>
          </p:nvSpPr>
          <p:spPr>
            <a:xfrm>
              <a:off x="7821926" y="3133988"/>
              <a:ext cx="48528" cy="24422"/>
            </a:xfrm>
            <a:custGeom>
              <a:rect b="b" l="l" r="r" t="t"/>
              <a:pathLst>
                <a:path extrusionOk="0" h="930" w="1848">
                  <a:moveTo>
                    <a:pt x="690" y="1"/>
                  </a:moveTo>
                  <a:cubicBezTo>
                    <a:pt x="307" y="1"/>
                    <a:pt x="1" y="317"/>
                    <a:pt x="1" y="699"/>
                  </a:cubicBezTo>
                  <a:cubicBezTo>
                    <a:pt x="1" y="699"/>
                    <a:pt x="690" y="929"/>
                    <a:pt x="1848" y="929"/>
                  </a:cubicBezTo>
                  <a:lnTo>
                    <a:pt x="1848" y="699"/>
                  </a:lnTo>
                  <a:cubicBezTo>
                    <a:pt x="1848" y="317"/>
                    <a:pt x="1542" y="1"/>
                    <a:pt x="1159" y="1"/>
                  </a:cubicBez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458" name="Google Shape;14458;p43"/>
            <p:cNvSpPr/>
            <p:nvPr/>
          </p:nvSpPr>
          <p:spPr>
            <a:xfrm>
              <a:off x="7821690" y="3133988"/>
              <a:ext cx="33692" cy="22137"/>
            </a:xfrm>
            <a:custGeom>
              <a:rect b="b" l="l" r="r" t="t"/>
              <a:pathLst>
                <a:path extrusionOk="0" h="843" w="1283">
                  <a:moveTo>
                    <a:pt x="699" y="1"/>
                  </a:moveTo>
                  <a:cubicBezTo>
                    <a:pt x="316" y="1"/>
                    <a:pt x="0" y="317"/>
                    <a:pt x="0" y="699"/>
                  </a:cubicBezTo>
                  <a:cubicBezTo>
                    <a:pt x="230" y="766"/>
                    <a:pt x="460" y="814"/>
                    <a:pt x="699" y="843"/>
                  </a:cubicBezTo>
                  <a:lnTo>
                    <a:pt x="699" y="699"/>
                  </a:lnTo>
                  <a:cubicBezTo>
                    <a:pt x="699" y="364"/>
                    <a:pt x="948" y="68"/>
                    <a:pt x="1283" y="20"/>
                  </a:cubicBezTo>
                  <a:cubicBezTo>
                    <a:pt x="1244" y="10"/>
                    <a:pt x="1206" y="1"/>
                    <a:pt x="1158" y="1"/>
                  </a:cubicBez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459" name="Google Shape;14459;p43"/>
            <p:cNvSpPr/>
            <p:nvPr/>
          </p:nvSpPr>
          <p:spPr>
            <a:xfrm>
              <a:off x="7809610" y="3212899"/>
              <a:ext cx="18382" cy="55067"/>
            </a:xfrm>
            <a:custGeom>
              <a:rect b="b" l="l" r="r" t="t"/>
              <a:pathLst>
                <a:path extrusionOk="0" h="2097" w="700">
                  <a:moveTo>
                    <a:pt x="58" y="1"/>
                  </a:moveTo>
                  <a:cubicBezTo>
                    <a:pt x="20" y="58"/>
                    <a:pt x="1" y="135"/>
                    <a:pt x="1" y="211"/>
                  </a:cubicBezTo>
                  <a:lnTo>
                    <a:pt x="1" y="1867"/>
                  </a:lnTo>
                  <a:cubicBezTo>
                    <a:pt x="1" y="1991"/>
                    <a:pt x="106" y="2097"/>
                    <a:pt x="240" y="2097"/>
                  </a:cubicBezTo>
                  <a:lnTo>
                    <a:pt x="700" y="2097"/>
                  </a:lnTo>
                  <a:lnTo>
                    <a:pt x="700" y="709"/>
                  </a:lnTo>
                  <a:cubicBezTo>
                    <a:pt x="700" y="565"/>
                    <a:pt x="633" y="422"/>
                    <a:pt x="518" y="336"/>
                  </a:cubicBezTo>
                  <a:lnTo>
                    <a:pt x="58" y="1"/>
                  </a:lnTo>
                  <a:close/>
                </a:path>
              </a:pathLst>
            </a:custGeom>
            <a:solidFill>
              <a:srgbClr val="6E829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460" name="Google Shape;14460;p43"/>
            <p:cNvSpPr/>
            <p:nvPr/>
          </p:nvSpPr>
          <p:spPr>
            <a:xfrm>
              <a:off x="7864415" y="3212663"/>
              <a:ext cx="18356" cy="55304"/>
            </a:xfrm>
            <a:custGeom>
              <a:rect b="b" l="l" r="r" t="t"/>
              <a:pathLst>
                <a:path extrusionOk="0" h="2106" w="699">
                  <a:moveTo>
                    <a:pt x="641" y="0"/>
                  </a:moveTo>
                  <a:lnTo>
                    <a:pt x="192" y="345"/>
                  </a:lnTo>
                  <a:cubicBezTo>
                    <a:pt x="67" y="431"/>
                    <a:pt x="0" y="574"/>
                    <a:pt x="0" y="718"/>
                  </a:cubicBezTo>
                  <a:lnTo>
                    <a:pt x="0" y="2106"/>
                  </a:lnTo>
                  <a:lnTo>
                    <a:pt x="460" y="2106"/>
                  </a:lnTo>
                  <a:cubicBezTo>
                    <a:pt x="594" y="2106"/>
                    <a:pt x="699" y="2000"/>
                    <a:pt x="699" y="1876"/>
                  </a:cubicBezTo>
                  <a:lnTo>
                    <a:pt x="699" y="220"/>
                  </a:lnTo>
                  <a:cubicBezTo>
                    <a:pt x="699" y="144"/>
                    <a:pt x="680" y="67"/>
                    <a:pt x="641" y="0"/>
                  </a:cubicBezTo>
                  <a:close/>
                </a:path>
              </a:pathLst>
            </a:custGeom>
            <a:solidFill>
              <a:srgbClr val="6E829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461" name="Google Shape;14461;p43"/>
            <p:cNvSpPr/>
            <p:nvPr/>
          </p:nvSpPr>
          <p:spPr>
            <a:xfrm>
              <a:off x="7548008" y="2885437"/>
              <a:ext cx="304616" cy="237075"/>
            </a:xfrm>
            <a:custGeom>
              <a:rect b="b" l="l" r="r" t="t"/>
              <a:pathLst>
                <a:path extrusionOk="0" h="9028" w="11600">
                  <a:moveTo>
                    <a:pt x="5800" y="1"/>
                  </a:moveTo>
                  <a:cubicBezTo>
                    <a:pt x="5723" y="1"/>
                    <a:pt x="5647" y="39"/>
                    <a:pt x="5599" y="116"/>
                  </a:cubicBezTo>
                  <a:lnTo>
                    <a:pt x="4910" y="1503"/>
                  </a:lnTo>
                  <a:cubicBezTo>
                    <a:pt x="4808" y="1682"/>
                    <a:pt x="4961" y="1835"/>
                    <a:pt x="5111" y="1835"/>
                  </a:cubicBezTo>
                  <a:cubicBezTo>
                    <a:pt x="5186" y="1835"/>
                    <a:pt x="5261" y="1797"/>
                    <a:pt x="5302" y="1704"/>
                  </a:cubicBezTo>
                  <a:lnTo>
                    <a:pt x="5570" y="1168"/>
                  </a:lnTo>
                  <a:lnTo>
                    <a:pt x="5570" y="5312"/>
                  </a:lnTo>
                  <a:lnTo>
                    <a:pt x="938" y="5312"/>
                  </a:lnTo>
                  <a:cubicBezTo>
                    <a:pt x="421" y="5312"/>
                    <a:pt x="10" y="5724"/>
                    <a:pt x="10" y="6231"/>
                  </a:cubicBezTo>
                  <a:lnTo>
                    <a:pt x="10" y="8777"/>
                  </a:lnTo>
                  <a:cubicBezTo>
                    <a:pt x="0" y="8944"/>
                    <a:pt x="122" y="9028"/>
                    <a:pt x="244" y="9028"/>
                  </a:cubicBezTo>
                  <a:cubicBezTo>
                    <a:pt x="366" y="9028"/>
                    <a:pt x="488" y="8944"/>
                    <a:pt x="479" y="8777"/>
                  </a:cubicBezTo>
                  <a:lnTo>
                    <a:pt x="479" y="6231"/>
                  </a:lnTo>
                  <a:cubicBezTo>
                    <a:pt x="479" y="5973"/>
                    <a:pt x="680" y="5772"/>
                    <a:pt x="938" y="5772"/>
                  </a:cubicBezTo>
                  <a:lnTo>
                    <a:pt x="3713" y="5772"/>
                  </a:lnTo>
                  <a:lnTo>
                    <a:pt x="3713" y="8777"/>
                  </a:lnTo>
                  <a:cubicBezTo>
                    <a:pt x="3723" y="8920"/>
                    <a:pt x="3833" y="8992"/>
                    <a:pt x="3944" y="8992"/>
                  </a:cubicBezTo>
                  <a:cubicBezTo>
                    <a:pt x="4056" y="8992"/>
                    <a:pt x="4168" y="8920"/>
                    <a:pt x="4182" y="8777"/>
                  </a:cubicBezTo>
                  <a:lnTo>
                    <a:pt x="4182" y="5772"/>
                  </a:lnTo>
                  <a:lnTo>
                    <a:pt x="7417" y="5772"/>
                  </a:lnTo>
                  <a:lnTo>
                    <a:pt x="7417" y="8777"/>
                  </a:lnTo>
                  <a:cubicBezTo>
                    <a:pt x="7408" y="8944"/>
                    <a:pt x="7530" y="9028"/>
                    <a:pt x="7652" y="9028"/>
                  </a:cubicBezTo>
                  <a:cubicBezTo>
                    <a:pt x="7774" y="9028"/>
                    <a:pt x="7896" y="8944"/>
                    <a:pt x="7886" y="8777"/>
                  </a:cubicBezTo>
                  <a:lnTo>
                    <a:pt x="7886" y="5772"/>
                  </a:lnTo>
                  <a:lnTo>
                    <a:pt x="10662" y="5772"/>
                  </a:lnTo>
                  <a:cubicBezTo>
                    <a:pt x="10920" y="5772"/>
                    <a:pt x="11121" y="5973"/>
                    <a:pt x="11121" y="6231"/>
                  </a:cubicBezTo>
                  <a:lnTo>
                    <a:pt x="11121" y="8777"/>
                  </a:lnTo>
                  <a:cubicBezTo>
                    <a:pt x="11111" y="8944"/>
                    <a:pt x="11233" y="9028"/>
                    <a:pt x="11355" y="9028"/>
                  </a:cubicBezTo>
                  <a:cubicBezTo>
                    <a:pt x="11477" y="9028"/>
                    <a:pt x="11599" y="8944"/>
                    <a:pt x="11590" y="8777"/>
                  </a:cubicBezTo>
                  <a:lnTo>
                    <a:pt x="11590" y="6231"/>
                  </a:lnTo>
                  <a:cubicBezTo>
                    <a:pt x="11590" y="5724"/>
                    <a:pt x="11169" y="5303"/>
                    <a:pt x="10662" y="5303"/>
                  </a:cubicBezTo>
                  <a:lnTo>
                    <a:pt x="6029" y="5303"/>
                  </a:lnTo>
                  <a:lnTo>
                    <a:pt x="6029" y="1168"/>
                  </a:lnTo>
                  <a:lnTo>
                    <a:pt x="6297" y="1695"/>
                  </a:lnTo>
                  <a:cubicBezTo>
                    <a:pt x="6336" y="1771"/>
                    <a:pt x="6412" y="1819"/>
                    <a:pt x="6498" y="1819"/>
                  </a:cubicBezTo>
                  <a:cubicBezTo>
                    <a:pt x="6527" y="1819"/>
                    <a:pt x="6565" y="1810"/>
                    <a:pt x="6594" y="1800"/>
                  </a:cubicBezTo>
                  <a:cubicBezTo>
                    <a:pt x="6699" y="1743"/>
                    <a:pt x="6747" y="1609"/>
                    <a:pt x="6690" y="1503"/>
                  </a:cubicBezTo>
                  <a:lnTo>
                    <a:pt x="6001" y="116"/>
                  </a:lnTo>
                  <a:cubicBezTo>
                    <a:pt x="5953" y="39"/>
                    <a:pt x="5876" y="1"/>
                    <a:pt x="5800" y="1"/>
                  </a:cubicBez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4462" name="Google Shape;14462;p43"/>
          <p:cNvGrpSpPr/>
          <p:nvPr/>
        </p:nvGrpSpPr>
        <p:grpSpPr>
          <a:xfrm>
            <a:off x="7087591" y="2734744"/>
            <a:ext cx="358161" cy="385602"/>
            <a:chOff x="7087591" y="2887144"/>
            <a:chExt cx="358161" cy="385602"/>
          </a:xfrm>
        </p:grpSpPr>
        <p:sp>
          <p:nvSpPr>
            <p:cNvPr id="14463" name="Google Shape;14463;p43"/>
            <p:cNvSpPr/>
            <p:nvPr/>
          </p:nvSpPr>
          <p:spPr>
            <a:xfrm>
              <a:off x="7266527" y="2904554"/>
              <a:ext cx="89494" cy="49264"/>
            </a:xfrm>
            <a:custGeom>
              <a:rect b="b" l="l" r="r" t="t"/>
              <a:pathLst>
                <a:path extrusionOk="0" h="1876" w="3408">
                  <a:moveTo>
                    <a:pt x="0" y="0"/>
                  </a:moveTo>
                  <a:lnTo>
                    <a:pt x="0" y="1876"/>
                  </a:lnTo>
                  <a:lnTo>
                    <a:pt x="3130" y="1876"/>
                  </a:lnTo>
                  <a:cubicBezTo>
                    <a:pt x="3293" y="1866"/>
                    <a:pt x="3407" y="1685"/>
                    <a:pt x="3340" y="1531"/>
                  </a:cubicBezTo>
                  <a:lnTo>
                    <a:pt x="3034" y="938"/>
                  </a:lnTo>
                  <a:lnTo>
                    <a:pt x="3340" y="335"/>
                  </a:lnTo>
                  <a:cubicBezTo>
                    <a:pt x="3398" y="182"/>
                    <a:pt x="3293" y="10"/>
                    <a:pt x="3130" y="0"/>
                  </a:cubicBez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464" name="Google Shape;14464;p43"/>
            <p:cNvSpPr/>
            <p:nvPr/>
          </p:nvSpPr>
          <p:spPr>
            <a:xfrm>
              <a:off x="7266527" y="2904554"/>
              <a:ext cx="18382" cy="49264"/>
            </a:xfrm>
            <a:custGeom>
              <a:rect b="b" l="l" r="r" t="t"/>
              <a:pathLst>
                <a:path extrusionOk="0" h="1876" w="700">
                  <a:moveTo>
                    <a:pt x="0" y="0"/>
                  </a:moveTo>
                  <a:lnTo>
                    <a:pt x="0" y="1876"/>
                  </a:lnTo>
                  <a:lnTo>
                    <a:pt x="699" y="1876"/>
                  </a:lnTo>
                  <a:lnTo>
                    <a:pt x="699" y="0"/>
                  </a:ln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465" name="Google Shape;14465;p43"/>
            <p:cNvSpPr/>
            <p:nvPr/>
          </p:nvSpPr>
          <p:spPr>
            <a:xfrm>
              <a:off x="7260251" y="2887144"/>
              <a:ext cx="12342" cy="275284"/>
            </a:xfrm>
            <a:custGeom>
              <a:rect b="b" l="l" r="r" t="t"/>
              <a:pathLst>
                <a:path extrusionOk="0" h="10483" w="470">
                  <a:moveTo>
                    <a:pt x="235" y="0"/>
                  </a:moveTo>
                  <a:cubicBezTo>
                    <a:pt x="132" y="0"/>
                    <a:pt x="29" y="65"/>
                    <a:pt x="0" y="194"/>
                  </a:cubicBezTo>
                  <a:lnTo>
                    <a:pt x="0" y="10243"/>
                  </a:lnTo>
                  <a:cubicBezTo>
                    <a:pt x="0" y="10367"/>
                    <a:pt x="105" y="10482"/>
                    <a:pt x="239" y="10482"/>
                  </a:cubicBezTo>
                  <a:cubicBezTo>
                    <a:pt x="364" y="10473"/>
                    <a:pt x="469" y="10367"/>
                    <a:pt x="469" y="10243"/>
                  </a:cubicBezTo>
                  <a:lnTo>
                    <a:pt x="469" y="194"/>
                  </a:lnTo>
                  <a:cubicBezTo>
                    <a:pt x="440" y="65"/>
                    <a:pt x="338" y="0"/>
                    <a:pt x="235" y="0"/>
                  </a:cubicBezTo>
                  <a:close/>
                </a:path>
              </a:pathLst>
            </a:custGeom>
            <a:solidFill>
              <a:srgbClr val="63798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466" name="Google Shape;14466;p43"/>
            <p:cNvSpPr/>
            <p:nvPr/>
          </p:nvSpPr>
          <p:spPr>
            <a:xfrm>
              <a:off x="7162222" y="3107097"/>
              <a:ext cx="49027" cy="110371"/>
            </a:xfrm>
            <a:custGeom>
              <a:rect b="b" l="l" r="r" t="t"/>
              <a:pathLst>
                <a:path extrusionOk="0" h="4203" w="1867">
                  <a:moveTo>
                    <a:pt x="1" y="1"/>
                  </a:moveTo>
                  <a:lnTo>
                    <a:pt x="1" y="4202"/>
                  </a:lnTo>
                  <a:lnTo>
                    <a:pt x="1867" y="4202"/>
                  </a:lnTo>
                  <a:lnTo>
                    <a:pt x="1867" y="1"/>
                  </a:lnTo>
                  <a:close/>
                </a:path>
              </a:pathLst>
            </a:custGeom>
            <a:solidFill>
              <a:srgbClr val="76899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467" name="Google Shape;14467;p43"/>
            <p:cNvSpPr/>
            <p:nvPr/>
          </p:nvSpPr>
          <p:spPr>
            <a:xfrm>
              <a:off x="7149906" y="2990503"/>
              <a:ext cx="130959" cy="129199"/>
            </a:xfrm>
            <a:custGeom>
              <a:rect b="b" l="l" r="r" t="t"/>
              <a:pathLst>
                <a:path extrusionOk="0" h="4920" w="4987">
                  <a:moveTo>
                    <a:pt x="939" y="0"/>
                  </a:moveTo>
                  <a:lnTo>
                    <a:pt x="939" y="555"/>
                  </a:lnTo>
                  <a:cubicBezTo>
                    <a:pt x="939" y="641"/>
                    <a:pt x="881" y="728"/>
                    <a:pt x="795" y="766"/>
                  </a:cubicBezTo>
                  <a:lnTo>
                    <a:pt x="278" y="986"/>
                  </a:lnTo>
                  <a:cubicBezTo>
                    <a:pt x="116" y="1062"/>
                    <a:pt x="1" y="1235"/>
                    <a:pt x="1" y="1417"/>
                  </a:cubicBezTo>
                  <a:lnTo>
                    <a:pt x="1" y="2852"/>
                  </a:lnTo>
                  <a:cubicBezTo>
                    <a:pt x="1" y="3139"/>
                    <a:pt x="39" y="3417"/>
                    <a:pt x="125" y="3694"/>
                  </a:cubicBezTo>
                  <a:lnTo>
                    <a:pt x="470" y="4919"/>
                  </a:lnTo>
                  <a:lnTo>
                    <a:pt x="709" y="4450"/>
                  </a:lnTo>
                  <a:lnTo>
                    <a:pt x="2346" y="4450"/>
                  </a:lnTo>
                  <a:lnTo>
                    <a:pt x="2346" y="2000"/>
                  </a:lnTo>
                  <a:lnTo>
                    <a:pt x="2901" y="2670"/>
                  </a:lnTo>
                  <a:cubicBezTo>
                    <a:pt x="2994" y="2780"/>
                    <a:pt x="3128" y="2839"/>
                    <a:pt x="3264" y="2839"/>
                  </a:cubicBezTo>
                  <a:cubicBezTo>
                    <a:pt x="3364" y="2839"/>
                    <a:pt x="3466" y="2807"/>
                    <a:pt x="3551" y="2737"/>
                  </a:cubicBezTo>
                  <a:lnTo>
                    <a:pt x="4872" y="1694"/>
                  </a:lnTo>
                  <a:cubicBezTo>
                    <a:pt x="4968" y="1618"/>
                    <a:pt x="4987" y="1484"/>
                    <a:pt x="4930" y="1369"/>
                  </a:cubicBezTo>
                  <a:cubicBezTo>
                    <a:pt x="4880" y="1276"/>
                    <a:pt x="4787" y="1223"/>
                    <a:pt x="4691" y="1223"/>
                  </a:cubicBezTo>
                  <a:cubicBezTo>
                    <a:pt x="4638" y="1223"/>
                    <a:pt x="4585" y="1239"/>
                    <a:pt x="4537" y="1273"/>
                  </a:cubicBezTo>
                  <a:lnTo>
                    <a:pt x="3322" y="2106"/>
                  </a:lnTo>
                  <a:lnTo>
                    <a:pt x="2661" y="1082"/>
                  </a:lnTo>
                  <a:cubicBezTo>
                    <a:pt x="2604" y="986"/>
                    <a:pt x="2518" y="919"/>
                    <a:pt x="2413" y="881"/>
                  </a:cubicBezTo>
                  <a:lnTo>
                    <a:pt x="2030" y="756"/>
                  </a:lnTo>
                  <a:cubicBezTo>
                    <a:pt x="1934" y="728"/>
                    <a:pt x="1877" y="632"/>
                    <a:pt x="1867" y="536"/>
                  </a:cubicBezTo>
                  <a:lnTo>
                    <a:pt x="1867" y="0"/>
                  </a:lnTo>
                  <a:close/>
                </a:path>
              </a:pathLst>
            </a:custGeom>
            <a:solidFill>
              <a:srgbClr val="ACBDC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468" name="Google Shape;14468;p43"/>
            <p:cNvSpPr/>
            <p:nvPr/>
          </p:nvSpPr>
          <p:spPr>
            <a:xfrm>
              <a:off x="7186618" y="3119413"/>
              <a:ext cx="6302" cy="98291"/>
            </a:xfrm>
            <a:custGeom>
              <a:rect b="b" l="l" r="r" t="t"/>
              <a:pathLst>
                <a:path extrusionOk="0" h="3743" w="240">
                  <a:moveTo>
                    <a:pt x="125" y="1"/>
                  </a:moveTo>
                  <a:cubicBezTo>
                    <a:pt x="58" y="1"/>
                    <a:pt x="0" y="49"/>
                    <a:pt x="0" y="116"/>
                  </a:cubicBezTo>
                  <a:lnTo>
                    <a:pt x="0" y="3743"/>
                  </a:lnTo>
                  <a:lnTo>
                    <a:pt x="239" y="3743"/>
                  </a:lnTo>
                  <a:lnTo>
                    <a:pt x="239" y="116"/>
                  </a:lnTo>
                  <a:cubicBezTo>
                    <a:pt x="239" y="49"/>
                    <a:pt x="192" y="1"/>
                    <a:pt x="125" y="1"/>
                  </a:cubicBezTo>
                  <a:close/>
                </a:path>
              </a:pathLst>
            </a:custGeom>
            <a:solidFill>
              <a:srgbClr val="63798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469" name="Google Shape;14469;p43"/>
            <p:cNvSpPr/>
            <p:nvPr/>
          </p:nvSpPr>
          <p:spPr>
            <a:xfrm>
              <a:off x="7087828" y="3143284"/>
              <a:ext cx="357924" cy="129462"/>
            </a:xfrm>
            <a:custGeom>
              <a:rect b="b" l="l" r="r" t="t"/>
              <a:pathLst>
                <a:path extrusionOk="0" h="4930" w="13630">
                  <a:moveTo>
                    <a:pt x="6810" y="1"/>
                  </a:moveTo>
                  <a:cubicBezTo>
                    <a:pt x="6621" y="1"/>
                    <a:pt x="6432" y="58"/>
                    <a:pt x="6270" y="173"/>
                  </a:cubicBezTo>
                  <a:lnTo>
                    <a:pt x="173" y="4508"/>
                  </a:lnTo>
                  <a:cubicBezTo>
                    <a:pt x="1" y="4642"/>
                    <a:pt x="87" y="4920"/>
                    <a:pt x="307" y="4930"/>
                  </a:cubicBezTo>
                  <a:lnTo>
                    <a:pt x="13323" y="4930"/>
                  </a:lnTo>
                  <a:cubicBezTo>
                    <a:pt x="13543" y="4920"/>
                    <a:pt x="13629" y="4642"/>
                    <a:pt x="13457" y="4508"/>
                  </a:cubicBezTo>
                  <a:lnTo>
                    <a:pt x="7351" y="173"/>
                  </a:lnTo>
                  <a:cubicBezTo>
                    <a:pt x="7188" y="58"/>
                    <a:pt x="6999" y="1"/>
                    <a:pt x="6810" y="1"/>
                  </a:cubicBezTo>
                  <a:close/>
                </a:path>
              </a:pathLst>
            </a:custGeom>
            <a:solidFill>
              <a:srgbClr val="63768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470" name="Google Shape;14470;p43"/>
            <p:cNvSpPr/>
            <p:nvPr/>
          </p:nvSpPr>
          <p:spPr>
            <a:xfrm>
              <a:off x="7293890" y="3179365"/>
              <a:ext cx="60372" cy="43119"/>
            </a:xfrm>
            <a:custGeom>
              <a:rect b="b" l="l" r="r" t="t"/>
              <a:pathLst>
                <a:path extrusionOk="0" h="1642" w="2299">
                  <a:moveTo>
                    <a:pt x="380" y="1"/>
                  </a:moveTo>
                  <a:cubicBezTo>
                    <a:pt x="197" y="1"/>
                    <a:pt x="0" y="349"/>
                    <a:pt x="222" y="436"/>
                  </a:cubicBezTo>
                  <a:lnTo>
                    <a:pt x="1858" y="1594"/>
                  </a:lnTo>
                  <a:cubicBezTo>
                    <a:pt x="1897" y="1622"/>
                    <a:pt x="1944" y="1642"/>
                    <a:pt x="1992" y="1642"/>
                  </a:cubicBezTo>
                  <a:cubicBezTo>
                    <a:pt x="2212" y="1632"/>
                    <a:pt x="2298" y="1354"/>
                    <a:pt x="2126" y="1220"/>
                  </a:cubicBezTo>
                  <a:lnTo>
                    <a:pt x="490" y="53"/>
                  </a:lnTo>
                  <a:cubicBezTo>
                    <a:pt x="456" y="16"/>
                    <a:pt x="418" y="1"/>
                    <a:pt x="380" y="1"/>
                  </a:cubicBezTo>
                  <a:close/>
                </a:path>
              </a:pathLst>
            </a:custGeom>
            <a:solidFill>
              <a:srgbClr val="A6B1B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471" name="Google Shape;14471;p43"/>
            <p:cNvSpPr/>
            <p:nvPr/>
          </p:nvSpPr>
          <p:spPr>
            <a:xfrm>
              <a:off x="7269521" y="3162007"/>
              <a:ext cx="23424" cy="16990"/>
            </a:xfrm>
            <a:custGeom>
              <a:rect b="b" l="l" r="r" t="t"/>
              <a:pathLst>
                <a:path extrusionOk="0" h="647" w="892">
                  <a:moveTo>
                    <a:pt x="378" y="1"/>
                  </a:moveTo>
                  <a:cubicBezTo>
                    <a:pt x="195" y="1"/>
                    <a:pt x="1" y="342"/>
                    <a:pt x="221" y="436"/>
                  </a:cubicBezTo>
                  <a:lnTo>
                    <a:pt x="451" y="599"/>
                  </a:lnTo>
                  <a:cubicBezTo>
                    <a:pt x="489" y="628"/>
                    <a:pt x="537" y="647"/>
                    <a:pt x="585" y="647"/>
                  </a:cubicBezTo>
                  <a:cubicBezTo>
                    <a:pt x="805" y="628"/>
                    <a:pt x="891" y="360"/>
                    <a:pt x="719" y="216"/>
                  </a:cubicBezTo>
                  <a:lnTo>
                    <a:pt x="489" y="54"/>
                  </a:lnTo>
                  <a:cubicBezTo>
                    <a:pt x="456" y="16"/>
                    <a:pt x="417" y="1"/>
                    <a:pt x="378" y="1"/>
                  </a:cubicBezTo>
                  <a:close/>
                </a:path>
              </a:pathLst>
            </a:custGeom>
            <a:solidFill>
              <a:srgbClr val="A6B1B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472" name="Google Shape;14472;p43"/>
            <p:cNvSpPr/>
            <p:nvPr/>
          </p:nvSpPr>
          <p:spPr>
            <a:xfrm>
              <a:off x="7087591" y="3143257"/>
              <a:ext cx="186000" cy="129488"/>
            </a:xfrm>
            <a:custGeom>
              <a:rect b="b" l="l" r="r" t="t"/>
              <a:pathLst>
                <a:path extrusionOk="0" h="4931" w="7083">
                  <a:moveTo>
                    <a:pt x="6818" y="0"/>
                  </a:moveTo>
                  <a:cubicBezTo>
                    <a:pt x="6625" y="0"/>
                    <a:pt x="6433" y="62"/>
                    <a:pt x="6269" y="174"/>
                  </a:cubicBezTo>
                  <a:lnTo>
                    <a:pt x="173" y="4509"/>
                  </a:lnTo>
                  <a:cubicBezTo>
                    <a:pt x="0" y="4643"/>
                    <a:pt x="87" y="4921"/>
                    <a:pt x="307" y="4931"/>
                  </a:cubicBezTo>
                  <a:lnTo>
                    <a:pt x="3159" y="4931"/>
                  </a:lnTo>
                  <a:cubicBezTo>
                    <a:pt x="3015" y="4931"/>
                    <a:pt x="2958" y="4634"/>
                    <a:pt x="3072" y="4509"/>
                  </a:cubicBezTo>
                  <a:lnTo>
                    <a:pt x="6910" y="174"/>
                  </a:lnTo>
                  <a:cubicBezTo>
                    <a:pt x="6958" y="117"/>
                    <a:pt x="7015" y="69"/>
                    <a:pt x="7082" y="40"/>
                  </a:cubicBezTo>
                  <a:cubicBezTo>
                    <a:pt x="6996" y="13"/>
                    <a:pt x="6907" y="0"/>
                    <a:pt x="6818" y="0"/>
                  </a:cubicBezTo>
                  <a:close/>
                </a:path>
              </a:pathLst>
            </a:custGeom>
            <a:solidFill>
              <a:srgbClr val="30496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473" name="Google Shape;14473;p43"/>
            <p:cNvSpPr/>
            <p:nvPr/>
          </p:nvSpPr>
          <p:spPr>
            <a:xfrm>
              <a:off x="7174039" y="2990503"/>
              <a:ext cx="25420" cy="18356"/>
            </a:xfrm>
            <a:custGeom>
              <a:rect b="b" l="l" r="r" t="t"/>
              <a:pathLst>
                <a:path extrusionOk="0" h="699" w="968">
                  <a:moveTo>
                    <a:pt x="10" y="0"/>
                  </a:moveTo>
                  <a:lnTo>
                    <a:pt x="10" y="546"/>
                  </a:lnTo>
                  <a:cubicBezTo>
                    <a:pt x="10" y="574"/>
                    <a:pt x="10" y="594"/>
                    <a:pt x="1" y="613"/>
                  </a:cubicBezTo>
                  <a:cubicBezTo>
                    <a:pt x="154" y="670"/>
                    <a:pt x="316" y="699"/>
                    <a:pt x="489" y="699"/>
                  </a:cubicBezTo>
                  <a:cubicBezTo>
                    <a:pt x="651" y="699"/>
                    <a:pt x="814" y="670"/>
                    <a:pt x="967" y="613"/>
                  </a:cubicBezTo>
                  <a:cubicBezTo>
                    <a:pt x="958" y="584"/>
                    <a:pt x="948" y="565"/>
                    <a:pt x="948" y="536"/>
                  </a:cubicBezTo>
                  <a:lnTo>
                    <a:pt x="948" y="0"/>
                  </a:lnTo>
                  <a:close/>
                </a:path>
              </a:pathLst>
            </a:custGeom>
            <a:solidFill>
              <a:srgbClr val="96ABB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474" name="Google Shape;14474;p43"/>
            <p:cNvSpPr/>
            <p:nvPr/>
          </p:nvSpPr>
          <p:spPr>
            <a:xfrm>
              <a:off x="7162222" y="2947515"/>
              <a:ext cx="49027" cy="55330"/>
            </a:xfrm>
            <a:custGeom>
              <a:rect b="b" l="l" r="r" t="t"/>
              <a:pathLst>
                <a:path extrusionOk="0" h="2107" w="1867">
                  <a:moveTo>
                    <a:pt x="699" y="1"/>
                  </a:moveTo>
                  <a:cubicBezTo>
                    <a:pt x="317" y="1"/>
                    <a:pt x="1" y="316"/>
                    <a:pt x="1" y="699"/>
                  </a:cubicBezTo>
                  <a:lnTo>
                    <a:pt x="1" y="1168"/>
                  </a:lnTo>
                  <a:cubicBezTo>
                    <a:pt x="1" y="1685"/>
                    <a:pt x="422" y="2106"/>
                    <a:pt x="939" y="2106"/>
                  </a:cubicBezTo>
                  <a:cubicBezTo>
                    <a:pt x="1455" y="2106"/>
                    <a:pt x="1867" y="1685"/>
                    <a:pt x="1867" y="1168"/>
                  </a:cubicBezTo>
                  <a:lnTo>
                    <a:pt x="1867" y="699"/>
                  </a:lnTo>
                  <a:cubicBezTo>
                    <a:pt x="1867" y="316"/>
                    <a:pt x="1561" y="1"/>
                    <a:pt x="1168" y="1"/>
                  </a:cubicBezTo>
                  <a:close/>
                </a:path>
              </a:pathLst>
            </a:custGeom>
            <a:solidFill>
              <a:srgbClr val="BECBD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475" name="Google Shape;14475;p43"/>
            <p:cNvSpPr/>
            <p:nvPr/>
          </p:nvSpPr>
          <p:spPr>
            <a:xfrm>
              <a:off x="7162038" y="2947515"/>
              <a:ext cx="33902" cy="55382"/>
            </a:xfrm>
            <a:custGeom>
              <a:rect b="b" l="l" r="r" t="t"/>
              <a:pathLst>
                <a:path extrusionOk="0" h="2109" w="1291">
                  <a:moveTo>
                    <a:pt x="706" y="1"/>
                  </a:moveTo>
                  <a:cubicBezTo>
                    <a:pt x="314" y="1"/>
                    <a:pt x="8" y="316"/>
                    <a:pt x="8" y="699"/>
                  </a:cubicBezTo>
                  <a:lnTo>
                    <a:pt x="8" y="1168"/>
                  </a:lnTo>
                  <a:cubicBezTo>
                    <a:pt x="0" y="1711"/>
                    <a:pt x="444" y="2109"/>
                    <a:pt x="938" y="2109"/>
                  </a:cubicBezTo>
                  <a:cubicBezTo>
                    <a:pt x="1054" y="2109"/>
                    <a:pt x="1174" y="2087"/>
                    <a:pt x="1290" y="2039"/>
                  </a:cubicBezTo>
                  <a:cubicBezTo>
                    <a:pt x="936" y="1896"/>
                    <a:pt x="706" y="1551"/>
                    <a:pt x="706" y="1168"/>
                  </a:cubicBezTo>
                  <a:lnTo>
                    <a:pt x="706" y="699"/>
                  </a:lnTo>
                  <a:cubicBezTo>
                    <a:pt x="706" y="364"/>
                    <a:pt x="955" y="68"/>
                    <a:pt x="1290" y="10"/>
                  </a:cubicBezTo>
                  <a:cubicBezTo>
                    <a:pt x="1252" y="10"/>
                    <a:pt x="1214" y="1"/>
                    <a:pt x="1175" y="1"/>
                  </a:cubicBezTo>
                  <a:close/>
                </a:path>
              </a:pathLst>
            </a:custGeom>
            <a:solidFill>
              <a:srgbClr val="ACBDC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476" name="Google Shape;14476;p43"/>
            <p:cNvSpPr/>
            <p:nvPr/>
          </p:nvSpPr>
          <p:spPr>
            <a:xfrm>
              <a:off x="7162222" y="2947515"/>
              <a:ext cx="49027" cy="24658"/>
            </a:xfrm>
            <a:custGeom>
              <a:rect b="b" l="l" r="r" t="t"/>
              <a:pathLst>
                <a:path extrusionOk="0" h="939" w="1867">
                  <a:moveTo>
                    <a:pt x="699" y="1"/>
                  </a:moveTo>
                  <a:cubicBezTo>
                    <a:pt x="317" y="1"/>
                    <a:pt x="1" y="316"/>
                    <a:pt x="1" y="699"/>
                  </a:cubicBezTo>
                  <a:cubicBezTo>
                    <a:pt x="1" y="699"/>
                    <a:pt x="699" y="939"/>
                    <a:pt x="1867" y="939"/>
                  </a:cubicBezTo>
                  <a:lnTo>
                    <a:pt x="1867" y="699"/>
                  </a:lnTo>
                  <a:cubicBezTo>
                    <a:pt x="1867" y="316"/>
                    <a:pt x="1551" y="1"/>
                    <a:pt x="1168" y="1"/>
                  </a:cubicBez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477" name="Google Shape;14477;p43"/>
            <p:cNvSpPr/>
            <p:nvPr/>
          </p:nvSpPr>
          <p:spPr>
            <a:xfrm>
              <a:off x="7162222" y="2947515"/>
              <a:ext cx="33718" cy="22400"/>
            </a:xfrm>
            <a:custGeom>
              <a:rect b="b" l="l" r="r" t="t"/>
              <a:pathLst>
                <a:path extrusionOk="0" h="853" w="1284">
                  <a:moveTo>
                    <a:pt x="699" y="1"/>
                  </a:moveTo>
                  <a:cubicBezTo>
                    <a:pt x="307" y="1"/>
                    <a:pt x="1" y="316"/>
                    <a:pt x="1" y="699"/>
                  </a:cubicBezTo>
                  <a:cubicBezTo>
                    <a:pt x="230" y="776"/>
                    <a:pt x="460" y="824"/>
                    <a:pt x="699" y="852"/>
                  </a:cubicBezTo>
                  <a:lnTo>
                    <a:pt x="699" y="699"/>
                  </a:lnTo>
                  <a:cubicBezTo>
                    <a:pt x="699" y="364"/>
                    <a:pt x="948" y="68"/>
                    <a:pt x="1283" y="10"/>
                  </a:cubicBezTo>
                  <a:cubicBezTo>
                    <a:pt x="1245" y="10"/>
                    <a:pt x="1207" y="1"/>
                    <a:pt x="1168" y="1"/>
                  </a:cubicBez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478" name="Google Shape;14478;p43"/>
            <p:cNvSpPr/>
            <p:nvPr/>
          </p:nvSpPr>
          <p:spPr>
            <a:xfrm>
              <a:off x="7149906" y="3011353"/>
              <a:ext cx="119667" cy="95770"/>
            </a:xfrm>
            <a:custGeom>
              <a:rect b="b" l="l" r="r" t="t"/>
              <a:pathLst>
                <a:path extrusionOk="0" h="3647" w="4557">
                  <a:moveTo>
                    <a:pt x="2145" y="1"/>
                  </a:moveTo>
                  <a:cubicBezTo>
                    <a:pt x="1960" y="248"/>
                    <a:pt x="1682" y="373"/>
                    <a:pt x="1403" y="373"/>
                  </a:cubicBezTo>
                  <a:cubicBezTo>
                    <a:pt x="1131" y="373"/>
                    <a:pt x="859" y="255"/>
                    <a:pt x="671" y="20"/>
                  </a:cubicBezTo>
                  <a:lnTo>
                    <a:pt x="278" y="192"/>
                  </a:lnTo>
                  <a:cubicBezTo>
                    <a:pt x="106" y="268"/>
                    <a:pt x="1" y="431"/>
                    <a:pt x="1" y="623"/>
                  </a:cubicBezTo>
                  <a:lnTo>
                    <a:pt x="1" y="3647"/>
                  </a:lnTo>
                  <a:lnTo>
                    <a:pt x="2336" y="3647"/>
                  </a:lnTo>
                  <a:lnTo>
                    <a:pt x="2336" y="1206"/>
                  </a:lnTo>
                  <a:lnTo>
                    <a:pt x="2891" y="1876"/>
                  </a:lnTo>
                  <a:cubicBezTo>
                    <a:pt x="2984" y="1986"/>
                    <a:pt x="3119" y="2045"/>
                    <a:pt x="3254" y="2045"/>
                  </a:cubicBezTo>
                  <a:cubicBezTo>
                    <a:pt x="3355" y="2045"/>
                    <a:pt x="3456" y="2013"/>
                    <a:pt x="3542" y="1943"/>
                  </a:cubicBezTo>
                  <a:lnTo>
                    <a:pt x="4556" y="1139"/>
                  </a:lnTo>
                  <a:lnTo>
                    <a:pt x="4250" y="670"/>
                  </a:lnTo>
                  <a:lnTo>
                    <a:pt x="3312" y="1312"/>
                  </a:lnTo>
                  <a:lnTo>
                    <a:pt x="2661" y="278"/>
                  </a:lnTo>
                  <a:cubicBezTo>
                    <a:pt x="2594" y="192"/>
                    <a:pt x="2508" y="125"/>
                    <a:pt x="2413" y="87"/>
                  </a:cubicBezTo>
                  <a:lnTo>
                    <a:pt x="2145" y="1"/>
                  </a:lnTo>
                  <a:close/>
                </a:path>
              </a:pathLst>
            </a:custGeom>
            <a:solidFill>
              <a:srgbClr val="63768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479" name="Google Shape;14479;p43"/>
            <p:cNvSpPr/>
            <p:nvPr/>
          </p:nvSpPr>
          <p:spPr>
            <a:xfrm>
              <a:off x="7211223" y="3019153"/>
              <a:ext cx="58586" cy="45929"/>
            </a:xfrm>
            <a:custGeom>
              <a:rect b="b" l="l" r="r" t="t"/>
              <a:pathLst>
                <a:path extrusionOk="0" h="1749" w="2231">
                  <a:moveTo>
                    <a:pt x="336" y="0"/>
                  </a:moveTo>
                  <a:lnTo>
                    <a:pt x="135" y="326"/>
                  </a:lnTo>
                  <a:cubicBezTo>
                    <a:pt x="49" y="469"/>
                    <a:pt x="1" y="632"/>
                    <a:pt x="1" y="804"/>
                  </a:cubicBezTo>
                  <a:lnTo>
                    <a:pt x="1" y="909"/>
                  </a:lnTo>
                  <a:lnTo>
                    <a:pt x="556" y="1579"/>
                  </a:lnTo>
                  <a:cubicBezTo>
                    <a:pt x="649" y="1689"/>
                    <a:pt x="784" y="1748"/>
                    <a:pt x="919" y="1748"/>
                  </a:cubicBezTo>
                  <a:cubicBezTo>
                    <a:pt x="1020" y="1748"/>
                    <a:pt x="1121" y="1716"/>
                    <a:pt x="1207" y="1646"/>
                  </a:cubicBezTo>
                  <a:lnTo>
                    <a:pt x="2231" y="842"/>
                  </a:lnTo>
                  <a:lnTo>
                    <a:pt x="1915" y="373"/>
                  </a:lnTo>
                  <a:lnTo>
                    <a:pt x="987" y="1015"/>
                  </a:lnTo>
                  <a:lnTo>
                    <a:pt x="336" y="0"/>
                  </a:lnTo>
                  <a:close/>
                </a:path>
              </a:pathLst>
            </a:custGeom>
            <a:solidFill>
              <a:srgbClr val="30496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480" name="Google Shape;14480;p43"/>
            <p:cNvSpPr/>
            <p:nvPr/>
          </p:nvSpPr>
          <p:spPr>
            <a:xfrm>
              <a:off x="7149906" y="3018890"/>
              <a:ext cx="18645" cy="100550"/>
            </a:xfrm>
            <a:custGeom>
              <a:rect b="b" l="l" r="r" t="t"/>
              <a:pathLst>
                <a:path extrusionOk="0" h="3829" w="710">
                  <a:moveTo>
                    <a:pt x="154" y="1"/>
                  </a:moveTo>
                  <a:cubicBezTo>
                    <a:pt x="58" y="87"/>
                    <a:pt x="1" y="211"/>
                    <a:pt x="1" y="336"/>
                  </a:cubicBezTo>
                  <a:lnTo>
                    <a:pt x="1" y="3589"/>
                  </a:lnTo>
                  <a:cubicBezTo>
                    <a:pt x="1" y="3723"/>
                    <a:pt x="106" y="3829"/>
                    <a:pt x="240" y="3829"/>
                  </a:cubicBezTo>
                  <a:lnTo>
                    <a:pt x="709" y="3829"/>
                  </a:lnTo>
                  <a:lnTo>
                    <a:pt x="709" y="843"/>
                  </a:lnTo>
                  <a:cubicBezTo>
                    <a:pt x="709" y="661"/>
                    <a:pt x="632" y="479"/>
                    <a:pt x="498" y="355"/>
                  </a:cubicBezTo>
                  <a:lnTo>
                    <a:pt x="154" y="1"/>
                  </a:lnTo>
                  <a:close/>
                </a:path>
              </a:pathLst>
            </a:custGeom>
            <a:solidFill>
              <a:srgbClr val="30496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481" name="Google Shape;14481;p43"/>
            <p:cNvSpPr/>
            <p:nvPr/>
          </p:nvSpPr>
          <p:spPr>
            <a:xfrm>
              <a:off x="7155946" y="3119177"/>
              <a:ext cx="12605" cy="12579"/>
            </a:xfrm>
            <a:custGeom>
              <a:rect b="b" l="l" r="r" t="t"/>
              <a:pathLst>
                <a:path extrusionOk="0" h="479" w="480">
                  <a:moveTo>
                    <a:pt x="1" y="0"/>
                  </a:moveTo>
                  <a:lnTo>
                    <a:pt x="1" y="239"/>
                  </a:lnTo>
                  <a:cubicBezTo>
                    <a:pt x="1" y="364"/>
                    <a:pt x="106" y="479"/>
                    <a:pt x="240" y="479"/>
                  </a:cubicBezTo>
                  <a:lnTo>
                    <a:pt x="383" y="479"/>
                  </a:lnTo>
                  <a:cubicBezTo>
                    <a:pt x="431" y="469"/>
                    <a:pt x="479" y="421"/>
                    <a:pt x="469" y="373"/>
                  </a:cubicBezTo>
                  <a:lnTo>
                    <a:pt x="469" y="0"/>
                  </a:lnTo>
                  <a:close/>
                </a:path>
              </a:pathLst>
            </a:custGeom>
            <a:solidFill>
              <a:srgbClr val="ACBDC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4482" name="Google Shape;14482;p43"/>
          <p:cNvGrpSpPr/>
          <p:nvPr/>
        </p:nvGrpSpPr>
        <p:grpSpPr>
          <a:xfrm>
            <a:off x="7951362" y="2733037"/>
            <a:ext cx="382529" cy="382530"/>
            <a:chOff x="7951362" y="2885437"/>
            <a:chExt cx="382529" cy="382530"/>
          </a:xfrm>
        </p:grpSpPr>
        <p:sp>
          <p:nvSpPr>
            <p:cNvPr id="14483" name="Google Shape;14483;p43"/>
            <p:cNvSpPr/>
            <p:nvPr/>
          </p:nvSpPr>
          <p:spPr>
            <a:xfrm>
              <a:off x="8141615" y="2898514"/>
              <a:ext cx="96768" cy="94510"/>
            </a:xfrm>
            <a:custGeom>
              <a:rect b="b" l="l" r="r" t="t"/>
              <a:pathLst>
                <a:path extrusionOk="0" h="3599" w="3685">
                  <a:moveTo>
                    <a:pt x="0" y="0"/>
                  </a:moveTo>
                  <a:lnTo>
                    <a:pt x="0" y="3599"/>
                  </a:lnTo>
                  <a:lnTo>
                    <a:pt x="2929" y="3599"/>
                  </a:lnTo>
                  <a:lnTo>
                    <a:pt x="2709" y="3149"/>
                  </a:lnTo>
                  <a:cubicBezTo>
                    <a:pt x="2651" y="3044"/>
                    <a:pt x="2594" y="2939"/>
                    <a:pt x="2517" y="2843"/>
                  </a:cubicBezTo>
                  <a:cubicBezTo>
                    <a:pt x="2087" y="2240"/>
                    <a:pt x="2297" y="1991"/>
                    <a:pt x="2335" y="1953"/>
                  </a:cubicBezTo>
                  <a:cubicBezTo>
                    <a:pt x="2410" y="1886"/>
                    <a:pt x="2508" y="1848"/>
                    <a:pt x="2611" y="1848"/>
                  </a:cubicBezTo>
                  <a:cubicBezTo>
                    <a:pt x="2640" y="1848"/>
                    <a:pt x="2669" y="1851"/>
                    <a:pt x="2699" y="1857"/>
                  </a:cubicBezTo>
                  <a:cubicBezTo>
                    <a:pt x="2852" y="1895"/>
                    <a:pt x="2986" y="1982"/>
                    <a:pt x="3091" y="2106"/>
                  </a:cubicBezTo>
                  <a:lnTo>
                    <a:pt x="3627" y="2651"/>
                  </a:lnTo>
                  <a:lnTo>
                    <a:pt x="3627" y="412"/>
                  </a:lnTo>
                  <a:cubicBezTo>
                    <a:pt x="3627" y="393"/>
                    <a:pt x="3627" y="374"/>
                    <a:pt x="3627" y="355"/>
                  </a:cubicBezTo>
                  <a:lnTo>
                    <a:pt x="3685" y="0"/>
                  </a:lnTo>
                  <a:close/>
                </a:path>
              </a:pathLst>
            </a:custGeom>
            <a:solidFill>
              <a:srgbClr val="8192A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484" name="Google Shape;14484;p43"/>
            <p:cNvSpPr/>
            <p:nvPr/>
          </p:nvSpPr>
          <p:spPr>
            <a:xfrm>
              <a:off x="8141615" y="2969390"/>
              <a:ext cx="76916" cy="23634"/>
            </a:xfrm>
            <a:custGeom>
              <a:rect b="b" l="l" r="r" t="t"/>
              <a:pathLst>
                <a:path extrusionOk="0" h="900" w="2929">
                  <a:moveTo>
                    <a:pt x="0" y="0"/>
                  </a:moveTo>
                  <a:lnTo>
                    <a:pt x="0" y="900"/>
                  </a:lnTo>
                  <a:lnTo>
                    <a:pt x="2929" y="900"/>
                  </a:lnTo>
                  <a:lnTo>
                    <a:pt x="2709" y="450"/>
                  </a:lnTo>
                  <a:cubicBezTo>
                    <a:pt x="2661" y="335"/>
                    <a:pt x="2594" y="230"/>
                    <a:pt x="2527" y="134"/>
                  </a:cubicBezTo>
                  <a:cubicBezTo>
                    <a:pt x="2489" y="86"/>
                    <a:pt x="2460" y="39"/>
                    <a:pt x="2431" y="0"/>
                  </a:cubicBezTo>
                  <a:close/>
                </a:path>
              </a:pathLst>
            </a:custGeom>
            <a:solidFill>
              <a:srgbClr val="74879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485" name="Google Shape;14485;p43"/>
            <p:cNvSpPr/>
            <p:nvPr/>
          </p:nvSpPr>
          <p:spPr>
            <a:xfrm>
              <a:off x="8047105" y="3161902"/>
              <a:ext cx="96794" cy="94247"/>
            </a:xfrm>
            <a:custGeom>
              <a:rect b="b" l="l" r="r" t="t"/>
              <a:pathLst>
                <a:path extrusionOk="0" h="3589" w="3686">
                  <a:moveTo>
                    <a:pt x="766" y="0"/>
                  </a:moveTo>
                  <a:lnTo>
                    <a:pt x="977" y="440"/>
                  </a:lnTo>
                  <a:cubicBezTo>
                    <a:pt x="1034" y="555"/>
                    <a:pt x="1092" y="651"/>
                    <a:pt x="1168" y="756"/>
                  </a:cubicBezTo>
                  <a:cubicBezTo>
                    <a:pt x="1599" y="1349"/>
                    <a:pt x="1389" y="1608"/>
                    <a:pt x="1350" y="1637"/>
                  </a:cubicBezTo>
                  <a:cubicBezTo>
                    <a:pt x="1276" y="1704"/>
                    <a:pt x="1178" y="1742"/>
                    <a:pt x="1075" y="1742"/>
                  </a:cubicBezTo>
                  <a:cubicBezTo>
                    <a:pt x="1046" y="1742"/>
                    <a:pt x="1016" y="1739"/>
                    <a:pt x="987" y="1732"/>
                  </a:cubicBezTo>
                  <a:cubicBezTo>
                    <a:pt x="843" y="1684"/>
                    <a:pt x="699" y="1598"/>
                    <a:pt x="594" y="1483"/>
                  </a:cubicBezTo>
                  <a:lnTo>
                    <a:pt x="58" y="938"/>
                  </a:lnTo>
                  <a:lnTo>
                    <a:pt x="58" y="3177"/>
                  </a:lnTo>
                  <a:cubicBezTo>
                    <a:pt x="58" y="3197"/>
                    <a:pt x="58" y="3216"/>
                    <a:pt x="58" y="3225"/>
                  </a:cubicBezTo>
                  <a:lnTo>
                    <a:pt x="1" y="3589"/>
                  </a:lnTo>
                  <a:lnTo>
                    <a:pt x="3685" y="3589"/>
                  </a:lnTo>
                  <a:lnTo>
                    <a:pt x="3685" y="0"/>
                  </a:lnTo>
                  <a:close/>
                </a:path>
              </a:pathLst>
            </a:custGeom>
            <a:solidFill>
              <a:srgbClr val="8192A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486" name="Google Shape;14486;p43"/>
            <p:cNvSpPr/>
            <p:nvPr/>
          </p:nvSpPr>
          <p:spPr>
            <a:xfrm>
              <a:off x="8067221" y="3161902"/>
              <a:ext cx="76679" cy="23398"/>
            </a:xfrm>
            <a:custGeom>
              <a:rect b="b" l="l" r="r" t="t"/>
              <a:pathLst>
                <a:path extrusionOk="0" h="891" w="2920">
                  <a:moveTo>
                    <a:pt x="0" y="0"/>
                  </a:moveTo>
                  <a:lnTo>
                    <a:pt x="211" y="440"/>
                  </a:lnTo>
                  <a:cubicBezTo>
                    <a:pt x="268" y="555"/>
                    <a:pt x="326" y="651"/>
                    <a:pt x="402" y="756"/>
                  </a:cubicBezTo>
                  <a:cubicBezTo>
                    <a:pt x="441" y="804"/>
                    <a:pt x="469" y="852"/>
                    <a:pt x="498" y="890"/>
                  </a:cubicBezTo>
                  <a:lnTo>
                    <a:pt x="2919" y="890"/>
                  </a:lnTo>
                  <a:lnTo>
                    <a:pt x="2919" y="0"/>
                  </a:lnTo>
                  <a:close/>
                </a:path>
              </a:pathLst>
            </a:custGeom>
            <a:solidFill>
              <a:srgbClr val="74879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487" name="Google Shape;14487;p43"/>
            <p:cNvSpPr/>
            <p:nvPr/>
          </p:nvSpPr>
          <p:spPr>
            <a:xfrm>
              <a:off x="7958137" y="3102318"/>
              <a:ext cx="132744" cy="165648"/>
            </a:xfrm>
            <a:custGeom>
              <a:rect b="b" l="l" r="r" t="t"/>
              <a:pathLst>
                <a:path extrusionOk="0" h="6308" w="5055">
                  <a:moveTo>
                    <a:pt x="585" y="1"/>
                  </a:moveTo>
                  <a:lnTo>
                    <a:pt x="585" y="1121"/>
                  </a:lnTo>
                  <a:cubicBezTo>
                    <a:pt x="1" y="1551"/>
                    <a:pt x="20" y="3159"/>
                    <a:pt x="30" y="3226"/>
                  </a:cubicBezTo>
                  <a:lnTo>
                    <a:pt x="30" y="4422"/>
                  </a:lnTo>
                  <a:cubicBezTo>
                    <a:pt x="30" y="4700"/>
                    <a:pt x="250" y="4920"/>
                    <a:pt x="527" y="4920"/>
                  </a:cubicBezTo>
                  <a:lnTo>
                    <a:pt x="546" y="4920"/>
                  </a:lnTo>
                  <a:cubicBezTo>
                    <a:pt x="661" y="4920"/>
                    <a:pt x="776" y="4882"/>
                    <a:pt x="872" y="4805"/>
                  </a:cubicBezTo>
                  <a:lnTo>
                    <a:pt x="872" y="5399"/>
                  </a:lnTo>
                  <a:cubicBezTo>
                    <a:pt x="872" y="5676"/>
                    <a:pt x="1092" y="5906"/>
                    <a:pt x="1369" y="5906"/>
                  </a:cubicBezTo>
                  <a:lnTo>
                    <a:pt x="1389" y="5906"/>
                  </a:lnTo>
                  <a:cubicBezTo>
                    <a:pt x="1503" y="5906"/>
                    <a:pt x="1618" y="5868"/>
                    <a:pt x="1704" y="5791"/>
                  </a:cubicBezTo>
                  <a:lnTo>
                    <a:pt x="1704" y="5801"/>
                  </a:lnTo>
                  <a:cubicBezTo>
                    <a:pt x="1704" y="6078"/>
                    <a:pt x="1934" y="6308"/>
                    <a:pt x="2212" y="6308"/>
                  </a:cubicBezTo>
                  <a:lnTo>
                    <a:pt x="2221" y="6308"/>
                  </a:lnTo>
                  <a:cubicBezTo>
                    <a:pt x="2499" y="6308"/>
                    <a:pt x="2728" y="6078"/>
                    <a:pt x="2728" y="5801"/>
                  </a:cubicBezTo>
                  <a:lnTo>
                    <a:pt x="2728" y="5791"/>
                  </a:lnTo>
                  <a:cubicBezTo>
                    <a:pt x="2815" y="5868"/>
                    <a:pt x="2929" y="5906"/>
                    <a:pt x="3044" y="5906"/>
                  </a:cubicBezTo>
                  <a:lnTo>
                    <a:pt x="3063" y="5906"/>
                  </a:lnTo>
                  <a:cubicBezTo>
                    <a:pt x="3341" y="5906"/>
                    <a:pt x="3571" y="5686"/>
                    <a:pt x="3571" y="5408"/>
                  </a:cubicBezTo>
                  <a:lnTo>
                    <a:pt x="3571" y="3561"/>
                  </a:lnTo>
                  <a:cubicBezTo>
                    <a:pt x="3724" y="3791"/>
                    <a:pt x="3982" y="4087"/>
                    <a:pt x="4288" y="4145"/>
                  </a:cubicBezTo>
                  <a:cubicBezTo>
                    <a:pt x="4330" y="4155"/>
                    <a:pt x="4372" y="4159"/>
                    <a:pt x="4413" y="4159"/>
                  </a:cubicBezTo>
                  <a:cubicBezTo>
                    <a:pt x="4536" y="4159"/>
                    <a:pt x="4657" y="4118"/>
                    <a:pt x="4757" y="4040"/>
                  </a:cubicBezTo>
                  <a:lnTo>
                    <a:pt x="4805" y="4001"/>
                  </a:lnTo>
                  <a:lnTo>
                    <a:pt x="4834" y="3953"/>
                  </a:lnTo>
                  <a:cubicBezTo>
                    <a:pt x="4920" y="3829"/>
                    <a:pt x="5054" y="3504"/>
                    <a:pt x="4633" y="2920"/>
                  </a:cubicBezTo>
                  <a:cubicBezTo>
                    <a:pt x="4451" y="2681"/>
                    <a:pt x="4346" y="2413"/>
                    <a:pt x="4308" y="2126"/>
                  </a:cubicBezTo>
                  <a:cubicBezTo>
                    <a:pt x="4231" y="1685"/>
                    <a:pt x="4126" y="1360"/>
                    <a:pt x="3456" y="843"/>
                  </a:cubicBezTo>
                  <a:lnTo>
                    <a:pt x="3456" y="1"/>
                  </a:lnTo>
                  <a:close/>
                </a:path>
              </a:pathLst>
            </a:custGeom>
            <a:solidFill>
              <a:srgbClr val="CBD6D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488" name="Google Shape;14488;p43"/>
            <p:cNvSpPr/>
            <p:nvPr/>
          </p:nvSpPr>
          <p:spPr>
            <a:xfrm>
              <a:off x="7958137" y="3102318"/>
              <a:ext cx="24159" cy="129225"/>
            </a:xfrm>
            <a:custGeom>
              <a:rect b="b" l="l" r="r" t="t"/>
              <a:pathLst>
                <a:path extrusionOk="0" h="4921" w="920">
                  <a:moveTo>
                    <a:pt x="585" y="1"/>
                  </a:moveTo>
                  <a:lnTo>
                    <a:pt x="585" y="1121"/>
                  </a:lnTo>
                  <a:cubicBezTo>
                    <a:pt x="1" y="1542"/>
                    <a:pt x="20" y="3159"/>
                    <a:pt x="30" y="3226"/>
                  </a:cubicBezTo>
                  <a:lnTo>
                    <a:pt x="30" y="4422"/>
                  </a:lnTo>
                  <a:cubicBezTo>
                    <a:pt x="30" y="4700"/>
                    <a:pt x="250" y="4920"/>
                    <a:pt x="527" y="4920"/>
                  </a:cubicBezTo>
                  <a:lnTo>
                    <a:pt x="546" y="4920"/>
                  </a:lnTo>
                  <a:cubicBezTo>
                    <a:pt x="604" y="4920"/>
                    <a:pt x="652" y="4910"/>
                    <a:pt x="700" y="4901"/>
                  </a:cubicBezTo>
                  <a:cubicBezTo>
                    <a:pt x="499" y="4824"/>
                    <a:pt x="355" y="4633"/>
                    <a:pt x="355" y="4422"/>
                  </a:cubicBezTo>
                  <a:lnTo>
                    <a:pt x="355" y="3226"/>
                  </a:lnTo>
                  <a:cubicBezTo>
                    <a:pt x="355" y="3159"/>
                    <a:pt x="326" y="1637"/>
                    <a:pt x="920" y="1216"/>
                  </a:cubicBezTo>
                  <a:lnTo>
                    <a:pt x="920" y="1"/>
                  </a:lnTo>
                  <a:close/>
                </a:path>
              </a:pathLst>
            </a:custGeom>
            <a:solidFill>
              <a:srgbClr val="B3C3C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489" name="Google Shape;14489;p43"/>
            <p:cNvSpPr/>
            <p:nvPr/>
          </p:nvSpPr>
          <p:spPr>
            <a:xfrm>
              <a:off x="7980773" y="3188661"/>
              <a:ext cx="17857" cy="68749"/>
            </a:xfrm>
            <a:custGeom>
              <a:rect b="b" l="l" r="r" t="t"/>
              <a:pathLst>
                <a:path extrusionOk="0" h="2618" w="680">
                  <a:moveTo>
                    <a:pt x="163" y="0"/>
                  </a:moveTo>
                  <a:cubicBezTo>
                    <a:pt x="82" y="0"/>
                    <a:pt x="0" y="53"/>
                    <a:pt x="0" y="158"/>
                  </a:cubicBezTo>
                  <a:lnTo>
                    <a:pt x="0" y="1776"/>
                  </a:lnTo>
                  <a:lnTo>
                    <a:pt x="0" y="2120"/>
                  </a:lnTo>
                  <a:cubicBezTo>
                    <a:pt x="0" y="2398"/>
                    <a:pt x="230" y="2618"/>
                    <a:pt x="507" y="2618"/>
                  </a:cubicBezTo>
                  <a:lnTo>
                    <a:pt x="527" y="2618"/>
                  </a:lnTo>
                  <a:cubicBezTo>
                    <a:pt x="574" y="2618"/>
                    <a:pt x="632" y="2608"/>
                    <a:pt x="680" y="2599"/>
                  </a:cubicBezTo>
                  <a:cubicBezTo>
                    <a:pt x="469" y="2522"/>
                    <a:pt x="335" y="2331"/>
                    <a:pt x="335" y="2111"/>
                  </a:cubicBezTo>
                  <a:lnTo>
                    <a:pt x="335" y="1517"/>
                  </a:lnTo>
                  <a:lnTo>
                    <a:pt x="326" y="1527"/>
                  </a:lnTo>
                  <a:lnTo>
                    <a:pt x="326" y="158"/>
                  </a:lnTo>
                  <a:cubicBezTo>
                    <a:pt x="326" y="53"/>
                    <a:pt x="244" y="0"/>
                    <a:pt x="163" y="0"/>
                  </a:cubicBezTo>
                  <a:close/>
                </a:path>
              </a:pathLst>
            </a:custGeom>
            <a:solidFill>
              <a:srgbClr val="B3C3C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490" name="Google Shape;14490;p43"/>
            <p:cNvSpPr/>
            <p:nvPr/>
          </p:nvSpPr>
          <p:spPr>
            <a:xfrm>
              <a:off x="8029012" y="3205231"/>
              <a:ext cx="13603" cy="51995"/>
            </a:xfrm>
            <a:custGeom>
              <a:rect b="b" l="l" r="r" t="t"/>
              <a:pathLst>
                <a:path extrusionOk="0" h="1980" w="518">
                  <a:moveTo>
                    <a:pt x="163" y="1"/>
                  </a:moveTo>
                  <a:cubicBezTo>
                    <a:pt x="82" y="1"/>
                    <a:pt x="1" y="54"/>
                    <a:pt x="1" y="159"/>
                  </a:cubicBezTo>
                  <a:lnTo>
                    <a:pt x="1" y="1776"/>
                  </a:lnTo>
                  <a:cubicBezTo>
                    <a:pt x="1" y="1805"/>
                    <a:pt x="10" y="1834"/>
                    <a:pt x="29" y="1862"/>
                  </a:cubicBezTo>
                  <a:cubicBezTo>
                    <a:pt x="39" y="1882"/>
                    <a:pt x="58" y="1891"/>
                    <a:pt x="77" y="1901"/>
                  </a:cubicBezTo>
                  <a:cubicBezTo>
                    <a:pt x="153" y="1951"/>
                    <a:pt x="250" y="1979"/>
                    <a:pt x="343" y="1979"/>
                  </a:cubicBezTo>
                  <a:cubicBezTo>
                    <a:pt x="357" y="1979"/>
                    <a:pt x="370" y="1978"/>
                    <a:pt x="384" y="1977"/>
                  </a:cubicBezTo>
                  <a:cubicBezTo>
                    <a:pt x="431" y="1977"/>
                    <a:pt x="470" y="1968"/>
                    <a:pt x="518" y="1958"/>
                  </a:cubicBezTo>
                  <a:cubicBezTo>
                    <a:pt x="460" y="1939"/>
                    <a:pt x="412" y="1910"/>
                    <a:pt x="364" y="1872"/>
                  </a:cubicBezTo>
                  <a:cubicBezTo>
                    <a:pt x="345" y="1853"/>
                    <a:pt x="326" y="1824"/>
                    <a:pt x="326" y="1786"/>
                  </a:cubicBezTo>
                  <a:lnTo>
                    <a:pt x="326" y="1776"/>
                  </a:lnTo>
                  <a:lnTo>
                    <a:pt x="326" y="159"/>
                  </a:lnTo>
                  <a:cubicBezTo>
                    <a:pt x="326" y="54"/>
                    <a:pt x="245" y="1"/>
                    <a:pt x="163" y="1"/>
                  </a:cubicBezTo>
                  <a:close/>
                </a:path>
              </a:pathLst>
            </a:custGeom>
            <a:solidFill>
              <a:srgbClr val="B3C3C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491" name="Google Shape;14491;p43"/>
            <p:cNvSpPr/>
            <p:nvPr/>
          </p:nvSpPr>
          <p:spPr>
            <a:xfrm>
              <a:off x="8003146" y="3209328"/>
              <a:ext cx="17358" cy="58639"/>
            </a:xfrm>
            <a:custGeom>
              <a:rect b="b" l="l" r="r" t="t"/>
              <a:pathLst>
                <a:path extrusionOk="0" h="2233" w="661">
                  <a:moveTo>
                    <a:pt x="158" y="0"/>
                  </a:moveTo>
                  <a:cubicBezTo>
                    <a:pt x="79" y="0"/>
                    <a:pt x="0" y="56"/>
                    <a:pt x="0" y="166"/>
                  </a:cubicBezTo>
                  <a:lnTo>
                    <a:pt x="0" y="1783"/>
                  </a:lnTo>
                  <a:cubicBezTo>
                    <a:pt x="0" y="1793"/>
                    <a:pt x="0" y="1812"/>
                    <a:pt x="10" y="1831"/>
                  </a:cubicBezTo>
                  <a:lnTo>
                    <a:pt x="0" y="1831"/>
                  </a:lnTo>
                  <a:cubicBezTo>
                    <a:pt x="48" y="2060"/>
                    <a:pt x="249" y="2233"/>
                    <a:pt x="488" y="2233"/>
                  </a:cubicBezTo>
                  <a:lnTo>
                    <a:pt x="507" y="2233"/>
                  </a:lnTo>
                  <a:cubicBezTo>
                    <a:pt x="565" y="2233"/>
                    <a:pt x="613" y="2223"/>
                    <a:pt x="660" y="2204"/>
                  </a:cubicBezTo>
                  <a:cubicBezTo>
                    <a:pt x="459" y="2137"/>
                    <a:pt x="316" y="1946"/>
                    <a:pt x="316" y="1726"/>
                  </a:cubicBezTo>
                  <a:lnTo>
                    <a:pt x="316" y="166"/>
                  </a:lnTo>
                  <a:cubicBezTo>
                    <a:pt x="316" y="56"/>
                    <a:pt x="237" y="0"/>
                    <a:pt x="158" y="0"/>
                  </a:cubicBezTo>
                  <a:close/>
                </a:path>
              </a:pathLst>
            </a:custGeom>
            <a:solidFill>
              <a:srgbClr val="B3C3C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492" name="Google Shape;14492;p43"/>
            <p:cNvSpPr/>
            <p:nvPr/>
          </p:nvSpPr>
          <p:spPr>
            <a:xfrm>
              <a:off x="8051885" y="3184013"/>
              <a:ext cx="26155" cy="27520"/>
            </a:xfrm>
            <a:custGeom>
              <a:rect b="b" l="l" r="r" t="t"/>
              <a:pathLst>
                <a:path extrusionOk="0" h="1048" w="996">
                  <a:moveTo>
                    <a:pt x="1" y="0"/>
                  </a:moveTo>
                  <a:lnTo>
                    <a:pt x="1" y="441"/>
                  </a:lnTo>
                  <a:cubicBezTo>
                    <a:pt x="96" y="574"/>
                    <a:pt x="211" y="708"/>
                    <a:pt x="326" y="823"/>
                  </a:cubicBezTo>
                  <a:cubicBezTo>
                    <a:pt x="431" y="929"/>
                    <a:pt x="565" y="996"/>
                    <a:pt x="709" y="1034"/>
                  </a:cubicBezTo>
                  <a:cubicBezTo>
                    <a:pt x="752" y="1042"/>
                    <a:pt x="795" y="1047"/>
                    <a:pt x="838" y="1047"/>
                  </a:cubicBezTo>
                  <a:cubicBezTo>
                    <a:pt x="891" y="1047"/>
                    <a:pt x="943" y="1040"/>
                    <a:pt x="996" y="1024"/>
                  </a:cubicBezTo>
                  <a:cubicBezTo>
                    <a:pt x="805" y="948"/>
                    <a:pt x="632" y="833"/>
                    <a:pt x="498" y="670"/>
                  </a:cubicBezTo>
                  <a:cubicBezTo>
                    <a:pt x="470" y="632"/>
                    <a:pt x="412" y="555"/>
                    <a:pt x="355" y="479"/>
                  </a:cubicBezTo>
                  <a:lnTo>
                    <a:pt x="326" y="441"/>
                  </a:lnTo>
                  <a:cubicBezTo>
                    <a:pt x="173" y="249"/>
                    <a:pt x="1" y="0"/>
                    <a:pt x="1" y="0"/>
                  </a:cubicBezTo>
                  <a:close/>
                </a:path>
              </a:pathLst>
            </a:custGeom>
            <a:solidFill>
              <a:srgbClr val="B3C3C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493" name="Google Shape;14493;p43"/>
            <p:cNvSpPr/>
            <p:nvPr/>
          </p:nvSpPr>
          <p:spPr>
            <a:xfrm>
              <a:off x="7963940" y="2981706"/>
              <a:ext cx="94510" cy="96768"/>
            </a:xfrm>
            <a:custGeom>
              <a:rect b="b" l="l" r="r" t="t"/>
              <a:pathLst>
                <a:path extrusionOk="0" h="3685" w="3599">
                  <a:moveTo>
                    <a:pt x="0" y="0"/>
                  </a:moveTo>
                  <a:lnTo>
                    <a:pt x="0" y="3685"/>
                  </a:lnTo>
                  <a:lnTo>
                    <a:pt x="3598" y="3685"/>
                  </a:lnTo>
                  <a:lnTo>
                    <a:pt x="3598" y="756"/>
                  </a:lnTo>
                  <a:lnTo>
                    <a:pt x="3149" y="976"/>
                  </a:lnTo>
                  <a:cubicBezTo>
                    <a:pt x="3043" y="1024"/>
                    <a:pt x="2938" y="1091"/>
                    <a:pt x="2842" y="1158"/>
                  </a:cubicBezTo>
                  <a:cubicBezTo>
                    <a:pt x="2661" y="1311"/>
                    <a:pt x="2440" y="1407"/>
                    <a:pt x="2201" y="1426"/>
                  </a:cubicBezTo>
                  <a:cubicBezTo>
                    <a:pt x="2192" y="1427"/>
                    <a:pt x="2183" y="1428"/>
                    <a:pt x="2174" y="1428"/>
                  </a:cubicBezTo>
                  <a:cubicBezTo>
                    <a:pt x="2096" y="1428"/>
                    <a:pt x="2012" y="1392"/>
                    <a:pt x="1952" y="1340"/>
                  </a:cubicBezTo>
                  <a:cubicBezTo>
                    <a:pt x="1866" y="1244"/>
                    <a:pt x="1828" y="1110"/>
                    <a:pt x="1857" y="986"/>
                  </a:cubicBezTo>
                  <a:cubicBezTo>
                    <a:pt x="1905" y="833"/>
                    <a:pt x="1991" y="699"/>
                    <a:pt x="2106" y="594"/>
                  </a:cubicBezTo>
                  <a:lnTo>
                    <a:pt x="2651" y="48"/>
                  </a:lnTo>
                  <a:lnTo>
                    <a:pt x="354" y="48"/>
                  </a:lnTo>
                  <a:lnTo>
                    <a:pt x="0" y="0"/>
                  </a:lnTo>
                  <a:close/>
                </a:path>
              </a:pathLst>
            </a:custGeom>
            <a:solidFill>
              <a:srgbClr val="8192A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494" name="Google Shape;14494;p43"/>
            <p:cNvSpPr/>
            <p:nvPr/>
          </p:nvSpPr>
          <p:spPr>
            <a:xfrm>
              <a:off x="8227065" y="3076189"/>
              <a:ext cx="94772" cy="96794"/>
            </a:xfrm>
            <a:custGeom>
              <a:rect b="b" l="l" r="r" t="t"/>
              <a:pathLst>
                <a:path extrusionOk="0" h="3686" w="3609">
                  <a:moveTo>
                    <a:pt x="0" y="1"/>
                  </a:moveTo>
                  <a:lnTo>
                    <a:pt x="0" y="2920"/>
                  </a:lnTo>
                  <a:lnTo>
                    <a:pt x="460" y="2709"/>
                  </a:lnTo>
                  <a:cubicBezTo>
                    <a:pt x="565" y="2652"/>
                    <a:pt x="670" y="2594"/>
                    <a:pt x="766" y="2518"/>
                  </a:cubicBezTo>
                  <a:cubicBezTo>
                    <a:pt x="948" y="2364"/>
                    <a:pt x="1168" y="2278"/>
                    <a:pt x="1407" y="2250"/>
                  </a:cubicBezTo>
                  <a:cubicBezTo>
                    <a:pt x="1493" y="2250"/>
                    <a:pt x="1579" y="2278"/>
                    <a:pt x="1656" y="2336"/>
                  </a:cubicBezTo>
                  <a:cubicBezTo>
                    <a:pt x="1742" y="2431"/>
                    <a:pt x="1780" y="2565"/>
                    <a:pt x="1752" y="2699"/>
                  </a:cubicBezTo>
                  <a:cubicBezTo>
                    <a:pt x="1704" y="2853"/>
                    <a:pt x="1618" y="2987"/>
                    <a:pt x="1503" y="3092"/>
                  </a:cubicBezTo>
                  <a:lnTo>
                    <a:pt x="948" y="3628"/>
                  </a:lnTo>
                  <a:lnTo>
                    <a:pt x="3244" y="3628"/>
                  </a:lnTo>
                  <a:lnTo>
                    <a:pt x="3608" y="3685"/>
                  </a:lnTo>
                  <a:lnTo>
                    <a:pt x="3608" y="1"/>
                  </a:lnTo>
                  <a:close/>
                </a:path>
              </a:pathLst>
            </a:custGeom>
            <a:solidFill>
              <a:srgbClr val="8192A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495" name="Google Shape;14495;p43"/>
            <p:cNvSpPr/>
            <p:nvPr/>
          </p:nvSpPr>
          <p:spPr>
            <a:xfrm>
              <a:off x="8227065" y="3076189"/>
              <a:ext cx="23897" cy="76942"/>
            </a:xfrm>
            <a:custGeom>
              <a:rect b="b" l="l" r="r" t="t"/>
              <a:pathLst>
                <a:path extrusionOk="0" h="2930" w="910">
                  <a:moveTo>
                    <a:pt x="0" y="1"/>
                  </a:moveTo>
                  <a:lnTo>
                    <a:pt x="0" y="2920"/>
                  </a:lnTo>
                  <a:lnTo>
                    <a:pt x="0" y="2929"/>
                  </a:lnTo>
                  <a:lnTo>
                    <a:pt x="460" y="2709"/>
                  </a:lnTo>
                  <a:cubicBezTo>
                    <a:pt x="565" y="2652"/>
                    <a:pt x="670" y="2594"/>
                    <a:pt x="766" y="2518"/>
                  </a:cubicBezTo>
                  <a:cubicBezTo>
                    <a:pt x="814" y="2489"/>
                    <a:pt x="861" y="2451"/>
                    <a:pt x="909" y="2422"/>
                  </a:cubicBezTo>
                  <a:lnTo>
                    <a:pt x="909" y="1"/>
                  </a:lnTo>
                  <a:close/>
                </a:path>
              </a:pathLst>
            </a:custGeom>
            <a:solidFill>
              <a:srgbClr val="74879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496" name="Google Shape;14496;p43"/>
            <p:cNvSpPr/>
            <p:nvPr/>
          </p:nvSpPr>
          <p:spPr>
            <a:xfrm>
              <a:off x="7963940" y="2957836"/>
              <a:ext cx="23634" cy="120638"/>
            </a:xfrm>
            <a:custGeom>
              <a:rect b="b" l="l" r="r" t="t"/>
              <a:pathLst>
                <a:path extrusionOk="0" h="4594" w="900">
                  <a:moveTo>
                    <a:pt x="900" y="0"/>
                  </a:moveTo>
                  <a:lnTo>
                    <a:pt x="450" y="345"/>
                  </a:lnTo>
                  <a:cubicBezTo>
                    <a:pt x="335" y="431"/>
                    <a:pt x="230" y="526"/>
                    <a:pt x="134" y="641"/>
                  </a:cubicBezTo>
                  <a:cubicBezTo>
                    <a:pt x="86" y="689"/>
                    <a:pt x="48" y="747"/>
                    <a:pt x="0" y="785"/>
                  </a:cubicBezTo>
                  <a:lnTo>
                    <a:pt x="0" y="4594"/>
                  </a:lnTo>
                  <a:lnTo>
                    <a:pt x="900" y="4594"/>
                  </a:lnTo>
                  <a:lnTo>
                    <a:pt x="900" y="0"/>
                  </a:lnTo>
                  <a:close/>
                </a:path>
              </a:pathLst>
            </a:custGeom>
            <a:solidFill>
              <a:srgbClr val="74879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497" name="Google Shape;14497;p43"/>
            <p:cNvSpPr/>
            <p:nvPr/>
          </p:nvSpPr>
          <p:spPr>
            <a:xfrm>
              <a:off x="8194634" y="2885437"/>
              <a:ext cx="132718" cy="165412"/>
            </a:xfrm>
            <a:custGeom>
              <a:rect b="b" l="l" r="r" t="t"/>
              <a:pathLst>
                <a:path extrusionOk="0" h="6299" w="5054">
                  <a:moveTo>
                    <a:pt x="2824" y="1"/>
                  </a:moveTo>
                  <a:cubicBezTo>
                    <a:pt x="2546" y="1"/>
                    <a:pt x="2326" y="221"/>
                    <a:pt x="2326" y="498"/>
                  </a:cubicBezTo>
                  <a:lnTo>
                    <a:pt x="2326" y="518"/>
                  </a:lnTo>
                  <a:cubicBezTo>
                    <a:pt x="2240" y="441"/>
                    <a:pt x="2125" y="393"/>
                    <a:pt x="2001" y="393"/>
                  </a:cubicBezTo>
                  <a:lnTo>
                    <a:pt x="1991" y="393"/>
                  </a:lnTo>
                  <a:cubicBezTo>
                    <a:pt x="1714" y="393"/>
                    <a:pt x="1484" y="623"/>
                    <a:pt x="1484" y="900"/>
                  </a:cubicBezTo>
                  <a:lnTo>
                    <a:pt x="1484" y="2747"/>
                  </a:lnTo>
                  <a:cubicBezTo>
                    <a:pt x="1321" y="2518"/>
                    <a:pt x="1072" y="2221"/>
                    <a:pt x="766" y="2154"/>
                  </a:cubicBezTo>
                  <a:cubicBezTo>
                    <a:pt x="731" y="2148"/>
                    <a:pt x="696" y="2145"/>
                    <a:pt x="661" y="2145"/>
                  </a:cubicBezTo>
                  <a:cubicBezTo>
                    <a:pt x="531" y="2145"/>
                    <a:pt x="403" y="2186"/>
                    <a:pt x="297" y="2269"/>
                  </a:cubicBezTo>
                  <a:lnTo>
                    <a:pt x="249" y="2307"/>
                  </a:lnTo>
                  <a:lnTo>
                    <a:pt x="211" y="2355"/>
                  </a:lnTo>
                  <a:cubicBezTo>
                    <a:pt x="135" y="2470"/>
                    <a:pt x="1" y="2805"/>
                    <a:pt x="422" y="3389"/>
                  </a:cubicBezTo>
                  <a:cubicBezTo>
                    <a:pt x="594" y="3618"/>
                    <a:pt x="709" y="3896"/>
                    <a:pt x="747" y="4183"/>
                  </a:cubicBezTo>
                  <a:cubicBezTo>
                    <a:pt x="824" y="4623"/>
                    <a:pt x="929" y="4949"/>
                    <a:pt x="1599" y="5465"/>
                  </a:cubicBezTo>
                  <a:lnTo>
                    <a:pt x="1599" y="6298"/>
                  </a:lnTo>
                  <a:lnTo>
                    <a:pt x="4470" y="6298"/>
                  </a:lnTo>
                  <a:lnTo>
                    <a:pt x="4470" y="5188"/>
                  </a:lnTo>
                  <a:cubicBezTo>
                    <a:pt x="5054" y="4757"/>
                    <a:pt x="5025" y="3140"/>
                    <a:pt x="5025" y="3073"/>
                  </a:cubicBezTo>
                  <a:lnTo>
                    <a:pt x="5025" y="1886"/>
                  </a:lnTo>
                  <a:cubicBezTo>
                    <a:pt x="5025" y="1609"/>
                    <a:pt x="4805" y="1388"/>
                    <a:pt x="4518" y="1388"/>
                  </a:cubicBezTo>
                  <a:lnTo>
                    <a:pt x="4508" y="1388"/>
                  </a:lnTo>
                  <a:cubicBezTo>
                    <a:pt x="4384" y="1388"/>
                    <a:pt x="4279" y="1427"/>
                    <a:pt x="4183" y="1503"/>
                  </a:cubicBezTo>
                  <a:lnTo>
                    <a:pt x="4183" y="910"/>
                  </a:lnTo>
                  <a:cubicBezTo>
                    <a:pt x="4183" y="632"/>
                    <a:pt x="3963" y="403"/>
                    <a:pt x="3685" y="403"/>
                  </a:cubicBezTo>
                  <a:lnTo>
                    <a:pt x="3666" y="403"/>
                  </a:lnTo>
                  <a:cubicBezTo>
                    <a:pt x="3551" y="403"/>
                    <a:pt x="3436" y="441"/>
                    <a:pt x="3350" y="518"/>
                  </a:cubicBezTo>
                  <a:lnTo>
                    <a:pt x="3350" y="508"/>
                  </a:lnTo>
                  <a:cubicBezTo>
                    <a:pt x="3350" y="221"/>
                    <a:pt x="3121" y="1"/>
                    <a:pt x="2843" y="1"/>
                  </a:cubicBezTo>
                  <a:close/>
                </a:path>
              </a:pathLst>
            </a:custGeom>
            <a:solidFill>
              <a:srgbClr val="CBD6D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498" name="Google Shape;14498;p43"/>
            <p:cNvSpPr/>
            <p:nvPr/>
          </p:nvSpPr>
          <p:spPr>
            <a:xfrm>
              <a:off x="8194634" y="2941738"/>
              <a:ext cx="48528" cy="109110"/>
            </a:xfrm>
            <a:custGeom>
              <a:rect b="b" l="l" r="r" t="t"/>
              <a:pathLst>
                <a:path extrusionOk="0" h="4155" w="1848">
                  <a:moveTo>
                    <a:pt x="661" y="1"/>
                  </a:moveTo>
                  <a:cubicBezTo>
                    <a:pt x="532" y="1"/>
                    <a:pt x="405" y="42"/>
                    <a:pt x="307" y="125"/>
                  </a:cubicBezTo>
                  <a:lnTo>
                    <a:pt x="249" y="163"/>
                  </a:lnTo>
                  <a:lnTo>
                    <a:pt x="221" y="211"/>
                  </a:lnTo>
                  <a:cubicBezTo>
                    <a:pt x="135" y="336"/>
                    <a:pt x="1" y="661"/>
                    <a:pt x="431" y="1245"/>
                  </a:cubicBezTo>
                  <a:cubicBezTo>
                    <a:pt x="604" y="1474"/>
                    <a:pt x="709" y="1752"/>
                    <a:pt x="747" y="2039"/>
                  </a:cubicBezTo>
                  <a:cubicBezTo>
                    <a:pt x="824" y="2479"/>
                    <a:pt x="929" y="2805"/>
                    <a:pt x="1599" y="3321"/>
                  </a:cubicBezTo>
                  <a:lnTo>
                    <a:pt x="1599" y="4154"/>
                  </a:lnTo>
                  <a:lnTo>
                    <a:pt x="1848" y="4154"/>
                  </a:lnTo>
                  <a:lnTo>
                    <a:pt x="1848" y="3235"/>
                  </a:lnTo>
                  <a:cubicBezTo>
                    <a:pt x="1187" y="2718"/>
                    <a:pt x="1082" y="2479"/>
                    <a:pt x="996" y="2039"/>
                  </a:cubicBezTo>
                  <a:cubicBezTo>
                    <a:pt x="967" y="1752"/>
                    <a:pt x="852" y="1474"/>
                    <a:pt x="680" y="1245"/>
                  </a:cubicBezTo>
                  <a:cubicBezTo>
                    <a:pt x="249" y="661"/>
                    <a:pt x="393" y="326"/>
                    <a:pt x="470" y="211"/>
                  </a:cubicBezTo>
                  <a:lnTo>
                    <a:pt x="508" y="163"/>
                  </a:lnTo>
                  <a:lnTo>
                    <a:pt x="556" y="125"/>
                  </a:lnTo>
                  <a:cubicBezTo>
                    <a:pt x="623" y="68"/>
                    <a:pt x="699" y="39"/>
                    <a:pt x="776" y="10"/>
                  </a:cubicBezTo>
                  <a:lnTo>
                    <a:pt x="766" y="10"/>
                  </a:lnTo>
                  <a:cubicBezTo>
                    <a:pt x="731" y="4"/>
                    <a:pt x="696" y="1"/>
                    <a:pt x="661" y="1"/>
                  </a:cubicBezTo>
                  <a:close/>
                </a:path>
              </a:pathLst>
            </a:custGeom>
            <a:solidFill>
              <a:srgbClr val="B3C3C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499" name="Google Shape;14499;p43"/>
            <p:cNvSpPr/>
            <p:nvPr/>
          </p:nvSpPr>
          <p:spPr>
            <a:xfrm>
              <a:off x="8281345" y="2895993"/>
              <a:ext cx="13603" cy="52179"/>
            </a:xfrm>
            <a:custGeom>
              <a:rect b="b" l="l" r="r" t="t"/>
              <a:pathLst>
                <a:path extrusionOk="0" h="1987" w="518">
                  <a:moveTo>
                    <a:pt x="383" y="1"/>
                  </a:moveTo>
                  <a:cubicBezTo>
                    <a:pt x="278" y="1"/>
                    <a:pt x="173" y="20"/>
                    <a:pt x="77" y="77"/>
                  </a:cubicBezTo>
                  <a:cubicBezTo>
                    <a:pt x="58" y="87"/>
                    <a:pt x="39" y="106"/>
                    <a:pt x="29" y="116"/>
                  </a:cubicBezTo>
                  <a:cubicBezTo>
                    <a:pt x="10" y="144"/>
                    <a:pt x="10" y="173"/>
                    <a:pt x="0" y="211"/>
                  </a:cubicBezTo>
                  <a:lnTo>
                    <a:pt x="0" y="1829"/>
                  </a:lnTo>
                  <a:cubicBezTo>
                    <a:pt x="0" y="1934"/>
                    <a:pt x="82" y="1987"/>
                    <a:pt x="163" y="1987"/>
                  </a:cubicBezTo>
                  <a:cubicBezTo>
                    <a:pt x="244" y="1987"/>
                    <a:pt x="326" y="1934"/>
                    <a:pt x="326" y="1829"/>
                  </a:cubicBezTo>
                  <a:lnTo>
                    <a:pt x="326" y="211"/>
                  </a:lnTo>
                  <a:lnTo>
                    <a:pt x="326" y="202"/>
                  </a:lnTo>
                  <a:cubicBezTo>
                    <a:pt x="326" y="163"/>
                    <a:pt x="345" y="135"/>
                    <a:pt x="364" y="106"/>
                  </a:cubicBezTo>
                  <a:cubicBezTo>
                    <a:pt x="412" y="68"/>
                    <a:pt x="460" y="39"/>
                    <a:pt x="517" y="29"/>
                  </a:cubicBezTo>
                  <a:cubicBezTo>
                    <a:pt x="479" y="10"/>
                    <a:pt x="431" y="1"/>
                    <a:pt x="383" y="1"/>
                  </a:cubicBezTo>
                  <a:close/>
                </a:path>
              </a:pathLst>
            </a:custGeom>
            <a:solidFill>
              <a:srgbClr val="B3C3C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500" name="Google Shape;14500;p43"/>
            <p:cNvSpPr/>
            <p:nvPr/>
          </p:nvSpPr>
          <p:spPr>
            <a:xfrm>
              <a:off x="8304217" y="2922096"/>
              <a:ext cx="13340" cy="35635"/>
            </a:xfrm>
            <a:custGeom>
              <a:rect b="b" l="l" r="r" t="t"/>
              <a:pathLst>
                <a:path extrusionOk="0" h="1357" w="508">
                  <a:moveTo>
                    <a:pt x="340" y="0"/>
                  </a:moveTo>
                  <a:cubicBezTo>
                    <a:pt x="242" y="0"/>
                    <a:pt x="151" y="29"/>
                    <a:pt x="67" y="79"/>
                  </a:cubicBezTo>
                  <a:cubicBezTo>
                    <a:pt x="48" y="88"/>
                    <a:pt x="39" y="107"/>
                    <a:pt x="19" y="117"/>
                  </a:cubicBezTo>
                  <a:cubicBezTo>
                    <a:pt x="10" y="146"/>
                    <a:pt x="0" y="174"/>
                    <a:pt x="0" y="213"/>
                  </a:cubicBezTo>
                  <a:lnTo>
                    <a:pt x="0" y="1198"/>
                  </a:lnTo>
                  <a:cubicBezTo>
                    <a:pt x="0" y="1304"/>
                    <a:pt x="79" y="1356"/>
                    <a:pt x="158" y="1356"/>
                  </a:cubicBezTo>
                  <a:cubicBezTo>
                    <a:pt x="237" y="1356"/>
                    <a:pt x="316" y="1304"/>
                    <a:pt x="316" y="1198"/>
                  </a:cubicBezTo>
                  <a:lnTo>
                    <a:pt x="316" y="213"/>
                  </a:lnTo>
                  <a:lnTo>
                    <a:pt x="316" y="193"/>
                  </a:lnTo>
                  <a:cubicBezTo>
                    <a:pt x="326" y="165"/>
                    <a:pt x="335" y="126"/>
                    <a:pt x="354" y="107"/>
                  </a:cubicBezTo>
                  <a:cubicBezTo>
                    <a:pt x="402" y="69"/>
                    <a:pt x="450" y="40"/>
                    <a:pt x="507" y="21"/>
                  </a:cubicBezTo>
                  <a:cubicBezTo>
                    <a:pt x="469" y="12"/>
                    <a:pt x="421" y="2"/>
                    <a:pt x="383" y="2"/>
                  </a:cubicBezTo>
                  <a:cubicBezTo>
                    <a:pt x="368" y="1"/>
                    <a:pt x="354" y="0"/>
                    <a:pt x="340" y="0"/>
                  </a:cubicBezTo>
                  <a:close/>
                </a:path>
              </a:pathLst>
            </a:custGeom>
            <a:solidFill>
              <a:srgbClr val="B3C3C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501" name="Google Shape;14501;p43"/>
            <p:cNvSpPr/>
            <p:nvPr/>
          </p:nvSpPr>
          <p:spPr>
            <a:xfrm>
              <a:off x="8255452" y="2885437"/>
              <a:ext cx="17620" cy="58665"/>
            </a:xfrm>
            <a:custGeom>
              <a:rect b="b" l="l" r="r" t="t"/>
              <a:pathLst>
                <a:path extrusionOk="0" h="2234" w="671">
                  <a:moveTo>
                    <a:pt x="498" y="1"/>
                  </a:moveTo>
                  <a:cubicBezTo>
                    <a:pt x="259" y="1"/>
                    <a:pt x="48" y="173"/>
                    <a:pt x="1" y="403"/>
                  </a:cubicBezTo>
                  <a:lnTo>
                    <a:pt x="10" y="403"/>
                  </a:lnTo>
                  <a:cubicBezTo>
                    <a:pt x="1" y="422"/>
                    <a:pt x="1" y="441"/>
                    <a:pt x="1" y="460"/>
                  </a:cubicBezTo>
                  <a:lnTo>
                    <a:pt x="1" y="2068"/>
                  </a:lnTo>
                  <a:cubicBezTo>
                    <a:pt x="1" y="2178"/>
                    <a:pt x="80" y="2233"/>
                    <a:pt x="159" y="2233"/>
                  </a:cubicBezTo>
                  <a:cubicBezTo>
                    <a:pt x="237" y="2233"/>
                    <a:pt x="316" y="2178"/>
                    <a:pt x="316" y="2068"/>
                  </a:cubicBezTo>
                  <a:lnTo>
                    <a:pt x="316" y="508"/>
                  </a:lnTo>
                  <a:cubicBezTo>
                    <a:pt x="316" y="288"/>
                    <a:pt x="460" y="97"/>
                    <a:pt x="671" y="30"/>
                  </a:cubicBezTo>
                  <a:cubicBezTo>
                    <a:pt x="613" y="10"/>
                    <a:pt x="565" y="1"/>
                    <a:pt x="508" y="1"/>
                  </a:cubicBezTo>
                  <a:close/>
                </a:path>
              </a:pathLst>
            </a:custGeom>
            <a:solidFill>
              <a:srgbClr val="B3C3C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502" name="Google Shape;14502;p43"/>
            <p:cNvSpPr/>
            <p:nvPr/>
          </p:nvSpPr>
          <p:spPr>
            <a:xfrm>
              <a:off x="8233341" y="2895993"/>
              <a:ext cx="17620" cy="73160"/>
            </a:xfrm>
            <a:custGeom>
              <a:rect b="b" l="l" r="r" t="t"/>
              <a:pathLst>
                <a:path extrusionOk="0" h="2786" w="671">
                  <a:moveTo>
                    <a:pt x="498" y="1"/>
                  </a:moveTo>
                  <a:cubicBezTo>
                    <a:pt x="221" y="1"/>
                    <a:pt x="0" y="230"/>
                    <a:pt x="0" y="508"/>
                  </a:cubicBezTo>
                  <a:lnTo>
                    <a:pt x="0" y="843"/>
                  </a:lnTo>
                  <a:lnTo>
                    <a:pt x="0" y="2317"/>
                  </a:lnTo>
                  <a:cubicBezTo>
                    <a:pt x="115" y="2470"/>
                    <a:pt x="221" y="2623"/>
                    <a:pt x="316" y="2786"/>
                  </a:cubicBezTo>
                  <a:lnTo>
                    <a:pt x="316" y="1101"/>
                  </a:lnTo>
                  <a:lnTo>
                    <a:pt x="326" y="1111"/>
                  </a:lnTo>
                  <a:lnTo>
                    <a:pt x="326" y="508"/>
                  </a:lnTo>
                  <a:cubicBezTo>
                    <a:pt x="326" y="288"/>
                    <a:pt x="469" y="96"/>
                    <a:pt x="670" y="29"/>
                  </a:cubicBezTo>
                  <a:cubicBezTo>
                    <a:pt x="622" y="10"/>
                    <a:pt x="575" y="1"/>
                    <a:pt x="517" y="1"/>
                  </a:cubicBezTo>
                  <a:close/>
                </a:path>
              </a:pathLst>
            </a:custGeom>
            <a:solidFill>
              <a:srgbClr val="B3C3C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503" name="Google Shape;14503;p43"/>
            <p:cNvSpPr/>
            <p:nvPr/>
          </p:nvSpPr>
          <p:spPr>
            <a:xfrm>
              <a:off x="7951362" y="2892737"/>
              <a:ext cx="165648" cy="128674"/>
            </a:xfrm>
            <a:custGeom>
              <a:rect b="b" l="l" r="r" t="t"/>
              <a:pathLst>
                <a:path extrusionOk="0" h="4900" w="6308">
                  <a:moveTo>
                    <a:pt x="3134" y="0"/>
                  </a:moveTo>
                  <a:cubicBezTo>
                    <a:pt x="3106" y="0"/>
                    <a:pt x="3088" y="0"/>
                    <a:pt x="3082" y="0"/>
                  </a:cubicBezTo>
                  <a:lnTo>
                    <a:pt x="1895" y="0"/>
                  </a:lnTo>
                  <a:cubicBezTo>
                    <a:pt x="1618" y="0"/>
                    <a:pt x="1388" y="230"/>
                    <a:pt x="1388" y="508"/>
                  </a:cubicBezTo>
                  <a:lnTo>
                    <a:pt x="1388" y="527"/>
                  </a:lnTo>
                  <a:cubicBezTo>
                    <a:pt x="1388" y="642"/>
                    <a:pt x="1436" y="756"/>
                    <a:pt x="1513" y="843"/>
                  </a:cubicBezTo>
                  <a:lnTo>
                    <a:pt x="910" y="843"/>
                  </a:lnTo>
                  <a:cubicBezTo>
                    <a:pt x="632" y="843"/>
                    <a:pt x="402" y="1072"/>
                    <a:pt x="402" y="1350"/>
                  </a:cubicBezTo>
                  <a:lnTo>
                    <a:pt x="402" y="1359"/>
                  </a:lnTo>
                  <a:cubicBezTo>
                    <a:pt x="402" y="1484"/>
                    <a:pt x="450" y="1589"/>
                    <a:pt x="517" y="1685"/>
                  </a:cubicBezTo>
                  <a:lnTo>
                    <a:pt x="508" y="1685"/>
                  </a:lnTo>
                  <a:cubicBezTo>
                    <a:pt x="230" y="1685"/>
                    <a:pt x="1" y="1905"/>
                    <a:pt x="1" y="2182"/>
                  </a:cubicBezTo>
                  <a:lnTo>
                    <a:pt x="1" y="2202"/>
                  </a:lnTo>
                  <a:cubicBezTo>
                    <a:pt x="1" y="2479"/>
                    <a:pt x="230" y="2709"/>
                    <a:pt x="508" y="2709"/>
                  </a:cubicBezTo>
                  <a:lnTo>
                    <a:pt x="527" y="2709"/>
                  </a:lnTo>
                  <a:cubicBezTo>
                    <a:pt x="450" y="2795"/>
                    <a:pt x="402" y="2910"/>
                    <a:pt x="402" y="3025"/>
                  </a:cubicBezTo>
                  <a:lnTo>
                    <a:pt x="402" y="3044"/>
                  </a:lnTo>
                  <a:cubicBezTo>
                    <a:pt x="402" y="3321"/>
                    <a:pt x="632" y="3541"/>
                    <a:pt x="910" y="3541"/>
                  </a:cubicBezTo>
                  <a:lnTo>
                    <a:pt x="2757" y="3541"/>
                  </a:lnTo>
                  <a:cubicBezTo>
                    <a:pt x="2518" y="3704"/>
                    <a:pt x="2221" y="3962"/>
                    <a:pt x="2163" y="4259"/>
                  </a:cubicBezTo>
                  <a:cubicBezTo>
                    <a:pt x="2125" y="4431"/>
                    <a:pt x="2163" y="4594"/>
                    <a:pt x="2269" y="4728"/>
                  </a:cubicBezTo>
                  <a:lnTo>
                    <a:pt x="2307" y="4776"/>
                  </a:lnTo>
                  <a:lnTo>
                    <a:pt x="2355" y="4814"/>
                  </a:lnTo>
                  <a:cubicBezTo>
                    <a:pt x="2413" y="4850"/>
                    <a:pt x="2514" y="4900"/>
                    <a:pt x="2665" y="4900"/>
                  </a:cubicBezTo>
                  <a:cubicBezTo>
                    <a:pt x="2838" y="4900"/>
                    <a:pt x="3076" y="4834"/>
                    <a:pt x="3388" y="4604"/>
                  </a:cubicBezTo>
                  <a:cubicBezTo>
                    <a:pt x="3628" y="4431"/>
                    <a:pt x="3896" y="4326"/>
                    <a:pt x="4183" y="4288"/>
                  </a:cubicBezTo>
                  <a:cubicBezTo>
                    <a:pt x="4623" y="4202"/>
                    <a:pt x="4948" y="4106"/>
                    <a:pt x="5465" y="3436"/>
                  </a:cubicBezTo>
                  <a:lnTo>
                    <a:pt x="6307" y="3436"/>
                  </a:lnTo>
                  <a:lnTo>
                    <a:pt x="6307" y="565"/>
                  </a:lnTo>
                  <a:lnTo>
                    <a:pt x="5188" y="565"/>
                  </a:lnTo>
                  <a:cubicBezTo>
                    <a:pt x="4804" y="24"/>
                    <a:pt x="3425" y="0"/>
                    <a:pt x="3134" y="0"/>
                  </a:cubicBezTo>
                  <a:close/>
                </a:path>
              </a:pathLst>
            </a:custGeom>
            <a:solidFill>
              <a:srgbClr val="CBD6D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504" name="Google Shape;14504;p43"/>
            <p:cNvSpPr/>
            <p:nvPr/>
          </p:nvSpPr>
          <p:spPr>
            <a:xfrm>
              <a:off x="7988047" y="2892737"/>
              <a:ext cx="128963" cy="21875"/>
            </a:xfrm>
            <a:custGeom>
              <a:rect b="b" l="l" r="r" t="t"/>
              <a:pathLst>
                <a:path extrusionOk="0" h="833" w="4911">
                  <a:moveTo>
                    <a:pt x="1737" y="0"/>
                  </a:moveTo>
                  <a:cubicBezTo>
                    <a:pt x="1709" y="0"/>
                    <a:pt x="1691" y="0"/>
                    <a:pt x="1685" y="0"/>
                  </a:cubicBezTo>
                  <a:lnTo>
                    <a:pt x="498" y="0"/>
                  </a:lnTo>
                  <a:cubicBezTo>
                    <a:pt x="221" y="0"/>
                    <a:pt x="1" y="230"/>
                    <a:pt x="1" y="508"/>
                  </a:cubicBezTo>
                  <a:lnTo>
                    <a:pt x="1" y="527"/>
                  </a:lnTo>
                  <a:cubicBezTo>
                    <a:pt x="1" y="575"/>
                    <a:pt x="10" y="632"/>
                    <a:pt x="20" y="680"/>
                  </a:cubicBezTo>
                  <a:cubicBezTo>
                    <a:pt x="87" y="479"/>
                    <a:pt x="278" y="268"/>
                    <a:pt x="498" y="268"/>
                  </a:cubicBezTo>
                  <a:lnTo>
                    <a:pt x="1685" y="268"/>
                  </a:lnTo>
                  <a:cubicBezTo>
                    <a:pt x="1692" y="268"/>
                    <a:pt x="1710" y="268"/>
                    <a:pt x="1737" y="268"/>
                  </a:cubicBezTo>
                  <a:cubicBezTo>
                    <a:pt x="2015" y="268"/>
                    <a:pt x="3283" y="292"/>
                    <a:pt x="3676" y="833"/>
                  </a:cubicBezTo>
                  <a:lnTo>
                    <a:pt x="4910" y="833"/>
                  </a:lnTo>
                  <a:lnTo>
                    <a:pt x="4910" y="565"/>
                  </a:lnTo>
                  <a:lnTo>
                    <a:pt x="3800" y="565"/>
                  </a:lnTo>
                  <a:cubicBezTo>
                    <a:pt x="3408" y="24"/>
                    <a:pt x="2028" y="0"/>
                    <a:pt x="1737" y="0"/>
                  </a:cubicBezTo>
                  <a:close/>
                </a:path>
              </a:pathLst>
            </a:custGeom>
            <a:solidFill>
              <a:srgbClr val="B3C3C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505" name="Google Shape;14505;p43"/>
            <p:cNvSpPr/>
            <p:nvPr/>
          </p:nvSpPr>
          <p:spPr>
            <a:xfrm>
              <a:off x="7961918" y="2914848"/>
              <a:ext cx="70140" cy="17883"/>
            </a:xfrm>
            <a:custGeom>
              <a:rect b="b" l="l" r="r" t="t"/>
              <a:pathLst>
                <a:path extrusionOk="0" h="681" w="2671">
                  <a:moveTo>
                    <a:pt x="508" y="1"/>
                  </a:moveTo>
                  <a:cubicBezTo>
                    <a:pt x="230" y="1"/>
                    <a:pt x="0" y="230"/>
                    <a:pt x="0" y="508"/>
                  </a:cubicBezTo>
                  <a:lnTo>
                    <a:pt x="0" y="517"/>
                  </a:lnTo>
                  <a:cubicBezTo>
                    <a:pt x="0" y="575"/>
                    <a:pt x="10" y="623"/>
                    <a:pt x="29" y="680"/>
                  </a:cubicBezTo>
                  <a:cubicBezTo>
                    <a:pt x="94" y="476"/>
                    <a:pt x="276" y="335"/>
                    <a:pt x="487" y="335"/>
                  </a:cubicBezTo>
                  <a:cubicBezTo>
                    <a:pt x="494" y="335"/>
                    <a:pt x="501" y="335"/>
                    <a:pt x="508" y="335"/>
                  </a:cubicBezTo>
                  <a:lnTo>
                    <a:pt x="1101" y="335"/>
                  </a:lnTo>
                  <a:lnTo>
                    <a:pt x="1101" y="316"/>
                  </a:lnTo>
                  <a:lnTo>
                    <a:pt x="2460" y="316"/>
                  </a:lnTo>
                  <a:cubicBezTo>
                    <a:pt x="2671" y="316"/>
                    <a:pt x="2671" y="1"/>
                    <a:pt x="2460" y="1"/>
                  </a:cubicBezTo>
                  <a:close/>
                </a:path>
              </a:pathLst>
            </a:custGeom>
            <a:solidFill>
              <a:srgbClr val="B3C3C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506" name="Google Shape;14506;p43"/>
            <p:cNvSpPr/>
            <p:nvPr/>
          </p:nvSpPr>
          <p:spPr>
            <a:xfrm>
              <a:off x="7961918" y="2963114"/>
              <a:ext cx="53807" cy="13576"/>
            </a:xfrm>
            <a:custGeom>
              <a:rect b="b" l="l" r="r" t="t"/>
              <a:pathLst>
                <a:path extrusionOk="0" h="517" w="2049">
                  <a:moveTo>
                    <a:pt x="211" y="0"/>
                  </a:moveTo>
                  <a:cubicBezTo>
                    <a:pt x="182" y="0"/>
                    <a:pt x="144" y="10"/>
                    <a:pt x="115" y="19"/>
                  </a:cubicBezTo>
                  <a:cubicBezTo>
                    <a:pt x="106" y="38"/>
                    <a:pt x="96" y="57"/>
                    <a:pt x="77" y="67"/>
                  </a:cubicBezTo>
                  <a:cubicBezTo>
                    <a:pt x="29" y="163"/>
                    <a:pt x="0" y="268"/>
                    <a:pt x="0" y="383"/>
                  </a:cubicBezTo>
                  <a:cubicBezTo>
                    <a:pt x="0" y="431"/>
                    <a:pt x="10" y="469"/>
                    <a:pt x="29" y="517"/>
                  </a:cubicBezTo>
                  <a:cubicBezTo>
                    <a:pt x="48" y="459"/>
                    <a:pt x="77" y="402"/>
                    <a:pt x="106" y="364"/>
                  </a:cubicBezTo>
                  <a:cubicBezTo>
                    <a:pt x="134" y="335"/>
                    <a:pt x="163" y="325"/>
                    <a:pt x="201" y="325"/>
                  </a:cubicBezTo>
                  <a:lnTo>
                    <a:pt x="1828" y="325"/>
                  </a:lnTo>
                  <a:cubicBezTo>
                    <a:pt x="2049" y="325"/>
                    <a:pt x="2049" y="0"/>
                    <a:pt x="1828" y="0"/>
                  </a:cubicBezTo>
                  <a:close/>
                </a:path>
              </a:pathLst>
            </a:custGeom>
            <a:solidFill>
              <a:srgbClr val="B3C3C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507" name="Google Shape;14507;p43"/>
            <p:cNvSpPr/>
            <p:nvPr/>
          </p:nvSpPr>
          <p:spPr>
            <a:xfrm>
              <a:off x="7951624" y="2937221"/>
              <a:ext cx="59820" cy="17620"/>
            </a:xfrm>
            <a:custGeom>
              <a:rect b="b" l="l" r="r" t="t"/>
              <a:pathLst>
                <a:path extrusionOk="0" h="671" w="2278">
                  <a:moveTo>
                    <a:pt x="402" y="0"/>
                  </a:moveTo>
                  <a:cubicBezTo>
                    <a:pt x="163" y="48"/>
                    <a:pt x="0" y="249"/>
                    <a:pt x="0" y="488"/>
                  </a:cubicBezTo>
                  <a:lnTo>
                    <a:pt x="0" y="508"/>
                  </a:lnTo>
                  <a:cubicBezTo>
                    <a:pt x="0" y="565"/>
                    <a:pt x="10" y="613"/>
                    <a:pt x="19" y="670"/>
                  </a:cubicBezTo>
                  <a:cubicBezTo>
                    <a:pt x="86" y="460"/>
                    <a:pt x="278" y="316"/>
                    <a:pt x="498" y="316"/>
                  </a:cubicBezTo>
                  <a:lnTo>
                    <a:pt x="2067" y="316"/>
                  </a:lnTo>
                  <a:cubicBezTo>
                    <a:pt x="2278" y="316"/>
                    <a:pt x="2278" y="0"/>
                    <a:pt x="2067" y="0"/>
                  </a:cubicBezTo>
                  <a:lnTo>
                    <a:pt x="450" y="0"/>
                  </a:lnTo>
                  <a:cubicBezTo>
                    <a:pt x="431" y="0"/>
                    <a:pt x="412" y="0"/>
                    <a:pt x="402" y="10"/>
                  </a:cubicBezTo>
                  <a:lnTo>
                    <a:pt x="402" y="0"/>
                  </a:lnTo>
                  <a:close/>
                </a:path>
              </a:pathLst>
            </a:custGeom>
            <a:solidFill>
              <a:srgbClr val="B3C3C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508" name="Google Shape;14508;p43"/>
            <p:cNvSpPr/>
            <p:nvPr/>
          </p:nvSpPr>
          <p:spPr>
            <a:xfrm>
              <a:off x="8007663" y="2985960"/>
              <a:ext cx="27652" cy="26181"/>
            </a:xfrm>
            <a:custGeom>
              <a:rect b="b" l="l" r="r" t="t"/>
              <a:pathLst>
                <a:path extrusionOk="0" h="997" w="1053">
                  <a:moveTo>
                    <a:pt x="613" y="1"/>
                  </a:moveTo>
                  <a:cubicBezTo>
                    <a:pt x="479" y="97"/>
                    <a:pt x="354" y="202"/>
                    <a:pt x="240" y="326"/>
                  </a:cubicBezTo>
                  <a:cubicBezTo>
                    <a:pt x="134" y="432"/>
                    <a:pt x="58" y="566"/>
                    <a:pt x="29" y="709"/>
                  </a:cubicBezTo>
                  <a:cubicBezTo>
                    <a:pt x="0" y="805"/>
                    <a:pt x="10" y="901"/>
                    <a:pt x="39" y="996"/>
                  </a:cubicBezTo>
                  <a:cubicBezTo>
                    <a:pt x="106" y="795"/>
                    <a:pt x="230" y="623"/>
                    <a:pt x="393" y="499"/>
                  </a:cubicBezTo>
                  <a:cubicBezTo>
                    <a:pt x="431" y="460"/>
                    <a:pt x="498" y="412"/>
                    <a:pt x="584" y="345"/>
                  </a:cubicBezTo>
                  <a:lnTo>
                    <a:pt x="613" y="326"/>
                  </a:lnTo>
                  <a:cubicBezTo>
                    <a:pt x="814" y="173"/>
                    <a:pt x="1053" y="1"/>
                    <a:pt x="1053" y="1"/>
                  </a:cubicBezTo>
                  <a:close/>
                </a:path>
              </a:pathLst>
            </a:custGeom>
            <a:solidFill>
              <a:srgbClr val="B3C3C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509" name="Google Shape;14509;p43"/>
            <p:cNvSpPr/>
            <p:nvPr/>
          </p:nvSpPr>
          <p:spPr>
            <a:xfrm>
              <a:off x="8168505" y="3131992"/>
              <a:ext cx="165385" cy="128700"/>
            </a:xfrm>
            <a:custGeom>
              <a:rect b="b" l="l" r="r" t="t"/>
              <a:pathLst>
                <a:path extrusionOk="0" h="4901" w="6298">
                  <a:moveTo>
                    <a:pt x="3637" y="1"/>
                  </a:moveTo>
                  <a:cubicBezTo>
                    <a:pt x="3463" y="1"/>
                    <a:pt x="3222" y="67"/>
                    <a:pt x="2910" y="297"/>
                  </a:cubicBezTo>
                  <a:cubicBezTo>
                    <a:pt x="2680" y="469"/>
                    <a:pt x="2402" y="574"/>
                    <a:pt x="2115" y="613"/>
                  </a:cubicBezTo>
                  <a:cubicBezTo>
                    <a:pt x="1685" y="699"/>
                    <a:pt x="1350" y="795"/>
                    <a:pt x="842" y="1464"/>
                  </a:cubicBezTo>
                  <a:lnTo>
                    <a:pt x="0" y="1464"/>
                  </a:lnTo>
                  <a:lnTo>
                    <a:pt x="0" y="4336"/>
                  </a:lnTo>
                  <a:lnTo>
                    <a:pt x="1110" y="4336"/>
                  </a:lnTo>
                  <a:cubicBezTo>
                    <a:pt x="1494" y="4877"/>
                    <a:pt x="2873" y="4900"/>
                    <a:pt x="3164" y="4900"/>
                  </a:cubicBezTo>
                  <a:cubicBezTo>
                    <a:pt x="3192" y="4900"/>
                    <a:pt x="3210" y="4900"/>
                    <a:pt x="3216" y="4900"/>
                  </a:cubicBezTo>
                  <a:lnTo>
                    <a:pt x="4403" y="4900"/>
                  </a:lnTo>
                  <a:cubicBezTo>
                    <a:pt x="4680" y="4900"/>
                    <a:pt x="4910" y="4671"/>
                    <a:pt x="4910" y="4393"/>
                  </a:cubicBezTo>
                  <a:lnTo>
                    <a:pt x="4910" y="4374"/>
                  </a:lnTo>
                  <a:cubicBezTo>
                    <a:pt x="4910" y="4259"/>
                    <a:pt x="4862" y="4144"/>
                    <a:pt x="4785" y="4058"/>
                  </a:cubicBezTo>
                  <a:lnTo>
                    <a:pt x="5388" y="4058"/>
                  </a:lnTo>
                  <a:cubicBezTo>
                    <a:pt x="5666" y="4058"/>
                    <a:pt x="5886" y="3828"/>
                    <a:pt x="5886" y="3551"/>
                  </a:cubicBezTo>
                  <a:lnTo>
                    <a:pt x="5886" y="3541"/>
                  </a:lnTo>
                  <a:cubicBezTo>
                    <a:pt x="5886" y="3417"/>
                    <a:pt x="5848" y="3312"/>
                    <a:pt x="5781" y="3216"/>
                  </a:cubicBezTo>
                  <a:lnTo>
                    <a:pt x="5790" y="3216"/>
                  </a:lnTo>
                  <a:cubicBezTo>
                    <a:pt x="6068" y="3216"/>
                    <a:pt x="6288" y="2996"/>
                    <a:pt x="6288" y="2718"/>
                  </a:cubicBezTo>
                  <a:lnTo>
                    <a:pt x="6298" y="2699"/>
                  </a:lnTo>
                  <a:cubicBezTo>
                    <a:pt x="6298" y="2422"/>
                    <a:pt x="6077" y="2201"/>
                    <a:pt x="5800" y="2201"/>
                  </a:cubicBezTo>
                  <a:lnTo>
                    <a:pt x="5781" y="2201"/>
                  </a:lnTo>
                  <a:cubicBezTo>
                    <a:pt x="5857" y="2106"/>
                    <a:pt x="5905" y="1991"/>
                    <a:pt x="5905" y="1876"/>
                  </a:cubicBezTo>
                  <a:lnTo>
                    <a:pt x="5905" y="1857"/>
                  </a:lnTo>
                  <a:cubicBezTo>
                    <a:pt x="5905" y="1579"/>
                    <a:pt x="5675" y="1359"/>
                    <a:pt x="5398" y="1359"/>
                  </a:cubicBezTo>
                  <a:lnTo>
                    <a:pt x="3551" y="1359"/>
                  </a:lnTo>
                  <a:cubicBezTo>
                    <a:pt x="3790" y="1197"/>
                    <a:pt x="4077" y="938"/>
                    <a:pt x="4144" y="641"/>
                  </a:cubicBezTo>
                  <a:cubicBezTo>
                    <a:pt x="4182" y="469"/>
                    <a:pt x="4144" y="306"/>
                    <a:pt x="4039" y="172"/>
                  </a:cubicBezTo>
                  <a:lnTo>
                    <a:pt x="4001" y="125"/>
                  </a:lnTo>
                  <a:lnTo>
                    <a:pt x="3943" y="86"/>
                  </a:lnTo>
                  <a:cubicBezTo>
                    <a:pt x="3890" y="51"/>
                    <a:pt x="3789" y="1"/>
                    <a:pt x="3637" y="1"/>
                  </a:cubicBezTo>
                  <a:close/>
                </a:path>
              </a:pathLst>
            </a:custGeom>
            <a:solidFill>
              <a:srgbClr val="CBD6D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510" name="Google Shape;14510;p43"/>
            <p:cNvSpPr/>
            <p:nvPr/>
          </p:nvSpPr>
          <p:spPr>
            <a:xfrm>
              <a:off x="8168505" y="3132123"/>
              <a:ext cx="109583" cy="45115"/>
            </a:xfrm>
            <a:custGeom>
              <a:rect b="b" l="l" r="r" t="t"/>
              <a:pathLst>
                <a:path extrusionOk="0" h="1718" w="4173">
                  <a:moveTo>
                    <a:pt x="3633" y="0"/>
                  </a:moveTo>
                  <a:cubicBezTo>
                    <a:pt x="3460" y="0"/>
                    <a:pt x="3222" y="67"/>
                    <a:pt x="2910" y="292"/>
                  </a:cubicBezTo>
                  <a:cubicBezTo>
                    <a:pt x="2670" y="464"/>
                    <a:pt x="2402" y="579"/>
                    <a:pt x="2115" y="617"/>
                  </a:cubicBezTo>
                  <a:cubicBezTo>
                    <a:pt x="1675" y="694"/>
                    <a:pt x="1350" y="799"/>
                    <a:pt x="833" y="1469"/>
                  </a:cubicBezTo>
                  <a:lnTo>
                    <a:pt x="0" y="1469"/>
                  </a:lnTo>
                  <a:lnTo>
                    <a:pt x="0" y="1718"/>
                  </a:lnTo>
                  <a:lnTo>
                    <a:pt x="957" y="1718"/>
                  </a:lnTo>
                  <a:cubicBezTo>
                    <a:pt x="1474" y="1048"/>
                    <a:pt x="1675" y="943"/>
                    <a:pt x="2115" y="866"/>
                  </a:cubicBezTo>
                  <a:cubicBezTo>
                    <a:pt x="2402" y="828"/>
                    <a:pt x="2680" y="723"/>
                    <a:pt x="2910" y="550"/>
                  </a:cubicBezTo>
                  <a:cubicBezTo>
                    <a:pt x="3222" y="320"/>
                    <a:pt x="3463" y="254"/>
                    <a:pt x="3637" y="254"/>
                  </a:cubicBezTo>
                  <a:cubicBezTo>
                    <a:pt x="3789" y="254"/>
                    <a:pt x="3890" y="304"/>
                    <a:pt x="3943" y="340"/>
                  </a:cubicBezTo>
                  <a:lnTo>
                    <a:pt x="3991" y="368"/>
                  </a:lnTo>
                  <a:lnTo>
                    <a:pt x="4029" y="426"/>
                  </a:lnTo>
                  <a:cubicBezTo>
                    <a:pt x="4087" y="493"/>
                    <a:pt x="4116" y="560"/>
                    <a:pt x="4135" y="646"/>
                  </a:cubicBezTo>
                  <a:lnTo>
                    <a:pt x="4135" y="636"/>
                  </a:lnTo>
                  <a:cubicBezTo>
                    <a:pt x="4173" y="474"/>
                    <a:pt x="4135" y="301"/>
                    <a:pt x="4029" y="167"/>
                  </a:cubicBezTo>
                  <a:lnTo>
                    <a:pt x="3991" y="120"/>
                  </a:lnTo>
                  <a:lnTo>
                    <a:pt x="3943" y="91"/>
                  </a:lnTo>
                  <a:cubicBezTo>
                    <a:pt x="3885" y="51"/>
                    <a:pt x="3784" y="0"/>
                    <a:pt x="3633" y="0"/>
                  </a:cubicBezTo>
                  <a:close/>
                </a:path>
              </a:pathLst>
            </a:custGeom>
            <a:solidFill>
              <a:srgbClr val="B3C3C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511" name="Google Shape;14511;p43"/>
            <p:cNvSpPr/>
            <p:nvPr/>
          </p:nvSpPr>
          <p:spPr>
            <a:xfrm>
              <a:off x="8269790" y="3215420"/>
              <a:ext cx="53807" cy="13603"/>
            </a:xfrm>
            <a:custGeom>
              <a:rect b="b" l="l" r="r" t="t"/>
              <a:pathLst>
                <a:path extrusionOk="0" h="518" w="2049">
                  <a:moveTo>
                    <a:pt x="211" y="1"/>
                  </a:moveTo>
                  <a:cubicBezTo>
                    <a:pt x="0" y="1"/>
                    <a:pt x="0" y="326"/>
                    <a:pt x="211" y="326"/>
                  </a:cubicBezTo>
                  <a:lnTo>
                    <a:pt x="1847" y="326"/>
                  </a:lnTo>
                  <a:cubicBezTo>
                    <a:pt x="1876" y="326"/>
                    <a:pt x="1914" y="336"/>
                    <a:pt x="1943" y="364"/>
                  </a:cubicBezTo>
                  <a:cubicBezTo>
                    <a:pt x="1972" y="412"/>
                    <a:pt x="2000" y="460"/>
                    <a:pt x="2019" y="517"/>
                  </a:cubicBezTo>
                  <a:cubicBezTo>
                    <a:pt x="2029" y="469"/>
                    <a:pt x="2039" y="431"/>
                    <a:pt x="2048" y="383"/>
                  </a:cubicBezTo>
                  <a:cubicBezTo>
                    <a:pt x="2048" y="278"/>
                    <a:pt x="2019" y="163"/>
                    <a:pt x="1962" y="68"/>
                  </a:cubicBezTo>
                  <a:cubicBezTo>
                    <a:pt x="1952" y="58"/>
                    <a:pt x="1943" y="39"/>
                    <a:pt x="1924" y="29"/>
                  </a:cubicBezTo>
                  <a:cubicBezTo>
                    <a:pt x="1895" y="10"/>
                    <a:pt x="1866" y="1"/>
                    <a:pt x="1838" y="1"/>
                  </a:cubicBezTo>
                  <a:close/>
                </a:path>
              </a:pathLst>
            </a:custGeom>
            <a:solidFill>
              <a:srgbClr val="B3C3C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512" name="Google Shape;14512;p43"/>
            <p:cNvSpPr/>
            <p:nvPr/>
          </p:nvSpPr>
          <p:spPr>
            <a:xfrm>
              <a:off x="8260494" y="3238292"/>
              <a:ext cx="37210" cy="13340"/>
            </a:xfrm>
            <a:custGeom>
              <a:rect b="b" l="l" r="r" t="t"/>
              <a:pathLst>
                <a:path extrusionOk="0" h="508" w="1417">
                  <a:moveTo>
                    <a:pt x="211" y="0"/>
                  </a:moveTo>
                  <a:cubicBezTo>
                    <a:pt x="0" y="0"/>
                    <a:pt x="0" y="316"/>
                    <a:pt x="211" y="316"/>
                  </a:cubicBezTo>
                  <a:lnTo>
                    <a:pt x="1206" y="316"/>
                  </a:lnTo>
                  <a:cubicBezTo>
                    <a:pt x="1244" y="316"/>
                    <a:pt x="1273" y="335"/>
                    <a:pt x="1302" y="355"/>
                  </a:cubicBezTo>
                  <a:cubicBezTo>
                    <a:pt x="1340" y="402"/>
                    <a:pt x="1369" y="450"/>
                    <a:pt x="1388" y="508"/>
                  </a:cubicBezTo>
                  <a:cubicBezTo>
                    <a:pt x="1397" y="469"/>
                    <a:pt x="1407" y="422"/>
                    <a:pt x="1407" y="374"/>
                  </a:cubicBezTo>
                  <a:cubicBezTo>
                    <a:pt x="1416" y="268"/>
                    <a:pt x="1388" y="163"/>
                    <a:pt x="1330" y="67"/>
                  </a:cubicBezTo>
                  <a:cubicBezTo>
                    <a:pt x="1321" y="48"/>
                    <a:pt x="1302" y="29"/>
                    <a:pt x="1292" y="20"/>
                  </a:cubicBezTo>
                  <a:cubicBezTo>
                    <a:pt x="1263" y="0"/>
                    <a:pt x="1235" y="0"/>
                    <a:pt x="1206" y="0"/>
                  </a:cubicBezTo>
                  <a:close/>
                </a:path>
              </a:pathLst>
            </a:custGeom>
            <a:solidFill>
              <a:srgbClr val="B3C3C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513" name="Google Shape;14513;p43"/>
            <p:cNvSpPr/>
            <p:nvPr/>
          </p:nvSpPr>
          <p:spPr>
            <a:xfrm>
              <a:off x="8274044" y="3189528"/>
              <a:ext cx="59847" cy="17620"/>
            </a:xfrm>
            <a:custGeom>
              <a:rect b="b" l="l" r="r" t="t"/>
              <a:pathLst>
                <a:path extrusionOk="0" h="671" w="2279">
                  <a:moveTo>
                    <a:pt x="211" y="1"/>
                  </a:moveTo>
                  <a:cubicBezTo>
                    <a:pt x="1" y="1"/>
                    <a:pt x="1" y="317"/>
                    <a:pt x="211" y="317"/>
                  </a:cubicBezTo>
                  <a:lnTo>
                    <a:pt x="1781" y="317"/>
                  </a:lnTo>
                  <a:cubicBezTo>
                    <a:pt x="2001" y="317"/>
                    <a:pt x="2192" y="460"/>
                    <a:pt x="2259" y="671"/>
                  </a:cubicBezTo>
                  <a:cubicBezTo>
                    <a:pt x="2269" y="613"/>
                    <a:pt x="2279" y="565"/>
                    <a:pt x="2279" y="508"/>
                  </a:cubicBezTo>
                  <a:lnTo>
                    <a:pt x="2279" y="498"/>
                  </a:lnTo>
                  <a:cubicBezTo>
                    <a:pt x="2279" y="259"/>
                    <a:pt x="2116" y="49"/>
                    <a:pt x="1877" y="1"/>
                  </a:cubicBezTo>
                  <a:lnTo>
                    <a:pt x="1877" y="10"/>
                  </a:lnTo>
                  <a:cubicBezTo>
                    <a:pt x="1867" y="1"/>
                    <a:pt x="1848" y="1"/>
                    <a:pt x="1829" y="1"/>
                  </a:cubicBezTo>
                  <a:close/>
                </a:path>
              </a:pathLst>
            </a:custGeom>
            <a:solidFill>
              <a:srgbClr val="B3C3C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514" name="Google Shape;14514;p43"/>
            <p:cNvSpPr/>
            <p:nvPr/>
          </p:nvSpPr>
          <p:spPr>
            <a:xfrm>
              <a:off x="8250174" y="3167180"/>
              <a:ext cx="73160" cy="17857"/>
            </a:xfrm>
            <a:custGeom>
              <a:rect b="b" l="l" r="r" t="t"/>
              <a:pathLst>
                <a:path extrusionOk="0" h="680" w="2786">
                  <a:moveTo>
                    <a:pt x="470" y="0"/>
                  </a:moveTo>
                  <a:cubicBezTo>
                    <a:pt x="326" y="124"/>
                    <a:pt x="163" y="230"/>
                    <a:pt x="1" y="325"/>
                  </a:cubicBezTo>
                  <a:lnTo>
                    <a:pt x="1695" y="325"/>
                  </a:lnTo>
                  <a:lnTo>
                    <a:pt x="1685" y="335"/>
                  </a:lnTo>
                  <a:lnTo>
                    <a:pt x="2278" y="335"/>
                  </a:lnTo>
                  <a:cubicBezTo>
                    <a:pt x="2498" y="335"/>
                    <a:pt x="2690" y="469"/>
                    <a:pt x="2757" y="680"/>
                  </a:cubicBezTo>
                  <a:cubicBezTo>
                    <a:pt x="2776" y="632"/>
                    <a:pt x="2786" y="574"/>
                    <a:pt x="2786" y="526"/>
                  </a:cubicBezTo>
                  <a:lnTo>
                    <a:pt x="2786" y="507"/>
                  </a:lnTo>
                  <a:cubicBezTo>
                    <a:pt x="2786" y="230"/>
                    <a:pt x="2556" y="0"/>
                    <a:pt x="2278" y="0"/>
                  </a:cubicBezTo>
                  <a:close/>
                </a:path>
              </a:pathLst>
            </a:custGeom>
            <a:solidFill>
              <a:srgbClr val="B3C3C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515" name="Google Shape;14515;p43"/>
            <p:cNvSpPr/>
            <p:nvPr/>
          </p:nvSpPr>
          <p:spPr>
            <a:xfrm>
              <a:off x="8169241" y="3170699"/>
              <a:ext cx="9349" cy="75156"/>
            </a:xfrm>
            <a:custGeom>
              <a:rect b="b" l="l" r="r" t="t"/>
              <a:pathLst>
                <a:path extrusionOk="0" h="2862" w="356">
                  <a:moveTo>
                    <a:pt x="1" y="0"/>
                  </a:moveTo>
                  <a:lnTo>
                    <a:pt x="1" y="2862"/>
                  </a:lnTo>
                  <a:lnTo>
                    <a:pt x="355" y="2862"/>
                  </a:lnTo>
                  <a:lnTo>
                    <a:pt x="355" y="0"/>
                  </a:lnTo>
                  <a:close/>
                </a:path>
              </a:pathLst>
            </a:custGeom>
            <a:solidFill>
              <a:srgbClr val="B3C3C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516" name="Google Shape;14516;p43"/>
            <p:cNvSpPr/>
            <p:nvPr/>
          </p:nvSpPr>
          <p:spPr>
            <a:xfrm>
              <a:off x="8158185" y="2907548"/>
              <a:ext cx="15861" cy="15861"/>
            </a:xfrm>
            <a:custGeom>
              <a:rect b="b" l="l" r="r" t="t"/>
              <a:pathLst>
                <a:path extrusionOk="0" h="604" w="604">
                  <a:moveTo>
                    <a:pt x="307" y="1"/>
                  </a:moveTo>
                  <a:cubicBezTo>
                    <a:pt x="135" y="1"/>
                    <a:pt x="1" y="135"/>
                    <a:pt x="1" y="307"/>
                  </a:cubicBezTo>
                  <a:cubicBezTo>
                    <a:pt x="1" y="470"/>
                    <a:pt x="135" y="604"/>
                    <a:pt x="307" y="604"/>
                  </a:cubicBezTo>
                  <a:cubicBezTo>
                    <a:pt x="470" y="604"/>
                    <a:pt x="604" y="470"/>
                    <a:pt x="604" y="307"/>
                  </a:cubicBezTo>
                  <a:cubicBezTo>
                    <a:pt x="604" y="135"/>
                    <a:pt x="470" y="1"/>
                    <a:pt x="307" y="1"/>
                  </a:cubicBezTo>
                  <a:close/>
                </a:path>
              </a:pathLst>
            </a:custGeom>
            <a:solidFill>
              <a:srgbClr val="63798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517" name="Google Shape;14517;p43"/>
            <p:cNvSpPr/>
            <p:nvPr/>
          </p:nvSpPr>
          <p:spPr>
            <a:xfrm>
              <a:off x="8179797" y="2907548"/>
              <a:ext cx="15861" cy="15861"/>
            </a:xfrm>
            <a:custGeom>
              <a:rect b="b" l="l" r="r" t="t"/>
              <a:pathLst>
                <a:path extrusionOk="0" h="604" w="604">
                  <a:moveTo>
                    <a:pt x="298" y="1"/>
                  </a:moveTo>
                  <a:cubicBezTo>
                    <a:pt x="135" y="1"/>
                    <a:pt x="1" y="135"/>
                    <a:pt x="1" y="307"/>
                  </a:cubicBezTo>
                  <a:cubicBezTo>
                    <a:pt x="1" y="470"/>
                    <a:pt x="135" y="604"/>
                    <a:pt x="298" y="604"/>
                  </a:cubicBezTo>
                  <a:cubicBezTo>
                    <a:pt x="470" y="604"/>
                    <a:pt x="604" y="470"/>
                    <a:pt x="604" y="307"/>
                  </a:cubicBezTo>
                  <a:cubicBezTo>
                    <a:pt x="604" y="135"/>
                    <a:pt x="470" y="1"/>
                    <a:pt x="298" y="1"/>
                  </a:cubicBezTo>
                  <a:close/>
                </a:path>
              </a:pathLst>
            </a:custGeom>
            <a:solidFill>
              <a:srgbClr val="63798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518" name="Google Shape;14518;p43"/>
            <p:cNvSpPr/>
            <p:nvPr/>
          </p:nvSpPr>
          <p:spPr>
            <a:xfrm>
              <a:off x="8297915" y="3093521"/>
              <a:ext cx="15861" cy="15861"/>
            </a:xfrm>
            <a:custGeom>
              <a:rect b="b" l="l" r="r" t="t"/>
              <a:pathLst>
                <a:path extrusionOk="0" h="604" w="604">
                  <a:moveTo>
                    <a:pt x="307" y="1"/>
                  </a:moveTo>
                  <a:cubicBezTo>
                    <a:pt x="135" y="1"/>
                    <a:pt x="1" y="135"/>
                    <a:pt x="1" y="307"/>
                  </a:cubicBezTo>
                  <a:cubicBezTo>
                    <a:pt x="1" y="470"/>
                    <a:pt x="135" y="604"/>
                    <a:pt x="307" y="604"/>
                  </a:cubicBezTo>
                  <a:cubicBezTo>
                    <a:pt x="470" y="604"/>
                    <a:pt x="604" y="470"/>
                    <a:pt x="604" y="307"/>
                  </a:cubicBezTo>
                  <a:cubicBezTo>
                    <a:pt x="604" y="135"/>
                    <a:pt x="470" y="1"/>
                    <a:pt x="307" y="1"/>
                  </a:cubicBezTo>
                  <a:close/>
                </a:path>
              </a:pathLst>
            </a:custGeom>
            <a:solidFill>
              <a:srgbClr val="63798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519" name="Google Shape;14519;p43"/>
            <p:cNvSpPr/>
            <p:nvPr/>
          </p:nvSpPr>
          <p:spPr>
            <a:xfrm>
              <a:off x="8297915" y="3115159"/>
              <a:ext cx="15861" cy="15835"/>
            </a:xfrm>
            <a:custGeom>
              <a:rect b="b" l="l" r="r" t="t"/>
              <a:pathLst>
                <a:path extrusionOk="0" h="603" w="604">
                  <a:moveTo>
                    <a:pt x="307" y="0"/>
                  </a:moveTo>
                  <a:cubicBezTo>
                    <a:pt x="135" y="0"/>
                    <a:pt x="1" y="134"/>
                    <a:pt x="1" y="297"/>
                  </a:cubicBezTo>
                  <a:cubicBezTo>
                    <a:pt x="1" y="469"/>
                    <a:pt x="135" y="603"/>
                    <a:pt x="307" y="603"/>
                  </a:cubicBezTo>
                  <a:cubicBezTo>
                    <a:pt x="470" y="603"/>
                    <a:pt x="604" y="469"/>
                    <a:pt x="604" y="297"/>
                  </a:cubicBezTo>
                  <a:cubicBezTo>
                    <a:pt x="604" y="134"/>
                    <a:pt x="470" y="0"/>
                    <a:pt x="307" y="0"/>
                  </a:cubicBezTo>
                  <a:close/>
                </a:path>
              </a:pathLst>
            </a:custGeom>
            <a:solidFill>
              <a:srgbClr val="63798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520" name="Google Shape;14520;p43"/>
            <p:cNvSpPr/>
            <p:nvPr/>
          </p:nvSpPr>
          <p:spPr>
            <a:xfrm>
              <a:off x="7972212" y="3025928"/>
              <a:ext cx="15861" cy="15598"/>
            </a:xfrm>
            <a:custGeom>
              <a:rect b="b" l="l" r="r" t="t"/>
              <a:pathLst>
                <a:path extrusionOk="0" h="594" w="604">
                  <a:moveTo>
                    <a:pt x="307" y="1"/>
                  </a:moveTo>
                  <a:cubicBezTo>
                    <a:pt x="135" y="1"/>
                    <a:pt x="1" y="135"/>
                    <a:pt x="1" y="297"/>
                  </a:cubicBezTo>
                  <a:cubicBezTo>
                    <a:pt x="1" y="460"/>
                    <a:pt x="135" y="594"/>
                    <a:pt x="307" y="594"/>
                  </a:cubicBezTo>
                  <a:cubicBezTo>
                    <a:pt x="470" y="594"/>
                    <a:pt x="604" y="460"/>
                    <a:pt x="604" y="297"/>
                  </a:cubicBezTo>
                  <a:cubicBezTo>
                    <a:pt x="604" y="135"/>
                    <a:pt x="470" y="1"/>
                    <a:pt x="307" y="1"/>
                  </a:cubicBezTo>
                  <a:close/>
                </a:path>
              </a:pathLst>
            </a:custGeom>
            <a:solidFill>
              <a:srgbClr val="63798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521" name="Google Shape;14521;p43"/>
            <p:cNvSpPr/>
            <p:nvPr/>
          </p:nvSpPr>
          <p:spPr>
            <a:xfrm>
              <a:off x="7972212" y="3047540"/>
              <a:ext cx="15861" cy="15598"/>
            </a:xfrm>
            <a:custGeom>
              <a:rect b="b" l="l" r="r" t="t"/>
              <a:pathLst>
                <a:path extrusionOk="0" h="594" w="604">
                  <a:moveTo>
                    <a:pt x="307" y="1"/>
                  </a:moveTo>
                  <a:cubicBezTo>
                    <a:pt x="135" y="1"/>
                    <a:pt x="1" y="125"/>
                    <a:pt x="1" y="297"/>
                  </a:cubicBezTo>
                  <a:cubicBezTo>
                    <a:pt x="1" y="460"/>
                    <a:pt x="135" y="594"/>
                    <a:pt x="307" y="594"/>
                  </a:cubicBezTo>
                  <a:cubicBezTo>
                    <a:pt x="470" y="594"/>
                    <a:pt x="604" y="460"/>
                    <a:pt x="604" y="297"/>
                  </a:cubicBezTo>
                  <a:cubicBezTo>
                    <a:pt x="604" y="125"/>
                    <a:pt x="470" y="1"/>
                    <a:pt x="307" y="1"/>
                  </a:cubicBezTo>
                  <a:close/>
                </a:path>
              </a:pathLst>
            </a:custGeom>
            <a:solidFill>
              <a:srgbClr val="63798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522" name="Google Shape;14522;p43"/>
            <p:cNvSpPr/>
            <p:nvPr/>
          </p:nvSpPr>
          <p:spPr>
            <a:xfrm>
              <a:off x="8090592" y="3233277"/>
              <a:ext cx="15598" cy="15835"/>
            </a:xfrm>
            <a:custGeom>
              <a:rect b="b" l="l" r="r" t="t"/>
              <a:pathLst>
                <a:path extrusionOk="0" h="603" w="594">
                  <a:moveTo>
                    <a:pt x="297" y="0"/>
                  </a:moveTo>
                  <a:cubicBezTo>
                    <a:pt x="134" y="0"/>
                    <a:pt x="0" y="134"/>
                    <a:pt x="0" y="306"/>
                  </a:cubicBezTo>
                  <a:cubicBezTo>
                    <a:pt x="0" y="469"/>
                    <a:pt x="134" y="603"/>
                    <a:pt x="297" y="603"/>
                  </a:cubicBezTo>
                  <a:cubicBezTo>
                    <a:pt x="460" y="603"/>
                    <a:pt x="594" y="469"/>
                    <a:pt x="594" y="306"/>
                  </a:cubicBezTo>
                  <a:cubicBezTo>
                    <a:pt x="594" y="134"/>
                    <a:pt x="460" y="0"/>
                    <a:pt x="297" y="0"/>
                  </a:cubicBezTo>
                  <a:close/>
                </a:path>
              </a:pathLst>
            </a:custGeom>
            <a:solidFill>
              <a:srgbClr val="63798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523" name="Google Shape;14523;p43"/>
            <p:cNvSpPr/>
            <p:nvPr/>
          </p:nvSpPr>
          <p:spPr>
            <a:xfrm>
              <a:off x="8111941" y="3233277"/>
              <a:ext cx="15861" cy="15835"/>
            </a:xfrm>
            <a:custGeom>
              <a:rect b="b" l="l" r="r" t="t"/>
              <a:pathLst>
                <a:path extrusionOk="0" h="603" w="604">
                  <a:moveTo>
                    <a:pt x="307" y="0"/>
                  </a:moveTo>
                  <a:cubicBezTo>
                    <a:pt x="135" y="0"/>
                    <a:pt x="1" y="134"/>
                    <a:pt x="1" y="306"/>
                  </a:cubicBezTo>
                  <a:cubicBezTo>
                    <a:pt x="1" y="469"/>
                    <a:pt x="135" y="603"/>
                    <a:pt x="307" y="603"/>
                  </a:cubicBezTo>
                  <a:cubicBezTo>
                    <a:pt x="470" y="603"/>
                    <a:pt x="604" y="469"/>
                    <a:pt x="604" y="306"/>
                  </a:cubicBezTo>
                  <a:cubicBezTo>
                    <a:pt x="604" y="134"/>
                    <a:pt x="470" y="0"/>
                    <a:pt x="307" y="0"/>
                  </a:cubicBezTo>
                  <a:close/>
                </a:path>
              </a:pathLst>
            </a:custGeom>
            <a:solidFill>
              <a:srgbClr val="63798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524" name="Google Shape;14524;p43"/>
            <p:cNvSpPr/>
            <p:nvPr/>
          </p:nvSpPr>
          <p:spPr>
            <a:xfrm>
              <a:off x="7963415" y="3074693"/>
              <a:ext cx="95534" cy="32694"/>
            </a:xfrm>
            <a:custGeom>
              <a:rect b="b" l="l" r="r" t="t"/>
              <a:pathLst>
                <a:path extrusionOk="0" h="1245" w="3638">
                  <a:moveTo>
                    <a:pt x="20" y="0"/>
                  </a:moveTo>
                  <a:lnTo>
                    <a:pt x="20" y="1005"/>
                  </a:lnTo>
                  <a:cubicBezTo>
                    <a:pt x="1" y="1130"/>
                    <a:pt x="97" y="1235"/>
                    <a:pt x="221" y="1244"/>
                  </a:cubicBezTo>
                  <a:lnTo>
                    <a:pt x="3418" y="1244"/>
                  </a:lnTo>
                  <a:cubicBezTo>
                    <a:pt x="3542" y="1235"/>
                    <a:pt x="3638" y="1130"/>
                    <a:pt x="3618" y="1005"/>
                  </a:cubicBezTo>
                  <a:cubicBezTo>
                    <a:pt x="3618" y="996"/>
                    <a:pt x="3618" y="986"/>
                    <a:pt x="3618" y="976"/>
                  </a:cubicBezTo>
                  <a:lnTo>
                    <a:pt x="3618" y="0"/>
                  </a:ln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525" name="Google Shape;14525;p43"/>
            <p:cNvSpPr/>
            <p:nvPr/>
          </p:nvSpPr>
          <p:spPr>
            <a:xfrm>
              <a:off x="7987548" y="3074693"/>
              <a:ext cx="71401" cy="32694"/>
            </a:xfrm>
            <a:custGeom>
              <a:rect b="b" l="l" r="r" t="t"/>
              <a:pathLst>
                <a:path extrusionOk="0" h="1245" w="2719">
                  <a:moveTo>
                    <a:pt x="1" y="0"/>
                  </a:moveTo>
                  <a:lnTo>
                    <a:pt x="1" y="1244"/>
                  </a:lnTo>
                  <a:lnTo>
                    <a:pt x="2499" y="1244"/>
                  </a:lnTo>
                  <a:cubicBezTo>
                    <a:pt x="2623" y="1235"/>
                    <a:pt x="2719" y="1130"/>
                    <a:pt x="2699" y="1005"/>
                  </a:cubicBezTo>
                  <a:cubicBezTo>
                    <a:pt x="2699" y="996"/>
                    <a:pt x="2699" y="986"/>
                    <a:pt x="2699" y="976"/>
                  </a:cubicBezTo>
                  <a:lnTo>
                    <a:pt x="2699" y="0"/>
                  </a:lnTo>
                  <a:close/>
                </a:path>
              </a:pathLst>
            </a:custGeom>
            <a:solidFill>
              <a:srgbClr val="EFF3F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526" name="Google Shape;14526;p43"/>
            <p:cNvSpPr/>
            <p:nvPr/>
          </p:nvSpPr>
          <p:spPr>
            <a:xfrm>
              <a:off x="8139856" y="3161587"/>
              <a:ext cx="32694" cy="94825"/>
            </a:xfrm>
            <a:custGeom>
              <a:rect b="b" l="l" r="r" t="t"/>
              <a:pathLst>
                <a:path extrusionOk="0" h="3611" w="1245">
                  <a:moveTo>
                    <a:pt x="1035" y="0"/>
                  </a:moveTo>
                  <a:cubicBezTo>
                    <a:pt x="1025" y="0"/>
                    <a:pt x="1015" y="1"/>
                    <a:pt x="1005" y="3"/>
                  </a:cubicBezTo>
                  <a:lnTo>
                    <a:pt x="0" y="3"/>
                  </a:lnTo>
                  <a:lnTo>
                    <a:pt x="0" y="3611"/>
                  </a:lnTo>
                  <a:lnTo>
                    <a:pt x="1005" y="3611"/>
                  </a:lnTo>
                  <a:lnTo>
                    <a:pt x="1005" y="3601"/>
                  </a:lnTo>
                  <a:cubicBezTo>
                    <a:pt x="1015" y="3603"/>
                    <a:pt x="1025" y="3603"/>
                    <a:pt x="1035" y="3603"/>
                  </a:cubicBezTo>
                  <a:cubicBezTo>
                    <a:pt x="1139" y="3603"/>
                    <a:pt x="1236" y="3514"/>
                    <a:pt x="1244" y="3400"/>
                  </a:cubicBezTo>
                  <a:lnTo>
                    <a:pt x="1244" y="203"/>
                  </a:lnTo>
                  <a:cubicBezTo>
                    <a:pt x="1236" y="90"/>
                    <a:pt x="1139" y="0"/>
                    <a:pt x="1035" y="0"/>
                  </a:cubicBez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527" name="Google Shape;14527;p43"/>
            <p:cNvSpPr/>
            <p:nvPr/>
          </p:nvSpPr>
          <p:spPr>
            <a:xfrm>
              <a:off x="8139593" y="3185510"/>
              <a:ext cx="32956" cy="70718"/>
            </a:xfrm>
            <a:custGeom>
              <a:rect b="b" l="l" r="r" t="t"/>
              <a:pathLst>
                <a:path extrusionOk="0" h="2693" w="1255">
                  <a:moveTo>
                    <a:pt x="1" y="1"/>
                  </a:moveTo>
                  <a:lnTo>
                    <a:pt x="1" y="2690"/>
                  </a:lnTo>
                  <a:lnTo>
                    <a:pt x="1015" y="2690"/>
                  </a:lnTo>
                  <a:cubicBezTo>
                    <a:pt x="1025" y="2692"/>
                    <a:pt x="1035" y="2692"/>
                    <a:pt x="1045" y="2692"/>
                  </a:cubicBezTo>
                  <a:cubicBezTo>
                    <a:pt x="1149" y="2692"/>
                    <a:pt x="1246" y="2603"/>
                    <a:pt x="1254" y="2489"/>
                  </a:cubicBezTo>
                  <a:lnTo>
                    <a:pt x="1254" y="1"/>
                  </a:lnTo>
                  <a:close/>
                </a:path>
              </a:pathLst>
            </a:custGeom>
            <a:solidFill>
              <a:srgbClr val="EFF3F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528" name="Google Shape;14528;p43"/>
            <p:cNvSpPr/>
            <p:nvPr/>
          </p:nvSpPr>
          <p:spPr>
            <a:xfrm>
              <a:off x="8226803" y="3047303"/>
              <a:ext cx="95534" cy="32694"/>
            </a:xfrm>
            <a:custGeom>
              <a:rect b="b" l="l" r="r" t="t"/>
              <a:pathLst>
                <a:path extrusionOk="0" h="1245" w="3638">
                  <a:moveTo>
                    <a:pt x="221" y="0"/>
                  </a:moveTo>
                  <a:cubicBezTo>
                    <a:pt x="96" y="10"/>
                    <a:pt x="1" y="115"/>
                    <a:pt x="20" y="239"/>
                  </a:cubicBezTo>
                  <a:cubicBezTo>
                    <a:pt x="20" y="249"/>
                    <a:pt x="10" y="258"/>
                    <a:pt x="20" y="268"/>
                  </a:cubicBezTo>
                  <a:lnTo>
                    <a:pt x="20" y="1244"/>
                  </a:lnTo>
                  <a:lnTo>
                    <a:pt x="3618" y="1244"/>
                  </a:lnTo>
                  <a:lnTo>
                    <a:pt x="3618" y="239"/>
                  </a:lnTo>
                  <a:cubicBezTo>
                    <a:pt x="3637" y="115"/>
                    <a:pt x="3542" y="10"/>
                    <a:pt x="3417" y="0"/>
                  </a:cubicBez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529" name="Google Shape;14529;p43"/>
            <p:cNvSpPr/>
            <p:nvPr/>
          </p:nvSpPr>
          <p:spPr>
            <a:xfrm>
              <a:off x="8226803" y="3047303"/>
              <a:ext cx="71401" cy="32930"/>
            </a:xfrm>
            <a:custGeom>
              <a:rect b="b" l="l" r="r" t="t"/>
              <a:pathLst>
                <a:path extrusionOk="0" h="1254" w="2719">
                  <a:moveTo>
                    <a:pt x="221" y="0"/>
                  </a:moveTo>
                  <a:cubicBezTo>
                    <a:pt x="96" y="10"/>
                    <a:pt x="1" y="115"/>
                    <a:pt x="20" y="239"/>
                  </a:cubicBezTo>
                  <a:cubicBezTo>
                    <a:pt x="20" y="249"/>
                    <a:pt x="10" y="258"/>
                    <a:pt x="20" y="278"/>
                  </a:cubicBezTo>
                  <a:lnTo>
                    <a:pt x="20" y="1254"/>
                  </a:lnTo>
                  <a:lnTo>
                    <a:pt x="2719" y="1254"/>
                  </a:lnTo>
                  <a:lnTo>
                    <a:pt x="2719" y="0"/>
                  </a:lnTo>
                  <a:close/>
                </a:path>
              </a:pathLst>
            </a:custGeom>
            <a:solidFill>
              <a:srgbClr val="EFF3F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530" name="Google Shape;14530;p43"/>
            <p:cNvSpPr/>
            <p:nvPr/>
          </p:nvSpPr>
          <p:spPr>
            <a:xfrm>
              <a:off x="8114226" y="2898252"/>
              <a:ext cx="32694" cy="94851"/>
            </a:xfrm>
            <a:custGeom>
              <a:rect b="b" l="l" r="r" t="t"/>
              <a:pathLst>
                <a:path extrusionOk="0" h="3612" w="1245">
                  <a:moveTo>
                    <a:pt x="239" y="1"/>
                  </a:moveTo>
                  <a:lnTo>
                    <a:pt x="239" y="10"/>
                  </a:lnTo>
                  <a:cubicBezTo>
                    <a:pt x="229" y="9"/>
                    <a:pt x="220" y="8"/>
                    <a:pt x="210" y="8"/>
                  </a:cubicBezTo>
                  <a:cubicBezTo>
                    <a:pt x="106" y="8"/>
                    <a:pt x="9" y="98"/>
                    <a:pt x="0" y="211"/>
                  </a:cubicBezTo>
                  <a:lnTo>
                    <a:pt x="0" y="3408"/>
                  </a:lnTo>
                  <a:cubicBezTo>
                    <a:pt x="9" y="3522"/>
                    <a:pt x="106" y="3611"/>
                    <a:pt x="210" y="3611"/>
                  </a:cubicBezTo>
                  <a:cubicBezTo>
                    <a:pt x="220" y="3611"/>
                    <a:pt x="229" y="3611"/>
                    <a:pt x="239" y="3609"/>
                  </a:cubicBezTo>
                  <a:lnTo>
                    <a:pt x="1244" y="3609"/>
                  </a:lnTo>
                  <a:lnTo>
                    <a:pt x="1244" y="1"/>
                  </a:ln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531" name="Google Shape;14531;p43"/>
            <p:cNvSpPr/>
            <p:nvPr/>
          </p:nvSpPr>
          <p:spPr>
            <a:xfrm>
              <a:off x="8114226" y="2898252"/>
              <a:ext cx="32930" cy="70902"/>
            </a:xfrm>
            <a:custGeom>
              <a:rect b="b" l="l" r="r" t="t"/>
              <a:pathLst>
                <a:path extrusionOk="0" h="2700" w="1254">
                  <a:moveTo>
                    <a:pt x="249" y="1"/>
                  </a:moveTo>
                  <a:lnTo>
                    <a:pt x="239" y="10"/>
                  </a:lnTo>
                  <a:cubicBezTo>
                    <a:pt x="229" y="9"/>
                    <a:pt x="220" y="8"/>
                    <a:pt x="210" y="8"/>
                  </a:cubicBezTo>
                  <a:cubicBezTo>
                    <a:pt x="106" y="8"/>
                    <a:pt x="9" y="98"/>
                    <a:pt x="0" y="211"/>
                  </a:cubicBezTo>
                  <a:lnTo>
                    <a:pt x="0" y="2700"/>
                  </a:lnTo>
                  <a:lnTo>
                    <a:pt x="1254" y="2700"/>
                  </a:lnTo>
                  <a:lnTo>
                    <a:pt x="1254" y="1"/>
                  </a:lnTo>
                  <a:close/>
                </a:path>
              </a:pathLst>
            </a:custGeom>
            <a:solidFill>
              <a:srgbClr val="EFF3F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4532" name="Google Shape;14532;p43"/>
          <p:cNvGrpSpPr/>
          <p:nvPr/>
        </p:nvGrpSpPr>
        <p:grpSpPr>
          <a:xfrm>
            <a:off x="8054406" y="3662089"/>
            <a:ext cx="276964" cy="336601"/>
            <a:chOff x="8054406" y="3814489"/>
            <a:chExt cx="276964" cy="336601"/>
          </a:xfrm>
        </p:grpSpPr>
        <p:sp>
          <p:nvSpPr>
            <p:cNvPr id="14533" name="Google Shape;14533;p43"/>
            <p:cNvSpPr/>
            <p:nvPr/>
          </p:nvSpPr>
          <p:spPr>
            <a:xfrm>
              <a:off x="8054406" y="3843218"/>
              <a:ext cx="276964" cy="307872"/>
            </a:xfrm>
            <a:custGeom>
              <a:rect b="b" l="l" r="r" t="t"/>
              <a:pathLst>
                <a:path extrusionOk="0" h="11724" w="10547">
                  <a:moveTo>
                    <a:pt x="2441" y="0"/>
                  </a:moveTo>
                  <a:cubicBezTo>
                    <a:pt x="2422" y="0"/>
                    <a:pt x="2393" y="0"/>
                    <a:pt x="2374" y="10"/>
                  </a:cubicBezTo>
                  <a:lnTo>
                    <a:pt x="115" y="928"/>
                  </a:lnTo>
                  <a:cubicBezTo>
                    <a:pt x="48" y="957"/>
                    <a:pt x="0" y="1024"/>
                    <a:pt x="0" y="1101"/>
                  </a:cubicBezTo>
                  <a:lnTo>
                    <a:pt x="0" y="11532"/>
                  </a:lnTo>
                  <a:cubicBezTo>
                    <a:pt x="0" y="11637"/>
                    <a:pt x="77" y="11724"/>
                    <a:pt x="182" y="11724"/>
                  </a:cubicBezTo>
                  <a:lnTo>
                    <a:pt x="10355" y="11724"/>
                  </a:lnTo>
                  <a:cubicBezTo>
                    <a:pt x="10461" y="11724"/>
                    <a:pt x="10537" y="11637"/>
                    <a:pt x="10537" y="11532"/>
                  </a:cubicBezTo>
                  <a:lnTo>
                    <a:pt x="10537" y="1110"/>
                  </a:lnTo>
                  <a:cubicBezTo>
                    <a:pt x="10547" y="1034"/>
                    <a:pt x="10499" y="967"/>
                    <a:pt x="10432" y="928"/>
                  </a:cubicBezTo>
                  <a:lnTo>
                    <a:pt x="8173" y="10"/>
                  </a:lnTo>
                  <a:cubicBezTo>
                    <a:pt x="8154" y="0"/>
                    <a:pt x="8135" y="0"/>
                    <a:pt x="8106" y="0"/>
                  </a:cubicBezTo>
                  <a:lnTo>
                    <a:pt x="8087" y="0"/>
                  </a:lnTo>
                  <a:cubicBezTo>
                    <a:pt x="8020" y="0"/>
                    <a:pt x="7953" y="29"/>
                    <a:pt x="7925" y="86"/>
                  </a:cubicBezTo>
                  <a:lnTo>
                    <a:pt x="6757" y="1962"/>
                  </a:lnTo>
                  <a:lnTo>
                    <a:pt x="6623" y="1818"/>
                  </a:lnTo>
                  <a:cubicBezTo>
                    <a:pt x="6587" y="1782"/>
                    <a:pt x="6539" y="1766"/>
                    <a:pt x="6490" y="1766"/>
                  </a:cubicBezTo>
                  <a:cubicBezTo>
                    <a:pt x="6436" y="1766"/>
                    <a:pt x="6381" y="1787"/>
                    <a:pt x="6345" y="1828"/>
                  </a:cubicBezTo>
                  <a:lnTo>
                    <a:pt x="5743" y="2527"/>
                  </a:lnTo>
                  <a:cubicBezTo>
                    <a:pt x="5704" y="2574"/>
                    <a:pt x="5695" y="2632"/>
                    <a:pt x="5704" y="2689"/>
                  </a:cubicBezTo>
                  <a:lnTo>
                    <a:pt x="6881" y="8757"/>
                  </a:lnTo>
                  <a:lnTo>
                    <a:pt x="5274" y="10317"/>
                  </a:lnTo>
                  <a:lnTo>
                    <a:pt x="3666" y="8757"/>
                  </a:lnTo>
                  <a:lnTo>
                    <a:pt x="4853" y="2689"/>
                  </a:lnTo>
                  <a:cubicBezTo>
                    <a:pt x="4862" y="2632"/>
                    <a:pt x="4843" y="2574"/>
                    <a:pt x="4805" y="2527"/>
                  </a:cubicBezTo>
                  <a:lnTo>
                    <a:pt x="4211" y="1828"/>
                  </a:lnTo>
                  <a:cubicBezTo>
                    <a:pt x="4171" y="1787"/>
                    <a:pt x="4116" y="1766"/>
                    <a:pt x="4063" y="1766"/>
                  </a:cubicBezTo>
                  <a:cubicBezTo>
                    <a:pt x="4016" y="1766"/>
                    <a:pt x="3970" y="1782"/>
                    <a:pt x="3934" y="1818"/>
                  </a:cubicBezTo>
                  <a:lnTo>
                    <a:pt x="3800" y="1962"/>
                  </a:lnTo>
                  <a:lnTo>
                    <a:pt x="2623" y="86"/>
                  </a:lnTo>
                  <a:cubicBezTo>
                    <a:pt x="2594" y="29"/>
                    <a:pt x="2536" y="0"/>
                    <a:pt x="2469" y="0"/>
                  </a:cubicBezTo>
                  <a:close/>
                </a:path>
              </a:pathLst>
            </a:custGeom>
            <a:solidFill>
              <a:srgbClr val="99A8B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534" name="Google Shape;14534;p43"/>
            <p:cNvSpPr/>
            <p:nvPr/>
          </p:nvSpPr>
          <p:spPr>
            <a:xfrm>
              <a:off x="8313251" y="3861311"/>
              <a:ext cx="18119" cy="289543"/>
            </a:xfrm>
            <a:custGeom>
              <a:rect b="b" l="l" r="r" t="t"/>
              <a:pathLst>
                <a:path extrusionOk="0" h="11026" w="690">
                  <a:moveTo>
                    <a:pt x="1" y="0"/>
                  </a:moveTo>
                  <a:lnTo>
                    <a:pt x="1" y="11025"/>
                  </a:lnTo>
                  <a:lnTo>
                    <a:pt x="498" y="11025"/>
                  </a:lnTo>
                  <a:cubicBezTo>
                    <a:pt x="604" y="11025"/>
                    <a:pt x="690" y="10939"/>
                    <a:pt x="690" y="10843"/>
                  </a:cubicBezTo>
                  <a:lnTo>
                    <a:pt x="690" y="421"/>
                  </a:lnTo>
                  <a:cubicBezTo>
                    <a:pt x="690" y="345"/>
                    <a:pt x="642" y="268"/>
                    <a:pt x="575" y="239"/>
                  </a:cubicBezTo>
                  <a:lnTo>
                    <a:pt x="1" y="0"/>
                  </a:lnTo>
                  <a:close/>
                </a:path>
              </a:pathLst>
            </a:custGeom>
            <a:solidFill>
              <a:srgbClr val="6A7F9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535" name="Google Shape;14535;p43"/>
            <p:cNvSpPr/>
            <p:nvPr/>
          </p:nvSpPr>
          <p:spPr>
            <a:xfrm>
              <a:off x="8138333" y="3904036"/>
              <a:ext cx="109110" cy="225757"/>
            </a:xfrm>
            <a:custGeom>
              <a:rect b="b" l="l" r="r" t="t"/>
              <a:pathLst>
                <a:path extrusionOk="0" h="8597" w="4155">
                  <a:moveTo>
                    <a:pt x="1446" y="0"/>
                  </a:moveTo>
                  <a:cubicBezTo>
                    <a:pt x="1350" y="0"/>
                    <a:pt x="1274" y="67"/>
                    <a:pt x="1255" y="163"/>
                  </a:cubicBezTo>
                  <a:lnTo>
                    <a:pt x="20" y="6546"/>
                  </a:lnTo>
                  <a:cubicBezTo>
                    <a:pt x="1" y="6613"/>
                    <a:pt x="20" y="6680"/>
                    <a:pt x="68" y="6728"/>
                  </a:cubicBezTo>
                  <a:lnTo>
                    <a:pt x="1944" y="8546"/>
                  </a:lnTo>
                  <a:cubicBezTo>
                    <a:pt x="1982" y="8580"/>
                    <a:pt x="2032" y="8597"/>
                    <a:pt x="2081" y="8597"/>
                  </a:cubicBezTo>
                  <a:cubicBezTo>
                    <a:pt x="2130" y="8597"/>
                    <a:pt x="2178" y="8580"/>
                    <a:pt x="2212" y="8546"/>
                  </a:cubicBezTo>
                  <a:lnTo>
                    <a:pt x="4087" y="6728"/>
                  </a:lnTo>
                  <a:cubicBezTo>
                    <a:pt x="4135" y="6680"/>
                    <a:pt x="4154" y="6613"/>
                    <a:pt x="4145" y="6546"/>
                  </a:cubicBezTo>
                  <a:lnTo>
                    <a:pt x="2910" y="163"/>
                  </a:lnTo>
                  <a:cubicBezTo>
                    <a:pt x="2891" y="67"/>
                    <a:pt x="2805" y="0"/>
                    <a:pt x="2719" y="0"/>
                  </a:cubicBez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536" name="Google Shape;14536;p43"/>
            <p:cNvSpPr/>
            <p:nvPr/>
          </p:nvSpPr>
          <p:spPr>
            <a:xfrm>
              <a:off x="8180322" y="3904036"/>
              <a:ext cx="67121" cy="225705"/>
            </a:xfrm>
            <a:custGeom>
              <a:rect b="b" l="l" r="r" t="t"/>
              <a:pathLst>
                <a:path extrusionOk="0" h="8595" w="2556">
                  <a:moveTo>
                    <a:pt x="526" y="0"/>
                  </a:moveTo>
                  <a:lnTo>
                    <a:pt x="1742" y="6259"/>
                  </a:lnTo>
                  <a:lnTo>
                    <a:pt x="0" y="8211"/>
                  </a:lnTo>
                  <a:lnTo>
                    <a:pt x="345" y="8537"/>
                  </a:lnTo>
                  <a:cubicBezTo>
                    <a:pt x="383" y="8575"/>
                    <a:pt x="433" y="8594"/>
                    <a:pt x="482" y="8594"/>
                  </a:cubicBezTo>
                  <a:cubicBezTo>
                    <a:pt x="531" y="8594"/>
                    <a:pt x="579" y="8575"/>
                    <a:pt x="613" y="8537"/>
                  </a:cubicBezTo>
                  <a:lnTo>
                    <a:pt x="2488" y="6718"/>
                  </a:lnTo>
                  <a:cubicBezTo>
                    <a:pt x="2536" y="6680"/>
                    <a:pt x="2555" y="6613"/>
                    <a:pt x="2546" y="6546"/>
                  </a:cubicBezTo>
                  <a:lnTo>
                    <a:pt x="1311" y="163"/>
                  </a:lnTo>
                  <a:cubicBezTo>
                    <a:pt x="1292" y="67"/>
                    <a:pt x="1206" y="0"/>
                    <a:pt x="1120" y="0"/>
                  </a:cubicBez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537" name="Google Shape;14537;p43"/>
            <p:cNvSpPr/>
            <p:nvPr/>
          </p:nvSpPr>
          <p:spPr>
            <a:xfrm>
              <a:off x="8155927" y="3857267"/>
              <a:ext cx="74158" cy="55566"/>
            </a:xfrm>
            <a:custGeom>
              <a:rect b="b" l="l" r="r" t="t"/>
              <a:pathLst>
                <a:path extrusionOk="0" h="2116" w="2824">
                  <a:moveTo>
                    <a:pt x="1412" y="1"/>
                  </a:moveTo>
                  <a:cubicBezTo>
                    <a:pt x="1365" y="1"/>
                    <a:pt x="1317" y="20"/>
                    <a:pt x="1283" y="58"/>
                  </a:cubicBezTo>
                  <a:lnTo>
                    <a:pt x="68" y="1293"/>
                  </a:lnTo>
                  <a:cubicBezTo>
                    <a:pt x="1" y="1360"/>
                    <a:pt x="1" y="1465"/>
                    <a:pt x="58" y="1542"/>
                  </a:cubicBezTo>
                  <a:lnTo>
                    <a:pt x="556" y="2116"/>
                  </a:lnTo>
                  <a:lnTo>
                    <a:pt x="2269" y="2116"/>
                  </a:lnTo>
                  <a:lnTo>
                    <a:pt x="2767" y="1542"/>
                  </a:lnTo>
                  <a:cubicBezTo>
                    <a:pt x="2824" y="1465"/>
                    <a:pt x="2824" y="1360"/>
                    <a:pt x="2757" y="1293"/>
                  </a:cubicBezTo>
                  <a:lnTo>
                    <a:pt x="1542" y="58"/>
                  </a:lnTo>
                  <a:cubicBezTo>
                    <a:pt x="1508" y="20"/>
                    <a:pt x="1460" y="1"/>
                    <a:pt x="1412" y="1"/>
                  </a:cubicBez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538" name="Google Shape;14538;p43"/>
            <p:cNvSpPr/>
            <p:nvPr/>
          </p:nvSpPr>
          <p:spPr>
            <a:xfrm>
              <a:off x="8195895" y="3882660"/>
              <a:ext cx="34191" cy="30173"/>
            </a:xfrm>
            <a:custGeom>
              <a:rect b="b" l="l" r="r" t="t"/>
              <a:pathLst>
                <a:path extrusionOk="0" h="1149" w="1302">
                  <a:moveTo>
                    <a:pt x="919" y="1"/>
                  </a:moveTo>
                  <a:lnTo>
                    <a:pt x="0" y="1149"/>
                  </a:lnTo>
                  <a:lnTo>
                    <a:pt x="747" y="1149"/>
                  </a:lnTo>
                  <a:lnTo>
                    <a:pt x="1245" y="575"/>
                  </a:lnTo>
                  <a:cubicBezTo>
                    <a:pt x="1302" y="498"/>
                    <a:pt x="1302" y="393"/>
                    <a:pt x="1235" y="326"/>
                  </a:cubicBezTo>
                  <a:lnTo>
                    <a:pt x="919" y="1"/>
                  </a:ln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539" name="Google Shape;14539;p43"/>
            <p:cNvSpPr/>
            <p:nvPr/>
          </p:nvSpPr>
          <p:spPr>
            <a:xfrm>
              <a:off x="8122761" y="3814568"/>
              <a:ext cx="138758" cy="52546"/>
            </a:xfrm>
            <a:custGeom>
              <a:rect b="b" l="l" r="r" t="t"/>
              <a:pathLst>
                <a:path extrusionOk="0" h="2001" w="5284">
                  <a:moveTo>
                    <a:pt x="268" y="0"/>
                  </a:moveTo>
                  <a:cubicBezTo>
                    <a:pt x="77" y="0"/>
                    <a:pt x="0" y="239"/>
                    <a:pt x="163" y="345"/>
                  </a:cubicBezTo>
                  <a:lnTo>
                    <a:pt x="2565" y="1972"/>
                  </a:lnTo>
                  <a:cubicBezTo>
                    <a:pt x="2599" y="1991"/>
                    <a:pt x="2637" y="2000"/>
                    <a:pt x="2674" y="2000"/>
                  </a:cubicBezTo>
                  <a:cubicBezTo>
                    <a:pt x="2711" y="2000"/>
                    <a:pt x="2747" y="1991"/>
                    <a:pt x="2776" y="1972"/>
                  </a:cubicBezTo>
                  <a:lnTo>
                    <a:pt x="5188" y="345"/>
                  </a:lnTo>
                  <a:cubicBezTo>
                    <a:pt x="5255" y="297"/>
                    <a:pt x="5283" y="211"/>
                    <a:pt x="5264" y="134"/>
                  </a:cubicBezTo>
                  <a:cubicBezTo>
                    <a:pt x="5235" y="57"/>
                    <a:pt x="5168" y="0"/>
                    <a:pt x="5082" y="0"/>
                  </a:cubicBezTo>
                  <a:close/>
                </a:path>
              </a:pathLst>
            </a:custGeom>
            <a:solidFill>
              <a:srgbClr val="435D7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540" name="Google Shape;14540;p43"/>
            <p:cNvSpPr/>
            <p:nvPr/>
          </p:nvSpPr>
          <p:spPr>
            <a:xfrm>
              <a:off x="8113464" y="3814489"/>
              <a:ext cx="84452" cy="93092"/>
            </a:xfrm>
            <a:custGeom>
              <a:rect b="b" l="l" r="r" t="t"/>
              <a:pathLst>
                <a:path extrusionOk="0" h="3545" w="3216">
                  <a:moveTo>
                    <a:pt x="623" y="1"/>
                  </a:moveTo>
                  <a:cubicBezTo>
                    <a:pt x="546" y="1"/>
                    <a:pt x="473" y="46"/>
                    <a:pt x="441" y="118"/>
                  </a:cubicBezTo>
                  <a:lnTo>
                    <a:pt x="29" y="1171"/>
                  </a:lnTo>
                  <a:cubicBezTo>
                    <a:pt x="0" y="1228"/>
                    <a:pt x="10" y="1285"/>
                    <a:pt x="39" y="1343"/>
                  </a:cubicBezTo>
                  <a:lnTo>
                    <a:pt x="1359" y="3458"/>
                  </a:lnTo>
                  <a:cubicBezTo>
                    <a:pt x="1388" y="3506"/>
                    <a:pt x="1436" y="3534"/>
                    <a:pt x="1493" y="3544"/>
                  </a:cubicBezTo>
                  <a:lnTo>
                    <a:pt x="1512" y="3544"/>
                  </a:lnTo>
                  <a:cubicBezTo>
                    <a:pt x="1570" y="3544"/>
                    <a:pt x="1618" y="3525"/>
                    <a:pt x="1646" y="3487"/>
                  </a:cubicBezTo>
                  <a:lnTo>
                    <a:pt x="3159" y="1946"/>
                  </a:lnTo>
                  <a:cubicBezTo>
                    <a:pt x="3197" y="1908"/>
                    <a:pt x="3216" y="1850"/>
                    <a:pt x="3216" y="1793"/>
                  </a:cubicBezTo>
                  <a:cubicBezTo>
                    <a:pt x="3206" y="1735"/>
                    <a:pt x="3178" y="1687"/>
                    <a:pt x="3130" y="1659"/>
                  </a:cubicBezTo>
                  <a:lnTo>
                    <a:pt x="728" y="32"/>
                  </a:lnTo>
                  <a:cubicBezTo>
                    <a:pt x="694" y="11"/>
                    <a:pt x="658" y="1"/>
                    <a:pt x="623" y="1"/>
                  </a:cubicBezTo>
                  <a:close/>
                </a:path>
              </a:pathLst>
            </a:custGeom>
            <a:solidFill>
              <a:srgbClr val="AEB9C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541" name="Google Shape;14541;p43"/>
            <p:cNvSpPr/>
            <p:nvPr/>
          </p:nvSpPr>
          <p:spPr>
            <a:xfrm>
              <a:off x="8187360" y="3814489"/>
              <a:ext cx="84951" cy="93092"/>
            </a:xfrm>
            <a:custGeom>
              <a:rect b="b" l="l" r="r" t="t"/>
              <a:pathLst>
                <a:path extrusionOk="0" h="3545" w="3235">
                  <a:moveTo>
                    <a:pt x="2622" y="1"/>
                  </a:moveTo>
                  <a:cubicBezTo>
                    <a:pt x="2587" y="1"/>
                    <a:pt x="2550" y="11"/>
                    <a:pt x="2517" y="32"/>
                  </a:cubicBezTo>
                  <a:lnTo>
                    <a:pt x="105" y="1659"/>
                  </a:lnTo>
                  <a:cubicBezTo>
                    <a:pt x="10" y="1726"/>
                    <a:pt x="0" y="1860"/>
                    <a:pt x="77" y="1946"/>
                  </a:cubicBezTo>
                  <a:lnTo>
                    <a:pt x="1589" y="3487"/>
                  </a:lnTo>
                  <a:cubicBezTo>
                    <a:pt x="1617" y="3525"/>
                    <a:pt x="1665" y="3544"/>
                    <a:pt x="1723" y="3544"/>
                  </a:cubicBezTo>
                  <a:lnTo>
                    <a:pt x="1742" y="3544"/>
                  </a:lnTo>
                  <a:cubicBezTo>
                    <a:pt x="1799" y="3534"/>
                    <a:pt x="1847" y="3506"/>
                    <a:pt x="1876" y="3458"/>
                  </a:cubicBezTo>
                  <a:lnTo>
                    <a:pt x="3197" y="1343"/>
                  </a:lnTo>
                  <a:cubicBezTo>
                    <a:pt x="3225" y="1285"/>
                    <a:pt x="3235" y="1228"/>
                    <a:pt x="3216" y="1171"/>
                  </a:cubicBezTo>
                  <a:lnTo>
                    <a:pt x="2795" y="118"/>
                  </a:lnTo>
                  <a:cubicBezTo>
                    <a:pt x="2768" y="46"/>
                    <a:pt x="2698" y="1"/>
                    <a:pt x="2622" y="1"/>
                  </a:cubicBezTo>
                  <a:close/>
                </a:path>
              </a:pathLst>
            </a:custGeom>
            <a:solidFill>
              <a:srgbClr val="AEB9C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4542" name="Google Shape;14542;p43"/>
          <p:cNvGrpSpPr/>
          <p:nvPr/>
        </p:nvGrpSpPr>
        <p:grpSpPr>
          <a:xfrm>
            <a:off x="7936787" y="4142674"/>
            <a:ext cx="378249" cy="335524"/>
            <a:chOff x="7936787" y="4295074"/>
            <a:chExt cx="378249" cy="335524"/>
          </a:xfrm>
        </p:grpSpPr>
        <p:sp>
          <p:nvSpPr>
            <p:cNvPr id="14543" name="Google Shape;14543;p43"/>
            <p:cNvSpPr/>
            <p:nvPr/>
          </p:nvSpPr>
          <p:spPr>
            <a:xfrm>
              <a:off x="8095371" y="4295074"/>
              <a:ext cx="219665" cy="182980"/>
            </a:xfrm>
            <a:custGeom>
              <a:rect b="b" l="l" r="r" t="t"/>
              <a:pathLst>
                <a:path extrusionOk="0" h="6968" w="8365">
                  <a:moveTo>
                    <a:pt x="469" y="0"/>
                  </a:moveTo>
                  <a:cubicBezTo>
                    <a:pt x="211" y="0"/>
                    <a:pt x="0" y="201"/>
                    <a:pt x="0" y="460"/>
                  </a:cubicBezTo>
                  <a:lnTo>
                    <a:pt x="0" y="6508"/>
                  </a:lnTo>
                  <a:cubicBezTo>
                    <a:pt x="0" y="6757"/>
                    <a:pt x="211" y="6968"/>
                    <a:pt x="469" y="6968"/>
                  </a:cubicBezTo>
                  <a:lnTo>
                    <a:pt x="7905" y="6968"/>
                  </a:lnTo>
                  <a:cubicBezTo>
                    <a:pt x="8154" y="6968"/>
                    <a:pt x="8365" y="6757"/>
                    <a:pt x="8365" y="6508"/>
                  </a:cubicBezTo>
                  <a:lnTo>
                    <a:pt x="8365" y="460"/>
                  </a:lnTo>
                  <a:cubicBezTo>
                    <a:pt x="8365" y="201"/>
                    <a:pt x="8154" y="0"/>
                    <a:pt x="7905" y="0"/>
                  </a:cubicBez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544" name="Google Shape;14544;p43"/>
            <p:cNvSpPr/>
            <p:nvPr/>
          </p:nvSpPr>
          <p:spPr>
            <a:xfrm>
              <a:off x="7937286" y="4441342"/>
              <a:ext cx="109609" cy="109846"/>
            </a:xfrm>
            <a:custGeom>
              <a:rect b="b" l="l" r="r" t="t"/>
              <a:pathLst>
                <a:path extrusionOk="0" h="4183" w="4174">
                  <a:moveTo>
                    <a:pt x="2087" y="0"/>
                  </a:moveTo>
                  <a:cubicBezTo>
                    <a:pt x="1178" y="0"/>
                    <a:pt x="498" y="737"/>
                    <a:pt x="431" y="1627"/>
                  </a:cubicBezTo>
                  <a:cubicBezTo>
                    <a:pt x="383" y="2278"/>
                    <a:pt x="249" y="2919"/>
                    <a:pt x="48" y="3532"/>
                  </a:cubicBezTo>
                  <a:cubicBezTo>
                    <a:pt x="1" y="3647"/>
                    <a:pt x="48" y="3781"/>
                    <a:pt x="163" y="3828"/>
                  </a:cubicBezTo>
                  <a:cubicBezTo>
                    <a:pt x="546" y="4001"/>
                    <a:pt x="958" y="4125"/>
                    <a:pt x="1379" y="4182"/>
                  </a:cubicBezTo>
                  <a:lnTo>
                    <a:pt x="2795" y="4182"/>
                  </a:lnTo>
                  <a:cubicBezTo>
                    <a:pt x="3216" y="4125"/>
                    <a:pt x="3618" y="4001"/>
                    <a:pt x="4011" y="3828"/>
                  </a:cubicBezTo>
                  <a:cubicBezTo>
                    <a:pt x="4116" y="3781"/>
                    <a:pt x="4173" y="3647"/>
                    <a:pt x="4125" y="3532"/>
                  </a:cubicBezTo>
                  <a:cubicBezTo>
                    <a:pt x="3924" y="2919"/>
                    <a:pt x="3790" y="2278"/>
                    <a:pt x="3743" y="1627"/>
                  </a:cubicBezTo>
                  <a:cubicBezTo>
                    <a:pt x="3676" y="737"/>
                    <a:pt x="2996" y="0"/>
                    <a:pt x="2087" y="0"/>
                  </a:cubicBez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545" name="Google Shape;14545;p43"/>
            <p:cNvSpPr/>
            <p:nvPr/>
          </p:nvSpPr>
          <p:spPr>
            <a:xfrm>
              <a:off x="7966934" y="4441342"/>
              <a:ext cx="79962" cy="110108"/>
            </a:xfrm>
            <a:custGeom>
              <a:rect b="b" l="l" r="r" t="t"/>
              <a:pathLst>
                <a:path extrusionOk="0" h="4193" w="3045">
                  <a:moveTo>
                    <a:pt x="948" y="0"/>
                  </a:moveTo>
                  <a:cubicBezTo>
                    <a:pt x="250" y="0"/>
                    <a:pt x="1" y="957"/>
                    <a:pt x="604" y="1321"/>
                  </a:cubicBezTo>
                  <a:cubicBezTo>
                    <a:pt x="623" y="1331"/>
                    <a:pt x="642" y="1340"/>
                    <a:pt x="661" y="1350"/>
                  </a:cubicBezTo>
                  <a:lnTo>
                    <a:pt x="1188" y="4192"/>
                  </a:lnTo>
                  <a:lnTo>
                    <a:pt x="1666" y="4192"/>
                  </a:lnTo>
                  <a:cubicBezTo>
                    <a:pt x="2087" y="4125"/>
                    <a:pt x="2499" y="4001"/>
                    <a:pt x="2882" y="3828"/>
                  </a:cubicBezTo>
                  <a:cubicBezTo>
                    <a:pt x="2987" y="3781"/>
                    <a:pt x="3044" y="3647"/>
                    <a:pt x="2996" y="3532"/>
                  </a:cubicBezTo>
                  <a:cubicBezTo>
                    <a:pt x="2795" y="2919"/>
                    <a:pt x="2661" y="2278"/>
                    <a:pt x="2604" y="1627"/>
                  </a:cubicBezTo>
                  <a:cubicBezTo>
                    <a:pt x="2547" y="737"/>
                    <a:pt x="1867" y="0"/>
                    <a:pt x="958" y="0"/>
                  </a:cubicBez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546" name="Google Shape;14546;p43"/>
            <p:cNvSpPr/>
            <p:nvPr/>
          </p:nvSpPr>
          <p:spPr>
            <a:xfrm>
              <a:off x="7936787" y="4446541"/>
              <a:ext cx="207612" cy="184056"/>
            </a:xfrm>
            <a:custGeom>
              <a:rect b="b" l="l" r="r" t="t"/>
              <a:pathLst>
                <a:path extrusionOk="0" h="7009" w="7906">
                  <a:moveTo>
                    <a:pt x="7725" y="1"/>
                  </a:moveTo>
                  <a:cubicBezTo>
                    <a:pt x="7681" y="1"/>
                    <a:pt x="7638" y="18"/>
                    <a:pt x="7609" y="51"/>
                  </a:cubicBezTo>
                  <a:lnTo>
                    <a:pt x="3618" y="3860"/>
                  </a:lnTo>
                  <a:cubicBezTo>
                    <a:pt x="3532" y="3946"/>
                    <a:pt x="3417" y="3984"/>
                    <a:pt x="3293" y="3984"/>
                  </a:cubicBezTo>
                  <a:lnTo>
                    <a:pt x="3254" y="3984"/>
                  </a:lnTo>
                  <a:cubicBezTo>
                    <a:pt x="2996" y="3984"/>
                    <a:pt x="2785" y="3783"/>
                    <a:pt x="2785" y="3525"/>
                  </a:cubicBezTo>
                  <a:lnTo>
                    <a:pt x="2785" y="3056"/>
                  </a:lnTo>
                  <a:lnTo>
                    <a:pt x="1388" y="3056"/>
                  </a:lnTo>
                  <a:lnTo>
                    <a:pt x="1388" y="3525"/>
                  </a:lnTo>
                  <a:cubicBezTo>
                    <a:pt x="1388" y="3697"/>
                    <a:pt x="1292" y="3860"/>
                    <a:pt x="1139" y="3937"/>
                  </a:cubicBezTo>
                  <a:lnTo>
                    <a:pt x="383" y="4319"/>
                  </a:lnTo>
                  <a:cubicBezTo>
                    <a:pt x="144" y="4434"/>
                    <a:pt x="0" y="4674"/>
                    <a:pt x="0" y="4941"/>
                  </a:cubicBezTo>
                  <a:lnTo>
                    <a:pt x="0" y="6779"/>
                  </a:lnTo>
                  <a:cubicBezTo>
                    <a:pt x="0" y="6903"/>
                    <a:pt x="106" y="7009"/>
                    <a:pt x="230" y="7009"/>
                  </a:cubicBezTo>
                  <a:lnTo>
                    <a:pt x="3015" y="7009"/>
                  </a:lnTo>
                  <a:cubicBezTo>
                    <a:pt x="3149" y="7009"/>
                    <a:pt x="3254" y="6903"/>
                    <a:pt x="3254" y="6779"/>
                  </a:cubicBezTo>
                  <a:lnTo>
                    <a:pt x="3254" y="6004"/>
                  </a:lnTo>
                  <a:cubicBezTo>
                    <a:pt x="3254" y="5755"/>
                    <a:pt x="3350" y="5516"/>
                    <a:pt x="3522" y="5343"/>
                  </a:cubicBezTo>
                  <a:lnTo>
                    <a:pt x="7484" y="1391"/>
                  </a:lnTo>
                  <a:cubicBezTo>
                    <a:pt x="7590" y="1267"/>
                    <a:pt x="7638" y="1104"/>
                    <a:pt x="7599" y="941"/>
                  </a:cubicBezTo>
                  <a:lnTo>
                    <a:pt x="7513" y="616"/>
                  </a:lnTo>
                  <a:lnTo>
                    <a:pt x="7839" y="290"/>
                  </a:lnTo>
                  <a:cubicBezTo>
                    <a:pt x="7906" y="223"/>
                    <a:pt x="7906" y="118"/>
                    <a:pt x="7848" y="51"/>
                  </a:cubicBezTo>
                  <a:cubicBezTo>
                    <a:pt x="7815" y="18"/>
                    <a:pt x="7769" y="1"/>
                    <a:pt x="7725" y="1"/>
                  </a:cubicBezTo>
                  <a:close/>
                </a:path>
              </a:pathLst>
            </a:custGeom>
            <a:solidFill>
              <a:srgbClr val="ACBDC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547" name="Google Shape;14547;p43"/>
            <p:cNvSpPr/>
            <p:nvPr/>
          </p:nvSpPr>
          <p:spPr>
            <a:xfrm>
              <a:off x="7936787" y="4473747"/>
              <a:ext cx="189019" cy="156851"/>
            </a:xfrm>
            <a:custGeom>
              <a:rect b="b" l="l" r="r" t="t"/>
              <a:pathLst>
                <a:path extrusionOk="0" h="5973" w="7198">
                  <a:moveTo>
                    <a:pt x="6575" y="1"/>
                  </a:moveTo>
                  <a:lnTo>
                    <a:pt x="3618" y="2824"/>
                  </a:lnTo>
                  <a:cubicBezTo>
                    <a:pt x="3532" y="2910"/>
                    <a:pt x="3417" y="2948"/>
                    <a:pt x="3302" y="2948"/>
                  </a:cubicBezTo>
                  <a:lnTo>
                    <a:pt x="3254" y="2948"/>
                  </a:lnTo>
                  <a:cubicBezTo>
                    <a:pt x="3216" y="2948"/>
                    <a:pt x="3187" y="2948"/>
                    <a:pt x="3159" y="2939"/>
                  </a:cubicBezTo>
                  <a:cubicBezTo>
                    <a:pt x="2956" y="3411"/>
                    <a:pt x="2520" y="3648"/>
                    <a:pt x="2085" y="3648"/>
                  </a:cubicBezTo>
                  <a:cubicBezTo>
                    <a:pt x="1657" y="3648"/>
                    <a:pt x="1229" y="3419"/>
                    <a:pt x="1024" y="2958"/>
                  </a:cubicBezTo>
                  <a:lnTo>
                    <a:pt x="383" y="3283"/>
                  </a:lnTo>
                  <a:cubicBezTo>
                    <a:pt x="144" y="3398"/>
                    <a:pt x="0" y="3638"/>
                    <a:pt x="0" y="3905"/>
                  </a:cubicBezTo>
                  <a:lnTo>
                    <a:pt x="0" y="5743"/>
                  </a:lnTo>
                  <a:cubicBezTo>
                    <a:pt x="0" y="5867"/>
                    <a:pt x="106" y="5973"/>
                    <a:pt x="230" y="5973"/>
                  </a:cubicBezTo>
                  <a:lnTo>
                    <a:pt x="3015" y="5973"/>
                  </a:lnTo>
                  <a:cubicBezTo>
                    <a:pt x="3149" y="5973"/>
                    <a:pt x="3254" y="5867"/>
                    <a:pt x="3254" y="5743"/>
                  </a:cubicBezTo>
                  <a:lnTo>
                    <a:pt x="3254" y="4968"/>
                  </a:lnTo>
                  <a:cubicBezTo>
                    <a:pt x="3254" y="4719"/>
                    <a:pt x="3350" y="4480"/>
                    <a:pt x="3522" y="4307"/>
                  </a:cubicBezTo>
                  <a:lnTo>
                    <a:pt x="7197" y="632"/>
                  </a:lnTo>
                  <a:lnTo>
                    <a:pt x="6575" y="1"/>
                  </a:lnTo>
                  <a:close/>
                </a:path>
              </a:pathLst>
            </a:custGeom>
            <a:solidFill>
              <a:srgbClr val="BCC4C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548" name="Google Shape;14548;p43"/>
            <p:cNvSpPr/>
            <p:nvPr/>
          </p:nvSpPr>
          <p:spPr>
            <a:xfrm>
              <a:off x="7971976" y="4526792"/>
              <a:ext cx="39232" cy="21875"/>
            </a:xfrm>
            <a:custGeom>
              <a:rect b="b" l="l" r="r" t="t"/>
              <a:pathLst>
                <a:path extrusionOk="0" h="833" w="1494">
                  <a:moveTo>
                    <a:pt x="48" y="0"/>
                  </a:moveTo>
                  <a:lnTo>
                    <a:pt x="48" y="469"/>
                  </a:lnTo>
                  <a:cubicBezTo>
                    <a:pt x="48" y="536"/>
                    <a:pt x="39" y="613"/>
                    <a:pt x="0" y="670"/>
                  </a:cubicBezTo>
                  <a:cubicBezTo>
                    <a:pt x="240" y="775"/>
                    <a:pt x="488" y="833"/>
                    <a:pt x="747" y="833"/>
                  </a:cubicBezTo>
                  <a:cubicBezTo>
                    <a:pt x="1005" y="833"/>
                    <a:pt x="1264" y="775"/>
                    <a:pt x="1493" y="670"/>
                  </a:cubicBezTo>
                  <a:cubicBezTo>
                    <a:pt x="1465" y="613"/>
                    <a:pt x="1445" y="536"/>
                    <a:pt x="1445" y="469"/>
                  </a:cubicBezTo>
                  <a:lnTo>
                    <a:pt x="1445" y="0"/>
                  </a:lnTo>
                  <a:close/>
                </a:path>
              </a:pathLst>
            </a:custGeom>
            <a:solidFill>
              <a:srgbClr val="96ABB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549" name="Google Shape;14549;p43"/>
            <p:cNvSpPr/>
            <p:nvPr/>
          </p:nvSpPr>
          <p:spPr>
            <a:xfrm>
              <a:off x="7954880" y="4476661"/>
              <a:ext cx="73160" cy="59952"/>
            </a:xfrm>
            <a:custGeom>
              <a:rect b="b" l="l" r="r" t="t"/>
              <a:pathLst>
                <a:path extrusionOk="0" h="2283" w="2786">
                  <a:moveTo>
                    <a:pt x="1074" y="1"/>
                  </a:moveTo>
                  <a:cubicBezTo>
                    <a:pt x="983" y="1"/>
                    <a:pt x="895" y="49"/>
                    <a:pt x="862" y="139"/>
                  </a:cubicBezTo>
                  <a:cubicBezTo>
                    <a:pt x="785" y="292"/>
                    <a:pt x="670" y="435"/>
                    <a:pt x="536" y="550"/>
                  </a:cubicBezTo>
                  <a:cubicBezTo>
                    <a:pt x="412" y="665"/>
                    <a:pt x="278" y="761"/>
                    <a:pt x="125" y="828"/>
                  </a:cubicBezTo>
                  <a:cubicBezTo>
                    <a:pt x="48" y="876"/>
                    <a:pt x="1" y="971"/>
                    <a:pt x="10" y="1067"/>
                  </a:cubicBezTo>
                  <a:cubicBezTo>
                    <a:pt x="96" y="1766"/>
                    <a:pt x="690" y="2282"/>
                    <a:pt x="1388" y="2282"/>
                  </a:cubicBezTo>
                  <a:cubicBezTo>
                    <a:pt x="2116" y="2282"/>
                    <a:pt x="2718" y="1727"/>
                    <a:pt x="2776" y="1000"/>
                  </a:cubicBezTo>
                  <a:cubicBezTo>
                    <a:pt x="2785" y="933"/>
                    <a:pt x="2747" y="866"/>
                    <a:pt x="2699" y="818"/>
                  </a:cubicBezTo>
                  <a:cubicBezTo>
                    <a:pt x="2240" y="435"/>
                    <a:pt x="1704" y="158"/>
                    <a:pt x="1120" y="5"/>
                  </a:cubicBezTo>
                  <a:cubicBezTo>
                    <a:pt x="1105" y="2"/>
                    <a:pt x="1090" y="1"/>
                    <a:pt x="1074" y="1"/>
                  </a:cubicBezTo>
                  <a:close/>
                </a:path>
              </a:pathLst>
            </a:custGeom>
            <a:solidFill>
              <a:srgbClr val="BECBD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550" name="Google Shape;14550;p43"/>
            <p:cNvSpPr/>
            <p:nvPr/>
          </p:nvSpPr>
          <p:spPr>
            <a:xfrm>
              <a:off x="7954880" y="4476583"/>
              <a:ext cx="73423" cy="59531"/>
            </a:xfrm>
            <a:custGeom>
              <a:rect b="b" l="l" r="r" t="t"/>
              <a:pathLst>
                <a:path extrusionOk="0" h="2267" w="2796">
                  <a:moveTo>
                    <a:pt x="1065" y="0"/>
                  </a:moveTo>
                  <a:cubicBezTo>
                    <a:pt x="980" y="0"/>
                    <a:pt x="901" y="53"/>
                    <a:pt x="862" y="132"/>
                  </a:cubicBezTo>
                  <a:cubicBezTo>
                    <a:pt x="804" y="247"/>
                    <a:pt x="737" y="352"/>
                    <a:pt x="651" y="448"/>
                  </a:cubicBezTo>
                  <a:cubicBezTo>
                    <a:pt x="613" y="486"/>
                    <a:pt x="584" y="515"/>
                    <a:pt x="546" y="553"/>
                  </a:cubicBezTo>
                  <a:cubicBezTo>
                    <a:pt x="422" y="658"/>
                    <a:pt x="278" y="754"/>
                    <a:pt x="135" y="831"/>
                  </a:cubicBezTo>
                  <a:cubicBezTo>
                    <a:pt x="48" y="879"/>
                    <a:pt x="1" y="974"/>
                    <a:pt x="10" y="1070"/>
                  </a:cubicBezTo>
                  <a:cubicBezTo>
                    <a:pt x="96" y="1682"/>
                    <a:pt x="575" y="2171"/>
                    <a:pt x="1187" y="2266"/>
                  </a:cubicBezTo>
                  <a:cubicBezTo>
                    <a:pt x="871" y="2075"/>
                    <a:pt x="680" y="1730"/>
                    <a:pt x="699" y="1357"/>
                  </a:cubicBezTo>
                  <a:lnTo>
                    <a:pt x="699" y="1022"/>
                  </a:lnTo>
                  <a:cubicBezTo>
                    <a:pt x="757" y="984"/>
                    <a:pt x="804" y="946"/>
                    <a:pt x="862" y="907"/>
                  </a:cubicBezTo>
                  <a:cubicBezTo>
                    <a:pt x="986" y="792"/>
                    <a:pt x="1101" y="658"/>
                    <a:pt x="1187" y="515"/>
                  </a:cubicBezTo>
                  <a:cubicBezTo>
                    <a:pt x="1637" y="649"/>
                    <a:pt x="2049" y="879"/>
                    <a:pt x="2403" y="1175"/>
                  </a:cubicBezTo>
                  <a:cubicBezTo>
                    <a:pt x="2441" y="1214"/>
                    <a:pt x="2556" y="1309"/>
                    <a:pt x="2680" y="1434"/>
                  </a:cubicBezTo>
                  <a:cubicBezTo>
                    <a:pt x="2738" y="1300"/>
                    <a:pt x="2776" y="1156"/>
                    <a:pt x="2785" y="1013"/>
                  </a:cubicBezTo>
                  <a:cubicBezTo>
                    <a:pt x="2795" y="936"/>
                    <a:pt x="2757" y="859"/>
                    <a:pt x="2699" y="821"/>
                  </a:cubicBezTo>
                  <a:cubicBezTo>
                    <a:pt x="2240" y="429"/>
                    <a:pt x="1704" y="161"/>
                    <a:pt x="1120" y="8"/>
                  </a:cubicBezTo>
                  <a:cubicBezTo>
                    <a:pt x="1102" y="3"/>
                    <a:pt x="1083" y="0"/>
                    <a:pt x="1065" y="0"/>
                  </a:cubicBezTo>
                  <a:close/>
                </a:path>
              </a:pathLst>
            </a:custGeom>
            <a:solidFill>
              <a:srgbClr val="ACBDC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551" name="Google Shape;14551;p43"/>
            <p:cNvSpPr/>
            <p:nvPr/>
          </p:nvSpPr>
          <p:spPr>
            <a:xfrm>
              <a:off x="7936787" y="4566234"/>
              <a:ext cx="24396" cy="64363"/>
            </a:xfrm>
            <a:custGeom>
              <a:rect b="b" l="l" r="r" t="t"/>
              <a:pathLst>
                <a:path extrusionOk="0" h="2451" w="929">
                  <a:moveTo>
                    <a:pt x="106" y="1"/>
                  </a:moveTo>
                  <a:cubicBezTo>
                    <a:pt x="39" y="116"/>
                    <a:pt x="0" y="249"/>
                    <a:pt x="0" y="383"/>
                  </a:cubicBezTo>
                  <a:lnTo>
                    <a:pt x="0" y="2221"/>
                  </a:lnTo>
                  <a:cubicBezTo>
                    <a:pt x="0" y="2345"/>
                    <a:pt x="106" y="2451"/>
                    <a:pt x="230" y="2451"/>
                  </a:cubicBezTo>
                  <a:lnTo>
                    <a:pt x="929" y="2451"/>
                  </a:lnTo>
                  <a:lnTo>
                    <a:pt x="929" y="1207"/>
                  </a:lnTo>
                  <a:cubicBezTo>
                    <a:pt x="929" y="967"/>
                    <a:pt x="833" y="728"/>
                    <a:pt x="661" y="556"/>
                  </a:cubicBezTo>
                  <a:lnTo>
                    <a:pt x="106" y="1"/>
                  </a:lnTo>
                  <a:close/>
                </a:path>
              </a:pathLst>
            </a:custGeom>
            <a:solidFill>
              <a:srgbClr val="D2DBE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552" name="Google Shape;14552;p43"/>
            <p:cNvSpPr/>
            <p:nvPr/>
          </p:nvSpPr>
          <p:spPr>
            <a:xfrm>
              <a:off x="8150150" y="4337799"/>
              <a:ext cx="109846" cy="109846"/>
            </a:xfrm>
            <a:custGeom>
              <a:rect b="b" l="l" r="r" t="t"/>
              <a:pathLst>
                <a:path extrusionOk="0" h="4183" w="4183">
                  <a:moveTo>
                    <a:pt x="2097" y="0"/>
                  </a:moveTo>
                  <a:cubicBezTo>
                    <a:pt x="939" y="0"/>
                    <a:pt x="1" y="929"/>
                    <a:pt x="1" y="2087"/>
                  </a:cubicBezTo>
                  <a:cubicBezTo>
                    <a:pt x="1" y="3245"/>
                    <a:pt x="939" y="4183"/>
                    <a:pt x="2097" y="4183"/>
                  </a:cubicBezTo>
                  <a:cubicBezTo>
                    <a:pt x="3255" y="4183"/>
                    <a:pt x="4183" y="3245"/>
                    <a:pt x="4183" y="2087"/>
                  </a:cubicBezTo>
                  <a:cubicBezTo>
                    <a:pt x="4183" y="929"/>
                    <a:pt x="3255" y="0"/>
                    <a:pt x="2097" y="0"/>
                  </a:cubicBez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553" name="Google Shape;14553;p43"/>
            <p:cNvSpPr/>
            <p:nvPr/>
          </p:nvSpPr>
          <p:spPr>
            <a:xfrm>
              <a:off x="8168505" y="4355892"/>
              <a:ext cx="73397" cy="73397"/>
            </a:xfrm>
            <a:custGeom>
              <a:rect b="b" l="l" r="r" t="t"/>
              <a:pathLst>
                <a:path extrusionOk="0" h="2795" w="2795">
                  <a:moveTo>
                    <a:pt x="1398" y="0"/>
                  </a:moveTo>
                  <a:cubicBezTo>
                    <a:pt x="632" y="0"/>
                    <a:pt x="0" y="632"/>
                    <a:pt x="0" y="1398"/>
                  </a:cubicBezTo>
                  <a:cubicBezTo>
                    <a:pt x="0" y="2173"/>
                    <a:pt x="632" y="2795"/>
                    <a:pt x="1398" y="2795"/>
                  </a:cubicBezTo>
                  <a:cubicBezTo>
                    <a:pt x="2163" y="2795"/>
                    <a:pt x="2795" y="2173"/>
                    <a:pt x="2795" y="1398"/>
                  </a:cubicBezTo>
                  <a:cubicBezTo>
                    <a:pt x="2795" y="632"/>
                    <a:pt x="2163" y="0"/>
                    <a:pt x="1398" y="0"/>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554" name="Google Shape;14554;p43"/>
            <p:cNvSpPr/>
            <p:nvPr/>
          </p:nvSpPr>
          <p:spPr>
            <a:xfrm>
              <a:off x="8022237" y="4473747"/>
              <a:ext cx="103569" cy="130460"/>
            </a:xfrm>
            <a:custGeom>
              <a:rect b="b" l="l" r="r" t="t"/>
              <a:pathLst>
                <a:path extrusionOk="0" h="4968" w="3944">
                  <a:moveTo>
                    <a:pt x="3321" y="1"/>
                  </a:moveTo>
                  <a:lnTo>
                    <a:pt x="680" y="2527"/>
                  </a:lnTo>
                  <a:cubicBezTo>
                    <a:pt x="469" y="2719"/>
                    <a:pt x="307" y="2958"/>
                    <a:pt x="192" y="3226"/>
                  </a:cubicBezTo>
                  <a:cubicBezTo>
                    <a:pt x="67" y="3504"/>
                    <a:pt x="0" y="3810"/>
                    <a:pt x="0" y="4116"/>
                  </a:cubicBezTo>
                  <a:lnTo>
                    <a:pt x="0" y="4968"/>
                  </a:lnTo>
                  <a:cubicBezTo>
                    <a:pt x="0" y="4719"/>
                    <a:pt x="96" y="4480"/>
                    <a:pt x="268" y="4307"/>
                  </a:cubicBezTo>
                  <a:lnTo>
                    <a:pt x="3943" y="632"/>
                  </a:lnTo>
                  <a:lnTo>
                    <a:pt x="3321" y="1"/>
                  </a:lnTo>
                  <a:close/>
                </a:path>
              </a:pathLst>
            </a:custGeom>
            <a:solidFill>
              <a:srgbClr val="D2DBE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555" name="Google Shape;14555;p43"/>
            <p:cNvSpPr/>
            <p:nvPr/>
          </p:nvSpPr>
          <p:spPr>
            <a:xfrm>
              <a:off x="8186835" y="4374221"/>
              <a:ext cx="36738" cy="36738"/>
            </a:xfrm>
            <a:custGeom>
              <a:rect b="b" l="l" r="r" t="t"/>
              <a:pathLst>
                <a:path extrusionOk="0" h="1399" w="1399">
                  <a:moveTo>
                    <a:pt x="700" y="1"/>
                  </a:moveTo>
                  <a:cubicBezTo>
                    <a:pt x="317" y="1"/>
                    <a:pt x="1" y="317"/>
                    <a:pt x="1" y="700"/>
                  </a:cubicBezTo>
                  <a:cubicBezTo>
                    <a:pt x="1" y="1082"/>
                    <a:pt x="317" y="1398"/>
                    <a:pt x="700" y="1398"/>
                  </a:cubicBezTo>
                  <a:cubicBezTo>
                    <a:pt x="1082" y="1398"/>
                    <a:pt x="1398" y="1082"/>
                    <a:pt x="1398" y="700"/>
                  </a:cubicBezTo>
                  <a:cubicBezTo>
                    <a:pt x="1398" y="317"/>
                    <a:pt x="1082" y="1"/>
                    <a:pt x="700" y="1"/>
                  </a:cubicBez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556" name="Google Shape;14556;p43"/>
            <p:cNvSpPr/>
            <p:nvPr/>
          </p:nvSpPr>
          <p:spPr>
            <a:xfrm>
              <a:off x="8196893" y="4319285"/>
              <a:ext cx="84111" cy="79594"/>
            </a:xfrm>
            <a:custGeom>
              <a:rect b="b" l="l" r="r" t="t"/>
              <a:pathLst>
                <a:path extrusionOk="0" h="3031" w="3203">
                  <a:moveTo>
                    <a:pt x="2873" y="0"/>
                  </a:moveTo>
                  <a:cubicBezTo>
                    <a:pt x="2818" y="0"/>
                    <a:pt x="2761" y="22"/>
                    <a:pt x="2709" y="74"/>
                  </a:cubicBezTo>
                  <a:lnTo>
                    <a:pt x="154" y="2629"/>
                  </a:lnTo>
                  <a:cubicBezTo>
                    <a:pt x="1" y="2772"/>
                    <a:pt x="106" y="3031"/>
                    <a:pt x="317" y="3031"/>
                  </a:cubicBezTo>
                  <a:cubicBezTo>
                    <a:pt x="374" y="3031"/>
                    <a:pt x="441" y="3002"/>
                    <a:pt x="479" y="2954"/>
                  </a:cubicBezTo>
                  <a:lnTo>
                    <a:pt x="3035" y="399"/>
                  </a:lnTo>
                  <a:cubicBezTo>
                    <a:pt x="3203" y="231"/>
                    <a:pt x="3052" y="0"/>
                    <a:pt x="2873" y="0"/>
                  </a:cubicBezTo>
                  <a:close/>
                </a:path>
              </a:pathLst>
            </a:custGeom>
            <a:solidFill>
              <a:srgbClr val="909FA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557" name="Google Shape;14557;p43"/>
            <p:cNvSpPr/>
            <p:nvPr/>
          </p:nvSpPr>
          <p:spPr>
            <a:xfrm>
              <a:off x="8243635" y="4322095"/>
              <a:ext cx="38734" cy="32063"/>
            </a:xfrm>
            <a:custGeom>
              <a:rect b="b" l="l" r="r" t="t"/>
              <a:pathLst>
                <a:path extrusionOk="0" h="1221" w="1475">
                  <a:moveTo>
                    <a:pt x="477" y="1"/>
                  </a:moveTo>
                  <a:cubicBezTo>
                    <a:pt x="286" y="1"/>
                    <a:pt x="97" y="107"/>
                    <a:pt x="1" y="292"/>
                  </a:cubicBezTo>
                  <a:lnTo>
                    <a:pt x="1" y="991"/>
                  </a:lnTo>
                  <a:cubicBezTo>
                    <a:pt x="1" y="1115"/>
                    <a:pt x="106" y="1220"/>
                    <a:pt x="240" y="1220"/>
                  </a:cubicBezTo>
                  <a:lnTo>
                    <a:pt x="939" y="1220"/>
                  </a:lnTo>
                  <a:cubicBezTo>
                    <a:pt x="1063" y="1220"/>
                    <a:pt x="1168" y="1115"/>
                    <a:pt x="1168" y="991"/>
                  </a:cubicBezTo>
                  <a:cubicBezTo>
                    <a:pt x="1475" y="991"/>
                    <a:pt x="1475" y="522"/>
                    <a:pt x="1168" y="522"/>
                  </a:cubicBezTo>
                  <a:lnTo>
                    <a:pt x="699" y="522"/>
                  </a:lnTo>
                  <a:lnTo>
                    <a:pt x="699" y="53"/>
                  </a:lnTo>
                  <a:cubicBezTo>
                    <a:pt x="629" y="17"/>
                    <a:pt x="553" y="1"/>
                    <a:pt x="477" y="1"/>
                  </a:cubicBez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558" name="Google Shape;14558;p43"/>
            <p:cNvSpPr/>
            <p:nvPr/>
          </p:nvSpPr>
          <p:spPr>
            <a:xfrm>
              <a:off x="8217822" y="4319312"/>
              <a:ext cx="61291" cy="58245"/>
            </a:xfrm>
            <a:custGeom>
              <a:rect b="b" l="l" r="r" t="t"/>
              <a:pathLst>
                <a:path extrusionOk="0" h="2218" w="2334">
                  <a:moveTo>
                    <a:pt x="2075" y="1"/>
                  </a:moveTo>
                  <a:cubicBezTo>
                    <a:pt x="2015" y="1"/>
                    <a:pt x="1955" y="25"/>
                    <a:pt x="1912" y="73"/>
                  </a:cubicBezTo>
                  <a:lnTo>
                    <a:pt x="170" y="1814"/>
                  </a:lnTo>
                  <a:cubicBezTo>
                    <a:pt x="0" y="1985"/>
                    <a:pt x="156" y="2217"/>
                    <a:pt x="337" y="2217"/>
                  </a:cubicBezTo>
                  <a:cubicBezTo>
                    <a:pt x="390" y="2217"/>
                    <a:pt x="446" y="2197"/>
                    <a:pt x="496" y="2149"/>
                  </a:cubicBezTo>
                  <a:lnTo>
                    <a:pt x="2238" y="398"/>
                  </a:lnTo>
                  <a:cubicBezTo>
                    <a:pt x="2333" y="312"/>
                    <a:pt x="2333" y="159"/>
                    <a:pt x="2238" y="73"/>
                  </a:cubicBezTo>
                  <a:cubicBezTo>
                    <a:pt x="2194" y="25"/>
                    <a:pt x="2135" y="1"/>
                    <a:pt x="2075" y="1"/>
                  </a:cubicBezTo>
                  <a:close/>
                </a:path>
              </a:pathLst>
            </a:custGeom>
            <a:solidFill>
              <a:srgbClr val="4B637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4559" name="Google Shape;14559;p43"/>
          <p:cNvGrpSpPr/>
          <p:nvPr/>
        </p:nvGrpSpPr>
        <p:grpSpPr>
          <a:xfrm>
            <a:off x="4886058" y="1813490"/>
            <a:ext cx="388569" cy="388307"/>
            <a:chOff x="4886058" y="1965890"/>
            <a:chExt cx="388569" cy="388307"/>
          </a:xfrm>
        </p:grpSpPr>
        <p:sp>
          <p:nvSpPr>
            <p:cNvPr id="14560" name="Google Shape;14560;p43"/>
            <p:cNvSpPr/>
            <p:nvPr/>
          </p:nvSpPr>
          <p:spPr>
            <a:xfrm>
              <a:off x="4886058" y="1965890"/>
              <a:ext cx="388569" cy="388307"/>
            </a:xfrm>
            <a:custGeom>
              <a:rect b="b" l="l" r="r" t="t"/>
              <a:pathLst>
                <a:path extrusionOk="0" h="14787" w="14797">
                  <a:moveTo>
                    <a:pt x="7398" y="0"/>
                  </a:moveTo>
                  <a:cubicBezTo>
                    <a:pt x="3312" y="0"/>
                    <a:pt x="1" y="3312"/>
                    <a:pt x="1" y="7398"/>
                  </a:cubicBezTo>
                  <a:cubicBezTo>
                    <a:pt x="1" y="11475"/>
                    <a:pt x="3312" y="14786"/>
                    <a:pt x="7398" y="14786"/>
                  </a:cubicBezTo>
                  <a:cubicBezTo>
                    <a:pt x="11485" y="14786"/>
                    <a:pt x="14796" y="11475"/>
                    <a:pt x="14796" y="7398"/>
                  </a:cubicBezTo>
                  <a:cubicBezTo>
                    <a:pt x="14796" y="3312"/>
                    <a:pt x="11485" y="0"/>
                    <a:pt x="7398" y="0"/>
                  </a:cubicBezTo>
                  <a:close/>
                </a:path>
              </a:pathLst>
            </a:custGeom>
            <a:solidFill>
              <a:srgbClr val="72869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561" name="Google Shape;14561;p43"/>
            <p:cNvSpPr/>
            <p:nvPr/>
          </p:nvSpPr>
          <p:spPr>
            <a:xfrm>
              <a:off x="4896352" y="1992150"/>
              <a:ext cx="368218" cy="335787"/>
            </a:xfrm>
            <a:custGeom>
              <a:rect b="b" l="l" r="r" t="t"/>
              <a:pathLst>
                <a:path extrusionOk="0" h="12787" w="14022">
                  <a:moveTo>
                    <a:pt x="7008" y="0"/>
                  </a:moveTo>
                  <a:cubicBezTo>
                    <a:pt x="5356" y="0"/>
                    <a:pt x="3705" y="618"/>
                    <a:pt x="2470" y="1852"/>
                  </a:cubicBezTo>
                  <a:cubicBezTo>
                    <a:pt x="1" y="4331"/>
                    <a:pt x="1" y="8465"/>
                    <a:pt x="2470" y="10934"/>
                  </a:cubicBezTo>
                  <a:cubicBezTo>
                    <a:pt x="3705" y="12169"/>
                    <a:pt x="5356" y="12786"/>
                    <a:pt x="7008" y="12786"/>
                  </a:cubicBezTo>
                  <a:cubicBezTo>
                    <a:pt x="8660" y="12786"/>
                    <a:pt x="10313" y="12169"/>
                    <a:pt x="11552" y="10934"/>
                  </a:cubicBezTo>
                  <a:cubicBezTo>
                    <a:pt x="14021" y="8465"/>
                    <a:pt x="14021" y="4331"/>
                    <a:pt x="11552" y="1852"/>
                  </a:cubicBezTo>
                  <a:cubicBezTo>
                    <a:pt x="10313" y="618"/>
                    <a:pt x="8660" y="0"/>
                    <a:pt x="7008" y="0"/>
                  </a:cubicBezTo>
                  <a:close/>
                </a:path>
              </a:pathLst>
            </a:custGeom>
            <a:solidFill>
              <a:srgbClr val="ECF0F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562" name="Google Shape;14562;p43"/>
            <p:cNvSpPr/>
            <p:nvPr/>
          </p:nvSpPr>
          <p:spPr>
            <a:xfrm>
              <a:off x="5056958" y="1992072"/>
              <a:ext cx="207612" cy="336102"/>
            </a:xfrm>
            <a:custGeom>
              <a:rect b="b" l="l" r="r" t="t"/>
              <a:pathLst>
                <a:path extrusionOk="0" h="12799" w="7906">
                  <a:moveTo>
                    <a:pt x="911" y="0"/>
                  </a:moveTo>
                  <a:cubicBezTo>
                    <a:pt x="609" y="0"/>
                    <a:pt x="304" y="22"/>
                    <a:pt x="0" y="66"/>
                  </a:cubicBezTo>
                  <a:cubicBezTo>
                    <a:pt x="1379" y="247"/>
                    <a:pt x="2661" y="879"/>
                    <a:pt x="3647" y="1855"/>
                  </a:cubicBezTo>
                  <a:cubicBezTo>
                    <a:pt x="6116" y="4334"/>
                    <a:pt x="6116" y="8468"/>
                    <a:pt x="3647" y="10937"/>
                  </a:cubicBezTo>
                  <a:cubicBezTo>
                    <a:pt x="2661" y="11923"/>
                    <a:pt x="1379" y="12545"/>
                    <a:pt x="0" y="12737"/>
                  </a:cubicBezTo>
                  <a:cubicBezTo>
                    <a:pt x="299" y="12778"/>
                    <a:pt x="599" y="12799"/>
                    <a:pt x="896" y="12799"/>
                  </a:cubicBezTo>
                  <a:cubicBezTo>
                    <a:pt x="2582" y="12799"/>
                    <a:pt x="4216" y="12141"/>
                    <a:pt x="5436" y="10937"/>
                  </a:cubicBezTo>
                  <a:cubicBezTo>
                    <a:pt x="7905" y="8468"/>
                    <a:pt x="7905" y="4334"/>
                    <a:pt x="5436" y="1855"/>
                  </a:cubicBezTo>
                  <a:cubicBezTo>
                    <a:pt x="4220" y="663"/>
                    <a:pt x="2591" y="0"/>
                    <a:pt x="911" y="0"/>
                  </a:cubicBez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563" name="Google Shape;14563;p43"/>
            <p:cNvSpPr/>
            <p:nvPr/>
          </p:nvSpPr>
          <p:spPr>
            <a:xfrm>
              <a:off x="5074158" y="1993647"/>
              <a:ext cx="12342" cy="39364"/>
            </a:xfrm>
            <a:custGeom>
              <a:rect b="b" l="l" r="r" t="t"/>
              <a:pathLst>
                <a:path extrusionOk="0" h="1499" w="470">
                  <a:moveTo>
                    <a:pt x="235" y="1"/>
                  </a:moveTo>
                  <a:cubicBezTo>
                    <a:pt x="118" y="1"/>
                    <a:pt x="1" y="82"/>
                    <a:pt x="15" y="245"/>
                  </a:cubicBezTo>
                  <a:lnTo>
                    <a:pt x="15" y="1278"/>
                  </a:lnTo>
                  <a:cubicBezTo>
                    <a:pt x="15" y="1403"/>
                    <a:pt x="111" y="1499"/>
                    <a:pt x="235" y="1499"/>
                  </a:cubicBezTo>
                  <a:cubicBezTo>
                    <a:pt x="360" y="1499"/>
                    <a:pt x="456" y="1403"/>
                    <a:pt x="456" y="1278"/>
                  </a:cubicBezTo>
                  <a:lnTo>
                    <a:pt x="456" y="245"/>
                  </a:lnTo>
                  <a:cubicBezTo>
                    <a:pt x="470" y="82"/>
                    <a:pt x="353" y="1"/>
                    <a:pt x="235" y="1"/>
                  </a:cubicBezTo>
                  <a:close/>
                </a:path>
              </a:pathLst>
            </a:custGeom>
            <a:solidFill>
              <a:srgbClr val="72869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564" name="Google Shape;14564;p43"/>
            <p:cNvSpPr/>
            <p:nvPr/>
          </p:nvSpPr>
          <p:spPr>
            <a:xfrm>
              <a:off x="5074158" y="2286866"/>
              <a:ext cx="12342" cy="39416"/>
            </a:xfrm>
            <a:custGeom>
              <a:rect b="b" l="l" r="r" t="t"/>
              <a:pathLst>
                <a:path extrusionOk="0" h="1501" w="470">
                  <a:moveTo>
                    <a:pt x="235" y="1"/>
                  </a:moveTo>
                  <a:cubicBezTo>
                    <a:pt x="118" y="1"/>
                    <a:pt x="1" y="80"/>
                    <a:pt x="15" y="238"/>
                  </a:cubicBezTo>
                  <a:lnTo>
                    <a:pt x="15" y="1271"/>
                  </a:lnTo>
                  <a:cubicBezTo>
                    <a:pt x="15" y="1396"/>
                    <a:pt x="111" y="1501"/>
                    <a:pt x="235" y="1501"/>
                  </a:cubicBezTo>
                  <a:cubicBezTo>
                    <a:pt x="360" y="1491"/>
                    <a:pt x="456" y="1396"/>
                    <a:pt x="456" y="1271"/>
                  </a:cubicBezTo>
                  <a:lnTo>
                    <a:pt x="456" y="238"/>
                  </a:lnTo>
                  <a:cubicBezTo>
                    <a:pt x="470" y="80"/>
                    <a:pt x="353" y="1"/>
                    <a:pt x="235" y="1"/>
                  </a:cubicBezTo>
                  <a:close/>
                </a:path>
              </a:pathLst>
            </a:custGeom>
            <a:solidFill>
              <a:srgbClr val="72869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565" name="Google Shape;14565;p43"/>
            <p:cNvSpPr/>
            <p:nvPr/>
          </p:nvSpPr>
          <p:spPr>
            <a:xfrm>
              <a:off x="5205984" y="2153597"/>
              <a:ext cx="42515" cy="11633"/>
            </a:xfrm>
            <a:custGeom>
              <a:rect b="b" l="l" r="r" t="t"/>
              <a:pathLst>
                <a:path extrusionOk="0" h="443" w="1619">
                  <a:moveTo>
                    <a:pt x="1338" y="0"/>
                  </a:moveTo>
                  <a:cubicBezTo>
                    <a:pt x="1329" y="0"/>
                    <a:pt x="1321" y="0"/>
                    <a:pt x="1312" y="1"/>
                  </a:cubicBezTo>
                  <a:lnTo>
                    <a:pt x="278" y="1"/>
                  </a:lnTo>
                  <a:cubicBezTo>
                    <a:pt x="1" y="20"/>
                    <a:pt x="1" y="422"/>
                    <a:pt x="278" y="441"/>
                  </a:cubicBezTo>
                  <a:lnTo>
                    <a:pt x="1312" y="441"/>
                  </a:lnTo>
                  <a:cubicBezTo>
                    <a:pt x="1321" y="442"/>
                    <a:pt x="1329" y="443"/>
                    <a:pt x="1338" y="443"/>
                  </a:cubicBezTo>
                  <a:cubicBezTo>
                    <a:pt x="1619" y="443"/>
                    <a:pt x="1619" y="0"/>
                    <a:pt x="1338" y="0"/>
                  </a:cubicBezTo>
                  <a:close/>
                </a:path>
              </a:pathLst>
            </a:custGeom>
            <a:solidFill>
              <a:srgbClr val="72869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566" name="Google Shape;14566;p43"/>
            <p:cNvSpPr/>
            <p:nvPr/>
          </p:nvSpPr>
          <p:spPr>
            <a:xfrm>
              <a:off x="4912948" y="2153623"/>
              <a:ext cx="41753" cy="11581"/>
            </a:xfrm>
            <a:custGeom>
              <a:rect b="b" l="l" r="r" t="t"/>
              <a:pathLst>
                <a:path extrusionOk="0" h="441" w="1590">
                  <a:moveTo>
                    <a:pt x="278" y="0"/>
                  </a:moveTo>
                  <a:cubicBezTo>
                    <a:pt x="1" y="19"/>
                    <a:pt x="1" y="421"/>
                    <a:pt x="278" y="440"/>
                  </a:cubicBezTo>
                  <a:lnTo>
                    <a:pt x="1312" y="440"/>
                  </a:lnTo>
                  <a:cubicBezTo>
                    <a:pt x="1589" y="421"/>
                    <a:pt x="1589" y="19"/>
                    <a:pt x="1312" y="0"/>
                  </a:cubicBezTo>
                  <a:close/>
                </a:path>
              </a:pathLst>
            </a:custGeom>
            <a:solidFill>
              <a:srgbClr val="72869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567" name="Google Shape;14567;p43"/>
            <p:cNvSpPr/>
            <p:nvPr/>
          </p:nvSpPr>
          <p:spPr>
            <a:xfrm>
              <a:off x="5002101" y="2140808"/>
              <a:ext cx="97608" cy="96400"/>
            </a:xfrm>
            <a:custGeom>
              <a:rect b="b" l="l" r="r" t="t"/>
              <a:pathLst>
                <a:path extrusionOk="0" h="3671" w="3717">
                  <a:moveTo>
                    <a:pt x="2243" y="0"/>
                  </a:moveTo>
                  <a:lnTo>
                    <a:pt x="70" y="3436"/>
                  </a:lnTo>
                  <a:cubicBezTo>
                    <a:pt x="1" y="3544"/>
                    <a:pt x="93" y="3670"/>
                    <a:pt x="201" y="3670"/>
                  </a:cubicBezTo>
                  <a:cubicBezTo>
                    <a:pt x="228" y="3670"/>
                    <a:pt x="255" y="3663"/>
                    <a:pt x="281" y="3646"/>
                  </a:cubicBezTo>
                  <a:lnTo>
                    <a:pt x="3716" y="1474"/>
                  </a:lnTo>
                  <a:lnTo>
                    <a:pt x="2243" y="0"/>
                  </a:ln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568" name="Google Shape;14568;p43"/>
            <p:cNvSpPr/>
            <p:nvPr/>
          </p:nvSpPr>
          <p:spPr>
            <a:xfrm>
              <a:off x="5002101" y="2165177"/>
              <a:ext cx="97608" cy="72031"/>
            </a:xfrm>
            <a:custGeom>
              <a:rect b="b" l="l" r="r" t="t"/>
              <a:pathLst>
                <a:path extrusionOk="0" h="2743" w="3717">
                  <a:moveTo>
                    <a:pt x="3171" y="0"/>
                  </a:moveTo>
                  <a:lnTo>
                    <a:pt x="654" y="1580"/>
                  </a:lnTo>
                  <a:lnTo>
                    <a:pt x="70" y="2508"/>
                  </a:lnTo>
                  <a:cubicBezTo>
                    <a:pt x="1" y="2616"/>
                    <a:pt x="93" y="2742"/>
                    <a:pt x="201" y="2742"/>
                  </a:cubicBezTo>
                  <a:cubicBezTo>
                    <a:pt x="228" y="2742"/>
                    <a:pt x="255" y="2735"/>
                    <a:pt x="281" y="2718"/>
                  </a:cubicBezTo>
                  <a:lnTo>
                    <a:pt x="3716" y="546"/>
                  </a:lnTo>
                  <a:lnTo>
                    <a:pt x="3171" y="0"/>
                  </a:ln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569" name="Google Shape;14569;p43"/>
            <p:cNvSpPr/>
            <p:nvPr/>
          </p:nvSpPr>
          <p:spPr>
            <a:xfrm>
              <a:off x="5061238" y="2082984"/>
              <a:ext cx="97503" cy="96532"/>
            </a:xfrm>
            <a:custGeom>
              <a:rect b="b" l="l" r="r" t="t"/>
              <a:pathLst>
                <a:path extrusionOk="0" h="3676" w="3713">
                  <a:moveTo>
                    <a:pt x="3521" y="1"/>
                  </a:moveTo>
                  <a:cubicBezTo>
                    <a:pt x="3493" y="1"/>
                    <a:pt x="3464" y="10"/>
                    <a:pt x="3436" y="30"/>
                  </a:cubicBezTo>
                  <a:lnTo>
                    <a:pt x="0" y="2202"/>
                  </a:lnTo>
                  <a:lnTo>
                    <a:pt x="1474" y="3676"/>
                  </a:lnTo>
                  <a:lnTo>
                    <a:pt x="3637" y="231"/>
                  </a:lnTo>
                  <a:cubicBezTo>
                    <a:pt x="3712" y="125"/>
                    <a:pt x="3627" y="1"/>
                    <a:pt x="3521" y="1"/>
                  </a:cubicBezTo>
                  <a:close/>
                </a:path>
              </a:pathLst>
            </a:custGeom>
            <a:solidFill>
              <a:srgbClr val="D4DAD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570" name="Google Shape;14570;p43"/>
            <p:cNvSpPr/>
            <p:nvPr/>
          </p:nvSpPr>
          <p:spPr>
            <a:xfrm>
              <a:off x="5085345" y="2083089"/>
              <a:ext cx="73213" cy="96190"/>
            </a:xfrm>
            <a:custGeom>
              <a:rect b="b" l="l" r="r" t="t"/>
              <a:pathLst>
                <a:path extrusionOk="0" h="3663" w="2788">
                  <a:moveTo>
                    <a:pt x="2599" y="1"/>
                  </a:moveTo>
                  <a:cubicBezTo>
                    <a:pt x="2573" y="1"/>
                    <a:pt x="2545" y="8"/>
                    <a:pt x="2518" y="26"/>
                  </a:cubicBezTo>
                  <a:lnTo>
                    <a:pt x="1590" y="609"/>
                  </a:lnTo>
                  <a:lnTo>
                    <a:pt x="1" y="3117"/>
                  </a:lnTo>
                  <a:lnTo>
                    <a:pt x="546" y="3662"/>
                  </a:lnTo>
                  <a:lnTo>
                    <a:pt x="2719" y="227"/>
                  </a:lnTo>
                  <a:cubicBezTo>
                    <a:pt x="2788" y="120"/>
                    <a:pt x="2704" y="1"/>
                    <a:pt x="2599" y="1"/>
                  </a:cubicBezTo>
                  <a:close/>
                </a:path>
              </a:pathLst>
            </a:custGeom>
            <a:solidFill>
              <a:srgbClr val="BFC8D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14571" name="Google Shape;14571;p43"/>
          <p:cNvSpPr txBox="1"/>
          <p:nvPr/>
        </p:nvSpPr>
        <p:spPr>
          <a:xfrm>
            <a:off x="849675" y="715975"/>
            <a:ext cx="3482100" cy="482400"/>
          </a:xfrm>
          <a:prstGeom prst="rect">
            <a:avLst/>
          </a:prstGeom>
          <a:noFill/>
          <a:ln>
            <a:noFill/>
          </a:ln>
        </p:spPr>
        <p:txBody>
          <a:bodyPr anchorCtr="0" anchor="t"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2400"/>
              <a:buFont typeface="Arial"/>
              <a:buNone/>
            </a:pPr>
            <a:r>
              <a:rPr b="0" i="0" lang="en" sz="2400" u="none" cap="none" strike="noStrike">
                <a:solidFill>
                  <a:srgbClr val="FFFFFF"/>
                </a:solidFill>
                <a:latin typeface="Arial"/>
                <a:ea typeface="Arial"/>
                <a:cs typeface="Arial"/>
                <a:sym typeface="Arial"/>
              </a:rPr>
              <a:t>Business Icons</a:t>
            </a:r>
            <a:endParaRPr b="0" i="0" sz="2400" u="none" cap="none" strike="noStrike">
              <a:solidFill>
                <a:srgbClr val="FFFFFF"/>
              </a:solidFill>
              <a:latin typeface="Arial"/>
              <a:ea typeface="Arial"/>
              <a:cs typeface="Arial"/>
              <a:sym typeface="Arial"/>
            </a:endParaRPr>
          </a:p>
        </p:txBody>
      </p:sp>
      <p:sp>
        <p:nvSpPr>
          <p:cNvPr id="14572" name="Google Shape;14572;p43"/>
          <p:cNvSpPr txBox="1"/>
          <p:nvPr/>
        </p:nvSpPr>
        <p:spPr>
          <a:xfrm>
            <a:off x="4858400" y="715975"/>
            <a:ext cx="3482100" cy="482400"/>
          </a:xfrm>
          <a:prstGeom prst="rect">
            <a:avLst/>
          </a:prstGeom>
          <a:noFill/>
          <a:ln>
            <a:noFill/>
          </a:ln>
        </p:spPr>
        <p:txBody>
          <a:bodyPr anchorCtr="0" anchor="t"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2400"/>
              <a:buFont typeface="Arial"/>
              <a:buNone/>
            </a:pPr>
            <a:r>
              <a:rPr b="0" i="0" lang="en" sz="2400" u="none" cap="none" strike="noStrike">
                <a:solidFill>
                  <a:srgbClr val="FFFFFF"/>
                </a:solidFill>
                <a:latin typeface="Arial"/>
                <a:ea typeface="Arial"/>
                <a:cs typeface="Arial"/>
                <a:sym typeface="Arial"/>
              </a:rPr>
              <a:t>Teamwork Icons</a:t>
            </a:r>
            <a:endParaRPr b="0" i="0" sz="2400" u="none" cap="none" strike="noStrike">
              <a:solidFill>
                <a:srgbClr val="FFFFFF"/>
              </a:solidFill>
              <a:latin typeface="Arial"/>
              <a:ea typeface="Arial"/>
              <a:cs typeface="Arial"/>
              <a:sym typeface="Arial"/>
            </a:endParaRPr>
          </a:p>
        </p:txBody>
      </p:sp>
    </p:spTree>
  </p:cSld>
  <p:clrMapOvr>
    <a:masterClrMapping/>
  </p:clrMapOvr>
</p:sld>
</file>

<file path=ppt/slides/slide5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0">
  <p:cSld>
    <p:bg>
      <p:bgPr>
        <a:solidFill>
          <a:srgbClr val="0E2A47"/>
        </a:solidFill>
      </p:bgPr>
    </p:bg>
    <p:spTree>
      <p:nvGrpSpPr>
        <p:cNvPr id="14576" name="Shape 14576"/>
        <p:cNvGrpSpPr/>
        <p:nvPr/>
      </p:nvGrpSpPr>
      <p:grpSpPr>
        <a:xfrm>
          <a:off x="0" y="0"/>
          <a:ext cx="0" cy="0"/>
          <a:chOff x="0" y="0"/>
          <a:chExt cx="0" cy="0"/>
        </a:xfrm>
      </p:grpSpPr>
      <p:grpSp>
        <p:nvGrpSpPr>
          <p:cNvPr id="14577" name="Google Shape;14577;p44"/>
          <p:cNvGrpSpPr/>
          <p:nvPr/>
        </p:nvGrpSpPr>
        <p:grpSpPr>
          <a:xfrm>
            <a:off x="1765162" y="3194389"/>
            <a:ext cx="292800" cy="359259"/>
            <a:chOff x="1765162" y="3346789"/>
            <a:chExt cx="292800" cy="359259"/>
          </a:xfrm>
        </p:grpSpPr>
        <p:sp>
          <p:nvSpPr>
            <p:cNvPr id="14578" name="Google Shape;14578;p44"/>
            <p:cNvSpPr/>
            <p:nvPr/>
          </p:nvSpPr>
          <p:spPr>
            <a:xfrm>
              <a:off x="1765423" y="3394001"/>
              <a:ext cx="230821" cy="312047"/>
            </a:xfrm>
            <a:custGeom>
              <a:rect b="b" l="l" r="r" t="t"/>
              <a:pathLst>
                <a:path extrusionOk="0" h="11917" w="8815">
                  <a:moveTo>
                    <a:pt x="219" y="1"/>
                  </a:moveTo>
                  <a:cubicBezTo>
                    <a:pt x="95" y="1"/>
                    <a:pt x="0" y="96"/>
                    <a:pt x="0" y="220"/>
                  </a:cubicBezTo>
                  <a:lnTo>
                    <a:pt x="0" y="9283"/>
                  </a:lnTo>
                  <a:lnTo>
                    <a:pt x="1927" y="11220"/>
                  </a:lnTo>
                  <a:lnTo>
                    <a:pt x="2624" y="11916"/>
                  </a:lnTo>
                  <a:lnTo>
                    <a:pt x="8586" y="11916"/>
                  </a:lnTo>
                  <a:cubicBezTo>
                    <a:pt x="8710" y="11916"/>
                    <a:pt x="8805" y="11821"/>
                    <a:pt x="8815" y="11697"/>
                  </a:cubicBezTo>
                  <a:lnTo>
                    <a:pt x="8815" y="1"/>
                  </a:lnTo>
                  <a:close/>
                </a:path>
              </a:pathLst>
            </a:custGeom>
            <a:solidFill>
              <a:srgbClr val="E9EEF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579" name="Google Shape;14579;p44"/>
            <p:cNvSpPr/>
            <p:nvPr/>
          </p:nvSpPr>
          <p:spPr>
            <a:xfrm>
              <a:off x="1765162" y="3624088"/>
              <a:ext cx="81959" cy="81959"/>
            </a:xfrm>
            <a:custGeom>
              <a:rect b="b" l="l" r="r" t="t"/>
              <a:pathLst>
                <a:path extrusionOk="0" h="3130" w="3130">
                  <a:moveTo>
                    <a:pt x="1" y="0"/>
                  </a:moveTo>
                  <a:lnTo>
                    <a:pt x="1" y="496"/>
                  </a:lnTo>
                  <a:lnTo>
                    <a:pt x="1937" y="2433"/>
                  </a:lnTo>
                  <a:lnTo>
                    <a:pt x="2634" y="3129"/>
                  </a:lnTo>
                  <a:lnTo>
                    <a:pt x="3130" y="3129"/>
                  </a:lnTo>
                  <a:lnTo>
                    <a:pt x="3130" y="267"/>
                  </a:lnTo>
                  <a:cubicBezTo>
                    <a:pt x="3130" y="115"/>
                    <a:pt x="3006" y="0"/>
                    <a:pt x="2862" y="0"/>
                  </a:cubicBezTo>
                  <a:close/>
                </a:path>
              </a:pathLst>
            </a:custGeom>
            <a:solidFill>
              <a:srgbClr val="CDD7D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580" name="Google Shape;14580;p44"/>
            <p:cNvSpPr/>
            <p:nvPr/>
          </p:nvSpPr>
          <p:spPr>
            <a:xfrm>
              <a:off x="1896558" y="3394001"/>
              <a:ext cx="99686" cy="103719"/>
            </a:xfrm>
            <a:custGeom>
              <a:rect b="b" l="l" r="r" t="t"/>
              <a:pathLst>
                <a:path extrusionOk="0" h="3961" w="3807">
                  <a:moveTo>
                    <a:pt x="497" y="1"/>
                  </a:moveTo>
                  <a:cubicBezTo>
                    <a:pt x="1" y="2014"/>
                    <a:pt x="1527" y="3960"/>
                    <a:pt x="3597" y="3960"/>
                  </a:cubicBezTo>
                  <a:cubicBezTo>
                    <a:pt x="3664" y="3960"/>
                    <a:pt x="3731" y="3950"/>
                    <a:pt x="3807" y="3950"/>
                  </a:cubicBezTo>
                  <a:lnTo>
                    <a:pt x="3807" y="1"/>
                  </a:lnTo>
                  <a:close/>
                </a:path>
              </a:pathLst>
            </a:custGeom>
            <a:solidFill>
              <a:srgbClr val="CDD7D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581" name="Google Shape;14581;p44"/>
            <p:cNvSpPr/>
            <p:nvPr/>
          </p:nvSpPr>
          <p:spPr>
            <a:xfrm>
              <a:off x="1816379" y="3394001"/>
              <a:ext cx="179629" cy="312047"/>
            </a:xfrm>
            <a:custGeom>
              <a:rect b="b" l="l" r="r" t="t"/>
              <a:pathLst>
                <a:path extrusionOk="0" h="11917" w="6860">
                  <a:moveTo>
                    <a:pt x="6106" y="1"/>
                  </a:moveTo>
                  <a:lnTo>
                    <a:pt x="6106" y="11239"/>
                  </a:lnTo>
                  <a:lnTo>
                    <a:pt x="0" y="11239"/>
                  </a:lnTo>
                  <a:lnTo>
                    <a:pt x="678" y="11916"/>
                  </a:lnTo>
                  <a:lnTo>
                    <a:pt x="6640" y="11916"/>
                  </a:lnTo>
                  <a:cubicBezTo>
                    <a:pt x="6764" y="11916"/>
                    <a:pt x="6859" y="11821"/>
                    <a:pt x="6859" y="11697"/>
                  </a:cubicBezTo>
                  <a:lnTo>
                    <a:pt x="6859" y="1"/>
                  </a:lnTo>
                  <a:close/>
                </a:path>
              </a:pathLst>
            </a:custGeom>
            <a:solidFill>
              <a:srgbClr val="CDD7D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582" name="Google Shape;14582;p44"/>
            <p:cNvSpPr/>
            <p:nvPr/>
          </p:nvSpPr>
          <p:spPr>
            <a:xfrm>
              <a:off x="1799647" y="3462448"/>
              <a:ext cx="162138" cy="23776"/>
            </a:xfrm>
            <a:custGeom>
              <a:rect b="b" l="l" r="r" t="t"/>
              <a:pathLst>
                <a:path extrusionOk="0" h="908" w="6192">
                  <a:moveTo>
                    <a:pt x="219" y="1"/>
                  </a:moveTo>
                  <a:cubicBezTo>
                    <a:pt x="95" y="1"/>
                    <a:pt x="0" y="106"/>
                    <a:pt x="0" y="230"/>
                  </a:cubicBezTo>
                  <a:lnTo>
                    <a:pt x="0" y="688"/>
                  </a:lnTo>
                  <a:cubicBezTo>
                    <a:pt x="0" y="802"/>
                    <a:pt x="95" y="907"/>
                    <a:pt x="219" y="907"/>
                  </a:cubicBezTo>
                  <a:lnTo>
                    <a:pt x="5962" y="907"/>
                  </a:lnTo>
                  <a:cubicBezTo>
                    <a:pt x="6087" y="907"/>
                    <a:pt x="6191" y="802"/>
                    <a:pt x="6191" y="688"/>
                  </a:cubicBezTo>
                  <a:lnTo>
                    <a:pt x="6191" y="230"/>
                  </a:lnTo>
                  <a:cubicBezTo>
                    <a:pt x="6191" y="106"/>
                    <a:pt x="6087" y="1"/>
                    <a:pt x="5962" y="1"/>
                  </a:cubicBezTo>
                  <a:close/>
                </a:path>
              </a:pathLst>
            </a:custGeom>
            <a:solidFill>
              <a:srgbClr val="6A7F9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583" name="Google Shape;14583;p44"/>
            <p:cNvSpPr/>
            <p:nvPr/>
          </p:nvSpPr>
          <p:spPr>
            <a:xfrm>
              <a:off x="1922795" y="3462710"/>
              <a:ext cx="38989" cy="23514"/>
            </a:xfrm>
            <a:custGeom>
              <a:rect b="b" l="l" r="r" t="t"/>
              <a:pathLst>
                <a:path extrusionOk="0" h="898" w="1489">
                  <a:moveTo>
                    <a:pt x="0" y="0"/>
                  </a:moveTo>
                  <a:cubicBezTo>
                    <a:pt x="258" y="363"/>
                    <a:pt x="601" y="668"/>
                    <a:pt x="983" y="897"/>
                  </a:cubicBezTo>
                  <a:lnTo>
                    <a:pt x="1259" y="897"/>
                  </a:lnTo>
                  <a:cubicBezTo>
                    <a:pt x="1384" y="897"/>
                    <a:pt x="1488" y="792"/>
                    <a:pt x="1488" y="678"/>
                  </a:cubicBezTo>
                  <a:lnTo>
                    <a:pt x="1488" y="220"/>
                  </a:lnTo>
                  <a:cubicBezTo>
                    <a:pt x="1479" y="96"/>
                    <a:pt x="1384" y="0"/>
                    <a:pt x="1259" y="0"/>
                  </a:cubicBezTo>
                  <a:close/>
                </a:path>
              </a:pathLst>
            </a:custGeom>
            <a:solidFill>
              <a:srgbClr val="51667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584" name="Google Shape;14584;p44"/>
            <p:cNvSpPr/>
            <p:nvPr/>
          </p:nvSpPr>
          <p:spPr>
            <a:xfrm>
              <a:off x="1765162" y="3637076"/>
              <a:ext cx="68971" cy="68971"/>
            </a:xfrm>
            <a:custGeom>
              <a:rect b="b" l="l" r="r" t="t"/>
              <a:pathLst>
                <a:path extrusionOk="0" h="2634" w="2634">
                  <a:moveTo>
                    <a:pt x="1" y="0"/>
                  </a:moveTo>
                  <a:lnTo>
                    <a:pt x="2634" y="2633"/>
                  </a:lnTo>
                  <a:lnTo>
                    <a:pt x="2634" y="220"/>
                  </a:lnTo>
                  <a:cubicBezTo>
                    <a:pt x="2634" y="96"/>
                    <a:pt x="2538" y="0"/>
                    <a:pt x="2414" y="0"/>
                  </a:cubicBezTo>
                  <a:close/>
                </a:path>
              </a:pathLst>
            </a:custGeom>
            <a:solidFill>
              <a:srgbClr val="E9EEF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585" name="Google Shape;14585;p44"/>
            <p:cNvSpPr/>
            <p:nvPr/>
          </p:nvSpPr>
          <p:spPr>
            <a:xfrm>
              <a:off x="1923528" y="3346789"/>
              <a:ext cx="134434" cy="134434"/>
            </a:xfrm>
            <a:custGeom>
              <a:rect b="b" l="l" r="r" t="t"/>
              <a:pathLst>
                <a:path extrusionOk="0" h="5134" w="5134">
                  <a:moveTo>
                    <a:pt x="2567" y="1"/>
                  </a:moveTo>
                  <a:cubicBezTo>
                    <a:pt x="1155" y="1"/>
                    <a:pt x="1" y="1155"/>
                    <a:pt x="1" y="2567"/>
                  </a:cubicBezTo>
                  <a:cubicBezTo>
                    <a:pt x="1" y="3989"/>
                    <a:pt x="1155" y="5133"/>
                    <a:pt x="2567" y="5133"/>
                  </a:cubicBezTo>
                  <a:cubicBezTo>
                    <a:pt x="3989" y="5133"/>
                    <a:pt x="5133" y="3989"/>
                    <a:pt x="5133" y="2567"/>
                  </a:cubicBezTo>
                  <a:cubicBezTo>
                    <a:pt x="5133" y="1155"/>
                    <a:pt x="3989" y="1"/>
                    <a:pt x="2567" y="1"/>
                  </a:cubicBezTo>
                  <a:close/>
                </a:path>
              </a:pathLst>
            </a:custGeom>
            <a:solidFill>
              <a:srgbClr val="BECBD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586" name="Google Shape;14586;p44"/>
            <p:cNvSpPr/>
            <p:nvPr/>
          </p:nvSpPr>
          <p:spPr>
            <a:xfrm>
              <a:off x="1978255" y="3377033"/>
              <a:ext cx="48730" cy="48730"/>
            </a:xfrm>
            <a:custGeom>
              <a:rect b="b" l="l" r="r" t="t"/>
              <a:pathLst>
                <a:path extrusionOk="0" h="1861" w="1861">
                  <a:moveTo>
                    <a:pt x="925" y="0"/>
                  </a:moveTo>
                  <a:cubicBezTo>
                    <a:pt x="410" y="0"/>
                    <a:pt x="0" y="420"/>
                    <a:pt x="0" y="935"/>
                  </a:cubicBezTo>
                  <a:cubicBezTo>
                    <a:pt x="0" y="1450"/>
                    <a:pt x="410" y="1861"/>
                    <a:pt x="925" y="1861"/>
                  </a:cubicBezTo>
                  <a:cubicBezTo>
                    <a:pt x="1441" y="1861"/>
                    <a:pt x="1860" y="1450"/>
                    <a:pt x="1860" y="935"/>
                  </a:cubicBezTo>
                  <a:cubicBezTo>
                    <a:pt x="1860" y="420"/>
                    <a:pt x="1441" y="0"/>
                    <a:pt x="925" y="0"/>
                  </a:cubicBezTo>
                  <a:close/>
                </a:path>
              </a:pathLst>
            </a:custGeom>
            <a:solidFill>
              <a:srgbClr val="E9EEF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587" name="Google Shape;14587;p44"/>
            <p:cNvSpPr/>
            <p:nvPr/>
          </p:nvSpPr>
          <p:spPr>
            <a:xfrm>
              <a:off x="1960999" y="3371560"/>
              <a:ext cx="82587" cy="59702"/>
            </a:xfrm>
            <a:custGeom>
              <a:rect b="b" l="l" r="r" t="t"/>
              <a:pathLst>
                <a:path extrusionOk="0" h="2280" w="3154">
                  <a:moveTo>
                    <a:pt x="1584" y="419"/>
                  </a:moveTo>
                  <a:cubicBezTo>
                    <a:pt x="1775" y="419"/>
                    <a:pt x="1966" y="495"/>
                    <a:pt x="2100" y="629"/>
                  </a:cubicBezTo>
                  <a:cubicBezTo>
                    <a:pt x="2578" y="1115"/>
                    <a:pt x="2187" y="1872"/>
                    <a:pt x="1598" y="1872"/>
                  </a:cubicBezTo>
                  <a:cubicBezTo>
                    <a:pt x="1505" y="1872"/>
                    <a:pt x="1408" y="1853"/>
                    <a:pt x="1308" y="1812"/>
                  </a:cubicBezTo>
                  <a:cubicBezTo>
                    <a:pt x="583" y="1507"/>
                    <a:pt x="793" y="419"/>
                    <a:pt x="1584" y="419"/>
                  </a:cubicBezTo>
                  <a:close/>
                  <a:moveTo>
                    <a:pt x="1608" y="1"/>
                  </a:moveTo>
                  <a:cubicBezTo>
                    <a:pt x="1463" y="1"/>
                    <a:pt x="1311" y="30"/>
                    <a:pt x="1155" y="95"/>
                  </a:cubicBezTo>
                  <a:cubicBezTo>
                    <a:pt x="1" y="572"/>
                    <a:pt x="344" y="2279"/>
                    <a:pt x="1584" y="2279"/>
                  </a:cubicBezTo>
                  <a:cubicBezTo>
                    <a:pt x="1890" y="2279"/>
                    <a:pt x="2176" y="2155"/>
                    <a:pt x="2395" y="1946"/>
                  </a:cubicBezTo>
                  <a:cubicBezTo>
                    <a:pt x="3154" y="1187"/>
                    <a:pt x="2530" y="1"/>
                    <a:pt x="1608" y="1"/>
                  </a:cubicBezTo>
                  <a:close/>
                </a:path>
              </a:pathLst>
            </a:custGeom>
            <a:solidFill>
              <a:srgbClr val="95A6B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588" name="Google Shape;14588;p44"/>
            <p:cNvSpPr/>
            <p:nvPr/>
          </p:nvSpPr>
          <p:spPr>
            <a:xfrm>
              <a:off x="1950028" y="3412592"/>
              <a:ext cx="43755" cy="39408"/>
            </a:xfrm>
            <a:custGeom>
              <a:rect b="b" l="l" r="r" t="t"/>
              <a:pathLst>
                <a:path extrusionOk="0" h="1505" w="1671">
                  <a:moveTo>
                    <a:pt x="1359" y="0"/>
                  </a:moveTo>
                  <a:cubicBezTo>
                    <a:pt x="1305" y="0"/>
                    <a:pt x="1249" y="24"/>
                    <a:pt x="1202" y="83"/>
                  </a:cubicBezTo>
                  <a:lnTo>
                    <a:pt x="143" y="1142"/>
                  </a:lnTo>
                  <a:cubicBezTo>
                    <a:pt x="0" y="1275"/>
                    <a:pt x="95" y="1504"/>
                    <a:pt x="286" y="1504"/>
                  </a:cubicBezTo>
                  <a:cubicBezTo>
                    <a:pt x="344" y="1495"/>
                    <a:pt x="391" y="1476"/>
                    <a:pt x="429" y="1437"/>
                  </a:cubicBezTo>
                  <a:lnTo>
                    <a:pt x="1498" y="369"/>
                  </a:lnTo>
                  <a:cubicBezTo>
                    <a:pt x="1670" y="225"/>
                    <a:pt x="1523" y="0"/>
                    <a:pt x="1359" y="0"/>
                  </a:cubicBezTo>
                  <a:close/>
                </a:path>
              </a:pathLst>
            </a:custGeom>
            <a:solidFill>
              <a:srgbClr val="95A6B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589" name="Google Shape;14589;p44"/>
            <p:cNvSpPr/>
            <p:nvPr/>
          </p:nvSpPr>
          <p:spPr>
            <a:xfrm>
              <a:off x="1792054" y="3504659"/>
              <a:ext cx="176225" cy="10814"/>
            </a:xfrm>
            <a:custGeom>
              <a:rect b="b" l="l" r="r" t="t"/>
              <a:pathLst>
                <a:path extrusionOk="0" h="413" w="6730">
                  <a:moveTo>
                    <a:pt x="272" y="1"/>
                  </a:moveTo>
                  <a:cubicBezTo>
                    <a:pt x="3" y="1"/>
                    <a:pt x="0" y="413"/>
                    <a:pt x="264" y="413"/>
                  </a:cubicBezTo>
                  <a:cubicBezTo>
                    <a:pt x="272" y="413"/>
                    <a:pt x="281" y="412"/>
                    <a:pt x="290" y="411"/>
                  </a:cubicBezTo>
                  <a:lnTo>
                    <a:pt x="6481" y="411"/>
                  </a:lnTo>
                  <a:cubicBezTo>
                    <a:pt x="6729" y="392"/>
                    <a:pt x="6729" y="20"/>
                    <a:pt x="6481" y="1"/>
                  </a:cubicBezTo>
                  <a:lnTo>
                    <a:pt x="290" y="1"/>
                  </a:lnTo>
                  <a:cubicBezTo>
                    <a:pt x="284" y="1"/>
                    <a:pt x="278" y="1"/>
                    <a:pt x="272" y="1"/>
                  </a:cubicBezTo>
                  <a:close/>
                </a:path>
              </a:pathLst>
            </a:custGeom>
            <a:solidFill>
              <a:srgbClr val="CDD7D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590" name="Google Shape;14590;p44"/>
            <p:cNvSpPr/>
            <p:nvPr/>
          </p:nvSpPr>
          <p:spPr>
            <a:xfrm>
              <a:off x="1792891" y="3528408"/>
              <a:ext cx="175387" cy="11024"/>
            </a:xfrm>
            <a:custGeom>
              <a:rect b="b" l="l" r="r" t="t"/>
              <a:pathLst>
                <a:path extrusionOk="0" h="421" w="6698">
                  <a:moveTo>
                    <a:pt x="258" y="0"/>
                  </a:moveTo>
                  <a:cubicBezTo>
                    <a:pt x="0" y="20"/>
                    <a:pt x="0" y="392"/>
                    <a:pt x="258" y="420"/>
                  </a:cubicBezTo>
                  <a:lnTo>
                    <a:pt x="6449" y="420"/>
                  </a:lnTo>
                  <a:cubicBezTo>
                    <a:pt x="6697" y="392"/>
                    <a:pt x="6697" y="20"/>
                    <a:pt x="6449" y="0"/>
                  </a:cubicBezTo>
                  <a:close/>
                </a:path>
              </a:pathLst>
            </a:custGeom>
            <a:solidFill>
              <a:srgbClr val="CDD7D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591" name="Google Shape;14591;p44"/>
            <p:cNvSpPr/>
            <p:nvPr/>
          </p:nvSpPr>
          <p:spPr>
            <a:xfrm>
              <a:off x="1792891" y="3552394"/>
              <a:ext cx="175387" cy="10762"/>
            </a:xfrm>
            <a:custGeom>
              <a:rect b="b" l="l" r="r" t="t"/>
              <a:pathLst>
                <a:path extrusionOk="0" h="411" w="6698">
                  <a:moveTo>
                    <a:pt x="258" y="0"/>
                  </a:moveTo>
                  <a:cubicBezTo>
                    <a:pt x="0" y="19"/>
                    <a:pt x="0" y="391"/>
                    <a:pt x="258" y="410"/>
                  </a:cubicBezTo>
                  <a:lnTo>
                    <a:pt x="6449" y="410"/>
                  </a:lnTo>
                  <a:cubicBezTo>
                    <a:pt x="6697" y="391"/>
                    <a:pt x="6697" y="19"/>
                    <a:pt x="6449" y="0"/>
                  </a:cubicBezTo>
                  <a:close/>
                </a:path>
              </a:pathLst>
            </a:custGeom>
            <a:solidFill>
              <a:srgbClr val="CDD7D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592" name="Google Shape;14592;p44"/>
            <p:cNvSpPr/>
            <p:nvPr/>
          </p:nvSpPr>
          <p:spPr>
            <a:xfrm>
              <a:off x="1792891" y="3576379"/>
              <a:ext cx="175387" cy="10762"/>
            </a:xfrm>
            <a:custGeom>
              <a:rect b="b" l="l" r="r" t="t"/>
              <a:pathLst>
                <a:path extrusionOk="0" h="411" w="6698">
                  <a:moveTo>
                    <a:pt x="258" y="0"/>
                  </a:moveTo>
                  <a:cubicBezTo>
                    <a:pt x="0" y="19"/>
                    <a:pt x="0" y="391"/>
                    <a:pt x="258" y="410"/>
                  </a:cubicBezTo>
                  <a:lnTo>
                    <a:pt x="6449" y="410"/>
                  </a:lnTo>
                  <a:cubicBezTo>
                    <a:pt x="6697" y="391"/>
                    <a:pt x="6697" y="19"/>
                    <a:pt x="6449" y="0"/>
                  </a:cubicBezTo>
                  <a:close/>
                </a:path>
              </a:pathLst>
            </a:custGeom>
            <a:solidFill>
              <a:srgbClr val="CDD7D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4593" name="Google Shape;14593;p44"/>
          <p:cNvGrpSpPr/>
          <p:nvPr/>
        </p:nvGrpSpPr>
        <p:grpSpPr>
          <a:xfrm>
            <a:off x="3077632" y="2292604"/>
            <a:ext cx="358997" cy="296309"/>
            <a:chOff x="3077632" y="2445004"/>
            <a:chExt cx="358997" cy="296309"/>
          </a:xfrm>
        </p:grpSpPr>
        <p:sp>
          <p:nvSpPr>
            <p:cNvPr id="14594" name="Google Shape;14594;p44"/>
            <p:cNvSpPr/>
            <p:nvPr/>
          </p:nvSpPr>
          <p:spPr>
            <a:xfrm>
              <a:off x="3097873" y="2504968"/>
              <a:ext cx="294293" cy="195366"/>
            </a:xfrm>
            <a:custGeom>
              <a:rect b="b" l="l" r="r" t="t"/>
              <a:pathLst>
                <a:path extrusionOk="0" h="7461" w="11239">
                  <a:moveTo>
                    <a:pt x="592" y="0"/>
                  </a:moveTo>
                  <a:cubicBezTo>
                    <a:pt x="267" y="0"/>
                    <a:pt x="0" y="258"/>
                    <a:pt x="0" y="582"/>
                  </a:cubicBezTo>
                  <a:lnTo>
                    <a:pt x="0" y="7461"/>
                  </a:lnTo>
                  <a:lnTo>
                    <a:pt x="11238" y="7461"/>
                  </a:lnTo>
                  <a:lnTo>
                    <a:pt x="11238" y="582"/>
                  </a:lnTo>
                  <a:cubicBezTo>
                    <a:pt x="11238" y="258"/>
                    <a:pt x="10971" y="0"/>
                    <a:pt x="10647" y="0"/>
                  </a:cubicBezTo>
                  <a:close/>
                </a:path>
              </a:pathLst>
            </a:custGeom>
            <a:solidFill>
              <a:srgbClr val="95A6B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595" name="Google Shape;14595;p44"/>
            <p:cNvSpPr/>
            <p:nvPr/>
          </p:nvSpPr>
          <p:spPr>
            <a:xfrm>
              <a:off x="3296696" y="2504968"/>
              <a:ext cx="95471" cy="80100"/>
            </a:xfrm>
            <a:custGeom>
              <a:rect b="b" l="l" r="r" t="t"/>
              <a:pathLst>
                <a:path extrusionOk="0" h="3059" w="3646">
                  <a:moveTo>
                    <a:pt x="3071" y="0"/>
                  </a:moveTo>
                  <a:cubicBezTo>
                    <a:pt x="3065" y="0"/>
                    <a:pt x="3059" y="0"/>
                    <a:pt x="3054" y="0"/>
                  </a:cubicBezTo>
                  <a:lnTo>
                    <a:pt x="1" y="0"/>
                  </a:lnTo>
                  <a:lnTo>
                    <a:pt x="1" y="134"/>
                  </a:lnTo>
                  <a:cubicBezTo>
                    <a:pt x="1" y="1790"/>
                    <a:pt x="1352" y="3058"/>
                    <a:pt x="2920" y="3058"/>
                  </a:cubicBezTo>
                  <a:cubicBezTo>
                    <a:pt x="3158" y="3058"/>
                    <a:pt x="3401" y="3029"/>
                    <a:pt x="3645" y="2967"/>
                  </a:cubicBezTo>
                  <a:lnTo>
                    <a:pt x="3645" y="582"/>
                  </a:lnTo>
                  <a:cubicBezTo>
                    <a:pt x="3645" y="264"/>
                    <a:pt x="3387" y="0"/>
                    <a:pt x="3071" y="0"/>
                  </a:cubicBez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596" name="Google Shape;14596;p44"/>
            <p:cNvSpPr/>
            <p:nvPr/>
          </p:nvSpPr>
          <p:spPr>
            <a:xfrm>
              <a:off x="3097873" y="2685330"/>
              <a:ext cx="294293" cy="15004"/>
            </a:xfrm>
            <a:custGeom>
              <a:rect b="b" l="l" r="r" t="t"/>
              <a:pathLst>
                <a:path extrusionOk="0" h="573" w="11239">
                  <a:moveTo>
                    <a:pt x="0" y="0"/>
                  </a:moveTo>
                  <a:lnTo>
                    <a:pt x="0" y="573"/>
                  </a:lnTo>
                  <a:lnTo>
                    <a:pt x="11238" y="573"/>
                  </a:lnTo>
                  <a:lnTo>
                    <a:pt x="11238" y="0"/>
                  </a:ln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597" name="Google Shape;14597;p44"/>
            <p:cNvSpPr/>
            <p:nvPr/>
          </p:nvSpPr>
          <p:spPr>
            <a:xfrm>
              <a:off x="3116596" y="2524685"/>
              <a:ext cx="256587" cy="140430"/>
            </a:xfrm>
            <a:custGeom>
              <a:rect b="b" l="l" r="r" t="t"/>
              <a:pathLst>
                <a:path extrusionOk="0" h="5363" w="9799">
                  <a:moveTo>
                    <a:pt x="9594" y="1"/>
                  </a:moveTo>
                  <a:cubicBezTo>
                    <a:pt x="9589" y="1"/>
                    <a:pt x="9584" y="1"/>
                    <a:pt x="9579" y="1"/>
                  </a:cubicBezTo>
                  <a:lnTo>
                    <a:pt x="220" y="1"/>
                  </a:lnTo>
                  <a:cubicBezTo>
                    <a:pt x="106" y="1"/>
                    <a:pt x="1" y="97"/>
                    <a:pt x="1" y="221"/>
                  </a:cubicBezTo>
                  <a:lnTo>
                    <a:pt x="1" y="5143"/>
                  </a:lnTo>
                  <a:cubicBezTo>
                    <a:pt x="1" y="5258"/>
                    <a:pt x="106" y="5363"/>
                    <a:pt x="220" y="5363"/>
                  </a:cubicBezTo>
                  <a:lnTo>
                    <a:pt x="9579" y="5363"/>
                  </a:lnTo>
                  <a:cubicBezTo>
                    <a:pt x="9703" y="5363"/>
                    <a:pt x="9798" y="5258"/>
                    <a:pt x="9798" y="5143"/>
                  </a:cubicBezTo>
                  <a:lnTo>
                    <a:pt x="9798" y="221"/>
                  </a:lnTo>
                  <a:cubicBezTo>
                    <a:pt x="9798" y="102"/>
                    <a:pt x="9711" y="1"/>
                    <a:pt x="9594" y="1"/>
                  </a:cubicBezTo>
                  <a:close/>
                </a:path>
              </a:pathLst>
            </a:custGeom>
            <a:solidFill>
              <a:srgbClr val="E9EEF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598" name="Google Shape;14598;p44"/>
            <p:cNvSpPr/>
            <p:nvPr/>
          </p:nvSpPr>
          <p:spPr>
            <a:xfrm>
              <a:off x="3298215" y="2524685"/>
              <a:ext cx="74968" cy="60487"/>
            </a:xfrm>
            <a:custGeom>
              <a:rect b="b" l="l" r="r" t="t"/>
              <a:pathLst>
                <a:path extrusionOk="0" h="2310" w="2863">
                  <a:moveTo>
                    <a:pt x="2658" y="1"/>
                  </a:moveTo>
                  <a:cubicBezTo>
                    <a:pt x="2653" y="1"/>
                    <a:pt x="2648" y="1"/>
                    <a:pt x="2643" y="1"/>
                  </a:cubicBezTo>
                  <a:lnTo>
                    <a:pt x="0" y="1"/>
                  </a:lnTo>
                  <a:cubicBezTo>
                    <a:pt x="296" y="1346"/>
                    <a:pt x="1488" y="2310"/>
                    <a:pt x="2862" y="2310"/>
                  </a:cubicBezTo>
                  <a:lnTo>
                    <a:pt x="2862" y="221"/>
                  </a:lnTo>
                  <a:cubicBezTo>
                    <a:pt x="2862" y="102"/>
                    <a:pt x="2775" y="1"/>
                    <a:pt x="2658" y="1"/>
                  </a:cubicBezTo>
                  <a:close/>
                </a:path>
              </a:pathLst>
            </a:custGeom>
            <a:solidFill>
              <a:srgbClr val="CDD7D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599" name="Google Shape;14599;p44"/>
            <p:cNvSpPr/>
            <p:nvPr/>
          </p:nvSpPr>
          <p:spPr>
            <a:xfrm>
              <a:off x="3273967" y="2567157"/>
              <a:ext cx="72480" cy="72480"/>
            </a:xfrm>
            <a:custGeom>
              <a:rect b="b" l="l" r="r" t="t"/>
              <a:pathLst>
                <a:path extrusionOk="0" h="2768" w="2768">
                  <a:moveTo>
                    <a:pt x="220" y="1"/>
                  </a:moveTo>
                  <a:cubicBezTo>
                    <a:pt x="96" y="1"/>
                    <a:pt x="1" y="96"/>
                    <a:pt x="1" y="220"/>
                  </a:cubicBezTo>
                  <a:lnTo>
                    <a:pt x="1" y="2548"/>
                  </a:lnTo>
                  <a:cubicBezTo>
                    <a:pt x="1" y="2663"/>
                    <a:pt x="96" y="2767"/>
                    <a:pt x="220" y="2767"/>
                  </a:cubicBezTo>
                  <a:lnTo>
                    <a:pt x="2538" y="2767"/>
                  </a:lnTo>
                  <a:cubicBezTo>
                    <a:pt x="2662" y="2767"/>
                    <a:pt x="2767" y="2663"/>
                    <a:pt x="2767" y="2548"/>
                  </a:cubicBezTo>
                  <a:lnTo>
                    <a:pt x="2767" y="220"/>
                  </a:lnTo>
                  <a:cubicBezTo>
                    <a:pt x="2767" y="96"/>
                    <a:pt x="2662" y="1"/>
                    <a:pt x="2538" y="1"/>
                  </a:cubicBezTo>
                  <a:close/>
                </a:path>
              </a:pathLst>
            </a:custGeom>
            <a:solidFill>
              <a:srgbClr val="94A3B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600" name="Google Shape;14600;p44"/>
            <p:cNvSpPr/>
            <p:nvPr/>
          </p:nvSpPr>
          <p:spPr>
            <a:xfrm>
              <a:off x="3323928" y="2567157"/>
              <a:ext cx="22519" cy="13014"/>
            </a:xfrm>
            <a:custGeom>
              <a:rect b="b" l="l" r="r" t="t"/>
              <a:pathLst>
                <a:path extrusionOk="0" h="497" w="860">
                  <a:moveTo>
                    <a:pt x="1" y="1"/>
                  </a:moveTo>
                  <a:cubicBezTo>
                    <a:pt x="258" y="211"/>
                    <a:pt x="545" y="383"/>
                    <a:pt x="859" y="497"/>
                  </a:cubicBezTo>
                  <a:lnTo>
                    <a:pt x="859" y="220"/>
                  </a:lnTo>
                  <a:cubicBezTo>
                    <a:pt x="859" y="96"/>
                    <a:pt x="754" y="1"/>
                    <a:pt x="630" y="1"/>
                  </a:cubicBezTo>
                  <a:close/>
                </a:path>
              </a:pathLst>
            </a:custGeom>
            <a:solidFill>
              <a:srgbClr val="51667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601" name="Google Shape;14601;p44"/>
            <p:cNvSpPr/>
            <p:nvPr/>
          </p:nvSpPr>
          <p:spPr>
            <a:xfrm>
              <a:off x="3116596" y="2524449"/>
              <a:ext cx="256587" cy="140430"/>
            </a:xfrm>
            <a:custGeom>
              <a:rect b="b" l="l" r="r" t="t"/>
              <a:pathLst>
                <a:path extrusionOk="0" h="5363" w="9799">
                  <a:moveTo>
                    <a:pt x="220" y="1"/>
                  </a:moveTo>
                  <a:cubicBezTo>
                    <a:pt x="106" y="1"/>
                    <a:pt x="1" y="96"/>
                    <a:pt x="1" y="220"/>
                  </a:cubicBezTo>
                  <a:lnTo>
                    <a:pt x="1" y="5143"/>
                  </a:lnTo>
                  <a:cubicBezTo>
                    <a:pt x="1" y="5267"/>
                    <a:pt x="106" y="5362"/>
                    <a:pt x="220" y="5362"/>
                  </a:cubicBezTo>
                  <a:lnTo>
                    <a:pt x="9579" y="5362"/>
                  </a:lnTo>
                  <a:cubicBezTo>
                    <a:pt x="9703" y="5362"/>
                    <a:pt x="9798" y="5267"/>
                    <a:pt x="9798" y="5143"/>
                  </a:cubicBezTo>
                  <a:lnTo>
                    <a:pt x="9798" y="5009"/>
                  </a:lnTo>
                  <a:lnTo>
                    <a:pt x="411" y="5009"/>
                  </a:lnTo>
                  <a:lnTo>
                    <a:pt x="411" y="1"/>
                  </a:lnTo>
                  <a:close/>
                </a:path>
              </a:pathLst>
            </a:custGeom>
            <a:solidFill>
              <a:srgbClr val="CDD7D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602" name="Google Shape;14602;p44"/>
            <p:cNvSpPr/>
            <p:nvPr/>
          </p:nvSpPr>
          <p:spPr>
            <a:xfrm>
              <a:off x="3116596" y="2524685"/>
              <a:ext cx="256587" cy="20267"/>
            </a:xfrm>
            <a:custGeom>
              <a:rect b="b" l="l" r="r" t="t"/>
              <a:pathLst>
                <a:path extrusionOk="0" h="774" w="9799">
                  <a:moveTo>
                    <a:pt x="9594" y="1"/>
                  </a:moveTo>
                  <a:cubicBezTo>
                    <a:pt x="9589" y="1"/>
                    <a:pt x="9584" y="1"/>
                    <a:pt x="9579" y="1"/>
                  </a:cubicBezTo>
                  <a:lnTo>
                    <a:pt x="220" y="1"/>
                  </a:lnTo>
                  <a:cubicBezTo>
                    <a:pt x="106" y="1"/>
                    <a:pt x="1" y="97"/>
                    <a:pt x="1" y="221"/>
                  </a:cubicBezTo>
                  <a:lnTo>
                    <a:pt x="1" y="774"/>
                  </a:lnTo>
                  <a:lnTo>
                    <a:pt x="9798" y="774"/>
                  </a:lnTo>
                  <a:lnTo>
                    <a:pt x="9798" y="221"/>
                  </a:lnTo>
                  <a:cubicBezTo>
                    <a:pt x="9798" y="102"/>
                    <a:pt x="9711" y="1"/>
                    <a:pt x="9594" y="1"/>
                  </a:cubicBezTo>
                  <a:close/>
                </a:path>
              </a:pathLst>
            </a:custGeom>
            <a:solidFill>
              <a:srgbClr val="94A3B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603" name="Google Shape;14603;p44"/>
            <p:cNvSpPr/>
            <p:nvPr/>
          </p:nvSpPr>
          <p:spPr>
            <a:xfrm>
              <a:off x="3298450" y="2524711"/>
              <a:ext cx="74732" cy="20241"/>
            </a:xfrm>
            <a:custGeom>
              <a:rect b="b" l="l" r="r" t="t"/>
              <a:pathLst>
                <a:path extrusionOk="0" h="773" w="2854">
                  <a:moveTo>
                    <a:pt x="1" y="0"/>
                  </a:moveTo>
                  <a:cubicBezTo>
                    <a:pt x="58" y="267"/>
                    <a:pt x="153" y="534"/>
                    <a:pt x="287" y="773"/>
                  </a:cubicBezTo>
                  <a:lnTo>
                    <a:pt x="2853" y="773"/>
                  </a:lnTo>
                  <a:lnTo>
                    <a:pt x="2853" y="220"/>
                  </a:lnTo>
                  <a:cubicBezTo>
                    <a:pt x="2853" y="96"/>
                    <a:pt x="2758" y="0"/>
                    <a:pt x="2634" y="0"/>
                  </a:cubicBezTo>
                  <a:close/>
                </a:path>
              </a:pathLst>
            </a:custGeom>
            <a:solidFill>
              <a:srgbClr val="51667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604" name="Google Shape;14604;p44"/>
            <p:cNvSpPr/>
            <p:nvPr/>
          </p:nvSpPr>
          <p:spPr>
            <a:xfrm>
              <a:off x="3224766" y="2674332"/>
              <a:ext cx="40246" cy="11024"/>
            </a:xfrm>
            <a:custGeom>
              <a:rect b="b" l="l" r="r" t="t"/>
              <a:pathLst>
                <a:path extrusionOk="0" h="421" w="1537">
                  <a:moveTo>
                    <a:pt x="258" y="1"/>
                  </a:moveTo>
                  <a:cubicBezTo>
                    <a:pt x="0" y="20"/>
                    <a:pt x="0" y="392"/>
                    <a:pt x="258" y="420"/>
                  </a:cubicBezTo>
                  <a:lnTo>
                    <a:pt x="1288" y="420"/>
                  </a:lnTo>
                  <a:cubicBezTo>
                    <a:pt x="1536" y="392"/>
                    <a:pt x="1536" y="20"/>
                    <a:pt x="1288" y="1"/>
                  </a:cubicBezTo>
                  <a:close/>
                </a:path>
              </a:pathLst>
            </a:custGeom>
            <a:solidFill>
              <a:srgbClr val="BECBD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605" name="Google Shape;14605;p44"/>
            <p:cNvSpPr/>
            <p:nvPr/>
          </p:nvSpPr>
          <p:spPr>
            <a:xfrm>
              <a:off x="3309684" y="2445004"/>
              <a:ext cx="126945" cy="127181"/>
            </a:xfrm>
            <a:custGeom>
              <a:rect b="b" l="l" r="r" t="t"/>
              <a:pathLst>
                <a:path extrusionOk="0" h="4857" w="4848">
                  <a:moveTo>
                    <a:pt x="2424" y="1"/>
                  </a:moveTo>
                  <a:cubicBezTo>
                    <a:pt x="1089" y="1"/>
                    <a:pt x="1" y="1088"/>
                    <a:pt x="1" y="2424"/>
                  </a:cubicBezTo>
                  <a:cubicBezTo>
                    <a:pt x="1" y="3769"/>
                    <a:pt x="1089" y="4857"/>
                    <a:pt x="2424" y="4857"/>
                  </a:cubicBezTo>
                  <a:cubicBezTo>
                    <a:pt x="3769" y="4857"/>
                    <a:pt x="4847" y="3769"/>
                    <a:pt x="4847" y="2424"/>
                  </a:cubicBezTo>
                  <a:cubicBezTo>
                    <a:pt x="4847" y="1088"/>
                    <a:pt x="3769" y="1"/>
                    <a:pt x="2424" y="1"/>
                  </a:cubicBezTo>
                  <a:close/>
                </a:path>
              </a:pathLst>
            </a:custGeom>
            <a:solidFill>
              <a:srgbClr val="E9EEF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606" name="Google Shape;14606;p44"/>
            <p:cNvSpPr/>
            <p:nvPr/>
          </p:nvSpPr>
          <p:spPr>
            <a:xfrm>
              <a:off x="3336681" y="2472236"/>
              <a:ext cx="72951" cy="72218"/>
            </a:xfrm>
            <a:custGeom>
              <a:rect b="b" l="l" r="r" t="t"/>
              <a:pathLst>
                <a:path extrusionOk="0" h="2758" w="2786">
                  <a:moveTo>
                    <a:pt x="1393" y="1"/>
                  </a:moveTo>
                  <a:cubicBezTo>
                    <a:pt x="630" y="1"/>
                    <a:pt x="0" y="621"/>
                    <a:pt x="0" y="1384"/>
                  </a:cubicBezTo>
                  <a:lnTo>
                    <a:pt x="0" y="1413"/>
                  </a:lnTo>
                  <a:cubicBezTo>
                    <a:pt x="29" y="2166"/>
                    <a:pt x="659" y="2758"/>
                    <a:pt x="1412" y="2758"/>
                  </a:cubicBezTo>
                  <a:cubicBezTo>
                    <a:pt x="2166" y="2748"/>
                    <a:pt x="2776" y="2138"/>
                    <a:pt x="2786" y="1384"/>
                  </a:cubicBezTo>
                  <a:cubicBezTo>
                    <a:pt x="2786" y="621"/>
                    <a:pt x="2166" y="1"/>
                    <a:pt x="1393" y="1"/>
                  </a:cubicBezTo>
                  <a:close/>
                </a:path>
              </a:pathLst>
            </a:custGeom>
            <a:solidFill>
              <a:srgbClr val="94A3B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607" name="Google Shape;14607;p44"/>
            <p:cNvSpPr/>
            <p:nvPr/>
          </p:nvSpPr>
          <p:spPr>
            <a:xfrm>
              <a:off x="3366165" y="2473231"/>
              <a:ext cx="43729" cy="71878"/>
            </a:xfrm>
            <a:custGeom>
              <a:rect b="b" l="l" r="r" t="t"/>
              <a:pathLst>
                <a:path extrusionOk="0" h="2745" w="1670">
                  <a:moveTo>
                    <a:pt x="630" y="1"/>
                  </a:moveTo>
                  <a:cubicBezTo>
                    <a:pt x="353" y="211"/>
                    <a:pt x="114" y="487"/>
                    <a:pt x="267" y="697"/>
                  </a:cubicBezTo>
                  <a:cubicBezTo>
                    <a:pt x="572" y="1127"/>
                    <a:pt x="1164" y="802"/>
                    <a:pt x="1183" y="1375"/>
                  </a:cubicBezTo>
                  <a:cubicBezTo>
                    <a:pt x="1193" y="1899"/>
                    <a:pt x="0" y="2062"/>
                    <a:pt x="0" y="2720"/>
                  </a:cubicBezTo>
                  <a:cubicBezTo>
                    <a:pt x="88" y="2736"/>
                    <a:pt x="176" y="2744"/>
                    <a:pt x="262" y="2744"/>
                  </a:cubicBezTo>
                  <a:cubicBezTo>
                    <a:pt x="1015" y="2744"/>
                    <a:pt x="1660" y="2134"/>
                    <a:pt x="1660" y="1346"/>
                  </a:cubicBezTo>
                  <a:lnTo>
                    <a:pt x="1670" y="1346"/>
                  </a:lnTo>
                  <a:cubicBezTo>
                    <a:pt x="1670" y="716"/>
                    <a:pt x="1240" y="163"/>
                    <a:pt x="630" y="1"/>
                  </a:cubicBezTo>
                  <a:close/>
                </a:path>
              </a:pathLst>
            </a:custGeom>
            <a:solidFill>
              <a:srgbClr val="D1DBE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608" name="Google Shape;14608;p44"/>
            <p:cNvSpPr/>
            <p:nvPr/>
          </p:nvSpPr>
          <p:spPr>
            <a:xfrm>
              <a:off x="3336681" y="2497976"/>
              <a:ext cx="30244" cy="32757"/>
            </a:xfrm>
            <a:custGeom>
              <a:rect b="b" l="l" r="r" t="t"/>
              <a:pathLst>
                <a:path extrusionOk="0" h="1251" w="1155">
                  <a:moveTo>
                    <a:pt x="67" y="0"/>
                  </a:moveTo>
                  <a:cubicBezTo>
                    <a:pt x="29" y="134"/>
                    <a:pt x="0" y="267"/>
                    <a:pt x="10" y="411"/>
                  </a:cubicBezTo>
                  <a:lnTo>
                    <a:pt x="10" y="439"/>
                  </a:lnTo>
                  <a:cubicBezTo>
                    <a:pt x="10" y="725"/>
                    <a:pt x="105" y="1012"/>
                    <a:pt x="287" y="1250"/>
                  </a:cubicBezTo>
                  <a:cubicBezTo>
                    <a:pt x="1155" y="859"/>
                    <a:pt x="1012" y="458"/>
                    <a:pt x="401" y="229"/>
                  </a:cubicBezTo>
                  <a:cubicBezTo>
                    <a:pt x="277" y="172"/>
                    <a:pt x="162" y="96"/>
                    <a:pt x="67" y="0"/>
                  </a:cubicBezTo>
                  <a:close/>
                </a:path>
              </a:pathLst>
            </a:custGeom>
            <a:solidFill>
              <a:srgbClr val="D1DBE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609" name="Google Shape;14609;p44"/>
            <p:cNvSpPr/>
            <p:nvPr/>
          </p:nvSpPr>
          <p:spPr>
            <a:xfrm>
              <a:off x="3144587" y="2567157"/>
              <a:ext cx="27232" cy="27259"/>
            </a:xfrm>
            <a:custGeom>
              <a:rect b="b" l="l" r="r" t="t"/>
              <a:pathLst>
                <a:path extrusionOk="0" h="1041" w="1040">
                  <a:moveTo>
                    <a:pt x="220" y="1"/>
                  </a:moveTo>
                  <a:cubicBezTo>
                    <a:pt x="95" y="1"/>
                    <a:pt x="0" y="96"/>
                    <a:pt x="0" y="220"/>
                  </a:cubicBezTo>
                  <a:lnTo>
                    <a:pt x="0" y="821"/>
                  </a:lnTo>
                  <a:cubicBezTo>
                    <a:pt x="0" y="936"/>
                    <a:pt x="95" y="1041"/>
                    <a:pt x="220" y="1041"/>
                  </a:cubicBezTo>
                  <a:lnTo>
                    <a:pt x="821" y="1041"/>
                  </a:lnTo>
                  <a:cubicBezTo>
                    <a:pt x="935" y="1041"/>
                    <a:pt x="1040" y="936"/>
                    <a:pt x="1040" y="821"/>
                  </a:cubicBezTo>
                  <a:lnTo>
                    <a:pt x="1040" y="220"/>
                  </a:lnTo>
                  <a:cubicBezTo>
                    <a:pt x="1040" y="96"/>
                    <a:pt x="935" y="1"/>
                    <a:pt x="821" y="1"/>
                  </a:cubicBezTo>
                  <a:close/>
                </a:path>
              </a:pathLst>
            </a:custGeom>
            <a:solidFill>
              <a:srgbClr val="BECBD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610" name="Google Shape;14610;p44"/>
            <p:cNvSpPr/>
            <p:nvPr/>
          </p:nvSpPr>
          <p:spPr>
            <a:xfrm>
              <a:off x="3180958" y="2561658"/>
              <a:ext cx="79655" cy="11050"/>
            </a:xfrm>
            <a:custGeom>
              <a:rect b="b" l="l" r="r" t="t"/>
              <a:pathLst>
                <a:path extrusionOk="0" h="422" w="3042">
                  <a:moveTo>
                    <a:pt x="281" y="0"/>
                  </a:moveTo>
                  <a:cubicBezTo>
                    <a:pt x="0" y="0"/>
                    <a:pt x="0" y="421"/>
                    <a:pt x="281" y="421"/>
                  </a:cubicBezTo>
                  <a:cubicBezTo>
                    <a:pt x="287" y="421"/>
                    <a:pt x="293" y="421"/>
                    <a:pt x="300" y="421"/>
                  </a:cubicBezTo>
                  <a:lnTo>
                    <a:pt x="2742" y="421"/>
                  </a:lnTo>
                  <a:cubicBezTo>
                    <a:pt x="2748" y="421"/>
                    <a:pt x="2754" y="421"/>
                    <a:pt x="2760" y="421"/>
                  </a:cubicBezTo>
                  <a:cubicBezTo>
                    <a:pt x="3041" y="421"/>
                    <a:pt x="3041" y="0"/>
                    <a:pt x="2760" y="0"/>
                  </a:cubicBezTo>
                  <a:cubicBezTo>
                    <a:pt x="2754" y="0"/>
                    <a:pt x="2748" y="1"/>
                    <a:pt x="2742" y="1"/>
                  </a:cubicBezTo>
                  <a:lnTo>
                    <a:pt x="300" y="1"/>
                  </a:lnTo>
                  <a:cubicBezTo>
                    <a:pt x="293" y="1"/>
                    <a:pt x="287" y="0"/>
                    <a:pt x="281" y="0"/>
                  </a:cubicBezTo>
                  <a:close/>
                </a:path>
              </a:pathLst>
            </a:custGeom>
            <a:solidFill>
              <a:srgbClr val="CDD7D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611" name="Google Shape;14611;p44"/>
            <p:cNvSpPr/>
            <p:nvPr/>
          </p:nvSpPr>
          <p:spPr>
            <a:xfrm>
              <a:off x="3182058" y="2575405"/>
              <a:ext cx="77455" cy="10762"/>
            </a:xfrm>
            <a:custGeom>
              <a:rect b="b" l="l" r="r" t="t"/>
              <a:pathLst>
                <a:path extrusionOk="0" h="411" w="2958">
                  <a:moveTo>
                    <a:pt x="258" y="1"/>
                  </a:moveTo>
                  <a:cubicBezTo>
                    <a:pt x="0" y="20"/>
                    <a:pt x="0" y="392"/>
                    <a:pt x="258" y="411"/>
                  </a:cubicBezTo>
                  <a:lnTo>
                    <a:pt x="2700" y="411"/>
                  </a:lnTo>
                  <a:cubicBezTo>
                    <a:pt x="2957" y="392"/>
                    <a:pt x="2957" y="20"/>
                    <a:pt x="2700" y="1"/>
                  </a:cubicBezTo>
                  <a:close/>
                </a:path>
              </a:pathLst>
            </a:custGeom>
            <a:solidFill>
              <a:srgbClr val="CDD7D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612" name="Google Shape;14612;p44"/>
            <p:cNvSpPr/>
            <p:nvPr/>
          </p:nvSpPr>
          <p:spPr>
            <a:xfrm>
              <a:off x="3182058" y="2588890"/>
              <a:ext cx="77455" cy="10788"/>
            </a:xfrm>
            <a:custGeom>
              <a:rect b="b" l="l" r="r" t="t"/>
              <a:pathLst>
                <a:path extrusionOk="0" h="412" w="2958">
                  <a:moveTo>
                    <a:pt x="258" y="1"/>
                  </a:moveTo>
                  <a:cubicBezTo>
                    <a:pt x="0" y="20"/>
                    <a:pt x="0" y="392"/>
                    <a:pt x="258" y="411"/>
                  </a:cubicBezTo>
                  <a:lnTo>
                    <a:pt x="2700" y="411"/>
                  </a:lnTo>
                  <a:cubicBezTo>
                    <a:pt x="2957" y="392"/>
                    <a:pt x="2957" y="20"/>
                    <a:pt x="2700" y="1"/>
                  </a:cubicBezTo>
                  <a:close/>
                </a:path>
              </a:pathLst>
            </a:custGeom>
            <a:solidFill>
              <a:srgbClr val="CDD7D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613" name="Google Shape;14613;p44"/>
            <p:cNvSpPr/>
            <p:nvPr/>
          </p:nvSpPr>
          <p:spPr>
            <a:xfrm>
              <a:off x="3144587" y="2612378"/>
              <a:ext cx="27232" cy="27259"/>
            </a:xfrm>
            <a:custGeom>
              <a:rect b="b" l="l" r="r" t="t"/>
              <a:pathLst>
                <a:path extrusionOk="0" h="1041" w="1040">
                  <a:moveTo>
                    <a:pt x="220" y="1"/>
                  </a:moveTo>
                  <a:cubicBezTo>
                    <a:pt x="95" y="1"/>
                    <a:pt x="0" y="106"/>
                    <a:pt x="0" y="230"/>
                  </a:cubicBezTo>
                  <a:lnTo>
                    <a:pt x="0" y="821"/>
                  </a:lnTo>
                  <a:cubicBezTo>
                    <a:pt x="0" y="945"/>
                    <a:pt x="95" y="1040"/>
                    <a:pt x="220" y="1040"/>
                  </a:cubicBezTo>
                  <a:lnTo>
                    <a:pt x="821" y="1040"/>
                  </a:lnTo>
                  <a:cubicBezTo>
                    <a:pt x="935" y="1040"/>
                    <a:pt x="1040" y="945"/>
                    <a:pt x="1040" y="821"/>
                  </a:cubicBezTo>
                  <a:lnTo>
                    <a:pt x="1040" y="230"/>
                  </a:lnTo>
                  <a:cubicBezTo>
                    <a:pt x="1040" y="106"/>
                    <a:pt x="935" y="1"/>
                    <a:pt x="821" y="1"/>
                  </a:cubicBezTo>
                  <a:close/>
                </a:path>
              </a:pathLst>
            </a:custGeom>
            <a:solidFill>
              <a:srgbClr val="D1DBE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614" name="Google Shape;14614;p44"/>
            <p:cNvSpPr/>
            <p:nvPr/>
          </p:nvSpPr>
          <p:spPr>
            <a:xfrm>
              <a:off x="3182058" y="2607141"/>
              <a:ext cx="77455" cy="10762"/>
            </a:xfrm>
            <a:custGeom>
              <a:rect b="b" l="l" r="r" t="t"/>
              <a:pathLst>
                <a:path extrusionOk="0" h="411" w="2958">
                  <a:moveTo>
                    <a:pt x="258" y="0"/>
                  </a:moveTo>
                  <a:cubicBezTo>
                    <a:pt x="0" y="19"/>
                    <a:pt x="0" y="391"/>
                    <a:pt x="258" y="411"/>
                  </a:cubicBezTo>
                  <a:lnTo>
                    <a:pt x="2700" y="411"/>
                  </a:lnTo>
                  <a:cubicBezTo>
                    <a:pt x="2957" y="391"/>
                    <a:pt x="2957" y="19"/>
                    <a:pt x="2700" y="0"/>
                  </a:cubicBezTo>
                  <a:close/>
                </a:path>
              </a:pathLst>
            </a:custGeom>
            <a:solidFill>
              <a:srgbClr val="CDD7D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615" name="Google Shape;14615;p44"/>
            <p:cNvSpPr/>
            <p:nvPr/>
          </p:nvSpPr>
          <p:spPr>
            <a:xfrm>
              <a:off x="3182058" y="2620627"/>
              <a:ext cx="77455" cy="10762"/>
            </a:xfrm>
            <a:custGeom>
              <a:rect b="b" l="l" r="r" t="t"/>
              <a:pathLst>
                <a:path extrusionOk="0" h="411" w="2958">
                  <a:moveTo>
                    <a:pt x="258" y="0"/>
                  </a:moveTo>
                  <a:cubicBezTo>
                    <a:pt x="0" y="20"/>
                    <a:pt x="0" y="392"/>
                    <a:pt x="258" y="411"/>
                  </a:cubicBezTo>
                  <a:lnTo>
                    <a:pt x="2700" y="411"/>
                  </a:lnTo>
                  <a:cubicBezTo>
                    <a:pt x="2957" y="392"/>
                    <a:pt x="2957" y="20"/>
                    <a:pt x="2700" y="0"/>
                  </a:cubicBezTo>
                  <a:close/>
                </a:path>
              </a:pathLst>
            </a:custGeom>
            <a:solidFill>
              <a:srgbClr val="CDD7D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616" name="Google Shape;14616;p44"/>
            <p:cNvSpPr/>
            <p:nvPr/>
          </p:nvSpPr>
          <p:spPr>
            <a:xfrm>
              <a:off x="3182058" y="2634374"/>
              <a:ext cx="77455" cy="10762"/>
            </a:xfrm>
            <a:custGeom>
              <a:rect b="b" l="l" r="r" t="t"/>
              <a:pathLst>
                <a:path extrusionOk="0" h="411" w="2958">
                  <a:moveTo>
                    <a:pt x="258" y="0"/>
                  </a:moveTo>
                  <a:cubicBezTo>
                    <a:pt x="0" y="19"/>
                    <a:pt x="0" y="391"/>
                    <a:pt x="258" y="410"/>
                  </a:cubicBezTo>
                  <a:lnTo>
                    <a:pt x="2700" y="410"/>
                  </a:lnTo>
                  <a:cubicBezTo>
                    <a:pt x="2957" y="391"/>
                    <a:pt x="2957" y="19"/>
                    <a:pt x="2700" y="0"/>
                  </a:cubicBezTo>
                  <a:close/>
                </a:path>
              </a:pathLst>
            </a:custGeom>
            <a:solidFill>
              <a:srgbClr val="CDD7D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617" name="Google Shape;14617;p44"/>
            <p:cNvSpPr/>
            <p:nvPr/>
          </p:nvSpPr>
          <p:spPr>
            <a:xfrm>
              <a:off x="3077632" y="2694311"/>
              <a:ext cx="334749" cy="34250"/>
            </a:xfrm>
            <a:custGeom>
              <a:rect b="b" l="l" r="r" t="t"/>
              <a:pathLst>
                <a:path extrusionOk="0" h="1308" w="12784">
                  <a:moveTo>
                    <a:pt x="773" y="1"/>
                  </a:moveTo>
                  <a:lnTo>
                    <a:pt x="0" y="1031"/>
                  </a:lnTo>
                  <a:lnTo>
                    <a:pt x="0" y="1308"/>
                  </a:lnTo>
                  <a:lnTo>
                    <a:pt x="12784" y="1308"/>
                  </a:lnTo>
                  <a:lnTo>
                    <a:pt x="12784" y="1031"/>
                  </a:lnTo>
                  <a:lnTo>
                    <a:pt x="12011" y="1"/>
                  </a:lnTo>
                  <a:close/>
                </a:path>
              </a:pathLst>
            </a:custGeom>
            <a:solidFill>
              <a:srgbClr val="E9EEF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618" name="Google Shape;14618;p44"/>
            <p:cNvSpPr/>
            <p:nvPr/>
          </p:nvSpPr>
          <p:spPr>
            <a:xfrm>
              <a:off x="3188552" y="2700072"/>
              <a:ext cx="112674" cy="16758"/>
            </a:xfrm>
            <a:custGeom>
              <a:rect b="b" l="l" r="r" t="t"/>
              <a:pathLst>
                <a:path extrusionOk="0" h="640" w="4303">
                  <a:moveTo>
                    <a:pt x="821" y="0"/>
                  </a:moveTo>
                  <a:cubicBezTo>
                    <a:pt x="782" y="0"/>
                    <a:pt x="744" y="19"/>
                    <a:pt x="706" y="38"/>
                  </a:cubicBezTo>
                  <a:lnTo>
                    <a:pt x="38" y="553"/>
                  </a:lnTo>
                  <a:cubicBezTo>
                    <a:pt x="0" y="582"/>
                    <a:pt x="19" y="639"/>
                    <a:pt x="67" y="639"/>
                  </a:cubicBezTo>
                  <a:lnTo>
                    <a:pt x="4236" y="639"/>
                  </a:lnTo>
                  <a:cubicBezTo>
                    <a:pt x="4284" y="639"/>
                    <a:pt x="4303" y="582"/>
                    <a:pt x="4264" y="553"/>
                  </a:cubicBezTo>
                  <a:lnTo>
                    <a:pt x="3597" y="38"/>
                  </a:lnTo>
                  <a:cubicBezTo>
                    <a:pt x="3568" y="19"/>
                    <a:pt x="3520" y="0"/>
                    <a:pt x="3482" y="0"/>
                  </a:cubicBezTo>
                  <a:close/>
                </a:path>
              </a:pathLst>
            </a:custGeom>
            <a:solidFill>
              <a:srgbClr val="CDD7D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619" name="Google Shape;14619;p44"/>
            <p:cNvSpPr/>
            <p:nvPr/>
          </p:nvSpPr>
          <p:spPr>
            <a:xfrm>
              <a:off x="3077632" y="2721308"/>
              <a:ext cx="334513" cy="20005"/>
            </a:xfrm>
            <a:custGeom>
              <a:rect b="b" l="l" r="r" t="t"/>
              <a:pathLst>
                <a:path extrusionOk="0" h="764" w="12775">
                  <a:moveTo>
                    <a:pt x="0" y="0"/>
                  </a:moveTo>
                  <a:lnTo>
                    <a:pt x="0" y="544"/>
                  </a:lnTo>
                  <a:cubicBezTo>
                    <a:pt x="0" y="668"/>
                    <a:pt x="96" y="763"/>
                    <a:pt x="220" y="763"/>
                  </a:cubicBezTo>
                  <a:lnTo>
                    <a:pt x="12555" y="763"/>
                  </a:lnTo>
                  <a:cubicBezTo>
                    <a:pt x="12679" y="763"/>
                    <a:pt x="12774" y="668"/>
                    <a:pt x="12774" y="544"/>
                  </a:cubicBezTo>
                  <a:lnTo>
                    <a:pt x="12774" y="0"/>
                  </a:lnTo>
                  <a:close/>
                </a:path>
              </a:pathLst>
            </a:custGeom>
            <a:solidFill>
              <a:srgbClr val="CDD7D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4620" name="Google Shape;14620;p44"/>
          <p:cNvGrpSpPr/>
          <p:nvPr/>
        </p:nvGrpSpPr>
        <p:grpSpPr>
          <a:xfrm>
            <a:off x="2635237" y="2279380"/>
            <a:ext cx="359231" cy="323019"/>
            <a:chOff x="2635237" y="2431780"/>
            <a:chExt cx="359231" cy="323019"/>
          </a:xfrm>
        </p:grpSpPr>
        <p:sp>
          <p:nvSpPr>
            <p:cNvPr id="14621" name="Google Shape;14621;p44"/>
            <p:cNvSpPr/>
            <p:nvPr/>
          </p:nvSpPr>
          <p:spPr>
            <a:xfrm>
              <a:off x="2769121" y="2696328"/>
              <a:ext cx="44253" cy="40482"/>
            </a:xfrm>
            <a:custGeom>
              <a:rect b="b" l="l" r="r" t="t"/>
              <a:pathLst>
                <a:path extrusionOk="0" h="1546" w="1690">
                  <a:moveTo>
                    <a:pt x="344" y="0"/>
                  </a:moveTo>
                  <a:lnTo>
                    <a:pt x="1" y="1546"/>
                  </a:lnTo>
                  <a:lnTo>
                    <a:pt x="1689" y="1546"/>
                  </a:lnTo>
                  <a:lnTo>
                    <a:pt x="1346" y="0"/>
                  </a:lnTo>
                  <a:close/>
                </a:path>
              </a:pathLst>
            </a:custGeom>
            <a:solidFill>
              <a:srgbClr val="39516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622" name="Google Shape;14622;p44"/>
            <p:cNvSpPr/>
            <p:nvPr/>
          </p:nvSpPr>
          <p:spPr>
            <a:xfrm>
              <a:off x="2738903" y="2733039"/>
              <a:ext cx="104688" cy="21760"/>
            </a:xfrm>
            <a:custGeom>
              <a:rect b="b" l="l" r="r" t="t"/>
              <a:pathLst>
                <a:path extrusionOk="0" h="831" w="3998">
                  <a:moveTo>
                    <a:pt x="220" y="0"/>
                  </a:moveTo>
                  <a:cubicBezTo>
                    <a:pt x="96" y="0"/>
                    <a:pt x="0" y="96"/>
                    <a:pt x="0" y="220"/>
                  </a:cubicBezTo>
                  <a:lnTo>
                    <a:pt x="0" y="611"/>
                  </a:lnTo>
                  <a:cubicBezTo>
                    <a:pt x="0" y="725"/>
                    <a:pt x="96" y="830"/>
                    <a:pt x="220" y="830"/>
                  </a:cubicBezTo>
                  <a:lnTo>
                    <a:pt x="3778" y="830"/>
                  </a:lnTo>
                  <a:cubicBezTo>
                    <a:pt x="3902" y="830"/>
                    <a:pt x="3997" y="725"/>
                    <a:pt x="3997" y="611"/>
                  </a:cubicBezTo>
                  <a:lnTo>
                    <a:pt x="3997" y="220"/>
                  </a:lnTo>
                  <a:cubicBezTo>
                    <a:pt x="3997" y="96"/>
                    <a:pt x="3902" y="0"/>
                    <a:pt x="3778" y="0"/>
                  </a:cubicBezTo>
                  <a:close/>
                </a:path>
              </a:pathLst>
            </a:custGeom>
            <a:solidFill>
              <a:srgbClr val="53687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623" name="Google Shape;14623;p44"/>
            <p:cNvSpPr/>
            <p:nvPr/>
          </p:nvSpPr>
          <p:spPr>
            <a:xfrm>
              <a:off x="2635237" y="2498212"/>
              <a:ext cx="312020" cy="203876"/>
            </a:xfrm>
            <a:custGeom>
              <a:rect b="b" l="l" r="r" t="t"/>
              <a:pathLst>
                <a:path extrusionOk="0" h="7786" w="11916">
                  <a:moveTo>
                    <a:pt x="229" y="1"/>
                  </a:moveTo>
                  <a:cubicBezTo>
                    <a:pt x="105" y="1"/>
                    <a:pt x="0" y="96"/>
                    <a:pt x="0" y="220"/>
                  </a:cubicBezTo>
                  <a:lnTo>
                    <a:pt x="0" y="7566"/>
                  </a:lnTo>
                  <a:cubicBezTo>
                    <a:pt x="0" y="7681"/>
                    <a:pt x="105" y="7785"/>
                    <a:pt x="229" y="7785"/>
                  </a:cubicBezTo>
                  <a:lnTo>
                    <a:pt x="11687" y="7785"/>
                  </a:lnTo>
                  <a:cubicBezTo>
                    <a:pt x="11811" y="7785"/>
                    <a:pt x="11916" y="7681"/>
                    <a:pt x="11916" y="7566"/>
                  </a:cubicBezTo>
                  <a:lnTo>
                    <a:pt x="11916" y="220"/>
                  </a:lnTo>
                  <a:cubicBezTo>
                    <a:pt x="11916" y="96"/>
                    <a:pt x="11811" y="1"/>
                    <a:pt x="11687" y="1"/>
                  </a:cubicBezTo>
                  <a:close/>
                </a:path>
              </a:pathLst>
            </a:custGeom>
            <a:solidFill>
              <a:srgbClr val="53687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624" name="Google Shape;14624;p44"/>
            <p:cNvSpPr/>
            <p:nvPr/>
          </p:nvSpPr>
          <p:spPr>
            <a:xfrm>
              <a:off x="2845555" y="2498212"/>
              <a:ext cx="101703" cy="84211"/>
            </a:xfrm>
            <a:custGeom>
              <a:rect b="b" l="l" r="r" t="t"/>
              <a:pathLst>
                <a:path extrusionOk="0" h="3216" w="3884">
                  <a:moveTo>
                    <a:pt x="20" y="1"/>
                  </a:moveTo>
                  <a:lnTo>
                    <a:pt x="20" y="68"/>
                  </a:lnTo>
                  <a:cubicBezTo>
                    <a:pt x="1" y="1794"/>
                    <a:pt x="1394" y="3206"/>
                    <a:pt x="3120" y="3216"/>
                  </a:cubicBezTo>
                  <a:cubicBezTo>
                    <a:pt x="3378" y="3216"/>
                    <a:pt x="3626" y="3178"/>
                    <a:pt x="3884" y="3120"/>
                  </a:cubicBezTo>
                  <a:lnTo>
                    <a:pt x="3884" y="220"/>
                  </a:lnTo>
                  <a:cubicBezTo>
                    <a:pt x="3874" y="96"/>
                    <a:pt x="3779" y="1"/>
                    <a:pt x="3655" y="1"/>
                  </a:cubicBezTo>
                  <a:close/>
                </a:path>
              </a:pathLst>
            </a:custGeom>
            <a:solidFill>
              <a:srgbClr val="203B5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625" name="Google Shape;14625;p44"/>
            <p:cNvSpPr/>
            <p:nvPr/>
          </p:nvSpPr>
          <p:spPr>
            <a:xfrm>
              <a:off x="2635472" y="2687582"/>
              <a:ext cx="311523" cy="14506"/>
            </a:xfrm>
            <a:custGeom>
              <a:rect b="b" l="l" r="r" t="t"/>
              <a:pathLst>
                <a:path extrusionOk="0" h="554" w="11897">
                  <a:moveTo>
                    <a:pt x="1" y="0"/>
                  </a:moveTo>
                  <a:lnTo>
                    <a:pt x="1" y="334"/>
                  </a:lnTo>
                  <a:cubicBezTo>
                    <a:pt x="1" y="449"/>
                    <a:pt x="96" y="553"/>
                    <a:pt x="220" y="553"/>
                  </a:cubicBezTo>
                  <a:lnTo>
                    <a:pt x="11678" y="553"/>
                  </a:lnTo>
                  <a:cubicBezTo>
                    <a:pt x="11802" y="553"/>
                    <a:pt x="11897" y="449"/>
                    <a:pt x="11897" y="334"/>
                  </a:cubicBezTo>
                  <a:lnTo>
                    <a:pt x="11897" y="0"/>
                  </a:lnTo>
                  <a:close/>
                </a:path>
              </a:pathLst>
            </a:custGeom>
            <a:solidFill>
              <a:srgbClr val="203B5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626" name="Google Shape;14626;p44"/>
            <p:cNvSpPr/>
            <p:nvPr/>
          </p:nvSpPr>
          <p:spPr>
            <a:xfrm>
              <a:off x="2655216" y="2517196"/>
              <a:ext cx="272062" cy="151166"/>
            </a:xfrm>
            <a:custGeom>
              <a:rect b="b" l="l" r="r" t="t"/>
              <a:pathLst>
                <a:path extrusionOk="0" h="5773" w="10390">
                  <a:moveTo>
                    <a:pt x="220" y="1"/>
                  </a:moveTo>
                  <a:cubicBezTo>
                    <a:pt x="105" y="1"/>
                    <a:pt x="0" y="106"/>
                    <a:pt x="0" y="220"/>
                  </a:cubicBezTo>
                  <a:lnTo>
                    <a:pt x="0" y="5553"/>
                  </a:lnTo>
                  <a:cubicBezTo>
                    <a:pt x="0" y="5677"/>
                    <a:pt x="105" y="5773"/>
                    <a:pt x="220" y="5773"/>
                  </a:cubicBezTo>
                  <a:lnTo>
                    <a:pt x="10389" y="5773"/>
                  </a:lnTo>
                  <a:lnTo>
                    <a:pt x="10389" y="220"/>
                  </a:lnTo>
                  <a:cubicBezTo>
                    <a:pt x="10389" y="106"/>
                    <a:pt x="10284" y="1"/>
                    <a:pt x="10170" y="1"/>
                  </a:cubicBezTo>
                  <a:close/>
                </a:path>
              </a:pathLst>
            </a:custGeom>
            <a:solidFill>
              <a:srgbClr val="E9EEF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627" name="Google Shape;14627;p44"/>
            <p:cNvSpPr/>
            <p:nvPr/>
          </p:nvSpPr>
          <p:spPr>
            <a:xfrm>
              <a:off x="2847807" y="2517196"/>
              <a:ext cx="79471" cy="65227"/>
            </a:xfrm>
            <a:custGeom>
              <a:rect b="b" l="l" r="r" t="t"/>
              <a:pathLst>
                <a:path extrusionOk="0" h="2491" w="3035">
                  <a:moveTo>
                    <a:pt x="1" y="1"/>
                  </a:moveTo>
                  <a:cubicBezTo>
                    <a:pt x="296" y="1441"/>
                    <a:pt x="1565" y="2481"/>
                    <a:pt x="3034" y="2491"/>
                  </a:cubicBezTo>
                  <a:lnTo>
                    <a:pt x="3034" y="220"/>
                  </a:lnTo>
                  <a:cubicBezTo>
                    <a:pt x="3034" y="106"/>
                    <a:pt x="2929" y="1"/>
                    <a:pt x="2815" y="1"/>
                  </a:cubicBezTo>
                  <a:close/>
                </a:path>
              </a:pathLst>
            </a:custGeom>
            <a:solidFill>
              <a:srgbClr val="CDD7D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628" name="Google Shape;14628;p44"/>
            <p:cNvSpPr/>
            <p:nvPr/>
          </p:nvSpPr>
          <p:spPr>
            <a:xfrm>
              <a:off x="2655216" y="2517196"/>
              <a:ext cx="272062" cy="151166"/>
            </a:xfrm>
            <a:custGeom>
              <a:rect b="b" l="l" r="r" t="t"/>
              <a:pathLst>
                <a:path extrusionOk="0" h="5773" w="10390">
                  <a:moveTo>
                    <a:pt x="229" y="1"/>
                  </a:moveTo>
                  <a:cubicBezTo>
                    <a:pt x="105" y="1"/>
                    <a:pt x="0" y="106"/>
                    <a:pt x="0" y="220"/>
                  </a:cubicBezTo>
                  <a:lnTo>
                    <a:pt x="0" y="5553"/>
                  </a:lnTo>
                  <a:cubicBezTo>
                    <a:pt x="0" y="5677"/>
                    <a:pt x="105" y="5773"/>
                    <a:pt x="229" y="5773"/>
                  </a:cubicBezTo>
                  <a:lnTo>
                    <a:pt x="10170" y="5773"/>
                  </a:lnTo>
                  <a:cubicBezTo>
                    <a:pt x="10284" y="5773"/>
                    <a:pt x="10389" y="5677"/>
                    <a:pt x="10389" y="5553"/>
                  </a:cubicBezTo>
                  <a:lnTo>
                    <a:pt x="10389" y="5191"/>
                  </a:lnTo>
                  <a:lnTo>
                    <a:pt x="611" y="5191"/>
                  </a:lnTo>
                  <a:lnTo>
                    <a:pt x="611" y="1"/>
                  </a:lnTo>
                  <a:close/>
                </a:path>
              </a:pathLst>
            </a:custGeom>
            <a:solidFill>
              <a:srgbClr val="CDD7D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629" name="Google Shape;14629;p44"/>
            <p:cNvSpPr/>
            <p:nvPr/>
          </p:nvSpPr>
          <p:spPr>
            <a:xfrm>
              <a:off x="2770378" y="2678836"/>
              <a:ext cx="41739" cy="10762"/>
            </a:xfrm>
            <a:custGeom>
              <a:rect b="b" l="l" r="r" t="t"/>
              <a:pathLst>
                <a:path extrusionOk="0" h="411" w="1594">
                  <a:moveTo>
                    <a:pt x="248" y="0"/>
                  </a:moveTo>
                  <a:cubicBezTo>
                    <a:pt x="0" y="19"/>
                    <a:pt x="0" y="391"/>
                    <a:pt x="248" y="410"/>
                  </a:cubicBezTo>
                  <a:lnTo>
                    <a:pt x="1336" y="410"/>
                  </a:lnTo>
                  <a:cubicBezTo>
                    <a:pt x="1593" y="391"/>
                    <a:pt x="1593" y="19"/>
                    <a:pt x="1336" y="0"/>
                  </a:cubicBezTo>
                  <a:close/>
                </a:path>
              </a:pathLst>
            </a:custGeom>
            <a:solidFill>
              <a:srgbClr val="BECBD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630" name="Google Shape;14630;p44"/>
            <p:cNvSpPr/>
            <p:nvPr/>
          </p:nvSpPr>
          <p:spPr>
            <a:xfrm>
              <a:off x="2733404" y="2584910"/>
              <a:ext cx="25504" cy="26002"/>
            </a:xfrm>
            <a:custGeom>
              <a:rect b="b" l="l" r="r" t="t"/>
              <a:pathLst>
                <a:path extrusionOk="0" h="993" w="974">
                  <a:moveTo>
                    <a:pt x="220" y="0"/>
                  </a:moveTo>
                  <a:cubicBezTo>
                    <a:pt x="96" y="0"/>
                    <a:pt x="0" y="105"/>
                    <a:pt x="0" y="220"/>
                  </a:cubicBezTo>
                  <a:lnTo>
                    <a:pt x="0" y="773"/>
                  </a:lnTo>
                  <a:cubicBezTo>
                    <a:pt x="0" y="897"/>
                    <a:pt x="96" y="992"/>
                    <a:pt x="220" y="992"/>
                  </a:cubicBezTo>
                  <a:lnTo>
                    <a:pt x="754" y="992"/>
                  </a:lnTo>
                  <a:cubicBezTo>
                    <a:pt x="878" y="992"/>
                    <a:pt x="973" y="897"/>
                    <a:pt x="973" y="773"/>
                  </a:cubicBezTo>
                  <a:lnTo>
                    <a:pt x="973" y="220"/>
                  </a:lnTo>
                  <a:cubicBezTo>
                    <a:pt x="973" y="105"/>
                    <a:pt x="878" y="0"/>
                    <a:pt x="754" y="0"/>
                  </a:cubicBezTo>
                  <a:close/>
                </a:path>
              </a:pathLst>
            </a:custGeom>
            <a:solidFill>
              <a:srgbClr val="95A6B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631" name="Google Shape;14631;p44"/>
            <p:cNvSpPr/>
            <p:nvPr/>
          </p:nvSpPr>
          <p:spPr>
            <a:xfrm>
              <a:off x="2778364" y="2584910"/>
              <a:ext cx="25766" cy="26002"/>
            </a:xfrm>
            <a:custGeom>
              <a:rect b="b" l="l" r="r" t="t"/>
              <a:pathLst>
                <a:path extrusionOk="0" h="993" w="984">
                  <a:moveTo>
                    <a:pt x="229" y="0"/>
                  </a:moveTo>
                  <a:cubicBezTo>
                    <a:pt x="105" y="0"/>
                    <a:pt x="1" y="105"/>
                    <a:pt x="1" y="220"/>
                  </a:cubicBezTo>
                  <a:lnTo>
                    <a:pt x="1" y="773"/>
                  </a:lnTo>
                  <a:cubicBezTo>
                    <a:pt x="1" y="897"/>
                    <a:pt x="105" y="992"/>
                    <a:pt x="229" y="992"/>
                  </a:cubicBezTo>
                  <a:lnTo>
                    <a:pt x="764" y="992"/>
                  </a:lnTo>
                  <a:cubicBezTo>
                    <a:pt x="878" y="992"/>
                    <a:pt x="983" y="897"/>
                    <a:pt x="983" y="773"/>
                  </a:cubicBezTo>
                  <a:lnTo>
                    <a:pt x="983" y="220"/>
                  </a:lnTo>
                  <a:cubicBezTo>
                    <a:pt x="983" y="105"/>
                    <a:pt x="878" y="0"/>
                    <a:pt x="764" y="0"/>
                  </a:cubicBezTo>
                  <a:close/>
                </a:path>
              </a:pathLst>
            </a:custGeom>
            <a:solidFill>
              <a:srgbClr val="BFC8D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632" name="Google Shape;14632;p44"/>
            <p:cNvSpPr/>
            <p:nvPr/>
          </p:nvSpPr>
          <p:spPr>
            <a:xfrm>
              <a:off x="2823585" y="2584910"/>
              <a:ext cx="25504" cy="26002"/>
            </a:xfrm>
            <a:custGeom>
              <a:rect b="b" l="l" r="r" t="t"/>
              <a:pathLst>
                <a:path extrusionOk="0" h="993" w="974">
                  <a:moveTo>
                    <a:pt x="220" y="0"/>
                  </a:moveTo>
                  <a:cubicBezTo>
                    <a:pt x="96" y="0"/>
                    <a:pt x="0" y="105"/>
                    <a:pt x="0" y="220"/>
                  </a:cubicBezTo>
                  <a:lnTo>
                    <a:pt x="0" y="773"/>
                  </a:lnTo>
                  <a:cubicBezTo>
                    <a:pt x="0" y="897"/>
                    <a:pt x="96" y="992"/>
                    <a:pt x="220" y="992"/>
                  </a:cubicBezTo>
                  <a:lnTo>
                    <a:pt x="754" y="992"/>
                  </a:lnTo>
                  <a:cubicBezTo>
                    <a:pt x="878" y="992"/>
                    <a:pt x="973" y="897"/>
                    <a:pt x="973" y="773"/>
                  </a:cubicBezTo>
                  <a:lnTo>
                    <a:pt x="973" y="220"/>
                  </a:lnTo>
                  <a:cubicBezTo>
                    <a:pt x="973" y="105"/>
                    <a:pt x="878" y="0"/>
                    <a:pt x="754" y="0"/>
                  </a:cubicBezTo>
                  <a:close/>
                </a:path>
              </a:pathLst>
            </a:custGeom>
            <a:solidFill>
              <a:srgbClr val="94A3B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633" name="Google Shape;14633;p44"/>
            <p:cNvSpPr/>
            <p:nvPr/>
          </p:nvSpPr>
          <p:spPr>
            <a:xfrm>
              <a:off x="2859799" y="2431780"/>
              <a:ext cx="134669" cy="136424"/>
            </a:xfrm>
            <a:custGeom>
              <a:rect b="b" l="l" r="r" t="t"/>
              <a:pathLst>
                <a:path extrusionOk="0" h="5210" w="5143">
                  <a:moveTo>
                    <a:pt x="2576" y="0"/>
                  </a:moveTo>
                  <a:cubicBezTo>
                    <a:pt x="1155" y="0"/>
                    <a:pt x="1" y="1164"/>
                    <a:pt x="1" y="2605"/>
                  </a:cubicBezTo>
                  <a:cubicBezTo>
                    <a:pt x="1" y="4045"/>
                    <a:pt x="1155" y="5209"/>
                    <a:pt x="2576" y="5209"/>
                  </a:cubicBezTo>
                  <a:cubicBezTo>
                    <a:pt x="3988" y="5209"/>
                    <a:pt x="5143" y="4045"/>
                    <a:pt x="5143" y="2605"/>
                  </a:cubicBezTo>
                  <a:cubicBezTo>
                    <a:pt x="5143" y="1164"/>
                    <a:pt x="3988" y="0"/>
                    <a:pt x="2576" y="0"/>
                  </a:cubicBezTo>
                  <a:close/>
                </a:path>
              </a:pathLst>
            </a:custGeom>
            <a:solidFill>
              <a:srgbClr val="BECBD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634" name="Google Shape;14634;p44"/>
            <p:cNvSpPr/>
            <p:nvPr/>
          </p:nvSpPr>
          <p:spPr>
            <a:xfrm>
              <a:off x="2904026" y="2482920"/>
              <a:ext cx="39984" cy="34302"/>
            </a:xfrm>
            <a:custGeom>
              <a:rect b="b" l="l" r="r" t="t"/>
              <a:pathLst>
                <a:path extrusionOk="0" h="1310" w="1527">
                  <a:moveTo>
                    <a:pt x="887" y="413"/>
                  </a:moveTo>
                  <a:cubicBezTo>
                    <a:pt x="1011" y="423"/>
                    <a:pt x="1116" y="528"/>
                    <a:pt x="1116" y="652"/>
                  </a:cubicBezTo>
                  <a:cubicBezTo>
                    <a:pt x="1116" y="800"/>
                    <a:pt x="999" y="896"/>
                    <a:pt x="876" y="896"/>
                  </a:cubicBezTo>
                  <a:cubicBezTo>
                    <a:pt x="817" y="896"/>
                    <a:pt x="756" y="873"/>
                    <a:pt x="706" y="823"/>
                  </a:cubicBezTo>
                  <a:cubicBezTo>
                    <a:pt x="553" y="671"/>
                    <a:pt x="668" y="413"/>
                    <a:pt x="887" y="413"/>
                  </a:cubicBezTo>
                  <a:close/>
                  <a:moveTo>
                    <a:pt x="869" y="1"/>
                  </a:moveTo>
                  <a:cubicBezTo>
                    <a:pt x="708" y="1"/>
                    <a:pt x="544" y="60"/>
                    <a:pt x="410" y="194"/>
                  </a:cubicBezTo>
                  <a:cubicBezTo>
                    <a:pt x="0" y="614"/>
                    <a:pt x="305" y="1310"/>
                    <a:pt x="887" y="1310"/>
                  </a:cubicBezTo>
                  <a:cubicBezTo>
                    <a:pt x="1240" y="1300"/>
                    <a:pt x="1527" y="1014"/>
                    <a:pt x="1527" y="652"/>
                  </a:cubicBezTo>
                  <a:cubicBezTo>
                    <a:pt x="1527" y="259"/>
                    <a:pt x="1205" y="1"/>
                    <a:pt x="869" y="1"/>
                  </a:cubicBezTo>
                  <a:close/>
                </a:path>
              </a:pathLst>
            </a:custGeom>
            <a:solidFill>
              <a:srgbClr val="95A6B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635" name="Google Shape;14635;p44"/>
            <p:cNvSpPr/>
            <p:nvPr/>
          </p:nvSpPr>
          <p:spPr>
            <a:xfrm>
              <a:off x="2880433" y="2455190"/>
              <a:ext cx="93638" cy="89841"/>
            </a:xfrm>
            <a:custGeom>
              <a:rect b="b" l="l" r="r" t="t"/>
              <a:pathLst>
                <a:path extrusionOk="0" h="3431" w="3576">
                  <a:moveTo>
                    <a:pt x="1785" y="845"/>
                  </a:moveTo>
                  <a:cubicBezTo>
                    <a:pt x="1936" y="845"/>
                    <a:pt x="2089" y="885"/>
                    <a:pt x="2227" y="967"/>
                  </a:cubicBezTo>
                  <a:cubicBezTo>
                    <a:pt x="2418" y="1091"/>
                    <a:pt x="2561" y="1281"/>
                    <a:pt x="2609" y="1510"/>
                  </a:cubicBezTo>
                  <a:cubicBezTo>
                    <a:pt x="2666" y="1730"/>
                    <a:pt x="2628" y="1959"/>
                    <a:pt x="2513" y="2159"/>
                  </a:cubicBezTo>
                  <a:cubicBezTo>
                    <a:pt x="2447" y="2283"/>
                    <a:pt x="2342" y="2378"/>
                    <a:pt x="2227" y="2455"/>
                  </a:cubicBezTo>
                  <a:cubicBezTo>
                    <a:pt x="2089" y="2536"/>
                    <a:pt x="1936" y="2576"/>
                    <a:pt x="1785" y="2576"/>
                  </a:cubicBezTo>
                  <a:cubicBezTo>
                    <a:pt x="1633" y="2576"/>
                    <a:pt x="1483" y="2536"/>
                    <a:pt x="1349" y="2455"/>
                  </a:cubicBezTo>
                  <a:cubicBezTo>
                    <a:pt x="1149" y="2331"/>
                    <a:pt x="1016" y="2140"/>
                    <a:pt x="958" y="1921"/>
                  </a:cubicBezTo>
                  <a:cubicBezTo>
                    <a:pt x="930" y="1787"/>
                    <a:pt x="930" y="1644"/>
                    <a:pt x="958" y="1510"/>
                  </a:cubicBezTo>
                  <a:cubicBezTo>
                    <a:pt x="1016" y="1281"/>
                    <a:pt x="1149" y="1091"/>
                    <a:pt x="1349" y="967"/>
                  </a:cubicBezTo>
                  <a:cubicBezTo>
                    <a:pt x="1483" y="885"/>
                    <a:pt x="1633" y="845"/>
                    <a:pt x="1785" y="845"/>
                  </a:cubicBezTo>
                  <a:close/>
                  <a:moveTo>
                    <a:pt x="1784" y="1"/>
                  </a:moveTo>
                  <a:cubicBezTo>
                    <a:pt x="1686" y="1"/>
                    <a:pt x="1588" y="65"/>
                    <a:pt x="1578" y="194"/>
                  </a:cubicBezTo>
                  <a:lnTo>
                    <a:pt x="1578" y="451"/>
                  </a:lnTo>
                  <a:cubicBezTo>
                    <a:pt x="1388" y="480"/>
                    <a:pt x="1206" y="556"/>
                    <a:pt x="1054" y="671"/>
                  </a:cubicBezTo>
                  <a:lnTo>
                    <a:pt x="872" y="499"/>
                  </a:lnTo>
                  <a:cubicBezTo>
                    <a:pt x="830" y="463"/>
                    <a:pt x="785" y="448"/>
                    <a:pt x="741" y="448"/>
                  </a:cubicBezTo>
                  <a:cubicBezTo>
                    <a:pt x="588" y="448"/>
                    <a:pt x="458" y="637"/>
                    <a:pt x="577" y="785"/>
                  </a:cubicBezTo>
                  <a:lnTo>
                    <a:pt x="758" y="967"/>
                  </a:lnTo>
                  <a:cubicBezTo>
                    <a:pt x="644" y="1129"/>
                    <a:pt x="567" y="1320"/>
                    <a:pt x="539" y="1510"/>
                  </a:cubicBezTo>
                  <a:lnTo>
                    <a:pt x="291" y="1510"/>
                  </a:lnTo>
                  <a:cubicBezTo>
                    <a:pt x="285" y="1510"/>
                    <a:pt x="279" y="1510"/>
                    <a:pt x="273" y="1510"/>
                  </a:cubicBezTo>
                  <a:cubicBezTo>
                    <a:pt x="4" y="1510"/>
                    <a:pt x="1" y="1922"/>
                    <a:pt x="264" y="1922"/>
                  </a:cubicBezTo>
                  <a:cubicBezTo>
                    <a:pt x="273" y="1922"/>
                    <a:pt x="282" y="1921"/>
                    <a:pt x="291" y="1921"/>
                  </a:cubicBezTo>
                  <a:lnTo>
                    <a:pt x="539" y="1921"/>
                  </a:lnTo>
                  <a:cubicBezTo>
                    <a:pt x="567" y="2121"/>
                    <a:pt x="644" y="2302"/>
                    <a:pt x="758" y="2464"/>
                  </a:cubicBezTo>
                  <a:lnTo>
                    <a:pt x="586" y="2646"/>
                  </a:lnTo>
                  <a:cubicBezTo>
                    <a:pt x="407" y="2796"/>
                    <a:pt x="551" y="3016"/>
                    <a:pt x="714" y="3016"/>
                  </a:cubicBezTo>
                  <a:cubicBezTo>
                    <a:pt x="768" y="3016"/>
                    <a:pt x="825" y="2991"/>
                    <a:pt x="872" y="2932"/>
                  </a:cubicBezTo>
                  <a:lnTo>
                    <a:pt x="1054" y="2760"/>
                  </a:lnTo>
                  <a:cubicBezTo>
                    <a:pt x="1206" y="2875"/>
                    <a:pt x="1388" y="2951"/>
                    <a:pt x="1578" y="2979"/>
                  </a:cubicBezTo>
                  <a:lnTo>
                    <a:pt x="1578" y="3237"/>
                  </a:lnTo>
                  <a:cubicBezTo>
                    <a:pt x="1588" y="3366"/>
                    <a:pt x="1686" y="3430"/>
                    <a:pt x="1785" y="3430"/>
                  </a:cubicBezTo>
                  <a:cubicBezTo>
                    <a:pt x="1884" y="3430"/>
                    <a:pt x="1984" y="3366"/>
                    <a:pt x="1998" y="3237"/>
                  </a:cubicBezTo>
                  <a:lnTo>
                    <a:pt x="1998" y="2979"/>
                  </a:lnTo>
                  <a:cubicBezTo>
                    <a:pt x="2189" y="2951"/>
                    <a:pt x="2361" y="2875"/>
                    <a:pt x="2523" y="2760"/>
                  </a:cubicBezTo>
                  <a:lnTo>
                    <a:pt x="2695" y="2932"/>
                  </a:lnTo>
                  <a:cubicBezTo>
                    <a:pt x="2742" y="2991"/>
                    <a:pt x="2799" y="3016"/>
                    <a:pt x="2854" y="3016"/>
                  </a:cubicBezTo>
                  <a:cubicBezTo>
                    <a:pt x="3017" y="3016"/>
                    <a:pt x="3162" y="2796"/>
                    <a:pt x="2990" y="2646"/>
                  </a:cubicBezTo>
                  <a:lnTo>
                    <a:pt x="2809" y="2464"/>
                  </a:lnTo>
                  <a:cubicBezTo>
                    <a:pt x="2924" y="2302"/>
                    <a:pt x="3000" y="2121"/>
                    <a:pt x="3038" y="1921"/>
                  </a:cubicBezTo>
                  <a:lnTo>
                    <a:pt x="3286" y="1921"/>
                  </a:lnTo>
                  <a:cubicBezTo>
                    <a:pt x="3295" y="1921"/>
                    <a:pt x="3304" y="1922"/>
                    <a:pt x="3312" y="1922"/>
                  </a:cubicBezTo>
                  <a:cubicBezTo>
                    <a:pt x="3576" y="1922"/>
                    <a:pt x="3573" y="1510"/>
                    <a:pt x="3304" y="1510"/>
                  </a:cubicBezTo>
                  <a:cubicBezTo>
                    <a:pt x="3298" y="1510"/>
                    <a:pt x="3292" y="1510"/>
                    <a:pt x="3286" y="1510"/>
                  </a:cubicBezTo>
                  <a:lnTo>
                    <a:pt x="3038" y="1510"/>
                  </a:lnTo>
                  <a:cubicBezTo>
                    <a:pt x="3000" y="1310"/>
                    <a:pt x="2924" y="1129"/>
                    <a:pt x="2809" y="967"/>
                  </a:cubicBezTo>
                  <a:lnTo>
                    <a:pt x="2990" y="785"/>
                  </a:lnTo>
                  <a:cubicBezTo>
                    <a:pt x="3115" y="631"/>
                    <a:pt x="2986" y="443"/>
                    <a:pt x="2832" y="443"/>
                  </a:cubicBezTo>
                  <a:cubicBezTo>
                    <a:pt x="2786" y="443"/>
                    <a:pt x="2739" y="460"/>
                    <a:pt x="2695" y="499"/>
                  </a:cubicBezTo>
                  <a:lnTo>
                    <a:pt x="2523" y="671"/>
                  </a:lnTo>
                  <a:cubicBezTo>
                    <a:pt x="2361" y="556"/>
                    <a:pt x="2179" y="480"/>
                    <a:pt x="1989" y="451"/>
                  </a:cubicBezTo>
                  <a:lnTo>
                    <a:pt x="1989" y="194"/>
                  </a:lnTo>
                  <a:cubicBezTo>
                    <a:pt x="1979" y="65"/>
                    <a:pt x="1881" y="1"/>
                    <a:pt x="1784" y="1"/>
                  </a:cubicBezTo>
                  <a:close/>
                </a:path>
              </a:pathLst>
            </a:custGeom>
            <a:solidFill>
              <a:srgbClr val="95A6B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4636" name="Google Shape;14636;p44"/>
          <p:cNvGrpSpPr/>
          <p:nvPr/>
        </p:nvGrpSpPr>
        <p:grpSpPr>
          <a:xfrm>
            <a:off x="4011651" y="3615732"/>
            <a:ext cx="373189" cy="358944"/>
            <a:chOff x="4011651" y="3768132"/>
            <a:chExt cx="373189" cy="358944"/>
          </a:xfrm>
        </p:grpSpPr>
        <p:sp>
          <p:nvSpPr>
            <p:cNvPr id="14637" name="Google Shape;14637;p44"/>
            <p:cNvSpPr/>
            <p:nvPr/>
          </p:nvSpPr>
          <p:spPr>
            <a:xfrm>
              <a:off x="4011651" y="3859387"/>
              <a:ext cx="275309" cy="267689"/>
            </a:xfrm>
            <a:custGeom>
              <a:rect b="b" l="l" r="r" t="t"/>
              <a:pathLst>
                <a:path extrusionOk="0" h="10223" w="10514">
                  <a:moveTo>
                    <a:pt x="2452" y="1"/>
                  </a:moveTo>
                  <a:lnTo>
                    <a:pt x="1632" y="430"/>
                  </a:lnTo>
                  <a:lnTo>
                    <a:pt x="1403" y="554"/>
                  </a:lnTo>
                  <a:cubicBezTo>
                    <a:pt x="401" y="1079"/>
                    <a:pt x="0" y="2300"/>
                    <a:pt x="506" y="3321"/>
                  </a:cubicBezTo>
                  <a:cubicBezTo>
                    <a:pt x="1174" y="4656"/>
                    <a:pt x="5848" y="9340"/>
                    <a:pt x="7193" y="10008"/>
                  </a:cubicBezTo>
                  <a:cubicBezTo>
                    <a:pt x="7490" y="10153"/>
                    <a:pt x="7805" y="10223"/>
                    <a:pt x="8115" y="10223"/>
                  </a:cubicBezTo>
                  <a:cubicBezTo>
                    <a:pt x="8865" y="10223"/>
                    <a:pt x="9589" y="9820"/>
                    <a:pt x="9960" y="9111"/>
                  </a:cubicBezTo>
                  <a:lnTo>
                    <a:pt x="10074" y="8882"/>
                  </a:lnTo>
                  <a:lnTo>
                    <a:pt x="10513" y="8052"/>
                  </a:lnTo>
                  <a:lnTo>
                    <a:pt x="8128" y="6717"/>
                  </a:lnTo>
                  <a:lnTo>
                    <a:pt x="7918" y="7232"/>
                  </a:lnTo>
                  <a:cubicBezTo>
                    <a:pt x="7761" y="7616"/>
                    <a:pt x="7392" y="7838"/>
                    <a:pt x="7014" y="7838"/>
                  </a:cubicBezTo>
                  <a:cubicBezTo>
                    <a:pt x="6819" y="7838"/>
                    <a:pt x="6621" y="7779"/>
                    <a:pt x="6449" y="7652"/>
                  </a:cubicBezTo>
                  <a:cubicBezTo>
                    <a:pt x="6211" y="7480"/>
                    <a:pt x="3034" y="4303"/>
                    <a:pt x="2862" y="4065"/>
                  </a:cubicBezTo>
                  <a:cubicBezTo>
                    <a:pt x="2490" y="3550"/>
                    <a:pt x="2691" y="2834"/>
                    <a:pt x="3272" y="2596"/>
                  </a:cubicBezTo>
                  <a:lnTo>
                    <a:pt x="3788" y="2386"/>
                  </a:lnTo>
                  <a:lnTo>
                    <a:pt x="2452" y="1"/>
                  </a:lnTo>
                  <a:close/>
                </a:path>
              </a:pathLst>
            </a:custGeom>
            <a:solidFill>
              <a:srgbClr val="6A7F9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638" name="Google Shape;14638;p44"/>
            <p:cNvSpPr/>
            <p:nvPr/>
          </p:nvSpPr>
          <p:spPr>
            <a:xfrm>
              <a:off x="4054359" y="3859151"/>
              <a:ext cx="56481" cy="72716"/>
            </a:xfrm>
            <a:custGeom>
              <a:rect b="b" l="l" r="r" t="t"/>
              <a:pathLst>
                <a:path extrusionOk="0" h="2777" w="2157">
                  <a:moveTo>
                    <a:pt x="821" y="0"/>
                  </a:moveTo>
                  <a:lnTo>
                    <a:pt x="1" y="439"/>
                  </a:lnTo>
                  <a:lnTo>
                    <a:pt x="1374" y="2776"/>
                  </a:lnTo>
                  <a:cubicBezTo>
                    <a:pt x="1451" y="2700"/>
                    <a:pt x="1546" y="2643"/>
                    <a:pt x="1641" y="2605"/>
                  </a:cubicBezTo>
                  <a:lnTo>
                    <a:pt x="2157" y="2395"/>
                  </a:lnTo>
                  <a:lnTo>
                    <a:pt x="821" y="0"/>
                  </a:lnTo>
                  <a:close/>
                </a:path>
              </a:pathLst>
            </a:custGeom>
            <a:solidFill>
              <a:srgbClr val="51667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639" name="Google Shape;14639;p44"/>
            <p:cNvSpPr/>
            <p:nvPr/>
          </p:nvSpPr>
          <p:spPr>
            <a:xfrm>
              <a:off x="4214480" y="4035245"/>
              <a:ext cx="72480" cy="56743"/>
            </a:xfrm>
            <a:custGeom>
              <a:rect b="b" l="l" r="r" t="t"/>
              <a:pathLst>
                <a:path extrusionOk="0" h="2167" w="2768">
                  <a:moveTo>
                    <a:pt x="382" y="1"/>
                  </a:moveTo>
                  <a:lnTo>
                    <a:pt x="172" y="526"/>
                  </a:lnTo>
                  <a:cubicBezTo>
                    <a:pt x="125" y="621"/>
                    <a:pt x="67" y="716"/>
                    <a:pt x="1" y="793"/>
                  </a:cubicBezTo>
                  <a:lnTo>
                    <a:pt x="2328" y="2166"/>
                  </a:lnTo>
                  <a:lnTo>
                    <a:pt x="2767" y="1336"/>
                  </a:lnTo>
                  <a:lnTo>
                    <a:pt x="382" y="1"/>
                  </a:lnTo>
                  <a:close/>
                </a:path>
              </a:pathLst>
            </a:custGeom>
            <a:solidFill>
              <a:srgbClr val="51667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640" name="Google Shape;14640;p44"/>
            <p:cNvSpPr/>
            <p:nvPr/>
          </p:nvSpPr>
          <p:spPr>
            <a:xfrm>
              <a:off x="4135559" y="3768132"/>
              <a:ext cx="249281" cy="210946"/>
            </a:xfrm>
            <a:custGeom>
              <a:rect b="b" l="l" r="r" t="t"/>
              <a:pathLst>
                <a:path extrusionOk="0" h="8056" w="9520">
                  <a:moveTo>
                    <a:pt x="4798" y="0"/>
                  </a:moveTo>
                  <a:cubicBezTo>
                    <a:pt x="4745" y="0"/>
                    <a:pt x="4691" y="2"/>
                    <a:pt x="4636" y="4"/>
                  </a:cubicBezTo>
                  <a:cubicBezTo>
                    <a:pt x="1612" y="118"/>
                    <a:pt x="0" y="3629"/>
                    <a:pt x="1879" y="6004"/>
                  </a:cubicBezTo>
                  <a:lnTo>
                    <a:pt x="1803" y="7826"/>
                  </a:lnTo>
                  <a:cubicBezTo>
                    <a:pt x="1795" y="7956"/>
                    <a:pt x="1904" y="8056"/>
                    <a:pt x="2026" y="8056"/>
                  </a:cubicBezTo>
                  <a:cubicBezTo>
                    <a:pt x="2056" y="8056"/>
                    <a:pt x="2088" y="8050"/>
                    <a:pt x="2118" y="8036"/>
                  </a:cubicBezTo>
                  <a:lnTo>
                    <a:pt x="3768" y="7264"/>
                  </a:lnTo>
                  <a:cubicBezTo>
                    <a:pt x="4103" y="7359"/>
                    <a:pt x="4443" y="7404"/>
                    <a:pt x="4778" y="7404"/>
                  </a:cubicBezTo>
                  <a:cubicBezTo>
                    <a:pt x="5993" y="7404"/>
                    <a:pt x="7158" y="6805"/>
                    <a:pt x="7861" y="5766"/>
                  </a:cubicBezTo>
                  <a:cubicBezTo>
                    <a:pt x="9519" y="3293"/>
                    <a:pt x="7727" y="0"/>
                    <a:pt x="4798" y="0"/>
                  </a:cubicBezTo>
                  <a:close/>
                </a:path>
              </a:pathLst>
            </a:custGeom>
            <a:solidFill>
              <a:srgbClr val="BECBD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641" name="Google Shape;14641;p44"/>
            <p:cNvSpPr/>
            <p:nvPr/>
          </p:nvSpPr>
          <p:spPr>
            <a:xfrm>
              <a:off x="4062110" y="3836553"/>
              <a:ext cx="78712" cy="97827"/>
            </a:xfrm>
            <a:custGeom>
              <a:rect b="b" l="l" r="r" t="t"/>
              <a:pathLst>
                <a:path extrusionOk="0" h="3736" w="3006">
                  <a:moveTo>
                    <a:pt x="1124" y="0"/>
                  </a:moveTo>
                  <a:cubicBezTo>
                    <a:pt x="1086" y="0"/>
                    <a:pt x="1047" y="11"/>
                    <a:pt x="1012" y="33"/>
                  </a:cubicBezTo>
                  <a:lnTo>
                    <a:pt x="134" y="539"/>
                  </a:lnTo>
                  <a:cubicBezTo>
                    <a:pt x="29" y="606"/>
                    <a:pt x="0" y="739"/>
                    <a:pt x="58" y="844"/>
                  </a:cubicBezTo>
                  <a:lnTo>
                    <a:pt x="1698" y="3630"/>
                  </a:lnTo>
                  <a:cubicBezTo>
                    <a:pt x="1736" y="3699"/>
                    <a:pt x="1807" y="3735"/>
                    <a:pt x="1881" y="3735"/>
                  </a:cubicBezTo>
                  <a:cubicBezTo>
                    <a:pt x="1920" y="3735"/>
                    <a:pt x="1959" y="3726"/>
                    <a:pt x="1994" y="3706"/>
                  </a:cubicBezTo>
                  <a:lnTo>
                    <a:pt x="2872" y="3191"/>
                  </a:lnTo>
                  <a:cubicBezTo>
                    <a:pt x="2977" y="3134"/>
                    <a:pt x="3005" y="2991"/>
                    <a:pt x="2948" y="2886"/>
                  </a:cubicBezTo>
                  <a:lnTo>
                    <a:pt x="1307" y="110"/>
                  </a:lnTo>
                  <a:cubicBezTo>
                    <a:pt x="1269" y="40"/>
                    <a:pt x="1198" y="0"/>
                    <a:pt x="1124" y="0"/>
                  </a:cubicBezTo>
                  <a:close/>
                </a:path>
              </a:pathLst>
            </a:custGeom>
            <a:solidFill>
              <a:srgbClr val="BAC2C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642" name="Google Shape;14642;p44"/>
            <p:cNvSpPr/>
            <p:nvPr/>
          </p:nvSpPr>
          <p:spPr>
            <a:xfrm>
              <a:off x="4210998" y="4006154"/>
              <a:ext cx="99451" cy="77298"/>
            </a:xfrm>
            <a:custGeom>
              <a:rect b="b" l="l" r="r" t="t"/>
              <a:pathLst>
                <a:path extrusionOk="0" h="2952" w="3798">
                  <a:moveTo>
                    <a:pt x="765" y="1"/>
                  </a:moveTo>
                  <a:cubicBezTo>
                    <a:pt x="691" y="1"/>
                    <a:pt x="620" y="41"/>
                    <a:pt x="582" y="110"/>
                  </a:cubicBezTo>
                  <a:lnTo>
                    <a:pt x="67" y="978"/>
                  </a:lnTo>
                  <a:cubicBezTo>
                    <a:pt x="0" y="1083"/>
                    <a:pt x="38" y="1217"/>
                    <a:pt x="143" y="1284"/>
                  </a:cubicBezTo>
                  <a:lnTo>
                    <a:pt x="2929" y="2924"/>
                  </a:lnTo>
                  <a:cubicBezTo>
                    <a:pt x="2962" y="2943"/>
                    <a:pt x="2998" y="2951"/>
                    <a:pt x="3033" y="2951"/>
                  </a:cubicBezTo>
                  <a:cubicBezTo>
                    <a:pt x="3110" y="2951"/>
                    <a:pt x="3185" y="2911"/>
                    <a:pt x="3225" y="2839"/>
                  </a:cubicBezTo>
                  <a:lnTo>
                    <a:pt x="3740" y="1970"/>
                  </a:lnTo>
                  <a:cubicBezTo>
                    <a:pt x="3797" y="1866"/>
                    <a:pt x="3768" y="1732"/>
                    <a:pt x="3663" y="1665"/>
                  </a:cubicBezTo>
                  <a:lnTo>
                    <a:pt x="878" y="34"/>
                  </a:lnTo>
                  <a:cubicBezTo>
                    <a:pt x="842" y="11"/>
                    <a:pt x="803" y="1"/>
                    <a:pt x="765" y="1"/>
                  </a:cubicBezTo>
                  <a:close/>
                </a:path>
              </a:pathLst>
            </a:custGeom>
            <a:solidFill>
              <a:srgbClr val="BAC2C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643" name="Google Shape;14643;p44"/>
            <p:cNvSpPr/>
            <p:nvPr/>
          </p:nvSpPr>
          <p:spPr>
            <a:xfrm>
              <a:off x="4186750" y="3787195"/>
              <a:ext cx="147657" cy="149595"/>
            </a:xfrm>
            <a:custGeom>
              <a:rect b="b" l="l" r="r" t="t"/>
              <a:pathLst>
                <a:path extrusionOk="0" h="5713" w="5639">
                  <a:moveTo>
                    <a:pt x="3619" y="1"/>
                  </a:moveTo>
                  <a:cubicBezTo>
                    <a:pt x="3478" y="1"/>
                    <a:pt x="3337" y="151"/>
                    <a:pt x="3435" y="316"/>
                  </a:cubicBezTo>
                  <a:lnTo>
                    <a:pt x="3616" y="621"/>
                  </a:lnTo>
                  <a:cubicBezTo>
                    <a:pt x="3359" y="540"/>
                    <a:pt x="3096" y="501"/>
                    <a:pt x="2836" y="501"/>
                  </a:cubicBezTo>
                  <a:cubicBezTo>
                    <a:pt x="1959" y="501"/>
                    <a:pt x="1116" y="943"/>
                    <a:pt x="630" y="1708"/>
                  </a:cubicBezTo>
                  <a:cubicBezTo>
                    <a:pt x="1" y="2710"/>
                    <a:pt x="115" y="4008"/>
                    <a:pt x="917" y="4876"/>
                  </a:cubicBezTo>
                  <a:cubicBezTo>
                    <a:pt x="1422" y="5424"/>
                    <a:pt x="2122" y="5713"/>
                    <a:pt x="2833" y="5713"/>
                  </a:cubicBezTo>
                  <a:cubicBezTo>
                    <a:pt x="3248" y="5713"/>
                    <a:pt x="3668" y="5614"/>
                    <a:pt x="4055" y="5410"/>
                  </a:cubicBezTo>
                  <a:cubicBezTo>
                    <a:pt x="5095" y="4857"/>
                    <a:pt x="5639" y="3664"/>
                    <a:pt x="5362" y="2510"/>
                  </a:cubicBezTo>
                  <a:lnTo>
                    <a:pt x="5372" y="2510"/>
                  </a:lnTo>
                  <a:cubicBezTo>
                    <a:pt x="5344" y="2399"/>
                    <a:pt x="5259" y="2351"/>
                    <a:pt x="5174" y="2351"/>
                  </a:cubicBezTo>
                  <a:cubicBezTo>
                    <a:pt x="5052" y="2351"/>
                    <a:pt x="4928" y="2448"/>
                    <a:pt x="4962" y="2605"/>
                  </a:cubicBezTo>
                  <a:cubicBezTo>
                    <a:pt x="5190" y="3578"/>
                    <a:pt x="4742" y="4580"/>
                    <a:pt x="3855" y="5047"/>
                  </a:cubicBezTo>
                  <a:cubicBezTo>
                    <a:pt x="3533" y="5219"/>
                    <a:pt x="3183" y="5302"/>
                    <a:pt x="2835" y="5302"/>
                  </a:cubicBezTo>
                  <a:cubicBezTo>
                    <a:pt x="2235" y="5302"/>
                    <a:pt x="1641" y="5055"/>
                    <a:pt x="1212" y="4589"/>
                  </a:cubicBezTo>
                  <a:cubicBezTo>
                    <a:pt x="545" y="3855"/>
                    <a:pt x="449" y="2758"/>
                    <a:pt x="993" y="1918"/>
                  </a:cubicBezTo>
                  <a:cubicBezTo>
                    <a:pt x="1398" y="1281"/>
                    <a:pt x="2095" y="919"/>
                    <a:pt x="2825" y="919"/>
                  </a:cubicBezTo>
                  <a:cubicBezTo>
                    <a:pt x="3056" y="919"/>
                    <a:pt x="3291" y="955"/>
                    <a:pt x="3521" y="1031"/>
                  </a:cubicBezTo>
                  <a:lnTo>
                    <a:pt x="3073" y="1126"/>
                  </a:lnTo>
                  <a:cubicBezTo>
                    <a:pt x="2826" y="1188"/>
                    <a:pt x="2888" y="1535"/>
                    <a:pt x="3110" y="1535"/>
                  </a:cubicBezTo>
                  <a:cubicBezTo>
                    <a:pt x="3128" y="1535"/>
                    <a:pt x="3148" y="1532"/>
                    <a:pt x="3168" y="1527"/>
                  </a:cubicBezTo>
                  <a:lnTo>
                    <a:pt x="4179" y="1298"/>
                  </a:lnTo>
                  <a:cubicBezTo>
                    <a:pt x="4313" y="1270"/>
                    <a:pt x="4380" y="1117"/>
                    <a:pt x="4313" y="993"/>
                  </a:cubicBezTo>
                  <a:lnTo>
                    <a:pt x="3788" y="106"/>
                  </a:lnTo>
                  <a:cubicBezTo>
                    <a:pt x="3747" y="31"/>
                    <a:pt x="3683" y="1"/>
                    <a:pt x="3619" y="1"/>
                  </a:cubicBezTo>
                  <a:close/>
                </a:path>
              </a:pathLst>
            </a:custGeom>
            <a:solidFill>
              <a:srgbClr val="53687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644" name="Google Shape;14644;p44"/>
            <p:cNvSpPr/>
            <p:nvPr/>
          </p:nvSpPr>
          <p:spPr>
            <a:xfrm>
              <a:off x="4226473" y="3841659"/>
              <a:ext cx="42734" cy="53496"/>
            </a:xfrm>
            <a:custGeom>
              <a:rect b="b" l="l" r="r" t="t"/>
              <a:pathLst>
                <a:path extrusionOk="0" h="2043" w="1632">
                  <a:moveTo>
                    <a:pt x="709" y="0"/>
                  </a:moveTo>
                  <a:cubicBezTo>
                    <a:pt x="354" y="0"/>
                    <a:pt x="58" y="292"/>
                    <a:pt x="48" y="649"/>
                  </a:cubicBezTo>
                  <a:cubicBezTo>
                    <a:pt x="48" y="788"/>
                    <a:pt x="153" y="857"/>
                    <a:pt x="258" y="857"/>
                  </a:cubicBezTo>
                  <a:cubicBezTo>
                    <a:pt x="363" y="857"/>
                    <a:pt x="468" y="788"/>
                    <a:pt x="468" y="649"/>
                  </a:cubicBezTo>
                  <a:cubicBezTo>
                    <a:pt x="468" y="521"/>
                    <a:pt x="574" y="410"/>
                    <a:pt x="709" y="410"/>
                  </a:cubicBezTo>
                  <a:cubicBezTo>
                    <a:pt x="714" y="410"/>
                    <a:pt x="720" y="410"/>
                    <a:pt x="726" y="411"/>
                  </a:cubicBezTo>
                  <a:lnTo>
                    <a:pt x="802" y="411"/>
                  </a:lnTo>
                  <a:cubicBezTo>
                    <a:pt x="840" y="411"/>
                    <a:pt x="869" y="430"/>
                    <a:pt x="888" y="458"/>
                  </a:cubicBezTo>
                  <a:cubicBezTo>
                    <a:pt x="897" y="477"/>
                    <a:pt x="897" y="506"/>
                    <a:pt x="888" y="525"/>
                  </a:cubicBezTo>
                  <a:lnTo>
                    <a:pt x="86" y="1708"/>
                  </a:lnTo>
                  <a:cubicBezTo>
                    <a:pt x="1" y="1851"/>
                    <a:pt x="96" y="2032"/>
                    <a:pt x="258" y="2032"/>
                  </a:cubicBezTo>
                  <a:lnTo>
                    <a:pt x="1355" y="2032"/>
                  </a:lnTo>
                  <a:lnTo>
                    <a:pt x="1355" y="2042"/>
                  </a:lnTo>
                  <a:cubicBezTo>
                    <a:pt x="1632" y="2042"/>
                    <a:pt x="1632" y="1622"/>
                    <a:pt x="1355" y="1622"/>
                  </a:cubicBezTo>
                  <a:lnTo>
                    <a:pt x="649" y="1622"/>
                  </a:lnTo>
                  <a:lnTo>
                    <a:pt x="1231" y="764"/>
                  </a:lnTo>
                  <a:cubicBezTo>
                    <a:pt x="1327" y="611"/>
                    <a:pt x="1336" y="420"/>
                    <a:pt x="1250" y="268"/>
                  </a:cubicBezTo>
                  <a:cubicBezTo>
                    <a:pt x="1164" y="105"/>
                    <a:pt x="993" y="0"/>
                    <a:pt x="802" y="0"/>
                  </a:cubicBezTo>
                  <a:lnTo>
                    <a:pt x="726" y="0"/>
                  </a:lnTo>
                  <a:cubicBezTo>
                    <a:pt x="720" y="0"/>
                    <a:pt x="714" y="0"/>
                    <a:pt x="709" y="0"/>
                  </a:cubicBezTo>
                  <a:close/>
                </a:path>
              </a:pathLst>
            </a:custGeom>
            <a:solidFill>
              <a:srgbClr val="53687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645" name="Google Shape;14645;p44"/>
            <p:cNvSpPr/>
            <p:nvPr/>
          </p:nvSpPr>
          <p:spPr>
            <a:xfrm>
              <a:off x="4266431" y="3841476"/>
              <a:ext cx="30008" cy="53417"/>
            </a:xfrm>
            <a:custGeom>
              <a:rect b="b" l="l" r="r" t="t"/>
              <a:pathLst>
                <a:path extrusionOk="0" h="2040" w="1146">
                  <a:moveTo>
                    <a:pt x="206" y="0"/>
                  </a:moveTo>
                  <a:cubicBezTo>
                    <a:pt x="104" y="0"/>
                    <a:pt x="1" y="69"/>
                    <a:pt x="1" y="208"/>
                  </a:cubicBezTo>
                  <a:lnTo>
                    <a:pt x="1" y="1076"/>
                  </a:lnTo>
                  <a:cubicBezTo>
                    <a:pt x="1" y="1181"/>
                    <a:pt x="87" y="1276"/>
                    <a:pt x="201" y="1276"/>
                  </a:cubicBezTo>
                  <a:lnTo>
                    <a:pt x="736" y="1276"/>
                  </a:lnTo>
                  <a:lnTo>
                    <a:pt x="736" y="1830"/>
                  </a:lnTo>
                  <a:cubicBezTo>
                    <a:pt x="736" y="1944"/>
                    <a:pt x="821" y="2039"/>
                    <a:pt x="936" y="2039"/>
                  </a:cubicBezTo>
                  <a:cubicBezTo>
                    <a:pt x="1050" y="2039"/>
                    <a:pt x="1146" y="1944"/>
                    <a:pt x="1146" y="1830"/>
                  </a:cubicBezTo>
                  <a:lnTo>
                    <a:pt x="1146" y="1066"/>
                  </a:lnTo>
                  <a:cubicBezTo>
                    <a:pt x="1146" y="952"/>
                    <a:pt x="1050" y="866"/>
                    <a:pt x="936" y="866"/>
                  </a:cubicBezTo>
                  <a:lnTo>
                    <a:pt x="411" y="866"/>
                  </a:lnTo>
                  <a:lnTo>
                    <a:pt x="411" y="208"/>
                  </a:lnTo>
                  <a:cubicBezTo>
                    <a:pt x="411" y="69"/>
                    <a:pt x="309" y="0"/>
                    <a:pt x="206" y="0"/>
                  </a:cubicBezTo>
                  <a:close/>
                </a:path>
              </a:pathLst>
            </a:custGeom>
            <a:solidFill>
              <a:srgbClr val="53687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646" name="Google Shape;14646;p44"/>
            <p:cNvSpPr/>
            <p:nvPr/>
          </p:nvSpPr>
          <p:spPr>
            <a:xfrm>
              <a:off x="4285677" y="3841476"/>
              <a:ext cx="10762" cy="33438"/>
            </a:xfrm>
            <a:custGeom>
              <a:rect b="b" l="l" r="r" t="t"/>
              <a:pathLst>
                <a:path extrusionOk="0" h="1277" w="411">
                  <a:moveTo>
                    <a:pt x="206" y="0"/>
                  </a:moveTo>
                  <a:cubicBezTo>
                    <a:pt x="103" y="0"/>
                    <a:pt x="1" y="69"/>
                    <a:pt x="1" y="208"/>
                  </a:cubicBezTo>
                  <a:lnTo>
                    <a:pt x="1" y="1066"/>
                  </a:lnTo>
                  <a:cubicBezTo>
                    <a:pt x="1" y="1181"/>
                    <a:pt x="86" y="1276"/>
                    <a:pt x="201" y="1276"/>
                  </a:cubicBezTo>
                  <a:cubicBezTo>
                    <a:pt x="315" y="1276"/>
                    <a:pt x="411" y="1181"/>
                    <a:pt x="411" y="1066"/>
                  </a:cubicBezTo>
                  <a:lnTo>
                    <a:pt x="411" y="208"/>
                  </a:lnTo>
                  <a:cubicBezTo>
                    <a:pt x="411" y="69"/>
                    <a:pt x="308" y="0"/>
                    <a:pt x="206" y="0"/>
                  </a:cubicBezTo>
                  <a:close/>
                </a:path>
              </a:pathLst>
            </a:custGeom>
            <a:solidFill>
              <a:srgbClr val="53687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4647" name="Google Shape;14647;p44"/>
          <p:cNvGrpSpPr/>
          <p:nvPr/>
        </p:nvGrpSpPr>
        <p:grpSpPr>
          <a:xfrm>
            <a:off x="2189568" y="1809203"/>
            <a:ext cx="364993" cy="359048"/>
            <a:chOff x="2189568" y="1961603"/>
            <a:chExt cx="364993" cy="359048"/>
          </a:xfrm>
        </p:grpSpPr>
        <p:sp>
          <p:nvSpPr>
            <p:cNvPr id="14648" name="Google Shape;14648;p44"/>
            <p:cNvSpPr/>
            <p:nvPr/>
          </p:nvSpPr>
          <p:spPr>
            <a:xfrm>
              <a:off x="2232197" y="2004206"/>
              <a:ext cx="77822" cy="73868"/>
            </a:xfrm>
            <a:custGeom>
              <a:rect b="b" l="l" r="r" t="t"/>
              <a:pathLst>
                <a:path extrusionOk="0" h="2821" w="2972">
                  <a:moveTo>
                    <a:pt x="292" y="1"/>
                  </a:moveTo>
                  <a:cubicBezTo>
                    <a:pt x="135" y="1"/>
                    <a:pt x="1" y="204"/>
                    <a:pt x="147" y="350"/>
                  </a:cubicBezTo>
                  <a:lnTo>
                    <a:pt x="2551" y="2754"/>
                  </a:lnTo>
                  <a:cubicBezTo>
                    <a:pt x="2590" y="2792"/>
                    <a:pt x="2647" y="2821"/>
                    <a:pt x="2694" y="2821"/>
                  </a:cubicBezTo>
                  <a:cubicBezTo>
                    <a:pt x="2876" y="2821"/>
                    <a:pt x="2971" y="2592"/>
                    <a:pt x="2838" y="2468"/>
                  </a:cubicBezTo>
                  <a:lnTo>
                    <a:pt x="434" y="64"/>
                  </a:lnTo>
                  <a:cubicBezTo>
                    <a:pt x="389" y="19"/>
                    <a:pt x="340" y="1"/>
                    <a:pt x="292" y="1"/>
                  </a:cubicBezTo>
                  <a:close/>
                </a:path>
              </a:pathLst>
            </a:custGeom>
            <a:solidFill>
              <a:srgbClr val="BECBD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649" name="Google Shape;14649;p44"/>
            <p:cNvSpPr/>
            <p:nvPr/>
          </p:nvSpPr>
          <p:spPr>
            <a:xfrm>
              <a:off x="2192187" y="2070061"/>
              <a:ext cx="100838" cy="35009"/>
            </a:xfrm>
            <a:custGeom>
              <a:rect b="b" l="l" r="r" t="t"/>
              <a:pathLst>
                <a:path extrusionOk="0" h="1337" w="3851">
                  <a:moveTo>
                    <a:pt x="285" y="0"/>
                  </a:moveTo>
                  <a:cubicBezTo>
                    <a:pt x="74" y="0"/>
                    <a:pt x="1" y="332"/>
                    <a:pt x="244" y="401"/>
                  </a:cubicBezTo>
                  <a:lnTo>
                    <a:pt x="3517" y="1327"/>
                  </a:lnTo>
                  <a:cubicBezTo>
                    <a:pt x="3526" y="1336"/>
                    <a:pt x="3545" y="1336"/>
                    <a:pt x="3564" y="1336"/>
                  </a:cubicBezTo>
                  <a:cubicBezTo>
                    <a:pt x="3803" y="1336"/>
                    <a:pt x="3850" y="1002"/>
                    <a:pt x="3621" y="935"/>
                  </a:cubicBezTo>
                  <a:lnTo>
                    <a:pt x="349" y="10"/>
                  </a:lnTo>
                  <a:cubicBezTo>
                    <a:pt x="327" y="3"/>
                    <a:pt x="305" y="0"/>
                    <a:pt x="285" y="0"/>
                  </a:cubicBezTo>
                  <a:close/>
                </a:path>
              </a:pathLst>
            </a:custGeom>
            <a:solidFill>
              <a:srgbClr val="BECBD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650" name="Google Shape;14650;p44"/>
            <p:cNvSpPr/>
            <p:nvPr/>
          </p:nvSpPr>
          <p:spPr>
            <a:xfrm>
              <a:off x="2189568" y="2121514"/>
              <a:ext cx="100131" cy="36999"/>
            </a:xfrm>
            <a:custGeom>
              <a:rect b="b" l="l" r="r" t="t"/>
              <a:pathLst>
                <a:path extrusionOk="0" h="1413" w="3824">
                  <a:moveTo>
                    <a:pt x="3539" y="0"/>
                  </a:moveTo>
                  <a:cubicBezTo>
                    <a:pt x="3519" y="0"/>
                    <a:pt x="3497" y="3"/>
                    <a:pt x="3473" y="10"/>
                  </a:cubicBezTo>
                  <a:lnTo>
                    <a:pt x="220" y="1012"/>
                  </a:lnTo>
                  <a:cubicBezTo>
                    <a:pt x="1" y="1079"/>
                    <a:pt x="49" y="1403"/>
                    <a:pt x="278" y="1413"/>
                  </a:cubicBezTo>
                  <a:cubicBezTo>
                    <a:pt x="306" y="1403"/>
                    <a:pt x="325" y="1403"/>
                    <a:pt x="344" y="1394"/>
                  </a:cubicBezTo>
                  <a:lnTo>
                    <a:pt x="3597" y="392"/>
                  </a:lnTo>
                  <a:cubicBezTo>
                    <a:pt x="3823" y="322"/>
                    <a:pt x="3749" y="0"/>
                    <a:pt x="3539" y="0"/>
                  </a:cubicBezTo>
                  <a:close/>
                </a:path>
              </a:pathLst>
            </a:custGeom>
            <a:solidFill>
              <a:srgbClr val="BECBD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651" name="Google Shape;14651;p44"/>
            <p:cNvSpPr/>
            <p:nvPr/>
          </p:nvSpPr>
          <p:spPr>
            <a:xfrm>
              <a:off x="2299048" y="1964404"/>
              <a:ext cx="36947" cy="96439"/>
            </a:xfrm>
            <a:custGeom>
              <a:rect b="b" l="l" r="r" t="t"/>
              <a:pathLst>
                <a:path extrusionOk="0" h="3683" w="1411">
                  <a:moveTo>
                    <a:pt x="250" y="1"/>
                  </a:moveTo>
                  <a:cubicBezTo>
                    <a:pt x="127" y="1"/>
                    <a:pt x="0" y="106"/>
                    <a:pt x="46" y="267"/>
                  </a:cubicBezTo>
                  <a:lnTo>
                    <a:pt x="981" y="3539"/>
                  </a:lnTo>
                  <a:cubicBezTo>
                    <a:pt x="1010" y="3625"/>
                    <a:pt x="1086" y="3683"/>
                    <a:pt x="1181" y="3683"/>
                  </a:cubicBezTo>
                  <a:cubicBezTo>
                    <a:pt x="1315" y="3683"/>
                    <a:pt x="1410" y="3559"/>
                    <a:pt x="1372" y="3425"/>
                  </a:cubicBezTo>
                  <a:lnTo>
                    <a:pt x="437" y="153"/>
                  </a:lnTo>
                  <a:cubicBezTo>
                    <a:pt x="411" y="47"/>
                    <a:pt x="331" y="1"/>
                    <a:pt x="250" y="1"/>
                  </a:cubicBezTo>
                  <a:close/>
                </a:path>
              </a:pathLst>
            </a:custGeom>
            <a:solidFill>
              <a:srgbClr val="BECBD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652" name="Google Shape;14652;p44"/>
            <p:cNvSpPr/>
            <p:nvPr/>
          </p:nvSpPr>
          <p:spPr>
            <a:xfrm>
              <a:off x="2350711" y="1961603"/>
              <a:ext cx="38701" cy="95732"/>
            </a:xfrm>
            <a:custGeom>
              <a:rect b="b" l="l" r="r" t="t"/>
              <a:pathLst>
                <a:path extrusionOk="0" h="3656" w="1478">
                  <a:moveTo>
                    <a:pt x="1233" y="0"/>
                  </a:moveTo>
                  <a:cubicBezTo>
                    <a:pt x="1154" y="0"/>
                    <a:pt x="1074" y="44"/>
                    <a:pt x="1040" y="145"/>
                  </a:cubicBezTo>
                  <a:lnTo>
                    <a:pt x="48" y="3398"/>
                  </a:lnTo>
                  <a:cubicBezTo>
                    <a:pt x="0" y="3522"/>
                    <a:pt x="105" y="3656"/>
                    <a:pt x="239" y="3656"/>
                  </a:cubicBezTo>
                  <a:cubicBezTo>
                    <a:pt x="324" y="3656"/>
                    <a:pt x="410" y="3599"/>
                    <a:pt x="439" y="3513"/>
                  </a:cubicBezTo>
                  <a:lnTo>
                    <a:pt x="1431" y="260"/>
                  </a:lnTo>
                  <a:cubicBezTo>
                    <a:pt x="1477" y="104"/>
                    <a:pt x="1355" y="0"/>
                    <a:pt x="1233" y="0"/>
                  </a:cubicBezTo>
                  <a:close/>
                </a:path>
              </a:pathLst>
            </a:custGeom>
            <a:solidFill>
              <a:srgbClr val="BECBD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653" name="Google Shape;14653;p44"/>
            <p:cNvSpPr/>
            <p:nvPr/>
          </p:nvSpPr>
          <p:spPr>
            <a:xfrm>
              <a:off x="2286243" y="2072313"/>
              <a:ext cx="237838" cy="221604"/>
            </a:xfrm>
            <a:custGeom>
              <a:rect b="b" l="l" r="r" t="t"/>
              <a:pathLst>
                <a:path extrusionOk="0" h="8463" w="9083">
                  <a:moveTo>
                    <a:pt x="3880" y="0"/>
                  </a:moveTo>
                  <a:cubicBezTo>
                    <a:pt x="3398" y="0"/>
                    <a:pt x="2905" y="109"/>
                    <a:pt x="2434" y="344"/>
                  </a:cubicBezTo>
                  <a:cubicBezTo>
                    <a:pt x="440" y="1336"/>
                    <a:pt x="1" y="3988"/>
                    <a:pt x="1575" y="5572"/>
                  </a:cubicBezTo>
                  <a:cubicBezTo>
                    <a:pt x="2081" y="6077"/>
                    <a:pt x="2748" y="6402"/>
                    <a:pt x="3464" y="6497"/>
                  </a:cubicBezTo>
                  <a:cubicBezTo>
                    <a:pt x="4427" y="6621"/>
                    <a:pt x="5334" y="7031"/>
                    <a:pt x="6068" y="7661"/>
                  </a:cubicBezTo>
                  <a:cubicBezTo>
                    <a:pt x="6173" y="7756"/>
                    <a:pt x="6278" y="7852"/>
                    <a:pt x="6374" y="7947"/>
                  </a:cubicBezTo>
                  <a:lnTo>
                    <a:pt x="6889" y="8462"/>
                  </a:lnTo>
                  <a:lnTo>
                    <a:pt x="9083" y="6268"/>
                  </a:lnTo>
                  <a:lnTo>
                    <a:pt x="8530" y="5724"/>
                  </a:lnTo>
                  <a:cubicBezTo>
                    <a:pt x="8444" y="5638"/>
                    <a:pt x="8358" y="5543"/>
                    <a:pt x="8282" y="5448"/>
                  </a:cubicBezTo>
                  <a:cubicBezTo>
                    <a:pt x="7642" y="4704"/>
                    <a:pt x="7242" y="3788"/>
                    <a:pt x="7108" y="2815"/>
                  </a:cubicBezTo>
                  <a:cubicBezTo>
                    <a:pt x="6875" y="1132"/>
                    <a:pt x="5435" y="0"/>
                    <a:pt x="3880" y="0"/>
                  </a:cubicBezTo>
                  <a:close/>
                </a:path>
              </a:pathLst>
            </a:custGeom>
            <a:solidFill>
              <a:srgbClr val="BECBD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654" name="Google Shape;14654;p44"/>
            <p:cNvSpPr/>
            <p:nvPr/>
          </p:nvSpPr>
          <p:spPr>
            <a:xfrm>
              <a:off x="2296481" y="2086296"/>
              <a:ext cx="194895" cy="207621"/>
            </a:xfrm>
            <a:custGeom>
              <a:rect b="b" l="l" r="r" t="t"/>
              <a:pathLst>
                <a:path extrusionOk="0" h="7929" w="7443">
                  <a:moveTo>
                    <a:pt x="1709" y="1"/>
                  </a:moveTo>
                  <a:cubicBezTo>
                    <a:pt x="564" y="745"/>
                    <a:pt x="1" y="2128"/>
                    <a:pt x="306" y="3464"/>
                  </a:cubicBezTo>
                  <a:cubicBezTo>
                    <a:pt x="612" y="4790"/>
                    <a:pt x="1718" y="5791"/>
                    <a:pt x="3073" y="5963"/>
                  </a:cubicBezTo>
                  <a:cubicBezTo>
                    <a:pt x="4036" y="6097"/>
                    <a:pt x="4943" y="6497"/>
                    <a:pt x="5677" y="7127"/>
                  </a:cubicBezTo>
                  <a:cubicBezTo>
                    <a:pt x="5782" y="7222"/>
                    <a:pt x="5887" y="7318"/>
                    <a:pt x="5983" y="7413"/>
                  </a:cubicBezTo>
                  <a:lnTo>
                    <a:pt x="6498" y="7928"/>
                  </a:lnTo>
                  <a:lnTo>
                    <a:pt x="7442" y="6984"/>
                  </a:lnTo>
                  <a:lnTo>
                    <a:pt x="6927" y="6469"/>
                  </a:lnTo>
                  <a:cubicBezTo>
                    <a:pt x="6832" y="6373"/>
                    <a:pt x="6727" y="6278"/>
                    <a:pt x="6622" y="6182"/>
                  </a:cubicBezTo>
                  <a:cubicBezTo>
                    <a:pt x="5887" y="5553"/>
                    <a:pt x="4981" y="5143"/>
                    <a:pt x="4017" y="5019"/>
                  </a:cubicBezTo>
                  <a:cubicBezTo>
                    <a:pt x="1632" y="4713"/>
                    <a:pt x="392" y="2014"/>
                    <a:pt x="1709" y="1"/>
                  </a:cubicBezTo>
                  <a:close/>
                </a:path>
              </a:pathLst>
            </a:custGeom>
            <a:solidFill>
              <a:srgbClr val="A4B7C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655" name="Google Shape;14655;p44"/>
            <p:cNvSpPr/>
            <p:nvPr/>
          </p:nvSpPr>
          <p:spPr>
            <a:xfrm>
              <a:off x="2430549" y="2174330"/>
              <a:ext cx="86044" cy="82116"/>
            </a:xfrm>
            <a:custGeom>
              <a:rect b="b" l="l" r="r" t="t"/>
              <a:pathLst>
                <a:path extrusionOk="0" h="3136" w="3286">
                  <a:moveTo>
                    <a:pt x="292" y="1"/>
                  </a:moveTo>
                  <a:cubicBezTo>
                    <a:pt x="135" y="1"/>
                    <a:pt x="0" y="205"/>
                    <a:pt x="147" y="359"/>
                  </a:cubicBezTo>
                  <a:lnTo>
                    <a:pt x="2866" y="3078"/>
                  </a:lnTo>
                  <a:cubicBezTo>
                    <a:pt x="2904" y="3116"/>
                    <a:pt x="2952" y="3135"/>
                    <a:pt x="3009" y="3135"/>
                  </a:cubicBezTo>
                  <a:cubicBezTo>
                    <a:pt x="3190" y="3135"/>
                    <a:pt x="3286" y="2916"/>
                    <a:pt x="3152" y="2792"/>
                  </a:cubicBezTo>
                  <a:lnTo>
                    <a:pt x="433" y="63"/>
                  </a:lnTo>
                  <a:cubicBezTo>
                    <a:pt x="389" y="19"/>
                    <a:pt x="340" y="1"/>
                    <a:pt x="292" y="1"/>
                  </a:cubicBezTo>
                  <a:close/>
                </a:path>
              </a:pathLst>
            </a:custGeom>
            <a:solidFill>
              <a:srgbClr val="778DA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656" name="Google Shape;14656;p44"/>
            <p:cNvSpPr/>
            <p:nvPr/>
          </p:nvSpPr>
          <p:spPr>
            <a:xfrm>
              <a:off x="2402740" y="2202478"/>
              <a:ext cx="28358" cy="24483"/>
            </a:xfrm>
            <a:custGeom>
              <a:rect b="b" l="l" r="r" t="t"/>
              <a:pathLst>
                <a:path extrusionOk="0" h="935" w="1083">
                  <a:moveTo>
                    <a:pt x="289" y="1"/>
                  </a:moveTo>
                  <a:cubicBezTo>
                    <a:pt x="134" y="1"/>
                    <a:pt x="1" y="191"/>
                    <a:pt x="131" y="343"/>
                  </a:cubicBezTo>
                  <a:cubicBezTo>
                    <a:pt x="303" y="524"/>
                    <a:pt x="494" y="715"/>
                    <a:pt x="665" y="877"/>
                  </a:cubicBezTo>
                  <a:cubicBezTo>
                    <a:pt x="703" y="915"/>
                    <a:pt x="761" y="935"/>
                    <a:pt x="808" y="935"/>
                  </a:cubicBezTo>
                  <a:cubicBezTo>
                    <a:pt x="812" y="935"/>
                    <a:pt x="816" y="935"/>
                    <a:pt x="819" y="935"/>
                  </a:cubicBezTo>
                  <a:cubicBezTo>
                    <a:pt x="1002" y="935"/>
                    <a:pt x="1082" y="703"/>
                    <a:pt x="942" y="582"/>
                  </a:cubicBezTo>
                  <a:cubicBezTo>
                    <a:pt x="780" y="429"/>
                    <a:pt x="589" y="238"/>
                    <a:pt x="436" y="66"/>
                  </a:cubicBezTo>
                  <a:cubicBezTo>
                    <a:pt x="390" y="20"/>
                    <a:pt x="338" y="1"/>
                    <a:pt x="289" y="1"/>
                  </a:cubicBezTo>
                  <a:close/>
                </a:path>
              </a:pathLst>
            </a:custGeom>
            <a:solidFill>
              <a:srgbClr val="778DA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657" name="Google Shape;14657;p44"/>
            <p:cNvSpPr/>
            <p:nvPr/>
          </p:nvSpPr>
          <p:spPr>
            <a:xfrm>
              <a:off x="2433324" y="2233141"/>
              <a:ext cx="55538" cy="51532"/>
            </a:xfrm>
            <a:custGeom>
              <a:rect b="b" l="l" r="r" t="t"/>
              <a:pathLst>
                <a:path extrusionOk="0" h="1968" w="2121">
                  <a:moveTo>
                    <a:pt x="290" y="1"/>
                  </a:moveTo>
                  <a:cubicBezTo>
                    <a:pt x="137" y="1"/>
                    <a:pt x="1" y="203"/>
                    <a:pt x="146" y="355"/>
                  </a:cubicBezTo>
                  <a:cubicBezTo>
                    <a:pt x="652" y="870"/>
                    <a:pt x="1176" y="1395"/>
                    <a:pt x="1691" y="1901"/>
                  </a:cubicBezTo>
                  <a:cubicBezTo>
                    <a:pt x="1730" y="1939"/>
                    <a:pt x="1787" y="1958"/>
                    <a:pt x="1835" y="1958"/>
                  </a:cubicBezTo>
                  <a:lnTo>
                    <a:pt x="1844" y="1967"/>
                  </a:lnTo>
                  <a:cubicBezTo>
                    <a:pt x="2025" y="1967"/>
                    <a:pt x="2121" y="1748"/>
                    <a:pt x="1987" y="1614"/>
                  </a:cubicBezTo>
                  <a:cubicBezTo>
                    <a:pt x="1462" y="1109"/>
                    <a:pt x="947" y="584"/>
                    <a:pt x="432" y="69"/>
                  </a:cubicBezTo>
                  <a:cubicBezTo>
                    <a:pt x="389" y="21"/>
                    <a:pt x="339" y="1"/>
                    <a:pt x="290" y="1"/>
                  </a:cubicBezTo>
                  <a:close/>
                </a:path>
              </a:pathLst>
            </a:custGeom>
            <a:solidFill>
              <a:srgbClr val="778DA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658" name="Google Shape;14658;p44"/>
            <p:cNvSpPr/>
            <p:nvPr/>
          </p:nvSpPr>
          <p:spPr>
            <a:xfrm>
              <a:off x="2356105" y="2093994"/>
              <a:ext cx="71066" cy="20320"/>
            </a:xfrm>
            <a:custGeom>
              <a:rect b="b" l="l" r="r" t="t"/>
              <a:pathLst>
                <a:path extrusionOk="0" h="776" w="2714">
                  <a:moveTo>
                    <a:pt x="1233" y="1"/>
                  </a:moveTo>
                  <a:cubicBezTo>
                    <a:pt x="916" y="1"/>
                    <a:pt x="564" y="71"/>
                    <a:pt x="204" y="269"/>
                  </a:cubicBezTo>
                  <a:cubicBezTo>
                    <a:pt x="1" y="384"/>
                    <a:pt x="117" y="658"/>
                    <a:pt x="304" y="658"/>
                  </a:cubicBezTo>
                  <a:cubicBezTo>
                    <a:pt x="336" y="658"/>
                    <a:pt x="370" y="650"/>
                    <a:pt x="405" y="632"/>
                  </a:cubicBezTo>
                  <a:cubicBezTo>
                    <a:pt x="693" y="467"/>
                    <a:pt x="978" y="409"/>
                    <a:pt x="1235" y="409"/>
                  </a:cubicBezTo>
                  <a:cubicBezTo>
                    <a:pt x="1829" y="409"/>
                    <a:pt x="2279" y="717"/>
                    <a:pt x="2313" y="737"/>
                  </a:cubicBezTo>
                  <a:cubicBezTo>
                    <a:pt x="2341" y="756"/>
                    <a:pt x="2389" y="775"/>
                    <a:pt x="2427" y="775"/>
                  </a:cubicBezTo>
                  <a:cubicBezTo>
                    <a:pt x="2628" y="775"/>
                    <a:pt x="2713" y="517"/>
                    <a:pt x="2551" y="403"/>
                  </a:cubicBezTo>
                  <a:cubicBezTo>
                    <a:pt x="2518" y="376"/>
                    <a:pt x="1968" y="1"/>
                    <a:pt x="1233" y="1"/>
                  </a:cubicBezTo>
                  <a:close/>
                </a:path>
              </a:pathLst>
            </a:custGeom>
            <a:solidFill>
              <a:srgbClr val="A4B7C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659" name="Google Shape;14659;p44"/>
            <p:cNvSpPr/>
            <p:nvPr/>
          </p:nvSpPr>
          <p:spPr>
            <a:xfrm>
              <a:off x="2387422" y="2184961"/>
              <a:ext cx="30008" cy="30270"/>
            </a:xfrm>
            <a:custGeom>
              <a:rect b="b" l="l" r="r" t="t"/>
              <a:pathLst>
                <a:path extrusionOk="0" h="1156" w="1146">
                  <a:moveTo>
                    <a:pt x="573" y="1"/>
                  </a:moveTo>
                  <a:cubicBezTo>
                    <a:pt x="258" y="1"/>
                    <a:pt x="1" y="258"/>
                    <a:pt x="1" y="573"/>
                  </a:cubicBezTo>
                  <a:cubicBezTo>
                    <a:pt x="1" y="898"/>
                    <a:pt x="258" y="1155"/>
                    <a:pt x="573" y="1155"/>
                  </a:cubicBezTo>
                  <a:cubicBezTo>
                    <a:pt x="888" y="1155"/>
                    <a:pt x="1145" y="898"/>
                    <a:pt x="1145" y="573"/>
                  </a:cubicBezTo>
                  <a:cubicBezTo>
                    <a:pt x="1145" y="258"/>
                    <a:pt x="888" y="1"/>
                    <a:pt x="573" y="1"/>
                  </a:cubicBezTo>
                  <a:close/>
                </a:path>
              </a:pathLst>
            </a:custGeom>
            <a:solidFill>
              <a:srgbClr val="9CACB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660" name="Google Shape;14660;p44"/>
            <p:cNvSpPr/>
            <p:nvPr/>
          </p:nvSpPr>
          <p:spPr>
            <a:xfrm>
              <a:off x="2415152" y="2156995"/>
              <a:ext cx="30244" cy="30244"/>
            </a:xfrm>
            <a:custGeom>
              <a:rect b="b" l="l" r="r" t="t"/>
              <a:pathLst>
                <a:path extrusionOk="0" h="1155" w="1155">
                  <a:moveTo>
                    <a:pt x="582" y="0"/>
                  </a:moveTo>
                  <a:cubicBezTo>
                    <a:pt x="268" y="0"/>
                    <a:pt x="0" y="258"/>
                    <a:pt x="0" y="582"/>
                  </a:cubicBezTo>
                  <a:cubicBezTo>
                    <a:pt x="0" y="897"/>
                    <a:pt x="268" y="1155"/>
                    <a:pt x="582" y="1155"/>
                  </a:cubicBezTo>
                  <a:cubicBezTo>
                    <a:pt x="897" y="1155"/>
                    <a:pt x="1155" y="897"/>
                    <a:pt x="1155" y="582"/>
                  </a:cubicBezTo>
                  <a:cubicBezTo>
                    <a:pt x="1155" y="258"/>
                    <a:pt x="897" y="0"/>
                    <a:pt x="582" y="0"/>
                  </a:cubicBezTo>
                  <a:close/>
                </a:path>
              </a:pathLst>
            </a:custGeom>
            <a:solidFill>
              <a:srgbClr val="9CACB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661" name="Google Shape;14661;p44"/>
            <p:cNvSpPr/>
            <p:nvPr/>
          </p:nvSpPr>
          <p:spPr>
            <a:xfrm>
              <a:off x="2474854" y="2244924"/>
              <a:ext cx="79707" cy="75727"/>
            </a:xfrm>
            <a:custGeom>
              <a:rect b="b" l="l" r="r" t="t"/>
              <a:pathLst>
                <a:path extrusionOk="0" h="2892" w="3044">
                  <a:moveTo>
                    <a:pt x="2090" y="0"/>
                  </a:moveTo>
                  <a:lnTo>
                    <a:pt x="0" y="2080"/>
                  </a:lnTo>
                  <a:lnTo>
                    <a:pt x="382" y="2462"/>
                  </a:lnTo>
                  <a:cubicBezTo>
                    <a:pt x="673" y="2748"/>
                    <a:pt x="1050" y="2891"/>
                    <a:pt x="1426" y="2891"/>
                  </a:cubicBezTo>
                  <a:cubicBezTo>
                    <a:pt x="1801" y="2891"/>
                    <a:pt x="2176" y="2748"/>
                    <a:pt x="2462" y="2462"/>
                  </a:cubicBezTo>
                  <a:cubicBezTo>
                    <a:pt x="3044" y="1889"/>
                    <a:pt x="3044" y="954"/>
                    <a:pt x="2462" y="382"/>
                  </a:cubicBezTo>
                  <a:lnTo>
                    <a:pt x="2090" y="0"/>
                  </a:lnTo>
                  <a:close/>
                </a:path>
              </a:pathLst>
            </a:custGeom>
            <a:solidFill>
              <a:srgbClr val="657A8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662" name="Google Shape;14662;p44"/>
            <p:cNvSpPr/>
            <p:nvPr/>
          </p:nvSpPr>
          <p:spPr>
            <a:xfrm>
              <a:off x="2475115" y="2244924"/>
              <a:ext cx="71459" cy="71721"/>
            </a:xfrm>
            <a:custGeom>
              <a:rect b="b" l="l" r="r" t="t"/>
              <a:pathLst>
                <a:path extrusionOk="0" h="2739" w="2729">
                  <a:moveTo>
                    <a:pt x="2080" y="0"/>
                  </a:moveTo>
                  <a:lnTo>
                    <a:pt x="0" y="2080"/>
                  </a:lnTo>
                  <a:lnTo>
                    <a:pt x="372" y="2462"/>
                  </a:lnTo>
                  <a:cubicBezTo>
                    <a:pt x="487" y="2576"/>
                    <a:pt x="620" y="2662"/>
                    <a:pt x="763" y="2738"/>
                  </a:cubicBezTo>
                  <a:lnTo>
                    <a:pt x="2728" y="764"/>
                  </a:lnTo>
                  <a:cubicBezTo>
                    <a:pt x="2662" y="621"/>
                    <a:pt x="2566" y="487"/>
                    <a:pt x="2452" y="382"/>
                  </a:cubicBezTo>
                  <a:lnTo>
                    <a:pt x="2080" y="0"/>
                  </a:lnTo>
                  <a:close/>
                </a:path>
              </a:pathLst>
            </a:custGeom>
            <a:solidFill>
              <a:srgbClr val="435D7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663" name="Google Shape;14663;p44"/>
            <p:cNvSpPr/>
            <p:nvPr/>
          </p:nvSpPr>
          <p:spPr>
            <a:xfrm>
              <a:off x="2450371" y="2220756"/>
              <a:ext cx="89945" cy="88820"/>
            </a:xfrm>
            <a:custGeom>
              <a:rect b="b" l="l" r="r" t="t"/>
              <a:pathLst>
                <a:path extrusionOk="0" h="3392" w="3435">
                  <a:moveTo>
                    <a:pt x="2576" y="0"/>
                  </a:moveTo>
                  <a:cubicBezTo>
                    <a:pt x="2522" y="0"/>
                    <a:pt x="2467" y="22"/>
                    <a:pt x="2424" y="65"/>
                  </a:cubicBezTo>
                  <a:lnTo>
                    <a:pt x="86" y="2402"/>
                  </a:lnTo>
                  <a:cubicBezTo>
                    <a:pt x="1" y="2488"/>
                    <a:pt x="1" y="2631"/>
                    <a:pt x="86" y="2717"/>
                  </a:cubicBezTo>
                  <a:lnTo>
                    <a:pt x="697" y="3327"/>
                  </a:lnTo>
                  <a:cubicBezTo>
                    <a:pt x="740" y="3370"/>
                    <a:pt x="795" y="3392"/>
                    <a:pt x="850" y="3392"/>
                  </a:cubicBezTo>
                  <a:cubicBezTo>
                    <a:pt x="904" y="3392"/>
                    <a:pt x="959" y="3370"/>
                    <a:pt x="1002" y="3327"/>
                  </a:cubicBezTo>
                  <a:lnTo>
                    <a:pt x="3349" y="990"/>
                  </a:lnTo>
                  <a:cubicBezTo>
                    <a:pt x="3435" y="904"/>
                    <a:pt x="3435" y="761"/>
                    <a:pt x="3349" y="675"/>
                  </a:cubicBezTo>
                  <a:lnTo>
                    <a:pt x="2729" y="65"/>
                  </a:lnTo>
                  <a:cubicBezTo>
                    <a:pt x="2686" y="22"/>
                    <a:pt x="2631" y="0"/>
                    <a:pt x="2576" y="0"/>
                  </a:cubicBezTo>
                  <a:close/>
                </a:path>
              </a:pathLst>
            </a:custGeom>
            <a:solidFill>
              <a:srgbClr val="AEBFC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4664" name="Google Shape;14664;p44"/>
          <p:cNvGrpSpPr/>
          <p:nvPr/>
        </p:nvGrpSpPr>
        <p:grpSpPr>
          <a:xfrm>
            <a:off x="2193077" y="2267571"/>
            <a:ext cx="378425" cy="346323"/>
            <a:chOff x="2193077" y="2419971"/>
            <a:chExt cx="378425" cy="346323"/>
          </a:xfrm>
        </p:grpSpPr>
        <p:sp>
          <p:nvSpPr>
            <p:cNvPr id="14665" name="Google Shape;14665;p44"/>
            <p:cNvSpPr/>
            <p:nvPr/>
          </p:nvSpPr>
          <p:spPr>
            <a:xfrm>
              <a:off x="2392423" y="2419971"/>
              <a:ext cx="179079" cy="150852"/>
            </a:xfrm>
            <a:custGeom>
              <a:rect b="b" l="l" r="r" t="t"/>
              <a:pathLst>
                <a:path extrusionOk="0" h="5761" w="6839">
                  <a:moveTo>
                    <a:pt x="3442" y="1"/>
                  </a:moveTo>
                  <a:cubicBezTo>
                    <a:pt x="3405" y="1"/>
                    <a:pt x="3367" y="1"/>
                    <a:pt x="3330" y="3"/>
                  </a:cubicBezTo>
                  <a:cubicBezTo>
                    <a:pt x="1155" y="98"/>
                    <a:pt x="0" y="2617"/>
                    <a:pt x="1355" y="4324"/>
                  </a:cubicBezTo>
                  <a:lnTo>
                    <a:pt x="1298" y="5527"/>
                  </a:lnTo>
                  <a:cubicBezTo>
                    <a:pt x="1290" y="5661"/>
                    <a:pt x="1394" y="5760"/>
                    <a:pt x="1513" y="5760"/>
                  </a:cubicBezTo>
                  <a:cubicBezTo>
                    <a:pt x="1546" y="5760"/>
                    <a:pt x="1580" y="5753"/>
                    <a:pt x="1613" y="5736"/>
                  </a:cubicBezTo>
                  <a:lnTo>
                    <a:pt x="2710" y="5231"/>
                  </a:lnTo>
                  <a:cubicBezTo>
                    <a:pt x="2949" y="5299"/>
                    <a:pt x="3192" y="5332"/>
                    <a:pt x="3433" y="5332"/>
                  </a:cubicBezTo>
                  <a:cubicBezTo>
                    <a:pt x="4306" y="5332"/>
                    <a:pt x="5147" y="4900"/>
                    <a:pt x="5648" y="4153"/>
                  </a:cubicBezTo>
                  <a:cubicBezTo>
                    <a:pt x="6839" y="2372"/>
                    <a:pt x="5551" y="1"/>
                    <a:pt x="3442" y="1"/>
                  </a:cubicBezTo>
                  <a:close/>
                </a:path>
              </a:pathLst>
            </a:custGeom>
            <a:solidFill>
              <a:srgbClr val="BECBD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666" name="Google Shape;14666;p44"/>
            <p:cNvSpPr/>
            <p:nvPr/>
          </p:nvSpPr>
          <p:spPr>
            <a:xfrm>
              <a:off x="2299990" y="2594389"/>
              <a:ext cx="51977" cy="93952"/>
            </a:xfrm>
            <a:custGeom>
              <a:rect b="b" l="l" r="r" t="t"/>
              <a:pathLst>
                <a:path extrusionOk="0" h="3588" w="1985">
                  <a:moveTo>
                    <a:pt x="1" y="1"/>
                  </a:moveTo>
                  <a:lnTo>
                    <a:pt x="1" y="2729"/>
                  </a:lnTo>
                  <a:lnTo>
                    <a:pt x="993" y="3588"/>
                  </a:lnTo>
                  <a:lnTo>
                    <a:pt x="1985" y="2729"/>
                  </a:lnTo>
                  <a:lnTo>
                    <a:pt x="1985" y="1"/>
                  </a:lnTo>
                  <a:close/>
                </a:path>
              </a:pathLst>
            </a:custGeom>
            <a:solidFill>
              <a:srgbClr val="C8D3D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667" name="Google Shape;14667;p44"/>
            <p:cNvSpPr/>
            <p:nvPr/>
          </p:nvSpPr>
          <p:spPr>
            <a:xfrm>
              <a:off x="2193077" y="2652599"/>
              <a:ext cx="265804" cy="113695"/>
            </a:xfrm>
            <a:custGeom>
              <a:rect b="b" l="l" r="r" t="t"/>
              <a:pathLst>
                <a:path extrusionOk="0" h="4342" w="10151">
                  <a:moveTo>
                    <a:pt x="4084" y="1"/>
                  </a:moveTo>
                  <a:lnTo>
                    <a:pt x="2471" y="516"/>
                  </a:lnTo>
                  <a:lnTo>
                    <a:pt x="1823" y="726"/>
                  </a:lnTo>
                  <a:cubicBezTo>
                    <a:pt x="735" y="1069"/>
                    <a:pt x="0" y="2080"/>
                    <a:pt x="0" y="3216"/>
                  </a:cubicBezTo>
                  <a:lnTo>
                    <a:pt x="0" y="4112"/>
                  </a:lnTo>
                  <a:cubicBezTo>
                    <a:pt x="0" y="4236"/>
                    <a:pt x="96" y="4341"/>
                    <a:pt x="220" y="4341"/>
                  </a:cubicBezTo>
                  <a:lnTo>
                    <a:pt x="9922" y="4341"/>
                  </a:lnTo>
                  <a:cubicBezTo>
                    <a:pt x="10046" y="4341"/>
                    <a:pt x="10151" y="4236"/>
                    <a:pt x="10151" y="4112"/>
                  </a:cubicBezTo>
                  <a:lnTo>
                    <a:pt x="10151" y="3216"/>
                  </a:lnTo>
                  <a:cubicBezTo>
                    <a:pt x="10151" y="2080"/>
                    <a:pt x="9416" y="1069"/>
                    <a:pt x="8329" y="726"/>
                  </a:cubicBezTo>
                  <a:lnTo>
                    <a:pt x="7680" y="516"/>
                  </a:lnTo>
                  <a:lnTo>
                    <a:pt x="6068" y="1"/>
                  </a:lnTo>
                  <a:lnTo>
                    <a:pt x="5076" y="697"/>
                  </a:lnTo>
                  <a:lnTo>
                    <a:pt x="4084" y="1"/>
                  </a:lnTo>
                  <a:close/>
                </a:path>
              </a:pathLst>
            </a:custGeom>
            <a:solidFill>
              <a:srgbClr val="95A6B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668" name="Google Shape;14668;p44"/>
            <p:cNvSpPr/>
            <p:nvPr/>
          </p:nvSpPr>
          <p:spPr>
            <a:xfrm>
              <a:off x="2393916" y="2666084"/>
              <a:ext cx="64965" cy="100210"/>
            </a:xfrm>
            <a:custGeom>
              <a:rect b="b" l="l" r="r" t="t"/>
              <a:pathLst>
                <a:path extrusionOk="0" h="3827" w="2481">
                  <a:moveTo>
                    <a:pt x="1" y="1"/>
                  </a:moveTo>
                  <a:lnTo>
                    <a:pt x="497" y="211"/>
                  </a:lnTo>
                  <a:cubicBezTo>
                    <a:pt x="1298" y="554"/>
                    <a:pt x="1851" y="1565"/>
                    <a:pt x="1851" y="2701"/>
                  </a:cubicBezTo>
                  <a:lnTo>
                    <a:pt x="1851" y="3826"/>
                  </a:lnTo>
                  <a:lnTo>
                    <a:pt x="2252" y="3826"/>
                  </a:lnTo>
                  <a:cubicBezTo>
                    <a:pt x="2376" y="3826"/>
                    <a:pt x="2481" y="3721"/>
                    <a:pt x="2481" y="3597"/>
                  </a:cubicBezTo>
                  <a:lnTo>
                    <a:pt x="2481" y="2701"/>
                  </a:lnTo>
                  <a:cubicBezTo>
                    <a:pt x="2481" y="1565"/>
                    <a:pt x="1746" y="554"/>
                    <a:pt x="659" y="211"/>
                  </a:cubicBezTo>
                  <a:lnTo>
                    <a:pt x="1" y="1"/>
                  </a:lnTo>
                  <a:close/>
                </a:path>
              </a:pathLst>
            </a:custGeom>
            <a:solidFill>
              <a:srgbClr val="778DA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669" name="Google Shape;14669;p44"/>
            <p:cNvSpPr/>
            <p:nvPr/>
          </p:nvSpPr>
          <p:spPr>
            <a:xfrm>
              <a:off x="2193077" y="2666346"/>
              <a:ext cx="64729" cy="99948"/>
            </a:xfrm>
            <a:custGeom>
              <a:rect b="b" l="l" r="r" t="t"/>
              <a:pathLst>
                <a:path extrusionOk="0" h="3817" w="2472">
                  <a:moveTo>
                    <a:pt x="2471" y="0"/>
                  </a:moveTo>
                  <a:lnTo>
                    <a:pt x="1823" y="201"/>
                  </a:lnTo>
                  <a:cubicBezTo>
                    <a:pt x="735" y="544"/>
                    <a:pt x="0" y="1555"/>
                    <a:pt x="0" y="2691"/>
                  </a:cubicBezTo>
                  <a:lnTo>
                    <a:pt x="0" y="3597"/>
                  </a:lnTo>
                  <a:cubicBezTo>
                    <a:pt x="0" y="3721"/>
                    <a:pt x="96" y="3816"/>
                    <a:pt x="220" y="3816"/>
                  </a:cubicBezTo>
                  <a:lnTo>
                    <a:pt x="630" y="3816"/>
                  </a:lnTo>
                  <a:lnTo>
                    <a:pt x="630" y="2700"/>
                  </a:lnTo>
                  <a:cubicBezTo>
                    <a:pt x="630" y="1555"/>
                    <a:pt x="1174" y="554"/>
                    <a:pt x="1985" y="210"/>
                  </a:cubicBezTo>
                  <a:lnTo>
                    <a:pt x="2471" y="0"/>
                  </a:lnTo>
                  <a:close/>
                </a:path>
              </a:pathLst>
            </a:custGeom>
            <a:solidFill>
              <a:srgbClr val="778DA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670" name="Google Shape;14670;p44"/>
            <p:cNvSpPr/>
            <p:nvPr/>
          </p:nvSpPr>
          <p:spPr>
            <a:xfrm>
              <a:off x="2320231" y="2697742"/>
              <a:ext cx="11521" cy="12333"/>
            </a:xfrm>
            <a:custGeom>
              <a:rect b="b" l="l" r="r" t="t"/>
              <a:pathLst>
                <a:path extrusionOk="0" h="471" w="440">
                  <a:moveTo>
                    <a:pt x="220" y="1"/>
                  </a:moveTo>
                  <a:cubicBezTo>
                    <a:pt x="110" y="1"/>
                    <a:pt x="0" y="75"/>
                    <a:pt x="10" y="223"/>
                  </a:cubicBezTo>
                  <a:lnTo>
                    <a:pt x="10" y="270"/>
                  </a:lnTo>
                  <a:cubicBezTo>
                    <a:pt x="10" y="385"/>
                    <a:pt x="105" y="471"/>
                    <a:pt x="220" y="471"/>
                  </a:cubicBezTo>
                  <a:cubicBezTo>
                    <a:pt x="334" y="471"/>
                    <a:pt x="430" y="375"/>
                    <a:pt x="430" y="270"/>
                  </a:cubicBezTo>
                  <a:lnTo>
                    <a:pt x="430" y="223"/>
                  </a:lnTo>
                  <a:cubicBezTo>
                    <a:pt x="439" y="75"/>
                    <a:pt x="329" y="1"/>
                    <a:pt x="220" y="1"/>
                  </a:cubicBezTo>
                  <a:close/>
                </a:path>
              </a:pathLst>
            </a:custGeom>
            <a:solidFill>
              <a:srgbClr val="778DA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671" name="Google Shape;14671;p44"/>
            <p:cNvSpPr/>
            <p:nvPr/>
          </p:nvSpPr>
          <p:spPr>
            <a:xfrm>
              <a:off x="2320231" y="2716490"/>
              <a:ext cx="11521" cy="12333"/>
            </a:xfrm>
            <a:custGeom>
              <a:rect b="b" l="l" r="r" t="t"/>
              <a:pathLst>
                <a:path extrusionOk="0" h="471" w="440">
                  <a:moveTo>
                    <a:pt x="220" y="0"/>
                  </a:moveTo>
                  <a:cubicBezTo>
                    <a:pt x="110" y="0"/>
                    <a:pt x="0" y="74"/>
                    <a:pt x="10" y="222"/>
                  </a:cubicBezTo>
                  <a:lnTo>
                    <a:pt x="10" y="270"/>
                  </a:lnTo>
                  <a:cubicBezTo>
                    <a:pt x="10" y="384"/>
                    <a:pt x="105" y="470"/>
                    <a:pt x="220" y="470"/>
                  </a:cubicBezTo>
                  <a:cubicBezTo>
                    <a:pt x="334" y="470"/>
                    <a:pt x="430" y="384"/>
                    <a:pt x="430" y="270"/>
                  </a:cubicBezTo>
                  <a:lnTo>
                    <a:pt x="430" y="222"/>
                  </a:lnTo>
                  <a:cubicBezTo>
                    <a:pt x="439" y="74"/>
                    <a:pt x="329" y="0"/>
                    <a:pt x="220" y="0"/>
                  </a:cubicBezTo>
                  <a:close/>
                </a:path>
              </a:pathLst>
            </a:custGeom>
            <a:solidFill>
              <a:srgbClr val="778DA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672" name="Google Shape;14672;p44"/>
            <p:cNvSpPr/>
            <p:nvPr/>
          </p:nvSpPr>
          <p:spPr>
            <a:xfrm>
              <a:off x="2299833" y="2652860"/>
              <a:ext cx="26159" cy="38963"/>
            </a:xfrm>
            <a:custGeom>
              <a:rect b="b" l="l" r="r" t="t"/>
              <a:pathLst>
                <a:path extrusionOk="0" h="1488" w="999">
                  <a:moveTo>
                    <a:pt x="7" y="0"/>
                  </a:moveTo>
                  <a:lnTo>
                    <a:pt x="7" y="1269"/>
                  </a:lnTo>
                  <a:cubicBezTo>
                    <a:pt x="0" y="1401"/>
                    <a:pt x="110" y="1487"/>
                    <a:pt x="224" y="1487"/>
                  </a:cubicBezTo>
                  <a:cubicBezTo>
                    <a:pt x="283" y="1487"/>
                    <a:pt x="343" y="1464"/>
                    <a:pt x="388" y="1412"/>
                  </a:cubicBezTo>
                  <a:lnTo>
                    <a:pt x="999" y="697"/>
                  </a:lnTo>
                  <a:lnTo>
                    <a:pt x="7" y="0"/>
                  </a:lnTo>
                  <a:close/>
                </a:path>
              </a:pathLst>
            </a:custGeom>
            <a:solidFill>
              <a:srgbClr val="E9EEF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673" name="Google Shape;14673;p44"/>
            <p:cNvSpPr/>
            <p:nvPr/>
          </p:nvSpPr>
          <p:spPr>
            <a:xfrm>
              <a:off x="2270768" y="2472001"/>
              <a:ext cx="110448" cy="152030"/>
            </a:xfrm>
            <a:custGeom>
              <a:rect b="b" l="l" r="r" t="t"/>
              <a:pathLst>
                <a:path extrusionOk="0" h="5806" w="4218">
                  <a:moveTo>
                    <a:pt x="1641" y="0"/>
                  </a:moveTo>
                  <a:cubicBezTo>
                    <a:pt x="1584" y="0"/>
                    <a:pt x="1517" y="0"/>
                    <a:pt x="1450" y="10"/>
                  </a:cubicBezTo>
                  <a:cubicBezTo>
                    <a:pt x="620" y="105"/>
                    <a:pt x="0" y="811"/>
                    <a:pt x="0" y="1651"/>
                  </a:cubicBezTo>
                  <a:lnTo>
                    <a:pt x="0" y="3330"/>
                  </a:lnTo>
                  <a:cubicBezTo>
                    <a:pt x="0" y="4207"/>
                    <a:pt x="468" y="5018"/>
                    <a:pt x="1221" y="5467"/>
                  </a:cubicBezTo>
                  <a:lnTo>
                    <a:pt x="1527" y="5648"/>
                  </a:lnTo>
                  <a:cubicBezTo>
                    <a:pt x="1708" y="5753"/>
                    <a:pt x="1908" y="5805"/>
                    <a:pt x="2107" y="5805"/>
                  </a:cubicBezTo>
                  <a:cubicBezTo>
                    <a:pt x="2307" y="5805"/>
                    <a:pt x="2505" y="5753"/>
                    <a:pt x="2681" y="5648"/>
                  </a:cubicBezTo>
                  <a:lnTo>
                    <a:pt x="2996" y="5467"/>
                  </a:lnTo>
                  <a:cubicBezTo>
                    <a:pt x="3750" y="5018"/>
                    <a:pt x="4217" y="4198"/>
                    <a:pt x="4217" y="3320"/>
                  </a:cubicBezTo>
                  <a:lnTo>
                    <a:pt x="4217" y="1651"/>
                  </a:lnTo>
                  <a:cubicBezTo>
                    <a:pt x="4217" y="735"/>
                    <a:pt x="3482" y="0"/>
                    <a:pt x="2576" y="0"/>
                  </a:cubicBezTo>
                  <a:close/>
                </a:path>
              </a:pathLst>
            </a:custGeom>
            <a:solidFill>
              <a:srgbClr val="DFE5E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674" name="Google Shape;14674;p44"/>
            <p:cNvSpPr/>
            <p:nvPr/>
          </p:nvSpPr>
          <p:spPr>
            <a:xfrm>
              <a:off x="2253145" y="2454745"/>
              <a:ext cx="145301" cy="78293"/>
            </a:xfrm>
            <a:custGeom>
              <a:rect b="b" l="l" r="r" t="t"/>
              <a:pathLst>
                <a:path extrusionOk="0" h="2990" w="5549">
                  <a:moveTo>
                    <a:pt x="2228" y="1"/>
                  </a:moveTo>
                  <a:cubicBezTo>
                    <a:pt x="1007" y="1"/>
                    <a:pt x="15" y="993"/>
                    <a:pt x="15" y="2224"/>
                  </a:cubicBezTo>
                  <a:lnTo>
                    <a:pt x="15" y="2768"/>
                  </a:lnTo>
                  <a:cubicBezTo>
                    <a:pt x="1" y="2915"/>
                    <a:pt x="108" y="2989"/>
                    <a:pt x="217" y="2989"/>
                  </a:cubicBezTo>
                  <a:cubicBezTo>
                    <a:pt x="325" y="2989"/>
                    <a:pt x="435" y="2915"/>
                    <a:pt x="425" y="2768"/>
                  </a:cubicBezTo>
                  <a:lnTo>
                    <a:pt x="425" y="2224"/>
                  </a:lnTo>
                  <a:cubicBezTo>
                    <a:pt x="425" y="1222"/>
                    <a:pt x="1236" y="411"/>
                    <a:pt x="2228" y="411"/>
                  </a:cubicBezTo>
                  <a:lnTo>
                    <a:pt x="3325" y="411"/>
                  </a:lnTo>
                  <a:cubicBezTo>
                    <a:pt x="4327" y="411"/>
                    <a:pt x="5138" y="1222"/>
                    <a:pt x="5138" y="2224"/>
                  </a:cubicBezTo>
                  <a:lnTo>
                    <a:pt x="5138" y="2768"/>
                  </a:lnTo>
                  <a:cubicBezTo>
                    <a:pt x="5138" y="2882"/>
                    <a:pt x="5224" y="2977"/>
                    <a:pt x="5338" y="2977"/>
                  </a:cubicBezTo>
                  <a:cubicBezTo>
                    <a:pt x="5453" y="2977"/>
                    <a:pt x="5548" y="2882"/>
                    <a:pt x="5548" y="2768"/>
                  </a:cubicBezTo>
                  <a:lnTo>
                    <a:pt x="5548" y="2224"/>
                  </a:lnTo>
                  <a:cubicBezTo>
                    <a:pt x="5548" y="993"/>
                    <a:pt x="4556" y="1"/>
                    <a:pt x="3325" y="1"/>
                  </a:cubicBezTo>
                  <a:close/>
                </a:path>
              </a:pathLst>
            </a:custGeom>
            <a:solidFill>
              <a:srgbClr val="BECBD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675" name="Google Shape;14675;p44"/>
            <p:cNvSpPr/>
            <p:nvPr/>
          </p:nvSpPr>
          <p:spPr>
            <a:xfrm>
              <a:off x="2319236" y="2570352"/>
              <a:ext cx="79210" cy="77534"/>
            </a:xfrm>
            <a:custGeom>
              <a:rect b="b" l="l" r="r" t="t"/>
              <a:pathLst>
                <a:path extrusionOk="0" h="2961" w="3025">
                  <a:moveTo>
                    <a:pt x="2819" y="1"/>
                  </a:moveTo>
                  <a:cubicBezTo>
                    <a:pt x="2721" y="1"/>
                    <a:pt x="2624" y="65"/>
                    <a:pt x="2614" y="194"/>
                  </a:cubicBezTo>
                  <a:lnTo>
                    <a:pt x="2614" y="738"/>
                  </a:lnTo>
                  <a:cubicBezTo>
                    <a:pt x="2614" y="1739"/>
                    <a:pt x="1803" y="2550"/>
                    <a:pt x="801" y="2550"/>
                  </a:cubicBezTo>
                  <a:lnTo>
                    <a:pt x="258" y="2550"/>
                  </a:lnTo>
                  <a:cubicBezTo>
                    <a:pt x="0" y="2569"/>
                    <a:pt x="0" y="2941"/>
                    <a:pt x="258" y="2960"/>
                  </a:cubicBezTo>
                  <a:lnTo>
                    <a:pt x="801" y="2960"/>
                  </a:lnTo>
                  <a:cubicBezTo>
                    <a:pt x="2032" y="2960"/>
                    <a:pt x="3024" y="1968"/>
                    <a:pt x="3024" y="738"/>
                  </a:cubicBezTo>
                  <a:lnTo>
                    <a:pt x="3024" y="194"/>
                  </a:lnTo>
                  <a:cubicBezTo>
                    <a:pt x="3015" y="65"/>
                    <a:pt x="2917" y="1"/>
                    <a:pt x="2819" y="1"/>
                  </a:cubicBezTo>
                  <a:close/>
                </a:path>
              </a:pathLst>
            </a:custGeom>
            <a:solidFill>
              <a:srgbClr val="BECBD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676" name="Google Shape;14676;p44"/>
            <p:cNvSpPr/>
            <p:nvPr/>
          </p:nvSpPr>
          <p:spPr>
            <a:xfrm>
              <a:off x="2325966" y="2652860"/>
              <a:ext cx="26264" cy="38963"/>
            </a:xfrm>
            <a:custGeom>
              <a:rect b="b" l="l" r="r" t="t"/>
              <a:pathLst>
                <a:path extrusionOk="0" h="1488" w="1003">
                  <a:moveTo>
                    <a:pt x="1002" y="0"/>
                  </a:moveTo>
                  <a:lnTo>
                    <a:pt x="1" y="697"/>
                  </a:lnTo>
                  <a:lnTo>
                    <a:pt x="611" y="1412"/>
                  </a:lnTo>
                  <a:cubicBezTo>
                    <a:pt x="657" y="1464"/>
                    <a:pt x="717" y="1487"/>
                    <a:pt x="776" y="1487"/>
                  </a:cubicBezTo>
                  <a:cubicBezTo>
                    <a:pt x="891" y="1487"/>
                    <a:pt x="1002" y="1401"/>
                    <a:pt x="1002" y="1269"/>
                  </a:cubicBezTo>
                  <a:lnTo>
                    <a:pt x="1002" y="0"/>
                  </a:lnTo>
                  <a:close/>
                </a:path>
              </a:pathLst>
            </a:custGeom>
            <a:solidFill>
              <a:srgbClr val="E9EEF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677" name="Google Shape;14677;p44"/>
            <p:cNvSpPr/>
            <p:nvPr/>
          </p:nvSpPr>
          <p:spPr>
            <a:xfrm>
              <a:off x="2363698" y="2721308"/>
              <a:ext cx="54229" cy="20503"/>
            </a:xfrm>
            <a:custGeom>
              <a:rect b="b" l="l" r="r" t="t"/>
              <a:pathLst>
                <a:path extrusionOk="0" h="783" w="2071">
                  <a:moveTo>
                    <a:pt x="296" y="0"/>
                  </a:moveTo>
                  <a:cubicBezTo>
                    <a:pt x="134" y="0"/>
                    <a:pt x="0" y="124"/>
                    <a:pt x="0" y="286"/>
                  </a:cubicBezTo>
                  <a:lnTo>
                    <a:pt x="0" y="496"/>
                  </a:lnTo>
                  <a:cubicBezTo>
                    <a:pt x="0" y="649"/>
                    <a:pt x="134" y="782"/>
                    <a:pt x="296" y="782"/>
                  </a:cubicBezTo>
                  <a:lnTo>
                    <a:pt x="1784" y="782"/>
                  </a:lnTo>
                  <a:cubicBezTo>
                    <a:pt x="1937" y="782"/>
                    <a:pt x="2070" y="649"/>
                    <a:pt x="2070" y="496"/>
                  </a:cubicBezTo>
                  <a:lnTo>
                    <a:pt x="2070" y="286"/>
                  </a:lnTo>
                  <a:cubicBezTo>
                    <a:pt x="2070" y="124"/>
                    <a:pt x="1937" y="0"/>
                    <a:pt x="1784" y="0"/>
                  </a:cubicBezTo>
                  <a:close/>
                </a:path>
              </a:pathLst>
            </a:custGeom>
            <a:solidFill>
              <a:srgbClr val="6A7F9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678" name="Google Shape;14678;p44"/>
            <p:cNvSpPr/>
            <p:nvPr/>
          </p:nvSpPr>
          <p:spPr>
            <a:xfrm>
              <a:off x="2314732" y="2631127"/>
              <a:ext cx="22493" cy="22493"/>
            </a:xfrm>
            <a:custGeom>
              <a:rect b="b" l="l" r="r" t="t"/>
              <a:pathLst>
                <a:path extrusionOk="0" h="859" w="859">
                  <a:moveTo>
                    <a:pt x="430" y="0"/>
                  </a:moveTo>
                  <a:cubicBezTo>
                    <a:pt x="191" y="0"/>
                    <a:pt x="0" y="200"/>
                    <a:pt x="0" y="429"/>
                  </a:cubicBezTo>
                  <a:cubicBezTo>
                    <a:pt x="0" y="668"/>
                    <a:pt x="191" y="859"/>
                    <a:pt x="430" y="859"/>
                  </a:cubicBezTo>
                  <a:cubicBezTo>
                    <a:pt x="668" y="859"/>
                    <a:pt x="859" y="668"/>
                    <a:pt x="859" y="429"/>
                  </a:cubicBezTo>
                  <a:cubicBezTo>
                    <a:pt x="859" y="200"/>
                    <a:pt x="668" y="0"/>
                    <a:pt x="430" y="0"/>
                  </a:cubicBezTo>
                  <a:close/>
                </a:path>
              </a:pathLst>
            </a:custGeom>
            <a:solidFill>
              <a:srgbClr val="9BAFB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679" name="Google Shape;14679;p44"/>
            <p:cNvSpPr/>
            <p:nvPr/>
          </p:nvSpPr>
          <p:spPr>
            <a:xfrm>
              <a:off x="2270768" y="2472236"/>
              <a:ext cx="37994" cy="49987"/>
            </a:xfrm>
            <a:custGeom>
              <a:rect b="b" l="l" r="r" t="t"/>
              <a:pathLst>
                <a:path extrusionOk="0" h="1909" w="1451">
                  <a:moveTo>
                    <a:pt x="1450" y="1"/>
                  </a:moveTo>
                  <a:lnTo>
                    <a:pt x="1450" y="1"/>
                  </a:lnTo>
                  <a:cubicBezTo>
                    <a:pt x="620" y="96"/>
                    <a:pt x="0" y="802"/>
                    <a:pt x="0" y="1642"/>
                  </a:cubicBezTo>
                  <a:lnTo>
                    <a:pt x="0" y="1909"/>
                  </a:lnTo>
                  <a:cubicBezTo>
                    <a:pt x="0" y="1909"/>
                    <a:pt x="1059" y="1584"/>
                    <a:pt x="1450" y="1"/>
                  </a:cubicBezTo>
                  <a:close/>
                </a:path>
              </a:pathLst>
            </a:custGeom>
            <a:solidFill>
              <a:srgbClr val="738A9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680" name="Google Shape;14680;p44"/>
            <p:cNvSpPr/>
            <p:nvPr/>
          </p:nvSpPr>
          <p:spPr>
            <a:xfrm>
              <a:off x="2308736" y="2472001"/>
              <a:ext cx="72480" cy="71956"/>
            </a:xfrm>
            <a:custGeom>
              <a:rect b="b" l="l" r="r" t="t"/>
              <a:pathLst>
                <a:path extrusionOk="0" h="2748" w="2768">
                  <a:moveTo>
                    <a:pt x="191" y="0"/>
                  </a:moveTo>
                  <a:cubicBezTo>
                    <a:pt x="124" y="0"/>
                    <a:pt x="67" y="0"/>
                    <a:pt x="0" y="10"/>
                  </a:cubicBezTo>
                  <a:cubicBezTo>
                    <a:pt x="0" y="10"/>
                    <a:pt x="287" y="2748"/>
                    <a:pt x="2767" y="2748"/>
                  </a:cubicBezTo>
                  <a:lnTo>
                    <a:pt x="2767" y="1651"/>
                  </a:lnTo>
                  <a:cubicBezTo>
                    <a:pt x="2767" y="735"/>
                    <a:pt x="2032" y="0"/>
                    <a:pt x="1126" y="0"/>
                  </a:cubicBezTo>
                  <a:close/>
                </a:path>
              </a:pathLst>
            </a:custGeom>
            <a:solidFill>
              <a:srgbClr val="738A9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681" name="Google Shape;14681;p44"/>
            <p:cNvSpPr/>
            <p:nvPr/>
          </p:nvSpPr>
          <p:spPr>
            <a:xfrm>
              <a:off x="2459614" y="2474567"/>
              <a:ext cx="38492" cy="32915"/>
            </a:xfrm>
            <a:custGeom>
              <a:rect b="b" l="l" r="r" t="t"/>
              <a:pathLst>
                <a:path extrusionOk="0" h="1257" w="1470">
                  <a:moveTo>
                    <a:pt x="850" y="417"/>
                  </a:moveTo>
                  <a:cubicBezTo>
                    <a:pt x="964" y="417"/>
                    <a:pt x="1050" y="513"/>
                    <a:pt x="1050" y="627"/>
                  </a:cubicBezTo>
                  <a:cubicBezTo>
                    <a:pt x="1050" y="757"/>
                    <a:pt x="945" y="842"/>
                    <a:pt x="835" y="842"/>
                  </a:cubicBezTo>
                  <a:cubicBezTo>
                    <a:pt x="783" y="842"/>
                    <a:pt x="730" y="823"/>
                    <a:pt x="687" y="780"/>
                  </a:cubicBezTo>
                  <a:cubicBezTo>
                    <a:pt x="554" y="637"/>
                    <a:pt x="659" y="417"/>
                    <a:pt x="850" y="417"/>
                  </a:cubicBezTo>
                  <a:close/>
                  <a:moveTo>
                    <a:pt x="833" y="1"/>
                  </a:moveTo>
                  <a:cubicBezTo>
                    <a:pt x="679" y="1"/>
                    <a:pt x="521" y="59"/>
                    <a:pt x="392" y="188"/>
                  </a:cubicBezTo>
                  <a:cubicBezTo>
                    <a:pt x="1" y="589"/>
                    <a:pt x="287" y="1257"/>
                    <a:pt x="850" y="1257"/>
                  </a:cubicBezTo>
                  <a:cubicBezTo>
                    <a:pt x="1193" y="1247"/>
                    <a:pt x="1470" y="971"/>
                    <a:pt x="1470" y="627"/>
                  </a:cubicBezTo>
                  <a:cubicBezTo>
                    <a:pt x="1463" y="253"/>
                    <a:pt x="1156" y="1"/>
                    <a:pt x="833" y="1"/>
                  </a:cubicBezTo>
                  <a:close/>
                </a:path>
              </a:pathLst>
            </a:custGeom>
            <a:solidFill>
              <a:srgbClr val="95A6B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682" name="Google Shape;14682;p44"/>
            <p:cNvSpPr/>
            <p:nvPr/>
          </p:nvSpPr>
          <p:spPr>
            <a:xfrm>
              <a:off x="2437540" y="2448696"/>
              <a:ext cx="88636" cy="84839"/>
            </a:xfrm>
            <a:custGeom>
              <a:rect b="b" l="l" r="r" t="t"/>
              <a:pathLst>
                <a:path extrusionOk="0" h="3240" w="3385">
                  <a:moveTo>
                    <a:pt x="1688" y="814"/>
                  </a:moveTo>
                  <a:cubicBezTo>
                    <a:pt x="1757" y="814"/>
                    <a:pt x="1826" y="823"/>
                    <a:pt x="1893" y="843"/>
                  </a:cubicBezTo>
                  <a:cubicBezTo>
                    <a:pt x="1960" y="862"/>
                    <a:pt x="2027" y="890"/>
                    <a:pt x="2084" y="928"/>
                  </a:cubicBezTo>
                  <a:cubicBezTo>
                    <a:pt x="2265" y="1033"/>
                    <a:pt x="2389" y="1205"/>
                    <a:pt x="2446" y="1405"/>
                  </a:cubicBezTo>
                  <a:cubicBezTo>
                    <a:pt x="2484" y="1548"/>
                    <a:pt x="2484" y="1692"/>
                    <a:pt x="2446" y="1825"/>
                  </a:cubicBezTo>
                  <a:cubicBezTo>
                    <a:pt x="2427" y="1892"/>
                    <a:pt x="2408" y="1949"/>
                    <a:pt x="2370" y="2016"/>
                  </a:cubicBezTo>
                  <a:cubicBezTo>
                    <a:pt x="2303" y="2140"/>
                    <a:pt x="2208" y="2235"/>
                    <a:pt x="2084" y="2312"/>
                  </a:cubicBezTo>
                  <a:cubicBezTo>
                    <a:pt x="2027" y="2340"/>
                    <a:pt x="1960" y="2369"/>
                    <a:pt x="1902" y="2388"/>
                  </a:cubicBezTo>
                  <a:cubicBezTo>
                    <a:pt x="1826" y="2407"/>
                    <a:pt x="1759" y="2417"/>
                    <a:pt x="1693" y="2417"/>
                  </a:cubicBezTo>
                  <a:cubicBezTo>
                    <a:pt x="1550" y="2417"/>
                    <a:pt x="1416" y="2378"/>
                    <a:pt x="1301" y="2312"/>
                  </a:cubicBezTo>
                  <a:cubicBezTo>
                    <a:pt x="1120" y="2197"/>
                    <a:pt x="987" y="2025"/>
                    <a:pt x="929" y="1825"/>
                  </a:cubicBezTo>
                  <a:cubicBezTo>
                    <a:pt x="901" y="1692"/>
                    <a:pt x="901" y="1548"/>
                    <a:pt x="929" y="1405"/>
                  </a:cubicBezTo>
                  <a:cubicBezTo>
                    <a:pt x="987" y="1205"/>
                    <a:pt x="1120" y="1033"/>
                    <a:pt x="1301" y="928"/>
                  </a:cubicBezTo>
                  <a:cubicBezTo>
                    <a:pt x="1359" y="890"/>
                    <a:pt x="1416" y="862"/>
                    <a:pt x="1483" y="843"/>
                  </a:cubicBezTo>
                  <a:cubicBezTo>
                    <a:pt x="1550" y="823"/>
                    <a:pt x="1619" y="814"/>
                    <a:pt x="1688" y="814"/>
                  </a:cubicBezTo>
                  <a:close/>
                  <a:moveTo>
                    <a:pt x="1693" y="1"/>
                  </a:moveTo>
                  <a:cubicBezTo>
                    <a:pt x="1592" y="1"/>
                    <a:pt x="1492" y="65"/>
                    <a:pt x="1483" y="194"/>
                  </a:cubicBezTo>
                  <a:lnTo>
                    <a:pt x="1483" y="423"/>
                  </a:lnTo>
                  <a:cubicBezTo>
                    <a:pt x="1311" y="461"/>
                    <a:pt x="1149" y="528"/>
                    <a:pt x="1006" y="633"/>
                  </a:cubicBezTo>
                  <a:lnTo>
                    <a:pt x="853" y="470"/>
                  </a:lnTo>
                  <a:cubicBezTo>
                    <a:pt x="811" y="435"/>
                    <a:pt x="765" y="419"/>
                    <a:pt x="720" y="419"/>
                  </a:cubicBezTo>
                  <a:cubicBezTo>
                    <a:pt x="565" y="419"/>
                    <a:pt x="431" y="608"/>
                    <a:pt x="557" y="757"/>
                  </a:cubicBezTo>
                  <a:lnTo>
                    <a:pt x="720" y="919"/>
                  </a:lnTo>
                  <a:cubicBezTo>
                    <a:pt x="615" y="1071"/>
                    <a:pt x="548" y="1234"/>
                    <a:pt x="519" y="1415"/>
                  </a:cubicBezTo>
                  <a:lnTo>
                    <a:pt x="290" y="1415"/>
                  </a:lnTo>
                  <a:cubicBezTo>
                    <a:pt x="284" y="1415"/>
                    <a:pt x="278" y="1414"/>
                    <a:pt x="272" y="1414"/>
                  </a:cubicBezTo>
                  <a:cubicBezTo>
                    <a:pt x="3" y="1414"/>
                    <a:pt x="0" y="1826"/>
                    <a:pt x="264" y="1826"/>
                  </a:cubicBezTo>
                  <a:cubicBezTo>
                    <a:pt x="273" y="1826"/>
                    <a:pt x="281" y="1826"/>
                    <a:pt x="290" y="1825"/>
                  </a:cubicBezTo>
                  <a:lnTo>
                    <a:pt x="510" y="1825"/>
                  </a:lnTo>
                  <a:cubicBezTo>
                    <a:pt x="538" y="2006"/>
                    <a:pt x="605" y="2178"/>
                    <a:pt x="710" y="2321"/>
                  </a:cubicBezTo>
                  <a:lnTo>
                    <a:pt x="548" y="2483"/>
                  </a:lnTo>
                  <a:cubicBezTo>
                    <a:pt x="381" y="2636"/>
                    <a:pt x="528" y="2854"/>
                    <a:pt x="692" y="2854"/>
                  </a:cubicBezTo>
                  <a:cubicBezTo>
                    <a:pt x="744" y="2854"/>
                    <a:pt x="798" y="2832"/>
                    <a:pt x="844" y="2779"/>
                  </a:cubicBezTo>
                  <a:lnTo>
                    <a:pt x="1006" y="2617"/>
                  </a:lnTo>
                  <a:cubicBezTo>
                    <a:pt x="1149" y="2722"/>
                    <a:pt x="1311" y="2789"/>
                    <a:pt x="1483" y="2817"/>
                  </a:cubicBezTo>
                  <a:lnTo>
                    <a:pt x="1483" y="3046"/>
                  </a:lnTo>
                  <a:cubicBezTo>
                    <a:pt x="1492" y="3175"/>
                    <a:pt x="1590" y="3239"/>
                    <a:pt x="1688" y="3239"/>
                  </a:cubicBezTo>
                  <a:cubicBezTo>
                    <a:pt x="1786" y="3239"/>
                    <a:pt x="1883" y="3175"/>
                    <a:pt x="1893" y="3046"/>
                  </a:cubicBezTo>
                  <a:lnTo>
                    <a:pt x="1893" y="2817"/>
                  </a:lnTo>
                  <a:cubicBezTo>
                    <a:pt x="2065" y="2789"/>
                    <a:pt x="2227" y="2722"/>
                    <a:pt x="2370" y="2617"/>
                  </a:cubicBezTo>
                  <a:lnTo>
                    <a:pt x="2542" y="2779"/>
                  </a:lnTo>
                  <a:cubicBezTo>
                    <a:pt x="2588" y="2832"/>
                    <a:pt x="2641" y="2854"/>
                    <a:pt x="2693" y="2854"/>
                  </a:cubicBezTo>
                  <a:cubicBezTo>
                    <a:pt x="2856" y="2854"/>
                    <a:pt x="3002" y="2636"/>
                    <a:pt x="2828" y="2483"/>
                  </a:cubicBezTo>
                  <a:lnTo>
                    <a:pt x="2675" y="2321"/>
                  </a:lnTo>
                  <a:cubicBezTo>
                    <a:pt x="2771" y="2178"/>
                    <a:pt x="2847" y="2006"/>
                    <a:pt x="2876" y="1825"/>
                  </a:cubicBezTo>
                  <a:lnTo>
                    <a:pt x="3095" y="1825"/>
                  </a:lnTo>
                  <a:cubicBezTo>
                    <a:pt x="3104" y="1826"/>
                    <a:pt x="3113" y="1826"/>
                    <a:pt x="3121" y="1826"/>
                  </a:cubicBezTo>
                  <a:cubicBezTo>
                    <a:pt x="3385" y="1826"/>
                    <a:pt x="3382" y="1414"/>
                    <a:pt x="3113" y="1414"/>
                  </a:cubicBezTo>
                  <a:cubicBezTo>
                    <a:pt x="3107" y="1414"/>
                    <a:pt x="3101" y="1415"/>
                    <a:pt x="3095" y="1415"/>
                  </a:cubicBezTo>
                  <a:lnTo>
                    <a:pt x="2866" y="1415"/>
                  </a:lnTo>
                  <a:cubicBezTo>
                    <a:pt x="2837" y="1234"/>
                    <a:pt x="2771" y="1062"/>
                    <a:pt x="2666" y="919"/>
                  </a:cubicBezTo>
                  <a:lnTo>
                    <a:pt x="2828" y="757"/>
                  </a:lnTo>
                  <a:cubicBezTo>
                    <a:pt x="2953" y="602"/>
                    <a:pt x="2823" y="414"/>
                    <a:pt x="2670" y="414"/>
                  </a:cubicBezTo>
                  <a:cubicBezTo>
                    <a:pt x="2624" y="414"/>
                    <a:pt x="2576" y="431"/>
                    <a:pt x="2532" y="470"/>
                  </a:cubicBezTo>
                  <a:lnTo>
                    <a:pt x="2379" y="633"/>
                  </a:lnTo>
                  <a:cubicBezTo>
                    <a:pt x="2236" y="528"/>
                    <a:pt x="2074" y="461"/>
                    <a:pt x="1902" y="423"/>
                  </a:cubicBezTo>
                  <a:lnTo>
                    <a:pt x="1902" y="194"/>
                  </a:lnTo>
                  <a:cubicBezTo>
                    <a:pt x="1893" y="65"/>
                    <a:pt x="1793" y="1"/>
                    <a:pt x="1693" y="1"/>
                  </a:cubicBezTo>
                  <a:close/>
                </a:path>
              </a:pathLst>
            </a:custGeom>
            <a:solidFill>
              <a:srgbClr val="95A6B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683" name="Google Shape;14683;p44"/>
            <p:cNvSpPr/>
            <p:nvPr/>
          </p:nvSpPr>
          <p:spPr>
            <a:xfrm>
              <a:off x="2314235" y="2542883"/>
              <a:ext cx="23750" cy="37052"/>
            </a:xfrm>
            <a:custGeom>
              <a:rect b="b" l="l" r="r" t="t"/>
              <a:pathLst>
                <a:path extrusionOk="0" h="1415" w="907">
                  <a:moveTo>
                    <a:pt x="205" y="0"/>
                  </a:moveTo>
                  <a:cubicBezTo>
                    <a:pt x="108" y="0"/>
                    <a:pt x="10" y="65"/>
                    <a:pt x="0" y="193"/>
                  </a:cubicBezTo>
                  <a:lnTo>
                    <a:pt x="0" y="1205"/>
                  </a:lnTo>
                  <a:cubicBezTo>
                    <a:pt x="0" y="1319"/>
                    <a:pt x="86" y="1414"/>
                    <a:pt x="201" y="1414"/>
                  </a:cubicBezTo>
                  <a:lnTo>
                    <a:pt x="649" y="1414"/>
                  </a:lnTo>
                  <a:cubicBezTo>
                    <a:pt x="907" y="1395"/>
                    <a:pt x="907" y="1014"/>
                    <a:pt x="649" y="995"/>
                  </a:cubicBezTo>
                  <a:lnTo>
                    <a:pt x="411" y="995"/>
                  </a:lnTo>
                  <a:lnTo>
                    <a:pt x="411" y="193"/>
                  </a:lnTo>
                  <a:cubicBezTo>
                    <a:pt x="401" y="65"/>
                    <a:pt x="303" y="0"/>
                    <a:pt x="205" y="0"/>
                  </a:cubicBezTo>
                  <a:close/>
                </a:path>
              </a:pathLst>
            </a:custGeom>
            <a:solidFill>
              <a:srgbClr val="B5C4D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684" name="Google Shape;14684;p44"/>
            <p:cNvSpPr/>
            <p:nvPr/>
          </p:nvSpPr>
          <p:spPr>
            <a:xfrm>
              <a:off x="2231804" y="2521962"/>
              <a:ext cx="32496" cy="57974"/>
            </a:xfrm>
            <a:custGeom>
              <a:rect b="b" l="l" r="r" t="t"/>
              <a:pathLst>
                <a:path extrusionOk="0" h="2214" w="1241">
                  <a:moveTo>
                    <a:pt x="1030" y="0"/>
                  </a:moveTo>
                  <a:cubicBezTo>
                    <a:pt x="458" y="0"/>
                    <a:pt x="0" y="458"/>
                    <a:pt x="0" y="1031"/>
                  </a:cubicBezTo>
                  <a:lnTo>
                    <a:pt x="0" y="1174"/>
                  </a:lnTo>
                  <a:cubicBezTo>
                    <a:pt x="0" y="1746"/>
                    <a:pt x="458" y="2204"/>
                    <a:pt x="1030" y="2213"/>
                  </a:cubicBezTo>
                  <a:cubicBezTo>
                    <a:pt x="1145" y="2213"/>
                    <a:pt x="1240" y="2118"/>
                    <a:pt x="1240" y="2004"/>
                  </a:cubicBezTo>
                  <a:lnTo>
                    <a:pt x="1240" y="201"/>
                  </a:lnTo>
                  <a:cubicBezTo>
                    <a:pt x="1240" y="86"/>
                    <a:pt x="1145" y="0"/>
                    <a:pt x="1030" y="0"/>
                  </a:cubicBezTo>
                  <a:close/>
                </a:path>
              </a:pathLst>
            </a:custGeom>
            <a:solidFill>
              <a:srgbClr val="6A7F9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685" name="Google Shape;14685;p44"/>
            <p:cNvSpPr/>
            <p:nvPr/>
          </p:nvSpPr>
          <p:spPr>
            <a:xfrm>
              <a:off x="2387684" y="2521962"/>
              <a:ext cx="32496" cy="57974"/>
            </a:xfrm>
            <a:custGeom>
              <a:rect b="b" l="l" r="r" t="t"/>
              <a:pathLst>
                <a:path extrusionOk="0" h="2214" w="1241">
                  <a:moveTo>
                    <a:pt x="200" y="0"/>
                  </a:moveTo>
                  <a:cubicBezTo>
                    <a:pt x="86" y="0"/>
                    <a:pt x="0" y="86"/>
                    <a:pt x="0" y="201"/>
                  </a:cubicBezTo>
                  <a:lnTo>
                    <a:pt x="0" y="2004"/>
                  </a:lnTo>
                  <a:cubicBezTo>
                    <a:pt x="0" y="2118"/>
                    <a:pt x="86" y="2213"/>
                    <a:pt x="200" y="2213"/>
                  </a:cubicBezTo>
                  <a:cubicBezTo>
                    <a:pt x="773" y="2213"/>
                    <a:pt x="1240" y="1746"/>
                    <a:pt x="1240" y="1174"/>
                  </a:cubicBezTo>
                  <a:lnTo>
                    <a:pt x="1240" y="1031"/>
                  </a:lnTo>
                  <a:cubicBezTo>
                    <a:pt x="1240" y="458"/>
                    <a:pt x="773" y="0"/>
                    <a:pt x="200" y="0"/>
                  </a:cubicBezTo>
                  <a:close/>
                </a:path>
              </a:pathLst>
            </a:custGeom>
            <a:solidFill>
              <a:srgbClr val="6A7F9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4686" name="Google Shape;14686;p44"/>
          <p:cNvGrpSpPr/>
          <p:nvPr/>
        </p:nvGrpSpPr>
        <p:grpSpPr>
          <a:xfrm>
            <a:off x="861622" y="2729370"/>
            <a:ext cx="276801" cy="367140"/>
            <a:chOff x="861622" y="2881770"/>
            <a:chExt cx="276801" cy="367140"/>
          </a:xfrm>
        </p:grpSpPr>
        <p:sp>
          <p:nvSpPr>
            <p:cNvPr id="14687" name="Google Shape;14687;p44"/>
            <p:cNvSpPr/>
            <p:nvPr/>
          </p:nvSpPr>
          <p:spPr>
            <a:xfrm>
              <a:off x="982518" y="2994575"/>
              <a:ext cx="155905" cy="254335"/>
            </a:xfrm>
            <a:custGeom>
              <a:rect b="b" l="l" r="r" t="t"/>
              <a:pathLst>
                <a:path extrusionOk="0" h="9713" w="5954">
                  <a:moveTo>
                    <a:pt x="2395" y="1"/>
                  </a:moveTo>
                  <a:cubicBezTo>
                    <a:pt x="1594" y="1"/>
                    <a:pt x="936" y="649"/>
                    <a:pt x="945" y="1451"/>
                  </a:cubicBezTo>
                  <a:lnTo>
                    <a:pt x="945" y="5963"/>
                  </a:lnTo>
                  <a:cubicBezTo>
                    <a:pt x="945" y="6011"/>
                    <a:pt x="917" y="6059"/>
                    <a:pt x="888" y="6087"/>
                  </a:cubicBezTo>
                  <a:cubicBezTo>
                    <a:pt x="831" y="6144"/>
                    <a:pt x="774" y="6192"/>
                    <a:pt x="726" y="6259"/>
                  </a:cubicBezTo>
                  <a:cubicBezTo>
                    <a:pt x="1" y="7117"/>
                    <a:pt x="68" y="8405"/>
                    <a:pt x="879" y="9188"/>
                  </a:cubicBezTo>
                  <a:cubicBezTo>
                    <a:pt x="1232" y="9522"/>
                    <a:pt x="1689" y="9712"/>
                    <a:pt x="2176" y="9712"/>
                  </a:cubicBezTo>
                  <a:cubicBezTo>
                    <a:pt x="3073" y="9693"/>
                    <a:pt x="3845" y="9073"/>
                    <a:pt x="4055" y="8205"/>
                  </a:cubicBezTo>
                  <a:cubicBezTo>
                    <a:pt x="4065" y="8176"/>
                    <a:pt x="4074" y="8148"/>
                    <a:pt x="4074" y="8110"/>
                  </a:cubicBezTo>
                  <a:cubicBezTo>
                    <a:pt x="4084" y="8081"/>
                    <a:pt x="4093" y="8052"/>
                    <a:pt x="4093" y="8033"/>
                  </a:cubicBezTo>
                  <a:cubicBezTo>
                    <a:pt x="4103" y="7957"/>
                    <a:pt x="4170" y="7900"/>
                    <a:pt x="4237" y="7890"/>
                  </a:cubicBezTo>
                  <a:lnTo>
                    <a:pt x="4322" y="7871"/>
                  </a:lnTo>
                  <a:lnTo>
                    <a:pt x="4351" y="7871"/>
                  </a:lnTo>
                  <a:cubicBezTo>
                    <a:pt x="5267" y="7671"/>
                    <a:pt x="5944" y="6822"/>
                    <a:pt x="5944" y="5801"/>
                  </a:cubicBezTo>
                  <a:cubicBezTo>
                    <a:pt x="5954" y="5209"/>
                    <a:pt x="5715" y="4637"/>
                    <a:pt x="5296" y="4217"/>
                  </a:cubicBezTo>
                  <a:cubicBezTo>
                    <a:pt x="5210" y="4141"/>
                    <a:pt x="5124" y="4074"/>
                    <a:pt x="5038" y="4007"/>
                  </a:cubicBezTo>
                  <a:cubicBezTo>
                    <a:pt x="4962" y="3960"/>
                    <a:pt x="4943" y="3864"/>
                    <a:pt x="4981" y="3788"/>
                  </a:cubicBezTo>
                  <a:cubicBezTo>
                    <a:pt x="5000" y="3750"/>
                    <a:pt x="5019" y="3702"/>
                    <a:pt x="5038" y="3664"/>
                  </a:cubicBezTo>
                  <a:cubicBezTo>
                    <a:pt x="5105" y="3492"/>
                    <a:pt x="5133" y="3301"/>
                    <a:pt x="5133" y="3120"/>
                  </a:cubicBezTo>
                  <a:cubicBezTo>
                    <a:pt x="5143" y="2567"/>
                    <a:pt x="4828" y="2052"/>
                    <a:pt x="4332" y="1804"/>
                  </a:cubicBezTo>
                  <a:cubicBezTo>
                    <a:pt x="4284" y="1775"/>
                    <a:pt x="4227" y="1756"/>
                    <a:pt x="4170" y="1737"/>
                  </a:cubicBezTo>
                  <a:cubicBezTo>
                    <a:pt x="4093" y="1718"/>
                    <a:pt x="4046" y="1642"/>
                    <a:pt x="4055" y="1556"/>
                  </a:cubicBezTo>
                  <a:lnTo>
                    <a:pt x="4055" y="1441"/>
                  </a:lnTo>
                  <a:lnTo>
                    <a:pt x="4055" y="1432"/>
                  </a:lnTo>
                  <a:cubicBezTo>
                    <a:pt x="4055" y="783"/>
                    <a:pt x="3626" y="211"/>
                    <a:pt x="3006" y="29"/>
                  </a:cubicBezTo>
                  <a:cubicBezTo>
                    <a:pt x="2930" y="10"/>
                    <a:pt x="2863" y="1"/>
                    <a:pt x="2787" y="1"/>
                  </a:cubicBezTo>
                  <a:close/>
                </a:path>
              </a:pathLst>
            </a:custGeom>
            <a:solidFill>
              <a:srgbClr val="95A6B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688" name="Google Shape;14688;p44"/>
            <p:cNvSpPr/>
            <p:nvPr/>
          </p:nvSpPr>
          <p:spPr>
            <a:xfrm>
              <a:off x="982518" y="3149956"/>
              <a:ext cx="42498" cy="87955"/>
            </a:xfrm>
            <a:custGeom>
              <a:rect b="b" l="l" r="r" t="t"/>
              <a:pathLst>
                <a:path extrusionOk="0" h="3359" w="1623">
                  <a:moveTo>
                    <a:pt x="945" y="0"/>
                  </a:moveTo>
                  <a:lnTo>
                    <a:pt x="945" y="29"/>
                  </a:lnTo>
                  <a:cubicBezTo>
                    <a:pt x="945" y="77"/>
                    <a:pt x="926" y="125"/>
                    <a:pt x="888" y="153"/>
                  </a:cubicBezTo>
                  <a:cubicBezTo>
                    <a:pt x="1" y="1002"/>
                    <a:pt x="1" y="2405"/>
                    <a:pt x="879" y="3254"/>
                  </a:cubicBezTo>
                  <a:cubicBezTo>
                    <a:pt x="917" y="3292"/>
                    <a:pt x="955" y="3330"/>
                    <a:pt x="1003" y="3359"/>
                  </a:cubicBezTo>
                  <a:cubicBezTo>
                    <a:pt x="1403" y="2910"/>
                    <a:pt x="1623" y="2319"/>
                    <a:pt x="1623" y="1708"/>
                  </a:cubicBezTo>
                  <a:cubicBezTo>
                    <a:pt x="1623" y="1069"/>
                    <a:pt x="1384" y="458"/>
                    <a:pt x="945" y="0"/>
                  </a:cubicBezTo>
                  <a:close/>
                </a:path>
              </a:pathLst>
            </a:custGeom>
            <a:solidFill>
              <a:srgbClr val="778DA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689" name="Google Shape;14689;p44"/>
            <p:cNvSpPr/>
            <p:nvPr/>
          </p:nvSpPr>
          <p:spPr>
            <a:xfrm>
              <a:off x="1001502" y="3147705"/>
              <a:ext cx="59257" cy="28515"/>
            </a:xfrm>
            <a:custGeom>
              <a:rect b="b" l="l" r="r" t="t"/>
              <a:pathLst>
                <a:path extrusionOk="0" h="1089" w="2263">
                  <a:moveTo>
                    <a:pt x="220" y="1"/>
                  </a:moveTo>
                  <a:lnTo>
                    <a:pt x="220" y="115"/>
                  </a:lnTo>
                  <a:cubicBezTo>
                    <a:pt x="220" y="163"/>
                    <a:pt x="201" y="211"/>
                    <a:pt x="163" y="249"/>
                  </a:cubicBezTo>
                  <a:cubicBezTo>
                    <a:pt x="106" y="296"/>
                    <a:pt x="49" y="354"/>
                    <a:pt x="1" y="411"/>
                  </a:cubicBezTo>
                  <a:cubicBezTo>
                    <a:pt x="583" y="439"/>
                    <a:pt x="1432" y="659"/>
                    <a:pt x="1804" y="1021"/>
                  </a:cubicBezTo>
                  <a:cubicBezTo>
                    <a:pt x="1851" y="1068"/>
                    <a:pt x="1904" y="1088"/>
                    <a:pt x="1955" y="1088"/>
                  </a:cubicBezTo>
                  <a:cubicBezTo>
                    <a:pt x="2120" y="1088"/>
                    <a:pt x="2263" y="879"/>
                    <a:pt x="2109" y="726"/>
                  </a:cubicBezTo>
                  <a:cubicBezTo>
                    <a:pt x="1709" y="325"/>
                    <a:pt x="879" y="67"/>
                    <a:pt x="220" y="1"/>
                  </a:cubicBezTo>
                  <a:close/>
                </a:path>
              </a:pathLst>
            </a:custGeom>
            <a:solidFill>
              <a:srgbClr val="778DA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690" name="Google Shape;14690;p44"/>
            <p:cNvSpPr/>
            <p:nvPr/>
          </p:nvSpPr>
          <p:spPr>
            <a:xfrm>
              <a:off x="1060445" y="3173549"/>
              <a:ext cx="36031" cy="35873"/>
            </a:xfrm>
            <a:custGeom>
              <a:rect b="b" l="l" r="r" t="t"/>
              <a:pathLst>
                <a:path extrusionOk="0" h="1370" w="1376">
                  <a:moveTo>
                    <a:pt x="303" y="1"/>
                  </a:moveTo>
                  <a:cubicBezTo>
                    <a:pt x="90" y="1"/>
                    <a:pt x="1" y="331"/>
                    <a:pt x="240" y="416"/>
                  </a:cubicBezTo>
                  <a:cubicBezTo>
                    <a:pt x="621" y="559"/>
                    <a:pt x="984" y="1189"/>
                    <a:pt x="1079" y="1370"/>
                  </a:cubicBezTo>
                  <a:cubicBezTo>
                    <a:pt x="1089" y="1341"/>
                    <a:pt x="1098" y="1303"/>
                    <a:pt x="1098" y="1275"/>
                  </a:cubicBezTo>
                  <a:cubicBezTo>
                    <a:pt x="1108" y="1246"/>
                    <a:pt x="1117" y="1217"/>
                    <a:pt x="1117" y="1189"/>
                  </a:cubicBezTo>
                  <a:cubicBezTo>
                    <a:pt x="1127" y="1122"/>
                    <a:pt x="1194" y="1065"/>
                    <a:pt x="1261" y="1055"/>
                  </a:cubicBezTo>
                  <a:lnTo>
                    <a:pt x="1346" y="1036"/>
                  </a:lnTo>
                  <a:lnTo>
                    <a:pt x="1375" y="1036"/>
                  </a:lnTo>
                  <a:cubicBezTo>
                    <a:pt x="1194" y="731"/>
                    <a:pt x="831" y="187"/>
                    <a:pt x="383" y="15"/>
                  </a:cubicBezTo>
                  <a:cubicBezTo>
                    <a:pt x="355" y="5"/>
                    <a:pt x="328" y="1"/>
                    <a:pt x="303" y="1"/>
                  </a:cubicBezTo>
                  <a:close/>
                </a:path>
              </a:pathLst>
            </a:custGeom>
            <a:solidFill>
              <a:srgbClr val="778DA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691" name="Google Shape;14691;p44"/>
            <p:cNvSpPr/>
            <p:nvPr/>
          </p:nvSpPr>
          <p:spPr>
            <a:xfrm>
              <a:off x="1068222" y="3083761"/>
              <a:ext cx="52710" cy="21498"/>
            </a:xfrm>
            <a:custGeom>
              <a:rect b="b" l="l" r="r" t="t"/>
              <a:pathLst>
                <a:path extrusionOk="0" h="821" w="2013">
                  <a:moveTo>
                    <a:pt x="200" y="0"/>
                  </a:moveTo>
                  <a:cubicBezTo>
                    <a:pt x="86" y="10"/>
                    <a:pt x="0" y="105"/>
                    <a:pt x="0" y="229"/>
                  </a:cubicBezTo>
                  <a:cubicBezTo>
                    <a:pt x="10" y="344"/>
                    <a:pt x="105" y="430"/>
                    <a:pt x="229" y="430"/>
                  </a:cubicBezTo>
                  <a:cubicBezTo>
                    <a:pt x="267" y="428"/>
                    <a:pt x="305" y="427"/>
                    <a:pt x="343" y="427"/>
                  </a:cubicBezTo>
                  <a:cubicBezTo>
                    <a:pt x="1139" y="427"/>
                    <a:pt x="1966" y="793"/>
                    <a:pt x="1975" y="802"/>
                  </a:cubicBezTo>
                  <a:cubicBezTo>
                    <a:pt x="1984" y="811"/>
                    <a:pt x="1994" y="821"/>
                    <a:pt x="2013" y="821"/>
                  </a:cubicBezTo>
                  <a:cubicBezTo>
                    <a:pt x="1937" y="745"/>
                    <a:pt x="1841" y="678"/>
                    <a:pt x="1755" y="611"/>
                  </a:cubicBezTo>
                  <a:cubicBezTo>
                    <a:pt x="1679" y="563"/>
                    <a:pt x="1660" y="477"/>
                    <a:pt x="1698" y="401"/>
                  </a:cubicBezTo>
                  <a:cubicBezTo>
                    <a:pt x="1717" y="353"/>
                    <a:pt x="1736" y="315"/>
                    <a:pt x="1755" y="268"/>
                  </a:cubicBezTo>
                  <a:cubicBezTo>
                    <a:pt x="1259" y="86"/>
                    <a:pt x="735" y="0"/>
                    <a:pt x="200" y="0"/>
                  </a:cubicBezTo>
                  <a:close/>
                </a:path>
              </a:pathLst>
            </a:custGeom>
            <a:solidFill>
              <a:srgbClr val="778DA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692" name="Google Shape;14692;p44"/>
            <p:cNvSpPr/>
            <p:nvPr/>
          </p:nvSpPr>
          <p:spPr>
            <a:xfrm>
              <a:off x="1057721" y="3032307"/>
              <a:ext cx="37994" cy="38989"/>
            </a:xfrm>
            <a:custGeom>
              <a:rect b="b" l="l" r="r" t="t"/>
              <a:pathLst>
                <a:path extrusionOk="0" h="1489" w="1451">
                  <a:moveTo>
                    <a:pt x="1174" y="0"/>
                  </a:moveTo>
                  <a:cubicBezTo>
                    <a:pt x="935" y="48"/>
                    <a:pt x="563" y="153"/>
                    <a:pt x="344" y="353"/>
                  </a:cubicBezTo>
                  <a:cubicBezTo>
                    <a:pt x="124" y="554"/>
                    <a:pt x="0" y="868"/>
                    <a:pt x="0" y="1279"/>
                  </a:cubicBezTo>
                  <a:cubicBezTo>
                    <a:pt x="0" y="1393"/>
                    <a:pt x="96" y="1488"/>
                    <a:pt x="220" y="1488"/>
                  </a:cubicBezTo>
                  <a:cubicBezTo>
                    <a:pt x="334" y="1479"/>
                    <a:pt x="420" y="1383"/>
                    <a:pt x="420" y="1269"/>
                  </a:cubicBezTo>
                  <a:cubicBezTo>
                    <a:pt x="420" y="992"/>
                    <a:pt x="496" y="782"/>
                    <a:pt x="640" y="649"/>
                  </a:cubicBezTo>
                  <a:cubicBezTo>
                    <a:pt x="840" y="468"/>
                    <a:pt x="1384" y="382"/>
                    <a:pt x="1384" y="382"/>
                  </a:cubicBezTo>
                  <a:lnTo>
                    <a:pt x="1450" y="382"/>
                  </a:lnTo>
                  <a:cubicBezTo>
                    <a:pt x="1403" y="353"/>
                    <a:pt x="1346" y="334"/>
                    <a:pt x="1288" y="315"/>
                  </a:cubicBezTo>
                  <a:cubicBezTo>
                    <a:pt x="1212" y="286"/>
                    <a:pt x="1164" y="210"/>
                    <a:pt x="1174" y="134"/>
                  </a:cubicBezTo>
                  <a:lnTo>
                    <a:pt x="1174" y="19"/>
                  </a:lnTo>
                  <a:lnTo>
                    <a:pt x="1174" y="0"/>
                  </a:lnTo>
                  <a:close/>
                </a:path>
              </a:pathLst>
            </a:custGeom>
            <a:solidFill>
              <a:srgbClr val="778DA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693" name="Google Shape;14693;p44"/>
            <p:cNvSpPr/>
            <p:nvPr/>
          </p:nvSpPr>
          <p:spPr>
            <a:xfrm>
              <a:off x="1027556" y="3008767"/>
              <a:ext cx="49673" cy="24064"/>
            </a:xfrm>
            <a:custGeom>
              <a:rect b="b" l="l" r="r" t="t"/>
              <a:pathLst>
                <a:path extrusionOk="0" h="919" w="1897">
                  <a:moveTo>
                    <a:pt x="639" y="0"/>
                  </a:moveTo>
                  <a:cubicBezTo>
                    <a:pt x="578" y="0"/>
                    <a:pt x="517" y="4"/>
                    <a:pt x="456" y="12"/>
                  </a:cubicBezTo>
                  <a:lnTo>
                    <a:pt x="265" y="31"/>
                  </a:lnTo>
                  <a:cubicBezTo>
                    <a:pt x="1" y="68"/>
                    <a:pt x="41" y="453"/>
                    <a:pt x="288" y="453"/>
                  </a:cubicBezTo>
                  <a:cubicBezTo>
                    <a:pt x="299" y="453"/>
                    <a:pt x="310" y="452"/>
                    <a:pt x="322" y="451"/>
                  </a:cubicBezTo>
                  <a:lnTo>
                    <a:pt x="513" y="432"/>
                  </a:lnTo>
                  <a:cubicBezTo>
                    <a:pt x="557" y="426"/>
                    <a:pt x="601" y="423"/>
                    <a:pt x="645" y="423"/>
                  </a:cubicBezTo>
                  <a:cubicBezTo>
                    <a:pt x="961" y="423"/>
                    <a:pt x="1265" y="573"/>
                    <a:pt x="1458" y="832"/>
                  </a:cubicBezTo>
                  <a:cubicBezTo>
                    <a:pt x="1496" y="890"/>
                    <a:pt x="1563" y="918"/>
                    <a:pt x="1629" y="918"/>
                  </a:cubicBezTo>
                  <a:cubicBezTo>
                    <a:pt x="1801" y="918"/>
                    <a:pt x="1896" y="727"/>
                    <a:pt x="1801" y="584"/>
                  </a:cubicBezTo>
                  <a:cubicBezTo>
                    <a:pt x="1524" y="214"/>
                    <a:pt x="1091" y="0"/>
                    <a:pt x="639" y="0"/>
                  </a:cubicBezTo>
                  <a:close/>
                </a:path>
              </a:pathLst>
            </a:custGeom>
            <a:solidFill>
              <a:srgbClr val="778DA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694" name="Google Shape;14694;p44"/>
            <p:cNvSpPr/>
            <p:nvPr/>
          </p:nvSpPr>
          <p:spPr>
            <a:xfrm>
              <a:off x="1008965" y="3173785"/>
              <a:ext cx="62006" cy="44881"/>
            </a:xfrm>
            <a:custGeom>
              <a:rect b="b" l="l" r="r" t="t"/>
              <a:pathLst>
                <a:path extrusionOk="0" h="1714" w="2368">
                  <a:moveTo>
                    <a:pt x="294" y="1"/>
                  </a:moveTo>
                  <a:cubicBezTo>
                    <a:pt x="59" y="1"/>
                    <a:pt x="1" y="363"/>
                    <a:pt x="260" y="417"/>
                  </a:cubicBezTo>
                  <a:cubicBezTo>
                    <a:pt x="1748" y="741"/>
                    <a:pt x="1929" y="1533"/>
                    <a:pt x="1929" y="1542"/>
                  </a:cubicBezTo>
                  <a:cubicBezTo>
                    <a:pt x="1948" y="1638"/>
                    <a:pt x="2034" y="1714"/>
                    <a:pt x="2139" y="1714"/>
                  </a:cubicBezTo>
                  <a:lnTo>
                    <a:pt x="2177" y="1714"/>
                  </a:lnTo>
                  <a:cubicBezTo>
                    <a:pt x="2292" y="1685"/>
                    <a:pt x="2368" y="1580"/>
                    <a:pt x="2349" y="1466"/>
                  </a:cubicBezTo>
                  <a:cubicBezTo>
                    <a:pt x="2339" y="1418"/>
                    <a:pt x="2139" y="388"/>
                    <a:pt x="346" y="6"/>
                  </a:cubicBezTo>
                  <a:cubicBezTo>
                    <a:pt x="328" y="3"/>
                    <a:pt x="310" y="1"/>
                    <a:pt x="294" y="1"/>
                  </a:cubicBezTo>
                  <a:close/>
                </a:path>
              </a:pathLst>
            </a:custGeom>
            <a:solidFill>
              <a:srgbClr val="778DA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695" name="Google Shape;14695;p44"/>
            <p:cNvSpPr/>
            <p:nvPr/>
          </p:nvSpPr>
          <p:spPr>
            <a:xfrm>
              <a:off x="1096606" y="3110417"/>
              <a:ext cx="32338" cy="40063"/>
            </a:xfrm>
            <a:custGeom>
              <a:rect b="b" l="l" r="r" t="t"/>
              <a:pathLst>
                <a:path extrusionOk="0" h="1530" w="1235">
                  <a:moveTo>
                    <a:pt x="301" y="1"/>
                  </a:moveTo>
                  <a:cubicBezTo>
                    <a:pt x="79" y="1"/>
                    <a:pt x="1" y="336"/>
                    <a:pt x="242" y="413"/>
                  </a:cubicBezTo>
                  <a:cubicBezTo>
                    <a:pt x="757" y="576"/>
                    <a:pt x="805" y="1320"/>
                    <a:pt x="805" y="1329"/>
                  </a:cubicBezTo>
                  <a:cubicBezTo>
                    <a:pt x="815" y="1444"/>
                    <a:pt x="900" y="1530"/>
                    <a:pt x="1015" y="1530"/>
                  </a:cubicBezTo>
                  <a:lnTo>
                    <a:pt x="1024" y="1530"/>
                  </a:lnTo>
                  <a:cubicBezTo>
                    <a:pt x="1139" y="1520"/>
                    <a:pt x="1234" y="1425"/>
                    <a:pt x="1225" y="1310"/>
                  </a:cubicBezTo>
                  <a:cubicBezTo>
                    <a:pt x="1225" y="1262"/>
                    <a:pt x="1158" y="261"/>
                    <a:pt x="376" y="13"/>
                  </a:cubicBezTo>
                  <a:cubicBezTo>
                    <a:pt x="349" y="5"/>
                    <a:pt x="324" y="1"/>
                    <a:pt x="301" y="1"/>
                  </a:cubicBezTo>
                  <a:close/>
                </a:path>
              </a:pathLst>
            </a:custGeom>
            <a:solidFill>
              <a:srgbClr val="778DA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696" name="Google Shape;14696;p44"/>
            <p:cNvSpPr/>
            <p:nvPr/>
          </p:nvSpPr>
          <p:spPr>
            <a:xfrm>
              <a:off x="1029730" y="3086248"/>
              <a:ext cx="28515" cy="52998"/>
            </a:xfrm>
            <a:custGeom>
              <a:rect b="b" l="l" r="r" t="t"/>
              <a:pathLst>
                <a:path extrusionOk="0" h="2024" w="1089">
                  <a:moveTo>
                    <a:pt x="864" y="1"/>
                  </a:moveTo>
                  <a:cubicBezTo>
                    <a:pt x="824" y="1"/>
                    <a:pt x="783" y="13"/>
                    <a:pt x="745" y="39"/>
                  </a:cubicBezTo>
                  <a:cubicBezTo>
                    <a:pt x="449" y="220"/>
                    <a:pt x="1" y="688"/>
                    <a:pt x="1" y="1813"/>
                  </a:cubicBezTo>
                  <a:cubicBezTo>
                    <a:pt x="1" y="1928"/>
                    <a:pt x="106" y="2023"/>
                    <a:pt x="220" y="2023"/>
                  </a:cubicBezTo>
                  <a:cubicBezTo>
                    <a:pt x="335" y="2014"/>
                    <a:pt x="430" y="1918"/>
                    <a:pt x="430" y="1804"/>
                  </a:cubicBezTo>
                  <a:cubicBezTo>
                    <a:pt x="430" y="869"/>
                    <a:pt x="774" y="516"/>
                    <a:pt x="974" y="392"/>
                  </a:cubicBezTo>
                  <a:cubicBezTo>
                    <a:pt x="1050" y="344"/>
                    <a:pt x="1088" y="249"/>
                    <a:pt x="1069" y="163"/>
                  </a:cubicBezTo>
                  <a:cubicBezTo>
                    <a:pt x="1043" y="63"/>
                    <a:pt x="956" y="1"/>
                    <a:pt x="864" y="1"/>
                  </a:cubicBezTo>
                  <a:close/>
                </a:path>
              </a:pathLst>
            </a:custGeom>
            <a:solidFill>
              <a:srgbClr val="778DA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697" name="Google Shape;14697;p44"/>
            <p:cNvSpPr/>
            <p:nvPr/>
          </p:nvSpPr>
          <p:spPr>
            <a:xfrm>
              <a:off x="937323" y="2881770"/>
              <a:ext cx="112674" cy="117387"/>
            </a:xfrm>
            <a:custGeom>
              <a:rect b="b" l="l" r="r" t="t"/>
              <a:pathLst>
                <a:path extrusionOk="0" h="4483" w="4303">
                  <a:moveTo>
                    <a:pt x="2385" y="1"/>
                  </a:moveTo>
                  <a:cubicBezTo>
                    <a:pt x="2006" y="1"/>
                    <a:pt x="1618" y="115"/>
                    <a:pt x="1269" y="369"/>
                  </a:cubicBezTo>
                  <a:cubicBezTo>
                    <a:pt x="0" y="1294"/>
                    <a:pt x="324" y="3259"/>
                    <a:pt x="1813" y="3727"/>
                  </a:cubicBezTo>
                  <a:lnTo>
                    <a:pt x="2204" y="4375"/>
                  </a:lnTo>
                  <a:cubicBezTo>
                    <a:pt x="2247" y="4447"/>
                    <a:pt x="2321" y="4483"/>
                    <a:pt x="2395" y="4483"/>
                  </a:cubicBezTo>
                  <a:cubicBezTo>
                    <a:pt x="2469" y="4483"/>
                    <a:pt x="2543" y="4447"/>
                    <a:pt x="2585" y="4375"/>
                  </a:cubicBezTo>
                  <a:lnTo>
                    <a:pt x="2977" y="3727"/>
                  </a:lnTo>
                  <a:cubicBezTo>
                    <a:pt x="3759" y="3479"/>
                    <a:pt x="4293" y="2744"/>
                    <a:pt x="4303" y="1914"/>
                  </a:cubicBezTo>
                  <a:cubicBezTo>
                    <a:pt x="4303" y="783"/>
                    <a:pt x="3375" y="1"/>
                    <a:pt x="2385" y="1"/>
                  </a:cubicBezTo>
                  <a:close/>
                </a:path>
              </a:pathLst>
            </a:custGeom>
            <a:solidFill>
              <a:srgbClr val="94A3B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698" name="Google Shape;14698;p44"/>
            <p:cNvSpPr/>
            <p:nvPr/>
          </p:nvSpPr>
          <p:spPr>
            <a:xfrm>
              <a:off x="985032" y="2920628"/>
              <a:ext cx="26499" cy="22755"/>
            </a:xfrm>
            <a:custGeom>
              <a:rect b="b" l="l" r="r" t="t"/>
              <a:pathLst>
                <a:path extrusionOk="0" h="869" w="1012">
                  <a:moveTo>
                    <a:pt x="570" y="0"/>
                  </a:moveTo>
                  <a:cubicBezTo>
                    <a:pt x="464" y="0"/>
                    <a:pt x="356" y="39"/>
                    <a:pt x="267" y="125"/>
                  </a:cubicBezTo>
                  <a:cubicBezTo>
                    <a:pt x="0" y="392"/>
                    <a:pt x="191" y="859"/>
                    <a:pt x="573" y="869"/>
                  </a:cubicBezTo>
                  <a:cubicBezTo>
                    <a:pt x="811" y="869"/>
                    <a:pt x="1011" y="669"/>
                    <a:pt x="1011" y="430"/>
                  </a:cubicBezTo>
                  <a:cubicBezTo>
                    <a:pt x="1005" y="171"/>
                    <a:pt x="792" y="0"/>
                    <a:pt x="570" y="0"/>
                  </a:cubicBezTo>
                  <a:close/>
                </a:path>
              </a:pathLst>
            </a:custGeom>
            <a:solidFill>
              <a:srgbClr val="53687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699" name="Google Shape;14699;p44"/>
            <p:cNvSpPr/>
            <p:nvPr/>
          </p:nvSpPr>
          <p:spPr>
            <a:xfrm>
              <a:off x="963298" y="2897271"/>
              <a:ext cx="72951" cy="69233"/>
            </a:xfrm>
            <a:custGeom>
              <a:rect b="b" l="l" r="r" t="t"/>
              <a:pathLst>
                <a:path extrusionOk="0" h="2644" w="2786">
                  <a:moveTo>
                    <a:pt x="1403" y="752"/>
                  </a:moveTo>
                  <a:cubicBezTo>
                    <a:pt x="1474" y="752"/>
                    <a:pt x="1546" y="764"/>
                    <a:pt x="1613" y="788"/>
                  </a:cubicBezTo>
                  <a:lnTo>
                    <a:pt x="1632" y="797"/>
                  </a:lnTo>
                  <a:cubicBezTo>
                    <a:pt x="1765" y="855"/>
                    <a:pt x="1870" y="960"/>
                    <a:pt x="1927" y="1093"/>
                  </a:cubicBezTo>
                  <a:lnTo>
                    <a:pt x="1937" y="1112"/>
                  </a:lnTo>
                  <a:cubicBezTo>
                    <a:pt x="1985" y="1246"/>
                    <a:pt x="1985" y="1398"/>
                    <a:pt x="1937" y="1532"/>
                  </a:cubicBezTo>
                  <a:lnTo>
                    <a:pt x="1927" y="1551"/>
                  </a:lnTo>
                  <a:cubicBezTo>
                    <a:pt x="1870" y="1685"/>
                    <a:pt x="1765" y="1790"/>
                    <a:pt x="1632" y="1847"/>
                  </a:cubicBezTo>
                  <a:lnTo>
                    <a:pt x="1613" y="1856"/>
                  </a:lnTo>
                  <a:cubicBezTo>
                    <a:pt x="1546" y="1885"/>
                    <a:pt x="1474" y="1899"/>
                    <a:pt x="1403" y="1899"/>
                  </a:cubicBezTo>
                  <a:cubicBezTo>
                    <a:pt x="1331" y="1899"/>
                    <a:pt x="1260" y="1885"/>
                    <a:pt x="1193" y="1856"/>
                  </a:cubicBezTo>
                  <a:lnTo>
                    <a:pt x="1174" y="1847"/>
                  </a:lnTo>
                  <a:cubicBezTo>
                    <a:pt x="1040" y="1790"/>
                    <a:pt x="935" y="1685"/>
                    <a:pt x="878" y="1551"/>
                  </a:cubicBezTo>
                  <a:lnTo>
                    <a:pt x="868" y="1532"/>
                  </a:lnTo>
                  <a:cubicBezTo>
                    <a:pt x="811" y="1398"/>
                    <a:pt x="811" y="1246"/>
                    <a:pt x="868" y="1112"/>
                  </a:cubicBezTo>
                  <a:lnTo>
                    <a:pt x="878" y="1093"/>
                  </a:lnTo>
                  <a:cubicBezTo>
                    <a:pt x="935" y="960"/>
                    <a:pt x="1040" y="855"/>
                    <a:pt x="1174" y="797"/>
                  </a:cubicBezTo>
                  <a:lnTo>
                    <a:pt x="1193" y="788"/>
                  </a:lnTo>
                  <a:cubicBezTo>
                    <a:pt x="1260" y="764"/>
                    <a:pt x="1331" y="752"/>
                    <a:pt x="1403" y="752"/>
                  </a:cubicBezTo>
                  <a:close/>
                  <a:moveTo>
                    <a:pt x="1403" y="1"/>
                  </a:moveTo>
                  <a:cubicBezTo>
                    <a:pt x="1298" y="1"/>
                    <a:pt x="1193" y="72"/>
                    <a:pt x="1193" y="216"/>
                  </a:cubicBezTo>
                  <a:lnTo>
                    <a:pt x="1193" y="349"/>
                  </a:lnTo>
                  <a:cubicBezTo>
                    <a:pt x="1069" y="378"/>
                    <a:pt x="964" y="425"/>
                    <a:pt x="859" y="483"/>
                  </a:cubicBezTo>
                  <a:lnTo>
                    <a:pt x="763" y="387"/>
                  </a:lnTo>
                  <a:cubicBezTo>
                    <a:pt x="717" y="341"/>
                    <a:pt x="666" y="322"/>
                    <a:pt x="617" y="322"/>
                  </a:cubicBezTo>
                  <a:cubicBezTo>
                    <a:pt x="453" y="322"/>
                    <a:pt x="313" y="538"/>
                    <a:pt x="468" y="693"/>
                  </a:cubicBezTo>
                  <a:lnTo>
                    <a:pt x="563" y="788"/>
                  </a:lnTo>
                  <a:cubicBezTo>
                    <a:pt x="496" y="883"/>
                    <a:pt x="449" y="998"/>
                    <a:pt x="430" y="1112"/>
                  </a:cubicBezTo>
                  <a:lnTo>
                    <a:pt x="286" y="1112"/>
                  </a:lnTo>
                  <a:cubicBezTo>
                    <a:pt x="0" y="1112"/>
                    <a:pt x="0" y="1532"/>
                    <a:pt x="286" y="1532"/>
                  </a:cubicBezTo>
                  <a:lnTo>
                    <a:pt x="420" y="1532"/>
                  </a:lnTo>
                  <a:cubicBezTo>
                    <a:pt x="449" y="1656"/>
                    <a:pt x="496" y="1761"/>
                    <a:pt x="563" y="1866"/>
                  </a:cubicBezTo>
                  <a:lnTo>
                    <a:pt x="468" y="1961"/>
                  </a:lnTo>
                  <a:cubicBezTo>
                    <a:pt x="314" y="2108"/>
                    <a:pt x="453" y="2323"/>
                    <a:pt x="617" y="2323"/>
                  </a:cubicBezTo>
                  <a:cubicBezTo>
                    <a:pt x="666" y="2323"/>
                    <a:pt x="717" y="2303"/>
                    <a:pt x="763" y="2257"/>
                  </a:cubicBezTo>
                  <a:lnTo>
                    <a:pt x="859" y="2162"/>
                  </a:lnTo>
                  <a:cubicBezTo>
                    <a:pt x="964" y="2228"/>
                    <a:pt x="1069" y="2276"/>
                    <a:pt x="1183" y="2295"/>
                  </a:cubicBezTo>
                  <a:lnTo>
                    <a:pt x="1183" y="2429"/>
                  </a:lnTo>
                  <a:cubicBezTo>
                    <a:pt x="1183" y="2572"/>
                    <a:pt x="1291" y="2643"/>
                    <a:pt x="1398" y="2643"/>
                  </a:cubicBezTo>
                  <a:cubicBezTo>
                    <a:pt x="1505" y="2643"/>
                    <a:pt x="1613" y="2572"/>
                    <a:pt x="1613" y="2429"/>
                  </a:cubicBezTo>
                  <a:lnTo>
                    <a:pt x="1613" y="2295"/>
                  </a:lnTo>
                  <a:cubicBezTo>
                    <a:pt x="1727" y="2276"/>
                    <a:pt x="1841" y="2228"/>
                    <a:pt x="1937" y="2162"/>
                  </a:cubicBezTo>
                  <a:lnTo>
                    <a:pt x="2032" y="2257"/>
                  </a:lnTo>
                  <a:cubicBezTo>
                    <a:pt x="2079" y="2304"/>
                    <a:pt x="2132" y="2324"/>
                    <a:pt x="2182" y="2324"/>
                  </a:cubicBezTo>
                  <a:cubicBezTo>
                    <a:pt x="2345" y="2324"/>
                    <a:pt x="2484" y="2115"/>
                    <a:pt x="2338" y="1961"/>
                  </a:cubicBezTo>
                  <a:lnTo>
                    <a:pt x="2233" y="1866"/>
                  </a:lnTo>
                  <a:cubicBezTo>
                    <a:pt x="2299" y="1761"/>
                    <a:pt x="2347" y="1656"/>
                    <a:pt x="2376" y="1532"/>
                  </a:cubicBezTo>
                  <a:lnTo>
                    <a:pt x="2509" y="1532"/>
                  </a:lnTo>
                  <a:cubicBezTo>
                    <a:pt x="2786" y="1532"/>
                    <a:pt x="2786" y="1112"/>
                    <a:pt x="2509" y="1112"/>
                  </a:cubicBezTo>
                  <a:lnTo>
                    <a:pt x="2376" y="1112"/>
                  </a:lnTo>
                  <a:cubicBezTo>
                    <a:pt x="2347" y="998"/>
                    <a:pt x="2299" y="883"/>
                    <a:pt x="2242" y="788"/>
                  </a:cubicBezTo>
                  <a:lnTo>
                    <a:pt x="2338" y="693"/>
                  </a:lnTo>
                  <a:cubicBezTo>
                    <a:pt x="2491" y="539"/>
                    <a:pt x="2348" y="330"/>
                    <a:pt x="2183" y="330"/>
                  </a:cubicBezTo>
                  <a:cubicBezTo>
                    <a:pt x="2132" y="330"/>
                    <a:pt x="2079" y="350"/>
                    <a:pt x="2032" y="397"/>
                  </a:cubicBezTo>
                  <a:lnTo>
                    <a:pt x="1937" y="492"/>
                  </a:lnTo>
                  <a:cubicBezTo>
                    <a:pt x="1841" y="425"/>
                    <a:pt x="1727" y="378"/>
                    <a:pt x="1613" y="359"/>
                  </a:cubicBezTo>
                  <a:lnTo>
                    <a:pt x="1613" y="216"/>
                  </a:lnTo>
                  <a:cubicBezTo>
                    <a:pt x="1613" y="72"/>
                    <a:pt x="1508" y="1"/>
                    <a:pt x="1403" y="1"/>
                  </a:cubicBezTo>
                  <a:close/>
                </a:path>
              </a:pathLst>
            </a:custGeom>
            <a:solidFill>
              <a:srgbClr val="53687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700" name="Google Shape;14700;p44"/>
            <p:cNvSpPr/>
            <p:nvPr/>
          </p:nvSpPr>
          <p:spPr>
            <a:xfrm>
              <a:off x="861622" y="2994837"/>
              <a:ext cx="150171" cy="254073"/>
            </a:xfrm>
            <a:custGeom>
              <a:rect b="b" l="l" r="r" t="t"/>
              <a:pathLst>
                <a:path extrusionOk="0" h="9703" w="5735">
                  <a:moveTo>
                    <a:pt x="3168" y="0"/>
                  </a:moveTo>
                  <a:cubicBezTo>
                    <a:pt x="3091" y="10"/>
                    <a:pt x="3025" y="19"/>
                    <a:pt x="2958" y="38"/>
                  </a:cubicBezTo>
                  <a:cubicBezTo>
                    <a:pt x="2328" y="210"/>
                    <a:pt x="1899" y="782"/>
                    <a:pt x="1909" y="1431"/>
                  </a:cubicBezTo>
                  <a:lnTo>
                    <a:pt x="1909" y="1450"/>
                  </a:lnTo>
                  <a:lnTo>
                    <a:pt x="1909" y="1565"/>
                  </a:lnTo>
                  <a:cubicBezTo>
                    <a:pt x="1909" y="1641"/>
                    <a:pt x="1861" y="1717"/>
                    <a:pt x="1784" y="1746"/>
                  </a:cubicBezTo>
                  <a:cubicBezTo>
                    <a:pt x="1727" y="1765"/>
                    <a:pt x="1680" y="1784"/>
                    <a:pt x="1622" y="1813"/>
                  </a:cubicBezTo>
                  <a:cubicBezTo>
                    <a:pt x="1126" y="2061"/>
                    <a:pt x="821" y="2566"/>
                    <a:pt x="821" y="3120"/>
                  </a:cubicBezTo>
                  <a:cubicBezTo>
                    <a:pt x="821" y="3311"/>
                    <a:pt x="859" y="3492"/>
                    <a:pt x="926" y="3664"/>
                  </a:cubicBezTo>
                  <a:cubicBezTo>
                    <a:pt x="945" y="3711"/>
                    <a:pt x="964" y="3759"/>
                    <a:pt x="983" y="3797"/>
                  </a:cubicBezTo>
                  <a:cubicBezTo>
                    <a:pt x="1021" y="3873"/>
                    <a:pt x="993" y="3969"/>
                    <a:pt x="926" y="4017"/>
                  </a:cubicBezTo>
                  <a:cubicBezTo>
                    <a:pt x="830" y="4074"/>
                    <a:pt x="745" y="4150"/>
                    <a:pt x="668" y="4226"/>
                  </a:cubicBezTo>
                  <a:cubicBezTo>
                    <a:pt x="239" y="4637"/>
                    <a:pt x="1" y="5199"/>
                    <a:pt x="1" y="5791"/>
                  </a:cubicBezTo>
                  <a:cubicBezTo>
                    <a:pt x="1" y="6812"/>
                    <a:pt x="687" y="7661"/>
                    <a:pt x="1594" y="7852"/>
                  </a:cubicBezTo>
                  <a:lnTo>
                    <a:pt x="1622" y="7861"/>
                  </a:lnTo>
                  <a:lnTo>
                    <a:pt x="1708" y="7880"/>
                  </a:lnTo>
                  <a:cubicBezTo>
                    <a:pt x="1784" y="7890"/>
                    <a:pt x="1842" y="7947"/>
                    <a:pt x="1851" y="8014"/>
                  </a:cubicBezTo>
                  <a:cubicBezTo>
                    <a:pt x="1861" y="8042"/>
                    <a:pt x="1861" y="8071"/>
                    <a:pt x="1870" y="8100"/>
                  </a:cubicBezTo>
                  <a:cubicBezTo>
                    <a:pt x="1880" y="8128"/>
                    <a:pt x="1889" y="8166"/>
                    <a:pt x="1889" y="8195"/>
                  </a:cubicBezTo>
                  <a:cubicBezTo>
                    <a:pt x="2109" y="9063"/>
                    <a:pt x="2882" y="9683"/>
                    <a:pt x="3778" y="9702"/>
                  </a:cubicBezTo>
                  <a:cubicBezTo>
                    <a:pt x="4255" y="9702"/>
                    <a:pt x="4723" y="9521"/>
                    <a:pt x="5076" y="9187"/>
                  </a:cubicBezTo>
                  <a:cubicBezTo>
                    <a:pt x="5496" y="8777"/>
                    <a:pt x="5734" y="8224"/>
                    <a:pt x="5724" y="7632"/>
                  </a:cubicBezTo>
                  <a:cubicBezTo>
                    <a:pt x="5724" y="7127"/>
                    <a:pt x="5553" y="6630"/>
                    <a:pt x="5219" y="6249"/>
                  </a:cubicBezTo>
                  <a:cubicBezTo>
                    <a:pt x="5171" y="6192"/>
                    <a:pt x="5114" y="6134"/>
                    <a:pt x="5057" y="6077"/>
                  </a:cubicBezTo>
                  <a:cubicBezTo>
                    <a:pt x="5028" y="6049"/>
                    <a:pt x="4999" y="6001"/>
                    <a:pt x="5009" y="5953"/>
                  </a:cubicBezTo>
                  <a:lnTo>
                    <a:pt x="5009" y="1441"/>
                  </a:lnTo>
                  <a:cubicBezTo>
                    <a:pt x="4999" y="649"/>
                    <a:pt x="4351" y="10"/>
                    <a:pt x="3559" y="0"/>
                  </a:cubicBezTo>
                  <a:close/>
                </a:path>
              </a:pathLst>
            </a:custGeom>
            <a:solidFill>
              <a:srgbClr val="95A6B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701" name="Google Shape;14701;p44"/>
            <p:cNvSpPr/>
            <p:nvPr/>
          </p:nvSpPr>
          <p:spPr>
            <a:xfrm>
              <a:off x="939287" y="3147705"/>
              <a:ext cx="59257" cy="28515"/>
            </a:xfrm>
            <a:custGeom>
              <a:rect b="b" l="l" r="r" t="t"/>
              <a:pathLst>
                <a:path extrusionOk="0" h="1089" w="2263">
                  <a:moveTo>
                    <a:pt x="2043" y="1"/>
                  </a:moveTo>
                  <a:cubicBezTo>
                    <a:pt x="1385" y="67"/>
                    <a:pt x="555" y="325"/>
                    <a:pt x="154" y="726"/>
                  </a:cubicBezTo>
                  <a:cubicBezTo>
                    <a:pt x="1" y="879"/>
                    <a:pt x="138" y="1088"/>
                    <a:pt x="301" y="1088"/>
                  </a:cubicBezTo>
                  <a:cubicBezTo>
                    <a:pt x="350" y="1088"/>
                    <a:pt x="403" y="1068"/>
                    <a:pt x="450" y="1021"/>
                  </a:cubicBezTo>
                  <a:cubicBezTo>
                    <a:pt x="831" y="659"/>
                    <a:pt x="1680" y="439"/>
                    <a:pt x="2262" y="411"/>
                  </a:cubicBezTo>
                  <a:cubicBezTo>
                    <a:pt x="2205" y="354"/>
                    <a:pt x="2157" y="296"/>
                    <a:pt x="2100" y="249"/>
                  </a:cubicBezTo>
                  <a:cubicBezTo>
                    <a:pt x="2062" y="211"/>
                    <a:pt x="2043" y="163"/>
                    <a:pt x="2043" y="115"/>
                  </a:cubicBezTo>
                  <a:lnTo>
                    <a:pt x="2043" y="1"/>
                  </a:lnTo>
                  <a:close/>
                </a:path>
              </a:pathLst>
            </a:custGeom>
            <a:solidFill>
              <a:srgbClr val="778DA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702" name="Google Shape;14702;p44"/>
            <p:cNvSpPr/>
            <p:nvPr/>
          </p:nvSpPr>
          <p:spPr>
            <a:xfrm>
              <a:off x="903597" y="3173444"/>
              <a:ext cx="36371" cy="35978"/>
            </a:xfrm>
            <a:custGeom>
              <a:rect b="b" l="l" r="r" t="t"/>
              <a:pathLst>
                <a:path extrusionOk="0" h="1374" w="1389">
                  <a:moveTo>
                    <a:pt x="1091" y="0"/>
                  </a:moveTo>
                  <a:cubicBezTo>
                    <a:pt x="1063" y="0"/>
                    <a:pt x="1034" y="6"/>
                    <a:pt x="1002" y="19"/>
                  </a:cubicBezTo>
                  <a:cubicBezTo>
                    <a:pt x="525" y="201"/>
                    <a:pt x="162" y="763"/>
                    <a:pt x="0" y="1031"/>
                  </a:cubicBezTo>
                  <a:lnTo>
                    <a:pt x="29" y="1040"/>
                  </a:lnTo>
                  <a:lnTo>
                    <a:pt x="115" y="1059"/>
                  </a:lnTo>
                  <a:cubicBezTo>
                    <a:pt x="191" y="1069"/>
                    <a:pt x="248" y="1126"/>
                    <a:pt x="258" y="1193"/>
                  </a:cubicBezTo>
                  <a:cubicBezTo>
                    <a:pt x="267" y="1221"/>
                    <a:pt x="267" y="1250"/>
                    <a:pt x="277" y="1279"/>
                  </a:cubicBezTo>
                  <a:cubicBezTo>
                    <a:pt x="286" y="1307"/>
                    <a:pt x="296" y="1345"/>
                    <a:pt x="306" y="1374"/>
                  </a:cubicBezTo>
                  <a:lnTo>
                    <a:pt x="306" y="1364"/>
                  </a:lnTo>
                  <a:cubicBezTo>
                    <a:pt x="306" y="1355"/>
                    <a:pt x="687" y="582"/>
                    <a:pt x="1135" y="420"/>
                  </a:cubicBezTo>
                  <a:cubicBezTo>
                    <a:pt x="1389" y="352"/>
                    <a:pt x="1306" y="0"/>
                    <a:pt x="1091" y="0"/>
                  </a:cubicBezTo>
                  <a:close/>
                </a:path>
              </a:pathLst>
            </a:custGeom>
            <a:solidFill>
              <a:srgbClr val="778DA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703" name="Google Shape;14703;p44"/>
            <p:cNvSpPr/>
            <p:nvPr/>
          </p:nvSpPr>
          <p:spPr>
            <a:xfrm>
              <a:off x="878852" y="3083761"/>
              <a:ext cx="52998" cy="21498"/>
            </a:xfrm>
            <a:custGeom>
              <a:rect b="b" l="l" r="r" t="t"/>
              <a:pathLst>
                <a:path extrusionOk="0" h="821" w="2024">
                  <a:moveTo>
                    <a:pt x="1813" y="0"/>
                  </a:moveTo>
                  <a:cubicBezTo>
                    <a:pt x="1289" y="0"/>
                    <a:pt x="764" y="86"/>
                    <a:pt x="268" y="268"/>
                  </a:cubicBezTo>
                  <a:cubicBezTo>
                    <a:pt x="287" y="315"/>
                    <a:pt x="306" y="353"/>
                    <a:pt x="325" y="401"/>
                  </a:cubicBezTo>
                  <a:cubicBezTo>
                    <a:pt x="363" y="477"/>
                    <a:pt x="335" y="563"/>
                    <a:pt x="268" y="611"/>
                  </a:cubicBezTo>
                  <a:cubicBezTo>
                    <a:pt x="172" y="678"/>
                    <a:pt x="87" y="745"/>
                    <a:pt x="1" y="821"/>
                  </a:cubicBezTo>
                  <a:cubicBezTo>
                    <a:pt x="20" y="821"/>
                    <a:pt x="39" y="811"/>
                    <a:pt x="48" y="802"/>
                  </a:cubicBezTo>
                  <a:cubicBezTo>
                    <a:pt x="48" y="793"/>
                    <a:pt x="874" y="427"/>
                    <a:pt x="1680" y="427"/>
                  </a:cubicBezTo>
                  <a:cubicBezTo>
                    <a:pt x="1718" y="427"/>
                    <a:pt x="1756" y="428"/>
                    <a:pt x="1794" y="430"/>
                  </a:cubicBezTo>
                  <a:cubicBezTo>
                    <a:pt x="1909" y="430"/>
                    <a:pt x="2014" y="344"/>
                    <a:pt x="2014" y="229"/>
                  </a:cubicBezTo>
                  <a:cubicBezTo>
                    <a:pt x="2023" y="105"/>
                    <a:pt x="1928" y="10"/>
                    <a:pt x="1813" y="0"/>
                  </a:cubicBezTo>
                  <a:close/>
                </a:path>
              </a:pathLst>
            </a:custGeom>
            <a:solidFill>
              <a:srgbClr val="778DA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704" name="Google Shape;14704;p44"/>
            <p:cNvSpPr/>
            <p:nvPr/>
          </p:nvSpPr>
          <p:spPr>
            <a:xfrm>
              <a:off x="904094" y="3032307"/>
              <a:ext cx="38230" cy="38989"/>
            </a:xfrm>
            <a:custGeom>
              <a:rect b="b" l="l" r="r" t="t"/>
              <a:pathLst>
                <a:path extrusionOk="0" h="1489" w="1460">
                  <a:moveTo>
                    <a:pt x="287" y="0"/>
                  </a:moveTo>
                  <a:lnTo>
                    <a:pt x="287" y="19"/>
                  </a:lnTo>
                  <a:lnTo>
                    <a:pt x="287" y="134"/>
                  </a:lnTo>
                  <a:cubicBezTo>
                    <a:pt x="287" y="210"/>
                    <a:pt x="239" y="286"/>
                    <a:pt x="162" y="315"/>
                  </a:cubicBezTo>
                  <a:cubicBezTo>
                    <a:pt x="105" y="334"/>
                    <a:pt x="58" y="353"/>
                    <a:pt x="0" y="382"/>
                  </a:cubicBezTo>
                  <a:lnTo>
                    <a:pt x="77" y="382"/>
                  </a:lnTo>
                  <a:cubicBezTo>
                    <a:pt x="77" y="382"/>
                    <a:pt x="611" y="468"/>
                    <a:pt x="821" y="649"/>
                  </a:cubicBezTo>
                  <a:cubicBezTo>
                    <a:pt x="964" y="782"/>
                    <a:pt x="1031" y="992"/>
                    <a:pt x="1031" y="1269"/>
                  </a:cubicBezTo>
                  <a:cubicBezTo>
                    <a:pt x="1031" y="1383"/>
                    <a:pt x="1116" y="1479"/>
                    <a:pt x="1241" y="1488"/>
                  </a:cubicBezTo>
                  <a:cubicBezTo>
                    <a:pt x="1355" y="1488"/>
                    <a:pt x="1460" y="1393"/>
                    <a:pt x="1460" y="1279"/>
                  </a:cubicBezTo>
                  <a:cubicBezTo>
                    <a:pt x="1460" y="868"/>
                    <a:pt x="1326" y="554"/>
                    <a:pt x="1107" y="353"/>
                  </a:cubicBezTo>
                  <a:cubicBezTo>
                    <a:pt x="888" y="153"/>
                    <a:pt x="525" y="48"/>
                    <a:pt x="287" y="0"/>
                  </a:cubicBezTo>
                  <a:close/>
                </a:path>
              </a:pathLst>
            </a:custGeom>
            <a:solidFill>
              <a:srgbClr val="778DA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705" name="Google Shape;14705;p44"/>
            <p:cNvSpPr/>
            <p:nvPr/>
          </p:nvSpPr>
          <p:spPr>
            <a:xfrm>
              <a:off x="922581" y="3008819"/>
              <a:ext cx="49751" cy="24012"/>
            </a:xfrm>
            <a:custGeom>
              <a:rect b="b" l="l" r="r" t="t"/>
              <a:pathLst>
                <a:path extrusionOk="0" h="917" w="1900">
                  <a:moveTo>
                    <a:pt x="1274" y="1"/>
                  </a:moveTo>
                  <a:cubicBezTo>
                    <a:pt x="816" y="1"/>
                    <a:pt x="377" y="208"/>
                    <a:pt x="105" y="582"/>
                  </a:cubicBezTo>
                  <a:cubicBezTo>
                    <a:pt x="0" y="725"/>
                    <a:pt x="105" y="916"/>
                    <a:pt x="277" y="916"/>
                  </a:cubicBezTo>
                  <a:cubicBezTo>
                    <a:pt x="334" y="916"/>
                    <a:pt x="401" y="888"/>
                    <a:pt x="439" y="840"/>
                  </a:cubicBezTo>
                  <a:cubicBezTo>
                    <a:pt x="636" y="574"/>
                    <a:pt x="949" y="424"/>
                    <a:pt x="1280" y="424"/>
                  </a:cubicBezTo>
                  <a:cubicBezTo>
                    <a:pt x="1318" y="424"/>
                    <a:pt x="1355" y="426"/>
                    <a:pt x="1393" y="430"/>
                  </a:cubicBezTo>
                  <a:lnTo>
                    <a:pt x="1574" y="458"/>
                  </a:lnTo>
                  <a:cubicBezTo>
                    <a:pt x="1584" y="459"/>
                    <a:pt x="1593" y="460"/>
                    <a:pt x="1602" y="460"/>
                  </a:cubicBezTo>
                  <a:cubicBezTo>
                    <a:pt x="1863" y="460"/>
                    <a:pt x="1899" y="66"/>
                    <a:pt x="1632" y="39"/>
                  </a:cubicBezTo>
                  <a:lnTo>
                    <a:pt x="1441" y="10"/>
                  </a:lnTo>
                  <a:cubicBezTo>
                    <a:pt x="1385" y="4"/>
                    <a:pt x="1329" y="1"/>
                    <a:pt x="1274" y="1"/>
                  </a:cubicBezTo>
                  <a:close/>
                </a:path>
              </a:pathLst>
            </a:custGeom>
            <a:solidFill>
              <a:srgbClr val="778DA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706" name="Google Shape;14706;p44"/>
            <p:cNvSpPr/>
            <p:nvPr/>
          </p:nvSpPr>
          <p:spPr>
            <a:xfrm>
              <a:off x="929075" y="3173785"/>
              <a:ext cx="62006" cy="44881"/>
            </a:xfrm>
            <a:custGeom>
              <a:rect b="b" l="l" r="r" t="t"/>
              <a:pathLst>
                <a:path extrusionOk="0" h="1714" w="2368">
                  <a:moveTo>
                    <a:pt x="2074" y="1"/>
                  </a:moveTo>
                  <a:cubicBezTo>
                    <a:pt x="2058" y="1"/>
                    <a:pt x="2041" y="3"/>
                    <a:pt x="2023" y="6"/>
                  </a:cubicBezTo>
                  <a:cubicBezTo>
                    <a:pt x="229" y="388"/>
                    <a:pt x="29" y="1418"/>
                    <a:pt x="19" y="1466"/>
                  </a:cubicBezTo>
                  <a:cubicBezTo>
                    <a:pt x="0" y="1580"/>
                    <a:pt x="77" y="1685"/>
                    <a:pt x="191" y="1714"/>
                  </a:cubicBezTo>
                  <a:lnTo>
                    <a:pt x="229" y="1714"/>
                  </a:lnTo>
                  <a:cubicBezTo>
                    <a:pt x="334" y="1714"/>
                    <a:pt x="420" y="1638"/>
                    <a:pt x="439" y="1542"/>
                  </a:cubicBezTo>
                  <a:cubicBezTo>
                    <a:pt x="439" y="1533"/>
                    <a:pt x="620" y="741"/>
                    <a:pt x="2109" y="417"/>
                  </a:cubicBezTo>
                  <a:cubicBezTo>
                    <a:pt x="2367" y="363"/>
                    <a:pt x="2309" y="1"/>
                    <a:pt x="2074" y="1"/>
                  </a:cubicBezTo>
                  <a:close/>
                </a:path>
              </a:pathLst>
            </a:custGeom>
            <a:solidFill>
              <a:srgbClr val="778DA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707" name="Google Shape;14707;p44"/>
            <p:cNvSpPr/>
            <p:nvPr/>
          </p:nvSpPr>
          <p:spPr>
            <a:xfrm>
              <a:off x="871127" y="3110417"/>
              <a:ext cx="32077" cy="40063"/>
            </a:xfrm>
            <a:custGeom>
              <a:rect b="b" l="l" r="r" t="t"/>
              <a:pathLst>
                <a:path extrusionOk="0" h="1530" w="1225">
                  <a:moveTo>
                    <a:pt x="931" y="1"/>
                  </a:moveTo>
                  <a:cubicBezTo>
                    <a:pt x="908" y="1"/>
                    <a:pt x="884" y="5"/>
                    <a:pt x="859" y="13"/>
                  </a:cubicBezTo>
                  <a:cubicBezTo>
                    <a:pt x="67" y="261"/>
                    <a:pt x="10" y="1262"/>
                    <a:pt x="10" y="1310"/>
                  </a:cubicBezTo>
                  <a:cubicBezTo>
                    <a:pt x="0" y="1425"/>
                    <a:pt x="86" y="1520"/>
                    <a:pt x="210" y="1530"/>
                  </a:cubicBezTo>
                  <a:lnTo>
                    <a:pt x="219" y="1530"/>
                  </a:lnTo>
                  <a:cubicBezTo>
                    <a:pt x="324" y="1530"/>
                    <a:pt x="420" y="1444"/>
                    <a:pt x="429" y="1329"/>
                  </a:cubicBezTo>
                  <a:cubicBezTo>
                    <a:pt x="429" y="1320"/>
                    <a:pt x="477" y="576"/>
                    <a:pt x="983" y="413"/>
                  </a:cubicBezTo>
                  <a:cubicBezTo>
                    <a:pt x="1224" y="336"/>
                    <a:pt x="1146" y="1"/>
                    <a:pt x="931" y="1"/>
                  </a:cubicBezTo>
                  <a:close/>
                </a:path>
              </a:pathLst>
            </a:custGeom>
            <a:solidFill>
              <a:srgbClr val="778DA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708" name="Google Shape;14708;p44"/>
            <p:cNvSpPr/>
            <p:nvPr/>
          </p:nvSpPr>
          <p:spPr>
            <a:xfrm>
              <a:off x="941800" y="3086248"/>
              <a:ext cx="28254" cy="52998"/>
            </a:xfrm>
            <a:custGeom>
              <a:rect b="b" l="l" r="r" t="t"/>
              <a:pathLst>
                <a:path extrusionOk="0" h="2024" w="1079">
                  <a:moveTo>
                    <a:pt x="216" y="1"/>
                  </a:moveTo>
                  <a:cubicBezTo>
                    <a:pt x="124" y="1"/>
                    <a:pt x="40" y="63"/>
                    <a:pt x="20" y="163"/>
                  </a:cubicBezTo>
                  <a:cubicBezTo>
                    <a:pt x="1" y="249"/>
                    <a:pt x="29" y="344"/>
                    <a:pt x="115" y="392"/>
                  </a:cubicBezTo>
                  <a:cubicBezTo>
                    <a:pt x="306" y="516"/>
                    <a:pt x="659" y="869"/>
                    <a:pt x="659" y="1804"/>
                  </a:cubicBezTo>
                  <a:cubicBezTo>
                    <a:pt x="659" y="1918"/>
                    <a:pt x="745" y="2014"/>
                    <a:pt x="859" y="2023"/>
                  </a:cubicBezTo>
                  <a:cubicBezTo>
                    <a:pt x="983" y="2023"/>
                    <a:pt x="1079" y="1928"/>
                    <a:pt x="1079" y="1813"/>
                  </a:cubicBezTo>
                  <a:cubicBezTo>
                    <a:pt x="1079" y="688"/>
                    <a:pt x="630" y="220"/>
                    <a:pt x="335" y="39"/>
                  </a:cubicBezTo>
                  <a:cubicBezTo>
                    <a:pt x="297" y="13"/>
                    <a:pt x="256" y="1"/>
                    <a:pt x="216" y="1"/>
                  </a:cubicBezTo>
                  <a:close/>
                </a:path>
              </a:pathLst>
            </a:custGeom>
            <a:solidFill>
              <a:srgbClr val="778DA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4709" name="Google Shape;14709;p44"/>
          <p:cNvGrpSpPr/>
          <p:nvPr/>
        </p:nvGrpSpPr>
        <p:grpSpPr>
          <a:xfrm>
            <a:off x="3968184" y="2729291"/>
            <a:ext cx="369444" cy="367140"/>
            <a:chOff x="3968184" y="2881691"/>
            <a:chExt cx="369444" cy="367140"/>
          </a:xfrm>
        </p:grpSpPr>
        <p:sp>
          <p:nvSpPr>
            <p:cNvPr id="14710" name="Google Shape;14710;p44"/>
            <p:cNvSpPr/>
            <p:nvPr/>
          </p:nvSpPr>
          <p:spPr>
            <a:xfrm>
              <a:off x="4042131" y="3065536"/>
              <a:ext cx="109925" cy="110186"/>
            </a:xfrm>
            <a:custGeom>
              <a:rect b="b" l="l" r="r" t="t"/>
              <a:pathLst>
                <a:path extrusionOk="0" h="4208" w="4198">
                  <a:moveTo>
                    <a:pt x="1154" y="0"/>
                  </a:moveTo>
                  <a:lnTo>
                    <a:pt x="0" y="1154"/>
                  </a:lnTo>
                  <a:lnTo>
                    <a:pt x="3043" y="4207"/>
                  </a:lnTo>
                  <a:lnTo>
                    <a:pt x="4198" y="3043"/>
                  </a:lnTo>
                  <a:lnTo>
                    <a:pt x="1154" y="0"/>
                  </a:lnTo>
                  <a:close/>
                </a:path>
              </a:pathLst>
            </a:custGeom>
            <a:solidFill>
              <a:srgbClr val="93A5B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711" name="Google Shape;14711;p44"/>
            <p:cNvSpPr/>
            <p:nvPr/>
          </p:nvSpPr>
          <p:spPr>
            <a:xfrm>
              <a:off x="4047865" y="3068521"/>
              <a:ext cx="54491" cy="54229"/>
            </a:xfrm>
            <a:custGeom>
              <a:rect b="b" l="l" r="r" t="t"/>
              <a:pathLst>
                <a:path extrusionOk="0" h="2071" w="2081">
                  <a:moveTo>
                    <a:pt x="1040" y="0"/>
                  </a:moveTo>
                  <a:lnTo>
                    <a:pt x="1" y="1260"/>
                  </a:lnTo>
                  <a:lnTo>
                    <a:pt x="811" y="2071"/>
                  </a:lnTo>
                  <a:lnTo>
                    <a:pt x="2080" y="1031"/>
                  </a:lnTo>
                  <a:lnTo>
                    <a:pt x="1040" y="0"/>
                  </a:lnTo>
                  <a:close/>
                </a:path>
              </a:pathLst>
            </a:custGeom>
            <a:solidFill>
              <a:srgbClr val="778DA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712" name="Google Shape;14712;p44"/>
            <p:cNvSpPr/>
            <p:nvPr/>
          </p:nvSpPr>
          <p:spPr>
            <a:xfrm>
              <a:off x="4094841" y="3115471"/>
              <a:ext cx="54465" cy="54255"/>
            </a:xfrm>
            <a:custGeom>
              <a:rect b="b" l="l" r="r" t="t"/>
              <a:pathLst>
                <a:path extrusionOk="0" h="2072" w="2080">
                  <a:moveTo>
                    <a:pt x="1049" y="1"/>
                  </a:moveTo>
                  <a:lnTo>
                    <a:pt x="0" y="1270"/>
                  </a:lnTo>
                  <a:lnTo>
                    <a:pt x="811" y="2071"/>
                  </a:lnTo>
                  <a:lnTo>
                    <a:pt x="2080" y="1031"/>
                  </a:lnTo>
                  <a:lnTo>
                    <a:pt x="1049" y="1"/>
                  </a:lnTo>
                  <a:close/>
                </a:path>
              </a:pathLst>
            </a:custGeom>
            <a:solidFill>
              <a:srgbClr val="778DA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713" name="Google Shape;14713;p44"/>
            <p:cNvSpPr/>
            <p:nvPr/>
          </p:nvSpPr>
          <p:spPr>
            <a:xfrm>
              <a:off x="4237706" y="2916412"/>
              <a:ext cx="65777" cy="61718"/>
            </a:xfrm>
            <a:custGeom>
              <a:rect b="b" l="l" r="r" t="t"/>
              <a:pathLst>
                <a:path extrusionOk="0" h="2357" w="2512">
                  <a:moveTo>
                    <a:pt x="2208" y="1"/>
                  </a:moveTo>
                  <a:cubicBezTo>
                    <a:pt x="2159" y="1"/>
                    <a:pt x="2108" y="20"/>
                    <a:pt x="2062" y="66"/>
                  </a:cubicBezTo>
                  <a:lnTo>
                    <a:pt x="134" y="2003"/>
                  </a:lnTo>
                  <a:cubicBezTo>
                    <a:pt x="1" y="2137"/>
                    <a:pt x="87" y="2356"/>
                    <a:pt x="278" y="2356"/>
                  </a:cubicBezTo>
                  <a:cubicBezTo>
                    <a:pt x="335" y="2356"/>
                    <a:pt x="382" y="2337"/>
                    <a:pt x="430" y="2299"/>
                  </a:cubicBezTo>
                  <a:lnTo>
                    <a:pt x="2357" y="362"/>
                  </a:lnTo>
                  <a:cubicBezTo>
                    <a:pt x="2511" y="215"/>
                    <a:pt x="2372" y="1"/>
                    <a:pt x="2208" y="1"/>
                  </a:cubicBezTo>
                  <a:close/>
                </a:path>
              </a:pathLst>
            </a:custGeom>
            <a:solidFill>
              <a:srgbClr val="BECBD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714" name="Google Shape;14714;p44"/>
            <p:cNvSpPr/>
            <p:nvPr/>
          </p:nvSpPr>
          <p:spPr>
            <a:xfrm>
              <a:off x="4216994" y="2884519"/>
              <a:ext cx="32469" cy="79864"/>
            </a:xfrm>
            <a:custGeom>
              <a:rect b="b" l="l" r="r" t="t"/>
              <a:pathLst>
                <a:path extrusionOk="0" h="3050" w="1240">
                  <a:moveTo>
                    <a:pt x="979" y="0"/>
                  </a:moveTo>
                  <a:cubicBezTo>
                    <a:pt x="897" y="0"/>
                    <a:pt x="816" y="45"/>
                    <a:pt x="782" y="149"/>
                  </a:cubicBezTo>
                  <a:lnTo>
                    <a:pt x="38" y="2782"/>
                  </a:lnTo>
                  <a:cubicBezTo>
                    <a:pt x="0" y="2916"/>
                    <a:pt x="95" y="3049"/>
                    <a:pt x="239" y="3049"/>
                  </a:cubicBezTo>
                  <a:cubicBezTo>
                    <a:pt x="334" y="3049"/>
                    <a:pt x="410" y="2992"/>
                    <a:pt x="439" y="2906"/>
                  </a:cubicBezTo>
                  <a:lnTo>
                    <a:pt x="1193" y="273"/>
                  </a:lnTo>
                  <a:cubicBezTo>
                    <a:pt x="1239" y="110"/>
                    <a:pt x="1108" y="0"/>
                    <a:pt x="979" y="0"/>
                  </a:cubicBezTo>
                  <a:close/>
                </a:path>
              </a:pathLst>
            </a:custGeom>
            <a:solidFill>
              <a:srgbClr val="BECBD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715" name="Google Shape;14715;p44"/>
            <p:cNvSpPr/>
            <p:nvPr/>
          </p:nvSpPr>
          <p:spPr>
            <a:xfrm>
              <a:off x="4173213" y="2881691"/>
              <a:ext cx="34564" cy="79943"/>
            </a:xfrm>
            <a:custGeom>
              <a:rect b="b" l="l" r="r" t="t"/>
              <a:pathLst>
                <a:path extrusionOk="0" h="3053" w="1320">
                  <a:moveTo>
                    <a:pt x="274" y="0"/>
                  </a:moveTo>
                  <a:cubicBezTo>
                    <a:pt x="140" y="0"/>
                    <a:pt x="0" y="119"/>
                    <a:pt x="69" y="286"/>
                  </a:cubicBezTo>
                  <a:lnTo>
                    <a:pt x="871" y="2909"/>
                  </a:lnTo>
                  <a:cubicBezTo>
                    <a:pt x="899" y="2995"/>
                    <a:pt x="985" y="3052"/>
                    <a:pt x="1071" y="3052"/>
                  </a:cubicBezTo>
                  <a:cubicBezTo>
                    <a:pt x="1214" y="3052"/>
                    <a:pt x="1319" y="2919"/>
                    <a:pt x="1271" y="2785"/>
                  </a:cubicBezTo>
                  <a:lnTo>
                    <a:pt x="470" y="171"/>
                  </a:lnTo>
                  <a:cubicBezTo>
                    <a:pt x="447" y="51"/>
                    <a:pt x="362" y="0"/>
                    <a:pt x="274" y="0"/>
                  </a:cubicBezTo>
                  <a:close/>
                </a:path>
              </a:pathLst>
            </a:custGeom>
            <a:solidFill>
              <a:srgbClr val="BECBD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716" name="Google Shape;14716;p44"/>
            <p:cNvSpPr/>
            <p:nvPr/>
          </p:nvSpPr>
          <p:spPr>
            <a:xfrm>
              <a:off x="4251218" y="2969280"/>
              <a:ext cx="84551" cy="30584"/>
            </a:xfrm>
            <a:custGeom>
              <a:rect b="b" l="l" r="r" t="t"/>
              <a:pathLst>
                <a:path extrusionOk="0" h="1168" w="3229">
                  <a:moveTo>
                    <a:pt x="2933" y="1"/>
                  </a:moveTo>
                  <a:cubicBezTo>
                    <a:pt x="2911" y="1"/>
                    <a:pt x="2887" y="5"/>
                    <a:pt x="2862" y="13"/>
                  </a:cubicBezTo>
                  <a:lnTo>
                    <a:pt x="239" y="757"/>
                  </a:lnTo>
                  <a:cubicBezTo>
                    <a:pt x="0" y="824"/>
                    <a:pt x="48" y="1167"/>
                    <a:pt x="296" y="1167"/>
                  </a:cubicBezTo>
                  <a:lnTo>
                    <a:pt x="353" y="1167"/>
                  </a:lnTo>
                  <a:lnTo>
                    <a:pt x="2986" y="413"/>
                  </a:lnTo>
                  <a:cubicBezTo>
                    <a:pt x="3228" y="344"/>
                    <a:pt x="3149" y="1"/>
                    <a:pt x="2933" y="1"/>
                  </a:cubicBezTo>
                  <a:close/>
                </a:path>
              </a:pathLst>
            </a:custGeom>
            <a:solidFill>
              <a:srgbClr val="BECBD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717" name="Google Shape;14717;p44"/>
            <p:cNvSpPr/>
            <p:nvPr/>
          </p:nvSpPr>
          <p:spPr>
            <a:xfrm>
              <a:off x="4254098" y="3010940"/>
              <a:ext cx="83530" cy="31867"/>
            </a:xfrm>
            <a:custGeom>
              <a:rect b="b" l="l" r="r" t="t"/>
              <a:pathLst>
                <a:path extrusionOk="0" h="1217" w="3190">
                  <a:moveTo>
                    <a:pt x="301" y="1"/>
                  </a:moveTo>
                  <a:cubicBezTo>
                    <a:pt x="79" y="1"/>
                    <a:pt x="0" y="317"/>
                    <a:pt x="224" y="406"/>
                  </a:cubicBezTo>
                  <a:lnTo>
                    <a:pt x="2838" y="1207"/>
                  </a:lnTo>
                  <a:cubicBezTo>
                    <a:pt x="2855" y="1216"/>
                    <a:pt x="2879" y="1217"/>
                    <a:pt x="2898" y="1217"/>
                  </a:cubicBezTo>
                  <a:lnTo>
                    <a:pt x="2898" y="1217"/>
                  </a:lnTo>
                  <a:cubicBezTo>
                    <a:pt x="3134" y="1214"/>
                    <a:pt x="3190" y="883"/>
                    <a:pt x="2962" y="807"/>
                  </a:cubicBezTo>
                  <a:lnTo>
                    <a:pt x="348" y="5"/>
                  </a:lnTo>
                  <a:cubicBezTo>
                    <a:pt x="332" y="2"/>
                    <a:pt x="316" y="1"/>
                    <a:pt x="301" y="1"/>
                  </a:cubicBezTo>
                  <a:close/>
                  <a:moveTo>
                    <a:pt x="2898" y="1217"/>
                  </a:moveTo>
                  <a:lnTo>
                    <a:pt x="2898" y="1217"/>
                  </a:lnTo>
                  <a:cubicBezTo>
                    <a:pt x="2897" y="1217"/>
                    <a:pt x="2896" y="1217"/>
                    <a:pt x="2895" y="1217"/>
                  </a:cubicBezTo>
                  <a:lnTo>
                    <a:pt x="2905" y="1217"/>
                  </a:lnTo>
                  <a:cubicBezTo>
                    <a:pt x="2903" y="1217"/>
                    <a:pt x="2900" y="1217"/>
                    <a:pt x="2898" y="1217"/>
                  </a:cubicBezTo>
                  <a:close/>
                </a:path>
              </a:pathLst>
            </a:custGeom>
            <a:solidFill>
              <a:srgbClr val="BECBD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718" name="Google Shape;14718;p44"/>
            <p:cNvSpPr/>
            <p:nvPr/>
          </p:nvSpPr>
          <p:spPr>
            <a:xfrm>
              <a:off x="4122309" y="2939403"/>
              <a:ext cx="71459" cy="63472"/>
            </a:xfrm>
            <a:custGeom>
              <a:rect b="b" l="l" r="r" t="t"/>
              <a:pathLst>
                <a:path extrusionOk="0" h="2424" w="2729">
                  <a:moveTo>
                    <a:pt x="1091" y="0"/>
                  </a:moveTo>
                  <a:cubicBezTo>
                    <a:pt x="832" y="0"/>
                    <a:pt x="590" y="87"/>
                    <a:pt x="411" y="266"/>
                  </a:cubicBezTo>
                  <a:cubicBezTo>
                    <a:pt x="0" y="677"/>
                    <a:pt x="86" y="1440"/>
                    <a:pt x="611" y="1965"/>
                  </a:cubicBezTo>
                  <a:cubicBezTo>
                    <a:pt x="913" y="2267"/>
                    <a:pt x="1292" y="2424"/>
                    <a:pt x="1638" y="2424"/>
                  </a:cubicBezTo>
                  <a:cubicBezTo>
                    <a:pt x="1893" y="2424"/>
                    <a:pt x="2131" y="2339"/>
                    <a:pt x="2309" y="2165"/>
                  </a:cubicBezTo>
                  <a:cubicBezTo>
                    <a:pt x="2729" y="1745"/>
                    <a:pt x="2633" y="982"/>
                    <a:pt x="2118" y="457"/>
                  </a:cubicBezTo>
                  <a:cubicBezTo>
                    <a:pt x="1818" y="157"/>
                    <a:pt x="1439" y="0"/>
                    <a:pt x="1091" y="0"/>
                  </a:cubicBezTo>
                  <a:close/>
                </a:path>
              </a:pathLst>
            </a:custGeom>
            <a:solidFill>
              <a:srgbClr val="BECBD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719" name="Google Shape;14719;p44"/>
            <p:cNvSpPr/>
            <p:nvPr/>
          </p:nvSpPr>
          <p:spPr>
            <a:xfrm>
              <a:off x="4107331" y="2941183"/>
              <a:ext cx="80938" cy="80650"/>
            </a:xfrm>
            <a:custGeom>
              <a:rect b="b" l="l" r="r" t="t"/>
              <a:pathLst>
                <a:path extrusionOk="0" h="3080" w="3091">
                  <a:moveTo>
                    <a:pt x="921" y="1"/>
                  </a:moveTo>
                  <a:cubicBezTo>
                    <a:pt x="863" y="1"/>
                    <a:pt x="806" y="22"/>
                    <a:pt x="763" y="65"/>
                  </a:cubicBezTo>
                  <a:lnTo>
                    <a:pt x="0" y="828"/>
                  </a:lnTo>
                  <a:lnTo>
                    <a:pt x="2251" y="3080"/>
                  </a:lnTo>
                  <a:lnTo>
                    <a:pt x="3005" y="2316"/>
                  </a:lnTo>
                  <a:cubicBezTo>
                    <a:pt x="3091" y="2230"/>
                    <a:pt x="3091" y="2087"/>
                    <a:pt x="3005" y="2002"/>
                  </a:cubicBezTo>
                  <a:lnTo>
                    <a:pt x="1078" y="65"/>
                  </a:lnTo>
                  <a:cubicBezTo>
                    <a:pt x="1035" y="22"/>
                    <a:pt x="978" y="1"/>
                    <a:pt x="921" y="1"/>
                  </a:cubicBezTo>
                  <a:close/>
                </a:path>
              </a:pathLst>
            </a:custGeom>
            <a:solidFill>
              <a:srgbClr val="95A6B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720" name="Google Shape;14720;p44"/>
            <p:cNvSpPr/>
            <p:nvPr/>
          </p:nvSpPr>
          <p:spPr>
            <a:xfrm>
              <a:off x="4107331" y="2948123"/>
              <a:ext cx="73449" cy="73711"/>
            </a:xfrm>
            <a:custGeom>
              <a:rect b="b" l="l" r="r" t="t"/>
              <a:pathLst>
                <a:path extrusionOk="0" h="2815" w="2805">
                  <a:moveTo>
                    <a:pt x="563" y="0"/>
                  </a:moveTo>
                  <a:lnTo>
                    <a:pt x="0" y="563"/>
                  </a:lnTo>
                  <a:lnTo>
                    <a:pt x="2251" y="2815"/>
                  </a:lnTo>
                  <a:lnTo>
                    <a:pt x="2805" y="2252"/>
                  </a:lnTo>
                  <a:lnTo>
                    <a:pt x="563" y="0"/>
                  </a:lnTo>
                  <a:close/>
                </a:path>
              </a:pathLst>
            </a:custGeom>
            <a:solidFill>
              <a:srgbClr val="778DA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721" name="Google Shape;14721;p44"/>
            <p:cNvSpPr/>
            <p:nvPr/>
          </p:nvSpPr>
          <p:spPr>
            <a:xfrm>
              <a:off x="3990651" y="2958099"/>
              <a:ext cx="181148" cy="180388"/>
            </a:xfrm>
            <a:custGeom>
              <a:rect b="b" l="l" r="r" t="t"/>
              <a:pathLst>
                <a:path extrusionOk="0" h="6889" w="6918">
                  <a:moveTo>
                    <a:pt x="4600" y="1"/>
                  </a:moveTo>
                  <a:cubicBezTo>
                    <a:pt x="4536" y="1"/>
                    <a:pt x="4472" y="27"/>
                    <a:pt x="4427" y="77"/>
                  </a:cubicBezTo>
                  <a:lnTo>
                    <a:pt x="1" y="5458"/>
                  </a:lnTo>
                  <a:lnTo>
                    <a:pt x="1432" y="6889"/>
                  </a:lnTo>
                  <a:lnTo>
                    <a:pt x="6803" y="2453"/>
                  </a:lnTo>
                  <a:cubicBezTo>
                    <a:pt x="6908" y="2367"/>
                    <a:pt x="6917" y="2214"/>
                    <a:pt x="6822" y="2128"/>
                  </a:cubicBezTo>
                  <a:lnTo>
                    <a:pt x="4761" y="68"/>
                  </a:lnTo>
                  <a:cubicBezTo>
                    <a:pt x="4716" y="22"/>
                    <a:pt x="4658" y="1"/>
                    <a:pt x="4600" y="1"/>
                  </a:cubicBezTo>
                  <a:close/>
                </a:path>
              </a:pathLst>
            </a:custGeom>
            <a:solidFill>
              <a:srgbClr val="94A3B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722" name="Google Shape;14722;p44"/>
            <p:cNvSpPr/>
            <p:nvPr/>
          </p:nvSpPr>
          <p:spPr>
            <a:xfrm>
              <a:off x="3990651" y="3009055"/>
              <a:ext cx="181148" cy="129432"/>
            </a:xfrm>
            <a:custGeom>
              <a:rect b="b" l="l" r="r" t="t"/>
              <a:pathLst>
                <a:path extrusionOk="0" h="4943" w="6918">
                  <a:moveTo>
                    <a:pt x="6641" y="1"/>
                  </a:moveTo>
                  <a:lnTo>
                    <a:pt x="1728" y="4046"/>
                  </a:lnTo>
                  <a:lnTo>
                    <a:pt x="535" y="2853"/>
                  </a:lnTo>
                  <a:lnTo>
                    <a:pt x="1" y="3512"/>
                  </a:lnTo>
                  <a:lnTo>
                    <a:pt x="1432" y="4943"/>
                  </a:lnTo>
                  <a:lnTo>
                    <a:pt x="6803" y="507"/>
                  </a:lnTo>
                  <a:cubicBezTo>
                    <a:pt x="6908" y="421"/>
                    <a:pt x="6917" y="268"/>
                    <a:pt x="6822" y="182"/>
                  </a:cubicBezTo>
                  <a:lnTo>
                    <a:pt x="6641" y="1"/>
                  </a:lnTo>
                  <a:close/>
                </a:path>
              </a:pathLst>
            </a:custGeom>
            <a:solidFill>
              <a:srgbClr val="6A7F9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723" name="Google Shape;14723;p44"/>
            <p:cNvSpPr/>
            <p:nvPr/>
          </p:nvSpPr>
          <p:spPr>
            <a:xfrm>
              <a:off x="3968420" y="3087819"/>
              <a:ext cx="73239" cy="72349"/>
            </a:xfrm>
            <a:custGeom>
              <a:rect b="b" l="l" r="r" t="t"/>
              <a:pathLst>
                <a:path extrusionOk="0" h="2763" w="2797">
                  <a:moveTo>
                    <a:pt x="836" y="0"/>
                  </a:moveTo>
                  <a:cubicBezTo>
                    <a:pt x="778" y="0"/>
                    <a:pt x="721" y="22"/>
                    <a:pt x="678" y="65"/>
                  </a:cubicBezTo>
                  <a:lnTo>
                    <a:pt x="87" y="656"/>
                  </a:lnTo>
                  <a:cubicBezTo>
                    <a:pt x="1" y="752"/>
                    <a:pt x="1" y="885"/>
                    <a:pt x="87" y="981"/>
                  </a:cubicBezTo>
                  <a:lnTo>
                    <a:pt x="1804" y="2698"/>
                  </a:lnTo>
                  <a:cubicBezTo>
                    <a:pt x="1847" y="2741"/>
                    <a:pt x="1904" y="2762"/>
                    <a:pt x="1961" y="2762"/>
                  </a:cubicBezTo>
                  <a:cubicBezTo>
                    <a:pt x="2019" y="2762"/>
                    <a:pt x="2076" y="2741"/>
                    <a:pt x="2119" y="2698"/>
                  </a:cubicBezTo>
                  <a:lnTo>
                    <a:pt x="2710" y="2097"/>
                  </a:lnTo>
                  <a:cubicBezTo>
                    <a:pt x="2796" y="2011"/>
                    <a:pt x="2796" y="1868"/>
                    <a:pt x="2710" y="1782"/>
                  </a:cubicBezTo>
                  <a:lnTo>
                    <a:pt x="993" y="65"/>
                  </a:lnTo>
                  <a:cubicBezTo>
                    <a:pt x="950" y="22"/>
                    <a:pt x="893" y="0"/>
                    <a:pt x="836" y="0"/>
                  </a:cubicBezTo>
                  <a:close/>
                </a:path>
              </a:pathLst>
            </a:custGeom>
            <a:solidFill>
              <a:srgbClr val="93A5B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724" name="Google Shape;14724;p44"/>
            <p:cNvSpPr/>
            <p:nvPr/>
          </p:nvSpPr>
          <p:spPr>
            <a:xfrm>
              <a:off x="3968184" y="3097508"/>
              <a:ext cx="63472" cy="62896"/>
            </a:xfrm>
            <a:custGeom>
              <a:rect b="b" l="l" r="r" t="t"/>
              <a:pathLst>
                <a:path extrusionOk="0" h="2402" w="2424">
                  <a:moveTo>
                    <a:pt x="391" y="0"/>
                  </a:moveTo>
                  <a:lnTo>
                    <a:pt x="86" y="305"/>
                  </a:lnTo>
                  <a:cubicBezTo>
                    <a:pt x="0" y="391"/>
                    <a:pt x="0" y="525"/>
                    <a:pt x="86" y="620"/>
                  </a:cubicBezTo>
                  <a:lnTo>
                    <a:pt x="1803" y="2337"/>
                  </a:lnTo>
                  <a:cubicBezTo>
                    <a:pt x="1846" y="2380"/>
                    <a:pt x="1904" y="2402"/>
                    <a:pt x="1961" y="2402"/>
                  </a:cubicBezTo>
                  <a:cubicBezTo>
                    <a:pt x="2018" y="2402"/>
                    <a:pt x="2075" y="2380"/>
                    <a:pt x="2118" y="2337"/>
                  </a:cubicBezTo>
                  <a:lnTo>
                    <a:pt x="2423" y="2032"/>
                  </a:lnTo>
                  <a:lnTo>
                    <a:pt x="391" y="0"/>
                  </a:lnTo>
                  <a:close/>
                </a:path>
              </a:pathLst>
            </a:custGeom>
            <a:solidFill>
              <a:srgbClr val="778DA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725" name="Google Shape;14725;p44"/>
            <p:cNvSpPr/>
            <p:nvPr/>
          </p:nvSpPr>
          <p:spPr>
            <a:xfrm>
              <a:off x="4019140" y="3001618"/>
              <a:ext cx="82797" cy="91150"/>
            </a:xfrm>
            <a:custGeom>
              <a:rect b="b" l="l" r="r" t="t"/>
              <a:pathLst>
                <a:path extrusionOk="0" h="3481" w="3162">
                  <a:moveTo>
                    <a:pt x="2859" y="0"/>
                  </a:moveTo>
                  <a:cubicBezTo>
                    <a:pt x="2800" y="0"/>
                    <a:pt x="2740" y="27"/>
                    <a:pt x="2691" y="94"/>
                  </a:cubicBezTo>
                  <a:lnTo>
                    <a:pt x="115" y="3137"/>
                  </a:lnTo>
                  <a:cubicBezTo>
                    <a:pt x="0" y="3271"/>
                    <a:pt x="96" y="3481"/>
                    <a:pt x="277" y="3481"/>
                  </a:cubicBezTo>
                  <a:cubicBezTo>
                    <a:pt x="334" y="3481"/>
                    <a:pt x="392" y="3452"/>
                    <a:pt x="430" y="3405"/>
                  </a:cubicBezTo>
                  <a:lnTo>
                    <a:pt x="3015" y="361"/>
                  </a:lnTo>
                  <a:cubicBezTo>
                    <a:pt x="3161" y="201"/>
                    <a:pt x="3018" y="0"/>
                    <a:pt x="2859" y="0"/>
                  </a:cubicBezTo>
                  <a:close/>
                </a:path>
              </a:pathLst>
            </a:custGeom>
            <a:solidFill>
              <a:srgbClr val="6A7F9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726" name="Google Shape;14726;p44"/>
            <p:cNvSpPr/>
            <p:nvPr/>
          </p:nvSpPr>
          <p:spPr>
            <a:xfrm>
              <a:off x="4210736" y="3028013"/>
              <a:ext cx="71459" cy="63420"/>
            </a:xfrm>
            <a:custGeom>
              <a:rect b="b" l="l" r="r" t="t"/>
              <a:pathLst>
                <a:path extrusionOk="0" h="2422" w="2729">
                  <a:moveTo>
                    <a:pt x="1087" y="1"/>
                  </a:moveTo>
                  <a:cubicBezTo>
                    <a:pt x="831" y="1"/>
                    <a:pt x="594" y="86"/>
                    <a:pt x="420" y="260"/>
                  </a:cubicBezTo>
                  <a:cubicBezTo>
                    <a:pt x="1" y="679"/>
                    <a:pt x="86" y="1443"/>
                    <a:pt x="611" y="1967"/>
                  </a:cubicBezTo>
                  <a:cubicBezTo>
                    <a:pt x="913" y="2264"/>
                    <a:pt x="1295" y="2421"/>
                    <a:pt x="1644" y="2421"/>
                  </a:cubicBezTo>
                  <a:cubicBezTo>
                    <a:pt x="1901" y="2421"/>
                    <a:pt x="2141" y="2336"/>
                    <a:pt x="2319" y="2158"/>
                  </a:cubicBezTo>
                  <a:cubicBezTo>
                    <a:pt x="2729" y="1738"/>
                    <a:pt x="2643" y="985"/>
                    <a:pt x="2118" y="460"/>
                  </a:cubicBezTo>
                  <a:cubicBezTo>
                    <a:pt x="1816" y="158"/>
                    <a:pt x="1435" y="1"/>
                    <a:pt x="1087" y="1"/>
                  </a:cubicBezTo>
                  <a:close/>
                </a:path>
              </a:pathLst>
            </a:custGeom>
            <a:solidFill>
              <a:srgbClr val="BECBD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727" name="Google Shape;14727;p44"/>
            <p:cNvSpPr/>
            <p:nvPr/>
          </p:nvSpPr>
          <p:spPr>
            <a:xfrm>
              <a:off x="4195994" y="3029872"/>
              <a:ext cx="80964" cy="80388"/>
            </a:xfrm>
            <a:custGeom>
              <a:rect b="b" l="l" r="r" t="t"/>
              <a:pathLst>
                <a:path extrusionOk="0" h="3070" w="3092">
                  <a:moveTo>
                    <a:pt x="912" y="0"/>
                  </a:moveTo>
                  <a:cubicBezTo>
                    <a:pt x="855" y="0"/>
                    <a:pt x="797" y="22"/>
                    <a:pt x="754" y="65"/>
                  </a:cubicBezTo>
                  <a:lnTo>
                    <a:pt x="1" y="828"/>
                  </a:lnTo>
                  <a:lnTo>
                    <a:pt x="2243" y="3070"/>
                  </a:lnTo>
                  <a:lnTo>
                    <a:pt x="3006" y="2316"/>
                  </a:lnTo>
                  <a:cubicBezTo>
                    <a:pt x="3092" y="2221"/>
                    <a:pt x="3092" y="2087"/>
                    <a:pt x="3006" y="2001"/>
                  </a:cubicBezTo>
                  <a:lnTo>
                    <a:pt x="1069" y="65"/>
                  </a:lnTo>
                  <a:cubicBezTo>
                    <a:pt x="1026" y="22"/>
                    <a:pt x="969" y="0"/>
                    <a:pt x="912" y="0"/>
                  </a:cubicBezTo>
                  <a:close/>
                </a:path>
              </a:pathLst>
            </a:custGeom>
            <a:solidFill>
              <a:srgbClr val="95A6B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728" name="Google Shape;14728;p44"/>
            <p:cNvSpPr/>
            <p:nvPr/>
          </p:nvSpPr>
          <p:spPr>
            <a:xfrm>
              <a:off x="4195994" y="3036785"/>
              <a:ext cx="73475" cy="73475"/>
            </a:xfrm>
            <a:custGeom>
              <a:rect b="b" l="l" r="r" t="t"/>
              <a:pathLst>
                <a:path extrusionOk="0" h="2806" w="2806">
                  <a:moveTo>
                    <a:pt x="554" y="1"/>
                  </a:moveTo>
                  <a:lnTo>
                    <a:pt x="1" y="564"/>
                  </a:lnTo>
                  <a:lnTo>
                    <a:pt x="2243" y="2806"/>
                  </a:lnTo>
                  <a:lnTo>
                    <a:pt x="2805" y="2252"/>
                  </a:lnTo>
                  <a:lnTo>
                    <a:pt x="554" y="1"/>
                  </a:lnTo>
                  <a:close/>
                </a:path>
              </a:pathLst>
            </a:custGeom>
            <a:solidFill>
              <a:srgbClr val="778DA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729" name="Google Shape;14729;p44"/>
            <p:cNvSpPr/>
            <p:nvPr/>
          </p:nvSpPr>
          <p:spPr>
            <a:xfrm>
              <a:off x="4079340" y="3046788"/>
              <a:ext cx="180886" cy="180388"/>
            </a:xfrm>
            <a:custGeom>
              <a:rect b="b" l="l" r="r" t="t"/>
              <a:pathLst>
                <a:path extrusionOk="0" h="6889" w="6908">
                  <a:moveTo>
                    <a:pt x="4600" y="0"/>
                  </a:moveTo>
                  <a:cubicBezTo>
                    <a:pt x="4536" y="0"/>
                    <a:pt x="4472" y="27"/>
                    <a:pt x="4427" y="77"/>
                  </a:cubicBezTo>
                  <a:lnTo>
                    <a:pt x="1" y="5457"/>
                  </a:lnTo>
                  <a:lnTo>
                    <a:pt x="1432" y="6888"/>
                  </a:lnTo>
                  <a:lnTo>
                    <a:pt x="6803" y="2452"/>
                  </a:lnTo>
                  <a:cubicBezTo>
                    <a:pt x="6898" y="2366"/>
                    <a:pt x="6907" y="2214"/>
                    <a:pt x="6812" y="2118"/>
                  </a:cubicBezTo>
                  <a:lnTo>
                    <a:pt x="4761" y="67"/>
                  </a:lnTo>
                  <a:cubicBezTo>
                    <a:pt x="4716" y="22"/>
                    <a:pt x="4657" y="0"/>
                    <a:pt x="4600" y="0"/>
                  </a:cubicBezTo>
                  <a:close/>
                </a:path>
              </a:pathLst>
            </a:custGeom>
            <a:solidFill>
              <a:srgbClr val="94A3B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730" name="Google Shape;14730;p44"/>
            <p:cNvSpPr/>
            <p:nvPr/>
          </p:nvSpPr>
          <p:spPr>
            <a:xfrm>
              <a:off x="4079340" y="3097508"/>
              <a:ext cx="180886" cy="129406"/>
            </a:xfrm>
            <a:custGeom>
              <a:rect b="b" l="l" r="r" t="t"/>
              <a:pathLst>
                <a:path extrusionOk="0" h="4942" w="6908">
                  <a:moveTo>
                    <a:pt x="6640" y="0"/>
                  </a:moveTo>
                  <a:lnTo>
                    <a:pt x="1727" y="4055"/>
                  </a:lnTo>
                  <a:lnTo>
                    <a:pt x="535" y="2862"/>
                  </a:lnTo>
                  <a:lnTo>
                    <a:pt x="1" y="3511"/>
                  </a:lnTo>
                  <a:lnTo>
                    <a:pt x="1432" y="4942"/>
                  </a:lnTo>
                  <a:lnTo>
                    <a:pt x="6803" y="515"/>
                  </a:lnTo>
                  <a:cubicBezTo>
                    <a:pt x="6898" y="429"/>
                    <a:pt x="6907" y="277"/>
                    <a:pt x="6822" y="181"/>
                  </a:cubicBezTo>
                  <a:lnTo>
                    <a:pt x="6640" y="0"/>
                  </a:lnTo>
                  <a:close/>
                </a:path>
              </a:pathLst>
            </a:custGeom>
            <a:solidFill>
              <a:srgbClr val="6A7F9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731" name="Google Shape;14731;p44"/>
            <p:cNvSpPr/>
            <p:nvPr/>
          </p:nvSpPr>
          <p:spPr>
            <a:xfrm>
              <a:off x="4056847" y="3176508"/>
              <a:ext cx="73475" cy="72323"/>
            </a:xfrm>
            <a:custGeom>
              <a:rect b="b" l="l" r="r" t="t"/>
              <a:pathLst>
                <a:path extrusionOk="0" h="2762" w="2806">
                  <a:moveTo>
                    <a:pt x="845" y="0"/>
                  </a:moveTo>
                  <a:cubicBezTo>
                    <a:pt x="788" y="0"/>
                    <a:pt x="731" y="22"/>
                    <a:pt x="688" y="65"/>
                  </a:cubicBezTo>
                  <a:lnTo>
                    <a:pt x="87" y="666"/>
                  </a:lnTo>
                  <a:cubicBezTo>
                    <a:pt x="1" y="751"/>
                    <a:pt x="1" y="885"/>
                    <a:pt x="87" y="980"/>
                  </a:cubicBezTo>
                  <a:lnTo>
                    <a:pt x="1804" y="2698"/>
                  </a:lnTo>
                  <a:cubicBezTo>
                    <a:pt x="1847" y="2740"/>
                    <a:pt x="1904" y="2762"/>
                    <a:pt x="1961" y="2762"/>
                  </a:cubicBezTo>
                  <a:cubicBezTo>
                    <a:pt x="2019" y="2762"/>
                    <a:pt x="2076" y="2740"/>
                    <a:pt x="2119" y="2698"/>
                  </a:cubicBezTo>
                  <a:lnTo>
                    <a:pt x="2720" y="2097"/>
                  </a:lnTo>
                  <a:cubicBezTo>
                    <a:pt x="2806" y="2011"/>
                    <a:pt x="2806" y="1868"/>
                    <a:pt x="2720" y="1782"/>
                  </a:cubicBezTo>
                  <a:lnTo>
                    <a:pt x="1003" y="65"/>
                  </a:lnTo>
                  <a:cubicBezTo>
                    <a:pt x="960" y="22"/>
                    <a:pt x="902" y="0"/>
                    <a:pt x="845" y="0"/>
                  </a:cubicBezTo>
                  <a:close/>
                </a:path>
              </a:pathLst>
            </a:custGeom>
            <a:solidFill>
              <a:srgbClr val="93A5B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732" name="Google Shape;14732;p44"/>
            <p:cNvSpPr/>
            <p:nvPr/>
          </p:nvSpPr>
          <p:spPr>
            <a:xfrm>
              <a:off x="4056847" y="3186170"/>
              <a:ext cx="63237" cy="62661"/>
            </a:xfrm>
            <a:custGeom>
              <a:rect b="b" l="l" r="r" t="t"/>
              <a:pathLst>
                <a:path extrusionOk="0" h="2393" w="2415">
                  <a:moveTo>
                    <a:pt x="383" y="1"/>
                  </a:moveTo>
                  <a:lnTo>
                    <a:pt x="87" y="297"/>
                  </a:lnTo>
                  <a:cubicBezTo>
                    <a:pt x="1" y="382"/>
                    <a:pt x="1" y="525"/>
                    <a:pt x="87" y="611"/>
                  </a:cubicBezTo>
                  <a:lnTo>
                    <a:pt x="1804" y="2329"/>
                  </a:lnTo>
                  <a:cubicBezTo>
                    <a:pt x="1847" y="2371"/>
                    <a:pt x="1904" y="2393"/>
                    <a:pt x="1961" y="2393"/>
                  </a:cubicBezTo>
                  <a:cubicBezTo>
                    <a:pt x="2019" y="2393"/>
                    <a:pt x="2076" y="2371"/>
                    <a:pt x="2119" y="2329"/>
                  </a:cubicBezTo>
                  <a:lnTo>
                    <a:pt x="2415" y="2033"/>
                  </a:lnTo>
                  <a:lnTo>
                    <a:pt x="383" y="1"/>
                  </a:lnTo>
                  <a:close/>
                </a:path>
              </a:pathLst>
            </a:custGeom>
            <a:solidFill>
              <a:srgbClr val="778DA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733" name="Google Shape;14733;p44"/>
            <p:cNvSpPr/>
            <p:nvPr/>
          </p:nvSpPr>
          <p:spPr>
            <a:xfrm>
              <a:off x="4107567" y="3090176"/>
              <a:ext cx="83006" cy="91281"/>
            </a:xfrm>
            <a:custGeom>
              <a:rect b="b" l="l" r="r" t="t"/>
              <a:pathLst>
                <a:path extrusionOk="0" h="3486" w="3170">
                  <a:moveTo>
                    <a:pt x="2860" y="1"/>
                  </a:moveTo>
                  <a:cubicBezTo>
                    <a:pt x="2803" y="1"/>
                    <a:pt x="2745" y="27"/>
                    <a:pt x="2700" y="89"/>
                  </a:cubicBezTo>
                  <a:lnTo>
                    <a:pt x="115" y="3133"/>
                  </a:lnTo>
                  <a:cubicBezTo>
                    <a:pt x="1" y="3276"/>
                    <a:pt x="106" y="3476"/>
                    <a:pt x="277" y="3486"/>
                  </a:cubicBezTo>
                  <a:cubicBezTo>
                    <a:pt x="344" y="3486"/>
                    <a:pt x="401" y="3457"/>
                    <a:pt x="439" y="3409"/>
                  </a:cubicBezTo>
                  <a:lnTo>
                    <a:pt x="3015" y="366"/>
                  </a:lnTo>
                  <a:cubicBezTo>
                    <a:pt x="3170" y="204"/>
                    <a:pt x="3019" y="1"/>
                    <a:pt x="2860" y="1"/>
                  </a:cubicBezTo>
                  <a:close/>
                </a:path>
              </a:pathLst>
            </a:custGeom>
            <a:solidFill>
              <a:srgbClr val="6A7F9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4734" name="Google Shape;14734;p44"/>
          <p:cNvGrpSpPr/>
          <p:nvPr/>
        </p:nvGrpSpPr>
        <p:grpSpPr>
          <a:xfrm>
            <a:off x="3513796" y="2729684"/>
            <a:ext cx="371486" cy="366826"/>
            <a:chOff x="3513796" y="2882084"/>
            <a:chExt cx="371486" cy="366826"/>
          </a:xfrm>
        </p:grpSpPr>
        <p:sp>
          <p:nvSpPr>
            <p:cNvPr id="14735" name="Google Shape;14735;p44"/>
            <p:cNvSpPr/>
            <p:nvPr/>
          </p:nvSpPr>
          <p:spPr>
            <a:xfrm>
              <a:off x="3696384" y="2890725"/>
              <a:ext cx="11024" cy="60409"/>
            </a:xfrm>
            <a:custGeom>
              <a:rect b="b" l="l" r="r" t="t"/>
              <a:pathLst>
                <a:path extrusionOk="0" h="2307" w="421">
                  <a:moveTo>
                    <a:pt x="206" y="0"/>
                  </a:moveTo>
                  <a:cubicBezTo>
                    <a:pt x="103" y="0"/>
                    <a:pt x="1" y="70"/>
                    <a:pt x="1" y="208"/>
                  </a:cubicBezTo>
                  <a:lnTo>
                    <a:pt x="1" y="2097"/>
                  </a:lnTo>
                  <a:cubicBezTo>
                    <a:pt x="1" y="2211"/>
                    <a:pt x="96" y="2307"/>
                    <a:pt x="211" y="2307"/>
                  </a:cubicBezTo>
                  <a:cubicBezTo>
                    <a:pt x="325" y="2307"/>
                    <a:pt x="421" y="2211"/>
                    <a:pt x="411" y="2097"/>
                  </a:cubicBezTo>
                  <a:lnTo>
                    <a:pt x="411" y="208"/>
                  </a:lnTo>
                  <a:cubicBezTo>
                    <a:pt x="411" y="70"/>
                    <a:pt x="308" y="0"/>
                    <a:pt x="206" y="0"/>
                  </a:cubicBezTo>
                  <a:close/>
                </a:path>
              </a:pathLst>
            </a:custGeom>
            <a:solidFill>
              <a:srgbClr val="51667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736" name="Google Shape;14736;p44"/>
            <p:cNvSpPr/>
            <p:nvPr/>
          </p:nvSpPr>
          <p:spPr>
            <a:xfrm>
              <a:off x="3682899" y="2882084"/>
              <a:ext cx="32993" cy="28332"/>
            </a:xfrm>
            <a:custGeom>
              <a:rect b="b" l="l" r="r" t="t"/>
              <a:pathLst>
                <a:path extrusionOk="0" h="1082" w="1260">
                  <a:moveTo>
                    <a:pt x="720" y="1"/>
                  </a:moveTo>
                  <a:cubicBezTo>
                    <a:pt x="589" y="1"/>
                    <a:pt x="455" y="49"/>
                    <a:pt x="344" y="156"/>
                  </a:cubicBezTo>
                  <a:cubicBezTo>
                    <a:pt x="1" y="500"/>
                    <a:pt x="249" y="1082"/>
                    <a:pt x="726" y="1082"/>
                  </a:cubicBezTo>
                  <a:cubicBezTo>
                    <a:pt x="1021" y="1082"/>
                    <a:pt x="1260" y="834"/>
                    <a:pt x="1260" y="538"/>
                  </a:cubicBezTo>
                  <a:cubicBezTo>
                    <a:pt x="1260" y="215"/>
                    <a:pt x="997" y="1"/>
                    <a:pt x="720" y="1"/>
                  </a:cubicBezTo>
                  <a:close/>
                </a:path>
              </a:pathLst>
            </a:custGeom>
            <a:solidFill>
              <a:srgbClr val="39516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737" name="Google Shape;14737;p44"/>
            <p:cNvSpPr/>
            <p:nvPr/>
          </p:nvSpPr>
          <p:spPr>
            <a:xfrm>
              <a:off x="3754357" y="2890725"/>
              <a:ext cx="10762" cy="60409"/>
            </a:xfrm>
            <a:custGeom>
              <a:rect b="b" l="l" r="r" t="t"/>
              <a:pathLst>
                <a:path extrusionOk="0" h="2307" w="411">
                  <a:moveTo>
                    <a:pt x="205" y="0"/>
                  </a:moveTo>
                  <a:cubicBezTo>
                    <a:pt x="103" y="0"/>
                    <a:pt x="0" y="70"/>
                    <a:pt x="0" y="208"/>
                  </a:cubicBezTo>
                  <a:lnTo>
                    <a:pt x="0" y="2097"/>
                  </a:lnTo>
                  <a:cubicBezTo>
                    <a:pt x="0" y="2211"/>
                    <a:pt x="86" y="2307"/>
                    <a:pt x="200" y="2307"/>
                  </a:cubicBezTo>
                  <a:cubicBezTo>
                    <a:pt x="315" y="2307"/>
                    <a:pt x="410" y="2211"/>
                    <a:pt x="410" y="2097"/>
                  </a:cubicBezTo>
                  <a:lnTo>
                    <a:pt x="410" y="208"/>
                  </a:lnTo>
                  <a:cubicBezTo>
                    <a:pt x="410" y="70"/>
                    <a:pt x="308" y="0"/>
                    <a:pt x="205" y="0"/>
                  </a:cubicBezTo>
                  <a:close/>
                </a:path>
              </a:pathLst>
            </a:custGeom>
            <a:solidFill>
              <a:srgbClr val="51667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738" name="Google Shape;14738;p44"/>
            <p:cNvSpPr/>
            <p:nvPr/>
          </p:nvSpPr>
          <p:spPr>
            <a:xfrm>
              <a:off x="3740610" y="2882084"/>
              <a:ext cx="33255" cy="28332"/>
            </a:xfrm>
            <a:custGeom>
              <a:rect b="b" l="l" r="r" t="t"/>
              <a:pathLst>
                <a:path extrusionOk="0" h="1082" w="1270">
                  <a:moveTo>
                    <a:pt x="722" y="1"/>
                  </a:moveTo>
                  <a:cubicBezTo>
                    <a:pt x="590" y="1"/>
                    <a:pt x="454" y="49"/>
                    <a:pt x="344" y="156"/>
                  </a:cubicBezTo>
                  <a:cubicBezTo>
                    <a:pt x="0" y="500"/>
                    <a:pt x="248" y="1082"/>
                    <a:pt x="725" y="1082"/>
                  </a:cubicBezTo>
                  <a:cubicBezTo>
                    <a:pt x="1021" y="1082"/>
                    <a:pt x="1260" y="834"/>
                    <a:pt x="1269" y="538"/>
                  </a:cubicBezTo>
                  <a:cubicBezTo>
                    <a:pt x="1269" y="215"/>
                    <a:pt x="1002" y="1"/>
                    <a:pt x="722" y="1"/>
                  </a:cubicBezTo>
                  <a:close/>
                </a:path>
              </a:pathLst>
            </a:custGeom>
            <a:solidFill>
              <a:srgbClr val="39516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739" name="Google Shape;14739;p44"/>
            <p:cNvSpPr/>
            <p:nvPr/>
          </p:nvSpPr>
          <p:spPr>
            <a:xfrm>
              <a:off x="3638698" y="2890725"/>
              <a:ext cx="10762" cy="60409"/>
            </a:xfrm>
            <a:custGeom>
              <a:rect b="b" l="l" r="r" t="t"/>
              <a:pathLst>
                <a:path extrusionOk="0" h="2307" w="411">
                  <a:moveTo>
                    <a:pt x="205" y="0"/>
                  </a:moveTo>
                  <a:cubicBezTo>
                    <a:pt x="103" y="0"/>
                    <a:pt x="0" y="70"/>
                    <a:pt x="0" y="208"/>
                  </a:cubicBezTo>
                  <a:lnTo>
                    <a:pt x="0" y="2097"/>
                  </a:lnTo>
                  <a:cubicBezTo>
                    <a:pt x="0" y="2211"/>
                    <a:pt x="96" y="2307"/>
                    <a:pt x="210" y="2307"/>
                  </a:cubicBezTo>
                  <a:cubicBezTo>
                    <a:pt x="324" y="2307"/>
                    <a:pt x="410" y="2211"/>
                    <a:pt x="410" y="2097"/>
                  </a:cubicBezTo>
                  <a:lnTo>
                    <a:pt x="410" y="208"/>
                  </a:lnTo>
                  <a:cubicBezTo>
                    <a:pt x="410" y="70"/>
                    <a:pt x="308" y="0"/>
                    <a:pt x="205" y="0"/>
                  </a:cubicBezTo>
                  <a:close/>
                </a:path>
              </a:pathLst>
            </a:custGeom>
            <a:solidFill>
              <a:srgbClr val="51667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740" name="Google Shape;14740;p44"/>
            <p:cNvSpPr/>
            <p:nvPr/>
          </p:nvSpPr>
          <p:spPr>
            <a:xfrm>
              <a:off x="3625187" y="2882084"/>
              <a:ext cx="33019" cy="28332"/>
            </a:xfrm>
            <a:custGeom>
              <a:rect b="b" l="l" r="r" t="t"/>
              <a:pathLst>
                <a:path extrusionOk="0" h="1082" w="1261">
                  <a:moveTo>
                    <a:pt x="716" y="1"/>
                  </a:moveTo>
                  <a:cubicBezTo>
                    <a:pt x="585" y="1"/>
                    <a:pt x="452" y="49"/>
                    <a:pt x="344" y="156"/>
                  </a:cubicBezTo>
                  <a:cubicBezTo>
                    <a:pt x="1" y="500"/>
                    <a:pt x="239" y="1082"/>
                    <a:pt x="726" y="1082"/>
                  </a:cubicBezTo>
                  <a:cubicBezTo>
                    <a:pt x="1022" y="1082"/>
                    <a:pt x="1260" y="834"/>
                    <a:pt x="1260" y="538"/>
                  </a:cubicBezTo>
                  <a:cubicBezTo>
                    <a:pt x="1260" y="215"/>
                    <a:pt x="993" y="1"/>
                    <a:pt x="716" y="1"/>
                  </a:cubicBezTo>
                  <a:close/>
                </a:path>
              </a:pathLst>
            </a:custGeom>
            <a:solidFill>
              <a:srgbClr val="39516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741" name="Google Shape;14741;p44"/>
            <p:cNvSpPr/>
            <p:nvPr/>
          </p:nvSpPr>
          <p:spPr>
            <a:xfrm>
              <a:off x="3696384" y="3179991"/>
              <a:ext cx="10788" cy="60173"/>
            </a:xfrm>
            <a:custGeom>
              <a:rect b="b" l="l" r="r" t="t"/>
              <a:pathLst>
                <a:path extrusionOk="0" h="2298" w="412">
                  <a:moveTo>
                    <a:pt x="206" y="1"/>
                  </a:moveTo>
                  <a:cubicBezTo>
                    <a:pt x="103" y="1"/>
                    <a:pt x="1" y="70"/>
                    <a:pt x="1" y="208"/>
                  </a:cubicBezTo>
                  <a:lnTo>
                    <a:pt x="1" y="2097"/>
                  </a:lnTo>
                  <a:cubicBezTo>
                    <a:pt x="1" y="2202"/>
                    <a:pt x="96" y="2297"/>
                    <a:pt x="211" y="2297"/>
                  </a:cubicBezTo>
                  <a:cubicBezTo>
                    <a:pt x="325" y="2297"/>
                    <a:pt x="411" y="2212"/>
                    <a:pt x="411" y="2097"/>
                  </a:cubicBezTo>
                  <a:lnTo>
                    <a:pt x="411" y="208"/>
                  </a:lnTo>
                  <a:cubicBezTo>
                    <a:pt x="411" y="70"/>
                    <a:pt x="308" y="1"/>
                    <a:pt x="206" y="1"/>
                  </a:cubicBezTo>
                  <a:close/>
                </a:path>
              </a:pathLst>
            </a:custGeom>
            <a:solidFill>
              <a:srgbClr val="51667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742" name="Google Shape;14742;p44"/>
            <p:cNvSpPr/>
            <p:nvPr/>
          </p:nvSpPr>
          <p:spPr>
            <a:xfrm>
              <a:off x="3682899" y="3220656"/>
              <a:ext cx="32993" cy="28254"/>
            </a:xfrm>
            <a:custGeom>
              <a:rect b="b" l="l" r="r" t="t"/>
              <a:pathLst>
                <a:path extrusionOk="0" h="1079" w="1260">
                  <a:moveTo>
                    <a:pt x="725" y="1"/>
                  </a:moveTo>
                  <a:cubicBezTo>
                    <a:pt x="592" y="1"/>
                    <a:pt x="456" y="51"/>
                    <a:pt x="344" y="162"/>
                  </a:cubicBezTo>
                  <a:cubicBezTo>
                    <a:pt x="1" y="496"/>
                    <a:pt x="249" y="1078"/>
                    <a:pt x="726" y="1078"/>
                  </a:cubicBezTo>
                  <a:cubicBezTo>
                    <a:pt x="1021" y="1078"/>
                    <a:pt x="1260" y="840"/>
                    <a:pt x="1260" y="544"/>
                  </a:cubicBezTo>
                  <a:cubicBezTo>
                    <a:pt x="1260" y="216"/>
                    <a:pt x="1000" y="1"/>
                    <a:pt x="725" y="1"/>
                  </a:cubicBezTo>
                  <a:close/>
                </a:path>
              </a:pathLst>
            </a:custGeom>
            <a:solidFill>
              <a:srgbClr val="39516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743" name="Google Shape;14743;p44"/>
            <p:cNvSpPr/>
            <p:nvPr/>
          </p:nvSpPr>
          <p:spPr>
            <a:xfrm>
              <a:off x="3638698" y="3179991"/>
              <a:ext cx="10762" cy="60173"/>
            </a:xfrm>
            <a:custGeom>
              <a:rect b="b" l="l" r="r" t="t"/>
              <a:pathLst>
                <a:path extrusionOk="0" h="2298" w="411">
                  <a:moveTo>
                    <a:pt x="205" y="1"/>
                  </a:moveTo>
                  <a:cubicBezTo>
                    <a:pt x="103" y="1"/>
                    <a:pt x="0" y="70"/>
                    <a:pt x="0" y="208"/>
                  </a:cubicBezTo>
                  <a:lnTo>
                    <a:pt x="0" y="2097"/>
                  </a:lnTo>
                  <a:cubicBezTo>
                    <a:pt x="0" y="2202"/>
                    <a:pt x="96" y="2297"/>
                    <a:pt x="210" y="2297"/>
                  </a:cubicBezTo>
                  <a:cubicBezTo>
                    <a:pt x="315" y="2297"/>
                    <a:pt x="410" y="2212"/>
                    <a:pt x="410" y="2097"/>
                  </a:cubicBezTo>
                  <a:lnTo>
                    <a:pt x="410" y="208"/>
                  </a:lnTo>
                  <a:cubicBezTo>
                    <a:pt x="410" y="70"/>
                    <a:pt x="308" y="1"/>
                    <a:pt x="205" y="1"/>
                  </a:cubicBezTo>
                  <a:close/>
                </a:path>
              </a:pathLst>
            </a:custGeom>
            <a:solidFill>
              <a:srgbClr val="51667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744" name="Google Shape;14744;p44"/>
            <p:cNvSpPr/>
            <p:nvPr/>
          </p:nvSpPr>
          <p:spPr>
            <a:xfrm>
              <a:off x="3625187" y="3220656"/>
              <a:ext cx="33019" cy="28254"/>
            </a:xfrm>
            <a:custGeom>
              <a:rect b="b" l="l" r="r" t="t"/>
              <a:pathLst>
                <a:path extrusionOk="0" h="1079" w="1261">
                  <a:moveTo>
                    <a:pt x="721" y="1"/>
                  </a:moveTo>
                  <a:cubicBezTo>
                    <a:pt x="588" y="1"/>
                    <a:pt x="453" y="51"/>
                    <a:pt x="344" y="162"/>
                  </a:cubicBezTo>
                  <a:cubicBezTo>
                    <a:pt x="1" y="496"/>
                    <a:pt x="239" y="1078"/>
                    <a:pt x="726" y="1078"/>
                  </a:cubicBezTo>
                  <a:cubicBezTo>
                    <a:pt x="1022" y="1078"/>
                    <a:pt x="1260" y="840"/>
                    <a:pt x="1260" y="544"/>
                  </a:cubicBezTo>
                  <a:cubicBezTo>
                    <a:pt x="1260" y="216"/>
                    <a:pt x="995" y="1"/>
                    <a:pt x="721" y="1"/>
                  </a:cubicBezTo>
                  <a:close/>
                </a:path>
              </a:pathLst>
            </a:custGeom>
            <a:solidFill>
              <a:srgbClr val="39516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745" name="Google Shape;14745;p44"/>
            <p:cNvSpPr/>
            <p:nvPr/>
          </p:nvSpPr>
          <p:spPr>
            <a:xfrm>
              <a:off x="3754227" y="3179991"/>
              <a:ext cx="10893" cy="60173"/>
            </a:xfrm>
            <a:custGeom>
              <a:rect b="b" l="l" r="r" t="t"/>
              <a:pathLst>
                <a:path extrusionOk="0" h="2298" w="416">
                  <a:moveTo>
                    <a:pt x="203" y="1"/>
                  </a:moveTo>
                  <a:cubicBezTo>
                    <a:pt x="100" y="1"/>
                    <a:pt x="0" y="70"/>
                    <a:pt x="5" y="208"/>
                  </a:cubicBezTo>
                  <a:lnTo>
                    <a:pt x="5" y="2097"/>
                  </a:lnTo>
                  <a:cubicBezTo>
                    <a:pt x="5" y="2202"/>
                    <a:pt x="91" y="2297"/>
                    <a:pt x="205" y="2297"/>
                  </a:cubicBezTo>
                  <a:cubicBezTo>
                    <a:pt x="320" y="2297"/>
                    <a:pt x="406" y="2212"/>
                    <a:pt x="415" y="2097"/>
                  </a:cubicBezTo>
                  <a:lnTo>
                    <a:pt x="415" y="208"/>
                  </a:lnTo>
                  <a:cubicBezTo>
                    <a:pt x="411" y="70"/>
                    <a:pt x="306" y="1"/>
                    <a:pt x="203" y="1"/>
                  </a:cubicBezTo>
                  <a:close/>
                </a:path>
              </a:pathLst>
            </a:custGeom>
            <a:solidFill>
              <a:srgbClr val="51667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746" name="Google Shape;14746;p44"/>
            <p:cNvSpPr/>
            <p:nvPr/>
          </p:nvSpPr>
          <p:spPr>
            <a:xfrm>
              <a:off x="3740610" y="3220656"/>
              <a:ext cx="33255" cy="28254"/>
            </a:xfrm>
            <a:custGeom>
              <a:rect b="b" l="l" r="r" t="t"/>
              <a:pathLst>
                <a:path extrusionOk="0" h="1079" w="1270">
                  <a:moveTo>
                    <a:pt x="727" y="1"/>
                  </a:moveTo>
                  <a:cubicBezTo>
                    <a:pt x="593" y="1"/>
                    <a:pt x="456" y="51"/>
                    <a:pt x="344" y="162"/>
                  </a:cubicBezTo>
                  <a:cubicBezTo>
                    <a:pt x="0" y="496"/>
                    <a:pt x="248" y="1078"/>
                    <a:pt x="725" y="1078"/>
                  </a:cubicBezTo>
                  <a:cubicBezTo>
                    <a:pt x="1021" y="1078"/>
                    <a:pt x="1260" y="840"/>
                    <a:pt x="1269" y="544"/>
                  </a:cubicBezTo>
                  <a:cubicBezTo>
                    <a:pt x="1269" y="216"/>
                    <a:pt x="1004" y="1"/>
                    <a:pt x="727" y="1"/>
                  </a:cubicBezTo>
                  <a:close/>
                </a:path>
              </a:pathLst>
            </a:custGeom>
            <a:solidFill>
              <a:srgbClr val="39516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747" name="Google Shape;14747;p44"/>
            <p:cNvSpPr/>
            <p:nvPr/>
          </p:nvSpPr>
          <p:spPr>
            <a:xfrm>
              <a:off x="3814557" y="3060273"/>
              <a:ext cx="63708" cy="10762"/>
            </a:xfrm>
            <a:custGeom>
              <a:rect b="b" l="l" r="r" t="t"/>
              <a:pathLst>
                <a:path extrusionOk="0" h="411" w="2433">
                  <a:moveTo>
                    <a:pt x="277" y="1"/>
                  </a:moveTo>
                  <a:cubicBezTo>
                    <a:pt x="0" y="1"/>
                    <a:pt x="0" y="411"/>
                    <a:pt x="277" y="411"/>
                  </a:cubicBezTo>
                  <a:lnTo>
                    <a:pt x="2156" y="411"/>
                  </a:lnTo>
                  <a:cubicBezTo>
                    <a:pt x="2433" y="411"/>
                    <a:pt x="2433" y="1"/>
                    <a:pt x="2156" y="1"/>
                  </a:cubicBezTo>
                  <a:close/>
                </a:path>
              </a:pathLst>
            </a:custGeom>
            <a:solidFill>
              <a:srgbClr val="51667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748" name="Google Shape;14748;p44"/>
            <p:cNvSpPr/>
            <p:nvPr/>
          </p:nvSpPr>
          <p:spPr>
            <a:xfrm>
              <a:off x="3852263" y="3051344"/>
              <a:ext cx="33019" cy="28201"/>
            </a:xfrm>
            <a:custGeom>
              <a:rect b="b" l="l" r="r" t="t"/>
              <a:pathLst>
                <a:path extrusionOk="0" h="1077" w="1261">
                  <a:moveTo>
                    <a:pt x="716" y="1"/>
                  </a:moveTo>
                  <a:cubicBezTo>
                    <a:pt x="585" y="1"/>
                    <a:pt x="452" y="50"/>
                    <a:pt x="344" y="160"/>
                  </a:cubicBezTo>
                  <a:cubicBezTo>
                    <a:pt x="1" y="504"/>
                    <a:pt x="239" y="1076"/>
                    <a:pt x="726" y="1076"/>
                  </a:cubicBezTo>
                  <a:cubicBezTo>
                    <a:pt x="1022" y="1076"/>
                    <a:pt x="1260" y="838"/>
                    <a:pt x="1260" y="542"/>
                  </a:cubicBezTo>
                  <a:cubicBezTo>
                    <a:pt x="1260" y="219"/>
                    <a:pt x="993" y="1"/>
                    <a:pt x="716" y="1"/>
                  </a:cubicBezTo>
                  <a:close/>
                </a:path>
              </a:pathLst>
            </a:custGeom>
            <a:solidFill>
              <a:srgbClr val="39516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749" name="Google Shape;14749;p44"/>
            <p:cNvSpPr/>
            <p:nvPr/>
          </p:nvSpPr>
          <p:spPr>
            <a:xfrm>
              <a:off x="3814557" y="3117985"/>
              <a:ext cx="63708" cy="10762"/>
            </a:xfrm>
            <a:custGeom>
              <a:rect b="b" l="l" r="r" t="t"/>
              <a:pathLst>
                <a:path extrusionOk="0" h="411" w="2433">
                  <a:moveTo>
                    <a:pt x="277" y="0"/>
                  </a:moveTo>
                  <a:cubicBezTo>
                    <a:pt x="0" y="0"/>
                    <a:pt x="0" y="411"/>
                    <a:pt x="277" y="411"/>
                  </a:cubicBezTo>
                  <a:lnTo>
                    <a:pt x="2156" y="411"/>
                  </a:lnTo>
                  <a:cubicBezTo>
                    <a:pt x="2433" y="411"/>
                    <a:pt x="2433" y="0"/>
                    <a:pt x="2156" y="0"/>
                  </a:cubicBezTo>
                  <a:close/>
                </a:path>
              </a:pathLst>
            </a:custGeom>
            <a:solidFill>
              <a:srgbClr val="51667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750" name="Google Shape;14750;p44"/>
            <p:cNvSpPr/>
            <p:nvPr/>
          </p:nvSpPr>
          <p:spPr>
            <a:xfrm>
              <a:off x="3852263" y="3109056"/>
              <a:ext cx="33019" cy="28437"/>
            </a:xfrm>
            <a:custGeom>
              <a:rect b="b" l="l" r="r" t="t"/>
              <a:pathLst>
                <a:path extrusionOk="0" h="1086" w="1261">
                  <a:moveTo>
                    <a:pt x="716" y="0"/>
                  </a:moveTo>
                  <a:cubicBezTo>
                    <a:pt x="585" y="0"/>
                    <a:pt x="452" y="50"/>
                    <a:pt x="344" y="160"/>
                  </a:cubicBezTo>
                  <a:cubicBezTo>
                    <a:pt x="1" y="504"/>
                    <a:pt x="239" y="1086"/>
                    <a:pt x="726" y="1086"/>
                  </a:cubicBezTo>
                  <a:cubicBezTo>
                    <a:pt x="1022" y="1076"/>
                    <a:pt x="1260" y="837"/>
                    <a:pt x="1260" y="542"/>
                  </a:cubicBezTo>
                  <a:cubicBezTo>
                    <a:pt x="1260" y="218"/>
                    <a:pt x="993" y="0"/>
                    <a:pt x="716" y="0"/>
                  </a:cubicBezTo>
                  <a:close/>
                </a:path>
              </a:pathLst>
            </a:custGeom>
            <a:solidFill>
              <a:srgbClr val="39516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751" name="Google Shape;14751;p44"/>
            <p:cNvSpPr/>
            <p:nvPr/>
          </p:nvSpPr>
          <p:spPr>
            <a:xfrm>
              <a:off x="3814557" y="3002325"/>
              <a:ext cx="63708" cy="10762"/>
            </a:xfrm>
            <a:custGeom>
              <a:rect b="b" l="l" r="r" t="t"/>
              <a:pathLst>
                <a:path extrusionOk="0" h="411" w="2433">
                  <a:moveTo>
                    <a:pt x="277" y="0"/>
                  </a:moveTo>
                  <a:cubicBezTo>
                    <a:pt x="0" y="0"/>
                    <a:pt x="0" y="411"/>
                    <a:pt x="277" y="411"/>
                  </a:cubicBezTo>
                  <a:lnTo>
                    <a:pt x="2156" y="411"/>
                  </a:lnTo>
                  <a:cubicBezTo>
                    <a:pt x="2433" y="411"/>
                    <a:pt x="2433" y="0"/>
                    <a:pt x="2156" y="0"/>
                  </a:cubicBezTo>
                  <a:close/>
                </a:path>
              </a:pathLst>
            </a:custGeom>
            <a:solidFill>
              <a:srgbClr val="51667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752" name="Google Shape;14752;p44"/>
            <p:cNvSpPr/>
            <p:nvPr/>
          </p:nvSpPr>
          <p:spPr>
            <a:xfrm>
              <a:off x="3852263" y="2993580"/>
              <a:ext cx="33019" cy="28254"/>
            </a:xfrm>
            <a:custGeom>
              <a:rect b="b" l="l" r="r" t="t"/>
              <a:pathLst>
                <a:path extrusionOk="0" h="1079" w="1261">
                  <a:moveTo>
                    <a:pt x="720" y="1"/>
                  </a:moveTo>
                  <a:cubicBezTo>
                    <a:pt x="588" y="1"/>
                    <a:pt x="453" y="51"/>
                    <a:pt x="344" y="163"/>
                  </a:cubicBezTo>
                  <a:cubicBezTo>
                    <a:pt x="1" y="497"/>
                    <a:pt x="239" y="1079"/>
                    <a:pt x="726" y="1079"/>
                  </a:cubicBezTo>
                  <a:cubicBezTo>
                    <a:pt x="1022" y="1079"/>
                    <a:pt x="1260" y="840"/>
                    <a:pt x="1260" y="544"/>
                  </a:cubicBezTo>
                  <a:cubicBezTo>
                    <a:pt x="1260" y="216"/>
                    <a:pt x="995" y="1"/>
                    <a:pt x="720" y="1"/>
                  </a:cubicBezTo>
                  <a:close/>
                </a:path>
              </a:pathLst>
            </a:custGeom>
            <a:solidFill>
              <a:srgbClr val="39516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753" name="Google Shape;14753;p44"/>
            <p:cNvSpPr/>
            <p:nvPr/>
          </p:nvSpPr>
          <p:spPr>
            <a:xfrm>
              <a:off x="3525265" y="3060273"/>
              <a:ext cx="63996" cy="10762"/>
            </a:xfrm>
            <a:custGeom>
              <a:rect b="b" l="l" r="r" t="t"/>
              <a:pathLst>
                <a:path extrusionOk="0" h="411" w="2444">
                  <a:moveTo>
                    <a:pt x="2176" y="1"/>
                  </a:moveTo>
                  <a:cubicBezTo>
                    <a:pt x="2173" y="1"/>
                    <a:pt x="2170" y="1"/>
                    <a:pt x="2167" y="1"/>
                  </a:cubicBezTo>
                  <a:lnTo>
                    <a:pt x="278" y="1"/>
                  </a:lnTo>
                  <a:cubicBezTo>
                    <a:pt x="1" y="1"/>
                    <a:pt x="1" y="411"/>
                    <a:pt x="278" y="411"/>
                  </a:cubicBezTo>
                  <a:lnTo>
                    <a:pt x="2167" y="411"/>
                  </a:lnTo>
                  <a:cubicBezTo>
                    <a:pt x="2440" y="401"/>
                    <a:pt x="2443" y="1"/>
                    <a:pt x="2176" y="1"/>
                  </a:cubicBezTo>
                  <a:close/>
                </a:path>
              </a:pathLst>
            </a:custGeom>
            <a:solidFill>
              <a:srgbClr val="51667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754" name="Google Shape;14754;p44"/>
            <p:cNvSpPr/>
            <p:nvPr/>
          </p:nvSpPr>
          <p:spPr>
            <a:xfrm>
              <a:off x="3513796" y="3051344"/>
              <a:ext cx="32993" cy="28201"/>
            </a:xfrm>
            <a:custGeom>
              <a:rect b="b" l="l" r="r" t="t"/>
              <a:pathLst>
                <a:path extrusionOk="0" h="1077" w="1260">
                  <a:moveTo>
                    <a:pt x="713" y="1"/>
                  </a:moveTo>
                  <a:cubicBezTo>
                    <a:pt x="580" y="1"/>
                    <a:pt x="445" y="50"/>
                    <a:pt x="334" y="160"/>
                  </a:cubicBezTo>
                  <a:cubicBezTo>
                    <a:pt x="0" y="504"/>
                    <a:pt x="239" y="1076"/>
                    <a:pt x="716" y="1076"/>
                  </a:cubicBezTo>
                  <a:cubicBezTo>
                    <a:pt x="1011" y="1076"/>
                    <a:pt x="1259" y="838"/>
                    <a:pt x="1259" y="542"/>
                  </a:cubicBezTo>
                  <a:cubicBezTo>
                    <a:pt x="1259" y="219"/>
                    <a:pt x="992" y="1"/>
                    <a:pt x="713" y="1"/>
                  </a:cubicBezTo>
                  <a:close/>
                </a:path>
              </a:pathLst>
            </a:custGeom>
            <a:solidFill>
              <a:srgbClr val="39516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755" name="Google Shape;14755;p44"/>
            <p:cNvSpPr/>
            <p:nvPr/>
          </p:nvSpPr>
          <p:spPr>
            <a:xfrm>
              <a:off x="3525265" y="3002325"/>
              <a:ext cx="63996" cy="10762"/>
            </a:xfrm>
            <a:custGeom>
              <a:rect b="b" l="l" r="r" t="t"/>
              <a:pathLst>
                <a:path extrusionOk="0" h="411" w="2444">
                  <a:moveTo>
                    <a:pt x="278" y="0"/>
                  </a:moveTo>
                  <a:cubicBezTo>
                    <a:pt x="1" y="0"/>
                    <a:pt x="1" y="411"/>
                    <a:pt x="278" y="411"/>
                  </a:cubicBezTo>
                  <a:lnTo>
                    <a:pt x="2167" y="411"/>
                  </a:lnTo>
                  <a:cubicBezTo>
                    <a:pt x="2443" y="411"/>
                    <a:pt x="2443" y="0"/>
                    <a:pt x="2167" y="0"/>
                  </a:cubicBezTo>
                  <a:close/>
                </a:path>
              </a:pathLst>
            </a:custGeom>
            <a:solidFill>
              <a:srgbClr val="51667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756" name="Google Shape;14756;p44"/>
            <p:cNvSpPr/>
            <p:nvPr/>
          </p:nvSpPr>
          <p:spPr>
            <a:xfrm>
              <a:off x="3513796" y="2993580"/>
              <a:ext cx="32993" cy="28254"/>
            </a:xfrm>
            <a:custGeom>
              <a:rect b="b" l="l" r="r" t="t"/>
              <a:pathLst>
                <a:path extrusionOk="0" h="1079" w="1260">
                  <a:moveTo>
                    <a:pt x="717" y="1"/>
                  </a:moveTo>
                  <a:cubicBezTo>
                    <a:pt x="583" y="1"/>
                    <a:pt x="446" y="51"/>
                    <a:pt x="334" y="163"/>
                  </a:cubicBezTo>
                  <a:cubicBezTo>
                    <a:pt x="0" y="497"/>
                    <a:pt x="239" y="1079"/>
                    <a:pt x="716" y="1079"/>
                  </a:cubicBezTo>
                  <a:cubicBezTo>
                    <a:pt x="1011" y="1079"/>
                    <a:pt x="1259" y="840"/>
                    <a:pt x="1259" y="544"/>
                  </a:cubicBezTo>
                  <a:cubicBezTo>
                    <a:pt x="1259" y="216"/>
                    <a:pt x="995" y="1"/>
                    <a:pt x="717" y="1"/>
                  </a:cubicBezTo>
                  <a:close/>
                </a:path>
              </a:pathLst>
            </a:custGeom>
            <a:solidFill>
              <a:srgbClr val="39516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757" name="Google Shape;14757;p44"/>
            <p:cNvSpPr/>
            <p:nvPr/>
          </p:nvSpPr>
          <p:spPr>
            <a:xfrm>
              <a:off x="3525265" y="3117985"/>
              <a:ext cx="63996" cy="10762"/>
            </a:xfrm>
            <a:custGeom>
              <a:rect b="b" l="l" r="r" t="t"/>
              <a:pathLst>
                <a:path extrusionOk="0" h="411" w="2444">
                  <a:moveTo>
                    <a:pt x="278" y="0"/>
                  </a:moveTo>
                  <a:cubicBezTo>
                    <a:pt x="1" y="0"/>
                    <a:pt x="1" y="411"/>
                    <a:pt x="278" y="411"/>
                  </a:cubicBezTo>
                  <a:lnTo>
                    <a:pt x="2167" y="411"/>
                  </a:lnTo>
                  <a:cubicBezTo>
                    <a:pt x="2443" y="411"/>
                    <a:pt x="2443" y="0"/>
                    <a:pt x="2167" y="0"/>
                  </a:cubicBezTo>
                  <a:close/>
                </a:path>
              </a:pathLst>
            </a:custGeom>
            <a:solidFill>
              <a:srgbClr val="51667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758" name="Google Shape;14758;p44"/>
            <p:cNvSpPr/>
            <p:nvPr/>
          </p:nvSpPr>
          <p:spPr>
            <a:xfrm>
              <a:off x="3513796" y="3109056"/>
              <a:ext cx="32993" cy="28437"/>
            </a:xfrm>
            <a:custGeom>
              <a:rect b="b" l="l" r="r" t="t"/>
              <a:pathLst>
                <a:path extrusionOk="0" h="1086" w="1260">
                  <a:moveTo>
                    <a:pt x="713" y="0"/>
                  </a:moveTo>
                  <a:cubicBezTo>
                    <a:pt x="580" y="0"/>
                    <a:pt x="445" y="50"/>
                    <a:pt x="334" y="160"/>
                  </a:cubicBezTo>
                  <a:cubicBezTo>
                    <a:pt x="0" y="504"/>
                    <a:pt x="239" y="1086"/>
                    <a:pt x="716" y="1086"/>
                  </a:cubicBezTo>
                  <a:cubicBezTo>
                    <a:pt x="1011" y="1076"/>
                    <a:pt x="1259" y="837"/>
                    <a:pt x="1259" y="542"/>
                  </a:cubicBezTo>
                  <a:cubicBezTo>
                    <a:pt x="1259" y="218"/>
                    <a:pt x="992" y="0"/>
                    <a:pt x="713" y="0"/>
                  </a:cubicBezTo>
                  <a:close/>
                </a:path>
              </a:pathLst>
            </a:custGeom>
            <a:solidFill>
              <a:srgbClr val="39516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759" name="Google Shape;14759;p44"/>
            <p:cNvSpPr/>
            <p:nvPr/>
          </p:nvSpPr>
          <p:spPr>
            <a:xfrm>
              <a:off x="3581982" y="2945609"/>
              <a:ext cx="239828" cy="239855"/>
            </a:xfrm>
            <a:custGeom>
              <a:rect b="b" l="l" r="r" t="t"/>
              <a:pathLst>
                <a:path extrusionOk="0" h="9160" w="9159">
                  <a:moveTo>
                    <a:pt x="220" y="1"/>
                  </a:moveTo>
                  <a:cubicBezTo>
                    <a:pt x="96" y="1"/>
                    <a:pt x="1" y="96"/>
                    <a:pt x="1" y="220"/>
                  </a:cubicBezTo>
                  <a:lnTo>
                    <a:pt x="1" y="8940"/>
                  </a:lnTo>
                  <a:cubicBezTo>
                    <a:pt x="1" y="9054"/>
                    <a:pt x="96" y="9159"/>
                    <a:pt x="220" y="9159"/>
                  </a:cubicBezTo>
                  <a:lnTo>
                    <a:pt x="8939" y="9159"/>
                  </a:lnTo>
                  <a:cubicBezTo>
                    <a:pt x="9054" y="9159"/>
                    <a:pt x="9159" y="9054"/>
                    <a:pt x="9159" y="8940"/>
                  </a:cubicBezTo>
                  <a:lnTo>
                    <a:pt x="9159" y="220"/>
                  </a:lnTo>
                  <a:cubicBezTo>
                    <a:pt x="9159" y="96"/>
                    <a:pt x="9054" y="1"/>
                    <a:pt x="8939" y="1"/>
                  </a:cubicBezTo>
                  <a:close/>
                </a:path>
              </a:pathLst>
            </a:custGeom>
            <a:solidFill>
              <a:srgbClr val="AEBFC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760" name="Google Shape;14760;p44"/>
            <p:cNvSpPr/>
            <p:nvPr/>
          </p:nvSpPr>
          <p:spPr>
            <a:xfrm>
              <a:off x="3599709" y="2963362"/>
              <a:ext cx="204374" cy="204348"/>
            </a:xfrm>
            <a:custGeom>
              <a:rect b="b" l="l" r="r" t="t"/>
              <a:pathLst>
                <a:path extrusionOk="0" h="7804" w="7805">
                  <a:moveTo>
                    <a:pt x="220" y="0"/>
                  </a:moveTo>
                  <a:cubicBezTo>
                    <a:pt x="96" y="0"/>
                    <a:pt x="1" y="96"/>
                    <a:pt x="1" y="220"/>
                  </a:cubicBezTo>
                  <a:lnTo>
                    <a:pt x="1" y="7584"/>
                  </a:lnTo>
                  <a:cubicBezTo>
                    <a:pt x="1" y="7708"/>
                    <a:pt x="96" y="7804"/>
                    <a:pt x="220" y="7804"/>
                  </a:cubicBezTo>
                  <a:lnTo>
                    <a:pt x="7585" y="7804"/>
                  </a:lnTo>
                  <a:cubicBezTo>
                    <a:pt x="7709" y="7804"/>
                    <a:pt x="7805" y="7708"/>
                    <a:pt x="7805" y="7584"/>
                  </a:cubicBezTo>
                  <a:lnTo>
                    <a:pt x="7805" y="220"/>
                  </a:lnTo>
                  <a:cubicBezTo>
                    <a:pt x="7805" y="96"/>
                    <a:pt x="7700" y="0"/>
                    <a:pt x="7585" y="0"/>
                  </a:cubicBezTo>
                  <a:close/>
                </a:path>
              </a:pathLst>
            </a:custGeom>
            <a:solidFill>
              <a:srgbClr val="657A8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761" name="Google Shape;14761;p44"/>
            <p:cNvSpPr/>
            <p:nvPr/>
          </p:nvSpPr>
          <p:spPr>
            <a:xfrm>
              <a:off x="3599709" y="2963362"/>
              <a:ext cx="204374" cy="204348"/>
            </a:xfrm>
            <a:custGeom>
              <a:rect b="b" l="l" r="r" t="t"/>
              <a:pathLst>
                <a:path extrusionOk="0" h="7804" w="7805">
                  <a:moveTo>
                    <a:pt x="7261" y="0"/>
                  </a:moveTo>
                  <a:lnTo>
                    <a:pt x="7261" y="7260"/>
                  </a:lnTo>
                  <a:lnTo>
                    <a:pt x="1" y="7260"/>
                  </a:lnTo>
                  <a:lnTo>
                    <a:pt x="1" y="7584"/>
                  </a:lnTo>
                  <a:cubicBezTo>
                    <a:pt x="1" y="7708"/>
                    <a:pt x="96" y="7804"/>
                    <a:pt x="220" y="7804"/>
                  </a:cubicBezTo>
                  <a:lnTo>
                    <a:pt x="7585" y="7804"/>
                  </a:lnTo>
                  <a:cubicBezTo>
                    <a:pt x="7709" y="7804"/>
                    <a:pt x="7805" y="7708"/>
                    <a:pt x="7805" y="7584"/>
                  </a:cubicBezTo>
                  <a:lnTo>
                    <a:pt x="7805" y="220"/>
                  </a:lnTo>
                  <a:cubicBezTo>
                    <a:pt x="7805" y="96"/>
                    <a:pt x="7700" y="0"/>
                    <a:pt x="7585" y="0"/>
                  </a:cubicBezTo>
                  <a:close/>
                </a:path>
              </a:pathLst>
            </a:custGeom>
            <a:solidFill>
              <a:srgbClr val="435D7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762" name="Google Shape;14762;p44"/>
            <p:cNvSpPr/>
            <p:nvPr/>
          </p:nvSpPr>
          <p:spPr>
            <a:xfrm>
              <a:off x="3649932" y="3013559"/>
              <a:ext cx="104190" cy="103954"/>
            </a:xfrm>
            <a:custGeom>
              <a:rect b="b" l="l" r="r" t="t"/>
              <a:pathLst>
                <a:path extrusionOk="0" h="3970" w="3979">
                  <a:moveTo>
                    <a:pt x="353" y="1"/>
                  </a:moveTo>
                  <a:cubicBezTo>
                    <a:pt x="153" y="1"/>
                    <a:pt x="0" y="153"/>
                    <a:pt x="0" y="344"/>
                  </a:cubicBezTo>
                  <a:lnTo>
                    <a:pt x="0" y="3626"/>
                  </a:lnTo>
                  <a:cubicBezTo>
                    <a:pt x="0" y="3817"/>
                    <a:pt x="153" y="3969"/>
                    <a:pt x="344" y="3969"/>
                  </a:cubicBezTo>
                  <a:lnTo>
                    <a:pt x="3626" y="3969"/>
                  </a:lnTo>
                  <a:cubicBezTo>
                    <a:pt x="3816" y="3969"/>
                    <a:pt x="3979" y="3817"/>
                    <a:pt x="3979" y="3626"/>
                  </a:cubicBezTo>
                  <a:lnTo>
                    <a:pt x="3979" y="344"/>
                  </a:lnTo>
                  <a:cubicBezTo>
                    <a:pt x="3979" y="153"/>
                    <a:pt x="3816" y="1"/>
                    <a:pt x="3626" y="1"/>
                  </a:cubicBezTo>
                  <a:close/>
                </a:path>
              </a:pathLst>
            </a:custGeom>
            <a:solidFill>
              <a:srgbClr val="435D7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763" name="Google Shape;14763;p44"/>
            <p:cNvSpPr/>
            <p:nvPr/>
          </p:nvSpPr>
          <p:spPr>
            <a:xfrm>
              <a:off x="3665171" y="3028798"/>
              <a:ext cx="73475" cy="73475"/>
            </a:xfrm>
            <a:custGeom>
              <a:rect b="b" l="l" r="r" t="t"/>
              <a:pathLst>
                <a:path extrusionOk="0" h="2806" w="2806">
                  <a:moveTo>
                    <a:pt x="220" y="1"/>
                  </a:moveTo>
                  <a:cubicBezTo>
                    <a:pt x="96" y="1"/>
                    <a:pt x="0" y="96"/>
                    <a:pt x="0" y="220"/>
                  </a:cubicBezTo>
                  <a:lnTo>
                    <a:pt x="0" y="2586"/>
                  </a:lnTo>
                  <a:cubicBezTo>
                    <a:pt x="0" y="2700"/>
                    <a:pt x="96" y="2805"/>
                    <a:pt x="220" y="2805"/>
                  </a:cubicBezTo>
                  <a:lnTo>
                    <a:pt x="2586" y="2805"/>
                  </a:lnTo>
                  <a:cubicBezTo>
                    <a:pt x="2710" y="2805"/>
                    <a:pt x="2805" y="2710"/>
                    <a:pt x="2805" y="2586"/>
                  </a:cubicBezTo>
                  <a:lnTo>
                    <a:pt x="2805" y="220"/>
                  </a:lnTo>
                  <a:cubicBezTo>
                    <a:pt x="2805" y="96"/>
                    <a:pt x="2710" y="1"/>
                    <a:pt x="2586" y="1"/>
                  </a:cubicBezTo>
                  <a:close/>
                </a:path>
              </a:pathLst>
            </a:custGeom>
            <a:solidFill>
              <a:srgbClr val="39516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764" name="Google Shape;14764;p44"/>
            <p:cNvSpPr/>
            <p:nvPr/>
          </p:nvSpPr>
          <p:spPr>
            <a:xfrm>
              <a:off x="3621442" y="2984834"/>
              <a:ext cx="19272" cy="19508"/>
            </a:xfrm>
            <a:custGeom>
              <a:rect b="b" l="l" r="r" t="t"/>
              <a:pathLst>
                <a:path extrusionOk="0" h="745" w="736">
                  <a:moveTo>
                    <a:pt x="201" y="1"/>
                  </a:moveTo>
                  <a:cubicBezTo>
                    <a:pt x="87" y="1"/>
                    <a:pt x="1" y="96"/>
                    <a:pt x="1" y="211"/>
                  </a:cubicBezTo>
                  <a:lnTo>
                    <a:pt x="1" y="535"/>
                  </a:lnTo>
                  <a:cubicBezTo>
                    <a:pt x="1" y="649"/>
                    <a:pt x="87" y="745"/>
                    <a:pt x="201" y="745"/>
                  </a:cubicBezTo>
                  <a:lnTo>
                    <a:pt x="535" y="745"/>
                  </a:lnTo>
                  <a:cubicBezTo>
                    <a:pt x="640" y="745"/>
                    <a:pt x="735" y="649"/>
                    <a:pt x="735" y="535"/>
                  </a:cubicBezTo>
                  <a:lnTo>
                    <a:pt x="735" y="211"/>
                  </a:lnTo>
                  <a:cubicBezTo>
                    <a:pt x="735" y="96"/>
                    <a:pt x="640" y="1"/>
                    <a:pt x="535" y="1"/>
                  </a:cubicBezTo>
                  <a:close/>
                </a:path>
              </a:pathLst>
            </a:custGeom>
            <a:solidFill>
              <a:srgbClr val="435D7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765" name="Google Shape;14765;p44"/>
            <p:cNvSpPr/>
            <p:nvPr/>
          </p:nvSpPr>
          <p:spPr>
            <a:xfrm>
              <a:off x="3649670" y="2984834"/>
              <a:ext cx="19508" cy="19508"/>
            </a:xfrm>
            <a:custGeom>
              <a:rect b="b" l="l" r="r" t="t"/>
              <a:pathLst>
                <a:path extrusionOk="0" h="745" w="745">
                  <a:moveTo>
                    <a:pt x="201" y="1"/>
                  </a:moveTo>
                  <a:cubicBezTo>
                    <a:pt x="96" y="1"/>
                    <a:pt x="1" y="96"/>
                    <a:pt x="1" y="211"/>
                  </a:cubicBezTo>
                  <a:lnTo>
                    <a:pt x="1" y="535"/>
                  </a:lnTo>
                  <a:cubicBezTo>
                    <a:pt x="1" y="649"/>
                    <a:pt x="96" y="745"/>
                    <a:pt x="201" y="745"/>
                  </a:cubicBezTo>
                  <a:lnTo>
                    <a:pt x="535" y="745"/>
                  </a:lnTo>
                  <a:cubicBezTo>
                    <a:pt x="650" y="745"/>
                    <a:pt x="745" y="649"/>
                    <a:pt x="745" y="535"/>
                  </a:cubicBezTo>
                  <a:lnTo>
                    <a:pt x="745" y="211"/>
                  </a:lnTo>
                  <a:cubicBezTo>
                    <a:pt x="745" y="96"/>
                    <a:pt x="650" y="1"/>
                    <a:pt x="535" y="1"/>
                  </a:cubicBezTo>
                  <a:close/>
                </a:path>
              </a:pathLst>
            </a:custGeom>
            <a:solidFill>
              <a:srgbClr val="435D7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766" name="Google Shape;14766;p44"/>
            <p:cNvSpPr/>
            <p:nvPr/>
          </p:nvSpPr>
          <p:spPr>
            <a:xfrm>
              <a:off x="3677897" y="2984834"/>
              <a:ext cx="19508" cy="19508"/>
            </a:xfrm>
            <a:custGeom>
              <a:rect b="b" l="l" r="r" t="t"/>
              <a:pathLst>
                <a:path extrusionOk="0" h="745" w="745">
                  <a:moveTo>
                    <a:pt x="211" y="1"/>
                  </a:moveTo>
                  <a:cubicBezTo>
                    <a:pt x="96" y="1"/>
                    <a:pt x="1" y="96"/>
                    <a:pt x="1" y="211"/>
                  </a:cubicBezTo>
                  <a:lnTo>
                    <a:pt x="1" y="535"/>
                  </a:lnTo>
                  <a:cubicBezTo>
                    <a:pt x="1" y="649"/>
                    <a:pt x="96" y="745"/>
                    <a:pt x="211" y="745"/>
                  </a:cubicBezTo>
                  <a:lnTo>
                    <a:pt x="535" y="745"/>
                  </a:lnTo>
                  <a:cubicBezTo>
                    <a:pt x="650" y="745"/>
                    <a:pt x="745" y="649"/>
                    <a:pt x="745" y="535"/>
                  </a:cubicBezTo>
                  <a:lnTo>
                    <a:pt x="745" y="211"/>
                  </a:lnTo>
                  <a:cubicBezTo>
                    <a:pt x="745" y="96"/>
                    <a:pt x="650" y="1"/>
                    <a:pt x="535" y="1"/>
                  </a:cubicBezTo>
                  <a:close/>
                </a:path>
              </a:pathLst>
            </a:custGeom>
            <a:solidFill>
              <a:srgbClr val="435D7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767" name="Google Shape;14767;p44"/>
            <p:cNvSpPr/>
            <p:nvPr/>
          </p:nvSpPr>
          <p:spPr>
            <a:xfrm>
              <a:off x="3706387" y="2984834"/>
              <a:ext cx="19246" cy="19508"/>
            </a:xfrm>
            <a:custGeom>
              <a:rect b="b" l="l" r="r" t="t"/>
              <a:pathLst>
                <a:path extrusionOk="0" h="745" w="735">
                  <a:moveTo>
                    <a:pt x="201" y="1"/>
                  </a:moveTo>
                  <a:cubicBezTo>
                    <a:pt x="86" y="1"/>
                    <a:pt x="0" y="96"/>
                    <a:pt x="0" y="211"/>
                  </a:cubicBezTo>
                  <a:lnTo>
                    <a:pt x="0" y="535"/>
                  </a:lnTo>
                  <a:cubicBezTo>
                    <a:pt x="0" y="649"/>
                    <a:pt x="86" y="745"/>
                    <a:pt x="201" y="745"/>
                  </a:cubicBezTo>
                  <a:lnTo>
                    <a:pt x="535" y="745"/>
                  </a:lnTo>
                  <a:cubicBezTo>
                    <a:pt x="649" y="745"/>
                    <a:pt x="735" y="649"/>
                    <a:pt x="735" y="535"/>
                  </a:cubicBezTo>
                  <a:lnTo>
                    <a:pt x="735" y="211"/>
                  </a:lnTo>
                  <a:cubicBezTo>
                    <a:pt x="735" y="96"/>
                    <a:pt x="649" y="1"/>
                    <a:pt x="535" y="1"/>
                  </a:cubicBezTo>
                  <a:close/>
                </a:path>
              </a:pathLst>
            </a:custGeom>
            <a:solidFill>
              <a:srgbClr val="435D7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768" name="Google Shape;14768;p44"/>
            <p:cNvSpPr/>
            <p:nvPr/>
          </p:nvSpPr>
          <p:spPr>
            <a:xfrm>
              <a:off x="3734614" y="2984834"/>
              <a:ext cx="19508" cy="19508"/>
            </a:xfrm>
            <a:custGeom>
              <a:rect b="b" l="l" r="r" t="t"/>
              <a:pathLst>
                <a:path extrusionOk="0" h="745" w="745">
                  <a:moveTo>
                    <a:pt x="210" y="1"/>
                  </a:moveTo>
                  <a:cubicBezTo>
                    <a:pt x="96" y="1"/>
                    <a:pt x="0" y="96"/>
                    <a:pt x="0" y="211"/>
                  </a:cubicBezTo>
                  <a:lnTo>
                    <a:pt x="0" y="535"/>
                  </a:lnTo>
                  <a:cubicBezTo>
                    <a:pt x="0" y="649"/>
                    <a:pt x="96" y="745"/>
                    <a:pt x="210" y="745"/>
                  </a:cubicBezTo>
                  <a:lnTo>
                    <a:pt x="535" y="745"/>
                  </a:lnTo>
                  <a:cubicBezTo>
                    <a:pt x="649" y="745"/>
                    <a:pt x="745" y="649"/>
                    <a:pt x="745" y="535"/>
                  </a:cubicBezTo>
                  <a:lnTo>
                    <a:pt x="745" y="211"/>
                  </a:lnTo>
                  <a:cubicBezTo>
                    <a:pt x="745" y="96"/>
                    <a:pt x="649" y="1"/>
                    <a:pt x="535" y="1"/>
                  </a:cubicBezTo>
                  <a:close/>
                </a:path>
              </a:pathLst>
            </a:custGeom>
            <a:solidFill>
              <a:srgbClr val="435D7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769" name="Google Shape;14769;p44"/>
            <p:cNvSpPr/>
            <p:nvPr/>
          </p:nvSpPr>
          <p:spPr>
            <a:xfrm>
              <a:off x="3763077" y="2984834"/>
              <a:ext cx="19272" cy="19508"/>
            </a:xfrm>
            <a:custGeom>
              <a:rect b="b" l="l" r="r" t="t"/>
              <a:pathLst>
                <a:path extrusionOk="0" h="745" w="736">
                  <a:moveTo>
                    <a:pt x="201" y="1"/>
                  </a:moveTo>
                  <a:cubicBezTo>
                    <a:pt x="87" y="1"/>
                    <a:pt x="1" y="96"/>
                    <a:pt x="1" y="211"/>
                  </a:cubicBezTo>
                  <a:lnTo>
                    <a:pt x="1" y="535"/>
                  </a:lnTo>
                  <a:cubicBezTo>
                    <a:pt x="1" y="649"/>
                    <a:pt x="87" y="745"/>
                    <a:pt x="201" y="745"/>
                  </a:cubicBezTo>
                  <a:lnTo>
                    <a:pt x="535" y="745"/>
                  </a:lnTo>
                  <a:cubicBezTo>
                    <a:pt x="640" y="745"/>
                    <a:pt x="736" y="649"/>
                    <a:pt x="736" y="535"/>
                  </a:cubicBezTo>
                  <a:lnTo>
                    <a:pt x="736" y="211"/>
                  </a:lnTo>
                  <a:cubicBezTo>
                    <a:pt x="736" y="96"/>
                    <a:pt x="640" y="1"/>
                    <a:pt x="535" y="1"/>
                  </a:cubicBezTo>
                  <a:close/>
                </a:path>
              </a:pathLst>
            </a:custGeom>
            <a:solidFill>
              <a:srgbClr val="435D7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770" name="Google Shape;14770;p44"/>
            <p:cNvSpPr/>
            <p:nvPr/>
          </p:nvSpPr>
          <p:spPr>
            <a:xfrm>
              <a:off x="3621442" y="3126469"/>
              <a:ext cx="19272" cy="19508"/>
            </a:xfrm>
            <a:custGeom>
              <a:rect b="b" l="l" r="r" t="t"/>
              <a:pathLst>
                <a:path extrusionOk="0" h="745" w="736">
                  <a:moveTo>
                    <a:pt x="201" y="1"/>
                  </a:moveTo>
                  <a:cubicBezTo>
                    <a:pt x="87" y="1"/>
                    <a:pt x="1" y="96"/>
                    <a:pt x="1" y="211"/>
                  </a:cubicBezTo>
                  <a:lnTo>
                    <a:pt x="1" y="545"/>
                  </a:lnTo>
                  <a:cubicBezTo>
                    <a:pt x="1" y="649"/>
                    <a:pt x="87" y="745"/>
                    <a:pt x="201" y="745"/>
                  </a:cubicBezTo>
                  <a:lnTo>
                    <a:pt x="535" y="745"/>
                  </a:lnTo>
                  <a:cubicBezTo>
                    <a:pt x="640" y="745"/>
                    <a:pt x="735" y="649"/>
                    <a:pt x="735" y="545"/>
                  </a:cubicBezTo>
                  <a:lnTo>
                    <a:pt x="735" y="211"/>
                  </a:lnTo>
                  <a:cubicBezTo>
                    <a:pt x="735" y="96"/>
                    <a:pt x="640" y="1"/>
                    <a:pt x="535" y="1"/>
                  </a:cubicBezTo>
                  <a:close/>
                </a:path>
              </a:pathLst>
            </a:custGeom>
            <a:solidFill>
              <a:srgbClr val="435D7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771" name="Google Shape;14771;p44"/>
            <p:cNvSpPr/>
            <p:nvPr/>
          </p:nvSpPr>
          <p:spPr>
            <a:xfrm>
              <a:off x="3649670" y="3126469"/>
              <a:ext cx="19508" cy="19508"/>
            </a:xfrm>
            <a:custGeom>
              <a:rect b="b" l="l" r="r" t="t"/>
              <a:pathLst>
                <a:path extrusionOk="0" h="745" w="745">
                  <a:moveTo>
                    <a:pt x="201" y="1"/>
                  </a:moveTo>
                  <a:cubicBezTo>
                    <a:pt x="96" y="1"/>
                    <a:pt x="1" y="96"/>
                    <a:pt x="1" y="211"/>
                  </a:cubicBezTo>
                  <a:lnTo>
                    <a:pt x="1" y="545"/>
                  </a:lnTo>
                  <a:cubicBezTo>
                    <a:pt x="1" y="649"/>
                    <a:pt x="96" y="745"/>
                    <a:pt x="201" y="745"/>
                  </a:cubicBezTo>
                  <a:lnTo>
                    <a:pt x="535" y="745"/>
                  </a:lnTo>
                  <a:cubicBezTo>
                    <a:pt x="650" y="745"/>
                    <a:pt x="745" y="649"/>
                    <a:pt x="745" y="545"/>
                  </a:cubicBezTo>
                  <a:lnTo>
                    <a:pt x="745" y="211"/>
                  </a:lnTo>
                  <a:cubicBezTo>
                    <a:pt x="745" y="96"/>
                    <a:pt x="650" y="1"/>
                    <a:pt x="535" y="1"/>
                  </a:cubicBezTo>
                  <a:close/>
                </a:path>
              </a:pathLst>
            </a:custGeom>
            <a:solidFill>
              <a:srgbClr val="435D7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772" name="Google Shape;14772;p44"/>
            <p:cNvSpPr/>
            <p:nvPr/>
          </p:nvSpPr>
          <p:spPr>
            <a:xfrm>
              <a:off x="3677897" y="3126469"/>
              <a:ext cx="19508" cy="19508"/>
            </a:xfrm>
            <a:custGeom>
              <a:rect b="b" l="l" r="r" t="t"/>
              <a:pathLst>
                <a:path extrusionOk="0" h="745" w="745">
                  <a:moveTo>
                    <a:pt x="211" y="1"/>
                  </a:moveTo>
                  <a:cubicBezTo>
                    <a:pt x="96" y="1"/>
                    <a:pt x="1" y="96"/>
                    <a:pt x="1" y="211"/>
                  </a:cubicBezTo>
                  <a:lnTo>
                    <a:pt x="1" y="545"/>
                  </a:lnTo>
                  <a:cubicBezTo>
                    <a:pt x="1" y="649"/>
                    <a:pt x="96" y="745"/>
                    <a:pt x="211" y="745"/>
                  </a:cubicBezTo>
                  <a:lnTo>
                    <a:pt x="535" y="745"/>
                  </a:lnTo>
                  <a:cubicBezTo>
                    <a:pt x="650" y="745"/>
                    <a:pt x="745" y="649"/>
                    <a:pt x="745" y="545"/>
                  </a:cubicBezTo>
                  <a:lnTo>
                    <a:pt x="745" y="211"/>
                  </a:lnTo>
                  <a:cubicBezTo>
                    <a:pt x="745" y="96"/>
                    <a:pt x="650" y="1"/>
                    <a:pt x="535" y="1"/>
                  </a:cubicBezTo>
                  <a:close/>
                </a:path>
              </a:pathLst>
            </a:custGeom>
            <a:solidFill>
              <a:srgbClr val="435D7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773" name="Google Shape;14773;p44"/>
            <p:cNvSpPr/>
            <p:nvPr/>
          </p:nvSpPr>
          <p:spPr>
            <a:xfrm>
              <a:off x="3706387" y="3126730"/>
              <a:ext cx="19246" cy="19508"/>
            </a:xfrm>
            <a:custGeom>
              <a:rect b="b" l="l" r="r" t="t"/>
              <a:pathLst>
                <a:path extrusionOk="0" h="745" w="735">
                  <a:moveTo>
                    <a:pt x="201" y="0"/>
                  </a:moveTo>
                  <a:cubicBezTo>
                    <a:pt x="86" y="0"/>
                    <a:pt x="0" y="96"/>
                    <a:pt x="0" y="210"/>
                  </a:cubicBezTo>
                  <a:lnTo>
                    <a:pt x="0" y="535"/>
                  </a:lnTo>
                  <a:cubicBezTo>
                    <a:pt x="0" y="649"/>
                    <a:pt x="86" y="744"/>
                    <a:pt x="201" y="744"/>
                  </a:cubicBezTo>
                  <a:lnTo>
                    <a:pt x="535" y="744"/>
                  </a:lnTo>
                  <a:cubicBezTo>
                    <a:pt x="649" y="744"/>
                    <a:pt x="735" y="649"/>
                    <a:pt x="735" y="535"/>
                  </a:cubicBezTo>
                  <a:lnTo>
                    <a:pt x="735" y="210"/>
                  </a:lnTo>
                  <a:cubicBezTo>
                    <a:pt x="735" y="96"/>
                    <a:pt x="649" y="0"/>
                    <a:pt x="535" y="0"/>
                  </a:cubicBezTo>
                  <a:close/>
                </a:path>
              </a:pathLst>
            </a:custGeom>
            <a:solidFill>
              <a:srgbClr val="435D7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774" name="Google Shape;14774;p44"/>
            <p:cNvSpPr/>
            <p:nvPr/>
          </p:nvSpPr>
          <p:spPr>
            <a:xfrm>
              <a:off x="3734614" y="3126469"/>
              <a:ext cx="19508" cy="19508"/>
            </a:xfrm>
            <a:custGeom>
              <a:rect b="b" l="l" r="r" t="t"/>
              <a:pathLst>
                <a:path extrusionOk="0" h="745" w="745">
                  <a:moveTo>
                    <a:pt x="210" y="1"/>
                  </a:moveTo>
                  <a:cubicBezTo>
                    <a:pt x="96" y="1"/>
                    <a:pt x="0" y="96"/>
                    <a:pt x="0" y="201"/>
                  </a:cubicBezTo>
                  <a:lnTo>
                    <a:pt x="0" y="535"/>
                  </a:lnTo>
                  <a:cubicBezTo>
                    <a:pt x="0" y="649"/>
                    <a:pt x="96" y="745"/>
                    <a:pt x="210" y="745"/>
                  </a:cubicBezTo>
                  <a:lnTo>
                    <a:pt x="535" y="745"/>
                  </a:lnTo>
                  <a:cubicBezTo>
                    <a:pt x="649" y="745"/>
                    <a:pt x="745" y="649"/>
                    <a:pt x="745" y="535"/>
                  </a:cubicBezTo>
                  <a:lnTo>
                    <a:pt x="745" y="201"/>
                  </a:lnTo>
                  <a:cubicBezTo>
                    <a:pt x="745" y="96"/>
                    <a:pt x="649" y="1"/>
                    <a:pt x="535" y="1"/>
                  </a:cubicBezTo>
                  <a:close/>
                </a:path>
              </a:pathLst>
            </a:custGeom>
            <a:solidFill>
              <a:srgbClr val="435D7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775" name="Google Shape;14775;p44"/>
            <p:cNvSpPr/>
            <p:nvPr/>
          </p:nvSpPr>
          <p:spPr>
            <a:xfrm>
              <a:off x="3763077" y="3126469"/>
              <a:ext cx="19272" cy="19508"/>
            </a:xfrm>
            <a:custGeom>
              <a:rect b="b" l="l" r="r" t="t"/>
              <a:pathLst>
                <a:path extrusionOk="0" h="745" w="736">
                  <a:moveTo>
                    <a:pt x="201" y="1"/>
                  </a:moveTo>
                  <a:cubicBezTo>
                    <a:pt x="87" y="1"/>
                    <a:pt x="1" y="96"/>
                    <a:pt x="1" y="201"/>
                  </a:cubicBezTo>
                  <a:lnTo>
                    <a:pt x="1" y="535"/>
                  </a:lnTo>
                  <a:cubicBezTo>
                    <a:pt x="1" y="649"/>
                    <a:pt x="87" y="745"/>
                    <a:pt x="201" y="745"/>
                  </a:cubicBezTo>
                  <a:lnTo>
                    <a:pt x="535" y="745"/>
                  </a:lnTo>
                  <a:cubicBezTo>
                    <a:pt x="640" y="745"/>
                    <a:pt x="736" y="649"/>
                    <a:pt x="736" y="535"/>
                  </a:cubicBezTo>
                  <a:lnTo>
                    <a:pt x="736" y="201"/>
                  </a:lnTo>
                  <a:cubicBezTo>
                    <a:pt x="736" y="96"/>
                    <a:pt x="640" y="1"/>
                    <a:pt x="535" y="1"/>
                  </a:cubicBezTo>
                  <a:close/>
                </a:path>
              </a:pathLst>
            </a:custGeom>
            <a:solidFill>
              <a:srgbClr val="435D7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776" name="Google Shape;14776;p44"/>
            <p:cNvSpPr/>
            <p:nvPr/>
          </p:nvSpPr>
          <p:spPr>
            <a:xfrm>
              <a:off x="3621442" y="3013323"/>
              <a:ext cx="19272" cy="19508"/>
            </a:xfrm>
            <a:custGeom>
              <a:rect b="b" l="l" r="r" t="t"/>
              <a:pathLst>
                <a:path extrusionOk="0" h="745" w="736">
                  <a:moveTo>
                    <a:pt x="201" y="0"/>
                  </a:moveTo>
                  <a:cubicBezTo>
                    <a:pt x="87" y="0"/>
                    <a:pt x="1" y="96"/>
                    <a:pt x="1" y="210"/>
                  </a:cubicBezTo>
                  <a:lnTo>
                    <a:pt x="1" y="534"/>
                  </a:lnTo>
                  <a:cubicBezTo>
                    <a:pt x="1" y="649"/>
                    <a:pt x="87" y="744"/>
                    <a:pt x="201" y="744"/>
                  </a:cubicBezTo>
                  <a:lnTo>
                    <a:pt x="535" y="744"/>
                  </a:lnTo>
                  <a:cubicBezTo>
                    <a:pt x="650" y="744"/>
                    <a:pt x="735" y="649"/>
                    <a:pt x="735" y="534"/>
                  </a:cubicBezTo>
                  <a:lnTo>
                    <a:pt x="735" y="210"/>
                  </a:lnTo>
                  <a:cubicBezTo>
                    <a:pt x="735" y="96"/>
                    <a:pt x="640" y="0"/>
                    <a:pt x="535" y="0"/>
                  </a:cubicBezTo>
                  <a:close/>
                </a:path>
              </a:pathLst>
            </a:custGeom>
            <a:solidFill>
              <a:srgbClr val="435D7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777" name="Google Shape;14777;p44"/>
            <p:cNvSpPr/>
            <p:nvPr/>
          </p:nvSpPr>
          <p:spPr>
            <a:xfrm>
              <a:off x="3621442" y="3041551"/>
              <a:ext cx="19272" cy="19508"/>
            </a:xfrm>
            <a:custGeom>
              <a:rect b="b" l="l" r="r" t="t"/>
              <a:pathLst>
                <a:path extrusionOk="0" h="745" w="736">
                  <a:moveTo>
                    <a:pt x="201" y="0"/>
                  </a:moveTo>
                  <a:cubicBezTo>
                    <a:pt x="87" y="0"/>
                    <a:pt x="1" y="96"/>
                    <a:pt x="1" y="210"/>
                  </a:cubicBezTo>
                  <a:lnTo>
                    <a:pt x="1" y="534"/>
                  </a:lnTo>
                  <a:cubicBezTo>
                    <a:pt x="1" y="649"/>
                    <a:pt x="87" y="744"/>
                    <a:pt x="201" y="744"/>
                  </a:cubicBezTo>
                  <a:lnTo>
                    <a:pt x="535" y="744"/>
                  </a:lnTo>
                  <a:cubicBezTo>
                    <a:pt x="640" y="744"/>
                    <a:pt x="735" y="649"/>
                    <a:pt x="735" y="534"/>
                  </a:cubicBezTo>
                  <a:lnTo>
                    <a:pt x="735" y="210"/>
                  </a:lnTo>
                  <a:cubicBezTo>
                    <a:pt x="735" y="96"/>
                    <a:pt x="640" y="0"/>
                    <a:pt x="535" y="0"/>
                  </a:cubicBezTo>
                  <a:close/>
                </a:path>
              </a:pathLst>
            </a:custGeom>
            <a:solidFill>
              <a:srgbClr val="435D7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778" name="Google Shape;14778;p44"/>
            <p:cNvSpPr/>
            <p:nvPr/>
          </p:nvSpPr>
          <p:spPr>
            <a:xfrm>
              <a:off x="3621442" y="3070014"/>
              <a:ext cx="19272" cy="19272"/>
            </a:xfrm>
            <a:custGeom>
              <a:rect b="b" l="l" r="r" t="t"/>
              <a:pathLst>
                <a:path extrusionOk="0" h="736" w="736">
                  <a:moveTo>
                    <a:pt x="201" y="1"/>
                  </a:moveTo>
                  <a:cubicBezTo>
                    <a:pt x="87" y="1"/>
                    <a:pt x="1" y="87"/>
                    <a:pt x="1" y="201"/>
                  </a:cubicBezTo>
                  <a:lnTo>
                    <a:pt x="1" y="535"/>
                  </a:lnTo>
                  <a:cubicBezTo>
                    <a:pt x="1" y="649"/>
                    <a:pt x="87" y="735"/>
                    <a:pt x="201" y="735"/>
                  </a:cubicBezTo>
                  <a:lnTo>
                    <a:pt x="535" y="735"/>
                  </a:lnTo>
                  <a:cubicBezTo>
                    <a:pt x="640" y="735"/>
                    <a:pt x="735" y="649"/>
                    <a:pt x="735" y="535"/>
                  </a:cubicBezTo>
                  <a:lnTo>
                    <a:pt x="735" y="201"/>
                  </a:lnTo>
                  <a:cubicBezTo>
                    <a:pt x="735" y="87"/>
                    <a:pt x="640" y="1"/>
                    <a:pt x="535" y="1"/>
                  </a:cubicBezTo>
                  <a:close/>
                </a:path>
              </a:pathLst>
            </a:custGeom>
            <a:solidFill>
              <a:srgbClr val="435D7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779" name="Google Shape;14779;p44"/>
            <p:cNvSpPr/>
            <p:nvPr/>
          </p:nvSpPr>
          <p:spPr>
            <a:xfrm>
              <a:off x="3621442" y="3098241"/>
              <a:ext cx="19272" cy="19508"/>
            </a:xfrm>
            <a:custGeom>
              <a:rect b="b" l="l" r="r" t="t"/>
              <a:pathLst>
                <a:path extrusionOk="0" h="745" w="736">
                  <a:moveTo>
                    <a:pt x="201" y="1"/>
                  </a:moveTo>
                  <a:cubicBezTo>
                    <a:pt x="87" y="1"/>
                    <a:pt x="1" y="96"/>
                    <a:pt x="1" y="211"/>
                  </a:cubicBezTo>
                  <a:lnTo>
                    <a:pt x="1" y="545"/>
                  </a:lnTo>
                  <a:cubicBezTo>
                    <a:pt x="1" y="649"/>
                    <a:pt x="87" y="745"/>
                    <a:pt x="201" y="745"/>
                  </a:cubicBezTo>
                  <a:lnTo>
                    <a:pt x="535" y="745"/>
                  </a:lnTo>
                  <a:cubicBezTo>
                    <a:pt x="640" y="745"/>
                    <a:pt x="735" y="649"/>
                    <a:pt x="735" y="545"/>
                  </a:cubicBezTo>
                  <a:lnTo>
                    <a:pt x="735" y="211"/>
                  </a:lnTo>
                  <a:cubicBezTo>
                    <a:pt x="735" y="96"/>
                    <a:pt x="640" y="1"/>
                    <a:pt x="535" y="1"/>
                  </a:cubicBezTo>
                  <a:close/>
                </a:path>
              </a:pathLst>
            </a:custGeom>
            <a:solidFill>
              <a:srgbClr val="435D7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780" name="Google Shape;14780;p44"/>
            <p:cNvSpPr/>
            <p:nvPr/>
          </p:nvSpPr>
          <p:spPr>
            <a:xfrm>
              <a:off x="3762841" y="3013061"/>
              <a:ext cx="19508" cy="19508"/>
            </a:xfrm>
            <a:custGeom>
              <a:rect b="b" l="l" r="r" t="t"/>
              <a:pathLst>
                <a:path extrusionOk="0" h="745" w="745">
                  <a:moveTo>
                    <a:pt x="210" y="1"/>
                  </a:moveTo>
                  <a:cubicBezTo>
                    <a:pt x="96" y="1"/>
                    <a:pt x="10" y="96"/>
                    <a:pt x="10" y="211"/>
                  </a:cubicBezTo>
                  <a:lnTo>
                    <a:pt x="10" y="544"/>
                  </a:lnTo>
                  <a:cubicBezTo>
                    <a:pt x="0" y="649"/>
                    <a:pt x="96" y="745"/>
                    <a:pt x="210" y="745"/>
                  </a:cubicBezTo>
                  <a:lnTo>
                    <a:pt x="544" y="745"/>
                  </a:lnTo>
                  <a:cubicBezTo>
                    <a:pt x="659" y="745"/>
                    <a:pt x="745" y="649"/>
                    <a:pt x="745" y="544"/>
                  </a:cubicBezTo>
                  <a:lnTo>
                    <a:pt x="745" y="211"/>
                  </a:lnTo>
                  <a:cubicBezTo>
                    <a:pt x="745" y="96"/>
                    <a:pt x="649" y="1"/>
                    <a:pt x="544" y="1"/>
                  </a:cubicBezTo>
                  <a:close/>
                </a:path>
              </a:pathLst>
            </a:custGeom>
            <a:solidFill>
              <a:srgbClr val="435D7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781" name="Google Shape;14781;p44"/>
            <p:cNvSpPr/>
            <p:nvPr/>
          </p:nvSpPr>
          <p:spPr>
            <a:xfrm>
              <a:off x="3763077" y="3041551"/>
              <a:ext cx="19272" cy="19508"/>
            </a:xfrm>
            <a:custGeom>
              <a:rect b="b" l="l" r="r" t="t"/>
              <a:pathLst>
                <a:path extrusionOk="0" h="745" w="736">
                  <a:moveTo>
                    <a:pt x="201" y="0"/>
                  </a:moveTo>
                  <a:cubicBezTo>
                    <a:pt x="87" y="0"/>
                    <a:pt x="1" y="96"/>
                    <a:pt x="1" y="201"/>
                  </a:cubicBezTo>
                  <a:lnTo>
                    <a:pt x="1" y="534"/>
                  </a:lnTo>
                  <a:cubicBezTo>
                    <a:pt x="1" y="649"/>
                    <a:pt x="87" y="744"/>
                    <a:pt x="201" y="744"/>
                  </a:cubicBezTo>
                  <a:lnTo>
                    <a:pt x="535" y="744"/>
                  </a:lnTo>
                  <a:cubicBezTo>
                    <a:pt x="640" y="744"/>
                    <a:pt x="736" y="649"/>
                    <a:pt x="736" y="534"/>
                  </a:cubicBezTo>
                  <a:lnTo>
                    <a:pt x="736" y="201"/>
                  </a:lnTo>
                  <a:cubicBezTo>
                    <a:pt x="736" y="96"/>
                    <a:pt x="640" y="0"/>
                    <a:pt x="535" y="0"/>
                  </a:cubicBezTo>
                  <a:close/>
                </a:path>
              </a:pathLst>
            </a:custGeom>
            <a:solidFill>
              <a:srgbClr val="435D7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782" name="Google Shape;14782;p44"/>
            <p:cNvSpPr/>
            <p:nvPr/>
          </p:nvSpPr>
          <p:spPr>
            <a:xfrm>
              <a:off x="3763077" y="3069778"/>
              <a:ext cx="19272" cy="19508"/>
            </a:xfrm>
            <a:custGeom>
              <a:rect b="b" l="l" r="r" t="t"/>
              <a:pathLst>
                <a:path extrusionOk="0" h="745" w="736">
                  <a:moveTo>
                    <a:pt x="201" y="0"/>
                  </a:moveTo>
                  <a:cubicBezTo>
                    <a:pt x="87" y="0"/>
                    <a:pt x="1" y="96"/>
                    <a:pt x="1" y="210"/>
                  </a:cubicBezTo>
                  <a:lnTo>
                    <a:pt x="1" y="534"/>
                  </a:lnTo>
                  <a:cubicBezTo>
                    <a:pt x="1" y="649"/>
                    <a:pt x="87" y="744"/>
                    <a:pt x="201" y="744"/>
                  </a:cubicBezTo>
                  <a:lnTo>
                    <a:pt x="535" y="744"/>
                  </a:lnTo>
                  <a:cubicBezTo>
                    <a:pt x="640" y="744"/>
                    <a:pt x="736" y="649"/>
                    <a:pt x="736" y="534"/>
                  </a:cubicBezTo>
                  <a:lnTo>
                    <a:pt x="736" y="210"/>
                  </a:lnTo>
                  <a:cubicBezTo>
                    <a:pt x="736" y="96"/>
                    <a:pt x="640" y="0"/>
                    <a:pt x="535" y="0"/>
                  </a:cubicBezTo>
                  <a:close/>
                </a:path>
              </a:pathLst>
            </a:custGeom>
            <a:solidFill>
              <a:srgbClr val="435D7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783" name="Google Shape;14783;p44"/>
            <p:cNvSpPr/>
            <p:nvPr/>
          </p:nvSpPr>
          <p:spPr>
            <a:xfrm>
              <a:off x="3763077" y="3098241"/>
              <a:ext cx="19272" cy="19272"/>
            </a:xfrm>
            <a:custGeom>
              <a:rect b="b" l="l" r="r" t="t"/>
              <a:pathLst>
                <a:path extrusionOk="0" h="736" w="736">
                  <a:moveTo>
                    <a:pt x="201" y="1"/>
                  </a:moveTo>
                  <a:cubicBezTo>
                    <a:pt x="87" y="1"/>
                    <a:pt x="1" y="87"/>
                    <a:pt x="1" y="201"/>
                  </a:cubicBezTo>
                  <a:lnTo>
                    <a:pt x="1" y="535"/>
                  </a:lnTo>
                  <a:cubicBezTo>
                    <a:pt x="1" y="649"/>
                    <a:pt x="87" y="735"/>
                    <a:pt x="201" y="735"/>
                  </a:cubicBezTo>
                  <a:lnTo>
                    <a:pt x="535" y="735"/>
                  </a:lnTo>
                  <a:cubicBezTo>
                    <a:pt x="640" y="735"/>
                    <a:pt x="736" y="649"/>
                    <a:pt x="736" y="535"/>
                  </a:cubicBezTo>
                  <a:lnTo>
                    <a:pt x="736" y="201"/>
                  </a:lnTo>
                  <a:cubicBezTo>
                    <a:pt x="736" y="87"/>
                    <a:pt x="640" y="1"/>
                    <a:pt x="535" y="1"/>
                  </a:cubicBezTo>
                  <a:close/>
                </a:path>
              </a:pathLst>
            </a:custGeom>
            <a:solidFill>
              <a:srgbClr val="435D7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4784" name="Google Shape;14784;p44"/>
          <p:cNvGrpSpPr/>
          <p:nvPr/>
        </p:nvGrpSpPr>
        <p:grpSpPr>
          <a:xfrm>
            <a:off x="873615" y="1347875"/>
            <a:ext cx="335011" cy="359232"/>
            <a:chOff x="873615" y="1500275"/>
            <a:chExt cx="335011" cy="359232"/>
          </a:xfrm>
        </p:grpSpPr>
        <p:sp>
          <p:nvSpPr>
            <p:cNvPr id="14785" name="Google Shape;14785;p44"/>
            <p:cNvSpPr/>
            <p:nvPr/>
          </p:nvSpPr>
          <p:spPr>
            <a:xfrm>
              <a:off x="965550" y="1500275"/>
              <a:ext cx="151140" cy="359232"/>
            </a:xfrm>
            <a:custGeom>
              <a:rect b="b" l="l" r="r" t="t"/>
              <a:pathLst>
                <a:path extrusionOk="0" h="13719" w="5772">
                  <a:moveTo>
                    <a:pt x="0" y="0"/>
                  </a:moveTo>
                  <a:lnTo>
                    <a:pt x="0" y="13718"/>
                  </a:lnTo>
                  <a:lnTo>
                    <a:pt x="5772" y="13718"/>
                  </a:lnTo>
                  <a:lnTo>
                    <a:pt x="5772" y="0"/>
                  </a:lnTo>
                  <a:cubicBezTo>
                    <a:pt x="4913" y="625"/>
                    <a:pt x="3900" y="937"/>
                    <a:pt x="2886" y="937"/>
                  </a:cubicBezTo>
                  <a:cubicBezTo>
                    <a:pt x="1872" y="937"/>
                    <a:pt x="859" y="625"/>
                    <a:pt x="0" y="0"/>
                  </a:cubicBezTo>
                  <a:close/>
                </a:path>
              </a:pathLst>
            </a:custGeom>
            <a:solidFill>
              <a:srgbClr val="738A9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786" name="Google Shape;14786;p44"/>
            <p:cNvSpPr/>
            <p:nvPr/>
          </p:nvSpPr>
          <p:spPr>
            <a:xfrm>
              <a:off x="873615" y="1500275"/>
              <a:ext cx="158655" cy="359232"/>
            </a:xfrm>
            <a:custGeom>
              <a:rect b="b" l="l" r="r" t="t"/>
              <a:pathLst>
                <a:path extrusionOk="0" h="13719" w="6059">
                  <a:moveTo>
                    <a:pt x="1622" y="0"/>
                  </a:moveTo>
                  <a:cubicBezTo>
                    <a:pt x="1508" y="0"/>
                    <a:pt x="1403" y="95"/>
                    <a:pt x="1403" y="219"/>
                  </a:cubicBezTo>
                  <a:lnTo>
                    <a:pt x="1403" y="5304"/>
                  </a:lnTo>
                  <a:cubicBezTo>
                    <a:pt x="1403" y="6001"/>
                    <a:pt x="888" y="6592"/>
                    <a:pt x="191" y="6687"/>
                  </a:cubicBezTo>
                  <a:cubicBezTo>
                    <a:pt x="86" y="6707"/>
                    <a:pt x="0" y="6802"/>
                    <a:pt x="0" y="6916"/>
                  </a:cubicBezTo>
                  <a:lnTo>
                    <a:pt x="0" y="13489"/>
                  </a:lnTo>
                  <a:cubicBezTo>
                    <a:pt x="0" y="13613"/>
                    <a:pt x="105" y="13718"/>
                    <a:pt x="220" y="13718"/>
                  </a:cubicBezTo>
                  <a:lnTo>
                    <a:pt x="6058" y="13718"/>
                  </a:lnTo>
                  <a:lnTo>
                    <a:pt x="6058" y="7069"/>
                  </a:lnTo>
                  <a:cubicBezTo>
                    <a:pt x="6058" y="6955"/>
                    <a:pt x="5972" y="6859"/>
                    <a:pt x="5858" y="6850"/>
                  </a:cubicBezTo>
                  <a:cubicBezTo>
                    <a:pt x="4799" y="6745"/>
                    <a:pt x="3988" y="5848"/>
                    <a:pt x="3988" y="4779"/>
                  </a:cubicBezTo>
                  <a:lnTo>
                    <a:pt x="3988" y="219"/>
                  </a:lnTo>
                  <a:cubicBezTo>
                    <a:pt x="3988" y="95"/>
                    <a:pt x="3883" y="0"/>
                    <a:pt x="3769" y="0"/>
                  </a:cubicBezTo>
                  <a:close/>
                </a:path>
              </a:pathLst>
            </a:custGeom>
            <a:solidFill>
              <a:srgbClr val="BECBD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787" name="Google Shape;14787;p44"/>
            <p:cNvSpPr/>
            <p:nvPr/>
          </p:nvSpPr>
          <p:spPr>
            <a:xfrm>
              <a:off x="873615" y="1784540"/>
              <a:ext cx="158655" cy="50485"/>
            </a:xfrm>
            <a:custGeom>
              <a:rect b="b" l="l" r="r" t="t"/>
              <a:pathLst>
                <a:path extrusionOk="0" h="1928" w="6059">
                  <a:moveTo>
                    <a:pt x="0" y="0"/>
                  </a:moveTo>
                  <a:lnTo>
                    <a:pt x="0" y="1927"/>
                  </a:lnTo>
                  <a:lnTo>
                    <a:pt x="6058" y="1927"/>
                  </a:lnTo>
                  <a:lnTo>
                    <a:pt x="6058" y="0"/>
                  </a:lnTo>
                  <a:close/>
                </a:path>
              </a:pathLst>
            </a:custGeom>
            <a:solidFill>
              <a:srgbClr val="A4B7C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788" name="Google Shape;14788;p44"/>
            <p:cNvSpPr/>
            <p:nvPr/>
          </p:nvSpPr>
          <p:spPr>
            <a:xfrm>
              <a:off x="873615" y="1500275"/>
              <a:ext cx="158655" cy="274550"/>
            </a:xfrm>
            <a:custGeom>
              <a:rect b="b" l="l" r="r" t="t"/>
              <a:pathLst>
                <a:path extrusionOk="0" h="10485" w="6059">
                  <a:moveTo>
                    <a:pt x="1622" y="0"/>
                  </a:moveTo>
                  <a:cubicBezTo>
                    <a:pt x="1584" y="0"/>
                    <a:pt x="1546" y="10"/>
                    <a:pt x="1517" y="29"/>
                  </a:cubicBezTo>
                  <a:lnTo>
                    <a:pt x="1517" y="8557"/>
                  </a:lnTo>
                  <a:lnTo>
                    <a:pt x="0" y="8557"/>
                  </a:lnTo>
                  <a:lnTo>
                    <a:pt x="0" y="10484"/>
                  </a:lnTo>
                  <a:lnTo>
                    <a:pt x="6058" y="10484"/>
                  </a:lnTo>
                  <a:lnTo>
                    <a:pt x="6058" y="8557"/>
                  </a:lnTo>
                  <a:lnTo>
                    <a:pt x="3454" y="8557"/>
                  </a:lnTo>
                  <a:lnTo>
                    <a:pt x="3454" y="0"/>
                  </a:lnTo>
                  <a:close/>
                </a:path>
              </a:pathLst>
            </a:custGeom>
            <a:solidFill>
              <a:srgbClr val="A4B7C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789" name="Google Shape;14789;p44"/>
            <p:cNvSpPr/>
            <p:nvPr/>
          </p:nvSpPr>
          <p:spPr>
            <a:xfrm>
              <a:off x="873615" y="1795537"/>
              <a:ext cx="158655" cy="28489"/>
            </a:xfrm>
            <a:custGeom>
              <a:rect b="b" l="l" r="r" t="t"/>
              <a:pathLst>
                <a:path extrusionOk="0" h="1088" w="6059">
                  <a:moveTo>
                    <a:pt x="0" y="0"/>
                  </a:moveTo>
                  <a:lnTo>
                    <a:pt x="0" y="1088"/>
                  </a:lnTo>
                  <a:lnTo>
                    <a:pt x="6058" y="1088"/>
                  </a:lnTo>
                  <a:lnTo>
                    <a:pt x="6058" y="0"/>
                  </a:lnTo>
                  <a:close/>
                </a:path>
              </a:pathLst>
            </a:custGeom>
            <a:solidFill>
              <a:srgbClr val="9CACB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790" name="Google Shape;14790;p44"/>
            <p:cNvSpPr/>
            <p:nvPr/>
          </p:nvSpPr>
          <p:spPr>
            <a:xfrm>
              <a:off x="873615" y="1500275"/>
              <a:ext cx="158655" cy="263552"/>
            </a:xfrm>
            <a:custGeom>
              <a:rect b="b" l="l" r="r" t="t"/>
              <a:pathLst>
                <a:path extrusionOk="0" h="10065" w="6059">
                  <a:moveTo>
                    <a:pt x="1937" y="0"/>
                  </a:moveTo>
                  <a:lnTo>
                    <a:pt x="1937" y="8977"/>
                  </a:lnTo>
                  <a:lnTo>
                    <a:pt x="0" y="8977"/>
                  </a:lnTo>
                  <a:lnTo>
                    <a:pt x="0" y="10065"/>
                  </a:lnTo>
                  <a:lnTo>
                    <a:pt x="6058" y="10065"/>
                  </a:lnTo>
                  <a:lnTo>
                    <a:pt x="6058" y="8977"/>
                  </a:lnTo>
                  <a:lnTo>
                    <a:pt x="3034" y="8977"/>
                  </a:lnTo>
                  <a:lnTo>
                    <a:pt x="3034" y="0"/>
                  </a:lnTo>
                  <a:close/>
                </a:path>
              </a:pathLst>
            </a:custGeom>
            <a:solidFill>
              <a:srgbClr val="9CACB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791" name="Google Shape;14791;p44"/>
            <p:cNvSpPr/>
            <p:nvPr/>
          </p:nvSpPr>
          <p:spPr>
            <a:xfrm>
              <a:off x="1049971" y="1500275"/>
              <a:ext cx="158655" cy="359232"/>
            </a:xfrm>
            <a:custGeom>
              <a:rect b="b" l="l" r="r" t="t"/>
              <a:pathLst>
                <a:path extrusionOk="0" h="13719" w="6059">
                  <a:moveTo>
                    <a:pt x="2290" y="0"/>
                  </a:moveTo>
                  <a:cubicBezTo>
                    <a:pt x="2176" y="0"/>
                    <a:pt x="2071" y="95"/>
                    <a:pt x="2071" y="219"/>
                  </a:cubicBezTo>
                  <a:lnTo>
                    <a:pt x="2071" y="4779"/>
                  </a:lnTo>
                  <a:cubicBezTo>
                    <a:pt x="2071" y="5848"/>
                    <a:pt x="1260" y="6745"/>
                    <a:pt x="201" y="6850"/>
                  </a:cubicBezTo>
                  <a:cubicBezTo>
                    <a:pt x="86" y="6859"/>
                    <a:pt x="1" y="6955"/>
                    <a:pt x="1" y="7069"/>
                  </a:cubicBezTo>
                  <a:lnTo>
                    <a:pt x="1" y="13718"/>
                  </a:lnTo>
                  <a:lnTo>
                    <a:pt x="5839" y="13718"/>
                  </a:lnTo>
                  <a:cubicBezTo>
                    <a:pt x="5954" y="13718"/>
                    <a:pt x="6059" y="13623"/>
                    <a:pt x="6059" y="13499"/>
                  </a:cubicBezTo>
                  <a:lnTo>
                    <a:pt x="6059" y="6916"/>
                  </a:lnTo>
                  <a:cubicBezTo>
                    <a:pt x="6059" y="6802"/>
                    <a:pt x="5973" y="6707"/>
                    <a:pt x="5868" y="6687"/>
                  </a:cubicBezTo>
                  <a:cubicBezTo>
                    <a:pt x="5171" y="6592"/>
                    <a:pt x="4656" y="6001"/>
                    <a:pt x="4656" y="5304"/>
                  </a:cubicBezTo>
                  <a:lnTo>
                    <a:pt x="4656" y="219"/>
                  </a:lnTo>
                  <a:cubicBezTo>
                    <a:pt x="4656" y="95"/>
                    <a:pt x="4551" y="0"/>
                    <a:pt x="4437" y="0"/>
                  </a:cubicBezTo>
                  <a:close/>
                </a:path>
              </a:pathLst>
            </a:custGeom>
            <a:solidFill>
              <a:srgbClr val="BECBD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792" name="Google Shape;14792;p44"/>
            <p:cNvSpPr/>
            <p:nvPr/>
          </p:nvSpPr>
          <p:spPr>
            <a:xfrm>
              <a:off x="1049971" y="1784540"/>
              <a:ext cx="158655" cy="50485"/>
            </a:xfrm>
            <a:custGeom>
              <a:rect b="b" l="l" r="r" t="t"/>
              <a:pathLst>
                <a:path extrusionOk="0" h="1928" w="6059">
                  <a:moveTo>
                    <a:pt x="1" y="0"/>
                  </a:moveTo>
                  <a:lnTo>
                    <a:pt x="1" y="1927"/>
                  </a:lnTo>
                  <a:lnTo>
                    <a:pt x="6059" y="1927"/>
                  </a:lnTo>
                  <a:lnTo>
                    <a:pt x="6059" y="0"/>
                  </a:lnTo>
                  <a:close/>
                </a:path>
              </a:pathLst>
            </a:custGeom>
            <a:solidFill>
              <a:srgbClr val="A4B7C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793" name="Google Shape;14793;p44"/>
            <p:cNvSpPr/>
            <p:nvPr/>
          </p:nvSpPr>
          <p:spPr>
            <a:xfrm>
              <a:off x="1049971" y="1500275"/>
              <a:ext cx="158655" cy="274550"/>
            </a:xfrm>
            <a:custGeom>
              <a:rect b="b" l="l" r="r" t="t"/>
              <a:pathLst>
                <a:path extrusionOk="0" h="10485" w="6059">
                  <a:moveTo>
                    <a:pt x="2605" y="0"/>
                  </a:moveTo>
                  <a:lnTo>
                    <a:pt x="2605" y="8557"/>
                  </a:lnTo>
                  <a:lnTo>
                    <a:pt x="1" y="8557"/>
                  </a:lnTo>
                  <a:lnTo>
                    <a:pt x="1" y="10484"/>
                  </a:lnTo>
                  <a:lnTo>
                    <a:pt x="6059" y="10484"/>
                  </a:lnTo>
                  <a:lnTo>
                    <a:pt x="6059" y="8557"/>
                  </a:lnTo>
                  <a:lnTo>
                    <a:pt x="4542" y="8557"/>
                  </a:lnTo>
                  <a:lnTo>
                    <a:pt x="4542" y="29"/>
                  </a:lnTo>
                  <a:cubicBezTo>
                    <a:pt x="4503" y="10"/>
                    <a:pt x="4465" y="0"/>
                    <a:pt x="4437" y="0"/>
                  </a:cubicBezTo>
                  <a:close/>
                </a:path>
              </a:pathLst>
            </a:custGeom>
            <a:solidFill>
              <a:srgbClr val="A4B7C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794" name="Google Shape;14794;p44"/>
            <p:cNvSpPr/>
            <p:nvPr/>
          </p:nvSpPr>
          <p:spPr>
            <a:xfrm>
              <a:off x="1049971" y="1795537"/>
              <a:ext cx="158655" cy="28489"/>
            </a:xfrm>
            <a:custGeom>
              <a:rect b="b" l="l" r="r" t="t"/>
              <a:pathLst>
                <a:path extrusionOk="0" h="1088" w="6059">
                  <a:moveTo>
                    <a:pt x="1" y="0"/>
                  </a:moveTo>
                  <a:lnTo>
                    <a:pt x="1" y="1088"/>
                  </a:lnTo>
                  <a:lnTo>
                    <a:pt x="6059" y="1088"/>
                  </a:lnTo>
                  <a:lnTo>
                    <a:pt x="6059" y="0"/>
                  </a:lnTo>
                  <a:close/>
                </a:path>
              </a:pathLst>
            </a:custGeom>
            <a:solidFill>
              <a:srgbClr val="9CACB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795" name="Google Shape;14795;p44"/>
            <p:cNvSpPr/>
            <p:nvPr/>
          </p:nvSpPr>
          <p:spPr>
            <a:xfrm>
              <a:off x="1049971" y="1500275"/>
              <a:ext cx="158655" cy="263552"/>
            </a:xfrm>
            <a:custGeom>
              <a:rect b="b" l="l" r="r" t="t"/>
              <a:pathLst>
                <a:path extrusionOk="0" h="10065" w="6059">
                  <a:moveTo>
                    <a:pt x="3025" y="0"/>
                  </a:moveTo>
                  <a:lnTo>
                    <a:pt x="3025" y="8977"/>
                  </a:lnTo>
                  <a:lnTo>
                    <a:pt x="1" y="8977"/>
                  </a:lnTo>
                  <a:lnTo>
                    <a:pt x="1" y="10065"/>
                  </a:lnTo>
                  <a:lnTo>
                    <a:pt x="6059" y="10065"/>
                  </a:lnTo>
                  <a:lnTo>
                    <a:pt x="6059" y="8977"/>
                  </a:lnTo>
                  <a:lnTo>
                    <a:pt x="4122" y="8977"/>
                  </a:lnTo>
                  <a:lnTo>
                    <a:pt x="4122" y="0"/>
                  </a:lnTo>
                  <a:close/>
                </a:path>
              </a:pathLst>
            </a:custGeom>
            <a:solidFill>
              <a:srgbClr val="9CACB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4796" name="Google Shape;14796;p44"/>
          <p:cNvGrpSpPr/>
          <p:nvPr/>
        </p:nvGrpSpPr>
        <p:grpSpPr>
          <a:xfrm>
            <a:off x="2202058" y="3194337"/>
            <a:ext cx="337158" cy="359310"/>
            <a:chOff x="2202058" y="3346737"/>
            <a:chExt cx="337158" cy="359310"/>
          </a:xfrm>
        </p:grpSpPr>
        <p:sp>
          <p:nvSpPr>
            <p:cNvPr id="14797" name="Google Shape;14797;p44"/>
            <p:cNvSpPr/>
            <p:nvPr/>
          </p:nvSpPr>
          <p:spPr>
            <a:xfrm>
              <a:off x="2202058" y="3449225"/>
              <a:ext cx="257084" cy="256822"/>
            </a:xfrm>
            <a:custGeom>
              <a:rect b="b" l="l" r="r" t="t"/>
              <a:pathLst>
                <a:path extrusionOk="0" h="9808" w="9818">
                  <a:moveTo>
                    <a:pt x="4914" y="0"/>
                  </a:moveTo>
                  <a:cubicBezTo>
                    <a:pt x="2205" y="0"/>
                    <a:pt x="1" y="2194"/>
                    <a:pt x="1" y="4904"/>
                  </a:cubicBezTo>
                  <a:cubicBezTo>
                    <a:pt x="1" y="7613"/>
                    <a:pt x="2205" y="9807"/>
                    <a:pt x="4914" y="9807"/>
                  </a:cubicBezTo>
                  <a:cubicBezTo>
                    <a:pt x="7614" y="9807"/>
                    <a:pt x="9817" y="7613"/>
                    <a:pt x="9817" y="4904"/>
                  </a:cubicBezTo>
                  <a:cubicBezTo>
                    <a:pt x="9817" y="2194"/>
                    <a:pt x="7614" y="0"/>
                    <a:pt x="4914" y="0"/>
                  </a:cubicBezTo>
                  <a:close/>
                </a:path>
              </a:pathLst>
            </a:custGeom>
            <a:solidFill>
              <a:srgbClr val="BECBD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798" name="Google Shape;14798;p44"/>
            <p:cNvSpPr/>
            <p:nvPr/>
          </p:nvSpPr>
          <p:spPr>
            <a:xfrm>
              <a:off x="2202320" y="3448989"/>
              <a:ext cx="158655" cy="257032"/>
            </a:xfrm>
            <a:custGeom>
              <a:rect b="b" l="l" r="r" t="t"/>
              <a:pathLst>
                <a:path extrusionOk="0" h="9816" w="6059">
                  <a:moveTo>
                    <a:pt x="4885" y="1"/>
                  </a:moveTo>
                  <a:cubicBezTo>
                    <a:pt x="2257" y="1"/>
                    <a:pt x="0" y="2134"/>
                    <a:pt x="0" y="4913"/>
                  </a:cubicBezTo>
                  <a:cubicBezTo>
                    <a:pt x="0" y="7683"/>
                    <a:pt x="2257" y="9815"/>
                    <a:pt x="4885" y="9815"/>
                  </a:cubicBezTo>
                  <a:cubicBezTo>
                    <a:pt x="5270" y="9815"/>
                    <a:pt x="5663" y="9770"/>
                    <a:pt x="6058" y="9673"/>
                  </a:cubicBezTo>
                  <a:cubicBezTo>
                    <a:pt x="3864" y="9139"/>
                    <a:pt x="2309" y="7174"/>
                    <a:pt x="2309" y="4913"/>
                  </a:cubicBezTo>
                  <a:cubicBezTo>
                    <a:pt x="2309" y="2652"/>
                    <a:pt x="3855" y="677"/>
                    <a:pt x="6058" y="143"/>
                  </a:cubicBezTo>
                  <a:cubicBezTo>
                    <a:pt x="5663" y="47"/>
                    <a:pt x="5270" y="1"/>
                    <a:pt x="4885" y="1"/>
                  </a:cubicBezTo>
                  <a:close/>
                </a:path>
              </a:pathLst>
            </a:custGeom>
            <a:solidFill>
              <a:srgbClr val="A4B7C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799" name="Google Shape;14799;p44"/>
            <p:cNvSpPr/>
            <p:nvPr/>
          </p:nvSpPr>
          <p:spPr>
            <a:xfrm>
              <a:off x="2338220" y="3346737"/>
              <a:ext cx="200996" cy="169731"/>
            </a:xfrm>
            <a:custGeom>
              <a:rect b="b" l="l" r="r" t="t"/>
              <a:pathLst>
                <a:path extrusionOk="0" h="6482" w="7676">
                  <a:moveTo>
                    <a:pt x="3864" y="0"/>
                  </a:moveTo>
                  <a:cubicBezTo>
                    <a:pt x="3823" y="0"/>
                    <a:pt x="3782" y="1"/>
                    <a:pt x="3740" y="3"/>
                  </a:cubicBezTo>
                  <a:cubicBezTo>
                    <a:pt x="1298" y="108"/>
                    <a:pt x="0" y="2932"/>
                    <a:pt x="1517" y="4849"/>
                  </a:cubicBezTo>
                  <a:lnTo>
                    <a:pt x="1450" y="6252"/>
                  </a:lnTo>
                  <a:cubicBezTo>
                    <a:pt x="1443" y="6388"/>
                    <a:pt x="1549" y="6482"/>
                    <a:pt x="1669" y="6482"/>
                  </a:cubicBezTo>
                  <a:cubicBezTo>
                    <a:pt x="1701" y="6482"/>
                    <a:pt x="1733" y="6475"/>
                    <a:pt x="1765" y="6461"/>
                  </a:cubicBezTo>
                  <a:lnTo>
                    <a:pt x="3034" y="5870"/>
                  </a:lnTo>
                  <a:cubicBezTo>
                    <a:pt x="3305" y="5947"/>
                    <a:pt x="3581" y="5984"/>
                    <a:pt x="3853" y="5984"/>
                  </a:cubicBezTo>
                  <a:cubicBezTo>
                    <a:pt x="4835" y="5984"/>
                    <a:pt x="5777" y="5502"/>
                    <a:pt x="6344" y="4658"/>
                  </a:cubicBezTo>
                  <a:cubicBezTo>
                    <a:pt x="7676" y="2661"/>
                    <a:pt x="6233" y="0"/>
                    <a:pt x="3864" y="0"/>
                  </a:cubicBezTo>
                  <a:close/>
                </a:path>
              </a:pathLst>
            </a:custGeom>
            <a:solidFill>
              <a:srgbClr val="94A3B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800" name="Google Shape;14800;p44"/>
            <p:cNvSpPr/>
            <p:nvPr/>
          </p:nvSpPr>
          <p:spPr>
            <a:xfrm>
              <a:off x="2424133" y="3390518"/>
              <a:ext cx="52239" cy="52239"/>
            </a:xfrm>
            <a:custGeom>
              <a:rect b="b" l="l" r="r" t="t"/>
              <a:pathLst>
                <a:path extrusionOk="0" h="1995" w="1995">
                  <a:moveTo>
                    <a:pt x="1003" y="0"/>
                  </a:moveTo>
                  <a:cubicBezTo>
                    <a:pt x="449" y="0"/>
                    <a:pt x="1" y="449"/>
                    <a:pt x="1" y="1002"/>
                  </a:cubicBezTo>
                  <a:cubicBezTo>
                    <a:pt x="1" y="1546"/>
                    <a:pt x="449" y="1994"/>
                    <a:pt x="1003" y="1994"/>
                  </a:cubicBezTo>
                  <a:cubicBezTo>
                    <a:pt x="1546" y="1994"/>
                    <a:pt x="1995" y="1546"/>
                    <a:pt x="1995" y="1002"/>
                  </a:cubicBezTo>
                  <a:cubicBezTo>
                    <a:pt x="1995" y="449"/>
                    <a:pt x="1546" y="0"/>
                    <a:pt x="1003" y="0"/>
                  </a:cubicBezTo>
                  <a:close/>
                </a:path>
              </a:pathLst>
            </a:custGeom>
            <a:solidFill>
              <a:srgbClr val="E9EEF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801" name="Google Shape;14801;p44"/>
            <p:cNvSpPr/>
            <p:nvPr/>
          </p:nvSpPr>
          <p:spPr>
            <a:xfrm>
              <a:off x="2406406" y="3384993"/>
              <a:ext cx="87196" cy="63263"/>
            </a:xfrm>
            <a:custGeom>
              <a:rect b="b" l="l" r="r" t="t"/>
              <a:pathLst>
                <a:path extrusionOk="0" h="2416" w="3330">
                  <a:moveTo>
                    <a:pt x="1680" y="421"/>
                  </a:moveTo>
                  <a:cubicBezTo>
                    <a:pt x="1889" y="421"/>
                    <a:pt x="2090" y="507"/>
                    <a:pt x="2233" y="650"/>
                  </a:cubicBezTo>
                  <a:cubicBezTo>
                    <a:pt x="2760" y="1178"/>
                    <a:pt x="2334" y="2004"/>
                    <a:pt x="1691" y="2004"/>
                  </a:cubicBezTo>
                  <a:cubicBezTo>
                    <a:pt x="1590" y="2004"/>
                    <a:pt x="1483" y="1984"/>
                    <a:pt x="1374" y="1938"/>
                  </a:cubicBezTo>
                  <a:cubicBezTo>
                    <a:pt x="582" y="1604"/>
                    <a:pt x="811" y="421"/>
                    <a:pt x="1680" y="421"/>
                  </a:cubicBezTo>
                  <a:close/>
                  <a:moveTo>
                    <a:pt x="1695" y="0"/>
                  </a:moveTo>
                  <a:cubicBezTo>
                    <a:pt x="1544" y="0"/>
                    <a:pt x="1384" y="30"/>
                    <a:pt x="1222" y="97"/>
                  </a:cubicBezTo>
                  <a:cubicBezTo>
                    <a:pt x="1" y="603"/>
                    <a:pt x="363" y="2415"/>
                    <a:pt x="1680" y="2415"/>
                  </a:cubicBezTo>
                  <a:cubicBezTo>
                    <a:pt x="1994" y="2415"/>
                    <a:pt x="2300" y="2291"/>
                    <a:pt x="2529" y="2062"/>
                  </a:cubicBezTo>
                  <a:cubicBezTo>
                    <a:pt x="3330" y="1253"/>
                    <a:pt x="2672" y="0"/>
                    <a:pt x="1695" y="0"/>
                  </a:cubicBezTo>
                  <a:close/>
                </a:path>
              </a:pathLst>
            </a:custGeom>
            <a:solidFill>
              <a:srgbClr val="778DA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802" name="Google Shape;14802;p44"/>
            <p:cNvSpPr/>
            <p:nvPr/>
          </p:nvSpPr>
          <p:spPr>
            <a:xfrm>
              <a:off x="2394675" y="3429062"/>
              <a:ext cx="45693" cy="41425"/>
            </a:xfrm>
            <a:custGeom>
              <a:rect b="b" l="l" r="r" t="t"/>
              <a:pathLst>
                <a:path extrusionOk="0" h="1582" w="1745">
                  <a:moveTo>
                    <a:pt x="1434" y="1"/>
                  </a:moveTo>
                  <a:cubicBezTo>
                    <a:pt x="1381" y="1"/>
                    <a:pt x="1325" y="25"/>
                    <a:pt x="1279" y="83"/>
                  </a:cubicBezTo>
                  <a:lnTo>
                    <a:pt x="134" y="1219"/>
                  </a:lnTo>
                  <a:cubicBezTo>
                    <a:pt x="0" y="1352"/>
                    <a:pt x="96" y="1581"/>
                    <a:pt x="286" y="1581"/>
                  </a:cubicBezTo>
                  <a:cubicBezTo>
                    <a:pt x="334" y="1581"/>
                    <a:pt x="391" y="1553"/>
                    <a:pt x="429" y="1514"/>
                  </a:cubicBezTo>
                  <a:lnTo>
                    <a:pt x="1565" y="379"/>
                  </a:lnTo>
                  <a:cubicBezTo>
                    <a:pt x="1745" y="228"/>
                    <a:pt x="1599" y="1"/>
                    <a:pt x="1434" y="1"/>
                  </a:cubicBezTo>
                  <a:close/>
                </a:path>
              </a:pathLst>
            </a:custGeom>
            <a:solidFill>
              <a:srgbClr val="778DA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803" name="Google Shape;14803;p44"/>
            <p:cNvSpPr/>
            <p:nvPr/>
          </p:nvSpPr>
          <p:spPr>
            <a:xfrm>
              <a:off x="2230050" y="3532598"/>
              <a:ext cx="201363" cy="89998"/>
            </a:xfrm>
            <a:custGeom>
              <a:rect b="b" l="l" r="r" t="t"/>
              <a:pathLst>
                <a:path extrusionOk="0" h="3437" w="7690">
                  <a:moveTo>
                    <a:pt x="3844" y="0"/>
                  </a:moveTo>
                  <a:cubicBezTo>
                    <a:pt x="3447" y="0"/>
                    <a:pt x="3048" y="36"/>
                    <a:pt x="2652" y="108"/>
                  </a:cubicBezTo>
                  <a:cubicBezTo>
                    <a:pt x="1431" y="337"/>
                    <a:pt x="468" y="890"/>
                    <a:pt x="39" y="1605"/>
                  </a:cubicBezTo>
                  <a:cubicBezTo>
                    <a:pt x="0" y="1672"/>
                    <a:pt x="0" y="1758"/>
                    <a:pt x="39" y="1834"/>
                  </a:cubicBezTo>
                  <a:cubicBezTo>
                    <a:pt x="592" y="2769"/>
                    <a:pt x="2090" y="3437"/>
                    <a:pt x="3845" y="3437"/>
                  </a:cubicBezTo>
                  <a:cubicBezTo>
                    <a:pt x="5600" y="3437"/>
                    <a:pt x="7089" y="2769"/>
                    <a:pt x="7642" y="1834"/>
                  </a:cubicBezTo>
                  <a:cubicBezTo>
                    <a:pt x="7690" y="1758"/>
                    <a:pt x="7690" y="1672"/>
                    <a:pt x="7642" y="1605"/>
                  </a:cubicBezTo>
                  <a:cubicBezTo>
                    <a:pt x="7222" y="890"/>
                    <a:pt x="6249" y="337"/>
                    <a:pt x="5028" y="108"/>
                  </a:cubicBezTo>
                  <a:cubicBezTo>
                    <a:pt x="4637" y="36"/>
                    <a:pt x="4241" y="0"/>
                    <a:pt x="3844" y="0"/>
                  </a:cubicBezTo>
                  <a:close/>
                </a:path>
              </a:pathLst>
            </a:custGeom>
            <a:solidFill>
              <a:srgbClr val="E9EEF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804" name="Google Shape;14804;p44"/>
            <p:cNvSpPr/>
            <p:nvPr/>
          </p:nvSpPr>
          <p:spPr>
            <a:xfrm>
              <a:off x="2227746" y="3605523"/>
              <a:ext cx="90495" cy="41058"/>
            </a:xfrm>
            <a:custGeom>
              <a:rect b="b" l="l" r="r" t="t"/>
              <a:pathLst>
                <a:path extrusionOk="0" h="1568" w="3456">
                  <a:moveTo>
                    <a:pt x="310" y="1"/>
                  </a:moveTo>
                  <a:cubicBezTo>
                    <a:pt x="151" y="1"/>
                    <a:pt x="1" y="202"/>
                    <a:pt x="155" y="356"/>
                  </a:cubicBezTo>
                  <a:cubicBezTo>
                    <a:pt x="747" y="1062"/>
                    <a:pt x="1901" y="1520"/>
                    <a:pt x="3189" y="1568"/>
                  </a:cubicBezTo>
                  <a:lnTo>
                    <a:pt x="3198" y="1568"/>
                  </a:lnTo>
                  <a:cubicBezTo>
                    <a:pt x="3456" y="1549"/>
                    <a:pt x="3456" y="1177"/>
                    <a:pt x="3198" y="1148"/>
                  </a:cubicBezTo>
                  <a:cubicBezTo>
                    <a:pt x="2034" y="1110"/>
                    <a:pt x="985" y="709"/>
                    <a:pt x="470" y="89"/>
                  </a:cubicBezTo>
                  <a:cubicBezTo>
                    <a:pt x="425" y="26"/>
                    <a:pt x="367" y="1"/>
                    <a:pt x="310" y="1"/>
                  </a:cubicBezTo>
                  <a:close/>
                </a:path>
              </a:pathLst>
            </a:custGeom>
            <a:solidFill>
              <a:srgbClr val="9CACB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805" name="Google Shape;14805;p44"/>
            <p:cNvSpPr/>
            <p:nvPr/>
          </p:nvSpPr>
          <p:spPr>
            <a:xfrm>
              <a:off x="2279252" y="3532598"/>
              <a:ext cx="93716" cy="74182"/>
            </a:xfrm>
            <a:custGeom>
              <a:rect b="b" l="l" r="r" t="t"/>
              <a:pathLst>
                <a:path extrusionOk="0" h="2833" w="3579">
                  <a:moveTo>
                    <a:pt x="1961" y="0"/>
                  </a:moveTo>
                  <a:cubicBezTo>
                    <a:pt x="1563" y="0"/>
                    <a:pt x="1165" y="36"/>
                    <a:pt x="773" y="108"/>
                  </a:cubicBezTo>
                  <a:cubicBezTo>
                    <a:pt x="1" y="947"/>
                    <a:pt x="306" y="2302"/>
                    <a:pt x="1365" y="2722"/>
                  </a:cubicBezTo>
                  <a:cubicBezTo>
                    <a:pt x="1561" y="2797"/>
                    <a:pt x="1761" y="2832"/>
                    <a:pt x="1955" y="2832"/>
                  </a:cubicBezTo>
                  <a:cubicBezTo>
                    <a:pt x="2816" y="2832"/>
                    <a:pt x="3578" y="2141"/>
                    <a:pt x="3578" y="1214"/>
                  </a:cubicBezTo>
                  <a:cubicBezTo>
                    <a:pt x="3578" y="804"/>
                    <a:pt x="3426" y="413"/>
                    <a:pt x="3149" y="108"/>
                  </a:cubicBezTo>
                  <a:cubicBezTo>
                    <a:pt x="2758" y="36"/>
                    <a:pt x="2359" y="0"/>
                    <a:pt x="1961" y="0"/>
                  </a:cubicBezTo>
                  <a:close/>
                </a:path>
              </a:pathLst>
            </a:custGeom>
            <a:solidFill>
              <a:srgbClr val="6A7F9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4806" name="Google Shape;14806;p44"/>
          <p:cNvGrpSpPr/>
          <p:nvPr/>
        </p:nvGrpSpPr>
        <p:grpSpPr>
          <a:xfrm>
            <a:off x="2223059" y="3665772"/>
            <a:ext cx="359232" cy="306050"/>
            <a:chOff x="2223059" y="3818172"/>
            <a:chExt cx="359232" cy="306050"/>
          </a:xfrm>
        </p:grpSpPr>
        <p:sp>
          <p:nvSpPr>
            <p:cNvPr id="14807" name="Google Shape;14807;p44"/>
            <p:cNvSpPr/>
            <p:nvPr/>
          </p:nvSpPr>
          <p:spPr>
            <a:xfrm>
              <a:off x="2271763" y="3818172"/>
              <a:ext cx="310528" cy="155146"/>
            </a:xfrm>
            <a:custGeom>
              <a:rect b="b" l="l" r="r" t="t"/>
              <a:pathLst>
                <a:path extrusionOk="0" h="5925" w="11859">
                  <a:moveTo>
                    <a:pt x="5925" y="1"/>
                  </a:moveTo>
                  <a:cubicBezTo>
                    <a:pt x="2653" y="1"/>
                    <a:pt x="1" y="2653"/>
                    <a:pt x="1" y="5925"/>
                  </a:cubicBezTo>
                  <a:lnTo>
                    <a:pt x="11859" y="5925"/>
                  </a:lnTo>
                  <a:cubicBezTo>
                    <a:pt x="11859" y="2653"/>
                    <a:pt x="9197" y="1"/>
                    <a:pt x="5925" y="1"/>
                  </a:cubicBezTo>
                  <a:close/>
                </a:path>
              </a:pathLst>
            </a:custGeom>
            <a:solidFill>
              <a:srgbClr val="BECBD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808" name="Google Shape;14808;p44"/>
            <p:cNvSpPr/>
            <p:nvPr/>
          </p:nvSpPr>
          <p:spPr>
            <a:xfrm>
              <a:off x="2326725" y="3862895"/>
              <a:ext cx="248339" cy="110422"/>
            </a:xfrm>
            <a:custGeom>
              <a:rect b="b" l="l" r="r" t="t"/>
              <a:pathLst>
                <a:path extrusionOk="0" h="4217" w="9484">
                  <a:moveTo>
                    <a:pt x="4742" y="0"/>
                  </a:moveTo>
                  <a:cubicBezTo>
                    <a:pt x="2319" y="0"/>
                    <a:pt x="287" y="1813"/>
                    <a:pt x="0" y="4217"/>
                  </a:cubicBezTo>
                  <a:lnTo>
                    <a:pt x="9483" y="4217"/>
                  </a:lnTo>
                  <a:cubicBezTo>
                    <a:pt x="9206" y="1813"/>
                    <a:pt x="7165" y="0"/>
                    <a:pt x="4742" y="0"/>
                  </a:cubicBezTo>
                  <a:close/>
                </a:path>
              </a:pathLst>
            </a:custGeom>
            <a:solidFill>
              <a:srgbClr val="A4B7C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809" name="Google Shape;14809;p44"/>
            <p:cNvSpPr/>
            <p:nvPr/>
          </p:nvSpPr>
          <p:spPr>
            <a:xfrm>
              <a:off x="2343955" y="3877376"/>
              <a:ext cx="213853" cy="95942"/>
            </a:xfrm>
            <a:custGeom>
              <a:rect b="b" l="l" r="r" t="t"/>
              <a:pathLst>
                <a:path extrusionOk="0" h="3664" w="8167">
                  <a:moveTo>
                    <a:pt x="4084" y="1"/>
                  </a:moveTo>
                  <a:cubicBezTo>
                    <a:pt x="1985" y="1"/>
                    <a:pt x="230" y="1575"/>
                    <a:pt x="1" y="3664"/>
                  </a:cubicBezTo>
                  <a:lnTo>
                    <a:pt x="8167" y="3664"/>
                  </a:lnTo>
                  <a:cubicBezTo>
                    <a:pt x="7947" y="1575"/>
                    <a:pt x="6182" y="1"/>
                    <a:pt x="4084" y="1"/>
                  </a:cubicBezTo>
                  <a:close/>
                </a:path>
              </a:pathLst>
            </a:custGeom>
            <a:solidFill>
              <a:srgbClr val="9CACB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810" name="Google Shape;14810;p44"/>
            <p:cNvSpPr/>
            <p:nvPr/>
          </p:nvSpPr>
          <p:spPr>
            <a:xfrm>
              <a:off x="2470114" y="4050878"/>
              <a:ext cx="10762" cy="73344"/>
            </a:xfrm>
            <a:custGeom>
              <a:rect b="b" l="l" r="r" t="t"/>
              <a:pathLst>
                <a:path extrusionOk="0" h="2801" w="411">
                  <a:moveTo>
                    <a:pt x="205" y="0"/>
                  </a:moveTo>
                  <a:cubicBezTo>
                    <a:pt x="108" y="0"/>
                    <a:pt x="10" y="62"/>
                    <a:pt x="0" y="186"/>
                  </a:cubicBezTo>
                  <a:lnTo>
                    <a:pt x="0" y="2590"/>
                  </a:lnTo>
                  <a:cubicBezTo>
                    <a:pt x="0" y="2705"/>
                    <a:pt x="86" y="2800"/>
                    <a:pt x="201" y="2800"/>
                  </a:cubicBezTo>
                  <a:cubicBezTo>
                    <a:pt x="315" y="2800"/>
                    <a:pt x="410" y="2705"/>
                    <a:pt x="410" y="2600"/>
                  </a:cubicBezTo>
                  <a:lnTo>
                    <a:pt x="410" y="186"/>
                  </a:lnTo>
                  <a:cubicBezTo>
                    <a:pt x="401" y="62"/>
                    <a:pt x="303" y="0"/>
                    <a:pt x="205" y="0"/>
                  </a:cubicBezTo>
                  <a:close/>
                </a:path>
              </a:pathLst>
            </a:custGeom>
            <a:solidFill>
              <a:srgbClr val="778DA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811" name="Google Shape;14811;p44"/>
            <p:cNvSpPr/>
            <p:nvPr/>
          </p:nvSpPr>
          <p:spPr>
            <a:xfrm>
              <a:off x="2412114" y="3988426"/>
              <a:ext cx="118147" cy="72847"/>
            </a:xfrm>
            <a:custGeom>
              <a:rect b="b" l="l" r="r" t="t"/>
              <a:pathLst>
                <a:path extrusionOk="0" h="2782" w="4512">
                  <a:moveTo>
                    <a:pt x="283" y="1"/>
                  </a:moveTo>
                  <a:cubicBezTo>
                    <a:pt x="133" y="1"/>
                    <a:pt x="0" y="186"/>
                    <a:pt x="116" y="339"/>
                  </a:cubicBezTo>
                  <a:lnTo>
                    <a:pt x="2263" y="2714"/>
                  </a:lnTo>
                  <a:cubicBezTo>
                    <a:pt x="2301" y="2752"/>
                    <a:pt x="2358" y="2781"/>
                    <a:pt x="2416" y="2781"/>
                  </a:cubicBezTo>
                  <a:cubicBezTo>
                    <a:pt x="2473" y="2781"/>
                    <a:pt x="2521" y="2762"/>
                    <a:pt x="2559" y="2724"/>
                  </a:cubicBezTo>
                  <a:lnTo>
                    <a:pt x="4333" y="1131"/>
                  </a:lnTo>
                  <a:cubicBezTo>
                    <a:pt x="4511" y="982"/>
                    <a:pt x="4372" y="753"/>
                    <a:pt x="4202" y="753"/>
                  </a:cubicBezTo>
                  <a:cubicBezTo>
                    <a:pt x="4154" y="753"/>
                    <a:pt x="4103" y="771"/>
                    <a:pt x="4056" y="816"/>
                  </a:cubicBezTo>
                  <a:lnTo>
                    <a:pt x="2435" y="2285"/>
                  </a:lnTo>
                  <a:lnTo>
                    <a:pt x="422" y="62"/>
                  </a:lnTo>
                  <a:cubicBezTo>
                    <a:pt x="378" y="19"/>
                    <a:pt x="330" y="1"/>
                    <a:pt x="283" y="1"/>
                  </a:cubicBezTo>
                  <a:close/>
                </a:path>
              </a:pathLst>
            </a:custGeom>
            <a:solidFill>
              <a:srgbClr val="778DA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812" name="Google Shape;14812;p44"/>
            <p:cNvSpPr/>
            <p:nvPr/>
          </p:nvSpPr>
          <p:spPr>
            <a:xfrm>
              <a:off x="2452623" y="4045248"/>
              <a:ext cx="45483" cy="24012"/>
            </a:xfrm>
            <a:custGeom>
              <a:rect b="b" l="l" r="r" t="t"/>
              <a:pathLst>
                <a:path extrusionOk="0" h="917" w="1737">
                  <a:moveTo>
                    <a:pt x="220" y="1"/>
                  </a:moveTo>
                  <a:cubicBezTo>
                    <a:pt x="96" y="1"/>
                    <a:pt x="0" y="96"/>
                    <a:pt x="0" y="220"/>
                  </a:cubicBezTo>
                  <a:lnTo>
                    <a:pt x="0" y="697"/>
                  </a:lnTo>
                  <a:cubicBezTo>
                    <a:pt x="0" y="821"/>
                    <a:pt x="96" y="916"/>
                    <a:pt x="220" y="916"/>
                  </a:cubicBezTo>
                  <a:lnTo>
                    <a:pt x="1517" y="916"/>
                  </a:lnTo>
                  <a:cubicBezTo>
                    <a:pt x="1641" y="916"/>
                    <a:pt x="1737" y="821"/>
                    <a:pt x="1737" y="697"/>
                  </a:cubicBezTo>
                  <a:lnTo>
                    <a:pt x="1737" y="220"/>
                  </a:lnTo>
                  <a:cubicBezTo>
                    <a:pt x="1737" y="96"/>
                    <a:pt x="1641" y="1"/>
                    <a:pt x="1517" y="1"/>
                  </a:cubicBezTo>
                  <a:close/>
                </a:path>
              </a:pathLst>
            </a:custGeom>
            <a:solidFill>
              <a:srgbClr val="BECBD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813" name="Google Shape;14813;p44"/>
            <p:cNvSpPr/>
            <p:nvPr/>
          </p:nvSpPr>
          <p:spPr>
            <a:xfrm>
              <a:off x="2491586" y="3993532"/>
              <a:ext cx="90469" cy="40508"/>
            </a:xfrm>
            <a:custGeom>
              <a:rect b="b" l="l" r="r" t="t"/>
              <a:pathLst>
                <a:path extrusionOk="0" h="1547" w="3455">
                  <a:moveTo>
                    <a:pt x="1" y="1"/>
                  </a:moveTo>
                  <a:lnTo>
                    <a:pt x="1088" y="1460"/>
                  </a:lnTo>
                  <a:cubicBezTo>
                    <a:pt x="1126" y="1518"/>
                    <a:pt x="1193" y="1546"/>
                    <a:pt x="1269" y="1546"/>
                  </a:cubicBezTo>
                  <a:lnTo>
                    <a:pt x="3235" y="1546"/>
                  </a:lnTo>
                  <a:cubicBezTo>
                    <a:pt x="3359" y="1546"/>
                    <a:pt x="3454" y="1451"/>
                    <a:pt x="3454" y="1327"/>
                  </a:cubicBezTo>
                  <a:lnTo>
                    <a:pt x="3454" y="1"/>
                  </a:lnTo>
                  <a:close/>
                </a:path>
              </a:pathLst>
            </a:custGeom>
            <a:solidFill>
              <a:srgbClr val="9CACB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814" name="Google Shape;14814;p44"/>
            <p:cNvSpPr/>
            <p:nvPr/>
          </p:nvSpPr>
          <p:spPr>
            <a:xfrm>
              <a:off x="2223059" y="3971066"/>
              <a:ext cx="359232" cy="32993"/>
            </a:xfrm>
            <a:custGeom>
              <a:rect b="b" l="l" r="r" t="t"/>
              <a:pathLst>
                <a:path extrusionOk="0" h="1260" w="13719">
                  <a:moveTo>
                    <a:pt x="1861" y="0"/>
                  </a:moveTo>
                  <a:lnTo>
                    <a:pt x="153" y="611"/>
                  </a:lnTo>
                  <a:cubicBezTo>
                    <a:pt x="57" y="639"/>
                    <a:pt x="0" y="725"/>
                    <a:pt x="0" y="821"/>
                  </a:cubicBezTo>
                  <a:lnTo>
                    <a:pt x="0" y="1040"/>
                  </a:lnTo>
                  <a:cubicBezTo>
                    <a:pt x="0" y="1164"/>
                    <a:pt x="105" y="1259"/>
                    <a:pt x="220" y="1259"/>
                  </a:cubicBezTo>
                  <a:lnTo>
                    <a:pt x="13719" y="1259"/>
                  </a:lnTo>
                  <a:lnTo>
                    <a:pt x="13719" y="0"/>
                  </a:lnTo>
                  <a:close/>
                </a:path>
              </a:pathLst>
            </a:custGeom>
            <a:solidFill>
              <a:srgbClr val="738A9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815" name="Google Shape;14815;p44"/>
            <p:cNvSpPr/>
            <p:nvPr/>
          </p:nvSpPr>
          <p:spPr>
            <a:xfrm>
              <a:off x="2461107" y="3933595"/>
              <a:ext cx="60723" cy="21760"/>
            </a:xfrm>
            <a:custGeom>
              <a:rect b="b" l="l" r="r" t="t"/>
              <a:pathLst>
                <a:path extrusionOk="0" h="831" w="2319">
                  <a:moveTo>
                    <a:pt x="421" y="0"/>
                  </a:moveTo>
                  <a:cubicBezTo>
                    <a:pt x="192" y="0"/>
                    <a:pt x="1" y="181"/>
                    <a:pt x="1" y="420"/>
                  </a:cubicBezTo>
                  <a:cubicBezTo>
                    <a:pt x="1" y="649"/>
                    <a:pt x="192" y="830"/>
                    <a:pt x="421" y="830"/>
                  </a:cubicBezTo>
                  <a:lnTo>
                    <a:pt x="1909" y="830"/>
                  </a:lnTo>
                  <a:cubicBezTo>
                    <a:pt x="2138" y="830"/>
                    <a:pt x="2319" y="649"/>
                    <a:pt x="2319" y="420"/>
                  </a:cubicBezTo>
                  <a:cubicBezTo>
                    <a:pt x="2319" y="181"/>
                    <a:pt x="2138" y="0"/>
                    <a:pt x="1909" y="0"/>
                  </a:cubicBezTo>
                  <a:close/>
                </a:path>
              </a:pathLst>
            </a:custGeom>
            <a:solidFill>
              <a:srgbClr val="778DA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4816" name="Google Shape;14816;p44"/>
          <p:cNvGrpSpPr/>
          <p:nvPr/>
        </p:nvGrpSpPr>
        <p:grpSpPr>
          <a:xfrm>
            <a:off x="1725989" y="1839420"/>
            <a:ext cx="378425" cy="298509"/>
            <a:chOff x="1725989" y="1991820"/>
            <a:chExt cx="378425" cy="298509"/>
          </a:xfrm>
        </p:grpSpPr>
        <p:sp>
          <p:nvSpPr>
            <p:cNvPr id="14817" name="Google Shape;14817;p44"/>
            <p:cNvSpPr/>
            <p:nvPr/>
          </p:nvSpPr>
          <p:spPr>
            <a:xfrm>
              <a:off x="1803392" y="2021331"/>
              <a:ext cx="145143" cy="236346"/>
            </a:xfrm>
            <a:custGeom>
              <a:rect b="b" l="l" r="r" t="t"/>
              <a:pathLst>
                <a:path extrusionOk="0" h="9026" w="5543">
                  <a:moveTo>
                    <a:pt x="5330" y="1"/>
                  </a:moveTo>
                  <a:cubicBezTo>
                    <a:pt x="5324" y="1"/>
                    <a:pt x="5319" y="1"/>
                    <a:pt x="5314" y="1"/>
                  </a:cubicBezTo>
                  <a:cubicBezTo>
                    <a:pt x="3215" y="97"/>
                    <a:pt x="1374" y="1461"/>
                    <a:pt x="687" y="3455"/>
                  </a:cubicBezTo>
                  <a:cubicBezTo>
                    <a:pt x="0" y="5439"/>
                    <a:pt x="592" y="7652"/>
                    <a:pt x="2194" y="9026"/>
                  </a:cubicBezTo>
                  <a:lnTo>
                    <a:pt x="5543" y="5134"/>
                  </a:lnTo>
                  <a:lnTo>
                    <a:pt x="5543" y="2234"/>
                  </a:lnTo>
                  <a:lnTo>
                    <a:pt x="5543" y="221"/>
                  </a:lnTo>
                  <a:cubicBezTo>
                    <a:pt x="5543" y="102"/>
                    <a:pt x="5447" y="1"/>
                    <a:pt x="5330" y="1"/>
                  </a:cubicBezTo>
                  <a:close/>
                </a:path>
              </a:pathLst>
            </a:custGeom>
            <a:solidFill>
              <a:srgbClr val="D1DBE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818" name="Google Shape;14818;p44"/>
            <p:cNvSpPr/>
            <p:nvPr/>
          </p:nvSpPr>
          <p:spPr>
            <a:xfrm>
              <a:off x="1948509" y="2155738"/>
              <a:ext cx="134669" cy="132679"/>
            </a:xfrm>
            <a:custGeom>
              <a:rect b="b" l="l" r="r" t="t"/>
              <a:pathLst>
                <a:path extrusionOk="0" h="5067" w="5143">
                  <a:moveTo>
                    <a:pt x="1" y="1"/>
                  </a:moveTo>
                  <a:lnTo>
                    <a:pt x="726" y="4179"/>
                  </a:lnTo>
                  <a:lnTo>
                    <a:pt x="878" y="5066"/>
                  </a:lnTo>
                  <a:cubicBezTo>
                    <a:pt x="3254" y="4656"/>
                    <a:pt x="5028" y="2643"/>
                    <a:pt x="5133" y="230"/>
                  </a:cubicBezTo>
                  <a:cubicBezTo>
                    <a:pt x="5143" y="106"/>
                    <a:pt x="5038" y="1"/>
                    <a:pt x="4914" y="1"/>
                  </a:cubicBezTo>
                  <a:close/>
                </a:path>
              </a:pathLst>
            </a:custGeom>
            <a:solidFill>
              <a:srgbClr val="778DA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819" name="Google Shape;14819;p44"/>
            <p:cNvSpPr/>
            <p:nvPr/>
          </p:nvSpPr>
          <p:spPr>
            <a:xfrm>
              <a:off x="1814861" y="2034842"/>
              <a:ext cx="82980" cy="123619"/>
            </a:xfrm>
            <a:custGeom>
              <a:rect b="b" l="l" r="r" t="t"/>
              <a:pathLst>
                <a:path extrusionOk="0" h="4721" w="3169">
                  <a:moveTo>
                    <a:pt x="2844" y="0"/>
                  </a:moveTo>
                  <a:lnTo>
                    <a:pt x="2844" y="0"/>
                  </a:lnTo>
                  <a:cubicBezTo>
                    <a:pt x="1279" y="773"/>
                    <a:pt x="201" y="2290"/>
                    <a:pt x="1" y="4026"/>
                  </a:cubicBezTo>
                  <a:cubicBezTo>
                    <a:pt x="220" y="4026"/>
                    <a:pt x="440" y="3998"/>
                    <a:pt x="650" y="3950"/>
                  </a:cubicBezTo>
                  <a:lnTo>
                    <a:pt x="2262" y="4704"/>
                  </a:lnTo>
                  <a:cubicBezTo>
                    <a:pt x="2287" y="4715"/>
                    <a:pt x="2313" y="4720"/>
                    <a:pt x="2338" y="4720"/>
                  </a:cubicBezTo>
                  <a:cubicBezTo>
                    <a:pt x="2438" y="4720"/>
                    <a:pt x="2529" y="4637"/>
                    <a:pt x="2529" y="4522"/>
                  </a:cubicBezTo>
                  <a:lnTo>
                    <a:pt x="2443" y="2748"/>
                  </a:lnTo>
                  <a:cubicBezTo>
                    <a:pt x="3016" y="1947"/>
                    <a:pt x="3168" y="926"/>
                    <a:pt x="2844" y="0"/>
                  </a:cubicBezTo>
                  <a:close/>
                </a:path>
              </a:pathLst>
            </a:custGeom>
            <a:solidFill>
              <a:srgbClr val="9DABB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820" name="Google Shape;14820;p44"/>
            <p:cNvSpPr/>
            <p:nvPr/>
          </p:nvSpPr>
          <p:spPr>
            <a:xfrm>
              <a:off x="1967493" y="2155738"/>
              <a:ext cx="115685" cy="132679"/>
            </a:xfrm>
            <a:custGeom>
              <a:rect b="b" l="l" r="r" t="t"/>
              <a:pathLst>
                <a:path extrusionOk="0" h="5067" w="4418">
                  <a:moveTo>
                    <a:pt x="3712" y="1"/>
                  </a:moveTo>
                  <a:cubicBezTo>
                    <a:pt x="3397" y="2004"/>
                    <a:pt x="1947" y="3635"/>
                    <a:pt x="1" y="4179"/>
                  </a:cubicBezTo>
                  <a:lnTo>
                    <a:pt x="153" y="5066"/>
                  </a:lnTo>
                  <a:cubicBezTo>
                    <a:pt x="2529" y="4656"/>
                    <a:pt x="4303" y="2643"/>
                    <a:pt x="4408" y="230"/>
                  </a:cubicBezTo>
                  <a:cubicBezTo>
                    <a:pt x="4418" y="106"/>
                    <a:pt x="4313" y="1"/>
                    <a:pt x="4189" y="1"/>
                  </a:cubicBez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821" name="Google Shape;14821;p44"/>
            <p:cNvSpPr/>
            <p:nvPr/>
          </p:nvSpPr>
          <p:spPr>
            <a:xfrm>
              <a:off x="1969745" y="2000854"/>
              <a:ext cx="134669" cy="134460"/>
            </a:xfrm>
            <a:custGeom>
              <a:rect b="b" l="l" r="r" t="t"/>
              <a:pathLst>
                <a:path extrusionOk="0" h="5135" w="5143">
                  <a:moveTo>
                    <a:pt x="230" y="1"/>
                  </a:moveTo>
                  <a:cubicBezTo>
                    <a:pt x="106" y="1"/>
                    <a:pt x="1" y="96"/>
                    <a:pt x="1" y="220"/>
                  </a:cubicBezTo>
                  <a:lnTo>
                    <a:pt x="1" y="4914"/>
                  </a:lnTo>
                  <a:cubicBezTo>
                    <a:pt x="1" y="5038"/>
                    <a:pt x="96" y="5133"/>
                    <a:pt x="220" y="5133"/>
                  </a:cubicBezTo>
                  <a:lnTo>
                    <a:pt x="4914" y="5133"/>
                  </a:lnTo>
                  <a:cubicBezTo>
                    <a:pt x="4919" y="5134"/>
                    <a:pt x="4924" y="5134"/>
                    <a:pt x="4929" y="5134"/>
                  </a:cubicBezTo>
                  <a:cubicBezTo>
                    <a:pt x="5047" y="5134"/>
                    <a:pt x="5143" y="5032"/>
                    <a:pt x="5143" y="4904"/>
                  </a:cubicBezTo>
                  <a:cubicBezTo>
                    <a:pt x="5019" y="2252"/>
                    <a:pt x="2891" y="125"/>
                    <a:pt x="230" y="1"/>
                  </a:cubicBezTo>
                  <a:close/>
                </a:path>
              </a:pathLst>
            </a:custGeom>
            <a:solidFill>
              <a:srgbClr val="657A8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822" name="Google Shape;14822;p44"/>
            <p:cNvSpPr/>
            <p:nvPr/>
          </p:nvSpPr>
          <p:spPr>
            <a:xfrm>
              <a:off x="1969745" y="2014365"/>
              <a:ext cx="134669" cy="120922"/>
            </a:xfrm>
            <a:custGeom>
              <a:rect b="b" l="l" r="r" t="t"/>
              <a:pathLst>
                <a:path extrusionOk="0" h="4618" w="5143">
                  <a:moveTo>
                    <a:pt x="2243" y="0"/>
                  </a:moveTo>
                  <a:lnTo>
                    <a:pt x="2243" y="0"/>
                  </a:lnTo>
                  <a:cubicBezTo>
                    <a:pt x="3378" y="973"/>
                    <a:pt x="4036" y="2395"/>
                    <a:pt x="4036" y="3892"/>
                  </a:cubicBezTo>
                  <a:lnTo>
                    <a:pt x="1" y="3892"/>
                  </a:lnTo>
                  <a:lnTo>
                    <a:pt x="1" y="4398"/>
                  </a:lnTo>
                  <a:cubicBezTo>
                    <a:pt x="1" y="4522"/>
                    <a:pt x="96" y="4617"/>
                    <a:pt x="220" y="4617"/>
                  </a:cubicBezTo>
                  <a:lnTo>
                    <a:pt x="4914" y="4617"/>
                  </a:lnTo>
                  <a:cubicBezTo>
                    <a:pt x="4919" y="4618"/>
                    <a:pt x="4923" y="4618"/>
                    <a:pt x="4928" y="4618"/>
                  </a:cubicBezTo>
                  <a:cubicBezTo>
                    <a:pt x="5046" y="4618"/>
                    <a:pt x="5142" y="4508"/>
                    <a:pt x="5133" y="4388"/>
                  </a:cubicBezTo>
                  <a:cubicBezTo>
                    <a:pt x="5047" y="2509"/>
                    <a:pt x="3941" y="821"/>
                    <a:pt x="2243" y="0"/>
                  </a:cubicBezTo>
                  <a:close/>
                </a:path>
              </a:pathLst>
            </a:custGeom>
            <a:solidFill>
              <a:srgbClr val="435D7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823" name="Google Shape;14823;p44"/>
            <p:cNvSpPr/>
            <p:nvPr/>
          </p:nvSpPr>
          <p:spPr>
            <a:xfrm>
              <a:off x="1860842" y="2155738"/>
              <a:ext cx="110684" cy="134591"/>
            </a:xfrm>
            <a:custGeom>
              <a:rect b="b" l="l" r="r" t="t"/>
              <a:pathLst>
                <a:path extrusionOk="0" h="5140" w="4227">
                  <a:moveTo>
                    <a:pt x="3349" y="1"/>
                  </a:moveTo>
                  <a:lnTo>
                    <a:pt x="172" y="3693"/>
                  </a:lnTo>
                  <a:lnTo>
                    <a:pt x="0" y="3893"/>
                  </a:lnTo>
                  <a:cubicBezTo>
                    <a:pt x="942" y="4704"/>
                    <a:pt x="2135" y="5140"/>
                    <a:pt x="3359" y="5140"/>
                  </a:cubicBezTo>
                  <a:cubicBezTo>
                    <a:pt x="3647" y="5140"/>
                    <a:pt x="3938" y="5115"/>
                    <a:pt x="4226" y="5066"/>
                  </a:cubicBezTo>
                  <a:lnTo>
                    <a:pt x="4074" y="4170"/>
                  </a:lnTo>
                  <a:lnTo>
                    <a:pt x="3349" y="1"/>
                  </a:lnTo>
                  <a:close/>
                </a:path>
              </a:pathLst>
            </a:custGeom>
            <a:solidFill>
              <a:srgbClr val="A4B7C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824" name="Google Shape;14824;p44"/>
            <p:cNvSpPr/>
            <p:nvPr/>
          </p:nvSpPr>
          <p:spPr>
            <a:xfrm>
              <a:off x="1860842" y="2252413"/>
              <a:ext cx="110684" cy="37916"/>
            </a:xfrm>
            <a:custGeom>
              <a:rect b="b" l="l" r="r" t="t"/>
              <a:pathLst>
                <a:path extrusionOk="0" h="1448" w="4227">
                  <a:moveTo>
                    <a:pt x="172" y="1"/>
                  </a:moveTo>
                  <a:lnTo>
                    <a:pt x="0" y="201"/>
                  </a:lnTo>
                  <a:cubicBezTo>
                    <a:pt x="942" y="1012"/>
                    <a:pt x="2135" y="1448"/>
                    <a:pt x="3359" y="1448"/>
                  </a:cubicBezTo>
                  <a:cubicBezTo>
                    <a:pt x="3647" y="1448"/>
                    <a:pt x="3938" y="1423"/>
                    <a:pt x="4226" y="1374"/>
                  </a:cubicBezTo>
                  <a:lnTo>
                    <a:pt x="4074" y="487"/>
                  </a:lnTo>
                  <a:cubicBezTo>
                    <a:pt x="3912" y="535"/>
                    <a:pt x="3740" y="573"/>
                    <a:pt x="3578" y="602"/>
                  </a:cubicBezTo>
                  <a:cubicBezTo>
                    <a:pt x="3289" y="651"/>
                    <a:pt x="2998" y="675"/>
                    <a:pt x="2709" y="675"/>
                  </a:cubicBezTo>
                  <a:cubicBezTo>
                    <a:pt x="1823" y="675"/>
                    <a:pt x="949" y="446"/>
                    <a:pt x="172" y="1"/>
                  </a:cubicBezTo>
                  <a:close/>
                </a:path>
              </a:pathLst>
            </a:custGeom>
            <a:solidFill>
              <a:srgbClr val="9CACB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825" name="Google Shape;14825;p44"/>
            <p:cNvSpPr/>
            <p:nvPr/>
          </p:nvSpPr>
          <p:spPr>
            <a:xfrm>
              <a:off x="1725989" y="1991820"/>
              <a:ext cx="177089" cy="148966"/>
            </a:xfrm>
            <a:custGeom>
              <a:rect b="b" l="l" r="r" t="t"/>
              <a:pathLst>
                <a:path extrusionOk="0" h="5689" w="6763">
                  <a:moveTo>
                    <a:pt x="3358" y="0"/>
                  </a:moveTo>
                  <a:cubicBezTo>
                    <a:pt x="1269" y="0"/>
                    <a:pt x="1" y="2333"/>
                    <a:pt x="1172" y="4095"/>
                  </a:cubicBezTo>
                  <a:cubicBezTo>
                    <a:pt x="1673" y="4835"/>
                    <a:pt x="2502" y="5265"/>
                    <a:pt x="3364" y="5265"/>
                  </a:cubicBezTo>
                  <a:cubicBezTo>
                    <a:pt x="3603" y="5265"/>
                    <a:pt x="3844" y="5232"/>
                    <a:pt x="4082" y="5164"/>
                  </a:cubicBezTo>
                  <a:lnTo>
                    <a:pt x="5169" y="5669"/>
                  </a:lnTo>
                  <a:cubicBezTo>
                    <a:pt x="5198" y="5682"/>
                    <a:pt x="5227" y="5689"/>
                    <a:pt x="5256" y="5689"/>
                  </a:cubicBezTo>
                  <a:cubicBezTo>
                    <a:pt x="5374" y="5689"/>
                    <a:pt x="5482" y="5589"/>
                    <a:pt x="5475" y="5459"/>
                  </a:cubicBezTo>
                  <a:lnTo>
                    <a:pt x="5427" y="4267"/>
                  </a:lnTo>
                  <a:cubicBezTo>
                    <a:pt x="6763" y="2578"/>
                    <a:pt x="5618" y="88"/>
                    <a:pt x="3471" y="3"/>
                  </a:cubicBezTo>
                  <a:cubicBezTo>
                    <a:pt x="3433" y="1"/>
                    <a:pt x="3396" y="0"/>
                    <a:pt x="3358" y="0"/>
                  </a:cubicBezTo>
                  <a:close/>
                </a:path>
              </a:pathLst>
            </a:custGeom>
            <a:solidFill>
              <a:srgbClr val="6A7F9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826" name="Google Shape;14826;p44"/>
            <p:cNvSpPr/>
            <p:nvPr/>
          </p:nvSpPr>
          <p:spPr>
            <a:xfrm>
              <a:off x="1798128" y="2039582"/>
              <a:ext cx="20529" cy="52737"/>
            </a:xfrm>
            <a:custGeom>
              <a:rect b="b" l="l" r="r" t="t"/>
              <a:pathLst>
                <a:path extrusionOk="0" h="2014" w="784">
                  <a:moveTo>
                    <a:pt x="258" y="1"/>
                  </a:moveTo>
                  <a:cubicBezTo>
                    <a:pt x="1" y="20"/>
                    <a:pt x="1" y="392"/>
                    <a:pt x="258" y="420"/>
                  </a:cubicBezTo>
                  <a:lnTo>
                    <a:pt x="373" y="420"/>
                  </a:lnTo>
                  <a:lnTo>
                    <a:pt x="373" y="1813"/>
                  </a:lnTo>
                  <a:cubicBezTo>
                    <a:pt x="373" y="1928"/>
                    <a:pt x="468" y="2014"/>
                    <a:pt x="583" y="2014"/>
                  </a:cubicBezTo>
                  <a:cubicBezTo>
                    <a:pt x="697" y="2014"/>
                    <a:pt x="783" y="1928"/>
                    <a:pt x="783" y="1813"/>
                  </a:cubicBezTo>
                  <a:lnTo>
                    <a:pt x="783" y="211"/>
                  </a:lnTo>
                  <a:cubicBezTo>
                    <a:pt x="783" y="96"/>
                    <a:pt x="697" y="1"/>
                    <a:pt x="583" y="1"/>
                  </a:cubicBezTo>
                  <a:close/>
                </a:path>
              </a:pathLst>
            </a:custGeom>
            <a:solidFill>
              <a:srgbClr val="E9EEF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827" name="Google Shape;14827;p44"/>
            <p:cNvSpPr/>
            <p:nvPr/>
          </p:nvSpPr>
          <p:spPr>
            <a:xfrm>
              <a:off x="1797893" y="2083808"/>
              <a:ext cx="31239" cy="10762"/>
            </a:xfrm>
            <a:custGeom>
              <a:rect b="b" l="l" r="r" t="t"/>
              <a:pathLst>
                <a:path extrusionOk="0" h="411" w="1193">
                  <a:moveTo>
                    <a:pt x="258" y="0"/>
                  </a:moveTo>
                  <a:cubicBezTo>
                    <a:pt x="0" y="19"/>
                    <a:pt x="0" y="391"/>
                    <a:pt x="258" y="410"/>
                  </a:cubicBezTo>
                  <a:lnTo>
                    <a:pt x="935" y="410"/>
                  </a:lnTo>
                  <a:cubicBezTo>
                    <a:pt x="1193" y="391"/>
                    <a:pt x="1193" y="19"/>
                    <a:pt x="935" y="0"/>
                  </a:cubicBezTo>
                  <a:close/>
                </a:path>
              </a:pathLst>
            </a:custGeom>
            <a:solidFill>
              <a:srgbClr val="E9EEF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828" name="Google Shape;14828;p44"/>
            <p:cNvSpPr/>
            <p:nvPr/>
          </p:nvSpPr>
          <p:spPr>
            <a:xfrm>
              <a:off x="1800145" y="2023006"/>
              <a:ext cx="18513" cy="15868"/>
            </a:xfrm>
            <a:custGeom>
              <a:rect b="b" l="l" r="r" t="t"/>
              <a:pathLst>
                <a:path extrusionOk="0" h="606" w="707">
                  <a:moveTo>
                    <a:pt x="404" y="0"/>
                  </a:moveTo>
                  <a:cubicBezTo>
                    <a:pt x="329" y="0"/>
                    <a:pt x="253" y="28"/>
                    <a:pt x="191" y="90"/>
                  </a:cubicBezTo>
                  <a:cubicBezTo>
                    <a:pt x="0" y="281"/>
                    <a:pt x="134" y="605"/>
                    <a:pt x="410" y="605"/>
                  </a:cubicBezTo>
                  <a:cubicBezTo>
                    <a:pt x="572" y="605"/>
                    <a:pt x="706" y="471"/>
                    <a:pt x="706" y="300"/>
                  </a:cubicBezTo>
                  <a:cubicBezTo>
                    <a:pt x="706" y="120"/>
                    <a:pt x="558" y="0"/>
                    <a:pt x="404" y="0"/>
                  </a:cubicBezTo>
                  <a:close/>
                </a:path>
              </a:pathLst>
            </a:custGeom>
            <a:solidFill>
              <a:srgbClr val="E9EEF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4829" name="Google Shape;14829;p44"/>
          <p:cNvGrpSpPr/>
          <p:nvPr/>
        </p:nvGrpSpPr>
        <p:grpSpPr>
          <a:xfrm>
            <a:off x="1768409" y="3639351"/>
            <a:ext cx="367977" cy="359075"/>
            <a:chOff x="1768409" y="3791751"/>
            <a:chExt cx="367977" cy="359075"/>
          </a:xfrm>
        </p:grpSpPr>
        <p:sp>
          <p:nvSpPr>
            <p:cNvPr id="14830" name="Google Shape;14830;p44"/>
            <p:cNvSpPr/>
            <p:nvPr/>
          </p:nvSpPr>
          <p:spPr>
            <a:xfrm>
              <a:off x="1919784" y="3791751"/>
              <a:ext cx="216602" cy="216052"/>
            </a:xfrm>
            <a:custGeom>
              <a:rect b="b" l="l" r="r" t="t"/>
              <a:pathLst>
                <a:path extrusionOk="0" h="8251" w="8272">
                  <a:moveTo>
                    <a:pt x="5348" y="1"/>
                  </a:moveTo>
                  <a:cubicBezTo>
                    <a:pt x="5291" y="1"/>
                    <a:pt x="5233" y="22"/>
                    <a:pt x="5190" y="65"/>
                  </a:cubicBezTo>
                  <a:lnTo>
                    <a:pt x="1" y="5255"/>
                  </a:lnTo>
                  <a:lnTo>
                    <a:pt x="2996" y="8251"/>
                  </a:lnTo>
                  <a:lnTo>
                    <a:pt x="8186" y="3051"/>
                  </a:lnTo>
                  <a:cubicBezTo>
                    <a:pt x="8272" y="2965"/>
                    <a:pt x="8272" y="2822"/>
                    <a:pt x="8186" y="2736"/>
                  </a:cubicBezTo>
                  <a:lnTo>
                    <a:pt x="5505" y="65"/>
                  </a:lnTo>
                  <a:cubicBezTo>
                    <a:pt x="5462" y="22"/>
                    <a:pt x="5405" y="1"/>
                    <a:pt x="5348" y="1"/>
                  </a:cubicBezTo>
                  <a:close/>
                </a:path>
              </a:pathLst>
            </a:custGeom>
            <a:solidFill>
              <a:srgbClr val="E9EEF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831" name="Google Shape;14831;p44"/>
            <p:cNvSpPr/>
            <p:nvPr/>
          </p:nvSpPr>
          <p:spPr>
            <a:xfrm>
              <a:off x="1919784" y="3833673"/>
              <a:ext cx="173895" cy="173868"/>
            </a:xfrm>
            <a:custGeom>
              <a:rect b="b" l="l" r="r" t="t"/>
              <a:pathLst>
                <a:path extrusionOk="0" h="6640" w="6641">
                  <a:moveTo>
                    <a:pt x="3645" y="0"/>
                  </a:moveTo>
                  <a:lnTo>
                    <a:pt x="1" y="3654"/>
                  </a:lnTo>
                  <a:lnTo>
                    <a:pt x="2996" y="6640"/>
                  </a:lnTo>
                  <a:lnTo>
                    <a:pt x="6641" y="2996"/>
                  </a:lnTo>
                  <a:lnTo>
                    <a:pt x="3645" y="0"/>
                  </a:lnTo>
                  <a:close/>
                </a:path>
              </a:pathLst>
            </a:custGeom>
            <a:solidFill>
              <a:srgbClr val="CDD7D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832" name="Google Shape;14832;p44"/>
            <p:cNvSpPr/>
            <p:nvPr/>
          </p:nvSpPr>
          <p:spPr>
            <a:xfrm>
              <a:off x="2048195" y="3831735"/>
              <a:ext cx="16994" cy="15894"/>
            </a:xfrm>
            <a:custGeom>
              <a:rect b="b" l="l" r="r" t="t"/>
              <a:pathLst>
                <a:path extrusionOk="0" h="607" w="649">
                  <a:moveTo>
                    <a:pt x="326" y="0"/>
                  </a:moveTo>
                  <a:cubicBezTo>
                    <a:pt x="270" y="0"/>
                    <a:pt x="215" y="22"/>
                    <a:pt x="172" y="65"/>
                  </a:cubicBezTo>
                  <a:lnTo>
                    <a:pt x="86" y="151"/>
                  </a:lnTo>
                  <a:cubicBezTo>
                    <a:pt x="0" y="236"/>
                    <a:pt x="0" y="379"/>
                    <a:pt x="86" y="465"/>
                  </a:cubicBezTo>
                  <a:lnTo>
                    <a:pt x="172" y="542"/>
                  </a:lnTo>
                  <a:cubicBezTo>
                    <a:pt x="215" y="585"/>
                    <a:pt x="270" y="606"/>
                    <a:pt x="326" y="606"/>
                  </a:cubicBezTo>
                  <a:cubicBezTo>
                    <a:pt x="382" y="606"/>
                    <a:pt x="439" y="585"/>
                    <a:pt x="487" y="542"/>
                  </a:cubicBezTo>
                  <a:lnTo>
                    <a:pt x="563" y="465"/>
                  </a:lnTo>
                  <a:cubicBezTo>
                    <a:pt x="649" y="379"/>
                    <a:pt x="649" y="236"/>
                    <a:pt x="563" y="151"/>
                  </a:cubicBezTo>
                  <a:lnTo>
                    <a:pt x="487" y="65"/>
                  </a:lnTo>
                  <a:cubicBezTo>
                    <a:pt x="439" y="22"/>
                    <a:pt x="382" y="0"/>
                    <a:pt x="326" y="0"/>
                  </a:cubicBezTo>
                  <a:close/>
                </a:path>
              </a:pathLst>
            </a:custGeom>
            <a:solidFill>
              <a:srgbClr val="CDD7D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833" name="Google Shape;14833;p44"/>
            <p:cNvSpPr/>
            <p:nvPr/>
          </p:nvSpPr>
          <p:spPr>
            <a:xfrm>
              <a:off x="2079172" y="3862712"/>
              <a:ext cx="16994" cy="15868"/>
            </a:xfrm>
            <a:custGeom>
              <a:rect b="b" l="l" r="r" t="t"/>
              <a:pathLst>
                <a:path extrusionOk="0" h="606" w="649">
                  <a:moveTo>
                    <a:pt x="320" y="0"/>
                  </a:moveTo>
                  <a:cubicBezTo>
                    <a:pt x="263" y="0"/>
                    <a:pt x="205" y="22"/>
                    <a:pt x="162" y="65"/>
                  </a:cubicBezTo>
                  <a:lnTo>
                    <a:pt x="86" y="150"/>
                  </a:lnTo>
                  <a:cubicBezTo>
                    <a:pt x="0" y="236"/>
                    <a:pt x="0" y="379"/>
                    <a:pt x="86" y="465"/>
                  </a:cubicBezTo>
                  <a:lnTo>
                    <a:pt x="162" y="542"/>
                  </a:lnTo>
                  <a:cubicBezTo>
                    <a:pt x="205" y="585"/>
                    <a:pt x="263" y="606"/>
                    <a:pt x="320" y="606"/>
                  </a:cubicBezTo>
                  <a:cubicBezTo>
                    <a:pt x="377" y="606"/>
                    <a:pt x="434" y="585"/>
                    <a:pt x="477" y="542"/>
                  </a:cubicBezTo>
                  <a:lnTo>
                    <a:pt x="563" y="465"/>
                  </a:lnTo>
                  <a:cubicBezTo>
                    <a:pt x="649" y="379"/>
                    <a:pt x="649" y="236"/>
                    <a:pt x="563" y="150"/>
                  </a:cubicBezTo>
                  <a:lnTo>
                    <a:pt x="477" y="65"/>
                  </a:lnTo>
                  <a:cubicBezTo>
                    <a:pt x="434" y="22"/>
                    <a:pt x="377" y="0"/>
                    <a:pt x="320" y="0"/>
                  </a:cubicBezTo>
                  <a:close/>
                </a:path>
              </a:pathLst>
            </a:custGeom>
            <a:solidFill>
              <a:srgbClr val="CDD7D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834" name="Google Shape;14834;p44"/>
            <p:cNvSpPr/>
            <p:nvPr/>
          </p:nvSpPr>
          <p:spPr>
            <a:xfrm>
              <a:off x="1768409" y="3834982"/>
              <a:ext cx="324511" cy="315843"/>
            </a:xfrm>
            <a:custGeom>
              <a:rect b="b" l="l" r="r" t="t"/>
              <a:pathLst>
                <a:path extrusionOk="0" h="12062" w="12393">
                  <a:moveTo>
                    <a:pt x="7962" y="0"/>
                  </a:moveTo>
                  <a:cubicBezTo>
                    <a:pt x="7904" y="0"/>
                    <a:pt x="7847" y="22"/>
                    <a:pt x="7804" y="65"/>
                  </a:cubicBezTo>
                  <a:lnTo>
                    <a:pt x="1250" y="6628"/>
                  </a:lnTo>
                  <a:cubicBezTo>
                    <a:pt x="1" y="7868"/>
                    <a:pt x="1" y="9881"/>
                    <a:pt x="1250" y="11131"/>
                  </a:cubicBezTo>
                  <a:cubicBezTo>
                    <a:pt x="1870" y="11751"/>
                    <a:pt x="2684" y="12061"/>
                    <a:pt x="3498" y="12061"/>
                  </a:cubicBezTo>
                  <a:cubicBezTo>
                    <a:pt x="4313" y="12061"/>
                    <a:pt x="5128" y="11751"/>
                    <a:pt x="5753" y="11131"/>
                  </a:cubicBezTo>
                  <a:lnTo>
                    <a:pt x="12307" y="4568"/>
                  </a:lnTo>
                  <a:cubicBezTo>
                    <a:pt x="12393" y="4482"/>
                    <a:pt x="12393" y="4339"/>
                    <a:pt x="12307" y="4253"/>
                  </a:cubicBezTo>
                  <a:lnTo>
                    <a:pt x="8119" y="65"/>
                  </a:lnTo>
                  <a:cubicBezTo>
                    <a:pt x="8076" y="22"/>
                    <a:pt x="8019" y="0"/>
                    <a:pt x="7962" y="0"/>
                  </a:cubicBezTo>
                  <a:close/>
                </a:path>
              </a:pathLst>
            </a:custGeom>
            <a:solidFill>
              <a:srgbClr val="BECBD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835" name="Google Shape;14835;p44"/>
            <p:cNvSpPr/>
            <p:nvPr/>
          </p:nvSpPr>
          <p:spPr>
            <a:xfrm>
              <a:off x="1864900" y="3952762"/>
              <a:ext cx="106835" cy="103064"/>
            </a:xfrm>
            <a:custGeom>
              <a:rect b="b" l="l" r="r" t="t"/>
              <a:pathLst>
                <a:path extrusionOk="0" h="3936" w="4080">
                  <a:moveTo>
                    <a:pt x="3798" y="1"/>
                  </a:moveTo>
                  <a:cubicBezTo>
                    <a:pt x="3753" y="1"/>
                    <a:pt x="3705" y="18"/>
                    <a:pt x="3661" y="60"/>
                  </a:cubicBezTo>
                  <a:lnTo>
                    <a:pt x="141" y="3580"/>
                  </a:lnTo>
                  <a:cubicBezTo>
                    <a:pt x="1" y="3711"/>
                    <a:pt x="90" y="3933"/>
                    <a:pt x="273" y="3933"/>
                  </a:cubicBezTo>
                  <a:cubicBezTo>
                    <a:pt x="276" y="3933"/>
                    <a:pt x="280" y="3933"/>
                    <a:pt x="284" y="3933"/>
                  </a:cubicBezTo>
                  <a:cubicBezTo>
                    <a:pt x="292" y="3934"/>
                    <a:pt x="299" y="3935"/>
                    <a:pt x="307" y="3935"/>
                  </a:cubicBezTo>
                  <a:cubicBezTo>
                    <a:pt x="356" y="3935"/>
                    <a:pt x="404" y="3909"/>
                    <a:pt x="437" y="3876"/>
                  </a:cubicBezTo>
                  <a:lnTo>
                    <a:pt x="3947" y="346"/>
                  </a:lnTo>
                  <a:cubicBezTo>
                    <a:pt x="4080" y="199"/>
                    <a:pt x="3951" y="1"/>
                    <a:pt x="3798" y="1"/>
                  </a:cubicBezTo>
                  <a:close/>
                </a:path>
              </a:pathLst>
            </a:custGeom>
            <a:solidFill>
              <a:srgbClr val="E9EEF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836" name="Google Shape;14836;p44"/>
            <p:cNvSpPr/>
            <p:nvPr/>
          </p:nvSpPr>
          <p:spPr>
            <a:xfrm>
              <a:off x="1773907" y="3934826"/>
              <a:ext cx="319012" cy="216000"/>
            </a:xfrm>
            <a:custGeom>
              <a:rect b="b" l="l" r="r" t="t"/>
              <a:pathLst>
                <a:path extrusionOk="0" h="8249" w="12183">
                  <a:moveTo>
                    <a:pt x="11668" y="1"/>
                  </a:moveTo>
                  <a:lnTo>
                    <a:pt x="5476" y="6183"/>
                  </a:lnTo>
                  <a:cubicBezTo>
                    <a:pt x="4856" y="6808"/>
                    <a:pt x="4043" y="7120"/>
                    <a:pt x="3228" y="7120"/>
                  </a:cubicBezTo>
                  <a:cubicBezTo>
                    <a:pt x="2414" y="7120"/>
                    <a:pt x="1598" y="6808"/>
                    <a:pt x="973" y="6183"/>
                  </a:cubicBezTo>
                  <a:cubicBezTo>
                    <a:pt x="554" y="5763"/>
                    <a:pt x="258" y="5238"/>
                    <a:pt x="124" y="4656"/>
                  </a:cubicBezTo>
                  <a:lnTo>
                    <a:pt x="124" y="4656"/>
                  </a:lnTo>
                  <a:cubicBezTo>
                    <a:pt x="0" y="5639"/>
                    <a:pt x="334" y="6612"/>
                    <a:pt x="1040" y="7318"/>
                  </a:cubicBezTo>
                  <a:cubicBezTo>
                    <a:pt x="1660" y="7938"/>
                    <a:pt x="2474" y="8248"/>
                    <a:pt x="3288" y="8248"/>
                  </a:cubicBezTo>
                  <a:cubicBezTo>
                    <a:pt x="4103" y="8248"/>
                    <a:pt x="4918" y="7938"/>
                    <a:pt x="5543" y="7318"/>
                  </a:cubicBezTo>
                  <a:lnTo>
                    <a:pt x="12097" y="755"/>
                  </a:lnTo>
                  <a:cubicBezTo>
                    <a:pt x="12183" y="669"/>
                    <a:pt x="12183" y="526"/>
                    <a:pt x="12097" y="440"/>
                  </a:cubicBezTo>
                  <a:lnTo>
                    <a:pt x="11668" y="1"/>
                  </a:lnTo>
                  <a:close/>
                </a:path>
              </a:pathLst>
            </a:custGeom>
            <a:solidFill>
              <a:srgbClr val="A4B7C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837" name="Google Shape;14837;p44"/>
            <p:cNvSpPr/>
            <p:nvPr/>
          </p:nvSpPr>
          <p:spPr>
            <a:xfrm>
              <a:off x="1916197" y="3992485"/>
              <a:ext cx="70176" cy="30558"/>
            </a:xfrm>
            <a:custGeom>
              <a:rect b="b" l="l" r="r" t="t"/>
              <a:pathLst>
                <a:path extrusionOk="0" h="1167" w="2680">
                  <a:moveTo>
                    <a:pt x="305" y="0"/>
                  </a:moveTo>
                  <a:cubicBezTo>
                    <a:pt x="140" y="0"/>
                    <a:pt x="0" y="223"/>
                    <a:pt x="166" y="375"/>
                  </a:cubicBezTo>
                  <a:lnTo>
                    <a:pt x="662" y="861"/>
                  </a:lnTo>
                  <a:cubicBezTo>
                    <a:pt x="853" y="1062"/>
                    <a:pt x="1111" y="1166"/>
                    <a:pt x="1387" y="1166"/>
                  </a:cubicBezTo>
                  <a:cubicBezTo>
                    <a:pt x="1664" y="1166"/>
                    <a:pt x="1922" y="1062"/>
                    <a:pt x="2122" y="861"/>
                  </a:cubicBezTo>
                  <a:lnTo>
                    <a:pt x="2513" y="470"/>
                  </a:lnTo>
                  <a:cubicBezTo>
                    <a:pt x="2680" y="318"/>
                    <a:pt x="2538" y="100"/>
                    <a:pt x="2373" y="100"/>
                  </a:cubicBezTo>
                  <a:cubicBezTo>
                    <a:pt x="2320" y="100"/>
                    <a:pt x="2266" y="122"/>
                    <a:pt x="2217" y="174"/>
                  </a:cubicBezTo>
                  <a:lnTo>
                    <a:pt x="1826" y="575"/>
                  </a:lnTo>
                  <a:cubicBezTo>
                    <a:pt x="1702" y="694"/>
                    <a:pt x="1545" y="754"/>
                    <a:pt x="1389" y="754"/>
                  </a:cubicBezTo>
                  <a:cubicBezTo>
                    <a:pt x="1232" y="754"/>
                    <a:pt x="1077" y="694"/>
                    <a:pt x="958" y="575"/>
                  </a:cubicBezTo>
                  <a:lnTo>
                    <a:pt x="462" y="79"/>
                  </a:lnTo>
                  <a:cubicBezTo>
                    <a:pt x="413" y="23"/>
                    <a:pt x="358" y="0"/>
                    <a:pt x="305" y="0"/>
                  </a:cubicBezTo>
                  <a:close/>
                </a:path>
              </a:pathLst>
            </a:custGeom>
            <a:solidFill>
              <a:srgbClr val="E9EEF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838" name="Google Shape;14838;p44"/>
            <p:cNvSpPr/>
            <p:nvPr/>
          </p:nvSpPr>
          <p:spPr>
            <a:xfrm>
              <a:off x="1879328" y="3957607"/>
              <a:ext cx="44096" cy="67924"/>
            </a:xfrm>
            <a:custGeom>
              <a:rect b="b" l="l" r="r" t="t"/>
              <a:pathLst>
                <a:path extrusionOk="0" h="2594" w="1684">
                  <a:moveTo>
                    <a:pt x="1373" y="1"/>
                  </a:moveTo>
                  <a:cubicBezTo>
                    <a:pt x="1321" y="1"/>
                    <a:pt x="1267" y="23"/>
                    <a:pt x="1221" y="75"/>
                  </a:cubicBezTo>
                  <a:lnTo>
                    <a:pt x="296" y="1001"/>
                  </a:lnTo>
                  <a:cubicBezTo>
                    <a:pt x="0" y="1296"/>
                    <a:pt x="0" y="1783"/>
                    <a:pt x="296" y="2088"/>
                  </a:cubicBezTo>
                  <a:lnTo>
                    <a:pt x="744" y="2537"/>
                  </a:lnTo>
                  <a:cubicBezTo>
                    <a:pt x="783" y="2575"/>
                    <a:pt x="840" y="2594"/>
                    <a:pt x="887" y="2594"/>
                  </a:cubicBezTo>
                  <a:cubicBezTo>
                    <a:pt x="1078" y="2594"/>
                    <a:pt x="1174" y="2374"/>
                    <a:pt x="1040" y="2241"/>
                  </a:cubicBezTo>
                  <a:lnTo>
                    <a:pt x="592" y="1792"/>
                  </a:lnTo>
                  <a:cubicBezTo>
                    <a:pt x="458" y="1649"/>
                    <a:pt x="458" y="1430"/>
                    <a:pt x="592" y="1296"/>
                  </a:cubicBezTo>
                  <a:lnTo>
                    <a:pt x="1517" y="371"/>
                  </a:lnTo>
                  <a:cubicBezTo>
                    <a:pt x="1684" y="219"/>
                    <a:pt x="1537" y="1"/>
                    <a:pt x="1373" y="1"/>
                  </a:cubicBezTo>
                  <a:close/>
                </a:path>
              </a:pathLst>
            </a:custGeom>
            <a:solidFill>
              <a:srgbClr val="E9EEF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839" name="Google Shape;14839;p44"/>
            <p:cNvSpPr/>
            <p:nvPr/>
          </p:nvSpPr>
          <p:spPr>
            <a:xfrm>
              <a:off x="1858092" y="4036266"/>
              <a:ext cx="28489" cy="28254"/>
            </a:xfrm>
            <a:custGeom>
              <a:rect b="b" l="l" r="r" t="t"/>
              <a:pathLst>
                <a:path extrusionOk="0" h="1079" w="1088">
                  <a:moveTo>
                    <a:pt x="544" y="0"/>
                  </a:moveTo>
                  <a:cubicBezTo>
                    <a:pt x="248" y="0"/>
                    <a:pt x="0" y="239"/>
                    <a:pt x="0" y="544"/>
                  </a:cubicBezTo>
                  <a:cubicBezTo>
                    <a:pt x="0" y="840"/>
                    <a:pt x="248" y="1078"/>
                    <a:pt x="544" y="1078"/>
                  </a:cubicBezTo>
                  <a:cubicBezTo>
                    <a:pt x="840" y="1078"/>
                    <a:pt x="1088" y="840"/>
                    <a:pt x="1088" y="544"/>
                  </a:cubicBezTo>
                  <a:cubicBezTo>
                    <a:pt x="1088" y="239"/>
                    <a:pt x="840" y="0"/>
                    <a:pt x="544" y="0"/>
                  </a:cubicBezTo>
                  <a:close/>
                </a:path>
              </a:pathLst>
            </a:custGeom>
            <a:solidFill>
              <a:srgbClr val="6A7F9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840" name="Google Shape;14840;p44"/>
            <p:cNvSpPr/>
            <p:nvPr/>
          </p:nvSpPr>
          <p:spPr>
            <a:xfrm>
              <a:off x="1953275" y="3946818"/>
              <a:ext cx="22755" cy="22519"/>
            </a:xfrm>
            <a:custGeom>
              <a:rect b="b" l="l" r="r" t="t"/>
              <a:pathLst>
                <a:path extrusionOk="0" h="860" w="869">
                  <a:moveTo>
                    <a:pt x="429" y="1"/>
                  </a:moveTo>
                  <a:cubicBezTo>
                    <a:pt x="200" y="1"/>
                    <a:pt x="0" y="192"/>
                    <a:pt x="0" y="430"/>
                  </a:cubicBezTo>
                  <a:cubicBezTo>
                    <a:pt x="0" y="669"/>
                    <a:pt x="200" y="859"/>
                    <a:pt x="429" y="859"/>
                  </a:cubicBezTo>
                  <a:cubicBezTo>
                    <a:pt x="668" y="859"/>
                    <a:pt x="868" y="669"/>
                    <a:pt x="868" y="430"/>
                  </a:cubicBezTo>
                  <a:cubicBezTo>
                    <a:pt x="868" y="192"/>
                    <a:pt x="668" y="1"/>
                    <a:pt x="429" y="1"/>
                  </a:cubicBezTo>
                  <a:close/>
                </a:path>
              </a:pathLst>
            </a:custGeom>
            <a:solidFill>
              <a:srgbClr val="6A7F9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841" name="Google Shape;14841;p44"/>
            <p:cNvSpPr/>
            <p:nvPr/>
          </p:nvSpPr>
          <p:spPr>
            <a:xfrm>
              <a:off x="1966760" y="3989552"/>
              <a:ext cx="22755" cy="22755"/>
            </a:xfrm>
            <a:custGeom>
              <a:rect b="b" l="l" r="r" t="t"/>
              <a:pathLst>
                <a:path extrusionOk="0" h="869" w="869">
                  <a:moveTo>
                    <a:pt x="439" y="0"/>
                  </a:moveTo>
                  <a:cubicBezTo>
                    <a:pt x="201" y="0"/>
                    <a:pt x="0" y="191"/>
                    <a:pt x="0" y="429"/>
                  </a:cubicBezTo>
                  <a:cubicBezTo>
                    <a:pt x="0" y="668"/>
                    <a:pt x="201" y="868"/>
                    <a:pt x="439" y="868"/>
                  </a:cubicBezTo>
                  <a:cubicBezTo>
                    <a:pt x="678" y="868"/>
                    <a:pt x="868" y="668"/>
                    <a:pt x="868" y="429"/>
                  </a:cubicBezTo>
                  <a:cubicBezTo>
                    <a:pt x="868" y="191"/>
                    <a:pt x="678" y="0"/>
                    <a:pt x="439" y="0"/>
                  </a:cubicBezTo>
                  <a:close/>
                </a:path>
              </a:pathLst>
            </a:custGeom>
            <a:solidFill>
              <a:srgbClr val="6A7F9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842" name="Google Shape;14842;p44"/>
            <p:cNvSpPr/>
            <p:nvPr/>
          </p:nvSpPr>
          <p:spPr>
            <a:xfrm>
              <a:off x="1904806" y="3951060"/>
              <a:ext cx="22493" cy="22781"/>
            </a:xfrm>
            <a:custGeom>
              <a:rect b="b" l="l" r="r" t="t"/>
              <a:pathLst>
                <a:path extrusionOk="0" h="870" w="859">
                  <a:moveTo>
                    <a:pt x="430" y="1"/>
                  </a:moveTo>
                  <a:cubicBezTo>
                    <a:pt x="191" y="1"/>
                    <a:pt x="0" y="201"/>
                    <a:pt x="0" y="440"/>
                  </a:cubicBezTo>
                  <a:cubicBezTo>
                    <a:pt x="0" y="669"/>
                    <a:pt x="191" y="869"/>
                    <a:pt x="430" y="869"/>
                  </a:cubicBezTo>
                  <a:cubicBezTo>
                    <a:pt x="668" y="869"/>
                    <a:pt x="859" y="669"/>
                    <a:pt x="859" y="440"/>
                  </a:cubicBezTo>
                  <a:cubicBezTo>
                    <a:pt x="859" y="201"/>
                    <a:pt x="668" y="1"/>
                    <a:pt x="430" y="1"/>
                  </a:cubicBezTo>
                  <a:close/>
                </a:path>
              </a:pathLst>
            </a:custGeom>
            <a:solidFill>
              <a:srgbClr val="6A7F9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4843" name="Google Shape;14843;p44"/>
          <p:cNvGrpSpPr/>
          <p:nvPr/>
        </p:nvGrpSpPr>
        <p:grpSpPr>
          <a:xfrm>
            <a:off x="2668963" y="3638906"/>
            <a:ext cx="358734" cy="359311"/>
            <a:chOff x="2668963" y="3791306"/>
            <a:chExt cx="358734" cy="359311"/>
          </a:xfrm>
        </p:grpSpPr>
        <p:sp>
          <p:nvSpPr>
            <p:cNvPr id="14844" name="Google Shape;14844;p44"/>
            <p:cNvSpPr/>
            <p:nvPr/>
          </p:nvSpPr>
          <p:spPr>
            <a:xfrm>
              <a:off x="2854065" y="4004268"/>
              <a:ext cx="75203" cy="75230"/>
            </a:xfrm>
            <a:custGeom>
              <a:rect b="b" l="l" r="r" t="t"/>
              <a:pathLst>
                <a:path extrusionOk="0" h="2873" w="2872">
                  <a:moveTo>
                    <a:pt x="2509" y="1"/>
                  </a:moveTo>
                  <a:lnTo>
                    <a:pt x="0" y="2510"/>
                  </a:lnTo>
                  <a:lnTo>
                    <a:pt x="363" y="2872"/>
                  </a:lnTo>
                  <a:lnTo>
                    <a:pt x="2872" y="354"/>
                  </a:lnTo>
                  <a:lnTo>
                    <a:pt x="2509" y="1"/>
                  </a:lnTo>
                  <a:close/>
                </a:path>
              </a:pathLst>
            </a:custGeom>
            <a:solidFill>
              <a:srgbClr val="9CACB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845" name="Google Shape;14845;p44"/>
            <p:cNvSpPr/>
            <p:nvPr/>
          </p:nvSpPr>
          <p:spPr>
            <a:xfrm>
              <a:off x="2879045" y="4029249"/>
              <a:ext cx="75203" cy="75230"/>
            </a:xfrm>
            <a:custGeom>
              <a:rect b="b" l="l" r="r" t="t"/>
              <a:pathLst>
                <a:path extrusionOk="0" h="2873" w="2872">
                  <a:moveTo>
                    <a:pt x="2509" y="1"/>
                  </a:moveTo>
                  <a:lnTo>
                    <a:pt x="0" y="2510"/>
                  </a:lnTo>
                  <a:lnTo>
                    <a:pt x="363" y="2872"/>
                  </a:lnTo>
                  <a:lnTo>
                    <a:pt x="2872" y="354"/>
                  </a:lnTo>
                  <a:lnTo>
                    <a:pt x="2509" y="1"/>
                  </a:lnTo>
                  <a:close/>
                </a:path>
              </a:pathLst>
            </a:custGeom>
            <a:solidFill>
              <a:srgbClr val="9CACB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846" name="Google Shape;14846;p44"/>
            <p:cNvSpPr/>
            <p:nvPr/>
          </p:nvSpPr>
          <p:spPr>
            <a:xfrm>
              <a:off x="2904026" y="4054229"/>
              <a:ext cx="75203" cy="75230"/>
            </a:xfrm>
            <a:custGeom>
              <a:rect b="b" l="l" r="r" t="t"/>
              <a:pathLst>
                <a:path extrusionOk="0" h="2873" w="2872">
                  <a:moveTo>
                    <a:pt x="2509" y="1"/>
                  </a:moveTo>
                  <a:lnTo>
                    <a:pt x="0" y="2510"/>
                  </a:lnTo>
                  <a:lnTo>
                    <a:pt x="363" y="2872"/>
                  </a:lnTo>
                  <a:lnTo>
                    <a:pt x="2872" y="354"/>
                  </a:lnTo>
                  <a:lnTo>
                    <a:pt x="2509" y="1"/>
                  </a:lnTo>
                  <a:close/>
                </a:path>
              </a:pathLst>
            </a:custGeom>
            <a:solidFill>
              <a:srgbClr val="9CACB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847" name="Google Shape;14847;p44"/>
            <p:cNvSpPr/>
            <p:nvPr/>
          </p:nvSpPr>
          <p:spPr>
            <a:xfrm>
              <a:off x="2829320" y="4006415"/>
              <a:ext cx="153156" cy="143913"/>
            </a:xfrm>
            <a:custGeom>
              <a:rect b="b" l="l" r="r" t="t"/>
              <a:pathLst>
                <a:path extrusionOk="0" h="5496" w="5849">
                  <a:moveTo>
                    <a:pt x="1851" y="726"/>
                  </a:moveTo>
                  <a:cubicBezTo>
                    <a:pt x="2105" y="726"/>
                    <a:pt x="2358" y="826"/>
                    <a:pt x="2548" y="1026"/>
                  </a:cubicBezTo>
                  <a:lnTo>
                    <a:pt x="4608" y="3086"/>
                  </a:lnTo>
                  <a:cubicBezTo>
                    <a:pt x="5000" y="3458"/>
                    <a:pt x="5009" y="4078"/>
                    <a:pt x="4628" y="4460"/>
                  </a:cubicBezTo>
                  <a:cubicBezTo>
                    <a:pt x="4440" y="4647"/>
                    <a:pt x="4196" y="4740"/>
                    <a:pt x="3951" y="4740"/>
                  </a:cubicBezTo>
                  <a:cubicBezTo>
                    <a:pt x="3697" y="4740"/>
                    <a:pt x="3443" y="4640"/>
                    <a:pt x="3254" y="4441"/>
                  </a:cubicBezTo>
                  <a:lnTo>
                    <a:pt x="1193" y="2380"/>
                  </a:lnTo>
                  <a:cubicBezTo>
                    <a:pt x="802" y="2008"/>
                    <a:pt x="792" y="1388"/>
                    <a:pt x="1174" y="1007"/>
                  </a:cubicBezTo>
                  <a:cubicBezTo>
                    <a:pt x="1361" y="819"/>
                    <a:pt x="1606" y="726"/>
                    <a:pt x="1851" y="726"/>
                  </a:cubicBezTo>
                  <a:close/>
                  <a:moveTo>
                    <a:pt x="1875" y="0"/>
                  </a:moveTo>
                  <a:cubicBezTo>
                    <a:pt x="1439" y="0"/>
                    <a:pt x="1002" y="167"/>
                    <a:pt x="668" y="501"/>
                  </a:cubicBezTo>
                  <a:cubicBezTo>
                    <a:pt x="1" y="1169"/>
                    <a:pt x="1" y="2247"/>
                    <a:pt x="668" y="2914"/>
                  </a:cubicBezTo>
                  <a:lnTo>
                    <a:pt x="2729" y="4966"/>
                  </a:lnTo>
                  <a:lnTo>
                    <a:pt x="2739" y="4966"/>
                  </a:lnTo>
                  <a:cubicBezTo>
                    <a:pt x="3072" y="5319"/>
                    <a:pt x="3519" y="5495"/>
                    <a:pt x="3966" y="5495"/>
                  </a:cubicBezTo>
                  <a:cubicBezTo>
                    <a:pt x="4401" y="5495"/>
                    <a:pt x="4837" y="5328"/>
                    <a:pt x="5171" y="4994"/>
                  </a:cubicBezTo>
                  <a:cubicBezTo>
                    <a:pt x="5849" y="4326"/>
                    <a:pt x="5830" y="3220"/>
                    <a:pt x="5143" y="2562"/>
                  </a:cubicBezTo>
                  <a:lnTo>
                    <a:pt x="3082" y="501"/>
                  </a:lnTo>
                  <a:cubicBezTo>
                    <a:pt x="2748" y="167"/>
                    <a:pt x="2312" y="0"/>
                    <a:pt x="1875" y="0"/>
                  </a:cubicBezTo>
                  <a:close/>
                </a:path>
              </a:pathLst>
            </a:custGeom>
            <a:solidFill>
              <a:srgbClr val="A4B7C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848" name="Google Shape;14848;p44"/>
            <p:cNvSpPr/>
            <p:nvPr/>
          </p:nvSpPr>
          <p:spPr>
            <a:xfrm>
              <a:off x="2917511" y="3991857"/>
              <a:ext cx="24745" cy="23697"/>
            </a:xfrm>
            <a:custGeom>
              <a:rect b="b" l="l" r="r" t="t"/>
              <a:pathLst>
                <a:path extrusionOk="0" h="905" w="945">
                  <a:moveTo>
                    <a:pt x="415" y="0"/>
                  </a:moveTo>
                  <a:cubicBezTo>
                    <a:pt x="358" y="0"/>
                    <a:pt x="301" y="22"/>
                    <a:pt x="258" y="65"/>
                  </a:cubicBezTo>
                  <a:lnTo>
                    <a:pt x="86" y="246"/>
                  </a:lnTo>
                  <a:cubicBezTo>
                    <a:pt x="0" y="332"/>
                    <a:pt x="0" y="475"/>
                    <a:pt x="86" y="561"/>
                  </a:cubicBezTo>
                  <a:lnTo>
                    <a:pt x="363" y="847"/>
                  </a:lnTo>
                  <a:cubicBezTo>
                    <a:pt x="406" y="885"/>
                    <a:pt x="463" y="904"/>
                    <a:pt x="520" y="904"/>
                  </a:cubicBezTo>
                  <a:cubicBezTo>
                    <a:pt x="577" y="904"/>
                    <a:pt x="635" y="885"/>
                    <a:pt x="678" y="847"/>
                  </a:cubicBezTo>
                  <a:lnTo>
                    <a:pt x="859" y="666"/>
                  </a:lnTo>
                  <a:cubicBezTo>
                    <a:pt x="945" y="580"/>
                    <a:pt x="945" y="437"/>
                    <a:pt x="859" y="351"/>
                  </a:cubicBezTo>
                  <a:lnTo>
                    <a:pt x="573" y="65"/>
                  </a:lnTo>
                  <a:cubicBezTo>
                    <a:pt x="530" y="22"/>
                    <a:pt x="473" y="0"/>
                    <a:pt x="415" y="0"/>
                  </a:cubicBezTo>
                  <a:close/>
                </a:path>
              </a:pathLst>
            </a:custGeom>
            <a:solidFill>
              <a:srgbClr val="778DA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849" name="Google Shape;14849;p44"/>
            <p:cNvSpPr/>
            <p:nvPr/>
          </p:nvSpPr>
          <p:spPr>
            <a:xfrm>
              <a:off x="2942492" y="4016837"/>
              <a:ext cx="24745" cy="23619"/>
            </a:xfrm>
            <a:custGeom>
              <a:rect b="b" l="l" r="r" t="t"/>
              <a:pathLst>
                <a:path extrusionOk="0" h="902" w="945">
                  <a:moveTo>
                    <a:pt x="415" y="0"/>
                  </a:moveTo>
                  <a:cubicBezTo>
                    <a:pt x="358" y="0"/>
                    <a:pt x="301" y="22"/>
                    <a:pt x="258" y="65"/>
                  </a:cubicBezTo>
                  <a:lnTo>
                    <a:pt x="86" y="246"/>
                  </a:lnTo>
                  <a:cubicBezTo>
                    <a:pt x="0" y="332"/>
                    <a:pt x="0" y="465"/>
                    <a:pt x="86" y="551"/>
                  </a:cubicBezTo>
                  <a:lnTo>
                    <a:pt x="363" y="837"/>
                  </a:lnTo>
                  <a:cubicBezTo>
                    <a:pt x="406" y="880"/>
                    <a:pt x="463" y="902"/>
                    <a:pt x="520" y="902"/>
                  </a:cubicBezTo>
                  <a:cubicBezTo>
                    <a:pt x="577" y="902"/>
                    <a:pt x="635" y="880"/>
                    <a:pt x="678" y="837"/>
                  </a:cubicBezTo>
                  <a:lnTo>
                    <a:pt x="859" y="656"/>
                  </a:lnTo>
                  <a:cubicBezTo>
                    <a:pt x="945" y="570"/>
                    <a:pt x="945" y="427"/>
                    <a:pt x="859" y="351"/>
                  </a:cubicBezTo>
                  <a:lnTo>
                    <a:pt x="573" y="65"/>
                  </a:lnTo>
                  <a:cubicBezTo>
                    <a:pt x="530" y="22"/>
                    <a:pt x="472" y="0"/>
                    <a:pt x="415" y="0"/>
                  </a:cubicBezTo>
                  <a:close/>
                </a:path>
              </a:pathLst>
            </a:custGeom>
            <a:solidFill>
              <a:srgbClr val="778DA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850" name="Google Shape;14850;p44"/>
            <p:cNvSpPr/>
            <p:nvPr/>
          </p:nvSpPr>
          <p:spPr>
            <a:xfrm>
              <a:off x="2967210" y="4041818"/>
              <a:ext cx="24771" cy="23619"/>
            </a:xfrm>
            <a:custGeom>
              <a:rect b="b" l="l" r="r" t="t"/>
              <a:pathLst>
                <a:path extrusionOk="0" h="902" w="946">
                  <a:moveTo>
                    <a:pt x="425" y="0"/>
                  </a:moveTo>
                  <a:cubicBezTo>
                    <a:pt x="368" y="0"/>
                    <a:pt x="311" y="22"/>
                    <a:pt x="268" y="65"/>
                  </a:cubicBezTo>
                  <a:lnTo>
                    <a:pt x="87" y="246"/>
                  </a:lnTo>
                  <a:cubicBezTo>
                    <a:pt x="1" y="332"/>
                    <a:pt x="1" y="465"/>
                    <a:pt x="87" y="551"/>
                  </a:cubicBezTo>
                  <a:lnTo>
                    <a:pt x="373" y="837"/>
                  </a:lnTo>
                  <a:cubicBezTo>
                    <a:pt x="416" y="880"/>
                    <a:pt x="473" y="902"/>
                    <a:pt x="530" y="902"/>
                  </a:cubicBezTo>
                  <a:cubicBezTo>
                    <a:pt x="587" y="902"/>
                    <a:pt x="645" y="880"/>
                    <a:pt x="688" y="837"/>
                  </a:cubicBezTo>
                  <a:lnTo>
                    <a:pt x="869" y="656"/>
                  </a:lnTo>
                  <a:cubicBezTo>
                    <a:pt x="945" y="570"/>
                    <a:pt x="945" y="427"/>
                    <a:pt x="869" y="351"/>
                  </a:cubicBezTo>
                  <a:lnTo>
                    <a:pt x="583" y="65"/>
                  </a:lnTo>
                  <a:cubicBezTo>
                    <a:pt x="540" y="22"/>
                    <a:pt x="482" y="0"/>
                    <a:pt x="425" y="0"/>
                  </a:cubicBezTo>
                  <a:close/>
                </a:path>
              </a:pathLst>
            </a:custGeom>
            <a:solidFill>
              <a:srgbClr val="778DA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851" name="Google Shape;14851;p44"/>
            <p:cNvSpPr/>
            <p:nvPr/>
          </p:nvSpPr>
          <p:spPr>
            <a:xfrm>
              <a:off x="2704496" y="3827467"/>
              <a:ext cx="68395" cy="64179"/>
            </a:xfrm>
            <a:custGeom>
              <a:rect b="b" l="l" r="r" t="t"/>
              <a:pathLst>
                <a:path extrusionOk="0" h="2451" w="2612">
                  <a:moveTo>
                    <a:pt x="297" y="0"/>
                  </a:moveTo>
                  <a:cubicBezTo>
                    <a:pt x="138" y="0"/>
                    <a:pt x="1" y="216"/>
                    <a:pt x="160" y="361"/>
                  </a:cubicBezTo>
                  <a:lnTo>
                    <a:pt x="2182" y="2384"/>
                  </a:lnTo>
                  <a:cubicBezTo>
                    <a:pt x="2230" y="2422"/>
                    <a:pt x="2278" y="2450"/>
                    <a:pt x="2335" y="2450"/>
                  </a:cubicBezTo>
                  <a:cubicBezTo>
                    <a:pt x="2516" y="2450"/>
                    <a:pt x="2612" y="2231"/>
                    <a:pt x="2478" y="2097"/>
                  </a:cubicBezTo>
                  <a:lnTo>
                    <a:pt x="446" y="75"/>
                  </a:lnTo>
                  <a:cubicBezTo>
                    <a:pt x="400" y="22"/>
                    <a:pt x="347" y="0"/>
                    <a:pt x="297" y="0"/>
                  </a:cubicBezTo>
                  <a:close/>
                </a:path>
              </a:pathLst>
            </a:custGeom>
            <a:solidFill>
              <a:srgbClr val="BECBD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852" name="Google Shape;14852;p44"/>
            <p:cNvSpPr/>
            <p:nvPr/>
          </p:nvSpPr>
          <p:spPr>
            <a:xfrm>
              <a:off x="2671005" y="3882927"/>
              <a:ext cx="87641" cy="31448"/>
            </a:xfrm>
            <a:custGeom>
              <a:rect b="b" l="l" r="r" t="t"/>
              <a:pathLst>
                <a:path extrusionOk="0" h="1201" w="3347">
                  <a:moveTo>
                    <a:pt x="301" y="0"/>
                  </a:moveTo>
                  <a:cubicBezTo>
                    <a:pt x="78" y="0"/>
                    <a:pt x="0" y="338"/>
                    <a:pt x="246" y="409"/>
                  </a:cubicBezTo>
                  <a:lnTo>
                    <a:pt x="3003" y="1191"/>
                  </a:lnTo>
                  <a:cubicBezTo>
                    <a:pt x="3023" y="1201"/>
                    <a:pt x="3042" y="1201"/>
                    <a:pt x="3061" y="1201"/>
                  </a:cubicBezTo>
                  <a:cubicBezTo>
                    <a:pt x="3299" y="1201"/>
                    <a:pt x="3347" y="857"/>
                    <a:pt x="3118" y="800"/>
                  </a:cubicBezTo>
                  <a:lnTo>
                    <a:pt x="361" y="8"/>
                  </a:lnTo>
                  <a:cubicBezTo>
                    <a:pt x="340" y="3"/>
                    <a:pt x="320" y="0"/>
                    <a:pt x="301" y="0"/>
                  </a:cubicBezTo>
                  <a:close/>
                </a:path>
              </a:pathLst>
            </a:custGeom>
            <a:solidFill>
              <a:srgbClr val="BECBD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853" name="Google Shape;14853;p44"/>
            <p:cNvSpPr/>
            <p:nvPr/>
          </p:nvSpPr>
          <p:spPr>
            <a:xfrm>
              <a:off x="2668963" y="3926394"/>
              <a:ext cx="86934" cy="32941"/>
            </a:xfrm>
            <a:custGeom>
              <a:rect b="b" l="l" r="r" t="t"/>
              <a:pathLst>
                <a:path extrusionOk="0" h="1258" w="3320">
                  <a:moveTo>
                    <a:pt x="3026" y="0"/>
                  </a:moveTo>
                  <a:cubicBezTo>
                    <a:pt x="3007" y="0"/>
                    <a:pt x="2988" y="3"/>
                    <a:pt x="2967" y="8"/>
                  </a:cubicBezTo>
                  <a:lnTo>
                    <a:pt x="229" y="857"/>
                  </a:lnTo>
                  <a:cubicBezTo>
                    <a:pt x="0" y="924"/>
                    <a:pt x="48" y="1258"/>
                    <a:pt x="286" y="1258"/>
                  </a:cubicBezTo>
                  <a:cubicBezTo>
                    <a:pt x="305" y="1258"/>
                    <a:pt x="324" y="1248"/>
                    <a:pt x="343" y="1248"/>
                  </a:cubicBezTo>
                  <a:lnTo>
                    <a:pt x="3091" y="399"/>
                  </a:lnTo>
                  <a:cubicBezTo>
                    <a:pt x="3319" y="329"/>
                    <a:pt x="3240" y="0"/>
                    <a:pt x="3026" y="0"/>
                  </a:cubicBezTo>
                  <a:close/>
                </a:path>
              </a:pathLst>
            </a:custGeom>
            <a:solidFill>
              <a:srgbClr val="BECBD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854" name="Google Shape;14854;p44"/>
            <p:cNvSpPr/>
            <p:nvPr/>
          </p:nvSpPr>
          <p:spPr>
            <a:xfrm>
              <a:off x="2761422" y="3794081"/>
              <a:ext cx="33203" cy="83085"/>
            </a:xfrm>
            <a:custGeom>
              <a:rect b="b" l="l" r="r" t="t"/>
              <a:pathLst>
                <a:path extrusionOk="0" h="3173" w="1268">
                  <a:moveTo>
                    <a:pt x="252" y="0"/>
                  </a:moveTo>
                  <a:cubicBezTo>
                    <a:pt x="127" y="0"/>
                    <a:pt x="1" y="102"/>
                    <a:pt x="47" y="262"/>
                  </a:cubicBezTo>
                  <a:lnTo>
                    <a:pt x="829" y="3020"/>
                  </a:lnTo>
                  <a:cubicBezTo>
                    <a:pt x="857" y="3105"/>
                    <a:pt x="934" y="3172"/>
                    <a:pt x="1029" y="3172"/>
                  </a:cubicBezTo>
                  <a:cubicBezTo>
                    <a:pt x="1163" y="3172"/>
                    <a:pt x="1268" y="3039"/>
                    <a:pt x="1229" y="2915"/>
                  </a:cubicBezTo>
                  <a:lnTo>
                    <a:pt x="447" y="148"/>
                  </a:lnTo>
                  <a:cubicBezTo>
                    <a:pt x="417" y="45"/>
                    <a:pt x="335" y="0"/>
                    <a:pt x="252" y="0"/>
                  </a:cubicBezTo>
                  <a:close/>
                </a:path>
              </a:pathLst>
            </a:custGeom>
            <a:solidFill>
              <a:srgbClr val="BECBD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855" name="Google Shape;14855;p44"/>
            <p:cNvSpPr/>
            <p:nvPr/>
          </p:nvSpPr>
          <p:spPr>
            <a:xfrm>
              <a:off x="2805099" y="3791306"/>
              <a:ext cx="34774" cy="82849"/>
            </a:xfrm>
            <a:custGeom>
              <a:rect b="b" l="l" r="r" t="t"/>
              <a:pathLst>
                <a:path extrusionOk="0" h="3164" w="1328">
                  <a:moveTo>
                    <a:pt x="1070" y="0"/>
                  </a:moveTo>
                  <a:cubicBezTo>
                    <a:pt x="988" y="0"/>
                    <a:pt x="908" y="45"/>
                    <a:pt x="878" y="149"/>
                  </a:cubicBezTo>
                  <a:lnTo>
                    <a:pt x="38" y="2897"/>
                  </a:lnTo>
                  <a:cubicBezTo>
                    <a:pt x="0" y="3030"/>
                    <a:pt x="96" y="3164"/>
                    <a:pt x="239" y="3164"/>
                  </a:cubicBezTo>
                  <a:cubicBezTo>
                    <a:pt x="325" y="3164"/>
                    <a:pt x="401" y="3097"/>
                    <a:pt x="430" y="3021"/>
                  </a:cubicBezTo>
                  <a:lnTo>
                    <a:pt x="1269" y="273"/>
                  </a:lnTo>
                  <a:cubicBezTo>
                    <a:pt x="1327" y="110"/>
                    <a:pt x="1197" y="0"/>
                    <a:pt x="1070" y="0"/>
                  </a:cubicBezTo>
                  <a:close/>
                </a:path>
              </a:pathLst>
            </a:custGeom>
            <a:solidFill>
              <a:srgbClr val="BECBD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856" name="Google Shape;14856;p44"/>
            <p:cNvSpPr/>
            <p:nvPr/>
          </p:nvSpPr>
          <p:spPr>
            <a:xfrm>
              <a:off x="2757128" y="3882220"/>
              <a:ext cx="261064" cy="259729"/>
            </a:xfrm>
            <a:custGeom>
              <a:rect b="b" l="l" r="r" t="t"/>
              <a:pathLst>
                <a:path extrusionOk="0" h="9919" w="9970">
                  <a:moveTo>
                    <a:pt x="2862" y="1"/>
                  </a:moveTo>
                  <a:cubicBezTo>
                    <a:pt x="2807" y="1"/>
                    <a:pt x="2753" y="21"/>
                    <a:pt x="2710" y="64"/>
                  </a:cubicBezTo>
                  <a:lnTo>
                    <a:pt x="115" y="2659"/>
                  </a:lnTo>
                  <a:cubicBezTo>
                    <a:pt x="1" y="2773"/>
                    <a:pt x="48" y="2973"/>
                    <a:pt x="211" y="3021"/>
                  </a:cubicBezTo>
                  <a:lnTo>
                    <a:pt x="821" y="3202"/>
                  </a:lnTo>
                  <a:lnTo>
                    <a:pt x="1184" y="3307"/>
                  </a:lnTo>
                  <a:cubicBezTo>
                    <a:pt x="1327" y="3345"/>
                    <a:pt x="1470" y="3393"/>
                    <a:pt x="1613" y="3441"/>
                  </a:cubicBezTo>
                  <a:cubicBezTo>
                    <a:pt x="2796" y="3861"/>
                    <a:pt x="3874" y="4538"/>
                    <a:pt x="4771" y="5425"/>
                  </a:cubicBezTo>
                  <a:lnTo>
                    <a:pt x="9254" y="9918"/>
                  </a:lnTo>
                  <a:lnTo>
                    <a:pt x="9970" y="9203"/>
                  </a:lnTo>
                  <a:lnTo>
                    <a:pt x="5477" y="4710"/>
                  </a:lnTo>
                  <a:cubicBezTo>
                    <a:pt x="4589" y="3822"/>
                    <a:pt x="3912" y="2744"/>
                    <a:pt x="3492" y="1561"/>
                  </a:cubicBezTo>
                  <a:cubicBezTo>
                    <a:pt x="3445" y="1418"/>
                    <a:pt x="3397" y="1275"/>
                    <a:pt x="3359" y="1132"/>
                  </a:cubicBezTo>
                  <a:lnTo>
                    <a:pt x="3254" y="770"/>
                  </a:lnTo>
                  <a:lnTo>
                    <a:pt x="3072" y="159"/>
                  </a:lnTo>
                  <a:cubicBezTo>
                    <a:pt x="3043" y="58"/>
                    <a:pt x="2953" y="1"/>
                    <a:pt x="2862" y="1"/>
                  </a:cubicBezTo>
                  <a:close/>
                </a:path>
              </a:pathLst>
            </a:custGeom>
            <a:solidFill>
              <a:srgbClr val="BECBD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857" name="Google Shape;14857;p44"/>
            <p:cNvSpPr/>
            <p:nvPr/>
          </p:nvSpPr>
          <p:spPr>
            <a:xfrm>
              <a:off x="2757128" y="3881880"/>
              <a:ext cx="91700" cy="90207"/>
            </a:xfrm>
            <a:custGeom>
              <a:rect b="b" l="l" r="r" t="t"/>
              <a:pathLst>
                <a:path extrusionOk="0" h="3445" w="3502">
                  <a:moveTo>
                    <a:pt x="2861" y="0"/>
                  </a:moveTo>
                  <a:cubicBezTo>
                    <a:pt x="2807" y="0"/>
                    <a:pt x="2752" y="21"/>
                    <a:pt x="2710" y="67"/>
                  </a:cubicBezTo>
                  <a:lnTo>
                    <a:pt x="125" y="2653"/>
                  </a:lnTo>
                  <a:cubicBezTo>
                    <a:pt x="1" y="2777"/>
                    <a:pt x="58" y="2977"/>
                    <a:pt x="211" y="3025"/>
                  </a:cubicBezTo>
                  <a:lnTo>
                    <a:pt x="831" y="3196"/>
                  </a:lnTo>
                  <a:lnTo>
                    <a:pt x="1184" y="3301"/>
                  </a:lnTo>
                  <a:cubicBezTo>
                    <a:pt x="1327" y="3349"/>
                    <a:pt x="1479" y="3397"/>
                    <a:pt x="1622" y="3444"/>
                  </a:cubicBezTo>
                  <a:lnTo>
                    <a:pt x="3502" y="1565"/>
                  </a:lnTo>
                  <a:cubicBezTo>
                    <a:pt x="3445" y="1422"/>
                    <a:pt x="3397" y="1279"/>
                    <a:pt x="3359" y="1126"/>
                  </a:cubicBezTo>
                  <a:lnTo>
                    <a:pt x="3254" y="773"/>
                  </a:lnTo>
                  <a:lnTo>
                    <a:pt x="3072" y="163"/>
                  </a:lnTo>
                  <a:cubicBezTo>
                    <a:pt x="3042" y="61"/>
                    <a:pt x="2952" y="0"/>
                    <a:pt x="2861" y="0"/>
                  </a:cubicBezTo>
                  <a:close/>
                </a:path>
              </a:pathLst>
            </a:custGeom>
            <a:solidFill>
              <a:srgbClr val="A4B7C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858" name="Google Shape;14858;p44"/>
            <p:cNvSpPr/>
            <p:nvPr/>
          </p:nvSpPr>
          <p:spPr>
            <a:xfrm>
              <a:off x="2757128" y="3881984"/>
              <a:ext cx="85206" cy="83844"/>
            </a:xfrm>
            <a:custGeom>
              <a:rect b="b" l="l" r="r" t="t"/>
              <a:pathLst>
                <a:path extrusionOk="0" h="3202" w="3254">
                  <a:moveTo>
                    <a:pt x="2862" y="0"/>
                  </a:moveTo>
                  <a:cubicBezTo>
                    <a:pt x="2807" y="0"/>
                    <a:pt x="2753" y="20"/>
                    <a:pt x="2710" y="63"/>
                  </a:cubicBezTo>
                  <a:lnTo>
                    <a:pt x="115" y="2649"/>
                  </a:lnTo>
                  <a:cubicBezTo>
                    <a:pt x="1" y="2773"/>
                    <a:pt x="48" y="2973"/>
                    <a:pt x="211" y="3021"/>
                  </a:cubicBezTo>
                  <a:lnTo>
                    <a:pt x="831" y="3202"/>
                  </a:lnTo>
                  <a:lnTo>
                    <a:pt x="3254" y="769"/>
                  </a:lnTo>
                  <a:lnTo>
                    <a:pt x="3072" y="159"/>
                  </a:lnTo>
                  <a:cubicBezTo>
                    <a:pt x="3043" y="57"/>
                    <a:pt x="2953" y="0"/>
                    <a:pt x="2862" y="0"/>
                  </a:cubicBezTo>
                  <a:close/>
                </a:path>
              </a:pathLst>
            </a:custGeom>
            <a:solidFill>
              <a:srgbClr val="A7B5C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859" name="Google Shape;14859;p44"/>
            <p:cNvSpPr/>
            <p:nvPr/>
          </p:nvSpPr>
          <p:spPr>
            <a:xfrm>
              <a:off x="2992950" y="4116995"/>
              <a:ext cx="34747" cy="33622"/>
            </a:xfrm>
            <a:custGeom>
              <a:rect b="b" l="l" r="r" t="t"/>
              <a:pathLst>
                <a:path extrusionOk="0" h="1284" w="1327">
                  <a:moveTo>
                    <a:pt x="920" y="1"/>
                  </a:moveTo>
                  <a:cubicBezTo>
                    <a:pt x="864" y="1"/>
                    <a:pt x="806" y="22"/>
                    <a:pt x="764" y="65"/>
                  </a:cubicBezTo>
                  <a:lnTo>
                    <a:pt x="86" y="743"/>
                  </a:lnTo>
                  <a:cubicBezTo>
                    <a:pt x="0" y="828"/>
                    <a:pt x="0" y="962"/>
                    <a:pt x="86" y="1048"/>
                  </a:cubicBezTo>
                  <a:lnTo>
                    <a:pt x="258" y="1220"/>
                  </a:lnTo>
                  <a:cubicBezTo>
                    <a:pt x="301" y="1262"/>
                    <a:pt x="356" y="1284"/>
                    <a:pt x="411" y="1284"/>
                  </a:cubicBezTo>
                  <a:cubicBezTo>
                    <a:pt x="465" y="1284"/>
                    <a:pt x="520" y="1262"/>
                    <a:pt x="563" y="1220"/>
                  </a:cubicBezTo>
                  <a:lnTo>
                    <a:pt x="1241" y="552"/>
                  </a:lnTo>
                  <a:cubicBezTo>
                    <a:pt x="1326" y="466"/>
                    <a:pt x="1326" y="323"/>
                    <a:pt x="1241" y="237"/>
                  </a:cubicBezTo>
                  <a:lnTo>
                    <a:pt x="1069" y="65"/>
                  </a:lnTo>
                  <a:cubicBezTo>
                    <a:pt x="1031" y="22"/>
                    <a:pt x="976" y="1"/>
                    <a:pt x="920" y="1"/>
                  </a:cubicBezTo>
                  <a:close/>
                </a:path>
              </a:pathLst>
            </a:custGeom>
            <a:solidFill>
              <a:srgbClr val="A7B5C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4860" name="Google Shape;14860;p44"/>
          <p:cNvGrpSpPr/>
          <p:nvPr/>
        </p:nvGrpSpPr>
        <p:grpSpPr>
          <a:xfrm>
            <a:off x="849682" y="1842798"/>
            <a:ext cx="363892" cy="291727"/>
            <a:chOff x="849682" y="1995198"/>
            <a:chExt cx="363892" cy="291727"/>
          </a:xfrm>
        </p:grpSpPr>
        <p:sp>
          <p:nvSpPr>
            <p:cNvPr id="14861" name="Google Shape;14861;p44"/>
            <p:cNvSpPr/>
            <p:nvPr/>
          </p:nvSpPr>
          <p:spPr>
            <a:xfrm>
              <a:off x="907838" y="2131517"/>
              <a:ext cx="247579" cy="155408"/>
            </a:xfrm>
            <a:custGeom>
              <a:rect b="b" l="l" r="r" t="t"/>
              <a:pathLst>
                <a:path extrusionOk="0" h="5935" w="9455">
                  <a:moveTo>
                    <a:pt x="0" y="0"/>
                  </a:moveTo>
                  <a:lnTo>
                    <a:pt x="0" y="4551"/>
                  </a:lnTo>
                  <a:cubicBezTo>
                    <a:pt x="0" y="4875"/>
                    <a:pt x="392" y="5171"/>
                    <a:pt x="1031" y="5409"/>
                  </a:cubicBezTo>
                  <a:cubicBezTo>
                    <a:pt x="1155" y="5457"/>
                    <a:pt x="1288" y="5505"/>
                    <a:pt x="1422" y="5543"/>
                  </a:cubicBezTo>
                  <a:cubicBezTo>
                    <a:pt x="1555" y="5581"/>
                    <a:pt x="1679" y="5610"/>
                    <a:pt x="1823" y="5638"/>
                  </a:cubicBezTo>
                  <a:cubicBezTo>
                    <a:pt x="1918" y="5667"/>
                    <a:pt x="2013" y="5686"/>
                    <a:pt x="2118" y="5705"/>
                  </a:cubicBezTo>
                  <a:cubicBezTo>
                    <a:pt x="2738" y="5820"/>
                    <a:pt x="3358" y="5886"/>
                    <a:pt x="3988" y="5915"/>
                  </a:cubicBezTo>
                  <a:cubicBezTo>
                    <a:pt x="4160" y="5925"/>
                    <a:pt x="4341" y="5934"/>
                    <a:pt x="4532" y="5934"/>
                  </a:cubicBezTo>
                  <a:lnTo>
                    <a:pt x="4933" y="5934"/>
                  </a:lnTo>
                  <a:cubicBezTo>
                    <a:pt x="5839" y="5925"/>
                    <a:pt x="6745" y="5829"/>
                    <a:pt x="7642" y="5638"/>
                  </a:cubicBezTo>
                  <a:cubicBezTo>
                    <a:pt x="7775" y="5610"/>
                    <a:pt x="7909" y="5572"/>
                    <a:pt x="8033" y="5533"/>
                  </a:cubicBezTo>
                  <a:cubicBezTo>
                    <a:pt x="8911" y="5285"/>
                    <a:pt x="9454" y="4932"/>
                    <a:pt x="9454" y="4541"/>
                  </a:cubicBezTo>
                  <a:lnTo>
                    <a:pt x="9454" y="0"/>
                  </a:lnTo>
                  <a:close/>
                </a:path>
              </a:pathLst>
            </a:custGeom>
            <a:solidFill>
              <a:srgbClr val="A4B7C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862" name="Google Shape;14862;p44"/>
            <p:cNvSpPr/>
            <p:nvPr/>
          </p:nvSpPr>
          <p:spPr>
            <a:xfrm>
              <a:off x="1140414" y="2131517"/>
              <a:ext cx="15004" cy="136424"/>
            </a:xfrm>
            <a:custGeom>
              <a:rect b="b" l="l" r="r" t="t"/>
              <a:pathLst>
                <a:path extrusionOk="0" h="5210" w="573">
                  <a:moveTo>
                    <a:pt x="0" y="0"/>
                  </a:moveTo>
                  <a:lnTo>
                    <a:pt x="0" y="5209"/>
                  </a:lnTo>
                  <a:cubicBezTo>
                    <a:pt x="363" y="5009"/>
                    <a:pt x="572" y="4780"/>
                    <a:pt x="572" y="4541"/>
                  </a:cubicBezTo>
                  <a:lnTo>
                    <a:pt x="572" y="0"/>
                  </a:lnTo>
                  <a:close/>
                </a:path>
              </a:pathLst>
            </a:custGeom>
            <a:solidFill>
              <a:srgbClr val="9CACB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863" name="Google Shape;14863;p44"/>
            <p:cNvSpPr/>
            <p:nvPr/>
          </p:nvSpPr>
          <p:spPr>
            <a:xfrm>
              <a:off x="1026483" y="2148511"/>
              <a:ext cx="10526" cy="138414"/>
            </a:xfrm>
            <a:custGeom>
              <a:rect b="b" l="l" r="r" t="t"/>
              <a:pathLst>
                <a:path extrusionOk="0" h="5286" w="402">
                  <a:moveTo>
                    <a:pt x="201" y="0"/>
                  </a:moveTo>
                  <a:cubicBezTo>
                    <a:pt x="101" y="0"/>
                    <a:pt x="1" y="67"/>
                    <a:pt x="1" y="200"/>
                  </a:cubicBezTo>
                  <a:lnTo>
                    <a:pt x="1" y="5285"/>
                  </a:lnTo>
                  <a:lnTo>
                    <a:pt x="402" y="5285"/>
                  </a:lnTo>
                  <a:lnTo>
                    <a:pt x="402" y="200"/>
                  </a:lnTo>
                  <a:cubicBezTo>
                    <a:pt x="402" y="67"/>
                    <a:pt x="301" y="0"/>
                    <a:pt x="201" y="0"/>
                  </a:cubicBezTo>
                  <a:close/>
                </a:path>
              </a:pathLst>
            </a:custGeom>
            <a:solidFill>
              <a:srgbClr val="F0F3F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864" name="Google Shape;14864;p44"/>
            <p:cNvSpPr/>
            <p:nvPr/>
          </p:nvSpPr>
          <p:spPr>
            <a:xfrm>
              <a:off x="945047" y="2148511"/>
              <a:ext cx="10526" cy="68212"/>
            </a:xfrm>
            <a:custGeom>
              <a:rect b="b" l="l" r="r" t="t"/>
              <a:pathLst>
                <a:path extrusionOk="0" h="2605" w="402">
                  <a:moveTo>
                    <a:pt x="201" y="0"/>
                  </a:moveTo>
                  <a:cubicBezTo>
                    <a:pt x="96" y="0"/>
                    <a:pt x="1" y="86"/>
                    <a:pt x="1" y="200"/>
                  </a:cubicBezTo>
                  <a:lnTo>
                    <a:pt x="1" y="2404"/>
                  </a:lnTo>
                  <a:cubicBezTo>
                    <a:pt x="1" y="2519"/>
                    <a:pt x="96" y="2604"/>
                    <a:pt x="201" y="2604"/>
                  </a:cubicBezTo>
                  <a:cubicBezTo>
                    <a:pt x="316" y="2604"/>
                    <a:pt x="402" y="2519"/>
                    <a:pt x="402" y="2404"/>
                  </a:cubicBezTo>
                  <a:lnTo>
                    <a:pt x="402" y="200"/>
                  </a:lnTo>
                  <a:cubicBezTo>
                    <a:pt x="402" y="86"/>
                    <a:pt x="316" y="0"/>
                    <a:pt x="201" y="0"/>
                  </a:cubicBezTo>
                  <a:close/>
                </a:path>
              </a:pathLst>
            </a:custGeom>
            <a:solidFill>
              <a:srgbClr val="F0F3F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865" name="Google Shape;14865;p44"/>
            <p:cNvSpPr/>
            <p:nvPr/>
          </p:nvSpPr>
          <p:spPr>
            <a:xfrm>
              <a:off x="945309" y="2228192"/>
              <a:ext cx="10526" cy="50982"/>
            </a:xfrm>
            <a:custGeom>
              <a:rect b="b" l="l" r="r" t="t"/>
              <a:pathLst>
                <a:path extrusionOk="0" h="1947" w="402">
                  <a:moveTo>
                    <a:pt x="201" y="0"/>
                  </a:moveTo>
                  <a:cubicBezTo>
                    <a:pt x="86" y="0"/>
                    <a:pt x="0" y="86"/>
                    <a:pt x="0" y="191"/>
                  </a:cubicBezTo>
                  <a:lnTo>
                    <a:pt x="0" y="1841"/>
                  </a:lnTo>
                  <a:cubicBezTo>
                    <a:pt x="124" y="1880"/>
                    <a:pt x="258" y="1908"/>
                    <a:pt x="392" y="1946"/>
                  </a:cubicBezTo>
                  <a:cubicBezTo>
                    <a:pt x="401" y="1927"/>
                    <a:pt x="401" y="1908"/>
                    <a:pt x="392" y="1899"/>
                  </a:cubicBezTo>
                  <a:cubicBezTo>
                    <a:pt x="392" y="1326"/>
                    <a:pt x="392" y="763"/>
                    <a:pt x="401" y="201"/>
                  </a:cubicBezTo>
                  <a:cubicBezTo>
                    <a:pt x="401" y="86"/>
                    <a:pt x="315" y="0"/>
                    <a:pt x="201" y="0"/>
                  </a:cubicBezTo>
                  <a:close/>
                </a:path>
              </a:pathLst>
            </a:custGeom>
            <a:solidFill>
              <a:srgbClr val="F0F3F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866" name="Google Shape;14866;p44"/>
            <p:cNvSpPr/>
            <p:nvPr/>
          </p:nvSpPr>
          <p:spPr>
            <a:xfrm>
              <a:off x="1107682" y="2148511"/>
              <a:ext cx="10762" cy="130663"/>
            </a:xfrm>
            <a:custGeom>
              <a:rect b="b" l="l" r="r" t="t"/>
              <a:pathLst>
                <a:path extrusionOk="0" h="4990" w="411">
                  <a:moveTo>
                    <a:pt x="210" y="0"/>
                  </a:moveTo>
                  <a:cubicBezTo>
                    <a:pt x="110" y="0"/>
                    <a:pt x="10" y="67"/>
                    <a:pt x="10" y="200"/>
                  </a:cubicBezTo>
                  <a:lnTo>
                    <a:pt x="10" y="4942"/>
                  </a:lnTo>
                  <a:cubicBezTo>
                    <a:pt x="0" y="4961"/>
                    <a:pt x="0" y="4970"/>
                    <a:pt x="10" y="4989"/>
                  </a:cubicBezTo>
                  <a:cubicBezTo>
                    <a:pt x="143" y="4961"/>
                    <a:pt x="277" y="4923"/>
                    <a:pt x="401" y="4884"/>
                  </a:cubicBezTo>
                  <a:lnTo>
                    <a:pt x="401" y="200"/>
                  </a:lnTo>
                  <a:lnTo>
                    <a:pt x="411" y="200"/>
                  </a:lnTo>
                  <a:cubicBezTo>
                    <a:pt x="411" y="67"/>
                    <a:pt x="310" y="0"/>
                    <a:pt x="210" y="0"/>
                  </a:cubicBezTo>
                  <a:close/>
                </a:path>
              </a:pathLst>
            </a:custGeom>
            <a:solidFill>
              <a:srgbClr val="F0F3F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867" name="Google Shape;14867;p44"/>
            <p:cNvSpPr/>
            <p:nvPr/>
          </p:nvSpPr>
          <p:spPr>
            <a:xfrm>
              <a:off x="907838" y="2122274"/>
              <a:ext cx="247579" cy="59230"/>
            </a:xfrm>
            <a:custGeom>
              <a:rect b="b" l="l" r="r" t="t"/>
              <a:pathLst>
                <a:path extrusionOk="0" h="2262" w="9455">
                  <a:moveTo>
                    <a:pt x="0" y="0"/>
                  </a:moveTo>
                  <a:lnTo>
                    <a:pt x="0" y="868"/>
                  </a:lnTo>
                  <a:cubicBezTo>
                    <a:pt x="0" y="1565"/>
                    <a:pt x="1727" y="2137"/>
                    <a:pt x="3988" y="2242"/>
                  </a:cubicBezTo>
                  <a:cubicBezTo>
                    <a:pt x="4227" y="2252"/>
                    <a:pt x="4475" y="2261"/>
                    <a:pt x="4732" y="2261"/>
                  </a:cubicBezTo>
                  <a:cubicBezTo>
                    <a:pt x="7337" y="2261"/>
                    <a:pt x="9454" y="1641"/>
                    <a:pt x="9454" y="868"/>
                  </a:cubicBezTo>
                  <a:lnTo>
                    <a:pt x="9454" y="0"/>
                  </a:lnTo>
                  <a:close/>
                </a:path>
              </a:pathLst>
            </a:custGeom>
            <a:solidFill>
              <a:srgbClr val="D1DBE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868" name="Google Shape;14868;p44"/>
            <p:cNvSpPr/>
            <p:nvPr/>
          </p:nvSpPr>
          <p:spPr>
            <a:xfrm>
              <a:off x="1140414" y="2122012"/>
              <a:ext cx="15004" cy="40508"/>
            </a:xfrm>
            <a:custGeom>
              <a:rect b="b" l="l" r="r" t="t"/>
              <a:pathLst>
                <a:path extrusionOk="0" h="1547" w="573">
                  <a:moveTo>
                    <a:pt x="0" y="1"/>
                  </a:moveTo>
                  <a:lnTo>
                    <a:pt x="0" y="10"/>
                  </a:lnTo>
                  <a:lnTo>
                    <a:pt x="0" y="1546"/>
                  </a:lnTo>
                  <a:cubicBezTo>
                    <a:pt x="363" y="1346"/>
                    <a:pt x="572" y="1117"/>
                    <a:pt x="572" y="878"/>
                  </a:cubicBezTo>
                  <a:lnTo>
                    <a:pt x="572" y="1"/>
                  </a:lnTo>
                  <a:close/>
                </a:path>
              </a:pathLst>
            </a:custGeom>
            <a:solidFill>
              <a:srgbClr val="9DABB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869" name="Google Shape;14869;p44"/>
            <p:cNvSpPr/>
            <p:nvPr/>
          </p:nvSpPr>
          <p:spPr>
            <a:xfrm>
              <a:off x="907838" y="2085798"/>
              <a:ext cx="247579" cy="72716"/>
            </a:xfrm>
            <a:custGeom>
              <a:rect b="b" l="l" r="r" t="t"/>
              <a:pathLst>
                <a:path extrusionOk="0" h="2777" w="9455">
                  <a:moveTo>
                    <a:pt x="4732" y="1"/>
                  </a:moveTo>
                  <a:cubicBezTo>
                    <a:pt x="2118" y="1"/>
                    <a:pt x="0" y="621"/>
                    <a:pt x="0" y="1393"/>
                  </a:cubicBezTo>
                  <a:cubicBezTo>
                    <a:pt x="0" y="2157"/>
                    <a:pt x="2118" y="2777"/>
                    <a:pt x="4732" y="2777"/>
                  </a:cubicBezTo>
                  <a:cubicBezTo>
                    <a:pt x="7337" y="2777"/>
                    <a:pt x="9454" y="2157"/>
                    <a:pt x="9454" y="1393"/>
                  </a:cubicBezTo>
                  <a:cubicBezTo>
                    <a:pt x="9454" y="621"/>
                    <a:pt x="7337" y="1"/>
                    <a:pt x="4732" y="1"/>
                  </a:cubicBezTo>
                  <a:close/>
                </a:path>
              </a:pathLst>
            </a:custGeom>
            <a:solidFill>
              <a:srgbClr val="F0F3F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870" name="Google Shape;14870;p44"/>
            <p:cNvSpPr/>
            <p:nvPr/>
          </p:nvSpPr>
          <p:spPr>
            <a:xfrm>
              <a:off x="1012264" y="2085798"/>
              <a:ext cx="143153" cy="72716"/>
            </a:xfrm>
            <a:custGeom>
              <a:rect b="b" l="l" r="r" t="t"/>
              <a:pathLst>
                <a:path extrusionOk="0" h="2777" w="5467">
                  <a:moveTo>
                    <a:pt x="744" y="1"/>
                  </a:moveTo>
                  <a:cubicBezTo>
                    <a:pt x="487" y="1"/>
                    <a:pt x="239" y="1"/>
                    <a:pt x="0" y="20"/>
                  </a:cubicBezTo>
                  <a:cubicBezTo>
                    <a:pt x="2252" y="125"/>
                    <a:pt x="3978" y="697"/>
                    <a:pt x="3978" y="1384"/>
                  </a:cubicBezTo>
                  <a:cubicBezTo>
                    <a:pt x="3978" y="2080"/>
                    <a:pt x="2252" y="2653"/>
                    <a:pt x="0" y="2758"/>
                  </a:cubicBezTo>
                  <a:cubicBezTo>
                    <a:pt x="239" y="2767"/>
                    <a:pt x="487" y="2777"/>
                    <a:pt x="744" y="2777"/>
                  </a:cubicBezTo>
                  <a:cubicBezTo>
                    <a:pt x="3349" y="2777"/>
                    <a:pt x="5466" y="2157"/>
                    <a:pt x="5466" y="1384"/>
                  </a:cubicBezTo>
                  <a:cubicBezTo>
                    <a:pt x="5466" y="621"/>
                    <a:pt x="3349" y="1"/>
                    <a:pt x="744" y="1"/>
                  </a:cubicBezTo>
                  <a:close/>
                </a:path>
              </a:pathLst>
            </a:custGeom>
            <a:solidFill>
              <a:srgbClr val="C8D3D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871" name="Google Shape;14871;p44"/>
            <p:cNvSpPr/>
            <p:nvPr/>
          </p:nvSpPr>
          <p:spPr>
            <a:xfrm>
              <a:off x="1049971" y="1995198"/>
              <a:ext cx="123750" cy="119613"/>
            </a:xfrm>
            <a:custGeom>
              <a:rect b="b" l="l" r="r" t="t"/>
              <a:pathLst>
                <a:path extrusionOk="0" h="4568" w="4726">
                  <a:moveTo>
                    <a:pt x="4442" y="0"/>
                  </a:moveTo>
                  <a:cubicBezTo>
                    <a:pt x="4395" y="0"/>
                    <a:pt x="4346" y="19"/>
                    <a:pt x="4303" y="64"/>
                  </a:cubicBezTo>
                  <a:lnTo>
                    <a:pt x="134" y="4224"/>
                  </a:lnTo>
                  <a:cubicBezTo>
                    <a:pt x="1" y="4348"/>
                    <a:pt x="96" y="4567"/>
                    <a:pt x="277" y="4567"/>
                  </a:cubicBezTo>
                  <a:cubicBezTo>
                    <a:pt x="325" y="4567"/>
                    <a:pt x="382" y="4548"/>
                    <a:pt x="420" y="4510"/>
                  </a:cubicBezTo>
                  <a:lnTo>
                    <a:pt x="4580" y="341"/>
                  </a:lnTo>
                  <a:cubicBezTo>
                    <a:pt x="4725" y="195"/>
                    <a:pt x="4593" y="0"/>
                    <a:pt x="4442" y="0"/>
                  </a:cubicBezTo>
                  <a:close/>
                </a:path>
              </a:pathLst>
            </a:custGeom>
            <a:solidFill>
              <a:srgbClr val="6A7F9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872" name="Google Shape;14872;p44"/>
            <p:cNvSpPr/>
            <p:nvPr/>
          </p:nvSpPr>
          <p:spPr>
            <a:xfrm>
              <a:off x="1044734" y="2103525"/>
              <a:ext cx="18513" cy="18775"/>
            </a:xfrm>
            <a:custGeom>
              <a:rect b="b" l="l" r="r" t="t"/>
              <a:pathLst>
                <a:path extrusionOk="0" h="717" w="707">
                  <a:moveTo>
                    <a:pt x="353" y="1"/>
                  </a:moveTo>
                  <a:cubicBezTo>
                    <a:pt x="153" y="1"/>
                    <a:pt x="0" y="163"/>
                    <a:pt x="0" y="354"/>
                  </a:cubicBezTo>
                  <a:cubicBezTo>
                    <a:pt x="0" y="554"/>
                    <a:pt x="153" y="716"/>
                    <a:pt x="353" y="716"/>
                  </a:cubicBezTo>
                  <a:cubicBezTo>
                    <a:pt x="544" y="716"/>
                    <a:pt x="706" y="554"/>
                    <a:pt x="706" y="354"/>
                  </a:cubicBezTo>
                  <a:cubicBezTo>
                    <a:pt x="706" y="163"/>
                    <a:pt x="544" y="1"/>
                    <a:pt x="353" y="1"/>
                  </a:cubicBezTo>
                  <a:close/>
                </a:path>
              </a:pathLst>
            </a:custGeom>
            <a:solidFill>
              <a:srgbClr val="9CACB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873" name="Google Shape;14873;p44"/>
            <p:cNvSpPr/>
            <p:nvPr/>
          </p:nvSpPr>
          <p:spPr>
            <a:xfrm>
              <a:off x="889509" y="1995224"/>
              <a:ext cx="123776" cy="119587"/>
            </a:xfrm>
            <a:custGeom>
              <a:rect b="b" l="l" r="r" t="t"/>
              <a:pathLst>
                <a:path extrusionOk="0" h="4567" w="4727">
                  <a:moveTo>
                    <a:pt x="292" y="0"/>
                  </a:moveTo>
                  <a:cubicBezTo>
                    <a:pt x="135" y="0"/>
                    <a:pt x="1" y="203"/>
                    <a:pt x="147" y="350"/>
                  </a:cubicBezTo>
                  <a:lnTo>
                    <a:pt x="4316" y="4509"/>
                  </a:lnTo>
                  <a:cubicBezTo>
                    <a:pt x="4354" y="4547"/>
                    <a:pt x="4402" y="4566"/>
                    <a:pt x="4459" y="4566"/>
                  </a:cubicBezTo>
                  <a:cubicBezTo>
                    <a:pt x="4640" y="4566"/>
                    <a:pt x="4726" y="4347"/>
                    <a:pt x="4602" y="4223"/>
                  </a:cubicBezTo>
                  <a:lnTo>
                    <a:pt x="433" y="63"/>
                  </a:lnTo>
                  <a:cubicBezTo>
                    <a:pt x="389" y="19"/>
                    <a:pt x="339" y="0"/>
                    <a:pt x="292" y="0"/>
                  </a:cubicBezTo>
                  <a:close/>
                </a:path>
              </a:pathLst>
            </a:custGeom>
            <a:solidFill>
              <a:srgbClr val="6A7F9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874" name="Google Shape;14874;p44"/>
            <p:cNvSpPr/>
            <p:nvPr/>
          </p:nvSpPr>
          <p:spPr>
            <a:xfrm>
              <a:off x="1000010" y="2103525"/>
              <a:ext cx="18775" cy="18775"/>
            </a:xfrm>
            <a:custGeom>
              <a:rect b="b" l="l" r="r" t="t"/>
              <a:pathLst>
                <a:path extrusionOk="0" h="717" w="717">
                  <a:moveTo>
                    <a:pt x="363" y="1"/>
                  </a:moveTo>
                  <a:cubicBezTo>
                    <a:pt x="163" y="1"/>
                    <a:pt x="1" y="163"/>
                    <a:pt x="1" y="354"/>
                  </a:cubicBezTo>
                  <a:cubicBezTo>
                    <a:pt x="1" y="554"/>
                    <a:pt x="163" y="716"/>
                    <a:pt x="363" y="716"/>
                  </a:cubicBezTo>
                  <a:cubicBezTo>
                    <a:pt x="554" y="716"/>
                    <a:pt x="716" y="554"/>
                    <a:pt x="716" y="354"/>
                  </a:cubicBezTo>
                  <a:cubicBezTo>
                    <a:pt x="716" y="163"/>
                    <a:pt x="554" y="1"/>
                    <a:pt x="363" y="1"/>
                  </a:cubicBezTo>
                  <a:close/>
                </a:path>
              </a:pathLst>
            </a:custGeom>
            <a:solidFill>
              <a:srgbClr val="9CACB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875" name="Google Shape;14875;p44"/>
            <p:cNvSpPr/>
            <p:nvPr/>
          </p:nvSpPr>
          <p:spPr>
            <a:xfrm>
              <a:off x="883984" y="2035811"/>
              <a:ext cx="42603" cy="55250"/>
            </a:xfrm>
            <a:custGeom>
              <a:rect b="b" l="l" r="r" t="t"/>
              <a:pathLst>
                <a:path extrusionOk="0" h="2110" w="1627">
                  <a:moveTo>
                    <a:pt x="276" y="0"/>
                  </a:moveTo>
                  <a:cubicBezTo>
                    <a:pt x="134" y="0"/>
                    <a:pt x="0" y="156"/>
                    <a:pt x="101" y="316"/>
                  </a:cubicBezTo>
                  <a:lnTo>
                    <a:pt x="1207" y="2014"/>
                  </a:lnTo>
                  <a:cubicBezTo>
                    <a:pt x="1236" y="2072"/>
                    <a:pt x="1303" y="2110"/>
                    <a:pt x="1369" y="2110"/>
                  </a:cubicBezTo>
                  <a:cubicBezTo>
                    <a:pt x="1532" y="2110"/>
                    <a:pt x="1627" y="1929"/>
                    <a:pt x="1541" y="1795"/>
                  </a:cubicBezTo>
                  <a:lnTo>
                    <a:pt x="444" y="97"/>
                  </a:lnTo>
                  <a:cubicBezTo>
                    <a:pt x="398" y="28"/>
                    <a:pt x="336" y="0"/>
                    <a:pt x="276" y="0"/>
                  </a:cubicBezTo>
                  <a:close/>
                </a:path>
              </a:pathLst>
            </a:custGeom>
            <a:solidFill>
              <a:srgbClr val="BECBD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876" name="Google Shape;14876;p44"/>
            <p:cNvSpPr/>
            <p:nvPr/>
          </p:nvSpPr>
          <p:spPr>
            <a:xfrm>
              <a:off x="849682" y="2076083"/>
              <a:ext cx="61090" cy="29720"/>
            </a:xfrm>
            <a:custGeom>
              <a:rect b="b" l="l" r="r" t="t"/>
              <a:pathLst>
                <a:path extrusionOk="0" h="1135" w="2333">
                  <a:moveTo>
                    <a:pt x="285" y="0"/>
                  </a:moveTo>
                  <a:cubicBezTo>
                    <a:pt x="91" y="0"/>
                    <a:pt x="0" y="298"/>
                    <a:pt x="218" y="391"/>
                  </a:cubicBezTo>
                  <a:lnTo>
                    <a:pt x="1983" y="1125"/>
                  </a:lnTo>
                  <a:cubicBezTo>
                    <a:pt x="2002" y="1135"/>
                    <a:pt x="2031" y="1135"/>
                    <a:pt x="2059" y="1135"/>
                  </a:cubicBezTo>
                  <a:lnTo>
                    <a:pt x="2050" y="1135"/>
                  </a:lnTo>
                  <a:cubicBezTo>
                    <a:pt x="2053" y="1135"/>
                    <a:pt x="2056" y="1135"/>
                    <a:pt x="2060" y="1135"/>
                  </a:cubicBezTo>
                  <a:cubicBezTo>
                    <a:pt x="2280" y="1135"/>
                    <a:pt x="2333" y="828"/>
                    <a:pt x="2126" y="753"/>
                  </a:cubicBezTo>
                  <a:lnTo>
                    <a:pt x="371" y="19"/>
                  </a:lnTo>
                  <a:cubicBezTo>
                    <a:pt x="341" y="6"/>
                    <a:pt x="312" y="0"/>
                    <a:pt x="285" y="0"/>
                  </a:cubicBezTo>
                  <a:close/>
                </a:path>
              </a:pathLst>
            </a:custGeom>
            <a:solidFill>
              <a:srgbClr val="BECBD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877" name="Google Shape;14877;p44"/>
            <p:cNvSpPr/>
            <p:nvPr/>
          </p:nvSpPr>
          <p:spPr>
            <a:xfrm>
              <a:off x="1136643" y="2035811"/>
              <a:ext cx="42629" cy="55250"/>
            </a:xfrm>
            <a:custGeom>
              <a:rect b="b" l="l" r="r" t="t"/>
              <a:pathLst>
                <a:path extrusionOk="0" h="2110" w="1628">
                  <a:moveTo>
                    <a:pt x="1355" y="0"/>
                  </a:moveTo>
                  <a:cubicBezTo>
                    <a:pt x="1296" y="0"/>
                    <a:pt x="1236" y="28"/>
                    <a:pt x="1193" y="97"/>
                  </a:cubicBezTo>
                  <a:lnTo>
                    <a:pt x="96" y="1795"/>
                  </a:lnTo>
                  <a:cubicBezTo>
                    <a:pt x="1" y="1929"/>
                    <a:pt x="96" y="2110"/>
                    <a:pt x="259" y="2110"/>
                  </a:cubicBezTo>
                  <a:cubicBezTo>
                    <a:pt x="325" y="2110"/>
                    <a:pt x="392" y="2072"/>
                    <a:pt x="430" y="2014"/>
                  </a:cubicBezTo>
                  <a:lnTo>
                    <a:pt x="1527" y="316"/>
                  </a:lnTo>
                  <a:cubicBezTo>
                    <a:pt x="1628" y="156"/>
                    <a:pt x="1494" y="0"/>
                    <a:pt x="1355" y="0"/>
                  </a:cubicBezTo>
                  <a:close/>
                </a:path>
              </a:pathLst>
            </a:custGeom>
            <a:solidFill>
              <a:srgbClr val="BECBD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878" name="Google Shape;14878;p44"/>
            <p:cNvSpPr/>
            <p:nvPr/>
          </p:nvSpPr>
          <p:spPr>
            <a:xfrm>
              <a:off x="1152406" y="2076083"/>
              <a:ext cx="61168" cy="29720"/>
            </a:xfrm>
            <a:custGeom>
              <a:rect b="b" l="l" r="r" t="t"/>
              <a:pathLst>
                <a:path extrusionOk="0" h="1135" w="2336">
                  <a:moveTo>
                    <a:pt x="2051" y="0"/>
                  </a:moveTo>
                  <a:cubicBezTo>
                    <a:pt x="2024" y="0"/>
                    <a:pt x="1995" y="6"/>
                    <a:pt x="1965" y="19"/>
                  </a:cubicBezTo>
                  <a:lnTo>
                    <a:pt x="200" y="753"/>
                  </a:lnTo>
                  <a:cubicBezTo>
                    <a:pt x="0" y="829"/>
                    <a:pt x="57" y="1135"/>
                    <a:pt x="286" y="1135"/>
                  </a:cubicBezTo>
                  <a:cubicBezTo>
                    <a:pt x="305" y="1135"/>
                    <a:pt x="334" y="1135"/>
                    <a:pt x="363" y="1125"/>
                  </a:cubicBezTo>
                  <a:lnTo>
                    <a:pt x="2118" y="391"/>
                  </a:lnTo>
                  <a:cubicBezTo>
                    <a:pt x="2336" y="298"/>
                    <a:pt x="2244" y="0"/>
                    <a:pt x="2051" y="0"/>
                  </a:cubicBezTo>
                  <a:close/>
                </a:path>
              </a:pathLst>
            </a:custGeom>
            <a:solidFill>
              <a:srgbClr val="BECBD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4879" name="Google Shape;14879;p44"/>
          <p:cNvGrpSpPr/>
          <p:nvPr/>
        </p:nvGrpSpPr>
        <p:grpSpPr>
          <a:xfrm>
            <a:off x="3065430" y="1837666"/>
            <a:ext cx="378190" cy="302044"/>
            <a:chOff x="3065430" y="1990066"/>
            <a:chExt cx="378190" cy="302044"/>
          </a:xfrm>
        </p:grpSpPr>
        <p:sp>
          <p:nvSpPr>
            <p:cNvPr id="14880" name="Google Shape;14880;p44"/>
            <p:cNvSpPr/>
            <p:nvPr/>
          </p:nvSpPr>
          <p:spPr>
            <a:xfrm>
              <a:off x="3216282" y="2149742"/>
              <a:ext cx="67714" cy="67741"/>
            </a:xfrm>
            <a:custGeom>
              <a:rect b="b" l="l" r="r" t="t"/>
              <a:pathLst>
                <a:path extrusionOk="0" h="2587" w="2586">
                  <a:moveTo>
                    <a:pt x="1946" y="1"/>
                  </a:moveTo>
                  <a:lnTo>
                    <a:pt x="0" y="1947"/>
                  </a:lnTo>
                  <a:lnTo>
                    <a:pt x="639" y="2586"/>
                  </a:lnTo>
                  <a:lnTo>
                    <a:pt x="2585" y="640"/>
                  </a:lnTo>
                  <a:lnTo>
                    <a:pt x="1946" y="1"/>
                  </a:lnTo>
                  <a:close/>
                </a:path>
              </a:pathLst>
            </a:custGeom>
            <a:solidFill>
              <a:srgbClr val="E9EEF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881" name="Google Shape;14881;p44"/>
            <p:cNvSpPr/>
            <p:nvPr/>
          </p:nvSpPr>
          <p:spPr>
            <a:xfrm>
              <a:off x="3216282" y="2180483"/>
              <a:ext cx="36973" cy="36999"/>
            </a:xfrm>
            <a:custGeom>
              <a:rect b="b" l="l" r="r" t="t"/>
              <a:pathLst>
                <a:path extrusionOk="0" h="1413" w="1412">
                  <a:moveTo>
                    <a:pt x="773" y="0"/>
                  </a:moveTo>
                  <a:lnTo>
                    <a:pt x="0" y="773"/>
                  </a:lnTo>
                  <a:lnTo>
                    <a:pt x="639" y="1412"/>
                  </a:lnTo>
                  <a:lnTo>
                    <a:pt x="1412" y="639"/>
                  </a:lnTo>
                  <a:lnTo>
                    <a:pt x="773" y="0"/>
                  </a:lnTo>
                  <a:close/>
                </a:path>
              </a:pathLst>
            </a:custGeom>
            <a:solidFill>
              <a:srgbClr val="CDD7D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882" name="Google Shape;14882;p44"/>
            <p:cNvSpPr/>
            <p:nvPr/>
          </p:nvSpPr>
          <p:spPr>
            <a:xfrm>
              <a:off x="3141079" y="2188103"/>
              <a:ext cx="104949" cy="104007"/>
            </a:xfrm>
            <a:custGeom>
              <a:rect b="b" l="l" r="r" t="t"/>
              <a:pathLst>
                <a:path extrusionOk="0" h="3972" w="4008">
                  <a:moveTo>
                    <a:pt x="3020" y="0"/>
                  </a:moveTo>
                  <a:cubicBezTo>
                    <a:pt x="2963" y="0"/>
                    <a:pt x="2905" y="24"/>
                    <a:pt x="2863" y="72"/>
                  </a:cubicBezTo>
                  <a:lnTo>
                    <a:pt x="86" y="2848"/>
                  </a:lnTo>
                  <a:cubicBezTo>
                    <a:pt x="1" y="2934"/>
                    <a:pt x="1" y="3067"/>
                    <a:pt x="86" y="3153"/>
                  </a:cubicBezTo>
                  <a:lnTo>
                    <a:pt x="831" y="3907"/>
                  </a:lnTo>
                  <a:cubicBezTo>
                    <a:pt x="873" y="3950"/>
                    <a:pt x="931" y="3971"/>
                    <a:pt x="988" y="3971"/>
                  </a:cubicBezTo>
                  <a:cubicBezTo>
                    <a:pt x="1045" y="3971"/>
                    <a:pt x="1102" y="3950"/>
                    <a:pt x="1145" y="3907"/>
                  </a:cubicBezTo>
                  <a:lnTo>
                    <a:pt x="3921" y="1121"/>
                  </a:lnTo>
                  <a:cubicBezTo>
                    <a:pt x="4007" y="1035"/>
                    <a:pt x="4007" y="902"/>
                    <a:pt x="3921" y="816"/>
                  </a:cubicBezTo>
                  <a:lnTo>
                    <a:pt x="3177" y="72"/>
                  </a:lnTo>
                  <a:cubicBezTo>
                    <a:pt x="3134" y="24"/>
                    <a:pt x="3077" y="0"/>
                    <a:pt x="3020" y="0"/>
                  </a:cubicBezTo>
                  <a:close/>
                </a:path>
              </a:pathLst>
            </a:custGeom>
            <a:solidFill>
              <a:srgbClr val="6A7F9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883" name="Google Shape;14883;p44"/>
            <p:cNvSpPr/>
            <p:nvPr/>
          </p:nvSpPr>
          <p:spPr>
            <a:xfrm>
              <a:off x="3235999" y="1990118"/>
              <a:ext cx="207621" cy="207621"/>
            </a:xfrm>
            <a:custGeom>
              <a:rect b="b" l="l" r="r" t="t"/>
              <a:pathLst>
                <a:path extrusionOk="0" h="7929" w="7929">
                  <a:moveTo>
                    <a:pt x="3969" y="1"/>
                  </a:moveTo>
                  <a:cubicBezTo>
                    <a:pt x="1775" y="1"/>
                    <a:pt x="1" y="1775"/>
                    <a:pt x="1" y="3960"/>
                  </a:cubicBezTo>
                  <a:cubicBezTo>
                    <a:pt x="1" y="6154"/>
                    <a:pt x="1775" y="7928"/>
                    <a:pt x="3969" y="7928"/>
                  </a:cubicBezTo>
                  <a:cubicBezTo>
                    <a:pt x="6154" y="7928"/>
                    <a:pt x="7928" y="6154"/>
                    <a:pt x="7928" y="3960"/>
                  </a:cubicBezTo>
                  <a:cubicBezTo>
                    <a:pt x="7928" y="1775"/>
                    <a:pt x="6154" y="1"/>
                    <a:pt x="3969" y="1"/>
                  </a:cubicBezTo>
                  <a:close/>
                </a:path>
              </a:pathLst>
            </a:custGeom>
            <a:solidFill>
              <a:srgbClr val="95A6B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884" name="Google Shape;14884;p44"/>
            <p:cNvSpPr/>
            <p:nvPr/>
          </p:nvSpPr>
          <p:spPr>
            <a:xfrm>
              <a:off x="3226023" y="1990066"/>
              <a:ext cx="192119" cy="181933"/>
            </a:xfrm>
            <a:custGeom>
              <a:rect b="b" l="l" r="r" t="t"/>
              <a:pathLst>
                <a:path extrusionOk="0" h="6948" w="7337">
                  <a:moveTo>
                    <a:pt x="4347" y="0"/>
                  </a:moveTo>
                  <a:cubicBezTo>
                    <a:pt x="3332" y="0"/>
                    <a:pt x="2318" y="389"/>
                    <a:pt x="1546" y="1167"/>
                  </a:cubicBezTo>
                  <a:cubicBezTo>
                    <a:pt x="0" y="2712"/>
                    <a:pt x="0" y="5221"/>
                    <a:pt x="1546" y="6767"/>
                  </a:cubicBezTo>
                  <a:cubicBezTo>
                    <a:pt x="1612" y="6833"/>
                    <a:pt x="1679" y="6891"/>
                    <a:pt x="1746" y="6948"/>
                  </a:cubicBezTo>
                  <a:cubicBezTo>
                    <a:pt x="372" y="5383"/>
                    <a:pt x="458" y="3017"/>
                    <a:pt x="1927" y="1548"/>
                  </a:cubicBezTo>
                  <a:cubicBezTo>
                    <a:pt x="2701" y="774"/>
                    <a:pt x="3716" y="384"/>
                    <a:pt x="4733" y="384"/>
                  </a:cubicBezTo>
                  <a:cubicBezTo>
                    <a:pt x="5659" y="384"/>
                    <a:pt x="6586" y="707"/>
                    <a:pt x="7336" y="1357"/>
                  </a:cubicBezTo>
                  <a:cubicBezTo>
                    <a:pt x="7279" y="1291"/>
                    <a:pt x="7212" y="1224"/>
                    <a:pt x="7155" y="1167"/>
                  </a:cubicBezTo>
                  <a:cubicBezTo>
                    <a:pt x="6378" y="389"/>
                    <a:pt x="5362" y="0"/>
                    <a:pt x="4347" y="0"/>
                  </a:cubicBezTo>
                  <a:close/>
                </a:path>
              </a:pathLst>
            </a:custGeom>
            <a:solidFill>
              <a:srgbClr val="778DA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885" name="Google Shape;14885;p44"/>
            <p:cNvSpPr/>
            <p:nvPr/>
          </p:nvSpPr>
          <p:spPr>
            <a:xfrm>
              <a:off x="3252234" y="2013816"/>
              <a:ext cx="167401" cy="159938"/>
            </a:xfrm>
            <a:custGeom>
              <a:rect b="b" l="l" r="r" t="t"/>
              <a:pathLst>
                <a:path extrusionOk="0" h="6108" w="6393">
                  <a:moveTo>
                    <a:pt x="3325" y="1"/>
                  </a:moveTo>
                  <a:cubicBezTo>
                    <a:pt x="2577" y="1"/>
                    <a:pt x="1814" y="278"/>
                    <a:pt x="1193" y="899"/>
                  </a:cubicBezTo>
                  <a:cubicBezTo>
                    <a:pt x="1" y="2091"/>
                    <a:pt x="1" y="4018"/>
                    <a:pt x="1193" y="5211"/>
                  </a:cubicBezTo>
                  <a:cubicBezTo>
                    <a:pt x="1813" y="5830"/>
                    <a:pt x="2574" y="6107"/>
                    <a:pt x="3321" y="6107"/>
                  </a:cubicBezTo>
                  <a:cubicBezTo>
                    <a:pt x="4888" y="6107"/>
                    <a:pt x="6393" y="4889"/>
                    <a:pt x="6393" y="3055"/>
                  </a:cubicBezTo>
                  <a:cubicBezTo>
                    <a:pt x="6393" y="1216"/>
                    <a:pt x="4891" y="1"/>
                    <a:pt x="3325" y="1"/>
                  </a:cubicBezTo>
                  <a:close/>
                </a:path>
              </a:pathLst>
            </a:custGeom>
            <a:solidFill>
              <a:srgbClr val="E9EEF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886" name="Google Shape;14886;p44"/>
            <p:cNvSpPr/>
            <p:nvPr/>
          </p:nvSpPr>
          <p:spPr>
            <a:xfrm>
              <a:off x="3275722" y="2029605"/>
              <a:ext cx="153654" cy="144175"/>
            </a:xfrm>
            <a:custGeom>
              <a:rect b="b" l="l" r="r" t="t"/>
              <a:pathLst>
                <a:path extrusionOk="0" h="5506" w="5868">
                  <a:moveTo>
                    <a:pt x="4255" y="0"/>
                  </a:moveTo>
                  <a:lnTo>
                    <a:pt x="4255" y="0"/>
                  </a:lnTo>
                  <a:cubicBezTo>
                    <a:pt x="5143" y="1212"/>
                    <a:pt x="5019" y="2891"/>
                    <a:pt x="3960" y="3959"/>
                  </a:cubicBezTo>
                  <a:cubicBezTo>
                    <a:pt x="3367" y="4547"/>
                    <a:pt x="2586" y="4849"/>
                    <a:pt x="1802" y="4849"/>
                  </a:cubicBezTo>
                  <a:cubicBezTo>
                    <a:pt x="1172" y="4849"/>
                    <a:pt x="540" y="4654"/>
                    <a:pt x="1" y="4255"/>
                  </a:cubicBezTo>
                  <a:lnTo>
                    <a:pt x="1" y="4255"/>
                  </a:lnTo>
                  <a:cubicBezTo>
                    <a:pt x="600" y="5078"/>
                    <a:pt x="1524" y="5505"/>
                    <a:pt x="2458" y="5505"/>
                  </a:cubicBezTo>
                  <a:cubicBezTo>
                    <a:pt x="3159" y="5505"/>
                    <a:pt x="3865" y="5265"/>
                    <a:pt x="4446" y="4770"/>
                  </a:cubicBezTo>
                  <a:cubicBezTo>
                    <a:pt x="5791" y="3606"/>
                    <a:pt x="5868" y="1546"/>
                    <a:pt x="4608" y="296"/>
                  </a:cubicBezTo>
                  <a:cubicBezTo>
                    <a:pt x="4494" y="191"/>
                    <a:pt x="4379" y="86"/>
                    <a:pt x="4255" y="0"/>
                  </a:cubicBezTo>
                  <a:close/>
                </a:path>
              </a:pathLst>
            </a:custGeom>
            <a:solidFill>
              <a:srgbClr val="CDD7D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887" name="Google Shape;14887;p44"/>
            <p:cNvSpPr/>
            <p:nvPr/>
          </p:nvSpPr>
          <p:spPr>
            <a:xfrm>
              <a:off x="3065430" y="1990066"/>
              <a:ext cx="177587" cy="149464"/>
            </a:xfrm>
            <a:custGeom>
              <a:rect b="b" l="l" r="r" t="t"/>
              <a:pathLst>
                <a:path extrusionOk="0" h="5708" w="6782">
                  <a:moveTo>
                    <a:pt x="3369" y="1"/>
                  </a:moveTo>
                  <a:cubicBezTo>
                    <a:pt x="1279" y="1"/>
                    <a:pt x="1" y="2352"/>
                    <a:pt x="1182" y="4114"/>
                  </a:cubicBezTo>
                  <a:cubicBezTo>
                    <a:pt x="1674" y="4860"/>
                    <a:pt x="2504" y="5285"/>
                    <a:pt x="3371" y="5285"/>
                  </a:cubicBezTo>
                  <a:cubicBezTo>
                    <a:pt x="3614" y="5285"/>
                    <a:pt x="3859" y="5252"/>
                    <a:pt x="4101" y="5183"/>
                  </a:cubicBezTo>
                  <a:lnTo>
                    <a:pt x="5189" y="5689"/>
                  </a:lnTo>
                  <a:cubicBezTo>
                    <a:pt x="5217" y="5702"/>
                    <a:pt x="5247" y="5708"/>
                    <a:pt x="5276" y="5708"/>
                  </a:cubicBezTo>
                  <a:cubicBezTo>
                    <a:pt x="5393" y="5708"/>
                    <a:pt x="5502" y="5609"/>
                    <a:pt x="5494" y="5479"/>
                  </a:cubicBezTo>
                  <a:lnTo>
                    <a:pt x="5446" y="4286"/>
                  </a:lnTo>
                  <a:cubicBezTo>
                    <a:pt x="6782" y="2588"/>
                    <a:pt x="5637" y="89"/>
                    <a:pt x="3481" y="3"/>
                  </a:cubicBezTo>
                  <a:cubicBezTo>
                    <a:pt x="3443" y="1"/>
                    <a:pt x="3406" y="1"/>
                    <a:pt x="3369" y="1"/>
                  </a:cubicBezTo>
                  <a:close/>
                </a:path>
              </a:pathLst>
            </a:custGeom>
            <a:solidFill>
              <a:srgbClr val="6A7F9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888" name="Google Shape;14888;p44"/>
            <p:cNvSpPr/>
            <p:nvPr/>
          </p:nvSpPr>
          <p:spPr>
            <a:xfrm>
              <a:off x="3137832" y="2038089"/>
              <a:ext cx="20503" cy="52972"/>
            </a:xfrm>
            <a:custGeom>
              <a:rect b="b" l="l" r="r" t="t"/>
              <a:pathLst>
                <a:path extrusionOk="0" h="2023" w="783">
                  <a:moveTo>
                    <a:pt x="249" y="0"/>
                  </a:moveTo>
                  <a:cubicBezTo>
                    <a:pt x="1" y="19"/>
                    <a:pt x="1" y="401"/>
                    <a:pt x="249" y="420"/>
                  </a:cubicBezTo>
                  <a:lnTo>
                    <a:pt x="373" y="420"/>
                  </a:lnTo>
                  <a:lnTo>
                    <a:pt x="373" y="1823"/>
                  </a:lnTo>
                  <a:cubicBezTo>
                    <a:pt x="373" y="1937"/>
                    <a:pt x="468" y="2023"/>
                    <a:pt x="582" y="2023"/>
                  </a:cubicBezTo>
                  <a:cubicBezTo>
                    <a:pt x="687" y="2023"/>
                    <a:pt x="783" y="1927"/>
                    <a:pt x="783" y="1823"/>
                  </a:cubicBezTo>
                  <a:lnTo>
                    <a:pt x="783" y="210"/>
                  </a:lnTo>
                  <a:cubicBezTo>
                    <a:pt x="783" y="96"/>
                    <a:pt x="687" y="0"/>
                    <a:pt x="573" y="0"/>
                  </a:cubicBezTo>
                  <a:close/>
                </a:path>
              </a:pathLst>
            </a:custGeom>
            <a:solidFill>
              <a:srgbClr val="E9EEF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889" name="Google Shape;14889;p44"/>
            <p:cNvSpPr/>
            <p:nvPr/>
          </p:nvSpPr>
          <p:spPr>
            <a:xfrm>
              <a:off x="3137334" y="2082525"/>
              <a:ext cx="32338" cy="10814"/>
            </a:xfrm>
            <a:custGeom>
              <a:rect b="b" l="l" r="r" t="t"/>
              <a:pathLst>
                <a:path extrusionOk="0" h="413" w="1235">
                  <a:moveTo>
                    <a:pt x="971" y="0"/>
                  </a:moveTo>
                  <a:cubicBezTo>
                    <a:pt x="963" y="0"/>
                    <a:pt x="954" y="1"/>
                    <a:pt x="945" y="2"/>
                  </a:cubicBezTo>
                  <a:lnTo>
                    <a:pt x="258" y="2"/>
                  </a:lnTo>
                  <a:cubicBezTo>
                    <a:pt x="0" y="21"/>
                    <a:pt x="0" y="393"/>
                    <a:pt x="258" y="412"/>
                  </a:cubicBezTo>
                  <a:lnTo>
                    <a:pt x="945" y="412"/>
                  </a:lnTo>
                  <a:cubicBezTo>
                    <a:pt x="951" y="412"/>
                    <a:pt x="957" y="412"/>
                    <a:pt x="963" y="412"/>
                  </a:cubicBezTo>
                  <a:cubicBezTo>
                    <a:pt x="1232" y="412"/>
                    <a:pt x="1235" y="0"/>
                    <a:pt x="971" y="0"/>
                  </a:cubicBezTo>
                  <a:close/>
                </a:path>
              </a:pathLst>
            </a:custGeom>
            <a:solidFill>
              <a:srgbClr val="E9EEF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890" name="Google Shape;14890;p44"/>
            <p:cNvSpPr/>
            <p:nvPr/>
          </p:nvSpPr>
          <p:spPr>
            <a:xfrm>
              <a:off x="3139822" y="2021488"/>
              <a:ext cx="18513" cy="15868"/>
            </a:xfrm>
            <a:custGeom>
              <a:rect b="b" l="l" r="r" t="t"/>
              <a:pathLst>
                <a:path extrusionOk="0" h="606" w="707">
                  <a:moveTo>
                    <a:pt x="404" y="1"/>
                  </a:moveTo>
                  <a:cubicBezTo>
                    <a:pt x="330" y="1"/>
                    <a:pt x="254" y="29"/>
                    <a:pt x="192" y="91"/>
                  </a:cubicBezTo>
                  <a:cubicBezTo>
                    <a:pt x="1" y="281"/>
                    <a:pt x="134" y="606"/>
                    <a:pt x="402" y="606"/>
                  </a:cubicBezTo>
                  <a:cubicBezTo>
                    <a:pt x="573" y="606"/>
                    <a:pt x="707" y="472"/>
                    <a:pt x="707" y="301"/>
                  </a:cubicBezTo>
                  <a:cubicBezTo>
                    <a:pt x="707" y="120"/>
                    <a:pt x="559" y="1"/>
                    <a:pt x="404" y="1"/>
                  </a:cubicBezTo>
                  <a:close/>
                </a:path>
              </a:pathLst>
            </a:custGeom>
            <a:solidFill>
              <a:srgbClr val="E9EEF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4891" name="Google Shape;14891;p44"/>
          <p:cNvGrpSpPr/>
          <p:nvPr/>
        </p:nvGrpSpPr>
        <p:grpSpPr>
          <a:xfrm>
            <a:off x="3568234" y="3639010"/>
            <a:ext cx="347501" cy="359285"/>
            <a:chOff x="3568234" y="3791410"/>
            <a:chExt cx="347501" cy="359285"/>
          </a:xfrm>
        </p:grpSpPr>
        <p:sp>
          <p:nvSpPr>
            <p:cNvPr id="14892" name="Google Shape;14892;p44"/>
            <p:cNvSpPr/>
            <p:nvPr/>
          </p:nvSpPr>
          <p:spPr>
            <a:xfrm>
              <a:off x="3657682" y="3791410"/>
              <a:ext cx="151899" cy="160750"/>
            </a:xfrm>
            <a:custGeom>
              <a:rect b="b" l="l" r="r" t="t"/>
              <a:pathLst>
                <a:path extrusionOk="0" h="6139" w="5801">
                  <a:moveTo>
                    <a:pt x="3210" y="1"/>
                  </a:moveTo>
                  <a:cubicBezTo>
                    <a:pt x="2700" y="1"/>
                    <a:pt x="2177" y="155"/>
                    <a:pt x="1708" y="498"/>
                  </a:cubicBezTo>
                  <a:cubicBezTo>
                    <a:pt x="0" y="1738"/>
                    <a:pt x="429" y="4390"/>
                    <a:pt x="2433" y="5039"/>
                  </a:cubicBezTo>
                  <a:lnTo>
                    <a:pt x="3024" y="6031"/>
                  </a:lnTo>
                  <a:cubicBezTo>
                    <a:pt x="3067" y="6103"/>
                    <a:pt x="3141" y="6139"/>
                    <a:pt x="3215" y="6139"/>
                  </a:cubicBezTo>
                  <a:cubicBezTo>
                    <a:pt x="3289" y="6139"/>
                    <a:pt x="3363" y="6103"/>
                    <a:pt x="3406" y="6031"/>
                  </a:cubicBezTo>
                  <a:lnTo>
                    <a:pt x="4007" y="5039"/>
                  </a:lnTo>
                  <a:cubicBezTo>
                    <a:pt x="5075" y="4696"/>
                    <a:pt x="5800" y="3703"/>
                    <a:pt x="5800" y="2587"/>
                  </a:cubicBezTo>
                  <a:cubicBezTo>
                    <a:pt x="5800" y="1062"/>
                    <a:pt x="4547" y="1"/>
                    <a:pt x="3210" y="1"/>
                  </a:cubicBezTo>
                  <a:close/>
                </a:path>
              </a:pathLst>
            </a:custGeom>
            <a:solidFill>
              <a:srgbClr val="95A6B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893" name="Google Shape;14893;p44"/>
            <p:cNvSpPr/>
            <p:nvPr/>
          </p:nvSpPr>
          <p:spPr>
            <a:xfrm>
              <a:off x="3727858" y="3822413"/>
              <a:ext cx="48992" cy="48992"/>
            </a:xfrm>
            <a:custGeom>
              <a:rect b="b" l="l" r="r" t="t"/>
              <a:pathLst>
                <a:path extrusionOk="0" h="1871" w="1871">
                  <a:moveTo>
                    <a:pt x="936" y="1"/>
                  </a:moveTo>
                  <a:cubicBezTo>
                    <a:pt x="421" y="1"/>
                    <a:pt x="1" y="421"/>
                    <a:pt x="1" y="936"/>
                  </a:cubicBezTo>
                  <a:cubicBezTo>
                    <a:pt x="1" y="1451"/>
                    <a:pt x="421" y="1871"/>
                    <a:pt x="936" y="1871"/>
                  </a:cubicBezTo>
                  <a:cubicBezTo>
                    <a:pt x="1451" y="1871"/>
                    <a:pt x="1871" y="1451"/>
                    <a:pt x="1871" y="936"/>
                  </a:cubicBezTo>
                  <a:cubicBezTo>
                    <a:pt x="1871" y="421"/>
                    <a:pt x="1451" y="1"/>
                    <a:pt x="936" y="1"/>
                  </a:cubicBezTo>
                  <a:close/>
                </a:path>
              </a:pathLst>
            </a:custGeom>
            <a:solidFill>
              <a:srgbClr val="E9EEF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894" name="Google Shape;14894;p44"/>
            <p:cNvSpPr/>
            <p:nvPr/>
          </p:nvSpPr>
          <p:spPr>
            <a:xfrm>
              <a:off x="3710890" y="3816731"/>
              <a:ext cx="82823" cy="60173"/>
            </a:xfrm>
            <a:custGeom>
              <a:rect b="b" l="l" r="r" t="t"/>
              <a:pathLst>
                <a:path extrusionOk="0" h="2298" w="3163">
                  <a:moveTo>
                    <a:pt x="1584" y="428"/>
                  </a:moveTo>
                  <a:cubicBezTo>
                    <a:pt x="1784" y="428"/>
                    <a:pt x="1965" y="504"/>
                    <a:pt x="2099" y="638"/>
                  </a:cubicBezTo>
                  <a:cubicBezTo>
                    <a:pt x="2585" y="1124"/>
                    <a:pt x="2188" y="1881"/>
                    <a:pt x="1598" y="1881"/>
                  </a:cubicBezTo>
                  <a:cubicBezTo>
                    <a:pt x="1505" y="1881"/>
                    <a:pt x="1407" y="1862"/>
                    <a:pt x="1307" y="1821"/>
                  </a:cubicBezTo>
                  <a:cubicBezTo>
                    <a:pt x="573" y="1525"/>
                    <a:pt x="792" y="428"/>
                    <a:pt x="1584" y="428"/>
                  </a:cubicBezTo>
                  <a:close/>
                  <a:moveTo>
                    <a:pt x="1608" y="0"/>
                  </a:moveTo>
                  <a:cubicBezTo>
                    <a:pt x="1463" y="0"/>
                    <a:pt x="1310" y="30"/>
                    <a:pt x="1154" y="94"/>
                  </a:cubicBezTo>
                  <a:cubicBezTo>
                    <a:pt x="0" y="571"/>
                    <a:pt x="334" y="2298"/>
                    <a:pt x="1584" y="2298"/>
                  </a:cubicBezTo>
                  <a:cubicBezTo>
                    <a:pt x="1889" y="2298"/>
                    <a:pt x="2185" y="2174"/>
                    <a:pt x="2395" y="1964"/>
                  </a:cubicBezTo>
                  <a:cubicBezTo>
                    <a:pt x="3162" y="1196"/>
                    <a:pt x="2538" y="0"/>
                    <a:pt x="1608" y="0"/>
                  </a:cubicBezTo>
                  <a:close/>
                </a:path>
              </a:pathLst>
            </a:custGeom>
            <a:solidFill>
              <a:srgbClr val="BECBD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895" name="Google Shape;14895;p44"/>
            <p:cNvSpPr/>
            <p:nvPr/>
          </p:nvSpPr>
          <p:spPr>
            <a:xfrm>
              <a:off x="3699631" y="3857973"/>
              <a:ext cx="44017" cy="39670"/>
            </a:xfrm>
            <a:custGeom>
              <a:rect b="b" l="l" r="r" t="t"/>
              <a:pathLst>
                <a:path extrusionOk="0" h="1515" w="1681">
                  <a:moveTo>
                    <a:pt x="1368" y="1"/>
                  </a:moveTo>
                  <a:cubicBezTo>
                    <a:pt x="1315" y="1"/>
                    <a:pt x="1259" y="25"/>
                    <a:pt x="1212" y="83"/>
                  </a:cubicBezTo>
                  <a:lnTo>
                    <a:pt x="144" y="1161"/>
                  </a:lnTo>
                  <a:cubicBezTo>
                    <a:pt x="1" y="1285"/>
                    <a:pt x="96" y="1514"/>
                    <a:pt x="287" y="1514"/>
                  </a:cubicBezTo>
                  <a:cubicBezTo>
                    <a:pt x="344" y="1514"/>
                    <a:pt x="392" y="1486"/>
                    <a:pt x="430" y="1448"/>
                  </a:cubicBezTo>
                  <a:lnTo>
                    <a:pt x="1508" y="379"/>
                  </a:lnTo>
                  <a:cubicBezTo>
                    <a:pt x="1681" y="228"/>
                    <a:pt x="1533" y="1"/>
                    <a:pt x="1368" y="1"/>
                  </a:cubicBezTo>
                  <a:close/>
                </a:path>
              </a:pathLst>
            </a:custGeom>
            <a:solidFill>
              <a:srgbClr val="BECBD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896" name="Google Shape;14896;p44"/>
            <p:cNvSpPr/>
            <p:nvPr/>
          </p:nvSpPr>
          <p:spPr>
            <a:xfrm>
              <a:off x="3568234" y="3947316"/>
              <a:ext cx="86960" cy="201179"/>
            </a:xfrm>
            <a:custGeom>
              <a:rect b="b" l="l" r="r" t="t"/>
              <a:pathLst>
                <a:path extrusionOk="0" h="7683" w="3321">
                  <a:moveTo>
                    <a:pt x="3321" y="1"/>
                  </a:moveTo>
                  <a:lnTo>
                    <a:pt x="153" y="1060"/>
                  </a:lnTo>
                  <a:cubicBezTo>
                    <a:pt x="68" y="1088"/>
                    <a:pt x="1" y="1174"/>
                    <a:pt x="10" y="1270"/>
                  </a:cubicBezTo>
                  <a:lnTo>
                    <a:pt x="10" y="7461"/>
                  </a:lnTo>
                  <a:cubicBezTo>
                    <a:pt x="2" y="7588"/>
                    <a:pt x="107" y="7683"/>
                    <a:pt x="225" y="7683"/>
                  </a:cubicBezTo>
                  <a:cubicBezTo>
                    <a:pt x="249" y="7683"/>
                    <a:pt x="273" y="7679"/>
                    <a:pt x="297" y="7671"/>
                  </a:cubicBezTo>
                  <a:lnTo>
                    <a:pt x="3321" y="6660"/>
                  </a:lnTo>
                  <a:lnTo>
                    <a:pt x="3321" y="1"/>
                  </a:lnTo>
                  <a:close/>
                </a:path>
              </a:pathLst>
            </a:custGeom>
            <a:solidFill>
              <a:srgbClr val="51667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897" name="Google Shape;14897;p44"/>
            <p:cNvSpPr/>
            <p:nvPr/>
          </p:nvSpPr>
          <p:spPr>
            <a:xfrm>
              <a:off x="3655169" y="3947316"/>
              <a:ext cx="86960" cy="203379"/>
            </a:xfrm>
            <a:custGeom>
              <a:rect b="b" l="l" r="r" t="t"/>
              <a:pathLst>
                <a:path extrusionOk="0" h="7767" w="3321">
                  <a:moveTo>
                    <a:pt x="1" y="1"/>
                  </a:moveTo>
                  <a:lnTo>
                    <a:pt x="1" y="6660"/>
                  </a:lnTo>
                  <a:lnTo>
                    <a:pt x="3321" y="7766"/>
                  </a:lnTo>
                  <a:lnTo>
                    <a:pt x="3321" y="1107"/>
                  </a:lnTo>
                  <a:lnTo>
                    <a:pt x="1" y="1"/>
                  </a:lnTo>
                  <a:close/>
                </a:path>
              </a:pathLst>
            </a:custGeom>
            <a:solidFill>
              <a:srgbClr val="BAC2C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898" name="Google Shape;14898;p44"/>
            <p:cNvSpPr/>
            <p:nvPr/>
          </p:nvSpPr>
          <p:spPr>
            <a:xfrm>
              <a:off x="3742103" y="3947316"/>
              <a:ext cx="86699" cy="203379"/>
            </a:xfrm>
            <a:custGeom>
              <a:rect b="b" l="l" r="r" t="t"/>
              <a:pathLst>
                <a:path extrusionOk="0" h="7767" w="3311">
                  <a:moveTo>
                    <a:pt x="3311" y="1"/>
                  </a:moveTo>
                  <a:lnTo>
                    <a:pt x="1" y="1107"/>
                  </a:lnTo>
                  <a:lnTo>
                    <a:pt x="1" y="7766"/>
                  </a:lnTo>
                  <a:lnTo>
                    <a:pt x="3311" y="6660"/>
                  </a:lnTo>
                  <a:lnTo>
                    <a:pt x="3311" y="1"/>
                  </a:lnTo>
                  <a:close/>
                </a:path>
              </a:pathLst>
            </a:custGeom>
            <a:solidFill>
              <a:srgbClr val="51667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899" name="Google Shape;14899;p44"/>
            <p:cNvSpPr/>
            <p:nvPr/>
          </p:nvSpPr>
          <p:spPr>
            <a:xfrm>
              <a:off x="3828775" y="3947316"/>
              <a:ext cx="86960" cy="201179"/>
            </a:xfrm>
            <a:custGeom>
              <a:rect b="b" l="l" r="r" t="t"/>
              <a:pathLst>
                <a:path extrusionOk="0" h="7683" w="3321">
                  <a:moveTo>
                    <a:pt x="1" y="1"/>
                  </a:moveTo>
                  <a:lnTo>
                    <a:pt x="1" y="6660"/>
                  </a:lnTo>
                  <a:lnTo>
                    <a:pt x="3025" y="7671"/>
                  </a:lnTo>
                  <a:cubicBezTo>
                    <a:pt x="3049" y="7679"/>
                    <a:pt x="3073" y="7683"/>
                    <a:pt x="3096" y="7683"/>
                  </a:cubicBezTo>
                  <a:cubicBezTo>
                    <a:pt x="3215" y="7683"/>
                    <a:pt x="3321" y="7588"/>
                    <a:pt x="3321" y="7461"/>
                  </a:cubicBezTo>
                  <a:lnTo>
                    <a:pt x="3321" y="1270"/>
                  </a:lnTo>
                  <a:cubicBezTo>
                    <a:pt x="3321" y="1174"/>
                    <a:pt x="3254" y="1088"/>
                    <a:pt x="3168" y="1060"/>
                  </a:cubicBezTo>
                  <a:lnTo>
                    <a:pt x="1" y="1"/>
                  </a:lnTo>
                  <a:close/>
                </a:path>
              </a:pathLst>
            </a:custGeom>
            <a:solidFill>
              <a:srgbClr val="BAC2C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900" name="Google Shape;14900;p44"/>
            <p:cNvSpPr/>
            <p:nvPr/>
          </p:nvSpPr>
          <p:spPr>
            <a:xfrm>
              <a:off x="3582741" y="3962556"/>
              <a:ext cx="318776" cy="173135"/>
            </a:xfrm>
            <a:custGeom>
              <a:rect b="b" l="l" r="r" t="t"/>
              <a:pathLst>
                <a:path extrusionOk="0" h="6612" w="12174">
                  <a:moveTo>
                    <a:pt x="2776" y="1"/>
                  </a:moveTo>
                  <a:lnTo>
                    <a:pt x="153" y="869"/>
                  </a:lnTo>
                  <a:cubicBezTo>
                    <a:pt x="57" y="898"/>
                    <a:pt x="0" y="983"/>
                    <a:pt x="0" y="1079"/>
                  </a:cubicBezTo>
                  <a:lnTo>
                    <a:pt x="0" y="6135"/>
                  </a:lnTo>
                  <a:cubicBezTo>
                    <a:pt x="0" y="6254"/>
                    <a:pt x="100" y="6347"/>
                    <a:pt x="215" y="6347"/>
                  </a:cubicBezTo>
                  <a:cubicBezTo>
                    <a:pt x="239" y="6347"/>
                    <a:pt x="263" y="6343"/>
                    <a:pt x="286" y="6335"/>
                  </a:cubicBezTo>
                  <a:lnTo>
                    <a:pt x="2595" y="5563"/>
                  </a:lnTo>
                  <a:cubicBezTo>
                    <a:pt x="2652" y="5543"/>
                    <a:pt x="2712" y="5534"/>
                    <a:pt x="2772" y="5534"/>
                  </a:cubicBezTo>
                  <a:cubicBezTo>
                    <a:pt x="2831" y="5534"/>
                    <a:pt x="2891" y="5543"/>
                    <a:pt x="2948" y="5563"/>
                  </a:cubicBezTo>
                  <a:lnTo>
                    <a:pt x="3225" y="5658"/>
                  </a:lnTo>
                  <a:lnTo>
                    <a:pt x="6087" y="6612"/>
                  </a:lnTo>
                  <a:lnTo>
                    <a:pt x="9225" y="5563"/>
                  </a:lnTo>
                  <a:cubicBezTo>
                    <a:pt x="9283" y="5543"/>
                    <a:pt x="9342" y="5534"/>
                    <a:pt x="9401" y="5534"/>
                  </a:cubicBezTo>
                  <a:cubicBezTo>
                    <a:pt x="9459" y="5534"/>
                    <a:pt x="9516" y="5543"/>
                    <a:pt x="9569" y="5563"/>
                  </a:cubicBezTo>
                  <a:lnTo>
                    <a:pt x="9855" y="5658"/>
                  </a:lnTo>
                  <a:lnTo>
                    <a:pt x="11877" y="6335"/>
                  </a:lnTo>
                  <a:cubicBezTo>
                    <a:pt x="11900" y="6343"/>
                    <a:pt x="11923" y="6346"/>
                    <a:pt x="11945" y="6346"/>
                  </a:cubicBezTo>
                  <a:cubicBezTo>
                    <a:pt x="12065" y="6346"/>
                    <a:pt x="12173" y="6246"/>
                    <a:pt x="12173" y="6125"/>
                  </a:cubicBezTo>
                  <a:lnTo>
                    <a:pt x="12173" y="1079"/>
                  </a:lnTo>
                  <a:cubicBezTo>
                    <a:pt x="12164" y="983"/>
                    <a:pt x="12106" y="898"/>
                    <a:pt x="12011" y="869"/>
                  </a:cubicBezTo>
                  <a:lnTo>
                    <a:pt x="9845" y="153"/>
                  </a:lnTo>
                  <a:lnTo>
                    <a:pt x="9397" y="1"/>
                  </a:lnTo>
                  <a:lnTo>
                    <a:pt x="6249" y="1050"/>
                  </a:lnTo>
                  <a:cubicBezTo>
                    <a:pt x="6192" y="1064"/>
                    <a:pt x="6134" y="1072"/>
                    <a:pt x="6077" y="1072"/>
                  </a:cubicBezTo>
                  <a:cubicBezTo>
                    <a:pt x="6020" y="1072"/>
                    <a:pt x="5963" y="1064"/>
                    <a:pt x="5905" y="1050"/>
                  </a:cubicBezTo>
                  <a:lnTo>
                    <a:pt x="3225" y="153"/>
                  </a:lnTo>
                  <a:lnTo>
                    <a:pt x="2776" y="1"/>
                  </a:lnTo>
                  <a:close/>
                </a:path>
              </a:pathLst>
            </a:custGeom>
            <a:solidFill>
              <a:srgbClr val="E9EEF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901" name="Google Shape;14901;p44"/>
            <p:cNvSpPr/>
            <p:nvPr/>
          </p:nvSpPr>
          <p:spPr>
            <a:xfrm>
              <a:off x="3582741" y="3962556"/>
              <a:ext cx="72454" cy="166196"/>
            </a:xfrm>
            <a:custGeom>
              <a:rect b="b" l="l" r="r" t="t"/>
              <a:pathLst>
                <a:path extrusionOk="0" h="6347" w="2767">
                  <a:moveTo>
                    <a:pt x="2767" y="1"/>
                  </a:moveTo>
                  <a:lnTo>
                    <a:pt x="143" y="869"/>
                  </a:lnTo>
                  <a:cubicBezTo>
                    <a:pt x="57" y="898"/>
                    <a:pt x="0" y="983"/>
                    <a:pt x="0" y="1079"/>
                  </a:cubicBezTo>
                  <a:lnTo>
                    <a:pt x="0" y="6135"/>
                  </a:lnTo>
                  <a:cubicBezTo>
                    <a:pt x="0" y="6254"/>
                    <a:pt x="100" y="6347"/>
                    <a:pt x="210" y="6347"/>
                  </a:cubicBezTo>
                  <a:cubicBezTo>
                    <a:pt x="232" y="6347"/>
                    <a:pt x="255" y="6343"/>
                    <a:pt x="277" y="6335"/>
                  </a:cubicBezTo>
                  <a:lnTo>
                    <a:pt x="2595" y="5572"/>
                  </a:lnTo>
                  <a:cubicBezTo>
                    <a:pt x="2652" y="5553"/>
                    <a:pt x="2709" y="5543"/>
                    <a:pt x="2767" y="5543"/>
                  </a:cubicBezTo>
                  <a:lnTo>
                    <a:pt x="2767" y="1"/>
                  </a:lnTo>
                  <a:close/>
                </a:path>
              </a:pathLst>
            </a:custGeom>
            <a:solidFill>
              <a:srgbClr val="CDD7D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902" name="Google Shape;14902;p44"/>
            <p:cNvSpPr/>
            <p:nvPr/>
          </p:nvSpPr>
          <p:spPr>
            <a:xfrm>
              <a:off x="3742103" y="3962556"/>
              <a:ext cx="86699" cy="173135"/>
            </a:xfrm>
            <a:custGeom>
              <a:rect b="b" l="l" r="r" t="t"/>
              <a:pathLst>
                <a:path extrusionOk="0" h="6612" w="3311">
                  <a:moveTo>
                    <a:pt x="3311" y="1"/>
                  </a:moveTo>
                  <a:lnTo>
                    <a:pt x="172" y="1050"/>
                  </a:lnTo>
                  <a:cubicBezTo>
                    <a:pt x="115" y="1060"/>
                    <a:pt x="58" y="1069"/>
                    <a:pt x="1" y="1079"/>
                  </a:cubicBezTo>
                  <a:lnTo>
                    <a:pt x="1" y="6612"/>
                  </a:lnTo>
                  <a:lnTo>
                    <a:pt x="3139" y="5572"/>
                  </a:lnTo>
                  <a:cubicBezTo>
                    <a:pt x="3197" y="5553"/>
                    <a:pt x="3254" y="5543"/>
                    <a:pt x="3311" y="5543"/>
                  </a:cubicBezTo>
                  <a:lnTo>
                    <a:pt x="3311" y="1"/>
                  </a:lnTo>
                  <a:close/>
                </a:path>
              </a:pathLst>
            </a:custGeom>
            <a:solidFill>
              <a:srgbClr val="CDD7D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4903" name="Google Shape;14903;p44"/>
          <p:cNvGrpSpPr/>
          <p:nvPr/>
        </p:nvGrpSpPr>
        <p:grpSpPr>
          <a:xfrm>
            <a:off x="1759925" y="1348687"/>
            <a:ext cx="347003" cy="358421"/>
            <a:chOff x="1759925" y="1501087"/>
            <a:chExt cx="347003" cy="358421"/>
          </a:xfrm>
        </p:grpSpPr>
        <p:sp>
          <p:nvSpPr>
            <p:cNvPr id="14904" name="Google Shape;14904;p44"/>
            <p:cNvSpPr/>
            <p:nvPr/>
          </p:nvSpPr>
          <p:spPr>
            <a:xfrm>
              <a:off x="1897055" y="1797266"/>
              <a:ext cx="72480" cy="62242"/>
            </a:xfrm>
            <a:custGeom>
              <a:rect b="b" l="l" r="r" t="t"/>
              <a:pathLst>
                <a:path extrusionOk="0" h="2377" w="2768">
                  <a:moveTo>
                    <a:pt x="1" y="1"/>
                  </a:moveTo>
                  <a:lnTo>
                    <a:pt x="1" y="2147"/>
                  </a:lnTo>
                  <a:cubicBezTo>
                    <a:pt x="1" y="2271"/>
                    <a:pt x="106" y="2376"/>
                    <a:pt x="230" y="2376"/>
                  </a:cubicBezTo>
                  <a:lnTo>
                    <a:pt x="2548" y="2376"/>
                  </a:lnTo>
                  <a:cubicBezTo>
                    <a:pt x="2672" y="2376"/>
                    <a:pt x="2767" y="2271"/>
                    <a:pt x="2767" y="2147"/>
                  </a:cubicBezTo>
                  <a:lnTo>
                    <a:pt x="2767" y="1"/>
                  </a:lnTo>
                  <a:close/>
                </a:path>
              </a:pathLst>
            </a:custGeom>
            <a:solidFill>
              <a:srgbClr val="DFE5E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905" name="Google Shape;14905;p44"/>
            <p:cNvSpPr/>
            <p:nvPr/>
          </p:nvSpPr>
          <p:spPr>
            <a:xfrm>
              <a:off x="1897055" y="1797266"/>
              <a:ext cx="72480" cy="31003"/>
            </a:xfrm>
            <a:custGeom>
              <a:rect b="b" l="l" r="r" t="t"/>
              <a:pathLst>
                <a:path extrusionOk="0" h="1184" w="2768">
                  <a:moveTo>
                    <a:pt x="1" y="1"/>
                  </a:moveTo>
                  <a:lnTo>
                    <a:pt x="1" y="1184"/>
                  </a:lnTo>
                  <a:lnTo>
                    <a:pt x="2767" y="1184"/>
                  </a:lnTo>
                  <a:lnTo>
                    <a:pt x="2767" y="1"/>
                  </a:lnTo>
                  <a:close/>
                </a:path>
              </a:pathLst>
            </a:custGeom>
            <a:solidFill>
              <a:srgbClr val="B5C4D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906" name="Google Shape;14906;p44"/>
            <p:cNvSpPr/>
            <p:nvPr/>
          </p:nvSpPr>
          <p:spPr>
            <a:xfrm>
              <a:off x="1854086" y="1501087"/>
              <a:ext cx="158419" cy="311942"/>
            </a:xfrm>
            <a:custGeom>
              <a:rect b="b" l="l" r="r" t="t"/>
              <a:pathLst>
                <a:path extrusionOk="0" h="11913" w="6050">
                  <a:moveTo>
                    <a:pt x="759" y="0"/>
                  </a:moveTo>
                  <a:cubicBezTo>
                    <a:pt x="389" y="0"/>
                    <a:pt x="20" y="241"/>
                    <a:pt x="1" y="723"/>
                  </a:cubicBezTo>
                  <a:lnTo>
                    <a:pt x="1" y="11694"/>
                  </a:lnTo>
                  <a:cubicBezTo>
                    <a:pt x="1" y="11818"/>
                    <a:pt x="106" y="11913"/>
                    <a:pt x="220" y="11913"/>
                  </a:cubicBezTo>
                  <a:lnTo>
                    <a:pt x="5830" y="11913"/>
                  </a:lnTo>
                  <a:cubicBezTo>
                    <a:pt x="5954" y="11913"/>
                    <a:pt x="6049" y="11818"/>
                    <a:pt x="6049" y="11694"/>
                  </a:cubicBezTo>
                  <a:lnTo>
                    <a:pt x="6049" y="3251"/>
                  </a:lnTo>
                  <a:lnTo>
                    <a:pt x="1518" y="3251"/>
                  </a:lnTo>
                  <a:lnTo>
                    <a:pt x="1518" y="723"/>
                  </a:lnTo>
                  <a:cubicBezTo>
                    <a:pt x="1498" y="241"/>
                    <a:pt x="1129" y="0"/>
                    <a:pt x="759" y="0"/>
                  </a:cubicBezTo>
                  <a:close/>
                </a:path>
              </a:pathLst>
            </a:custGeom>
            <a:solidFill>
              <a:srgbClr val="95A6B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907" name="Google Shape;14907;p44"/>
            <p:cNvSpPr/>
            <p:nvPr/>
          </p:nvSpPr>
          <p:spPr>
            <a:xfrm>
              <a:off x="1854086" y="1795040"/>
              <a:ext cx="158419" cy="17989"/>
            </a:xfrm>
            <a:custGeom>
              <a:rect b="b" l="l" r="r" t="t"/>
              <a:pathLst>
                <a:path extrusionOk="0" h="687" w="6050">
                  <a:moveTo>
                    <a:pt x="1" y="0"/>
                  </a:moveTo>
                  <a:lnTo>
                    <a:pt x="1" y="468"/>
                  </a:lnTo>
                  <a:cubicBezTo>
                    <a:pt x="1" y="592"/>
                    <a:pt x="106" y="687"/>
                    <a:pt x="220" y="687"/>
                  </a:cubicBezTo>
                  <a:lnTo>
                    <a:pt x="5830" y="687"/>
                  </a:lnTo>
                  <a:cubicBezTo>
                    <a:pt x="5954" y="687"/>
                    <a:pt x="6049" y="592"/>
                    <a:pt x="6049" y="468"/>
                  </a:cubicBezTo>
                  <a:lnTo>
                    <a:pt x="6049" y="0"/>
                  </a:ln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908" name="Google Shape;14908;p44"/>
            <p:cNvSpPr/>
            <p:nvPr/>
          </p:nvSpPr>
          <p:spPr>
            <a:xfrm>
              <a:off x="1854348" y="1602685"/>
              <a:ext cx="105447" cy="80702"/>
            </a:xfrm>
            <a:custGeom>
              <a:rect b="b" l="l" r="r" t="t"/>
              <a:pathLst>
                <a:path extrusionOk="0" h="3082" w="4027">
                  <a:moveTo>
                    <a:pt x="716" y="0"/>
                  </a:moveTo>
                  <a:cubicBezTo>
                    <a:pt x="458" y="0"/>
                    <a:pt x="210" y="77"/>
                    <a:pt x="0" y="220"/>
                  </a:cubicBezTo>
                  <a:lnTo>
                    <a:pt x="0" y="2862"/>
                  </a:lnTo>
                  <a:cubicBezTo>
                    <a:pt x="210" y="3005"/>
                    <a:pt x="458" y="3082"/>
                    <a:pt x="716" y="3082"/>
                  </a:cubicBezTo>
                  <a:lnTo>
                    <a:pt x="2776" y="3082"/>
                  </a:lnTo>
                  <a:cubicBezTo>
                    <a:pt x="3463" y="3082"/>
                    <a:pt x="4017" y="2528"/>
                    <a:pt x="4026" y="1842"/>
                  </a:cubicBezTo>
                  <a:lnTo>
                    <a:pt x="4026" y="0"/>
                  </a:ln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909" name="Google Shape;14909;p44"/>
            <p:cNvSpPr/>
            <p:nvPr/>
          </p:nvSpPr>
          <p:spPr>
            <a:xfrm>
              <a:off x="1893808" y="1586188"/>
              <a:ext cx="118697" cy="63996"/>
            </a:xfrm>
            <a:custGeom>
              <a:rect b="b" l="l" r="r" t="t"/>
              <a:pathLst>
                <a:path extrusionOk="0" h="2444" w="4533">
                  <a:moveTo>
                    <a:pt x="1" y="1"/>
                  </a:moveTo>
                  <a:lnTo>
                    <a:pt x="1" y="2195"/>
                  </a:lnTo>
                  <a:cubicBezTo>
                    <a:pt x="229" y="2362"/>
                    <a:pt x="493" y="2444"/>
                    <a:pt x="757" y="2444"/>
                  </a:cubicBezTo>
                  <a:cubicBezTo>
                    <a:pt x="1067" y="2444"/>
                    <a:pt x="1375" y="2331"/>
                    <a:pt x="1622" y="2109"/>
                  </a:cubicBezTo>
                  <a:cubicBezTo>
                    <a:pt x="1813" y="2224"/>
                    <a:pt x="2023" y="2281"/>
                    <a:pt x="2252" y="2281"/>
                  </a:cubicBezTo>
                  <a:lnTo>
                    <a:pt x="2290" y="2281"/>
                  </a:lnTo>
                  <a:cubicBezTo>
                    <a:pt x="2643" y="2281"/>
                    <a:pt x="2987" y="2128"/>
                    <a:pt x="3225" y="1861"/>
                  </a:cubicBezTo>
                  <a:cubicBezTo>
                    <a:pt x="3387" y="1928"/>
                    <a:pt x="3549" y="1956"/>
                    <a:pt x="3721" y="1956"/>
                  </a:cubicBezTo>
                  <a:lnTo>
                    <a:pt x="3836" y="1956"/>
                  </a:lnTo>
                  <a:cubicBezTo>
                    <a:pt x="4084" y="1956"/>
                    <a:pt x="4332" y="1880"/>
                    <a:pt x="4532" y="1747"/>
                  </a:cubicBezTo>
                  <a:lnTo>
                    <a:pt x="4532" y="1"/>
                  </a:ln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910" name="Google Shape;14910;p44"/>
            <p:cNvSpPr/>
            <p:nvPr/>
          </p:nvSpPr>
          <p:spPr>
            <a:xfrm>
              <a:off x="1893808" y="1552724"/>
              <a:ext cx="39487" cy="83452"/>
            </a:xfrm>
            <a:custGeom>
              <a:rect b="b" l="l" r="r" t="t"/>
              <a:pathLst>
                <a:path extrusionOk="0" h="3187" w="1508">
                  <a:moveTo>
                    <a:pt x="754" y="0"/>
                  </a:moveTo>
                  <a:cubicBezTo>
                    <a:pt x="334" y="0"/>
                    <a:pt x="1" y="344"/>
                    <a:pt x="1" y="754"/>
                  </a:cubicBezTo>
                  <a:lnTo>
                    <a:pt x="1" y="2433"/>
                  </a:lnTo>
                  <a:cubicBezTo>
                    <a:pt x="1" y="2853"/>
                    <a:pt x="334" y="3187"/>
                    <a:pt x="754" y="3187"/>
                  </a:cubicBezTo>
                  <a:cubicBezTo>
                    <a:pt x="1174" y="3187"/>
                    <a:pt x="1508" y="2853"/>
                    <a:pt x="1508" y="2433"/>
                  </a:cubicBezTo>
                  <a:lnTo>
                    <a:pt x="1508" y="764"/>
                  </a:lnTo>
                  <a:cubicBezTo>
                    <a:pt x="1508" y="344"/>
                    <a:pt x="1174" y="0"/>
                    <a:pt x="754" y="0"/>
                  </a:cubicBezTo>
                  <a:close/>
                </a:path>
              </a:pathLst>
            </a:custGeom>
            <a:solidFill>
              <a:srgbClr val="778DA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911" name="Google Shape;14911;p44"/>
            <p:cNvSpPr/>
            <p:nvPr/>
          </p:nvSpPr>
          <p:spPr>
            <a:xfrm>
              <a:off x="1933269" y="1552724"/>
              <a:ext cx="39749" cy="79210"/>
            </a:xfrm>
            <a:custGeom>
              <a:rect b="b" l="l" r="r" t="t"/>
              <a:pathLst>
                <a:path extrusionOk="0" h="3025" w="1518">
                  <a:moveTo>
                    <a:pt x="735" y="0"/>
                  </a:moveTo>
                  <a:cubicBezTo>
                    <a:pt x="335" y="0"/>
                    <a:pt x="1" y="334"/>
                    <a:pt x="1" y="744"/>
                  </a:cubicBezTo>
                  <a:lnTo>
                    <a:pt x="1" y="2290"/>
                  </a:lnTo>
                  <a:cubicBezTo>
                    <a:pt x="1" y="2700"/>
                    <a:pt x="335" y="3025"/>
                    <a:pt x="735" y="3025"/>
                  </a:cubicBezTo>
                  <a:lnTo>
                    <a:pt x="783" y="3025"/>
                  </a:lnTo>
                  <a:cubicBezTo>
                    <a:pt x="1184" y="3025"/>
                    <a:pt x="1518" y="2700"/>
                    <a:pt x="1518" y="2290"/>
                  </a:cubicBezTo>
                  <a:lnTo>
                    <a:pt x="1518" y="744"/>
                  </a:lnTo>
                  <a:cubicBezTo>
                    <a:pt x="1518" y="334"/>
                    <a:pt x="1184" y="0"/>
                    <a:pt x="783" y="0"/>
                  </a:cubicBezTo>
                  <a:close/>
                </a:path>
              </a:pathLst>
            </a:custGeom>
            <a:solidFill>
              <a:srgbClr val="778DA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912" name="Google Shape;14912;p44"/>
            <p:cNvSpPr/>
            <p:nvPr/>
          </p:nvSpPr>
          <p:spPr>
            <a:xfrm>
              <a:off x="1972992" y="1552724"/>
              <a:ext cx="39513" cy="70726"/>
            </a:xfrm>
            <a:custGeom>
              <a:rect b="b" l="l" r="r" t="t"/>
              <a:pathLst>
                <a:path extrusionOk="0" h="2701" w="1509">
                  <a:moveTo>
                    <a:pt x="697" y="0"/>
                  </a:moveTo>
                  <a:cubicBezTo>
                    <a:pt x="306" y="0"/>
                    <a:pt x="1" y="315"/>
                    <a:pt x="1" y="697"/>
                  </a:cubicBezTo>
                  <a:lnTo>
                    <a:pt x="1" y="2013"/>
                  </a:lnTo>
                  <a:cubicBezTo>
                    <a:pt x="1" y="2395"/>
                    <a:pt x="306" y="2700"/>
                    <a:pt x="697" y="2700"/>
                  </a:cubicBezTo>
                  <a:lnTo>
                    <a:pt x="812" y="2700"/>
                  </a:lnTo>
                  <a:cubicBezTo>
                    <a:pt x="1193" y="2700"/>
                    <a:pt x="1508" y="2395"/>
                    <a:pt x="1508" y="2013"/>
                  </a:cubicBezTo>
                  <a:lnTo>
                    <a:pt x="1508" y="697"/>
                  </a:lnTo>
                  <a:cubicBezTo>
                    <a:pt x="1508" y="315"/>
                    <a:pt x="1193" y="0"/>
                    <a:pt x="812" y="0"/>
                  </a:cubicBezTo>
                  <a:close/>
                </a:path>
              </a:pathLst>
            </a:custGeom>
            <a:solidFill>
              <a:srgbClr val="778DA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913" name="Google Shape;14913;p44"/>
            <p:cNvSpPr/>
            <p:nvPr/>
          </p:nvSpPr>
          <p:spPr>
            <a:xfrm>
              <a:off x="1893808" y="1552724"/>
              <a:ext cx="25007" cy="83452"/>
            </a:xfrm>
            <a:custGeom>
              <a:rect b="b" l="l" r="r" t="t"/>
              <a:pathLst>
                <a:path extrusionOk="0" h="3187" w="955">
                  <a:moveTo>
                    <a:pt x="754" y="0"/>
                  </a:moveTo>
                  <a:cubicBezTo>
                    <a:pt x="334" y="0"/>
                    <a:pt x="1" y="334"/>
                    <a:pt x="1" y="754"/>
                  </a:cubicBezTo>
                  <a:lnTo>
                    <a:pt x="1" y="2433"/>
                  </a:lnTo>
                  <a:cubicBezTo>
                    <a:pt x="1" y="2853"/>
                    <a:pt x="334" y="3187"/>
                    <a:pt x="754" y="3187"/>
                  </a:cubicBezTo>
                  <a:cubicBezTo>
                    <a:pt x="821" y="3187"/>
                    <a:pt x="888" y="3177"/>
                    <a:pt x="955" y="3168"/>
                  </a:cubicBezTo>
                  <a:cubicBezTo>
                    <a:pt x="621" y="3072"/>
                    <a:pt x="392" y="2776"/>
                    <a:pt x="392" y="2433"/>
                  </a:cubicBezTo>
                  <a:lnTo>
                    <a:pt x="392" y="764"/>
                  </a:lnTo>
                  <a:cubicBezTo>
                    <a:pt x="392" y="411"/>
                    <a:pt x="621" y="115"/>
                    <a:pt x="955" y="29"/>
                  </a:cubicBezTo>
                  <a:cubicBezTo>
                    <a:pt x="888" y="10"/>
                    <a:pt x="821" y="0"/>
                    <a:pt x="754" y="0"/>
                  </a:cubicBezTo>
                  <a:close/>
                </a:path>
              </a:pathLst>
            </a:custGeom>
            <a:solidFill>
              <a:srgbClr val="6E869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914" name="Google Shape;14914;p44"/>
            <p:cNvSpPr/>
            <p:nvPr/>
          </p:nvSpPr>
          <p:spPr>
            <a:xfrm>
              <a:off x="1933269" y="1552724"/>
              <a:ext cx="25007" cy="79210"/>
            </a:xfrm>
            <a:custGeom>
              <a:rect b="b" l="l" r="r" t="t"/>
              <a:pathLst>
                <a:path extrusionOk="0" h="3025" w="955">
                  <a:moveTo>
                    <a:pt x="745" y="0"/>
                  </a:moveTo>
                  <a:cubicBezTo>
                    <a:pt x="335" y="0"/>
                    <a:pt x="1" y="334"/>
                    <a:pt x="1" y="744"/>
                  </a:cubicBezTo>
                  <a:lnTo>
                    <a:pt x="1" y="2290"/>
                  </a:lnTo>
                  <a:cubicBezTo>
                    <a:pt x="1" y="2700"/>
                    <a:pt x="335" y="3025"/>
                    <a:pt x="735" y="3025"/>
                  </a:cubicBezTo>
                  <a:lnTo>
                    <a:pt x="783" y="3025"/>
                  </a:lnTo>
                  <a:cubicBezTo>
                    <a:pt x="840" y="3025"/>
                    <a:pt x="898" y="3015"/>
                    <a:pt x="955" y="3005"/>
                  </a:cubicBezTo>
                  <a:cubicBezTo>
                    <a:pt x="631" y="2920"/>
                    <a:pt x="392" y="2624"/>
                    <a:pt x="402" y="2290"/>
                  </a:cubicBezTo>
                  <a:lnTo>
                    <a:pt x="402" y="744"/>
                  </a:lnTo>
                  <a:cubicBezTo>
                    <a:pt x="392" y="401"/>
                    <a:pt x="631" y="105"/>
                    <a:pt x="955" y="29"/>
                  </a:cubicBezTo>
                  <a:cubicBezTo>
                    <a:pt x="898" y="10"/>
                    <a:pt x="840" y="0"/>
                    <a:pt x="783" y="0"/>
                  </a:cubicBezTo>
                  <a:close/>
                </a:path>
              </a:pathLst>
            </a:custGeom>
            <a:solidFill>
              <a:srgbClr val="6E869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915" name="Google Shape;14915;p44"/>
            <p:cNvSpPr/>
            <p:nvPr/>
          </p:nvSpPr>
          <p:spPr>
            <a:xfrm>
              <a:off x="1972992" y="1552724"/>
              <a:ext cx="25007" cy="70830"/>
            </a:xfrm>
            <a:custGeom>
              <a:rect b="b" l="l" r="r" t="t"/>
              <a:pathLst>
                <a:path extrusionOk="0" h="2705" w="955">
                  <a:moveTo>
                    <a:pt x="697" y="0"/>
                  </a:moveTo>
                  <a:cubicBezTo>
                    <a:pt x="306" y="0"/>
                    <a:pt x="1" y="315"/>
                    <a:pt x="1" y="697"/>
                  </a:cubicBezTo>
                  <a:lnTo>
                    <a:pt x="1" y="2013"/>
                  </a:lnTo>
                  <a:cubicBezTo>
                    <a:pt x="1" y="2395"/>
                    <a:pt x="306" y="2700"/>
                    <a:pt x="697" y="2700"/>
                  </a:cubicBezTo>
                  <a:lnTo>
                    <a:pt x="812" y="2700"/>
                  </a:lnTo>
                  <a:cubicBezTo>
                    <a:pt x="826" y="2703"/>
                    <a:pt x="840" y="2704"/>
                    <a:pt x="854" y="2704"/>
                  </a:cubicBezTo>
                  <a:cubicBezTo>
                    <a:pt x="887" y="2704"/>
                    <a:pt x="921" y="2697"/>
                    <a:pt x="955" y="2691"/>
                  </a:cubicBezTo>
                  <a:cubicBezTo>
                    <a:pt x="621" y="2624"/>
                    <a:pt x="392" y="2338"/>
                    <a:pt x="392" y="2013"/>
                  </a:cubicBezTo>
                  <a:lnTo>
                    <a:pt x="392" y="697"/>
                  </a:lnTo>
                  <a:cubicBezTo>
                    <a:pt x="392" y="363"/>
                    <a:pt x="621" y="77"/>
                    <a:pt x="955" y="19"/>
                  </a:cubicBezTo>
                  <a:cubicBezTo>
                    <a:pt x="907" y="10"/>
                    <a:pt x="859" y="0"/>
                    <a:pt x="812" y="0"/>
                  </a:cubicBezTo>
                  <a:close/>
                </a:path>
              </a:pathLst>
            </a:custGeom>
            <a:solidFill>
              <a:srgbClr val="6E869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916" name="Google Shape;14916;p44"/>
            <p:cNvSpPr/>
            <p:nvPr/>
          </p:nvSpPr>
          <p:spPr>
            <a:xfrm>
              <a:off x="1854348" y="1616432"/>
              <a:ext cx="91438" cy="53234"/>
            </a:xfrm>
            <a:custGeom>
              <a:rect b="b" l="l" r="r" t="t"/>
              <a:pathLst>
                <a:path extrusionOk="0" h="2033" w="3492">
                  <a:moveTo>
                    <a:pt x="716" y="0"/>
                  </a:moveTo>
                  <a:cubicBezTo>
                    <a:pt x="315" y="0"/>
                    <a:pt x="0" y="324"/>
                    <a:pt x="0" y="716"/>
                  </a:cubicBezTo>
                  <a:lnTo>
                    <a:pt x="0" y="1317"/>
                  </a:lnTo>
                  <a:cubicBezTo>
                    <a:pt x="0" y="1708"/>
                    <a:pt x="315" y="2032"/>
                    <a:pt x="716" y="2032"/>
                  </a:cubicBezTo>
                  <a:lnTo>
                    <a:pt x="2776" y="2032"/>
                  </a:lnTo>
                  <a:cubicBezTo>
                    <a:pt x="3168" y="2032"/>
                    <a:pt x="3492" y="1708"/>
                    <a:pt x="3492" y="1317"/>
                  </a:cubicBezTo>
                  <a:lnTo>
                    <a:pt x="3492" y="219"/>
                  </a:lnTo>
                  <a:cubicBezTo>
                    <a:pt x="3492" y="95"/>
                    <a:pt x="3387" y="0"/>
                    <a:pt x="3272" y="0"/>
                  </a:cubicBezTo>
                  <a:close/>
                </a:path>
              </a:pathLst>
            </a:custGeom>
            <a:solidFill>
              <a:srgbClr val="95ABB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917" name="Google Shape;14917;p44"/>
            <p:cNvSpPr/>
            <p:nvPr/>
          </p:nvSpPr>
          <p:spPr>
            <a:xfrm>
              <a:off x="1894070" y="1697029"/>
              <a:ext cx="19167" cy="50301"/>
            </a:xfrm>
            <a:custGeom>
              <a:rect b="b" l="l" r="r" t="t"/>
              <a:pathLst>
                <a:path extrusionOk="0" h="1921" w="732">
                  <a:moveTo>
                    <a:pt x="505" y="1"/>
                  </a:moveTo>
                  <a:cubicBezTo>
                    <a:pt x="419" y="1"/>
                    <a:pt x="334" y="49"/>
                    <a:pt x="305" y="156"/>
                  </a:cubicBezTo>
                  <a:lnTo>
                    <a:pt x="19" y="1673"/>
                  </a:lnTo>
                  <a:cubicBezTo>
                    <a:pt x="0" y="1797"/>
                    <a:pt x="96" y="1911"/>
                    <a:pt x="229" y="1921"/>
                  </a:cubicBezTo>
                  <a:cubicBezTo>
                    <a:pt x="324" y="1911"/>
                    <a:pt x="410" y="1845"/>
                    <a:pt x="429" y="1740"/>
                  </a:cubicBezTo>
                  <a:lnTo>
                    <a:pt x="716" y="232"/>
                  </a:lnTo>
                  <a:cubicBezTo>
                    <a:pt x="732" y="86"/>
                    <a:pt x="618" y="1"/>
                    <a:pt x="505" y="1"/>
                  </a:cubicBezTo>
                  <a:close/>
                </a:path>
              </a:pathLst>
            </a:custGeom>
            <a:solidFill>
              <a:srgbClr val="E9EEF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918" name="Google Shape;14918;p44"/>
            <p:cNvSpPr/>
            <p:nvPr/>
          </p:nvSpPr>
          <p:spPr>
            <a:xfrm>
              <a:off x="1918789" y="1697029"/>
              <a:ext cx="19194" cy="50301"/>
            </a:xfrm>
            <a:custGeom>
              <a:rect b="b" l="l" r="r" t="t"/>
              <a:pathLst>
                <a:path extrusionOk="0" h="1921" w="733">
                  <a:moveTo>
                    <a:pt x="505" y="1"/>
                  </a:moveTo>
                  <a:cubicBezTo>
                    <a:pt x="420" y="1"/>
                    <a:pt x="335" y="49"/>
                    <a:pt x="306" y="156"/>
                  </a:cubicBezTo>
                  <a:lnTo>
                    <a:pt x="29" y="1673"/>
                  </a:lnTo>
                  <a:cubicBezTo>
                    <a:pt x="1" y="1797"/>
                    <a:pt x="96" y="1921"/>
                    <a:pt x="230" y="1921"/>
                  </a:cubicBezTo>
                  <a:cubicBezTo>
                    <a:pt x="325" y="1911"/>
                    <a:pt x="411" y="1845"/>
                    <a:pt x="430" y="1740"/>
                  </a:cubicBezTo>
                  <a:lnTo>
                    <a:pt x="716" y="232"/>
                  </a:lnTo>
                  <a:cubicBezTo>
                    <a:pt x="732" y="86"/>
                    <a:pt x="619" y="1"/>
                    <a:pt x="505" y="1"/>
                  </a:cubicBezTo>
                  <a:close/>
                </a:path>
              </a:pathLst>
            </a:custGeom>
            <a:solidFill>
              <a:srgbClr val="E9EEF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919" name="Google Shape;14919;p44"/>
            <p:cNvSpPr/>
            <p:nvPr/>
          </p:nvSpPr>
          <p:spPr>
            <a:xfrm>
              <a:off x="1892552" y="1704099"/>
              <a:ext cx="52998" cy="11024"/>
            </a:xfrm>
            <a:custGeom>
              <a:rect b="b" l="l" r="r" t="t"/>
              <a:pathLst>
                <a:path extrusionOk="0" h="421" w="2024">
                  <a:moveTo>
                    <a:pt x="258" y="1"/>
                  </a:moveTo>
                  <a:cubicBezTo>
                    <a:pt x="1" y="20"/>
                    <a:pt x="1" y="392"/>
                    <a:pt x="258" y="420"/>
                  </a:cubicBezTo>
                  <a:lnTo>
                    <a:pt x="1766" y="420"/>
                  </a:lnTo>
                  <a:cubicBezTo>
                    <a:pt x="2023" y="392"/>
                    <a:pt x="2023" y="20"/>
                    <a:pt x="1766" y="1"/>
                  </a:cubicBezTo>
                  <a:close/>
                </a:path>
              </a:pathLst>
            </a:custGeom>
            <a:solidFill>
              <a:srgbClr val="E9EEF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920" name="Google Shape;14920;p44"/>
            <p:cNvSpPr/>
            <p:nvPr/>
          </p:nvSpPr>
          <p:spPr>
            <a:xfrm>
              <a:off x="1887315" y="1728844"/>
              <a:ext cx="52998" cy="10998"/>
            </a:xfrm>
            <a:custGeom>
              <a:rect b="b" l="l" r="r" t="t"/>
              <a:pathLst>
                <a:path extrusionOk="0" h="420" w="2024">
                  <a:moveTo>
                    <a:pt x="258" y="0"/>
                  </a:moveTo>
                  <a:cubicBezTo>
                    <a:pt x="1" y="19"/>
                    <a:pt x="1" y="401"/>
                    <a:pt x="258" y="420"/>
                  </a:cubicBezTo>
                  <a:lnTo>
                    <a:pt x="1775" y="420"/>
                  </a:lnTo>
                  <a:cubicBezTo>
                    <a:pt x="2023" y="401"/>
                    <a:pt x="2023" y="19"/>
                    <a:pt x="1765" y="0"/>
                  </a:cubicBezTo>
                  <a:close/>
                </a:path>
              </a:pathLst>
            </a:custGeom>
            <a:solidFill>
              <a:srgbClr val="E9EEF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921" name="Google Shape;14921;p44"/>
            <p:cNvSpPr/>
            <p:nvPr/>
          </p:nvSpPr>
          <p:spPr>
            <a:xfrm>
              <a:off x="1946519" y="1679800"/>
              <a:ext cx="21760" cy="67531"/>
            </a:xfrm>
            <a:custGeom>
              <a:rect b="b" l="l" r="r" t="t"/>
              <a:pathLst>
                <a:path extrusionOk="0" h="2579" w="831">
                  <a:moveTo>
                    <a:pt x="621" y="1"/>
                  </a:moveTo>
                  <a:cubicBezTo>
                    <a:pt x="589" y="1"/>
                    <a:pt x="557" y="8"/>
                    <a:pt x="525" y="22"/>
                  </a:cubicBezTo>
                  <a:lnTo>
                    <a:pt x="191" y="213"/>
                  </a:lnTo>
                  <a:cubicBezTo>
                    <a:pt x="1" y="329"/>
                    <a:pt x="112" y="596"/>
                    <a:pt x="295" y="596"/>
                  </a:cubicBezTo>
                  <a:cubicBezTo>
                    <a:pt x="322" y="596"/>
                    <a:pt x="352" y="589"/>
                    <a:pt x="382" y="576"/>
                  </a:cubicBezTo>
                  <a:lnTo>
                    <a:pt x="420" y="557"/>
                  </a:lnTo>
                  <a:lnTo>
                    <a:pt x="420" y="2369"/>
                  </a:lnTo>
                  <a:cubicBezTo>
                    <a:pt x="420" y="2484"/>
                    <a:pt x="516" y="2579"/>
                    <a:pt x="630" y="2579"/>
                  </a:cubicBezTo>
                  <a:cubicBezTo>
                    <a:pt x="745" y="2569"/>
                    <a:pt x="830" y="2484"/>
                    <a:pt x="830" y="2369"/>
                  </a:cubicBezTo>
                  <a:lnTo>
                    <a:pt x="830" y="213"/>
                  </a:lnTo>
                  <a:cubicBezTo>
                    <a:pt x="830" y="87"/>
                    <a:pt x="732" y="1"/>
                    <a:pt x="621" y="1"/>
                  </a:cubicBezTo>
                  <a:close/>
                </a:path>
              </a:pathLst>
            </a:custGeom>
            <a:solidFill>
              <a:srgbClr val="E9EEF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922" name="Google Shape;14922;p44"/>
            <p:cNvSpPr/>
            <p:nvPr/>
          </p:nvSpPr>
          <p:spPr>
            <a:xfrm>
              <a:off x="1947278" y="1736333"/>
              <a:ext cx="32234" cy="10998"/>
            </a:xfrm>
            <a:custGeom>
              <a:rect b="b" l="l" r="r" t="t"/>
              <a:pathLst>
                <a:path extrusionOk="0" h="420" w="1231">
                  <a:moveTo>
                    <a:pt x="258" y="0"/>
                  </a:moveTo>
                  <a:cubicBezTo>
                    <a:pt x="0" y="19"/>
                    <a:pt x="0" y="391"/>
                    <a:pt x="258" y="420"/>
                  </a:cubicBezTo>
                  <a:lnTo>
                    <a:pt x="973" y="420"/>
                  </a:lnTo>
                  <a:cubicBezTo>
                    <a:pt x="1231" y="391"/>
                    <a:pt x="1231" y="19"/>
                    <a:pt x="973" y="0"/>
                  </a:cubicBezTo>
                  <a:close/>
                </a:path>
              </a:pathLst>
            </a:custGeom>
            <a:solidFill>
              <a:srgbClr val="E9EEF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923" name="Google Shape;14923;p44"/>
            <p:cNvSpPr/>
            <p:nvPr/>
          </p:nvSpPr>
          <p:spPr>
            <a:xfrm>
              <a:off x="2037695" y="1701350"/>
              <a:ext cx="69233" cy="11024"/>
            </a:xfrm>
            <a:custGeom>
              <a:rect b="b" l="l" r="r" t="t"/>
              <a:pathLst>
                <a:path extrusionOk="0" h="421" w="2644">
                  <a:moveTo>
                    <a:pt x="258" y="1"/>
                  </a:moveTo>
                  <a:cubicBezTo>
                    <a:pt x="1" y="20"/>
                    <a:pt x="1" y="392"/>
                    <a:pt x="258" y="420"/>
                  </a:cubicBezTo>
                  <a:lnTo>
                    <a:pt x="2386" y="420"/>
                  </a:lnTo>
                  <a:cubicBezTo>
                    <a:pt x="2643" y="392"/>
                    <a:pt x="2643" y="20"/>
                    <a:pt x="2386" y="1"/>
                  </a:cubicBezTo>
                  <a:close/>
                </a:path>
              </a:pathLst>
            </a:custGeom>
            <a:solidFill>
              <a:srgbClr val="51667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924" name="Google Shape;14924;p44"/>
            <p:cNvSpPr/>
            <p:nvPr/>
          </p:nvSpPr>
          <p:spPr>
            <a:xfrm>
              <a:off x="2037381" y="1755972"/>
              <a:ext cx="53810" cy="50066"/>
            </a:xfrm>
            <a:custGeom>
              <a:rect b="b" l="l" r="r" t="t"/>
              <a:pathLst>
                <a:path extrusionOk="0" h="1912" w="2055">
                  <a:moveTo>
                    <a:pt x="282" y="0"/>
                  </a:moveTo>
                  <a:cubicBezTo>
                    <a:pt x="129" y="0"/>
                    <a:pt x="1" y="189"/>
                    <a:pt x="127" y="338"/>
                  </a:cubicBezTo>
                  <a:lnTo>
                    <a:pt x="1625" y="1845"/>
                  </a:lnTo>
                  <a:cubicBezTo>
                    <a:pt x="1663" y="1883"/>
                    <a:pt x="1720" y="1902"/>
                    <a:pt x="1777" y="1902"/>
                  </a:cubicBezTo>
                  <a:lnTo>
                    <a:pt x="1768" y="1912"/>
                  </a:lnTo>
                  <a:cubicBezTo>
                    <a:pt x="1959" y="1912"/>
                    <a:pt x="2054" y="1683"/>
                    <a:pt x="1921" y="1549"/>
                  </a:cubicBezTo>
                  <a:lnTo>
                    <a:pt x="413" y="52"/>
                  </a:lnTo>
                  <a:cubicBezTo>
                    <a:pt x="371" y="16"/>
                    <a:pt x="325" y="0"/>
                    <a:pt x="282" y="0"/>
                  </a:cubicBezTo>
                  <a:close/>
                </a:path>
              </a:pathLst>
            </a:custGeom>
            <a:solidFill>
              <a:srgbClr val="51667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925" name="Google Shape;14925;p44"/>
            <p:cNvSpPr/>
            <p:nvPr/>
          </p:nvSpPr>
          <p:spPr>
            <a:xfrm>
              <a:off x="2036936" y="1604099"/>
              <a:ext cx="54046" cy="50066"/>
            </a:xfrm>
            <a:custGeom>
              <a:rect b="b" l="l" r="r" t="t"/>
              <a:pathLst>
                <a:path extrusionOk="0" h="1912" w="2064">
                  <a:moveTo>
                    <a:pt x="1774" y="0"/>
                  </a:moveTo>
                  <a:cubicBezTo>
                    <a:pt x="1730" y="0"/>
                    <a:pt x="1684" y="15"/>
                    <a:pt x="1642" y="51"/>
                  </a:cubicBezTo>
                  <a:lnTo>
                    <a:pt x="144" y="1549"/>
                  </a:lnTo>
                  <a:cubicBezTo>
                    <a:pt x="1" y="1683"/>
                    <a:pt x="96" y="1912"/>
                    <a:pt x="287" y="1912"/>
                  </a:cubicBezTo>
                  <a:cubicBezTo>
                    <a:pt x="344" y="1912"/>
                    <a:pt x="392" y="1883"/>
                    <a:pt x="440" y="1845"/>
                  </a:cubicBezTo>
                  <a:lnTo>
                    <a:pt x="1938" y="337"/>
                  </a:lnTo>
                  <a:cubicBezTo>
                    <a:pt x="2064" y="189"/>
                    <a:pt x="1930" y="0"/>
                    <a:pt x="1774" y="0"/>
                  </a:cubicBezTo>
                  <a:close/>
                </a:path>
              </a:pathLst>
            </a:custGeom>
            <a:solidFill>
              <a:srgbClr val="51667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926" name="Google Shape;14926;p44"/>
            <p:cNvSpPr/>
            <p:nvPr/>
          </p:nvSpPr>
          <p:spPr>
            <a:xfrm>
              <a:off x="1759925" y="1697344"/>
              <a:ext cx="68971" cy="11024"/>
            </a:xfrm>
            <a:custGeom>
              <a:rect b="b" l="l" r="r" t="t"/>
              <a:pathLst>
                <a:path extrusionOk="0" h="421" w="2634">
                  <a:moveTo>
                    <a:pt x="258" y="1"/>
                  </a:moveTo>
                  <a:cubicBezTo>
                    <a:pt x="0" y="20"/>
                    <a:pt x="0" y="402"/>
                    <a:pt x="258" y="421"/>
                  </a:cubicBezTo>
                  <a:lnTo>
                    <a:pt x="2385" y="421"/>
                  </a:lnTo>
                  <a:cubicBezTo>
                    <a:pt x="2633" y="402"/>
                    <a:pt x="2633" y="20"/>
                    <a:pt x="2385" y="1"/>
                  </a:cubicBezTo>
                  <a:close/>
                </a:path>
              </a:pathLst>
            </a:custGeom>
            <a:solidFill>
              <a:srgbClr val="51667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927" name="Google Shape;14927;p44"/>
            <p:cNvSpPr/>
            <p:nvPr/>
          </p:nvSpPr>
          <p:spPr>
            <a:xfrm>
              <a:off x="1775845" y="1604099"/>
              <a:ext cx="53758" cy="50066"/>
            </a:xfrm>
            <a:custGeom>
              <a:rect b="b" l="l" r="r" t="t"/>
              <a:pathLst>
                <a:path extrusionOk="0" h="1912" w="2053">
                  <a:moveTo>
                    <a:pt x="282" y="0"/>
                  </a:moveTo>
                  <a:cubicBezTo>
                    <a:pt x="129" y="0"/>
                    <a:pt x="0" y="191"/>
                    <a:pt x="127" y="347"/>
                  </a:cubicBezTo>
                  <a:lnTo>
                    <a:pt x="1625" y="1845"/>
                  </a:lnTo>
                  <a:cubicBezTo>
                    <a:pt x="1662" y="1882"/>
                    <a:pt x="1717" y="1910"/>
                    <a:pt x="1773" y="1912"/>
                  </a:cubicBezTo>
                  <a:lnTo>
                    <a:pt x="1773" y="1912"/>
                  </a:lnTo>
                  <a:cubicBezTo>
                    <a:pt x="1960" y="1907"/>
                    <a:pt x="2053" y="1682"/>
                    <a:pt x="1920" y="1559"/>
                  </a:cubicBezTo>
                  <a:lnTo>
                    <a:pt x="413" y="51"/>
                  </a:lnTo>
                  <a:cubicBezTo>
                    <a:pt x="371" y="15"/>
                    <a:pt x="325" y="0"/>
                    <a:pt x="282" y="0"/>
                  </a:cubicBezTo>
                  <a:close/>
                  <a:moveTo>
                    <a:pt x="1773" y="1912"/>
                  </a:moveTo>
                  <a:cubicBezTo>
                    <a:pt x="1771" y="1912"/>
                    <a:pt x="1769" y="1912"/>
                    <a:pt x="1768" y="1912"/>
                  </a:cubicBezTo>
                  <a:lnTo>
                    <a:pt x="1777" y="1912"/>
                  </a:lnTo>
                  <a:cubicBezTo>
                    <a:pt x="1776" y="1912"/>
                    <a:pt x="1774" y="1912"/>
                    <a:pt x="1773" y="1912"/>
                  </a:cubicBezTo>
                  <a:close/>
                </a:path>
              </a:pathLst>
            </a:custGeom>
            <a:solidFill>
              <a:srgbClr val="51667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928" name="Google Shape;14928;p44"/>
            <p:cNvSpPr/>
            <p:nvPr/>
          </p:nvSpPr>
          <p:spPr>
            <a:xfrm>
              <a:off x="1775400" y="1755029"/>
              <a:ext cx="55303" cy="50773"/>
            </a:xfrm>
            <a:custGeom>
              <a:rect b="b" l="l" r="r" t="t"/>
              <a:pathLst>
                <a:path extrusionOk="0" h="1939" w="2112">
                  <a:moveTo>
                    <a:pt x="1793" y="1"/>
                  </a:moveTo>
                  <a:cubicBezTo>
                    <a:pt x="1741" y="1"/>
                    <a:pt x="1687" y="23"/>
                    <a:pt x="1642" y="78"/>
                  </a:cubicBezTo>
                  <a:lnTo>
                    <a:pt x="144" y="1585"/>
                  </a:lnTo>
                  <a:cubicBezTo>
                    <a:pt x="1" y="1709"/>
                    <a:pt x="96" y="1938"/>
                    <a:pt x="287" y="1938"/>
                  </a:cubicBezTo>
                  <a:cubicBezTo>
                    <a:pt x="344" y="1938"/>
                    <a:pt x="392" y="1919"/>
                    <a:pt x="430" y="1881"/>
                  </a:cubicBezTo>
                  <a:lnTo>
                    <a:pt x="1937" y="374"/>
                  </a:lnTo>
                  <a:cubicBezTo>
                    <a:pt x="2111" y="229"/>
                    <a:pt x="1960" y="1"/>
                    <a:pt x="1793" y="1"/>
                  </a:cubicBezTo>
                  <a:close/>
                </a:path>
              </a:pathLst>
            </a:custGeom>
            <a:solidFill>
              <a:srgbClr val="51667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929" name="Google Shape;14929;p44"/>
            <p:cNvSpPr/>
            <p:nvPr/>
          </p:nvSpPr>
          <p:spPr>
            <a:xfrm>
              <a:off x="1943010" y="1775296"/>
              <a:ext cx="69495" cy="11024"/>
            </a:xfrm>
            <a:custGeom>
              <a:rect b="b" l="l" r="r" t="t"/>
              <a:pathLst>
                <a:path extrusionOk="0" h="421" w="2654">
                  <a:moveTo>
                    <a:pt x="259" y="0"/>
                  </a:moveTo>
                  <a:cubicBezTo>
                    <a:pt x="1" y="20"/>
                    <a:pt x="1" y="392"/>
                    <a:pt x="259" y="411"/>
                  </a:cubicBezTo>
                  <a:cubicBezTo>
                    <a:pt x="659" y="420"/>
                    <a:pt x="1060" y="420"/>
                    <a:pt x="1461" y="420"/>
                  </a:cubicBezTo>
                  <a:cubicBezTo>
                    <a:pt x="1861" y="420"/>
                    <a:pt x="2262" y="411"/>
                    <a:pt x="2653" y="411"/>
                  </a:cubicBezTo>
                  <a:lnTo>
                    <a:pt x="2653" y="0"/>
                  </a:lnTo>
                  <a:lnTo>
                    <a:pt x="2644" y="0"/>
                  </a:lnTo>
                  <a:cubicBezTo>
                    <a:pt x="2252" y="5"/>
                    <a:pt x="1856" y="8"/>
                    <a:pt x="1458" y="8"/>
                  </a:cubicBezTo>
                  <a:cubicBezTo>
                    <a:pt x="1060" y="8"/>
                    <a:pt x="659" y="5"/>
                    <a:pt x="259" y="0"/>
                  </a:cubicBez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930" name="Google Shape;14930;p44"/>
            <p:cNvSpPr/>
            <p:nvPr/>
          </p:nvSpPr>
          <p:spPr>
            <a:xfrm>
              <a:off x="1854348" y="1775296"/>
              <a:ext cx="76958" cy="11024"/>
            </a:xfrm>
            <a:custGeom>
              <a:rect b="b" l="l" r="r" t="t"/>
              <a:pathLst>
                <a:path extrusionOk="0" h="421" w="2939">
                  <a:moveTo>
                    <a:pt x="0" y="0"/>
                  </a:moveTo>
                  <a:lnTo>
                    <a:pt x="0" y="411"/>
                  </a:lnTo>
                  <a:cubicBezTo>
                    <a:pt x="439" y="420"/>
                    <a:pt x="897" y="420"/>
                    <a:pt x="1364" y="420"/>
                  </a:cubicBezTo>
                  <a:cubicBezTo>
                    <a:pt x="1822" y="420"/>
                    <a:pt x="2290" y="411"/>
                    <a:pt x="2738" y="411"/>
                  </a:cubicBezTo>
                  <a:cubicBezTo>
                    <a:pt x="2853" y="411"/>
                    <a:pt x="2939" y="315"/>
                    <a:pt x="2939" y="210"/>
                  </a:cubicBezTo>
                  <a:cubicBezTo>
                    <a:pt x="2939" y="86"/>
                    <a:pt x="2843" y="0"/>
                    <a:pt x="2729" y="0"/>
                  </a:cubicBezTo>
                  <a:cubicBezTo>
                    <a:pt x="2280" y="5"/>
                    <a:pt x="1820" y="8"/>
                    <a:pt x="1361" y="8"/>
                  </a:cubicBezTo>
                  <a:cubicBezTo>
                    <a:pt x="902" y="8"/>
                    <a:pt x="444" y="5"/>
                    <a:pt x="0" y="0"/>
                  </a:cubicBez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4931" name="Google Shape;14931;p44"/>
          <p:cNvGrpSpPr/>
          <p:nvPr/>
        </p:nvGrpSpPr>
        <p:grpSpPr>
          <a:xfrm>
            <a:off x="3519295" y="2261260"/>
            <a:ext cx="360227" cy="359311"/>
            <a:chOff x="3519295" y="2413660"/>
            <a:chExt cx="360227" cy="359311"/>
          </a:xfrm>
        </p:grpSpPr>
        <p:sp>
          <p:nvSpPr>
            <p:cNvPr id="14932" name="Google Shape;14932;p44"/>
            <p:cNvSpPr/>
            <p:nvPr/>
          </p:nvSpPr>
          <p:spPr>
            <a:xfrm>
              <a:off x="3639693" y="2545240"/>
              <a:ext cx="225846" cy="214298"/>
            </a:xfrm>
            <a:custGeom>
              <a:rect b="b" l="l" r="r" t="t"/>
              <a:pathLst>
                <a:path extrusionOk="0" h="8184" w="8625">
                  <a:moveTo>
                    <a:pt x="2924" y="1"/>
                  </a:moveTo>
                  <a:cubicBezTo>
                    <a:pt x="2819" y="1"/>
                    <a:pt x="2714" y="41"/>
                    <a:pt x="2633" y="122"/>
                  </a:cubicBezTo>
                  <a:lnTo>
                    <a:pt x="2557" y="208"/>
                  </a:lnTo>
                  <a:cubicBezTo>
                    <a:pt x="2400" y="356"/>
                    <a:pt x="2395" y="611"/>
                    <a:pt x="2542" y="775"/>
                  </a:cubicBezTo>
                  <a:lnTo>
                    <a:pt x="2542" y="775"/>
                  </a:lnTo>
                  <a:lnTo>
                    <a:pt x="2376" y="599"/>
                  </a:lnTo>
                  <a:cubicBezTo>
                    <a:pt x="2290" y="518"/>
                    <a:pt x="2180" y="478"/>
                    <a:pt x="2070" y="478"/>
                  </a:cubicBezTo>
                  <a:cubicBezTo>
                    <a:pt x="1961" y="478"/>
                    <a:pt x="1851" y="518"/>
                    <a:pt x="1765" y="599"/>
                  </a:cubicBezTo>
                  <a:lnTo>
                    <a:pt x="1708" y="666"/>
                  </a:lnTo>
                  <a:cubicBezTo>
                    <a:pt x="1546" y="828"/>
                    <a:pt x="1546" y="1095"/>
                    <a:pt x="1708" y="1267"/>
                  </a:cubicBezTo>
                  <a:lnTo>
                    <a:pt x="1622" y="1181"/>
                  </a:lnTo>
                  <a:cubicBezTo>
                    <a:pt x="1536" y="1095"/>
                    <a:pt x="1424" y="1053"/>
                    <a:pt x="1312" y="1053"/>
                  </a:cubicBezTo>
                  <a:cubicBezTo>
                    <a:pt x="1200" y="1053"/>
                    <a:pt x="1088" y="1095"/>
                    <a:pt x="1002" y="1181"/>
                  </a:cubicBezTo>
                  <a:lnTo>
                    <a:pt x="954" y="1229"/>
                  </a:lnTo>
                  <a:cubicBezTo>
                    <a:pt x="783" y="1391"/>
                    <a:pt x="783" y="1668"/>
                    <a:pt x="954" y="1840"/>
                  </a:cubicBezTo>
                  <a:lnTo>
                    <a:pt x="840" y="1725"/>
                  </a:lnTo>
                  <a:cubicBezTo>
                    <a:pt x="754" y="1634"/>
                    <a:pt x="639" y="1589"/>
                    <a:pt x="525" y="1589"/>
                  </a:cubicBezTo>
                  <a:cubicBezTo>
                    <a:pt x="410" y="1589"/>
                    <a:pt x="296" y="1634"/>
                    <a:pt x="210" y="1725"/>
                  </a:cubicBezTo>
                  <a:lnTo>
                    <a:pt x="172" y="1754"/>
                  </a:lnTo>
                  <a:cubicBezTo>
                    <a:pt x="0" y="1925"/>
                    <a:pt x="0" y="2212"/>
                    <a:pt x="172" y="2383"/>
                  </a:cubicBezTo>
                  <a:lnTo>
                    <a:pt x="3511" y="5722"/>
                  </a:lnTo>
                  <a:lnTo>
                    <a:pt x="2299" y="6218"/>
                  </a:lnTo>
                  <a:cubicBezTo>
                    <a:pt x="2042" y="6362"/>
                    <a:pt x="1908" y="6676"/>
                    <a:pt x="1994" y="6963"/>
                  </a:cubicBezTo>
                  <a:cubicBezTo>
                    <a:pt x="1994" y="6963"/>
                    <a:pt x="2159" y="7222"/>
                    <a:pt x="2265" y="7222"/>
                  </a:cubicBezTo>
                  <a:cubicBezTo>
                    <a:pt x="2270" y="7222"/>
                    <a:pt x="2275" y="7221"/>
                    <a:pt x="2280" y="7220"/>
                  </a:cubicBezTo>
                  <a:cubicBezTo>
                    <a:pt x="2757" y="7058"/>
                    <a:pt x="3931" y="6982"/>
                    <a:pt x="4637" y="6943"/>
                  </a:cubicBezTo>
                  <a:cubicBezTo>
                    <a:pt x="4660" y="6942"/>
                    <a:pt x="4683" y="6942"/>
                    <a:pt x="4706" y="6942"/>
                  </a:cubicBezTo>
                  <a:cubicBezTo>
                    <a:pt x="5026" y="6942"/>
                    <a:pt x="5341" y="7065"/>
                    <a:pt x="5581" y="7296"/>
                  </a:cubicBezTo>
                  <a:lnTo>
                    <a:pt x="6459" y="8184"/>
                  </a:lnTo>
                  <a:lnTo>
                    <a:pt x="8624" y="6009"/>
                  </a:lnTo>
                  <a:lnTo>
                    <a:pt x="7546" y="4931"/>
                  </a:lnTo>
                  <a:cubicBezTo>
                    <a:pt x="7460" y="4854"/>
                    <a:pt x="7422" y="4749"/>
                    <a:pt x="7413" y="4644"/>
                  </a:cubicBezTo>
                  <a:cubicBezTo>
                    <a:pt x="7394" y="4415"/>
                    <a:pt x="7298" y="4205"/>
                    <a:pt x="7136" y="4043"/>
                  </a:cubicBezTo>
                  <a:lnTo>
                    <a:pt x="3215" y="122"/>
                  </a:lnTo>
                  <a:cubicBezTo>
                    <a:pt x="3134" y="41"/>
                    <a:pt x="3029" y="1"/>
                    <a:pt x="2924" y="1"/>
                  </a:cubicBezTo>
                  <a:close/>
                </a:path>
              </a:pathLst>
            </a:custGeom>
            <a:solidFill>
              <a:srgbClr val="C8D3D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933" name="Google Shape;14933;p44"/>
            <p:cNvSpPr/>
            <p:nvPr/>
          </p:nvSpPr>
          <p:spPr>
            <a:xfrm>
              <a:off x="3639693" y="2545162"/>
              <a:ext cx="118932" cy="125452"/>
            </a:xfrm>
            <a:custGeom>
              <a:rect b="b" l="l" r="r" t="t"/>
              <a:pathLst>
                <a:path extrusionOk="0" h="4791" w="4542">
                  <a:moveTo>
                    <a:pt x="2919" y="0"/>
                  </a:moveTo>
                  <a:cubicBezTo>
                    <a:pt x="2814" y="0"/>
                    <a:pt x="2712" y="47"/>
                    <a:pt x="2633" y="125"/>
                  </a:cubicBezTo>
                  <a:lnTo>
                    <a:pt x="2557" y="202"/>
                  </a:lnTo>
                  <a:cubicBezTo>
                    <a:pt x="2395" y="364"/>
                    <a:pt x="2395" y="621"/>
                    <a:pt x="2557" y="784"/>
                  </a:cubicBezTo>
                  <a:lnTo>
                    <a:pt x="2376" y="602"/>
                  </a:lnTo>
                  <a:cubicBezTo>
                    <a:pt x="2290" y="517"/>
                    <a:pt x="2180" y="474"/>
                    <a:pt x="2070" y="474"/>
                  </a:cubicBezTo>
                  <a:cubicBezTo>
                    <a:pt x="1961" y="474"/>
                    <a:pt x="1851" y="517"/>
                    <a:pt x="1765" y="602"/>
                  </a:cubicBezTo>
                  <a:lnTo>
                    <a:pt x="1708" y="660"/>
                  </a:lnTo>
                  <a:cubicBezTo>
                    <a:pt x="1546" y="831"/>
                    <a:pt x="1546" y="1098"/>
                    <a:pt x="1708" y="1261"/>
                  </a:cubicBezTo>
                  <a:lnTo>
                    <a:pt x="1622" y="1175"/>
                  </a:lnTo>
                  <a:cubicBezTo>
                    <a:pt x="1536" y="1089"/>
                    <a:pt x="1424" y="1046"/>
                    <a:pt x="1312" y="1046"/>
                  </a:cubicBezTo>
                  <a:cubicBezTo>
                    <a:pt x="1200" y="1046"/>
                    <a:pt x="1088" y="1089"/>
                    <a:pt x="1002" y="1175"/>
                  </a:cubicBezTo>
                  <a:lnTo>
                    <a:pt x="954" y="1223"/>
                  </a:lnTo>
                  <a:cubicBezTo>
                    <a:pt x="791" y="1386"/>
                    <a:pt x="783" y="1644"/>
                    <a:pt x="930" y="1816"/>
                  </a:cubicBezTo>
                  <a:lnTo>
                    <a:pt x="930" y="1816"/>
                  </a:lnTo>
                  <a:lnTo>
                    <a:pt x="840" y="1719"/>
                  </a:lnTo>
                  <a:cubicBezTo>
                    <a:pt x="754" y="1633"/>
                    <a:pt x="639" y="1590"/>
                    <a:pt x="525" y="1590"/>
                  </a:cubicBezTo>
                  <a:cubicBezTo>
                    <a:pt x="410" y="1590"/>
                    <a:pt x="296" y="1633"/>
                    <a:pt x="210" y="1719"/>
                  </a:cubicBezTo>
                  <a:lnTo>
                    <a:pt x="172" y="1757"/>
                  </a:lnTo>
                  <a:cubicBezTo>
                    <a:pt x="0" y="1928"/>
                    <a:pt x="0" y="2205"/>
                    <a:pt x="172" y="2386"/>
                  </a:cubicBezTo>
                  <a:lnTo>
                    <a:pt x="2586" y="4790"/>
                  </a:lnTo>
                  <a:lnTo>
                    <a:pt x="4303" y="3064"/>
                  </a:lnTo>
                  <a:cubicBezTo>
                    <a:pt x="4455" y="2911"/>
                    <a:pt x="4541" y="2701"/>
                    <a:pt x="4541" y="2482"/>
                  </a:cubicBezTo>
                  <a:cubicBezTo>
                    <a:pt x="4541" y="2262"/>
                    <a:pt x="4455" y="2052"/>
                    <a:pt x="4303" y="1900"/>
                  </a:cubicBezTo>
                  <a:lnTo>
                    <a:pt x="4217" y="1814"/>
                  </a:lnTo>
                  <a:cubicBezTo>
                    <a:pt x="4169" y="1766"/>
                    <a:pt x="4122" y="1728"/>
                    <a:pt x="4064" y="1690"/>
                  </a:cubicBezTo>
                  <a:cubicBezTo>
                    <a:pt x="4083" y="1451"/>
                    <a:pt x="4007" y="1223"/>
                    <a:pt x="3835" y="1041"/>
                  </a:cubicBezTo>
                  <a:lnTo>
                    <a:pt x="3826" y="1032"/>
                  </a:lnTo>
                  <a:lnTo>
                    <a:pt x="3759" y="965"/>
                  </a:lnTo>
                  <a:cubicBezTo>
                    <a:pt x="3683" y="889"/>
                    <a:pt x="3597" y="831"/>
                    <a:pt x="3492" y="784"/>
                  </a:cubicBezTo>
                  <a:cubicBezTo>
                    <a:pt x="3473" y="602"/>
                    <a:pt x="3396" y="431"/>
                    <a:pt x="3272" y="297"/>
                  </a:cubicBezTo>
                  <a:lnTo>
                    <a:pt x="3244" y="259"/>
                  </a:lnTo>
                  <a:lnTo>
                    <a:pt x="3196" y="211"/>
                  </a:lnTo>
                  <a:cubicBezTo>
                    <a:pt x="3129" y="145"/>
                    <a:pt x="3044" y="87"/>
                    <a:pt x="2948" y="40"/>
                  </a:cubicBezTo>
                  <a:lnTo>
                    <a:pt x="2948" y="1"/>
                  </a:lnTo>
                  <a:cubicBezTo>
                    <a:pt x="2938" y="1"/>
                    <a:pt x="2929" y="0"/>
                    <a:pt x="2919" y="0"/>
                  </a:cubicBezTo>
                  <a:close/>
                </a:path>
              </a:pathLst>
            </a:custGeom>
            <a:solidFill>
              <a:srgbClr val="B5C4D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934" name="Google Shape;14934;p44"/>
            <p:cNvSpPr/>
            <p:nvPr/>
          </p:nvSpPr>
          <p:spPr>
            <a:xfrm>
              <a:off x="3703637" y="2545004"/>
              <a:ext cx="161902" cy="168082"/>
            </a:xfrm>
            <a:custGeom>
              <a:rect b="b" l="l" r="r" t="t"/>
              <a:pathLst>
                <a:path extrusionOk="0" h="6419" w="6183">
                  <a:moveTo>
                    <a:pt x="482" y="0"/>
                  </a:moveTo>
                  <a:cubicBezTo>
                    <a:pt x="377" y="0"/>
                    <a:pt x="272" y="41"/>
                    <a:pt x="191" y="122"/>
                  </a:cubicBezTo>
                  <a:lnTo>
                    <a:pt x="105" y="208"/>
                  </a:lnTo>
                  <a:cubicBezTo>
                    <a:pt x="58" y="255"/>
                    <a:pt x="20" y="332"/>
                    <a:pt x="0" y="408"/>
                  </a:cubicBezTo>
                  <a:cubicBezTo>
                    <a:pt x="32" y="399"/>
                    <a:pt x="64" y="395"/>
                    <a:pt x="95" y="395"/>
                  </a:cubicBezTo>
                  <a:cubicBezTo>
                    <a:pt x="199" y="395"/>
                    <a:pt x="302" y="440"/>
                    <a:pt x="382" y="513"/>
                  </a:cubicBezTo>
                  <a:lnTo>
                    <a:pt x="4293" y="4434"/>
                  </a:lnTo>
                  <a:cubicBezTo>
                    <a:pt x="4456" y="4596"/>
                    <a:pt x="4551" y="4806"/>
                    <a:pt x="4570" y="5035"/>
                  </a:cubicBezTo>
                  <a:cubicBezTo>
                    <a:pt x="4580" y="5149"/>
                    <a:pt x="4627" y="5245"/>
                    <a:pt x="4704" y="5331"/>
                  </a:cubicBezTo>
                  <a:lnTo>
                    <a:pt x="5791" y="6418"/>
                  </a:lnTo>
                  <a:lnTo>
                    <a:pt x="6182" y="6018"/>
                  </a:lnTo>
                  <a:lnTo>
                    <a:pt x="5095" y="4930"/>
                  </a:lnTo>
                  <a:cubicBezTo>
                    <a:pt x="5018" y="4854"/>
                    <a:pt x="4971" y="4749"/>
                    <a:pt x="4961" y="4644"/>
                  </a:cubicBezTo>
                  <a:cubicBezTo>
                    <a:pt x="4952" y="4415"/>
                    <a:pt x="4856" y="4205"/>
                    <a:pt x="4694" y="4043"/>
                  </a:cubicBezTo>
                  <a:lnTo>
                    <a:pt x="773" y="122"/>
                  </a:lnTo>
                  <a:cubicBezTo>
                    <a:pt x="692" y="41"/>
                    <a:pt x="587" y="0"/>
                    <a:pt x="482" y="0"/>
                  </a:cubicBezTo>
                  <a:close/>
                </a:path>
              </a:pathLst>
            </a:custGeom>
            <a:solidFill>
              <a:srgbClr val="B5C4D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935" name="Google Shape;14935;p44"/>
            <p:cNvSpPr/>
            <p:nvPr/>
          </p:nvSpPr>
          <p:spPr>
            <a:xfrm>
              <a:off x="3782087" y="2676087"/>
              <a:ext cx="83452" cy="83452"/>
            </a:xfrm>
            <a:custGeom>
              <a:rect b="b" l="l" r="r" t="t"/>
              <a:pathLst>
                <a:path extrusionOk="0" h="3187" w="3187">
                  <a:moveTo>
                    <a:pt x="2175" y="0"/>
                  </a:moveTo>
                  <a:lnTo>
                    <a:pt x="0" y="2175"/>
                  </a:lnTo>
                  <a:cubicBezTo>
                    <a:pt x="48" y="2214"/>
                    <a:pt x="95" y="2261"/>
                    <a:pt x="143" y="2299"/>
                  </a:cubicBezTo>
                  <a:lnTo>
                    <a:pt x="1021" y="3187"/>
                  </a:lnTo>
                  <a:lnTo>
                    <a:pt x="3186" y="1021"/>
                  </a:lnTo>
                  <a:lnTo>
                    <a:pt x="2175" y="0"/>
                  </a:lnTo>
                  <a:close/>
                </a:path>
              </a:pathLst>
            </a:custGeom>
            <a:solidFill>
              <a:srgbClr val="B5C4D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936" name="Google Shape;14936;p44"/>
            <p:cNvSpPr/>
            <p:nvPr/>
          </p:nvSpPr>
          <p:spPr>
            <a:xfrm>
              <a:off x="3792561" y="2687137"/>
              <a:ext cx="86960" cy="85834"/>
            </a:xfrm>
            <a:custGeom>
              <a:rect b="b" l="l" r="r" t="t"/>
              <a:pathLst>
                <a:path extrusionOk="0" h="3278" w="3321">
                  <a:moveTo>
                    <a:pt x="2429" y="0"/>
                  </a:moveTo>
                  <a:cubicBezTo>
                    <a:pt x="2371" y="0"/>
                    <a:pt x="2314" y="22"/>
                    <a:pt x="2271" y="65"/>
                  </a:cubicBezTo>
                  <a:lnTo>
                    <a:pt x="96" y="2240"/>
                  </a:lnTo>
                  <a:cubicBezTo>
                    <a:pt x="1" y="2326"/>
                    <a:pt x="1" y="2478"/>
                    <a:pt x="96" y="2564"/>
                  </a:cubicBezTo>
                  <a:lnTo>
                    <a:pt x="735" y="3213"/>
                  </a:lnTo>
                  <a:cubicBezTo>
                    <a:pt x="783" y="3256"/>
                    <a:pt x="840" y="3277"/>
                    <a:pt x="897" y="3277"/>
                  </a:cubicBezTo>
                  <a:cubicBezTo>
                    <a:pt x="955" y="3277"/>
                    <a:pt x="1012" y="3256"/>
                    <a:pt x="1060" y="3213"/>
                  </a:cubicBezTo>
                  <a:lnTo>
                    <a:pt x="3235" y="1019"/>
                  </a:lnTo>
                  <a:cubicBezTo>
                    <a:pt x="3321" y="933"/>
                    <a:pt x="3321" y="790"/>
                    <a:pt x="3235" y="704"/>
                  </a:cubicBezTo>
                  <a:lnTo>
                    <a:pt x="2586" y="65"/>
                  </a:lnTo>
                  <a:cubicBezTo>
                    <a:pt x="2543" y="22"/>
                    <a:pt x="2486" y="0"/>
                    <a:pt x="2429" y="0"/>
                  </a:cubicBezTo>
                  <a:close/>
                </a:path>
              </a:pathLst>
            </a:custGeom>
            <a:solidFill>
              <a:srgbClr val="657A8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937" name="Google Shape;14937;p44"/>
            <p:cNvSpPr/>
            <p:nvPr/>
          </p:nvSpPr>
          <p:spPr>
            <a:xfrm>
              <a:off x="3842522" y="2687189"/>
              <a:ext cx="36999" cy="36135"/>
            </a:xfrm>
            <a:custGeom>
              <a:rect b="b" l="l" r="r" t="t"/>
              <a:pathLst>
                <a:path extrusionOk="0" h="1380" w="1413">
                  <a:moveTo>
                    <a:pt x="517" y="1"/>
                  </a:moveTo>
                  <a:cubicBezTo>
                    <a:pt x="461" y="1"/>
                    <a:pt x="406" y="25"/>
                    <a:pt x="363" y="72"/>
                  </a:cubicBezTo>
                  <a:lnTo>
                    <a:pt x="1" y="425"/>
                  </a:lnTo>
                  <a:lnTo>
                    <a:pt x="974" y="1379"/>
                  </a:lnTo>
                  <a:lnTo>
                    <a:pt x="1327" y="1017"/>
                  </a:lnTo>
                  <a:cubicBezTo>
                    <a:pt x="1413" y="931"/>
                    <a:pt x="1413" y="788"/>
                    <a:pt x="1327" y="702"/>
                  </a:cubicBezTo>
                  <a:lnTo>
                    <a:pt x="678" y="72"/>
                  </a:lnTo>
                  <a:cubicBezTo>
                    <a:pt x="630" y="25"/>
                    <a:pt x="573" y="1"/>
                    <a:pt x="517" y="1"/>
                  </a:cubicBezTo>
                  <a:close/>
                </a:path>
              </a:pathLst>
            </a:custGeom>
            <a:solidFill>
              <a:srgbClr val="435D7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938" name="Google Shape;14938;p44"/>
            <p:cNvSpPr/>
            <p:nvPr/>
          </p:nvSpPr>
          <p:spPr>
            <a:xfrm>
              <a:off x="3656609" y="2587529"/>
              <a:ext cx="80990" cy="77089"/>
            </a:xfrm>
            <a:custGeom>
              <a:rect b="b" l="l" r="r" t="t"/>
              <a:pathLst>
                <a:path extrusionOk="0" h="2944" w="3093">
                  <a:moveTo>
                    <a:pt x="311" y="1"/>
                  </a:moveTo>
                  <a:cubicBezTo>
                    <a:pt x="148" y="1"/>
                    <a:pt x="1" y="211"/>
                    <a:pt x="156" y="358"/>
                  </a:cubicBezTo>
                  <a:lnTo>
                    <a:pt x="2674" y="2877"/>
                  </a:lnTo>
                  <a:cubicBezTo>
                    <a:pt x="2711" y="2914"/>
                    <a:pt x="2767" y="2942"/>
                    <a:pt x="2822" y="2943"/>
                  </a:cubicBezTo>
                  <a:lnTo>
                    <a:pt x="2822" y="2943"/>
                  </a:lnTo>
                  <a:cubicBezTo>
                    <a:pt x="3010" y="2939"/>
                    <a:pt x="3093" y="2713"/>
                    <a:pt x="2970" y="2581"/>
                  </a:cubicBezTo>
                  <a:lnTo>
                    <a:pt x="451" y="62"/>
                  </a:lnTo>
                  <a:cubicBezTo>
                    <a:pt x="408" y="19"/>
                    <a:pt x="359" y="1"/>
                    <a:pt x="311" y="1"/>
                  </a:cubicBezTo>
                  <a:close/>
                  <a:moveTo>
                    <a:pt x="2822" y="2943"/>
                  </a:moveTo>
                  <a:cubicBezTo>
                    <a:pt x="2821" y="2943"/>
                    <a:pt x="2819" y="2943"/>
                    <a:pt x="2817" y="2943"/>
                  </a:cubicBezTo>
                  <a:lnTo>
                    <a:pt x="2827" y="2943"/>
                  </a:lnTo>
                  <a:cubicBezTo>
                    <a:pt x="2825" y="2943"/>
                    <a:pt x="2824" y="2943"/>
                    <a:pt x="2822" y="2943"/>
                  </a:cubicBezTo>
                  <a:close/>
                </a:path>
              </a:pathLst>
            </a:custGeom>
            <a:solidFill>
              <a:srgbClr val="B5C4D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939" name="Google Shape;14939;p44"/>
            <p:cNvSpPr/>
            <p:nvPr/>
          </p:nvSpPr>
          <p:spPr>
            <a:xfrm>
              <a:off x="3676379" y="2572446"/>
              <a:ext cx="84997" cy="80938"/>
            </a:xfrm>
            <a:custGeom>
              <a:rect b="b" l="l" r="r" t="t"/>
              <a:pathLst>
                <a:path extrusionOk="0" h="3091" w="3246">
                  <a:moveTo>
                    <a:pt x="307" y="0"/>
                  </a:moveTo>
                  <a:cubicBezTo>
                    <a:pt x="145" y="0"/>
                    <a:pt x="0" y="215"/>
                    <a:pt x="154" y="362"/>
                  </a:cubicBezTo>
                  <a:lnTo>
                    <a:pt x="2816" y="3023"/>
                  </a:lnTo>
                  <a:cubicBezTo>
                    <a:pt x="2854" y="3062"/>
                    <a:pt x="2911" y="3090"/>
                    <a:pt x="2969" y="3090"/>
                  </a:cubicBezTo>
                  <a:cubicBezTo>
                    <a:pt x="3150" y="3081"/>
                    <a:pt x="3245" y="2861"/>
                    <a:pt x="3112" y="2728"/>
                  </a:cubicBezTo>
                  <a:lnTo>
                    <a:pt x="450" y="66"/>
                  </a:lnTo>
                  <a:cubicBezTo>
                    <a:pt x="406" y="20"/>
                    <a:pt x="356" y="0"/>
                    <a:pt x="307" y="0"/>
                  </a:cubicBezTo>
                  <a:close/>
                </a:path>
              </a:pathLst>
            </a:custGeom>
            <a:solidFill>
              <a:srgbClr val="B5C4D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940" name="Google Shape;14940;p44"/>
            <p:cNvSpPr/>
            <p:nvPr/>
          </p:nvSpPr>
          <p:spPr>
            <a:xfrm>
              <a:off x="3698636" y="2559930"/>
              <a:ext cx="73973" cy="69966"/>
            </a:xfrm>
            <a:custGeom>
              <a:rect b="b" l="l" r="r" t="t"/>
              <a:pathLst>
                <a:path extrusionOk="0" h="2672" w="2825">
                  <a:moveTo>
                    <a:pt x="300" y="0"/>
                  </a:moveTo>
                  <a:cubicBezTo>
                    <a:pt x="137" y="0"/>
                    <a:pt x="0" y="209"/>
                    <a:pt x="153" y="363"/>
                  </a:cubicBezTo>
                  <a:lnTo>
                    <a:pt x="2395" y="2605"/>
                  </a:lnTo>
                  <a:cubicBezTo>
                    <a:pt x="2433" y="2643"/>
                    <a:pt x="2491" y="2671"/>
                    <a:pt x="2548" y="2671"/>
                  </a:cubicBezTo>
                  <a:cubicBezTo>
                    <a:pt x="2729" y="2671"/>
                    <a:pt x="2825" y="2442"/>
                    <a:pt x="2691" y="2309"/>
                  </a:cubicBezTo>
                  <a:lnTo>
                    <a:pt x="449" y="67"/>
                  </a:lnTo>
                  <a:cubicBezTo>
                    <a:pt x="402" y="20"/>
                    <a:pt x="350" y="0"/>
                    <a:pt x="300" y="0"/>
                  </a:cubicBezTo>
                  <a:close/>
                </a:path>
              </a:pathLst>
            </a:custGeom>
            <a:solidFill>
              <a:srgbClr val="B5C4D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941" name="Google Shape;14941;p44"/>
            <p:cNvSpPr/>
            <p:nvPr/>
          </p:nvSpPr>
          <p:spPr>
            <a:xfrm>
              <a:off x="3533278" y="2427041"/>
              <a:ext cx="226081" cy="214272"/>
            </a:xfrm>
            <a:custGeom>
              <a:rect b="b" l="l" r="r" t="t"/>
              <a:pathLst>
                <a:path extrusionOk="0" h="8183" w="8634">
                  <a:moveTo>
                    <a:pt x="2166" y="0"/>
                  </a:moveTo>
                  <a:lnTo>
                    <a:pt x="0" y="2175"/>
                  </a:lnTo>
                  <a:lnTo>
                    <a:pt x="1088" y="3253"/>
                  </a:lnTo>
                  <a:cubicBezTo>
                    <a:pt x="1164" y="3339"/>
                    <a:pt x="1212" y="3434"/>
                    <a:pt x="1221" y="3549"/>
                  </a:cubicBezTo>
                  <a:cubicBezTo>
                    <a:pt x="1240" y="3778"/>
                    <a:pt x="1336" y="3988"/>
                    <a:pt x="1498" y="4150"/>
                  </a:cubicBezTo>
                  <a:lnTo>
                    <a:pt x="3396" y="6048"/>
                  </a:lnTo>
                  <a:lnTo>
                    <a:pt x="5409" y="8061"/>
                  </a:lnTo>
                  <a:cubicBezTo>
                    <a:pt x="5490" y="8142"/>
                    <a:pt x="5595" y="8183"/>
                    <a:pt x="5700" y="8183"/>
                  </a:cubicBezTo>
                  <a:cubicBezTo>
                    <a:pt x="5805" y="8183"/>
                    <a:pt x="5910" y="8142"/>
                    <a:pt x="5991" y="8061"/>
                  </a:cubicBezTo>
                  <a:lnTo>
                    <a:pt x="6077" y="7985"/>
                  </a:lnTo>
                  <a:cubicBezTo>
                    <a:pt x="6234" y="7828"/>
                    <a:pt x="6239" y="7574"/>
                    <a:pt x="6094" y="7419"/>
                  </a:cubicBezTo>
                  <a:lnTo>
                    <a:pt x="6094" y="7419"/>
                  </a:lnTo>
                  <a:lnTo>
                    <a:pt x="6258" y="7584"/>
                  </a:lnTo>
                  <a:cubicBezTo>
                    <a:pt x="6340" y="7665"/>
                    <a:pt x="6449" y="7706"/>
                    <a:pt x="6559" y="7706"/>
                  </a:cubicBezTo>
                  <a:cubicBezTo>
                    <a:pt x="6669" y="7706"/>
                    <a:pt x="6778" y="7665"/>
                    <a:pt x="6859" y="7584"/>
                  </a:cubicBezTo>
                  <a:lnTo>
                    <a:pt x="6917" y="7527"/>
                  </a:lnTo>
                  <a:cubicBezTo>
                    <a:pt x="7088" y="7355"/>
                    <a:pt x="7088" y="7088"/>
                    <a:pt x="6917" y="6917"/>
                  </a:cubicBezTo>
                  <a:lnTo>
                    <a:pt x="6917" y="6917"/>
                  </a:lnTo>
                  <a:lnTo>
                    <a:pt x="7012" y="7012"/>
                  </a:lnTo>
                  <a:cubicBezTo>
                    <a:pt x="7098" y="7093"/>
                    <a:pt x="7208" y="7133"/>
                    <a:pt x="7317" y="7133"/>
                  </a:cubicBezTo>
                  <a:cubicBezTo>
                    <a:pt x="7427" y="7133"/>
                    <a:pt x="7537" y="7093"/>
                    <a:pt x="7623" y="7012"/>
                  </a:cubicBezTo>
                  <a:lnTo>
                    <a:pt x="7670" y="6964"/>
                  </a:lnTo>
                  <a:cubicBezTo>
                    <a:pt x="7842" y="6792"/>
                    <a:pt x="7842" y="6516"/>
                    <a:pt x="7670" y="6344"/>
                  </a:cubicBezTo>
                  <a:lnTo>
                    <a:pt x="7670" y="6344"/>
                  </a:lnTo>
                  <a:lnTo>
                    <a:pt x="7794" y="6468"/>
                  </a:lnTo>
                  <a:cubicBezTo>
                    <a:pt x="7880" y="6554"/>
                    <a:pt x="7995" y="6597"/>
                    <a:pt x="8109" y="6597"/>
                  </a:cubicBezTo>
                  <a:cubicBezTo>
                    <a:pt x="8224" y="6597"/>
                    <a:pt x="8338" y="6554"/>
                    <a:pt x="8424" y="6468"/>
                  </a:cubicBezTo>
                  <a:lnTo>
                    <a:pt x="8453" y="6430"/>
                  </a:lnTo>
                  <a:cubicBezTo>
                    <a:pt x="8634" y="6258"/>
                    <a:pt x="8624" y="5972"/>
                    <a:pt x="8453" y="5800"/>
                  </a:cubicBezTo>
                  <a:lnTo>
                    <a:pt x="6974" y="4312"/>
                  </a:lnTo>
                  <a:lnTo>
                    <a:pt x="6382" y="3730"/>
                  </a:lnTo>
                  <a:lnTo>
                    <a:pt x="5114" y="2461"/>
                  </a:lnTo>
                  <a:lnTo>
                    <a:pt x="6325" y="1965"/>
                  </a:lnTo>
                  <a:cubicBezTo>
                    <a:pt x="6592" y="1822"/>
                    <a:pt x="6716" y="1507"/>
                    <a:pt x="6631" y="1212"/>
                  </a:cubicBezTo>
                  <a:cubicBezTo>
                    <a:pt x="6631" y="1212"/>
                    <a:pt x="6475" y="961"/>
                    <a:pt x="6370" y="961"/>
                  </a:cubicBezTo>
                  <a:cubicBezTo>
                    <a:pt x="6364" y="961"/>
                    <a:pt x="6359" y="962"/>
                    <a:pt x="6354" y="964"/>
                  </a:cubicBezTo>
                  <a:cubicBezTo>
                    <a:pt x="5867" y="1126"/>
                    <a:pt x="4694" y="1202"/>
                    <a:pt x="3997" y="1240"/>
                  </a:cubicBezTo>
                  <a:cubicBezTo>
                    <a:pt x="3974" y="1241"/>
                    <a:pt x="3950" y="1242"/>
                    <a:pt x="3927" y="1242"/>
                  </a:cubicBezTo>
                  <a:cubicBezTo>
                    <a:pt x="3599" y="1242"/>
                    <a:pt x="3284" y="1119"/>
                    <a:pt x="3053" y="887"/>
                  </a:cubicBezTo>
                  <a:lnTo>
                    <a:pt x="2166" y="0"/>
                  </a:lnTo>
                  <a:close/>
                </a:path>
              </a:pathLst>
            </a:custGeom>
            <a:solidFill>
              <a:srgbClr val="F0F3F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942" name="Google Shape;14942;p44"/>
            <p:cNvSpPr/>
            <p:nvPr/>
          </p:nvSpPr>
          <p:spPr>
            <a:xfrm>
              <a:off x="3622202" y="2523454"/>
              <a:ext cx="131684" cy="117859"/>
            </a:xfrm>
            <a:custGeom>
              <a:rect b="b" l="l" r="r" t="t"/>
              <a:pathLst>
                <a:path extrusionOk="0" h="4501" w="5029">
                  <a:moveTo>
                    <a:pt x="2716" y="0"/>
                  </a:moveTo>
                  <a:cubicBezTo>
                    <a:pt x="2495" y="0"/>
                    <a:pt x="2276" y="86"/>
                    <a:pt x="2109" y="258"/>
                  </a:cubicBezTo>
                  <a:lnTo>
                    <a:pt x="0" y="2366"/>
                  </a:lnTo>
                  <a:lnTo>
                    <a:pt x="2013" y="4379"/>
                  </a:lnTo>
                  <a:cubicBezTo>
                    <a:pt x="2094" y="4460"/>
                    <a:pt x="2199" y="4501"/>
                    <a:pt x="2304" y="4501"/>
                  </a:cubicBezTo>
                  <a:cubicBezTo>
                    <a:pt x="2409" y="4501"/>
                    <a:pt x="2514" y="4460"/>
                    <a:pt x="2595" y="4379"/>
                  </a:cubicBezTo>
                  <a:lnTo>
                    <a:pt x="2681" y="4293"/>
                  </a:lnTo>
                  <a:cubicBezTo>
                    <a:pt x="2834" y="4141"/>
                    <a:pt x="2834" y="3874"/>
                    <a:pt x="2681" y="3721"/>
                  </a:cubicBezTo>
                  <a:lnTo>
                    <a:pt x="2681" y="3721"/>
                  </a:lnTo>
                  <a:lnTo>
                    <a:pt x="2862" y="3902"/>
                  </a:lnTo>
                  <a:cubicBezTo>
                    <a:pt x="2944" y="3983"/>
                    <a:pt x="3053" y="4024"/>
                    <a:pt x="3163" y="4024"/>
                  </a:cubicBezTo>
                  <a:cubicBezTo>
                    <a:pt x="3273" y="4024"/>
                    <a:pt x="3382" y="3983"/>
                    <a:pt x="3463" y="3902"/>
                  </a:cubicBezTo>
                  <a:lnTo>
                    <a:pt x="3521" y="3845"/>
                  </a:lnTo>
                  <a:cubicBezTo>
                    <a:pt x="3692" y="3673"/>
                    <a:pt x="3692" y="3406"/>
                    <a:pt x="3521" y="3235"/>
                  </a:cubicBezTo>
                  <a:lnTo>
                    <a:pt x="3521" y="3235"/>
                  </a:lnTo>
                  <a:lnTo>
                    <a:pt x="3616" y="3330"/>
                  </a:lnTo>
                  <a:cubicBezTo>
                    <a:pt x="3697" y="3411"/>
                    <a:pt x="3807" y="3451"/>
                    <a:pt x="3918" y="3451"/>
                  </a:cubicBezTo>
                  <a:cubicBezTo>
                    <a:pt x="4029" y="3451"/>
                    <a:pt x="4141" y="3411"/>
                    <a:pt x="4227" y="3330"/>
                  </a:cubicBezTo>
                  <a:lnTo>
                    <a:pt x="4274" y="3282"/>
                  </a:lnTo>
                  <a:cubicBezTo>
                    <a:pt x="4446" y="3110"/>
                    <a:pt x="4446" y="2834"/>
                    <a:pt x="4274" y="2662"/>
                  </a:cubicBezTo>
                  <a:lnTo>
                    <a:pt x="4274" y="2662"/>
                  </a:lnTo>
                  <a:lnTo>
                    <a:pt x="4398" y="2786"/>
                  </a:lnTo>
                  <a:cubicBezTo>
                    <a:pt x="4484" y="2872"/>
                    <a:pt x="4596" y="2915"/>
                    <a:pt x="4710" y="2915"/>
                  </a:cubicBezTo>
                  <a:cubicBezTo>
                    <a:pt x="4823" y="2915"/>
                    <a:pt x="4937" y="2872"/>
                    <a:pt x="5028" y="2786"/>
                  </a:cubicBezTo>
                  <a:cubicBezTo>
                    <a:pt x="5009" y="2757"/>
                    <a:pt x="4990" y="2738"/>
                    <a:pt x="4961" y="2710"/>
                  </a:cubicBezTo>
                  <a:lnTo>
                    <a:pt x="4885" y="2633"/>
                  </a:lnTo>
                  <a:cubicBezTo>
                    <a:pt x="4837" y="2586"/>
                    <a:pt x="4790" y="2548"/>
                    <a:pt x="4732" y="2509"/>
                  </a:cubicBezTo>
                  <a:cubicBezTo>
                    <a:pt x="4751" y="2271"/>
                    <a:pt x="4665" y="2032"/>
                    <a:pt x="4503" y="1861"/>
                  </a:cubicBezTo>
                  <a:lnTo>
                    <a:pt x="4484" y="1842"/>
                  </a:lnTo>
                  <a:lnTo>
                    <a:pt x="4427" y="1784"/>
                  </a:lnTo>
                  <a:cubicBezTo>
                    <a:pt x="4351" y="1708"/>
                    <a:pt x="4255" y="1641"/>
                    <a:pt x="4160" y="1603"/>
                  </a:cubicBezTo>
                  <a:cubicBezTo>
                    <a:pt x="4141" y="1422"/>
                    <a:pt x="4064" y="1241"/>
                    <a:pt x="3940" y="1107"/>
                  </a:cubicBezTo>
                  <a:lnTo>
                    <a:pt x="3912" y="1078"/>
                  </a:lnTo>
                  <a:lnTo>
                    <a:pt x="3864" y="1031"/>
                  </a:lnTo>
                  <a:cubicBezTo>
                    <a:pt x="3788" y="954"/>
                    <a:pt x="3702" y="897"/>
                    <a:pt x="3616" y="859"/>
                  </a:cubicBezTo>
                  <a:cubicBezTo>
                    <a:pt x="3607" y="659"/>
                    <a:pt x="3530" y="477"/>
                    <a:pt x="3406" y="334"/>
                  </a:cubicBezTo>
                  <a:cubicBezTo>
                    <a:pt x="3387" y="315"/>
                    <a:pt x="3368" y="296"/>
                    <a:pt x="3359" y="287"/>
                  </a:cubicBezTo>
                  <a:lnTo>
                    <a:pt x="3330" y="258"/>
                  </a:lnTo>
                  <a:cubicBezTo>
                    <a:pt x="3158" y="86"/>
                    <a:pt x="2936" y="0"/>
                    <a:pt x="2716" y="0"/>
                  </a:cubicBezTo>
                  <a:close/>
                </a:path>
              </a:pathLst>
            </a:custGeom>
            <a:solidFill>
              <a:srgbClr val="DFE5E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943" name="Google Shape;14943;p44"/>
            <p:cNvSpPr/>
            <p:nvPr/>
          </p:nvSpPr>
          <p:spPr>
            <a:xfrm>
              <a:off x="3533278" y="2473493"/>
              <a:ext cx="161902" cy="168082"/>
            </a:xfrm>
            <a:custGeom>
              <a:rect b="b" l="l" r="r" t="t"/>
              <a:pathLst>
                <a:path extrusionOk="0" h="6419" w="6183">
                  <a:moveTo>
                    <a:pt x="391" y="0"/>
                  </a:moveTo>
                  <a:lnTo>
                    <a:pt x="0" y="392"/>
                  </a:lnTo>
                  <a:lnTo>
                    <a:pt x="1088" y="1479"/>
                  </a:lnTo>
                  <a:cubicBezTo>
                    <a:pt x="1164" y="1565"/>
                    <a:pt x="1212" y="1660"/>
                    <a:pt x="1221" y="1775"/>
                  </a:cubicBezTo>
                  <a:cubicBezTo>
                    <a:pt x="1240" y="2004"/>
                    <a:pt x="1336" y="2214"/>
                    <a:pt x="1498" y="2376"/>
                  </a:cubicBezTo>
                  <a:lnTo>
                    <a:pt x="5409" y="6297"/>
                  </a:lnTo>
                  <a:cubicBezTo>
                    <a:pt x="5490" y="6378"/>
                    <a:pt x="5595" y="6418"/>
                    <a:pt x="5700" y="6418"/>
                  </a:cubicBezTo>
                  <a:cubicBezTo>
                    <a:pt x="5805" y="6418"/>
                    <a:pt x="5910" y="6378"/>
                    <a:pt x="5991" y="6297"/>
                  </a:cubicBezTo>
                  <a:lnTo>
                    <a:pt x="6077" y="6211"/>
                  </a:lnTo>
                  <a:cubicBezTo>
                    <a:pt x="6125" y="6154"/>
                    <a:pt x="6163" y="6087"/>
                    <a:pt x="6182" y="6011"/>
                  </a:cubicBezTo>
                  <a:lnTo>
                    <a:pt x="6182" y="6011"/>
                  </a:lnTo>
                  <a:cubicBezTo>
                    <a:pt x="6153" y="6017"/>
                    <a:pt x="6124" y="6020"/>
                    <a:pt x="6094" y="6020"/>
                  </a:cubicBezTo>
                  <a:cubicBezTo>
                    <a:pt x="5989" y="6020"/>
                    <a:pt x="5885" y="5980"/>
                    <a:pt x="5810" y="5906"/>
                  </a:cubicBezTo>
                  <a:lnTo>
                    <a:pt x="1889" y="1985"/>
                  </a:lnTo>
                  <a:cubicBezTo>
                    <a:pt x="1727" y="1823"/>
                    <a:pt x="1632" y="1603"/>
                    <a:pt x="1612" y="1384"/>
                  </a:cubicBezTo>
                  <a:cubicBezTo>
                    <a:pt x="1603" y="1269"/>
                    <a:pt x="1555" y="1164"/>
                    <a:pt x="1479" y="1088"/>
                  </a:cubicBezTo>
                  <a:lnTo>
                    <a:pt x="391" y="0"/>
                  </a:lnTo>
                  <a:close/>
                </a:path>
              </a:pathLst>
            </a:custGeom>
            <a:solidFill>
              <a:srgbClr val="DFE5E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944" name="Google Shape;14944;p44"/>
            <p:cNvSpPr/>
            <p:nvPr/>
          </p:nvSpPr>
          <p:spPr>
            <a:xfrm>
              <a:off x="3533278" y="2427041"/>
              <a:ext cx="83713" cy="83452"/>
            </a:xfrm>
            <a:custGeom>
              <a:rect b="b" l="l" r="r" t="t"/>
              <a:pathLst>
                <a:path extrusionOk="0" h="3187" w="3197">
                  <a:moveTo>
                    <a:pt x="2166" y="0"/>
                  </a:moveTo>
                  <a:lnTo>
                    <a:pt x="0" y="2175"/>
                  </a:lnTo>
                  <a:lnTo>
                    <a:pt x="1011" y="3186"/>
                  </a:lnTo>
                  <a:lnTo>
                    <a:pt x="3196" y="1011"/>
                  </a:lnTo>
                  <a:cubicBezTo>
                    <a:pt x="3139" y="973"/>
                    <a:pt x="3091" y="925"/>
                    <a:pt x="3053" y="887"/>
                  </a:cubicBezTo>
                  <a:lnTo>
                    <a:pt x="2166" y="0"/>
                  </a:lnTo>
                  <a:close/>
                </a:path>
              </a:pathLst>
            </a:custGeom>
            <a:solidFill>
              <a:srgbClr val="DFE5E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945" name="Google Shape;14945;p44"/>
            <p:cNvSpPr/>
            <p:nvPr/>
          </p:nvSpPr>
          <p:spPr>
            <a:xfrm>
              <a:off x="3519295" y="2413660"/>
              <a:ext cx="86934" cy="85782"/>
            </a:xfrm>
            <a:custGeom>
              <a:rect b="b" l="l" r="r" t="t"/>
              <a:pathLst>
                <a:path extrusionOk="0" h="3276" w="3320">
                  <a:moveTo>
                    <a:pt x="2428" y="1"/>
                  </a:moveTo>
                  <a:cubicBezTo>
                    <a:pt x="2371" y="1"/>
                    <a:pt x="2313" y="24"/>
                    <a:pt x="2271" y="72"/>
                  </a:cubicBezTo>
                  <a:lnTo>
                    <a:pt x="86" y="2247"/>
                  </a:lnTo>
                  <a:cubicBezTo>
                    <a:pt x="0" y="2333"/>
                    <a:pt x="0" y="2476"/>
                    <a:pt x="86" y="2562"/>
                  </a:cubicBezTo>
                  <a:lnTo>
                    <a:pt x="735" y="3211"/>
                  </a:lnTo>
                  <a:cubicBezTo>
                    <a:pt x="782" y="3254"/>
                    <a:pt x="840" y="3275"/>
                    <a:pt x="897" y="3275"/>
                  </a:cubicBezTo>
                  <a:cubicBezTo>
                    <a:pt x="954" y="3275"/>
                    <a:pt x="1011" y="3254"/>
                    <a:pt x="1059" y="3211"/>
                  </a:cubicBezTo>
                  <a:lnTo>
                    <a:pt x="3234" y="1026"/>
                  </a:lnTo>
                  <a:cubicBezTo>
                    <a:pt x="3320" y="940"/>
                    <a:pt x="3320" y="797"/>
                    <a:pt x="3225" y="711"/>
                  </a:cubicBezTo>
                  <a:lnTo>
                    <a:pt x="2585" y="72"/>
                  </a:lnTo>
                  <a:cubicBezTo>
                    <a:pt x="2542" y="24"/>
                    <a:pt x="2485" y="1"/>
                    <a:pt x="2428" y="1"/>
                  </a:cubicBezTo>
                  <a:close/>
                </a:path>
              </a:pathLst>
            </a:custGeom>
            <a:solidFill>
              <a:srgbClr val="95A6B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946" name="Google Shape;14946;p44"/>
            <p:cNvSpPr/>
            <p:nvPr/>
          </p:nvSpPr>
          <p:spPr>
            <a:xfrm>
              <a:off x="3519295" y="2462993"/>
              <a:ext cx="36973" cy="36188"/>
            </a:xfrm>
            <a:custGeom>
              <a:rect b="b" l="l" r="r" t="t"/>
              <a:pathLst>
                <a:path extrusionOk="0" h="1382" w="1412">
                  <a:moveTo>
                    <a:pt x="448" y="1"/>
                  </a:moveTo>
                  <a:lnTo>
                    <a:pt x="86" y="363"/>
                  </a:lnTo>
                  <a:cubicBezTo>
                    <a:pt x="0" y="449"/>
                    <a:pt x="0" y="592"/>
                    <a:pt x="86" y="678"/>
                  </a:cubicBezTo>
                  <a:lnTo>
                    <a:pt x="735" y="1317"/>
                  </a:lnTo>
                  <a:cubicBezTo>
                    <a:pt x="778" y="1360"/>
                    <a:pt x="835" y="1382"/>
                    <a:pt x="892" y="1382"/>
                  </a:cubicBezTo>
                  <a:cubicBezTo>
                    <a:pt x="949" y="1382"/>
                    <a:pt x="1006" y="1360"/>
                    <a:pt x="1049" y="1317"/>
                  </a:cubicBezTo>
                  <a:lnTo>
                    <a:pt x="1412" y="964"/>
                  </a:lnTo>
                  <a:lnTo>
                    <a:pt x="448" y="1"/>
                  </a:ln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947" name="Google Shape;14947;p44"/>
            <p:cNvSpPr/>
            <p:nvPr/>
          </p:nvSpPr>
          <p:spPr>
            <a:xfrm>
              <a:off x="3660353" y="2521831"/>
              <a:ext cx="81278" cy="77089"/>
            </a:xfrm>
            <a:custGeom>
              <a:rect b="b" l="l" r="r" t="t"/>
              <a:pathLst>
                <a:path extrusionOk="0" h="2944" w="3104">
                  <a:moveTo>
                    <a:pt x="311" y="1"/>
                  </a:moveTo>
                  <a:cubicBezTo>
                    <a:pt x="148" y="1"/>
                    <a:pt x="1" y="213"/>
                    <a:pt x="156" y="368"/>
                  </a:cubicBezTo>
                  <a:lnTo>
                    <a:pt x="2674" y="2877"/>
                  </a:lnTo>
                  <a:cubicBezTo>
                    <a:pt x="2712" y="2915"/>
                    <a:pt x="2770" y="2943"/>
                    <a:pt x="2827" y="2943"/>
                  </a:cubicBezTo>
                  <a:cubicBezTo>
                    <a:pt x="3008" y="2943"/>
                    <a:pt x="3104" y="2715"/>
                    <a:pt x="2970" y="2581"/>
                  </a:cubicBezTo>
                  <a:lnTo>
                    <a:pt x="451" y="62"/>
                  </a:lnTo>
                  <a:cubicBezTo>
                    <a:pt x="408" y="19"/>
                    <a:pt x="359" y="1"/>
                    <a:pt x="311" y="1"/>
                  </a:cubicBezTo>
                  <a:close/>
                </a:path>
              </a:pathLst>
            </a:custGeom>
            <a:solidFill>
              <a:srgbClr val="DFE5E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948" name="Google Shape;14948;p44"/>
            <p:cNvSpPr/>
            <p:nvPr/>
          </p:nvSpPr>
          <p:spPr>
            <a:xfrm>
              <a:off x="3637075" y="2533090"/>
              <a:ext cx="84813" cy="80807"/>
            </a:xfrm>
            <a:custGeom>
              <a:rect b="b" l="l" r="r" t="t"/>
              <a:pathLst>
                <a:path extrusionOk="0" h="3086" w="3239">
                  <a:moveTo>
                    <a:pt x="305" y="0"/>
                  </a:moveTo>
                  <a:cubicBezTo>
                    <a:pt x="144" y="0"/>
                    <a:pt x="0" y="212"/>
                    <a:pt x="148" y="367"/>
                  </a:cubicBezTo>
                  <a:lnTo>
                    <a:pt x="2810" y="3019"/>
                  </a:lnTo>
                  <a:cubicBezTo>
                    <a:pt x="2848" y="3067"/>
                    <a:pt x="2905" y="3086"/>
                    <a:pt x="2962" y="3086"/>
                  </a:cubicBezTo>
                  <a:cubicBezTo>
                    <a:pt x="3144" y="3086"/>
                    <a:pt x="3239" y="2857"/>
                    <a:pt x="3105" y="2723"/>
                  </a:cubicBezTo>
                  <a:lnTo>
                    <a:pt x="444" y="62"/>
                  </a:lnTo>
                  <a:cubicBezTo>
                    <a:pt x="400" y="18"/>
                    <a:pt x="352" y="0"/>
                    <a:pt x="305" y="0"/>
                  </a:cubicBezTo>
                  <a:close/>
                </a:path>
              </a:pathLst>
            </a:custGeom>
            <a:solidFill>
              <a:srgbClr val="DFE5E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949" name="Google Shape;14949;p44"/>
            <p:cNvSpPr/>
            <p:nvPr/>
          </p:nvSpPr>
          <p:spPr>
            <a:xfrm>
              <a:off x="3625841" y="2556552"/>
              <a:ext cx="73816" cy="69835"/>
            </a:xfrm>
            <a:custGeom>
              <a:rect b="b" l="l" r="r" t="t"/>
              <a:pathLst>
                <a:path extrusionOk="0" h="2667" w="2819">
                  <a:moveTo>
                    <a:pt x="304" y="1"/>
                  </a:moveTo>
                  <a:cubicBezTo>
                    <a:pt x="143" y="1"/>
                    <a:pt x="0" y="213"/>
                    <a:pt x="148" y="368"/>
                  </a:cubicBezTo>
                  <a:lnTo>
                    <a:pt x="2399" y="2610"/>
                  </a:lnTo>
                  <a:cubicBezTo>
                    <a:pt x="2437" y="2648"/>
                    <a:pt x="2485" y="2667"/>
                    <a:pt x="2542" y="2667"/>
                  </a:cubicBezTo>
                  <a:cubicBezTo>
                    <a:pt x="2733" y="2667"/>
                    <a:pt x="2819" y="2438"/>
                    <a:pt x="2695" y="2314"/>
                  </a:cubicBezTo>
                  <a:lnTo>
                    <a:pt x="443" y="62"/>
                  </a:lnTo>
                  <a:cubicBezTo>
                    <a:pt x="400" y="19"/>
                    <a:pt x="351" y="1"/>
                    <a:pt x="304" y="1"/>
                  </a:cubicBezTo>
                  <a:close/>
                </a:path>
              </a:pathLst>
            </a:custGeom>
            <a:solidFill>
              <a:srgbClr val="DFE5E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950" name="Google Shape;14950;p44"/>
            <p:cNvSpPr/>
            <p:nvPr/>
          </p:nvSpPr>
          <p:spPr>
            <a:xfrm>
              <a:off x="3650429" y="2427277"/>
              <a:ext cx="215110" cy="224484"/>
            </a:xfrm>
            <a:custGeom>
              <a:rect b="b" l="l" r="r" t="t"/>
              <a:pathLst>
                <a:path extrusionOk="0" h="8573" w="8215">
                  <a:moveTo>
                    <a:pt x="6049" y="1"/>
                  </a:moveTo>
                  <a:lnTo>
                    <a:pt x="4961" y="1088"/>
                  </a:lnTo>
                  <a:cubicBezTo>
                    <a:pt x="4885" y="1164"/>
                    <a:pt x="4780" y="1212"/>
                    <a:pt x="4675" y="1222"/>
                  </a:cubicBezTo>
                  <a:cubicBezTo>
                    <a:pt x="4446" y="1231"/>
                    <a:pt x="4227" y="1336"/>
                    <a:pt x="4074" y="1489"/>
                  </a:cubicBezTo>
                  <a:lnTo>
                    <a:pt x="1851" y="3712"/>
                  </a:lnTo>
                  <a:lnTo>
                    <a:pt x="153" y="5400"/>
                  </a:lnTo>
                  <a:cubicBezTo>
                    <a:pt x="0" y="5562"/>
                    <a:pt x="0" y="5820"/>
                    <a:pt x="153" y="5982"/>
                  </a:cubicBezTo>
                  <a:lnTo>
                    <a:pt x="239" y="6068"/>
                  </a:lnTo>
                  <a:cubicBezTo>
                    <a:pt x="320" y="6149"/>
                    <a:pt x="425" y="6190"/>
                    <a:pt x="530" y="6190"/>
                  </a:cubicBezTo>
                  <a:cubicBezTo>
                    <a:pt x="635" y="6190"/>
                    <a:pt x="740" y="6149"/>
                    <a:pt x="821" y="6068"/>
                  </a:cubicBezTo>
                  <a:lnTo>
                    <a:pt x="821" y="6068"/>
                  </a:lnTo>
                  <a:lnTo>
                    <a:pt x="640" y="6249"/>
                  </a:lnTo>
                  <a:cubicBezTo>
                    <a:pt x="468" y="6411"/>
                    <a:pt x="468" y="6688"/>
                    <a:pt x="640" y="6850"/>
                  </a:cubicBezTo>
                  <a:lnTo>
                    <a:pt x="697" y="6907"/>
                  </a:lnTo>
                  <a:cubicBezTo>
                    <a:pt x="778" y="6993"/>
                    <a:pt x="888" y="7036"/>
                    <a:pt x="997" y="7036"/>
                  </a:cubicBezTo>
                  <a:cubicBezTo>
                    <a:pt x="1107" y="7036"/>
                    <a:pt x="1217" y="6993"/>
                    <a:pt x="1298" y="6907"/>
                  </a:cubicBezTo>
                  <a:lnTo>
                    <a:pt x="1298" y="6907"/>
                  </a:lnTo>
                  <a:lnTo>
                    <a:pt x="1212" y="7003"/>
                  </a:lnTo>
                  <a:cubicBezTo>
                    <a:pt x="1040" y="7175"/>
                    <a:pt x="1040" y="7442"/>
                    <a:pt x="1212" y="7613"/>
                  </a:cubicBezTo>
                  <a:lnTo>
                    <a:pt x="1260" y="7661"/>
                  </a:lnTo>
                  <a:cubicBezTo>
                    <a:pt x="1346" y="7747"/>
                    <a:pt x="1458" y="7790"/>
                    <a:pt x="1569" y="7790"/>
                  </a:cubicBezTo>
                  <a:cubicBezTo>
                    <a:pt x="1680" y="7790"/>
                    <a:pt x="1789" y="7747"/>
                    <a:pt x="1870" y="7661"/>
                  </a:cubicBezTo>
                  <a:lnTo>
                    <a:pt x="1870" y="7661"/>
                  </a:lnTo>
                  <a:lnTo>
                    <a:pt x="1756" y="7785"/>
                  </a:lnTo>
                  <a:cubicBezTo>
                    <a:pt x="1584" y="7957"/>
                    <a:pt x="1584" y="8243"/>
                    <a:pt x="1756" y="8415"/>
                  </a:cubicBezTo>
                  <a:lnTo>
                    <a:pt x="1784" y="8443"/>
                  </a:lnTo>
                  <a:cubicBezTo>
                    <a:pt x="1875" y="8529"/>
                    <a:pt x="1990" y="8572"/>
                    <a:pt x="2103" y="8572"/>
                  </a:cubicBezTo>
                  <a:cubicBezTo>
                    <a:pt x="2216" y="8572"/>
                    <a:pt x="2328" y="8529"/>
                    <a:pt x="2414" y="8443"/>
                  </a:cubicBezTo>
                  <a:lnTo>
                    <a:pt x="5753" y="5104"/>
                  </a:lnTo>
                  <a:lnTo>
                    <a:pt x="6249" y="6316"/>
                  </a:lnTo>
                  <a:cubicBezTo>
                    <a:pt x="6372" y="6531"/>
                    <a:pt x="6593" y="6653"/>
                    <a:pt x="6829" y="6653"/>
                  </a:cubicBezTo>
                  <a:cubicBezTo>
                    <a:pt x="6887" y="6653"/>
                    <a:pt x="6945" y="6646"/>
                    <a:pt x="7003" y="6631"/>
                  </a:cubicBezTo>
                  <a:cubicBezTo>
                    <a:pt x="7003" y="6631"/>
                    <a:pt x="7279" y="6450"/>
                    <a:pt x="7251" y="6345"/>
                  </a:cubicBezTo>
                  <a:cubicBezTo>
                    <a:pt x="7098" y="5858"/>
                    <a:pt x="7012" y="4685"/>
                    <a:pt x="6974" y="3988"/>
                  </a:cubicBezTo>
                  <a:cubicBezTo>
                    <a:pt x="6955" y="3702"/>
                    <a:pt x="7041" y="3416"/>
                    <a:pt x="7213" y="3187"/>
                  </a:cubicBezTo>
                  <a:cubicBezTo>
                    <a:pt x="7251" y="3130"/>
                    <a:pt x="7289" y="3091"/>
                    <a:pt x="7337" y="3044"/>
                  </a:cubicBezTo>
                  <a:lnTo>
                    <a:pt x="8214" y="2166"/>
                  </a:lnTo>
                  <a:lnTo>
                    <a:pt x="6049" y="1"/>
                  </a:lnTo>
                  <a:close/>
                </a:path>
              </a:pathLst>
            </a:custGeom>
            <a:solidFill>
              <a:srgbClr val="DFE5E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951" name="Google Shape;14951;p44"/>
            <p:cNvSpPr/>
            <p:nvPr/>
          </p:nvSpPr>
          <p:spPr>
            <a:xfrm>
              <a:off x="3650167" y="2524449"/>
              <a:ext cx="107699" cy="127311"/>
            </a:xfrm>
            <a:custGeom>
              <a:rect b="b" l="l" r="r" t="t"/>
              <a:pathLst>
                <a:path extrusionOk="0" h="4862" w="4113">
                  <a:moveTo>
                    <a:pt x="1861" y="1"/>
                  </a:moveTo>
                  <a:lnTo>
                    <a:pt x="163" y="1689"/>
                  </a:lnTo>
                  <a:cubicBezTo>
                    <a:pt x="1" y="1851"/>
                    <a:pt x="1" y="2109"/>
                    <a:pt x="163" y="2271"/>
                  </a:cubicBezTo>
                  <a:lnTo>
                    <a:pt x="249" y="2357"/>
                  </a:lnTo>
                  <a:cubicBezTo>
                    <a:pt x="330" y="2438"/>
                    <a:pt x="435" y="2479"/>
                    <a:pt x="540" y="2479"/>
                  </a:cubicBezTo>
                  <a:cubicBezTo>
                    <a:pt x="645" y="2479"/>
                    <a:pt x="750" y="2438"/>
                    <a:pt x="831" y="2357"/>
                  </a:cubicBezTo>
                  <a:lnTo>
                    <a:pt x="831" y="2357"/>
                  </a:lnTo>
                  <a:lnTo>
                    <a:pt x="650" y="2538"/>
                  </a:lnTo>
                  <a:cubicBezTo>
                    <a:pt x="478" y="2700"/>
                    <a:pt x="478" y="2977"/>
                    <a:pt x="650" y="3139"/>
                  </a:cubicBezTo>
                  <a:lnTo>
                    <a:pt x="707" y="3196"/>
                  </a:lnTo>
                  <a:cubicBezTo>
                    <a:pt x="788" y="3282"/>
                    <a:pt x="898" y="3325"/>
                    <a:pt x="1007" y="3325"/>
                  </a:cubicBezTo>
                  <a:cubicBezTo>
                    <a:pt x="1117" y="3325"/>
                    <a:pt x="1227" y="3282"/>
                    <a:pt x="1308" y="3196"/>
                  </a:cubicBezTo>
                  <a:lnTo>
                    <a:pt x="1308" y="3196"/>
                  </a:lnTo>
                  <a:lnTo>
                    <a:pt x="1222" y="3292"/>
                  </a:lnTo>
                  <a:cubicBezTo>
                    <a:pt x="1050" y="3464"/>
                    <a:pt x="1050" y="3731"/>
                    <a:pt x="1222" y="3902"/>
                  </a:cubicBezTo>
                  <a:lnTo>
                    <a:pt x="1270" y="3950"/>
                  </a:lnTo>
                  <a:cubicBezTo>
                    <a:pt x="1356" y="4036"/>
                    <a:pt x="1465" y="4079"/>
                    <a:pt x="1575" y="4079"/>
                  </a:cubicBezTo>
                  <a:cubicBezTo>
                    <a:pt x="1685" y="4079"/>
                    <a:pt x="1794" y="4036"/>
                    <a:pt x="1880" y="3950"/>
                  </a:cubicBezTo>
                  <a:lnTo>
                    <a:pt x="1880" y="3950"/>
                  </a:lnTo>
                  <a:lnTo>
                    <a:pt x="1766" y="4074"/>
                  </a:lnTo>
                  <a:cubicBezTo>
                    <a:pt x="1594" y="4246"/>
                    <a:pt x="1594" y="4532"/>
                    <a:pt x="1766" y="4704"/>
                  </a:cubicBezTo>
                  <a:lnTo>
                    <a:pt x="1794" y="4732"/>
                  </a:lnTo>
                  <a:cubicBezTo>
                    <a:pt x="1880" y="4818"/>
                    <a:pt x="1995" y="4861"/>
                    <a:pt x="2109" y="4861"/>
                  </a:cubicBezTo>
                  <a:cubicBezTo>
                    <a:pt x="2224" y="4861"/>
                    <a:pt x="2338" y="4818"/>
                    <a:pt x="2424" y="4732"/>
                  </a:cubicBezTo>
                  <a:lnTo>
                    <a:pt x="4113" y="3053"/>
                  </a:lnTo>
                  <a:cubicBezTo>
                    <a:pt x="4074" y="2910"/>
                    <a:pt x="3998" y="2786"/>
                    <a:pt x="3903" y="2681"/>
                  </a:cubicBezTo>
                  <a:lnTo>
                    <a:pt x="3817" y="2605"/>
                  </a:lnTo>
                  <a:cubicBezTo>
                    <a:pt x="3769" y="2557"/>
                    <a:pt x="3722" y="2519"/>
                    <a:pt x="3664" y="2481"/>
                  </a:cubicBezTo>
                  <a:cubicBezTo>
                    <a:pt x="3683" y="2242"/>
                    <a:pt x="3597" y="2004"/>
                    <a:pt x="3435" y="1832"/>
                  </a:cubicBezTo>
                  <a:lnTo>
                    <a:pt x="3426" y="1823"/>
                  </a:lnTo>
                  <a:lnTo>
                    <a:pt x="3359" y="1756"/>
                  </a:lnTo>
                  <a:cubicBezTo>
                    <a:pt x="3283" y="1680"/>
                    <a:pt x="3197" y="1622"/>
                    <a:pt x="3092" y="1575"/>
                  </a:cubicBezTo>
                  <a:cubicBezTo>
                    <a:pt x="3073" y="1393"/>
                    <a:pt x="2996" y="1222"/>
                    <a:pt x="2872" y="1079"/>
                  </a:cubicBezTo>
                  <a:lnTo>
                    <a:pt x="2844" y="1050"/>
                  </a:lnTo>
                  <a:lnTo>
                    <a:pt x="2796" y="1002"/>
                  </a:lnTo>
                  <a:cubicBezTo>
                    <a:pt x="2729" y="936"/>
                    <a:pt x="2644" y="869"/>
                    <a:pt x="2548" y="831"/>
                  </a:cubicBezTo>
                  <a:cubicBezTo>
                    <a:pt x="2539" y="640"/>
                    <a:pt x="2462" y="449"/>
                    <a:pt x="2338" y="306"/>
                  </a:cubicBezTo>
                  <a:cubicBezTo>
                    <a:pt x="2319" y="287"/>
                    <a:pt x="2310" y="268"/>
                    <a:pt x="2300" y="258"/>
                  </a:cubicBezTo>
                  <a:lnTo>
                    <a:pt x="2262" y="230"/>
                  </a:lnTo>
                  <a:cubicBezTo>
                    <a:pt x="2157" y="115"/>
                    <a:pt x="2014" y="39"/>
                    <a:pt x="1861" y="1"/>
                  </a:cubicBezTo>
                  <a:close/>
                </a:path>
              </a:pathLst>
            </a:custGeom>
            <a:solidFill>
              <a:srgbClr val="C8D3D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952" name="Google Shape;14952;p44"/>
            <p:cNvSpPr/>
            <p:nvPr/>
          </p:nvSpPr>
          <p:spPr>
            <a:xfrm>
              <a:off x="3782323" y="2427041"/>
              <a:ext cx="83216" cy="83687"/>
            </a:xfrm>
            <a:custGeom>
              <a:rect b="b" l="l" r="r" t="t"/>
              <a:pathLst>
                <a:path extrusionOk="0" h="3196" w="3178">
                  <a:moveTo>
                    <a:pt x="1012" y="0"/>
                  </a:moveTo>
                  <a:lnTo>
                    <a:pt x="1" y="1021"/>
                  </a:lnTo>
                  <a:lnTo>
                    <a:pt x="2176" y="3196"/>
                  </a:lnTo>
                  <a:cubicBezTo>
                    <a:pt x="2214" y="3139"/>
                    <a:pt x="2252" y="3091"/>
                    <a:pt x="2300" y="3053"/>
                  </a:cubicBezTo>
                  <a:lnTo>
                    <a:pt x="3177" y="2175"/>
                  </a:lnTo>
                  <a:lnTo>
                    <a:pt x="1012" y="0"/>
                  </a:lnTo>
                  <a:close/>
                </a:path>
              </a:pathLst>
            </a:custGeom>
            <a:solidFill>
              <a:srgbClr val="C8D3D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953" name="Google Shape;14953;p44"/>
            <p:cNvSpPr/>
            <p:nvPr/>
          </p:nvSpPr>
          <p:spPr>
            <a:xfrm>
              <a:off x="3650167" y="2427041"/>
              <a:ext cx="168893" cy="162138"/>
            </a:xfrm>
            <a:custGeom>
              <a:rect b="b" l="l" r="r" t="t"/>
              <a:pathLst>
                <a:path extrusionOk="0" h="6192" w="6450">
                  <a:moveTo>
                    <a:pt x="6059" y="0"/>
                  </a:moveTo>
                  <a:lnTo>
                    <a:pt x="4971" y="1088"/>
                  </a:lnTo>
                  <a:cubicBezTo>
                    <a:pt x="4895" y="1164"/>
                    <a:pt x="4790" y="1212"/>
                    <a:pt x="4685" y="1221"/>
                  </a:cubicBezTo>
                  <a:cubicBezTo>
                    <a:pt x="4456" y="1240"/>
                    <a:pt x="4237" y="1336"/>
                    <a:pt x="4074" y="1498"/>
                  </a:cubicBezTo>
                  <a:lnTo>
                    <a:pt x="163" y="5419"/>
                  </a:lnTo>
                  <a:cubicBezTo>
                    <a:pt x="1" y="5571"/>
                    <a:pt x="1" y="5838"/>
                    <a:pt x="163" y="6001"/>
                  </a:cubicBezTo>
                  <a:lnTo>
                    <a:pt x="239" y="6077"/>
                  </a:lnTo>
                  <a:cubicBezTo>
                    <a:pt x="297" y="6134"/>
                    <a:pt x="363" y="6172"/>
                    <a:pt x="440" y="6191"/>
                  </a:cubicBezTo>
                  <a:cubicBezTo>
                    <a:pt x="411" y="6048"/>
                    <a:pt x="449" y="5905"/>
                    <a:pt x="554" y="5810"/>
                  </a:cubicBezTo>
                  <a:lnTo>
                    <a:pt x="4475" y="1889"/>
                  </a:lnTo>
                  <a:cubicBezTo>
                    <a:pt x="4637" y="1727"/>
                    <a:pt x="4847" y="1631"/>
                    <a:pt x="5076" y="1612"/>
                  </a:cubicBezTo>
                  <a:cubicBezTo>
                    <a:pt x="5181" y="1612"/>
                    <a:pt x="5286" y="1565"/>
                    <a:pt x="5362" y="1479"/>
                  </a:cubicBezTo>
                  <a:lnTo>
                    <a:pt x="6450" y="391"/>
                  </a:lnTo>
                  <a:lnTo>
                    <a:pt x="6059" y="0"/>
                  </a:lnTo>
                  <a:close/>
                </a:path>
              </a:pathLst>
            </a:custGeom>
            <a:solidFill>
              <a:srgbClr val="C8D3D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954" name="Google Shape;14954;p44"/>
            <p:cNvSpPr/>
            <p:nvPr/>
          </p:nvSpPr>
          <p:spPr>
            <a:xfrm>
              <a:off x="3792823" y="2413660"/>
              <a:ext cx="86699" cy="85782"/>
            </a:xfrm>
            <a:custGeom>
              <a:rect b="b" l="l" r="r" t="t"/>
              <a:pathLst>
                <a:path extrusionOk="0" h="3276" w="3311">
                  <a:moveTo>
                    <a:pt x="889" y="1"/>
                  </a:moveTo>
                  <a:cubicBezTo>
                    <a:pt x="833" y="1"/>
                    <a:pt x="778" y="24"/>
                    <a:pt x="735" y="72"/>
                  </a:cubicBezTo>
                  <a:lnTo>
                    <a:pt x="86" y="711"/>
                  </a:lnTo>
                  <a:cubicBezTo>
                    <a:pt x="0" y="797"/>
                    <a:pt x="0" y="940"/>
                    <a:pt x="86" y="1026"/>
                  </a:cubicBezTo>
                  <a:lnTo>
                    <a:pt x="2261" y="3211"/>
                  </a:lnTo>
                  <a:cubicBezTo>
                    <a:pt x="2304" y="3254"/>
                    <a:pt x="2361" y="3275"/>
                    <a:pt x="2419" y="3275"/>
                  </a:cubicBezTo>
                  <a:cubicBezTo>
                    <a:pt x="2476" y="3275"/>
                    <a:pt x="2533" y="3254"/>
                    <a:pt x="2576" y="3211"/>
                  </a:cubicBezTo>
                  <a:lnTo>
                    <a:pt x="3225" y="2562"/>
                  </a:lnTo>
                  <a:cubicBezTo>
                    <a:pt x="3311" y="2476"/>
                    <a:pt x="3311" y="2333"/>
                    <a:pt x="3225" y="2247"/>
                  </a:cubicBezTo>
                  <a:lnTo>
                    <a:pt x="1050" y="72"/>
                  </a:lnTo>
                  <a:cubicBezTo>
                    <a:pt x="1002" y="24"/>
                    <a:pt x="945" y="1"/>
                    <a:pt x="889" y="1"/>
                  </a:cubicBezTo>
                  <a:close/>
                </a:path>
              </a:pathLst>
            </a:custGeom>
            <a:solidFill>
              <a:srgbClr val="BECBD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955" name="Google Shape;14955;p44"/>
            <p:cNvSpPr/>
            <p:nvPr/>
          </p:nvSpPr>
          <p:spPr>
            <a:xfrm>
              <a:off x="3792823" y="2413844"/>
              <a:ext cx="36999" cy="36450"/>
            </a:xfrm>
            <a:custGeom>
              <a:rect b="b" l="l" r="r" t="t"/>
              <a:pathLst>
                <a:path extrusionOk="0" h="1392" w="1413">
                  <a:moveTo>
                    <a:pt x="892" y="1"/>
                  </a:moveTo>
                  <a:cubicBezTo>
                    <a:pt x="835" y="1"/>
                    <a:pt x="778" y="22"/>
                    <a:pt x="735" y="65"/>
                  </a:cubicBezTo>
                  <a:lnTo>
                    <a:pt x="86" y="714"/>
                  </a:lnTo>
                  <a:cubicBezTo>
                    <a:pt x="0" y="800"/>
                    <a:pt x="0" y="943"/>
                    <a:pt x="86" y="1029"/>
                  </a:cubicBezTo>
                  <a:lnTo>
                    <a:pt x="449" y="1391"/>
                  </a:lnTo>
                  <a:lnTo>
                    <a:pt x="1412" y="428"/>
                  </a:lnTo>
                  <a:lnTo>
                    <a:pt x="1050" y="65"/>
                  </a:lnTo>
                  <a:cubicBezTo>
                    <a:pt x="1007" y="22"/>
                    <a:pt x="949" y="1"/>
                    <a:pt x="892" y="1"/>
                  </a:cubicBezTo>
                  <a:close/>
                </a:path>
              </a:pathLst>
            </a:custGeom>
            <a:solidFill>
              <a:srgbClr val="A4B7C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956" name="Google Shape;14956;p44"/>
            <p:cNvSpPr/>
            <p:nvPr/>
          </p:nvSpPr>
          <p:spPr>
            <a:xfrm>
              <a:off x="3691906" y="2556683"/>
              <a:ext cx="81226" cy="76958"/>
            </a:xfrm>
            <a:custGeom>
              <a:rect b="b" l="l" r="r" t="t"/>
              <a:pathLst>
                <a:path extrusionOk="0" h="2939" w="3102">
                  <a:moveTo>
                    <a:pt x="2801" y="0"/>
                  </a:moveTo>
                  <a:cubicBezTo>
                    <a:pt x="2752" y="0"/>
                    <a:pt x="2699" y="20"/>
                    <a:pt x="2652" y="67"/>
                  </a:cubicBezTo>
                  <a:lnTo>
                    <a:pt x="134" y="2576"/>
                  </a:lnTo>
                  <a:cubicBezTo>
                    <a:pt x="0" y="2710"/>
                    <a:pt x="96" y="2939"/>
                    <a:pt x="286" y="2939"/>
                  </a:cubicBezTo>
                  <a:cubicBezTo>
                    <a:pt x="334" y="2939"/>
                    <a:pt x="391" y="2919"/>
                    <a:pt x="429" y="2881"/>
                  </a:cubicBezTo>
                  <a:lnTo>
                    <a:pt x="2948" y="363"/>
                  </a:lnTo>
                  <a:cubicBezTo>
                    <a:pt x="3101" y="209"/>
                    <a:pt x="2964" y="0"/>
                    <a:pt x="2801" y="0"/>
                  </a:cubicBezTo>
                  <a:close/>
                </a:path>
              </a:pathLst>
            </a:custGeom>
            <a:solidFill>
              <a:srgbClr val="C8D3D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957" name="Google Shape;14957;p44"/>
            <p:cNvSpPr/>
            <p:nvPr/>
          </p:nvSpPr>
          <p:spPr>
            <a:xfrm>
              <a:off x="3676902" y="2533195"/>
              <a:ext cx="84970" cy="80702"/>
            </a:xfrm>
            <a:custGeom>
              <a:rect b="b" l="l" r="r" t="t"/>
              <a:pathLst>
                <a:path extrusionOk="0" h="3082" w="3245">
                  <a:moveTo>
                    <a:pt x="2945" y="1"/>
                  </a:moveTo>
                  <a:cubicBezTo>
                    <a:pt x="2895" y="1"/>
                    <a:pt x="2843" y="20"/>
                    <a:pt x="2796" y="67"/>
                  </a:cubicBezTo>
                  <a:lnTo>
                    <a:pt x="134" y="2719"/>
                  </a:lnTo>
                  <a:cubicBezTo>
                    <a:pt x="1" y="2853"/>
                    <a:pt x="96" y="3082"/>
                    <a:pt x="287" y="3082"/>
                  </a:cubicBezTo>
                  <a:cubicBezTo>
                    <a:pt x="335" y="3082"/>
                    <a:pt x="392" y="3063"/>
                    <a:pt x="430" y="3025"/>
                  </a:cubicBezTo>
                  <a:lnTo>
                    <a:pt x="3092" y="363"/>
                  </a:lnTo>
                  <a:cubicBezTo>
                    <a:pt x="3245" y="210"/>
                    <a:pt x="3108" y="1"/>
                    <a:pt x="2945" y="1"/>
                  </a:cubicBezTo>
                  <a:close/>
                </a:path>
              </a:pathLst>
            </a:custGeom>
            <a:solidFill>
              <a:srgbClr val="C8D3D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958" name="Google Shape;14958;p44"/>
            <p:cNvSpPr/>
            <p:nvPr/>
          </p:nvSpPr>
          <p:spPr>
            <a:xfrm>
              <a:off x="3664412" y="2522433"/>
              <a:ext cx="72768" cy="69233"/>
            </a:xfrm>
            <a:custGeom>
              <a:rect b="b" l="l" r="r" t="t"/>
              <a:pathLst>
                <a:path extrusionOk="0" h="2644" w="2779">
                  <a:moveTo>
                    <a:pt x="2498" y="1"/>
                  </a:moveTo>
                  <a:cubicBezTo>
                    <a:pt x="2458" y="1"/>
                    <a:pt x="2417" y="12"/>
                    <a:pt x="2376" y="39"/>
                  </a:cubicBezTo>
                  <a:lnTo>
                    <a:pt x="134" y="2291"/>
                  </a:lnTo>
                  <a:cubicBezTo>
                    <a:pt x="1" y="2415"/>
                    <a:pt x="96" y="2644"/>
                    <a:pt x="287" y="2644"/>
                  </a:cubicBezTo>
                  <a:cubicBezTo>
                    <a:pt x="335" y="2644"/>
                    <a:pt x="392" y="2625"/>
                    <a:pt x="430" y="2587"/>
                  </a:cubicBezTo>
                  <a:lnTo>
                    <a:pt x="2672" y="345"/>
                  </a:lnTo>
                  <a:cubicBezTo>
                    <a:pt x="2778" y="185"/>
                    <a:pt x="2654" y="1"/>
                    <a:pt x="2498" y="1"/>
                  </a:cubicBezTo>
                  <a:close/>
                </a:path>
              </a:pathLst>
            </a:custGeom>
            <a:solidFill>
              <a:srgbClr val="C8D3D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959" name="Google Shape;14959;p44"/>
            <p:cNvSpPr/>
            <p:nvPr/>
          </p:nvSpPr>
          <p:spPr>
            <a:xfrm>
              <a:off x="3533278" y="2534557"/>
              <a:ext cx="215607" cy="224746"/>
            </a:xfrm>
            <a:custGeom>
              <a:rect b="b" l="l" r="r" t="t"/>
              <a:pathLst>
                <a:path extrusionOk="0" h="8583" w="8234">
                  <a:moveTo>
                    <a:pt x="6112" y="1"/>
                  </a:moveTo>
                  <a:cubicBezTo>
                    <a:pt x="5998" y="1"/>
                    <a:pt x="5886" y="44"/>
                    <a:pt x="5801" y="130"/>
                  </a:cubicBezTo>
                  <a:lnTo>
                    <a:pt x="2462" y="3469"/>
                  </a:lnTo>
                  <a:lnTo>
                    <a:pt x="1965" y="2257"/>
                  </a:lnTo>
                  <a:cubicBezTo>
                    <a:pt x="1844" y="2052"/>
                    <a:pt x="1626" y="1926"/>
                    <a:pt x="1393" y="1926"/>
                  </a:cubicBezTo>
                  <a:cubicBezTo>
                    <a:pt x="1333" y="1926"/>
                    <a:pt x="1272" y="1934"/>
                    <a:pt x="1212" y="1952"/>
                  </a:cubicBezTo>
                  <a:cubicBezTo>
                    <a:pt x="1212" y="1952"/>
                    <a:pt x="935" y="2133"/>
                    <a:pt x="964" y="2238"/>
                  </a:cubicBezTo>
                  <a:cubicBezTo>
                    <a:pt x="1116" y="2715"/>
                    <a:pt x="1202" y="3888"/>
                    <a:pt x="1240" y="4594"/>
                  </a:cubicBezTo>
                  <a:cubicBezTo>
                    <a:pt x="1260" y="4947"/>
                    <a:pt x="1126" y="5291"/>
                    <a:pt x="878" y="5539"/>
                  </a:cubicBezTo>
                  <a:lnTo>
                    <a:pt x="0" y="6417"/>
                  </a:lnTo>
                  <a:lnTo>
                    <a:pt x="2166" y="8582"/>
                  </a:lnTo>
                  <a:lnTo>
                    <a:pt x="3253" y="7495"/>
                  </a:lnTo>
                  <a:cubicBezTo>
                    <a:pt x="3330" y="7418"/>
                    <a:pt x="3435" y="7371"/>
                    <a:pt x="3549" y="7371"/>
                  </a:cubicBezTo>
                  <a:cubicBezTo>
                    <a:pt x="3769" y="7351"/>
                    <a:pt x="3988" y="7256"/>
                    <a:pt x="4150" y="7094"/>
                  </a:cubicBezTo>
                  <a:lnTo>
                    <a:pt x="8071" y="3173"/>
                  </a:lnTo>
                  <a:cubicBezTo>
                    <a:pt x="8233" y="3011"/>
                    <a:pt x="8233" y="2753"/>
                    <a:pt x="8071" y="2591"/>
                  </a:cubicBezTo>
                  <a:lnTo>
                    <a:pt x="7985" y="2505"/>
                  </a:lnTo>
                  <a:cubicBezTo>
                    <a:pt x="7902" y="2427"/>
                    <a:pt x="7797" y="2386"/>
                    <a:pt x="7692" y="2386"/>
                  </a:cubicBezTo>
                  <a:cubicBezTo>
                    <a:pt x="7604" y="2386"/>
                    <a:pt x="7516" y="2416"/>
                    <a:pt x="7441" y="2477"/>
                  </a:cubicBezTo>
                  <a:lnTo>
                    <a:pt x="7394" y="2515"/>
                  </a:lnTo>
                  <a:lnTo>
                    <a:pt x="7575" y="2333"/>
                  </a:lnTo>
                  <a:cubicBezTo>
                    <a:pt x="7737" y="2162"/>
                    <a:pt x="7747" y="1904"/>
                    <a:pt x="7585" y="1732"/>
                  </a:cubicBezTo>
                  <a:lnTo>
                    <a:pt x="7575" y="1723"/>
                  </a:lnTo>
                  <a:lnTo>
                    <a:pt x="7518" y="1666"/>
                  </a:lnTo>
                  <a:cubicBezTo>
                    <a:pt x="7436" y="1584"/>
                    <a:pt x="7328" y="1544"/>
                    <a:pt x="7218" y="1544"/>
                  </a:cubicBezTo>
                  <a:cubicBezTo>
                    <a:pt x="7122" y="1544"/>
                    <a:pt x="7025" y="1575"/>
                    <a:pt x="6945" y="1637"/>
                  </a:cubicBezTo>
                  <a:lnTo>
                    <a:pt x="7003" y="1580"/>
                  </a:lnTo>
                  <a:cubicBezTo>
                    <a:pt x="7165" y="1418"/>
                    <a:pt x="7174" y="1151"/>
                    <a:pt x="7022" y="979"/>
                  </a:cubicBezTo>
                  <a:lnTo>
                    <a:pt x="7003" y="960"/>
                  </a:lnTo>
                  <a:lnTo>
                    <a:pt x="6955" y="912"/>
                  </a:lnTo>
                  <a:cubicBezTo>
                    <a:pt x="6872" y="830"/>
                    <a:pt x="6762" y="786"/>
                    <a:pt x="6651" y="786"/>
                  </a:cubicBezTo>
                  <a:cubicBezTo>
                    <a:pt x="6557" y="786"/>
                    <a:pt x="6461" y="818"/>
                    <a:pt x="6382" y="883"/>
                  </a:cubicBezTo>
                  <a:cubicBezTo>
                    <a:pt x="6363" y="893"/>
                    <a:pt x="6354" y="902"/>
                    <a:pt x="6344" y="912"/>
                  </a:cubicBezTo>
                  <a:lnTo>
                    <a:pt x="6344" y="912"/>
                  </a:lnTo>
                  <a:lnTo>
                    <a:pt x="6459" y="798"/>
                  </a:lnTo>
                  <a:cubicBezTo>
                    <a:pt x="6621" y="635"/>
                    <a:pt x="6631" y="368"/>
                    <a:pt x="6478" y="187"/>
                  </a:cubicBezTo>
                  <a:lnTo>
                    <a:pt x="6459" y="168"/>
                  </a:lnTo>
                  <a:lnTo>
                    <a:pt x="6430" y="130"/>
                  </a:lnTo>
                  <a:cubicBezTo>
                    <a:pt x="6340" y="44"/>
                    <a:pt x="6225" y="1"/>
                    <a:pt x="6112" y="1"/>
                  </a:cubicBezTo>
                  <a:close/>
                </a:path>
              </a:pathLst>
            </a:custGeom>
            <a:solidFill>
              <a:srgbClr val="B5C4D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960" name="Google Shape;14960;p44"/>
            <p:cNvSpPr/>
            <p:nvPr/>
          </p:nvSpPr>
          <p:spPr>
            <a:xfrm>
              <a:off x="3579730" y="2597401"/>
              <a:ext cx="168893" cy="161902"/>
            </a:xfrm>
            <a:custGeom>
              <a:rect b="b" l="l" r="r" t="t"/>
              <a:pathLst>
                <a:path extrusionOk="0" h="6183" w="6450">
                  <a:moveTo>
                    <a:pt x="6011" y="0"/>
                  </a:moveTo>
                  <a:lnTo>
                    <a:pt x="6011" y="0"/>
                  </a:lnTo>
                  <a:cubicBezTo>
                    <a:pt x="6039" y="134"/>
                    <a:pt x="6001" y="277"/>
                    <a:pt x="5906" y="382"/>
                  </a:cubicBezTo>
                  <a:lnTo>
                    <a:pt x="1985" y="4303"/>
                  </a:lnTo>
                  <a:cubicBezTo>
                    <a:pt x="1823" y="4455"/>
                    <a:pt x="1603" y="4560"/>
                    <a:pt x="1384" y="4570"/>
                  </a:cubicBezTo>
                  <a:cubicBezTo>
                    <a:pt x="1269" y="4579"/>
                    <a:pt x="1165" y="4627"/>
                    <a:pt x="1088" y="4703"/>
                  </a:cubicBezTo>
                  <a:lnTo>
                    <a:pt x="1" y="5791"/>
                  </a:lnTo>
                  <a:lnTo>
                    <a:pt x="392" y="6182"/>
                  </a:lnTo>
                  <a:lnTo>
                    <a:pt x="1479" y="5095"/>
                  </a:lnTo>
                  <a:cubicBezTo>
                    <a:pt x="1556" y="5018"/>
                    <a:pt x="1661" y="4971"/>
                    <a:pt x="1775" y="4971"/>
                  </a:cubicBezTo>
                  <a:cubicBezTo>
                    <a:pt x="2004" y="4951"/>
                    <a:pt x="2214" y="4856"/>
                    <a:pt x="2376" y="4694"/>
                  </a:cubicBezTo>
                  <a:lnTo>
                    <a:pt x="6297" y="773"/>
                  </a:lnTo>
                  <a:cubicBezTo>
                    <a:pt x="6450" y="611"/>
                    <a:pt x="6450" y="353"/>
                    <a:pt x="6297" y="191"/>
                  </a:cubicBezTo>
                  <a:lnTo>
                    <a:pt x="6211" y="115"/>
                  </a:lnTo>
                  <a:cubicBezTo>
                    <a:pt x="6154" y="57"/>
                    <a:pt x="6087" y="19"/>
                    <a:pt x="6011" y="0"/>
                  </a:cubicBezTo>
                  <a:close/>
                </a:path>
              </a:pathLst>
            </a:custGeom>
            <a:solidFill>
              <a:srgbClr val="A5B7C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961" name="Google Shape;14961;p44"/>
            <p:cNvSpPr/>
            <p:nvPr/>
          </p:nvSpPr>
          <p:spPr>
            <a:xfrm>
              <a:off x="3533278" y="2675825"/>
              <a:ext cx="83216" cy="83713"/>
            </a:xfrm>
            <a:custGeom>
              <a:rect b="b" l="l" r="r" t="t"/>
              <a:pathLst>
                <a:path extrusionOk="0" h="3197" w="3178">
                  <a:moveTo>
                    <a:pt x="1002" y="1"/>
                  </a:moveTo>
                  <a:cubicBezTo>
                    <a:pt x="964" y="48"/>
                    <a:pt x="926" y="96"/>
                    <a:pt x="878" y="144"/>
                  </a:cubicBezTo>
                  <a:lnTo>
                    <a:pt x="0" y="1022"/>
                  </a:lnTo>
                  <a:lnTo>
                    <a:pt x="2166" y="3197"/>
                  </a:lnTo>
                  <a:lnTo>
                    <a:pt x="3177" y="2176"/>
                  </a:lnTo>
                  <a:lnTo>
                    <a:pt x="1002" y="1"/>
                  </a:lnTo>
                  <a:close/>
                </a:path>
              </a:pathLst>
            </a:custGeom>
            <a:solidFill>
              <a:srgbClr val="A5B7C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962" name="Google Shape;14962;p44"/>
            <p:cNvSpPr/>
            <p:nvPr/>
          </p:nvSpPr>
          <p:spPr>
            <a:xfrm>
              <a:off x="3519295" y="2687137"/>
              <a:ext cx="86934" cy="85834"/>
            </a:xfrm>
            <a:custGeom>
              <a:rect b="b" l="l" r="r" t="t"/>
              <a:pathLst>
                <a:path extrusionOk="0" h="3278" w="3320">
                  <a:moveTo>
                    <a:pt x="893" y="0"/>
                  </a:moveTo>
                  <a:cubicBezTo>
                    <a:pt x="835" y="0"/>
                    <a:pt x="778" y="22"/>
                    <a:pt x="735" y="65"/>
                  </a:cubicBezTo>
                  <a:lnTo>
                    <a:pt x="86" y="714"/>
                  </a:lnTo>
                  <a:cubicBezTo>
                    <a:pt x="0" y="799"/>
                    <a:pt x="0" y="943"/>
                    <a:pt x="86" y="1028"/>
                  </a:cubicBezTo>
                  <a:lnTo>
                    <a:pt x="2271" y="3213"/>
                  </a:lnTo>
                  <a:cubicBezTo>
                    <a:pt x="2313" y="3256"/>
                    <a:pt x="2371" y="3277"/>
                    <a:pt x="2428" y="3277"/>
                  </a:cubicBezTo>
                  <a:cubicBezTo>
                    <a:pt x="2485" y="3277"/>
                    <a:pt x="2542" y="3256"/>
                    <a:pt x="2585" y="3213"/>
                  </a:cubicBezTo>
                  <a:lnTo>
                    <a:pt x="3234" y="2555"/>
                  </a:lnTo>
                  <a:cubicBezTo>
                    <a:pt x="3320" y="2469"/>
                    <a:pt x="3320" y="2326"/>
                    <a:pt x="3234" y="2240"/>
                  </a:cubicBezTo>
                  <a:lnTo>
                    <a:pt x="1059" y="65"/>
                  </a:lnTo>
                  <a:cubicBezTo>
                    <a:pt x="1011" y="22"/>
                    <a:pt x="952" y="0"/>
                    <a:pt x="893" y="0"/>
                  </a:cubicBezTo>
                  <a:close/>
                </a:path>
              </a:pathLst>
            </a:custGeom>
            <a:solidFill>
              <a:srgbClr val="D1DBE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963" name="Google Shape;14963;p44"/>
            <p:cNvSpPr/>
            <p:nvPr/>
          </p:nvSpPr>
          <p:spPr>
            <a:xfrm>
              <a:off x="3569230" y="2736286"/>
              <a:ext cx="36764" cy="36685"/>
            </a:xfrm>
            <a:custGeom>
              <a:rect b="b" l="l" r="r" t="t"/>
              <a:pathLst>
                <a:path extrusionOk="0" h="1401" w="1404">
                  <a:moveTo>
                    <a:pt x="965" y="0"/>
                  </a:moveTo>
                  <a:lnTo>
                    <a:pt x="1" y="964"/>
                  </a:lnTo>
                  <a:lnTo>
                    <a:pt x="364" y="1336"/>
                  </a:lnTo>
                  <a:cubicBezTo>
                    <a:pt x="406" y="1379"/>
                    <a:pt x="464" y="1400"/>
                    <a:pt x="521" y="1400"/>
                  </a:cubicBezTo>
                  <a:cubicBezTo>
                    <a:pt x="578" y="1400"/>
                    <a:pt x="635" y="1379"/>
                    <a:pt x="678" y="1336"/>
                  </a:cubicBezTo>
                  <a:lnTo>
                    <a:pt x="1318" y="678"/>
                  </a:lnTo>
                  <a:cubicBezTo>
                    <a:pt x="1403" y="592"/>
                    <a:pt x="1403" y="449"/>
                    <a:pt x="1318" y="363"/>
                  </a:cubicBezTo>
                  <a:lnTo>
                    <a:pt x="965" y="0"/>
                  </a:lnTo>
                  <a:close/>
                </a:path>
              </a:pathLst>
            </a:custGeom>
            <a:solidFill>
              <a:srgbClr val="9DABB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964" name="Google Shape;14964;p44"/>
            <p:cNvSpPr/>
            <p:nvPr/>
          </p:nvSpPr>
          <p:spPr>
            <a:xfrm>
              <a:off x="3623694" y="2539427"/>
              <a:ext cx="83478" cy="86646"/>
            </a:xfrm>
            <a:custGeom>
              <a:rect b="b" l="l" r="r" t="t"/>
              <a:pathLst>
                <a:path extrusionOk="0" h="3309" w="3188">
                  <a:moveTo>
                    <a:pt x="3034" y="1"/>
                  </a:moveTo>
                  <a:lnTo>
                    <a:pt x="87" y="2949"/>
                  </a:lnTo>
                  <a:cubicBezTo>
                    <a:pt x="1" y="3025"/>
                    <a:pt x="1" y="3159"/>
                    <a:pt x="87" y="3245"/>
                  </a:cubicBezTo>
                  <a:cubicBezTo>
                    <a:pt x="125" y="3287"/>
                    <a:pt x="177" y="3309"/>
                    <a:pt x="231" y="3309"/>
                  </a:cubicBezTo>
                  <a:cubicBezTo>
                    <a:pt x="285" y="3309"/>
                    <a:pt x="339" y="3287"/>
                    <a:pt x="382" y="3245"/>
                  </a:cubicBezTo>
                  <a:lnTo>
                    <a:pt x="2891" y="726"/>
                  </a:lnTo>
                  <a:lnTo>
                    <a:pt x="3015" y="612"/>
                  </a:lnTo>
                  <a:cubicBezTo>
                    <a:pt x="3178" y="440"/>
                    <a:pt x="3187" y="182"/>
                    <a:pt x="3034" y="1"/>
                  </a:cubicBezTo>
                  <a:close/>
                </a:path>
              </a:pathLst>
            </a:custGeom>
            <a:solidFill>
              <a:srgbClr val="A5B7C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965" name="Google Shape;14965;p44"/>
            <p:cNvSpPr/>
            <p:nvPr/>
          </p:nvSpPr>
          <p:spPr>
            <a:xfrm>
              <a:off x="3633147" y="2559930"/>
              <a:ext cx="88243" cy="89657"/>
            </a:xfrm>
            <a:custGeom>
              <a:rect b="b" l="l" r="r" t="t"/>
              <a:pathLst>
                <a:path extrusionOk="0" h="3424" w="3370">
                  <a:moveTo>
                    <a:pt x="3208" y="0"/>
                  </a:moveTo>
                  <a:lnTo>
                    <a:pt x="155" y="3063"/>
                  </a:lnTo>
                  <a:cubicBezTo>
                    <a:pt x="1" y="3209"/>
                    <a:pt x="140" y="3424"/>
                    <a:pt x="304" y="3424"/>
                  </a:cubicBezTo>
                  <a:cubicBezTo>
                    <a:pt x="353" y="3424"/>
                    <a:pt x="404" y="3405"/>
                    <a:pt x="451" y="3358"/>
                  </a:cubicBezTo>
                  <a:lnTo>
                    <a:pt x="3112" y="697"/>
                  </a:lnTo>
                  <a:lnTo>
                    <a:pt x="3198" y="601"/>
                  </a:lnTo>
                  <a:cubicBezTo>
                    <a:pt x="3360" y="439"/>
                    <a:pt x="3370" y="172"/>
                    <a:pt x="3208" y="0"/>
                  </a:cubicBezTo>
                  <a:close/>
                </a:path>
              </a:pathLst>
            </a:custGeom>
            <a:solidFill>
              <a:srgbClr val="A5B7C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966" name="Google Shape;14966;p44"/>
            <p:cNvSpPr/>
            <p:nvPr/>
          </p:nvSpPr>
          <p:spPr>
            <a:xfrm>
              <a:off x="3656635" y="2579909"/>
              <a:ext cx="79760" cy="80938"/>
            </a:xfrm>
            <a:custGeom>
              <a:rect b="b" l="l" r="r" t="t"/>
              <a:pathLst>
                <a:path extrusionOk="0" h="3091" w="3046">
                  <a:moveTo>
                    <a:pt x="2883" y="0"/>
                  </a:moveTo>
                  <a:lnTo>
                    <a:pt x="155" y="2729"/>
                  </a:lnTo>
                  <a:cubicBezTo>
                    <a:pt x="1" y="2876"/>
                    <a:pt x="140" y="3090"/>
                    <a:pt x="304" y="3090"/>
                  </a:cubicBezTo>
                  <a:cubicBezTo>
                    <a:pt x="353" y="3090"/>
                    <a:pt x="404" y="3071"/>
                    <a:pt x="450" y="3025"/>
                  </a:cubicBezTo>
                  <a:lnTo>
                    <a:pt x="2692" y="773"/>
                  </a:lnTo>
                  <a:lnTo>
                    <a:pt x="2874" y="592"/>
                  </a:lnTo>
                  <a:cubicBezTo>
                    <a:pt x="3036" y="430"/>
                    <a:pt x="3045" y="163"/>
                    <a:pt x="2883" y="0"/>
                  </a:cubicBezTo>
                  <a:close/>
                </a:path>
              </a:pathLst>
            </a:custGeom>
            <a:solidFill>
              <a:srgbClr val="A5B7C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4967" name="Google Shape;14967;p44"/>
          <p:cNvGrpSpPr/>
          <p:nvPr/>
        </p:nvGrpSpPr>
        <p:grpSpPr>
          <a:xfrm>
            <a:off x="1330255" y="3693318"/>
            <a:ext cx="358997" cy="250774"/>
            <a:chOff x="1330255" y="3845718"/>
            <a:chExt cx="358997" cy="250774"/>
          </a:xfrm>
        </p:grpSpPr>
        <p:sp>
          <p:nvSpPr>
            <p:cNvPr id="14968" name="Google Shape;14968;p44"/>
            <p:cNvSpPr/>
            <p:nvPr/>
          </p:nvSpPr>
          <p:spPr>
            <a:xfrm>
              <a:off x="1445417" y="3845718"/>
              <a:ext cx="243835" cy="247762"/>
            </a:xfrm>
            <a:custGeom>
              <a:rect b="b" l="l" r="r" t="t"/>
              <a:pathLst>
                <a:path extrusionOk="0" h="9462" w="9312">
                  <a:moveTo>
                    <a:pt x="6267" y="0"/>
                  </a:moveTo>
                  <a:cubicBezTo>
                    <a:pt x="6153" y="0"/>
                    <a:pt x="6050" y="20"/>
                    <a:pt x="6020" y="84"/>
                  </a:cubicBezTo>
                  <a:cubicBezTo>
                    <a:pt x="5629" y="828"/>
                    <a:pt x="4360" y="2297"/>
                    <a:pt x="3587" y="3156"/>
                  </a:cubicBezTo>
                  <a:cubicBezTo>
                    <a:pt x="3215" y="3566"/>
                    <a:pt x="2700" y="3814"/>
                    <a:pt x="2156" y="3843"/>
                  </a:cubicBezTo>
                  <a:lnTo>
                    <a:pt x="0" y="3843"/>
                  </a:lnTo>
                  <a:lnTo>
                    <a:pt x="0" y="8889"/>
                  </a:lnTo>
                  <a:lnTo>
                    <a:pt x="2538" y="8889"/>
                  </a:lnTo>
                  <a:cubicBezTo>
                    <a:pt x="2719" y="8889"/>
                    <a:pt x="2891" y="8956"/>
                    <a:pt x="3034" y="9071"/>
                  </a:cubicBezTo>
                  <a:cubicBezTo>
                    <a:pt x="3311" y="9319"/>
                    <a:pt x="3683" y="9452"/>
                    <a:pt x="4055" y="9462"/>
                  </a:cubicBezTo>
                  <a:lnTo>
                    <a:pt x="7680" y="9462"/>
                  </a:lnTo>
                  <a:cubicBezTo>
                    <a:pt x="8052" y="9462"/>
                    <a:pt x="8357" y="9156"/>
                    <a:pt x="8357" y="8775"/>
                  </a:cubicBezTo>
                  <a:lnTo>
                    <a:pt x="8357" y="8584"/>
                  </a:lnTo>
                  <a:cubicBezTo>
                    <a:pt x="8357" y="8212"/>
                    <a:pt x="8052" y="7907"/>
                    <a:pt x="7680" y="7907"/>
                  </a:cubicBezTo>
                  <a:lnTo>
                    <a:pt x="8100" y="7907"/>
                  </a:lnTo>
                  <a:cubicBezTo>
                    <a:pt x="8491" y="7907"/>
                    <a:pt x="8806" y="7592"/>
                    <a:pt x="8806" y="7201"/>
                  </a:cubicBezTo>
                  <a:lnTo>
                    <a:pt x="8806" y="7067"/>
                  </a:lnTo>
                  <a:cubicBezTo>
                    <a:pt x="8806" y="6676"/>
                    <a:pt x="8491" y="6361"/>
                    <a:pt x="8100" y="6361"/>
                  </a:cubicBezTo>
                  <a:lnTo>
                    <a:pt x="8310" y="6361"/>
                  </a:lnTo>
                  <a:cubicBezTo>
                    <a:pt x="8710" y="6361"/>
                    <a:pt x="9025" y="6037"/>
                    <a:pt x="9025" y="5646"/>
                  </a:cubicBezTo>
                  <a:lnTo>
                    <a:pt x="9025" y="5531"/>
                  </a:lnTo>
                  <a:cubicBezTo>
                    <a:pt x="9025" y="5140"/>
                    <a:pt x="8710" y="4816"/>
                    <a:pt x="8310" y="4816"/>
                  </a:cubicBezTo>
                  <a:lnTo>
                    <a:pt x="8577" y="4816"/>
                  </a:lnTo>
                  <a:cubicBezTo>
                    <a:pt x="8987" y="4816"/>
                    <a:pt x="9311" y="4491"/>
                    <a:pt x="9311" y="4081"/>
                  </a:cubicBezTo>
                  <a:lnTo>
                    <a:pt x="9311" y="4005"/>
                  </a:lnTo>
                  <a:cubicBezTo>
                    <a:pt x="9311" y="3595"/>
                    <a:pt x="8987" y="3270"/>
                    <a:pt x="8577" y="3270"/>
                  </a:cubicBezTo>
                  <a:lnTo>
                    <a:pt x="6316" y="3270"/>
                  </a:lnTo>
                  <a:lnTo>
                    <a:pt x="7155" y="1286"/>
                  </a:lnTo>
                  <a:cubicBezTo>
                    <a:pt x="7289" y="799"/>
                    <a:pt x="7069" y="294"/>
                    <a:pt x="6640" y="46"/>
                  </a:cubicBezTo>
                  <a:cubicBezTo>
                    <a:pt x="6640" y="46"/>
                    <a:pt x="6441" y="0"/>
                    <a:pt x="6267" y="0"/>
                  </a:cubicBezTo>
                  <a:close/>
                </a:path>
              </a:pathLst>
            </a:custGeom>
            <a:solidFill>
              <a:srgbClr val="DFE5E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969" name="Google Shape;14969;p44"/>
            <p:cNvSpPr/>
            <p:nvPr/>
          </p:nvSpPr>
          <p:spPr>
            <a:xfrm>
              <a:off x="1445417" y="4055250"/>
              <a:ext cx="218854" cy="38492"/>
            </a:xfrm>
            <a:custGeom>
              <a:rect b="b" l="l" r="r" t="t"/>
              <a:pathLst>
                <a:path extrusionOk="0" h="1470" w="8358">
                  <a:moveTo>
                    <a:pt x="0" y="0"/>
                  </a:moveTo>
                  <a:lnTo>
                    <a:pt x="0" y="897"/>
                  </a:lnTo>
                  <a:lnTo>
                    <a:pt x="2538" y="897"/>
                  </a:lnTo>
                  <a:cubicBezTo>
                    <a:pt x="2719" y="897"/>
                    <a:pt x="2901" y="964"/>
                    <a:pt x="3034" y="1078"/>
                  </a:cubicBezTo>
                  <a:cubicBezTo>
                    <a:pt x="3320" y="1326"/>
                    <a:pt x="3683" y="1460"/>
                    <a:pt x="4055" y="1469"/>
                  </a:cubicBezTo>
                  <a:lnTo>
                    <a:pt x="7680" y="1469"/>
                  </a:lnTo>
                  <a:cubicBezTo>
                    <a:pt x="8052" y="1469"/>
                    <a:pt x="8357" y="1164"/>
                    <a:pt x="8357" y="782"/>
                  </a:cubicBezTo>
                  <a:lnTo>
                    <a:pt x="8357" y="592"/>
                  </a:lnTo>
                  <a:cubicBezTo>
                    <a:pt x="8357" y="468"/>
                    <a:pt x="8329" y="344"/>
                    <a:pt x="8262" y="239"/>
                  </a:cubicBezTo>
                  <a:cubicBezTo>
                    <a:pt x="8138" y="439"/>
                    <a:pt x="7919" y="563"/>
                    <a:pt x="7680" y="572"/>
                  </a:cubicBezTo>
                  <a:lnTo>
                    <a:pt x="4055" y="572"/>
                  </a:lnTo>
                  <a:cubicBezTo>
                    <a:pt x="3683" y="563"/>
                    <a:pt x="3311" y="429"/>
                    <a:pt x="3034" y="181"/>
                  </a:cubicBezTo>
                  <a:cubicBezTo>
                    <a:pt x="2891" y="67"/>
                    <a:pt x="2719" y="0"/>
                    <a:pt x="2538" y="0"/>
                  </a:cubicBezTo>
                  <a:close/>
                </a:path>
              </a:pathLst>
            </a:custGeom>
            <a:solidFill>
              <a:srgbClr val="C8D3D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970" name="Google Shape;14970;p44"/>
            <p:cNvSpPr/>
            <p:nvPr/>
          </p:nvSpPr>
          <p:spPr>
            <a:xfrm>
              <a:off x="1445417" y="3946085"/>
              <a:ext cx="56219" cy="132653"/>
            </a:xfrm>
            <a:custGeom>
              <a:rect b="b" l="l" r="r" t="t"/>
              <a:pathLst>
                <a:path extrusionOk="0" h="5066" w="2147">
                  <a:moveTo>
                    <a:pt x="2147" y="0"/>
                  </a:moveTo>
                  <a:lnTo>
                    <a:pt x="2061" y="10"/>
                  </a:lnTo>
                  <a:lnTo>
                    <a:pt x="0" y="10"/>
                  </a:lnTo>
                  <a:lnTo>
                    <a:pt x="0" y="5066"/>
                  </a:lnTo>
                  <a:lnTo>
                    <a:pt x="2147" y="5066"/>
                  </a:lnTo>
                  <a:lnTo>
                    <a:pt x="2147" y="0"/>
                  </a:lnTo>
                  <a:close/>
                </a:path>
              </a:pathLst>
            </a:custGeom>
            <a:solidFill>
              <a:srgbClr val="C8D3D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971" name="Google Shape;14971;p44"/>
            <p:cNvSpPr/>
            <p:nvPr/>
          </p:nvSpPr>
          <p:spPr>
            <a:xfrm>
              <a:off x="1418446" y="3936083"/>
              <a:ext cx="58969" cy="152659"/>
            </a:xfrm>
            <a:custGeom>
              <a:rect b="b" l="l" r="r" t="t"/>
              <a:pathLst>
                <a:path extrusionOk="0" h="5830" w="2252">
                  <a:moveTo>
                    <a:pt x="0" y="1"/>
                  </a:moveTo>
                  <a:lnTo>
                    <a:pt x="0" y="5829"/>
                  </a:lnTo>
                  <a:lnTo>
                    <a:pt x="2023" y="5829"/>
                  </a:lnTo>
                  <a:cubicBezTo>
                    <a:pt x="2147" y="5829"/>
                    <a:pt x="2251" y="5734"/>
                    <a:pt x="2251" y="5610"/>
                  </a:cubicBezTo>
                  <a:lnTo>
                    <a:pt x="2251" y="220"/>
                  </a:lnTo>
                  <a:cubicBezTo>
                    <a:pt x="2251" y="106"/>
                    <a:pt x="2147" y="1"/>
                    <a:pt x="2023" y="1"/>
                  </a:cubicBezTo>
                  <a:close/>
                </a:path>
              </a:pathLst>
            </a:custGeom>
            <a:solidFill>
              <a:srgbClr val="EBEFF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972" name="Google Shape;14972;p44"/>
            <p:cNvSpPr/>
            <p:nvPr/>
          </p:nvSpPr>
          <p:spPr>
            <a:xfrm>
              <a:off x="1418446" y="4056743"/>
              <a:ext cx="58969" cy="31998"/>
            </a:xfrm>
            <a:custGeom>
              <a:rect b="b" l="l" r="r" t="t"/>
              <a:pathLst>
                <a:path extrusionOk="0" h="1222" w="2252">
                  <a:moveTo>
                    <a:pt x="0" y="0"/>
                  </a:moveTo>
                  <a:lnTo>
                    <a:pt x="0" y="1221"/>
                  </a:lnTo>
                  <a:lnTo>
                    <a:pt x="2023" y="1221"/>
                  </a:lnTo>
                  <a:cubicBezTo>
                    <a:pt x="2147" y="1221"/>
                    <a:pt x="2251" y="1126"/>
                    <a:pt x="2251" y="1002"/>
                  </a:cubicBezTo>
                  <a:lnTo>
                    <a:pt x="2251" y="0"/>
                  </a:lnTo>
                  <a:close/>
                </a:path>
              </a:pathLst>
            </a:custGeom>
            <a:solidFill>
              <a:srgbClr val="AEBFC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973" name="Google Shape;14973;p44"/>
            <p:cNvSpPr/>
            <p:nvPr/>
          </p:nvSpPr>
          <p:spPr>
            <a:xfrm>
              <a:off x="1330255" y="3928332"/>
              <a:ext cx="92459" cy="168160"/>
            </a:xfrm>
            <a:custGeom>
              <a:rect b="b" l="l" r="r" t="t"/>
              <a:pathLst>
                <a:path extrusionOk="0" h="6422" w="3531">
                  <a:moveTo>
                    <a:pt x="229" y="1"/>
                  </a:moveTo>
                  <a:cubicBezTo>
                    <a:pt x="105" y="1"/>
                    <a:pt x="0" y="96"/>
                    <a:pt x="0" y="220"/>
                  </a:cubicBezTo>
                  <a:lnTo>
                    <a:pt x="0" y="6202"/>
                  </a:lnTo>
                  <a:cubicBezTo>
                    <a:pt x="0" y="6326"/>
                    <a:pt x="105" y="6421"/>
                    <a:pt x="229" y="6421"/>
                  </a:cubicBezTo>
                  <a:lnTo>
                    <a:pt x="3311" y="6421"/>
                  </a:lnTo>
                  <a:cubicBezTo>
                    <a:pt x="3435" y="6421"/>
                    <a:pt x="3530" y="6326"/>
                    <a:pt x="3530" y="6202"/>
                  </a:cubicBezTo>
                  <a:lnTo>
                    <a:pt x="3530" y="220"/>
                  </a:lnTo>
                  <a:cubicBezTo>
                    <a:pt x="3530" y="96"/>
                    <a:pt x="3435" y="1"/>
                    <a:pt x="3320" y="1"/>
                  </a:cubicBezTo>
                  <a:close/>
                </a:path>
              </a:pathLst>
            </a:custGeom>
            <a:solidFill>
              <a:srgbClr val="657A8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974" name="Google Shape;14974;p44"/>
            <p:cNvSpPr/>
            <p:nvPr/>
          </p:nvSpPr>
          <p:spPr>
            <a:xfrm>
              <a:off x="1330255" y="4056743"/>
              <a:ext cx="92459" cy="39749"/>
            </a:xfrm>
            <a:custGeom>
              <a:rect b="b" l="l" r="r" t="t"/>
              <a:pathLst>
                <a:path extrusionOk="0" h="1518" w="3531">
                  <a:moveTo>
                    <a:pt x="0" y="0"/>
                  </a:moveTo>
                  <a:lnTo>
                    <a:pt x="0" y="1298"/>
                  </a:lnTo>
                  <a:cubicBezTo>
                    <a:pt x="0" y="1422"/>
                    <a:pt x="105" y="1517"/>
                    <a:pt x="229" y="1517"/>
                  </a:cubicBezTo>
                  <a:lnTo>
                    <a:pt x="3311" y="1517"/>
                  </a:lnTo>
                  <a:cubicBezTo>
                    <a:pt x="3435" y="1517"/>
                    <a:pt x="3530" y="1422"/>
                    <a:pt x="3530" y="1298"/>
                  </a:cubicBezTo>
                  <a:lnTo>
                    <a:pt x="3530" y="0"/>
                  </a:lnTo>
                  <a:close/>
                </a:path>
              </a:pathLst>
            </a:custGeom>
            <a:solidFill>
              <a:srgbClr val="435D7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975" name="Google Shape;14975;p44"/>
            <p:cNvSpPr/>
            <p:nvPr/>
          </p:nvSpPr>
          <p:spPr>
            <a:xfrm>
              <a:off x="1631435" y="3961037"/>
              <a:ext cx="56062" cy="10841"/>
            </a:xfrm>
            <a:custGeom>
              <a:rect b="b" l="l" r="r" t="t"/>
              <a:pathLst>
                <a:path extrusionOk="0" h="414" w="2141">
                  <a:moveTo>
                    <a:pt x="272" y="1"/>
                  </a:moveTo>
                  <a:cubicBezTo>
                    <a:pt x="3" y="1"/>
                    <a:pt x="0" y="413"/>
                    <a:pt x="264" y="413"/>
                  </a:cubicBezTo>
                  <a:cubicBezTo>
                    <a:pt x="272" y="413"/>
                    <a:pt x="281" y="413"/>
                    <a:pt x="290" y="412"/>
                  </a:cubicBezTo>
                  <a:lnTo>
                    <a:pt x="1473" y="412"/>
                  </a:lnTo>
                  <a:cubicBezTo>
                    <a:pt x="1759" y="412"/>
                    <a:pt x="2017" y="250"/>
                    <a:pt x="2141" y="2"/>
                  </a:cubicBezTo>
                  <a:lnTo>
                    <a:pt x="290" y="2"/>
                  </a:lnTo>
                  <a:cubicBezTo>
                    <a:pt x="284" y="1"/>
                    <a:pt x="278" y="1"/>
                    <a:pt x="272" y="1"/>
                  </a:cubicBezTo>
                  <a:close/>
                </a:path>
              </a:pathLst>
            </a:custGeom>
            <a:solidFill>
              <a:srgbClr val="C8D3D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976" name="Google Shape;14976;p44"/>
            <p:cNvSpPr/>
            <p:nvPr/>
          </p:nvSpPr>
          <p:spPr>
            <a:xfrm>
              <a:off x="1632273" y="4001545"/>
              <a:ext cx="47971" cy="10998"/>
            </a:xfrm>
            <a:custGeom>
              <a:rect b="b" l="l" r="r" t="t"/>
              <a:pathLst>
                <a:path extrusionOk="0" h="420" w="1832">
                  <a:moveTo>
                    <a:pt x="258" y="0"/>
                  </a:moveTo>
                  <a:cubicBezTo>
                    <a:pt x="0" y="19"/>
                    <a:pt x="0" y="391"/>
                    <a:pt x="258" y="420"/>
                  </a:cubicBezTo>
                  <a:lnTo>
                    <a:pt x="1174" y="420"/>
                  </a:lnTo>
                  <a:cubicBezTo>
                    <a:pt x="1460" y="420"/>
                    <a:pt x="1708" y="258"/>
                    <a:pt x="1832" y="0"/>
                  </a:cubicBezTo>
                  <a:close/>
                </a:path>
              </a:pathLst>
            </a:custGeom>
            <a:solidFill>
              <a:srgbClr val="C8D3D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977" name="Google Shape;14977;p44"/>
            <p:cNvSpPr/>
            <p:nvPr/>
          </p:nvSpPr>
          <p:spPr>
            <a:xfrm>
              <a:off x="1631435" y="4041975"/>
              <a:ext cx="43074" cy="10814"/>
            </a:xfrm>
            <a:custGeom>
              <a:rect b="b" l="l" r="r" t="t"/>
              <a:pathLst>
                <a:path extrusionOk="0" h="413" w="1645">
                  <a:moveTo>
                    <a:pt x="272" y="1"/>
                  </a:moveTo>
                  <a:cubicBezTo>
                    <a:pt x="3" y="1"/>
                    <a:pt x="0" y="413"/>
                    <a:pt x="264" y="413"/>
                  </a:cubicBezTo>
                  <a:cubicBezTo>
                    <a:pt x="272" y="413"/>
                    <a:pt x="281" y="413"/>
                    <a:pt x="290" y="412"/>
                  </a:cubicBezTo>
                  <a:lnTo>
                    <a:pt x="996" y="412"/>
                  </a:lnTo>
                  <a:cubicBezTo>
                    <a:pt x="1272" y="412"/>
                    <a:pt x="1530" y="250"/>
                    <a:pt x="1645" y="1"/>
                  </a:cubicBezTo>
                  <a:lnTo>
                    <a:pt x="290" y="1"/>
                  </a:lnTo>
                  <a:cubicBezTo>
                    <a:pt x="284" y="1"/>
                    <a:pt x="278" y="1"/>
                    <a:pt x="272" y="1"/>
                  </a:cubicBezTo>
                  <a:close/>
                </a:path>
              </a:pathLst>
            </a:custGeom>
            <a:solidFill>
              <a:srgbClr val="C8D3D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4978" name="Google Shape;14978;p44"/>
          <p:cNvGrpSpPr/>
          <p:nvPr/>
        </p:nvGrpSpPr>
        <p:grpSpPr>
          <a:xfrm>
            <a:off x="3115103" y="3638984"/>
            <a:ext cx="373424" cy="359311"/>
            <a:chOff x="3115103" y="3791384"/>
            <a:chExt cx="373424" cy="359311"/>
          </a:xfrm>
        </p:grpSpPr>
        <p:sp>
          <p:nvSpPr>
            <p:cNvPr id="14979" name="Google Shape;14979;p44"/>
            <p:cNvSpPr/>
            <p:nvPr/>
          </p:nvSpPr>
          <p:spPr>
            <a:xfrm>
              <a:off x="3115103" y="3891908"/>
              <a:ext cx="159152" cy="180598"/>
            </a:xfrm>
            <a:custGeom>
              <a:rect b="b" l="l" r="r" t="t"/>
              <a:pathLst>
                <a:path extrusionOk="0" h="6897" w="6078">
                  <a:moveTo>
                    <a:pt x="2429" y="0"/>
                  </a:moveTo>
                  <a:cubicBezTo>
                    <a:pt x="1860" y="0"/>
                    <a:pt x="1292" y="220"/>
                    <a:pt x="859" y="657"/>
                  </a:cubicBezTo>
                  <a:cubicBezTo>
                    <a:pt x="0" y="1525"/>
                    <a:pt x="10" y="2918"/>
                    <a:pt x="878" y="3777"/>
                  </a:cubicBezTo>
                  <a:lnTo>
                    <a:pt x="1651" y="4550"/>
                  </a:lnTo>
                  <a:cubicBezTo>
                    <a:pt x="2080" y="4979"/>
                    <a:pt x="2214" y="5628"/>
                    <a:pt x="1985" y="6190"/>
                  </a:cubicBezTo>
                  <a:cubicBezTo>
                    <a:pt x="1908" y="6372"/>
                    <a:pt x="1956" y="6582"/>
                    <a:pt x="2090" y="6725"/>
                  </a:cubicBezTo>
                  <a:lnTo>
                    <a:pt x="2118" y="6753"/>
                  </a:lnTo>
                  <a:cubicBezTo>
                    <a:pt x="2212" y="6851"/>
                    <a:pt x="2334" y="6897"/>
                    <a:pt x="2455" y="6897"/>
                  </a:cubicBezTo>
                  <a:cubicBezTo>
                    <a:pt x="2641" y="6897"/>
                    <a:pt x="2825" y="6788"/>
                    <a:pt x="2901" y="6591"/>
                  </a:cubicBezTo>
                  <a:cubicBezTo>
                    <a:pt x="3292" y="5656"/>
                    <a:pt x="3072" y="4569"/>
                    <a:pt x="2357" y="3853"/>
                  </a:cubicBezTo>
                  <a:lnTo>
                    <a:pt x="1565" y="3061"/>
                  </a:lnTo>
                  <a:cubicBezTo>
                    <a:pt x="1097" y="2594"/>
                    <a:pt x="1097" y="1840"/>
                    <a:pt x="1546" y="1363"/>
                  </a:cubicBezTo>
                  <a:cubicBezTo>
                    <a:pt x="1789" y="1120"/>
                    <a:pt x="2106" y="998"/>
                    <a:pt x="2422" y="998"/>
                  </a:cubicBezTo>
                  <a:cubicBezTo>
                    <a:pt x="2738" y="998"/>
                    <a:pt x="3053" y="1120"/>
                    <a:pt x="3292" y="1363"/>
                  </a:cubicBezTo>
                  <a:lnTo>
                    <a:pt x="5181" y="3252"/>
                  </a:lnTo>
                  <a:cubicBezTo>
                    <a:pt x="5277" y="3349"/>
                    <a:pt x="5403" y="3396"/>
                    <a:pt x="5530" y="3396"/>
                  </a:cubicBezTo>
                  <a:cubicBezTo>
                    <a:pt x="5654" y="3396"/>
                    <a:pt x="5778" y="3351"/>
                    <a:pt x="5877" y="3262"/>
                  </a:cubicBezTo>
                  <a:cubicBezTo>
                    <a:pt x="6077" y="3061"/>
                    <a:pt x="6077" y="2746"/>
                    <a:pt x="5877" y="2546"/>
                  </a:cubicBezTo>
                  <a:lnTo>
                    <a:pt x="3979" y="648"/>
                  </a:lnTo>
                  <a:lnTo>
                    <a:pt x="3979" y="638"/>
                  </a:lnTo>
                  <a:cubicBezTo>
                    <a:pt x="3548" y="212"/>
                    <a:pt x="2989" y="0"/>
                    <a:pt x="2429" y="0"/>
                  </a:cubicBezTo>
                  <a:close/>
                </a:path>
              </a:pathLst>
            </a:custGeom>
            <a:solidFill>
              <a:srgbClr val="CDD7D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980" name="Google Shape;14980;p44"/>
            <p:cNvSpPr/>
            <p:nvPr/>
          </p:nvSpPr>
          <p:spPr>
            <a:xfrm>
              <a:off x="3232517" y="3940586"/>
              <a:ext cx="45798" cy="40561"/>
            </a:xfrm>
            <a:custGeom>
              <a:rect b="b" l="l" r="r" t="t"/>
              <a:pathLst>
                <a:path extrusionOk="0" h="1549" w="1749">
                  <a:moveTo>
                    <a:pt x="706" y="0"/>
                  </a:moveTo>
                  <a:lnTo>
                    <a:pt x="0" y="697"/>
                  </a:lnTo>
                  <a:lnTo>
                    <a:pt x="697" y="1403"/>
                  </a:lnTo>
                  <a:cubicBezTo>
                    <a:pt x="803" y="1505"/>
                    <a:pt x="922" y="1548"/>
                    <a:pt x="1035" y="1548"/>
                  </a:cubicBezTo>
                  <a:cubicBezTo>
                    <a:pt x="1419" y="1548"/>
                    <a:pt x="1748" y="1057"/>
                    <a:pt x="1403" y="697"/>
                  </a:cubicBezTo>
                  <a:lnTo>
                    <a:pt x="706" y="0"/>
                  </a:lnTo>
                  <a:close/>
                </a:path>
              </a:pathLst>
            </a:custGeom>
            <a:solidFill>
              <a:srgbClr val="9BAFB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981" name="Google Shape;14981;p44"/>
            <p:cNvSpPr/>
            <p:nvPr/>
          </p:nvSpPr>
          <p:spPr>
            <a:xfrm>
              <a:off x="3242493" y="3950956"/>
              <a:ext cx="43991" cy="43598"/>
            </a:xfrm>
            <a:custGeom>
              <a:rect b="b" l="l" r="r" t="t"/>
              <a:pathLst>
                <a:path extrusionOk="0" h="1665" w="1680">
                  <a:moveTo>
                    <a:pt x="931" y="0"/>
                  </a:moveTo>
                  <a:cubicBezTo>
                    <a:pt x="874" y="0"/>
                    <a:pt x="816" y="24"/>
                    <a:pt x="773" y="72"/>
                  </a:cubicBezTo>
                  <a:lnTo>
                    <a:pt x="87" y="759"/>
                  </a:lnTo>
                  <a:cubicBezTo>
                    <a:pt x="1" y="844"/>
                    <a:pt x="1" y="978"/>
                    <a:pt x="87" y="1073"/>
                  </a:cubicBezTo>
                  <a:lnTo>
                    <a:pt x="688" y="1665"/>
                  </a:lnTo>
                  <a:lnTo>
                    <a:pt x="1680" y="673"/>
                  </a:lnTo>
                  <a:lnTo>
                    <a:pt x="1088" y="72"/>
                  </a:lnTo>
                  <a:cubicBezTo>
                    <a:pt x="1045" y="24"/>
                    <a:pt x="988" y="0"/>
                    <a:pt x="931" y="0"/>
                  </a:cubicBezTo>
                  <a:close/>
                </a:path>
              </a:pathLst>
            </a:custGeom>
            <a:solidFill>
              <a:srgbClr val="BECBD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982" name="Google Shape;14982;p44"/>
            <p:cNvSpPr/>
            <p:nvPr/>
          </p:nvSpPr>
          <p:spPr>
            <a:xfrm>
              <a:off x="3319948" y="3791384"/>
              <a:ext cx="168579" cy="141478"/>
            </a:xfrm>
            <a:custGeom>
              <a:rect b="b" l="l" r="r" t="t"/>
              <a:pathLst>
                <a:path extrusionOk="0" h="5403" w="6438">
                  <a:moveTo>
                    <a:pt x="3241" y="1"/>
                  </a:moveTo>
                  <a:cubicBezTo>
                    <a:pt x="3204" y="1"/>
                    <a:pt x="3167" y="1"/>
                    <a:pt x="3129" y="3"/>
                  </a:cubicBezTo>
                  <a:cubicBezTo>
                    <a:pt x="1088" y="79"/>
                    <a:pt x="0" y="2455"/>
                    <a:pt x="1278" y="4057"/>
                  </a:cubicBezTo>
                  <a:lnTo>
                    <a:pt x="1221" y="5174"/>
                  </a:lnTo>
                  <a:cubicBezTo>
                    <a:pt x="1214" y="5304"/>
                    <a:pt x="1322" y="5403"/>
                    <a:pt x="1444" y="5403"/>
                  </a:cubicBezTo>
                  <a:cubicBezTo>
                    <a:pt x="1475" y="5403"/>
                    <a:pt x="1506" y="5397"/>
                    <a:pt x="1536" y="5383"/>
                  </a:cubicBezTo>
                  <a:lnTo>
                    <a:pt x="2547" y="4906"/>
                  </a:lnTo>
                  <a:cubicBezTo>
                    <a:pt x="2775" y="4971"/>
                    <a:pt x="3007" y="5003"/>
                    <a:pt x="3236" y="5003"/>
                  </a:cubicBezTo>
                  <a:cubicBezTo>
                    <a:pt x="4055" y="5003"/>
                    <a:pt x="4844" y="4603"/>
                    <a:pt x="5314" y="3895"/>
                  </a:cubicBezTo>
                  <a:cubicBezTo>
                    <a:pt x="6438" y="2228"/>
                    <a:pt x="5226" y="1"/>
                    <a:pt x="3241" y="1"/>
                  </a:cubicBezTo>
                  <a:close/>
                </a:path>
              </a:pathLst>
            </a:custGeom>
            <a:solidFill>
              <a:srgbClr val="BECBD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983" name="Google Shape;14983;p44"/>
            <p:cNvSpPr/>
            <p:nvPr/>
          </p:nvSpPr>
          <p:spPr>
            <a:xfrm>
              <a:off x="3233747" y="3945614"/>
              <a:ext cx="213879" cy="205081"/>
            </a:xfrm>
            <a:custGeom>
              <a:rect b="b" l="l" r="r" t="t"/>
              <a:pathLst>
                <a:path extrusionOk="0" h="7832" w="8168">
                  <a:moveTo>
                    <a:pt x="3095" y="0"/>
                  </a:moveTo>
                  <a:cubicBezTo>
                    <a:pt x="2719" y="0"/>
                    <a:pt x="2345" y="144"/>
                    <a:pt x="2061" y="428"/>
                  </a:cubicBezTo>
                  <a:lnTo>
                    <a:pt x="573" y="1917"/>
                  </a:lnTo>
                  <a:cubicBezTo>
                    <a:pt x="49" y="2441"/>
                    <a:pt x="1" y="3271"/>
                    <a:pt x="459" y="3853"/>
                  </a:cubicBezTo>
                  <a:lnTo>
                    <a:pt x="468" y="3872"/>
                  </a:lnTo>
                  <a:lnTo>
                    <a:pt x="3120" y="7268"/>
                  </a:lnTo>
                  <a:cubicBezTo>
                    <a:pt x="3412" y="7642"/>
                    <a:pt x="3843" y="7832"/>
                    <a:pt x="4277" y="7832"/>
                  </a:cubicBezTo>
                  <a:cubicBezTo>
                    <a:pt x="4651" y="7832"/>
                    <a:pt x="5027" y="7690"/>
                    <a:pt x="5315" y="7402"/>
                  </a:cubicBezTo>
                  <a:lnTo>
                    <a:pt x="7547" y="5170"/>
                  </a:lnTo>
                  <a:cubicBezTo>
                    <a:pt x="8167" y="4550"/>
                    <a:pt x="8110" y="3519"/>
                    <a:pt x="7413" y="2976"/>
                  </a:cubicBezTo>
                  <a:lnTo>
                    <a:pt x="4027" y="323"/>
                  </a:lnTo>
                  <a:lnTo>
                    <a:pt x="4008" y="314"/>
                  </a:lnTo>
                  <a:cubicBezTo>
                    <a:pt x="3736" y="104"/>
                    <a:pt x="3415" y="0"/>
                    <a:pt x="3095" y="0"/>
                  </a:cubicBezTo>
                  <a:close/>
                </a:path>
              </a:pathLst>
            </a:custGeom>
            <a:solidFill>
              <a:srgbClr val="657A8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984" name="Google Shape;14984;p44"/>
            <p:cNvSpPr/>
            <p:nvPr/>
          </p:nvSpPr>
          <p:spPr>
            <a:xfrm>
              <a:off x="3311438" y="4019272"/>
              <a:ext cx="136424" cy="131423"/>
            </a:xfrm>
            <a:custGeom>
              <a:rect b="b" l="l" r="r" t="t"/>
              <a:pathLst>
                <a:path extrusionOk="0" h="5019" w="5210">
                  <a:moveTo>
                    <a:pt x="4246" y="0"/>
                  </a:moveTo>
                  <a:lnTo>
                    <a:pt x="4246" y="0"/>
                  </a:lnTo>
                  <a:cubicBezTo>
                    <a:pt x="4599" y="582"/>
                    <a:pt x="4504" y="1317"/>
                    <a:pt x="4027" y="1803"/>
                  </a:cubicBezTo>
                  <a:lnTo>
                    <a:pt x="1794" y="4026"/>
                  </a:lnTo>
                  <a:cubicBezTo>
                    <a:pt x="1511" y="4310"/>
                    <a:pt x="1133" y="4458"/>
                    <a:pt x="753" y="4458"/>
                  </a:cubicBezTo>
                  <a:cubicBezTo>
                    <a:pt x="494" y="4458"/>
                    <a:pt x="233" y="4389"/>
                    <a:pt x="1" y="4246"/>
                  </a:cubicBezTo>
                  <a:lnTo>
                    <a:pt x="1" y="4246"/>
                  </a:lnTo>
                  <a:lnTo>
                    <a:pt x="153" y="4455"/>
                  </a:lnTo>
                  <a:cubicBezTo>
                    <a:pt x="445" y="4829"/>
                    <a:pt x="876" y="5019"/>
                    <a:pt x="1311" y="5019"/>
                  </a:cubicBezTo>
                  <a:cubicBezTo>
                    <a:pt x="1687" y="5019"/>
                    <a:pt x="2065" y="4877"/>
                    <a:pt x="2357" y="4589"/>
                  </a:cubicBezTo>
                  <a:lnTo>
                    <a:pt x="4580" y="2357"/>
                  </a:lnTo>
                  <a:cubicBezTo>
                    <a:pt x="5210" y="1737"/>
                    <a:pt x="5143" y="706"/>
                    <a:pt x="4446" y="163"/>
                  </a:cubicBezTo>
                  <a:lnTo>
                    <a:pt x="4246" y="0"/>
                  </a:lnTo>
                  <a:close/>
                </a:path>
              </a:pathLst>
            </a:custGeom>
            <a:solidFill>
              <a:srgbClr val="435D7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985" name="Google Shape;14985;p44"/>
            <p:cNvSpPr/>
            <p:nvPr/>
          </p:nvSpPr>
          <p:spPr>
            <a:xfrm>
              <a:off x="3233747" y="3945614"/>
              <a:ext cx="164154" cy="156115"/>
            </a:xfrm>
            <a:custGeom>
              <a:rect b="b" l="l" r="r" t="t"/>
              <a:pathLst>
                <a:path extrusionOk="0" h="5962" w="6269">
                  <a:moveTo>
                    <a:pt x="3095" y="0"/>
                  </a:moveTo>
                  <a:cubicBezTo>
                    <a:pt x="2719" y="0"/>
                    <a:pt x="2345" y="144"/>
                    <a:pt x="2061" y="428"/>
                  </a:cubicBezTo>
                  <a:lnTo>
                    <a:pt x="573" y="1917"/>
                  </a:lnTo>
                  <a:cubicBezTo>
                    <a:pt x="49" y="2441"/>
                    <a:pt x="1" y="3271"/>
                    <a:pt x="459" y="3863"/>
                  </a:cubicBezTo>
                  <a:lnTo>
                    <a:pt x="468" y="3882"/>
                  </a:lnTo>
                  <a:lnTo>
                    <a:pt x="2414" y="5485"/>
                  </a:lnTo>
                  <a:cubicBezTo>
                    <a:pt x="2796" y="5800"/>
                    <a:pt x="3241" y="5961"/>
                    <a:pt x="3654" y="5961"/>
                  </a:cubicBezTo>
                  <a:cubicBezTo>
                    <a:pt x="4014" y="5961"/>
                    <a:pt x="4350" y="5838"/>
                    <a:pt x="4599" y="5589"/>
                  </a:cubicBezTo>
                  <a:lnTo>
                    <a:pt x="5734" y="4454"/>
                  </a:lnTo>
                  <a:cubicBezTo>
                    <a:pt x="6269" y="3920"/>
                    <a:pt x="6230" y="2976"/>
                    <a:pt x="5629" y="2260"/>
                  </a:cubicBezTo>
                  <a:lnTo>
                    <a:pt x="4027" y="323"/>
                  </a:lnTo>
                  <a:lnTo>
                    <a:pt x="4008" y="314"/>
                  </a:lnTo>
                  <a:cubicBezTo>
                    <a:pt x="3736" y="104"/>
                    <a:pt x="3415" y="0"/>
                    <a:pt x="3095" y="0"/>
                  </a:cubicBezTo>
                  <a:close/>
                </a:path>
              </a:pathLst>
            </a:custGeom>
            <a:solidFill>
              <a:srgbClr val="435D7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986" name="Google Shape;14986;p44"/>
            <p:cNvSpPr/>
            <p:nvPr/>
          </p:nvSpPr>
          <p:spPr>
            <a:xfrm>
              <a:off x="3236261" y="3945509"/>
              <a:ext cx="151402" cy="146715"/>
            </a:xfrm>
            <a:custGeom>
              <a:rect b="b" l="l" r="r" t="t"/>
              <a:pathLst>
                <a:path extrusionOk="0" h="5603" w="5782">
                  <a:moveTo>
                    <a:pt x="3007" y="1"/>
                  </a:moveTo>
                  <a:cubicBezTo>
                    <a:pt x="2617" y="1"/>
                    <a:pt x="2245" y="153"/>
                    <a:pt x="1965" y="432"/>
                  </a:cubicBezTo>
                  <a:lnTo>
                    <a:pt x="477" y="1921"/>
                  </a:lnTo>
                  <a:cubicBezTo>
                    <a:pt x="153" y="2235"/>
                    <a:pt x="0" y="2693"/>
                    <a:pt x="57" y="3151"/>
                  </a:cubicBezTo>
                  <a:lnTo>
                    <a:pt x="2547" y="5202"/>
                  </a:lnTo>
                  <a:cubicBezTo>
                    <a:pt x="2865" y="5467"/>
                    <a:pt x="3229" y="5602"/>
                    <a:pt x="3559" y="5602"/>
                  </a:cubicBezTo>
                  <a:cubicBezTo>
                    <a:pt x="3824" y="5602"/>
                    <a:pt x="4067" y="5514"/>
                    <a:pt x="4246" y="5336"/>
                  </a:cubicBezTo>
                  <a:lnTo>
                    <a:pt x="5381" y="4201"/>
                  </a:lnTo>
                  <a:cubicBezTo>
                    <a:pt x="5781" y="3810"/>
                    <a:pt x="5724" y="3075"/>
                    <a:pt x="5257" y="2503"/>
                  </a:cubicBezTo>
                  <a:lnTo>
                    <a:pt x="3196" y="13"/>
                  </a:lnTo>
                  <a:cubicBezTo>
                    <a:pt x="3133" y="5"/>
                    <a:pt x="3070" y="1"/>
                    <a:pt x="3007" y="1"/>
                  </a:cubicBezTo>
                  <a:close/>
                </a:path>
              </a:pathLst>
            </a:custGeom>
            <a:solidFill>
              <a:srgbClr val="EBEFF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987" name="Google Shape;14987;p44"/>
            <p:cNvSpPr/>
            <p:nvPr/>
          </p:nvSpPr>
          <p:spPr>
            <a:xfrm>
              <a:off x="3236261" y="3945509"/>
              <a:ext cx="151402" cy="146715"/>
            </a:xfrm>
            <a:custGeom>
              <a:rect b="b" l="l" r="r" t="t"/>
              <a:pathLst>
                <a:path extrusionOk="0" h="5603" w="5782">
                  <a:moveTo>
                    <a:pt x="1813" y="585"/>
                  </a:moveTo>
                  <a:lnTo>
                    <a:pt x="1784" y="614"/>
                  </a:lnTo>
                  <a:lnTo>
                    <a:pt x="1813" y="585"/>
                  </a:lnTo>
                  <a:close/>
                  <a:moveTo>
                    <a:pt x="648" y="1749"/>
                  </a:moveTo>
                  <a:lnTo>
                    <a:pt x="630" y="1768"/>
                  </a:lnTo>
                  <a:lnTo>
                    <a:pt x="630" y="1768"/>
                  </a:lnTo>
                  <a:lnTo>
                    <a:pt x="648" y="1749"/>
                  </a:lnTo>
                  <a:close/>
                  <a:moveTo>
                    <a:pt x="3001" y="1"/>
                  </a:moveTo>
                  <a:cubicBezTo>
                    <a:pt x="2617" y="1"/>
                    <a:pt x="2245" y="153"/>
                    <a:pt x="1965" y="432"/>
                  </a:cubicBezTo>
                  <a:lnTo>
                    <a:pt x="1813" y="585"/>
                  </a:lnTo>
                  <a:lnTo>
                    <a:pt x="1813" y="585"/>
                  </a:lnTo>
                  <a:cubicBezTo>
                    <a:pt x="1978" y="437"/>
                    <a:pt x="2183" y="365"/>
                    <a:pt x="2386" y="365"/>
                  </a:cubicBezTo>
                  <a:cubicBezTo>
                    <a:pt x="2630" y="365"/>
                    <a:pt x="2872" y="468"/>
                    <a:pt x="3043" y="671"/>
                  </a:cubicBezTo>
                  <a:lnTo>
                    <a:pt x="4637" y="2541"/>
                  </a:lnTo>
                  <a:cubicBezTo>
                    <a:pt x="5066" y="3046"/>
                    <a:pt x="5161" y="3647"/>
                    <a:pt x="4856" y="3953"/>
                  </a:cubicBezTo>
                  <a:lnTo>
                    <a:pt x="3997" y="4811"/>
                  </a:lnTo>
                  <a:cubicBezTo>
                    <a:pt x="3878" y="4927"/>
                    <a:pt x="3712" y="4983"/>
                    <a:pt x="3524" y="4983"/>
                  </a:cubicBezTo>
                  <a:cubicBezTo>
                    <a:pt x="3232" y="4983"/>
                    <a:pt x="2888" y="4847"/>
                    <a:pt x="2586" y="4592"/>
                  </a:cubicBezTo>
                  <a:lnTo>
                    <a:pt x="716" y="2999"/>
                  </a:lnTo>
                  <a:cubicBezTo>
                    <a:pt x="344" y="2684"/>
                    <a:pt x="306" y="2121"/>
                    <a:pt x="630" y="1768"/>
                  </a:cubicBezTo>
                  <a:lnTo>
                    <a:pt x="630" y="1768"/>
                  </a:lnTo>
                  <a:lnTo>
                    <a:pt x="477" y="1921"/>
                  </a:lnTo>
                  <a:cubicBezTo>
                    <a:pt x="153" y="2245"/>
                    <a:pt x="0" y="2693"/>
                    <a:pt x="57" y="3142"/>
                  </a:cubicBezTo>
                  <a:lnTo>
                    <a:pt x="2547" y="5202"/>
                  </a:lnTo>
                  <a:cubicBezTo>
                    <a:pt x="2859" y="5467"/>
                    <a:pt x="3224" y="5602"/>
                    <a:pt x="3555" y="5602"/>
                  </a:cubicBezTo>
                  <a:cubicBezTo>
                    <a:pt x="3822" y="5602"/>
                    <a:pt x="4067" y="5514"/>
                    <a:pt x="4246" y="5336"/>
                  </a:cubicBezTo>
                  <a:lnTo>
                    <a:pt x="5381" y="4201"/>
                  </a:lnTo>
                  <a:cubicBezTo>
                    <a:pt x="5781" y="3800"/>
                    <a:pt x="5724" y="3065"/>
                    <a:pt x="5247" y="2503"/>
                  </a:cubicBezTo>
                  <a:lnTo>
                    <a:pt x="3187" y="13"/>
                  </a:lnTo>
                  <a:cubicBezTo>
                    <a:pt x="3125" y="5"/>
                    <a:pt x="3063" y="1"/>
                    <a:pt x="3001" y="1"/>
                  </a:cubicBezTo>
                  <a:close/>
                </a:path>
              </a:pathLst>
            </a:custGeom>
            <a:solidFill>
              <a:srgbClr val="AEBFC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988" name="Google Shape;14988;p44"/>
            <p:cNvSpPr/>
            <p:nvPr/>
          </p:nvSpPr>
          <p:spPr>
            <a:xfrm>
              <a:off x="3264488" y="3972558"/>
              <a:ext cx="87955" cy="87196"/>
            </a:xfrm>
            <a:custGeom>
              <a:rect b="b" l="l" r="r" t="t"/>
              <a:pathLst>
                <a:path extrusionOk="0" h="3330" w="3359">
                  <a:moveTo>
                    <a:pt x="296" y="0"/>
                  </a:moveTo>
                  <a:lnTo>
                    <a:pt x="0" y="296"/>
                  </a:lnTo>
                  <a:lnTo>
                    <a:pt x="2977" y="3273"/>
                  </a:lnTo>
                  <a:cubicBezTo>
                    <a:pt x="3020" y="3311"/>
                    <a:pt x="3075" y="3330"/>
                    <a:pt x="3128" y="3330"/>
                  </a:cubicBezTo>
                  <a:cubicBezTo>
                    <a:pt x="3182" y="3330"/>
                    <a:pt x="3234" y="3311"/>
                    <a:pt x="3272" y="3273"/>
                  </a:cubicBezTo>
                  <a:cubicBezTo>
                    <a:pt x="3358" y="3196"/>
                    <a:pt x="3358" y="3063"/>
                    <a:pt x="3272" y="2977"/>
                  </a:cubicBezTo>
                  <a:lnTo>
                    <a:pt x="296" y="0"/>
                  </a:lnTo>
                  <a:close/>
                </a:path>
              </a:pathLst>
            </a:custGeom>
            <a:solidFill>
              <a:srgbClr val="51667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989" name="Google Shape;14989;p44"/>
            <p:cNvSpPr/>
            <p:nvPr/>
          </p:nvSpPr>
          <p:spPr>
            <a:xfrm>
              <a:off x="3283473" y="3992668"/>
              <a:ext cx="36999" cy="34302"/>
            </a:xfrm>
            <a:custGeom>
              <a:rect b="b" l="l" r="r" t="t"/>
              <a:pathLst>
                <a:path extrusionOk="0" h="1310" w="1413">
                  <a:moveTo>
                    <a:pt x="587" y="0"/>
                  </a:moveTo>
                  <a:cubicBezTo>
                    <a:pt x="451" y="0"/>
                    <a:pt x="315" y="53"/>
                    <a:pt x="210" y="158"/>
                  </a:cubicBezTo>
                  <a:cubicBezTo>
                    <a:pt x="0" y="368"/>
                    <a:pt x="0" y="711"/>
                    <a:pt x="210" y="921"/>
                  </a:cubicBezTo>
                  <a:lnTo>
                    <a:pt x="449" y="1159"/>
                  </a:lnTo>
                  <a:cubicBezTo>
                    <a:pt x="554" y="1260"/>
                    <a:pt x="690" y="1310"/>
                    <a:pt x="826" y="1310"/>
                  </a:cubicBezTo>
                  <a:cubicBezTo>
                    <a:pt x="961" y="1310"/>
                    <a:pt x="1097" y="1260"/>
                    <a:pt x="1202" y="1159"/>
                  </a:cubicBezTo>
                  <a:cubicBezTo>
                    <a:pt x="1412" y="950"/>
                    <a:pt x="1412" y="606"/>
                    <a:pt x="1202" y="396"/>
                  </a:cubicBezTo>
                  <a:lnTo>
                    <a:pt x="964" y="158"/>
                  </a:lnTo>
                  <a:cubicBezTo>
                    <a:pt x="859" y="53"/>
                    <a:pt x="723" y="0"/>
                    <a:pt x="587" y="0"/>
                  </a:cubicBezTo>
                  <a:close/>
                </a:path>
              </a:pathLst>
            </a:custGeom>
            <a:solidFill>
              <a:srgbClr val="A7B5C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990" name="Google Shape;14990;p44"/>
            <p:cNvSpPr/>
            <p:nvPr/>
          </p:nvSpPr>
          <p:spPr>
            <a:xfrm>
              <a:off x="3392140" y="3828174"/>
              <a:ext cx="43729" cy="43493"/>
            </a:xfrm>
            <a:custGeom>
              <a:rect b="b" l="l" r="r" t="t"/>
              <a:pathLst>
                <a:path extrusionOk="0" h="1661" w="1670">
                  <a:moveTo>
                    <a:pt x="840" y="0"/>
                  </a:moveTo>
                  <a:cubicBezTo>
                    <a:pt x="372" y="0"/>
                    <a:pt x="0" y="372"/>
                    <a:pt x="0" y="830"/>
                  </a:cubicBezTo>
                  <a:cubicBezTo>
                    <a:pt x="0" y="1288"/>
                    <a:pt x="372" y="1660"/>
                    <a:pt x="840" y="1660"/>
                  </a:cubicBezTo>
                  <a:cubicBezTo>
                    <a:pt x="1298" y="1660"/>
                    <a:pt x="1670" y="1288"/>
                    <a:pt x="1670" y="830"/>
                  </a:cubicBezTo>
                  <a:cubicBezTo>
                    <a:pt x="1670" y="372"/>
                    <a:pt x="1298" y="0"/>
                    <a:pt x="840" y="0"/>
                  </a:cubicBezTo>
                  <a:close/>
                </a:path>
              </a:pathLst>
            </a:custGeom>
            <a:solidFill>
              <a:srgbClr val="E9EEF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991" name="Google Shape;14991;p44"/>
            <p:cNvSpPr/>
            <p:nvPr/>
          </p:nvSpPr>
          <p:spPr>
            <a:xfrm>
              <a:off x="3376141" y="3822649"/>
              <a:ext cx="75360" cy="54517"/>
            </a:xfrm>
            <a:custGeom>
              <a:rect b="b" l="l" r="r" t="t"/>
              <a:pathLst>
                <a:path extrusionOk="0" h="2082" w="2878">
                  <a:moveTo>
                    <a:pt x="1451" y="412"/>
                  </a:moveTo>
                  <a:lnTo>
                    <a:pt x="1451" y="421"/>
                  </a:lnTo>
                  <a:cubicBezTo>
                    <a:pt x="1461" y="421"/>
                    <a:pt x="1471" y="420"/>
                    <a:pt x="1481" y="420"/>
                  </a:cubicBezTo>
                  <a:cubicBezTo>
                    <a:pt x="1632" y="420"/>
                    <a:pt x="1773" y="486"/>
                    <a:pt x="1890" y="593"/>
                  </a:cubicBezTo>
                  <a:cubicBezTo>
                    <a:pt x="2309" y="1013"/>
                    <a:pt x="1969" y="1667"/>
                    <a:pt x="1464" y="1667"/>
                  </a:cubicBezTo>
                  <a:cubicBezTo>
                    <a:pt x="1383" y="1667"/>
                    <a:pt x="1299" y="1650"/>
                    <a:pt x="1212" y="1614"/>
                  </a:cubicBezTo>
                  <a:cubicBezTo>
                    <a:pt x="573" y="1356"/>
                    <a:pt x="764" y="412"/>
                    <a:pt x="1451" y="412"/>
                  </a:cubicBezTo>
                  <a:close/>
                  <a:moveTo>
                    <a:pt x="1466" y="0"/>
                  </a:moveTo>
                  <a:cubicBezTo>
                    <a:pt x="1333" y="0"/>
                    <a:pt x="1193" y="27"/>
                    <a:pt x="1050" y="87"/>
                  </a:cubicBezTo>
                  <a:cubicBezTo>
                    <a:pt x="1" y="517"/>
                    <a:pt x="306" y="2081"/>
                    <a:pt x="1451" y="2081"/>
                  </a:cubicBezTo>
                  <a:cubicBezTo>
                    <a:pt x="1718" y="2081"/>
                    <a:pt x="1985" y="1976"/>
                    <a:pt x="2185" y="1776"/>
                  </a:cubicBezTo>
                  <a:cubicBezTo>
                    <a:pt x="2877" y="1084"/>
                    <a:pt x="2310" y="0"/>
                    <a:pt x="1466" y="0"/>
                  </a:cubicBezTo>
                  <a:close/>
                </a:path>
              </a:pathLst>
            </a:custGeom>
            <a:solidFill>
              <a:srgbClr val="778DA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992" name="Google Shape;14992;p44"/>
            <p:cNvSpPr/>
            <p:nvPr/>
          </p:nvSpPr>
          <p:spPr>
            <a:xfrm>
              <a:off x="3366165" y="3859230"/>
              <a:ext cx="40953" cy="36659"/>
            </a:xfrm>
            <a:custGeom>
              <a:rect b="b" l="l" r="r" t="t"/>
              <a:pathLst>
                <a:path extrusionOk="0" h="1400" w="1564">
                  <a:moveTo>
                    <a:pt x="1253" y="1"/>
                  </a:moveTo>
                  <a:cubicBezTo>
                    <a:pt x="1199" y="1"/>
                    <a:pt x="1144" y="25"/>
                    <a:pt x="1097" y="83"/>
                  </a:cubicBezTo>
                  <a:lnTo>
                    <a:pt x="143" y="1037"/>
                  </a:lnTo>
                  <a:cubicBezTo>
                    <a:pt x="0" y="1171"/>
                    <a:pt x="95" y="1400"/>
                    <a:pt x="286" y="1400"/>
                  </a:cubicBezTo>
                  <a:cubicBezTo>
                    <a:pt x="343" y="1390"/>
                    <a:pt x="391" y="1371"/>
                    <a:pt x="429" y="1333"/>
                  </a:cubicBezTo>
                  <a:lnTo>
                    <a:pt x="1383" y="379"/>
                  </a:lnTo>
                  <a:cubicBezTo>
                    <a:pt x="1563" y="228"/>
                    <a:pt x="1417" y="1"/>
                    <a:pt x="1253" y="1"/>
                  </a:cubicBezTo>
                  <a:close/>
                </a:path>
              </a:pathLst>
            </a:custGeom>
            <a:solidFill>
              <a:srgbClr val="778DA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4993" name="Google Shape;14993;p44"/>
          <p:cNvGrpSpPr/>
          <p:nvPr/>
        </p:nvGrpSpPr>
        <p:grpSpPr>
          <a:xfrm>
            <a:off x="883853" y="3640241"/>
            <a:ext cx="378190" cy="357059"/>
            <a:chOff x="883853" y="3792641"/>
            <a:chExt cx="378190" cy="357059"/>
          </a:xfrm>
        </p:grpSpPr>
        <p:sp>
          <p:nvSpPr>
            <p:cNvPr id="14994" name="Google Shape;14994;p44"/>
            <p:cNvSpPr/>
            <p:nvPr/>
          </p:nvSpPr>
          <p:spPr>
            <a:xfrm>
              <a:off x="1012500" y="4093219"/>
              <a:ext cx="42734" cy="38989"/>
            </a:xfrm>
            <a:custGeom>
              <a:rect b="b" l="l" r="r" t="t"/>
              <a:pathLst>
                <a:path extrusionOk="0" h="1489" w="1632">
                  <a:moveTo>
                    <a:pt x="335" y="0"/>
                  </a:moveTo>
                  <a:lnTo>
                    <a:pt x="1" y="1488"/>
                  </a:lnTo>
                  <a:lnTo>
                    <a:pt x="1632" y="1488"/>
                  </a:lnTo>
                  <a:lnTo>
                    <a:pt x="1298" y="0"/>
                  </a:lnTo>
                  <a:close/>
                </a:path>
              </a:pathLst>
            </a:custGeom>
            <a:solidFill>
              <a:srgbClr val="778DA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995" name="Google Shape;14995;p44"/>
            <p:cNvSpPr/>
            <p:nvPr/>
          </p:nvSpPr>
          <p:spPr>
            <a:xfrm>
              <a:off x="983277" y="4128673"/>
              <a:ext cx="101205" cy="21027"/>
            </a:xfrm>
            <a:custGeom>
              <a:rect b="b" l="l" r="r" t="t"/>
              <a:pathLst>
                <a:path extrusionOk="0" h="803" w="3865">
                  <a:moveTo>
                    <a:pt x="220" y="1"/>
                  </a:moveTo>
                  <a:cubicBezTo>
                    <a:pt x="96" y="1"/>
                    <a:pt x="0" y="96"/>
                    <a:pt x="0" y="220"/>
                  </a:cubicBezTo>
                  <a:lnTo>
                    <a:pt x="0" y="583"/>
                  </a:lnTo>
                  <a:cubicBezTo>
                    <a:pt x="0" y="697"/>
                    <a:pt x="105" y="802"/>
                    <a:pt x="229" y="802"/>
                  </a:cubicBezTo>
                  <a:lnTo>
                    <a:pt x="3645" y="802"/>
                  </a:lnTo>
                  <a:cubicBezTo>
                    <a:pt x="3759" y="802"/>
                    <a:pt x="3864" y="697"/>
                    <a:pt x="3864" y="583"/>
                  </a:cubicBezTo>
                  <a:lnTo>
                    <a:pt x="3864" y="220"/>
                  </a:lnTo>
                  <a:cubicBezTo>
                    <a:pt x="3864" y="96"/>
                    <a:pt x="3759" y="1"/>
                    <a:pt x="3645" y="1"/>
                  </a:cubicBezTo>
                  <a:close/>
                </a:path>
              </a:pathLst>
            </a:custGeom>
            <a:solidFill>
              <a:srgbClr val="9CACB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996" name="Google Shape;14996;p44"/>
            <p:cNvSpPr/>
            <p:nvPr/>
          </p:nvSpPr>
          <p:spPr>
            <a:xfrm>
              <a:off x="883853" y="3900602"/>
              <a:ext cx="300054" cy="196126"/>
            </a:xfrm>
            <a:custGeom>
              <a:rect b="b" l="l" r="r" t="t"/>
              <a:pathLst>
                <a:path extrusionOk="0" h="7490" w="11459">
                  <a:moveTo>
                    <a:pt x="220" y="1"/>
                  </a:moveTo>
                  <a:cubicBezTo>
                    <a:pt x="96" y="1"/>
                    <a:pt x="1" y="96"/>
                    <a:pt x="1" y="220"/>
                  </a:cubicBezTo>
                  <a:lnTo>
                    <a:pt x="1" y="7270"/>
                  </a:lnTo>
                  <a:cubicBezTo>
                    <a:pt x="1" y="7394"/>
                    <a:pt x="96" y="7490"/>
                    <a:pt x="220" y="7490"/>
                  </a:cubicBezTo>
                  <a:lnTo>
                    <a:pt x="11239" y="7490"/>
                  </a:lnTo>
                  <a:cubicBezTo>
                    <a:pt x="11363" y="7490"/>
                    <a:pt x="11458" y="7394"/>
                    <a:pt x="11458" y="7270"/>
                  </a:cubicBezTo>
                  <a:lnTo>
                    <a:pt x="11458" y="220"/>
                  </a:lnTo>
                  <a:cubicBezTo>
                    <a:pt x="11458" y="96"/>
                    <a:pt x="11363" y="1"/>
                    <a:pt x="11248" y="1"/>
                  </a:cubicBezTo>
                  <a:close/>
                </a:path>
              </a:pathLst>
            </a:custGeom>
            <a:solidFill>
              <a:srgbClr val="BECBD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997" name="Google Shape;14997;p44"/>
            <p:cNvSpPr/>
            <p:nvPr/>
          </p:nvSpPr>
          <p:spPr>
            <a:xfrm>
              <a:off x="883853" y="4081462"/>
              <a:ext cx="300290" cy="15266"/>
            </a:xfrm>
            <a:custGeom>
              <a:rect b="b" l="l" r="r" t="t"/>
              <a:pathLst>
                <a:path extrusionOk="0" h="583" w="11468">
                  <a:moveTo>
                    <a:pt x="1" y="1"/>
                  </a:moveTo>
                  <a:lnTo>
                    <a:pt x="1" y="363"/>
                  </a:lnTo>
                  <a:cubicBezTo>
                    <a:pt x="1" y="487"/>
                    <a:pt x="96" y="583"/>
                    <a:pt x="220" y="583"/>
                  </a:cubicBezTo>
                  <a:lnTo>
                    <a:pt x="11248" y="583"/>
                  </a:lnTo>
                  <a:cubicBezTo>
                    <a:pt x="11363" y="583"/>
                    <a:pt x="11468" y="487"/>
                    <a:pt x="11468" y="363"/>
                  </a:cubicBezTo>
                  <a:lnTo>
                    <a:pt x="11468" y="1"/>
                  </a:lnTo>
                  <a:close/>
                </a:path>
              </a:pathLst>
            </a:custGeom>
            <a:solidFill>
              <a:srgbClr val="9CACB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998" name="Google Shape;14998;p44"/>
            <p:cNvSpPr/>
            <p:nvPr/>
          </p:nvSpPr>
          <p:spPr>
            <a:xfrm>
              <a:off x="902837" y="3920843"/>
              <a:ext cx="262086" cy="145667"/>
            </a:xfrm>
            <a:custGeom>
              <a:rect b="b" l="l" r="r" t="t"/>
              <a:pathLst>
                <a:path extrusionOk="0" h="5563" w="10009">
                  <a:moveTo>
                    <a:pt x="230" y="1"/>
                  </a:moveTo>
                  <a:cubicBezTo>
                    <a:pt x="106" y="1"/>
                    <a:pt x="1" y="106"/>
                    <a:pt x="10" y="230"/>
                  </a:cubicBezTo>
                  <a:lnTo>
                    <a:pt x="10" y="5343"/>
                  </a:lnTo>
                  <a:cubicBezTo>
                    <a:pt x="10" y="5467"/>
                    <a:pt x="106" y="5562"/>
                    <a:pt x="230" y="5562"/>
                  </a:cubicBezTo>
                  <a:lnTo>
                    <a:pt x="10008" y="5562"/>
                  </a:lnTo>
                  <a:lnTo>
                    <a:pt x="10008" y="230"/>
                  </a:lnTo>
                  <a:cubicBezTo>
                    <a:pt x="10008" y="106"/>
                    <a:pt x="9903" y="1"/>
                    <a:pt x="9779" y="1"/>
                  </a:cubicBezTo>
                  <a:close/>
                </a:path>
              </a:pathLst>
            </a:custGeom>
            <a:solidFill>
              <a:srgbClr val="E9EEF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999" name="Google Shape;14999;p44"/>
            <p:cNvSpPr/>
            <p:nvPr/>
          </p:nvSpPr>
          <p:spPr>
            <a:xfrm>
              <a:off x="902837" y="3920843"/>
              <a:ext cx="262086" cy="145667"/>
            </a:xfrm>
            <a:custGeom>
              <a:rect b="b" l="l" r="r" t="t"/>
              <a:pathLst>
                <a:path extrusionOk="0" h="5563" w="10009">
                  <a:moveTo>
                    <a:pt x="230" y="1"/>
                  </a:moveTo>
                  <a:cubicBezTo>
                    <a:pt x="106" y="1"/>
                    <a:pt x="1" y="106"/>
                    <a:pt x="1" y="230"/>
                  </a:cubicBezTo>
                  <a:lnTo>
                    <a:pt x="1" y="5343"/>
                  </a:lnTo>
                  <a:cubicBezTo>
                    <a:pt x="10" y="5467"/>
                    <a:pt x="106" y="5562"/>
                    <a:pt x="230" y="5562"/>
                  </a:cubicBezTo>
                  <a:lnTo>
                    <a:pt x="10008" y="5562"/>
                  </a:lnTo>
                  <a:lnTo>
                    <a:pt x="10008" y="5095"/>
                  </a:lnTo>
                  <a:lnTo>
                    <a:pt x="506" y="5095"/>
                  </a:lnTo>
                  <a:lnTo>
                    <a:pt x="506" y="1"/>
                  </a:lnTo>
                  <a:close/>
                </a:path>
              </a:pathLst>
            </a:custGeom>
            <a:solidFill>
              <a:srgbClr val="CDD7D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000" name="Google Shape;15000;p44"/>
            <p:cNvSpPr/>
            <p:nvPr/>
          </p:nvSpPr>
          <p:spPr>
            <a:xfrm>
              <a:off x="1013495" y="4076225"/>
              <a:ext cx="40744" cy="11024"/>
            </a:xfrm>
            <a:custGeom>
              <a:rect b="b" l="l" r="r" t="t"/>
              <a:pathLst>
                <a:path extrusionOk="0" h="421" w="1556">
                  <a:moveTo>
                    <a:pt x="258" y="0"/>
                  </a:moveTo>
                  <a:cubicBezTo>
                    <a:pt x="1" y="20"/>
                    <a:pt x="1" y="401"/>
                    <a:pt x="258" y="420"/>
                  </a:cubicBezTo>
                  <a:lnTo>
                    <a:pt x="1298" y="420"/>
                  </a:lnTo>
                  <a:cubicBezTo>
                    <a:pt x="1556" y="401"/>
                    <a:pt x="1556" y="20"/>
                    <a:pt x="1298" y="0"/>
                  </a:cubicBezTo>
                  <a:close/>
                </a:path>
              </a:pathLst>
            </a:custGeom>
            <a:solidFill>
              <a:srgbClr val="E9EEF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001" name="Google Shape;15001;p44"/>
            <p:cNvSpPr/>
            <p:nvPr/>
          </p:nvSpPr>
          <p:spPr>
            <a:xfrm>
              <a:off x="1084456" y="3792641"/>
              <a:ext cx="177587" cy="149228"/>
            </a:xfrm>
            <a:custGeom>
              <a:rect b="b" l="l" r="r" t="t"/>
              <a:pathLst>
                <a:path extrusionOk="0" h="5699" w="6782">
                  <a:moveTo>
                    <a:pt x="3413" y="0"/>
                  </a:moveTo>
                  <a:cubicBezTo>
                    <a:pt x="3376" y="0"/>
                    <a:pt x="3339" y="1"/>
                    <a:pt x="3301" y="3"/>
                  </a:cubicBezTo>
                  <a:cubicBezTo>
                    <a:pt x="1145" y="89"/>
                    <a:pt x="0" y="2588"/>
                    <a:pt x="1345" y="4277"/>
                  </a:cubicBezTo>
                  <a:lnTo>
                    <a:pt x="1288" y="5469"/>
                  </a:lnTo>
                  <a:cubicBezTo>
                    <a:pt x="1280" y="5599"/>
                    <a:pt x="1389" y="5698"/>
                    <a:pt x="1511" y="5698"/>
                  </a:cubicBezTo>
                  <a:cubicBezTo>
                    <a:pt x="1541" y="5698"/>
                    <a:pt x="1573" y="5692"/>
                    <a:pt x="1603" y="5679"/>
                  </a:cubicBezTo>
                  <a:lnTo>
                    <a:pt x="2681" y="5173"/>
                  </a:lnTo>
                  <a:cubicBezTo>
                    <a:pt x="2923" y="5242"/>
                    <a:pt x="3168" y="5275"/>
                    <a:pt x="3411" y="5275"/>
                  </a:cubicBezTo>
                  <a:cubicBezTo>
                    <a:pt x="4278" y="5275"/>
                    <a:pt x="5108" y="4850"/>
                    <a:pt x="5600" y="4105"/>
                  </a:cubicBezTo>
                  <a:cubicBezTo>
                    <a:pt x="6781" y="2343"/>
                    <a:pt x="5503" y="0"/>
                    <a:pt x="3413" y="0"/>
                  </a:cubicBezTo>
                  <a:close/>
                </a:path>
              </a:pathLst>
            </a:custGeom>
            <a:solidFill>
              <a:srgbClr val="95A6B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002" name="Google Shape;15002;p44"/>
            <p:cNvSpPr/>
            <p:nvPr/>
          </p:nvSpPr>
          <p:spPr>
            <a:xfrm>
              <a:off x="1157800" y="3841633"/>
              <a:ext cx="21341" cy="52998"/>
            </a:xfrm>
            <a:custGeom>
              <a:rect b="b" l="l" r="r" t="t"/>
              <a:pathLst>
                <a:path extrusionOk="0" h="2024" w="815">
                  <a:moveTo>
                    <a:pt x="272" y="1"/>
                  </a:moveTo>
                  <a:cubicBezTo>
                    <a:pt x="0" y="1"/>
                    <a:pt x="0" y="422"/>
                    <a:pt x="272" y="422"/>
                  </a:cubicBezTo>
                  <a:cubicBezTo>
                    <a:pt x="278" y="422"/>
                    <a:pt x="284" y="422"/>
                    <a:pt x="290" y="421"/>
                  </a:cubicBezTo>
                  <a:lnTo>
                    <a:pt x="405" y="421"/>
                  </a:lnTo>
                  <a:lnTo>
                    <a:pt x="405" y="1814"/>
                  </a:lnTo>
                  <a:cubicBezTo>
                    <a:pt x="405" y="1929"/>
                    <a:pt x="490" y="2024"/>
                    <a:pt x="614" y="2024"/>
                  </a:cubicBezTo>
                  <a:cubicBezTo>
                    <a:pt x="719" y="2024"/>
                    <a:pt x="815" y="1929"/>
                    <a:pt x="815" y="1824"/>
                  </a:cubicBezTo>
                  <a:lnTo>
                    <a:pt x="815" y="211"/>
                  </a:lnTo>
                  <a:cubicBezTo>
                    <a:pt x="815" y="97"/>
                    <a:pt x="729" y="1"/>
                    <a:pt x="614" y="1"/>
                  </a:cubicBezTo>
                  <a:lnTo>
                    <a:pt x="290" y="1"/>
                  </a:lnTo>
                  <a:cubicBezTo>
                    <a:pt x="284" y="1"/>
                    <a:pt x="278" y="1"/>
                    <a:pt x="272" y="1"/>
                  </a:cubicBezTo>
                  <a:close/>
                </a:path>
              </a:pathLst>
            </a:custGeom>
            <a:solidFill>
              <a:srgbClr val="E9EEF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003" name="Google Shape;15003;p44"/>
            <p:cNvSpPr/>
            <p:nvPr/>
          </p:nvSpPr>
          <p:spPr>
            <a:xfrm>
              <a:off x="1157041" y="3886095"/>
              <a:ext cx="32338" cy="10814"/>
            </a:xfrm>
            <a:custGeom>
              <a:rect b="b" l="l" r="r" t="t"/>
              <a:pathLst>
                <a:path extrusionOk="0" h="413" w="1235">
                  <a:moveTo>
                    <a:pt x="273" y="0"/>
                  </a:moveTo>
                  <a:cubicBezTo>
                    <a:pt x="1" y="0"/>
                    <a:pt x="4" y="412"/>
                    <a:pt x="282" y="412"/>
                  </a:cubicBezTo>
                  <a:cubicBezTo>
                    <a:pt x="288" y="412"/>
                    <a:pt x="294" y="412"/>
                    <a:pt x="300" y="412"/>
                  </a:cubicBezTo>
                  <a:lnTo>
                    <a:pt x="977" y="412"/>
                  </a:lnTo>
                  <a:cubicBezTo>
                    <a:pt x="1235" y="393"/>
                    <a:pt x="1235" y="21"/>
                    <a:pt x="977" y="2"/>
                  </a:cubicBezTo>
                  <a:lnTo>
                    <a:pt x="300" y="2"/>
                  </a:lnTo>
                  <a:cubicBezTo>
                    <a:pt x="291" y="1"/>
                    <a:pt x="282" y="0"/>
                    <a:pt x="273" y="0"/>
                  </a:cubicBezTo>
                  <a:close/>
                </a:path>
              </a:pathLst>
            </a:custGeom>
            <a:solidFill>
              <a:srgbClr val="E9EEF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004" name="Google Shape;15004;p44"/>
            <p:cNvSpPr/>
            <p:nvPr/>
          </p:nvSpPr>
          <p:spPr>
            <a:xfrm>
              <a:off x="1160628" y="3825058"/>
              <a:ext cx="18513" cy="15868"/>
            </a:xfrm>
            <a:custGeom>
              <a:rect b="b" l="l" r="r" t="t"/>
              <a:pathLst>
                <a:path extrusionOk="0" h="606" w="707">
                  <a:moveTo>
                    <a:pt x="404" y="1"/>
                  </a:moveTo>
                  <a:cubicBezTo>
                    <a:pt x="330" y="1"/>
                    <a:pt x="254" y="29"/>
                    <a:pt x="192" y="91"/>
                  </a:cubicBezTo>
                  <a:cubicBezTo>
                    <a:pt x="1" y="282"/>
                    <a:pt x="134" y="606"/>
                    <a:pt x="402" y="606"/>
                  </a:cubicBezTo>
                  <a:cubicBezTo>
                    <a:pt x="573" y="606"/>
                    <a:pt x="707" y="472"/>
                    <a:pt x="707" y="301"/>
                  </a:cubicBezTo>
                  <a:cubicBezTo>
                    <a:pt x="707" y="120"/>
                    <a:pt x="559" y="1"/>
                    <a:pt x="404" y="1"/>
                  </a:cubicBezTo>
                  <a:close/>
                </a:path>
              </a:pathLst>
            </a:custGeom>
            <a:solidFill>
              <a:srgbClr val="E9EEF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005" name="Google Shape;15005;p44"/>
            <p:cNvSpPr/>
            <p:nvPr/>
          </p:nvSpPr>
          <p:spPr>
            <a:xfrm>
              <a:off x="976784" y="3861639"/>
              <a:ext cx="26997" cy="26997"/>
            </a:xfrm>
            <a:custGeom>
              <a:rect b="b" l="l" r="r" t="t"/>
              <a:pathLst>
                <a:path extrusionOk="0" h="1031" w="1031">
                  <a:moveTo>
                    <a:pt x="516" y="1"/>
                  </a:moveTo>
                  <a:cubicBezTo>
                    <a:pt x="229" y="1"/>
                    <a:pt x="0" y="230"/>
                    <a:pt x="0" y="516"/>
                  </a:cubicBezTo>
                  <a:cubicBezTo>
                    <a:pt x="0" y="802"/>
                    <a:pt x="229" y="1031"/>
                    <a:pt x="516" y="1031"/>
                  </a:cubicBezTo>
                  <a:cubicBezTo>
                    <a:pt x="802" y="1031"/>
                    <a:pt x="1031" y="802"/>
                    <a:pt x="1031" y="516"/>
                  </a:cubicBezTo>
                  <a:cubicBezTo>
                    <a:pt x="1031" y="230"/>
                    <a:pt x="802" y="1"/>
                    <a:pt x="516" y="1"/>
                  </a:cubicBezTo>
                  <a:close/>
                </a:path>
              </a:pathLst>
            </a:custGeom>
            <a:solidFill>
              <a:srgbClr val="C8D3D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006" name="Google Shape;15006;p44"/>
            <p:cNvSpPr/>
            <p:nvPr/>
          </p:nvSpPr>
          <p:spPr>
            <a:xfrm>
              <a:off x="1063953" y="3861639"/>
              <a:ext cx="27023" cy="26997"/>
            </a:xfrm>
            <a:custGeom>
              <a:rect b="b" l="l" r="r" t="t"/>
              <a:pathLst>
                <a:path extrusionOk="0" h="1031" w="1032">
                  <a:moveTo>
                    <a:pt x="516" y="1"/>
                  </a:moveTo>
                  <a:cubicBezTo>
                    <a:pt x="230" y="1"/>
                    <a:pt x="1" y="230"/>
                    <a:pt x="1" y="516"/>
                  </a:cubicBezTo>
                  <a:cubicBezTo>
                    <a:pt x="1" y="802"/>
                    <a:pt x="230" y="1031"/>
                    <a:pt x="516" y="1031"/>
                  </a:cubicBezTo>
                  <a:cubicBezTo>
                    <a:pt x="802" y="1031"/>
                    <a:pt x="1031" y="802"/>
                    <a:pt x="1031" y="516"/>
                  </a:cubicBezTo>
                  <a:cubicBezTo>
                    <a:pt x="1031" y="230"/>
                    <a:pt x="802" y="1"/>
                    <a:pt x="516" y="1"/>
                  </a:cubicBezTo>
                  <a:close/>
                </a:path>
              </a:pathLst>
            </a:custGeom>
            <a:solidFill>
              <a:srgbClr val="C8D3D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007" name="Google Shape;15007;p44"/>
            <p:cNvSpPr/>
            <p:nvPr/>
          </p:nvSpPr>
          <p:spPr>
            <a:xfrm>
              <a:off x="1013259" y="3901361"/>
              <a:ext cx="41241" cy="74208"/>
            </a:xfrm>
            <a:custGeom>
              <a:rect b="b" l="l" r="r" t="t"/>
              <a:pathLst>
                <a:path extrusionOk="0" h="2834" w="1575">
                  <a:moveTo>
                    <a:pt x="0" y="1"/>
                  </a:moveTo>
                  <a:lnTo>
                    <a:pt x="0" y="2157"/>
                  </a:lnTo>
                  <a:lnTo>
                    <a:pt x="783" y="2834"/>
                  </a:lnTo>
                  <a:lnTo>
                    <a:pt x="792" y="2834"/>
                  </a:lnTo>
                  <a:lnTo>
                    <a:pt x="1574" y="2157"/>
                  </a:lnTo>
                  <a:lnTo>
                    <a:pt x="1574" y="1"/>
                  </a:lnTo>
                  <a:close/>
                </a:path>
              </a:pathLst>
            </a:custGeom>
            <a:solidFill>
              <a:srgbClr val="C8D3D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008" name="Google Shape;15008;p44"/>
            <p:cNvSpPr/>
            <p:nvPr/>
          </p:nvSpPr>
          <p:spPr>
            <a:xfrm>
              <a:off x="928813" y="3947316"/>
              <a:ext cx="210108" cy="89710"/>
            </a:xfrm>
            <a:custGeom>
              <a:rect b="b" l="l" r="r" t="t"/>
              <a:pathLst>
                <a:path extrusionOk="0" h="3426" w="8024">
                  <a:moveTo>
                    <a:pt x="3225" y="1"/>
                  </a:moveTo>
                  <a:lnTo>
                    <a:pt x="1432" y="573"/>
                  </a:lnTo>
                  <a:cubicBezTo>
                    <a:pt x="583" y="850"/>
                    <a:pt x="1" y="1651"/>
                    <a:pt x="10" y="2548"/>
                  </a:cubicBezTo>
                  <a:lnTo>
                    <a:pt x="10" y="3216"/>
                  </a:lnTo>
                  <a:cubicBezTo>
                    <a:pt x="10" y="3330"/>
                    <a:pt x="106" y="3426"/>
                    <a:pt x="220" y="3426"/>
                  </a:cubicBezTo>
                  <a:lnTo>
                    <a:pt x="7804" y="3426"/>
                  </a:lnTo>
                  <a:cubicBezTo>
                    <a:pt x="7919" y="3426"/>
                    <a:pt x="8024" y="3330"/>
                    <a:pt x="8024" y="3216"/>
                  </a:cubicBezTo>
                  <a:lnTo>
                    <a:pt x="8024" y="2548"/>
                  </a:lnTo>
                  <a:cubicBezTo>
                    <a:pt x="8014" y="1642"/>
                    <a:pt x="7442" y="850"/>
                    <a:pt x="6583" y="573"/>
                  </a:cubicBezTo>
                  <a:lnTo>
                    <a:pt x="4799" y="1"/>
                  </a:lnTo>
                  <a:lnTo>
                    <a:pt x="4008" y="554"/>
                  </a:lnTo>
                  <a:lnTo>
                    <a:pt x="3225" y="1"/>
                  </a:lnTo>
                  <a:close/>
                </a:path>
              </a:pathLst>
            </a:custGeom>
            <a:solidFill>
              <a:srgbClr val="E9EEF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009" name="Google Shape;15009;p44"/>
            <p:cNvSpPr/>
            <p:nvPr/>
          </p:nvSpPr>
          <p:spPr>
            <a:xfrm>
              <a:off x="990269" y="3804686"/>
              <a:ext cx="87222" cy="120058"/>
            </a:xfrm>
            <a:custGeom>
              <a:rect b="b" l="l" r="r" t="t"/>
              <a:pathLst>
                <a:path extrusionOk="0" h="4585" w="3331">
                  <a:moveTo>
                    <a:pt x="1298" y="1"/>
                  </a:moveTo>
                  <a:cubicBezTo>
                    <a:pt x="1250" y="1"/>
                    <a:pt x="1193" y="10"/>
                    <a:pt x="1145" y="10"/>
                  </a:cubicBezTo>
                  <a:cubicBezTo>
                    <a:pt x="497" y="86"/>
                    <a:pt x="1" y="640"/>
                    <a:pt x="1" y="1298"/>
                  </a:cubicBezTo>
                  <a:lnTo>
                    <a:pt x="1" y="2624"/>
                  </a:lnTo>
                  <a:cubicBezTo>
                    <a:pt x="1" y="3320"/>
                    <a:pt x="363" y="3960"/>
                    <a:pt x="964" y="4313"/>
                  </a:cubicBezTo>
                  <a:lnTo>
                    <a:pt x="1203" y="4456"/>
                  </a:lnTo>
                  <a:cubicBezTo>
                    <a:pt x="1346" y="4542"/>
                    <a:pt x="1503" y="4585"/>
                    <a:pt x="1661" y="4585"/>
                  </a:cubicBezTo>
                  <a:cubicBezTo>
                    <a:pt x="1818" y="4585"/>
                    <a:pt x="1975" y="4542"/>
                    <a:pt x="2118" y="4456"/>
                  </a:cubicBezTo>
                  <a:lnTo>
                    <a:pt x="2366" y="4313"/>
                  </a:lnTo>
                  <a:cubicBezTo>
                    <a:pt x="2968" y="3960"/>
                    <a:pt x="3330" y="3320"/>
                    <a:pt x="3330" y="2624"/>
                  </a:cubicBezTo>
                  <a:lnTo>
                    <a:pt x="3330" y="1298"/>
                  </a:lnTo>
                  <a:cubicBezTo>
                    <a:pt x="3330" y="583"/>
                    <a:pt x="2748" y="1"/>
                    <a:pt x="2033" y="1"/>
                  </a:cubicBezTo>
                  <a:close/>
                </a:path>
              </a:pathLst>
            </a:custGeom>
            <a:solidFill>
              <a:srgbClr val="DFE5E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010" name="Google Shape;15010;p44"/>
            <p:cNvSpPr/>
            <p:nvPr/>
          </p:nvSpPr>
          <p:spPr>
            <a:xfrm>
              <a:off x="990269" y="3804948"/>
              <a:ext cx="30008" cy="39487"/>
            </a:xfrm>
            <a:custGeom>
              <a:rect b="b" l="l" r="r" t="t"/>
              <a:pathLst>
                <a:path extrusionOk="0" h="1508" w="1146">
                  <a:moveTo>
                    <a:pt x="1145" y="0"/>
                  </a:moveTo>
                  <a:cubicBezTo>
                    <a:pt x="497" y="76"/>
                    <a:pt x="1" y="630"/>
                    <a:pt x="1" y="1288"/>
                  </a:cubicBezTo>
                  <a:lnTo>
                    <a:pt x="1" y="1507"/>
                  </a:lnTo>
                  <a:cubicBezTo>
                    <a:pt x="1" y="1507"/>
                    <a:pt x="840" y="1250"/>
                    <a:pt x="1145" y="0"/>
                  </a:cubicBezTo>
                  <a:close/>
                </a:path>
              </a:pathLst>
            </a:custGeom>
            <a:solidFill>
              <a:srgbClr val="738A9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011" name="Google Shape;15011;p44"/>
            <p:cNvSpPr/>
            <p:nvPr/>
          </p:nvSpPr>
          <p:spPr>
            <a:xfrm>
              <a:off x="1020251" y="3804686"/>
              <a:ext cx="57240" cy="56979"/>
            </a:xfrm>
            <a:custGeom>
              <a:rect b="b" l="l" r="r" t="t"/>
              <a:pathLst>
                <a:path extrusionOk="0" h="2176" w="2186">
                  <a:moveTo>
                    <a:pt x="153" y="1"/>
                  </a:moveTo>
                  <a:cubicBezTo>
                    <a:pt x="105" y="1"/>
                    <a:pt x="48" y="10"/>
                    <a:pt x="0" y="10"/>
                  </a:cubicBezTo>
                  <a:cubicBezTo>
                    <a:pt x="0" y="10"/>
                    <a:pt x="229" y="2176"/>
                    <a:pt x="2185" y="2176"/>
                  </a:cubicBezTo>
                  <a:lnTo>
                    <a:pt x="2185" y="1298"/>
                  </a:lnTo>
                  <a:cubicBezTo>
                    <a:pt x="2185" y="583"/>
                    <a:pt x="1603" y="1"/>
                    <a:pt x="888" y="1"/>
                  </a:cubicBezTo>
                  <a:close/>
                </a:path>
              </a:pathLst>
            </a:custGeom>
            <a:solidFill>
              <a:srgbClr val="738A9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012" name="Google Shape;15012;p44"/>
            <p:cNvSpPr/>
            <p:nvPr/>
          </p:nvSpPr>
          <p:spPr>
            <a:xfrm>
              <a:off x="1023000" y="3858837"/>
              <a:ext cx="22598" cy="32312"/>
            </a:xfrm>
            <a:custGeom>
              <a:rect b="b" l="l" r="r" t="t"/>
              <a:pathLst>
                <a:path extrusionOk="0" h="1234" w="863">
                  <a:moveTo>
                    <a:pt x="220" y="0"/>
                  </a:moveTo>
                  <a:cubicBezTo>
                    <a:pt x="110" y="0"/>
                    <a:pt x="0" y="74"/>
                    <a:pt x="10" y="222"/>
                  </a:cubicBezTo>
                  <a:lnTo>
                    <a:pt x="10" y="1024"/>
                  </a:lnTo>
                  <a:cubicBezTo>
                    <a:pt x="10" y="1138"/>
                    <a:pt x="105" y="1233"/>
                    <a:pt x="220" y="1233"/>
                  </a:cubicBezTo>
                  <a:lnTo>
                    <a:pt x="573" y="1233"/>
                  </a:lnTo>
                  <a:cubicBezTo>
                    <a:pt x="579" y="1234"/>
                    <a:pt x="585" y="1234"/>
                    <a:pt x="590" y="1234"/>
                  </a:cubicBezTo>
                  <a:cubicBezTo>
                    <a:pt x="860" y="1234"/>
                    <a:pt x="863" y="822"/>
                    <a:pt x="599" y="822"/>
                  </a:cubicBezTo>
                  <a:cubicBezTo>
                    <a:pt x="590" y="822"/>
                    <a:pt x="582" y="822"/>
                    <a:pt x="573" y="823"/>
                  </a:cubicBezTo>
                  <a:lnTo>
                    <a:pt x="430" y="823"/>
                  </a:lnTo>
                  <a:lnTo>
                    <a:pt x="430" y="222"/>
                  </a:lnTo>
                  <a:cubicBezTo>
                    <a:pt x="439" y="74"/>
                    <a:pt x="329" y="0"/>
                    <a:pt x="220" y="0"/>
                  </a:cubicBezTo>
                  <a:close/>
                </a:path>
              </a:pathLst>
            </a:custGeom>
            <a:solidFill>
              <a:srgbClr val="B5C4D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013" name="Google Shape;15013;p44"/>
            <p:cNvSpPr/>
            <p:nvPr/>
          </p:nvSpPr>
          <p:spPr>
            <a:xfrm>
              <a:off x="1019256" y="3961822"/>
              <a:ext cx="29249" cy="75203"/>
            </a:xfrm>
            <a:custGeom>
              <a:rect b="b" l="l" r="r" t="t"/>
              <a:pathLst>
                <a:path extrusionOk="0" h="2872" w="1117">
                  <a:moveTo>
                    <a:pt x="0" y="0"/>
                  </a:moveTo>
                  <a:lnTo>
                    <a:pt x="0" y="678"/>
                  </a:lnTo>
                  <a:lnTo>
                    <a:pt x="181" y="1164"/>
                  </a:lnTo>
                  <a:lnTo>
                    <a:pt x="0" y="2872"/>
                  </a:lnTo>
                  <a:lnTo>
                    <a:pt x="1116" y="2872"/>
                  </a:lnTo>
                  <a:lnTo>
                    <a:pt x="935" y="1164"/>
                  </a:lnTo>
                  <a:lnTo>
                    <a:pt x="1116" y="678"/>
                  </a:lnTo>
                  <a:lnTo>
                    <a:pt x="1116" y="0"/>
                  </a:lnTo>
                  <a:close/>
                </a:path>
              </a:pathLst>
            </a:custGeom>
            <a:solidFill>
              <a:srgbClr val="778DA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014" name="Google Shape;15014;p44"/>
            <p:cNvSpPr/>
            <p:nvPr/>
          </p:nvSpPr>
          <p:spPr>
            <a:xfrm>
              <a:off x="1013259" y="3947316"/>
              <a:ext cx="20765" cy="39016"/>
            </a:xfrm>
            <a:custGeom>
              <a:rect b="b" l="l" r="r" t="t"/>
              <a:pathLst>
                <a:path extrusionOk="0" h="1490" w="793">
                  <a:moveTo>
                    <a:pt x="0" y="1"/>
                  </a:moveTo>
                  <a:lnTo>
                    <a:pt x="0" y="1489"/>
                  </a:lnTo>
                  <a:lnTo>
                    <a:pt x="792" y="554"/>
                  </a:lnTo>
                  <a:lnTo>
                    <a:pt x="0" y="1"/>
                  </a:lnTo>
                  <a:close/>
                </a:path>
              </a:pathLst>
            </a:custGeom>
            <a:solidFill>
              <a:srgbClr val="E9EEF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015" name="Google Shape;15015;p44"/>
            <p:cNvSpPr/>
            <p:nvPr/>
          </p:nvSpPr>
          <p:spPr>
            <a:xfrm>
              <a:off x="1033736" y="3947316"/>
              <a:ext cx="20765" cy="39016"/>
            </a:xfrm>
            <a:custGeom>
              <a:rect b="b" l="l" r="r" t="t"/>
              <a:pathLst>
                <a:path extrusionOk="0" h="1490" w="793">
                  <a:moveTo>
                    <a:pt x="792" y="1"/>
                  </a:moveTo>
                  <a:lnTo>
                    <a:pt x="1" y="554"/>
                  </a:lnTo>
                  <a:lnTo>
                    <a:pt x="792" y="1489"/>
                  </a:lnTo>
                  <a:lnTo>
                    <a:pt x="792" y="1"/>
                  </a:lnTo>
                  <a:close/>
                </a:path>
              </a:pathLst>
            </a:custGeom>
            <a:solidFill>
              <a:srgbClr val="E9EEF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016" name="Google Shape;15016;p44"/>
            <p:cNvSpPr/>
            <p:nvPr/>
          </p:nvSpPr>
          <p:spPr>
            <a:xfrm>
              <a:off x="928813" y="3947316"/>
              <a:ext cx="84473" cy="89710"/>
            </a:xfrm>
            <a:custGeom>
              <a:rect b="b" l="l" r="r" t="t"/>
              <a:pathLst>
                <a:path extrusionOk="0" h="3426" w="3226">
                  <a:moveTo>
                    <a:pt x="3225" y="1"/>
                  </a:moveTo>
                  <a:lnTo>
                    <a:pt x="2224" y="325"/>
                  </a:lnTo>
                  <a:lnTo>
                    <a:pt x="1432" y="573"/>
                  </a:lnTo>
                  <a:cubicBezTo>
                    <a:pt x="583" y="850"/>
                    <a:pt x="1" y="1651"/>
                    <a:pt x="10" y="2548"/>
                  </a:cubicBezTo>
                  <a:lnTo>
                    <a:pt x="10" y="3216"/>
                  </a:lnTo>
                  <a:cubicBezTo>
                    <a:pt x="10" y="3330"/>
                    <a:pt x="106" y="3426"/>
                    <a:pt x="220" y="3426"/>
                  </a:cubicBezTo>
                  <a:lnTo>
                    <a:pt x="3225" y="3426"/>
                  </a:lnTo>
                  <a:lnTo>
                    <a:pt x="3225" y="1"/>
                  </a:lnTo>
                  <a:close/>
                </a:path>
              </a:pathLst>
            </a:custGeom>
            <a:solidFill>
              <a:srgbClr val="6A7F9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017" name="Google Shape;15017;p44"/>
            <p:cNvSpPr/>
            <p:nvPr/>
          </p:nvSpPr>
          <p:spPr>
            <a:xfrm>
              <a:off x="928813" y="3955826"/>
              <a:ext cx="58497" cy="81200"/>
            </a:xfrm>
            <a:custGeom>
              <a:rect b="b" l="l" r="r" t="t"/>
              <a:pathLst>
                <a:path extrusionOk="0" h="3101" w="2234">
                  <a:moveTo>
                    <a:pt x="2233" y="0"/>
                  </a:moveTo>
                  <a:lnTo>
                    <a:pt x="1432" y="248"/>
                  </a:lnTo>
                  <a:cubicBezTo>
                    <a:pt x="583" y="525"/>
                    <a:pt x="1" y="1326"/>
                    <a:pt x="10" y="2223"/>
                  </a:cubicBezTo>
                  <a:lnTo>
                    <a:pt x="10" y="2891"/>
                  </a:lnTo>
                  <a:cubicBezTo>
                    <a:pt x="10" y="3005"/>
                    <a:pt x="106" y="3101"/>
                    <a:pt x="220" y="3101"/>
                  </a:cubicBezTo>
                  <a:lnTo>
                    <a:pt x="525" y="3101"/>
                  </a:lnTo>
                  <a:lnTo>
                    <a:pt x="525" y="2223"/>
                  </a:lnTo>
                  <a:cubicBezTo>
                    <a:pt x="525" y="1326"/>
                    <a:pt x="964" y="525"/>
                    <a:pt x="1623" y="248"/>
                  </a:cubicBezTo>
                  <a:lnTo>
                    <a:pt x="2233" y="0"/>
                  </a:lnTo>
                  <a:close/>
                </a:path>
              </a:pathLst>
            </a:custGeom>
            <a:solidFill>
              <a:srgbClr val="51667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018" name="Google Shape;15018;p44"/>
            <p:cNvSpPr/>
            <p:nvPr/>
          </p:nvSpPr>
          <p:spPr>
            <a:xfrm>
              <a:off x="1054474" y="3947316"/>
              <a:ext cx="84211" cy="89710"/>
            </a:xfrm>
            <a:custGeom>
              <a:rect b="b" l="l" r="r" t="t"/>
              <a:pathLst>
                <a:path extrusionOk="0" h="3426" w="3216">
                  <a:moveTo>
                    <a:pt x="0" y="1"/>
                  </a:moveTo>
                  <a:lnTo>
                    <a:pt x="0" y="3426"/>
                  </a:lnTo>
                  <a:lnTo>
                    <a:pt x="3005" y="3426"/>
                  </a:lnTo>
                  <a:cubicBezTo>
                    <a:pt x="3120" y="3426"/>
                    <a:pt x="3215" y="3330"/>
                    <a:pt x="3215" y="3216"/>
                  </a:cubicBezTo>
                  <a:lnTo>
                    <a:pt x="3215" y="2548"/>
                  </a:lnTo>
                  <a:cubicBezTo>
                    <a:pt x="3215" y="1642"/>
                    <a:pt x="2643" y="850"/>
                    <a:pt x="1784" y="573"/>
                  </a:cubicBezTo>
                  <a:lnTo>
                    <a:pt x="1355" y="440"/>
                  </a:lnTo>
                  <a:lnTo>
                    <a:pt x="0" y="1"/>
                  </a:lnTo>
                  <a:close/>
                </a:path>
              </a:pathLst>
            </a:custGeom>
            <a:solidFill>
              <a:srgbClr val="6A7F9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019" name="Google Shape;15019;p44"/>
            <p:cNvSpPr/>
            <p:nvPr/>
          </p:nvSpPr>
          <p:spPr>
            <a:xfrm>
              <a:off x="1089955" y="3958811"/>
              <a:ext cx="48730" cy="78215"/>
            </a:xfrm>
            <a:custGeom>
              <a:rect b="b" l="l" r="r" t="t"/>
              <a:pathLst>
                <a:path extrusionOk="0" h="2987" w="1861">
                  <a:moveTo>
                    <a:pt x="0" y="1"/>
                  </a:moveTo>
                  <a:lnTo>
                    <a:pt x="334" y="134"/>
                  </a:lnTo>
                  <a:cubicBezTo>
                    <a:pt x="983" y="411"/>
                    <a:pt x="1431" y="1203"/>
                    <a:pt x="1431" y="2109"/>
                  </a:cubicBezTo>
                  <a:lnTo>
                    <a:pt x="1431" y="2987"/>
                  </a:lnTo>
                  <a:lnTo>
                    <a:pt x="1650" y="2987"/>
                  </a:lnTo>
                  <a:cubicBezTo>
                    <a:pt x="1765" y="2987"/>
                    <a:pt x="1860" y="2891"/>
                    <a:pt x="1860" y="2777"/>
                  </a:cubicBezTo>
                  <a:lnTo>
                    <a:pt x="1860" y="2109"/>
                  </a:lnTo>
                  <a:cubicBezTo>
                    <a:pt x="1860" y="1203"/>
                    <a:pt x="1288" y="411"/>
                    <a:pt x="429" y="134"/>
                  </a:cubicBezTo>
                  <a:lnTo>
                    <a:pt x="0" y="1"/>
                  </a:lnTo>
                  <a:close/>
                </a:path>
              </a:pathLst>
            </a:custGeom>
            <a:solidFill>
              <a:srgbClr val="51667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5020" name="Google Shape;15020;p44"/>
          <p:cNvGrpSpPr/>
          <p:nvPr/>
        </p:nvGrpSpPr>
        <p:grpSpPr>
          <a:xfrm>
            <a:off x="3934196" y="2332405"/>
            <a:ext cx="401207" cy="214036"/>
            <a:chOff x="3934196" y="2484805"/>
            <a:chExt cx="401207" cy="214036"/>
          </a:xfrm>
        </p:grpSpPr>
        <p:sp>
          <p:nvSpPr>
            <p:cNvPr id="15021" name="Google Shape;15021;p44"/>
            <p:cNvSpPr/>
            <p:nvPr/>
          </p:nvSpPr>
          <p:spPr>
            <a:xfrm>
              <a:off x="4120555" y="2484805"/>
              <a:ext cx="214848" cy="214036"/>
            </a:xfrm>
            <a:custGeom>
              <a:rect b="b" l="l" r="r" t="t"/>
              <a:pathLst>
                <a:path extrusionOk="0" h="8174" w="8205">
                  <a:moveTo>
                    <a:pt x="4063" y="0"/>
                  </a:moveTo>
                  <a:cubicBezTo>
                    <a:pt x="3028" y="0"/>
                    <a:pt x="1999" y="432"/>
                    <a:pt x="1269" y="1276"/>
                  </a:cubicBezTo>
                  <a:cubicBezTo>
                    <a:pt x="1222" y="1333"/>
                    <a:pt x="1165" y="1391"/>
                    <a:pt x="1117" y="1448"/>
                  </a:cubicBezTo>
                  <a:cubicBezTo>
                    <a:pt x="1088" y="1486"/>
                    <a:pt x="1069" y="1515"/>
                    <a:pt x="1041" y="1543"/>
                  </a:cubicBezTo>
                  <a:cubicBezTo>
                    <a:pt x="67" y="2802"/>
                    <a:pt x="1" y="4548"/>
                    <a:pt x="888" y="5874"/>
                  </a:cubicBezTo>
                  <a:cubicBezTo>
                    <a:pt x="936" y="5951"/>
                    <a:pt x="993" y="6017"/>
                    <a:pt x="1041" y="6084"/>
                  </a:cubicBezTo>
                  <a:cubicBezTo>
                    <a:pt x="1069" y="6122"/>
                    <a:pt x="1088" y="6151"/>
                    <a:pt x="1117" y="6189"/>
                  </a:cubicBezTo>
                  <a:cubicBezTo>
                    <a:pt x="1155" y="6227"/>
                    <a:pt x="1193" y="6275"/>
                    <a:pt x="1241" y="6323"/>
                  </a:cubicBezTo>
                  <a:cubicBezTo>
                    <a:pt x="1951" y="7098"/>
                    <a:pt x="2948" y="7522"/>
                    <a:pt x="3971" y="7522"/>
                  </a:cubicBezTo>
                  <a:cubicBezTo>
                    <a:pt x="4308" y="7522"/>
                    <a:pt x="4647" y="7476"/>
                    <a:pt x="4981" y="7382"/>
                  </a:cubicBezTo>
                  <a:lnTo>
                    <a:pt x="6631" y="8154"/>
                  </a:lnTo>
                  <a:cubicBezTo>
                    <a:pt x="6661" y="8168"/>
                    <a:pt x="6692" y="8174"/>
                    <a:pt x="6723" y="8174"/>
                  </a:cubicBezTo>
                  <a:cubicBezTo>
                    <a:pt x="6845" y="8174"/>
                    <a:pt x="6953" y="8074"/>
                    <a:pt x="6946" y="7944"/>
                  </a:cubicBezTo>
                  <a:lnTo>
                    <a:pt x="6860" y="6122"/>
                  </a:lnTo>
                  <a:lnTo>
                    <a:pt x="6869" y="6122"/>
                  </a:lnTo>
                  <a:cubicBezTo>
                    <a:pt x="8205" y="4577"/>
                    <a:pt x="8033" y="2240"/>
                    <a:pt x="6488" y="904"/>
                  </a:cubicBezTo>
                  <a:cubicBezTo>
                    <a:pt x="5787" y="298"/>
                    <a:pt x="4922" y="0"/>
                    <a:pt x="4063" y="0"/>
                  </a:cubicBezTo>
                  <a:close/>
                </a:path>
              </a:pathLst>
            </a:custGeom>
            <a:solidFill>
              <a:srgbClr val="BECBD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022" name="Google Shape;15022;p44"/>
            <p:cNvSpPr/>
            <p:nvPr/>
          </p:nvSpPr>
          <p:spPr>
            <a:xfrm>
              <a:off x="4120555" y="2522695"/>
              <a:ext cx="54727" cy="124195"/>
            </a:xfrm>
            <a:custGeom>
              <a:rect b="b" l="l" r="r" t="t"/>
              <a:pathLst>
                <a:path extrusionOk="0" h="4743" w="2090">
                  <a:moveTo>
                    <a:pt x="1117" y="1"/>
                  </a:moveTo>
                  <a:cubicBezTo>
                    <a:pt x="1088" y="39"/>
                    <a:pt x="1060" y="68"/>
                    <a:pt x="1041" y="96"/>
                  </a:cubicBezTo>
                  <a:cubicBezTo>
                    <a:pt x="58" y="1355"/>
                    <a:pt x="1" y="3101"/>
                    <a:pt x="888" y="4427"/>
                  </a:cubicBezTo>
                  <a:cubicBezTo>
                    <a:pt x="936" y="4504"/>
                    <a:pt x="983" y="4570"/>
                    <a:pt x="1041" y="4637"/>
                  </a:cubicBezTo>
                  <a:cubicBezTo>
                    <a:pt x="1060" y="4675"/>
                    <a:pt x="1088" y="4704"/>
                    <a:pt x="1117" y="4742"/>
                  </a:cubicBezTo>
                  <a:lnTo>
                    <a:pt x="1136" y="4704"/>
                  </a:lnTo>
                  <a:cubicBezTo>
                    <a:pt x="2090" y="3283"/>
                    <a:pt x="2080" y="1422"/>
                    <a:pt x="1117" y="1"/>
                  </a:cubicBezTo>
                  <a:close/>
                </a:path>
              </a:pathLst>
            </a:custGeom>
            <a:solidFill>
              <a:srgbClr val="A4B7C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023" name="Google Shape;15023;p44"/>
            <p:cNvSpPr/>
            <p:nvPr/>
          </p:nvSpPr>
          <p:spPr>
            <a:xfrm>
              <a:off x="3934196" y="2488131"/>
              <a:ext cx="248548" cy="210475"/>
            </a:xfrm>
            <a:custGeom>
              <a:rect b="b" l="l" r="r" t="t"/>
              <a:pathLst>
                <a:path extrusionOk="0" h="8038" w="9492">
                  <a:moveTo>
                    <a:pt x="4789" y="1"/>
                  </a:moveTo>
                  <a:cubicBezTo>
                    <a:pt x="4736" y="1"/>
                    <a:pt x="4682" y="2"/>
                    <a:pt x="4628" y="4"/>
                  </a:cubicBezTo>
                  <a:cubicBezTo>
                    <a:pt x="1604" y="128"/>
                    <a:pt x="1" y="3620"/>
                    <a:pt x="1871" y="5986"/>
                  </a:cubicBezTo>
                  <a:lnTo>
                    <a:pt x="1785" y="7808"/>
                  </a:lnTo>
                  <a:cubicBezTo>
                    <a:pt x="1777" y="7938"/>
                    <a:pt x="1886" y="8037"/>
                    <a:pt x="2008" y="8037"/>
                  </a:cubicBezTo>
                  <a:cubicBezTo>
                    <a:pt x="2038" y="8037"/>
                    <a:pt x="2069" y="8031"/>
                    <a:pt x="2100" y="8018"/>
                  </a:cubicBezTo>
                  <a:lnTo>
                    <a:pt x="3750" y="7245"/>
                  </a:lnTo>
                  <a:cubicBezTo>
                    <a:pt x="4087" y="7341"/>
                    <a:pt x="4429" y="7387"/>
                    <a:pt x="4768" y="7387"/>
                  </a:cubicBezTo>
                  <a:cubicBezTo>
                    <a:pt x="5982" y="7387"/>
                    <a:pt x="7149" y="6792"/>
                    <a:pt x="7843" y="5747"/>
                  </a:cubicBezTo>
                  <a:cubicBezTo>
                    <a:pt x="9491" y="3284"/>
                    <a:pt x="7709" y="1"/>
                    <a:pt x="4789" y="1"/>
                  </a:cubicBezTo>
                  <a:close/>
                </a:path>
              </a:pathLst>
            </a:custGeom>
            <a:solidFill>
              <a:srgbClr val="95A6B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024" name="Google Shape;15024;p44"/>
            <p:cNvSpPr/>
            <p:nvPr/>
          </p:nvSpPr>
          <p:spPr>
            <a:xfrm>
              <a:off x="4005393" y="2538353"/>
              <a:ext cx="104269" cy="97618"/>
            </a:xfrm>
            <a:custGeom>
              <a:rect b="b" l="l" r="r" t="t"/>
              <a:pathLst>
                <a:path extrusionOk="0" h="3728" w="3982">
                  <a:moveTo>
                    <a:pt x="1946" y="403"/>
                  </a:moveTo>
                  <a:cubicBezTo>
                    <a:pt x="2950" y="403"/>
                    <a:pt x="3717" y="1597"/>
                    <a:pt x="3025" y="2551"/>
                  </a:cubicBezTo>
                  <a:lnTo>
                    <a:pt x="2090" y="1616"/>
                  </a:lnTo>
                  <a:cubicBezTo>
                    <a:pt x="2041" y="1557"/>
                    <a:pt x="1983" y="1533"/>
                    <a:pt x="1928" y="1533"/>
                  </a:cubicBezTo>
                  <a:cubicBezTo>
                    <a:pt x="1760" y="1533"/>
                    <a:pt x="1614" y="1758"/>
                    <a:pt x="1794" y="1902"/>
                  </a:cubicBezTo>
                  <a:lnTo>
                    <a:pt x="2729" y="2847"/>
                  </a:lnTo>
                  <a:cubicBezTo>
                    <a:pt x="2500" y="3009"/>
                    <a:pt x="2224" y="3104"/>
                    <a:pt x="1937" y="3104"/>
                  </a:cubicBezTo>
                  <a:cubicBezTo>
                    <a:pt x="525" y="3104"/>
                    <a:pt x="68" y="1206"/>
                    <a:pt x="1327" y="557"/>
                  </a:cubicBezTo>
                  <a:cubicBezTo>
                    <a:pt x="1536" y="451"/>
                    <a:pt x="1746" y="403"/>
                    <a:pt x="1946" y="403"/>
                  </a:cubicBezTo>
                  <a:close/>
                  <a:moveTo>
                    <a:pt x="1948" y="0"/>
                  </a:moveTo>
                  <a:cubicBezTo>
                    <a:pt x="1494" y="0"/>
                    <a:pt x="1041" y="175"/>
                    <a:pt x="697" y="519"/>
                  </a:cubicBezTo>
                  <a:cubicBezTo>
                    <a:pt x="39" y="1177"/>
                    <a:pt x="1" y="2227"/>
                    <a:pt x="621" y="2923"/>
                  </a:cubicBezTo>
                  <a:cubicBezTo>
                    <a:pt x="969" y="3314"/>
                    <a:pt x="1456" y="3516"/>
                    <a:pt x="1945" y="3516"/>
                  </a:cubicBezTo>
                  <a:cubicBezTo>
                    <a:pt x="2325" y="3516"/>
                    <a:pt x="2707" y="3393"/>
                    <a:pt x="3025" y="3142"/>
                  </a:cubicBezTo>
                  <a:lnTo>
                    <a:pt x="3569" y="3677"/>
                  </a:lnTo>
                  <a:cubicBezTo>
                    <a:pt x="3611" y="3713"/>
                    <a:pt x="3656" y="3728"/>
                    <a:pt x="3700" y="3728"/>
                  </a:cubicBezTo>
                  <a:cubicBezTo>
                    <a:pt x="3853" y="3728"/>
                    <a:pt x="3981" y="3537"/>
                    <a:pt x="3855" y="3381"/>
                  </a:cubicBezTo>
                  <a:lnTo>
                    <a:pt x="3321" y="2847"/>
                  </a:lnTo>
                  <a:cubicBezTo>
                    <a:pt x="3893" y="2112"/>
                    <a:pt x="3807" y="1063"/>
                    <a:pt x="3111" y="443"/>
                  </a:cubicBezTo>
                  <a:cubicBezTo>
                    <a:pt x="2778" y="146"/>
                    <a:pt x="2363" y="0"/>
                    <a:pt x="1948" y="0"/>
                  </a:cubicBezTo>
                  <a:close/>
                </a:path>
              </a:pathLst>
            </a:custGeom>
            <a:solidFill>
              <a:srgbClr val="BECBD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025" name="Google Shape;15025;p44"/>
            <p:cNvSpPr/>
            <p:nvPr/>
          </p:nvSpPr>
          <p:spPr>
            <a:xfrm>
              <a:off x="4182849" y="2537070"/>
              <a:ext cx="81174" cy="92381"/>
            </a:xfrm>
            <a:custGeom>
              <a:rect b="b" l="l" r="r" t="t"/>
              <a:pathLst>
                <a:path extrusionOk="0" h="3528" w="3100">
                  <a:moveTo>
                    <a:pt x="1571" y="749"/>
                  </a:moveTo>
                  <a:lnTo>
                    <a:pt x="2039" y="1865"/>
                  </a:lnTo>
                  <a:lnTo>
                    <a:pt x="1104" y="1865"/>
                  </a:lnTo>
                  <a:lnTo>
                    <a:pt x="1571" y="749"/>
                  </a:lnTo>
                  <a:close/>
                  <a:moveTo>
                    <a:pt x="1568" y="0"/>
                  </a:moveTo>
                  <a:cubicBezTo>
                    <a:pt x="1490" y="0"/>
                    <a:pt x="1414" y="43"/>
                    <a:pt x="1380" y="129"/>
                  </a:cubicBezTo>
                  <a:lnTo>
                    <a:pt x="608" y="1989"/>
                  </a:lnTo>
                  <a:lnTo>
                    <a:pt x="93" y="3220"/>
                  </a:lnTo>
                  <a:cubicBezTo>
                    <a:pt x="1" y="3391"/>
                    <a:pt x="144" y="3527"/>
                    <a:pt x="284" y="3527"/>
                  </a:cubicBezTo>
                  <a:cubicBezTo>
                    <a:pt x="363" y="3527"/>
                    <a:pt x="440" y="3485"/>
                    <a:pt x="474" y="3382"/>
                  </a:cubicBezTo>
                  <a:lnTo>
                    <a:pt x="932" y="2276"/>
                  </a:lnTo>
                  <a:lnTo>
                    <a:pt x="2210" y="2276"/>
                  </a:lnTo>
                  <a:lnTo>
                    <a:pt x="2668" y="3382"/>
                  </a:lnTo>
                  <a:cubicBezTo>
                    <a:pt x="2712" y="3460"/>
                    <a:pt x="2782" y="3493"/>
                    <a:pt x="2851" y="3493"/>
                  </a:cubicBezTo>
                  <a:cubicBezTo>
                    <a:pt x="2977" y="3493"/>
                    <a:pt x="3099" y="3381"/>
                    <a:pt x="3050" y="3220"/>
                  </a:cubicBezTo>
                  <a:lnTo>
                    <a:pt x="2535" y="1989"/>
                  </a:lnTo>
                  <a:lnTo>
                    <a:pt x="1762" y="129"/>
                  </a:lnTo>
                  <a:cubicBezTo>
                    <a:pt x="1724" y="43"/>
                    <a:pt x="1645" y="0"/>
                    <a:pt x="1568" y="0"/>
                  </a:cubicBezTo>
                  <a:close/>
                </a:path>
              </a:pathLst>
            </a:custGeom>
            <a:solidFill>
              <a:srgbClr val="95A6B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5026" name="Google Shape;15026;p44"/>
          <p:cNvGrpSpPr/>
          <p:nvPr/>
        </p:nvGrpSpPr>
        <p:grpSpPr>
          <a:xfrm>
            <a:off x="3999894" y="1347797"/>
            <a:ext cx="342474" cy="359232"/>
            <a:chOff x="3999894" y="1500197"/>
            <a:chExt cx="342474" cy="359232"/>
          </a:xfrm>
        </p:grpSpPr>
        <p:sp>
          <p:nvSpPr>
            <p:cNvPr id="15027" name="Google Shape;15027;p44"/>
            <p:cNvSpPr/>
            <p:nvPr/>
          </p:nvSpPr>
          <p:spPr>
            <a:xfrm>
              <a:off x="4165279" y="1500197"/>
              <a:ext cx="177089" cy="149412"/>
            </a:xfrm>
            <a:custGeom>
              <a:rect b="b" l="l" r="r" t="t"/>
              <a:pathLst>
                <a:path extrusionOk="0" h="5706" w="6763">
                  <a:moveTo>
                    <a:pt x="3404" y="1"/>
                  </a:moveTo>
                  <a:cubicBezTo>
                    <a:pt x="3367" y="1"/>
                    <a:pt x="3329" y="1"/>
                    <a:pt x="3292" y="3"/>
                  </a:cubicBezTo>
                  <a:cubicBezTo>
                    <a:pt x="1145" y="89"/>
                    <a:pt x="0" y="2579"/>
                    <a:pt x="1345" y="4267"/>
                  </a:cubicBezTo>
                  <a:lnTo>
                    <a:pt x="1288" y="5508"/>
                  </a:lnTo>
                  <a:cubicBezTo>
                    <a:pt x="1281" y="5622"/>
                    <a:pt x="1370" y="5706"/>
                    <a:pt x="1475" y="5706"/>
                  </a:cubicBezTo>
                  <a:cubicBezTo>
                    <a:pt x="1501" y="5706"/>
                    <a:pt x="1528" y="5700"/>
                    <a:pt x="1555" y="5689"/>
                  </a:cubicBezTo>
                  <a:lnTo>
                    <a:pt x="2681" y="5164"/>
                  </a:lnTo>
                  <a:cubicBezTo>
                    <a:pt x="2917" y="5230"/>
                    <a:pt x="3156" y="5261"/>
                    <a:pt x="3392" y="5261"/>
                  </a:cubicBezTo>
                  <a:cubicBezTo>
                    <a:pt x="4257" y="5261"/>
                    <a:pt x="5089" y="4837"/>
                    <a:pt x="5591" y="4096"/>
                  </a:cubicBezTo>
                  <a:cubicBezTo>
                    <a:pt x="6762" y="2334"/>
                    <a:pt x="5494" y="1"/>
                    <a:pt x="3404" y="1"/>
                  </a:cubicBezTo>
                  <a:close/>
                </a:path>
              </a:pathLst>
            </a:custGeom>
            <a:solidFill>
              <a:srgbClr val="E9EEF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028" name="Google Shape;15028;p44"/>
            <p:cNvSpPr/>
            <p:nvPr/>
          </p:nvSpPr>
          <p:spPr>
            <a:xfrm>
              <a:off x="4210238" y="1533871"/>
              <a:ext cx="82457" cy="71773"/>
            </a:xfrm>
            <a:custGeom>
              <a:rect b="b" l="l" r="r" t="t"/>
              <a:pathLst>
                <a:path extrusionOk="0" h="2741" w="3149">
                  <a:moveTo>
                    <a:pt x="1543" y="0"/>
                  </a:moveTo>
                  <a:cubicBezTo>
                    <a:pt x="1528" y="0"/>
                    <a:pt x="1513" y="2"/>
                    <a:pt x="1498" y="5"/>
                  </a:cubicBezTo>
                  <a:cubicBezTo>
                    <a:pt x="411" y="215"/>
                    <a:pt x="1" y="1550"/>
                    <a:pt x="783" y="2333"/>
                  </a:cubicBezTo>
                  <a:cubicBezTo>
                    <a:pt x="1062" y="2612"/>
                    <a:pt x="1413" y="2741"/>
                    <a:pt x="1757" y="2741"/>
                  </a:cubicBezTo>
                  <a:cubicBezTo>
                    <a:pt x="2377" y="2741"/>
                    <a:pt x="2979" y="2325"/>
                    <a:pt x="3120" y="1627"/>
                  </a:cubicBezTo>
                  <a:cubicBezTo>
                    <a:pt x="3149" y="1493"/>
                    <a:pt x="3044" y="1360"/>
                    <a:pt x="2901" y="1360"/>
                  </a:cubicBezTo>
                  <a:lnTo>
                    <a:pt x="1985" y="1360"/>
                  </a:lnTo>
                  <a:cubicBezTo>
                    <a:pt x="1861" y="1360"/>
                    <a:pt x="1765" y="1264"/>
                    <a:pt x="1765" y="1140"/>
                  </a:cubicBezTo>
                  <a:lnTo>
                    <a:pt x="1765" y="224"/>
                  </a:lnTo>
                  <a:cubicBezTo>
                    <a:pt x="1765" y="97"/>
                    <a:pt x="1660" y="0"/>
                    <a:pt x="1543" y="0"/>
                  </a:cubicBezTo>
                  <a:close/>
                </a:path>
              </a:pathLst>
            </a:custGeom>
            <a:solidFill>
              <a:srgbClr val="BECBD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029" name="Google Shape;15029;p44"/>
            <p:cNvSpPr/>
            <p:nvPr/>
          </p:nvSpPr>
          <p:spPr>
            <a:xfrm>
              <a:off x="4017883" y="1549477"/>
              <a:ext cx="292303" cy="292539"/>
            </a:xfrm>
            <a:custGeom>
              <a:rect b="b" l="l" r="r" t="t"/>
              <a:pathLst>
                <a:path extrusionOk="0" h="11172" w="11163">
                  <a:moveTo>
                    <a:pt x="3616" y="0"/>
                  </a:moveTo>
                  <a:lnTo>
                    <a:pt x="1" y="3616"/>
                  </a:lnTo>
                  <a:lnTo>
                    <a:pt x="1813" y="5429"/>
                  </a:lnTo>
                  <a:cubicBezTo>
                    <a:pt x="2306" y="5921"/>
                    <a:pt x="2960" y="6179"/>
                    <a:pt x="3622" y="6179"/>
                  </a:cubicBezTo>
                  <a:cubicBezTo>
                    <a:pt x="4075" y="6179"/>
                    <a:pt x="4532" y="6058"/>
                    <a:pt x="4942" y="5810"/>
                  </a:cubicBezTo>
                  <a:lnTo>
                    <a:pt x="5362" y="6230"/>
                  </a:lnTo>
                  <a:cubicBezTo>
                    <a:pt x="4752" y="7241"/>
                    <a:pt x="4914" y="8529"/>
                    <a:pt x="5744" y="9369"/>
                  </a:cubicBezTo>
                  <a:lnTo>
                    <a:pt x="7547" y="11172"/>
                  </a:lnTo>
                  <a:lnTo>
                    <a:pt x="11162" y="7556"/>
                  </a:lnTo>
                  <a:lnTo>
                    <a:pt x="9359" y="5753"/>
                  </a:lnTo>
                  <a:cubicBezTo>
                    <a:pt x="8867" y="5260"/>
                    <a:pt x="8209" y="5003"/>
                    <a:pt x="7546" y="5003"/>
                  </a:cubicBezTo>
                  <a:cubicBezTo>
                    <a:pt x="7093" y="5003"/>
                    <a:pt x="6637" y="5123"/>
                    <a:pt x="6230" y="5371"/>
                  </a:cubicBezTo>
                  <a:lnTo>
                    <a:pt x="5801" y="4952"/>
                  </a:lnTo>
                  <a:cubicBezTo>
                    <a:pt x="6412" y="3940"/>
                    <a:pt x="6249" y="2652"/>
                    <a:pt x="5419" y="1822"/>
                  </a:cubicBezTo>
                  <a:lnTo>
                    <a:pt x="3616" y="0"/>
                  </a:lnTo>
                  <a:close/>
                </a:path>
              </a:pathLst>
            </a:custGeom>
            <a:solidFill>
              <a:srgbClr val="EBEFF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030" name="Google Shape;15030;p44"/>
            <p:cNvSpPr/>
            <p:nvPr/>
          </p:nvSpPr>
          <p:spPr>
            <a:xfrm>
              <a:off x="4098324" y="1549713"/>
              <a:ext cx="211863" cy="211863"/>
            </a:xfrm>
            <a:custGeom>
              <a:rect b="b" l="l" r="r" t="t"/>
              <a:pathLst>
                <a:path extrusionOk="0" h="8091" w="8091">
                  <a:moveTo>
                    <a:pt x="544" y="1"/>
                  </a:moveTo>
                  <a:lnTo>
                    <a:pt x="1" y="545"/>
                  </a:lnTo>
                  <a:lnTo>
                    <a:pt x="1804" y="2348"/>
                  </a:lnTo>
                  <a:cubicBezTo>
                    <a:pt x="2567" y="3111"/>
                    <a:pt x="2767" y="4265"/>
                    <a:pt x="2319" y="5229"/>
                  </a:cubicBezTo>
                  <a:cubicBezTo>
                    <a:pt x="2242" y="5381"/>
                    <a:pt x="2271" y="5572"/>
                    <a:pt x="2395" y="5687"/>
                  </a:cubicBezTo>
                  <a:cubicBezTo>
                    <a:pt x="2470" y="5767"/>
                    <a:pt x="2576" y="5808"/>
                    <a:pt x="2684" y="5808"/>
                  </a:cubicBezTo>
                  <a:cubicBezTo>
                    <a:pt x="2742" y="5808"/>
                    <a:pt x="2800" y="5796"/>
                    <a:pt x="2853" y="5773"/>
                  </a:cubicBezTo>
                  <a:cubicBezTo>
                    <a:pt x="3198" y="5610"/>
                    <a:pt x="3566" y="5532"/>
                    <a:pt x="3930" y="5532"/>
                  </a:cubicBezTo>
                  <a:cubicBezTo>
                    <a:pt x="4594" y="5532"/>
                    <a:pt x="5248" y="5792"/>
                    <a:pt x="5734" y="6278"/>
                  </a:cubicBezTo>
                  <a:lnTo>
                    <a:pt x="7547" y="8091"/>
                  </a:lnTo>
                  <a:lnTo>
                    <a:pt x="8090" y="7547"/>
                  </a:lnTo>
                  <a:lnTo>
                    <a:pt x="6278" y="5734"/>
                  </a:lnTo>
                  <a:cubicBezTo>
                    <a:pt x="5786" y="5242"/>
                    <a:pt x="5129" y="4988"/>
                    <a:pt x="4468" y="4988"/>
                  </a:cubicBezTo>
                  <a:cubicBezTo>
                    <a:pt x="4013" y="4988"/>
                    <a:pt x="3557" y="5108"/>
                    <a:pt x="3149" y="5353"/>
                  </a:cubicBezTo>
                  <a:lnTo>
                    <a:pt x="2729" y="4933"/>
                  </a:lnTo>
                  <a:cubicBezTo>
                    <a:pt x="3330" y="3931"/>
                    <a:pt x="3177" y="2643"/>
                    <a:pt x="2347" y="1813"/>
                  </a:cubicBezTo>
                  <a:lnTo>
                    <a:pt x="544" y="1"/>
                  </a:lnTo>
                  <a:close/>
                </a:path>
              </a:pathLst>
            </a:custGeom>
            <a:solidFill>
              <a:srgbClr val="AEBFC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031" name="Google Shape;15031;p44"/>
            <p:cNvSpPr/>
            <p:nvPr/>
          </p:nvSpPr>
          <p:spPr>
            <a:xfrm>
              <a:off x="3999894" y="1532300"/>
              <a:ext cx="130427" cy="129302"/>
            </a:xfrm>
            <a:custGeom>
              <a:rect b="b" l="l" r="r" t="t"/>
              <a:pathLst>
                <a:path extrusionOk="0" h="4938" w="4981">
                  <a:moveTo>
                    <a:pt x="4308" y="0"/>
                  </a:moveTo>
                  <a:cubicBezTo>
                    <a:pt x="4251" y="0"/>
                    <a:pt x="4194" y="22"/>
                    <a:pt x="4151" y="65"/>
                  </a:cubicBezTo>
                  <a:lnTo>
                    <a:pt x="87" y="4129"/>
                  </a:lnTo>
                  <a:cubicBezTo>
                    <a:pt x="1" y="4215"/>
                    <a:pt x="1" y="4358"/>
                    <a:pt x="87" y="4444"/>
                  </a:cubicBezTo>
                  <a:lnTo>
                    <a:pt x="516" y="4873"/>
                  </a:lnTo>
                  <a:cubicBezTo>
                    <a:pt x="559" y="4916"/>
                    <a:pt x="614" y="4937"/>
                    <a:pt x="670" y="4937"/>
                  </a:cubicBezTo>
                  <a:cubicBezTo>
                    <a:pt x="726" y="4937"/>
                    <a:pt x="783" y="4916"/>
                    <a:pt x="831" y="4873"/>
                  </a:cubicBezTo>
                  <a:lnTo>
                    <a:pt x="4895" y="809"/>
                  </a:lnTo>
                  <a:cubicBezTo>
                    <a:pt x="4981" y="723"/>
                    <a:pt x="4981" y="580"/>
                    <a:pt x="4895" y="494"/>
                  </a:cubicBezTo>
                  <a:lnTo>
                    <a:pt x="4466" y="65"/>
                  </a:lnTo>
                  <a:cubicBezTo>
                    <a:pt x="4423" y="22"/>
                    <a:pt x="4365" y="0"/>
                    <a:pt x="4308" y="0"/>
                  </a:cubicBezTo>
                  <a:close/>
                </a:path>
              </a:pathLst>
            </a:custGeom>
            <a:solidFill>
              <a:srgbClr val="657A8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032" name="Google Shape;15032;p44"/>
            <p:cNvSpPr/>
            <p:nvPr/>
          </p:nvSpPr>
          <p:spPr>
            <a:xfrm>
              <a:off x="4007907" y="1539736"/>
              <a:ext cx="122415" cy="121865"/>
            </a:xfrm>
            <a:custGeom>
              <a:rect b="b" l="l" r="r" t="t"/>
              <a:pathLst>
                <a:path extrusionOk="0" h="4654" w="4675">
                  <a:moveTo>
                    <a:pt x="4379" y="0"/>
                  </a:moveTo>
                  <a:lnTo>
                    <a:pt x="0" y="4379"/>
                  </a:lnTo>
                  <a:lnTo>
                    <a:pt x="210" y="4589"/>
                  </a:lnTo>
                  <a:cubicBezTo>
                    <a:pt x="253" y="4632"/>
                    <a:pt x="308" y="4653"/>
                    <a:pt x="364" y="4653"/>
                  </a:cubicBezTo>
                  <a:cubicBezTo>
                    <a:pt x="420" y="4653"/>
                    <a:pt x="477" y="4632"/>
                    <a:pt x="525" y="4589"/>
                  </a:cubicBezTo>
                  <a:lnTo>
                    <a:pt x="4589" y="525"/>
                  </a:lnTo>
                  <a:cubicBezTo>
                    <a:pt x="4675" y="439"/>
                    <a:pt x="4675" y="296"/>
                    <a:pt x="4589" y="210"/>
                  </a:cubicBezTo>
                  <a:lnTo>
                    <a:pt x="4379" y="0"/>
                  </a:lnTo>
                  <a:close/>
                </a:path>
              </a:pathLst>
            </a:custGeom>
            <a:solidFill>
              <a:srgbClr val="435D7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033" name="Google Shape;15033;p44"/>
            <p:cNvSpPr/>
            <p:nvPr/>
          </p:nvSpPr>
          <p:spPr>
            <a:xfrm>
              <a:off x="4197748" y="1730153"/>
              <a:ext cx="130427" cy="129275"/>
            </a:xfrm>
            <a:custGeom>
              <a:rect b="b" l="l" r="r" t="t"/>
              <a:pathLst>
                <a:path extrusionOk="0" h="4937" w="4981">
                  <a:moveTo>
                    <a:pt x="4308" y="0"/>
                  </a:moveTo>
                  <a:cubicBezTo>
                    <a:pt x="4251" y="0"/>
                    <a:pt x="4193" y="22"/>
                    <a:pt x="4150" y="64"/>
                  </a:cubicBezTo>
                  <a:lnTo>
                    <a:pt x="86" y="4128"/>
                  </a:lnTo>
                  <a:cubicBezTo>
                    <a:pt x="1" y="4214"/>
                    <a:pt x="1" y="4357"/>
                    <a:pt x="86" y="4443"/>
                  </a:cubicBezTo>
                  <a:lnTo>
                    <a:pt x="516" y="4873"/>
                  </a:lnTo>
                  <a:cubicBezTo>
                    <a:pt x="559" y="4916"/>
                    <a:pt x="616" y="4937"/>
                    <a:pt x="673" y="4937"/>
                  </a:cubicBezTo>
                  <a:cubicBezTo>
                    <a:pt x="730" y="4937"/>
                    <a:pt x="788" y="4916"/>
                    <a:pt x="830" y="4873"/>
                  </a:cubicBezTo>
                  <a:lnTo>
                    <a:pt x="4894" y="809"/>
                  </a:lnTo>
                  <a:cubicBezTo>
                    <a:pt x="4980" y="723"/>
                    <a:pt x="4980" y="580"/>
                    <a:pt x="4894" y="494"/>
                  </a:cubicBezTo>
                  <a:lnTo>
                    <a:pt x="4465" y="64"/>
                  </a:lnTo>
                  <a:cubicBezTo>
                    <a:pt x="4422" y="22"/>
                    <a:pt x="4365" y="0"/>
                    <a:pt x="4308" y="0"/>
                  </a:cubicBezTo>
                  <a:close/>
                </a:path>
              </a:pathLst>
            </a:custGeom>
            <a:solidFill>
              <a:srgbClr val="657A8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034" name="Google Shape;15034;p44"/>
            <p:cNvSpPr/>
            <p:nvPr/>
          </p:nvSpPr>
          <p:spPr>
            <a:xfrm>
              <a:off x="4205499" y="1737328"/>
              <a:ext cx="122677" cy="122101"/>
            </a:xfrm>
            <a:custGeom>
              <a:rect b="b" l="l" r="r" t="t"/>
              <a:pathLst>
                <a:path extrusionOk="0" h="4663" w="4685">
                  <a:moveTo>
                    <a:pt x="4379" y="0"/>
                  </a:moveTo>
                  <a:lnTo>
                    <a:pt x="0" y="4379"/>
                  </a:lnTo>
                  <a:lnTo>
                    <a:pt x="220" y="4599"/>
                  </a:lnTo>
                  <a:cubicBezTo>
                    <a:pt x="263" y="4642"/>
                    <a:pt x="320" y="4663"/>
                    <a:pt x="377" y="4663"/>
                  </a:cubicBezTo>
                  <a:cubicBezTo>
                    <a:pt x="434" y="4663"/>
                    <a:pt x="492" y="4642"/>
                    <a:pt x="534" y="4599"/>
                  </a:cubicBezTo>
                  <a:lnTo>
                    <a:pt x="4598" y="535"/>
                  </a:lnTo>
                  <a:cubicBezTo>
                    <a:pt x="4684" y="449"/>
                    <a:pt x="4684" y="306"/>
                    <a:pt x="4598" y="220"/>
                  </a:cubicBezTo>
                  <a:lnTo>
                    <a:pt x="4379" y="0"/>
                  </a:lnTo>
                  <a:close/>
                </a:path>
              </a:pathLst>
            </a:custGeom>
            <a:solidFill>
              <a:srgbClr val="435D7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035" name="Google Shape;15035;p44"/>
            <p:cNvSpPr/>
            <p:nvPr/>
          </p:nvSpPr>
          <p:spPr>
            <a:xfrm>
              <a:off x="4065854" y="1663879"/>
              <a:ext cx="86463" cy="32155"/>
            </a:xfrm>
            <a:custGeom>
              <a:rect b="b" l="l" r="r" t="t"/>
              <a:pathLst>
                <a:path extrusionOk="0" h="1228" w="3302">
                  <a:moveTo>
                    <a:pt x="287" y="1"/>
                  </a:moveTo>
                  <a:cubicBezTo>
                    <a:pt x="105" y="10"/>
                    <a:pt x="0" y="220"/>
                    <a:pt x="115" y="363"/>
                  </a:cubicBezTo>
                  <a:lnTo>
                    <a:pt x="268" y="554"/>
                  </a:lnTo>
                  <a:cubicBezTo>
                    <a:pt x="654" y="1005"/>
                    <a:pt x="1150" y="1227"/>
                    <a:pt x="1646" y="1227"/>
                  </a:cubicBezTo>
                  <a:cubicBezTo>
                    <a:pt x="2178" y="1227"/>
                    <a:pt x="2711" y="972"/>
                    <a:pt x="3110" y="468"/>
                  </a:cubicBezTo>
                  <a:lnTo>
                    <a:pt x="3187" y="363"/>
                  </a:lnTo>
                  <a:cubicBezTo>
                    <a:pt x="3301" y="211"/>
                    <a:pt x="3196" y="1"/>
                    <a:pt x="3015" y="1"/>
                  </a:cubicBezTo>
                  <a:close/>
                </a:path>
              </a:pathLst>
            </a:custGeom>
            <a:solidFill>
              <a:srgbClr val="BECBD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036" name="Google Shape;15036;p44"/>
            <p:cNvSpPr/>
            <p:nvPr/>
          </p:nvSpPr>
          <p:spPr>
            <a:xfrm>
              <a:off x="4164519" y="1753301"/>
              <a:ext cx="90705" cy="51689"/>
            </a:xfrm>
            <a:custGeom>
              <a:rect b="b" l="l" r="r" t="t"/>
              <a:pathLst>
                <a:path extrusionOk="0" h="1974" w="3464">
                  <a:moveTo>
                    <a:pt x="1" y="1"/>
                  </a:moveTo>
                  <a:cubicBezTo>
                    <a:pt x="10" y="278"/>
                    <a:pt x="115" y="535"/>
                    <a:pt x="306" y="735"/>
                  </a:cubicBezTo>
                  <a:lnTo>
                    <a:pt x="1479" y="1909"/>
                  </a:lnTo>
                  <a:cubicBezTo>
                    <a:pt x="1527" y="1952"/>
                    <a:pt x="1584" y="1973"/>
                    <a:pt x="1640" y="1973"/>
                  </a:cubicBezTo>
                  <a:cubicBezTo>
                    <a:pt x="1696" y="1973"/>
                    <a:pt x="1751" y="1952"/>
                    <a:pt x="1794" y="1909"/>
                  </a:cubicBezTo>
                  <a:lnTo>
                    <a:pt x="3321" y="383"/>
                  </a:lnTo>
                  <a:cubicBezTo>
                    <a:pt x="3464" y="239"/>
                    <a:pt x="3368" y="1"/>
                    <a:pt x="3168" y="1"/>
                  </a:cubicBezTo>
                  <a:close/>
                </a:path>
              </a:pathLst>
            </a:custGeom>
            <a:solidFill>
              <a:srgbClr val="BECBD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5037" name="Google Shape;15037;p44"/>
          <p:cNvGrpSpPr/>
          <p:nvPr/>
        </p:nvGrpSpPr>
        <p:grpSpPr>
          <a:xfrm>
            <a:off x="2233795" y="2729762"/>
            <a:ext cx="232601" cy="366747"/>
            <a:chOff x="2233795" y="2882162"/>
            <a:chExt cx="232601" cy="366747"/>
          </a:xfrm>
        </p:grpSpPr>
        <p:sp>
          <p:nvSpPr>
            <p:cNvPr id="15038" name="Google Shape;15038;p44"/>
            <p:cNvSpPr/>
            <p:nvPr/>
          </p:nvSpPr>
          <p:spPr>
            <a:xfrm>
              <a:off x="2350946" y="2946368"/>
              <a:ext cx="115188" cy="214979"/>
            </a:xfrm>
            <a:custGeom>
              <a:rect b="b" l="l" r="r" t="t"/>
              <a:pathLst>
                <a:path extrusionOk="0" h="8210" w="4399">
                  <a:moveTo>
                    <a:pt x="726" y="0"/>
                  </a:moveTo>
                  <a:lnTo>
                    <a:pt x="726" y="2080"/>
                  </a:lnTo>
                  <a:cubicBezTo>
                    <a:pt x="325" y="2080"/>
                    <a:pt x="1" y="2376"/>
                    <a:pt x="1" y="2729"/>
                  </a:cubicBezTo>
                  <a:lnTo>
                    <a:pt x="1" y="7680"/>
                  </a:lnTo>
                  <a:cubicBezTo>
                    <a:pt x="15" y="8033"/>
                    <a:pt x="282" y="8210"/>
                    <a:pt x="549" y="8210"/>
                  </a:cubicBezTo>
                  <a:cubicBezTo>
                    <a:pt x="816" y="8210"/>
                    <a:pt x="1083" y="8033"/>
                    <a:pt x="1098" y="7680"/>
                  </a:cubicBezTo>
                  <a:lnTo>
                    <a:pt x="1098" y="5839"/>
                  </a:lnTo>
                  <a:lnTo>
                    <a:pt x="4399" y="5839"/>
                  </a:lnTo>
                  <a:lnTo>
                    <a:pt x="4399" y="2729"/>
                  </a:lnTo>
                  <a:cubicBezTo>
                    <a:pt x="4399" y="2381"/>
                    <a:pt x="4093" y="2080"/>
                    <a:pt x="3692" y="2080"/>
                  </a:cubicBezTo>
                  <a:cubicBezTo>
                    <a:pt x="3686" y="2080"/>
                    <a:pt x="3680" y="2080"/>
                    <a:pt x="3674" y="2080"/>
                  </a:cubicBezTo>
                  <a:lnTo>
                    <a:pt x="3674" y="0"/>
                  </a:lnTo>
                  <a:close/>
                </a:path>
              </a:pathLst>
            </a:custGeom>
            <a:solidFill>
              <a:srgbClr val="DFE5E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039" name="Google Shape;15039;p44"/>
            <p:cNvSpPr/>
            <p:nvPr/>
          </p:nvSpPr>
          <p:spPr>
            <a:xfrm>
              <a:off x="2379933" y="3052679"/>
              <a:ext cx="86463" cy="46583"/>
            </a:xfrm>
            <a:custGeom>
              <a:rect b="b" l="l" r="r" t="t"/>
              <a:pathLst>
                <a:path extrusionOk="0" h="1779" w="3302">
                  <a:moveTo>
                    <a:pt x="549" y="1"/>
                  </a:moveTo>
                  <a:cubicBezTo>
                    <a:pt x="358" y="1"/>
                    <a:pt x="166" y="58"/>
                    <a:pt x="0" y="176"/>
                  </a:cubicBezTo>
                  <a:lnTo>
                    <a:pt x="0" y="1779"/>
                  </a:lnTo>
                  <a:lnTo>
                    <a:pt x="3301" y="1779"/>
                  </a:lnTo>
                  <a:lnTo>
                    <a:pt x="3301" y="510"/>
                  </a:lnTo>
                  <a:cubicBezTo>
                    <a:pt x="3160" y="413"/>
                    <a:pt x="3001" y="356"/>
                    <a:pt x="2827" y="356"/>
                  </a:cubicBezTo>
                  <a:cubicBezTo>
                    <a:pt x="2813" y="356"/>
                    <a:pt x="2800" y="357"/>
                    <a:pt x="2786" y="357"/>
                  </a:cubicBezTo>
                  <a:lnTo>
                    <a:pt x="2700" y="357"/>
                  </a:lnTo>
                  <a:cubicBezTo>
                    <a:pt x="2576" y="357"/>
                    <a:pt x="2462" y="377"/>
                    <a:pt x="2347" y="424"/>
                  </a:cubicBezTo>
                  <a:cubicBezTo>
                    <a:pt x="2166" y="233"/>
                    <a:pt x="1918" y="119"/>
                    <a:pt x="1660" y="119"/>
                  </a:cubicBezTo>
                  <a:lnTo>
                    <a:pt x="1641" y="119"/>
                  </a:lnTo>
                  <a:cubicBezTo>
                    <a:pt x="1479" y="119"/>
                    <a:pt x="1317" y="157"/>
                    <a:pt x="1183" y="243"/>
                  </a:cubicBezTo>
                  <a:cubicBezTo>
                    <a:pt x="1002" y="82"/>
                    <a:pt x="776" y="1"/>
                    <a:pt x="549" y="1"/>
                  </a:cubicBezTo>
                  <a:close/>
                </a:path>
              </a:pathLst>
            </a:custGeom>
            <a:solidFill>
              <a:srgbClr val="C8D3D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040" name="Google Shape;15040;p44"/>
            <p:cNvSpPr/>
            <p:nvPr/>
          </p:nvSpPr>
          <p:spPr>
            <a:xfrm>
              <a:off x="2369930" y="2946368"/>
              <a:ext cx="77220" cy="44750"/>
            </a:xfrm>
            <a:custGeom>
              <a:rect b="b" l="l" r="r" t="t"/>
              <a:pathLst>
                <a:path extrusionOk="0" h="1709" w="2949">
                  <a:moveTo>
                    <a:pt x="1" y="0"/>
                  </a:moveTo>
                  <a:lnTo>
                    <a:pt x="1" y="1708"/>
                  </a:lnTo>
                  <a:lnTo>
                    <a:pt x="2949" y="1708"/>
                  </a:lnTo>
                  <a:lnTo>
                    <a:pt x="2949" y="0"/>
                  </a:lnTo>
                  <a:close/>
                </a:path>
              </a:pathLst>
            </a:custGeom>
            <a:solidFill>
              <a:srgbClr val="B5C4D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041" name="Google Shape;15041;p44"/>
            <p:cNvSpPr/>
            <p:nvPr/>
          </p:nvSpPr>
          <p:spPr>
            <a:xfrm>
              <a:off x="2357440" y="2882162"/>
              <a:ext cx="102200" cy="67976"/>
            </a:xfrm>
            <a:custGeom>
              <a:rect b="b" l="l" r="r" t="t"/>
              <a:pathLst>
                <a:path extrusionOk="0" h="2596" w="3903">
                  <a:moveTo>
                    <a:pt x="230" y="1"/>
                  </a:moveTo>
                  <a:cubicBezTo>
                    <a:pt x="106" y="1"/>
                    <a:pt x="1" y="96"/>
                    <a:pt x="1" y="220"/>
                  </a:cubicBezTo>
                  <a:lnTo>
                    <a:pt x="1" y="2596"/>
                  </a:lnTo>
                  <a:lnTo>
                    <a:pt x="3903" y="2596"/>
                  </a:lnTo>
                  <a:lnTo>
                    <a:pt x="3903" y="220"/>
                  </a:lnTo>
                  <a:cubicBezTo>
                    <a:pt x="3903" y="96"/>
                    <a:pt x="3807" y="1"/>
                    <a:pt x="3683" y="1"/>
                  </a:cubicBezTo>
                  <a:close/>
                </a:path>
              </a:pathLst>
            </a:custGeom>
            <a:solidFill>
              <a:srgbClr val="6A7F9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042" name="Google Shape;15042;p44"/>
            <p:cNvSpPr/>
            <p:nvPr/>
          </p:nvSpPr>
          <p:spPr>
            <a:xfrm>
              <a:off x="2379671" y="3062787"/>
              <a:ext cx="29013" cy="60959"/>
            </a:xfrm>
            <a:custGeom>
              <a:rect b="b" l="l" r="r" t="t"/>
              <a:pathLst>
                <a:path extrusionOk="0" h="2328" w="1108">
                  <a:moveTo>
                    <a:pt x="554" y="0"/>
                  </a:moveTo>
                  <a:cubicBezTo>
                    <a:pt x="249" y="0"/>
                    <a:pt x="10" y="248"/>
                    <a:pt x="1" y="553"/>
                  </a:cubicBezTo>
                  <a:lnTo>
                    <a:pt x="1" y="1774"/>
                  </a:lnTo>
                  <a:cubicBezTo>
                    <a:pt x="1" y="2080"/>
                    <a:pt x="249" y="2328"/>
                    <a:pt x="554" y="2328"/>
                  </a:cubicBezTo>
                  <a:cubicBezTo>
                    <a:pt x="859" y="2328"/>
                    <a:pt x="1107" y="2080"/>
                    <a:pt x="1107" y="1774"/>
                  </a:cubicBezTo>
                  <a:lnTo>
                    <a:pt x="1107" y="553"/>
                  </a:lnTo>
                  <a:cubicBezTo>
                    <a:pt x="1107" y="248"/>
                    <a:pt x="859" y="0"/>
                    <a:pt x="554" y="0"/>
                  </a:cubicBezTo>
                  <a:close/>
                </a:path>
              </a:pathLst>
            </a:custGeom>
            <a:solidFill>
              <a:srgbClr val="DFE5E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043" name="Google Shape;15043;p44"/>
            <p:cNvSpPr/>
            <p:nvPr/>
          </p:nvSpPr>
          <p:spPr>
            <a:xfrm>
              <a:off x="2379671" y="3062787"/>
              <a:ext cx="16758" cy="60723"/>
            </a:xfrm>
            <a:custGeom>
              <a:rect b="b" l="l" r="r" t="t"/>
              <a:pathLst>
                <a:path extrusionOk="0" h="2319" w="640">
                  <a:moveTo>
                    <a:pt x="554" y="0"/>
                  </a:moveTo>
                  <a:cubicBezTo>
                    <a:pt x="249" y="0"/>
                    <a:pt x="1" y="248"/>
                    <a:pt x="1" y="553"/>
                  </a:cubicBezTo>
                  <a:lnTo>
                    <a:pt x="1" y="1774"/>
                  </a:lnTo>
                  <a:cubicBezTo>
                    <a:pt x="1" y="2080"/>
                    <a:pt x="249" y="2318"/>
                    <a:pt x="554" y="2318"/>
                  </a:cubicBezTo>
                  <a:lnTo>
                    <a:pt x="640" y="2318"/>
                  </a:lnTo>
                  <a:cubicBezTo>
                    <a:pt x="373" y="2271"/>
                    <a:pt x="172" y="2042"/>
                    <a:pt x="172" y="1774"/>
                  </a:cubicBezTo>
                  <a:lnTo>
                    <a:pt x="172" y="553"/>
                  </a:lnTo>
                  <a:cubicBezTo>
                    <a:pt x="172" y="277"/>
                    <a:pt x="373" y="48"/>
                    <a:pt x="640" y="10"/>
                  </a:cubicBezTo>
                  <a:cubicBezTo>
                    <a:pt x="611" y="0"/>
                    <a:pt x="583" y="0"/>
                    <a:pt x="554" y="0"/>
                  </a:cubicBezTo>
                  <a:close/>
                </a:path>
              </a:pathLst>
            </a:custGeom>
            <a:solidFill>
              <a:srgbClr val="C8D3D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044" name="Google Shape;15044;p44"/>
            <p:cNvSpPr/>
            <p:nvPr/>
          </p:nvSpPr>
          <p:spPr>
            <a:xfrm>
              <a:off x="2408658" y="3066034"/>
              <a:ext cx="29013" cy="57712"/>
            </a:xfrm>
            <a:custGeom>
              <a:rect b="b" l="l" r="r" t="t"/>
              <a:pathLst>
                <a:path extrusionOk="0" h="2204" w="1108">
                  <a:moveTo>
                    <a:pt x="544" y="0"/>
                  </a:moveTo>
                  <a:cubicBezTo>
                    <a:pt x="248" y="0"/>
                    <a:pt x="0" y="239"/>
                    <a:pt x="0" y="534"/>
                  </a:cubicBezTo>
                  <a:lnTo>
                    <a:pt x="0" y="1660"/>
                  </a:lnTo>
                  <a:cubicBezTo>
                    <a:pt x="0" y="1956"/>
                    <a:pt x="248" y="2204"/>
                    <a:pt x="544" y="2204"/>
                  </a:cubicBezTo>
                  <a:lnTo>
                    <a:pt x="573" y="2204"/>
                  </a:lnTo>
                  <a:cubicBezTo>
                    <a:pt x="859" y="2204"/>
                    <a:pt x="1107" y="1956"/>
                    <a:pt x="1107" y="1660"/>
                  </a:cubicBezTo>
                  <a:lnTo>
                    <a:pt x="1107" y="534"/>
                  </a:lnTo>
                  <a:cubicBezTo>
                    <a:pt x="1107" y="239"/>
                    <a:pt x="859" y="0"/>
                    <a:pt x="573" y="0"/>
                  </a:cubicBezTo>
                  <a:close/>
                </a:path>
              </a:pathLst>
            </a:custGeom>
            <a:solidFill>
              <a:srgbClr val="DFE5E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045" name="Google Shape;15045;p44"/>
            <p:cNvSpPr/>
            <p:nvPr/>
          </p:nvSpPr>
          <p:spPr>
            <a:xfrm>
              <a:off x="2408658" y="3066034"/>
              <a:ext cx="17020" cy="57712"/>
            </a:xfrm>
            <a:custGeom>
              <a:rect b="b" l="l" r="r" t="t"/>
              <a:pathLst>
                <a:path extrusionOk="0" h="2204" w="650">
                  <a:moveTo>
                    <a:pt x="544" y="0"/>
                  </a:moveTo>
                  <a:cubicBezTo>
                    <a:pt x="248" y="0"/>
                    <a:pt x="0" y="239"/>
                    <a:pt x="0" y="534"/>
                  </a:cubicBezTo>
                  <a:lnTo>
                    <a:pt x="0" y="1660"/>
                  </a:lnTo>
                  <a:cubicBezTo>
                    <a:pt x="0" y="1956"/>
                    <a:pt x="248" y="2204"/>
                    <a:pt x="544" y="2204"/>
                  </a:cubicBezTo>
                  <a:lnTo>
                    <a:pt x="573" y="2204"/>
                  </a:lnTo>
                  <a:cubicBezTo>
                    <a:pt x="592" y="2194"/>
                    <a:pt x="621" y="2194"/>
                    <a:pt x="649" y="2194"/>
                  </a:cubicBezTo>
                  <a:cubicBezTo>
                    <a:pt x="382" y="2156"/>
                    <a:pt x="182" y="1927"/>
                    <a:pt x="182" y="1660"/>
                  </a:cubicBezTo>
                  <a:lnTo>
                    <a:pt x="182" y="534"/>
                  </a:lnTo>
                  <a:cubicBezTo>
                    <a:pt x="182" y="267"/>
                    <a:pt x="382" y="38"/>
                    <a:pt x="640" y="0"/>
                  </a:cubicBezTo>
                  <a:close/>
                </a:path>
              </a:pathLst>
            </a:custGeom>
            <a:solidFill>
              <a:srgbClr val="C8D3D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046" name="Google Shape;15046;p44"/>
            <p:cNvSpPr/>
            <p:nvPr/>
          </p:nvSpPr>
          <p:spPr>
            <a:xfrm>
              <a:off x="2437383" y="3072030"/>
              <a:ext cx="28751" cy="51715"/>
            </a:xfrm>
            <a:custGeom>
              <a:rect b="b" l="l" r="r" t="t"/>
              <a:pathLst>
                <a:path extrusionOk="0" h="1975" w="1098">
                  <a:moveTo>
                    <a:pt x="506" y="0"/>
                  </a:moveTo>
                  <a:cubicBezTo>
                    <a:pt x="229" y="0"/>
                    <a:pt x="1" y="229"/>
                    <a:pt x="1" y="506"/>
                  </a:cubicBezTo>
                  <a:lnTo>
                    <a:pt x="1" y="1460"/>
                  </a:lnTo>
                  <a:cubicBezTo>
                    <a:pt x="1" y="1746"/>
                    <a:pt x="229" y="1975"/>
                    <a:pt x="506" y="1975"/>
                  </a:cubicBezTo>
                  <a:lnTo>
                    <a:pt x="592" y="1975"/>
                  </a:lnTo>
                  <a:cubicBezTo>
                    <a:pt x="878" y="1975"/>
                    <a:pt x="1098" y="1746"/>
                    <a:pt x="1098" y="1460"/>
                  </a:cubicBezTo>
                  <a:lnTo>
                    <a:pt x="1098" y="506"/>
                  </a:lnTo>
                  <a:cubicBezTo>
                    <a:pt x="1098" y="229"/>
                    <a:pt x="878" y="0"/>
                    <a:pt x="592" y="0"/>
                  </a:cubicBezTo>
                  <a:close/>
                </a:path>
              </a:pathLst>
            </a:custGeom>
            <a:solidFill>
              <a:srgbClr val="DFE5E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047" name="Google Shape;15047;p44"/>
            <p:cNvSpPr/>
            <p:nvPr/>
          </p:nvSpPr>
          <p:spPr>
            <a:xfrm>
              <a:off x="2437383" y="3072266"/>
              <a:ext cx="17020" cy="51480"/>
            </a:xfrm>
            <a:custGeom>
              <a:rect b="b" l="l" r="r" t="t"/>
              <a:pathLst>
                <a:path extrusionOk="0" h="1966" w="650">
                  <a:moveTo>
                    <a:pt x="506" y="1"/>
                  </a:moveTo>
                  <a:cubicBezTo>
                    <a:pt x="229" y="1"/>
                    <a:pt x="1" y="220"/>
                    <a:pt x="1" y="506"/>
                  </a:cubicBezTo>
                  <a:lnTo>
                    <a:pt x="1" y="1460"/>
                  </a:lnTo>
                  <a:cubicBezTo>
                    <a:pt x="1" y="1737"/>
                    <a:pt x="229" y="1966"/>
                    <a:pt x="506" y="1966"/>
                  </a:cubicBezTo>
                  <a:lnTo>
                    <a:pt x="649" y="1966"/>
                  </a:lnTo>
                  <a:cubicBezTo>
                    <a:pt x="392" y="1937"/>
                    <a:pt x="191" y="1718"/>
                    <a:pt x="191" y="1460"/>
                  </a:cubicBezTo>
                  <a:lnTo>
                    <a:pt x="191" y="506"/>
                  </a:lnTo>
                  <a:cubicBezTo>
                    <a:pt x="191" y="239"/>
                    <a:pt x="392" y="20"/>
                    <a:pt x="649" y="1"/>
                  </a:cubicBezTo>
                  <a:close/>
                </a:path>
              </a:pathLst>
            </a:custGeom>
            <a:solidFill>
              <a:srgbClr val="C8D3D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048" name="Google Shape;15048;p44"/>
            <p:cNvSpPr/>
            <p:nvPr/>
          </p:nvSpPr>
          <p:spPr>
            <a:xfrm>
              <a:off x="2357440" y="2944614"/>
              <a:ext cx="102462" cy="28751"/>
            </a:xfrm>
            <a:custGeom>
              <a:rect b="b" l="l" r="r" t="t"/>
              <a:pathLst>
                <a:path extrusionOk="0" h="1098" w="3913">
                  <a:moveTo>
                    <a:pt x="1" y="1"/>
                  </a:moveTo>
                  <a:lnTo>
                    <a:pt x="1" y="878"/>
                  </a:lnTo>
                  <a:cubicBezTo>
                    <a:pt x="1" y="1002"/>
                    <a:pt x="106" y="1098"/>
                    <a:pt x="230" y="1098"/>
                  </a:cubicBezTo>
                  <a:lnTo>
                    <a:pt x="3683" y="1098"/>
                  </a:lnTo>
                  <a:cubicBezTo>
                    <a:pt x="3807" y="1098"/>
                    <a:pt x="3912" y="1002"/>
                    <a:pt x="3912" y="878"/>
                  </a:cubicBezTo>
                  <a:lnTo>
                    <a:pt x="3912" y="1"/>
                  </a:lnTo>
                  <a:close/>
                </a:path>
              </a:pathLst>
            </a:custGeom>
            <a:solidFill>
              <a:srgbClr val="E9EEF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049" name="Google Shape;15049;p44"/>
            <p:cNvSpPr/>
            <p:nvPr/>
          </p:nvSpPr>
          <p:spPr>
            <a:xfrm>
              <a:off x="2350946" y="3028301"/>
              <a:ext cx="76722" cy="58969"/>
            </a:xfrm>
            <a:custGeom>
              <a:rect b="b" l="l" r="r" t="t"/>
              <a:pathLst>
                <a:path extrusionOk="0" h="2252" w="2930">
                  <a:moveTo>
                    <a:pt x="525" y="1"/>
                  </a:moveTo>
                  <a:cubicBezTo>
                    <a:pt x="335" y="1"/>
                    <a:pt x="153" y="58"/>
                    <a:pt x="1" y="172"/>
                  </a:cubicBezTo>
                  <a:lnTo>
                    <a:pt x="1" y="2090"/>
                  </a:lnTo>
                  <a:cubicBezTo>
                    <a:pt x="153" y="2195"/>
                    <a:pt x="335" y="2252"/>
                    <a:pt x="525" y="2252"/>
                  </a:cubicBezTo>
                  <a:lnTo>
                    <a:pt x="2338" y="2252"/>
                  </a:lnTo>
                  <a:cubicBezTo>
                    <a:pt x="2662" y="2252"/>
                    <a:pt x="2929" y="1985"/>
                    <a:pt x="2929" y="1661"/>
                  </a:cubicBezTo>
                  <a:lnTo>
                    <a:pt x="2929" y="916"/>
                  </a:lnTo>
                  <a:cubicBezTo>
                    <a:pt x="2929" y="411"/>
                    <a:pt x="2529" y="10"/>
                    <a:pt x="2033" y="1"/>
                  </a:cubicBezTo>
                  <a:close/>
                </a:path>
              </a:pathLst>
            </a:custGeom>
            <a:solidFill>
              <a:srgbClr val="C8D3D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050" name="Google Shape;15050;p44"/>
            <p:cNvSpPr/>
            <p:nvPr/>
          </p:nvSpPr>
          <p:spPr>
            <a:xfrm>
              <a:off x="2350946" y="3038539"/>
              <a:ext cx="66719" cy="38754"/>
            </a:xfrm>
            <a:custGeom>
              <a:rect b="b" l="l" r="r" t="t"/>
              <a:pathLst>
                <a:path extrusionOk="0" h="1480" w="2548">
                  <a:moveTo>
                    <a:pt x="525" y="1"/>
                  </a:moveTo>
                  <a:cubicBezTo>
                    <a:pt x="230" y="1"/>
                    <a:pt x="1" y="230"/>
                    <a:pt x="1" y="525"/>
                  </a:cubicBezTo>
                  <a:lnTo>
                    <a:pt x="1" y="955"/>
                  </a:lnTo>
                  <a:cubicBezTo>
                    <a:pt x="1" y="1241"/>
                    <a:pt x="239" y="1479"/>
                    <a:pt x="525" y="1479"/>
                  </a:cubicBezTo>
                  <a:lnTo>
                    <a:pt x="2348" y="1479"/>
                  </a:lnTo>
                  <a:cubicBezTo>
                    <a:pt x="2452" y="1479"/>
                    <a:pt x="2548" y="1384"/>
                    <a:pt x="2548" y="1279"/>
                  </a:cubicBezTo>
                  <a:lnTo>
                    <a:pt x="2548" y="525"/>
                  </a:lnTo>
                  <a:cubicBezTo>
                    <a:pt x="2548" y="230"/>
                    <a:pt x="2309" y="1"/>
                    <a:pt x="2023" y="1"/>
                  </a:cubicBezTo>
                  <a:close/>
                </a:path>
              </a:pathLst>
            </a:custGeom>
            <a:solidFill>
              <a:srgbClr val="DFE5E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051" name="Google Shape;15051;p44"/>
            <p:cNvSpPr/>
            <p:nvPr/>
          </p:nvSpPr>
          <p:spPr>
            <a:xfrm>
              <a:off x="2282499" y="3193921"/>
              <a:ext cx="166641" cy="54988"/>
            </a:xfrm>
            <a:custGeom>
              <a:rect b="b" l="l" r="r" t="t"/>
              <a:pathLst>
                <a:path extrusionOk="0" h="2100" w="6364">
                  <a:moveTo>
                    <a:pt x="907" y="1"/>
                  </a:moveTo>
                  <a:lnTo>
                    <a:pt x="87" y="1737"/>
                  </a:lnTo>
                  <a:cubicBezTo>
                    <a:pt x="1" y="1909"/>
                    <a:pt x="134" y="2099"/>
                    <a:pt x="325" y="2099"/>
                  </a:cubicBezTo>
                  <a:lnTo>
                    <a:pt x="6049" y="2099"/>
                  </a:lnTo>
                  <a:cubicBezTo>
                    <a:pt x="6240" y="2099"/>
                    <a:pt x="6364" y="1909"/>
                    <a:pt x="6288" y="1737"/>
                  </a:cubicBezTo>
                  <a:lnTo>
                    <a:pt x="5477" y="1"/>
                  </a:lnTo>
                  <a:close/>
                </a:path>
              </a:pathLst>
            </a:custGeom>
            <a:solidFill>
              <a:srgbClr val="778DA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052" name="Google Shape;15052;p44"/>
            <p:cNvSpPr/>
            <p:nvPr/>
          </p:nvSpPr>
          <p:spPr>
            <a:xfrm>
              <a:off x="2306248" y="3178681"/>
              <a:ext cx="119665" cy="30506"/>
            </a:xfrm>
            <a:custGeom>
              <a:rect b="b" l="l" r="r" t="t"/>
              <a:pathLst>
                <a:path extrusionOk="0" h="1165" w="4570">
                  <a:moveTo>
                    <a:pt x="2290" y="1"/>
                  </a:moveTo>
                  <a:cubicBezTo>
                    <a:pt x="1021" y="1"/>
                    <a:pt x="0" y="258"/>
                    <a:pt x="0" y="583"/>
                  </a:cubicBezTo>
                  <a:cubicBezTo>
                    <a:pt x="0" y="907"/>
                    <a:pt x="1021" y="1164"/>
                    <a:pt x="2290" y="1164"/>
                  </a:cubicBezTo>
                  <a:cubicBezTo>
                    <a:pt x="3549" y="1164"/>
                    <a:pt x="4570" y="907"/>
                    <a:pt x="4570" y="583"/>
                  </a:cubicBezTo>
                  <a:cubicBezTo>
                    <a:pt x="4570" y="258"/>
                    <a:pt x="3549" y="1"/>
                    <a:pt x="2290" y="1"/>
                  </a:cubicBezTo>
                  <a:close/>
                </a:path>
              </a:pathLst>
            </a:custGeom>
            <a:solidFill>
              <a:srgbClr val="95A6B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053" name="Google Shape;15053;p44"/>
            <p:cNvSpPr/>
            <p:nvPr/>
          </p:nvSpPr>
          <p:spPr>
            <a:xfrm>
              <a:off x="2322719" y="3108296"/>
              <a:ext cx="11024" cy="59178"/>
            </a:xfrm>
            <a:custGeom>
              <a:rect b="b" l="l" r="r" t="t"/>
              <a:pathLst>
                <a:path extrusionOk="0" h="2260" w="421">
                  <a:moveTo>
                    <a:pt x="211" y="1"/>
                  </a:moveTo>
                  <a:cubicBezTo>
                    <a:pt x="106" y="1"/>
                    <a:pt x="1" y="70"/>
                    <a:pt x="1" y="208"/>
                  </a:cubicBezTo>
                  <a:lnTo>
                    <a:pt x="1" y="2049"/>
                  </a:lnTo>
                  <a:cubicBezTo>
                    <a:pt x="1" y="2164"/>
                    <a:pt x="96" y="2259"/>
                    <a:pt x="211" y="2259"/>
                  </a:cubicBezTo>
                  <a:cubicBezTo>
                    <a:pt x="325" y="2259"/>
                    <a:pt x="420" y="2164"/>
                    <a:pt x="420" y="2049"/>
                  </a:cubicBezTo>
                  <a:lnTo>
                    <a:pt x="420" y="208"/>
                  </a:lnTo>
                  <a:cubicBezTo>
                    <a:pt x="420" y="70"/>
                    <a:pt x="315" y="1"/>
                    <a:pt x="211" y="1"/>
                  </a:cubicBezTo>
                  <a:close/>
                </a:path>
              </a:pathLst>
            </a:custGeom>
            <a:solidFill>
              <a:srgbClr val="BECBD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054" name="Google Shape;15054;p44"/>
            <p:cNvSpPr/>
            <p:nvPr/>
          </p:nvSpPr>
          <p:spPr>
            <a:xfrm>
              <a:off x="2264928" y="3128668"/>
              <a:ext cx="48573" cy="44803"/>
            </a:xfrm>
            <a:custGeom>
              <a:rect b="b" l="l" r="r" t="t"/>
              <a:pathLst>
                <a:path extrusionOk="0" h="1711" w="1855">
                  <a:moveTo>
                    <a:pt x="290" y="0"/>
                  </a:moveTo>
                  <a:cubicBezTo>
                    <a:pt x="132" y="0"/>
                    <a:pt x="1" y="197"/>
                    <a:pt x="128" y="346"/>
                  </a:cubicBezTo>
                  <a:lnTo>
                    <a:pt x="1425" y="1643"/>
                  </a:lnTo>
                  <a:cubicBezTo>
                    <a:pt x="1464" y="1682"/>
                    <a:pt x="1521" y="1710"/>
                    <a:pt x="1578" y="1710"/>
                  </a:cubicBezTo>
                  <a:lnTo>
                    <a:pt x="1578" y="1701"/>
                  </a:lnTo>
                  <a:cubicBezTo>
                    <a:pt x="1759" y="1701"/>
                    <a:pt x="1855" y="1481"/>
                    <a:pt x="1721" y="1348"/>
                  </a:cubicBezTo>
                  <a:lnTo>
                    <a:pt x="424" y="50"/>
                  </a:lnTo>
                  <a:cubicBezTo>
                    <a:pt x="380" y="15"/>
                    <a:pt x="334" y="0"/>
                    <a:pt x="290" y="0"/>
                  </a:cubicBezTo>
                  <a:close/>
                </a:path>
              </a:pathLst>
            </a:custGeom>
            <a:solidFill>
              <a:srgbClr val="BECBD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055" name="Google Shape;15055;p44"/>
            <p:cNvSpPr/>
            <p:nvPr/>
          </p:nvSpPr>
          <p:spPr>
            <a:xfrm>
              <a:off x="2233795" y="3181928"/>
              <a:ext cx="62713" cy="11024"/>
            </a:xfrm>
            <a:custGeom>
              <a:rect b="b" l="l" r="r" t="t"/>
              <a:pathLst>
                <a:path extrusionOk="0" h="421" w="2395">
                  <a:moveTo>
                    <a:pt x="277" y="1"/>
                  </a:moveTo>
                  <a:cubicBezTo>
                    <a:pt x="0" y="1"/>
                    <a:pt x="0" y="420"/>
                    <a:pt x="277" y="420"/>
                  </a:cubicBezTo>
                  <a:lnTo>
                    <a:pt x="2118" y="420"/>
                  </a:lnTo>
                  <a:cubicBezTo>
                    <a:pt x="2395" y="420"/>
                    <a:pt x="2395" y="1"/>
                    <a:pt x="2118" y="1"/>
                  </a:cubicBezTo>
                  <a:close/>
                </a:path>
              </a:pathLst>
            </a:custGeom>
            <a:solidFill>
              <a:srgbClr val="BECBD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5056" name="Google Shape;15056;p44"/>
          <p:cNvGrpSpPr/>
          <p:nvPr/>
        </p:nvGrpSpPr>
        <p:grpSpPr>
          <a:xfrm>
            <a:off x="3523772" y="3252022"/>
            <a:ext cx="362008" cy="244175"/>
            <a:chOff x="3523772" y="3404422"/>
            <a:chExt cx="362008" cy="244175"/>
          </a:xfrm>
        </p:grpSpPr>
        <p:sp>
          <p:nvSpPr>
            <p:cNvPr id="15057" name="Google Shape;15057;p44"/>
            <p:cNvSpPr/>
            <p:nvPr/>
          </p:nvSpPr>
          <p:spPr>
            <a:xfrm>
              <a:off x="3566244" y="3404579"/>
              <a:ext cx="122677" cy="233256"/>
            </a:xfrm>
            <a:custGeom>
              <a:rect b="b" l="l" r="r" t="t"/>
              <a:pathLst>
                <a:path extrusionOk="0" h="8908" w="4685">
                  <a:moveTo>
                    <a:pt x="1882" y="1"/>
                  </a:moveTo>
                  <a:cubicBezTo>
                    <a:pt x="1557" y="1"/>
                    <a:pt x="1231" y="211"/>
                    <a:pt x="1203" y="637"/>
                  </a:cubicBezTo>
                  <a:cubicBezTo>
                    <a:pt x="1107" y="503"/>
                    <a:pt x="955" y="408"/>
                    <a:pt x="792" y="379"/>
                  </a:cubicBezTo>
                  <a:cubicBezTo>
                    <a:pt x="754" y="370"/>
                    <a:pt x="716" y="370"/>
                    <a:pt x="668" y="370"/>
                  </a:cubicBezTo>
                  <a:cubicBezTo>
                    <a:pt x="296" y="370"/>
                    <a:pt x="1" y="675"/>
                    <a:pt x="1" y="1047"/>
                  </a:cubicBezTo>
                  <a:lnTo>
                    <a:pt x="1" y="8908"/>
                  </a:lnTo>
                  <a:lnTo>
                    <a:pt x="4685" y="8908"/>
                  </a:lnTo>
                  <a:lnTo>
                    <a:pt x="4666" y="2068"/>
                  </a:lnTo>
                  <a:cubicBezTo>
                    <a:pt x="4666" y="1744"/>
                    <a:pt x="4407" y="1531"/>
                    <a:pt x="4136" y="1531"/>
                  </a:cubicBezTo>
                  <a:cubicBezTo>
                    <a:pt x="4007" y="1531"/>
                    <a:pt x="3876" y="1579"/>
                    <a:pt x="3769" y="1686"/>
                  </a:cubicBezTo>
                  <a:lnTo>
                    <a:pt x="3769" y="1219"/>
                  </a:lnTo>
                  <a:cubicBezTo>
                    <a:pt x="3763" y="806"/>
                    <a:pt x="3426" y="544"/>
                    <a:pt x="3081" y="544"/>
                  </a:cubicBezTo>
                  <a:cubicBezTo>
                    <a:pt x="2891" y="544"/>
                    <a:pt x="2699" y="623"/>
                    <a:pt x="2557" y="799"/>
                  </a:cubicBezTo>
                  <a:lnTo>
                    <a:pt x="2557" y="675"/>
                  </a:lnTo>
                  <a:cubicBezTo>
                    <a:pt x="2557" y="228"/>
                    <a:pt x="2220" y="1"/>
                    <a:pt x="1882" y="1"/>
                  </a:cubicBezTo>
                  <a:close/>
                </a:path>
              </a:pathLst>
            </a:custGeom>
            <a:solidFill>
              <a:srgbClr val="EBEFF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058" name="Google Shape;15058;p44"/>
            <p:cNvSpPr/>
            <p:nvPr/>
          </p:nvSpPr>
          <p:spPr>
            <a:xfrm>
              <a:off x="3566244" y="3511179"/>
              <a:ext cx="78476" cy="126657"/>
            </a:xfrm>
            <a:custGeom>
              <a:rect b="b" l="l" r="r" t="t"/>
              <a:pathLst>
                <a:path extrusionOk="0" h="4837" w="2997">
                  <a:moveTo>
                    <a:pt x="1" y="0"/>
                  </a:moveTo>
                  <a:lnTo>
                    <a:pt x="1" y="4837"/>
                  </a:lnTo>
                  <a:lnTo>
                    <a:pt x="2996" y="4837"/>
                  </a:lnTo>
                  <a:lnTo>
                    <a:pt x="2996" y="2996"/>
                  </a:lnTo>
                  <a:cubicBezTo>
                    <a:pt x="2996" y="1345"/>
                    <a:pt x="1651" y="0"/>
                    <a:pt x="1" y="0"/>
                  </a:cubicBezTo>
                  <a:close/>
                </a:path>
              </a:pathLst>
            </a:custGeom>
            <a:solidFill>
              <a:srgbClr val="AEBFC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059" name="Google Shape;15059;p44"/>
            <p:cNvSpPr/>
            <p:nvPr/>
          </p:nvSpPr>
          <p:spPr>
            <a:xfrm>
              <a:off x="3586852" y="3414504"/>
              <a:ext cx="11390" cy="95759"/>
            </a:xfrm>
            <a:custGeom>
              <a:rect b="b" l="l" r="r" t="t"/>
              <a:pathLst>
                <a:path extrusionOk="0" h="3657" w="435">
                  <a:moveTo>
                    <a:pt x="15" y="0"/>
                  </a:moveTo>
                  <a:lnTo>
                    <a:pt x="15" y="3435"/>
                  </a:lnTo>
                  <a:cubicBezTo>
                    <a:pt x="1" y="3582"/>
                    <a:pt x="108" y="3656"/>
                    <a:pt x="216" y="3656"/>
                  </a:cubicBezTo>
                  <a:cubicBezTo>
                    <a:pt x="325" y="3656"/>
                    <a:pt x="435" y="3582"/>
                    <a:pt x="425" y="3435"/>
                  </a:cubicBezTo>
                  <a:lnTo>
                    <a:pt x="425" y="258"/>
                  </a:lnTo>
                  <a:cubicBezTo>
                    <a:pt x="320" y="124"/>
                    <a:pt x="177" y="29"/>
                    <a:pt x="15" y="0"/>
                  </a:cubicBezTo>
                  <a:close/>
                </a:path>
              </a:pathLst>
            </a:custGeom>
            <a:solidFill>
              <a:srgbClr val="AEBFC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060" name="Google Shape;15060;p44"/>
            <p:cNvSpPr/>
            <p:nvPr/>
          </p:nvSpPr>
          <p:spPr>
            <a:xfrm>
              <a:off x="3622202" y="3405758"/>
              <a:ext cx="11521" cy="103928"/>
            </a:xfrm>
            <a:custGeom>
              <a:rect b="b" l="l" r="r" t="t"/>
              <a:pathLst>
                <a:path extrusionOk="0" h="3969" w="440">
                  <a:moveTo>
                    <a:pt x="10" y="0"/>
                  </a:moveTo>
                  <a:cubicBezTo>
                    <a:pt x="10" y="10"/>
                    <a:pt x="10" y="29"/>
                    <a:pt x="10" y="39"/>
                  </a:cubicBezTo>
                  <a:cubicBezTo>
                    <a:pt x="29" y="229"/>
                    <a:pt x="20" y="2719"/>
                    <a:pt x="0" y="3759"/>
                  </a:cubicBezTo>
                  <a:cubicBezTo>
                    <a:pt x="0" y="3874"/>
                    <a:pt x="96" y="3969"/>
                    <a:pt x="210" y="3969"/>
                  </a:cubicBezTo>
                  <a:cubicBezTo>
                    <a:pt x="325" y="3969"/>
                    <a:pt x="411" y="3883"/>
                    <a:pt x="411" y="3769"/>
                  </a:cubicBezTo>
                  <a:cubicBezTo>
                    <a:pt x="411" y="3759"/>
                    <a:pt x="420" y="3034"/>
                    <a:pt x="430" y="2299"/>
                  </a:cubicBezTo>
                  <a:cubicBezTo>
                    <a:pt x="439" y="1660"/>
                    <a:pt x="439" y="1145"/>
                    <a:pt x="430" y="754"/>
                  </a:cubicBezTo>
                  <a:lnTo>
                    <a:pt x="430" y="630"/>
                  </a:lnTo>
                  <a:cubicBezTo>
                    <a:pt x="430" y="353"/>
                    <a:pt x="268" y="105"/>
                    <a:pt x="10" y="0"/>
                  </a:cubicBezTo>
                  <a:close/>
                </a:path>
              </a:pathLst>
            </a:custGeom>
            <a:solidFill>
              <a:srgbClr val="AEBFC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061" name="Google Shape;15061;p44"/>
            <p:cNvSpPr/>
            <p:nvPr/>
          </p:nvSpPr>
          <p:spPr>
            <a:xfrm>
              <a:off x="3654174" y="3420002"/>
              <a:ext cx="11024" cy="89317"/>
            </a:xfrm>
            <a:custGeom>
              <a:rect b="b" l="l" r="r" t="t"/>
              <a:pathLst>
                <a:path extrusionOk="0" h="3411" w="421">
                  <a:moveTo>
                    <a:pt x="1" y="0"/>
                  </a:moveTo>
                  <a:lnTo>
                    <a:pt x="1" y="3225"/>
                  </a:lnTo>
                  <a:cubicBezTo>
                    <a:pt x="10" y="3349"/>
                    <a:pt x="110" y="3411"/>
                    <a:pt x="210" y="3411"/>
                  </a:cubicBezTo>
                  <a:cubicBezTo>
                    <a:pt x="311" y="3411"/>
                    <a:pt x="411" y="3349"/>
                    <a:pt x="420" y="3225"/>
                  </a:cubicBezTo>
                  <a:lnTo>
                    <a:pt x="420" y="630"/>
                  </a:lnTo>
                  <a:cubicBezTo>
                    <a:pt x="420" y="353"/>
                    <a:pt x="258" y="105"/>
                    <a:pt x="1" y="0"/>
                  </a:cubicBezTo>
                  <a:close/>
                </a:path>
              </a:pathLst>
            </a:custGeom>
            <a:solidFill>
              <a:srgbClr val="AEBFC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062" name="Google Shape;15062;p44"/>
            <p:cNvSpPr/>
            <p:nvPr/>
          </p:nvSpPr>
          <p:spPr>
            <a:xfrm>
              <a:off x="3523772" y="3493320"/>
              <a:ext cx="90469" cy="144515"/>
            </a:xfrm>
            <a:custGeom>
              <a:rect b="b" l="l" r="r" t="t"/>
              <a:pathLst>
                <a:path extrusionOk="0" h="5519" w="3455">
                  <a:moveTo>
                    <a:pt x="683" y="0"/>
                  </a:moveTo>
                  <a:cubicBezTo>
                    <a:pt x="523" y="0"/>
                    <a:pt x="363" y="62"/>
                    <a:pt x="239" y="186"/>
                  </a:cubicBezTo>
                  <a:cubicBezTo>
                    <a:pt x="1" y="425"/>
                    <a:pt x="1" y="825"/>
                    <a:pt x="239" y="1064"/>
                  </a:cubicBezTo>
                  <a:lnTo>
                    <a:pt x="1623" y="2447"/>
                  </a:lnTo>
                  <a:lnTo>
                    <a:pt x="1623" y="5519"/>
                  </a:lnTo>
                  <a:lnTo>
                    <a:pt x="3454" y="5519"/>
                  </a:lnTo>
                  <a:lnTo>
                    <a:pt x="3454" y="4107"/>
                  </a:lnTo>
                  <a:cubicBezTo>
                    <a:pt x="3454" y="3067"/>
                    <a:pt x="3034" y="2075"/>
                    <a:pt x="2300" y="1350"/>
                  </a:cubicBezTo>
                  <a:lnTo>
                    <a:pt x="1126" y="186"/>
                  </a:lnTo>
                  <a:cubicBezTo>
                    <a:pt x="1002" y="62"/>
                    <a:pt x="843" y="0"/>
                    <a:pt x="683" y="0"/>
                  </a:cubicBezTo>
                  <a:close/>
                </a:path>
              </a:pathLst>
            </a:custGeom>
            <a:solidFill>
              <a:srgbClr val="657A8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063" name="Google Shape;15063;p44"/>
            <p:cNvSpPr/>
            <p:nvPr/>
          </p:nvSpPr>
          <p:spPr>
            <a:xfrm>
              <a:off x="3557263" y="3624324"/>
              <a:ext cx="140404" cy="24273"/>
            </a:xfrm>
            <a:custGeom>
              <a:rect b="b" l="l" r="r" t="t"/>
              <a:pathLst>
                <a:path extrusionOk="0" h="927" w="5362">
                  <a:moveTo>
                    <a:pt x="219" y="1"/>
                  </a:moveTo>
                  <a:cubicBezTo>
                    <a:pt x="105" y="1"/>
                    <a:pt x="0" y="106"/>
                    <a:pt x="0" y="230"/>
                  </a:cubicBezTo>
                  <a:lnTo>
                    <a:pt x="0" y="707"/>
                  </a:lnTo>
                  <a:cubicBezTo>
                    <a:pt x="0" y="821"/>
                    <a:pt x="105" y="926"/>
                    <a:pt x="219" y="926"/>
                  </a:cubicBezTo>
                  <a:lnTo>
                    <a:pt x="5142" y="926"/>
                  </a:lnTo>
                  <a:cubicBezTo>
                    <a:pt x="5266" y="926"/>
                    <a:pt x="5362" y="821"/>
                    <a:pt x="5362" y="707"/>
                  </a:cubicBezTo>
                  <a:lnTo>
                    <a:pt x="5362" y="230"/>
                  </a:lnTo>
                  <a:cubicBezTo>
                    <a:pt x="5362" y="106"/>
                    <a:pt x="5266" y="1"/>
                    <a:pt x="5142" y="1"/>
                  </a:cubicBezTo>
                  <a:close/>
                </a:path>
              </a:pathLst>
            </a:custGeom>
            <a:solidFill>
              <a:srgbClr val="435D7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064" name="Google Shape;15064;p44"/>
            <p:cNvSpPr/>
            <p:nvPr/>
          </p:nvSpPr>
          <p:spPr>
            <a:xfrm>
              <a:off x="3720631" y="3404422"/>
              <a:ext cx="122677" cy="233413"/>
            </a:xfrm>
            <a:custGeom>
              <a:rect b="b" l="l" r="r" t="t"/>
              <a:pathLst>
                <a:path extrusionOk="0" h="8914" w="4685">
                  <a:moveTo>
                    <a:pt x="2786" y="1"/>
                  </a:moveTo>
                  <a:cubicBezTo>
                    <a:pt x="2473" y="1"/>
                    <a:pt x="2160" y="199"/>
                    <a:pt x="2118" y="605"/>
                  </a:cubicBezTo>
                  <a:cubicBezTo>
                    <a:pt x="2118" y="624"/>
                    <a:pt x="2118" y="652"/>
                    <a:pt x="2118" y="681"/>
                  </a:cubicBezTo>
                  <a:lnTo>
                    <a:pt x="2118" y="815"/>
                  </a:lnTo>
                  <a:cubicBezTo>
                    <a:pt x="1986" y="642"/>
                    <a:pt x="1789" y="548"/>
                    <a:pt x="1585" y="548"/>
                  </a:cubicBezTo>
                  <a:cubicBezTo>
                    <a:pt x="1496" y="548"/>
                    <a:pt x="1404" y="567"/>
                    <a:pt x="1317" y="605"/>
                  </a:cubicBezTo>
                  <a:cubicBezTo>
                    <a:pt x="1069" y="710"/>
                    <a:pt x="906" y="958"/>
                    <a:pt x="906" y="1225"/>
                  </a:cubicBezTo>
                  <a:lnTo>
                    <a:pt x="906" y="1683"/>
                  </a:lnTo>
                  <a:cubicBezTo>
                    <a:pt x="797" y="1579"/>
                    <a:pt x="666" y="1533"/>
                    <a:pt x="537" y="1533"/>
                  </a:cubicBezTo>
                  <a:cubicBezTo>
                    <a:pt x="262" y="1533"/>
                    <a:pt x="0" y="1746"/>
                    <a:pt x="0" y="2064"/>
                  </a:cubicBezTo>
                  <a:lnTo>
                    <a:pt x="0" y="8914"/>
                  </a:lnTo>
                  <a:lnTo>
                    <a:pt x="4684" y="8914"/>
                  </a:lnTo>
                  <a:lnTo>
                    <a:pt x="4684" y="1053"/>
                  </a:lnTo>
                  <a:cubicBezTo>
                    <a:pt x="4684" y="677"/>
                    <a:pt x="4388" y="375"/>
                    <a:pt x="4015" y="375"/>
                  </a:cubicBezTo>
                  <a:cubicBezTo>
                    <a:pt x="4009" y="375"/>
                    <a:pt x="4003" y="376"/>
                    <a:pt x="3997" y="376"/>
                  </a:cubicBezTo>
                  <a:cubicBezTo>
                    <a:pt x="3959" y="376"/>
                    <a:pt x="3921" y="376"/>
                    <a:pt x="3883" y="385"/>
                  </a:cubicBezTo>
                  <a:cubicBezTo>
                    <a:pt x="3711" y="414"/>
                    <a:pt x="3568" y="509"/>
                    <a:pt x="3463" y="643"/>
                  </a:cubicBezTo>
                  <a:cubicBezTo>
                    <a:pt x="3444" y="218"/>
                    <a:pt x="3115" y="1"/>
                    <a:pt x="2786" y="1"/>
                  </a:cubicBezTo>
                  <a:close/>
                </a:path>
              </a:pathLst>
            </a:custGeom>
            <a:solidFill>
              <a:srgbClr val="EBEFF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065" name="Google Shape;15065;p44"/>
            <p:cNvSpPr/>
            <p:nvPr/>
          </p:nvSpPr>
          <p:spPr>
            <a:xfrm>
              <a:off x="3764831" y="3511179"/>
              <a:ext cx="78476" cy="126657"/>
            </a:xfrm>
            <a:custGeom>
              <a:rect b="b" l="l" r="r" t="t"/>
              <a:pathLst>
                <a:path extrusionOk="0" h="4837" w="2997">
                  <a:moveTo>
                    <a:pt x="2996" y="0"/>
                  </a:moveTo>
                  <a:cubicBezTo>
                    <a:pt x="1336" y="0"/>
                    <a:pt x="1" y="1345"/>
                    <a:pt x="1" y="2996"/>
                  </a:cubicBezTo>
                  <a:lnTo>
                    <a:pt x="1" y="4837"/>
                  </a:lnTo>
                  <a:lnTo>
                    <a:pt x="2996" y="4837"/>
                  </a:lnTo>
                  <a:lnTo>
                    <a:pt x="2996" y="0"/>
                  </a:lnTo>
                  <a:close/>
                </a:path>
              </a:pathLst>
            </a:custGeom>
            <a:solidFill>
              <a:srgbClr val="AEBFC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066" name="Google Shape;15066;p44"/>
            <p:cNvSpPr/>
            <p:nvPr/>
          </p:nvSpPr>
          <p:spPr>
            <a:xfrm>
              <a:off x="3811546" y="3414504"/>
              <a:ext cx="10762" cy="94764"/>
            </a:xfrm>
            <a:custGeom>
              <a:rect b="b" l="l" r="r" t="t"/>
              <a:pathLst>
                <a:path extrusionOk="0" h="3619" w="411">
                  <a:moveTo>
                    <a:pt x="411" y="0"/>
                  </a:moveTo>
                  <a:cubicBezTo>
                    <a:pt x="249" y="29"/>
                    <a:pt x="96" y="124"/>
                    <a:pt x="1" y="258"/>
                  </a:cubicBezTo>
                  <a:lnTo>
                    <a:pt x="1" y="3425"/>
                  </a:lnTo>
                  <a:cubicBezTo>
                    <a:pt x="10" y="3554"/>
                    <a:pt x="108" y="3618"/>
                    <a:pt x="206" y="3618"/>
                  </a:cubicBezTo>
                  <a:cubicBezTo>
                    <a:pt x="304" y="3618"/>
                    <a:pt x="401" y="3554"/>
                    <a:pt x="411" y="3425"/>
                  </a:cubicBezTo>
                  <a:lnTo>
                    <a:pt x="411" y="0"/>
                  </a:lnTo>
                  <a:close/>
                </a:path>
              </a:pathLst>
            </a:custGeom>
            <a:solidFill>
              <a:srgbClr val="AEBFC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067" name="Google Shape;15067;p44"/>
            <p:cNvSpPr/>
            <p:nvPr/>
          </p:nvSpPr>
          <p:spPr>
            <a:xfrm>
              <a:off x="3776091" y="3472372"/>
              <a:ext cx="11260" cy="37340"/>
            </a:xfrm>
            <a:custGeom>
              <a:rect b="b" l="l" r="r" t="t"/>
              <a:pathLst>
                <a:path extrusionOk="0" h="1426" w="430">
                  <a:moveTo>
                    <a:pt x="205" y="1"/>
                  </a:moveTo>
                  <a:cubicBezTo>
                    <a:pt x="103" y="1"/>
                    <a:pt x="0" y="70"/>
                    <a:pt x="0" y="204"/>
                  </a:cubicBezTo>
                  <a:cubicBezTo>
                    <a:pt x="10" y="481"/>
                    <a:pt x="10" y="805"/>
                    <a:pt x="10" y="1215"/>
                  </a:cubicBezTo>
                  <a:cubicBezTo>
                    <a:pt x="10" y="1330"/>
                    <a:pt x="95" y="1425"/>
                    <a:pt x="210" y="1425"/>
                  </a:cubicBezTo>
                  <a:cubicBezTo>
                    <a:pt x="215" y="1425"/>
                    <a:pt x="221" y="1426"/>
                    <a:pt x="226" y="1426"/>
                  </a:cubicBezTo>
                  <a:cubicBezTo>
                    <a:pt x="333" y="1426"/>
                    <a:pt x="420" y="1334"/>
                    <a:pt x="420" y="1225"/>
                  </a:cubicBezTo>
                  <a:cubicBezTo>
                    <a:pt x="429" y="805"/>
                    <a:pt x="429" y="471"/>
                    <a:pt x="410" y="185"/>
                  </a:cubicBezTo>
                  <a:cubicBezTo>
                    <a:pt x="397" y="61"/>
                    <a:pt x="301" y="1"/>
                    <a:pt x="205" y="1"/>
                  </a:cubicBezTo>
                  <a:close/>
                </a:path>
              </a:pathLst>
            </a:custGeom>
            <a:solidFill>
              <a:srgbClr val="AEBFC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068" name="Google Shape;15068;p44"/>
            <p:cNvSpPr/>
            <p:nvPr/>
          </p:nvSpPr>
          <p:spPr>
            <a:xfrm>
              <a:off x="3744355" y="3420238"/>
              <a:ext cx="10762" cy="89265"/>
            </a:xfrm>
            <a:custGeom>
              <a:rect b="b" l="l" r="r" t="t"/>
              <a:pathLst>
                <a:path extrusionOk="0" h="3409" w="411">
                  <a:moveTo>
                    <a:pt x="411" y="1"/>
                  </a:moveTo>
                  <a:cubicBezTo>
                    <a:pt x="163" y="106"/>
                    <a:pt x="0" y="354"/>
                    <a:pt x="0" y="621"/>
                  </a:cubicBezTo>
                  <a:lnTo>
                    <a:pt x="0" y="3216"/>
                  </a:lnTo>
                  <a:cubicBezTo>
                    <a:pt x="10" y="3344"/>
                    <a:pt x="108" y="3409"/>
                    <a:pt x="206" y="3409"/>
                  </a:cubicBezTo>
                  <a:cubicBezTo>
                    <a:pt x="303" y="3409"/>
                    <a:pt x="401" y="3344"/>
                    <a:pt x="411" y="3216"/>
                  </a:cubicBezTo>
                  <a:lnTo>
                    <a:pt x="411" y="1"/>
                  </a:lnTo>
                  <a:close/>
                </a:path>
              </a:pathLst>
            </a:custGeom>
            <a:solidFill>
              <a:srgbClr val="AEBFC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069" name="Google Shape;15069;p44"/>
            <p:cNvSpPr/>
            <p:nvPr/>
          </p:nvSpPr>
          <p:spPr>
            <a:xfrm>
              <a:off x="3795311" y="3493320"/>
              <a:ext cx="90469" cy="144515"/>
            </a:xfrm>
            <a:custGeom>
              <a:rect b="b" l="l" r="r" t="t"/>
              <a:pathLst>
                <a:path extrusionOk="0" h="5519" w="3455">
                  <a:moveTo>
                    <a:pt x="2773" y="0"/>
                  </a:moveTo>
                  <a:cubicBezTo>
                    <a:pt x="2615" y="0"/>
                    <a:pt x="2457" y="62"/>
                    <a:pt x="2338" y="186"/>
                  </a:cubicBezTo>
                  <a:lnTo>
                    <a:pt x="1155" y="1350"/>
                  </a:lnTo>
                  <a:cubicBezTo>
                    <a:pt x="420" y="2075"/>
                    <a:pt x="1" y="3067"/>
                    <a:pt x="1" y="4107"/>
                  </a:cubicBezTo>
                  <a:lnTo>
                    <a:pt x="1" y="5519"/>
                  </a:lnTo>
                  <a:lnTo>
                    <a:pt x="1832" y="5519"/>
                  </a:lnTo>
                  <a:lnTo>
                    <a:pt x="1832" y="2447"/>
                  </a:lnTo>
                  <a:lnTo>
                    <a:pt x="3216" y="1064"/>
                  </a:lnTo>
                  <a:cubicBezTo>
                    <a:pt x="3454" y="825"/>
                    <a:pt x="3454" y="425"/>
                    <a:pt x="3216" y="186"/>
                  </a:cubicBezTo>
                  <a:cubicBezTo>
                    <a:pt x="3092" y="62"/>
                    <a:pt x="2932" y="0"/>
                    <a:pt x="2773" y="0"/>
                  </a:cubicBezTo>
                  <a:close/>
                </a:path>
              </a:pathLst>
            </a:custGeom>
            <a:solidFill>
              <a:srgbClr val="657A8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070" name="Google Shape;15070;p44"/>
            <p:cNvSpPr/>
            <p:nvPr/>
          </p:nvSpPr>
          <p:spPr>
            <a:xfrm>
              <a:off x="3711624" y="3624324"/>
              <a:ext cx="140666" cy="24273"/>
            </a:xfrm>
            <a:custGeom>
              <a:rect b="b" l="l" r="r" t="t"/>
              <a:pathLst>
                <a:path extrusionOk="0" h="927" w="5372">
                  <a:moveTo>
                    <a:pt x="230" y="1"/>
                  </a:moveTo>
                  <a:cubicBezTo>
                    <a:pt x="106" y="1"/>
                    <a:pt x="1" y="106"/>
                    <a:pt x="10" y="230"/>
                  </a:cubicBezTo>
                  <a:lnTo>
                    <a:pt x="10" y="707"/>
                  </a:lnTo>
                  <a:cubicBezTo>
                    <a:pt x="10" y="831"/>
                    <a:pt x="106" y="926"/>
                    <a:pt x="230" y="926"/>
                  </a:cubicBezTo>
                  <a:lnTo>
                    <a:pt x="5143" y="926"/>
                  </a:lnTo>
                  <a:cubicBezTo>
                    <a:pt x="5267" y="926"/>
                    <a:pt x="5372" y="821"/>
                    <a:pt x="5362" y="707"/>
                  </a:cubicBezTo>
                  <a:lnTo>
                    <a:pt x="5362" y="230"/>
                  </a:lnTo>
                  <a:cubicBezTo>
                    <a:pt x="5362" y="106"/>
                    <a:pt x="5267" y="1"/>
                    <a:pt x="5143" y="1"/>
                  </a:cubicBezTo>
                  <a:close/>
                </a:path>
              </a:pathLst>
            </a:custGeom>
            <a:solidFill>
              <a:srgbClr val="435D7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071" name="Google Shape;15071;p44"/>
            <p:cNvSpPr/>
            <p:nvPr/>
          </p:nvSpPr>
          <p:spPr>
            <a:xfrm>
              <a:off x="3776327" y="3405758"/>
              <a:ext cx="10762" cy="56795"/>
            </a:xfrm>
            <a:custGeom>
              <a:rect b="b" l="l" r="r" t="t"/>
              <a:pathLst>
                <a:path extrusionOk="0" h="2169" w="411">
                  <a:moveTo>
                    <a:pt x="411" y="0"/>
                  </a:moveTo>
                  <a:cubicBezTo>
                    <a:pt x="182" y="96"/>
                    <a:pt x="20" y="306"/>
                    <a:pt x="1" y="554"/>
                  </a:cubicBezTo>
                  <a:lnTo>
                    <a:pt x="1" y="1975"/>
                  </a:lnTo>
                  <a:cubicBezTo>
                    <a:pt x="10" y="2104"/>
                    <a:pt x="108" y="2168"/>
                    <a:pt x="206" y="2168"/>
                  </a:cubicBezTo>
                  <a:cubicBezTo>
                    <a:pt x="304" y="2168"/>
                    <a:pt x="401" y="2104"/>
                    <a:pt x="411" y="1975"/>
                  </a:cubicBezTo>
                  <a:lnTo>
                    <a:pt x="411" y="0"/>
                  </a:lnTo>
                  <a:close/>
                </a:path>
              </a:pathLst>
            </a:custGeom>
            <a:solidFill>
              <a:srgbClr val="AEBFC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5072" name="Google Shape;15072;p44"/>
          <p:cNvGrpSpPr/>
          <p:nvPr/>
        </p:nvGrpSpPr>
        <p:grpSpPr>
          <a:xfrm>
            <a:off x="3531026" y="1824914"/>
            <a:ext cx="359232" cy="327836"/>
            <a:chOff x="3531026" y="1977314"/>
            <a:chExt cx="359232" cy="327836"/>
          </a:xfrm>
        </p:grpSpPr>
        <p:sp>
          <p:nvSpPr>
            <p:cNvPr id="15073" name="Google Shape;15073;p44"/>
            <p:cNvSpPr/>
            <p:nvPr/>
          </p:nvSpPr>
          <p:spPr>
            <a:xfrm>
              <a:off x="3668156" y="1977314"/>
              <a:ext cx="96806" cy="92590"/>
            </a:xfrm>
            <a:custGeom>
              <a:rect b="b" l="l" r="r" t="t"/>
              <a:pathLst>
                <a:path extrusionOk="0" h="3536" w="3697">
                  <a:moveTo>
                    <a:pt x="1845" y="862"/>
                  </a:moveTo>
                  <a:cubicBezTo>
                    <a:pt x="2066" y="862"/>
                    <a:pt x="2290" y="944"/>
                    <a:pt x="2472" y="1129"/>
                  </a:cubicBezTo>
                  <a:cubicBezTo>
                    <a:pt x="3044" y="1701"/>
                    <a:pt x="2643" y="2674"/>
                    <a:pt x="1832" y="2674"/>
                  </a:cubicBezTo>
                  <a:cubicBezTo>
                    <a:pt x="1336" y="2674"/>
                    <a:pt x="936" y="2264"/>
                    <a:pt x="936" y="1768"/>
                  </a:cubicBezTo>
                  <a:cubicBezTo>
                    <a:pt x="936" y="1225"/>
                    <a:pt x="1382" y="862"/>
                    <a:pt x="1845" y="862"/>
                  </a:cubicBezTo>
                  <a:close/>
                  <a:moveTo>
                    <a:pt x="1832" y="1"/>
                  </a:moveTo>
                  <a:cubicBezTo>
                    <a:pt x="1732" y="1"/>
                    <a:pt x="1632" y="65"/>
                    <a:pt x="1623" y="194"/>
                  </a:cubicBezTo>
                  <a:lnTo>
                    <a:pt x="1623" y="461"/>
                  </a:lnTo>
                  <a:cubicBezTo>
                    <a:pt x="1422" y="499"/>
                    <a:pt x="1231" y="576"/>
                    <a:pt x="1060" y="700"/>
                  </a:cubicBezTo>
                  <a:lnTo>
                    <a:pt x="869" y="509"/>
                  </a:lnTo>
                  <a:cubicBezTo>
                    <a:pt x="826" y="470"/>
                    <a:pt x="779" y="454"/>
                    <a:pt x="733" y="454"/>
                  </a:cubicBezTo>
                  <a:cubicBezTo>
                    <a:pt x="576" y="454"/>
                    <a:pt x="440" y="649"/>
                    <a:pt x="573" y="805"/>
                  </a:cubicBezTo>
                  <a:lnTo>
                    <a:pt x="764" y="995"/>
                  </a:lnTo>
                  <a:cubicBezTo>
                    <a:pt x="640" y="1158"/>
                    <a:pt x="564" y="1358"/>
                    <a:pt x="526" y="1558"/>
                  </a:cubicBezTo>
                  <a:lnTo>
                    <a:pt x="258" y="1558"/>
                  </a:lnTo>
                  <a:cubicBezTo>
                    <a:pt x="1" y="1577"/>
                    <a:pt x="1" y="1949"/>
                    <a:pt x="258" y="1978"/>
                  </a:cubicBezTo>
                  <a:lnTo>
                    <a:pt x="526" y="1978"/>
                  </a:lnTo>
                  <a:cubicBezTo>
                    <a:pt x="564" y="2178"/>
                    <a:pt x="640" y="2369"/>
                    <a:pt x="764" y="2541"/>
                  </a:cubicBezTo>
                  <a:lnTo>
                    <a:pt x="573" y="2732"/>
                  </a:lnTo>
                  <a:cubicBezTo>
                    <a:pt x="407" y="2876"/>
                    <a:pt x="552" y="3097"/>
                    <a:pt x="715" y="3097"/>
                  </a:cubicBezTo>
                  <a:cubicBezTo>
                    <a:pt x="768" y="3097"/>
                    <a:pt x="822" y="3074"/>
                    <a:pt x="869" y="3018"/>
                  </a:cubicBezTo>
                  <a:lnTo>
                    <a:pt x="1060" y="2837"/>
                  </a:lnTo>
                  <a:cubicBezTo>
                    <a:pt x="1231" y="2951"/>
                    <a:pt x="1422" y="3037"/>
                    <a:pt x="1623" y="3075"/>
                  </a:cubicBezTo>
                  <a:lnTo>
                    <a:pt x="1623" y="3342"/>
                  </a:lnTo>
                  <a:cubicBezTo>
                    <a:pt x="1632" y="3471"/>
                    <a:pt x="1732" y="3535"/>
                    <a:pt x="1832" y="3535"/>
                  </a:cubicBezTo>
                  <a:cubicBezTo>
                    <a:pt x="1933" y="3535"/>
                    <a:pt x="2033" y="3471"/>
                    <a:pt x="2042" y="3342"/>
                  </a:cubicBezTo>
                  <a:lnTo>
                    <a:pt x="2042" y="3066"/>
                  </a:lnTo>
                  <a:cubicBezTo>
                    <a:pt x="2243" y="3037"/>
                    <a:pt x="2443" y="2951"/>
                    <a:pt x="2605" y="2827"/>
                  </a:cubicBezTo>
                  <a:lnTo>
                    <a:pt x="2796" y="3018"/>
                  </a:lnTo>
                  <a:cubicBezTo>
                    <a:pt x="2838" y="3054"/>
                    <a:pt x="2884" y="3069"/>
                    <a:pt x="2929" y="3069"/>
                  </a:cubicBezTo>
                  <a:cubicBezTo>
                    <a:pt x="3084" y="3069"/>
                    <a:pt x="3218" y="2880"/>
                    <a:pt x="3092" y="2732"/>
                  </a:cubicBezTo>
                  <a:lnTo>
                    <a:pt x="2901" y="2541"/>
                  </a:lnTo>
                  <a:cubicBezTo>
                    <a:pt x="3025" y="2369"/>
                    <a:pt x="3101" y="2178"/>
                    <a:pt x="3139" y="1968"/>
                  </a:cubicBezTo>
                  <a:lnTo>
                    <a:pt x="3407" y="1968"/>
                  </a:lnTo>
                  <a:cubicBezTo>
                    <a:pt x="3416" y="1969"/>
                    <a:pt x="3424" y="1970"/>
                    <a:pt x="3433" y="1970"/>
                  </a:cubicBezTo>
                  <a:cubicBezTo>
                    <a:pt x="3696" y="1970"/>
                    <a:pt x="3694" y="1558"/>
                    <a:pt x="3424" y="1558"/>
                  </a:cubicBezTo>
                  <a:cubicBezTo>
                    <a:pt x="3419" y="1558"/>
                    <a:pt x="3413" y="1558"/>
                    <a:pt x="3407" y="1558"/>
                  </a:cubicBezTo>
                  <a:lnTo>
                    <a:pt x="3139" y="1558"/>
                  </a:lnTo>
                  <a:cubicBezTo>
                    <a:pt x="3101" y="1358"/>
                    <a:pt x="3025" y="1158"/>
                    <a:pt x="2901" y="995"/>
                  </a:cubicBezTo>
                  <a:lnTo>
                    <a:pt x="3092" y="805"/>
                  </a:lnTo>
                  <a:cubicBezTo>
                    <a:pt x="3218" y="648"/>
                    <a:pt x="3084" y="458"/>
                    <a:pt x="2928" y="458"/>
                  </a:cubicBezTo>
                  <a:cubicBezTo>
                    <a:pt x="2884" y="458"/>
                    <a:pt x="2838" y="473"/>
                    <a:pt x="2796" y="509"/>
                  </a:cubicBezTo>
                  <a:lnTo>
                    <a:pt x="2605" y="700"/>
                  </a:lnTo>
                  <a:cubicBezTo>
                    <a:pt x="2443" y="576"/>
                    <a:pt x="2243" y="499"/>
                    <a:pt x="2042" y="461"/>
                  </a:cubicBezTo>
                  <a:lnTo>
                    <a:pt x="2042" y="194"/>
                  </a:lnTo>
                  <a:cubicBezTo>
                    <a:pt x="2033" y="65"/>
                    <a:pt x="1933" y="1"/>
                    <a:pt x="1832" y="1"/>
                  </a:cubicBezTo>
                  <a:close/>
                </a:path>
              </a:pathLst>
            </a:custGeom>
            <a:solidFill>
              <a:srgbClr val="9BAFB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074" name="Google Shape;15074;p44"/>
            <p:cNvSpPr/>
            <p:nvPr/>
          </p:nvSpPr>
          <p:spPr>
            <a:xfrm>
              <a:off x="3692901" y="2005960"/>
              <a:ext cx="40744" cy="35140"/>
            </a:xfrm>
            <a:custGeom>
              <a:rect b="b" l="l" r="r" t="t"/>
              <a:pathLst>
                <a:path extrusionOk="0" h="1342" w="1556">
                  <a:moveTo>
                    <a:pt x="887" y="417"/>
                  </a:moveTo>
                  <a:cubicBezTo>
                    <a:pt x="1031" y="417"/>
                    <a:pt x="1145" y="531"/>
                    <a:pt x="1145" y="674"/>
                  </a:cubicBezTo>
                  <a:cubicBezTo>
                    <a:pt x="1145" y="824"/>
                    <a:pt x="1016" y="925"/>
                    <a:pt x="882" y="925"/>
                  </a:cubicBezTo>
                  <a:cubicBezTo>
                    <a:pt x="820" y="925"/>
                    <a:pt x="757" y="904"/>
                    <a:pt x="706" y="855"/>
                  </a:cubicBezTo>
                  <a:cubicBezTo>
                    <a:pt x="554" y="693"/>
                    <a:pt x="668" y="417"/>
                    <a:pt x="887" y="417"/>
                  </a:cubicBezTo>
                  <a:close/>
                  <a:moveTo>
                    <a:pt x="886" y="0"/>
                  </a:moveTo>
                  <a:cubicBezTo>
                    <a:pt x="722" y="0"/>
                    <a:pt x="556" y="61"/>
                    <a:pt x="420" y="197"/>
                  </a:cubicBezTo>
                  <a:cubicBezTo>
                    <a:pt x="0" y="617"/>
                    <a:pt x="296" y="1342"/>
                    <a:pt x="887" y="1342"/>
                  </a:cubicBezTo>
                  <a:cubicBezTo>
                    <a:pt x="1260" y="1342"/>
                    <a:pt x="1555" y="1037"/>
                    <a:pt x="1555" y="674"/>
                  </a:cubicBezTo>
                  <a:cubicBezTo>
                    <a:pt x="1555" y="267"/>
                    <a:pt x="1228" y="0"/>
                    <a:pt x="886" y="0"/>
                  </a:cubicBezTo>
                  <a:close/>
                </a:path>
              </a:pathLst>
            </a:custGeom>
            <a:solidFill>
              <a:srgbClr val="9BAFB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075" name="Google Shape;15075;p44"/>
            <p:cNvSpPr/>
            <p:nvPr/>
          </p:nvSpPr>
          <p:spPr>
            <a:xfrm>
              <a:off x="3531026" y="2088286"/>
              <a:ext cx="276068" cy="216864"/>
            </a:xfrm>
            <a:custGeom>
              <a:rect b="b" l="l" r="r" t="t"/>
              <a:pathLst>
                <a:path extrusionOk="0" h="8282" w="10543">
                  <a:moveTo>
                    <a:pt x="220" y="1"/>
                  </a:moveTo>
                  <a:cubicBezTo>
                    <a:pt x="96" y="1"/>
                    <a:pt x="0" y="96"/>
                    <a:pt x="0" y="220"/>
                  </a:cubicBezTo>
                  <a:lnTo>
                    <a:pt x="0" y="8062"/>
                  </a:lnTo>
                  <a:cubicBezTo>
                    <a:pt x="0" y="8186"/>
                    <a:pt x="96" y="8282"/>
                    <a:pt x="220" y="8282"/>
                  </a:cubicBezTo>
                  <a:lnTo>
                    <a:pt x="10361" y="8282"/>
                  </a:lnTo>
                  <a:cubicBezTo>
                    <a:pt x="10437" y="8282"/>
                    <a:pt x="10504" y="8243"/>
                    <a:pt x="10542" y="8186"/>
                  </a:cubicBezTo>
                  <a:lnTo>
                    <a:pt x="10542" y="1594"/>
                  </a:lnTo>
                  <a:cubicBezTo>
                    <a:pt x="10542" y="1470"/>
                    <a:pt x="10437" y="1375"/>
                    <a:pt x="10313" y="1375"/>
                  </a:cubicBezTo>
                  <a:lnTo>
                    <a:pt x="4265" y="1375"/>
                  </a:lnTo>
                  <a:lnTo>
                    <a:pt x="2948" y="58"/>
                  </a:lnTo>
                  <a:cubicBezTo>
                    <a:pt x="2910" y="20"/>
                    <a:pt x="2853" y="1"/>
                    <a:pt x="2796" y="1"/>
                  </a:cubicBezTo>
                  <a:close/>
                </a:path>
              </a:pathLst>
            </a:custGeom>
            <a:solidFill>
              <a:srgbClr val="A4B7C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076" name="Google Shape;15076;p44"/>
            <p:cNvSpPr/>
            <p:nvPr/>
          </p:nvSpPr>
          <p:spPr>
            <a:xfrm>
              <a:off x="3743360" y="2124264"/>
              <a:ext cx="63472" cy="51742"/>
            </a:xfrm>
            <a:custGeom>
              <a:rect b="b" l="l" r="r" t="t"/>
              <a:pathLst>
                <a:path extrusionOk="0" h="1976" w="2424">
                  <a:moveTo>
                    <a:pt x="449" y="1"/>
                  </a:moveTo>
                  <a:lnTo>
                    <a:pt x="86" y="363"/>
                  </a:lnTo>
                  <a:cubicBezTo>
                    <a:pt x="0" y="449"/>
                    <a:pt x="0" y="583"/>
                    <a:pt x="86" y="678"/>
                  </a:cubicBezTo>
                  <a:lnTo>
                    <a:pt x="773" y="1365"/>
                  </a:lnTo>
                  <a:cubicBezTo>
                    <a:pt x="816" y="1403"/>
                    <a:pt x="873" y="1422"/>
                    <a:pt x="930" y="1422"/>
                  </a:cubicBezTo>
                  <a:cubicBezTo>
                    <a:pt x="988" y="1422"/>
                    <a:pt x="1045" y="1403"/>
                    <a:pt x="1088" y="1365"/>
                  </a:cubicBezTo>
                  <a:lnTo>
                    <a:pt x="1536" y="917"/>
                  </a:lnTo>
                  <a:cubicBezTo>
                    <a:pt x="1698" y="1002"/>
                    <a:pt x="1861" y="1069"/>
                    <a:pt x="2042" y="1126"/>
                  </a:cubicBezTo>
                  <a:lnTo>
                    <a:pt x="2042" y="1756"/>
                  </a:lnTo>
                  <a:cubicBezTo>
                    <a:pt x="2042" y="1880"/>
                    <a:pt x="2137" y="1975"/>
                    <a:pt x="2261" y="1975"/>
                  </a:cubicBezTo>
                  <a:lnTo>
                    <a:pt x="2423" y="1975"/>
                  </a:lnTo>
                  <a:lnTo>
                    <a:pt x="2423" y="220"/>
                  </a:lnTo>
                  <a:cubicBezTo>
                    <a:pt x="2423" y="106"/>
                    <a:pt x="2328" y="1"/>
                    <a:pt x="2204" y="1"/>
                  </a:cubicBezTo>
                  <a:close/>
                </a:path>
              </a:pathLst>
            </a:custGeom>
            <a:solidFill>
              <a:srgbClr val="9CACB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077" name="Google Shape;15077;p44"/>
            <p:cNvSpPr/>
            <p:nvPr/>
          </p:nvSpPr>
          <p:spPr>
            <a:xfrm>
              <a:off x="3531026" y="2193471"/>
              <a:ext cx="276068" cy="111443"/>
            </a:xfrm>
            <a:custGeom>
              <a:rect b="b" l="l" r="r" t="t"/>
              <a:pathLst>
                <a:path extrusionOk="0" h="4256" w="10543">
                  <a:moveTo>
                    <a:pt x="0" y="0"/>
                  </a:moveTo>
                  <a:lnTo>
                    <a:pt x="0" y="4036"/>
                  </a:lnTo>
                  <a:cubicBezTo>
                    <a:pt x="0" y="4160"/>
                    <a:pt x="96" y="4255"/>
                    <a:pt x="220" y="4255"/>
                  </a:cubicBezTo>
                  <a:lnTo>
                    <a:pt x="10361" y="4255"/>
                  </a:lnTo>
                  <a:cubicBezTo>
                    <a:pt x="10437" y="4255"/>
                    <a:pt x="10504" y="4217"/>
                    <a:pt x="10542" y="4160"/>
                  </a:cubicBezTo>
                  <a:lnTo>
                    <a:pt x="10542" y="0"/>
                  </a:lnTo>
                  <a:close/>
                </a:path>
              </a:pathLst>
            </a:custGeom>
            <a:solidFill>
              <a:srgbClr val="9CACB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078" name="Google Shape;15078;p44"/>
            <p:cNvSpPr/>
            <p:nvPr/>
          </p:nvSpPr>
          <p:spPr>
            <a:xfrm>
              <a:off x="3531785" y="2179462"/>
              <a:ext cx="298535" cy="125688"/>
            </a:xfrm>
            <a:custGeom>
              <a:rect b="b" l="l" r="r" t="t"/>
              <a:pathLst>
                <a:path extrusionOk="0" h="4800" w="11401">
                  <a:moveTo>
                    <a:pt x="1068" y="1"/>
                  </a:moveTo>
                  <a:cubicBezTo>
                    <a:pt x="964" y="1"/>
                    <a:pt x="868" y="77"/>
                    <a:pt x="849" y="182"/>
                  </a:cubicBezTo>
                  <a:lnTo>
                    <a:pt x="782" y="535"/>
                  </a:lnTo>
                  <a:lnTo>
                    <a:pt x="134" y="3951"/>
                  </a:lnTo>
                  <a:lnTo>
                    <a:pt x="0" y="4676"/>
                  </a:lnTo>
                  <a:cubicBezTo>
                    <a:pt x="38" y="4752"/>
                    <a:pt x="114" y="4800"/>
                    <a:pt x="191" y="4800"/>
                  </a:cubicBezTo>
                  <a:lnTo>
                    <a:pt x="10332" y="4800"/>
                  </a:lnTo>
                  <a:cubicBezTo>
                    <a:pt x="10437" y="4790"/>
                    <a:pt x="10523" y="4723"/>
                    <a:pt x="10542" y="4618"/>
                  </a:cubicBezTo>
                  <a:lnTo>
                    <a:pt x="10675" y="3951"/>
                  </a:lnTo>
                  <a:lnTo>
                    <a:pt x="11372" y="259"/>
                  </a:lnTo>
                  <a:cubicBezTo>
                    <a:pt x="11400" y="125"/>
                    <a:pt x="11295" y="1"/>
                    <a:pt x="11162" y="1"/>
                  </a:cubicBezTo>
                  <a:close/>
                </a:path>
              </a:pathLst>
            </a:custGeom>
            <a:solidFill>
              <a:srgbClr val="BECBD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079" name="Google Shape;15079;p44"/>
            <p:cNvSpPr/>
            <p:nvPr/>
          </p:nvSpPr>
          <p:spPr>
            <a:xfrm>
              <a:off x="3531785" y="2282893"/>
              <a:ext cx="279551" cy="22257"/>
            </a:xfrm>
            <a:custGeom>
              <a:rect b="b" l="l" r="r" t="t"/>
              <a:pathLst>
                <a:path extrusionOk="0" h="850" w="10676">
                  <a:moveTo>
                    <a:pt x="134" y="1"/>
                  </a:moveTo>
                  <a:lnTo>
                    <a:pt x="29" y="592"/>
                  </a:lnTo>
                  <a:lnTo>
                    <a:pt x="0" y="726"/>
                  </a:lnTo>
                  <a:cubicBezTo>
                    <a:pt x="38" y="802"/>
                    <a:pt x="114" y="850"/>
                    <a:pt x="191" y="850"/>
                  </a:cubicBezTo>
                  <a:lnTo>
                    <a:pt x="10332" y="850"/>
                  </a:lnTo>
                  <a:cubicBezTo>
                    <a:pt x="10437" y="840"/>
                    <a:pt x="10523" y="773"/>
                    <a:pt x="10542" y="668"/>
                  </a:cubicBezTo>
                  <a:lnTo>
                    <a:pt x="10675" y="1"/>
                  </a:lnTo>
                  <a:close/>
                </a:path>
              </a:pathLst>
            </a:custGeom>
            <a:solidFill>
              <a:srgbClr val="A4B7C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080" name="Google Shape;15080;p44"/>
            <p:cNvSpPr/>
            <p:nvPr/>
          </p:nvSpPr>
          <p:spPr>
            <a:xfrm>
              <a:off x="3740846" y="2015596"/>
              <a:ext cx="149412" cy="149176"/>
            </a:xfrm>
            <a:custGeom>
              <a:rect b="b" l="l" r="r" t="t"/>
              <a:pathLst>
                <a:path extrusionOk="0" h="5697" w="5706">
                  <a:moveTo>
                    <a:pt x="2843" y="1622"/>
                  </a:moveTo>
                  <a:cubicBezTo>
                    <a:pt x="3468" y="1622"/>
                    <a:pt x="4065" y="2109"/>
                    <a:pt x="4065" y="2844"/>
                  </a:cubicBezTo>
                  <a:cubicBezTo>
                    <a:pt x="4065" y="3511"/>
                    <a:pt x="3521" y="4055"/>
                    <a:pt x="2853" y="4055"/>
                  </a:cubicBezTo>
                  <a:cubicBezTo>
                    <a:pt x="1766" y="4055"/>
                    <a:pt x="1222" y="2748"/>
                    <a:pt x="1985" y="1985"/>
                  </a:cubicBezTo>
                  <a:cubicBezTo>
                    <a:pt x="2236" y="1734"/>
                    <a:pt x="2543" y="1622"/>
                    <a:pt x="2843" y="1622"/>
                  </a:cubicBezTo>
                  <a:close/>
                  <a:moveTo>
                    <a:pt x="2787" y="1"/>
                  </a:moveTo>
                  <a:cubicBezTo>
                    <a:pt x="2663" y="1"/>
                    <a:pt x="2567" y="96"/>
                    <a:pt x="2567" y="220"/>
                  </a:cubicBezTo>
                  <a:lnTo>
                    <a:pt x="2567" y="764"/>
                  </a:lnTo>
                  <a:cubicBezTo>
                    <a:pt x="2205" y="812"/>
                    <a:pt x="1861" y="955"/>
                    <a:pt x="1565" y="1184"/>
                  </a:cubicBezTo>
                  <a:lnTo>
                    <a:pt x="1174" y="793"/>
                  </a:lnTo>
                  <a:cubicBezTo>
                    <a:pt x="1131" y="750"/>
                    <a:pt x="1077" y="728"/>
                    <a:pt x="1022" y="728"/>
                  </a:cubicBezTo>
                  <a:cubicBezTo>
                    <a:pt x="967" y="728"/>
                    <a:pt x="912" y="750"/>
                    <a:pt x="869" y="793"/>
                  </a:cubicBezTo>
                  <a:lnTo>
                    <a:pt x="783" y="878"/>
                  </a:lnTo>
                  <a:cubicBezTo>
                    <a:pt x="697" y="964"/>
                    <a:pt x="697" y="1098"/>
                    <a:pt x="783" y="1184"/>
                  </a:cubicBezTo>
                  <a:lnTo>
                    <a:pt x="1174" y="1575"/>
                  </a:lnTo>
                  <a:cubicBezTo>
                    <a:pt x="945" y="1871"/>
                    <a:pt x="802" y="2214"/>
                    <a:pt x="755" y="2577"/>
                  </a:cubicBezTo>
                  <a:lnTo>
                    <a:pt x="230" y="2577"/>
                  </a:lnTo>
                  <a:cubicBezTo>
                    <a:pt x="106" y="2577"/>
                    <a:pt x="1" y="2672"/>
                    <a:pt x="1" y="2796"/>
                  </a:cubicBezTo>
                  <a:lnTo>
                    <a:pt x="1" y="2920"/>
                  </a:lnTo>
                  <a:cubicBezTo>
                    <a:pt x="10" y="3035"/>
                    <a:pt x="106" y="3120"/>
                    <a:pt x="230" y="3120"/>
                  </a:cubicBezTo>
                  <a:lnTo>
                    <a:pt x="774" y="3120"/>
                  </a:lnTo>
                  <a:cubicBezTo>
                    <a:pt x="821" y="3483"/>
                    <a:pt x="964" y="3826"/>
                    <a:pt x="1193" y="4122"/>
                  </a:cubicBezTo>
                  <a:lnTo>
                    <a:pt x="802" y="4513"/>
                  </a:lnTo>
                  <a:cubicBezTo>
                    <a:pt x="716" y="4599"/>
                    <a:pt x="716" y="4733"/>
                    <a:pt x="802" y="4818"/>
                  </a:cubicBezTo>
                  <a:lnTo>
                    <a:pt x="888" y="4904"/>
                  </a:lnTo>
                  <a:cubicBezTo>
                    <a:pt x="931" y="4947"/>
                    <a:pt x="986" y="4969"/>
                    <a:pt x="1041" y="4969"/>
                  </a:cubicBezTo>
                  <a:cubicBezTo>
                    <a:pt x="1096" y="4969"/>
                    <a:pt x="1151" y="4947"/>
                    <a:pt x="1193" y="4904"/>
                  </a:cubicBezTo>
                  <a:lnTo>
                    <a:pt x="1585" y="4513"/>
                  </a:lnTo>
                  <a:cubicBezTo>
                    <a:pt x="1880" y="4742"/>
                    <a:pt x="2224" y="4885"/>
                    <a:pt x="2586" y="4933"/>
                  </a:cubicBezTo>
                  <a:lnTo>
                    <a:pt x="2586" y="5477"/>
                  </a:lnTo>
                  <a:cubicBezTo>
                    <a:pt x="2586" y="5601"/>
                    <a:pt x="2682" y="5696"/>
                    <a:pt x="2806" y="5696"/>
                  </a:cubicBezTo>
                  <a:lnTo>
                    <a:pt x="2930" y="5696"/>
                  </a:lnTo>
                  <a:cubicBezTo>
                    <a:pt x="3044" y="5696"/>
                    <a:pt x="3149" y="5601"/>
                    <a:pt x="3149" y="5477"/>
                  </a:cubicBezTo>
                  <a:lnTo>
                    <a:pt x="3149" y="4933"/>
                  </a:lnTo>
                  <a:cubicBezTo>
                    <a:pt x="3512" y="4885"/>
                    <a:pt x="3855" y="4742"/>
                    <a:pt x="4151" y="4513"/>
                  </a:cubicBezTo>
                  <a:lnTo>
                    <a:pt x="4532" y="4904"/>
                  </a:lnTo>
                  <a:cubicBezTo>
                    <a:pt x="4575" y="4947"/>
                    <a:pt x="4633" y="4969"/>
                    <a:pt x="4690" y="4969"/>
                  </a:cubicBezTo>
                  <a:cubicBezTo>
                    <a:pt x="4747" y="4969"/>
                    <a:pt x="4804" y="4947"/>
                    <a:pt x="4847" y="4904"/>
                  </a:cubicBezTo>
                  <a:lnTo>
                    <a:pt x="4933" y="4818"/>
                  </a:lnTo>
                  <a:cubicBezTo>
                    <a:pt x="5019" y="4733"/>
                    <a:pt x="5019" y="4599"/>
                    <a:pt x="4933" y="4513"/>
                  </a:cubicBezTo>
                  <a:lnTo>
                    <a:pt x="4523" y="4113"/>
                  </a:lnTo>
                  <a:cubicBezTo>
                    <a:pt x="4742" y="3826"/>
                    <a:pt x="4885" y="3483"/>
                    <a:pt x="4933" y="3111"/>
                  </a:cubicBezTo>
                  <a:lnTo>
                    <a:pt x="5486" y="3111"/>
                  </a:lnTo>
                  <a:cubicBezTo>
                    <a:pt x="5601" y="3111"/>
                    <a:pt x="5696" y="3015"/>
                    <a:pt x="5706" y="2901"/>
                  </a:cubicBezTo>
                  <a:lnTo>
                    <a:pt x="5706" y="2777"/>
                  </a:lnTo>
                  <a:cubicBezTo>
                    <a:pt x="5706" y="2662"/>
                    <a:pt x="5601" y="2558"/>
                    <a:pt x="5477" y="2558"/>
                  </a:cubicBezTo>
                  <a:lnTo>
                    <a:pt x="4933" y="2558"/>
                  </a:lnTo>
                  <a:cubicBezTo>
                    <a:pt x="4885" y="2195"/>
                    <a:pt x="4742" y="1852"/>
                    <a:pt x="4513" y="1556"/>
                  </a:cubicBezTo>
                  <a:lnTo>
                    <a:pt x="4904" y="1174"/>
                  </a:lnTo>
                  <a:cubicBezTo>
                    <a:pt x="4990" y="1079"/>
                    <a:pt x="4990" y="945"/>
                    <a:pt x="4904" y="859"/>
                  </a:cubicBezTo>
                  <a:lnTo>
                    <a:pt x="4819" y="774"/>
                  </a:lnTo>
                  <a:cubicBezTo>
                    <a:pt x="4776" y="731"/>
                    <a:pt x="4721" y="709"/>
                    <a:pt x="4666" y="709"/>
                  </a:cubicBezTo>
                  <a:cubicBezTo>
                    <a:pt x="4611" y="709"/>
                    <a:pt x="4556" y="731"/>
                    <a:pt x="4513" y="774"/>
                  </a:cubicBezTo>
                  <a:lnTo>
                    <a:pt x="4122" y="1165"/>
                  </a:lnTo>
                  <a:cubicBezTo>
                    <a:pt x="3826" y="936"/>
                    <a:pt x="3483" y="793"/>
                    <a:pt x="3121" y="745"/>
                  </a:cubicBezTo>
                  <a:lnTo>
                    <a:pt x="3121" y="201"/>
                  </a:lnTo>
                  <a:cubicBezTo>
                    <a:pt x="3111" y="87"/>
                    <a:pt x="3016" y="1"/>
                    <a:pt x="2911" y="1"/>
                  </a:cubicBezTo>
                  <a:close/>
                </a:path>
              </a:pathLst>
            </a:custGeom>
            <a:solidFill>
              <a:srgbClr val="94A3B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081" name="Google Shape;15081;p44"/>
            <p:cNvSpPr/>
            <p:nvPr/>
          </p:nvSpPr>
          <p:spPr>
            <a:xfrm>
              <a:off x="3789576" y="2070532"/>
              <a:ext cx="45221" cy="38780"/>
            </a:xfrm>
            <a:custGeom>
              <a:rect b="b" l="l" r="r" t="t"/>
              <a:pathLst>
                <a:path extrusionOk="0" h="1481" w="1727">
                  <a:moveTo>
                    <a:pt x="989" y="0"/>
                  </a:moveTo>
                  <a:cubicBezTo>
                    <a:pt x="807" y="0"/>
                    <a:pt x="620" y="69"/>
                    <a:pt x="468" y="221"/>
                  </a:cubicBezTo>
                  <a:cubicBezTo>
                    <a:pt x="0" y="679"/>
                    <a:pt x="334" y="1480"/>
                    <a:pt x="992" y="1480"/>
                  </a:cubicBezTo>
                  <a:cubicBezTo>
                    <a:pt x="1393" y="1480"/>
                    <a:pt x="1727" y="1146"/>
                    <a:pt x="1727" y="736"/>
                  </a:cubicBezTo>
                  <a:cubicBezTo>
                    <a:pt x="1727" y="292"/>
                    <a:pt x="1367" y="0"/>
                    <a:pt x="989" y="0"/>
                  </a:cubicBezTo>
                  <a:close/>
                </a:path>
              </a:pathLst>
            </a:custGeom>
            <a:solidFill>
              <a:srgbClr val="94A3B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082" name="Google Shape;15082;p44"/>
            <p:cNvSpPr/>
            <p:nvPr/>
          </p:nvSpPr>
          <p:spPr>
            <a:xfrm>
              <a:off x="3531026" y="2088286"/>
              <a:ext cx="111679" cy="36004"/>
            </a:xfrm>
            <a:custGeom>
              <a:rect b="b" l="l" r="r" t="t"/>
              <a:pathLst>
                <a:path extrusionOk="0" h="1375" w="4265">
                  <a:moveTo>
                    <a:pt x="220" y="1"/>
                  </a:moveTo>
                  <a:cubicBezTo>
                    <a:pt x="96" y="1"/>
                    <a:pt x="0" y="96"/>
                    <a:pt x="0" y="220"/>
                  </a:cubicBezTo>
                  <a:lnTo>
                    <a:pt x="0" y="1375"/>
                  </a:lnTo>
                  <a:lnTo>
                    <a:pt x="4265" y="1375"/>
                  </a:lnTo>
                  <a:lnTo>
                    <a:pt x="2948" y="58"/>
                  </a:lnTo>
                  <a:cubicBezTo>
                    <a:pt x="2910" y="20"/>
                    <a:pt x="2853" y="1"/>
                    <a:pt x="2796" y="1"/>
                  </a:cubicBezTo>
                  <a:close/>
                </a:path>
              </a:pathLst>
            </a:custGeom>
            <a:solidFill>
              <a:srgbClr val="9CACB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5083" name="Google Shape;15083;p44"/>
          <p:cNvGrpSpPr/>
          <p:nvPr/>
        </p:nvGrpSpPr>
        <p:grpSpPr>
          <a:xfrm>
            <a:off x="3123351" y="1347875"/>
            <a:ext cx="296782" cy="359232"/>
            <a:chOff x="3123351" y="1500275"/>
            <a:chExt cx="296782" cy="359232"/>
          </a:xfrm>
        </p:grpSpPr>
        <p:sp>
          <p:nvSpPr>
            <p:cNvPr id="15084" name="Google Shape;15084;p44"/>
            <p:cNvSpPr/>
            <p:nvPr/>
          </p:nvSpPr>
          <p:spPr>
            <a:xfrm>
              <a:off x="3123351" y="1562700"/>
              <a:ext cx="296781" cy="296545"/>
            </a:xfrm>
            <a:custGeom>
              <a:rect b="b" l="l" r="r" t="t"/>
              <a:pathLst>
                <a:path extrusionOk="0" h="11325" w="11334">
                  <a:moveTo>
                    <a:pt x="220" y="1"/>
                  </a:moveTo>
                  <a:cubicBezTo>
                    <a:pt x="96" y="1"/>
                    <a:pt x="0" y="96"/>
                    <a:pt x="0" y="220"/>
                  </a:cubicBezTo>
                  <a:lnTo>
                    <a:pt x="0" y="8806"/>
                  </a:lnTo>
                  <a:lnTo>
                    <a:pt x="258" y="9073"/>
                  </a:lnTo>
                  <a:lnTo>
                    <a:pt x="1813" y="10676"/>
                  </a:lnTo>
                  <a:lnTo>
                    <a:pt x="2452" y="11325"/>
                  </a:lnTo>
                  <a:lnTo>
                    <a:pt x="11114" y="11325"/>
                  </a:lnTo>
                  <a:cubicBezTo>
                    <a:pt x="11238" y="11325"/>
                    <a:pt x="11334" y="11229"/>
                    <a:pt x="11334" y="11105"/>
                  </a:cubicBezTo>
                  <a:lnTo>
                    <a:pt x="11334" y="220"/>
                  </a:lnTo>
                  <a:cubicBezTo>
                    <a:pt x="11334" y="96"/>
                    <a:pt x="11229" y="1"/>
                    <a:pt x="11114" y="1"/>
                  </a:cubicBezTo>
                  <a:close/>
                </a:path>
              </a:pathLst>
            </a:custGeom>
            <a:solidFill>
              <a:srgbClr val="D9E1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085" name="Google Shape;15085;p44"/>
            <p:cNvSpPr/>
            <p:nvPr/>
          </p:nvSpPr>
          <p:spPr>
            <a:xfrm>
              <a:off x="3276979" y="1562465"/>
              <a:ext cx="99189" cy="33569"/>
            </a:xfrm>
            <a:custGeom>
              <a:rect b="b" l="l" r="r" t="t"/>
              <a:pathLst>
                <a:path extrusionOk="0" h="1282" w="3788">
                  <a:moveTo>
                    <a:pt x="0" y="0"/>
                  </a:moveTo>
                  <a:cubicBezTo>
                    <a:pt x="344" y="854"/>
                    <a:pt x="1119" y="1281"/>
                    <a:pt x="1894" y="1281"/>
                  </a:cubicBezTo>
                  <a:cubicBezTo>
                    <a:pt x="2669" y="1281"/>
                    <a:pt x="3444" y="854"/>
                    <a:pt x="3788" y="0"/>
                  </a:cubicBezTo>
                  <a:close/>
                </a:path>
              </a:pathLst>
            </a:custGeom>
            <a:solidFill>
              <a:srgbClr val="A4B7C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086" name="Google Shape;15086;p44"/>
            <p:cNvSpPr/>
            <p:nvPr/>
          </p:nvSpPr>
          <p:spPr>
            <a:xfrm>
              <a:off x="3130081" y="1800277"/>
              <a:ext cx="75963" cy="59230"/>
            </a:xfrm>
            <a:custGeom>
              <a:rect b="b" l="l" r="r" t="t"/>
              <a:pathLst>
                <a:path extrusionOk="0" h="2262" w="2901">
                  <a:moveTo>
                    <a:pt x="1" y="0"/>
                  </a:moveTo>
                  <a:lnTo>
                    <a:pt x="2195" y="2261"/>
                  </a:lnTo>
                  <a:lnTo>
                    <a:pt x="2901" y="2261"/>
                  </a:lnTo>
                  <a:lnTo>
                    <a:pt x="2901" y="172"/>
                  </a:lnTo>
                  <a:cubicBezTo>
                    <a:pt x="2901" y="77"/>
                    <a:pt x="2825" y="0"/>
                    <a:pt x="2729" y="0"/>
                  </a:cubicBezTo>
                  <a:close/>
                </a:path>
              </a:pathLst>
            </a:custGeom>
            <a:solidFill>
              <a:srgbClr val="A4B7C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087" name="Google Shape;15087;p44"/>
            <p:cNvSpPr/>
            <p:nvPr/>
          </p:nvSpPr>
          <p:spPr>
            <a:xfrm>
              <a:off x="3170799" y="1562465"/>
              <a:ext cx="249334" cy="296781"/>
            </a:xfrm>
            <a:custGeom>
              <a:rect b="b" l="l" r="r" t="t"/>
              <a:pathLst>
                <a:path extrusionOk="0" h="11334" w="9522">
                  <a:moveTo>
                    <a:pt x="8882" y="0"/>
                  </a:moveTo>
                  <a:lnTo>
                    <a:pt x="8882" y="10685"/>
                  </a:lnTo>
                  <a:lnTo>
                    <a:pt x="1" y="10685"/>
                  </a:lnTo>
                  <a:lnTo>
                    <a:pt x="640" y="11334"/>
                  </a:lnTo>
                  <a:lnTo>
                    <a:pt x="9302" y="11334"/>
                  </a:lnTo>
                  <a:cubicBezTo>
                    <a:pt x="9426" y="11334"/>
                    <a:pt x="9522" y="11238"/>
                    <a:pt x="9522" y="11114"/>
                  </a:cubicBezTo>
                  <a:lnTo>
                    <a:pt x="9522" y="229"/>
                  </a:lnTo>
                  <a:cubicBezTo>
                    <a:pt x="9522" y="105"/>
                    <a:pt x="9426" y="10"/>
                    <a:pt x="9302" y="0"/>
                  </a:cubicBezTo>
                  <a:close/>
                </a:path>
              </a:pathLst>
            </a:custGeom>
            <a:solidFill>
              <a:srgbClr val="A4B7C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088" name="Google Shape;15088;p44"/>
            <p:cNvSpPr/>
            <p:nvPr/>
          </p:nvSpPr>
          <p:spPr>
            <a:xfrm>
              <a:off x="3123351" y="1793285"/>
              <a:ext cx="64206" cy="66222"/>
            </a:xfrm>
            <a:custGeom>
              <a:rect b="b" l="l" r="r" t="t"/>
              <a:pathLst>
                <a:path extrusionOk="0" h="2529" w="2452">
                  <a:moveTo>
                    <a:pt x="0" y="0"/>
                  </a:moveTo>
                  <a:lnTo>
                    <a:pt x="2452" y="2528"/>
                  </a:lnTo>
                  <a:lnTo>
                    <a:pt x="2452" y="220"/>
                  </a:lnTo>
                  <a:cubicBezTo>
                    <a:pt x="2452" y="96"/>
                    <a:pt x="2347" y="0"/>
                    <a:pt x="2223" y="0"/>
                  </a:cubicBezTo>
                  <a:close/>
                </a:path>
              </a:pathLst>
            </a:custGeom>
            <a:solidFill>
              <a:srgbClr val="BECBD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089" name="Google Shape;15089;p44"/>
            <p:cNvSpPr/>
            <p:nvPr/>
          </p:nvSpPr>
          <p:spPr>
            <a:xfrm>
              <a:off x="3251998" y="1787787"/>
              <a:ext cx="131658" cy="11024"/>
            </a:xfrm>
            <a:custGeom>
              <a:rect b="b" l="l" r="r" t="t"/>
              <a:pathLst>
                <a:path extrusionOk="0" h="421" w="5028">
                  <a:moveTo>
                    <a:pt x="258" y="0"/>
                  </a:moveTo>
                  <a:cubicBezTo>
                    <a:pt x="0" y="20"/>
                    <a:pt x="0" y="401"/>
                    <a:pt x="258" y="420"/>
                  </a:cubicBezTo>
                  <a:lnTo>
                    <a:pt x="4770" y="420"/>
                  </a:lnTo>
                  <a:cubicBezTo>
                    <a:pt x="5028" y="401"/>
                    <a:pt x="5028" y="20"/>
                    <a:pt x="4770" y="0"/>
                  </a:cubicBezTo>
                  <a:close/>
                </a:path>
              </a:pathLst>
            </a:custGeom>
            <a:solidFill>
              <a:srgbClr val="9CACB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090" name="Google Shape;15090;p44"/>
            <p:cNvSpPr/>
            <p:nvPr/>
          </p:nvSpPr>
          <p:spPr>
            <a:xfrm>
              <a:off x="3259304" y="1537432"/>
              <a:ext cx="74234" cy="70516"/>
            </a:xfrm>
            <a:custGeom>
              <a:rect b="b" l="l" r="r" t="t"/>
              <a:pathLst>
                <a:path extrusionOk="0" h="2693" w="2835">
                  <a:moveTo>
                    <a:pt x="2549" y="0"/>
                  </a:moveTo>
                  <a:cubicBezTo>
                    <a:pt x="2507" y="0"/>
                    <a:pt x="2462" y="15"/>
                    <a:pt x="2421" y="50"/>
                  </a:cubicBezTo>
                  <a:lnTo>
                    <a:pt x="131" y="2340"/>
                  </a:lnTo>
                  <a:cubicBezTo>
                    <a:pt x="1" y="2461"/>
                    <a:pt x="90" y="2693"/>
                    <a:pt x="273" y="2693"/>
                  </a:cubicBezTo>
                  <a:cubicBezTo>
                    <a:pt x="277" y="2693"/>
                    <a:pt x="280" y="2693"/>
                    <a:pt x="284" y="2693"/>
                  </a:cubicBezTo>
                  <a:cubicBezTo>
                    <a:pt x="332" y="2693"/>
                    <a:pt x="389" y="2674"/>
                    <a:pt x="427" y="2635"/>
                  </a:cubicBezTo>
                  <a:lnTo>
                    <a:pt x="2707" y="346"/>
                  </a:lnTo>
                  <a:cubicBezTo>
                    <a:pt x="2834" y="196"/>
                    <a:pt x="2704" y="0"/>
                    <a:pt x="2549" y="0"/>
                  </a:cubicBezTo>
                  <a:close/>
                </a:path>
              </a:pathLst>
            </a:custGeom>
            <a:solidFill>
              <a:srgbClr val="95A6B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091" name="Google Shape;15091;p44"/>
            <p:cNvSpPr/>
            <p:nvPr/>
          </p:nvSpPr>
          <p:spPr>
            <a:xfrm>
              <a:off x="3283970" y="1500275"/>
              <a:ext cx="84944" cy="84944"/>
            </a:xfrm>
            <a:custGeom>
              <a:rect b="b" l="l" r="r" t="t"/>
              <a:pathLst>
                <a:path extrusionOk="0" h="3244" w="3244">
                  <a:moveTo>
                    <a:pt x="1622" y="0"/>
                  </a:moveTo>
                  <a:cubicBezTo>
                    <a:pt x="725" y="0"/>
                    <a:pt x="0" y="725"/>
                    <a:pt x="0" y="1622"/>
                  </a:cubicBezTo>
                  <a:cubicBezTo>
                    <a:pt x="0" y="2519"/>
                    <a:pt x="725" y="3244"/>
                    <a:pt x="1622" y="3244"/>
                  </a:cubicBezTo>
                  <a:cubicBezTo>
                    <a:pt x="2519" y="3244"/>
                    <a:pt x="3244" y="2519"/>
                    <a:pt x="3244" y="1622"/>
                  </a:cubicBezTo>
                  <a:cubicBezTo>
                    <a:pt x="3244" y="725"/>
                    <a:pt x="2519" y="0"/>
                    <a:pt x="1622" y="0"/>
                  </a:cubicBezTo>
                  <a:close/>
                </a:path>
              </a:pathLst>
            </a:custGeom>
            <a:solidFill>
              <a:srgbClr val="778DA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092" name="Google Shape;15092;p44"/>
            <p:cNvSpPr/>
            <p:nvPr/>
          </p:nvSpPr>
          <p:spPr>
            <a:xfrm>
              <a:off x="3185803" y="1633662"/>
              <a:ext cx="171878" cy="19743"/>
            </a:xfrm>
            <a:custGeom>
              <a:rect b="b" l="l" r="r" t="t"/>
              <a:pathLst>
                <a:path extrusionOk="0" h="754" w="6564">
                  <a:moveTo>
                    <a:pt x="220" y="0"/>
                  </a:moveTo>
                  <a:cubicBezTo>
                    <a:pt x="96" y="0"/>
                    <a:pt x="0" y="96"/>
                    <a:pt x="0" y="220"/>
                  </a:cubicBezTo>
                  <a:lnTo>
                    <a:pt x="0" y="525"/>
                  </a:lnTo>
                  <a:cubicBezTo>
                    <a:pt x="0" y="649"/>
                    <a:pt x="96" y="754"/>
                    <a:pt x="220" y="754"/>
                  </a:cubicBezTo>
                  <a:lnTo>
                    <a:pt x="6344" y="754"/>
                  </a:lnTo>
                  <a:cubicBezTo>
                    <a:pt x="6468" y="744"/>
                    <a:pt x="6564" y="649"/>
                    <a:pt x="6564" y="525"/>
                  </a:cubicBezTo>
                  <a:lnTo>
                    <a:pt x="6564" y="220"/>
                  </a:lnTo>
                  <a:cubicBezTo>
                    <a:pt x="6564" y="96"/>
                    <a:pt x="6468" y="0"/>
                    <a:pt x="6344" y="0"/>
                  </a:cubicBezTo>
                  <a:close/>
                </a:path>
              </a:pathLst>
            </a:custGeom>
            <a:solidFill>
              <a:srgbClr val="9DABB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093" name="Google Shape;15093;p44"/>
            <p:cNvSpPr/>
            <p:nvPr/>
          </p:nvSpPr>
          <p:spPr>
            <a:xfrm>
              <a:off x="3179047" y="1674851"/>
              <a:ext cx="186463" cy="10814"/>
            </a:xfrm>
            <a:custGeom>
              <a:rect b="b" l="l" r="r" t="t"/>
              <a:pathLst>
                <a:path extrusionOk="0" h="413" w="7121">
                  <a:moveTo>
                    <a:pt x="6849" y="0"/>
                  </a:moveTo>
                  <a:cubicBezTo>
                    <a:pt x="6840" y="0"/>
                    <a:pt x="6831" y="1"/>
                    <a:pt x="6822" y="1"/>
                  </a:cubicBezTo>
                  <a:lnTo>
                    <a:pt x="258" y="1"/>
                  </a:lnTo>
                  <a:cubicBezTo>
                    <a:pt x="1" y="20"/>
                    <a:pt x="1" y="393"/>
                    <a:pt x="258" y="412"/>
                  </a:cubicBezTo>
                  <a:lnTo>
                    <a:pt x="6822" y="412"/>
                  </a:lnTo>
                  <a:cubicBezTo>
                    <a:pt x="6828" y="412"/>
                    <a:pt x="6834" y="412"/>
                    <a:pt x="6840" y="412"/>
                  </a:cubicBezTo>
                  <a:cubicBezTo>
                    <a:pt x="7118" y="412"/>
                    <a:pt x="7121" y="0"/>
                    <a:pt x="6849" y="0"/>
                  </a:cubicBezTo>
                  <a:close/>
                </a:path>
              </a:pathLst>
            </a:custGeom>
            <a:solidFill>
              <a:srgbClr val="9CACB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094" name="Google Shape;15094;p44"/>
            <p:cNvSpPr/>
            <p:nvPr/>
          </p:nvSpPr>
          <p:spPr>
            <a:xfrm>
              <a:off x="3179047" y="1701847"/>
              <a:ext cx="185390" cy="10762"/>
            </a:xfrm>
            <a:custGeom>
              <a:rect b="b" l="l" r="r" t="t"/>
              <a:pathLst>
                <a:path extrusionOk="0" h="411" w="7080">
                  <a:moveTo>
                    <a:pt x="258" y="1"/>
                  </a:moveTo>
                  <a:cubicBezTo>
                    <a:pt x="1" y="20"/>
                    <a:pt x="1" y="392"/>
                    <a:pt x="258" y="411"/>
                  </a:cubicBezTo>
                  <a:lnTo>
                    <a:pt x="6822" y="411"/>
                  </a:lnTo>
                  <a:cubicBezTo>
                    <a:pt x="7079" y="392"/>
                    <a:pt x="7079" y="20"/>
                    <a:pt x="6822" y="1"/>
                  </a:cubicBezTo>
                  <a:close/>
                </a:path>
              </a:pathLst>
            </a:custGeom>
            <a:solidFill>
              <a:srgbClr val="9CACB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5095" name="Google Shape;15095;p44"/>
          <p:cNvGrpSpPr/>
          <p:nvPr/>
        </p:nvGrpSpPr>
        <p:grpSpPr>
          <a:xfrm>
            <a:off x="2659458" y="1347875"/>
            <a:ext cx="332262" cy="359232"/>
            <a:chOff x="2659458" y="1500275"/>
            <a:chExt cx="332262" cy="359232"/>
          </a:xfrm>
        </p:grpSpPr>
        <p:sp>
          <p:nvSpPr>
            <p:cNvPr id="15096" name="Google Shape;15096;p44"/>
            <p:cNvSpPr/>
            <p:nvPr/>
          </p:nvSpPr>
          <p:spPr>
            <a:xfrm>
              <a:off x="2957234" y="1800015"/>
              <a:ext cx="34486" cy="59361"/>
            </a:xfrm>
            <a:custGeom>
              <a:rect b="b" l="l" r="r" t="t"/>
              <a:pathLst>
                <a:path extrusionOk="0" h="2267" w="1317">
                  <a:moveTo>
                    <a:pt x="0" y="1"/>
                  </a:moveTo>
                  <a:lnTo>
                    <a:pt x="248" y="1909"/>
                  </a:lnTo>
                  <a:cubicBezTo>
                    <a:pt x="277" y="2147"/>
                    <a:pt x="465" y="2267"/>
                    <a:pt x="655" y="2267"/>
                  </a:cubicBezTo>
                  <a:cubicBezTo>
                    <a:pt x="844" y="2267"/>
                    <a:pt x="1035" y="2147"/>
                    <a:pt x="1069" y="1909"/>
                  </a:cubicBezTo>
                  <a:lnTo>
                    <a:pt x="1317" y="1"/>
                  </a:lnTo>
                  <a:close/>
                </a:path>
              </a:pathLst>
            </a:custGeom>
            <a:solidFill>
              <a:srgbClr val="95A6B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097" name="Google Shape;15097;p44"/>
            <p:cNvSpPr/>
            <p:nvPr/>
          </p:nvSpPr>
          <p:spPr>
            <a:xfrm>
              <a:off x="2974463" y="1800015"/>
              <a:ext cx="17256" cy="59492"/>
            </a:xfrm>
            <a:custGeom>
              <a:rect b="b" l="l" r="r" t="t"/>
              <a:pathLst>
                <a:path extrusionOk="0" h="2272" w="659">
                  <a:moveTo>
                    <a:pt x="0" y="1"/>
                  </a:moveTo>
                  <a:lnTo>
                    <a:pt x="0" y="2271"/>
                  </a:lnTo>
                  <a:cubicBezTo>
                    <a:pt x="201" y="2262"/>
                    <a:pt x="382" y="2109"/>
                    <a:pt x="411" y="1909"/>
                  </a:cubicBezTo>
                  <a:lnTo>
                    <a:pt x="659" y="1"/>
                  </a:lnTo>
                  <a:close/>
                </a:path>
              </a:pathLst>
            </a:custGeom>
            <a:solidFill>
              <a:srgbClr val="738A9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098" name="Google Shape;15098;p44"/>
            <p:cNvSpPr/>
            <p:nvPr/>
          </p:nvSpPr>
          <p:spPr>
            <a:xfrm>
              <a:off x="2659458" y="1500275"/>
              <a:ext cx="266066" cy="358970"/>
            </a:xfrm>
            <a:custGeom>
              <a:rect b="b" l="l" r="r" t="t"/>
              <a:pathLst>
                <a:path extrusionOk="0" h="13709" w="10161">
                  <a:moveTo>
                    <a:pt x="3034" y="0"/>
                  </a:moveTo>
                  <a:lnTo>
                    <a:pt x="1" y="3034"/>
                  </a:lnTo>
                  <a:lnTo>
                    <a:pt x="1" y="13489"/>
                  </a:lnTo>
                  <a:cubicBezTo>
                    <a:pt x="1" y="13613"/>
                    <a:pt x="105" y="13709"/>
                    <a:pt x="220" y="13709"/>
                  </a:cubicBezTo>
                  <a:lnTo>
                    <a:pt x="9941" y="13709"/>
                  </a:lnTo>
                  <a:cubicBezTo>
                    <a:pt x="10065" y="13709"/>
                    <a:pt x="10161" y="13613"/>
                    <a:pt x="10161" y="13489"/>
                  </a:cubicBezTo>
                  <a:lnTo>
                    <a:pt x="10161" y="219"/>
                  </a:lnTo>
                  <a:cubicBezTo>
                    <a:pt x="10161" y="95"/>
                    <a:pt x="10056" y="0"/>
                    <a:pt x="9932" y="0"/>
                  </a:cubicBezTo>
                  <a:close/>
                </a:path>
              </a:pathLst>
            </a:custGeom>
            <a:solidFill>
              <a:srgbClr val="F0F3F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099" name="Google Shape;15099;p44"/>
            <p:cNvSpPr/>
            <p:nvPr/>
          </p:nvSpPr>
          <p:spPr>
            <a:xfrm>
              <a:off x="2659458" y="1500275"/>
              <a:ext cx="92459" cy="92197"/>
            </a:xfrm>
            <a:custGeom>
              <a:rect b="b" l="l" r="r" t="t"/>
              <a:pathLst>
                <a:path extrusionOk="0" h="3521" w="3531">
                  <a:moveTo>
                    <a:pt x="3034" y="0"/>
                  </a:moveTo>
                  <a:lnTo>
                    <a:pt x="1" y="3034"/>
                  </a:lnTo>
                  <a:lnTo>
                    <a:pt x="1" y="3520"/>
                  </a:lnTo>
                  <a:lnTo>
                    <a:pt x="3301" y="3520"/>
                  </a:lnTo>
                  <a:cubicBezTo>
                    <a:pt x="3425" y="3520"/>
                    <a:pt x="3530" y="3425"/>
                    <a:pt x="3530" y="3301"/>
                  </a:cubicBezTo>
                  <a:lnTo>
                    <a:pt x="3530" y="0"/>
                  </a:lnTo>
                  <a:close/>
                </a:path>
              </a:pathLst>
            </a:custGeom>
            <a:solidFill>
              <a:srgbClr val="C8D3D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100" name="Google Shape;15100;p44"/>
            <p:cNvSpPr/>
            <p:nvPr/>
          </p:nvSpPr>
          <p:spPr>
            <a:xfrm>
              <a:off x="2659458" y="1500275"/>
              <a:ext cx="266066" cy="358970"/>
            </a:xfrm>
            <a:custGeom>
              <a:rect b="b" l="l" r="r" t="t"/>
              <a:pathLst>
                <a:path extrusionOk="0" h="13709" w="10161">
                  <a:moveTo>
                    <a:pt x="9254" y="0"/>
                  </a:moveTo>
                  <a:lnTo>
                    <a:pt x="9254" y="12774"/>
                  </a:lnTo>
                  <a:lnTo>
                    <a:pt x="1" y="12774"/>
                  </a:lnTo>
                  <a:lnTo>
                    <a:pt x="1" y="13489"/>
                  </a:lnTo>
                  <a:cubicBezTo>
                    <a:pt x="1" y="13613"/>
                    <a:pt x="105" y="13709"/>
                    <a:pt x="229" y="13709"/>
                  </a:cubicBezTo>
                  <a:lnTo>
                    <a:pt x="9932" y="13709"/>
                  </a:lnTo>
                  <a:cubicBezTo>
                    <a:pt x="10056" y="13709"/>
                    <a:pt x="10161" y="13613"/>
                    <a:pt x="10161" y="13489"/>
                  </a:cubicBezTo>
                  <a:lnTo>
                    <a:pt x="10161" y="219"/>
                  </a:lnTo>
                  <a:cubicBezTo>
                    <a:pt x="10161" y="95"/>
                    <a:pt x="10056" y="0"/>
                    <a:pt x="9932" y="0"/>
                  </a:cubicBezTo>
                  <a:close/>
                </a:path>
              </a:pathLst>
            </a:custGeom>
            <a:solidFill>
              <a:srgbClr val="C8D3D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101" name="Google Shape;15101;p44"/>
            <p:cNvSpPr/>
            <p:nvPr/>
          </p:nvSpPr>
          <p:spPr>
            <a:xfrm>
              <a:off x="2659458" y="1500275"/>
              <a:ext cx="79471" cy="79445"/>
            </a:xfrm>
            <a:custGeom>
              <a:rect b="b" l="l" r="r" t="t"/>
              <a:pathLst>
                <a:path extrusionOk="0" h="3034" w="3035">
                  <a:moveTo>
                    <a:pt x="3034" y="0"/>
                  </a:moveTo>
                  <a:lnTo>
                    <a:pt x="1" y="3034"/>
                  </a:lnTo>
                  <a:lnTo>
                    <a:pt x="2815" y="3034"/>
                  </a:lnTo>
                  <a:cubicBezTo>
                    <a:pt x="2939" y="3034"/>
                    <a:pt x="3034" y="2929"/>
                    <a:pt x="3034" y="2814"/>
                  </a:cubicBezTo>
                  <a:lnTo>
                    <a:pt x="3034" y="0"/>
                  </a:lnTo>
                  <a:close/>
                </a:path>
              </a:pathLst>
            </a:custGeom>
            <a:solidFill>
              <a:srgbClr val="DFE5E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102" name="Google Shape;15102;p44"/>
            <p:cNvSpPr/>
            <p:nvPr/>
          </p:nvSpPr>
          <p:spPr>
            <a:xfrm>
              <a:off x="2710414" y="1744817"/>
              <a:ext cx="164154" cy="11024"/>
            </a:xfrm>
            <a:custGeom>
              <a:rect b="b" l="l" r="r" t="t"/>
              <a:pathLst>
                <a:path extrusionOk="0" h="421" w="6269">
                  <a:moveTo>
                    <a:pt x="258" y="1"/>
                  </a:moveTo>
                  <a:cubicBezTo>
                    <a:pt x="1" y="20"/>
                    <a:pt x="1" y="401"/>
                    <a:pt x="258" y="420"/>
                  </a:cubicBezTo>
                  <a:lnTo>
                    <a:pt x="6011" y="420"/>
                  </a:lnTo>
                  <a:cubicBezTo>
                    <a:pt x="6268" y="401"/>
                    <a:pt x="6268" y="20"/>
                    <a:pt x="6011" y="1"/>
                  </a:cubicBezTo>
                  <a:close/>
                </a:path>
              </a:pathLst>
            </a:custGeom>
            <a:solidFill>
              <a:srgbClr val="9BAFB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103" name="Google Shape;15103;p44"/>
            <p:cNvSpPr/>
            <p:nvPr/>
          </p:nvSpPr>
          <p:spPr>
            <a:xfrm>
              <a:off x="2785853" y="1811013"/>
              <a:ext cx="88715" cy="11024"/>
            </a:xfrm>
            <a:custGeom>
              <a:rect b="b" l="l" r="r" t="t"/>
              <a:pathLst>
                <a:path extrusionOk="0" h="421" w="3388">
                  <a:moveTo>
                    <a:pt x="258" y="1"/>
                  </a:moveTo>
                  <a:cubicBezTo>
                    <a:pt x="1" y="20"/>
                    <a:pt x="1" y="392"/>
                    <a:pt x="258" y="420"/>
                  </a:cubicBezTo>
                  <a:lnTo>
                    <a:pt x="3130" y="420"/>
                  </a:lnTo>
                  <a:cubicBezTo>
                    <a:pt x="3387" y="392"/>
                    <a:pt x="3387" y="20"/>
                    <a:pt x="3130" y="1"/>
                  </a:cubicBezTo>
                  <a:close/>
                </a:path>
              </a:pathLst>
            </a:custGeom>
            <a:solidFill>
              <a:srgbClr val="9BAFB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104" name="Google Shape;15104;p44"/>
            <p:cNvSpPr/>
            <p:nvPr/>
          </p:nvSpPr>
          <p:spPr>
            <a:xfrm>
              <a:off x="2710414" y="1717349"/>
              <a:ext cx="164154" cy="10998"/>
            </a:xfrm>
            <a:custGeom>
              <a:rect b="b" l="l" r="r" t="t"/>
              <a:pathLst>
                <a:path extrusionOk="0" h="420" w="6269">
                  <a:moveTo>
                    <a:pt x="258" y="0"/>
                  </a:moveTo>
                  <a:cubicBezTo>
                    <a:pt x="1" y="19"/>
                    <a:pt x="1" y="391"/>
                    <a:pt x="258" y="420"/>
                  </a:cubicBezTo>
                  <a:lnTo>
                    <a:pt x="6011" y="420"/>
                  </a:lnTo>
                  <a:cubicBezTo>
                    <a:pt x="6268" y="391"/>
                    <a:pt x="6268" y="19"/>
                    <a:pt x="6011" y="0"/>
                  </a:cubicBezTo>
                  <a:close/>
                </a:path>
              </a:pathLst>
            </a:custGeom>
            <a:solidFill>
              <a:srgbClr val="9BAFB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105" name="Google Shape;15105;p44"/>
            <p:cNvSpPr/>
            <p:nvPr/>
          </p:nvSpPr>
          <p:spPr>
            <a:xfrm>
              <a:off x="2710414" y="1689855"/>
              <a:ext cx="164154" cy="11024"/>
            </a:xfrm>
            <a:custGeom>
              <a:rect b="b" l="l" r="r" t="t"/>
              <a:pathLst>
                <a:path extrusionOk="0" h="421" w="6269">
                  <a:moveTo>
                    <a:pt x="258" y="1"/>
                  </a:moveTo>
                  <a:cubicBezTo>
                    <a:pt x="1" y="20"/>
                    <a:pt x="1" y="401"/>
                    <a:pt x="258" y="421"/>
                  </a:cubicBezTo>
                  <a:lnTo>
                    <a:pt x="6011" y="421"/>
                  </a:lnTo>
                  <a:cubicBezTo>
                    <a:pt x="6268" y="401"/>
                    <a:pt x="6268" y="20"/>
                    <a:pt x="6011" y="1"/>
                  </a:cubicBezTo>
                  <a:close/>
                </a:path>
              </a:pathLst>
            </a:custGeom>
            <a:solidFill>
              <a:srgbClr val="9BAFB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106" name="Google Shape;15106;p44"/>
            <p:cNvSpPr/>
            <p:nvPr/>
          </p:nvSpPr>
          <p:spPr>
            <a:xfrm>
              <a:off x="2709576" y="1662360"/>
              <a:ext cx="165830" cy="11050"/>
            </a:xfrm>
            <a:custGeom>
              <a:rect b="b" l="l" r="r" t="t"/>
              <a:pathLst>
                <a:path extrusionOk="0" h="422" w="6333">
                  <a:moveTo>
                    <a:pt x="272" y="1"/>
                  </a:moveTo>
                  <a:cubicBezTo>
                    <a:pt x="0" y="1"/>
                    <a:pt x="0" y="422"/>
                    <a:pt x="272" y="422"/>
                  </a:cubicBezTo>
                  <a:cubicBezTo>
                    <a:pt x="278" y="422"/>
                    <a:pt x="284" y="422"/>
                    <a:pt x="290" y="421"/>
                  </a:cubicBezTo>
                  <a:lnTo>
                    <a:pt x="6043" y="421"/>
                  </a:lnTo>
                  <a:cubicBezTo>
                    <a:pt x="6049" y="422"/>
                    <a:pt x="6055" y="422"/>
                    <a:pt x="6061" y="422"/>
                  </a:cubicBezTo>
                  <a:cubicBezTo>
                    <a:pt x="6333" y="422"/>
                    <a:pt x="6333" y="1"/>
                    <a:pt x="6061" y="1"/>
                  </a:cubicBezTo>
                  <a:cubicBezTo>
                    <a:pt x="6055" y="1"/>
                    <a:pt x="6049" y="1"/>
                    <a:pt x="6043" y="1"/>
                  </a:cubicBezTo>
                  <a:lnTo>
                    <a:pt x="290" y="1"/>
                  </a:lnTo>
                  <a:cubicBezTo>
                    <a:pt x="284" y="1"/>
                    <a:pt x="278" y="1"/>
                    <a:pt x="272" y="1"/>
                  </a:cubicBezTo>
                  <a:close/>
                </a:path>
              </a:pathLst>
            </a:custGeom>
            <a:solidFill>
              <a:srgbClr val="9BAFB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107" name="Google Shape;15107;p44"/>
            <p:cNvSpPr/>
            <p:nvPr/>
          </p:nvSpPr>
          <p:spPr>
            <a:xfrm>
              <a:off x="2774515" y="1581423"/>
              <a:ext cx="23357" cy="62242"/>
            </a:xfrm>
            <a:custGeom>
              <a:rect b="b" l="l" r="r" t="t"/>
              <a:pathLst>
                <a:path extrusionOk="0" h="2377" w="892">
                  <a:moveTo>
                    <a:pt x="273" y="1"/>
                  </a:moveTo>
                  <a:cubicBezTo>
                    <a:pt x="1" y="1"/>
                    <a:pt x="1" y="422"/>
                    <a:pt x="273" y="422"/>
                  </a:cubicBezTo>
                  <a:cubicBezTo>
                    <a:pt x="279" y="422"/>
                    <a:pt x="285" y="422"/>
                    <a:pt x="291" y="421"/>
                  </a:cubicBezTo>
                  <a:lnTo>
                    <a:pt x="472" y="421"/>
                  </a:lnTo>
                  <a:lnTo>
                    <a:pt x="472" y="2167"/>
                  </a:lnTo>
                  <a:cubicBezTo>
                    <a:pt x="472" y="2282"/>
                    <a:pt x="567" y="2377"/>
                    <a:pt x="682" y="2377"/>
                  </a:cubicBezTo>
                  <a:cubicBezTo>
                    <a:pt x="796" y="2377"/>
                    <a:pt x="892" y="2282"/>
                    <a:pt x="892" y="2167"/>
                  </a:cubicBezTo>
                  <a:lnTo>
                    <a:pt x="892" y="211"/>
                  </a:lnTo>
                  <a:cubicBezTo>
                    <a:pt x="892" y="97"/>
                    <a:pt x="796" y="1"/>
                    <a:pt x="682" y="1"/>
                  </a:cubicBezTo>
                  <a:lnTo>
                    <a:pt x="291" y="1"/>
                  </a:lnTo>
                  <a:cubicBezTo>
                    <a:pt x="285" y="1"/>
                    <a:pt x="279" y="1"/>
                    <a:pt x="273" y="1"/>
                  </a:cubicBezTo>
                  <a:close/>
                </a:path>
              </a:pathLst>
            </a:custGeom>
            <a:solidFill>
              <a:srgbClr val="778DA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108" name="Google Shape;15108;p44"/>
            <p:cNvSpPr/>
            <p:nvPr/>
          </p:nvSpPr>
          <p:spPr>
            <a:xfrm>
              <a:off x="2773782" y="1635364"/>
              <a:ext cx="37183" cy="10814"/>
            </a:xfrm>
            <a:custGeom>
              <a:rect b="b" l="l" r="r" t="t"/>
              <a:pathLst>
                <a:path extrusionOk="0" h="413" w="1420">
                  <a:moveTo>
                    <a:pt x="273" y="1"/>
                  </a:moveTo>
                  <a:cubicBezTo>
                    <a:pt x="0" y="1"/>
                    <a:pt x="3" y="413"/>
                    <a:pt x="281" y="413"/>
                  </a:cubicBezTo>
                  <a:cubicBezTo>
                    <a:pt x="287" y="413"/>
                    <a:pt x="293" y="413"/>
                    <a:pt x="300" y="412"/>
                  </a:cubicBezTo>
                  <a:lnTo>
                    <a:pt x="1130" y="412"/>
                  </a:lnTo>
                  <a:cubicBezTo>
                    <a:pt x="1136" y="413"/>
                    <a:pt x="1141" y="413"/>
                    <a:pt x="1147" y="413"/>
                  </a:cubicBezTo>
                  <a:cubicBezTo>
                    <a:pt x="1417" y="413"/>
                    <a:pt x="1419" y="1"/>
                    <a:pt x="1156" y="1"/>
                  </a:cubicBezTo>
                  <a:cubicBezTo>
                    <a:pt x="1147" y="1"/>
                    <a:pt x="1138" y="1"/>
                    <a:pt x="1130" y="2"/>
                  </a:cubicBezTo>
                  <a:lnTo>
                    <a:pt x="300" y="2"/>
                  </a:lnTo>
                  <a:cubicBezTo>
                    <a:pt x="290" y="1"/>
                    <a:pt x="281" y="1"/>
                    <a:pt x="273" y="1"/>
                  </a:cubicBezTo>
                  <a:close/>
                </a:path>
              </a:pathLst>
            </a:custGeom>
            <a:solidFill>
              <a:srgbClr val="778DA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109" name="Google Shape;15109;p44"/>
            <p:cNvSpPr/>
            <p:nvPr/>
          </p:nvSpPr>
          <p:spPr>
            <a:xfrm>
              <a:off x="2777866" y="1561103"/>
              <a:ext cx="20005" cy="17125"/>
            </a:xfrm>
            <a:custGeom>
              <a:rect b="b" l="l" r="r" t="t"/>
              <a:pathLst>
                <a:path extrusionOk="0" h="654" w="764">
                  <a:moveTo>
                    <a:pt x="439" y="0"/>
                  </a:moveTo>
                  <a:cubicBezTo>
                    <a:pt x="358" y="0"/>
                    <a:pt x="276" y="31"/>
                    <a:pt x="210" y="100"/>
                  </a:cubicBezTo>
                  <a:cubicBezTo>
                    <a:pt x="0" y="300"/>
                    <a:pt x="153" y="653"/>
                    <a:pt x="439" y="653"/>
                  </a:cubicBezTo>
                  <a:cubicBezTo>
                    <a:pt x="621" y="653"/>
                    <a:pt x="764" y="501"/>
                    <a:pt x="764" y="329"/>
                  </a:cubicBezTo>
                  <a:cubicBezTo>
                    <a:pt x="764" y="130"/>
                    <a:pt x="604" y="0"/>
                    <a:pt x="439" y="0"/>
                  </a:cubicBezTo>
                  <a:close/>
                </a:path>
              </a:pathLst>
            </a:custGeom>
            <a:solidFill>
              <a:srgbClr val="778DA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110" name="Google Shape;15110;p44"/>
            <p:cNvSpPr/>
            <p:nvPr/>
          </p:nvSpPr>
          <p:spPr>
            <a:xfrm>
              <a:off x="2957234" y="1582941"/>
              <a:ext cx="34486" cy="229852"/>
            </a:xfrm>
            <a:custGeom>
              <a:rect b="b" l="l" r="r" t="t"/>
              <a:pathLst>
                <a:path extrusionOk="0" h="8778" w="1317">
                  <a:moveTo>
                    <a:pt x="0" y="1"/>
                  </a:moveTo>
                  <a:lnTo>
                    <a:pt x="0" y="8777"/>
                  </a:lnTo>
                  <a:lnTo>
                    <a:pt x="1317" y="8777"/>
                  </a:lnTo>
                  <a:lnTo>
                    <a:pt x="1317" y="1"/>
                  </a:lnTo>
                  <a:close/>
                </a:path>
              </a:pathLst>
            </a:custGeom>
            <a:solidFill>
              <a:srgbClr val="BECBD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111" name="Google Shape;15111;p44"/>
            <p:cNvSpPr/>
            <p:nvPr/>
          </p:nvSpPr>
          <p:spPr>
            <a:xfrm>
              <a:off x="2974463" y="1582941"/>
              <a:ext cx="17256" cy="229852"/>
            </a:xfrm>
            <a:custGeom>
              <a:rect b="b" l="l" r="r" t="t"/>
              <a:pathLst>
                <a:path extrusionOk="0" h="8778" w="659">
                  <a:moveTo>
                    <a:pt x="0" y="1"/>
                  </a:moveTo>
                  <a:lnTo>
                    <a:pt x="0" y="8777"/>
                  </a:lnTo>
                  <a:lnTo>
                    <a:pt x="659" y="8777"/>
                  </a:lnTo>
                  <a:lnTo>
                    <a:pt x="659" y="1"/>
                  </a:lnTo>
                  <a:close/>
                </a:path>
              </a:pathLst>
            </a:custGeom>
            <a:solidFill>
              <a:srgbClr val="A4B7C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112" name="Google Shape;15112;p44"/>
            <p:cNvSpPr/>
            <p:nvPr/>
          </p:nvSpPr>
          <p:spPr>
            <a:xfrm>
              <a:off x="2957234" y="1550210"/>
              <a:ext cx="34486" cy="40246"/>
            </a:xfrm>
            <a:custGeom>
              <a:rect b="b" l="l" r="r" t="t"/>
              <a:pathLst>
                <a:path extrusionOk="0" h="1537" w="1317">
                  <a:moveTo>
                    <a:pt x="0" y="1"/>
                  </a:moveTo>
                  <a:lnTo>
                    <a:pt x="0" y="1537"/>
                  </a:lnTo>
                  <a:lnTo>
                    <a:pt x="1317" y="1537"/>
                  </a:lnTo>
                  <a:lnTo>
                    <a:pt x="1317" y="1"/>
                  </a:lnTo>
                  <a:close/>
                </a:path>
              </a:pathLst>
            </a:custGeom>
            <a:solidFill>
              <a:srgbClr val="6A7F9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113" name="Google Shape;15113;p44"/>
            <p:cNvSpPr/>
            <p:nvPr/>
          </p:nvSpPr>
          <p:spPr>
            <a:xfrm>
              <a:off x="2974463" y="1550210"/>
              <a:ext cx="17256" cy="40246"/>
            </a:xfrm>
            <a:custGeom>
              <a:rect b="b" l="l" r="r" t="t"/>
              <a:pathLst>
                <a:path extrusionOk="0" h="1537" w="659">
                  <a:moveTo>
                    <a:pt x="0" y="1"/>
                  </a:moveTo>
                  <a:lnTo>
                    <a:pt x="0" y="1537"/>
                  </a:lnTo>
                  <a:lnTo>
                    <a:pt x="659" y="1537"/>
                  </a:lnTo>
                  <a:lnTo>
                    <a:pt x="659" y="1"/>
                  </a:lnTo>
                  <a:close/>
                </a:path>
              </a:pathLst>
            </a:custGeom>
            <a:solidFill>
              <a:srgbClr val="51667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114" name="Google Shape;15114;p44"/>
            <p:cNvSpPr/>
            <p:nvPr/>
          </p:nvSpPr>
          <p:spPr>
            <a:xfrm>
              <a:off x="2957234" y="1500275"/>
              <a:ext cx="34486" cy="49961"/>
            </a:xfrm>
            <a:custGeom>
              <a:rect b="b" l="l" r="r" t="t"/>
              <a:pathLst>
                <a:path extrusionOk="0" h="1908" w="1317">
                  <a:moveTo>
                    <a:pt x="658" y="0"/>
                  </a:moveTo>
                  <a:cubicBezTo>
                    <a:pt x="296" y="0"/>
                    <a:pt x="0" y="296"/>
                    <a:pt x="0" y="658"/>
                  </a:cubicBezTo>
                  <a:lnTo>
                    <a:pt x="0" y="1908"/>
                  </a:lnTo>
                  <a:lnTo>
                    <a:pt x="1317" y="1908"/>
                  </a:lnTo>
                  <a:lnTo>
                    <a:pt x="1317" y="658"/>
                  </a:lnTo>
                  <a:cubicBezTo>
                    <a:pt x="1317" y="296"/>
                    <a:pt x="1021" y="0"/>
                    <a:pt x="658" y="0"/>
                  </a:cubicBezTo>
                  <a:close/>
                </a:path>
              </a:pathLst>
            </a:custGeom>
            <a:solidFill>
              <a:srgbClr val="95A6B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115" name="Google Shape;15115;p44"/>
            <p:cNvSpPr/>
            <p:nvPr/>
          </p:nvSpPr>
          <p:spPr>
            <a:xfrm>
              <a:off x="2974463" y="1500275"/>
              <a:ext cx="17256" cy="49961"/>
            </a:xfrm>
            <a:custGeom>
              <a:rect b="b" l="l" r="r" t="t"/>
              <a:pathLst>
                <a:path extrusionOk="0" h="1908" w="659">
                  <a:moveTo>
                    <a:pt x="0" y="0"/>
                  </a:moveTo>
                  <a:lnTo>
                    <a:pt x="0" y="1908"/>
                  </a:lnTo>
                  <a:lnTo>
                    <a:pt x="659" y="1908"/>
                  </a:lnTo>
                  <a:lnTo>
                    <a:pt x="659" y="658"/>
                  </a:lnTo>
                  <a:cubicBezTo>
                    <a:pt x="659" y="296"/>
                    <a:pt x="363" y="0"/>
                    <a:pt x="0" y="0"/>
                  </a:cubicBez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5116" name="Google Shape;15116;p44"/>
          <p:cNvGrpSpPr/>
          <p:nvPr/>
        </p:nvGrpSpPr>
        <p:grpSpPr>
          <a:xfrm>
            <a:off x="1750184" y="2261130"/>
            <a:ext cx="359729" cy="359441"/>
            <a:chOff x="1750184" y="2413530"/>
            <a:chExt cx="359729" cy="359441"/>
          </a:xfrm>
        </p:grpSpPr>
        <p:sp>
          <p:nvSpPr>
            <p:cNvPr id="15117" name="Google Shape;15117;p44"/>
            <p:cNvSpPr/>
            <p:nvPr/>
          </p:nvSpPr>
          <p:spPr>
            <a:xfrm>
              <a:off x="1867074" y="2496981"/>
              <a:ext cx="58000" cy="64965"/>
            </a:xfrm>
            <a:custGeom>
              <a:rect b="b" l="l" r="r" t="t"/>
              <a:pathLst>
                <a:path extrusionOk="0" h="2481" w="2215">
                  <a:moveTo>
                    <a:pt x="1203" y="0"/>
                  </a:moveTo>
                  <a:lnTo>
                    <a:pt x="335" y="878"/>
                  </a:lnTo>
                  <a:cubicBezTo>
                    <a:pt x="1" y="1202"/>
                    <a:pt x="1" y="1736"/>
                    <a:pt x="335" y="2070"/>
                  </a:cubicBezTo>
                  <a:lnTo>
                    <a:pt x="745" y="2481"/>
                  </a:lnTo>
                  <a:lnTo>
                    <a:pt x="2214" y="1011"/>
                  </a:lnTo>
                  <a:lnTo>
                    <a:pt x="1203" y="0"/>
                  </a:lnTo>
                  <a:close/>
                </a:path>
              </a:pathLst>
            </a:custGeom>
            <a:solidFill>
              <a:srgbClr val="B5C4D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118" name="Google Shape;15118;p44"/>
            <p:cNvSpPr/>
            <p:nvPr/>
          </p:nvSpPr>
          <p:spPr>
            <a:xfrm>
              <a:off x="1824863" y="2413530"/>
              <a:ext cx="285050" cy="285312"/>
            </a:xfrm>
            <a:custGeom>
              <a:rect b="b" l="l" r="r" t="t"/>
              <a:pathLst>
                <a:path extrusionOk="0" h="10896" w="10886">
                  <a:moveTo>
                    <a:pt x="2033" y="1"/>
                  </a:moveTo>
                  <a:cubicBezTo>
                    <a:pt x="1851" y="1"/>
                    <a:pt x="1670" y="29"/>
                    <a:pt x="1498" y="77"/>
                  </a:cubicBezTo>
                  <a:cubicBezTo>
                    <a:pt x="1336" y="125"/>
                    <a:pt x="1279" y="335"/>
                    <a:pt x="1403" y="449"/>
                  </a:cubicBezTo>
                  <a:lnTo>
                    <a:pt x="2519" y="1565"/>
                  </a:lnTo>
                  <a:cubicBezTo>
                    <a:pt x="2586" y="1632"/>
                    <a:pt x="2643" y="1718"/>
                    <a:pt x="2672" y="1804"/>
                  </a:cubicBezTo>
                  <a:cubicBezTo>
                    <a:pt x="2843" y="2243"/>
                    <a:pt x="2510" y="2720"/>
                    <a:pt x="2033" y="2720"/>
                  </a:cubicBezTo>
                  <a:cubicBezTo>
                    <a:pt x="1956" y="2720"/>
                    <a:pt x="1870" y="2701"/>
                    <a:pt x="1794" y="2672"/>
                  </a:cubicBezTo>
                  <a:cubicBezTo>
                    <a:pt x="1708" y="2643"/>
                    <a:pt x="1622" y="2586"/>
                    <a:pt x="1556" y="2519"/>
                  </a:cubicBezTo>
                  <a:lnTo>
                    <a:pt x="439" y="1403"/>
                  </a:lnTo>
                  <a:cubicBezTo>
                    <a:pt x="397" y="1360"/>
                    <a:pt x="341" y="1340"/>
                    <a:pt x="285" y="1340"/>
                  </a:cubicBezTo>
                  <a:cubicBezTo>
                    <a:pt x="192" y="1340"/>
                    <a:pt x="101" y="1397"/>
                    <a:pt x="77" y="1499"/>
                  </a:cubicBezTo>
                  <a:cubicBezTo>
                    <a:pt x="20" y="1680"/>
                    <a:pt x="1" y="1861"/>
                    <a:pt x="1" y="2042"/>
                  </a:cubicBezTo>
                  <a:cubicBezTo>
                    <a:pt x="1" y="3120"/>
                    <a:pt x="831" y="4008"/>
                    <a:pt x="1909" y="4065"/>
                  </a:cubicBezTo>
                  <a:lnTo>
                    <a:pt x="2042" y="4084"/>
                  </a:lnTo>
                  <a:cubicBezTo>
                    <a:pt x="2242" y="4084"/>
                    <a:pt x="2443" y="4055"/>
                    <a:pt x="2634" y="3989"/>
                  </a:cubicBezTo>
                  <a:cubicBezTo>
                    <a:pt x="2681" y="3979"/>
                    <a:pt x="2719" y="3960"/>
                    <a:pt x="2758" y="3950"/>
                  </a:cubicBezTo>
                  <a:lnTo>
                    <a:pt x="6946" y="8138"/>
                  </a:lnTo>
                  <a:cubicBezTo>
                    <a:pt x="6927" y="8177"/>
                    <a:pt x="6917" y="8215"/>
                    <a:pt x="6907" y="8262"/>
                  </a:cubicBezTo>
                  <a:cubicBezTo>
                    <a:pt x="6841" y="8453"/>
                    <a:pt x="6812" y="8654"/>
                    <a:pt x="6812" y="8854"/>
                  </a:cubicBezTo>
                  <a:lnTo>
                    <a:pt x="6831" y="8987"/>
                  </a:lnTo>
                  <a:cubicBezTo>
                    <a:pt x="6888" y="10065"/>
                    <a:pt x="7776" y="10895"/>
                    <a:pt x="8854" y="10895"/>
                  </a:cubicBezTo>
                  <a:cubicBezTo>
                    <a:pt x="9035" y="10895"/>
                    <a:pt x="9216" y="10876"/>
                    <a:pt x="9388" y="10819"/>
                  </a:cubicBezTo>
                  <a:cubicBezTo>
                    <a:pt x="9569" y="10781"/>
                    <a:pt x="9617" y="10552"/>
                    <a:pt x="9483" y="10438"/>
                  </a:cubicBezTo>
                  <a:lnTo>
                    <a:pt x="8367" y="9331"/>
                  </a:lnTo>
                  <a:cubicBezTo>
                    <a:pt x="8300" y="9264"/>
                    <a:pt x="8243" y="9178"/>
                    <a:pt x="8214" y="9092"/>
                  </a:cubicBezTo>
                  <a:cubicBezTo>
                    <a:pt x="8043" y="8644"/>
                    <a:pt x="8367" y="8177"/>
                    <a:pt x="8844" y="8177"/>
                  </a:cubicBezTo>
                  <a:cubicBezTo>
                    <a:pt x="8920" y="8177"/>
                    <a:pt x="9006" y="8186"/>
                    <a:pt x="9083" y="8224"/>
                  </a:cubicBezTo>
                  <a:cubicBezTo>
                    <a:pt x="9178" y="8253"/>
                    <a:pt x="9254" y="8301"/>
                    <a:pt x="9331" y="8377"/>
                  </a:cubicBezTo>
                  <a:lnTo>
                    <a:pt x="10437" y="9484"/>
                  </a:lnTo>
                  <a:cubicBezTo>
                    <a:pt x="10485" y="9531"/>
                    <a:pt x="10543" y="9553"/>
                    <a:pt x="10600" y="9553"/>
                  </a:cubicBezTo>
                  <a:cubicBezTo>
                    <a:pt x="10692" y="9553"/>
                    <a:pt x="10780" y="9494"/>
                    <a:pt x="10809" y="9388"/>
                  </a:cubicBezTo>
                  <a:cubicBezTo>
                    <a:pt x="10867" y="9216"/>
                    <a:pt x="10886" y="9035"/>
                    <a:pt x="10886" y="8854"/>
                  </a:cubicBezTo>
                  <a:cubicBezTo>
                    <a:pt x="10886" y="7785"/>
                    <a:pt x="10046" y="6898"/>
                    <a:pt x="8978" y="6831"/>
                  </a:cubicBezTo>
                  <a:lnTo>
                    <a:pt x="8844" y="6812"/>
                  </a:lnTo>
                  <a:cubicBezTo>
                    <a:pt x="8644" y="6812"/>
                    <a:pt x="8443" y="6851"/>
                    <a:pt x="8253" y="6908"/>
                  </a:cubicBezTo>
                  <a:lnTo>
                    <a:pt x="8129" y="6946"/>
                  </a:lnTo>
                  <a:lnTo>
                    <a:pt x="3941" y="2758"/>
                  </a:lnTo>
                  <a:cubicBezTo>
                    <a:pt x="3960" y="2720"/>
                    <a:pt x="3969" y="2682"/>
                    <a:pt x="3979" y="2643"/>
                  </a:cubicBezTo>
                  <a:cubicBezTo>
                    <a:pt x="4045" y="2453"/>
                    <a:pt x="4074" y="2252"/>
                    <a:pt x="4074" y="2052"/>
                  </a:cubicBezTo>
                  <a:lnTo>
                    <a:pt x="4065" y="1909"/>
                  </a:lnTo>
                  <a:cubicBezTo>
                    <a:pt x="3998" y="840"/>
                    <a:pt x="3111" y="10"/>
                    <a:pt x="2033" y="1"/>
                  </a:cubicBezTo>
                  <a:close/>
                </a:path>
              </a:pathLst>
            </a:custGeom>
            <a:solidFill>
              <a:srgbClr val="CDD7D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119" name="Google Shape;15119;p44"/>
            <p:cNvSpPr/>
            <p:nvPr/>
          </p:nvSpPr>
          <p:spPr>
            <a:xfrm>
              <a:off x="1893808" y="2482737"/>
              <a:ext cx="147160" cy="146898"/>
            </a:xfrm>
            <a:custGeom>
              <a:rect b="b" l="l" r="r" t="t"/>
              <a:pathLst>
                <a:path extrusionOk="0" h="5610" w="5620">
                  <a:moveTo>
                    <a:pt x="1365" y="0"/>
                  </a:moveTo>
                  <a:lnTo>
                    <a:pt x="1" y="1346"/>
                  </a:lnTo>
                  <a:cubicBezTo>
                    <a:pt x="39" y="1336"/>
                    <a:pt x="77" y="1317"/>
                    <a:pt x="115" y="1307"/>
                  </a:cubicBezTo>
                  <a:lnTo>
                    <a:pt x="4303" y="5495"/>
                  </a:lnTo>
                  <a:cubicBezTo>
                    <a:pt x="4294" y="5534"/>
                    <a:pt x="4274" y="5572"/>
                    <a:pt x="4265" y="5610"/>
                  </a:cubicBezTo>
                  <a:lnTo>
                    <a:pt x="5620" y="4255"/>
                  </a:lnTo>
                  <a:lnTo>
                    <a:pt x="5620" y="4255"/>
                  </a:lnTo>
                  <a:lnTo>
                    <a:pt x="5505" y="4303"/>
                  </a:lnTo>
                  <a:lnTo>
                    <a:pt x="1327" y="115"/>
                  </a:lnTo>
                  <a:cubicBezTo>
                    <a:pt x="1336" y="77"/>
                    <a:pt x="1346" y="39"/>
                    <a:pt x="1365" y="0"/>
                  </a:cubicBezTo>
                  <a:close/>
                </a:path>
              </a:pathLst>
            </a:custGeom>
            <a:solidFill>
              <a:srgbClr val="9BAFB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120" name="Google Shape;15120;p44"/>
            <p:cNvSpPr/>
            <p:nvPr/>
          </p:nvSpPr>
          <p:spPr>
            <a:xfrm>
              <a:off x="1787654" y="2492294"/>
              <a:ext cx="245065" cy="246767"/>
            </a:xfrm>
            <a:custGeom>
              <a:rect b="b" l="l" r="r" t="t"/>
              <a:pathLst>
                <a:path extrusionOk="0" h="9424" w="9359">
                  <a:moveTo>
                    <a:pt x="6073" y="0"/>
                  </a:moveTo>
                  <a:cubicBezTo>
                    <a:pt x="5922" y="0"/>
                    <a:pt x="5772" y="60"/>
                    <a:pt x="5657" y="179"/>
                  </a:cubicBezTo>
                  <a:lnTo>
                    <a:pt x="2853" y="2984"/>
                  </a:lnTo>
                  <a:cubicBezTo>
                    <a:pt x="2557" y="3270"/>
                    <a:pt x="2557" y="3747"/>
                    <a:pt x="2853" y="4033"/>
                  </a:cubicBezTo>
                  <a:lnTo>
                    <a:pt x="2957" y="4148"/>
                  </a:lnTo>
                  <a:lnTo>
                    <a:pt x="0" y="7105"/>
                  </a:lnTo>
                  <a:lnTo>
                    <a:pt x="2318" y="9423"/>
                  </a:lnTo>
                  <a:lnTo>
                    <a:pt x="5266" y="6456"/>
                  </a:lnTo>
                  <a:cubicBezTo>
                    <a:pt x="5414" y="6604"/>
                    <a:pt x="5607" y="6678"/>
                    <a:pt x="5799" y="6678"/>
                  </a:cubicBezTo>
                  <a:cubicBezTo>
                    <a:pt x="5991" y="6678"/>
                    <a:pt x="6182" y="6604"/>
                    <a:pt x="6325" y="6456"/>
                  </a:cubicBezTo>
                  <a:lnTo>
                    <a:pt x="9130" y="3652"/>
                  </a:lnTo>
                  <a:cubicBezTo>
                    <a:pt x="9359" y="3423"/>
                    <a:pt x="9359" y="3041"/>
                    <a:pt x="9120" y="2812"/>
                  </a:cubicBezTo>
                  <a:lnTo>
                    <a:pt x="9101" y="2793"/>
                  </a:lnTo>
                  <a:cubicBezTo>
                    <a:pt x="8984" y="2676"/>
                    <a:pt x="8829" y="2616"/>
                    <a:pt x="8673" y="2616"/>
                  </a:cubicBezTo>
                  <a:cubicBezTo>
                    <a:pt x="8537" y="2616"/>
                    <a:pt x="8401" y="2662"/>
                    <a:pt x="8290" y="2755"/>
                  </a:cubicBezTo>
                  <a:cubicBezTo>
                    <a:pt x="8287" y="2758"/>
                    <a:pt x="8284" y="2761"/>
                    <a:pt x="8280" y="2764"/>
                  </a:cubicBezTo>
                  <a:lnTo>
                    <a:pt x="8280" y="2764"/>
                  </a:lnTo>
                  <a:cubicBezTo>
                    <a:pt x="8490" y="2525"/>
                    <a:pt x="8481" y="2173"/>
                    <a:pt x="8252" y="1944"/>
                  </a:cubicBezTo>
                  <a:lnTo>
                    <a:pt x="8224" y="1925"/>
                  </a:lnTo>
                  <a:cubicBezTo>
                    <a:pt x="8185" y="1877"/>
                    <a:pt x="8138" y="1839"/>
                    <a:pt x="8080" y="1811"/>
                  </a:cubicBezTo>
                  <a:cubicBezTo>
                    <a:pt x="7994" y="1767"/>
                    <a:pt x="7900" y="1746"/>
                    <a:pt x="7807" y="1746"/>
                  </a:cubicBezTo>
                  <a:cubicBezTo>
                    <a:pt x="7655" y="1746"/>
                    <a:pt x="7506" y="1803"/>
                    <a:pt x="7394" y="1915"/>
                  </a:cubicBezTo>
                  <a:cubicBezTo>
                    <a:pt x="7623" y="1677"/>
                    <a:pt x="7623" y="1305"/>
                    <a:pt x="7394" y="1066"/>
                  </a:cubicBezTo>
                  <a:lnTo>
                    <a:pt x="7365" y="1047"/>
                  </a:lnTo>
                  <a:cubicBezTo>
                    <a:pt x="7250" y="928"/>
                    <a:pt x="7098" y="868"/>
                    <a:pt x="6945" y="868"/>
                  </a:cubicBezTo>
                  <a:cubicBezTo>
                    <a:pt x="6793" y="868"/>
                    <a:pt x="6640" y="928"/>
                    <a:pt x="6525" y="1047"/>
                  </a:cubicBezTo>
                  <a:cubicBezTo>
                    <a:pt x="6754" y="809"/>
                    <a:pt x="6754" y="437"/>
                    <a:pt x="6525" y="198"/>
                  </a:cubicBezTo>
                  <a:lnTo>
                    <a:pt x="6497" y="179"/>
                  </a:lnTo>
                  <a:cubicBezTo>
                    <a:pt x="6378" y="60"/>
                    <a:pt x="6225" y="0"/>
                    <a:pt x="6073" y="0"/>
                  </a:cubicBezTo>
                  <a:close/>
                </a:path>
              </a:pathLst>
            </a:custGeom>
            <a:solidFill>
              <a:srgbClr val="DFE5E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121" name="Google Shape;15121;p44"/>
            <p:cNvSpPr/>
            <p:nvPr/>
          </p:nvSpPr>
          <p:spPr>
            <a:xfrm>
              <a:off x="1806141" y="2613871"/>
              <a:ext cx="106442" cy="106442"/>
            </a:xfrm>
            <a:custGeom>
              <a:rect b="b" l="l" r="r" t="t"/>
              <a:pathLst>
                <a:path extrusionOk="0" h="4065" w="4065">
                  <a:moveTo>
                    <a:pt x="1746" y="1"/>
                  </a:moveTo>
                  <a:lnTo>
                    <a:pt x="0" y="1747"/>
                  </a:lnTo>
                  <a:lnTo>
                    <a:pt x="2318" y="4065"/>
                  </a:lnTo>
                  <a:lnTo>
                    <a:pt x="4064" y="2310"/>
                  </a:lnTo>
                  <a:lnTo>
                    <a:pt x="1746" y="1"/>
                  </a:lnTo>
                  <a:close/>
                </a:path>
              </a:pathLst>
            </a:custGeom>
            <a:solidFill>
              <a:srgbClr val="B5C4D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122" name="Google Shape;15122;p44"/>
            <p:cNvSpPr/>
            <p:nvPr/>
          </p:nvSpPr>
          <p:spPr>
            <a:xfrm>
              <a:off x="1923790" y="2515075"/>
              <a:ext cx="52972" cy="46321"/>
            </a:xfrm>
            <a:custGeom>
              <a:rect b="b" l="l" r="r" t="t"/>
              <a:pathLst>
                <a:path extrusionOk="0" h="1769" w="2023">
                  <a:moveTo>
                    <a:pt x="1741" y="1"/>
                  </a:moveTo>
                  <a:cubicBezTo>
                    <a:pt x="1588" y="1"/>
                    <a:pt x="1438" y="60"/>
                    <a:pt x="1326" y="177"/>
                  </a:cubicBezTo>
                  <a:lnTo>
                    <a:pt x="77" y="1408"/>
                  </a:lnTo>
                  <a:cubicBezTo>
                    <a:pt x="0" y="1494"/>
                    <a:pt x="0" y="1627"/>
                    <a:pt x="77" y="1704"/>
                  </a:cubicBezTo>
                  <a:cubicBezTo>
                    <a:pt x="120" y="1747"/>
                    <a:pt x="172" y="1768"/>
                    <a:pt x="225" y="1768"/>
                  </a:cubicBezTo>
                  <a:cubicBezTo>
                    <a:pt x="277" y="1768"/>
                    <a:pt x="329" y="1747"/>
                    <a:pt x="372" y="1704"/>
                  </a:cubicBezTo>
                  <a:lnTo>
                    <a:pt x="2023" y="72"/>
                  </a:lnTo>
                  <a:cubicBezTo>
                    <a:pt x="1934" y="24"/>
                    <a:pt x="1837" y="1"/>
                    <a:pt x="1741" y="1"/>
                  </a:cubicBezTo>
                  <a:close/>
                </a:path>
              </a:pathLst>
            </a:custGeom>
            <a:solidFill>
              <a:srgbClr val="B5C4D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123" name="Google Shape;15123;p44"/>
            <p:cNvSpPr/>
            <p:nvPr/>
          </p:nvSpPr>
          <p:spPr>
            <a:xfrm>
              <a:off x="1944215" y="2537882"/>
              <a:ext cx="55277" cy="46766"/>
            </a:xfrm>
            <a:custGeom>
              <a:rect b="b" l="l" r="r" t="t"/>
              <a:pathLst>
                <a:path extrusionOk="0" h="1786" w="2111">
                  <a:moveTo>
                    <a:pt x="1839" y="0"/>
                  </a:moveTo>
                  <a:cubicBezTo>
                    <a:pt x="1686" y="0"/>
                    <a:pt x="1533" y="62"/>
                    <a:pt x="1415" y="174"/>
                  </a:cubicBezTo>
                  <a:lnTo>
                    <a:pt x="174" y="1415"/>
                  </a:lnTo>
                  <a:cubicBezTo>
                    <a:pt x="0" y="1567"/>
                    <a:pt x="146" y="1785"/>
                    <a:pt x="313" y="1785"/>
                  </a:cubicBezTo>
                  <a:cubicBezTo>
                    <a:pt x="367" y="1785"/>
                    <a:pt x="422" y="1763"/>
                    <a:pt x="470" y="1710"/>
                  </a:cubicBezTo>
                  <a:lnTo>
                    <a:pt x="2111" y="70"/>
                  </a:lnTo>
                  <a:cubicBezTo>
                    <a:pt x="2025" y="23"/>
                    <a:pt x="1932" y="0"/>
                    <a:pt x="1839" y="0"/>
                  </a:cubicBezTo>
                  <a:close/>
                </a:path>
              </a:pathLst>
            </a:custGeom>
            <a:solidFill>
              <a:srgbClr val="B5C4D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124" name="Google Shape;15124;p44"/>
            <p:cNvSpPr/>
            <p:nvPr/>
          </p:nvSpPr>
          <p:spPr>
            <a:xfrm>
              <a:off x="1968252" y="2560611"/>
              <a:ext cx="53993" cy="46243"/>
            </a:xfrm>
            <a:custGeom>
              <a:rect b="b" l="l" r="r" t="t"/>
              <a:pathLst>
                <a:path extrusionOk="0" h="1766" w="2062">
                  <a:moveTo>
                    <a:pt x="1790" y="0"/>
                  </a:moveTo>
                  <a:cubicBezTo>
                    <a:pt x="1653" y="0"/>
                    <a:pt x="1516" y="50"/>
                    <a:pt x="1403" y="146"/>
                  </a:cubicBezTo>
                  <a:lnTo>
                    <a:pt x="134" y="1415"/>
                  </a:lnTo>
                  <a:cubicBezTo>
                    <a:pt x="1" y="1570"/>
                    <a:pt x="132" y="1766"/>
                    <a:pt x="290" y="1766"/>
                  </a:cubicBezTo>
                  <a:cubicBezTo>
                    <a:pt x="336" y="1766"/>
                    <a:pt x="385" y="1749"/>
                    <a:pt x="430" y="1711"/>
                  </a:cubicBezTo>
                  <a:lnTo>
                    <a:pt x="2061" y="70"/>
                  </a:lnTo>
                  <a:cubicBezTo>
                    <a:pt x="1976" y="23"/>
                    <a:pt x="1883" y="0"/>
                    <a:pt x="1790" y="0"/>
                  </a:cubicBezTo>
                  <a:close/>
                </a:path>
              </a:pathLst>
            </a:custGeom>
            <a:solidFill>
              <a:srgbClr val="B5C4D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125" name="Google Shape;15125;p44"/>
            <p:cNvSpPr/>
            <p:nvPr/>
          </p:nvSpPr>
          <p:spPr>
            <a:xfrm>
              <a:off x="1792630" y="2614945"/>
              <a:ext cx="116707" cy="115869"/>
            </a:xfrm>
            <a:custGeom>
              <a:rect b="b" l="l" r="r" t="t"/>
              <a:pathLst>
                <a:path extrusionOk="0" h="4425" w="4457">
                  <a:moveTo>
                    <a:pt x="1122" y="0"/>
                  </a:moveTo>
                  <a:cubicBezTo>
                    <a:pt x="1065" y="0"/>
                    <a:pt x="1007" y="22"/>
                    <a:pt x="964" y="65"/>
                  </a:cubicBezTo>
                  <a:lnTo>
                    <a:pt x="1" y="1028"/>
                  </a:lnTo>
                  <a:lnTo>
                    <a:pt x="3407" y="4425"/>
                  </a:lnTo>
                  <a:lnTo>
                    <a:pt x="4370" y="3471"/>
                  </a:lnTo>
                  <a:cubicBezTo>
                    <a:pt x="4456" y="3375"/>
                    <a:pt x="4456" y="3242"/>
                    <a:pt x="4370" y="3156"/>
                  </a:cubicBezTo>
                  <a:lnTo>
                    <a:pt x="1279" y="65"/>
                  </a:lnTo>
                  <a:cubicBezTo>
                    <a:pt x="1236" y="22"/>
                    <a:pt x="1179" y="0"/>
                    <a:pt x="1122" y="0"/>
                  </a:cubicBezTo>
                  <a:close/>
                </a:path>
              </a:pathLst>
            </a:custGeom>
            <a:solidFill>
              <a:srgbClr val="EBEFF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126" name="Google Shape;15126;p44"/>
            <p:cNvSpPr/>
            <p:nvPr/>
          </p:nvSpPr>
          <p:spPr>
            <a:xfrm>
              <a:off x="1750184" y="2637621"/>
              <a:ext cx="135900" cy="135350"/>
            </a:xfrm>
            <a:custGeom>
              <a:rect b="b" l="l" r="r" t="t"/>
              <a:pathLst>
                <a:path extrusionOk="0" h="5169" w="5190">
                  <a:moveTo>
                    <a:pt x="1784" y="0"/>
                  </a:moveTo>
                  <a:lnTo>
                    <a:pt x="86" y="1698"/>
                  </a:lnTo>
                  <a:cubicBezTo>
                    <a:pt x="0" y="1784"/>
                    <a:pt x="0" y="1927"/>
                    <a:pt x="86" y="2013"/>
                  </a:cubicBezTo>
                  <a:lnTo>
                    <a:pt x="3177" y="5104"/>
                  </a:lnTo>
                  <a:cubicBezTo>
                    <a:pt x="3220" y="5147"/>
                    <a:pt x="3277" y="5168"/>
                    <a:pt x="3334" y="5168"/>
                  </a:cubicBezTo>
                  <a:cubicBezTo>
                    <a:pt x="3392" y="5168"/>
                    <a:pt x="3449" y="5147"/>
                    <a:pt x="3492" y="5104"/>
                  </a:cubicBezTo>
                  <a:lnTo>
                    <a:pt x="5190" y="3396"/>
                  </a:lnTo>
                  <a:lnTo>
                    <a:pt x="1784" y="0"/>
                  </a:lnTo>
                  <a:close/>
                </a:path>
              </a:pathLst>
            </a:custGeom>
            <a:solidFill>
              <a:srgbClr val="53687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127" name="Google Shape;15127;p44"/>
            <p:cNvSpPr/>
            <p:nvPr/>
          </p:nvSpPr>
          <p:spPr>
            <a:xfrm>
              <a:off x="1750184" y="2665586"/>
              <a:ext cx="107673" cy="107385"/>
            </a:xfrm>
            <a:custGeom>
              <a:rect b="b" l="l" r="r" t="t"/>
              <a:pathLst>
                <a:path extrusionOk="0" h="4101" w="4112">
                  <a:moveTo>
                    <a:pt x="716" y="1"/>
                  </a:moveTo>
                  <a:lnTo>
                    <a:pt x="86" y="630"/>
                  </a:lnTo>
                  <a:cubicBezTo>
                    <a:pt x="0" y="716"/>
                    <a:pt x="0" y="859"/>
                    <a:pt x="86" y="945"/>
                  </a:cubicBezTo>
                  <a:lnTo>
                    <a:pt x="3177" y="4036"/>
                  </a:lnTo>
                  <a:cubicBezTo>
                    <a:pt x="3220" y="4079"/>
                    <a:pt x="3277" y="4100"/>
                    <a:pt x="3334" y="4100"/>
                  </a:cubicBezTo>
                  <a:cubicBezTo>
                    <a:pt x="3392" y="4100"/>
                    <a:pt x="3449" y="4079"/>
                    <a:pt x="3492" y="4036"/>
                  </a:cubicBezTo>
                  <a:lnTo>
                    <a:pt x="4112" y="3406"/>
                  </a:lnTo>
                  <a:lnTo>
                    <a:pt x="716" y="1"/>
                  </a:lnTo>
                  <a:close/>
                </a:path>
              </a:pathLst>
            </a:custGeom>
            <a:solidFill>
              <a:srgbClr val="39516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5128" name="Google Shape;15128;p44"/>
          <p:cNvGrpSpPr/>
          <p:nvPr/>
        </p:nvGrpSpPr>
        <p:grpSpPr>
          <a:xfrm>
            <a:off x="2230050" y="1347823"/>
            <a:ext cx="316524" cy="359285"/>
            <a:chOff x="2230050" y="1500223"/>
            <a:chExt cx="316524" cy="359285"/>
          </a:xfrm>
        </p:grpSpPr>
        <p:sp>
          <p:nvSpPr>
            <p:cNvPr id="15129" name="Google Shape;15129;p44"/>
            <p:cNvSpPr/>
            <p:nvPr/>
          </p:nvSpPr>
          <p:spPr>
            <a:xfrm>
              <a:off x="2230050" y="1584958"/>
              <a:ext cx="189632" cy="274550"/>
            </a:xfrm>
            <a:custGeom>
              <a:rect b="b" l="l" r="r" t="t"/>
              <a:pathLst>
                <a:path extrusionOk="0" h="10485" w="7242">
                  <a:moveTo>
                    <a:pt x="229" y="0"/>
                  </a:moveTo>
                  <a:cubicBezTo>
                    <a:pt x="105" y="0"/>
                    <a:pt x="0" y="105"/>
                    <a:pt x="0" y="229"/>
                  </a:cubicBezTo>
                  <a:lnTo>
                    <a:pt x="0" y="10255"/>
                  </a:lnTo>
                  <a:cubicBezTo>
                    <a:pt x="0" y="10379"/>
                    <a:pt x="105" y="10484"/>
                    <a:pt x="229" y="10484"/>
                  </a:cubicBezTo>
                  <a:lnTo>
                    <a:pt x="7012" y="10484"/>
                  </a:lnTo>
                  <a:cubicBezTo>
                    <a:pt x="7146" y="10484"/>
                    <a:pt x="7241" y="10379"/>
                    <a:pt x="7241" y="10255"/>
                  </a:cubicBezTo>
                  <a:lnTo>
                    <a:pt x="7241" y="229"/>
                  </a:lnTo>
                  <a:cubicBezTo>
                    <a:pt x="7241" y="95"/>
                    <a:pt x="7136" y="0"/>
                    <a:pt x="7012" y="0"/>
                  </a:cubicBezTo>
                  <a:close/>
                </a:path>
              </a:pathLst>
            </a:custGeom>
            <a:solidFill>
              <a:srgbClr val="95A6B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130" name="Google Shape;15130;p44"/>
            <p:cNvSpPr/>
            <p:nvPr/>
          </p:nvSpPr>
          <p:spPr>
            <a:xfrm>
              <a:off x="2230050" y="1849243"/>
              <a:ext cx="189632" cy="10265"/>
            </a:xfrm>
            <a:custGeom>
              <a:rect b="b" l="l" r="r" t="t"/>
              <a:pathLst>
                <a:path extrusionOk="0" h="392" w="7242">
                  <a:moveTo>
                    <a:pt x="0" y="0"/>
                  </a:moveTo>
                  <a:lnTo>
                    <a:pt x="0" y="162"/>
                  </a:lnTo>
                  <a:cubicBezTo>
                    <a:pt x="0" y="286"/>
                    <a:pt x="105" y="391"/>
                    <a:pt x="229" y="391"/>
                  </a:cubicBezTo>
                  <a:lnTo>
                    <a:pt x="7012" y="391"/>
                  </a:lnTo>
                  <a:cubicBezTo>
                    <a:pt x="7136" y="391"/>
                    <a:pt x="7241" y="286"/>
                    <a:pt x="7241" y="162"/>
                  </a:cubicBezTo>
                  <a:lnTo>
                    <a:pt x="7241" y="0"/>
                  </a:lnTo>
                  <a:close/>
                </a:path>
              </a:pathLst>
            </a:custGeom>
            <a:solidFill>
              <a:srgbClr val="7E93A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131" name="Google Shape;15131;p44"/>
            <p:cNvSpPr/>
            <p:nvPr/>
          </p:nvSpPr>
          <p:spPr>
            <a:xfrm>
              <a:off x="2266028" y="1585193"/>
              <a:ext cx="117675" cy="37759"/>
            </a:xfrm>
            <a:custGeom>
              <a:rect b="b" l="l" r="r" t="t"/>
              <a:pathLst>
                <a:path extrusionOk="0" h="1442" w="4494">
                  <a:moveTo>
                    <a:pt x="0" y="1"/>
                  </a:moveTo>
                  <a:lnTo>
                    <a:pt x="0" y="1126"/>
                  </a:lnTo>
                  <a:cubicBezTo>
                    <a:pt x="0" y="1298"/>
                    <a:pt x="143" y="1441"/>
                    <a:pt x="315" y="1441"/>
                  </a:cubicBezTo>
                  <a:lnTo>
                    <a:pt x="4169" y="1441"/>
                  </a:lnTo>
                  <a:cubicBezTo>
                    <a:pt x="4350" y="1441"/>
                    <a:pt x="4493" y="1298"/>
                    <a:pt x="4493" y="1126"/>
                  </a:cubicBezTo>
                  <a:lnTo>
                    <a:pt x="4493" y="1"/>
                  </a:lnTo>
                  <a:close/>
                </a:path>
              </a:pathLst>
            </a:custGeom>
            <a:solidFill>
              <a:srgbClr val="7E93A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132" name="Google Shape;15132;p44"/>
            <p:cNvSpPr/>
            <p:nvPr/>
          </p:nvSpPr>
          <p:spPr>
            <a:xfrm>
              <a:off x="2248039" y="1603680"/>
              <a:ext cx="153654" cy="229852"/>
            </a:xfrm>
            <a:custGeom>
              <a:rect b="b" l="l" r="r" t="t"/>
              <a:pathLst>
                <a:path extrusionOk="0" h="8778" w="5868">
                  <a:moveTo>
                    <a:pt x="220" y="1"/>
                  </a:moveTo>
                  <a:cubicBezTo>
                    <a:pt x="105" y="1"/>
                    <a:pt x="0" y="105"/>
                    <a:pt x="0" y="229"/>
                  </a:cubicBezTo>
                  <a:lnTo>
                    <a:pt x="0" y="8548"/>
                  </a:lnTo>
                  <a:cubicBezTo>
                    <a:pt x="0" y="8672"/>
                    <a:pt x="105" y="8777"/>
                    <a:pt x="220" y="8777"/>
                  </a:cubicBezTo>
                  <a:lnTo>
                    <a:pt x="5638" y="8777"/>
                  </a:lnTo>
                  <a:cubicBezTo>
                    <a:pt x="5762" y="8777"/>
                    <a:pt x="5867" y="8672"/>
                    <a:pt x="5867" y="8548"/>
                  </a:cubicBezTo>
                  <a:lnTo>
                    <a:pt x="5867" y="229"/>
                  </a:lnTo>
                  <a:cubicBezTo>
                    <a:pt x="5867" y="105"/>
                    <a:pt x="5762" y="1"/>
                    <a:pt x="5648" y="1"/>
                  </a:cubicBezTo>
                  <a:close/>
                </a:path>
              </a:pathLst>
            </a:custGeom>
            <a:solidFill>
              <a:srgbClr val="E9EEF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133" name="Google Shape;15133;p44"/>
            <p:cNvSpPr/>
            <p:nvPr/>
          </p:nvSpPr>
          <p:spPr>
            <a:xfrm>
              <a:off x="2248039" y="1603680"/>
              <a:ext cx="153654" cy="229852"/>
            </a:xfrm>
            <a:custGeom>
              <a:rect b="b" l="l" r="r" t="t"/>
              <a:pathLst>
                <a:path extrusionOk="0" h="8778" w="5868">
                  <a:moveTo>
                    <a:pt x="220" y="1"/>
                  </a:moveTo>
                  <a:cubicBezTo>
                    <a:pt x="105" y="1"/>
                    <a:pt x="0" y="105"/>
                    <a:pt x="0" y="229"/>
                  </a:cubicBezTo>
                  <a:lnTo>
                    <a:pt x="0" y="8777"/>
                  </a:lnTo>
                  <a:lnTo>
                    <a:pt x="5638" y="8777"/>
                  </a:lnTo>
                  <a:cubicBezTo>
                    <a:pt x="5762" y="8777"/>
                    <a:pt x="5867" y="8672"/>
                    <a:pt x="5867" y="8548"/>
                  </a:cubicBezTo>
                  <a:lnTo>
                    <a:pt x="5867" y="8310"/>
                  </a:lnTo>
                  <a:lnTo>
                    <a:pt x="382" y="8310"/>
                  </a:lnTo>
                  <a:lnTo>
                    <a:pt x="382" y="1"/>
                  </a:lnTo>
                  <a:close/>
                </a:path>
              </a:pathLst>
            </a:custGeom>
            <a:solidFill>
              <a:srgbClr val="CDD7D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134" name="Google Shape;15134;p44"/>
            <p:cNvSpPr/>
            <p:nvPr/>
          </p:nvSpPr>
          <p:spPr>
            <a:xfrm>
              <a:off x="2266028" y="1603680"/>
              <a:ext cx="117675" cy="19272"/>
            </a:xfrm>
            <a:custGeom>
              <a:rect b="b" l="l" r="r" t="t"/>
              <a:pathLst>
                <a:path extrusionOk="0" h="736" w="4494">
                  <a:moveTo>
                    <a:pt x="0" y="1"/>
                  </a:moveTo>
                  <a:lnTo>
                    <a:pt x="0" y="420"/>
                  </a:lnTo>
                  <a:cubicBezTo>
                    <a:pt x="0" y="592"/>
                    <a:pt x="143" y="735"/>
                    <a:pt x="315" y="735"/>
                  </a:cubicBezTo>
                  <a:lnTo>
                    <a:pt x="4169" y="735"/>
                  </a:lnTo>
                  <a:cubicBezTo>
                    <a:pt x="4350" y="735"/>
                    <a:pt x="4493" y="592"/>
                    <a:pt x="4493" y="420"/>
                  </a:cubicBezTo>
                  <a:lnTo>
                    <a:pt x="4493" y="1"/>
                  </a:lnTo>
                  <a:close/>
                </a:path>
              </a:pathLst>
            </a:custGeom>
            <a:solidFill>
              <a:srgbClr val="CDD7D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135" name="Google Shape;15135;p44"/>
            <p:cNvSpPr/>
            <p:nvPr/>
          </p:nvSpPr>
          <p:spPr>
            <a:xfrm>
              <a:off x="2275272" y="1546466"/>
              <a:ext cx="99189" cy="67243"/>
            </a:xfrm>
            <a:custGeom>
              <a:rect b="b" l="l" r="r" t="t"/>
              <a:pathLst>
                <a:path extrusionOk="0" h="2568" w="3788">
                  <a:moveTo>
                    <a:pt x="1899" y="1"/>
                  </a:moveTo>
                  <a:cubicBezTo>
                    <a:pt x="1374" y="1"/>
                    <a:pt x="945" y="411"/>
                    <a:pt x="916" y="936"/>
                  </a:cubicBezTo>
                  <a:lnTo>
                    <a:pt x="229" y="936"/>
                  </a:lnTo>
                  <a:cubicBezTo>
                    <a:pt x="105" y="936"/>
                    <a:pt x="0" y="1031"/>
                    <a:pt x="0" y="1155"/>
                  </a:cubicBezTo>
                  <a:lnTo>
                    <a:pt x="0" y="2348"/>
                  </a:lnTo>
                  <a:cubicBezTo>
                    <a:pt x="0" y="2472"/>
                    <a:pt x="105" y="2567"/>
                    <a:pt x="229" y="2567"/>
                  </a:cubicBezTo>
                  <a:lnTo>
                    <a:pt x="3568" y="2567"/>
                  </a:lnTo>
                  <a:cubicBezTo>
                    <a:pt x="3682" y="2567"/>
                    <a:pt x="3787" y="2472"/>
                    <a:pt x="3787" y="2348"/>
                  </a:cubicBezTo>
                  <a:lnTo>
                    <a:pt x="3787" y="1155"/>
                  </a:lnTo>
                  <a:cubicBezTo>
                    <a:pt x="3787" y="1031"/>
                    <a:pt x="3682" y="936"/>
                    <a:pt x="3568" y="936"/>
                  </a:cubicBezTo>
                  <a:lnTo>
                    <a:pt x="2872" y="936"/>
                  </a:lnTo>
                  <a:cubicBezTo>
                    <a:pt x="2853" y="411"/>
                    <a:pt x="2414" y="1"/>
                    <a:pt x="1899" y="1"/>
                  </a:cubicBezTo>
                  <a:close/>
                </a:path>
              </a:pathLst>
            </a:custGeom>
            <a:solidFill>
              <a:srgbClr val="CDD7D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136" name="Google Shape;15136;p44"/>
            <p:cNvSpPr/>
            <p:nvPr/>
          </p:nvSpPr>
          <p:spPr>
            <a:xfrm>
              <a:off x="2275272" y="1599935"/>
              <a:ext cx="99189" cy="13773"/>
            </a:xfrm>
            <a:custGeom>
              <a:rect b="b" l="l" r="r" t="t"/>
              <a:pathLst>
                <a:path extrusionOk="0" h="526" w="3788">
                  <a:moveTo>
                    <a:pt x="0" y="0"/>
                  </a:moveTo>
                  <a:lnTo>
                    <a:pt x="0" y="306"/>
                  </a:lnTo>
                  <a:cubicBezTo>
                    <a:pt x="0" y="430"/>
                    <a:pt x="105" y="525"/>
                    <a:pt x="229" y="525"/>
                  </a:cubicBezTo>
                  <a:lnTo>
                    <a:pt x="3568" y="525"/>
                  </a:lnTo>
                  <a:cubicBezTo>
                    <a:pt x="3682" y="525"/>
                    <a:pt x="3787" y="430"/>
                    <a:pt x="3787" y="306"/>
                  </a:cubicBezTo>
                  <a:lnTo>
                    <a:pt x="3787" y="0"/>
                  </a:lnTo>
                  <a:close/>
                </a:path>
              </a:pathLst>
            </a:custGeom>
            <a:solidFill>
              <a:srgbClr val="9BAFB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137" name="Google Shape;15137;p44"/>
            <p:cNvSpPr/>
            <p:nvPr/>
          </p:nvSpPr>
          <p:spPr>
            <a:xfrm>
              <a:off x="2272156" y="1710070"/>
              <a:ext cx="105395" cy="10814"/>
            </a:xfrm>
            <a:custGeom>
              <a:rect b="b" l="l" r="r" t="t"/>
              <a:pathLst>
                <a:path extrusionOk="0" h="413" w="4025">
                  <a:moveTo>
                    <a:pt x="265" y="0"/>
                  </a:moveTo>
                  <a:cubicBezTo>
                    <a:pt x="1" y="0"/>
                    <a:pt x="4" y="412"/>
                    <a:pt x="273" y="412"/>
                  </a:cubicBezTo>
                  <a:cubicBezTo>
                    <a:pt x="279" y="412"/>
                    <a:pt x="285" y="412"/>
                    <a:pt x="291" y="412"/>
                  </a:cubicBezTo>
                  <a:lnTo>
                    <a:pt x="3735" y="412"/>
                  </a:lnTo>
                  <a:cubicBezTo>
                    <a:pt x="3741" y="412"/>
                    <a:pt x="3747" y="412"/>
                    <a:pt x="3752" y="412"/>
                  </a:cubicBezTo>
                  <a:cubicBezTo>
                    <a:pt x="4022" y="412"/>
                    <a:pt x="4025" y="0"/>
                    <a:pt x="3761" y="0"/>
                  </a:cubicBezTo>
                  <a:cubicBezTo>
                    <a:pt x="3752" y="0"/>
                    <a:pt x="3744" y="1"/>
                    <a:pt x="3735" y="2"/>
                  </a:cubicBezTo>
                  <a:lnTo>
                    <a:pt x="291" y="2"/>
                  </a:lnTo>
                  <a:cubicBezTo>
                    <a:pt x="282" y="1"/>
                    <a:pt x="273" y="0"/>
                    <a:pt x="265" y="0"/>
                  </a:cubicBezTo>
                  <a:close/>
                </a:path>
              </a:pathLst>
            </a:custGeom>
            <a:solidFill>
              <a:srgbClr val="CDD7D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138" name="Google Shape;15138;p44"/>
            <p:cNvSpPr/>
            <p:nvPr/>
          </p:nvSpPr>
          <p:spPr>
            <a:xfrm>
              <a:off x="2272156" y="1730808"/>
              <a:ext cx="105395" cy="10814"/>
            </a:xfrm>
            <a:custGeom>
              <a:rect b="b" l="l" r="r" t="t"/>
              <a:pathLst>
                <a:path extrusionOk="0" h="413" w="4025">
                  <a:moveTo>
                    <a:pt x="265" y="0"/>
                  </a:moveTo>
                  <a:cubicBezTo>
                    <a:pt x="1" y="0"/>
                    <a:pt x="4" y="412"/>
                    <a:pt x="273" y="412"/>
                  </a:cubicBezTo>
                  <a:cubicBezTo>
                    <a:pt x="279" y="412"/>
                    <a:pt x="285" y="412"/>
                    <a:pt x="291" y="412"/>
                  </a:cubicBezTo>
                  <a:lnTo>
                    <a:pt x="3735" y="412"/>
                  </a:lnTo>
                  <a:cubicBezTo>
                    <a:pt x="3741" y="412"/>
                    <a:pt x="3747" y="412"/>
                    <a:pt x="3752" y="412"/>
                  </a:cubicBezTo>
                  <a:cubicBezTo>
                    <a:pt x="4022" y="412"/>
                    <a:pt x="4025" y="0"/>
                    <a:pt x="3761" y="0"/>
                  </a:cubicBezTo>
                  <a:cubicBezTo>
                    <a:pt x="3752" y="0"/>
                    <a:pt x="3744" y="0"/>
                    <a:pt x="3735" y="1"/>
                  </a:cubicBezTo>
                  <a:lnTo>
                    <a:pt x="291" y="1"/>
                  </a:lnTo>
                  <a:cubicBezTo>
                    <a:pt x="282" y="0"/>
                    <a:pt x="273" y="0"/>
                    <a:pt x="265" y="0"/>
                  </a:cubicBezTo>
                  <a:close/>
                </a:path>
              </a:pathLst>
            </a:custGeom>
            <a:solidFill>
              <a:srgbClr val="CDD7D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139" name="Google Shape;15139;p44"/>
            <p:cNvSpPr/>
            <p:nvPr/>
          </p:nvSpPr>
          <p:spPr>
            <a:xfrm>
              <a:off x="2272156" y="1751547"/>
              <a:ext cx="105395" cy="10814"/>
            </a:xfrm>
            <a:custGeom>
              <a:rect b="b" l="l" r="r" t="t"/>
              <a:pathLst>
                <a:path extrusionOk="0" h="413" w="4025">
                  <a:moveTo>
                    <a:pt x="273" y="1"/>
                  </a:moveTo>
                  <a:cubicBezTo>
                    <a:pt x="4" y="1"/>
                    <a:pt x="1" y="413"/>
                    <a:pt x="265" y="413"/>
                  </a:cubicBezTo>
                  <a:cubicBezTo>
                    <a:pt x="273" y="413"/>
                    <a:pt x="282" y="412"/>
                    <a:pt x="291" y="411"/>
                  </a:cubicBezTo>
                  <a:lnTo>
                    <a:pt x="3735" y="411"/>
                  </a:lnTo>
                  <a:cubicBezTo>
                    <a:pt x="3744" y="412"/>
                    <a:pt x="3752" y="413"/>
                    <a:pt x="3761" y="413"/>
                  </a:cubicBezTo>
                  <a:cubicBezTo>
                    <a:pt x="4025" y="413"/>
                    <a:pt x="4022" y="1"/>
                    <a:pt x="3752" y="1"/>
                  </a:cubicBezTo>
                  <a:cubicBezTo>
                    <a:pt x="3747" y="1"/>
                    <a:pt x="3741" y="1"/>
                    <a:pt x="3735" y="1"/>
                  </a:cubicBezTo>
                  <a:lnTo>
                    <a:pt x="291" y="1"/>
                  </a:lnTo>
                  <a:cubicBezTo>
                    <a:pt x="285" y="1"/>
                    <a:pt x="279" y="1"/>
                    <a:pt x="273" y="1"/>
                  </a:cubicBezTo>
                  <a:close/>
                </a:path>
              </a:pathLst>
            </a:custGeom>
            <a:solidFill>
              <a:srgbClr val="CDD7D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140" name="Google Shape;15140;p44"/>
            <p:cNvSpPr/>
            <p:nvPr/>
          </p:nvSpPr>
          <p:spPr>
            <a:xfrm>
              <a:off x="2272156" y="1772285"/>
              <a:ext cx="105395" cy="11050"/>
            </a:xfrm>
            <a:custGeom>
              <a:rect b="b" l="l" r="r" t="t"/>
              <a:pathLst>
                <a:path extrusionOk="0" h="422" w="4025">
                  <a:moveTo>
                    <a:pt x="273" y="0"/>
                  </a:moveTo>
                  <a:cubicBezTo>
                    <a:pt x="1" y="0"/>
                    <a:pt x="1" y="421"/>
                    <a:pt x="273" y="421"/>
                  </a:cubicBezTo>
                  <a:cubicBezTo>
                    <a:pt x="279" y="421"/>
                    <a:pt x="285" y="421"/>
                    <a:pt x="291" y="421"/>
                  </a:cubicBezTo>
                  <a:lnTo>
                    <a:pt x="3735" y="421"/>
                  </a:lnTo>
                  <a:cubicBezTo>
                    <a:pt x="3741" y="421"/>
                    <a:pt x="3747" y="421"/>
                    <a:pt x="3752" y="421"/>
                  </a:cubicBezTo>
                  <a:cubicBezTo>
                    <a:pt x="4025" y="421"/>
                    <a:pt x="4025" y="0"/>
                    <a:pt x="3752" y="0"/>
                  </a:cubicBezTo>
                  <a:cubicBezTo>
                    <a:pt x="3747" y="0"/>
                    <a:pt x="3741" y="1"/>
                    <a:pt x="3735" y="1"/>
                  </a:cubicBezTo>
                  <a:lnTo>
                    <a:pt x="291" y="1"/>
                  </a:lnTo>
                  <a:cubicBezTo>
                    <a:pt x="285" y="1"/>
                    <a:pt x="279" y="0"/>
                    <a:pt x="273" y="0"/>
                  </a:cubicBezTo>
                  <a:close/>
                </a:path>
              </a:pathLst>
            </a:custGeom>
            <a:solidFill>
              <a:srgbClr val="CDD7D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141" name="Google Shape;15141;p44"/>
            <p:cNvSpPr/>
            <p:nvPr/>
          </p:nvSpPr>
          <p:spPr>
            <a:xfrm>
              <a:off x="2382918" y="1500223"/>
              <a:ext cx="163656" cy="137209"/>
            </a:xfrm>
            <a:custGeom>
              <a:rect b="b" l="l" r="r" t="t"/>
              <a:pathLst>
                <a:path extrusionOk="0" h="5240" w="6250">
                  <a:moveTo>
                    <a:pt x="3144" y="0"/>
                  </a:moveTo>
                  <a:cubicBezTo>
                    <a:pt x="3111" y="0"/>
                    <a:pt x="3078" y="1"/>
                    <a:pt x="3044" y="2"/>
                  </a:cubicBezTo>
                  <a:cubicBezTo>
                    <a:pt x="1060" y="78"/>
                    <a:pt x="1" y="2377"/>
                    <a:pt x="1241" y="3942"/>
                  </a:cubicBezTo>
                  <a:lnTo>
                    <a:pt x="1193" y="5010"/>
                  </a:lnTo>
                  <a:cubicBezTo>
                    <a:pt x="1186" y="5140"/>
                    <a:pt x="1294" y="5240"/>
                    <a:pt x="1411" y="5240"/>
                  </a:cubicBezTo>
                  <a:cubicBezTo>
                    <a:pt x="1441" y="5240"/>
                    <a:pt x="1470" y="5234"/>
                    <a:pt x="1499" y="5220"/>
                  </a:cubicBezTo>
                  <a:lnTo>
                    <a:pt x="2481" y="4772"/>
                  </a:lnTo>
                  <a:cubicBezTo>
                    <a:pt x="2699" y="4834"/>
                    <a:pt x="2920" y="4863"/>
                    <a:pt x="3140" y="4863"/>
                  </a:cubicBezTo>
                  <a:cubicBezTo>
                    <a:pt x="3938" y="4863"/>
                    <a:pt x="4705" y="4468"/>
                    <a:pt x="5162" y="3780"/>
                  </a:cubicBezTo>
                  <a:cubicBezTo>
                    <a:pt x="6250" y="2157"/>
                    <a:pt x="5070" y="0"/>
                    <a:pt x="3144" y="0"/>
                  </a:cubicBezTo>
                  <a:close/>
                </a:path>
              </a:pathLst>
            </a:custGeom>
            <a:solidFill>
              <a:srgbClr val="BECBD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142" name="Google Shape;15142;p44"/>
            <p:cNvSpPr/>
            <p:nvPr/>
          </p:nvSpPr>
          <p:spPr>
            <a:xfrm>
              <a:off x="2427380" y="1560396"/>
              <a:ext cx="11521" cy="12333"/>
            </a:xfrm>
            <a:custGeom>
              <a:rect b="b" l="l" r="r" t="t"/>
              <a:pathLst>
                <a:path extrusionOk="0" h="471" w="440">
                  <a:moveTo>
                    <a:pt x="220" y="1"/>
                  </a:moveTo>
                  <a:cubicBezTo>
                    <a:pt x="111" y="1"/>
                    <a:pt x="1" y="75"/>
                    <a:pt x="10" y="223"/>
                  </a:cubicBezTo>
                  <a:lnTo>
                    <a:pt x="10" y="261"/>
                  </a:lnTo>
                  <a:cubicBezTo>
                    <a:pt x="10" y="375"/>
                    <a:pt x="106" y="471"/>
                    <a:pt x="220" y="471"/>
                  </a:cubicBezTo>
                  <a:cubicBezTo>
                    <a:pt x="335" y="471"/>
                    <a:pt x="430" y="375"/>
                    <a:pt x="430" y="261"/>
                  </a:cubicBezTo>
                  <a:lnTo>
                    <a:pt x="430" y="223"/>
                  </a:lnTo>
                  <a:cubicBezTo>
                    <a:pt x="440" y="75"/>
                    <a:pt x="330" y="1"/>
                    <a:pt x="220" y="1"/>
                  </a:cubicBezTo>
                  <a:close/>
                </a:path>
              </a:pathLst>
            </a:custGeom>
            <a:solidFill>
              <a:srgbClr val="778DA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143" name="Google Shape;15143;p44"/>
            <p:cNvSpPr/>
            <p:nvPr/>
          </p:nvSpPr>
          <p:spPr>
            <a:xfrm>
              <a:off x="2448878" y="1560396"/>
              <a:ext cx="11390" cy="12333"/>
            </a:xfrm>
            <a:custGeom>
              <a:rect b="b" l="l" r="r" t="t"/>
              <a:pathLst>
                <a:path extrusionOk="0" h="471" w="435">
                  <a:moveTo>
                    <a:pt x="219" y="1"/>
                  </a:moveTo>
                  <a:cubicBezTo>
                    <a:pt x="110" y="1"/>
                    <a:pt x="0" y="75"/>
                    <a:pt x="10" y="223"/>
                  </a:cubicBezTo>
                  <a:lnTo>
                    <a:pt x="10" y="261"/>
                  </a:lnTo>
                  <a:cubicBezTo>
                    <a:pt x="10" y="375"/>
                    <a:pt x="105" y="471"/>
                    <a:pt x="220" y="471"/>
                  </a:cubicBezTo>
                  <a:cubicBezTo>
                    <a:pt x="334" y="471"/>
                    <a:pt x="420" y="375"/>
                    <a:pt x="420" y="261"/>
                  </a:cubicBezTo>
                  <a:lnTo>
                    <a:pt x="420" y="223"/>
                  </a:lnTo>
                  <a:cubicBezTo>
                    <a:pt x="434" y="75"/>
                    <a:pt x="327" y="1"/>
                    <a:pt x="219" y="1"/>
                  </a:cubicBezTo>
                  <a:close/>
                </a:path>
              </a:pathLst>
            </a:custGeom>
            <a:solidFill>
              <a:srgbClr val="778DA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144" name="Google Shape;15144;p44"/>
            <p:cNvSpPr/>
            <p:nvPr/>
          </p:nvSpPr>
          <p:spPr>
            <a:xfrm>
              <a:off x="2470114" y="1560396"/>
              <a:ext cx="11521" cy="12333"/>
            </a:xfrm>
            <a:custGeom>
              <a:rect b="b" l="l" r="r" t="t"/>
              <a:pathLst>
                <a:path extrusionOk="0" h="471" w="440">
                  <a:moveTo>
                    <a:pt x="220" y="1"/>
                  </a:moveTo>
                  <a:cubicBezTo>
                    <a:pt x="110" y="1"/>
                    <a:pt x="0" y="75"/>
                    <a:pt x="10" y="223"/>
                  </a:cubicBezTo>
                  <a:lnTo>
                    <a:pt x="10" y="261"/>
                  </a:lnTo>
                  <a:cubicBezTo>
                    <a:pt x="10" y="375"/>
                    <a:pt x="105" y="471"/>
                    <a:pt x="220" y="471"/>
                  </a:cubicBezTo>
                  <a:cubicBezTo>
                    <a:pt x="334" y="471"/>
                    <a:pt x="430" y="375"/>
                    <a:pt x="430" y="261"/>
                  </a:cubicBezTo>
                  <a:lnTo>
                    <a:pt x="430" y="223"/>
                  </a:lnTo>
                  <a:cubicBezTo>
                    <a:pt x="439" y="75"/>
                    <a:pt x="329" y="1"/>
                    <a:pt x="220" y="1"/>
                  </a:cubicBezTo>
                  <a:close/>
                </a:path>
              </a:pathLst>
            </a:custGeom>
            <a:solidFill>
              <a:srgbClr val="778DA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145" name="Google Shape;15145;p44"/>
            <p:cNvSpPr/>
            <p:nvPr/>
          </p:nvSpPr>
          <p:spPr>
            <a:xfrm>
              <a:off x="2491455" y="1560396"/>
              <a:ext cx="11390" cy="12333"/>
            </a:xfrm>
            <a:custGeom>
              <a:rect b="b" l="l" r="r" t="t"/>
              <a:pathLst>
                <a:path extrusionOk="0" h="471" w="435">
                  <a:moveTo>
                    <a:pt x="217" y="1"/>
                  </a:moveTo>
                  <a:cubicBezTo>
                    <a:pt x="108" y="1"/>
                    <a:pt x="1" y="75"/>
                    <a:pt x="15" y="223"/>
                  </a:cubicBezTo>
                  <a:lnTo>
                    <a:pt x="15" y="261"/>
                  </a:lnTo>
                  <a:cubicBezTo>
                    <a:pt x="15" y="375"/>
                    <a:pt x="101" y="471"/>
                    <a:pt x="225" y="471"/>
                  </a:cubicBezTo>
                  <a:cubicBezTo>
                    <a:pt x="330" y="471"/>
                    <a:pt x="425" y="375"/>
                    <a:pt x="425" y="261"/>
                  </a:cubicBezTo>
                  <a:lnTo>
                    <a:pt x="425" y="223"/>
                  </a:lnTo>
                  <a:cubicBezTo>
                    <a:pt x="435" y="75"/>
                    <a:pt x="325" y="1"/>
                    <a:pt x="217" y="1"/>
                  </a:cubicBezTo>
                  <a:close/>
                </a:path>
              </a:pathLst>
            </a:custGeom>
            <a:solidFill>
              <a:srgbClr val="778DA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146" name="Google Shape;15146;p44"/>
            <p:cNvSpPr/>
            <p:nvPr/>
          </p:nvSpPr>
          <p:spPr>
            <a:xfrm>
              <a:off x="2310229" y="1645393"/>
              <a:ext cx="20005" cy="49490"/>
            </a:xfrm>
            <a:custGeom>
              <a:rect b="b" l="l" r="r" t="t"/>
              <a:pathLst>
                <a:path extrusionOk="0" h="1890" w="764">
                  <a:moveTo>
                    <a:pt x="258" y="1"/>
                  </a:moveTo>
                  <a:cubicBezTo>
                    <a:pt x="1" y="20"/>
                    <a:pt x="1" y="392"/>
                    <a:pt x="258" y="411"/>
                  </a:cubicBezTo>
                  <a:lnTo>
                    <a:pt x="344" y="411"/>
                  </a:lnTo>
                  <a:lnTo>
                    <a:pt x="344" y="1689"/>
                  </a:lnTo>
                  <a:cubicBezTo>
                    <a:pt x="344" y="1804"/>
                    <a:pt x="440" y="1890"/>
                    <a:pt x="554" y="1890"/>
                  </a:cubicBezTo>
                  <a:cubicBezTo>
                    <a:pt x="668" y="1890"/>
                    <a:pt x="764" y="1804"/>
                    <a:pt x="764" y="1689"/>
                  </a:cubicBezTo>
                  <a:lnTo>
                    <a:pt x="764" y="211"/>
                  </a:lnTo>
                  <a:cubicBezTo>
                    <a:pt x="764" y="96"/>
                    <a:pt x="668" y="1"/>
                    <a:pt x="554" y="1"/>
                  </a:cubicBezTo>
                  <a:close/>
                </a:path>
              </a:pathLst>
            </a:custGeom>
            <a:solidFill>
              <a:srgbClr val="778DA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147" name="Google Shape;15147;p44"/>
            <p:cNvSpPr/>
            <p:nvPr/>
          </p:nvSpPr>
          <p:spPr>
            <a:xfrm>
              <a:off x="2308893" y="1686110"/>
              <a:ext cx="31946" cy="11050"/>
            </a:xfrm>
            <a:custGeom>
              <a:rect b="b" l="l" r="r" t="t"/>
              <a:pathLst>
                <a:path extrusionOk="0" h="422" w="1220">
                  <a:moveTo>
                    <a:pt x="281" y="0"/>
                  </a:moveTo>
                  <a:cubicBezTo>
                    <a:pt x="1" y="0"/>
                    <a:pt x="1" y="421"/>
                    <a:pt x="281" y="421"/>
                  </a:cubicBezTo>
                  <a:cubicBezTo>
                    <a:pt x="287" y="421"/>
                    <a:pt x="293" y="421"/>
                    <a:pt x="300" y="420"/>
                  </a:cubicBezTo>
                  <a:lnTo>
                    <a:pt x="929" y="420"/>
                  </a:lnTo>
                  <a:cubicBezTo>
                    <a:pt x="935" y="421"/>
                    <a:pt x="941" y="421"/>
                    <a:pt x="947" y="421"/>
                  </a:cubicBezTo>
                  <a:cubicBezTo>
                    <a:pt x="1219" y="421"/>
                    <a:pt x="1219" y="0"/>
                    <a:pt x="947" y="0"/>
                  </a:cubicBezTo>
                  <a:cubicBezTo>
                    <a:pt x="941" y="0"/>
                    <a:pt x="935" y="0"/>
                    <a:pt x="929" y="1"/>
                  </a:cubicBezTo>
                  <a:lnTo>
                    <a:pt x="300" y="1"/>
                  </a:lnTo>
                  <a:cubicBezTo>
                    <a:pt x="293" y="0"/>
                    <a:pt x="287" y="0"/>
                    <a:pt x="281" y="0"/>
                  </a:cubicBezTo>
                  <a:close/>
                </a:path>
              </a:pathLst>
            </a:custGeom>
            <a:solidFill>
              <a:srgbClr val="778DA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148" name="Google Shape;15148;p44"/>
            <p:cNvSpPr/>
            <p:nvPr/>
          </p:nvSpPr>
          <p:spPr>
            <a:xfrm>
              <a:off x="2311983" y="1627063"/>
              <a:ext cx="18251" cy="15606"/>
            </a:xfrm>
            <a:custGeom>
              <a:rect b="b" l="l" r="r" t="t"/>
              <a:pathLst>
                <a:path extrusionOk="0" h="596" w="697">
                  <a:moveTo>
                    <a:pt x="397" y="0"/>
                  </a:moveTo>
                  <a:cubicBezTo>
                    <a:pt x="324" y="0"/>
                    <a:pt x="250" y="28"/>
                    <a:pt x="191" y="90"/>
                  </a:cubicBezTo>
                  <a:cubicBezTo>
                    <a:pt x="0" y="271"/>
                    <a:pt x="134" y="596"/>
                    <a:pt x="401" y="596"/>
                  </a:cubicBezTo>
                  <a:cubicBezTo>
                    <a:pt x="563" y="596"/>
                    <a:pt x="697" y="462"/>
                    <a:pt x="697" y="300"/>
                  </a:cubicBezTo>
                  <a:cubicBezTo>
                    <a:pt x="697" y="120"/>
                    <a:pt x="549" y="0"/>
                    <a:pt x="397" y="0"/>
                  </a:cubicBezTo>
                  <a:close/>
                </a:path>
              </a:pathLst>
            </a:custGeom>
            <a:solidFill>
              <a:srgbClr val="778DA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5149" name="Google Shape;15149;p44"/>
          <p:cNvGrpSpPr/>
          <p:nvPr/>
        </p:nvGrpSpPr>
        <p:grpSpPr>
          <a:xfrm>
            <a:off x="2690042" y="4110367"/>
            <a:ext cx="359389" cy="359232"/>
            <a:chOff x="2690042" y="4262767"/>
            <a:chExt cx="359389" cy="359232"/>
          </a:xfrm>
        </p:grpSpPr>
        <p:sp>
          <p:nvSpPr>
            <p:cNvPr id="15150" name="Google Shape;15150;p44"/>
            <p:cNvSpPr/>
            <p:nvPr/>
          </p:nvSpPr>
          <p:spPr>
            <a:xfrm>
              <a:off x="2690042" y="4262767"/>
              <a:ext cx="205002" cy="173214"/>
            </a:xfrm>
            <a:custGeom>
              <a:rect b="b" l="l" r="r" t="t"/>
              <a:pathLst>
                <a:path extrusionOk="0" h="6615" w="7829">
                  <a:moveTo>
                    <a:pt x="3888" y="0"/>
                  </a:moveTo>
                  <a:cubicBezTo>
                    <a:pt x="1472" y="0"/>
                    <a:pt x="1" y="2709"/>
                    <a:pt x="1361" y="4744"/>
                  </a:cubicBezTo>
                  <a:cubicBezTo>
                    <a:pt x="1935" y="5609"/>
                    <a:pt x="2895" y="6102"/>
                    <a:pt x="3897" y="6102"/>
                  </a:cubicBezTo>
                  <a:cubicBezTo>
                    <a:pt x="4176" y="6102"/>
                    <a:pt x="4459" y="6063"/>
                    <a:pt x="4738" y="5984"/>
                  </a:cubicBezTo>
                  <a:lnTo>
                    <a:pt x="6035" y="6595"/>
                  </a:lnTo>
                  <a:cubicBezTo>
                    <a:pt x="6065" y="6608"/>
                    <a:pt x="6096" y="6614"/>
                    <a:pt x="6126" y="6614"/>
                  </a:cubicBezTo>
                  <a:cubicBezTo>
                    <a:pt x="6249" y="6614"/>
                    <a:pt x="6358" y="6513"/>
                    <a:pt x="6350" y="6375"/>
                  </a:cubicBezTo>
                  <a:lnTo>
                    <a:pt x="6283" y="4944"/>
                  </a:lnTo>
                  <a:cubicBezTo>
                    <a:pt x="7829" y="2998"/>
                    <a:pt x="6512" y="108"/>
                    <a:pt x="4013" y="3"/>
                  </a:cubicBezTo>
                  <a:cubicBezTo>
                    <a:pt x="3971" y="1"/>
                    <a:pt x="3929" y="0"/>
                    <a:pt x="3888" y="0"/>
                  </a:cubicBezTo>
                  <a:close/>
                </a:path>
              </a:pathLst>
            </a:custGeom>
            <a:solidFill>
              <a:srgbClr val="BECBD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151" name="Google Shape;15151;p44"/>
            <p:cNvSpPr/>
            <p:nvPr/>
          </p:nvSpPr>
          <p:spPr>
            <a:xfrm>
              <a:off x="2729293" y="4277456"/>
              <a:ext cx="124038" cy="125086"/>
            </a:xfrm>
            <a:custGeom>
              <a:rect b="b" l="l" r="r" t="t"/>
              <a:pathLst>
                <a:path extrusionOk="0" h="4777" w="4737">
                  <a:moveTo>
                    <a:pt x="3048" y="0"/>
                  </a:moveTo>
                  <a:cubicBezTo>
                    <a:pt x="2905" y="0"/>
                    <a:pt x="2762" y="155"/>
                    <a:pt x="2867" y="319"/>
                  </a:cubicBezTo>
                  <a:lnTo>
                    <a:pt x="2962" y="491"/>
                  </a:lnTo>
                  <a:cubicBezTo>
                    <a:pt x="2773" y="440"/>
                    <a:pt x="2582" y="415"/>
                    <a:pt x="2393" y="415"/>
                  </a:cubicBezTo>
                  <a:cubicBezTo>
                    <a:pt x="1637" y="415"/>
                    <a:pt x="917" y="812"/>
                    <a:pt x="520" y="1483"/>
                  </a:cubicBezTo>
                  <a:cubicBezTo>
                    <a:pt x="14" y="2332"/>
                    <a:pt x="148" y="3401"/>
                    <a:pt x="825" y="4107"/>
                  </a:cubicBezTo>
                  <a:cubicBezTo>
                    <a:pt x="1245" y="4544"/>
                    <a:pt x="1815" y="4776"/>
                    <a:pt x="2394" y="4776"/>
                  </a:cubicBezTo>
                  <a:cubicBezTo>
                    <a:pt x="2750" y="4776"/>
                    <a:pt x="3109" y="4689"/>
                    <a:pt x="3439" y="4507"/>
                  </a:cubicBezTo>
                  <a:cubicBezTo>
                    <a:pt x="4298" y="4040"/>
                    <a:pt x="4737" y="3057"/>
                    <a:pt x="4517" y="2103"/>
                  </a:cubicBezTo>
                  <a:lnTo>
                    <a:pt x="4527" y="2103"/>
                  </a:lnTo>
                  <a:cubicBezTo>
                    <a:pt x="4507" y="1979"/>
                    <a:pt x="4416" y="1926"/>
                    <a:pt x="4324" y="1926"/>
                  </a:cubicBezTo>
                  <a:cubicBezTo>
                    <a:pt x="4197" y="1926"/>
                    <a:pt x="4067" y="2029"/>
                    <a:pt x="4116" y="2189"/>
                  </a:cubicBezTo>
                  <a:cubicBezTo>
                    <a:pt x="4407" y="3419"/>
                    <a:pt x="3424" y="4371"/>
                    <a:pt x="2382" y="4371"/>
                  </a:cubicBezTo>
                  <a:cubicBezTo>
                    <a:pt x="1953" y="4371"/>
                    <a:pt x="1514" y="4210"/>
                    <a:pt x="1149" y="3840"/>
                  </a:cubicBezTo>
                  <a:cubicBezTo>
                    <a:pt x="1" y="2691"/>
                    <a:pt x="892" y="828"/>
                    <a:pt x="2375" y="828"/>
                  </a:cubicBezTo>
                  <a:cubicBezTo>
                    <a:pt x="2518" y="828"/>
                    <a:pt x="2666" y="845"/>
                    <a:pt x="2819" y="882"/>
                  </a:cubicBezTo>
                  <a:lnTo>
                    <a:pt x="2590" y="930"/>
                  </a:lnTo>
                  <a:cubicBezTo>
                    <a:pt x="2323" y="973"/>
                    <a:pt x="2383" y="1344"/>
                    <a:pt x="2608" y="1344"/>
                  </a:cubicBezTo>
                  <a:cubicBezTo>
                    <a:pt x="2632" y="1344"/>
                    <a:pt x="2658" y="1340"/>
                    <a:pt x="2685" y="1331"/>
                  </a:cubicBezTo>
                  <a:lnTo>
                    <a:pt x="3515" y="1140"/>
                  </a:lnTo>
                  <a:cubicBezTo>
                    <a:pt x="3649" y="1111"/>
                    <a:pt x="3716" y="959"/>
                    <a:pt x="3649" y="835"/>
                  </a:cubicBezTo>
                  <a:lnTo>
                    <a:pt x="3220" y="110"/>
                  </a:lnTo>
                  <a:cubicBezTo>
                    <a:pt x="3178" y="32"/>
                    <a:pt x="3113" y="0"/>
                    <a:pt x="3048" y="0"/>
                  </a:cubicBezTo>
                  <a:close/>
                </a:path>
              </a:pathLst>
            </a:custGeom>
            <a:solidFill>
              <a:srgbClr val="9CACB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152" name="Google Shape;15152;p44"/>
            <p:cNvSpPr/>
            <p:nvPr/>
          </p:nvSpPr>
          <p:spPr>
            <a:xfrm>
              <a:off x="2762365" y="4322285"/>
              <a:ext cx="37261" cy="45981"/>
            </a:xfrm>
            <a:custGeom>
              <a:rect b="b" l="l" r="r" t="t"/>
              <a:pathLst>
                <a:path extrusionOk="0" h="1756" w="1423">
                  <a:moveTo>
                    <a:pt x="650" y="0"/>
                  </a:moveTo>
                  <a:cubicBezTo>
                    <a:pt x="325" y="0"/>
                    <a:pt x="68" y="258"/>
                    <a:pt x="58" y="573"/>
                  </a:cubicBezTo>
                  <a:cubicBezTo>
                    <a:pt x="68" y="701"/>
                    <a:pt x="166" y="766"/>
                    <a:pt x="263" y="766"/>
                  </a:cubicBezTo>
                  <a:cubicBezTo>
                    <a:pt x="361" y="766"/>
                    <a:pt x="459" y="701"/>
                    <a:pt x="468" y="573"/>
                  </a:cubicBezTo>
                  <a:cubicBezTo>
                    <a:pt x="477" y="492"/>
                    <a:pt x="546" y="419"/>
                    <a:pt x="634" y="419"/>
                  </a:cubicBezTo>
                  <a:cubicBezTo>
                    <a:pt x="639" y="419"/>
                    <a:pt x="644" y="419"/>
                    <a:pt x="650" y="420"/>
                  </a:cubicBezTo>
                  <a:lnTo>
                    <a:pt x="716" y="420"/>
                  </a:lnTo>
                  <a:cubicBezTo>
                    <a:pt x="726" y="420"/>
                    <a:pt x="745" y="420"/>
                    <a:pt x="755" y="439"/>
                  </a:cubicBezTo>
                  <a:cubicBezTo>
                    <a:pt x="755" y="439"/>
                    <a:pt x="755" y="449"/>
                    <a:pt x="755" y="458"/>
                  </a:cubicBezTo>
                  <a:lnTo>
                    <a:pt x="96" y="1431"/>
                  </a:lnTo>
                  <a:cubicBezTo>
                    <a:pt x="1" y="1565"/>
                    <a:pt x="106" y="1756"/>
                    <a:pt x="268" y="1756"/>
                  </a:cubicBezTo>
                  <a:lnTo>
                    <a:pt x="1165" y="1756"/>
                  </a:lnTo>
                  <a:cubicBezTo>
                    <a:pt x="1422" y="1737"/>
                    <a:pt x="1422" y="1364"/>
                    <a:pt x="1165" y="1345"/>
                  </a:cubicBezTo>
                  <a:lnTo>
                    <a:pt x="659" y="1345"/>
                  </a:lnTo>
                  <a:lnTo>
                    <a:pt x="1098" y="687"/>
                  </a:lnTo>
                  <a:cubicBezTo>
                    <a:pt x="1184" y="554"/>
                    <a:pt x="1193" y="382"/>
                    <a:pt x="1117" y="239"/>
                  </a:cubicBezTo>
                  <a:cubicBezTo>
                    <a:pt x="1041" y="96"/>
                    <a:pt x="879" y="0"/>
                    <a:pt x="716" y="0"/>
                  </a:cubicBezTo>
                  <a:close/>
                </a:path>
              </a:pathLst>
            </a:custGeom>
            <a:solidFill>
              <a:srgbClr val="E9EEF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153" name="Google Shape;15153;p44"/>
            <p:cNvSpPr/>
            <p:nvPr/>
          </p:nvSpPr>
          <p:spPr>
            <a:xfrm>
              <a:off x="2795594" y="4322285"/>
              <a:ext cx="26761" cy="45536"/>
            </a:xfrm>
            <a:custGeom>
              <a:rect b="b" l="l" r="r" t="t"/>
              <a:pathLst>
                <a:path extrusionOk="0" h="1739" w="1022">
                  <a:moveTo>
                    <a:pt x="812" y="0"/>
                  </a:moveTo>
                  <a:cubicBezTo>
                    <a:pt x="697" y="0"/>
                    <a:pt x="602" y="96"/>
                    <a:pt x="602" y="210"/>
                  </a:cubicBezTo>
                  <a:lnTo>
                    <a:pt x="602" y="716"/>
                  </a:lnTo>
                  <a:lnTo>
                    <a:pt x="411" y="716"/>
                  </a:lnTo>
                  <a:lnTo>
                    <a:pt x="411" y="210"/>
                  </a:lnTo>
                  <a:cubicBezTo>
                    <a:pt x="401" y="81"/>
                    <a:pt x="304" y="17"/>
                    <a:pt x="206" y="17"/>
                  </a:cubicBezTo>
                  <a:cubicBezTo>
                    <a:pt x="108" y="17"/>
                    <a:pt x="10" y="81"/>
                    <a:pt x="1" y="210"/>
                  </a:cubicBezTo>
                  <a:lnTo>
                    <a:pt x="1" y="916"/>
                  </a:lnTo>
                  <a:cubicBezTo>
                    <a:pt x="1" y="1031"/>
                    <a:pt x="96" y="1126"/>
                    <a:pt x="211" y="1126"/>
                  </a:cubicBezTo>
                  <a:lnTo>
                    <a:pt x="602" y="1126"/>
                  </a:lnTo>
                  <a:lnTo>
                    <a:pt x="602" y="1546"/>
                  </a:lnTo>
                  <a:cubicBezTo>
                    <a:pt x="611" y="1675"/>
                    <a:pt x="712" y="1739"/>
                    <a:pt x="812" y="1739"/>
                  </a:cubicBezTo>
                  <a:cubicBezTo>
                    <a:pt x="912" y="1739"/>
                    <a:pt x="1012" y="1675"/>
                    <a:pt x="1022" y="1546"/>
                  </a:cubicBezTo>
                  <a:lnTo>
                    <a:pt x="1022" y="210"/>
                  </a:lnTo>
                  <a:cubicBezTo>
                    <a:pt x="1022" y="96"/>
                    <a:pt x="926" y="0"/>
                    <a:pt x="812" y="0"/>
                  </a:cubicBezTo>
                  <a:close/>
                </a:path>
              </a:pathLst>
            </a:custGeom>
            <a:solidFill>
              <a:srgbClr val="E9EEF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154" name="Google Shape;15154;p44"/>
            <p:cNvSpPr/>
            <p:nvPr/>
          </p:nvSpPr>
          <p:spPr>
            <a:xfrm>
              <a:off x="2753122" y="4328439"/>
              <a:ext cx="296309" cy="293560"/>
            </a:xfrm>
            <a:custGeom>
              <a:rect b="b" l="l" r="r" t="t"/>
              <a:pathLst>
                <a:path extrusionOk="0" h="11211" w="11316">
                  <a:moveTo>
                    <a:pt x="8125" y="1"/>
                  </a:moveTo>
                  <a:cubicBezTo>
                    <a:pt x="8028" y="1"/>
                    <a:pt x="7931" y="5"/>
                    <a:pt x="7833" y="13"/>
                  </a:cubicBezTo>
                  <a:cubicBezTo>
                    <a:pt x="6355" y="128"/>
                    <a:pt x="4990" y="1511"/>
                    <a:pt x="4895" y="2999"/>
                  </a:cubicBezTo>
                  <a:cubicBezTo>
                    <a:pt x="4866" y="3534"/>
                    <a:pt x="4962" y="4077"/>
                    <a:pt x="5200" y="4564"/>
                  </a:cubicBezTo>
                  <a:lnTo>
                    <a:pt x="478" y="8618"/>
                  </a:lnTo>
                  <a:cubicBezTo>
                    <a:pt x="30" y="9000"/>
                    <a:pt x="1" y="9677"/>
                    <a:pt x="411" y="10097"/>
                  </a:cubicBezTo>
                  <a:lnTo>
                    <a:pt x="1213" y="10908"/>
                  </a:lnTo>
                  <a:cubicBezTo>
                    <a:pt x="1410" y="11110"/>
                    <a:pt x="1671" y="11210"/>
                    <a:pt x="1932" y="11210"/>
                  </a:cubicBezTo>
                  <a:cubicBezTo>
                    <a:pt x="2215" y="11210"/>
                    <a:pt x="2498" y="11093"/>
                    <a:pt x="2701" y="10860"/>
                  </a:cubicBezTo>
                  <a:lnTo>
                    <a:pt x="6793" y="6119"/>
                  </a:lnTo>
                  <a:cubicBezTo>
                    <a:pt x="7194" y="6307"/>
                    <a:pt x="7636" y="6404"/>
                    <a:pt x="8078" y="6404"/>
                  </a:cubicBezTo>
                  <a:cubicBezTo>
                    <a:pt x="8153" y="6404"/>
                    <a:pt x="8227" y="6401"/>
                    <a:pt x="8301" y="6395"/>
                  </a:cubicBezTo>
                  <a:cubicBezTo>
                    <a:pt x="9789" y="6300"/>
                    <a:pt x="11182" y="4936"/>
                    <a:pt x="11287" y="3438"/>
                  </a:cubicBezTo>
                  <a:cubicBezTo>
                    <a:pt x="11315" y="3095"/>
                    <a:pt x="11287" y="2751"/>
                    <a:pt x="11201" y="2427"/>
                  </a:cubicBezTo>
                  <a:cubicBezTo>
                    <a:pt x="11164" y="2281"/>
                    <a:pt x="11035" y="2193"/>
                    <a:pt x="10904" y="2193"/>
                  </a:cubicBezTo>
                  <a:cubicBezTo>
                    <a:pt x="10829" y="2193"/>
                    <a:pt x="10754" y="2222"/>
                    <a:pt x="10695" y="2284"/>
                  </a:cubicBezTo>
                  <a:lnTo>
                    <a:pt x="9341" y="3629"/>
                  </a:lnTo>
                  <a:cubicBezTo>
                    <a:pt x="9193" y="3782"/>
                    <a:pt x="8997" y="3858"/>
                    <a:pt x="8802" y="3858"/>
                  </a:cubicBezTo>
                  <a:cubicBezTo>
                    <a:pt x="8606" y="3858"/>
                    <a:pt x="8410" y="3782"/>
                    <a:pt x="8263" y="3629"/>
                  </a:cubicBezTo>
                  <a:lnTo>
                    <a:pt x="7633" y="3009"/>
                  </a:lnTo>
                  <a:cubicBezTo>
                    <a:pt x="7337" y="2713"/>
                    <a:pt x="7337" y="2227"/>
                    <a:pt x="7633" y="1931"/>
                  </a:cubicBezTo>
                  <a:lnTo>
                    <a:pt x="8969" y="595"/>
                  </a:lnTo>
                  <a:cubicBezTo>
                    <a:pt x="9140" y="424"/>
                    <a:pt x="9054" y="137"/>
                    <a:pt x="8825" y="80"/>
                  </a:cubicBezTo>
                  <a:cubicBezTo>
                    <a:pt x="8596" y="26"/>
                    <a:pt x="8361" y="1"/>
                    <a:pt x="8125" y="1"/>
                  </a:cubicBezTo>
                  <a:close/>
                </a:path>
              </a:pathLst>
            </a:custGeom>
            <a:solidFill>
              <a:srgbClr val="CDD7D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155" name="Google Shape;15155;p44"/>
            <p:cNvSpPr/>
            <p:nvPr/>
          </p:nvSpPr>
          <p:spPr>
            <a:xfrm>
              <a:off x="2753122" y="4543103"/>
              <a:ext cx="81985" cy="78895"/>
            </a:xfrm>
            <a:custGeom>
              <a:rect b="b" l="l" r="r" t="t"/>
              <a:pathLst>
                <a:path extrusionOk="0" h="3013" w="3131">
                  <a:moveTo>
                    <a:pt x="965" y="1"/>
                  </a:moveTo>
                  <a:lnTo>
                    <a:pt x="478" y="420"/>
                  </a:lnTo>
                  <a:cubicBezTo>
                    <a:pt x="30" y="802"/>
                    <a:pt x="1" y="1479"/>
                    <a:pt x="411" y="1899"/>
                  </a:cubicBezTo>
                  <a:lnTo>
                    <a:pt x="1213" y="2710"/>
                  </a:lnTo>
                  <a:cubicBezTo>
                    <a:pt x="1410" y="2912"/>
                    <a:pt x="1671" y="3012"/>
                    <a:pt x="1932" y="3012"/>
                  </a:cubicBezTo>
                  <a:cubicBezTo>
                    <a:pt x="2215" y="3012"/>
                    <a:pt x="2498" y="2895"/>
                    <a:pt x="2701" y="2662"/>
                  </a:cubicBezTo>
                  <a:lnTo>
                    <a:pt x="3130" y="2176"/>
                  </a:lnTo>
                  <a:lnTo>
                    <a:pt x="3130" y="2176"/>
                  </a:lnTo>
                  <a:cubicBezTo>
                    <a:pt x="2981" y="2250"/>
                    <a:pt x="2822" y="2286"/>
                    <a:pt x="2665" y="2286"/>
                  </a:cubicBezTo>
                  <a:cubicBezTo>
                    <a:pt x="2399" y="2286"/>
                    <a:pt x="2139" y="2183"/>
                    <a:pt x="1947" y="1985"/>
                  </a:cubicBezTo>
                  <a:lnTo>
                    <a:pt x="1146" y="1164"/>
                  </a:lnTo>
                  <a:cubicBezTo>
                    <a:pt x="841" y="859"/>
                    <a:pt x="764" y="392"/>
                    <a:pt x="965" y="1"/>
                  </a:cubicBezTo>
                  <a:close/>
                </a:path>
              </a:pathLst>
            </a:custGeom>
            <a:solidFill>
              <a:srgbClr val="9BAFB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156" name="Google Shape;15156;p44"/>
            <p:cNvSpPr/>
            <p:nvPr/>
          </p:nvSpPr>
          <p:spPr>
            <a:xfrm>
              <a:off x="2926990" y="4373241"/>
              <a:ext cx="70726" cy="73711"/>
            </a:xfrm>
            <a:custGeom>
              <a:rect b="b" l="l" r="r" t="t"/>
              <a:pathLst>
                <a:path extrusionOk="0" h="2815" w="2701">
                  <a:moveTo>
                    <a:pt x="1222" y="0"/>
                  </a:moveTo>
                  <a:lnTo>
                    <a:pt x="993" y="220"/>
                  </a:lnTo>
                  <a:cubicBezTo>
                    <a:pt x="974" y="239"/>
                    <a:pt x="955" y="259"/>
                    <a:pt x="939" y="280"/>
                  </a:cubicBezTo>
                  <a:lnTo>
                    <a:pt x="939" y="280"/>
                  </a:lnTo>
                  <a:lnTo>
                    <a:pt x="1222" y="0"/>
                  </a:lnTo>
                  <a:close/>
                  <a:moveTo>
                    <a:pt x="2701" y="1918"/>
                  </a:moveTo>
                  <a:lnTo>
                    <a:pt x="2692" y="1926"/>
                  </a:lnTo>
                  <a:lnTo>
                    <a:pt x="2692" y="1926"/>
                  </a:lnTo>
                  <a:cubicBezTo>
                    <a:pt x="2695" y="1924"/>
                    <a:pt x="2698" y="1921"/>
                    <a:pt x="2701" y="1918"/>
                  </a:cubicBezTo>
                  <a:close/>
                  <a:moveTo>
                    <a:pt x="939" y="280"/>
                  </a:moveTo>
                  <a:lnTo>
                    <a:pt x="421" y="792"/>
                  </a:lnTo>
                  <a:cubicBezTo>
                    <a:pt x="1" y="1212"/>
                    <a:pt x="1" y="1899"/>
                    <a:pt x="421" y="2319"/>
                  </a:cubicBezTo>
                  <a:lnTo>
                    <a:pt x="602" y="2500"/>
                  </a:lnTo>
                  <a:cubicBezTo>
                    <a:pt x="812" y="2710"/>
                    <a:pt x="1088" y="2815"/>
                    <a:pt x="1365" y="2815"/>
                  </a:cubicBezTo>
                  <a:cubicBezTo>
                    <a:pt x="1642" y="2815"/>
                    <a:pt x="1918" y="2710"/>
                    <a:pt x="2128" y="2500"/>
                  </a:cubicBezTo>
                  <a:lnTo>
                    <a:pt x="2692" y="1926"/>
                  </a:lnTo>
                  <a:lnTo>
                    <a:pt x="2692" y="1926"/>
                  </a:lnTo>
                  <a:cubicBezTo>
                    <a:pt x="2545" y="2073"/>
                    <a:pt x="2354" y="2147"/>
                    <a:pt x="2162" y="2147"/>
                  </a:cubicBezTo>
                  <a:cubicBezTo>
                    <a:pt x="1966" y="2147"/>
                    <a:pt x="1770" y="2071"/>
                    <a:pt x="1623" y="1918"/>
                  </a:cubicBezTo>
                  <a:lnTo>
                    <a:pt x="993" y="1298"/>
                  </a:lnTo>
                  <a:cubicBezTo>
                    <a:pt x="717" y="1021"/>
                    <a:pt x="698" y="579"/>
                    <a:pt x="939" y="280"/>
                  </a:cubicBezTo>
                  <a:close/>
                </a:path>
              </a:pathLst>
            </a:custGeom>
            <a:solidFill>
              <a:srgbClr val="9BAFB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5157" name="Google Shape;15157;p44"/>
          <p:cNvGrpSpPr/>
          <p:nvPr/>
        </p:nvGrpSpPr>
        <p:grpSpPr>
          <a:xfrm>
            <a:off x="2689440" y="2729762"/>
            <a:ext cx="222336" cy="366722"/>
            <a:chOff x="2689440" y="2882162"/>
            <a:chExt cx="222336" cy="366722"/>
          </a:xfrm>
        </p:grpSpPr>
        <p:sp>
          <p:nvSpPr>
            <p:cNvPr id="15158" name="Google Shape;15158;p44"/>
            <p:cNvSpPr/>
            <p:nvPr/>
          </p:nvSpPr>
          <p:spPr>
            <a:xfrm>
              <a:off x="2689440" y="3022566"/>
              <a:ext cx="30741" cy="46976"/>
            </a:xfrm>
            <a:custGeom>
              <a:rect b="b" l="l" r="r" t="t"/>
              <a:pathLst>
                <a:path extrusionOk="0" h="1794" w="1174">
                  <a:moveTo>
                    <a:pt x="735" y="0"/>
                  </a:moveTo>
                  <a:lnTo>
                    <a:pt x="77" y="1469"/>
                  </a:lnTo>
                  <a:cubicBezTo>
                    <a:pt x="0" y="1622"/>
                    <a:pt x="115" y="1794"/>
                    <a:pt x="277" y="1794"/>
                  </a:cubicBezTo>
                  <a:lnTo>
                    <a:pt x="1174" y="1794"/>
                  </a:lnTo>
                  <a:lnTo>
                    <a:pt x="1174" y="0"/>
                  </a:lnTo>
                  <a:close/>
                </a:path>
              </a:pathLst>
            </a:custGeom>
            <a:solidFill>
              <a:srgbClr val="B5C4D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159" name="Google Shape;15159;p44"/>
            <p:cNvSpPr/>
            <p:nvPr/>
          </p:nvSpPr>
          <p:spPr>
            <a:xfrm>
              <a:off x="2719422" y="3061268"/>
              <a:ext cx="162635" cy="187616"/>
            </a:xfrm>
            <a:custGeom>
              <a:rect b="b" l="l" r="r" t="t"/>
              <a:pathLst>
                <a:path extrusionOk="0" h="7165" w="6211">
                  <a:moveTo>
                    <a:pt x="1622" y="1"/>
                  </a:moveTo>
                  <a:lnTo>
                    <a:pt x="1622" y="4466"/>
                  </a:lnTo>
                  <a:cubicBezTo>
                    <a:pt x="1622" y="4513"/>
                    <a:pt x="1603" y="4561"/>
                    <a:pt x="1584" y="4599"/>
                  </a:cubicBezTo>
                  <a:lnTo>
                    <a:pt x="76" y="6812"/>
                  </a:lnTo>
                  <a:cubicBezTo>
                    <a:pt x="0" y="6908"/>
                    <a:pt x="19" y="7041"/>
                    <a:pt x="115" y="7108"/>
                  </a:cubicBezTo>
                  <a:cubicBezTo>
                    <a:pt x="154" y="7148"/>
                    <a:pt x="204" y="7165"/>
                    <a:pt x="256" y="7165"/>
                  </a:cubicBezTo>
                  <a:cubicBezTo>
                    <a:pt x="278" y="7165"/>
                    <a:pt x="301" y="7162"/>
                    <a:pt x="324" y="7156"/>
                  </a:cubicBezTo>
                  <a:lnTo>
                    <a:pt x="5991" y="5477"/>
                  </a:lnTo>
                  <a:cubicBezTo>
                    <a:pt x="6153" y="5429"/>
                    <a:pt x="6211" y="5238"/>
                    <a:pt x="6096" y="5114"/>
                  </a:cubicBezTo>
                  <a:lnTo>
                    <a:pt x="5314" y="4217"/>
                  </a:lnTo>
                  <a:lnTo>
                    <a:pt x="5314" y="1"/>
                  </a:lnTo>
                  <a:close/>
                </a:path>
              </a:pathLst>
            </a:custGeom>
            <a:solidFill>
              <a:srgbClr val="C8D3D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160" name="Google Shape;15160;p44"/>
            <p:cNvSpPr/>
            <p:nvPr/>
          </p:nvSpPr>
          <p:spPr>
            <a:xfrm>
              <a:off x="2761867" y="3061268"/>
              <a:ext cx="96701" cy="86227"/>
            </a:xfrm>
            <a:custGeom>
              <a:rect b="b" l="l" r="r" t="t"/>
              <a:pathLst>
                <a:path extrusionOk="0" h="3293" w="3693">
                  <a:moveTo>
                    <a:pt x="1" y="1"/>
                  </a:moveTo>
                  <a:lnTo>
                    <a:pt x="1" y="3292"/>
                  </a:lnTo>
                  <a:lnTo>
                    <a:pt x="106" y="3292"/>
                  </a:lnTo>
                  <a:lnTo>
                    <a:pt x="3483" y="1432"/>
                  </a:lnTo>
                  <a:cubicBezTo>
                    <a:pt x="3550" y="1394"/>
                    <a:pt x="3626" y="1356"/>
                    <a:pt x="3693" y="1317"/>
                  </a:cubicBezTo>
                  <a:lnTo>
                    <a:pt x="3693" y="1"/>
                  </a:lnTo>
                  <a:close/>
                </a:path>
              </a:pathLst>
            </a:custGeom>
            <a:solidFill>
              <a:srgbClr val="B5C4D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161" name="Google Shape;15161;p44"/>
            <p:cNvSpPr/>
            <p:nvPr/>
          </p:nvSpPr>
          <p:spPr>
            <a:xfrm>
              <a:off x="2722407" y="3171690"/>
              <a:ext cx="159650" cy="77193"/>
            </a:xfrm>
            <a:custGeom>
              <a:rect b="b" l="l" r="r" t="t"/>
              <a:pathLst>
                <a:path extrusionOk="0" h="2948" w="6097">
                  <a:moveTo>
                    <a:pt x="5200" y="0"/>
                  </a:moveTo>
                  <a:cubicBezTo>
                    <a:pt x="5181" y="0"/>
                    <a:pt x="1279" y="2176"/>
                    <a:pt x="1" y="2891"/>
                  </a:cubicBezTo>
                  <a:cubicBezTo>
                    <a:pt x="40" y="2931"/>
                    <a:pt x="90" y="2948"/>
                    <a:pt x="142" y="2948"/>
                  </a:cubicBezTo>
                  <a:cubicBezTo>
                    <a:pt x="164" y="2948"/>
                    <a:pt x="187" y="2945"/>
                    <a:pt x="210" y="2939"/>
                  </a:cubicBezTo>
                  <a:lnTo>
                    <a:pt x="5877" y="1260"/>
                  </a:lnTo>
                  <a:cubicBezTo>
                    <a:pt x="6039" y="1212"/>
                    <a:pt x="6097" y="1012"/>
                    <a:pt x="5982" y="888"/>
                  </a:cubicBezTo>
                  <a:lnTo>
                    <a:pt x="5200" y="0"/>
                  </a:lnTo>
                  <a:close/>
                </a:path>
              </a:pathLst>
            </a:custGeom>
            <a:solidFill>
              <a:srgbClr val="B5C4D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162" name="Google Shape;15162;p44"/>
            <p:cNvSpPr/>
            <p:nvPr/>
          </p:nvSpPr>
          <p:spPr>
            <a:xfrm>
              <a:off x="2708659" y="2882162"/>
              <a:ext cx="203117" cy="254335"/>
            </a:xfrm>
            <a:custGeom>
              <a:rect b="b" l="l" r="r" t="t"/>
              <a:pathLst>
                <a:path extrusionOk="0" h="9713" w="7757">
                  <a:moveTo>
                    <a:pt x="3874" y="1"/>
                  </a:moveTo>
                  <a:cubicBezTo>
                    <a:pt x="1737" y="1"/>
                    <a:pt x="1" y="1680"/>
                    <a:pt x="1" y="3750"/>
                  </a:cubicBezTo>
                  <a:cubicBezTo>
                    <a:pt x="1" y="3807"/>
                    <a:pt x="1" y="6259"/>
                    <a:pt x="1" y="7995"/>
                  </a:cubicBezTo>
                  <a:lnTo>
                    <a:pt x="1" y="8424"/>
                  </a:lnTo>
                  <a:lnTo>
                    <a:pt x="1" y="9025"/>
                  </a:lnTo>
                  <a:cubicBezTo>
                    <a:pt x="1" y="9398"/>
                    <a:pt x="316" y="9712"/>
                    <a:pt x="688" y="9712"/>
                  </a:cubicBezTo>
                  <a:lnTo>
                    <a:pt x="2033" y="9712"/>
                  </a:lnTo>
                  <a:lnTo>
                    <a:pt x="5305" y="7900"/>
                  </a:lnTo>
                  <a:cubicBezTo>
                    <a:pt x="6822" y="7070"/>
                    <a:pt x="7757" y="5477"/>
                    <a:pt x="7757" y="3750"/>
                  </a:cubicBezTo>
                  <a:cubicBezTo>
                    <a:pt x="7757" y="1680"/>
                    <a:pt x="6021" y="1"/>
                    <a:pt x="3874" y="1"/>
                  </a:cubicBezTo>
                  <a:close/>
                </a:path>
              </a:pathLst>
            </a:custGeom>
            <a:solidFill>
              <a:srgbClr val="DFE5E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163" name="Google Shape;15163;p44"/>
            <p:cNvSpPr/>
            <p:nvPr/>
          </p:nvSpPr>
          <p:spPr>
            <a:xfrm>
              <a:off x="2708659" y="3091512"/>
              <a:ext cx="40246" cy="11260"/>
            </a:xfrm>
            <a:custGeom>
              <a:rect b="b" l="l" r="r" t="t"/>
              <a:pathLst>
                <a:path extrusionOk="0" h="430" w="1537">
                  <a:moveTo>
                    <a:pt x="1" y="0"/>
                  </a:moveTo>
                  <a:lnTo>
                    <a:pt x="1" y="429"/>
                  </a:lnTo>
                  <a:lnTo>
                    <a:pt x="1317" y="429"/>
                  </a:lnTo>
                  <a:cubicBezTo>
                    <a:pt x="1441" y="429"/>
                    <a:pt x="1537" y="334"/>
                    <a:pt x="1537" y="220"/>
                  </a:cubicBezTo>
                  <a:cubicBezTo>
                    <a:pt x="1537" y="96"/>
                    <a:pt x="1441" y="0"/>
                    <a:pt x="1327" y="0"/>
                  </a:cubicBezTo>
                  <a:close/>
                </a:path>
              </a:pathLst>
            </a:custGeom>
            <a:solidFill>
              <a:srgbClr val="B5C4D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164" name="Google Shape;15164;p44"/>
            <p:cNvSpPr/>
            <p:nvPr/>
          </p:nvSpPr>
          <p:spPr>
            <a:xfrm>
              <a:off x="2755871" y="2907641"/>
              <a:ext cx="127181" cy="127181"/>
            </a:xfrm>
            <a:custGeom>
              <a:rect b="b" l="l" r="r" t="t"/>
              <a:pathLst>
                <a:path extrusionOk="0" h="4857" w="4857">
                  <a:moveTo>
                    <a:pt x="2434" y="1"/>
                  </a:moveTo>
                  <a:cubicBezTo>
                    <a:pt x="1088" y="1"/>
                    <a:pt x="1" y="1088"/>
                    <a:pt x="1" y="2424"/>
                  </a:cubicBezTo>
                  <a:cubicBezTo>
                    <a:pt x="1" y="3769"/>
                    <a:pt x="1088" y="4857"/>
                    <a:pt x="2434" y="4857"/>
                  </a:cubicBezTo>
                  <a:cubicBezTo>
                    <a:pt x="3769" y="4857"/>
                    <a:pt x="4857" y="3769"/>
                    <a:pt x="4857" y="2424"/>
                  </a:cubicBezTo>
                  <a:cubicBezTo>
                    <a:pt x="4857" y="1088"/>
                    <a:pt x="3769" y="1"/>
                    <a:pt x="2434" y="1"/>
                  </a:cubicBezTo>
                  <a:close/>
                </a:path>
              </a:pathLst>
            </a:custGeom>
            <a:solidFill>
              <a:srgbClr val="9DABB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165" name="Google Shape;15165;p44"/>
            <p:cNvSpPr/>
            <p:nvPr/>
          </p:nvSpPr>
          <p:spPr>
            <a:xfrm>
              <a:off x="2788602" y="2927122"/>
              <a:ext cx="84028" cy="60985"/>
            </a:xfrm>
            <a:custGeom>
              <a:rect b="b" l="l" r="r" t="t"/>
              <a:pathLst>
                <a:path extrusionOk="0" h="2329" w="3209">
                  <a:moveTo>
                    <a:pt x="1613" y="430"/>
                  </a:moveTo>
                  <a:cubicBezTo>
                    <a:pt x="2262" y="430"/>
                    <a:pt x="2586" y="1222"/>
                    <a:pt x="2128" y="1680"/>
                  </a:cubicBezTo>
                  <a:cubicBezTo>
                    <a:pt x="1981" y="1827"/>
                    <a:pt x="1794" y="1897"/>
                    <a:pt x="1611" y="1897"/>
                  </a:cubicBezTo>
                  <a:cubicBezTo>
                    <a:pt x="1331" y="1897"/>
                    <a:pt x="1057" y="1735"/>
                    <a:pt x="936" y="1441"/>
                  </a:cubicBezTo>
                  <a:cubicBezTo>
                    <a:pt x="735" y="964"/>
                    <a:pt x="1088" y="430"/>
                    <a:pt x="1613" y="430"/>
                  </a:cubicBezTo>
                  <a:close/>
                  <a:moveTo>
                    <a:pt x="1628" y="0"/>
                  </a:moveTo>
                  <a:cubicBezTo>
                    <a:pt x="1480" y="0"/>
                    <a:pt x="1324" y="30"/>
                    <a:pt x="1165" y="96"/>
                  </a:cubicBezTo>
                  <a:cubicBezTo>
                    <a:pt x="1" y="583"/>
                    <a:pt x="344" y="2329"/>
                    <a:pt x="1613" y="2329"/>
                  </a:cubicBezTo>
                  <a:cubicBezTo>
                    <a:pt x="1918" y="2329"/>
                    <a:pt x="2214" y="2205"/>
                    <a:pt x="2433" y="1985"/>
                  </a:cubicBezTo>
                  <a:cubicBezTo>
                    <a:pt x="3208" y="1210"/>
                    <a:pt x="2572" y="0"/>
                    <a:pt x="1628" y="0"/>
                  </a:cubicBezTo>
                  <a:close/>
                </a:path>
              </a:pathLst>
            </a:custGeom>
            <a:solidFill>
              <a:srgbClr val="E7ECF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166" name="Google Shape;15166;p44"/>
            <p:cNvSpPr/>
            <p:nvPr/>
          </p:nvSpPr>
          <p:spPr>
            <a:xfrm>
              <a:off x="2777369" y="2969385"/>
              <a:ext cx="44017" cy="39696"/>
            </a:xfrm>
            <a:custGeom>
              <a:rect b="b" l="l" r="r" t="t"/>
              <a:pathLst>
                <a:path extrusionOk="0" h="1516" w="1681">
                  <a:moveTo>
                    <a:pt x="1369" y="1"/>
                  </a:moveTo>
                  <a:cubicBezTo>
                    <a:pt x="1319" y="1"/>
                    <a:pt x="1268" y="20"/>
                    <a:pt x="1221" y="66"/>
                  </a:cubicBezTo>
                  <a:lnTo>
                    <a:pt x="143" y="1153"/>
                  </a:lnTo>
                  <a:cubicBezTo>
                    <a:pt x="0" y="1287"/>
                    <a:pt x="96" y="1516"/>
                    <a:pt x="296" y="1516"/>
                  </a:cubicBezTo>
                  <a:cubicBezTo>
                    <a:pt x="344" y="1516"/>
                    <a:pt x="401" y="1497"/>
                    <a:pt x="439" y="1449"/>
                  </a:cubicBezTo>
                  <a:lnTo>
                    <a:pt x="1527" y="371"/>
                  </a:lnTo>
                  <a:cubicBezTo>
                    <a:pt x="1681" y="217"/>
                    <a:pt x="1536" y="1"/>
                    <a:pt x="1369" y="1"/>
                  </a:cubicBezTo>
                  <a:close/>
                </a:path>
              </a:pathLst>
            </a:custGeom>
            <a:solidFill>
              <a:srgbClr val="E7ECF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15167" name="Google Shape;15167;p44"/>
          <p:cNvSpPr/>
          <p:nvPr/>
        </p:nvSpPr>
        <p:spPr>
          <a:xfrm>
            <a:off x="2637986" y="2128503"/>
            <a:ext cx="303039" cy="21000"/>
          </a:xfrm>
          <a:custGeom>
            <a:rect b="b" l="l" r="r" t="t"/>
            <a:pathLst>
              <a:path extrusionOk="0" h="802" w="11573">
                <a:moveTo>
                  <a:pt x="0" y="0"/>
                </a:moveTo>
                <a:lnTo>
                  <a:pt x="0" y="582"/>
                </a:lnTo>
                <a:cubicBezTo>
                  <a:pt x="0" y="706"/>
                  <a:pt x="105" y="802"/>
                  <a:pt x="219" y="802"/>
                </a:cubicBezTo>
                <a:lnTo>
                  <a:pt x="11343" y="802"/>
                </a:lnTo>
                <a:cubicBezTo>
                  <a:pt x="11467" y="802"/>
                  <a:pt x="11572" y="706"/>
                  <a:pt x="11572" y="582"/>
                </a:cubicBezTo>
                <a:lnTo>
                  <a:pt x="11572" y="0"/>
                </a:lnTo>
                <a:close/>
              </a:path>
            </a:pathLst>
          </a:custGeom>
          <a:solidFill>
            <a:srgbClr val="A4B7C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nvGrpSpPr>
          <p:cNvPr id="15168" name="Google Shape;15168;p44"/>
          <p:cNvGrpSpPr/>
          <p:nvPr/>
        </p:nvGrpSpPr>
        <p:grpSpPr>
          <a:xfrm>
            <a:off x="2637986" y="1827742"/>
            <a:ext cx="359232" cy="322023"/>
            <a:chOff x="2637986" y="1980142"/>
            <a:chExt cx="359232" cy="322023"/>
          </a:xfrm>
        </p:grpSpPr>
        <p:sp>
          <p:nvSpPr>
            <p:cNvPr id="15169" name="Google Shape;15169;p44"/>
            <p:cNvSpPr/>
            <p:nvPr/>
          </p:nvSpPr>
          <p:spPr>
            <a:xfrm>
              <a:off x="2637986" y="2064065"/>
              <a:ext cx="303039" cy="238100"/>
            </a:xfrm>
            <a:custGeom>
              <a:rect b="b" l="l" r="r" t="t"/>
              <a:pathLst>
                <a:path extrusionOk="0" h="9093" w="11573">
                  <a:moveTo>
                    <a:pt x="219" y="1"/>
                  </a:moveTo>
                  <a:cubicBezTo>
                    <a:pt x="105" y="1"/>
                    <a:pt x="0" y="105"/>
                    <a:pt x="0" y="220"/>
                  </a:cubicBezTo>
                  <a:lnTo>
                    <a:pt x="0" y="8873"/>
                  </a:lnTo>
                  <a:cubicBezTo>
                    <a:pt x="0" y="8997"/>
                    <a:pt x="105" y="9092"/>
                    <a:pt x="219" y="9092"/>
                  </a:cubicBezTo>
                  <a:lnTo>
                    <a:pt x="11343" y="9092"/>
                  </a:lnTo>
                  <a:cubicBezTo>
                    <a:pt x="11467" y="9092"/>
                    <a:pt x="11572" y="8997"/>
                    <a:pt x="11572" y="8873"/>
                  </a:cubicBezTo>
                  <a:lnTo>
                    <a:pt x="11572" y="1517"/>
                  </a:lnTo>
                  <a:lnTo>
                    <a:pt x="4684" y="1517"/>
                  </a:lnTo>
                  <a:lnTo>
                    <a:pt x="3234" y="67"/>
                  </a:lnTo>
                  <a:cubicBezTo>
                    <a:pt x="3196" y="29"/>
                    <a:pt x="3139" y="1"/>
                    <a:pt x="3072" y="1"/>
                  </a:cubicBezTo>
                  <a:close/>
                </a:path>
              </a:pathLst>
            </a:custGeom>
            <a:solidFill>
              <a:srgbClr val="BECBD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170" name="Google Shape;15170;p44"/>
            <p:cNvSpPr/>
            <p:nvPr/>
          </p:nvSpPr>
          <p:spPr>
            <a:xfrm>
              <a:off x="2638222" y="2064065"/>
              <a:ext cx="122441" cy="39749"/>
            </a:xfrm>
            <a:custGeom>
              <a:rect b="b" l="l" r="r" t="t"/>
              <a:pathLst>
                <a:path extrusionOk="0" h="1518" w="4676">
                  <a:moveTo>
                    <a:pt x="220" y="1"/>
                  </a:moveTo>
                  <a:cubicBezTo>
                    <a:pt x="96" y="1"/>
                    <a:pt x="1" y="105"/>
                    <a:pt x="1" y="220"/>
                  </a:cubicBezTo>
                  <a:lnTo>
                    <a:pt x="1" y="1517"/>
                  </a:lnTo>
                  <a:lnTo>
                    <a:pt x="4675" y="1517"/>
                  </a:lnTo>
                  <a:lnTo>
                    <a:pt x="3225" y="67"/>
                  </a:lnTo>
                  <a:cubicBezTo>
                    <a:pt x="3187" y="29"/>
                    <a:pt x="3130" y="1"/>
                    <a:pt x="3072" y="1"/>
                  </a:cubicBezTo>
                  <a:close/>
                </a:path>
              </a:pathLst>
            </a:custGeom>
            <a:solidFill>
              <a:srgbClr val="9CACB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171" name="Google Shape;15171;p44"/>
            <p:cNvSpPr/>
            <p:nvPr/>
          </p:nvSpPr>
          <p:spPr>
            <a:xfrm>
              <a:off x="2918742" y="2110019"/>
              <a:ext cx="22022" cy="192146"/>
            </a:xfrm>
            <a:custGeom>
              <a:rect b="b" l="l" r="r" t="t"/>
              <a:pathLst>
                <a:path extrusionOk="0" h="7338" w="841">
                  <a:moveTo>
                    <a:pt x="1" y="1"/>
                  </a:moveTo>
                  <a:lnTo>
                    <a:pt x="1" y="7337"/>
                  </a:lnTo>
                  <a:lnTo>
                    <a:pt x="621" y="7337"/>
                  </a:lnTo>
                  <a:cubicBezTo>
                    <a:pt x="736" y="7337"/>
                    <a:pt x="840" y="7242"/>
                    <a:pt x="840" y="7118"/>
                  </a:cubicBezTo>
                  <a:lnTo>
                    <a:pt x="840" y="1"/>
                  </a:lnTo>
                  <a:close/>
                </a:path>
              </a:pathLst>
            </a:custGeom>
            <a:solidFill>
              <a:srgbClr val="A4B7C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172" name="Google Shape;15172;p44"/>
            <p:cNvSpPr/>
            <p:nvPr/>
          </p:nvSpPr>
          <p:spPr>
            <a:xfrm>
              <a:off x="2835814" y="2103787"/>
              <a:ext cx="105211" cy="49149"/>
            </a:xfrm>
            <a:custGeom>
              <a:rect b="b" l="l" r="r" t="t"/>
              <a:pathLst>
                <a:path extrusionOk="0" h="1877" w="4018">
                  <a:moveTo>
                    <a:pt x="1" y="0"/>
                  </a:moveTo>
                  <a:cubicBezTo>
                    <a:pt x="656" y="1177"/>
                    <a:pt x="1888" y="1877"/>
                    <a:pt x="3196" y="1877"/>
                  </a:cubicBezTo>
                  <a:cubicBezTo>
                    <a:pt x="3468" y="1877"/>
                    <a:pt x="3743" y="1847"/>
                    <a:pt x="4017" y="1784"/>
                  </a:cubicBezTo>
                  <a:lnTo>
                    <a:pt x="4017" y="0"/>
                  </a:lnTo>
                  <a:close/>
                </a:path>
              </a:pathLst>
            </a:custGeom>
            <a:solidFill>
              <a:srgbClr val="A4B7C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173" name="Google Shape;15173;p44"/>
            <p:cNvSpPr/>
            <p:nvPr/>
          </p:nvSpPr>
          <p:spPr>
            <a:xfrm>
              <a:off x="2842072" y="1980142"/>
              <a:ext cx="155146" cy="154884"/>
            </a:xfrm>
            <a:custGeom>
              <a:rect b="b" l="l" r="r" t="t"/>
              <a:pathLst>
                <a:path extrusionOk="0" h="5915" w="5925">
                  <a:moveTo>
                    <a:pt x="2958" y="0"/>
                  </a:moveTo>
                  <a:cubicBezTo>
                    <a:pt x="1326" y="0"/>
                    <a:pt x="0" y="1317"/>
                    <a:pt x="0" y="2958"/>
                  </a:cubicBezTo>
                  <a:cubicBezTo>
                    <a:pt x="0" y="4589"/>
                    <a:pt x="1326" y="5915"/>
                    <a:pt x="2958" y="5915"/>
                  </a:cubicBezTo>
                  <a:cubicBezTo>
                    <a:pt x="4598" y="5915"/>
                    <a:pt x="5925" y="4589"/>
                    <a:pt x="5925" y="2958"/>
                  </a:cubicBezTo>
                  <a:cubicBezTo>
                    <a:pt x="5925" y="1317"/>
                    <a:pt x="4598" y="0"/>
                    <a:pt x="2958" y="0"/>
                  </a:cubicBezTo>
                  <a:close/>
                </a:path>
              </a:pathLst>
            </a:custGeom>
            <a:solidFill>
              <a:srgbClr val="E9EEF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174" name="Google Shape;15174;p44"/>
            <p:cNvSpPr/>
            <p:nvPr/>
          </p:nvSpPr>
          <p:spPr>
            <a:xfrm>
              <a:off x="2885277" y="2043326"/>
              <a:ext cx="66719" cy="47997"/>
            </a:xfrm>
            <a:custGeom>
              <a:rect b="b" l="l" r="r" t="t"/>
              <a:pathLst>
                <a:path extrusionOk="0" h="1833" w="2548">
                  <a:moveTo>
                    <a:pt x="230" y="1"/>
                  </a:moveTo>
                  <a:cubicBezTo>
                    <a:pt x="106" y="1"/>
                    <a:pt x="1" y="96"/>
                    <a:pt x="1" y="220"/>
                  </a:cubicBezTo>
                  <a:lnTo>
                    <a:pt x="1" y="1613"/>
                  </a:lnTo>
                  <a:cubicBezTo>
                    <a:pt x="1" y="1727"/>
                    <a:pt x="106" y="1832"/>
                    <a:pt x="230" y="1832"/>
                  </a:cubicBezTo>
                  <a:lnTo>
                    <a:pt x="2338" y="1832"/>
                  </a:lnTo>
                  <a:cubicBezTo>
                    <a:pt x="2452" y="1832"/>
                    <a:pt x="2548" y="1727"/>
                    <a:pt x="2548" y="1613"/>
                  </a:cubicBezTo>
                  <a:lnTo>
                    <a:pt x="2548" y="220"/>
                  </a:lnTo>
                  <a:cubicBezTo>
                    <a:pt x="2548" y="96"/>
                    <a:pt x="2452" y="1"/>
                    <a:pt x="2328" y="1"/>
                  </a:cubicBezTo>
                  <a:close/>
                </a:path>
              </a:pathLst>
            </a:custGeom>
            <a:solidFill>
              <a:srgbClr val="BECBD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175" name="Google Shape;15175;p44"/>
            <p:cNvSpPr/>
            <p:nvPr/>
          </p:nvSpPr>
          <p:spPr>
            <a:xfrm>
              <a:off x="2723166" y="2183232"/>
              <a:ext cx="33255" cy="33229"/>
            </a:xfrm>
            <a:custGeom>
              <a:rect b="b" l="l" r="r" t="t"/>
              <a:pathLst>
                <a:path extrusionOk="0" h="1269" w="1270">
                  <a:moveTo>
                    <a:pt x="220" y="0"/>
                  </a:moveTo>
                  <a:cubicBezTo>
                    <a:pt x="96" y="0"/>
                    <a:pt x="0" y="95"/>
                    <a:pt x="0" y="220"/>
                  </a:cubicBezTo>
                  <a:lnTo>
                    <a:pt x="0" y="1049"/>
                  </a:lnTo>
                  <a:cubicBezTo>
                    <a:pt x="0" y="1164"/>
                    <a:pt x="96" y="1269"/>
                    <a:pt x="220" y="1269"/>
                  </a:cubicBezTo>
                  <a:lnTo>
                    <a:pt x="1050" y="1269"/>
                  </a:lnTo>
                  <a:cubicBezTo>
                    <a:pt x="1174" y="1269"/>
                    <a:pt x="1269" y="1164"/>
                    <a:pt x="1269" y="1049"/>
                  </a:cubicBezTo>
                  <a:lnTo>
                    <a:pt x="1269" y="220"/>
                  </a:lnTo>
                  <a:cubicBezTo>
                    <a:pt x="1269" y="95"/>
                    <a:pt x="1174" y="0"/>
                    <a:pt x="1050" y="0"/>
                  </a:cubicBezTo>
                  <a:close/>
                </a:path>
              </a:pathLst>
            </a:custGeom>
            <a:solidFill>
              <a:srgbClr val="6A7F9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176" name="Google Shape;15176;p44"/>
            <p:cNvSpPr/>
            <p:nvPr/>
          </p:nvSpPr>
          <p:spPr>
            <a:xfrm>
              <a:off x="2770613" y="2177734"/>
              <a:ext cx="91962" cy="10762"/>
            </a:xfrm>
            <a:custGeom>
              <a:rect b="b" l="l" r="r" t="t"/>
              <a:pathLst>
                <a:path extrusionOk="0" h="411" w="3512">
                  <a:moveTo>
                    <a:pt x="258" y="0"/>
                  </a:moveTo>
                  <a:cubicBezTo>
                    <a:pt x="1" y="19"/>
                    <a:pt x="1" y="391"/>
                    <a:pt x="258" y="410"/>
                  </a:cubicBezTo>
                  <a:lnTo>
                    <a:pt x="3254" y="410"/>
                  </a:lnTo>
                  <a:cubicBezTo>
                    <a:pt x="3511" y="391"/>
                    <a:pt x="3511" y="19"/>
                    <a:pt x="3254" y="0"/>
                  </a:cubicBezTo>
                  <a:close/>
                </a:path>
              </a:pathLst>
            </a:custGeom>
            <a:solidFill>
              <a:srgbClr val="9CACB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177" name="Google Shape;15177;p44"/>
            <p:cNvSpPr/>
            <p:nvPr/>
          </p:nvSpPr>
          <p:spPr>
            <a:xfrm>
              <a:off x="2770613" y="2194204"/>
              <a:ext cx="92800" cy="11050"/>
            </a:xfrm>
            <a:custGeom>
              <a:rect b="b" l="l" r="r" t="t"/>
              <a:pathLst>
                <a:path extrusionOk="0" h="422" w="3544">
                  <a:moveTo>
                    <a:pt x="3272" y="0"/>
                  </a:moveTo>
                  <a:cubicBezTo>
                    <a:pt x="3266" y="0"/>
                    <a:pt x="3260" y="0"/>
                    <a:pt x="3254" y="1"/>
                  </a:cubicBezTo>
                  <a:lnTo>
                    <a:pt x="258" y="1"/>
                  </a:lnTo>
                  <a:cubicBezTo>
                    <a:pt x="1" y="20"/>
                    <a:pt x="1" y="402"/>
                    <a:pt x="258" y="421"/>
                  </a:cubicBezTo>
                  <a:lnTo>
                    <a:pt x="3254" y="421"/>
                  </a:lnTo>
                  <a:cubicBezTo>
                    <a:pt x="3260" y="421"/>
                    <a:pt x="3266" y="421"/>
                    <a:pt x="3272" y="421"/>
                  </a:cubicBezTo>
                  <a:cubicBezTo>
                    <a:pt x="3544" y="421"/>
                    <a:pt x="3544" y="0"/>
                    <a:pt x="3272" y="0"/>
                  </a:cubicBezTo>
                  <a:close/>
                </a:path>
              </a:pathLst>
            </a:custGeom>
            <a:solidFill>
              <a:srgbClr val="9CACB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178" name="Google Shape;15178;p44"/>
            <p:cNvSpPr/>
            <p:nvPr/>
          </p:nvSpPr>
          <p:spPr>
            <a:xfrm>
              <a:off x="2770613" y="2210962"/>
              <a:ext cx="91962" cy="10762"/>
            </a:xfrm>
            <a:custGeom>
              <a:rect b="b" l="l" r="r" t="t"/>
              <a:pathLst>
                <a:path extrusionOk="0" h="411" w="3512">
                  <a:moveTo>
                    <a:pt x="258" y="0"/>
                  </a:moveTo>
                  <a:cubicBezTo>
                    <a:pt x="1" y="19"/>
                    <a:pt x="1" y="391"/>
                    <a:pt x="258" y="410"/>
                  </a:cubicBezTo>
                  <a:lnTo>
                    <a:pt x="3254" y="410"/>
                  </a:lnTo>
                  <a:cubicBezTo>
                    <a:pt x="3511" y="391"/>
                    <a:pt x="3511" y="19"/>
                    <a:pt x="3254" y="0"/>
                  </a:cubicBezTo>
                  <a:close/>
                </a:path>
              </a:pathLst>
            </a:custGeom>
            <a:solidFill>
              <a:srgbClr val="9CACB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179" name="Google Shape;15179;p44"/>
            <p:cNvSpPr/>
            <p:nvPr/>
          </p:nvSpPr>
          <p:spPr>
            <a:xfrm>
              <a:off x="2909420" y="2057780"/>
              <a:ext cx="20686" cy="10814"/>
            </a:xfrm>
            <a:custGeom>
              <a:rect b="b" l="l" r="r" t="t"/>
              <a:pathLst>
                <a:path extrusionOk="0" h="413" w="790">
                  <a:moveTo>
                    <a:pt x="264" y="1"/>
                  </a:moveTo>
                  <a:cubicBezTo>
                    <a:pt x="0" y="1"/>
                    <a:pt x="3" y="413"/>
                    <a:pt x="272" y="413"/>
                  </a:cubicBezTo>
                  <a:cubicBezTo>
                    <a:pt x="278" y="413"/>
                    <a:pt x="284" y="413"/>
                    <a:pt x="290" y="412"/>
                  </a:cubicBezTo>
                  <a:lnTo>
                    <a:pt x="500" y="412"/>
                  </a:lnTo>
                  <a:cubicBezTo>
                    <a:pt x="506" y="413"/>
                    <a:pt x="512" y="413"/>
                    <a:pt x="518" y="413"/>
                  </a:cubicBezTo>
                  <a:cubicBezTo>
                    <a:pt x="787" y="413"/>
                    <a:pt x="790" y="1"/>
                    <a:pt x="526" y="1"/>
                  </a:cubicBezTo>
                  <a:cubicBezTo>
                    <a:pt x="518" y="1"/>
                    <a:pt x="509" y="1"/>
                    <a:pt x="500" y="2"/>
                  </a:cubicBezTo>
                  <a:lnTo>
                    <a:pt x="290" y="2"/>
                  </a:lnTo>
                  <a:cubicBezTo>
                    <a:pt x="281" y="1"/>
                    <a:pt x="273" y="1"/>
                    <a:pt x="264" y="1"/>
                  </a:cubicBezTo>
                  <a:close/>
                </a:path>
              </a:pathLst>
            </a:custGeom>
            <a:solidFill>
              <a:srgbClr val="9CACB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180" name="Google Shape;15180;p44"/>
            <p:cNvSpPr/>
            <p:nvPr/>
          </p:nvSpPr>
          <p:spPr>
            <a:xfrm>
              <a:off x="2914264" y="2058016"/>
              <a:ext cx="10762" cy="18827"/>
            </a:xfrm>
            <a:custGeom>
              <a:rect b="b" l="l" r="r" t="t"/>
              <a:pathLst>
                <a:path extrusionOk="0" h="719" w="411">
                  <a:moveTo>
                    <a:pt x="205" y="0"/>
                  </a:moveTo>
                  <a:cubicBezTo>
                    <a:pt x="108" y="0"/>
                    <a:pt x="10" y="65"/>
                    <a:pt x="0" y="193"/>
                  </a:cubicBezTo>
                  <a:lnTo>
                    <a:pt x="0" y="508"/>
                  </a:lnTo>
                  <a:cubicBezTo>
                    <a:pt x="0" y="623"/>
                    <a:pt x="86" y="718"/>
                    <a:pt x="201" y="718"/>
                  </a:cubicBezTo>
                  <a:cubicBezTo>
                    <a:pt x="315" y="718"/>
                    <a:pt x="410" y="623"/>
                    <a:pt x="410" y="508"/>
                  </a:cubicBezTo>
                  <a:lnTo>
                    <a:pt x="410" y="193"/>
                  </a:lnTo>
                  <a:cubicBezTo>
                    <a:pt x="401" y="65"/>
                    <a:pt x="303" y="0"/>
                    <a:pt x="205" y="0"/>
                  </a:cubicBezTo>
                  <a:close/>
                </a:path>
              </a:pathLst>
            </a:custGeom>
            <a:solidFill>
              <a:srgbClr val="9CACB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181" name="Google Shape;15181;p44"/>
            <p:cNvSpPr/>
            <p:nvPr/>
          </p:nvSpPr>
          <p:spPr>
            <a:xfrm>
              <a:off x="2898265" y="2004363"/>
              <a:ext cx="40744" cy="38989"/>
            </a:xfrm>
            <a:custGeom>
              <a:rect b="b" l="l" r="r" t="t"/>
              <a:pathLst>
                <a:path extrusionOk="0" h="1489" w="1556">
                  <a:moveTo>
                    <a:pt x="783" y="1"/>
                  </a:moveTo>
                  <a:cubicBezTo>
                    <a:pt x="354" y="1"/>
                    <a:pt x="1" y="344"/>
                    <a:pt x="1" y="773"/>
                  </a:cubicBezTo>
                  <a:lnTo>
                    <a:pt x="1" y="1489"/>
                  </a:lnTo>
                  <a:lnTo>
                    <a:pt x="420" y="1489"/>
                  </a:lnTo>
                  <a:lnTo>
                    <a:pt x="420" y="773"/>
                  </a:lnTo>
                  <a:cubicBezTo>
                    <a:pt x="420" y="535"/>
                    <a:pt x="599" y="416"/>
                    <a:pt x="778" y="416"/>
                  </a:cubicBezTo>
                  <a:cubicBezTo>
                    <a:pt x="957" y="416"/>
                    <a:pt x="1136" y="535"/>
                    <a:pt x="1136" y="773"/>
                  </a:cubicBezTo>
                  <a:lnTo>
                    <a:pt x="1136" y="1489"/>
                  </a:lnTo>
                  <a:lnTo>
                    <a:pt x="1556" y="1489"/>
                  </a:lnTo>
                  <a:lnTo>
                    <a:pt x="1556" y="773"/>
                  </a:lnTo>
                  <a:cubicBezTo>
                    <a:pt x="1556" y="344"/>
                    <a:pt x="1203" y="1"/>
                    <a:pt x="783" y="1"/>
                  </a:cubicBezTo>
                  <a:close/>
                </a:path>
              </a:pathLst>
            </a:custGeom>
            <a:solidFill>
              <a:srgbClr val="9CACB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5182" name="Google Shape;15182;p44"/>
          <p:cNvGrpSpPr/>
          <p:nvPr/>
        </p:nvGrpSpPr>
        <p:grpSpPr>
          <a:xfrm>
            <a:off x="1306531" y="3194572"/>
            <a:ext cx="323018" cy="359075"/>
            <a:chOff x="1306531" y="3346972"/>
            <a:chExt cx="323018" cy="359075"/>
          </a:xfrm>
        </p:grpSpPr>
        <p:sp>
          <p:nvSpPr>
            <p:cNvPr id="15183" name="Google Shape;15183;p44"/>
            <p:cNvSpPr/>
            <p:nvPr/>
          </p:nvSpPr>
          <p:spPr>
            <a:xfrm>
              <a:off x="1314020" y="3592614"/>
              <a:ext cx="98194" cy="97880"/>
            </a:xfrm>
            <a:custGeom>
              <a:rect b="b" l="l" r="r" t="t"/>
              <a:pathLst>
                <a:path extrusionOk="0" h="3738" w="3750">
                  <a:moveTo>
                    <a:pt x="2280" y="0"/>
                  </a:moveTo>
                  <a:lnTo>
                    <a:pt x="0" y="2280"/>
                  </a:lnTo>
                  <a:lnTo>
                    <a:pt x="1384" y="3673"/>
                  </a:lnTo>
                  <a:cubicBezTo>
                    <a:pt x="1427" y="3716"/>
                    <a:pt x="1484" y="3737"/>
                    <a:pt x="1541" y="3737"/>
                  </a:cubicBezTo>
                  <a:cubicBezTo>
                    <a:pt x="1598" y="3737"/>
                    <a:pt x="1656" y="3716"/>
                    <a:pt x="1698" y="3673"/>
                  </a:cubicBezTo>
                  <a:lnTo>
                    <a:pt x="1842" y="3530"/>
                  </a:lnTo>
                  <a:cubicBezTo>
                    <a:pt x="1927" y="3435"/>
                    <a:pt x="1927" y="3301"/>
                    <a:pt x="1842" y="3215"/>
                  </a:cubicBezTo>
                  <a:lnTo>
                    <a:pt x="1574" y="2948"/>
                  </a:lnTo>
                  <a:cubicBezTo>
                    <a:pt x="1489" y="2862"/>
                    <a:pt x="1489" y="2719"/>
                    <a:pt x="1574" y="2633"/>
                  </a:cubicBezTo>
                  <a:lnTo>
                    <a:pt x="1718" y="2490"/>
                  </a:lnTo>
                  <a:cubicBezTo>
                    <a:pt x="1760" y="2447"/>
                    <a:pt x="1815" y="2426"/>
                    <a:pt x="1871" y="2426"/>
                  </a:cubicBezTo>
                  <a:cubicBezTo>
                    <a:pt x="1927" y="2426"/>
                    <a:pt x="1985" y="2447"/>
                    <a:pt x="2032" y="2490"/>
                  </a:cubicBezTo>
                  <a:lnTo>
                    <a:pt x="2299" y="2757"/>
                  </a:lnTo>
                  <a:cubicBezTo>
                    <a:pt x="2342" y="2800"/>
                    <a:pt x="2397" y="2822"/>
                    <a:pt x="2452" y="2822"/>
                  </a:cubicBezTo>
                  <a:cubicBezTo>
                    <a:pt x="2507" y="2822"/>
                    <a:pt x="2562" y="2800"/>
                    <a:pt x="2605" y="2757"/>
                  </a:cubicBezTo>
                  <a:lnTo>
                    <a:pt x="2757" y="2614"/>
                  </a:lnTo>
                  <a:cubicBezTo>
                    <a:pt x="2843" y="2528"/>
                    <a:pt x="2843" y="2385"/>
                    <a:pt x="2757" y="2299"/>
                  </a:cubicBezTo>
                  <a:lnTo>
                    <a:pt x="2481" y="2032"/>
                  </a:lnTo>
                  <a:cubicBezTo>
                    <a:pt x="2395" y="1946"/>
                    <a:pt x="2395" y="1803"/>
                    <a:pt x="2481" y="1717"/>
                  </a:cubicBezTo>
                  <a:lnTo>
                    <a:pt x="2624" y="1574"/>
                  </a:lnTo>
                  <a:cubicBezTo>
                    <a:pt x="2667" y="1531"/>
                    <a:pt x="2724" y="1510"/>
                    <a:pt x="2781" y="1510"/>
                  </a:cubicBezTo>
                  <a:cubicBezTo>
                    <a:pt x="2838" y="1510"/>
                    <a:pt x="2896" y="1531"/>
                    <a:pt x="2939" y="1574"/>
                  </a:cubicBezTo>
                  <a:lnTo>
                    <a:pt x="3206" y="1851"/>
                  </a:lnTo>
                  <a:cubicBezTo>
                    <a:pt x="3249" y="1894"/>
                    <a:pt x="3306" y="1915"/>
                    <a:pt x="3363" y="1915"/>
                  </a:cubicBezTo>
                  <a:cubicBezTo>
                    <a:pt x="3420" y="1915"/>
                    <a:pt x="3478" y="1894"/>
                    <a:pt x="3521" y="1851"/>
                  </a:cubicBezTo>
                  <a:lnTo>
                    <a:pt x="3664" y="1698"/>
                  </a:lnTo>
                  <a:cubicBezTo>
                    <a:pt x="3750" y="1612"/>
                    <a:pt x="3750" y="1479"/>
                    <a:pt x="3664" y="1393"/>
                  </a:cubicBezTo>
                  <a:lnTo>
                    <a:pt x="2280" y="0"/>
                  </a:lnTo>
                  <a:close/>
                </a:path>
              </a:pathLst>
            </a:custGeom>
            <a:solidFill>
              <a:srgbClr val="9CACB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184" name="Google Shape;15184;p44"/>
            <p:cNvSpPr/>
            <p:nvPr/>
          </p:nvSpPr>
          <p:spPr>
            <a:xfrm>
              <a:off x="1444657" y="3534326"/>
              <a:ext cx="170909" cy="171721"/>
            </a:xfrm>
            <a:custGeom>
              <a:rect b="b" l="l" r="r" t="t"/>
              <a:pathLst>
                <a:path extrusionOk="0" h="6558" w="6527">
                  <a:moveTo>
                    <a:pt x="2243" y="0"/>
                  </a:moveTo>
                  <a:cubicBezTo>
                    <a:pt x="2165" y="0"/>
                    <a:pt x="2090" y="46"/>
                    <a:pt x="2061" y="127"/>
                  </a:cubicBezTo>
                  <a:lnTo>
                    <a:pt x="1613" y="1368"/>
                  </a:lnTo>
                  <a:cubicBezTo>
                    <a:pt x="554" y="1950"/>
                    <a:pt x="1" y="3142"/>
                    <a:pt x="239" y="4325"/>
                  </a:cubicBezTo>
                  <a:cubicBezTo>
                    <a:pt x="516" y="5729"/>
                    <a:pt x="1726" y="6558"/>
                    <a:pt x="2966" y="6558"/>
                  </a:cubicBezTo>
                  <a:cubicBezTo>
                    <a:pt x="3690" y="6558"/>
                    <a:pt x="4424" y="6276"/>
                    <a:pt x="4990" y="5661"/>
                  </a:cubicBezTo>
                  <a:cubicBezTo>
                    <a:pt x="6526" y="4001"/>
                    <a:pt x="5524" y="1291"/>
                    <a:pt x="3273" y="1034"/>
                  </a:cubicBezTo>
                  <a:lnTo>
                    <a:pt x="2386" y="61"/>
                  </a:lnTo>
                  <a:cubicBezTo>
                    <a:pt x="2345" y="19"/>
                    <a:pt x="2293" y="0"/>
                    <a:pt x="2243" y="0"/>
                  </a:cubicBezTo>
                  <a:close/>
                </a:path>
              </a:pathLst>
            </a:custGeom>
            <a:solidFill>
              <a:srgbClr val="E9EEF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185" name="Google Shape;15185;p44"/>
            <p:cNvSpPr/>
            <p:nvPr/>
          </p:nvSpPr>
          <p:spPr>
            <a:xfrm>
              <a:off x="1503364" y="3585125"/>
              <a:ext cx="36240" cy="39723"/>
            </a:xfrm>
            <a:custGeom>
              <a:rect b="b" l="l" r="r" t="t"/>
              <a:pathLst>
                <a:path extrusionOk="0" h="1517" w="1384">
                  <a:moveTo>
                    <a:pt x="697" y="0"/>
                  </a:moveTo>
                  <a:cubicBezTo>
                    <a:pt x="306" y="0"/>
                    <a:pt x="1" y="315"/>
                    <a:pt x="1" y="696"/>
                  </a:cubicBezTo>
                  <a:lnTo>
                    <a:pt x="1" y="1307"/>
                  </a:lnTo>
                  <a:cubicBezTo>
                    <a:pt x="1" y="1421"/>
                    <a:pt x="87" y="1517"/>
                    <a:pt x="211" y="1517"/>
                  </a:cubicBezTo>
                  <a:cubicBezTo>
                    <a:pt x="315" y="1517"/>
                    <a:pt x="411" y="1421"/>
                    <a:pt x="411" y="1307"/>
                  </a:cubicBezTo>
                  <a:lnTo>
                    <a:pt x="411" y="696"/>
                  </a:lnTo>
                  <a:cubicBezTo>
                    <a:pt x="411" y="510"/>
                    <a:pt x="552" y="417"/>
                    <a:pt x="692" y="417"/>
                  </a:cubicBezTo>
                  <a:cubicBezTo>
                    <a:pt x="833" y="417"/>
                    <a:pt x="974" y="510"/>
                    <a:pt x="974" y="696"/>
                  </a:cubicBezTo>
                  <a:cubicBezTo>
                    <a:pt x="983" y="825"/>
                    <a:pt x="1081" y="890"/>
                    <a:pt x="1179" y="890"/>
                  </a:cubicBezTo>
                  <a:cubicBezTo>
                    <a:pt x="1277" y="890"/>
                    <a:pt x="1374" y="825"/>
                    <a:pt x="1384" y="696"/>
                  </a:cubicBezTo>
                  <a:cubicBezTo>
                    <a:pt x="1384" y="315"/>
                    <a:pt x="1079" y="0"/>
                    <a:pt x="697" y="0"/>
                  </a:cubicBezTo>
                  <a:close/>
                </a:path>
              </a:pathLst>
            </a:custGeom>
            <a:solidFill>
              <a:srgbClr val="9CACB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186" name="Google Shape;15186;p44"/>
            <p:cNvSpPr/>
            <p:nvPr/>
          </p:nvSpPr>
          <p:spPr>
            <a:xfrm>
              <a:off x="1492628" y="3619584"/>
              <a:ext cx="57476" cy="41241"/>
            </a:xfrm>
            <a:custGeom>
              <a:rect b="b" l="l" r="r" t="t"/>
              <a:pathLst>
                <a:path extrusionOk="0" h="1575" w="2195">
                  <a:moveTo>
                    <a:pt x="229" y="1"/>
                  </a:moveTo>
                  <a:cubicBezTo>
                    <a:pt x="105" y="1"/>
                    <a:pt x="0" y="96"/>
                    <a:pt x="0" y="220"/>
                  </a:cubicBezTo>
                  <a:lnTo>
                    <a:pt x="0" y="1346"/>
                  </a:lnTo>
                  <a:cubicBezTo>
                    <a:pt x="0" y="1470"/>
                    <a:pt x="105" y="1575"/>
                    <a:pt x="229" y="1575"/>
                  </a:cubicBezTo>
                  <a:lnTo>
                    <a:pt x="1975" y="1575"/>
                  </a:lnTo>
                  <a:cubicBezTo>
                    <a:pt x="2099" y="1565"/>
                    <a:pt x="2195" y="1470"/>
                    <a:pt x="2195" y="1346"/>
                  </a:cubicBezTo>
                  <a:lnTo>
                    <a:pt x="2195" y="220"/>
                  </a:lnTo>
                  <a:cubicBezTo>
                    <a:pt x="2195" y="96"/>
                    <a:pt x="2090" y="1"/>
                    <a:pt x="1975" y="1"/>
                  </a:cubicBezTo>
                  <a:close/>
                </a:path>
              </a:pathLst>
            </a:custGeom>
            <a:solidFill>
              <a:srgbClr val="BECBD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187" name="Google Shape;15187;p44"/>
            <p:cNvSpPr/>
            <p:nvPr/>
          </p:nvSpPr>
          <p:spPr>
            <a:xfrm>
              <a:off x="1306531" y="3459463"/>
              <a:ext cx="200368" cy="202122"/>
            </a:xfrm>
            <a:custGeom>
              <a:rect b="b" l="l" r="r" t="t"/>
              <a:pathLst>
                <a:path extrusionOk="0" h="7719" w="7652">
                  <a:moveTo>
                    <a:pt x="6955" y="0"/>
                  </a:moveTo>
                  <a:lnTo>
                    <a:pt x="86" y="6860"/>
                  </a:lnTo>
                  <a:cubicBezTo>
                    <a:pt x="0" y="6945"/>
                    <a:pt x="0" y="7089"/>
                    <a:pt x="86" y="7174"/>
                  </a:cubicBezTo>
                  <a:lnTo>
                    <a:pt x="630" y="7718"/>
                  </a:lnTo>
                  <a:lnTo>
                    <a:pt x="7651" y="697"/>
                  </a:lnTo>
                  <a:lnTo>
                    <a:pt x="6955" y="0"/>
                  </a:lnTo>
                  <a:close/>
                </a:path>
              </a:pathLst>
            </a:custGeom>
            <a:solidFill>
              <a:srgbClr val="A4B7C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188" name="Google Shape;15188;p44"/>
            <p:cNvSpPr/>
            <p:nvPr/>
          </p:nvSpPr>
          <p:spPr>
            <a:xfrm>
              <a:off x="1470633" y="3462710"/>
              <a:ext cx="33019" cy="32993"/>
            </a:xfrm>
            <a:custGeom>
              <a:rect b="b" l="l" r="r" t="t"/>
              <a:pathLst>
                <a:path extrusionOk="0" h="1260" w="1261">
                  <a:moveTo>
                    <a:pt x="554" y="0"/>
                  </a:moveTo>
                  <a:lnTo>
                    <a:pt x="1" y="554"/>
                  </a:lnTo>
                  <a:cubicBezTo>
                    <a:pt x="211" y="811"/>
                    <a:pt x="449" y="1040"/>
                    <a:pt x="707" y="1260"/>
                  </a:cubicBezTo>
                  <a:lnTo>
                    <a:pt x="1260" y="706"/>
                  </a:lnTo>
                  <a:lnTo>
                    <a:pt x="554" y="0"/>
                  </a:lnTo>
                  <a:close/>
                </a:path>
              </a:pathLst>
            </a:custGeom>
            <a:solidFill>
              <a:srgbClr val="9CACB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189" name="Google Shape;15189;p44"/>
            <p:cNvSpPr/>
            <p:nvPr/>
          </p:nvSpPr>
          <p:spPr>
            <a:xfrm>
              <a:off x="1450156" y="3346972"/>
              <a:ext cx="179393" cy="158995"/>
            </a:xfrm>
            <a:custGeom>
              <a:rect b="b" l="l" r="r" t="t"/>
              <a:pathLst>
                <a:path extrusionOk="0" h="6072" w="6851">
                  <a:moveTo>
                    <a:pt x="2872" y="825"/>
                  </a:moveTo>
                  <a:cubicBezTo>
                    <a:pt x="3511" y="825"/>
                    <a:pt x="4219" y="1121"/>
                    <a:pt x="4780" y="1683"/>
                  </a:cubicBezTo>
                  <a:cubicBezTo>
                    <a:pt x="5744" y="2646"/>
                    <a:pt x="5925" y="4029"/>
                    <a:pt x="5171" y="4783"/>
                  </a:cubicBezTo>
                  <a:cubicBezTo>
                    <a:pt x="4860" y="5094"/>
                    <a:pt x="4437" y="5245"/>
                    <a:pt x="3979" y="5245"/>
                  </a:cubicBezTo>
                  <a:cubicBezTo>
                    <a:pt x="3342" y="5245"/>
                    <a:pt x="2637" y="4953"/>
                    <a:pt x="2071" y="4392"/>
                  </a:cubicBezTo>
                  <a:cubicBezTo>
                    <a:pt x="1107" y="3428"/>
                    <a:pt x="936" y="2035"/>
                    <a:pt x="1680" y="1291"/>
                  </a:cubicBezTo>
                  <a:cubicBezTo>
                    <a:pt x="1990" y="977"/>
                    <a:pt x="2414" y="825"/>
                    <a:pt x="2872" y="825"/>
                  </a:cubicBezTo>
                  <a:close/>
                  <a:moveTo>
                    <a:pt x="2665" y="1"/>
                  </a:moveTo>
                  <a:cubicBezTo>
                    <a:pt x="2037" y="1"/>
                    <a:pt x="1457" y="207"/>
                    <a:pt x="1031" y="633"/>
                  </a:cubicBezTo>
                  <a:cubicBezTo>
                    <a:pt x="1" y="1663"/>
                    <a:pt x="239" y="3571"/>
                    <a:pt x="1565" y="4897"/>
                  </a:cubicBezTo>
                  <a:cubicBezTo>
                    <a:pt x="2336" y="5669"/>
                    <a:pt x="3304" y="6072"/>
                    <a:pt x="4180" y="6072"/>
                  </a:cubicBezTo>
                  <a:cubicBezTo>
                    <a:pt x="4810" y="6072"/>
                    <a:pt x="5393" y="5863"/>
                    <a:pt x="5820" y="5432"/>
                  </a:cubicBezTo>
                  <a:cubicBezTo>
                    <a:pt x="6850" y="4411"/>
                    <a:pt x="6612" y="2503"/>
                    <a:pt x="5286" y="1177"/>
                  </a:cubicBezTo>
                  <a:cubicBezTo>
                    <a:pt x="4513" y="404"/>
                    <a:pt x="3542" y="1"/>
                    <a:pt x="2665" y="1"/>
                  </a:cubicBezTo>
                  <a:close/>
                </a:path>
              </a:pathLst>
            </a:custGeom>
            <a:solidFill>
              <a:srgbClr val="BECBD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190" name="Google Shape;15190;p44"/>
            <p:cNvSpPr/>
            <p:nvPr/>
          </p:nvSpPr>
          <p:spPr>
            <a:xfrm>
              <a:off x="1511272" y="3631551"/>
              <a:ext cx="19613" cy="10814"/>
            </a:xfrm>
            <a:custGeom>
              <a:rect b="b" l="l" r="r" t="t"/>
              <a:pathLst>
                <a:path extrusionOk="0" h="413" w="749">
                  <a:moveTo>
                    <a:pt x="264" y="0"/>
                  </a:moveTo>
                  <a:cubicBezTo>
                    <a:pt x="0" y="0"/>
                    <a:pt x="3" y="412"/>
                    <a:pt x="272" y="412"/>
                  </a:cubicBezTo>
                  <a:cubicBezTo>
                    <a:pt x="278" y="412"/>
                    <a:pt x="284" y="412"/>
                    <a:pt x="290" y="412"/>
                  </a:cubicBezTo>
                  <a:lnTo>
                    <a:pt x="490" y="412"/>
                  </a:lnTo>
                  <a:cubicBezTo>
                    <a:pt x="748" y="393"/>
                    <a:pt x="748" y="21"/>
                    <a:pt x="490" y="1"/>
                  </a:cubicBezTo>
                  <a:lnTo>
                    <a:pt x="290" y="1"/>
                  </a:lnTo>
                  <a:cubicBezTo>
                    <a:pt x="281" y="1"/>
                    <a:pt x="272" y="0"/>
                    <a:pt x="264" y="0"/>
                  </a:cubicBezTo>
                  <a:close/>
                </a:path>
              </a:pathLst>
            </a:custGeom>
            <a:solidFill>
              <a:srgbClr val="9CACB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191" name="Google Shape;15191;p44"/>
            <p:cNvSpPr/>
            <p:nvPr/>
          </p:nvSpPr>
          <p:spPr>
            <a:xfrm>
              <a:off x="1516116" y="3631760"/>
              <a:ext cx="10762" cy="18827"/>
            </a:xfrm>
            <a:custGeom>
              <a:rect b="b" l="l" r="r" t="t"/>
              <a:pathLst>
                <a:path extrusionOk="0" h="719" w="411">
                  <a:moveTo>
                    <a:pt x="205" y="1"/>
                  </a:moveTo>
                  <a:cubicBezTo>
                    <a:pt x="108" y="1"/>
                    <a:pt x="10" y="65"/>
                    <a:pt x="0" y="194"/>
                  </a:cubicBezTo>
                  <a:lnTo>
                    <a:pt x="0" y="518"/>
                  </a:lnTo>
                  <a:cubicBezTo>
                    <a:pt x="0" y="633"/>
                    <a:pt x="86" y="718"/>
                    <a:pt x="210" y="718"/>
                  </a:cubicBezTo>
                  <a:cubicBezTo>
                    <a:pt x="315" y="718"/>
                    <a:pt x="410" y="623"/>
                    <a:pt x="410" y="518"/>
                  </a:cubicBezTo>
                  <a:lnTo>
                    <a:pt x="410" y="194"/>
                  </a:lnTo>
                  <a:cubicBezTo>
                    <a:pt x="401" y="65"/>
                    <a:pt x="303" y="1"/>
                    <a:pt x="205" y="1"/>
                  </a:cubicBezTo>
                  <a:close/>
                </a:path>
              </a:pathLst>
            </a:custGeom>
            <a:solidFill>
              <a:srgbClr val="9CACB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5192" name="Google Shape;15192;p44"/>
          <p:cNvGrpSpPr/>
          <p:nvPr/>
        </p:nvGrpSpPr>
        <p:grpSpPr>
          <a:xfrm>
            <a:off x="1308024" y="2261575"/>
            <a:ext cx="360253" cy="357111"/>
            <a:chOff x="1308024" y="2413975"/>
            <a:chExt cx="360253" cy="357111"/>
          </a:xfrm>
        </p:grpSpPr>
        <p:sp>
          <p:nvSpPr>
            <p:cNvPr id="15193" name="Google Shape;15193;p44"/>
            <p:cNvSpPr/>
            <p:nvPr/>
          </p:nvSpPr>
          <p:spPr>
            <a:xfrm>
              <a:off x="1403939" y="2569173"/>
              <a:ext cx="212622" cy="201913"/>
            </a:xfrm>
            <a:custGeom>
              <a:rect b="b" l="l" r="r" t="t"/>
              <a:pathLst>
                <a:path extrusionOk="0" h="7711" w="8120">
                  <a:moveTo>
                    <a:pt x="6078" y="0"/>
                  </a:moveTo>
                  <a:lnTo>
                    <a:pt x="5257" y="830"/>
                  </a:lnTo>
                  <a:cubicBezTo>
                    <a:pt x="5210" y="878"/>
                    <a:pt x="5162" y="916"/>
                    <a:pt x="5114" y="954"/>
                  </a:cubicBezTo>
                  <a:cubicBezTo>
                    <a:pt x="4924" y="1093"/>
                    <a:pt x="4686" y="1176"/>
                    <a:pt x="4437" y="1176"/>
                  </a:cubicBezTo>
                  <a:cubicBezTo>
                    <a:pt x="4412" y="1176"/>
                    <a:pt x="4386" y="1175"/>
                    <a:pt x="4360" y="1174"/>
                  </a:cubicBezTo>
                  <a:cubicBezTo>
                    <a:pt x="3702" y="1135"/>
                    <a:pt x="2605" y="1059"/>
                    <a:pt x="2147" y="916"/>
                  </a:cubicBezTo>
                  <a:cubicBezTo>
                    <a:pt x="2142" y="915"/>
                    <a:pt x="2137" y="914"/>
                    <a:pt x="2132" y="914"/>
                  </a:cubicBezTo>
                  <a:cubicBezTo>
                    <a:pt x="2035" y="914"/>
                    <a:pt x="1880" y="1155"/>
                    <a:pt x="1880" y="1155"/>
                  </a:cubicBezTo>
                  <a:cubicBezTo>
                    <a:pt x="1804" y="1431"/>
                    <a:pt x="1918" y="1727"/>
                    <a:pt x="2176" y="1870"/>
                  </a:cubicBezTo>
                  <a:lnTo>
                    <a:pt x="3311" y="2328"/>
                  </a:lnTo>
                  <a:lnTo>
                    <a:pt x="697" y="4932"/>
                  </a:lnTo>
                  <a:lnTo>
                    <a:pt x="172" y="5467"/>
                  </a:lnTo>
                  <a:cubicBezTo>
                    <a:pt x="1" y="5629"/>
                    <a:pt x="1" y="5896"/>
                    <a:pt x="172" y="6058"/>
                  </a:cubicBezTo>
                  <a:lnTo>
                    <a:pt x="201" y="6096"/>
                  </a:lnTo>
                  <a:cubicBezTo>
                    <a:pt x="282" y="6177"/>
                    <a:pt x="389" y="6218"/>
                    <a:pt x="498" y="6218"/>
                  </a:cubicBezTo>
                  <a:cubicBezTo>
                    <a:pt x="607" y="6218"/>
                    <a:pt x="716" y="6177"/>
                    <a:pt x="802" y="6096"/>
                  </a:cubicBezTo>
                  <a:lnTo>
                    <a:pt x="892" y="5998"/>
                  </a:lnTo>
                  <a:lnTo>
                    <a:pt x="892" y="5998"/>
                  </a:lnTo>
                  <a:cubicBezTo>
                    <a:pt x="888" y="6004"/>
                    <a:pt x="883" y="6011"/>
                    <a:pt x="878" y="6020"/>
                  </a:cubicBezTo>
                  <a:cubicBezTo>
                    <a:pt x="745" y="6182"/>
                    <a:pt x="754" y="6411"/>
                    <a:pt x="907" y="6564"/>
                  </a:cubicBezTo>
                  <a:lnTo>
                    <a:pt x="955" y="6611"/>
                  </a:lnTo>
                  <a:cubicBezTo>
                    <a:pt x="1031" y="6688"/>
                    <a:pt x="1136" y="6726"/>
                    <a:pt x="1241" y="6726"/>
                  </a:cubicBezTo>
                  <a:cubicBezTo>
                    <a:pt x="1346" y="6726"/>
                    <a:pt x="1451" y="6688"/>
                    <a:pt x="1527" y="6611"/>
                  </a:cubicBezTo>
                  <a:lnTo>
                    <a:pt x="1613" y="6526"/>
                  </a:lnTo>
                  <a:lnTo>
                    <a:pt x="1594" y="6554"/>
                  </a:lnTo>
                  <a:cubicBezTo>
                    <a:pt x="1460" y="6707"/>
                    <a:pt x="1470" y="6945"/>
                    <a:pt x="1613" y="7088"/>
                  </a:cubicBezTo>
                  <a:lnTo>
                    <a:pt x="1670" y="7146"/>
                  </a:lnTo>
                  <a:cubicBezTo>
                    <a:pt x="1747" y="7227"/>
                    <a:pt x="1849" y="7267"/>
                    <a:pt x="1953" y="7267"/>
                  </a:cubicBezTo>
                  <a:cubicBezTo>
                    <a:pt x="2057" y="7267"/>
                    <a:pt x="2162" y="7227"/>
                    <a:pt x="2243" y="7146"/>
                  </a:cubicBezTo>
                  <a:lnTo>
                    <a:pt x="2386" y="7003"/>
                  </a:lnTo>
                  <a:lnTo>
                    <a:pt x="2386" y="7003"/>
                  </a:lnTo>
                  <a:cubicBezTo>
                    <a:pt x="2262" y="7155"/>
                    <a:pt x="2271" y="7384"/>
                    <a:pt x="2414" y="7518"/>
                  </a:cubicBezTo>
                  <a:lnTo>
                    <a:pt x="2491" y="7604"/>
                  </a:lnTo>
                  <a:cubicBezTo>
                    <a:pt x="2562" y="7675"/>
                    <a:pt x="2660" y="7711"/>
                    <a:pt x="2759" y="7711"/>
                  </a:cubicBezTo>
                  <a:cubicBezTo>
                    <a:pt x="2858" y="7711"/>
                    <a:pt x="2958" y="7675"/>
                    <a:pt x="3034" y="7604"/>
                  </a:cubicBezTo>
                  <a:lnTo>
                    <a:pt x="3206" y="7432"/>
                  </a:lnTo>
                  <a:lnTo>
                    <a:pt x="6087" y="4541"/>
                  </a:lnTo>
                  <a:lnTo>
                    <a:pt x="6717" y="3912"/>
                  </a:lnTo>
                  <a:cubicBezTo>
                    <a:pt x="6870" y="3759"/>
                    <a:pt x="6965" y="3559"/>
                    <a:pt x="6974" y="3349"/>
                  </a:cubicBezTo>
                  <a:cubicBezTo>
                    <a:pt x="6984" y="3244"/>
                    <a:pt x="7022" y="3148"/>
                    <a:pt x="7098" y="3072"/>
                  </a:cubicBezTo>
                  <a:lnTo>
                    <a:pt x="8119" y="2051"/>
                  </a:lnTo>
                  <a:lnTo>
                    <a:pt x="6078" y="0"/>
                  </a:lnTo>
                  <a:close/>
                </a:path>
              </a:pathLst>
            </a:custGeom>
            <a:solidFill>
              <a:srgbClr val="C8D3D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194" name="Google Shape;15194;p44"/>
            <p:cNvSpPr/>
            <p:nvPr/>
          </p:nvSpPr>
          <p:spPr>
            <a:xfrm>
              <a:off x="1422426" y="2593080"/>
              <a:ext cx="140928" cy="170700"/>
            </a:xfrm>
            <a:custGeom>
              <a:rect b="b" l="l" r="r" t="t"/>
              <a:pathLst>
                <a:path extrusionOk="0" h="6519" w="5382">
                  <a:moveTo>
                    <a:pt x="1426" y="1"/>
                  </a:moveTo>
                  <a:cubicBezTo>
                    <a:pt x="1329" y="1"/>
                    <a:pt x="1174" y="242"/>
                    <a:pt x="1174" y="242"/>
                  </a:cubicBezTo>
                  <a:cubicBezTo>
                    <a:pt x="1098" y="518"/>
                    <a:pt x="1212" y="814"/>
                    <a:pt x="1470" y="957"/>
                  </a:cubicBezTo>
                  <a:lnTo>
                    <a:pt x="2605" y="1415"/>
                  </a:lnTo>
                  <a:lnTo>
                    <a:pt x="1" y="4019"/>
                  </a:lnTo>
                  <a:lnTo>
                    <a:pt x="2491" y="6519"/>
                  </a:lnTo>
                  <a:lnTo>
                    <a:pt x="5381" y="3628"/>
                  </a:lnTo>
                  <a:lnTo>
                    <a:pt x="2910" y="1148"/>
                  </a:lnTo>
                  <a:lnTo>
                    <a:pt x="3674" y="833"/>
                  </a:lnTo>
                  <a:lnTo>
                    <a:pt x="3693" y="823"/>
                  </a:lnTo>
                  <a:cubicBezTo>
                    <a:pt x="3931" y="690"/>
                    <a:pt x="4093" y="461"/>
                    <a:pt x="4131" y="184"/>
                  </a:cubicBezTo>
                  <a:lnTo>
                    <a:pt x="4131" y="184"/>
                  </a:lnTo>
                  <a:cubicBezTo>
                    <a:pt x="3998" y="234"/>
                    <a:pt x="3858" y="262"/>
                    <a:pt x="3716" y="262"/>
                  </a:cubicBezTo>
                  <a:cubicBezTo>
                    <a:pt x="3696" y="262"/>
                    <a:pt x="3675" y="262"/>
                    <a:pt x="3654" y="261"/>
                  </a:cubicBezTo>
                  <a:cubicBezTo>
                    <a:pt x="2996" y="222"/>
                    <a:pt x="1899" y="146"/>
                    <a:pt x="1441" y="3"/>
                  </a:cubicBezTo>
                  <a:cubicBezTo>
                    <a:pt x="1436" y="2"/>
                    <a:pt x="1431" y="1"/>
                    <a:pt x="1426" y="1"/>
                  </a:cubicBezTo>
                  <a:close/>
                </a:path>
              </a:pathLst>
            </a:custGeom>
            <a:solidFill>
              <a:srgbClr val="B5C4D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195" name="Google Shape;15195;p44"/>
            <p:cNvSpPr/>
            <p:nvPr/>
          </p:nvSpPr>
          <p:spPr>
            <a:xfrm>
              <a:off x="1464139" y="2613138"/>
              <a:ext cx="152161" cy="157896"/>
            </a:xfrm>
            <a:custGeom>
              <a:rect b="b" l="l" r="r" t="t"/>
              <a:pathLst>
                <a:path extrusionOk="0" h="6030" w="5811">
                  <a:moveTo>
                    <a:pt x="5448" y="0"/>
                  </a:moveTo>
                  <a:lnTo>
                    <a:pt x="4418" y="1021"/>
                  </a:lnTo>
                  <a:cubicBezTo>
                    <a:pt x="4351" y="1097"/>
                    <a:pt x="4303" y="1193"/>
                    <a:pt x="4303" y="1298"/>
                  </a:cubicBezTo>
                  <a:cubicBezTo>
                    <a:pt x="4284" y="1508"/>
                    <a:pt x="4198" y="1708"/>
                    <a:pt x="4046" y="1861"/>
                  </a:cubicBezTo>
                  <a:lnTo>
                    <a:pt x="363" y="5552"/>
                  </a:lnTo>
                  <a:cubicBezTo>
                    <a:pt x="289" y="5619"/>
                    <a:pt x="192" y="5657"/>
                    <a:pt x="89" y="5657"/>
                  </a:cubicBezTo>
                  <a:cubicBezTo>
                    <a:pt x="60" y="5657"/>
                    <a:pt x="30" y="5654"/>
                    <a:pt x="1" y="5648"/>
                  </a:cubicBezTo>
                  <a:lnTo>
                    <a:pt x="1" y="5648"/>
                  </a:lnTo>
                  <a:cubicBezTo>
                    <a:pt x="20" y="5724"/>
                    <a:pt x="58" y="5781"/>
                    <a:pt x="106" y="5839"/>
                  </a:cubicBezTo>
                  <a:lnTo>
                    <a:pt x="182" y="5915"/>
                  </a:lnTo>
                  <a:cubicBezTo>
                    <a:pt x="258" y="5991"/>
                    <a:pt x="359" y="6029"/>
                    <a:pt x="458" y="6029"/>
                  </a:cubicBezTo>
                  <a:cubicBezTo>
                    <a:pt x="557" y="6029"/>
                    <a:pt x="654" y="5991"/>
                    <a:pt x="726" y="5915"/>
                  </a:cubicBezTo>
                  <a:lnTo>
                    <a:pt x="4418" y="2233"/>
                  </a:lnTo>
                  <a:cubicBezTo>
                    <a:pt x="4561" y="2080"/>
                    <a:pt x="4656" y="1880"/>
                    <a:pt x="4675" y="1660"/>
                  </a:cubicBezTo>
                  <a:cubicBezTo>
                    <a:pt x="4675" y="1565"/>
                    <a:pt x="4723" y="1460"/>
                    <a:pt x="4790" y="1393"/>
                  </a:cubicBezTo>
                  <a:lnTo>
                    <a:pt x="5811" y="372"/>
                  </a:lnTo>
                  <a:lnTo>
                    <a:pt x="5448" y="0"/>
                  </a:lnTo>
                  <a:close/>
                </a:path>
              </a:pathLst>
            </a:custGeom>
            <a:solidFill>
              <a:srgbClr val="B5C4D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196" name="Google Shape;15196;p44"/>
            <p:cNvSpPr/>
            <p:nvPr/>
          </p:nvSpPr>
          <p:spPr>
            <a:xfrm>
              <a:off x="1537850" y="2569671"/>
              <a:ext cx="78712" cy="78215"/>
            </a:xfrm>
            <a:custGeom>
              <a:rect b="b" l="l" r="r" t="t"/>
              <a:pathLst>
                <a:path extrusionOk="0" h="2987" w="3006">
                  <a:moveTo>
                    <a:pt x="964" y="0"/>
                  </a:moveTo>
                  <a:lnTo>
                    <a:pt x="143" y="821"/>
                  </a:lnTo>
                  <a:cubicBezTo>
                    <a:pt x="96" y="868"/>
                    <a:pt x="48" y="907"/>
                    <a:pt x="0" y="945"/>
                  </a:cubicBezTo>
                  <a:lnTo>
                    <a:pt x="2051" y="2986"/>
                  </a:lnTo>
                  <a:lnTo>
                    <a:pt x="3005" y="2032"/>
                  </a:lnTo>
                  <a:lnTo>
                    <a:pt x="964" y="0"/>
                  </a:lnTo>
                  <a:close/>
                </a:path>
              </a:pathLst>
            </a:custGeom>
            <a:solidFill>
              <a:srgbClr val="B5C4D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197" name="Google Shape;15197;p44"/>
            <p:cNvSpPr/>
            <p:nvPr/>
          </p:nvSpPr>
          <p:spPr>
            <a:xfrm>
              <a:off x="1548088" y="2554667"/>
              <a:ext cx="83216" cy="82666"/>
            </a:xfrm>
            <a:custGeom>
              <a:rect b="b" l="l" r="r" t="t"/>
              <a:pathLst>
                <a:path extrusionOk="0" h="3157" w="3178">
                  <a:moveTo>
                    <a:pt x="830" y="1"/>
                  </a:moveTo>
                  <a:lnTo>
                    <a:pt x="86" y="745"/>
                  </a:lnTo>
                  <a:cubicBezTo>
                    <a:pt x="0" y="831"/>
                    <a:pt x="0" y="974"/>
                    <a:pt x="86" y="1060"/>
                  </a:cubicBezTo>
                  <a:lnTo>
                    <a:pt x="2118" y="3092"/>
                  </a:lnTo>
                  <a:cubicBezTo>
                    <a:pt x="2161" y="3135"/>
                    <a:pt x="2218" y="3156"/>
                    <a:pt x="2276" y="3156"/>
                  </a:cubicBezTo>
                  <a:cubicBezTo>
                    <a:pt x="2333" y="3156"/>
                    <a:pt x="2390" y="3135"/>
                    <a:pt x="2433" y="3092"/>
                  </a:cubicBezTo>
                  <a:lnTo>
                    <a:pt x="3177" y="2348"/>
                  </a:lnTo>
                  <a:lnTo>
                    <a:pt x="830" y="1"/>
                  </a:lnTo>
                  <a:close/>
                </a:path>
              </a:pathLst>
            </a:custGeom>
            <a:solidFill>
              <a:srgbClr val="53687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198" name="Google Shape;15198;p44"/>
            <p:cNvSpPr/>
            <p:nvPr/>
          </p:nvSpPr>
          <p:spPr>
            <a:xfrm>
              <a:off x="1594802" y="2603397"/>
              <a:ext cx="36502" cy="33936"/>
            </a:xfrm>
            <a:custGeom>
              <a:rect b="b" l="l" r="r" t="t"/>
              <a:pathLst>
                <a:path extrusionOk="0" h="1296" w="1394">
                  <a:moveTo>
                    <a:pt x="907" y="0"/>
                  </a:moveTo>
                  <a:lnTo>
                    <a:pt x="0" y="897"/>
                  </a:lnTo>
                  <a:lnTo>
                    <a:pt x="334" y="1231"/>
                  </a:lnTo>
                  <a:cubicBezTo>
                    <a:pt x="377" y="1274"/>
                    <a:pt x="434" y="1295"/>
                    <a:pt x="492" y="1295"/>
                  </a:cubicBezTo>
                  <a:cubicBezTo>
                    <a:pt x="549" y="1295"/>
                    <a:pt x="606" y="1274"/>
                    <a:pt x="649" y="1231"/>
                  </a:cubicBezTo>
                  <a:lnTo>
                    <a:pt x="1393" y="487"/>
                  </a:lnTo>
                  <a:lnTo>
                    <a:pt x="907" y="0"/>
                  </a:lnTo>
                  <a:close/>
                </a:path>
              </a:pathLst>
            </a:custGeom>
            <a:solidFill>
              <a:srgbClr val="39516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199" name="Google Shape;15199;p44"/>
            <p:cNvSpPr/>
            <p:nvPr/>
          </p:nvSpPr>
          <p:spPr>
            <a:xfrm>
              <a:off x="1566810" y="2518531"/>
              <a:ext cx="101205" cy="99817"/>
            </a:xfrm>
            <a:custGeom>
              <a:rect b="b" l="l" r="r" t="t"/>
              <a:pathLst>
                <a:path extrusionOk="0" h="3812" w="3865">
                  <a:moveTo>
                    <a:pt x="1357" y="0"/>
                  </a:moveTo>
                  <a:cubicBezTo>
                    <a:pt x="1301" y="0"/>
                    <a:pt x="1246" y="21"/>
                    <a:pt x="1203" y="64"/>
                  </a:cubicBezTo>
                  <a:lnTo>
                    <a:pt x="96" y="1171"/>
                  </a:lnTo>
                  <a:cubicBezTo>
                    <a:pt x="1" y="1257"/>
                    <a:pt x="1" y="1400"/>
                    <a:pt x="96" y="1486"/>
                  </a:cubicBezTo>
                  <a:lnTo>
                    <a:pt x="2357" y="3747"/>
                  </a:lnTo>
                  <a:cubicBezTo>
                    <a:pt x="2400" y="3790"/>
                    <a:pt x="2457" y="3811"/>
                    <a:pt x="2515" y="3811"/>
                  </a:cubicBezTo>
                  <a:cubicBezTo>
                    <a:pt x="2572" y="3811"/>
                    <a:pt x="2629" y="3790"/>
                    <a:pt x="2672" y="3747"/>
                  </a:cubicBezTo>
                  <a:lnTo>
                    <a:pt x="3779" y="2640"/>
                  </a:lnTo>
                  <a:cubicBezTo>
                    <a:pt x="3864" y="2554"/>
                    <a:pt x="3864" y="2411"/>
                    <a:pt x="3779" y="2325"/>
                  </a:cubicBezTo>
                  <a:lnTo>
                    <a:pt x="1518" y="64"/>
                  </a:lnTo>
                  <a:cubicBezTo>
                    <a:pt x="1470" y="21"/>
                    <a:pt x="1413" y="0"/>
                    <a:pt x="1357" y="0"/>
                  </a:cubicBezTo>
                  <a:close/>
                </a:path>
              </a:pathLst>
            </a:custGeom>
            <a:solidFill>
              <a:srgbClr val="A7B5C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200" name="Google Shape;15200;p44"/>
            <p:cNvSpPr/>
            <p:nvPr/>
          </p:nvSpPr>
          <p:spPr>
            <a:xfrm>
              <a:off x="1616771" y="2567654"/>
              <a:ext cx="51506" cy="50930"/>
            </a:xfrm>
            <a:custGeom>
              <a:rect b="b" l="l" r="r" t="t"/>
              <a:pathLst>
                <a:path extrusionOk="0" h="1945" w="1967">
                  <a:moveTo>
                    <a:pt x="1422" y="1"/>
                  </a:moveTo>
                  <a:lnTo>
                    <a:pt x="1" y="1422"/>
                  </a:lnTo>
                  <a:lnTo>
                    <a:pt x="459" y="1880"/>
                  </a:lnTo>
                  <a:cubicBezTo>
                    <a:pt x="502" y="1923"/>
                    <a:pt x="559" y="1945"/>
                    <a:pt x="616" y="1945"/>
                  </a:cubicBezTo>
                  <a:cubicBezTo>
                    <a:pt x="673" y="1945"/>
                    <a:pt x="731" y="1923"/>
                    <a:pt x="774" y="1880"/>
                  </a:cubicBezTo>
                  <a:lnTo>
                    <a:pt x="1880" y="774"/>
                  </a:lnTo>
                  <a:cubicBezTo>
                    <a:pt x="1966" y="688"/>
                    <a:pt x="1966" y="545"/>
                    <a:pt x="1880" y="459"/>
                  </a:cubicBezTo>
                  <a:lnTo>
                    <a:pt x="1422" y="1"/>
                  </a:lnTo>
                  <a:close/>
                </a:path>
              </a:pathLst>
            </a:custGeom>
            <a:solidFill>
              <a:srgbClr val="93A5B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201" name="Google Shape;15201;p44"/>
            <p:cNvSpPr/>
            <p:nvPr/>
          </p:nvSpPr>
          <p:spPr>
            <a:xfrm>
              <a:off x="1409203" y="2654379"/>
              <a:ext cx="84237" cy="77612"/>
            </a:xfrm>
            <a:custGeom>
              <a:rect b="b" l="l" r="r" t="t"/>
              <a:pathLst>
                <a:path extrusionOk="0" h="2964" w="3217">
                  <a:moveTo>
                    <a:pt x="2913" y="1"/>
                  </a:moveTo>
                  <a:cubicBezTo>
                    <a:pt x="2864" y="1"/>
                    <a:pt x="2813" y="20"/>
                    <a:pt x="2767" y="66"/>
                  </a:cubicBezTo>
                  <a:lnTo>
                    <a:pt x="0" y="2842"/>
                  </a:lnTo>
                  <a:cubicBezTo>
                    <a:pt x="81" y="2923"/>
                    <a:pt x="188" y="2964"/>
                    <a:pt x="296" y="2964"/>
                  </a:cubicBezTo>
                  <a:cubicBezTo>
                    <a:pt x="403" y="2964"/>
                    <a:pt x="510" y="2923"/>
                    <a:pt x="592" y="2842"/>
                  </a:cubicBezTo>
                  <a:lnTo>
                    <a:pt x="706" y="2728"/>
                  </a:lnTo>
                  <a:lnTo>
                    <a:pt x="3072" y="362"/>
                  </a:lnTo>
                  <a:lnTo>
                    <a:pt x="3062" y="362"/>
                  </a:lnTo>
                  <a:cubicBezTo>
                    <a:pt x="3217" y="215"/>
                    <a:pt x="3077" y="1"/>
                    <a:pt x="2913" y="1"/>
                  </a:cubicBezTo>
                  <a:close/>
                </a:path>
              </a:pathLst>
            </a:custGeom>
            <a:solidFill>
              <a:srgbClr val="B5C4D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202" name="Google Shape;15202;p44"/>
            <p:cNvSpPr/>
            <p:nvPr/>
          </p:nvSpPr>
          <p:spPr>
            <a:xfrm>
              <a:off x="1428422" y="2665351"/>
              <a:ext cx="86987" cy="80152"/>
            </a:xfrm>
            <a:custGeom>
              <a:rect b="b" l="l" r="r" t="t"/>
              <a:pathLst>
                <a:path extrusionOk="0" h="3061" w="3322">
                  <a:moveTo>
                    <a:pt x="3021" y="0"/>
                  </a:moveTo>
                  <a:cubicBezTo>
                    <a:pt x="2972" y="0"/>
                    <a:pt x="2919" y="20"/>
                    <a:pt x="2872" y="67"/>
                  </a:cubicBezTo>
                  <a:lnTo>
                    <a:pt x="1" y="2929"/>
                  </a:lnTo>
                  <a:lnTo>
                    <a:pt x="10" y="2938"/>
                  </a:lnTo>
                  <a:cubicBezTo>
                    <a:pt x="91" y="3019"/>
                    <a:pt x="196" y="3060"/>
                    <a:pt x="301" y="3060"/>
                  </a:cubicBezTo>
                  <a:cubicBezTo>
                    <a:pt x="406" y="3060"/>
                    <a:pt x="511" y="3019"/>
                    <a:pt x="592" y="2938"/>
                  </a:cubicBezTo>
                  <a:lnTo>
                    <a:pt x="678" y="2853"/>
                  </a:lnTo>
                  <a:lnTo>
                    <a:pt x="3168" y="363"/>
                  </a:lnTo>
                  <a:cubicBezTo>
                    <a:pt x="3321" y="209"/>
                    <a:pt x="3184" y="0"/>
                    <a:pt x="3021" y="0"/>
                  </a:cubicBezTo>
                  <a:close/>
                </a:path>
              </a:pathLst>
            </a:custGeom>
            <a:solidFill>
              <a:srgbClr val="B5C4D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203" name="Google Shape;15203;p44"/>
            <p:cNvSpPr/>
            <p:nvPr/>
          </p:nvSpPr>
          <p:spPr>
            <a:xfrm>
              <a:off x="1447171" y="2687084"/>
              <a:ext cx="78974" cy="72218"/>
            </a:xfrm>
            <a:custGeom>
              <a:rect b="b" l="l" r="r" t="t"/>
              <a:pathLst>
                <a:path extrusionOk="0" h="2758" w="3016">
                  <a:moveTo>
                    <a:pt x="2716" y="0"/>
                  </a:moveTo>
                  <a:cubicBezTo>
                    <a:pt x="2666" y="0"/>
                    <a:pt x="2613" y="20"/>
                    <a:pt x="2566" y="67"/>
                  </a:cubicBezTo>
                  <a:lnTo>
                    <a:pt x="0" y="2633"/>
                  </a:lnTo>
                  <a:lnTo>
                    <a:pt x="10" y="2643"/>
                  </a:lnTo>
                  <a:cubicBezTo>
                    <a:pt x="91" y="2719"/>
                    <a:pt x="196" y="2757"/>
                    <a:pt x="299" y="2757"/>
                  </a:cubicBezTo>
                  <a:cubicBezTo>
                    <a:pt x="403" y="2757"/>
                    <a:pt x="506" y="2719"/>
                    <a:pt x="582" y="2643"/>
                  </a:cubicBezTo>
                  <a:lnTo>
                    <a:pt x="754" y="2471"/>
                  </a:lnTo>
                  <a:lnTo>
                    <a:pt x="2862" y="363"/>
                  </a:lnTo>
                  <a:cubicBezTo>
                    <a:pt x="3015" y="209"/>
                    <a:pt x="2878" y="0"/>
                    <a:pt x="2716" y="0"/>
                  </a:cubicBezTo>
                  <a:close/>
                </a:path>
              </a:pathLst>
            </a:custGeom>
            <a:solidFill>
              <a:srgbClr val="B5C4D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204" name="Google Shape;15204;p44"/>
            <p:cNvSpPr/>
            <p:nvPr/>
          </p:nvSpPr>
          <p:spPr>
            <a:xfrm>
              <a:off x="1482756" y="2624502"/>
              <a:ext cx="64101" cy="60095"/>
            </a:xfrm>
            <a:custGeom>
              <a:rect b="b" l="l" r="r" t="t"/>
              <a:pathLst>
                <a:path extrusionOk="0" h="2295" w="2448">
                  <a:moveTo>
                    <a:pt x="309" y="1"/>
                  </a:moveTo>
                  <a:cubicBezTo>
                    <a:pt x="144" y="1"/>
                    <a:pt x="1" y="213"/>
                    <a:pt x="148" y="368"/>
                  </a:cubicBezTo>
                  <a:lnTo>
                    <a:pt x="2028" y="2237"/>
                  </a:lnTo>
                  <a:cubicBezTo>
                    <a:pt x="2066" y="2276"/>
                    <a:pt x="2114" y="2295"/>
                    <a:pt x="2171" y="2295"/>
                  </a:cubicBezTo>
                  <a:cubicBezTo>
                    <a:pt x="2362" y="2295"/>
                    <a:pt x="2448" y="2066"/>
                    <a:pt x="2324" y="1942"/>
                  </a:cubicBezTo>
                  <a:lnTo>
                    <a:pt x="454" y="62"/>
                  </a:lnTo>
                  <a:cubicBezTo>
                    <a:pt x="408" y="19"/>
                    <a:pt x="358" y="1"/>
                    <a:pt x="309" y="1"/>
                  </a:cubicBezTo>
                  <a:close/>
                </a:path>
              </a:pathLst>
            </a:custGeom>
            <a:solidFill>
              <a:srgbClr val="B5C4D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205" name="Google Shape;15205;p44"/>
            <p:cNvSpPr/>
            <p:nvPr/>
          </p:nvSpPr>
          <p:spPr>
            <a:xfrm>
              <a:off x="1359739" y="2560166"/>
              <a:ext cx="212360" cy="201363"/>
            </a:xfrm>
            <a:custGeom>
              <a:rect b="b" l="l" r="r" t="t"/>
              <a:pathLst>
                <a:path extrusionOk="0" h="7690" w="8110">
                  <a:moveTo>
                    <a:pt x="2042" y="1"/>
                  </a:moveTo>
                  <a:lnTo>
                    <a:pt x="0" y="2033"/>
                  </a:lnTo>
                  <a:lnTo>
                    <a:pt x="1021" y="3054"/>
                  </a:lnTo>
                  <a:cubicBezTo>
                    <a:pt x="1059" y="3092"/>
                    <a:pt x="1088" y="3130"/>
                    <a:pt x="1107" y="3178"/>
                  </a:cubicBezTo>
                  <a:cubicBezTo>
                    <a:pt x="1135" y="3225"/>
                    <a:pt x="1145" y="3283"/>
                    <a:pt x="1145" y="3330"/>
                  </a:cubicBezTo>
                  <a:cubicBezTo>
                    <a:pt x="1164" y="3540"/>
                    <a:pt x="1259" y="3740"/>
                    <a:pt x="1403" y="3893"/>
                  </a:cubicBezTo>
                  <a:lnTo>
                    <a:pt x="5095" y="7575"/>
                  </a:lnTo>
                  <a:cubicBezTo>
                    <a:pt x="5166" y="7652"/>
                    <a:pt x="5264" y="7690"/>
                    <a:pt x="5363" y="7690"/>
                  </a:cubicBezTo>
                  <a:cubicBezTo>
                    <a:pt x="5462" y="7690"/>
                    <a:pt x="5562" y="7652"/>
                    <a:pt x="5638" y="7575"/>
                  </a:cubicBezTo>
                  <a:lnTo>
                    <a:pt x="5715" y="7499"/>
                  </a:lnTo>
                  <a:cubicBezTo>
                    <a:pt x="5848" y="7366"/>
                    <a:pt x="5867" y="7165"/>
                    <a:pt x="5762" y="7013"/>
                  </a:cubicBezTo>
                  <a:cubicBezTo>
                    <a:pt x="5743" y="6994"/>
                    <a:pt x="5734" y="6974"/>
                    <a:pt x="5715" y="6955"/>
                  </a:cubicBezTo>
                  <a:lnTo>
                    <a:pt x="5715" y="6955"/>
                  </a:lnTo>
                  <a:lnTo>
                    <a:pt x="5886" y="7127"/>
                  </a:lnTo>
                  <a:cubicBezTo>
                    <a:pt x="5963" y="7203"/>
                    <a:pt x="6065" y="7242"/>
                    <a:pt x="6169" y="7242"/>
                  </a:cubicBezTo>
                  <a:cubicBezTo>
                    <a:pt x="6273" y="7242"/>
                    <a:pt x="6378" y="7203"/>
                    <a:pt x="6459" y="7127"/>
                  </a:cubicBezTo>
                  <a:lnTo>
                    <a:pt x="6506" y="7070"/>
                  </a:lnTo>
                  <a:cubicBezTo>
                    <a:pt x="6650" y="6936"/>
                    <a:pt x="6669" y="6717"/>
                    <a:pt x="6554" y="6564"/>
                  </a:cubicBezTo>
                  <a:cubicBezTo>
                    <a:pt x="6551" y="6557"/>
                    <a:pt x="6546" y="6549"/>
                    <a:pt x="6540" y="6541"/>
                  </a:cubicBezTo>
                  <a:lnTo>
                    <a:pt x="6540" y="6541"/>
                  </a:lnTo>
                  <a:lnTo>
                    <a:pt x="6592" y="6593"/>
                  </a:lnTo>
                  <a:cubicBezTo>
                    <a:pt x="6673" y="6669"/>
                    <a:pt x="6778" y="6707"/>
                    <a:pt x="6883" y="6707"/>
                  </a:cubicBezTo>
                  <a:cubicBezTo>
                    <a:pt x="6988" y="6707"/>
                    <a:pt x="7093" y="6669"/>
                    <a:pt x="7174" y="6593"/>
                  </a:cubicBezTo>
                  <a:lnTo>
                    <a:pt x="7212" y="6545"/>
                  </a:lnTo>
                  <a:cubicBezTo>
                    <a:pt x="7355" y="6402"/>
                    <a:pt x="7375" y="6173"/>
                    <a:pt x="7260" y="6011"/>
                  </a:cubicBezTo>
                  <a:lnTo>
                    <a:pt x="7260" y="6011"/>
                  </a:lnTo>
                  <a:lnTo>
                    <a:pt x="7327" y="6078"/>
                  </a:lnTo>
                  <a:cubicBezTo>
                    <a:pt x="7408" y="6159"/>
                    <a:pt x="7513" y="6199"/>
                    <a:pt x="7618" y="6199"/>
                  </a:cubicBezTo>
                  <a:cubicBezTo>
                    <a:pt x="7723" y="6199"/>
                    <a:pt x="7828" y="6159"/>
                    <a:pt x="7909" y="6078"/>
                  </a:cubicBezTo>
                  <a:lnTo>
                    <a:pt x="7947" y="6040"/>
                  </a:lnTo>
                  <a:cubicBezTo>
                    <a:pt x="8109" y="5877"/>
                    <a:pt x="8109" y="5620"/>
                    <a:pt x="7947" y="5458"/>
                  </a:cubicBezTo>
                  <a:lnTo>
                    <a:pt x="4808" y="2319"/>
                  </a:lnTo>
                  <a:lnTo>
                    <a:pt x="5953" y="1861"/>
                  </a:lnTo>
                  <a:cubicBezTo>
                    <a:pt x="6201" y="1718"/>
                    <a:pt x="6316" y="1422"/>
                    <a:pt x="6239" y="1146"/>
                  </a:cubicBezTo>
                  <a:cubicBezTo>
                    <a:pt x="6239" y="1146"/>
                    <a:pt x="6085" y="905"/>
                    <a:pt x="5987" y="905"/>
                  </a:cubicBezTo>
                  <a:cubicBezTo>
                    <a:pt x="5982" y="905"/>
                    <a:pt x="5977" y="906"/>
                    <a:pt x="5972" y="907"/>
                  </a:cubicBezTo>
                  <a:cubicBezTo>
                    <a:pt x="5514" y="1050"/>
                    <a:pt x="4417" y="1136"/>
                    <a:pt x="3759" y="1174"/>
                  </a:cubicBezTo>
                  <a:cubicBezTo>
                    <a:pt x="3744" y="1175"/>
                    <a:pt x="3728" y="1175"/>
                    <a:pt x="3713" y="1175"/>
                  </a:cubicBezTo>
                  <a:cubicBezTo>
                    <a:pt x="3453" y="1175"/>
                    <a:pt x="3203" y="1098"/>
                    <a:pt x="3005" y="945"/>
                  </a:cubicBezTo>
                  <a:cubicBezTo>
                    <a:pt x="2958" y="907"/>
                    <a:pt x="2910" y="869"/>
                    <a:pt x="2862" y="821"/>
                  </a:cubicBezTo>
                  <a:lnTo>
                    <a:pt x="2042" y="1"/>
                  </a:lnTo>
                  <a:close/>
                </a:path>
              </a:pathLst>
            </a:custGeom>
            <a:solidFill>
              <a:srgbClr val="F0F3F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206" name="Google Shape;15206;p44"/>
            <p:cNvSpPr/>
            <p:nvPr/>
          </p:nvSpPr>
          <p:spPr>
            <a:xfrm>
              <a:off x="1359739" y="2603633"/>
              <a:ext cx="152397" cy="157974"/>
            </a:xfrm>
            <a:custGeom>
              <a:rect b="b" l="l" r="r" t="t"/>
              <a:pathLst>
                <a:path extrusionOk="0" h="6033" w="5820">
                  <a:moveTo>
                    <a:pt x="372" y="1"/>
                  </a:moveTo>
                  <a:lnTo>
                    <a:pt x="0" y="373"/>
                  </a:lnTo>
                  <a:lnTo>
                    <a:pt x="1030" y="1394"/>
                  </a:lnTo>
                  <a:cubicBezTo>
                    <a:pt x="1097" y="1470"/>
                    <a:pt x="1135" y="1565"/>
                    <a:pt x="1145" y="1670"/>
                  </a:cubicBezTo>
                  <a:cubicBezTo>
                    <a:pt x="1164" y="1880"/>
                    <a:pt x="1250" y="2080"/>
                    <a:pt x="1403" y="2233"/>
                  </a:cubicBezTo>
                  <a:lnTo>
                    <a:pt x="5085" y="5925"/>
                  </a:lnTo>
                  <a:cubicBezTo>
                    <a:pt x="5161" y="5997"/>
                    <a:pt x="5261" y="6032"/>
                    <a:pt x="5362" y="6032"/>
                  </a:cubicBezTo>
                  <a:cubicBezTo>
                    <a:pt x="5462" y="6032"/>
                    <a:pt x="5562" y="5997"/>
                    <a:pt x="5638" y="5925"/>
                  </a:cubicBezTo>
                  <a:lnTo>
                    <a:pt x="5715" y="5839"/>
                  </a:lnTo>
                  <a:cubicBezTo>
                    <a:pt x="5762" y="5791"/>
                    <a:pt x="5800" y="5725"/>
                    <a:pt x="5820" y="5658"/>
                  </a:cubicBezTo>
                  <a:lnTo>
                    <a:pt x="5820" y="5658"/>
                  </a:lnTo>
                  <a:cubicBezTo>
                    <a:pt x="5790" y="5664"/>
                    <a:pt x="5761" y="5667"/>
                    <a:pt x="5733" y="5667"/>
                  </a:cubicBezTo>
                  <a:cubicBezTo>
                    <a:pt x="5630" y="5667"/>
                    <a:pt x="5532" y="5628"/>
                    <a:pt x="5457" y="5553"/>
                  </a:cubicBezTo>
                  <a:lnTo>
                    <a:pt x="1775" y="1871"/>
                  </a:lnTo>
                  <a:cubicBezTo>
                    <a:pt x="1622" y="1718"/>
                    <a:pt x="1527" y="1518"/>
                    <a:pt x="1517" y="1298"/>
                  </a:cubicBezTo>
                  <a:cubicBezTo>
                    <a:pt x="1507" y="1193"/>
                    <a:pt x="1469" y="1098"/>
                    <a:pt x="1393" y="1031"/>
                  </a:cubicBezTo>
                  <a:lnTo>
                    <a:pt x="372" y="1"/>
                  </a:lnTo>
                  <a:close/>
                </a:path>
              </a:pathLst>
            </a:custGeom>
            <a:solidFill>
              <a:srgbClr val="DFE5E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207" name="Google Shape;15207;p44"/>
            <p:cNvSpPr/>
            <p:nvPr/>
          </p:nvSpPr>
          <p:spPr>
            <a:xfrm>
              <a:off x="1359739" y="2560166"/>
              <a:ext cx="78450" cy="78215"/>
            </a:xfrm>
            <a:custGeom>
              <a:rect b="b" l="l" r="r" t="t"/>
              <a:pathLst>
                <a:path extrusionOk="0" h="2987" w="2996">
                  <a:moveTo>
                    <a:pt x="2032" y="1"/>
                  </a:moveTo>
                  <a:lnTo>
                    <a:pt x="0" y="2033"/>
                  </a:lnTo>
                  <a:lnTo>
                    <a:pt x="954" y="2987"/>
                  </a:lnTo>
                  <a:lnTo>
                    <a:pt x="2996" y="945"/>
                  </a:lnTo>
                  <a:cubicBezTo>
                    <a:pt x="2948" y="907"/>
                    <a:pt x="2910" y="869"/>
                    <a:pt x="2862" y="831"/>
                  </a:cubicBezTo>
                  <a:lnTo>
                    <a:pt x="2032" y="1"/>
                  </a:lnTo>
                  <a:close/>
                </a:path>
              </a:pathLst>
            </a:custGeom>
            <a:solidFill>
              <a:srgbClr val="DFE5E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208" name="Google Shape;15208;p44"/>
            <p:cNvSpPr/>
            <p:nvPr/>
          </p:nvSpPr>
          <p:spPr>
            <a:xfrm>
              <a:off x="1344997" y="2545188"/>
              <a:ext cx="83216" cy="82640"/>
            </a:xfrm>
            <a:custGeom>
              <a:rect b="b" l="l" r="r" t="t"/>
              <a:pathLst>
                <a:path extrusionOk="0" h="3156" w="3178">
                  <a:moveTo>
                    <a:pt x="2347" y="0"/>
                  </a:moveTo>
                  <a:lnTo>
                    <a:pt x="0" y="2347"/>
                  </a:lnTo>
                  <a:lnTo>
                    <a:pt x="744" y="3091"/>
                  </a:lnTo>
                  <a:cubicBezTo>
                    <a:pt x="787" y="3134"/>
                    <a:pt x="845" y="3156"/>
                    <a:pt x="902" y="3156"/>
                  </a:cubicBezTo>
                  <a:cubicBezTo>
                    <a:pt x="959" y="3156"/>
                    <a:pt x="1016" y="3134"/>
                    <a:pt x="1059" y="3091"/>
                  </a:cubicBezTo>
                  <a:lnTo>
                    <a:pt x="3091" y="1069"/>
                  </a:lnTo>
                  <a:cubicBezTo>
                    <a:pt x="3177" y="983"/>
                    <a:pt x="3177" y="840"/>
                    <a:pt x="3091" y="745"/>
                  </a:cubicBezTo>
                  <a:lnTo>
                    <a:pt x="2347" y="0"/>
                  </a:lnTo>
                  <a:close/>
                </a:path>
              </a:pathLst>
            </a:custGeom>
            <a:solidFill>
              <a:srgbClr val="EBEFF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209" name="Google Shape;15209;p44"/>
            <p:cNvSpPr/>
            <p:nvPr/>
          </p:nvSpPr>
          <p:spPr>
            <a:xfrm>
              <a:off x="1344735" y="2593892"/>
              <a:ext cx="36764" cy="33936"/>
            </a:xfrm>
            <a:custGeom>
              <a:rect b="b" l="l" r="r" t="t"/>
              <a:pathLst>
                <a:path extrusionOk="0" h="1296" w="1404">
                  <a:moveTo>
                    <a:pt x="497" y="1"/>
                  </a:moveTo>
                  <a:lnTo>
                    <a:pt x="1" y="487"/>
                  </a:lnTo>
                  <a:lnTo>
                    <a:pt x="754" y="1231"/>
                  </a:lnTo>
                  <a:cubicBezTo>
                    <a:pt x="797" y="1274"/>
                    <a:pt x="852" y="1296"/>
                    <a:pt x="908" y="1296"/>
                  </a:cubicBezTo>
                  <a:cubicBezTo>
                    <a:pt x="964" y="1296"/>
                    <a:pt x="1022" y="1274"/>
                    <a:pt x="1069" y="1231"/>
                  </a:cubicBezTo>
                  <a:lnTo>
                    <a:pt x="1403" y="907"/>
                  </a:lnTo>
                  <a:lnTo>
                    <a:pt x="497" y="1"/>
                  </a:lnTo>
                  <a:close/>
                </a:path>
              </a:pathLst>
            </a:custGeom>
            <a:solidFill>
              <a:srgbClr val="AEBFC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210" name="Google Shape;15210;p44"/>
            <p:cNvSpPr/>
            <p:nvPr/>
          </p:nvSpPr>
          <p:spPr>
            <a:xfrm>
              <a:off x="1308024" y="2509026"/>
              <a:ext cx="101205" cy="100079"/>
            </a:xfrm>
            <a:custGeom>
              <a:rect b="b" l="l" r="r" t="t"/>
              <a:pathLst>
                <a:path extrusionOk="0" h="3822" w="3865">
                  <a:moveTo>
                    <a:pt x="2514" y="1"/>
                  </a:moveTo>
                  <a:cubicBezTo>
                    <a:pt x="2457" y="1"/>
                    <a:pt x="2400" y="22"/>
                    <a:pt x="2357" y="65"/>
                  </a:cubicBezTo>
                  <a:lnTo>
                    <a:pt x="96" y="2326"/>
                  </a:lnTo>
                  <a:cubicBezTo>
                    <a:pt x="0" y="2421"/>
                    <a:pt x="0" y="2555"/>
                    <a:pt x="96" y="2650"/>
                  </a:cubicBezTo>
                  <a:lnTo>
                    <a:pt x="1202" y="3757"/>
                  </a:lnTo>
                  <a:cubicBezTo>
                    <a:pt x="1245" y="3800"/>
                    <a:pt x="1300" y="3821"/>
                    <a:pt x="1356" y="3821"/>
                  </a:cubicBezTo>
                  <a:cubicBezTo>
                    <a:pt x="1412" y="3821"/>
                    <a:pt x="1470" y="3800"/>
                    <a:pt x="1517" y="3757"/>
                  </a:cubicBezTo>
                  <a:lnTo>
                    <a:pt x="3778" y="1486"/>
                  </a:lnTo>
                  <a:cubicBezTo>
                    <a:pt x="3864" y="1400"/>
                    <a:pt x="3864" y="1257"/>
                    <a:pt x="3778" y="1172"/>
                  </a:cubicBezTo>
                  <a:lnTo>
                    <a:pt x="2672" y="65"/>
                  </a:lnTo>
                  <a:cubicBezTo>
                    <a:pt x="2629" y="22"/>
                    <a:pt x="2571" y="1"/>
                    <a:pt x="2514" y="1"/>
                  </a:cubicBezTo>
                  <a:close/>
                </a:path>
              </a:pathLst>
            </a:custGeom>
            <a:solidFill>
              <a:srgbClr val="9DABB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211" name="Google Shape;15211;p44"/>
            <p:cNvSpPr/>
            <p:nvPr/>
          </p:nvSpPr>
          <p:spPr>
            <a:xfrm>
              <a:off x="1308024" y="2558437"/>
              <a:ext cx="51480" cy="50668"/>
            </a:xfrm>
            <a:custGeom>
              <a:rect b="b" l="l" r="r" t="t"/>
              <a:pathLst>
                <a:path extrusionOk="0" h="1935" w="1966">
                  <a:moveTo>
                    <a:pt x="535" y="0"/>
                  </a:moveTo>
                  <a:lnTo>
                    <a:pt x="86" y="448"/>
                  </a:lnTo>
                  <a:cubicBezTo>
                    <a:pt x="0" y="534"/>
                    <a:pt x="0" y="677"/>
                    <a:pt x="86" y="763"/>
                  </a:cubicBezTo>
                  <a:lnTo>
                    <a:pt x="1193" y="1870"/>
                  </a:lnTo>
                  <a:cubicBezTo>
                    <a:pt x="1236" y="1913"/>
                    <a:pt x="1293" y="1934"/>
                    <a:pt x="1350" y="1934"/>
                  </a:cubicBezTo>
                  <a:cubicBezTo>
                    <a:pt x="1408" y="1934"/>
                    <a:pt x="1465" y="1913"/>
                    <a:pt x="1508" y="1870"/>
                  </a:cubicBezTo>
                  <a:lnTo>
                    <a:pt x="1966" y="1421"/>
                  </a:lnTo>
                  <a:lnTo>
                    <a:pt x="535" y="0"/>
                  </a:lnTo>
                  <a:close/>
                </a:path>
              </a:pathLst>
            </a:custGeom>
            <a:solidFill>
              <a:srgbClr val="7F91A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212" name="Google Shape;15212;p44"/>
            <p:cNvSpPr/>
            <p:nvPr/>
          </p:nvSpPr>
          <p:spPr>
            <a:xfrm>
              <a:off x="1482625" y="2645110"/>
              <a:ext cx="84211" cy="77403"/>
            </a:xfrm>
            <a:custGeom>
              <a:rect b="b" l="l" r="r" t="t"/>
              <a:pathLst>
                <a:path extrusionOk="0" h="2956" w="3216">
                  <a:moveTo>
                    <a:pt x="300" y="0"/>
                  </a:moveTo>
                  <a:cubicBezTo>
                    <a:pt x="137" y="0"/>
                    <a:pt x="0" y="210"/>
                    <a:pt x="153" y="363"/>
                  </a:cubicBezTo>
                  <a:lnTo>
                    <a:pt x="2519" y="2729"/>
                  </a:lnTo>
                  <a:lnTo>
                    <a:pt x="2634" y="2834"/>
                  </a:lnTo>
                  <a:cubicBezTo>
                    <a:pt x="2715" y="2915"/>
                    <a:pt x="2820" y="2955"/>
                    <a:pt x="2925" y="2955"/>
                  </a:cubicBezTo>
                  <a:cubicBezTo>
                    <a:pt x="3030" y="2955"/>
                    <a:pt x="3135" y="2915"/>
                    <a:pt x="3216" y="2834"/>
                  </a:cubicBezTo>
                  <a:lnTo>
                    <a:pt x="449" y="67"/>
                  </a:lnTo>
                  <a:cubicBezTo>
                    <a:pt x="402" y="20"/>
                    <a:pt x="350" y="0"/>
                    <a:pt x="300" y="0"/>
                  </a:cubicBezTo>
                  <a:close/>
                </a:path>
              </a:pathLst>
            </a:custGeom>
            <a:solidFill>
              <a:srgbClr val="DFE5E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213" name="Google Shape;15213;p44"/>
            <p:cNvSpPr/>
            <p:nvPr/>
          </p:nvSpPr>
          <p:spPr>
            <a:xfrm>
              <a:off x="1460630" y="2655610"/>
              <a:ext cx="86987" cy="80205"/>
            </a:xfrm>
            <a:custGeom>
              <a:rect b="b" l="l" r="r" t="t"/>
              <a:pathLst>
                <a:path extrusionOk="0" h="3063" w="3322">
                  <a:moveTo>
                    <a:pt x="300" y="0"/>
                  </a:moveTo>
                  <a:cubicBezTo>
                    <a:pt x="138" y="0"/>
                    <a:pt x="1" y="209"/>
                    <a:pt x="154" y="363"/>
                  </a:cubicBezTo>
                  <a:lnTo>
                    <a:pt x="2653" y="2862"/>
                  </a:lnTo>
                  <a:lnTo>
                    <a:pt x="2739" y="2948"/>
                  </a:lnTo>
                  <a:cubicBezTo>
                    <a:pt x="2820" y="3024"/>
                    <a:pt x="2925" y="3062"/>
                    <a:pt x="3030" y="3062"/>
                  </a:cubicBezTo>
                  <a:cubicBezTo>
                    <a:pt x="3135" y="3062"/>
                    <a:pt x="3240" y="3024"/>
                    <a:pt x="3321" y="2948"/>
                  </a:cubicBezTo>
                  <a:lnTo>
                    <a:pt x="450" y="67"/>
                  </a:lnTo>
                  <a:cubicBezTo>
                    <a:pt x="403" y="20"/>
                    <a:pt x="350" y="0"/>
                    <a:pt x="300" y="0"/>
                  </a:cubicBezTo>
                  <a:close/>
                </a:path>
              </a:pathLst>
            </a:custGeom>
            <a:solidFill>
              <a:srgbClr val="DFE5E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214" name="Google Shape;15214;p44"/>
            <p:cNvSpPr/>
            <p:nvPr/>
          </p:nvSpPr>
          <p:spPr>
            <a:xfrm>
              <a:off x="1449894" y="2677841"/>
              <a:ext cx="78974" cy="72140"/>
            </a:xfrm>
            <a:custGeom>
              <a:rect b="b" l="l" r="r" t="t"/>
              <a:pathLst>
                <a:path extrusionOk="0" h="2755" w="3016">
                  <a:moveTo>
                    <a:pt x="300" y="0"/>
                  </a:moveTo>
                  <a:cubicBezTo>
                    <a:pt x="138" y="0"/>
                    <a:pt x="0" y="209"/>
                    <a:pt x="154" y="363"/>
                  </a:cubicBezTo>
                  <a:lnTo>
                    <a:pt x="2272" y="2461"/>
                  </a:lnTo>
                  <a:lnTo>
                    <a:pt x="2443" y="2633"/>
                  </a:lnTo>
                  <a:cubicBezTo>
                    <a:pt x="2520" y="2714"/>
                    <a:pt x="2622" y="2755"/>
                    <a:pt x="2725" y="2755"/>
                  </a:cubicBezTo>
                  <a:cubicBezTo>
                    <a:pt x="2827" y="2755"/>
                    <a:pt x="2930" y="2714"/>
                    <a:pt x="3006" y="2633"/>
                  </a:cubicBezTo>
                  <a:lnTo>
                    <a:pt x="3016" y="2633"/>
                  </a:lnTo>
                  <a:lnTo>
                    <a:pt x="449" y="67"/>
                  </a:lnTo>
                  <a:cubicBezTo>
                    <a:pt x="402" y="20"/>
                    <a:pt x="350" y="0"/>
                    <a:pt x="300" y="0"/>
                  </a:cubicBezTo>
                  <a:close/>
                </a:path>
              </a:pathLst>
            </a:custGeom>
            <a:solidFill>
              <a:srgbClr val="DFE5E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215" name="Google Shape;15215;p44"/>
            <p:cNvSpPr/>
            <p:nvPr/>
          </p:nvSpPr>
          <p:spPr>
            <a:xfrm>
              <a:off x="1478383" y="2413975"/>
              <a:ext cx="97199" cy="94764"/>
            </a:xfrm>
            <a:custGeom>
              <a:rect b="b" l="l" r="r" t="t"/>
              <a:pathLst>
                <a:path extrusionOk="0" h="3619" w="3712">
                  <a:moveTo>
                    <a:pt x="1842" y="0"/>
                  </a:moveTo>
                  <a:cubicBezTo>
                    <a:pt x="1375" y="0"/>
                    <a:pt x="910" y="195"/>
                    <a:pt x="583" y="575"/>
                  </a:cubicBezTo>
                  <a:cubicBezTo>
                    <a:pt x="544" y="614"/>
                    <a:pt x="506" y="661"/>
                    <a:pt x="478" y="699"/>
                  </a:cubicBezTo>
                  <a:cubicBezTo>
                    <a:pt x="29" y="1272"/>
                    <a:pt x="1" y="2054"/>
                    <a:pt x="411" y="2655"/>
                  </a:cubicBezTo>
                  <a:cubicBezTo>
                    <a:pt x="420" y="2684"/>
                    <a:pt x="449" y="2712"/>
                    <a:pt x="478" y="2750"/>
                  </a:cubicBezTo>
                  <a:cubicBezTo>
                    <a:pt x="506" y="2789"/>
                    <a:pt x="535" y="2827"/>
                    <a:pt x="564" y="2855"/>
                  </a:cubicBezTo>
                  <a:cubicBezTo>
                    <a:pt x="885" y="3205"/>
                    <a:pt x="1334" y="3400"/>
                    <a:pt x="1796" y="3400"/>
                  </a:cubicBezTo>
                  <a:cubicBezTo>
                    <a:pt x="1951" y="3400"/>
                    <a:pt x="2108" y="3378"/>
                    <a:pt x="2262" y="3332"/>
                  </a:cubicBezTo>
                  <a:lnTo>
                    <a:pt x="2815" y="3599"/>
                  </a:lnTo>
                  <a:cubicBezTo>
                    <a:pt x="2845" y="3613"/>
                    <a:pt x="2876" y="3619"/>
                    <a:pt x="2907" y="3619"/>
                  </a:cubicBezTo>
                  <a:cubicBezTo>
                    <a:pt x="3029" y="3619"/>
                    <a:pt x="3139" y="3520"/>
                    <a:pt x="3139" y="3390"/>
                  </a:cubicBezTo>
                  <a:lnTo>
                    <a:pt x="3111" y="2770"/>
                  </a:lnTo>
                  <a:cubicBezTo>
                    <a:pt x="3712" y="2073"/>
                    <a:pt x="3635" y="1014"/>
                    <a:pt x="2939" y="413"/>
                  </a:cubicBezTo>
                  <a:cubicBezTo>
                    <a:pt x="2622" y="136"/>
                    <a:pt x="2231" y="0"/>
                    <a:pt x="1842" y="0"/>
                  </a:cubicBezTo>
                  <a:close/>
                </a:path>
              </a:pathLst>
            </a:custGeom>
            <a:solidFill>
              <a:srgbClr val="BECBD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216" name="Google Shape;15216;p44"/>
            <p:cNvSpPr/>
            <p:nvPr/>
          </p:nvSpPr>
          <p:spPr>
            <a:xfrm>
              <a:off x="1394199" y="2415755"/>
              <a:ext cx="112334" cy="92983"/>
            </a:xfrm>
            <a:custGeom>
              <a:rect b="b" l="l" r="r" t="t"/>
              <a:pathLst>
                <a:path extrusionOk="0" h="3551" w="4290">
                  <a:moveTo>
                    <a:pt x="2165" y="0"/>
                  </a:moveTo>
                  <a:cubicBezTo>
                    <a:pt x="2140" y="0"/>
                    <a:pt x="2115" y="1"/>
                    <a:pt x="2090" y="2"/>
                  </a:cubicBezTo>
                  <a:cubicBezTo>
                    <a:pt x="735" y="49"/>
                    <a:pt x="1" y="1633"/>
                    <a:pt x="850" y="2702"/>
                  </a:cubicBezTo>
                  <a:lnTo>
                    <a:pt x="821" y="3322"/>
                  </a:lnTo>
                  <a:cubicBezTo>
                    <a:pt x="813" y="3452"/>
                    <a:pt x="922" y="3551"/>
                    <a:pt x="1044" y="3551"/>
                  </a:cubicBezTo>
                  <a:cubicBezTo>
                    <a:pt x="1075" y="3551"/>
                    <a:pt x="1106" y="3545"/>
                    <a:pt x="1136" y="3531"/>
                  </a:cubicBezTo>
                  <a:lnTo>
                    <a:pt x="1699" y="3264"/>
                  </a:lnTo>
                  <a:cubicBezTo>
                    <a:pt x="1853" y="3309"/>
                    <a:pt x="2009" y="3330"/>
                    <a:pt x="2164" y="3330"/>
                  </a:cubicBezTo>
                  <a:cubicBezTo>
                    <a:pt x="2711" y="3330"/>
                    <a:pt x="3237" y="3063"/>
                    <a:pt x="3550" y="2587"/>
                  </a:cubicBezTo>
                  <a:cubicBezTo>
                    <a:pt x="4289" y="1473"/>
                    <a:pt x="3485" y="0"/>
                    <a:pt x="2165" y="0"/>
                  </a:cubicBezTo>
                  <a:close/>
                </a:path>
              </a:pathLst>
            </a:custGeom>
            <a:solidFill>
              <a:srgbClr val="95A6B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217" name="Google Shape;15217;p44"/>
            <p:cNvSpPr/>
            <p:nvPr/>
          </p:nvSpPr>
          <p:spPr>
            <a:xfrm>
              <a:off x="1429679" y="2455373"/>
              <a:ext cx="11024" cy="11888"/>
            </a:xfrm>
            <a:custGeom>
              <a:rect b="b" l="l" r="r" t="t"/>
              <a:pathLst>
                <a:path extrusionOk="0" h="454" w="421">
                  <a:moveTo>
                    <a:pt x="210" y="1"/>
                  </a:moveTo>
                  <a:cubicBezTo>
                    <a:pt x="105" y="1"/>
                    <a:pt x="0" y="72"/>
                    <a:pt x="0" y="215"/>
                  </a:cubicBezTo>
                  <a:lnTo>
                    <a:pt x="0" y="244"/>
                  </a:lnTo>
                  <a:cubicBezTo>
                    <a:pt x="0" y="359"/>
                    <a:pt x="96" y="454"/>
                    <a:pt x="210" y="454"/>
                  </a:cubicBezTo>
                  <a:cubicBezTo>
                    <a:pt x="325" y="454"/>
                    <a:pt x="420" y="359"/>
                    <a:pt x="420" y="244"/>
                  </a:cubicBezTo>
                  <a:lnTo>
                    <a:pt x="420" y="215"/>
                  </a:lnTo>
                  <a:cubicBezTo>
                    <a:pt x="420" y="72"/>
                    <a:pt x="315" y="1"/>
                    <a:pt x="210" y="1"/>
                  </a:cubicBezTo>
                  <a:close/>
                </a:path>
              </a:pathLst>
            </a:custGeom>
            <a:solidFill>
              <a:srgbClr val="BECBD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218" name="Google Shape;15218;p44"/>
            <p:cNvSpPr/>
            <p:nvPr/>
          </p:nvSpPr>
          <p:spPr>
            <a:xfrm>
              <a:off x="1445155" y="2455373"/>
              <a:ext cx="11024" cy="11888"/>
            </a:xfrm>
            <a:custGeom>
              <a:rect b="b" l="l" r="r" t="t"/>
              <a:pathLst>
                <a:path extrusionOk="0" h="454" w="421">
                  <a:moveTo>
                    <a:pt x="211" y="1"/>
                  </a:moveTo>
                  <a:cubicBezTo>
                    <a:pt x="106" y="1"/>
                    <a:pt x="1" y="72"/>
                    <a:pt x="1" y="215"/>
                  </a:cubicBezTo>
                  <a:lnTo>
                    <a:pt x="1" y="244"/>
                  </a:lnTo>
                  <a:cubicBezTo>
                    <a:pt x="1" y="359"/>
                    <a:pt x="96" y="454"/>
                    <a:pt x="211" y="454"/>
                  </a:cubicBezTo>
                  <a:cubicBezTo>
                    <a:pt x="325" y="454"/>
                    <a:pt x="421" y="359"/>
                    <a:pt x="421" y="244"/>
                  </a:cubicBezTo>
                  <a:lnTo>
                    <a:pt x="421" y="215"/>
                  </a:lnTo>
                  <a:cubicBezTo>
                    <a:pt x="421" y="72"/>
                    <a:pt x="316" y="1"/>
                    <a:pt x="211" y="1"/>
                  </a:cubicBezTo>
                  <a:close/>
                </a:path>
              </a:pathLst>
            </a:custGeom>
            <a:solidFill>
              <a:srgbClr val="BECBD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219" name="Google Shape;15219;p44"/>
            <p:cNvSpPr/>
            <p:nvPr/>
          </p:nvSpPr>
          <p:spPr>
            <a:xfrm>
              <a:off x="1460787" y="2455373"/>
              <a:ext cx="11129" cy="11888"/>
            </a:xfrm>
            <a:custGeom>
              <a:rect b="b" l="l" r="r" t="t"/>
              <a:pathLst>
                <a:path extrusionOk="0" h="454" w="425">
                  <a:moveTo>
                    <a:pt x="208" y="1"/>
                  </a:moveTo>
                  <a:cubicBezTo>
                    <a:pt x="103" y="1"/>
                    <a:pt x="0" y="72"/>
                    <a:pt x="5" y="215"/>
                  </a:cubicBezTo>
                  <a:lnTo>
                    <a:pt x="5" y="244"/>
                  </a:lnTo>
                  <a:cubicBezTo>
                    <a:pt x="5" y="359"/>
                    <a:pt x="91" y="454"/>
                    <a:pt x="215" y="454"/>
                  </a:cubicBezTo>
                  <a:cubicBezTo>
                    <a:pt x="329" y="454"/>
                    <a:pt x="425" y="359"/>
                    <a:pt x="425" y="244"/>
                  </a:cubicBezTo>
                  <a:lnTo>
                    <a:pt x="425" y="215"/>
                  </a:lnTo>
                  <a:cubicBezTo>
                    <a:pt x="420" y="72"/>
                    <a:pt x="313" y="1"/>
                    <a:pt x="208" y="1"/>
                  </a:cubicBezTo>
                  <a:close/>
                </a:path>
              </a:pathLst>
            </a:custGeom>
            <a:solidFill>
              <a:srgbClr val="BECBD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220" name="Google Shape;15220;p44"/>
            <p:cNvSpPr/>
            <p:nvPr/>
          </p:nvSpPr>
          <p:spPr>
            <a:xfrm>
              <a:off x="1505878" y="2455373"/>
              <a:ext cx="10998" cy="11888"/>
            </a:xfrm>
            <a:custGeom>
              <a:rect b="b" l="l" r="r" t="t"/>
              <a:pathLst>
                <a:path extrusionOk="0" h="454" w="420">
                  <a:moveTo>
                    <a:pt x="210" y="1"/>
                  </a:moveTo>
                  <a:cubicBezTo>
                    <a:pt x="105" y="1"/>
                    <a:pt x="0" y="72"/>
                    <a:pt x="0" y="215"/>
                  </a:cubicBezTo>
                  <a:lnTo>
                    <a:pt x="0" y="244"/>
                  </a:lnTo>
                  <a:cubicBezTo>
                    <a:pt x="0" y="359"/>
                    <a:pt x="86" y="454"/>
                    <a:pt x="210" y="454"/>
                  </a:cubicBezTo>
                  <a:cubicBezTo>
                    <a:pt x="324" y="454"/>
                    <a:pt x="420" y="359"/>
                    <a:pt x="420" y="244"/>
                  </a:cubicBezTo>
                  <a:lnTo>
                    <a:pt x="420" y="215"/>
                  </a:lnTo>
                  <a:cubicBezTo>
                    <a:pt x="420" y="72"/>
                    <a:pt x="315" y="1"/>
                    <a:pt x="210" y="1"/>
                  </a:cubicBezTo>
                  <a:close/>
                </a:path>
              </a:pathLst>
            </a:custGeom>
            <a:solidFill>
              <a:srgbClr val="95A6B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221" name="Google Shape;15221;p44"/>
            <p:cNvSpPr/>
            <p:nvPr/>
          </p:nvSpPr>
          <p:spPr>
            <a:xfrm>
              <a:off x="1521353" y="2455373"/>
              <a:ext cx="11024" cy="11888"/>
            </a:xfrm>
            <a:custGeom>
              <a:rect b="b" l="l" r="r" t="t"/>
              <a:pathLst>
                <a:path extrusionOk="0" h="454" w="421">
                  <a:moveTo>
                    <a:pt x="210" y="1"/>
                  </a:moveTo>
                  <a:cubicBezTo>
                    <a:pt x="105" y="1"/>
                    <a:pt x="1" y="72"/>
                    <a:pt x="1" y="215"/>
                  </a:cubicBezTo>
                  <a:lnTo>
                    <a:pt x="1" y="244"/>
                  </a:lnTo>
                  <a:cubicBezTo>
                    <a:pt x="1" y="359"/>
                    <a:pt x="96" y="454"/>
                    <a:pt x="210" y="454"/>
                  </a:cubicBezTo>
                  <a:cubicBezTo>
                    <a:pt x="325" y="454"/>
                    <a:pt x="420" y="359"/>
                    <a:pt x="420" y="244"/>
                  </a:cubicBezTo>
                  <a:lnTo>
                    <a:pt x="420" y="215"/>
                  </a:lnTo>
                  <a:cubicBezTo>
                    <a:pt x="420" y="72"/>
                    <a:pt x="315" y="1"/>
                    <a:pt x="210" y="1"/>
                  </a:cubicBezTo>
                  <a:close/>
                </a:path>
              </a:pathLst>
            </a:custGeom>
            <a:solidFill>
              <a:srgbClr val="95A6B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222" name="Google Shape;15222;p44"/>
            <p:cNvSpPr/>
            <p:nvPr/>
          </p:nvSpPr>
          <p:spPr>
            <a:xfrm>
              <a:off x="1536724" y="2455373"/>
              <a:ext cx="11129" cy="11888"/>
            </a:xfrm>
            <a:custGeom>
              <a:rect b="b" l="l" r="r" t="t"/>
              <a:pathLst>
                <a:path extrusionOk="0" h="454" w="425">
                  <a:moveTo>
                    <a:pt x="208" y="1"/>
                  </a:moveTo>
                  <a:cubicBezTo>
                    <a:pt x="103" y="1"/>
                    <a:pt x="0" y="72"/>
                    <a:pt x="5" y="215"/>
                  </a:cubicBezTo>
                  <a:lnTo>
                    <a:pt x="5" y="244"/>
                  </a:lnTo>
                  <a:cubicBezTo>
                    <a:pt x="5" y="359"/>
                    <a:pt x="91" y="454"/>
                    <a:pt x="215" y="454"/>
                  </a:cubicBezTo>
                  <a:cubicBezTo>
                    <a:pt x="329" y="454"/>
                    <a:pt x="425" y="359"/>
                    <a:pt x="425" y="244"/>
                  </a:cubicBezTo>
                  <a:lnTo>
                    <a:pt x="425" y="215"/>
                  </a:lnTo>
                  <a:cubicBezTo>
                    <a:pt x="420" y="72"/>
                    <a:pt x="313" y="1"/>
                    <a:pt x="208" y="1"/>
                  </a:cubicBezTo>
                  <a:close/>
                </a:path>
              </a:pathLst>
            </a:custGeom>
            <a:solidFill>
              <a:srgbClr val="95A6B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5223" name="Google Shape;15223;p44"/>
          <p:cNvGrpSpPr/>
          <p:nvPr/>
        </p:nvGrpSpPr>
        <p:grpSpPr>
          <a:xfrm>
            <a:off x="1298519" y="1817922"/>
            <a:ext cx="378451" cy="341322"/>
            <a:chOff x="1298519" y="1970322"/>
            <a:chExt cx="378451" cy="341322"/>
          </a:xfrm>
        </p:grpSpPr>
        <p:sp>
          <p:nvSpPr>
            <p:cNvPr id="15224" name="Google Shape;15224;p44"/>
            <p:cNvSpPr/>
            <p:nvPr/>
          </p:nvSpPr>
          <p:spPr>
            <a:xfrm>
              <a:off x="1498624" y="1970322"/>
              <a:ext cx="178346" cy="149857"/>
            </a:xfrm>
            <a:custGeom>
              <a:rect b="b" l="l" r="r" t="t"/>
              <a:pathLst>
                <a:path extrusionOk="0" h="5723" w="6811">
                  <a:moveTo>
                    <a:pt x="3433" y="1"/>
                  </a:moveTo>
                  <a:cubicBezTo>
                    <a:pt x="3396" y="1"/>
                    <a:pt x="3358" y="2"/>
                    <a:pt x="3320" y="3"/>
                  </a:cubicBezTo>
                  <a:cubicBezTo>
                    <a:pt x="1155" y="89"/>
                    <a:pt x="0" y="2598"/>
                    <a:pt x="1355" y="4296"/>
                  </a:cubicBezTo>
                  <a:lnTo>
                    <a:pt x="1298" y="5489"/>
                  </a:lnTo>
                  <a:cubicBezTo>
                    <a:pt x="1290" y="5623"/>
                    <a:pt x="1394" y="5723"/>
                    <a:pt x="1513" y="5723"/>
                  </a:cubicBezTo>
                  <a:cubicBezTo>
                    <a:pt x="1546" y="5723"/>
                    <a:pt x="1580" y="5715"/>
                    <a:pt x="1613" y="5698"/>
                  </a:cubicBezTo>
                  <a:lnTo>
                    <a:pt x="2700" y="5193"/>
                  </a:lnTo>
                  <a:cubicBezTo>
                    <a:pt x="2942" y="5262"/>
                    <a:pt x="3188" y="5295"/>
                    <a:pt x="3430" y="5295"/>
                  </a:cubicBezTo>
                  <a:cubicBezTo>
                    <a:pt x="4298" y="5295"/>
                    <a:pt x="5129" y="4870"/>
                    <a:pt x="5629" y="4124"/>
                  </a:cubicBezTo>
                  <a:cubicBezTo>
                    <a:pt x="6810" y="2353"/>
                    <a:pt x="5532" y="1"/>
                    <a:pt x="3433" y="1"/>
                  </a:cubicBezTo>
                  <a:close/>
                </a:path>
              </a:pathLst>
            </a:custGeom>
            <a:solidFill>
              <a:srgbClr val="95A6B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225" name="Google Shape;15225;p44"/>
            <p:cNvSpPr/>
            <p:nvPr/>
          </p:nvSpPr>
          <p:spPr>
            <a:xfrm>
              <a:off x="1571969" y="2019576"/>
              <a:ext cx="21603" cy="53260"/>
            </a:xfrm>
            <a:custGeom>
              <a:rect b="b" l="l" r="r" t="t"/>
              <a:pathLst>
                <a:path extrusionOk="0" h="2034" w="825">
                  <a:moveTo>
                    <a:pt x="282" y="1"/>
                  </a:moveTo>
                  <a:cubicBezTo>
                    <a:pt x="1" y="1"/>
                    <a:pt x="1" y="422"/>
                    <a:pt x="282" y="422"/>
                  </a:cubicBezTo>
                  <a:cubicBezTo>
                    <a:pt x="288" y="422"/>
                    <a:pt x="294" y="422"/>
                    <a:pt x="300" y="421"/>
                  </a:cubicBezTo>
                  <a:lnTo>
                    <a:pt x="414" y="421"/>
                  </a:lnTo>
                  <a:lnTo>
                    <a:pt x="414" y="1824"/>
                  </a:lnTo>
                  <a:cubicBezTo>
                    <a:pt x="414" y="1938"/>
                    <a:pt x="510" y="2033"/>
                    <a:pt x="624" y="2033"/>
                  </a:cubicBezTo>
                  <a:cubicBezTo>
                    <a:pt x="729" y="2024"/>
                    <a:pt x="825" y="1938"/>
                    <a:pt x="825" y="1824"/>
                  </a:cubicBezTo>
                  <a:lnTo>
                    <a:pt x="825" y="211"/>
                  </a:lnTo>
                  <a:cubicBezTo>
                    <a:pt x="825" y="97"/>
                    <a:pt x="729" y="1"/>
                    <a:pt x="615" y="1"/>
                  </a:cubicBezTo>
                  <a:lnTo>
                    <a:pt x="300" y="1"/>
                  </a:lnTo>
                  <a:cubicBezTo>
                    <a:pt x="294" y="1"/>
                    <a:pt x="288" y="1"/>
                    <a:pt x="282" y="1"/>
                  </a:cubicBezTo>
                  <a:close/>
                </a:path>
              </a:pathLst>
            </a:custGeom>
            <a:solidFill>
              <a:srgbClr val="E9EEF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226" name="Google Shape;15226;p44"/>
            <p:cNvSpPr/>
            <p:nvPr/>
          </p:nvSpPr>
          <p:spPr>
            <a:xfrm>
              <a:off x="1571707" y="2064038"/>
              <a:ext cx="33203" cy="10814"/>
            </a:xfrm>
            <a:custGeom>
              <a:rect b="b" l="l" r="r" t="t"/>
              <a:pathLst>
                <a:path extrusionOk="0" h="413" w="1268">
                  <a:moveTo>
                    <a:pt x="265" y="0"/>
                  </a:moveTo>
                  <a:cubicBezTo>
                    <a:pt x="1" y="0"/>
                    <a:pt x="4" y="412"/>
                    <a:pt x="273" y="412"/>
                  </a:cubicBezTo>
                  <a:cubicBezTo>
                    <a:pt x="279" y="412"/>
                    <a:pt x="285" y="412"/>
                    <a:pt x="291" y="412"/>
                  </a:cubicBezTo>
                  <a:lnTo>
                    <a:pt x="978" y="412"/>
                  </a:lnTo>
                  <a:cubicBezTo>
                    <a:pt x="984" y="412"/>
                    <a:pt x="990" y="412"/>
                    <a:pt x="995" y="412"/>
                  </a:cubicBezTo>
                  <a:cubicBezTo>
                    <a:pt x="1265" y="412"/>
                    <a:pt x="1267" y="0"/>
                    <a:pt x="1004" y="0"/>
                  </a:cubicBezTo>
                  <a:cubicBezTo>
                    <a:pt x="995" y="0"/>
                    <a:pt x="987" y="1"/>
                    <a:pt x="978" y="2"/>
                  </a:cubicBezTo>
                  <a:lnTo>
                    <a:pt x="291" y="2"/>
                  </a:lnTo>
                  <a:cubicBezTo>
                    <a:pt x="282" y="1"/>
                    <a:pt x="273" y="0"/>
                    <a:pt x="265" y="0"/>
                  </a:cubicBezTo>
                  <a:close/>
                </a:path>
              </a:pathLst>
            </a:custGeom>
            <a:solidFill>
              <a:srgbClr val="E9EEF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227" name="Google Shape;15227;p44"/>
            <p:cNvSpPr/>
            <p:nvPr/>
          </p:nvSpPr>
          <p:spPr>
            <a:xfrm>
              <a:off x="1575058" y="2003001"/>
              <a:ext cx="18775" cy="15868"/>
            </a:xfrm>
            <a:custGeom>
              <a:rect b="b" l="l" r="r" t="t"/>
              <a:pathLst>
                <a:path extrusionOk="0" h="606" w="717">
                  <a:moveTo>
                    <a:pt x="407" y="1"/>
                  </a:moveTo>
                  <a:cubicBezTo>
                    <a:pt x="331" y="1"/>
                    <a:pt x="253" y="29"/>
                    <a:pt x="191" y="91"/>
                  </a:cubicBezTo>
                  <a:cubicBezTo>
                    <a:pt x="1" y="281"/>
                    <a:pt x="134" y="606"/>
                    <a:pt x="411" y="606"/>
                  </a:cubicBezTo>
                  <a:cubicBezTo>
                    <a:pt x="573" y="606"/>
                    <a:pt x="707" y="472"/>
                    <a:pt x="716" y="301"/>
                  </a:cubicBezTo>
                  <a:cubicBezTo>
                    <a:pt x="716" y="120"/>
                    <a:pt x="564" y="1"/>
                    <a:pt x="407" y="1"/>
                  </a:cubicBezTo>
                  <a:close/>
                </a:path>
              </a:pathLst>
            </a:custGeom>
            <a:solidFill>
              <a:srgbClr val="E9EEF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228" name="Google Shape;15228;p44"/>
            <p:cNvSpPr/>
            <p:nvPr/>
          </p:nvSpPr>
          <p:spPr>
            <a:xfrm>
              <a:off x="1345495" y="2004625"/>
              <a:ext cx="170150" cy="171119"/>
            </a:xfrm>
            <a:custGeom>
              <a:rect b="b" l="l" r="r" t="t"/>
              <a:pathLst>
                <a:path extrusionOk="0" h="6535" w="6498">
                  <a:moveTo>
                    <a:pt x="3254" y="0"/>
                  </a:moveTo>
                  <a:cubicBezTo>
                    <a:pt x="1842" y="0"/>
                    <a:pt x="649" y="1059"/>
                    <a:pt x="477" y="2461"/>
                  </a:cubicBezTo>
                  <a:lnTo>
                    <a:pt x="19" y="6287"/>
                  </a:lnTo>
                  <a:cubicBezTo>
                    <a:pt x="0" y="6420"/>
                    <a:pt x="105" y="6535"/>
                    <a:pt x="239" y="6535"/>
                  </a:cubicBezTo>
                  <a:lnTo>
                    <a:pt x="6278" y="6535"/>
                  </a:lnTo>
                  <a:cubicBezTo>
                    <a:pt x="6402" y="6525"/>
                    <a:pt x="6497" y="6411"/>
                    <a:pt x="6488" y="6287"/>
                  </a:cubicBezTo>
                  <a:lnTo>
                    <a:pt x="6030" y="2461"/>
                  </a:lnTo>
                  <a:cubicBezTo>
                    <a:pt x="5858" y="1059"/>
                    <a:pt x="4665" y="0"/>
                    <a:pt x="3254" y="0"/>
                  </a:cubicBezTo>
                  <a:close/>
                </a:path>
              </a:pathLst>
            </a:custGeom>
            <a:solidFill>
              <a:srgbClr val="738A9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229" name="Google Shape;15229;p44"/>
            <p:cNvSpPr/>
            <p:nvPr/>
          </p:nvSpPr>
          <p:spPr>
            <a:xfrm>
              <a:off x="1404935" y="2140760"/>
              <a:ext cx="51742" cy="93454"/>
            </a:xfrm>
            <a:custGeom>
              <a:rect b="b" l="l" r="r" t="t"/>
              <a:pathLst>
                <a:path extrusionOk="0" h="3569" w="1976">
                  <a:moveTo>
                    <a:pt x="1" y="0"/>
                  </a:moveTo>
                  <a:lnTo>
                    <a:pt x="1" y="2710"/>
                  </a:lnTo>
                  <a:lnTo>
                    <a:pt x="984" y="3559"/>
                  </a:lnTo>
                  <a:lnTo>
                    <a:pt x="984" y="3568"/>
                  </a:lnTo>
                  <a:lnTo>
                    <a:pt x="993" y="3568"/>
                  </a:lnTo>
                  <a:lnTo>
                    <a:pt x="993" y="3559"/>
                  </a:lnTo>
                  <a:lnTo>
                    <a:pt x="1976" y="2710"/>
                  </a:lnTo>
                  <a:lnTo>
                    <a:pt x="1976" y="0"/>
                  </a:lnTo>
                  <a:close/>
                </a:path>
              </a:pathLst>
            </a:custGeom>
            <a:solidFill>
              <a:srgbClr val="C8D3D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230" name="Google Shape;15230;p44"/>
            <p:cNvSpPr/>
            <p:nvPr/>
          </p:nvSpPr>
          <p:spPr>
            <a:xfrm>
              <a:off x="1298519" y="2198708"/>
              <a:ext cx="264338" cy="112936"/>
            </a:xfrm>
            <a:custGeom>
              <a:rect b="b" l="l" r="r" t="t"/>
              <a:pathLst>
                <a:path extrusionOk="0" h="4313" w="10095">
                  <a:moveTo>
                    <a:pt x="4065" y="1"/>
                  </a:moveTo>
                  <a:lnTo>
                    <a:pt x="2739" y="420"/>
                  </a:lnTo>
                  <a:lnTo>
                    <a:pt x="1813" y="726"/>
                  </a:lnTo>
                  <a:cubicBezTo>
                    <a:pt x="735" y="1069"/>
                    <a:pt x="1" y="2071"/>
                    <a:pt x="10" y="3196"/>
                  </a:cubicBezTo>
                  <a:lnTo>
                    <a:pt x="10" y="4093"/>
                  </a:lnTo>
                  <a:cubicBezTo>
                    <a:pt x="1" y="4217"/>
                    <a:pt x="106" y="4313"/>
                    <a:pt x="230" y="4313"/>
                  </a:cubicBezTo>
                  <a:lnTo>
                    <a:pt x="9875" y="4313"/>
                  </a:lnTo>
                  <a:cubicBezTo>
                    <a:pt x="9999" y="4313"/>
                    <a:pt x="10094" y="4217"/>
                    <a:pt x="10094" y="4093"/>
                  </a:cubicBezTo>
                  <a:lnTo>
                    <a:pt x="10094" y="3196"/>
                  </a:lnTo>
                  <a:cubicBezTo>
                    <a:pt x="10094" y="2071"/>
                    <a:pt x="9369" y="1069"/>
                    <a:pt x="8291" y="716"/>
                  </a:cubicBezTo>
                  <a:lnTo>
                    <a:pt x="7242" y="382"/>
                  </a:lnTo>
                  <a:lnTo>
                    <a:pt x="6040" y="1"/>
                  </a:lnTo>
                  <a:lnTo>
                    <a:pt x="5057" y="697"/>
                  </a:lnTo>
                  <a:lnTo>
                    <a:pt x="4065" y="1"/>
                  </a:lnTo>
                  <a:close/>
                </a:path>
              </a:pathLst>
            </a:custGeom>
            <a:solidFill>
              <a:srgbClr val="E9EEF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231" name="Google Shape;15231;p44"/>
            <p:cNvSpPr/>
            <p:nvPr/>
          </p:nvSpPr>
          <p:spPr>
            <a:xfrm>
              <a:off x="1488124" y="2208710"/>
              <a:ext cx="74732" cy="102933"/>
            </a:xfrm>
            <a:custGeom>
              <a:rect b="b" l="l" r="r" t="t"/>
              <a:pathLst>
                <a:path extrusionOk="0" h="3931" w="2854">
                  <a:moveTo>
                    <a:pt x="1" y="0"/>
                  </a:moveTo>
                  <a:lnTo>
                    <a:pt x="783" y="344"/>
                  </a:lnTo>
                  <a:cubicBezTo>
                    <a:pt x="1584" y="687"/>
                    <a:pt x="2128" y="1689"/>
                    <a:pt x="2128" y="2814"/>
                  </a:cubicBezTo>
                  <a:lnTo>
                    <a:pt x="2128" y="3931"/>
                  </a:lnTo>
                  <a:lnTo>
                    <a:pt x="2634" y="3931"/>
                  </a:lnTo>
                  <a:cubicBezTo>
                    <a:pt x="2758" y="3931"/>
                    <a:pt x="2853" y="3835"/>
                    <a:pt x="2853" y="3711"/>
                  </a:cubicBezTo>
                  <a:lnTo>
                    <a:pt x="2853" y="2814"/>
                  </a:lnTo>
                  <a:cubicBezTo>
                    <a:pt x="2853" y="1689"/>
                    <a:pt x="2128" y="687"/>
                    <a:pt x="1050" y="344"/>
                  </a:cubicBezTo>
                  <a:lnTo>
                    <a:pt x="1" y="0"/>
                  </a:lnTo>
                  <a:close/>
                </a:path>
              </a:pathLst>
            </a:custGeom>
            <a:solidFill>
              <a:srgbClr val="CDD7D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232" name="Google Shape;15232;p44"/>
            <p:cNvSpPr/>
            <p:nvPr/>
          </p:nvSpPr>
          <p:spPr>
            <a:xfrm>
              <a:off x="1298519" y="2209941"/>
              <a:ext cx="71721" cy="101703"/>
            </a:xfrm>
            <a:custGeom>
              <a:rect b="b" l="l" r="r" t="t"/>
              <a:pathLst>
                <a:path extrusionOk="0" h="3884" w="2739">
                  <a:moveTo>
                    <a:pt x="2739" y="1"/>
                  </a:moveTo>
                  <a:lnTo>
                    <a:pt x="1813" y="297"/>
                  </a:lnTo>
                  <a:cubicBezTo>
                    <a:pt x="735" y="640"/>
                    <a:pt x="1" y="1642"/>
                    <a:pt x="10" y="2767"/>
                  </a:cubicBezTo>
                  <a:lnTo>
                    <a:pt x="10" y="3664"/>
                  </a:lnTo>
                  <a:cubicBezTo>
                    <a:pt x="1" y="3788"/>
                    <a:pt x="106" y="3884"/>
                    <a:pt x="220" y="3884"/>
                  </a:cubicBezTo>
                  <a:lnTo>
                    <a:pt x="697" y="3884"/>
                  </a:lnTo>
                  <a:lnTo>
                    <a:pt x="697" y="2767"/>
                  </a:lnTo>
                  <a:cubicBezTo>
                    <a:pt x="697" y="1642"/>
                    <a:pt x="1251" y="640"/>
                    <a:pt x="2052" y="297"/>
                  </a:cubicBezTo>
                  <a:lnTo>
                    <a:pt x="2739" y="1"/>
                  </a:lnTo>
                  <a:close/>
                </a:path>
              </a:pathLst>
            </a:custGeom>
            <a:solidFill>
              <a:srgbClr val="CDD7D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233" name="Google Shape;15233;p44"/>
            <p:cNvSpPr/>
            <p:nvPr/>
          </p:nvSpPr>
          <p:spPr>
            <a:xfrm>
              <a:off x="1425045" y="2243615"/>
              <a:ext cx="11390" cy="12333"/>
            </a:xfrm>
            <a:custGeom>
              <a:rect b="b" l="l" r="r" t="t"/>
              <a:pathLst>
                <a:path extrusionOk="0" h="471" w="435">
                  <a:moveTo>
                    <a:pt x="217" y="0"/>
                  </a:moveTo>
                  <a:cubicBezTo>
                    <a:pt x="108" y="0"/>
                    <a:pt x="1" y="74"/>
                    <a:pt x="15" y="222"/>
                  </a:cubicBezTo>
                  <a:lnTo>
                    <a:pt x="15" y="260"/>
                  </a:lnTo>
                  <a:cubicBezTo>
                    <a:pt x="15" y="375"/>
                    <a:pt x="101" y="470"/>
                    <a:pt x="216" y="470"/>
                  </a:cubicBezTo>
                  <a:cubicBezTo>
                    <a:pt x="330" y="470"/>
                    <a:pt x="425" y="375"/>
                    <a:pt x="425" y="260"/>
                  </a:cubicBezTo>
                  <a:lnTo>
                    <a:pt x="425" y="222"/>
                  </a:lnTo>
                  <a:cubicBezTo>
                    <a:pt x="435" y="74"/>
                    <a:pt x="325" y="0"/>
                    <a:pt x="217" y="0"/>
                  </a:cubicBezTo>
                  <a:close/>
                </a:path>
              </a:pathLst>
            </a:custGeom>
            <a:solidFill>
              <a:srgbClr val="CDD7D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234" name="Google Shape;15234;p44"/>
            <p:cNvSpPr/>
            <p:nvPr/>
          </p:nvSpPr>
          <p:spPr>
            <a:xfrm>
              <a:off x="1425045" y="2262102"/>
              <a:ext cx="11390" cy="12333"/>
            </a:xfrm>
            <a:custGeom>
              <a:rect b="b" l="l" r="r" t="t"/>
              <a:pathLst>
                <a:path extrusionOk="0" h="471" w="435">
                  <a:moveTo>
                    <a:pt x="217" y="0"/>
                  </a:moveTo>
                  <a:cubicBezTo>
                    <a:pt x="108" y="0"/>
                    <a:pt x="1" y="74"/>
                    <a:pt x="15" y="222"/>
                  </a:cubicBezTo>
                  <a:lnTo>
                    <a:pt x="15" y="270"/>
                  </a:lnTo>
                  <a:cubicBezTo>
                    <a:pt x="15" y="384"/>
                    <a:pt x="101" y="470"/>
                    <a:pt x="216" y="470"/>
                  </a:cubicBezTo>
                  <a:cubicBezTo>
                    <a:pt x="330" y="470"/>
                    <a:pt x="425" y="384"/>
                    <a:pt x="425" y="270"/>
                  </a:cubicBezTo>
                  <a:lnTo>
                    <a:pt x="425" y="222"/>
                  </a:lnTo>
                  <a:cubicBezTo>
                    <a:pt x="435" y="74"/>
                    <a:pt x="325" y="0"/>
                    <a:pt x="217" y="0"/>
                  </a:cubicBezTo>
                  <a:close/>
                </a:path>
              </a:pathLst>
            </a:custGeom>
            <a:solidFill>
              <a:srgbClr val="CDD7D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235" name="Google Shape;15235;p44"/>
            <p:cNvSpPr/>
            <p:nvPr/>
          </p:nvSpPr>
          <p:spPr>
            <a:xfrm>
              <a:off x="1404935" y="2198708"/>
              <a:ext cx="26028" cy="38963"/>
            </a:xfrm>
            <a:custGeom>
              <a:rect b="b" l="l" r="r" t="t"/>
              <a:pathLst>
                <a:path extrusionOk="0" h="1488" w="994">
                  <a:moveTo>
                    <a:pt x="1" y="1"/>
                  </a:moveTo>
                  <a:lnTo>
                    <a:pt x="1" y="1269"/>
                  </a:lnTo>
                  <a:cubicBezTo>
                    <a:pt x="1" y="1401"/>
                    <a:pt x="109" y="1488"/>
                    <a:pt x="220" y="1488"/>
                  </a:cubicBezTo>
                  <a:cubicBezTo>
                    <a:pt x="278" y="1488"/>
                    <a:pt x="337" y="1465"/>
                    <a:pt x="382" y="1412"/>
                  </a:cubicBezTo>
                  <a:lnTo>
                    <a:pt x="993" y="697"/>
                  </a:lnTo>
                  <a:lnTo>
                    <a:pt x="1" y="1"/>
                  </a:lnTo>
                  <a:close/>
                </a:path>
              </a:pathLst>
            </a:custGeom>
            <a:solidFill>
              <a:srgbClr val="94A3B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236" name="Google Shape;15236;p44"/>
            <p:cNvSpPr/>
            <p:nvPr/>
          </p:nvSpPr>
          <p:spPr>
            <a:xfrm>
              <a:off x="1430674" y="2198708"/>
              <a:ext cx="26002" cy="38963"/>
            </a:xfrm>
            <a:custGeom>
              <a:rect b="b" l="l" r="r" t="t"/>
              <a:pathLst>
                <a:path extrusionOk="0" h="1488" w="993">
                  <a:moveTo>
                    <a:pt x="993" y="1"/>
                  </a:moveTo>
                  <a:lnTo>
                    <a:pt x="1" y="697"/>
                  </a:lnTo>
                  <a:lnTo>
                    <a:pt x="602" y="1412"/>
                  </a:lnTo>
                  <a:cubicBezTo>
                    <a:pt x="647" y="1465"/>
                    <a:pt x="707" y="1488"/>
                    <a:pt x="766" y="1488"/>
                  </a:cubicBezTo>
                  <a:cubicBezTo>
                    <a:pt x="881" y="1488"/>
                    <a:pt x="993" y="1401"/>
                    <a:pt x="993" y="1269"/>
                  </a:cubicBezTo>
                  <a:lnTo>
                    <a:pt x="993" y="1"/>
                  </a:lnTo>
                  <a:close/>
                </a:path>
              </a:pathLst>
            </a:custGeom>
            <a:solidFill>
              <a:srgbClr val="94A3B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237" name="Google Shape;15237;p44"/>
            <p:cNvSpPr/>
            <p:nvPr/>
          </p:nvSpPr>
          <p:spPr>
            <a:xfrm>
              <a:off x="1467648" y="2266658"/>
              <a:ext cx="53732" cy="20503"/>
            </a:xfrm>
            <a:custGeom>
              <a:rect b="b" l="l" r="r" t="t"/>
              <a:pathLst>
                <a:path extrusionOk="0" h="783" w="2052">
                  <a:moveTo>
                    <a:pt x="287" y="0"/>
                  </a:moveTo>
                  <a:cubicBezTo>
                    <a:pt x="124" y="0"/>
                    <a:pt x="0" y="134"/>
                    <a:pt x="0" y="287"/>
                  </a:cubicBezTo>
                  <a:lnTo>
                    <a:pt x="0" y="496"/>
                  </a:lnTo>
                  <a:cubicBezTo>
                    <a:pt x="0" y="649"/>
                    <a:pt x="124" y="783"/>
                    <a:pt x="287" y="783"/>
                  </a:cubicBezTo>
                  <a:lnTo>
                    <a:pt x="1765" y="783"/>
                  </a:lnTo>
                  <a:cubicBezTo>
                    <a:pt x="1918" y="783"/>
                    <a:pt x="2052" y="649"/>
                    <a:pt x="2052" y="496"/>
                  </a:cubicBezTo>
                  <a:lnTo>
                    <a:pt x="2052" y="287"/>
                  </a:lnTo>
                  <a:cubicBezTo>
                    <a:pt x="2052" y="134"/>
                    <a:pt x="1918" y="0"/>
                    <a:pt x="1765" y="0"/>
                  </a:cubicBezTo>
                  <a:close/>
                </a:path>
              </a:pathLst>
            </a:custGeom>
            <a:solidFill>
              <a:srgbClr val="A4B7C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238" name="Google Shape;15238;p44"/>
            <p:cNvSpPr/>
            <p:nvPr/>
          </p:nvSpPr>
          <p:spPr>
            <a:xfrm>
              <a:off x="1375712" y="2026358"/>
              <a:ext cx="109951" cy="150328"/>
            </a:xfrm>
            <a:custGeom>
              <a:rect b="b" l="l" r="r" t="t"/>
              <a:pathLst>
                <a:path extrusionOk="0" h="5741" w="4199">
                  <a:moveTo>
                    <a:pt x="1375" y="0"/>
                  </a:moveTo>
                  <a:cubicBezTo>
                    <a:pt x="1375" y="0"/>
                    <a:pt x="1375" y="0"/>
                    <a:pt x="1374" y="0"/>
                  </a:cubicBezTo>
                  <a:cubicBezTo>
                    <a:pt x="945" y="1336"/>
                    <a:pt x="10" y="1622"/>
                    <a:pt x="10" y="1622"/>
                  </a:cubicBezTo>
                  <a:lnTo>
                    <a:pt x="10" y="3282"/>
                  </a:lnTo>
                  <a:cubicBezTo>
                    <a:pt x="1" y="4159"/>
                    <a:pt x="468" y="4961"/>
                    <a:pt x="1222" y="5409"/>
                  </a:cubicBezTo>
                  <a:lnTo>
                    <a:pt x="1527" y="5590"/>
                  </a:lnTo>
                  <a:cubicBezTo>
                    <a:pt x="1704" y="5691"/>
                    <a:pt x="1902" y="5741"/>
                    <a:pt x="2101" y="5741"/>
                  </a:cubicBezTo>
                  <a:cubicBezTo>
                    <a:pt x="2300" y="5741"/>
                    <a:pt x="2500" y="5691"/>
                    <a:pt x="2681" y="5590"/>
                  </a:cubicBezTo>
                  <a:lnTo>
                    <a:pt x="2987" y="5409"/>
                  </a:lnTo>
                  <a:cubicBezTo>
                    <a:pt x="3740" y="4961"/>
                    <a:pt x="4198" y="4150"/>
                    <a:pt x="4198" y="3282"/>
                  </a:cubicBezTo>
                  <a:lnTo>
                    <a:pt x="4198" y="2709"/>
                  </a:lnTo>
                  <a:cubicBezTo>
                    <a:pt x="1741" y="2709"/>
                    <a:pt x="1404" y="0"/>
                    <a:pt x="1375" y="0"/>
                  </a:cubicBezTo>
                  <a:close/>
                </a:path>
              </a:pathLst>
            </a:custGeom>
            <a:solidFill>
              <a:srgbClr val="DFE5E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239" name="Google Shape;15239;p44"/>
            <p:cNvSpPr/>
            <p:nvPr/>
          </p:nvSpPr>
          <p:spPr>
            <a:xfrm>
              <a:off x="1342483" y="2077026"/>
              <a:ext cx="21524" cy="46766"/>
            </a:xfrm>
            <a:custGeom>
              <a:rect b="b" l="l" r="r" t="t"/>
              <a:pathLst>
                <a:path extrusionOk="0" h="1786" w="822">
                  <a:moveTo>
                    <a:pt x="645" y="1"/>
                  </a:moveTo>
                  <a:cubicBezTo>
                    <a:pt x="640" y="1"/>
                    <a:pt x="635" y="1"/>
                    <a:pt x="631" y="2"/>
                  </a:cubicBezTo>
                  <a:cubicBezTo>
                    <a:pt x="287" y="2"/>
                    <a:pt x="1" y="278"/>
                    <a:pt x="1" y="631"/>
                  </a:cubicBezTo>
                  <a:lnTo>
                    <a:pt x="1" y="1156"/>
                  </a:lnTo>
                  <a:cubicBezTo>
                    <a:pt x="1" y="1509"/>
                    <a:pt x="287" y="1786"/>
                    <a:pt x="631" y="1786"/>
                  </a:cubicBezTo>
                  <a:cubicBezTo>
                    <a:pt x="735" y="1786"/>
                    <a:pt x="821" y="1700"/>
                    <a:pt x="821" y="1595"/>
                  </a:cubicBezTo>
                  <a:lnTo>
                    <a:pt x="821" y="192"/>
                  </a:lnTo>
                  <a:cubicBezTo>
                    <a:pt x="821" y="92"/>
                    <a:pt x="743" y="1"/>
                    <a:pt x="645" y="1"/>
                  </a:cubicBezTo>
                  <a:close/>
                </a:path>
              </a:pathLst>
            </a:custGeom>
            <a:solidFill>
              <a:srgbClr val="BECBD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240" name="Google Shape;15240;p44"/>
            <p:cNvSpPr/>
            <p:nvPr/>
          </p:nvSpPr>
          <p:spPr>
            <a:xfrm>
              <a:off x="1419179" y="2091742"/>
              <a:ext cx="25111" cy="37575"/>
            </a:xfrm>
            <a:custGeom>
              <a:rect b="b" l="l" r="r" t="t"/>
              <a:pathLst>
                <a:path extrusionOk="0" h="1435" w="959">
                  <a:moveTo>
                    <a:pt x="219" y="0"/>
                  </a:moveTo>
                  <a:cubicBezTo>
                    <a:pt x="110" y="0"/>
                    <a:pt x="1" y="74"/>
                    <a:pt x="10" y="222"/>
                  </a:cubicBezTo>
                  <a:lnTo>
                    <a:pt x="10" y="1224"/>
                  </a:lnTo>
                  <a:cubicBezTo>
                    <a:pt x="10" y="1338"/>
                    <a:pt x="106" y="1433"/>
                    <a:pt x="220" y="1433"/>
                  </a:cubicBezTo>
                  <a:lnTo>
                    <a:pt x="659" y="1433"/>
                  </a:lnTo>
                  <a:cubicBezTo>
                    <a:pt x="668" y="1434"/>
                    <a:pt x="677" y="1435"/>
                    <a:pt x="686" y="1435"/>
                  </a:cubicBezTo>
                  <a:cubicBezTo>
                    <a:pt x="958" y="1435"/>
                    <a:pt x="955" y="1023"/>
                    <a:pt x="677" y="1023"/>
                  </a:cubicBezTo>
                  <a:cubicBezTo>
                    <a:pt x="671" y="1023"/>
                    <a:pt x="665" y="1023"/>
                    <a:pt x="659" y="1023"/>
                  </a:cubicBezTo>
                  <a:lnTo>
                    <a:pt x="420" y="1023"/>
                  </a:lnTo>
                  <a:lnTo>
                    <a:pt x="420" y="222"/>
                  </a:lnTo>
                  <a:cubicBezTo>
                    <a:pt x="435" y="74"/>
                    <a:pt x="327" y="0"/>
                    <a:pt x="219" y="0"/>
                  </a:cubicBezTo>
                  <a:close/>
                </a:path>
              </a:pathLst>
            </a:custGeom>
            <a:solidFill>
              <a:srgbClr val="B5C4D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241" name="Google Shape;15241;p44"/>
            <p:cNvSpPr/>
            <p:nvPr/>
          </p:nvSpPr>
          <p:spPr>
            <a:xfrm>
              <a:off x="1429418" y="2118267"/>
              <a:ext cx="78974" cy="78712"/>
            </a:xfrm>
            <a:custGeom>
              <a:rect b="b" l="l" r="r" t="t"/>
              <a:pathLst>
                <a:path extrusionOk="0" h="3006" w="3016">
                  <a:moveTo>
                    <a:pt x="2605" y="1"/>
                  </a:moveTo>
                  <a:lnTo>
                    <a:pt x="2605" y="249"/>
                  </a:lnTo>
                  <a:lnTo>
                    <a:pt x="2605" y="793"/>
                  </a:lnTo>
                  <a:cubicBezTo>
                    <a:pt x="2596" y="1785"/>
                    <a:pt x="1794" y="2586"/>
                    <a:pt x="802" y="2596"/>
                  </a:cubicBezTo>
                  <a:lnTo>
                    <a:pt x="258" y="2596"/>
                  </a:lnTo>
                  <a:cubicBezTo>
                    <a:pt x="1" y="2615"/>
                    <a:pt x="1" y="2987"/>
                    <a:pt x="258" y="3006"/>
                  </a:cubicBezTo>
                  <a:lnTo>
                    <a:pt x="802" y="3006"/>
                  </a:lnTo>
                  <a:cubicBezTo>
                    <a:pt x="2023" y="3006"/>
                    <a:pt x="3015" y="2014"/>
                    <a:pt x="3015" y="793"/>
                  </a:cubicBezTo>
                  <a:lnTo>
                    <a:pt x="3015" y="1"/>
                  </a:lnTo>
                  <a:close/>
                </a:path>
              </a:pathLst>
            </a:custGeom>
            <a:solidFill>
              <a:srgbClr val="657A8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242" name="Google Shape;15242;p44"/>
            <p:cNvSpPr/>
            <p:nvPr/>
          </p:nvSpPr>
          <p:spPr>
            <a:xfrm>
              <a:off x="1497394" y="2077026"/>
              <a:ext cx="21734" cy="46766"/>
            </a:xfrm>
            <a:custGeom>
              <a:rect b="b" l="l" r="r" t="t"/>
              <a:pathLst>
                <a:path extrusionOk="0" h="1786" w="830">
                  <a:moveTo>
                    <a:pt x="184" y="1"/>
                  </a:moveTo>
                  <a:cubicBezTo>
                    <a:pt x="78" y="1"/>
                    <a:pt x="0" y="92"/>
                    <a:pt x="9" y="192"/>
                  </a:cubicBezTo>
                  <a:lnTo>
                    <a:pt x="9" y="1595"/>
                  </a:lnTo>
                  <a:cubicBezTo>
                    <a:pt x="9" y="1700"/>
                    <a:pt x="86" y="1786"/>
                    <a:pt x="200" y="1786"/>
                  </a:cubicBezTo>
                  <a:cubicBezTo>
                    <a:pt x="543" y="1786"/>
                    <a:pt x="830" y="1509"/>
                    <a:pt x="830" y="1156"/>
                  </a:cubicBezTo>
                  <a:lnTo>
                    <a:pt x="830" y="631"/>
                  </a:lnTo>
                  <a:cubicBezTo>
                    <a:pt x="830" y="278"/>
                    <a:pt x="543" y="2"/>
                    <a:pt x="200" y="2"/>
                  </a:cubicBezTo>
                  <a:cubicBezTo>
                    <a:pt x="195" y="1"/>
                    <a:pt x="189" y="1"/>
                    <a:pt x="184" y="1"/>
                  </a:cubicBezTo>
                  <a:close/>
                </a:path>
              </a:pathLst>
            </a:custGeom>
            <a:solidFill>
              <a:srgbClr val="BECBD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243" name="Google Shape;15243;p44"/>
            <p:cNvSpPr/>
            <p:nvPr/>
          </p:nvSpPr>
          <p:spPr>
            <a:xfrm>
              <a:off x="1419677" y="2180483"/>
              <a:ext cx="22257" cy="22257"/>
            </a:xfrm>
            <a:custGeom>
              <a:rect b="b" l="l" r="r" t="t"/>
              <a:pathLst>
                <a:path extrusionOk="0" h="850" w="850">
                  <a:moveTo>
                    <a:pt x="421" y="0"/>
                  </a:moveTo>
                  <a:cubicBezTo>
                    <a:pt x="192" y="0"/>
                    <a:pt x="1" y="191"/>
                    <a:pt x="1" y="420"/>
                  </a:cubicBezTo>
                  <a:cubicBezTo>
                    <a:pt x="1" y="658"/>
                    <a:pt x="192" y="849"/>
                    <a:pt x="421" y="849"/>
                  </a:cubicBezTo>
                  <a:cubicBezTo>
                    <a:pt x="659" y="849"/>
                    <a:pt x="850" y="658"/>
                    <a:pt x="850" y="420"/>
                  </a:cubicBezTo>
                  <a:cubicBezTo>
                    <a:pt x="850" y="191"/>
                    <a:pt x="659" y="0"/>
                    <a:pt x="421" y="0"/>
                  </a:cubicBezTo>
                  <a:close/>
                </a:path>
              </a:pathLst>
            </a:custGeom>
            <a:solidFill>
              <a:srgbClr val="95A6B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5244" name="Google Shape;15244;p44"/>
          <p:cNvGrpSpPr/>
          <p:nvPr/>
        </p:nvGrpSpPr>
        <p:grpSpPr>
          <a:xfrm>
            <a:off x="3114815" y="3194468"/>
            <a:ext cx="283217" cy="359179"/>
            <a:chOff x="3114815" y="3346868"/>
            <a:chExt cx="283217" cy="359179"/>
          </a:xfrm>
        </p:grpSpPr>
        <p:sp>
          <p:nvSpPr>
            <p:cNvPr id="15245" name="Google Shape;15245;p44"/>
            <p:cNvSpPr/>
            <p:nvPr/>
          </p:nvSpPr>
          <p:spPr>
            <a:xfrm>
              <a:off x="3180304" y="3473446"/>
              <a:ext cx="152397" cy="176146"/>
            </a:xfrm>
            <a:custGeom>
              <a:rect b="b" l="l" r="r" t="t"/>
              <a:pathLst>
                <a:path extrusionOk="0" h="6727" w="5820">
                  <a:moveTo>
                    <a:pt x="2893" y="1"/>
                  </a:moveTo>
                  <a:cubicBezTo>
                    <a:pt x="1298" y="1"/>
                    <a:pt x="0" y="1304"/>
                    <a:pt x="0" y="2910"/>
                  </a:cubicBezTo>
                  <a:lnTo>
                    <a:pt x="0" y="6726"/>
                  </a:lnTo>
                  <a:lnTo>
                    <a:pt x="5820" y="6726"/>
                  </a:lnTo>
                  <a:lnTo>
                    <a:pt x="5820" y="2910"/>
                  </a:lnTo>
                  <a:cubicBezTo>
                    <a:pt x="5820" y="1304"/>
                    <a:pt x="4522" y="1"/>
                    <a:pt x="2927" y="1"/>
                  </a:cubicBezTo>
                  <a:cubicBezTo>
                    <a:pt x="2922" y="1"/>
                    <a:pt x="2916" y="1"/>
                    <a:pt x="2910" y="1"/>
                  </a:cubicBezTo>
                  <a:cubicBezTo>
                    <a:pt x="2904" y="1"/>
                    <a:pt x="2898" y="1"/>
                    <a:pt x="2893" y="1"/>
                  </a:cubicBezTo>
                  <a:close/>
                </a:path>
              </a:pathLst>
            </a:custGeom>
            <a:solidFill>
              <a:srgbClr val="95A6B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246" name="Google Shape;15246;p44"/>
            <p:cNvSpPr/>
            <p:nvPr/>
          </p:nvSpPr>
          <p:spPr>
            <a:xfrm>
              <a:off x="3180304" y="3473394"/>
              <a:ext cx="92197" cy="176199"/>
            </a:xfrm>
            <a:custGeom>
              <a:rect b="b" l="l" r="r" t="t"/>
              <a:pathLst>
                <a:path extrusionOk="0" h="6729" w="3521">
                  <a:moveTo>
                    <a:pt x="2989" y="1"/>
                  </a:moveTo>
                  <a:cubicBezTo>
                    <a:pt x="2963" y="1"/>
                    <a:pt x="2936" y="1"/>
                    <a:pt x="2910" y="3"/>
                  </a:cubicBezTo>
                  <a:cubicBezTo>
                    <a:pt x="1298" y="3"/>
                    <a:pt x="0" y="1300"/>
                    <a:pt x="0" y="2912"/>
                  </a:cubicBezTo>
                  <a:lnTo>
                    <a:pt x="0" y="6728"/>
                  </a:lnTo>
                  <a:lnTo>
                    <a:pt x="1221" y="6728"/>
                  </a:lnTo>
                  <a:lnTo>
                    <a:pt x="1221" y="2912"/>
                  </a:lnTo>
                  <a:cubicBezTo>
                    <a:pt x="1221" y="1539"/>
                    <a:pt x="2175" y="346"/>
                    <a:pt x="3521" y="60"/>
                  </a:cubicBezTo>
                  <a:cubicBezTo>
                    <a:pt x="3347" y="27"/>
                    <a:pt x="3165" y="1"/>
                    <a:pt x="2989" y="1"/>
                  </a:cubicBezTo>
                  <a:close/>
                </a:path>
              </a:pathLst>
            </a:custGeom>
            <a:solidFill>
              <a:srgbClr val="778DA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247" name="Google Shape;15247;p44"/>
            <p:cNvSpPr/>
            <p:nvPr/>
          </p:nvSpPr>
          <p:spPr>
            <a:xfrm>
              <a:off x="3244509" y="3603585"/>
              <a:ext cx="22257" cy="46007"/>
            </a:xfrm>
            <a:custGeom>
              <a:rect b="b" l="l" r="r" t="t"/>
              <a:pathLst>
                <a:path extrusionOk="0" h="1757" w="850">
                  <a:moveTo>
                    <a:pt x="0" y="1"/>
                  </a:moveTo>
                  <a:lnTo>
                    <a:pt x="0" y="1756"/>
                  </a:lnTo>
                  <a:lnTo>
                    <a:pt x="849" y="1756"/>
                  </a:lnTo>
                  <a:lnTo>
                    <a:pt x="849" y="1"/>
                  </a:ln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248" name="Google Shape;15248;p44"/>
            <p:cNvSpPr/>
            <p:nvPr/>
          </p:nvSpPr>
          <p:spPr>
            <a:xfrm>
              <a:off x="3165300" y="3638333"/>
              <a:ext cx="182405" cy="35245"/>
            </a:xfrm>
            <a:custGeom>
              <a:rect b="b" l="l" r="r" t="t"/>
              <a:pathLst>
                <a:path extrusionOk="0" h="1346" w="6966">
                  <a:moveTo>
                    <a:pt x="220" y="0"/>
                  </a:moveTo>
                  <a:cubicBezTo>
                    <a:pt x="96" y="0"/>
                    <a:pt x="1" y="95"/>
                    <a:pt x="1" y="210"/>
                  </a:cubicBezTo>
                  <a:lnTo>
                    <a:pt x="1" y="1345"/>
                  </a:lnTo>
                  <a:lnTo>
                    <a:pt x="6965" y="1345"/>
                  </a:lnTo>
                  <a:lnTo>
                    <a:pt x="6965" y="219"/>
                  </a:lnTo>
                  <a:cubicBezTo>
                    <a:pt x="6965" y="95"/>
                    <a:pt x="6860" y="0"/>
                    <a:pt x="6746" y="0"/>
                  </a:cubicBezTo>
                  <a:close/>
                </a:path>
              </a:pathLst>
            </a:custGeom>
            <a:solidFill>
              <a:srgbClr val="657A8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249" name="Google Shape;15249;p44"/>
            <p:cNvSpPr/>
            <p:nvPr/>
          </p:nvSpPr>
          <p:spPr>
            <a:xfrm>
              <a:off x="3165300" y="3638333"/>
              <a:ext cx="15266" cy="35245"/>
            </a:xfrm>
            <a:custGeom>
              <a:rect b="b" l="l" r="r" t="t"/>
              <a:pathLst>
                <a:path extrusionOk="0" h="1346" w="583">
                  <a:moveTo>
                    <a:pt x="220" y="0"/>
                  </a:moveTo>
                  <a:cubicBezTo>
                    <a:pt x="96" y="0"/>
                    <a:pt x="1" y="95"/>
                    <a:pt x="1" y="210"/>
                  </a:cubicBezTo>
                  <a:lnTo>
                    <a:pt x="1" y="1345"/>
                  </a:lnTo>
                  <a:lnTo>
                    <a:pt x="583" y="1345"/>
                  </a:lnTo>
                  <a:lnTo>
                    <a:pt x="583" y="0"/>
                  </a:lnTo>
                  <a:close/>
                </a:path>
              </a:pathLst>
            </a:custGeom>
            <a:solidFill>
              <a:srgbClr val="435D7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250" name="Google Shape;15250;p44"/>
            <p:cNvSpPr/>
            <p:nvPr/>
          </p:nvSpPr>
          <p:spPr>
            <a:xfrm>
              <a:off x="3149563" y="3664308"/>
              <a:ext cx="213879" cy="41739"/>
            </a:xfrm>
            <a:custGeom>
              <a:rect b="b" l="l" r="r" t="t"/>
              <a:pathLst>
                <a:path extrusionOk="0" h="1594" w="8168">
                  <a:moveTo>
                    <a:pt x="211" y="0"/>
                  </a:moveTo>
                  <a:cubicBezTo>
                    <a:pt x="96" y="0"/>
                    <a:pt x="1" y="96"/>
                    <a:pt x="1" y="220"/>
                  </a:cubicBezTo>
                  <a:lnTo>
                    <a:pt x="1" y="1374"/>
                  </a:lnTo>
                  <a:cubicBezTo>
                    <a:pt x="1" y="1498"/>
                    <a:pt x="96" y="1593"/>
                    <a:pt x="211" y="1593"/>
                  </a:cubicBezTo>
                  <a:lnTo>
                    <a:pt x="7948" y="1593"/>
                  </a:lnTo>
                  <a:cubicBezTo>
                    <a:pt x="8072" y="1593"/>
                    <a:pt x="8167" y="1498"/>
                    <a:pt x="8167" y="1374"/>
                  </a:cubicBezTo>
                  <a:lnTo>
                    <a:pt x="8167" y="220"/>
                  </a:lnTo>
                  <a:cubicBezTo>
                    <a:pt x="8167" y="96"/>
                    <a:pt x="8072" y="0"/>
                    <a:pt x="7948" y="0"/>
                  </a:cubicBezTo>
                  <a:close/>
                </a:path>
              </a:pathLst>
            </a:custGeom>
            <a:solidFill>
              <a:srgbClr val="EBEFF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251" name="Google Shape;15251;p44"/>
            <p:cNvSpPr/>
            <p:nvPr/>
          </p:nvSpPr>
          <p:spPr>
            <a:xfrm>
              <a:off x="3149327" y="3664308"/>
              <a:ext cx="15999" cy="41739"/>
            </a:xfrm>
            <a:custGeom>
              <a:rect b="b" l="l" r="r" t="t"/>
              <a:pathLst>
                <a:path extrusionOk="0" h="1594" w="611">
                  <a:moveTo>
                    <a:pt x="220" y="0"/>
                  </a:moveTo>
                  <a:cubicBezTo>
                    <a:pt x="105" y="0"/>
                    <a:pt x="0" y="96"/>
                    <a:pt x="0" y="210"/>
                  </a:cubicBezTo>
                  <a:lnTo>
                    <a:pt x="0" y="1374"/>
                  </a:lnTo>
                  <a:cubicBezTo>
                    <a:pt x="0" y="1498"/>
                    <a:pt x="105" y="1593"/>
                    <a:pt x="220" y="1593"/>
                  </a:cubicBezTo>
                  <a:lnTo>
                    <a:pt x="611" y="1593"/>
                  </a:lnTo>
                  <a:lnTo>
                    <a:pt x="611" y="0"/>
                  </a:lnTo>
                  <a:close/>
                </a:path>
              </a:pathLst>
            </a:custGeom>
            <a:solidFill>
              <a:srgbClr val="AEBFC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252" name="Google Shape;15252;p44"/>
            <p:cNvSpPr/>
            <p:nvPr/>
          </p:nvSpPr>
          <p:spPr>
            <a:xfrm>
              <a:off x="3251239" y="3346868"/>
              <a:ext cx="10762" cy="101886"/>
            </a:xfrm>
            <a:custGeom>
              <a:rect b="b" l="l" r="r" t="t"/>
              <a:pathLst>
                <a:path extrusionOk="0" h="3891" w="411">
                  <a:moveTo>
                    <a:pt x="201" y="0"/>
                  </a:moveTo>
                  <a:cubicBezTo>
                    <a:pt x="101" y="0"/>
                    <a:pt x="1" y="69"/>
                    <a:pt x="1" y="208"/>
                  </a:cubicBezTo>
                  <a:lnTo>
                    <a:pt x="1" y="3690"/>
                  </a:lnTo>
                  <a:cubicBezTo>
                    <a:pt x="1" y="3795"/>
                    <a:pt x="87" y="3890"/>
                    <a:pt x="201" y="3890"/>
                  </a:cubicBezTo>
                  <a:cubicBezTo>
                    <a:pt x="315" y="3890"/>
                    <a:pt x="411" y="3795"/>
                    <a:pt x="401" y="3680"/>
                  </a:cubicBezTo>
                  <a:lnTo>
                    <a:pt x="401" y="208"/>
                  </a:lnTo>
                  <a:cubicBezTo>
                    <a:pt x="401" y="69"/>
                    <a:pt x="301" y="0"/>
                    <a:pt x="201" y="0"/>
                  </a:cubicBezTo>
                  <a:close/>
                </a:path>
              </a:pathLst>
            </a:custGeom>
            <a:solidFill>
              <a:srgbClr val="BECBD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253" name="Google Shape;15253;p44"/>
            <p:cNvSpPr/>
            <p:nvPr/>
          </p:nvSpPr>
          <p:spPr>
            <a:xfrm>
              <a:off x="3173155" y="3365485"/>
              <a:ext cx="58131" cy="90260"/>
            </a:xfrm>
            <a:custGeom>
              <a:rect b="b" l="l" r="r" t="t"/>
              <a:pathLst>
                <a:path extrusionOk="0" h="3447" w="2220">
                  <a:moveTo>
                    <a:pt x="281" y="0"/>
                  </a:moveTo>
                  <a:cubicBezTo>
                    <a:pt x="141" y="0"/>
                    <a:pt x="1" y="145"/>
                    <a:pt x="92" y="308"/>
                  </a:cubicBezTo>
                  <a:lnTo>
                    <a:pt x="1781" y="3341"/>
                  </a:lnTo>
                  <a:cubicBezTo>
                    <a:pt x="1819" y="3408"/>
                    <a:pt x="1886" y="3446"/>
                    <a:pt x="1962" y="3446"/>
                  </a:cubicBezTo>
                  <a:cubicBezTo>
                    <a:pt x="2115" y="3446"/>
                    <a:pt x="2219" y="3275"/>
                    <a:pt x="2143" y="3141"/>
                  </a:cubicBezTo>
                  <a:lnTo>
                    <a:pt x="455" y="107"/>
                  </a:lnTo>
                  <a:cubicBezTo>
                    <a:pt x="412" y="32"/>
                    <a:pt x="347" y="0"/>
                    <a:pt x="281" y="0"/>
                  </a:cubicBezTo>
                  <a:close/>
                </a:path>
              </a:pathLst>
            </a:custGeom>
            <a:solidFill>
              <a:srgbClr val="BECBD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254" name="Google Shape;15254;p44"/>
            <p:cNvSpPr/>
            <p:nvPr/>
          </p:nvSpPr>
          <p:spPr>
            <a:xfrm>
              <a:off x="3114815" y="3419767"/>
              <a:ext cx="94999" cy="53208"/>
            </a:xfrm>
            <a:custGeom>
              <a:rect b="b" l="l" r="r" t="t"/>
              <a:pathLst>
                <a:path extrusionOk="0" h="2032" w="3628">
                  <a:moveTo>
                    <a:pt x="289" y="1"/>
                  </a:moveTo>
                  <a:cubicBezTo>
                    <a:pt x="107" y="1"/>
                    <a:pt x="0" y="255"/>
                    <a:pt x="183" y="372"/>
                  </a:cubicBezTo>
                  <a:lnTo>
                    <a:pt x="3245" y="2003"/>
                  </a:lnTo>
                  <a:cubicBezTo>
                    <a:pt x="3274" y="2013"/>
                    <a:pt x="3312" y="2022"/>
                    <a:pt x="3341" y="2022"/>
                  </a:cubicBezTo>
                  <a:lnTo>
                    <a:pt x="3341" y="2032"/>
                  </a:lnTo>
                  <a:cubicBezTo>
                    <a:pt x="3560" y="2022"/>
                    <a:pt x="3627" y="1745"/>
                    <a:pt x="3436" y="1640"/>
                  </a:cubicBezTo>
                  <a:lnTo>
                    <a:pt x="374" y="19"/>
                  </a:lnTo>
                  <a:cubicBezTo>
                    <a:pt x="345" y="6"/>
                    <a:pt x="316" y="1"/>
                    <a:pt x="289" y="1"/>
                  </a:cubicBezTo>
                  <a:close/>
                </a:path>
              </a:pathLst>
            </a:custGeom>
            <a:solidFill>
              <a:srgbClr val="BECBD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255" name="Google Shape;15255;p44"/>
            <p:cNvSpPr/>
            <p:nvPr/>
          </p:nvSpPr>
          <p:spPr>
            <a:xfrm>
              <a:off x="3281718" y="3365485"/>
              <a:ext cx="57947" cy="90260"/>
            </a:xfrm>
            <a:custGeom>
              <a:rect b="b" l="l" r="r" t="t"/>
              <a:pathLst>
                <a:path extrusionOk="0" h="3447" w="2213">
                  <a:moveTo>
                    <a:pt x="1937" y="0"/>
                  </a:moveTo>
                  <a:cubicBezTo>
                    <a:pt x="1872" y="0"/>
                    <a:pt x="1808" y="32"/>
                    <a:pt x="1765" y="107"/>
                  </a:cubicBezTo>
                  <a:lnTo>
                    <a:pt x="77" y="3141"/>
                  </a:lnTo>
                  <a:cubicBezTo>
                    <a:pt x="1" y="3275"/>
                    <a:pt x="96" y="3446"/>
                    <a:pt x="258" y="3446"/>
                  </a:cubicBezTo>
                  <a:cubicBezTo>
                    <a:pt x="325" y="3446"/>
                    <a:pt x="401" y="3408"/>
                    <a:pt x="439" y="3341"/>
                  </a:cubicBezTo>
                  <a:lnTo>
                    <a:pt x="2128" y="308"/>
                  </a:lnTo>
                  <a:cubicBezTo>
                    <a:pt x="2213" y="145"/>
                    <a:pt x="2075" y="0"/>
                    <a:pt x="1937" y="0"/>
                  </a:cubicBezTo>
                  <a:close/>
                </a:path>
              </a:pathLst>
            </a:custGeom>
            <a:solidFill>
              <a:srgbClr val="BECBD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256" name="Google Shape;15256;p44"/>
            <p:cNvSpPr/>
            <p:nvPr/>
          </p:nvSpPr>
          <p:spPr>
            <a:xfrm>
              <a:off x="3303190" y="3419610"/>
              <a:ext cx="94842" cy="53129"/>
            </a:xfrm>
            <a:custGeom>
              <a:rect b="b" l="l" r="r" t="t"/>
              <a:pathLst>
                <a:path extrusionOk="0" h="2029" w="3622">
                  <a:moveTo>
                    <a:pt x="3333" y="0"/>
                  </a:moveTo>
                  <a:cubicBezTo>
                    <a:pt x="3308" y="0"/>
                    <a:pt x="3282" y="5"/>
                    <a:pt x="3254" y="15"/>
                  </a:cubicBezTo>
                  <a:lnTo>
                    <a:pt x="182" y="1646"/>
                  </a:lnTo>
                  <a:cubicBezTo>
                    <a:pt x="1" y="1742"/>
                    <a:pt x="68" y="2028"/>
                    <a:pt x="278" y="2028"/>
                  </a:cubicBezTo>
                  <a:cubicBezTo>
                    <a:pt x="316" y="2028"/>
                    <a:pt x="344" y="2019"/>
                    <a:pt x="373" y="2009"/>
                  </a:cubicBezTo>
                  <a:lnTo>
                    <a:pt x="3445" y="378"/>
                  </a:lnTo>
                  <a:cubicBezTo>
                    <a:pt x="3621" y="252"/>
                    <a:pt x="3517" y="0"/>
                    <a:pt x="3333" y="0"/>
                  </a:cubicBezTo>
                  <a:close/>
                </a:path>
              </a:pathLst>
            </a:custGeom>
            <a:solidFill>
              <a:srgbClr val="BECBD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257" name="Google Shape;15257;p44"/>
            <p:cNvSpPr/>
            <p:nvPr/>
          </p:nvSpPr>
          <p:spPr>
            <a:xfrm>
              <a:off x="3228510" y="3561375"/>
              <a:ext cx="54229" cy="53993"/>
            </a:xfrm>
            <a:custGeom>
              <a:rect b="b" l="l" r="r" t="t"/>
              <a:pathLst>
                <a:path extrusionOk="0" h="2062" w="2071">
                  <a:moveTo>
                    <a:pt x="1031" y="1"/>
                  </a:moveTo>
                  <a:cubicBezTo>
                    <a:pt x="468" y="1"/>
                    <a:pt x="1" y="468"/>
                    <a:pt x="1" y="1031"/>
                  </a:cubicBezTo>
                  <a:cubicBezTo>
                    <a:pt x="1" y="1603"/>
                    <a:pt x="468" y="2061"/>
                    <a:pt x="1031" y="2061"/>
                  </a:cubicBezTo>
                  <a:cubicBezTo>
                    <a:pt x="1603" y="2061"/>
                    <a:pt x="2071" y="1603"/>
                    <a:pt x="2071" y="1031"/>
                  </a:cubicBezTo>
                  <a:cubicBezTo>
                    <a:pt x="2071" y="468"/>
                    <a:pt x="1603" y="1"/>
                    <a:pt x="1031" y="1"/>
                  </a:cubicBezTo>
                  <a:close/>
                </a:path>
              </a:pathLst>
            </a:custGeom>
            <a:solidFill>
              <a:srgbClr val="BECBD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5258" name="Google Shape;15258;p44"/>
          <p:cNvGrpSpPr/>
          <p:nvPr/>
        </p:nvGrpSpPr>
        <p:grpSpPr>
          <a:xfrm>
            <a:off x="3973186" y="3200831"/>
            <a:ext cx="378661" cy="346558"/>
            <a:chOff x="3973186" y="3353231"/>
            <a:chExt cx="378661" cy="346558"/>
          </a:xfrm>
        </p:grpSpPr>
        <p:sp>
          <p:nvSpPr>
            <p:cNvPr id="15259" name="Google Shape;15259;p44"/>
            <p:cNvSpPr/>
            <p:nvPr/>
          </p:nvSpPr>
          <p:spPr>
            <a:xfrm>
              <a:off x="4033882" y="3477190"/>
              <a:ext cx="34486" cy="34512"/>
            </a:xfrm>
            <a:custGeom>
              <a:rect b="b" l="l" r="r" t="t"/>
              <a:pathLst>
                <a:path extrusionOk="0" h="1318" w="1317">
                  <a:moveTo>
                    <a:pt x="659" y="1"/>
                  </a:moveTo>
                  <a:cubicBezTo>
                    <a:pt x="296" y="1"/>
                    <a:pt x="0" y="297"/>
                    <a:pt x="0" y="659"/>
                  </a:cubicBezTo>
                  <a:cubicBezTo>
                    <a:pt x="0" y="1022"/>
                    <a:pt x="296" y="1317"/>
                    <a:pt x="659" y="1317"/>
                  </a:cubicBezTo>
                  <a:cubicBezTo>
                    <a:pt x="1021" y="1317"/>
                    <a:pt x="1317" y="1022"/>
                    <a:pt x="1317" y="659"/>
                  </a:cubicBezTo>
                  <a:cubicBezTo>
                    <a:pt x="1317" y="297"/>
                    <a:pt x="1021" y="1"/>
                    <a:pt x="659" y="1"/>
                  </a:cubicBezTo>
                  <a:close/>
                </a:path>
              </a:pathLst>
            </a:custGeom>
            <a:solidFill>
              <a:srgbClr val="C8D3D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260" name="Google Shape;15260;p44"/>
            <p:cNvSpPr/>
            <p:nvPr/>
          </p:nvSpPr>
          <p:spPr>
            <a:xfrm>
              <a:off x="4144278" y="3477190"/>
              <a:ext cx="34512" cy="34512"/>
            </a:xfrm>
            <a:custGeom>
              <a:rect b="b" l="l" r="r" t="t"/>
              <a:pathLst>
                <a:path extrusionOk="0" h="1318" w="1318">
                  <a:moveTo>
                    <a:pt x="659" y="1"/>
                  </a:moveTo>
                  <a:cubicBezTo>
                    <a:pt x="297" y="1"/>
                    <a:pt x="1" y="297"/>
                    <a:pt x="1" y="659"/>
                  </a:cubicBezTo>
                  <a:cubicBezTo>
                    <a:pt x="1" y="1022"/>
                    <a:pt x="297" y="1317"/>
                    <a:pt x="659" y="1317"/>
                  </a:cubicBezTo>
                  <a:cubicBezTo>
                    <a:pt x="1022" y="1317"/>
                    <a:pt x="1317" y="1022"/>
                    <a:pt x="1317" y="659"/>
                  </a:cubicBezTo>
                  <a:cubicBezTo>
                    <a:pt x="1317" y="297"/>
                    <a:pt x="1022" y="1"/>
                    <a:pt x="659" y="1"/>
                  </a:cubicBezTo>
                  <a:close/>
                </a:path>
              </a:pathLst>
            </a:custGeom>
            <a:solidFill>
              <a:srgbClr val="C8D3D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261" name="Google Shape;15261;p44"/>
            <p:cNvSpPr/>
            <p:nvPr/>
          </p:nvSpPr>
          <p:spPr>
            <a:xfrm>
              <a:off x="4172768" y="3353231"/>
              <a:ext cx="179079" cy="150852"/>
            </a:xfrm>
            <a:custGeom>
              <a:rect b="b" l="l" r="r" t="t"/>
              <a:pathLst>
                <a:path extrusionOk="0" h="5761" w="6839">
                  <a:moveTo>
                    <a:pt x="3442" y="1"/>
                  </a:moveTo>
                  <a:cubicBezTo>
                    <a:pt x="3405" y="1"/>
                    <a:pt x="3368" y="1"/>
                    <a:pt x="3330" y="3"/>
                  </a:cubicBezTo>
                  <a:cubicBezTo>
                    <a:pt x="1155" y="98"/>
                    <a:pt x="1" y="2617"/>
                    <a:pt x="1355" y="4325"/>
                  </a:cubicBezTo>
                  <a:lnTo>
                    <a:pt x="1298" y="5527"/>
                  </a:lnTo>
                  <a:cubicBezTo>
                    <a:pt x="1290" y="5661"/>
                    <a:pt x="1394" y="5761"/>
                    <a:pt x="1513" y="5761"/>
                  </a:cubicBezTo>
                  <a:cubicBezTo>
                    <a:pt x="1546" y="5761"/>
                    <a:pt x="1580" y="5753"/>
                    <a:pt x="1613" y="5736"/>
                  </a:cubicBezTo>
                  <a:lnTo>
                    <a:pt x="2710" y="5231"/>
                  </a:lnTo>
                  <a:cubicBezTo>
                    <a:pt x="2949" y="5299"/>
                    <a:pt x="3192" y="5332"/>
                    <a:pt x="3432" y="5332"/>
                  </a:cubicBezTo>
                  <a:cubicBezTo>
                    <a:pt x="4306" y="5332"/>
                    <a:pt x="5147" y="4899"/>
                    <a:pt x="5648" y="4143"/>
                  </a:cubicBezTo>
                  <a:cubicBezTo>
                    <a:pt x="6839" y="2371"/>
                    <a:pt x="5551" y="1"/>
                    <a:pt x="3442" y="1"/>
                  </a:cubicBezTo>
                  <a:close/>
                </a:path>
              </a:pathLst>
            </a:custGeom>
            <a:solidFill>
              <a:srgbClr val="E9EEF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262" name="Google Shape;15262;p44"/>
            <p:cNvSpPr/>
            <p:nvPr/>
          </p:nvSpPr>
          <p:spPr>
            <a:xfrm>
              <a:off x="4080335" y="3527649"/>
              <a:ext cx="52003" cy="93952"/>
            </a:xfrm>
            <a:custGeom>
              <a:rect b="b" l="l" r="r" t="t"/>
              <a:pathLst>
                <a:path extrusionOk="0" h="3588" w="1986">
                  <a:moveTo>
                    <a:pt x="1" y="1"/>
                  </a:moveTo>
                  <a:lnTo>
                    <a:pt x="1" y="2729"/>
                  </a:lnTo>
                  <a:lnTo>
                    <a:pt x="993" y="3588"/>
                  </a:lnTo>
                  <a:lnTo>
                    <a:pt x="1985" y="2729"/>
                  </a:lnTo>
                  <a:lnTo>
                    <a:pt x="1985" y="1"/>
                  </a:lnTo>
                  <a:close/>
                </a:path>
              </a:pathLst>
            </a:custGeom>
            <a:solidFill>
              <a:srgbClr val="C8D3D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263" name="Google Shape;15263;p44"/>
            <p:cNvSpPr/>
            <p:nvPr/>
          </p:nvSpPr>
          <p:spPr>
            <a:xfrm>
              <a:off x="3973186" y="3585858"/>
              <a:ext cx="265804" cy="113695"/>
            </a:xfrm>
            <a:custGeom>
              <a:rect b="b" l="l" r="r" t="t"/>
              <a:pathLst>
                <a:path extrusionOk="0" h="4342" w="10151">
                  <a:moveTo>
                    <a:pt x="4083" y="1"/>
                  </a:moveTo>
                  <a:lnTo>
                    <a:pt x="1822" y="726"/>
                  </a:lnTo>
                  <a:cubicBezTo>
                    <a:pt x="735" y="1069"/>
                    <a:pt x="0" y="2080"/>
                    <a:pt x="0" y="3216"/>
                  </a:cubicBezTo>
                  <a:lnTo>
                    <a:pt x="0" y="4122"/>
                  </a:lnTo>
                  <a:cubicBezTo>
                    <a:pt x="0" y="4236"/>
                    <a:pt x="95" y="4341"/>
                    <a:pt x="220" y="4341"/>
                  </a:cubicBezTo>
                  <a:lnTo>
                    <a:pt x="9931" y="4341"/>
                  </a:lnTo>
                  <a:cubicBezTo>
                    <a:pt x="10046" y="4341"/>
                    <a:pt x="10151" y="4236"/>
                    <a:pt x="10151" y="4122"/>
                  </a:cubicBezTo>
                  <a:lnTo>
                    <a:pt x="10151" y="3216"/>
                  </a:lnTo>
                  <a:cubicBezTo>
                    <a:pt x="10151" y="2080"/>
                    <a:pt x="9416" y="1079"/>
                    <a:pt x="8338" y="726"/>
                  </a:cubicBezTo>
                  <a:lnTo>
                    <a:pt x="6077" y="1"/>
                  </a:lnTo>
                  <a:lnTo>
                    <a:pt x="5085" y="697"/>
                  </a:lnTo>
                  <a:lnTo>
                    <a:pt x="4083" y="1"/>
                  </a:lnTo>
                  <a:close/>
                </a:path>
              </a:pathLst>
            </a:custGeom>
            <a:solidFill>
              <a:srgbClr val="9CACB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264" name="Google Shape;15264;p44"/>
            <p:cNvSpPr/>
            <p:nvPr/>
          </p:nvSpPr>
          <p:spPr>
            <a:xfrm>
              <a:off x="4051112" y="3405260"/>
              <a:ext cx="110448" cy="151768"/>
            </a:xfrm>
            <a:custGeom>
              <a:rect b="b" l="l" r="r" t="t"/>
              <a:pathLst>
                <a:path extrusionOk="0" h="5796" w="4218">
                  <a:moveTo>
                    <a:pt x="1651" y="0"/>
                  </a:moveTo>
                  <a:cubicBezTo>
                    <a:pt x="1584" y="0"/>
                    <a:pt x="1517" y="0"/>
                    <a:pt x="1460" y="10"/>
                  </a:cubicBezTo>
                  <a:cubicBezTo>
                    <a:pt x="630" y="105"/>
                    <a:pt x="1" y="811"/>
                    <a:pt x="1" y="1641"/>
                  </a:cubicBezTo>
                  <a:lnTo>
                    <a:pt x="1" y="3320"/>
                  </a:lnTo>
                  <a:cubicBezTo>
                    <a:pt x="1" y="4198"/>
                    <a:pt x="468" y="5009"/>
                    <a:pt x="1222" y="5457"/>
                  </a:cubicBezTo>
                  <a:lnTo>
                    <a:pt x="1527" y="5638"/>
                  </a:lnTo>
                  <a:cubicBezTo>
                    <a:pt x="1708" y="5743"/>
                    <a:pt x="1909" y="5796"/>
                    <a:pt x="2109" y="5796"/>
                  </a:cubicBezTo>
                  <a:cubicBezTo>
                    <a:pt x="2309" y="5796"/>
                    <a:pt x="2510" y="5743"/>
                    <a:pt x="2691" y="5638"/>
                  </a:cubicBezTo>
                  <a:lnTo>
                    <a:pt x="2996" y="5457"/>
                  </a:lnTo>
                  <a:cubicBezTo>
                    <a:pt x="3750" y="5009"/>
                    <a:pt x="4217" y="4198"/>
                    <a:pt x="4217" y="3320"/>
                  </a:cubicBezTo>
                  <a:lnTo>
                    <a:pt x="4217" y="1641"/>
                  </a:lnTo>
                  <a:cubicBezTo>
                    <a:pt x="4217" y="735"/>
                    <a:pt x="3483" y="0"/>
                    <a:pt x="2576" y="0"/>
                  </a:cubicBezTo>
                  <a:close/>
                </a:path>
              </a:pathLst>
            </a:custGeom>
            <a:solidFill>
              <a:srgbClr val="DFE5E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265" name="Google Shape;15265;p44"/>
            <p:cNvSpPr/>
            <p:nvPr/>
          </p:nvSpPr>
          <p:spPr>
            <a:xfrm>
              <a:off x="4051112" y="3405496"/>
              <a:ext cx="37994" cy="49987"/>
            </a:xfrm>
            <a:custGeom>
              <a:rect b="b" l="l" r="r" t="t"/>
              <a:pathLst>
                <a:path extrusionOk="0" h="1909" w="1451">
                  <a:moveTo>
                    <a:pt x="1451" y="1"/>
                  </a:moveTo>
                  <a:lnTo>
                    <a:pt x="1451" y="1"/>
                  </a:lnTo>
                  <a:cubicBezTo>
                    <a:pt x="621" y="96"/>
                    <a:pt x="1" y="802"/>
                    <a:pt x="1" y="1642"/>
                  </a:cubicBezTo>
                  <a:lnTo>
                    <a:pt x="1" y="1909"/>
                  </a:lnTo>
                  <a:cubicBezTo>
                    <a:pt x="1" y="1909"/>
                    <a:pt x="1069" y="1584"/>
                    <a:pt x="1451" y="1"/>
                  </a:cubicBezTo>
                  <a:close/>
                </a:path>
              </a:pathLst>
            </a:custGeom>
            <a:solidFill>
              <a:srgbClr val="738A9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266" name="Google Shape;15266;p44"/>
            <p:cNvSpPr/>
            <p:nvPr/>
          </p:nvSpPr>
          <p:spPr>
            <a:xfrm>
              <a:off x="4089080" y="3405260"/>
              <a:ext cx="72480" cy="71956"/>
            </a:xfrm>
            <a:custGeom>
              <a:rect b="b" l="l" r="r" t="t"/>
              <a:pathLst>
                <a:path extrusionOk="0" h="2748" w="2768">
                  <a:moveTo>
                    <a:pt x="191" y="0"/>
                  </a:moveTo>
                  <a:cubicBezTo>
                    <a:pt x="134" y="0"/>
                    <a:pt x="67" y="0"/>
                    <a:pt x="1" y="10"/>
                  </a:cubicBezTo>
                  <a:cubicBezTo>
                    <a:pt x="1" y="10"/>
                    <a:pt x="296" y="2748"/>
                    <a:pt x="2767" y="2748"/>
                  </a:cubicBezTo>
                  <a:lnTo>
                    <a:pt x="2767" y="1641"/>
                  </a:lnTo>
                  <a:cubicBezTo>
                    <a:pt x="2767" y="735"/>
                    <a:pt x="2033" y="0"/>
                    <a:pt x="1126" y="0"/>
                  </a:cubicBezTo>
                  <a:close/>
                </a:path>
              </a:pathLst>
            </a:custGeom>
            <a:solidFill>
              <a:srgbClr val="738A9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267" name="Google Shape;15267;p44"/>
            <p:cNvSpPr/>
            <p:nvPr/>
          </p:nvSpPr>
          <p:spPr>
            <a:xfrm>
              <a:off x="4094317" y="3475384"/>
              <a:ext cx="24012" cy="37811"/>
            </a:xfrm>
            <a:custGeom>
              <a:rect b="b" l="l" r="r" t="t"/>
              <a:pathLst>
                <a:path extrusionOk="0" h="1444" w="917">
                  <a:moveTo>
                    <a:pt x="219" y="1"/>
                  </a:moveTo>
                  <a:cubicBezTo>
                    <a:pt x="111" y="1"/>
                    <a:pt x="1" y="75"/>
                    <a:pt x="11" y="222"/>
                  </a:cubicBezTo>
                  <a:lnTo>
                    <a:pt x="11" y="1234"/>
                  </a:lnTo>
                  <a:cubicBezTo>
                    <a:pt x="11" y="1348"/>
                    <a:pt x="106" y="1444"/>
                    <a:pt x="220" y="1444"/>
                  </a:cubicBezTo>
                  <a:lnTo>
                    <a:pt x="659" y="1444"/>
                  </a:lnTo>
                  <a:cubicBezTo>
                    <a:pt x="917" y="1424"/>
                    <a:pt x="917" y="1043"/>
                    <a:pt x="659" y="1024"/>
                  </a:cubicBezTo>
                  <a:lnTo>
                    <a:pt x="421" y="1024"/>
                  </a:lnTo>
                  <a:lnTo>
                    <a:pt x="421" y="222"/>
                  </a:lnTo>
                  <a:cubicBezTo>
                    <a:pt x="435" y="75"/>
                    <a:pt x="328" y="1"/>
                    <a:pt x="219" y="1"/>
                  </a:cubicBezTo>
                  <a:close/>
                </a:path>
              </a:pathLst>
            </a:custGeom>
            <a:solidFill>
              <a:srgbClr val="C8D3D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268" name="Google Shape;15268;p44"/>
            <p:cNvSpPr/>
            <p:nvPr/>
          </p:nvSpPr>
          <p:spPr>
            <a:xfrm>
              <a:off x="4087823" y="3604345"/>
              <a:ext cx="36999" cy="95209"/>
            </a:xfrm>
            <a:custGeom>
              <a:rect b="b" l="l" r="r" t="t"/>
              <a:pathLst>
                <a:path extrusionOk="0" h="3636" w="1413">
                  <a:moveTo>
                    <a:pt x="1" y="1"/>
                  </a:moveTo>
                  <a:lnTo>
                    <a:pt x="1" y="859"/>
                  </a:lnTo>
                  <a:lnTo>
                    <a:pt x="230" y="1222"/>
                  </a:lnTo>
                  <a:lnTo>
                    <a:pt x="1" y="3635"/>
                  </a:lnTo>
                  <a:lnTo>
                    <a:pt x="1413" y="3635"/>
                  </a:lnTo>
                  <a:lnTo>
                    <a:pt x="1193" y="1222"/>
                  </a:lnTo>
                  <a:lnTo>
                    <a:pt x="1413" y="859"/>
                  </a:lnTo>
                  <a:lnTo>
                    <a:pt x="1413" y="1"/>
                  </a:lnTo>
                  <a:close/>
                </a:path>
              </a:pathLst>
            </a:custGeom>
            <a:solidFill>
              <a:srgbClr val="778DA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269" name="Google Shape;15269;p44"/>
            <p:cNvSpPr/>
            <p:nvPr/>
          </p:nvSpPr>
          <p:spPr>
            <a:xfrm>
              <a:off x="4080335" y="3586120"/>
              <a:ext cx="26002" cy="38963"/>
            </a:xfrm>
            <a:custGeom>
              <a:rect b="b" l="l" r="r" t="t"/>
              <a:pathLst>
                <a:path extrusionOk="0" h="1488" w="993">
                  <a:moveTo>
                    <a:pt x="1" y="0"/>
                  </a:moveTo>
                  <a:lnTo>
                    <a:pt x="1" y="1269"/>
                  </a:lnTo>
                  <a:cubicBezTo>
                    <a:pt x="1" y="1401"/>
                    <a:pt x="112" y="1487"/>
                    <a:pt x="227" y="1487"/>
                  </a:cubicBezTo>
                  <a:cubicBezTo>
                    <a:pt x="286" y="1487"/>
                    <a:pt x="346" y="1464"/>
                    <a:pt x="392" y="1412"/>
                  </a:cubicBezTo>
                  <a:lnTo>
                    <a:pt x="993" y="697"/>
                  </a:lnTo>
                  <a:lnTo>
                    <a:pt x="1" y="0"/>
                  </a:lnTo>
                  <a:close/>
                </a:path>
              </a:pathLst>
            </a:custGeom>
            <a:solidFill>
              <a:srgbClr val="BECBD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270" name="Google Shape;15270;p44"/>
            <p:cNvSpPr/>
            <p:nvPr/>
          </p:nvSpPr>
          <p:spPr>
            <a:xfrm>
              <a:off x="4106310" y="3586120"/>
              <a:ext cx="26028" cy="38963"/>
            </a:xfrm>
            <a:custGeom>
              <a:rect b="b" l="l" r="r" t="t"/>
              <a:pathLst>
                <a:path extrusionOk="0" h="1488" w="994">
                  <a:moveTo>
                    <a:pt x="993" y="0"/>
                  </a:moveTo>
                  <a:lnTo>
                    <a:pt x="1" y="697"/>
                  </a:lnTo>
                  <a:lnTo>
                    <a:pt x="611" y="1412"/>
                  </a:lnTo>
                  <a:cubicBezTo>
                    <a:pt x="657" y="1464"/>
                    <a:pt x="716" y="1487"/>
                    <a:pt x="774" y="1487"/>
                  </a:cubicBezTo>
                  <a:cubicBezTo>
                    <a:pt x="885" y="1487"/>
                    <a:pt x="993" y="1401"/>
                    <a:pt x="993" y="1269"/>
                  </a:cubicBezTo>
                  <a:lnTo>
                    <a:pt x="993" y="0"/>
                  </a:lnTo>
                  <a:close/>
                </a:path>
              </a:pathLst>
            </a:custGeom>
            <a:solidFill>
              <a:srgbClr val="BECBD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271" name="Google Shape;15271;p44"/>
            <p:cNvSpPr/>
            <p:nvPr/>
          </p:nvSpPr>
          <p:spPr>
            <a:xfrm>
              <a:off x="3973421" y="3586120"/>
              <a:ext cx="106940" cy="113669"/>
            </a:xfrm>
            <a:custGeom>
              <a:rect b="b" l="l" r="r" t="t"/>
              <a:pathLst>
                <a:path extrusionOk="0" h="4341" w="4084">
                  <a:moveTo>
                    <a:pt x="4084" y="0"/>
                  </a:moveTo>
                  <a:lnTo>
                    <a:pt x="1823" y="716"/>
                  </a:lnTo>
                  <a:cubicBezTo>
                    <a:pt x="735" y="1069"/>
                    <a:pt x="1" y="2080"/>
                    <a:pt x="1" y="3215"/>
                  </a:cubicBezTo>
                  <a:lnTo>
                    <a:pt x="1" y="4121"/>
                  </a:lnTo>
                  <a:cubicBezTo>
                    <a:pt x="1" y="4236"/>
                    <a:pt x="106" y="4341"/>
                    <a:pt x="220" y="4341"/>
                  </a:cubicBezTo>
                  <a:lnTo>
                    <a:pt x="4084" y="4341"/>
                  </a:lnTo>
                  <a:lnTo>
                    <a:pt x="4084" y="0"/>
                  </a:lnTo>
                  <a:close/>
                </a:path>
              </a:pathLst>
            </a:custGeom>
            <a:solidFill>
              <a:srgbClr val="A4B7C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272" name="Google Shape;15272;p44"/>
            <p:cNvSpPr/>
            <p:nvPr/>
          </p:nvSpPr>
          <p:spPr>
            <a:xfrm>
              <a:off x="4132312" y="3586120"/>
              <a:ext cx="106940" cy="113433"/>
            </a:xfrm>
            <a:custGeom>
              <a:rect b="b" l="l" r="r" t="t"/>
              <a:pathLst>
                <a:path extrusionOk="0" h="4332" w="4084">
                  <a:moveTo>
                    <a:pt x="0" y="0"/>
                  </a:moveTo>
                  <a:lnTo>
                    <a:pt x="0" y="4331"/>
                  </a:lnTo>
                  <a:lnTo>
                    <a:pt x="3864" y="4331"/>
                  </a:lnTo>
                  <a:cubicBezTo>
                    <a:pt x="3988" y="4331"/>
                    <a:pt x="4083" y="4236"/>
                    <a:pt x="4083" y="4112"/>
                  </a:cubicBezTo>
                  <a:lnTo>
                    <a:pt x="4083" y="3215"/>
                  </a:lnTo>
                  <a:cubicBezTo>
                    <a:pt x="4083" y="2080"/>
                    <a:pt x="3349" y="1069"/>
                    <a:pt x="2271" y="725"/>
                  </a:cubicBezTo>
                  <a:lnTo>
                    <a:pt x="0" y="0"/>
                  </a:lnTo>
                  <a:close/>
                </a:path>
              </a:pathLst>
            </a:custGeom>
            <a:solidFill>
              <a:srgbClr val="A4B7C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273" name="Google Shape;15273;p44"/>
            <p:cNvSpPr/>
            <p:nvPr/>
          </p:nvSpPr>
          <p:spPr>
            <a:xfrm>
              <a:off x="3973421" y="3598610"/>
              <a:ext cx="67714" cy="100943"/>
            </a:xfrm>
            <a:custGeom>
              <a:rect b="b" l="l" r="r" t="t"/>
              <a:pathLst>
                <a:path extrusionOk="0" h="3855" w="2586">
                  <a:moveTo>
                    <a:pt x="2586" y="0"/>
                  </a:moveTo>
                  <a:lnTo>
                    <a:pt x="1823" y="239"/>
                  </a:lnTo>
                  <a:cubicBezTo>
                    <a:pt x="735" y="582"/>
                    <a:pt x="1" y="1593"/>
                    <a:pt x="1" y="2738"/>
                  </a:cubicBezTo>
                  <a:lnTo>
                    <a:pt x="1" y="3635"/>
                  </a:lnTo>
                  <a:cubicBezTo>
                    <a:pt x="1" y="3759"/>
                    <a:pt x="106" y="3854"/>
                    <a:pt x="220" y="3854"/>
                  </a:cubicBezTo>
                  <a:lnTo>
                    <a:pt x="602" y="3854"/>
                  </a:lnTo>
                  <a:lnTo>
                    <a:pt x="602" y="2738"/>
                  </a:lnTo>
                  <a:cubicBezTo>
                    <a:pt x="602" y="1603"/>
                    <a:pt x="1165" y="592"/>
                    <a:pt x="1994" y="248"/>
                  </a:cubicBezTo>
                  <a:lnTo>
                    <a:pt x="2586" y="0"/>
                  </a:lnTo>
                  <a:close/>
                </a:path>
              </a:pathLst>
            </a:custGeom>
            <a:solidFill>
              <a:srgbClr val="9CACB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274" name="Google Shape;15274;p44"/>
            <p:cNvSpPr/>
            <p:nvPr/>
          </p:nvSpPr>
          <p:spPr>
            <a:xfrm>
              <a:off x="4171773" y="3598610"/>
              <a:ext cx="67479" cy="100943"/>
            </a:xfrm>
            <a:custGeom>
              <a:rect b="b" l="l" r="r" t="t"/>
              <a:pathLst>
                <a:path extrusionOk="0" h="3855" w="2577">
                  <a:moveTo>
                    <a:pt x="0" y="0"/>
                  </a:moveTo>
                  <a:lnTo>
                    <a:pt x="582" y="239"/>
                  </a:lnTo>
                  <a:cubicBezTo>
                    <a:pt x="1412" y="592"/>
                    <a:pt x="1975" y="1593"/>
                    <a:pt x="1975" y="2738"/>
                  </a:cubicBezTo>
                  <a:lnTo>
                    <a:pt x="1975" y="3854"/>
                  </a:lnTo>
                  <a:lnTo>
                    <a:pt x="2357" y="3854"/>
                  </a:lnTo>
                  <a:cubicBezTo>
                    <a:pt x="2481" y="3854"/>
                    <a:pt x="2576" y="3759"/>
                    <a:pt x="2576" y="3635"/>
                  </a:cubicBezTo>
                  <a:lnTo>
                    <a:pt x="2576" y="2738"/>
                  </a:lnTo>
                  <a:cubicBezTo>
                    <a:pt x="2576" y="1593"/>
                    <a:pt x="1842" y="582"/>
                    <a:pt x="754" y="239"/>
                  </a:cubicBezTo>
                  <a:lnTo>
                    <a:pt x="0" y="0"/>
                  </a:lnTo>
                  <a:close/>
                </a:path>
              </a:pathLst>
            </a:custGeom>
            <a:solidFill>
              <a:srgbClr val="9CACB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275" name="Google Shape;15275;p44"/>
            <p:cNvSpPr/>
            <p:nvPr/>
          </p:nvSpPr>
          <p:spPr>
            <a:xfrm>
              <a:off x="4241320" y="3379232"/>
              <a:ext cx="45379" cy="65017"/>
            </a:xfrm>
            <a:custGeom>
              <a:rect b="b" l="l" r="r" t="t"/>
              <a:pathLst>
                <a:path extrusionOk="0" h="2483" w="1733">
                  <a:moveTo>
                    <a:pt x="839" y="1"/>
                  </a:moveTo>
                  <a:cubicBezTo>
                    <a:pt x="529" y="1"/>
                    <a:pt x="218" y="161"/>
                    <a:pt x="63" y="508"/>
                  </a:cubicBezTo>
                  <a:cubicBezTo>
                    <a:pt x="0" y="665"/>
                    <a:pt x="133" y="790"/>
                    <a:pt x="266" y="790"/>
                  </a:cubicBezTo>
                  <a:cubicBezTo>
                    <a:pt x="334" y="790"/>
                    <a:pt x="403" y="757"/>
                    <a:pt x="445" y="679"/>
                  </a:cubicBezTo>
                  <a:cubicBezTo>
                    <a:pt x="517" y="501"/>
                    <a:pt x="681" y="404"/>
                    <a:pt x="849" y="404"/>
                  </a:cubicBezTo>
                  <a:cubicBezTo>
                    <a:pt x="968" y="404"/>
                    <a:pt x="1088" y="453"/>
                    <a:pt x="1179" y="555"/>
                  </a:cubicBezTo>
                  <a:cubicBezTo>
                    <a:pt x="1389" y="794"/>
                    <a:pt x="1284" y="1176"/>
                    <a:pt x="979" y="1271"/>
                  </a:cubicBezTo>
                  <a:cubicBezTo>
                    <a:pt x="683" y="1366"/>
                    <a:pt x="502" y="1462"/>
                    <a:pt x="502" y="1643"/>
                  </a:cubicBezTo>
                  <a:lnTo>
                    <a:pt x="502" y="2282"/>
                  </a:lnTo>
                  <a:cubicBezTo>
                    <a:pt x="502" y="2397"/>
                    <a:pt x="588" y="2483"/>
                    <a:pt x="712" y="2483"/>
                  </a:cubicBezTo>
                  <a:cubicBezTo>
                    <a:pt x="817" y="2483"/>
                    <a:pt x="912" y="2397"/>
                    <a:pt x="912" y="2282"/>
                  </a:cubicBezTo>
                  <a:lnTo>
                    <a:pt x="912" y="1738"/>
                  </a:lnTo>
                  <a:cubicBezTo>
                    <a:pt x="979" y="1710"/>
                    <a:pt x="1036" y="1691"/>
                    <a:pt x="1103" y="1672"/>
                  </a:cubicBezTo>
                  <a:cubicBezTo>
                    <a:pt x="1485" y="1557"/>
                    <a:pt x="1733" y="1185"/>
                    <a:pt x="1704" y="794"/>
                  </a:cubicBezTo>
                  <a:cubicBezTo>
                    <a:pt x="1666" y="286"/>
                    <a:pt x="1253" y="1"/>
                    <a:pt x="839" y="1"/>
                  </a:cubicBezTo>
                  <a:close/>
                </a:path>
              </a:pathLst>
            </a:custGeom>
            <a:solidFill>
              <a:srgbClr val="95A6B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276" name="Google Shape;15276;p44"/>
            <p:cNvSpPr/>
            <p:nvPr/>
          </p:nvSpPr>
          <p:spPr>
            <a:xfrm>
              <a:off x="4250458" y="3449644"/>
              <a:ext cx="17020" cy="14349"/>
            </a:xfrm>
            <a:custGeom>
              <a:rect b="b" l="l" r="r" t="t"/>
              <a:pathLst>
                <a:path extrusionOk="0" h="548" w="650">
                  <a:moveTo>
                    <a:pt x="368" y="0"/>
                  </a:moveTo>
                  <a:cubicBezTo>
                    <a:pt x="300" y="0"/>
                    <a:pt x="230" y="25"/>
                    <a:pt x="172" y="80"/>
                  </a:cubicBezTo>
                  <a:cubicBezTo>
                    <a:pt x="0" y="251"/>
                    <a:pt x="124" y="547"/>
                    <a:pt x="372" y="547"/>
                  </a:cubicBezTo>
                  <a:cubicBezTo>
                    <a:pt x="525" y="547"/>
                    <a:pt x="649" y="423"/>
                    <a:pt x="649" y="280"/>
                  </a:cubicBezTo>
                  <a:cubicBezTo>
                    <a:pt x="649" y="111"/>
                    <a:pt x="512" y="0"/>
                    <a:pt x="368" y="0"/>
                  </a:cubicBezTo>
                  <a:close/>
                </a:path>
              </a:pathLst>
            </a:custGeom>
            <a:solidFill>
              <a:srgbClr val="95A6B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5277" name="Google Shape;15277;p44"/>
          <p:cNvGrpSpPr/>
          <p:nvPr/>
        </p:nvGrpSpPr>
        <p:grpSpPr>
          <a:xfrm>
            <a:off x="2152857" y="4110602"/>
            <a:ext cx="373241" cy="359128"/>
            <a:chOff x="2152857" y="4263002"/>
            <a:chExt cx="373241" cy="359128"/>
          </a:xfrm>
        </p:grpSpPr>
        <p:sp>
          <p:nvSpPr>
            <p:cNvPr id="15278" name="Google Shape;15278;p44"/>
            <p:cNvSpPr/>
            <p:nvPr/>
          </p:nvSpPr>
          <p:spPr>
            <a:xfrm>
              <a:off x="2152857" y="4354493"/>
              <a:ext cx="275309" cy="267637"/>
            </a:xfrm>
            <a:custGeom>
              <a:rect b="b" l="l" r="r" t="t"/>
              <a:pathLst>
                <a:path extrusionOk="0" h="10221" w="10514">
                  <a:moveTo>
                    <a:pt x="2452" y="1"/>
                  </a:moveTo>
                  <a:lnTo>
                    <a:pt x="1632" y="430"/>
                  </a:lnTo>
                  <a:lnTo>
                    <a:pt x="1403" y="554"/>
                  </a:lnTo>
                  <a:cubicBezTo>
                    <a:pt x="401" y="1079"/>
                    <a:pt x="1" y="2310"/>
                    <a:pt x="506" y="3321"/>
                  </a:cubicBezTo>
                  <a:cubicBezTo>
                    <a:pt x="1174" y="4666"/>
                    <a:pt x="5848" y="9340"/>
                    <a:pt x="7194" y="10008"/>
                  </a:cubicBezTo>
                  <a:cubicBezTo>
                    <a:pt x="7487" y="10152"/>
                    <a:pt x="7800" y="10221"/>
                    <a:pt x="8108" y="10221"/>
                  </a:cubicBezTo>
                  <a:cubicBezTo>
                    <a:pt x="8860" y="10221"/>
                    <a:pt x="9588" y="9813"/>
                    <a:pt x="9960" y="9102"/>
                  </a:cubicBezTo>
                  <a:lnTo>
                    <a:pt x="10075" y="8873"/>
                  </a:lnTo>
                  <a:lnTo>
                    <a:pt x="10514" y="8053"/>
                  </a:lnTo>
                  <a:lnTo>
                    <a:pt x="8129" y="6717"/>
                  </a:lnTo>
                  <a:lnTo>
                    <a:pt x="7909" y="7232"/>
                  </a:lnTo>
                  <a:cubicBezTo>
                    <a:pt x="7752" y="7616"/>
                    <a:pt x="7387" y="7834"/>
                    <a:pt x="7012" y="7834"/>
                  </a:cubicBezTo>
                  <a:cubicBezTo>
                    <a:pt x="6818" y="7834"/>
                    <a:pt x="6622" y="7775"/>
                    <a:pt x="6450" y="7652"/>
                  </a:cubicBezTo>
                  <a:cubicBezTo>
                    <a:pt x="6211" y="7480"/>
                    <a:pt x="3025" y="4294"/>
                    <a:pt x="2853" y="4055"/>
                  </a:cubicBezTo>
                  <a:cubicBezTo>
                    <a:pt x="2490" y="3550"/>
                    <a:pt x="2691" y="2834"/>
                    <a:pt x="3273" y="2596"/>
                  </a:cubicBezTo>
                  <a:lnTo>
                    <a:pt x="3788" y="2386"/>
                  </a:lnTo>
                  <a:lnTo>
                    <a:pt x="2452" y="1"/>
                  </a:lnTo>
                  <a:close/>
                </a:path>
              </a:pathLst>
            </a:custGeom>
            <a:solidFill>
              <a:srgbClr val="BECBD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279" name="Google Shape;15279;p44"/>
            <p:cNvSpPr/>
            <p:nvPr/>
          </p:nvSpPr>
          <p:spPr>
            <a:xfrm>
              <a:off x="2195564" y="4354257"/>
              <a:ext cx="56481" cy="72454"/>
            </a:xfrm>
            <a:custGeom>
              <a:rect b="b" l="l" r="r" t="t"/>
              <a:pathLst>
                <a:path extrusionOk="0" h="2767" w="2157">
                  <a:moveTo>
                    <a:pt x="821" y="0"/>
                  </a:moveTo>
                  <a:lnTo>
                    <a:pt x="1" y="439"/>
                  </a:lnTo>
                  <a:lnTo>
                    <a:pt x="1375" y="2767"/>
                  </a:lnTo>
                  <a:cubicBezTo>
                    <a:pt x="1451" y="2700"/>
                    <a:pt x="1546" y="2643"/>
                    <a:pt x="1642" y="2605"/>
                  </a:cubicBezTo>
                  <a:lnTo>
                    <a:pt x="2157" y="2385"/>
                  </a:lnTo>
                  <a:lnTo>
                    <a:pt x="821" y="0"/>
                  </a:lnTo>
                  <a:close/>
                </a:path>
              </a:pathLst>
            </a:custGeom>
            <a:solidFill>
              <a:srgbClr val="9CACB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280" name="Google Shape;15280;p44"/>
            <p:cNvSpPr/>
            <p:nvPr/>
          </p:nvSpPr>
          <p:spPr>
            <a:xfrm>
              <a:off x="2355686" y="4530351"/>
              <a:ext cx="72480" cy="56743"/>
            </a:xfrm>
            <a:custGeom>
              <a:rect b="b" l="l" r="r" t="t"/>
              <a:pathLst>
                <a:path extrusionOk="0" h="2167" w="2768">
                  <a:moveTo>
                    <a:pt x="383" y="1"/>
                  </a:moveTo>
                  <a:lnTo>
                    <a:pt x="173" y="516"/>
                  </a:lnTo>
                  <a:cubicBezTo>
                    <a:pt x="125" y="612"/>
                    <a:pt x="68" y="707"/>
                    <a:pt x="1" y="793"/>
                  </a:cubicBezTo>
                  <a:lnTo>
                    <a:pt x="2329" y="2167"/>
                  </a:lnTo>
                  <a:lnTo>
                    <a:pt x="2768" y="1337"/>
                  </a:lnTo>
                  <a:lnTo>
                    <a:pt x="383" y="1"/>
                  </a:lnTo>
                  <a:close/>
                </a:path>
              </a:pathLst>
            </a:custGeom>
            <a:solidFill>
              <a:srgbClr val="9CACB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281" name="Google Shape;15281;p44"/>
            <p:cNvSpPr/>
            <p:nvPr/>
          </p:nvSpPr>
          <p:spPr>
            <a:xfrm>
              <a:off x="2276764" y="4263002"/>
              <a:ext cx="249334" cy="210946"/>
            </a:xfrm>
            <a:custGeom>
              <a:rect b="b" l="l" r="r" t="t"/>
              <a:pathLst>
                <a:path extrusionOk="0" h="8056" w="9522">
                  <a:moveTo>
                    <a:pt x="4787" y="0"/>
                  </a:moveTo>
                  <a:cubicBezTo>
                    <a:pt x="4737" y="0"/>
                    <a:pt x="4687" y="1"/>
                    <a:pt x="4637" y="3"/>
                  </a:cubicBezTo>
                  <a:cubicBezTo>
                    <a:pt x="1613" y="127"/>
                    <a:pt x="0" y="3628"/>
                    <a:pt x="1880" y="6004"/>
                  </a:cubicBezTo>
                  <a:lnTo>
                    <a:pt x="1803" y="7826"/>
                  </a:lnTo>
                  <a:cubicBezTo>
                    <a:pt x="1796" y="7956"/>
                    <a:pt x="1904" y="8055"/>
                    <a:pt x="2022" y="8055"/>
                  </a:cubicBezTo>
                  <a:cubicBezTo>
                    <a:pt x="2051" y="8055"/>
                    <a:pt x="2080" y="8049"/>
                    <a:pt x="2109" y="8036"/>
                  </a:cubicBezTo>
                  <a:lnTo>
                    <a:pt x="3769" y="7263"/>
                  </a:lnTo>
                  <a:cubicBezTo>
                    <a:pt x="4105" y="7359"/>
                    <a:pt x="4447" y="7405"/>
                    <a:pt x="4785" y="7405"/>
                  </a:cubicBezTo>
                  <a:cubicBezTo>
                    <a:pt x="5998" y="7405"/>
                    <a:pt x="7160" y="6810"/>
                    <a:pt x="7861" y="5765"/>
                  </a:cubicBezTo>
                  <a:cubicBezTo>
                    <a:pt x="9522" y="3289"/>
                    <a:pt x="7723" y="0"/>
                    <a:pt x="4787" y="0"/>
                  </a:cubicBezTo>
                  <a:close/>
                </a:path>
              </a:pathLst>
            </a:custGeom>
            <a:solidFill>
              <a:srgbClr val="94A3B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282" name="Google Shape;15282;p44"/>
            <p:cNvSpPr/>
            <p:nvPr/>
          </p:nvSpPr>
          <p:spPr>
            <a:xfrm>
              <a:off x="2203080" y="4331502"/>
              <a:ext cx="78948" cy="97906"/>
            </a:xfrm>
            <a:custGeom>
              <a:rect b="b" l="l" r="r" t="t"/>
              <a:pathLst>
                <a:path extrusionOk="0" h="3739" w="3015">
                  <a:moveTo>
                    <a:pt x="1127" y="1"/>
                  </a:moveTo>
                  <a:cubicBezTo>
                    <a:pt x="1087" y="1"/>
                    <a:pt x="1047" y="10"/>
                    <a:pt x="1011" y="30"/>
                  </a:cubicBezTo>
                  <a:lnTo>
                    <a:pt x="143" y="545"/>
                  </a:lnTo>
                  <a:cubicBezTo>
                    <a:pt x="38" y="602"/>
                    <a:pt x="0" y="736"/>
                    <a:pt x="67" y="850"/>
                  </a:cubicBezTo>
                  <a:lnTo>
                    <a:pt x="1708" y="3626"/>
                  </a:lnTo>
                  <a:cubicBezTo>
                    <a:pt x="1747" y="3698"/>
                    <a:pt x="1822" y="3739"/>
                    <a:pt x="1899" y="3739"/>
                  </a:cubicBezTo>
                  <a:cubicBezTo>
                    <a:pt x="1934" y="3739"/>
                    <a:pt x="1970" y="3730"/>
                    <a:pt x="2003" y="3712"/>
                  </a:cubicBezTo>
                  <a:lnTo>
                    <a:pt x="2881" y="3197"/>
                  </a:lnTo>
                  <a:cubicBezTo>
                    <a:pt x="2986" y="3140"/>
                    <a:pt x="3015" y="3006"/>
                    <a:pt x="2957" y="2901"/>
                  </a:cubicBezTo>
                  <a:lnTo>
                    <a:pt x="1317" y="106"/>
                  </a:lnTo>
                  <a:cubicBezTo>
                    <a:pt x="1279" y="37"/>
                    <a:pt x="1204" y="1"/>
                    <a:pt x="1127" y="1"/>
                  </a:cubicBezTo>
                  <a:close/>
                </a:path>
              </a:pathLst>
            </a:custGeom>
            <a:solidFill>
              <a:srgbClr val="D9E1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283" name="Google Shape;15283;p44"/>
            <p:cNvSpPr/>
            <p:nvPr/>
          </p:nvSpPr>
          <p:spPr>
            <a:xfrm>
              <a:off x="2352203" y="4501129"/>
              <a:ext cx="99451" cy="77350"/>
            </a:xfrm>
            <a:custGeom>
              <a:rect b="b" l="l" r="r" t="t"/>
              <a:pathLst>
                <a:path extrusionOk="0" h="2954" w="3798">
                  <a:moveTo>
                    <a:pt x="767" y="1"/>
                  </a:moveTo>
                  <a:cubicBezTo>
                    <a:pt x="693" y="1"/>
                    <a:pt x="620" y="39"/>
                    <a:pt x="582" y="115"/>
                  </a:cubicBezTo>
                  <a:lnTo>
                    <a:pt x="67" y="983"/>
                  </a:lnTo>
                  <a:cubicBezTo>
                    <a:pt x="0" y="1088"/>
                    <a:pt x="39" y="1222"/>
                    <a:pt x="143" y="1279"/>
                  </a:cubicBezTo>
                  <a:lnTo>
                    <a:pt x="2929" y="2920"/>
                  </a:lnTo>
                  <a:cubicBezTo>
                    <a:pt x="2965" y="2943"/>
                    <a:pt x="3004" y="2953"/>
                    <a:pt x="3042" y="2953"/>
                  </a:cubicBezTo>
                  <a:cubicBezTo>
                    <a:pt x="3116" y="2953"/>
                    <a:pt x="3187" y="2913"/>
                    <a:pt x="3225" y="2844"/>
                  </a:cubicBezTo>
                  <a:lnTo>
                    <a:pt x="3740" y="1976"/>
                  </a:lnTo>
                  <a:cubicBezTo>
                    <a:pt x="3797" y="1871"/>
                    <a:pt x="3769" y="1728"/>
                    <a:pt x="3664" y="1670"/>
                  </a:cubicBezTo>
                  <a:lnTo>
                    <a:pt x="878" y="29"/>
                  </a:lnTo>
                  <a:cubicBezTo>
                    <a:pt x="843" y="10"/>
                    <a:pt x="805" y="1"/>
                    <a:pt x="767" y="1"/>
                  </a:cubicBezTo>
                  <a:close/>
                </a:path>
              </a:pathLst>
            </a:custGeom>
            <a:solidFill>
              <a:srgbClr val="D9E1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284" name="Google Shape;15284;p44"/>
            <p:cNvSpPr/>
            <p:nvPr/>
          </p:nvSpPr>
          <p:spPr>
            <a:xfrm>
              <a:off x="2324971" y="4303039"/>
              <a:ext cx="134669" cy="115135"/>
            </a:xfrm>
            <a:custGeom>
              <a:rect b="b" l="l" r="r" t="t"/>
              <a:pathLst>
                <a:path extrusionOk="0" h="4397" w="5143">
                  <a:moveTo>
                    <a:pt x="2956" y="1"/>
                  </a:moveTo>
                  <a:cubicBezTo>
                    <a:pt x="2951" y="1"/>
                    <a:pt x="2945" y="1"/>
                    <a:pt x="2939" y="1"/>
                  </a:cubicBezTo>
                  <a:cubicBezTo>
                    <a:pt x="983" y="1"/>
                    <a:pt x="1" y="2367"/>
                    <a:pt x="1384" y="3750"/>
                  </a:cubicBezTo>
                  <a:cubicBezTo>
                    <a:pt x="1834" y="4197"/>
                    <a:pt x="2385" y="4397"/>
                    <a:pt x="2926" y="4397"/>
                  </a:cubicBezTo>
                  <a:cubicBezTo>
                    <a:pt x="4058" y="4397"/>
                    <a:pt x="5143" y="3519"/>
                    <a:pt x="5143" y="2195"/>
                  </a:cubicBezTo>
                  <a:cubicBezTo>
                    <a:pt x="5143" y="980"/>
                    <a:pt x="4169" y="1"/>
                    <a:pt x="2956" y="1"/>
                  </a:cubicBezTo>
                  <a:close/>
                </a:path>
              </a:pathLst>
            </a:custGeom>
            <a:solidFill>
              <a:srgbClr val="778DA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285" name="Google Shape;15285;p44"/>
            <p:cNvSpPr/>
            <p:nvPr/>
          </p:nvSpPr>
          <p:spPr>
            <a:xfrm>
              <a:off x="2347464" y="4313775"/>
              <a:ext cx="109427" cy="93219"/>
            </a:xfrm>
            <a:custGeom>
              <a:rect b="b" l="l" r="r" t="t"/>
              <a:pathLst>
                <a:path extrusionOk="0" h="3560" w="4179">
                  <a:moveTo>
                    <a:pt x="801" y="1"/>
                  </a:moveTo>
                  <a:cubicBezTo>
                    <a:pt x="420" y="268"/>
                    <a:pt x="143" y="650"/>
                    <a:pt x="0" y="1088"/>
                  </a:cubicBezTo>
                  <a:lnTo>
                    <a:pt x="3387" y="3559"/>
                  </a:lnTo>
                  <a:cubicBezTo>
                    <a:pt x="3759" y="3283"/>
                    <a:pt x="4036" y="2901"/>
                    <a:pt x="4179" y="2472"/>
                  </a:cubicBezTo>
                  <a:lnTo>
                    <a:pt x="801" y="1"/>
                  </a:lnTo>
                  <a:close/>
                </a:path>
              </a:pathLst>
            </a:custGeom>
            <a:solidFill>
              <a:srgbClr val="E9EEF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5286" name="Google Shape;15286;p44"/>
          <p:cNvGrpSpPr/>
          <p:nvPr/>
        </p:nvGrpSpPr>
        <p:grpSpPr>
          <a:xfrm>
            <a:off x="859632" y="3194572"/>
            <a:ext cx="303537" cy="359127"/>
            <a:chOff x="859632" y="3346972"/>
            <a:chExt cx="303537" cy="359127"/>
          </a:xfrm>
        </p:grpSpPr>
        <p:sp>
          <p:nvSpPr>
            <p:cNvPr id="15287" name="Google Shape;15287;p44"/>
            <p:cNvSpPr/>
            <p:nvPr/>
          </p:nvSpPr>
          <p:spPr>
            <a:xfrm>
              <a:off x="859632" y="3346972"/>
              <a:ext cx="303537" cy="359127"/>
            </a:xfrm>
            <a:custGeom>
              <a:rect b="b" l="l" r="r" t="t"/>
              <a:pathLst>
                <a:path extrusionOk="0" h="13715" w="11592">
                  <a:moveTo>
                    <a:pt x="5935" y="1"/>
                  </a:moveTo>
                  <a:cubicBezTo>
                    <a:pt x="4754" y="1"/>
                    <a:pt x="3581" y="368"/>
                    <a:pt x="2595" y="1091"/>
                  </a:cubicBezTo>
                  <a:cubicBezTo>
                    <a:pt x="868" y="2341"/>
                    <a:pt x="0" y="4459"/>
                    <a:pt x="344" y="6567"/>
                  </a:cubicBezTo>
                  <a:cubicBezTo>
                    <a:pt x="678" y="8666"/>
                    <a:pt x="2175" y="10402"/>
                    <a:pt x="4198" y="11060"/>
                  </a:cubicBezTo>
                  <a:lnTo>
                    <a:pt x="5743" y="13607"/>
                  </a:lnTo>
                  <a:cubicBezTo>
                    <a:pt x="5786" y="13679"/>
                    <a:pt x="5860" y="13715"/>
                    <a:pt x="5934" y="13715"/>
                  </a:cubicBezTo>
                  <a:cubicBezTo>
                    <a:pt x="6008" y="13715"/>
                    <a:pt x="6082" y="13679"/>
                    <a:pt x="6125" y="13607"/>
                  </a:cubicBezTo>
                  <a:lnTo>
                    <a:pt x="7670" y="11060"/>
                  </a:lnTo>
                  <a:cubicBezTo>
                    <a:pt x="10008" y="10297"/>
                    <a:pt x="11591" y="8122"/>
                    <a:pt x="11591" y="5661"/>
                  </a:cubicBezTo>
                  <a:cubicBezTo>
                    <a:pt x="11591" y="3533"/>
                    <a:pt x="10399" y="1578"/>
                    <a:pt x="8500" y="614"/>
                  </a:cubicBezTo>
                  <a:cubicBezTo>
                    <a:pt x="7691" y="203"/>
                    <a:pt x="6811" y="1"/>
                    <a:pt x="5935" y="1"/>
                  </a:cubicBezTo>
                  <a:close/>
                </a:path>
              </a:pathLst>
            </a:custGeom>
            <a:solidFill>
              <a:srgbClr val="94A3B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288" name="Google Shape;15288;p44"/>
            <p:cNvSpPr/>
            <p:nvPr/>
          </p:nvSpPr>
          <p:spPr>
            <a:xfrm>
              <a:off x="926063" y="3427989"/>
              <a:ext cx="153156" cy="145903"/>
            </a:xfrm>
            <a:custGeom>
              <a:rect b="b" l="l" r="r" t="t"/>
              <a:pathLst>
                <a:path extrusionOk="0" h="5572" w="5849">
                  <a:moveTo>
                    <a:pt x="1575" y="0"/>
                  </a:moveTo>
                  <a:cubicBezTo>
                    <a:pt x="1489" y="0"/>
                    <a:pt x="1403" y="0"/>
                    <a:pt x="1308" y="10"/>
                  </a:cubicBezTo>
                  <a:cubicBezTo>
                    <a:pt x="745" y="67"/>
                    <a:pt x="77" y="592"/>
                    <a:pt x="1" y="1603"/>
                  </a:cubicBezTo>
                  <a:lnTo>
                    <a:pt x="1" y="1937"/>
                  </a:lnTo>
                  <a:cubicBezTo>
                    <a:pt x="77" y="2901"/>
                    <a:pt x="802" y="4083"/>
                    <a:pt x="2920" y="5572"/>
                  </a:cubicBezTo>
                  <a:cubicBezTo>
                    <a:pt x="5047" y="4083"/>
                    <a:pt x="5772" y="2901"/>
                    <a:pt x="5849" y="1937"/>
                  </a:cubicBezTo>
                  <a:lnTo>
                    <a:pt x="5849" y="1603"/>
                  </a:lnTo>
                  <a:cubicBezTo>
                    <a:pt x="5772" y="592"/>
                    <a:pt x="5114" y="67"/>
                    <a:pt x="4542" y="10"/>
                  </a:cubicBezTo>
                  <a:cubicBezTo>
                    <a:pt x="4446" y="0"/>
                    <a:pt x="4361" y="0"/>
                    <a:pt x="4275" y="0"/>
                  </a:cubicBezTo>
                  <a:lnTo>
                    <a:pt x="4265" y="0"/>
                  </a:lnTo>
                  <a:cubicBezTo>
                    <a:pt x="3597" y="0"/>
                    <a:pt x="3283" y="287"/>
                    <a:pt x="2920" y="716"/>
                  </a:cubicBezTo>
                  <a:cubicBezTo>
                    <a:pt x="2558" y="287"/>
                    <a:pt x="2233" y="0"/>
                    <a:pt x="1575" y="0"/>
                  </a:cubicBezTo>
                  <a:close/>
                </a:path>
              </a:pathLst>
            </a:custGeom>
            <a:solidFill>
              <a:srgbClr val="BECBD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289" name="Google Shape;15289;p44"/>
            <p:cNvSpPr/>
            <p:nvPr/>
          </p:nvSpPr>
          <p:spPr>
            <a:xfrm>
              <a:off x="1011767" y="3492928"/>
              <a:ext cx="64703" cy="74470"/>
            </a:xfrm>
            <a:custGeom>
              <a:rect b="b" l="l" r="r" t="t"/>
              <a:pathLst>
                <a:path extrusionOk="0" h="2844" w="2471">
                  <a:moveTo>
                    <a:pt x="1259" y="1"/>
                  </a:moveTo>
                  <a:cubicBezTo>
                    <a:pt x="1097" y="1"/>
                    <a:pt x="964" y="134"/>
                    <a:pt x="964" y="297"/>
                  </a:cubicBezTo>
                  <a:lnTo>
                    <a:pt x="964" y="974"/>
                  </a:lnTo>
                  <a:lnTo>
                    <a:pt x="286" y="974"/>
                  </a:lnTo>
                  <a:cubicBezTo>
                    <a:pt x="124" y="974"/>
                    <a:pt x="0" y="1098"/>
                    <a:pt x="0" y="1260"/>
                  </a:cubicBezTo>
                  <a:lnTo>
                    <a:pt x="0" y="2844"/>
                  </a:lnTo>
                  <a:cubicBezTo>
                    <a:pt x="1498" y="1737"/>
                    <a:pt x="2213" y="802"/>
                    <a:pt x="2471" y="1"/>
                  </a:cubicBezTo>
                  <a:close/>
                </a:path>
              </a:pathLst>
            </a:custGeom>
            <a:solidFill>
              <a:srgbClr val="778DA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290" name="Google Shape;15290;p44"/>
            <p:cNvSpPr/>
            <p:nvPr/>
          </p:nvSpPr>
          <p:spPr>
            <a:xfrm>
              <a:off x="998020" y="3428224"/>
              <a:ext cx="81462" cy="145667"/>
            </a:xfrm>
            <a:custGeom>
              <a:rect b="b" l="l" r="r" t="t"/>
              <a:pathLst>
                <a:path extrusionOk="0" h="5563" w="3111">
                  <a:moveTo>
                    <a:pt x="1536" y="1"/>
                  </a:moveTo>
                  <a:cubicBezTo>
                    <a:pt x="1479" y="1"/>
                    <a:pt x="1412" y="10"/>
                    <a:pt x="1355" y="10"/>
                  </a:cubicBezTo>
                  <a:lnTo>
                    <a:pt x="1431" y="10"/>
                  </a:lnTo>
                  <a:cubicBezTo>
                    <a:pt x="1994" y="68"/>
                    <a:pt x="2662" y="592"/>
                    <a:pt x="2738" y="1594"/>
                  </a:cubicBezTo>
                  <a:lnTo>
                    <a:pt x="2738" y="1928"/>
                  </a:lnTo>
                  <a:cubicBezTo>
                    <a:pt x="2662" y="2863"/>
                    <a:pt x="1975" y="4008"/>
                    <a:pt x="0" y="5439"/>
                  </a:cubicBezTo>
                  <a:lnTo>
                    <a:pt x="182" y="5563"/>
                  </a:lnTo>
                  <a:cubicBezTo>
                    <a:pt x="2309" y="4074"/>
                    <a:pt x="3034" y="2892"/>
                    <a:pt x="3110" y="1928"/>
                  </a:cubicBezTo>
                  <a:lnTo>
                    <a:pt x="3110" y="1594"/>
                  </a:lnTo>
                  <a:cubicBezTo>
                    <a:pt x="3024" y="583"/>
                    <a:pt x="2366" y="58"/>
                    <a:pt x="1803" y="10"/>
                  </a:cubicBezTo>
                  <a:cubicBezTo>
                    <a:pt x="1708" y="1"/>
                    <a:pt x="1622" y="1"/>
                    <a:pt x="1536" y="1"/>
                  </a:cubicBezTo>
                  <a:close/>
                </a:path>
              </a:pathLst>
            </a:custGeom>
            <a:solidFill>
              <a:srgbClr val="778DA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291" name="Google Shape;15291;p44"/>
            <p:cNvSpPr/>
            <p:nvPr/>
          </p:nvSpPr>
          <p:spPr>
            <a:xfrm>
              <a:off x="1022738" y="3503925"/>
              <a:ext cx="80964" cy="81200"/>
            </a:xfrm>
            <a:custGeom>
              <a:rect b="b" l="l" r="r" t="t"/>
              <a:pathLst>
                <a:path extrusionOk="0" h="3101" w="3092">
                  <a:moveTo>
                    <a:pt x="1193" y="1"/>
                  </a:moveTo>
                  <a:cubicBezTo>
                    <a:pt x="1069" y="1"/>
                    <a:pt x="964" y="105"/>
                    <a:pt x="964" y="229"/>
                  </a:cubicBezTo>
                  <a:lnTo>
                    <a:pt x="964" y="974"/>
                  </a:lnTo>
                  <a:lnTo>
                    <a:pt x="220" y="974"/>
                  </a:lnTo>
                  <a:cubicBezTo>
                    <a:pt x="96" y="974"/>
                    <a:pt x="1" y="1069"/>
                    <a:pt x="1" y="1193"/>
                  </a:cubicBezTo>
                  <a:lnTo>
                    <a:pt x="1" y="1909"/>
                  </a:lnTo>
                  <a:cubicBezTo>
                    <a:pt x="1" y="2023"/>
                    <a:pt x="96" y="2128"/>
                    <a:pt x="220" y="2128"/>
                  </a:cubicBezTo>
                  <a:lnTo>
                    <a:pt x="964" y="2128"/>
                  </a:lnTo>
                  <a:lnTo>
                    <a:pt x="964" y="2872"/>
                  </a:lnTo>
                  <a:cubicBezTo>
                    <a:pt x="964" y="2996"/>
                    <a:pt x="1069" y="3101"/>
                    <a:pt x="1193" y="3101"/>
                  </a:cubicBezTo>
                  <a:lnTo>
                    <a:pt x="1899" y="3101"/>
                  </a:lnTo>
                  <a:cubicBezTo>
                    <a:pt x="2023" y="3101"/>
                    <a:pt x="2119" y="2996"/>
                    <a:pt x="2119" y="2872"/>
                  </a:cubicBezTo>
                  <a:lnTo>
                    <a:pt x="2119" y="2128"/>
                  </a:lnTo>
                  <a:lnTo>
                    <a:pt x="2863" y="2128"/>
                  </a:lnTo>
                  <a:cubicBezTo>
                    <a:pt x="2987" y="2128"/>
                    <a:pt x="3092" y="2023"/>
                    <a:pt x="3092" y="1909"/>
                  </a:cubicBezTo>
                  <a:lnTo>
                    <a:pt x="3092" y="1193"/>
                  </a:lnTo>
                  <a:cubicBezTo>
                    <a:pt x="3092" y="1069"/>
                    <a:pt x="2987" y="974"/>
                    <a:pt x="2863" y="974"/>
                  </a:cubicBezTo>
                  <a:lnTo>
                    <a:pt x="2119" y="974"/>
                  </a:lnTo>
                  <a:lnTo>
                    <a:pt x="2119" y="229"/>
                  </a:lnTo>
                  <a:cubicBezTo>
                    <a:pt x="2119" y="105"/>
                    <a:pt x="2023" y="1"/>
                    <a:pt x="1899" y="1"/>
                  </a:cubicBezTo>
                  <a:close/>
                </a:path>
              </a:pathLst>
            </a:custGeom>
            <a:solidFill>
              <a:srgbClr val="E9EEF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5292" name="Google Shape;15292;p44"/>
          <p:cNvGrpSpPr/>
          <p:nvPr/>
        </p:nvGrpSpPr>
        <p:grpSpPr>
          <a:xfrm>
            <a:off x="1767911" y="2729841"/>
            <a:ext cx="265306" cy="366799"/>
            <a:chOff x="1767911" y="2882241"/>
            <a:chExt cx="265306" cy="366799"/>
          </a:xfrm>
        </p:grpSpPr>
        <p:sp>
          <p:nvSpPr>
            <p:cNvPr id="15293" name="Google Shape;15293;p44"/>
            <p:cNvSpPr/>
            <p:nvPr/>
          </p:nvSpPr>
          <p:spPr>
            <a:xfrm>
              <a:off x="1767911" y="3066269"/>
              <a:ext cx="265306" cy="182771"/>
            </a:xfrm>
            <a:custGeom>
              <a:rect b="b" l="l" r="r" t="t"/>
              <a:pathLst>
                <a:path extrusionOk="0" h="6980" w="10132">
                  <a:moveTo>
                    <a:pt x="0" y="1"/>
                  </a:moveTo>
                  <a:lnTo>
                    <a:pt x="0" y="5200"/>
                  </a:lnTo>
                  <a:cubicBezTo>
                    <a:pt x="0" y="5305"/>
                    <a:pt x="67" y="5391"/>
                    <a:pt x="163" y="5419"/>
                  </a:cubicBezTo>
                  <a:lnTo>
                    <a:pt x="4999" y="6965"/>
                  </a:lnTo>
                  <a:cubicBezTo>
                    <a:pt x="5023" y="6974"/>
                    <a:pt x="5047" y="6979"/>
                    <a:pt x="5070" y="6979"/>
                  </a:cubicBezTo>
                  <a:cubicBezTo>
                    <a:pt x="5092" y="6979"/>
                    <a:pt x="5114" y="6974"/>
                    <a:pt x="5133" y="6965"/>
                  </a:cubicBezTo>
                  <a:lnTo>
                    <a:pt x="9970" y="5419"/>
                  </a:lnTo>
                  <a:cubicBezTo>
                    <a:pt x="10065" y="5391"/>
                    <a:pt x="10132" y="5305"/>
                    <a:pt x="10132" y="5200"/>
                  </a:cubicBezTo>
                  <a:lnTo>
                    <a:pt x="10132" y="1"/>
                  </a:lnTo>
                  <a:lnTo>
                    <a:pt x="5066" y="1622"/>
                  </a:lnTo>
                  <a:lnTo>
                    <a:pt x="0" y="1"/>
                  </a:lnTo>
                  <a:close/>
                </a:path>
              </a:pathLst>
            </a:custGeom>
            <a:solidFill>
              <a:srgbClr val="778DA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294" name="Google Shape;15294;p44"/>
            <p:cNvSpPr/>
            <p:nvPr/>
          </p:nvSpPr>
          <p:spPr>
            <a:xfrm>
              <a:off x="1818867" y="2882241"/>
              <a:ext cx="147422" cy="155905"/>
            </a:xfrm>
            <a:custGeom>
              <a:rect b="b" l="l" r="r" t="t"/>
              <a:pathLst>
                <a:path extrusionOk="0" h="5954" w="5630">
                  <a:moveTo>
                    <a:pt x="3120" y="0"/>
                  </a:moveTo>
                  <a:cubicBezTo>
                    <a:pt x="2622" y="0"/>
                    <a:pt x="2111" y="151"/>
                    <a:pt x="1651" y="484"/>
                  </a:cubicBezTo>
                  <a:cubicBezTo>
                    <a:pt x="1" y="1686"/>
                    <a:pt x="411" y="4253"/>
                    <a:pt x="2357" y="4892"/>
                  </a:cubicBezTo>
                  <a:lnTo>
                    <a:pt x="2929" y="5846"/>
                  </a:lnTo>
                  <a:cubicBezTo>
                    <a:pt x="2972" y="5917"/>
                    <a:pt x="3046" y="5953"/>
                    <a:pt x="3120" y="5953"/>
                  </a:cubicBezTo>
                  <a:cubicBezTo>
                    <a:pt x="3194" y="5953"/>
                    <a:pt x="3268" y="5917"/>
                    <a:pt x="3311" y="5846"/>
                  </a:cubicBezTo>
                  <a:lnTo>
                    <a:pt x="3893" y="4892"/>
                  </a:lnTo>
                  <a:cubicBezTo>
                    <a:pt x="4923" y="4558"/>
                    <a:pt x="5629" y="3594"/>
                    <a:pt x="5629" y="2507"/>
                  </a:cubicBezTo>
                  <a:cubicBezTo>
                    <a:pt x="5629" y="1024"/>
                    <a:pt x="4418" y="0"/>
                    <a:pt x="3120" y="0"/>
                  </a:cubicBezTo>
                  <a:close/>
                </a:path>
              </a:pathLst>
            </a:custGeom>
            <a:solidFill>
              <a:srgbClr val="BECBD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295" name="Google Shape;15295;p44"/>
            <p:cNvSpPr/>
            <p:nvPr/>
          </p:nvSpPr>
          <p:spPr>
            <a:xfrm>
              <a:off x="1886817" y="2912144"/>
              <a:ext cx="47735" cy="47500"/>
            </a:xfrm>
            <a:custGeom>
              <a:rect b="b" l="l" r="r" t="t"/>
              <a:pathLst>
                <a:path extrusionOk="0" h="1814" w="1823">
                  <a:moveTo>
                    <a:pt x="916" y="1"/>
                  </a:moveTo>
                  <a:cubicBezTo>
                    <a:pt x="411" y="1"/>
                    <a:pt x="0" y="401"/>
                    <a:pt x="0" y="907"/>
                  </a:cubicBezTo>
                  <a:cubicBezTo>
                    <a:pt x="0" y="1412"/>
                    <a:pt x="411" y="1813"/>
                    <a:pt x="916" y="1813"/>
                  </a:cubicBezTo>
                  <a:cubicBezTo>
                    <a:pt x="1412" y="1813"/>
                    <a:pt x="1823" y="1412"/>
                    <a:pt x="1823" y="907"/>
                  </a:cubicBezTo>
                  <a:cubicBezTo>
                    <a:pt x="1823" y="401"/>
                    <a:pt x="1412" y="1"/>
                    <a:pt x="916" y="1"/>
                  </a:cubicBezTo>
                  <a:close/>
                </a:path>
              </a:pathLst>
            </a:custGeom>
            <a:solidFill>
              <a:srgbClr val="E9EEF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296" name="Google Shape;15296;p44"/>
            <p:cNvSpPr/>
            <p:nvPr/>
          </p:nvSpPr>
          <p:spPr>
            <a:xfrm>
              <a:off x="1858799" y="2906488"/>
              <a:ext cx="84237" cy="79079"/>
            </a:xfrm>
            <a:custGeom>
              <a:rect b="b" l="l" r="r" t="t"/>
              <a:pathLst>
                <a:path extrusionOk="0" h="3020" w="3217">
                  <a:moveTo>
                    <a:pt x="1989" y="422"/>
                  </a:moveTo>
                  <a:cubicBezTo>
                    <a:pt x="2159" y="422"/>
                    <a:pt x="2332" y="485"/>
                    <a:pt x="2473" y="627"/>
                  </a:cubicBezTo>
                  <a:cubicBezTo>
                    <a:pt x="2749" y="903"/>
                    <a:pt x="2749" y="1342"/>
                    <a:pt x="2482" y="1619"/>
                  </a:cubicBezTo>
                  <a:lnTo>
                    <a:pt x="2473" y="1619"/>
                  </a:lnTo>
                  <a:cubicBezTo>
                    <a:pt x="2332" y="1760"/>
                    <a:pt x="2159" y="1823"/>
                    <a:pt x="1989" y="1823"/>
                  </a:cubicBezTo>
                  <a:cubicBezTo>
                    <a:pt x="1632" y="1823"/>
                    <a:pt x="1290" y="1543"/>
                    <a:pt x="1290" y="1123"/>
                  </a:cubicBezTo>
                  <a:cubicBezTo>
                    <a:pt x="1290" y="702"/>
                    <a:pt x="1632" y="422"/>
                    <a:pt x="1989" y="422"/>
                  </a:cubicBezTo>
                  <a:close/>
                  <a:moveTo>
                    <a:pt x="2006" y="0"/>
                  </a:moveTo>
                  <a:cubicBezTo>
                    <a:pt x="1213" y="0"/>
                    <a:pt x="509" y="906"/>
                    <a:pt x="1061" y="1752"/>
                  </a:cubicBezTo>
                  <a:lnTo>
                    <a:pt x="155" y="2649"/>
                  </a:lnTo>
                  <a:cubicBezTo>
                    <a:pt x="0" y="2803"/>
                    <a:pt x="140" y="3020"/>
                    <a:pt x="304" y="3020"/>
                  </a:cubicBezTo>
                  <a:cubicBezTo>
                    <a:pt x="353" y="3020"/>
                    <a:pt x="404" y="3001"/>
                    <a:pt x="450" y="2954"/>
                  </a:cubicBezTo>
                  <a:lnTo>
                    <a:pt x="1357" y="2048"/>
                  </a:lnTo>
                  <a:cubicBezTo>
                    <a:pt x="1547" y="2178"/>
                    <a:pt x="1765" y="2240"/>
                    <a:pt x="1981" y="2240"/>
                  </a:cubicBezTo>
                  <a:cubicBezTo>
                    <a:pt x="2306" y="2240"/>
                    <a:pt x="2627" y="2098"/>
                    <a:pt x="2845" y="1829"/>
                  </a:cubicBezTo>
                  <a:cubicBezTo>
                    <a:pt x="3217" y="1390"/>
                    <a:pt x="3188" y="732"/>
                    <a:pt x="2778" y="331"/>
                  </a:cubicBezTo>
                  <a:cubicBezTo>
                    <a:pt x="2539" y="99"/>
                    <a:pt x="2268" y="0"/>
                    <a:pt x="2006" y="0"/>
                  </a:cubicBezTo>
                  <a:close/>
                </a:path>
              </a:pathLst>
            </a:custGeom>
            <a:solidFill>
              <a:srgbClr val="95A6B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297" name="Google Shape;15297;p44"/>
            <p:cNvSpPr/>
            <p:nvPr/>
          </p:nvSpPr>
          <p:spPr>
            <a:xfrm>
              <a:off x="1767911" y="3041001"/>
              <a:ext cx="132679" cy="180676"/>
            </a:xfrm>
            <a:custGeom>
              <a:rect b="b" l="l" r="r" t="t"/>
              <a:pathLst>
                <a:path extrusionOk="0" h="6900" w="5067">
                  <a:moveTo>
                    <a:pt x="225" y="0"/>
                  </a:moveTo>
                  <a:cubicBezTo>
                    <a:pt x="107" y="0"/>
                    <a:pt x="0" y="94"/>
                    <a:pt x="0" y="222"/>
                  </a:cubicBezTo>
                  <a:lnTo>
                    <a:pt x="0" y="5278"/>
                  </a:lnTo>
                  <a:lnTo>
                    <a:pt x="5066" y="6899"/>
                  </a:lnTo>
                  <a:lnTo>
                    <a:pt x="5066" y="1538"/>
                  </a:lnTo>
                  <a:lnTo>
                    <a:pt x="296" y="12"/>
                  </a:lnTo>
                  <a:cubicBezTo>
                    <a:pt x="272" y="4"/>
                    <a:pt x="249" y="0"/>
                    <a:pt x="225" y="0"/>
                  </a:cubicBezTo>
                  <a:close/>
                </a:path>
              </a:pathLst>
            </a:custGeom>
            <a:solidFill>
              <a:srgbClr val="CDD7D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298" name="Google Shape;15298;p44"/>
            <p:cNvSpPr/>
            <p:nvPr/>
          </p:nvSpPr>
          <p:spPr>
            <a:xfrm>
              <a:off x="1767911" y="3041001"/>
              <a:ext cx="132679" cy="180676"/>
            </a:xfrm>
            <a:custGeom>
              <a:rect b="b" l="l" r="r" t="t"/>
              <a:pathLst>
                <a:path extrusionOk="0" h="6900" w="5067">
                  <a:moveTo>
                    <a:pt x="225" y="0"/>
                  </a:moveTo>
                  <a:cubicBezTo>
                    <a:pt x="107" y="0"/>
                    <a:pt x="0" y="94"/>
                    <a:pt x="0" y="222"/>
                  </a:cubicBezTo>
                  <a:lnTo>
                    <a:pt x="0" y="5278"/>
                  </a:lnTo>
                  <a:lnTo>
                    <a:pt x="5066" y="6899"/>
                  </a:lnTo>
                  <a:lnTo>
                    <a:pt x="5066" y="6136"/>
                  </a:lnTo>
                  <a:lnTo>
                    <a:pt x="582" y="4696"/>
                  </a:lnTo>
                  <a:lnTo>
                    <a:pt x="582" y="98"/>
                  </a:lnTo>
                  <a:lnTo>
                    <a:pt x="296" y="12"/>
                  </a:lnTo>
                  <a:cubicBezTo>
                    <a:pt x="272" y="4"/>
                    <a:pt x="249" y="0"/>
                    <a:pt x="225" y="0"/>
                  </a:cubicBezTo>
                  <a:close/>
                </a:path>
              </a:pathLst>
            </a:custGeom>
            <a:solidFill>
              <a:srgbClr val="9BAFB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299" name="Google Shape;15299;p44"/>
            <p:cNvSpPr/>
            <p:nvPr/>
          </p:nvSpPr>
          <p:spPr>
            <a:xfrm>
              <a:off x="1783151" y="3029008"/>
              <a:ext cx="117440" cy="159938"/>
            </a:xfrm>
            <a:custGeom>
              <a:rect b="b" l="l" r="r" t="t"/>
              <a:pathLst>
                <a:path extrusionOk="0" h="6108" w="4485">
                  <a:moveTo>
                    <a:pt x="226" y="1"/>
                  </a:moveTo>
                  <a:cubicBezTo>
                    <a:pt x="102" y="1"/>
                    <a:pt x="0" y="102"/>
                    <a:pt x="0" y="231"/>
                  </a:cubicBezTo>
                  <a:lnTo>
                    <a:pt x="0" y="4677"/>
                  </a:lnTo>
                  <a:lnTo>
                    <a:pt x="4484" y="6108"/>
                  </a:lnTo>
                  <a:lnTo>
                    <a:pt x="4484" y="1357"/>
                  </a:lnTo>
                  <a:lnTo>
                    <a:pt x="296" y="12"/>
                  </a:lnTo>
                  <a:cubicBezTo>
                    <a:pt x="272" y="4"/>
                    <a:pt x="249" y="1"/>
                    <a:pt x="226" y="1"/>
                  </a:cubicBezTo>
                  <a:close/>
                </a:path>
              </a:pathLst>
            </a:custGeom>
            <a:solidFill>
              <a:srgbClr val="E9EEF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300" name="Google Shape;15300;p44"/>
            <p:cNvSpPr/>
            <p:nvPr/>
          </p:nvSpPr>
          <p:spPr>
            <a:xfrm>
              <a:off x="1813290" y="3067212"/>
              <a:ext cx="65305" cy="26578"/>
            </a:xfrm>
            <a:custGeom>
              <a:rect b="b" l="l" r="r" t="t"/>
              <a:pathLst>
                <a:path extrusionOk="0" h="1015" w="2494">
                  <a:moveTo>
                    <a:pt x="294" y="0"/>
                  </a:moveTo>
                  <a:cubicBezTo>
                    <a:pt x="79" y="0"/>
                    <a:pt x="1" y="335"/>
                    <a:pt x="242" y="413"/>
                  </a:cubicBezTo>
                  <a:lnTo>
                    <a:pt x="2131" y="1004"/>
                  </a:lnTo>
                  <a:cubicBezTo>
                    <a:pt x="2160" y="1004"/>
                    <a:pt x="2179" y="1014"/>
                    <a:pt x="2198" y="1014"/>
                  </a:cubicBezTo>
                  <a:cubicBezTo>
                    <a:pt x="2446" y="1014"/>
                    <a:pt x="2494" y="671"/>
                    <a:pt x="2265" y="594"/>
                  </a:cubicBezTo>
                  <a:lnTo>
                    <a:pt x="366" y="12"/>
                  </a:lnTo>
                  <a:cubicBezTo>
                    <a:pt x="341" y="4"/>
                    <a:pt x="316" y="0"/>
                    <a:pt x="294" y="0"/>
                  </a:cubicBezTo>
                  <a:close/>
                </a:path>
              </a:pathLst>
            </a:custGeom>
            <a:solidFill>
              <a:srgbClr val="CDD7D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301" name="Google Shape;15301;p44"/>
            <p:cNvSpPr/>
            <p:nvPr/>
          </p:nvSpPr>
          <p:spPr>
            <a:xfrm>
              <a:off x="1813237" y="3086746"/>
              <a:ext cx="65279" cy="26525"/>
            </a:xfrm>
            <a:custGeom>
              <a:rect b="b" l="l" r="r" t="t"/>
              <a:pathLst>
                <a:path extrusionOk="0" h="1013" w="2493">
                  <a:moveTo>
                    <a:pt x="303" y="1"/>
                  </a:moveTo>
                  <a:cubicBezTo>
                    <a:pt x="83" y="1"/>
                    <a:pt x="0" y="342"/>
                    <a:pt x="244" y="421"/>
                  </a:cubicBezTo>
                  <a:lnTo>
                    <a:pt x="2133" y="1003"/>
                  </a:lnTo>
                  <a:cubicBezTo>
                    <a:pt x="2162" y="1012"/>
                    <a:pt x="2181" y="1012"/>
                    <a:pt x="2200" y="1012"/>
                  </a:cubicBezTo>
                  <a:cubicBezTo>
                    <a:pt x="2203" y="1012"/>
                    <a:pt x="2206" y="1012"/>
                    <a:pt x="2210" y="1012"/>
                  </a:cubicBezTo>
                  <a:cubicBezTo>
                    <a:pt x="2449" y="1012"/>
                    <a:pt x="2493" y="668"/>
                    <a:pt x="2267" y="602"/>
                  </a:cubicBezTo>
                  <a:lnTo>
                    <a:pt x="368" y="10"/>
                  </a:lnTo>
                  <a:cubicBezTo>
                    <a:pt x="345" y="4"/>
                    <a:pt x="323" y="1"/>
                    <a:pt x="303" y="1"/>
                  </a:cubicBezTo>
                  <a:close/>
                </a:path>
              </a:pathLst>
            </a:custGeom>
            <a:solidFill>
              <a:srgbClr val="CDD7D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302" name="Google Shape;15302;p44"/>
            <p:cNvSpPr/>
            <p:nvPr/>
          </p:nvSpPr>
          <p:spPr>
            <a:xfrm>
              <a:off x="1813290" y="3106437"/>
              <a:ext cx="65227" cy="26552"/>
            </a:xfrm>
            <a:custGeom>
              <a:rect b="b" l="l" r="r" t="t"/>
              <a:pathLst>
                <a:path extrusionOk="0" h="1014" w="2491">
                  <a:moveTo>
                    <a:pt x="295" y="0"/>
                  </a:moveTo>
                  <a:cubicBezTo>
                    <a:pt x="79" y="0"/>
                    <a:pt x="0" y="344"/>
                    <a:pt x="242" y="413"/>
                  </a:cubicBezTo>
                  <a:lnTo>
                    <a:pt x="2131" y="1004"/>
                  </a:lnTo>
                  <a:cubicBezTo>
                    <a:pt x="2160" y="1014"/>
                    <a:pt x="2179" y="1014"/>
                    <a:pt x="2198" y="1014"/>
                  </a:cubicBezTo>
                  <a:cubicBezTo>
                    <a:pt x="2201" y="1014"/>
                    <a:pt x="2204" y="1014"/>
                    <a:pt x="2208" y="1014"/>
                  </a:cubicBezTo>
                  <a:cubicBezTo>
                    <a:pt x="2447" y="1014"/>
                    <a:pt x="2491" y="669"/>
                    <a:pt x="2265" y="604"/>
                  </a:cubicBezTo>
                  <a:lnTo>
                    <a:pt x="366" y="12"/>
                  </a:lnTo>
                  <a:cubicBezTo>
                    <a:pt x="341" y="4"/>
                    <a:pt x="317" y="0"/>
                    <a:pt x="295" y="0"/>
                  </a:cubicBezTo>
                  <a:close/>
                </a:path>
              </a:pathLst>
            </a:custGeom>
            <a:solidFill>
              <a:srgbClr val="CDD7D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303" name="Google Shape;15303;p44"/>
            <p:cNvSpPr/>
            <p:nvPr/>
          </p:nvSpPr>
          <p:spPr>
            <a:xfrm>
              <a:off x="1900564" y="3041001"/>
              <a:ext cx="132653" cy="180676"/>
            </a:xfrm>
            <a:custGeom>
              <a:rect b="b" l="l" r="r" t="t"/>
              <a:pathLst>
                <a:path extrusionOk="0" h="6900" w="5066">
                  <a:moveTo>
                    <a:pt x="4841" y="0"/>
                  </a:moveTo>
                  <a:cubicBezTo>
                    <a:pt x="4818" y="0"/>
                    <a:pt x="4794" y="4"/>
                    <a:pt x="4770" y="12"/>
                  </a:cubicBezTo>
                  <a:lnTo>
                    <a:pt x="0" y="1538"/>
                  </a:lnTo>
                  <a:lnTo>
                    <a:pt x="0" y="6899"/>
                  </a:lnTo>
                  <a:lnTo>
                    <a:pt x="5066" y="5278"/>
                  </a:lnTo>
                  <a:lnTo>
                    <a:pt x="5066" y="222"/>
                  </a:lnTo>
                  <a:cubicBezTo>
                    <a:pt x="5066" y="94"/>
                    <a:pt x="4960" y="0"/>
                    <a:pt x="4841" y="0"/>
                  </a:cubicBezTo>
                  <a:close/>
                </a:path>
              </a:pathLst>
            </a:custGeom>
            <a:solidFill>
              <a:srgbClr val="CDD7D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304" name="Google Shape;15304;p44"/>
            <p:cNvSpPr/>
            <p:nvPr/>
          </p:nvSpPr>
          <p:spPr>
            <a:xfrm>
              <a:off x="1900564" y="3041001"/>
              <a:ext cx="132653" cy="180676"/>
            </a:xfrm>
            <a:custGeom>
              <a:rect b="b" l="l" r="r" t="t"/>
              <a:pathLst>
                <a:path extrusionOk="0" h="6900" w="5066">
                  <a:moveTo>
                    <a:pt x="4841" y="0"/>
                  </a:moveTo>
                  <a:cubicBezTo>
                    <a:pt x="4818" y="0"/>
                    <a:pt x="4794" y="4"/>
                    <a:pt x="4770" y="12"/>
                  </a:cubicBezTo>
                  <a:lnTo>
                    <a:pt x="4484" y="98"/>
                  </a:lnTo>
                  <a:lnTo>
                    <a:pt x="4484" y="4724"/>
                  </a:lnTo>
                  <a:lnTo>
                    <a:pt x="0" y="6136"/>
                  </a:lnTo>
                  <a:lnTo>
                    <a:pt x="0" y="6899"/>
                  </a:lnTo>
                  <a:lnTo>
                    <a:pt x="5066" y="5278"/>
                  </a:lnTo>
                  <a:lnTo>
                    <a:pt x="5066" y="222"/>
                  </a:lnTo>
                  <a:cubicBezTo>
                    <a:pt x="5066" y="94"/>
                    <a:pt x="4960" y="0"/>
                    <a:pt x="4841" y="0"/>
                  </a:cubicBezTo>
                  <a:close/>
                </a:path>
              </a:pathLst>
            </a:custGeom>
            <a:solidFill>
              <a:srgbClr val="9BAFB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305" name="Google Shape;15305;p44"/>
            <p:cNvSpPr/>
            <p:nvPr/>
          </p:nvSpPr>
          <p:spPr>
            <a:xfrm>
              <a:off x="1900564" y="3029008"/>
              <a:ext cx="117414" cy="159938"/>
            </a:xfrm>
            <a:custGeom>
              <a:rect b="b" l="l" r="r" t="t"/>
              <a:pathLst>
                <a:path extrusionOk="0" h="6108" w="4484">
                  <a:moveTo>
                    <a:pt x="4259" y="1"/>
                  </a:moveTo>
                  <a:cubicBezTo>
                    <a:pt x="4236" y="1"/>
                    <a:pt x="4212" y="4"/>
                    <a:pt x="4188" y="12"/>
                  </a:cubicBezTo>
                  <a:lnTo>
                    <a:pt x="0" y="1357"/>
                  </a:lnTo>
                  <a:lnTo>
                    <a:pt x="0" y="6108"/>
                  </a:lnTo>
                  <a:lnTo>
                    <a:pt x="4484" y="4677"/>
                  </a:lnTo>
                  <a:lnTo>
                    <a:pt x="4484" y="231"/>
                  </a:lnTo>
                  <a:cubicBezTo>
                    <a:pt x="4484" y="102"/>
                    <a:pt x="4382" y="1"/>
                    <a:pt x="4259" y="1"/>
                  </a:cubicBezTo>
                  <a:close/>
                </a:path>
              </a:pathLst>
            </a:custGeom>
            <a:solidFill>
              <a:srgbClr val="E9EEF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306" name="Google Shape;15306;p44"/>
            <p:cNvSpPr/>
            <p:nvPr/>
          </p:nvSpPr>
          <p:spPr>
            <a:xfrm>
              <a:off x="1900564" y="3029244"/>
              <a:ext cx="117414" cy="159702"/>
            </a:xfrm>
            <a:custGeom>
              <a:rect b="b" l="l" r="r" t="t"/>
              <a:pathLst>
                <a:path extrusionOk="0" h="6099" w="4484">
                  <a:moveTo>
                    <a:pt x="4268" y="1"/>
                  </a:moveTo>
                  <a:cubicBezTo>
                    <a:pt x="4245" y="1"/>
                    <a:pt x="4221" y="4"/>
                    <a:pt x="4198" y="12"/>
                  </a:cubicBezTo>
                  <a:lnTo>
                    <a:pt x="3816" y="127"/>
                  </a:lnTo>
                  <a:lnTo>
                    <a:pt x="3816" y="4019"/>
                  </a:lnTo>
                  <a:lnTo>
                    <a:pt x="0" y="5231"/>
                  </a:lnTo>
                  <a:lnTo>
                    <a:pt x="0" y="6099"/>
                  </a:lnTo>
                  <a:lnTo>
                    <a:pt x="4484" y="4668"/>
                  </a:lnTo>
                  <a:lnTo>
                    <a:pt x="4484" y="222"/>
                  </a:lnTo>
                  <a:cubicBezTo>
                    <a:pt x="4484" y="95"/>
                    <a:pt x="4384" y="1"/>
                    <a:pt x="4268" y="1"/>
                  </a:cubicBezTo>
                  <a:close/>
                </a:path>
              </a:pathLst>
            </a:custGeom>
            <a:solidFill>
              <a:srgbClr val="E9EEF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307" name="Google Shape;15307;p44"/>
            <p:cNvSpPr/>
            <p:nvPr/>
          </p:nvSpPr>
          <p:spPr>
            <a:xfrm>
              <a:off x="1941282" y="3069988"/>
              <a:ext cx="29484" cy="36345"/>
            </a:xfrm>
            <a:custGeom>
              <a:rect b="b" l="l" r="r" t="t"/>
              <a:pathLst>
                <a:path extrusionOk="0" h="1388" w="1126">
                  <a:moveTo>
                    <a:pt x="897" y="0"/>
                  </a:moveTo>
                  <a:cubicBezTo>
                    <a:pt x="875" y="0"/>
                    <a:pt x="853" y="4"/>
                    <a:pt x="830" y="11"/>
                  </a:cubicBezTo>
                  <a:lnTo>
                    <a:pt x="153" y="231"/>
                  </a:lnTo>
                  <a:cubicBezTo>
                    <a:pt x="67" y="259"/>
                    <a:pt x="0" y="345"/>
                    <a:pt x="0" y="450"/>
                  </a:cubicBezTo>
                  <a:lnTo>
                    <a:pt x="0" y="1166"/>
                  </a:lnTo>
                  <a:cubicBezTo>
                    <a:pt x="0" y="1293"/>
                    <a:pt x="100" y="1387"/>
                    <a:pt x="221" y="1387"/>
                  </a:cubicBezTo>
                  <a:cubicBezTo>
                    <a:pt x="246" y="1387"/>
                    <a:pt x="271" y="1383"/>
                    <a:pt x="296" y="1375"/>
                  </a:cubicBezTo>
                  <a:lnTo>
                    <a:pt x="964" y="1156"/>
                  </a:lnTo>
                  <a:cubicBezTo>
                    <a:pt x="1059" y="1127"/>
                    <a:pt x="1126" y="1042"/>
                    <a:pt x="1126" y="946"/>
                  </a:cubicBezTo>
                  <a:lnTo>
                    <a:pt x="1126" y="231"/>
                  </a:lnTo>
                  <a:cubicBezTo>
                    <a:pt x="1126" y="102"/>
                    <a:pt x="1017" y="0"/>
                    <a:pt x="897" y="0"/>
                  </a:cubicBezTo>
                  <a:close/>
                </a:path>
              </a:pathLst>
            </a:custGeom>
            <a:solidFill>
              <a:srgbClr val="BECBD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5308" name="Google Shape;15308;p44"/>
          <p:cNvGrpSpPr/>
          <p:nvPr/>
        </p:nvGrpSpPr>
        <p:grpSpPr>
          <a:xfrm>
            <a:off x="1332009" y="1347535"/>
            <a:ext cx="331895" cy="359310"/>
            <a:chOff x="1332009" y="1499935"/>
            <a:chExt cx="331895" cy="359310"/>
          </a:xfrm>
        </p:grpSpPr>
        <p:sp>
          <p:nvSpPr>
            <p:cNvPr id="15309" name="Google Shape;15309;p44"/>
            <p:cNvSpPr/>
            <p:nvPr/>
          </p:nvSpPr>
          <p:spPr>
            <a:xfrm>
              <a:off x="1435414" y="1570451"/>
              <a:ext cx="28515" cy="79210"/>
            </a:xfrm>
            <a:custGeom>
              <a:rect b="b" l="l" r="r" t="t"/>
              <a:pathLst>
                <a:path extrusionOk="0" h="3025" w="1089">
                  <a:moveTo>
                    <a:pt x="545" y="1"/>
                  </a:moveTo>
                  <a:cubicBezTo>
                    <a:pt x="273" y="1"/>
                    <a:pt x="1" y="182"/>
                    <a:pt x="1" y="544"/>
                  </a:cubicBezTo>
                  <a:lnTo>
                    <a:pt x="1" y="3025"/>
                  </a:lnTo>
                  <a:lnTo>
                    <a:pt x="1088" y="3025"/>
                  </a:lnTo>
                  <a:lnTo>
                    <a:pt x="1088" y="544"/>
                  </a:lnTo>
                  <a:cubicBezTo>
                    <a:pt x="1088" y="182"/>
                    <a:pt x="816" y="1"/>
                    <a:pt x="545" y="1"/>
                  </a:cubicBezTo>
                  <a:close/>
                </a:path>
              </a:pathLst>
            </a:custGeom>
            <a:solidFill>
              <a:srgbClr val="E9EEF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310" name="Google Shape;15310;p44"/>
            <p:cNvSpPr/>
            <p:nvPr/>
          </p:nvSpPr>
          <p:spPr>
            <a:xfrm>
              <a:off x="1435414" y="1627665"/>
              <a:ext cx="28515" cy="21995"/>
            </a:xfrm>
            <a:custGeom>
              <a:rect b="b" l="l" r="r" t="t"/>
              <a:pathLst>
                <a:path extrusionOk="0" h="840" w="1089">
                  <a:moveTo>
                    <a:pt x="1" y="0"/>
                  </a:moveTo>
                  <a:lnTo>
                    <a:pt x="1" y="840"/>
                  </a:lnTo>
                  <a:lnTo>
                    <a:pt x="1088" y="840"/>
                  </a:lnTo>
                  <a:lnTo>
                    <a:pt x="1088" y="0"/>
                  </a:lnTo>
                  <a:close/>
                </a:path>
              </a:pathLst>
            </a:custGeom>
            <a:solidFill>
              <a:srgbClr val="CDD7D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311" name="Google Shape;15311;p44"/>
            <p:cNvSpPr/>
            <p:nvPr/>
          </p:nvSpPr>
          <p:spPr>
            <a:xfrm>
              <a:off x="1350496" y="1570451"/>
              <a:ext cx="28254" cy="79210"/>
            </a:xfrm>
            <a:custGeom>
              <a:rect b="b" l="l" r="r" t="t"/>
              <a:pathLst>
                <a:path extrusionOk="0" h="3025" w="1079">
                  <a:moveTo>
                    <a:pt x="539" y="1"/>
                  </a:moveTo>
                  <a:cubicBezTo>
                    <a:pt x="270" y="1"/>
                    <a:pt x="0" y="182"/>
                    <a:pt x="0" y="544"/>
                  </a:cubicBezTo>
                  <a:lnTo>
                    <a:pt x="0" y="3025"/>
                  </a:lnTo>
                  <a:lnTo>
                    <a:pt x="1078" y="3025"/>
                  </a:lnTo>
                  <a:lnTo>
                    <a:pt x="1078" y="544"/>
                  </a:lnTo>
                  <a:cubicBezTo>
                    <a:pt x="1078" y="182"/>
                    <a:pt x="809" y="1"/>
                    <a:pt x="539" y="1"/>
                  </a:cubicBezTo>
                  <a:close/>
                </a:path>
              </a:pathLst>
            </a:custGeom>
            <a:solidFill>
              <a:srgbClr val="E9EEF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312" name="Google Shape;15312;p44"/>
            <p:cNvSpPr/>
            <p:nvPr/>
          </p:nvSpPr>
          <p:spPr>
            <a:xfrm>
              <a:off x="1350496" y="1627665"/>
              <a:ext cx="28254" cy="21995"/>
            </a:xfrm>
            <a:custGeom>
              <a:rect b="b" l="l" r="r" t="t"/>
              <a:pathLst>
                <a:path extrusionOk="0" h="840" w="1079">
                  <a:moveTo>
                    <a:pt x="0" y="0"/>
                  </a:moveTo>
                  <a:lnTo>
                    <a:pt x="0" y="840"/>
                  </a:lnTo>
                  <a:lnTo>
                    <a:pt x="1078" y="840"/>
                  </a:lnTo>
                  <a:lnTo>
                    <a:pt x="1078" y="0"/>
                  </a:lnTo>
                  <a:close/>
                </a:path>
              </a:pathLst>
            </a:custGeom>
            <a:solidFill>
              <a:srgbClr val="CDD7D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313" name="Google Shape;15313;p44"/>
            <p:cNvSpPr/>
            <p:nvPr/>
          </p:nvSpPr>
          <p:spPr>
            <a:xfrm>
              <a:off x="1392706" y="1791531"/>
              <a:ext cx="28751" cy="67714"/>
            </a:xfrm>
            <a:custGeom>
              <a:rect b="b" l="l" r="r" t="t"/>
              <a:pathLst>
                <a:path extrusionOk="0" h="2586" w="1098">
                  <a:moveTo>
                    <a:pt x="0" y="1"/>
                  </a:moveTo>
                  <a:lnTo>
                    <a:pt x="0" y="2366"/>
                  </a:lnTo>
                  <a:cubicBezTo>
                    <a:pt x="0" y="2490"/>
                    <a:pt x="105" y="2586"/>
                    <a:pt x="229" y="2586"/>
                  </a:cubicBezTo>
                  <a:lnTo>
                    <a:pt x="869" y="2586"/>
                  </a:lnTo>
                  <a:cubicBezTo>
                    <a:pt x="993" y="2586"/>
                    <a:pt x="1098" y="2490"/>
                    <a:pt x="1098" y="2366"/>
                  </a:cubicBezTo>
                  <a:lnTo>
                    <a:pt x="1098" y="1"/>
                  </a:lnTo>
                  <a:close/>
                </a:path>
              </a:pathLst>
            </a:custGeom>
            <a:solidFill>
              <a:srgbClr val="E9EEF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314" name="Google Shape;15314;p44"/>
            <p:cNvSpPr/>
            <p:nvPr/>
          </p:nvSpPr>
          <p:spPr>
            <a:xfrm>
              <a:off x="1392942" y="1791531"/>
              <a:ext cx="28515" cy="22519"/>
            </a:xfrm>
            <a:custGeom>
              <a:rect b="b" l="l" r="r" t="t"/>
              <a:pathLst>
                <a:path extrusionOk="0" h="860" w="1089">
                  <a:moveTo>
                    <a:pt x="1" y="1"/>
                  </a:moveTo>
                  <a:lnTo>
                    <a:pt x="1" y="859"/>
                  </a:lnTo>
                  <a:lnTo>
                    <a:pt x="1089" y="859"/>
                  </a:lnTo>
                  <a:lnTo>
                    <a:pt x="1089" y="1"/>
                  </a:lnTo>
                  <a:close/>
                </a:path>
              </a:pathLst>
            </a:custGeom>
            <a:solidFill>
              <a:srgbClr val="CDD7D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315" name="Google Shape;15315;p44"/>
            <p:cNvSpPr/>
            <p:nvPr/>
          </p:nvSpPr>
          <p:spPr>
            <a:xfrm>
              <a:off x="1386448" y="1765294"/>
              <a:ext cx="41503" cy="33255"/>
            </a:xfrm>
            <a:custGeom>
              <a:rect b="b" l="l" r="r" t="t"/>
              <a:pathLst>
                <a:path extrusionOk="0" h="1270" w="1585">
                  <a:moveTo>
                    <a:pt x="1" y="1"/>
                  </a:moveTo>
                  <a:lnTo>
                    <a:pt x="1" y="1041"/>
                  </a:lnTo>
                  <a:cubicBezTo>
                    <a:pt x="1" y="1165"/>
                    <a:pt x="106" y="1270"/>
                    <a:pt x="230" y="1270"/>
                  </a:cubicBezTo>
                  <a:lnTo>
                    <a:pt x="1356" y="1270"/>
                  </a:lnTo>
                  <a:cubicBezTo>
                    <a:pt x="1480" y="1270"/>
                    <a:pt x="1585" y="1165"/>
                    <a:pt x="1585" y="1041"/>
                  </a:cubicBezTo>
                  <a:lnTo>
                    <a:pt x="1585" y="1"/>
                  </a:lnTo>
                  <a:close/>
                </a:path>
              </a:pathLst>
            </a:custGeom>
            <a:solidFill>
              <a:srgbClr val="94A3B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316" name="Google Shape;15316;p44"/>
            <p:cNvSpPr/>
            <p:nvPr/>
          </p:nvSpPr>
          <p:spPr>
            <a:xfrm>
              <a:off x="1411428" y="1765294"/>
              <a:ext cx="16287" cy="33255"/>
            </a:xfrm>
            <a:custGeom>
              <a:rect b="b" l="l" r="r" t="t"/>
              <a:pathLst>
                <a:path extrusionOk="0" h="1270" w="622">
                  <a:moveTo>
                    <a:pt x="1" y="1"/>
                  </a:moveTo>
                  <a:lnTo>
                    <a:pt x="1" y="1270"/>
                  </a:lnTo>
                  <a:lnTo>
                    <a:pt x="402" y="1270"/>
                  </a:lnTo>
                  <a:cubicBezTo>
                    <a:pt x="526" y="1270"/>
                    <a:pt x="621" y="1165"/>
                    <a:pt x="621" y="1041"/>
                  </a:cubicBezTo>
                  <a:lnTo>
                    <a:pt x="621" y="1"/>
                  </a:lnTo>
                  <a:close/>
                </a:path>
              </a:pathLst>
            </a:custGeom>
            <a:solidFill>
              <a:srgbClr val="6A7F9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317" name="Google Shape;15317;p44"/>
            <p:cNvSpPr/>
            <p:nvPr/>
          </p:nvSpPr>
          <p:spPr>
            <a:xfrm>
              <a:off x="1381473" y="1738585"/>
              <a:ext cx="51480" cy="33517"/>
            </a:xfrm>
            <a:custGeom>
              <a:rect b="b" l="l" r="r" t="t"/>
              <a:pathLst>
                <a:path extrusionOk="0" h="1280" w="1966">
                  <a:moveTo>
                    <a:pt x="0" y="0"/>
                  </a:moveTo>
                  <a:lnTo>
                    <a:pt x="0" y="1059"/>
                  </a:lnTo>
                  <a:cubicBezTo>
                    <a:pt x="0" y="1183"/>
                    <a:pt x="96" y="1278"/>
                    <a:pt x="220" y="1278"/>
                  </a:cubicBezTo>
                  <a:lnTo>
                    <a:pt x="1746" y="1278"/>
                  </a:lnTo>
                  <a:cubicBezTo>
                    <a:pt x="1751" y="1279"/>
                    <a:pt x="1756" y="1279"/>
                    <a:pt x="1762" y="1279"/>
                  </a:cubicBezTo>
                  <a:cubicBezTo>
                    <a:pt x="1878" y="1279"/>
                    <a:pt x="1965" y="1178"/>
                    <a:pt x="1965" y="1059"/>
                  </a:cubicBezTo>
                  <a:lnTo>
                    <a:pt x="1965" y="0"/>
                  </a:lnTo>
                  <a:close/>
                </a:path>
              </a:pathLst>
            </a:custGeom>
            <a:solidFill>
              <a:srgbClr val="6A7F9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318" name="Google Shape;15318;p44"/>
            <p:cNvSpPr/>
            <p:nvPr/>
          </p:nvSpPr>
          <p:spPr>
            <a:xfrm>
              <a:off x="1411428" y="1738585"/>
              <a:ext cx="21524" cy="33517"/>
            </a:xfrm>
            <a:custGeom>
              <a:rect b="b" l="l" r="r" t="t"/>
              <a:pathLst>
                <a:path extrusionOk="0" h="1280" w="822">
                  <a:moveTo>
                    <a:pt x="1" y="0"/>
                  </a:moveTo>
                  <a:lnTo>
                    <a:pt x="1" y="1278"/>
                  </a:lnTo>
                  <a:lnTo>
                    <a:pt x="592" y="1278"/>
                  </a:lnTo>
                  <a:cubicBezTo>
                    <a:pt x="598" y="1279"/>
                    <a:pt x="603" y="1279"/>
                    <a:pt x="608" y="1279"/>
                  </a:cubicBezTo>
                  <a:cubicBezTo>
                    <a:pt x="725" y="1279"/>
                    <a:pt x="821" y="1178"/>
                    <a:pt x="821" y="1059"/>
                  </a:cubicBezTo>
                  <a:lnTo>
                    <a:pt x="821" y="0"/>
                  </a:lnTo>
                  <a:close/>
                </a:path>
              </a:pathLst>
            </a:custGeom>
            <a:solidFill>
              <a:srgbClr val="51667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319" name="Google Shape;15319;p44"/>
            <p:cNvSpPr/>
            <p:nvPr/>
          </p:nvSpPr>
          <p:spPr>
            <a:xfrm>
              <a:off x="1339001" y="1668619"/>
              <a:ext cx="136162" cy="77220"/>
            </a:xfrm>
            <a:custGeom>
              <a:rect b="b" l="l" r="r" t="t"/>
              <a:pathLst>
                <a:path extrusionOk="0" h="2949" w="5200">
                  <a:moveTo>
                    <a:pt x="0" y="1"/>
                  </a:moveTo>
                  <a:lnTo>
                    <a:pt x="0" y="888"/>
                  </a:lnTo>
                  <a:cubicBezTo>
                    <a:pt x="0" y="936"/>
                    <a:pt x="19" y="984"/>
                    <a:pt x="48" y="1031"/>
                  </a:cubicBezTo>
                  <a:lnTo>
                    <a:pt x="1613" y="2949"/>
                  </a:lnTo>
                  <a:lnTo>
                    <a:pt x="3587" y="2949"/>
                  </a:lnTo>
                  <a:lnTo>
                    <a:pt x="5152" y="1022"/>
                  </a:lnTo>
                  <a:cubicBezTo>
                    <a:pt x="5181" y="984"/>
                    <a:pt x="5200" y="936"/>
                    <a:pt x="5200" y="888"/>
                  </a:cubicBezTo>
                  <a:lnTo>
                    <a:pt x="5200" y="1"/>
                  </a:lnTo>
                  <a:close/>
                </a:path>
              </a:pathLst>
            </a:custGeom>
            <a:solidFill>
              <a:srgbClr val="94A3B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320" name="Google Shape;15320;p44"/>
            <p:cNvSpPr/>
            <p:nvPr/>
          </p:nvSpPr>
          <p:spPr>
            <a:xfrm>
              <a:off x="1411428" y="1668619"/>
              <a:ext cx="63996" cy="77220"/>
            </a:xfrm>
            <a:custGeom>
              <a:rect b="b" l="l" r="r" t="t"/>
              <a:pathLst>
                <a:path extrusionOk="0" h="2949" w="2444">
                  <a:moveTo>
                    <a:pt x="1737" y="1"/>
                  </a:moveTo>
                  <a:lnTo>
                    <a:pt x="1737" y="793"/>
                  </a:lnTo>
                  <a:lnTo>
                    <a:pt x="1" y="2949"/>
                  </a:lnTo>
                  <a:lnTo>
                    <a:pt x="831" y="2949"/>
                  </a:lnTo>
                  <a:lnTo>
                    <a:pt x="2395" y="1022"/>
                  </a:lnTo>
                  <a:cubicBezTo>
                    <a:pt x="2424" y="984"/>
                    <a:pt x="2443" y="936"/>
                    <a:pt x="2443" y="888"/>
                  </a:cubicBezTo>
                  <a:lnTo>
                    <a:pt x="2443" y="1"/>
                  </a:lnTo>
                  <a:close/>
                </a:path>
              </a:pathLst>
            </a:custGeom>
            <a:solidFill>
              <a:srgbClr val="6A7F9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321" name="Google Shape;15321;p44"/>
            <p:cNvSpPr/>
            <p:nvPr/>
          </p:nvSpPr>
          <p:spPr>
            <a:xfrm>
              <a:off x="1332009" y="1640889"/>
              <a:ext cx="150145" cy="27756"/>
            </a:xfrm>
            <a:custGeom>
              <a:rect b="b" l="l" r="r" t="t"/>
              <a:pathLst>
                <a:path extrusionOk="0" h="1060" w="5734">
                  <a:moveTo>
                    <a:pt x="205" y="0"/>
                  </a:moveTo>
                  <a:cubicBezTo>
                    <a:pt x="96" y="0"/>
                    <a:pt x="0" y="102"/>
                    <a:pt x="0" y="220"/>
                  </a:cubicBezTo>
                  <a:lnTo>
                    <a:pt x="0" y="831"/>
                  </a:lnTo>
                  <a:cubicBezTo>
                    <a:pt x="0" y="955"/>
                    <a:pt x="105" y="1060"/>
                    <a:pt x="220" y="1060"/>
                  </a:cubicBezTo>
                  <a:lnTo>
                    <a:pt x="5514" y="1060"/>
                  </a:lnTo>
                  <a:cubicBezTo>
                    <a:pt x="5638" y="1060"/>
                    <a:pt x="5734" y="955"/>
                    <a:pt x="5734" y="831"/>
                  </a:cubicBezTo>
                  <a:lnTo>
                    <a:pt x="5734" y="220"/>
                  </a:lnTo>
                  <a:cubicBezTo>
                    <a:pt x="5734" y="102"/>
                    <a:pt x="5646" y="0"/>
                    <a:pt x="5530" y="0"/>
                  </a:cubicBezTo>
                  <a:cubicBezTo>
                    <a:pt x="5525" y="0"/>
                    <a:pt x="5520" y="1"/>
                    <a:pt x="5514" y="1"/>
                  </a:cubicBezTo>
                  <a:lnTo>
                    <a:pt x="220" y="1"/>
                  </a:lnTo>
                  <a:cubicBezTo>
                    <a:pt x="215" y="1"/>
                    <a:pt x="210" y="0"/>
                    <a:pt x="205" y="0"/>
                  </a:cubicBezTo>
                  <a:close/>
                </a:path>
              </a:pathLst>
            </a:custGeom>
            <a:solidFill>
              <a:srgbClr val="BAC2C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322" name="Google Shape;15322;p44"/>
            <p:cNvSpPr/>
            <p:nvPr/>
          </p:nvSpPr>
          <p:spPr>
            <a:xfrm>
              <a:off x="1461651" y="1640889"/>
              <a:ext cx="20503" cy="27756"/>
            </a:xfrm>
            <a:custGeom>
              <a:rect b="b" l="l" r="r" t="t"/>
              <a:pathLst>
                <a:path extrusionOk="0" h="1060" w="783">
                  <a:moveTo>
                    <a:pt x="579" y="0"/>
                  </a:moveTo>
                  <a:cubicBezTo>
                    <a:pt x="574" y="0"/>
                    <a:pt x="569" y="1"/>
                    <a:pt x="563" y="1"/>
                  </a:cubicBezTo>
                  <a:lnTo>
                    <a:pt x="0" y="1"/>
                  </a:lnTo>
                  <a:lnTo>
                    <a:pt x="0" y="1060"/>
                  </a:lnTo>
                  <a:lnTo>
                    <a:pt x="563" y="1060"/>
                  </a:lnTo>
                  <a:cubicBezTo>
                    <a:pt x="687" y="1060"/>
                    <a:pt x="783" y="955"/>
                    <a:pt x="783" y="840"/>
                  </a:cubicBezTo>
                  <a:lnTo>
                    <a:pt x="783" y="220"/>
                  </a:lnTo>
                  <a:cubicBezTo>
                    <a:pt x="783" y="102"/>
                    <a:pt x="695" y="0"/>
                    <a:pt x="579" y="0"/>
                  </a:cubicBezTo>
                  <a:close/>
                </a:path>
              </a:pathLst>
            </a:custGeom>
            <a:solidFill>
              <a:srgbClr val="94A3B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323" name="Google Shape;15323;p44"/>
            <p:cNvSpPr/>
            <p:nvPr/>
          </p:nvSpPr>
          <p:spPr>
            <a:xfrm>
              <a:off x="1467386" y="1499935"/>
              <a:ext cx="196518" cy="165725"/>
            </a:xfrm>
            <a:custGeom>
              <a:rect b="b" l="l" r="r" t="t"/>
              <a:pathLst>
                <a:path extrusionOk="0" h="6329" w="7505">
                  <a:moveTo>
                    <a:pt x="3779" y="1"/>
                  </a:moveTo>
                  <a:cubicBezTo>
                    <a:pt x="3738" y="1"/>
                    <a:pt x="3697" y="2"/>
                    <a:pt x="3655" y="3"/>
                  </a:cubicBezTo>
                  <a:cubicBezTo>
                    <a:pt x="1270" y="108"/>
                    <a:pt x="1" y="2865"/>
                    <a:pt x="1489" y="4735"/>
                  </a:cubicBezTo>
                  <a:lnTo>
                    <a:pt x="1413" y="6099"/>
                  </a:lnTo>
                  <a:cubicBezTo>
                    <a:pt x="1413" y="6229"/>
                    <a:pt x="1523" y="6329"/>
                    <a:pt x="1640" y="6329"/>
                  </a:cubicBezTo>
                  <a:cubicBezTo>
                    <a:pt x="1670" y="6329"/>
                    <a:pt x="1699" y="6323"/>
                    <a:pt x="1728" y="6309"/>
                  </a:cubicBezTo>
                  <a:lnTo>
                    <a:pt x="2968" y="5737"/>
                  </a:lnTo>
                  <a:cubicBezTo>
                    <a:pt x="3234" y="5814"/>
                    <a:pt x="3504" y="5851"/>
                    <a:pt x="3771" y="5851"/>
                  </a:cubicBezTo>
                  <a:cubicBezTo>
                    <a:pt x="4730" y="5851"/>
                    <a:pt x="5650" y="5373"/>
                    <a:pt x="6202" y="4544"/>
                  </a:cubicBezTo>
                  <a:cubicBezTo>
                    <a:pt x="7505" y="2595"/>
                    <a:pt x="6091" y="1"/>
                    <a:pt x="3779" y="1"/>
                  </a:cubicBezTo>
                  <a:close/>
                </a:path>
              </a:pathLst>
            </a:custGeom>
            <a:solidFill>
              <a:srgbClr val="E9EEF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324" name="Google Shape;15324;p44"/>
            <p:cNvSpPr/>
            <p:nvPr/>
          </p:nvSpPr>
          <p:spPr>
            <a:xfrm>
              <a:off x="1369873" y="1679852"/>
              <a:ext cx="74653" cy="11050"/>
            </a:xfrm>
            <a:custGeom>
              <a:rect b="b" l="l" r="r" t="t"/>
              <a:pathLst>
                <a:path extrusionOk="0" h="422" w="2851">
                  <a:moveTo>
                    <a:pt x="273" y="1"/>
                  </a:moveTo>
                  <a:cubicBezTo>
                    <a:pt x="1" y="1"/>
                    <a:pt x="1" y="422"/>
                    <a:pt x="273" y="422"/>
                  </a:cubicBezTo>
                  <a:cubicBezTo>
                    <a:pt x="279" y="422"/>
                    <a:pt x="284" y="421"/>
                    <a:pt x="291" y="421"/>
                  </a:cubicBezTo>
                  <a:lnTo>
                    <a:pt x="2551" y="421"/>
                  </a:lnTo>
                  <a:cubicBezTo>
                    <a:pt x="2558" y="421"/>
                    <a:pt x="2564" y="422"/>
                    <a:pt x="2570" y="422"/>
                  </a:cubicBezTo>
                  <a:cubicBezTo>
                    <a:pt x="2851" y="422"/>
                    <a:pt x="2851" y="1"/>
                    <a:pt x="2570" y="1"/>
                  </a:cubicBezTo>
                  <a:cubicBezTo>
                    <a:pt x="2564" y="1"/>
                    <a:pt x="2558" y="1"/>
                    <a:pt x="2551" y="1"/>
                  </a:cubicBezTo>
                  <a:lnTo>
                    <a:pt x="291" y="1"/>
                  </a:lnTo>
                  <a:cubicBezTo>
                    <a:pt x="284" y="1"/>
                    <a:pt x="279" y="1"/>
                    <a:pt x="273" y="1"/>
                  </a:cubicBezTo>
                  <a:close/>
                </a:path>
              </a:pathLst>
            </a:custGeom>
            <a:solidFill>
              <a:srgbClr val="53687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325" name="Google Shape;15325;p44"/>
            <p:cNvSpPr/>
            <p:nvPr/>
          </p:nvSpPr>
          <p:spPr>
            <a:xfrm>
              <a:off x="1533346" y="1524496"/>
              <a:ext cx="60487" cy="92459"/>
            </a:xfrm>
            <a:custGeom>
              <a:rect b="b" l="l" r="r" t="t"/>
              <a:pathLst>
                <a:path extrusionOk="0" h="3531" w="2310">
                  <a:moveTo>
                    <a:pt x="1136" y="0"/>
                  </a:moveTo>
                  <a:cubicBezTo>
                    <a:pt x="1088" y="0"/>
                    <a:pt x="1050" y="29"/>
                    <a:pt x="1031" y="67"/>
                  </a:cubicBezTo>
                  <a:lnTo>
                    <a:pt x="39" y="1822"/>
                  </a:lnTo>
                  <a:cubicBezTo>
                    <a:pt x="0" y="1899"/>
                    <a:pt x="48" y="1994"/>
                    <a:pt x="144" y="1994"/>
                  </a:cubicBezTo>
                  <a:lnTo>
                    <a:pt x="1021" y="1994"/>
                  </a:lnTo>
                  <a:lnTo>
                    <a:pt x="401" y="3377"/>
                  </a:lnTo>
                  <a:cubicBezTo>
                    <a:pt x="373" y="3462"/>
                    <a:pt x="443" y="3531"/>
                    <a:pt x="516" y="3531"/>
                  </a:cubicBezTo>
                  <a:cubicBezTo>
                    <a:pt x="543" y="3531"/>
                    <a:pt x="569" y="3522"/>
                    <a:pt x="592" y="3502"/>
                  </a:cubicBezTo>
                  <a:lnTo>
                    <a:pt x="2252" y="1498"/>
                  </a:lnTo>
                  <a:cubicBezTo>
                    <a:pt x="2309" y="1422"/>
                    <a:pt x="2261" y="1317"/>
                    <a:pt x="2166" y="1307"/>
                  </a:cubicBezTo>
                  <a:lnTo>
                    <a:pt x="1183" y="1307"/>
                  </a:lnTo>
                  <a:lnTo>
                    <a:pt x="2032" y="191"/>
                  </a:lnTo>
                  <a:cubicBezTo>
                    <a:pt x="2080" y="115"/>
                    <a:pt x="2032" y="10"/>
                    <a:pt x="1937" y="0"/>
                  </a:cubicBezTo>
                  <a:close/>
                </a:path>
              </a:pathLst>
            </a:custGeom>
            <a:solidFill>
              <a:srgbClr val="BECBD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5326" name="Google Shape;15326;p44"/>
          <p:cNvGrpSpPr/>
          <p:nvPr/>
        </p:nvGrpSpPr>
        <p:grpSpPr>
          <a:xfrm>
            <a:off x="2663464" y="3194415"/>
            <a:ext cx="289528" cy="359232"/>
            <a:chOff x="2663464" y="3346815"/>
            <a:chExt cx="289528" cy="359232"/>
          </a:xfrm>
        </p:grpSpPr>
        <p:sp>
          <p:nvSpPr>
            <p:cNvPr id="15327" name="Google Shape;15327;p44"/>
            <p:cNvSpPr/>
            <p:nvPr/>
          </p:nvSpPr>
          <p:spPr>
            <a:xfrm>
              <a:off x="2663464" y="3490676"/>
              <a:ext cx="133674" cy="140666"/>
            </a:xfrm>
            <a:custGeom>
              <a:rect b="b" l="l" r="r" t="t"/>
              <a:pathLst>
                <a:path extrusionOk="0" h="5372" w="5105">
                  <a:moveTo>
                    <a:pt x="105" y="1"/>
                  </a:moveTo>
                  <a:cubicBezTo>
                    <a:pt x="48" y="1"/>
                    <a:pt x="0" y="49"/>
                    <a:pt x="0" y="115"/>
                  </a:cubicBezTo>
                  <a:lnTo>
                    <a:pt x="0" y="2023"/>
                  </a:lnTo>
                  <a:cubicBezTo>
                    <a:pt x="0" y="2128"/>
                    <a:pt x="48" y="2233"/>
                    <a:pt x="143" y="2300"/>
                  </a:cubicBezTo>
                  <a:lnTo>
                    <a:pt x="2862" y="4179"/>
                  </a:lnTo>
                  <a:cubicBezTo>
                    <a:pt x="2958" y="4246"/>
                    <a:pt x="3015" y="4351"/>
                    <a:pt x="3015" y="4466"/>
                  </a:cubicBezTo>
                  <a:lnTo>
                    <a:pt x="3015" y="5372"/>
                  </a:lnTo>
                  <a:lnTo>
                    <a:pt x="5104" y="5372"/>
                  </a:lnTo>
                  <a:lnTo>
                    <a:pt x="5104" y="2701"/>
                  </a:lnTo>
                  <a:cubicBezTo>
                    <a:pt x="5104" y="2596"/>
                    <a:pt x="5056" y="2500"/>
                    <a:pt x="4980" y="2434"/>
                  </a:cubicBezTo>
                  <a:lnTo>
                    <a:pt x="3387" y="1184"/>
                  </a:lnTo>
                  <a:cubicBezTo>
                    <a:pt x="3369" y="1171"/>
                    <a:pt x="3345" y="1163"/>
                    <a:pt x="3321" y="1163"/>
                  </a:cubicBezTo>
                  <a:cubicBezTo>
                    <a:pt x="3293" y="1163"/>
                    <a:pt x="3264" y="1173"/>
                    <a:pt x="3244" y="1193"/>
                  </a:cubicBezTo>
                  <a:lnTo>
                    <a:pt x="2910" y="1527"/>
                  </a:lnTo>
                  <a:cubicBezTo>
                    <a:pt x="2824" y="1613"/>
                    <a:pt x="2834" y="1756"/>
                    <a:pt x="2919" y="1842"/>
                  </a:cubicBezTo>
                  <a:lnTo>
                    <a:pt x="3778" y="2624"/>
                  </a:lnTo>
                  <a:cubicBezTo>
                    <a:pt x="3864" y="2691"/>
                    <a:pt x="3864" y="2815"/>
                    <a:pt x="3788" y="2901"/>
                  </a:cubicBezTo>
                  <a:lnTo>
                    <a:pt x="3721" y="2958"/>
                  </a:lnTo>
                  <a:cubicBezTo>
                    <a:pt x="3654" y="3035"/>
                    <a:pt x="3559" y="3082"/>
                    <a:pt x="3454" y="3082"/>
                  </a:cubicBezTo>
                  <a:lnTo>
                    <a:pt x="3311" y="3082"/>
                  </a:lnTo>
                  <a:cubicBezTo>
                    <a:pt x="3158" y="3082"/>
                    <a:pt x="3005" y="3035"/>
                    <a:pt x="2881" y="2949"/>
                  </a:cubicBezTo>
                  <a:lnTo>
                    <a:pt x="1030" y="1689"/>
                  </a:lnTo>
                  <a:cubicBezTo>
                    <a:pt x="935" y="1632"/>
                    <a:pt x="878" y="1527"/>
                    <a:pt x="878" y="1413"/>
                  </a:cubicBezTo>
                  <a:lnTo>
                    <a:pt x="878" y="688"/>
                  </a:lnTo>
                  <a:cubicBezTo>
                    <a:pt x="878" y="306"/>
                    <a:pt x="573" y="1"/>
                    <a:pt x="200" y="1"/>
                  </a:cubicBezTo>
                  <a:close/>
                </a:path>
              </a:pathLst>
            </a:custGeom>
            <a:solidFill>
              <a:srgbClr val="DFE5E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328" name="Google Shape;15328;p44"/>
            <p:cNvSpPr/>
            <p:nvPr/>
          </p:nvSpPr>
          <p:spPr>
            <a:xfrm>
              <a:off x="2742386" y="3610839"/>
              <a:ext cx="54753" cy="20503"/>
            </a:xfrm>
            <a:custGeom>
              <a:rect b="b" l="l" r="r" t="t"/>
              <a:pathLst>
                <a:path extrusionOk="0" h="783" w="2091">
                  <a:moveTo>
                    <a:pt x="1" y="1"/>
                  </a:moveTo>
                  <a:lnTo>
                    <a:pt x="1" y="783"/>
                  </a:lnTo>
                  <a:lnTo>
                    <a:pt x="2090" y="783"/>
                  </a:lnTo>
                  <a:lnTo>
                    <a:pt x="2090" y="1"/>
                  </a:lnTo>
                  <a:close/>
                </a:path>
              </a:pathLst>
            </a:custGeom>
            <a:solidFill>
              <a:srgbClr val="C8D3D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329" name="Google Shape;15329;p44"/>
            <p:cNvSpPr/>
            <p:nvPr/>
          </p:nvSpPr>
          <p:spPr>
            <a:xfrm>
              <a:off x="2819082" y="3490676"/>
              <a:ext cx="133910" cy="140666"/>
            </a:xfrm>
            <a:custGeom>
              <a:rect b="b" l="l" r="r" t="t"/>
              <a:pathLst>
                <a:path extrusionOk="0" h="5372" w="5114">
                  <a:moveTo>
                    <a:pt x="4914" y="1"/>
                  </a:moveTo>
                  <a:cubicBezTo>
                    <a:pt x="4532" y="1"/>
                    <a:pt x="4227" y="306"/>
                    <a:pt x="4227" y="688"/>
                  </a:cubicBezTo>
                  <a:lnTo>
                    <a:pt x="4227" y="1413"/>
                  </a:lnTo>
                  <a:cubicBezTo>
                    <a:pt x="4227" y="1527"/>
                    <a:pt x="4169" y="1632"/>
                    <a:pt x="4084" y="1689"/>
                  </a:cubicBezTo>
                  <a:lnTo>
                    <a:pt x="2233" y="2949"/>
                  </a:lnTo>
                  <a:cubicBezTo>
                    <a:pt x="2099" y="3035"/>
                    <a:pt x="1956" y="3082"/>
                    <a:pt x="1804" y="3082"/>
                  </a:cubicBezTo>
                  <a:lnTo>
                    <a:pt x="1651" y="3082"/>
                  </a:lnTo>
                  <a:cubicBezTo>
                    <a:pt x="1546" y="3082"/>
                    <a:pt x="1451" y="3035"/>
                    <a:pt x="1384" y="2958"/>
                  </a:cubicBezTo>
                  <a:lnTo>
                    <a:pt x="1317" y="2901"/>
                  </a:lnTo>
                  <a:cubicBezTo>
                    <a:pt x="1241" y="2815"/>
                    <a:pt x="1250" y="2691"/>
                    <a:pt x="1327" y="2624"/>
                  </a:cubicBezTo>
                  <a:lnTo>
                    <a:pt x="2185" y="1842"/>
                  </a:lnTo>
                  <a:cubicBezTo>
                    <a:pt x="2281" y="1756"/>
                    <a:pt x="2281" y="1613"/>
                    <a:pt x="2195" y="1527"/>
                  </a:cubicBezTo>
                  <a:lnTo>
                    <a:pt x="1861" y="1193"/>
                  </a:lnTo>
                  <a:cubicBezTo>
                    <a:pt x="1840" y="1173"/>
                    <a:pt x="1812" y="1163"/>
                    <a:pt x="1784" y="1163"/>
                  </a:cubicBezTo>
                  <a:cubicBezTo>
                    <a:pt x="1759" y="1163"/>
                    <a:pt x="1735" y="1171"/>
                    <a:pt x="1718" y="1184"/>
                  </a:cubicBezTo>
                  <a:lnTo>
                    <a:pt x="134" y="2443"/>
                  </a:lnTo>
                  <a:cubicBezTo>
                    <a:pt x="48" y="2500"/>
                    <a:pt x="1" y="2596"/>
                    <a:pt x="1" y="2701"/>
                  </a:cubicBezTo>
                  <a:lnTo>
                    <a:pt x="1" y="5372"/>
                  </a:lnTo>
                  <a:lnTo>
                    <a:pt x="2099" y="5372"/>
                  </a:lnTo>
                  <a:lnTo>
                    <a:pt x="2099" y="4466"/>
                  </a:lnTo>
                  <a:cubicBezTo>
                    <a:pt x="2090" y="4351"/>
                    <a:pt x="2147" y="4246"/>
                    <a:pt x="2242" y="4179"/>
                  </a:cubicBezTo>
                  <a:lnTo>
                    <a:pt x="4971" y="2300"/>
                  </a:lnTo>
                  <a:cubicBezTo>
                    <a:pt x="5057" y="2233"/>
                    <a:pt x="5114" y="2128"/>
                    <a:pt x="5114" y="2023"/>
                  </a:cubicBezTo>
                  <a:lnTo>
                    <a:pt x="5114" y="115"/>
                  </a:lnTo>
                  <a:cubicBezTo>
                    <a:pt x="5114" y="49"/>
                    <a:pt x="5057" y="1"/>
                    <a:pt x="4999" y="1"/>
                  </a:cubicBezTo>
                  <a:close/>
                </a:path>
              </a:pathLst>
            </a:custGeom>
            <a:solidFill>
              <a:srgbClr val="DFE5E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330" name="Google Shape;15330;p44"/>
            <p:cNvSpPr/>
            <p:nvPr/>
          </p:nvSpPr>
          <p:spPr>
            <a:xfrm>
              <a:off x="2819082" y="3610839"/>
              <a:ext cx="54988" cy="20503"/>
            </a:xfrm>
            <a:custGeom>
              <a:rect b="b" l="l" r="r" t="t"/>
              <a:pathLst>
                <a:path extrusionOk="0" h="783" w="2100">
                  <a:moveTo>
                    <a:pt x="1" y="1"/>
                  </a:moveTo>
                  <a:lnTo>
                    <a:pt x="1" y="783"/>
                  </a:lnTo>
                  <a:lnTo>
                    <a:pt x="2099" y="783"/>
                  </a:lnTo>
                  <a:lnTo>
                    <a:pt x="2099" y="1"/>
                  </a:lnTo>
                  <a:close/>
                </a:path>
              </a:pathLst>
            </a:custGeom>
            <a:solidFill>
              <a:srgbClr val="C8D3D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331" name="Google Shape;15331;p44"/>
            <p:cNvSpPr/>
            <p:nvPr/>
          </p:nvSpPr>
          <p:spPr>
            <a:xfrm>
              <a:off x="2714918" y="3346815"/>
              <a:ext cx="167898" cy="178189"/>
            </a:xfrm>
            <a:custGeom>
              <a:rect b="b" l="l" r="r" t="t"/>
              <a:pathLst>
                <a:path extrusionOk="0" h="6805" w="6412">
                  <a:moveTo>
                    <a:pt x="3548" y="1"/>
                  </a:moveTo>
                  <a:cubicBezTo>
                    <a:pt x="2981" y="1"/>
                    <a:pt x="2401" y="173"/>
                    <a:pt x="1880" y="553"/>
                  </a:cubicBezTo>
                  <a:cubicBezTo>
                    <a:pt x="0" y="1927"/>
                    <a:pt x="468" y="4856"/>
                    <a:pt x="2691" y="5571"/>
                  </a:cubicBezTo>
                  <a:lnTo>
                    <a:pt x="3368" y="6697"/>
                  </a:lnTo>
                  <a:cubicBezTo>
                    <a:pt x="3411" y="6769"/>
                    <a:pt x="3485" y="6804"/>
                    <a:pt x="3559" y="6804"/>
                  </a:cubicBezTo>
                  <a:cubicBezTo>
                    <a:pt x="3633" y="6804"/>
                    <a:pt x="3707" y="6769"/>
                    <a:pt x="3750" y="6697"/>
                  </a:cubicBezTo>
                  <a:lnTo>
                    <a:pt x="4436" y="5571"/>
                  </a:lnTo>
                  <a:cubicBezTo>
                    <a:pt x="5610" y="5190"/>
                    <a:pt x="6411" y="4093"/>
                    <a:pt x="6411" y="2852"/>
                  </a:cubicBezTo>
                  <a:cubicBezTo>
                    <a:pt x="6411" y="1170"/>
                    <a:pt x="5026" y="1"/>
                    <a:pt x="3548" y="1"/>
                  </a:cubicBezTo>
                  <a:close/>
                </a:path>
              </a:pathLst>
            </a:custGeom>
            <a:solidFill>
              <a:srgbClr val="94A3B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332" name="Google Shape;15332;p44"/>
            <p:cNvSpPr/>
            <p:nvPr/>
          </p:nvSpPr>
          <p:spPr>
            <a:xfrm>
              <a:off x="2757887" y="3372293"/>
              <a:ext cx="101467" cy="98744"/>
            </a:xfrm>
            <a:custGeom>
              <a:rect b="b" l="l" r="r" t="t"/>
              <a:pathLst>
                <a:path extrusionOk="0" h="3771" w="3875">
                  <a:moveTo>
                    <a:pt x="1919" y="918"/>
                  </a:moveTo>
                  <a:cubicBezTo>
                    <a:pt x="2099" y="918"/>
                    <a:pt x="2280" y="968"/>
                    <a:pt x="2442" y="1068"/>
                  </a:cubicBezTo>
                  <a:cubicBezTo>
                    <a:pt x="2557" y="1145"/>
                    <a:pt x="2652" y="1240"/>
                    <a:pt x="2729" y="1364"/>
                  </a:cubicBezTo>
                  <a:cubicBezTo>
                    <a:pt x="2939" y="1679"/>
                    <a:pt x="2939" y="2080"/>
                    <a:pt x="2729" y="2404"/>
                  </a:cubicBezTo>
                  <a:cubicBezTo>
                    <a:pt x="2652" y="2519"/>
                    <a:pt x="2557" y="2623"/>
                    <a:pt x="2442" y="2700"/>
                  </a:cubicBezTo>
                  <a:cubicBezTo>
                    <a:pt x="2280" y="2800"/>
                    <a:pt x="2099" y="2850"/>
                    <a:pt x="1919" y="2850"/>
                  </a:cubicBezTo>
                  <a:cubicBezTo>
                    <a:pt x="1739" y="2850"/>
                    <a:pt x="1560" y="2800"/>
                    <a:pt x="1403" y="2700"/>
                  </a:cubicBezTo>
                  <a:cubicBezTo>
                    <a:pt x="1279" y="2623"/>
                    <a:pt x="1183" y="2519"/>
                    <a:pt x="1107" y="2404"/>
                  </a:cubicBezTo>
                  <a:cubicBezTo>
                    <a:pt x="907" y="2080"/>
                    <a:pt x="907" y="1679"/>
                    <a:pt x="1107" y="1364"/>
                  </a:cubicBezTo>
                  <a:cubicBezTo>
                    <a:pt x="1183" y="1240"/>
                    <a:pt x="1279" y="1145"/>
                    <a:pt x="1403" y="1068"/>
                  </a:cubicBezTo>
                  <a:cubicBezTo>
                    <a:pt x="1560" y="968"/>
                    <a:pt x="1739" y="918"/>
                    <a:pt x="1919" y="918"/>
                  </a:cubicBezTo>
                  <a:close/>
                  <a:moveTo>
                    <a:pt x="1918" y="0"/>
                  </a:moveTo>
                  <a:cubicBezTo>
                    <a:pt x="1808" y="0"/>
                    <a:pt x="1698" y="76"/>
                    <a:pt x="1708" y="229"/>
                  </a:cubicBezTo>
                  <a:lnTo>
                    <a:pt x="1708" y="515"/>
                  </a:lnTo>
                  <a:cubicBezTo>
                    <a:pt x="1488" y="553"/>
                    <a:pt x="1279" y="639"/>
                    <a:pt x="1097" y="773"/>
                  </a:cubicBezTo>
                  <a:lnTo>
                    <a:pt x="897" y="563"/>
                  </a:lnTo>
                  <a:cubicBezTo>
                    <a:pt x="851" y="519"/>
                    <a:pt x="801" y="501"/>
                    <a:pt x="752" y="501"/>
                  </a:cubicBezTo>
                  <a:cubicBezTo>
                    <a:pt x="588" y="501"/>
                    <a:pt x="447" y="711"/>
                    <a:pt x="601" y="859"/>
                  </a:cubicBezTo>
                  <a:lnTo>
                    <a:pt x="811" y="1068"/>
                  </a:lnTo>
                  <a:cubicBezTo>
                    <a:pt x="678" y="1250"/>
                    <a:pt x="592" y="1460"/>
                    <a:pt x="554" y="1679"/>
                  </a:cubicBezTo>
                  <a:lnTo>
                    <a:pt x="258" y="1679"/>
                  </a:lnTo>
                  <a:cubicBezTo>
                    <a:pt x="0" y="1698"/>
                    <a:pt x="0" y="2070"/>
                    <a:pt x="258" y="2089"/>
                  </a:cubicBezTo>
                  <a:lnTo>
                    <a:pt x="563" y="2089"/>
                  </a:lnTo>
                  <a:cubicBezTo>
                    <a:pt x="592" y="2318"/>
                    <a:pt x="678" y="2519"/>
                    <a:pt x="811" y="2700"/>
                  </a:cubicBezTo>
                  <a:lnTo>
                    <a:pt x="601" y="2910"/>
                  </a:lnTo>
                  <a:cubicBezTo>
                    <a:pt x="455" y="3064"/>
                    <a:pt x="595" y="3268"/>
                    <a:pt x="755" y="3268"/>
                  </a:cubicBezTo>
                  <a:cubicBezTo>
                    <a:pt x="803" y="3268"/>
                    <a:pt x="853" y="3250"/>
                    <a:pt x="897" y="3205"/>
                  </a:cubicBezTo>
                  <a:lnTo>
                    <a:pt x="1107" y="2996"/>
                  </a:lnTo>
                  <a:cubicBezTo>
                    <a:pt x="1288" y="3129"/>
                    <a:pt x="1498" y="3215"/>
                    <a:pt x="1717" y="3253"/>
                  </a:cubicBezTo>
                  <a:lnTo>
                    <a:pt x="1717" y="3549"/>
                  </a:lnTo>
                  <a:cubicBezTo>
                    <a:pt x="1703" y="3697"/>
                    <a:pt x="1813" y="3771"/>
                    <a:pt x="1924" y="3771"/>
                  </a:cubicBezTo>
                  <a:cubicBezTo>
                    <a:pt x="2035" y="3771"/>
                    <a:pt x="2147" y="3697"/>
                    <a:pt x="2137" y="3549"/>
                  </a:cubicBezTo>
                  <a:lnTo>
                    <a:pt x="2137" y="3253"/>
                  </a:lnTo>
                  <a:cubicBezTo>
                    <a:pt x="2357" y="3215"/>
                    <a:pt x="2566" y="3129"/>
                    <a:pt x="2738" y="2996"/>
                  </a:cubicBezTo>
                  <a:lnTo>
                    <a:pt x="2948" y="3205"/>
                  </a:lnTo>
                  <a:cubicBezTo>
                    <a:pt x="2995" y="3250"/>
                    <a:pt x="3046" y="3268"/>
                    <a:pt x="3095" y="3268"/>
                  </a:cubicBezTo>
                  <a:cubicBezTo>
                    <a:pt x="3259" y="3268"/>
                    <a:pt x="3398" y="3064"/>
                    <a:pt x="3244" y="2910"/>
                  </a:cubicBezTo>
                  <a:lnTo>
                    <a:pt x="3034" y="2700"/>
                  </a:lnTo>
                  <a:cubicBezTo>
                    <a:pt x="3168" y="2519"/>
                    <a:pt x="3253" y="2318"/>
                    <a:pt x="3292" y="2089"/>
                  </a:cubicBezTo>
                  <a:lnTo>
                    <a:pt x="3587" y="2089"/>
                  </a:lnTo>
                  <a:cubicBezTo>
                    <a:pt x="3596" y="2090"/>
                    <a:pt x="3605" y="2091"/>
                    <a:pt x="3613" y="2091"/>
                  </a:cubicBezTo>
                  <a:cubicBezTo>
                    <a:pt x="3874" y="2091"/>
                    <a:pt x="3874" y="1678"/>
                    <a:pt x="3613" y="1678"/>
                  </a:cubicBezTo>
                  <a:cubicBezTo>
                    <a:pt x="3605" y="1678"/>
                    <a:pt x="3596" y="1678"/>
                    <a:pt x="3587" y="1679"/>
                  </a:cubicBezTo>
                  <a:lnTo>
                    <a:pt x="3578" y="1669"/>
                  </a:lnTo>
                  <a:lnTo>
                    <a:pt x="3282" y="1669"/>
                  </a:lnTo>
                  <a:cubicBezTo>
                    <a:pt x="3253" y="1450"/>
                    <a:pt x="3168" y="1240"/>
                    <a:pt x="3034" y="1059"/>
                  </a:cubicBezTo>
                  <a:lnTo>
                    <a:pt x="3234" y="859"/>
                  </a:lnTo>
                  <a:cubicBezTo>
                    <a:pt x="3388" y="705"/>
                    <a:pt x="3250" y="496"/>
                    <a:pt x="3092" y="496"/>
                  </a:cubicBezTo>
                  <a:cubicBezTo>
                    <a:pt x="3043" y="496"/>
                    <a:pt x="2993" y="516"/>
                    <a:pt x="2948" y="563"/>
                  </a:cubicBezTo>
                  <a:lnTo>
                    <a:pt x="2738" y="773"/>
                  </a:lnTo>
                  <a:cubicBezTo>
                    <a:pt x="2557" y="639"/>
                    <a:pt x="2347" y="553"/>
                    <a:pt x="2128" y="515"/>
                  </a:cubicBezTo>
                  <a:lnTo>
                    <a:pt x="2128" y="229"/>
                  </a:lnTo>
                  <a:cubicBezTo>
                    <a:pt x="2137" y="76"/>
                    <a:pt x="2027" y="0"/>
                    <a:pt x="1918" y="0"/>
                  </a:cubicBezTo>
                  <a:close/>
                </a:path>
              </a:pathLst>
            </a:custGeom>
            <a:solidFill>
              <a:srgbClr val="53687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333" name="Google Shape;15333;p44"/>
            <p:cNvSpPr/>
            <p:nvPr/>
          </p:nvSpPr>
          <p:spPr>
            <a:xfrm>
              <a:off x="2789597" y="3403323"/>
              <a:ext cx="36999" cy="36423"/>
            </a:xfrm>
            <a:custGeom>
              <a:rect b="b" l="l" r="r" t="t"/>
              <a:pathLst>
                <a:path extrusionOk="0" h="1391" w="1413">
                  <a:moveTo>
                    <a:pt x="726" y="418"/>
                  </a:moveTo>
                  <a:cubicBezTo>
                    <a:pt x="783" y="418"/>
                    <a:pt x="850" y="446"/>
                    <a:pt x="888" y="484"/>
                  </a:cubicBezTo>
                  <a:lnTo>
                    <a:pt x="917" y="513"/>
                  </a:lnTo>
                  <a:cubicBezTo>
                    <a:pt x="955" y="561"/>
                    <a:pt x="983" y="618"/>
                    <a:pt x="983" y="675"/>
                  </a:cubicBezTo>
                  <a:lnTo>
                    <a:pt x="983" y="694"/>
                  </a:lnTo>
                  <a:lnTo>
                    <a:pt x="983" y="713"/>
                  </a:lnTo>
                  <a:cubicBezTo>
                    <a:pt x="983" y="771"/>
                    <a:pt x="955" y="837"/>
                    <a:pt x="917" y="885"/>
                  </a:cubicBezTo>
                  <a:lnTo>
                    <a:pt x="888" y="904"/>
                  </a:lnTo>
                  <a:cubicBezTo>
                    <a:pt x="850" y="942"/>
                    <a:pt x="783" y="971"/>
                    <a:pt x="726" y="971"/>
                  </a:cubicBezTo>
                  <a:lnTo>
                    <a:pt x="697" y="971"/>
                  </a:lnTo>
                  <a:cubicBezTo>
                    <a:pt x="630" y="971"/>
                    <a:pt x="573" y="942"/>
                    <a:pt x="526" y="904"/>
                  </a:cubicBezTo>
                  <a:lnTo>
                    <a:pt x="497" y="885"/>
                  </a:lnTo>
                  <a:cubicBezTo>
                    <a:pt x="459" y="837"/>
                    <a:pt x="430" y="771"/>
                    <a:pt x="430" y="713"/>
                  </a:cubicBezTo>
                  <a:lnTo>
                    <a:pt x="430" y="694"/>
                  </a:lnTo>
                  <a:lnTo>
                    <a:pt x="430" y="675"/>
                  </a:lnTo>
                  <a:cubicBezTo>
                    <a:pt x="430" y="618"/>
                    <a:pt x="459" y="561"/>
                    <a:pt x="497" y="513"/>
                  </a:cubicBezTo>
                  <a:lnTo>
                    <a:pt x="526" y="484"/>
                  </a:lnTo>
                  <a:cubicBezTo>
                    <a:pt x="573" y="446"/>
                    <a:pt x="630" y="418"/>
                    <a:pt x="697" y="418"/>
                  </a:cubicBezTo>
                  <a:close/>
                  <a:moveTo>
                    <a:pt x="707" y="0"/>
                  </a:moveTo>
                  <a:cubicBezTo>
                    <a:pt x="635" y="0"/>
                    <a:pt x="564" y="12"/>
                    <a:pt x="497" y="36"/>
                  </a:cubicBezTo>
                  <a:cubicBezTo>
                    <a:pt x="459" y="46"/>
                    <a:pt x="421" y="65"/>
                    <a:pt x="382" y="84"/>
                  </a:cubicBezTo>
                  <a:cubicBezTo>
                    <a:pt x="258" y="151"/>
                    <a:pt x="153" y="246"/>
                    <a:pt x="87" y="380"/>
                  </a:cubicBezTo>
                  <a:cubicBezTo>
                    <a:pt x="68" y="408"/>
                    <a:pt x="58" y="446"/>
                    <a:pt x="39" y="484"/>
                  </a:cubicBezTo>
                  <a:cubicBezTo>
                    <a:pt x="1" y="628"/>
                    <a:pt x="1" y="771"/>
                    <a:pt x="39" y="904"/>
                  </a:cubicBezTo>
                  <a:cubicBezTo>
                    <a:pt x="58" y="942"/>
                    <a:pt x="68" y="981"/>
                    <a:pt x="87" y="1019"/>
                  </a:cubicBezTo>
                  <a:cubicBezTo>
                    <a:pt x="153" y="1143"/>
                    <a:pt x="258" y="1248"/>
                    <a:pt x="382" y="1314"/>
                  </a:cubicBezTo>
                  <a:cubicBezTo>
                    <a:pt x="421" y="1334"/>
                    <a:pt x="459" y="1343"/>
                    <a:pt x="497" y="1362"/>
                  </a:cubicBezTo>
                  <a:cubicBezTo>
                    <a:pt x="564" y="1381"/>
                    <a:pt x="635" y="1391"/>
                    <a:pt x="707" y="1391"/>
                  </a:cubicBezTo>
                  <a:cubicBezTo>
                    <a:pt x="778" y="1391"/>
                    <a:pt x="850" y="1381"/>
                    <a:pt x="917" y="1362"/>
                  </a:cubicBezTo>
                  <a:cubicBezTo>
                    <a:pt x="955" y="1343"/>
                    <a:pt x="993" y="1334"/>
                    <a:pt x="1031" y="1314"/>
                  </a:cubicBezTo>
                  <a:cubicBezTo>
                    <a:pt x="1155" y="1248"/>
                    <a:pt x="1260" y="1143"/>
                    <a:pt x="1327" y="1019"/>
                  </a:cubicBezTo>
                  <a:cubicBezTo>
                    <a:pt x="1346" y="981"/>
                    <a:pt x="1355" y="942"/>
                    <a:pt x="1375" y="904"/>
                  </a:cubicBezTo>
                  <a:cubicBezTo>
                    <a:pt x="1413" y="771"/>
                    <a:pt x="1413" y="628"/>
                    <a:pt x="1375" y="484"/>
                  </a:cubicBezTo>
                  <a:cubicBezTo>
                    <a:pt x="1355" y="446"/>
                    <a:pt x="1346" y="408"/>
                    <a:pt x="1327" y="380"/>
                  </a:cubicBezTo>
                  <a:cubicBezTo>
                    <a:pt x="1260" y="246"/>
                    <a:pt x="1155" y="151"/>
                    <a:pt x="1031" y="84"/>
                  </a:cubicBezTo>
                  <a:cubicBezTo>
                    <a:pt x="993" y="65"/>
                    <a:pt x="955" y="46"/>
                    <a:pt x="917" y="36"/>
                  </a:cubicBezTo>
                  <a:cubicBezTo>
                    <a:pt x="850" y="12"/>
                    <a:pt x="778" y="0"/>
                    <a:pt x="707" y="0"/>
                  </a:cubicBezTo>
                  <a:close/>
                </a:path>
              </a:pathLst>
            </a:custGeom>
            <a:solidFill>
              <a:srgbClr val="53687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334" name="Google Shape;15334;p44"/>
            <p:cNvSpPr/>
            <p:nvPr/>
          </p:nvSpPr>
          <p:spPr>
            <a:xfrm>
              <a:off x="2734137" y="3660564"/>
              <a:ext cx="63001" cy="45483"/>
            </a:xfrm>
            <a:custGeom>
              <a:rect b="b" l="l" r="r" t="t"/>
              <a:pathLst>
                <a:path extrusionOk="0" h="1737" w="2406">
                  <a:moveTo>
                    <a:pt x="1" y="0"/>
                  </a:moveTo>
                  <a:lnTo>
                    <a:pt x="1" y="1517"/>
                  </a:lnTo>
                  <a:cubicBezTo>
                    <a:pt x="1" y="1641"/>
                    <a:pt x="96" y="1736"/>
                    <a:pt x="220" y="1736"/>
                  </a:cubicBezTo>
                  <a:lnTo>
                    <a:pt x="2186" y="1736"/>
                  </a:lnTo>
                  <a:cubicBezTo>
                    <a:pt x="2300" y="1736"/>
                    <a:pt x="2405" y="1641"/>
                    <a:pt x="2405" y="1517"/>
                  </a:cubicBezTo>
                  <a:lnTo>
                    <a:pt x="2405" y="0"/>
                  </a:lnTo>
                  <a:close/>
                </a:path>
              </a:pathLst>
            </a:custGeom>
            <a:solidFill>
              <a:srgbClr val="E9EEF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335" name="Google Shape;15335;p44"/>
            <p:cNvSpPr/>
            <p:nvPr/>
          </p:nvSpPr>
          <p:spPr>
            <a:xfrm>
              <a:off x="2734137" y="3629325"/>
              <a:ext cx="63001" cy="31265"/>
            </a:xfrm>
            <a:custGeom>
              <a:rect b="b" l="l" r="r" t="t"/>
              <a:pathLst>
                <a:path extrusionOk="0" h="1194" w="2406">
                  <a:moveTo>
                    <a:pt x="220" y="1"/>
                  </a:moveTo>
                  <a:cubicBezTo>
                    <a:pt x="106" y="1"/>
                    <a:pt x="1" y="96"/>
                    <a:pt x="1" y="220"/>
                  </a:cubicBezTo>
                  <a:lnTo>
                    <a:pt x="1" y="1193"/>
                  </a:lnTo>
                  <a:lnTo>
                    <a:pt x="2405" y="1193"/>
                  </a:lnTo>
                  <a:lnTo>
                    <a:pt x="2405" y="1"/>
                  </a:lnTo>
                  <a:close/>
                </a:path>
              </a:pathLst>
            </a:custGeom>
            <a:solidFill>
              <a:srgbClr val="95A6B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336" name="Google Shape;15336;p44"/>
            <p:cNvSpPr/>
            <p:nvPr/>
          </p:nvSpPr>
          <p:spPr>
            <a:xfrm>
              <a:off x="2819082" y="3660564"/>
              <a:ext cx="62975" cy="45483"/>
            </a:xfrm>
            <a:custGeom>
              <a:rect b="b" l="l" r="r" t="t"/>
              <a:pathLst>
                <a:path extrusionOk="0" h="1737" w="2405">
                  <a:moveTo>
                    <a:pt x="1" y="0"/>
                  </a:moveTo>
                  <a:lnTo>
                    <a:pt x="1" y="1517"/>
                  </a:lnTo>
                  <a:cubicBezTo>
                    <a:pt x="1" y="1641"/>
                    <a:pt x="105" y="1736"/>
                    <a:pt x="229" y="1736"/>
                  </a:cubicBezTo>
                  <a:lnTo>
                    <a:pt x="2185" y="1736"/>
                  </a:lnTo>
                  <a:cubicBezTo>
                    <a:pt x="2309" y="1736"/>
                    <a:pt x="2405" y="1641"/>
                    <a:pt x="2405" y="1517"/>
                  </a:cubicBezTo>
                  <a:lnTo>
                    <a:pt x="2405" y="0"/>
                  </a:lnTo>
                  <a:close/>
                </a:path>
              </a:pathLst>
            </a:custGeom>
            <a:solidFill>
              <a:srgbClr val="E9EEF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337" name="Google Shape;15337;p44"/>
            <p:cNvSpPr/>
            <p:nvPr/>
          </p:nvSpPr>
          <p:spPr>
            <a:xfrm>
              <a:off x="2819082" y="3629090"/>
              <a:ext cx="62975" cy="31239"/>
            </a:xfrm>
            <a:custGeom>
              <a:rect b="b" l="l" r="r" t="t"/>
              <a:pathLst>
                <a:path extrusionOk="0" h="1193" w="2405">
                  <a:moveTo>
                    <a:pt x="1" y="0"/>
                  </a:moveTo>
                  <a:lnTo>
                    <a:pt x="1" y="1193"/>
                  </a:lnTo>
                  <a:lnTo>
                    <a:pt x="2405" y="1193"/>
                  </a:lnTo>
                  <a:lnTo>
                    <a:pt x="2405" y="219"/>
                  </a:lnTo>
                  <a:cubicBezTo>
                    <a:pt x="2405" y="95"/>
                    <a:pt x="2309" y="0"/>
                    <a:pt x="2185" y="0"/>
                  </a:cubicBezTo>
                  <a:close/>
                </a:path>
              </a:pathLst>
            </a:custGeom>
            <a:solidFill>
              <a:srgbClr val="95A6B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5338" name="Google Shape;15338;p44"/>
          <p:cNvGrpSpPr/>
          <p:nvPr/>
        </p:nvGrpSpPr>
        <p:grpSpPr>
          <a:xfrm>
            <a:off x="1315775" y="2729527"/>
            <a:ext cx="269051" cy="366983"/>
            <a:chOff x="1315775" y="2881927"/>
            <a:chExt cx="269051" cy="366983"/>
          </a:xfrm>
        </p:grpSpPr>
        <p:sp>
          <p:nvSpPr>
            <p:cNvPr id="15339" name="Google Shape;15339;p44"/>
            <p:cNvSpPr/>
            <p:nvPr/>
          </p:nvSpPr>
          <p:spPr>
            <a:xfrm>
              <a:off x="1319755" y="3230397"/>
              <a:ext cx="185390" cy="13250"/>
            </a:xfrm>
            <a:custGeom>
              <a:rect b="b" l="l" r="r" t="t"/>
              <a:pathLst>
                <a:path extrusionOk="0" h="506" w="7080">
                  <a:moveTo>
                    <a:pt x="1" y="0"/>
                  </a:moveTo>
                  <a:lnTo>
                    <a:pt x="1" y="277"/>
                  </a:lnTo>
                  <a:cubicBezTo>
                    <a:pt x="1" y="401"/>
                    <a:pt x="96" y="506"/>
                    <a:pt x="220" y="506"/>
                  </a:cubicBezTo>
                  <a:lnTo>
                    <a:pt x="6860" y="506"/>
                  </a:lnTo>
                  <a:cubicBezTo>
                    <a:pt x="6984" y="506"/>
                    <a:pt x="7079" y="401"/>
                    <a:pt x="7079" y="277"/>
                  </a:cubicBezTo>
                  <a:lnTo>
                    <a:pt x="7079" y="0"/>
                  </a:ln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340" name="Google Shape;15340;p44"/>
            <p:cNvSpPr/>
            <p:nvPr/>
          </p:nvSpPr>
          <p:spPr>
            <a:xfrm>
              <a:off x="1315775" y="2917146"/>
              <a:ext cx="191124" cy="331764"/>
            </a:xfrm>
            <a:custGeom>
              <a:rect b="b" l="l" r="r" t="t"/>
              <a:pathLst>
                <a:path extrusionOk="0" h="12670" w="7299">
                  <a:moveTo>
                    <a:pt x="229" y="0"/>
                  </a:moveTo>
                  <a:cubicBezTo>
                    <a:pt x="105" y="0"/>
                    <a:pt x="0" y="96"/>
                    <a:pt x="0" y="229"/>
                  </a:cubicBezTo>
                  <a:lnTo>
                    <a:pt x="0" y="12450"/>
                  </a:lnTo>
                  <a:cubicBezTo>
                    <a:pt x="0" y="12574"/>
                    <a:pt x="105" y="12669"/>
                    <a:pt x="229" y="12669"/>
                  </a:cubicBezTo>
                  <a:lnTo>
                    <a:pt x="7069" y="12669"/>
                  </a:lnTo>
                  <a:cubicBezTo>
                    <a:pt x="7193" y="12669"/>
                    <a:pt x="7298" y="12574"/>
                    <a:pt x="7298" y="12450"/>
                  </a:cubicBezTo>
                  <a:lnTo>
                    <a:pt x="7298" y="229"/>
                  </a:lnTo>
                  <a:cubicBezTo>
                    <a:pt x="7298" y="96"/>
                    <a:pt x="7193" y="0"/>
                    <a:pt x="7069" y="0"/>
                  </a:cubicBezTo>
                  <a:close/>
                </a:path>
              </a:pathLst>
            </a:custGeom>
            <a:solidFill>
              <a:srgbClr val="95A6B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341" name="Google Shape;15341;p44"/>
            <p:cNvSpPr/>
            <p:nvPr/>
          </p:nvSpPr>
          <p:spPr>
            <a:xfrm>
              <a:off x="1430674" y="2917146"/>
              <a:ext cx="76225" cy="118435"/>
            </a:xfrm>
            <a:custGeom>
              <a:rect b="b" l="l" r="r" t="t"/>
              <a:pathLst>
                <a:path extrusionOk="0" h="4523" w="2911">
                  <a:moveTo>
                    <a:pt x="258" y="0"/>
                  </a:moveTo>
                  <a:cubicBezTo>
                    <a:pt x="86" y="401"/>
                    <a:pt x="1" y="830"/>
                    <a:pt x="1" y="1269"/>
                  </a:cubicBezTo>
                  <a:lnTo>
                    <a:pt x="1" y="1288"/>
                  </a:lnTo>
                  <a:cubicBezTo>
                    <a:pt x="10" y="2662"/>
                    <a:pt x="878" y="3893"/>
                    <a:pt x="2176" y="4351"/>
                  </a:cubicBezTo>
                  <a:cubicBezTo>
                    <a:pt x="2414" y="4436"/>
                    <a:pt x="2653" y="4494"/>
                    <a:pt x="2910" y="4522"/>
                  </a:cubicBezTo>
                  <a:lnTo>
                    <a:pt x="2910" y="229"/>
                  </a:lnTo>
                  <a:cubicBezTo>
                    <a:pt x="2910" y="96"/>
                    <a:pt x="2805" y="0"/>
                    <a:pt x="2681" y="0"/>
                  </a:cubicBez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342" name="Google Shape;15342;p44"/>
            <p:cNvSpPr/>
            <p:nvPr/>
          </p:nvSpPr>
          <p:spPr>
            <a:xfrm>
              <a:off x="1335256" y="2950872"/>
              <a:ext cx="152397" cy="239069"/>
            </a:xfrm>
            <a:custGeom>
              <a:rect b="b" l="l" r="r" t="t"/>
              <a:pathLst>
                <a:path extrusionOk="0" h="9130" w="5820">
                  <a:moveTo>
                    <a:pt x="229" y="0"/>
                  </a:moveTo>
                  <a:cubicBezTo>
                    <a:pt x="96" y="0"/>
                    <a:pt x="0" y="105"/>
                    <a:pt x="0" y="229"/>
                  </a:cubicBezTo>
                  <a:lnTo>
                    <a:pt x="0" y="8910"/>
                  </a:lnTo>
                  <a:cubicBezTo>
                    <a:pt x="0" y="9034"/>
                    <a:pt x="96" y="9130"/>
                    <a:pt x="229" y="9130"/>
                  </a:cubicBezTo>
                  <a:lnTo>
                    <a:pt x="5591" y="9130"/>
                  </a:lnTo>
                  <a:cubicBezTo>
                    <a:pt x="5715" y="9130"/>
                    <a:pt x="5820" y="9034"/>
                    <a:pt x="5820" y="8910"/>
                  </a:cubicBezTo>
                  <a:lnTo>
                    <a:pt x="5820" y="229"/>
                  </a:lnTo>
                  <a:cubicBezTo>
                    <a:pt x="5820" y="105"/>
                    <a:pt x="5715" y="0"/>
                    <a:pt x="5591" y="0"/>
                  </a:cubicBezTo>
                  <a:close/>
                </a:path>
              </a:pathLst>
            </a:custGeom>
            <a:solidFill>
              <a:srgbClr val="E9EEF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343" name="Google Shape;15343;p44"/>
            <p:cNvSpPr/>
            <p:nvPr/>
          </p:nvSpPr>
          <p:spPr>
            <a:xfrm>
              <a:off x="1430674" y="2950872"/>
              <a:ext cx="56979" cy="80467"/>
            </a:xfrm>
            <a:custGeom>
              <a:rect b="b" l="l" r="r" t="t"/>
              <a:pathLst>
                <a:path extrusionOk="0" h="3073" w="2176">
                  <a:moveTo>
                    <a:pt x="1" y="0"/>
                  </a:moveTo>
                  <a:cubicBezTo>
                    <a:pt x="10" y="1383"/>
                    <a:pt x="878" y="2605"/>
                    <a:pt x="2176" y="3072"/>
                  </a:cubicBezTo>
                  <a:lnTo>
                    <a:pt x="2176" y="229"/>
                  </a:lnTo>
                  <a:cubicBezTo>
                    <a:pt x="2176" y="105"/>
                    <a:pt x="2071" y="0"/>
                    <a:pt x="1947" y="0"/>
                  </a:cubicBezTo>
                  <a:close/>
                </a:path>
              </a:pathLst>
            </a:custGeom>
            <a:solidFill>
              <a:srgbClr val="CDD7D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344" name="Google Shape;15344;p44"/>
            <p:cNvSpPr/>
            <p:nvPr/>
          </p:nvSpPr>
          <p:spPr>
            <a:xfrm>
              <a:off x="1334994" y="2950872"/>
              <a:ext cx="152423" cy="239069"/>
            </a:xfrm>
            <a:custGeom>
              <a:rect b="b" l="l" r="r" t="t"/>
              <a:pathLst>
                <a:path extrusionOk="0" h="9130" w="5821">
                  <a:moveTo>
                    <a:pt x="230" y="0"/>
                  </a:moveTo>
                  <a:cubicBezTo>
                    <a:pt x="106" y="0"/>
                    <a:pt x="1" y="105"/>
                    <a:pt x="1" y="229"/>
                  </a:cubicBezTo>
                  <a:lnTo>
                    <a:pt x="1" y="8910"/>
                  </a:lnTo>
                  <a:cubicBezTo>
                    <a:pt x="1" y="9034"/>
                    <a:pt x="106" y="9130"/>
                    <a:pt x="230" y="9130"/>
                  </a:cubicBezTo>
                  <a:lnTo>
                    <a:pt x="5591" y="9130"/>
                  </a:lnTo>
                  <a:cubicBezTo>
                    <a:pt x="5715" y="9130"/>
                    <a:pt x="5820" y="9034"/>
                    <a:pt x="5820" y="8910"/>
                  </a:cubicBezTo>
                  <a:lnTo>
                    <a:pt x="5820" y="8624"/>
                  </a:lnTo>
                  <a:lnTo>
                    <a:pt x="459" y="8624"/>
                  </a:lnTo>
                  <a:lnTo>
                    <a:pt x="459" y="0"/>
                  </a:lnTo>
                  <a:close/>
                </a:path>
              </a:pathLst>
            </a:custGeom>
            <a:solidFill>
              <a:srgbClr val="CDD7D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345" name="Google Shape;15345;p44"/>
            <p:cNvSpPr/>
            <p:nvPr/>
          </p:nvSpPr>
          <p:spPr>
            <a:xfrm>
              <a:off x="1398938" y="3203662"/>
              <a:ext cx="24771" cy="24771"/>
            </a:xfrm>
            <a:custGeom>
              <a:rect b="b" l="l" r="r" t="t"/>
              <a:pathLst>
                <a:path extrusionOk="0" h="946" w="946">
                  <a:moveTo>
                    <a:pt x="478" y="1"/>
                  </a:moveTo>
                  <a:cubicBezTo>
                    <a:pt x="211" y="1"/>
                    <a:pt x="1" y="210"/>
                    <a:pt x="1" y="478"/>
                  </a:cubicBezTo>
                  <a:cubicBezTo>
                    <a:pt x="1" y="735"/>
                    <a:pt x="211" y="945"/>
                    <a:pt x="478" y="945"/>
                  </a:cubicBezTo>
                  <a:cubicBezTo>
                    <a:pt x="736" y="945"/>
                    <a:pt x="945" y="735"/>
                    <a:pt x="945" y="478"/>
                  </a:cubicBezTo>
                  <a:cubicBezTo>
                    <a:pt x="945" y="210"/>
                    <a:pt x="736" y="1"/>
                    <a:pt x="478" y="1"/>
                  </a:cubicBez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346" name="Google Shape;15346;p44"/>
            <p:cNvSpPr/>
            <p:nvPr/>
          </p:nvSpPr>
          <p:spPr>
            <a:xfrm>
              <a:off x="1448166" y="2881927"/>
              <a:ext cx="136660" cy="136660"/>
            </a:xfrm>
            <a:custGeom>
              <a:rect b="b" l="l" r="r" t="t"/>
              <a:pathLst>
                <a:path extrusionOk="0" h="5219" w="5219">
                  <a:moveTo>
                    <a:pt x="2605" y="0"/>
                  </a:moveTo>
                  <a:cubicBezTo>
                    <a:pt x="1164" y="0"/>
                    <a:pt x="0" y="1174"/>
                    <a:pt x="0" y="2614"/>
                  </a:cubicBezTo>
                  <a:cubicBezTo>
                    <a:pt x="0" y="4055"/>
                    <a:pt x="1164" y="5219"/>
                    <a:pt x="2605" y="5219"/>
                  </a:cubicBezTo>
                  <a:cubicBezTo>
                    <a:pt x="4045" y="5219"/>
                    <a:pt x="5219" y="4055"/>
                    <a:pt x="5219" y="2614"/>
                  </a:cubicBezTo>
                  <a:cubicBezTo>
                    <a:pt x="5219" y="1174"/>
                    <a:pt x="4045" y="0"/>
                    <a:pt x="2605" y="0"/>
                  </a:cubicBezTo>
                  <a:close/>
                </a:path>
              </a:pathLst>
            </a:custGeom>
            <a:solidFill>
              <a:srgbClr val="E9EEF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347" name="Google Shape;15347;p44"/>
            <p:cNvSpPr/>
            <p:nvPr/>
          </p:nvSpPr>
          <p:spPr>
            <a:xfrm>
              <a:off x="1477127" y="2911149"/>
              <a:ext cx="78738" cy="77717"/>
            </a:xfrm>
            <a:custGeom>
              <a:rect b="b" l="l" r="r" t="t"/>
              <a:pathLst>
                <a:path extrusionOk="0" h="2968" w="3007">
                  <a:moveTo>
                    <a:pt x="1508" y="0"/>
                  </a:moveTo>
                  <a:cubicBezTo>
                    <a:pt x="678" y="0"/>
                    <a:pt x="1" y="668"/>
                    <a:pt x="10" y="1498"/>
                  </a:cubicBezTo>
                  <a:lnTo>
                    <a:pt x="10" y="1527"/>
                  </a:lnTo>
                  <a:cubicBezTo>
                    <a:pt x="39" y="2332"/>
                    <a:pt x="697" y="2967"/>
                    <a:pt x="1500" y="2967"/>
                  </a:cubicBezTo>
                  <a:cubicBezTo>
                    <a:pt x="1506" y="2967"/>
                    <a:pt x="1512" y="2967"/>
                    <a:pt x="1518" y="2967"/>
                  </a:cubicBezTo>
                  <a:cubicBezTo>
                    <a:pt x="2329" y="2967"/>
                    <a:pt x="2987" y="2309"/>
                    <a:pt x="2996" y="1498"/>
                  </a:cubicBezTo>
                  <a:lnTo>
                    <a:pt x="3006" y="1498"/>
                  </a:lnTo>
                  <a:cubicBezTo>
                    <a:pt x="3006" y="668"/>
                    <a:pt x="2329" y="0"/>
                    <a:pt x="1508" y="0"/>
                  </a:cubicBezTo>
                  <a:close/>
                </a:path>
              </a:pathLst>
            </a:custGeom>
            <a:solidFill>
              <a:srgbClr val="94A3B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348" name="Google Shape;15348;p44"/>
            <p:cNvSpPr/>
            <p:nvPr/>
          </p:nvSpPr>
          <p:spPr>
            <a:xfrm>
              <a:off x="1399462" y="2924923"/>
              <a:ext cx="20739" cy="17963"/>
            </a:xfrm>
            <a:custGeom>
              <a:rect b="b" l="l" r="r" t="t"/>
              <a:pathLst>
                <a:path extrusionOk="0" h="686" w="792">
                  <a:moveTo>
                    <a:pt x="453" y="0"/>
                  </a:moveTo>
                  <a:cubicBezTo>
                    <a:pt x="368" y="0"/>
                    <a:pt x="281" y="32"/>
                    <a:pt x="210" y="104"/>
                  </a:cubicBezTo>
                  <a:cubicBezTo>
                    <a:pt x="0" y="314"/>
                    <a:pt x="153" y="686"/>
                    <a:pt x="458" y="686"/>
                  </a:cubicBezTo>
                  <a:cubicBezTo>
                    <a:pt x="639" y="686"/>
                    <a:pt x="792" y="533"/>
                    <a:pt x="792" y="342"/>
                  </a:cubicBezTo>
                  <a:cubicBezTo>
                    <a:pt x="792" y="137"/>
                    <a:pt x="627" y="0"/>
                    <a:pt x="453" y="0"/>
                  </a:cubicBez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349" name="Google Shape;15349;p44"/>
            <p:cNvSpPr/>
            <p:nvPr/>
          </p:nvSpPr>
          <p:spPr>
            <a:xfrm>
              <a:off x="1363484" y="3032045"/>
              <a:ext cx="95706" cy="22519"/>
            </a:xfrm>
            <a:custGeom>
              <a:rect b="b" l="l" r="r" t="t"/>
              <a:pathLst>
                <a:path extrusionOk="0" h="860" w="3655">
                  <a:moveTo>
                    <a:pt x="229" y="1"/>
                  </a:moveTo>
                  <a:cubicBezTo>
                    <a:pt x="105" y="1"/>
                    <a:pt x="0" y="106"/>
                    <a:pt x="0" y="230"/>
                  </a:cubicBezTo>
                  <a:lnTo>
                    <a:pt x="0" y="640"/>
                  </a:lnTo>
                  <a:cubicBezTo>
                    <a:pt x="0" y="764"/>
                    <a:pt x="105" y="859"/>
                    <a:pt x="229" y="859"/>
                  </a:cubicBezTo>
                  <a:lnTo>
                    <a:pt x="3425" y="859"/>
                  </a:lnTo>
                  <a:cubicBezTo>
                    <a:pt x="3549" y="859"/>
                    <a:pt x="3654" y="764"/>
                    <a:pt x="3654" y="640"/>
                  </a:cubicBezTo>
                  <a:lnTo>
                    <a:pt x="3654" y="230"/>
                  </a:lnTo>
                  <a:cubicBezTo>
                    <a:pt x="3654" y="106"/>
                    <a:pt x="3549" y="1"/>
                    <a:pt x="3425" y="1"/>
                  </a:cubicBezTo>
                  <a:close/>
                </a:path>
              </a:pathLst>
            </a:custGeom>
            <a:solidFill>
              <a:srgbClr val="7B8B9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350" name="Google Shape;15350;p44"/>
            <p:cNvSpPr/>
            <p:nvPr/>
          </p:nvSpPr>
          <p:spPr>
            <a:xfrm>
              <a:off x="1363484" y="3073261"/>
              <a:ext cx="95706" cy="22519"/>
            </a:xfrm>
            <a:custGeom>
              <a:rect b="b" l="l" r="r" t="t"/>
              <a:pathLst>
                <a:path extrusionOk="0" h="860" w="3655">
                  <a:moveTo>
                    <a:pt x="229" y="1"/>
                  </a:moveTo>
                  <a:cubicBezTo>
                    <a:pt x="105" y="1"/>
                    <a:pt x="0" y="96"/>
                    <a:pt x="0" y="220"/>
                  </a:cubicBezTo>
                  <a:lnTo>
                    <a:pt x="0" y="630"/>
                  </a:lnTo>
                  <a:cubicBezTo>
                    <a:pt x="0" y="754"/>
                    <a:pt x="105" y="859"/>
                    <a:pt x="229" y="859"/>
                  </a:cubicBezTo>
                  <a:lnTo>
                    <a:pt x="3425" y="859"/>
                  </a:lnTo>
                  <a:cubicBezTo>
                    <a:pt x="3549" y="859"/>
                    <a:pt x="3654" y="754"/>
                    <a:pt x="3654" y="630"/>
                  </a:cubicBezTo>
                  <a:lnTo>
                    <a:pt x="3654" y="220"/>
                  </a:lnTo>
                  <a:cubicBezTo>
                    <a:pt x="3654" y="96"/>
                    <a:pt x="3549" y="1"/>
                    <a:pt x="3425" y="1"/>
                  </a:cubicBezTo>
                  <a:close/>
                </a:path>
              </a:pathLst>
            </a:custGeom>
            <a:solidFill>
              <a:srgbClr val="869FB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351" name="Google Shape;15351;p44"/>
            <p:cNvSpPr/>
            <p:nvPr/>
          </p:nvSpPr>
          <p:spPr>
            <a:xfrm>
              <a:off x="1363484" y="3114240"/>
              <a:ext cx="95706" cy="22493"/>
            </a:xfrm>
            <a:custGeom>
              <a:rect b="b" l="l" r="r" t="t"/>
              <a:pathLst>
                <a:path extrusionOk="0" h="859" w="3655">
                  <a:moveTo>
                    <a:pt x="229" y="0"/>
                  </a:moveTo>
                  <a:cubicBezTo>
                    <a:pt x="105" y="0"/>
                    <a:pt x="0" y="96"/>
                    <a:pt x="0" y="220"/>
                  </a:cubicBezTo>
                  <a:lnTo>
                    <a:pt x="0" y="630"/>
                  </a:lnTo>
                  <a:cubicBezTo>
                    <a:pt x="0" y="754"/>
                    <a:pt x="105" y="859"/>
                    <a:pt x="229" y="859"/>
                  </a:cubicBezTo>
                  <a:lnTo>
                    <a:pt x="3425" y="859"/>
                  </a:lnTo>
                  <a:cubicBezTo>
                    <a:pt x="3549" y="859"/>
                    <a:pt x="3654" y="754"/>
                    <a:pt x="3654" y="630"/>
                  </a:cubicBezTo>
                  <a:lnTo>
                    <a:pt x="3654" y="220"/>
                  </a:lnTo>
                  <a:cubicBezTo>
                    <a:pt x="3654" y="96"/>
                    <a:pt x="3549" y="0"/>
                    <a:pt x="3425" y="0"/>
                  </a:cubicBezTo>
                  <a:close/>
                </a:path>
              </a:pathLst>
            </a:custGeom>
            <a:solidFill>
              <a:srgbClr val="C3CFD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352" name="Google Shape;15352;p44"/>
            <p:cNvSpPr/>
            <p:nvPr/>
          </p:nvSpPr>
          <p:spPr>
            <a:xfrm>
              <a:off x="1508863" y="2912406"/>
              <a:ext cx="46740" cy="77193"/>
            </a:xfrm>
            <a:custGeom>
              <a:rect b="b" l="l" r="r" t="t"/>
              <a:pathLst>
                <a:path extrusionOk="0" h="2948" w="1785">
                  <a:moveTo>
                    <a:pt x="668" y="0"/>
                  </a:moveTo>
                  <a:cubicBezTo>
                    <a:pt x="373" y="229"/>
                    <a:pt x="115" y="515"/>
                    <a:pt x="287" y="754"/>
                  </a:cubicBezTo>
                  <a:cubicBezTo>
                    <a:pt x="611" y="1202"/>
                    <a:pt x="1250" y="868"/>
                    <a:pt x="1269" y="1469"/>
                  </a:cubicBezTo>
                  <a:cubicBezTo>
                    <a:pt x="1279" y="2032"/>
                    <a:pt x="1" y="2213"/>
                    <a:pt x="1" y="2919"/>
                  </a:cubicBezTo>
                  <a:cubicBezTo>
                    <a:pt x="99" y="2939"/>
                    <a:pt x="196" y="2948"/>
                    <a:pt x="292" y="2948"/>
                  </a:cubicBezTo>
                  <a:cubicBezTo>
                    <a:pt x="1099" y="2948"/>
                    <a:pt x="1784" y="2294"/>
                    <a:pt x="1784" y="1450"/>
                  </a:cubicBezTo>
                  <a:cubicBezTo>
                    <a:pt x="1784" y="773"/>
                    <a:pt x="1327" y="172"/>
                    <a:pt x="668" y="0"/>
                  </a:cubicBezTo>
                  <a:close/>
                </a:path>
              </a:pathLst>
            </a:custGeom>
            <a:solidFill>
              <a:srgbClr val="D1DBE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353" name="Google Shape;15353;p44"/>
            <p:cNvSpPr/>
            <p:nvPr/>
          </p:nvSpPr>
          <p:spPr>
            <a:xfrm>
              <a:off x="1477127" y="2938879"/>
              <a:ext cx="32757" cy="35245"/>
            </a:xfrm>
            <a:custGeom>
              <a:rect b="b" l="l" r="r" t="t"/>
              <a:pathLst>
                <a:path extrusionOk="0" h="1346" w="1251">
                  <a:moveTo>
                    <a:pt x="68" y="0"/>
                  </a:moveTo>
                  <a:cubicBezTo>
                    <a:pt x="30" y="143"/>
                    <a:pt x="1" y="286"/>
                    <a:pt x="1" y="439"/>
                  </a:cubicBezTo>
                  <a:lnTo>
                    <a:pt x="1" y="468"/>
                  </a:lnTo>
                  <a:cubicBezTo>
                    <a:pt x="10" y="783"/>
                    <a:pt x="115" y="1097"/>
                    <a:pt x="306" y="1345"/>
                  </a:cubicBezTo>
                  <a:cubicBezTo>
                    <a:pt x="1251" y="926"/>
                    <a:pt x="1079" y="496"/>
                    <a:pt x="430" y="239"/>
                  </a:cubicBezTo>
                  <a:cubicBezTo>
                    <a:pt x="297" y="191"/>
                    <a:pt x="173" y="105"/>
                    <a:pt x="68" y="0"/>
                  </a:cubicBezTo>
                  <a:close/>
                </a:path>
              </a:pathLst>
            </a:custGeom>
            <a:solidFill>
              <a:srgbClr val="D1DBE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5354" name="Google Shape;15354;p44"/>
          <p:cNvGrpSpPr/>
          <p:nvPr/>
        </p:nvGrpSpPr>
        <p:grpSpPr>
          <a:xfrm>
            <a:off x="3977427" y="1827742"/>
            <a:ext cx="359232" cy="322023"/>
            <a:chOff x="3977427" y="1980142"/>
            <a:chExt cx="359232" cy="322023"/>
          </a:xfrm>
        </p:grpSpPr>
        <p:sp>
          <p:nvSpPr>
            <p:cNvPr id="15355" name="Google Shape;15355;p44"/>
            <p:cNvSpPr/>
            <p:nvPr/>
          </p:nvSpPr>
          <p:spPr>
            <a:xfrm>
              <a:off x="3977427" y="2064065"/>
              <a:ext cx="303039" cy="238100"/>
            </a:xfrm>
            <a:custGeom>
              <a:rect b="b" l="l" r="r" t="t"/>
              <a:pathLst>
                <a:path extrusionOk="0" h="9093" w="11573">
                  <a:moveTo>
                    <a:pt x="229" y="1"/>
                  </a:moveTo>
                  <a:cubicBezTo>
                    <a:pt x="105" y="1"/>
                    <a:pt x="0" y="105"/>
                    <a:pt x="0" y="220"/>
                  </a:cubicBezTo>
                  <a:lnTo>
                    <a:pt x="0" y="8873"/>
                  </a:lnTo>
                  <a:cubicBezTo>
                    <a:pt x="0" y="8997"/>
                    <a:pt x="105" y="9092"/>
                    <a:pt x="229" y="9092"/>
                  </a:cubicBezTo>
                  <a:lnTo>
                    <a:pt x="11343" y="9092"/>
                  </a:lnTo>
                  <a:cubicBezTo>
                    <a:pt x="11467" y="9092"/>
                    <a:pt x="11572" y="8997"/>
                    <a:pt x="11572" y="8873"/>
                  </a:cubicBezTo>
                  <a:lnTo>
                    <a:pt x="11572" y="1517"/>
                  </a:lnTo>
                  <a:lnTo>
                    <a:pt x="4684" y="1517"/>
                  </a:lnTo>
                  <a:lnTo>
                    <a:pt x="3234" y="67"/>
                  </a:lnTo>
                  <a:cubicBezTo>
                    <a:pt x="3196" y="29"/>
                    <a:pt x="3139" y="1"/>
                    <a:pt x="3082" y="1"/>
                  </a:cubicBezTo>
                  <a:close/>
                </a:path>
              </a:pathLst>
            </a:custGeom>
            <a:solidFill>
              <a:srgbClr val="A4B7C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356" name="Google Shape;15356;p44"/>
            <p:cNvSpPr/>
            <p:nvPr/>
          </p:nvSpPr>
          <p:spPr>
            <a:xfrm>
              <a:off x="3977427" y="2179724"/>
              <a:ext cx="303039" cy="122441"/>
            </a:xfrm>
            <a:custGeom>
              <a:rect b="b" l="l" r="r" t="t"/>
              <a:pathLst>
                <a:path extrusionOk="0" h="4676" w="11573">
                  <a:moveTo>
                    <a:pt x="10" y="1"/>
                  </a:moveTo>
                  <a:lnTo>
                    <a:pt x="10" y="4456"/>
                  </a:lnTo>
                  <a:cubicBezTo>
                    <a:pt x="0" y="4494"/>
                    <a:pt x="10" y="4522"/>
                    <a:pt x="29" y="4551"/>
                  </a:cubicBezTo>
                  <a:cubicBezTo>
                    <a:pt x="67" y="4627"/>
                    <a:pt x="143" y="4675"/>
                    <a:pt x="229" y="4675"/>
                  </a:cubicBezTo>
                  <a:lnTo>
                    <a:pt x="11353" y="4675"/>
                  </a:lnTo>
                  <a:cubicBezTo>
                    <a:pt x="11467" y="4675"/>
                    <a:pt x="11572" y="4580"/>
                    <a:pt x="11572" y="4456"/>
                  </a:cubicBezTo>
                  <a:lnTo>
                    <a:pt x="11572" y="1"/>
                  </a:lnTo>
                  <a:close/>
                </a:path>
              </a:pathLst>
            </a:custGeom>
            <a:solidFill>
              <a:srgbClr val="9CACB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357" name="Google Shape;15357;p44"/>
            <p:cNvSpPr/>
            <p:nvPr/>
          </p:nvSpPr>
          <p:spPr>
            <a:xfrm>
              <a:off x="4175517" y="2103787"/>
              <a:ext cx="104949" cy="49149"/>
            </a:xfrm>
            <a:custGeom>
              <a:rect b="b" l="l" r="r" t="t"/>
              <a:pathLst>
                <a:path extrusionOk="0" h="1877" w="4008">
                  <a:moveTo>
                    <a:pt x="0" y="0"/>
                  </a:moveTo>
                  <a:cubicBezTo>
                    <a:pt x="648" y="1177"/>
                    <a:pt x="1878" y="1877"/>
                    <a:pt x="3186" y="1877"/>
                  </a:cubicBezTo>
                  <a:cubicBezTo>
                    <a:pt x="3458" y="1877"/>
                    <a:pt x="3733" y="1847"/>
                    <a:pt x="4007" y="1784"/>
                  </a:cubicBezTo>
                  <a:lnTo>
                    <a:pt x="4007" y="0"/>
                  </a:lnTo>
                  <a:close/>
                </a:path>
              </a:pathLst>
            </a:custGeom>
            <a:solidFill>
              <a:srgbClr val="9CACB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358" name="Google Shape;15358;p44"/>
            <p:cNvSpPr/>
            <p:nvPr/>
          </p:nvSpPr>
          <p:spPr>
            <a:xfrm>
              <a:off x="3978161" y="2164248"/>
              <a:ext cx="327784" cy="137916"/>
            </a:xfrm>
            <a:custGeom>
              <a:rect b="b" l="l" r="r" t="t"/>
              <a:pathLst>
                <a:path extrusionOk="0" h="5267" w="12518">
                  <a:moveTo>
                    <a:pt x="1165" y="0"/>
                  </a:moveTo>
                  <a:cubicBezTo>
                    <a:pt x="1060" y="0"/>
                    <a:pt x="964" y="76"/>
                    <a:pt x="945" y="181"/>
                  </a:cubicBezTo>
                  <a:lnTo>
                    <a:pt x="154" y="4331"/>
                  </a:lnTo>
                  <a:lnTo>
                    <a:pt x="30" y="5009"/>
                  </a:lnTo>
                  <a:cubicBezTo>
                    <a:pt x="1" y="5133"/>
                    <a:pt x="96" y="5257"/>
                    <a:pt x="230" y="5266"/>
                  </a:cubicBezTo>
                  <a:lnTo>
                    <a:pt x="11363" y="5266"/>
                  </a:lnTo>
                  <a:cubicBezTo>
                    <a:pt x="11468" y="5257"/>
                    <a:pt x="11554" y="5190"/>
                    <a:pt x="11573" y="5085"/>
                  </a:cubicBezTo>
                  <a:lnTo>
                    <a:pt x="11716" y="4331"/>
                  </a:lnTo>
                  <a:lnTo>
                    <a:pt x="12489" y="267"/>
                  </a:lnTo>
                  <a:cubicBezTo>
                    <a:pt x="12517" y="124"/>
                    <a:pt x="12412" y="0"/>
                    <a:pt x="12279" y="0"/>
                  </a:cubicBezTo>
                  <a:close/>
                </a:path>
              </a:pathLst>
            </a:custGeom>
            <a:solidFill>
              <a:srgbClr val="BECBD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359" name="Google Shape;15359;p44"/>
            <p:cNvSpPr/>
            <p:nvPr/>
          </p:nvSpPr>
          <p:spPr>
            <a:xfrm>
              <a:off x="3978161" y="2277891"/>
              <a:ext cx="306783" cy="24273"/>
            </a:xfrm>
            <a:custGeom>
              <a:rect b="b" l="l" r="r" t="t"/>
              <a:pathLst>
                <a:path extrusionOk="0" h="927" w="11716">
                  <a:moveTo>
                    <a:pt x="154" y="1"/>
                  </a:moveTo>
                  <a:lnTo>
                    <a:pt x="30" y="669"/>
                  </a:lnTo>
                  <a:lnTo>
                    <a:pt x="1" y="812"/>
                  </a:lnTo>
                  <a:cubicBezTo>
                    <a:pt x="39" y="878"/>
                    <a:pt x="115" y="926"/>
                    <a:pt x="201" y="926"/>
                  </a:cubicBezTo>
                  <a:lnTo>
                    <a:pt x="11363" y="926"/>
                  </a:lnTo>
                  <a:cubicBezTo>
                    <a:pt x="11468" y="926"/>
                    <a:pt x="11554" y="850"/>
                    <a:pt x="11573" y="745"/>
                  </a:cubicBezTo>
                  <a:lnTo>
                    <a:pt x="11716" y="1"/>
                  </a:lnTo>
                  <a:close/>
                </a:path>
              </a:pathLst>
            </a:custGeom>
            <a:solidFill>
              <a:srgbClr val="A4B7C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360" name="Google Shape;15360;p44"/>
            <p:cNvSpPr/>
            <p:nvPr/>
          </p:nvSpPr>
          <p:spPr>
            <a:xfrm>
              <a:off x="4181513" y="1980142"/>
              <a:ext cx="155146" cy="154884"/>
            </a:xfrm>
            <a:custGeom>
              <a:rect b="b" l="l" r="r" t="t"/>
              <a:pathLst>
                <a:path extrusionOk="0" h="5915" w="5925">
                  <a:moveTo>
                    <a:pt x="2958" y="0"/>
                  </a:moveTo>
                  <a:cubicBezTo>
                    <a:pt x="1326" y="0"/>
                    <a:pt x="0" y="1317"/>
                    <a:pt x="0" y="2958"/>
                  </a:cubicBezTo>
                  <a:cubicBezTo>
                    <a:pt x="0" y="4589"/>
                    <a:pt x="1326" y="5915"/>
                    <a:pt x="2958" y="5915"/>
                  </a:cubicBezTo>
                  <a:cubicBezTo>
                    <a:pt x="4599" y="5915"/>
                    <a:pt x="5925" y="4589"/>
                    <a:pt x="5925" y="2958"/>
                  </a:cubicBezTo>
                  <a:cubicBezTo>
                    <a:pt x="5925" y="1317"/>
                    <a:pt x="4599" y="0"/>
                    <a:pt x="2958" y="0"/>
                  </a:cubicBezTo>
                  <a:close/>
                </a:path>
              </a:pathLst>
            </a:custGeom>
            <a:solidFill>
              <a:srgbClr val="94A3B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361" name="Google Shape;15361;p44"/>
            <p:cNvSpPr/>
            <p:nvPr/>
          </p:nvSpPr>
          <p:spPr>
            <a:xfrm>
              <a:off x="4241870" y="2033585"/>
              <a:ext cx="23357" cy="62242"/>
            </a:xfrm>
            <a:custGeom>
              <a:rect b="b" l="l" r="r" t="t"/>
              <a:pathLst>
                <a:path extrusionOk="0" h="2377" w="892">
                  <a:moveTo>
                    <a:pt x="273" y="0"/>
                  </a:moveTo>
                  <a:cubicBezTo>
                    <a:pt x="0" y="0"/>
                    <a:pt x="0" y="421"/>
                    <a:pt x="273" y="421"/>
                  </a:cubicBezTo>
                  <a:cubicBezTo>
                    <a:pt x="278" y="421"/>
                    <a:pt x="284" y="421"/>
                    <a:pt x="290" y="420"/>
                  </a:cubicBezTo>
                  <a:lnTo>
                    <a:pt x="481" y="420"/>
                  </a:lnTo>
                  <a:lnTo>
                    <a:pt x="481" y="2176"/>
                  </a:lnTo>
                  <a:cubicBezTo>
                    <a:pt x="481" y="2290"/>
                    <a:pt x="567" y="2376"/>
                    <a:pt x="681" y="2376"/>
                  </a:cubicBezTo>
                  <a:cubicBezTo>
                    <a:pt x="796" y="2376"/>
                    <a:pt x="891" y="2281"/>
                    <a:pt x="891" y="2176"/>
                  </a:cubicBezTo>
                  <a:lnTo>
                    <a:pt x="891" y="211"/>
                  </a:lnTo>
                  <a:cubicBezTo>
                    <a:pt x="891" y="96"/>
                    <a:pt x="796" y="1"/>
                    <a:pt x="681" y="1"/>
                  </a:cubicBezTo>
                  <a:lnTo>
                    <a:pt x="290" y="1"/>
                  </a:lnTo>
                  <a:cubicBezTo>
                    <a:pt x="284" y="0"/>
                    <a:pt x="278" y="0"/>
                    <a:pt x="273" y="0"/>
                  </a:cubicBezTo>
                  <a:close/>
                </a:path>
              </a:pathLst>
            </a:custGeom>
            <a:solidFill>
              <a:srgbClr val="E9EEF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362" name="Google Shape;15362;p44"/>
            <p:cNvSpPr/>
            <p:nvPr/>
          </p:nvSpPr>
          <p:spPr>
            <a:xfrm>
              <a:off x="4241372" y="2087762"/>
              <a:ext cx="37183" cy="10814"/>
            </a:xfrm>
            <a:custGeom>
              <a:rect b="b" l="l" r="r" t="t"/>
              <a:pathLst>
                <a:path extrusionOk="0" h="413" w="1420">
                  <a:moveTo>
                    <a:pt x="264" y="1"/>
                  </a:moveTo>
                  <a:cubicBezTo>
                    <a:pt x="0" y="1"/>
                    <a:pt x="3" y="413"/>
                    <a:pt x="272" y="413"/>
                  </a:cubicBezTo>
                  <a:cubicBezTo>
                    <a:pt x="278" y="413"/>
                    <a:pt x="284" y="412"/>
                    <a:pt x="290" y="412"/>
                  </a:cubicBezTo>
                  <a:lnTo>
                    <a:pt x="1120" y="412"/>
                  </a:lnTo>
                  <a:cubicBezTo>
                    <a:pt x="1126" y="412"/>
                    <a:pt x="1133" y="413"/>
                    <a:pt x="1138" y="413"/>
                  </a:cubicBezTo>
                  <a:cubicBezTo>
                    <a:pt x="1416" y="413"/>
                    <a:pt x="1419" y="1"/>
                    <a:pt x="1147" y="1"/>
                  </a:cubicBezTo>
                  <a:cubicBezTo>
                    <a:pt x="1138" y="1"/>
                    <a:pt x="1129" y="1"/>
                    <a:pt x="1120" y="2"/>
                  </a:cubicBezTo>
                  <a:lnTo>
                    <a:pt x="290" y="2"/>
                  </a:lnTo>
                  <a:cubicBezTo>
                    <a:pt x="281" y="1"/>
                    <a:pt x="273" y="1"/>
                    <a:pt x="264" y="1"/>
                  </a:cubicBezTo>
                  <a:close/>
                </a:path>
              </a:pathLst>
            </a:custGeom>
            <a:solidFill>
              <a:srgbClr val="E9EEF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363" name="Google Shape;15363;p44"/>
            <p:cNvSpPr/>
            <p:nvPr/>
          </p:nvSpPr>
          <p:spPr>
            <a:xfrm>
              <a:off x="4245221" y="2013239"/>
              <a:ext cx="20005" cy="17125"/>
            </a:xfrm>
            <a:custGeom>
              <a:rect b="b" l="l" r="r" t="t"/>
              <a:pathLst>
                <a:path extrusionOk="0" h="654" w="764">
                  <a:moveTo>
                    <a:pt x="433" y="1"/>
                  </a:moveTo>
                  <a:cubicBezTo>
                    <a:pt x="352" y="1"/>
                    <a:pt x="269" y="32"/>
                    <a:pt x="200" y="100"/>
                  </a:cubicBezTo>
                  <a:cubicBezTo>
                    <a:pt x="0" y="301"/>
                    <a:pt x="153" y="654"/>
                    <a:pt x="439" y="654"/>
                  </a:cubicBezTo>
                  <a:cubicBezTo>
                    <a:pt x="620" y="644"/>
                    <a:pt x="763" y="501"/>
                    <a:pt x="763" y="329"/>
                  </a:cubicBezTo>
                  <a:cubicBezTo>
                    <a:pt x="757" y="131"/>
                    <a:pt x="600" y="1"/>
                    <a:pt x="433" y="1"/>
                  </a:cubicBezTo>
                  <a:close/>
                </a:path>
              </a:pathLst>
            </a:custGeom>
            <a:solidFill>
              <a:srgbClr val="E9EEF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364" name="Google Shape;15364;p44"/>
            <p:cNvSpPr/>
            <p:nvPr/>
          </p:nvSpPr>
          <p:spPr>
            <a:xfrm>
              <a:off x="3977663" y="2064065"/>
              <a:ext cx="122441" cy="39749"/>
            </a:xfrm>
            <a:custGeom>
              <a:rect b="b" l="l" r="r" t="t"/>
              <a:pathLst>
                <a:path extrusionOk="0" h="1518" w="4676">
                  <a:moveTo>
                    <a:pt x="220" y="1"/>
                  </a:moveTo>
                  <a:cubicBezTo>
                    <a:pt x="96" y="1"/>
                    <a:pt x="1" y="105"/>
                    <a:pt x="1" y="220"/>
                  </a:cubicBezTo>
                  <a:lnTo>
                    <a:pt x="1" y="1517"/>
                  </a:lnTo>
                  <a:lnTo>
                    <a:pt x="4675" y="1517"/>
                  </a:lnTo>
                  <a:lnTo>
                    <a:pt x="3225" y="67"/>
                  </a:lnTo>
                  <a:cubicBezTo>
                    <a:pt x="3187" y="29"/>
                    <a:pt x="3130" y="1"/>
                    <a:pt x="3073" y="1"/>
                  </a:cubicBezTo>
                  <a:close/>
                </a:path>
              </a:pathLst>
            </a:custGeom>
            <a:solidFill>
              <a:srgbClr val="9CACB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5365" name="Google Shape;15365;p44"/>
          <p:cNvGrpSpPr/>
          <p:nvPr/>
        </p:nvGrpSpPr>
        <p:grpSpPr>
          <a:xfrm>
            <a:off x="865628" y="2261208"/>
            <a:ext cx="361720" cy="359180"/>
            <a:chOff x="865628" y="2413608"/>
            <a:chExt cx="361720" cy="359180"/>
          </a:xfrm>
        </p:grpSpPr>
        <p:sp>
          <p:nvSpPr>
            <p:cNvPr id="15366" name="Google Shape;15366;p44"/>
            <p:cNvSpPr/>
            <p:nvPr/>
          </p:nvSpPr>
          <p:spPr>
            <a:xfrm>
              <a:off x="865628" y="2710048"/>
              <a:ext cx="63472" cy="62739"/>
            </a:xfrm>
            <a:custGeom>
              <a:rect b="b" l="l" r="r" t="t"/>
              <a:pathLst>
                <a:path extrusionOk="0" h="2396" w="2424">
                  <a:moveTo>
                    <a:pt x="1183" y="1"/>
                  </a:moveTo>
                  <a:lnTo>
                    <a:pt x="86" y="1088"/>
                  </a:lnTo>
                  <a:cubicBezTo>
                    <a:pt x="0" y="1174"/>
                    <a:pt x="0" y="1317"/>
                    <a:pt x="86" y="1403"/>
                  </a:cubicBezTo>
                  <a:lnTo>
                    <a:pt x="1021" y="2338"/>
                  </a:lnTo>
                  <a:cubicBezTo>
                    <a:pt x="1064" y="2376"/>
                    <a:pt x="1121" y="2395"/>
                    <a:pt x="1178" y="2395"/>
                  </a:cubicBezTo>
                  <a:cubicBezTo>
                    <a:pt x="1236" y="2395"/>
                    <a:pt x="1293" y="2376"/>
                    <a:pt x="1336" y="2338"/>
                  </a:cubicBezTo>
                  <a:lnTo>
                    <a:pt x="2423" y="1241"/>
                  </a:lnTo>
                  <a:lnTo>
                    <a:pt x="1183" y="1"/>
                  </a:lnTo>
                  <a:close/>
                </a:path>
              </a:pathLst>
            </a:custGeom>
            <a:solidFill>
              <a:srgbClr val="6A7F9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367" name="Google Shape;15367;p44"/>
            <p:cNvSpPr/>
            <p:nvPr/>
          </p:nvSpPr>
          <p:spPr>
            <a:xfrm>
              <a:off x="880370" y="2726283"/>
              <a:ext cx="48730" cy="46505"/>
            </a:xfrm>
            <a:custGeom>
              <a:rect b="b" l="l" r="r" t="t"/>
              <a:pathLst>
                <a:path extrusionOk="0" h="1776" w="1861">
                  <a:moveTo>
                    <a:pt x="1240" y="1"/>
                  </a:moveTo>
                  <a:lnTo>
                    <a:pt x="0" y="1241"/>
                  </a:lnTo>
                  <a:lnTo>
                    <a:pt x="458" y="1718"/>
                  </a:lnTo>
                  <a:cubicBezTo>
                    <a:pt x="501" y="1756"/>
                    <a:pt x="558" y="1775"/>
                    <a:pt x="615" y="1775"/>
                  </a:cubicBezTo>
                  <a:cubicBezTo>
                    <a:pt x="673" y="1775"/>
                    <a:pt x="730" y="1756"/>
                    <a:pt x="773" y="1718"/>
                  </a:cubicBezTo>
                  <a:lnTo>
                    <a:pt x="1860" y="621"/>
                  </a:lnTo>
                  <a:lnTo>
                    <a:pt x="1240" y="1"/>
                  </a:lnTo>
                  <a:close/>
                </a:path>
              </a:pathLst>
            </a:custGeom>
            <a:solidFill>
              <a:srgbClr val="51667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368" name="Google Shape;15368;p44"/>
            <p:cNvSpPr/>
            <p:nvPr/>
          </p:nvSpPr>
          <p:spPr>
            <a:xfrm>
              <a:off x="879349" y="2579909"/>
              <a:ext cx="179891" cy="179132"/>
            </a:xfrm>
            <a:custGeom>
              <a:rect b="b" l="l" r="r" t="t"/>
              <a:pathLst>
                <a:path extrusionOk="0" h="6841" w="6870">
                  <a:moveTo>
                    <a:pt x="5181" y="0"/>
                  </a:moveTo>
                  <a:lnTo>
                    <a:pt x="87" y="5095"/>
                  </a:lnTo>
                  <a:cubicBezTo>
                    <a:pt x="1" y="5181"/>
                    <a:pt x="1" y="5324"/>
                    <a:pt x="87" y="5410"/>
                  </a:cubicBezTo>
                  <a:lnTo>
                    <a:pt x="1460" y="6783"/>
                  </a:lnTo>
                  <a:cubicBezTo>
                    <a:pt x="1503" y="6821"/>
                    <a:pt x="1561" y="6841"/>
                    <a:pt x="1618" y="6841"/>
                  </a:cubicBezTo>
                  <a:cubicBezTo>
                    <a:pt x="1675" y="6841"/>
                    <a:pt x="1732" y="6821"/>
                    <a:pt x="1775" y="6783"/>
                  </a:cubicBezTo>
                  <a:lnTo>
                    <a:pt x="6870" y="1689"/>
                  </a:lnTo>
                  <a:lnTo>
                    <a:pt x="5181" y="0"/>
                  </a:lnTo>
                  <a:close/>
                </a:path>
              </a:pathLst>
            </a:custGeom>
            <a:solidFill>
              <a:srgbClr val="95A6B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369" name="Google Shape;15369;p44"/>
            <p:cNvSpPr/>
            <p:nvPr/>
          </p:nvSpPr>
          <p:spPr>
            <a:xfrm>
              <a:off x="899590" y="2602140"/>
              <a:ext cx="159650" cy="156901"/>
            </a:xfrm>
            <a:custGeom>
              <a:rect b="b" l="l" r="r" t="t"/>
              <a:pathLst>
                <a:path extrusionOk="0" h="5992" w="6097">
                  <a:moveTo>
                    <a:pt x="5248" y="0"/>
                  </a:moveTo>
                  <a:lnTo>
                    <a:pt x="1" y="5247"/>
                  </a:lnTo>
                  <a:lnTo>
                    <a:pt x="687" y="5934"/>
                  </a:lnTo>
                  <a:cubicBezTo>
                    <a:pt x="730" y="5972"/>
                    <a:pt x="788" y="5992"/>
                    <a:pt x="845" y="5992"/>
                  </a:cubicBezTo>
                  <a:cubicBezTo>
                    <a:pt x="902" y="5992"/>
                    <a:pt x="959" y="5972"/>
                    <a:pt x="1002" y="5934"/>
                  </a:cubicBezTo>
                  <a:lnTo>
                    <a:pt x="6097" y="840"/>
                  </a:lnTo>
                  <a:lnTo>
                    <a:pt x="5248" y="0"/>
                  </a:lnTo>
                  <a:close/>
                </a:path>
              </a:pathLst>
            </a:custGeom>
            <a:solidFill>
              <a:srgbClr val="778DA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370" name="Google Shape;15370;p44"/>
            <p:cNvSpPr/>
            <p:nvPr/>
          </p:nvSpPr>
          <p:spPr>
            <a:xfrm>
              <a:off x="971782" y="2617432"/>
              <a:ext cx="50485" cy="49359"/>
            </a:xfrm>
            <a:custGeom>
              <a:rect b="b" l="l" r="r" t="t"/>
              <a:pathLst>
                <a:path extrusionOk="0" h="1885" w="1928">
                  <a:moveTo>
                    <a:pt x="1408" y="1"/>
                  </a:moveTo>
                  <a:cubicBezTo>
                    <a:pt x="1351" y="1"/>
                    <a:pt x="1293" y="22"/>
                    <a:pt x="1250" y="65"/>
                  </a:cubicBezTo>
                  <a:lnTo>
                    <a:pt x="86" y="1229"/>
                  </a:lnTo>
                  <a:cubicBezTo>
                    <a:pt x="1" y="1315"/>
                    <a:pt x="1" y="1458"/>
                    <a:pt x="86" y="1544"/>
                  </a:cubicBezTo>
                  <a:lnTo>
                    <a:pt x="363" y="1821"/>
                  </a:lnTo>
                  <a:cubicBezTo>
                    <a:pt x="406" y="1863"/>
                    <a:pt x="463" y="1885"/>
                    <a:pt x="521" y="1885"/>
                  </a:cubicBezTo>
                  <a:cubicBezTo>
                    <a:pt x="578" y="1885"/>
                    <a:pt x="635" y="1863"/>
                    <a:pt x="678" y="1821"/>
                  </a:cubicBezTo>
                  <a:lnTo>
                    <a:pt x="1842" y="647"/>
                  </a:lnTo>
                  <a:cubicBezTo>
                    <a:pt x="1928" y="561"/>
                    <a:pt x="1928" y="428"/>
                    <a:pt x="1842" y="342"/>
                  </a:cubicBezTo>
                  <a:lnTo>
                    <a:pt x="1565" y="65"/>
                  </a:lnTo>
                  <a:cubicBezTo>
                    <a:pt x="1522" y="22"/>
                    <a:pt x="1465" y="1"/>
                    <a:pt x="1408" y="1"/>
                  </a:cubicBezTo>
                  <a:close/>
                </a:path>
              </a:pathLst>
            </a:custGeom>
            <a:solidFill>
              <a:srgbClr val="BECBD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371" name="Google Shape;15371;p44"/>
            <p:cNvSpPr/>
            <p:nvPr/>
          </p:nvSpPr>
          <p:spPr>
            <a:xfrm>
              <a:off x="1033500" y="2509707"/>
              <a:ext cx="95942" cy="95968"/>
            </a:xfrm>
            <a:custGeom>
              <a:rect b="b" l="l" r="r" t="t"/>
              <a:pathLst>
                <a:path extrusionOk="0" h="3665" w="3664">
                  <a:moveTo>
                    <a:pt x="1832" y="1"/>
                  </a:moveTo>
                  <a:cubicBezTo>
                    <a:pt x="820" y="1"/>
                    <a:pt x="0" y="821"/>
                    <a:pt x="0" y="1832"/>
                  </a:cubicBezTo>
                  <a:cubicBezTo>
                    <a:pt x="0" y="2844"/>
                    <a:pt x="820" y="3664"/>
                    <a:pt x="1832" y="3664"/>
                  </a:cubicBezTo>
                  <a:cubicBezTo>
                    <a:pt x="2843" y="3664"/>
                    <a:pt x="3663" y="2844"/>
                    <a:pt x="3663" y="1832"/>
                  </a:cubicBezTo>
                  <a:cubicBezTo>
                    <a:pt x="3663" y="821"/>
                    <a:pt x="2843" y="1"/>
                    <a:pt x="1832" y="1"/>
                  </a:cubicBezTo>
                  <a:close/>
                </a:path>
              </a:pathLst>
            </a:custGeom>
            <a:solidFill>
              <a:srgbClr val="BECBD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372" name="Google Shape;15372;p44"/>
            <p:cNvSpPr/>
            <p:nvPr/>
          </p:nvSpPr>
          <p:spPr>
            <a:xfrm>
              <a:off x="1001502" y="2559171"/>
              <a:ext cx="78712" cy="77900"/>
            </a:xfrm>
            <a:custGeom>
              <a:rect b="b" l="l" r="r" t="t"/>
              <a:pathLst>
                <a:path extrusionOk="0" h="2975" w="3006">
                  <a:moveTo>
                    <a:pt x="650" y="1"/>
                  </a:moveTo>
                  <a:lnTo>
                    <a:pt x="87" y="563"/>
                  </a:lnTo>
                  <a:cubicBezTo>
                    <a:pt x="1" y="649"/>
                    <a:pt x="1" y="792"/>
                    <a:pt x="87" y="878"/>
                  </a:cubicBezTo>
                  <a:lnTo>
                    <a:pt x="2119" y="2910"/>
                  </a:lnTo>
                  <a:cubicBezTo>
                    <a:pt x="2162" y="2953"/>
                    <a:pt x="2219" y="2975"/>
                    <a:pt x="2276" y="2975"/>
                  </a:cubicBezTo>
                  <a:cubicBezTo>
                    <a:pt x="2333" y="2975"/>
                    <a:pt x="2391" y="2953"/>
                    <a:pt x="2434" y="2910"/>
                  </a:cubicBezTo>
                  <a:lnTo>
                    <a:pt x="3006" y="2338"/>
                  </a:lnTo>
                  <a:lnTo>
                    <a:pt x="650" y="1"/>
                  </a:lnTo>
                  <a:close/>
                </a:path>
              </a:pathLst>
            </a:custGeom>
            <a:solidFill>
              <a:srgbClr val="6A7F9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373" name="Google Shape;15373;p44"/>
            <p:cNvSpPr/>
            <p:nvPr/>
          </p:nvSpPr>
          <p:spPr>
            <a:xfrm>
              <a:off x="1030227" y="2589912"/>
              <a:ext cx="49987" cy="47159"/>
            </a:xfrm>
            <a:custGeom>
              <a:rect b="b" l="l" r="r" t="t"/>
              <a:pathLst>
                <a:path extrusionOk="0" h="1801" w="1909">
                  <a:moveTo>
                    <a:pt x="726" y="0"/>
                  </a:moveTo>
                  <a:lnTo>
                    <a:pt x="1" y="725"/>
                  </a:lnTo>
                  <a:lnTo>
                    <a:pt x="1022" y="1736"/>
                  </a:lnTo>
                  <a:cubicBezTo>
                    <a:pt x="1065" y="1779"/>
                    <a:pt x="1122" y="1801"/>
                    <a:pt x="1179" y="1801"/>
                  </a:cubicBezTo>
                  <a:cubicBezTo>
                    <a:pt x="1236" y="1801"/>
                    <a:pt x="1294" y="1779"/>
                    <a:pt x="1337" y="1736"/>
                  </a:cubicBezTo>
                  <a:lnTo>
                    <a:pt x="1909" y="1164"/>
                  </a:lnTo>
                  <a:lnTo>
                    <a:pt x="726" y="0"/>
                  </a:lnTo>
                  <a:close/>
                </a:path>
              </a:pathLst>
            </a:custGeom>
            <a:solidFill>
              <a:srgbClr val="51667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374" name="Google Shape;15374;p44"/>
            <p:cNvSpPr/>
            <p:nvPr/>
          </p:nvSpPr>
          <p:spPr>
            <a:xfrm>
              <a:off x="1128159" y="2454719"/>
              <a:ext cx="58209" cy="54282"/>
            </a:xfrm>
            <a:custGeom>
              <a:rect b="b" l="l" r="r" t="t"/>
              <a:pathLst>
                <a:path extrusionOk="0" h="2073" w="2223">
                  <a:moveTo>
                    <a:pt x="1941" y="0"/>
                  </a:moveTo>
                  <a:cubicBezTo>
                    <a:pt x="1895" y="0"/>
                    <a:pt x="1847" y="18"/>
                    <a:pt x="1804" y="59"/>
                  </a:cubicBezTo>
                  <a:lnTo>
                    <a:pt x="134" y="1729"/>
                  </a:lnTo>
                  <a:cubicBezTo>
                    <a:pt x="1" y="1853"/>
                    <a:pt x="96" y="2072"/>
                    <a:pt x="277" y="2072"/>
                  </a:cubicBezTo>
                  <a:cubicBezTo>
                    <a:pt x="335" y="2072"/>
                    <a:pt x="382" y="2053"/>
                    <a:pt x="420" y="2015"/>
                  </a:cubicBezTo>
                  <a:lnTo>
                    <a:pt x="2090" y="345"/>
                  </a:lnTo>
                  <a:cubicBezTo>
                    <a:pt x="2222" y="198"/>
                    <a:pt x="2094" y="0"/>
                    <a:pt x="1941" y="0"/>
                  </a:cubicBezTo>
                  <a:close/>
                </a:path>
              </a:pathLst>
            </a:custGeom>
            <a:solidFill>
              <a:srgbClr val="BECBD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375" name="Google Shape;15375;p44"/>
            <p:cNvSpPr/>
            <p:nvPr/>
          </p:nvSpPr>
          <p:spPr>
            <a:xfrm>
              <a:off x="1099932" y="2413608"/>
              <a:ext cx="10762" cy="72899"/>
            </a:xfrm>
            <a:custGeom>
              <a:rect b="b" l="l" r="r" t="t"/>
              <a:pathLst>
                <a:path extrusionOk="0" h="2784" w="411">
                  <a:moveTo>
                    <a:pt x="206" y="0"/>
                  </a:moveTo>
                  <a:cubicBezTo>
                    <a:pt x="103" y="0"/>
                    <a:pt x="1" y="69"/>
                    <a:pt x="1" y="208"/>
                  </a:cubicBezTo>
                  <a:lnTo>
                    <a:pt x="1" y="2574"/>
                  </a:lnTo>
                  <a:cubicBezTo>
                    <a:pt x="1" y="2688"/>
                    <a:pt x="96" y="2784"/>
                    <a:pt x="211" y="2784"/>
                  </a:cubicBezTo>
                  <a:cubicBezTo>
                    <a:pt x="325" y="2784"/>
                    <a:pt x="411" y="2688"/>
                    <a:pt x="411" y="2574"/>
                  </a:cubicBezTo>
                  <a:lnTo>
                    <a:pt x="411" y="208"/>
                  </a:lnTo>
                  <a:cubicBezTo>
                    <a:pt x="411" y="69"/>
                    <a:pt x="308" y="0"/>
                    <a:pt x="206" y="0"/>
                  </a:cubicBezTo>
                  <a:close/>
                </a:path>
              </a:pathLst>
            </a:custGeom>
            <a:solidFill>
              <a:srgbClr val="BECBD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376" name="Google Shape;15376;p44"/>
            <p:cNvSpPr/>
            <p:nvPr/>
          </p:nvSpPr>
          <p:spPr>
            <a:xfrm>
              <a:off x="1150888" y="2528194"/>
              <a:ext cx="76460" cy="10762"/>
            </a:xfrm>
            <a:custGeom>
              <a:rect b="b" l="l" r="r" t="t"/>
              <a:pathLst>
                <a:path extrusionOk="0" h="411" w="2920">
                  <a:moveTo>
                    <a:pt x="277" y="1"/>
                  </a:moveTo>
                  <a:cubicBezTo>
                    <a:pt x="1" y="1"/>
                    <a:pt x="1" y="411"/>
                    <a:pt x="277" y="411"/>
                  </a:cubicBezTo>
                  <a:lnTo>
                    <a:pt x="2643" y="411"/>
                  </a:lnTo>
                  <a:cubicBezTo>
                    <a:pt x="2920" y="411"/>
                    <a:pt x="2920" y="1"/>
                    <a:pt x="2643" y="1"/>
                  </a:cubicBezTo>
                  <a:close/>
                </a:path>
              </a:pathLst>
            </a:custGeom>
            <a:solidFill>
              <a:srgbClr val="BECBD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377" name="Google Shape;15377;p44"/>
            <p:cNvSpPr/>
            <p:nvPr/>
          </p:nvSpPr>
          <p:spPr>
            <a:xfrm>
              <a:off x="1002262" y="2486533"/>
              <a:ext cx="150904" cy="145484"/>
            </a:xfrm>
            <a:custGeom>
              <a:rect b="b" l="l" r="r" t="t"/>
              <a:pathLst>
                <a:path extrusionOk="0" h="5556" w="5763">
                  <a:moveTo>
                    <a:pt x="1446" y="1"/>
                  </a:moveTo>
                  <a:cubicBezTo>
                    <a:pt x="1389" y="1"/>
                    <a:pt x="1331" y="22"/>
                    <a:pt x="1288" y="65"/>
                  </a:cubicBezTo>
                  <a:lnTo>
                    <a:pt x="745" y="609"/>
                  </a:lnTo>
                  <a:cubicBezTo>
                    <a:pt x="1" y="1353"/>
                    <a:pt x="1" y="2565"/>
                    <a:pt x="745" y="3309"/>
                  </a:cubicBezTo>
                  <a:lnTo>
                    <a:pt x="2433" y="4997"/>
                  </a:lnTo>
                  <a:cubicBezTo>
                    <a:pt x="2805" y="5369"/>
                    <a:pt x="3292" y="5556"/>
                    <a:pt x="3778" y="5556"/>
                  </a:cubicBezTo>
                  <a:cubicBezTo>
                    <a:pt x="4265" y="5556"/>
                    <a:pt x="4751" y="5369"/>
                    <a:pt x="5123" y="4997"/>
                  </a:cubicBezTo>
                  <a:lnTo>
                    <a:pt x="5677" y="4444"/>
                  </a:lnTo>
                  <a:cubicBezTo>
                    <a:pt x="5763" y="4358"/>
                    <a:pt x="5763" y="4225"/>
                    <a:pt x="5677" y="4139"/>
                  </a:cubicBezTo>
                  <a:lnTo>
                    <a:pt x="1603" y="65"/>
                  </a:lnTo>
                  <a:cubicBezTo>
                    <a:pt x="1560" y="22"/>
                    <a:pt x="1503" y="1"/>
                    <a:pt x="1446" y="1"/>
                  </a:cubicBezTo>
                  <a:close/>
                </a:path>
              </a:pathLst>
            </a:custGeom>
            <a:solidFill>
              <a:srgbClr val="AEBFC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378" name="Google Shape;15378;p44"/>
            <p:cNvSpPr/>
            <p:nvPr/>
          </p:nvSpPr>
          <p:spPr>
            <a:xfrm>
              <a:off x="1039470" y="2572656"/>
              <a:ext cx="113695" cy="59361"/>
            </a:xfrm>
            <a:custGeom>
              <a:rect b="b" l="l" r="r" t="t"/>
              <a:pathLst>
                <a:path extrusionOk="0" h="2267" w="4342">
                  <a:moveTo>
                    <a:pt x="1" y="707"/>
                  </a:moveTo>
                  <a:cubicBezTo>
                    <a:pt x="5" y="711"/>
                    <a:pt x="10" y="715"/>
                    <a:pt x="14" y="720"/>
                  </a:cubicBezTo>
                  <a:lnTo>
                    <a:pt x="14" y="720"/>
                  </a:lnTo>
                  <a:lnTo>
                    <a:pt x="1" y="707"/>
                  </a:lnTo>
                  <a:close/>
                  <a:moveTo>
                    <a:pt x="3407" y="1"/>
                  </a:moveTo>
                  <a:lnTo>
                    <a:pt x="2701" y="707"/>
                  </a:lnTo>
                  <a:cubicBezTo>
                    <a:pt x="2329" y="1079"/>
                    <a:pt x="1840" y="1265"/>
                    <a:pt x="1351" y="1265"/>
                  </a:cubicBezTo>
                  <a:cubicBezTo>
                    <a:pt x="868" y="1265"/>
                    <a:pt x="384" y="1083"/>
                    <a:pt x="14" y="720"/>
                  </a:cubicBezTo>
                  <a:lnTo>
                    <a:pt x="14" y="720"/>
                  </a:lnTo>
                  <a:lnTo>
                    <a:pt x="1012" y="1708"/>
                  </a:lnTo>
                  <a:cubicBezTo>
                    <a:pt x="1384" y="2080"/>
                    <a:pt x="1871" y="2267"/>
                    <a:pt x="2357" y="2267"/>
                  </a:cubicBezTo>
                  <a:cubicBezTo>
                    <a:pt x="2844" y="2267"/>
                    <a:pt x="3330" y="2080"/>
                    <a:pt x="3702" y="1708"/>
                  </a:cubicBezTo>
                  <a:lnTo>
                    <a:pt x="4256" y="1155"/>
                  </a:lnTo>
                  <a:cubicBezTo>
                    <a:pt x="4342" y="1069"/>
                    <a:pt x="4342" y="936"/>
                    <a:pt x="4256" y="850"/>
                  </a:cubicBezTo>
                  <a:lnTo>
                    <a:pt x="3407" y="1"/>
                  </a:lnTo>
                  <a:close/>
                </a:path>
              </a:pathLst>
            </a:custGeom>
            <a:solidFill>
              <a:srgbClr val="657A8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5379" name="Google Shape;15379;p44"/>
          <p:cNvGrpSpPr/>
          <p:nvPr/>
        </p:nvGrpSpPr>
        <p:grpSpPr>
          <a:xfrm>
            <a:off x="3117093" y="2729527"/>
            <a:ext cx="268816" cy="366983"/>
            <a:chOff x="3117093" y="2881927"/>
            <a:chExt cx="268816" cy="366983"/>
          </a:xfrm>
        </p:grpSpPr>
        <p:sp>
          <p:nvSpPr>
            <p:cNvPr id="15380" name="Google Shape;15380;p44"/>
            <p:cNvSpPr/>
            <p:nvPr/>
          </p:nvSpPr>
          <p:spPr>
            <a:xfrm>
              <a:off x="3117093" y="2917146"/>
              <a:ext cx="191124" cy="331764"/>
            </a:xfrm>
            <a:custGeom>
              <a:rect b="b" l="l" r="r" t="t"/>
              <a:pathLst>
                <a:path extrusionOk="0" h="12670" w="7299">
                  <a:moveTo>
                    <a:pt x="220" y="0"/>
                  </a:moveTo>
                  <a:cubicBezTo>
                    <a:pt x="96" y="0"/>
                    <a:pt x="1" y="96"/>
                    <a:pt x="1" y="229"/>
                  </a:cubicBezTo>
                  <a:lnTo>
                    <a:pt x="1" y="12450"/>
                  </a:lnTo>
                  <a:cubicBezTo>
                    <a:pt x="1" y="12574"/>
                    <a:pt x="96" y="12669"/>
                    <a:pt x="220" y="12669"/>
                  </a:cubicBezTo>
                  <a:lnTo>
                    <a:pt x="7070" y="12669"/>
                  </a:lnTo>
                  <a:cubicBezTo>
                    <a:pt x="7194" y="12669"/>
                    <a:pt x="7299" y="12574"/>
                    <a:pt x="7299" y="12450"/>
                  </a:cubicBezTo>
                  <a:lnTo>
                    <a:pt x="7299" y="0"/>
                  </a:lnTo>
                  <a:close/>
                </a:path>
              </a:pathLst>
            </a:custGeom>
            <a:solidFill>
              <a:srgbClr val="94A3B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381" name="Google Shape;15381;p44"/>
            <p:cNvSpPr/>
            <p:nvPr/>
          </p:nvSpPr>
          <p:spPr>
            <a:xfrm>
              <a:off x="3232019" y="2917146"/>
              <a:ext cx="76198" cy="118670"/>
            </a:xfrm>
            <a:custGeom>
              <a:rect b="b" l="l" r="r" t="t"/>
              <a:pathLst>
                <a:path extrusionOk="0" h="4532" w="2910">
                  <a:moveTo>
                    <a:pt x="258" y="0"/>
                  </a:moveTo>
                  <a:cubicBezTo>
                    <a:pt x="86" y="401"/>
                    <a:pt x="0" y="840"/>
                    <a:pt x="0" y="1279"/>
                  </a:cubicBezTo>
                  <a:lnTo>
                    <a:pt x="0" y="1298"/>
                  </a:lnTo>
                  <a:cubicBezTo>
                    <a:pt x="10" y="2671"/>
                    <a:pt x="878" y="3893"/>
                    <a:pt x="2166" y="4360"/>
                  </a:cubicBezTo>
                  <a:cubicBezTo>
                    <a:pt x="2404" y="4446"/>
                    <a:pt x="2652" y="4503"/>
                    <a:pt x="2910" y="4532"/>
                  </a:cubicBezTo>
                  <a:lnTo>
                    <a:pt x="2910" y="0"/>
                  </a:lnTo>
                  <a:close/>
                </a:path>
              </a:pathLst>
            </a:custGeom>
            <a:solidFill>
              <a:srgbClr val="51667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382" name="Google Shape;15382;p44"/>
            <p:cNvSpPr/>
            <p:nvPr/>
          </p:nvSpPr>
          <p:spPr>
            <a:xfrm>
              <a:off x="3117093" y="3235398"/>
              <a:ext cx="191124" cy="13511"/>
            </a:xfrm>
            <a:custGeom>
              <a:rect b="b" l="l" r="r" t="t"/>
              <a:pathLst>
                <a:path extrusionOk="0" h="516" w="7299">
                  <a:moveTo>
                    <a:pt x="1" y="0"/>
                  </a:moveTo>
                  <a:lnTo>
                    <a:pt x="1" y="296"/>
                  </a:lnTo>
                  <a:cubicBezTo>
                    <a:pt x="1" y="420"/>
                    <a:pt x="96" y="515"/>
                    <a:pt x="220" y="515"/>
                  </a:cubicBezTo>
                  <a:lnTo>
                    <a:pt x="7070" y="515"/>
                  </a:lnTo>
                  <a:cubicBezTo>
                    <a:pt x="7194" y="515"/>
                    <a:pt x="7299" y="420"/>
                    <a:pt x="7299" y="296"/>
                  </a:cubicBezTo>
                  <a:lnTo>
                    <a:pt x="7299" y="0"/>
                  </a:lnTo>
                  <a:close/>
                </a:path>
              </a:pathLst>
            </a:custGeom>
            <a:solidFill>
              <a:srgbClr val="51667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383" name="Google Shape;15383;p44"/>
            <p:cNvSpPr/>
            <p:nvPr/>
          </p:nvSpPr>
          <p:spPr>
            <a:xfrm>
              <a:off x="3136575" y="2950872"/>
              <a:ext cx="152161" cy="239069"/>
            </a:xfrm>
            <a:custGeom>
              <a:rect b="b" l="l" r="r" t="t"/>
              <a:pathLst>
                <a:path extrusionOk="0" h="9130" w="5811">
                  <a:moveTo>
                    <a:pt x="220" y="0"/>
                  </a:moveTo>
                  <a:cubicBezTo>
                    <a:pt x="96" y="0"/>
                    <a:pt x="1" y="105"/>
                    <a:pt x="1" y="229"/>
                  </a:cubicBezTo>
                  <a:lnTo>
                    <a:pt x="1" y="8910"/>
                  </a:lnTo>
                  <a:cubicBezTo>
                    <a:pt x="1" y="9034"/>
                    <a:pt x="96" y="9130"/>
                    <a:pt x="220" y="9130"/>
                  </a:cubicBezTo>
                  <a:lnTo>
                    <a:pt x="5591" y="9130"/>
                  </a:lnTo>
                  <a:cubicBezTo>
                    <a:pt x="5715" y="9130"/>
                    <a:pt x="5811" y="9034"/>
                    <a:pt x="5811" y="8910"/>
                  </a:cubicBezTo>
                  <a:lnTo>
                    <a:pt x="5811" y="229"/>
                  </a:lnTo>
                  <a:cubicBezTo>
                    <a:pt x="5811" y="105"/>
                    <a:pt x="5715" y="0"/>
                    <a:pt x="5591" y="0"/>
                  </a:cubicBezTo>
                  <a:close/>
                </a:path>
              </a:pathLst>
            </a:custGeom>
            <a:solidFill>
              <a:srgbClr val="E9EEF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384" name="Google Shape;15384;p44"/>
            <p:cNvSpPr/>
            <p:nvPr/>
          </p:nvSpPr>
          <p:spPr>
            <a:xfrm>
              <a:off x="3232019" y="2950872"/>
              <a:ext cx="56717" cy="80467"/>
            </a:xfrm>
            <a:custGeom>
              <a:rect b="b" l="l" r="r" t="t"/>
              <a:pathLst>
                <a:path extrusionOk="0" h="3073" w="2166">
                  <a:moveTo>
                    <a:pt x="0" y="0"/>
                  </a:moveTo>
                  <a:cubicBezTo>
                    <a:pt x="10" y="1383"/>
                    <a:pt x="878" y="2605"/>
                    <a:pt x="2166" y="3072"/>
                  </a:cubicBezTo>
                  <a:lnTo>
                    <a:pt x="2166" y="229"/>
                  </a:lnTo>
                  <a:cubicBezTo>
                    <a:pt x="2166" y="105"/>
                    <a:pt x="2070" y="0"/>
                    <a:pt x="1946" y="0"/>
                  </a:cubicBezTo>
                  <a:close/>
                </a:path>
              </a:pathLst>
            </a:custGeom>
            <a:solidFill>
              <a:srgbClr val="CDD7D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385" name="Google Shape;15385;p44"/>
            <p:cNvSpPr/>
            <p:nvPr/>
          </p:nvSpPr>
          <p:spPr>
            <a:xfrm>
              <a:off x="3136339" y="2951108"/>
              <a:ext cx="152397" cy="239095"/>
            </a:xfrm>
            <a:custGeom>
              <a:rect b="b" l="l" r="r" t="t"/>
              <a:pathLst>
                <a:path extrusionOk="0" h="9131" w="5820">
                  <a:moveTo>
                    <a:pt x="229" y="1"/>
                  </a:moveTo>
                  <a:cubicBezTo>
                    <a:pt x="96" y="1"/>
                    <a:pt x="0" y="96"/>
                    <a:pt x="0" y="230"/>
                  </a:cubicBezTo>
                  <a:lnTo>
                    <a:pt x="0" y="8901"/>
                  </a:lnTo>
                  <a:cubicBezTo>
                    <a:pt x="0" y="9025"/>
                    <a:pt x="96" y="9130"/>
                    <a:pt x="229" y="9130"/>
                  </a:cubicBezTo>
                  <a:lnTo>
                    <a:pt x="5591" y="9130"/>
                  </a:lnTo>
                  <a:cubicBezTo>
                    <a:pt x="5715" y="9130"/>
                    <a:pt x="5820" y="9025"/>
                    <a:pt x="5820" y="8901"/>
                  </a:cubicBezTo>
                  <a:lnTo>
                    <a:pt x="5820" y="8711"/>
                  </a:lnTo>
                  <a:lnTo>
                    <a:pt x="449" y="8711"/>
                  </a:lnTo>
                  <a:lnTo>
                    <a:pt x="458" y="8701"/>
                  </a:lnTo>
                  <a:lnTo>
                    <a:pt x="458" y="1"/>
                  </a:lnTo>
                  <a:close/>
                </a:path>
              </a:pathLst>
            </a:custGeom>
            <a:solidFill>
              <a:srgbClr val="CDD7D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386" name="Google Shape;15386;p44"/>
            <p:cNvSpPr/>
            <p:nvPr/>
          </p:nvSpPr>
          <p:spPr>
            <a:xfrm>
              <a:off x="3190778" y="2927882"/>
              <a:ext cx="43755" cy="11024"/>
            </a:xfrm>
            <a:custGeom>
              <a:rect b="b" l="l" r="r" t="t"/>
              <a:pathLst>
                <a:path extrusionOk="0" h="421" w="1671">
                  <a:moveTo>
                    <a:pt x="278" y="1"/>
                  </a:moveTo>
                  <a:cubicBezTo>
                    <a:pt x="1" y="1"/>
                    <a:pt x="1" y="420"/>
                    <a:pt x="278" y="420"/>
                  </a:cubicBezTo>
                  <a:lnTo>
                    <a:pt x="1384" y="420"/>
                  </a:lnTo>
                  <a:cubicBezTo>
                    <a:pt x="1670" y="420"/>
                    <a:pt x="1670" y="1"/>
                    <a:pt x="1384" y="1"/>
                  </a:cubicBezTo>
                  <a:close/>
                </a:path>
              </a:pathLst>
            </a:custGeom>
            <a:solidFill>
              <a:srgbClr val="39516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387" name="Google Shape;15387;p44"/>
            <p:cNvSpPr/>
            <p:nvPr/>
          </p:nvSpPr>
          <p:spPr>
            <a:xfrm>
              <a:off x="3164802" y="3041289"/>
              <a:ext cx="95706" cy="22519"/>
            </a:xfrm>
            <a:custGeom>
              <a:rect b="b" l="l" r="r" t="t"/>
              <a:pathLst>
                <a:path extrusionOk="0" h="860" w="3655">
                  <a:moveTo>
                    <a:pt x="3441" y="0"/>
                  </a:moveTo>
                  <a:cubicBezTo>
                    <a:pt x="3436" y="0"/>
                    <a:pt x="3431" y="0"/>
                    <a:pt x="3426" y="1"/>
                  </a:cubicBezTo>
                  <a:lnTo>
                    <a:pt x="220" y="1"/>
                  </a:lnTo>
                  <a:cubicBezTo>
                    <a:pt x="96" y="1"/>
                    <a:pt x="1" y="96"/>
                    <a:pt x="1" y="220"/>
                  </a:cubicBezTo>
                  <a:lnTo>
                    <a:pt x="1" y="630"/>
                  </a:lnTo>
                  <a:cubicBezTo>
                    <a:pt x="1" y="754"/>
                    <a:pt x="96" y="859"/>
                    <a:pt x="220" y="859"/>
                  </a:cubicBezTo>
                  <a:lnTo>
                    <a:pt x="3426" y="859"/>
                  </a:lnTo>
                  <a:cubicBezTo>
                    <a:pt x="3550" y="859"/>
                    <a:pt x="3655" y="754"/>
                    <a:pt x="3655" y="630"/>
                  </a:cubicBezTo>
                  <a:lnTo>
                    <a:pt x="3655" y="220"/>
                  </a:lnTo>
                  <a:cubicBezTo>
                    <a:pt x="3655" y="101"/>
                    <a:pt x="3558" y="0"/>
                    <a:pt x="3441" y="0"/>
                  </a:cubicBezTo>
                  <a:close/>
                </a:path>
              </a:pathLst>
            </a:custGeom>
            <a:solidFill>
              <a:srgbClr val="BFC8D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388" name="Google Shape;15388;p44"/>
            <p:cNvSpPr/>
            <p:nvPr/>
          </p:nvSpPr>
          <p:spPr>
            <a:xfrm>
              <a:off x="3157313" y="3083263"/>
              <a:ext cx="110448" cy="11024"/>
            </a:xfrm>
            <a:custGeom>
              <a:rect b="b" l="l" r="r" t="t"/>
              <a:pathLst>
                <a:path extrusionOk="0" h="421" w="4218">
                  <a:moveTo>
                    <a:pt x="287" y="0"/>
                  </a:moveTo>
                  <a:cubicBezTo>
                    <a:pt x="1" y="0"/>
                    <a:pt x="1" y="420"/>
                    <a:pt x="287" y="420"/>
                  </a:cubicBezTo>
                  <a:lnTo>
                    <a:pt x="3941" y="420"/>
                  </a:lnTo>
                  <a:cubicBezTo>
                    <a:pt x="4217" y="420"/>
                    <a:pt x="4217" y="0"/>
                    <a:pt x="3941" y="0"/>
                  </a:cubicBezTo>
                  <a:close/>
                </a:path>
              </a:pathLst>
            </a:custGeom>
            <a:solidFill>
              <a:srgbClr val="CDD7D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389" name="Google Shape;15389;p44"/>
            <p:cNvSpPr/>
            <p:nvPr/>
          </p:nvSpPr>
          <p:spPr>
            <a:xfrm>
              <a:off x="3157313" y="3109998"/>
              <a:ext cx="110448" cy="11260"/>
            </a:xfrm>
            <a:custGeom>
              <a:rect b="b" l="l" r="r" t="t"/>
              <a:pathLst>
                <a:path extrusionOk="0" h="430" w="4218">
                  <a:moveTo>
                    <a:pt x="287" y="0"/>
                  </a:moveTo>
                  <a:cubicBezTo>
                    <a:pt x="1" y="0"/>
                    <a:pt x="1" y="429"/>
                    <a:pt x="287" y="429"/>
                  </a:cubicBezTo>
                  <a:lnTo>
                    <a:pt x="3941" y="429"/>
                  </a:lnTo>
                  <a:cubicBezTo>
                    <a:pt x="4217" y="429"/>
                    <a:pt x="4217" y="0"/>
                    <a:pt x="3941" y="0"/>
                  </a:cubicBezTo>
                  <a:close/>
                </a:path>
              </a:pathLst>
            </a:custGeom>
            <a:solidFill>
              <a:srgbClr val="CDD7D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390" name="Google Shape;15390;p44"/>
            <p:cNvSpPr/>
            <p:nvPr/>
          </p:nvSpPr>
          <p:spPr>
            <a:xfrm>
              <a:off x="3200283" y="3203662"/>
              <a:ext cx="24745" cy="24771"/>
            </a:xfrm>
            <a:custGeom>
              <a:rect b="b" l="l" r="r" t="t"/>
              <a:pathLst>
                <a:path extrusionOk="0" h="946" w="945">
                  <a:moveTo>
                    <a:pt x="468" y="1"/>
                  </a:moveTo>
                  <a:cubicBezTo>
                    <a:pt x="210" y="1"/>
                    <a:pt x="0" y="210"/>
                    <a:pt x="0" y="478"/>
                  </a:cubicBezTo>
                  <a:cubicBezTo>
                    <a:pt x="0" y="735"/>
                    <a:pt x="210" y="945"/>
                    <a:pt x="468" y="945"/>
                  </a:cubicBezTo>
                  <a:cubicBezTo>
                    <a:pt x="726" y="945"/>
                    <a:pt x="945" y="735"/>
                    <a:pt x="945" y="478"/>
                  </a:cubicBezTo>
                  <a:cubicBezTo>
                    <a:pt x="945" y="210"/>
                    <a:pt x="726" y="1"/>
                    <a:pt x="468" y="1"/>
                  </a:cubicBezTo>
                  <a:close/>
                </a:path>
              </a:pathLst>
            </a:custGeom>
            <a:solidFill>
              <a:srgbClr val="39516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391" name="Google Shape;15391;p44"/>
            <p:cNvSpPr/>
            <p:nvPr/>
          </p:nvSpPr>
          <p:spPr>
            <a:xfrm>
              <a:off x="3249249" y="2881927"/>
              <a:ext cx="136660" cy="136660"/>
            </a:xfrm>
            <a:custGeom>
              <a:rect b="b" l="l" r="r" t="t"/>
              <a:pathLst>
                <a:path extrusionOk="0" h="5219" w="5219">
                  <a:moveTo>
                    <a:pt x="2614" y="0"/>
                  </a:moveTo>
                  <a:cubicBezTo>
                    <a:pt x="1174" y="0"/>
                    <a:pt x="0" y="1174"/>
                    <a:pt x="0" y="2614"/>
                  </a:cubicBezTo>
                  <a:cubicBezTo>
                    <a:pt x="0" y="4055"/>
                    <a:pt x="1174" y="5219"/>
                    <a:pt x="2614" y="5219"/>
                  </a:cubicBezTo>
                  <a:cubicBezTo>
                    <a:pt x="4055" y="5219"/>
                    <a:pt x="5219" y="4055"/>
                    <a:pt x="5219" y="2614"/>
                  </a:cubicBezTo>
                  <a:cubicBezTo>
                    <a:pt x="5219" y="1174"/>
                    <a:pt x="4055" y="0"/>
                    <a:pt x="2614" y="0"/>
                  </a:cubicBezTo>
                  <a:close/>
                </a:path>
              </a:pathLst>
            </a:custGeom>
            <a:solidFill>
              <a:srgbClr val="BECBD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392" name="Google Shape;15392;p44"/>
            <p:cNvSpPr/>
            <p:nvPr/>
          </p:nvSpPr>
          <p:spPr>
            <a:xfrm>
              <a:off x="3301959" y="2928641"/>
              <a:ext cx="21995" cy="56219"/>
            </a:xfrm>
            <a:custGeom>
              <a:rect b="b" l="l" r="r" t="t"/>
              <a:pathLst>
                <a:path extrusionOk="0" h="2147" w="840">
                  <a:moveTo>
                    <a:pt x="286" y="0"/>
                  </a:moveTo>
                  <a:cubicBezTo>
                    <a:pt x="0" y="0"/>
                    <a:pt x="0" y="429"/>
                    <a:pt x="286" y="429"/>
                  </a:cubicBezTo>
                  <a:lnTo>
                    <a:pt x="420" y="429"/>
                  </a:lnTo>
                  <a:lnTo>
                    <a:pt x="420" y="1937"/>
                  </a:lnTo>
                  <a:cubicBezTo>
                    <a:pt x="420" y="2051"/>
                    <a:pt x="506" y="2147"/>
                    <a:pt x="630" y="2147"/>
                  </a:cubicBezTo>
                  <a:cubicBezTo>
                    <a:pt x="744" y="2147"/>
                    <a:pt x="840" y="2061"/>
                    <a:pt x="840" y="1937"/>
                  </a:cubicBezTo>
                  <a:lnTo>
                    <a:pt x="840" y="210"/>
                  </a:lnTo>
                  <a:cubicBezTo>
                    <a:pt x="840" y="96"/>
                    <a:pt x="744" y="0"/>
                    <a:pt x="630" y="0"/>
                  </a:cubicBezTo>
                  <a:close/>
                </a:path>
              </a:pathLst>
            </a:custGeom>
            <a:solidFill>
              <a:srgbClr val="51667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393" name="Google Shape;15393;p44"/>
            <p:cNvSpPr/>
            <p:nvPr/>
          </p:nvSpPr>
          <p:spPr>
            <a:xfrm>
              <a:off x="3301462" y="2976088"/>
              <a:ext cx="33988" cy="11286"/>
            </a:xfrm>
            <a:custGeom>
              <a:rect b="b" l="l" r="r" t="t"/>
              <a:pathLst>
                <a:path extrusionOk="0" h="431" w="1298">
                  <a:moveTo>
                    <a:pt x="277" y="1"/>
                  </a:moveTo>
                  <a:cubicBezTo>
                    <a:pt x="0" y="1"/>
                    <a:pt x="0" y="430"/>
                    <a:pt x="277" y="430"/>
                  </a:cubicBezTo>
                  <a:lnTo>
                    <a:pt x="1021" y="430"/>
                  </a:lnTo>
                  <a:cubicBezTo>
                    <a:pt x="1298" y="430"/>
                    <a:pt x="1298" y="1"/>
                    <a:pt x="1021" y="1"/>
                  </a:cubicBezTo>
                  <a:close/>
                </a:path>
              </a:pathLst>
            </a:custGeom>
            <a:solidFill>
              <a:srgbClr val="51667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394" name="Google Shape;15394;p44"/>
            <p:cNvSpPr/>
            <p:nvPr/>
          </p:nvSpPr>
          <p:spPr>
            <a:xfrm>
              <a:off x="3304709" y="2910704"/>
              <a:ext cx="19246" cy="16706"/>
            </a:xfrm>
            <a:custGeom>
              <a:rect b="b" l="l" r="r" t="t"/>
              <a:pathLst>
                <a:path extrusionOk="0" h="638" w="735">
                  <a:moveTo>
                    <a:pt x="413" y="0"/>
                  </a:moveTo>
                  <a:cubicBezTo>
                    <a:pt x="335" y="0"/>
                    <a:pt x="255" y="29"/>
                    <a:pt x="191" y="94"/>
                  </a:cubicBezTo>
                  <a:cubicBezTo>
                    <a:pt x="0" y="294"/>
                    <a:pt x="134" y="637"/>
                    <a:pt x="420" y="637"/>
                  </a:cubicBezTo>
                  <a:cubicBezTo>
                    <a:pt x="592" y="637"/>
                    <a:pt x="735" y="494"/>
                    <a:pt x="735" y="323"/>
                  </a:cubicBezTo>
                  <a:cubicBezTo>
                    <a:pt x="735" y="129"/>
                    <a:pt x="577" y="0"/>
                    <a:pt x="413" y="0"/>
                  </a:cubicBezTo>
                  <a:close/>
                </a:path>
              </a:pathLst>
            </a:custGeom>
            <a:solidFill>
              <a:srgbClr val="51667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5395" name="Google Shape;15395;p44"/>
          <p:cNvGrpSpPr/>
          <p:nvPr/>
        </p:nvGrpSpPr>
        <p:grpSpPr>
          <a:xfrm>
            <a:off x="3534508" y="1355600"/>
            <a:ext cx="368502" cy="343521"/>
            <a:chOff x="3534508" y="1508000"/>
            <a:chExt cx="368502" cy="343521"/>
          </a:xfrm>
        </p:grpSpPr>
        <p:sp>
          <p:nvSpPr>
            <p:cNvPr id="15396" name="Google Shape;15396;p44"/>
            <p:cNvSpPr/>
            <p:nvPr/>
          </p:nvSpPr>
          <p:spPr>
            <a:xfrm>
              <a:off x="3591984" y="1754322"/>
              <a:ext cx="45719" cy="45719"/>
            </a:xfrm>
            <a:custGeom>
              <a:rect b="b" l="l" r="r" t="t"/>
              <a:pathLst>
                <a:path extrusionOk="0" h="1746" w="1746">
                  <a:moveTo>
                    <a:pt x="220" y="0"/>
                  </a:moveTo>
                  <a:cubicBezTo>
                    <a:pt x="96" y="0"/>
                    <a:pt x="0" y="95"/>
                    <a:pt x="0" y="219"/>
                  </a:cubicBezTo>
                  <a:lnTo>
                    <a:pt x="0" y="1526"/>
                  </a:lnTo>
                  <a:cubicBezTo>
                    <a:pt x="0" y="1650"/>
                    <a:pt x="96" y="1746"/>
                    <a:pt x="220" y="1746"/>
                  </a:cubicBezTo>
                  <a:lnTo>
                    <a:pt x="1527" y="1746"/>
                  </a:lnTo>
                  <a:cubicBezTo>
                    <a:pt x="1651" y="1746"/>
                    <a:pt x="1746" y="1650"/>
                    <a:pt x="1746" y="1526"/>
                  </a:cubicBezTo>
                  <a:lnTo>
                    <a:pt x="1746" y="219"/>
                  </a:lnTo>
                  <a:cubicBezTo>
                    <a:pt x="1746" y="95"/>
                    <a:pt x="1651" y="0"/>
                    <a:pt x="1527" y="0"/>
                  </a:cubicBezTo>
                  <a:close/>
                </a:path>
              </a:pathLst>
            </a:custGeom>
            <a:solidFill>
              <a:srgbClr val="CED7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397" name="Google Shape;15397;p44"/>
            <p:cNvSpPr/>
            <p:nvPr/>
          </p:nvSpPr>
          <p:spPr>
            <a:xfrm>
              <a:off x="3742600" y="1633897"/>
              <a:ext cx="106940" cy="91805"/>
            </a:xfrm>
            <a:custGeom>
              <a:rect b="b" l="l" r="r" t="t"/>
              <a:pathLst>
                <a:path extrusionOk="0" h="3506" w="4084">
                  <a:moveTo>
                    <a:pt x="2338" y="1"/>
                  </a:moveTo>
                  <a:cubicBezTo>
                    <a:pt x="773" y="1"/>
                    <a:pt x="1" y="1890"/>
                    <a:pt x="1098" y="2987"/>
                  </a:cubicBezTo>
                  <a:cubicBezTo>
                    <a:pt x="1456" y="3345"/>
                    <a:pt x="1896" y="3506"/>
                    <a:pt x="2326" y="3506"/>
                  </a:cubicBezTo>
                  <a:cubicBezTo>
                    <a:pt x="3225" y="3506"/>
                    <a:pt x="4084" y="2807"/>
                    <a:pt x="4084" y="1756"/>
                  </a:cubicBezTo>
                  <a:cubicBezTo>
                    <a:pt x="4084" y="793"/>
                    <a:pt x="3302" y="10"/>
                    <a:pt x="2338" y="1"/>
                  </a:cubicBezTo>
                  <a:close/>
                </a:path>
              </a:pathLst>
            </a:custGeom>
            <a:solidFill>
              <a:srgbClr val="B3C3C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398" name="Google Shape;15398;p44"/>
            <p:cNvSpPr/>
            <p:nvPr/>
          </p:nvSpPr>
          <p:spPr>
            <a:xfrm>
              <a:off x="3753336" y="1671132"/>
              <a:ext cx="100969" cy="54465"/>
            </a:xfrm>
            <a:custGeom>
              <a:rect b="b" l="l" r="r" t="t"/>
              <a:pathLst>
                <a:path extrusionOk="0" h="2080" w="3856">
                  <a:moveTo>
                    <a:pt x="211" y="0"/>
                  </a:moveTo>
                  <a:cubicBezTo>
                    <a:pt x="1" y="1078"/>
                    <a:pt x="821" y="2080"/>
                    <a:pt x="1928" y="2080"/>
                  </a:cubicBezTo>
                  <a:cubicBezTo>
                    <a:pt x="3025" y="2080"/>
                    <a:pt x="3855" y="1078"/>
                    <a:pt x="3645" y="0"/>
                  </a:cubicBezTo>
                  <a:lnTo>
                    <a:pt x="3645" y="0"/>
                  </a:lnTo>
                  <a:cubicBezTo>
                    <a:pt x="3483" y="830"/>
                    <a:pt x="2768" y="1422"/>
                    <a:pt x="1928" y="1422"/>
                  </a:cubicBezTo>
                  <a:cubicBezTo>
                    <a:pt x="1088" y="1422"/>
                    <a:pt x="363" y="830"/>
                    <a:pt x="211" y="0"/>
                  </a:cubicBezTo>
                  <a:close/>
                </a:path>
              </a:pathLst>
            </a:custGeom>
            <a:solidFill>
              <a:srgbClr val="CED8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399" name="Google Shape;15399;p44"/>
            <p:cNvSpPr/>
            <p:nvPr/>
          </p:nvSpPr>
          <p:spPr>
            <a:xfrm>
              <a:off x="3620447" y="1530990"/>
              <a:ext cx="154649" cy="297645"/>
            </a:xfrm>
            <a:custGeom>
              <a:rect b="b" l="l" r="r" t="t"/>
              <a:pathLst>
                <a:path extrusionOk="0" h="11367" w="5906">
                  <a:moveTo>
                    <a:pt x="5681" y="1"/>
                  </a:moveTo>
                  <a:cubicBezTo>
                    <a:pt x="5608" y="1"/>
                    <a:pt x="5542" y="38"/>
                    <a:pt x="5505" y="105"/>
                  </a:cubicBezTo>
                  <a:cubicBezTo>
                    <a:pt x="5085" y="773"/>
                    <a:pt x="4589" y="1384"/>
                    <a:pt x="4027" y="1927"/>
                  </a:cubicBezTo>
                  <a:cubicBezTo>
                    <a:pt x="3187" y="2748"/>
                    <a:pt x="1842" y="3721"/>
                    <a:pt x="220" y="3721"/>
                  </a:cubicBezTo>
                  <a:cubicBezTo>
                    <a:pt x="215" y="3721"/>
                    <a:pt x="210" y="3720"/>
                    <a:pt x="206" y="3720"/>
                  </a:cubicBezTo>
                  <a:cubicBezTo>
                    <a:pt x="97" y="3720"/>
                    <a:pt x="1" y="3821"/>
                    <a:pt x="1" y="3931"/>
                  </a:cubicBezTo>
                  <a:lnTo>
                    <a:pt x="1" y="7432"/>
                  </a:lnTo>
                  <a:cubicBezTo>
                    <a:pt x="1" y="7556"/>
                    <a:pt x="106" y="7651"/>
                    <a:pt x="220" y="7651"/>
                  </a:cubicBezTo>
                  <a:cubicBezTo>
                    <a:pt x="1842" y="7651"/>
                    <a:pt x="3187" y="8624"/>
                    <a:pt x="4027" y="9445"/>
                  </a:cubicBezTo>
                  <a:cubicBezTo>
                    <a:pt x="4589" y="9989"/>
                    <a:pt x="5085" y="10599"/>
                    <a:pt x="5496" y="11257"/>
                  </a:cubicBezTo>
                  <a:cubicBezTo>
                    <a:pt x="5541" y="11332"/>
                    <a:pt x="5614" y="11366"/>
                    <a:pt x="5686" y="11366"/>
                  </a:cubicBezTo>
                  <a:cubicBezTo>
                    <a:pt x="5797" y="11366"/>
                    <a:pt x="5906" y="11286"/>
                    <a:pt x="5906" y="11153"/>
                  </a:cubicBezTo>
                  <a:lnTo>
                    <a:pt x="5906" y="220"/>
                  </a:lnTo>
                  <a:cubicBezTo>
                    <a:pt x="5906" y="115"/>
                    <a:pt x="5839" y="29"/>
                    <a:pt x="5744" y="10"/>
                  </a:cubicBezTo>
                  <a:cubicBezTo>
                    <a:pt x="5723" y="4"/>
                    <a:pt x="5702" y="1"/>
                    <a:pt x="5681" y="1"/>
                  </a:cubicBez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400" name="Google Shape;15400;p44"/>
            <p:cNvSpPr/>
            <p:nvPr/>
          </p:nvSpPr>
          <p:spPr>
            <a:xfrm>
              <a:off x="3620447" y="1708603"/>
              <a:ext cx="154649" cy="120032"/>
            </a:xfrm>
            <a:custGeom>
              <a:rect b="b" l="l" r="r" t="t"/>
              <a:pathLst>
                <a:path extrusionOk="0" h="4584" w="5906">
                  <a:moveTo>
                    <a:pt x="1" y="0"/>
                  </a:moveTo>
                  <a:lnTo>
                    <a:pt x="1" y="649"/>
                  </a:lnTo>
                  <a:cubicBezTo>
                    <a:pt x="1" y="773"/>
                    <a:pt x="106" y="868"/>
                    <a:pt x="220" y="868"/>
                  </a:cubicBezTo>
                  <a:cubicBezTo>
                    <a:pt x="1842" y="868"/>
                    <a:pt x="3187" y="1841"/>
                    <a:pt x="4027" y="2662"/>
                  </a:cubicBezTo>
                  <a:cubicBezTo>
                    <a:pt x="4589" y="3206"/>
                    <a:pt x="5085" y="3816"/>
                    <a:pt x="5496" y="4474"/>
                  </a:cubicBezTo>
                  <a:cubicBezTo>
                    <a:pt x="5541" y="4549"/>
                    <a:pt x="5614" y="4583"/>
                    <a:pt x="5686" y="4583"/>
                  </a:cubicBezTo>
                  <a:cubicBezTo>
                    <a:pt x="5797" y="4583"/>
                    <a:pt x="5906" y="4503"/>
                    <a:pt x="5906" y="4370"/>
                  </a:cubicBezTo>
                  <a:lnTo>
                    <a:pt x="5906" y="3272"/>
                  </a:lnTo>
                  <a:cubicBezTo>
                    <a:pt x="5906" y="3368"/>
                    <a:pt x="5849" y="3454"/>
                    <a:pt x="5763" y="3482"/>
                  </a:cubicBezTo>
                  <a:cubicBezTo>
                    <a:pt x="5740" y="3489"/>
                    <a:pt x="5716" y="3492"/>
                    <a:pt x="5694" y="3492"/>
                  </a:cubicBezTo>
                  <a:cubicBezTo>
                    <a:pt x="5614" y="3492"/>
                    <a:pt x="5540" y="3454"/>
                    <a:pt x="5496" y="3387"/>
                  </a:cubicBezTo>
                  <a:cubicBezTo>
                    <a:pt x="5496" y="3377"/>
                    <a:pt x="4952" y="2900"/>
                    <a:pt x="4027" y="2004"/>
                  </a:cubicBezTo>
                  <a:cubicBezTo>
                    <a:pt x="3187" y="1183"/>
                    <a:pt x="1842" y="210"/>
                    <a:pt x="220" y="210"/>
                  </a:cubicBezTo>
                  <a:cubicBezTo>
                    <a:pt x="96" y="210"/>
                    <a:pt x="1" y="115"/>
                    <a:pt x="1" y="0"/>
                  </a:cubicBezTo>
                  <a:close/>
                </a:path>
              </a:pathLst>
            </a:custGeom>
            <a:solidFill>
              <a:srgbClr val="EEF1F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401" name="Google Shape;15401;p44"/>
            <p:cNvSpPr/>
            <p:nvPr/>
          </p:nvSpPr>
          <p:spPr>
            <a:xfrm>
              <a:off x="3763601" y="1508000"/>
              <a:ext cx="45981" cy="343521"/>
            </a:xfrm>
            <a:custGeom>
              <a:rect b="b" l="l" r="r" t="t"/>
              <a:pathLst>
                <a:path extrusionOk="0" h="13119" w="1756">
                  <a:moveTo>
                    <a:pt x="219" y="1"/>
                  </a:moveTo>
                  <a:cubicBezTo>
                    <a:pt x="105" y="1"/>
                    <a:pt x="0" y="96"/>
                    <a:pt x="0" y="220"/>
                  </a:cubicBezTo>
                  <a:lnTo>
                    <a:pt x="0" y="12908"/>
                  </a:lnTo>
                  <a:cubicBezTo>
                    <a:pt x="0" y="13023"/>
                    <a:pt x="105" y="13118"/>
                    <a:pt x="219" y="13118"/>
                  </a:cubicBezTo>
                  <a:lnTo>
                    <a:pt x="1536" y="13118"/>
                  </a:lnTo>
                  <a:cubicBezTo>
                    <a:pt x="1650" y="13118"/>
                    <a:pt x="1755" y="13023"/>
                    <a:pt x="1755" y="12908"/>
                  </a:cubicBezTo>
                  <a:lnTo>
                    <a:pt x="1755" y="220"/>
                  </a:lnTo>
                  <a:cubicBezTo>
                    <a:pt x="1755" y="96"/>
                    <a:pt x="1650" y="1"/>
                    <a:pt x="1536" y="1"/>
                  </a:cubicBezTo>
                  <a:close/>
                </a:path>
              </a:pathLst>
            </a:custGeom>
            <a:solidFill>
              <a:srgbClr val="AEBEC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402" name="Google Shape;15402;p44"/>
            <p:cNvSpPr/>
            <p:nvPr/>
          </p:nvSpPr>
          <p:spPr>
            <a:xfrm>
              <a:off x="3763601" y="1823005"/>
              <a:ext cx="45981" cy="28515"/>
            </a:xfrm>
            <a:custGeom>
              <a:rect b="b" l="l" r="r" t="t"/>
              <a:pathLst>
                <a:path extrusionOk="0" h="1089" w="1756">
                  <a:moveTo>
                    <a:pt x="0" y="1"/>
                  </a:moveTo>
                  <a:lnTo>
                    <a:pt x="0" y="869"/>
                  </a:lnTo>
                  <a:cubicBezTo>
                    <a:pt x="0" y="993"/>
                    <a:pt x="105" y="1088"/>
                    <a:pt x="219" y="1088"/>
                  </a:cubicBezTo>
                  <a:lnTo>
                    <a:pt x="1536" y="1088"/>
                  </a:lnTo>
                  <a:cubicBezTo>
                    <a:pt x="1650" y="1088"/>
                    <a:pt x="1755" y="993"/>
                    <a:pt x="1755" y="869"/>
                  </a:cubicBezTo>
                  <a:lnTo>
                    <a:pt x="1755" y="1"/>
                  </a:lnTo>
                  <a:cubicBezTo>
                    <a:pt x="1755" y="115"/>
                    <a:pt x="1650" y="220"/>
                    <a:pt x="1536" y="220"/>
                  </a:cubicBezTo>
                  <a:lnTo>
                    <a:pt x="219" y="220"/>
                  </a:lnTo>
                  <a:cubicBezTo>
                    <a:pt x="105" y="220"/>
                    <a:pt x="0" y="115"/>
                    <a:pt x="0" y="1"/>
                  </a:cubicBezTo>
                  <a:close/>
                </a:path>
              </a:pathLst>
            </a:custGeom>
            <a:solidFill>
              <a:srgbClr val="96A7B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403" name="Google Shape;15403;p44"/>
            <p:cNvSpPr/>
            <p:nvPr/>
          </p:nvSpPr>
          <p:spPr>
            <a:xfrm>
              <a:off x="3534508" y="1628399"/>
              <a:ext cx="46007" cy="102959"/>
            </a:xfrm>
            <a:custGeom>
              <a:rect b="b" l="l" r="r" t="t"/>
              <a:pathLst>
                <a:path extrusionOk="0" h="3932" w="1757">
                  <a:moveTo>
                    <a:pt x="1098" y="1"/>
                  </a:moveTo>
                  <a:cubicBezTo>
                    <a:pt x="497" y="1"/>
                    <a:pt x="1" y="488"/>
                    <a:pt x="1" y="1089"/>
                  </a:cubicBezTo>
                  <a:lnTo>
                    <a:pt x="1" y="2834"/>
                  </a:lnTo>
                  <a:cubicBezTo>
                    <a:pt x="1" y="3445"/>
                    <a:pt x="497" y="3931"/>
                    <a:pt x="1098" y="3931"/>
                  </a:cubicBezTo>
                  <a:lnTo>
                    <a:pt x="1537" y="3931"/>
                  </a:lnTo>
                  <a:cubicBezTo>
                    <a:pt x="1661" y="3931"/>
                    <a:pt x="1756" y="3836"/>
                    <a:pt x="1756" y="3712"/>
                  </a:cubicBezTo>
                  <a:lnTo>
                    <a:pt x="1756" y="211"/>
                  </a:lnTo>
                  <a:cubicBezTo>
                    <a:pt x="1756" y="96"/>
                    <a:pt x="1661" y="1"/>
                    <a:pt x="1537" y="1"/>
                  </a:cubicBezTo>
                  <a:close/>
                </a:path>
              </a:pathLst>
            </a:custGeom>
            <a:solidFill>
              <a:srgbClr val="CED7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404" name="Google Shape;15404;p44"/>
            <p:cNvSpPr/>
            <p:nvPr/>
          </p:nvSpPr>
          <p:spPr>
            <a:xfrm>
              <a:off x="3534508" y="1633400"/>
              <a:ext cx="46007" cy="97958"/>
            </a:xfrm>
            <a:custGeom>
              <a:rect b="b" l="l" r="r" t="t"/>
              <a:pathLst>
                <a:path extrusionOk="0" h="3741" w="1757">
                  <a:moveTo>
                    <a:pt x="468" y="1"/>
                  </a:moveTo>
                  <a:lnTo>
                    <a:pt x="468" y="1"/>
                  </a:lnTo>
                  <a:cubicBezTo>
                    <a:pt x="182" y="211"/>
                    <a:pt x="1" y="545"/>
                    <a:pt x="1" y="898"/>
                  </a:cubicBezTo>
                  <a:lnTo>
                    <a:pt x="1" y="2643"/>
                  </a:lnTo>
                  <a:cubicBezTo>
                    <a:pt x="1" y="3254"/>
                    <a:pt x="497" y="3740"/>
                    <a:pt x="1098" y="3740"/>
                  </a:cubicBezTo>
                  <a:lnTo>
                    <a:pt x="1537" y="3740"/>
                  </a:lnTo>
                  <a:cubicBezTo>
                    <a:pt x="1661" y="3740"/>
                    <a:pt x="1756" y="3645"/>
                    <a:pt x="1756" y="3521"/>
                  </a:cubicBezTo>
                  <a:lnTo>
                    <a:pt x="1756" y="3082"/>
                  </a:lnTo>
                  <a:lnTo>
                    <a:pt x="1098" y="3082"/>
                  </a:lnTo>
                  <a:cubicBezTo>
                    <a:pt x="736" y="3082"/>
                    <a:pt x="440" y="2786"/>
                    <a:pt x="440" y="2433"/>
                  </a:cubicBezTo>
                  <a:lnTo>
                    <a:pt x="440" y="239"/>
                  </a:lnTo>
                  <a:cubicBezTo>
                    <a:pt x="440" y="163"/>
                    <a:pt x="449" y="77"/>
                    <a:pt x="468" y="1"/>
                  </a:cubicBezTo>
                  <a:close/>
                </a:path>
              </a:pathLst>
            </a:custGeom>
            <a:solidFill>
              <a:srgbClr val="BDCAD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405" name="Google Shape;15405;p44"/>
            <p:cNvSpPr/>
            <p:nvPr/>
          </p:nvSpPr>
          <p:spPr>
            <a:xfrm>
              <a:off x="3574728" y="1628163"/>
              <a:ext cx="57240" cy="103195"/>
            </a:xfrm>
            <a:custGeom>
              <a:rect b="b" l="l" r="r" t="t"/>
              <a:pathLst>
                <a:path extrusionOk="0" h="3941" w="2186">
                  <a:moveTo>
                    <a:pt x="1" y="0"/>
                  </a:moveTo>
                  <a:lnTo>
                    <a:pt x="1" y="3940"/>
                  </a:lnTo>
                  <a:lnTo>
                    <a:pt x="2186" y="3940"/>
                  </a:lnTo>
                  <a:lnTo>
                    <a:pt x="2186" y="0"/>
                  </a:lnTo>
                  <a:close/>
                </a:path>
              </a:pathLst>
            </a:custGeom>
            <a:solidFill>
              <a:srgbClr val="AEBEC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406" name="Google Shape;15406;p44"/>
            <p:cNvSpPr/>
            <p:nvPr/>
          </p:nvSpPr>
          <p:spPr>
            <a:xfrm>
              <a:off x="3574728" y="1714102"/>
              <a:ext cx="57240" cy="17256"/>
            </a:xfrm>
            <a:custGeom>
              <a:rect b="b" l="l" r="r" t="t"/>
              <a:pathLst>
                <a:path extrusionOk="0" h="659" w="2186">
                  <a:moveTo>
                    <a:pt x="1" y="0"/>
                  </a:moveTo>
                  <a:lnTo>
                    <a:pt x="1" y="658"/>
                  </a:lnTo>
                  <a:lnTo>
                    <a:pt x="2186" y="658"/>
                  </a:lnTo>
                  <a:lnTo>
                    <a:pt x="2186" y="0"/>
                  </a:lnTo>
                  <a:close/>
                </a:path>
              </a:pathLst>
            </a:custGeom>
            <a:solidFill>
              <a:srgbClr val="96A7B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407" name="Google Shape;15407;p44"/>
            <p:cNvSpPr/>
            <p:nvPr/>
          </p:nvSpPr>
          <p:spPr>
            <a:xfrm>
              <a:off x="3574728" y="1731332"/>
              <a:ext cx="57240" cy="91700"/>
            </a:xfrm>
            <a:custGeom>
              <a:rect b="b" l="l" r="r" t="t"/>
              <a:pathLst>
                <a:path extrusionOk="0" h="3502" w="2186">
                  <a:moveTo>
                    <a:pt x="1" y="0"/>
                  </a:moveTo>
                  <a:lnTo>
                    <a:pt x="1" y="3282"/>
                  </a:lnTo>
                  <a:cubicBezTo>
                    <a:pt x="1" y="3406"/>
                    <a:pt x="96" y="3502"/>
                    <a:pt x="220" y="3502"/>
                  </a:cubicBezTo>
                  <a:lnTo>
                    <a:pt x="1088" y="3502"/>
                  </a:lnTo>
                  <a:cubicBezTo>
                    <a:pt x="1193" y="3502"/>
                    <a:pt x="1279" y="3435"/>
                    <a:pt x="1308" y="3339"/>
                  </a:cubicBezTo>
                  <a:lnTo>
                    <a:pt x="2186" y="0"/>
                  </a:lnTo>
                  <a:close/>
                </a:path>
              </a:pathLst>
            </a:custGeom>
            <a:solidFill>
              <a:srgbClr val="ACBDC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408" name="Google Shape;15408;p44"/>
            <p:cNvSpPr/>
            <p:nvPr/>
          </p:nvSpPr>
          <p:spPr>
            <a:xfrm>
              <a:off x="3870514" y="1674118"/>
              <a:ext cx="32496" cy="11521"/>
            </a:xfrm>
            <a:custGeom>
              <a:rect b="b" l="l" r="r" t="t"/>
              <a:pathLst>
                <a:path extrusionOk="0" h="440" w="1241">
                  <a:moveTo>
                    <a:pt x="296" y="1"/>
                  </a:moveTo>
                  <a:cubicBezTo>
                    <a:pt x="0" y="1"/>
                    <a:pt x="0" y="440"/>
                    <a:pt x="296" y="440"/>
                  </a:cubicBezTo>
                  <a:lnTo>
                    <a:pt x="954" y="440"/>
                  </a:lnTo>
                  <a:cubicBezTo>
                    <a:pt x="1240" y="440"/>
                    <a:pt x="1240" y="1"/>
                    <a:pt x="954" y="1"/>
                  </a:cubicBezTo>
                  <a:close/>
                </a:path>
              </a:pathLst>
            </a:custGeom>
            <a:solidFill>
              <a:srgbClr val="C2CED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409" name="Google Shape;15409;p44"/>
            <p:cNvSpPr/>
            <p:nvPr/>
          </p:nvSpPr>
          <p:spPr>
            <a:xfrm>
              <a:off x="3848781" y="1609493"/>
              <a:ext cx="27232" cy="23436"/>
            </a:xfrm>
            <a:custGeom>
              <a:rect b="b" l="l" r="r" t="t"/>
              <a:pathLst>
                <a:path extrusionOk="0" h="895" w="1040">
                  <a:moveTo>
                    <a:pt x="741" y="0"/>
                  </a:moveTo>
                  <a:cubicBezTo>
                    <a:pt x="695" y="0"/>
                    <a:pt x="646" y="17"/>
                    <a:pt x="601" y="55"/>
                  </a:cubicBezTo>
                  <a:lnTo>
                    <a:pt x="134" y="523"/>
                  </a:lnTo>
                  <a:cubicBezTo>
                    <a:pt x="0" y="656"/>
                    <a:pt x="96" y="885"/>
                    <a:pt x="286" y="895"/>
                  </a:cubicBezTo>
                  <a:cubicBezTo>
                    <a:pt x="353" y="895"/>
                    <a:pt x="401" y="866"/>
                    <a:pt x="449" y="828"/>
                  </a:cubicBezTo>
                  <a:lnTo>
                    <a:pt x="906" y="360"/>
                  </a:lnTo>
                  <a:cubicBezTo>
                    <a:pt x="1040" y="198"/>
                    <a:pt x="903" y="0"/>
                    <a:pt x="741" y="0"/>
                  </a:cubicBezTo>
                  <a:close/>
                </a:path>
              </a:pathLst>
            </a:custGeom>
            <a:solidFill>
              <a:srgbClr val="C2CED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410" name="Google Shape;15410;p44"/>
            <p:cNvSpPr/>
            <p:nvPr/>
          </p:nvSpPr>
          <p:spPr>
            <a:xfrm>
              <a:off x="3848231" y="1726618"/>
              <a:ext cx="27808" cy="23724"/>
            </a:xfrm>
            <a:custGeom>
              <a:rect b="b" l="l" r="r" t="t"/>
              <a:pathLst>
                <a:path extrusionOk="0" h="906" w="1062">
                  <a:moveTo>
                    <a:pt x="317" y="1"/>
                  </a:moveTo>
                  <a:cubicBezTo>
                    <a:pt x="146" y="1"/>
                    <a:pt x="0" y="219"/>
                    <a:pt x="155" y="381"/>
                  </a:cubicBezTo>
                  <a:lnTo>
                    <a:pt x="622" y="839"/>
                  </a:lnTo>
                  <a:cubicBezTo>
                    <a:pt x="660" y="886"/>
                    <a:pt x="718" y="905"/>
                    <a:pt x="775" y="905"/>
                  </a:cubicBezTo>
                  <a:cubicBezTo>
                    <a:pt x="966" y="905"/>
                    <a:pt x="1061" y="667"/>
                    <a:pt x="927" y="533"/>
                  </a:cubicBezTo>
                  <a:lnTo>
                    <a:pt x="470" y="66"/>
                  </a:lnTo>
                  <a:cubicBezTo>
                    <a:pt x="421" y="20"/>
                    <a:pt x="368" y="1"/>
                    <a:pt x="317" y="1"/>
                  </a:cubicBezTo>
                  <a:close/>
                </a:path>
              </a:pathLst>
            </a:custGeom>
            <a:solidFill>
              <a:srgbClr val="C2CED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5411" name="Google Shape;15411;p44"/>
          <p:cNvGrpSpPr/>
          <p:nvPr/>
        </p:nvGrpSpPr>
        <p:grpSpPr>
          <a:xfrm>
            <a:off x="7147436" y="1350599"/>
            <a:ext cx="279054" cy="354754"/>
            <a:chOff x="7147436" y="1502999"/>
            <a:chExt cx="279054" cy="354754"/>
          </a:xfrm>
        </p:grpSpPr>
        <p:sp>
          <p:nvSpPr>
            <p:cNvPr id="15412" name="Google Shape;15412;p44"/>
            <p:cNvSpPr/>
            <p:nvPr/>
          </p:nvSpPr>
          <p:spPr>
            <a:xfrm>
              <a:off x="7147436" y="1745576"/>
              <a:ext cx="279054" cy="112177"/>
            </a:xfrm>
            <a:custGeom>
              <a:rect b="b" l="l" r="r" t="t"/>
              <a:pathLst>
                <a:path extrusionOk="0" h="4284" w="10657">
                  <a:moveTo>
                    <a:pt x="3234" y="0"/>
                  </a:moveTo>
                  <a:lnTo>
                    <a:pt x="954" y="668"/>
                  </a:lnTo>
                  <a:cubicBezTo>
                    <a:pt x="391" y="840"/>
                    <a:pt x="0" y="1355"/>
                    <a:pt x="0" y="1946"/>
                  </a:cubicBezTo>
                  <a:lnTo>
                    <a:pt x="0" y="3616"/>
                  </a:lnTo>
                  <a:cubicBezTo>
                    <a:pt x="0" y="3988"/>
                    <a:pt x="296" y="4284"/>
                    <a:pt x="668" y="4284"/>
                  </a:cubicBezTo>
                  <a:lnTo>
                    <a:pt x="9989" y="4284"/>
                  </a:lnTo>
                  <a:cubicBezTo>
                    <a:pt x="10361" y="4284"/>
                    <a:pt x="10656" y="3988"/>
                    <a:pt x="10656" y="3616"/>
                  </a:cubicBezTo>
                  <a:lnTo>
                    <a:pt x="10656" y="1946"/>
                  </a:lnTo>
                  <a:cubicBezTo>
                    <a:pt x="10656" y="1355"/>
                    <a:pt x="10265" y="840"/>
                    <a:pt x="9702" y="668"/>
                  </a:cubicBezTo>
                  <a:lnTo>
                    <a:pt x="7422" y="0"/>
                  </a:lnTo>
                  <a:lnTo>
                    <a:pt x="5696" y="1155"/>
                  </a:lnTo>
                  <a:cubicBezTo>
                    <a:pt x="5586" y="1226"/>
                    <a:pt x="5457" y="1262"/>
                    <a:pt x="5328" y="1262"/>
                  </a:cubicBezTo>
                  <a:cubicBezTo>
                    <a:pt x="5199" y="1262"/>
                    <a:pt x="5071" y="1226"/>
                    <a:pt x="4961" y="1155"/>
                  </a:cubicBezTo>
                  <a:lnTo>
                    <a:pt x="3234" y="0"/>
                  </a:lnTo>
                  <a:close/>
                </a:path>
              </a:pathLst>
            </a:custGeom>
            <a:solidFill>
              <a:srgbClr val="C1CED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413" name="Google Shape;15413;p44"/>
            <p:cNvSpPr/>
            <p:nvPr/>
          </p:nvSpPr>
          <p:spPr>
            <a:xfrm>
              <a:off x="7187892" y="1694856"/>
              <a:ext cx="197618" cy="104688"/>
            </a:xfrm>
            <a:custGeom>
              <a:rect b="b" l="l" r="r" t="t"/>
              <a:pathLst>
                <a:path extrusionOk="0" h="3998" w="7547">
                  <a:moveTo>
                    <a:pt x="1336" y="1"/>
                  </a:moveTo>
                  <a:cubicBezTo>
                    <a:pt x="602" y="1"/>
                    <a:pt x="1" y="602"/>
                    <a:pt x="1" y="1336"/>
                  </a:cubicBezTo>
                  <a:cubicBezTo>
                    <a:pt x="1" y="2805"/>
                    <a:pt x="1193" y="3998"/>
                    <a:pt x="2662" y="3998"/>
                  </a:cubicBezTo>
                  <a:lnTo>
                    <a:pt x="4885" y="3998"/>
                  </a:lnTo>
                  <a:cubicBezTo>
                    <a:pt x="6354" y="3998"/>
                    <a:pt x="7547" y="2805"/>
                    <a:pt x="7547" y="1336"/>
                  </a:cubicBezTo>
                  <a:cubicBezTo>
                    <a:pt x="7547" y="602"/>
                    <a:pt x="6955" y="10"/>
                    <a:pt x="6221" y="1"/>
                  </a:cubicBezTo>
                  <a:close/>
                </a:path>
              </a:pathLst>
            </a:custGeom>
            <a:solidFill>
              <a:srgbClr val="ACBDC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414" name="Google Shape;15414;p44"/>
            <p:cNvSpPr/>
            <p:nvPr/>
          </p:nvSpPr>
          <p:spPr>
            <a:xfrm>
              <a:off x="7206876" y="1712348"/>
              <a:ext cx="159912" cy="66274"/>
            </a:xfrm>
            <a:custGeom>
              <a:rect b="b" l="l" r="r" t="t"/>
              <a:pathLst>
                <a:path extrusionOk="0" h="2531" w="6107">
                  <a:moveTo>
                    <a:pt x="668" y="0"/>
                  </a:moveTo>
                  <a:cubicBezTo>
                    <a:pt x="191" y="0"/>
                    <a:pt x="1" y="630"/>
                    <a:pt x="401" y="897"/>
                  </a:cubicBezTo>
                  <a:lnTo>
                    <a:pt x="2691" y="2424"/>
                  </a:lnTo>
                  <a:cubicBezTo>
                    <a:pt x="2801" y="2495"/>
                    <a:pt x="2929" y="2531"/>
                    <a:pt x="3058" y="2531"/>
                  </a:cubicBezTo>
                  <a:cubicBezTo>
                    <a:pt x="3187" y="2531"/>
                    <a:pt x="3316" y="2495"/>
                    <a:pt x="3426" y="2424"/>
                  </a:cubicBezTo>
                  <a:lnTo>
                    <a:pt x="5715" y="897"/>
                  </a:lnTo>
                  <a:cubicBezTo>
                    <a:pt x="6106" y="630"/>
                    <a:pt x="5925" y="0"/>
                    <a:pt x="5438" y="0"/>
                  </a:cubicBezTo>
                  <a:close/>
                </a:path>
              </a:pathLst>
            </a:custGeom>
            <a:solidFill>
              <a:srgbClr val="BBC8D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415" name="Google Shape;15415;p44"/>
            <p:cNvSpPr/>
            <p:nvPr/>
          </p:nvSpPr>
          <p:spPr>
            <a:xfrm>
              <a:off x="7232118" y="1700852"/>
              <a:ext cx="109689" cy="77769"/>
            </a:xfrm>
            <a:custGeom>
              <a:rect b="b" l="l" r="r" t="t"/>
              <a:pathLst>
                <a:path extrusionOk="0" h="2970" w="4189">
                  <a:moveTo>
                    <a:pt x="544" y="1"/>
                  </a:moveTo>
                  <a:lnTo>
                    <a:pt x="544" y="1050"/>
                  </a:lnTo>
                  <a:cubicBezTo>
                    <a:pt x="544" y="1346"/>
                    <a:pt x="344" y="1603"/>
                    <a:pt x="67" y="1689"/>
                  </a:cubicBezTo>
                  <a:lnTo>
                    <a:pt x="0" y="1708"/>
                  </a:lnTo>
                  <a:lnTo>
                    <a:pt x="1727" y="2863"/>
                  </a:lnTo>
                  <a:cubicBezTo>
                    <a:pt x="1837" y="2934"/>
                    <a:pt x="1965" y="2970"/>
                    <a:pt x="2094" y="2970"/>
                  </a:cubicBezTo>
                  <a:cubicBezTo>
                    <a:pt x="2223" y="2970"/>
                    <a:pt x="2352" y="2934"/>
                    <a:pt x="2462" y="2863"/>
                  </a:cubicBezTo>
                  <a:lnTo>
                    <a:pt x="4188" y="1708"/>
                  </a:lnTo>
                  <a:lnTo>
                    <a:pt x="4121" y="1689"/>
                  </a:lnTo>
                  <a:cubicBezTo>
                    <a:pt x="3845" y="1603"/>
                    <a:pt x="3644" y="1346"/>
                    <a:pt x="3644" y="1050"/>
                  </a:cubicBezTo>
                  <a:lnTo>
                    <a:pt x="3644" y="1"/>
                  </a:lnTo>
                  <a:close/>
                </a:path>
              </a:pathLst>
            </a:custGeom>
            <a:solidFill>
              <a:srgbClr val="DAE2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416" name="Google Shape;15416;p44"/>
            <p:cNvSpPr/>
            <p:nvPr/>
          </p:nvSpPr>
          <p:spPr>
            <a:xfrm>
              <a:off x="7246101" y="1700852"/>
              <a:ext cx="81462" cy="23121"/>
            </a:xfrm>
            <a:custGeom>
              <a:rect b="b" l="l" r="r" t="t"/>
              <a:pathLst>
                <a:path extrusionOk="0" h="883" w="3111">
                  <a:moveTo>
                    <a:pt x="0" y="1"/>
                  </a:moveTo>
                  <a:lnTo>
                    <a:pt x="0" y="497"/>
                  </a:lnTo>
                  <a:cubicBezTo>
                    <a:pt x="487" y="754"/>
                    <a:pt x="1021" y="883"/>
                    <a:pt x="1555" y="883"/>
                  </a:cubicBezTo>
                  <a:cubicBezTo>
                    <a:pt x="2090" y="883"/>
                    <a:pt x="2624" y="754"/>
                    <a:pt x="3110" y="497"/>
                  </a:cubicBezTo>
                  <a:lnTo>
                    <a:pt x="3110" y="1"/>
                  </a:lnTo>
                  <a:close/>
                </a:path>
              </a:pathLst>
            </a:custGeom>
            <a:solidFill>
              <a:srgbClr val="D4DDE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417" name="Google Shape;15417;p44"/>
            <p:cNvSpPr/>
            <p:nvPr/>
          </p:nvSpPr>
          <p:spPr>
            <a:xfrm>
              <a:off x="7189149" y="1543716"/>
              <a:ext cx="190627" cy="168658"/>
            </a:xfrm>
            <a:custGeom>
              <a:rect b="b" l="l" r="r" t="t"/>
              <a:pathLst>
                <a:path extrusionOk="0" h="6441" w="7280">
                  <a:moveTo>
                    <a:pt x="6621" y="1"/>
                  </a:moveTo>
                  <a:lnTo>
                    <a:pt x="849" y="449"/>
                  </a:lnTo>
                  <a:lnTo>
                    <a:pt x="849" y="2672"/>
                  </a:lnTo>
                  <a:lnTo>
                    <a:pt x="735" y="2672"/>
                  </a:lnTo>
                  <a:cubicBezTo>
                    <a:pt x="0" y="2672"/>
                    <a:pt x="0" y="3779"/>
                    <a:pt x="735" y="3779"/>
                  </a:cubicBezTo>
                  <a:lnTo>
                    <a:pt x="859" y="3779"/>
                  </a:lnTo>
                  <a:cubicBezTo>
                    <a:pt x="973" y="5277"/>
                    <a:pt x="2223" y="6440"/>
                    <a:pt x="3730" y="6440"/>
                  </a:cubicBezTo>
                  <a:cubicBezTo>
                    <a:pt x="5238" y="6440"/>
                    <a:pt x="6488" y="5277"/>
                    <a:pt x="6602" y="3779"/>
                  </a:cubicBezTo>
                  <a:lnTo>
                    <a:pt x="6726" y="3779"/>
                  </a:lnTo>
                  <a:cubicBezTo>
                    <a:pt x="7031" y="3779"/>
                    <a:pt x="7279" y="3531"/>
                    <a:pt x="7279" y="3225"/>
                  </a:cubicBezTo>
                  <a:cubicBezTo>
                    <a:pt x="7279" y="2920"/>
                    <a:pt x="7031" y="2672"/>
                    <a:pt x="6726" y="2672"/>
                  </a:cubicBezTo>
                  <a:lnTo>
                    <a:pt x="6621" y="2672"/>
                  </a:lnTo>
                  <a:lnTo>
                    <a:pt x="6621" y="1"/>
                  </a:lnTo>
                  <a:close/>
                </a:path>
              </a:pathLst>
            </a:custGeom>
            <a:solidFill>
              <a:srgbClr val="E0E7E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418" name="Google Shape;15418;p44"/>
            <p:cNvSpPr/>
            <p:nvPr/>
          </p:nvSpPr>
          <p:spPr>
            <a:xfrm>
              <a:off x="7192893" y="1549713"/>
              <a:ext cx="146400" cy="162635"/>
            </a:xfrm>
            <a:custGeom>
              <a:rect b="b" l="l" r="r" t="t"/>
              <a:pathLst>
                <a:path extrusionOk="0" h="6211" w="5591">
                  <a:moveTo>
                    <a:pt x="5591" y="1"/>
                  </a:moveTo>
                  <a:lnTo>
                    <a:pt x="697" y="220"/>
                  </a:lnTo>
                  <a:lnTo>
                    <a:pt x="697" y="2443"/>
                  </a:lnTo>
                  <a:lnTo>
                    <a:pt x="621" y="2443"/>
                  </a:lnTo>
                  <a:cubicBezTo>
                    <a:pt x="614" y="2443"/>
                    <a:pt x="608" y="2443"/>
                    <a:pt x="601" y="2443"/>
                  </a:cubicBezTo>
                  <a:cubicBezTo>
                    <a:pt x="314" y="2443"/>
                    <a:pt x="76" y="2650"/>
                    <a:pt x="39" y="2939"/>
                  </a:cubicBezTo>
                  <a:cubicBezTo>
                    <a:pt x="0" y="3264"/>
                    <a:pt x="258" y="3550"/>
                    <a:pt x="592" y="3550"/>
                  </a:cubicBezTo>
                  <a:lnTo>
                    <a:pt x="706" y="3550"/>
                  </a:lnTo>
                  <a:cubicBezTo>
                    <a:pt x="810" y="5072"/>
                    <a:pt x="2090" y="6210"/>
                    <a:pt x="3566" y="6210"/>
                  </a:cubicBezTo>
                  <a:cubicBezTo>
                    <a:pt x="3718" y="6210"/>
                    <a:pt x="3871" y="6198"/>
                    <a:pt x="4026" y="6173"/>
                  </a:cubicBezTo>
                  <a:cubicBezTo>
                    <a:pt x="2624" y="5944"/>
                    <a:pt x="1594" y="4742"/>
                    <a:pt x="1594" y="3330"/>
                  </a:cubicBezTo>
                  <a:lnTo>
                    <a:pt x="1594" y="1556"/>
                  </a:lnTo>
                  <a:cubicBezTo>
                    <a:pt x="1594" y="1060"/>
                    <a:pt x="1994" y="659"/>
                    <a:pt x="2481" y="659"/>
                  </a:cubicBezTo>
                  <a:lnTo>
                    <a:pt x="5142" y="659"/>
                  </a:lnTo>
                  <a:cubicBezTo>
                    <a:pt x="5391" y="659"/>
                    <a:pt x="5591" y="459"/>
                    <a:pt x="5591" y="220"/>
                  </a:cubicBezTo>
                  <a:lnTo>
                    <a:pt x="5591" y="1"/>
                  </a:lnTo>
                  <a:close/>
                </a:path>
              </a:pathLst>
            </a:custGeom>
            <a:solidFill>
              <a:srgbClr val="DAE2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419" name="Google Shape;15419;p44"/>
            <p:cNvSpPr/>
            <p:nvPr/>
          </p:nvSpPr>
          <p:spPr>
            <a:xfrm>
              <a:off x="7246101" y="1613604"/>
              <a:ext cx="11757" cy="17334"/>
            </a:xfrm>
            <a:custGeom>
              <a:rect b="b" l="l" r="r" t="t"/>
              <a:pathLst>
                <a:path extrusionOk="0" h="662" w="449">
                  <a:moveTo>
                    <a:pt x="225" y="1"/>
                  </a:moveTo>
                  <a:cubicBezTo>
                    <a:pt x="113" y="1"/>
                    <a:pt x="0" y="75"/>
                    <a:pt x="0" y="223"/>
                  </a:cubicBezTo>
                  <a:lnTo>
                    <a:pt x="0" y="442"/>
                  </a:lnTo>
                  <a:cubicBezTo>
                    <a:pt x="0" y="566"/>
                    <a:pt x="105" y="661"/>
                    <a:pt x="229" y="661"/>
                  </a:cubicBezTo>
                  <a:cubicBezTo>
                    <a:pt x="353" y="661"/>
                    <a:pt x="449" y="566"/>
                    <a:pt x="449" y="442"/>
                  </a:cubicBezTo>
                  <a:lnTo>
                    <a:pt x="449" y="223"/>
                  </a:lnTo>
                  <a:cubicBezTo>
                    <a:pt x="449" y="75"/>
                    <a:pt x="337" y="1"/>
                    <a:pt x="225" y="1"/>
                  </a:cubicBezTo>
                  <a:close/>
                </a:path>
              </a:pathLst>
            </a:custGeom>
            <a:solidFill>
              <a:srgbClr val="213B5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420" name="Google Shape;15420;p44"/>
            <p:cNvSpPr/>
            <p:nvPr/>
          </p:nvSpPr>
          <p:spPr>
            <a:xfrm>
              <a:off x="7316041" y="1613604"/>
              <a:ext cx="11521" cy="17334"/>
            </a:xfrm>
            <a:custGeom>
              <a:rect b="b" l="l" r="r" t="t"/>
              <a:pathLst>
                <a:path extrusionOk="0" h="662" w="440">
                  <a:moveTo>
                    <a:pt x="220" y="1"/>
                  </a:moveTo>
                  <a:cubicBezTo>
                    <a:pt x="110" y="1"/>
                    <a:pt x="1" y="75"/>
                    <a:pt x="1" y="223"/>
                  </a:cubicBezTo>
                  <a:lnTo>
                    <a:pt x="1" y="442"/>
                  </a:lnTo>
                  <a:cubicBezTo>
                    <a:pt x="1" y="566"/>
                    <a:pt x="96" y="661"/>
                    <a:pt x="220" y="661"/>
                  </a:cubicBezTo>
                  <a:cubicBezTo>
                    <a:pt x="344" y="661"/>
                    <a:pt x="439" y="566"/>
                    <a:pt x="439" y="442"/>
                  </a:cubicBezTo>
                  <a:lnTo>
                    <a:pt x="439" y="223"/>
                  </a:lnTo>
                  <a:cubicBezTo>
                    <a:pt x="439" y="75"/>
                    <a:pt x="330" y="1"/>
                    <a:pt x="220" y="1"/>
                  </a:cubicBezTo>
                  <a:close/>
                </a:path>
              </a:pathLst>
            </a:custGeom>
            <a:solidFill>
              <a:srgbClr val="213B5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421" name="Google Shape;15421;p44"/>
            <p:cNvSpPr/>
            <p:nvPr/>
          </p:nvSpPr>
          <p:spPr>
            <a:xfrm>
              <a:off x="7238115" y="1593834"/>
              <a:ext cx="28097" cy="13878"/>
            </a:xfrm>
            <a:custGeom>
              <a:rect b="b" l="l" r="r" t="t"/>
              <a:pathLst>
                <a:path extrusionOk="0" h="530" w="1073">
                  <a:moveTo>
                    <a:pt x="759" y="1"/>
                  </a:moveTo>
                  <a:cubicBezTo>
                    <a:pt x="745" y="1"/>
                    <a:pt x="731" y="2"/>
                    <a:pt x="716" y="4"/>
                  </a:cubicBezTo>
                  <a:lnTo>
                    <a:pt x="267" y="90"/>
                  </a:lnTo>
                  <a:cubicBezTo>
                    <a:pt x="0" y="138"/>
                    <a:pt x="38" y="529"/>
                    <a:pt x="305" y="529"/>
                  </a:cubicBezTo>
                  <a:lnTo>
                    <a:pt x="353" y="529"/>
                  </a:lnTo>
                  <a:lnTo>
                    <a:pt x="792" y="443"/>
                  </a:lnTo>
                  <a:cubicBezTo>
                    <a:pt x="1072" y="389"/>
                    <a:pt x="1010" y="1"/>
                    <a:pt x="759" y="1"/>
                  </a:cubicBezTo>
                  <a:close/>
                </a:path>
              </a:pathLst>
            </a:custGeom>
            <a:solidFill>
              <a:srgbClr val="576D8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422" name="Google Shape;15422;p44"/>
            <p:cNvSpPr/>
            <p:nvPr/>
          </p:nvSpPr>
          <p:spPr>
            <a:xfrm>
              <a:off x="7307767" y="1594044"/>
              <a:ext cx="27782" cy="13904"/>
            </a:xfrm>
            <a:custGeom>
              <a:rect b="b" l="l" r="r" t="t"/>
              <a:pathLst>
                <a:path extrusionOk="0" h="531" w="1061">
                  <a:moveTo>
                    <a:pt x="305" y="1"/>
                  </a:moveTo>
                  <a:cubicBezTo>
                    <a:pt x="60" y="1"/>
                    <a:pt x="0" y="391"/>
                    <a:pt x="269" y="445"/>
                  </a:cubicBezTo>
                  <a:lnTo>
                    <a:pt x="717" y="521"/>
                  </a:lnTo>
                  <a:lnTo>
                    <a:pt x="755" y="521"/>
                  </a:lnTo>
                  <a:lnTo>
                    <a:pt x="755" y="531"/>
                  </a:lnTo>
                  <a:cubicBezTo>
                    <a:pt x="1032" y="531"/>
                    <a:pt x="1061" y="140"/>
                    <a:pt x="803" y="92"/>
                  </a:cubicBezTo>
                  <a:lnTo>
                    <a:pt x="355" y="6"/>
                  </a:lnTo>
                  <a:cubicBezTo>
                    <a:pt x="337" y="3"/>
                    <a:pt x="321" y="1"/>
                    <a:pt x="305" y="1"/>
                  </a:cubicBezTo>
                  <a:close/>
                </a:path>
              </a:pathLst>
            </a:custGeom>
            <a:solidFill>
              <a:srgbClr val="576D8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423" name="Google Shape;15423;p44"/>
            <p:cNvSpPr/>
            <p:nvPr/>
          </p:nvSpPr>
          <p:spPr>
            <a:xfrm>
              <a:off x="7211380" y="1502999"/>
              <a:ext cx="174392" cy="52501"/>
            </a:xfrm>
            <a:custGeom>
              <a:rect b="b" l="l" r="r" t="t"/>
              <a:pathLst>
                <a:path extrusionOk="0" h="2005" w="6660">
                  <a:moveTo>
                    <a:pt x="1994" y="1"/>
                  </a:moveTo>
                  <a:cubicBezTo>
                    <a:pt x="888" y="1"/>
                    <a:pt x="0" y="898"/>
                    <a:pt x="0" y="2004"/>
                  </a:cubicBezTo>
                  <a:lnTo>
                    <a:pt x="4656" y="2004"/>
                  </a:lnTo>
                  <a:cubicBezTo>
                    <a:pt x="5667" y="2004"/>
                    <a:pt x="6516" y="1251"/>
                    <a:pt x="6640" y="259"/>
                  </a:cubicBezTo>
                  <a:cubicBezTo>
                    <a:pt x="6659" y="125"/>
                    <a:pt x="6554" y="1"/>
                    <a:pt x="6421" y="1"/>
                  </a:cubicBezTo>
                  <a:close/>
                </a:path>
              </a:pathLst>
            </a:custGeom>
            <a:solidFill>
              <a:srgbClr val="39516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424" name="Google Shape;15424;p44"/>
            <p:cNvSpPr/>
            <p:nvPr/>
          </p:nvSpPr>
          <p:spPr>
            <a:xfrm>
              <a:off x="7257832" y="1502999"/>
              <a:ext cx="127940" cy="40744"/>
            </a:xfrm>
            <a:custGeom>
              <a:rect b="b" l="l" r="r" t="t"/>
              <a:pathLst>
                <a:path extrusionOk="0" h="1556" w="4886">
                  <a:moveTo>
                    <a:pt x="745" y="1"/>
                  </a:moveTo>
                  <a:cubicBezTo>
                    <a:pt x="430" y="259"/>
                    <a:pt x="192" y="602"/>
                    <a:pt x="77" y="993"/>
                  </a:cubicBezTo>
                  <a:cubicBezTo>
                    <a:pt x="1" y="1279"/>
                    <a:pt x="220" y="1556"/>
                    <a:pt x="506" y="1556"/>
                  </a:cubicBezTo>
                  <a:lnTo>
                    <a:pt x="4141" y="1556"/>
                  </a:lnTo>
                  <a:cubicBezTo>
                    <a:pt x="4542" y="1232"/>
                    <a:pt x="4809" y="764"/>
                    <a:pt x="4866" y="249"/>
                  </a:cubicBezTo>
                  <a:cubicBezTo>
                    <a:pt x="4885" y="115"/>
                    <a:pt x="4780" y="1"/>
                    <a:pt x="4647" y="1"/>
                  </a:cubicBezTo>
                  <a:close/>
                </a:path>
              </a:pathLst>
            </a:custGeom>
            <a:solidFill>
              <a:srgbClr val="576D8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425" name="Google Shape;15425;p44"/>
            <p:cNvSpPr/>
            <p:nvPr/>
          </p:nvSpPr>
          <p:spPr>
            <a:xfrm>
              <a:off x="7252097" y="1782262"/>
              <a:ext cx="11521" cy="75491"/>
            </a:xfrm>
            <a:custGeom>
              <a:rect b="b" l="l" r="r" t="t"/>
              <a:pathLst>
                <a:path extrusionOk="0" h="2883" w="440">
                  <a:moveTo>
                    <a:pt x="235" y="1"/>
                  </a:moveTo>
                  <a:cubicBezTo>
                    <a:pt x="230" y="1"/>
                    <a:pt x="225" y="1"/>
                    <a:pt x="220" y="2"/>
                  </a:cubicBezTo>
                  <a:cubicBezTo>
                    <a:pt x="96" y="2"/>
                    <a:pt x="0" y="97"/>
                    <a:pt x="0" y="221"/>
                  </a:cubicBezTo>
                  <a:lnTo>
                    <a:pt x="0" y="2883"/>
                  </a:lnTo>
                  <a:lnTo>
                    <a:pt x="439" y="2883"/>
                  </a:lnTo>
                  <a:lnTo>
                    <a:pt x="439" y="221"/>
                  </a:lnTo>
                  <a:cubicBezTo>
                    <a:pt x="439" y="102"/>
                    <a:pt x="352" y="1"/>
                    <a:pt x="235" y="1"/>
                  </a:cubicBezTo>
                  <a:close/>
                </a:path>
              </a:pathLst>
            </a:custGeom>
            <a:solidFill>
              <a:srgbClr val="F1F4F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426" name="Google Shape;15426;p44"/>
            <p:cNvSpPr/>
            <p:nvPr/>
          </p:nvSpPr>
          <p:spPr>
            <a:xfrm>
              <a:off x="7310045" y="1782262"/>
              <a:ext cx="11783" cy="75491"/>
            </a:xfrm>
            <a:custGeom>
              <a:rect b="b" l="l" r="r" t="t"/>
              <a:pathLst>
                <a:path extrusionOk="0" h="2883" w="450">
                  <a:moveTo>
                    <a:pt x="244" y="1"/>
                  </a:moveTo>
                  <a:cubicBezTo>
                    <a:pt x="239" y="1"/>
                    <a:pt x="235" y="1"/>
                    <a:pt x="230" y="2"/>
                  </a:cubicBezTo>
                  <a:cubicBezTo>
                    <a:pt x="106" y="2"/>
                    <a:pt x="1" y="97"/>
                    <a:pt x="1" y="221"/>
                  </a:cubicBezTo>
                  <a:lnTo>
                    <a:pt x="1" y="2883"/>
                  </a:lnTo>
                  <a:lnTo>
                    <a:pt x="449" y="2883"/>
                  </a:lnTo>
                  <a:lnTo>
                    <a:pt x="449" y="221"/>
                  </a:lnTo>
                  <a:cubicBezTo>
                    <a:pt x="449" y="102"/>
                    <a:pt x="353" y="1"/>
                    <a:pt x="244" y="1"/>
                  </a:cubicBezTo>
                  <a:close/>
                </a:path>
              </a:pathLst>
            </a:custGeom>
            <a:solidFill>
              <a:srgbClr val="F1F4F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427" name="Google Shape;15427;p44"/>
            <p:cNvSpPr/>
            <p:nvPr/>
          </p:nvSpPr>
          <p:spPr>
            <a:xfrm>
              <a:off x="7260896" y="1654112"/>
              <a:ext cx="51872" cy="17570"/>
            </a:xfrm>
            <a:custGeom>
              <a:rect b="b" l="l" r="r" t="t"/>
              <a:pathLst>
                <a:path extrusionOk="0" h="671" w="1981">
                  <a:moveTo>
                    <a:pt x="331" y="0"/>
                  </a:moveTo>
                  <a:cubicBezTo>
                    <a:pt x="155" y="0"/>
                    <a:pt x="1" y="229"/>
                    <a:pt x="170" y="383"/>
                  </a:cubicBezTo>
                  <a:cubicBezTo>
                    <a:pt x="389" y="574"/>
                    <a:pt x="668" y="670"/>
                    <a:pt x="950" y="670"/>
                  </a:cubicBezTo>
                  <a:cubicBezTo>
                    <a:pt x="964" y="670"/>
                    <a:pt x="977" y="670"/>
                    <a:pt x="990" y="669"/>
                  </a:cubicBezTo>
                  <a:cubicBezTo>
                    <a:pt x="1004" y="670"/>
                    <a:pt x="1018" y="670"/>
                    <a:pt x="1032" y="670"/>
                  </a:cubicBezTo>
                  <a:cubicBezTo>
                    <a:pt x="1322" y="670"/>
                    <a:pt x="1592" y="574"/>
                    <a:pt x="1811" y="383"/>
                  </a:cubicBezTo>
                  <a:cubicBezTo>
                    <a:pt x="1980" y="229"/>
                    <a:pt x="1832" y="0"/>
                    <a:pt x="1658" y="0"/>
                  </a:cubicBezTo>
                  <a:cubicBezTo>
                    <a:pt x="1607" y="0"/>
                    <a:pt x="1554" y="20"/>
                    <a:pt x="1506" y="68"/>
                  </a:cubicBezTo>
                  <a:cubicBezTo>
                    <a:pt x="1353" y="173"/>
                    <a:pt x="1174" y="226"/>
                    <a:pt x="995" y="226"/>
                  </a:cubicBezTo>
                  <a:cubicBezTo>
                    <a:pt x="816" y="226"/>
                    <a:pt x="637" y="173"/>
                    <a:pt x="485" y="68"/>
                  </a:cubicBezTo>
                  <a:cubicBezTo>
                    <a:pt x="437" y="20"/>
                    <a:pt x="383" y="0"/>
                    <a:pt x="331" y="0"/>
                  </a:cubicBezTo>
                  <a:close/>
                </a:path>
              </a:pathLst>
            </a:custGeom>
            <a:solidFill>
              <a:srgbClr val="D4DDE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5428" name="Google Shape;15428;p44"/>
          <p:cNvGrpSpPr/>
          <p:nvPr/>
        </p:nvGrpSpPr>
        <p:grpSpPr>
          <a:xfrm>
            <a:off x="7603081" y="1820672"/>
            <a:ext cx="276802" cy="354807"/>
            <a:chOff x="7603081" y="1973072"/>
            <a:chExt cx="276802" cy="354807"/>
          </a:xfrm>
        </p:grpSpPr>
        <p:sp>
          <p:nvSpPr>
            <p:cNvPr id="15429" name="Google Shape;15429;p44"/>
            <p:cNvSpPr/>
            <p:nvPr/>
          </p:nvSpPr>
          <p:spPr>
            <a:xfrm>
              <a:off x="7603081" y="2189465"/>
              <a:ext cx="276802" cy="138414"/>
            </a:xfrm>
            <a:custGeom>
              <a:rect b="b" l="l" r="r" t="t"/>
              <a:pathLst>
                <a:path extrusionOk="0" h="5286" w="10571">
                  <a:moveTo>
                    <a:pt x="3081" y="1"/>
                  </a:moveTo>
                  <a:cubicBezTo>
                    <a:pt x="2967" y="1"/>
                    <a:pt x="2862" y="96"/>
                    <a:pt x="2862" y="220"/>
                  </a:cubicBezTo>
                  <a:lnTo>
                    <a:pt x="2862" y="1269"/>
                  </a:lnTo>
                  <a:cubicBezTo>
                    <a:pt x="2862" y="1565"/>
                    <a:pt x="2671" y="1823"/>
                    <a:pt x="2395" y="1909"/>
                  </a:cubicBezTo>
                  <a:lnTo>
                    <a:pt x="935" y="2357"/>
                  </a:lnTo>
                  <a:cubicBezTo>
                    <a:pt x="382" y="2529"/>
                    <a:pt x="0" y="3034"/>
                    <a:pt x="0" y="3616"/>
                  </a:cubicBezTo>
                  <a:lnTo>
                    <a:pt x="0" y="4627"/>
                  </a:lnTo>
                  <a:cubicBezTo>
                    <a:pt x="0" y="4990"/>
                    <a:pt x="296" y="5286"/>
                    <a:pt x="658" y="5286"/>
                  </a:cubicBezTo>
                  <a:lnTo>
                    <a:pt x="9912" y="5286"/>
                  </a:lnTo>
                  <a:cubicBezTo>
                    <a:pt x="10275" y="5286"/>
                    <a:pt x="10570" y="4990"/>
                    <a:pt x="10570" y="4627"/>
                  </a:cubicBezTo>
                  <a:lnTo>
                    <a:pt x="10570" y="3616"/>
                  </a:lnTo>
                  <a:cubicBezTo>
                    <a:pt x="10570" y="3034"/>
                    <a:pt x="10198" y="2529"/>
                    <a:pt x="9645" y="2357"/>
                  </a:cubicBezTo>
                  <a:lnTo>
                    <a:pt x="8176" y="1909"/>
                  </a:lnTo>
                  <a:cubicBezTo>
                    <a:pt x="7899" y="1823"/>
                    <a:pt x="7708" y="1565"/>
                    <a:pt x="7708" y="1269"/>
                  </a:cubicBezTo>
                  <a:lnTo>
                    <a:pt x="7708" y="220"/>
                  </a:lnTo>
                  <a:cubicBezTo>
                    <a:pt x="7708" y="96"/>
                    <a:pt x="7613" y="1"/>
                    <a:pt x="7489" y="1"/>
                  </a:cubicBezTo>
                  <a:close/>
                </a:path>
              </a:pathLst>
            </a:custGeom>
            <a:solidFill>
              <a:srgbClr val="D1D8D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430" name="Google Shape;15430;p44"/>
            <p:cNvSpPr/>
            <p:nvPr/>
          </p:nvSpPr>
          <p:spPr>
            <a:xfrm>
              <a:off x="7666527" y="2189465"/>
              <a:ext cx="149909" cy="92197"/>
            </a:xfrm>
            <a:custGeom>
              <a:rect b="b" l="l" r="r" t="t"/>
              <a:pathLst>
                <a:path extrusionOk="0" h="3521" w="5725">
                  <a:moveTo>
                    <a:pt x="649" y="1"/>
                  </a:moveTo>
                  <a:cubicBezTo>
                    <a:pt x="525" y="1"/>
                    <a:pt x="429" y="96"/>
                    <a:pt x="429" y="220"/>
                  </a:cubicBezTo>
                  <a:lnTo>
                    <a:pt x="429" y="1269"/>
                  </a:lnTo>
                  <a:cubicBezTo>
                    <a:pt x="429" y="1556"/>
                    <a:pt x="258" y="1804"/>
                    <a:pt x="0" y="1899"/>
                  </a:cubicBezTo>
                  <a:cubicBezTo>
                    <a:pt x="344" y="2834"/>
                    <a:pt x="1488" y="3521"/>
                    <a:pt x="2862" y="3521"/>
                  </a:cubicBezTo>
                  <a:cubicBezTo>
                    <a:pt x="4226" y="3521"/>
                    <a:pt x="5390" y="2834"/>
                    <a:pt x="5724" y="1899"/>
                  </a:cubicBezTo>
                  <a:cubicBezTo>
                    <a:pt x="5457" y="1804"/>
                    <a:pt x="5276" y="1556"/>
                    <a:pt x="5276" y="1269"/>
                  </a:cubicBezTo>
                  <a:lnTo>
                    <a:pt x="5276" y="220"/>
                  </a:lnTo>
                  <a:cubicBezTo>
                    <a:pt x="5276" y="96"/>
                    <a:pt x="5180" y="1"/>
                    <a:pt x="5056" y="1"/>
                  </a:cubicBezTo>
                  <a:close/>
                </a:path>
              </a:pathLst>
            </a:custGeom>
            <a:solidFill>
              <a:srgbClr val="F0F3F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431" name="Google Shape;15431;p44"/>
            <p:cNvSpPr/>
            <p:nvPr/>
          </p:nvSpPr>
          <p:spPr>
            <a:xfrm>
              <a:off x="7679751" y="2189465"/>
              <a:ext cx="123698" cy="34564"/>
            </a:xfrm>
            <a:custGeom>
              <a:rect b="b" l="l" r="r" t="t"/>
              <a:pathLst>
                <a:path extrusionOk="0" h="1320" w="4724">
                  <a:moveTo>
                    <a:pt x="163" y="1"/>
                  </a:moveTo>
                  <a:cubicBezTo>
                    <a:pt x="96" y="1"/>
                    <a:pt x="39" y="20"/>
                    <a:pt x="1" y="67"/>
                  </a:cubicBezTo>
                  <a:cubicBezTo>
                    <a:pt x="568" y="902"/>
                    <a:pt x="1465" y="1319"/>
                    <a:pt x="2362" y="1319"/>
                  </a:cubicBezTo>
                  <a:cubicBezTo>
                    <a:pt x="3259" y="1319"/>
                    <a:pt x="4155" y="902"/>
                    <a:pt x="4723" y="67"/>
                  </a:cubicBezTo>
                  <a:cubicBezTo>
                    <a:pt x="4685" y="20"/>
                    <a:pt x="4628" y="1"/>
                    <a:pt x="4561" y="1"/>
                  </a:cubicBezTo>
                  <a:close/>
                </a:path>
              </a:pathLst>
            </a:custGeom>
            <a:solidFill>
              <a:srgbClr val="E8EDF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432" name="Google Shape;15432;p44"/>
            <p:cNvSpPr/>
            <p:nvPr/>
          </p:nvSpPr>
          <p:spPr>
            <a:xfrm>
              <a:off x="7644532" y="2033585"/>
              <a:ext cx="189370" cy="155408"/>
            </a:xfrm>
            <a:custGeom>
              <a:rect b="b" l="l" r="r" t="t"/>
              <a:pathLst>
                <a:path extrusionOk="0" h="5935" w="7232">
                  <a:moveTo>
                    <a:pt x="850" y="1"/>
                  </a:moveTo>
                  <a:lnTo>
                    <a:pt x="850" y="2204"/>
                  </a:lnTo>
                  <a:lnTo>
                    <a:pt x="735" y="2204"/>
                  </a:lnTo>
                  <a:cubicBezTo>
                    <a:pt x="1" y="2204"/>
                    <a:pt x="1" y="3311"/>
                    <a:pt x="735" y="3311"/>
                  </a:cubicBezTo>
                  <a:lnTo>
                    <a:pt x="859" y="3311"/>
                  </a:lnTo>
                  <a:cubicBezTo>
                    <a:pt x="974" y="4790"/>
                    <a:pt x="2214" y="5935"/>
                    <a:pt x="3712" y="5935"/>
                  </a:cubicBezTo>
                  <a:cubicBezTo>
                    <a:pt x="5200" y="5935"/>
                    <a:pt x="6440" y="4790"/>
                    <a:pt x="6564" y="3311"/>
                  </a:cubicBezTo>
                  <a:lnTo>
                    <a:pt x="6679" y="3311"/>
                  </a:lnTo>
                  <a:cubicBezTo>
                    <a:pt x="6984" y="3311"/>
                    <a:pt x="7232" y="3063"/>
                    <a:pt x="7232" y="2758"/>
                  </a:cubicBezTo>
                  <a:cubicBezTo>
                    <a:pt x="7232" y="2452"/>
                    <a:pt x="6984" y="2204"/>
                    <a:pt x="6679" y="2204"/>
                  </a:cubicBezTo>
                  <a:lnTo>
                    <a:pt x="6574" y="2204"/>
                  </a:lnTo>
                  <a:lnTo>
                    <a:pt x="6574" y="1"/>
                  </a:lnTo>
                  <a:close/>
                </a:path>
              </a:pathLst>
            </a:custGeom>
            <a:solidFill>
              <a:srgbClr val="ECF0F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433" name="Google Shape;15433;p44"/>
            <p:cNvSpPr/>
            <p:nvPr/>
          </p:nvSpPr>
          <p:spPr>
            <a:xfrm>
              <a:off x="7701249" y="2092292"/>
              <a:ext cx="11521" cy="17020"/>
            </a:xfrm>
            <a:custGeom>
              <a:rect b="b" l="l" r="r" t="t"/>
              <a:pathLst>
                <a:path extrusionOk="0" h="650" w="440">
                  <a:moveTo>
                    <a:pt x="220" y="1"/>
                  </a:moveTo>
                  <a:cubicBezTo>
                    <a:pt x="115" y="1"/>
                    <a:pt x="10" y="67"/>
                    <a:pt x="0" y="201"/>
                  </a:cubicBezTo>
                  <a:lnTo>
                    <a:pt x="0" y="420"/>
                  </a:lnTo>
                  <a:cubicBezTo>
                    <a:pt x="0" y="544"/>
                    <a:pt x="96" y="649"/>
                    <a:pt x="220" y="649"/>
                  </a:cubicBezTo>
                  <a:cubicBezTo>
                    <a:pt x="334" y="640"/>
                    <a:pt x="439" y="544"/>
                    <a:pt x="439" y="420"/>
                  </a:cubicBezTo>
                  <a:lnTo>
                    <a:pt x="439" y="201"/>
                  </a:lnTo>
                  <a:cubicBezTo>
                    <a:pt x="430" y="67"/>
                    <a:pt x="325" y="1"/>
                    <a:pt x="220" y="1"/>
                  </a:cubicBezTo>
                  <a:close/>
                </a:path>
              </a:pathLst>
            </a:custGeom>
            <a:solidFill>
              <a:srgbClr val="213B5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434" name="Google Shape;15434;p44"/>
            <p:cNvSpPr/>
            <p:nvPr/>
          </p:nvSpPr>
          <p:spPr>
            <a:xfrm>
              <a:off x="7770429" y="2092292"/>
              <a:ext cx="11521" cy="17020"/>
            </a:xfrm>
            <a:custGeom>
              <a:rect b="b" l="l" r="r" t="t"/>
              <a:pathLst>
                <a:path extrusionOk="0" h="650" w="440">
                  <a:moveTo>
                    <a:pt x="220" y="1"/>
                  </a:moveTo>
                  <a:cubicBezTo>
                    <a:pt x="115" y="1"/>
                    <a:pt x="10" y="67"/>
                    <a:pt x="1" y="201"/>
                  </a:cubicBezTo>
                  <a:lnTo>
                    <a:pt x="1" y="420"/>
                  </a:lnTo>
                  <a:cubicBezTo>
                    <a:pt x="1" y="544"/>
                    <a:pt x="96" y="640"/>
                    <a:pt x="220" y="649"/>
                  </a:cubicBezTo>
                  <a:cubicBezTo>
                    <a:pt x="344" y="640"/>
                    <a:pt x="440" y="544"/>
                    <a:pt x="440" y="420"/>
                  </a:cubicBezTo>
                  <a:lnTo>
                    <a:pt x="440" y="201"/>
                  </a:lnTo>
                  <a:cubicBezTo>
                    <a:pt x="430" y="67"/>
                    <a:pt x="325" y="1"/>
                    <a:pt x="220" y="1"/>
                  </a:cubicBezTo>
                  <a:close/>
                </a:path>
              </a:pathLst>
            </a:custGeom>
            <a:solidFill>
              <a:srgbClr val="213B5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435" name="Google Shape;15435;p44"/>
            <p:cNvSpPr/>
            <p:nvPr/>
          </p:nvSpPr>
          <p:spPr>
            <a:xfrm>
              <a:off x="7693995" y="2074067"/>
              <a:ext cx="25766" cy="11495"/>
            </a:xfrm>
            <a:custGeom>
              <a:rect b="b" l="l" r="r" t="t"/>
              <a:pathLst>
                <a:path extrusionOk="0" h="439" w="984">
                  <a:moveTo>
                    <a:pt x="277" y="0"/>
                  </a:moveTo>
                  <a:cubicBezTo>
                    <a:pt x="1" y="19"/>
                    <a:pt x="1" y="420"/>
                    <a:pt x="277" y="439"/>
                  </a:cubicBezTo>
                  <a:lnTo>
                    <a:pt x="716" y="439"/>
                  </a:lnTo>
                  <a:cubicBezTo>
                    <a:pt x="983" y="420"/>
                    <a:pt x="983" y="19"/>
                    <a:pt x="716" y="0"/>
                  </a:cubicBezTo>
                  <a:close/>
                </a:path>
              </a:pathLst>
            </a:custGeom>
            <a:solidFill>
              <a:srgbClr val="39516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436" name="Google Shape;15436;p44"/>
            <p:cNvSpPr/>
            <p:nvPr/>
          </p:nvSpPr>
          <p:spPr>
            <a:xfrm>
              <a:off x="7763202" y="2074067"/>
              <a:ext cx="25740" cy="11495"/>
            </a:xfrm>
            <a:custGeom>
              <a:rect b="b" l="l" r="r" t="t"/>
              <a:pathLst>
                <a:path extrusionOk="0" h="439" w="983">
                  <a:moveTo>
                    <a:pt x="277" y="0"/>
                  </a:moveTo>
                  <a:cubicBezTo>
                    <a:pt x="0" y="19"/>
                    <a:pt x="0" y="420"/>
                    <a:pt x="277" y="439"/>
                  </a:cubicBezTo>
                  <a:lnTo>
                    <a:pt x="716" y="439"/>
                  </a:lnTo>
                  <a:cubicBezTo>
                    <a:pt x="983" y="420"/>
                    <a:pt x="983" y="19"/>
                    <a:pt x="716" y="0"/>
                  </a:cubicBezTo>
                  <a:close/>
                </a:path>
              </a:pathLst>
            </a:custGeom>
            <a:solidFill>
              <a:srgbClr val="39516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437" name="Google Shape;15437;p44"/>
            <p:cNvSpPr/>
            <p:nvPr/>
          </p:nvSpPr>
          <p:spPr>
            <a:xfrm>
              <a:off x="7647281" y="2033585"/>
              <a:ext cx="140430" cy="155879"/>
            </a:xfrm>
            <a:custGeom>
              <a:rect b="b" l="l" r="r" t="t"/>
              <a:pathLst>
                <a:path extrusionOk="0" h="5953" w="5363">
                  <a:moveTo>
                    <a:pt x="735" y="1"/>
                  </a:moveTo>
                  <a:lnTo>
                    <a:pt x="735" y="2204"/>
                  </a:lnTo>
                  <a:lnTo>
                    <a:pt x="649" y="2204"/>
                  </a:lnTo>
                  <a:cubicBezTo>
                    <a:pt x="392" y="2204"/>
                    <a:pt x="172" y="2367"/>
                    <a:pt x="96" y="2605"/>
                  </a:cubicBezTo>
                  <a:cubicBezTo>
                    <a:pt x="1" y="2958"/>
                    <a:pt x="258" y="3311"/>
                    <a:pt x="630" y="3311"/>
                  </a:cubicBezTo>
                  <a:lnTo>
                    <a:pt x="745" y="3311"/>
                  </a:lnTo>
                  <a:cubicBezTo>
                    <a:pt x="849" y="4816"/>
                    <a:pt x="2113" y="5952"/>
                    <a:pt x="3578" y="5952"/>
                  </a:cubicBezTo>
                  <a:cubicBezTo>
                    <a:pt x="3729" y="5952"/>
                    <a:pt x="3882" y="5940"/>
                    <a:pt x="4036" y="5915"/>
                  </a:cubicBezTo>
                  <a:cubicBezTo>
                    <a:pt x="2643" y="5696"/>
                    <a:pt x="1613" y="4494"/>
                    <a:pt x="1613" y="3092"/>
                  </a:cubicBezTo>
                  <a:lnTo>
                    <a:pt x="1613" y="1766"/>
                  </a:lnTo>
                  <a:cubicBezTo>
                    <a:pt x="1613" y="1155"/>
                    <a:pt x="2109" y="668"/>
                    <a:pt x="2720" y="668"/>
                  </a:cubicBezTo>
                  <a:lnTo>
                    <a:pt x="4923" y="668"/>
                  </a:lnTo>
                  <a:cubicBezTo>
                    <a:pt x="5162" y="668"/>
                    <a:pt x="5362" y="468"/>
                    <a:pt x="5362" y="230"/>
                  </a:cubicBezTo>
                  <a:lnTo>
                    <a:pt x="5362" y="1"/>
                  </a:lnTo>
                  <a:close/>
                </a:path>
              </a:pathLst>
            </a:custGeom>
            <a:solidFill>
              <a:srgbClr val="E7ECF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438" name="Google Shape;15438;p44"/>
            <p:cNvSpPr/>
            <p:nvPr/>
          </p:nvSpPr>
          <p:spPr>
            <a:xfrm>
              <a:off x="7652518" y="1983127"/>
              <a:ext cx="106206" cy="108694"/>
            </a:xfrm>
            <a:custGeom>
              <a:rect b="b" l="l" r="r" t="t"/>
              <a:pathLst>
                <a:path extrusionOk="0" h="4151" w="4056">
                  <a:moveTo>
                    <a:pt x="1861" y="1"/>
                  </a:moveTo>
                  <a:cubicBezTo>
                    <a:pt x="755" y="230"/>
                    <a:pt x="1" y="1260"/>
                    <a:pt x="115" y="2386"/>
                  </a:cubicBezTo>
                  <a:lnTo>
                    <a:pt x="306" y="4150"/>
                  </a:lnTo>
                  <a:lnTo>
                    <a:pt x="526" y="4150"/>
                  </a:lnTo>
                  <a:cubicBezTo>
                    <a:pt x="774" y="4141"/>
                    <a:pt x="964" y="3950"/>
                    <a:pt x="964" y="3702"/>
                  </a:cubicBezTo>
                  <a:lnTo>
                    <a:pt x="964" y="2815"/>
                  </a:lnTo>
                  <a:cubicBezTo>
                    <a:pt x="964" y="2452"/>
                    <a:pt x="1260" y="2157"/>
                    <a:pt x="1623" y="2157"/>
                  </a:cubicBezTo>
                  <a:lnTo>
                    <a:pt x="4055" y="2157"/>
                  </a:lnTo>
                  <a:lnTo>
                    <a:pt x="1861" y="1"/>
                  </a:lnTo>
                  <a:close/>
                </a:path>
              </a:pathLst>
            </a:custGeom>
            <a:solidFill>
              <a:srgbClr val="445D7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439" name="Google Shape;15439;p44"/>
            <p:cNvSpPr/>
            <p:nvPr/>
          </p:nvSpPr>
          <p:spPr>
            <a:xfrm>
              <a:off x="7678023" y="2126018"/>
              <a:ext cx="126919" cy="86463"/>
            </a:xfrm>
            <a:custGeom>
              <a:rect b="b" l="l" r="r" t="t"/>
              <a:pathLst>
                <a:path extrusionOk="0" h="3302" w="4847">
                  <a:moveTo>
                    <a:pt x="668" y="0"/>
                  </a:moveTo>
                  <a:cubicBezTo>
                    <a:pt x="296" y="0"/>
                    <a:pt x="0" y="296"/>
                    <a:pt x="0" y="659"/>
                  </a:cubicBezTo>
                  <a:lnTo>
                    <a:pt x="0" y="878"/>
                  </a:lnTo>
                  <a:cubicBezTo>
                    <a:pt x="0" y="2214"/>
                    <a:pt x="1088" y="3301"/>
                    <a:pt x="2423" y="3301"/>
                  </a:cubicBezTo>
                  <a:cubicBezTo>
                    <a:pt x="3768" y="3301"/>
                    <a:pt x="4846" y="2214"/>
                    <a:pt x="4846" y="878"/>
                  </a:cubicBezTo>
                  <a:lnTo>
                    <a:pt x="4846" y="659"/>
                  </a:lnTo>
                  <a:cubicBezTo>
                    <a:pt x="4846" y="296"/>
                    <a:pt x="4551" y="0"/>
                    <a:pt x="4188" y="0"/>
                  </a:cubicBezTo>
                  <a:close/>
                </a:path>
              </a:pathLst>
            </a:custGeom>
            <a:solidFill>
              <a:srgbClr val="788A9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440" name="Google Shape;15440;p44"/>
            <p:cNvSpPr/>
            <p:nvPr/>
          </p:nvSpPr>
          <p:spPr>
            <a:xfrm>
              <a:off x="7715493" y="2142881"/>
              <a:ext cx="51165" cy="17701"/>
            </a:xfrm>
            <a:custGeom>
              <a:rect b="b" l="l" r="r" t="t"/>
              <a:pathLst>
                <a:path extrusionOk="0" h="676" w="1954">
                  <a:moveTo>
                    <a:pt x="323" y="0"/>
                  </a:moveTo>
                  <a:cubicBezTo>
                    <a:pt x="149" y="0"/>
                    <a:pt x="0" y="237"/>
                    <a:pt x="181" y="396"/>
                  </a:cubicBezTo>
                  <a:cubicBezTo>
                    <a:pt x="384" y="572"/>
                    <a:pt x="651" y="675"/>
                    <a:pt x="923" y="675"/>
                  </a:cubicBezTo>
                  <a:cubicBezTo>
                    <a:pt x="946" y="675"/>
                    <a:pt x="969" y="674"/>
                    <a:pt x="992" y="673"/>
                  </a:cubicBezTo>
                  <a:cubicBezTo>
                    <a:pt x="1015" y="674"/>
                    <a:pt x="1038" y="675"/>
                    <a:pt x="1061" y="675"/>
                  </a:cubicBezTo>
                  <a:cubicBezTo>
                    <a:pt x="1334" y="675"/>
                    <a:pt x="1601" y="572"/>
                    <a:pt x="1813" y="396"/>
                  </a:cubicBezTo>
                  <a:cubicBezTo>
                    <a:pt x="1954" y="233"/>
                    <a:pt x="1812" y="24"/>
                    <a:pt x="1643" y="24"/>
                  </a:cubicBezTo>
                  <a:cubicBezTo>
                    <a:pt x="1595" y="24"/>
                    <a:pt x="1545" y="41"/>
                    <a:pt x="1498" y="81"/>
                  </a:cubicBezTo>
                  <a:cubicBezTo>
                    <a:pt x="1345" y="186"/>
                    <a:pt x="1169" y="239"/>
                    <a:pt x="992" y="239"/>
                  </a:cubicBezTo>
                  <a:cubicBezTo>
                    <a:pt x="816" y="239"/>
                    <a:pt x="639" y="186"/>
                    <a:pt x="487" y="81"/>
                  </a:cubicBezTo>
                  <a:cubicBezTo>
                    <a:pt x="436" y="24"/>
                    <a:pt x="378" y="0"/>
                    <a:pt x="323" y="0"/>
                  </a:cubicBezTo>
                  <a:close/>
                </a:path>
              </a:pathLst>
            </a:custGeom>
            <a:solidFill>
              <a:srgbClr val="E7ECF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441" name="Google Shape;15441;p44"/>
            <p:cNvSpPr/>
            <p:nvPr/>
          </p:nvSpPr>
          <p:spPr>
            <a:xfrm>
              <a:off x="7678023" y="2126018"/>
              <a:ext cx="78215" cy="86463"/>
            </a:xfrm>
            <a:custGeom>
              <a:rect b="b" l="l" r="r" t="t"/>
              <a:pathLst>
                <a:path extrusionOk="0" h="3302" w="2987">
                  <a:moveTo>
                    <a:pt x="668" y="0"/>
                  </a:moveTo>
                  <a:cubicBezTo>
                    <a:pt x="296" y="0"/>
                    <a:pt x="0" y="296"/>
                    <a:pt x="0" y="659"/>
                  </a:cubicBezTo>
                  <a:lnTo>
                    <a:pt x="0" y="878"/>
                  </a:lnTo>
                  <a:cubicBezTo>
                    <a:pt x="0" y="2247"/>
                    <a:pt x="1117" y="3301"/>
                    <a:pt x="2419" y="3301"/>
                  </a:cubicBezTo>
                  <a:cubicBezTo>
                    <a:pt x="2605" y="3301"/>
                    <a:pt x="2795" y="3280"/>
                    <a:pt x="2986" y="3234"/>
                  </a:cubicBezTo>
                  <a:cubicBezTo>
                    <a:pt x="1879" y="2986"/>
                    <a:pt x="1107" y="2004"/>
                    <a:pt x="1107" y="878"/>
                  </a:cubicBezTo>
                  <a:lnTo>
                    <a:pt x="1107" y="659"/>
                  </a:lnTo>
                  <a:cubicBezTo>
                    <a:pt x="1107" y="296"/>
                    <a:pt x="1402" y="0"/>
                    <a:pt x="1765" y="0"/>
                  </a:cubicBezTo>
                  <a:close/>
                </a:path>
              </a:pathLst>
            </a:custGeom>
            <a:solidFill>
              <a:srgbClr val="39516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442" name="Google Shape;15442;p44"/>
            <p:cNvSpPr/>
            <p:nvPr/>
          </p:nvSpPr>
          <p:spPr>
            <a:xfrm>
              <a:off x="7666030" y="1973072"/>
              <a:ext cx="164625" cy="118749"/>
            </a:xfrm>
            <a:custGeom>
              <a:rect b="b" l="l" r="r" t="t"/>
              <a:pathLst>
                <a:path extrusionOk="0" h="4535" w="6287">
                  <a:moveTo>
                    <a:pt x="123" y="1"/>
                  </a:moveTo>
                  <a:cubicBezTo>
                    <a:pt x="58" y="1"/>
                    <a:pt x="0" y="56"/>
                    <a:pt x="0" y="127"/>
                  </a:cubicBezTo>
                  <a:cubicBezTo>
                    <a:pt x="0" y="785"/>
                    <a:pt x="315" y="2541"/>
                    <a:pt x="3539" y="2541"/>
                  </a:cubicBezTo>
                  <a:lnTo>
                    <a:pt x="4646" y="2541"/>
                  </a:lnTo>
                  <a:cubicBezTo>
                    <a:pt x="5009" y="2541"/>
                    <a:pt x="5304" y="2836"/>
                    <a:pt x="5304" y="3199"/>
                  </a:cubicBezTo>
                  <a:lnTo>
                    <a:pt x="5304" y="4086"/>
                  </a:lnTo>
                  <a:cubicBezTo>
                    <a:pt x="5304" y="4325"/>
                    <a:pt x="5495" y="4525"/>
                    <a:pt x="5734" y="4525"/>
                  </a:cubicBezTo>
                  <a:lnTo>
                    <a:pt x="5963" y="4534"/>
                  </a:lnTo>
                  <a:lnTo>
                    <a:pt x="6153" y="2770"/>
                  </a:lnTo>
                  <a:cubicBezTo>
                    <a:pt x="6287" y="1463"/>
                    <a:pt x="5266" y="337"/>
                    <a:pt x="3959" y="337"/>
                  </a:cubicBezTo>
                  <a:lnTo>
                    <a:pt x="1784" y="337"/>
                  </a:lnTo>
                  <a:cubicBezTo>
                    <a:pt x="1221" y="337"/>
                    <a:pt x="573" y="251"/>
                    <a:pt x="191" y="22"/>
                  </a:cubicBezTo>
                  <a:cubicBezTo>
                    <a:pt x="169" y="7"/>
                    <a:pt x="146" y="1"/>
                    <a:pt x="123" y="1"/>
                  </a:cubicBezTo>
                  <a:close/>
                </a:path>
              </a:pathLst>
            </a:custGeom>
            <a:solidFill>
              <a:srgbClr val="39516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5443" name="Google Shape;15443;p44"/>
          <p:cNvGrpSpPr/>
          <p:nvPr/>
        </p:nvGrpSpPr>
        <p:grpSpPr>
          <a:xfrm>
            <a:off x="6696792" y="1350599"/>
            <a:ext cx="276802" cy="354754"/>
            <a:chOff x="6696792" y="1502999"/>
            <a:chExt cx="276802" cy="354754"/>
          </a:xfrm>
        </p:grpSpPr>
        <p:sp>
          <p:nvSpPr>
            <p:cNvPr id="15444" name="Google Shape;15444;p44"/>
            <p:cNvSpPr/>
            <p:nvPr/>
          </p:nvSpPr>
          <p:spPr>
            <a:xfrm>
              <a:off x="6696792" y="1702345"/>
              <a:ext cx="276540" cy="155408"/>
            </a:xfrm>
            <a:custGeom>
              <a:rect b="b" l="l" r="r" t="t"/>
              <a:pathLst>
                <a:path extrusionOk="0" h="5935" w="10561">
                  <a:moveTo>
                    <a:pt x="3749" y="1"/>
                  </a:moveTo>
                  <a:lnTo>
                    <a:pt x="3749" y="1041"/>
                  </a:lnTo>
                  <a:cubicBezTo>
                    <a:pt x="3749" y="1336"/>
                    <a:pt x="3549" y="1594"/>
                    <a:pt x="3272" y="1680"/>
                  </a:cubicBezTo>
                  <a:lnTo>
                    <a:pt x="954" y="2357"/>
                  </a:lnTo>
                  <a:cubicBezTo>
                    <a:pt x="391" y="2519"/>
                    <a:pt x="0" y="3034"/>
                    <a:pt x="10" y="3626"/>
                  </a:cubicBezTo>
                  <a:lnTo>
                    <a:pt x="10" y="5276"/>
                  </a:lnTo>
                  <a:cubicBezTo>
                    <a:pt x="10" y="5639"/>
                    <a:pt x="296" y="5935"/>
                    <a:pt x="668" y="5935"/>
                  </a:cubicBezTo>
                  <a:lnTo>
                    <a:pt x="9903" y="5935"/>
                  </a:lnTo>
                  <a:cubicBezTo>
                    <a:pt x="10265" y="5935"/>
                    <a:pt x="10561" y="5639"/>
                    <a:pt x="10561" y="5276"/>
                  </a:cubicBezTo>
                  <a:lnTo>
                    <a:pt x="10561" y="3626"/>
                  </a:lnTo>
                  <a:cubicBezTo>
                    <a:pt x="10561" y="3034"/>
                    <a:pt x="10179" y="2529"/>
                    <a:pt x="9616" y="2357"/>
                  </a:cubicBezTo>
                  <a:lnTo>
                    <a:pt x="7308" y="1680"/>
                  </a:lnTo>
                  <a:cubicBezTo>
                    <a:pt x="7022" y="1594"/>
                    <a:pt x="6831" y="1336"/>
                    <a:pt x="6831" y="1041"/>
                  </a:cubicBezTo>
                  <a:lnTo>
                    <a:pt x="6831" y="1"/>
                  </a:lnTo>
                  <a:close/>
                </a:path>
              </a:pathLst>
            </a:custGeom>
            <a:solidFill>
              <a:srgbClr val="E7ECF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445" name="Google Shape;15445;p44"/>
            <p:cNvSpPr/>
            <p:nvPr/>
          </p:nvSpPr>
          <p:spPr>
            <a:xfrm>
              <a:off x="6697028" y="1747069"/>
              <a:ext cx="276566" cy="110684"/>
            </a:xfrm>
            <a:custGeom>
              <a:rect b="b" l="l" r="r" t="t"/>
              <a:pathLst>
                <a:path extrusionOk="0" h="4227" w="10562">
                  <a:moveTo>
                    <a:pt x="3168" y="0"/>
                  </a:moveTo>
                  <a:lnTo>
                    <a:pt x="945" y="649"/>
                  </a:lnTo>
                  <a:cubicBezTo>
                    <a:pt x="382" y="811"/>
                    <a:pt x="1" y="1326"/>
                    <a:pt x="1" y="1918"/>
                  </a:cubicBezTo>
                  <a:lnTo>
                    <a:pt x="1" y="3568"/>
                  </a:lnTo>
                  <a:cubicBezTo>
                    <a:pt x="1" y="3931"/>
                    <a:pt x="296" y="4227"/>
                    <a:pt x="659" y="4227"/>
                  </a:cubicBezTo>
                  <a:lnTo>
                    <a:pt x="9894" y="4227"/>
                  </a:lnTo>
                  <a:cubicBezTo>
                    <a:pt x="10266" y="4227"/>
                    <a:pt x="10561" y="3931"/>
                    <a:pt x="10561" y="3568"/>
                  </a:cubicBezTo>
                  <a:lnTo>
                    <a:pt x="10561" y="1918"/>
                  </a:lnTo>
                  <a:cubicBezTo>
                    <a:pt x="10552" y="1326"/>
                    <a:pt x="10170" y="811"/>
                    <a:pt x="9607" y="649"/>
                  </a:cubicBezTo>
                  <a:lnTo>
                    <a:pt x="7394" y="0"/>
                  </a:lnTo>
                  <a:cubicBezTo>
                    <a:pt x="7117" y="935"/>
                    <a:pt x="6259" y="1584"/>
                    <a:pt x="5276" y="1584"/>
                  </a:cubicBezTo>
                  <a:cubicBezTo>
                    <a:pt x="4303" y="1584"/>
                    <a:pt x="3435" y="935"/>
                    <a:pt x="3168" y="0"/>
                  </a:cubicBezTo>
                  <a:close/>
                </a:path>
              </a:pathLst>
            </a:custGeom>
            <a:solidFill>
              <a:srgbClr val="ACB9C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446" name="Google Shape;15446;p44"/>
            <p:cNvSpPr/>
            <p:nvPr/>
          </p:nvSpPr>
          <p:spPr>
            <a:xfrm>
              <a:off x="6794960" y="1708106"/>
              <a:ext cx="80702" cy="22886"/>
            </a:xfrm>
            <a:custGeom>
              <a:rect b="b" l="l" r="r" t="t"/>
              <a:pathLst>
                <a:path extrusionOk="0" h="874" w="3082">
                  <a:moveTo>
                    <a:pt x="0" y="0"/>
                  </a:moveTo>
                  <a:lnTo>
                    <a:pt x="0" y="487"/>
                  </a:lnTo>
                  <a:cubicBezTo>
                    <a:pt x="482" y="744"/>
                    <a:pt x="1012" y="873"/>
                    <a:pt x="1541" y="873"/>
                  </a:cubicBezTo>
                  <a:cubicBezTo>
                    <a:pt x="2070" y="873"/>
                    <a:pt x="2600" y="744"/>
                    <a:pt x="3082" y="487"/>
                  </a:cubicBezTo>
                  <a:lnTo>
                    <a:pt x="3082" y="0"/>
                  </a:ln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447" name="Google Shape;15447;p44"/>
            <p:cNvSpPr/>
            <p:nvPr/>
          </p:nvSpPr>
          <p:spPr>
            <a:xfrm>
              <a:off x="6738243" y="1592944"/>
              <a:ext cx="189134" cy="124929"/>
            </a:xfrm>
            <a:custGeom>
              <a:rect b="b" l="l" r="r" t="t"/>
              <a:pathLst>
                <a:path extrusionOk="0" h="4771" w="7223">
                  <a:moveTo>
                    <a:pt x="850" y="0"/>
                  </a:moveTo>
                  <a:lnTo>
                    <a:pt x="850" y="1097"/>
                  </a:lnTo>
                  <a:lnTo>
                    <a:pt x="735" y="1097"/>
                  </a:lnTo>
                  <a:cubicBezTo>
                    <a:pt x="1" y="1097"/>
                    <a:pt x="1" y="2194"/>
                    <a:pt x="735" y="2194"/>
                  </a:cubicBezTo>
                  <a:lnTo>
                    <a:pt x="859" y="2194"/>
                  </a:lnTo>
                  <a:cubicBezTo>
                    <a:pt x="1002" y="3654"/>
                    <a:pt x="2233" y="4770"/>
                    <a:pt x="3702" y="4770"/>
                  </a:cubicBezTo>
                  <a:cubicBezTo>
                    <a:pt x="5171" y="4770"/>
                    <a:pt x="6402" y="3654"/>
                    <a:pt x="6555" y="2194"/>
                  </a:cubicBezTo>
                  <a:lnTo>
                    <a:pt x="6669" y="2194"/>
                  </a:lnTo>
                  <a:cubicBezTo>
                    <a:pt x="6974" y="2194"/>
                    <a:pt x="7222" y="1946"/>
                    <a:pt x="7222" y="1641"/>
                  </a:cubicBezTo>
                  <a:cubicBezTo>
                    <a:pt x="7222" y="1345"/>
                    <a:pt x="6974" y="1097"/>
                    <a:pt x="6669" y="1097"/>
                  </a:cubicBezTo>
                  <a:lnTo>
                    <a:pt x="6564" y="1097"/>
                  </a:lnTo>
                  <a:lnTo>
                    <a:pt x="6564" y="0"/>
                  </a:lnTo>
                  <a:close/>
                </a:path>
              </a:pathLst>
            </a:custGeom>
            <a:solidFill>
              <a:srgbClr val="ECF0F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448" name="Google Shape;15448;p44"/>
            <p:cNvSpPr/>
            <p:nvPr/>
          </p:nvSpPr>
          <p:spPr>
            <a:xfrm>
              <a:off x="6742249" y="1592944"/>
              <a:ext cx="144908" cy="126683"/>
            </a:xfrm>
            <a:custGeom>
              <a:rect b="b" l="l" r="r" t="t"/>
              <a:pathLst>
                <a:path extrusionOk="0" h="4838" w="5534">
                  <a:moveTo>
                    <a:pt x="697" y="0"/>
                  </a:moveTo>
                  <a:lnTo>
                    <a:pt x="697" y="1097"/>
                  </a:lnTo>
                  <a:lnTo>
                    <a:pt x="611" y="1097"/>
                  </a:lnTo>
                  <a:cubicBezTo>
                    <a:pt x="605" y="1097"/>
                    <a:pt x="598" y="1097"/>
                    <a:pt x="592" y="1097"/>
                  </a:cubicBezTo>
                  <a:cubicBezTo>
                    <a:pt x="314" y="1097"/>
                    <a:pt x="76" y="1304"/>
                    <a:pt x="39" y="1584"/>
                  </a:cubicBezTo>
                  <a:cubicBezTo>
                    <a:pt x="0" y="1908"/>
                    <a:pt x="258" y="2194"/>
                    <a:pt x="582" y="2194"/>
                  </a:cubicBezTo>
                  <a:lnTo>
                    <a:pt x="706" y="2194"/>
                  </a:lnTo>
                  <a:cubicBezTo>
                    <a:pt x="821" y="3683"/>
                    <a:pt x="2061" y="4827"/>
                    <a:pt x="3549" y="4837"/>
                  </a:cubicBezTo>
                  <a:lnTo>
                    <a:pt x="3549" y="4608"/>
                  </a:lnTo>
                  <a:cubicBezTo>
                    <a:pt x="2490" y="4169"/>
                    <a:pt x="1794" y="3129"/>
                    <a:pt x="1794" y="1975"/>
                  </a:cubicBezTo>
                  <a:lnTo>
                    <a:pt x="1794" y="1756"/>
                  </a:lnTo>
                  <a:cubicBezTo>
                    <a:pt x="1794" y="1145"/>
                    <a:pt x="2280" y="659"/>
                    <a:pt x="2891" y="659"/>
                  </a:cubicBezTo>
                  <a:lnTo>
                    <a:pt x="5095" y="659"/>
                  </a:lnTo>
                  <a:cubicBezTo>
                    <a:pt x="5333" y="659"/>
                    <a:pt x="5534" y="458"/>
                    <a:pt x="5534" y="220"/>
                  </a:cubicBezTo>
                  <a:lnTo>
                    <a:pt x="5534" y="0"/>
                  </a:lnTo>
                  <a:close/>
                </a:path>
              </a:pathLst>
            </a:custGeom>
            <a:solidFill>
              <a:srgbClr val="E7ECF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449" name="Google Shape;15449;p44"/>
            <p:cNvSpPr/>
            <p:nvPr/>
          </p:nvSpPr>
          <p:spPr>
            <a:xfrm>
              <a:off x="6702291" y="1503129"/>
              <a:ext cx="266066" cy="95575"/>
            </a:xfrm>
            <a:custGeom>
              <a:rect b="b" l="l" r="r" t="t"/>
              <a:pathLst>
                <a:path extrusionOk="0" h="3650" w="10161">
                  <a:moveTo>
                    <a:pt x="5075" y="1"/>
                  </a:moveTo>
                  <a:cubicBezTo>
                    <a:pt x="4989" y="1"/>
                    <a:pt x="4904" y="25"/>
                    <a:pt x="4827" y="72"/>
                  </a:cubicBezTo>
                  <a:lnTo>
                    <a:pt x="181" y="3249"/>
                  </a:lnTo>
                  <a:cubicBezTo>
                    <a:pt x="0" y="3364"/>
                    <a:pt x="76" y="3640"/>
                    <a:pt x="296" y="3650"/>
                  </a:cubicBezTo>
                  <a:lnTo>
                    <a:pt x="9864" y="3650"/>
                  </a:lnTo>
                  <a:cubicBezTo>
                    <a:pt x="10074" y="3640"/>
                    <a:pt x="10160" y="3364"/>
                    <a:pt x="9979" y="3249"/>
                  </a:cubicBezTo>
                  <a:lnTo>
                    <a:pt x="5323" y="72"/>
                  </a:lnTo>
                  <a:cubicBezTo>
                    <a:pt x="5247" y="25"/>
                    <a:pt x="5161" y="1"/>
                    <a:pt x="5075" y="1"/>
                  </a:cubicBezTo>
                  <a:close/>
                </a:path>
              </a:pathLst>
            </a:custGeom>
            <a:solidFill>
              <a:srgbClr val="F4F7F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450" name="Google Shape;15450;p44"/>
            <p:cNvSpPr/>
            <p:nvPr/>
          </p:nvSpPr>
          <p:spPr>
            <a:xfrm>
              <a:off x="6787209" y="1621669"/>
              <a:ext cx="26997" cy="11521"/>
            </a:xfrm>
            <a:custGeom>
              <a:rect b="b" l="l" r="r" t="t"/>
              <a:pathLst>
                <a:path extrusionOk="0" h="440" w="1031">
                  <a:moveTo>
                    <a:pt x="296" y="0"/>
                  </a:moveTo>
                  <a:cubicBezTo>
                    <a:pt x="1" y="0"/>
                    <a:pt x="1" y="439"/>
                    <a:pt x="296" y="439"/>
                  </a:cubicBezTo>
                  <a:lnTo>
                    <a:pt x="735" y="439"/>
                  </a:lnTo>
                  <a:cubicBezTo>
                    <a:pt x="1031" y="439"/>
                    <a:pt x="1031" y="0"/>
                    <a:pt x="735" y="0"/>
                  </a:cubicBezTo>
                  <a:close/>
                </a:path>
              </a:pathLst>
            </a:custGeom>
            <a:solidFill>
              <a:srgbClr val="213B5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451" name="Google Shape;15451;p44"/>
            <p:cNvSpPr/>
            <p:nvPr/>
          </p:nvSpPr>
          <p:spPr>
            <a:xfrm>
              <a:off x="6856416" y="1621669"/>
              <a:ext cx="26735" cy="11521"/>
            </a:xfrm>
            <a:custGeom>
              <a:rect b="b" l="l" r="r" t="t"/>
              <a:pathLst>
                <a:path extrusionOk="0" h="440" w="1021">
                  <a:moveTo>
                    <a:pt x="286" y="0"/>
                  </a:moveTo>
                  <a:cubicBezTo>
                    <a:pt x="0" y="0"/>
                    <a:pt x="0" y="439"/>
                    <a:pt x="286" y="439"/>
                  </a:cubicBezTo>
                  <a:lnTo>
                    <a:pt x="735" y="439"/>
                  </a:lnTo>
                  <a:cubicBezTo>
                    <a:pt x="1021" y="439"/>
                    <a:pt x="1021" y="0"/>
                    <a:pt x="735" y="0"/>
                  </a:cubicBezTo>
                  <a:close/>
                </a:path>
              </a:pathLst>
            </a:custGeom>
            <a:solidFill>
              <a:srgbClr val="213B5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452" name="Google Shape;15452;p44"/>
            <p:cNvSpPr/>
            <p:nvPr/>
          </p:nvSpPr>
          <p:spPr>
            <a:xfrm>
              <a:off x="6702291" y="1502999"/>
              <a:ext cx="136660" cy="95706"/>
            </a:xfrm>
            <a:custGeom>
              <a:rect b="b" l="l" r="r" t="t"/>
              <a:pathLst>
                <a:path extrusionOk="0" h="3655" w="5219">
                  <a:moveTo>
                    <a:pt x="5083" y="1"/>
                  </a:moveTo>
                  <a:cubicBezTo>
                    <a:pt x="4993" y="1"/>
                    <a:pt x="4904" y="26"/>
                    <a:pt x="4827" y="77"/>
                  </a:cubicBezTo>
                  <a:lnTo>
                    <a:pt x="181" y="3254"/>
                  </a:lnTo>
                  <a:cubicBezTo>
                    <a:pt x="0" y="3369"/>
                    <a:pt x="76" y="3645"/>
                    <a:pt x="296" y="3655"/>
                  </a:cubicBezTo>
                  <a:lnTo>
                    <a:pt x="3196" y="3655"/>
                  </a:lnTo>
                  <a:cubicBezTo>
                    <a:pt x="3100" y="3655"/>
                    <a:pt x="3062" y="3369"/>
                    <a:pt x="3139" y="3235"/>
                  </a:cubicBezTo>
                  <a:lnTo>
                    <a:pt x="5218" y="20"/>
                  </a:lnTo>
                  <a:cubicBezTo>
                    <a:pt x="5174" y="7"/>
                    <a:pt x="5128" y="1"/>
                    <a:pt x="5083" y="1"/>
                  </a:cubicBezTo>
                  <a:close/>
                </a:path>
              </a:pathLst>
            </a:custGeom>
            <a:solidFill>
              <a:srgbClr val="F1F4F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453" name="Google Shape;15453;p44"/>
            <p:cNvSpPr/>
            <p:nvPr/>
          </p:nvSpPr>
          <p:spPr>
            <a:xfrm>
              <a:off x="6748979" y="1598679"/>
              <a:ext cx="23017" cy="25766"/>
            </a:xfrm>
            <a:custGeom>
              <a:rect b="b" l="l" r="r" t="t"/>
              <a:pathLst>
                <a:path extrusionOk="0" h="984" w="879">
                  <a:moveTo>
                    <a:pt x="1" y="1"/>
                  </a:moveTo>
                  <a:lnTo>
                    <a:pt x="1" y="983"/>
                  </a:lnTo>
                  <a:lnTo>
                    <a:pt x="306" y="945"/>
                  </a:lnTo>
                  <a:cubicBezTo>
                    <a:pt x="631" y="907"/>
                    <a:pt x="879" y="630"/>
                    <a:pt x="879" y="296"/>
                  </a:cubicBezTo>
                  <a:lnTo>
                    <a:pt x="879" y="1"/>
                  </a:lnTo>
                  <a:close/>
                </a:path>
              </a:pathLst>
            </a:custGeom>
            <a:solidFill>
              <a:srgbClr val="213B5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454" name="Google Shape;15454;p44"/>
            <p:cNvSpPr/>
            <p:nvPr/>
          </p:nvSpPr>
          <p:spPr>
            <a:xfrm>
              <a:off x="6898626" y="1598679"/>
              <a:ext cx="23017" cy="25766"/>
            </a:xfrm>
            <a:custGeom>
              <a:rect b="b" l="l" r="r" t="t"/>
              <a:pathLst>
                <a:path extrusionOk="0" h="984" w="879">
                  <a:moveTo>
                    <a:pt x="0" y="1"/>
                  </a:moveTo>
                  <a:lnTo>
                    <a:pt x="0" y="296"/>
                  </a:lnTo>
                  <a:cubicBezTo>
                    <a:pt x="0" y="630"/>
                    <a:pt x="248" y="907"/>
                    <a:pt x="573" y="945"/>
                  </a:cubicBezTo>
                  <a:lnTo>
                    <a:pt x="878" y="983"/>
                  </a:lnTo>
                  <a:lnTo>
                    <a:pt x="878" y="1"/>
                  </a:lnTo>
                  <a:close/>
                </a:path>
              </a:pathLst>
            </a:custGeom>
            <a:solidFill>
              <a:srgbClr val="213B5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455" name="Google Shape;15455;p44"/>
            <p:cNvSpPr/>
            <p:nvPr/>
          </p:nvSpPr>
          <p:spPr>
            <a:xfrm>
              <a:off x="6812189" y="1667624"/>
              <a:ext cx="45981" cy="17256"/>
            </a:xfrm>
            <a:custGeom>
              <a:rect b="b" l="l" r="r" t="t"/>
              <a:pathLst>
                <a:path extrusionOk="0" h="659" w="1756">
                  <a:moveTo>
                    <a:pt x="1" y="1"/>
                  </a:moveTo>
                  <a:lnTo>
                    <a:pt x="1" y="220"/>
                  </a:lnTo>
                  <a:cubicBezTo>
                    <a:pt x="1" y="468"/>
                    <a:pt x="201" y="659"/>
                    <a:pt x="439" y="659"/>
                  </a:cubicBezTo>
                  <a:lnTo>
                    <a:pt x="1317" y="659"/>
                  </a:lnTo>
                  <a:cubicBezTo>
                    <a:pt x="1565" y="659"/>
                    <a:pt x="1756" y="468"/>
                    <a:pt x="1756" y="220"/>
                  </a:cubicBezTo>
                  <a:lnTo>
                    <a:pt x="1756" y="1"/>
                  </a:lnTo>
                  <a:close/>
                </a:path>
              </a:pathLst>
            </a:custGeom>
            <a:solidFill>
              <a:srgbClr val="E7ECF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456" name="Google Shape;15456;p44"/>
            <p:cNvSpPr/>
            <p:nvPr/>
          </p:nvSpPr>
          <p:spPr>
            <a:xfrm>
              <a:off x="6794960" y="1661889"/>
              <a:ext cx="80702" cy="34617"/>
            </a:xfrm>
            <a:custGeom>
              <a:rect b="b" l="l" r="r" t="t"/>
              <a:pathLst>
                <a:path extrusionOk="0" h="1322" w="3082">
                  <a:moveTo>
                    <a:pt x="659" y="0"/>
                  </a:moveTo>
                  <a:cubicBezTo>
                    <a:pt x="296" y="0"/>
                    <a:pt x="0" y="296"/>
                    <a:pt x="0" y="659"/>
                  </a:cubicBezTo>
                  <a:lnTo>
                    <a:pt x="0" y="1107"/>
                  </a:lnTo>
                  <a:cubicBezTo>
                    <a:pt x="0" y="1250"/>
                    <a:pt x="110" y="1322"/>
                    <a:pt x="220" y="1322"/>
                  </a:cubicBezTo>
                  <a:cubicBezTo>
                    <a:pt x="329" y="1322"/>
                    <a:pt x="439" y="1250"/>
                    <a:pt x="439" y="1107"/>
                  </a:cubicBezTo>
                  <a:lnTo>
                    <a:pt x="439" y="888"/>
                  </a:lnTo>
                  <a:cubicBezTo>
                    <a:pt x="439" y="764"/>
                    <a:pt x="535" y="668"/>
                    <a:pt x="659" y="668"/>
                  </a:cubicBezTo>
                  <a:lnTo>
                    <a:pt x="878" y="668"/>
                  </a:lnTo>
                  <a:cubicBezTo>
                    <a:pt x="1021" y="668"/>
                    <a:pt x="1155" y="620"/>
                    <a:pt x="1269" y="535"/>
                  </a:cubicBezTo>
                  <a:cubicBezTo>
                    <a:pt x="1345" y="477"/>
                    <a:pt x="1441" y="449"/>
                    <a:pt x="1546" y="449"/>
                  </a:cubicBezTo>
                  <a:cubicBezTo>
                    <a:pt x="1641" y="449"/>
                    <a:pt x="1737" y="477"/>
                    <a:pt x="1813" y="535"/>
                  </a:cubicBezTo>
                  <a:cubicBezTo>
                    <a:pt x="1927" y="620"/>
                    <a:pt x="2061" y="668"/>
                    <a:pt x="2204" y="668"/>
                  </a:cubicBezTo>
                  <a:lnTo>
                    <a:pt x="2423" y="668"/>
                  </a:lnTo>
                  <a:cubicBezTo>
                    <a:pt x="2547" y="668"/>
                    <a:pt x="2643" y="764"/>
                    <a:pt x="2643" y="888"/>
                  </a:cubicBezTo>
                  <a:lnTo>
                    <a:pt x="2643" y="1107"/>
                  </a:lnTo>
                  <a:cubicBezTo>
                    <a:pt x="2643" y="1250"/>
                    <a:pt x="2753" y="1322"/>
                    <a:pt x="2862" y="1322"/>
                  </a:cubicBezTo>
                  <a:cubicBezTo>
                    <a:pt x="2972" y="1322"/>
                    <a:pt x="3082" y="1250"/>
                    <a:pt x="3082" y="1107"/>
                  </a:cubicBezTo>
                  <a:lnTo>
                    <a:pt x="3082" y="659"/>
                  </a:lnTo>
                  <a:cubicBezTo>
                    <a:pt x="3082" y="296"/>
                    <a:pt x="2786" y="0"/>
                    <a:pt x="2423" y="0"/>
                  </a:cubicBezTo>
                  <a:close/>
                </a:path>
              </a:pathLst>
            </a:custGeom>
            <a:solidFill>
              <a:srgbClr val="213B5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457" name="Google Shape;15457;p44"/>
            <p:cNvSpPr/>
            <p:nvPr/>
          </p:nvSpPr>
          <p:spPr>
            <a:xfrm>
              <a:off x="6823920" y="1702345"/>
              <a:ext cx="22519" cy="46007"/>
            </a:xfrm>
            <a:custGeom>
              <a:rect b="b" l="l" r="r" t="t"/>
              <a:pathLst>
                <a:path extrusionOk="0" h="1757" w="860">
                  <a:moveTo>
                    <a:pt x="410" y="0"/>
                  </a:moveTo>
                  <a:cubicBezTo>
                    <a:pt x="285" y="0"/>
                    <a:pt x="180" y="83"/>
                    <a:pt x="144" y="201"/>
                  </a:cubicBezTo>
                  <a:lnTo>
                    <a:pt x="49" y="487"/>
                  </a:lnTo>
                  <a:cubicBezTo>
                    <a:pt x="10" y="602"/>
                    <a:pt x="1" y="716"/>
                    <a:pt x="30" y="831"/>
                  </a:cubicBezTo>
                  <a:lnTo>
                    <a:pt x="173" y="1546"/>
                  </a:lnTo>
                  <a:cubicBezTo>
                    <a:pt x="192" y="1670"/>
                    <a:pt x="306" y="1756"/>
                    <a:pt x="430" y="1756"/>
                  </a:cubicBezTo>
                  <a:cubicBezTo>
                    <a:pt x="564" y="1756"/>
                    <a:pt x="669" y="1670"/>
                    <a:pt x="697" y="1546"/>
                  </a:cubicBezTo>
                  <a:lnTo>
                    <a:pt x="840" y="831"/>
                  </a:lnTo>
                  <a:cubicBezTo>
                    <a:pt x="860" y="716"/>
                    <a:pt x="850" y="602"/>
                    <a:pt x="812" y="487"/>
                  </a:cubicBezTo>
                  <a:lnTo>
                    <a:pt x="716" y="201"/>
                  </a:lnTo>
                  <a:cubicBezTo>
                    <a:pt x="678" y="77"/>
                    <a:pt x="564" y="1"/>
                    <a:pt x="430" y="1"/>
                  </a:cubicBezTo>
                  <a:cubicBezTo>
                    <a:pt x="423" y="0"/>
                    <a:pt x="417" y="0"/>
                    <a:pt x="410" y="0"/>
                  </a:cubicBezTo>
                  <a:close/>
                </a:path>
              </a:pathLst>
            </a:custGeom>
            <a:solidFill>
              <a:srgbClr val="213B5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458" name="Google Shape;15458;p44"/>
            <p:cNvSpPr/>
            <p:nvPr/>
          </p:nvSpPr>
          <p:spPr>
            <a:xfrm>
              <a:off x="6757986" y="1747069"/>
              <a:ext cx="154649" cy="110684"/>
            </a:xfrm>
            <a:custGeom>
              <a:rect b="b" l="l" r="r" t="t"/>
              <a:pathLst>
                <a:path extrusionOk="0" h="4227" w="5906">
                  <a:moveTo>
                    <a:pt x="840" y="0"/>
                  </a:moveTo>
                  <a:lnTo>
                    <a:pt x="0" y="248"/>
                  </a:lnTo>
                  <a:cubicBezTo>
                    <a:pt x="315" y="1355"/>
                    <a:pt x="1231" y="2185"/>
                    <a:pt x="2366" y="2414"/>
                  </a:cubicBezTo>
                  <a:cubicBezTo>
                    <a:pt x="2576" y="2452"/>
                    <a:pt x="2729" y="2633"/>
                    <a:pt x="2729" y="2843"/>
                  </a:cubicBezTo>
                  <a:lnTo>
                    <a:pt x="2729" y="4227"/>
                  </a:lnTo>
                  <a:lnTo>
                    <a:pt x="3168" y="4227"/>
                  </a:lnTo>
                  <a:lnTo>
                    <a:pt x="3168" y="2843"/>
                  </a:lnTo>
                  <a:cubicBezTo>
                    <a:pt x="3168" y="2633"/>
                    <a:pt x="3320" y="2452"/>
                    <a:pt x="3521" y="2414"/>
                  </a:cubicBezTo>
                  <a:cubicBezTo>
                    <a:pt x="4665" y="2195"/>
                    <a:pt x="5581" y="1355"/>
                    <a:pt x="5906" y="248"/>
                  </a:cubicBezTo>
                  <a:lnTo>
                    <a:pt x="5066" y="0"/>
                  </a:lnTo>
                  <a:cubicBezTo>
                    <a:pt x="4789" y="935"/>
                    <a:pt x="3931" y="1584"/>
                    <a:pt x="2948" y="1584"/>
                  </a:cubicBezTo>
                  <a:cubicBezTo>
                    <a:pt x="1975" y="1584"/>
                    <a:pt x="1107" y="935"/>
                    <a:pt x="840" y="0"/>
                  </a:cubicBezTo>
                  <a:close/>
                </a:path>
              </a:pathLst>
            </a:custGeom>
            <a:solidFill>
              <a:srgbClr val="899CA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15459" name="Google Shape;15459;p44"/>
          <p:cNvSpPr/>
          <p:nvPr/>
        </p:nvSpPr>
        <p:spPr>
          <a:xfrm>
            <a:off x="6360786" y="1502999"/>
            <a:ext cx="23017" cy="26264"/>
          </a:xfrm>
          <a:custGeom>
            <a:rect b="b" l="l" r="r" t="t"/>
            <a:pathLst>
              <a:path extrusionOk="0" h="1003" w="879">
                <a:moveTo>
                  <a:pt x="879" y="1"/>
                </a:moveTo>
                <a:cubicBezTo>
                  <a:pt x="583" y="1"/>
                  <a:pt x="287" y="49"/>
                  <a:pt x="1" y="125"/>
                </a:cubicBezTo>
                <a:lnTo>
                  <a:pt x="1" y="1003"/>
                </a:lnTo>
                <a:cubicBezTo>
                  <a:pt x="220" y="611"/>
                  <a:pt x="516" y="278"/>
                  <a:pt x="879" y="1"/>
                </a:cubicBezTo>
                <a:close/>
              </a:path>
            </a:pathLst>
          </a:custGeom>
          <a:solidFill>
            <a:srgbClr val="ECF0F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nvGrpSpPr>
          <p:cNvPr id="15460" name="Google Shape;15460;p44"/>
          <p:cNvGrpSpPr/>
          <p:nvPr/>
        </p:nvGrpSpPr>
        <p:grpSpPr>
          <a:xfrm>
            <a:off x="6223393" y="1350599"/>
            <a:ext cx="320295" cy="354754"/>
            <a:chOff x="6223393" y="1502999"/>
            <a:chExt cx="320295" cy="354754"/>
          </a:xfrm>
        </p:grpSpPr>
        <p:sp>
          <p:nvSpPr>
            <p:cNvPr id="15461" name="Google Shape;15461;p44"/>
            <p:cNvSpPr/>
            <p:nvPr/>
          </p:nvSpPr>
          <p:spPr>
            <a:xfrm>
              <a:off x="6246384" y="1691871"/>
              <a:ext cx="274550" cy="165882"/>
            </a:xfrm>
            <a:custGeom>
              <a:rect b="b" l="l" r="r" t="t"/>
              <a:pathLst>
                <a:path extrusionOk="0" h="6335" w="10485">
                  <a:moveTo>
                    <a:pt x="3712" y="0"/>
                  </a:moveTo>
                  <a:lnTo>
                    <a:pt x="3712" y="1040"/>
                  </a:lnTo>
                  <a:cubicBezTo>
                    <a:pt x="3712" y="1326"/>
                    <a:pt x="3521" y="1584"/>
                    <a:pt x="3244" y="1670"/>
                  </a:cubicBezTo>
                  <a:lnTo>
                    <a:pt x="936" y="2347"/>
                  </a:lnTo>
                  <a:cubicBezTo>
                    <a:pt x="382" y="2509"/>
                    <a:pt x="1" y="3015"/>
                    <a:pt x="1" y="3597"/>
                  </a:cubicBezTo>
                  <a:lnTo>
                    <a:pt x="1" y="5686"/>
                  </a:lnTo>
                  <a:cubicBezTo>
                    <a:pt x="1" y="6039"/>
                    <a:pt x="296" y="6335"/>
                    <a:pt x="659" y="6335"/>
                  </a:cubicBezTo>
                  <a:lnTo>
                    <a:pt x="9827" y="6335"/>
                  </a:lnTo>
                  <a:cubicBezTo>
                    <a:pt x="10189" y="6335"/>
                    <a:pt x="10485" y="6039"/>
                    <a:pt x="10485" y="5686"/>
                  </a:cubicBezTo>
                  <a:lnTo>
                    <a:pt x="10485" y="3606"/>
                  </a:lnTo>
                  <a:cubicBezTo>
                    <a:pt x="10485" y="3015"/>
                    <a:pt x="10103" y="2509"/>
                    <a:pt x="9541" y="2347"/>
                  </a:cubicBezTo>
                  <a:lnTo>
                    <a:pt x="7241" y="1660"/>
                  </a:lnTo>
                  <a:cubicBezTo>
                    <a:pt x="6965" y="1584"/>
                    <a:pt x="6774" y="1326"/>
                    <a:pt x="6774" y="1040"/>
                  </a:cubicBezTo>
                  <a:lnTo>
                    <a:pt x="6774" y="0"/>
                  </a:lnTo>
                  <a:close/>
                </a:path>
              </a:pathLst>
            </a:custGeom>
            <a:solidFill>
              <a:srgbClr val="DAE2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462" name="Google Shape;15462;p44"/>
            <p:cNvSpPr/>
            <p:nvPr/>
          </p:nvSpPr>
          <p:spPr>
            <a:xfrm>
              <a:off x="6223393" y="1709101"/>
              <a:ext cx="320295" cy="97199"/>
            </a:xfrm>
            <a:custGeom>
              <a:rect b="b" l="l" r="r" t="t"/>
              <a:pathLst>
                <a:path extrusionOk="0" h="3712" w="12232">
                  <a:moveTo>
                    <a:pt x="1317" y="0"/>
                  </a:moveTo>
                  <a:cubicBezTo>
                    <a:pt x="592" y="0"/>
                    <a:pt x="1" y="582"/>
                    <a:pt x="1" y="1307"/>
                  </a:cubicBezTo>
                  <a:lnTo>
                    <a:pt x="1" y="2834"/>
                  </a:lnTo>
                  <a:cubicBezTo>
                    <a:pt x="1" y="3320"/>
                    <a:pt x="392" y="3711"/>
                    <a:pt x="879" y="3711"/>
                  </a:cubicBezTo>
                  <a:lnTo>
                    <a:pt x="11363" y="3711"/>
                  </a:lnTo>
                  <a:cubicBezTo>
                    <a:pt x="11840" y="3711"/>
                    <a:pt x="12231" y="3320"/>
                    <a:pt x="12231" y="2834"/>
                  </a:cubicBezTo>
                  <a:lnTo>
                    <a:pt x="12231" y="1307"/>
                  </a:lnTo>
                  <a:cubicBezTo>
                    <a:pt x="12231" y="582"/>
                    <a:pt x="11649" y="0"/>
                    <a:pt x="10924" y="0"/>
                  </a:cubicBezTo>
                  <a:lnTo>
                    <a:pt x="10848" y="0"/>
                  </a:lnTo>
                  <a:cubicBezTo>
                    <a:pt x="10619" y="0"/>
                    <a:pt x="10390" y="77"/>
                    <a:pt x="10199" y="210"/>
                  </a:cubicBezTo>
                  <a:lnTo>
                    <a:pt x="9903" y="430"/>
                  </a:lnTo>
                  <a:cubicBezTo>
                    <a:pt x="9713" y="573"/>
                    <a:pt x="9484" y="649"/>
                    <a:pt x="9255" y="649"/>
                  </a:cubicBezTo>
                  <a:lnTo>
                    <a:pt x="8873" y="649"/>
                  </a:lnTo>
                  <a:cubicBezTo>
                    <a:pt x="8797" y="649"/>
                    <a:pt x="8720" y="697"/>
                    <a:pt x="8682" y="773"/>
                  </a:cubicBezTo>
                  <a:cubicBezTo>
                    <a:pt x="8167" y="1708"/>
                    <a:pt x="7366" y="2471"/>
                    <a:pt x="6393" y="2939"/>
                  </a:cubicBezTo>
                  <a:cubicBezTo>
                    <a:pt x="6307" y="2977"/>
                    <a:pt x="6214" y="2996"/>
                    <a:pt x="6120" y="2996"/>
                  </a:cubicBezTo>
                  <a:cubicBezTo>
                    <a:pt x="6025" y="2996"/>
                    <a:pt x="5930" y="2977"/>
                    <a:pt x="5839" y="2939"/>
                  </a:cubicBezTo>
                  <a:cubicBezTo>
                    <a:pt x="4876" y="2471"/>
                    <a:pt x="4074" y="1718"/>
                    <a:pt x="3559" y="773"/>
                  </a:cubicBezTo>
                  <a:cubicBezTo>
                    <a:pt x="3521" y="697"/>
                    <a:pt x="3445" y="649"/>
                    <a:pt x="3369" y="649"/>
                  </a:cubicBezTo>
                  <a:lnTo>
                    <a:pt x="2987" y="649"/>
                  </a:lnTo>
                  <a:cubicBezTo>
                    <a:pt x="2758" y="649"/>
                    <a:pt x="2529" y="573"/>
                    <a:pt x="2338" y="439"/>
                  </a:cubicBezTo>
                  <a:lnTo>
                    <a:pt x="2042" y="220"/>
                  </a:lnTo>
                  <a:cubicBezTo>
                    <a:pt x="1852" y="77"/>
                    <a:pt x="1623" y="0"/>
                    <a:pt x="1384" y="0"/>
                  </a:cubicBezTo>
                  <a:close/>
                </a:path>
              </a:pathLst>
            </a:custGeom>
            <a:solidFill>
              <a:srgbClr val="E7E9E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463" name="Google Shape;15463;p44"/>
            <p:cNvSpPr/>
            <p:nvPr/>
          </p:nvSpPr>
          <p:spPr>
            <a:xfrm>
              <a:off x="6292103" y="1724576"/>
              <a:ext cx="183138" cy="133177"/>
            </a:xfrm>
            <a:custGeom>
              <a:rect b="b" l="l" r="r" t="t"/>
              <a:pathLst>
                <a:path extrusionOk="0" h="5086" w="6994">
                  <a:moveTo>
                    <a:pt x="0" y="1"/>
                  </a:moveTo>
                  <a:lnTo>
                    <a:pt x="0" y="5086"/>
                  </a:lnTo>
                  <a:lnTo>
                    <a:pt x="6993" y="5086"/>
                  </a:lnTo>
                  <a:lnTo>
                    <a:pt x="6993" y="1"/>
                  </a:lnTo>
                  <a:cubicBezTo>
                    <a:pt x="6879" y="39"/>
                    <a:pt x="6755" y="58"/>
                    <a:pt x="6621" y="58"/>
                  </a:cubicBezTo>
                  <a:lnTo>
                    <a:pt x="6249" y="58"/>
                  </a:lnTo>
                  <a:cubicBezTo>
                    <a:pt x="6173" y="58"/>
                    <a:pt x="6096" y="106"/>
                    <a:pt x="6058" y="182"/>
                  </a:cubicBezTo>
                  <a:cubicBezTo>
                    <a:pt x="5543" y="1127"/>
                    <a:pt x="4742" y="1880"/>
                    <a:pt x="3769" y="2348"/>
                  </a:cubicBezTo>
                  <a:cubicBezTo>
                    <a:pt x="3683" y="2391"/>
                    <a:pt x="3590" y="2412"/>
                    <a:pt x="3496" y="2412"/>
                  </a:cubicBezTo>
                  <a:cubicBezTo>
                    <a:pt x="3401" y="2412"/>
                    <a:pt x="3306" y="2391"/>
                    <a:pt x="3215" y="2348"/>
                  </a:cubicBezTo>
                  <a:cubicBezTo>
                    <a:pt x="2252" y="1880"/>
                    <a:pt x="1450" y="1127"/>
                    <a:pt x="935" y="182"/>
                  </a:cubicBezTo>
                  <a:cubicBezTo>
                    <a:pt x="897" y="106"/>
                    <a:pt x="821" y="58"/>
                    <a:pt x="745" y="58"/>
                  </a:cubicBezTo>
                  <a:lnTo>
                    <a:pt x="363" y="58"/>
                  </a:lnTo>
                  <a:cubicBezTo>
                    <a:pt x="248" y="58"/>
                    <a:pt x="124" y="39"/>
                    <a:pt x="0" y="1"/>
                  </a:cubicBezTo>
                  <a:close/>
                </a:path>
              </a:pathLst>
            </a:custGeom>
            <a:solidFill>
              <a:srgbClr val="ACB9C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464" name="Google Shape;15464;p44"/>
            <p:cNvSpPr/>
            <p:nvPr/>
          </p:nvSpPr>
          <p:spPr>
            <a:xfrm>
              <a:off x="6343556" y="1691871"/>
              <a:ext cx="80205" cy="22886"/>
            </a:xfrm>
            <a:custGeom>
              <a:rect b="b" l="l" r="r" t="t"/>
              <a:pathLst>
                <a:path extrusionOk="0" h="874" w="3063">
                  <a:moveTo>
                    <a:pt x="1" y="0"/>
                  </a:moveTo>
                  <a:lnTo>
                    <a:pt x="1" y="487"/>
                  </a:lnTo>
                  <a:cubicBezTo>
                    <a:pt x="478" y="744"/>
                    <a:pt x="1002" y="873"/>
                    <a:pt x="1528" y="873"/>
                  </a:cubicBezTo>
                  <a:cubicBezTo>
                    <a:pt x="2054" y="873"/>
                    <a:pt x="2581" y="744"/>
                    <a:pt x="3063" y="487"/>
                  </a:cubicBezTo>
                  <a:lnTo>
                    <a:pt x="3063" y="0"/>
                  </a:lnTo>
                  <a:close/>
                </a:path>
              </a:pathLst>
            </a:custGeom>
            <a:solidFill>
              <a:srgbClr val="D4DDE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465" name="Google Shape;15465;p44"/>
            <p:cNvSpPr/>
            <p:nvPr/>
          </p:nvSpPr>
          <p:spPr>
            <a:xfrm>
              <a:off x="6287363" y="1588938"/>
              <a:ext cx="192355" cy="114428"/>
            </a:xfrm>
            <a:custGeom>
              <a:rect b="b" l="l" r="r" t="t"/>
              <a:pathLst>
                <a:path extrusionOk="0" h="4370" w="7346">
                  <a:moveTo>
                    <a:pt x="840" y="1"/>
                  </a:moveTo>
                  <a:lnTo>
                    <a:pt x="840" y="659"/>
                  </a:lnTo>
                  <a:lnTo>
                    <a:pt x="725" y="659"/>
                  </a:lnTo>
                  <a:cubicBezTo>
                    <a:pt x="0" y="659"/>
                    <a:pt x="0" y="1746"/>
                    <a:pt x="725" y="1746"/>
                  </a:cubicBezTo>
                  <a:lnTo>
                    <a:pt x="840" y="1746"/>
                  </a:lnTo>
                  <a:cubicBezTo>
                    <a:pt x="954" y="3225"/>
                    <a:pt x="2194" y="4370"/>
                    <a:pt x="3673" y="4370"/>
                  </a:cubicBezTo>
                  <a:cubicBezTo>
                    <a:pt x="5152" y="4370"/>
                    <a:pt x="6392" y="3225"/>
                    <a:pt x="6506" y="1746"/>
                  </a:cubicBezTo>
                  <a:lnTo>
                    <a:pt x="6621" y="1746"/>
                  </a:lnTo>
                  <a:cubicBezTo>
                    <a:pt x="7343" y="1746"/>
                    <a:pt x="7346" y="659"/>
                    <a:pt x="6630" y="659"/>
                  </a:cubicBezTo>
                  <a:cubicBezTo>
                    <a:pt x="6627" y="659"/>
                    <a:pt x="6624" y="659"/>
                    <a:pt x="6621" y="659"/>
                  </a:cubicBezTo>
                  <a:lnTo>
                    <a:pt x="6516" y="659"/>
                  </a:lnTo>
                  <a:lnTo>
                    <a:pt x="6516" y="1"/>
                  </a:lnTo>
                  <a:close/>
                </a:path>
              </a:pathLst>
            </a:custGeom>
            <a:solidFill>
              <a:srgbClr val="E0E7E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466" name="Google Shape;15466;p44"/>
            <p:cNvSpPr/>
            <p:nvPr/>
          </p:nvSpPr>
          <p:spPr>
            <a:xfrm>
              <a:off x="6289851" y="1588938"/>
              <a:ext cx="156665" cy="114428"/>
            </a:xfrm>
            <a:custGeom>
              <a:rect b="b" l="l" r="r" t="t"/>
              <a:pathLst>
                <a:path extrusionOk="0" h="4370" w="5983">
                  <a:moveTo>
                    <a:pt x="735" y="1"/>
                  </a:moveTo>
                  <a:lnTo>
                    <a:pt x="735" y="649"/>
                  </a:lnTo>
                  <a:lnTo>
                    <a:pt x="649" y="649"/>
                  </a:lnTo>
                  <a:cubicBezTo>
                    <a:pt x="392" y="649"/>
                    <a:pt x="172" y="812"/>
                    <a:pt x="105" y="1050"/>
                  </a:cubicBezTo>
                  <a:cubicBezTo>
                    <a:pt x="1" y="1403"/>
                    <a:pt x="268" y="1746"/>
                    <a:pt x="630" y="1746"/>
                  </a:cubicBezTo>
                  <a:lnTo>
                    <a:pt x="745" y="1746"/>
                  </a:lnTo>
                  <a:cubicBezTo>
                    <a:pt x="848" y="3242"/>
                    <a:pt x="2103" y="4369"/>
                    <a:pt x="3559" y="4369"/>
                  </a:cubicBezTo>
                  <a:cubicBezTo>
                    <a:pt x="3710" y="4369"/>
                    <a:pt x="3863" y="4357"/>
                    <a:pt x="4017" y="4332"/>
                  </a:cubicBezTo>
                  <a:cubicBezTo>
                    <a:pt x="2634" y="4112"/>
                    <a:pt x="1622" y="2920"/>
                    <a:pt x="1622" y="1527"/>
                  </a:cubicBezTo>
                  <a:cubicBezTo>
                    <a:pt x="1622" y="1050"/>
                    <a:pt x="2013" y="659"/>
                    <a:pt x="2490" y="659"/>
                  </a:cubicBezTo>
                  <a:lnTo>
                    <a:pt x="5553" y="659"/>
                  </a:lnTo>
                  <a:cubicBezTo>
                    <a:pt x="5791" y="649"/>
                    <a:pt x="5982" y="459"/>
                    <a:pt x="5982" y="220"/>
                  </a:cubicBezTo>
                  <a:lnTo>
                    <a:pt x="5982" y="1"/>
                  </a:lnTo>
                  <a:close/>
                </a:path>
              </a:pathLst>
            </a:custGeom>
            <a:solidFill>
              <a:srgbClr val="DAE2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467" name="Google Shape;15467;p44"/>
            <p:cNvSpPr/>
            <p:nvPr/>
          </p:nvSpPr>
          <p:spPr>
            <a:xfrm>
              <a:off x="6346568" y="1606063"/>
              <a:ext cx="11260" cy="17125"/>
            </a:xfrm>
            <a:custGeom>
              <a:rect b="b" l="l" r="r" t="t"/>
              <a:pathLst>
                <a:path extrusionOk="0" h="654" w="430">
                  <a:moveTo>
                    <a:pt x="215" y="0"/>
                  </a:moveTo>
                  <a:cubicBezTo>
                    <a:pt x="107" y="0"/>
                    <a:pt x="0" y="72"/>
                    <a:pt x="0" y="215"/>
                  </a:cubicBezTo>
                  <a:lnTo>
                    <a:pt x="0" y="434"/>
                  </a:lnTo>
                  <a:cubicBezTo>
                    <a:pt x="0" y="558"/>
                    <a:pt x="96" y="654"/>
                    <a:pt x="210" y="654"/>
                  </a:cubicBezTo>
                  <a:cubicBezTo>
                    <a:pt x="334" y="654"/>
                    <a:pt x="429" y="558"/>
                    <a:pt x="429" y="434"/>
                  </a:cubicBezTo>
                  <a:lnTo>
                    <a:pt x="429" y="215"/>
                  </a:lnTo>
                  <a:cubicBezTo>
                    <a:pt x="429" y="72"/>
                    <a:pt x="322" y="0"/>
                    <a:pt x="215" y="0"/>
                  </a:cubicBezTo>
                  <a:close/>
                </a:path>
              </a:pathLst>
            </a:custGeom>
            <a:solidFill>
              <a:srgbClr val="213B5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468" name="Google Shape;15468;p44"/>
            <p:cNvSpPr/>
            <p:nvPr/>
          </p:nvSpPr>
          <p:spPr>
            <a:xfrm>
              <a:off x="6409255" y="1606063"/>
              <a:ext cx="11521" cy="17125"/>
            </a:xfrm>
            <a:custGeom>
              <a:rect b="b" l="l" r="r" t="t"/>
              <a:pathLst>
                <a:path extrusionOk="0" h="654" w="440">
                  <a:moveTo>
                    <a:pt x="220" y="0"/>
                  </a:moveTo>
                  <a:cubicBezTo>
                    <a:pt x="110" y="0"/>
                    <a:pt x="1" y="72"/>
                    <a:pt x="1" y="215"/>
                  </a:cubicBezTo>
                  <a:lnTo>
                    <a:pt x="1" y="434"/>
                  </a:lnTo>
                  <a:cubicBezTo>
                    <a:pt x="1" y="558"/>
                    <a:pt x="96" y="654"/>
                    <a:pt x="220" y="654"/>
                  </a:cubicBezTo>
                  <a:cubicBezTo>
                    <a:pt x="344" y="654"/>
                    <a:pt x="439" y="558"/>
                    <a:pt x="439" y="434"/>
                  </a:cubicBezTo>
                  <a:lnTo>
                    <a:pt x="439" y="215"/>
                  </a:lnTo>
                  <a:cubicBezTo>
                    <a:pt x="439" y="72"/>
                    <a:pt x="330" y="0"/>
                    <a:pt x="220" y="0"/>
                  </a:cubicBezTo>
                  <a:close/>
                </a:path>
              </a:pathLst>
            </a:custGeom>
            <a:solidFill>
              <a:srgbClr val="213B5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469" name="Google Shape;15469;p44"/>
            <p:cNvSpPr/>
            <p:nvPr/>
          </p:nvSpPr>
          <p:spPr>
            <a:xfrm>
              <a:off x="6297837" y="1502999"/>
              <a:ext cx="171905" cy="85965"/>
            </a:xfrm>
            <a:custGeom>
              <a:rect b="b" l="l" r="r" t="t"/>
              <a:pathLst>
                <a:path extrusionOk="0" h="3283" w="6565">
                  <a:moveTo>
                    <a:pt x="3273" y="1"/>
                  </a:moveTo>
                  <a:cubicBezTo>
                    <a:pt x="1470" y="10"/>
                    <a:pt x="1" y="1470"/>
                    <a:pt x="1" y="3283"/>
                  </a:cubicBezTo>
                  <a:lnTo>
                    <a:pt x="6564" y="3283"/>
                  </a:lnTo>
                  <a:cubicBezTo>
                    <a:pt x="6555" y="1470"/>
                    <a:pt x="5086" y="1"/>
                    <a:pt x="3273" y="1"/>
                  </a:cubicBezTo>
                  <a:close/>
                </a:path>
              </a:pathLst>
            </a:custGeom>
            <a:solidFill>
              <a:srgbClr val="ACB9C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470" name="Google Shape;15470;p44"/>
            <p:cNvSpPr/>
            <p:nvPr/>
          </p:nvSpPr>
          <p:spPr>
            <a:xfrm>
              <a:off x="6360786" y="1502999"/>
              <a:ext cx="45745" cy="85965"/>
            </a:xfrm>
            <a:custGeom>
              <a:rect b="b" l="l" r="r" t="t"/>
              <a:pathLst>
                <a:path extrusionOk="0" h="3283" w="1747">
                  <a:moveTo>
                    <a:pt x="869" y="1"/>
                  </a:moveTo>
                  <a:cubicBezTo>
                    <a:pt x="573" y="1"/>
                    <a:pt x="278" y="49"/>
                    <a:pt x="1" y="125"/>
                  </a:cubicBezTo>
                  <a:lnTo>
                    <a:pt x="1" y="3283"/>
                  </a:lnTo>
                  <a:lnTo>
                    <a:pt x="1747" y="3283"/>
                  </a:lnTo>
                  <a:lnTo>
                    <a:pt x="1747" y="125"/>
                  </a:lnTo>
                  <a:cubicBezTo>
                    <a:pt x="1461" y="49"/>
                    <a:pt x="1165" y="1"/>
                    <a:pt x="869" y="1"/>
                  </a:cubicBezTo>
                  <a:close/>
                </a:path>
              </a:pathLst>
            </a:custGeom>
            <a:solidFill>
              <a:srgbClr val="E7E9E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471" name="Google Shape;15471;p44"/>
            <p:cNvSpPr/>
            <p:nvPr/>
          </p:nvSpPr>
          <p:spPr>
            <a:xfrm>
              <a:off x="6297837" y="1502999"/>
              <a:ext cx="171905" cy="85965"/>
            </a:xfrm>
            <a:custGeom>
              <a:rect b="b" l="l" r="r" t="t"/>
              <a:pathLst>
                <a:path extrusionOk="0" h="3283" w="6565">
                  <a:moveTo>
                    <a:pt x="3283" y="1"/>
                  </a:moveTo>
                  <a:cubicBezTo>
                    <a:pt x="1470" y="1"/>
                    <a:pt x="1" y="1470"/>
                    <a:pt x="1" y="3283"/>
                  </a:cubicBezTo>
                  <a:lnTo>
                    <a:pt x="6564" y="3283"/>
                  </a:lnTo>
                  <a:cubicBezTo>
                    <a:pt x="6564" y="3063"/>
                    <a:pt x="6536" y="2844"/>
                    <a:pt x="6498" y="2624"/>
                  </a:cubicBezTo>
                  <a:lnTo>
                    <a:pt x="2443" y="2624"/>
                  </a:lnTo>
                  <a:cubicBezTo>
                    <a:pt x="2166" y="2624"/>
                    <a:pt x="1957" y="2386"/>
                    <a:pt x="2004" y="2109"/>
                  </a:cubicBezTo>
                  <a:cubicBezTo>
                    <a:pt x="2138" y="1270"/>
                    <a:pt x="2596" y="516"/>
                    <a:pt x="3283" y="1"/>
                  </a:cubicBezTo>
                  <a:close/>
                </a:path>
              </a:pathLst>
            </a:custGeom>
            <a:solidFill>
              <a:srgbClr val="899CA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472" name="Google Shape;15472;p44"/>
            <p:cNvSpPr/>
            <p:nvPr/>
          </p:nvSpPr>
          <p:spPr>
            <a:xfrm>
              <a:off x="6364531" y="1651886"/>
              <a:ext cx="38021" cy="11521"/>
            </a:xfrm>
            <a:custGeom>
              <a:rect b="b" l="l" r="r" t="t"/>
              <a:pathLst>
                <a:path extrusionOk="0" h="440" w="1452">
                  <a:moveTo>
                    <a:pt x="287" y="1"/>
                  </a:moveTo>
                  <a:cubicBezTo>
                    <a:pt x="1" y="1"/>
                    <a:pt x="1" y="440"/>
                    <a:pt x="287" y="440"/>
                  </a:cubicBezTo>
                  <a:lnTo>
                    <a:pt x="1165" y="440"/>
                  </a:lnTo>
                  <a:cubicBezTo>
                    <a:pt x="1451" y="430"/>
                    <a:pt x="1451" y="1"/>
                    <a:pt x="1165" y="1"/>
                  </a:cubicBezTo>
                  <a:close/>
                </a:path>
              </a:pathLst>
            </a:custGeom>
            <a:solidFill>
              <a:srgbClr val="D4DDE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473" name="Google Shape;15473;p44"/>
            <p:cNvSpPr/>
            <p:nvPr/>
          </p:nvSpPr>
          <p:spPr>
            <a:xfrm>
              <a:off x="6291658" y="1634343"/>
              <a:ext cx="183819" cy="74523"/>
            </a:xfrm>
            <a:custGeom>
              <a:rect b="b" l="l" r="r" t="t"/>
              <a:pathLst>
                <a:path extrusionOk="0" h="2846" w="7020">
                  <a:moveTo>
                    <a:pt x="4539" y="1758"/>
                  </a:moveTo>
                  <a:lnTo>
                    <a:pt x="4492" y="2054"/>
                  </a:lnTo>
                  <a:cubicBezTo>
                    <a:pt x="4453" y="2264"/>
                    <a:pt x="4272" y="2417"/>
                    <a:pt x="4053" y="2417"/>
                  </a:cubicBezTo>
                  <a:lnTo>
                    <a:pt x="2965" y="2417"/>
                  </a:lnTo>
                  <a:cubicBezTo>
                    <a:pt x="2755" y="2417"/>
                    <a:pt x="2574" y="2264"/>
                    <a:pt x="2536" y="2054"/>
                  </a:cubicBezTo>
                  <a:lnTo>
                    <a:pt x="2479" y="1758"/>
                  </a:lnTo>
                  <a:close/>
                  <a:moveTo>
                    <a:pt x="1992" y="1"/>
                  </a:moveTo>
                  <a:cubicBezTo>
                    <a:pt x="1865" y="1"/>
                    <a:pt x="1735" y="101"/>
                    <a:pt x="1773" y="270"/>
                  </a:cubicBezTo>
                  <a:lnTo>
                    <a:pt x="1964" y="1319"/>
                  </a:lnTo>
                  <a:lnTo>
                    <a:pt x="828" y="1319"/>
                  </a:lnTo>
                  <a:cubicBezTo>
                    <a:pt x="723" y="1319"/>
                    <a:pt x="628" y="1243"/>
                    <a:pt x="609" y="1138"/>
                  </a:cubicBezTo>
                  <a:lnTo>
                    <a:pt x="456" y="194"/>
                  </a:lnTo>
                  <a:cubicBezTo>
                    <a:pt x="431" y="67"/>
                    <a:pt x="335" y="10"/>
                    <a:pt x="239" y="10"/>
                  </a:cubicBezTo>
                  <a:cubicBezTo>
                    <a:pt x="119" y="10"/>
                    <a:pt x="0" y="101"/>
                    <a:pt x="27" y="261"/>
                  </a:cubicBezTo>
                  <a:lnTo>
                    <a:pt x="180" y="1205"/>
                  </a:lnTo>
                  <a:cubicBezTo>
                    <a:pt x="227" y="1520"/>
                    <a:pt x="504" y="1758"/>
                    <a:pt x="828" y="1758"/>
                  </a:cubicBezTo>
                  <a:lnTo>
                    <a:pt x="2040" y="1758"/>
                  </a:lnTo>
                  <a:lnTo>
                    <a:pt x="2107" y="2130"/>
                  </a:lnTo>
                  <a:cubicBezTo>
                    <a:pt x="2183" y="2541"/>
                    <a:pt x="2545" y="2846"/>
                    <a:pt x="2965" y="2846"/>
                  </a:cubicBezTo>
                  <a:lnTo>
                    <a:pt x="4053" y="2846"/>
                  </a:lnTo>
                  <a:cubicBezTo>
                    <a:pt x="4473" y="2846"/>
                    <a:pt x="4835" y="2541"/>
                    <a:pt x="4911" y="2130"/>
                  </a:cubicBezTo>
                  <a:lnTo>
                    <a:pt x="4978" y="1758"/>
                  </a:lnTo>
                  <a:lnTo>
                    <a:pt x="6199" y="1758"/>
                  </a:lnTo>
                  <a:cubicBezTo>
                    <a:pt x="6524" y="1758"/>
                    <a:pt x="6791" y="1520"/>
                    <a:pt x="6848" y="1205"/>
                  </a:cubicBezTo>
                  <a:lnTo>
                    <a:pt x="7001" y="261"/>
                  </a:lnTo>
                  <a:cubicBezTo>
                    <a:pt x="7020" y="146"/>
                    <a:pt x="6943" y="32"/>
                    <a:pt x="6829" y="12"/>
                  </a:cubicBezTo>
                  <a:cubicBezTo>
                    <a:pt x="6817" y="11"/>
                    <a:pt x="6806" y="10"/>
                    <a:pt x="6794" y="10"/>
                  </a:cubicBezTo>
                  <a:cubicBezTo>
                    <a:pt x="6684" y="10"/>
                    <a:pt x="6589" y="90"/>
                    <a:pt x="6571" y="194"/>
                  </a:cubicBezTo>
                  <a:lnTo>
                    <a:pt x="6419" y="1138"/>
                  </a:lnTo>
                  <a:cubicBezTo>
                    <a:pt x="6400" y="1243"/>
                    <a:pt x="6304" y="1319"/>
                    <a:pt x="6199" y="1319"/>
                  </a:cubicBezTo>
                  <a:lnTo>
                    <a:pt x="5064" y="1319"/>
                  </a:lnTo>
                  <a:lnTo>
                    <a:pt x="5255" y="270"/>
                  </a:lnTo>
                  <a:cubicBezTo>
                    <a:pt x="5293" y="103"/>
                    <a:pt x="5165" y="2"/>
                    <a:pt x="5039" y="2"/>
                  </a:cubicBezTo>
                  <a:cubicBezTo>
                    <a:pt x="4942" y="2"/>
                    <a:pt x="4846" y="61"/>
                    <a:pt x="4826" y="194"/>
                  </a:cubicBezTo>
                  <a:lnTo>
                    <a:pt x="4625" y="1319"/>
                  </a:lnTo>
                  <a:lnTo>
                    <a:pt x="2402" y="1319"/>
                  </a:lnTo>
                  <a:lnTo>
                    <a:pt x="2202" y="184"/>
                  </a:lnTo>
                  <a:cubicBezTo>
                    <a:pt x="2182" y="57"/>
                    <a:pt x="2087" y="1"/>
                    <a:pt x="1992" y="1"/>
                  </a:cubicBezTo>
                  <a:close/>
                </a:path>
              </a:pathLst>
            </a:custGeom>
            <a:solidFill>
              <a:srgbClr val="213B5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474" name="Google Shape;15474;p44"/>
            <p:cNvSpPr/>
            <p:nvPr/>
          </p:nvSpPr>
          <p:spPr>
            <a:xfrm>
              <a:off x="6337822" y="1812008"/>
              <a:ext cx="91700" cy="45745"/>
            </a:xfrm>
            <a:custGeom>
              <a:rect b="b" l="l" r="r" t="t"/>
              <a:pathLst>
                <a:path extrusionOk="0" h="1747" w="3502">
                  <a:moveTo>
                    <a:pt x="1746" y="1"/>
                  </a:moveTo>
                  <a:cubicBezTo>
                    <a:pt x="782" y="1"/>
                    <a:pt x="0" y="783"/>
                    <a:pt x="0" y="1747"/>
                  </a:cubicBezTo>
                  <a:lnTo>
                    <a:pt x="3501" y="1747"/>
                  </a:lnTo>
                  <a:cubicBezTo>
                    <a:pt x="3501" y="783"/>
                    <a:pt x="2710" y="1"/>
                    <a:pt x="1746" y="1"/>
                  </a:cubicBezTo>
                  <a:close/>
                </a:path>
              </a:pathLst>
            </a:custGeom>
            <a:solidFill>
              <a:srgbClr val="ECF0F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475" name="Google Shape;15475;p44"/>
            <p:cNvSpPr/>
            <p:nvPr/>
          </p:nvSpPr>
          <p:spPr>
            <a:xfrm>
              <a:off x="6360786" y="1571708"/>
              <a:ext cx="45745" cy="17256"/>
            </a:xfrm>
            <a:custGeom>
              <a:rect b="b" l="l" r="r" t="t"/>
              <a:pathLst>
                <a:path extrusionOk="0" h="659" w="1747">
                  <a:moveTo>
                    <a:pt x="1" y="0"/>
                  </a:moveTo>
                  <a:lnTo>
                    <a:pt x="1" y="659"/>
                  </a:lnTo>
                  <a:lnTo>
                    <a:pt x="1747" y="659"/>
                  </a:lnTo>
                  <a:lnTo>
                    <a:pt x="1747" y="0"/>
                  </a:lnTo>
                  <a:close/>
                </a:path>
              </a:pathLst>
            </a:custGeom>
            <a:solidFill>
              <a:srgbClr val="ECF0F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476" name="Google Shape;15476;p44"/>
            <p:cNvSpPr/>
            <p:nvPr/>
          </p:nvSpPr>
          <p:spPr>
            <a:xfrm>
              <a:off x="6280608" y="1582941"/>
              <a:ext cx="206128" cy="63237"/>
            </a:xfrm>
            <a:custGeom>
              <a:rect b="b" l="l" r="r" t="t"/>
              <a:pathLst>
                <a:path extrusionOk="0" h="2415" w="7872">
                  <a:moveTo>
                    <a:pt x="7222" y="440"/>
                  </a:moveTo>
                  <a:cubicBezTo>
                    <a:pt x="7337" y="440"/>
                    <a:pt x="7432" y="535"/>
                    <a:pt x="7432" y="659"/>
                  </a:cubicBezTo>
                  <a:lnTo>
                    <a:pt x="7432" y="1756"/>
                  </a:lnTo>
                  <a:cubicBezTo>
                    <a:pt x="7432" y="1871"/>
                    <a:pt x="7337" y="1975"/>
                    <a:pt x="7222" y="1975"/>
                  </a:cubicBezTo>
                  <a:lnTo>
                    <a:pt x="659" y="1975"/>
                  </a:lnTo>
                  <a:cubicBezTo>
                    <a:pt x="535" y="1975"/>
                    <a:pt x="439" y="1880"/>
                    <a:pt x="430" y="1756"/>
                  </a:cubicBezTo>
                  <a:lnTo>
                    <a:pt x="430" y="669"/>
                  </a:lnTo>
                  <a:cubicBezTo>
                    <a:pt x="430" y="544"/>
                    <a:pt x="535" y="449"/>
                    <a:pt x="649" y="449"/>
                  </a:cubicBezTo>
                  <a:lnTo>
                    <a:pt x="7222" y="440"/>
                  </a:lnTo>
                  <a:close/>
                  <a:moveTo>
                    <a:pt x="649" y="1"/>
                  </a:moveTo>
                  <a:cubicBezTo>
                    <a:pt x="287" y="1"/>
                    <a:pt x="1" y="296"/>
                    <a:pt x="1" y="659"/>
                  </a:cubicBezTo>
                  <a:lnTo>
                    <a:pt x="1" y="1756"/>
                  </a:lnTo>
                  <a:cubicBezTo>
                    <a:pt x="1" y="2119"/>
                    <a:pt x="287" y="2414"/>
                    <a:pt x="649" y="2414"/>
                  </a:cubicBezTo>
                  <a:lnTo>
                    <a:pt x="7213" y="2414"/>
                  </a:lnTo>
                  <a:cubicBezTo>
                    <a:pt x="7575" y="2414"/>
                    <a:pt x="7871" y="2119"/>
                    <a:pt x="7871" y="1756"/>
                  </a:cubicBezTo>
                  <a:lnTo>
                    <a:pt x="7871" y="659"/>
                  </a:lnTo>
                  <a:cubicBezTo>
                    <a:pt x="7871" y="296"/>
                    <a:pt x="7575" y="1"/>
                    <a:pt x="7213" y="1"/>
                  </a:cubicBezTo>
                  <a:close/>
                </a:path>
              </a:pathLst>
            </a:custGeom>
            <a:solidFill>
              <a:srgbClr val="576D8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477" name="Google Shape;15477;p44"/>
            <p:cNvSpPr/>
            <p:nvPr/>
          </p:nvSpPr>
          <p:spPr>
            <a:xfrm>
              <a:off x="6292103" y="1777548"/>
              <a:ext cx="11521" cy="80205"/>
            </a:xfrm>
            <a:custGeom>
              <a:rect b="b" l="l" r="r" t="t"/>
              <a:pathLst>
                <a:path extrusionOk="0" h="3063" w="440">
                  <a:moveTo>
                    <a:pt x="0" y="0"/>
                  </a:moveTo>
                  <a:lnTo>
                    <a:pt x="0" y="3063"/>
                  </a:lnTo>
                  <a:lnTo>
                    <a:pt x="439" y="3063"/>
                  </a:lnTo>
                  <a:lnTo>
                    <a:pt x="439" y="439"/>
                  </a:lnTo>
                  <a:cubicBezTo>
                    <a:pt x="439" y="201"/>
                    <a:pt x="239" y="0"/>
                    <a:pt x="0" y="0"/>
                  </a:cubicBezTo>
                  <a:close/>
                </a:path>
              </a:pathLst>
            </a:custGeom>
            <a:solidFill>
              <a:srgbClr val="899CA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478" name="Google Shape;15478;p44"/>
            <p:cNvSpPr/>
            <p:nvPr/>
          </p:nvSpPr>
          <p:spPr>
            <a:xfrm>
              <a:off x="6274873" y="1777548"/>
              <a:ext cx="17256" cy="28751"/>
            </a:xfrm>
            <a:custGeom>
              <a:rect b="b" l="l" r="r" t="t"/>
              <a:pathLst>
                <a:path extrusionOk="0" h="1098" w="659">
                  <a:moveTo>
                    <a:pt x="658" y="0"/>
                  </a:moveTo>
                  <a:cubicBezTo>
                    <a:pt x="296" y="0"/>
                    <a:pt x="0" y="296"/>
                    <a:pt x="0" y="659"/>
                  </a:cubicBezTo>
                  <a:lnTo>
                    <a:pt x="0" y="1097"/>
                  </a:lnTo>
                  <a:lnTo>
                    <a:pt x="658" y="1097"/>
                  </a:lnTo>
                  <a:lnTo>
                    <a:pt x="658" y="0"/>
                  </a:lnTo>
                  <a:close/>
                </a:path>
              </a:pathLst>
            </a:custGeom>
            <a:solidFill>
              <a:srgbClr val="ECF0F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479" name="Google Shape;15479;p44"/>
            <p:cNvSpPr/>
            <p:nvPr/>
          </p:nvSpPr>
          <p:spPr>
            <a:xfrm>
              <a:off x="6246384" y="1806273"/>
              <a:ext cx="45745" cy="51480"/>
            </a:xfrm>
            <a:custGeom>
              <a:rect b="b" l="l" r="r" t="t"/>
              <a:pathLst>
                <a:path extrusionOk="0" h="1966" w="1747">
                  <a:moveTo>
                    <a:pt x="1" y="0"/>
                  </a:moveTo>
                  <a:lnTo>
                    <a:pt x="1" y="439"/>
                  </a:lnTo>
                  <a:lnTo>
                    <a:pt x="659" y="439"/>
                  </a:lnTo>
                  <a:cubicBezTo>
                    <a:pt x="897" y="439"/>
                    <a:pt x="1088" y="630"/>
                    <a:pt x="1088" y="878"/>
                  </a:cubicBezTo>
                  <a:lnTo>
                    <a:pt x="1088" y="1966"/>
                  </a:lnTo>
                  <a:lnTo>
                    <a:pt x="1746" y="1966"/>
                  </a:lnTo>
                  <a:lnTo>
                    <a:pt x="1746" y="0"/>
                  </a:lnTo>
                  <a:close/>
                </a:path>
              </a:pathLst>
            </a:custGeom>
            <a:solidFill>
              <a:srgbClr val="D4DDE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480" name="Google Shape;15480;p44"/>
            <p:cNvSpPr/>
            <p:nvPr/>
          </p:nvSpPr>
          <p:spPr>
            <a:xfrm>
              <a:off x="6463719" y="1777548"/>
              <a:ext cx="11521" cy="80205"/>
            </a:xfrm>
            <a:custGeom>
              <a:rect b="b" l="l" r="r" t="t"/>
              <a:pathLst>
                <a:path extrusionOk="0" h="3063" w="440">
                  <a:moveTo>
                    <a:pt x="439" y="0"/>
                  </a:moveTo>
                  <a:cubicBezTo>
                    <a:pt x="191" y="0"/>
                    <a:pt x="0" y="201"/>
                    <a:pt x="0" y="439"/>
                  </a:cubicBezTo>
                  <a:lnTo>
                    <a:pt x="0" y="3063"/>
                  </a:lnTo>
                  <a:lnTo>
                    <a:pt x="439" y="3063"/>
                  </a:lnTo>
                  <a:lnTo>
                    <a:pt x="439" y="0"/>
                  </a:lnTo>
                  <a:close/>
                </a:path>
              </a:pathLst>
            </a:custGeom>
            <a:solidFill>
              <a:srgbClr val="899CA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481" name="Google Shape;15481;p44"/>
            <p:cNvSpPr/>
            <p:nvPr/>
          </p:nvSpPr>
          <p:spPr>
            <a:xfrm>
              <a:off x="6475215" y="1777548"/>
              <a:ext cx="16994" cy="28751"/>
            </a:xfrm>
            <a:custGeom>
              <a:rect b="b" l="l" r="r" t="t"/>
              <a:pathLst>
                <a:path extrusionOk="0" h="1098" w="649">
                  <a:moveTo>
                    <a:pt x="0" y="0"/>
                  </a:moveTo>
                  <a:lnTo>
                    <a:pt x="0" y="1097"/>
                  </a:lnTo>
                  <a:lnTo>
                    <a:pt x="649" y="1097"/>
                  </a:lnTo>
                  <a:lnTo>
                    <a:pt x="649" y="659"/>
                  </a:lnTo>
                  <a:cubicBezTo>
                    <a:pt x="649" y="296"/>
                    <a:pt x="353" y="0"/>
                    <a:pt x="0" y="0"/>
                  </a:cubicBezTo>
                  <a:close/>
                </a:path>
              </a:pathLst>
            </a:custGeom>
            <a:solidFill>
              <a:srgbClr val="ECF0F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482" name="Google Shape;15482;p44"/>
            <p:cNvSpPr/>
            <p:nvPr/>
          </p:nvSpPr>
          <p:spPr>
            <a:xfrm>
              <a:off x="6475215" y="1806273"/>
              <a:ext cx="45719" cy="51480"/>
            </a:xfrm>
            <a:custGeom>
              <a:rect b="b" l="l" r="r" t="t"/>
              <a:pathLst>
                <a:path extrusionOk="0" h="1966" w="1746">
                  <a:moveTo>
                    <a:pt x="0" y="0"/>
                  </a:moveTo>
                  <a:lnTo>
                    <a:pt x="0" y="1966"/>
                  </a:lnTo>
                  <a:lnTo>
                    <a:pt x="649" y="1966"/>
                  </a:lnTo>
                  <a:lnTo>
                    <a:pt x="649" y="878"/>
                  </a:lnTo>
                  <a:cubicBezTo>
                    <a:pt x="649" y="630"/>
                    <a:pt x="849" y="439"/>
                    <a:pt x="1088" y="439"/>
                  </a:cubicBezTo>
                  <a:lnTo>
                    <a:pt x="1746" y="439"/>
                  </a:lnTo>
                  <a:lnTo>
                    <a:pt x="1746" y="0"/>
                  </a:lnTo>
                  <a:close/>
                </a:path>
              </a:pathLst>
            </a:custGeom>
            <a:solidFill>
              <a:srgbClr val="D4DDE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483" name="Google Shape;15483;p44"/>
            <p:cNvSpPr/>
            <p:nvPr/>
          </p:nvSpPr>
          <p:spPr>
            <a:xfrm>
              <a:off x="6349317" y="1823503"/>
              <a:ext cx="68709" cy="34250"/>
            </a:xfrm>
            <a:custGeom>
              <a:rect b="b" l="l" r="r" t="t"/>
              <a:pathLst>
                <a:path extrusionOk="0" h="1308" w="2624">
                  <a:moveTo>
                    <a:pt x="1307" y="1"/>
                  </a:moveTo>
                  <a:cubicBezTo>
                    <a:pt x="582" y="1"/>
                    <a:pt x="0" y="583"/>
                    <a:pt x="0" y="1308"/>
                  </a:cubicBezTo>
                  <a:lnTo>
                    <a:pt x="2624" y="1308"/>
                  </a:lnTo>
                  <a:cubicBezTo>
                    <a:pt x="2624" y="583"/>
                    <a:pt x="2032" y="1"/>
                    <a:pt x="1307" y="1"/>
                  </a:cubicBezTo>
                  <a:close/>
                </a:path>
              </a:pathLst>
            </a:custGeom>
            <a:solidFill>
              <a:srgbClr val="E7E9E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5484" name="Google Shape;15484;p44"/>
          <p:cNvGrpSpPr/>
          <p:nvPr/>
        </p:nvGrpSpPr>
        <p:grpSpPr>
          <a:xfrm>
            <a:off x="5310611" y="1350572"/>
            <a:ext cx="339515" cy="354781"/>
            <a:chOff x="5310611" y="1502972"/>
            <a:chExt cx="339515" cy="354781"/>
          </a:xfrm>
        </p:grpSpPr>
        <p:sp>
          <p:nvSpPr>
            <p:cNvPr id="15485" name="Google Shape;15485;p44"/>
            <p:cNvSpPr/>
            <p:nvPr/>
          </p:nvSpPr>
          <p:spPr>
            <a:xfrm>
              <a:off x="5310611" y="1502972"/>
              <a:ext cx="339515" cy="343285"/>
            </a:xfrm>
            <a:custGeom>
              <a:rect b="b" l="l" r="r" t="t"/>
              <a:pathLst>
                <a:path extrusionOk="0" h="13110" w="12966">
                  <a:moveTo>
                    <a:pt x="5684" y="1"/>
                  </a:moveTo>
                  <a:cubicBezTo>
                    <a:pt x="5669" y="1"/>
                    <a:pt x="5654" y="1"/>
                    <a:pt x="5639" y="2"/>
                  </a:cubicBezTo>
                  <a:cubicBezTo>
                    <a:pt x="4656" y="2"/>
                    <a:pt x="2672" y="956"/>
                    <a:pt x="2453" y="2788"/>
                  </a:cubicBezTo>
                  <a:cubicBezTo>
                    <a:pt x="2329" y="3875"/>
                    <a:pt x="1909" y="4009"/>
                    <a:pt x="1670" y="4772"/>
                  </a:cubicBezTo>
                  <a:cubicBezTo>
                    <a:pt x="1422" y="5592"/>
                    <a:pt x="1642" y="6098"/>
                    <a:pt x="1432" y="6842"/>
                  </a:cubicBezTo>
                  <a:cubicBezTo>
                    <a:pt x="1222" y="7586"/>
                    <a:pt x="802" y="7796"/>
                    <a:pt x="821" y="9055"/>
                  </a:cubicBezTo>
                  <a:cubicBezTo>
                    <a:pt x="840" y="10505"/>
                    <a:pt x="1" y="10839"/>
                    <a:pt x="325" y="11793"/>
                  </a:cubicBezTo>
                  <a:cubicBezTo>
                    <a:pt x="573" y="12509"/>
                    <a:pt x="1890" y="13110"/>
                    <a:pt x="1890" y="13110"/>
                  </a:cubicBezTo>
                  <a:lnTo>
                    <a:pt x="11067" y="13110"/>
                  </a:lnTo>
                  <a:cubicBezTo>
                    <a:pt x="11067" y="13110"/>
                    <a:pt x="12393" y="12509"/>
                    <a:pt x="12632" y="11793"/>
                  </a:cubicBezTo>
                  <a:cubicBezTo>
                    <a:pt x="12966" y="10839"/>
                    <a:pt x="12117" y="10515"/>
                    <a:pt x="12145" y="9055"/>
                  </a:cubicBezTo>
                  <a:cubicBezTo>
                    <a:pt x="12164" y="7796"/>
                    <a:pt x="11745" y="7577"/>
                    <a:pt x="11535" y="6842"/>
                  </a:cubicBezTo>
                  <a:cubicBezTo>
                    <a:pt x="11325" y="6098"/>
                    <a:pt x="11535" y="5592"/>
                    <a:pt x="11287" y="4772"/>
                  </a:cubicBezTo>
                  <a:cubicBezTo>
                    <a:pt x="11058" y="4009"/>
                    <a:pt x="10638" y="3875"/>
                    <a:pt x="10504" y="2788"/>
                  </a:cubicBezTo>
                  <a:cubicBezTo>
                    <a:pt x="10285" y="956"/>
                    <a:pt x="8301" y="2"/>
                    <a:pt x="7318" y="2"/>
                  </a:cubicBezTo>
                  <a:cubicBezTo>
                    <a:pt x="7303" y="1"/>
                    <a:pt x="7288" y="1"/>
                    <a:pt x="7273" y="1"/>
                  </a:cubicBezTo>
                  <a:cubicBezTo>
                    <a:pt x="7078" y="1"/>
                    <a:pt x="6886" y="58"/>
                    <a:pt x="6727" y="164"/>
                  </a:cubicBezTo>
                  <a:cubicBezTo>
                    <a:pt x="6650" y="212"/>
                    <a:pt x="6564" y="236"/>
                    <a:pt x="6480" y="236"/>
                  </a:cubicBezTo>
                  <a:cubicBezTo>
                    <a:pt x="6395" y="236"/>
                    <a:pt x="6312" y="212"/>
                    <a:pt x="6240" y="164"/>
                  </a:cubicBezTo>
                  <a:cubicBezTo>
                    <a:pt x="6072" y="58"/>
                    <a:pt x="5879" y="1"/>
                    <a:pt x="5684" y="1"/>
                  </a:cubicBezTo>
                  <a:close/>
                </a:path>
              </a:pathLst>
            </a:custGeom>
            <a:solidFill>
              <a:srgbClr val="576D8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486" name="Google Shape;15486;p44"/>
            <p:cNvSpPr/>
            <p:nvPr/>
          </p:nvSpPr>
          <p:spPr>
            <a:xfrm>
              <a:off x="5310611" y="1502972"/>
              <a:ext cx="169914" cy="343285"/>
            </a:xfrm>
            <a:custGeom>
              <a:rect b="b" l="l" r="r" t="t"/>
              <a:pathLst>
                <a:path extrusionOk="0" h="13110" w="6489">
                  <a:moveTo>
                    <a:pt x="5694" y="1"/>
                  </a:moveTo>
                  <a:cubicBezTo>
                    <a:pt x="5679" y="1"/>
                    <a:pt x="5664" y="1"/>
                    <a:pt x="5649" y="2"/>
                  </a:cubicBezTo>
                  <a:cubicBezTo>
                    <a:pt x="4666" y="2"/>
                    <a:pt x="2682" y="956"/>
                    <a:pt x="2462" y="2788"/>
                  </a:cubicBezTo>
                  <a:cubicBezTo>
                    <a:pt x="2329" y="3875"/>
                    <a:pt x="1909" y="4009"/>
                    <a:pt x="1680" y="4772"/>
                  </a:cubicBezTo>
                  <a:cubicBezTo>
                    <a:pt x="1432" y="5592"/>
                    <a:pt x="1642" y="6098"/>
                    <a:pt x="1432" y="6842"/>
                  </a:cubicBezTo>
                  <a:cubicBezTo>
                    <a:pt x="1222" y="7586"/>
                    <a:pt x="802" y="7796"/>
                    <a:pt x="821" y="9055"/>
                  </a:cubicBezTo>
                  <a:cubicBezTo>
                    <a:pt x="850" y="10505"/>
                    <a:pt x="1" y="10839"/>
                    <a:pt x="335" y="11793"/>
                  </a:cubicBezTo>
                  <a:cubicBezTo>
                    <a:pt x="573" y="12509"/>
                    <a:pt x="1899" y="13110"/>
                    <a:pt x="1899" y="13110"/>
                  </a:cubicBezTo>
                  <a:lnTo>
                    <a:pt x="6488" y="13110"/>
                  </a:lnTo>
                  <a:lnTo>
                    <a:pt x="6479" y="231"/>
                  </a:lnTo>
                  <a:cubicBezTo>
                    <a:pt x="6393" y="231"/>
                    <a:pt x="6316" y="212"/>
                    <a:pt x="6240" y="164"/>
                  </a:cubicBezTo>
                  <a:cubicBezTo>
                    <a:pt x="6072" y="58"/>
                    <a:pt x="5887" y="1"/>
                    <a:pt x="5694" y="1"/>
                  </a:cubicBezTo>
                  <a:close/>
                </a:path>
              </a:pathLst>
            </a:custGeom>
            <a:solidFill>
              <a:srgbClr val="39516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487" name="Google Shape;15487;p44"/>
            <p:cNvSpPr/>
            <p:nvPr/>
          </p:nvSpPr>
          <p:spPr>
            <a:xfrm>
              <a:off x="5348841" y="1709101"/>
              <a:ext cx="263081" cy="148652"/>
            </a:xfrm>
            <a:custGeom>
              <a:rect b="b" l="l" r="r" t="t"/>
              <a:pathLst>
                <a:path extrusionOk="0" h="5677" w="10047">
                  <a:moveTo>
                    <a:pt x="3712" y="0"/>
                  </a:moveTo>
                  <a:lnTo>
                    <a:pt x="3712" y="1126"/>
                  </a:lnTo>
                  <a:cubicBezTo>
                    <a:pt x="3712" y="1498"/>
                    <a:pt x="3473" y="1822"/>
                    <a:pt x="3130" y="1946"/>
                  </a:cubicBezTo>
                  <a:lnTo>
                    <a:pt x="869" y="2748"/>
                  </a:lnTo>
                  <a:cubicBezTo>
                    <a:pt x="344" y="2929"/>
                    <a:pt x="1" y="3425"/>
                    <a:pt x="1" y="3978"/>
                  </a:cubicBezTo>
                  <a:lnTo>
                    <a:pt x="1" y="5028"/>
                  </a:lnTo>
                  <a:cubicBezTo>
                    <a:pt x="1" y="5381"/>
                    <a:pt x="287" y="5677"/>
                    <a:pt x="649" y="5677"/>
                  </a:cubicBezTo>
                  <a:lnTo>
                    <a:pt x="9388" y="5677"/>
                  </a:lnTo>
                  <a:cubicBezTo>
                    <a:pt x="9750" y="5677"/>
                    <a:pt x="10046" y="5381"/>
                    <a:pt x="10046" y="5028"/>
                  </a:cubicBezTo>
                  <a:lnTo>
                    <a:pt x="10046" y="3988"/>
                  </a:lnTo>
                  <a:cubicBezTo>
                    <a:pt x="10046" y="3425"/>
                    <a:pt x="9693" y="2929"/>
                    <a:pt x="9178" y="2748"/>
                  </a:cubicBezTo>
                  <a:lnTo>
                    <a:pt x="6917" y="1946"/>
                  </a:lnTo>
                  <a:cubicBezTo>
                    <a:pt x="6564" y="1822"/>
                    <a:pt x="6335" y="1498"/>
                    <a:pt x="6335" y="1126"/>
                  </a:cubicBezTo>
                  <a:lnTo>
                    <a:pt x="6335" y="0"/>
                  </a:lnTo>
                  <a:close/>
                </a:path>
              </a:pathLst>
            </a:custGeom>
            <a:solidFill>
              <a:srgbClr val="DAE2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488" name="Google Shape;15488;p44"/>
            <p:cNvSpPr/>
            <p:nvPr/>
          </p:nvSpPr>
          <p:spPr>
            <a:xfrm>
              <a:off x="5348841" y="1767048"/>
              <a:ext cx="263081" cy="90705"/>
            </a:xfrm>
            <a:custGeom>
              <a:rect b="b" l="l" r="r" t="t"/>
              <a:pathLst>
                <a:path extrusionOk="0" h="3464" w="10047">
                  <a:moveTo>
                    <a:pt x="2376" y="1"/>
                  </a:moveTo>
                  <a:lnTo>
                    <a:pt x="878" y="535"/>
                  </a:lnTo>
                  <a:cubicBezTo>
                    <a:pt x="354" y="716"/>
                    <a:pt x="1" y="1212"/>
                    <a:pt x="1" y="1765"/>
                  </a:cubicBezTo>
                  <a:lnTo>
                    <a:pt x="1" y="2815"/>
                  </a:lnTo>
                  <a:cubicBezTo>
                    <a:pt x="1" y="3168"/>
                    <a:pt x="296" y="3464"/>
                    <a:pt x="659" y="3464"/>
                  </a:cubicBezTo>
                  <a:lnTo>
                    <a:pt x="9397" y="3464"/>
                  </a:lnTo>
                  <a:cubicBezTo>
                    <a:pt x="9760" y="3464"/>
                    <a:pt x="10046" y="3168"/>
                    <a:pt x="10046" y="2815"/>
                  </a:cubicBezTo>
                  <a:lnTo>
                    <a:pt x="10046" y="1775"/>
                  </a:lnTo>
                  <a:cubicBezTo>
                    <a:pt x="10046" y="1212"/>
                    <a:pt x="9703" y="716"/>
                    <a:pt x="9178" y="535"/>
                  </a:cubicBezTo>
                  <a:lnTo>
                    <a:pt x="7671" y="1"/>
                  </a:lnTo>
                  <a:cubicBezTo>
                    <a:pt x="7070" y="821"/>
                    <a:pt x="6268" y="1727"/>
                    <a:pt x="5333" y="2223"/>
                  </a:cubicBezTo>
                  <a:cubicBezTo>
                    <a:pt x="5238" y="2276"/>
                    <a:pt x="5131" y="2302"/>
                    <a:pt x="5023" y="2302"/>
                  </a:cubicBezTo>
                  <a:cubicBezTo>
                    <a:pt x="4916" y="2302"/>
                    <a:pt x="4809" y="2276"/>
                    <a:pt x="4713" y="2223"/>
                  </a:cubicBezTo>
                  <a:cubicBezTo>
                    <a:pt x="3778" y="1727"/>
                    <a:pt x="2977" y="821"/>
                    <a:pt x="2376" y="1"/>
                  </a:cubicBezTo>
                  <a:close/>
                </a:path>
              </a:pathLst>
            </a:custGeom>
            <a:solidFill>
              <a:srgbClr val="A2B5C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489" name="Google Shape;15489;p44"/>
            <p:cNvSpPr/>
            <p:nvPr/>
          </p:nvSpPr>
          <p:spPr>
            <a:xfrm>
              <a:off x="5446013" y="1708839"/>
              <a:ext cx="68736" cy="23069"/>
            </a:xfrm>
            <a:custGeom>
              <a:rect b="b" l="l" r="r" t="t"/>
              <a:pathLst>
                <a:path extrusionOk="0" h="881" w="2625">
                  <a:moveTo>
                    <a:pt x="1" y="1"/>
                  </a:moveTo>
                  <a:lnTo>
                    <a:pt x="1" y="602"/>
                  </a:lnTo>
                  <a:cubicBezTo>
                    <a:pt x="416" y="788"/>
                    <a:pt x="862" y="881"/>
                    <a:pt x="1309" y="881"/>
                  </a:cubicBezTo>
                  <a:cubicBezTo>
                    <a:pt x="1756" y="881"/>
                    <a:pt x="2204" y="788"/>
                    <a:pt x="2624" y="602"/>
                  </a:cubicBezTo>
                  <a:lnTo>
                    <a:pt x="2624" y="1"/>
                  </a:lnTo>
                  <a:close/>
                </a:path>
              </a:pathLst>
            </a:custGeom>
            <a:solidFill>
              <a:srgbClr val="D4DDE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490" name="Google Shape;15490;p44"/>
            <p:cNvSpPr/>
            <p:nvPr/>
          </p:nvSpPr>
          <p:spPr>
            <a:xfrm>
              <a:off x="5406055" y="1548979"/>
              <a:ext cx="148652" cy="171381"/>
            </a:xfrm>
            <a:custGeom>
              <a:rect b="b" l="l" r="r" t="t"/>
              <a:pathLst>
                <a:path extrusionOk="0" h="6545" w="5677">
                  <a:moveTo>
                    <a:pt x="0" y="0"/>
                  </a:moveTo>
                  <a:lnTo>
                    <a:pt x="0" y="3711"/>
                  </a:lnTo>
                  <a:cubicBezTo>
                    <a:pt x="0" y="5276"/>
                    <a:pt x="1269" y="6545"/>
                    <a:pt x="2834" y="6545"/>
                  </a:cubicBezTo>
                  <a:cubicBezTo>
                    <a:pt x="4408" y="6545"/>
                    <a:pt x="5676" y="5276"/>
                    <a:pt x="5676" y="3711"/>
                  </a:cubicBezTo>
                  <a:lnTo>
                    <a:pt x="5676" y="0"/>
                  </a:lnTo>
                  <a:close/>
                </a:path>
              </a:pathLst>
            </a:custGeom>
            <a:solidFill>
              <a:srgbClr val="E0E7E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491" name="Google Shape;15491;p44"/>
            <p:cNvSpPr/>
            <p:nvPr/>
          </p:nvSpPr>
          <p:spPr>
            <a:xfrm>
              <a:off x="5405584" y="1548979"/>
              <a:ext cx="149124" cy="171590"/>
            </a:xfrm>
            <a:custGeom>
              <a:rect b="b" l="l" r="r" t="t"/>
              <a:pathLst>
                <a:path extrusionOk="0" h="6553" w="5695">
                  <a:moveTo>
                    <a:pt x="18" y="0"/>
                  </a:moveTo>
                  <a:lnTo>
                    <a:pt x="18" y="3711"/>
                  </a:lnTo>
                  <a:cubicBezTo>
                    <a:pt x="1" y="5302"/>
                    <a:pt x="1299" y="6552"/>
                    <a:pt x="2836" y="6552"/>
                  </a:cubicBezTo>
                  <a:cubicBezTo>
                    <a:pt x="2985" y="6552"/>
                    <a:pt x="3137" y="6541"/>
                    <a:pt x="3290" y="6516"/>
                  </a:cubicBezTo>
                  <a:cubicBezTo>
                    <a:pt x="1907" y="6297"/>
                    <a:pt x="886" y="5104"/>
                    <a:pt x="886" y="3711"/>
                  </a:cubicBezTo>
                  <a:lnTo>
                    <a:pt x="886" y="2576"/>
                  </a:lnTo>
                  <a:cubicBezTo>
                    <a:pt x="886" y="2395"/>
                    <a:pt x="944" y="2223"/>
                    <a:pt x="1039" y="2070"/>
                  </a:cubicBezTo>
                  <a:cubicBezTo>
                    <a:pt x="1392" y="1489"/>
                    <a:pt x="1735" y="1412"/>
                    <a:pt x="2117" y="1307"/>
                  </a:cubicBezTo>
                  <a:cubicBezTo>
                    <a:pt x="2384" y="1260"/>
                    <a:pt x="2632" y="1164"/>
                    <a:pt x="2852" y="1021"/>
                  </a:cubicBezTo>
                  <a:cubicBezTo>
                    <a:pt x="3081" y="1164"/>
                    <a:pt x="3329" y="1260"/>
                    <a:pt x="3586" y="1307"/>
                  </a:cubicBezTo>
                  <a:cubicBezTo>
                    <a:pt x="3977" y="1412"/>
                    <a:pt x="4311" y="1489"/>
                    <a:pt x="4664" y="2070"/>
                  </a:cubicBezTo>
                  <a:cubicBezTo>
                    <a:pt x="4931" y="2490"/>
                    <a:pt x="5284" y="2853"/>
                    <a:pt x="5694" y="3129"/>
                  </a:cubicBezTo>
                  <a:lnTo>
                    <a:pt x="5694" y="0"/>
                  </a:lnTo>
                  <a:close/>
                </a:path>
              </a:pathLst>
            </a:custGeom>
            <a:solidFill>
              <a:srgbClr val="DAE2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492" name="Google Shape;15492;p44"/>
            <p:cNvSpPr/>
            <p:nvPr/>
          </p:nvSpPr>
          <p:spPr>
            <a:xfrm>
              <a:off x="5455047" y="1668802"/>
              <a:ext cx="50668" cy="17361"/>
            </a:xfrm>
            <a:custGeom>
              <a:rect b="b" l="l" r="r" t="t"/>
              <a:pathLst>
                <a:path extrusionOk="0" h="663" w="1935">
                  <a:moveTo>
                    <a:pt x="312" y="1"/>
                  </a:moveTo>
                  <a:cubicBezTo>
                    <a:pt x="143" y="1"/>
                    <a:pt x="0" y="224"/>
                    <a:pt x="161" y="385"/>
                  </a:cubicBezTo>
                  <a:cubicBezTo>
                    <a:pt x="371" y="567"/>
                    <a:pt x="641" y="662"/>
                    <a:pt x="922" y="662"/>
                  </a:cubicBezTo>
                  <a:cubicBezTo>
                    <a:pt x="936" y="662"/>
                    <a:pt x="949" y="662"/>
                    <a:pt x="963" y="662"/>
                  </a:cubicBezTo>
                  <a:cubicBezTo>
                    <a:pt x="976" y="662"/>
                    <a:pt x="990" y="662"/>
                    <a:pt x="1003" y="662"/>
                  </a:cubicBezTo>
                  <a:cubicBezTo>
                    <a:pt x="1284" y="662"/>
                    <a:pt x="1555" y="567"/>
                    <a:pt x="1773" y="385"/>
                  </a:cubicBezTo>
                  <a:cubicBezTo>
                    <a:pt x="1935" y="224"/>
                    <a:pt x="1792" y="1"/>
                    <a:pt x="1622" y="1"/>
                  </a:cubicBezTo>
                  <a:cubicBezTo>
                    <a:pt x="1571" y="1"/>
                    <a:pt x="1517" y="21"/>
                    <a:pt x="1468" y="70"/>
                  </a:cubicBezTo>
                  <a:cubicBezTo>
                    <a:pt x="1316" y="175"/>
                    <a:pt x="1139" y="228"/>
                    <a:pt x="964" y="228"/>
                  </a:cubicBezTo>
                  <a:cubicBezTo>
                    <a:pt x="788" y="228"/>
                    <a:pt x="614" y="175"/>
                    <a:pt x="467" y="70"/>
                  </a:cubicBezTo>
                  <a:cubicBezTo>
                    <a:pt x="418" y="21"/>
                    <a:pt x="364" y="1"/>
                    <a:pt x="312" y="1"/>
                  </a:cubicBezTo>
                  <a:close/>
                </a:path>
              </a:pathLst>
            </a:custGeom>
            <a:solidFill>
              <a:srgbClr val="D4DDE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493" name="Google Shape;15493;p44"/>
            <p:cNvSpPr/>
            <p:nvPr/>
          </p:nvSpPr>
          <p:spPr>
            <a:xfrm>
              <a:off x="5440279" y="1628844"/>
              <a:ext cx="11521" cy="17334"/>
            </a:xfrm>
            <a:custGeom>
              <a:rect b="b" l="l" r="r" t="t"/>
              <a:pathLst>
                <a:path extrusionOk="0" h="662" w="440">
                  <a:moveTo>
                    <a:pt x="220" y="1"/>
                  </a:moveTo>
                  <a:cubicBezTo>
                    <a:pt x="110" y="1"/>
                    <a:pt x="0" y="75"/>
                    <a:pt x="0" y="222"/>
                  </a:cubicBezTo>
                  <a:lnTo>
                    <a:pt x="0" y="442"/>
                  </a:lnTo>
                  <a:cubicBezTo>
                    <a:pt x="0" y="566"/>
                    <a:pt x="96" y="661"/>
                    <a:pt x="220" y="661"/>
                  </a:cubicBezTo>
                  <a:cubicBezTo>
                    <a:pt x="344" y="661"/>
                    <a:pt x="439" y="556"/>
                    <a:pt x="439" y="432"/>
                  </a:cubicBezTo>
                  <a:lnTo>
                    <a:pt x="439" y="222"/>
                  </a:lnTo>
                  <a:cubicBezTo>
                    <a:pt x="439" y="75"/>
                    <a:pt x="329" y="1"/>
                    <a:pt x="220" y="1"/>
                  </a:cubicBezTo>
                  <a:close/>
                </a:path>
              </a:pathLst>
            </a:custGeom>
            <a:solidFill>
              <a:srgbClr val="213B5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494" name="Google Shape;15494;p44"/>
            <p:cNvSpPr/>
            <p:nvPr/>
          </p:nvSpPr>
          <p:spPr>
            <a:xfrm>
              <a:off x="5508962" y="1628844"/>
              <a:ext cx="11521" cy="17334"/>
            </a:xfrm>
            <a:custGeom>
              <a:rect b="b" l="l" r="r" t="t"/>
              <a:pathLst>
                <a:path extrusionOk="0" h="662" w="440">
                  <a:moveTo>
                    <a:pt x="220" y="1"/>
                  </a:moveTo>
                  <a:cubicBezTo>
                    <a:pt x="110" y="1"/>
                    <a:pt x="1" y="75"/>
                    <a:pt x="1" y="222"/>
                  </a:cubicBezTo>
                  <a:lnTo>
                    <a:pt x="1" y="442"/>
                  </a:lnTo>
                  <a:cubicBezTo>
                    <a:pt x="1" y="566"/>
                    <a:pt x="96" y="661"/>
                    <a:pt x="220" y="661"/>
                  </a:cubicBezTo>
                  <a:cubicBezTo>
                    <a:pt x="335" y="661"/>
                    <a:pt x="440" y="556"/>
                    <a:pt x="440" y="432"/>
                  </a:cubicBezTo>
                  <a:lnTo>
                    <a:pt x="440" y="222"/>
                  </a:lnTo>
                  <a:cubicBezTo>
                    <a:pt x="440" y="75"/>
                    <a:pt x="330" y="1"/>
                    <a:pt x="220" y="1"/>
                  </a:cubicBezTo>
                  <a:close/>
                </a:path>
              </a:pathLst>
            </a:custGeom>
            <a:solidFill>
              <a:srgbClr val="213B5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495" name="Google Shape;15495;p44"/>
            <p:cNvSpPr/>
            <p:nvPr/>
          </p:nvSpPr>
          <p:spPr>
            <a:xfrm>
              <a:off x="5432528" y="1611666"/>
              <a:ext cx="26761" cy="11521"/>
            </a:xfrm>
            <a:custGeom>
              <a:rect b="b" l="l" r="r" t="t"/>
              <a:pathLst>
                <a:path extrusionOk="0" h="440" w="1022">
                  <a:moveTo>
                    <a:pt x="296" y="1"/>
                  </a:moveTo>
                  <a:cubicBezTo>
                    <a:pt x="0" y="1"/>
                    <a:pt x="0" y="440"/>
                    <a:pt x="296" y="440"/>
                  </a:cubicBezTo>
                  <a:lnTo>
                    <a:pt x="735" y="440"/>
                  </a:lnTo>
                  <a:cubicBezTo>
                    <a:pt x="1021" y="440"/>
                    <a:pt x="1021" y="1"/>
                    <a:pt x="735" y="1"/>
                  </a:cubicBezTo>
                  <a:close/>
                </a:path>
              </a:pathLst>
            </a:custGeom>
            <a:solidFill>
              <a:srgbClr val="213B5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496" name="Google Shape;15496;p44"/>
            <p:cNvSpPr/>
            <p:nvPr/>
          </p:nvSpPr>
          <p:spPr>
            <a:xfrm>
              <a:off x="5501211" y="1611666"/>
              <a:ext cx="26761" cy="11521"/>
            </a:xfrm>
            <a:custGeom>
              <a:rect b="b" l="l" r="r" t="t"/>
              <a:pathLst>
                <a:path extrusionOk="0" h="440" w="1022">
                  <a:moveTo>
                    <a:pt x="297" y="1"/>
                  </a:moveTo>
                  <a:cubicBezTo>
                    <a:pt x="1" y="1"/>
                    <a:pt x="1" y="440"/>
                    <a:pt x="297" y="440"/>
                  </a:cubicBezTo>
                  <a:lnTo>
                    <a:pt x="736" y="440"/>
                  </a:lnTo>
                  <a:cubicBezTo>
                    <a:pt x="1022" y="440"/>
                    <a:pt x="1022" y="1"/>
                    <a:pt x="736" y="1"/>
                  </a:cubicBezTo>
                  <a:close/>
                </a:path>
              </a:pathLst>
            </a:custGeom>
            <a:solidFill>
              <a:srgbClr val="213B5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497" name="Google Shape;15497;p44"/>
            <p:cNvSpPr/>
            <p:nvPr/>
          </p:nvSpPr>
          <p:spPr>
            <a:xfrm>
              <a:off x="5353842" y="1786792"/>
              <a:ext cx="46740" cy="70961"/>
            </a:xfrm>
            <a:custGeom>
              <a:rect b="b" l="l" r="r" t="t"/>
              <a:pathLst>
                <a:path extrusionOk="0" h="2710" w="1785">
                  <a:moveTo>
                    <a:pt x="287" y="0"/>
                  </a:moveTo>
                  <a:cubicBezTo>
                    <a:pt x="172" y="96"/>
                    <a:pt x="77" y="210"/>
                    <a:pt x="0" y="334"/>
                  </a:cubicBezTo>
                  <a:lnTo>
                    <a:pt x="1117" y="1298"/>
                  </a:lnTo>
                  <a:cubicBezTo>
                    <a:pt x="1260" y="1422"/>
                    <a:pt x="1346" y="1603"/>
                    <a:pt x="1346" y="1794"/>
                  </a:cubicBezTo>
                  <a:lnTo>
                    <a:pt x="1346" y="2710"/>
                  </a:lnTo>
                  <a:lnTo>
                    <a:pt x="1784" y="2710"/>
                  </a:lnTo>
                  <a:lnTo>
                    <a:pt x="1784" y="1794"/>
                  </a:lnTo>
                  <a:cubicBezTo>
                    <a:pt x="1784" y="1479"/>
                    <a:pt x="1641" y="1174"/>
                    <a:pt x="1403" y="973"/>
                  </a:cubicBezTo>
                  <a:lnTo>
                    <a:pt x="287" y="0"/>
                  </a:ln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498" name="Google Shape;15498;p44"/>
            <p:cNvSpPr/>
            <p:nvPr/>
          </p:nvSpPr>
          <p:spPr>
            <a:xfrm>
              <a:off x="5560415" y="1786792"/>
              <a:ext cx="46740" cy="70961"/>
            </a:xfrm>
            <a:custGeom>
              <a:rect b="b" l="l" r="r" t="t"/>
              <a:pathLst>
                <a:path extrusionOk="0" h="2710" w="1785">
                  <a:moveTo>
                    <a:pt x="1489" y="0"/>
                  </a:moveTo>
                  <a:lnTo>
                    <a:pt x="383" y="973"/>
                  </a:lnTo>
                  <a:cubicBezTo>
                    <a:pt x="134" y="1174"/>
                    <a:pt x="1" y="1479"/>
                    <a:pt x="1" y="1794"/>
                  </a:cubicBezTo>
                  <a:lnTo>
                    <a:pt x="1" y="2710"/>
                  </a:lnTo>
                  <a:lnTo>
                    <a:pt x="440" y="2710"/>
                  </a:lnTo>
                  <a:lnTo>
                    <a:pt x="440" y="1794"/>
                  </a:lnTo>
                  <a:cubicBezTo>
                    <a:pt x="440" y="1603"/>
                    <a:pt x="516" y="1422"/>
                    <a:pt x="669" y="1298"/>
                  </a:cubicBezTo>
                  <a:lnTo>
                    <a:pt x="1785" y="334"/>
                  </a:lnTo>
                  <a:cubicBezTo>
                    <a:pt x="1699" y="210"/>
                    <a:pt x="1604" y="96"/>
                    <a:pt x="1489" y="0"/>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499" name="Google Shape;15499;p44"/>
            <p:cNvSpPr/>
            <p:nvPr/>
          </p:nvSpPr>
          <p:spPr>
            <a:xfrm>
              <a:off x="5480499" y="1502972"/>
              <a:ext cx="149909" cy="256613"/>
            </a:xfrm>
            <a:custGeom>
              <a:rect b="b" l="l" r="r" t="t"/>
              <a:pathLst>
                <a:path extrusionOk="0" h="9800" w="5725">
                  <a:moveTo>
                    <a:pt x="785" y="1"/>
                  </a:moveTo>
                  <a:cubicBezTo>
                    <a:pt x="590" y="1"/>
                    <a:pt x="398" y="58"/>
                    <a:pt x="239" y="164"/>
                  </a:cubicBezTo>
                  <a:cubicBezTo>
                    <a:pt x="162" y="212"/>
                    <a:pt x="76" y="231"/>
                    <a:pt x="0" y="231"/>
                  </a:cubicBezTo>
                  <a:lnTo>
                    <a:pt x="0" y="2187"/>
                  </a:lnTo>
                  <a:cubicBezTo>
                    <a:pt x="563" y="2902"/>
                    <a:pt x="1393" y="2330"/>
                    <a:pt x="2185" y="3589"/>
                  </a:cubicBezTo>
                  <a:cubicBezTo>
                    <a:pt x="2843" y="4667"/>
                    <a:pt x="3683" y="4629"/>
                    <a:pt x="3969" y="5468"/>
                  </a:cubicBezTo>
                  <a:cubicBezTo>
                    <a:pt x="4055" y="5707"/>
                    <a:pt x="4007" y="5974"/>
                    <a:pt x="4026" y="6222"/>
                  </a:cubicBezTo>
                  <a:cubicBezTo>
                    <a:pt x="4150" y="7653"/>
                    <a:pt x="5238" y="8302"/>
                    <a:pt x="5724" y="9799"/>
                  </a:cubicBezTo>
                  <a:cubicBezTo>
                    <a:pt x="5676" y="9551"/>
                    <a:pt x="5648" y="9303"/>
                    <a:pt x="5657" y="9055"/>
                  </a:cubicBezTo>
                  <a:cubicBezTo>
                    <a:pt x="5676" y="7796"/>
                    <a:pt x="5257" y="7577"/>
                    <a:pt x="5047" y="6842"/>
                  </a:cubicBezTo>
                  <a:cubicBezTo>
                    <a:pt x="4837" y="6098"/>
                    <a:pt x="5047" y="5592"/>
                    <a:pt x="4799" y="4772"/>
                  </a:cubicBezTo>
                  <a:cubicBezTo>
                    <a:pt x="4570" y="4009"/>
                    <a:pt x="4150" y="3875"/>
                    <a:pt x="4016" y="2788"/>
                  </a:cubicBezTo>
                  <a:cubicBezTo>
                    <a:pt x="3797" y="956"/>
                    <a:pt x="1813" y="2"/>
                    <a:pt x="830" y="2"/>
                  </a:cubicBezTo>
                  <a:cubicBezTo>
                    <a:pt x="815" y="1"/>
                    <a:pt x="800" y="1"/>
                    <a:pt x="785" y="1"/>
                  </a:cubicBezTo>
                  <a:close/>
                </a:path>
              </a:pathLst>
            </a:custGeom>
            <a:solidFill>
              <a:srgbClr val="39516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500" name="Google Shape;15500;p44"/>
            <p:cNvSpPr/>
            <p:nvPr/>
          </p:nvSpPr>
          <p:spPr>
            <a:xfrm>
              <a:off x="5330354" y="1502972"/>
              <a:ext cx="149909" cy="256351"/>
            </a:xfrm>
            <a:custGeom>
              <a:rect b="b" l="l" r="r" t="t"/>
              <a:pathLst>
                <a:path extrusionOk="0" h="9790" w="5725">
                  <a:moveTo>
                    <a:pt x="4938" y="1"/>
                  </a:moveTo>
                  <a:cubicBezTo>
                    <a:pt x="4923" y="1"/>
                    <a:pt x="4909" y="1"/>
                    <a:pt x="4895" y="2"/>
                  </a:cubicBezTo>
                  <a:cubicBezTo>
                    <a:pt x="3902" y="2"/>
                    <a:pt x="1928" y="956"/>
                    <a:pt x="1699" y="2788"/>
                  </a:cubicBezTo>
                  <a:cubicBezTo>
                    <a:pt x="1575" y="3875"/>
                    <a:pt x="1155" y="4009"/>
                    <a:pt x="926" y="4772"/>
                  </a:cubicBezTo>
                  <a:cubicBezTo>
                    <a:pt x="678" y="5592"/>
                    <a:pt x="888" y="6098"/>
                    <a:pt x="678" y="6842"/>
                  </a:cubicBezTo>
                  <a:cubicBezTo>
                    <a:pt x="468" y="7577"/>
                    <a:pt x="48" y="7796"/>
                    <a:pt x="67" y="9055"/>
                  </a:cubicBezTo>
                  <a:cubicBezTo>
                    <a:pt x="77" y="9303"/>
                    <a:pt x="48" y="9551"/>
                    <a:pt x="1" y="9790"/>
                  </a:cubicBezTo>
                  <a:cubicBezTo>
                    <a:pt x="487" y="8302"/>
                    <a:pt x="1584" y="7653"/>
                    <a:pt x="1689" y="6222"/>
                  </a:cubicBezTo>
                  <a:cubicBezTo>
                    <a:pt x="1718" y="5974"/>
                    <a:pt x="1670" y="5707"/>
                    <a:pt x="1756" y="5468"/>
                  </a:cubicBezTo>
                  <a:cubicBezTo>
                    <a:pt x="2042" y="4629"/>
                    <a:pt x="2872" y="4667"/>
                    <a:pt x="3540" y="3589"/>
                  </a:cubicBezTo>
                  <a:cubicBezTo>
                    <a:pt x="4322" y="2330"/>
                    <a:pt x="5162" y="2902"/>
                    <a:pt x="5725" y="2187"/>
                  </a:cubicBezTo>
                  <a:lnTo>
                    <a:pt x="5725" y="231"/>
                  </a:lnTo>
                  <a:cubicBezTo>
                    <a:pt x="5639" y="231"/>
                    <a:pt x="5553" y="212"/>
                    <a:pt x="5486" y="164"/>
                  </a:cubicBezTo>
                  <a:cubicBezTo>
                    <a:pt x="5318" y="58"/>
                    <a:pt x="5125" y="1"/>
                    <a:pt x="4938" y="1"/>
                  </a:cubicBezTo>
                  <a:close/>
                </a:path>
              </a:pathLst>
            </a:custGeom>
            <a:solidFill>
              <a:srgbClr val="576D8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5501" name="Google Shape;15501;p44"/>
          <p:cNvGrpSpPr/>
          <p:nvPr/>
        </p:nvGrpSpPr>
        <p:grpSpPr>
          <a:xfrm>
            <a:off x="6253637" y="3637701"/>
            <a:ext cx="274550" cy="354833"/>
            <a:chOff x="6253637" y="3790101"/>
            <a:chExt cx="274550" cy="354833"/>
          </a:xfrm>
        </p:grpSpPr>
        <p:sp>
          <p:nvSpPr>
            <p:cNvPr id="15502" name="Google Shape;15502;p44"/>
            <p:cNvSpPr/>
            <p:nvPr/>
          </p:nvSpPr>
          <p:spPr>
            <a:xfrm>
              <a:off x="6253637" y="3987300"/>
              <a:ext cx="274550" cy="157634"/>
            </a:xfrm>
            <a:custGeom>
              <a:rect b="b" l="l" r="r" t="t"/>
              <a:pathLst>
                <a:path extrusionOk="0" h="6020" w="10485">
                  <a:moveTo>
                    <a:pt x="3702" y="0"/>
                  </a:moveTo>
                  <a:cubicBezTo>
                    <a:pt x="3702" y="678"/>
                    <a:pt x="3253" y="1279"/>
                    <a:pt x="2605" y="1469"/>
                  </a:cubicBezTo>
                  <a:lnTo>
                    <a:pt x="935" y="1956"/>
                  </a:lnTo>
                  <a:cubicBezTo>
                    <a:pt x="382" y="2128"/>
                    <a:pt x="0" y="2633"/>
                    <a:pt x="0" y="3215"/>
                  </a:cubicBezTo>
                  <a:lnTo>
                    <a:pt x="0" y="5362"/>
                  </a:lnTo>
                  <a:cubicBezTo>
                    <a:pt x="0" y="5724"/>
                    <a:pt x="286" y="6020"/>
                    <a:pt x="649" y="6020"/>
                  </a:cubicBezTo>
                  <a:lnTo>
                    <a:pt x="9826" y="6020"/>
                  </a:lnTo>
                  <a:cubicBezTo>
                    <a:pt x="10189" y="6020"/>
                    <a:pt x="10485" y="5724"/>
                    <a:pt x="10485" y="5362"/>
                  </a:cubicBezTo>
                  <a:lnTo>
                    <a:pt x="10485" y="3215"/>
                  </a:lnTo>
                  <a:cubicBezTo>
                    <a:pt x="10485" y="2633"/>
                    <a:pt x="10094" y="2118"/>
                    <a:pt x="9531" y="1956"/>
                  </a:cubicBezTo>
                  <a:lnTo>
                    <a:pt x="7861" y="1469"/>
                  </a:lnTo>
                  <a:cubicBezTo>
                    <a:pt x="7212" y="1279"/>
                    <a:pt x="6764" y="678"/>
                    <a:pt x="6764" y="0"/>
                  </a:cubicBezTo>
                  <a:close/>
                </a:path>
              </a:pathLst>
            </a:custGeom>
            <a:solidFill>
              <a:srgbClr val="6F809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503" name="Google Shape;15503;p44"/>
            <p:cNvSpPr/>
            <p:nvPr/>
          </p:nvSpPr>
          <p:spPr>
            <a:xfrm>
              <a:off x="6310590" y="3801701"/>
              <a:ext cx="160147" cy="244830"/>
            </a:xfrm>
            <a:custGeom>
              <a:rect b="b" l="l" r="r" t="t"/>
              <a:pathLst>
                <a:path extrusionOk="0" h="9350" w="6116">
                  <a:moveTo>
                    <a:pt x="3063" y="0"/>
                  </a:moveTo>
                  <a:cubicBezTo>
                    <a:pt x="1374" y="0"/>
                    <a:pt x="0" y="1364"/>
                    <a:pt x="0" y="3053"/>
                  </a:cubicBezTo>
                  <a:lnTo>
                    <a:pt x="0" y="4579"/>
                  </a:lnTo>
                  <a:cubicBezTo>
                    <a:pt x="0" y="6344"/>
                    <a:pt x="1117" y="7403"/>
                    <a:pt x="2099" y="8348"/>
                  </a:cubicBezTo>
                  <a:cubicBezTo>
                    <a:pt x="2443" y="8653"/>
                    <a:pt x="2767" y="8987"/>
                    <a:pt x="3053" y="9349"/>
                  </a:cubicBezTo>
                  <a:cubicBezTo>
                    <a:pt x="3349" y="8987"/>
                    <a:pt x="3664" y="8653"/>
                    <a:pt x="4007" y="8348"/>
                  </a:cubicBezTo>
                  <a:cubicBezTo>
                    <a:pt x="4999" y="7403"/>
                    <a:pt x="6106" y="6344"/>
                    <a:pt x="6106" y="4579"/>
                  </a:cubicBezTo>
                  <a:lnTo>
                    <a:pt x="6115" y="3053"/>
                  </a:lnTo>
                  <a:cubicBezTo>
                    <a:pt x="6115" y="1364"/>
                    <a:pt x="4751" y="0"/>
                    <a:pt x="3063" y="0"/>
                  </a:cubicBezTo>
                  <a:close/>
                </a:path>
              </a:pathLst>
            </a:custGeom>
            <a:solidFill>
              <a:srgbClr val="52667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504" name="Google Shape;15504;p44"/>
            <p:cNvSpPr/>
            <p:nvPr/>
          </p:nvSpPr>
          <p:spPr>
            <a:xfrm>
              <a:off x="6373276" y="3984551"/>
              <a:ext cx="34512" cy="68709"/>
            </a:xfrm>
            <a:custGeom>
              <a:rect b="b" l="l" r="r" t="t"/>
              <a:pathLst>
                <a:path extrusionOk="0" h="2624" w="1318">
                  <a:moveTo>
                    <a:pt x="1" y="0"/>
                  </a:moveTo>
                  <a:lnTo>
                    <a:pt x="1" y="1966"/>
                  </a:lnTo>
                  <a:lnTo>
                    <a:pt x="659" y="2624"/>
                  </a:lnTo>
                  <a:lnTo>
                    <a:pt x="1317" y="1966"/>
                  </a:lnTo>
                  <a:lnTo>
                    <a:pt x="1317" y="0"/>
                  </a:ln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505" name="Google Shape;15505;p44"/>
            <p:cNvSpPr/>
            <p:nvPr/>
          </p:nvSpPr>
          <p:spPr>
            <a:xfrm>
              <a:off x="6373276" y="4001781"/>
              <a:ext cx="34512" cy="11521"/>
            </a:xfrm>
            <a:custGeom>
              <a:rect b="b" l="l" r="r" t="t"/>
              <a:pathLst>
                <a:path extrusionOk="0" h="440" w="1318">
                  <a:moveTo>
                    <a:pt x="1" y="1"/>
                  </a:moveTo>
                  <a:lnTo>
                    <a:pt x="1" y="439"/>
                  </a:lnTo>
                  <a:lnTo>
                    <a:pt x="1317" y="439"/>
                  </a:lnTo>
                  <a:lnTo>
                    <a:pt x="1317" y="1"/>
                  </a:lnTo>
                  <a:close/>
                </a:path>
              </a:pathLst>
            </a:custGeom>
            <a:solidFill>
              <a:srgbClr val="909DA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506" name="Google Shape;15506;p44"/>
            <p:cNvSpPr/>
            <p:nvPr/>
          </p:nvSpPr>
          <p:spPr>
            <a:xfrm>
              <a:off x="6373276" y="4024771"/>
              <a:ext cx="34512" cy="11260"/>
            </a:xfrm>
            <a:custGeom>
              <a:rect b="b" l="l" r="r" t="t"/>
              <a:pathLst>
                <a:path extrusionOk="0" h="430" w="1318">
                  <a:moveTo>
                    <a:pt x="1" y="0"/>
                  </a:moveTo>
                  <a:lnTo>
                    <a:pt x="1" y="430"/>
                  </a:lnTo>
                  <a:lnTo>
                    <a:pt x="1317" y="430"/>
                  </a:lnTo>
                  <a:lnTo>
                    <a:pt x="1317" y="0"/>
                  </a:lnTo>
                  <a:close/>
                </a:path>
              </a:pathLst>
            </a:custGeom>
            <a:solidFill>
              <a:srgbClr val="909DA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507" name="Google Shape;15507;p44"/>
            <p:cNvSpPr/>
            <p:nvPr/>
          </p:nvSpPr>
          <p:spPr>
            <a:xfrm>
              <a:off x="6333318" y="3927337"/>
              <a:ext cx="114428" cy="65724"/>
            </a:xfrm>
            <a:custGeom>
              <a:rect b="b" l="l" r="r" t="t"/>
              <a:pathLst>
                <a:path extrusionOk="0" h="2510" w="4370">
                  <a:moveTo>
                    <a:pt x="1" y="1"/>
                  </a:moveTo>
                  <a:lnTo>
                    <a:pt x="1" y="1165"/>
                  </a:lnTo>
                  <a:cubicBezTo>
                    <a:pt x="1" y="1518"/>
                    <a:pt x="220" y="1842"/>
                    <a:pt x="544" y="1975"/>
                  </a:cubicBezTo>
                  <a:lnTo>
                    <a:pt x="1613" y="2395"/>
                  </a:lnTo>
                  <a:cubicBezTo>
                    <a:pt x="1799" y="2472"/>
                    <a:pt x="1992" y="2510"/>
                    <a:pt x="2184" y="2510"/>
                  </a:cubicBezTo>
                  <a:cubicBezTo>
                    <a:pt x="2376" y="2510"/>
                    <a:pt x="2567" y="2472"/>
                    <a:pt x="2748" y="2395"/>
                  </a:cubicBezTo>
                  <a:lnTo>
                    <a:pt x="3816" y="1975"/>
                  </a:lnTo>
                  <a:cubicBezTo>
                    <a:pt x="4150" y="1842"/>
                    <a:pt x="4370" y="1518"/>
                    <a:pt x="4370" y="1165"/>
                  </a:cubicBezTo>
                  <a:lnTo>
                    <a:pt x="4370" y="1"/>
                  </a:ln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508" name="Google Shape;15508;p44"/>
            <p:cNvSpPr/>
            <p:nvPr/>
          </p:nvSpPr>
          <p:spPr>
            <a:xfrm>
              <a:off x="6333318" y="3927337"/>
              <a:ext cx="114428" cy="34512"/>
            </a:xfrm>
            <a:custGeom>
              <a:rect b="b" l="l" r="r" t="t"/>
              <a:pathLst>
                <a:path extrusionOk="0" h="1318" w="4370">
                  <a:moveTo>
                    <a:pt x="1" y="1"/>
                  </a:moveTo>
                  <a:lnTo>
                    <a:pt x="1" y="611"/>
                  </a:lnTo>
                  <a:lnTo>
                    <a:pt x="506" y="783"/>
                  </a:lnTo>
                  <a:cubicBezTo>
                    <a:pt x="640" y="1107"/>
                    <a:pt x="954" y="1317"/>
                    <a:pt x="1307" y="1317"/>
                  </a:cubicBezTo>
                  <a:lnTo>
                    <a:pt x="3063" y="1317"/>
                  </a:lnTo>
                  <a:cubicBezTo>
                    <a:pt x="3406" y="1317"/>
                    <a:pt x="3731" y="1107"/>
                    <a:pt x="3864" y="783"/>
                  </a:cubicBezTo>
                  <a:lnTo>
                    <a:pt x="4370" y="611"/>
                  </a:lnTo>
                  <a:lnTo>
                    <a:pt x="4370" y="1"/>
                  </a:lnTo>
                  <a:close/>
                </a:path>
              </a:pathLst>
            </a:custGeom>
            <a:solidFill>
              <a:srgbClr val="909DA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509" name="Google Shape;15509;p44"/>
            <p:cNvSpPr/>
            <p:nvPr/>
          </p:nvSpPr>
          <p:spPr>
            <a:xfrm>
              <a:off x="6321823" y="3812935"/>
              <a:ext cx="137419" cy="143232"/>
            </a:xfrm>
            <a:custGeom>
              <a:rect b="b" l="l" r="r" t="t"/>
              <a:pathLst>
                <a:path extrusionOk="0" h="5470" w="5248">
                  <a:moveTo>
                    <a:pt x="2612" y="0"/>
                  </a:moveTo>
                  <a:cubicBezTo>
                    <a:pt x="2600" y="0"/>
                    <a:pt x="2588" y="0"/>
                    <a:pt x="2576" y="0"/>
                  </a:cubicBezTo>
                  <a:cubicBezTo>
                    <a:pt x="1136" y="29"/>
                    <a:pt x="1" y="1269"/>
                    <a:pt x="1" y="2710"/>
                  </a:cubicBezTo>
                  <a:lnTo>
                    <a:pt x="1" y="3902"/>
                  </a:lnTo>
                  <a:cubicBezTo>
                    <a:pt x="1" y="4188"/>
                    <a:pt x="182" y="4436"/>
                    <a:pt x="449" y="4522"/>
                  </a:cubicBezTo>
                  <a:lnTo>
                    <a:pt x="1088" y="4742"/>
                  </a:lnTo>
                  <a:cubicBezTo>
                    <a:pt x="1203" y="4780"/>
                    <a:pt x="1298" y="4866"/>
                    <a:pt x="1346" y="4980"/>
                  </a:cubicBezTo>
                  <a:cubicBezTo>
                    <a:pt x="1413" y="5142"/>
                    <a:pt x="1575" y="5247"/>
                    <a:pt x="1746" y="5247"/>
                  </a:cubicBezTo>
                  <a:cubicBezTo>
                    <a:pt x="1746" y="5395"/>
                    <a:pt x="1856" y="5469"/>
                    <a:pt x="1966" y="5469"/>
                  </a:cubicBezTo>
                  <a:cubicBezTo>
                    <a:pt x="2076" y="5469"/>
                    <a:pt x="2185" y="5395"/>
                    <a:pt x="2185" y="5247"/>
                  </a:cubicBezTo>
                  <a:lnTo>
                    <a:pt x="2405" y="5247"/>
                  </a:lnTo>
                  <a:cubicBezTo>
                    <a:pt x="2405" y="5395"/>
                    <a:pt x="2514" y="5469"/>
                    <a:pt x="2624" y="5469"/>
                  </a:cubicBezTo>
                  <a:cubicBezTo>
                    <a:pt x="2734" y="5469"/>
                    <a:pt x="2844" y="5395"/>
                    <a:pt x="2844" y="5247"/>
                  </a:cubicBezTo>
                  <a:lnTo>
                    <a:pt x="3063" y="5247"/>
                  </a:lnTo>
                  <a:cubicBezTo>
                    <a:pt x="3063" y="5395"/>
                    <a:pt x="3170" y="5469"/>
                    <a:pt x="3278" y="5469"/>
                  </a:cubicBezTo>
                  <a:cubicBezTo>
                    <a:pt x="3385" y="5469"/>
                    <a:pt x="3492" y="5395"/>
                    <a:pt x="3492" y="5247"/>
                  </a:cubicBezTo>
                  <a:cubicBezTo>
                    <a:pt x="3674" y="5247"/>
                    <a:pt x="3836" y="5142"/>
                    <a:pt x="3903" y="4980"/>
                  </a:cubicBezTo>
                  <a:cubicBezTo>
                    <a:pt x="3950" y="4866"/>
                    <a:pt x="4046" y="4780"/>
                    <a:pt x="4160" y="4742"/>
                  </a:cubicBezTo>
                  <a:lnTo>
                    <a:pt x="4799" y="4522"/>
                  </a:lnTo>
                  <a:cubicBezTo>
                    <a:pt x="5066" y="4436"/>
                    <a:pt x="5248" y="4188"/>
                    <a:pt x="5248" y="3902"/>
                  </a:cubicBezTo>
                  <a:lnTo>
                    <a:pt x="5248" y="2624"/>
                  </a:lnTo>
                  <a:cubicBezTo>
                    <a:pt x="5248" y="1167"/>
                    <a:pt x="4055" y="0"/>
                    <a:pt x="2612" y="0"/>
                  </a:cubicBezTo>
                  <a:close/>
                </a:path>
              </a:pathLst>
            </a:custGeom>
            <a:solidFill>
              <a:srgbClr val="D4DDE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510" name="Google Shape;15510;p44"/>
            <p:cNvSpPr/>
            <p:nvPr/>
          </p:nvSpPr>
          <p:spPr>
            <a:xfrm>
              <a:off x="6384772" y="3915972"/>
              <a:ext cx="11521" cy="17151"/>
            </a:xfrm>
            <a:custGeom>
              <a:rect b="b" l="l" r="r" t="t"/>
              <a:pathLst>
                <a:path extrusionOk="0" h="655" w="440">
                  <a:moveTo>
                    <a:pt x="220" y="1"/>
                  </a:moveTo>
                  <a:cubicBezTo>
                    <a:pt x="110" y="1"/>
                    <a:pt x="1" y="72"/>
                    <a:pt x="1" y="215"/>
                  </a:cubicBezTo>
                  <a:lnTo>
                    <a:pt x="1" y="435"/>
                  </a:lnTo>
                  <a:cubicBezTo>
                    <a:pt x="1" y="559"/>
                    <a:pt x="96" y="654"/>
                    <a:pt x="220" y="654"/>
                  </a:cubicBezTo>
                  <a:cubicBezTo>
                    <a:pt x="344" y="654"/>
                    <a:pt x="440" y="559"/>
                    <a:pt x="440" y="435"/>
                  </a:cubicBezTo>
                  <a:lnTo>
                    <a:pt x="440" y="215"/>
                  </a:lnTo>
                  <a:cubicBezTo>
                    <a:pt x="440" y="72"/>
                    <a:pt x="330" y="1"/>
                    <a:pt x="220" y="1"/>
                  </a:cubicBezTo>
                  <a:close/>
                </a:path>
              </a:pathLst>
            </a:custGeom>
            <a:solidFill>
              <a:srgbClr val="52667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511" name="Google Shape;15511;p44"/>
            <p:cNvSpPr/>
            <p:nvPr/>
          </p:nvSpPr>
          <p:spPr>
            <a:xfrm>
              <a:off x="6321823" y="3812935"/>
              <a:ext cx="85965" cy="128909"/>
            </a:xfrm>
            <a:custGeom>
              <a:rect b="b" l="l" r="r" t="t"/>
              <a:pathLst>
                <a:path extrusionOk="0" h="4923" w="3283">
                  <a:moveTo>
                    <a:pt x="2576" y="0"/>
                  </a:moveTo>
                  <a:cubicBezTo>
                    <a:pt x="1136" y="29"/>
                    <a:pt x="1" y="1269"/>
                    <a:pt x="1" y="2710"/>
                  </a:cubicBezTo>
                  <a:lnTo>
                    <a:pt x="1" y="3902"/>
                  </a:lnTo>
                  <a:cubicBezTo>
                    <a:pt x="1" y="4188"/>
                    <a:pt x="182" y="4436"/>
                    <a:pt x="449" y="4522"/>
                  </a:cubicBezTo>
                  <a:lnTo>
                    <a:pt x="1088" y="4742"/>
                  </a:lnTo>
                  <a:cubicBezTo>
                    <a:pt x="1184" y="4770"/>
                    <a:pt x="1260" y="4837"/>
                    <a:pt x="1317" y="4923"/>
                  </a:cubicBezTo>
                  <a:lnTo>
                    <a:pt x="1317" y="2624"/>
                  </a:lnTo>
                  <a:cubicBezTo>
                    <a:pt x="1317" y="1431"/>
                    <a:pt x="2119" y="392"/>
                    <a:pt x="3282" y="86"/>
                  </a:cubicBezTo>
                  <a:cubicBezTo>
                    <a:pt x="3053" y="29"/>
                    <a:pt x="2815" y="0"/>
                    <a:pt x="2576" y="0"/>
                  </a:cubicBezTo>
                  <a:close/>
                </a:path>
              </a:pathLst>
            </a:custGeom>
            <a:solidFill>
              <a:srgbClr val="E0E7E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512" name="Google Shape;15512;p44"/>
            <p:cNvSpPr/>
            <p:nvPr/>
          </p:nvSpPr>
          <p:spPr>
            <a:xfrm>
              <a:off x="6344813" y="3881618"/>
              <a:ext cx="34250" cy="34512"/>
            </a:xfrm>
            <a:custGeom>
              <a:rect b="b" l="l" r="r" t="t"/>
              <a:pathLst>
                <a:path extrusionOk="0" h="1318" w="1308">
                  <a:moveTo>
                    <a:pt x="649" y="1"/>
                  </a:moveTo>
                  <a:cubicBezTo>
                    <a:pt x="287" y="1"/>
                    <a:pt x="0" y="297"/>
                    <a:pt x="0" y="659"/>
                  </a:cubicBezTo>
                  <a:cubicBezTo>
                    <a:pt x="0" y="1022"/>
                    <a:pt x="287" y="1317"/>
                    <a:pt x="649" y="1317"/>
                  </a:cubicBezTo>
                  <a:cubicBezTo>
                    <a:pt x="1012" y="1317"/>
                    <a:pt x="1307" y="1022"/>
                    <a:pt x="1307" y="659"/>
                  </a:cubicBezTo>
                  <a:cubicBezTo>
                    <a:pt x="1307" y="297"/>
                    <a:pt x="1012" y="1"/>
                    <a:pt x="649" y="1"/>
                  </a:cubicBezTo>
                  <a:close/>
                </a:path>
              </a:pathLst>
            </a:custGeom>
            <a:solidFill>
              <a:srgbClr val="6F809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513" name="Google Shape;15513;p44"/>
            <p:cNvSpPr/>
            <p:nvPr/>
          </p:nvSpPr>
          <p:spPr>
            <a:xfrm>
              <a:off x="6341566" y="3881382"/>
              <a:ext cx="40482" cy="23252"/>
            </a:xfrm>
            <a:custGeom>
              <a:rect b="b" l="l" r="r" t="t"/>
              <a:pathLst>
                <a:path extrusionOk="0" h="888" w="1546">
                  <a:moveTo>
                    <a:pt x="773" y="0"/>
                  </a:moveTo>
                  <a:cubicBezTo>
                    <a:pt x="325" y="0"/>
                    <a:pt x="0" y="458"/>
                    <a:pt x="162" y="888"/>
                  </a:cubicBezTo>
                  <a:cubicBezTo>
                    <a:pt x="258" y="620"/>
                    <a:pt x="496" y="449"/>
                    <a:pt x="773" y="449"/>
                  </a:cubicBezTo>
                  <a:cubicBezTo>
                    <a:pt x="1050" y="449"/>
                    <a:pt x="1298" y="620"/>
                    <a:pt x="1393" y="888"/>
                  </a:cubicBezTo>
                  <a:cubicBezTo>
                    <a:pt x="1546" y="458"/>
                    <a:pt x="1231" y="0"/>
                    <a:pt x="773" y="0"/>
                  </a:cubicBezTo>
                  <a:close/>
                </a:path>
              </a:pathLst>
            </a:custGeom>
            <a:solidFill>
              <a:srgbClr val="52667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514" name="Google Shape;15514;p44"/>
            <p:cNvSpPr/>
            <p:nvPr/>
          </p:nvSpPr>
          <p:spPr>
            <a:xfrm>
              <a:off x="6402001" y="3881618"/>
              <a:ext cx="34250" cy="34512"/>
            </a:xfrm>
            <a:custGeom>
              <a:rect b="b" l="l" r="r" t="t"/>
              <a:pathLst>
                <a:path extrusionOk="0" h="1318" w="1308">
                  <a:moveTo>
                    <a:pt x="650" y="1"/>
                  </a:moveTo>
                  <a:cubicBezTo>
                    <a:pt x="287" y="1"/>
                    <a:pt x="1" y="297"/>
                    <a:pt x="1" y="659"/>
                  </a:cubicBezTo>
                  <a:cubicBezTo>
                    <a:pt x="1" y="1022"/>
                    <a:pt x="287" y="1317"/>
                    <a:pt x="650" y="1317"/>
                  </a:cubicBezTo>
                  <a:cubicBezTo>
                    <a:pt x="1012" y="1317"/>
                    <a:pt x="1308" y="1022"/>
                    <a:pt x="1308" y="659"/>
                  </a:cubicBezTo>
                  <a:cubicBezTo>
                    <a:pt x="1308" y="297"/>
                    <a:pt x="1012" y="1"/>
                    <a:pt x="650" y="1"/>
                  </a:cubicBezTo>
                  <a:close/>
                </a:path>
              </a:pathLst>
            </a:custGeom>
            <a:solidFill>
              <a:srgbClr val="6F809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515" name="Google Shape;15515;p44"/>
            <p:cNvSpPr/>
            <p:nvPr/>
          </p:nvSpPr>
          <p:spPr>
            <a:xfrm>
              <a:off x="6398754" y="3881382"/>
              <a:ext cx="40744" cy="23252"/>
            </a:xfrm>
            <a:custGeom>
              <a:rect b="b" l="l" r="r" t="t"/>
              <a:pathLst>
                <a:path extrusionOk="0" h="888" w="1556">
                  <a:moveTo>
                    <a:pt x="783" y="0"/>
                  </a:moveTo>
                  <a:cubicBezTo>
                    <a:pt x="325" y="0"/>
                    <a:pt x="1" y="458"/>
                    <a:pt x="163" y="888"/>
                  </a:cubicBezTo>
                  <a:cubicBezTo>
                    <a:pt x="249" y="630"/>
                    <a:pt x="497" y="449"/>
                    <a:pt x="774" y="449"/>
                  </a:cubicBezTo>
                  <a:cubicBezTo>
                    <a:pt x="1060" y="449"/>
                    <a:pt x="1298" y="620"/>
                    <a:pt x="1394" y="888"/>
                  </a:cubicBezTo>
                  <a:cubicBezTo>
                    <a:pt x="1556" y="458"/>
                    <a:pt x="1232" y="0"/>
                    <a:pt x="783" y="0"/>
                  </a:cubicBezTo>
                  <a:close/>
                </a:path>
              </a:pathLst>
            </a:custGeom>
            <a:solidFill>
              <a:srgbClr val="52667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516" name="Google Shape;15516;p44"/>
            <p:cNvSpPr/>
            <p:nvPr/>
          </p:nvSpPr>
          <p:spPr>
            <a:xfrm>
              <a:off x="6299094" y="3790101"/>
              <a:ext cx="182876" cy="354833"/>
            </a:xfrm>
            <a:custGeom>
              <a:rect b="b" l="l" r="r" t="t"/>
              <a:pathLst>
                <a:path extrusionOk="0" h="13551" w="6984">
                  <a:moveTo>
                    <a:pt x="3502" y="443"/>
                  </a:moveTo>
                  <a:cubicBezTo>
                    <a:pt x="5190" y="443"/>
                    <a:pt x="6554" y="1807"/>
                    <a:pt x="6554" y="3496"/>
                  </a:cubicBezTo>
                  <a:lnTo>
                    <a:pt x="6545" y="5032"/>
                  </a:lnTo>
                  <a:cubicBezTo>
                    <a:pt x="6545" y="6787"/>
                    <a:pt x="5438" y="7846"/>
                    <a:pt x="4446" y="8791"/>
                  </a:cubicBezTo>
                  <a:cubicBezTo>
                    <a:pt x="4103" y="9096"/>
                    <a:pt x="3788" y="9430"/>
                    <a:pt x="3492" y="9792"/>
                  </a:cubicBezTo>
                  <a:cubicBezTo>
                    <a:pt x="3206" y="9430"/>
                    <a:pt x="2882" y="9096"/>
                    <a:pt x="2538" y="8791"/>
                  </a:cubicBezTo>
                  <a:cubicBezTo>
                    <a:pt x="1556" y="7846"/>
                    <a:pt x="439" y="6787"/>
                    <a:pt x="439" y="5032"/>
                  </a:cubicBezTo>
                  <a:lnTo>
                    <a:pt x="439" y="3496"/>
                  </a:lnTo>
                  <a:cubicBezTo>
                    <a:pt x="439" y="1807"/>
                    <a:pt x="1813" y="443"/>
                    <a:pt x="3502" y="443"/>
                  </a:cubicBezTo>
                  <a:close/>
                  <a:moveTo>
                    <a:pt x="3490" y="0"/>
                  </a:moveTo>
                  <a:cubicBezTo>
                    <a:pt x="3434" y="0"/>
                    <a:pt x="3377" y="2"/>
                    <a:pt x="3320" y="4"/>
                  </a:cubicBezTo>
                  <a:cubicBezTo>
                    <a:pt x="1441" y="100"/>
                    <a:pt x="1" y="1712"/>
                    <a:pt x="1" y="3601"/>
                  </a:cubicBezTo>
                  <a:lnTo>
                    <a:pt x="1" y="5032"/>
                  </a:lnTo>
                  <a:cubicBezTo>
                    <a:pt x="1" y="7617"/>
                    <a:pt x="2176" y="8848"/>
                    <a:pt x="3101" y="10002"/>
                  </a:cubicBezTo>
                  <a:cubicBezTo>
                    <a:pt x="3215" y="10145"/>
                    <a:pt x="3273" y="10336"/>
                    <a:pt x="3273" y="10527"/>
                  </a:cubicBezTo>
                  <a:lnTo>
                    <a:pt x="3273" y="13551"/>
                  </a:lnTo>
                  <a:lnTo>
                    <a:pt x="3712" y="13551"/>
                  </a:lnTo>
                  <a:lnTo>
                    <a:pt x="3712" y="10527"/>
                  </a:lnTo>
                  <a:cubicBezTo>
                    <a:pt x="3712" y="10336"/>
                    <a:pt x="3769" y="10145"/>
                    <a:pt x="3883" y="10002"/>
                  </a:cubicBezTo>
                  <a:cubicBezTo>
                    <a:pt x="4799" y="8838"/>
                    <a:pt x="6984" y="7617"/>
                    <a:pt x="6984" y="5022"/>
                  </a:cubicBezTo>
                  <a:lnTo>
                    <a:pt x="6984" y="3496"/>
                  </a:lnTo>
                  <a:cubicBezTo>
                    <a:pt x="6984" y="1559"/>
                    <a:pt x="5408" y="0"/>
                    <a:pt x="3490" y="0"/>
                  </a:cubicBezTo>
                  <a:close/>
                </a:path>
              </a:pathLst>
            </a:custGeom>
            <a:solidFill>
              <a:srgbClr val="909DA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517" name="Google Shape;15517;p44"/>
            <p:cNvSpPr/>
            <p:nvPr/>
          </p:nvSpPr>
          <p:spPr>
            <a:xfrm>
              <a:off x="6256387" y="4048233"/>
              <a:ext cx="53967" cy="96701"/>
            </a:xfrm>
            <a:custGeom>
              <a:rect b="b" l="l" r="r" t="t"/>
              <a:pathLst>
                <a:path extrusionOk="0" h="3693" w="2061">
                  <a:moveTo>
                    <a:pt x="239" y="1"/>
                  </a:moveTo>
                  <a:cubicBezTo>
                    <a:pt x="134" y="106"/>
                    <a:pt x="57" y="239"/>
                    <a:pt x="0" y="373"/>
                  </a:cubicBezTo>
                  <a:lnTo>
                    <a:pt x="1412" y="1632"/>
                  </a:lnTo>
                  <a:cubicBezTo>
                    <a:pt x="1555" y="1756"/>
                    <a:pt x="1632" y="1928"/>
                    <a:pt x="1632" y="2119"/>
                  </a:cubicBezTo>
                  <a:lnTo>
                    <a:pt x="1632" y="3693"/>
                  </a:lnTo>
                  <a:lnTo>
                    <a:pt x="2061" y="3693"/>
                  </a:lnTo>
                  <a:lnTo>
                    <a:pt x="2061" y="2119"/>
                  </a:lnTo>
                  <a:cubicBezTo>
                    <a:pt x="2061" y="1804"/>
                    <a:pt x="1927" y="1508"/>
                    <a:pt x="1698" y="1298"/>
                  </a:cubicBezTo>
                  <a:lnTo>
                    <a:pt x="239" y="1"/>
                  </a:lnTo>
                  <a:close/>
                </a:path>
              </a:pathLst>
            </a:custGeom>
            <a:solidFill>
              <a:srgbClr val="52667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518" name="Google Shape;15518;p44"/>
            <p:cNvSpPr/>
            <p:nvPr/>
          </p:nvSpPr>
          <p:spPr>
            <a:xfrm>
              <a:off x="6470449" y="4048233"/>
              <a:ext cx="54255" cy="96701"/>
            </a:xfrm>
            <a:custGeom>
              <a:rect b="b" l="l" r="r" t="t"/>
              <a:pathLst>
                <a:path extrusionOk="0" h="3693" w="2072">
                  <a:moveTo>
                    <a:pt x="1833" y="1"/>
                  </a:moveTo>
                  <a:lnTo>
                    <a:pt x="373" y="1298"/>
                  </a:lnTo>
                  <a:cubicBezTo>
                    <a:pt x="134" y="1508"/>
                    <a:pt x="1" y="1804"/>
                    <a:pt x="1" y="2119"/>
                  </a:cubicBezTo>
                  <a:lnTo>
                    <a:pt x="1" y="3693"/>
                  </a:lnTo>
                  <a:lnTo>
                    <a:pt x="440" y="3693"/>
                  </a:lnTo>
                  <a:lnTo>
                    <a:pt x="440" y="2119"/>
                  </a:lnTo>
                  <a:cubicBezTo>
                    <a:pt x="440" y="1928"/>
                    <a:pt x="516" y="1747"/>
                    <a:pt x="659" y="1623"/>
                  </a:cubicBezTo>
                  <a:lnTo>
                    <a:pt x="2071" y="363"/>
                  </a:lnTo>
                  <a:cubicBezTo>
                    <a:pt x="2014" y="230"/>
                    <a:pt x="1938" y="106"/>
                    <a:pt x="1833" y="1"/>
                  </a:cubicBezTo>
                  <a:close/>
                </a:path>
              </a:pathLst>
            </a:custGeom>
            <a:solidFill>
              <a:srgbClr val="52667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5519" name="Google Shape;15519;p44"/>
          <p:cNvGrpSpPr/>
          <p:nvPr/>
        </p:nvGrpSpPr>
        <p:grpSpPr>
          <a:xfrm>
            <a:off x="5802731" y="3637780"/>
            <a:ext cx="274576" cy="354754"/>
            <a:chOff x="5802731" y="3790180"/>
            <a:chExt cx="274576" cy="354754"/>
          </a:xfrm>
        </p:grpSpPr>
        <p:sp>
          <p:nvSpPr>
            <p:cNvPr id="15520" name="Google Shape;15520;p44"/>
            <p:cNvSpPr/>
            <p:nvPr/>
          </p:nvSpPr>
          <p:spPr>
            <a:xfrm>
              <a:off x="5802731" y="4026761"/>
              <a:ext cx="274576" cy="117937"/>
            </a:xfrm>
            <a:custGeom>
              <a:rect b="b" l="l" r="r" t="t"/>
              <a:pathLst>
                <a:path extrusionOk="0" h="4504" w="10486">
                  <a:moveTo>
                    <a:pt x="3244" y="1"/>
                  </a:moveTo>
                  <a:lnTo>
                    <a:pt x="936" y="678"/>
                  </a:lnTo>
                  <a:cubicBezTo>
                    <a:pt x="382" y="840"/>
                    <a:pt x="1" y="1355"/>
                    <a:pt x="1" y="1937"/>
                  </a:cubicBezTo>
                  <a:lnTo>
                    <a:pt x="1" y="3845"/>
                  </a:lnTo>
                  <a:cubicBezTo>
                    <a:pt x="1" y="4208"/>
                    <a:pt x="296" y="4503"/>
                    <a:pt x="659" y="4503"/>
                  </a:cubicBezTo>
                  <a:lnTo>
                    <a:pt x="9827" y="4503"/>
                  </a:lnTo>
                  <a:cubicBezTo>
                    <a:pt x="10189" y="4503"/>
                    <a:pt x="10485" y="4208"/>
                    <a:pt x="10485" y="3845"/>
                  </a:cubicBezTo>
                  <a:lnTo>
                    <a:pt x="10485" y="1937"/>
                  </a:lnTo>
                  <a:cubicBezTo>
                    <a:pt x="10485" y="1355"/>
                    <a:pt x="10103" y="840"/>
                    <a:pt x="9541" y="678"/>
                  </a:cubicBezTo>
                  <a:lnTo>
                    <a:pt x="7241" y="1"/>
                  </a:lnTo>
                  <a:close/>
                </a:path>
              </a:pathLst>
            </a:custGeom>
            <a:solidFill>
              <a:srgbClr val="E7E9E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521" name="Google Shape;15521;p44"/>
            <p:cNvSpPr/>
            <p:nvPr/>
          </p:nvSpPr>
          <p:spPr>
            <a:xfrm>
              <a:off x="5899904" y="4030270"/>
              <a:ext cx="80231" cy="114428"/>
            </a:xfrm>
            <a:custGeom>
              <a:rect b="b" l="l" r="r" t="t"/>
              <a:pathLst>
                <a:path extrusionOk="0" h="4370" w="3064">
                  <a:moveTo>
                    <a:pt x="1" y="0"/>
                  </a:moveTo>
                  <a:lnTo>
                    <a:pt x="440" y="4369"/>
                  </a:lnTo>
                  <a:lnTo>
                    <a:pt x="2624" y="4369"/>
                  </a:lnTo>
                  <a:lnTo>
                    <a:pt x="3063" y="0"/>
                  </a:lnTo>
                  <a:close/>
                </a:path>
              </a:pathLst>
            </a:custGeom>
            <a:solidFill>
              <a:srgbClr val="ACB9C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522" name="Google Shape;15522;p44"/>
            <p:cNvSpPr/>
            <p:nvPr/>
          </p:nvSpPr>
          <p:spPr>
            <a:xfrm>
              <a:off x="5899904" y="4030506"/>
              <a:ext cx="80231" cy="34250"/>
            </a:xfrm>
            <a:custGeom>
              <a:rect b="b" l="l" r="r" t="t"/>
              <a:pathLst>
                <a:path extrusionOk="0" h="1308" w="3064">
                  <a:moveTo>
                    <a:pt x="1" y="1"/>
                  </a:moveTo>
                  <a:lnTo>
                    <a:pt x="67" y="649"/>
                  </a:lnTo>
                  <a:cubicBezTo>
                    <a:pt x="459" y="1088"/>
                    <a:pt x="995" y="1308"/>
                    <a:pt x="1532" y="1308"/>
                  </a:cubicBezTo>
                  <a:cubicBezTo>
                    <a:pt x="2068" y="1308"/>
                    <a:pt x="2605" y="1088"/>
                    <a:pt x="2996" y="649"/>
                  </a:cubicBezTo>
                  <a:lnTo>
                    <a:pt x="3063" y="1"/>
                  </a:lnTo>
                  <a:close/>
                </a:path>
              </a:pathLst>
            </a:custGeom>
            <a:solidFill>
              <a:srgbClr val="899CA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523" name="Google Shape;15523;p44"/>
            <p:cNvSpPr/>
            <p:nvPr/>
          </p:nvSpPr>
          <p:spPr>
            <a:xfrm>
              <a:off x="5899904" y="3973318"/>
              <a:ext cx="80231" cy="79943"/>
            </a:xfrm>
            <a:custGeom>
              <a:rect b="b" l="l" r="r" t="t"/>
              <a:pathLst>
                <a:path extrusionOk="0" h="3053" w="3064">
                  <a:moveTo>
                    <a:pt x="1" y="0"/>
                  </a:moveTo>
                  <a:lnTo>
                    <a:pt x="1" y="1526"/>
                  </a:lnTo>
                  <a:cubicBezTo>
                    <a:pt x="1" y="2366"/>
                    <a:pt x="688" y="3053"/>
                    <a:pt x="1527" y="3053"/>
                  </a:cubicBezTo>
                  <a:cubicBezTo>
                    <a:pt x="2376" y="3053"/>
                    <a:pt x="3053" y="2375"/>
                    <a:pt x="3063" y="1526"/>
                  </a:cubicBezTo>
                  <a:lnTo>
                    <a:pt x="3063" y="0"/>
                  </a:lnTo>
                  <a:close/>
                </a:path>
              </a:pathLst>
            </a:custGeom>
            <a:solidFill>
              <a:srgbClr val="F2F4F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524" name="Google Shape;15524;p44"/>
            <p:cNvSpPr/>
            <p:nvPr/>
          </p:nvSpPr>
          <p:spPr>
            <a:xfrm>
              <a:off x="5899904" y="3973318"/>
              <a:ext cx="80231" cy="34119"/>
            </a:xfrm>
            <a:custGeom>
              <a:rect b="b" l="l" r="r" t="t"/>
              <a:pathLst>
                <a:path extrusionOk="0" h="1303" w="3064">
                  <a:moveTo>
                    <a:pt x="1" y="0"/>
                  </a:moveTo>
                  <a:lnTo>
                    <a:pt x="1" y="916"/>
                  </a:lnTo>
                  <a:cubicBezTo>
                    <a:pt x="478" y="1173"/>
                    <a:pt x="1002" y="1302"/>
                    <a:pt x="1528" y="1302"/>
                  </a:cubicBezTo>
                  <a:cubicBezTo>
                    <a:pt x="2054" y="1302"/>
                    <a:pt x="2581" y="1173"/>
                    <a:pt x="3063" y="916"/>
                  </a:cubicBezTo>
                  <a:lnTo>
                    <a:pt x="3063" y="0"/>
                  </a:lnTo>
                  <a:close/>
                </a:path>
              </a:pathLst>
            </a:custGeom>
            <a:solidFill>
              <a:srgbClr val="EEF1F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525" name="Google Shape;15525;p44"/>
            <p:cNvSpPr/>
            <p:nvPr/>
          </p:nvSpPr>
          <p:spPr>
            <a:xfrm>
              <a:off x="5843711" y="3841659"/>
              <a:ext cx="192355" cy="154413"/>
            </a:xfrm>
            <a:custGeom>
              <a:rect b="b" l="l" r="r" t="t"/>
              <a:pathLst>
                <a:path extrusionOk="0" h="5897" w="7346">
                  <a:moveTo>
                    <a:pt x="830" y="0"/>
                  </a:moveTo>
                  <a:lnTo>
                    <a:pt x="830" y="2185"/>
                  </a:lnTo>
                  <a:lnTo>
                    <a:pt x="725" y="2185"/>
                  </a:lnTo>
                  <a:cubicBezTo>
                    <a:pt x="0" y="2185"/>
                    <a:pt x="0" y="3273"/>
                    <a:pt x="725" y="3273"/>
                  </a:cubicBezTo>
                  <a:lnTo>
                    <a:pt x="840" y="3273"/>
                  </a:lnTo>
                  <a:cubicBezTo>
                    <a:pt x="954" y="4751"/>
                    <a:pt x="2194" y="5896"/>
                    <a:pt x="3673" y="5896"/>
                  </a:cubicBezTo>
                  <a:cubicBezTo>
                    <a:pt x="5152" y="5896"/>
                    <a:pt x="6392" y="4751"/>
                    <a:pt x="6497" y="3273"/>
                  </a:cubicBezTo>
                  <a:lnTo>
                    <a:pt x="6621" y="3273"/>
                  </a:lnTo>
                  <a:cubicBezTo>
                    <a:pt x="7346" y="3273"/>
                    <a:pt x="7346" y="2185"/>
                    <a:pt x="6621" y="2185"/>
                  </a:cubicBezTo>
                  <a:lnTo>
                    <a:pt x="6516" y="2185"/>
                  </a:lnTo>
                  <a:lnTo>
                    <a:pt x="6516" y="0"/>
                  </a:lnTo>
                  <a:close/>
                </a:path>
              </a:pathLst>
            </a:custGeom>
            <a:solidFill>
              <a:srgbClr val="F0F3F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526" name="Google Shape;15526;p44"/>
            <p:cNvSpPr/>
            <p:nvPr/>
          </p:nvSpPr>
          <p:spPr>
            <a:xfrm>
              <a:off x="5899904" y="3899293"/>
              <a:ext cx="11521" cy="17334"/>
            </a:xfrm>
            <a:custGeom>
              <a:rect b="b" l="l" r="r" t="t"/>
              <a:pathLst>
                <a:path extrusionOk="0" h="662" w="440">
                  <a:moveTo>
                    <a:pt x="220" y="1"/>
                  </a:moveTo>
                  <a:cubicBezTo>
                    <a:pt x="110" y="1"/>
                    <a:pt x="1" y="75"/>
                    <a:pt x="1" y="223"/>
                  </a:cubicBezTo>
                  <a:lnTo>
                    <a:pt x="1" y="442"/>
                  </a:lnTo>
                  <a:cubicBezTo>
                    <a:pt x="1" y="557"/>
                    <a:pt x="96" y="661"/>
                    <a:pt x="220" y="661"/>
                  </a:cubicBezTo>
                  <a:cubicBezTo>
                    <a:pt x="335" y="661"/>
                    <a:pt x="440" y="557"/>
                    <a:pt x="440" y="442"/>
                  </a:cubicBezTo>
                  <a:lnTo>
                    <a:pt x="440" y="223"/>
                  </a:lnTo>
                  <a:cubicBezTo>
                    <a:pt x="440" y="75"/>
                    <a:pt x="330" y="1"/>
                    <a:pt x="220" y="1"/>
                  </a:cubicBezTo>
                  <a:close/>
                </a:path>
              </a:pathLst>
            </a:custGeom>
            <a:solidFill>
              <a:srgbClr val="39516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527" name="Google Shape;15527;p44"/>
            <p:cNvSpPr/>
            <p:nvPr/>
          </p:nvSpPr>
          <p:spPr>
            <a:xfrm>
              <a:off x="5968613" y="3899293"/>
              <a:ext cx="11521" cy="17334"/>
            </a:xfrm>
            <a:custGeom>
              <a:rect b="b" l="l" r="r" t="t"/>
              <a:pathLst>
                <a:path extrusionOk="0" h="662" w="440">
                  <a:moveTo>
                    <a:pt x="220" y="1"/>
                  </a:moveTo>
                  <a:cubicBezTo>
                    <a:pt x="110" y="1"/>
                    <a:pt x="0" y="75"/>
                    <a:pt x="0" y="223"/>
                  </a:cubicBezTo>
                  <a:lnTo>
                    <a:pt x="0" y="442"/>
                  </a:lnTo>
                  <a:cubicBezTo>
                    <a:pt x="0" y="557"/>
                    <a:pt x="96" y="661"/>
                    <a:pt x="220" y="661"/>
                  </a:cubicBezTo>
                  <a:cubicBezTo>
                    <a:pt x="334" y="661"/>
                    <a:pt x="429" y="557"/>
                    <a:pt x="439" y="442"/>
                  </a:cubicBezTo>
                  <a:lnTo>
                    <a:pt x="439" y="223"/>
                  </a:lnTo>
                  <a:cubicBezTo>
                    <a:pt x="439" y="75"/>
                    <a:pt x="329" y="1"/>
                    <a:pt x="220" y="1"/>
                  </a:cubicBezTo>
                  <a:close/>
                </a:path>
              </a:pathLst>
            </a:custGeom>
            <a:solidFill>
              <a:srgbClr val="39516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528" name="Google Shape;15528;p44"/>
            <p:cNvSpPr/>
            <p:nvPr/>
          </p:nvSpPr>
          <p:spPr>
            <a:xfrm>
              <a:off x="5892415" y="3881618"/>
              <a:ext cx="26499" cy="11521"/>
            </a:xfrm>
            <a:custGeom>
              <a:rect b="b" l="l" r="r" t="t"/>
              <a:pathLst>
                <a:path extrusionOk="0" h="440" w="1012">
                  <a:moveTo>
                    <a:pt x="287" y="1"/>
                  </a:moveTo>
                  <a:cubicBezTo>
                    <a:pt x="0" y="1"/>
                    <a:pt x="0" y="440"/>
                    <a:pt x="287" y="440"/>
                  </a:cubicBezTo>
                  <a:lnTo>
                    <a:pt x="726" y="440"/>
                  </a:lnTo>
                  <a:cubicBezTo>
                    <a:pt x="1012" y="440"/>
                    <a:pt x="1012" y="1"/>
                    <a:pt x="726" y="1"/>
                  </a:cubicBezTo>
                  <a:close/>
                </a:path>
              </a:pathLst>
            </a:custGeom>
            <a:solidFill>
              <a:srgbClr val="D4DDE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529" name="Google Shape;15529;p44"/>
            <p:cNvSpPr/>
            <p:nvPr/>
          </p:nvSpPr>
          <p:spPr>
            <a:xfrm>
              <a:off x="5960863" y="3881618"/>
              <a:ext cx="26761" cy="11521"/>
            </a:xfrm>
            <a:custGeom>
              <a:rect b="b" l="l" r="r" t="t"/>
              <a:pathLst>
                <a:path extrusionOk="0" h="440" w="1022">
                  <a:moveTo>
                    <a:pt x="296" y="1"/>
                  </a:moveTo>
                  <a:cubicBezTo>
                    <a:pt x="0" y="1"/>
                    <a:pt x="0" y="440"/>
                    <a:pt x="296" y="440"/>
                  </a:cubicBezTo>
                  <a:lnTo>
                    <a:pt x="735" y="440"/>
                  </a:lnTo>
                  <a:cubicBezTo>
                    <a:pt x="1021" y="440"/>
                    <a:pt x="1021" y="1"/>
                    <a:pt x="735" y="1"/>
                  </a:cubicBezTo>
                  <a:close/>
                </a:path>
              </a:pathLst>
            </a:custGeom>
            <a:solidFill>
              <a:srgbClr val="D4DDE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530" name="Google Shape;15530;p44"/>
            <p:cNvSpPr/>
            <p:nvPr/>
          </p:nvSpPr>
          <p:spPr>
            <a:xfrm>
              <a:off x="5846460" y="3841659"/>
              <a:ext cx="154884" cy="154387"/>
            </a:xfrm>
            <a:custGeom>
              <a:rect b="b" l="l" r="r" t="t"/>
              <a:pathLst>
                <a:path extrusionOk="0" h="5896" w="5915">
                  <a:moveTo>
                    <a:pt x="735" y="0"/>
                  </a:moveTo>
                  <a:lnTo>
                    <a:pt x="735" y="2185"/>
                  </a:lnTo>
                  <a:lnTo>
                    <a:pt x="639" y="2185"/>
                  </a:lnTo>
                  <a:cubicBezTo>
                    <a:pt x="632" y="2185"/>
                    <a:pt x="625" y="2185"/>
                    <a:pt x="619" y="2185"/>
                  </a:cubicBezTo>
                  <a:cubicBezTo>
                    <a:pt x="379" y="2185"/>
                    <a:pt x="170" y="2345"/>
                    <a:pt x="96" y="2586"/>
                  </a:cubicBezTo>
                  <a:cubicBezTo>
                    <a:pt x="0" y="2929"/>
                    <a:pt x="258" y="3273"/>
                    <a:pt x="620" y="3273"/>
                  </a:cubicBezTo>
                  <a:lnTo>
                    <a:pt x="744" y="3273"/>
                  </a:lnTo>
                  <a:cubicBezTo>
                    <a:pt x="848" y="4776"/>
                    <a:pt x="2093" y="5895"/>
                    <a:pt x="3546" y="5895"/>
                  </a:cubicBezTo>
                  <a:cubicBezTo>
                    <a:pt x="3698" y="5895"/>
                    <a:pt x="3852" y="5883"/>
                    <a:pt x="4007" y="5858"/>
                  </a:cubicBezTo>
                  <a:cubicBezTo>
                    <a:pt x="2624" y="5648"/>
                    <a:pt x="1603" y="4456"/>
                    <a:pt x="1603" y="3063"/>
                  </a:cubicBezTo>
                  <a:lnTo>
                    <a:pt x="1603" y="1727"/>
                  </a:lnTo>
                  <a:cubicBezTo>
                    <a:pt x="1603" y="1234"/>
                    <a:pt x="1996" y="838"/>
                    <a:pt x="2481" y="838"/>
                  </a:cubicBezTo>
                  <a:cubicBezTo>
                    <a:pt x="2503" y="838"/>
                    <a:pt x="2525" y="838"/>
                    <a:pt x="2547" y="840"/>
                  </a:cubicBezTo>
                  <a:cubicBezTo>
                    <a:pt x="2690" y="850"/>
                    <a:pt x="2843" y="859"/>
                    <a:pt x="2996" y="859"/>
                  </a:cubicBezTo>
                  <a:cubicBezTo>
                    <a:pt x="3711" y="850"/>
                    <a:pt x="4417" y="745"/>
                    <a:pt x="5104" y="563"/>
                  </a:cubicBezTo>
                  <a:cubicBezTo>
                    <a:pt x="5428" y="468"/>
                    <a:pt x="5715" y="277"/>
                    <a:pt x="5915" y="0"/>
                  </a:cubicBezTo>
                  <a:close/>
                </a:path>
              </a:pathLst>
            </a:custGeom>
            <a:solidFill>
              <a:srgbClr val="F2F4F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531" name="Google Shape;15531;p44"/>
            <p:cNvSpPr/>
            <p:nvPr/>
          </p:nvSpPr>
          <p:spPr>
            <a:xfrm>
              <a:off x="5854185" y="3818643"/>
              <a:ext cx="40011" cy="83006"/>
            </a:xfrm>
            <a:custGeom>
              <a:rect b="b" l="l" r="r" t="t"/>
              <a:pathLst>
                <a:path extrusionOk="0" h="3170" w="1528">
                  <a:moveTo>
                    <a:pt x="1444" y="1"/>
                  </a:moveTo>
                  <a:cubicBezTo>
                    <a:pt x="648" y="1"/>
                    <a:pt x="1" y="609"/>
                    <a:pt x="1" y="1318"/>
                  </a:cubicBezTo>
                  <a:lnTo>
                    <a:pt x="1" y="3169"/>
                  </a:lnTo>
                  <a:lnTo>
                    <a:pt x="487" y="3112"/>
                  </a:lnTo>
                  <a:cubicBezTo>
                    <a:pt x="707" y="3083"/>
                    <a:pt x="869" y="2902"/>
                    <a:pt x="869" y="2673"/>
                  </a:cubicBezTo>
                  <a:lnTo>
                    <a:pt x="869" y="2406"/>
                  </a:lnTo>
                  <a:cubicBezTo>
                    <a:pt x="869" y="1538"/>
                    <a:pt x="1527" y="879"/>
                    <a:pt x="1527" y="879"/>
                  </a:cubicBezTo>
                  <a:lnTo>
                    <a:pt x="1499" y="2"/>
                  </a:lnTo>
                  <a:cubicBezTo>
                    <a:pt x="1480" y="1"/>
                    <a:pt x="1462" y="1"/>
                    <a:pt x="1444" y="1"/>
                  </a:cubicBezTo>
                  <a:close/>
                </a:path>
              </a:pathLst>
            </a:custGeom>
            <a:solidFill>
              <a:srgbClr val="D4DDE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532" name="Google Shape;15532;p44"/>
            <p:cNvSpPr/>
            <p:nvPr/>
          </p:nvSpPr>
          <p:spPr>
            <a:xfrm>
              <a:off x="5939888" y="4007515"/>
              <a:ext cx="72951" cy="137419"/>
            </a:xfrm>
            <a:custGeom>
              <a:rect b="b" l="l" r="r" t="t"/>
              <a:pathLst>
                <a:path extrusionOk="0" h="5248" w="2786">
                  <a:moveTo>
                    <a:pt x="1536" y="1"/>
                  </a:moveTo>
                  <a:lnTo>
                    <a:pt x="0" y="5248"/>
                  </a:lnTo>
                  <a:lnTo>
                    <a:pt x="1317" y="5248"/>
                  </a:lnTo>
                  <a:lnTo>
                    <a:pt x="2700" y="2462"/>
                  </a:lnTo>
                  <a:cubicBezTo>
                    <a:pt x="2786" y="2300"/>
                    <a:pt x="2757" y="2090"/>
                    <a:pt x="2624" y="1966"/>
                  </a:cubicBezTo>
                  <a:lnTo>
                    <a:pt x="2185" y="1527"/>
                  </a:lnTo>
                  <a:lnTo>
                    <a:pt x="2652" y="907"/>
                  </a:lnTo>
                  <a:cubicBezTo>
                    <a:pt x="2748" y="774"/>
                    <a:pt x="2709" y="583"/>
                    <a:pt x="2557" y="516"/>
                  </a:cubicBezTo>
                  <a:lnTo>
                    <a:pt x="1536" y="1"/>
                  </a:lnTo>
                  <a:close/>
                </a:path>
              </a:pathLst>
            </a:custGeom>
            <a:solidFill>
              <a:srgbClr val="ECF0F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533" name="Google Shape;15533;p44"/>
            <p:cNvSpPr/>
            <p:nvPr/>
          </p:nvSpPr>
          <p:spPr>
            <a:xfrm>
              <a:off x="6012316" y="4093323"/>
              <a:ext cx="43755" cy="40011"/>
            </a:xfrm>
            <a:custGeom>
              <a:rect b="b" l="l" r="r" t="t"/>
              <a:pathLst>
                <a:path extrusionOk="0" h="1528" w="1671">
                  <a:moveTo>
                    <a:pt x="840" y="1"/>
                  </a:moveTo>
                  <a:cubicBezTo>
                    <a:pt x="730" y="1"/>
                    <a:pt x="621" y="72"/>
                    <a:pt x="621" y="216"/>
                  </a:cubicBezTo>
                  <a:lnTo>
                    <a:pt x="621" y="549"/>
                  </a:lnTo>
                  <a:lnTo>
                    <a:pt x="296" y="549"/>
                  </a:lnTo>
                  <a:cubicBezTo>
                    <a:pt x="293" y="549"/>
                    <a:pt x="290" y="549"/>
                    <a:pt x="287" y="549"/>
                  </a:cubicBezTo>
                  <a:cubicBezTo>
                    <a:pt x="1" y="549"/>
                    <a:pt x="4" y="979"/>
                    <a:pt x="296" y="979"/>
                  </a:cubicBezTo>
                  <a:lnTo>
                    <a:pt x="621" y="979"/>
                  </a:lnTo>
                  <a:lnTo>
                    <a:pt x="621" y="1313"/>
                  </a:lnTo>
                  <a:cubicBezTo>
                    <a:pt x="621" y="1456"/>
                    <a:pt x="730" y="1527"/>
                    <a:pt x="840" y="1527"/>
                  </a:cubicBezTo>
                  <a:cubicBezTo>
                    <a:pt x="950" y="1527"/>
                    <a:pt x="1060" y="1456"/>
                    <a:pt x="1060" y="1313"/>
                  </a:cubicBezTo>
                  <a:lnTo>
                    <a:pt x="1060" y="979"/>
                  </a:lnTo>
                  <a:lnTo>
                    <a:pt x="1384" y="979"/>
                  </a:lnTo>
                  <a:cubicBezTo>
                    <a:pt x="1670" y="979"/>
                    <a:pt x="1670" y="549"/>
                    <a:pt x="1384" y="549"/>
                  </a:cubicBezTo>
                  <a:lnTo>
                    <a:pt x="1060" y="549"/>
                  </a:lnTo>
                  <a:lnTo>
                    <a:pt x="1060" y="216"/>
                  </a:lnTo>
                  <a:cubicBezTo>
                    <a:pt x="1060" y="72"/>
                    <a:pt x="950" y="1"/>
                    <a:pt x="840" y="1"/>
                  </a:cubicBezTo>
                  <a:close/>
                </a:path>
              </a:pathLst>
            </a:custGeom>
            <a:solidFill>
              <a:srgbClr val="ACB9C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534" name="Google Shape;15534;p44"/>
            <p:cNvSpPr/>
            <p:nvPr/>
          </p:nvSpPr>
          <p:spPr>
            <a:xfrm>
              <a:off x="5985843" y="3801649"/>
              <a:ext cx="39984" cy="100001"/>
            </a:xfrm>
            <a:custGeom>
              <a:rect b="b" l="l" r="r" t="t"/>
              <a:pathLst>
                <a:path extrusionOk="0" h="3819" w="1527">
                  <a:moveTo>
                    <a:pt x="91" y="0"/>
                  </a:moveTo>
                  <a:cubicBezTo>
                    <a:pt x="68" y="0"/>
                    <a:pt x="44" y="1"/>
                    <a:pt x="20" y="2"/>
                  </a:cubicBezTo>
                  <a:lnTo>
                    <a:pt x="0" y="1528"/>
                  </a:lnTo>
                  <a:cubicBezTo>
                    <a:pt x="0" y="1528"/>
                    <a:pt x="649" y="2187"/>
                    <a:pt x="649" y="3055"/>
                  </a:cubicBezTo>
                  <a:lnTo>
                    <a:pt x="649" y="3322"/>
                  </a:lnTo>
                  <a:cubicBezTo>
                    <a:pt x="649" y="3541"/>
                    <a:pt x="811" y="3732"/>
                    <a:pt x="1031" y="3761"/>
                  </a:cubicBezTo>
                  <a:lnTo>
                    <a:pt x="1527" y="3818"/>
                  </a:lnTo>
                  <a:lnTo>
                    <a:pt x="1527" y="1309"/>
                  </a:lnTo>
                  <a:cubicBezTo>
                    <a:pt x="1527" y="605"/>
                    <a:pt x="880" y="0"/>
                    <a:pt x="91" y="0"/>
                  </a:cubicBezTo>
                  <a:close/>
                </a:path>
              </a:pathLst>
            </a:custGeom>
            <a:solidFill>
              <a:srgbClr val="D4DDE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535" name="Google Shape;15535;p44"/>
            <p:cNvSpPr/>
            <p:nvPr/>
          </p:nvSpPr>
          <p:spPr>
            <a:xfrm>
              <a:off x="5914672" y="3938753"/>
              <a:ext cx="50668" cy="17361"/>
            </a:xfrm>
            <a:custGeom>
              <a:rect b="b" l="l" r="r" t="t"/>
              <a:pathLst>
                <a:path extrusionOk="0" h="663" w="1935">
                  <a:moveTo>
                    <a:pt x="312" y="1"/>
                  </a:moveTo>
                  <a:cubicBezTo>
                    <a:pt x="143" y="1"/>
                    <a:pt x="1" y="222"/>
                    <a:pt x="162" y="376"/>
                  </a:cubicBezTo>
                  <a:cubicBezTo>
                    <a:pt x="372" y="558"/>
                    <a:pt x="643" y="662"/>
                    <a:pt x="926" y="662"/>
                  </a:cubicBezTo>
                  <a:cubicBezTo>
                    <a:pt x="938" y="662"/>
                    <a:pt x="951" y="662"/>
                    <a:pt x="963" y="662"/>
                  </a:cubicBezTo>
                  <a:cubicBezTo>
                    <a:pt x="975" y="662"/>
                    <a:pt x="988" y="662"/>
                    <a:pt x="1000" y="662"/>
                  </a:cubicBezTo>
                  <a:cubicBezTo>
                    <a:pt x="1283" y="662"/>
                    <a:pt x="1564" y="558"/>
                    <a:pt x="1774" y="376"/>
                  </a:cubicBezTo>
                  <a:cubicBezTo>
                    <a:pt x="1935" y="222"/>
                    <a:pt x="1793" y="1"/>
                    <a:pt x="1623" y="1"/>
                  </a:cubicBezTo>
                  <a:cubicBezTo>
                    <a:pt x="1572" y="1"/>
                    <a:pt x="1518" y="21"/>
                    <a:pt x="1469" y="70"/>
                  </a:cubicBezTo>
                  <a:cubicBezTo>
                    <a:pt x="1316" y="170"/>
                    <a:pt x="1140" y="221"/>
                    <a:pt x="964" y="221"/>
                  </a:cubicBezTo>
                  <a:cubicBezTo>
                    <a:pt x="789" y="221"/>
                    <a:pt x="615" y="170"/>
                    <a:pt x="467" y="70"/>
                  </a:cubicBezTo>
                  <a:cubicBezTo>
                    <a:pt x="418" y="21"/>
                    <a:pt x="364" y="1"/>
                    <a:pt x="312" y="1"/>
                  </a:cubicBezTo>
                  <a:close/>
                </a:path>
              </a:pathLst>
            </a:custGeom>
            <a:solidFill>
              <a:srgbClr val="DAE2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536" name="Google Shape;15536;p44"/>
            <p:cNvSpPr/>
            <p:nvPr/>
          </p:nvSpPr>
          <p:spPr>
            <a:xfrm>
              <a:off x="5866937" y="4007515"/>
              <a:ext cx="72978" cy="137419"/>
            </a:xfrm>
            <a:custGeom>
              <a:rect b="b" l="l" r="r" t="t"/>
              <a:pathLst>
                <a:path extrusionOk="0" h="5248" w="2787">
                  <a:moveTo>
                    <a:pt x="1260" y="1"/>
                  </a:moveTo>
                  <a:lnTo>
                    <a:pt x="239" y="516"/>
                  </a:lnTo>
                  <a:cubicBezTo>
                    <a:pt x="86" y="583"/>
                    <a:pt x="39" y="774"/>
                    <a:pt x="144" y="907"/>
                  </a:cubicBezTo>
                  <a:lnTo>
                    <a:pt x="601" y="1527"/>
                  </a:lnTo>
                  <a:lnTo>
                    <a:pt x="172" y="1966"/>
                  </a:lnTo>
                  <a:cubicBezTo>
                    <a:pt x="39" y="2100"/>
                    <a:pt x="0" y="2300"/>
                    <a:pt x="86" y="2472"/>
                  </a:cubicBezTo>
                  <a:lnTo>
                    <a:pt x="1479" y="5248"/>
                  </a:lnTo>
                  <a:lnTo>
                    <a:pt x="2786" y="5248"/>
                  </a:lnTo>
                  <a:lnTo>
                    <a:pt x="1260" y="1"/>
                  </a:lnTo>
                  <a:close/>
                </a:path>
              </a:pathLst>
            </a:custGeom>
            <a:solidFill>
              <a:srgbClr val="ECF0F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537" name="Google Shape;15537;p44"/>
            <p:cNvSpPr/>
            <p:nvPr/>
          </p:nvSpPr>
          <p:spPr>
            <a:xfrm>
              <a:off x="5853687" y="3790180"/>
              <a:ext cx="145170" cy="62582"/>
            </a:xfrm>
            <a:custGeom>
              <a:rect b="b" l="l" r="r" t="t"/>
              <a:pathLst>
                <a:path extrusionOk="0" h="2390" w="5544">
                  <a:moveTo>
                    <a:pt x="3780" y="1"/>
                  </a:moveTo>
                  <a:cubicBezTo>
                    <a:pt x="3761" y="1"/>
                    <a:pt x="3741" y="1"/>
                    <a:pt x="3721" y="1"/>
                  </a:cubicBezTo>
                  <a:cubicBezTo>
                    <a:pt x="1899" y="1"/>
                    <a:pt x="1546" y="555"/>
                    <a:pt x="144" y="1003"/>
                  </a:cubicBezTo>
                  <a:cubicBezTo>
                    <a:pt x="39" y="1032"/>
                    <a:pt x="1" y="1146"/>
                    <a:pt x="58" y="1232"/>
                  </a:cubicBezTo>
                  <a:cubicBezTo>
                    <a:pt x="289" y="1593"/>
                    <a:pt x="989" y="2390"/>
                    <a:pt x="2711" y="2390"/>
                  </a:cubicBezTo>
                  <a:cubicBezTo>
                    <a:pt x="3266" y="2390"/>
                    <a:pt x="3928" y="2307"/>
                    <a:pt x="4714" y="2100"/>
                  </a:cubicBezTo>
                  <a:cubicBezTo>
                    <a:pt x="5086" y="2005"/>
                    <a:pt x="5381" y="1699"/>
                    <a:pt x="5458" y="1318"/>
                  </a:cubicBezTo>
                  <a:cubicBezTo>
                    <a:pt x="5544" y="879"/>
                    <a:pt x="5276" y="440"/>
                    <a:pt x="4866" y="240"/>
                  </a:cubicBezTo>
                  <a:cubicBezTo>
                    <a:pt x="4522" y="86"/>
                    <a:pt x="4152" y="1"/>
                    <a:pt x="3780" y="1"/>
                  </a:cubicBezTo>
                  <a:close/>
                </a:path>
              </a:pathLst>
            </a:custGeom>
            <a:solidFill>
              <a:srgbClr val="DAE2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538" name="Google Shape;15538;p44"/>
            <p:cNvSpPr/>
            <p:nvPr/>
          </p:nvSpPr>
          <p:spPr>
            <a:xfrm>
              <a:off x="5831221" y="4110448"/>
              <a:ext cx="57214" cy="34250"/>
            </a:xfrm>
            <a:custGeom>
              <a:rect b="b" l="l" r="r" t="t"/>
              <a:pathLst>
                <a:path extrusionOk="0" h="1308" w="2185">
                  <a:moveTo>
                    <a:pt x="220" y="0"/>
                  </a:moveTo>
                  <a:cubicBezTo>
                    <a:pt x="105" y="0"/>
                    <a:pt x="0" y="96"/>
                    <a:pt x="0" y="220"/>
                  </a:cubicBezTo>
                  <a:lnTo>
                    <a:pt x="0" y="1098"/>
                  </a:lnTo>
                  <a:cubicBezTo>
                    <a:pt x="0" y="1212"/>
                    <a:pt x="105" y="1307"/>
                    <a:pt x="220" y="1307"/>
                  </a:cubicBezTo>
                  <a:lnTo>
                    <a:pt x="1965" y="1307"/>
                  </a:lnTo>
                  <a:cubicBezTo>
                    <a:pt x="2089" y="1307"/>
                    <a:pt x="2185" y="1212"/>
                    <a:pt x="2185" y="1098"/>
                  </a:cubicBezTo>
                  <a:lnTo>
                    <a:pt x="2185" y="220"/>
                  </a:lnTo>
                  <a:cubicBezTo>
                    <a:pt x="2185" y="96"/>
                    <a:pt x="2089" y="0"/>
                    <a:pt x="1965" y="0"/>
                  </a:cubicBezTo>
                  <a:close/>
                </a:path>
              </a:pathLst>
            </a:custGeom>
            <a:solidFill>
              <a:srgbClr val="ACB9C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539" name="Google Shape;15539;p44"/>
            <p:cNvSpPr/>
            <p:nvPr/>
          </p:nvSpPr>
          <p:spPr>
            <a:xfrm>
              <a:off x="5854185" y="4093323"/>
              <a:ext cx="11521" cy="28646"/>
            </a:xfrm>
            <a:custGeom>
              <a:rect b="b" l="l" r="r" t="t"/>
              <a:pathLst>
                <a:path extrusionOk="0" h="1094" w="440">
                  <a:moveTo>
                    <a:pt x="220" y="1"/>
                  </a:moveTo>
                  <a:cubicBezTo>
                    <a:pt x="111" y="1"/>
                    <a:pt x="1" y="72"/>
                    <a:pt x="1" y="216"/>
                  </a:cubicBezTo>
                  <a:lnTo>
                    <a:pt x="1" y="874"/>
                  </a:lnTo>
                  <a:cubicBezTo>
                    <a:pt x="1" y="998"/>
                    <a:pt x="96" y="1093"/>
                    <a:pt x="220" y="1093"/>
                  </a:cubicBezTo>
                  <a:cubicBezTo>
                    <a:pt x="335" y="1093"/>
                    <a:pt x="440" y="998"/>
                    <a:pt x="440" y="874"/>
                  </a:cubicBezTo>
                  <a:lnTo>
                    <a:pt x="440" y="216"/>
                  </a:lnTo>
                  <a:cubicBezTo>
                    <a:pt x="440" y="72"/>
                    <a:pt x="330" y="1"/>
                    <a:pt x="220" y="1"/>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540" name="Google Shape;15540;p44"/>
            <p:cNvSpPr/>
            <p:nvPr/>
          </p:nvSpPr>
          <p:spPr>
            <a:xfrm>
              <a:off x="5831221" y="4127678"/>
              <a:ext cx="57214" cy="17020"/>
            </a:xfrm>
            <a:custGeom>
              <a:rect b="b" l="l" r="r" t="t"/>
              <a:pathLst>
                <a:path extrusionOk="0" h="650" w="2185">
                  <a:moveTo>
                    <a:pt x="0" y="1"/>
                  </a:moveTo>
                  <a:lnTo>
                    <a:pt x="0" y="440"/>
                  </a:lnTo>
                  <a:cubicBezTo>
                    <a:pt x="0" y="554"/>
                    <a:pt x="105" y="649"/>
                    <a:pt x="220" y="649"/>
                  </a:cubicBezTo>
                  <a:lnTo>
                    <a:pt x="1965" y="649"/>
                  </a:lnTo>
                  <a:cubicBezTo>
                    <a:pt x="2089" y="649"/>
                    <a:pt x="2185" y="554"/>
                    <a:pt x="2185" y="440"/>
                  </a:cubicBezTo>
                  <a:lnTo>
                    <a:pt x="2185" y="1"/>
                  </a:lnTo>
                  <a:cubicBezTo>
                    <a:pt x="2185" y="115"/>
                    <a:pt x="2089" y="220"/>
                    <a:pt x="1965" y="220"/>
                  </a:cubicBezTo>
                  <a:lnTo>
                    <a:pt x="220" y="220"/>
                  </a:lnTo>
                  <a:cubicBezTo>
                    <a:pt x="105" y="220"/>
                    <a:pt x="0" y="115"/>
                    <a:pt x="0" y="1"/>
                  </a:cubicBezTo>
                  <a:close/>
                </a:path>
              </a:pathLst>
            </a:custGeom>
            <a:solidFill>
              <a:srgbClr val="899CA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5541" name="Google Shape;15541;p44"/>
          <p:cNvGrpSpPr/>
          <p:nvPr/>
        </p:nvGrpSpPr>
        <p:grpSpPr>
          <a:xfrm>
            <a:off x="5352088" y="3637806"/>
            <a:ext cx="274550" cy="354728"/>
            <a:chOff x="5352088" y="3790206"/>
            <a:chExt cx="274550" cy="354728"/>
          </a:xfrm>
        </p:grpSpPr>
        <p:sp>
          <p:nvSpPr>
            <p:cNvPr id="15542" name="Google Shape;15542;p44"/>
            <p:cNvSpPr/>
            <p:nvPr/>
          </p:nvSpPr>
          <p:spPr>
            <a:xfrm>
              <a:off x="5352088" y="3978790"/>
              <a:ext cx="274550" cy="165908"/>
            </a:xfrm>
            <a:custGeom>
              <a:rect b="b" l="l" r="r" t="t"/>
              <a:pathLst>
                <a:path extrusionOk="0" h="6336" w="10485">
                  <a:moveTo>
                    <a:pt x="3721" y="1"/>
                  </a:moveTo>
                  <a:lnTo>
                    <a:pt x="3721" y="1489"/>
                  </a:lnTo>
                  <a:cubicBezTo>
                    <a:pt x="3721" y="1775"/>
                    <a:pt x="3530" y="2033"/>
                    <a:pt x="3244" y="2119"/>
                  </a:cubicBezTo>
                  <a:lnTo>
                    <a:pt x="945" y="2796"/>
                  </a:lnTo>
                  <a:cubicBezTo>
                    <a:pt x="382" y="2958"/>
                    <a:pt x="1" y="3464"/>
                    <a:pt x="1" y="4046"/>
                  </a:cubicBezTo>
                  <a:lnTo>
                    <a:pt x="1" y="5687"/>
                  </a:lnTo>
                  <a:cubicBezTo>
                    <a:pt x="1" y="6049"/>
                    <a:pt x="296" y="6335"/>
                    <a:pt x="659" y="6335"/>
                  </a:cubicBezTo>
                  <a:lnTo>
                    <a:pt x="9827" y="6335"/>
                  </a:lnTo>
                  <a:cubicBezTo>
                    <a:pt x="10189" y="6335"/>
                    <a:pt x="10485" y="6049"/>
                    <a:pt x="10485" y="5687"/>
                  </a:cubicBezTo>
                  <a:lnTo>
                    <a:pt x="10485" y="4046"/>
                  </a:lnTo>
                  <a:cubicBezTo>
                    <a:pt x="10485" y="3473"/>
                    <a:pt x="10103" y="2958"/>
                    <a:pt x="9550" y="2796"/>
                  </a:cubicBezTo>
                  <a:lnTo>
                    <a:pt x="7241" y="2119"/>
                  </a:lnTo>
                  <a:cubicBezTo>
                    <a:pt x="6965" y="2033"/>
                    <a:pt x="6774" y="1775"/>
                    <a:pt x="6774" y="1489"/>
                  </a:cubicBezTo>
                  <a:lnTo>
                    <a:pt x="6774" y="1"/>
                  </a:lnTo>
                  <a:close/>
                </a:path>
              </a:pathLst>
            </a:custGeom>
            <a:solidFill>
              <a:srgbClr val="F2F4F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543" name="Google Shape;15543;p44"/>
            <p:cNvSpPr/>
            <p:nvPr/>
          </p:nvSpPr>
          <p:spPr>
            <a:xfrm>
              <a:off x="5352088" y="4034512"/>
              <a:ext cx="274550" cy="110186"/>
            </a:xfrm>
            <a:custGeom>
              <a:rect b="b" l="l" r="r" t="t"/>
              <a:pathLst>
                <a:path extrusionOk="0" h="4208" w="10485">
                  <a:moveTo>
                    <a:pt x="3196" y="0"/>
                  </a:moveTo>
                  <a:lnTo>
                    <a:pt x="945" y="668"/>
                  </a:lnTo>
                  <a:cubicBezTo>
                    <a:pt x="382" y="830"/>
                    <a:pt x="1" y="1336"/>
                    <a:pt x="1" y="1918"/>
                  </a:cubicBezTo>
                  <a:lnTo>
                    <a:pt x="1" y="3559"/>
                  </a:lnTo>
                  <a:cubicBezTo>
                    <a:pt x="1" y="3921"/>
                    <a:pt x="296" y="4207"/>
                    <a:pt x="659" y="4207"/>
                  </a:cubicBezTo>
                  <a:lnTo>
                    <a:pt x="9836" y="4207"/>
                  </a:lnTo>
                  <a:cubicBezTo>
                    <a:pt x="10199" y="4207"/>
                    <a:pt x="10485" y="3921"/>
                    <a:pt x="10485" y="3559"/>
                  </a:cubicBezTo>
                  <a:lnTo>
                    <a:pt x="10485" y="1918"/>
                  </a:lnTo>
                  <a:cubicBezTo>
                    <a:pt x="10485" y="1336"/>
                    <a:pt x="10103" y="830"/>
                    <a:pt x="9550" y="668"/>
                  </a:cubicBezTo>
                  <a:lnTo>
                    <a:pt x="7299" y="0"/>
                  </a:lnTo>
                  <a:cubicBezTo>
                    <a:pt x="6831" y="768"/>
                    <a:pt x="6039" y="1152"/>
                    <a:pt x="5248" y="1152"/>
                  </a:cubicBezTo>
                  <a:cubicBezTo>
                    <a:pt x="4456" y="1152"/>
                    <a:pt x="3664" y="768"/>
                    <a:pt x="3196" y="0"/>
                  </a:cubicBezTo>
                  <a:close/>
                </a:path>
              </a:pathLst>
            </a:custGeom>
            <a:solidFill>
              <a:srgbClr val="ACB9C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544" name="Google Shape;15544;p44"/>
            <p:cNvSpPr/>
            <p:nvPr/>
          </p:nvSpPr>
          <p:spPr>
            <a:xfrm>
              <a:off x="5424542" y="4034512"/>
              <a:ext cx="129904" cy="41739"/>
            </a:xfrm>
            <a:custGeom>
              <a:rect b="b" l="l" r="r" t="t"/>
              <a:pathLst>
                <a:path extrusionOk="0" h="1594" w="4961">
                  <a:moveTo>
                    <a:pt x="429" y="0"/>
                  </a:moveTo>
                  <a:lnTo>
                    <a:pt x="0" y="134"/>
                  </a:lnTo>
                  <a:cubicBezTo>
                    <a:pt x="539" y="1107"/>
                    <a:pt x="1510" y="1593"/>
                    <a:pt x="2481" y="1593"/>
                  </a:cubicBezTo>
                  <a:cubicBezTo>
                    <a:pt x="3451" y="1593"/>
                    <a:pt x="4422" y="1107"/>
                    <a:pt x="4961" y="134"/>
                  </a:cubicBezTo>
                  <a:lnTo>
                    <a:pt x="4522" y="0"/>
                  </a:lnTo>
                  <a:cubicBezTo>
                    <a:pt x="4059" y="768"/>
                    <a:pt x="3270" y="1152"/>
                    <a:pt x="2479" y="1152"/>
                  </a:cubicBezTo>
                  <a:cubicBezTo>
                    <a:pt x="1689" y="1152"/>
                    <a:pt x="897" y="768"/>
                    <a:pt x="429" y="0"/>
                  </a:cubicBezTo>
                  <a:close/>
                </a:path>
              </a:pathLst>
            </a:custGeom>
            <a:solidFill>
              <a:srgbClr val="899CA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545" name="Google Shape;15545;p44"/>
            <p:cNvSpPr/>
            <p:nvPr/>
          </p:nvSpPr>
          <p:spPr>
            <a:xfrm>
              <a:off x="5398042" y="4037261"/>
              <a:ext cx="28515" cy="78948"/>
            </a:xfrm>
            <a:custGeom>
              <a:rect b="b" l="l" r="r" t="t"/>
              <a:pathLst>
                <a:path extrusionOk="0" h="3015" w="1089">
                  <a:moveTo>
                    <a:pt x="1088" y="0"/>
                  </a:moveTo>
                  <a:lnTo>
                    <a:pt x="1" y="325"/>
                  </a:lnTo>
                  <a:lnTo>
                    <a:pt x="1" y="3015"/>
                  </a:lnTo>
                  <a:lnTo>
                    <a:pt x="1088" y="3015"/>
                  </a:lnTo>
                  <a:lnTo>
                    <a:pt x="1088" y="0"/>
                  </a:lnTo>
                  <a:close/>
                </a:path>
              </a:pathLst>
            </a:custGeom>
            <a:solidFill>
              <a:srgbClr val="E1E7E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546" name="Google Shape;15546;p44"/>
            <p:cNvSpPr/>
            <p:nvPr/>
          </p:nvSpPr>
          <p:spPr>
            <a:xfrm>
              <a:off x="5552429" y="4037261"/>
              <a:ext cx="28515" cy="78948"/>
            </a:xfrm>
            <a:custGeom>
              <a:rect b="b" l="l" r="r" t="t"/>
              <a:pathLst>
                <a:path extrusionOk="0" h="3015" w="1089">
                  <a:moveTo>
                    <a:pt x="1" y="0"/>
                  </a:moveTo>
                  <a:lnTo>
                    <a:pt x="1" y="3015"/>
                  </a:lnTo>
                  <a:lnTo>
                    <a:pt x="1088" y="3015"/>
                  </a:lnTo>
                  <a:lnTo>
                    <a:pt x="1088" y="325"/>
                  </a:lnTo>
                  <a:lnTo>
                    <a:pt x="1" y="0"/>
                  </a:lnTo>
                  <a:close/>
                </a:path>
              </a:pathLst>
            </a:custGeom>
            <a:solidFill>
              <a:srgbClr val="E1E7E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547" name="Google Shape;15547;p44"/>
            <p:cNvSpPr/>
            <p:nvPr/>
          </p:nvSpPr>
          <p:spPr>
            <a:xfrm>
              <a:off x="5397807" y="4093219"/>
              <a:ext cx="183138" cy="51715"/>
            </a:xfrm>
            <a:custGeom>
              <a:rect b="b" l="l" r="r" t="t"/>
              <a:pathLst>
                <a:path extrusionOk="0" h="1975" w="6994">
                  <a:moveTo>
                    <a:pt x="659" y="0"/>
                  </a:moveTo>
                  <a:cubicBezTo>
                    <a:pt x="296" y="0"/>
                    <a:pt x="0" y="296"/>
                    <a:pt x="0" y="658"/>
                  </a:cubicBezTo>
                  <a:lnTo>
                    <a:pt x="0" y="1975"/>
                  </a:lnTo>
                  <a:lnTo>
                    <a:pt x="6993" y="1975"/>
                  </a:lnTo>
                  <a:lnTo>
                    <a:pt x="6993" y="658"/>
                  </a:lnTo>
                  <a:cubicBezTo>
                    <a:pt x="6993" y="296"/>
                    <a:pt x="6697" y="0"/>
                    <a:pt x="6344" y="0"/>
                  </a:cubicBezTo>
                  <a:close/>
                </a:path>
              </a:pathLst>
            </a:custGeom>
            <a:solidFill>
              <a:srgbClr val="E6EBE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548" name="Google Shape;15548;p44"/>
            <p:cNvSpPr/>
            <p:nvPr/>
          </p:nvSpPr>
          <p:spPr>
            <a:xfrm>
              <a:off x="5449522" y="3984551"/>
              <a:ext cx="79943" cy="28620"/>
            </a:xfrm>
            <a:custGeom>
              <a:rect b="b" l="l" r="r" t="t"/>
              <a:pathLst>
                <a:path extrusionOk="0" h="1093" w="3053">
                  <a:moveTo>
                    <a:pt x="0" y="0"/>
                  </a:moveTo>
                  <a:lnTo>
                    <a:pt x="0" y="706"/>
                  </a:lnTo>
                  <a:cubicBezTo>
                    <a:pt x="477" y="964"/>
                    <a:pt x="1002" y="1093"/>
                    <a:pt x="1527" y="1093"/>
                  </a:cubicBezTo>
                  <a:cubicBezTo>
                    <a:pt x="2051" y="1093"/>
                    <a:pt x="2576" y="964"/>
                    <a:pt x="3053" y="706"/>
                  </a:cubicBezTo>
                  <a:lnTo>
                    <a:pt x="3053" y="0"/>
                  </a:lnTo>
                  <a:close/>
                </a:path>
              </a:pathLst>
            </a:custGeom>
            <a:solidFill>
              <a:srgbClr val="EEF1F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549" name="Google Shape;15549;p44"/>
            <p:cNvSpPr/>
            <p:nvPr/>
          </p:nvSpPr>
          <p:spPr>
            <a:xfrm>
              <a:off x="5392386" y="3801701"/>
              <a:ext cx="193952" cy="200106"/>
            </a:xfrm>
            <a:custGeom>
              <a:rect b="b" l="l" r="r" t="t"/>
              <a:pathLst>
                <a:path extrusionOk="0" h="7642" w="7407">
                  <a:moveTo>
                    <a:pt x="3709" y="0"/>
                  </a:moveTo>
                  <a:cubicBezTo>
                    <a:pt x="2020" y="0"/>
                    <a:pt x="646" y="1364"/>
                    <a:pt x="646" y="3053"/>
                  </a:cubicBezTo>
                  <a:lnTo>
                    <a:pt x="646" y="3940"/>
                  </a:lnTo>
                  <a:cubicBezTo>
                    <a:pt x="1" y="4073"/>
                    <a:pt x="101" y="5018"/>
                    <a:pt x="751" y="5018"/>
                  </a:cubicBezTo>
                  <a:cubicBezTo>
                    <a:pt x="754" y="5018"/>
                    <a:pt x="757" y="5018"/>
                    <a:pt x="761" y="5018"/>
                  </a:cubicBezTo>
                  <a:lnTo>
                    <a:pt x="875" y="5018"/>
                  </a:lnTo>
                  <a:cubicBezTo>
                    <a:pt x="990" y="6497"/>
                    <a:pt x="2220" y="7642"/>
                    <a:pt x="3709" y="7642"/>
                  </a:cubicBezTo>
                  <a:cubicBezTo>
                    <a:pt x="5187" y="7642"/>
                    <a:pt x="6418" y="6497"/>
                    <a:pt x="6532" y="5018"/>
                  </a:cubicBezTo>
                  <a:lnTo>
                    <a:pt x="6656" y="5018"/>
                  </a:lnTo>
                  <a:cubicBezTo>
                    <a:pt x="6660" y="5018"/>
                    <a:pt x="6663" y="5018"/>
                    <a:pt x="6666" y="5018"/>
                  </a:cubicBezTo>
                  <a:cubicBezTo>
                    <a:pt x="7316" y="5018"/>
                    <a:pt x="7407" y="4073"/>
                    <a:pt x="6761" y="3940"/>
                  </a:cubicBezTo>
                  <a:lnTo>
                    <a:pt x="6761" y="3053"/>
                  </a:lnTo>
                  <a:cubicBezTo>
                    <a:pt x="6761" y="1364"/>
                    <a:pt x="5397" y="0"/>
                    <a:pt x="3709" y="0"/>
                  </a:cubicBezTo>
                  <a:close/>
                </a:path>
              </a:pathLst>
            </a:custGeom>
            <a:solidFill>
              <a:srgbClr val="E0E7E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550" name="Google Shape;15550;p44"/>
            <p:cNvSpPr/>
            <p:nvPr/>
          </p:nvSpPr>
          <p:spPr>
            <a:xfrm>
              <a:off x="5397807" y="3795940"/>
              <a:ext cx="183138" cy="91464"/>
            </a:xfrm>
            <a:custGeom>
              <a:rect b="b" l="l" r="r" t="t"/>
              <a:pathLst>
                <a:path extrusionOk="0" h="3493" w="6994">
                  <a:moveTo>
                    <a:pt x="3502" y="1"/>
                  </a:moveTo>
                  <a:cubicBezTo>
                    <a:pt x="1565" y="1"/>
                    <a:pt x="0" y="1565"/>
                    <a:pt x="0" y="3492"/>
                  </a:cubicBezTo>
                  <a:lnTo>
                    <a:pt x="6993" y="3492"/>
                  </a:lnTo>
                  <a:cubicBezTo>
                    <a:pt x="6993" y="1565"/>
                    <a:pt x="5429" y="1"/>
                    <a:pt x="3502" y="1"/>
                  </a:cubicBezTo>
                  <a:close/>
                </a:path>
              </a:pathLst>
            </a:custGeom>
            <a:solidFill>
              <a:srgbClr val="F4F7F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551" name="Google Shape;15551;p44"/>
            <p:cNvSpPr/>
            <p:nvPr/>
          </p:nvSpPr>
          <p:spPr>
            <a:xfrm>
              <a:off x="5397807" y="3795940"/>
              <a:ext cx="91700" cy="91464"/>
            </a:xfrm>
            <a:custGeom>
              <a:rect b="b" l="l" r="r" t="t"/>
              <a:pathLst>
                <a:path extrusionOk="0" h="3493" w="3502">
                  <a:moveTo>
                    <a:pt x="3502" y="1"/>
                  </a:moveTo>
                  <a:cubicBezTo>
                    <a:pt x="1565" y="1"/>
                    <a:pt x="0" y="1565"/>
                    <a:pt x="0" y="3492"/>
                  </a:cubicBezTo>
                  <a:lnTo>
                    <a:pt x="1975" y="3492"/>
                  </a:lnTo>
                  <a:cubicBezTo>
                    <a:pt x="1966" y="2338"/>
                    <a:pt x="2538" y="1250"/>
                    <a:pt x="3502" y="602"/>
                  </a:cubicBezTo>
                  <a:lnTo>
                    <a:pt x="3502" y="1"/>
                  </a:lnTo>
                  <a:close/>
                </a:path>
              </a:pathLst>
            </a:custGeom>
            <a:solidFill>
              <a:srgbClr val="F1F4F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552" name="Google Shape;15552;p44"/>
            <p:cNvSpPr/>
            <p:nvPr/>
          </p:nvSpPr>
          <p:spPr>
            <a:xfrm>
              <a:off x="5396812" y="3887378"/>
              <a:ext cx="161404" cy="114455"/>
            </a:xfrm>
            <a:custGeom>
              <a:rect b="b" l="l" r="r" t="t"/>
              <a:pathLst>
                <a:path extrusionOk="0" h="4371" w="6164">
                  <a:moveTo>
                    <a:pt x="477" y="0"/>
                  </a:moveTo>
                  <a:lnTo>
                    <a:pt x="477" y="668"/>
                  </a:lnTo>
                  <a:cubicBezTo>
                    <a:pt x="191" y="725"/>
                    <a:pt x="0" y="1012"/>
                    <a:pt x="48" y="1298"/>
                  </a:cubicBezTo>
                  <a:cubicBezTo>
                    <a:pt x="104" y="1558"/>
                    <a:pt x="332" y="1746"/>
                    <a:pt x="592" y="1746"/>
                  </a:cubicBezTo>
                  <a:cubicBezTo>
                    <a:pt x="598" y="1746"/>
                    <a:pt x="604" y="1746"/>
                    <a:pt x="611" y="1746"/>
                  </a:cubicBezTo>
                  <a:lnTo>
                    <a:pt x="706" y="1746"/>
                  </a:lnTo>
                  <a:cubicBezTo>
                    <a:pt x="822" y="3257"/>
                    <a:pt x="2080" y="4370"/>
                    <a:pt x="3523" y="4370"/>
                  </a:cubicBezTo>
                  <a:cubicBezTo>
                    <a:pt x="3738" y="4370"/>
                    <a:pt x="3958" y="4345"/>
                    <a:pt x="4179" y="4293"/>
                  </a:cubicBezTo>
                  <a:cubicBezTo>
                    <a:pt x="2786" y="3978"/>
                    <a:pt x="1794" y="2738"/>
                    <a:pt x="1794" y="1317"/>
                  </a:cubicBezTo>
                  <a:cubicBezTo>
                    <a:pt x="1794" y="954"/>
                    <a:pt x="2089" y="659"/>
                    <a:pt x="2452" y="659"/>
                  </a:cubicBezTo>
                  <a:lnTo>
                    <a:pt x="5724" y="659"/>
                  </a:lnTo>
                  <a:cubicBezTo>
                    <a:pt x="5963" y="659"/>
                    <a:pt x="6163" y="458"/>
                    <a:pt x="6163" y="220"/>
                  </a:cubicBezTo>
                  <a:lnTo>
                    <a:pt x="6163" y="0"/>
                  </a:lnTo>
                  <a:close/>
                </a:path>
              </a:pathLst>
            </a:custGeom>
            <a:solidFill>
              <a:srgbClr val="DAE2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553" name="Google Shape;15553;p44"/>
            <p:cNvSpPr/>
            <p:nvPr/>
          </p:nvSpPr>
          <p:spPr>
            <a:xfrm>
              <a:off x="5455518" y="3944567"/>
              <a:ext cx="67714" cy="66615"/>
            </a:xfrm>
            <a:custGeom>
              <a:rect b="b" l="l" r="r" t="t"/>
              <a:pathLst>
                <a:path extrusionOk="0" h="2544" w="2586">
                  <a:moveTo>
                    <a:pt x="792" y="1"/>
                  </a:moveTo>
                  <a:cubicBezTo>
                    <a:pt x="458" y="1"/>
                    <a:pt x="172" y="249"/>
                    <a:pt x="143" y="583"/>
                  </a:cubicBezTo>
                  <a:lnTo>
                    <a:pt x="38" y="1508"/>
                  </a:lnTo>
                  <a:cubicBezTo>
                    <a:pt x="0" y="1785"/>
                    <a:pt x="143" y="2052"/>
                    <a:pt x="391" y="2166"/>
                  </a:cubicBezTo>
                  <a:lnTo>
                    <a:pt x="1002" y="2472"/>
                  </a:lnTo>
                  <a:cubicBezTo>
                    <a:pt x="1092" y="2519"/>
                    <a:pt x="1193" y="2543"/>
                    <a:pt x="1294" y="2543"/>
                  </a:cubicBezTo>
                  <a:cubicBezTo>
                    <a:pt x="1395" y="2543"/>
                    <a:pt x="1498" y="2519"/>
                    <a:pt x="1593" y="2472"/>
                  </a:cubicBezTo>
                  <a:lnTo>
                    <a:pt x="2194" y="2166"/>
                  </a:lnTo>
                  <a:cubicBezTo>
                    <a:pt x="2442" y="2052"/>
                    <a:pt x="2585" y="1785"/>
                    <a:pt x="2557" y="1508"/>
                  </a:cubicBezTo>
                  <a:lnTo>
                    <a:pt x="2452" y="583"/>
                  </a:lnTo>
                  <a:cubicBezTo>
                    <a:pt x="2414" y="249"/>
                    <a:pt x="2137" y="1"/>
                    <a:pt x="1803" y="1"/>
                  </a:cubicBezTo>
                  <a:close/>
                </a:path>
              </a:pathLst>
            </a:custGeom>
            <a:solidFill>
              <a:srgbClr val="ACB9C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554" name="Google Shape;15554;p44"/>
            <p:cNvSpPr/>
            <p:nvPr/>
          </p:nvSpPr>
          <p:spPr>
            <a:xfrm>
              <a:off x="5455754" y="3944567"/>
              <a:ext cx="41739" cy="66615"/>
            </a:xfrm>
            <a:custGeom>
              <a:rect b="b" l="l" r="r" t="t"/>
              <a:pathLst>
                <a:path extrusionOk="0" h="2544" w="1594">
                  <a:moveTo>
                    <a:pt x="783" y="1"/>
                  </a:moveTo>
                  <a:cubicBezTo>
                    <a:pt x="449" y="1"/>
                    <a:pt x="172" y="249"/>
                    <a:pt x="134" y="583"/>
                  </a:cubicBezTo>
                  <a:lnTo>
                    <a:pt x="29" y="1518"/>
                  </a:lnTo>
                  <a:cubicBezTo>
                    <a:pt x="1" y="1785"/>
                    <a:pt x="144" y="2052"/>
                    <a:pt x="382" y="2176"/>
                  </a:cubicBezTo>
                  <a:lnTo>
                    <a:pt x="993" y="2472"/>
                  </a:lnTo>
                  <a:cubicBezTo>
                    <a:pt x="1083" y="2519"/>
                    <a:pt x="1184" y="2543"/>
                    <a:pt x="1285" y="2543"/>
                  </a:cubicBezTo>
                  <a:cubicBezTo>
                    <a:pt x="1386" y="2543"/>
                    <a:pt x="1489" y="2519"/>
                    <a:pt x="1584" y="2472"/>
                  </a:cubicBezTo>
                  <a:lnTo>
                    <a:pt x="1594" y="2472"/>
                  </a:lnTo>
                  <a:lnTo>
                    <a:pt x="1212" y="2243"/>
                  </a:lnTo>
                  <a:cubicBezTo>
                    <a:pt x="955" y="2052"/>
                    <a:pt x="812" y="1747"/>
                    <a:pt x="859" y="1432"/>
                  </a:cubicBezTo>
                  <a:lnTo>
                    <a:pt x="955" y="287"/>
                  </a:lnTo>
                  <a:cubicBezTo>
                    <a:pt x="964" y="182"/>
                    <a:pt x="993" y="87"/>
                    <a:pt x="1031" y="1"/>
                  </a:cubicBezTo>
                  <a:close/>
                </a:path>
              </a:pathLst>
            </a:custGeom>
            <a:solidFill>
              <a:srgbClr val="ACB9C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555" name="Google Shape;15555;p44"/>
            <p:cNvSpPr/>
            <p:nvPr/>
          </p:nvSpPr>
          <p:spPr>
            <a:xfrm>
              <a:off x="5471439" y="3956978"/>
              <a:ext cx="35873" cy="16339"/>
            </a:xfrm>
            <a:custGeom>
              <a:rect b="b" l="l" r="r" t="t"/>
              <a:pathLst>
                <a:path extrusionOk="0" h="624" w="1370">
                  <a:moveTo>
                    <a:pt x="272" y="0"/>
                  </a:moveTo>
                  <a:cubicBezTo>
                    <a:pt x="132" y="0"/>
                    <a:pt x="0" y="150"/>
                    <a:pt x="69" y="309"/>
                  </a:cubicBezTo>
                  <a:cubicBezTo>
                    <a:pt x="213" y="510"/>
                    <a:pt x="442" y="624"/>
                    <a:pt x="690" y="624"/>
                  </a:cubicBezTo>
                  <a:cubicBezTo>
                    <a:pt x="928" y="624"/>
                    <a:pt x="1157" y="510"/>
                    <a:pt x="1300" y="309"/>
                  </a:cubicBezTo>
                  <a:cubicBezTo>
                    <a:pt x="1369" y="150"/>
                    <a:pt x="1237" y="0"/>
                    <a:pt x="1094" y="0"/>
                  </a:cubicBezTo>
                  <a:cubicBezTo>
                    <a:pt x="1040" y="0"/>
                    <a:pt x="984" y="21"/>
                    <a:pt x="938" y="71"/>
                  </a:cubicBezTo>
                  <a:cubicBezTo>
                    <a:pt x="871" y="147"/>
                    <a:pt x="778" y="185"/>
                    <a:pt x="684" y="185"/>
                  </a:cubicBezTo>
                  <a:cubicBezTo>
                    <a:pt x="589" y="185"/>
                    <a:pt x="494" y="147"/>
                    <a:pt x="422" y="71"/>
                  </a:cubicBezTo>
                  <a:cubicBezTo>
                    <a:pt x="378" y="21"/>
                    <a:pt x="325" y="0"/>
                    <a:pt x="272" y="0"/>
                  </a:cubicBezTo>
                  <a:close/>
                </a:path>
              </a:pathLst>
            </a:custGeom>
            <a:solidFill>
              <a:srgbClr val="F2F4F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556" name="Google Shape;15556;p44"/>
            <p:cNvSpPr/>
            <p:nvPr/>
          </p:nvSpPr>
          <p:spPr>
            <a:xfrm>
              <a:off x="5452271" y="3904556"/>
              <a:ext cx="11260" cy="17073"/>
            </a:xfrm>
            <a:custGeom>
              <a:rect b="b" l="l" r="r" t="t"/>
              <a:pathLst>
                <a:path extrusionOk="0" h="652" w="430">
                  <a:moveTo>
                    <a:pt x="215" y="0"/>
                  </a:moveTo>
                  <a:cubicBezTo>
                    <a:pt x="107" y="0"/>
                    <a:pt x="0" y="74"/>
                    <a:pt x="0" y="222"/>
                  </a:cubicBezTo>
                  <a:lnTo>
                    <a:pt x="0" y="441"/>
                  </a:lnTo>
                  <a:cubicBezTo>
                    <a:pt x="0" y="556"/>
                    <a:pt x="96" y="651"/>
                    <a:pt x="220" y="651"/>
                  </a:cubicBezTo>
                  <a:cubicBezTo>
                    <a:pt x="334" y="651"/>
                    <a:pt x="429" y="556"/>
                    <a:pt x="429" y="441"/>
                  </a:cubicBezTo>
                  <a:lnTo>
                    <a:pt x="429" y="222"/>
                  </a:lnTo>
                  <a:cubicBezTo>
                    <a:pt x="429" y="74"/>
                    <a:pt x="322" y="0"/>
                    <a:pt x="215" y="0"/>
                  </a:cubicBezTo>
                  <a:close/>
                </a:path>
              </a:pathLst>
            </a:custGeom>
            <a:solidFill>
              <a:srgbClr val="39516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557" name="Google Shape;15557;p44"/>
            <p:cNvSpPr/>
            <p:nvPr/>
          </p:nvSpPr>
          <p:spPr>
            <a:xfrm>
              <a:off x="5515220" y="3904556"/>
              <a:ext cx="11521" cy="17073"/>
            </a:xfrm>
            <a:custGeom>
              <a:rect b="b" l="l" r="r" t="t"/>
              <a:pathLst>
                <a:path extrusionOk="0" h="652" w="440">
                  <a:moveTo>
                    <a:pt x="220" y="0"/>
                  </a:moveTo>
                  <a:cubicBezTo>
                    <a:pt x="110" y="0"/>
                    <a:pt x="0" y="74"/>
                    <a:pt x="0" y="222"/>
                  </a:cubicBezTo>
                  <a:lnTo>
                    <a:pt x="0" y="441"/>
                  </a:lnTo>
                  <a:cubicBezTo>
                    <a:pt x="0" y="556"/>
                    <a:pt x="96" y="651"/>
                    <a:pt x="220" y="651"/>
                  </a:cubicBezTo>
                  <a:cubicBezTo>
                    <a:pt x="334" y="651"/>
                    <a:pt x="439" y="556"/>
                    <a:pt x="439" y="441"/>
                  </a:cubicBezTo>
                  <a:lnTo>
                    <a:pt x="439" y="222"/>
                  </a:lnTo>
                  <a:cubicBezTo>
                    <a:pt x="439" y="74"/>
                    <a:pt x="329" y="0"/>
                    <a:pt x="220" y="0"/>
                  </a:cubicBezTo>
                  <a:close/>
                </a:path>
              </a:pathLst>
            </a:custGeom>
            <a:solidFill>
              <a:srgbClr val="39516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558" name="Google Shape;15558;p44"/>
            <p:cNvSpPr/>
            <p:nvPr/>
          </p:nvSpPr>
          <p:spPr>
            <a:xfrm>
              <a:off x="5472251" y="3790206"/>
              <a:ext cx="34486" cy="74208"/>
            </a:xfrm>
            <a:custGeom>
              <a:rect b="b" l="l" r="r" t="t"/>
              <a:pathLst>
                <a:path extrusionOk="0" h="2834" w="1317">
                  <a:moveTo>
                    <a:pt x="220" y="0"/>
                  </a:moveTo>
                  <a:cubicBezTo>
                    <a:pt x="96" y="0"/>
                    <a:pt x="0" y="96"/>
                    <a:pt x="0" y="220"/>
                  </a:cubicBezTo>
                  <a:lnTo>
                    <a:pt x="0" y="2624"/>
                  </a:lnTo>
                  <a:cubicBezTo>
                    <a:pt x="0" y="2738"/>
                    <a:pt x="96" y="2834"/>
                    <a:pt x="220" y="2834"/>
                  </a:cubicBezTo>
                  <a:lnTo>
                    <a:pt x="1097" y="2834"/>
                  </a:lnTo>
                  <a:cubicBezTo>
                    <a:pt x="1212" y="2834"/>
                    <a:pt x="1317" y="2738"/>
                    <a:pt x="1317" y="2624"/>
                  </a:cubicBezTo>
                  <a:lnTo>
                    <a:pt x="1317" y="220"/>
                  </a:lnTo>
                  <a:cubicBezTo>
                    <a:pt x="1317" y="96"/>
                    <a:pt x="1212" y="0"/>
                    <a:pt x="1097" y="0"/>
                  </a:cubicBezTo>
                  <a:close/>
                </a:path>
              </a:pathLst>
            </a:custGeom>
            <a:solidFill>
              <a:srgbClr val="D9E1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559" name="Google Shape;15559;p44"/>
            <p:cNvSpPr/>
            <p:nvPr/>
          </p:nvSpPr>
          <p:spPr>
            <a:xfrm>
              <a:off x="5535199" y="3805079"/>
              <a:ext cx="23017" cy="59361"/>
            </a:xfrm>
            <a:custGeom>
              <a:rect b="b" l="l" r="r" t="t"/>
              <a:pathLst>
                <a:path extrusionOk="0" h="2267" w="879">
                  <a:moveTo>
                    <a:pt x="140" y="1"/>
                  </a:moveTo>
                  <a:cubicBezTo>
                    <a:pt x="67" y="1"/>
                    <a:pt x="0" y="60"/>
                    <a:pt x="0" y="148"/>
                  </a:cubicBezTo>
                  <a:lnTo>
                    <a:pt x="0" y="2056"/>
                  </a:lnTo>
                  <a:cubicBezTo>
                    <a:pt x="0" y="2170"/>
                    <a:pt x="96" y="2266"/>
                    <a:pt x="220" y="2266"/>
                  </a:cubicBezTo>
                  <a:lnTo>
                    <a:pt x="659" y="2266"/>
                  </a:lnTo>
                  <a:cubicBezTo>
                    <a:pt x="664" y="2266"/>
                    <a:pt x="669" y="2266"/>
                    <a:pt x="674" y="2266"/>
                  </a:cubicBezTo>
                  <a:cubicBezTo>
                    <a:pt x="791" y="2266"/>
                    <a:pt x="878" y="2165"/>
                    <a:pt x="878" y="2046"/>
                  </a:cubicBezTo>
                  <a:lnTo>
                    <a:pt x="878" y="739"/>
                  </a:lnTo>
                  <a:cubicBezTo>
                    <a:pt x="878" y="596"/>
                    <a:pt x="811" y="472"/>
                    <a:pt x="706" y="386"/>
                  </a:cubicBezTo>
                  <a:lnTo>
                    <a:pt x="229" y="33"/>
                  </a:lnTo>
                  <a:cubicBezTo>
                    <a:pt x="201" y="11"/>
                    <a:pt x="170" y="1"/>
                    <a:pt x="140" y="1"/>
                  </a:cubicBezTo>
                  <a:close/>
                </a:path>
              </a:pathLst>
            </a:custGeom>
            <a:solidFill>
              <a:srgbClr val="D9E1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560" name="Google Shape;15560;p44"/>
            <p:cNvSpPr/>
            <p:nvPr/>
          </p:nvSpPr>
          <p:spPr>
            <a:xfrm>
              <a:off x="5420797" y="3805079"/>
              <a:ext cx="22990" cy="59361"/>
            </a:xfrm>
            <a:custGeom>
              <a:rect b="b" l="l" r="r" t="t"/>
              <a:pathLst>
                <a:path extrusionOk="0" h="2267" w="878">
                  <a:moveTo>
                    <a:pt x="741" y="1"/>
                  </a:moveTo>
                  <a:cubicBezTo>
                    <a:pt x="713" y="1"/>
                    <a:pt x="683" y="11"/>
                    <a:pt x="658" y="33"/>
                  </a:cubicBezTo>
                  <a:lnTo>
                    <a:pt x="181" y="386"/>
                  </a:lnTo>
                  <a:cubicBezTo>
                    <a:pt x="67" y="472"/>
                    <a:pt x="0" y="596"/>
                    <a:pt x="0" y="739"/>
                  </a:cubicBezTo>
                  <a:lnTo>
                    <a:pt x="0" y="2046"/>
                  </a:lnTo>
                  <a:cubicBezTo>
                    <a:pt x="0" y="2165"/>
                    <a:pt x="96" y="2266"/>
                    <a:pt x="213" y="2266"/>
                  </a:cubicBezTo>
                  <a:cubicBezTo>
                    <a:pt x="219" y="2266"/>
                    <a:pt x="224" y="2266"/>
                    <a:pt x="229" y="2266"/>
                  </a:cubicBezTo>
                  <a:lnTo>
                    <a:pt x="658" y="2266"/>
                  </a:lnTo>
                  <a:cubicBezTo>
                    <a:pt x="782" y="2266"/>
                    <a:pt x="878" y="2170"/>
                    <a:pt x="878" y="2056"/>
                  </a:cubicBezTo>
                  <a:lnTo>
                    <a:pt x="878" y="148"/>
                  </a:lnTo>
                  <a:cubicBezTo>
                    <a:pt x="878" y="60"/>
                    <a:pt x="811" y="1"/>
                    <a:pt x="741" y="1"/>
                  </a:cubicBezTo>
                  <a:close/>
                </a:path>
              </a:pathLst>
            </a:custGeom>
            <a:solidFill>
              <a:srgbClr val="F4F7F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561" name="Google Shape;15561;p44"/>
            <p:cNvSpPr/>
            <p:nvPr/>
          </p:nvSpPr>
          <p:spPr>
            <a:xfrm>
              <a:off x="5386573" y="3881618"/>
              <a:ext cx="205866" cy="11521"/>
            </a:xfrm>
            <a:custGeom>
              <a:rect b="b" l="l" r="r" t="t"/>
              <a:pathLst>
                <a:path extrusionOk="0" h="440" w="7862">
                  <a:moveTo>
                    <a:pt x="220" y="1"/>
                  </a:moveTo>
                  <a:cubicBezTo>
                    <a:pt x="96" y="1"/>
                    <a:pt x="0" y="96"/>
                    <a:pt x="0" y="220"/>
                  </a:cubicBezTo>
                  <a:cubicBezTo>
                    <a:pt x="0" y="344"/>
                    <a:pt x="96" y="440"/>
                    <a:pt x="220" y="440"/>
                  </a:cubicBezTo>
                  <a:lnTo>
                    <a:pt x="7642" y="440"/>
                  </a:lnTo>
                  <a:cubicBezTo>
                    <a:pt x="7766" y="440"/>
                    <a:pt x="7861" y="344"/>
                    <a:pt x="7861" y="220"/>
                  </a:cubicBezTo>
                  <a:cubicBezTo>
                    <a:pt x="7861" y="96"/>
                    <a:pt x="7766" y="1"/>
                    <a:pt x="7651" y="1"/>
                  </a:cubicBezTo>
                  <a:close/>
                </a:path>
              </a:pathLst>
            </a:custGeom>
            <a:solidFill>
              <a:srgbClr val="F1F4F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562" name="Google Shape;15562;p44"/>
            <p:cNvSpPr/>
            <p:nvPr/>
          </p:nvSpPr>
          <p:spPr>
            <a:xfrm>
              <a:off x="5415036" y="4110448"/>
              <a:ext cx="11521" cy="11521"/>
            </a:xfrm>
            <a:custGeom>
              <a:rect b="b" l="l" r="r" t="t"/>
              <a:pathLst>
                <a:path extrusionOk="0" h="440" w="440">
                  <a:moveTo>
                    <a:pt x="220" y="0"/>
                  </a:moveTo>
                  <a:cubicBezTo>
                    <a:pt x="96" y="0"/>
                    <a:pt x="1" y="96"/>
                    <a:pt x="1" y="220"/>
                  </a:cubicBezTo>
                  <a:cubicBezTo>
                    <a:pt x="1" y="344"/>
                    <a:pt x="96" y="439"/>
                    <a:pt x="220" y="439"/>
                  </a:cubicBezTo>
                  <a:cubicBezTo>
                    <a:pt x="344" y="439"/>
                    <a:pt x="439" y="344"/>
                    <a:pt x="439" y="220"/>
                  </a:cubicBezTo>
                  <a:cubicBezTo>
                    <a:pt x="439" y="96"/>
                    <a:pt x="344" y="0"/>
                    <a:pt x="220" y="0"/>
                  </a:cubicBezTo>
                  <a:close/>
                </a:path>
              </a:pathLst>
            </a:custGeom>
            <a:solidFill>
              <a:srgbClr val="ECF0F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563" name="Google Shape;15563;p44"/>
            <p:cNvSpPr/>
            <p:nvPr/>
          </p:nvSpPr>
          <p:spPr>
            <a:xfrm>
              <a:off x="5552429" y="4110448"/>
              <a:ext cx="11260" cy="11521"/>
            </a:xfrm>
            <a:custGeom>
              <a:rect b="b" l="l" r="r" t="t"/>
              <a:pathLst>
                <a:path extrusionOk="0" h="440" w="430">
                  <a:moveTo>
                    <a:pt x="211" y="0"/>
                  </a:moveTo>
                  <a:cubicBezTo>
                    <a:pt x="96" y="0"/>
                    <a:pt x="1" y="96"/>
                    <a:pt x="1" y="220"/>
                  </a:cubicBezTo>
                  <a:cubicBezTo>
                    <a:pt x="1" y="344"/>
                    <a:pt x="96" y="439"/>
                    <a:pt x="211" y="439"/>
                  </a:cubicBezTo>
                  <a:cubicBezTo>
                    <a:pt x="335" y="439"/>
                    <a:pt x="430" y="344"/>
                    <a:pt x="430" y="220"/>
                  </a:cubicBezTo>
                  <a:cubicBezTo>
                    <a:pt x="430" y="96"/>
                    <a:pt x="335" y="0"/>
                    <a:pt x="211" y="0"/>
                  </a:cubicBezTo>
                  <a:close/>
                </a:path>
              </a:pathLst>
            </a:custGeom>
            <a:solidFill>
              <a:srgbClr val="ECF0F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564" name="Google Shape;15564;p44"/>
            <p:cNvSpPr/>
            <p:nvPr/>
          </p:nvSpPr>
          <p:spPr>
            <a:xfrm>
              <a:off x="5380813" y="4093219"/>
              <a:ext cx="17020" cy="51480"/>
            </a:xfrm>
            <a:custGeom>
              <a:rect b="b" l="l" r="r" t="t"/>
              <a:pathLst>
                <a:path extrusionOk="0" h="1966" w="650">
                  <a:moveTo>
                    <a:pt x="649" y="0"/>
                  </a:moveTo>
                  <a:cubicBezTo>
                    <a:pt x="287" y="0"/>
                    <a:pt x="1" y="296"/>
                    <a:pt x="1" y="658"/>
                  </a:cubicBezTo>
                  <a:lnTo>
                    <a:pt x="1" y="1965"/>
                  </a:lnTo>
                  <a:lnTo>
                    <a:pt x="649" y="1965"/>
                  </a:lnTo>
                  <a:lnTo>
                    <a:pt x="649" y="0"/>
                  </a:lnTo>
                  <a:close/>
                </a:path>
              </a:pathLst>
            </a:custGeom>
            <a:solidFill>
              <a:srgbClr val="899CA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565" name="Google Shape;15565;p44"/>
            <p:cNvSpPr/>
            <p:nvPr/>
          </p:nvSpPr>
          <p:spPr>
            <a:xfrm>
              <a:off x="5580918" y="4093219"/>
              <a:ext cx="17256" cy="51480"/>
            </a:xfrm>
            <a:custGeom>
              <a:rect b="b" l="l" r="r" t="t"/>
              <a:pathLst>
                <a:path extrusionOk="0" h="1966" w="659">
                  <a:moveTo>
                    <a:pt x="0" y="0"/>
                  </a:moveTo>
                  <a:lnTo>
                    <a:pt x="0" y="1965"/>
                  </a:lnTo>
                  <a:lnTo>
                    <a:pt x="658" y="1965"/>
                  </a:lnTo>
                  <a:lnTo>
                    <a:pt x="658" y="658"/>
                  </a:lnTo>
                  <a:cubicBezTo>
                    <a:pt x="658" y="296"/>
                    <a:pt x="363" y="0"/>
                    <a:pt x="0" y="0"/>
                  </a:cubicBezTo>
                  <a:close/>
                </a:path>
              </a:pathLst>
            </a:custGeom>
            <a:solidFill>
              <a:srgbClr val="899CA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5566" name="Google Shape;15566;p44"/>
          <p:cNvGrpSpPr/>
          <p:nvPr/>
        </p:nvGrpSpPr>
        <p:grpSpPr>
          <a:xfrm>
            <a:off x="4901706" y="3637675"/>
            <a:ext cx="274550" cy="354859"/>
            <a:chOff x="4901706" y="3790075"/>
            <a:chExt cx="274550" cy="354859"/>
          </a:xfrm>
        </p:grpSpPr>
        <p:sp>
          <p:nvSpPr>
            <p:cNvPr id="15567" name="Google Shape;15567;p44"/>
            <p:cNvSpPr/>
            <p:nvPr/>
          </p:nvSpPr>
          <p:spPr>
            <a:xfrm>
              <a:off x="4901706" y="4007777"/>
              <a:ext cx="274550" cy="137157"/>
            </a:xfrm>
            <a:custGeom>
              <a:rect b="b" l="l" r="r" t="t"/>
              <a:pathLst>
                <a:path extrusionOk="0" h="5238" w="10485">
                  <a:moveTo>
                    <a:pt x="3711" y="1"/>
                  </a:moveTo>
                  <a:lnTo>
                    <a:pt x="3711" y="1622"/>
                  </a:lnTo>
                  <a:cubicBezTo>
                    <a:pt x="3711" y="1918"/>
                    <a:pt x="3520" y="2176"/>
                    <a:pt x="3244" y="2252"/>
                  </a:cubicBezTo>
                  <a:lnTo>
                    <a:pt x="945" y="2929"/>
                  </a:lnTo>
                  <a:cubicBezTo>
                    <a:pt x="382" y="3091"/>
                    <a:pt x="0" y="3607"/>
                    <a:pt x="0" y="4189"/>
                  </a:cubicBezTo>
                  <a:lnTo>
                    <a:pt x="0" y="4580"/>
                  </a:lnTo>
                  <a:cubicBezTo>
                    <a:pt x="0" y="4942"/>
                    <a:pt x="296" y="5238"/>
                    <a:pt x="649" y="5238"/>
                  </a:cubicBezTo>
                  <a:lnTo>
                    <a:pt x="9826" y="5238"/>
                  </a:lnTo>
                  <a:cubicBezTo>
                    <a:pt x="10189" y="5238"/>
                    <a:pt x="10484" y="4942"/>
                    <a:pt x="10484" y="4580"/>
                  </a:cubicBezTo>
                  <a:lnTo>
                    <a:pt x="10484" y="4189"/>
                  </a:lnTo>
                  <a:cubicBezTo>
                    <a:pt x="10484" y="3607"/>
                    <a:pt x="10103" y="3091"/>
                    <a:pt x="9540" y="2929"/>
                  </a:cubicBezTo>
                  <a:lnTo>
                    <a:pt x="7241" y="2252"/>
                  </a:lnTo>
                  <a:cubicBezTo>
                    <a:pt x="6964" y="2166"/>
                    <a:pt x="6773" y="1908"/>
                    <a:pt x="6773" y="1622"/>
                  </a:cubicBezTo>
                  <a:lnTo>
                    <a:pt x="6773" y="1"/>
                  </a:lnTo>
                  <a:close/>
                </a:path>
              </a:pathLst>
            </a:custGeom>
            <a:solidFill>
              <a:srgbClr val="ECF0F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568" name="Google Shape;15568;p44"/>
            <p:cNvSpPr/>
            <p:nvPr/>
          </p:nvSpPr>
          <p:spPr>
            <a:xfrm>
              <a:off x="4935929" y="4007777"/>
              <a:ext cx="206102" cy="124169"/>
            </a:xfrm>
            <a:custGeom>
              <a:rect b="b" l="l" r="r" t="t"/>
              <a:pathLst>
                <a:path extrusionOk="0" h="4742" w="7871">
                  <a:moveTo>
                    <a:pt x="2404" y="1"/>
                  </a:moveTo>
                  <a:lnTo>
                    <a:pt x="2404" y="1622"/>
                  </a:lnTo>
                  <a:cubicBezTo>
                    <a:pt x="2404" y="1918"/>
                    <a:pt x="2213" y="2166"/>
                    <a:pt x="1937" y="2252"/>
                  </a:cubicBezTo>
                  <a:lnTo>
                    <a:pt x="0" y="2824"/>
                  </a:lnTo>
                  <a:cubicBezTo>
                    <a:pt x="468" y="3979"/>
                    <a:pt x="1593" y="4742"/>
                    <a:pt x="2843" y="4742"/>
                  </a:cubicBezTo>
                  <a:lnTo>
                    <a:pt x="5028" y="4742"/>
                  </a:lnTo>
                  <a:cubicBezTo>
                    <a:pt x="6277" y="4742"/>
                    <a:pt x="7403" y="3979"/>
                    <a:pt x="7870" y="2815"/>
                  </a:cubicBezTo>
                  <a:lnTo>
                    <a:pt x="5934" y="2252"/>
                  </a:lnTo>
                  <a:cubicBezTo>
                    <a:pt x="5657" y="2166"/>
                    <a:pt x="5466" y="1908"/>
                    <a:pt x="5466" y="1622"/>
                  </a:cubicBezTo>
                  <a:lnTo>
                    <a:pt x="5466" y="1"/>
                  </a:ln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569" name="Google Shape;15569;p44"/>
            <p:cNvSpPr/>
            <p:nvPr/>
          </p:nvSpPr>
          <p:spPr>
            <a:xfrm>
              <a:off x="4941664" y="4017518"/>
              <a:ext cx="194633" cy="103195"/>
            </a:xfrm>
            <a:custGeom>
              <a:rect b="b" l="l" r="r" t="t"/>
              <a:pathLst>
                <a:path extrusionOk="0" h="3941" w="7433">
                  <a:moveTo>
                    <a:pt x="1317" y="1"/>
                  </a:moveTo>
                  <a:cubicBezTo>
                    <a:pt x="592" y="1"/>
                    <a:pt x="0" y="592"/>
                    <a:pt x="0" y="1317"/>
                  </a:cubicBezTo>
                  <a:cubicBezTo>
                    <a:pt x="0" y="2758"/>
                    <a:pt x="1174" y="3941"/>
                    <a:pt x="2624" y="3941"/>
                  </a:cubicBezTo>
                  <a:lnTo>
                    <a:pt x="4809" y="3941"/>
                  </a:lnTo>
                  <a:cubicBezTo>
                    <a:pt x="6259" y="3941"/>
                    <a:pt x="7432" y="2758"/>
                    <a:pt x="7432" y="1317"/>
                  </a:cubicBezTo>
                  <a:cubicBezTo>
                    <a:pt x="7432" y="592"/>
                    <a:pt x="6841" y="1"/>
                    <a:pt x="6125" y="1"/>
                  </a:cubicBezTo>
                  <a:close/>
                </a:path>
              </a:pathLst>
            </a:custGeom>
            <a:solidFill>
              <a:srgbClr val="E6EBE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570" name="Google Shape;15570;p44"/>
            <p:cNvSpPr/>
            <p:nvPr/>
          </p:nvSpPr>
          <p:spPr>
            <a:xfrm>
              <a:off x="4959967" y="4034512"/>
              <a:ext cx="157922" cy="65279"/>
            </a:xfrm>
            <a:custGeom>
              <a:rect b="b" l="l" r="r" t="t"/>
              <a:pathLst>
                <a:path extrusionOk="0" h="2493" w="6031">
                  <a:moveTo>
                    <a:pt x="664" y="0"/>
                  </a:moveTo>
                  <a:cubicBezTo>
                    <a:pt x="186" y="0"/>
                    <a:pt x="1" y="622"/>
                    <a:pt x="408" y="887"/>
                  </a:cubicBezTo>
                  <a:lnTo>
                    <a:pt x="2650" y="2385"/>
                  </a:lnTo>
                  <a:cubicBezTo>
                    <a:pt x="2760" y="2457"/>
                    <a:pt x="2886" y="2493"/>
                    <a:pt x="3013" y="2493"/>
                  </a:cubicBezTo>
                  <a:cubicBezTo>
                    <a:pt x="3139" y="2493"/>
                    <a:pt x="3265" y="2457"/>
                    <a:pt x="3375" y="2385"/>
                  </a:cubicBezTo>
                  <a:lnTo>
                    <a:pt x="5626" y="887"/>
                  </a:lnTo>
                  <a:cubicBezTo>
                    <a:pt x="6031" y="634"/>
                    <a:pt x="5851" y="9"/>
                    <a:pt x="5381" y="9"/>
                  </a:cubicBezTo>
                  <a:cubicBezTo>
                    <a:pt x="5374" y="9"/>
                    <a:pt x="5366" y="10"/>
                    <a:pt x="5359" y="10"/>
                  </a:cubicBezTo>
                  <a:lnTo>
                    <a:pt x="675" y="0"/>
                  </a:lnTo>
                  <a:cubicBezTo>
                    <a:pt x="672" y="0"/>
                    <a:pt x="668" y="0"/>
                    <a:pt x="664" y="0"/>
                  </a:cubicBezTo>
                  <a:close/>
                </a:path>
              </a:pathLst>
            </a:custGeom>
            <a:solidFill>
              <a:srgbClr val="E1E7E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571" name="Google Shape;15571;p44"/>
            <p:cNvSpPr/>
            <p:nvPr/>
          </p:nvSpPr>
          <p:spPr>
            <a:xfrm>
              <a:off x="4984869" y="4013276"/>
              <a:ext cx="107961" cy="86515"/>
            </a:xfrm>
            <a:custGeom>
              <a:rect b="b" l="l" r="r" t="t"/>
              <a:pathLst>
                <a:path extrusionOk="0" h="3304" w="4123">
                  <a:moveTo>
                    <a:pt x="535" y="0"/>
                  </a:moveTo>
                  <a:lnTo>
                    <a:pt x="535" y="1422"/>
                  </a:lnTo>
                  <a:cubicBezTo>
                    <a:pt x="535" y="1708"/>
                    <a:pt x="344" y="1966"/>
                    <a:pt x="68" y="2051"/>
                  </a:cubicBezTo>
                  <a:lnTo>
                    <a:pt x="10" y="2071"/>
                  </a:lnTo>
                  <a:lnTo>
                    <a:pt x="1" y="2071"/>
                  </a:lnTo>
                  <a:lnTo>
                    <a:pt x="1699" y="3196"/>
                  </a:lnTo>
                  <a:cubicBezTo>
                    <a:pt x="1809" y="3268"/>
                    <a:pt x="1935" y="3304"/>
                    <a:pt x="2062" y="3304"/>
                  </a:cubicBezTo>
                  <a:cubicBezTo>
                    <a:pt x="2188" y="3304"/>
                    <a:pt x="2314" y="3268"/>
                    <a:pt x="2424" y="3196"/>
                  </a:cubicBezTo>
                  <a:lnTo>
                    <a:pt x="4122" y="2071"/>
                  </a:lnTo>
                  <a:lnTo>
                    <a:pt x="4065" y="2051"/>
                  </a:lnTo>
                  <a:cubicBezTo>
                    <a:pt x="3788" y="1966"/>
                    <a:pt x="3597" y="1708"/>
                    <a:pt x="3597" y="1422"/>
                  </a:cubicBezTo>
                  <a:lnTo>
                    <a:pt x="3597" y="0"/>
                  </a:lnTo>
                  <a:close/>
                </a:path>
              </a:pathLst>
            </a:custGeom>
            <a:solidFill>
              <a:srgbClr val="DAE2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572" name="Google Shape;15572;p44"/>
            <p:cNvSpPr/>
            <p:nvPr/>
          </p:nvSpPr>
          <p:spPr>
            <a:xfrm>
              <a:off x="4998878" y="4013276"/>
              <a:ext cx="80205" cy="28620"/>
            </a:xfrm>
            <a:custGeom>
              <a:rect b="b" l="l" r="r" t="t"/>
              <a:pathLst>
                <a:path extrusionOk="0" h="1093" w="3063">
                  <a:moveTo>
                    <a:pt x="0" y="0"/>
                  </a:moveTo>
                  <a:lnTo>
                    <a:pt x="0" y="706"/>
                  </a:lnTo>
                  <a:cubicBezTo>
                    <a:pt x="477" y="964"/>
                    <a:pt x="1002" y="1093"/>
                    <a:pt x="1528" y="1093"/>
                  </a:cubicBezTo>
                  <a:cubicBezTo>
                    <a:pt x="2054" y="1093"/>
                    <a:pt x="2581" y="964"/>
                    <a:pt x="3062" y="706"/>
                  </a:cubicBezTo>
                  <a:lnTo>
                    <a:pt x="3062" y="0"/>
                  </a:lnTo>
                  <a:close/>
                </a:path>
              </a:pathLst>
            </a:custGeom>
            <a:solidFill>
              <a:srgbClr val="D4DDE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573" name="Google Shape;15573;p44"/>
            <p:cNvSpPr/>
            <p:nvPr/>
          </p:nvSpPr>
          <p:spPr>
            <a:xfrm>
              <a:off x="4942161" y="3830164"/>
              <a:ext cx="193612" cy="200132"/>
            </a:xfrm>
            <a:custGeom>
              <a:rect b="b" l="l" r="r" t="t"/>
              <a:pathLst>
                <a:path extrusionOk="0" h="7643" w="7394">
                  <a:moveTo>
                    <a:pt x="3693" y="1"/>
                  </a:moveTo>
                  <a:cubicBezTo>
                    <a:pt x="2004" y="1"/>
                    <a:pt x="640" y="1374"/>
                    <a:pt x="640" y="3063"/>
                  </a:cubicBezTo>
                  <a:lnTo>
                    <a:pt x="640" y="3941"/>
                  </a:lnTo>
                  <a:cubicBezTo>
                    <a:pt x="1" y="4084"/>
                    <a:pt x="96" y="5019"/>
                    <a:pt x="745" y="5028"/>
                  </a:cubicBezTo>
                  <a:lnTo>
                    <a:pt x="869" y="5028"/>
                  </a:lnTo>
                  <a:cubicBezTo>
                    <a:pt x="983" y="6507"/>
                    <a:pt x="2214" y="7642"/>
                    <a:pt x="3693" y="7642"/>
                  </a:cubicBezTo>
                  <a:cubicBezTo>
                    <a:pt x="5181" y="7642"/>
                    <a:pt x="6411" y="6507"/>
                    <a:pt x="6526" y="5028"/>
                  </a:cubicBezTo>
                  <a:lnTo>
                    <a:pt x="6640" y="5028"/>
                  </a:lnTo>
                  <a:cubicBezTo>
                    <a:pt x="7299" y="5019"/>
                    <a:pt x="7394" y="4084"/>
                    <a:pt x="6755" y="3941"/>
                  </a:cubicBezTo>
                  <a:lnTo>
                    <a:pt x="6755" y="3063"/>
                  </a:lnTo>
                  <a:cubicBezTo>
                    <a:pt x="6755" y="1374"/>
                    <a:pt x="5381" y="1"/>
                    <a:pt x="3693" y="1"/>
                  </a:cubicBezTo>
                  <a:close/>
                </a:path>
              </a:pathLst>
            </a:custGeom>
            <a:solidFill>
              <a:srgbClr val="E0E7E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574" name="Google Shape;15574;p44"/>
            <p:cNvSpPr/>
            <p:nvPr/>
          </p:nvSpPr>
          <p:spPr>
            <a:xfrm>
              <a:off x="4946168" y="3860984"/>
              <a:ext cx="109689" cy="169338"/>
            </a:xfrm>
            <a:custGeom>
              <a:rect b="b" l="l" r="r" t="t"/>
              <a:pathLst>
                <a:path extrusionOk="0" h="6467" w="4189">
                  <a:moveTo>
                    <a:pt x="1356" y="0"/>
                  </a:moveTo>
                  <a:cubicBezTo>
                    <a:pt x="1222" y="0"/>
                    <a:pt x="1086" y="61"/>
                    <a:pt x="992" y="197"/>
                  </a:cubicBezTo>
                  <a:cubicBezTo>
                    <a:pt x="658" y="693"/>
                    <a:pt x="487" y="1285"/>
                    <a:pt x="487" y="1886"/>
                  </a:cubicBezTo>
                  <a:lnTo>
                    <a:pt x="487" y="2764"/>
                  </a:lnTo>
                  <a:cubicBezTo>
                    <a:pt x="191" y="2830"/>
                    <a:pt x="0" y="3107"/>
                    <a:pt x="57" y="3403"/>
                  </a:cubicBezTo>
                  <a:cubicBezTo>
                    <a:pt x="115" y="3670"/>
                    <a:pt x="353" y="3851"/>
                    <a:pt x="620" y="3851"/>
                  </a:cubicBezTo>
                  <a:lnTo>
                    <a:pt x="716" y="3851"/>
                  </a:lnTo>
                  <a:cubicBezTo>
                    <a:pt x="823" y="5361"/>
                    <a:pt x="2085" y="6466"/>
                    <a:pt x="3528" y="6466"/>
                  </a:cubicBezTo>
                  <a:cubicBezTo>
                    <a:pt x="3745" y="6466"/>
                    <a:pt x="3966" y="6441"/>
                    <a:pt x="4188" y="6389"/>
                  </a:cubicBezTo>
                  <a:cubicBezTo>
                    <a:pt x="2786" y="6084"/>
                    <a:pt x="1794" y="4843"/>
                    <a:pt x="1794" y="3412"/>
                  </a:cubicBezTo>
                  <a:lnTo>
                    <a:pt x="1794" y="436"/>
                  </a:lnTo>
                  <a:cubicBezTo>
                    <a:pt x="1794" y="168"/>
                    <a:pt x="1578" y="0"/>
                    <a:pt x="1356" y="0"/>
                  </a:cubicBezTo>
                  <a:close/>
                </a:path>
              </a:pathLst>
            </a:custGeom>
            <a:solidFill>
              <a:srgbClr val="DAE2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575" name="Google Shape;15575;p44"/>
            <p:cNvSpPr/>
            <p:nvPr/>
          </p:nvSpPr>
          <p:spPr>
            <a:xfrm>
              <a:off x="4998878" y="3935035"/>
              <a:ext cx="11495" cy="17308"/>
            </a:xfrm>
            <a:custGeom>
              <a:rect b="b" l="l" r="r" t="t"/>
              <a:pathLst>
                <a:path extrusionOk="0" h="661" w="439">
                  <a:moveTo>
                    <a:pt x="220" y="0"/>
                  </a:moveTo>
                  <a:cubicBezTo>
                    <a:pt x="110" y="0"/>
                    <a:pt x="0" y="74"/>
                    <a:pt x="0" y="222"/>
                  </a:cubicBezTo>
                  <a:lnTo>
                    <a:pt x="0" y="441"/>
                  </a:lnTo>
                  <a:cubicBezTo>
                    <a:pt x="0" y="556"/>
                    <a:pt x="96" y="661"/>
                    <a:pt x="220" y="661"/>
                  </a:cubicBezTo>
                  <a:cubicBezTo>
                    <a:pt x="344" y="661"/>
                    <a:pt x="439" y="556"/>
                    <a:pt x="439" y="441"/>
                  </a:cubicBezTo>
                  <a:lnTo>
                    <a:pt x="439" y="222"/>
                  </a:lnTo>
                  <a:cubicBezTo>
                    <a:pt x="439" y="74"/>
                    <a:pt x="329" y="0"/>
                    <a:pt x="220" y="0"/>
                  </a:cubicBezTo>
                  <a:close/>
                </a:path>
              </a:pathLst>
            </a:custGeom>
            <a:solidFill>
              <a:srgbClr val="39516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576" name="Google Shape;15576;p44"/>
            <p:cNvSpPr/>
            <p:nvPr/>
          </p:nvSpPr>
          <p:spPr>
            <a:xfrm>
              <a:off x="5067561" y="3935035"/>
              <a:ext cx="11521" cy="17308"/>
            </a:xfrm>
            <a:custGeom>
              <a:rect b="b" l="l" r="r" t="t"/>
              <a:pathLst>
                <a:path extrusionOk="0" h="661" w="440">
                  <a:moveTo>
                    <a:pt x="216" y="0"/>
                  </a:moveTo>
                  <a:cubicBezTo>
                    <a:pt x="108" y="0"/>
                    <a:pt x="1" y="74"/>
                    <a:pt x="1" y="222"/>
                  </a:cubicBezTo>
                  <a:lnTo>
                    <a:pt x="1" y="441"/>
                  </a:lnTo>
                  <a:cubicBezTo>
                    <a:pt x="1" y="556"/>
                    <a:pt x="96" y="661"/>
                    <a:pt x="220" y="661"/>
                  </a:cubicBezTo>
                  <a:cubicBezTo>
                    <a:pt x="334" y="661"/>
                    <a:pt x="439" y="556"/>
                    <a:pt x="439" y="441"/>
                  </a:cubicBezTo>
                  <a:lnTo>
                    <a:pt x="439" y="222"/>
                  </a:lnTo>
                  <a:cubicBezTo>
                    <a:pt x="435" y="74"/>
                    <a:pt x="325" y="0"/>
                    <a:pt x="216" y="0"/>
                  </a:cubicBezTo>
                  <a:close/>
                </a:path>
              </a:pathLst>
            </a:custGeom>
            <a:solidFill>
              <a:srgbClr val="39516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577" name="Google Shape;15577;p44"/>
            <p:cNvSpPr/>
            <p:nvPr/>
          </p:nvSpPr>
          <p:spPr>
            <a:xfrm>
              <a:off x="5013646" y="3974993"/>
              <a:ext cx="50668" cy="17334"/>
            </a:xfrm>
            <a:custGeom>
              <a:rect b="b" l="l" r="r" t="t"/>
              <a:pathLst>
                <a:path extrusionOk="0" h="662" w="1935">
                  <a:moveTo>
                    <a:pt x="312" y="0"/>
                  </a:moveTo>
                  <a:cubicBezTo>
                    <a:pt x="142" y="0"/>
                    <a:pt x="0" y="221"/>
                    <a:pt x="161" y="375"/>
                  </a:cubicBezTo>
                  <a:cubicBezTo>
                    <a:pt x="371" y="566"/>
                    <a:pt x="641" y="662"/>
                    <a:pt x="922" y="662"/>
                  </a:cubicBezTo>
                  <a:cubicBezTo>
                    <a:pt x="936" y="662"/>
                    <a:pt x="949" y="661"/>
                    <a:pt x="963" y="661"/>
                  </a:cubicBezTo>
                  <a:cubicBezTo>
                    <a:pt x="976" y="661"/>
                    <a:pt x="989" y="662"/>
                    <a:pt x="1003" y="662"/>
                  </a:cubicBezTo>
                  <a:cubicBezTo>
                    <a:pt x="1284" y="662"/>
                    <a:pt x="1555" y="566"/>
                    <a:pt x="1773" y="375"/>
                  </a:cubicBezTo>
                  <a:cubicBezTo>
                    <a:pt x="1934" y="221"/>
                    <a:pt x="1792" y="0"/>
                    <a:pt x="1623" y="0"/>
                  </a:cubicBezTo>
                  <a:cubicBezTo>
                    <a:pt x="1571" y="0"/>
                    <a:pt x="1517" y="21"/>
                    <a:pt x="1468" y="70"/>
                  </a:cubicBezTo>
                  <a:cubicBezTo>
                    <a:pt x="1315" y="175"/>
                    <a:pt x="1139" y="227"/>
                    <a:pt x="964" y="227"/>
                  </a:cubicBezTo>
                  <a:cubicBezTo>
                    <a:pt x="788" y="227"/>
                    <a:pt x="614" y="175"/>
                    <a:pt x="466" y="70"/>
                  </a:cubicBezTo>
                  <a:cubicBezTo>
                    <a:pt x="418" y="21"/>
                    <a:pt x="363" y="0"/>
                    <a:pt x="312" y="0"/>
                  </a:cubicBezTo>
                  <a:close/>
                </a:path>
              </a:pathLst>
            </a:custGeom>
            <a:solidFill>
              <a:srgbClr val="ACB9C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578" name="Google Shape;15578;p44"/>
            <p:cNvSpPr/>
            <p:nvPr/>
          </p:nvSpPr>
          <p:spPr>
            <a:xfrm>
              <a:off x="4990368" y="3917727"/>
              <a:ext cx="33752" cy="17387"/>
            </a:xfrm>
            <a:custGeom>
              <a:rect b="b" l="l" r="r" t="t"/>
              <a:pathLst>
                <a:path extrusionOk="0" h="664" w="1289">
                  <a:moveTo>
                    <a:pt x="314" y="1"/>
                  </a:moveTo>
                  <a:cubicBezTo>
                    <a:pt x="91" y="1"/>
                    <a:pt x="0" y="357"/>
                    <a:pt x="258" y="434"/>
                  </a:cubicBezTo>
                  <a:lnTo>
                    <a:pt x="907" y="654"/>
                  </a:lnTo>
                  <a:cubicBezTo>
                    <a:pt x="936" y="663"/>
                    <a:pt x="955" y="663"/>
                    <a:pt x="983" y="663"/>
                  </a:cubicBezTo>
                  <a:cubicBezTo>
                    <a:pt x="1231" y="663"/>
                    <a:pt x="1289" y="310"/>
                    <a:pt x="1050" y="234"/>
                  </a:cubicBezTo>
                  <a:lnTo>
                    <a:pt x="392" y="15"/>
                  </a:lnTo>
                  <a:cubicBezTo>
                    <a:pt x="364" y="5"/>
                    <a:pt x="338" y="1"/>
                    <a:pt x="314" y="1"/>
                  </a:cubicBezTo>
                  <a:close/>
                </a:path>
              </a:pathLst>
            </a:custGeom>
            <a:solidFill>
              <a:srgbClr val="ACB9C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579" name="Google Shape;15579;p44"/>
            <p:cNvSpPr/>
            <p:nvPr/>
          </p:nvSpPr>
          <p:spPr>
            <a:xfrm>
              <a:off x="5053814" y="3917727"/>
              <a:ext cx="33779" cy="17387"/>
            </a:xfrm>
            <a:custGeom>
              <a:rect b="b" l="l" r="r" t="t"/>
              <a:pathLst>
                <a:path extrusionOk="0" h="664" w="1290">
                  <a:moveTo>
                    <a:pt x="969" y="1"/>
                  </a:moveTo>
                  <a:cubicBezTo>
                    <a:pt x="943" y="1"/>
                    <a:pt x="916" y="5"/>
                    <a:pt x="888" y="15"/>
                  </a:cubicBezTo>
                  <a:lnTo>
                    <a:pt x="239" y="234"/>
                  </a:lnTo>
                  <a:cubicBezTo>
                    <a:pt x="1" y="310"/>
                    <a:pt x="58" y="663"/>
                    <a:pt x="306" y="663"/>
                  </a:cubicBezTo>
                  <a:cubicBezTo>
                    <a:pt x="325" y="663"/>
                    <a:pt x="354" y="654"/>
                    <a:pt x="373" y="654"/>
                  </a:cubicBezTo>
                  <a:lnTo>
                    <a:pt x="1031" y="434"/>
                  </a:lnTo>
                  <a:cubicBezTo>
                    <a:pt x="1289" y="357"/>
                    <a:pt x="1198" y="1"/>
                    <a:pt x="969" y="1"/>
                  </a:cubicBezTo>
                  <a:close/>
                </a:path>
              </a:pathLst>
            </a:custGeom>
            <a:solidFill>
              <a:srgbClr val="ACB9C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580" name="Google Shape;15580;p44"/>
            <p:cNvSpPr/>
            <p:nvPr/>
          </p:nvSpPr>
          <p:spPr>
            <a:xfrm>
              <a:off x="5022104" y="3790075"/>
              <a:ext cx="33255" cy="67793"/>
            </a:xfrm>
            <a:custGeom>
              <a:rect b="b" l="l" r="r" t="t"/>
              <a:pathLst>
                <a:path extrusionOk="0" h="2589" w="1270">
                  <a:moveTo>
                    <a:pt x="640" y="0"/>
                  </a:moveTo>
                  <a:cubicBezTo>
                    <a:pt x="599" y="0"/>
                    <a:pt x="558" y="24"/>
                    <a:pt x="544" y="72"/>
                  </a:cubicBezTo>
                  <a:lnTo>
                    <a:pt x="48" y="1560"/>
                  </a:lnTo>
                  <a:cubicBezTo>
                    <a:pt x="0" y="1684"/>
                    <a:pt x="19" y="1818"/>
                    <a:pt x="86" y="1923"/>
                  </a:cubicBezTo>
                  <a:lnTo>
                    <a:pt x="449" y="2495"/>
                  </a:lnTo>
                  <a:cubicBezTo>
                    <a:pt x="492" y="2557"/>
                    <a:pt x="563" y="2588"/>
                    <a:pt x="635" y="2588"/>
                  </a:cubicBezTo>
                  <a:cubicBezTo>
                    <a:pt x="706" y="2588"/>
                    <a:pt x="778" y="2557"/>
                    <a:pt x="821" y="2495"/>
                  </a:cubicBezTo>
                  <a:lnTo>
                    <a:pt x="1183" y="1923"/>
                  </a:lnTo>
                  <a:cubicBezTo>
                    <a:pt x="1250" y="1818"/>
                    <a:pt x="1269" y="1684"/>
                    <a:pt x="1231" y="1560"/>
                  </a:cubicBezTo>
                  <a:lnTo>
                    <a:pt x="735" y="72"/>
                  </a:lnTo>
                  <a:cubicBezTo>
                    <a:pt x="721" y="24"/>
                    <a:pt x="680" y="0"/>
                    <a:pt x="640" y="0"/>
                  </a:cubicBezTo>
                  <a:close/>
                </a:path>
              </a:pathLst>
            </a:custGeom>
            <a:solidFill>
              <a:srgbClr val="E6EBE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581" name="Google Shape;15581;p44"/>
            <p:cNvSpPr/>
            <p:nvPr/>
          </p:nvSpPr>
          <p:spPr>
            <a:xfrm>
              <a:off x="5022340" y="3790206"/>
              <a:ext cx="16785" cy="67976"/>
            </a:xfrm>
            <a:custGeom>
              <a:rect b="b" l="l" r="r" t="t"/>
              <a:pathLst>
                <a:path extrusionOk="0" h="2596" w="641">
                  <a:moveTo>
                    <a:pt x="631" y="0"/>
                  </a:moveTo>
                  <a:cubicBezTo>
                    <a:pt x="592" y="0"/>
                    <a:pt x="554" y="29"/>
                    <a:pt x="535" y="67"/>
                  </a:cubicBezTo>
                  <a:lnTo>
                    <a:pt x="39" y="1555"/>
                  </a:lnTo>
                  <a:cubicBezTo>
                    <a:pt x="1" y="1679"/>
                    <a:pt x="20" y="1813"/>
                    <a:pt x="87" y="1918"/>
                  </a:cubicBezTo>
                  <a:lnTo>
                    <a:pt x="440" y="2490"/>
                  </a:lnTo>
                  <a:cubicBezTo>
                    <a:pt x="487" y="2557"/>
                    <a:pt x="564" y="2595"/>
                    <a:pt x="640" y="2595"/>
                  </a:cubicBezTo>
                  <a:lnTo>
                    <a:pt x="640" y="0"/>
                  </a:lnTo>
                  <a:close/>
                </a:path>
              </a:pathLst>
            </a:custGeom>
            <a:solidFill>
              <a:srgbClr val="E1E7E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582" name="Google Shape;15582;p44"/>
            <p:cNvSpPr/>
            <p:nvPr/>
          </p:nvSpPr>
          <p:spPr>
            <a:xfrm>
              <a:off x="4987383" y="4104688"/>
              <a:ext cx="11521" cy="40246"/>
            </a:xfrm>
            <a:custGeom>
              <a:rect b="b" l="l" r="r" t="t"/>
              <a:pathLst>
                <a:path extrusionOk="0" h="1537" w="440">
                  <a:moveTo>
                    <a:pt x="220" y="1"/>
                  </a:moveTo>
                  <a:cubicBezTo>
                    <a:pt x="96" y="1"/>
                    <a:pt x="0" y="96"/>
                    <a:pt x="0" y="220"/>
                  </a:cubicBezTo>
                  <a:lnTo>
                    <a:pt x="0" y="1537"/>
                  </a:lnTo>
                  <a:lnTo>
                    <a:pt x="439" y="1537"/>
                  </a:lnTo>
                  <a:lnTo>
                    <a:pt x="439" y="220"/>
                  </a:lnTo>
                  <a:cubicBezTo>
                    <a:pt x="439" y="96"/>
                    <a:pt x="344" y="1"/>
                    <a:pt x="220" y="1"/>
                  </a:cubicBezTo>
                  <a:close/>
                </a:path>
              </a:pathLst>
            </a:custGeom>
            <a:solidFill>
              <a:srgbClr val="8292A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583" name="Google Shape;15583;p44"/>
            <p:cNvSpPr/>
            <p:nvPr/>
          </p:nvSpPr>
          <p:spPr>
            <a:xfrm>
              <a:off x="5079057" y="4104688"/>
              <a:ext cx="11260" cy="40246"/>
            </a:xfrm>
            <a:custGeom>
              <a:rect b="b" l="l" r="r" t="t"/>
              <a:pathLst>
                <a:path extrusionOk="0" h="1537" w="430">
                  <a:moveTo>
                    <a:pt x="210" y="1"/>
                  </a:moveTo>
                  <a:cubicBezTo>
                    <a:pt x="96" y="1"/>
                    <a:pt x="0" y="96"/>
                    <a:pt x="0" y="220"/>
                  </a:cubicBezTo>
                  <a:lnTo>
                    <a:pt x="0" y="1537"/>
                  </a:lnTo>
                  <a:lnTo>
                    <a:pt x="430" y="1537"/>
                  </a:lnTo>
                  <a:lnTo>
                    <a:pt x="430" y="220"/>
                  </a:lnTo>
                  <a:cubicBezTo>
                    <a:pt x="430" y="96"/>
                    <a:pt x="334" y="1"/>
                    <a:pt x="210" y="1"/>
                  </a:cubicBezTo>
                  <a:close/>
                </a:path>
              </a:pathLst>
            </a:custGeom>
            <a:solidFill>
              <a:srgbClr val="8292A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5584" name="Google Shape;15584;p44"/>
          <p:cNvGrpSpPr/>
          <p:nvPr/>
        </p:nvGrpSpPr>
        <p:grpSpPr>
          <a:xfrm>
            <a:off x="8052704" y="1350808"/>
            <a:ext cx="275073" cy="354545"/>
            <a:chOff x="8052704" y="1503208"/>
            <a:chExt cx="275073" cy="354545"/>
          </a:xfrm>
        </p:grpSpPr>
        <p:sp>
          <p:nvSpPr>
            <p:cNvPr id="15585" name="Google Shape;15585;p44"/>
            <p:cNvSpPr/>
            <p:nvPr/>
          </p:nvSpPr>
          <p:spPr>
            <a:xfrm>
              <a:off x="8052704" y="1697344"/>
              <a:ext cx="274812" cy="160409"/>
            </a:xfrm>
            <a:custGeom>
              <a:rect b="b" l="l" r="r" t="t"/>
              <a:pathLst>
                <a:path extrusionOk="0" h="6126" w="10495">
                  <a:moveTo>
                    <a:pt x="3722" y="1"/>
                  </a:moveTo>
                  <a:lnTo>
                    <a:pt x="3722" y="1270"/>
                  </a:lnTo>
                  <a:cubicBezTo>
                    <a:pt x="3722" y="1556"/>
                    <a:pt x="3531" y="1814"/>
                    <a:pt x="3254" y="1899"/>
                  </a:cubicBezTo>
                  <a:lnTo>
                    <a:pt x="945" y="2577"/>
                  </a:lnTo>
                  <a:cubicBezTo>
                    <a:pt x="383" y="2739"/>
                    <a:pt x="1" y="3254"/>
                    <a:pt x="1" y="3836"/>
                  </a:cubicBezTo>
                  <a:lnTo>
                    <a:pt x="1" y="5477"/>
                  </a:lnTo>
                  <a:cubicBezTo>
                    <a:pt x="1" y="5830"/>
                    <a:pt x="297" y="6126"/>
                    <a:pt x="659" y="6126"/>
                  </a:cubicBezTo>
                  <a:lnTo>
                    <a:pt x="9846" y="6126"/>
                  </a:lnTo>
                  <a:cubicBezTo>
                    <a:pt x="10199" y="6126"/>
                    <a:pt x="10495" y="5830"/>
                    <a:pt x="10495" y="5477"/>
                  </a:cubicBezTo>
                  <a:lnTo>
                    <a:pt x="10495" y="3836"/>
                  </a:lnTo>
                  <a:cubicBezTo>
                    <a:pt x="10495" y="3254"/>
                    <a:pt x="10113" y="2739"/>
                    <a:pt x="9560" y="2577"/>
                  </a:cubicBezTo>
                  <a:lnTo>
                    <a:pt x="7251" y="1899"/>
                  </a:lnTo>
                  <a:cubicBezTo>
                    <a:pt x="6975" y="1814"/>
                    <a:pt x="6784" y="1556"/>
                    <a:pt x="6784" y="1270"/>
                  </a:cubicBezTo>
                  <a:lnTo>
                    <a:pt x="6784" y="1"/>
                  </a:lnTo>
                  <a:close/>
                </a:path>
              </a:pathLst>
            </a:custGeom>
            <a:solidFill>
              <a:srgbClr val="F2F4F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586" name="Google Shape;15586;p44"/>
            <p:cNvSpPr/>
            <p:nvPr/>
          </p:nvSpPr>
          <p:spPr>
            <a:xfrm>
              <a:off x="8098685" y="1823267"/>
              <a:ext cx="11260" cy="34486"/>
            </a:xfrm>
            <a:custGeom>
              <a:rect b="b" l="l" r="r" t="t"/>
              <a:pathLst>
                <a:path extrusionOk="0" h="1317" w="430">
                  <a:moveTo>
                    <a:pt x="0" y="0"/>
                  </a:moveTo>
                  <a:lnTo>
                    <a:pt x="0" y="1317"/>
                  </a:lnTo>
                  <a:lnTo>
                    <a:pt x="430" y="1317"/>
                  </a:lnTo>
                  <a:lnTo>
                    <a:pt x="430" y="0"/>
                  </a:lnTo>
                  <a:close/>
                </a:path>
              </a:pathLst>
            </a:custGeom>
            <a:solidFill>
              <a:srgbClr val="EEF1F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587" name="Google Shape;15587;p44"/>
            <p:cNvSpPr/>
            <p:nvPr/>
          </p:nvSpPr>
          <p:spPr>
            <a:xfrm>
              <a:off x="8270301" y="1823267"/>
              <a:ext cx="11521" cy="34486"/>
            </a:xfrm>
            <a:custGeom>
              <a:rect b="b" l="l" r="r" t="t"/>
              <a:pathLst>
                <a:path extrusionOk="0" h="1317" w="440">
                  <a:moveTo>
                    <a:pt x="0" y="0"/>
                  </a:moveTo>
                  <a:lnTo>
                    <a:pt x="0" y="1317"/>
                  </a:lnTo>
                  <a:lnTo>
                    <a:pt x="439" y="1317"/>
                  </a:lnTo>
                  <a:lnTo>
                    <a:pt x="439" y="0"/>
                  </a:lnTo>
                  <a:close/>
                </a:path>
              </a:pathLst>
            </a:custGeom>
            <a:solidFill>
              <a:srgbClr val="EEF1F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588" name="Google Shape;15588;p44"/>
            <p:cNvSpPr/>
            <p:nvPr/>
          </p:nvSpPr>
          <p:spPr>
            <a:xfrm>
              <a:off x="8052704" y="1747069"/>
              <a:ext cx="275073" cy="110684"/>
            </a:xfrm>
            <a:custGeom>
              <a:rect b="b" l="l" r="r" t="t"/>
              <a:pathLst>
                <a:path extrusionOk="0" h="4227" w="10505">
                  <a:moveTo>
                    <a:pt x="3245" y="0"/>
                  </a:moveTo>
                  <a:lnTo>
                    <a:pt x="945" y="678"/>
                  </a:lnTo>
                  <a:cubicBezTo>
                    <a:pt x="383" y="840"/>
                    <a:pt x="1" y="1346"/>
                    <a:pt x="1" y="1927"/>
                  </a:cubicBezTo>
                  <a:lnTo>
                    <a:pt x="1" y="2910"/>
                  </a:lnTo>
                  <a:lnTo>
                    <a:pt x="2186" y="3349"/>
                  </a:lnTo>
                  <a:lnTo>
                    <a:pt x="2186" y="4227"/>
                  </a:lnTo>
                  <a:lnTo>
                    <a:pt x="8310" y="4227"/>
                  </a:lnTo>
                  <a:lnTo>
                    <a:pt x="8310" y="3349"/>
                  </a:lnTo>
                  <a:lnTo>
                    <a:pt x="10504" y="2910"/>
                  </a:lnTo>
                  <a:lnTo>
                    <a:pt x="10504" y="1937"/>
                  </a:lnTo>
                  <a:cubicBezTo>
                    <a:pt x="10504" y="1355"/>
                    <a:pt x="10113" y="840"/>
                    <a:pt x="9560" y="678"/>
                  </a:cubicBezTo>
                  <a:lnTo>
                    <a:pt x="7251" y="0"/>
                  </a:lnTo>
                  <a:lnTo>
                    <a:pt x="5248" y="287"/>
                  </a:lnTo>
                  <a:lnTo>
                    <a:pt x="3245" y="0"/>
                  </a:lnTo>
                  <a:close/>
                </a:path>
              </a:pathLst>
            </a:custGeom>
            <a:solidFill>
              <a:srgbClr val="ACB9C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589" name="Google Shape;15589;p44"/>
            <p:cNvSpPr/>
            <p:nvPr/>
          </p:nvSpPr>
          <p:spPr>
            <a:xfrm>
              <a:off x="8150138" y="1697344"/>
              <a:ext cx="80205" cy="34381"/>
            </a:xfrm>
            <a:custGeom>
              <a:rect b="b" l="l" r="r" t="t"/>
              <a:pathLst>
                <a:path extrusionOk="0" h="1313" w="3063">
                  <a:moveTo>
                    <a:pt x="1" y="1"/>
                  </a:moveTo>
                  <a:lnTo>
                    <a:pt x="1" y="926"/>
                  </a:lnTo>
                  <a:cubicBezTo>
                    <a:pt x="478" y="1184"/>
                    <a:pt x="1005" y="1313"/>
                    <a:pt x="1532" y="1313"/>
                  </a:cubicBezTo>
                  <a:cubicBezTo>
                    <a:pt x="2059" y="1313"/>
                    <a:pt x="2586" y="1184"/>
                    <a:pt x="3063" y="926"/>
                  </a:cubicBezTo>
                  <a:lnTo>
                    <a:pt x="3063" y="1"/>
                  </a:lnTo>
                  <a:close/>
                </a:path>
              </a:pathLst>
            </a:custGeom>
            <a:solidFill>
              <a:srgbClr val="EEF1F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590" name="Google Shape;15590;p44"/>
            <p:cNvSpPr/>
            <p:nvPr/>
          </p:nvSpPr>
          <p:spPr>
            <a:xfrm>
              <a:off x="8087687" y="1503208"/>
              <a:ext cx="205107" cy="136974"/>
            </a:xfrm>
            <a:custGeom>
              <a:rect b="b" l="l" r="r" t="t"/>
              <a:pathLst>
                <a:path extrusionOk="0" h="5231" w="7833">
                  <a:moveTo>
                    <a:pt x="5157" y="0"/>
                  </a:moveTo>
                  <a:cubicBezTo>
                    <a:pt x="5146" y="0"/>
                    <a:pt x="5135" y="1"/>
                    <a:pt x="5124" y="2"/>
                  </a:cubicBezTo>
                  <a:lnTo>
                    <a:pt x="3693" y="203"/>
                  </a:lnTo>
                  <a:lnTo>
                    <a:pt x="2920" y="12"/>
                  </a:lnTo>
                  <a:cubicBezTo>
                    <a:pt x="2901" y="6"/>
                    <a:pt x="2881" y="2"/>
                    <a:pt x="2860" y="2"/>
                  </a:cubicBezTo>
                  <a:cubicBezTo>
                    <a:pt x="2819" y="2"/>
                    <a:pt x="2777" y="15"/>
                    <a:pt x="2739" y="41"/>
                  </a:cubicBezTo>
                  <a:lnTo>
                    <a:pt x="1947" y="642"/>
                  </a:lnTo>
                  <a:lnTo>
                    <a:pt x="1069" y="642"/>
                  </a:lnTo>
                  <a:cubicBezTo>
                    <a:pt x="955" y="642"/>
                    <a:pt x="859" y="737"/>
                    <a:pt x="859" y="861"/>
                  </a:cubicBezTo>
                  <a:lnTo>
                    <a:pt x="859" y="1729"/>
                  </a:lnTo>
                  <a:lnTo>
                    <a:pt x="287" y="1729"/>
                  </a:lnTo>
                  <a:cubicBezTo>
                    <a:pt x="134" y="1729"/>
                    <a:pt x="29" y="1882"/>
                    <a:pt x="77" y="2025"/>
                  </a:cubicBezTo>
                  <a:lnTo>
                    <a:pt x="420" y="3046"/>
                  </a:lnTo>
                  <a:lnTo>
                    <a:pt x="77" y="3380"/>
                  </a:lnTo>
                  <a:cubicBezTo>
                    <a:pt x="20" y="3446"/>
                    <a:pt x="1" y="3532"/>
                    <a:pt x="29" y="3618"/>
                  </a:cubicBezTo>
                  <a:lnTo>
                    <a:pt x="640" y="5230"/>
                  </a:lnTo>
                  <a:lnTo>
                    <a:pt x="7194" y="5230"/>
                  </a:lnTo>
                  <a:lnTo>
                    <a:pt x="7804" y="3618"/>
                  </a:lnTo>
                  <a:cubicBezTo>
                    <a:pt x="7833" y="3532"/>
                    <a:pt x="7814" y="3446"/>
                    <a:pt x="7757" y="3380"/>
                  </a:cubicBezTo>
                  <a:lnTo>
                    <a:pt x="7413" y="3046"/>
                  </a:lnTo>
                  <a:lnTo>
                    <a:pt x="7757" y="2025"/>
                  </a:lnTo>
                  <a:cubicBezTo>
                    <a:pt x="7804" y="1882"/>
                    <a:pt x="7699" y="1729"/>
                    <a:pt x="7547" y="1729"/>
                  </a:cubicBezTo>
                  <a:lnTo>
                    <a:pt x="6755" y="1729"/>
                  </a:lnTo>
                  <a:lnTo>
                    <a:pt x="7079" y="937"/>
                  </a:lnTo>
                  <a:cubicBezTo>
                    <a:pt x="7136" y="794"/>
                    <a:pt x="7022" y="642"/>
                    <a:pt x="6869" y="642"/>
                  </a:cubicBezTo>
                  <a:lnTo>
                    <a:pt x="5887" y="642"/>
                  </a:lnTo>
                  <a:lnTo>
                    <a:pt x="5305" y="60"/>
                  </a:lnTo>
                  <a:cubicBezTo>
                    <a:pt x="5265" y="20"/>
                    <a:pt x="5212" y="0"/>
                    <a:pt x="5157" y="0"/>
                  </a:cubicBezTo>
                  <a:close/>
                </a:path>
              </a:pathLst>
            </a:custGeom>
            <a:solidFill>
              <a:srgbClr val="E6EBE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591" name="Google Shape;15591;p44"/>
            <p:cNvSpPr/>
            <p:nvPr/>
          </p:nvSpPr>
          <p:spPr>
            <a:xfrm>
              <a:off x="8087687" y="1515751"/>
              <a:ext cx="190889" cy="124431"/>
            </a:xfrm>
            <a:custGeom>
              <a:rect b="b" l="l" r="r" t="t"/>
              <a:pathLst>
                <a:path extrusionOk="0" h="4752" w="7290">
                  <a:moveTo>
                    <a:pt x="2166" y="0"/>
                  </a:moveTo>
                  <a:lnTo>
                    <a:pt x="1947" y="163"/>
                  </a:lnTo>
                  <a:lnTo>
                    <a:pt x="1069" y="163"/>
                  </a:lnTo>
                  <a:cubicBezTo>
                    <a:pt x="955" y="163"/>
                    <a:pt x="859" y="258"/>
                    <a:pt x="859" y="382"/>
                  </a:cubicBezTo>
                  <a:lnTo>
                    <a:pt x="859" y="1260"/>
                  </a:lnTo>
                  <a:lnTo>
                    <a:pt x="287" y="1260"/>
                  </a:lnTo>
                  <a:cubicBezTo>
                    <a:pt x="134" y="1260"/>
                    <a:pt x="29" y="1403"/>
                    <a:pt x="77" y="1546"/>
                  </a:cubicBezTo>
                  <a:lnTo>
                    <a:pt x="420" y="2567"/>
                  </a:lnTo>
                  <a:lnTo>
                    <a:pt x="77" y="2910"/>
                  </a:lnTo>
                  <a:cubicBezTo>
                    <a:pt x="20" y="2967"/>
                    <a:pt x="1" y="3053"/>
                    <a:pt x="29" y="3139"/>
                  </a:cubicBezTo>
                  <a:lnTo>
                    <a:pt x="640" y="4751"/>
                  </a:lnTo>
                  <a:lnTo>
                    <a:pt x="7194" y="4751"/>
                  </a:lnTo>
                  <a:lnTo>
                    <a:pt x="7289" y="4503"/>
                  </a:lnTo>
                  <a:lnTo>
                    <a:pt x="7289" y="4503"/>
                  </a:lnTo>
                  <a:cubicBezTo>
                    <a:pt x="7117" y="4522"/>
                    <a:pt x="6936" y="4532"/>
                    <a:pt x="6755" y="4541"/>
                  </a:cubicBezTo>
                  <a:cubicBezTo>
                    <a:pt x="4246" y="4532"/>
                    <a:pt x="2195" y="2509"/>
                    <a:pt x="2166" y="0"/>
                  </a:cubicBezTo>
                  <a:close/>
                </a:path>
              </a:pathLst>
            </a:custGeom>
            <a:solidFill>
              <a:srgbClr val="E1E7E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592" name="Google Shape;15592;p44"/>
            <p:cNvSpPr/>
            <p:nvPr/>
          </p:nvSpPr>
          <p:spPr>
            <a:xfrm>
              <a:off x="8097690" y="1577207"/>
              <a:ext cx="184866" cy="143415"/>
            </a:xfrm>
            <a:custGeom>
              <a:rect b="b" l="l" r="r" t="t"/>
              <a:pathLst>
                <a:path extrusionOk="0" h="5477" w="7060">
                  <a:moveTo>
                    <a:pt x="3091" y="0"/>
                  </a:moveTo>
                  <a:lnTo>
                    <a:pt x="2757" y="506"/>
                  </a:lnTo>
                  <a:cubicBezTo>
                    <a:pt x="2715" y="569"/>
                    <a:pt x="2642" y="607"/>
                    <a:pt x="2568" y="607"/>
                  </a:cubicBezTo>
                  <a:cubicBezTo>
                    <a:pt x="2542" y="607"/>
                    <a:pt x="2515" y="602"/>
                    <a:pt x="2490" y="592"/>
                  </a:cubicBezTo>
                  <a:lnTo>
                    <a:pt x="1431" y="134"/>
                  </a:lnTo>
                  <a:cubicBezTo>
                    <a:pt x="1403" y="120"/>
                    <a:pt x="1373" y="114"/>
                    <a:pt x="1344" y="114"/>
                  </a:cubicBezTo>
                  <a:cubicBezTo>
                    <a:pt x="1230" y="114"/>
                    <a:pt x="1126" y="212"/>
                    <a:pt x="1126" y="334"/>
                  </a:cubicBezTo>
                  <a:lnTo>
                    <a:pt x="1126" y="1317"/>
                  </a:lnTo>
                  <a:cubicBezTo>
                    <a:pt x="1126" y="1555"/>
                    <a:pt x="926" y="1756"/>
                    <a:pt x="687" y="1756"/>
                  </a:cubicBezTo>
                  <a:lnTo>
                    <a:pt x="611" y="1756"/>
                  </a:lnTo>
                  <a:cubicBezTo>
                    <a:pt x="604" y="1755"/>
                    <a:pt x="598" y="1755"/>
                    <a:pt x="592" y="1755"/>
                  </a:cubicBezTo>
                  <a:cubicBezTo>
                    <a:pt x="314" y="1755"/>
                    <a:pt x="76" y="1962"/>
                    <a:pt x="38" y="2242"/>
                  </a:cubicBezTo>
                  <a:cubicBezTo>
                    <a:pt x="0" y="2567"/>
                    <a:pt x="258" y="2843"/>
                    <a:pt x="582" y="2843"/>
                  </a:cubicBezTo>
                  <a:lnTo>
                    <a:pt x="697" y="2843"/>
                  </a:lnTo>
                  <a:cubicBezTo>
                    <a:pt x="811" y="4331"/>
                    <a:pt x="2042" y="5476"/>
                    <a:pt x="3530" y="5476"/>
                  </a:cubicBezTo>
                  <a:cubicBezTo>
                    <a:pt x="5018" y="5476"/>
                    <a:pt x="6249" y="4331"/>
                    <a:pt x="6363" y="2843"/>
                  </a:cubicBezTo>
                  <a:lnTo>
                    <a:pt x="6478" y="2843"/>
                  </a:lnTo>
                  <a:cubicBezTo>
                    <a:pt x="6802" y="2843"/>
                    <a:pt x="7060" y="2567"/>
                    <a:pt x="7022" y="2242"/>
                  </a:cubicBezTo>
                  <a:cubicBezTo>
                    <a:pt x="6983" y="1956"/>
                    <a:pt x="6745" y="1746"/>
                    <a:pt x="6449" y="1746"/>
                  </a:cubicBezTo>
                  <a:lnTo>
                    <a:pt x="6373" y="1746"/>
                  </a:lnTo>
                  <a:cubicBezTo>
                    <a:pt x="6134" y="1746"/>
                    <a:pt x="5934" y="1555"/>
                    <a:pt x="5934" y="1307"/>
                  </a:cubicBezTo>
                  <a:lnTo>
                    <a:pt x="5934" y="878"/>
                  </a:lnTo>
                  <a:lnTo>
                    <a:pt x="4627" y="0"/>
                  </a:lnTo>
                  <a:lnTo>
                    <a:pt x="4627" y="506"/>
                  </a:lnTo>
                  <a:cubicBezTo>
                    <a:pt x="4627" y="628"/>
                    <a:pt x="4524" y="718"/>
                    <a:pt x="4412" y="718"/>
                  </a:cubicBezTo>
                  <a:cubicBezTo>
                    <a:pt x="4375" y="718"/>
                    <a:pt x="4338" y="708"/>
                    <a:pt x="4303" y="687"/>
                  </a:cubicBezTo>
                  <a:lnTo>
                    <a:pt x="3091" y="0"/>
                  </a:lnTo>
                  <a:close/>
                </a:path>
              </a:pathLst>
            </a:custGeom>
            <a:solidFill>
              <a:srgbClr val="F0F3F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593" name="Google Shape;15593;p44"/>
            <p:cNvSpPr/>
            <p:nvPr/>
          </p:nvSpPr>
          <p:spPr>
            <a:xfrm>
              <a:off x="8150138" y="1623031"/>
              <a:ext cx="11521" cy="17151"/>
            </a:xfrm>
            <a:custGeom>
              <a:rect b="b" l="l" r="r" t="t"/>
              <a:pathLst>
                <a:path extrusionOk="0" h="655" w="440">
                  <a:moveTo>
                    <a:pt x="220" y="1"/>
                  </a:moveTo>
                  <a:cubicBezTo>
                    <a:pt x="110" y="1"/>
                    <a:pt x="1" y="72"/>
                    <a:pt x="1" y="216"/>
                  </a:cubicBezTo>
                  <a:lnTo>
                    <a:pt x="1" y="435"/>
                  </a:lnTo>
                  <a:cubicBezTo>
                    <a:pt x="1" y="559"/>
                    <a:pt x="96" y="654"/>
                    <a:pt x="220" y="654"/>
                  </a:cubicBezTo>
                  <a:cubicBezTo>
                    <a:pt x="334" y="654"/>
                    <a:pt x="430" y="559"/>
                    <a:pt x="439" y="444"/>
                  </a:cubicBezTo>
                  <a:lnTo>
                    <a:pt x="439" y="216"/>
                  </a:lnTo>
                  <a:cubicBezTo>
                    <a:pt x="439" y="72"/>
                    <a:pt x="330" y="1"/>
                    <a:pt x="220" y="1"/>
                  </a:cubicBezTo>
                  <a:close/>
                </a:path>
              </a:pathLst>
            </a:custGeom>
            <a:solidFill>
              <a:srgbClr val="39516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594" name="Google Shape;15594;p44"/>
            <p:cNvSpPr/>
            <p:nvPr/>
          </p:nvSpPr>
          <p:spPr>
            <a:xfrm>
              <a:off x="8218848" y="1623031"/>
              <a:ext cx="11495" cy="17151"/>
            </a:xfrm>
            <a:custGeom>
              <a:rect b="b" l="l" r="r" t="t"/>
              <a:pathLst>
                <a:path extrusionOk="0" h="655" w="439">
                  <a:moveTo>
                    <a:pt x="219" y="1"/>
                  </a:moveTo>
                  <a:cubicBezTo>
                    <a:pt x="110" y="1"/>
                    <a:pt x="0" y="72"/>
                    <a:pt x="0" y="216"/>
                  </a:cubicBezTo>
                  <a:lnTo>
                    <a:pt x="0" y="435"/>
                  </a:lnTo>
                  <a:cubicBezTo>
                    <a:pt x="0" y="559"/>
                    <a:pt x="95" y="654"/>
                    <a:pt x="219" y="654"/>
                  </a:cubicBezTo>
                  <a:cubicBezTo>
                    <a:pt x="334" y="654"/>
                    <a:pt x="429" y="559"/>
                    <a:pt x="439" y="444"/>
                  </a:cubicBezTo>
                  <a:lnTo>
                    <a:pt x="439" y="216"/>
                  </a:lnTo>
                  <a:cubicBezTo>
                    <a:pt x="439" y="72"/>
                    <a:pt x="329" y="1"/>
                    <a:pt x="219" y="1"/>
                  </a:cubicBezTo>
                  <a:close/>
                </a:path>
              </a:pathLst>
            </a:custGeom>
            <a:solidFill>
              <a:srgbClr val="39516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595" name="Google Shape;15595;p44"/>
            <p:cNvSpPr/>
            <p:nvPr/>
          </p:nvSpPr>
          <p:spPr>
            <a:xfrm>
              <a:off x="8164618" y="1662963"/>
              <a:ext cx="50799" cy="17439"/>
            </a:xfrm>
            <a:custGeom>
              <a:rect b="b" l="l" r="r" t="t"/>
              <a:pathLst>
                <a:path extrusionOk="0" h="666" w="1940">
                  <a:moveTo>
                    <a:pt x="323" y="0"/>
                  </a:moveTo>
                  <a:cubicBezTo>
                    <a:pt x="153" y="0"/>
                    <a:pt x="0" y="224"/>
                    <a:pt x="163" y="379"/>
                  </a:cubicBezTo>
                  <a:cubicBezTo>
                    <a:pt x="382" y="562"/>
                    <a:pt x="654" y="666"/>
                    <a:pt x="937" y="666"/>
                  </a:cubicBezTo>
                  <a:cubicBezTo>
                    <a:pt x="949" y="666"/>
                    <a:pt x="962" y="666"/>
                    <a:pt x="974" y="665"/>
                  </a:cubicBezTo>
                  <a:cubicBezTo>
                    <a:pt x="986" y="666"/>
                    <a:pt x="999" y="666"/>
                    <a:pt x="1011" y="666"/>
                  </a:cubicBezTo>
                  <a:cubicBezTo>
                    <a:pt x="1294" y="666"/>
                    <a:pt x="1565" y="562"/>
                    <a:pt x="1785" y="379"/>
                  </a:cubicBezTo>
                  <a:cubicBezTo>
                    <a:pt x="1940" y="224"/>
                    <a:pt x="1792" y="0"/>
                    <a:pt x="1624" y="0"/>
                  </a:cubicBezTo>
                  <a:cubicBezTo>
                    <a:pt x="1575" y="0"/>
                    <a:pt x="1525" y="19"/>
                    <a:pt x="1480" y="64"/>
                  </a:cubicBezTo>
                  <a:cubicBezTo>
                    <a:pt x="1327" y="169"/>
                    <a:pt x="1150" y="222"/>
                    <a:pt x="974" y="222"/>
                  </a:cubicBezTo>
                  <a:cubicBezTo>
                    <a:pt x="797" y="222"/>
                    <a:pt x="621" y="169"/>
                    <a:pt x="468" y="64"/>
                  </a:cubicBezTo>
                  <a:cubicBezTo>
                    <a:pt x="423" y="19"/>
                    <a:pt x="372" y="0"/>
                    <a:pt x="323" y="0"/>
                  </a:cubicBezTo>
                  <a:close/>
                </a:path>
              </a:pathLst>
            </a:custGeom>
            <a:solidFill>
              <a:srgbClr val="DAE2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596" name="Google Shape;15596;p44"/>
            <p:cNvSpPr/>
            <p:nvPr/>
          </p:nvSpPr>
          <p:spPr>
            <a:xfrm>
              <a:off x="8097690" y="1577207"/>
              <a:ext cx="155382" cy="143389"/>
            </a:xfrm>
            <a:custGeom>
              <a:rect b="b" l="l" r="r" t="t"/>
              <a:pathLst>
                <a:path extrusionOk="0" h="5476" w="5934">
                  <a:moveTo>
                    <a:pt x="3101" y="0"/>
                  </a:moveTo>
                  <a:lnTo>
                    <a:pt x="2757" y="506"/>
                  </a:lnTo>
                  <a:cubicBezTo>
                    <a:pt x="2715" y="569"/>
                    <a:pt x="2642" y="607"/>
                    <a:pt x="2568" y="607"/>
                  </a:cubicBezTo>
                  <a:cubicBezTo>
                    <a:pt x="2542" y="607"/>
                    <a:pt x="2515" y="602"/>
                    <a:pt x="2490" y="592"/>
                  </a:cubicBezTo>
                  <a:lnTo>
                    <a:pt x="1431" y="134"/>
                  </a:lnTo>
                  <a:cubicBezTo>
                    <a:pt x="1403" y="120"/>
                    <a:pt x="1373" y="114"/>
                    <a:pt x="1344" y="114"/>
                  </a:cubicBezTo>
                  <a:cubicBezTo>
                    <a:pt x="1230" y="114"/>
                    <a:pt x="1126" y="212"/>
                    <a:pt x="1126" y="334"/>
                  </a:cubicBezTo>
                  <a:lnTo>
                    <a:pt x="1126" y="1317"/>
                  </a:lnTo>
                  <a:cubicBezTo>
                    <a:pt x="1126" y="1555"/>
                    <a:pt x="935" y="1756"/>
                    <a:pt x="687" y="1756"/>
                  </a:cubicBezTo>
                  <a:lnTo>
                    <a:pt x="611" y="1756"/>
                  </a:lnTo>
                  <a:cubicBezTo>
                    <a:pt x="604" y="1755"/>
                    <a:pt x="598" y="1755"/>
                    <a:pt x="592" y="1755"/>
                  </a:cubicBezTo>
                  <a:cubicBezTo>
                    <a:pt x="314" y="1755"/>
                    <a:pt x="76" y="1962"/>
                    <a:pt x="38" y="2242"/>
                  </a:cubicBezTo>
                  <a:cubicBezTo>
                    <a:pt x="0" y="2567"/>
                    <a:pt x="258" y="2843"/>
                    <a:pt x="582" y="2843"/>
                  </a:cubicBezTo>
                  <a:lnTo>
                    <a:pt x="697" y="2843"/>
                  </a:lnTo>
                  <a:cubicBezTo>
                    <a:pt x="809" y="4347"/>
                    <a:pt x="2057" y="5475"/>
                    <a:pt x="3511" y="5475"/>
                  </a:cubicBezTo>
                  <a:cubicBezTo>
                    <a:pt x="3662" y="5475"/>
                    <a:pt x="3815" y="5463"/>
                    <a:pt x="3969" y="5438"/>
                  </a:cubicBezTo>
                  <a:cubicBezTo>
                    <a:pt x="2585" y="5219"/>
                    <a:pt x="1565" y="4026"/>
                    <a:pt x="1565" y="2624"/>
                  </a:cubicBezTo>
                  <a:lnTo>
                    <a:pt x="1565" y="1479"/>
                  </a:lnTo>
                  <a:cubicBezTo>
                    <a:pt x="1565" y="1172"/>
                    <a:pt x="1818" y="939"/>
                    <a:pt x="2105" y="939"/>
                  </a:cubicBezTo>
                  <a:cubicBezTo>
                    <a:pt x="2175" y="939"/>
                    <a:pt x="2247" y="953"/>
                    <a:pt x="2318" y="983"/>
                  </a:cubicBezTo>
                  <a:cubicBezTo>
                    <a:pt x="2414" y="1031"/>
                    <a:pt x="2519" y="1040"/>
                    <a:pt x="2624" y="1040"/>
                  </a:cubicBezTo>
                  <a:cubicBezTo>
                    <a:pt x="2834" y="1012"/>
                    <a:pt x="3024" y="897"/>
                    <a:pt x="3139" y="716"/>
                  </a:cubicBezTo>
                  <a:lnTo>
                    <a:pt x="3225" y="582"/>
                  </a:lnTo>
                  <a:lnTo>
                    <a:pt x="4074" y="1069"/>
                  </a:lnTo>
                  <a:cubicBezTo>
                    <a:pt x="4177" y="1128"/>
                    <a:pt x="4290" y="1156"/>
                    <a:pt x="4401" y="1156"/>
                  </a:cubicBezTo>
                  <a:cubicBezTo>
                    <a:pt x="4648" y="1156"/>
                    <a:pt x="4887" y="1017"/>
                    <a:pt x="4999" y="773"/>
                  </a:cubicBezTo>
                  <a:lnTo>
                    <a:pt x="5695" y="1240"/>
                  </a:lnTo>
                  <a:lnTo>
                    <a:pt x="5715" y="1250"/>
                  </a:lnTo>
                  <a:lnTo>
                    <a:pt x="5734" y="1269"/>
                  </a:lnTo>
                  <a:lnTo>
                    <a:pt x="5934" y="1364"/>
                  </a:lnTo>
                  <a:cubicBezTo>
                    <a:pt x="5934" y="1345"/>
                    <a:pt x="5934" y="1326"/>
                    <a:pt x="5934" y="1307"/>
                  </a:cubicBezTo>
                  <a:lnTo>
                    <a:pt x="5934" y="878"/>
                  </a:lnTo>
                  <a:lnTo>
                    <a:pt x="4627" y="0"/>
                  </a:lnTo>
                  <a:lnTo>
                    <a:pt x="4627" y="506"/>
                  </a:lnTo>
                  <a:cubicBezTo>
                    <a:pt x="4627" y="628"/>
                    <a:pt x="4524" y="718"/>
                    <a:pt x="4412" y="718"/>
                  </a:cubicBezTo>
                  <a:cubicBezTo>
                    <a:pt x="4375" y="718"/>
                    <a:pt x="4338" y="708"/>
                    <a:pt x="4303" y="687"/>
                  </a:cubicBezTo>
                  <a:lnTo>
                    <a:pt x="3101" y="0"/>
                  </a:lnTo>
                  <a:close/>
                </a:path>
              </a:pathLst>
            </a:custGeom>
            <a:solidFill>
              <a:srgbClr val="F2F4F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597" name="Google Shape;15597;p44"/>
            <p:cNvSpPr/>
            <p:nvPr/>
          </p:nvSpPr>
          <p:spPr>
            <a:xfrm>
              <a:off x="8178863" y="1754558"/>
              <a:ext cx="22755" cy="63237"/>
            </a:xfrm>
            <a:custGeom>
              <a:rect b="b" l="l" r="r" t="t"/>
              <a:pathLst>
                <a:path extrusionOk="0" h="2415" w="869">
                  <a:moveTo>
                    <a:pt x="1" y="1"/>
                  </a:moveTo>
                  <a:lnTo>
                    <a:pt x="1" y="2195"/>
                  </a:lnTo>
                  <a:cubicBezTo>
                    <a:pt x="1" y="2309"/>
                    <a:pt x="96" y="2414"/>
                    <a:pt x="211" y="2414"/>
                  </a:cubicBezTo>
                  <a:lnTo>
                    <a:pt x="649" y="2414"/>
                  </a:lnTo>
                  <a:cubicBezTo>
                    <a:pt x="773" y="2405"/>
                    <a:pt x="869" y="2309"/>
                    <a:pt x="869" y="2195"/>
                  </a:cubicBezTo>
                  <a:lnTo>
                    <a:pt x="869" y="1"/>
                  </a:lnTo>
                  <a:close/>
                </a:path>
              </a:pathLst>
            </a:custGeom>
            <a:solidFill>
              <a:srgbClr val="ECF0F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598" name="Google Shape;15598;p44"/>
            <p:cNvSpPr/>
            <p:nvPr/>
          </p:nvSpPr>
          <p:spPr>
            <a:xfrm>
              <a:off x="8127645" y="1728137"/>
              <a:ext cx="62477" cy="57921"/>
            </a:xfrm>
            <a:custGeom>
              <a:rect b="b" l="l" r="r" t="t"/>
              <a:pathLst>
                <a:path extrusionOk="0" h="2212" w="2386">
                  <a:moveTo>
                    <a:pt x="512" y="1"/>
                  </a:moveTo>
                  <a:cubicBezTo>
                    <a:pt x="431" y="1"/>
                    <a:pt x="355" y="43"/>
                    <a:pt x="316" y="122"/>
                  </a:cubicBezTo>
                  <a:lnTo>
                    <a:pt x="30" y="685"/>
                  </a:lnTo>
                  <a:cubicBezTo>
                    <a:pt x="1" y="752"/>
                    <a:pt x="1" y="828"/>
                    <a:pt x="30" y="895"/>
                  </a:cubicBezTo>
                  <a:lnTo>
                    <a:pt x="716" y="2097"/>
                  </a:lnTo>
                  <a:cubicBezTo>
                    <a:pt x="756" y="2171"/>
                    <a:pt x="833" y="2211"/>
                    <a:pt x="912" y="2211"/>
                  </a:cubicBezTo>
                  <a:cubicBezTo>
                    <a:pt x="964" y="2211"/>
                    <a:pt x="1018" y="2193"/>
                    <a:pt x="1060" y="2154"/>
                  </a:cubicBezTo>
                  <a:lnTo>
                    <a:pt x="2386" y="1010"/>
                  </a:lnTo>
                  <a:lnTo>
                    <a:pt x="621" y="27"/>
                  </a:lnTo>
                  <a:cubicBezTo>
                    <a:pt x="586" y="9"/>
                    <a:pt x="548" y="1"/>
                    <a:pt x="512" y="1"/>
                  </a:cubicBezTo>
                  <a:close/>
                </a:path>
              </a:pathLst>
            </a:custGeom>
            <a:solidFill>
              <a:srgbClr val="E7E9E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599" name="Google Shape;15599;p44"/>
            <p:cNvSpPr/>
            <p:nvPr/>
          </p:nvSpPr>
          <p:spPr>
            <a:xfrm>
              <a:off x="8190096" y="1728137"/>
              <a:ext cx="62477" cy="57816"/>
            </a:xfrm>
            <a:custGeom>
              <a:rect b="b" l="l" r="r" t="t"/>
              <a:pathLst>
                <a:path extrusionOk="0" h="2208" w="2386">
                  <a:moveTo>
                    <a:pt x="1875" y="1"/>
                  </a:moveTo>
                  <a:cubicBezTo>
                    <a:pt x="1839" y="1"/>
                    <a:pt x="1801" y="9"/>
                    <a:pt x="1766" y="27"/>
                  </a:cubicBezTo>
                  <a:lnTo>
                    <a:pt x="1" y="1010"/>
                  </a:lnTo>
                  <a:lnTo>
                    <a:pt x="1337" y="2154"/>
                  </a:lnTo>
                  <a:cubicBezTo>
                    <a:pt x="1376" y="2190"/>
                    <a:pt x="1427" y="2207"/>
                    <a:pt x="1480" y="2207"/>
                  </a:cubicBezTo>
                  <a:cubicBezTo>
                    <a:pt x="1555" y="2207"/>
                    <a:pt x="1631" y="2170"/>
                    <a:pt x="1670" y="2097"/>
                  </a:cubicBezTo>
                  <a:lnTo>
                    <a:pt x="2357" y="895"/>
                  </a:lnTo>
                  <a:cubicBezTo>
                    <a:pt x="2386" y="828"/>
                    <a:pt x="2386" y="752"/>
                    <a:pt x="2357" y="685"/>
                  </a:cubicBezTo>
                  <a:lnTo>
                    <a:pt x="2071" y="122"/>
                  </a:lnTo>
                  <a:cubicBezTo>
                    <a:pt x="2032" y="43"/>
                    <a:pt x="1956" y="1"/>
                    <a:pt x="1875" y="1"/>
                  </a:cubicBezTo>
                  <a:close/>
                </a:path>
              </a:pathLst>
            </a:custGeom>
            <a:solidFill>
              <a:srgbClr val="E7E9E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600" name="Google Shape;15600;p44"/>
            <p:cNvSpPr/>
            <p:nvPr/>
          </p:nvSpPr>
          <p:spPr>
            <a:xfrm>
              <a:off x="8058464" y="1770557"/>
              <a:ext cx="51480" cy="64206"/>
            </a:xfrm>
            <a:custGeom>
              <a:rect b="b" l="l" r="r" t="t"/>
              <a:pathLst>
                <a:path extrusionOk="0" h="2452" w="1966">
                  <a:moveTo>
                    <a:pt x="296" y="0"/>
                  </a:moveTo>
                  <a:cubicBezTo>
                    <a:pt x="182" y="96"/>
                    <a:pt x="86" y="201"/>
                    <a:pt x="0" y="325"/>
                  </a:cubicBezTo>
                  <a:lnTo>
                    <a:pt x="1317" y="1488"/>
                  </a:lnTo>
                  <a:cubicBezTo>
                    <a:pt x="1450" y="1612"/>
                    <a:pt x="1536" y="1794"/>
                    <a:pt x="1536" y="1975"/>
                  </a:cubicBezTo>
                  <a:lnTo>
                    <a:pt x="1536" y="2376"/>
                  </a:lnTo>
                  <a:lnTo>
                    <a:pt x="1966" y="2452"/>
                  </a:lnTo>
                  <a:lnTo>
                    <a:pt x="1966" y="1975"/>
                  </a:lnTo>
                  <a:cubicBezTo>
                    <a:pt x="1966" y="1670"/>
                    <a:pt x="1832" y="1364"/>
                    <a:pt x="1603" y="1164"/>
                  </a:cubicBezTo>
                  <a:lnTo>
                    <a:pt x="296" y="0"/>
                  </a:lnTo>
                  <a:close/>
                </a:path>
              </a:pathLst>
            </a:custGeom>
            <a:solidFill>
              <a:srgbClr val="899CA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601" name="Google Shape;15601;p44"/>
            <p:cNvSpPr/>
            <p:nvPr/>
          </p:nvSpPr>
          <p:spPr>
            <a:xfrm>
              <a:off x="8270301" y="1770557"/>
              <a:ext cx="51480" cy="64206"/>
            </a:xfrm>
            <a:custGeom>
              <a:rect b="b" l="l" r="r" t="t"/>
              <a:pathLst>
                <a:path extrusionOk="0" h="2452" w="1966">
                  <a:moveTo>
                    <a:pt x="1670" y="0"/>
                  </a:moveTo>
                  <a:lnTo>
                    <a:pt x="372" y="1164"/>
                  </a:lnTo>
                  <a:cubicBezTo>
                    <a:pt x="134" y="1364"/>
                    <a:pt x="0" y="1670"/>
                    <a:pt x="0" y="1975"/>
                  </a:cubicBezTo>
                  <a:lnTo>
                    <a:pt x="0" y="2452"/>
                  </a:lnTo>
                  <a:lnTo>
                    <a:pt x="439" y="2376"/>
                  </a:lnTo>
                  <a:lnTo>
                    <a:pt x="439" y="1975"/>
                  </a:lnTo>
                  <a:cubicBezTo>
                    <a:pt x="439" y="1794"/>
                    <a:pt x="515" y="1612"/>
                    <a:pt x="659" y="1488"/>
                  </a:cubicBezTo>
                  <a:lnTo>
                    <a:pt x="1965" y="325"/>
                  </a:lnTo>
                  <a:cubicBezTo>
                    <a:pt x="1889" y="201"/>
                    <a:pt x="1784" y="96"/>
                    <a:pt x="1670" y="0"/>
                  </a:cubicBezTo>
                  <a:close/>
                </a:path>
              </a:pathLst>
            </a:custGeom>
            <a:solidFill>
              <a:srgbClr val="899CA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5602" name="Google Shape;15602;p44"/>
          <p:cNvGrpSpPr/>
          <p:nvPr/>
        </p:nvGrpSpPr>
        <p:grpSpPr>
          <a:xfrm>
            <a:off x="5794745" y="1350599"/>
            <a:ext cx="274550" cy="354754"/>
            <a:chOff x="5794745" y="1502999"/>
            <a:chExt cx="274550" cy="354754"/>
          </a:xfrm>
        </p:grpSpPr>
        <p:sp>
          <p:nvSpPr>
            <p:cNvPr id="15603" name="Google Shape;15603;p44"/>
            <p:cNvSpPr/>
            <p:nvPr/>
          </p:nvSpPr>
          <p:spPr>
            <a:xfrm>
              <a:off x="5794745" y="1703340"/>
              <a:ext cx="274550" cy="154413"/>
            </a:xfrm>
            <a:custGeom>
              <a:rect b="b" l="l" r="r" t="t"/>
              <a:pathLst>
                <a:path extrusionOk="0" h="5897" w="10485">
                  <a:moveTo>
                    <a:pt x="3711" y="1"/>
                  </a:moveTo>
                  <a:lnTo>
                    <a:pt x="3711" y="1031"/>
                  </a:lnTo>
                  <a:cubicBezTo>
                    <a:pt x="3711" y="1327"/>
                    <a:pt x="3521" y="1585"/>
                    <a:pt x="3244" y="1661"/>
                  </a:cubicBezTo>
                  <a:lnTo>
                    <a:pt x="935" y="2338"/>
                  </a:lnTo>
                  <a:cubicBezTo>
                    <a:pt x="382" y="2500"/>
                    <a:pt x="0" y="3016"/>
                    <a:pt x="0" y="3597"/>
                  </a:cubicBezTo>
                  <a:lnTo>
                    <a:pt x="0" y="5248"/>
                  </a:lnTo>
                  <a:cubicBezTo>
                    <a:pt x="0" y="5601"/>
                    <a:pt x="296" y="5897"/>
                    <a:pt x="659" y="5897"/>
                  </a:cubicBezTo>
                  <a:lnTo>
                    <a:pt x="9827" y="5897"/>
                  </a:lnTo>
                  <a:cubicBezTo>
                    <a:pt x="10189" y="5897"/>
                    <a:pt x="10485" y="5601"/>
                    <a:pt x="10485" y="5248"/>
                  </a:cubicBezTo>
                  <a:lnTo>
                    <a:pt x="10485" y="3597"/>
                  </a:lnTo>
                  <a:cubicBezTo>
                    <a:pt x="10485" y="3016"/>
                    <a:pt x="10103" y="2510"/>
                    <a:pt x="9540" y="2348"/>
                  </a:cubicBezTo>
                  <a:lnTo>
                    <a:pt x="7241" y="1670"/>
                  </a:lnTo>
                  <a:cubicBezTo>
                    <a:pt x="6965" y="1585"/>
                    <a:pt x="6774" y="1327"/>
                    <a:pt x="6774" y="1041"/>
                  </a:cubicBezTo>
                  <a:lnTo>
                    <a:pt x="6774" y="1"/>
                  </a:lnTo>
                  <a:close/>
                </a:path>
              </a:pathLst>
            </a:custGeom>
            <a:solidFill>
              <a:srgbClr val="F2F4F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604" name="Google Shape;15604;p44"/>
            <p:cNvSpPr/>
            <p:nvPr/>
          </p:nvSpPr>
          <p:spPr>
            <a:xfrm>
              <a:off x="5891918" y="1703340"/>
              <a:ext cx="80205" cy="22886"/>
            </a:xfrm>
            <a:custGeom>
              <a:rect b="b" l="l" r="r" t="t"/>
              <a:pathLst>
                <a:path extrusionOk="0" h="874" w="3063">
                  <a:moveTo>
                    <a:pt x="0" y="1"/>
                  </a:moveTo>
                  <a:lnTo>
                    <a:pt x="0" y="487"/>
                  </a:lnTo>
                  <a:cubicBezTo>
                    <a:pt x="477" y="745"/>
                    <a:pt x="1002" y="874"/>
                    <a:pt x="1528" y="874"/>
                  </a:cubicBezTo>
                  <a:cubicBezTo>
                    <a:pt x="2054" y="874"/>
                    <a:pt x="2581" y="745"/>
                    <a:pt x="3063" y="487"/>
                  </a:cubicBezTo>
                  <a:lnTo>
                    <a:pt x="3063" y="1"/>
                  </a:lnTo>
                  <a:close/>
                </a:path>
              </a:pathLst>
            </a:custGeom>
            <a:solidFill>
              <a:srgbClr val="EEF1F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605" name="Google Shape;15605;p44"/>
            <p:cNvSpPr/>
            <p:nvPr/>
          </p:nvSpPr>
          <p:spPr>
            <a:xfrm>
              <a:off x="5835698" y="1554478"/>
              <a:ext cx="192381" cy="160147"/>
            </a:xfrm>
            <a:custGeom>
              <a:rect b="b" l="l" r="r" t="t"/>
              <a:pathLst>
                <a:path extrusionOk="0" h="6116" w="7347">
                  <a:moveTo>
                    <a:pt x="840" y="0"/>
                  </a:moveTo>
                  <a:lnTo>
                    <a:pt x="840" y="2404"/>
                  </a:lnTo>
                  <a:lnTo>
                    <a:pt x="726" y="2404"/>
                  </a:lnTo>
                  <a:cubicBezTo>
                    <a:pt x="1" y="2404"/>
                    <a:pt x="1" y="3501"/>
                    <a:pt x="726" y="3501"/>
                  </a:cubicBezTo>
                  <a:lnTo>
                    <a:pt x="850" y="3501"/>
                  </a:lnTo>
                  <a:cubicBezTo>
                    <a:pt x="955" y="4980"/>
                    <a:pt x="2195" y="6115"/>
                    <a:pt x="3674" y="6115"/>
                  </a:cubicBezTo>
                  <a:cubicBezTo>
                    <a:pt x="5152" y="6115"/>
                    <a:pt x="6393" y="4980"/>
                    <a:pt x="6507" y="3501"/>
                  </a:cubicBezTo>
                  <a:lnTo>
                    <a:pt x="6622" y="3501"/>
                  </a:lnTo>
                  <a:cubicBezTo>
                    <a:pt x="7347" y="3501"/>
                    <a:pt x="7347" y="2404"/>
                    <a:pt x="6622" y="2404"/>
                  </a:cubicBezTo>
                  <a:lnTo>
                    <a:pt x="6517" y="2404"/>
                  </a:lnTo>
                  <a:lnTo>
                    <a:pt x="6517" y="0"/>
                  </a:lnTo>
                  <a:close/>
                </a:path>
              </a:pathLst>
            </a:custGeom>
            <a:solidFill>
              <a:srgbClr val="F0F3F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606" name="Google Shape;15606;p44"/>
            <p:cNvSpPr/>
            <p:nvPr/>
          </p:nvSpPr>
          <p:spPr>
            <a:xfrm>
              <a:off x="5839705" y="1554478"/>
              <a:ext cx="143677" cy="160357"/>
            </a:xfrm>
            <a:custGeom>
              <a:rect b="b" l="l" r="r" t="t"/>
              <a:pathLst>
                <a:path extrusionOk="0" h="6124" w="5487">
                  <a:moveTo>
                    <a:pt x="687" y="0"/>
                  </a:moveTo>
                  <a:lnTo>
                    <a:pt x="687" y="2404"/>
                  </a:lnTo>
                  <a:lnTo>
                    <a:pt x="602" y="2404"/>
                  </a:lnTo>
                  <a:cubicBezTo>
                    <a:pt x="315" y="2404"/>
                    <a:pt x="67" y="2614"/>
                    <a:pt x="29" y="2900"/>
                  </a:cubicBezTo>
                  <a:cubicBezTo>
                    <a:pt x="1" y="3215"/>
                    <a:pt x="249" y="3501"/>
                    <a:pt x="573" y="3501"/>
                  </a:cubicBezTo>
                  <a:lnTo>
                    <a:pt x="697" y="3501"/>
                  </a:lnTo>
                  <a:cubicBezTo>
                    <a:pt x="801" y="4997"/>
                    <a:pt x="2048" y="6124"/>
                    <a:pt x="3502" y="6124"/>
                  </a:cubicBezTo>
                  <a:cubicBezTo>
                    <a:pt x="3652" y="6124"/>
                    <a:pt x="3805" y="6112"/>
                    <a:pt x="3960" y="6087"/>
                  </a:cubicBezTo>
                  <a:cubicBezTo>
                    <a:pt x="2576" y="5867"/>
                    <a:pt x="1556" y="4684"/>
                    <a:pt x="1556" y="3282"/>
                  </a:cubicBezTo>
                  <a:lnTo>
                    <a:pt x="1556" y="2185"/>
                  </a:lnTo>
                  <a:cubicBezTo>
                    <a:pt x="1556" y="1708"/>
                    <a:pt x="1947" y="1317"/>
                    <a:pt x="2433" y="1317"/>
                  </a:cubicBezTo>
                  <a:lnTo>
                    <a:pt x="5057" y="1317"/>
                  </a:lnTo>
                  <a:cubicBezTo>
                    <a:pt x="5295" y="1317"/>
                    <a:pt x="5486" y="1116"/>
                    <a:pt x="5486" y="878"/>
                  </a:cubicBezTo>
                  <a:lnTo>
                    <a:pt x="5486" y="0"/>
                  </a:lnTo>
                  <a:close/>
                </a:path>
              </a:pathLst>
            </a:custGeom>
            <a:solidFill>
              <a:srgbClr val="F2F4F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607" name="Google Shape;15607;p44"/>
            <p:cNvSpPr/>
            <p:nvPr/>
          </p:nvSpPr>
          <p:spPr>
            <a:xfrm>
              <a:off x="5842716" y="1502999"/>
              <a:ext cx="187118" cy="114455"/>
            </a:xfrm>
            <a:custGeom>
              <a:rect b="b" l="l" r="r" t="t"/>
              <a:pathLst>
                <a:path extrusionOk="0" h="4371" w="7146">
                  <a:moveTo>
                    <a:pt x="6000" y="1"/>
                  </a:moveTo>
                  <a:cubicBezTo>
                    <a:pt x="5994" y="1"/>
                    <a:pt x="5988" y="1"/>
                    <a:pt x="5982" y="1"/>
                  </a:cubicBezTo>
                  <a:lnTo>
                    <a:pt x="1841" y="1"/>
                  </a:lnTo>
                  <a:cubicBezTo>
                    <a:pt x="811" y="1"/>
                    <a:pt x="0" y="898"/>
                    <a:pt x="105" y="1928"/>
                  </a:cubicBezTo>
                  <a:lnTo>
                    <a:pt x="353" y="4370"/>
                  </a:lnTo>
                  <a:lnTo>
                    <a:pt x="572" y="4370"/>
                  </a:lnTo>
                  <a:cubicBezTo>
                    <a:pt x="811" y="4370"/>
                    <a:pt x="1002" y="4179"/>
                    <a:pt x="1002" y="3931"/>
                  </a:cubicBezTo>
                  <a:lnTo>
                    <a:pt x="1002" y="2844"/>
                  </a:lnTo>
                  <a:lnTo>
                    <a:pt x="5819" y="2844"/>
                  </a:lnTo>
                  <a:lnTo>
                    <a:pt x="5819" y="3931"/>
                  </a:lnTo>
                  <a:cubicBezTo>
                    <a:pt x="5819" y="4179"/>
                    <a:pt x="6010" y="4370"/>
                    <a:pt x="6249" y="4370"/>
                  </a:cubicBezTo>
                  <a:lnTo>
                    <a:pt x="6468" y="4370"/>
                  </a:lnTo>
                  <a:lnTo>
                    <a:pt x="6649" y="2014"/>
                  </a:lnTo>
                  <a:lnTo>
                    <a:pt x="6640" y="2014"/>
                  </a:lnTo>
                  <a:cubicBezTo>
                    <a:pt x="6964" y="1794"/>
                    <a:pt x="7145" y="1413"/>
                    <a:pt x="7117" y="1022"/>
                  </a:cubicBezTo>
                  <a:cubicBezTo>
                    <a:pt x="7070" y="446"/>
                    <a:pt x="6583" y="1"/>
                    <a:pt x="6000" y="1"/>
                  </a:cubicBezTo>
                  <a:close/>
                </a:path>
              </a:pathLst>
            </a:custGeom>
            <a:solidFill>
              <a:srgbClr val="DAE2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608" name="Google Shape;15608;p44"/>
            <p:cNvSpPr/>
            <p:nvPr/>
          </p:nvSpPr>
          <p:spPr>
            <a:xfrm>
              <a:off x="5842716" y="1502999"/>
              <a:ext cx="72218" cy="114455"/>
            </a:xfrm>
            <a:custGeom>
              <a:rect b="b" l="l" r="r" t="t"/>
              <a:pathLst>
                <a:path extrusionOk="0" h="4371" w="2758">
                  <a:moveTo>
                    <a:pt x="1841" y="1"/>
                  </a:moveTo>
                  <a:cubicBezTo>
                    <a:pt x="811" y="1"/>
                    <a:pt x="0" y="898"/>
                    <a:pt x="105" y="1928"/>
                  </a:cubicBezTo>
                  <a:lnTo>
                    <a:pt x="353" y="4370"/>
                  </a:lnTo>
                  <a:lnTo>
                    <a:pt x="572" y="4370"/>
                  </a:lnTo>
                  <a:cubicBezTo>
                    <a:pt x="811" y="4370"/>
                    <a:pt x="1002" y="4179"/>
                    <a:pt x="1002" y="3931"/>
                  </a:cubicBezTo>
                  <a:lnTo>
                    <a:pt x="1002" y="1756"/>
                  </a:lnTo>
                  <a:cubicBezTo>
                    <a:pt x="1002" y="783"/>
                    <a:pt x="1784" y="1"/>
                    <a:pt x="2757" y="1"/>
                  </a:cubicBezTo>
                  <a:close/>
                </a:path>
              </a:pathLst>
            </a:custGeom>
            <a:solidFill>
              <a:srgbClr val="D4DDE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609" name="Google Shape;15609;p44"/>
            <p:cNvSpPr/>
            <p:nvPr/>
          </p:nvSpPr>
          <p:spPr>
            <a:xfrm>
              <a:off x="5891918" y="1617532"/>
              <a:ext cx="11521" cy="17151"/>
            </a:xfrm>
            <a:custGeom>
              <a:rect b="b" l="l" r="r" t="t"/>
              <a:pathLst>
                <a:path extrusionOk="0" h="655" w="440">
                  <a:moveTo>
                    <a:pt x="220" y="1"/>
                  </a:moveTo>
                  <a:cubicBezTo>
                    <a:pt x="110" y="1"/>
                    <a:pt x="0" y="73"/>
                    <a:pt x="0" y="216"/>
                  </a:cubicBezTo>
                  <a:lnTo>
                    <a:pt x="0" y="435"/>
                  </a:lnTo>
                  <a:cubicBezTo>
                    <a:pt x="0" y="550"/>
                    <a:pt x="96" y="654"/>
                    <a:pt x="220" y="654"/>
                  </a:cubicBezTo>
                  <a:cubicBezTo>
                    <a:pt x="334" y="654"/>
                    <a:pt x="439" y="550"/>
                    <a:pt x="439" y="435"/>
                  </a:cubicBezTo>
                  <a:lnTo>
                    <a:pt x="439" y="216"/>
                  </a:lnTo>
                  <a:cubicBezTo>
                    <a:pt x="439" y="73"/>
                    <a:pt x="330" y="1"/>
                    <a:pt x="220" y="1"/>
                  </a:cubicBezTo>
                  <a:close/>
                </a:path>
              </a:pathLst>
            </a:custGeom>
            <a:solidFill>
              <a:srgbClr val="39516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610" name="Google Shape;15610;p44"/>
            <p:cNvSpPr/>
            <p:nvPr/>
          </p:nvSpPr>
          <p:spPr>
            <a:xfrm>
              <a:off x="5960601" y="1617532"/>
              <a:ext cx="11521" cy="17151"/>
            </a:xfrm>
            <a:custGeom>
              <a:rect b="b" l="l" r="r" t="t"/>
              <a:pathLst>
                <a:path extrusionOk="0" h="655" w="440">
                  <a:moveTo>
                    <a:pt x="220" y="1"/>
                  </a:moveTo>
                  <a:cubicBezTo>
                    <a:pt x="111" y="1"/>
                    <a:pt x="1" y="73"/>
                    <a:pt x="1" y="216"/>
                  </a:cubicBezTo>
                  <a:lnTo>
                    <a:pt x="1" y="435"/>
                  </a:lnTo>
                  <a:cubicBezTo>
                    <a:pt x="1" y="550"/>
                    <a:pt x="96" y="654"/>
                    <a:pt x="220" y="654"/>
                  </a:cubicBezTo>
                  <a:cubicBezTo>
                    <a:pt x="335" y="654"/>
                    <a:pt x="430" y="550"/>
                    <a:pt x="440" y="435"/>
                  </a:cubicBezTo>
                  <a:lnTo>
                    <a:pt x="440" y="216"/>
                  </a:lnTo>
                  <a:cubicBezTo>
                    <a:pt x="440" y="73"/>
                    <a:pt x="330" y="1"/>
                    <a:pt x="220" y="1"/>
                  </a:cubicBezTo>
                  <a:close/>
                </a:path>
              </a:pathLst>
            </a:custGeom>
            <a:solidFill>
              <a:srgbClr val="39516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611" name="Google Shape;15611;p44"/>
            <p:cNvSpPr/>
            <p:nvPr/>
          </p:nvSpPr>
          <p:spPr>
            <a:xfrm>
              <a:off x="5906424" y="1657438"/>
              <a:ext cx="50773" cy="17282"/>
            </a:xfrm>
            <a:custGeom>
              <a:rect b="b" l="l" r="r" t="t"/>
              <a:pathLst>
                <a:path extrusionOk="0" h="660" w="1939">
                  <a:moveTo>
                    <a:pt x="315" y="0"/>
                  </a:moveTo>
                  <a:cubicBezTo>
                    <a:pt x="144" y="0"/>
                    <a:pt x="0" y="218"/>
                    <a:pt x="162" y="380"/>
                  </a:cubicBezTo>
                  <a:cubicBezTo>
                    <a:pt x="373" y="556"/>
                    <a:pt x="633" y="659"/>
                    <a:pt x="904" y="659"/>
                  </a:cubicBezTo>
                  <a:cubicBezTo>
                    <a:pt x="927" y="659"/>
                    <a:pt x="950" y="658"/>
                    <a:pt x="973" y="657"/>
                  </a:cubicBezTo>
                  <a:cubicBezTo>
                    <a:pt x="986" y="657"/>
                    <a:pt x="1000" y="658"/>
                    <a:pt x="1013" y="658"/>
                  </a:cubicBezTo>
                  <a:cubicBezTo>
                    <a:pt x="1294" y="658"/>
                    <a:pt x="1565" y="562"/>
                    <a:pt x="1784" y="380"/>
                  </a:cubicBezTo>
                  <a:cubicBezTo>
                    <a:pt x="1938" y="218"/>
                    <a:pt x="1792" y="0"/>
                    <a:pt x="1621" y="0"/>
                  </a:cubicBezTo>
                  <a:cubicBezTo>
                    <a:pt x="1570" y="0"/>
                    <a:pt x="1517" y="19"/>
                    <a:pt x="1469" y="65"/>
                  </a:cubicBezTo>
                  <a:cubicBezTo>
                    <a:pt x="1321" y="170"/>
                    <a:pt x="1147" y="223"/>
                    <a:pt x="972" y="223"/>
                  </a:cubicBezTo>
                  <a:cubicBezTo>
                    <a:pt x="796" y="223"/>
                    <a:pt x="620" y="170"/>
                    <a:pt x="467" y="65"/>
                  </a:cubicBezTo>
                  <a:cubicBezTo>
                    <a:pt x="419" y="19"/>
                    <a:pt x="366" y="0"/>
                    <a:pt x="315" y="0"/>
                  </a:cubicBezTo>
                  <a:close/>
                </a:path>
              </a:pathLst>
            </a:custGeom>
            <a:solidFill>
              <a:srgbClr val="DAE2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612" name="Google Shape;15612;p44"/>
            <p:cNvSpPr/>
            <p:nvPr/>
          </p:nvSpPr>
          <p:spPr>
            <a:xfrm>
              <a:off x="5884429" y="1600433"/>
              <a:ext cx="26499" cy="11260"/>
            </a:xfrm>
            <a:custGeom>
              <a:rect b="b" l="l" r="r" t="t"/>
              <a:pathLst>
                <a:path extrusionOk="0" h="430" w="1012">
                  <a:moveTo>
                    <a:pt x="286" y="1"/>
                  </a:moveTo>
                  <a:cubicBezTo>
                    <a:pt x="0" y="1"/>
                    <a:pt x="0" y="430"/>
                    <a:pt x="286" y="430"/>
                  </a:cubicBezTo>
                  <a:lnTo>
                    <a:pt x="725" y="430"/>
                  </a:lnTo>
                  <a:cubicBezTo>
                    <a:pt x="1011" y="430"/>
                    <a:pt x="1011" y="1"/>
                    <a:pt x="725" y="1"/>
                  </a:cubicBezTo>
                  <a:close/>
                </a:path>
              </a:pathLst>
            </a:custGeom>
            <a:solidFill>
              <a:srgbClr val="D4DDE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613" name="Google Shape;15613;p44"/>
            <p:cNvSpPr/>
            <p:nvPr/>
          </p:nvSpPr>
          <p:spPr>
            <a:xfrm>
              <a:off x="5953112" y="1600433"/>
              <a:ext cx="26499" cy="11260"/>
            </a:xfrm>
            <a:custGeom>
              <a:rect b="b" l="l" r="r" t="t"/>
              <a:pathLst>
                <a:path extrusionOk="0" h="430" w="1012">
                  <a:moveTo>
                    <a:pt x="287" y="1"/>
                  </a:moveTo>
                  <a:cubicBezTo>
                    <a:pt x="1" y="1"/>
                    <a:pt x="1" y="430"/>
                    <a:pt x="287" y="430"/>
                  </a:cubicBezTo>
                  <a:lnTo>
                    <a:pt x="726" y="430"/>
                  </a:lnTo>
                  <a:cubicBezTo>
                    <a:pt x="1012" y="430"/>
                    <a:pt x="1012" y="1"/>
                    <a:pt x="726" y="1"/>
                  </a:cubicBezTo>
                  <a:close/>
                </a:path>
              </a:pathLst>
            </a:custGeom>
            <a:solidFill>
              <a:srgbClr val="D4DDE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614" name="Google Shape;15614;p44"/>
            <p:cNvSpPr/>
            <p:nvPr/>
          </p:nvSpPr>
          <p:spPr>
            <a:xfrm>
              <a:off x="5846199" y="1748326"/>
              <a:ext cx="171643" cy="109427"/>
            </a:xfrm>
            <a:custGeom>
              <a:rect b="b" l="l" r="r" t="t"/>
              <a:pathLst>
                <a:path extrusionOk="0" h="4179" w="6555">
                  <a:moveTo>
                    <a:pt x="1088" y="0"/>
                  </a:moveTo>
                  <a:lnTo>
                    <a:pt x="1" y="324"/>
                  </a:lnTo>
                  <a:lnTo>
                    <a:pt x="1" y="4179"/>
                  </a:lnTo>
                  <a:lnTo>
                    <a:pt x="6555" y="4179"/>
                  </a:lnTo>
                  <a:lnTo>
                    <a:pt x="6555" y="324"/>
                  </a:lnTo>
                  <a:lnTo>
                    <a:pt x="5467" y="0"/>
                  </a:lnTo>
                  <a:lnTo>
                    <a:pt x="5467" y="468"/>
                  </a:lnTo>
                  <a:cubicBezTo>
                    <a:pt x="5467" y="1670"/>
                    <a:pt x="4484" y="2652"/>
                    <a:pt x="3282" y="2652"/>
                  </a:cubicBezTo>
                  <a:cubicBezTo>
                    <a:pt x="2071" y="2652"/>
                    <a:pt x="1098" y="1670"/>
                    <a:pt x="1098" y="468"/>
                  </a:cubicBezTo>
                  <a:lnTo>
                    <a:pt x="1088" y="468"/>
                  </a:lnTo>
                  <a:lnTo>
                    <a:pt x="1088" y="0"/>
                  </a:lnTo>
                  <a:close/>
                </a:path>
              </a:pathLst>
            </a:custGeom>
            <a:solidFill>
              <a:srgbClr val="ACB9C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615" name="Google Shape;15615;p44"/>
            <p:cNvSpPr/>
            <p:nvPr/>
          </p:nvSpPr>
          <p:spPr>
            <a:xfrm>
              <a:off x="5845439" y="1548979"/>
              <a:ext cx="177901" cy="28489"/>
            </a:xfrm>
            <a:custGeom>
              <a:rect b="b" l="l" r="r" t="t"/>
              <a:pathLst>
                <a:path extrusionOk="0" h="1088" w="6794">
                  <a:moveTo>
                    <a:pt x="1" y="0"/>
                  </a:moveTo>
                  <a:cubicBezTo>
                    <a:pt x="1" y="58"/>
                    <a:pt x="1" y="115"/>
                    <a:pt x="11" y="172"/>
                  </a:cubicBezTo>
                  <a:lnTo>
                    <a:pt x="96" y="1088"/>
                  </a:lnTo>
                  <a:lnTo>
                    <a:pt x="6479" y="1088"/>
                  </a:lnTo>
                  <a:lnTo>
                    <a:pt x="6545" y="258"/>
                  </a:lnTo>
                  <a:lnTo>
                    <a:pt x="6526" y="258"/>
                  </a:lnTo>
                  <a:cubicBezTo>
                    <a:pt x="6631" y="182"/>
                    <a:pt x="6727" y="96"/>
                    <a:pt x="6793" y="0"/>
                  </a:cubicBezTo>
                  <a:close/>
                </a:path>
              </a:pathLst>
            </a:custGeom>
            <a:solidFill>
              <a:srgbClr val="ACB9C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616" name="Google Shape;15616;p44"/>
            <p:cNvSpPr/>
            <p:nvPr/>
          </p:nvSpPr>
          <p:spPr>
            <a:xfrm>
              <a:off x="5932635" y="1548979"/>
              <a:ext cx="90941" cy="22781"/>
            </a:xfrm>
            <a:custGeom>
              <a:rect b="b" l="l" r="r" t="t"/>
              <a:pathLst>
                <a:path extrusionOk="0" h="870" w="3473">
                  <a:moveTo>
                    <a:pt x="0" y="0"/>
                  </a:moveTo>
                  <a:cubicBezTo>
                    <a:pt x="105" y="506"/>
                    <a:pt x="554" y="868"/>
                    <a:pt x="1069" y="868"/>
                  </a:cubicBezTo>
                  <a:cubicBezTo>
                    <a:pt x="1317" y="868"/>
                    <a:pt x="1565" y="783"/>
                    <a:pt x="1756" y="620"/>
                  </a:cubicBezTo>
                  <a:cubicBezTo>
                    <a:pt x="2006" y="785"/>
                    <a:pt x="2298" y="869"/>
                    <a:pt x="2591" y="869"/>
                  </a:cubicBezTo>
                  <a:cubicBezTo>
                    <a:pt x="2789" y="869"/>
                    <a:pt x="2989" y="831"/>
                    <a:pt x="3177" y="754"/>
                  </a:cubicBezTo>
                  <a:lnTo>
                    <a:pt x="3215" y="258"/>
                  </a:lnTo>
                  <a:lnTo>
                    <a:pt x="3206" y="258"/>
                  </a:lnTo>
                  <a:cubicBezTo>
                    <a:pt x="3301" y="182"/>
                    <a:pt x="3397" y="96"/>
                    <a:pt x="3473" y="0"/>
                  </a:cubicBezTo>
                  <a:close/>
                </a:path>
              </a:pathLst>
            </a:custGeom>
            <a:solidFill>
              <a:srgbClr val="899CA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617" name="Google Shape;15617;p44"/>
            <p:cNvSpPr/>
            <p:nvPr/>
          </p:nvSpPr>
          <p:spPr>
            <a:xfrm>
              <a:off x="5932373" y="1537484"/>
              <a:ext cx="17282" cy="11521"/>
            </a:xfrm>
            <a:custGeom>
              <a:rect b="b" l="l" r="r" t="t"/>
              <a:pathLst>
                <a:path extrusionOk="0" h="440" w="660">
                  <a:moveTo>
                    <a:pt x="440" y="0"/>
                  </a:moveTo>
                  <a:cubicBezTo>
                    <a:pt x="201" y="0"/>
                    <a:pt x="1" y="191"/>
                    <a:pt x="10" y="439"/>
                  </a:cubicBezTo>
                  <a:lnTo>
                    <a:pt x="659" y="439"/>
                  </a:lnTo>
                  <a:lnTo>
                    <a:pt x="659" y="0"/>
                  </a:lnTo>
                  <a:close/>
                </a:path>
              </a:pathLst>
            </a:custGeom>
            <a:solidFill>
              <a:srgbClr val="D4DDE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618" name="Google Shape;15618;p44"/>
            <p:cNvSpPr/>
            <p:nvPr/>
          </p:nvSpPr>
          <p:spPr>
            <a:xfrm>
              <a:off x="5972096" y="1502999"/>
              <a:ext cx="57240" cy="57240"/>
            </a:xfrm>
            <a:custGeom>
              <a:rect b="b" l="l" r="r" t="t"/>
              <a:pathLst>
                <a:path extrusionOk="0" h="2186" w="2186">
                  <a:moveTo>
                    <a:pt x="1088" y="1"/>
                  </a:moveTo>
                  <a:cubicBezTo>
                    <a:pt x="487" y="1"/>
                    <a:pt x="1" y="497"/>
                    <a:pt x="1" y="1098"/>
                  </a:cubicBezTo>
                  <a:cubicBezTo>
                    <a:pt x="1" y="1699"/>
                    <a:pt x="487" y="2186"/>
                    <a:pt x="1088" y="2186"/>
                  </a:cubicBezTo>
                  <a:cubicBezTo>
                    <a:pt x="1689" y="2186"/>
                    <a:pt x="2185" y="1699"/>
                    <a:pt x="2185" y="1098"/>
                  </a:cubicBezTo>
                  <a:cubicBezTo>
                    <a:pt x="2185" y="497"/>
                    <a:pt x="1689" y="1"/>
                    <a:pt x="1088" y="1"/>
                  </a:cubicBezTo>
                  <a:close/>
                </a:path>
              </a:pathLst>
            </a:custGeom>
            <a:solidFill>
              <a:srgbClr val="DAE2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619" name="Google Shape;15619;p44"/>
            <p:cNvSpPr/>
            <p:nvPr/>
          </p:nvSpPr>
          <p:spPr>
            <a:xfrm>
              <a:off x="5943371" y="1525989"/>
              <a:ext cx="34250" cy="34250"/>
            </a:xfrm>
            <a:custGeom>
              <a:rect b="b" l="l" r="r" t="t"/>
              <a:pathLst>
                <a:path extrusionOk="0" h="1308" w="1308">
                  <a:moveTo>
                    <a:pt x="659" y="1"/>
                  </a:moveTo>
                  <a:cubicBezTo>
                    <a:pt x="296" y="1"/>
                    <a:pt x="1" y="296"/>
                    <a:pt x="1" y="659"/>
                  </a:cubicBezTo>
                  <a:cubicBezTo>
                    <a:pt x="1" y="1021"/>
                    <a:pt x="296" y="1308"/>
                    <a:pt x="659" y="1308"/>
                  </a:cubicBezTo>
                  <a:cubicBezTo>
                    <a:pt x="1021" y="1308"/>
                    <a:pt x="1308" y="1021"/>
                    <a:pt x="1308" y="659"/>
                  </a:cubicBezTo>
                  <a:cubicBezTo>
                    <a:pt x="1308" y="296"/>
                    <a:pt x="1021" y="1"/>
                    <a:pt x="659" y="1"/>
                  </a:cubicBezTo>
                  <a:close/>
                </a:path>
              </a:pathLst>
            </a:custGeom>
            <a:solidFill>
              <a:srgbClr val="DAE2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620" name="Google Shape;15620;p44"/>
            <p:cNvSpPr/>
            <p:nvPr/>
          </p:nvSpPr>
          <p:spPr>
            <a:xfrm>
              <a:off x="5845204" y="1548979"/>
              <a:ext cx="23750" cy="28489"/>
            </a:xfrm>
            <a:custGeom>
              <a:rect b="b" l="l" r="r" t="t"/>
              <a:pathLst>
                <a:path extrusionOk="0" h="1088" w="907">
                  <a:moveTo>
                    <a:pt x="0" y="0"/>
                  </a:moveTo>
                  <a:cubicBezTo>
                    <a:pt x="0" y="58"/>
                    <a:pt x="0" y="115"/>
                    <a:pt x="10" y="172"/>
                  </a:cubicBezTo>
                  <a:lnTo>
                    <a:pt x="105" y="1088"/>
                  </a:lnTo>
                  <a:lnTo>
                    <a:pt x="907" y="1088"/>
                  </a:lnTo>
                  <a:lnTo>
                    <a:pt x="907" y="0"/>
                  </a:lnTo>
                  <a:close/>
                </a:path>
              </a:pathLst>
            </a:custGeom>
            <a:solidFill>
              <a:srgbClr val="899CA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621" name="Google Shape;15621;p44"/>
            <p:cNvSpPr/>
            <p:nvPr/>
          </p:nvSpPr>
          <p:spPr>
            <a:xfrm>
              <a:off x="5863428" y="1748326"/>
              <a:ext cx="137419" cy="80964"/>
            </a:xfrm>
            <a:custGeom>
              <a:rect b="b" l="l" r="r" t="t"/>
              <a:pathLst>
                <a:path extrusionOk="0" h="3092" w="5248">
                  <a:moveTo>
                    <a:pt x="430" y="0"/>
                  </a:moveTo>
                  <a:lnTo>
                    <a:pt x="1" y="134"/>
                  </a:lnTo>
                  <a:lnTo>
                    <a:pt x="1" y="468"/>
                  </a:lnTo>
                  <a:cubicBezTo>
                    <a:pt x="1" y="1918"/>
                    <a:pt x="1174" y="3091"/>
                    <a:pt x="2624" y="3091"/>
                  </a:cubicBezTo>
                  <a:cubicBezTo>
                    <a:pt x="4065" y="3091"/>
                    <a:pt x="5248" y="1918"/>
                    <a:pt x="5248" y="468"/>
                  </a:cubicBezTo>
                  <a:lnTo>
                    <a:pt x="5248" y="134"/>
                  </a:lnTo>
                  <a:lnTo>
                    <a:pt x="4799" y="0"/>
                  </a:lnTo>
                  <a:lnTo>
                    <a:pt x="4799" y="468"/>
                  </a:lnTo>
                  <a:cubicBezTo>
                    <a:pt x="4799" y="1670"/>
                    <a:pt x="3826" y="2652"/>
                    <a:pt x="2615" y="2652"/>
                  </a:cubicBezTo>
                  <a:cubicBezTo>
                    <a:pt x="1413" y="2652"/>
                    <a:pt x="430" y="1670"/>
                    <a:pt x="430" y="468"/>
                  </a:cubicBezTo>
                  <a:lnTo>
                    <a:pt x="430" y="0"/>
                  </a:lnTo>
                  <a:close/>
                </a:path>
              </a:pathLst>
            </a:custGeom>
            <a:solidFill>
              <a:srgbClr val="899CA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622" name="Google Shape;15622;p44"/>
            <p:cNvSpPr/>
            <p:nvPr/>
          </p:nvSpPr>
          <p:spPr>
            <a:xfrm>
              <a:off x="5828969" y="1817768"/>
              <a:ext cx="17256" cy="39984"/>
            </a:xfrm>
            <a:custGeom>
              <a:rect b="b" l="l" r="r" t="t"/>
              <a:pathLst>
                <a:path extrusionOk="0" h="1527" w="659">
                  <a:moveTo>
                    <a:pt x="659" y="0"/>
                  </a:moveTo>
                  <a:cubicBezTo>
                    <a:pt x="296" y="0"/>
                    <a:pt x="0" y="286"/>
                    <a:pt x="0" y="649"/>
                  </a:cubicBezTo>
                  <a:lnTo>
                    <a:pt x="0" y="1527"/>
                  </a:lnTo>
                  <a:lnTo>
                    <a:pt x="659" y="1527"/>
                  </a:lnTo>
                  <a:lnTo>
                    <a:pt x="659" y="0"/>
                  </a:lnTo>
                  <a:close/>
                </a:path>
              </a:pathLst>
            </a:custGeom>
            <a:solidFill>
              <a:srgbClr val="EEF1F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623" name="Google Shape;15623;p44"/>
            <p:cNvSpPr/>
            <p:nvPr/>
          </p:nvSpPr>
          <p:spPr>
            <a:xfrm>
              <a:off x="5846199" y="1817768"/>
              <a:ext cx="11521" cy="39984"/>
            </a:xfrm>
            <a:custGeom>
              <a:rect b="b" l="l" r="r" t="t"/>
              <a:pathLst>
                <a:path extrusionOk="0" h="1527" w="440">
                  <a:moveTo>
                    <a:pt x="1" y="0"/>
                  </a:moveTo>
                  <a:lnTo>
                    <a:pt x="1" y="1527"/>
                  </a:lnTo>
                  <a:lnTo>
                    <a:pt x="439" y="1527"/>
                  </a:lnTo>
                  <a:lnTo>
                    <a:pt x="439" y="439"/>
                  </a:lnTo>
                  <a:cubicBezTo>
                    <a:pt x="439" y="191"/>
                    <a:pt x="239" y="0"/>
                    <a:pt x="1" y="0"/>
                  </a:cubicBezTo>
                  <a:close/>
                </a:path>
              </a:pathLst>
            </a:custGeom>
            <a:solidFill>
              <a:srgbClr val="899CA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624" name="Google Shape;15624;p44"/>
            <p:cNvSpPr/>
            <p:nvPr/>
          </p:nvSpPr>
          <p:spPr>
            <a:xfrm>
              <a:off x="6017815" y="1817768"/>
              <a:ext cx="17256" cy="39984"/>
            </a:xfrm>
            <a:custGeom>
              <a:rect b="b" l="l" r="r" t="t"/>
              <a:pathLst>
                <a:path extrusionOk="0" h="1527" w="659">
                  <a:moveTo>
                    <a:pt x="1" y="0"/>
                  </a:moveTo>
                  <a:lnTo>
                    <a:pt x="1" y="1527"/>
                  </a:lnTo>
                  <a:lnTo>
                    <a:pt x="659" y="1527"/>
                  </a:lnTo>
                  <a:lnTo>
                    <a:pt x="659" y="649"/>
                  </a:lnTo>
                  <a:cubicBezTo>
                    <a:pt x="649" y="286"/>
                    <a:pt x="363" y="0"/>
                    <a:pt x="1" y="0"/>
                  </a:cubicBezTo>
                  <a:close/>
                </a:path>
              </a:pathLst>
            </a:custGeom>
            <a:solidFill>
              <a:srgbClr val="EEF1F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625" name="Google Shape;15625;p44"/>
            <p:cNvSpPr/>
            <p:nvPr/>
          </p:nvSpPr>
          <p:spPr>
            <a:xfrm>
              <a:off x="6006320" y="1817768"/>
              <a:ext cx="11521" cy="39984"/>
            </a:xfrm>
            <a:custGeom>
              <a:rect b="b" l="l" r="r" t="t"/>
              <a:pathLst>
                <a:path extrusionOk="0" h="1527" w="440">
                  <a:moveTo>
                    <a:pt x="440" y="0"/>
                  </a:moveTo>
                  <a:cubicBezTo>
                    <a:pt x="192" y="0"/>
                    <a:pt x="1" y="191"/>
                    <a:pt x="1" y="439"/>
                  </a:cubicBezTo>
                  <a:lnTo>
                    <a:pt x="1" y="1527"/>
                  </a:lnTo>
                  <a:lnTo>
                    <a:pt x="440" y="1527"/>
                  </a:lnTo>
                  <a:lnTo>
                    <a:pt x="440" y="0"/>
                  </a:lnTo>
                  <a:close/>
                </a:path>
              </a:pathLst>
            </a:custGeom>
            <a:solidFill>
              <a:srgbClr val="899CA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5626" name="Google Shape;15626;p44"/>
          <p:cNvGrpSpPr/>
          <p:nvPr/>
        </p:nvGrpSpPr>
        <p:grpSpPr>
          <a:xfrm>
            <a:off x="4896940" y="1350599"/>
            <a:ext cx="263317" cy="354754"/>
            <a:chOff x="4896940" y="1502999"/>
            <a:chExt cx="263317" cy="354754"/>
          </a:xfrm>
        </p:grpSpPr>
        <p:sp>
          <p:nvSpPr>
            <p:cNvPr id="15627" name="Google Shape;15627;p44"/>
            <p:cNvSpPr/>
            <p:nvPr/>
          </p:nvSpPr>
          <p:spPr>
            <a:xfrm>
              <a:off x="4904193" y="1594384"/>
              <a:ext cx="113433" cy="103221"/>
            </a:xfrm>
            <a:custGeom>
              <a:rect b="b" l="l" r="r" t="t"/>
              <a:pathLst>
                <a:path extrusionOk="0" h="3942" w="4332">
                  <a:moveTo>
                    <a:pt x="1253" y="1"/>
                  </a:moveTo>
                  <a:cubicBezTo>
                    <a:pt x="1048" y="1"/>
                    <a:pt x="839" y="58"/>
                    <a:pt x="649" y="184"/>
                  </a:cubicBezTo>
                  <a:cubicBezTo>
                    <a:pt x="10" y="623"/>
                    <a:pt x="0" y="1567"/>
                    <a:pt x="649" y="2006"/>
                  </a:cubicBezTo>
                  <a:cubicBezTo>
                    <a:pt x="764" y="2092"/>
                    <a:pt x="830" y="2235"/>
                    <a:pt x="821" y="2378"/>
                  </a:cubicBezTo>
                  <a:cubicBezTo>
                    <a:pt x="821" y="2540"/>
                    <a:pt x="840" y="2693"/>
                    <a:pt x="888" y="2845"/>
                  </a:cubicBezTo>
                  <a:cubicBezTo>
                    <a:pt x="1099" y="3553"/>
                    <a:pt x="1724" y="3941"/>
                    <a:pt x="2357" y="3941"/>
                  </a:cubicBezTo>
                  <a:cubicBezTo>
                    <a:pt x="2808" y="3941"/>
                    <a:pt x="3264" y="3743"/>
                    <a:pt x="3578" y="3322"/>
                  </a:cubicBezTo>
                  <a:cubicBezTo>
                    <a:pt x="4332" y="2311"/>
                    <a:pt x="3607" y="880"/>
                    <a:pt x="2357" y="880"/>
                  </a:cubicBezTo>
                  <a:lnTo>
                    <a:pt x="2328" y="880"/>
                  </a:lnTo>
                  <a:cubicBezTo>
                    <a:pt x="2220" y="340"/>
                    <a:pt x="1749" y="1"/>
                    <a:pt x="1253" y="1"/>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628" name="Google Shape;15628;p44"/>
            <p:cNvSpPr/>
            <p:nvPr/>
          </p:nvSpPr>
          <p:spPr>
            <a:xfrm>
              <a:off x="5039831" y="1594620"/>
              <a:ext cx="113198" cy="102907"/>
            </a:xfrm>
            <a:custGeom>
              <a:rect b="b" l="l" r="r" t="t"/>
              <a:pathLst>
                <a:path extrusionOk="0" h="3930" w="4323">
                  <a:moveTo>
                    <a:pt x="3071" y="1"/>
                  </a:moveTo>
                  <a:cubicBezTo>
                    <a:pt x="2577" y="1"/>
                    <a:pt x="2109" y="338"/>
                    <a:pt x="1995" y="871"/>
                  </a:cubicBezTo>
                  <a:lnTo>
                    <a:pt x="1985" y="871"/>
                  </a:lnTo>
                  <a:cubicBezTo>
                    <a:pt x="726" y="871"/>
                    <a:pt x="1" y="2302"/>
                    <a:pt x="754" y="3313"/>
                  </a:cubicBezTo>
                  <a:cubicBezTo>
                    <a:pt x="1067" y="3733"/>
                    <a:pt x="1521" y="3929"/>
                    <a:pt x="1971" y="3929"/>
                  </a:cubicBezTo>
                  <a:cubicBezTo>
                    <a:pt x="2606" y="3929"/>
                    <a:pt x="3233" y="3540"/>
                    <a:pt x="3445" y="2836"/>
                  </a:cubicBezTo>
                  <a:cubicBezTo>
                    <a:pt x="3492" y="2684"/>
                    <a:pt x="3511" y="2531"/>
                    <a:pt x="3511" y="2369"/>
                  </a:cubicBezTo>
                  <a:cubicBezTo>
                    <a:pt x="3502" y="2226"/>
                    <a:pt x="3569" y="2083"/>
                    <a:pt x="3683" y="1997"/>
                  </a:cubicBezTo>
                  <a:cubicBezTo>
                    <a:pt x="4322" y="1558"/>
                    <a:pt x="4322" y="614"/>
                    <a:pt x="3674" y="184"/>
                  </a:cubicBezTo>
                  <a:cubicBezTo>
                    <a:pt x="3484" y="59"/>
                    <a:pt x="3275" y="1"/>
                    <a:pt x="3071" y="1"/>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629" name="Google Shape;15629;p44"/>
            <p:cNvSpPr/>
            <p:nvPr/>
          </p:nvSpPr>
          <p:spPr>
            <a:xfrm>
              <a:off x="4937160" y="1502999"/>
              <a:ext cx="183138" cy="123200"/>
            </a:xfrm>
            <a:custGeom>
              <a:rect b="b" l="l" r="r" t="t"/>
              <a:pathLst>
                <a:path extrusionOk="0" h="4705" w="6994">
                  <a:moveTo>
                    <a:pt x="3492" y="1"/>
                  </a:moveTo>
                  <a:cubicBezTo>
                    <a:pt x="1565" y="1"/>
                    <a:pt x="1" y="1565"/>
                    <a:pt x="1" y="3502"/>
                  </a:cubicBezTo>
                  <a:lnTo>
                    <a:pt x="1" y="4704"/>
                  </a:lnTo>
                  <a:lnTo>
                    <a:pt x="6994" y="4704"/>
                  </a:lnTo>
                  <a:lnTo>
                    <a:pt x="6994" y="3502"/>
                  </a:lnTo>
                  <a:cubicBezTo>
                    <a:pt x="6994" y="1565"/>
                    <a:pt x="5429" y="1"/>
                    <a:pt x="3492" y="1"/>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630" name="Google Shape;15630;p44"/>
            <p:cNvSpPr/>
            <p:nvPr/>
          </p:nvSpPr>
          <p:spPr>
            <a:xfrm>
              <a:off x="4896940" y="1680376"/>
              <a:ext cx="263316" cy="177377"/>
            </a:xfrm>
            <a:custGeom>
              <a:rect b="b" l="l" r="r" t="t"/>
              <a:pathLst>
                <a:path extrusionOk="0" h="6774" w="10056">
                  <a:moveTo>
                    <a:pt x="3721" y="0"/>
                  </a:moveTo>
                  <a:lnTo>
                    <a:pt x="3721" y="1355"/>
                  </a:lnTo>
                  <a:cubicBezTo>
                    <a:pt x="3721" y="1717"/>
                    <a:pt x="3483" y="2051"/>
                    <a:pt x="3130" y="2175"/>
                  </a:cubicBezTo>
                  <a:lnTo>
                    <a:pt x="878" y="2967"/>
                  </a:lnTo>
                  <a:cubicBezTo>
                    <a:pt x="354" y="3158"/>
                    <a:pt x="1" y="3654"/>
                    <a:pt x="1" y="4207"/>
                  </a:cubicBezTo>
                  <a:lnTo>
                    <a:pt x="1" y="6115"/>
                  </a:lnTo>
                  <a:cubicBezTo>
                    <a:pt x="1" y="6478"/>
                    <a:pt x="297" y="6774"/>
                    <a:pt x="659" y="6774"/>
                  </a:cubicBezTo>
                  <a:lnTo>
                    <a:pt x="9398" y="6774"/>
                  </a:lnTo>
                  <a:cubicBezTo>
                    <a:pt x="9760" y="6774"/>
                    <a:pt x="10056" y="6478"/>
                    <a:pt x="10056" y="6115"/>
                  </a:cubicBezTo>
                  <a:lnTo>
                    <a:pt x="10056" y="4207"/>
                  </a:lnTo>
                  <a:cubicBezTo>
                    <a:pt x="10056" y="3654"/>
                    <a:pt x="9703" y="3158"/>
                    <a:pt x="9178" y="2967"/>
                  </a:cubicBezTo>
                  <a:lnTo>
                    <a:pt x="6927" y="2175"/>
                  </a:lnTo>
                  <a:cubicBezTo>
                    <a:pt x="6574" y="2051"/>
                    <a:pt x="6345" y="1717"/>
                    <a:pt x="6345" y="1345"/>
                  </a:cubicBezTo>
                  <a:lnTo>
                    <a:pt x="6345" y="0"/>
                  </a:lnTo>
                  <a:close/>
                </a:path>
              </a:pathLst>
            </a:custGeom>
            <a:solidFill>
              <a:srgbClr val="E7ECF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631" name="Google Shape;15631;p44"/>
            <p:cNvSpPr/>
            <p:nvPr/>
          </p:nvSpPr>
          <p:spPr>
            <a:xfrm>
              <a:off x="4897202" y="1730834"/>
              <a:ext cx="263055" cy="126919"/>
            </a:xfrm>
            <a:custGeom>
              <a:rect b="b" l="l" r="r" t="t"/>
              <a:pathLst>
                <a:path extrusionOk="0" h="4847" w="10046">
                  <a:moveTo>
                    <a:pt x="6554" y="0"/>
                  </a:moveTo>
                  <a:lnTo>
                    <a:pt x="6554" y="372"/>
                  </a:lnTo>
                  <a:cubicBezTo>
                    <a:pt x="6554" y="1269"/>
                    <a:pt x="5820" y="2004"/>
                    <a:pt x="4913" y="2004"/>
                  </a:cubicBezTo>
                  <a:cubicBezTo>
                    <a:pt x="4007" y="2004"/>
                    <a:pt x="3273" y="1269"/>
                    <a:pt x="3273" y="372"/>
                  </a:cubicBezTo>
                  <a:lnTo>
                    <a:pt x="3273" y="182"/>
                  </a:lnTo>
                  <a:cubicBezTo>
                    <a:pt x="3225" y="201"/>
                    <a:pt x="3177" y="229"/>
                    <a:pt x="3129" y="248"/>
                  </a:cubicBezTo>
                  <a:lnTo>
                    <a:pt x="868" y="1040"/>
                  </a:lnTo>
                  <a:cubicBezTo>
                    <a:pt x="344" y="1231"/>
                    <a:pt x="0" y="1727"/>
                    <a:pt x="0" y="2280"/>
                  </a:cubicBezTo>
                  <a:lnTo>
                    <a:pt x="0" y="4188"/>
                  </a:lnTo>
                  <a:cubicBezTo>
                    <a:pt x="0" y="4551"/>
                    <a:pt x="287" y="4847"/>
                    <a:pt x="649" y="4847"/>
                  </a:cubicBezTo>
                  <a:lnTo>
                    <a:pt x="9388" y="4847"/>
                  </a:lnTo>
                  <a:cubicBezTo>
                    <a:pt x="9750" y="4847"/>
                    <a:pt x="10046" y="4551"/>
                    <a:pt x="10046" y="4188"/>
                  </a:cubicBezTo>
                  <a:lnTo>
                    <a:pt x="10046" y="2280"/>
                  </a:lnTo>
                  <a:cubicBezTo>
                    <a:pt x="10046" y="1727"/>
                    <a:pt x="9693" y="1231"/>
                    <a:pt x="9168" y="1040"/>
                  </a:cubicBezTo>
                  <a:lnTo>
                    <a:pt x="6917" y="248"/>
                  </a:lnTo>
                  <a:cubicBezTo>
                    <a:pt x="6774" y="191"/>
                    <a:pt x="6650" y="105"/>
                    <a:pt x="6554" y="0"/>
                  </a:cubicBezTo>
                  <a:close/>
                </a:path>
              </a:pathLst>
            </a:custGeom>
            <a:solidFill>
              <a:srgbClr val="ACBDC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632" name="Google Shape;15632;p44"/>
            <p:cNvSpPr/>
            <p:nvPr/>
          </p:nvSpPr>
          <p:spPr>
            <a:xfrm>
              <a:off x="4953395" y="1730834"/>
              <a:ext cx="150407" cy="81697"/>
            </a:xfrm>
            <a:custGeom>
              <a:rect b="b" l="l" r="r" t="t"/>
              <a:pathLst>
                <a:path extrusionOk="0" h="3120" w="5744">
                  <a:moveTo>
                    <a:pt x="4399" y="0"/>
                  </a:moveTo>
                  <a:lnTo>
                    <a:pt x="4399" y="363"/>
                  </a:lnTo>
                  <a:cubicBezTo>
                    <a:pt x="4399" y="1269"/>
                    <a:pt x="3664" y="2004"/>
                    <a:pt x="2758" y="2004"/>
                  </a:cubicBezTo>
                  <a:cubicBezTo>
                    <a:pt x="1861" y="2004"/>
                    <a:pt x="1127" y="1269"/>
                    <a:pt x="1127" y="363"/>
                  </a:cubicBezTo>
                  <a:lnTo>
                    <a:pt x="1127" y="172"/>
                  </a:lnTo>
                  <a:cubicBezTo>
                    <a:pt x="1079" y="201"/>
                    <a:pt x="1031" y="229"/>
                    <a:pt x="974" y="248"/>
                  </a:cubicBezTo>
                  <a:lnTo>
                    <a:pt x="1" y="592"/>
                  </a:lnTo>
                  <a:cubicBezTo>
                    <a:pt x="10" y="1183"/>
                    <a:pt x="125" y="1765"/>
                    <a:pt x="354" y="2309"/>
                  </a:cubicBezTo>
                  <a:cubicBezTo>
                    <a:pt x="561" y="2810"/>
                    <a:pt x="1047" y="3119"/>
                    <a:pt x="1567" y="3119"/>
                  </a:cubicBezTo>
                  <a:cubicBezTo>
                    <a:pt x="1671" y="3119"/>
                    <a:pt x="1776" y="3107"/>
                    <a:pt x="1880" y="3082"/>
                  </a:cubicBezTo>
                  <a:lnTo>
                    <a:pt x="2872" y="2834"/>
                  </a:lnTo>
                  <a:lnTo>
                    <a:pt x="3865" y="3082"/>
                  </a:lnTo>
                  <a:cubicBezTo>
                    <a:pt x="3969" y="3107"/>
                    <a:pt x="4074" y="3119"/>
                    <a:pt x="4178" y="3119"/>
                  </a:cubicBezTo>
                  <a:cubicBezTo>
                    <a:pt x="4701" y="3119"/>
                    <a:pt x="5194" y="2810"/>
                    <a:pt x="5400" y="2309"/>
                  </a:cubicBezTo>
                  <a:cubicBezTo>
                    <a:pt x="5620" y="1765"/>
                    <a:pt x="5744" y="1183"/>
                    <a:pt x="5744" y="592"/>
                  </a:cubicBezTo>
                  <a:lnTo>
                    <a:pt x="4761" y="248"/>
                  </a:lnTo>
                  <a:cubicBezTo>
                    <a:pt x="4628" y="191"/>
                    <a:pt x="4504" y="105"/>
                    <a:pt x="4399" y="0"/>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633" name="Google Shape;15633;p44"/>
            <p:cNvSpPr/>
            <p:nvPr/>
          </p:nvSpPr>
          <p:spPr>
            <a:xfrm>
              <a:off x="4994374" y="1691871"/>
              <a:ext cx="68709" cy="28620"/>
            </a:xfrm>
            <a:custGeom>
              <a:rect b="b" l="l" r="r" t="t"/>
              <a:pathLst>
                <a:path extrusionOk="0" h="1093" w="2624">
                  <a:moveTo>
                    <a:pt x="0" y="0"/>
                  </a:moveTo>
                  <a:lnTo>
                    <a:pt x="0" y="821"/>
                  </a:lnTo>
                  <a:cubicBezTo>
                    <a:pt x="420" y="1002"/>
                    <a:pt x="866" y="1092"/>
                    <a:pt x="1312" y="1092"/>
                  </a:cubicBezTo>
                  <a:cubicBezTo>
                    <a:pt x="1758" y="1092"/>
                    <a:pt x="2204" y="1002"/>
                    <a:pt x="2624" y="821"/>
                  </a:cubicBezTo>
                  <a:lnTo>
                    <a:pt x="2624" y="0"/>
                  </a:ln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634" name="Google Shape;15634;p44"/>
            <p:cNvSpPr/>
            <p:nvPr/>
          </p:nvSpPr>
          <p:spPr>
            <a:xfrm>
              <a:off x="4936427" y="1559846"/>
              <a:ext cx="184630" cy="149019"/>
            </a:xfrm>
            <a:custGeom>
              <a:rect b="b" l="l" r="r" t="t"/>
              <a:pathLst>
                <a:path extrusionOk="0" h="5691" w="7051">
                  <a:moveTo>
                    <a:pt x="3520" y="0"/>
                  </a:moveTo>
                  <a:cubicBezTo>
                    <a:pt x="3451" y="0"/>
                    <a:pt x="3382" y="34"/>
                    <a:pt x="3339" y="100"/>
                  </a:cubicBezTo>
                  <a:cubicBezTo>
                    <a:pt x="2528" y="1360"/>
                    <a:pt x="1450" y="1789"/>
                    <a:pt x="954" y="1923"/>
                  </a:cubicBezTo>
                  <a:cubicBezTo>
                    <a:pt x="868" y="1951"/>
                    <a:pt x="573" y="1980"/>
                    <a:pt x="573" y="1980"/>
                  </a:cubicBezTo>
                  <a:cubicBezTo>
                    <a:pt x="248" y="1980"/>
                    <a:pt x="0" y="2266"/>
                    <a:pt x="29" y="2590"/>
                  </a:cubicBezTo>
                  <a:cubicBezTo>
                    <a:pt x="66" y="2861"/>
                    <a:pt x="305" y="3077"/>
                    <a:pt x="583" y="3077"/>
                  </a:cubicBezTo>
                  <a:cubicBezTo>
                    <a:pt x="589" y="3077"/>
                    <a:pt x="595" y="3077"/>
                    <a:pt x="601" y="3077"/>
                  </a:cubicBezTo>
                  <a:lnTo>
                    <a:pt x="697" y="3077"/>
                  </a:lnTo>
                  <a:cubicBezTo>
                    <a:pt x="811" y="4556"/>
                    <a:pt x="2042" y="5691"/>
                    <a:pt x="3520" y="5691"/>
                  </a:cubicBezTo>
                  <a:cubicBezTo>
                    <a:pt x="5009" y="5691"/>
                    <a:pt x="6239" y="4556"/>
                    <a:pt x="6354" y="3077"/>
                  </a:cubicBezTo>
                  <a:lnTo>
                    <a:pt x="6440" y="3077"/>
                  </a:lnTo>
                  <a:cubicBezTo>
                    <a:pt x="6446" y="3077"/>
                    <a:pt x="6452" y="3077"/>
                    <a:pt x="6458" y="3077"/>
                  </a:cubicBezTo>
                  <a:cubicBezTo>
                    <a:pt x="6736" y="3077"/>
                    <a:pt x="6975" y="2861"/>
                    <a:pt x="7012" y="2590"/>
                  </a:cubicBezTo>
                  <a:cubicBezTo>
                    <a:pt x="7050" y="2266"/>
                    <a:pt x="6793" y="1980"/>
                    <a:pt x="6468" y="1980"/>
                  </a:cubicBezTo>
                  <a:cubicBezTo>
                    <a:pt x="6468" y="1980"/>
                    <a:pt x="6182" y="1951"/>
                    <a:pt x="6087" y="1923"/>
                  </a:cubicBezTo>
                  <a:cubicBezTo>
                    <a:pt x="5591" y="1789"/>
                    <a:pt x="4522" y="1360"/>
                    <a:pt x="3702" y="100"/>
                  </a:cubicBezTo>
                  <a:cubicBezTo>
                    <a:pt x="3659" y="34"/>
                    <a:pt x="3590" y="0"/>
                    <a:pt x="3520" y="0"/>
                  </a:cubicBezTo>
                  <a:close/>
                </a:path>
              </a:pathLst>
            </a:custGeom>
            <a:solidFill>
              <a:srgbClr val="ECF0F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635" name="Google Shape;15635;p44"/>
            <p:cNvSpPr/>
            <p:nvPr/>
          </p:nvSpPr>
          <p:spPr>
            <a:xfrm>
              <a:off x="4936427" y="1560082"/>
              <a:ext cx="169391" cy="149019"/>
            </a:xfrm>
            <a:custGeom>
              <a:rect b="b" l="l" r="r" t="t"/>
              <a:pathLst>
                <a:path extrusionOk="0" h="5691" w="6469">
                  <a:moveTo>
                    <a:pt x="3520" y="1"/>
                  </a:moveTo>
                  <a:cubicBezTo>
                    <a:pt x="3451" y="1"/>
                    <a:pt x="3382" y="34"/>
                    <a:pt x="3339" y="101"/>
                  </a:cubicBezTo>
                  <a:cubicBezTo>
                    <a:pt x="2900" y="778"/>
                    <a:pt x="2280" y="1332"/>
                    <a:pt x="1555" y="1685"/>
                  </a:cubicBezTo>
                  <a:cubicBezTo>
                    <a:pt x="1364" y="1780"/>
                    <a:pt x="1164" y="1856"/>
                    <a:pt x="954" y="1914"/>
                  </a:cubicBezTo>
                  <a:cubicBezTo>
                    <a:pt x="868" y="1942"/>
                    <a:pt x="573" y="1971"/>
                    <a:pt x="573" y="1971"/>
                  </a:cubicBezTo>
                  <a:cubicBezTo>
                    <a:pt x="248" y="1971"/>
                    <a:pt x="0" y="2257"/>
                    <a:pt x="29" y="2581"/>
                  </a:cubicBezTo>
                  <a:cubicBezTo>
                    <a:pt x="66" y="2852"/>
                    <a:pt x="305" y="3068"/>
                    <a:pt x="592" y="3068"/>
                  </a:cubicBezTo>
                  <a:cubicBezTo>
                    <a:pt x="598" y="3068"/>
                    <a:pt x="604" y="3068"/>
                    <a:pt x="611" y="3068"/>
                  </a:cubicBezTo>
                  <a:lnTo>
                    <a:pt x="697" y="3068"/>
                  </a:lnTo>
                  <a:cubicBezTo>
                    <a:pt x="800" y="4563"/>
                    <a:pt x="2055" y="5690"/>
                    <a:pt x="3503" y="5690"/>
                  </a:cubicBezTo>
                  <a:cubicBezTo>
                    <a:pt x="3654" y="5690"/>
                    <a:pt x="3806" y="5678"/>
                    <a:pt x="3959" y="5653"/>
                  </a:cubicBezTo>
                  <a:cubicBezTo>
                    <a:pt x="2709" y="5453"/>
                    <a:pt x="1736" y="4451"/>
                    <a:pt x="1574" y="3192"/>
                  </a:cubicBezTo>
                  <a:cubicBezTo>
                    <a:pt x="1555" y="3011"/>
                    <a:pt x="1555" y="2820"/>
                    <a:pt x="1574" y="2629"/>
                  </a:cubicBezTo>
                  <a:cubicBezTo>
                    <a:pt x="1593" y="2476"/>
                    <a:pt x="1641" y="2333"/>
                    <a:pt x="1727" y="2200"/>
                  </a:cubicBezTo>
                  <a:cubicBezTo>
                    <a:pt x="1803" y="2095"/>
                    <a:pt x="1908" y="1999"/>
                    <a:pt x="2023" y="1933"/>
                  </a:cubicBezTo>
                  <a:cubicBezTo>
                    <a:pt x="2614" y="1599"/>
                    <a:pt x="3120" y="1141"/>
                    <a:pt x="3511" y="597"/>
                  </a:cubicBezTo>
                  <a:cubicBezTo>
                    <a:pt x="3969" y="1227"/>
                    <a:pt x="4579" y="1732"/>
                    <a:pt x="5276" y="2076"/>
                  </a:cubicBezTo>
                  <a:cubicBezTo>
                    <a:pt x="5439" y="2151"/>
                    <a:pt x="5612" y="2189"/>
                    <a:pt x="5784" y="2189"/>
                  </a:cubicBezTo>
                  <a:cubicBezTo>
                    <a:pt x="6024" y="2189"/>
                    <a:pt x="6262" y="2115"/>
                    <a:pt x="6468" y="1971"/>
                  </a:cubicBezTo>
                  <a:cubicBezTo>
                    <a:pt x="6468" y="1971"/>
                    <a:pt x="6182" y="1942"/>
                    <a:pt x="6087" y="1914"/>
                  </a:cubicBezTo>
                  <a:cubicBezTo>
                    <a:pt x="5591" y="1780"/>
                    <a:pt x="4522" y="1351"/>
                    <a:pt x="3702" y="101"/>
                  </a:cubicBezTo>
                  <a:cubicBezTo>
                    <a:pt x="3659" y="34"/>
                    <a:pt x="3590" y="1"/>
                    <a:pt x="3520" y="1"/>
                  </a:cubicBezTo>
                  <a:close/>
                </a:path>
              </a:pathLst>
            </a:custGeom>
            <a:solidFill>
              <a:srgbClr val="E7ECF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636" name="Google Shape;15636;p44"/>
            <p:cNvSpPr/>
            <p:nvPr/>
          </p:nvSpPr>
          <p:spPr>
            <a:xfrm>
              <a:off x="4988614" y="1612295"/>
              <a:ext cx="11521" cy="17151"/>
            </a:xfrm>
            <a:custGeom>
              <a:rect b="b" l="l" r="r" t="t"/>
              <a:pathLst>
                <a:path extrusionOk="0" h="655" w="440">
                  <a:moveTo>
                    <a:pt x="220" y="1"/>
                  </a:moveTo>
                  <a:cubicBezTo>
                    <a:pt x="111" y="1"/>
                    <a:pt x="1" y="72"/>
                    <a:pt x="1" y="215"/>
                  </a:cubicBezTo>
                  <a:lnTo>
                    <a:pt x="1" y="435"/>
                  </a:lnTo>
                  <a:cubicBezTo>
                    <a:pt x="1" y="559"/>
                    <a:pt x="96" y="654"/>
                    <a:pt x="220" y="654"/>
                  </a:cubicBezTo>
                  <a:cubicBezTo>
                    <a:pt x="344" y="654"/>
                    <a:pt x="440" y="559"/>
                    <a:pt x="440" y="435"/>
                  </a:cubicBezTo>
                  <a:lnTo>
                    <a:pt x="440" y="215"/>
                  </a:lnTo>
                  <a:cubicBezTo>
                    <a:pt x="440" y="72"/>
                    <a:pt x="330" y="1"/>
                    <a:pt x="220" y="1"/>
                  </a:cubicBezTo>
                  <a:close/>
                </a:path>
              </a:pathLst>
            </a:custGeom>
            <a:solidFill>
              <a:srgbClr val="213B5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637" name="Google Shape;15637;p44"/>
            <p:cNvSpPr/>
            <p:nvPr/>
          </p:nvSpPr>
          <p:spPr>
            <a:xfrm>
              <a:off x="5057323" y="1612295"/>
              <a:ext cx="11521" cy="17151"/>
            </a:xfrm>
            <a:custGeom>
              <a:rect b="b" l="l" r="r" t="t"/>
              <a:pathLst>
                <a:path extrusionOk="0" h="655" w="440">
                  <a:moveTo>
                    <a:pt x="220" y="1"/>
                  </a:moveTo>
                  <a:cubicBezTo>
                    <a:pt x="110" y="1"/>
                    <a:pt x="0" y="72"/>
                    <a:pt x="0" y="215"/>
                  </a:cubicBezTo>
                  <a:lnTo>
                    <a:pt x="0" y="435"/>
                  </a:lnTo>
                  <a:cubicBezTo>
                    <a:pt x="0" y="559"/>
                    <a:pt x="96" y="654"/>
                    <a:pt x="220" y="654"/>
                  </a:cubicBezTo>
                  <a:cubicBezTo>
                    <a:pt x="334" y="654"/>
                    <a:pt x="439" y="559"/>
                    <a:pt x="439" y="435"/>
                  </a:cubicBezTo>
                  <a:lnTo>
                    <a:pt x="439" y="215"/>
                  </a:lnTo>
                  <a:cubicBezTo>
                    <a:pt x="439" y="72"/>
                    <a:pt x="330" y="1"/>
                    <a:pt x="220" y="1"/>
                  </a:cubicBezTo>
                  <a:close/>
                </a:path>
              </a:pathLst>
            </a:custGeom>
            <a:solidFill>
              <a:srgbClr val="213B5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638" name="Google Shape;15638;p44"/>
            <p:cNvSpPr/>
            <p:nvPr/>
          </p:nvSpPr>
          <p:spPr>
            <a:xfrm>
              <a:off x="5003382" y="1652174"/>
              <a:ext cx="50694" cy="17282"/>
            </a:xfrm>
            <a:custGeom>
              <a:rect b="b" l="l" r="r" t="t"/>
              <a:pathLst>
                <a:path extrusionOk="0" h="660" w="1936">
                  <a:moveTo>
                    <a:pt x="315" y="1"/>
                  </a:moveTo>
                  <a:cubicBezTo>
                    <a:pt x="144" y="1"/>
                    <a:pt x="0" y="219"/>
                    <a:pt x="162" y="381"/>
                  </a:cubicBezTo>
                  <a:cubicBezTo>
                    <a:pt x="364" y="557"/>
                    <a:pt x="623" y="660"/>
                    <a:pt x="894" y="660"/>
                  </a:cubicBezTo>
                  <a:cubicBezTo>
                    <a:pt x="917" y="660"/>
                    <a:pt x="940" y="659"/>
                    <a:pt x="963" y="658"/>
                  </a:cubicBezTo>
                  <a:cubicBezTo>
                    <a:pt x="986" y="659"/>
                    <a:pt x="1009" y="660"/>
                    <a:pt x="1032" y="660"/>
                  </a:cubicBezTo>
                  <a:cubicBezTo>
                    <a:pt x="1303" y="660"/>
                    <a:pt x="1563" y="557"/>
                    <a:pt x="1774" y="381"/>
                  </a:cubicBezTo>
                  <a:cubicBezTo>
                    <a:pt x="1936" y="219"/>
                    <a:pt x="1792" y="1"/>
                    <a:pt x="1621" y="1"/>
                  </a:cubicBezTo>
                  <a:cubicBezTo>
                    <a:pt x="1570" y="1"/>
                    <a:pt x="1517" y="20"/>
                    <a:pt x="1469" y="66"/>
                  </a:cubicBezTo>
                  <a:cubicBezTo>
                    <a:pt x="1316" y="171"/>
                    <a:pt x="1140" y="223"/>
                    <a:pt x="965" y="223"/>
                  </a:cubicBezTo>
                  <a:cubicBezTo>
                    <a:pt x="789" y="223"/>
                    <a:pt x="615" y="171"/>
                    <a:pt x="467" y="66"/>
                  </a:cubicBezTo>
                  <a:cubicBezTo>
                    <a:pt x="419" y="20"/>
                    <a:pt x="366" y="1"/>
                    <a:pt x="315" y="1"/>
                  </a:cubicBezTo>
                  <a:close/>
                </a:path>
              </a:pathLst>
            </a:custGeom>
            <a:solidFill>
              <a:srgbClr val="DAE2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639" name="Google Shape;15639;p44"/>
            <p:cNvSpPr/>
            <p:nvPr/>
          </p:nvSpPr>
          <p:spPr>
            <a:xfrm>
              <a:off x="5040093" y="1504255"/>
              <a:ext cx="79943" cy="90469"/>
            </a:xfrm>
            <a:custGeom>
              <a:rect b="b" l="l" r="r" t="t"/>
              <a:pathLst>
                <a:path extrusionOk="0" h="3455" w="3053">
                  <a:moveTo>
                    <a:pt x="77" y="1"/>
                  </a:moveTo>
                  <a:cubicBezTo>
                    <a:pt x="29" y="201"/>
                    <a:pt x="0" y="401"/>
                    <a:pt x="0" y="611"/>
                  </a:cubicBezTo>
                  <a:cubicBezTo>
                    <a:pt x="0" y="2176"/>
                    <a:pt x="1269" y="3454"/>
                    <a:pt x="2843" y="3454"/>
                  </a:cubicBezTo>
                  <a:cubicBezTo>
                    <a:pt x="2910" y="3454"/>
                    <a:pt x="2986" y="3454"/>
                    <a:pt x="3053" y="3445"/>
                  </a:cubicBezTo>
                  <a:cubicBezTo>
                    <a:pt x="3053" y="1708"/>
                    <a:pt x="1784" y="249"/>
                    <a:pt x="77" y="1"/>
                  </a:cubicBezTo>
                  <a:close/>
                </a:path>
              </a:pathLst>
            </a:custGeom>
            <a:solidFill>
              <a:srgbClr val="D4DDE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640" name="Google Shape;15640;p44"/>
            <p:cNvSpPr/>
            <p:nvPr/>
          </p:nvSpPr>
          <p:spPr>
            <a:xfrm>
              <a:off x="5020114" y="1789043"/>
              <a:ext cx="17256" cy="57214"/>
            </a:xfrm>
            <a:custGeom>
              <a:rect b="b" l="l" r="r" t="t"/>
              <a:pathLst>
                <a:path extrusionOk="0" h="2185" w="659">
                  <a:moveTo>
                    <a:pt x="0" y="0"/>
                  </a:moveTo>
                  <a:lnTo>
                    <a:pt x="0" y="1965"/>
                  </a:lnTo>
                  <a:cubicBezTo>
                    <a:pt x="0" y="2089"/>
                    <a:pt x="95" y="2185"/>
                    <a:pt x="219" y="2185"/>
                  </a:cubicBezTo>
                  <a:lnTo>
                    <a:pt x="439" y="2185"/>
                  </a:lnTo>
                  <a:cubicBezTo>
                    <a:pt x="553" y="2185"/>
                    <a:pt x="649" y="2089"/>
                    <a:pt x="658" y="1975"/>
                  </a:cubicBezTo>
                  <a:lnTo>
                    <a:pt x="658" y="0"/>
                  </a:lnTo>
                  <a:close/>
                </a:path>
              </a:pathLst>
            </a:custGeom>
            <a:solidFill>
              <a:srgbClr val="F1F4F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641" name="Google Shape;15641;p44"/>
            <p:cNvSpPr/>
            <p:nvPr/>
          </p:nvSpPr>
          <p:spPr>
            <a:xfrm>
              <a:off x="4899689" y="1767546"/>
              <a:ext cx="48992" cy="90207"/>
            </a:xfrm>
            <a:custGeom>
              <a:rect b="b" l="l" r="r" t="t"/>
              <a:pathLst>
                <a:path extrusionOk="0" h="3445" w="1871">
                  <a:moveTo>
                    <a:pt x="239" y="1"/>
                  </a:moveTo>
                  <a:cubicBezTo>
                    <a:pt x="134" y="115"/>
                    <a:pt x="58" y="239"/>
                    <a:pt x="1" y="373"/>
                  </a:cubicBezTo>
                  <a:lnTo>
                    <a:pt x="1193" y="1394"/>
                  </a:lnTo>
                  <a:cubicBezTo>
                    <a:pt x="1336" y="1518"/>
                    <a:pt x="1422" y="1699"/>
                    <a:pt x="1422" y="1890"/>
                  </a:cubicBezTo>
                  <a:lnTo>
                    <a:pt x="1422" y="3445"/>
                  </a:lnTo>
                  <a:lnTo>
                    <a:pt x="1871" y="3445"/>
                  </a:lnTo>
                  <a:lnTo>
                    <a:pt x="1871" y="1899"/>
                  </a:lnTo>
                  <a:cubicBezTo>
                    <a:pt x="1871" y="1575"/>
                    <a:pt x="1727" y="1270"/>
                    <a:pt x="1479" y="1060"/>
                  </a:cubicBezTo>
                  <a:lnTo>
                    <a:pt x="239" y="1"/>
                  </a:ln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642" name="Google Shape;15642;p44"/>
            <p:cNvSpPr/>
            <p:nvPr/>
          </p:nvSpPr>
          <p:spPr>
            <a:xfrm>
              <a:off x="5108777" y="1767546"/>
              <a:ext cx="48992" cy="90207"/>
            </a:xfrm>
            <a:custGeom>
              <a:rect b="b" l="l" r="r" t="t"/>
              <a:pathLst>
                <a:path extrusionOk="0" h="3445" w="1871">
                  <a:moveTo>
                    <a:pt x="1632" y="1"/>
                  </a:moveTo>
                  <a:lnTo>
                    <a:pt x="382" y="1060"/>
                  </a:lnTo>
                  <a:cubicBezTo>
                    <a:pt x="134" y="1270"/>
                    <a:pt x="1" y="1575"/>
                    <a:pt x="1" y="1899"/>
                  </a:cubicBezTo>
                  <a:lnTo>
                    <a:pt x="1" y="3445"/>
                  </a:lnTo>
                  <a:lnTo>
                    <a:pt x="440" y="3445"/>
                  </a:lnTo>
                  <a:lnTo>
                    <a:pt x="440" y="1890"/>
                  </a:lnTo>
                  <a:cubicBezTo>
                    <a:pt x="440" y="1699"/>
                    <a:pt x="525" y="1518"/>
                    <a:pt x="678" y="1394"/>
                  </a:cubicBezTo>
                  <a:lnTo>
                    <a:pt x="1871" y="373"/>
                  </a:lnTo>
                  <a:cubicBezTo>
                    <a:pt x="1813" y="239"/>
                    <a:pt x="1727" y="115"/>
                    <a:pt x="1632" y="1"/>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643" name="Google Shape;15643;p44"/>
            <p:cNvSpPr/>
            <p:nvPr/>
          </p:nvSpPr>
          <p:spPr>
            <a:xfrm>
              <a:off x="5020114" y="1789043"/>
              <a:ext cx="17256" cy="17989"/>
            </a:xfrm>
            <a:custGeom>
              <a:rect b="b" l="l" r="r" t="t"/>
              <a:pathLst>
                <a:path extrusionOk="0" h="687" w="659">
                  <a:moveTo>
                    <a:pt x="0" y="0"/>
                  </a:moveTo>
                  <a:lnTo>
                    <a:pt x="0" y="687"/>
                  </a:lnTo>
                  <a:lnTo>
                    <a:pt x="324" y="611"/>
                  </a:lnTo>
                  <a:lnTo>
                    <a:pt x="658" y="687"/>
                  </a:lnTo>
                  <a:lnTo>
                    <a:pt x="658" y="0"/>
                  </a:lnTo>
                  <a:close/>
                </a:path>
              </a:pathLst>
            </a:custGeom>
            <a:solidFill>
              <a:srgbClr val="EDF1F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644" name="Google Shape;15644;p44"/>
            <p:cNvSpPr/>
            <p:nvPr/>
          </p:nvSpPr>
          <p:spPr>
            <a:xfrm>
              <a:off x="4963895" y="1720334"/>
              <a:ext cx="129432" cy="80650"/>
            </a:xfrm>
            <a:custGeom>
              <a:rect b="b" l="l" r="r" t="t"/>
              <a:pathLst>
                <a:path extrusionOk="0" h="3080" w="4943">
                  <a:moveTo>
                    <a:pt x="1164" y="1"/>
                  </a:moveTo>
                  <a:lnTo>
                    <a:pt x="344" y="287"/>
                  </a:lnTo>
                  <a:cubicBezTo>
                    <a:pt x="172" y="344"/>
                    <a:pt x="58" y="497"/>
                    <a:pt x="48" y="678"/>
                  </a:cubicBezTo>
                  <a:cubicBezTo>
                    <a:pt x="1" y="1317"/>
                    <a:pt x="115" y="1956"/>
                    <a:pt x="353" y="2548"/>
                  </a:cubicBezTo>
                  <a:cubicBezTo>
                    <a:pt x="496" y="2873"/>
                    <a:pt x="817" y="3080"/>
                    <a:pt x="1163" y="3080"/>
                  </a:cubicBezTo>
                  <a:cubicBezTo>
                    <a:pt x="1233" y="3080"/>
                    <a:pt x="1304" y="3071"/>
                    <a:pt x="1374" y="3053"/>
                  </a:cubicBezTo>
                  <a:lnTo>
                    <a:pt x="2471" y="2786"/>
                  </a:lnTo>
                  <a:lnTo>
                    <a:pt x="3578" y="3053"/>
                  </a:lnTo>
                  <a:cubicBezTo>
                    <a:pt x="3649" y="3071"/>
                    <a:pt x="3720" y="3080"/>
                    <a:pt x="3790" y="3080"/>
                  </a:cubicBezTo>
                  <a:cubicBezTo>
                    <a:pt x="4135" y="3080"/>
                    <a:pt x="4456" y="2873"/>
                    <a:pt x="4599" y="2548"/>
                  </a:cubicBezTo>
                  <a:cubicBezTo>
                    <a:pt x="4837" y="1956"/>
                    <a:pt x="4942" y="1317"/>
                    <a:pt x="4904" y="678"/>
                  </a:cubicBezTo>
                  <a:cubicBezTo>
                    <a:pt x="4895" y="497"/>
                    <a:pt x="4780" y="344"/>
                    <a:pt x="4608" y="287"/>
                  </a:cubicBezTo>
                  <a:lnTo>
                    <a:pt x="3788" y="1"/>
                  </a:lnTo>
                  <a:lnTo>
                    <a:pt x="3788" y="659"/>
                  </a:lnTo>
                  <a:cubicBezTo>
                    <a:pt x="3788" y="1384"/>
                    <a:pt x="3206" y="1966"/>
                    <a:pt x="2481" y="1966"/>
                  </a:cubicBezTo>
                  <a:cubicBezTo>
                    <a:pt x="1756" y="1966"/>
                    <a:pt x="1164" y="1384"/>
                    <a:pt x="1164" y="659"/>
                  </a:cubicBezTo>
                  <a:lnTo>
                    <a:pt x="1164" y="1"/>
                  </a:lnTo>
                  <a:close/>
                </a:path>
              </a:pathLst>
            </a:custGeom>
            <a:solidFill>
              <a:srgbClr val="F4F7F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645" name="Google Shape;15645;p44"/>
            <p:cNvSpPr/>
            <p:nvPr/>
          </p:nvSpPr>
          <p:spPr>
            <a:xfrm>
              <a:off x="5063058" y="1720334"/>
              <a:ext cx="26" cy="288"/>
            </a:xfrm>
            <a:custGeom>
              <a:rect b="b" l="l" r="r" t="t"/>
              <a:pathLst>
                <a:path extrusionOk="0" h="11" w="1">
                  <a:moveTo>
                    <a:pt x="1" y="10"/>
                  </a:moveTo>
                  <a:lnTo>
                    <a:pt x="1" y="10"/>
                  </a:lnTo>
                  <a:lnTo>
                    <a:pt x="1" y="1"/>
                  </a:lnTo>
                  <a:close/>
                </a:path>
              </a:pathLst>
            </a:custGeom>
            <a:solidFill>
              <a:srgbClr val="F1F4F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646" name="Google Shape;15646;p44"/>
            <p:cNvSpPr/>
            <p:nvPr/>
          </p:nvSpPr>
          <p:spPr>
            <a:xfrm>
              <a:off x="4994374" y="1720334"/>
              <a:ext cx="26" cy="288"/>
            </a:xfrm>
            <a:custGeom>
              <a:rect b="b" l="l" r="r" t="t"/>
              <a:pathLst>
                <a:path extrusionOk="0" h="11" w="1">
                  <a:moveTo>
                    <a:pt x="0" y="1"/>
                  </a:moveTo>
                  <a:lnTo>
                    <a:pt x="0" y="10"/>
                  </a:lnTo>
                  <a:lnTo>
                    <a:pt x="0" y="10"/>
                  </a:lnTo>
                  <a:close/>
                </a:path>
              </a:pathLst>
            </a:custGeom>
            <a:solidFill>
              <a:srgbClr val="F1F4F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647" name="Google Shape;15647;p44"/>
            <p:cNvSpPr/>
            <p:nvPr/>
          </p:nvSpPr>
          <p:spPr>
            <a:xfrm>
              <a:off x="4982879" y="1720334"/>
              <a:ext cx="91464" cy="62975"/>
            </a:xfrm>
            <a:custGeom>
              <a:rect b="b" l="l" r="r" t="t"/>
              <a:pathLst>
                <a:path extrusionOk="0" h="2405" w="3493">
                  <a:moveTo>
                    <a:pt x="3063" y="1"/>
                  </a:moveTo>
                  <a:lnTo>
                    <a:pt x="3063" y="659"/>
                  </a:lnTo>
                  <a:cubicBezTo>
                    <a:pt x="3063" y="1384"/>
                    <a:pt x="2471" y="1966"/>
                    <a:pt x="1746" y="1966"/>
                  </a:cubicBezTo>
                  <a:cubicBezTo>
                    <a:pt x="1021" y="1966"/>
                    <a:pt x="439" y="1384"/>
                    <a:pt x="439" y="659"/>
                  </a:cubicBezTo>
                  <a:lnTo>
                    <a:pt x="439" y="10"/>
                  </a:lnTo>
                  <a:lnTo>
                    <a:pt x="1" y="153"/>
                  </a:lnTo>
                  <a:lnTo>
                    <a:pt x="1" y="659"/>
                  </a:lnTo>
                  <a:cubicBezTo>
                    <a:pt x="1" y="1622"/>
                    <a:pt x="783" y="2405"/>
                    <a:pt x="1746" y="2405"/>
                  </a:cubicBezTo>
                  <a:cubicBezTo>
                    <a:pt x="2710" y="2405"/>
                    <a:pt x="3492" y="1622"/>
                    <a:pt x="3492" y="659"/>
                  </a:cubicBezTo>
                  <a:lnTo>
                    <a:pt x="3492" y="153"/>
                  </a:lnTo>
                  <a:lnTo>
                    <a:pt x="3063" y="1"/>
                  </a:lnTo>
                  <a:close/>
                </a:path>
              </a:pathLst>
            </a:custGeom>
            <a:solidFill>
              <a:srgbClr val="F1F4F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5648" name="Google Shape;15648;p44"/>
          <p:cNvGrpSpPr/>
          <p:nvPr/>
        </p:nvGrpSpPr>
        <p:grpSpPr>
          <a:xfrm>
            <a:off x="6255392" y="4115682"/>
            <a:ext cx="274550" cy="354729"/>
            <a:chOff x="6255392" y="4268082"/>
            <a:chExt cx="274550" cy="354729"/>
          </a:xfrm>
        </p:grpSpPr>
        <p:sp>
          <p:nvSpPr>
            <p:cNvPr id="15649" name="Google Shape;15649;p44"/>
            <p:cNvSpPr/>
            <p:nvPr/>
          </p:nvSpPr>
          <p:spPr>
            <a:xfrm>
              <a:off x="6286342" y="4268082"/>
              <a:ext cx="213120" cy="206102"/>
            </a:xfrm>
            <a:custGeom>
              <a:rect b="b" l="l" r="r" t="t"/>
              <a:pathLst>
                <a:path extrusionOk="0" h="7871" w="8139">
                  <a:moveTo>
                    <a:pt x="4065" y="0"/>
                  </a:moveTo>
                  <a:cubicBezTo>
                    <a:pt x="2014" y="0"/>
                    <a:pt x="354" y="1670"/>
                    <a:pt x="354" y="3721"/>
                  </a:cubicBezTo>
                  <a:lnTo>
                    <a:pt x="354" y="4808"/>
                  </a:lnTo>
                  <a:cubicBezTo>
                    <a:pt x="354" y="5543"/>
                    <a:pt x="211" y="6010"/>
                    <a:pt x="87" y="6277"/>
                  </a:cubicBezTo>
                  <a:cubicBezTo>
                    <a:pt x="1" y="6468"/>
                    <a:pt x="49" y="6688"/>
                    <a:pt x="220" y="6812"/>
                  </a:cubicBezTo>
                  <a:cubicBezTo>
                    <a:pt x="640" y="7136"/>
                    <a:pt x="2100" y="7871"/>
                    <a:pt x="4065" y="7871"/>
                  </a:cubicBezTo>
                  <a:cubicBezTo>
                    <a:pt x="6040" y="7871"/>
                    <a:pt x="7490" y="7136"/>
                    <a:pt x="7919" y="6812"/>
                  </a:cubicBezTo>
                  <a:cubicBezTo>
                    <a:pt x="8081" y="6688"/>
                    <a:pt x="8139" y="6468"/>
                    <a:pt x="8053" y="6277"/>
                  </a:cubicBezTo>
                  <a:cubicBezTo>
                    <a:pt x="7938" y="6010"/>
                    <a:pt x="7786" y="5543"/>
                    <a:pt x="7786" y="4808"/>
                  </a:cubicBezTo>
                  <a:lnTo>
                    <a:pt x="7786" y="3721"/>
                  </a:lnTo>
                  <a:cubicBezTo>
                    <a:pt x="7786" y="1670"/>
                    <a:pt x="6116" y="0"/>
                    <a:pt x="4065" y="0"/>
                  </a:cubicBezTo>
                  <a:close/>
                </a:path>
              </a:pathLst>
            </a:custGeom>
            <a:solidFill>
              <a:srgbClr val="D4DDE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650" name="Google Shape;15650;p44"/>
            <p:cNvSpPr/>
            <p:nvPr/>
          </p:nvSpPr>
          <p:spPr>
            <a:xfrm>
              <a:off x="6352800" y="4451168"/>
              <a:ext cx="80205" cy="68736"/>
            </a:xfrm>
            <a:custGeom>
              <a:rect b="b" l="l" r="r" t="t"/>
              <a:pathLst>
                <a:path extrusionOk="0" h="2625" w="3063">
                  <a:moveTo>
                    <a:pt x="1" y="1"/>
                  </a:moveTo>
                  <a:lnTo>
                    <a:pt x="1" y="2624"/>
                  </a:lnTo>
                  <a:lnTo>
                    <a:pt x="3063" y="2624"/>
                  </a:lnTo>
                  <a:lnTo>
                    <a:pt x="3063" y="1"/>
                  </a:lnTo>
                  <a:close/>
                </a:path>
              </a:pathLst>
            </a:custGeom>
            <a:solidFill>
              <a:srgbClr val="F2F4F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651" name="Google Shape;15651;p44"/>
            <p:cNvSpPr/>
            <p:nvPr/>
          </p:nvSpPr>
          <p:spPr>
            <a:xfrm>
              <a:off x="6352800" y="4451168"/>
              <a:ext cx="80205" cy="34381"/>
            </a:xfrm>
            <a:custGeom>
              <a:rect b="b" l="l" r="r" t="t"/>
              <a:pathLst>
                <a:path extrusionOk="0" h="1313" w="3063">
                  <a:moveTo>
                    <a:pt x="1" y="1"/>
                  </a:moveTo>
                  <a:lnTo>
                    <a:pt x="1" y="926"/>
                  </a:lnTo>
                  <a:cubicBezTo>
                    <a:pt x="478" y="1184"/>
                    <a:pt x="1005" y="1313"/>
                    <a:pt x="1532" y="1313"/>
                  </a:cubicBezTo>
                  <a:cubicBezTo>
                    <a:pt x="2059" y="1313"/>
                    <a:pt x="2586" y="1184"/>
                    <a:pt x="3063" y="926"/>
                  </a:cubicBezTo>
                  <a:lnTo>
                    <a:pt x="3063" y="1"/>
                  </a:lnTo>
                  <a:close/>
                </a:path>
              </a:pathLst>
            </a:custGeom>
            <a:solidFill>
              <a:srgbClr val="EEF1F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652" name="Google Shape;15652;p44"/>
            <p:cNvSpPr/>
            <p:nvPr/>
          </p:nvSpPr>
          <p:spPr>
            <a:xfrm>
              <a:off x="6296842" y="4307464"/>
              <a:ext cx="192381" cy="166458"/>
            </a:xfrm>
            <a:custGeom>
              <a:rect b="b" l="l" r="r" t="t"/>
              <a:pathLst>
                <a:path extrusionOk="0" h="6357" w="7347">
                  <a:moveTo>
                    <a:pt x="2397" y="0"/>
                  </a:moveTo>
                  <a:cubicBezTo>
                    <a:pt x="2313" y="0"/>
                    <a:pt x="2229" y="26"/>
                    <a:pt x="2157" y="80"/>
                  </a:cubicBezTo>
                  <a:cubicBezTo>
                    <a:pt x="1432" y="585"/>
                    <a:pt x="1021" y="1425"/>
                    <a:pt x="1050" y="2303"/>
                  </a:cubicBezTo>
                  <a:cubicBezTo>
                    <a:pt x="1060" y="2493"/>
                    <a:pt x="917" y="2646"/>
                    <a:pt x="726" y="2646"/>
                  </a:cubicBezTo>
                  <a:cubicBezTo>
                    <a:pt x="1" y="2646"/>
                    <a:pt x="1" y="3743"/>
                    <a:pt x="726" y="3743"/>
                  </a:cubicBezTo>
                  <a:lnTo>
                    <a:pt x="850" y="3743"/>
                  </a:lnTo>
                  <a:cubicBezTo>
                    <a:pt x="955" y="5222"/>
                    <a:pt x="2195" y="6357"/>
                    <a:pt x="3674" y="6357"/>
                  </a:cubicBezTo>
                  <a:cubicBezTo>
                    <a:pt x="5152" y="6357"/>
                    <a:pt x="6392" y="5222"/>
                    <a:pt x="6507" y="3743"/>
                  </a:cubicBezTo>
                  <a:lnTo>
                    <a:pt x="6621" y="3743"/>
                  </a:lnTo>
                  <a:cubicBezTo>
                    <a:pt x="7346" y="3743"/>
                    <a:pt x="7346" y="2646"/>
                    <a:pt x="6621" y="2646"/>
                  </a:cubicBezTo>
                  <a:cubicBezTo>
                    <a:pt x="6431" y="2646"/>
                    <a:pt x="6278" y="2493"/>
                    <a:pt x="6287" y="2303"/>
                  </a:cubicBezTo>
                  <a:cubicBezTo>
                    <a:pt x="6316" y="1425"/>
                    <a:pt x="5906" y="585"/>
                    <a:pt x="5190" y="80"/>
                  </a:cubicBezTo>
                  <a:cubicBezTo>
                    <a:pt x="5115" y="26"/>
                    <a:pt x="5028" y="0"/>
                    <a:pt x="4943" y="0"/>
                  </a:cubicBezTo>
                  <a:cubicBezTo>
                    <a:pt x="4802" y="0"/>
                    <a:pt x="4663" y="69"/>
                    <a:pt x="4580" y="194"/>
                  </a:cubicBezTo>
                  <a:cubicBezTo>
                    <a:pt x="4365" y="519"/>
                    <a:pt x="4017" y="681"/>
                    <a:pt x="3669" y="681"/>
                  </a:cubicBezTo>
                  <a:cubicBezTo>
                    <a:pt x="3321" y="681"/>
                    <a:pt x="2972" y="519"/>
                    <a:pt x="2758" y="194"/>
                  </a:cubicBezTo>
                  <a:cubicBezTo>
                    <a:pt x="2675" y="69"/>
                    <a:pt x="2536" y="0"/>
                    <a:pt x="2397" y="0"/>
                  </a:cubicBezTo>
                  <a:close/>
                </a:path>
              </a:pathLst>
            </a:custGeom>
            <a:solidFill>
              <a:srgbClr val="F6F8F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653" name="Google Shape;15653;p44"/>
            <p:cNvSpPr/>
            <p:nvPr/>
          </p:nvSpPr>
          <p:spPr>
            <a:xfrm>
              <a:off x="6296607" y="4320033"/>
              <a:ext cx="107935" cy="154125"/>
            </a:xfrm>
            <a:custGeom>
              <a:rect b="b" l="l" r="r" t="t"/>
              <a:pathLst>
                <a:path extrusionOk="0" h="5886" w="4122">
                  <a:moveTo>
                    <a:pt x="1708" y="0"/>
                  </a:moveTo>
                  <a:cubicBezTo>
                    <a:pt x="1269" y="506"/>
                    <a:pt x="1030" y="1155"/>
                    <a:pt x="1059" y="1823"/>
                  </a:cubicBezTo>
                  <a:cubicBezTo>
                    <a:pt x="1069" y="2013"/>
                    <a:pt x="916" y="2166"/>
                    <a:pt x="735" y="2175"/>
                  </a:cubicBezTo>
                  <a:cubicBezTo>
                    <a:pt x="0" y="2175"/>
                    <a:pt x="0" y="3263"/>
                    <a:pt x="735" y="3263"/>
                  </a:cubicBezTo>
                  <a:lnTo>
                    <a:pt x="849" y="3263"/>
                  </a:lnTo>
                  <a:cubicBezTo>
                    <a:pt x="953" y="4758"/>
                    <a:pt x="2208" y="5886"/>
                    <a:pt x="3663" y="5886"/>
                  </a:cubicBezTo>
                  <a:cubicBezTo>
                    <a:pt x="3814" y="5886"/>
                    <a:pt x="3967" y="5873"/>
                    <a:pt x="4121" y="5848"/>
                  </a:cubicBezTo>
                  <a:cubicBezTo>
                    <a:pt x="2729" y="5638"/>
                    <a:pt x="1708" y="4446"/>
                    <a:pt x="1708" y="3044"/>
                  </a:cubicBezTo>
                  <a:lnTo>
                    <a:pt x="1708" y="0"/>
                  </a:lnTo>
                  <a:close/>
                </a:path>
              </a:pathLst>
            </a:custGeom>
            <a:solidFill>
              <a:srgbClr val="F2F4F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654" name="Google Shape;15654;p44"/>
            <p:cNvSpPr/>
            <p:nvPr/>
          </p:nvSpPr>
          <p:spPr>
            <a:xfrm>
              <a:off x="6352800" y="4376855"/>
              <a:ext cx="11521" cy="17151"/>
            </a:xfrm>
            <a:custGeom>
              <a:rect b="b" l="l" r="r" t="t"/>
              <a:pathLst>
                <a:path extrusionOk="0" h="655" w="440">
                  <a:moveTo>
                    <a:pt x="220" y="1"/>
                  </a:moveTo>
                  <a:cubicBezTo>
                    <a:pt x="110" y="1"/>
                    <a:pt x="1" y="72"/>
                    <a:pt x="1" y="215"/>
                  </a:cubicBezTo>
                  <a:lnTo>
                    <a:pt x="1" y="435"/>
                  </a:lnTo>
                  <a:cubicBezTo>
                    <a:pt x="1" y="559"/>
                    <a:pt x="96" y="654"/>
                    <a:pt x="220" y="654"/>
                  </a:cubicBezTo>
                  <a:cubicBezTo>
                    <a:pt x="344" y="654"/>
                    <a:pt x="439" y="559"/>
                    <a:pt x="439" y="435"/>
                  </a:cubicBezTo>
                  <a:lnTo>
                    <a:pt x="439" y="215"/>
                  </a:lnTo>
                  <a:cubicBezTo>
                    <a:pt x="439" y="72"/>
                    <a:pt x="330" y="1"/>
                    <a:pt x="220" y="1"/>
                  </a:cubicBezTo>
                  <a:close/>
                </a:path>
              </a:pathLst>
            </a:custGeom>
            <a:solidFill>
              <a:srgbClr val="213B5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655" name="Google Shape;15655;p44"/>
            <p:cNvSpPr/>
            <p:nvPr/>
          </p:nvSpPr>
          <p:spPr>
            <a:xfrm>
              <a:off x="6421509" y="4376855"/>
              <a:ext cx="11495" cy="17151"/>
            </a:xfrm>
            <a:custGeom>
              <a:rect b="b" l="l" r="r" t="t"/>
              <a:pathLst>
                <a:path extrusionOk="0" h="655" w="439">
                  <a:moveTo>
                    <a:pt x="220" y="1"/>
                  </a:moveTo>
                  <a:cubicBezTo>
                    <a:pt x="110" y="1"/>
                    <a:pt x="0" y="72"/>
                    <a:pt x="0" y="215"/>
                  </a:cubicBezTo>
                  <a:lnTo>
                    <a:pt x="0" y="435"/>
                  </a:lnTo>
                  <a:cubicBezTo>
                    <a:pt x="0" y="559"/>
                    <a:pt x="96" y="654"/>
                    <a:pt x="220" y="654"/>
                  </a:cubicBezTo>
                  <a:cubicBezTo>
                    <a:pt x="334" y="654"/>
                    <a:pt x="439" y="559"/>
                    <a:pt x="439" y="435"/>
                  </a:cubicBezTo>
                  <a:lnTo>
                    <a:pt x="439" y="215"/>
                  </a:lnTo>
                  <a:cubicBezTo>
                    <a:pt x="439" y="72"/>
                    <a:pt x="329" y="1"/>
                    <a:pt x="220" y="1"/>
                  </a:cubicBezTo>
                  <a:close/>
                </a:path>
              </a:pathLst>
            </a:custGeom>
            <a:solidFill>
              <a:srgbClr val="213B5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656" name="Google Shape;15656;p44"/>
            <p:cNvSpPr/>
            <p:nvPr/>
          </p:nvSpPr>
          <p:spPr>
            <a:xfrm>
              <a:off x="6345311" y="4359756"/>
              <a:ext cx="26499" cy="11521"/>
            </a:xfrm>
            <a:custGeom>
              <a:rect b="b" l="l" r="r" t="t"/>
              <a:pathLst>
                <a:path extrusionOk="0" h="440" w="1012">
                  <a:moveTo>
                    <a:pt x="287" y="0"/>
                  </a:moveTo>
                  <a:cubicBezTo>
                    <a:pt x="0" y="0"/>
                    <a:pt x="0" y="439"/>
                    <a:pt x="287" y="439"/>
                  </a:cubicBezTo>
                  <a:lnTo>
                    <a:pt x="725" y="439"/>
                  </a:lnTo>
                  <a:cubicBezTo>
                    <a:pt x="1012" y="430"/>
                    <a:pt x="1012" y="0"/>
                    <a:pt x="725" y="0"/>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657" name="Google Shape;15657;p44"/>
            <p:cNvSpPr/>
            <p:nvPr/>
          </p:nvSpPr>
          <p:spPr>
            <a:xfrm>
              <a:off x="6413758" y="4359756"/>
              <a:ext cx="26761" cy="11521"/>
            </a:xfrm>
            <a:custGeom>
              <a:rect b="b" l="l" r="r" t="t"/>
              <a:pathLst>
                <a:path extrusionOk="0" h="440" w="1022">
                  <a:moveTo>
                    <a:pt x="296" y="0"/>
                  </a:moveTo>
                  <a:cubicBezTo>
                    <a:pt x="0" y="0"/>
                    <a:pt x="0" y="439"/>
                    <a:pt x="296" y="439"/>
                  </a:cubicBezTo>
                  <a:lnTo>
                    <a:pt x="735" y="439"/>
                  </a:lnTo>
                  <a:cubicBezTo>
                    <a:pt x="1021" y="430"/>
                    <a:pt x="1021" y="0"/>
                    <a:pt x="735" y="0"/>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658" name="Google Shape;15658;p44"/>
            <p:cNvSpPr/>
            <p:nvPr/>
          </p:nvSpPr>
          <p:spPr>
            <a:xfrm>
              <a:off x="6255392" y="4508382"/>
              <a:ext cx="274550" cy="114428"/>
            </a:xfrm>
            <a:custGeom>
              <a:rect b="b" l="l" r="r" t="t"/>
              <a:pathLst>
                <a:path extrusionOk="0" h="4370" w="10485">
                  <a:moveTo>
                    <a:pt x="2843" y="0"/>
                  </a:moveTo>
                  <a:lnTo>
                    <a:pt x="1231" y="497"/>
                  </a:lnTo>
                  <a:cubicBezTo>
                    <a:pt x="506" y="726"/>
                    <a:pt x="0" y="1393"/>
                    <a:pt x="0" y="2166"/>
                  </a:cubicBezTo>
                  <a:lnTo>
                    <a:pt x="0" y="3711"/>
                  </a:lnTo>
                  <a:cubicBezTo>
                    <a:pt x="0" y="4074"/>
                    <a:pt x="296" y="4370"/>
                    <a:pt x="658" y="4370"/>
                  </a:cubicBezTo>
                  <a:lnTo>
                    <a:pt x="9836" y="4370"/>
                  </a:lnTo>
                  <a:cubicBezTo>
                    <a:pt x="10198" y="4370"/>
                    <a:pt x="10484" y="4074"/>
                    <a:pt x="10484" y="3711"/>
                  </a:cubicBezTo>
                  <a:lnTo>
                    <a:pt x="10484" y="2166"/>
                  </a:lnTo>
                  <a:cubicBezTo>
                    <a:pt x="10484" y="1393"/>
                    <a:pt x="9988" y="716"/>
                    <a:pt x="9254" y="497"/>
                  </a:cubicBezTo>
                  <a:lnTo>
                    <a:pt x="7651" y="0"/>
                  </a:lnTo>
                  <a:lnTo>
                    <a:pt x="5247" y="220"/>
                  </a:lnTo>
                  <a:lnTo>
                    <a:pt x="2843" y="0"/>
                  </a:lnTo>
                  <a:close/>
                </a:path>
              </a:pathLst>
            </a:custGeom>
            <a:solidFill>
              <a:srgbClr val="DAE2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659" name="Google Shape;15659;p44"/>
            <p:cNvSpPr/>
            <p:nvPr/>
          </p:nvSpPr>
          <p:spPr>
            <a:xfrm>
              <a:off x="6376785" y="4456667"/>
              <a:ext cx="32260" cy="28751"/>
            </a:xfrm>
            <a:custGeom>
              <a:rect b="b" l="l" r="r" t="t"/>
              <a:pathLst>
                <a:path extrusionOk="0" h="1098" w="1232">
                  <a:moveTo>
                    <a:pt x="182" y="1"/>
                  </a:moveTo>
                  <a:cubicBezTo>
                    <a:pt x="77" y="1"/>
                    <a:pt x="0" y="115"/>
                    <a:pt x="48" y="211"/>
                  </a:cubicBezTo>
                  <a:lnTo>
                    <a:pt x="315" y="897"/>
                  </a:lnTo>
                  <a:cubicBezTo>
                    <a:pt x="363" y="1021"/>
                    <a:pt x="487" y="1098"/>
                    <a:pt x="611" y="1098"/>
                  </a:cubicBezTo>
                  <a:cubicBezTo>
                    <a:pt x="745" y="1098"/>
                    <a:pt x="869" y="1021"/>
                    <a:pt x="916" y="897"/>
                  </a:cubicBezTo>
                  <a:lnTo>
                    <a:pt x="1183" y="211"/>
                  </a:lnTo>
                  <a:cubicBezTo>
                    <a:pt x="1231" y="115"/>
                    <a:pt x="1155" y="1"/>
                    <a:pt x="1040" y="1"/>
                  </a:cubicBezTo>
                  <a:close/>
                </a:path>
              </a:pathLst>
            </a:custGeom>
            <a:solidFill>
              <a:srgbClr val="D4DDE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660" name="Google Shape;15660;p44"/>
            <p:cNvSpPr/>
            <p:nvPr/>
          </p:nvSpPr>
          <p:spPr>
            <a:xfrm>
              <a:off x="6370029" y="4422705"/>
              <a:ext cx="45745" cy="16994"/>
            </a:xfrm>
            <a:custGeom>
              <a:rect b="b" l="l" r="r" t="t"/>
              <a:pathLst>
                <a:path extrusionOk="0" h="649" w="1747">
                  <a:moveTo>
                    <a:pt x="1" y="0"/>
                  </a:moveTo>
                  <a:lnTo>
                    <a:pt x="1" y="220"/>
                  </a:lnTo>
                  <a:cubicBezTo>
                    <a:pt x="1" y="458"/>
                    <a:pt x="192" y="649"/>
                    <a:pt x="440" y="649"/>
                  </a:cubicBezTo>
                  <a:lnTo>
                    <a:pt x="1308" y="649"/>
                  </a:lnTo>
                  <a:cubicBezTo>
                    <a:pt x="1546" y="649"/>
                    <a:pt x="1747" y="458"/>
                    <a:pt x="1747" y="220"/>
                  </a:cubicBezTo>
                  <a:lnTo>
                    <a:pt x="1747" y="0"/>
                  </a:lnTo>
                  <a:close/>
                </a:path>
              </a:pathLst>
            </a:custGeom>
            <a:solidFill>
              <a:srgbClr val="EEF1F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661" name="Google Shape;15661;p44"/>
            <p:cNvSpPr/>
            <p:nvPr/>
          </p:nvSpPr>
          <p:spPr>
            <a:xfrm>
              <a:off x="6352800" y="4416944"/>
              <a:ext cx="79969" cy="28568"/>
            </a:xfrm>
            <a:custGeom>
              <a:rect b="b" l="l" r="r" t="t"/>
              <a:pathLst>
                <a:path extrusionOk="0" h="1091" w="3054">
                  <a:moveTo>
                    <a:pt x="659" y="1"/>
                  </a:moveTo>
                  <a:cubicBezTo>
                    <a:pt x="296" y="1"/>
                    <a:pt x="1" y="297"/>
                    <a:pt x="1" y="659"/>
                  </a:cubicBezTo>
                  <a:lnTo>
                    <a:pt x="1" y="869"/>
                  </a:lnTo>
                  <a:cubicBezTo>
                    <a:pt x="1" y="1017"/>
                    <a:pt x="110" y="1091"/>
                    <a:pt x="220" y="1091"/>
                  </a:cubicBezTo>
                  <a:cubicBezTo>
                    <a:pt x="330" y="1091"/>
                    <a:pt x="439" y="1017"/>
                    <a:pt x="439" y="869"/>
                  </a:cubicBezTo>
                  <a:cubicBezTo>
                    <a:pt x="439" y="755"/>
                    <a:pt x="535" y="659"/>
                    <a:pt x="659" y="659"/>
                  </a:cubicBezTo>
                  <a:lnTo>
                    <a:pt x="869" y="659"/>
                  </a:lnTo>
                  <a:cubicBezTo>
                    <a:pt x="1012" y="659"/>
                    <a:pt x="1145" y="611"/>
                    <a:pt x="1260" y="526"/>
                  </a:cubicBezTo>
                  <a:cubicBezTo>
                    <a:pt x="1336" y="468"/>
                    <a:pt x="1432" y="440"/>
                    <a:pt x="1527" y="440"/>
                  </a:cubicBezTo>
                  <a:cubicBezTo>
                    <a:pt x="1622" y="440"/>
                    <a:pt x="1718" y="468"/>
                    <a:pt x="1794" y="526"/>
                  </a:cubicBezTo>
                  <a:cubicBezTo>
                    <a:pt x="1909" y="611"/>
                    <a:pt x="2042" y="659"/>
                    <a:pt x="2185" y="659"/>
                  </a:cubicBezTo>
                  <a:lnTo>
                    <a:pt x="2405" y="659"/>
                  </a:lnTo>
                  <a:cubicBezTo>
                    <a:pt x="2519" y="659"/>
                    <a:pt x="2615" y="755"/>
                    <a:pt x="2615" y="869"/>
                  </a:cubicBezTo>
                  <a:cubicBezTo>
                    <a:pt x="2615" y="1017"/>
                    <a:pt x="2724" y="1091"/>
                    <a:pt x="2834" y="1091"/>
                  </a:cubicBezTo>
                  <a:cubicBezTo>
                    <a:pt x="2944" y="1091"/>
                    <a:pt x="3053" y="1017"/>
                    <a:pt x="3053" y="869"/>
                  </a:cubicBezTo>
                  <a:lnTo>
                    <a:pt x="3053" y="659"/>
                  </a:lnTo>
                  <a:cubicBezTo>
                    <a:pt x="3053" y="297"/>
                    <a:pt x="2767" y="1"/>
                    <a:pt x="2405" y="1"/>
                  </a:cubicBezTo>
                  <a:close/>
                </a:path>
              </a:pathLst>
            </a:custGeom>
            <a:solidFill>
              <a:srgbClr val="D4DDE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662" name="Google Shape;15662;p44"/>
            <p:cNvSpPr/>
            <p:nvPr/>
          </p:nvSpPr>
          <p:spPr>
            <a:xfrm>
              <a:off x="6262619" y="4532106"/>
              <a:ext cx="50249" cy="90705"/>
            </a:xfrm>
            <a:custGeom>
              <a:rect b="b" l="l" r="r" t="t"/>
              <a:pathLst>
                <a:path extrusionOk="0" h="3464" w="1919">
                  <a:moveTo>
                    <a:pt x="277" y="1"/>
                  </a:moveTo>
                  <a:cubicBezTo>
                    <a:pt x="172" y="96"/>
                    <a:pt x="77" y="211"/>
                    <a:pt x="1" y="335"/>
                  </a:cubicBezTo>
                  <a:lnTo>
                    <a:pt x="1250" y="1413"/>
                  </a:lnTo>
                  <a:cubicBezTo>
                    <a:pt x="1394" y="1537"/>
                    <a:pt x="1479" y="1718"/>
                    <a:pt x="1479" y="1909"/>
                  </a:cubicBezTo>
                  <a:lnTo>
                    <a:pt x="1479" y="3464"/>
                  </a:lnTo>
                  <a:lnTo>
                    <a:pt x="1918" y="3464"/>
                  </a:lnTo>
                  <a:lnTo>
                    <a:pt x="1918" y="1899"/>
                  </a:lnTo>
                  <a:cubicBezTo>
                    <a:pt x="1918" y="1584"/>
                    <a:pt x="1775" y="1279"/>
                    <a:pt x="1537" y="1069"/>
                  </a:cubicBezTo>
                  <a:lnTo>
                    <a:pt x="277" y="1"/>
                  </a:lnTo>
                  <a:close/>
                </a:path>
              </a:pathLst>
            </a:custGeom>
            <a:solidFill>
              <a:srgbClr val="E0E7E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663" name="Google Shape;15663;p44"/>
            <p:cNvSpPr/>
            <p:nvPr/>
          </p:nvSpPr>
          <p:spPr>
            <a:xfrm>
              <a:off x="6472963" y="4532106"/>
              <a:ext cx="49987" cy="90705"/>
            </a:xfrm>
            <a:custGeom>
              <a:rect b="b" l="l" r="r" t="t"/>
              <a:pathLst>
                <a:path extrusionOk="0" h="3464" w="1909">
                  <a:moveTo>
                    <a:pt x="1641" y="1"/>
                  </a:moveTo>
                  <a:lnTo>
                    <a:pt x="382" y="1069"/>
                  </a:lnTo>
                  <a:cubicBezTo>
                    <a:pt x="134" y="1279"/>
                    <a:pt x="0" y="1584"/>
                    <a:pt x="0" y="1899"/>
                  </a:cubicBezTo>
                  <a:lnTo>
                    <a:pt x="0" y="3464"/>
                  </a:lnTo>
                  <a:lnTo>
                    <a:pt x="439" y="3464"/>
                  </a:lnTo>
                  <a:lnTo>
                    <a:pt x="439" y="1909"/>
                  </a:lnTo>
                  <a:cubicBezTo>
                    <a:pt x="439" y="1718"/>
                    <a:pt x="515" y="1537"/>
                    <a:pt x="668" y="1413"/>
                  </a:cubicBezTo>
                  <a:lnTo>
                    <a:pt x="1908" y="335"/>
                  </a:lnTo>
                  <a:cubicBezTo>
                    <a:pt x="1832" y="211"/>
                    <a:pt x="1746" y="96"/>
                    <a:pt x="1641" y="1"/>
                  </a:cubicBezTo>
                  <a:close/>
                </a:path>
              </a:pathLst>
            </a:custGeom>
            <a:solidFill>
              <a:srgbClr val="E0E7E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664" name="Google Shape;15664;p44"/>
            <p:cNvSpPr/>
            <p:nvPr/>
          </p:nvSpPr>
          <p:spPr>
            <a:xfrm>
              <a:off x="6387285" y="4548340"/>
              <a:ext cx="11260" cy="11521"/>
            </a:xfrm>
            <a:custGeom>
              <a:rect b="b" l="l" r="r" t="t"/>
              <a:pathLst>
                <a:path extrusionOk="0" h="440" w="430">
                  <a:moveTo>
                    <a:pt x="210" y="1"/>
                  </a:moveTo>
                  <a:cubicBezTo>
                    <a:pt x="96" y="1"/>
                    <a:pt x="0" y="106"/>
                    <a:pt x="0" y="220"/>
                  </a:cubicBezTo>
                  <a:cubicBezTo>
                    <a:pt x="0" y="344"/>
                    <a:pt x="96" y="440"/>
                    <a:pt x="210" y="440"/>
                  </a:cubicBezTo>
                  <a:cubicBezTo>
                    <a:pt x="334" y="440"/>
                    <a:pt x="429" y="344"/>
                    <a:pt x="429" y="220"/>
                  </a:cubicBezTo>
                  <a:cubicBezTo>
                    <a:pt x="429" y="106"/>
                    <a:pt x="334" y="1"/>
                    <a:pt x="210" y="1"/>
                  </a:cubicBezTo>
                  <a:close/>
                </a:path>
              </a:pathLst>
            </a:custGeom>
            <a:solidFill>
              <a:srgbClr val="213B5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665" name="Google Shape;15665;p44"/>
            <p:cNvSpPr/>
            <p:nvPr/>
          </p:nvSpPr>
          <p:spPr>
            <a:xfrm>
              <a:off x="6387285" y="4588560"/>
              <a:ext cx="11260" cy="11286"/>
            </a:xfrm>
            <a:custGeom>
              <a:rect b="b" l="l" r="r" t="t"/>
              <a:pathLst>
                <a:path extrusionOk="0" h="431" w="430">
                  <a:moveTo>
                    <a:pt x="210" y="1"/>
                  </a:moveTo>
                  <a:cubicBezTo>
                    <a:pt x="96" y="1"/>
                    <a:pt x="0" y="96"/>
                    <a:pt x="0" y="220"/>
                  </a:cubicBezTo>
                  <a:cubicBezTo>
                    <a:pt x="0" y="335"/>
                    <a:pt x="96" y="430"/>
                    <a:pt x="210" y="430"/>
                  </a:cubicBezTo>
                  <a:cubicBezTo>
                    <a:pt x="334" y="430"/>
                    <a:pt x="429" y="335"/>
                    <a:pt x="429" y="220"/>
                  </a:cubicBezTo>
                  <a:cubicBezTo>
                    <a:pt x="429" y="96"/>
                    <a:pt x="334" y="1"/>
                    <a:pt x="210" y="1"/>
                  </a:cubicBezTo>
                  <a:close/>
                </a:path>
              </a:pathLst>
            </a:custGeom>
            <a:solidFill>
              <a:srgbClr val="213B5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666" name="Google Shape;15666;p44"/>
            <p:cNvSpPr/>
            <p:nvPr/>
          </p:nvSpPr>
          <p:spPr>
            <a:xfrm>
              <a:off x="6318838" y="4508382"/>
              <a:ext cx="148155" cy="48495"/>
            </a:xfrm>
            <a:custGeom>
              <a:rect b="b" l="l" r="r" t="t"/>
              <a:pathLst>
                <a:path extrusionOk="0" h="1852" w="5658">
                  <a:moveTo>
                    <a:pt x="429" y="0"/>
                  </a:moveTo>
                  <a:lnTo>
                    <a:pt x="0" y="134"/>
                  </a:lnTo>
                  <a:lnTo>
                    <a:pt x="48" y="220"/>
                  </a:lnTo>
                  <a:lnTo>
                    <a:pt x="792" y="1517"/>
                  </a:lnTo>
                  <a:cubicBezTo>
                    <a:pt x="906" y="1718"/>
                    <a:pt x="1126" y="1851"/>
                    <a:pt x="1355" y="1851"/>
                  </a:cubicBezTo>
                  <a:cubicBezTo>
                    <a:pt x="1517" y="1851"/>
                    <a:pt x="1660" y="1794"/>
                    <a:pt x="1784" y="1689"/>
                  </a:cubicBezTo>
                  <a:lnTo>
                    <a:pt x="2824" y="792"/>
                  </a:lnTo>
                  <a:lnTo>
                    <a:pt x="3873" y="1689"/>
                  </a:lnTo>
                  <a:cubicBezTo>
                    <a:pt x="3999" y="1795"/>
                    <a:pt x="4149" y="1846"/>
                    <a:pt x="4298" y="1846"/>
                  </a:cubicBezTo>
                  <a:cubicBezTo>
                    <a:pt x="4524" y="1846"/>
                    <a:pt x="4745" y="1730"/>
                    <a:pt x="4866" y="1517"/>
                  </a:cubicBezTo>
                  <a:lnTo>
                    <a:pt x="5610" y="220"/>
                  </a:lnTo>
                  <a:lnTo>
                    <a:pt x="5657" y="134"/>
                  </a:lnTo>
                  <a:lnTo>
                    <a:pt x="5228" y="0"/>
                  </a:lnTo>
                  <a:lnTo>
                    <a:pt x="2824" y="220"/>
                  </a:lnTo>
                  <a:lnTo>
                    <a:pt x="429" y="0"/>
                  </a:lnTo>
                  <a:close/>
                </a:path>
              </a:pathLst>
            </a:custGeom>
            <a:solidFill>
              <a:srgbClr val="D4DDE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667" name="Google Shape;15667;p44"/>
            <p:cNvSpPr/>
            <p:nvPr/>
          </p:nvSpPr>
          <p:spPr>
            <a:xfrm>
              <a:off x="6329809" y="4487853"/>
              <a:ext cx="62975" cy="57581"/>
            </a:xfrm>
            <a:custGeom>
              <a:rect b="b" l="l" r="r" t="t"/>
              <a:pathLst>
                <a:path extrusionOk="0" h="2199" w="2405">
                  <a:moveTo>
                    <a:pt x="533" y="0"/>
                  </a:moveTo>
                  <a:cubicBezTo>
                    <a:pt x="454" y="0"/>
                    <a:pt x="377" y="45"/>
                    <a:pt x="344" y="117"/>
                  </a:cubicBezTo>
                  <a:lnTo>
                    <a:pt x="1" y="794"/>
                  </a:lnTo>
                  <a:lnTo>
                    <a:pt x="745" y="2091"/>
                  </a:lnTo>
                  <a:cubicBezTo>
                    <a:pt x="785" y="2161"/>
                    <a:pt x="861" y="2199"/>
                    <a:pt x="937" y="2199"/>
                  </a:cubicBezTo>
                  <a:cubicBezTo>
                    <a:pt x="987" y="2199"/>
                    <a:pt x="1038" y="2183"/>
                    <a:pt x="1079" y="2149"/>
                  </a:cubicBezTo>
                  <a:lnTo>
                    <a:pt x="2405" y="1004"/>
                  </a:lnTo>
                  <a:lnTo>
                    <a:pt x="640" y="31"/>
                  </a:lnTo>
                  <a:cubicBezTo>
                    <a:pt x="607" y="10"/>
                    <a:pt x="570" y="0"/>
                    <a:pt x="533" y="0"/>
                  </a:cubicBezTo>
                  <a:close/>
                </a:path>
              </a:pathLst>
            </a:custGeom>
            <a:solidFill>
              <a:srgbClr val="E0E7E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668" name="Google Shape;15668;p44"/>
            <p:cNvSpPr/>
            <p:nvPr/>
          </p:nvSpPr>
          <p:spPr>
            <a:xfrm>
              <a:off x="6392784" y="4487853"/>
              <a:ext cx="62975" cy="57581"/>
            </a:xfrm>
            <a:custGeom>
              <a:rect b="b" l="l" r="r" t="t"/>
              <a:pathLst>
                <a:path extrusionOk="0" h="2199" w="2405">
                  <a:moveTo>
                    <a:pt x="1879" y="0"/>
                  </a:moveTo>
                  <a:cubicBezTo>
                    <a:pt x="1844" y="0"/>
                    <a:pt x="1808" y="10"/>
                    <a:pt x="1774" y="31"/>
                  </a:cubicBezTo>
                  <a:lnTo>
                    <a:pt x="0" y="1004"/>
                  </a:lnTo>
                  <a:lnTo>
                    <a:pt x="1336" y="2149"/>
                  </a:lnTo>
                  <a:cubicBezTo>
                    <a:pt x="1377" y="2183"/>
                    <a:pt x="1426" y="2199"/>
                    <a:pt x="1474" y="2199"/>
                  </a:cubicBezTo>
                  <a:cubicBezTo>
                    <a:pt x="1548" y="2199"/>
                    <a:pt x="1620" y="2161"/>
                    <a:pt x="1660" y="2091"/>
                  </a:cubicBezTo>
                  <a:lnTo>
                    <a:pt x="2404" y="794"/>
                  </a:lnTo>
                  <a:lnTo>
                    <a:pt x="2070" y="117"/>
                  </a:lnTo>
                  <a:cubicBezTo>
                    <a:pt x="2031" y="45"/>
                    <a:pt x="1956" y="0"/>
                    <a:pt x="1879" y="0"/>
                  </a:cubicBezTo>
                  <a:close/>
                </a:path>
              </a:pathLst>
            </a:custGeom>
            <a:solidFill>
              <a:srgbClr val="E0E7E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5669" name="Google Shape;15669;p44"/>
          <p:cNvGrpSpPr/>
          <p:nvPr/>
        </p:nvGrpSpPr>
        <p:grpSpPr>
          <a:xfrm>
            <a:off x="7604076" y="3637675"/>
            <a:ext cx="275807" cy="354860"/>
            <a:chOff x="7604076" y="3790075"/>
            <a:chExt cx="275807" cy="354860"/>
          </a:xfrm>
        </p:grpSpPr>
        <p:sp>
          <p:nvSpPr>
            <p:cNvPr id="15670" name="Google Shape;15670;p44"/>
            <p:cNvSpPr/>
            <p:nvPr/>
          </p:nvSpPr>
          <p:spPr>
            <a:xfrm>
              <a:off x="7623558" y="3790075"/>
              <a:ext cx="237341" cy="113800"/>
            </a:xfrm>
            <a:custGeom>
              <a:rect b="b" l="l" r="r" t="t"/>
              <a:pathLst>
                <a:path extrusionOk="0" h="4346" w="9064">
                  <a:moveTo>
                    <a:pt x="4531" y="0"/>
                  </a:moveTo>
                  <a:cubicBezTo>
                    <a:pt x="4436" y="0"/>
                    <a:pt x="4341" y="15"/>
                    <a:pt x="4246" y="43"/>
                  </a:cubicBezTo>
                  <a:lnTo>
                    <a:pt x="1508" y="768"/>
                  </a:lnTo>
                  <a:cubicBezTo>
                    <a:pt x="1336" y="816"/>
                    <a:pt x="1202" y="921"/>
                    <a:pt x="1107" y="1074"/>
                  </a:cubicBezTo>
                  <a:lnTo>
                    <a:pt x="105" y="2743"/>
                  </a:lnTo>
                  <a:cubicBezTo>
                    <a:pt x="0" y="2915"/>
                    <a:pt x="29" y="3134"/>
                    <a:pt x="172" y="3277"/>
                  </a:cubicBezTo>
                  <a:lnTo>
                    <a:pt x="1250" y="4346"/>
                  </a:lnTo>
                  <a:lnTo>
                    <a:pt x="7823" y="4346"/>
                  </a:lnTo>
                  <a:lnTo>
                    <a:pt x="8892" y="3277"/>
                  </a:lnTo>
                  <a:cubicBezTo>
                    <a:pt x="9035" y="3134"/>
                    <a:pt x="9063" y="2915"/>
                    <a:pt x="8958" y="2743"/>
                  </a:cubicBezTo>
                  <a:lnTo>
                    <a:pt x="7957" y="1074"/>
                  </a:lnTo>
                  <a:cubicBezTo>
                    <a:pt x="7871" y="921"/>
                    <a:pt x="7718" y="816"/>
                    <a:pt x="7556" y="768"/>
                  </a:cubicBezTo>
                  <a:lnTo>
                    <a:pt x="4808" y="43"/>
                  </a:lnTo>
                  <a:cubicBezTo>
                    <a:pt x="4718" y="15"/>
                    <a:pt x="4625" y="0"/>
                    <a:pt x="4531" y="0"/>
                  </a:cubicBezTo>
                  <a:close/>
                </a:path>
              </a:pathLst>
            </a:custGeom>
            <a:solidFill>
              <a:srgbClr val="899CA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671" name="Google Shape;15671;p44"/>
            <p:cNvSpPr/>
            <p:nvPr/>
          </p:nvSpPr>
          <p:spPr>
            <a:xfrm>
              <a:off x="7604076" y="4018513"/>
              <a:ext cx="275545" cy="126186"/>
            </a:xfrm>
            <a:custGeom>
              <a:rect b="b" l="l" r="r" t="t"/>
              <a:pathLst>
                <a:path extrusionOk="0" h="4819" w="10523">
                  <a:moveTo>
                    <a:pt x="3730" y="1"/>
                  </a:moveTo>
                  <a:lnTo>
                    <a:pt x="3730" y="831"/>
                  </a:lnTo>
                  <a:cubicBezTo>
                    <a:pt x="3730" y="1117"/>
                    <a:pt x="3540" y="1374"/>
                    <a:pt x="3253" y="1460"/>
                  </a:cubicBezTo>
                  <a:lnTo>
                    <a:pt x="945" y="2138"/>
                  </a:lnTo>
                  <a:cubicBezTo>
                    <a:pt x="382" y="2300"/>
                    <a:pt x="0" y="2815"/>
                    <a:pt x="0" y="3397"/>
                  </a:cubicBezTo>
                  <a:lnTo>
                    <a:pt x="0" y="4170"/>
                  </a:lnTo>
                  <a:cubicBezTo>
                    <a:pt x="0" y="4532"/>
                    <a:pt x="296" y="4818"/>
                    <a:pt x="658" y="4818"/>
                  </a:cubicBezTo>
                  <a:lnTo>
                    <a:pt x="9865" y="4818"/>
                  </a:lnTo>
                  <a:cubicBezTo>
                    <a:pt x="10227" y="4818"/>
                    <a:pt x="10513" y="4532"/>
                    <a:pt x="10513" y="4170"/>
                  </a:cubicBezTo>
                  <a:lnTo>
                    <a:pt x="10513" y="3406"/>
                  </a:lnTo>
                  <a:cubicBezTo>
                    <a:pt x="10523" y="2815"/>
                    <a:pt x="10141" y="2300"/>
                    <a:pt x="9588" y="2138"/>
                  </a:cubicBezTo>
                  <a:lnTo>
                    <a:pt x="7279" y="1460"/>
                  </a:lnTo>
                  <a:cubicBezTo>
                    <a:pt x="6993" y="1374"/>
                    <a:pt x="6802" y="1117"/>
                    <a:pt x="6802" y="831"/>
                  </a:cubicBezTo>
                  <a:lnTo>
                    <a:pt x="6802" y="1"/>
                  </a:lnTo>
                  <a:close/>
                </a:path>
              </a:pathLst>
            </a:custGeom>
            <a:solidFill>
              <a:srgbClr val="DAE2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672" name="Google Shape;15672;p44"/>
            <p:cNvSpPr/>
            <p:nvPr/>
          </p:nvSpPr>
          <p:spPr>
            <a:xfrm>
              <a:off x="7604312" y="4049987"/>
              <a:ext cx="275571" cy="94711"/>
            </a:xfrm>
            <a:custGeom>
              <a:rect b="b" l="l" r="r" t="t"/>
              <a:pathLst>
                <a:path extrusionOk="0" h="3617" w="10524">
                  <a:moveTo>
                    <a:pt x="3607" y="1"/>
                  </a:moveTo>
                  <a:cubicBezTo>
                    <a:pt x="3521" y="125"/>
                    <a:pt x="3397" y="211"/>
                    <a:pt x="3254" y="258"/>
                  </a:cubicBezTo>
                  <a:lnTo>
                    <a:pt x="945" y="936"/>
                  </a:lnTo>
                  <a:cubicBezTo>
                    <a:pt x="392" y="1098"/>
                    <a:pt x="1" y="1613"/>
                    <a:pt x="1" y="2195"/>
                  </a:cubicBezTo>
                  <a:lnTo>
                    <a:pt x="1" y="2968"/>
                  </a:lnTo>
                  <a:cubicBezTo>
                    <a:pt x="1" y="3330"/>
                    <a:pt x="296" y="3616"/>
                    <a:pt x="659" y="3616"/>
                  </a:cubicBezTo>
                  <a:lnTo>
                    <a:pt x="9865" y="3616"/>
                  </a:lnTo>
                  <a:cubicBezTo>
                    <a:pt x="10228" y="3616"/>
                    <a:pt x="10523" y="3330"/>
                    <a:pt x="10523" y="2968"/>
                  </a:cubicBezTo>
                  <a:lnTo>
                    <a:pt x="10523" y="2204"/>
                  </a:lnTo>
                  <a:cubicBezTo>
                    <a:pt x="10523" y="1613"/>
                    <a:pt x="10142" y="1098"/>
                    <a:pt x="9579" y="936"/>
                  </a:cubicBezTo>
                  <a:lnTo>
                    <a:pt x="7270" y="258"/>
                  </a:lnTo>
                  <a:cubicBezTo>
                    <a:pt x="7127" y="211"/>
                    <a:pt x="7003" y="125"/>
                    <a:pt x="6917" y="1"/>
                  </a:cubicBezTo>
                  <a:lnTo>
                    <a:pt x="5257" y="554"/>
                  </a:lnTo>
                  <a:lnTo>
                    <a:pt x="3607" y="1"/>
                  </a:lnTo>
                  <a:close/>
                </a:path>
              </a:pathLst>
            </a:custGeom>
            <a:solidFill>
              <a:srgbClr val="899CA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673" name="Google Shape;15673;p44"/>
            <p:cNvSpPr/>
            <p:nvPr/>
          </p:nvSpPr>
          <p:spPr>
            <a:xfrm>
              <a:off x="7726962" y="4096204"/>
              <a:ext cx="30270" cy="48495"/>
            </a:xfrm>
            <a:custGeom>
              <a:rect b="b" l="l" r="r" t="t"/>
              <a:pathLst>
                <a:path extrusionOk="0" h="1852" w="1156">
                  <a:moveTo>
                    <a:pt x="936" y="1"/>
                  </a:moveTo>
                  <a:lnTo>
                    <a:pt x="220" y="29"/>
                  </a:lnTo>
                  <a:lnTo>
                    <a:pt x="1" y="1851"/>
                  </a:lnTo>
                  <a:lnTo>
                    <a:pt x="1155" y="1851"/>
                  </a:lnTo>
                  <a:lnTo>
                    <a:pt x="936" y="1"/>
                  </a:lnTo>
                  <a:close/>
                </a:path>
              </a:pathLst>
            </a:custGeom>
            <a:solidFill>
              <a:srgbClr val="576D8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674" name="Google Shape;15674;p44"/>
            <p:cNvSpPr/>
            <p:nvPr/>
          </p:nvSpPr>
          <p:spPr>
            <a:xfrm>
              <a:off x="7668779" y="4049987"/>
              <a:ext cx="146400" cy="57319"/>
            </a:xfrm>
            <a:custGeom>
              <a:rect b="b" l="l" r="r" t="t"/>
              <a:pathLst>
                <a:path extrusionOk="0" h="2189" w="5591">
                  <a:moveTo>
                    <a:pt x="1145" y="1"/>
                  </a:moveTo>
                  <a:cubicBezTo>
                    <a:pt x="1059" y="115"/>
                    <a:pt x="935" y="211"/>
                    <a:pt x="792" y="249"/>
                  </a:cubicBezTo>
                  <a:lnTo>
                    <a:pt x="0" y="487"/>
                  </a:lnTo>
                  <a:cubicBezTo>
                    <a:pt x="10" y="545"/>
                    <a:pt x="29" y="602"/>
                    <a:pt x="57" y="649"/>
                  </a:cubicBezTo>
                  <a:lnTo>
                    <a:pt x="744" y="1852"/>
                  </a:lnTo>
                  <a:cubicBezTo>
                    <a:pt x="871" y="2071"/>
                    <a:pt x="1096" y="2189"/>
                    <a:pt x="1323" y="2189"/>
                  </a:cubicBezTo>
                  <a:cubicBezTo>
                    <a:pt x="1472" y="2189"/>
                    <a:pt x="1621" y="2138"/>
                    <a:pt x="1746" y="2033"/>
                  </a:cubicBezTo>
                  <a:lnTo>
                    <a:pt x="2795" y="1126"/>
                  </a:lnTo>
                  <a:lnTo>
                    <a:pt x="3845" y="2033"/>
                  </a:lnTo>
                  <a:cubicBezTo>
                    <a:pt x="3965" y="2138"/>
                    <a:pt x="4114" y="2189"/>
                    <a:pt x="4263" y="2189"/>
                  </a:cubicBezTo>
                  <a:cubicBezTo>
                    <a:pt x="4490" y="2189"/>
                    <a:pt x="4716" y="2071"/>
                    <a:pt x="4837" y="1852"/>
                  </a:cubicBezTo>
                  <a:lnTo>
                    <a:pt x="5533" y="649"/>
                  </a:lnTo>
                  <a:cubicBezTo>
                    <a:pt x="5562" y="602"/>
                    <a:pt x="5581" y="545"/>
                    <a:pt x="5590" y="487"/>
                  </a:cubicBezTo>
                  <a:lnTo>
                    <a:pt x="4808" y="249"/>
                  </a:lnTo>
                  <a:cubicBezTo>
                    <a:pt x="4665" y="211"/>
                    <a:pt x="4541" y="115"/>
                    <a:pt x="4455" y="1"/>
                  </a:cubicBezTo>
                  <a:lnTo>
                    <a:pt x="2795" y="554"/>
                  </a:lnTo>
                  <a:lnTo>
                    <a:pt x="1145" y="1"/>
                  </a:lnTo>
                  <a:close/>
                </a:path>
              </a:pathLst>
            </a:custGeom>
            <a:solidFill>
              <a:srgbClr val="667E9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675" name="Google Shape;15675;p44"/>
            <p:cNvSpPr/>
            <p:nvPr/>
          </p:nvSpPr>
          <p:spPr>
            <a:xfrm>
              <a:off x="7719238" y="4064494"/>
              <a:ext cx="45981" cy="35245"/>
            </a:xfrm>
            <a:custGeom>
              <a:rect b="b" l="l" r="r" t="t"/>
              <a:pathLst>
                <a:path extrusionOk="0" h="1346" w="1756">
                  <a:moveTo>
                    <a:pt x="0" y="0"/>
                  </a:moveTo>
                  <a:lnTo>
                    <a:pt x="305" y="1002"/>
                  </a:lnTo>
                  <a:cubicBezTo>
                    <a:pt x="363" y="1202"/>
                    <a:pt x="544" y="1336"/>
                    <a:pt x="754" y="1345"/>
                  </a:cubicBezTo>
                  <a:lnTo>
                    <a:pt x="992" y="1345"/>
                  </a:lnTo>
                  <a:cubicBezTo>
                    <a:pt x="1202" y="1345"/>
                    <a:pt x="1383" y="1202"/>
                    <a:pt x="1450" y="1002"/>
                  </a:cubicBezTo>
                  <a:lnTo>
                    <a:pt x="1755" y="0"/>
                  </a:lnTo>
                  <a:close/>
                </a:path>
              </a:pathLst>
            </a:custGeom>
            <a:solidFill>
              <a:srgbClr val="213B5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676" name="Google Shape;15676;p44"/>
            <p:cNvSpPr/>
            <p:nvPr/>
          </p:nvSpPr>
          <p:spPr>
            <a:xfrm>
              <a:off x="7701982" y="4018513"/>
              <a:ext cx="80231" cy="23148"/>
            </a:xfrm>
            <a:custGeom>
              <a:rect b="b" l="l" r="r" t="t"/>
              <a:pathLst>
                <a:path extrusionOk="0" h="884" w="3064">
                  <a:moveTo>
                    <a:pt x="1" y="1"/>
                  </a:moveTo>
                  <a:lnTo>
                    <a:pt x="1" y="497"/>
                  </a:lnTo>
                  <a:cubicBezTo>
                    <a:pt x="478" y="754"/>
                    <a:pt x="1005" y="883"/>
                    <a:pt x="1532" y="883"/>
                  </a:cubicBezTo>
                  <a:cubicBezTo>
                    <a:pt x="2059" y="883"/>
                    <a:pt x="2586" y="754"/>
                    <a:pt x="3063" y="497"/>
                  </a:cubicBezTo>
                  <a:lnTo>
                    <a:pt x="3063" y="1"/>
                  </a:lnTo>
                  <a:close/>
                </a:path>
              </a:pathLst>
            </a:custGeom>
            <a:solidFill>
              <a:srgbClr val="D4DDE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677" name="Google Shape;15677;p44"/>
            <p:cNvSpPr/>
            <p:nvPr/>
          </p:nvSpPr>
          <p:spPr>
            <a:xfrm>
              <a:off x="7645527" y="3875124"/>
              <a:ext cx="188139" cy="154675"/>
            </a:xfrm>
            <a:custGeom>
              <a:rect b="b" l="l" r="r" t="t"/>
              <a:pathLst>
                <a:path extrusionOk="0" h="5907" w="7185">
                  <a:moveTo>
                    <a:pt x="840" y="1"/>
                  </a:moveTo>
                  <a:lnTo>
                    <a:pt x="840" y="2195"/>
                  </a:lnTo>
                  <a:lnTo>
                    <a:pt x="726" y="2195"/>
                  </a:lnTo>
                  <a:cubicBezTo>
                    <a:pt x="1" y="2195"/>
                    <a:pt x="1" y="3283"/>
                    <a:pt x="726" y="3292"/>
                  </a:cubicBezTo>
                  <a:lnTo>
                    <a:pt x="850" y="3292"/>
                  </a:lnTo>
                  <a:cubicBezTo>
                    <a:pt x="964" y="4771"/>
                    <a:pt x="2205" y="5906"/>
                    <a:pt x="3683" y="5906"/>
                  </a:cubicBezTo>
                  <a:cubicBezTo>
                    <a:pt x="5171" y="5906"/>
                    <a:pt x="6402" y="4771"/>
                    <a:pt x="6517" y="3292"/>
                  </a:cubicBezTo>
                  <a:lnTo>
                    <a:pt x="6641" y="3292"/>
                  </a:lnTo>
                  <a:cubicBezTo>
                    <a:pt x="6946" y="3292"/>
                    <a:pt x="7184" y="3044"/>
                    <a:pt x="7184" y="2739"/>
                  </a:cubicBezTo>
                  <a:cubicBezTo>
                    <a:pt x="7184" y="2434"/>
                    <a:pt x="6946" y="2195"/>
                    <a:pt x="6641" y="2195"/>
                  </a:cubicBezTo>
                  <a:lnTo>
                    <a:pt x="6536" y="2195"/>
                  </a:lnTo>
                  <a:lnTo>
                    <a:pt x="6536" y="1"/>
                  </a:lnTo>
                  <a:close/>
                </a:path>
              </a:pathLst>
            </a:custGeom>
            <a:solidFill>
              <a:srgbClr val="E0E7E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678" name="Google Shape;15678;p44"/>
            <p:cNvSpPr/>
            <p:nvPr/>
          </p:nvSpPr>
          <p:spPr>
            <a:xfrm>
              <a:off x="7701982" y="3933412"/>
              <a:ext cx="11521" cy="16942"/>
            </a:xfrm>
            <a:custGeom>
              <a:rect b="b" l="l" r="r" t="t"/>
              <a:pathLst>
                <a:path extrusionOk="0" h="647" w="440">
                  <a:moveTo>
                    <a:pt x="216" y="0"/>
                  </a:moveTo>
                  <a:cubicBezTo>
                    <a:pt x="113" y="0"/>
                    <a:pt x="10" y="69"/>
                    <a:pt x="1" y="208"/>
                  </a:cubicBezTo>
                  <a:lnTo>
                    <a:pt x="1" y="427"/>
                  </a:lnTo>
                  <a:cubicBezTo>
                    <a:pt x="1" y="541"/>
                    <a:pt x="96" y="646"/>
                    <a:pt x="220" y="646"/>
                  </a:cubicBezTo>
                  <a:cubicBezTo>
                    <a:pt x="335" y="646"/>
                    <a:pt x="440" y="541"/>
                    <a:pt x="430" y="427"/>
                  </a:cubicBezTo>
                  <a:lnTo>
                    <a:pt x="430" y="208"/>
                  </a:lnTo>
                  <a:cubicBezTo>
                    <a:pt x="421" y="69"/>
                    <a:pt x="318" y="0"/>
                    <a:pt x="216" y="0"/>
                  </a:cubicBezTo>
                  <a:close/>
                </a:path>
              </a:pathLst>
            </a:custGeom>
            <a:solidFill>
              <a:srgbClr val="213B5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679" name="Google Shape;15679;p44"/>
            <p:cNvSpPr/>
            <p:nvPr/>
          </p:nvSpPr>
          <p:spPr>
            <a:xfrm>
              <a:off x="7770691" y="3933412"/>
              <a:ext cx="11521" cy="16942"/>
            </a:xfrm>
            <a:custGeom>
              <a:rect b="b" l="l" r="r" t="t"/>
              <a:pathLst>
                <a:path extrusionOk="0" h="647" w="440">
                  <a:moveTo>
                    <a:pt x="220" y="0"/>
                  </a:moveTo>
                  <a:cubicBezTo>
                    <a:pt x="115" y="0"/>
                    <a:pt x="10" y="69"/>
                    <a:pt x="0" y="208"/>
                  </a:cubicBezTo>
                  <a:lnTo>
                    <a:pt x="0" y="427"/>
                  </a:lnTo>
                  <a:cubicBezTo>
                    <a:pt x="0" y="541"/>
                    <a:pt x="105" y="646"/>
                    <a:pt x="220" y="646"/>
                  </a:cubicBezTo>
                  <a:cubicBezTo>
                    <a:pt x="344" y="646"/>
                    <a:pt x="439" y="541"/>
                    <a:pt x="439" y="427"/>
                  </a:cubicBezTo>
                  <a:lnTo>
                    <a:pt x="439" y="208"/>
                  </a:lnTo>
                  <a:cubicBezTo>
                    <a:pt x="430" y="69"/>
                    <a:pt x="325" y="0"/>
                    <a:pt x="220" y="0"/>
                  </a:cubicBezTo>
                  <a:close/>
                </a:path>
              </a:pathLst>
            </a:custGeom>
            <a:solidFill>
              <a:srgbClr val="213B5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680" name="Google Shape;15680;p44"/>
            <p:cNvSpPr/>
            <p:nvPr/>
          </p:nvSpPr>
          <p:spPr>
            <a:xfrm>
              <a:off x="7648276" y="3875124"/>
              <a:ext cx="168396" cy="154884"/>
            </a:xfrm>
            <a:custGeom>
              <a:rect b="b" l="l" r="r" t="t"/>
              <a:pathLst>
                <a:path extrusionOk="0" h="5915" w="6431">
                  <a:moveTo>
                    <a:pt x="735" y="1"/>
                  </a:moveTo>
                  <a:lnTo>
                    <a:pt x="735" y="2195"/>
                  </a:lnTo>
                  <a:lnTo>
                    <a:pt x="640" y="2195"/>
                  </a:lnTo>
                  <a:cubicBezTo>
                    <a:pt x="633" y="2195"/>
                    <a:pt x="626" y="2195"/>
                    <a:pt x="619" y="2195"/>
                  </a:cubicBezTo>
                  <a:cubicBezTo>
                    <a:pt x="380" y="2195"/>
                    <a:pt x="170" y="2355"/>
                    <a:pt x="96" y="2596"/>
                  </a:cubicBezTo>
                  <a:cubicBezTo>
                    <a:pt x="1" y="2939"/>
                    <a:pt x="258" y="3292"/>
                    <a:pt x="621" y="3292"/>
                  </a:cubicBezTo>
                  <a:lnTo>
                    <a:pt x="745" y="3292"/>
                  </a:lnTo>
                  <a:cubicBezTo>
                    <a:pt x="849" y="4795"/>
                    <a:pt x="2102" y="5915"/>
                    <a:pt x="3556" y="5915"/>
                  </a:cubicBezTo>
                  <a:cubicBezTo>
                    <a:pt x="3708" y="5915"/>
                    <a:pt x="3862" y="5903"/>
                    <a:pt x="4017" y="5877"/>
                  </a:cubicBezTo>
                  <a:cubicBezTo>
                    <a:pt x="2634" y="5668"/>
                    <a:pt x="1613" y="4475"/>
                    <a:pt x="1613" y="3073"/>
                  </a:cubicBezTo>
                  <a:lnTo>
                    <a:pt x="1613" y="2767"/>
                  </a:lnTo>
                  <a:cubicBezTo>
                    <a:pt x="1613" y="2399"/>
                    <a:pt x="1911" y="2112"/>
                    <a:pt x="2263" y="2112"/>
                  </a:cubicBezTo>
                  <a:cubicBezTo>
                    <a:pt x="2294" y="2112"/>
                    <a:pt x="2325" y="2114"/>
                    <a:pt x="2357" y="2119"/>
                  </a:cubicBezTo>
                  <a:cubicBezTo>
                    <a:pt x="2767" y="2166"/>
                    <a:pt x="3178" y="2195"/>
                    <a:pt x="3578" y="2195"/>
                  </a:cubicBezTo>
                  <a:cubicBezTo>
                    <a:pt x="4618" y="2195"/>
                    <a:pt x="5706" y="2033"/>
                    <a:pt x="6431" y="1689"/>
                  </a:cubicBezTo>
                  <a:lnTo>
                    <a:pt x="6431" y="1"/>
                  </a:lnTo>
                  <a:close/>
                </a:path>
              </a:pathLst>
            </a:custGeom>
            <a:solidFill>
              <a:srgbClr val="DAE2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681" name="Google Shape;15681;p44"/>
            <p:cNvSpPr/>
            <p:nvPr/>
          </p:nvSpPr>
          <p:spPr>
            <a:xfrm>
              <a:off x="7656027" y="3892380"/>
              <a:ext cx="23017" cy="42970"/>
            </a:xfrm>
            <a:custGeom>
              <a:rect b="b" l="l" r="r" t="t"/>
              <a:pathLst>
                <a:path extrusionOk="0" h="1641" w="879">
                  <a:moveTo>
                    <a:pt x="1" y="0"/>
                  </a:moveTo>
                  <a:lnTo>
                    <a:pt x="1" y="1641"/>
                  </a:lnTo>
                  <a:lnTo>
                    <a:pt x="497" y="1584"/>
                  </a:lnTo>
                  <a:cubicBezTo>
                    <a:pt x="716" y="1555"/>
                    <a:pt x="878" y="1374"/>
                    <a:pt x="878" y="1145"/>
                  </a:cubicBezTo>
                  <a:lnTo>
                    <a:pt x="878" y="0"/>
                  </a:lnTo>
                  <a:close/>
                </a:path>
              </a:pathLst>
            </a:custGeom>
            <a:solidFill>
              <a:srgbClr val="445D7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682" name="Google Shape;15682;p44"/>
            <p:cNvSpPr/>
            <p:nvPr/>
          </p:nvSpPr>
          <p:spPr>
            <a:xfrm>
              <a:off x="7805151" y="3892380"/>
              <a:ext cx="23017" cy="42970"/>
            </a:xfrm>
            <a:custGeom>
              <a:rect b="b" l="l" r="r" t="t"/>
              <a:pathLst>
                <a:path extrusionOk="0" h="1641" w="879">
                  <a:moveTo>
                    <a:pt x="1" y="0"/>
                  </a:moveTo>
                  <a:lnTo>
                    <a:pt x="1" y="1145"/>
                  </a:lnTo>
                  <a:cubicBezTo>
                    <a:pt x="1" y="1374"/>
                    <a:pt x="163" y="1555"/>
                    <a:pt x="382" y="1584"/>
                  </a:cubicBezTo>
                  <a:lnTo>
                    <a:pt x="879" y="1641"/>
                  </a:lnTo>
                  <a:lnTo>
                    <a:pt x="879" y="0"/>
                  </a:lnTo>
                  <a:close/>
                </a:path>
              </a:pathLst>
            </a:custGeom>
            <a:solidFill>
              <a:srgbClr val="445D7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683" name="Google Shape;15683;p44"/>
            <p:cNvSpPr/>
            <p:nvPr/>
          </p:nvSpPr>
          <p:spPr>
            <a:xfrm>
              <a:off x="7679515" y="4038073"/>
              <a:ext cx="62477" cy="57659"/>
            </a:xfrm>
            <a:custGeom>
              <a:rect b="b" l="l" r="r" t="t"/>
              <a:pathLst>
                <a:path extrusionOk="0" h="2202" w="2386">
                  <a:moveTo>
                    <a:pt x="508" y="0"/>
                  </a:moveTo>
                  <a:cubicBezTo>
                    <a:pt x="431" y="0"/>
                    <a:pt x="355" y="43"/>
                    <a:pt x="315" y="122"/>
                  </a:cubicBezTo>
                  <a:lnTo>
                    <a:pt x="29" y="685"/>
                  </a:lnTo>
                  <a:cubicBezTo>
                    <a:pt x="0" y="751"/>
                    <a:pt x="0" y="828"/>
                    <a:pt x="29" y="895"/>
                  </a:cubicBezTo>
                  <a:lnTo>
                    <a:pt x="716" y="2087"/>
                  </a:lnTo>
                  <a:cubicBezTo>
                    <a:pt x="756" y="2161"/>
                    <a:pt x="829" y="2201"/>
                    <a:pt x="905" y="2201"/>
                  </a:cubicBezTo>
                  <a:cubicBezTo>
                    <a:pt x="956" y="2201"/>
                    <a:pt x="1007" y="2183"/>
                    <a:pt x="1050" y="2144"/>
                  </a:cubicBezTo>
                  <a:lnTo>
                    <a:pt x="2385" y="1009"/>
                  </a:lnTo>
                  <a:lnTo>
                    <a:pt x="611" y="26"/>
                  </a:lnTo>
                  <a:cubicBezTo>
                    <a:pt x="578" y="9"/>
                    <a:pt x="543" y="0"/>
                    <a:pt x="508" y="0"/>
                  </a:cubicBezTo>
                  <a:close/>
                </a:path>
              </a:pathLst>
            </a:custGeom>
            <a:solidFill>
              <a:srgbClr val="899CA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684" name="Google Shape;15684;p44"/>
            <p:cNvSpPr/>
            <p:nvPr/>
          </p:nvSpPr>
          <p:spPr>
            <a:xfrm>
              <a:off x="7741966" y="4037942"/>
              <a:ext cx="62477" cy="57843"/>
            </a:xfrm>
            <a:custGeom>
              <a:rect b="b" l="l" r="r" t="t"/>
              <a:pathLst>
                <a:path extrusionOk="0" h="2209" w="2386">
                  <a:moveTo>
                    <a:pt x="1880" y="1"/>
                  </a:moveTo>
                  <a:cubicBezTo>
                    <a:pt x="1844" y="1"/>
                    <a:pt x="1807" y="11"/>
                    <a:pt x="1775" y="31"/>
                  </a:cubicBezTo>
                  <a:lnTo>
                    <a:pt x="0" y="1014"/>
                  </a:lnTo>
                  <a:lnTo>
                    <a:pt x="1336" y="2159"/>
                  </a:lnTo>
                  <a:cubicBezTo>
                    <a:pt x="1377" y="2193"/>
                    <a:pt x="1426" y="2209"/>
                    <a:pt x="1475" y="2209"/>
                  </a:cubicBezTo>
                  <a:cubicBezTo>
                    <a:pt x="1549" y="2209"/>
                    <a:pt x="1624" y="2171"/>
                    <a:pt x="1670" y="2102"/>
                  </a:cubicBezTo>
                  <a:lnTo>
                    <a:pt x="2357" y="900"/>
                  </a:lnTo>
                  <a:cubicBezTo>
                    <a:pt x="2385" y="833"/>
                    <a:pt x="2385" y="756"/>
                    <a:pt x="2357" y="690"/>
                  </a:cubicBezTo>
                  <a:lnTo>
                    <a:pt x="2080" y="127"/>
                  </a:lnTo>
                  <a:cubicBezTo>
                    <a:pt x="2041" y="48"/>
                    <a:pt x="1961" y="1"/>
                    <a:pt x="1880" y="1"/>
                  </a:cubicBezTo>
                  <a:close/>
                </a:path>
              </a:pathLst>
            </a:custGeom>
            <a:solidFill>
              <a:srgbClr val="899CA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685" name="Google Shape;15685;p44"/>
            <p:cNvSpPr/>
            <p:nvPr/>
          </p:nvSpPr>
          <p:spPr>
            <a:xfrm>
              <a:off x="7722694" y="3978528"/>
              <a:ext cx="38806" cy="11312"/>
            </a:xfrm>
            <a:custGeom>
              <a:rect b="b" l="l" r="r" t="t"/>
              <a:pathLst>
                <a:path extrusionOk="0" h="432" w="1482">
                  <a:moveTo>
                    <a:pt x="281" y="0"/>
                  </a:moveTo>
                  <a:cubicBezTo>
                    <a:pt x="1" y="0"/>
                    <a:pt x="1" y="432"/>
                    <a:pt x="281" y="432"/>
                  </a:cubicBezTo>
                  <a:cubicBezTo>
                    <a:pt x="289" y="432"/>
                    <a:pt x="298" y="431"/>
                    <a:pt x="307" y="431"/>
                  </a:cubicBezTo>
                  <a:lnTo>
                    <a:pt x="1175" y="431"/>
                  </a:lnTo>
                  <a:cubicBezTo>
                    <a:pt x="1184" y="431"/>
                    <a:pt x="1193" y="432"/>
                    <a:pt x="1201" y="432"/>
                  </a:cubicBezTo>
                  <a:cubicBezTo>
                    <a:pt x="1481" y="432"/>
                    <a:pt x="1481" y="0"/>
                    <a:pt x="1201" y="0"/>
                  </a:cubicBezTo>
                  <a:cubicBezTo>
                    <a:pt x="1193" y="0"/>
                    <a:pt x="1184" y="1"/>
                    <a:pt x="1175" y="1"/>
                  </a:cubicBezTo>
                  <a:lnTo>
                    <a:pt x="307" y="1"/>
                  </a:lnTo>
                  <a:cubicBezTo>
                    <a:pt x="298" y="1"/>
                    <a:pt x="289" y="0"/>
                    <a:pt x="281" y="0"/>
                  </a:cubicBezTo>
                  <a:close/>
                </a:path>
              </a:pathLst>
            </a:custGeom>
            <a:solidFill>
              <a:srgbClr val="ACB9C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686" name="Google Shape;15686;p44"/>
            <p:cNvSpPr/>
            <p:nvPr/>
          </p:nvSpPr>
          <p:spPr>
            <a:xfrm>
              <a:off x="7656027" y="3892380"/>
              <a:ext cx="172140" cy="28751"/>
            </a:xfrm>
            <a:custGeom>
              <a:rect b="b" l="l" r="r" t="t"/>
              <a:pathLst>
                <a:path extrusionOk="0" h="1098" w="6574">
                  <a:moveTo>
                    <a:pt x="1" y="0"/>
                  </a:moveTo>
                  <a:cubicBezTo>
                    <a:pt x="1" y="611"/>
                    <a:pt x="1470" y="1097"/>
                    <a:pt x="3282" y="1097"/>
                  </a:cubicBezTo>
                  <a:cubicBezTo>
                    <a:pt x="5104" y="1097"/>
                    <a:pt x="6574" y="611"/>
                    <a:pt x="6574" y="0"/>
                  </a:cubicBezTo>
                  <a:close/>
                </a:path>
              </a:pathLst>
            </a:custGeom>
            <a:solidFill>
              <a:srgbClr val="39516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687" name="Google Shape;15687;p44"/>
            <p:cNvSpPr/>
            <p:nvPr/>
          </p:nvSpPr>
          <p:spPr>
            <a:xfrm>
              <a:off x="7656027" y="3857894"/>
              <a:ext cx="172140" cy="34512"/>
            </a:xfrm>
            <a:custGeom>
              <a:rect b="b" l="l" r="r" t="t"/>
              <a:pathLst>
                <a:path extrusionOk="0" h="1318" w="6574">
                  <a:moveTo>
                    <a:pt x="220" y="1"/>
                  </a:moveTo>
                  <a:cubicBezTo>
                    <a:pt x="96" y="1"/>
                    <a:pt x="1" y="106"/>
                    <a:pt x="1" y="220"/>
                  </a:cubicBezTo>
                  <a:lnTo>
                    <a:pt x="1" y="1317"/>
                  </a:lnTo>
                  <a:lnTo>
                    <a:pt x="6574" y="1317"/>
                  </a:lnTo>
                  <a:lnTo>
                    <a:pt x="6574" y="220"/>
                  </a:lnTo>
                  <a:cubicBezTo>
                    <a:pt x="6574" y="106"/>
                    <a:pt x="6478" y="1"/>
                    <a:pt x="6354" y="1"/>
                  </a:cubicBezTo>
                  <a:close/>
                </a:path>
              </a:pathLst>
            </a:custGeom>
            <a:solidFill>
              <a:srgbClr val="667E9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688" name="Google Shape;15688;p44"/>
            <p:cNvSpPr/>
            <p:nvPr/>
          </p:nvSpPr>
          <p:spPr>
            <a:xfrm>
              <a:off x="7724972" y="3823670"/>
              <a:ext cx="34250" cy="39984"/>
            </a:xfrm>
            <a:custGeom>
              <a:rect b="b" l="l" r="r" t="t"/>
              <a:pathLst>
                <a:path extrusionOk="0" h="1527" w="1308">
                  <a:moveTo>
                    <a:pt x="220" y="1"/>
                  </a:moveTo>
                  <a:cubicBezTo>
                    <a:pt x="96" y="1"/>
                    <a:pt x="1" y="96"/>
                    <a:pt x="1" y="220"/>
                  </a:cubicBezTo>
                  <a:lnTo>
                    <a:pt x="1" y="869"/>
                  </a:lnTo>
                  <a:cubicBezTo>
                    <a:pt x="1" y="1231"/>
                    <a:pt x="287" y="1527"/>
                    <a:pt x="649" y="1527"/>
                  </a:cubicBezTo>
                  <a:cubicBezTo>
                    <a:pt x="1012" y="1527"/>
                    <a:pt x="1308" y="1231"/>
                    <a:pt x="1308" y="869"/>
                  </a:cubicBezTo>
                  <a:lnTo>
                    <a:pt x="1308" y="220"/>
                  </a:lnTo>
                  <a:cubicBezTo>
                    <a:pt x="1308" y="96"/>
                    <a:pt x="1212" y="1"/>
                    <a:pt x="1088" y="1"/>
                  </a:cubicBezTo>
                  <a:close/>
                </a:path>
              </a:pathLst>
            </a:custGeom>
            <a:solidFill>
              <a:srgbClr val="F4F7F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689" name="Google Shape;15689;p44"/>
            <p:cNvSpPr/>
            <p:nvPr/>
          </p:nvSpPr>
          <p:spPr>
            <a:xfrm>
              <a:off x="7724763" y="3823670"/>
              <a:ext cx="22964" cy="40115"/>
            </a:xfrm>
            <a:custGeom>
              <a:rect b="b" l="l" r="r" t="t"/>
              <a:pathLst>
                <a:path extrusionOk="0" h="1532" w="877">
                  <a:moveTo>
                    <a:pt x="228" y="1"/>
                  </a:moveTo>
                  <a:cubicBezTo>
                    <a:pt x="104" y="1"/>
                    <a:pt x="9" y="96"/>
                    <a:pt x="9" y="220"/>
                  </a:cubicBezTo>
                  <a:lnTo>
                    <a:pt x="9" y="869"/>
                  </a:lnTo>
                  <a:cubicBezTo>
                    <a:pt x="1" y="1245"/>
                    <a:pt x="309" y="1531"/>
                    <a:pt x="652" y="1531"/>
                  </a:cubicBezTo>
                  <a:cubicBezTo>
                    <a:pt x="726" y="1531"/>
                    <a:pt x="802" y="1518"/>
                    <a:pt x="877" y="1489"/>
                  </a:cubicBezTo>
                  <a:cubicBezTo>
                    <a:pt x="619" y="1393"/>
                    <a:pt x="447" y="1145"/>
                    <a:pt x="438" y="869"/>
                  </a:cubicBezTo>
                  <a:lnTo>
                    <a:pt x="438" y="220"/>
                  </a:lnTo>
                  <a:cubicBezTo>
                    <a:pt x="438" y="96"/>
                    <a:pt x="543" y="1"/>
                    <a:pt x="667" y="1"/>
                  </a:cubicBezTo>
                  <a:close/>
                </a:path>
              </a:pathLst>
            </a:custGeom>
            <a:solidFill>
              <a:srgbClr val="F1F4F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690" name="Google Shape;15690;p44"/>
            <p:cNvSpPr/>
            <p:nvPr/>
          </p:nvSpPr>
          <p:spPr>
            <a:xfrm>
              <a:off x="7609811" y="4080729"/>
              <a:ext cx="51977" cy="64206"/>
            </a:xfrm>
            <a:custGeom>
              <a:rect b="b" l="l" r="r" t="t"/>
              <a:pathLst>
                <a:path extrusionOk="0" h="2452" w="1985">
                  <a:moveTo>
                    <a:pt x="287" y="0"/>
                  </a:moveTo>
                  <a:cubicBezTo>
                    <a:pt x="172" y="96"/>
                    <a:pt x="77" y="201"/>
                    <a:pt x="1" y="334"/>
                  </a:cubicBezTo>
                  <a:lnTo>
                    <a:pt x="1317" y="1479"/>
                  </a:lnTo>
                  <a:cubicBezTo>
                    <a:pt x="1460" y="1603"/>
                    <a:pt x="1546" y="1784"/>
                    <a:pt x="1546" y="1975"/>
                  </a:cubicBezTo>
                  <a:lnTo>
                    <a:pt x="1546" y="2452"/>
                  </a:lnTo>
                  <a:lnTo>
                    <a:pt x="1985" y="2452"/>
                  </a:lnTo>
                  <a:lnTo>
                    <a:pt x="1985" y="1975"/>
                  </a:lnTo>
                  <a:cubicBezTo>
                    <a:pt x="1985" y="1651"/>
                    <a:pt x="1842" y="1355"/>
                    <a:pt x="1603" y="1145"/>
                  </a:cubicBezTo>
                  <a:lnTo>
                    <a:pt x="287" y="0"/>
                  </a:lnTo>
                  <a:close/>
                </a:path>
              </a:pathLst>
            </a:custGeom>
            <a:solidFill>
              <a:srgbClr val="667E9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691" name="Google Shape;15691;p44"/>
            <p:cNvSpPr/>
            <p:nvPr/>
          </p:nvSpPr>
          <p:spPr>
            <a:xfrm>
              <a:off x="7822407" y="4080729"/>
              <a:ext cx="51977" cy="64206"/>
            </a:xfrm>
            <a:custGeom>
              <a:rect b="b" l="l" r="r" t="t"/>
              <a:pathLst>
                <a:path extrusionOk="0" h="2452" w="1985">
                  <a:moveTo>
                    <a:pt x="1698" y="0"/>
                  </a:moveTo>
                  <a:lnTo>
                    <a:pt x="382" y="1145"/>
                  </a:lnTo>
                  <a:cubicBezTo>
                    <a:pt x="134" y="1355"/>
                    <a:pt x="0" y="1651"/>
                    <a:pt x="0" y="1975"/>
                  </a:cubicBezTo>
                  <a:lnTo>
                    <a:pt x="0" y="2452"/>
                  </a:lnTo>
                  <a:lnTo>
                    <a:pt x="439" y="2452"/>
                  </a:lnTo>
                  <a:lnTo>
                    <a:pt x="439" y="1975"/>
                  </a:lnTo>
                  <a:cubicBezTo>
                    <a:pt x="439" y="1784"/>
                    <a:pt x="525" y="1603"/>
                    <a:pt x="668" y="1479"/>
                  </a:cubicBezTo>
                  <a:lnTo>
                    <a:pt x="1984" y="334"/>
                  </a:lnTo>
                  <a:cubicBezTo>
                    <a:pt x="1908" y="201"/>
                    <a:pt x="1813" y="96"/>
                    <a:pt x="1698" y="0"/>
                  </a:cubicBezTo>
                  <a:close/>
                </a:path>
              </a:pathLst>
            </a:custGeom>
            <a:solidFill>
              <a:srgbClr val="667E9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5692" name="Google Shape;15692;p44"/>
          <p:cNvGrpSpPr/>
          <p:nvPr/>
        </p:nvGrpSpPr>
        <p:grpSpPr>
          <a:xfrm>
            <a:off x="7154427" y="3637806"/>
            <a:ext cx="274550" cy="354493"/>
            <a:chOff x="7154427" y="3790206"/>
            <a:chExt cx="274550" cy="354493"/>
          </a:xfrm>
        </p:grpSpPr>
        <p:sp>
          <p:nvSpPr>
            <p:cNvPr id="15693" name="Google Shape;15693;p44"/>
            <p:cNvSpPr/>
            <p:nvPr/>
          </p:nvSpPr>
          <p:spPr>
            <a:xfrm>
              <a:off x="7154427" y="3978790"/>
              <a:ext cx="274550" cy="165908"/>
            </a:xfrm>
            <a:custGeom>
              <a:rect b="b" l="l" r="r" t="t"/>
              <a:pathLst>
                <a:path extrusionOk="0" h="6336" w="10485">
                  <a:moveTo>
                    <a:pt x="3711" y="1"/>
                  </a:moveTo>
                  <a:lnTo>
                    <a:pt x="3711" y="1041"/>
                  </a:lnTo>
                  <a:cubicBezTo>
                    <a:pt x="3711" y="1336"/>
                    <a:pt x="3521" y="1585"/>
                    <a:pt x="3244" y="1670"/>
                  </a:cubicBezTo>
                  <a:lnTo>
                    <a:pt x="935" y="2348"/>
                  </a:lnTo>
                  <a:cubicBezTo>
                    <a:pt x="382" y="2510"/>
                    <a:pt x="0" y="3025"/>
                    <a:pt x="0" y="3607"/>
                  </a:cubicBezTo>
                  <a:lnTo>
                    <a:pt x="0" y="5687"/>
                  </a:lnTo>
                  <a:cubicBezTo>
                    <a:pt x="0" y="6049"/>
                    <a:pt x="287" y="6335"/>
                    <a:pt x="649" y="6335"/>
                  </a:cubicBezTo>
                  <a:lnTo>
                    <a:pt x="9826" y="6335"/>
                  </a:lnTo>
                  <a:cubicBezTo>
                    <a:pt x="10189" y="6335"/>
                    <a:pt x="10485" y="6049"/>
                    <a:pt x="10485" y="5687"/>
                  </a:cubicBezTo>
                  <a:lnTo>
                    <a:pt x="10485" y="3607"/>
                  </a:lnTo>
                  <a:cubicBezTo>
                    <a:pt x="10485" y="3025"/>
                    <a:pt x="10094" y="2510"/>
                    <a:pt x="9540" y="2348"/>
                  </a:cubicBezTo>
                  <a:lnTo>
                    <a:pt x="7241" y="1670"/>
                  </a:lnTo>
                  <a:cubicBezTo>
                    <a:pt x="6955" y="1585"/>
                    <a:pt x="6764" y="1336"/>
                    <a:pt x="6764" y="1041"/>
                  </a:cubicBezTo>
                  <a:lnTo>
                    <a:pt x="6764" y="1"/>
                  </a:lnTo>
                  <a:close/>
                </a:path>
              </a:pathLst>
            </a:custGeom>
            <a:solidFill>
              <a:srgbClr val="909DA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694" name="Google Shape;15694;p44"/>
            <p:cNvSpPr/>
            <p:nvPr/>
          </p:nvSpPr>
          <p:spPr>
            <a:xfrm>
              <a:off x="7154427" y="4035743"/>
              <a:ext cx="274550" cy="108956"/>
            </a:xfrm>
            <a:custGeom>
              <a:rect b="b" l="l" r="r" t="t"/>
              <a:pathLst>
                <a:path extrusionOk="0" h="4161" w="10485">
                  <a:moveTo>
                    <a:pt x="1517" y="1"/>
                  </a:moveTo>
                  <a:lnTo>
                    <a:pt x="945" y="173"/>
                  </a:lnTo>
                  <a:cubicBezTo>
                    <a:pt x="382" y="335"/>
                    <a:pt x="0" y="840"/>
                    <a:pt x="0" y="1422"/>
                  </a:cubicBezTo>
                  <a:lnTo>
                    <a:pt x="0" y="3502"/>
                  </a:lnTo>
                  <a:cubicBezTo>
                    <a:pt x="0" y="3865"/>
                    <a:pt x="296" y="4160"/>
                    <a:pt x="659" y="4160"/>
                  </a:cubicBezTo>
                  <a:lnTo>
                    <a:pt x="9826" y="4160"/>
                  </a:lnTo>
                  <a:cubicBezTo>
                    <a:pt x="10189" y="4160"/>
                    <a:pt x="10485" y="3865"/>
                    <a:pt x="10485" y="3502"/>
                  </a:cubicBezTo>
                  <a:lnTo>
                    <a:pt x="10485" y="1432"/>
                  </a:lnTo>
                  <a:cubicBezTo>
                    <a:pt x="10485" y="850"/>
                    <a:pt x="10094" y="335"/>
                    <a:pt x="9540" y="173"/>
                  </a:cubicBezTo>
                  <a:lnTo>
                    <a:pt x="8968" y="11"/>
                  </a:lnTo>
                  <a:lnTo>
                    <a:pt x="5238" y="1871"/>
                  </a:lnTo>
                  <a:lnTo>
                    <a:pt x="1517" y="1"/>
                  </a:lnTo>
                  <a:close/>
                </a:path>
              </a:pathLst>
            </a:custGeom>
            <a:solidFill>
              <a:srgbClr val="F4F7F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695" name="Google Shape;15695;p44"/>
            <p:cNvSpPr/>
            <p:nvPr/>
          </p:nvSpPr>
          <p:spPr>
            <a:xfrm>
              <a:off x="7251600" y="3978790"/>
              <a:ext cx="79969" cy="22964"/>
            </a:xfrm>
            <a:custGeom>
              <a:rect b="b" l="l" r="r" t="t"/>
              <a:pathLst>
                <a:path extrusionOk="0" h="877" w="3054">
                  <a:moveTo>
                    <a:pt x="0" y="1"/>
                  </a:moveTo>
                  <a:lnTo>
                    <a:pt x="0" y="497"/>
                  </a:lnTo>
                  <a:cubicBezTo>
                    <a:pt x="477" y="750"/>
                    <a:pt x="1002" y="876"/>
                    <a:pt x="1527" y="876"/>
                  </a:cubicBezTo>
                  <a:cubicBezTo>
                    <a:pt x="2051" y="876"/>
                    <a:pt x="2576" y="750"/>
                    <a:pt x="3053" y="497"/>
                  </a:cubicBezTo>
                  <a:lnTo>
                    <a:pt x="3053" y="1"/>
                  </a:lnTo>
                  <a:close/>
                </a:path>
              </a:pathLst>
            </a:custGeom>
            <a:solidFill>
              <a:srgbClr val="6F809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696" name="Google Shape;15696;p44"/>
            <p:cNvSpPr/>
            <p:nvPr/>
          </p:nvSpPr>
          <p:spPr>
            <a:xfrm>
              <a:off x="7195145" y="3835925"/>
              <a:ext cx="192381" cy="154387"/>
            </a:xfrm>
            <a:custGeom>
              <a:rect b="b" l="l" r="r" t="t"/>
              <a:pathLst>
                <a:path extrusionOk="0" h="5896" w="7347">
                  <a:moveTo>
                    <a:pt x="840" y="0"/>
                  </a:moveTo>
                  <a:lnTo>
                    <a:pt x="840" y="2185"/>
                  </a:lnTo>
                  <a:lnTo>
                    <a:pt x="725" y="2185"/>
                  </a:lnTo>
                  <a:cubicBezTo>
                    <a:pt x="0" y="2185"/>
                    <a:pt x="0" y="3282"/>
                    <a:pt x="725" y="3282"/>
                  </a:cubicBezTo>
                  <a:lnTo>
                    <a:pt x="849" y="3282"/>
                  </a:lnTo>
                  <a:cubicBezTo>
                    <a:pt x="964" y="4751"/>
                    <a:pt x="2195" y="5896"/>
                    <a:pt x="3673" y="5896"/>
                  </a:cubicBezTo>
                  <a:cubicBezTo>
                    <a:pt x="5161" y="5896"/>
                    <a:pt x="6392" y="4751"/>
                    <a:pt x="6507" y="3282"/>
                  </a:cubicBezTo>
                  <a:lnTo>
                    <a:pt x="6621" y="3282"/>
                  </a:lnTo>
                  <a:cubicBezTo>
                    <a:pt x="7346" y="3272"/>
                    <a:pt x="7346" y="2185"/>
                    <a:pt x="6621" y="2185"/>
                  </a:cubicBezTo>
                  <a:lnTo>
                    <a:pt x="6516" y="2185"/>
                  </a:lnTo>
                  <a:lnTo>
                    <a:pt x="6516" y="0"/>
                  </a:lnTo>
                  <a:close/>
                </a:path>
              </a:pathLst>
            </a:custGeom>
            <a:solidFill>
              <a:srgbClr val="F6F8F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697" name="Google Shape;15697;p44"/>
            <p:cNvSpPr/>
            <p:nvPr/>
          </p:nvSpPr>
          <p:spPr>
            <a:xfrm>
              <a:off x="7195145" y="3835925"/>
              <a:ext cx="107935" cy="154387"/>
            </a:xfrm>
            <a:custGeom>
              <a:rect b="b" l="l" r="r" t="t"/>
              <a:pathLst>
                <a:path extrusionOk="0" h="5896" w="4122">
                  <a:moveTo>
                    <a:pt x="840" y="0"/>
                  </a:moveTo>
                  <a:lnTo>
                    <a:pt x="840" y="2185"/>
                  </a:lnTo>
                  <a:lnTo>
                    <a:pt x="735" y="2185"/>
                  </a:lnTo>
                  <a:cubicBezTo>
                    <a:pt x="0" y="2185"/>
                    <a:pt x="0" y="3282"/>
                    <a:pt x="735" y="3282"/>
                  </a:cubicBezTo>
                  <a:lnTo>
                    <a:pt x="849" y="3282"/>
                  </a:lnTo>
                  <a:cubicBezTo>
                    <a:pt x="953" y="4776"/>
                    <a:pt x="2206" y="5895"/>
                    <a:pt x="3660" y="5895"/>
                  </a:cubicBezTo>
                  <a:cubicBezTo>
                    <a:pt x="3812" y="5895"/>
                    <a:pt x="3966" y="5883"/>
                    <a:pt x="4122" y="5858"/>
                  </a:cubicBezTo>
                  <a:cubicBezTo>
                    <a:pt x="2738" y="5648"/>
                    <a:pt x="1718" y="4455"/>
                    <a:pt x="1718" y="3062"/>
                  </a:cubicBezTo>
                  <a:lnTo>
                    <a:pt x="1718" y="0"/>
                  </a:lnTo>
                  <a:close/>
                </a:path>
              </a:pathLst>
            </a:custGeom>
            <a:solidFill>
              <a:srgbClr val="F2F4F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698" name="Google Shape;15698;p44"/>
            <p:cNvSpPr/>
            <p:nvPr/>
          </p:nvSpPr>
          <p:spPr>
            <a:xfrm>
              <a:off x="7205619" y="3790206"/>
              <a:ext cx="171905" cy="91438"/>
            </a:xfrm>
            <a:custGeom>
              <a:rect b="b" l="l" r="r" t="t"/>
              <a:pathLst>
                <a:path extrusionOk="0" h="3492" w="6565">
                  <a:moveTo>
                    <a:pt x="3300" y="0"/>
                  </a:moveTo>
                  <a:cubicBezTo>
                    <a:pt x="3294" y="0"/>
                    <a:pt x="3289" y="0"/>
                    <a:pt x="3283" y="0"/>
                  </a:cubicBezTo>
                  <a:cubicBezTo>
                    <a:pt x="1470" y="0"/>
                    <a:pt x="1" y="1469"/>
                    <a:pt x="1" y="3272"/>
                  </a:cubicBezTo>
                  <a:lnTo>
                    <a:pt x="1" y="3492"/>
                  </a:lnTo>
                  <a:lnTo>
                    <a:pt x="6564" y="3492"/>
                  </a:lnTo>
                  <a:lnTo>
                    <a:pt x="6564" y="3272"/>
                  </a:lnTo>
                  <a:cubicBezTo>
                    <a:pt x="6564" y="1466"/>
                    <a:pt x="5105" y="0"/>
                    <a:pt x="3300" y="0"/>
                  </a:cubicBezTo>
                  <a:close/>
                </a:path>
              </a:pathLst>
            </a:custGeom>
            <a:solidFill>
              <a:srgbClr val="909DA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699" name="Google Shape;15699;p44"/>
            <p:cNvSpPr/>
            <p:nvPr/>
          </p:nvSpPr>
          <p:spPr>
            <a:xfrm>
              <a:off x="7245839" y="3790206"/>
              <a:ext cx="91464" cy="91438"/>
            </a:xfrm>
            <a:custGeom>
              <a:rect b="b" l="l" r="r" t="t"/>
              <a:pathLst>
                <a:path extrusionOk="0" h="3492" w="3493">
                  <a:moveTo>
                    <a:pt x="1747" y="0"/>
                  </a:moveTo>
                  <a:cubicBezTo>
                    <a:pt x="1127" y="0"/>
                    <a:pt x="516" y="172"/>
                    <a:pt x="1" y="506"/>
                  </a:cubicBezTo>
                  <a:lnTo>
                    <a:pt x="1" y="3492"/>
                  </a:lnTo>
                  <a:lnTo>
                    <a:pt x="3493" y="3492"/>
                  </a:lnTo>
                  <a:lnTo>
                    <a:pt x="3493" y="506"/>
                  </a:lnTo>
                  <a:cubicBezTo>
                    <a:pt x="2968" y="172"/>
                    <a:pt x="2367" y="0"/>
                    <a:pt x="1747" y="0"/>
                  </a:cubicBezTo>
                  <a:close/>
                </a:path>
              </a:pathLst>
            </a:custGeom>
            <a:solidFill>
              <a:srgbClr val="F4F7F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700" name="Google Shape;15700;p44"/>
            <p:cNvSpPr/>
            <p:nvPr/>
          </p:nvSpPr>
          <p:spPr>
            <a:xfrm>
              <a:off x="7274328" y="3875883"/>
              <a:ext cx="34486" cy="34486"/>
            </a:xfrm>
            <a:custGeom>
              <a:rect b="b" l="l" r="r" t="t"/>
              <a:pathLst>
                <a:path extrusionOk="0" h="1317" w="1317">
                  <a:moveTo>
                    <a:pt x="0" y="0"/>
                  </a:moveTo>
                  <a:lnTo>
                    <a:pt x="0" y="1317"/>
                  </a:lnTo>
                  <a:lnTo>
                    <a:pt x="1317" y="1317"/>
                  </a:lnTo>
                  <a:lnTo>
                    <a:pt x="1317" y="0"/>
                  </a:lnTo>
                  <a:close/>
                </a:path>
              </a:pathLst>
            </a:custGeom>
            <a:solidFill>
              <a:srgbClr val="39516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701" name="Google Shape;15701;p44"/>
            <p:cNvSpPr/>
            <p:nvPr/>
          </p:nvSpPr>
          <p:spPr>
            <a:xfrm>
              <a:off x="7266106" y="3933019"/>
              <a:ext cx="50747" cy="17334"/>
            </a:xfrm>
            <a:custGeom>
              <a:rect b="b" l="l" r="r" t="t"/>
              <a:pathLst>
                <a:path extrusionOk="0" h="662" w="1938">
                  <a:moveTo>
                    <a:pt x="316" y="1"/>
                  </a:moveTo>
                  <a:cubicBezTo>
                    <a:pt x="149" y="1"/>
                    <a:pt x="1" y="222"/>
                    <a:pt x="162" y="375"/>
                  </a:cubicBezTo>
                  <a:cubicBezTo>
                    <a:pt x="380" y="566"/>
                    <a:pt x="651" y="662"/>
                    <a:pt x="932" y="662"/>
                  </a:cubicBezTo>
                  <a:cubicBezTo>
                    <a:pt x="946" y="662"/>
                    <a:pt x="959" y="662"/>
                    <a:pt x="973" y="661"/>
                  </a:cubicBezTo>
                  <a:cubicBezTo>
                    <a:pt x="986" y="662"/>
                    <a:pt x="1000" y="662"/>
                    <a:pt x="1013" y="662"/>
                  </a:cubicBezTo>
                  <a:cubicBezTo>
                    <a:pt x="1294" y="662"/>
                    <a:pt x="1565" y="566"/>
                    <a:pt x="1784" y="375"/>
                  </a:cubicBezTo>
                  <a:cubicBezTo>
                    <a:pt x="1937" y="222"/>
                    <a:pt x="1794" y="1"/>
                    <a:pt x="1628" y="1"/>
                  </a:cubicBezTo>
                  <a:cubicBezTo>
                    <a:pt x="1577" y="1"/>
                    <a:pt x="1525" y="21"/>
                    <a:pt x="1478" y="70"/>
                  </a:cubicBezTo>
                  <a:cubicBezTo>
                    <a:pt x="1326" y="170"/>
                    <a:pt x="1149" y="220"/>
                    <a:pt x="973" y="220"/>
                  </a:cubicBezTo>
                  <a:cubicBezTo>
                    <a:pt x="796" y="220"/>
                    <a:pt x="620" y="170"/>
                    <a:pt x="467" y="70"/>
                  </a:cubicBezTo>
                  <a:cubicBezTo>
                    <a:pt x="420" y="21"/>
                    <a:pt x="368" y="1"/>
                    <a:pt x="316" y="1"/>
                  </a:cubicBezTo>
                  <a:close/>
                </a:path>
              </a:pathLst>
            </a:custGeom>
            <a:solidFill>
              <a:srgbClr val="E7ECF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702" name="Google Shape;15702;p44"/>
            <p:cNvSpPr/>
            <p:nvPr/>
          </p:nvSpPr>
          <p:spPr>
            <a:xfrm>
              <a:off x="7205619" y="3875883"/>
              <a:ext cx="74470" cy="49804"/>
            </a:xfrm>
            <a:custGeom>
              <a:rect b="b" l="l" r="r" t="t"/>
              <a:pathLst>
                <a:path extrusionOk="0" h="1902" w="2844">
                  <a:moveTo>
                    <a:pt x="1" y="0"/>
                  </a:moveTo>
                  <a:lnTo>
                    <a:pt x="1" y="430"/>
                  </a:lnTo>
                  <a:cubicBezTo>
                    <a:pt x="1" y="573"/>
                    <a:pt x="77" y="706"/>
                    <a:pt x="192" y="792"/>
                  </a:cubicBezTo>
                  <a:lnTo>
                    <a:pt x="1585" y="1756"/>
                  </a:lnTo>
                  <a:cubicBezTo>
                    <a:pt x="1729" y="1856"/>
                    <a:pt x="1888" y="1902"/>
                    <a:pt x="2042" y="1902"/>
                  </a:cubicBezTo>
                  <a:cubicBezTo>
                    <a:pt x="2458" y="1902"/>
                    <a:pt x="2844" y="1571"/>
                    <a:pt x="2844" y="1098"/>
                  </a:cubicBezTo>
                  <a:lnTo>
                    <a:pt x="2844" y="220"/>
                  </a:lnTo>
                  <a:cubicBezTo>
                    <a:pt x="2844" y="96"/>
                    <a:pt x="2748" y="0"/>
                    <a:pt x="2634" y="0"/>
                  </a:cubicBezTo>
                  <a:close/>
                </a:path>
              </a:pathLst>
            </a:custGeom>
            <a:solidFill>
              <a:srgbClr val="576D8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703" name="Google Shape;15703;p44"/>
            <p:cNvSpPr/>
            <p:nvPr/>
          </p:nvSpPr>
          <p:spPr>
            <a:xfrm>
              <a:off x="7303053" y="3875883"/>
              <a:ext cx="74208" cy="49699"/>
            </a:xfrm>
            <a:custGeom>
              <a:rect b="b" l="l" r="r" t="t"/>
              <a:pathLst>
                <a:path extrusionOk="0" h="1898" w="2834">
                  <a:moveTo>
                    <a:pt x="210" y="0"/>
                  </a:moveTo>
                  <a:cubicBezTo>
                    <a:pt x="96" y="0"/>
                    <a:pt x="1" y="96"/>
                    <a:pt x="1" y="220"/>
                  </a:cubicBezTo>
                  <a:lnTo>
                    <a:pt x="1" y="1098"/>
                  </a:lnTo>
                  <a:cubicBezTo>
                    <a:pt x="1" y="1572"/>
                    <a:pt x="388" y="1898"/>
                    <a:pt x="801" y="1898"/>
                  </a:cubicBezTo>
                  <a:cubicBezTo>
                    <a:pt x="953" y="1898"/>
                    <a:pt x="1109" y="1853"/>
                    <a:pt x="1250" y="1756"/>
                  </a:cubicBezTo>
                  <a:lnTo>
                    <a:pt x="2643" y="792"/>
                  </a:lnTo>
                  <a:cubicBezTo>
                    <a:pt x="2767" y="706"/>
                    <a:pt x="2834" y="573"/>
                    <a:pt x="2834" y="430"/>
                  </a:cubicBezTo>
                  <a:lnTo>
                    <a:pt x="2834" y="10"/>
                  </a:lnTo>
                  <a:lnTo>
                    <a:pt x="2834" y="0"/>
                  </a:lnTo>
                  <a:close/>
                </a:path>
              </a:pathLst>
            </a:custGeom>
            <a:solidFill>
              <a:srgbClr val="576D8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704" name="Google Shape;15704;p44"/>
            <p:cNvSpPr/>
            <p:nvPr/>
          </p:nvSpPr>
          <p:spPr>
            <a:xfrm>
              <a:off x="7254349" y="3893061"/>
              <a:ext cx="11521" cy="17308"/>
            </a:xfrm>
            <a:custGeom>
              <a:rect b="b" l="l" r="r" t="t"/>
              <a:pathLst>
                <a:path extrusionOk="0" h="661" w="440">
                  <a:moveTo>
                    <a:pt x="220" y="0"/>
                  </a:moveTo>
                  <a:cubicBezTo>
                    <a:pt x="110" y="0"/>
                    <a:pt x="0" y="74"/>
                    <a:pt x="0" y="222"/>
                  </a:cubicBezTo>
                  <a:lnTo>
                    <a:pt x="0" y="442"/>
                  </a:lnTo>
                  <a:cubicBezTo>
                    <a:pt x="0" y="556"/>
                    <a:pt x="96" y="661"/>
                    <a:pt x="220" y="661"/>
                  </a:cubicBezTo>
                  <a:cubicBezTo>
                    <a:pt x="344" y="661"/>
                    <a:pt x="439" y="566"/>
                    <a:pt x="439" y="442"/>
                  </a:cubicBezTo>
                  <a:lnTo>
                    <a:pt x="439" y="222"/>
                  </a:lnTo>
                  <a:cubicBezTo>
                    <a:pt x="439" y="74"/>
                    <a:pt x="329" y="0"/>
                    <a:pt x="220" y="0"/>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705" name="Google Shape;15705;p44"/>
            <p:cNvSpPr/>
            <p:nvPr/>
          </p:nvSpPr>
          <p:spPr>
            <a:xfrm>
              <a:off x="7317298" y="3893061"/>
              <a:ext cx="11521" cy="17308"/>
            </a:xfrm>
            <a:custGeom>
              <a:rect b="b" l="l" r="r" t="t"/>
              <a:pathLst>
                <a:path extrusionOk="0" h="661" w="440">
                  <a:moveTo>
                    <a:pt x="220" y="0"/>
                  </a:moveTo>
                  <a:cubicBezTo>
                    <a:pt x="110" y="0"/>
                    <a:pt x="0" y="74"/>
                    <a:pt x="0" y="222"/>
                  </a:cubicBezTo>
                  <a:lnTo>
                    <a:pt x="0" y="442"/>
                  </a:lnTo>
                  <a:cubicBezTo>
                    <a:pt x="0" y="556"/>
                    <a:pt x="96" y="661"/>
                    <a:pt x="220" y="661"/>
                  </a:cubicBezTo>
                  <a:cubicBezTo>
                    <a:pt x="334" y="661"/>
                    <a:pt x="439" y="566"/>
                    <a:pt x="439" y="442"/>
                  </a:cubicBezTo>
                  <a:lnTo>
                    <a:pt x="439" y="222"/>
                  </a:lnTo>
                  <a:cubicBezTo>
                    <a:pt x="439" y="74"/>
                    <a:pt x="329" y="0"/>
                    <a:pt x="220" y="0"/>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706" name="Google Shape;15706;p44"/>
            <p:cNvSpPr/>
            <p:nvPr/>
          </p:nvSpPr>
          <p:spPr>
            <a:xfrm>
              <a:off x="7257099" y="4058890"/>
              <a:ext cx="63158" cy="85808"/>
            </a:xfrm>
            <a:custGeom>
              <a:rect b="b" l="l" r="r" t="t"/>
              <a:pathLst>
                <a:path extrusionOk="0" h="3277" w="2412">
                  <a:moveTo>
                    <a:pt x="1316" y="1"/>
                  </a:moveTo>
                  <a:cubicBezTo>
                    <a:pt x="1118" y="1"/>
                    <a:pt x="914" y="56"/>
                    <a:pt x="725" y="176"/>
                  </a:cubicBezTo>
                  <a:cubicBezTo>
                    <a:pt x="0" y="634"/>
                    <a:pt x="77" y="1721"/>
                    <a:pt x="859" y="2084"/>
                  </a:cubicBezTo>
                  <a:cubicBezTo>
                    <a:pt x="1011" y="2160"/>
                    <a:pt x="1107" y="2313"/>
                    <a:pt x="1107" y="2475"/>
                  </a:cubicBezTo>
                  <a:lnTo>
                    <a:pt x="1107" y="3276"/>
                  </a:lnTo>
                  <a:lnTo>
                    <a:pt x="1536" y="3276"/>
                  </a:lnTo>
                  <a:lnTo>
                    <a:pt x="1536" y="2475"/>
                  </a:lnTo>
                  <a:cubicBezTo>
                    <a:pt x="1536" y="2313"/>
                    <a:pt x="1632" y="2160"/>
                    <a:pt x="1784" y="2084"/>
                  </a:cubicBezTo>
                  <a:cubicBezTo>
                    <a:pt x="2166" y="1903"/>
                    <a:pt x="2404" y="1521"/>
                    <a:pt x="2404" y="1092"/>
                  </a:cubicBezTo>
                  <a:cubicBezTo>
                    <a:pt x="2411" y="454"/>
                    <a:pt x="1887" y="1"/>
                    <a:pt x="1316" y="1"/>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707" name="Google Shape;15707;p44"/>
            <p:cNvSpPr/>
            <p:nvPr/>
          </p:nvSpPr>
          <p:spPr>
            <a:xfrm>
              <a:off x="7267232" y="3835873"/>
              <a:ext cx="49594" cy="23043"/>
            </a:xfrm>
            <a:custGeom>
              <a:rect b="b" l="l" r="r" t="t"/>
              <a:pathLst>
                <a:path extrusionOk="0" h="880" w="1894">
                  <a:moveTo>
                    <a:pt x="1559" y="0"/>
                  </a:moveTo>
                  <a:cubicBezTo>
                    <a:pt x="1526" y="0"/>
                    <a:pt x="1494" y="12"/>
                    <a:pt x="1464" y="40"/>
                  </a:cubicBezTo>
                  <a:lnTo>
                    <a:pt x="930" y="403"/>
                  </a:lnTo>
                  <a:lnTo>
                    <a:pt x="395" y="40"/>
                  </a:lnTo>
                  <a:cubicBezTo>
                    <a:pt x="364" y="27"/>
                    <a:pt x="333" y="21"/>
                    <a:pt x="304" y="21"/>
                  </a:cubicBezTo>
                  <a:cubicBezTo>
                    <a:pt x="121" y="21"/>
                    <a:pt x="1" y="255"/>
                    <a:pt x="157" y="403"/>
                  </a:cubicBezTo>
                  <a:lnTo>
                    <a:pt x="806" y="842"/>
                  </a:lnTo>
                  <a:cubicBezTo>
                    <a:pt x="844" y="861"/>
                    <a:pt x="882" y="870"/>
                    <a:pt x="930" y="880"/>
                  </a:cubicBezTo>
                  <a:cubicBezTo>
                    <a:pt x="968" y="870"/>
                    <a:pt x="1006" y="861"/>
                    <a:pt x="1044" y="842"/>
                  </a:cubicBezTo>
                  <a:lnTo>
                    <a:pt x="1702" y="403"/>
                  </a:lnTo>
                  <a:cubicBezTo>
                    <a:pt x="1894" y="315"/>
                    <a:pt x="1725" y="0"/>
                    <a:pt x="1559" y="0"/>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708" name="Google Shape;15708;p44"/>
            <p:cNvSpPr/>
            <p:nvPr/>
          </p:nvSpPr>
          <p:spPr>
            <a:xfrm>
              <a:off x="7285824" y="3818800"/>
              <a:ext cx="11521" cy="17151"/>
            </a:xfrm>
            <a:custGeom>
              <a:rect b="b" l="l" r="r" t="t"/>
              <a:pathLst>
                <a:path extrusionOk="0" h="655" w="440">
                  <a:moveTo>
                    <a:pt x="220" y="1"/>
                  </a:moveTo>
                  <a:cubicBezTo>
                    <a:pt x="110" y="1"/>
                    <a:pt x="0" y="72"/>
                    <a:pt x="0" y="215"/>
                  </a:cubicBezTo>
                  <a:lnTo>
                    <a:pt x="0" y="435"/>
                  </a:lnTo>
                  <a:cubicBezTo>
                    <a:pt x="0" y="559"/>
                    <a:pt x="96" y="654"/>
                    <a:pt x="220" y="654"/>
                  </a:cubicBezTo>
                  <a:cubicBezTo>
                    <a:pt x="344" y="654"/>
                    <a:pt x="439" y="559"/>
                    <a:pt x="439" y="435"/>
                  </a:cubicBezTo>
                  <a:lnTo>
                    <a:pt x="439" y="215"/>
                  </a:lnTo>
                  <a:cubicBezTo>
                    <a:pt x="439" y="72"/>
                    <a:pt x="329" y="1"/>
                    <a:pt x="220" y="1"/>
                  </a:cubicBezTo>
                  <a:close/>
                </a:path>
              </a:pathLst>
            </a:custGeom>
            <a:solidFill>
              <a:srgbClr val="909DA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709" name="Google Shape;15709;p44"/>
            <p:cNvSpPr/>
            <p:nvPr/>
          </p:nvSpPr>
          <p:spPr>
            <a:xfrm>
              <a:off x="7371501" y="4046505"/>
              <a:ext cx="51742" cy="98194"/>
            </a:xfrm>
            <a:custGeom>
              <a:rect b="b" l="l" r="r" t="t"/>
              <a:pathLst>
                <a:path extrusionOk="0" h="3750" w="1976">
                  <a:moveTo>
                    <a:pt x="1689" y="0"/>
                  </a:moveTo>
                  <a:lnTo>
                    <a:pt x="382" y="1145"/>
                  </a:lnTo>
                  <a:cubicBezTo>
                    <a:pt x="144" y="1345"/>
                    <a:pt x="1" y="1651"/>
                    <a:pt x="1" y="1965"/>
                  </a:cubicBezTo>
                  <a:lnTo>
                    <a:pt x="1" y="3749"/>
                  </a:lnTo>
                  <a:lnTo>
                    <a:pt x="439" y="3749"/>
                  </a:lnTo>
                  <a:lnTo>
                    <a:pt x="439" y="1965"/>
                  </a:lnTo>
                  <a:cubicBezTo>
                    <a:pt x="439" y="1775"/>
                    <a:pt x="525" y="1593"/>
                    <a:pt x="668" y="1469"/>
                  </a:cubicBezTo>
                  <a:lnTo>
                    <a:pt x="1975" y="325"/>
                  </a:lnTo>
                  <a:cubicBezTo>
                    <a:pt x="1899" y="201"/>
                    <a:pt x="1804" y="86"/>
                    <a:pt x="1689" y="0"/>
                  </a:cubicBezTo>
                  <a:close/>
                </a:path>
              </a:pathLst>
            </a:custGeom>
            <a:solidFill>
              <a:srgbClr val="F1F4F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710" name="Google Shape;15710;p44"/>
            <p:cNvSpPr/>
            <p:nvPr/>
          </p:nvSpPr>
          <p:spPr>
            <a:xfrm>
              <a:off x="7159664" y="4046505"/>
              <a:ext cx="51742" cy="98194"/>
            </a:xfrm>
            <a:custGeom>
              <a:rect b="b" l="l" r="r" t="t"/>
              <a:pathLst>
                <a:path extrusionOk="0" h="3750" w="1976">
                  <a:moveTo>
                    <a:pt x="296" y="0"/>
                  </a:moveTo>
                  <a:cubicBezTo>
                    <a:pt x="182" y="86"/>
                    <a:pt x="77" y="201"/>
                    <a:pt x="1" y="325"/>
                  </a:cubicBezTo>
                  <a:lnTo>
                    <a:pt x="1317" y="1469"/>
                  </a:lnTo>
                  <a:cubicBezTo>
                    <a:pt x="1460" y="1593"/>
                    <a:pt x="1537" y="1775"/>
                    <a:pt x="1546" y="1965"/>
                  </a:cubicBezTo>
                  <a:lnTo>
                    <a:pt x="1546" y="3749"/>
                  </a:lnTo>
                  <a:lnTo>
                    <a:pt x="1975" y="3749"/>
                  </a:lnTo>
                  <a:lnTo>
                    <a:pt x="1975" y="1965"/>
                  </a:lnTo>
                  <a:cubicBezTo>
                    <a:pt x="1975" y="1651"/>
                    <a:pt x="1842" y="1345"/>
                    <a:pt x="1603" y="1145"/>
                  </a:cubicBezTo>
                  <a:lnTo>
                    <a:pt x="296" y="0"/>
                  </a:lnTo>
                  <a:close/>
                </a:path>
              </a:pathLst>
            </a:custGeom>
            <a:solidFill>
              <a:srgbClr val="F1F4F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711" name="Google Shape;15711;p44"/>
            <p:cNvSpPr/>
            <p:nvPr/>
          </p:nvSpPr>
          <p:spPr>
            <a:xfrm>
              <a:off x="7274328" y="4070490"/>
              <a:ext cx="34486" cy="34224"/>
            </a:xfrm>
            <a:custGeom>
              <a:rect b="b" l="l" r="r" t="t"/>
              <a:pathLst>
                <a:path extrusionOk="0" h="1307" w="1317">
                  <a:moveTo>
                    <a:pt x="659" y="0"/>
                  </a:moveTo>
                  <a:cubicBezTo>
                    <a:pt x="296" y="0"/>
                    <a:pt x="0" y="286"/>
                    <a:pt x="0" y="649"/>
                  </a:cubicBezTo>
                  <a:cubicBezTo>
                    <a:pt x="0" y="1011"/>
                    <a:pt x="296" y="1307"/>
                    <a:pt x="659" y="1307"/>
                  </a:cubicBezTo>
                  <a:cubicBezTo>
                    <a:pt x="1021" y="1307"/>
                    <a:pt x="1317" y="1011"/>
                    <a:pt x="1317" y="649"/>
                  </a:cubicBezTo>
                  <a:cubicBezTo>
                    <a:pt x="1317" y="286"/>
                    <a:pt x="1021" y="0"/>
                    <a:pt x="659" y="0"/>
                  </a:cubicBezTo>
                  <a:close/>
                </a:path>
              </a:pathLst>
            </a:custGeom>
            <a:solidFill>
              <a:srgbClr val="909DA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712" name="Google Shape;15712;p44"/>
            <p:cNvSpPr/>
            <p:nvPr/>
          </p:nvSpPr>
          <p:spPr>
            <a:xfrm>
              <a:off x="7270820" y="4071983"/>
              <a:ext cx="36502" cy="32757"/>
            </a:xfrm>
            <a:custGeom>
              <a:rect b="b" l="l" r="r" t="t"/>
              <a:pathLst>
                <a:path extrusionOk="0" h="1251" w="1394">
                  <a:moveTo>
                    <a:pt x="526" y="0"/>
                  </a:moveTo>
                  <a:lnTo>
                    <a:pt x="526" y="0"/>
                  </a:lnTo>
                  <a:cubicBezTo>
                    <a:pt x="106" y="182"/>
                    <a:pt x="1" y="735"/>
                    <a:pt x="325" y="1059"/>
                  </a:cubicBezTo>
                  <a:cubicBezTo>
                    <a:pt x="455" y="1189"/>
                    <a:pt x="622" y="1250"/>
                    <a:pt x="788" y="1250"/>
                  </a:cubicBezTo>
                  <a:cubicBezTo>
                    <a:pt x="1035" y="1250"/>
                    <a:pt x="1279" y="1114"/>
                    <a:pt x="1394" y="868"/>
                  </a:cubicBezTo>
                  <a:lnTo>
                    <a:pt x="1394" y="868"/>
                  </a:lnTo>
                  <a:cubicBezTo>
                    <a:pt x="1308" y="907"/>
                    <a:pt x="1212" y="926"/>
                    <a:pt x="1127" y="926"/>
                  </a:cubicBezTo>
                  <a:cubicBezTo>
                    <a:pt x="650" y="926"/>
                    <a:pt x="325" y="430"/>
                    <a:pt x="526" y="0"/>
                  </a:cubicBezTo>
                  <a:close/>
                </a:path>
              </a:pathLst>
            </a:custGeom>
            <a:solidFill>
              <a:srgbClr val="6F809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5713" name="Google Shape;15713;p44"/>
          <p:cNvGrpSpPr/>
          <p:nvPr/>
        </p:nvGrpSpPr>
        <p:grpSpPr>
          <a:xfrm>
            <a:off x="8054458" y="1820750"/>
            <a:ext cx="274576" cy="354729"/>
            <a:chOff x="8054458" y="1973150"/>
            <a:chExt cx="274576" cy="354729"/>
          </a:xfrm>
        </p:grpSpPr>
        <p:sp>
          <p:nvSpPr>
            <p:cNvPr id="15714" name="Google Shape;15714;p44"/>
            <p:cNvSpPr/>
            <p:nvPr/>
          </p:nvSpPr>
          <p:spPr>
            <a:xfrm>
              <a:off x="8054458" y="2150501"/>
              <a:ext cx="274576" cy="177377"/>
            </a:xfrm>
            <a:custGeom>
              <a:rect b="b" l="l" r="r" t="t"/>
              <a:pathLst>
                <a:path extrusionOk="0" h="6774" w="10486">
                  <a:moveTo>
                    <a:pt x="3721" y="0"/>
                  </a:moveTo>
                  <a:lnTo>
                    <a:pt x="3721" y="1632"/>
                  </a:lnTo>
                  <a:cubicBezTo>
                    <a:pt x="3712" y="1918"/>
                    <a:pt x="3521" y="2175"/>
                    <a:pt x="3244" y="2261"/>
                  </a:cubicBezTo>
                  <a:lnTo>
                    <a:pt x="945" y="2939"/>
                  </a:lnTo>
                  <a:cubicBezTo>
                    <a:pt x="382" y="3101"/>
                    <a:pt x="1" y="3616"/>
                    <a:pt x="1" y="4198"/>
                  </a:cubicBezTo>
                  <a:lnTo>
                    <a:pt x="1" y="6115"/>
                  </a:lnTo>
                  <a:cubicBezTo>
                    <a:pt x="1" y="6478"/>
                    <a:pt x="296" y="6774"/>
                    <a:pt x="659" y="6774"/>
                  </a:cubicBezTo>
                  <a:lnTo>
                    <a:pt x="9836" y="6774"/>
                  </a:lnTo>
                  <a:cubicBezTo>
                    <a:pt x="10189" y="6774"/>
                    <a:pt x="10485" y="6478"/>
                    <a:pt x="10485" y="6115"/>
                  </a:cubicBezTo>
                  <a:lnTo>
                    <a:pt x="10485" y="4198"/>
                  </a:lnTo>
                  <a:cubicBezTo>
                    <a:pt x="10485" y="3616"/>
                    <a:pt x="10104" y="3101"/>
                    <a:pt x="9550" y="2939"/>
                  </a:cubicBezTo>
                  <a:lnTo>
                    <a:pt x="7242" y="2261"/>
                  </a:lnTo>
                  <a:cubicBezTo>
                    <a:pt x="6965" y="2175"/>
                    <a:pt x="6774" y="1918"/>
                    <a:pt x="6774" y="1632"/>
                  </a:cubicBezTo>
                  <a:lnTo>
                    <a:pt x="6774" y="0"/>
                  </a:ln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715" name="Google Shape;15715;p44"/>
            <p:cNvSpPr/>
            <p:nvPr/>
          </p:nvSpPr>
          <p:spPr>
            <a:xfrm>
              <a:off x="8088944" y="2150501"/>
              <a:ext cx="205866" cy="124431"/>
            </a:xfrm>
            <a:custGeom>
              <a:rect b="b" l="l" r="r" t="t"/>
              <a:pathLst>
                <a:path extrusionOk="0" h="4752" w="7862">
                  <a:moveTo>
                    <a:pt x="2404" y="0"/>
                  </a:moveTo>
                  <a:lnTo>
                    <a:pt x="2404" y="1632"/>
                  </a:lnTo>
                  <a:cubicBezTo>
                    <a:pt x="2395" y="1918"/>
                    <a:pt x="2204" y="2175"/>
                    <a:pt x="1927" y="2261"/>
                  </a:cubicBezTo>
                  <a:lnTo>
                    <a:pt x="0" y="2824"/>
                  </a:lnTo>
                  <a:cubicBezTo>
                    <a:pt x="468" y="3988"/>
                    <a:pt x="1584" y="4751"/>
                    <a:pt x="2834" y="4751"/>
                  </a:cubicBezTo>
                  <a:lnTo>
                    <a:pt x="5018" y="4751"/>
                  </a:lnTo>
                  <a:cubicBezTo>
                    <a:pt x="6268" y="4751"/>
                    <a:pt x="7394" y="3988"/>
                    <a:pt x="7861" y="2824"/>
                  </a:cubicBezTo>
                  <a:lnTo>
                    <a:pt x="5925" y="2261"/>
                  </a:lnTo>
                  <a:cubicBezTo>
                    <a:pt x="5648" y="2175"/>
                    <a:pt x="5457" y="1918"/>
                    <a:pt x="5457" y="1632"/>
                  </a:cubicBezTo>
                  <a:lnTo>
                    <a:pt x="5457" y="0"/>
                  </a:lnTo>
                  <a:close/>
                </a:path>
              </a:pathLst>
            </a:custGeom>
            <a:solidFill>
              <a:srgbClr val="BDCAD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716" name="Google Shape;15716;p44"/>
            <p:cNvSpPr/>
            <p:nvPr/>
          </p:nvSpPr>
          <p:spPr>
            <a:xfrm>
              <a:off x="8157391" y="2246417"/>
              <a:ext cx="11521" cy="81462"/>
            </a:xfrm>
            <a:custGeom>
              <a:rect b="b" l="l" r="r" t="t"/>
              <a:pathLst>
                <a:path extrusionOk="0" h="3111" w="440">
                  <a:moveTo>
                    <a:pt x="220" y="1"/>
                  </a:moveTo>
                  <a:cubicBezTo>
                    <a:pt x="105" y="1"/>
                    <a:pt x="0" y="96"/>
                    <a:pt x="0" y="220"/>
                  </a:cubicBezTo>
                  <a:lnTo>
                    <a:pt x="0" y="3111"/>
                  </a:lnTo>
                  <a:lnTo>
                    <a:pt x="439" y="3111"/>
                  </a:lnTo>
                  <a:lnTo>
                    <a:pt x="439" y="220"/>
                  </a:lnTo>
                  <a:cubicBezTo>
                    <a:pt x="439" y="96"/>
                    <a:pt x="344" y="1"/>
                    <a:pt x="220" y="1"/>
                  </a:cubicBezTo>
                  <a:close/>
                </a:path>
              </a:pathLst>
            </a:custGeom>
            <a:solidFill>
              <a:srgbClr val="697D8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717" name="Google Shape;15717;p44"/>
            <p:cNvSpPr/>
            <p:nvPr/>
          </p:nvSpPr>
          <p:spPr>
            <a:xfrm>
              <a:off x="8214579" y="2246417"/>
              <a:ext cx="11521" cy="81462"/>
            </a:xfrm>
            <a:custGeom>
              <a:rect b="b" l="l" r="r" t="t"/>
              <a:pathLst>
                <a:path extrusionOk="0" h="3111" w="440">
                  <a:moveTo>
                    <a:pt x="220" y="1"/>
                  </a:moveTo>
                  <a:cubicBezTo>
                    <a:pt x="96" y="1"/>
                    <a:pt x="1" y="96"/>
                    <a:pt x="1" y="220"/>
                  </a:cubicBezTo>
                  <a:lnTo>
                    <a:pt x="1" y="3111"/>
                  </a:lnTo>
                  <a:lnTo>
                    <a:pt x="440" y="3111"/>
                  </a:lnTo>
                  <a:lnTo>
                    <a:pt x="440" y="220"/>
                  </a:lnTo>
                  <a:cubicBezTo>
                    <a:pt x="440" y="96"/>
                    <a:pt x="344" y="1"/>
                    <a:pt x="220" y="1"/>
                  </a:cubicBezTo>
                  <a:close/>
                </a:path>
              </a:pathLst>
            </a:custGeom>
            <a:solidFill>
              <a:srgbClr val="697D8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718" name="Google Shape;15718;p44"/>
            <p:cNvSpPr/>
            <p:nvPr/>
          </p:nvSpPr>
          <p:spPr>
            <a:xfrm>
              <a:off x="8094443" y="2160478"/>
              <a:ext cx="194607" cy="103195"/>
            </a:xfrm>
            <a:custGeom>
              <a:rect b="b" l="l" r="r" t="t"/>
              <a:pathLst>
                <a:path extrusionOk="0" h="3941" w="7432">
                  <a:moveTo>
                    <a:pt x="1317" y="1"/>
                  </a:moveTo>
                  <a:cubicBezTo>
                    <a:pt x="592" y="1"/>
                    <a:pt x="0" y="592"/>
                    <a:pt x="0" y="1317"/>
                  </a:cubicBezTo>
                  <a:cubicBezTo>
                    <a:pt x="0" y="2768"/>
                    <a:pt x="1174" y="3941"/>
                    <a:pt x="2624" y="3941"/>
                  </a:cubicBezTo>
                  <a:lnTo>
                    <a:pt x="4808" y="3941"/>
                  </a:lnTo>
                  <a:cubicBezTo>
                    <a:pt x="6258" y="3941"/>
                    <a:pt x="7432" y="2768"/>
                    <a:pt x="7432" y="1317"/>
                  </a:cubicBezTo>
                  <a:cubicBezTo>
                    <a:pt x="7432" y="592"/>
                    <a:pt x="6850" y="1"/>
                    <a:pt x="6125" y="1"/>
                  </a:cubicBezTo>
                  <a:close/>
                </a:path>
              </a:pathLst>
            </a:custGeom>
            <a:solidFill>
              <a:srgbClr val="A5B7C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719" name="Google Shape;15719;p44"/>
            <p:cNvSpPr/>
            <p:nvPr/>
          </p:nvSpPr>
          <p:spPr>
            <a:xfrm>
              <a:off x="8112746" y="2177734"/>
              <a:ext cx="158000" cy="65227"/>
            </a:xfrm>
            <a:custGeom>
              <a:rect b="b" l="l" r="r" t="t"/>
              <a:pathLst>
                <a:path extrusionOk="0" h="2491" w="6034">
                  <a:moveTo>
                    <a:pt x="664" y="0"/>
                  </a:moveTo>
                  <a:cubicBezTo>
                    <a:pt x="186" y="0"/>
                    <a:pt x="1" y="622"/>
                    <a:pt x="408" y="878"/>
                  </a:cubicBezTo>
                  <a:lnTo>
                    <a:pt x="2659" y="2376"/>
                  </a:lnTo>
                  <a:cubicBezTo>
                    <a:pt x="2769" y="2452"/>
                    <a:pt x="2895" y="2490"/>
                    <a:pt x="3022" y="2490"/>
                  </a:cubicBezTo>
                  <a:cubicBezTo>
                    <a:pt x="3148" y="2490"/>
                    <a:pt x="3275" y="2452"/>
                    <a:pt x="3384" y="2376"/>
                  </a:cubicBezTo>
                  <a:lnTo>
                    <a:pt x="5626" y="878"/>
                  </a:lnTo>
                  <a:cubicBezTo>
                    <a:pt x="6033" y="622"/>
                    <a:pt x="5848" y="0"/>
                    <a:pt x="5370" y="0"/>
                  </a:cubicBezTo>
                  <a:cubicBezTo>
                    <a:pt x="5366" y="0"/>
                    <a:pt x="5363" y="0"/>
                    <a:pt x="5359" y="0"/>
                  </a:cubicBezTo>
                  <a:lnTo>
                    <a:pt x="675" y="0"/>
                  </a:lnTo>
                  <a:cubicBezTo>
                    <a:pt x="671" y="0"/>
                    <a:pt x="668" y="0"/>
                    <a:pt x="664" y="0"/>
                  </a:cubicBezTo>
                  <a:close/>
                </a:path>
              </a:pathLst>
            </a:custGeom>
            <a:solidFill>
              <a:srgbClr val="8292A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720" name="Google Shape;15720;p44"/>
            <p:cNvSpPr/>
            <p:nvPr/>
          </p:nvSpPr>
          <p:spPr>
            <a:xfrm>
              <a:off x="8137910" y="2156236"/>
              <a:ext cx="107935" cy="86725"/>
            </a:xfrm>
            <a:custGeom>
              <a:rect b="b" l="l" r="r" t="t"/>
              <a:pathLst>
                <a:path extrusionOk="0" h="3312" w="4122">
                  <a:moveTo>
                    <a:pt x="534" y="1"/>
                  </a:moveTo>
                  <a:lnTo>
                    <a:pt x="534" y="1422"/>
                  </a:lnTo>
                  <a:cubicBezTo>
                    <a:pt x="534" y="1708"/>
                    <a:pt x="344" y="1966"/>
                    <a:pt x="57" y="2052"/>
                  </a:cubicBezTo>
                  <a:lnTo>
                    <a:pt x="0" y="2071"/>
                  </a:lnTo>
                  <a:lnTo>
                    <a:pt x="1698" y="3197"/>
                  </a:lnTo>
                  <a:cubicBezTo>
                    <a:pt x="1808" y="3273"/>
                    <a:pt x="1934" y="3311"/>
                    <a:pt x="2061" y="3311"/>
                  </a:cubicBezTo>
                  <a:cubicBezTo>
                    <a:pt x="2187" y="3311"/>
                    <a:pt x="2314" y="3273"/>
                    <a:pt x="2423" y="3197"/>
                  </a:cubicBezTo>
                  <a:lnTo>
                    <a:pt x="4121" y="2071"/>
                  </a:lnTo>
                  <a:lnTo>
                    <a:pt x="4055" y="2052"/>
                  </a:lnTo>
                  <a:cubicBezTo>
                    <a:pt x="3778" y="1966"/>
                    <a:pt x="3587" y="1708"/>
                    <a:pt x="3587" y="1422"/>
                  </a:cubicBezTo>
                  <a:lnTo>
                    <a:pt x="3587" y="1"/>
                  </a:lnTo>
                  <a:close/>
                </a:path>
              </a:pathLst>
            </a:custGeom>
            <a:solidFill>
              <a:srgbClr val="DAE2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721" name="Google Shape;15721;p44"/>
            <p:cNvSpPr/>
            <p:nvPr/>
          </p:nvSpPr>
          <p:spPr>
            <a:xfrm>
              <a:off x="8151631" y="2156236"/>
              <a:ext cx="80231" cy="28646"/>
            </a:xfrm>
            <a:custGeom>
              <a:rect b="b" l="l" r="r" t="t"/>
              <a:pathLst>
                <a:path extrusionOk="0" h="1094" w="3064">
                  <a:moveTo>
                    <a:pt x="1" y="1"/>
                  </a:moveTo>
                  <a:lnTo>
                    <a:pt x="1" y="707"/>
                  </a:lnTo>
                  <a:cubicBezTo>
                    <a:pt x="478" y="964"/>
                    <a:pt x="1005" y="1093"/>
                    <a:pt x="1532" y="1093"/>
                  </a:cubicBezTo>
                  <a:cubicBezTo>
                    <a:pt x="2059" y="1093"/>
                    <a:pt x="2586" y="964"/>
                    <a:pt x="3063" y="707"/>
                  </a:cubicBezTo>
                  <a:lnTo>
                    <a:pt x="3063" y="1"/>
                  </a:lnTo>
                  <a:close/>
                </a:path>
              </a:pathLst>
            </a:custGeom>
            <a:solidFill>
              <a:srgbClr val="D4DDE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722" name="Google Shape;15722;p44"/>
            <p:cNvSpPr/>
            <p:nvPr/>
          </p:nvSpPr>
          <p:spPr>
            <a:xfrm>
              <a:off x="8094678" y="1973150"/>
              <a:ext cx="194136" cy="200368"/>
            </a:xfrm>
            <a:custGeom>
              <a:rect b="b" l="l" r="r" t="t"/>
              <a:pathLst>
                <a:path extrusionOk="0" h="7652" w="7414">
                  <a:moveTo>
                    <a:pt x="3712" y="0"/>
                  </a:moveTo>
                  <a:cubicBezTo>
                    <a:pt x="2023" y="0"/>
                    <a:pt x="649" y="1374"/>
                    <a:pt x="649" y="3062"/>
                  </a:cubicBezTo>
                  <a:lnTo>
                    <a:pt x="649" y="3950"/>
                  </a:lnTo>
                  <a:cubicBezTo>
                    <a:pt x="1" y="4074"/>
                    <a:pt x="96" y="5028"/>
                    <a:pt x="764" y="5028"/>
                  </a:cubicBezTo>
                  <a:lnTo>
                    <a:pt x="878" y="5028"/>
                  </a:lnTo>
                  <a:cubicBezTo>
                    <a:pt x="993" y="6506"/>
                    <a:pt x="2223" y="7651"/>
                    <a:pt x="3712" y="7651"/>
                  </a:cubicBezTo>
                  <a:cubicBezTo>
                    <a:pt x="5190" y="7651"/>
                    <a:pt x="6421" y="6506"/>
                    <a:pt x="6536" y="5028"/>
                  </a:cubicBezTo>
                  <a:lnTo>
                    <a:pt x="6660" y="5028"/>
                  </a:lnTo>
                  <a:cubicBezTo>
                    <a:pt x="7318" y="5028"/>
                    <a:pt x="7413" y="4074"/>
                    <a:pt x="6764" y="3950"/>
                  </a:cubicBezTo>
                  <a:lnTo>
                    <a:pt x="6764" y="3062"/>
                  </a:lnTo>
                  <a:cubicBezTo>
                    <a:pt x="6764" y="1374"/>
                    <a:pt x="5400" y="0"/>
                    <a:pt x="3712" y="0"/>
                  </a:cubicBezTo>
                  <a:close/>
                </a:path>
              </a:pathLst>
            </a:custGeom>
            <a:solidFill>
              <a:srgbClr val="E0E7E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723" name="Google Shape;15723;p44"/>
            <p:cNvSpPr/>
            <p:nvPr/>
          </p:nvSpPr>
          <p:spPr>
            <a:xfrm>
              <a:off x="8099182" y="2003970"/>
              <a:ext cx="109427" cy="169548"/>
            </a:xfrm>
            <a:custGeom>
              <a:rect b="b" l="l" r="r" t="t"/>
              <a:pathLst>
                <a:path extrusionOk="0" h="6475" w="4179">
                  <a:moveTo>
                    <a:pt x="1348" y="0"/>
                  </a:moveTo>
                  <a:cubicBezTo>
                    <a:pt x="1215" y="0"/>
                    <a:pt x="1082" y="61"/>
                    <a:pt x="993" y="197"/>
                  </a:cubicBezTo>
                  <a:cubicBezTo>
                    <a:pt x="659" y="693"/>
                    <a:pt x="477" y="1284"/>
                    <a:pt x="477" y="1885"/>
                  </a:cubicBezTo>
                  <a:lnTo>
                    <a:pt x="477" y="2773"/>
                  </a:lnTo>
                  <a:cubicBezTo>
                    <a:pt x="191" y="2830"/>
                    <a:pt x="0" y="3106"/>
                    <a:pt x="48" y="3402"/>
                  </a:cubicBezTo>
                  <a:cubicBezTo>
                    <a:pt x="104" y="3663"/>
                    <a:pt x="332" y="3851"/>
                    <a:pt x="592" y="3851"/>
                  </a:cubicBezTo>
                  <a:cubicBezTo>
                    <a:pt x="598" y="3851"/>
                    <a:pt x="605" y="3851"/>
                    <a:pt x="611" y="3851"/>
                  </a:cubicBezTo>
                  <a:lnTo>
                    <a:pt x="706" y="3851"/>
                  </a:lnTo>
                  <a:cubicBezTo>
                    <a:pt x="823" y="5361"/>
                    <a:pt x="2080" y="6475"/>
                    <a:pt x="3523" y="6475"/>
                  </a:cubicBezTo>
                  <a:cubicBezTo>
                    <a:pt x="3738" y="6475"/>
                    <a:pt x="3958" y="6450"/>
                    <a:pt x="4179" y="6398"/>
                  </a:cubicBezTo>
                  <a:cubicBezTo>
                    <a:pt x="2786" y="6083"/>
                    <a:pt x="1794" y="4843"/>
                    <a:pt x="1794" y="3412"/>
                  </a:cubicBezTo>
                  <a:lnTo>
                    <a:pt x="1794" y="445"/>
                  </a:lnTo>
                  <a:cubicBezTo>
                    <a:pt x="1788" y="170"/>
                    <a:pt x="1569" y="0"/>
                    <a:pt x="1348" y="0"/>
                  </a:cubicBezTo>
                  <a:close/>
                </a:path>
              </a:pathLst>
            </a:custGeom>
            <a:solidFill>
              <a:srgbClr val="DAE2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724" name="Google Shape;15724;p44"/>
            <p:cNvSpPr/>
            <p:nvPr/>
          </p:nvSpPr>
          <p:spPr>
            <a:xfrm>
              <a:off x="8157889" y="2116277"/>
              <a:ext cx="67714" cy="66588"/>
            </a:xfrm>
            <a:custGeom>
              <a:rect b="b" l="l" r="r" t="t"/>
              <a:pathLst>
                <a:path extrusionOk="0" h="2543" w="2586">
                  <a:moveTo>
                    <a:pt x="792" y="0"/>
                  </a:moveTo>
                  <a:cubicBezTo>
                    <a:pt x="458" y="0"/>
                    <a:pt x="172" y="248"/>
                    <a:pt x="143" y="582"/>
                  </a:cubicBezTo>
                  <a:lnTo>
                    <a:pt x="38" y="1508"/>
                  </a:lnTo>
                  <a:cubicBezTo>
                    <a:pt x="0" y="1784"/>
                    <a:pt x="143" y="2042"/>
                    <a:pt x="391" y="2166"/>
                  </a:cubicBezTo>
                  <a:lnTo>
                    <a:pt x="1002" y="2471"/>
                  </a:lnTo>
                  <a:cubicBezTo>
                    <a:pt x="1093" y="2519"/>
                    <a:pt x="1193" y="2543"/>
                    <a:pt x="1294" y="2543"/>
                  </a:cubicBezTo>
                  <a:cubicBezTo>
                    <a:pt x="1395" y="2543"/>
                    <a:pt x="1498" y="2519"/>
                    <a:pt x="1593" y="2471"/>
                  </a:cubicBezTo>
                  <a:lnTo>
                    <a:pt x="2194" y="2166"/>
                  </a:lnTo>
                  <a:cubicBezTo>
                    <a:pt x="2443" y="2042"/>
                    <a:pt x="2586" y="1784"/>
                    <a:pt x="2557" y="1508"/>
                  </a:cubicBezTo>
                  <a:lnTo>
                    <a:pt x="2452" y="582"/>
                  </a:lnTo>
                  <a:cubicBezTo>
                    <a:pt x="2414" y="248"/>
                    <a:pt x="2137" y="0"/>
                    <a:pt x="1803" y="0"/>
                  </a:cubicBezTo>
                  <a:close/>
                </a:path>
              </a:pathLst>
            </a:custGeom>
            <a:solidFill>
              <a:srgbClr val="ECF0F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725" name="Google Shape;15725;p44"/>
            <p:cNvSpPr/>
            <p:nvPr/>
          </p:nvSpPr>
          <p:spPr>
            <a:xfrm>
              <a:off x="8157889" y="2116016"/>
              <a:ext cx="41739" cy="66667"/>
            </a:xfrm>
            <a:custGeom>
              <a:rect b="b" l="l" r="r" t="t"/>
              <a:pathLst>
                <a:path extrusionOk="0" h="2546" w="1594">
                  <a:moveTo>
                    <a:pt x="792" y="1"/>
                  </a:moveTo>
                  <a:cubicBezTo>
                    <a:pt x="458" y="1"/>
                    <a:pt x="172" y="258"/>
                    <a:pt x="134" y="583"/>
                  </a:cubicBezTo>
                  <a:lnTo>
                    <a:pt x="38" y="1518"/>
                  </a:lnTo>
                  <a:cubicBezTo>
                    <a:pt x="0" y="1785"/>
                    <a:pt x="143" y="2052"/>
                    <a:pt x="391" y="2176"/>
                  </a:cubicBezTo>
                  <a:lnTo>
                    <a:pt x="1002" y="2481"/>
                  </a:lnTo>
                  <a:cubicBezTo>
                    <a:pt x="1093" y="2524"/>
                    <a:pt x="1193" y="2546"/>
                    <a:pt x="1294" y="2546"/>
                  </a:cubicBezTo>
                  <a:cubicBezTo>
                    <a:pt x="1395" y="2546"/>
                    <a:pt x="1498" y="2524"/>
                    <a:pt x="1593" y="2481"/>
                  </a:cubicBezTo>
                  <a:lnTo>
                    <a:pt x="1221" y="2243"/>
                  </a:lnTo>
                  <a:cubicBezTo>
                    <a:pt x="964" y="2061"/>
                    <a:pt x="821" y="1747"/>
                    <a:pt x="859" y="1432"/>
                  </a:cubicBezTo>
                  <a:lnTo>
                    <a:pt x="964" y="287"/>
                  </a:lnTo>
                  <a:cubicBezTo>
                    <a:pt x="973" y="192"/>
                    <a:pt x="1002" y="96"/>
                    <a:pt x="1031" y="1"/>
                  </a:cubicBez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726" name="Google Shape;15726;p44"/>
            <p:cNvSpPr/>
            <p:nvPr/>
          </p:nvSpPr>
          <p:spPr>
            <a:xfrm>
              <a:off x="8172317" y="2128034"/>
              <a:ext cx="37366" cy="16758"/>
            </a:xfrm>
            <a:custGeom>
              <a:rect b="b" l="l" r="r" t="t"/>
              <a:pathLst>
                <a:path extrusionOk="0" h="640" w="1427">
                  <a:moveTo>
                    <a:pt x="355" y="1"/>
                  </a:moveTo>
                  <a:cubicBezTo>
                    <a:pt x="199" y="1"/>
                    <a:pt x="0" y="191"/>
                    <a:pt x="127" y="324"/>
                  </a:cubicBezTo>
                  <a:cubicBezTo>
                    <a:pt x="265" y="517"/>
                    <a:pt x="482" y="639"/>
                    <a:pt x="720" y="639"/>
                  </a:cubicBezTo>
                  <a:cubicBezTo>
                    <a:pt x="729" y="639"/>
                    <a:pt x="738" y="639"/>
                    <a:pt x="747" y="639"/>
                  </a:cubicBezTo>
                  <a:cubicBezTo>
                    <a:pt x="985" y="639"/>
                    <a:pt x="1214" y="524"/>
                    <a:pt x="1357" y="324"/>
                  </a:cubicBezTo>
                  <a:cubicBezTo>
                    <a:pt x="1427" y="164"/>
                    <a:pt x="1293" y="19"/>
                    <a:pt x="1149" y="19"/>
                  </a:cubicBezTo>
                  <a:cubicBezTo>
                    <a:pt x="1096" y="19"/>
                    <a:pt x="1041" y="39"/>
                    <a:pt x="995" y="86"/>
                  </a:cubicBezTo>
                  <a:cubicBezTo>
                    <a:pt x="928" y="162"/>
                    <a:pt x="835" y="200"/>
                    <a:pt x="742" y="200"/>
                  </a:cubicBezTo>
                  <a:cubicBezTo>
                    <a:pt x="649" y="200"/>
                    <a:pt x="556" y="162"/>
                    <a:pt x="489" y="86"/>
                  </a:cubicBezTo>
                  <a:cubicBezTo>
                    <a:pt x="461" y="25"/>
                    <a:pt x="411" y="1"/>
                    <a:pt x="355" y="1"/>
                  </a:cubicBezTo>
                  <a:close/>
                </a:path>
              </a:pathLst>
            </a:custGeom>
            <a:solidFill>
              <a:srgbClr val="DAE2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727" name="Google Shape;15727;p44"/>
            <p:cNvSpPr/>
            <p:nvPr/>
          </p:nvSpPr>
          <p:spPr>
            <a:xfrm>
              <a:off x="8144142" y="2047568"/>
              <a:ext cx="32496" cy="11521"/>
            </a:xfrm>
            <a:custGeom>
              <a:rect b="b" l="l" r="r" t="t"/>
              <a:pathLst>
                <a:path extrusionOk="0" h="440" w="1241">
                  <a:moveTo>
                    <a:pt x="287" y="1"/>
                  </a:moveTo>
                  <a:cubicBezTo>
                    <a:pt x="1" y="1"/>
                    <a:pt x="1" y="440"/>
                    <a:pt x="287" y="440"/>
                  </a:cubicBezTo>
                  <a:lnTo>
                    <a:pt x="945" y="440"/>
                  </a:lnTo>
                  <a:cubicBezTo>
                    <a:pt x="1241" y="440"/>
                    <a:pt x="1241" y="1"/>
                    <a:pt x="945" y="1"/>
                  </a:cubicBez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728" name="Google Shape;15728;p44"/>
            <p:cNvSpPr/>
            <p:nvPr/>
          </p:nvSpPr>
          <p:spPr>
            <a:xfrm>
              <a:off x="8207091" y="2047568"/>
              <a:ext cx="32260" cy="11521"/>
            </a:xfrm>
            <a:custGeom>
              <a:rect b="b" l="l" r="r" t="t"/>
              <a:pathLst>
                <a:path extrusionOk="0" h="440" w="1232">
                  <a:moveTo>
                    <a:pt x="287" y="1"/>
                  </a:moveTo>
                  <a:cubicBezTo>
                    <a:pt x="1" y="1"/>
                    <a:pt x="1" y="440"/>
                    <a:pt x="287" y="440"/>
                  </a:cubicBezTo>
                  <a:lnTo>
                    <a:pt x="945" y="440"/>
                  </a:lnTo>
                  <a:cubicBezTo>
                    <a:pt x="1231" y="440"/>
                    <a:pt x="1231" y="1"/>
                    <a:pt x="945" y="1"/>
                  </a:cubicBez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729" name="Google Shape;15729;p44"/>
            <p:cNvSpPr/>
            <p:nvPr/>
          </p:nvSpPr>
          <p:spPr>
            <a:xfrm>
              <a:off x="8104183" y="2070558"/>
              <a:ext cx="43729" cy="11260"/>
            </a:xfrm>
            <a:custGeom>
              <a:rect b="b" l="l" r="r" t="t"/>
              <a:pathLst>
                <a:path extrusionOk="0" h="430" w="1670">
                  <a:moveTo>
                    <a:pt x="286" y="1"/>
                  </a:moveTo>
                  <a:cubicBezTo>
                    <a:pt x="0" y="1"/>
                    <a:pt x="0" y="430"/>
                    <a:pt x="286" y="430"/>
                  </a:cubicBezTo>
                  <a:lnTo>
                    <a:pt x="1383" y="430"/>
                  </a:lnTo>
                  <a:cubicBezTo>
                    <a:pt x="1670" y="430"/>
                    <a:pt x="1670" y="1"/>
                    <a:pt x="1383" y="1"/>
                  </a:cubicBezTo>
                  <a:close/>
                </a:path>
              </a:pathLst>
            </a:custGeom>
            <a:solidFill>
              <a:srgbClr val="576D8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730" name="Google Shape;15730;p44"/>
            <p:cNvSpPr/>
            <p:nvPr/>
          </p:nvSpPr>
          <p:spPr>
            <a:xfrm>
              <a:off x="8235580" y="2070558"/>
              <a:ext cx="43729" cy="11260"/>
            </a:xfrm>
            <a:custGeom>
              <a:rect b="b" l="l" r="r" t="t"/>
              <a:pathLst>
                <a:path extrusionOk="0" h="430" w="1670">
                  <a:moveTo>
                    <a:pt x="296" y="1"/>
                  </a:moveTo>
                  <a:cubicBezTo>
                    <a:pt x="0" y="1"/>
                    <a:pt x="0" y="430"/>
                    <a:pt x="296" y="430"/>
                  </a:cubicBezTo>
                  <a:lnTo>
                    <a:pt x="1383" y="430"/>
                  </a:lnTo>
                  <a:cubicBezTo>
                    <a:pt x="1670" y="430"/>
                    <a:pt x="1670" y="1"/>
                    <a:pt x="1383" y="1"/>
                  </a:cubicBezTo>
                  <a:close/>
                </a:path>
              </a:pathLst>
            </a:custGeom>
            <a:solidFill>
              <a:srgbClr val="576D8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731" name="Google Shape;15731;p44"/>
            <p:cNvSpPr/>
            <p:nvPr/>
          </p:nvSpPr>
          <p:spPr>
            <a:xfrm>
              <a:off x="8174621" y="2070558"/>
              <a:ext cx="34486" cy="22833"/>
            </a:xfrm>
            <a:custGeom>
              <a:rect b="b" l="l" r="r" t="t"/>
              <a:pathLst>
                <a:path extrusionOk="0" h="872" w="1317">
                  <a:moveTo>
                    <a:pt x="659" y="1"/>
                  </a:moveTo>
                  <a:cubicBezTo>
                    <a:pt x="296" y="1"/>
                    <a:pt x="0" y="287"/>
                    <a:pt x="0" y="649"/>
                  </a:cubicBezTo>
                  <a:cubicBezTo>
                    <a:pt x="0" y="797"/>
                    <a:pt x="110" y="871"/>
                    <a:pt x="220" y="871"/>
                  </a:cubicBezTo>
                  <a:cubicBezTo>
                    <a:pt x="330" y="871"/>
                    <a:pt x="439" y="797"/>
                    <a:pt x="439" y="649"/>
                  </a:cubicBezTo>
                  <a:cubicBezTo>
                    <a:pt x="439" y="506"/>
                    <a:pt x="549" y="435"/>
                    <a:pt x="659" y="435"/>
                  </a:cubicBezTo>
                  <a:cubicBezTo>
                    <a:pt x="768" y="435"/>
                    <a:pt x="878" y="506"/>
                    <a:pt x="878" y="649"/>
                  </a:cubicBezTo>
                  <a:cubicBezTo>
                    <a:pt x="878" y="773"/>
                    <a:pt x="974" y="869"/>
                    <a:pt x="1088" y="869"/>
                  </a:cubicBezTo>
                  <a:cubicBezTo>
                    <a:pt x="1212" y="869"/>
                    <a:pt x="1317" y="773"/>
                    <a:pt x="1317" y="649"/>
                  </a:cubicBezTo>
                  <a:cubicBezTo>
                    <a:pt x="1317" y="287"/>
                    <a:pt x="1021" y="1"/>
                    <a:pt x="659" y="1"/>
                  </a:cubicBezTo>
                  <a:close/>
                </a:path>
              </a:pathLst>
            </a:custGeom>
            <a:solidFill>
              <a:srgbClr val="576D8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732" name="Google Shape;15732;p44"/>
            <p:cNvSpPr/>
            <p:nvPr/>
          </p:nvSpPr>
          <p:spPr>
            <a:xfrm>
              <a:off x="8134663" y="2064824"/>
              <a:ext cx="51480" cy="39984"/>
            </a:xfrm>
            <a:custGeom>
              <a:rect b="b" l="l" r="r" t="t"/>
              <a:pathLst>
                <a:path extrusionOk="0" h="1527" w="1966">
                  <a:moveTo>
                    <a:pt x="1526" y="429"/>
                  </a:moveTo>
                  <a:lnTo>
                    <a:pt x="1526" y="868"/>
                  </a:lnTo>
                  <a:cubicBezTo>
                    <a:pt x="1526" y="992"/>
                    <a:pt x="1431" y="1088"/>
                    <a:pt x="1307" y="1088"/>
                  </a:cubicBezTo>
                  <a:lnTo>
                    <a:pt x="649" y="1088"/>
                  </a:lnTo>
                  <a:cubicBezTo>
                    <a:pt x="534" y="1088"/>
                    <a:pt x="439" y="992"/>
                    <a:pt x="439" y="868"/>
                  </a:cubicBezTo>
                  <a:lnTo>
                    <a:pt x="439" y="429"/>
                  </a:lnTo>
                  <a:close/>
                  <a:moveTo>
                    <a:pt x="219" y="0"/>
                  </a:moveTo>
                  <a:cubicBezTo>
                    <a:pt x="95" y="0"/>
                    <a:pt x="0" y="96"/>
                    <a:pt x="0" y="210"/>
                  </a:cubicBezTo>
                  <a:lnTo>
                    <a:pt x="0" y="868"/>
                  </a:lnTo>
                  <a:cubicBezTo>
                    <a:pt x="0" y="1231"/>
                    <a:pt x="286" y="1527"/>
                    <a:pt x="649" y="1527"/>
                  </a:cubicBezTo>
                  <a:lnTo>
                    <a:pt x="1307" y="1527"/>
                  </a:lnTo>
                  <a:cubicBezTo>
                    <a:pt x="1670" y="1527"/>
                    <a:pt x="1965" y="1231"/>
                    <a:pt x="1965" y="868"/>
                  </a:cubicBezTo>
                  <a:lnTo>
                    <a:pt x="1965" y="210"/>
                  </a:lnTo>
                  <a:cubicBezTo>
                    <a:pt x="1965" y="96"/>
                    <a:pt x="1860" y="0"/>
                    <a:pt x="1746" y="0"/>
                  </a:cubicBezTo>
                  <a:close/>
                </a:path>
              </a:pathLst>
            </a:custGeom>
            <a:solidFill>
              <a:srgbClr val="39516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733" name="Google Shape;15733;p44"/>
            <p:cNvSpPr/>
            <p:nvPr/>
          </p:nvSpPr>
          <p:spPr>
            <a:xfrm>
              <a:off x="8197612" y="2064824"/>
              <a:ext cx="51218" cy="39984"/>
            </a:xfrm>
            <a:custGeom>
              <a:rect b="b" l="l" r="r" t="t"/>
              <a:pathLst>
                <a:path extrusionOk="0" h="1527" w="1956">
                  <a:moveTo>
                    <a:pt x="1527" y="429"/>
                  </a:moveTo>
                  <a:lnTo>
                    <a:pt x="1527" y="868"/>
                  </a:lnTo>
                  <a:cubicBezTo>
                    <a:pt x="1527" y="992"/>
                    <a:pt x="1431" y="1088"/>
                    <a:pt x="1307" y="1088"/>
                  </a:cubicBezTo>
                  <a:lnTo>
                    <a:pt x="649" y="1088"/>
                  </a:lnTo>
                  <a:cubicBezTo>
                    <a:pt x="534" y="1088"/>
                    <a:pt x="429" y="992"/>
                    <a:pt x="429" y="868"/>
                  </a:cubicBezTo>
                  <a:lnTo>
                    <a:pt x="429" y="429"/>
                  </a:lnTo>
                  <a:close/>
                  <a:moveTo>
                    <a:pt x="210" y="0"/>
                  </a:moveTo>
                  <a:cubicBezTo>
                    <a:pt x="96" y="0"/>
                    <a:pt x="0" y="96"/>
                    <a:pt x="0" y="210"/>
                  </a:cubicBezTo>
                  <a:lnTo>
                    <a:pt x="0" y="868"/>
                  </a:lnTo>
                  <a:cubicBezTo>
                    <a:pt x="0" y="1231"/>
                    <a:pt x="286" y="1527"/>
                    <a:pt x="649" y="1527"/>
                  </a:cubicBezTo>
                  <a:lnTo>
                    <a:pt x="1307" y="1527"/>
                  </a:lnTo>
                  <a:cubicBezTo>
                    <a:pt x="1670" y="1527"/>
                    <a:pt x="1956" y="1231"/>
                    <a:pt x="1956" y="868"/>
                  </a:cubicBezTo>
                  <a:lnTo>
                    <a:pt x="1956" y="210"/>
                  </a:lnTo>
                  <a:cubicBezTo>
                    <a:pt x="1956" y="96"/>
                    <a:pt x="1860" y="0"/>
                    <a:pt x="1746" y="0"/>
                  </a:cubicBezTo>
                  <a:close/>
                </a:path>
              </a:pathLst>
            </a:custGeom>
            <a:solidFill>
              <a:srgbClr val="39516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734" name="Google Shape;15734;p44"/>
            <p:cNvSpPr/>
            <p:nvPr/>
          </p:nvSpPr>
          <p:spPr>
            <a:xfrm>
              <a:off x="8154642" y="2076319"/>
              <a:ext cx="11521" cy="11312"/>
            </a:xfrm>
            <a:custGeom>
              <a:rect b="b" l="l" r="r" t="t"/>
              <a:pathLst>
                <a:path extrusionOk="0" h="432" w="440">
                  <a:moveTo>
                    <a:pt x="0" y="0"/>
                  </a:moveTo>
                  <a:lnTo>
                    <a:pt x="0" y="210"/>
                  </a:lnTo>
                  <a:cubicBezTo>
                    <a:pt x="0" y="358"/>
                    <a:pt x="110" y="432"/>
                    <a:pt x="220" y="432"/>
                  </a:cubicBezTo>
                  <a:cubicBezTo>
                    <a:pt x="329" y="432"/>
                    <a:pt x="439" y="358"/>
                    <a:pt x="439" y="210"/>
                  </a:cubicBezTo>
                  <a:lnTo>
                    <a:pt x="439" y="0"/>
                  </a:lnTo>
                  <a:close/>
                </a:path>
              </a:pathLst>
            </a:custGeom>
            <a:solidFill>
              <a:srgbClr val="213B5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735" name="Google Shape;15735;p44"/>
            <p:cNvSpPr/>
            <p:nvPr/>
          </p:nvSpPr>
          <p:spPr>
            <a:xfrm>
              <a:off x="8217591" y="2076319"/>
              <a:ext cx="11521" cy="11312"/>
            </a:xfrm>
            <a:custGeom>
              <a:rect b="b" l="l" r="r" t="t"/>
              <a:pathLst>
                <a:path extrusionOk="0" h="432" w="440">
                  <a:moveTo>
                    <a:pt x="0" y="0"/>
                  </a:moveTo>
                  <a:lnTo>
                    <a:pt x="0" y="210"/>
                  </a:lnTo>
                  <a:cubicBezTo>
                    <a:pt x="0" y="358"/>
                    <a:pt x="108" y="432"/>
                    <a:pt x="216" y="432"/>
                  </a:cubicBezTo>
                  <a:cubicBezTo>
                    <a:pt x="325" y="432"/>
                    <a:pt x="434" y="358"/>
                    <a:pt x="439" y="210"/>
                  </a:cubicBezTo>
                  <a:lnTo>
                    <a:pt x="439" y="0"/>
                  </a:lnTo>
                  <a:close/>
                </a:path>
              </a:pathLst>
            </a:custGeom>
            <a:solidFill>
              <a:srgbClr val="213B5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5736" name="Google Shape;15736;p44"/>
          <p:cNvGrpSpPr/>
          <p:nvPr/>
        </p:nvGrpSpPr>
        <p:grpSpPr>
          <a:xfrm>
            <a:off x="7153930" y="1820750"/>
            <a:ext cx="274812" cy="354729"/>
            <a:chOff x="7153930" y="1973150"/>
            <a:chExt cx="274812" cy="354729"/>
          </a:xfrm>
        </p:grpSpPr>
        <p:sp>
          <p:nvSpPr>
            <p:cNvPr id="15737" name="Google Shape;15737;p44"/>
            <p:cNvSpPr/>
            <p:nvPr/>
          </p:nvSpPr>
          <p:spPr>
            <a:xfrm>
              <a:off x="7153930" y="2212691"/>
              <a:ext cx="274812" cy="115188"/>
            </a:xfrm>
            <a:custGeom>
              <a:rect b="b" l="l" r="r" t="t"/>
              <a:pathLst>
                <a:path extrusionOk="0" h="4399" w="10495">
                  <a:moveTo>
                    <a:pt x="3063" y="1"/>
                  </a:moveTo>
                  <a:lnTo>
                    <a:pt x="945" y="630"/>
                  </a:lnTo>
                  <a:cubicBezTo>
                    <a:pt x="391" y="793"/>
                    <a:pt x="10" y="1298"/>
                    <a:pt x="0" y="1880"/>
                  </a:cubicBezTo>
                  <a:lnTo>
                    <a:pt x="0" y="3740"/>
                  </a:lnTo>
                  <a:cubicBezTo>
                    <a:pt x="0" y="4103"/>
                    <a:pt x="296" y="4399"/>
                    <a:pt x="658" y="4399"/>
                  </a:cubicBezTo>
                  <a:lnTo>
                    <a:pt x="9836" y="4399"/>
                  </a:lnTo>
                  <a:cubicBezTo>
                    <a:pt x="10198" y="4399"/>
                    <a:pt x="10494" y="4103"/>
                    <a:pt x="10494" y="3740"/>
                  </a:cubicBezTo>
                  <a:lnTo>
                    <a:pt x="10494" y="1880"/>
                  </a:lnTo>
                  <a:cubicBezTo>
                    <a:pt x="10494" y="1298"/>
                    <a:pt x="10103" y="793"/>
                    <a:pt x="9550" y="630"/>
                  </a:cubicBezTo>
                  <a:lnTo>
                    <a:pt x="7441" y="1"/>
                  </a:lnTo>
                  <a:lnTo>
                    <a:pt x="5247" y="1995"/>
                  </a:lnTo>
                  <a:lnTo>
                    <a:pt x="3063" y="1"/>
                  </a:lnTo>
                  <a:close/>
                </a:path>
              </a:pathLst>
            </a:custGeom>
            <a:solidFill>
              <a:srgbClr val="39516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738" name="Google Shape;15738;p44"/>
            <p:cNvSpPr/>
            <p:nvPr/>
          </p:nvSpPr>
          <p:spPr>
            <a:xfrm>
              <a:off x="7184409" y="2116277"/>
              <a:ext cx="213591" cy="211601"/>
            </a:xfrm>
            <a:custGeom>
              <a:rect b="b" l="l" r="r" t="t"/>
              <a:pathLst>
                <a:path extrusionOk="0" h="8081" w="8157">
                  <a:moveTo>
                    <a:pt x="4083" y="0"/>
                  </a:moveTo>
                  <a:lnTo>
                    <a:pt x="229" y="611"/>
                  </a:lnTo>
                  <a:cubicBezTo>
                    <a:pt x="86" y="630"/>
                    <a:pt x="0" y="792"/>
                    <a:pt x="76" y="926"/>
                  </a:cubicBezTo>
                  <a:lnTo>
                    <a:pt x="2557" y="5677"/>
                  </a:lnTo>
                  <a:lnTo>
                    <a:pt x="2232" y="6316"/>
                  </a:lnTo>
                  <a:cubicBezTo>
                    <a:pt x="2156" y="6459"/>
                    <a:pt x="2175" y="6631"/>
                    <a:pt x="2271" y="6764"/>
                  </a:cubicBezTo>
                  <a:lnTo>
                    <a:pt x="3206" y="8081"/>
                  </a:lnTo>
                  <a:lnTo>
                    <a:pt x="4951" y="8081"/>
                  </a:lnTo>
                  <a:lnTo>
                    <a:pt x="5896" y="6764"/>
                  </a:lnTo>
                  <a:cubicBezTo>
                    <a:pt x="5991" y="6631"/>
                    <a:pt x="6001" y="6459"/>
                    <a:pt x="5934" y="6316"/>
                  </a:cubicBezTo>
                  <a:lnTo>
                    <a:pt x="5610" y="5677"/>
                  </a:lnTo>
                  <a:lnTo>
                    <a:pt x="8090" y="926"/>
                  </a:lnTo>
                  <a:cubicBezTo>
                    <a:pt x="8157" y="792"/>
                    <a:pt x="8080" y="630"/>
                    <a:pt x="7937" y="611"/>
                  </a:cubicBezTo>
                  <a:lnTo>
                    <a:pt x="4083" y="0"/>
                  </a:lnTo>
                  <a:close/>
                </a:path>
              </a:pathLst>
            </a:custGeom>
            <a:solidFill>
              <a:srgbClr val="445D7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739" name="Google Shape;15739;p44"/>
            <p:cNvSpPr/>
            <p:nvPr/>
          </p:nvSpPr>
          <p:spPr>
            <a:xfrm>
              <a:off x="7185640" y="2116277"/>
              <a:ext cx="211365" cy="145458"/>
            </a:xfrm>
            <a:custGeom>
              <a:rect b="b" l="l" r="r" t="t"/>
              <a:pathLst>
                <a:path extrusionOk="0" h="5555" w="8072">
                  <a:moveTo>
                    <a:pt x="4036" y="0"/>
                  </a:moveTo>
                  <a:lnTo>
                    <a:pt x="192" y="611"/>
                  </a:lnTo>
                  <a:cubicBezTo>
                    <a:pt x="87" y="620"/>
                    <a:pt x="10" y="706"/>
                    <a:pt x="1" y="802"/>
                  </a:cubicBezTo>
                  <a:lnTo>
                    <a:pt x="3864" y="5476"/>
                  </a:lnTo>
                  <a:cubicBezTo>
                    <a:pt x="3907" y="5529"/>
                    <a:pt x="3969" y="5555"/>
                    <a:pt x="4033" y="5555"/>
                  </a:cubicBezTo>
                  <a:cubicBezTo>
                    <a:pt x="4096" y="5555"/>
                    <a:pt x="4160" y="5529"/>
                    <a:pt x="4208" y="5476"/>
                  </a:cubicBezTo>
                  <a:lnTo>
                    <a:pt x="8072" y="802"/>
                  </a:lnTo>
                  <a:cubicBezTo>
                    <a:pt x="8062" y="706"/>
                    <a:pt x="7986" y="630"/>
                    <a:pt x="7890" y="611"/>
                  </a:cubicBezTo>
                  <a:lnTo>
                    <a:pt x="4036" y="0"/>
                  </a:lnTo>
                  <a:close/>
                </a:path>
              </a:pathLst>
            </a:custGeom>
            <a:solidFill>
              <a:srgbClr val="6F809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740" name="Google Shape;15740;p44"/>
            <p:cNvSpPr/>
            <p:nvPr/>
          </p:nvSpPr>
          <p:spPr>
            <a:xfrm>
              <a:off x="7244608" y="2167731"/>
              <a:ext cx="93454" cy="94004"/>
            </a:xfrm>
            <a:custGeom>
              <a:rect b="b" l="l" r="r" t="t"/>
              <a:pathLst>
                <a:path extrusionOk="0" h="3590" w="3569">
                  <a:moveTo>
                    <a:pt x="258" y="1"/>
                  </a:moveTo>
                  <a:lnTo>
                    <a:pt x="258" y="1040"/>
                  </a:lnTo>
                  <a:cubicBezTo>
                    <a:pt x="258" y="1241"/>
                    <a:pt x="162" y="1432"/>
                    <a:pt x="0" y="1556"/>
                  </a:cubicBezTo>
                  <a:lnTo>
                    <a:pt x="1612" y="3511"/>
                  </a:lnTo>
                  <a:cubicBezTo>
                    <a:pt x="1655" y="3564"/>
                    <a:pt x="1717" y="3590"/>
                    <a:pt x="1781" y="3590"/>
                  </a:cubicBezTo>
                  <a:cubicBezTo>
                    <a:pt x="1844" y="3590"/>
                    <a:pt x="1908" y="3564"/>
                    <a:pt x="1956" y="3511"/>
                  </a:cubicBezTo>
                  <a:lnTo>
                    <a:pt x="3568" y="1556"/>
                  </a:lnTo>
                  <a:cubicBezTo>
                    <a:pt x="3406" y="1432"/>
                    <a:pt x="3311" y="1241"/>
                    <a:pt x="3311" y="1040"/>
                  </a:cubicBezTo>
                  <a:lnTo>
                    <a:pt x="3311" y="1"/>
                  </a:lnTo>
                  <a:close/>
                </a:path>
              </a:pathLst>
            </a:custGeom>
            <a:solidFill>
              <a:srgbClr val="ECF0F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741" name="Google Shape;15741;p44"/>
            <p:cNvSpPr/>
            <p:nvPr/>
          </p:nvSpPr>
          <p:spPr>
            <a:xfrm>
              <a:off x="7157177" y="2238430"/>
              <a:ext cx="48233" cy="89448"/>
            </a:xfrm>
            <a:custGeom>
              <a:rect b="b" l="l" r="r" t="t"/>
              <a:pathLst>
                <a:path extrusionOk="0" h="3416" w="1842">
                  <a:moveTo>
                    <a:pt x="248" y="0"/>
                  </a:moveTo>
                  <a:cubicBezTo>
                    <a:pt x="143" y="105"/>
                    <a:pt x="67" y="229"/>
                    <a:pt x="0" y="363"/>
                  </a:cubicBezTo>
                  <a:lnTo>
                    <a:pt x="1174" y="1355"/>
                  </a:lnTo>
                  <a:cubicBezTo>
                    <a:pt x="1326" y="1479"/>
                    <a:pt x="1412" y="1670"/>
                    <a:pt x="1412" y="1861"/>
                  </a:cubicBezTo>
                  <a:lnTo>
                    <a:pt x="1412" y="3416"/>
                  </a:lnTo>
                  <a:lnTo>
                    <a:pt x="1841" y="3416"/>
                  </a:lnTo>
                  <a:lnTo>
                    <a:pt x="1841" y="1851"/>
                  </a:lnTo>
                  <a:cubicBezTo>
                    <a:pt x="1841" y="1536"/>
                    <a:pt x="1698" y="1231"/>
                    <a:pt x="1460" y="1031"/>
                  </a:cubicBezTo>
                  <a:lnTo>
                    <a:pt x="248" y="0"/>
                  </a:lnTo>
                  <a:close/>
                </a:path>
              </a:pathLst>
            </a:custGeom>
            <a:solidFill>
              <a:srgbClr val="445D7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742" name="Google Shape;15742;p44"/>
            <p:cNvSpPr/>
            <p:nvPr/>
          </p:nvSpPr>
          <p:spPr>
            <a:xfrm>
              <a:off x="7377000" y="2238430"/>
              <a:ext cx="48495" cy="89448"/>
            </a:xfrm>
            <a:custGeom>
              <a:rect b="b" l="l" r="r" t="t"/>
              <a:pathLst>
                <a:path extrusionOk="0" h="3416" w="1852">
                  <a:moveTo>
                    <a:pt x="1603" y="0"/>
                  </a:moveTo>
                  <a:lnTo>
                    <a:pt x="392" y="1031"/>
                  </a:lnTo>
                  <a:cubicBezTo>
                    <a:pt x="143" y="1231"/>
                    <a:pt x="0" y="1536"/>
                    <a:pt x="0" y="1851"/>
                  </a:cubicBezTo>
                  <a:lnTo>
                    <a:pt x="0" y="3416"/>
                  </a:lnTo>
                  <a:lnTo>
                    <a:pt x="439" y="3416"/>
                  </a:lnTo>
                  <a:lnTo>
                    <a:pt x="439" y="1861"/>
                  </a:lnTo>
                  <a:cubicBezTo>
                    <a:pt x="439" y="1670"/>
                    <a:pt x="525" y="1479"/>
                    <a:pt x="668" y="1355"/>
                  </a:cubicBezTo>
                  <a:lnTo>
                    <a:pt x="1851" y="363"/>
                  </a:lnTo>
                  <a:cubicBezTo>
                    <a:pt x="1784" y="229"/>
                    <a:pt x="1708" y="105"/>
                    <a:pt x="1603" y="0"/>
                  </a:cubicBezTo>
                  <a:close/>
                </a:path>
              </a:pathLst>
            </a:custGeom>
            <a:solidFill>
              <a:srgbClr val="445D7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743" name="Google Shape;15743;p44"/>
            <p:cNvSpPr/>
            <p:nvPr/>
          </p:nvSpPr>
          <p:spPr>
            <a:xfrm>
              <a:off x="7251338" y="2167731"/>
              <a:ext cx="79969" cy="22886"/>
            </a:xfrm>
            <a:custGeom>
              <a:rect b="b" l="l" r="r" t="t"/>
              <a:pathLst>
                <a:path extrusionOk="0" h="874" w="3054">
                  <a:moveTo>
                    <a:pt x="1" y="1"/>
                  </a:moveTo>
                  <a:lnTo>
                    <a:pt x="1" y="487"/>
                  </a:lnTo>
                  <a:cubicBezTo>
                    <a:pt x="478" y="745"/>
                    <a:pt x="1002" y="874"/>
                    <a:pt x="1527" y="874"/>
                  </a:cubicBezTo>
                  <a:cubicBezTo>
                    <a:pt x="2052" y="874"/>
                    <a:pt x="2577" y="745"/>
                    <a:pt x="3054" y="487"/>
                  </a:cubicBezTo>
                  <a:lnTo>
                    <a:pt x="3054" y="1"/>
                  </a:ln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744" name="Google Shape;15744;p44"/>
            <p:cNvSpPr/>
            <p:nvPr/>
          </p:nvSpPr>
          <p:spPr>
            <a:xfrm>
              <a:off x="7195145" y="2013109"/>
              <a:ext cx="192381" cy="165882"/>
            </a:xfrm>
            <a:custGeom>
              <a:rect b="b" l="l" r="r" t="t"/>
              <a:pathLst>
                <a:path extrusionOk="0" h="6335" w="7347">
                  <a:moveTo>
                    <a:pt x="840" y="0"/>
                  </a:moveTo>
                  <a:lnTo>
                    <a:pt x="840" y="2624"/>
                  </a:lnTo>
                  <a:lnTo>
                    <a:pt x="725" y="2624"/>
                  </a:lnTo>
                  <a:cubicBezTo>
                    <a:pt x="0" y="2624"/>
                    <a:pt x="0" y="3721"/>
                    <a:pt x="725" y="3721"/>
                  </a:cubicBezTo>
                  <a:lnTo>
                    <a:pt x="849" y="3721"/>
                  </a:lnTo>
                  <a:cubicBezTo>
                    <a:pt x="964" y="5200"/>
                    <a:pt x="2195" y="6335"/>
                    <a:pt x="3673" y="6335"/>
                  </a:cubicBezTo>
                  <a:cubicBezTo>
                    <a:pt x="5161" y="6335"/>
                    <a:pt x="6392" y="5200"/>
                    <a:pt x="6507" y="3721"/>
                  </a:cubicBezTo>
                  <a:lnTo>
                    <a:pt x="6621" y="3721"/>
                  </a:lnTo>
                  <a:cubicBezTo>
                    <a:pt x="7346" y="3721"/>
                    <a:pt x="7346" y="2624"/>
                    <a:pt x="6621" y="2624"/>
                  </a:cubicBezTo>
                  <a:lnTo>
                    <a:pt x="6516" y="2624"/>
                  </a:lnTo>
                  <a:lnTo>
                    <a:pt x="6516" y="0"/>
                  </a:lnTo>
                  <a:close/>
                </a:path>
              </a:pathLst>
            </a:custGeom>
            <a:solidFill>
              <a:srgbClr val="E7E9E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745" name="Google Shape;15745;p44"/>
            <p:cNvSpPr/>
            <p:nvPr/>
          </p:nvSpPr>
          <p:spPr>
            <a:xfrm>
              <a:off x="7274067" y="2122012"/>
              <a:ext cx="34512" cy="17020"/>
            </a:xfrm>
            <a:custGeom>
              <a:rect b="b" l="l" r="r" t="t"/>
              <a:pathLst>
                <a:path extrusionOk="0" h="650" w="1318">
                  <a:moveTo>
                    <a:pt x="1" y="1"/>
                  </a:moveTo>
                  <a:cubicBezTo>
                    <a:pt x="1" y="363"/>
                    <a:pt x="297" y="650"/>
                    <a:pt x="659" y="650"/>
                  </a:cubicBezTo>
                  <a:cubicBezTo>
                    <a:pt x="1022" y="650"/>
                    <a:pt x="1317" y="363"/>
                    <a:pt x="1317" y="1"/>
                  </a:cubicBezTo>
                  <a:close/>
                </a:path>
              </a:pathLst>
            </a:custGeom>
            <a:solidFill>
              <a:srgbClr val="ECF0F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746" name="Google Shape;15746;p44"/>
            <p:cNvSpPr/>
            <p:nvPr/>
          </p:nvSpPr>
          <p:spPr>
            <a:xfrm>
              <a:off x="7197633" y="2013344"/>
              <a:ext cx="145170" cy="165882"/>
            </a:xfrm>
            <a:custGeom>
              <a:rect b="b" l="l" r="r" t="t"/>
              <a:pathLst>
                <a:path extrusionOk="0" h="6335" w="5544">
                  <a:moveTo>
                    <a:pt x="735" y="1"/>
                  </a:moveTo>
                  <a:lnTo>
                    <a:pt x="735" y="2624"/>
                  </a:lnTo>
                  <a:lnTo>
                    <a:pt x="649" y="2624"/>
                  </a:lnTo>
                  <a:cubicBezTo>
                    <a:pt x="392" y="2624"/>
                    <a:pt x="172" y="2787"/>
                    <a:pt x="106" y="3025"/>
                  </a:cubicBezTo>
                  <a:cubicBezTo>
                    <a:pt x="1" y="3369"/>
                    <a:pt x="268" y="3712"/>
                    <a:pt x="630" y="3722"/>
                  </a:cubicBezTo>
                  <a:lnTo>
                    <a:pt x="745" y="3722"/>
                  </a:lnTo>
                  <a:cubicBezTo>
                    <a:pt x="848" y="5216"/>
                    <a:pt x="2102" y="6335"/>
                    <a:pt x="3556" y="6335"/>
                  </a:cubicBezTo>
                  <a:cubicBezTo>
                    <a:pt x="3708" y="6335"/>
                    <a:pt x="3862" y="6323"/>
                    <a:pt x="4017" y="6297"/>
                  </a:cubicBezTo>
                  <a:cubicBezTo>
                    <a:pt x="2634" y="6087"/>
                    <a:pt x="1613" y="4895"/>
                    <a:pt x="1613" y="3493"/>
                  </a:cubicBezTo>
                  <a:lnTo>
                    <a:pt x="1613" y="2586"/>
                  </a:lnTo>
                  <a:cubicBezTo>
                    <a:pt x="1613" y="1957"/>
                    <a:pt x="1794" y="1337"/>
                    <a:pt x="2157" y="821"/>
                  </a:cubicBezTo>
                  <a:lnTo>
                    <a:pt x="2166" y="802"/>
                  </a:lnTo>
                  <a:cubicBezTo>
                    <a:pt x="2206" y="740"/>
                    <a:pt x="2272" y="708"/>
                    <a:pt x="2339" y="708"/>
                  </a:cubicBezTo>
                  <a:cubicBezTo>
                    <a:pt x="2386" y="708"/>
                    <a:pt x="2433" y="723"/>
                    <a:pt x="2472" y="755"/>
                  </a:cubicBezTo>
                  <a:cubicBezTo>
                    <a:pt x="2739" y="955"/>
                    <a:pt x="3034" y="1127"/>
                    <a:pt x="3349" y="1251"/>
                  </a:cubicBezTo>
                  <a:cubicBezTo>
                    <a:pt x="3421" y="1279"/>
                    <a:pt x="3499" y="1294"/>
                    <a:pt x="3579" y="1294"/>
                  </a:cubicBezTo>
                  <a:cubicBezTo>
                    <a:pt x="3659" y="1294"/>
                    <a:pt x="3740" y="1279"/>
                    <a:pt x="3817" y="1251"/>
                  </a:cubicBezTo>
                  <a:cubicBezTo>
                    <a:pt x="4198" y="1108"/>
                    <a:pt x="5267" y="230"/>
                    <a:pt x="5543" y="1"/>
                  </a:cubicBezTo>
                  <a:close/>
                </a:path>
              </a:pathLst>
            </a:custGeom>
            <a:solidFill>
              <a:srgbClr val="ECF0F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747" name="Google Shape;15747;p44"/>
            <p:cNvSpPr/>
            <p:nvPr/>
          </p:nvSpPr>
          <p:spPr>
            <a:xfrm>
              <a:off x="7251338" y="2081923"/>
              <a:ext cx="11286" cy="17151"/>
            </a:xfrm>
            <a:custGeom>
              <a:rect b="b" l="l" r="r" t="t"/>
              <a:pathLst>
                <a:path extrusionOk="0" h="655" w="431">
                  <a:moveTo>
                    <a:pt x="215" y="1"/>
                  </a:moveTo>
                  <a:cubicBezTo>
                    <a:pt x="108" y="1"/>
                    <a:pt x="1" y="72"/>
                    <a:pt x="1" y="215"/>
                  </a:cubicBezTo>
                  <a:lnTo>
                    <a:pt x="1" y="435"/>
                  </a:lnTo>
                  <a:cubicBezTo>
                    <a:pt x="1" y="559"/>
                    <a:pt x="96" y="654"/>
                    <a:pt x="220" y="654"/>
                  </a:cubicBezTo>
                  <a:cubicBezTo>
                    <a:pt x="335" y="654"/>
                    <a:pt x="430" y="559"/>
                    <a:pt x="430" y="435"/>
                  </a:cubicBezTo>
                  <a:lnTo>
                    <a:pt x="430" y="215"/>
                  </a:lnTo>
                  <a:cubicBezTo>
                    <a:pt x="430" y="72"/>
                    <a:pt x="323" y="1"/>
                    <a:pt x="215" y="1"/>
                  </a:cubicBezTo>
                  <a:close/>
                </a:path>
              </a:pathLst>
            </a:custGeom>
            <a:solidFill>
              <a:srgbClr val="6F809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748" name="Google Shape;15748;p44"/>
            <p:cNvSpPr/>
            <p:nvPr/>
          </p:nvSpPr>
          <p:spPr>
            <a:xfrm>
              <a:off x="7319786" y="2081923"/>
              <a:ext cx="11521" cy="17151"/>
            </a:xfrm>
            <a:custGeom>
              <a:rect b="b" l="l" r="r" t="t"/>
              <a:pathLst>
                <a:path extrusionOk="0" h="655" w="440">
                  <a:moveTo>
                    <a:pt x="220" y="1"/>
                  </a:moveTo>
                  <a:cubicBezTo>
                    <a:pt x="110" y="1"/>
                    <a:pt x="1" y="72"/>
                    <a:pt x="1" y="215"/>
                  </a:cubicBezTo>
                  <a:lnTo>
                    <a:pt x="1" y="435"/>
                  </a:lnTo>
                  <a:cubicBezTo>
                    <a:pt x="1" y="559"/>
                    <a:pt x="106" y="654"/>
                    <a:pt x="220" y="654"/>
                  </a:cubicBezTo>
                  <a:cubicBezTo>
                    <a:pt x="344" y="654"/>
                    <a:pt x="440" y="559"/>
                    <a:pt x="440" y="435"/>
                  </a:cubicBezTo>
                  <a:lnTo>
                    <a:pt x="440" y="215"/>
                  </a:lnTo>
                  <a:cubicBezTo>
                    <a:pt x="440" y="72"/>
                    <a:pt x="330" y="1"/>
                    <a:pt x="220" y="1"/>
                  </a:cubicBezTo>
                  <a:close/>
                </a:path>
              </a:pathLst>
            </a:custGeom>
            <a:solidFill>
              <a:srgbClr val="6F809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749" name="Google Shape;15749;p44"/>
            <p:cNvSpPr/>
            <p:nvPr/>
          </p:nvSpPr>
          <p:spPr>
            <a:xfrm>
              <a:off x="7242671" y="2064641"/>
              <a:ext cx="33674" cy="17439"/>
            </a:xfrm>
            <a:custGeom>
              <a:rect b="b" l="l" r="r" t="t"/>
              <a:pathLst>
                <a:path extrusionOk="0" h="666" w="1286">
                  <a:moveTo>
                    <a:pt x="311" y="0"/>
                  </a:moveTo>
                  <a:cubicBezTo>
                    <a:pt x="87" y="0"/>
                    <a:pt x="0" y="350"/>
                    <a:pt x="255" y="427"/>
                  </a:cubicBezTo>
                  <a:lnTo>
                    <a:pt x="914" y="646"/>
                  </a:lnTo>
                  <a:cubicBezTo>
                    <a:pt x="933" y="656"/>
                    <a:pt x="961" y="656"/>
                    <a:pt x="981" y="656"/>
                  </a:cubicBezTo>
                  <a:lnTo>
                    <a:pt x="981" y="665"/>
                  </a:lnTo>
                  <a:cubicBezTo>
                    <a:pt x="1238" y="665"/>
                    <a:pt x="1286" y="312"/>
                    <a:pt x="1057" y="236"/>
                  </a:cubicBezTo>
                  <a:lnTo>
                    <a:pt x="399" y="17"/>
                  </a:lnTo>
                  <a:cubicBezTo>
                    <a:pt x="368" y="5"/>
                    <a:pt x="339" y="0"/>
                    <a:pt x="311" y="0"/>
                  </a:cubicBezTo>
                  <a:close/>
                </a:path>
              </a:pathLst>
            </a:custGeom>
            <a:solidFill>
              <a:srgbClr val="445D7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750" name="Google Shape;15750;p44"/>
            <p:cNvSpPr/>
            <p:nvPr/>
          </p:nvSpPr>
          <p:spPr>
            <a:xfrm>
              <a:off x="7306143" y="2064745"/>
              <a:ext cx="33255" cy="17099"/>
            </a:xfrm>
            <a:custGeom>
              <a:rect b="b" l="l" r="r" t="t"/>
              <a:pathLst>
                <a:path extrusionOk="0" h="653" w="1270">
                  <a:moveTo>
                    <a:pt x="967" y="1"/>
                  </a:moveTo>
                  <a:cubicBezTo>
                    <a:pt x="944" y="1"/>
                    <a:pt x="919" y="5"/>
                    <a:pt x="894" y="13"/>
                  </a:cubicBezTo>
                  <a:lnTo>
                    <a:pt x="236" y="232"/>
                  </a:lnTo>
                  <a:cubicBezTo>
                    <a:pt x="0" y="307"/>
                    <a:pt x="53" y="652"/>
                    <a:pt x="302" y="652"/>
                  </a:cubicBezTo>
                  <a:cubicBezTo>
                    <a:pt x="305" y="652"/>
                    <a:pt x="308" y="652"/>
                    <a:pt x="312" y="652"/>
                  </a:cubicBezTo>
                  <a:cubicBezTo>
                    <a:pt x="331" y="652"/>
                    <a:pt x="350" y="652"/>
                    <a:pt x="379" y="642"/>
                  </a:cubicBezTo>
                  <a:lnTo>
                    <a:pt x="1037" y="423"/>
                  </a:lnTo>
                  <a:cubicBezTo>
                    <a:pt x="1270" y="337"/>
                    <a:pt x="1183" y="1"/>
                    <a:pt x="967" y="1"/>
                  </a:cubicBezTo>
                  <a:close/>
                </a:path>
              </a:pathLst>
            </a:custGeom>
            <a:solidFill>
              <a:srgbClr val="445D7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751" name="Google Shape;15751;p44"/>
            <p:cNvSpPr/>
            <p:nvPr/>
          </p:nvSpPr>
          <p:spPr>
            <a:xfrm>
              <a:off x="7205383" y="1973150"/>
              <a:ext cx="171643" cy="111679"/>
            </a:xfrm>
            <a:custGeom>
              <a:rect b="b" l="l" r="r" t="t"/>
              <a:pathLst>
                <a:path extrusionOk="0" h="4265" w="6555">
                  <a:moveTo>
                    <a:pt x="2624" y="0"/>
                  </a:moveTo>
                  <a:cubicBezTo>
                    <a:pt x="1174" y="0"/>
                    <a:pt x="0" y="1173"/>
                    <a:pt x="0" y="2624"/>
                  </a:cubicBezTo>
                  <a:lnTo>
                    <a:pt x="0" y="4264"/>
                  </a:lnTo>
                  <a:cubicBezTo>
                    <a:pt x="96" y="4198"/>
                    <a:pt x="210" y="4159"/>
                    <a:pt x="334" y="4159"/>
                  </a:cubicBezTo>
                  <a:lnTo>
                    <a:pt x="477" y="4159"/>
                  </a:lnTo>
                  <a:cubicBezTo>
                    <a:pt x="582" y="4159"/>
                    <a:pt x="668" y="4083"/>
                    <a:pt x="687" y="3988"/>
                  </a:cubicBezTo>
                  <a:cubicBezTo>
                    <a:pt x="783" y="3577"/>
                    <a:pt x="1059" y="2538"/>
                    <a:pt x="1823" y="1689"/>
                  </a:cubicBezTo>
                  <a:cubicBezTo>
                    <a:pt x="1862" y="1644"/>
                    <a:pt x="1916" y="1623"/>
                    <a:pt x="1972" y="1623"/>
                  </a:cubicBezTo>
                  <a:cubicBezTo>
                    <a:pt x="2024" y="1623"/>
                    <a:pt x="2077" y="1642"/>
                    <a:pt x="2118" y="1679"/>
                  </a:cubicBezTo>
                  <a:cubicBezTo>
                    <a:pt x="2443" y="1975"/>
                    <a:pt x="2805" y="2204"/>
                    <a:pt x="3206" y="2385"/>
                  </a:cubicBezTo>
                  <a:cubicBezTo>
                    <a:pt x="3230" y="2395"/>
                    <a:pt x="3256" y="2399"/>
                    <a:pt x="3282" y="2399"/>
                  </a:cubicBezTo>
                  <a:cubicBezTo>
                    <a:pt x="3308" y="2399"/>
                    <a:pt x="3335" y="2395"/>
                    <a:pt x="3359" y="2385"/>
                  </a:cubicBezTo>
                  <a:cubicBezTo>
                    <a:pt x="3750" y="2204"/>
                    <a:pt x="4122" y="1975"/>
                    <a:pt x="4437" y="1679"/>
                  </a:cubicBezTo>
                  <a:cubicBezTo>
                    <a:pt x="4478" y="1642"/>
                    <a:pt x="4531" y="1623"/>
                    <a:pt x="4584" y="1623"/>
                  </a:cubicBezTo>
                  <a:cubicBezTo>
                    <a:pt x="4641" y="1623"/>
                    <a:pt x="4698" y="1644"/>
                    <a:pt x="4742" y="1689"/>
                  </a:cubicBezTo>
                  <a:cubicBezTo>
                    <a:pt x="5495" y="2538"/>
                    <a:pt x="5782" y="3577"/>
                    <a:pt x="5868" y="3988"/>
                  </a:cubicBezTo>
                  <a:cubicBezTo>
                    <a:pt x="5887" y="4083"/>
                    <a:pt x="5982" y="4159"/>
                    <a:pt x="6087" y="4159"/>
                  </a:cubicBezTo>
                  <a:lnTo>
                    <a:pt x="6230" y="4159"/>
                  </a:lnTo>
                  <a:cubicBezTo>
                    <a:pt x="6345" y="4159"/>
                    <a:pt x="6459" y="4198"/>
                    <a:pt x="6554" y="4264"/>
                  </a:cubicBezTo>
                  <a:lnTo>
                    <a:pt x="6554" y="2624"/>
                  </a:lnTo>
                  <a:cubicBezTo>
                    <a:pt x="6554" y="1173"/>
                    <a:pt x="5381" y="0"/>
                    <a:pt x="3931" y="0"/>
                  </a:cubicBezTo>
                  <a:close/>
                </a:path>
              </a:pathLst>
            </a:custGeom>
            <a:solidFill>
              <a:srgbClr val="445D7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752" name="Google Shape;15752;p44"/>
            <p:cNvSpPr/>
            <p:nvPr/>
          </p:nvSpPr>
          <p:spPr>
            <a:xfrm>
              <a:off x="7297057" y="2120284"/>
              <a:ext cx="23017" cy="21236"/>
            </a:xfrm>
            <a:custGeom>
              <a:rect b="b" l="l" r="r" t="t"/>
              <a:pathLst>
                <a:path extrusionOk="0" h="811" w="879">
                  <a:moveTo>
                    <a:pt x="878" y="0"/>
                  </a:moveTo>
                  <a:lnTo>
                    <a:pt x="1" y="67"/>
                  </a:lnTo>
                  <a:lnTo>
                    <a:pt x="344" y="754"/>
                  </a:lnTo>
                  <a:cubicBezTo>
                    <a:pt x="363" y="792"/>
                    <a:pt x="399" y="811"/>
                    <a:pt x="435" y="811"/>
                  </a:cubicBezTo>
                  <a:cubicBezTo>
                    <a:pt x="470" y="811"/>
                    <a:pt x="506" y="792"/>
                    <a:pt x="525" y="754"/>
                  </a:cubicBezTo>
                  <a:lnTo>
                    <a:pt x="878" y="0"/>
                  </a:ln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753" name="Google Shape;15753;p44"/>
            <p:cNvSpPr/>
            <p:nvPr/>
          </p:nvSpPr>
          <p:spPr>
            <a:xfrm>
              <a:off x="7262598" y="2120284"/>
              <a:ext cx="22990" cy="21236"/>
            </a:xfrm>
            <a:custGeom>
              <a:rect b="b" l="l" r="r" t="t"/>
              <a:pathLst>
                <a:path extrusionOk="0" h="811" w="878">
                  <a:moveTo>
                    <a:pt x="0" y="0"/>
                  </a:moveTo>
                  <a:lnTo>
                    <a:pt x="353" y="754"/>
                  </a:lnTo>
                  <a:cubicBezTo>
                    <a:pt x="372" y="792"/>
                    <a:pt x="408" y="811"/>
                    <a:pt x="444" y="811"/>
                  </a:cubicBezTo>
                  <a:cubicBezTo>
                    <a:pt x="479" y="811"/>
                    <a:pt x="515" y="792"/>
                    <a:pt x="534" y="754"/>
                  </a:cubicBezTo>
                  <a:lnTo>
                    <a:pt x="878" y="67"/>
                  </a:lnTo>
                  <a:lnTo>
                    <a:pt x="0" y="0"/>
                  </a:ln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754" name="Google Shape;15754;p44"/>
            <p:cNvSpPr/>
            <p:nvPr/>
          </p:nvSpPr>
          <p:spPr>
            <a:xfrm>
              <a:off x="7248877" y="2112350"/>
              <a:ext cx="84918" cy="15449"/>
            </a:xfrm>
            <a:custGeom>
              <a:rect b="b" l="l" r="r" t="t"/>
              <a:pathLst>
                <a:path extrusionOk="0" h="590" w="3243">
                  <a:moveTo>
                    <a:pt x="303" y="0"/>
                  </a:moveTo>
                  <a:cubicBezTo>
                    <a:pt x="64" y="0"/>
                    <a:pt x="0" y="375"/>
                    <a:pt x="257" y="437"/>
                  </a:cubicBezTo>
                  <a:cubicBezTo>
                    <a:pt x="705" y="542"/>
                    <a:pt x="1163" y="589"/>
                    <a:pt x="1621" y="589"/>
                  </a:cubicBezTo>
                  <a:cubicBezTo>
                    <a:pt x="2079" y="589"/>
                    <a:pt x="2537" y="542"/>
                    <a:pt x="2985" y="437"/>
                  </a:cubicBezTo>
                  <a:cubicBezTo>
                    <a:pt x="3242" y="375"/>
                    <a:pt x="3178" y="0"/>
                    <a:pt x="2939" y="0"/>
                  </a:cubicBezTo>
                  <a:cubicBezTo>
                    <a:pt x="2921" y="0"/>
                    <a:pt x="2901" y="3"/>
                    <a:pt x="2880" y="7"/>
                  </a:cubicBezTo>
                  <a:cubicBezTo>
                    <a:pt x="2465" y="98"/>
                    <a:pt x="2043" y="143"/>
                    <a:pt x="1621" y="143"/>
                  </a:cubicBezTo>
                  <a:cubicBezTo>
                    <a:pt x="1199" y="143"/>
                    <a:pt x="777" y="98"/>
                    <a:pt x="362" y="7"/>
                  </a:cubicBezTo>
                  <a:cubicBezTo>
                    <a:pt x="341" y="3"/>
                    <a:pt x="322" y="0"/>
                    <a:pt x="303" y="0"/>
                  </a:cubicBez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755" name="Google Shape;15755;p44"/>
            <p:cNvSpPr/>
            <p:nvPr/>
          </p:nvSpPr>
          <p:spPr>
            <a:xfrm>
              <a:off x="7285562" y="2257912"/>
              <a:ext cx="11521" cy="69966"/>
            </a:xfrm>
            <a:custGeom>
              <a:rect b="b" l="l" r="r" t="t"/>
              <a:pathLst>
                <a:path extrusionOk="0" h="2672" w="440">
                  <a:moveTo>
                    <a:pt x="1" y="1"/>
                  </a:moveTo>
                  <a:lnTo>
                    <a:pt x="1" y="2672"/>
                  </a:lnTo>
                  <a:lnTo>
                    <a:pt x="440" y="2672"/>
                  </a:lnTo>
                  <a:lnTo>
                    <a:pt x="440" y="1"/>
                  </a:lnTo>
                  <a:lnTo>
                    <a:pt x="392" y="67"/>
                  </a:lnTo>
                  <a:cubicBezTo>
                    <a:pt x="344" y="120"/>
                    <a:pt x="280" y="146"/>
                    <a:pt x="217" y="146"/>
                  </a:cubicBezTo>
                  <a:cubicBezTo>
                    <a:pt x="153" y="146"/>
                    <a:pt x="91" y="120"/>
                    <a:pt x="48" y="67"/>
                  </a:cubicBezTo>
                  <a:lnTo>
                    <a:pt x="1" y="1"/>
                  </a:lnTo>
                  <a:close/>
                </a:path>
              </a:pathLst>
            </a:custGeom>
            <a:solidFill>
              <a:srgbClr val="39516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5756" name="Google Shape;15756;p44"/>
          <p:cNvGrpSpPr/>
          <p:nvPr/>
        </p:nvGrpSpPr>
        <p:grpSpPr>
          <a:xfrm>
            <a:off x="6703522" y="1820698"/>
            <a:ext cx="274812" cy="354781"/>
            <a:chOff x="6703522" y="1973098"/>
            <a:chExt cx="274812" cy="354781"/>
          </a:xfrm>
        </p:grpSpPr>
        <p:sp>
          <p:nvSpPr>
            <p:cNvPr id="15757" name="Google Shape;15757;p44"/>
            <p:cNvSpPr/>
            <p:nvPr/>
          </p:nvSpPr>
          <p:spPr>
            <a:xfrm>
              <a:off x="6761233" y="1973150"/>
              <a:ext cx="160147" cy="57214"/>
            </a:xfrm>
            <a:custGeom>
              <a:rect b="b" l="l" r="r" t="t"/>
              <a:pathLst>
                <a:path extrusionOk="0" h="2185" w="6116">
                  <a:moveTo>
                    <a:pt x="3053" y="0"/>
                  </a:moveTo>
                  <a:cubicBezTo>
                    <a:pt x="1565" y="0"/>
                    <a:pt x="325" y="935"/>
                    <a:pt x="0" y="2185"/>
                  </a:cubicBezTo>
                  <a:lnTo>
                    <a:pt x="6116" y="2185"/>
                  </a:lnTo>
                  <a:cubicBezTo>
                    <a:pt x="5782" y="935"/>
                    <a:pt x="4532" y="0"/>
                    <a:pt x="3053" y="0"/>
                  </a:cubicBezTo>
                  <a:close/>
                </a:path>
              </a:pathLst>
            </a:custGeom>
            <a:solidFill>
              <a:srgbClr val="52667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758" name="Google Shape;15758;p44"/>
            <p:cNvSpPr/>
            <p:nvPr/>
          </p:nvSpPr>
          <p:spPr>
            <a:xfrm>
              <a:off x="6724758" y="2116277"/>
              <a:ext cx="232601" cy="112177"/>
            </a:xfrm>
            <a:custGeom>
              <a:rect b="b" l="l" r="r" t="t"/>
              <a:pathLst>
                <a:path extrusionOk="0" h="4284" w="8883">
                  <a:moveTo>
                    <a:pt x="1327" y="0"/>
                  </a:moveTo>
                  <a:cubicBezTo>
                    <a:pt x="1203" y="697"/>
                    <a:pt x="783" y="745"/>
                    <a:pt x="764" y="1737"/>
                  </a:cubicBezTo>
                  <a:cubicBezTo>
                    <a:pt x="745" y="2261"/>
                    <a:pt x="773" y="2548"/>
                    <a:pt x="468" y="3015"/>
                  </a:cubicBezTo>
                  <a:cubicBezTo>
                    <a:pt x="1" y="3721"/>
                    <a:pt x="334" y="4284"/>
                    <a:pt x="334" y="4284"/>
                  </a:cubicBezTo>
                  <a:lnTo>
                    <a:pt x="8548" y="4284"/>
                  </a:lnTo>
                  <a:cubicBezTo>
                    <a:pt x="8548" y="4284"/>
                    <a:pt x="8882" y="3721"/>
                    <a:pt x="8424" y="3015"/>
                  </a:cubicBezTo>
                  <a:cubicBezTo>
                    <a:pt x="8110" y="2548"/>
                    <a:pt x="8138" y="2261"/>
                    <a:pt x="8129" y="1737"/>
                  </a:cubicBezTo>
                  <a:cubicBezTo>
                    <a:pt x="8100" y="745"/>
                    <a:pt x="7680" y="697"/>
                    <a:pt x="7556" y="0"/>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759" name="Google Shape;15759;p44"/>
            <p:cNvSpPr/>
            <p:nvPr/>
          </p:nvSpPr>
          <p:spPr>
            <a:xfrm>
              <a:off x="6703522" y="2201955"/>
              <a:ext cx="274812" cy="125924"/>
            </a:xfrm>
            <a:custGeom>
              <a:rect b="b" l="l" r="r" t="t"/>
              <a:pathLst>
                <a:path extrusionOk="0" h="4809" w="10495">
                  <a:moveTo>
                    <a:pt x="4380" y="1"/>
                  </a:moveTo>
                  <a:lnTo>
                    <a:pt x="945" y="1040"/>
                  </a:lnTo>
                  <a:cubicBezTo>
                    <a:pt x="392" y="1203"/>
                    <a:pt x="10" y="1708"/>
                    <a:pt x="1" y="2290"/>
                  </a:cubicBezTo>
                  <a:lnTo>
                    <a:pt x="1" y="4150"/>
                  </a:lnTo>
                  <a:cubicBezTo>
                    <a:pt x="1" y="4513"/>
                    <a:pt x="296" y="4809"/>
                    <a:pt x="659" y="4809"/>
                  </a:cubicBezTo>
                  <a:lnTo>
                    <a:pt x="9836" y="4809"/>
                  </a:lnTo>
                  <a:cubicBezTo>
                    <a:pt x="10199" y="4809"/>
                    <a:pt x="10495" y="4513"/>
                    <a:pt x="10495" y="4150"/>
                  </a:cubicBezTo>
                  <a:lnTo>
                    <a:pt x="10495" y="2290"/>
                  </a:lnTo>
                  <a:cubicBezTo>
                    <a:pt x="10495" y="1708"/>
                    <a:pt x="10104" y="1203"/>
                    <a:pt x="9550" y="1040"/>
                  </a:cubicBezTo>
                  <a:lnTo>
                    <a:pt x="6125" y="1"/>
                  </a:lnTo>
                  <a:close/>
                </a:path>
              </a:pathLst>
            </a:custGeom>
            <a:solidFill>
              <a:srgbClr val="ACB9C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760" name="Google Shape;15760;p44"/>
            <p:cNvSpPr/>
            <p:nvPr/>
          </p:nvSpPr>
          <p:spPr>
            <a:xfrm>
              <a:off x="6769717" y="2201955"/>
              <a:ext cx="142918" cy="68736"/>
            </a:xfrm>
            <a:custGeom>
              <a:rect b="b" l="l" r="r" t="t"/>
              <a:pathLst>
                <a:path extrusionOk="0" h="2625" w="5458">
                  <a:moveTo>
                    <a:pt x="1852" y="1"/>
                  </a:moveTo>
                  <a:lnTo>
                    <a:pt x="1" y="563"/>
                  </a:lnTo>
                  <a:cubicBezTo>
                    <a:pt x="344" y="1785"/>
                    <a:pt x="1460" y="2624"/>
                    <a:pt x="2729" y="2624"/>
                  </a:cubicBezTo>
                  <a:cubicBezTo>
                    <a:pt x="3998" y="2624"/>
                    <a:pt x="5105" y="1785"/>
                    <a:pt x="5458" y="563"/>
                  </a:cubicBezTo>
                  <a:lnTo>
                    <a:pt x="3607" y="1"/>
                  </a:lnTo>
                  <a:close/>
                </a:path>
              </a:pathLst>
            </a:custGeom>
            <a:solidFill>
              <a:srgbClr val="899CA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761" name="Google Shape;15761;p44"/>
            <p:cNvSpPr/>
            <p:nvPr/>
          </p:nvSpPr>
          <p:spPr>
            <a:xfrm>
              <a:off x="6755237" y="2212455"/>
              <a:ext cx="28751" cy="115423"/>
            </a:xfrm>
            <a:custGeom>
              <a:rect b="b" l="l" r="r" t="t"/>
              <a:pathLst>
                <a:path extrusionOk="0" h="4408" w="1098">
                  <a:moveTo>
                    <a:pt x="1098" y="0"/>
                  </a:moveTo>
                  <a:lnTo>
                    <a:pt x="0" y="325"/>
                  </a:lnTo>
                  <a:lnTo>
                    <a:pt x="0" y="4408"/>
                  </a:lnTo>
                  <a:lnTo>
                    <a:pt x="1098" y="4408"/>
                  </a:lnTo>
                  <a:lnTo>
                    <a:pt x="1098" y="0"/>
                  </a:lnTo>
                  <a:close/>
                </a:path>
              </a:pathLst>
            </a:custGeom>
            <a:solidFill>
              <a:srgbClr val="6F809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762" name="Google Shape;15762;p44"/>
            <p:cNvSpPr/>
            <p:nvPr/>
          </p:nvSpPr>
          <p:spPr>
            <a:xfrm>
              <a:off x="6898364" y="2212455"/>
              <a:ext cx="28515" cy="115423"/>
            </a:xfrm>
            <a:custGeom>
              <a:rect b="b" l="l" r="r" t="t"/>
              <a:pathLst>
                <a:path extrusionOk="0" h="4408" w="1089">
                  <a:moveTo>
                    <a:pt x="1" y="0"/>
                  </a:moveTo>
                  <a:lnTo>
                    <a:pt x="1" y="4408"/>
                  </a:lnTo>
                  <a:lnTo>
                    <a:pt x="1088" y="4408"/>
                  </a:lnTo>
                  <a:lnTo>
                    <a:pt x="1088" y="325"/>
                  </a:lnTo>
                  <a:lnTo>
                    <a:pt x="1" y="0"/>
                  </a:lnTo>
                  <a:close/>
                </a:path>
              </a:pathLst>
            </a:custGeom>
            <a:solidFill>
              <a:srgbClr val="6F809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763" name="Google Shape;15763;p44"/>
            <p:cNvSpPr/>
            <p:nvPr/>
          </p:nvSpPr>
          <p:spPr>
            <a:xfrm>
              <a:off x="6744737" y="2053329"/>
              <a:ext cx="192643" cy="137157"/>
            </a:xfrm>
            <a:custGeom>
              <a:rect b="b" l="l" r="r" t="t"/>
              <a:pathLst>
                <a:path extrusionOk="0" h="5238" w="7357">
                  <a:moveTo>
                    <a:pt x="840" y="0"/>
                  </a:moveTo>
                  <a:lnTo>
                    <a:pt x="840" y="1527"/>
                  </a:lnTo>
                  <a:lnTo>
                    <a:pt x="726" y="1527"/>
                  </a:lnTo>
                  <a:cubicBezTo>
                    <a:pt x="1" y="1527"/>
                    <a:pt x="1" y="2624"/>
                    <a:pt x="726" y="2624"/>
                  </a:cubicBezTo>
                  <a:lnTo>
                    <a:pt x="850" y="2624"/>
                  </a:lnTo>
                  <a:cubicBezTo>
                    <a:pt x="964" y="4102"/>
                    <a:pt x="2195" y="5238"/>
                    <a:pt x="3674" y="5238"/>
                  </a:cubicBezTo>
                  <a:cubicBezTo>
                    <a:pt x="5162" y="5238"/>
                    <a:pt x="6393" y="4102"/>
                    <a:pt x="6507" y="2624"/>
                  </a:cubicBezTo>
                  <a:lnTo>
                    <a:pt x="6622" y="2624"/>
                  </a:lnTo>
                  <a:cubicBezTo>
                    <a:pt x="7356" y="2624"/>
                    <a:pt x="7356" y="1527"/>
                    <a:pt x="6622" y="1527"/>
                  </a:cubicBezTo>
                  <a:lnTo>
                    <a:pt x="6517" y="1527"/>
                  </a:lnTo>
                  <a:lnTo>
                    <a:pt x="6517" y="0"/>
                  </a:lnTo>
                  <a:close/>
                </a:path>
              </a:pathLst>
            </a:custGeom>
            <a:solidFill>
              <a:srgbClr val="ECF0F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764" name="Google Shape;15764;p44"/>
            <p:cNvSpPr/>
            <p:nvPr/>
          </p:nvSpPr>
          <p:spPr>
            <a:xfrm>
              <a:off x="6748743" y="2053329"/>
              <a:ext cx="166641" cy="116419"/>
            </a:xfrm>
            <a:custGeom>
              <a:rect b="b" l="l" r="r" t="t"/>
              <a:pathLst>
                <a:path extrusionOk="0" h="4446" w="6364">
                  <a:moveTo>
                    <a:pt x="687" y="0"/>
                  </a:moveTo>
                  <a:lnTo>
                    <a:pt x="687" y="1527"/>
                  </a:lnTo>
                  <a:lnTo>
                    <a:pt x="611" y="1527"/>
                  </a:lnTo>
                  <a:cubicBezTo>
                    <a:pt x="605" y="1527"/>
                    <a:pt x="599" y="1526"/>
                    <a:pt x="592" y="1526"/>
                  </a:cubicBezTo>
                  <a:cubicBezTo>
                    <a:pt x="305" y="1526"/>
                    <a:pt x="66" y="1743"/>
                    <a:pt x="29" y="2023"/>
                  </a:cubicBezTo>
                  <a:cubicBezTo>
                    <a:pt x="0" y="2338"/>
                    <a:pt x="248" y="2624"/>
                    <a:pt x="573" y="2624"/>
                  </a:cubicBezTo>
                  <a:lnTo>
                    <a:pt x="697" y="2624"/>
                  </a:lnTo>
                  <a:cubicBezTo>
                    <a:pt x="745" y="3311"/>
                    <a:pt x="1059" y="3969"/>
                    <a:pt x="1555" y="4446"/>
                  </a:cubicBezTo>
                  <a:lnTo>
                    <a:pt x="1555" y="1966"/>
                  </a:lnTo>
                  <a:cubicBezTo>
                    <a:pt x="1555" y="1365"/>
                    <a:pt x="2052" y="868"/>
                    <a:pt x="2653" y="868"/>
                  </a:cubicBezTo>
                  <a:lnTo>
                    <a:pt x="6364" y="868"/>
                  </a:lnTo>
                  <a:lnTo>
                    <a:pt x="6364" y="0"/>
                  </a:lnTo>
                  <a:close/>
                </a:path>
              </a:pathLst>
            </a:custGeom>
            <a:solidFill>
              <a:srgbClr val="E7ECF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765" name="Google Shape;15765;p44"/>
            <p:cNvSpPr/>
            <p:nvPr/>
          </p:nvSpPr>
          <p:spPr>
            <a:xfrm>
              <a:off x="6801192" y="2093418"/>
              <a:ext cx="11286" cy="17125"/>
            </a:xfrm>
            <a:custGeom>
              <a:rect b="b" l="l" r="r" t="t"/>
              <a:pathLst>
                <a:path extrusionOk="0" h="654" w="431">
                  <a:moveTo>
                    <a:pt x="215" y="0"/>
                  </a:moveTo>
                  <a:cubicBezTo>
                    <a:pt x="108" y="0"/>
                    <a:pt x="1" y="72"/>
                    <a:pt x="1" y="215"/>
                  </a:cubicBezTo>
                  <a:lnTo>
                    <a:pt x="1" y="435"/>
                  </a:lnTo>
                  <a:cubicBezTo>
                    <a:pt x="1" y="559"/>
                    <a:pt x="96" y="654"/>
                    <a:pt x="220" y="654"/>
                  </a:cubicBezTo>
                  <a:cubicBezTo>
                    <a:pt x="335" y="654"/>
                    <a:pt x="430" y="559"/>
                    <a:pt x="430" y="435"/>
                  </a:cubicBezTo>
                  <a:lnTo>
                    <a:pt x="430" y="215"/>
                  </a:lnTo>
                  <a:cubicBezTo>
                    <a:pt x="430" y="72"/>
                    <a:pt x="323" y="0"/>
                    <a:pt x="215" y="0"/>
                  </a:cubicBezTo>
                  <a:close/>
                </a:path>
              </a:pathLst>
            </a:custGeom>
            <a:solidFill>
              <a:srgbClr val="213B5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766" name="Google Shape;15766;p44"/>
            <p:cNvSpPr/>
            <p:nvPr/>
          </p:nvSpPr>
          <p:spPr>
            <a:xfrm>
              <a:off x="6869901" y="2093418"/>
              <a:ext cx="11260" cy="17125"/>
            </a:xfrm>
            <a:custGeom>
              <a:rect b="b" l="l" r="r" t="t"/>
              <a:pathLst>
                <a:path extrusionOk="0" h="654" w="430">
                  <a:moveTo>
                    <a:pt x="215" y="0"/>
                  </a:moveTo>
                  <a:cubicBezTo>
                    <a:pt x="108" y="0"/>
                    <a:pt x="0" y="72"/>
                    <a:pt x="0" y="215"/>
                  </a:cubicBezTo>
                  <a:lnTo>
                    <a:pt x="0" y="435"/>
                  </a:lnTo>
                  <a:cubicBezTo>
                    <a:pt x="0" y="559"/>
                    <a:pt x="96" y="654"/>
                    <a:pt x="220" y="654"/>
                  </a:cubicBezTo>
                  <a:cubicBezTo>
                    <a:pt x="334" y="654"/>
                    <a:pt x="430" y="559"/>
                    <a:pt x="430" y="435"/>
                  </a:cubicBezTo>
                  <a:lnTo>
                    <a:pt x="430" y="215"/>
                  </a:lnTo>
                  <a:cubicBezTo>
                    <a:pt x="430" y="72"/>
                    <a:pt x="322" y="0"/>
                    <a:pt x="215" y="0"/>
                  </a:cubicBezTo>
                  <a:close/>
                </a:path>
              </a:pathLst>
            </a:custGeom>
            <a:solidFill>
              <a:srgbClr val="213B5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767" name="Google Shape;15767;p44"/>
            <p:cNvSpPr/>
            <p:nvPr/>
          </p:nvSpPr>
          <p:spPr>
            <a:xfrm>
              <a:off x="6792970" y="2076057"/>
              <a:ext cx="27887" cy="14768"/>
            </a:xfrm>
            <a:custGeom>
              <a:rect b="b" l="l" r="r" t="t"/>
              <a:pathLst>
                <a:path extrusionOk="0" h="564" w="1065">
                  <a:moveTo>
                    <a:pt x="752" y="1"/>
                  </a:moveTo>
                  <a:cubicBezTo>
                    <a:pt x="732" y="1"/>
                    <a:pt x="710" y="4"/>
                    <a:pt x="687" y="10"/>
                  </a:cubicBezTo>
                  <a:lnTo>
                    <a:pt x="248" y="134"/>
                  </a:lnTo>
                  <a:cubicBezTo>
                    <a:pt x="0" y="191"/>
                    <a:pt x="48" y="563"/>
                    <a:pt x="305" y="563"/>
                  </a:cubicBezTo>
                  <a:cubicBezTo>
                    <a:pt x="324" y="563"/>
                    <a:pt x="353" y="554"/>
                    <a:pt x="372" y="554"/>
                  </a:cubicBezTo>
                  <a:lnTo>
                    <a:pt x="811" y="430"/>
                  </a:lnTo>
                  <a:cubicBezTo>
                    <a:pt x="1065" y="360"/>
                    <a:pt x="981" y="1"/>
                    <a:pt x="752" y="1"/>
                  </a:cubicBezTo>
                  <a:close/>
                </a:path>
              </a:pathLst>
            </a:custGeom>
            <a:solidFill>
              <a:srgbClr val="D4DDE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768" name="Google Shape;15768;p44"/>
            <p:cNvSpPr/>
            <p:nvPr/>
          </p:nvSpPr>
          <p:spPr>
            <a:xfrm>
              <a:off x="6861496" y="2076057"/>
              <a:ext cx="27651" cy="14768"/>
            </a:xfrm>
            <a:custGeom>
              <a:rect b="b" l="l" r="r" t="t"/>
              <a:pathLst>
                <a:path extrusionOk="0" h="564" w="1056">
                  <a:moveTo>
                    <a:pt x="311" y="1"/>
                  </a:moveTo>
                  <a:cubicBezTo>
                    <a:pt x="76" y="1"/>
                    <a:pt x="1" y="360"/>
                    <a:pt x="255" y="430"/>
                  </a:cubicBezTo>
                  <a:lnTo>
                    <a:pt x="693" y="554"/>
                  </a:lnTo>
                  <a:cubicBezTo>
                    <a:pt x="712" y="554"/>
                    <a:pt x="732" y="563"/>
                    <a:pt x="751" y="563"/>
                  </a:cubicBezTo>
                  <a:cubicBezTo>
                    <a:pt x="1008" y="563"/>
                    <a:pt x="1056" y="191"/>
                    <a:pt x="808" y="134"/>
                  </a:cubicBezTo>
                  <a:lnTo>
                    <a:pt x="379" y="10"/>
                  </a:lnTo>
                  <a:cubicBezTo>
                    <a:pt x="355" y="4"/>
                    <a:pt x="332" y="1"/>
                    <a:pt x="311" y="1"/>
                  </a:cubicBezTo>
                  <a:close/>
                </a:path>
              </a:pathLst>
            </a:custGeom>
            <a:solidFill>
              <a:srgbClr val="D4DDE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769" name="Google Shape;15769;p44"/>
            <p:cNvSpPr/>
            <p:nvPr/>
          </p:nvSpPr>
          <p:spPr>
            <a:xfrm>
              <a:off x="6755237" y="2064824"/>
              <a:ext cx="23017" cy="31501"/>
            </a:xfrm>
            <a:custGeom>
              <a:rect b="b" l="l" r="r" t="t"/>
              <a:pathLst>
                <a:path extrusionOk="0" h="1203" w="879">
                  <a:moveTo>
                    <a:pt x="0" y="0"/>
                  </a:moveTo>
                  <a:lnTo>
                    <a:pt x="0" y="1202"/>
                  </a:lnTo>
                  <a:lnTo>
                    <a:pt x="497" y="1135"/>
                  </a:lnTo>
                  <a:cubicBezTo>
                    <a:pt x="716" y="1107"/>
                    <a:pt x="878" y="926"/>
                    <a:pt x="878" y="706"/>
                  </a:cubicBezTo>
                  <a:lnTo>
                    <a:pt x="878" y="0"/>
                  </a:lnTo>
                  <a:close/>
                </a:path>
              </a:pathLst>
            </a:custGeom>
            <a:solidFill>
              <a:srgbClr val="D4DDE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770" name="Google Shape;15770;p44"/>
            <p:cNvSpPr/>
            <p:nvPr/>
          </p:nvSpPr>
          <p:spPr>
            <a:xfrm>
              <a:off x="6903863" y="2064824"/>
              <a:ext cx="23017" cy="31501"/>
            </a:xfrm>
            <a:custGeom>
              <a:rect b="b" l="l" r="r" t="t"/>
              <a:pathLst>
                <a:path extrusionOk="0" h="1203" w="879">
                  <a:moveTo>
                    <a:pt x="1" y="0"/>
                  </a:moveTo>
                  <a:lnTo>
                    <a:pt x="1" y="706"/>
                  </a:lnTo>
                  <a:cubicBezTo>
                    <a:pt x="1" y="926"/>
                    <a:pt x="163" y="1107"/>
                    <a:pt x="392" y="1135"/>
                  </a:cubicBezTo>
                  <a:lnTo>
                    <a:pt x="878" y="1202"/>
                  </a:lnTo>
                  <a:lnTo>
                    <a:pt x="878" y="0"/>
                  </a:lnTo>
                  <a:close/>
                </a:path>
              </a:pathLst>
            </a:custGeom>
            <a:solidFill>
              <a:srgbClr val="D4DDE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771" name="Google Shape;15771;p44"/>
            <p:cNvSpPr/>
            <p:nvPr/>
          </p:nvSpPr>
          <p:spPr>
            <a:xfrm>
              <a:off x="6898364" y="2212455"/>
              <a:ext cx="14271" cy="31239"/>
            </a:xfrm>
            <a:custGeom>
              <a:rect b="b" l="l" r="r" t="t"/>
              <a:pathLst>
                <a:path extrusionOk="0" h="1193" w="545">
                  <a:moveTo>
                    <a:pt x="1" y="0"/>
                  </a:moveTo>
                  <a:lnTo>
                    <a:pt x="1" y="1193"/>
                  </a:lnTo>
                  <a:cubicBezTo>
                    <a:pt x="249" y="887"/>
                    <a:pt x="430" y="534"/>
                    <a:pt x="545" y="162"/>
                  </a:cubicBezTo>
                  <a:lnTo>
                    <a:pt x="1" y="0"/>
                  </a:lnTo>
                  <a:close/>
                </a:path>
              </a:pathLst>
            </a:custGeom>
            <a:solidFill>
              <a:srgbClr val="52667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772" name="Google Shape;15772;p44"/>
            <p:cNvSpPr/>
            <p:nvPr/>
          </p:nvSpPr>
          <p:spPr>
            <a:xfrm>
              <a:off x="6769717" y="2212193"/>
              <a:ext cx="14271" cy="31501"/>
            </a:xfrm>
            <a:custGeom>
              <a:rect b="b" l="l" r="r" t="t"/>
              <a:pathLst>
                <a:path extrusionOk="0" h="1203" w="545">
                  <a:moveTo>
                    <a:pt x="545" y="1"/>
                  </a:moveTo>
                  <a:lnTo>
                    <a:pt x="1" y="163"/>
                  </a:lnTo>
                  <a:cubicBezTo>
                    <a:pt x="106" y="544"/>
                    <a:pt x="287" y="897"/>
                    <a:pt x="545" y="1203"/>
                  </a:cubicBezTo>
                  <a:lnTo>
                    <a:pt x="545" y="1"/>
                  </a:lnTo>
                  <a:close/>
                </a:path>
              </a:pathLst>
            </a:custGeom>
            <a:solidFill>
              <a:srgbClr val="52667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773" name="Google Shape;15773;p44"/>
            <p:cNvSpPr/>
            <p:nvPr/>
          </p:nvSpPr>
          <p:spPr>
            <a:xfrm>
              <a:off x="6777966" y="2127773"/>
              <a:ext cx="126186" cy="131423"/>
            </a:xfrm>
            <a:custGeom>
              <a:rect b="b" l="l" r="r" t="t"/>
              <a:pathLst>
                <a:path extrusionOk="0" h="5019" w="4819">
                  <a:moveTo>
                    <a:pt x="4177" y="0"/>
                  </a:moveTo>
                  <a:cubicBezTo>
                    <a:pt x="4171" y="0"/>
                    <a:pt x="4166" y="0"/>
                    <a:pt x="4160" y="0"/>
                  </a:cubicBezTo>
                  <a:lnTo>
                    <a:pt x="659" y="0"/>
                  </a:lnTo>
                  <a:cubicBezTo>
                    <a:pt x="296" y="0"/>
                    <a:pt x="10" y="286"/>
                    <a:pt x="10" y="649"/>
                  </a:cubicBezTo>
                  <a:lnTo>
                    <a:pt x="10" y="2614"/>
                  </a:lnTo>
                  <a:cubicBezTo>
                    <a:pt x="1" y="3950"/>
                    <a:pt x="1088" y="5018"/>
                    <a:pt x="2414" y="5018"/>
                  </a:cubicBezTo>
                  <a:cubicBezTo>
                    <a:pt x="3740" y="5018"/>
                    <a:pt x="4818" y="3940"/>
                    <a:pt x="4818" y="2614"/>
                  </a:cubicBezTo>
                  <a:lnTo>
                    <a:pt x="4818" y="649"/>
                  </a:lnTo>
                  <a:cubicBezTo>
                    <a:pt x="4818" y="292"/>
                    <a:pt x="4532" y="0"/>
                    <a:pt x="4177" y="0"/>
                  </a:cubicBezTo>
                  <a:close/>
                </a:path>
              </a:pathLst>
            </a:custGeom>
            <a:solidFill>
              <a:srgbClr val="D4DDE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774" name="Google Shape;15774;p44"/>
            <p:cNvSpPr/>
            <p:nvPr/>
          </p:nvSpPr>
          <p:spPr>
            <a:xfrm>
              <a:off x="6815908" y="2144688"/>
              <a:ext cx="50537" cy="17334"/>
            </a:xfrm>
            <a:custGeom>
              <a:rect b="b" l="l" r="r" t="t"/>
              <a:pathLst>
                <a:path extrusionOk="0" h="662" w="1930">
                  <a:moveTo>
                    <a:pt x="310" y="0"/>
                  </a:moveTo>
                  <a:cubicBezTo>
                    <a:pt x="144" y="0"/>
                    <a:pt x="1" y="221"/>
                    <a:pt x="154" y="375"/>
                  </a:cubicBezTo>
                  <a:cubicBezTo>
                    <a:pt x="373" y="566"/>
                    <a:pt x="644" y="662"/>
                    <a:pt x="925" y="662"/>
                  </a:cubicBezTo>
                  <a:cubicBezTo>
                    <a:pt x="938" y="662"/>
                    <a:pt x="952" y="662"/>
                    <a:pt x="965" y="661"/>
                  </a:cubicBezTo>
                  <a:cubicBezTo>
                    <a:pt x="979" y="662"/>
                    <a:pt x="992" y="662"/>
                    <a:pt x="1005" y="662"/>
                  </a:cubicBezTo>
                  <a:cubicBezTo>
                    <a:pt x="1287" y="662"/>
                    <a:pt x="1558" y="566"/>
                    <a:pt x="1776" y="375"/>
                  </a:cubicBezTo>
                  <a:cubicBezTo>
                    <a:pt x="1930" y="221"/>
                    <a:pt x="1786" y="0"/>
                    <a:pt x="1620" y="0"/>
                  </a:cubicBezTo>
                  <a:cubicBezTo>
                    <a:pt x="1570" y="0"/>
                    <a:pt x="1518" y="21"/>
                    <a:pt x="1471" y="70"/>
                  </a:cubicBezTo>
                  <a:cubicBezTo>
                    <a:pt x="1318" y="170"/>
                    <a:pt x="1142" y="220"/>
                    <a:pt x="965" y="220"/>
                  </a:cubicBezTo>
                  <a:cubicBezTo>
                    <a:pt x="789" y="220"/>
                    <a:pt x="612" y="170"/>
                    <a:pt x="460" y="70"/>
                  </a:cubicBezTo>
                  <a:cubicBezTo>
                    <a:pt x="413" y="21"/>
                    <a:pt x="360" y="0"/>
                    <a:pt x="310" y="0"/>
                  </a:cubicBezTo>
                  <a:close/>
                </a:path>
              </a:pathLst>
            </a:custGeom>
            <a:solidFill>
              <a:srgbClr val="ECF0F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775" name="Google Shape;15775;p44"/>
            <p:cNvSpPr/>
            <p:nvPr/>
          </p:nvSpPr>
          <p:spPr>
            <a:xfrm>
              <a:off x="6778044" y="2127773"/>
              <a:ext cx="100131" cy="131658"/>
            </a:xfrm>
            <a:custGeom>
              <a:rect b="b" l="l" r="r" t="t"/>
              <a:pathLst>
                <a:path extrusionOk="0" h="5028" w="3824">
                  <a:moveTo>
                    <a:pt x="665" y="0"/>
                  </a:moveTo>
                  <a:cubicBezTo>
                    <a:pt x="303" y="0"/>
                    <a:pt x="7" y="286"/>
                    <a:pt x="7" y="649"/>
                  </a:cubicBezTo>
                  <a:lnTo>
                    <a:pt x="7" y="2614"/>
                  </a:lnTo>
                  <a:cubicBezTo>
                    <a:pt x="0" y="4036"/>
                    <a:pt x="1171" y="5028"/>
                    <a:pt x="2419" y="5028"/>
                  </a:cubicBezTo>
                  <a:cubicBezTo>
                    <a:pt x="2896" y="5028"/>
                    <a:pt x="3385" y="4882"/>
                    <a:pt x="3823" y="4560"/>
                  </a:cubicBezTo>
                  <a:lnTo>
                    <a:pt x="3823" y="4560"/>
                  </a:lnTo>
                  <a:cubicBezTo>
                    <a:pt x="3718" y="4570"/>
                    <a:pt x="3604" y="4579"/>
                    <a:pt x="3499" y="4579"/>
                  </a:cubicBezTo>
                  <a:cubicBezTo>
                    <a:pt x="2173" y="4579"/>
                    <a:pt x="1095" y="3501"/>
                    <a:pt x="1104" y="2185"/>
                  </a:cubicBezTo>
                  <a:lnTo>
                    <a:pt x="1104" y="0"/>
                  </a:ln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776" name="Google Shape;15776;p44"/>
            <p:cNvSpPr/>
            <p:nvPr/>
          </p:nvSpPr>
          <p:spPr>
            <a:xfrm>
              <a:off x="6749503" y="2030338"/>
              <a:ext cx="183112" cy="34512"/>
            </a:xfrm>
            <a:custGeom>
              <a:rect b="b" l="l" r="r" t="t"/>
              <a:pathLst>
                <a:path extrusionOk="0" h="1318" w="6993">
                  <a:moveTo>
                    <a:pt x="219" y="1"/>
                  </a:moveTo>
                  <a:cubicBezTo>
                    <a:pt x="95" y="1"/>
                    <a:pt x="0" y="96"/>
                    <a:pt x="0" y="220"/>
                  </a:cubicBezTo>
                  <a:lnTo>
                    <a:pt x="0" y="1098"/>
                  </a:lnTo>
                  <a:cubicBezTo>
                    <a:pt x="0" y="1212"/>
                    <a:pt x="95" y="1317"/>
                    <a:pt x="219" y="1317"/>
                  </a:cubicBezTo>
                  <a:lnTo>
                    <a:pt x="6773" y="1317"/>
                  </a:lnTo>
                  <a:cubicBezTo>
                    <a:pt x="6897" y="1317"/>
                    <a:pt x="6993" y="1212"/>
                    <a:pt x="6993" y="1098"/>
                  </a:cubicBezTo>
                  <a:lnTo>
                    <a:pt x="6993" y="220"/>
                  </a:lnTo>
                  <a:cubicBezTo>
                    <a:pt x="6993" y="96"/>
                    <a:pt x="6897" y="1"/>
                    <a:pt x="6773" y="1"/>
                  </a:cubicBezTo>
                  <a:close/>
                </a:path>
              </a:pathLst>
            </a:custGeom>
            <a:solidFill>
              <a:srgbClr val="6F809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777" name="Google Shape;15777;p44"/>
            <p:cNvSpPr/>
            <p:nvPr/>
          </p:nvSpPr>
          <p:spPr>
            <a:xfrm>
              <a:off x="6810697" y="1973098"/>
              <a:ext cx="106678" cy="45771"/>
            </a:xfrm>
            <a:custGeom>
              <a:rect b="b" l="l" r="r" t="t"/>
              <a:pathLst>
                <a:path extrusionOk="0" h="1748" w="4074">
                  <a:moveTo>
                    <a:pt x="1150" y="1"/>
                  </a:moveTo>
                  <a:cubicBezTo>
                    <a:pt x="1117" y="1"/>
                    <a:pt x="1083" y="1"/>
                    <a:pt x="1050" y="2"/>
                  </a:cubicBezTo>
                  <a:lnTo>
                    <a:pt x="1040" y="2"/>
                  </a:lnTo>
                  <a:cubicBezTo>
                    <a:pt x="754" y="193"/>
                    <a:pt x="515" y="431"/>
                    <a:pt x="325" y="708"/>
                  </a:cubicBezTo>
                  <a:cubicBezTo>
                    <a:pt x="0" y="1137"/>
                    <a:pt x="315" y="1748"/>
                    <a:pt x="849" y="1748"/>
                  </a:cubicBezTo>
                  <a:lnTo>
                    <a:pt x="4074" y="1748"/>
                  </a:lnTo>
                  <a:cubicBezTo>
                    <a:pt x="3581" y="725"/>
                    <a:pt x="2462" y="1"/>
                    <a:pt x="1150" y="1"/>
                  </a:cubicBezTo>
                  <a:close/>
                </a:path>
              </a:pathLst>
            </a:custGeom>
            <a:solidFill>
              <a:srgbClr val="6F809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778" name="Google Shape;15778;p44"/>
            <p:cNvSpPr/>
            <p:nvPr/>
          </p:nvSpPr>
          <p:spPr>
            <a:xfrm>
              <a:off x="6738243" y="2276399"/>
              <a:ext cx="17020" cy="51480"/>
            </a:xfrm>
            <a:custGeom>
              <a:rect b="b" l="l" r="r" t="t"/>
              <a:pathLst>
                <a:path extrusionOk="0" h="1966" w="650">
                  <a:moveTo>
                    <a:pt x="649" y="0"/>
                  </a:moveTo>
                  <a:cubicBezTo>
                    <a:pt x="287" y="0"/>
                    <a:pt x="1" y="287"/>
                    <a:pt x="1" y="649"/>
                  </a:cubicBezTo>
                  <a:lnTo>
                    <a:pt x="1" y="1966"/>
                  </a:lnTo>
                  <a:lnTo>
                    <a:pt x="649" y="1966"/>
                  </a:lnTo>
                  <a:lnTo>
                    <a:pt x="649" y="0"/>
                  </a:lnTo>
                  <a:close/>
                </a:path>
              </a:pathLst>
            </a:custGeom>
            <a:solidFill>
              <a:srgbClr val="899CA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779" name="Google Shape;15779;p44"/>
            <p:cNvSpPr/>
            <p:nvPr/>
          </p:nvSpPr>
          <p:spPr>
            <a:xfrm>
              <a:off x="6755237" y="2276399"/>
              <a:ext cx="11521" cy="51480"/>
            </a:xfrm>
            <a:custGeom>
              <a:rect b="b" l="l" r="r" t="t"/>
              <a:pathLst>
                <a:path extrusionOk="0" h="1966" w="440">
                  <a:moveTo>
                    <a:pt x="0" y="0"/>
                  </a:moveTo>
                  <a:lnTo>
                    <a:pt x="0" y="1966"/>
                  </a:lnTo>
                  <a:lnTo>
                    <a:pt x="439" y="1966"/>
                  </a:lnTo>
                  <a:lnTo>
                    <a:pt x="439" y="439"/>
                  </a:lnTo>
                  <a:cubicBezTo>
                    <a:pt x="439" y="191"/>
                    <a:pt x="239" y="0"/>
                    <a:pt x="0" y="0"/>
                  </a:cubicBezTo>
                  <a:close/>
                </a:path>
              </a:pathLst>
            </a:custGeom>
            <a:solidFill>
              <a:srgbClr val="52667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780" name="Google Shape;15780;p44"/>
            <p:cNvSpPr/>
            <p:nvPr/>
          </p:nvSpPr>
          <p:spPr>
            <a:xfrm>
              <a:off x="6926854" y="2276399"/>
              <a:ext cx="17256" cy="51480"/>
            </a:xfrm>
            <a:custGeom>
              <a:rect b="b" l="l" r="r" t="t"/>
              <a:pathLst>
                <a:path extrusionOk="0" h="1966" w="659">
                  <a:moveTo>
                    <a:pt x="0" y="0"/>
                  </a:moveTo>
                  <a:lnTo>
                    <a:pt x="0" y="1966"/>
                  </a:lnTo>
                  <a:lnTo>
                    <a:pt x="659" y="1966"/>
                  </a:lnTo>
                  <a:lnTo>
                    <a:pt x="659" y="649"/>
                  </a:lnTo>
                  <a:cubicBezTo>
                    <a:pt x="649" y="287"/>
                    <a:pt x="363" y="0"/>
                    <a:pt x="0" y="0"/>
                  </a:cubicBezTo>
                  <a:close/>
                </a:path>
              </a:pathLst>
            </a:custGeom>
            <a:solidFill>
              <a:srgbClr val="899CA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781" name="Google Shape;15781;p44"/>
            <p:cNvSpPr/>
            <p:nvPr/>
          </p:nvSpPr>
          <p:spPr>
            <a:xfrm>
              <a:off x="6915358" y="2276399"/>
              <a:ext cx="11521" cy="51480"/>
            </a:xfrm>
            <a:custGeom>
              <a:rect b="b" l="l" r="r" t="t"/>
              <a:pathLst>
                <a:path extrusionOk="0" h="1966" w="440">
                  <a:moveTo>
                    <a:pt x="439" y="0"/>
                  </a:moveTo>
                  <a:cubicBezTo>
                    <a:pt x="201" y="0"/>
                    <a:pt x="1" y="191"/>
                    <a:pt x="1" y="439"/>
                  </a:cubicBezTo>
                  <a:lnTo>
                    <a:pt x="1" y="1966"/>
                  </a:lnTo>
                  <a:lnTo>
                    <a:pt x="439" y="1966"/>
                  </a:lnTo>
                  <a:lnTo>
                    <a:pt x="439" y="0"/>
                  </a:lnTo>
                  <a:close/>
                </a:path>
              </a:pathLst>
            </a:custGeom>
            <a:solidFill>
              <a:srgbClr val="52667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5782" name="Google Shape;15782;p44"/>
          <p:cNvGrpSpPr/>
          <p:nvPr/>
        </p:nvGrpSpPr>
        <p:grpSpPr>
          <a:xfrm>
            <a:off x="6253375" y="1820750"/>
            <a:ext cx="274812" cy="354729"/>
            <a:chOff x="6253375" y="1973150"/>
            <a:chExt cx="274812" cy="354729"/>
          </a:xfrm>
        </p:grpSpPr>
        <p:sp>
          <p:nvSpPr>
            <p:cNvPr id="15783" name="Google Shape;15783;p44"/>
            <p:cNvSpPr/>
            <p:nvPr/>
          </p:nvSpPr>
          <p:spPr>
            <a:xfrm>
              <a:off x="6253637" y="2173492"/>
              <a:ext cx="274550" cy="154387"/>
            </a:xfrm>
            <a:custGeom>
              <a:rect b="b" l="l" r="r" t="t"/>
              <a:pathLst>
                <a:path extrusionOk="0" h="5896" w="10485">
                  <a:moveTo>
                    <a:pt x="3711" y="0"/>
                  </a:moveTo>
                  <a:lnTo>
                    <a:pt x="3711" y="1040"/>
                  </a:lnTo>
                  <a:cubicBezTo>
                    <a:pt x="3711" y="1326"/>
                    <a:pt x="3520" y="1584"/>
                    <a:pt x="3244" y="1670"/>
                  </a:cubicBezTo>
                  <a:lnTo>
                    <a:pt x="935" y="2347"/>
                  </a:lnTo>
                  <a:cubicBezTo>
                    <a:pt x="382" y="2509"/>
                    <a:pt x="0" y="3015"/>
                    <a:pt x="0" y="3597"/>
                  </a:cubicBezTo>
                  <a:lnTo>
                    <a:pt x="0" y="5237"/>
                  </a:lnTo>
                  <a:cubicBezTo>
                    <a:pt x="0" y="5600"/>
                    <a:pt x="286" y="5896"/>
                    <a:pt x="649" y="5896"/>
                  </a:cubicBezTo>
                  <a:lnTo>
                    <a:pt x="9826" y="5896"/>
                  </a:lnTo>
                  <a:cubicBezTo>
                    <a:pt x="10189" y="5896"/>
                    <a:pt x="10485" y="5600"/>
                    <a:pt x="10485" y="5237"/>
                  </a:cubicBezTo>
                  <a:lnTo>
                    <a:pt x="10485" y="3597"/>
                  </a:lnTo>
                  <a:cubicBezTo>
                    <a:pt x="10485" y="3015"/>
                    <a:pt x="10094" y="2509"/>
                    <a:pt x="9540" y="2347"/>
                  </a:cubicBezTo>
                  <a:lnTo>
                    <a:pt x="7241" y="1670"/>
                  </a:lnTo>
                  <a:cubicBezTo>
                    <a:pt x="6955" y="1584"/>
                    <a:pt x="6764" y="1326"/>
                    <a:pt x="6764" y="1040"/>
                  </a:cubicBezTo>
                  <a:lnTo>
                    <a:pt x="6764" y="0"/>
                  </a:lnTo>
                  <a:close/>
                </a:path>
              </a:pathLst>
            </a:custGeom>
            <a:solidFill>
              <a:srgbClr val="E7ECF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784" name="Google Shape;15784;p44"/>
            <p:cNvSpPr/>
            <p:nvPr/>
          </p:nvSpPr>
          <p:spPr>
            <a:xfrm>
              <a:off x="6253375" y="2210439"/>
              <a:ext cx="274812" cy="117440"/>
            </a:xfrm>
            <a:custGeom>
              <a:rect b="b" l="l" r="r" t="t"/>
              <a:pathLst>
                <a:path extrusionOk="0" h="4485" w="10495">
                  <a:moveTo>
                    <a:pt x="3597" y="1"/>
                  </a:moveTo>
                  <a:cubicBezTo>
                    <a:pt x="3511" y="125"/>
                    <a:pt x="3387" y="211"/>
                    <a:pt x="3244" y="259"/>
                  </a:cubicBezTo>
                  <a:lnTo>
                    <a:pt x="945" y="936"/>
                  </a:lnTo>
                  <a:cubicBezTo>
                    <a:pt x="392" y="1098"/>
                    <a:pt x="1" y="1604"/>
                    <a:pt x="1" y="2186"/>
                  </a:cubicBezTo>
                  <a:lnTo>
                    <a:pt x="1" y="3826"/>
                  </a:lnTo>
                  <a:cubicBezTo>
                    <a:pt x="1" y="4189"/>
                    <a:pt x="296" y="4485"/>
                    <a:pt x="659" y="4485"/>
                  </a:cubicBezTo>
                  <a:lnTo>
                    <a:pt x="9836" y="4485"/>
                  </a:lnTo>
                  <a:cubicBezTo>
                    <a:pt x="10199" y="4485"/>
                    <a:pt x="10495" y="4189"/>
                    <a:pt x="10495" y="3826"/>
                  </a:cubicBezTo>
                  <a:lnTo>
                    <a:pt x="10495" y="2186"/>
                  </a:lnTo>
                  <a:cubicBezTo>
                    <a:pt x="10485" y="1604"/>
                    <a:pt x="10104" y="1098"/>
                    <a:pt x="9550" y="936"/>
                  </a:cubicBezTo>
                  <a:lnTo>
                    <a:pt x="7251" y="259"/>
                  </a:lnTo>
                  <a:cubicBezTo>
                    <a:pt x="7108" y="211"/>
                    <a:pt x="6984" y="125"/>
                    <a:pt x="6898" y="1"/>
                  </a:cubicBezTo>
                  <a:lnTo>
                    <a:pt x="5248" y="554"/>
                  </a:lnTo>
                  <a:lnTo>
                    <a:pt x="3597" y="1"/>
                  </a:lnTo>
                  <a:close/>
                </a:path>
              </a:pathLst>
            </a:custGeom>
            <a:solidFill>
              <a:srgbClr val="39516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785" name="Google Shape;15785;p44"/>
            <p:cNvSpPr/>
            <p:nvPr/>
          </p:nvSpPr>
          <p:spPr>
            <a:xfrm>
              <a:off x="6315591" y="2210439"/>
              <a:ext cx="150407" cy="49542"/>
            </a:xfrm>
            <a:custGeom>
              <a:rect b="b" l="l" r="r" t="t"/>
              <a:pathLst>
                <a:path extrusionOk="0" h="1892" w="5744">
                  <a:moveTo>
                    <a:pt x="1221" y="1"/>
                  </a:moveTo>
                  <a:cubicBezTo>
                    <a:pt x="1135" y="125"/>
                    <a:pt x="1011" y="211"/>
                    <a:pt x="878" y="259"/>
                  </a:cubicBezTo>
                  <a:lnTo>
                    <a:pt x="0" y="507"/>
                  </a:lnTo>
                  <a:lnTo>
                    <a:pt x="1374" y="1680"/>
                  </a:lnTo>
                  <a:cubicBezTo>
                    <a:pt x="1537" y="1823"/>
                    <a:pt x="1740" y="1891"/>
                    <a:pt x="1941" y="1891"/>
                  </a:cubicBezTo>
                  <a:cubicBezTo>
                    <a:pt x="2198" y="1891"/>
                    <a:pt x="2453" y="1779"/>
                    <a:pt x="2624" y="1565"/>
                  </a:cubicBezTo>
                  <a:lnTo>
                    <a:pt x="2872" y="1251"/>
                  </a:lnTo>
                  <a:lnTo>
                    <a:pt x="3120" y="1565"/>
                  </a:lnTo>
                  <a:cubicBezTo>
                    <a:pt x="3296" y="1779"/>
                    <a:pt x="3551" y="1891"/>
                    <a:pt x="3807" y="1891"/>
                  </a:cubicBezTo>
                  <a:cubicBezTo>
                    <a:pt x="4009" y="1891"/>
                    <a:pt x="4211" y="1823"/>
                    <a:pt x="4379" y="1680"/>
                  </a:cubicBezTo>
                  <a:lnTo>
                    <a:pt x="5743" y="507"/>
                  </a:lnTo>
                  <a:lnTo>
                    <a:pt x="4875" y="259"/>
                  </a:lnTo>
                  <a:cubicBezTo>
                    <a:pt x="4732" y="211"/>
                    <a:pt x="4608" y="125"/>
                    <a:pt x="4522" y="1"/>
                  </a:cubicBezTo>
                  <a:lnTo>
                    <a:pt x="2872" y="554"/>
                  </a:lnTo>
                  <a:lnTo>
                    <a:pt x="1221" y="1"/>
                  </a:lnTo>
                  <a:close/>
                </a:path>
              </a:pathLst>
            </a:custGeom>
            <a:solidFill>
              <a:srgbClr val="213B5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786" name="Google Shape;15786;p44"/>
            <p:cNvSpPr/>
            <p:nvPr/>
          </p:nvSpPr>
          <p:spPr>
            <a:xfrm>
              <a:off x="6350810" y="2173492"/>
              <a:ext cx="79969" cy="22860"/>
            </a:xfrm>
            <a:custGeom>
              <a:rect b="b" l="l" r="r" t="t"/>
              <a:pathLst>
                <a:path extrusionOk="0" h="873" w="3054">
                  <a:moveTo>
                    <a:pt x="0" y="0"/>
                  </a:moveTo>
                  <a:lnTo>
                    <a:pt x="0" y="487"/>
                  </a:lnTo>
                  <a:cubicBezTo>
                    <a:pt x="477" y="744"/>
                    <a:pt x="1002" y="873"/>
                    <a:pt x="1527" y="873"/>
                  </a:cubicBezTo>
                  <a:cubicBezTo>
                    <a:pt x="2051" y="873"/>
                    <a:pt x="2576" y="744"/>
                    <a:pt x="3053" y="487"/>
                  </a:cubicBezTo>
                  <a:lnTo>
                    <a:pt x="3053" y="0"/>
                  </a:ln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787" name="Google Shape;15787;p44"/>
            <p:cNvSpPr/>
            <p:nvPr/>
          </p:nvSpPr>
          <p:spPr>
            <a:xfrm>
              <a:off x="6294355" y="2059063"/>
              <a:ext cx="192617" cy="125688"/>
            </a:xfrm>
            <a:custGeom>
              <a:rect b="b" l="l" r="r" t="t"/>
              <a:pathLst>
                <a:path extrusionOk="0" h="4800" w="7356">
                  <a:moveTo>
                    <a:pt x="849" y="1"/>
                  </a:moveTo>
                  <a:lnTo>
                    <a:pt x="849" y="1088"/>
                  </a:lnTo>
                  <a:lnTo>
                    <a:pt x="735" y="1088"/>
                  </a:lnTo>
                  <a:cubicBezTo>
                    <a:pt x="0" y="1088"/>
                    <a:pt x="0" y="2185"/>
                    <a:pt x="735" y="2185"/>
                  </a:cubicBezTo>
                  <a:lnTo>
                    <a:pt x="849" y="2185"/>
                  </a:lnTo>
                  <a:cubicBezTo>
                    <a:pt x="964" y="3664"/>
                    <a:pt x="2194" y="4799"/>
                    <a:pt x="3683" y="4799"/>
                  </a:cubicBezTo>
                  <a:cubicBezTo>
                    <a:pt x="5161" y="4799"/>
                    <a:pt x="6392" y="3664"/>
                    <a:pt x="6507" y="2185"/>
                  </a:cubicBezTo>
                  <a:lnTo>
                    <a:pt x="6631" y="2185"/>
                  </a:lnTo>
                  <a:cubicBezTo>
                    <a:pt x="7356" y="2185"/>
                    <a:pt x="7356" y="1088"/>
                    <a:pt x="6631" y="1088"/>
                  </a:cubicBezTo>
                  <a:lnTo>
                    <a:pt x="6526" y="1088"/>
                  </a:lnTo>
                  <a:lnTo>
                    <a:pt x="6526" y="1"/>
                  </a:lnTo>
                  <a:close/>
                </a:path>
              </a:pathLst>
            </a:custGeom>
            <a:solidFill>
              <a:srgbClr val="ECF0F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788" name="Google Shape;15788;p44"/>
            <p:cNvSpPr/>
            <p:nvPr/>
          </p:nvSpPr>
          <p:spPr>
            <a:xfrm>
              <a:off x="6297340" y="2059063"/>
              <a:ext cx="144908" cy="125897"/>
            </a:xfrm>
            <a:custGeom>
              <a:rect b="b" l="l" r="r" t="t"/>
              <a:pathLst>
                <a:path extrusionOk="0" h="4808" w="5534">
                  <a:moveTo>
                    <a:pt x="735" y="1"/>
                  </a:moveTo>
                  <a:lnTo>
                    <a:pt x="735" y="1088"/>
                  </a:lnTo>
                  <a:lnTo>
                    <a:pt x="649" y="1088"/>
                  </a:lnTo>
                  <a:cubicBezTo>
                    <a:pt x="392" y="1088"/>
                    <a:pt x="172" y="1250"/>
                    <a:pt x="96" y="1489"/>
                  </a:cubicBezTo>
                  <a:cubicBezTo>
                    <a:pt x="1" y="1842"/>
                    <a:pt x="268" y="2185"/>
                    <a:pt x="630" y="2185"/>
                  </a:cubicBezTo>
                  <a:lnTo>
                    <a:pt x="745" y="2185"/>
                  </a:lnTo>
                  <a:cubicBezTo>
                    <a:pt x="849" y="3681"/>
                    <a:pt x="2103" y="4808"/>
                    <a:pt x="3559" y="4808"/>
                  </a:cubicBezTo>
                  <a:cubicBezTo>
                    <a:pt x="3710" y="4808"/>
                    <a:pt x="3863" y="4796"/>
                    <a:pt x="4017" y="4771"/>
                  </a:cubicBezTo>
                  <a:cubicBezTo>
                    <a:pt x="2634" y="4551"/>
                    <a:pt x="1613" y="3368"/>
                    <a:pt x="1613" y="1966"/>
                  </a:cubicBezTo>
                  <a:lnTo>
                    <a:pt x="1613" y="1527"/>
                  </a:lnTo>
                  <a:cubicBezTo>
                    <a:pt x="1613" y="1050"/>
                    <a:pt x="2004" y="659"/>
                    <a:pt x="2481" y="659"/>
                  </a:cubicBezTo>
                  <a:lnTo>
                    <a:pt x="5105" y="659"/>
                  </a:lnTo>
                  <a:cubicBezTo>
                    <a:pt x="5343" y="649"/>
                    <a:pt x="5534" y="459"/>
                    <a:pt x="5534" y="220"/>
                  </a:cubicBezTo>
                  <a:lnTo>
                    <a:pt x="5534" y="1"/>
                  </a:lnTo>
                  <a:close/>
                </a:path>
              </a:pathLst>
            </a:custGeom>
            <a:solidFill>
              <a:srgbClr val="E7ECF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789" name="Google Shape;15789;p44"/>
            <p:cNvSpPr/>
            <p:nvPr/>
          </p:nvSpPr>
          <p:spPr>
            <a:xfrm>
              <a:off x="6316822" y="2116775"/>
              <a:ext cx="147919" cy="67976"/>
            </a:xfrm>
            <a:custGeom>
              <a:rect b="b" l="l" r="r" t="t"/>
              <a:pathLst>
                <a:path extrusionOk="0" h="2596" w="5649">
                  <a:moveTo>
                    <a:pt x="1" y="0"/>
                  </a:moveTo>
                  <a:lnTo>
                    <a:pt x="1" y="0"/>
                  </a:lnTo>
                  <a:cubicBezTo>
                    <a:pt x="125" y="1470"/>
                    <a:pt x="1356" y="2595"/>
                    <a:pt x="2825" y="2595"/>
                  </a:cubicBezTo>
                  <a:cubicBezTo>
                    <a:pt x="4294" y="2595"/>
                    <a:pt x="5524" y="1470"/>
                    <a:pt x="5649" y="0"/>
                  </a:cubicBezTo>
                  <a:lnTo>
                    <a:pt x="5649" y="0"/>
                  </a:lnTo>
                  <a:cubicBezTo>
                    <a:pt x="5019" y="382"/>
                    <a:pt x="3989" y="630"/>
                    <a:pt x="2825" y="630"/>
                  </a:cubicBezTo>
                  <a:cubicBezTo>
                    <a:pt x="1661" y="630"/>
                    <a:pt x="640" y="382"/>
                    <a:pt x="1" y="0"/>
                  </a:cubicBezTo>
                  <a:close/>
                </a:path>
              </a:pathLst>
            </a:custGeom>
            <a:solidFill>
              <a:srgbClr val="BDCAD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790" name="Google Shape;15790;p44"/>
            <p:cNvSpPr/>
            <p:nvPr/>
          </p:nvSpPr>
          <p:spPr>
            <a:xfrm>
              <a:off x="6305091" y="2059063"/>
              <a:ext cx="22755" cy="28515"/>
            </a:xfrm>
            <a:custGeom>
              <a:rect b="b" l="l" r="r" t="t"/>
              <a:pathLst>
                <a:path extrusionOk="0" h="1089" w="869">
                  <a:moveTo>
                    <a:pt x="0" y="1"/>
                  </a:moveTo>
                  <a:lnTo>
                    <a:pt x="0" y="1088"/>
                  </a:lnTo>
                  <a:lnTo>
                    <a:pt x="869" y="1088"/>
                  </a:lnTo>
                  <a:lnTo>
                    <a:pt x="869" y="1"/>
                  </a:lnTo>
                  <a:close/>
                </a:path>
              </a:pathLst>
            </a:custGeom>
            <a:solidFill>
              <a:srgbClr val="BDCAD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791" name="Google Shape;15791;p44"/>
            <p:cNvSpPr/>
            <p:nvPr/>
          </p:nvSpPr>
          <p:spPr>
            <a:xfrm>
              <a:off x="6453717" y="2059063"/>
              <a:ext cx="23017" cy="28515"/>
            </a:xfrm>
            <a:custGeom>
              <a:rect b="b" l="l" r="r" t="t"/>
              <a:pathLst>
                <a:path extrusionOk="0" h="1089" w="879">
                  <a:moveTo>
                    <a:pt x="1" y="1"/>
                  </a:moveTo>
                  <a:lnTo>
                    <a:pt x="1" y="1088"/>
                  </a:lnTo>
                  <a:lnTo>
                    <a:pt x="878" y="1088"/>
                  </a:lnTo>
                  <a:lnTo>
                    <a:pt x="878" y="1"/>
                  </a:lnTo>
                  <a:close/>
                </a:path>
              </a:pathLst>
            </a:custGeom>
            <a:solidFill>
              <a:srgbClr val="BDCAD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792" name="Google Shape;15792;p44"/>
            <p:cNvSpPr/>
            <p:nvPr/>
          </p:nvSpPr>
          <p:spPr>
            <a:xfrm>
              <a:off x="6328579" y="2198525"/>
              <a:ext cx="62216" cy="50197"/>
            </a:xfrm>
            <a:custGeom>
              <a:rect b="b" l="l" r="r" t="t"/>
              <a:pathLst>
                <a:path extrusionOk="0" h="1917" w="2376">
                  <a:moveTo>
                    <a:pt x="511" y="0"/>
                  </a:moveTo>
                  <a:cubicBezTo>
                    <a:pt x="430" y="0"/>
                    <a:pt x="355" y="43"/>
                    <a:pt x="315" y="122"/>
                  </a:cubicBezTo>
                  <a:lnTo>
                    <a:pt x="29" y="694"/>
                  </a:lnTo>
                  <a:cubicBezTo>
                    <a:pt x="0" y="752"/>
                    <a:pt x="10" y="818"/>
                    <a:pt x="57" y="857"/>
                  </a:cubicBezTo>
                  <a:lnTo>
                    <a:pt x="1164" y="1811"/>
                  </a:lnTo>
                  <a:cubicBezTo>
                    <a:pt x="1248" y="1882"/>
                    <a:pt x="1348" y="1916"/>
                    <a:pt x="1448" y="1916"/>
                  </a:cubicBezTo>
                  <a:cubicBezTo>
                    <a:pt x="1576" y="1916"/>
                    <a:pt x="1703" y="1860"/>
                    <a:pt x="1794" y="1753"/>
                  </a:cubicBezTo>
                  <a:lnTo>
                    <a:pt x="2376" y="1009"/>
                  </a:lnTo>
                  <a:lnTo>
                    <a:pt x="620" y="27"/>
                  </a:lnTo>
                  <a:cubicBezTo>
                    <a:pt x="585" y="9"/>
                    <a:pt x="548" y="0"/>
                    <a:pt x="511" y="0"/>
                  </a:cubicBezTo>
                  <a:close/>
                </a:path>
              </a:pathLst>
            </a:custGeom>
            <a:solidFill>
              <a:srgbClr val="39516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793" name="Google Shape;15793;p44"/>
            <p:cNvSpPr/>
            <p:nvPr/>
          </p:nvSpPr>
          <p:spPr>
            <a:xfrm>
              <a:off x="6390768" y="2198525"/>
              <a:ext cx="62477" cy="50197"/>
            </a:xfrm>
            <a:custGeom>
              <a:rect b="b" l="l" r="r" t="t"/>
              <a:pathLst>
                <a:path extrusionOk="0" h="1917" w="2386">
                  <a:moveTo>
                    <a:pt x="1875" y="0"/>
                  </a:moveTo>
                  <a:cubicBezTo>
                    <a:pt x="1838" y="0"/>
                    <a:pt x="1801" y="9"/>
                    <a:pt x="1766" y="27"/>
                  </a:cubicBezTo>
                  <a:lnTo>
                    <a:pt x="1" y="1009"/>
                  </a:lnTo>
                  <a:lnTo>
                    <a:pt x="592" y="1753"/>
                  </a:lnTo>
                  <a:cubicBezTo>
                    <a:pt x="678" y="1860"/>
                    <a:pt x="805" y="1916"/>
                    <a:pt x="934" y="1916"/>
                  </a:cubicBezTo>
                  <a:cubicBezTo>
                    <a:pt x="1036" y="1916"/>
                    <a:pt x="1138" y="1882"/>
                    <a:pt x="1222" y="1811"/>
                  </a:cubicBezTo>
                  <a:lnTo>
                    <a:pt x="2328" y="857"/>
                  </a:lnTo>
                  <a:cubicBezTo>
                    <a:pt x="2376" y="818"/>
                    <a:pt x="2386" y="752"/>
                    <a:pt x="2357" y="694"/>
                  </a:cubicBezTo>
                  <a:lnTo>
                    <a:pt x="2071" y="122"/>
                  </a:lnTo>
                  <a:cubicBezTo>
                    <a:pt x="2031" y="43"/>
                    <a:pt x="1955" y="0"/>
                    <a:pt x="1875" y="0"/>
                  </a:cubicBezTo>
                  <a:close/>
                </a:path>
              </a:pathLst>
            </a:custGeom>
            <a:solidFill>
              <a:srgbClr val="39516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794" name="Google Shape;15794;p44"/>
            <p:cNvSpPr/>
            <p:nvPr/>
          </p:nvSpPr>
          <p:spPr>
            <a:xfrm>
              <a:off x="6353559" y="2081923"/>
              <a:ext cx="11521" cy="17151"/>
            </a:xfrm>
            <a:custGeom>
              <a:rect b="b" l="l" r="r" t="t"/>
              <a:pathLst>
                <a:path extrusionOk="0" h="655" w="440">
                  <a:moveTo>
                    <a:pt x="220" y="1"/>
                  </a:moveTo>
                  <a:cubicBezTo>
                    <a:pt x="110" y="1"/>
                    <a:pt x="0" y="72"/>
                    <a:pt x="0" y="215"/>
                  </a:cubicBezTo>
                  <a:lnTo>
                    <a:pt x="0" y="435"/>
                  </a:lnTo>
                  <a:cubicBezTo>
                    <a:pt x="0" y="559"/>
                    <a:pt x="96" y="654"/>
                    <a:pt x="220" y="654"/>
                  </a:cubicBezTo>
                  <a:cubicBezTo>
                    <a:pt x="344" y="654"/>
                    <a:pt x="439" y="559"/>
                    <a:pt x="439" y="435"/>
                  </a:cubicBezTo>
                  <a:lnTo>
                    <a:pt x="439" y="215"/>
                  </a:lnTo>
                  <a:cubicBezTo>
                    <a:pt x="439" y="72"/>
                    <a:pt x="329" y="1"/>
                    <a:pt x="220" y="1"/>
                  </a:cubicBezTo>
                  <a:close/>
                </a:path>
              </a:pathLst>
            </a:custGeom>
            <a:solidFill>
              <a:srgbClr val="213B5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795" name="Google Shape;15795;p44"/>
            <p:cNvSpPr/>
            <p:nvPr/>
          </p:nvSpPr>
          <p:spPr>
            <a:xfrm>
              <a:off x="6416508" y="2081923"/>
              <a:ext cx="11521" cy="17151"/>
            </a:xfrm>
            <a:custGeom>
              <a:rect b="b" l="l" r="r" t="t"/>
              <a:pathLst>
                <a:path extrusionOk="0" h="655" w="440">
                  <a:moveTo>
                    <a:pt x="220" y="1"/>
                  </a:moveTo>
                  <a:cubicBezTo>
                    <a:pt x="110" y="1"/>
                    <a:pt x="0" y="72"/>
                    <a:pt x="0" y="215"/>
                  </a:cubicBezTo>
                  <a:lnTo>
                    <a:pt x="0" y="435"/>
                  </a:lnTo>
                  <a:cubicBezTo>
                    <a:pt x="0" y="559"/>
                    <a:pt x="96" y="654"/>
                    <a:pt x="220" y="654"/>
                  </a:cubicBezTo>
                  <a:cubicBezTo>
                    <a:pt x="344" y="654"/>
                    <a:pt x="439" y="559"/>
                    <a:pt x="439" y="435"/>
                  </a:cubicBezTo>
                  <a:lnTo>
                    <a:pt x="439" y="215"/>
                  </a:lnTo>
                  <a:cubicBezTo>
                    <a:pt x="439" y="72"/>
                    <a:pt x="329" y="1"/>
                    <a:pt x="220" y="1"/>
                  </a:cubicBezTo>
                  <a:close/>
                </a:path>
              </a:pathLst>
            </a:custGeom>
            <a:solidFill>
              <a:srgbClr val="213B5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796" name="Google Shape;15796;p44"/>
            <p:cNvSpPr/>
            <p:nvPr/>
          </p:nvSpPr>
          <p:spPr>
            <a:xfrm>
              <a:off x="6373669" y="2081792"/>
              <a:ext cx="34355" cy="23017"/>
            </a:xfrm>
            <a:custGeom>
              <a:rect b="b" l="l" r="r" t="t"/>
              <a:pathLst>
                <a:path extrusionOk="0" h="879" w="1312">
                  <a:moveTo>
                    <a:pt x="654" y="1"/>
                  </a:moveTo>
                  <a:cubicBezTo>
                    <a:pt x="291" y="1"/>
                    <a:pt x="5" y="297"/>
                    <a:pt x="5" y="659"/>
                  </a:cubicBezTo>
                  <a:cubicBezTo>
                    <a:pt x="0" y="802"/>
                    <a:pt x="108" y="874"/>
                    <a:pt x="216" y="874"/>
                  </a:cubicBezTo>
                  <a:cubicBezTo>
                    <a:pt x="325" y="874"/>
                    <a:pt x="434" y="802"/>
                    <a:pt x="434" y="659"/>
                  </a:cubicBezTo>
                  <a:cubicBezTo>
                    <a:pt x="434" y="516"/>
                    <a:pt x="544" y="444"/>
                    <a:pt x="654" y="444"/>
                  </a:cubicBezTo>
                  <a:cubicBezTo>
                    <a:pt x="763" y="444"/>
                    <a:pt x="873" y="516"/>
                    <a:pt x="873" y="659"/>
                  </a:cubicBezTo>
                  <a:cubicBezTo>
                    <a:pt x="873" y="783"/>
                    <a:pt x="969" y="879"/>
                    <a:pt x="1093" y="879"/>
                  </a:cubicBezTo>
                  <a:cubicBezTo>
                    <a:pt x="1217" y="879"/>
                    <a:pt x="1312" y="783"/>
                    <a:pt x="1312" y="659"/>
                  </a:cubicBezTo>
                  <a:cubicBezTo>
                    <a:pt x="1312" y="297"/>
                    <a:pt x="1016" y="1"/>
                    <a:pt x="654" y="1"/>
                  </a:cubicBezTo>
                  <a:close/>
                </a:path>
              </a:pathLst>
            </a:custGeom>
            <a:solidFill>
              <a:srgbClr val="213B5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797" name="Google Shape;15797;p44"/>
            <p:cNvSpPr/>
            <p:nvPr/>
          </p:nvSpPr>
          <p:spPr>
            <a:xfrm>
              <a:off x="6305091" y="1973150"/>
              <a:ext cx="171643" cy="85939"/>
            </a:xfrm>
            <a:custGeom>
              <a:rect b="b" l="l" r="r" t="t"/>
              <a:pathLst>
                <a:path extrusionOk="0" h="3282" w="6555">
                  <a:moveTo>
                    <a:pt x="1880" y="0"/>
                  </a:moveTo>
                  <a:cubicBezTo>
                    <a:pt x="1288" y="0"/>
                    <a:pt x="764" y="401"/>
                    <a:pt x="611" y="973"/>
                  </a:cubicBezTo>
                  <a:lnTo>
                    <a:pt x="0" y="3282"/>
                  </a:lnTo>
                  <a:lnTo>
                    <a:pt x="6554" y="3282"/>
                  </a:lnTo>
                  <a:lnTo>
                    <a:pt x="5934" y="973"/>
                  </a:lnTo>
                  <a:cubicBezTo>
                    <a:pt x="5782" y="401"/>
                    <a:pt x="5267" y="0"/>
                    <a:pt x="4666" y="0"/>
                  </a:cubicBezTo>
                  <a:close/>
                </a:path>
              </a:pathLst>
            </a:custGeom>
            <a:solidFill>
              <a:srgbClr val="DAE2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798" name="Google Shape;15798;p44"/>
            <p:cNvSpPr/>
            <p:nvPr/>
          </p:nvSpPr>
          <p:spPr>
            <a:xfrm>
              <a:off x="6377545" y="2156236"/>
              <a:ext cx="26499" cy="11521"/>
            </a:xfrm>
            <a:custGeom>
              <a:rect b="b" l="l" r="r" t="t"/>
              <a:pathLst>
                <a:path extrusionOk="0" h="440" w="1012">
                  <a:moveTo>
                    <a:pt x="286" y="1"/>
                  </a:moveTo>
                  <a:cubicBezTo>
                    <a:pt x="0" y="1"/>
                    <a:pt x="0" y="440"/>
                    <a:pt x="286" y="440"/>
                  </a:cubicBezTo>
                  <a:lnTo>
                    <a:pt x="725" y="440"/>
                  </a:lnTo>
                  <a:cubicBezTo>
                    <a:pt x="1011" y="440"/>
                    <a:pt x="1011" y="1"/>
                    <a:pt x="725" y="1"/>
                  </a:cubicBezTo>
                  <a:close/>
                </a:path>
              </a:pathLst>
            </a:custGeom>
            <a:solidFill>
              <a:srgbClr val="A5B7C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799" name="Google Shape;15799;p44"/>
            <p:cNvSpPr/>
            <p:nvPr/>
          </p:nvSpPr>
          <p:spPr>
            <a:xfrm>
              <a:off x="6303101" y="2081792"/>
              <a:ext cx="43729" cy="11521"/>
            </a:xfrm>
            <a:custGeom>
              <a:rect b="b" l="l" r="r" t="t"/>
              <a:pathLst>
                <a:path extrusionOk="0" h="440" w="1670">
                  <a:moveTo>
                    <a:pt x="296" y="1"/>
                  </a:moveTo>
                  <a:cubicBezTo>
                    <a:pt x="0" y="1"/>
                    <a:pt x="0" y="440"/>
                    <a:pt x="296" y="440"/>
                  </a:cubicBezTo>
                  <a:lnTo>
                    <a:pt x="1383" y="440"/>
                  </a:lnTo>
                  <a:cubicBezTo>
                    <a:pt x="1670" y="440"/>
                    <a:pt x="1670" y="1"/>
                    <a:pt x="1383" y="1"/>
                  </a:cubicBezTo>
                  <a:close/>
                </a:path>
              </a:pathLst>
            </a:custGeom>
            <a:solidFill>
              <a:srgbClr val="213B5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800" name="Google Shape;15800;p44"/>
            <p:cNvSpPr/>
            <p:nvPr/>
          </p:nvSpPr>
          <p:spPr>
            <a:xfrm>
              <a:off x="6434733" y="2081792"/>
              <a:ext cx="43755" cy="11521"/>
            </a:xfrm>
            <a:custGeom>
              <a:rect b="b" l="l" r="r" t="t"/>
              <a:pathLst>
                <a:path extrusionOk="0" h="440" w="1671">
                  <a:moveTo>
                    <a:pt x="287" y="1"/>
                  </a:moveTo>
                  <a:cubicBezTo>
                    <a:pt x="1" y="1"/>
                    <a:pt x="1" y="440"/>
                    <a:pt x="287" y="440"/>
                  </a:cubicBezTo>
                  <a:lnTo>
                    <a:pt x="1384" y="440"/>
                  </a:lnTo>
                  <a:cubicBezTo>
                    <a:pt x="1670" y="440"/>
                    <a:pt x="1670" y="1"/>
                    <a:pt x="1384" y="1"/>
                  </a:cubicBezTo>
                  <a:close/>
                </a:path>
              </a:pathLst>
            </a:custGeom>
            <a:solidFill>
              <a:srgbClr val="213B5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801" name="Google Shape;15801;p44"/>
            <p:cNvSpPr/>
            <p:nvPr/>
          </p:nvSpPr>
          <p:spPr>
            <a:xfrm>
              <a:off x="6333580" y="2076057"/>
              <a:ext cx="51480" cy="40246"/>
            </a:xfrm>
            <a:custGeom>
              <a:rect b="b" l="l" r="r" t="t"/>
              <a:pathLst>
                <a:path extrusionOk="0" h="1537" w="1966">
                  <a:moveTo>
                    <a:pt x="1526" y="439"/>
                  </a:moveTo>
                  <a:lnTo>
                    <a:pt x="1526" y="878"/>
                  </a:lnTo>
                  <a:cubicBezTo>
                    <a:pt x="1526" y="1002"/>
                    <a:pt x="1431" y="1098"/>
                    <a:pt x="1317" y="1098"/>
                  </a:cubicBezTo>
                  <a:lnTo>
                    <a:pt x="658" y="1098"/>
                  </a:lnTo>
                  <a:cubicBezTo>
                    <a:pt x="534" y="1098"/>
                    <a:pt x="439" y="1002"/>
                    <a:pt x="439" y="878"/>
                  </a:cubicBezTo>
                  <a:lnTo>
                    <a:pt x="439" y="439"/>
                  </a:lnTo>
                  <a:close/>
                  <a:moveTo>
                    <a:pt x="219" y="0"/>
                  </a:moveTo>
                  <a:cubicBezTo>
                    <a:pt x="95" y="0"/>
                    <a:pt x="0" y="105"/>
                    <a:pt x="0" y="220"/>
                  </a:cubicBezTo>
                  <a:lnTo>
                    <a:pt x="0" y="878"/>
                  </a:lnTo>
                  <a:cubicBezTo>
                    <a:pt x="0" y="1241"/>
                    <a:pt x="296" y="1536"/>
                    <a:pt x="658" y="1536"/>
                  </a:cubicBezTo>
                  <a:lnTo>
                    <a:pt x="1317" y="1536"/>
                  </a:lnTo>
                  <a:cubicBezTo>
                    <a:pt x="1670" y="1536"/>
                    <a:pt x="1965" y="1241"/>
                    <a:pt x="1965" y="878"/>
                  </a:cubicBezTo>
                  <a:lnTo>
                    <a:pt x="1965" y="220"/>
                  </a:lnTo>
                  <a:cubicBezTo>
                    <a:pt x="1965" y="105"/>
                    <a:pt x="1870" y="0"/>
                    <a:pt x="1746" y="0"/>
                  </a:cubicBezTo>
                  <a:close/>
                </a:path>
              </a:pathLst>
            </a:custGeom>
            <a:solidFill>
              <a:srgbClr val="39516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802" name="Google Shape;15802;p44"/>
            <p:cNvSpPr/>
            <p:nvPr/>
          </p:nvSpPr>
          <p:spPr>
            <a:xfrm>
              <a:off x="6396529" y="2076057"/>
              <a:ext cx="51480" cy="40246"/>
            </a:xfrm>
            <a:custGeom>
              <a:rect b="b" l="l" r="r" t="t"/>
              <a:pathLst>
                <a:path extrusionOk="0" h="1537" w="1966">
                  <a:moveTo>
                    <a:pt x="1526" y="439"/>
                  </a:moveTo>
                  <a:lnTo>
                    <a:pt x="1526" y="878"/>
                  </a:lnTo>
                  <a:cubicBezTo>
                    <a:pt x="1526" y="1002"/>
                    <a:pt x="1431" y="1098"/>
                    <a:pt x="1307" y="1098"/>
                  </a:cubicBezTo>
                  <a:lnTo>
                    <a:pt x="658" y="1098"/>
                  </a:lnTo>
                  <a:cubicBezTo>
                    <a:pt x="534" y="1098"/>
                    <a:pt x="439" y="1002"/>
                    <a:pt x="439" y="878"/>
                  </a:cubicBezTo>
                  <a:lnTo>
                    <a:pt x="439" y="439"/>
                  </a:lnTo>
                  <a:close/>
                  <a:moveTo>
                    <a:pt x="220" y="0"/>
                  </a:moveTo>
                  <a:cubicBezTo>
                    <a:pt x="96" y="0"/>
                    <a:pt x="0" y="105"/>
                    <a:pt x="0" y="220"/>
                  </a:cubicBezTo>
                  <a:lnTo>
                    <a:pt x="0" y="878"/>
                  </a:lnTo>
                  <a:cubicBezTo>
                    <a:pt x="0" y="1241"/>
                    <a:pt x="296" y="1536"/>
                    <a:pt x="658" y="1536"/>
                  </a:cubicBezTo>
                  <a:lnTo>
                    <a:pt x="1307" y="1536"/>
                  </a:lnTo>
                  <a:cubicBezTo>
                    <a:pt x="1670" y="1536"/>
                    <a:pt x="1965" y="1241"/>
                    <a:pt x="1965" y="878"/>
                  </a:cubicBezTo>
                  <a:lnTo>
                    <a:pt x="1965" y="220"/>
                  </a:lnTo>
                  <a:cubicBezTo>
                    <a:pt x="1965" y="105"/>
                    <a:pt x="1870" y="0"/>
                    <a:pt x="1746" y="0"/>
                  </a:cubicBezTo>
                  <a:close/>
                </a:path>
              </a:pathLst>
            </a:custGeom>
            <a:solidFill>
              <a:srgbClr val="39516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803" name="Google Shape;15803;p44"/>
            <p:cNvSpPr/>
            <p:nvPr/>
          </p:nvSpPr>
          <p:spPr>
            <a:xfrm>
              <a:off x="6316822" y="2116775"/>
              <a:ext cx="85468" cy="68133"/>
            </a:xfrm>
            <a:custGeom>
              <a:rect b="b" l="l" r="r" t="t"/>
              <a:pathLst>
                <a:path extrusionOk="0" h="2602" w="3264">
                  <a:moveTo>
                    <a:pt x="1" y="0"/>
                  </a:moveTo>
                  <a:cubicBezTo>
                    <a:pt x="113" y="1490"/>
                    <a:pt x="1366" y="2602"/>
                    <a:pt x="2816" y="2602"/>
                  </a:cubicBezTo>
                  <a:cubicBezTo>
                    <a:pt x="2963" y="2602"/>
                    <a:pt x="3113" y="2590"/>
                    <a:pt x="3264" y="2567"/>
                  </a:cubicBezTo>
                  <a:cubicBezTo>
                    <a:pt x="2119" y="2385"/>
                    <a:pt x="1193" y="1517"/>
                    <a:pt x="936" y="392"/>
                  </a:cubicBezTo>
                  <a:cubicBezTo>
                    <a:pt x="611" y="296"/>
                    <a:pt x="297" y="172"/>
                    <a:pt x="1" y="0"/>
                  </a:cubicBezTo>
                  <a:close/>
                </a:path>
              </a:pathLst>
            </a:custGeom>
            <a:solidFill>
              <a:srgbClr val="B4C3C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804" name="Google Shape;15804;p44"/>
            <p:cNvSpPr/>
            <p:nvPr/>
          </p:nvSpPr>
          <p:spPr>
            <a:xfrm>
              <a:off x="6367804" y="2133507"/>
              <a:ext cx="45981" cy="17020"/>
            </a:xfrm>
            <a:custGeom>
              <a:rect b="b" l="l" r="r" t="t"/>
              <a:pathLst>
                <a:path extrusionOk="0" h="650" w="1756">
                  <a:moveTo>
                    <a:pt x="10" y="1"/>
                  </a:moveTo>
                  <a:lnTo>
                    <a:pt x="10" y="211"/>
                  </a:lnTo>
                  <a:cubicBezTo>
                    <a:pt x="0" y="459"/>
                    <a:pt x="200" y="649"/>
                    <a:pt x="439" y="649"/>
                  </a:cubicBezTo>
                  <a:lnTo>
                    <a:pt x="1317" y="649"/>
                  </a:lnTo>
                  <a:cubicBezTo>
                    <a:pt x="1555" y="649"/>
                    <a:pt x="1755" y="459"/>
                    <a:pt x="1755" y="211"/>
                  </a:cubicBezTo>
                  <a:lnTo>
                    <a:pt x="1755" y="1"/>
                  </a:lnTo>
                  <a:close/>
                </a:path>
              </a:pathLst>
            </a:custGeom>
            <a:solidFill>
              <a:srgbClr val="B4C3C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805" name="Google Shape;15805;p44"/>
            <p:cNvSpPr/>
            <p:nvPr/>
          </p:nvSpPr>
          <p:spPr>
            <a:xfrm>
              <a:off x="6356544" y="2127746"/>
              <a:ext cx="68474" cy="17020"/>
            </a:xfrm>
            <a:custGeom>
              <a:rect b="b" l="l" r="r" t="t"/>
              <a:pathLst>
                <a:path extrusionOk="0" h="650" w="2615">
                  <a:moveTo>
                    <a:pt x="630" y="1"/>
                  </a:moveTo>
                  <a:cubicBezTo>
                    <a:pt x="342" y="1"/>
                    <a:pt x="85" y="208"/>
                    <a:pt x="20" y="497"/>
                  </a:cubicBezTo>
                  <a:cubicBezTo>
                    <a:pt x="1" y="574"/>
                    <a:pt x="58" y="650"/>
                    <a:pt x="144" y="650"/>
                  </a:cubicBezTo>
                  <a:lnTo>
                    <a:pt x="649" y="650"/>
                  </a:lnTo>
                  <a:cubicBezTo>
                    <a:pt x="793" y="650"/>
                    <a:pt x="926" y="602"/>
                    <a:pt x="1041" y="516"/>
                  </a:cubicBezTo>
                  <a:cubicBezTo>
                    <a:pt x="1117" y="459"/>
                    <a:pt x="1203" y="431"/>
                    <a:pt x="1298" y="431"/>
                  </a:cubicBezTo>
                  <a:lnTo>
                    <a:pt x="1308" y="431"/>
                  </a:lnTo>
                  <a:cubicBezTo>
                    <a:pt x="1403" y="431"/>
                    <a:pt x="1498" y="459"/>
                    <a:pt x="1575" y="516"/>
                  </a:cubicBezTo>
                  <a:cubicBezTo>
                    <a:pt x="1680" y="602"/>
                    <a:pt x="1823" y="650"/>
                    <a:pt x="1956" y="650"/>
                  </a:cubicBezTo>
                  <a:lnTo>
                    <a:pt x="2472" y="650"/>
                  </a:lnTo>
                  <a:cubicBezTo>
                    <a:pt x="2548" y="650"/>
                    <a:pt x="2615" y="574"/>
                    <a:pt x="2596" y="497"/>
                  </a:cubicBezTo>
                  <a:cubicBezTo>
                    <a:pt x="2519" y="202"/>
                    <a:pt x="2262" y="1"/>
                    <a:pt x="1966" y="1"/>
                  </a:cubicBezTo>
                  <a:lnTo>
                    <a:pt x="649" y="1"/>
                  </a:lnTo>
                  <a:cubicBezTo>
                    <a:pt x="643" y="1"/>
                    <a:pt x="637" y="1"/>
                    <a:pt x="630" y="1"/>
                  </a:cubicBez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806" name="Google Shape;15806;p44"/>
            <p:cNvSpPr/>
            <p:nvPr/>
          </p:nvSpPr>
          <p:spPr>
            <a:xfrm>
              <a:off x="6305091" y="1973150"/>
              <a:ext cx="71956" cy="85939"/>
            </a:xfrm>
            <a:custGeom>
              <a:rect b="b" l="l" r="r" t="t"/>
              <a:pathLst>
                <a:path extrusionOk="0" h="3282" w="2748">
                  <a:moveTo>
                    <a:pt x="1880" y="0"/>
                  </a:moveTo>
                  <a:cubicBezTo>
                    <a:pt x="1288" y="0"/>
                    <a:pt x="764" y="401"/>
                    <a:pt x="611" y="973"/>
                  </a:cubicBezTo>
                  <a:lnTo>
                    <a:pt x="0" y="3282"/>
                  </a:lnTo>
                  <a:lnTo>
                    <a:pt x="869" y="3282"/>
                  </a:lnTo>
                  <a:lnTo>
                    <a:pt x="1489" y="973"/>
                  </a:lnTo>
                  <a:cubicBezTo>
                    <a:pt x="1641" y="401"/>
                    <a:pt x="2157" y="0"/>
                    <a:pt x="2748" y="0"/>
                  </a:cubicBezTo>
                  <a:close/>
                </a:path>
              </a:pathLst>
            </a:custGeom>
            <a:solidFill>
              <a:srgbClr val="D4DDE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807" name="Google Shape;15807;p44"/>
            <p:cNvSpPr/>
            <p:nvPr/>
          </p:nvSpPr>
          <p:spPr>
            <a:xfrm>
              <a:off x="6274611" y="2053329"/>
              <a:ext cx="232601" cy="11521"/>
            </a:xfrm>
            <a:custGeom>
              <a:rect b="b" l="l" r="r" t="t"/>
              <a:pathLst>
                <a:path extrusionOk="0" h="440" w="8883">
                  <a:moveTo>
                    <a:pt x="296" y="0"/>
                  </a:moveTo>
                  <a:cubicBezTo>
                    <a:pt x="1" y="0"/>
                    <a:pt x="1" y="439"/>
                    <a:pt x="296" y="439"/>
                  </a:cubicBezTo>
                  <a:lnTo>
                    <a:pt x="8596" y="439"/>
                  </a:lnTo>
                  <a:cubicBezTo>
                    <a:pt x="8882" y="439"/>
                    <a:pt x="8882" y="0"/>
                    <a:pt x="8596" y="0"/>
                  </a:cubicBezTo>
                  <a:close/>
                </a:path>
              </a:pathLst>
            </a:custGeom>
            <a:solidFill>
              <a:srgbClr val="D4DDE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808" name="Google Shape;15808;p44"/>
            <p:cNvSpPr/>
            <p:nvPr/>
          </p:nvSpPr>
          <p:spPr>
            <a:xfrm>
              <a:off x="6377283" y="1973150"/>
              <a:ext cx="25792" cy="22990"/>
            </a:xfrm>
            <a:custGeom>
              <a:rect b="b" l="l" r="r" t="t"/>
              <a:pathLst>
                <a:path extrusionOk="0" h="878" w="985">
                  <a:moveTo>
                    <a:pt x="1" y="0"/>
                  </a:moveTo>
                  <a:cubicBezTo>
                    <a:pt x="201" y="0"/>
                    <a:pt x="373" y="143"/>
                    <a:pt x="430" y="334"/>
                  </a:cubicBezTo>
                  <a:lnTo>
                    <a:pt x="516" y="716"/>
                  </a:lnTo>
                  <a:cubicBezTo>
                    <a:pt x="547" y="828"/>
                    <a:pt x="634" y="877"/>
                    <a:pt x="723" y="877"/>
                  </a:cubicBezTo>
                  <a:cubicBezTo>
                    <a:pt x="853" y="877"/>
                    <a:pt x="985" y="771"/>
                    <a:pt x="945" y="601"/>
                  </a:cubicBezTo>
                  <a:lnTo>
                    <a:pt x="850" y="229"/>
                  </a:lnTo>
                  <a:cubicBezTo>
                    <a:pt x="831" y="153"/>
                    <a:pt x="792" y="76"/>
                    <a:pt x="754" y="0"/>
                  </a:cubicBezTo>
                  <a:close/>
                </a:path>
              </a:pathLst>
            </a:custGeom>
            <a:solidFill>
              <a:srgbClr val="D4DDE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809" name="Google Shape;15809;p44"/>
            <p:cNvSpPr/>
            <p:nvPr/>
          </p:nvSpPr>
          <p:spPr>
            <a:xfrm>
              <a:off x="6306583" y="2036099"/>
              <a:ext cx="168658" cy="17256"/>
            </a:xfrm>
            <a:custGeom>
              <a:rect b="b" l="l" r="r" t="t"/>
              <a:pathLst>
                <a:path extrusionOk="0" h="659" w="6441">
                  <a:moveTo>
                    <a:pt x="172" y="0"/>
                  </a:moveTo>
                  <a:lnTo>
                    <a:pt x="1" y="658"/>
                  </a:lnTo>
                  <a:lnTo>
                    <a:pt x="6440" y="658"/>
                  </a:lnTo>
                  <a:lnTo>
                    <a:pt x="6259" y="0"/>
                  </a:lnTo>
                  <a:close/>
                </a:path>
              </a:pathLst>
            </a:custGeom>
            <a:solidFill>
              <a:srgbClr val="39516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810" name="Google Shape;15810;p44"/>
            <p:cNvSpPr/>
            <p:nvPr/>
          </p:nvSpPr>
          <p:spPr>
            <a:xfrm>
              <a:off x="6306583" y="2036099"/>
              <a:ext cx="27520" cy="17256"/>
            </a:xfrm>
            <a:custGeom>
              <a:rect b="b" l="l" r="r" t="t"/>
              <a:pathLst>
                <a:path extrusionOk="0" h="659" w="1051">
                  <a:moveTo>
                    <a:pt x="172" y="0"/>
                  </a:moveTo>
                  <a:lnTo>
                    <a:pt x="1" y="658"/>
                  </a:lnTo>
                  <a:lnTo>
                    <a:pt x="869" y="658"/>
                  </a:lnTo>
                  <a:lnTo>
                    <a:pt x="1050" y="0"/>
                  </a:lnTo>
                  <a:close/>
                </a:path>
              </a:pathLst>
            </a:custGeom>
            <a:solidFill>
              <a:srgbClr val="213B5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811" name="Google Shape;15811;p44"/>
            <p:cNvSpPr/>
            <p:nvPr/>
          </p:nvSpPr>
          <p:spPr>
            <a:xfrm>
              <a:off x="6305091" y="2220180"/>
              <a:ext cx="22755" cy="107699"/>
            </a:xfrm>
            <a:custGeom>
              <a:rect b="b" l="l" r="r" t="t"/>
              <a:pathLst>
                <a:path extrusionOk="0" h="4113" w="869">
                  <a:moveTo>
                    <a:pt x="869" y="1"/>
                  </a:moveTo>
                  <a:lnTo>
                    <a:pt x="0" y="259"/>
                  </a:lnTo>
                  <a:lnTo>
                    <a:pt x="0" y="4113"/>
                  </a:lnTo>
                  <a:lnTo>
                    <a:pt x="869" y="4113"/>
                  </a:lnTo>
                  <a:lnTo>
                    <a:pt x="869" y="1"/>
                  </a:lnTo>
                  <a:close/>
                </a:path>
              </a:pathLst>
            </a:custGeom>
            <a:solidFill>
              <a:srgbClr val="DAE2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812" name="Google Shape;15812;p44"/>
            <p:cNvSpPr/>
            <p:nvPr/>
          </p:nvSpPr>
          <p:spPr>
            <a:xfrm>
              <a:off x="6453717" y="2220180"/>
              <a:ext cx="23017" cy="107699"/>
            </a:xfrm>
            <a:custGeom>
              <a:rect b="b" l="l" r="r" t="t"/>
              <a:pathLst>
                <a:path extrusionOk="0" h="4113" w="879">
                  <a:moveTo>
                    <a:pt x="1" y="1"/>
                  </a:moveTo>
                  <a:lnTo>
                    <a:pt x="1" y="4113"/>
                  </a:lnTo>
                  <a:lnTo>
                    <a:pt x="878" y="4113"/>
                  </a:lnTo>
                  <a:lnTo>
                    <a:pt x="878" y="259"/>
                  </a:lnTo>
                  <a:lnTo>
                    <a:pt x="1" y="1"/>
                  </a:lnTo>
                  <a:close/>
                </a:path>
              </a:pathLst>
            </a:custGeom>
            <a:solidFill>
              <a:srgbClr val="DAE2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813" name="Google Shape;15813;p44"/>
            <p:cNvSpPr/>
            <p:nvPr/>
          </p:nvSpPr>
          <p:spPr>
            <a:xfrm>
              <a:off x="6453717" y="2220180"/>
              <a:ext cx="12281" cy="14035"/>
            </a:xfrm>
            <a:custGeom>
              <a:rect b="b" l="l" r="r" t="t"/>
              <a:pathLst>
                <a:path extrusionOk="0" h="536" w="469">
                  <a:moveTo>
                    <a:pt x="1" y="1"/>
                  </a:moveTo>
                  <a:lnTo>
                    <a:pt x="1" y="535"/>
                  </a:lnTo>
                  <a:lnTo>
                    <a:pt x="468" y="135"/>
                  </a:lnTo>
                  <a:lnTo>
                    <a:pt x="172" y="49"/>
                  </a:lnTo>
                  <a:lnTo>
                    <a:pt x="1" y="1"/>
                  </a:lnTo>
                  <a:close/>
                </a:path>
              </a:pathLst>
            </a:custGeom>
            <a:solidFill>
              <a:srgbClr val="D4DDE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814" name="Google Shape;15814;p44"/>
            <p:cNvSpPr/>
            <p:nvPr/>
          </p:nvSpPr>
          <p:spPr>
            <a:xfrm>
              <a:off x="6315591" y="2220180"/>
              <a:ext cx="12255" cy="14035"/>
            </a:xfrm>
            <a:custGeom>
              <a:rect b="b" l="l" r="r" t="t"/>
              <a:pathLst>
                <a:path extrusionOk="0" h="536" w="468">
                  <a:moveTo>
                    <a:pt x="468" y="1"/>
                  </a:moveTo>
                  <a:lnTo>
                    <a:pt x="296" y="49"/>
                  </a:lnTo>
                  <a:lnTo>
                    <a:pt x="0" y="135"/>
                  </a:lnTo>
                  <a:lnTo>
                    <a:pt x="468" y="535"/>
                  </a:lnTo>
                  <a:lnTo>
                    <a:pt x="468" y="1"/>
                  </a:lnTo>
                  <a:close/>
                </a:path>
              </a:pathLst>
            </a:custGeom>
            <a:solidFill>
              <a:srgbClr val="D4DDE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815" name="Google Shape;15815;p44"/>
            <p:cNvSpPr/>
            <p:nvPr/>
          </p:nvSpPr>
          <p:spPr>
            <a:xfrm>
              <a:off x="6287861" y="2276399"/>
              <a:ext cx="17256" cy="51480"/>
            </a:xfrm>
            <a:custGeom>
              <a:rect b="b" l="l" r="r" t="t"/>
              <a:pathLst>
                <a:path extrusionOk="0" h="1966" w="659">
                  <a:moveTo>
                    <a:pt x="658" y="0"/>
                  </a:moveTo>
                  <a:cubicBezTo>
                    <a:pt x="296" y="0"/>
                    <a:pt x="0" y="287"/>
                    <a:pt x="0" y="649"/>
                  </a:cubicBezTo>
                  <a:lnTo>
                    <a:pt x="0" y="1966"/>
                  </a:lnTo>
                  <a:lnTo>
                    <a:pt x="658" y="1966"/>
                  </a:lnTo>
                  <a:lnTo>
                    <a:pt x="658" y="0"/>
                  </a:lnTo>
                  <a:close/>
                </a:path>
              </a:pathLst>
            </a:custGeom>
            <a:solidFill>
              <a:srgbClr val="213B5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816" name="Google Shape;15816;p44"/>
            <p:cNvSpPr/>
            <p:nvPr/>
          </p:nvSpPr>
          <p:spPr>
            <a:xfrm>
              <a:off x="6305091" y="2276399"/>
              <a:ext cx="11521" cy="51480"/>
            </a:xfrm>
            <a:custGeom>
              <a:rect b="b" l="l" r="r" t="t"/>
              <a:pathLst>
                <a:path extrusionOk="0" h="1966" w="440">
                  <a:moveTo>
                    <a:pt x="0" y="0"/>
                  </a:moveTo>
                  <a:lnTo>
                    <a:pt x="0" y="1966"/>
                  </a:lnTo>
                  <a:lnTo>
                    <a:pt x="439" y="1966"/>
                  </a:lnTo>
                  <a:lnTo>
                    <a:pt x="439" y="439"/>
                  </a:lnTo>
                  <a:cubicBezTo>
                    <a:pt x="439" y="191"/>
                    <a:pt x="249" y="0"/>
                    <a:pt x="0" y="0"/>
                  </a:cubicBezTo>
                  <a:close/>
                </a:path>
              </a:pathLst>
            </a:custGeom>
            <a:solidFill>
              <a:srgbClr val="D4DDE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817" name="Google Shape;15817;p44"/>
            <p:cNvSpPr/>
            <p:nvPr/>
          </p:nvSpPr>
          <p:spPr>
            <a:xfrm>
              <a:off x="6476707" y="2276399"/>
              <a:ext cx="17020" cy="51480"/>
            </a:xfrm>
            <a:custGeom>
              <a:rect b="b" l="l" r="r" t="t"/>
              <a:pathLst>
                <a:path extrusionOk="0" h="1966" w="650">
                  <a:moveTo>
                    <a:pt x="0" y="0"/>
                  </a:moveTo>
                  <a:lnTo>
                    <a:pt x="0" y="1966"/>
                  </a:lnTo>
                  <a:lnTo>
                    <a:pt x="649" y="1966"/>
                  </a:lnTo>
                  <a:lnTo>
                    <a:pt x="649" y="649"/>
                  </a:lnTo>
                  <a:cubicBezTo>
                    <a:pt x="649" y="287"/>
                    <a:pt x="353" y="0"/>
                    <a:pt x="0" y="0"/>
                  </a:cubicBezTo>
                  <a:close/>
                </a:path>
              </a:pathLst>
            </a:custGeom>
            <a:solidFill>
              <a:srgbClr val="213B5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818" name="Google Shape;15818;p44"/>
            <p:cNvSpPr/>
            <p:nvPr/>
          </p:nvSpPr>
          <p:spPr>
            <a:xfrm>
              <a:off x="6465212" y="2276399"/>
              <a:ext cx="11521" cy="51480"/>
            </a:xfrm>
            <a:custGeom>
              <a:rect b="b" l="l" r="r" t="t"/>
              <a:pathLst>
                <a:path extrusionOk="0" h="1966" w="440">
                  <a:moveTo>
                    <a:pt x="439" y="0"/>
                  </a:moveTo>
                  <a:cubicBezTo>
                    <a:pt x="191" y="0"/>
                    <a:pt x="1" y="191"/>
                    <a:pt x="1" y="439"/>
                  </a:cubicBezTo>
                  <a:lnTo>
                    <a:pt x="1" y="1966"/>
                  </a:lnTo>
                  <a:lnTo>
                    <a:pt x="439" y="1966"/>
                  </a:lnTo>
                  <a:lnTo>
                    <a:pt x="439" y="0"/>
                  </a:lnTo>
                  <a:close/>
                </a:path>
              </a:pathLst>
            </a:custGeom>
            <a:solidFill>
              <a:srgbClr val="D4DDE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819" name="Google Shape;15819;p44"/>
            <p:cNvSpPr/>
            <p:nvPr/>
          </p:nvSpPr>
          <p:spPr>
            <a:xfrm>
              <a:off x="6385033" y="2264903"/>
              <a:ext cx="11521" cy="11521"/>
            </a:xfrm>
            <a:custGeom>
              <a:rect b="b" l="l" r="r" t="t"/>
              <a:pathLst>
                <a:path extrusionOk="0" h="440" w="440">
                  <a:moveTo>
                    <a:pt x="220" y="1"/>
                  </a:moveTo>
                  <a:cubicBezTo>
                    <a:pt x="96" y="1"/>
                    <a:pt x="0" y="96"/>
                    <a:pt x="0" y="220"/>
                  </a:cubicBezTo>
                  <a:cubicBezTo>
                    <a:pt x="0" y="344"/>
                    <a:pt x="96" y="439"/>
                    <a:pt x="220" y="439"/>
                  </a:cubicBezTo>
                  <a:cubicBezTo>
                    <a:pt x="344" y="439"/>
                    <a:pt x="439" y="344"/>
                    <a:pt x="439" y="220"/>
                  </a:cubicBezTo>
                  <a:cubicBezTo>
                    <a:pt x="439" y="96"/>
                    <a:pt x="344" y="1"/>
                    <a:pt x="220" y="1"/>
                  </a:cubicBezTo>
                  <a:close/>
                </a:path>
              </a:pathLst>
            </a:custGeom>
            <a:solidFill>
              <a:srgbClr val="B4C3C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820" name="Google Shape;15820;p44"/>
            <p:cNvSpPr/>
            <p:nvPr/>
          </p:nvSpPr>
          <p:spPr>
            <a:xfrm>
              <a:off x="6385033" y="2299127"/>
              <a:ext cx="11521" cy="11521"/>
            </a:xfrm>
            <a:custGeom>
              <a:rect b="b" l="l" r="r" t="t"/>
              <a:pathLst>
                <a:path extrusionOk="0" h="440" w="440">
                  <a:moveTo>
                    <a:pt x="220" y="1"/>
                  </a:moveTo>
                  <a:cubicBezTo>
                    <a:pt x="96" y="1"/>
                    <a:pt x="0" y="106"/>
                    <a:pt x="0" y="220"/>
                  </a:cubicBezTo>
                  <a:cubicBezTo>
                    <a:pt x="0" y="344"/>
                    <a:pt x="96" y="439"/>
                    <a:pt x="220" y="439"/>
                  </a:cubicBezTo>
                  <a:cubicBezTo>
                    <a:pt x="344" y="439"/>
                    <a:pt x="439" y="344"/>
                    <a:pt x="439" y="220"/>
                  </a:cubicBezTo>
                  <a:cubicBezTo>
                    <a:pt x="439" y="106"/>
                    <a:pt x="344" y="1"/>
                    <a:pt x="220" y="1"/>
                  </a:cubicBezTo>
                  <a:close/>
                </a:path>
              </a:pathLst>
            </a:custGeom>
            <a:solidFill>
              <a:srgbClr val="B4C3C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5821" name="Google Shape;15821;p44"/>
          <p:cNvGrpSpPr/>
          <p:nvPr/>
        </p:nvGrpSpPr>
        <p:grpSpPr>
          <a:xfrm>
            <a:off x="5802496" y="1820750"/>
            <a:ext cx="275309" cy="354729"/>
            <a:chOff x="5802496" y="1973150"/>
            <a:chExt cx="275309" cy="354729"/>
          </a:xfrm>
        </p:grpSpPr>
        <p:sp>
          <p:nvSpPr>
            <p:cNvPr id="15822" name="Google Shape;15822;p44"/>
            <p:cNvSpPr/>
            <p:nvPr/>
          </p:nvSpPr>
          <p:spPr>
            <a:xfrm>
              <a:off x="5803229" y="2210439"/>
              <a:ext cx="274576" cy="117440"/>
            </a:xfrm>
            <a:custGeom>
              <a:rect b="b" l="l" r="r" t="t"/>
              <a:pathLst>
                <a:path extrusionOk="0" h="4485" w="10486">
                  <a:moveTo>
                    <a:pt x="3597" y="1"/>
                  </a:moveTo>
                  <a:cubicBezTo>
                    <a:pt x="3511" y="125"/>
                    <a:pt x="3387" y="211"/>
                    <a:pt x="3244" y="259"/>
                  </a:cubicBezTo>
                  <a:lnTo>
                    <a:pt x="945" y="936"/>
                  </a:lnTo>
                  <a:cubicBezTo>
                    <a:pt x="382" y="1098"/>
                    <a:pt x="1" y="1604"/>
                    <a:pt x="1" y="2186"/>
                  </a:cubicBezTo>
                  <a:lnTo>
                    <a:pt x="1" y="3826"/>
                  </a:lnTo>
                  <a:cubicBezTo>
                    <a:pt x="1" y="4189"/>
                    <a:pt x="296" y="4485"/>
                    <a:pt x="659" y="4485"/>
                  </a:cubicBezTo>
                  <a:lnTo>
                    <a:pt x="9827" y="4485"/>
                  </a:lnTo>
                  <a:cubicBezTo>
                    <a:pt x="10189" y="4485"/>
                    <a:pt x="10485" y="4189"/>
                    <a:pt x="10485" y="3826"/>
                  </a:cubicBezTo>
                  <a:lnTo>
                    <a:pt x="10485" y="2186"/>
                  </a:lnTo>
                  <a:cubicBezTo>
                    <a:pt x="10485" y="1604"/>
                    <a:pt x="10104" y="1098"/>
                    <a:pt x="9550" y="936"/>
                  </a:cubicBezTo>
                  <a:lnTo>
                    <a:pt x="7242" y="259"/>
                  </a:lnTo>
                  <a:cubicBezTo>
                    <a:pt x="7098" y="211"/>
                    <a:pt x="6984" y="125"/>
                    <a:pt x="6898" y="1"/>
                  </a:cubicBezTo>
                  <a:close/>
                </a:path>
              </a:pathLst>
            </a:custGeom>
            <a:solidFill>
              <a:srgbClr val="D4DDE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823" name="Google Shape;15823;p44"/>
            <p:cNvSpPr/>
            <p:nvPr/>
          </p:nvSpPr>
          <p:spPr>
            <a:xfrm>
              <a:off x="5885162" y="2210439"/>
              <a:ext cx="110946" cy="20267"/>
            </a:xfrm>
            <a:custGeom>
              <a:rect b="b" l="l" r="r" t="t"/>
              <a:pathLst>
                <a:path extrusionOk="0" h="774" w="4237">
                  <a:moveTo>
                    <a:pt x="468" y="1"/>
                  </a:moveTo>
                  <a:cubicBezTo>
                    <a:pt x="382" y="125"/>
                    <a:pt x="258" y="211"/>
                    <a:pt x="125" y="259"/>
                  </a:cubicBezTo>
                  <a:lnTo>
                    <a:pt x="1" y="297"/>
                  </a:lnTo>
                  <a:cubicBezTo>
                    <a:pt x="659" y="611"/>
                    <a:pt x="1384" y="774"/>
                    <a:pt x="2119" y="774"/>
                  </a:cubicBezTo>
                  <a:cubicBezTo>
                    <a:pt x="2853" y="774"/>
                    <a:pt x="3578" y="611"/>
                    <a:pt x="4237" y="297"/>
                  </a:cubicBezTo>
                  <a:lnTo>
                    <a:pt x="4122" y="259"/>
                  </a:lnTo>
                  <a:cubicBezTo>
                    <a:pt x="3979" y="211"/>
                    <a:pt x="3855" y="125"/>
                    <a:pt x="3769" y="1"/>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824" name="Google Shape;15824;p44"/>
            <p:cNvSpPr/>
            <p:nvPr/>
          </p:nvSpPr>
          <p:spPr>
            <a:xfrm>
              <a:off x="5992075" y="1973150"/>
              <a:ext cx="68736" cy="68709"/>
            </a:xfrm>
            <a:custGeom>
              <a:rect b="b" l="l" r="r" t="t"/>
              <a:pathLst>
                <a:path extrusionOk="0" h="2624" w="2625">
                  <a:moveTo>
                    <a:pt x="1308" y="0"/>
                  </a:moveTo>
                  <a:cubicBezTo>
                    <a:pt x="583" y="0"/>
                    <a:pt x="1" y="592"/>
                    <a:pt x="1" y="1317"/>
                  </a:cubicBezTo>
                  <a:cubicBezTo>
                    <a:pt x="1" y="2032"/>
                    <a:pt x="583" y="2624"/>
                    <a:pt x="1308" y="2624"/>
                  </a:cubicBezTo>
                  <a:cubicBezTo>
                    <a:pt x="2033" y="2624"/>
                    <a:pt x="2624" y="2032"/>
                    <a:pt x="2624" y="1317"/>
                  </a:cubicBezTo>
                  <a:cubicBezTo>
                    <a:pt x="2624" y="592"/>
                    <a:pt x="2033" y="0"/>
                    <a:pt x="1308" y="0"/>
                  </a:cubicBezTo>
                  <a:close/>
                </a:path>
              </a:pathLst>
            </a:custGeom>
            <a:solidFill>
              <a:srgbClr val="DAE2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825" name="Google Shape;15825;p44"/>
            <p:cNvSpPr/>
            <p:nvPr/>
          </p:nvSpPr>
          <p:spPr>
            <a:xfrm>
              <a:off x="6009069" y="1990380"/>
              <a:ext cx="34512" cy="34250"/>
            </a:xfrm>
            <a:custGeom>
              <a:rect b="b" l="l" r="r" t="t"/>
              <a:pathLst>
                <a:path extrusionOk="0" h="1308" w="1318">
                  <a:moveTo>
                    <a:pt x="659" y="0"/>
                  </a:moveTo>
                  <a:cubicBezTo>
                    <a:pt x="296" y="0"/>
                    <a:pt x="1" y="296"/>
                    <a:pt x="1" y="659"/>
                  </a:cubicBezTo>
                  <a:cubicBezTo>
                    <a:pt x="1" y="1021"/>
                    <a:pt x="296" y="1307"/>
                    <a:pt x="659" y="1307"/>
                  </a:cubicBezTo>
                  <a:cubicBezTo>
                    <a:pt x="1021" y="1307"/>
                    <a:pt x="1317" y="1021"/>
                    <a:pt x="1317" y="659"/>
                  </a:cubicBezTo>
                  <a:cubicBezTo>
                    <a:pt x="1317" y="296"/>
                    <a:pt x="1021" y="0"/>
                    <a:pt x="659" y="0"/>
                  </a:cubicBezTo>
                  <a:close/>
                </a:path>
              </a:pathLst>
            </a:custGeom>
            <a:solidFill>
              <a:srgbClr val="39516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826" name="Google Shape;15826;p44"/>
            <p:cNvSpPr/>
            <p:nvPr/>
          </p:nvSpPr>
          <p:spPr>
            <a:xfrm>
              <a:off x="5988593" y="1987133"/>
              <a:ext cx="60723" cy="54255"/>
            </a:xfrm>
            <a:custGeom>
              <a:rect b="b" l="l" r="r" t="t"/>
              <a:pathLst>
                <a:path extrusionOk="0" h="2072" w="2319">
                  <a:moveTo>
                    <a:pt x="392" y="0"/>
                  </a:moveTo>
                  <a:cubicBezTo>
                    <a:pt x="0" y="544"/>
                    <a:pt x="86" y="1288"/>
                    <a:pt x="573" y="1737"/>
                  </a:cubicBezTo>
                  <a:cubicBezTo>
                    <a:pt x="825" y="1960"/>
                    <a:pt x="1141" y="2072"/>
                    <a:pt x="1457" y="2072"/>
                  </a:cubicBezTo>
                  <a:cubicBezTo>
                    <a:pt x="1764" y="2072"/>
                    <a:pt x="2070" y="1967"/>
                    <a:pt x="2319" y="1756"/>
                  </a:cubicBezTo>
                  <a:cubicBezTo>
                    <a:pt x="1842" y="1011"/>
                    <a:pt x="1174" y="401"/>
                    <a:pt x="392" y="0"/>
                  </a:cubicBezTo>
                  <a:close/>
                </a:path>
              </a:pathLst>
            </a:custGeom>
            <a:solidFill>
              <a:srgbClr val="D4DDE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827" name="Google Shape;15827;p44"/>
            <p:cNvSpPr/>
            <p:nvPr/>
          </p:nvSpPr>
          <p:spPr>
            <a:xfrm>
              <a:off x="6006817" y="1996114"/>
              <a:ext cx="32260" cy="29170"/>
            </a:xfrm>
            <a:custGeom>
              <a:rect b="b" l="l" r="r" t="t"/>
              <a:pathLst>
                <a:path extrusionOk="0" h="1114" w="1232">
                  <a:moveTo>
                    <a:pt x="268" y="1"/>
                  </a:moveTo>
                  <a:cubicBezTo>
                    <a:pt x="1" y="258"/>
                    <a:pt x="10" y="688"/>
                    <a:pt x="287" y="945"/>
                  </a:cubicBezTo>
                  <a:cubicBezTo>
                    <a:pt x="413" y="1058"/>
                    <a:pt x="571" y="1114"/>
                    <a:pt x="728" y="1114"/>
                  </a:cubicBezTo>
                  <a:cubicBezTo>
                    <a:pt x="915" y="1114"/>
                    <a:pt x="1102" y="1034"/>
                    <a:pt x="1231" y="878"/>
                  </a:cubicBezTo>
                  <a:cubicBezTo>
                    <a:pt x="945" y="544"/>
                    <a:pt x="621" y="249"/>
                    <a:pt x="268" y="1"/>
                  </a:cubicBezTo>
                  <a:close/>
                </a:path>
              </a:pathLst>
            </a:custGeom>
            <a:solidFill>
              <a:srgbClr val="213B5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828" name="Google Shape;15828;p44"/>
            <p:cNvSpPr/>
            <p:nvPr/>
          </p:nvSpPr>
          <p:spPr>
            <a:xfrm>
              <a:off x="5820459" y="1973150"/>
              <a:ext cx="68736" cy="68709"/>
            </a:xfrm>
            <a:custGeom>
              <a:rect b="b" l="l" r="r" t="t"/>
              <a:pathLst>
                <a:path extrusionOk="0" h="2624" w="2625">
                  <a:moveTo>
                    <a:pt x="1308" y="0"/>
                  </a:moveTo>
                  <a:cubicBezTo>
                    <a:pt x="583" y="0"/>
                    <a:pt x="1" y="592"/>
                    <a:pt x="1" y="1317"/>
                  </a:cubicBezTo>
                  <a:cubicBezTo>
                    <a:pt x="1" y="2032"/>
                    <a:pt x="583" y="2624"/>
                    <a:pt x="1308" y="2624"/>
                  </a:cubicBezTo>
                  <a:cubicBezTo>
                    <a:pt x="2033" y="2624"/>
                    <a:pt x="2624" y="2032"/>
                    <a:pt x="2624" y="1317"/>
                  </a:cubicBezTo>
                  <a:cubicBezTo>
                    <a:pt x="2624" y="592"/>
                    <a:pt x="2033" y="0"/>
                    <a:pt x="1308" y="0"/>
                  </a:cubicBezTo>
                  <a:close/>
                </a:path>
              </a:pathLst>
            </a:custGeom>
            <a:solidFill>
              <a:srgbClr val="DAE2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829" name="Google Shape;15829;p44"/>
            <p:cNvSpPr/>
            <p:nvPr/>
          </p:nvSpPr>
          <p:spPr>
            <a:xfrm>
              <a:off x="5837453" y="1990380"/>
              <a:ext cx="34512" cy="34250"/>
            </a:xfrm>
            <a:custGeom>
              <a:rect b="b" l="l" r="r" t="t"/>
              <a:pathLst>
                <a:path extrusionOk="0" h="1308" w="1318">
                  <a:moveTo>
                    <a:pt x="659" y="0"/>
                  </a:moveTo>
                  <a:cubicBezTo>
                    <a:pt x="296" y="0"/>
                    <a:pt x="1" y="296"/>
                    <a:pt x="1" y="659"/>
                  </a:cubicBezTo>
                  <a:cubicBezTo>
                    <a:pt x="1" y="1021"/>
                    <a:pt x="296" y="1307"/>
                    <a:pt x="659" y="1307"/>
                  </a:cubicBezTo>
                  <a:cubicBezTo>
                    <a:pt x="1021" y="1307"/>
                    <a:pt x="1317" y="1021"/>
                    <a:pt x="1317" y="659"/>
                  </a:cubicBezTo>
                  <a:cubicBezTo>
                    <a:pt x="1317" y="296"/>
                    <a:pt x="1021" y="0"/>
                    <a:pt x="659" y="0"/>
                  </a:cubicBezTo>
                  <a:close/>
                </a:path>
              </a:pathLst>
            </a:custGeom>
            <a:solidFill>
              <a:srgbClr val="39516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830" name="Google Shape;15830;p44"/>
            <p:cNvSpPr/>
            <p:nvPr/>
          </p:nvSpPr>
          <p:spPr>
            <a:xfrm>
              <a:off x="5831954" y="1987133"/>
              <a:ext cx="60487" cy="54255"/>
            </a:xfrm>
            <a:custGeom>
              <a:rect b="b" l="l" r="r" t="t"/>
              <a:pathLst>
                <a:path extrusionOk="0" h="2072" w="2310">
                  <a:moveTo>
                    <a:pt x="1928" y="0"/>
                  </a:moveTo>
                  <a:lnTo>
                    <a:pt x="1928" y="0"/>
                  </a:lnTo>
                  <a:cubicBezTo>
                    <a:pt x="1136" y="401"/>
                    <a:pt x="468" y="1011"/>
                    <a:pt x="1" y="1756"/>
                  </a:cubicBezTo>
                  <a:cubicBezTo>
                    <a:pt x="245" y="1967"/>
                    <a:pt x="551" y="2072"/>
                    <a:pt x="857" y="2072"/>
                  </a:cubicBezTo>
                  <a:cubicBezTo>
                    <a:pt x="1174" y="2072"/>
                    <a:pt x="1490" y="1960"/>
                    <a:pt x="1737" y="1737"/>
                  </a:cubicBezTo>
                  <a:cubicBezTo>
                    <a:pt x="2233" y="1288"/>
                    <a:pt x="2309" y="544"/>
                    <a:pt x="1928" y="0"/>
                  </a:cubicBezTo>
                  <a:close/>
                </a:path>
              </a:pathLst>
            </a:custGeom>
            <a:solidFill>
              <a:srgbClr val="D4DDE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831" name="Google Shape;15831;p44"/>
            <p:cNvSpPr/>
            <p:nvPr/>
          </p:nvSpPr>
          <p:spPr>
            <a:xfrm>
              <a:off x="5842192" y="1996114"/>
              <a:ext cx="32024" cy="29170"/>
            </a:xfrm>
            <a:custGeom>
              <a:rect b="b" l="l" r="r" t="t"/>
              <a:pathLst>
                <a:path extrusionOk="0" h="1114" w="1223">
                  <a:moveTo>
                    <a:pt x="965" y="1"/>
                  </a:moveTo>
                  <a:cubicBezTo>
                    <a:pt x="602" y="249"/>
                    <a:pt x="278" y="544"/>
                    <a:pt x="1" y="878"/>
                  </a:cubicBezTo>
                  <a:cubicBezTo>
                    <a:pt x="131" y="1034"/>
                    <a:pt x="314" y="1114"/>
                    <a:pt x="499" y="1114"/>
                  </a:cubicBezTo>
                  <a:cubicBezTo>
                    <a:pt x="654" y="1114"/>
                    <a:pt x="810" y="1058"/>
                    <a:pt x="936" y="945"/>
                  </a:cubicBezTo>
                  <a:cubicBezTo>
                    <a:pt x="1213" y="688"/>
                    <a:pt x="1222" y="258"/>
                    <a:pt x="965" y="1"/>
                  </a:cubicBezTo>
                  <a:close/>
                </a:path>
              </a:pathLst>
            </a:custGeom>
            <a:solidFill>
              <a:srgbClr val="213B5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832" name="Google Shape;15832;p44"/>
            <p:cNvSpPr/>
            <p:nvPr/>
          </p:nvSpPr>
          <p:spPr>
            <a:xfrm>
              <a:off x="5823208" y="1984619"/>
              <a:ext cx="234591" cy="234591"/>
            </a:xfrm>
            <a:custGeom>
              <a:rect b="b" l="l" r="r" t="t"/>
              <a:pathLst>
                <a:path extrusionOk="0" h="8959" w="8959">
                  <a:moveTo>
                    <a:pt x="4485" y="1"/>
                  </a:moveTo>
                  <a:cubicBezTo>
                    <a:pt x="2014" y="1"/>
                    <a:pt x="1" y="2004"/>
                    <a:pt x="1" y="4475"/>
                  </a:cubicBezTo>
                  <a:cubicBezTo>
                    <a:pt x="1" y="6955"/>
                    <a:pt x="2014" y="8959"/>
                    <a:pt x="4485" y="8959"/>
                  </a:cubicBezTo>
                  <a:cubicBezTo>
                    <a:pt x="6956" y="8959"/>
                    <a:pt x="8959" y="6955"/>
                    <a:pt x="8959" y="4475"/>
                  </a:cubicBezTo>
                  <a:cubicBezTo>
                    <a:pt x="8959" y="2004"/>
                    <a:pt x="6956" y="1"/>
                    <a:pt x="4485" y="1"/>
                  </a:cubicBezTo>
                  <a:close/>
                </a:path>
              </a:pathLst>
            </a:custGeom>
            <a:solidFill>
              <a:srgbClr val="DAE2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833" name="Google Shape;15833;p44"/>
            <p:cNvSpPr/>
            <p:nvPr/>
          </p:nvSpPr>
          <p:spPr>
            <a:xfrm>
              <a:off x="5866178" y="2036099"/>
              <a:ext cx="148678" cy="148652"/>
            </a:xfrm>
            <a:custGeom>
              <a:rect b="b" l="l" r="r" t="t"/>
              <a:pathLst>
                <a:path extrusionOk="0" h="5677" w="5678">
                  <a:moveTo>
                    <a:pt x="2844" y="0"/>
                  </a:moveTo>
                  <a:cubicBezTo>
                    <a:pt x="1270" y="0"/>
                    <a:pt x="1" y="1278"/>
                    <a:pt x="1" y="2843"/>
                  </a:cubicBezTo>
                  <a:cubicBezTo>
                    <a:pt x="1" y="4408"/>
                    <a:pt x="1270" y="5676"/>
                    <a:pt x="2844" y="5676"/>
                  </a:cubicBezTo>
                  <a:cubicBezTo>
                    <a:pt x="4408" y="5676"/>
                    <a:pt x="5677" y="4408"/>
                    <a:pt x="5677" y="2843"/>
                  </a:cubicBezTo>
                  <a:cubicBezTo>
                    <a:pt x="5677" y="1278"/>
                    <a:pt x="4408" y="0"/>
                    <a:pt x="2844" y="0"/>
                  </a:cubicBezTo>
                  <a:close/>
                </a:path>
              </a:pathLst>
            </a:custGeom>
            <a:solidFill>
              <a:srgbClr val="ECF0F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834" name="Google Shape;15834;p44"/>
            <p:cNvSpPr/>
            <p:nvPr/>
          </p:nvSpPr>
          <p:spPr>
            <a:xfrm>
              <a:off x="5865680" y="2036125"/>
              <a:ext cx="86463" cy="148836"/>
            </a:xfrm>
            <a:custGeom>
              <a:rect b="b" l="l" r="r" t="t"/>
              <a:pathLst>
                <a:path extrusionOk="0" h="5684" w="3302">
                  <a:moveTo>
                    <a:pt x="2842" y="1"/>
                  </a:moveTo>
                  <a:cubicBezTo>
                    <a:pt x="1299" y="1"/>
                    <a:pt x="1" y="1243"/>
                    <a:pt x="1" y="2842"/>
                  </a:cubicBezTo>
                  <a:cubicBezTo>
                    <a:pt x="1" y="4433"/>
                    <a:pt x="1300" y="5683"/>
                    <a:pt x="2844" y="5683"/>
                  </a:cubicBezTo>
                  <a:cubicBezTo>
                    <a:pt x="2995" y="5683"/>
                    <a:pt x="3147" y="5671"/>
                    <a:pt x="3302" y="5647"/>
                  </a:cubicBezTo>
                  <a:cubicBezTo>
                    <a:pt x="1918" y="5427"/>
                    <a:pt x="897" y="4235"/>
                    <a:pt x="897" y="2842"/>
                  </a:cubicBezTo>
                  <a:cubicBezTo>
                    <a:pt x="897" y="1440"/>
                    <a:pt x="1918" y="257"/>
                    <a:pt x="3302" y="37"/>
                  </a:cubicBezTo>
                  <a:cubicBezTo>
                    <a:pt x="3147" y="13"/>
                    <a:pt x="2993" y="1"/>
                    <a:pt x="2842" y="1"/>
                  </a:cubicBezTo>
                  <a:close/>
                </a:path>
              </a:pathLst>
            </a:custGeom>
            <a:solidFill>
              <a:srgbClr val="E7ECF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835" name="Google Shape;15835;p44"/>
            <p:cNvSpPr/>
            <p:nvPr/>
          </p:nvSpPr>
          <p:spPr>
            <a:xfrm>
              <a:off x="5900663" y="2093418"/>
              <a:ext cx="11260" cy="17125"/>
            </a:xfrm>
            <a:custGeom>
              <a:rect b="b" l="l" r="r" t="t"/>
              <a:pathLst>
                <a:path extrusionOk="0" h="654" w="430">
                  <a:moveTo>
                    <a:pt x="215" y="0"/>
                  </a:moveTo>
                  <a:cubicBezTo>
                    <a:pt x="108" y="0"/>
                    <a:pt x="0" y="72"/>
                    <a:pt x="0" y="215"/>
                  </a:cubicBezTo>
                  <a:lnTo>
                    <a:pt x="0" y="435"/>
                  </a:lnTo>
                  <a:cubicBezTo>
                    <a:pt x="0" y="559"/>
                    <a:pt x="96" y="654"/>
                    <a:pt x="210" y="654"/>
                  </a:cubicBezTo>
                  <a:cubicBezTo>
                    <a:pt x="334" y="654"/>
                    <a:pt x="430" y="559"/>
                    <a:pt x="430" y="435"/>
                  </a:cubicBezTo>
                  <a:lnTo>
                    <a:pt x="430" y="215"/>
                  </a:lnTo>
                  <a:cubicBezTo>
                    <a:pt x="430" y="72"/>
                    <a:pt x="322" y="0"/>
                    <a:pt x="215" y="0"/>
                  </a:cubicBezTo>
                  <a:close/>
                </a:path>
              </a:pathLst>
            </a:custGeom>
            <a:solidFill>
              <a:srgbClr val="213B5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836" name="Google Shape;15836;p44"/>
            <p:cNvSpPr/>
            <p:nvPr/>
          </p:nvSpPr>
          <p:spPr>
            <a:xfrm>
              <a:off x="5969111" y="2093418"/>
              <a:ext cx="11521" cy="17125"/>
            </a:xfrm>
            <a:custGeom>
              <a:rect b="b" l="l" r="r" t="t"/>
              <a:pathLst>
                <a:path extrusionOk="0" h="654" w="440">
                  <a:moveTo>
                    <a:pt x="220" y="0"/>
                  </a:moveTo>
                  <a:cubicBezTo>
                    <a:pt x="110" y="0"/>
                    <a:pt x="0" y="72"/>
                    <a:pt x="0" y="215"/>
                  </a:cubicBezTo>
                  <a:lnTo>
                    <a:pt x="0" y="435"/>
                  </a:lnTo>
                  <a:cubicBezTo>
                    <a:pt x="0" y="559"/>
                    <a:pt x="96" y="654"/>
                    <a:pt x="220" y="654"/>
                  </a:cubicBezTo>
                  <a:cubicBezTo>
                    <a:pt x="344" y="654"/>
                    <a:pt x="439" y="559"/>
                    <a:pt x="439" y="435"/>
                  </a:cubicBezTo>
                  <a:lnTo>
                    <a:pt x="439" y="215"/>
                  </a:lnTo>
                  <a:cubicBezTo>
                    <a:pt x="439" y="72"/>
                    <a:pt x="329" y="0"/>
                    <a:pt x="220" y="0"/>
                  </a:cubicBezTo>
                  <a:close/>
                </a:path>
              </a:pathLst>
            </a:custGeom>
            <a:solidFill>
              <a:srgbClr val="213B5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837" name="Google Shape;15837;p44"/>
            <p:cNvSpPr/>
            <p:nvPr/>
          </p:nvSpPr>
          <p:spPr>
            <a:xfrm>
              <a:off x="5892913" y="2076293"/>
              <a:ext cx="26761" cy="11286"/>
            </a:xfrm>
            <a:custGeom>
              <a:rect b="b" l="l" r="r" t="t"/>
              <a:pathLst>
                <a:path extrusionOk="0" h="431" w="1022">
                  <a:moveTo>
                    <a:pt x="735" y="1"/>
                  </a:moveTo>
                  <a:cubicBezTo>
                    <a:pt x="732" y="1"/>
                    <a:pt x="729" y="1"/>
                    <a:pt x="726" y="1"/>
                  </a:cubicBezTo>
                  <a:lnTo>
                    <a:pt x="296" y="1"/>
                  </a:lnTo>
                  <a:cubicBezTo>
                    <a:pt x="1" y="1"/>
                    <a:pt x="1" y="430"/>
                    <a:pt x="296" y="430"/>
                  </a:cubicBezTo>
                  <a:lnTo>
                    <a:pt x="726" y="430"/>
                  </a:lnTo>
                  <a:cubicBezTo>
                    <a:pt x="1018" y="430"/>
                    <a:pt x="1021" y="1"/>
                    <a:pt x="735" y="1"/>
                  </a:cubicBezTo>
                  <a:close/>
                </a:path>
              </a:pathLst>
            </a:custGeom>
            <a:solidFill>
              <a:srgbClr val="39516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838" name="Google Shape;15838;p44"/>
            <p:cNvSpPr/>
            <p:nvPr/>
          </p:nvSpPr>
          <p:spPr>
            <a:xfrm>
              <a:off x="5961622" y="2076293"/>
              <a:ext cx="26499" cy="11286"/>
            </a:xfrm>
            <a:custGeom>
              <a:rect b="b" l="l" r="r" t="t"/>
              <a:pathLst>
                <a:path extrusionOk="0" h="431" w="1012">
                  <a:moveTo>
                    <a:pt x="734" y="1"/>
                  </a:moveTo>
                  <a:cubicBezTo>
                    <a:pt x="731" y="1"/>
                    <a:pt x="728" y="1"/>
                    <a:pt x="725" y="1"/>
                  </a:cubicBezTo>
                  <a:lnTo>
                    <a:pt x="286" y="1"/>
                  </a:lnTo>
                  <a:cubicBezTo>
                    <a:pt x="0" y="1"/>
                    <a:pt x="0" y="430"/>
                    <a:pt x="286" y="430"/>
                  </a:cubicBezTo>
                  <a:lnTo>
                    <a:pt x="725" y="430"/>
                  </a:lnTo>
                  <a:cubicBezTo>
                    <a:pt x="1008" y="430"/>
                    <a:pt x="1011" y="1"/>
                    <a:pt x="734" y="1"/>
                  </a:cubicBezTo>
                  <a:close/>
                </a:path>
              </a:pathLst>
            </a:custGeom>
            <a:solidFill>
              <a:srgbClr val="39516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839" name="Google Shape;15839;p44"/>
            <p:cNvSpPr/>
            <p:nvPr/>
          </p:nvSpPr>
          <p:spPr>
            <a:xfrm>
              <a:off x="5887178" y="2013475"/>
              <a:ext cx="13511" cy="11390"/>
            </a:xfrm>
            <a:custGeom>
              <a:rect b="b" l="l" r="r" t="t"/>
              <a:pathLst>
                <a:path extrusionOk="0" h="435" w="516">
                  <a:moveTo>
                    <a:pt x="293" y="0"/>
                  </a:moveTo>
                  <a:cubicBezTo>
                    <a:pt x="240" y="0"/>
                    <a:pt x="186" y="20"/>
                    <a:pt x="143" y="63"/>
                  </a:cubicBezTo>
                  <a:cubicBezTo>
                    <a:pt x="0" y="196"/>
                    <a:pt x="96" y="435"/>
                    <a:pt x="296" y="435"/>
                  </a:cubicBezTo>
                  <a:cubicBezTo>
                    <a:pt x="410" y="435"/>
                    <a:pt x="515" y="339"/>
                    <a:pt x="515" y="215"/>
                  </a:cubicBezTo>
                  <a:cubicBezTo>
                    <a:pt x="515" y="86"/>
                    <a:pt x="406" y="0"/>
                    <a:pt x="293" y="0"/>
                  </a:cubicBezTo>
                  <a:close/>
                </a:path>
              </a:pathLst>
            </a:custGeom>
            <a:solidFill>
              <a:srgbClr val="39516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840" name="Google Shape;15840;p44"/>
            <p:cNvSpPr/>
            <p:nvPr/>
          </p:nvSpPr>
          <p:spPr>
            <a:xfrm>
              <a:off x="5978852" y="2013475"/>
              <a:ext cx="13250" cy="11390"/>
            </a:xfrm>
            <a:custGeom>
              <a:rect b="b" l="l" r="r" t="t"/>
              <a:pathLst>
                <a:path extrusionOk="0" h="435" w="506">
                  <a:moveTo>
                    <a:pt x="288" y="0"/>
                  </a:moveTo>
                  <a:cubicBezTo>
                    <a:pt x="235" y="0"/>
                    <a:pt x="180" y="20"/>
                    <a:pt x="134" y="63"/>
                  </a:cubicBezTo>
                  <a:cubicBezTo>
                    <a:pt x="0" y="196"/>
                    <a:pt x="96" y="435"/>
                    <a:pt x="287" y="435"/>
                  </a:cubicBezTo>
                  <a:cubicBezTo>
                    <a:pt x="411" y="435"/>
                    <a:pt x="506" y="339"/>
                    <a:pt x="506" y="215"/>
                  </a:cubicBezTo>
                  <a:cubicBezTo>
                    <a:pt x="506" y="86"/>
                    <a:pt x="401" y="0"/>
                    <a:pt x="288" y="0"/>
                  </a:cubicBezTo>
                  <a:close/>
                </a:path>
              </a:pathLst>
            </a:custGeom>
            <a:solidFill>
              <a:srgbClr val="39516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841" name="Google Shape;15841;p44"/>
            <p:cNvSpPr/>
            <p:nvPr/>
          </p:nvSpPr>
          <p:spPr>
            <a:xfrm>
              <a:off x="5914908" y="2130522"/>
              <a:ext cx="51480" cy="22755"/>
            </a:xfrm>
            <a:custGeom>
              <a:rect b="b" l="l" r="r" t="t"/>
              <a:pathLst>
                <a:path extrusionOk="0" h="869" w="1966">
                  <a:moveTo>
                    <a:pt x="143" y="0"/>
                  </a:moveTo>
                  <a:cubicBezTo>
                    <a:pt x="57" y="0"/>
                    <a:pt x="0" y="76"/>
                    <a:pt x="10" y="153"/>
                  </a:cubicBezTo>
                  <a:cubicBezTo>
                    <a:pt x="95" y="563"/>
                    <a:pt x="496" y="868"/>
                    <a:pt x="983" y="868"/>
                  </a:cubicBezTo>
                  <a:cubicBezTo>
                    <a:pt x="1460" y="868"/>
                    <a:pt x="1860" y="563"/>
                    <a:pt x="1946" y="153"/>
                  </a:cubicBezTo>
                  <a:cubicBezTo>
                    <a:pt x="1965" y="76"/>
                    <a:pt x="1899" y="0"/>
                    <a:pt x="1822" y="0"/>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842" name="Google Shape;15842;p44"/>
            <p:cNvSpPr/>
            <p:nvPr/>
          </p:nvSpPr>
          <p:spPr>
            <a:xfrm>
              <a:off x="5802496" y="2011616"/>
              <a:ext cx="228333" cy="207673"/>
            </a:xfrm>
            <a:custGeom>
              <a:rect b="b" l="l" r="r" t="t"/>
              <a:pathLst>
                <a:path extrusionOk="0" h="7931" w="8720">
                  <a:moveTo>
                    <a:pt x="2414" y="0"/>
                  </a:moveTo>
                  <a:cubicBezTo>
                    <a:pt x="372" y="1679"/>
                    <a:pt x="229" y="4751"/>
                    <a:pt x="2099" y="6621"/>
                  </a:cubicBezTo>
                  <a:cubicBezTo>
                    <a:pt x="2977" y="7499"/>
                    <a:pt x="4120" y="7931"/>
                    <a:pt x="5259" y="7931"/>
                  </a:cubicBezTo>
                  <a:cubicBezTo>
                    <a:pt x="6546" y="7931"/>
                    <a:pt x="7829" y="7379"/>
                    <a:pt x="8720" y="6297"/>
                  </a:cubicBezTo>
                  <a:lnTo>
                    <a:pt x="8720" y="6297"/>
                  </a:lnTo>
                  <a:cubicBezTo>
                    <a:pt x="7918" y="6964"/>
                    <a:pt x="6917" y="7327"/>
                    <a:pt x="5877" y="7327"/>
                  </a:cubicBezTo>
                  <a:cubicBezTo>
                    <a:pt x="2080" y="7327"/>
                    <a:pt x="0" y="2919"/>
                    <a:pt x="2414" y="0"/>
                  </a:cubicBezTo>
                  <a:close/>
                </a:path>
              </a:pathLst>
            </a:custGeom>
            <a:solidFill>
              <a:srgbClr val="D4DDE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843" name="Google Shape;15843;p44"/>
            <p:cNvSpPr/>
            <p:nvPr/>
          </p:nvSpPr>
          <p:spPr>
            <a:xfrm>
              <a:off x="5843449" y="2287894"/>
              <a:ext cx="11260" cy="39984"/>
            </a:xfrm>
            <a:custGeom>
              <a:rect b="b" l="l" r="r" t="t"/>
              <a:pathLst>
                <a:path extrusionOk="0" h="1527" w="430">
                  <a:moveTo>
                    <a:pt x="211" y="0"/>
                  </a:moveTo>
                  <a:cubicBezTo>
                    <a:pt x="96" y="0"/>
                    <a:pt x="1" y="96"/>
                    <a:pt x="1" y="220"/>
                  </a:cubicBezTo>
                  <a:lnTo>
                    <a:pt x="1" y="1527"/>
                  </a:lnTo>
                  <a:lnTo>
                    <a:pt x="430" y="1527"/>
                  </a:lnTo>
                  <a:lnTo>
                    <a:pt x="430" y="210"/>
                  </a:lnTo>
                  <a:cubicBezTo>
                    <a:pt x="430" y="96"/>
                    <a:pt x="335" y="0"/>
                    <a:pt x="211" y="0"/>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844" name="Google Shape;15844;p44"/>
            <p:cNvSpPr/>
            <p:nvPr/>
          </p:nvSpPr>
          <p:spPr>
            <a:xfrm>
              <a:off x="6026299" y="2287894"/>
              <a:ext cx="11521" cy="39984"/>
            </a:xfrm>
            <a:custGeom>
              <a:rect b="b" l="l" r="r" t="t"/>
              <a:pathLst>
                <a:path extrusionOk="0" h="1527" w="440">
                  <a:moveTo>
                    <a:pt x="220" y="0"/>
                  </a:moveTo>
                  <a:cubicBezTo>
                    <a:pt x="96" y="0"/>
                    <a:pt x="1" y="96"/>
                    <a:pt x="1" y="220"/>
                  </a:cubicBezTo>
                  <a:lnTo>
                    <a:pt x="1" y="1527"/>
                  </a:lnTo>
                  <a:lnTo>
                    <a:pt x="440" y="1527"/>
                  </a:lnTo>
                  <a:lnTo>
                    <a:pt x="440" y="210"/>
                  </a:lnTo>
                  <a:cubicBezTo>
                    <a:pt x="440" y="96"/>
                    <a:pt x="344" y="0"/>
                    <a:pt x="220" y="0"/>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845" name="Google Shape;15845;p44"/>
            <p:cNvSpPr/>
            <p:nvPr/>
          </p:nvSpPr>
          <p:spPr>
            <a:xfrm>
              <a:off x="5872933" y="2270664"/>
              <a:ext cx="135167" cy="57214"/>
            </a:xfrm>
            <a:custGeom>
              <a:rect b="b" l="l" r="r" t="t"/>
              <a:pathLst>
                <a:path extrusionOk="0" h="2185" w="5162">
                  <a:moveTo>
                    <a:pt x="2586" y="0"/>
                  </a:moveTo>
                  <a:cubicBezTo>
                    <a:pt x="1307" y="0"/>
                    <a:pt x="220" y="925"/>
                    <a:pt x="0" y="2185"/>
                  </a:cubicBezTo>
                  <a:lnTo>
                    <a:pt x="5161" y="2185"/>
                  </a:lnTo>
                  <a:cubicBezTo>
                    <a:pt x="4952" y="925"/>
                    <a:pt x="3864" y="0"/>
                    <a:pt x="2586" y="0"/>
                  </a:cubicBezTo>
                  <a:close/>
                </a:path>
              </a:pathLst>
            </a:custGeom>
            <a:solidFill>
              <a:srgbClr val="E7ECF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846" name="Google Shape;15846;p44"/>
            <p:cNvSpPr/>
            <p:nvPr/>
          </p:nvSpPr>
          <p:spPr>
            <a:xfrm>
              <a:off x="5911897" y="2018843"/>
              <a:ext cx="57240" cy="34512"/>
            </a:xfrm>
            <a:custGeom>
              <a:rect b="b" l="l" r="r" t="t"/>
              <a:pathLst>
                <a:path extrusionOk="0" h="1318" w="2186">
                  <a:moveTo>
                    <a:pt x="659" y="1"/>
                  </a:moveTo>
                  <a:cubicBezTo>
                    <a:pt x="296" y="1"/>
                    <a:pt x="1" y="297"/>
                    <a:pt x="1" y="659"/>
                  </a:cubicBezTo>
                  <a:cubicBezTo>
                    <a:pt x="1" y="1022"/>
                    <a:pt x="296" y="1317"/>
                    <a:pt x="659" y="1317"/>
                  </a:cubicBezTo>
                  <a:lnTo>
                    <a:pt x="1537" y="1317"/>
                  </a:lnTo>
                  <a:cubicBezTo>
                    <a:pt x="1890" y="1317"/>
                    <a:pt x="2185" y="1022"/>
                    <a:pt x="2185" y="659"/>
                  </a:cubicBezTo>
                  <a:cubicBezTo>
                    <a:pt x="2185" y="297"/>
                    <a:pt x="1890" y="1"/>
                    <a:pt x="1537" y="1"/>
                  </a:cubicBezTo>
                  <a:close/>
                </a:path>
              </a:pathLst>
            </a:custGeom>
            <a:solidFill>
              <a:srgbClr val="D4DDE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847" name="Google Shape;15847;p44"/>
            <p:cNvSpPr/>
            <p:nvPr/>
          </p:nvSpPr>
          <p:spPr>
            <a:xfrm>
              <a:off x="5929126" y="2007610"/>
              <a:ext cx="22755" cy="22755"/>
            </a:xfrm>
            <a:custGeom>
              <a:rect b="b" l="l" r="r" t="t"/>
              <a:pathLst>
                <a:path extrusionOk="0" h="869" w="869">
                  <a:moveTo>
                    <a:pt x="440" y="1"/>
                  </a:moveTo>
                  <a:cubicBezTo>
                    <a:pt x="192" y="1"/>
                    <a:pt x="1" y="191"/>
                    <a:pt x="1" y="430"/>
                  </a:cubicBezTo>
                  <a:cubicBezTo>
                    <a:pt x="1" y="678"/>
                    <a:pt x="192" y="869"/>
                    <a:pt x="440" y="869"/>
                  </a:cubicBezTo>
                  <a:cubicBezTo>
                    <a:pt x="678" y="869"/>
                    <a:pt x="869" y="678"/>
                    <a:pt x="869" y="430"/>
                  </a:cubicBezTo>
                  <a:cubicBezTo>
                    <a:pt x="869" y="191"/>
                    <a:pt x="678" y="1"/>
                    <a:pt x="440" y="1"/>
                  </a:cubicBezTo>
                  <a:close/>
                </a:path>
              </a:pathLst>
            </a:custGeom>
            <a:solidFill>
              <a:srgbClr val="213B5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5848" name="Google Shape;15848;p44"/>
          <p:cNvGrpSpPr/>
          <p:nvPr/>
        </p:nvGrpSpPr>
        <p:grpSpPr>
          <a:xfrm>
            <a:off x="5353083" y="1820750"/>
            <a:ext cx="274576" cy="354729"/>
            <a:chOff x="5353083" y="1973150"/>
            <a:chExt cx="274576" cy="354729"/>
          </a:xfrm>
        </p:grpSpPr>
        <p:sp>
          <p:nvSpPr>
            <p:cNvPr id="15849" name="Google Shape;15849;p44"/>
            <p:cNvSpPr/>
            <p:nvPr/>
          </p:nvSpPr>
          <p:spPr>
            <a:xfrm>
              <a:off x="5353083" y="2167731"/>
              <a:ext cx="274576" cy="160147"/>
            </a:xfrm>
            <a:custGeom>
              <a:rect b="b" l="l" r="r" t="t"/>
              <a:pathLst>
                <a:path extrusionOk="0" h="6116" w="10486">
                  <a:moveTo>
                    <a:pt x="3712" y="1"/>
                  </a:moveTo>
                  <a:lnTo>
                    <a:pt x="3712" y="1632"/>
                  </a:lnTo>
                  <a:cubicBezTo>
                    <a:pt x="3712" y="1918"/>
                    <a:pt x="3521" y="2176"/>
                    <a:pt x="3244" y="2252"/>
                  </a:cubicBezTo>
                  <a:lnTo>
                    <a:pt x="945" y="2929"/>
                  </a:lnTo>
                  <a:cubicBezTo>
                    <a:pt x="382" y="3101"/>
                    <a:pt x="1" y="3607"/>
                    <a:pt x="1" y="4189"/>
                  </a:cubicBezTo>
                  <a:lnTo>
                    <a:pt x="1" y="5457"/>
                  </a:lnTo>
                  <a:cubicBezTo>
                    <a:pt x="1" y="5820"/>
                    <a:pt x="296" y="6116"/>
                    <a:pt x="659" y="6116"/>
                  </a:cubicBezTo>
                  <a:lnTo>
                    <a:pt x="9827" y="6116"/>
                  </a:lnTo>
                  <a:cubicBezTo>
                    <a:pt x="10189" y="6116"/>
                    <a:pt x="10485" y="5820"/>
                    <a:pt x="10485" y="5457"/>
                  </a:cubicBezTo>
                  <a:lnTo>
                    <a:pt x="10485" y="4189"/>
                  </a:lnTo>
                  <a:cubicBezTo>
                    <a:pt x="10485" y="3607"/>
                    <a:pt x="10104" y="3101"/>
                    <a:pt x="9541" y="2939"/>
                  </a:cubicBezTo>
                  <a:lnTo>
                    <a:pt x="7242" y="2262"/>
                  </a:lnTo>
                  <a:cubicBezTo>
                    <a:pt x="6965" y="2176"/>
                    <a:pt x="6774" y="1918"/>
                    <a:pt x="6774" y="1632"/>
                  </a:cubicBezTo>
                  <a:lnTo>
                    <a:pt x="6774" y="1"/>
                  </a:lnTo>
                  <a:close/>
                </a:path>
              </a:pathLst>
            </a:custGeom>
            <a:solidFill>
              <a:srgbClr val="39516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850" name="Google Shape;15850;p44"/>
            <p:cNvSpPr/>
            <p:nvPr/>
          </p:nvSpPr>
          <p:spPr>
            <a:xfrm>
              <a:off x="5484479" y="2276399"/>
              <a:ext cx="11521" cy="51480"/>
            </a:xfrm>
            <a:custGeom>
              <a:rect b="b" l="l" r="r" t="t"/>
              <a:pathLst>
                <a:path extrusionOk="0" h="1966" w="440">
                  <a:moveTo>
                    <a:pt x="1" y="0"/>
                  </a:moveTo>
                  <a:lnTo>
                    <a:pt x="1" y="1966"/>
                  </a:lnTo>
                  <a:lnTo>
                    <a:pt x="440" y="1966"/>
                  </a:lnTo>
                  <a:lnTo>
                    <a:pt x="440" y="0"/>
                  </a:lnTo>
                  <a:close/>
                </a:path>
              </a:pathLst>
            </a:custGeom>
            <a:solidFill>
              <a:srgbClr val="788A9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851" name="Google Shape;15851;p44"/>
            <p:cNvSpPr/>
            <p:nvPr/>
          </p:nvSpPr>
          <p:spPr>
            <a:xfrm>
              <a:off x="5393067" y="2177734"/>
              <a:ext cx="194607" cy="102933"/>
            </a:xfrm>
            <a:custGeom>
              <a:rect b="b" l="l" r="r" t="t"/>
              <a:pathLst>
                <a:path extrusionOk="0" h="3931" w="7432">
                  <a:moveTo>
                    <a:pt x="1317" y="0"/>
                  </a:moveTo>
                  <a:cubicBezTo>
                    <a:pt x="592" y="0"/>
                    <a:pt x="0" y="582"/>
                    <a:pt x="0" y="1307"/>
                  </a:cubicBezTo>
                  <a:cubicBezTo>
                    <a:pt x="0" y="2757"/>
                    <a:pt x="1174" y="3931"/>
                    <a:pt x="2624" y="3931"/>
                  </a:cubicBezTo>
                  <a:lnTo>
                    <a:pt x="4808" y="3931"/>
                  </a:lnTo>
                  <a:cubicBezTo>
                    <a:pt x="6258" y="3931"/>
                    <a:pt x="7432" y="2757"/>
                    <a:pt x="7432" y="1307"/>
                  </a:cubicBezTo>
                  <a:cubicBezTo>
                    <a:pt x="7432" y="582"/>
                    <a:pt x="6840" y="0"/>
                    <a:pt x="6115" y="0"/>
                  </a:cubicBezTo>
                  <a:close/>
                </a:path>
              </a:pathLst>
            </a:custGeom>
            <a:solidFill>
              <a:srgbClr val="788A9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852" name="Google Shape;15852;p44"/>
            <p:cNvSpPr/>
            <p:nvPr/>
          </p:nvSpPr>
          <p:spPr>
            <a:xfrm>
              <a:off x="5411213" y="2194963"/>
              <a:ext cx="157817" cy="65044"/>
            </a:xfrm>
            <a:custGeom>
              <a:rect b="b" l="l" r="r" t="t"/>
              <a:pathLst>
                <a:path extrusionOk="0" h="2484" w="6027">
                  <a:moveTo>
                    <a:pt x="650" y="0"/>
                  </a:moveTo>
                  <a:cubicBezTo>
                    <a:pt x="179" y="0"/>
                    <a:pt x="0" y="624"/>
                    <a:pt x="404" y="878"/>
                  </a:cubicBezTo>
                  <a:lnTo>
                    <a:pt x="2656" y="2376"/>
                  </a:lnTo>
                  <a:cubicBezTo>
                    <a:pt x="2765" y="2447"/>
                    <a:pt x="2892" y="2483"/>
                    <a:pt x="3018" y="2483"/>
                  </a:cubicBezTo>
                  <a:cubicBezTo>
                    <a:pt x="3145" y="2483"/>
                    <a:pt x="3271" y="2447"/>
                    <a:pt x="3381" y="2376"/>
                  </a:cubicBezTo>
                  <a:lnTo>
                    <a:pt x="5632" y="878"/>
                  </a:lnTo>
                  <a:cubicBezTo>
                    <a:pt x="6027" y="624"/>
                    <a:pt x="5847" y="0"/>
                    <a:pt x="5386" y="0"/>
                  </a:cubicBezTo>
                  <a:cubicBezTo>
                    <a:pt x="5379" y="0"/>
                    <a:pt x="5372" y="0"/>
                    <a:pt x="5365" y="0"/>
                  </a:cubicBezTo>
                  <a:lnTo>
                    <a:pt x="671" y="0"/>
                  </a:lnTo>
                  <a:cubicBezTo>
                    <a:pt x="664" y="0"/>
                    <a:pt x="657" y="0"/>
                    <a:pt x="650" y="0"/>
                  </a:cubicBezTo>
                  <a:close/>
                </a:path>
              </a:pathLst>
            </a:custGeom>
            <a:solidFill>
              <a:srgbClr val="39516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853" name="Google Shape;15853;p44"/>
            <p:cNvSpPr/>
            <p:nvPr/>
          </p:nvSpPr>
          <p:spPr>
            <a:xfrm>
              <a:off x="5436272" y="2173492"/>
              <a:ext cx="107935" cy="86515"/>
            </a:xfrm>
            <a:custGeom>
              <a:rect b="b" l="l" r="r" t="t"/>
              <a:pathLst>
                <a:path extrusionOk="0" h="3304" w="4122">
                  <a:moveTo>
                    <a:pt x="1" y="2061"/>
                  </a:moveTo>
                  <a:lnTo>
                    <a:pt x="10" y="2070"/>
                  </a:lnTo>
                  <a:lnTo>
                    <a:pt x="13" y="2069"/>
                  </a:lnTo>
                  <a:lnTo>
                    <a:pt x="13" y="2069"/>
                  </a:lnTo>
                  <a:lnTo>
                    <a:pt x="1" y="2061"/>
                  </a:lnTo>
                  <a:close/>
                  <a:moveTo>
                    <a:pt x="535" y="0"/>
                  </a:moveTo>
                  <a:lnTo>
                    <a:pt x="535" y="1421"/>
                  </a:lnTo>
                  <a:cubicBezTo>
                    <a:pt x="535" y="1708"/>
                    <a:pt x="344" y="1965"/>
                    <a:pt x="67" y="2051"/>
                  </a:cubicBezTo>
                  <a:lnTo>
                    <a:pt x="13" y="2069"/>
                  </a:lnTo>
                  <a:lnTo>
                    <a:pt x="13" y="2069"/>
                  </a:lnTo>
                  <a:lnTo>
                    <a:pt x="1699" y="3196"/>
                  </a:lnTo>
                  <a:cubicBezTo>
                    <a:pt x="1808" y="3267"/>
                    <a:pt x="1935" y="3303"/>
                    <a:pt x="2061" y="3303"/>
                  </a:cubicBezTo>
                  <a:cubicBezTo>
                    <a:pt x="2188" y="3303"/>
                    <a:pt x="2314" y="3267"/>
                    <a:pt x="2424" y="3196"/>
                  </a:cubicBezTo>
                  <a:lnTo>
                    <a:pt x="4122" y="2061"/>
                  </a:lnTo>
                  <a:lnTo>
                    <a:pt x="4065" y="2051"/>
                  </a:lnTo>
                  <a:cubicBezTo>
                    <a:pt x="3788" y="1965"/>
                    <a:pt x="3597" y="1708"/>
                    <a:pt x="3597" y="1421"/>
                  </a:cubicBezTo>
                  <a:lnTo>
                    <a:pt x="3597" y="0"/>
                  </a:lnTo>
                  <a:close/>
                </a:path>
              </a:pathLst>
            </a:custGeom>
            <a:solidFill>
              <a:srgbClr val="F2F4F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854" name="Google Shape;15854;p44"/>
            <p:cNvSpPr/>
            <p:nvPr/>
          </p:nvSpPr>
          <p:spPr>
            <a:xfrm>
              <a:off x="5450255" y="2173492"/>
              <a:ext cx="80231" cy="28620"/>
            </a:xfrm>
            <a:custGeom>
              <a:rect b="b" l="l" r="r" t="t"/>
              <a:pathLst>
                <a:path extrusionOk="0" h="1093" w="3064">
                  <a:moveTo>
                    <a:pt x="1" y="0"/>
                  </a:moveTo>
                  <a:lnTo>
                    <a:pt x="1" y="706"/>
                  </a:lnTo>
                  <a:cubicBezTo>
                    <a:pt x="478" y="964"/>
                    <a:pt x="1002" y="1092"/>
                    <a:pt x="1528" y="1092"/>
                  </a:cubicBezTo>
                  <a:cubicBezTo>
                    <a:pt x="2054" y="1092"/>
                    <a:pt x="2581" y="964"/>
                    <a:pt x="3063" y="706"/>
                  </a:cubicBezTo>
                  <a:lnTo>
                    <a:pt x="3063" y="0"/>
                  </a:lnTo>
                  <a:close/>
                </a:path>
              </a:pathLst>
            </a:custGeom>
            <a:solidFill>
              <a:srgbClr val="EEF1F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855" name="Google Shape;15855;p44"/>
            <p:cNvSpPr/>
            <p:nvPr/>
          </p:nvSpPr>
          <p:spPr>
            <a:xfrm>
              <a:off x="5394062" y="2076057"/>
              <a:ext cx="192381" cy="114428"/>
            </a:xfrm>
            <a:custGeom>
              <a:rect b="b" l="l" r="r" t="t"/>
              <a:pathLst>
                <a:path extrusionOk="0" h="4370" w="7347">
                  <a:moveTo>
                    <a:pt x="830" y="0"/>
                  </a:moveTo>
                  <a:lnTo>
                    <a:pt x="830" y="659"/>
                  </a:lnTo>
                  <a:lnTo>
                    <a:pt x="725" y="659"/>
                  </a:lnTo>
                  <a:cubicBezTo>
                    <a:pt x="0" y="659"/>
                    <a:pt x="0" y="1756"/>
                    <a:pt x="725" y="1756"/>
                  </a:cubicBezTo>
                  <a:lnTo>
                    <a:pt x="840" y="1756"/>
                  </a:lnTo>
                  <a:cubicBezTo>
                    <a:pt x="954" y="3234"/>
                    <a:pt x="2194" y="4370"/>
                    <a:pt x="3673" y="4370"/>
                  </a:cubicBezTo>
                  <a:cubicBezTo>
                    <a:pt x="5152" y="4370"/>
                    <a:pt x="6392" y="3234"/>
                    <a:pt x="6497" y="1756"/>
                  </a:cubicBezTo>
                  <a:lnTo>
                    <a:pt x="6621" y="1756"/>
                  </a:lnTo>
                  <a:cubicBezTo>
                    <a:pt x="7346" y="1756"/>
                    <a:pt x="7346" y="659"/>
                    <a:pt x="6621" y="659"/>
                  </a:cubicBezTo>
                  <a:lnTo>
                    <a:pt x="6516" y="659"/>
                  </a:lnTo>
                  <a:lnTo>
                    <a:pt x="6516" y="0"/>
                  </a:lnTo>
                  <a:close/>
                </a:path>
              </a:pathLst>
            </a:custGeom>
            <a:solidFill>
              <a:srgbClr val="F6F8F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856" name="Google Shape;15856;p44"/>
            <p:cNvSpPr/>
            <p:nvPr/>
          </p:nvSpPr>
          <p:spPr>
            <a:xfrm>
              <a:off x="5394062" y="2076319"/>
              <a:ext cx="107699" cy="114402"/>
            </a:xfrm>
            <a:custGeom>
              <a:rect b="b" l="l" r="r" t="t"/>
              <a:pathLst>
                <a:path extrusionOk="0" h="4369" w="4113">
                  <a:moveTo>
                    <a:pt x="840" y="0"/>
                  </a:moveTo>
                  <a:lnTo>
                    <a:pt x="840" y="649"/>
                  </a:lnTo>
                  <a:lnTo>
                    <a:pt x="725" y="649"/>
                  </a:lnTo>
                  <a:cubicBezTo>
                    <a:pt x="0" y="649"/>
                    <a:pt x="0" y="1746"/>
                    <a:pt x="725" y="1746"/>
                  </a:cubicBezTo>
                  <a:lnTo>
                    <a:pt x="849" y="1746"/>
                  </a:lnTo>
                  <a:cubicBezTo>
                    <a:pt x="953" y="3241"/>
                    <a:pt x="2200" y="4368"/>
                    <a:pt x="3654" y="4368"/>
                  </a:cubicBezTo>
                  <a:cubicBezTo>
                    <a:pt x="3805" y="4368"/>
                    <a:pt x="3958" y="4356"/>
                    <a:pt x="4112" y="4331"/>
                  </a:cubicBezTo>
                  <a:cubicBezTo>
                    <a:pt x="2729" y="4112"/>
                    <a:pt x="1708" y="2919"/>
                    <a:pt x="1708" y="1526"/>
                  </a:cubicBezTo>
                  <a:lnTo>
                    <a:pt x="1708" y="0"/>
                  </a:lnTo>
                  <a:close/>
                </a:path>
              </a:pathLst>
            </a:custGeom>
            <a:solidFill>
              <a:srgbClr val="F2F4F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857" name="Google Shape;15857;p44"/>
            <p:cNvSpPr/>
            <p:nvPr/>
          </p:nvSpPr>
          <p:spPr>
            <a:xfrm>
              <a:off x="5470994" y="2139006"/>
              <a:ext cx="38256" cy="11521"/>
            </a:xfrm>
            <a:custGeom>
              <a:rect b="b" l="l" r="r" t="t"/>
              <a:pathLst>
                <a:path extrusionOk="0" h="440" w="1461">
                  <a:moveTo>
                    <a:pt x="296" y="1"/>
                  </a:moveTo>
                  <a:cubicBezTo>
                    <a:pt x="1" y="1"/>
                    <a:pt x="1" y="439"/>
                    <a:pt x="296" y="439"/>
                  </a:cubicBezTo>
                  <a:lnTo>
                    <a:pt x="1174" y="439"/>
                  </a:lnTo>
                  <a:cubicBezTo>
                    <a:pt x="1460" y="439"/>
                    <a:pt x="1460" y="1"/>
                    <a:pt x="1174" y="1"/>
                  </a:cubicBezTo>
                  <a:close/>
                </a:path>
              </a:pathLst>
            </a:custGeom>
            <a:solidFill>
              <a:srgbClr val="E7ECF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858" name="Google Shape;15858;p44"/>
            <p:cNvSpPr/>
            <p:nvPr/>
          </p:nvSpPr>
          <p:spPr>
            <a:xfrm>
              <a:off x="5405296" y="1973150"/>
              <a:ext cx="170150" cy="74444"/>
            </a:xfrm>
            <a:custGeom>
              <a:rect b="b" l="l" r="r" t="t"/>
              <a:pathLst>
                <a:path extrusionOk="0" h="2843" w="6498">
                  <a:moveTo>
                    <a:pt x="3244" y="0"/>
                  </a:moveTo>
                  <a:cubicBezTo>
                    <a:pt x="1613" y="0"/>
                    <a:pt x="220" y="1221"/>
                    <a:pt x="1" y="2843"/>
                  </a:cubicBezTo>
                  <a:lnTo>
                    <a:pt x="6497" y="2843"/>
                  </a:lnTo>
                  <a:cubicBezTo>
                    <a:pt x="6278" y="1212"/>
                    <a:pt x="4885" y="0"/>
                    <a:pt x="3244" y="0"/>
                  </a:cubicBezTo>
                  <a:close/>
                </a:path>
              </a:pathLst>
            </a:custGeom>
            <a:solidFill>
              <a:srgbClr val="39516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859" name="Google Shape;15859;p44"/>
            <p:cNvSpPr/>
            <p:nvPr/>
          </p:nvSpPr>
          <p:spPr>
            <a:xfrm>
              <a:off x="5478980" y="2270664"/>
              <a:ext cx="22781" cy="22990"/>
            </a:xfrm>
            <a:custGeom>
              <a:rect b="b" l="l" r="r" t="t"/>
              <a:pathLst>
                <a:path extrusionOk="0" h="878" w="870">
                  <a:moveTo>
                    <a:pt x="430" y="0"/>
                  </a:moveTo>
                  <a:cubicBezTo>
                    <a:pt x="192" y="0"/>
                    <a:pt x="1" y="191"/>
                    <a:pt x="1" y="439"/>
                  </a:cubicBezTo>
                  <a:cubicBezTo>
                    <a:pt x="1" y="677"/>
                    <a:pt x="192" y="878"/>
                    <a:pt x="430" y="878"/>
                  </a:cubicBezTo>
                  <a:cubicBezTo>
                    <a:pt x="678" y="878"/>
                    <a:pt x="869" y="677"/>
                    <a:pt x="869" y="439"/>
                  </a:cubicBezTo>
                  <a:cubicBezTo>
                    <a:pt x="869" y="191"/>
                    <a:pt x="678" y="0"/>
                    <a:pt x="430" y="0"/>
                  </a:cubicBezTo>
                  <a:close/>
                </a:path>
              </a:pathLst>
            </a:custGeom>
            <a:solidFill>
              <a:srgbClr val="445D7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860" name="Google Shape;15860;p44"/>
            <p:cNvSpPr/>
            <p:nvPr/>
          </p:nvSpPr>
          <p:spPr>
            <a:xfrm>
              <a:off x="5356330" y="2253670"/>
              <a:ext cx="48233" cy="74208"/>
            </a:xfrm>
            <a:custGeom>
              <a:rect b="b" l="l" r="r" t="t"/>
              <a:pathLst>
                <a:path extrusionOk="0" h="2834" w="1842">
                  <a:moveTo>
                    <a:pt x="249" y="0"/>
                  </a:moveTo>
                  <a:cubicBezTo>
                    <a:pt x="144" y="96"/>
                    <a:pt x="68" y="220"/>
                    <a:pt x="1" y="353"/>
                  </a:cubicBezTo>
                  <a:lnTo>
                    <a:pt x="1174" y="1365"/>
                  </a:lnTo>
                  <a:cubicBezTo>
                    <a:pt x="1327" y="1489"/>
                    <a:pt x="1403" y="1670"/>
                    <a:pt x="1403" y="1861"/>
                  </a:cubicBezTo>
                  <a:lnTo>
                    <a:pt x="1403" y="2834"/>
                  </a:lnTo>
                  <a:lnTo>
                    <a:pt x="1842" y="2834"/>
                  </a:lnTo>
                  <a:lnTo>
                    <a:pt x="1842" y="1870"/>
                  </a:lnTo>
                  <a:cubicBezTo>
                    <a:pt x="1842" y="1546"/>
                    <a:pt x="1699" y="1250"/>
                    <a:pt x="1460" y="1040"/>
                  </a:cubicBezTo>
                  <a:lnTo>
                    <a:pt x="249" y="0"/>
                  </a:lnTo>
                  <a:close/>
                </a:path>
              </a:pathLst>
            </a:custGeom>
            <a:solidFill>
              <a:srgbClr val="445D7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861" name="Google Shape;15861;p44"/>
            <p:cNvSpPr/>
            <p:nvPr/>
          </p:nvSpPr>
          <p:spPr>
            <a:xfrm>
              <a:off x="5575917" y="2253670"/>
              <a:ext cx="48233" cy="74208"/>
            </a:xfrm>
            <a:custGeom>
              <a:rect b="b" l="l" r="r" t="t"/>
              <a:pathLst>
                <a:path extrusionOk="0" h="2834" w="1842">
                  <a:moveTo>
                    <a:pt x="1594" y="0"/>
                  </a:moveTo>
                  <a:lnTo>
                    <a:pt x="382" y="1040"/>
                  </a:lnTo>
                  <a:cubicBezTo>
                    <a:pt x="143" y="1250"/>
                    <a:pt x="0" y="1546"/>
                    <a:pt x="0" y="1870"/>
                  </a:cubicBezTo>
                  <a:lnTo>
                    <a:pt x="0" y="2834"/>
                  </a:lnTo>
                  <a:lnTo>
                    <a:pt x="439" y="2834"/>
                  </a:lnTo>
                  <a:lnTo>
                    <a:pt x="439" y="1861"/>
                  </a:lnTo>
                  <a:cubicBezTo>
                    <a:pt x="439" y="1670"/>
                    <a:pt x="525" y="1489"/>
                    <a:pt x="668" y="1365"/>
                  </a:cubicBezTo>
                  <a:lnTo>
                    <a:pt x="1842" y="353"/>
                  </a:lnTo>
                  <a:cubicBezTo>
                    <a:pt x="1784" y="220"/>
                    <a:pt x="1698" y="96"/>
                    <a:pt x="1594" y="0"/>
                  </a:cubicBezTo>
                  <a:close/>
                </a:path>
              </a:pathLst>
            </a:custGeom>
            <a:solidFill>
              <a:srgbClr val="445D7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862" name="Google Shape;15862;p44"/>
            <p:cNvSpPr/>
            <p:nvPr/>
          </p:nvSpPr>
          <p:spPr>
            <a:xfrm>
              <a:off x="5398566" y="2047568"/>
              <a:ext cx="183374" cy="28777"/>
            </a:xfrm>
            <a:custGeom>
              <a:rect b="b" l="l" r="r" t="t"/>
              <a:pathLst>
                <a:path extrusionOk="0" h="1099" w="7003">
                  <a:moveTo>
                    <a:pt x="219" y="1"/>
                  </a:moveTo>
                  <a:cubicBezTo>
                    <a:pt x="105" y="1"/>
                    <a:pt x="0" y="96"/>
                    <a:pt x="0" y="220"/>
                  </a:cubicBezTo>
                  <a:lnTo>
                    <a:pt x="0" y="879"/>
                  </a:lnTo>
                  <a:cubicBezTo>
                    <a:pt x="0" y="993"/>
                    <a:pt x="105" y="1098"/>
                    <a:pt x="219" y="1098"/>
                  </a:cubicBezTo>
                  <a:lnTo>
                    <a:pt x="6783" y="1098"/>
                  </a:lnTo>
                  <a:cubicBezTo>
                    <a:pt x="6897" y="1098"/>
                    <a:pt x="7002" y="993"/>
                    <a:pt x="7002" y="879"/>
                  </a:cubicBezTo>
                  <a:lnTo>
                    <a:pt x="7002" y="220"/>
                  </a:lnTo>
                  <a:cubicBezTo>
                    <a:pt x="7002" y="96"/>
                    <a:pt x="6897" y="1"/>
                    <a:pt x="6783" y="1"/>
                  </a:cubicBezTo>
                  <a:close/>
                </a:path>
              </a:pathLst>
            </a:custGeom>
            <a:solidFill>
              <a:srgbClr val="788A9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863" name="Google Shape;15863;p44"/>
            <p:cNvSpPr/>
            <p:nvPr/>
          </p:nvSpPr>
          <p:spPr>
            <a:xfrm>
              <a:off x="5427788" y="1973150"/>
              <a:ext cx="62713" cy="74444"/>
            </a:xfrm>
            <a:custGeom>
              <a:rect b="b" l="l" r="r" t="t"/>
              <a:pathLst>
                <a:path extrusionOk="0" h="2843" w="2395">
                  <a:moveTo>
                    <a:pt x="2395" y="0"/>
                  </a:moveTo>
                  <a:cubicBezTo>
                    <a:pt x="1880" y="0"/>
                    <a:pt x="1374" y="124"/>
                    <a:pt x="916" y="363"/>
                  </a:cubicBezTo>
                  <a:cubicBezTo>
                    <a:pt x="420" y="954"/>
                    <a:pt x="77" y="1832"/>
                    <a:pt x="0" y="2843"/>
                  </a:cubicBezTo>
                  <a:lnTo>
                    <a:pt x="439" y="2843"/>
                  </a:lnTo>
                  <a:cubicBezTo>
                    <a:pt x="544" y="1603"/>
                    <a:pt x="1059" y="592"/>
                    <a:pt x="1746" y="191"/>
                  </a:cubicBezTo>
                  <a:lnTo>
                    <a:pt x="1746" y="191"/>
                  </a:lnTo>
                  <a:cubicBezTo>
                    <a:pt x="1460" y="868"/>
                    <a:pt x="1336" y="1984"/>
                    <a:pt x="1307" y="2843"/>
                  </a:cubicBezTo>
                  <a:lnTo>
                    <a:pt x="1746" y="2843"/>
                  </a:lnTo>
                  <a:cubicBezTo>
                    <a:pt x="1803" y="992"/>
                    <a:pt x="2223" y="0"/>
                    <a:pt x="2395" y="0"/>
                  </a:cubicBezTo>
                  <a:close/>
                </a:path>
              </a:pathLst>
            </a:custGeom>
            <a:solidFill>
              <a:srgbClr val="445D7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864" name="Google Shape;15864;p44"/>
            <p:cNvSpPr/>
            <p:nvPr/>
          </p:nvSpPr>
          <p:spPr>
            <a:xfrm>
              <a:off x="5490240" y="1973150"/>
              <a:ext cx="62477" cy="74208"/>
            </a:xfrm>
            <a:custGeom>
              <a:rect b="b" l="l" r="r" t="t"/>
              <a:pathLst>
                <a:path extrusionOk="0" h="2834" w="2386">
                  <a:moveTo>
                    <a:pt x="0" y="0"/>
                  </a:moveTo>
                  <a:cubicBezTo>
                    <a:pt x="181" y="0"/>
                    <a:pt x="592" y="992"/>
                    <a:pt x="649" y="2833"/>
                  </a:cubicBezTo>
                  <a:lnTo>
                    <a:pt x="1088" y="2833"/>
                  </a:lnTo>
                  <a:cubicBezTo>
                    <a:pt x="1059" y="1984"/>
                    <a:pt x="935" y="868"/>
                    <a:pt x="649" y="181"/>
                  </a:cubicBezTo>
                  <a:lnTo>
                    <a:pt x="649" y="181"/>
                  </a:lnTo>
                  <a:cubicBezTo>
                    <a:pt x="1336" y="582"/>
                    <a:pt x="1851" y="1603"/>
                    <a:pt x="1956" y="2833"/>
                  </a:cubicBezTo>
                  <a:lnTo>
                    <a:pt x="2385" y="2833"/>
                  </a:lnTo>
                  <a:cubicBezTo>
                    <a:pt x="2309" y="1832"/>
                    <a:pt x="1975" y="954"/>
                    <a:pt x="1479" y="353"/>
                  </a:cubicBezTo>
                  <a:cubicBezTo>
                    <a:pt x="1021" y="124"/>
                    <a:pt x="515" y="0"/>
                    <a:pt x="0" y="0"/>
                  </a:cubicBezTo>
                  <a:close/>
                </a:path>
              </a:pathLst>
            </a:custGeom>
            <a:solidFill>
              <a:srgbClr val="445D7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865" name="Google Shape;15865;p44"/>
            <p:cNvSpPr/>
            <p:nvPr/>
          </p:nvSpPr>
          <p:spPr>
            <a:xfrm>
              <a:off x="5398802" y="2047568"/>
              <a:ext cx="39984" cy="28515"/>
            </a:xfrm>
            <a:custGeom>
              <a:rect b="b" l="l" r="r" t="t"/>
              <a:pathLst>
                <a:path extrusionOk="0" h="1089" w="1527">
                  <a:moveTo>
                    <a:pt x="220" y="1"/>
                  </a:moveTo>
                  <a:cubicBezTo>
                    <a:pt x="96" y="1"/>
                    <a:pt x="1" y="96"/>
                    <a:pt x="1" y="220"/>
                  </a:cubicBezTo>
                  <a:lnTo>
                    <a:pt x="1" y="879"/>
                  </a:lnTo>
                  <a:cubicBezTo>
                    <a:pt x="1" y="993"/>
                    <a:pt x="96" y="1088"/>
                    <a:pt x="220" y="1088"/>
                  </a:cubicBezTo>
                  <a:lnTo>
                    <a:pt x="1527" y="1088"/>
                  </a:lnTo>
                  <a:cubicBezTo>
                    <a:pt x="1412" y="1088"/>
                    <a:pt x="1308" y="993"/>
                    <a:pt x="1308" y="879"/>
                  </a:cubicBezTo>
                  <a:lnTo>
                    <a:pt x="1308" y="220"/>
                  </a:lnTo>
                  <a:cubicBezTo>
                    <a:pt x="1308" y="96"/>
                    <a:pt x="1412" y="1"/>
                    <a:pt x="1527" y="1"/>
                  </a:cubicBezTo>
                  <a:close/>
                </a:path>
              </a:pathLst>
            </a:custGeom>
            <a:solidFill>
              <a:srgbClr val="39516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866" name="Google Shape;15866;p44"/>
            <p:cNvSpPr/>
            <p:nvPr/>
          </p:nvSpPr>
          <p:spPr>
            <a:xfrm>
              <a:off x="5404536" y="2076057"/>
              <a:ext cx="171643" cy="49699"/>
            </a:xfrm>
            <a:custGeom>
              <a:rect b="b" l="l" r="r" t="t"/>
              <a:pathLst>
                <a:path extrusionOk="0" h="1898" w="6555">
                  <a:moveTo>
                    <a:pt x="1" y="0"/>
                  </a:moveTo>
                  <a:lnTo>
                    <a:pt x="1" y="430"/>
                  </a:lnTo>
                  <a:cubicBezTo>
                    <a:pt x="1" y="573"/>
                    <a:pt x="68" y="706"/>
                    <a:pt x="192" y="792"/>
                  </a:cubicBezTo>
                  <a:lnTo>
                    <a:pt x="1585" y="1756"/>
                  </a:lnTo>
                  <a:cubicBezTo>
                    <a:pt x="1723" y="1852"/>
                    <a:pt x="1881" y="1898"/>
                    <a:pt x="2037" y="1898"/>
                  </a:cubicBezTo>
                  <a:cubicBezTo>
                    <a:pt x="2344" y="1898"/>
                    <a:pt x="2644" y="1722"/>
                    <a:pt x="2777" y="1412"/>
                  </a:cubicBezTo>
                  <a:cubicBezTo>
                    <a:pt x="2860" y="1219"/>
                    <a:pt x="3049" y="1097"/>
                    <a:pt x="3251" y="1097"/>
                  </a:cubicBezTo>
                  <a:cubicBezTo>
                    <a:pt x="3258" y="1097"/>
                    <a:pt x="3266" y="1097"/>
                    <a:pt x="3273" y="1098"/>
                  </a:cubicBezTo>
                  <a:cubicBezTo>
                    <a:pt x="3281" y="1097"/>
                    <a:pt x="3289" y="1097"/>
                    <a:pt x="3297" y="1097"/>
                  </a:cubicBezTo>
                  <a:cubicBezTo>
                    <a:pt x="3507" y="1097"/>
                    <a:pt x="3696" y="1219"/>
                    <a:pt x="3779" y="1412"/>
                  </a:cubicBezTo>
                  <a:cubicBezTo>
                    <a:pt x="3912" y="1722"/>
                    <a:pt x="4208" y="1898"/>
                    <a:pt x="4515" y="1898"/>
                  </a:cubicBezTo>
                  <a:cubicBezTo>
                    <a:pt x="4671" y="1898"/>
                    <a:pt x="4830" y="1852"/>
                    <a:pt x="4971" y="1756"/>
                  </a:cubicBezTo>
                  <a:lnTo>
                    <a:pt x="6364" y="792"/>
                  </a:lnTo>
                  <a:cubicBezTo>
                    <a:pt x="6479" y="706"/>
                    <a:pt x="6555" y="573"/>
                    <a:pt x="6555" y="430"/>
                  </a:cubicBezTo>
                  <a:lnTo>
                    <a:pt x="6555" y="0"/>
                  </a:lnTo>
                  <a:close/>
                </a:path>
              </a:pathLst>
            </a:custGeom>
            <a:solidFill>
              <a:srgbClr val="39516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867" name="Google Shape;15867;p44"/>
            <p:cNvSpPr/>
            <p:nvPr/>
          </p:nvSpPr>
          <p:spPr>
            <a:xfrm>
              <a:off x="5450255" y="2093418"/>
              <a:ext cx="11521" cy="17125"/>
            </a:xfrm>
            <a:custGeom>
              <a:rect b="b" l="l" r="r" t="t"/>
              <a:pathLst>
                <a:path extrusionOk="0" h="654" w="440">
                  <a:moveTo>
                    <a:pt x="220" y="0"/>
                  </a:moveTo>
                  <a:cubicBezTo>
                    <a:pt x="111" y="0"/>
                    <a:pt x="1" y="72"/>
                    <a:pt x="1" y="215"/>
                  </a:cubicBezTo>
                  <a:lnTo>
                    <a:pt x="1" y="435"/>
                  </a:lnTo>
                  <a:cubicBezTo>
                    <a:pt x="1" y="559"/>
                    <a:pt x="96" y="654"/>
                    <a:pt x="220" y="654"/>
                  </a:cubicBezTo>
                  <a:cubicBezTo>
                    <a:pt x="344" y="654"/>
                    <a:pt x="440" y="559"/>
                    <a:pt x="440" y="435"/>
                  </a:cubicBezTo>
                  <a:lnTo>
                    <a:pt x="440" y="215"/>
                  </a:lnTo>
                  <a:cubicBezTo>
                    <a:pt x="440" y="72"/>
                    <a:pt x="330" y="0"/>
                    <a:pt x="220" y="0"/>
                  </a:cubicBezTo>
                  <a:close/>
                </a:path>
              </a:pathLst>
            </a:custGeom>
            <a:solidFill>
              <a:srgbClr val="F6F8F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868" name="Google Shape;15868;p44"/>
            <p:cNvSpPr/>
            <p:nvPr/>
          </p:nvSpPr>
          <p:spPr>
            <a:xfrm>
              <a:off x="5518965" y="2093418"/>
              <a:ext cx="11521" cy="17125"/>
            </a:xfrm>
            <a:custGeom>
              <a:rect b="b" l="l" r="r" t="t"/>
              <a:pathLst>
                <a:path extrusionOk="0" h="654" w="440">
                  <a:moveTo>
                    <a:pt x="220" y="0"/>
                  </a:moveTo>
                  <a:cubicBezTo>
                    <a:pt x="110" y="0"/>
                    <a:pt x="0" y="72"/>
                    <a:pt x="0" y="215"/>
                  </a:cubicBezTo>
                  <a:lnTo>
                    <a:pt x="0" y="435"/>
                  </a:lnTo>
                  <a:cubicBezTo>
                    <a:pt x="0" y="559"/>
                    <a:pt x="96" y="654"/>
                    <a:pt x="220" y="654"/>
                  </a:cubicBezTo>
                  <a:cubicBezTo>
                    <a:pt x="334" y="654"/>
                    <a:pt x="439" y="559"/>
                    <a:pt x="439" y="435"/>
                  </a:cubicBezTo>
                  <a:lnTo>
                    <a:pt x="439" y="215"/>
                  </a:lnTo>
                  <a:cubicBezTo>
                    <a:pt x="439" y="72"/>
                    <a:pt x="329" y="0"/>
                    <a:pt x="220" y="0"/>
                  </a:cubicBezTo>
                  <a:close/>
                </a:path>
              </a:pathLst>
            </a:custGeom>
            <a:solidFill>
              <a:srgbClr val="F6F8F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869" name="Google Shape;15869;p44"/>
            <p:cNvSpPr/>
            <p:nvPr/>
          </p:nvSpPr>
          <p:spPr>
            <a:xfrm>
              <a:off x="5404301" y="2076057"/>
              <a:ext cx="171878" cy="11521"/>
            </a:xfrm>
            <a:custGeom>
              <a:rect b="b" l="l" r="r" t="t"/>
              <a:pathLst>
                <a:path extrusionOk="0" h="440" w="6564">
                  <a:moveTo>
                    <a:pt x="0" y="0"/>
                  </a:moveTo>
                  <a:lnTo>
                    <a:pt x="0" y="430"/>
                  </a:lnTo>
                  <a:cubicBezTo>
                    <a:pt x="0" y="430"/>
                    <a:pt x="10" y="439"/>
                    <a:pt x="10" y="439"/>
                  </a:cubicBezTo>
                  <a:lnTo>
                    <a:pt x="6564" y="439"/>
                  </a:lnTo>
                  <a:lnTo>
                    <a:pt x="6564" y="430"/>
                  </a:lnTo>
                  <a:lnTo>
                    <a:pt x="6564" y="0"/>
                  </a:lnTo>
                  <a:close/>
                </a:path>
              </a:pathLst>
            </a:custGeom>
            <a:solidFill>
              <a:srgbClr val="213B5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5870" name="Google Shape;15870;p44"/>
          <p:cNvGrpSpPr/>
          <p:nvPr/>
        </p:nvGrpSpPr>
        <p:grpSpPr>
          <a:xfrm>
            <a:off x="4902701" y="1820750"/>
            <a:ext cx="274811" cy="354728"/>
            <a:chOff x="4902701" y="1973150"/>
            <a:chExt cx="274811" cy="354728"/>
          </a:xfrm>
        </p:grpSpPr>
        <p:sp>
          <p:nvSpPr>
            <p:cNvPr id="15871" name="Google Shape;15871;p44"/>
            <p:cNvSpPr/>
            <p:nvPr/>
          </p:nvSpPr>
          <p:spPr>
            <a:xfrm>
              <a:off x="4902936" y="2161996"/>
              <a:ext cx="274576" cy="165882"/>
            </a:xfrm>
            <a:custGeom>
              <a:rect b="b" l="l" r="r" t="t"/>
              <a:pathLst>
                <a:path extrusionOk="0" h="6335" w="10486">
                  <a:moveTo>
                    <a:pt x="3712" y="0"/>
                  </a:moveTo>
                  <a:lnTo>
                    <a:pt x="3712" y="1040"/>
                  </a:lnTo>
                  <a:cubicBezTo>
                    <a:pt x="3712" y="1326"/>
                    <a:pt x="3521" y="1584"/>
                    <a:pt x="3244" y="1670"/>
                  </a:cubicBezTo>
                  <a:lnTo>
                    <a:pt x="945" y="2347"/>
                  </a:lnTo>
                  <a:cubicBezTo>
                    <a:pt x="382" y="2509"/>
                    <a:pt x="1" y="3015"/>
                    <a:pt x="1" y="3597"/>
                  </a:cubicBezTo>
                  <a:lnTo>
                    <a:pt x="1" y="5676"/>
                  </a:lnTo>
                  <a:cubicBezTo>
                    <a:pt x="1" y="6039"/>
                    <a:pt x="297" y="6335"/>
                    <a:pt x="659" y="6335"/>
                  </a:cubicBezTo>
                  <a:lnTo>
                    <a:pt x="9827" y="6335"/>
                  </a:lnTo>
                  <a:cubicBezTo>
                    <a:pt x="10189" y="6335"/>
                    <a:pt x="10485" y="6039"/>
                    <a:pt x="10485" y="5676"/>
                  </a:cubicBezTo>
                  <a:lnTo>
                    <a:pt x="10485" y="3606"/>
                  </a:lnTo>
                  <a:cubicBezTo>
                    <a:pt x="10485" y="3015"/>
                    <a:pt x="10104" y="2509"/>
                    <a:pt x="9541" y="2347"/>
                  </a:cubicBezTo>
                  <a:lnTo>
                    <a:pt x="7242" y="1670"/>
                  </a:lnTo>
                  <a:cubicBezTo>
                    <a:pt x="6965" y="1584"/>
                    <a:pt x="6774" y="1326"/>
                    <a:pt x="6774" y="1040"/>
                  </a:cubicBezTo>
                  <a:lnTo>
                    <a:pt x="6774" y="0"/>
                  </a:lnTo>
                  <a:close/>
                </a:path>
              </a:pathLst>
            </a:custGeom>
            <a:solidFill>
              <a:srgbClr val="E7ECF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872" name="Google Shape;15872;p44"/>
            <p:cNvSpPr/>
            <p:nvPr/>
          </p:nvSpPr>
          <p:spPr>
            <a:xfrm>
              <a:off x="4902701" y="2208710"/>
              <a:ext cx="274550" cy="119168"/>
            </a:xfrm>
            <a:custGeom>
              <a:rect b="b" l="l" r="r" t="t"/>
              <a:pathLst>
                <a:path extrusionOk="0" h="4551" w="10485">
                  <a:moveTo>
                    <a:pt x="2843" y="0"/>
                  </a:moveTo>
                  <a:lnTo>
                    <a:pt x="945" y="563"/>
                  </a:lnTo>
                  <a:cubicBezTo>
                    <a:pt x="382" y="725"/>
                    <a:pt x="0" y="1231"/>
                    <a:pt x="0" y="1813"/>
                  </a:cubicBezTo>
                  <a:lnTo>
                    <a:pt x="0" y="3892"/>
                  </a:lnTo>
                  <a:cubicBezTo>
                    <a:pt x="0" y="4255"/>
                    <a:pt x="296" y="4551"/>
                    <a:pt x="658" y="4551"/>
                  </a:cubicBezTo>
                  <a:lnTo>
                    <a:pt x="9836" y="4551"/>
                  </a:lnTo>
                  <a:cubicBezTo>
                    <a:pt x="10198" y="4551"/>
                    <a:pt x="10485" y="4255"/>
                    <a:pt x="10485" y="3892"/>
                  </a:cubicBezTo>
                  <a:lnTo>
                    <a:pt x="10485" y="1822"/>
                  </a:lnTo>
                  <a:cubicBezTo>
                    <a:pt x="10485" y="1240"/>
                    <a:pt x="10103" y="725"/>
                    <a:pt x="9550" y="563"/>
                  </a:cubicBezTo>
                  <a:lnTo>
                    <a:pt x="7651" y="0"/>
                  </a:lnTo>
                  <a:cubicBezTo>
                    <a:pt x="7251" y="620"/>
                    <a:pt x="6325" y="1059"/>
                    <a:pt x="5247" y="1059"/>
                  </a:cubicBezTo>
                  <a:cubicBezTo>
                    <a:pt x="4169" y="1059"/>
                    <a:pt x="3244" y="620"/>
                    <a:pt x="2843" y="0"/>
                  </a:cubicBezTo>
                  <a:close/>
                </a:path>
              </a:pathLst>
            </a:custGeom>
            <a:solidFill>
              <a:srgbClr val="6F809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873" name="Google Shape;15873;p44"/>
            <p:cNvSpPr/>
            <p:nvPr/>
          </p:nvSpPr>
          <p:spPr>
            <a:xfrm>
              <a:off x="5000109" y="2161996"/>
              <a:ext cx="79969" cy="22886"/>
            </a:xfrm>
            <a:custGeom>
              <a:rect b="b" l="l" r="r" t="t"/>
              <a:pathLst>
                <a:path extrusionOk="0" h="874" w="3054">
                  <a:moveTo>
                    <a:pt x="1" y="0"/>
                  </a:moveTo>
                  <a:lnTo>
                    <a:pt x="1" y="487"/>
                  </a:lnTo>
                  <a:cubicBezTo>
                    <a:pt x="478" y="744"/>
                    <a:pt x="1003" y="873"/>
                    <a:pt x="1527" y="873"/>
                  </a:cubicBezTo>
                  <a:cubicBezTo>
                    <a:pt x="2052" y="873"/>
                    <a:pt x="2577" y="744"/>
                    <a:pt x="3054" y="487"/>
                  </a:cubicBezTo>
                  <a:lnTo>
                    <a:pt x="3054" y="0"/>
                  </a:ln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874" name="Google Shape;15874;p44"/>
            <p:cNvSpPr/>
            <p:nvPr/>
          </p:nvSpPr>
          <p:spPr>
            <a:xfrm>
              <a:off x="4943654" y="2019105"/>
              <a:ext cx="192643" cy="154413"/>
            </a:xfrm>
            <a:custGeom>
              <a:rect b="b" l="l" r="r" t="t"/>
              <a:pathLst>
                <a:path extrusionOk="0" h="5897" w="7357">
                  <a:moveTo>
                    <a:pt x="840" y="0"/>
                  </a:moveTo>
                  <a:lnTo>
                    <a:pt x="840" y="2185"/>
                  </a:lnTo>
                  <a:lnTo>
                    <a:pt x="735" y="2185"/>
                  </a:lnTo>
                  <a:cubicBezTo>
                    <a:pt x="732" y="2185"/>
                    <a:pt x="729" y="2185"/>
                    <a:pt x="726" y="2185"/>
                  </a:cubicBezTo>
                  <a:cubicBezTo>
                    <a:pt x="1" y="2185"/>
                    <a:pt x="4" y="3273"/>
                    <a:pt x="735" y="3273"/>
                  </a:cubicBezTo>
                  <a:lnTo>
                    <a:pt x="850" y="3273"/>
                  </a:lnTo>
                  <a:cubicBezTo>
                    <a:pt x="964" y="4751"/>
                    <a:pt x="2195" y="5896"/>
                    <a:pt x="3683" y="5896"/>
                  </a:cubicBezTo>
                  <a:cubicBezTo>
                    <a:pt x="5162" y="5896"/>
                    <a:pt x="6393" y="4751"/>
                    <a:pt x="6507" y="3273"/>
                  </a:cubicBezTo>
                  <a:lnTo>
                    <a:pt x="6631" y="3273"/>
                  </a:lnTo>
                  <a:cubicBezTo>
                    <a:pt x="7356" y="3273"/>
                    <a:pt x="7356" y="2185"/>
                    <a:pt x="6631" y="2185"/>
                  </a:cubicBezTo>
                  <a:lnTo>
                    <a:pt x="6526" y="2185"/>
                  </a:lnTo>
                  <a:lnTo>
                    <a:pt x="6526" y="0"/>
                  </a:lnTo>
                  <a:close/>
                </a:path>
              </a:pathLst>
            </a:custGeom>
            <a:solidFill>
              <a:srgbClr val="ECF0F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875" name="Google Shape;15875;p44"/>
            <p:cNvSpPr/>
            <p:nvPr/>
          </p:nvSpPr>
          <p:spPr>
            <a:xfrm>
              <a:off x="4946403" y="2041833"/>
              <a:ext cx="145170" cy="131658"/>
            </a:xfrm>
            <a:custGeom>
              <a:rect b="b" l="l" r="r" t="t"/>
              <a:pathLst>
                <a:path extrusionOk="0" h="5028" w="5544">
                  <a:moveTo>
                    <a:pt x="735" y="1"/>
                  </a:moveTo>
                  <a:lnTo>
                    <a:pt x="735" y="1317"/>
                  </a:lnTo>
                  <a:lnTo>
                    <a:pt x="649" y="1317"/>
                  </a:lnTo>
                  <a:cubicBezTo>
                    <a:pt x="642" y="1317"/>
                    <a:pt x="635" y="1317"/>
                    <a:pt x="628" y="1317"/>
                  </a:cubicBezTo>
                  <a:cubicBezTo>
                    <a:pt x="380" y="1317"/>
                    <a:pt x="171" y="1476"/>
                    <a:pt x="106" y="1708"/>
                  </a:cubicBezTo>
                  <a:cubicBezTo>
                    <a:pt x="1" y="2061"/>
                    <a:pt x="268" y="2405"/>
                    <a:pt x="630" y="2405"/>
                  </a:cubicBezTo>
                  <a:lnTo>
                    <a:pt x="745" y="2405"/>
                  </a:lnTo>
                  <a:cubicBezTo>
                    <a:pt x="848" y="3908"/>
                    <a:pt x="2102" y="5027"/>
                    <a:pt x="3556" y="5027"/>
                  </a:cubicBezTo>
                  <a:cubicBezTo>
                    <a:pt x="3708" y="5027"/>
                    <a:pt x="3862" y="5015"/>
                    <a:pt x="4017" y="4990"/>
                  </a:cubicBezTo>
                  <a:cubicBezTo>
                    <a:pt x="2634" y="4780"/>
                    <a:pt x="1613" y="3588"/>
                    <a:pt x="1613" y="2185"/>
                  </a:cubicBezTo>
                  <a:lnTo>
                    <a:pt x="1613" y="1746"/>
                  </a:lnTo>
                  <a:cubicBezTo>
                    <a:pt x="1613" y="1021"/>
                    <a:pt x="2195" y="439"/>
                    <a:pt x="2920" y="439"/>
                  </a:cubicBezTo>
                  <a:lnTo>
                    <a:pt x="5105" y="439"/>
                  </a:lnTo>
                  <a:cubicBezTo>
                    <a:pt x="5343" y="439"/>
                    <a:pt x="5543" y="239"/>
                    <a:pt x="5543" y="1"/>
                  </a:cubicBezTo>
                  <a:close/>
                </a:path>
              </a:pathLst>
            </a:custGeom>
            <a:solidFill>
              <a:srgbClr val="E7ECF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876" name="Google Shape;15876;p44"/>
            <p:cNvSpPr/>
            <p:nvPr/>
          </p:nvSpPr>
          <p:spPr>
            <a:xfrm>
              <a:off x="5000109" y="2076686"/>
              <a:ext cx="11286" cy="17125"/>
            </a:xfrm>
            <a:custGeom>
              <a:rect b="b" l="l" r="r" t="t"/>
              <a:pathLst>
                <a:path extrusionOk="0" h="654" w="431">
                  <a:moveTo>
                    <a:pt x="215" y="0"/>
                  </a:moveTo>
                  <a:cubicBezTo>
                    <a:pt x="108" y="0"/>
                    <a:pt x="1" y="72"/>
                    <a:pt x="1" y="215"/>
                  </a:cubicBezTo>
                  <a:lnTo>
                    <a:pt x="1" y="434"/>
                  </a:lnTo>
                  <a:cubicBezTo>
                    <a:pt x="1" y="558"/>
                    <a:pt x="96" y="654"/>
                    <a:pt x="220" y="654"/>
                  </a:cubicBezTo>
                  <a:cubicBezTo>
                    <a:pt x="335" y="654"/>
                    <a:pt x="430" y="558"/>
                    <a:pt x="430" y="434"/>
                  </a:cubicBezTo>
                  <a:lnTo>
                    <a:pt x="430" y="215"/>
                  </a:lnTo>
                  <a:cubicBezTo>
                    <a:pt x="430" y="72"/>
                    <a:pt x="323" y="0"/>
                    <a:pt x="215" y="0"/>
                  </a:cubicBezTo>
                  <a:close/>
                </a:path>
              </a:pathLst>
            </a:custGeom>
            <a:solidFill>
              <a:srgbClr val="39516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877" name="Google Shape;15877;p44"/>
            <p:cNvSpPr/>
            <p:nvPr/>
          </p:nvSpPr>
          <p:spPr>
            <a:xfrm>
              <a:off x="5068556" y="2076686"/>
              <a:ext cx="11521" cy="17125"/>
            </a:xfrm>
            <a:custGeom>
              <a:rect b="b" l="l" r="r" t="t"/>
              <a:pathLst>
                <a:path extrusionOk="0" h="654" w="440">
                  <a:moveTo>
                    <a:pt x="220" y="0"/>
                  </a:moveTo>
                  <a:cubicBezTo>
                    <a:pt x="110" y="0"/>
                    <a:pt x="1" y="72"/>
                    <a:pt x="1" y="215"/>
                  </a:cubicBezTo>
                  <a:lnTo>
                    <a:pt x="1" y="434"/>
                  </a:lnTo>
                  <a:cubicBezTo>
                    <a:pt x="1" y="558"/>
                    <a:pt x="106" y="654"/>
                    <a:pt x="220" y="654"/>
                  </a:cubicBezTo>
                  <a:cubicBezTo>
                    <a:pt x="344" y="654"/>
                    <a:pt x="440" y="558"/>
                    <a:pt x="440" y="434"/>
                  </a:cubicBezTo>
                  <a:lnTo>
                    <a:pt x="440" y="215"/>
                  </a:lnTo>
                  <a:cubicBezTo>
                    <a:pt x="440" y="72"/>
                    <a:pt x="330" y="0"/>
                    <a:pt x="220" y="0"/>
                  </a:cubicBezTo>
                  <a:close/>
                </a:path>
              </a:pathLst>
            </a:custGeom>
            <a:solidFill>
              <a:srgbClr val="39516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878" name="Google Shape;15878;p44"/>
            <p:cNvSpPr/>
            <p:nvPr/>
          </p:nvSpPr>
          <p:spPr>
            <a:xfrm>
              <a:off x="4992384" y="2059063"/>
              <a:ext cx="26499" cy="11521"/>
            </a:xfrm>
            <a:custGeom>
              <a:rect b="b" l="l" r="r" t="t"/>
              <a:pathLst>
                <a:path extrusionOk="0" h="440" w="1012">
                  <a:moveTo>
                    <a:pt x="286" y="1"/>
                  </a:moveTo>
                  <a:cubicBezTo>
                    <a:pt x="0" y="1"/>
                    <a:pt x="0" y="430"/>
                    <a:pt x="286" y="440"/>
                  </a:cubicBezTo>
                  <a:lnTo>
                    <a:pt x="725" y="440"/>
                  </a:lnTo>
                  <a:cubicBezTo>
                    <a:pt x="1011" y="440"/>
                    <a:pt x="1011" y="1"/>
                    <a:pt x="725" y="1"/>
                  </a:cubicBezTo>
                  <a:close/>
                </a:path>
              </a:pathLst>
            </a:custGeom>
            <a:solidFill>
              <a:srgbClr val="D4DDE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879" name="Google Shape;15879;p44"/>
            <p:cNvSpPr/>
            <p:nvPr/>
          </p:nvSpPr>
          <p:spPr>
            <a:xfrm>
              <a:off x="5061068" y="2059063"/>
              <a:ext cx="26499" cy="11521"/>
            </a:xfrm>
            <a:custGeom>
              <a:rect b="b" l="l" r="r" t="t"/>
              <a:pathLst>
                <a:path extrusionOk="0" h="440" w="1012">
                  <a:moveTo>
                    <a:pt x="287" y="1"/>
                  </a:moveTo>
                  <a:cubicBezTo>
                    <a:pt x="1" y="1"/>
                    <a:pt x="1" y="430"/>
                    <a:pt x="287" y="440"/>
                  </a:cubicBezTo>
                  <a:lnTo>
                    <a:pt x="726" y="440"/>
                  </a:lnTo>
                  <a:cubicBezTo>
                    <a:pt x="1012" y="440"/>
                    <a:pt x="1012" y="1"/>
                    <a:pt x="726" y="1"/>
                  </a:cubicBezTo>
                  <a:close/>
                </a:path>
              </a:pathLst>
            </a:custGeom>
            <a:solidFill>
              <a:srgbClr val="D4DDE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880" name="Google Shape;15880;p44"/>
            <p:cNvSpPr/>
            <p:nvPr/>
          </p:nvSpPr>
          <p:spPr>
            <a:xfrm>
              <a:off x="5014615" y="2116068"/>
              <a:ext cx="50773" cy="17282"/>
            </a:xfrm>
            <a:custGeom>
              <a:rect b="b" l="l" r="r" t="t"/>
              <a:pathLst>
                <a:path extrusionOk="0" h="660" w="1939">
                  <a:moveTo>
                    <a:pt x="319" y="0"/>
                  </a:moveTo>
                  <a:cubicBezTo>
                    <a:pt x="150" y="0"/>
                    <a:pt x="1" y="219"/>
                    <a:pt x="162" y="380"/>
                  </a:cubicBezTo>
                  <a:cubicBezTo>
                    <a:pt x="373" y="556"/>
                    <a:pt x="633" y="659"/>
                    <a:pt x="904" y="659"/>
                  </a:cubicBezTo>
                  <a:cubicBezTo>
                    <a:pt x="927" y="659"/>
                    <a:pt x="950" y="659"/>
                    <a:pt x="973" y="657"/>
                  </a:cubicBezTo>
                  <a:cubicBezTo>
                    <a:pt x="996" y="659"/>
                    <a:pt x="1019" y="659"/>
                    <a:pt x="1042" y="659"/>
                  </a:cubicBezTo>
                  <a:cubicBezTo>
                    <a:pt x="1313" y="659"/>
                    <a:pt x="1573" y="556"/>
                    <a:pt x="1784" y="380"/>
                  </a:cubicBezTo>
                  <a:cubicBezTo>
                    <a:pt x="1938" y="219"/>
                    <a:pt x="1793" y="0"/>
                    <a:pt x="1626" y="0"/>
                  </a:cubicBezTo>
                  <a:cubicBezTo>
                    <a:pt x="1576" y="0"/>
                    <a:pt x="1525" y="20"/>
                    <a:pt x="1479" y="66"/>
                  </a:cubicBezTo>
                  <a:cubicBezTo>
                    <a:pt x="1326" y="171"/>
                    <a:pt x="1150" y="223"/>
                    <a:pt x="973" y="223"/>
                  </a:cubicBezTo>
                  <a:cubicBezTo>
                    <a:pt x="797" y="223"/>
                    <a:pt x="620" y="171"/>
                    <a:pt x="468" y="66"/>
                  </a:cubicBezTo>
                  <a:cubicBezTo>
                    <a:pt x="422" y="20"/>
                    <a:pt x="370" y="0"/>
                    <a:pt x="319" y="0"/>
                  </a:cubicBezTo>
                  <a:close/>
                </a:path>
              </a:pathLst>
            </a:custGeom>
            <a:solidFill>
              <a:srgbClr val="DAE2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881" name="Google Shape;15881;p44"/>
            <p:cNvSpPr/>
            <p:nvPr/>
          </p:nvSpPr>
          <p:spPr>
            <a:xfrm>
              <a:off x="4954154" y="1973150"/>
              <a:ext cx="171643" cy="68709"/>
            </a:xfrm>
            <a:custGeom>
              <a:rect b="b" l="l" r="r" t="t"/>
              <a:pathLst>
                <a:path extrusionOk="0" h="2624" w="6555">
                  <a:moveTo>
                    <a:pt x="1164" y="0"/>
                  </a:moveTo>
                  <a:cubicBezTo>
                    <a:pt x="869" y="0"/>
                    <a:pt x="601" y="210"/>
                    <a:pt x="535" y="496"/>
                  </a:cubicBezTo>
                  <a:lnTo>
                    <a:pt x="0" y="2624"/>
                  </a:lnTo>
                  <a:lnTo>
                    <a:pt x="6554" y="2624"/>
                  </a:lnTo>
                  <a:lnTo>
                    <a:pt x="6020" y="496"/>
                  </a:lnTo>
                  <a:cubicBezTo>
                    <a:pt x="5944" y="210"/>
                    <a:pt x="5686" y="0"/>
                    <a:pt x="5381" y="0"/>
                  </a:cubicBezTo>
                  <a:close/>
                </a:path>
              </a:pathLst>
            </a:custGeom>
            <a:solidFill>
              <a:srgbClr val="6F809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882" name="Google Shape;15882;p44"/>
            <p:cNvSpPr/>
            <p:nvPr/>
          </p:nvSpPr>
          <p:spPr>
            <a:xfrm>
              <a:off x="4973400" y="2185118"/>
              <a:ext cx="55224" cy="50589"/>
            </a:xfrm>
            <a:custGeom>
              <a:rect b="b" l="l" r="r" t="t"/>
              <a:pathLst>
                <a:path extrusionOk="0" h="1932" w="2109">
                  <a:moveTo>
                    <a:pt x="834" y="0"/>
                  </a:moveTo>
                  <a:cubicBezTo>
                    <a:pt x="746" y="0"/>
                    <a:pt x="658" y="41"/>
                    <a:pt x="601" y="119"/>
                  </a:cubicBezTo>
                  <a:lnTo>
                    <a:pt x="0" y="911"/>
                  </a:lnTo>
                  <a:cubicBezTo>
                    <a:pt x="467" y="1454"/>
                    <a:pt x="1221" y="1836"/>
                    <a:pt x="2108" y="1931"/>
                  </a:cubicBezTo>
                  <a:lnTo>
                    <a:pt x="2108" y="787"/>
                  </a:lnTo>
                  <a:cubicBezTo>
                    <a:pt x="2108" y="682"/>
                    <a:pt x="2042" y="596"/>
                    <a:pt x="1946" y="577"/>
                  </a:cubicBezTo>
                  <a:cubicBezTo>
                    <a:pt x="1603" y="500"/>
                    <a:pt x="1288" y="329"/>
                    <a:pt x="1040" y="90"/>
                  </a:cubicBezTo>
                  <a:cubicBezTo>
                    <a:pt x="983" y="29"/>
                    <a:pt x="909" y="0"/>
                    <a:pt x="834" y="0"/>
                  </a:cubicBezTo>
                  <a:close/>
                </a:path>
              </a:pathLst>
            </a:custGeom>
            <a:solidFill>
              <a:srgbClr val="52667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883" name="Google Shape;15883;p44"/>
            <p:cNvSpPr/>
            <p:nvPr/>
          </p:nvSpPr>
          <p:spPr>
            <a:xfrm>
              <a:off x="5051327" y="2184987"/>
              <a:ext cx="55486" cy="50720"/>
            </a:xfrm>
            <a:custGeom>
              <a:rect b="b" l="l" r="r" t="t"/>
              <a:pathLst>
                <a:path extrusionOk="0" h="1937" w="2119">
                  <a:moveTo>
                    <a:pt x="1284" y="0"/>
                  </a:moveTo>
                  <a:cubicBezTo>
                    <a:pt x="1210" y="0"/>
                    <a:pt x="1135" y="29"/>
                    <a:pt x="1079" y="86"/>
                  </a:cubicBezTo>
                  <a:cubicBezTo>
                    <a:pt x="830" y="334"/>
                    <a:pt x="506" y="505"/>
                    <a:pt x="163" y="582"/>
                  </a:cubicBezTo>
                  <a:cubicBezTo>
                    <a:pt x="67" y="601"/>
                    <a:pt x="0" y="687"/>
                    <a:pt x="10" y="792"/>
                  </a:cubicBezTo>
                  <a:lnTo>
                    <a:pt x="10" y="1936"/>
                  </a:lnTo>
                  <a:cubicBezTo>
                    <a:pt x="888" y="1841"/>
                    <a:pt x="1641" y="1459"/>
                    <a:pt x="2118" y="906"/>
                  </a:cubicBezTo>
                  <a:lnTo>
                    <a:pt x="1517" y="124"/>
                  </a:lnTo>
                  <a:cubicBezTo>
                    <a:pt x="1460" y="41"/>
                    <a:pt x="1372" y="0"/>
                    <a:pt x="1284" y="0"/>
                  </a:cubicBezTo>
                  <a:close/>
                </a:path>
              </a:pathLst>
            </a:custGeom>
            <a:solidFill>
              <a:srgbClr val="52667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884" name="Google Shape;15884;p44"/>
            <p:cNvSpPr/>
            <p:nvPr/>
          </p:nvSpPr>
          <p:spPr>
            <a:xfrm>
              <a:off x="4963895" y="2253408"/>
              <a:ext cx="15266" cy="11521"/>
            </a:xfrm>
            <a:custGeom>
              <a:rect b="b" l="l" r="r" t="t"/>
              <a:pathLst>
                <a:path extrusionOk="0" h="440" w="583">
                  <a:moveTo>
                    <a:pt x="287" y="1"/>
                  </a:moveTo>
                  <a:cubicBezTo>
                    <a:pt x="1" y="1"/>
                    <a:pt x="1" y="440"/>
                    <a:pt x="287" y="440"/>
                  </a:cubicBezTo>
                  <a:cubicBezTo>
                    <a:pt x="582" y="440"/>
                    <a:pt x="582" y="1"/>
                    <a:pt x="287" y="1"/>
                  </a:cubicBezTo>
                  <a:close/>
                </a:path>
              </a:pathLst>
            </a:custGeom>
            <a:solidFill>
              <a:srgbClr val="F4F7F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885" name="Google Shape;15885;p44"/>
            <p:cNvSpPr/>
            <p:nvPr/>
          </p:nvSpPr>
          <p:spPr>
            <a:xfrm>
              <a:off x="5101026" y="2253408"/>
              <a:ext cx="15266" cy="11521"/>
            </a:xfrm>
            <a:custGeom>
              <a:rect b="b" l="l" r="r" t="t"/>
              <a:pathLst>
                <a:path extrusionOk="0" h="440" w="583">
                  <a:moveTo>
                    <a:pt x="297" y="1"/>
                  </a:moveTo>
                  <a:cubicBezTo>
                    <a:pt x="1" y="1"/>
                    <a:pt x="1" y="440"/>
                    <a:pt x="297" y="440"/>
                  </a:cubicBezTo>
                  <a:cubicBezTo>
                    <a:pt x="583" y="440"/>
                    <a:pt x="583" y="1"/>
                    <a:pt x="297" y="1"/>
                  </a:cubicBezTo>
                  <a:close/>
                </a:path>
              </a:pathLst>
            </a:custGeom>
            <a:solidFill>
              <a:srgbClr val="F4F7F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886" name="Google Shape;15886;p44"/>
            <p:cNvSpPr/>
            <p:nvPr/>
          </p:nvSpPr>
          <p:spPr>
            <a:xfrm>
              <a:off x="5101026" y="2281898"/>
              <a:ext cx="15266" cy="11521"/>
            </a:xfrm>
            <a:custGeom>
              <a:rect b="b" l="l" r="r" t="t"/>
              <a:pathLst>
                <a:path extrusionOk="0" h="440" w="583">
                  <a:moveTo>
                    <a:pt x="297" y="0"/>
                  </a:moveTo>
                  <a:cubicBezTo>
                    <a:pt x="1" y="0"/>
                    <a:pt x="1" y="439"/>
                    <a:pt x="297" y="439"/>
                  </a:cubicBezTo>
                  <a:cubicBezTo>
                    <a:pt x="583" y="439"/>
                    <a:pt x="583" y="0"/>
                    <a:pt x="297" y="0"/>
                  </a:cubicBezTo>
                  <a:close/>
                </a:path>
              </a:pathLst>
            </a:custGeom>
            <a:solidFill>
              <a:srgbClr val="F4F7F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887" name="Google Shape;15887;p44"/>
            <p:cNvSpPr/>
            <p:nvPr/>
          </p:nvSpPr>
          <p:spPr>
            <a:xfrm>
              <a:off x="4963895" y="2281898"/>
              <a:ext cx="15266" cy="11521"/>
            </a:xfrm>
            <a:custGeom>
              <a:rect b="b" l="l" r="r" t="t"/>
              <a:pathLst>
                <a:path extrusionOk="0" h="440" w="583">
                  <a:moveTo>
                    <a:pt x="287" y="0"/>
                  </a:moveTo>
                  <a:cubicBezTo>
                    <a:pt x="1" y="0"/>
                    <a:pt x="1" y="439"/>
                    <a:pt x="287" y="439"/>
                  </a:cubicBezTo>
                  <a:cubicBezTo>
                    <a:pt x="582" y="439"/>
                    <a:pt x="582" y="0"/>
                    <a:pt x="287" y="0"/>
                  </a:cubicBezTo>
                  <a:close/>
                </a:path>
              </a:pathLst>
            </a:custGeom>
            <a:solidFill>
              <a:srgbClr val="F4F7F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888" name="Google Shape;15888;p44"/>
            <p:cNvSpPr/>
            <p:nvPr/>
          </p:nvSpPr>
          <p:spPr>
            <a:xfrm>
              <a:off x="5101026" y="2310623"/>
              <a:ext cx="15266" cy="11521"/>
            </a:xfrm>
            <a:custGeom>
              <a:rect b="b" l="l" r="r" t="t"/>
              <a:pathLst>
                <a:path extrusionOk="0" h="440" w="583">
                  <a:moveTo>
                    <a:pt x="297" y="0"/>
                  </a:moveTo>
                  <a:cubicBezTo>
                    <a:pt x="1" y="0"/>
                    <a:pt x="1" y="439"/>
                    <a:pt x="297" y="439"/>
                  </a:cubicBezTo>
                  <a:cubicBezTo>
                    <a:pt x="583" y="439"/>
                    <a:pt x="583" y="0"/>
                    <a:pt x="297" y="0"/>
                  </a:cubicBezTo>
                  <a:close/>
                </a:path>
              </a:pathLst>
            </a:custGeom>
            <a:solidFill>
              <a:srgbClr val="F4F7F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889" name="Google Shape;15889;p44"/>
            <p:cNvSpPr/>
            <p:nvPr/>
          </p:nvSpPr>
          <p:spPr>
            <a:xfrm>
              <a:off x="4963895" y="2310623"/>
              <a:ext cx="15266" cy="11521"/>
            </a:xfrm>
            <a:custGeom>
              <a:rect b="b" l="l" r="r" t="t"/>
              <a:pathLst>
                <a:path extrusionOk="0" h="440" w="583">
                  <a:moveTo>
                    <a:pt x="287" y="0"/>
                  </a:moveTo>
                  <a:cubicBezTo>
                    <a:pt x="1" y="0"/>
                    <a:pt x="1" y="439"/>
                    <a:pt x="287" y="439"/>
                  </a:cubicBezTo>
                  <a:cubicBezTo>
                    <a:pt x="582" y="439"/>
                    <a:pt x="582" y="0"/>
                    <a:pt x="287" y="0"/>
                  </a:cubicBezTo>
                  <a:close/>
                </a:path>
              </a:pathLst>
            </a:custGeom>
            <a:solidFill>
              <a:srgbClr val="F4F7F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890" name="Google Shape;15890;p44"/>
            <p:cNvSpPr/>
            <p:nvPr/>
          </p:nvSpPr>
          <p:spPr>
            <a:xfrm>
              <a:off x="4954390" y="2041833"/>
              <a:ext cx="22781" cy="37235"/>
            </a:xfrm>
            <a:custGeom>
              <a:rect b="b" l="l" r="r" t="t"/>
              <a:pathLst>
                <a:path extrusionOk="0" h="1422" w="870">
                  <a:moveTo>
                    <a:pt x="1" y="1"/>
                  </a:moveTo>
                  <a:lnTo>
                    <a:pt x="1" y="1422"/>
                  </a:lnTo>
                  <a:lnTo>
                    <a:pt x="488" y="1355"/>
                  </a:lnTo>
                  <a:cubicBezTo>
                    <a:pt x="707" y="1327"/>
                    <a:pt x="869" y="1145"/>
                    <a:pt x="869" y="926"/>
                  </a:cubicBezTo>
                  <a:lnTo>
                    <a:pt x="869" y="1"/>
                  </a:lnTo>
                  <a:close/>
                </a:path>
              </a:pathLst>
            </a:custGeom>
            <a:solidFill>
              <a:srgbClr val="39516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891" name="Google Shape;15891;p44"/>
            <p:cNvSpPr/>
            <p:nvPr/>
          </p:nvSpPr>
          <p:spPr>
            <a:xfrm>
              <a:off x="5103042" y="2041833"/>
              <a:ext cx="22755" cy="37235"/>
            </a:xfrm>
            <a:custGeom>
              <a:rect b="b" l="l" r="r" t="t"/>
              <a:pathLst>
                <a:path extrusionOk="0" h="1422" w="869">
                  <a:moveTo>
                    <a:pt x="0" y="1"/>
                  </a:moveTo>
                  <a:lnTo>
                    <a:pt x="0" y="926"/>
                  </a:lnTo>
                  <a:cubicBezTo>
                    <a:pt x="0" y="1145"/>
                    <a:pt x="162" y="1336"/>
                    <a:pt x="382" y="1355"/>
                  </a:cubicBezTo>
                  <a:lnTo>
                    <a:pt x="868" y="1422"/>
                  </a:lnTo>
                  <a:lnTo>
                    <a:pt x="868" y="1"/>
                  </a:lnTo>
                  <a:close/>
                </a:path>
              </a:pathLst>
            </a:custGeom>
            <a:solidFill>
              <a:srgbClr val="39516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892" name="Google Shape;15892;p44"/>
            <p:cNvSpPr/>
            <p:nvPr/>
          </p:nvSpPr>
          <p:spPr>
            <a:xfrm>
              <a:off x="4954390" y="1973150"/>
              <a:ext cx="70490" cy="68709"/>
            </a:xfrm>
            <a:custGeom>
              <a:rect b="b" l="l" r="r" t="t"/>
              <a:pathLst>
                <a:path extrusionOk="0" h="2624" w="2692">
                  <a:moveTo>
                    <a:pt x="1165" y="0"/>
                  </a:moveTo>
                  <a:cubicBezTo>
                    <a:pt x="860" y="0"/>
                    <a:pt x="602" y="210"/>
                    <a:pt x="526" y="496"/>
                  </a:cubicBezTo>
                  <a:lnTo>
                    <a:pt x="1" y="2624"/>
                  </a:lnTo>
                  <a:lnTo>
                    <a:pt x="1527" y="2624"/>
                  </a:lnTo>
                  <a:lnTo>
                    <a:pt x="2052" y="496"/>
                  </a:lnTo>
                  <a:cubicBezTo>
                    <a:pt x="2128" y="210"/>
                    <a:pt x="2396" y="0"/>
                    <a:pt x="2691" y="0"/>
                  </a:cubicBezTo>
                  <a:close/>
                </a:path>
              </a:pathLst>
            </a:custGeom>
            <a:solidFill>
              <a:srgbClr val="52667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893" name="Google Shape;15893;p44"/>
            <p:cNvSpPr/>
            <p:nvPr/>
          </p:nvSpPr>
          <p:spPr>
            <a:xfrm>
              <a:off x="4958658" y="2013344"/>
              <a:ext cx="162897" cy="11286"/>
            </a:xfrm>
            <a:custGeom>
              <a:rect b="b" l="l" r="r" t="t"/>
              <a:pathLst>
                <a:path extrusionOk="0" h="431" w="6221">
                  <a:moveTo>
                    <a:pt x="105" y="1"/>
                  </a:moveTo>
                  <a:lnTo>
                    <a:pt x="0" y="430"/>
                  </a:lnTo>
                  <a:lnTo>
                    <a:pt x="6220" y="430"/>
                  </a:lnTo>
                  <a:lnTo>
                    <a:pt x="6115" y="1"/>
                  </a:lnTo>
                  <a:close/>
                </a:path>
              </a:pathLst>
            </a:custGeom>
            <a:solidFill>
              <a:srgbClr val="F4F7F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894" name="Google Shape;15894;p44"/>
            <p:cNvSpPr/>
            <p:nvPr/>
          </p:nvSpPr>
          <p:spPr>
            <a:xfrm>
              <a:off x="4958658" y="2013344"/>
              <a:ext cx="42734" cy="11286"/>
            </a:xfrm>
            <a:custGeom>
              <a:rect b="b" l="l" r="r" t="t"/>
              <a:pathLst>
                <a:path extrusionOk="0" h="431" w="1632">
                  <a:moveTo>
                    <a:pt x="105" y="1"/>
                  </a:moveTo>
                  <a:lnTo>
                    <a:pt x="0" y="430"/>
                  </a:lnTo>
                  <a:lnTo>
                    <a:pt x="1527" y="430"/>
                  </a:lnTo>
                  <a:lnTo>
                    <a:pt x="1632" y="1"/>
                  </a:lnTo>
                  <a:close/>
                </a:path>
              </a:pathLst>
            </a:custGeom>
            <a:solidFill>
              <a:srgbClr val="F1F4F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895" name="Google Shape;15895;p44"/>
            <p:cNvSpPr/>
            <p:nvPr/>
          </p:nvSpPr>
          <p:spPr>
            <a:xfrm>
              <a:off x="4942659" y="2224945"/>
              <a:ext cx="97199" cy="102933"/>
            </a:xfrm>
            <a:custGeom>
              <a:rect b="b" l="l" r="r" t="t"/>
              <a:pathLst>
                <a:path extrusionOk="0" h="3931" w="3712">
                  <a:moveTo>
                    <a:pt x="1317" y="0"/>
                  </a:moveTo>
                  <a:cubicBezTo>
                    <a:pt x="592" y="0"/>
                    <a:pt x="1" y="582"/>
                    <a:pt x="1" y="1307"/>
                  </a:cubicBezTo>
                  <a:lnTo>
                    <a:pt x="1" y="3931"/>
                  </a:lnTo>
                  <a:lnTo>
                    <a:pt x="439" y="3931"/>
                  </a:lnTo>
                  <a:lnTo>
                    <a:pt x="439" y="1307"/>
                  </a:lnTo>
                  <a:cubicBezTo>
                    <a:pt x="439" y="836"/>
                    <a:pt x="822" y="439"/>
                    <a:pt x="1300" y="439"/>
                  </a:cubicBezTo>
                  <a:cubicBezTo>
                    <a:pt x="1306" y="439"/>
                    <a:pt x="1311" y="439"/>
                    <a:pt x="1317" y="439"/>
                  </a:cubicBezTo>
                  <a:lnTo>
                    <a:pt x="3712" y="439"/>
                  </a:lnTo>
                  <a:cubicBezTo>
                    <a:pt x="3111" y="439"/>
                    <a:pt x="2510" y="296"/>
                    <a:pt x="1985" y="0"/>
                  </a:cubicBezTo>
                  <a:close/>
                </a:path>
              </a:pathLst>
            </a:custGeom>
            <a:solidFill>
              <a:srgbClr val="52667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5896" name="Google Shape;15896;p44"/>
          <p:cNvGrpSpPr/>
          <p:nvPr/>
        </p:nvGrpSpPr>
        <p:grpSpPr>
          <a:xfrm>
            <a:off x="4902701" y="2727589"/>
            <a:ext cx="272560" cy="354676"/>
            <a:chOff x="4902701" y="2879989"/>
            <a:chExt cx="272560" cy="354676"/>
          </a:xfrm>
        </p:grpSpPr>
        <p:sp>
          <p:nvSpPr>
            <p:cNvPr id="15897" name="Google Shape;15897;p44"/>
            <p:cNvSpPr/>
            <p:nvPr/>
          </p:nvSpPr>
          <p:spPr>
            <a:xfrm>
              <a:off x="4902701" y="3081273"/>
              <a:ext cx="272560" cy="153392"/>
            </a:xfrm>
            <a:custGeom>
              <a:rect b="b" l="l" r="r" t="t"/>
              <a:pathLst>
                <a:path extrusionOk="0" h="5858" w="10409">
                  <a:moveTo>
                    <a:pt x="3673" y="0"/>
                  </a:moveTo>
                  <a:lnTo>
                    <a:pt x="3673" y="1040"/>
                  </a:lnTo>
                  <a:cubicBezTo>
                    <a:pt x="3673" y="1326"/>
                    <a:pt x="3482" y="1574"/>
                    <a:pt x="3206" y="1660"/>
                  </a:cubicBezTo>
                  <a:lnTo>
                    <a:pt x="935" y="2328"/>
                  </a:lnTo>
                  <a:cubicBezTo>
                    <a:pt x="372" y="2490"/>
                    <a:pt x="0" y="2996"/>
                    <a:pt x="0" y="3577"/>
                  </a:cubicBezTo>
                  <a:lnTo>
                    <a:pt x="0" y="5209"/>
                  </a:lnTo>
                  <a:cubicBezTo>
                    <a:pt x="0" y="5571"/>
                    <a:pt x="286" y="5858"/>
                    <a:pt x="649" y="5858"/>
                  </a:cubicBezTo>
                  <a:lnTo>
                    <a:pt x="9760" y="5858"/>
                  </a:lnTo>
                  <a:cubicBezTo>
                    <a:pt x="10113" y="5858"/>
                    <a:pt x="10408" y="5571"/>
                    <a:pt x="10408" y="5209"/>
                  </a:cubicBezTo>
                  <a:lnTo>
                    <a:pt x="10408" y="3577"/>
                  </a:lnTo>
                  <a:cubicBezTo>
                    <a:pt x="10408" y="2996"/>
                    <a:pt x="10027" y="2490"/>
                    <a:pt x="9464" y="2328"/>
                  </a:cubicBezTo>
                  <a:lnTo>
                    <a:pt x="7184" y="1660"/>
                  </a:lnTo>
                  <a:cubicBezTo>
                    <a:pt x="6907" y="1574"/>
                    <a:pt x="6716" y="1317"/>
                    <a:pt x="6716" y="1030"/>
                  </a:cubicBezTo>
                  <a:lnTo>
                    <a:pt x="6716" y="0"/>
                  </a:lnTo>
                  <a:close/>
                </a:path>
              </a:pathLst>
            </a:custGeom>
            <a:solidFill>
              <a:srgbClr val="E7ECF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898" name="Google Shape;15898;p44"/>
            <p:cNvSpPr/>
            <p:nvPr/>
          </p:nvSpPr>
          <p:spPr>
            <a:xfrm>
              <a:off x="4902701" y="3123483"/>
              <a:ext cx="272560" cy="111182"/>
            </a:xfrm>
            <a:custGeom>
              <a:rect b="b" l="l" r="r" t="t"/>
              <a:pathLst>
                <a:path extrusionOk="0" h="4246" w="10409">
                  <a:moveTo>
                    <a:pt x="3320" y="0"/>
                  </a:moveTo>
                  <a:cubicBezTo>
                    <a:pt x="3282" y="19"/>
                    <a:pt x="3244" y="29"/>
                    <a:pt x="3206" y="48"/>
                  </a:cubicBezTo>
                  <a:lnTo>
                    <a:pt x="935" y="716"/>
                  </a:lnTo>
                  <a:cubicBezTo>
                    <a:pt x="372" y="878"/>
                    <a:pt x="0" y="1384"/>
                    <a:pt x="0" y="1965"/>
                  </a:cubicBezTo>
                  <a:lnTo>
                    <a:pt x="0" y="3597"/>
                  </a:lnTo>
                  <a:cubicBezTo>
                    <a:pt x="0" y="3959"/>
                    <a:pt x="286" y="4246"/>
                    <a:pt x="649" y="4246"/>
                  </a:cubicBezTo>
                  <a:lnTo>
                    <a:pt x="9760" y="4246"/>
                  </a:lnTo>
                  <a:cubicBezTo>
                    <a:pt x="10113" y="4246"/>
                    <a:pt x="10408" y="3959"/>
                    <a:pt x="10408" y="3597"/>
                  </a:cubicBezTo>
                  <a:lnTo>
                    <a:pt x="10408" y="1965"/>
                  </a:lnTo>
                  <a:cubicBezTo>
                    <a:pt x="10408" y="1384"/>
                    <a:pt x="10027" y="878"/>
                    <a:pt x="9464" y="716"/>
                  </a:cubicBezTo>
                  <a:lnTo>
                    <a:pt x="7184" y="48"/>
                  </a:lnTo>
                  <a:cubicBezTo>
                    <a:pt x="7146" y="29"/>
                    <a:pt x="7107" y="19"/>
                    <a:pt x="7069" y="0"/>
                  </a:cubicBezTo>
                  <a:lnTo>
                    <a:pt x="5200" y="344"/>
                  </a:lnTo>
                  <a:lnTo>
                    <a:pt x="3320" y="0"/>
                  </a:lnTo>
                  <a:close/>
                </a:path>
              </a:pathLst>
            </a:custGeom>
            <a:solidFill>
              <a:srgbClr val="6F809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899" name="Google Shape;15899;p44"/>
            <p:cNvSpPr/>
            <p:nvPr/>
          </p:nvSpPr>
          <p:spPr>
            <a:xfrm>
              <a:off x="4966644" y="3123483"/>
              <a:ext cx="143913" cy="43781"/>
            </a:xfrm>
            <a:custGeom>
              <a:rect b="b" l="l" r="r" t="t"/>
              <a:pathLst>
                <a:path extrusionOk="0" h="1672" w="5496">
                  <a:moveTo>
                    <a:pt x="878" y="0"/>
                  </a:moveTo>
                  <a:cubicBezTo>
                    <a:pt x="840" y="19"/>
                    <a:pt x="802" y="29"/>
                    <a:pt x="764" y="48"/>
                  </a:cubicBezTo>
                  <a:lnTo>
                    <a:pt x="0" y="267"/>
                  </a:lnTo>
                  <a:cubicBezTo>
                    <a:pt x="39" y="372"/>
                    <a:pt x="105" y="468"/>
                    <a:pt x="191" y="544"/>
                  </a:cubicBezTo>
                  <a:lnTo>
                    <a:pt x="1260" y="1460"/>
                  </a:lnTo>
                  <a:cubicBezTo>
                    <a:pt x="1423" y="1602"/>
                    <a:pt x="1624" y="1671"/>
                    <a:pt x="1823" y="1671"/>
                  </a:cubicBezTo>
                  <a:cubicBezTo>
                    <a:pt x="2077" y="1671"/>
                    <a:pt x="2329" y="1559"/>
                    <a:pt x="2500" y="1345"/>
                  </a:cubicBezTo>
                  <a:lnTo>
                    <a:pt x="2748" y="1031"/>
                  </a:lnTo>
                  <a:lnTo>
                    <a:pt x="2996" y="1345"/>
                  </a:lnTo>
                  <a:cubicBezTo>
                    <a:pt x="3167" y="1559"/>
                    <a:pt x="3419" y="1671"/>
                    <a:pt x="3675" y="1671"/>
                  </a:cubicBezTo>
                  <a:cubicBezTo>
                    <a:pt x="3875" y="1671"/>
                    <a:pt x="4078" y="1602"/>
                    <a:pt x="4246" y="1460"/>
                  </a:cubicBezTo>
                  <a:lnTo>
                    <a:pt x="5314" y="544"/>
                  </a:lnTo>
                  <a:cubicBezTo>
                    <a:pt x="5400" y="468"/>
                    <a:pt x="5457" y="372"/>
                    <a:pt x="5495" y="267"/>
                  </a:cubicBezTo>
                  <a:lnTo>
                    <a:pt x="4732" y="48"/>
                  </a:lnTo>
                  <a:cubicBezTo>
                    <a:pt x="4694" y="29"/>
                    <a:pt x="4656" y="19"/>
                    <a:pt x="4627" y="0"/>
                  </a:cubicBezTo>
                  <a:lnTo>
                    <a:pt x="2748" y="344"/>
                  </a:lnTo>
                  <a:lnTo>
                    <a:pt x="878" y="0"/>
                  </a:lnTo>
                  <a:close/>
                </a:path>
              </a:pathLst>
            </a:custGeom>
            <a:solidFill>
              <a:srgbClr val="52667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900" name="Google Shape;15900;p44"/>
            <p:cNvSpPr/>
            <p:nvPr/>
          </p:nvSpPr>
          <p:spPr>
            <a:xfrm>
              <a:off x="4998878" y="3081273"/>
              <a:ext cx="79445" cy="22676"/>
            </a:xfrm>
            <a:custGeom>
              <a:rect b="b" l="l" r="r" t="t"/>
              <a:pathLst>
                <a:path extrusionOk="0" h="866" w="3034">
                  <a:moveTo>
                    <a:pt x="0" y="0"/>
                  </a:moveTo>
                  <a:lnTo>
                    <a:pt x="0" y="487"/>
                  </a:lnTo>
                  <a:cubicBezTo>
                    <a:pt x="472" y="739"/>
                    <a:pt x="995" y="866"/>
                    <a:pt x="1517" y="866"/>
                  </a:cubicBezTo>
                  <a:cubicBezTo>
                    <a:pt x="2039" y="866"/>
                    <a:pt x="2562" y="739"/>
                    <a:pt x="3034" y="487"/>
                  </a:cubicBezTo>
                  <a:lnTo>
                    <a:pt x="3034" y="0"/>
                  </a:ln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901" name="Google Shape;15901;p44"/>
            <p:cNvSpPr/>
            <p:nvPr/>
          </p:nvSpPr>
          <p:spPr>
            <a:xfrm>
              <a:off x="4942397" y="2933616"/>
              <a:ext cx="187904" cy="158917"/>
            </a:xfrm>
            <a:custGeom>
              <a:rect b="b" l="l" r="r" t="t"/>
              <a:pathLst>
                <a:path extrusionOk="0" h="6069" w="7176">
                  <a:moveTo>
                    <a:pt x="860" y="1"/>
                  </a:moveTo>
                  <a:lnTo>
                    <a:pt x="860" y="2386"/>
                  </a:lnTo>
                  <a:lnTo>
                    <a:pt x="755" y="2386"/>
                  </a:lnTo>
                  <a:cubicBezTo>
                    <a:pt x="745" y="2386"/>
                    <a:pt x="736" y="2385"/>
                    <a:pt x="727" y="2385"/>
                  </a:cubicBezTo>
                  <a:cubicBezTo>
                    <a:pt x="4" y="2385"/>
                    <a:pt x="1" y="3474"/>
                    <a:pt x="718" y="3474"/>
                  </a:cubicBezTo>
                  <a:cubicBezTo>
                    <a:pt x="730" y="3474"/>
                    <a:pt x="742" y="3474"/>
                    <a:pt x="755" y="3473"/>
                  </a:cubicBezTo>
                  <a:lnTo>
                    <a:pt x="869" y="3473"/>
                  </a:lnTo>
                  <a:cubicBezTo>
                    <a:pt x="993" y="4933"/>
                    <a:pt x="2214" y="6068"/>
                    <a:pt x="3684" y="6068"/>
                  </a:cubicBezTo>
                  <a:cubicBezTo>
                    <a:pt x="5153" y="6068"/>
                    <a:pt x="6374" y="4933"/>
                    <a:pt x="6488" y="3473"/>
                  </a:cubicBezTo>
                  <a:lnTo>
                    <a:pt x="6603" y="3473"/>
                  </a:lnTo>
                  <a:cubicBezTo>
                    <a:pt x="6609" y="3474"/>
                    <a:pt x="6615" y="3474"/>
                    <a:pt x="6621" y="3474"/>
                  </a:cubicBezTo>
                  <a:cubicBezTo>
                    <a:pt x="6927" y="3474"/>
                    <a:pt x="7175" y="3238"/>
                    <a:pt x="7175" y="2930"/>
                  </a:cubicBezTo>
                  <a:cubicBezTo>
                    <a:pt x="7175" y="2630"/>
                    <a:pt x="6927" y="2386"/>
                    <a:pt x="6620" y="2386"/>
                  </a:cubicBezTo>
                  <a:cubicBezTo>
                    <a:pt x="6614" y="2386"/>
                    <a:pt x="6609" y="2386"/>
                    <a:pt x="6603" y="2386"/>
                  </a:cubicBezTo>
                  <a:lnTo>
                    <a:pt x="6498" y="2386"/>
                  </a:lnTo>
                  <a:lnTo>
                    <a:pt x="6498" y="1"/>
                  </a:lnTo>
                  <a:close/>
                </a:path>
              </a:pathLst>
            </a:custGeom>
            <a:solidFill>
              <a:srgbClr val="ECF0F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902" name="Google Shape;15902;p44"/>
            <p:cNvSpPr/>
            <p:nvPr/>
          </p:nvSpPr>
          <p:spPr>
            <a:xfrm>
              <a:off x="4947163" y="2933616"/>
              <a:ext cx="142656" cy="159074"/>
            </a:xfrm>
            <a:custGeom>
              <a:rect b="b" l="l" r="r" t="t"/>
              <a:pathLst>
                <a:path extrusionOk="0" h="6075" w="5448">
                  <a:moveTo>
                    <a:pt x="678" y="1"/>
                  </a:moveTo>
                  <a:lnTo>
                    <a:pt x="678" y="2386"/>
                  </a:lnTo>
                  <a:lnTo>
                    <a:pt x="601" y="2386"/>
                  </a:lnTo>
                  <a:cubicBezTo>
                    <a:pt x="595" y="2386"/>
                    <a:pt x="589" y="2386"/>
                    <a:pt x="583" y="2386"/>
                  </a:cubicBezTo>
                  <a:cubicBezTo>
                    <a:pt x="304" y="2386"/>
                    <a:pt x="66" y="2593"/>
                    <a:pt x="29" y="2872"/>
                  </a:cubicBezTo>
                  <a:cubicBezTo>
                    <a:pt x="0" y="3197"/>
                    <a:pt x="248" y="3473"/>
                    <a:pt x="573" y="3473"/>
                  </a:cubicBezTo>
                  <a:lnTo>
                    <a:pt x="687" y="3473"/>
                  </a:lnTo>
                  <a:cubicBezTo>
                    <a:pt x="800" y="4963"/>
                    <a:pt x="2044" y="6075"/>
                    <a:pt x="3486" y="6075"/>
                  </a:cubicBezTo>
                  <a:cubicBezTo>
                    <a:pt x="3632" y="6075"/>
                    <a:pt x="3781" y="6063"/>
                    <a:pt x="3931" y="6040"/>
                  </a:cubicBezTo>
                  <a:cubicBezTo>
                    <a:pt x="2567" y="5820"/>
                    <a:pt x="1546" y="4637"/>
                    <a:pt x="1546" y="3254"/>
                  </a:cubicBezTo>
                  <a:lnTo>
                    <a:pt x="1546" y="1737"/>
                  </a:lnTo>
                  <a:cubicBezTo>
                    <a:pt x="1546" y="1260"/>
                    <a:pt x="1937" y="869"/>
                    <a:pt x="2414" y="869"/>
                  </a:cubicBezTo>
                  <a:lnTo>
                    <a:pt x="5018" y="869"/>
                  </a:lnTo>
                  <a:cubicBezTo>
                    <a:pt x="5257" y="869"/>
                    <a:pt x="5448" y="678"/>
                    <a:pt x="5448" y="440"/>
                  </a:cubicBezTo>
                  <a:lnTo>
                    <a:pt x="5448" y="1"/>
                  </a:lnTo>
                  <a:close/>
                </a:path>
              </a:pathLst>
            </a:custGeom>
            <a:solidFill>
              <a:srgbClr val="E7ECF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903" name="Google Shape;15903;p44"/>
            <p:cNvSpPr/>
            <p:nvPr/>
          </p:nvSpPr>
          <p:spPr>
            <a:xfrm>
              <a:off x="4976883" y="3106175"/>
              <a:ext cx="61980" cy="49725"/>
            </a:xfrm>
            <a:custGeom>
              <a:rect b="b" l="l" r="r" t="t"/>
              <a:pathLst>
                <a:path extrusionOk="0" h="1899" w="2367">
                  <a:moveTo>
                    <a:pt x="500" y="1"/>
                  </a:moveTo>
                  <a:cubicBezTo>
                    <a:pt x="420" y="1"/>
                    <a:pt x="345" y="46"/>
                    <a:pt x="306" y="117"/>
                  </a:cubicBezTo>
                  <a:lnTo>
                    <a:pt x="39" y="661"/>
                  </a:lnTo>
                  <a:cubicBezTo>
                    <a:pt x="1" y="738"/>
                    <a:pt x="20" y="823"/>
                    <a:pt x="77" y="871"/>
                  </a:cubicBezTo>
                  <a:lnTo>
                    <a:pt x="1155" y="1797"/>
                  </a:lnTo>
                  <a:cubicBezTo>
                    <a:pt x="1235" y="1864"/>
                    <a:pt x="1337" y="1898"/>
                    <a:pt x="1438" y="1898"/>
                  </a:cubicBezTo>
                  <a:cubicBezTo>
                    <a:pt x="1564" y="1898"/>
                    <a:pt x="1690" y="1845"/>
                    <a:pt x="1775" y="1739"/>
                  </a:cubicBezTo>
                  <a:lnTo>
                    <a:pt x="2367" y="1005"/>
                  </a:lnTo>
                  <a:lnTo>
                    <a:pt x="611" y="32"/>
                  </a:lnTo>
                  <a:cubicBezTo>
                    <a:pt x="575" y="10"/>
                    <a:pt x="537" y="1"/>
                    <a:pt x="500" y="1"/>
                  </a:cubicBezTo>
                  <a:close/>
                </a:path>
              </a:pathLst>
            </a:custGeom>
            <a:solidFill>
              <a:srgbClr val="6F809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904" name="Google Shape;15904;p44"/>
            <p:cNvSpPr/>
            <p:nvPr/>
          </p:nvSpPr>
          <p:spPr>
            <a:xfrm>
              <a:off x="5038836" y="3106175"/>
              <a:ext cx="61718" cy="49725"/>
            </a:xfrm>
            <a:custGeom>
              <a:rect b="b" l="l" r="r" t="t"/>
              <a:pathLst>
                <a:path extrusionOk="0" h="1899" w="2357">
                  <a:moveTo>
                    <a:pt x="1861" y="1"/>
                  </a:moveTo>
                  <a:cubicBezTo>
                    <a:pt x="1825" y="1"/>
                    <a:pt x="1789" y="10"/>
                    <a:pt x="1756" y="32"/>
                  </a:cubicBezTo>
                  <a:lnTo>
                    <a:pt x="1" y="1005"/>
                  </a:lnTo>
                  <a:lnTo>
                    <a:pt x="582" y="1739"/>
                  </a:lnTo>
                  <a:cubicBezTo>
                    <a:pt x="667" y="1845"/>
                    <a:pt x="793" y="1898"/>
                    <a:pt x="921" y="1898"/>
                  </a:cubicBezTo>
                  <a:cubicBezTo>
                    <a:pt x="1024" y="1898"/>
                    <a:pt x="1127" y="1864"/>
                    <a:pt x="1212" y="1797"/>
                  </a:cubicBezTo>
                  <a:lnTo>
                    <a:pt x="2281" y="871"/>
                  </a:lnTo>
                  <a:cubicBezTo>
                    <a:pt x="2338" y="823"/>
                    <a:pt x="2357" y="738"/>
                    <a:pt x="2319" y="661"/>
                  </a:cubicBezTo>
                  <a:lnTo>
                    <a:pt x="2052" y="117"/>
                  </a:lnTo>
                  <a:cubicBezTo>
                    <a:pt x="2012" y="46"/>
                    <a:pt x="1938" y="1"/>
                    <a:pt x="1861" y="1"/>
                  </a:cubicBezTo>
                  <a:close/>
                </a:path>
              </a:pathLst>
            </a:custGeom>
            <a:solidFill>
              <a:srgbClr val="6F809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905" name="Google Shape;15905;p44"/>
            <p:cNvSpPr/>
            <p:nvPr/>
          </p:nvSpPr>
          <p:spPr>
            <a:xfrm>
              <a:off x="4999114" y="2996512"/>
              <a:ext cx="11260" cy="17073"/>
            </a:xfrm>
            <a:custGeom>
              <a:rect b="b" l="l" r="r" t="t"/>
              <a:pathLst>
                <a:path extrusionOk="0" h="652" w="430">
                  <a:moveTo>
                    <a:pt x="215" y="1"/>
                  </a:moveTo>
                  <a:cubicBezTo>
                    <a:pt x="108" y="1"/>
                    <a:pt x="1" y="75"/>
                    <a:pt x="1" y="222"/>
                  </a:cubicBezTo>
                  <a:lnTo>
                    <a:pt x="1" y="442"/>
                  </a:lnTo>
                  <a:cubicBezTo>
                    <a:pt x="1" y="556"/>
                    <a:pt x="96" y="652"/>
                    <a:pt x="211" y="652"/>
                  </a:cubicBezTo>
                  <a:cubicBezTo>
                    <a:pt x="335" y="652"/>
                    <a:pt x="430" y="556"/>
                    <a:pt x="430" y="432"/>
                  </a:cubicBezTo>
                  <a:lnTo>
                    <a:pt x="430" y="222"/>
                  </a:lnTo>
                  <a:cubicBezTo>
                    <a:pt x="430" y="75"/>
                    <a:pt x="323" y="1"/>
                    <a:pt x="215" y="1"/>
                  </a:cubicBezTo>
                  <a:close/>
                </a:path>
              </a:pathLst>
            </a:custGeom>
            <a:solidFill>
              <a:srgbClr val="213B5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906" name="Google Shape;15906;p44"/>
            <p:cNvSpPr/>
            <p:nvPr/>
          </p:nvSpPr>
          <p:spPr>
            <a:xfrm>
              <a:off x="5067064" y="2996512"/>
              <a:ext cx="11521" cy="17073"/>
            </a:xfrm>
            <a:custGeom>
              <a:rect b="b" l="l" r="r" t="t"/>
              <a:pathLst>
                <a:path extrusionOk="0" h="652" w="440">
                  <a:moveTo>
                    <a:pt x="220" y="1"/>
                  </a:moveTo>
                  <a:cubicBezTo>
                    <a:pt x="110" y="1"/>
                    <a:pt x="1" y="75"/>
                    <a:pt x="1" y="222"/>
                  </a:cubicBezTo>
                  <a:lnTo>
                    <a:pt x="1" y="442"/>
                  </a:lnTo>
                  <a:cubicBezTo>
                    <a:pt x="1" y="556"/>
                    <a:pt x="96" y="652"/>
                    <a:pt x="220" y="652"/>
                  </a:cubicBezTo>
                  <a:cubicBezTo>
                    <a:pt x="344" y="652"/>
                    <a:pt x="439" y="556"/>
                    <a:pt x="439" y="432"/>
                  </a:cubicBezTo>
                  <a:lnTo>
                    <a:pt x="439" y="222"/>
                  </a:lnTo>
                  <a:cubicBezTo>
                    <a:pt x="439" y="75"/>
                    <a:pt x="330" y="1"/>
                    <a:pt x="220" y="1"/>
                  </a:cubicBezTo>
                  <a:close/>
                </a:path>
              </a:pathLst>
            </a:custGeom>
            <a:solidFill>
              <a:srgbClr val="213B5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907" name="Google Shape;15907;p44"/>
            <p:cNvSpPr/>
            <p:nvPr/>
          </p:nvSpPr>
          <p:spPr>
            <a:xfrm>
              <a:off x="4991363" y="2979099"/>
              <a:ext cx="26525" cy="11521"/>
            </a:xfrm>
            <a:custGeom>
              <a:rect b="b" l="l" r="r" t="t"/>
              <a:pathLst>
                <a:path extrusionOk="0" h="440" w="1013">
                  <a:moveTo>
                    <a:pt x="287" y="0"/>
                  </a:moveTo>
                  <a:cubicBezTo>
                    <a:pt x="1" y="0"/>
                    <a:pt x="1" y="430"/>
                    <a:pt x="287" y="439"/>
                  </a:cubicBezTo>
                  <a:lnTo>
                    <a:pt x="726" y="439"/>
                  </a:lnTo>
                  <a:cubicBezTo>
                    <a:pt x="1012" y="430"/>
                    <a:pt x="1012" y="0"/>
                    <a:pt x="726" y="0"/>
                  </a:cubicBezTo>
                  <a:close/>
                </a:path>
              </a:pathLst>
            </a:custGeom>
            <a:solidFill>
              <a:srgbClr val="39516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908" name="Google Shape;15908;p44"/>
            <p:cNvSpPr/>
            <p:nvPr/>
          </p:nvSpPr>
          <p:spPr>
            <a:xfrm>
              <a:off x="5059575" y="2979099"/>
              <a:ext cx="26499" cy="11521"/>
            </a:xfrm>
            <a:custGeom>
              <a:rect b="b" l="l" r="r" t="t"/>
              <a:pathLst>
                <a:path extrusionOk="0" h="440" w="1012">
                  <a:moveTo>
                    <a:pt x="287" y="0"/>
                  </a:moveTo>
                  <a:cubicBezTo>
                    <a:pt x="0" y="0"/>
                    <a:pt x="0" y="439"/>
                    <a:pt x="287" y="439"/>
                  </a:cubicBezTo>
                  <a:lnTo>
                    <a:pt x="725" y="439"/>
                  </a:lnTo>
                  <a:cubicBezTo>
                    <a:pt x="1012" y="430"/>
                    <a:pt x="1012" y="0"/>
                    <a:pt x="725" y="0"/>
                  </a:cubicBezTo>
                  <a:close/>
                </a:path>
              </a:pathLst>
            </a:custGeom>
            <a:solidFill>
              <a:srgbClr val="39516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909" name="Google Shape;15909;p44"/>
            <p:cNvSpPr/>
            <p:nvPr/>
          </p:nvSpPr>
          <p:spPr>
            <a:xfrm>
              <a:off x="5013097" y="3033538"/>
              <a:ext cx="51244" cy="22781"/>
            </a:xfrm>
            <a:custGeom>
              <a:rect b="b" l="l" r="r" t="t"/>
              <a:pathLst>
                <a:path extrusionOk="0" h="870" w="1957">
                  <a:moveTo>
                    <a:pt x="125" y="1"/>
                  </a:moveTo>
                  <a:cubicBezTo>
                    <a:pt x="58" y="1"/>
                    <a:pt x="1" y="58"/>
                    <a:pt x="10" y="125"/>
                  </a:cubicBezTo>
                  <a:cubicBezTo>
                    <a:pt x="87" y="545"/>
                    <a:pt x="487" y="869"/>
                    <a:pt x="984" y="869"/>
                  </a:cubicBezTo>
                  <a:cubicBezTo>
                    <a:pt x="1470" y="869"/>
                    <a:pt x="1871" y="545"/>
                    <a:pt x="1947" y="125"/>
                  </a:cubicBezTo>
                  <a:cubicBezTo>
                    <a:pt x="1957" y="58"/>
                    <a:pt x="1909" y="1"/>
                    <a:pt x="1833" y="1"/>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910" name="Google Shape;15910;p44"/>
            <p:cNvSpPr/>
            <p:nvPr/>
          </p:nvSpPr>
          <p:spPr>
            <a:xfrm>
              <a:off x="5033102" y="3172188"/>
              <a:ext cx="11260" cy="11260"/>
            </a:xfrm>
            <a:custGeom>
              <a:rect b="b" l="l" r="r" t="t"/>
              <a:pathLst>
                <a:path extrusionOk="0" h="430" w="430">
                  <a:moveTo>
                    <a:pt x="220" y="1"/>
                  </a:moveTo>
                  <a:cubicBezTo>
                    <a:pt x="95" y="1"/>
                    <a:pt x="0" y="96"/>
                    <a:pt x="0" y="220"/>
                  </a:cubicBezTo>
                  <a:cubicBezTo>
                    <a:pt x="0" y="334"/>
                    <a:pt x="95" y="430"/>
                    <a:pt x="220" y="430"/>
                  </a:cubicBezTo>
                  <a:cubicBezTo>
                    <a:pt x="334" y="430"/>
                    <a:pt x="429" y="334"/>
                    <a:pt x="429" y="220"/>
                  </a:cubicBezTo>
                  <a:cubicBezTo>
                    <a:pt x="429" y="96"/>
                    <a:pt x="334" y="1"/>
                    <a:pt x="220" y="1"/>
                  </a:cubicBezTo>
                  <a:close/>
                </a:path>
              </a:pathLst>
            </a:custGeom>
            <a:solidFill>
              <a:srgbClr val="EDF1F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911" name="Google Shape;15911;p44"/>
            <p:cNvSpPr/>
            <p:nvPr/>
          </p:nvSpPr>
          <p:spPr>
            <a:xfrm>
              <a:off x="5033102" y="3206150"/>
              <a:ext cx="11260" cy="11521"/>
            </a:xfrm>
            <a:custGeom>
              <a:rect b="b" l="l" r="r" t="t"/>
              <a:pathLst>
                <a:path extrusionOk="0" h="440" w="430">
                  <a:moveTo>
                    <a:pt x="220" y="1"/>
                  </a:moveTo>
                  <a:cubicBezTo>
                    <a:pt x="95" y="1"/>
                    <a:pt x="0" y="96"/>
                    <a:pt x="0" y="220"/>
                  </a:cubicBezTo>
                  <a:cubicBezTo>
                    <a:pt x="0" y="344"/>
                    <a:pt x="95" y="440"/>
                    <a:pt x="220" y="440"/>
                  </a:cubicBezTo>
                  <a:cubicBezTo>
                    <a:pt x="334" y="440"/>
                    <a:pt x="429" y="344"/>
                    <a:pt x="429" y="220"/>
                  </a:cubicBezTo>
                  <a:cubicBezTo>
                    <a:pt x="429" y="96"/>
                    <a:pt x="334" y="1"/>
                    <a:pt x="220" y="1"/>
                  </a:cubicBezTo>
                  <a:close/>
                </a:path>
              </a:pathLst>
            </a:custGeom>
            <a:solidFill>
              <a:srgbClr val="EDF1F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912" name="Google Shape;15912;p44"/>
            <p:cNvSpPr/>
            <p:nvPr/>
          </p:nvSpPr>
          <p:spPr>
            <a:xfrm>
              <a:off x="4944413" y="2922383"/>
              <a:ext cx="188637" cy="76460"/>
            </a:xfrm>
            <a:custGeom>
              <a:rect b="b" l="l" r="r" t="t"/>
              <a:pathLst>
                <a:path extrusionOk="0" h="2920" w="7204">
                  <a:moveTo>
                    <a:pt x="1174" y="1"/>
                  </a:moveTo>
                  <a:cubicBezTo>
                    <a:pt x="516" y="1"/>
                    <a:pt x="0" y="583"/>
                    <a:pt x="105" y="1241"/>
                  </a:cubicBezTo>
                  <a:lnTo>
                    <a:pt x="353" y="2920"/>
                  </a:lnTo>
                  <a:lnTo>
                    <a:pt x="840" y="2863"/>
                  </a:lnTo>
                  <a:cubicBezTo>
                    <a:pt x="1050" y="2834"/>
                    <a:pt x="1212" y="2653"/>
                    <a:pt x="1222" y="2433"/>
                  </a:cubicBezTo>
                  <a:lnTo>
                    <a:pt x="1222" y="1298"/>
                  </a:lnTo>
                  <a:cubicBezTo>
                    <a:pt x="1222" y="1060"/>
                    <a:pt x="1412" y="869"/>
                    <a:pt x="1651" y="869"/>
                  </a:cubicBezTo>
                  <a:lnTo>
                    <a:pt x="5553" y="869"/>
                  </a:lnTo>
                  <a:cubicBezTo>
                    <a:pt x="5791" y="869"/>
                    <a:pt x="5991" y="1060"/>
                    <a:pt x="5991" y="1298"/>
                  </a:cubicBezTo>
                  <a:lnTo>
                    <a:pt x="5991" y="2433"/>
                  </a:lnTo>
                  <a:cubicBezTo>
                    <a:pt x="5991" y="2653"/>
                    <a:pt x="6154" y="2834"/>
                    <a:pt x="6373" y="2863"/>
                  </a:cubicBezTo>
                  <a:lnTo>
                    <a:pt x="6860" y="2920"/>
                  </a:lnTo>
                  <a:lnTo>
                    <a:pt x="7108" y="1241"/>
                  </a:lnTo>
                  <a:cubicBezTo>
                    <a:pt x="7203" y="583"/>
                    <a:pt x="6697" y="1"/>
                    <a:pt x="6030" y="1"/>
                  </a:cubicBezTo>
                  <a:close/>
                </a:path>
              </a:pathLst>
            </a:custGeom>
            <a:solidFill>
              <a:srgbClr val="213B5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913" name="Google Shape;15913;p44"/>
            <p:cNvSpPr/>
            <p:nvPr/>
          </p:nvSpPr>
          <p:spPr>
            <a:xfrm>
              <a:off x="4976385" y="2879989"/>
              <a:ext cx="150668" cy="65148"/>
            </a:xfrm>
            <a:custGeom>
              <a:rect b="b" l="l" r="r" t="t"/>
              <a:pathLst>
                <a:path extrusionOk="0" h="2488" w="5754">
                  <a:moveTo>
                    <a:pt x="5093" y="0"/>
                  </a:moveTo>
                  <a:cubicBezTo>
                    <a:pt x="5059" y="0"/>
                    <a:pt x="5024" y="8"/>
                    <a:pt x="4990" y="26"/>
                  </a:cubicBezTo>
                  <a:cubicBezTo>
                    <a:pt x="4770" y="151"/>
                    <a:pt x="4351" y="313"/>
                    <a:pt x="3683" y="313"/>
                  </a:cubicBezTo>
                  <a:lnTo>
                    <a:pt x="1517" y="313"/>
                  </a:lnTo>
                  <a:cubicBezTo>
                    <a:pt x="678" y="313"/>
                    <a:pt x="1" y="1000"/>
                    <a:pt x="1" y="1839"/>
                  </a:cubicBezTo>
                  <a:cubicBezTo>
                    <a:pt x="1" y="2192"/>
                    <a:pt x="287" y="2488"/>
                    <a:pt x="649" y="2488"/>
                  </a:cubicBezTo>
                  <a:lnTo>
                    <a:pt x="4122" y="2488"/>
                  </a:lnTo>
                  <a:cubicBezTo>
                    <a:pt x="4933" y="2488"/>
                    <a:pt x="5753" y="1524"/>
                    <a:pt x="5305" y="151"/>
                  </a:cubicBezTo>
                  <a:cubicBezTo>
                    <a:pt x="5270" y="60"/>
                    <a:pt x="5184" y="0"/>
                    <a:pt x="5093" y="0"/>
                  </a:cubicBezTo>
                  <a:close/>
                </a:path>
              </a:pathLst>
            </a:custGeom>
            <a:solidFill>
              <a:srgbClr val="576D8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914" name="Google Shape;15914;p44"/>
            <p:cNvSpPr/>
            <p:nvPr/>
          </p:nvSpPr>
          <p:spPr>
            <a:xfrm>
              <a:off x="4936427" y="3183421"/>
              <a:ext cx="17256" cy="51244"/>
            </a:xfrm>
            <a:custGeom>
              <a:rect b="b" l="l" r="r" t="t"/>
              <a:pathLst>
                <a:path extrusionOk="0" h="1957" w="659">
                  <a:moveTo>
                    <a:pt x="658" y="1"/>
                  </a:moveTo>
                  <a:cubicBezTo>
                    <a:pt x="296" y="1"/>
                    <a:pt x="0" y="297"/>
                    <a:pt x="0" y="659"/>
                  </a:cubicBezTo>
                  <a:lnTo>
                    <a:pt x="0" y="1957"/>
                  </a:lnTo>
                  <a:lnTo>
                    <a:pt x="658" y="1957"/>
                  </a:lnTo>
                  <a:lnTo>
                    <a:pt x="658" y="1"/>
                  </a:lnTo>
                  <a:close/>
                </a:path>
              </a:pathLst>
            </a:custGeom>
            <a:solidFill>
              <a:srgbClr val="52667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915" name="Google Shape;15915;p44"/>
            <p:cNvSpPr/>
            <p:nvPr/>
          </p:nvSpPr>
          <p:spPr>
            <a:xfrm>
              <a:off x="5123781" y="3183421"/>
              <a:ext cx="16994" cy="51244"/>
            </a:xfrm>
            <a:custGeom>
              <a:rect b="b" l="l" r="r" t="t"/>
              <a:pathLst>
                <a:path extrusionOk="0" h="1957" w="649">
                  <a:moveTo>
                    <a:pt x="0" y="1"/>
                  </a:moveTo>
                  <a:lnTo>
                    <a:pt x="0" y="1957"/>
                  </a:lnTo>
                  <a:lnTo>
                    <a:pt x="649" y="1957"/>
                  </a:lnTo>
                  <a:lnTo>
                    <a:pt x="649" y="659"/>
                  </a:lnTo>
                  <a:cubicBezTo>
                    <a:pt x="649" y="297"/>
                    <a:pt x="363" y="1"/>
                    <a:pt x="0" y="1"/>
                  </a:cubicBezTo>
                  <a:close/>
                </a:path>
              </a:pathLst>
            </a:custGeom>
            <a:solidFill>
              <a:srgbClr val="52667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916" name="Google Shape;15916;p44"/>
            <p:cNvSpPr/>
            <p:nvPr/>
          </p:nvSpPr>
          <p:spPr>
            <a:xfrm>
              <a:off x="4953657" y="3127725"/>
              <a:ext cx="22755" cy="106940"/>
            </a:xfrm>
            <a:custGeom>
              <a:rect b="b" l="l" r="r" t="t"/>
              <a:pathLst>
                <a:path extrusionOk="0" h="4084" w="869">
                  <a:moveTo>
                    <a:pt x="869" y="0"/>
                  </a:moveTo>
                  <a:lnTo>
                    <a:pt x="0" y="258"/>
                  </a:lnTo>
                  <a:lnTo>
                    <a:pt x="0" y="4084"/>
                  </a:lnTo>
                  <a:lnTo>
                    <a:pt x="869" y="4084"/>
                  </a:lnTo>
                  <a:lnTo>
                    <a:pt x="869" y="0"/>
                  </a:lnTo>
                  <a:close/>
                </a:path>
              </a:pathLst>
            </a:custGeom>
            <a:solidFill>
              <a:srgbClr val="F4F7F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917" name="Google Shape;15917;p44"/>
            <p:cNvSpPr/>
            <p:nvPr/>
          </p:nvSpPr>
          <p:spPr>
            <a:xfrm>
              <a:off x="5101288" y="3127725"/>
              <a:ext cx="22755" cy="106940"/>
            </a:xfrm>
            <a:custGeom>
              <a:rect b="b" l="l" r="r" t="t"/>
              <a:pathLst>
                <a:path extrusionOk="0" h="4084" w="869">
                  <a:moveTo>
                    <a:pt x="0" y="0"/>
                  </a:moveTo>
                  <a:lnTo>
                    <a:pt x="0" y="4084"/>
                  </a:lnTo>
                  <a:lnTo>
                    <a:pt x="869" y="4084"/>
                  </a:lnTo>
                  <a:lnTo>
                    <a:pt x="869" y="258"/>
                  </a:lnTo>
                  <a:lnTo>
                    <a:pt x="0" y="0"/>
                  </a:lnTo>
                  <a:close/>
                </a:path>
              </a:pathLst>
            </a:custGeom>
            <a:solidFill>
              <a:srgbClr val="F4F7F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918" name="Google Shape;15918;p44"/>
            <p:cNvSpPr/>
            <p:nvPr/>
          </p:nvSpPr>
          <p:spPr>
            <a:xfrm>
              <a:off x="4953657" y="3183421"/>
              <a:ext cx="11260" cy="51244"/>
            </a:xfrm>
            <a:custGeom>
              <a:rect b="b" l="l" r="r" t="t"/>
              <a:pathLst>
                <a:path extrusionOk="0" h="1957" w="430">
                  <a:moveTo>
                    <a:pt x="0" y="1"/>
                  </a:moveTo>
                  <a:lnTo>
                    <a:pt x="0" y="1957"/>
                  </a:lnTo>
                  <a:lnTo>
                    <a:pt x="430" y="1957"/>
                  </a:lnTo>
                  <a:lnTo>
                    <a:pt x="430" y="440"/>
                  </a:lnTo>
                  <a:cubicBezTo>
                    <a:pt x="430" y="201"/>
                    <a:pt x="239" y="1"/>
                    <a:pt x="0" y="1"/>
                  </a:cubicBezTo>
                  <a:close/>
                </a:path>
              </a:pathLst>
            </a:custGeom>
            <a:solidFill>
              <a:srgbClr val="F1F4F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919" name="Google Shape;15919;p44"/>
            <p:cNvSpPr/>
            <p:nvPr/>
          </p:nvSpPr>
          <p:spPr>
            <a:xfrm>
              <a:off x="5112521" y="3183421"/>
              <a:ext cx="11286" cy="51244"/>
            </a:xfrm>
            <a:custGeom>
              <a:rect b="b" l="l" r="r" t="t"/>
              <a:pathLst>
                <a:path extrusionOk="0" h="1957" w="431">
                  <a:moveTo>
                    <a:pt x="430" y="1"/>
                  </a:moveTo>
                  <a:cubicBezTo>
                    <a:pt x="192" y="1"/>
                    <a:pt x="1" y="201"/>
                    <a:pt x="1" y="440"/>
                  </a:cubicBezTo>
                  <a:lnTo>
                    <a:pt x="1" y="1957"/>
                  </a:lnTo>
                  <a:lnTo>
                    <a:pt x="430" y="1957"/>
                  </a:lnTo>
                  <a:lnTo>
                    <a:pt x="430" y="1"/>
                  </a:lnTo>
                  <a:close/>
                </a:path>
              </a:pathLst>
            </a:custGeom>
            <a:solidFill>
              <a:srgbClr val="F1F4F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920" name="Google Shape;15920;p44"/>
            <p:cNvSpPr/>
            <p:nvPr/>
          </p:nvSpPr>
          <p:spPr>
            <a:xfrm>
              <a:off x="5010112" y="2880172"/>
              <a:ext cx="110448" cy="44488"/>
            </a:xfrm>
            <a:custGeom>
              <a:rect b="b" l="l" r="r" t="t"/>
              <a:pathLst>
                <a:path extrusionOk="0" h="1699" w="4218">
                  <a:moveTo>
                    <a:pt x="3811" y="1"/>
                  </a:moveTo>
                  <a:cubicBezTo>
                    <a:pt x="3775" y="1"/>
                    <a:pt x="3738" y="10"/>
                    <a:pt x="3702" y="29"/>
                  </a:cubicBezTo>
                  <a:cubicBezTo>
                    <a:pt x="3482" y="153"/>
                    <a:pt x="3063" y="315"/>
                    <a:pt x="2395" y="315"/>
                  </a:cubicBezTo>
                  <a:lnTo>
                    <a:pt x="229" y="315"/>
                  </a:lnTo>
                  <a:lnTo>
                    <a:pt x="182" y="344"/>
                  </a:lnTo>
                  <a:cubicBezTo>
                    <a:pt x="67" y="563"/>
                    <a:pt x="0" y="811"/>
                    <a:pt x="0" y="1059"/>
                  </a:cubicBezTo>
                  <a:lnTo>
                    <a:pt x="0" y="1069"/>
                  </a:lnTo>
                  <a:cubicBezTo>
                    <a:pt x="10" y="1374"/>
                    <a:pt x="277" y="1613"/>
                    <a:pt x="582" y="1613"/>
                  </a:cubicBezTo>
                  <a:lnTo>
                    <a:pt x="3521" y="1613"/>
                  </a:lnTo>
                  <a:cubicBezTo>
                    <a:pt x="3673" y="1613"/>
                    <a:pt x="3826" y="1641"/>
                    <a:pt x="3959" y="1699"/>
                  </a:cubicBezTo>
                  <a:cubicBezTo>
                    <a:pt x="4160" y="1298"/>
                    <a:pt x="4217" y="764"/>
                    <a:pt x="4017" y="144"/>
                  </a:cubicBezTo>
                  <a:cubicBezTo>
                    <a:pt x="3983" y="55"/>
                    <a:pt x="3901" y="1"/>
                    <a:pt x="3811" y="1"/>
                  </a:cubicBezTo>
                  <a:close/>
                </a:path>
              </a:pathLst>
            </a:custGeom>
            <a:solidFill>
              <a:srgbClr val="39516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5921" name="Google Shape;15921;p44"/>
          <p:cNvGrpSpPr/>
          <p:nvPr/>
        </p:nvGrpSpPr>
        <p:grpSpPr>
          <a:xfrm>
            <a:off x="5803988" y="4115682"/>
            <a:ext cx="274550" cy="354729"/>
            <a:chOff x="5803988" y="4268082"/>
            <a:chExt cx="274550" cy="354729"/>
          </a:xfrm>
        </p:grpSpPr>
        <p:sp>
          <p:nvSpPr>
            <p:cNvPr id="15922" name="Google Shape;15922;p44"/>
            <p:cNvSpPr/>
            <p:nvPr/>
          </p:nvSpPr>
          <p:spPr>
            <a:xfrm>
              <a:off x="5803988" y="4519877"/>
              <a:ext cx="274550" cy="102933"/>
            </a:xfrm>
            <a:custGeom>
              <a:rect b="b" l="l" r="r" t="t"/>
              <a:pathLst>
                <a:path extrusionOk="0" h="3931" w="10485">
                  <a:moveTo>
                    <a:pt x="3721" y="0"/>
                  </a:moveTo>
                  <a:lnTo>
                    <a:pt x="945" y="811"/>
                  </a:lnTo>
                  <a:cubicBezTo>
                    <a:pt x="382" y="973"/>
                    <a:pt x="0" y="1489"/>
                    <a:pt x="0" y="2070"/>
                  </a:cubicBezTo>
                  <a:lnTo>
                    <a:pt x="0" y="3272"/>
                  </a:lnTo>
                  <a:cubicBezTo>
                    <a:pt x="0" y="3635"/>
                    <a:pt x="296" y="3931"/>
                    <a:pt x="659" y="3931"/>
                  </a:cubicBezTo>
                  <a:lnTo>
                    <a:pt x="9836" y="3931"/>
                  </a:lnTo>
                  <a:cubicBezTo>
                    <a:pt x="10199" y="3931"/>
                    <a:pt x="10485" y="3635"/>
                    <a:pt x="10485" y="3272"/>
                  </a:cubicBezTo>
                  <a:lnTo>
                    <a:pt x="10485" y="2070"/>
                  </a:lnTo>
                  <a:cubicBezTo>
                    <a:pt x="10485" y="1489"/>
                    <a:pt x="10103" y="973"/>
                    <a:pt x="9540" y="811"/>
                  </a:cubicBezTo>
                  <a:lnTo>
                    <a:pt x="6774" y="0"/>
                  </a:lnTo>
                  <a:close/>
                </a:path>
              </a:pathLst>
            </a:custGeom>
            <a:solidFill>
              <a:srgbClr val="E7E9E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923" name="Google Shape;15923;p44"/>
            <p:cNvSpPr/>
            <p:nvPr/>
          </p:nvSpPr>
          <p:spPr>
            <a:xfrm>
              <a:off x="5870943" y="4519877"/>
              <a:ext cx="140666" cy="45745"/>
            </a:xfrm>
            <a:custGeom>
              <a:rect b="b" l="l" r="r" t="t"/>
              <a:pathLst>
                <a:path extrusionOk="0" h="1747" w="5372">
                  <a:moveTo>
                    <a:pt x="1164" y="0"/>
                  </a:moveTo>
                  <a:lnTo>
                    <a:pt x="0" y="344"/>
                  </a:lnTo>
                  <a:cubicBezTo>
                    <a:pt x="611" y="1221"/>
                    <a:pt x="1612" y="1746"/>
                    <a:pt x="2690" y="1746"/>
                  </a:cubicBezTo>
                  <a:cubicBezTo>
                    <a:pt x="3759" y="1746"/>
                    <a:pt x="4760" y="1221"/>
                    <a:pt x="5371" y="344"/>
                  </a:cubicBezTo>
                  <a:lnTo>
                    <a:pt x="4217" y="0"/>
                  </a:lnTo>
                  <a:close/>
                </a:path>
              </a:pathLst>
            </a:custGeom>
            <a:solidFill>
              <a:srgbClr val="ECF0F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924" name="Google Shape;15924;p44"/>
            <p:cNvSpPr/>
            <p:nvPr/>
          </p:nvSpPr>
          <p:spPr>
            <a:xfrm>
              <a:off x="5849707" y="4523124"/>
              <a:ext cx="39984" cy="99686"/>
            </a:xfrm>
            <a:custGeom>
              <a:rect b="b" l="l" r="r" t="t"/>
              <a:pathLst>
                <a:path extrusionOk="0" h="3807" w="1527">
                  <a:moveTo>
                    <a:pt x="1527" y="0"/>
                  </a:moveTo>
                  <a:lnTo>
                    <a:pt x="0" y="458"/>
                  </a:lnTo>
                  <a:lnTo>
                    <a:pt x="0" y="3807"/>
                  </a:lnTo>
                  <a:lnTo>
                    <a:pt x="1527" y="3807"/>
                  </a:lnTo>
                  <a:lnTo>
                    <a:pt x="1527" y="0"/>
                  </a:lnTo>
                  <a:close/>
                </a:path>
              </a:pathLst>
            </a:custGeom>
            <a:solidFill>
              <a:srgbClr val="E1E7E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925" name="Google Shape;15925;p44"/>
            <p:cNvSpPr/>
            <p:nvPr/>
          </p:nvSpPr>
          <p:spPr>
            <a:xfrm>
              <a:off x="5870943" y="4523360"/>
              <a:ext cx="18748" cy="25007"/>
            </a:xfrm>
            <a:custGeom>
              <a:rect b="b" l="l" r="r" t="t"/>
              <a:pathLst>
                <a:path extrusionOk="0" h="955" w="716">
                  <a:moveTo>
                    <a:pt x="716" y="1"/>
                  </a:moveTo>
                  <a:lnTo>
                    <a:pt x="0" y="211"/>
                  </a:lnTo>
                  <a:cubicBezTo>
                    <a:pt x="200" y="497"/>
                    <a:pt x="439" y="745"/>
                    <a:pt x="716" y="955"/>
                  </a:cubicBezTo>
                  <a:lnTo>
                    <a:pt x="716" y="1"/>
                  </a:lnTo>
                  <a:close/>
                </a:path>
              </a:pathLst>
            </a:custGeom>
            <a:solidFill>
              <a:srgbClr val="DBE2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926" name="Google Shape;15926;p44"/>
            <p:cNvSpPr/>
            <p:nvPr/>
          </p:nvSpPr>
          <p:spPr>
            <a:xfrm>
              <a:off x="5992835" y="4523124"/>
              <a:ext cx="39984" cy="99686"/>
            </a:xfrm>
            <a:custGeom>
              <a:rect b="b" l="l" r="r" t="t"/>
              <a:pathLst>
                <a:path extrusionOk="0" h="3807" w="1527">
                  <a:moveTo>
                    <a:pt x="1" y="0"/>
                  </a:moveTo>
                  <a:lnTo>
                    <a:pt x="1" y="3807"/>
                  </a:lnTo>
                  <a:lnTo>
                    <a:pt x="1527" y="3807"/>
                  </a:lnTo>
                  <a:lnTo>
                    <a:pt x="1527" y="458"/>
                  </a:lnTo>
                  <a:lnTo>
                    <a:pt x="1" y="0"/>
                  </a:lnTo>
                  <a:close/>
                </a:path>
              </a:pathLst>
            </a:custGeom>
            <a:solidFill>
              <a:srgbClr val="E1E7E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927" name="Google Shape;15927;p44"/>
            <p:cNvSpPr/>
            <p:nvPr/>
          </p:nvSpPr>
          <p:spPr>
            <a:xfrm>
              <a:off x="5992835" y="4523124"/>
              <a:ext cx="18775" cy="25007"/>
            </a:xfrm>
            <a:custGeom>
              <a:rect b="b" l="l" r="r" t="t"/>
              <a:pathLst>
                <a:path extrusionOk="0" h="955" w="717">
                  <a:moveTo>
                    <a:pt x="1" y="0"/>
                  </a:moveTo>
                  <a:lnTo>
                    <a:pt x="1" y="954"/>
                  </a:lnTo>
                  <a:cubicBezTo>
                    <a:pt x="277" y="744"/>
                    <a:pt x="516" y="496"/>
                    <a:pt x="716" y="220"/>
                  </a:cubicBezTo>
                  <a:lnTo>
                    <a:pt x="1" y="0"/>
                  </a:lnTo>
                  <a:close/>
                </a:path>
              </a:pathLst>
            </a:custGeom>
            <a:solidFill>
              <a:srgbClr val="DBE2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928" name="Google Shape;15928;p44"/>
            <p:cNvSpPr/>
            <p:nvPr/>
          </p:nvSpPr>
          <p:spPr>
            <a:xfrm>
              <a:off x="5866924" y="4342500"/>
              <a:ext cx="157395" cy="36274"/>
            </a:xfrm>
            <a:custGeom>
              <a:rect b="b" l="l" r="r" t="t"/>
              <a:pathLst>
                <a:path extrusionOk="0" h="1308" w="5677">
                  <a:moveTo>
                    <a:pt x="0" y="1"/>
                  </a:moveTo>
                  <a:lnTo>
                    <a:pt x="0" y="1308"/>
                  </a:lnTo>
                  <a:lnTo>
                    <a:pt x="5677" y="1308"/>
                  </a:lnTo>
                  <a:lnTo>
                    <a:pt x="5677" y="1"/>
                  </a:lnTo>
                  <a:close/>
                </a:path>
              </a:pathLst>
            </a:custGeom>
            <a:solidFill>
              <a:srgbClr val="E7E9E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929" name="Google Shape;15929;p44"/>
            <p:cNvSpPr/>
            <p:nvPr/>
          </p:nvSpPr>
          <p:spPr>
            <a:xfrm>
              <a:off x="5844942" y="4376724"/>
              <a:ext cx="192643" cy="74470"/>
            </a:xfrm>
            <a:custGeom>
              <a:rect b="b" l="l" r="r" t="t"/>
              <a:pathLst>
                <a:path extrusionOk="0" h="2844" w="7357">
                  <a:moveTo>
                    <a:pt x="840" y="1"/>
                  </a:moveTo>
                  <a:lnTo>
                    <a:pt x="840" y="1098"/>
                  </a:lnTo>
                  <a:lnTo>
                    <a:pt x="735" y="1098"/>
                  </a:lnTo>
                  <a:cubicBezTo>
                    <a:pt x="1" y="1098"/>
                    <a:pt x="1" y="2186"/>
                    <a:pt x="735" y="2186"/>
                  </a:cubicBezTo>
                  <a:lnTo>
                    <a:pt x="840" y="2186"/>
                  </a:lnTo>
                  <a:lnTo>
                    <a:pt x="840" y="2844"/>
                  </a:lnTo>
                  <a:lnTo>
                    <a:pt x="6517" y="2844"/>
                  </a:lnTo>
                  <a:lnTo>
                    <a:pt x="6517" y="2186"/>
                  </a:lnTo>
                  <a:lnTo>
                    <a:pt x="6631" y="2186"/>
                  </a:lnTo>
                  <a:cubicBezTo>
                    <a:pt x="7356" y="2186"/>
                    <a:pt x="7356" y="1088"/>
                    <a:pt x="6631" y="1088"/>
                  </a:cubicBezTo>
                  <a:lnTo>
                    <a:pt x="6631" y="1098"/>
                  </a:lnTo>
                  <a:lnTo>
                    <a:pt x="6517" y="1098"/>
                  </a:lnTo>
                  <a:lnTo>
                    <a:pt x="6517" y="1"/>
                  </a:lnTo>
                  <a:close/>
                </a:path>
              </a:pathLst>
            </a:custGeom>
            <a:solidFill>
              <a:srgbClr val="E0E7E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930" name="Google Shape;15930;p44"/>
            <p:cNvSpPr/>
            <p:nvPr/>
          </p:nvSpPr>
          <p:spPr>
            <a:xfrm>
              <a:off x="5848948" y="4376724"/>
              <a:ext cx="166903" cy="74470"/>
            </a:xfrm>
            <a:custGeom>
              <a:rect b="b" l="l" r="r" t="t"/>
              <a:pathLst>
                <a:path extrusionOk="0" h="2844" w="6374">
                  <a:moveTo>
                    <a:pt x="687" y="1"/>
                  </a:moveTo>
                  <a:lnTo>
                    <a:pt x="687" y="1098"/>
                  </a:lnTo>
                  <a:lnTo>
                    <a:pt x="611" y="1098"/>
                  </a:lnTo>
                  <a:cubicBezTo>
                    <a:pt x="605" y="1098"/>
                    <a:pt x="599" y="1098"/>
                    <a:pt x="592" y="1098"/>
                  </a:cubicBezTo>
                  <a:cubicBezTo>
                    <a:pt x="314" y="1098"/>
                    <a:pt x="76" y="1305"/>
                    <a:pt x="39" y="1585"/>
                  </a:cubicBezTo>
                  <a:cubicBezTo>
                    <a:pt x="1" y="1909"/>
                    <a:pt x="258" y="2186"/>
                    <a:pt x="582" y="2186"/>
                  </a:cubicBezTo>
                  <a:lnTo>
                    <a:pt x="687" y="2186"/>
                  </a:lnTo>
                  <a:lnTo>
                    <a:pt x="687" y="2844"/>
                  </a:lnTo>
                  <a:lnTo>
                    <a:pt x="1565" y="2844"/>
                  </a:lnTo>
                  <a:lnTo>
                    <a:pt x="1565" y="1747"/>
                  </a:lnTo>
                  <a:cubicBezTo>
                    <a:pt x="1565" y="1022"/>
                    <a:pt x="2147" y="440"/>
                    <a:pt x="2872" y="440"/>
                  </a:cubicBezTo>
                  <a:lnTo>
                    <a:pt x="6373" y="440"/>
                  </a:lnTo>
                  <a:lnTo>
                    <a:pt x="6373" y="1"/>
                  </a:lnTo>
                  <a:close/>
                </a:path>
              </a:pathLst>
            </a:custGeom>
            <a:solidFill>
              <a:srgbClr val="DAE2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931" name="Google Shape;15931;p44"/>
            <p:cNvSpPr/>
            <p:nvPr/>
          </p:nvSpPr>
          <p:spPr>
            <a:xfrm>
              <a:off x="5866937" y="4439699"/>
              <a:ext cx="148652" cy="114428"/>
            </a:xfrm>
            <a:custGeom>
              <a:rect b="b" l="l" r="r" t="t"/>
              <a:pathLst>
                <a:path extrusionOk="0" h="4370" w="5677">
                  <a:moveTo>
                    <a:pt x="0" y="0"/>
                  </a:moveTo>
                  <a:lnTo>
                    <a:pt x="0" y="1536"/>
                  </a:lnTo>
                  <a:cubicBezTo>
                    <a:pt x="0" y="3100"/>
                    <a:pt x="1269" y="4369"/>
                    <a:pt x="2843" y="4369"/>
                  </a:cubicBezTo>
                  <a:cubicBezTo>
                    <a:pt x="4408" y="4369"/>
                    <a:pt x="5677" y="3100"/>
                    <a:pt x="5677" y="1536"/>
                  </a:cubicBezTo>
                  <a:lnTo>
                    <a:pt x="5677" y="0"/>
                  </a:lnTo>
                  <a:close/>
                </a:path>
              </a:pathLst>
            </a:custGeom>
            <a:solidFill>
              <a:srgbClr val="576D8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932" name="Google Shape;15932;p44"/>
            <p:cNvSpPr/>
            <p:nvPr/>
          </p:nvSpPr>
          <p:spPr>
            <a:xfrm>
              <a:off x="5901161" y="4405396"/>
              <a:ext cx="11521" cy="17334"/>
            </a:xfrm>
            <a:custGeom>
              <a:rect b="b" l="l" r="r" t="t"/>
              <a:pathLst>
                <a:path extrusionOk="0" h="662" w="440">
                  <a:moveTo>
                    <a:pt x="220" y="1"/>
                  </a:moveTo>
                  <a:cubicBezTo>
                    <a:pt x="110" y="1"/>
                    <a:pt x="0" y="75"/>
                    <a:pt x="0" y="222"/>
                  </a:cubicBezTo>
                  <a:lnTo>
                    <a:pt x="0" y="442"/>
                  </a:lnTo>
                  <a:cubicBezTo>
                    <a:pt x="0" y="556"/>
                    <a:pt x="96" y="661"/>
                    <a:pt x="220" y="661"/>
                  </a:cubicBezTo>
                  <a:cubicBezTo>
                    <a:pt x="344" y="661"/>
                    <a:pt x="439" y="556"/>
                    <a:pt x="439" y="442"/>
                  </a:cubicBezTo>
                  <a:lnTo>
                    <a:pt x="439" y="222"/>
                  </a:lnTo>
                  <a:cubicBezTo>
                    <a:pt x="439" y="75"/>
                    <a:pt x="330" y="1"/>
                    <a:pt x="220" y="1"/>
                  </a:cubicBezTo>
                  <a:close/>
                </a:path>
              </a:pathLst>
            </a:custGeom>
            <a:solidFill>
              <a:srgbClr val="213B5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933" name="Google Shape;15933;p44"/>
            <p:cNvSpPr/>
            <p:nvPr/>
          </p:nvSpPr>
          <p:spPr>
            <a:xfrm>
              <a:off x="5969844" y="4405396"/>
              <a:ext cx="11521" cy="17334"/>
            </a:xfrm>
            <a:custGeom>
              <a:rect b="b" l="l" r="r" t="t"/>
              <a:pathLst>
                <a:path extrusionOk="0" h="662" w="440">
                  <a:moveTo>
                    <a:pt x="220" y="1"/>
                  </a:moveTo>
                  <a:cubicBezTo>
                    <a:pt x="111" y="1"/>
                    <a:pt x="1" y="75"/>
                    <a:pt x="1" y="222"/>
                  </a:cubicBezTo>
                  <a:lnTo>
                    <a:pt x="1" y="442"/>
                  </a:lnTo>
                  <a:cubicBezTo>
                    <a:pt x="1" y="556"/>
                    <a:pt x="96" y="661"/>
                    <a:pt x="220" y="661"/>
                  </a:cubicBezTo>
                  <a:cubicBezTo>
                    <a:pt x="344" y="661"/>
                    <a:pt x="440" y="556"/>
                    <a:pt x="440" y="442"/>
                  </a:cubicBezTo>
                  <a:lnTo>
                    <a:pt x="440" y="222"/>
                  </a:lnTo>
                  <a:cubicBezTo>
                    <a:pt x="440" y="75"/>
                    <a:pt x="330" y="1"/>
                    <a:pt x="220" y="1"/>
                  </a:cubicBezTo>
                  <a:close/>
                </a:path>
              </a:pathLst>
            </a:custGeom>
            <a:solidFill>
              <a:srgbClr val="213B5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934" name="Google Shape;15934;p44"/>
            <p:cNvSpPr/>
            <p:nvPr/>
          </p:nvSpPr>
          <p:spPr>
            <a:xfrm>
              <a:off x="5915877" y="4456745"/>
              <a:ext cx="50773" cy="17465"/>
            </a:xfrm>
            <a:custGeom>
              <a:rect b="b" l="l" r="r" t="t"/>
              <a:pathLst>
                <a:path extrusionOk="0" h="667" w="1939">
                  <a:moveTo>
                    <a:pt x="319" y="0"/>
                  </a:moveTo>
                  <a:cubicBezTo>
                    <a:pt x="147" y="0"/>
                    <a:pt x="1" y="224"/>
                    <a:pt x="163" y="379"/>
                  </a:cubicBezTo>
                  <a:cubicBezTo>
                    <a:pt x="374" y="562"/>
                    <a:pt x="645" y="666"/>
                    <a:pt x="936" y="666"/>
                  </a:cubicBezTo>
                  <a:cubicBezTo>
                    <a:pt x="949" y="666"/>
                    <a:pt x="962" y="666"/>
                    <a:pt x="974" y="666"/>
                  </a:cubicBezTo>
                  <a:cubicBezTo>
                    <a:pt x="986" y="666"/>
                    <a:pt x="998" y="666"/>
                    <a:pt x="1010" y="666"/>
                  </a:cubicBezTo>
                  <a:cubicBezTo>
                    <a:pt x="1285" y="666"/>
                    <a:pt x="1565" y="562"/>
                    <a:pt x="1776" y="379"/>
                  </a:cubicBezTo>
                  <a:cubicBezTo>
                    <a:pt x="1938" y="224"/>
                    <a:pt x="1792" y="0"/>
                    <a:pt x="1620" y="0"/>
                  </a:cubicBezTo>
                  <a:cubicBezTo>
                    <a:pt x="1570" y="0"/>
                    <a:pt x="1518" y="19"/>
                    <a:pt x="1470" y="64"/>
                  </a:cubicBezTo>
                  <a:cubicBezTo>
                    <a:pt x="1318" y="169"/>
                    <a:pt x="1141" y="222"/>
                    <a:pt x="966" y="222"/>
                  </a:cubicBezTo>
                  <a:cubicBezTo>
                    <a:pt x="791" y="222"/>
                    <a:pt x="617" y="169"/>
                    <a:pt x="469" y="64"/>
                  </a:cubicBezTo>
                  <a:cubicBezTo>
                    <a:pt x="421" y="19"/>
                    <a:pt x="369" y="0"/>
                    <a:pt x="319" y="0"/>
                  </a:cubicBezTo>
                  <a:close/>
                </a:path>
              </a:pathLst>
            </a:custGeom>
            <a:solidFill>
              <a:srgbClr val="E0E7E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935" name="Google Shape;15935;p44"/>
            <p:cNvSpPr/>
            <p:nvPr/>
          </p:nvSpPr>
          <p:spPr>
            <a:xfrm>
              <a:off x="5884167" y="4268082"/>
              <a:ext cx="160147" cy="138492"/>
            </a:xfrm>
            <a:custGeom>
              <a:rect b="b" l="l" r="r" t="t"/>
              <a:pathLst>
                <a:path extrusionOk="0" h="5289" w="6116">
                  <a:moveTo>
                    <a:pt x="2176" y="0"/>
                  </a:moveTo>
                  <a:cubicBezTo>
                    <a:pt x="1413" y="0"/>
                    <a:pt x="668" y="191"/>
                    <a:pt x="1" y="553"/>
                  </a:cubicBezTo>
                  <a:cubicBezTo>
                    <a:pt x="2109" y="3635"/>
                    <a:pt x="4542" y="5018"/>
                    <a:pt x="5019" y="5247"/>
                  </a:cubicBezTo>
                  <a:cubicBezTo>
                    <a:pt x="5092" y="5276"/>
                    <a:pt x="5170" y="5289"/>
                    <a:pt x="5250" y="5289"/>
                  </a:cubicBezTo>
                  <a:cubicBezTo>
                    <a:pt x="5274" y="5289"/>
                    <a:pt x="5299" y="5287"/>
                    <a:pt x="5324" y="5285"/>
                  </a:cubicBezTo>
                  <a:cubicBezTo>
                    <a:pt x="5830" y="4732"/>
                    <a:pt x="6106" y="4026"/>
                    <a:pt x="6116" y="3282"/>
                  </a:cubicBezTo>
                  <a:cubicBezTo>
                    <a:pt x="6116" y="1469"/>
                    <a:pt x="4351" y="0"/>
                    <a:pt x="2176" y="0"/>
                  </a:cubicBezTo>
                  <a:close/>
                </a:path>
              </a:pathLst>
            </a:custGeom>
            <a:solidFill>
              <a:srgbClr val="E1E7E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936" name="Google Shape;15936;p44"/>
            <p:cNvSpPr/>
            <p:nvPr/>
          </p:nvSpPr>
          <p:spPr>
            <a:xfrm>
              <a:off x="5838212" y="4268082"/>
              <a:ext cx="160147" cy="138492"/>
            </a:xfrm>
            <a:custGeom>
              <a:rect b="b" l="l" r="r" t="t"/>
              <a:pathLst>
                <a:path extrusionOk="0" h="5289" w="6116">
                  <a:moveTo>
                    <a:pt x="3940" y="0"/>
                  </a:moveTo>
                  <a:cubicBezTo>
                    <a:pt x="1765" y="0"/>
                    <a:pt x="0" y="1469"/>
                    <a:pt x="0" y="3282"/>
                  </a:cubicBezTo>
                  <a:cubicBezTo>
                    <a:pt x="10" y="4026"/>
                    <a:pt x="287" y="4732"/>
                    <a:pt x="792" y="5285"/>
                  </a:cubicBezTo>
                  <a:cubicBezTo>
                    <a:pt x="815" y="5287"/>
                    <a:pt x="838" y="5289"/>
                    <a:pt x="862" y="5289"/>
                  </a:cubicBezTo>
                  <a:cubicBezTo>
                    <a:pt x="941" y="5289"/>
                    <a:pt x="1025" y="5276"/>
                    <a:pt x="1097" y="5247"/>
                  </a:cubicBezTo>
                  <a:cubicBezTo>
                    <a:pt x="1574" y="5018"/>
                    <a:pt x="4007" y="3635"/>
                    <a:pt x="6115" y="553"/>
                  </a:cubicBezTo>
                  <a:cubicBezTo>
                    <a:pt x="5448" y="191"/>
                    <a:pt x="4704" y="0"/>
                    <a:pt x="3940" y="0"/>
                  </a:cubicBezTo>
                  <a:close/>
                </a:path>
              </a:pathLst>
            </a:custGeom>
            <a:solidFill>
              <a:srgbClr val="D4DDE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937" name="Google Shape;15937;p44"/>
            <p:cNvSpPr/>
            <p:nvPr/>
          </p:nvSpPr>
          <p:spPr>
            <a:xfrm>
              <a:off x="5866701" y="4439699"/>
              <a:ext cx="86201" cy="114428"/>
            </a:xfrm>
            <a:custGeom>
              <a:rect b="b" l="l" r="r" t="t"/>
              <a:pathLst>
                <a:path extrusionOk="0" h="4370" w="3292">
                  <a:moveTo>
                    <a:pt x="9" y="0"/>
                  </a:moveTo>
                  <a:lnTo>
                    <a:pt x="9" y="1536"/>
                  </a:lnTo>
                  <a:cubicBezTo>
                    <a:pt x="1" y="3122"/>
                    <a:pt x="1292" y="4370"/>
                    <a:pt x="2823" y="4370"/>
                  </a:cubicBezTo>
                  <a:cubicBezTo>
                    <a:pt x="2977" y="4370"/>
                    <a:pt x="3133" y="4357"/>
                    <a:pt x="3291" y="4331"/>
                  </a:cubicBezTo>
                  <a:cubicBezTo>
                    <a:pt x="1908" y="4121"/>
                    <a:pt x="887" y="2929"/>
                    <a:pt x="878" y="1536"/>
                  </a:cubicBezTo>
                  <a:lnTo>
                    <a:pt x="878" y="0"/>
                  </a:lnTo>
                  <a:close/>
                </a:path>
              </a:pathLst>
            </a:custGeom>
            <a:solidFill>
              <a:srgbClr val="213B5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938" name="Google Shape;15938;p44"/>
            <p:cNvSpPr/>
            <p:nvPr/>
          </p:nvSpPr>
          <p:spPr>
            <a:xfrm>
              <a:off x="5935620" y="4571331"/>
              <a:ext cx="11286" cy="11521"/>
            </a:xfrm>
            <a:custGeom>
              <a:rect b="b" l="l" r="r" t="t"/>
              <a:pathLst>
                <a:path extrusionOk="0" h="440" w="431">
                  <a:moveTo>
                    <a:pt x="220" y="1"/>
                  </a:moveTo>
                  <a:cubicBezTo>
                    <a:pt x="96" y="1"/>
                    <a:pt x="1" y="96"/>
                    <a:pt x="1" y="220"/>
                  </a:cubicBezTo>
                  <a:cubicBezTo>
                    <a:pt x="1" y="344"/>
                    <a:pt x="96" y="439"/>
                    <a:pt x="220" y="439"/>
                  </a:cubicBezTo>
                  <a:cubicBezTo>
                    <a:pt x="335" y="439"/>
                    <a:pt x="430" y="344"/>
                    <a:pt x="430" y="220"/>
                  </a:cubicBezTo>
                  <a:cubicBezTo>
                    <a:pt x="430" y="96"/>
                    <a:pt x="335" y="1"/>
                    <a:pt x="220" y="1"/>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939" name="Google Shape;15939;p44"/>
            <p:cNvSpPr/>
            <p:nvPr/>
          </p:nvSpPr>
          <p:spPr>
            <a:xfrm>
              <a:off x="5935620" y="4600056"/>
              <a:ext cx="11286" cy="11260"/>
            </a:xfrm>
            <a:custGeom>
              <a:rect b="b" l="l" r="r" t="t"/>
              <a:pathLst>
                <a:path extrusionOk="0" h="430" w="431">
                  <a:moveTo>
                    <a:pt x="220" y="1"/>
                  </a:moveTo>
                  <a:cubicBezTo>
                    <a:pt x="96" y="1"/>
                    <a:pt x="1" y="96"/>
                    <a:pt x="1" y="210"/>
                  </a:cubicBezTo>
                  <a:cubicBezTo>
                    <a:pt x="1" y="335"/>
                    <a:pt x="96" y="430"/>
                    <a:pt x="220" y="430"/>
                  </a:cubicBezTo>
                  <a:cubicBezTo>
                    <a:pt x="335" y="430"/>
                    <a:pt x="430" y="335"/>
                    <a:pt x="430" y="210"/>
                  </a:cubicBezTo>
                  <a:cubicBezTo>
                    <a:pt x="430" y="96"/>
                    <a:pt x="335" y="1"/>
                    <a:pt x="220" y="1"/>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940" name="Google Shape;15940;p44"/>
            <p:cNvSpPr/>
            <p:nvPr/>
          </p:nvSpPr>
          <p:spPr>
            <a:xfrm>
              <a:off x="5832713" y="4571331"/>
              <a:ext cx="17020" cy="51480"/>
            </a:xfrm>
            <a:custGeom>
              <a:rect b="b" l="l" r="r" t="t"/>
              <a:pathLst>
                <a:path extrusionOk="0" h="1966" w="650">
                  <a:moveTo>
                    <a:pt x="649" y="1"/>
                  </a:moveTo>
                  <a:cubicBezTo>
                    <a:pt x="287" y="1"/>
                    <a:pt x="0" y="296"/>
                    <a:pt x="0" y="659"/>
                  </a:cubicBezTo>
                  <a:lnTo>
                    <a:pt x="0" y="1966"/>
                  </a:lnTo>
                  <a:lnTo>
                    <a:pt x="649" y="1966"/>
                  </a:lnTo>
                  <a:lnTo>
                    <a:pt x="649" y="1"/>
                  </a:lnTo>
                  <a:close/>
                </a:path>
              </a:pathLst>
            </a:custGeom>
            <a:solidFill>
              <a:srgbClr val="ECF0F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941" name="Google Shape;15941;p44"/>
            <p:cNvSpPr/>
            <p:nvPr/>
          </p:nvSpPr>
          <p:spPr>
            <a:xfrm>
              <a:off x="5849707" y="4571331"/>
              <a:ext cx="11495" cy="51480"/>
            </a:xfrm>
            <a:custGeom>
              <a:rect b="b" l="l" r="r" t="t"/>
              <a:pathLst>
                <a:path extrusionOk="0" h="1966" w="439">
                  <a:moveTo>
                    <a:pt x="0" y="1"/>
                  </a:moveTo>
                  <a:lnTo>
                    <a:pt x="0" y="1966"/>
                  </a:lnTo>
                  <a:lnTo>
                    <a:pt x="439" y="1966"/>
                  </a:lnTo>
                  <a:lnTo>
                    <a:pt x="439" y="439"/>
                  </a:lnTo>
                  <a:cubicBezTo>
                    <a:pt x="439" y="191"/>
                    <a:pt x="239" y="1"/>
                    <a:pt x="0" y="1"/>
                  </a:cubicBezTo>
                  <a:close/>
                </a:path>
              </a:pathLst>
            </a:custGeom>
            <a:solidFill>
              <a:srgbClr val="DBE2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942" name="Google Shape;15942;p44"/>
            <p:cNvSpPr/>
            <p:nvPr/>
          </p:nvSpPr>
          <p:spPr>
            <a:xfrm>
              <a:off x="6032793" y="4571331"/>
              <a:ext cx="17282" cy="51480"/>
            </a:xfrm>
            <a:custGeom>
              <a:rect b="b" l="l" r="r" t="t"/>
              <a:pathLst>
                <a:path extrusionOk="0" h="1966" w="660">
                  <a:moveTo>
                    <a:pt x="1" y="1"/>
                  </a:moveTo>
                  <a:lnTo>
                    <a:pt x="1" y="1966"/>
                  </a:lnTo>
                  <a:lnTo>
                    <a:pt x="659" y="1966"/>
                  </a:lnTo>
                  <a:lnTo>
                    <a:pt x="659" y="659"/>
                  </a:lnTo>
                  <a:cubicBezTo>
                    <a:pt x="650" y="296"/>
                    <a:pt x="363" y="1"/>
                    <a:pt x="1" y="1"/>
                  </a:cubicBezTo>
                  <a:close/>
                </a:path>
              </a:pathLst>
            </a:custGeom>
            <a:solidFill>
              <a:srgbClr val="ECF0F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943" name="Google Shape;15943;p44"/>
            <p:cNvSpPr/>
            <p:nvPr/>
          </p:nvSpPr>
          <p:spPr>
            <a:xfrm>
              <a:off x="6021324" y="4571331"/>
              <a:ext cx="11495" cy="51480"/>
            </a:xfrm>
            <a:custGeom>
              <a:rect b="b" l="l" r="r" t="t"/>
              <a:pathLst>
                <a:path extrusionOk="0" h="1966" w="439">
                  <a:moveTo>
                    <a:pt x="439" y="1"/>
                  </a:moveTo>
                  <a:cubicBezTo>
                    <a:pt x="191" y="1"/>
                    <a:pt x="0" y="191"/>
                    <a:pt x="0" y="439"/>
                  </a:cubicBezTo>
                  <a:lnTo>
                    <a:pt x="0" y="1966"/>
                  </a:lnTo>
                  <a:lnTo>
                    <a:pt x="439" y="1966"/>
                  </a:lnTo>
                  <a:lnTo>
                    <a:pt x="439" y="1"/>
                  </a:lnTo>
                  <a:close/>
                </a:path>
              </a:pathLst>
            </a:custGeom>
            <a:solidFill>
              <a:srgbClr val="DBE2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5944" name="Google Shape;15944;p44"/>
          <p:cNvGrpSpPr/>
          <p:nvPr/>
        </p:nvGrpSpPr>
        <p:grpSpPr>
          <a:xfrm>
            <a:off x="5352349" y="4115682"/>
            <a:ext cx="274550" cy="354729"/>
            <a:chOff x="5352349" y="4268082"/>
            <a:chExt cx="274550" cy="354729"/>
          </a:xfrm>
        </p:grpSpPr>
        <p:sp>
          <p:nvSpPr>
            <p:cNvPr id="15945" name="Google Shape;15945;p44"/>
            <p:cNvSpPr/>
            <p:nvPr/>
          </p:nvSpPr>
          <p:spPr>
            <a:xfrm>
              <a:off x="5352349" y="4502647"/>
              <a:ext cx="274550" cy="120163"/>
            </a:xfrm>
            <a:custGeom>
              <a:rect b="b" l="l" r="r" t="t"/>
              <a:pathLst>
                <a:path extrusionOk="0" h="4589" w="10485">
                  <a:moveTo>
                    <a:pt x="5247" y="0"/>
                  </a:moveTo>
                  <a:lnTo>
                    <a:pt x="1097" y="1212"/>
                  </a:lnTo>
                  <a:cubicBezTo>
                    <a:pt x="449" y="1402"/>
                    <a:pt x="0" y="2003"/>
                    <a:pt x="0" y="2681"/>
                  </a:cubicBezTo>
                  <a:lnTo>
                    <a:pt x="0" y="3930"/>
                  </a:lnTo>
                  <a:cubicBezTo>
                    <a:pt x="0" y="4293"/>
                    <a:pt x="296" y="4589"/>
                    <a:pt x="658" y="4589"/>
                  </a:cubicBezTo>
                  <a:lnTo>
                    <a:pt x="9826" y="4589"/>
                  </a:lnTo>
                  <a:cubicBezTo>
                    <a:pt x="10189" y="4589"/>
                    <a:pt x="10485" y="4293"/>
                    <a:pt x="10485" y="3930"/>
                  </a:cubicBezTo>
                  <a:lnTo>
                    <a:pt x="10485" y="2681"/>
                  </a:lnTo>
                  <a:cubicBezTo>
                    <a:pt x="10485" y="2003"/>
                    <a:pt x="10036" y="1402"/>
                    <a:pt x="9387" y="1212"/>
                  </a:cubicBezTo>
                  <a:lnTo>
                    <a:pt x="5247" y="0"/>
                  </a:lnTo>
                  <a:close/>
                </a:path>
              </a:pathLst>
            </a:custGeom>
            <a:solidFill>
              <a:srgbClr val="6F809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946" name="Google Shape;15946;p44"/>
            <p:cNvSpPr/>
            <p:nvPr/>
          </p:nvSpPr>
          <p:spPr>
            <a:xfrm>
              <a:off x="5449522" y="4468424"/>
              <a:ext cx="80205" cy="154387"/>
            </a:xfrm>
            <a:custGeom>
              <a:rect b="b" l="l" r="r" t="t"/>
              <a:pathLst>
                <a:path extrusionOk="0" h="5896" w="3063">
                  <a:moveTo>
                    <a:pt x="0" y="0"/>
                  </a:moveTo>
                  <a:lnTo>
                    <a:pt x="0" y="5896"/>
                  </a:lnTo>
                  <a:lnTo>
                    <a:pt x="3062" y="5896"/>
                  </a:lnTo>
                  <a:lnTo>
                    <a:pt x="3062" y="0"/>
                  </a:lnTo>
                  <a:close/>
                </a:path>
              </a:pathLst>
            </a:custGeom>
            <a:solidFill>
              <a:srgbClr val="E7ECF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947" name="Google Shape;15947;p44"/>
            <p:cNvSpPr/>
            <p:nvPr/>
          </p:nvSpPr>
          <p:spPr>
            <a:xfrm>
              <a:off x="5449522" y="4468162"/>
              <a:ext cx="80205" cy="28882"/>
            </a:xfrm>
            <a:custGeom>
              <a:rect b="b" l="l" r="r" t="t"/>
              <a:pathLst>
                <a:path extrusionOk="0" h="1103" w="3063">
                  <a:moveTo>
                    <a:pt x="0" y="1"/>
                  </a:moveTo>
                  <a:lnTo>
                    <a:pt x="0" y="716"/>
                  </a:lnTo>
                  <a:cubicBezTo>
                    <a:pt x="477" y="974"/>
                    <a:pt x="1004" y="1102"/>
                    <a:pt x="1531" y="1102"/>
                  </a:cubicBezTo>
                  <a:cubicBezTo>
                    <a:pt x="2058" y="1102"/>
                    <a:pt x="2585" y="974"/>
                    <a:pt x="3062" y="716"/>
                  </a:cubicBezTo>
                  <a:lnTo>
                    <a:pt x="3062" y="1"/>
                  </a:ln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948" name="Google Shape;15948;p44"/>
            <p:cNvSpPr/>
            <p:nvPr/>
          </p:nvSpPr>
          <p:spPr>
            <a:xfrm>
              <a:off x="5529700" y="4456928"/>
              <a:ext cx="64729" cy="165882"/>
            </a:xfrm>
            <a:custGeom>
              <a:rect b="b" l="l" r="r" t="t"/>
              <a:pathLst>
                <a:path extrusionOk="0" h="6335" w="2472">
                  <a:moveTo>
                    <a:pt x="0" y="0"/>
                  </a:moveTo>
                  <a:lnTo>
                    <a:pt x="0" y="6335"/>
                  </a:lnTo>
                  <a:lnTo>
                    <a:pt x="878" y="6335"/>
                  </a:lnTo>
                  <a:lnTo>
                    <a:pt x="878" y="3940"/>
                  </a:lnTo>
                  <a:cubicBezTo>
                    <a:pt x="878" y="3797"/>
                    <a:pt x="926" y="3654"/>
                    <a:pt x="1021" y="3540"/>
                  </a:cubicBezTo>
                  <a:lnTo>
                    <a:pt x="2309" y="1927"/>
                  </a:lnTo>
                  <a:cubicBezTo>
                    <a:pt x="2471" y="1717"/>
                    <a:pt x="2424" y="1412"/>
                    <a:pt x="2195" y="1269"/>
                  </a:cubicBezTo>
                  <a:lnTo>
                    <a:pt x="0" y="0"/>
                  </a:lnTo>
                  <a:close/>
                </a:path>
              </a:pathLst>
            </a:custGeom>
            <a:solidFill>
              <a:srgbClr val="52667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949" name="Google Shape;15949;p44"/>
            <p:cNvSpPr/>
            <p:nvPr/>
          </p:nvSpPr>
          <p:spPr>
            <a:xfrm>
              <a:off x="5384819" y="4456928"/>
              <a:ext cx="64965" cy="165882"/>
            </a:xfrm>
            <a:custGeom>
              <a:rect b="b" l="l" r="r" t="t"/>
              <a:pathLst>
                <a:path extrusionOk="0" h="6335" w="2481">
                  <a:moveTo>
                    <a:pt x="2481" y="0"/>
                  </a:moveTo>
                  <a:lnTo>
                    <a:pt x="287" y="1269"/>
                  </a:lnTo>
                  <a:cubicBezTo>
                    <a:pt x="58" y="1412"/>
                    <a:pt x="0" y="1717"/>
                    <a:pt x="172" y="1927"/>
                  </a:cubicBezTo>
                  <a:lnTo>
                    <a:pt x="1460" y="3540"/>
                  </a:lnTo>
                  <a:cubicBezTo>
                    <a:pt x="1546" y="3654"/>
                    <a:pt x="1603" y="3797"/>
                    <a:pt x="1603" y="3940"/>
                  </a:cubicBezTo>
                  <a:lnTo>
                    <a:pt x="1603" y="6335"/>
                  </a:lnTo>
                  <a:lnTo>
                    <a:pt x="2481" y="6335"/>
                  </a:lnTo>
                  <a:lnTo>
                    <a:pt x="2481" y="0"/>
                  </a:lnTo>
                  <a:close/>
                </a:path>
              </a:pathLst>
            </a:custGeom>
            <a:solidFill>
              <a:srgbClr val="52667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950" name="Google Shape;15950;p44"/>
            <p:cNvSpPr/>
            <p:nvPr/>
          </p:nvSpPr>
          <p:spPr>
            <a:xfrm>
              <a:off x="5449522" y="4523622"/>
              <a:ext cx="80205" cy="99189"/>
            </a:xfrm>
            <a:custGeom>
              <a:rect b="b" l="l" r="r" t="t"/>
              <a:pathLst>
                <a:path extrusionOk="0" h="3788" w="3063">
                  <a:moveTo>
                    <a:pt x="0" y="0"/>
                  </a:moveTo>
                  <a:lnTo>
                    <a:pt x="0" y="3788"/>
                  </a:lnTo>
                  <a:lnTo>
                    <a:pt x="3062" y="3788"/>
                  </a:lnTo>
                  <a:lnTo>
                    <a:pt x="3062" y="0"/>
                  </a:lnTo>
                  <a:cubicBezTo>
                    <a:pt x="2690" y="458"/>
                    <a:pt x="2128" y="735"/>
                    <a:pt x="1536" y="735"/>
                  </a:cubicBezTo>
                  <a:cubicBezTo>
                    <a:pt x="935" y="735"/>
                    <a:pt x="372" y="458"/>
                    <a:pt x="0" y="0"/>
                  </a:cubicBezTo>
                  <a:close/>
                </a:path>
              </a:pathLst>
            </a:custGeom>
            <a:solidFill>
              <a:srgbClr val="EDF1F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951" name="Google Shape;15951;p44"/>
            <p:cNvSpPr/>
            <p:nvPr/>
          </p:nvSpPr>
          <p:spPr>
            <a:xfrm>
              <a:off x="5449522" y="4523622"/>
              <a:ext cx="80205" cy="42053"/>
            </a:xfrm>
            <a:custGeom>
              <a:rect b="b" l="l" r="r" t="t"/>
              <a:pathLst>
                <a:path extrusionOk="0" h="1606" w="3063">
                  <a:moveTo>
                    <a:pt x="0" y="0"/>
                  </a:moveTo>
                  <a:lnTo>
                    <a:pt x="0" y="1155"/>
                  </a:lnTo>
                  <a:cubicBezTo>
                    <a:pt x="468" y="1455"/>
                    <a:pt x="999" y="1605"/>
                    <a:pt x="1531" y="1605"/>
                  </a:cubicBezTo>
                  <a:cubicBezTo>
                    <a:pt x="2063" y="1605"/>
                    <a:pt x="2595" y="1455"/>
                    <a:pt x="3062" y="1155"/>
                  </a:cubicBezTo>
                  <a:lnTo>
                    <a:pt x="3062" y="0"/>
                  </a:lnTo>
                  <a:cubicBezTo>
                    <a:pt x="2690" y="458"/>
                    <a:pt x="2128" y="735"/>
                    <a:pt x="1536" y="735"/>
                  </a:cubicBezTo>
                  <a:cubicBezTo>
                    <a:pt x="935" y="735"/>
                    <a:pt x="372" y="458"/>
                    <a:pt x="0" y="0"/>
                  </a:cubicBezTo>
                  <a:close/>
                </a:path>
              </a:pathLst>
            </a:custGeom>
            <a:solidFill>
              <a:srgbClr val="445D7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952" name="Google Shape;15952;p44"/>
            <p:cNvSpPr/>
            <p:nvPr/>
          </p:nvSpPr>
          <p:spPr>
            <a:xfrm>
              <a:off x="5398042" y="4273817"/>
              <a:ext cx="183138" cy="125924"/>
            </a:xfrm>
            <a:custGeom>
              <a:rect b="b" l="l" r="r" t="t"/>
              <a:pathLst>
                <a:path extrusionOk="0" h="4809" w="6994">
                  <a:moveTo>
                    <a:pt x="3502" y="1"/>
                  </a:moveTo>
                  <a:cubicBezTo>
                    <a:pt x="1565" y="1"/>
                    <a:pt x="1" y="1565"/>
                    <a:pt x="1" y="3502"/>
                  </a:cubicBezTo>
                  <a:lnTo>
                    <a:pt x="1" y="4809"/>
                  </a:lnTo>
                  <a:lnTo>
                    <a:pt x="6994" y="4809"/>
                  </a:lnTo>
                  <a:lnTo>
                    <a:pt x="6994" y="3502"/>
                  </a:lnTo>
                  <a:cubicBezTo>
                    <a:pt x="6994" y="1565"/>
                    <a:pt x="5429" y="1"/>
                    <a:pt x="3502" y="1"/>
                  </a:cubicBezTo>
                  <a:close/>
                </a:path>
              </a:pathLst>
            </a:custGeom>
            <a:solidFill>
              <a:srgbClr val="445D7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953" name="Google Shape;15953;p44"/>
            <p:cNvSpPr/>
            <p:nvPr/>
          </p:nvSpPr>
          <p:spPr>
            <a:xfrm>
              <a:off x="5397833" y="4273817"/>
              <a:ext cx="106154" cy="125924"/>
            </a:xfrm>
            <a:custGeom>
              <a:rect b="b" l="l" r="r" t="t"/>
              <a:pathLst>
                <a:path extrusionOk="0" h="4809" w="4054">
                  <a:moveTo>
                    <a:pt x="3478" y="0"/>
                  </a:moveTo>
                  <a:cubicBezTo>
                    <a:pt x="1591" y="0"/>
                    <a:pt x="0" y="1542"/>
                    <a:pt x="9" y="3502"/>
                  </a:cubicBezTo>
                  <a:lnTo>
                    <a:pt x="9" y="4809"/>
                  </a:lnTo>
                  <a:lnTo>
                    <a:pt x="1106" y="4809"/>
                  </a:lnTo>
                  <a:lnTo>
                    <a:pt x="1106" y="3502"/>
                  </a:lnTo>
                  <a:cubicBezTo>
                    <a:pt x="1106" y="1784"/>
                    <a:pt x="2356" y="315"/>
                    <a:pt x="4054" y="48"/>
                  </a:cubicBezTo>
                  <a:cubicBezTo>
                    <a:pt x="3860" y="16"/>
                    <a:pt x="3667" y="0"/>
                    <a:pt x="3478" y="0"/>
                  </a:cubicBezTo>
                  <a:close/>
                </a:path>
              </a:pathLst>
            </a:custGeom>
            <a:solidFill>
              <a:srgbClr val="6F809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954" name="Google Shape;15954;p44"/>
            <p:cNvSpPr/>
            <p:nvPr/>
          </p:nvSpPr>
          <p:spPr>
            <a:xfrm>
              <a:off x="5363818" y="4348261"/>
              <a:ext cx="251585" cy="91438"/>
            </a:xfrm>
            <a:custGeom>
              <a:rect b="b" l="l" r="r" t="t"/>
              <a:pathLst>
                <a:path extrusionOk="0" h="3492" w="9608">
                  <a:moveTo>
                    <a:pt x="1747" y="0"/>
                  </a:moveTo>
                  <a:cubicBezTo>
                    <a:pt x="783" y="0"/>
                    <a:pt x="1" y="783"/>
                    <a:pt x="1" y="1746"/>
                  </a:cubicBezTo>
                  <a:cubicBezTo>
                    <a:pt x="1" y="2710"/>
                    <a:pt x="783" y="3492"/>
                    <a:pt x="1747" y="3492"/>
                  </a:cubicBezTo>
                  <a:lnTo>
                    <a:pt x="7862" y="3492"/>
                  </a:lnTo>
                  <a:cubicBezTo>
                    <a:pt x="8825" y="3492"/>
                    <a:pt x="9608" y="2710"/>
                    <a:pt x="9608" y="1746"/>
                  </a:cubicBezTo>
                  <a:cubicBezTo>
                    <a:pt x="9608" y="783"/>
                    <a:pt x="8825" y="0"/>
                    <a:pt x="7862" y="0"/>
                  </a:cubicBezTo>
                  <a:close/>
                </a:path>
              </a:pathLst>
            </a:custGeom>
            <a:solidFill>
              <a:srgbClr val="52667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955" name="Google Shape;15955;p44"/>
            <p:cNvSpPr/>
            <p:nvPr/>
          </p:nvSpPr>
          <p:spPr>
            <a:xfrm>
              <a:off x="5363818" y="4359494"/>
              <a:ext cx="251585" cy="91700"/>
            </a:xfrm>
            <a:custGeom>
              <a:rect b="b" l="l" r="r" t="t"/>
              <a:pathLst>
                <a:path extrusionOk="0" h="3502" w="9608">
                  <a:moveTo>
                    <a:pt x="1747" y="1"/>
                  </a:moveTo>
                  <a:cubicBezTo>
                    <a:pt x="783" y="1"/>
                    <a:pt x="1" y="783"/>
                    <a:pt x="1" y="1746"/>
                  </a:cubicBezTo>
                  <a:cubicBezTo>
                    <a:pt x="1" y="2720"/>
                    <a:pt x="783" y="3502"/>
                    <a:pt x="1747" y="3502"/>
                  </a:cubicBezTo>
                  <a:lnTo>
                    <a:pt x="7862" y="3502"/>
                  </a:lnTo>
                  <a:cubicBezTo>
                    <a:pt x="8825" y="3502"/>
                    <a:pt x="9608" y="2720"/>
                    <a:pt x="9608" y="1746"/>
                  </a:cubicBezTo>
                  <a:cubicBezTo>
                    <a:pt x="9608" y="783"/>
                    <a:pt x="8825" y="1"/>
                    <a:pt x="7862" y="1"/>
                  </a:cubicBezTo>
                  <a:close/>
                </a:path>
              </a:pathLst>
            </a:custGeom>
            <a:solidFill>
              <a:srgbClr val="6F809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956" name="Google Shape;15956;p44"/>
            <p:cNvSpPr/>
            <p:nvPr/>
          </p:nvSpPr>
          <p:spPr>
            <a:xfrm>
              <a:off x="5394298" y="4359756"/>
              <a:ext cx="190627" cy="125924"/>
            </a:xfrm>
            <a:custGeom>
              <a:rect b="b" l="l" r="r" t="t"/>
              <a:pathLst>
                <a:path extrusionOk="0" h="4809" w="7280">
                  <a:moveTo>
                    <a:pt x="802" y="0"/>
                  </a:moveTo>
                  <a:lnTo>
                    <a:pt x="802" y="1088"/>
                  </a:lnTo>
                  <a:lnTo>
                    <a:pt x="583" y="1088"/>
                  </a:lnTo>
                  <a:cubicBezTo>
                    <a:pt x="1" y="1088"/>
                    <a:pt x="1" y="1965"/>
                    <a:pt x="583" y="1965"/>
                  </a:cubicBezTo>
                  <a:lnTo>
                    <a:pt x="802" y="1965"/>
                  </a:lnTo>
                  <a:cubicBezTo>
                    <a:pt x="802" y="3530"/>
                    <a:pt x="2071" y="4808"/>
                    <a:pt x="3645" y="4808"/>
                  </a:cubicBezTo>
                  <a:cubicBezTo>
                    <a:pt x="5210" y="4808"/>
                    <a:pt x="6488" y="3530"/>
                    <a:pt x="6488" y="1965"/>
                  </a:cubicBezTo>
                  <a:lnTo>
                    <a:pt x="6698" y="1965"/>
                  </a:lnTo>
                  <a:cubicBezTo>
                    <a:pt x="7280" y="1965"/>
                    <a:pt x="7280" y="1088"/>
                    <a:pt x="6698" y="1088"/>
                  </a:cubicBezTo>
                  <a:lnTo>
                    <a:pt x="6488" y="1088"/>
                  </a:lnTo>
                  <a:lnTo>
                    <a:pt x="6488" y="0"/>
                  </a:lnTo>
                  <a:close/>
                </a:path>
              </a:pathLst>
            </a:custGeom>
            <a:solidFill>
              <a:srgbClr val="ECF0F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957" name="Google Shape;15957;p44"/>
            <p:cNvSpPr/>
            <p:nvPr/>
          </p:nvSpPr>
          <p:spPr>
            <a:xfrm>
              <a:off x="5397047" y="4359756"/>
              <a:ext cx="144175" cy="125688"/>
            </a:xfrm>
            <a:custGeom>
              <a:rect b="b" l="l" r="r" t="t"/>
              <a:pathLst>
                <a:path extrusionOk="0" h="4800" w="5506">
                  <a:moveTo>
                    <a:pt x="697" y="0"/>
                  </a:moveTo>
                  <a:lnTo>
                    <a:pt x="697" y="1088"/>
                  </a:lnTo>
                  <a:lnTo>
                    <a:pt x="497" y="1088"/>
                  </a:lnTo>
                  <a:cubicBezTo>
                    <a:pt x="287" y="1088"/>
                    <a:pt x="96" y="1231"/>
                    <a:pt x="48" y="1450"/>
                  </a:cubicBezTo>
                  <a:cubicBezTo>
                    <a:pt x="1" y="1717"/>
                    <a:pt x="211" y="1956"/>
                    <a:pt x="478" y="1956"/>
                  </a:cubicBezTo>
                  <a:lnTo>
                    <a:pt x="697" y="1956"/>
                  </a:lnTo>
                  <a:cubicBezTo>
                    <a:pt x="680" y="3543"/>
                    <a:pt x="1972" y="4799"/>
                    <a:pt x="3504" y="4799"/>
                  </a:cubicBezTo>
                  <a:cubicBezTo>
                    <a:pt x="3657" y="4799"/>
                    <a:pt x="3813" y="4787"/>
                    <a:pt x="3969" y="4761"/>
                  </a:cubicBezTo>
                  <a:cubicBezTo>
                    <a:pt x="2586" y="4551"/>
                    <a:pt x="1565" y="3358"/>
                    <a:pt x="1565" y="1956"/>
                  </a:cubicBezTo>
                  <a:lnTo>
                    <a:pt x="1565" y="1736"/>
                  </a:lnTo>
                  <a:cubicBezTo>
                    <a:pt x="1565" y="1011"/>
                    <a:pt x="2157" y="430"/>
                    <a:pt x="2882" y="430"/>
                  </a:cubicBezTo>
                  <a:lnTo>
                    <a:pt x="5066" y="430"/>
                  </a:lnTo>
                  <a:cubicBezTo>
                    <a:pt x="5305" y="430"/>
                    <a:pt x="5496" y="239"/>
                    <a:pt x="5505" y="0"/>
                  </a:cubicBezTo>
                  <a:close/>
                </a:path>
              </a:pathLst>
            </a:custGeom>
            <a:solidFill>
              <a:srgbClr val="E7ECF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958" name="Google Shape;15958;p44"/>
            <p:cNvSpPr/>
            <p:nvPr/>
          </p:nvSpPr>
          <p:spPr>
            <a:xfrm>
              <a:off x="5466752" y="4268082"/>
              <a:ext cx="45745" cy="65201"/>
            </a:xfrm>
            <a:custGeom>
              <a:rect b="b" l="l" r="r" t="t"/>
              <a:pathLst>
                <a:path extrusionOk="0" h="2490" w="1747">
                  <a:moveTo>
                    <a:pt x="220" y="0"/>
                  </a:moveTo>
                  <a:cubicBezTo>
                    <a:pt x="96" y="0"/>
                    <a:pt x="0" y="95"/>
                    <a:pt x="0" y="220"/>
                  </a:cubicBezTo>
                  <a:lnTo>
                    <a:pt x="0" y="1145"/>
                  </a:lnTo>
                  <a:cubicBezTo>
                    <a:pt x="0" y="1393"/>
                    <a:pt x="86" y="1631"/>
                    <a:pt x="239" y="1832"/>
                  </a:cubicBezTo>
                  <a:lnTo>
                    <a:pt x="706" y="2404"/>
                  </a:lnTo>
                  <a:cubicBezTo>
                    <a:pt x="749" y="2461"/>
                    <a:pt x="811" y="2490"/>
                    <a:pt x="875" y="2490"/>
                  </a:cubicBezTo>
                  <a:cubicBezTo>
                    <a:pt x="938" y="2490"/>
                    <a:pt x="1002" y="2461"/>
                    <a:pt x="1050" y="2404"/>
                  </a:cubicBezTo>
                  <a:lnTo>
                    <a:pt x="1508" y="1832"/>
                  </a:lnTo>
                  <a:cubicBezTo>
                    <a:pt x="1660" y="1631"/>
                    <a:pt x="1746" y="1393"/>
                    <a:pt x="1746" y="1145"/>
                  </a:cubicBezTo>
                  <a:lnTo>
                    <a:pt x="1746" y="220"/>
                  </a:lnTo>
                  <a:cubicBezTo>
                    <a:pt x="1746" y="105"/>
                    <a:pt x="1651" y="0"/>
                    <a:pt x="1527" y="0"/>
                  </a:cubicBezTo>
                  <a:close/>
                </a:path>
              </a:pathLst>
            </a:custGeom>
            <a:solidFill>
              <a:srgbClr val="909DA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959" name="Google Shape;15959;p44"/>
            <p:cNvSpPr/>
            <p:nvPr/>
          </p:nvSpPr>
          <p:spPr>
            <a:xfrm>
              <a:off x="5466752" y="4268082"/>
              <a:ext cx="22755" cy="65201"/>
            </a:xfrm>
            <a:custGeom>
              <a:rect b="b" l="l" r="r" t="t"/>
              <a:pathLst>
                <a:path extrusionOk="0" h="2490" w="869">
                  <a:moveTo>
                    <a:pt x="220" y="0"/>
                  </a:moveTo>
                  <a:cubicBezTo>
                    <a:pt x="96" y="0"/>
                    <a:pt x="0" y="105"/>
                    <a:pt x="0" y="220"/>
                  </a:cubicBezTo>
                  <a:lnTo>
                    <a:pt x="0" y="1145"/>
                  </a:lnTo>
                  <a:cubicBezTo>
                    <a:pt x="0" y="1393"/>
                    <a:pt x="86" y="1631"/>
                    <a:pt x="239" y="1832"/>
                  </a:cubicBezTo>
                  <a:lnTo>
                    <a:pt x="706" y="2404"/>
                  </a:lnTo>
                  <a:cubicBezTo>
                    <a:pt x="745" y="2461"/>
                    <a:pt x="802" y="2490"/>
                    <a:pt x="869" y="2490"/>
                  </a:cubicBezTo>
                  <a:lnTo>
                    <a:pt x="869" y="0"/>
                  </a:lnTo>
                  <a:close/>
                </a:path>
              </a:pathLst>
            </a:custGeom>
            <a:solidFill>
              <a:srgbClr val="6F809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960" name="Google Shape;15960;p44"/>
            <p:cNvSpPr/>
            <p:nvPr/>
          </p:nvSpPr>
          <p:spPr>
            <a:xfrm>
              <a:off x="5449522" y="4388350"/>
              <a:ext cx="11495" cy="17151"/>
            </a:xfrm>
            <a:custGeom>
              <a:rect b="b" l="l" r="r" t="t"/>
              <a:pathLst>
                <a:path extrusionOk="0" h="655" w="439">
                  <a:moveTo>
                    <a:pt x="220" y="1"/>
                  </a:moveTo>
                  <a:cubicBezTo>
                    <a:pt x="110" y="1"/>
                    <a:pt x="0" y="72"/>
                    <a:pt x="0" y="215"/>
                  </a:cubicBezTo>
                  <a:lnTo>
                    <a:pt x="0" y="435"/>
                  </a:lnTo>
                  <a:cubicBezTo>
                    <a:pt x="0" y="559"/>
                    <a:pt x="96" y="654"/>
                    <a:pt x="220" y="654"/>
                  </a:cubicBezTo>
                  <a:cubicBezTo>
                    <a:pt x="344" y="654"/>
                    <a:pt x="439" y="559"/>
                    <a:pt x="439" y="435"/>
                  </a:cubicBezTo>
                  <a:lnTo>
                    <a:pt x="439" y="215"/>
                  </a:lnTo>
                  <a:cubicBezTo>
                    <a:pt x="439" y="72"/>
                    <a:pt x="329" y="1"/>
                    <a:pt x="220" y="1"/>
                  </a:cubicBezTo>
                  <a:close/>
                </a:path>
              </a:pathLst>
            </a:custGeom>
            <a:solidFill>
              <a:srgbClr val="213B5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961" name="Google Shape;15961;p44"/>
            <p:cNvSpPr/>
            <p:nvPr/>
          </p:nvSpPr>
          <p:spPr>
            <a:xfrm>
              <a:off x="5518205" y="4388350"/>
              <a:ext cx="11521" cy="17151"/>
            </a:xfrm>
            <a:custGeom>
              <a:rect b="b" l="l" r="r" t="t"/>
              <a:pathLst>
                <a:path extrusionOk="0" h="655" w="440">
                  <a:moveTo>
                    <a:pt x="220" y="1"/>
                  </a:moveTo>
                  <a:cubicBezTo>
                    <a:pt x="110" y="1"/>
                    <a:pt x="1" y="72"/>
                    <a:pt x="1" y="215"/>
                  </a:cubicBezTo>
                  <a:lnTo>
                    <a:pt x="1" y="435"/>
                  </a:lnTo>
                  <a:cubicBezTo>
                    <a:pt x="1" y="559"/>
                    <a:pt x="96" y="654"/>
                    <a:pt x="220" y="654"/>
                  </a:cubicBezTo>
                  <a:cubicBezTo>
                    <a:pt x="344" y="654"/>
                    <a:pt x="439" y="559"/>
                    <a:pt x="439" y="435"/>
                  </a:cubicBezTo>
                  <a:lnTo>
                    <a:pt x="439" y="215"/>
                  </a:lnTo>
                  <a:cubicBezTo>
                    <a:pt x="439" y="72"/>
                    <a:pt x="330" y="1"/>
                    <a:pt x="220" y="1"/>
                  </a:cubicBezTo>
                  <a:close/>
                </a:path>
              </a:pathLst>
            </a:custGeom>
            <a:solidFill>
              <a:srgbClr val="213B5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962" name="Google Shape;15962;p44"/>
            <p:cNvSpPr/>
            <p:nvPr/>
          </p:nvSpPr>
          <p:spPr>
            <a:xfrm>
              <a:off x="5442007" y="4371251"/>
              <a:ext cx="26525" cy="11260"/>
            </a:xfrm>
            <a:custGeom>
              <a:rect b="b" l="l" r="r" t="t"/>
              <a:pathLst>
                <a:path extrusionOk="0" h="430" w="1013">
                  <a:moveTo>
                    <a:pt x="287" y="0"/>
                  </a:moveTo>
                  <a:cubicBezTo>
                    <a:pt x="1" y="0"/>
                    <a:pt x="1" y="429"/>
                    <a:pt x="287" y="429"/>
                  </a:cubicBezTo>
                  <a:lnTo>
                    <a:pt x="726" y="429"/>
                  </a:lnTo>
                  <a:cubicBezTo>
                    <a:pt x="1012" y="429"/>
                    <a:pt x="1012" y="0"/>
                    <a:pt x="726" y="0"/>
                  </a:cubicBezTo>
                  <a:close/>
                </a:path>
              </a:pathLst>
            </a:custGeom>
            <a:solidFill>
              <a:srgbClr val="39516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963" name="Google Shape;15963;p44"/>
            <p:cNvSpPr/>
            <p:nvPr/>
          </p:nvSpPr>
          <p:spPr>
            <a:xfrm>
              <a:off x="5464264" y="4428230"/>
              <a:ext cx="50720" cy="17256"/>
            </a:xfrm>
            <a:custGeom>
              <a:rect b="b" l="l" r="r" t="t"/>
              <a:pathLst>
                <a:path extrusionOk="0" h="659" w="1937">
                  <a:moveTo>
                    <a:pt x="315" y="1"/>
                  </a:moveTo>
                  <a:cubicBezTo>
                    <a:pt x="145" y="1"/>
                    <a:pt x="0" y="219"/>
                    <a:pt x="162" y="381"/>
                  </a:cubicBezTo>
                  <a:cubicBezTo>
                    <a:pt x="372" y="563"/>
                    <a:pt x="651" y="658"/>
                    <a:pt x="933" y="658"/>
                  </a:cubicBezTo>
                  <a:cubicBezTo>
                    <a:pt x="946" y="658"/>
                    <a:pt x="960" y="658"/>
                    <a:pt x="973" y="657"/>
                  </a:cubicBezTo>
                  <a:cubicBezTo>
                    <a:pt x="986" y="658"/>
                    <a:pt x="999" y="658"/>
                    <a:pt x="1012" y="658"/>
                  </a:cubicBezTo>
                  <a:cubicBezTo>
                    <a:pt x="1286" y="658"/>
                    <a:pt x="1565" y="563"/>
                    <a:pt x="1774" y="381"/>
                  </a:cubicBezTo>
                  <a:cubicBezTo>
                    <a:pt x="1936" y="219"/>
                    <a:pt x="1792" y="1"/>
                    <a:pt x="1621" y="1"/>
                  </a:cubicBezTo>
                  <a:cubicBezTo>
                    <a:pt x="1570" y="1"/>
                    <a:pt x="1517" y="20"/>
                    <a:pt x="1469" y="66"/>
                  </a:cubicBezTo>
                  <a:cubicBezTo>
                    <a:pt x="1317" y="171"/>
                    <a:pt x="1142" y="223"/>
                    <a:pt x="968" y="223"/>
                  </a:cubicBezTo>
                  <a:cubicBezTo>
                    <a:pt x="794" y="223"/>
                    <a:pt x="620" y="171"/>
                    <a:pt x="467" y="66"/>
                  </a:cubicBezTo>
                  <a:cubicBezTo>
                    <a:pt x="419" y="20"/>
                    <a:pt x="366" y="1"/>
                    <a:pt x="315" y="1"/>
                  </a:cubicBezTo>
                  <a:close/>
                </a:path>
              </a:pathLst>
            </a:custGeom>
            <a:solidFill>
              <a:srgbClr val="DAE2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964" name="Google Shape;15964;p44"/>
            <p:cNvSpPr/>
            <p:nvPr/>
          </p:nvSpPr>
          <p:spPr>
            <a:xfrm>
              <a:off x="5510716" y="4371251"/>
              <a:ext cx="26499" cy="11260"/>
            </a:xfrm>
            <a:custGeom>
              <a:rect b="b" l="l" r="r" t="t"/>
              <a:pathLst>
                <a:path extrusionOk="0" h="430" w="1012">
                  <a:moveTo>
                    <a:pt x="287" y="0"/>
                  </a:moveTo>
                  <a:cubicBezTo>
                    <a:pt x="0" y="0"/>
                    <a:pt x="0" y="429"/>
                    <a:pt x="287" y="429"/>
                  </a:cubicBezTo>
                  <a:lnTo>
                    <a:pt x="725" y="429"/>
                  </a:lnTo>
                  <a:cubicBezTo>
                    <a:pt x="1012" y="429"/>
                    <a:pt x="1012" y="0"/>
                    <a:pt x="725" y="0"/>
                  </a:cubicBezTo>
                  <a:close/>
                </a:path>
              </a:pathLst>
            </a:custGeom>
            <a:solidFill>
              <a:srgbClr val="39516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965" name="Google Shape;15965;p44"/>
            <p:cNvSpPr/>
            <p:nvPr/>
          </p:nvSpPr>
          <p:spPr>
            <a:xfrm>
              <a:off x="5403803" y="4359756"/>
              <a:ext cx="23017" cy="30244"/>
            </a:xfrm>
            <a:custGeom>
              <a:rect b="b" l="l" r="r" t="t"/>
              <a:pathLst>
                <a:path extrusionOk="0" h="1155" w="879">
                  <a:moveTo>
                    <a:pt x="220" y="0"/>
                  </a:moveTo>
                  <a:cubicBezTo>
                    <a:pt x="143" y="0"/>
                    <a:pt x="77" y="0"/>
                    <a:pt x="0" y="10"/>
                  </a:cubicBezTo>
                  <a:lnTo>
                    <a:pt x="0" y="1155"/>
                  </a:lnTo>
                  <a:lnTo>
                    <a:pt x="468" y="1116"/>
                  </a:lnTo>
                  <a:cubicBezTo>
                    <a:pt x="697" y="1097"/>
                    <a:pt x="878" y="916"/>
                    <a:pt x="878" y="687"/>
                  </a:cubicBezTo>
                  <a:lnTo>
                    <a:pt x="878" y="0"/>
                  </a:lnTo>
                  <a:close/>
                </a:path>
              </a:pathLst>
            </a:custGeom>
            <a:solidFill>
              <a:srgbClr val="213B5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966" name="Google Shape;15966;p44"/>
            <p:cNvSpPr/>
            <p:nvPr/>
          </p:nvSpPr>
          <p:spPr>
            <a:xfrm>
              <a:off x="5552429" y="4359756"/>
              <a:ext cx="23017" cy="30244"/>
            </a:xfrm>
            <a:custGeom>
              <a:rect b="b" l="l" r="r" t="t"/>
              <a:pathLst>
                <a:path extrusionOk="0" h="1155" w="879">
                  <a:moveTo>
                    <a:pt x="1" y="0"/>
                  </a:moveTo>
                  <a:lnTo>
                    <a:pt x="1" y="687"/>
                  </a:lnTo>
                  <a:cubicBezTo>
                    <a:pt x="1" y="916"/>
                    <a:pt x="182" y="1107"/>
                    <a:pt x="411" y="1116"/>
                  </a:cubicBezTo>
                  <a:lnTo>
                    <a:pt x="878" y="1155"/>
                  </a:lnTo>
                  <a:lnTo>
                    <a:pt x="878" y="10"/>
                  </a:lnTo>
                  <a:cubicBezTo>
                    <a:pt x="802" y="0"/>
                    <a:pt x="735" y="0"/>
                    <a:pt x="659" y="0"/>
                  </a:cubicBezTo>
                  <a:close/>
                </a:path>
              </a:pathLst>
            </a:custGeom>
            <a:solidFill>
              <a:srgbClr val="213B5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5967" name="Google Shape;15967;p44"/>
          <p:cNvGrpSpPr/>
          <p:nvPr/>
        </p:nvGrpSpPr>
        <p:grpSpPr>
          <a:xfrm>
            <a:off x="7606826" y="2266890"/>
            <a:ext cx="274550" cy="354729"/>
            <a:chOff x="7606826" y="2419290"/>
            <a:chExt cx="274550" cy="354729"/>
          </a:xfrm>
        </p:grpSpPr>
        <p:sp>
          <p:nvSpPr>
            <p:cNvPr id="15968" name="Google Shape;15968;p44"/>
            <p:cNvSpPr/>
            <p:nvPr/>
          </p:nvSpPr>
          <p:spPr>
            <a:xfrm>
              <a:off x="7606826" y="2619370"/>
              <a:ext cx="274550" cy="154649"/>
            </a:xfrm>
            <a:custGeom>
              <a:rect b="b" l="l" r="r" t="t"/>
              <a:pathLst>
                <a:path extrusionOk="0" h="5906" w="10485">
                  <a:moveTo>
                    <a:pt x="3711" y="1"/>
                  </a:moveTo>
                  <a:lnTo>
                    <a:pt x="3711" y="1041"/>
                  </a:lnTo>
                  <a:cubicBezTo>
                    <a:pt x="3711" y="1336"/>
                    <a:pt x="3520" y="1584"/>
                    <a:pt x="3244" y="1670"/>
                  </a:cubicBezTo>
                  <a:lnTo>
                    <a:pt x="935" y="2348"/>
                  </a:lnTo>
                  <a:cubicBezTo>
                    <a:pt x="382" y="2510"/>
                    <a:pt x="0" y="3025"/>
                    <a:pt x="0" y="3607"/>
                  </a:cubicBezTo>
                  <a:lnTo>
                    <a:pt x="0" y="5248"/>
                  </a:lnTo>
                  <a:cubicBezTo>
                    <a:pt x="0" y="5610"/>
                    <a:pt x="286" y="5906"/>
                    <a:pt x="649" y="5906"/>
                  </a:cubicBezTo>
                  <a:lnTo>
                    <a:pt x="9826" y="5906"/>
                  </a:lnTo>
                  <a:cubicBezTo>
                    <a:pt x="10189" y="5906"/>
                    <a:pt x="10485" y="5610"/>
                    <a:pt x="10485" y="5248"/>
                  </a:cubicBezTo>
                  <a:lnTo>
                    <a:pt x="10485" y="3607"/>
                  </a:lnTo>
                  <a:cubicBezTo>
                    <a:pt x="10485" y="3025"/>
                    <a:pt x="10093" y="2510"/>
                    <a:pt x="9540" y="2348"/>
                  </a:cubicBezTo>
                  <a:lnTo>
                    <a:pt x="7241" y="1670"/>
                  </a:lnTo>
                  <a:cubicBezTo>
                    <a:pt x="6955" y="1584"/>
                    <a:pt x="6764" y="1336"/>
                    <a:pt x="6764" y="1041"/>
                  </a:cubicBezTo>
                  <a:lnTo>
                    <a:pt x="6764" y="1"/>
                  </a:lnTo>
                  <a:close/>
                </a:path>
              </a:pathLst>
            </a:custGeom>
            <a:solidFill>
              <a:srgbClr val="E7ECF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969" name="Google Shape;15969;p44"/>
            <p:cNvSpPr/>
            <p:nvPr/>
          </p:nvSpPr>
          <p:spPr>
            <a:xfrm>
              <a:off x="7606826" y="2667576"/>
              <a:ext cx="274550" cy="106442"/>
            </a:xfrm>
            <a:custGeom>
              <a:rect b="b" l="l" r="r" t="t"/>
              <a:pathLst>
                <a:path extrusionOk="0" h="4065" w="10485">
                  <a:moveTo>
                    <a:pt x="2671" y="1"/>
                  </a:moveTo>
                  <a:lnTo>
                    <a:pt x="935" y="507"/>
                  </a:lnTo>
                  <a:cubicBezTo>
                    <a:pt x="382" y="669"/>
                    <a:pt x="0" y="1184"/>
                    <a:pt x="0" y="1766"/>
                  </a:cubicBezTo>
                  <a:lnTo>
                    <a:pt x="0" y="3407"/>
                  </a:lnTo>
                  <a:cubicBezTo>
                    <a:pt x="0" y="3769"/>
                    <a:pt x="286" y="4065"/>
                    <a:pt x="649" y="4065"/>
                  </a:cubicBezTo>
                  <a:lnTo>
                    <a:pt x="9826" y="4065"/>
                  </a:lnTo>
                  <a:cubicBezTo>
                    <a:pt x="10189" y="4065"/>
                    <a:pt x="10485" y="3769"/>
                    <a:pt x="10485" y="3407"/>
                  </a:cubicBezTo>
                  <a:lnTo>
                    <a:pt x="10485" y="1766"/>
                  </a:lnTo>
                  <a:cubicBezTo>
                    <a:pt x="10485" y="1184"/>
                    <a:pt x="10093" y="669"/>
                    <a:pt x="9540" y="507"/>
                  </a:cubicBezTo>
                  <a:lnTo>
                    <a:pt x="7804" y="1"/>
                  </a:lnTo>
                  <a:cubicBezTo>
                    <a:pt x="7556" y="1213"/>
                    <a:pt x="6478" y="2090"/>
                    <a:pt x="5238" y="2090"/>
                  </a:cubicBezTo>
                  <a:cubicBezTo>
                    <a:pt x="3997" y="2090"/>
                    <a:pt x="2919" y="1213"/>
                    <a:pt x="2671" y="1"/>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970" name="Google Shape;15970;p44"/>
            <p:cNvSpPr/>
            <p:nvPr/>
          </p:nvSpPr>
          <p:spPr>
            <a:xfrm>
              <a:off x="7703998" y="2619370"/>
              <a:ext cx="79943" cy="22886"/>
            </a:xfrm>
            <a:custGeom>
              <a:rect b="b" l="l" r="r" t="t"/>
              <a:pathLst>
                <a:path extrusionOk="0" h="874" w="3053">
                  <a:moveTo>
                    <a:pt x="0" y="1"/>
                  </a:moveTo>
                  <a:lnTo>
                    <a:pt x="0" y="487"/>
                  </a:lnTo>
                  <a:cubicBezTo>
                    <a:pt x="477" y="745"/>
                    <a:pt x="1002" y="874"/>
                    <a:pt x="1527" y="874"/>
                  </a:cubicBezTo>
                  <a:cubicBezTo>
                    <a:pt x="2051" y="874"/>
                    <a:pt x="2576" y="745"/>
                    <a:pt x="3053" y="487"/>
                  </a:cubicBezTo>
                  <a:lnTo>
                    <a:pt x="3053" y="1"/>
                  </a:ln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971" name="Google Shape;15971;p44"/>
            <p:cNvSpPr/>
            <p:nvPr/>
          </p:nvSpPr>
          <p:spPr>
            <a:xfrm>
              <a:off x="7647543" y="2470744"/>
              <a:ext cx="192617" cy="160147"/>
            </a:xfrm>
            <a:custGeom>
              <a:rect b="b" l="l" r="r" t="t"/>
              <a:pathLst>
                <a:path extrusionOk="0" h="6116" w="7356">
                  <a:moveTo>
                    <a:pt x="840" y="1"/>
                  </a:moveTo>
                  <a:lnTo>
                    <a:pt x="840" y="2405"/>
                  </a:lnTo>
                  <a:lnTo>
                    <a:pt x="735" y="2405"/>
                  </a:lnTo>
                  <a:cubicBezTo>
                    <a:pt x="0" y="2405"/>
                    <a:pt x="0" y="3492"/>
                    <a:pt x="735" y="3492"/>
                  </a:cubicBezTo>
                  <a:lnTo>
                    <a:pt x="849" y="3492"/>
                  </a:lnTo>
                  <a:cubicBezTo>
                    <a:pt x="964" y="4971"/>
                    <a:pt x="2194" y="6116"/>
                    <a:pt x="3683" y="6116"/>
                  </a:cubicBezTo>
                  <a:cubicBezTo>
                    <a:pt x="5161" y="6116"/>
                    <a:pt x="6392" y="4971"/>
                    <a:pt x="6506" y="3492"/>
                  </a:cubicBezTo>
                  <a:lnTo>
                    <a:pt x="6630" y="3492"/>
                  </a:lnTo>
                  <a:cubicBezTo>
                    <a:pt x="7355" y="3492"/>
                    <a:pt x="7355" y="2405"/>
                    <a:pt x="6630" y="2405"/>
                  </a:cubicBezTo>
                  <a:lnTo>
                    <a:pt x="6525" y="2405"/>
                  </a:lnTo>
                  <a:lnTo>
                    <a:pt x="6525" y="1"/>
                  </a:lnTo>
                  <a:close/>
                </a:path>
              </a:pathLst>
            </a:custGeom>
            <a:solidFill>
              <a:srgbClr val="ECF0F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972" name="Google Shape;15972;p44"/>
            <p:cNvSpPr/>
            <p:nvPr/>
          </p:nvSpPr>
          <p:spPr>
            <a:xfrm>
              <a:off x="7651785" y="2470744"/>
              <a:ext cx="166379" cy="160121"/>
            </a:xfrm>
            <a:custGeom>
              <a:rect b="b" l="l" r="r" t="t"/>
              <a:pathLst>
                <a:path extrusionOk="0" h="6115" w="6354">
                  <a:moveTo>
                    <a:pt x="678" y="1"/>
                  </a:moveTo>
                  <a:lnTo>
                    <a:pt x="678" y="2405"/>
                  </a:lnTo>
                  <a:lnTo>
                    <a:pt x="601" y="2405"/>
                  </a:lnTo>
                  <a:cubicBezTo>
                    <a:pt x="595" y="2404"/>
                    <a:pt x="589" y="2404"/>
                    <a:pt x="583" y="2404"/>
                  </a:cubicBezTo>
                  <a:cubicBezTo>
                    <a:pt x="304" y="2404"/>
                    <a:pt x="66" y="2611"/>
                    <a:pt x="29" y="2891"/>
                  </a:cubicBezTo>
                  <a:cubicBezTo>
                    <a:pt x="0" y="3215"/>
                    <a:pt x="248" y="3492"/>
                    <a:pt x="573" y="3492"/>
                  </a:cubicBezTo>
                  <a:lnTo>
                    <a:pt x="687" y="3492"/>
                  </a:lnTo>
                  <a:cubicBezTo>
                    <a:pt x="800" y="4995"/>
                    <a:pt x="2046" y="6115"/>
                    <a:pt x="3499" y="6115"/>
                  </a:cubicBezTo>
                  <a:cubicBezTo>
                    <a:pt x="3650" y="6115"/>
                    <a:pt x="3804" y="6103"/>
                    <a:pt x="3959" y="6077"/>
                  </a:cubicBezTo>
                  <a:cubicBezTo>
                    <a:pt x="2576" y="5868"/>
                    <a:pt x="1555" y="4675"/>
                    <a:pt x="1555" y="3282"/>
                  </a:cubicBezTo>
                  <a:lnTo>
                    <a:pt x="1555" y="1527"/>
                  </a:lnTo>
                  <a:cubicBezTo>
                    <a:pt x="1555" y="1050"/>
                    <a:pt x="1946" y="659"/>
                    <a:pt x="2433" y="659"/>
                  </a:cubicBezTo>
                  <a:lnTo>
                    <a:pt x="3740" y="659"/>
                  </a:lnTo>
                  <a:cubicBezTo>
                    <a:pt x="3932" y="802"/>
                    <a:pt x="4163" y="875"/>
                    <a:pt x="4392" y="875"/>
                  </a:cubicBezTo>
                  <a:cubicBezTo>
                    <a:pt x="4562" y="875"/>
                    <a:pt x="4731" y="835"/>
                    <a:pt x="4885" y="754"/>
                  </a:cubicBezTo>
                  <a:cubicBezTo>
                    <a:pt x="5184" y="972"/>
                    <a:pt x="5547" y="1088"/>
                    <a:pt x="5914" y="1088"/>
                  </a:cubicBezTo>
                  <a:cubicBezTo>
                    <a:pt x="6061" y="1088"/>
                    <a:pt x="6209" y="1069"/>
                    <a:pt x="6354" y="1031"/>
                  </a:cubicBezTo>
                  <a:lnTo>
                    <a:pt x="6354" y="1"/>
                  </a:lnTo>
                  <a:close/>
                </a:path>
              </a:pathLst>
            </a:custGeom>
            <a:solidFill>
              <a:srgbClr val="E7ECF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973" name="Google Shape;15973;p44"/>
            <p:cNvSpPr/>
            <p:nvPr/>
          </p:nvSpPr>
          <p:spPr>
            <a:xfrm>
              <a:off x="7654770" y="2419290"/>
              <a:ext cx="174156" cy="114428"/>
            </a:xfrm>
            <a:custGeom>
              <a:rect b="b" l="l" r="r" t="t"/>
              <a:pathLst>
                <a:path extrusionOk="0" h="4370" w="6651">
                  <a:moveTo>
                    <a:pt x="1842" y="0"/>
                  </a:moveTo>
                  <a:cubicBezTo>
                    <a:pt x="812" y="0"/>
                    <a:pt x="1" y="897"/>
                    <a:pt x="106" y="1918"/>
                  </a:cubicBezTo>
                  <a:lnTo>
                    <a:pt x="344" y="4370"/>
                  </a:lnTo>
                  <a:lnTo>
                    <a:pt x="564" y="4370"/>
                  </a:lnTo>
                  <a:cubicBezTo>
                    <a:pt x="812" y="4370"/>
                    <a:pt x="1003" y="4169"/>
                    <a:pt x="1003" y="3931"/>
                  </a:cubicBezTo>
                  <a:lnTo>
                    <a:pt x="1003" y="2967"/>
                  </a:lnTo>
                  <a:cubicBezTo>
                    <a:pt x="1003" y="2481"/>
                    <a:pt x="1394" y="2090"/>
                    <a:pt x="1880" y="2090"/>
                  </a:cubicBezTo>
                  <a:lnTo>
                    <a:pt x="5811" y="2090"/>
                  </a:lnTo>
                  <a:lnTo>
                    <a:pt x="5811" y="3931"/>
                  </a:lnTo>
                  <a:cubicBezTo>
                    <a:pt x="5811" y="4169"/>
                    <a:pt x="6011" y="4370"/>
                    <a:pt x="6249" y="4370"/>
                  </a:cubicBezTo>
                  <a:lnTo>
                    <a:pt x="6469" y="4370"/>
                  </a:lnTo>
                  <a:lnTo>
                    <a:pt x="6650" y="2004"/>
                  </a:lnTo>
                  <a:lnTo>
                    <a:pt x="6631" y="2004"/>
                  </a:lnTo>
                  <a:lnTo>
                    <a:pt x="5811" y="0"/>
                  </a:lnTo>
                  <a:close/>
                </a:path>
              </a:pathLst>
            </a:custGeom>
            <a:solidFill>
              <a:srgbClr val="D4DDE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974" name="Google Shape;15974;p44"/>
            <p:cNvSpPr/>
            <p:nvPr/>
          </p:nvSpPr>
          <p:spPr>
            <a:xfrm>
              <a:off x="7654770" y="2419290"/>
              <a:ext cx="71983" cy="114428"/>
            </a:xfrm>
            <a:custGeom>
              <a:rect b="b" l="l" r="r" t="t"/>
              <a:pathLst>
                <a:path extrusionOk="0" h="4370" w="2749">
                  <a:moveTo>
                    <a:pt x="1842" y="0"/>
                  </a:moveTo>
                  <a:cubicBezTo>
                    <a:pt x="812" y="0"/>
                    <a:pt x="1" y="888"/>
                    <a:pt x="106" y="1918"/>
                  </a:cubicBezTo>
                  <a:lnTo>
                    <a:pt x="344" y="4370"/>
                  </a:lnTo>
                  <a:lnTo>
                    <a:pt x="564" y="4370"/>
                  </a:lnTo>
                  <a:cubicBezTo>
                    <a:pt x="812" y="4370"/>
                    <a:pt x="1003" y="4169"/>
                    <a:pt x="1003" y="3931"/>
                  </a:cubicBezTo>
                  <a:lnTo>
                    <a:pt x="1003" y="1756"/>
                  </a:lnTo>
                  <a:cubicBezTo>
                    <a:pt x="1003" y="783"/>
                    <a:pt x="1785" y="0"/>
                    <a:pt x="2748" y="0"/>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975" name="Google Shape;15975;p44"/>
            <p:cNvSpPr/>
            <p:nvPr/>
          </p:nvSpPr>
          <p:spPr>
            <a:xfrm>
              <a:off x="7703998" y="2533640"/>
              <a:ext cx="11495" cy="17308"/>
            </a:xfrm>
            <a:custGeom>
              <a:rect b="b" l="l" r="r" t="t"/>
              <a:pathLst>
                <a:path extrusionOk="0" h="661" w="439">
                  <a:moveTo>
                    <a:pt x="220" y="0"/>
                  </a:moveTo>
                  <a:cubicBezTo>
                    <a:pt x="110" y="0"/>
                    <a:pt x="0" y="74"/>
                    <a:pt x="0" y="222"/>
                  </a:cubicBezTo>
                  <a:lnTo>
                    <a:pt x="0" y="441"/>
                  </a:lnTo>
                  <a:cubicBezTo>
                    <a:pt x="0" y="556"/>
                    <a:pt x="96" y="661"/>
                    <a:pt x="220" y="661"/>
                  </a:cubicBezTo>
                  <a:cubicBezTo>
                    <a:pt x="334" y="661"/>
                    <a:pt x="439" y="556"/>
                    <a:pt x="439" y="441"/>
                  </a:cubicBezTo>
                  <a:lnTo>
                    <a:pt x="439" y="222"/>
                  </a:lnTo>
                  <a:cubicBezTo>
                    <a:pt x="439" y="74"/>
                    <a:pt x="329" y="0"/>
                    <a:pt x="220" y="0"/>
                  </a:cubicBezTo>
                  <a:close/>
                </a:path>
              </a:pathLst>
            </a:custGeom>
            <a:solidFill>
              <a:srgbClr val="213B5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976" name="Google Shape;15976;p44"/>
            <p:cNvSpPr/>
            <p:nvPr/>
          </p:nvSpPr>
          <p:spPr>
            <a:xfrm>
              <a:off x="7772681" y="2533640"/>
              <a:ext cx="11260" cy="17308"/>
            </a:xfrm>
            <a:custGeom>
              <a:rect b="b" l="l" r="r" t="t"/>
              <a:pathLst>
                <a:path extrusionOk="0" h="661" w="430">
                  <a:moveTo>
                    <a:pt x="215" y="0"/>
                  </a:moveTo>
                  <a:cubicBezTo>
                    <a:pt x="108" y="0"/>
                    <a:pt x="1" y="74"/>
                    <a:pt x="1" y="222"/>
                  </a:cubicBezTo>
                  <a:lnTo>
                    <a:pt x="1" y="441"/>
                  </a:lnTo>
                  <a:cubicBezTo>
                    <a:pt x="1" y="556"/>
                    <a:pt x="96" y="661"/>
                    <a:pt x="220" y="661"/>
                  </a:cubicBezTo>
                  <a:cubicBezTo>
                    <a:pt x="335" y="661"/>
                    <a:pt x="430" y="556"/>
                    <a:pt x="430" y="441"/>
                  </a:cubicBezTo>
                  <a:lnTo>
                    <a:pt x="430" y="222"/>
                  </a:lnTo>
                  <a:cubicBezTo>
                    <a:pt x="430" y="74"/>
                    <a:pt x="323" y="0"/>
                    <a:pt x="215" y="0"/>
                  </a:cubicBezTo>
                  <a:close/>
                </a:path>
              </a:pathLst>
            </a:custGeom>
            <a:solidFill>
              <a:srgbClr val="213B5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977" name="Google Shape;15977;p44"/>
            <p:cNvSpPr/>
            <p:nvPr/>
          </p:nvSpPr>
          <p:spPr>
            <a:xfrm>
              <a:off x="7718714" y="2573598"/>
              <a:ext cx="50720" cy="17334"/>
            </a:xfrm>
            <a:custGeom>
              <a:rect b="b" l="l" r="r" t="t"/>
              <a:pathLst>
                <a:path extrusionOk="0" h="662" w="1937">
                  <a:moveTo>
                    <a:pt x="314" y="0"/>
                  </a:moveTo>
                  <a:cubicBezTo>
                    <a:pt x="144" y="0"/>
                    <a:pt x="0" y="221"/>
                    <a:pt x="154" y="375"/>
                  </a:cubicBezTo>
                  <a:cubicBezTo>
                    <a:pt x="372" y="566"/>
                    <a:pt x="643" y="662"/>
                    <a:pt x="924" y="662"/>
                  </a:cubicBezTo>
                  <a:cubicBezTo>
                    <a:pt x="938" y="662"/>
                    <a:pt x="951" y="662"/>
                    <a:pt x="965" y="661"/>
                  </a:cubicBezTo>
                  <a:cubicBezTo>
                    <a:pt x="978" y="662"/>
                    <a:pt x="991" y="662"/>
                    <a:pt x="1005" y="662"/>
                  </a:cubicBezTo>
                  <a:cubicBezTo>
                    <a:pt x="1286" y="662"/>
                    <a:pt x="1557" y="566"/>
                    <a:pt x="1775" y="375"/>
                  </a:cubicBezTo>
                  <a:cubicBezTo>
                    <a:pt x="1936" y="221"/>
                    <a:pt x="1789" y="0"/>
                    <a:pt x="1621" y="0"/>
                  </a:cubicBezTo>
                  <a:cubicBezTo>
                    <a:pt x="1570" y="0"/>
                    <a:pt x="1517" y="21"/>
                    <a:pt x="1470" y="70"/>
                  </a:cubicBezTo>
                  <a:cubicBezTo>
                    <a:pt x="1318" y="170"/>
                    <a:pt x="1141" y="220"/>
                    <a:pt x="966" y="220"/>
                  </a:cubicBezTo>
                  <a:cubicBezTo>
                    <a:pt x="790" y="220"/>
                    <a:pt x="616" y="170"/>
                    <a:pt x="469" y="70"/>
                  </a:cubicBezTo>
                  <a:cubicBezTo>
                    <a:pt x="420" y="21"/>
                    <a:pt x="365" y="0"/>
                    <a:pt x="314" y="0"/>
                  </a:cubicBezTo>
                  <a:close/>
                </a:path>
              </a:pathLst>
            </a:custGeom>
            <a:solidFill>
              <a:srgbClr val="DAE2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978" name="Google Shape;15978;p44"/>
            <p:cNvSpPr/>
            <p:nvPr/>
          </p:nvSpPr>
          <p:spPr>
            <a:xfrm>
              <a:off x="7696483" y="2516463"/>
              <a:ext cx="26525" cy="11521"/>
            </a:xfrm>
            <a:custGeom>
              <a:rect b="b" l="l" r="r" t="t"/>
              <a:pathLst>
                <a:path extrusionOk="0" h="440" w="1013">
                  <a:moveTo>
                    <a:pt x="287" y="0"/>
                  </a:moveTo>
                  <a:cubicBezTo>
                    <a:pt x="1" y="0"/>
                    <a:pt x="1" y="439"/>
                    <a:pt x="287" y="439"/>
                  </a:cubicBezTo>
                  <a:lnTo>
                    <a:pt x="726" y="439"/>
                  </a:lnTo>
                  <a:cubicBezTo>
                    <a:pt x="1012" y="439"/>
                    <a:pt x="1012" y="0"/>
                    <a:pt x="726" y="0"/>
                  </a:cubicBezTo>
                  <a:close/>
                </a:path>
              </a:pathLst>
            </a:custGeom>
            <a:solidFill>
              <a:srgbClr val="D4DDE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979" name="Google Shape;15979;p44"/>
            <p:cNvSpPr/>
            <p:nvPr/>
          </p:nvSpPr>
          <p:spPr>
            <a:xfrm>
              <a:off x="7764931" y="2516463"/>
              <a:ext cx="26761" cy="11521"/>
            </a:xfrm>
            <a:custGeom>
              <a:rect b="b" l="l" r="r" t="t"/>
              <a:pathLst>
                <a:path extrusionOk="0" h="440" w="1022">
                  <a:moveTo>
                    <a:pt x="297" y="0"/>
                  </a:moveTo>
                  <a:cubicBezTo>
                    <a:pt x="1" y="0"/>
                    <a:pt x="1" y="439"/>
                    <a:pt x="297" y="439"/>
                  </a:cubicBezTo>
                  <a:lnTo>
                    <a:pt x="726" y="439"/>
                  </a:lnTo>
                  <a:cubicBezTo>
                    <a:pt x="1022" y="439"/>
                    <a:pt x="1022" y="0"/>
                    <a:pt x="726" y="0"/>
                  </a:cubicBezTo>
                  <a:close/>
                </a:path>
              </a:pathLst>
            </a:custGeom>
            <a:solidFill>
              <a:srgbClr val="D4DDE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980" name="Google Shape;15980;p44"/>
            <p:cNvSpPr/>
            <p:nvPr/>
          </p:nvSpPr>
          <p:spPr>
            <a:xfrm>
              <a:off x="7772681" y="2419290"/>
              <a:ext cx="68474" cy="68709"/>
            </a:xfrm>
            <a:custGeom>
              <a:rect b="b" l="l" r="r" t="t"/>
              <a:pathLst>
                <a:path extrusionOk="0" h="2624" w="2615">
                  <a:moveTo>
                    <a:pt x="1308" y="0"/>
                  </a:moveTo>
                  <a:cubicBezTo>
                    <a:pt x="583" y="0"/>
                    <a:pt x="1" y="582"/>
                    <a:pt x="1" y="1307"/>
                  </a:cubicBezTo>
                  <a:cubicBezTo>
                    <a:pt x="1" y="2032"/>
                    <a:pt x="583" y="2624"/>
                    <a:pt x="1308" y="2624"/>
                  </a:cubicBezTo>
                  <a:cubicBezTo>
                    <a:pt x="2033" y="2624"/>
                    <a:pt x="2615" y="2032"/>
                    <a:pt x="2615" y="1307"/>
                  </a:cubicBezTo>
                  <a:cubicBezTo>
                    <a:pt x="2615" y="582"/>
                    <a:pt x="2033" y="0"/>
                    <a:pt x="1308" y="0"/>
                  </a:cubicBezTo>
                  <a:close/>
                </a:path>
              </a:pathLst>
            </a:custGeom>
            <a:solidFill>
              <a:srgbClr val="D4DDE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981" name="Google Shape;15981;p44"/>
            <p:cNvSpPr/>
            <p:nvPr/>
          </p:nvSpPr>
          <p:spPr>
            <a:xfrm>
              <a:off x="7749717" y="2447753"/>
              <a:ext cx="34224" cy="34512"/>
            </a:xfrm>
            <a:custGeom>
              <a:rect b="b" l="l" r="r" t="t"/>
              <a:pathLst>
                <a:path extrusionOk="0" h="1318" w="1307">
                  <a:moveTo>
                    <a:pt x="658" y="1"/>
                  </a:moveTo>
                  <a:cubicBezTo>
                    <a:pt x="296" y="1"/>
                    <a:pt x="0" y="297"/>
                    <a:pt x="0" y="659"/>
                  </a:cubicBezTo>
                  <a:cubicBezTo>
                    <a:pt x="0" y="1022"/>
                    <a:pt x="296" y="1317"/>
                    <a:pt x="658" y="1317"/>
                  </a:cubicBezTo>
                  <a:cubicBezTo>
                    <a:pt x="1021" y="1317"/>
                    <a:pt x="1307" y="1022"/>
                    <a:pt x="1307" y="659"/>
                  </a:cubicBezTo>
                  <a:cubicBezTo>
                    <a:pt x="1307" y="297"/>
                    <a:pt x="1021" y="1"/>
                    <a:pt x="658" y="1"/>
                  </a:cubicBezTo>
                  <a:close/>
                </a:path>
              </a:pathLst>
            </a:custGeom>
            <a:solidFill>
              <a:srgbClr val="D4DDE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982" name="Google Shape;15982;p44"/>
            <p:cNvSpPr/>
            <p:nvPr/>
          </p:nvSpPr>
          <p:spPr>
            <a:xfrm>
              <a:off x="7654770" y="2667576"/>
              <a:ext cx="178398" cy="77717"/>
            </a:xfrm>
            <a:custGeom>
              <a:rect b="b" l="l" r="r" t="t"/>
              <a:pathLst>
                <a:path extrusionOk="0" h="2968" w="6813">
                  <a:moveTo>
                    <a:pt x="840" y="1"/>
                  </a:moveTo>
                  <a:lnTo>
                    <a:pt x="1" y="249"/>
                  </a:lnTo>
                  <a:cubicBezTo>
                    <a:pt x="363" y="1833"/>
                    <a:pt x="1775" y="2968"/>
                    <a:pt x="3407" y="2968"/>
                  </a:cubicBezTo>
                  <a:cubicBezTo>
                    <a:pt x="5038" y="2968"/>
                    <a:pt x="6459" y="1833"/>
                    <a:pt x="6812" y="249"/>
                  </a:cubicBezTo>
                  <a:lnTo>
                    <a:pt x="5982" y="1"/>
                  </a:lnTo>
                  <a:cubicBezTo>
                    <a:pt x="5725" y="1213"/>
                    <a:pt x="4656" y="2090"/>
                    <a:pt x="3416" y="2090"/>
                  </a:cubicBezTo>
                  <a:cubicBezTo>
                    <a:pt x="2166" y="2090"/>
                    <a:pt x="1098" y="1213"/>
                    <a:pt x="840" y="1"/>
                  </a:cubicBezTo>
                  <a:close/>
                </a:path>
              </a:pathLst>
            </a:custGeom>
            <a:solidFill>
              <a:srgbClr val="DAE2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5983" name="Google Shape;15983;p44"/>
          <p:cNvGrpSpPr/>
          <p:nvPr/>
        </p:nvGrpSpPr>
        <p:grpSpPr>
          <a:xfrm>
            <a:off x="7156182" y="2266890"/>
            <a:ext cx="274550" cy="354728"/>
            <a:chOff x="7156182" y="2419290"/>
            <a:chExt cx="274550" cy="354728"/>
          </a:xfrm>
        </p:grpSpPr>
        <p:sp>
          <p:nvSpPr>
            <p:cNvPr id="15984" name="Google Shape;15984;p44"/>
            <p:cNvSpPr/>
            <p:nvPr/>
          </p:nvSpPr>
          <p:spPr>
            <a:xfrm>
              <a:off x="7156182" y="2602402"/>
              <a:ext cx="274550" cy="171616"/>
            </a:xfrm>
            <a:custGeom>
              <a:rect b="b" l="l" r="r" t="t"/>
              <a:pathLst>
                <a:path extrusionOk="0" h="6554" w="10485">
                  <a:moveTo>
                    <a:pt x="3711" y="0"/>
                  </a:moveTo>
                  <a:lnTo>
                    <a:pt x="3711" y="1250"/>
                  </a:lnTo>
                  <a:cubicBezTo>
                    <a:pt x="3711" y="1546"/>
                    <a:pt x="3520" y="1803"/>
                    <a:pt x="3244" y="1879"/>
                  </a:cubicBezTo>
                  <a:lnTo>
                    <a:pt x="935" y="2557"/>
                  </a:lnTo>
                  <a:cubicBezTo>
                    <a:pt x="382" y="2719"/>
                    <a:pt x="0" y="3234"/>
                    <a:pt x="0" y="3816"/>
                  </a:cubicBezTo>
                  <a:lnTo>
                    <a:pt x="0" y="5896"/>
                  </a:lnTo>
                  <a:cubicBezTo>
                    <a:pt x="0" y="6258"/>
                    <a:pt x="296" y="6554"/>
                    <a:pt x="658" y="6554"/>
                  </a:cubicBezTo>
                  <a:lnTo>
                    <a:pt x="9826" y="6554"/>
                  </a:lnTo>
                  <a:cubicBezTo>
                    <a:pt x="10189" y="6554"/>
                    <a:pt x="10484" y="6258"/>
                    <a:pt x="10484" y="5896"/>
                  </a:cubicBezTo>
                  <a:lnTo>
                    <a:pt x="10484" y="3826"/>
                  </a:lnTo>
                  <a:cubicBezTo>
                    <a:pt x="10484" y="3234"/>
                    <a:pt x="10103" y="2719"/>
                    <a:pt x="9540" y="2557"/>
                  </a:cubicBezTo>
                  <a:lnTo>
                    <a:pt x="7241" y="1879"/>
                  </a:lnTo>
                  <a:cubicBezTo>
                    <a:pt x="6955" y="1803"/>
                    <a:pt x="6764" y="1546"/>
                    <a:pt x="6764" y="1250"/>
                  </a:cubicBezTo>
                  <a:lnTo>
                    <a:pt x="6764" y="0"/>
                  </a:lnTo>
                  <a:close/>
                </a:path>
              </a:pathLst>
            </a:custGeom>
            <a:solidFill>
              <a:srgbClr val="DAE2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985" name="Google Shape;15985;p44"/>
            <p:cNvSpPr/>
            <p:nvPr/>
          </p:nvSpPr>
          <p:spPr>
            <a:xfrm>
              <a:off x="7156182" y="2654353"/>
              <a:ext cx="274550" cy="119665"/>
            </a:xfrm>
            <a:custGeom>
              <a:rect b="b" l="l" r="r" t="t"/>
              <a:pathLst>
                <a:path extrusionOk="0" h="4570" w="10485">
                  <a:moveTo>
                    <a:pt x="2881" y="0"/>
                  </a:moveTo>
                  <a:lnTo>
                    <a:pt x="935" y="573"/>
                  </a:lnTo>
                  <a:cubicBezTo>
                    <a:pt x="382" y="735"/>
                    <a:pt x="0" y="1250"/>
                    <a:pt x="0" y="1832"/>
                  </a:cubicBezTo>
                  <a:lnTo>
                    <a:pt x="0" y="3912"/>
                  </a:lnTo>
                  <a:cubicBezTo>
                    <a:pt x="0" y="4274"/>
                    <a:pt x="286" y="4570"/>
                    <a:pt x="649" y="4570"/>
                  </a:cubicBezTo>
                  <a:lnTo>
                    <a:pt x="9826" y="4570"/>
                  </a:lnTo>
                  <a:cubicBezTo>
                    <a:pt x="10189" y="4570"/>
                    <a:pt x="10484" y="4274"/>
                    <a:pt x="10484" y="3912"/>
                  </a:cubicBezTo>
                  <a:lnTo>
                    <a:pt x="10484" y="1842"/>
                  </a:lnTo>
                  <a:cubicBezTo>
                    <a:pt x="10484" y="1250"/>
                    <a:pt x="10103" y="735"/>
                    <a:pt x="9540" y="573"/>
                  </a:cubicBezTo>
                  <a:lnTo>
                    <a:pt x="7594" y="0"/>
                  </a:lnTo>
                  <a:cubicBezTo>
                    <a:pt x="7374" y="1136"/>
                    <a:pt x="6392" y="1946"/>
                    <a:pt x="5238" y="1946"/>
                  </a:cubicBezTo>
                  <a:cubicBezTo>
                    <a:pt x="4093" y="1946"/>
                    <a:pt x="3101" y="1136"/>
                    <a:pt x="2881" y="0"/>
                  </a:cubicBezTo>
                  <a:close/>
                </a:path>
              </a:pathLst>
            </a:custGeom>
            <a:solidFill>
              <a:srgbClr val="6F809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986" name="Google Shape;15986;p44"/>
            <p:cNvSpPr/>
            <p:nvPr/>
          </p:nvSpPr>
          <p:spPr>
            <a:xfrm>
              <a:off x="7253354" y="2602402"/>
              <a:ext cx="80205" cy="28620"/>
            </a:xfrm>
            <a:custGeom>
              <a:rect b="b" l="l" r="r" t="t"/>
              <a:pathLst>
                <a:path extrusionOk="0" h="1093" w="3063">
                  <a:moveTo>
                    <a:pt x="0" y="0"/>
                  </a:moveTo>
                  <a:lnTo>
                    <a:pt x="0" y="706"/>
                  </a:lnTo>
                  <a:cubicBezTo>
                    <a:pt x="477" y="964"/>
                    <a:pt x="1002" y="1092"/>
                    <a:pt x="1528" y="1092"/>
                  </a:cubicBezTo>
                  <a:cubicBezTo>
                    <a:pt x="2054" y="1092"/>
                    <a:pt x="2581" y="964"/>
                    <a:pt x="3062" y="706"/>
                  </a:cubicBezTo>
                  <a:lnTo>
                    <a:pt x="3062" y="0"/>
                  </a:lnTo>
                  <a:close/>
                </a:path>
              </a:pathLst>
            </a:custGeom>
            <a:solidFill>
              <a:srgbClr val="D4DDE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987" name="Google Shape;15987;p44"/>
            <p:cNvSpPr/>
            <p:nvPr/>
          </p:nvSpPr>
          <p:spPr>
            <a:xfrm>
              <a:off x="7197135" y="2487974"/>
              <a:ext cx="192381" cy="131423"/>
            </a:xfrm>
            <a:custGeom>
              <a:rect b="b" l="l" r="r" t="t"/>
              <a:pathLst>
                <a:path extrusionOk="0" h="5019" w="7347">
                  <a:moveTo>
                    <a:pt x="840" y="1"/>
                  </a:moveTo>
                  <a:lnTo>
                    <a:pt x="840" y="1308"/>
                  </a:lnTo>
                  <a:lnTo>
                    <a:pt x="726" y="1308"/>
                  </a:lnTo>
                  <a:cubicBezTo>
                    <a:pt x="1" y="1308"/>
                    <a:pt x="1" y="2405"/>
                    <a:pt x="726" y="2405"/>
                  </a:cubicBezTo>
                  <a:lnTo>
                    <a:pt x="850" y="2405"/>
                  </a:lnTo>
                  <a:cubicBezTo>
                    <a:pt x="955" y="3884"/>
                    <a:pt x="2195" y="5019"/>
                    <a:pt x="3674" y="5019"/>
                  </a:cubicBezTo>
                  <a:cubicBezTo>
                    <a:pt x="5152" y="5019"/>
                    <a:pt x="6392" y="3884"/>
                    <a:pt x="6507" y="2405"/>
                  </a:cubicBezTo>
                  <a:lnTo>
                    <a:pt x="6621" y="2405"/>
                  </a:lnTo>
                  <a:cubicBezTo>
                    <a:pt x="7346" y="2405"/>
                    <a:pt x="7346" y="1308"/>
                    <a:pt x="6621" y="1308"/>
                  </a:cubicBezTo>
                  <a:lnTo>
                    <a:pt x="6516" y="1308"/>
                  </a:lnTo>
                  <a:lnTo>
                    <a:pt x="6516" y="1"/>
                  </a:lnTo>
                  <a:close/>
                </a:path>
              </a:pathLst>
            </a:custGeom>
            <a:solidFill>
              <a:srgbClr val="E0E7E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988" name="Google Shape;15988;p44"/>
            <p:cNvSpPr/>
            <p:nvPr/>
          </p:nvSpPr>
          <p:spPr>
            <a:xfrm>
              <a:off x="7201141" y="2499469"/>
              <a:ext cx="155408" cy="120163"/>
            </a:xfrm>
            <a:custGeom>
              <a:rect b="b" l="l" r="r" t="t"/>
              <a:pathLst>
                <a:path extrusionOk="0" h="4589" w="5935">
                  <a:moveTo>
                    <a:pt x="687" y="1"/>
                  </a:moveTo>
                  <a:lnTo>
                    <a:pt x="687" y="878"/>
                  </a:lnTo>
                  <a:lnTo>
                    <a:pt x="601" y="878"/>
                  </a:lnTo>
                  <a:cubicBezTo>
                    <a:pt x="595" y="878"/>
                    <a:pt x="589" y="878"/>
                    <a:pt x="583" y="878"/>
                  </a:cubicBezTo>
                  <a:cubicBezTo>
                    <a:pt x="304" y="878"/>
                    <a:pt x="66" y="1085"/>
                    <a:pt x="29" y="1365"/>
                  </a:cubicBezTo>
                  <a:cubicBezTo>
                    <a:pt x="0" y="1689"/>
                    <a:pt x="248" y="1966"/>
                    <a:pt x="573" y="1966"/>
                  </a:cubicBezTo>
                  <a:lnTo>
                    <a:pt x="697" y="1966"/>
                  </a:lnTo>
                  <a:cubicBezTo>
                    <a:pt x="800" y="3469"/>
                    <a:pt x="2046" y="4589"/>
                    <a:pt x="3499" y="4589"/>
                  </a:cubicBezTo>
                  <a:cubicBezTo>
                    <a:pt x="3650" y="4589"/>
                    <a:pt x="3804" y="4576"/>
                    <a:pt x="3959" y="4551"/>
                  </a:cubicBezTo>
                  <a:cubicBezTo>
                    <a:pt x="2576" y="4341"/>
                    <a:pt x="1555" y="3149"/>
                    <a:pt x="1555" y="1746"/>
                  </a:cubicBezTo>
                  <a:cubicBezTo>
                    <a:pt x="1555" y="1269"/>
                    <a:pt x="1946" y="878"/>
                    <a:pt x="2433" y="878"/>
                  </a:cubicBezTo>
                  <a:lnTo>
                    <a:pt x="5486" y="878"/>
                  </a:lnTo>
                  <a:cubicBezTo>
                    <a:pt x="5734" y="878"/>
                    <a:pt x="5934" y="678"/>
                    <a:pt x="5934" y="430"/>
                  </a:cubicBezTo>
                  <a:lnTo>
                    <a:pt x="5934" y="1"/>
                  </a:lnTo>
                  <a:close/>
                </a:path>
              </a:pathLst>
            </a:custGeom>
            <a:solidFill>
              <a:srgbClr val="DAE2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989" name="Google Shape;15989;p44"/>
            <p:cNvSpPr/>
            <p:nvPr/>
          </p:nvSpPr>
          <p:spPr>
            <a:xfrm>
              <a:off x="7253354" y="2522328"/>
              <a:ext cx="11495" cy="17125"/>
            </a:xfrm>
            <a:custGeom>
              <a:rect b="b" l="l" r="r" t="t"/>
              <a:pathLst>
                <a:path extrusionOk="0" h="654" w="439">
                  <a:moveTo>
                    <a:pt x="216" y="1"/>
                  </a:moveTo>
                  <a:cubicBezTo>
                    <a:pt x="107" y="1"/>
                    <a:pt x="0" y="72"/>
                    <a:pt x="0" y="215"/>
                  </a:cubicBezTo>
                  <a:lnTo>
                    <a:pt x="0" y="435"/>
                  </a:lnTo>
                  <a:cubicBezTo>
                    <a:pt x="0" y="559"/>
                    <a:pt x="96" y="654"/>
                    <a:pt x="220" y="654"/>
                  </a:cubicBezTo>
                  <a:cubicBezTo>
                    <a:pt x="334" y="654"/>
                    <a:pt x="439" y="559"/>
                    <a:pt x="439" y="435"/>
                  </a:cubicBezTo>
                  <a:lnTo>
                    <a:pt x="439" y="215"/>
                  </a:lnTo>
                  <a:cubicBezTo>
                    <a:pt x="434" y="72"/>
                    <a:pt x="324" y="1"/>
                    <a:pt x="216" y="1"/>
                  </a:cubicBezTo>
                  <a:close/>
                </a:path>
              </a:pathLst>
            </a:custGeom>
            <a:solidFill>
              <a:srgbClr val="213B5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990" name="Google Shape;15990;p44"/>
            <p:cNvSpPr/>
            <p:nvPr/>
          </p:nvSpPr>
          <p:spPr>
            <a:xfrm>
              <a:off x="7322038" y="2522328"/>
              <a:ext cx="11260" cy="17125"/>
            </a:xfrm>
            <a:custGeom>
              <a:rect b="b" l="l" r="r" t="t"/>
              <a:pathLst>
                <a:path extrusionOk="0" h="654" w="430">
                  <a:moveTo>
                    <a:pt x="215" y="1"/>
                  </a:moveTo>
                  <a:cubicBezTo>
                    <a:pt x="108" y="1"/>
                    <a:pt x="1" y="72"/>
                    <a:pt x="1" y="215"/>
                  </a:cubicBezTo>
                  <a:lnTo>
                    <a:pt x="1" y="435"/>
                  </a:lnTo>
                  <a:cubicBezTo>
                    <a:pt x="1" y="559"/>
                    <a:pt x="96" y="654"/>
                    <a:pt x="220" y="654"/>
                  </a:cubicBezTo>
                  <a:cubicBezTo>
                    <a:pt x="335" y="654"/>
                    <a:pt x="430" y="559"/>
                    <a:pt x="430" y="435"/>
                  </a:cubicBezTo>
                  <a:lnTo>
                    <a:pt x="430" y="215"/>
                  </a:lnTo>
                  <a:cubicBezTo>
                    <a:pt x="430" y="72"/>
                    <a:pt x="323" y="1"/>
                    <a:pt x="215" y="1"/>
                  </a:cubicBezTo>
                  <a:close/>
                </a:path>
              </a:pathLst>
            </a:custGeom>
            <a:solidFill>
              <a:srgbClr val="213B5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991" name="Google Shape;15991;p44"/>
            <p:cNvSpPr/>
            <p:nvPr/>
          </p:nvSpPr>
          <p:spPr>
            <a:xfrm>
              <a:off x="7197109" y="2657574"/>
              <a:ext cx="191439" cy="81750"/>
            </a:xfrm>
            <a:custGeom>
              <a:rect b="b" l="l" r="r" t="t"/>
              <a:pathLst>
                <a:path extrusionOk="0" h="3122" w="7311">
                  <a:moveTo>
                    <a:pt x="257" y="0"/>
                  </a:moveTo>
                  <a:cubicBezTo>
                    <a:pt x="130" y="0"/>
                    <a:pt x="1" y="102"/>
                    <a:pt x="40" y="268"/>
                  </a:cubicBezTo>
                  <a:cubicBezTo>
                    <a:pt x="59" y="335"/>
                    <a:pt x="78" y="402"/>
                    <a:pt x="97" y="459"/>
                  </a:cubicBezTo>
                  <a:cubicBezTo>
                    <a:pt x="116" y="555"/>
                    <a:pt x="202" y="621"/>
                    <a:pt x="307" y="621"/>
                  </a:cubicBezTo>
                  <a:cubicBezTo>
                    <a:pt x="326" y="621"/>
                    <a:pt x="345" y="621"/>
                    <a:pt x="364" y="612"/>
                  </a:cubicBezTo>
                  <a:cubicBezTo>
                    <a:pt x="479" y="574"/>
                    <a:pt x="545" y="450"/>
                    <a:pt x="517" y="335"/>
                  </a:cubicBezTo>
                  <a:cubicBezTo>
                    <a:pt x="498" y="288"/>
                    <a:pt x="479" y="230"/>
                    <a:pt x="469" y="173"/>
                  </a:cubicBezTo>
                  <a:cubicBezTo>
                    <a:pt x="441" y="53"/>
                    <a:pt x="350" y="0"/>
                    <a:pt x="257" y="0"/>
                  </a:cubicBezTo>
                  <a:close/>
                  <a:moveTo>
                    <a:pt x="7052" y="3"/>
                  </a:moveTo>
                  <a:cubicBezTo>
                    <a:pt x="6962" y="3"/>
                    <a:pt x="6875" y="55"/>
                    <a:pt x="6851" y="173"/>
                  </a:cubicBezTo>
                  <a:cubicBezTo>
                    <a:pt x="6813" y="307"/>
                    <a:pt x="6775" y="440"/>
                    <a:pt x="6727" y="564"/>
                  </a:cubicBezTo>
                  <a:cubicBezTo>
                    <a:pt x="6670" y="707"/>
                    <a:pt x="6785" y="860"/>
                    <a:pt x="6937" y="860"/>
                  </a:cubicBezTo>
                  <a:cubicBezTo>
                    <a:pt x="7023" y="860"/>
                    <a:pt x="7109" y="803"/>
                    <a:pt x="7138" y="717"/>
                  </a:cubicBezTo>
                  <a:cubicBezTo>
                    <a:pt x="7195" y="574"/>
                    <a:pt x="7233" y="421"/>
                    <a:pt x="7271" y="268"/>
                  </a:cubicBezTo>
                  <a:cubicBezTo>
                    <a:pt x="7310" y="106"/>
                    <a:pt x="7179" y="3"/>
                    <a:pt x="7052" y="3"/>
                  </a:cubicBezTo>
                  <a:close/>
                  <a:moveTo>
                    <a:pt x="656" y="976"/>
                  </a:moveTo>
                  <a:cubicBezTo>
                    <a:pt x="503" y="976"/>
                    <a:pt x="354" y="1140"/>
                    <a:pt x="460" y="1318"/>
                  </a:cubicBezTo>
                  <a:cubicBezTo>
                    <a:pt x="545" y="1451"/>
                    <a:pt x="631" y="1575"/>
                    <a:pt x="727" y="1699"/>
                  </a:cubicBezTo>
                  <a:cubicBezTo>
                    <a:pt x="765" y="1747"/>
                    <a:pt x="832" y="1785"/>
                    <a:pt x="898" y="1785"/>
                  </a:cubicBezTo>
                  <a:cubicBezTo>
                    <a:pt x="1080" y="1785"/>
                    <a:pt x="1185" y="1575"/>
                    <a:pt x="1070" y="1432"/>
                  </a:cubicBezTo>
                  <a:cubicBezTo>
                    <a:pt x="984" y="1318"/>
                    <a:pt x="908" y="1203"/>
                    <a:pt x="841" y="1089"/>
                  </a:cubicBezTo>
                  <a:cubicBezTo>
                    <a:pt x="794" y="1009"/>
                    <a:pt x="725" y="976"/>
                    <a:pt x="656" y="976"/>
                  </a:cubicBezTo>
                  <a:close/>
                  <a:moveTo>
                    <a:pt x="6523" y="1184"/>
                  </a:moveTo>
                  <a:cubicBezTo>
                    <a:pt x="6458" y="1184"/>
                    <a:pt x="6393" y="1215"/>
                    <a:pt x="6346" y="1289"/>
                  </a:cubicBezTo>
                  <a:cubicBezTo>
                    <a:pt x="6269" y="1404"/>
                    <a:pt x="6184" y="1509"/>
                    <a:pt x="6098" y="1604"/>
                  </a:cubicBezTo>
                  <a:cubicBezTo>
                    <a:pt x="5964" y="1747"/>
                    <a:pt x="6069" y="1976"/>
                    <a:pt x="6260" y="1976"/>
                  </a:cubicBezTo>
                  <a:cubicBezTo>
                    <a:pt x="6317" y="1967"/>
                    <a:pt x="6374" y="1947"/>
                    <a:pt x="6422" y="1900"/>
                  </a:cubicBezTo>
                  <a:cubicBezTo>
                    <a:pt x="6517" y="1785"/>
                    <a:pt x="6622" y="1661"/>
                    <a:pt x="6708" y="1537"/>
                  </a:cubicBezTo>
                  <a:cubicBezTo>
                    <a:pt x="6837" y="1368"/>
                    <a:pt x="6682" y="1184"/>
                    <a:pt x="6523" y="1184"/>
                  </a:cubicBezTo>
                  <a:close/>
                  <a:moveTo>
                    <a:pt x="1519" y="1958"/>
                  </a:moveTo>
                  <a:cubicBezTo>
                    <a:pt x="1336" y="1958"/>
                    <a:pt x="1190" y="2209"/>
                    <a:pt x="1375" y="2348"/>
                  </a:cubicBezTo>
                  <a:cubicBezTo>
                    <a:pt x="1499" y="2444"/>
                    <a:pt x="1633" y="2529"/>
                    <a:pt x="1767" y="2615"/>
                  </a:cubicBezTo>
                  <a:cubicBezTo>
                    <a:pt x="1795" y="2634"/>
                    <a:pt x="1833" y="2644"/>
                    <a:pt x="1871" y="2644"/>
                  </a:cubicBezTo>
                  <a:cubicBezTo>
                    <a:pt x="2100" y="2644"/>
                    <a:pt x="2177" y="2348"/>
                    <a:pt x="1986" y="2243"/>
                  </a:cubicBezTo>
                  <a:cubicBezTo>
                    <a:pt x="1871" y="2167"/>
                    <a:pt x="1757" y="2091"/>
                    <a:pt x="1652" y="2005"/>
                  </a:cubicBezTo>
                  <a:cubicBezTo>
                    <a:pt x="1608" y="1972"/>
                    <a:pt x="1563" y="1958"/>
                    <a:pt x="1519" y="1958"/>
                  </a:cubicBezTo>
                  <a:close/>
                  <a:moveTo>
                    <a:pt x="5576" y="2098"/>
                  </a:moveTo>
                  <a:cubicBezTo>
                    <a:pt x="5542" y="2098"/>
                    <a:pt x="5509" y="2110"/>
                    <a:pt x="5478" y="2138"/>
                  </a:cubicBezTo>
                  <a:cubicBezTo>
                    <a:pt x="5363" y="2215"/>
                    <a:pt x="5249" y="2291"/>
                    <a:pt x="5125" y="2348"/>
                  </a:cubicBezTo>
                  <a:cubicBezTo>
                    <a:pt x="4918" y="2452"/>
                    <a:pt x="4989" y="2759"/>
                    <a:pt x="5210" y="2759"/>
                  </a:cubicBezTo>
                  <a:cubicBezTo>
                    <a:pt x="5213" y="2759"/>
                    <a:pt x="5217" y="2759"/>
                    <a:pt x="5220" y="2758"/>
                  </a:cubicBezTo>
                  <a:cubicBezTo>
                    <a:pt x="5258" y="2758"/>
                    <a:pt x="5287" y="2758"/>
                    <a:pt x="5315" y="2739"/>
                  </a:cubicBezTo>
                  <a:cubicBezTo>
                    <a:pt x="5458" y="2673"/>
                    <a:pt x="5592" y="2587"/>
                    <a:pt x="5716" y="2501"/>
                  </a:cubicBezTo>
                  <a:cubicBezTo>
                    <a:pt x="5916" y="2413"/>
                    <a:pt x="5748" y="2098"/>
                    <a:pt x="5576" y="2098"/>
                  </a:cubicBezTo>
                  <a:close/>
                  <a:moveTo>
                    <a:pt x="2657" y="2556"/>
                  </a:moveTo>
                  <a:cubicBezTo>
                    <a:pt x="2426" y="2556"/>
                    <a:pt x="2355" y="2918"/>
                    <a:pt x="2616" y="2987"/>
                  </a:cubicBezTo>
                  <a:cubicBezTo>
                    <a:pt x="2759" y="3026"/>
                    <a:pt x="2911" y="3064"/>
                    <a:pt x="3064" y="3092"/>
                  </a:cubicBezTo>
                  <a:lnTo>
                    <a:pt x="3093" y="3092"/>
                  </a:lnTo>
                  <a:cubicBezTo>
                    <a:pt x="3369" y="3092"/>
                    <a:pt x="3398" y="2692"/>
                    <a:pt x="3131" y="2653"/>
                  </a:cubicBezTo>
                  <a:cubicBezTo>
                    <a:pt x="2997" y="2634"/>
                    <a:pt x="2864" y="2606"/>
                    <a:pt x="2730" y="2568"/>
                  </a:cubicBezTo>
                  <a:cubicBezTo>
                    <a:pt x="2704" y="2560"/>
                    <a:pt x="2680" y="2556"/>
                    <a:pt x="2657" y="2556"/>
                  </a:cubicBezTo>
                  <a:close/>
                  <a:moveTo>
                    <a:pt x="4410" y="2618"/>
                  </a:moveTo>
                  <a:cubicBezTo>
                    <a:pt x="4392" y="2618"/>
                    <a:pt x="4372" y="2620"/>
                    <a:pt x="4352" y="2625"/>
                  </a:cubicBezTo>
                  <a:cubicBezTo>
                    <a:pt x="4218" y="2653"/>
                    <a:pt x="4085" y="2673"/>
                    <a:pt x="3951" y="2682"/>
                  </a:cubicBezTo>
                  <a:cubicBezTo>
                    <a:pt x="3659" y="2692"/>
                    <a:pt x="3674" y="3121"/>
                    <a:pt x="3961" y="3121"/>
                  </a:cubicBezTo>
                  <a:cubicBezTo>
                    <a:pt x="3964" y="3121"/>
                    <a:pt x="3967" y="3121"/>
                    <a:pt x="3970" y="3121"/>
                  </a:cubicBezTo>
                  <a:lnTo>
                    <a:pt x="3989" y="3111"/>
                  </a:lnTo>
                  <a:cubicBezTo>
                    <a:pt x="4142" y="3102"/>
                    <a:pt x="4295" y="3083"/>
                    <a:pt x="4447" y="3045"/>
                  </a:cubicBezTo>
                  <a:cubicBezTo>
                    <a:pt x="4713" y="2991"/>
                    <a:pt x="4650" y="2618"/>
                    <a:pt x="4410" y="2618"/>
                  </a:cubicBezTo>
                  <a:close/>
                </a:path>
              </a:pathLst>
            </a:custGeom>
            <a:solidFill>
              <a:srgbClr val="F4F7F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992" name="Google Shape;15992;p44"/>
            <p:cNvSpPr/>
            <p:nvPr/>
          </p:nvSpPr>
          <p:spPr>
            <a:xfrm>
              <a:off x="7159926" y="2476478"/>
              <a:ext cx="64729" cy="11521"/>
            </a:xfrm>
            <a:custGeom>
              <a:rect b="b" l="l" r="r" t="t"/>
              <a:pathLst>
                <a:path extrusionOk="0" h="440" w="2472">
                  <a:moveTo>
                    <a:pt x="286" y="1"/>
                  </a:moveTo>
                  <a:cubicBezTo>
                    <a:pt x="0" y="1"/>
                    <a:pt x="0" y="440"/>
                    <a:pt x="286" y="440"/>
                  </a:cubicBezTo>
                  <a:lnTo>
                    <a:pt x="2471" y="440"/>
                  </a:lnTo>
                  <a:lnTo>
                    <a:pt x="2471" y="1"/>
                  </a:lnTo>
                  <a:close/>
                </a:path>
              </a:pathLst>
            </a:custGeom>
            <a:solidFill>
              <a:srgbClr val="EDF1F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993" name="Google Shape;15993;p44"/>
            <p:cNvSpPr/>
            <p:nvPr/>
          </p:nvSpPr>
          <p:spPr>
            <a:xfrm>
              <a:off x="7285824" y="2562182"/>
              <a:ext cx="26499" cy="11495"/>
            </a:xfrm>
            <a:custGeom>
              <a:rect b="b" l="l" r="r" t="t"/>
              <a:pathLst>
                <a:path extrusionOk="0" h="439" w="1012">
                  <a:moveTo>
                    <a:pt x="287" y="0"/>
                  </a:moveTo>
                  <a:cubicBezTo>
                    <a:pt x="0" y="0"/>
                    <a:pt x="0" y="439"/>
                    <a:pt x="287" y="439"/>
                  </a:cubicBezTo>
                  <a:lnTo>
                    <a:pt x="725" y="439"/>
                  </a:lnTo>
                  <a:cubicBezTo>
                    <a:pt x="1012" y="439"/>
                    <a:pt x="1012" y="0"/>
                    <a:pt x="725" y="0"/>
                  </a:cubicBezTo>
                  <a:close/>
                </a:path>
              </a:pathLst>
            </a:custGeom>
            <a:solidFill>
              <a:srgbClr val="A5B7C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994" name="Google Shape;15994;p44"/>
            <p:cNvSpPr/>
            <p:nvPr/>
          </p:nvSpPr>
          <p:spPr>
            <a:xfrm>
              <a:off x="7220623" y="2654589"/>
              <a:ext cx="145405" cy="62242"/>
            </a:xfrm>
            <a:custGeom>
              <a:rect b="b" l="l" r="r" t="t"/>
              <a:pathLst>
                <a:path extrusionOk="0" h="2377" w="5553">
                  <a:moveTo>
                    <a:pt x="420" y="1"/>
                  </a:moveTo>
                  <a:lnTo>
                    <a:pt x="0" y="115"/>
                  </a:lnTo>
                  <a:cubicBezTo>
                    <a:pt x="277" y="1432"/>
                    <a:pt x="1431" y="2376"/>
                    <a:pt x="2777" y="2376"/>
                  </a:cubicBezTo>
                  <a:cubicBezTo>
                    <a:pt x="4122" y="2376"/>
                    <a:pt x="5276" y="1432"/>
                    <a:pt x="5553" y="115"/>
                  </a:cubicBezTo>
                  <a:lnTo>
                    <a:pt x="5133" y="1"/>
                  </a:lnTo>
                  <a:cubicBezTo>
                    <a:pt x="4913" y="1127"/>
                    <a:pt x="3931" y="1947"/>
                    <a:pt x="2777" y="1947"/>
                  </a:cubicBezTo>
                  <a:cubicBezTo>
                    <a:pt x="1632" y="1947"/>
                    <a:pt x="640" y="1127"/>
                    <a:pt x="420" y="1"/>
                  </a:cubicBezTo>
                  <a:close/>
                </a:path>
              </a:pathLst>
            </a:custGeom>
            <a:solidFill>
              <a:srgbClr val="52667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995" name="Google Shape;15995;p44"/>
            <p:cNvSpPr/>
            <p:nvPr/>
          </p:nvSpPr>
          <p:spPr>
            <a:xfrm>
              <a:off x="7218869" y="2487974"/>
              <a:ext cx="148914" cy="22755"/>
            </a:xfrm>
            <a:custGeom>
              <a:rect b="b" l="l" r="r" t="t"/>
              <a:pathLst>
                <a:path extrusionOk="0" h="869" w="5687">
                  <a:moveTo>
                    <a:pt x="1" y="1"/>
                  </a:moveTo>
                  <a:lnTo>
                    <a:pt x="1" y="869"/>
                  </a:lnTo>
                  <a:lnTo>
                    <a:pt x="5686" y="869"/>
                  </a:lnTo>
                  <a:lnTo>
                    <a:pt x="5686" y="1"/>
                  </a:lnTo>
                  <a:close/>
                </a:path>
              </a:pathLst>
            </a:custGeom>
            <a:solidFill>
              <a:srgbClr val="6F809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996" name="Google Shape;15996;p44"/>
            <p:cNvSpPr/>
            <p:nvPr/>
          </p:nvSpPr>
          <p:spPr>
            <a:xfrm>
              <a:off x="7213370" y="2419290"/>
              <a:ext cx="159912" cy="68709"/>
            </a:xfrm>
            <a:custGeom>
              <a:rect b="b" l="l" r="r" t="t"/>
              <a:pathLst>
                <a:path extrusionOk="0" h="2624" w="6107">
                  <a:moveTo>
                    <a:pt x="2615" y="0"/>
                  </a:moveTo>
                  <a:cubicBezTo>
                    <a:pt x="1260" y="0"/>
                    <a:pt x="134" y="1031"/>
                    <a:pt x="10" y="2385"/>
                  </a:cubicBezTo>
                  <a:cubicBezTo>
                    <a:pt x="1" y="2509"/>
                    <a:pt x="96" y="2624"/>
                    <a:pt x="220" y="2624"/>
                  </a:cubicBezTo>
                  <a:lnTo>
                    <a:pt x="5877" y="2624"/>
                  </a:lnTo>
                  <a:cubicBezTo>
                    <a:pt x="6011" y="2624"/>
                    <a:pt x="6106" y="2509"/>
                    <a:pt x="6097" y="2385"/>
                  </a:cubicBezTo>
                  <a:cubicBezTo>
                    <a:pt x="6097" y="2318"/>
                    <a:pt x="6087" y="2252"/>
                    <a:pt x="6068" y="2185"/>
                  </a:cubicBezTo>
                  <a:cubicBezTo>
                    <a:pt x="6049" y="2061"/>
                    <a:pt x="5944" y="1966"/>
                    <a:pt x="5820" y="1966"/>
                  </a:cubicBezTo>
                  <a:lnTo>
                    <a:pt x="5343" y="1966"/>
                  </a:lnTo>
                  <a:cubicBezTo>
                    <a:pt x="5162" y="1966"/>
                    <a:pt x="5019" y="1822"/>
                    <a:pt x="5019" y="1641"/>
                  </a:cubicBezTo>
                  <a:cubicBezTo>
                    <a:pt x="5019" y="1460"/>
                    <a:pt x="5171" y="1307"/>
                    <a:pt x="5353" y="1307"/>
                  </a:cubicBezTo>
                  <a:lnTo>
                    <a:pt x="5553" y="1307"/>
                  </a:lnTo>
                  <a:cubicBezTo>
                    <a:pt x="5639" y="1298"/>
                    <a:pt x="5687" y="1202"/>
                    <a:pt x="5648" y="1126"/>
                  </a:cubicBezTo>
                  <a:cubicBezTo>
                    <a:pt x="5152" y="420"/>
                    <a:pt x="4351" y="0"/>
                    <a:pt x="3492" y="0"/>
                  </a:cubicBezTo>
                  <a:close/>
                </a:path>
              </a:pathLst>
            </a:custGeom>
            <a:solidFill>
              <a:srgbClr val="F4F7F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997" name="Google Shape;15997;p44"/>
            <p:cNvSpPr/>
            <p:nvPr/>
          </p:nvSpPr>
          <p:spPr>
            <a:xfrm>
              <a:off x="7213370" y="2419290"/>
              <a:ext cx="100210" cy="68709"/>
            </a:xfrm>
            <a:custGeom>
              <a:rect b="b" l="l" r="r" t="t"/>
              <a:pathLst>
                <a:path extrusionOk="0" h="2624" w="3827">
                  <a:moveTo>
                    <a:pt x="2615" y="0"/>
                  </a:moveTo>
                  <a:cubicBezTo>
                    <a:pt x="1260" y="0"/>
                    <a:pt x="134" y="1031"/>
                    <a:pt x="10" y="2385"/>
                  </a:cubicBezTo>
                  <a:cubicBezTo>
                    <a:pt x="1" y="2509"/>
                    <a:pt x="96" y="2624"/>
                    <a:pt x="220" y="2624"/>
                  </a:cubicBezTo>
                  <a:lnTo>
                    <a:pt x="1766" y="2624"/>
                  </a:lnTo>
                  <a:cubicBezTo>
                    <a:pt x="1632" y="2624"/>
                    <a:pt x="1537" y="2509"/>
                    <a:pt x="1546" y="2376"/>
                  </a:cubicBezTo>
                  <a:cubicBezTo>
                    <a:pt x="1661" y="1155"/>
                    <a:pt x="2605" y="182"/>
                    <a:pt x="3826" y="29"/>
                  </a:cubicBezTo>
                  <a:cubicBezTo>
                    <a:pt x="3712" y="10"/>
                    <a:pt x="3607" y="0"/>
                    <a:pt x="3492" y="0"/>
                  </a:cubicBezTo>
                  <a:close/>
                </a:path>
              </a:pathLst>
            </a:custGeom>
            <a:solidFill>
              <a:srgbClr val="F1F4F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998" name="Google Shape;15998;p44"/>
            <p:cNvSpPr/>
            <p:nvPr/>
          </p:nvSpPr>
          <p:spPr>
            <a:xfrm>
              <a:off x="7341781" y="2453514"/>
              <a:ext cx="23514" cy="17256"/>
            </a:xfrm>
            <a:custGeom>
              <a:rect b="b" l="l" r="r" t="t"/>
              <a:pathLst>
                <a:path extrusionOk="0" h="659" w="898">
                  <a:moveTo>
                    <a:pt x="439" y="0"/>
                  </a:moveTo>
                  <a:cubicBezTo>
                    <a:pt x="0" y="0"/>
                    <a:pt x="0" y="659"/>
                    <a:pt x="439" y="659"/>
                  </a:cubicBezTo>
                  <a:lnTo>
                    <a:pt x="897" y="659"/>
                  </a:lnTo>
                  <a:cubicBezTo>
                    <a:pt x="840" y="430"/>
                    <a:pt x="754" y="210"/>
                    <a:pt x="630" y="0"/>
                  </a:cubicBezTo>
                  <a:close/>
                </a:path>
              </a:pathLst>
            </a:custGeom>
            <a:solidFill>
              <a:srgbClr val="E0E7E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5999" name="Google Shape;15999;p44"/>
          <p:cNvGrpSpPr/>
          <p:nvPr/>
        </p:nvGrpSpPr>
        <p:grpSpPr>
          <a:xfrm>
            <a:off x="6705276" y="2266890"/>
            <a:ext cx="274812" cy="354729"/>
            <a:chOff x="6705276" y="2419290"/>
            <a:chExt cx="274812" cy="354729"/>
          </a:xfrm>
        </p:grpSpPr>
        <p:sp>
          <p:nvSpPr>
            <p:cNvPr id="16000" name="Google Shape;16000;p44"/>
            <p:cNvSpPr/>
            <p:nvPr/>
          </p:nvSpPr>
          <p:spPr>
            <a:xfrm>
              <a:off x="6705538" y="2608136"/>
              <a:ext cx="274550" cy="165882"/>
            </a:xfrm>
            <a:custGeom>
              <a:rect b="b" l="l" r="r" t="t"/>
              <a:pathLst>
                <a:path extrusionOk="0" h="6335" w="10485">
                  <a:moveTo>
                    <a:pt x="3711" y="0"/>
                  </a:moveTo>
                  <a:lnTo>
                    <a:pt x="3711" y="1031"/>
                  </a:lnTo>
                  <a:cubicBezTo>
                    <a:pt x="3711" y="1327"/>
                    <a:pt x="3520" y="1584"/>
                    <a:pt x="3244" y="1660"/>
                  </a:cubicBezTo>
                  <a:lnTo>
                    <a:pt x="935" y="2338"/>
                  </a:lnTo>
                  <a:cubicBezTo>
                    <a:pt x="382" y="2500"/>
                    <a:pt x="0" y="3015"/>
                    <a:pt x="0" y="3597"/>
                  </a:cubicBezTo>
                  <a:lnTo>
                    <a:pt x="0" y="5238"/>
                  </a:lnTo>
                  <a:cubicBezTo>
                    <a:pt x="0" y="5600"/>
                    <a:pt x="286" y="6335"/>
                    <a:pt x="649" y="6335"/>
                  </a:cubicBezTo>
                  <a:lnTo>
                    <a:pt x="9836" y="6335"/>
                  </a:lnTo>
                  <a:cubicBezTo>
                    <a:pt x="10189" y="6335"/>
                    <a:pt x="10484" y="5600"/>
                    <a:pt x="10484" y="5238"/>
                  </a:cubicBezTo>
                  <a:lnTo>
                    <a:pt x="10484" y="3607"/>
                  </a:lnTo>
                  <a:cubicBezTo>
                    <a:pt x="10484" y="3015"/>
                    <a:pt x="10103" y="2500"/>
                    <a:pt x="9540" y="2338"/>
                  </a:cubicBezTo>
                  <a:lnTo>
                    <a:pt x="7241" y="1660"/>
                  </a:lnTo>
                  <a:cubicBezTo>
                    <a:pt x="6955" y="1584"/>
                    <a:pt x="6764" y="1327"/>
                    <a:pt x="6764" y="1031"/>
                  </a:cubicBezTo>
                  <a:lnTo>
                    <a:pt x="6764" y="0"/>
                  </a:lnTo>
                  <a:close/>
                </a:path>
              </a:pathLst>
            </a:custGeom>
            <a:solidFill>
              <a:srgbClr val="F2F4F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001" name="Google Shape;16001;p44"/>
            <p:cNvSpPr/>
            <p:nvPr/>
          </p:nvSpPr>
          <p:spPr>
            <a:xfrm>
              <a:off x="6705276" y="2651604"/>
              <a:ext cx="274812" cy="122415"/>
            </a:xfrm>
            <a:custGeom>
              <a:rect b="b" l="l" r="r" t="t"/>
              <a:pathLst>
                <a:path extrusionOk="0" h="4675" w="10495">
                  <a:moveTo>
                    <a:pt x="3244" y="0"/>
                  </a:moveTo>
                  <a:lnTo>
                    <a:pt x="945" y="678"/>
                  </a:lnTo>
                  <a:cubicBezTo>
                    <a:pt x="392" y="840"/>
                    <a:pt x="0" y="1355"/>
                    <a:pt x="0" y="1937"/>
                  </a:cubicBezTo>
                  <a:lnTo>
                    <a:pt x="0" y="4017"/>
                  </a:lnTo>
                  <a:cubicBezTo>
                    <a:pt x="0" y="4379"/>
                    <a:pt x="296" y="4675"/>
                    <a:pt x="659" y="4675"/>
                  </a:cubicBezTo>
                  <a:lnTo>
                    <a:pt x="9846" y="4675"/>
                  </a:lnTo>
                  <a:cubicBezTo>
                    <a:pt x="10199" y="4675"/>
                    <a:pt x="10494" y="4379"/>
                    <a:pt x="10494" y="4017"/>
                  </a:cubicBezTo>
                  <a:lnTo>
                    <a:pt x="10494" y="1947"/>
                  </a:lnTo>
                  <a:cubicBezTo>
                    <a:pt x="10494" y="1355"/>
                    <a:pt x="10113" y="840"/>
                    <a:pt x="9550" y="678"/>
                  </a:cubicBezTo>
                  <a:lnTo>
                    <a:pt x="7251" y="0"/>
                  </a:lnTo>
                  <a:lnTo>
                    <a:pt x="7251" y="0"/>
                  </a:lnTo>
                  <a:cubicBezTo>
                    <a:pt x="7308" y="29"/>
                    <a:pt x="7365" y="58"/>
                    <a:pt x="7432" y="86"/>
                  </a:cubicBezTo>
                  <a:lnTo>
                    <a:pt x="5247" y="735"/>
                  </a:lnTo>
                  <a:lnTo>
                    <a:pt x="3063" y="86"/>
                  </a:lnTo>
                  <a:cubicBezTo>
                    <a:pt x="3130" y="58"/>
                    <a:pt x="3187" y="29"/>
                    <a:pt x="3244" y="0"/>
                  </a:cubicBezTo>
                  <a:close/>
                </a:path>
              </a:pathLst>
            </a:custGeom>
            <a:solidFill>
              <a:srgbClr val="E0E7E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002" name="Google Shape;16002;p44"/>
            <p:cNvSpPr/>
            <p:nvPr/>
          </p:nvSpPr>
          <p:spPr>
            <a:xfrm>
              <a:off x="6773959" y="2656343"/>
              <a:ext cx="137681" cy="117675"/>
            </a:xfrm>
            <a:custGeom>
              <a:rect b="b" l="l" r="r" t="t"/>
              <a:pathLst>
                <a:path extrusionOk="0" h="4494" w="5258">
                  <a:moveTo>
                    <a:pt x="774" y="1"/>
                  </a:moveTo>
                  <a:lnTo>
                    <a:pt x="516" y="268"/>
                  </a:lnTo>
                  <a:cubicBezTo>
                    <a:pt x="192" y="592"/>
                    <a:pt x="1" y="1041"/>
                    <a:pt x="11" y="1498"/>
                  </a:cubicBezTo>
                  <a:lnTo>
                    <a:pt x="11" y="4494"/>
                  </a:lnTo>
                  <a:lnTo>
                    <a:pt x="5257" y="4494"/>
                  </a:lnTo>
                  <a:lnTo>
                    <a:pt x="5257" y="1498"/>
                  </a:lnTo>
                  <a:cubicBezTo>
                    <a:pt x="5248" y="1031"/>
                    <a:pt x="5067" y="592"/>
                    <a:pt x="4733" y="268"/>
                  </a:cubicBezTo>
                  <a:lnTo>
                    <a:pt x="4475" y="1"/>
                  </a:lnTo>
                  <a:lnTo>
                    <a:pt x="2624" y="344"/>
                  </a:lnTo>
                  <a:lnTo>
                    <a:pt x="774" y="1"/>
                  </a:lnTo>
                  <a:close/>
                </a:path>
              </a:pathLst>
            </a:custGeom>
            <a:solidFill>
              <a:srgbClr val="E7E9E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003" name="Google Shape;16003;p44"/>
            <p:cNvSpPr/>
            <p:nvPr/>
          </p:nvSpPr>
          <p:spPr>
            <a:xfrm>
              <a:off x="6780479" y="2656343"/>
              <a:ext cx="124405" cy="46321"/>
            </a:xfrm>
            <a:custGeom>
              <a:rect b="b" l="l" r="r" t="t"/>
              <a:pathLst>
                <a:path extrusionOk="0" h="1769" w="4751">
                  <a:moveTo>
                    <a:pt x="525" y="1"/>
                  </a:moveTo>
                  <a:lnTo>
                    <a:pt x="267" y="268"/>
                  </a:lnTo>
                  <a:cubicBezTo>
                    <a:pt x="162" y="373"/>
                    <a:pt x="67" y="487"/>
                    <a:pt x="0" y="621"/>
                  </a:cubicBezTo>
                  <a:lnTo>
                    <a:pt x="801" y="1546"/>
                  </a:lnTo>
                  <a:cubicBezTo>
                    <a:pt x="930" y="1694"/>
                    <a:pt x="1109" y="1768"/>
                    <a:pt x="1289" y="1768"/>
                  </a:cubicBezTo>
                  <a:cubicBezTo>
                    <a:pt x="1457" y="1768"/>
                    <a:pt x="1626" y="1704"/>
                    <a:pt x="1755" y="1575"/>
                  </a:cubicBezTo>
                  <a:lnTo>
                    <a:pt x="2375" y="964"/>
                  </a:lnTo>
                  <a:lnTo>
                    <a:pt x="2996" y="1575"/>
                  </a:lnTo>
                  <a:cubicBezTo>
                    <a:pt x="3125" y="1704"/>
                    <a:pt x="3293" y="1768"/>
                    <a:pt x="3462" y="1768"/>
                  </a:cubicBezTo>
                  <a:cubicBezTo>
                    <a:pt x="3642" y="1768"/>
                    <a:pt x="3821" y="1694"/>
                    <a:pt x="3950" y="1546"/>
                  </a:cubicBezTo>
                  <a:lnTo>
                    <a:pt x="4751" y="621"/>
                  </a:lnTo>
                  <a:cubicBezTo>
                    <a:pt x="4684" y="497"/>
                    <a:pt x="4589" y="373"/>
                    <a:pt x="4484" y="268"/>
                  </a:cubicBezTo>
                  <a:lnTo>
                    <a:pt x="4226" y="1"/>
                  </a:lnTo>
                  <a:lnTo>
                    <a:pt x="2375" y="344"/>
                  </a:lnTo>
                  <a:lnTo>
                    <a:pt x="525" y="1"/>
                  </a:lnTo>
                  <a:close/>
                </a:path>
              </a:pathLst>
            </a:custGeom>
            <a:solidFill>
              <a:srgbClr val="ECF0F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004" name="Google Shape;16004;p44"/>
            <p:cNvSpPr/>
            <p:nvPr/>
          </p:nvSpPr>
          <p:spPr>
            <a:xfrm>
              <a:off x="6825439" y="2693814"/>
              <a:ext cx="34486" cy="80205"/>
            </a:xfrm>
            <a:custGeom>
              <a:rect b="b" l="l" r="r" t="t"/>
              <a:pathLst>
                <a:path extrusionOk="0" h="3063" w="1317">
                  <a:moveTo>
                    <a:pt x="344" y="1"/>
                  </a:moveTo>
                  <a:lnTo>
                    <a:pt x="0" y="3063"/>
                  </a:lnTo>
                  <a:lnTo>
                    <a:pt x="1317" y="3063"/>
                  </a:lnTo>
                  <a:lnTo>
                    <a:pt x="973" y="1"/>
                  </a:lnTo>
                  <a:close/>
                </a:path>
              </a:pathLst>
            </a:custGeom>
            <a:solidFill>
              <a:srgbClr val="E7ECF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005" name="Google Shape;16005;p44"/>
            <p:cNvSpPr/>
            <p:nvPr/>
          </p:nvSpPr>
          <p:spPr>
            <a:xfrm>
              <a:off x="6819678" y="2665351"/>
              <a:ext cx="46007" cy="34250"/>
            </a:xfrm>
            <a:custGeom>
              <a:rect b="b" l="l" r="r" t="t"/>
              <a:pathLst>
                <a:path extrusionOk="0" h="1308" w="1757">
                  <a:moveTo>
                    <a:pt x="1" y="0"/>
                  </a:moveTo>
                  <a:lnTo>
                    <a:pt x="392" y="1154"/>
                  </a:lnTo>
                  <a:cubicBezTo>
                    <a:pt x="421" y="1250"/>
                    <a:pt x="506" y="1307"/>
                    <a:pt x="602" y="1307"/>
                  </a:cubicBezTo>
                  <a:lnTo>
                    <a:pt x="1155" y="1307"/>
                  </a:lnTo>
                  <a:cubicBezTo>
                    <a:pt x="1251" y="1307"/>
                    <a:pt x="1336" y="1250"/>
                    <a:pt x="1365" y="1154"/>
                  </a:cubicBezTo>
                  <a:lnTo>
                    <a:pt x="1756" y="0"/>
                  </a:ln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006" name="Google Shape;16006;p44"/>
            <p:cNvSpPr/>
            <p:nvPr/>
          </p:nvSpPr>
          <p:spPr>
            <a:xfrm>
              <a:off x="6802710" y="2608136"/>
              <a:ext cx="79943" cy="22886"/>
            </a:xfrm>
            <a:custGeom>
              <a:rect b="b" l="l" r="r" t="t"/>
              <a:pathLst>
                <a:path extrusionOk="0" h="874" w="3053">
                  <a:moveTo>
                    <a:pt x="0" y="0"/>
                  </a:moveTo>
                  <a:lnTo>
                    <a:pt x="0" y="487"/>
                  </a:lnTo>
                  <a:cubicBezTo>
                    <a:pt x="477" y="745"/>
                    <a:pt x="1002" y="873"/>
                    <a:pt x="1526" y="873"/>
                  </a:cubicBezTo>
                  <a:cubicBezTo>
                    <a:pt x="2051" y="873"/>
                    <a:pt x="2576" y="745"/>
                    <a:pt x="3053" y="487"/>
                  </a:cubicBezTo>
                  <a:lnTo>
                    <a:pt x="3053" y="0"/>
                  </a:lnTo>
                  <a:close/>
                </a:path>
              </a:pathLst>
            </a:custGeom>
            <a:solidFill>
              <a:srgbClr val="EEF1F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007" name="Google Shape;16007;p44"/>
            <p:cNvSpPr/>
            <p:nvPr/>
          </p:nvSpPr>
          <p:spPr>
            <a:xfrm>
              <a:off x="6722768" y="2447753"/>
              <a:ext cx="62713" cy="143180"/>
            </a:xfrm>
            <a:custGeom>
              <a:rect b="b" l="l" r="r" t="t"/>
              <a:pathLst>
                <a:path extrusionOk="0" h="5468" w="2395">
                  <a:moveTo>
                    <a:pt x="2395" y="1"/>
                  </a:moveTo>
                  <a:cubicBezTo>
                    <a:pt x="763" y="545"/>
                    <a:pt x="182" y="2453"/>
                    <a:pt x="38" y="3082"/>
                  </a:cubicBezTo>
                  <a:cubicBezTo>
                    <a:pt x="0" y="3206"/>
                    <a:pt x="29" y="3340"/>
                    <a:pt x="115" y="3445"/>
                  </a:cubicBezTo>
                  <a:lnTo>
                    <a:pt x="592" y="4084"/>
                  </a:lnTo>
                  <a:cubicBezTo>
                    <a:pt x="630" y="4132"/>
                    <a:pt x="649" y="4198"/>
                    <a:pt x="639" y="4256"/>
                  </a:cubicBezTo>
                  <a:cubicBezTo>
                    <a:pt x="620" y="4332"/>
                    <a:pt x="601" y="4408"/>
                    <a:pt x="573" y="4475"/>
                  </a:cubicBezTo>
                  <a:cubicBezTo>
                    <a:pt x="496" y="4685"/>
                    <a:pt x="592" y="4923"/>
                    <a:pt x="792" y="5019"/>
                  </a:cubicBezTo>
                  <a:cubicBezTo>
                    <a:pt x="1298" y="5267"/>
                    <a:pt x="1832" y="5410"/>
                    <a:pt x="2395" y="5467"/>
                  </a:cubicBezTo>
                  <a:lnTo>
                    <a:pt x="2395" y="1"/>
                  </a:lnTo>
                  <a:close/>
                </a:path>
              </a:pathLst>
            </a:custGeom>
            <a:solidFill>
              <a:srgbClr val="BDCAD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008" name="Google Shape;16008;p44"/>
            <p:cNvSpPr/>
            <p:nvPr/>
          </p:nvSpPr>
          <p:spPr>
            <a:xfrm>
              <a:off x="6900119" y="2447753"/>
              <a:ext cx="62477" cy="143180"/>
            </a:xfrm>
            <a:custGeom>
              <a:rect b="b" l="l" r="r" t="t"/>
              <a:pathLst>
                <a:path extrusionOk="0" h="5468" w="2386">
                  <a:moveTo>
                    <a:pt x="1" y="1"/>
                  </a:moveTo>
                  <a:lnTo>
                    <a:pt x="1" y="5467"/>
                  </a:lnTo>
                  <a:cubicBezTo>
                    <a:pt x="554" y="5410"/>
                    <a:pt x="1098" y="5267"/>
                    <a:pt x="1603" y="5019"/>
                  </a:cubicBezTo>
                  <a:cubicBezTo>
                    <a:pt x="1804" y="4923"/>
                    <a:pt x="1899" y="4685"/>
                    <a:pt x="1823" y="4475"/>
                  </a:cubicBezTo>
                  <a:cubicBezTo>
                    <a:pt x="1794" y="4408"/>
                    <a:pt x="1775" y="4332"/>
                    <a:pt x="1756" y="4256"/>
                  </a:cubicBezTo>
                  <a:cubicBezTo>
                    <a:pt x="1746" y="4198"/>
                    <a:pt x="1756" y="4132"/>
                    <a:pt x="1794" y="4084"/>
                  </a:cubicBezTo>
                  <a:lnTo>
                    <a:pt x="2281" y="3445"/>
                  </a:lnTo>
                  <a:cubicBezTo>
                    <a:pt x="2357" y="3340"/>
                    <a:pt x="2386" y="3206"/>
                    <a:pt x="2357" y="3082"/>
                  </a:cubicBezTo>
                  <a:cubicBezTo>
                    <a:pt x="2204" y="2453"/>
                    <a:pt x="1632" y="545"/>
                    <a:pt x="1" y="1"/>
                  </a:cubicBezTo>
                  <a:close/>
                </a:path>
              </a:pathLst>
            </a:custGeom>
            <a:solidFill>
              <a:srgbClr val="BDCAD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009" name="Google Shape;16009;p44"/>
            <p:cNvSpPr/>
            <p:nvPr/>
          </p:nvSpPr>
          <p:spPr>
            <a:xfrm>
              <a:off x="6745732" y="2419290"/>
              <a:ext cx="193874" cy="200368"/>
            </a:xfrm>
            <a:custGeom>
              <a:rect b="b" l="l" r="r" t="t"/>
              <a:pathLst>
                <a:path extrusionOk="0" h="7652" w="7404">
                  <a:moveTo>
                    <a:pt x="3702" y="0"/>
                  </a:moveTo>
                  <a:cubicBezTo>
                    <a:pt x="2014" y="0"/>
                    <a:pt x="650" y="1374"/>
                    <a:pt x="650" y="3063"/>
                  </a:cubicBezTo>
                  <a:lnTo>
                    <a:pt x="650" y="3950"/>
                  </a:lnTo>
                  <a:cubicBezTo>
                    <a:pt x="1" y="4074"/>
                    <a:pt x="96" y="5028"/>
                    <a:pt x="755" y="5028"/>
                  </a:cubicBezTo>
                  <a:lnTo>
                    <a:pt x="879" y="5028"/>
                  </a:lnTo>
                  <a:cubicBezTo>
                    <a:pt x="984" y="6507"/>
                    <a:pt x="2224" y="7651"/>
                    <a:pt x="3702" y="7651"/>
                  </a:cubicBezTo>
                  <a:cubicBezTo>
                    <a:pt x="5181" y="7651"/>
                    <a:pt x="6421" y="6507"/>
                    <a:pt x="6536" y="5028"/>
                  </a:cubicBezTo>
                  <a:lnTo>
                    <a:pt x="6650" y="5028"/>
                  </a:lnTo>
                  <a:cubicBezTo>
                    <a:pt x="7309" y="5028"/>
                    <a:pt x="7404" y="4074"/>
                    <a:pt x="6765" y="3950"/>
                  </a:cubicBezTo>
                  <a:lnTo>
                    <a:pt x="6765" y="3940"/>
                  </a:lnTo>
                  <a:lnTo>
                    <a:pt x="6765" y="3063"/>
                  </a:lnTo>
                  <a:cubicBezTo>
                    <a:pt x="6765" y="1374"/>
                    <a:pt x="5391" y="0"/>
                    <a:pt x="3702" y="0"/>
                  </a:cubicBezTo>
                  <a:close/>
                </a:path>
              </a:pathLst>
            </a:custGeom>
            <a:solidFill>
              <a:srgbClr val="F6F8F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010" name="Google Shape;16010;p44"/>
            <p:cNvSpPr/>
            <p:nvPr/>
          </p:nvSpPr>
          <p:spPr>
            <a:xfrm>
              <a:off x="6796950" y="2516463"/>
              <a:ext cx="28515" cy="14271"/>
            </a:xfrm>
            <a:custGeom>
              <a:rect b="b" l="l" r="r" t="t"/>
              <a:pathLst>
                <a:path extrusionOk="0" h="545" w="1089">
                  <a:moveTo>
                    <a:pt x="1" y="0"/>
                  </a:moveTo>
                  <a:lnTo>
                    <a:pt x="1" y="544"/>
                  </a:lnTo>
                  <a:lnTo>
                    <a:pt x="1088" y="544"/>
                  </a:lnTo>
                  <a:lnTo>
                    <a:pt x="1088" y="0"/>
                  </a:lnTo>
                  <a:close/>
                </a:path>
              </a:pathLst>
            </a:custGeom>
            <a:solidFill>
              <a:srgbClr val="F2F4F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011" name="Google Shape;16011;p44"/>
            <p:cNvSpPr/>
            <p:nvPr/>
          </p:nvSpPr>
          <p:spPr>
            <a:xfrm>
              <a:off x="6859898" y="2516463"/>
              <a:ext cx="28515" cy="14271"/>
            </a:xfrm>
            <a:custGeom>
              <a:rect b="b" l="l" r="r" t="t"/>
              <a:pathLst>
                <a:path extrusionOk="0" h="545" w="1089">
                  <a:moveTo>
                    <a:pt x="1" y="0"/>
                  </a:moveTo>
                  <a:lnTo>
                    <a:pt x="1" y="544"/>
                  </a:lnTo>
                  <a:lnTo>
                    <a:pt x="1088" y="544"/>
                  </a:lnTo>
                  <a:lnTo>
                    <a:pt x="1088" y="0"/>
                  </a:lnTo>
                  <a:close/>
                </a:path>
              </a:pathLst>
            </a:custGeom>
            <a:solidFill>
              <a:srgbClr val="F2F4F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012" name="Google Shape;16012;p44"/>
            <p:cNvSpPr/>
            <p:nvPr/>
          </p:nvSpPr>
          <p:spPr>
            <a:xfrm>
              <a:off x="6745732" y="2419316"/>
              <a:ext cx="111443" cy="200237"/>
            </a:xfrm>
            <a:custGeom>
              <a:rect b="b" l="l" r="r" t="t"/>
              <a:pathLst>
                <a:path extrusionOk="0" h="7647" w="4256">
                  <a:moveTo>
                    <a:pt x="3676" y="1"/>
                  </a:moveTo>
                  <a:cubicBezTo>
                    <a:pt x="2034" y="1"/>
                    <a:pt x="641" y="1343"/>
                    <a:pt x="650" y="3052"/>
                  </a:cubicBezTo>
                  <a:lnTo>
                    <a:pt x="650" y="3939"/>
                  </a:lnTo>
                  <a:cubicBezTo>
                    <a:pt x="1" y="4073"/>
                    <a:pt x="96" y="5027"/>
                    <a:pt x="755" y="5027"/>
                  </a:cubicBezTo>
                  <a:lnTo>
                    <a:pt x="879" y="5027"/>
                  </a:lnTo>
                  <a:cubicBezTo>
                    <a:pt x="989" y="6529"/>
                    <a:pt x="2254" y="7646"/>
                    <a:pt x="3708" y="7646"/>
                  </a:cubicBezTo>
                  <a:cubicBezTo>
                    <a:pt x="3888" y="7646"/>
                    <a:pt x="4071" y="7629"/>
                    <a:pt x="4256" y="7593"/>
                  </a:cubicBezTo>
                  <a:cubicBezTo>
                    <a:pt x="2920" y="7335"/>
                    <a:pt x="1957" y="6162"/>
                    <a:pt x="1957" y="4807"/>
                  </a:cubicBezTo>
                  <a:lnTo>
                    <a:pt x="1957" y="2842"/>
                  </a:lnTo>
                  <a:cubicBezTo>
                    <a:pt x="1957" y="1478"/>
                    <a:pt x="2920" y="314"/>
                    <a:pt x="4256" y="57"/>
                  </a:cubicBezTo>
                  <a:cubicBezTo>
                    <a:pt x="4060" y="19"/>
                    <a:pt x="3866" y="1"/>
                    <a:pt x="3676" y="1"/>
                  </a:cubicBezTo>
                  <a:close/>
                </a:path>
              </a:pathLst>
            </a:custGeom>
            <a:solidFill>
              <a:srgbClr val="F2F4F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013" name="Google Shape;16013;p44"/>
            <p:cNvSpPr/>
            <p:nvPr/>
          </p:nvSpPr>
          <p:spPr>
            <a:xfrm>
              <a:off x="6805434" y="2516594"/>
              <a:ext cx="11521" cy="17125"/>
            </a:xfrm>
            <a:custGeom>
              <a:rect b="b" l="l" r="r" t="t"/>
              <a:pathLst>
                <a:path extrusionOk="0" h="654" w="440">
                  <a:moveTo>
                    <a:pt x="220" y="0"/>
                  </a:moveTo>
                  <a:cubicBezTo>
                    <a:pt x="111" y="0"/>
                    <a:pt x="1" y="72"/>
                    <a:pt x="1" y="215"/>
                  </a:cubicBezTo>
                  <a:lnTo>
                    <a:pt x="1" y="434"/>
                  </a:lnTo>
                  <a:cubicBezTo>
                    <a:pt x="1" y="558"/>
                    <a:pt x="96" y="654"/>
                    <a:pt x="220" y="654"/>
                  </a:cubicBezTo>
                  <a:cubicBezTo>
                    <a:pt x="344" y="654"/>
                    <a:pt x="440" y="558"/>
                    <a:pt x="440" y="434"/>
                  </a:cubicBezTo>
                  <a:lnTo>
                    <a:pt x="440" y="215"/>
                  </a:lnTo>
                  <a:cubicBezTo>
                    <a:pt x="440" y="72"/>
                    <a:pt x="330" y="0"/>
                    <a:pt x="220" y="0"/>
                  </a:cubicBezTo>
                  <a:close/>
                </a:path>
              </a:pathLst>
            </a:custGeom>
            <a:solidFill>
              <a:srgbClr val="39516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014" name="Google Shape;16014;p44"/>
            <p:cNvSpPr/>
            <p:nvPr/>
          </p:nvSpPr>
          <p:spPr>
            <a:xfrm>
              <a:off x="6817400" y="2562103"/>
              <a:ext cx="50563" cy="17361"/>
            </a:xfrm>
            <a:custGeom>
              <a:rect b="b" l="l" r="r" t="t"/>
              <a:pathLst>
                <a:path extrusionOk="0" h="663" w="1931">
                  <a:moveTo>
                    <a:pt x="311" y="1"/>
                  </a:moveTo>
                  <a:cubicBezTo>
                    <a:pt x="145" y="1"/>
                    <a:pt x="1" y="224"/>
                    <a:pt x="155" y="385"/>
                  </a:cubicBezTo>
                  <a:cubicBezTo>
                    <a:pt x="373" y="567"/>
                    <a:pt x="644" y="662"/>
                    <a:pt x="925" y="662"/>
                  </a:cubicBezTo>
                  <a:cubicBezTo>
                    <a:pt x="939" y="662"/>
                    <a:pt x="952" y="662"/>
                    <a:pt x="965" y="661"/>
                  </a:cubicBezTo>
                  <a:cubicBezTo>
                    <a:pt x="979" y="662"/>
                    <a:pt x="992" y="662"/>
                    <a:pt x="1006" y="662"/>
                  </a:cubicBezTo>
                  <a:cubicBezTo>
                    <a:pt x="1287" y="662"/>
                    <a:pt x="1558" y="567"/>
                    <a:pt x="1776" y="385"/>
                  </a:cubicBezTo>
                  <a:cubicBezTo>
                    <a:pt x="1930" y="224"/>
                    <a:pt x="1786" y="1"/>
                    <a:pt x="1620" y="1"/>
                  </a:cubicBezTo>
                  <a:cubicBezTo>
                    <a:pt x="1570" y="1"/>
                    <a:pt x="1518" y="21"/>
                    <a:pt x="1471" y="70"/>
                  </a:cubicBezTo>
                  <a:cubicBezTo>
                    <a:pt x="1318" y="175"/>
                    <a:pt x="1142" y="227"/>
                    <a:pt x="965" y="227"/>
                  </a:cubicBezTo>
                  <a:cubicBezTo>
                    <a:pt x="789" y="227"/>
                    <a:pt x="612" y="175"/>
                    <a:pt x="460" y="70"/>
                  </a:cubicBezTo>
                  <a:cubicBezTo>
                    <a:pt x="413" y="21"/>
                    <a:pt x="361" y="1"/>
                    <a:pt x="311" y="1"/>
                  </a:cubicBezTo>
                  <a:close/>
                </a:path>
              </a:pathLst>
            </a:custGeom>
            <a:solidFill>
              <a:srgbClr val="E7ECF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015" name="Google Shape;16015;p44"/>
            <p:cNvSpPr/>
            <p:nvPr/>
          </p:nvSpPr>
          <p:spPr>
            <a:xfrm>
              <a:off x="6794960" y="2493734"/>
              <a:ext cx="32496" cy="11260"/>
            </a:xfrm>
            <a:custGeom>
              <a:rect b="b" l="l" r="r" t="t"/>
              <a:pathLst>
                <a:path extrusionOk="0" h="430" w="1241">
                  <a:moveTo>
                    <a:pt x="296" y="0"/>
                  </a:moveTo>
                  <a:cubicBezTo>
                    <a:pt x="0" y="0"/>
                    <a:pt x="0" y="429"/>
                    <a:pt x="296" y="429"/>
                  </a:cubicBezTo>
                  <a:lnTo>
                    <a:pt x="954" y="429"/>
                  </a:lnTo>
                  <a:cubicBezTo>
                    <a:pt x="1241" y="429"/>
                    <a:pt x="1241" y="0"/>
                    <a:pt x="954" y="0"/>
                  </a:cubicBezTo>
                  <a:close/>
                </a:path>
              </a:pathLst>
            </a:custGeom>
            <a:solidFill>
              <a:srgbClr val="A5B7C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016" name="Google Shape;16016;p44"/>
            <p:cNvSpPr/>
            <p:nvPr/>
          </p:nvSpPr>
          <p:spPr>
            <a:xfrm>
              <a:off x="6868409" y="2516594"/>
              <a:ext cx="11495" cy="17125"/>
            </a:xfrm>
            <a:custGeom>
              <a:rect b="b" l="l" r="r" t="t"/>
              <a:pathLst>
                <a:path extrusionOk="0" h="654" w="439">
                  <a:moveTo>
                    <a:pt x="219" y="0"/>
                  </a:moveTo>
                  <a:cubicBezTo>
                    <a:pt x="110" y="0"/>
                    <a:pt x="0" y="72"/>
                    <a:pt x="0" y="215"/>
                  </a:cubicBezTo>
                  <a:lnTo>
                    <a:pt x="0" y="434"/>
                  </a:lnTo>
                  <a:cubicBezTo>
                    <a:pt x="0" y="558"/>
                    <a:pt x="95" y="654"/>
                    <a:pt x="219" y="654"/>
                  </a:cubicBezTo>
                  <a:cubicBezTo>
                    <a:pt x="344" y="654"/>
                    <a:pt x="439" y="558"/>
                    <a:pt x="439" y="434"/>
                  </a:cubicBezTo>
                  <a:lnTo>
                    <a:pt x="439" y="215"/>
                  </a:lnTo>
                  <a:cubicBezTo>
                    <a:pt x="439" y="72"/>
                    <a:pt x="329" y="0"/>
                    <a:pt x="219" y="0"/>
                  </a:cubicBezTo>
                  <a:close/>
                </a:path>
              </a:pathLst>
            </a:custGeom>
            <a:solidFill>
              <a:srgbClr val="39516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017" name="Google Shape;16017;p44"/>
            <p:cNvSpPr/>
            <p:nvPr/>
          </p:nvSpPr>
          <p:spPr>
            <a:xfrm>
              <a:off x="6857908" y="2493734"/>
              <a:ext cx="32496" cy="11260"/>
            </a:xfrm>
            <a:custGeom>
              <a:rect b="b" l="l" r="r" t="t"/>
              <a:pathLst>
                <a:path extrusionOk="0" h="430" w="1241">
                  <a:moveTo>
                    <a:pt x="296" y="0"/>
                  </a:moveTo>
                  <a:cubicBezTo>
                    <a:pt x="0" y="0"/>
                    <a:pt x="0" y="429"/>
                    <a:pt x="296" y="429"/>
                  </a:cubicBezTo>
                  <a:lnTo>
                    <a:pt x="945" y="429"/>
                  </a:lnTo>
                  <a:cubicBezTo>
                    <a:pt x="1241" y="429"/>
                    <a:pt x="1241" y="0"/>
                    <a:pt x="945" y="0"/>
                  </a:cubicBezTo>
                  <a:close/>
                </a:path>
              </a:pathLst>
            </a:custGeom>
            <a:solidFill>
              <a:srgbClr val="A5B7C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018" name="Google Shape;16018;p44"/>
            <p:cNvSpPr/>
            <p:nvPr/>
          </p:nvSpPr>
          <p:spPr>
            <a:xfrm>
              <a:off x="6754975" y="2516463"/>
              <a:ext cx="43755" cy="11521"/>
            </a:xfrm>
            <a:custGeom>
              <a:rect b="b" l="l" r="r" t="t"/>
              <a:pathLst>
                <a:path extrusionOk="0" h="440" w="1671">
                  <a:moveTo>
                    <a:pt x="297" y="0"/>
                  </a:moveTo>
                  <a:cubicBezTo>
                    <a:pt x="1" y="0"/>
                    <a:pt x="1" y="439"/>
                    <a:pt x="297" y="439"/>
                  </a:cubicBezTo>
                  <a:lnTo>
                    <a:pt x="1384" y="439"/>
                  </a:lnTo>
                  <a:cubicBezTo>
                    <a:pt x="1670" y="439"/>
                    <a:pt x="1670" y="0"/>
                    <a:pt x="1384" y="0"/>
                  </a:cubicBezTo>
                  <a:close/>
                </a:path>
              </a:pathLst>
            </a:custGeom>
            <a:solidFill>
              <a:srgbClr val="576D8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019" name="Google Shape;16019;p44"/>
            <p:cNvSpPr/>
            <p:nvPr/>
          </p:nvSpPr>
          <p:spPr>
            <a:xfrm>
              <a:off x="6886633" y="2516463"/>
              <a:ext cx="43729" cy="11521"/>
            </a:xfrm>
            <a:custGeom>
              <a:rect b="b" l="l" r="r" t="t"/>
              <a:pathLst>
                <a:path extrusionOk="0" h="440" w="1670">
                  <a:moveTo>
                    <a:pt x="296" y="0"/>
                  </a:moveTo>
                  <a:cubicBezTo>
                    <a:pt x="0" y="0"/>
                    <a:pt x="0" y="439"/>
                    <a:pt x="296" y="439"/>
                  </a:cubicBezTo>
                  <a:lnTo>
                    <a:pt x="1384" y="439"/>
                  </a:lnTo>
                  <a:cubicBezTo>
                    <a:pt x="1670" y="439"/>
                    <a:pt x="1670" y="0"/>
                    <a:pt x="1384" y="0"/>
                  </a:cubicBezTo>
                  <a:close/>
                </a:path>
              </a:pathLst>
            </a:custGeom>
            <a:solidFill>
              <a:srgbClr val="576D8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020" name="Google Shape;16020;p44"/>
            <p:cNvSpPr/>
            <p:nvPr/>
          </p:nvSpPr>
          <p:spPr>
            <a:xfrm>
              <a:off x="6825675" y="2516463"/>
              <a:ext cx="34250" cy="22990"/>
            </a:xfrm>
            <a:custGeom>
              <a:rect b="b" l="l" r="r" t="t"/>
              <a:pathLst>
                <a:path extrusionOk="0" h="878" w="1308">
                  <a:moveTo>
                    <a:pt x="649" y="0"/>
                  </a:moveTo>
                  <a:cubicBezTo>
                    <a:pt x="287" y="0"/>
                    <a:pt x="1" y="296"/>
                    <a:pt x="1" y="659"/>
                  </a:cubicBezTo>
                  <a:cubicBezTo>
                    <a:pt x="1" y="802"/>
                    <a:pt x="108" y="873"/>
                    <a:pt x="215" y="873"/>
                  </a:cubicBezTo>
                  <a:cubicBezTo>
                    <a:pt x="323" y="873"/>
                    <a:pt x="430" y="802"/>
                    <a:pt x="430" y="659"/>
                  </a:cubicBezTo>
                  <a:cubicBezTo>
                    <a:pt x="430" y="511"/>
                    <a:pt x="540" y="437"/>
                    <a:pt x="649" y="437"/>
                  </a:cubicBezTo>
                  <a:cubicBezTo>
                    <a:pt x="759" y="437"/>
                    <a:pt x="869" y="511"/>
                    <a:pt x="869" y="659"/>
                  </a:cubicBezTo>
                  <a:cubicBezTo>
                    <a:pt x="869" y="783"/>
                    <a:pt x="964" y="878"/>
                    <a:pt x="1088" y="878"/>
                  </a:cubicBezTo>
                  <a:cubicBezTo>
                    <a:pt x="1212" y="878"/>
                    <a:pt x="1308" y="783"/>
                    <a:pt x="1308" y="659"/>
                  </a:cubicBezTo>
                  <a:cubicBezTo>
                    <a:pt x="1308" y="296"/>
                    <a:pt x="1012" y="0"/>
                    <a:pt x="649" y="0"/>
                  </a:cubicBezTo>
                  <a:close/>
                </a:path>
              </a:pathLst>
            </a:custGeom>
            <a:solidFill>
              <a:srgbClr val="576D8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021" name="Google Shape;16021;p44"/>
            <p:cNvSpPr/>
            <p:nvPr/>
          </p:nvSpPr>
          <p:spPr>
            <a:xfrm>
              <a:off x="6825439" y="2596641"/>
              <a:ext cx="34486" cy="34250"/>
            </a:xfrm>
            <a:custGeom>
              <a:rect b="b" l="l" r="r" t="t"/>
              <a:pathLst>
                <a:path extrusionOk="0" h="1308" w="1317">
                  <a:moveTo>
                    <a:pt x="220" y="1"/>
                  </a:moveTo>
                  <a:cubicBezTo>
                    <a:pt x="96" y="1"/>
                    <a:pt x="0" y="96"/>
                    <a:pt x="0" y="220"/>
                  </a:cubicBezTo>
                  <a:lnTo>
                    <a:pt x="0" y="649"/>
                  </a:lnTo>
                  <a:cubicBezTo>
                    <a:pt x="0" y="1012"/>
                    <a:pt x="296" y="1308"/>
                    <a:pt x="658" y="1308"/>
                  </a:cubicBezTo>
                  <a:cubicBezTo>
                    <a:pt x="1021" y="1308"/>
                    <a:pt x="1317" y="1012"/>
                    <a:pt x="1317" y="649"/>
                  </a:cubicBezTo>
                  <a:lnTo>
                    <a:pt x="1317" y="220"/>
                  </a:lnTo>
                  <a:cubicBezTo>
                    <a:pt x="1317" y="96"/>
                    <a:pt x="1212" y="1"/>
                    <a:pt x="1097" y="1"/>
                  </a:cubicBezTo>
                  <a:close/>
                </a:path>
              </a:pathLst>
            </a:custGeom>
            <a:solidFill>
              <a:srgbClr val="A5B7C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022" name="Google Shape;16022;p44"/>
            <p:cNvSpPr/>
            <p:nvPr/>
          </p:nvSpPr>
          <p:spPr>
            <a:xfrm>
              <a:off x="6783726" y="2640868"/>
              <a:ext cx="58969" cy="50380"/>
            </a:xfrm>
            <a:custGeom>
              <a:rect b="b" l="l" r="r" t="t"/>
              <a:pathLst>
                <a:path extrusionOk="0" h="1924" w="2252">
                  <a:moveTo>
                    <a:pt x="582" y="0"/>
                  </a:moveTo>
                  <a:lnTo>
                    <a:pt x="0" y="697"/>
                  </a:lnTo>
                  <a:lnTo>
                    <a:pt x="1002" y="1851"/>
                  </a:lnTo>
                  <a:cubicBezTo>
                    <a:pt x="1046" y="1900"/>
                    <a:pt x="1105" y="1924"/>
                    <a:pt x="1165" y="1924"/>
                  </a:cubicBezTo>
                  <a:cubicBezTo>
                    <a:pt x="1222" y="1924"/>
                    <a:pt x="1280" y="1902"/>
                    <a:pt x="1326" y="1860"/>
                  </a:cubicBezTo>
                  <a:lnTo>
                    <a:pt x="2251" y="935"/>
                  </a:lnTo>
                  <a:lnTo>
                    <a:pt x="582" y="0"/>
                  </a:ln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023" name="Google Shape;16023;p44"/>
            <p:cNvSpPr/>
            <p:nvPr/>
          </p:nvSpPr>
          <p:spPr>
            <a:xfrm>
              <a:off x="6842669" y="2640868"/>
              <a:ext cx="58969" cy="50380"/>
            </a:xfrm>
            <a:custGeom>
              <a:rect b="b" l="l" r="r" t="t"/>
              <a:pathLst>
                <a:path extrusionOk="0" h="1924" w="2252">
                  <a:moveTo>
                    <a:pt x="1679" y="0"/>
                  </a:moveTo>
                  <a:lnTo>
                    <a:pt x="0" y="935"/>
                  </a:lnTo>
                  <a:lnTo>
                    <a:pt x="926" y="1860"/>
                  </a:lnTo>
                  <a:cubicBezTo>
                    <a:pt x="972" y="1902"/>
                    <a:pt x="1030" y="1924"/>
                    <a:pt x="1087" y="1924"/>
                  </a:cubicBezTo>
                  <a:cubicBezTo>
                    <a:pt x="1147" y="1924"/>
                    <a:pt x="1206" y="1900"/>
                    <a:pt x="1250" y="1851"/>
                  </a:cubicBezTo>
                  <a:lnTo>
                    <a:pt x="2252" y="697"/>
                  </a:lnTo>
                  <a:lnTo>
                    <a:pt x="1679" y="0"/>
                  </a:ln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024" name="Google Shape;16024;p44"/>
            <p:cNvSpPr/>
            <p:nvPr/>
          </p:nvSpPr>
          <p:spPr>
            <a:xfrm>
              <a:off x="6734499" y="2625131"/>
              <a:ext cx="68238" cy="148888"/>
            </a:xfrm>
            <a:custGeom>
              <a:rect b="b" l="l" r="r" t="t"/>
              <a:pathLst>
                <a:path extrusionOk="0" h="5686" w="2606">
                  <a:moveTo>
                    <a:pt x="2605" y="0"/>
                  </a:moveTo>
                  <a:cubicBezTo>
                    <a:pt x="2605" y="0"/>
                    <a:pt x="1002" y="401"/>
                    <a:pt x="487" y="1965"/>
                  </a:cubicBezTo>
                  <a:cubicBezTo>
                    <a:pt x="439" y="2099"/>
                    <a:pt x="459" y="2242"/>
                    <a:pt x="535" y="2357"/>
                  </a:cubicBezTo>
                  <a:lnTo>
                    <a:pt x="859" y="2843"/>
                  </a:lnTo>
                  <a:lnTo>
                    <a:pt x="153" y="3549"/>
                  </a:lnTo>
                  <a:cubicBezTo>
                    <a:pt x="48" y="3654"/>
                    <a:pt x="1" y="3807"/>
                    <a:pt x="39" y="3950"/>
                  </a:cubicBezTo>
                  <a:lnTo>
                    <a:pt x="420" y="5686"/>
                  </a:lnTo>
                  <a:lnTo>
                    <a:pt x="1508" y="5676"/>
                  </a:lnTo>
                  <a:lnTo>
                    <a:pt x="1508" y="2690"/>
                  </a:lnTo>
                  <a:cubicBezTo>
                    <a:pt x="1508" y="2223"/>
                    <a:pt x="1699" y="1784"/>
                    <a:pt x="2023" y="1460"/>
                  </a:cubicBezTo>
                  <a:lnTo>
                    <a:pt x="2281" y="1193"/>
                  </a:lnTo>
                  <a:cubicBezTo>
                    <a:pt x="2491" y="992"/>
                    <a:pt x="2605" y="716"/>
                    <a:pt x="2605" y="420"/>
                  </a:cubicBezTo>
                  <a:lnTo>
                    <a:pt x="2605" y="0"/>
                  </a:lnTo>
                  <a:close/>
                </a:path>
              </a:pathLst>
            </a:custGeom>
            <a:solidFill>
              <a:srgbClr val="DAE2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025" name="Google Shape;16025;p44"/>
            <p:cNvSpPr/>
            <p:nvPr/>
          </p:nvSpPr>
          <p:spPr>
            <a:xfrm>
              <a:off x="6882627" y="2625131"/>
              <a:ext cx="68238" cy="148888"/>
            </a:xfrm>
            <a:custGeom>
              <a:rect b="b" l="l" r="r" t="t"/>
              <a:pathLst>
                <a:path extrusionOk="0" h="5686" w="2606">
                  <a:moveTo>
                    <a:pt x="1" y="0"/>
                  </a:moveTo>
                  <a:lnTo>
                    <a:pt x="1" y="420"/>
                  </a:lnTo>
                  <a:cubicBezTo>
                    <a:pt x="1" y="716"/>
                    <a:pt x="115" y="992"/>
                    <a:pt x="325" y="1193"/>
                  </a:cubicBezTo>
                  <a:lnTo>
                    <a:pt x="583" y="1460"/>
                  </a:lnTo>
                  <a:cubicBezTo>
                    <a:pt x="907" y="1784"/>
                    <a:pt x="1098" y="2223"/>
                    <a:pt x="1098" y="2690"/>
                  </a:cubicBezTo>
                  <a:lnTo>
                    <a:pt x="1098" y="5676"/>
                  </a:lnTo>
                  <a:lnTo>
                    <a:pt x="2185" y="5686"/>
                  </a:lnTo>
                  <a:lnTo>
                    <a:pt x="2577" y="3950"/>
                  </a:lnTo>
                  <a:cubicBezTo>
                    <a:pt x="2605" y="3807"/>
                    <a:pt x="2558" y="3654"/>
                    <a:pt x="2453" y="3549"/>
                  </a:cubicBezTo>
                  <a:lnTo>
                    <a:pt x="1747" y="2843"/>
                  </a:lnTo>
                  <a:lnTo>
                    <a:pt x="2071" y="2357"/>
                  </a:lnTo>
                  <a:cubicBezTo>
                    <a:pt x="2147" y="2242"/>
                    <a:pt x="2166" y="2099"/>
                    <a:pt x="2128" y="1965"/>
                  </a:cubicBezTo>
                  <a:cubicBezTo>
                    <a:pt x="1604" y="401"/>
                    <a:pt x="1" y="0"/>
                    <a:pt x="1" y="0"/>
                  </a:cubicBezTo>
                  <a:close/>
                </a:path>
              </a:pathLst>
            </a:custGeom>
            <a:solidFill>
              <a:srgbClr val="DAE2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026" name="Google Shape;16026;p44"/>
            <p:cNvSpPr/>
            <p:nvPr/>
          </p:nvSpPr>
          <p:spPr>
            <a:xfrm>
              <a:off x="6785455" y="2510702"/>
              <a:ext cx="51506" cy="40246"/>
            </a:xfrm>
            <a:custGeom>
              <a:rect b="b" l="l" r="r" t="t"/>
              <a:pathLst>
                <a:path extrusionOk="0" h="1537" w="1967">
                  <a:moveTo>
                    <a:pt x="1527" y="440"/>
                  </a:moveTo>
                  <a:lnTo>
                    <a:pt x="1527" y="879"/>
                  </a:lnTo>
                  <a:cubicBezTo>
                    <a:pt x="1527" y="993"/>
                    <a:pt x="1432" y="1098"/>
                    <a:pt x="1317" y="1098"/>
                  </a:cubicBezTo>
                  <a:lnTo>
                    <a:pt x="659" y="1098"/>
                  </a:lnTo>
                  <a:cubicBezTo>
                    <a:pt x="535" y="1098"/>
                    <a:pt x="440" y="993"/>
                    <a:pt x="440" y="879"/>
                  </a:cubicBezTo>
                  <a:lnTo>
                    <a:pt x="440" y="440"/>
                  </a:lnTo>
                  <a:close/>
                  <a:moveTo>
                    <a:pt x="220" y="1"/>
                  </a:moveTo>
                  <a:cubicBezTo>
                    <a:pt x="96" y="1"/>
                    <a:pt x="1" y="96"/>
                    <a:pt x="1" y="220"/>
                  </a:cubicBezTo>
                  <a:lnTo>
                    <a:pt x="1" y="879"/>
                  </a:lnTo>
                  <a:cubicBezTo>
                    <a:pt x="1" y="1241"/>
                    <a:pt x="297" y="1537"/>
                    <a:pt x="659" y="1537"/>
                  </a:cubicBezTo>
                  <a:lnTo>
                    <a:pt x="1317" y="1537"/>
                  </a:lnTo>
                  <a:cubicBezTo>
                    <a:pt x="1670" y="1527"/>
                    <a:pt x="1966" y="1241"/>
                    <a:pt x="1966" y="879"/>
                  </a:cubicBezTo>
                  <a:lnTo>
                    <a:pt x="1966" y="220"/>
                  </a:lnTo>
                  <a:cubicBezTo>
                    <a:pt x="1966" y="96"/>
                    <a:pt x="1871" y="1"/>
                    <a:pt x="1747" y="1"/>
                  </a:cubicBezTo>
                  <a:close/>
                </a:path>
              </a:pathLst>
            </a:custGeom>
            <a:solidFill>
              <a:srgbClr val="697D8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027" name="Google Shape;16027;p44"/>
            <p:cNvSpPr/>
            <p:nvPr/>
          </p:nvSpPr>
          <p:spPr>
            <a:xfrm>
              <a:off x="6848403" y="2510702"/>
              <a:ext cx="51506" cy="40246"/>
            </a:xfrm>
            <a:custGeom>
              <a:rect b="b" l="l" r="r" t="t"/>
              <a:pathLst>
                <a:path extrusionOk="0" h="1537" w="1967">
                  <a:moveTo>
                    <a:pt x="1527" y="440"/>
                  </a:moveTo>
                  <a:lnTo>
                    <a:pt x="1527" y="879"/>
                  </a:lnTo>
                  <a:cubicBezTo>
                    <a:pt x="1527" y="993"/>
                    <a:pt x="1432" y="1098"/>
                    <a:pt x="1308" y="1098"/>
                  </a:cubicBezTo>
                  <a:lnTo>
                    <a:pt x="659" y="1098"/>
                  </a:lnTo>
                  <a:cubicBezTo>
                    <a:pt x="535" y="1098"/>
                    <a:pt x="440" y="993"/>
                    <a:pt x="440" y="879"/>
                  </a:cubicBezTo>
                  <a:lnTo>
                    <a:pt x="440" y="440"/>
                  </a:lnTo>
                  <a:close/>
                  <a:moveTo>
                    <a:pt x="220" y="1"/>
                  </a:moveTo>
                  <a:cubicBezTo>
                    <a:pt x="96" y="1"/>
                    <a:pt x="1" y="96"/>
                    <a:pt x="1" y="220"/>
                  </a:cubicBezTo>
                  <a:lnTo>
                    <a:pt x="1" y="879"/>
                  </a:lnTo>
                  <a:cubicBezTo>
                    <a:pt x="1" y="1241"/>
                    <a:pt x="297" y="1537"/>
                    <a:pt x="659" y="1537"/>
                  </a:cubicBezTo>
                  <a:lnTo>
                    <a:pt x="1308" y="1537"/>
                  </a:lnTo>
                  <a:cubicBezTo>
                    <a:pt x="1670" y="1537"/>
                    <a:pt x="1966" y="1241"/>
                    <a:pt x="1966" y="879"/>
                  </a:cubicBezTo>
                  <a:lnTo>
                    <a:pt x="1966" y="220"/>
                  </a:lnTo>
                  <a:cubicBezTo>
                    <a:pt x="1966" y="96"/>
                    <a:pt x="1871" y="1"/>
                    <a:pt x="1756" y="1"/>
                  </a:cubicBezTo>
                  <a:close/>
                </a:path>
              </a:pathLst>
            </a:custGeom>
            <a:solidFill>
              <a:srgbClr val="697D8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6028" name="Google Shape;16028;p44"/>
          <p:cNvGrpSpPr/>
          <p:nvPr/>
        </p:nvGrpSpPr>
        <p:grpSpPr>
          <a:xfrm>
            <a:off x="4902936" y="2266890"/>
            <a:ext cx="274576" cy="354729"/>
            <a:chOff x="4902936" y="2419290"/>
            <a:chExt cx="274576" cy="354729"/>
          </a:xfrm>
        </p:grpSpPr>
        <p:sp>
          <p:nvSpPr>
            <p:cNvPr id="16029" name="Google Shape;16029;p44"/>
            <p:cNvSpPr/>
            <p:nvPr/>
          </p:nvSpPr>
          <p:spPr>
            <a:xfrm>
              <a:off x="4943418" y="2419290"/>
              <a:ext cx="193376" cy="131658"/>
            </a:xfrm>
            <a:custGeom>
              <a:rect b="b" l="l" r="r" t="t"/>
              <a:pathLst>
                <a:path extrusionOk="0" h="5028" w="7385">
                  <a:moveTo>
                    <a:pt x="3072" y="0"/>
                  </a:moveTo>
                  <a:cubicBezTo>
                    <a:pt x="1336" y="0"/>
                    <a:pt x="0" y="1546"/>
                    <a:pt x="267" y="3272"/>
                  </a:cubicBezTo>
                  <a:lnTo>
                    <a:pt x="534" y="5028"/>
                  </a:lnTo>
                  <a:lnTo>
                    <a:pt x="6850" y="5028"/>
                  </a:lnTo>
                  <a:lnTo>
                    <a:pt x="7127" y="3272"/>
                  </a:lnTo>
                  <a:cubicBezTo>
                    <a:pt x="7384" y="1546"/>
                    <a:pt x="6058" y="0"/>
                    <a:pt x="4312" y="0"/>
                  </a:cubicBezTo>
                  <a:close/>
                </a:path>
              </a:pathLst>
            </a:custGeom>
            <a:solidFill>
              <a:srgbClr val="213B5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030" name="Google Shape;16030;p44"/>
            <p:cNvSpPr/>
            <p:nvPr/>
          </p:nvSpPr>
          <p:spPr>
            <a:xfrm>
              <a:off x="4902936" y="2613871"/>
              <a:ext cx="274576" cy="160147"/>
            </a:xfrm>
            <a:custGeom>
              <a:rect b="b" l="l" r="r" t="t"/>
              <a:pathLst>
                <a:path extrusionOk="0" h="6116" w="10486">
                  <a:moveTo>
                    <a:pt x="3712" y="1"/>
                  </a:moveTo>
                  <a:lnTo>
                    <a:pt x="3712" y="1031"/>
                  </a:lnTo>
                  <a:cubicBezTo>
                    <a:pt x="3712" y="1327"/>
                    <a:pt x="3521" y="1584"/>
                    <a:pt x="3244" y="1661"/>
                  </a:cubicBezTo>
                  <a:lnTo>
                    <a:pt x="945" y="2338"/>
                  </a:lnTo>
                  <a:cubicBezTo>
                    <a:pt x="382" y="2500"/>
                    <a:pt x="1" y="3015"/>
                    <a:pt x="1" y="3597"/>
                  </a:cubicBezTo>
                  <a:lnTo>
                    <a:pt x="1" y="5458"/>
                  </a:lnTo>
                  <a:cubicBezTo>
                    <a:pt x="1" y="5820"/>
                    <a:pt x="297" y="6116"/>
                    <a:pt x="659" y="6116"/>
                  </a:cubicBezTo>
                  <a:lnTo>
                    <a:pt x="9827" y="6116"/>
                  </a:lnTo>
                  <a:cubicBezTo>
                    <a:pt x="10189" y="6116"/>
                    <a:pt x="10485" y="5820"/>
                    <a:pt x="10485" y="5458"/>
                  </a:cubicBezTo>
                  <a:lnTo>
                    <a:pt x="10485" y="3597"/>
                  </a:lnTo>
                  <a:cubicBezTo>
                    <a:pt x="10485" y="3015"/>
                    <a:pt x="10104" y="2500"/>
                    <a:pt x="9541" y="2338"/>
                  </a:cubicBezTo>
                  <a:lnTo>
                    <a:pt x="7242" y="1661"/>
                  </a:lnTo>
                  <a:cubicBezTo>
                    <a:pt x="6965" y="1584"/>
                    <a:pt x="6774" y="1327"/>
                    <a:pt x="6774" y="1031"/>
                  </a:cubicBezTo>
                  <a:lnTo>
                    <a:pt x="6774" y="1"/>
                  </a:lnTo>
                  <a:close/>
                </a:path>
              </a:pathLst>
            </a:custGeom>
            <a:solidFill>
              <a:srgbClr val="DAE2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031" name="Google Shape;16031;p44"/>
            <p:cNvSpPr/>
            <p:nvPr/>
          </p:nvSpPr>
          <p:spPr>
            <a:xfrm>
              <a:off x="4902936" y="2657338"/>
              <a:ext cx="274576" cy="116680"/>
            </a:xfrm>
            <a:custGeom>
              <a:rect b="b" l="l" r="r" t="t"/>
              <a:pathLst>
                <a:path extrusionOk="0" h="4456" w="10486">
                  <a:moveTo>
                    <a:pt x="7242" y="1"/>
                  </a:moveTo>
                  <a:lnTo>
                    <a:pt x="7242" y="1"/>
                  </a:lnTo>
                  <a:cubicBezTo>
                    <a:pt x="7299" y="29"/>
                    <a:pt x="7366" y="58"/>
                    <a:pt x="7423" y="87"/>
                  </a:cubicBezTo>
                  <a:lnTo>
                    <a:pt x="5238" y="735"/>
                  </a:lnTo>
                  <a:lnTo>
                    <a:pt x="3054" y="87"/>
                  </a:lnTo>
                  <a:cubicBezTo>
                    <a:pt x="3120" y="58"/>
                    <a:pt x="3178" y="29"/>
                    <a:pt x="3244" y="1"/>
                  </a:cubicBezTo>
                  <a:lnTo>
                    <a:pt x="3244" y="1"/>
                  </a:lnTo>
                  <a:lnTo>
                    <a:pt x="936" y="678"/>
                  </a:lnTo>
                  <a:cubicBezTo>
                    <a:pt x="382" y="840"/>
                    <a:pt x="1" y="1355"/>
                    <a:pt x="1" y="1937"/>
                  </a:cubicBezTo>
                  <a:lnTo>
                    <a:pt x="1" y="3798"/>
                  </a:lnTo>
                  <a:cubicBezTo>
                    <a:pt x="1" y="4160"/>
                    <a:pt x="297" y="4456"/>
                    <a:pt x="659" y="4456"/>
                  </a:cubicBezTo>
                  <a:lnTo>
                    <a:pt x="9827" y="4456"/>
                  </a:lnTo>
                  <a:cubicBezTo>
                    <a:pt x="10189" y="4456"/>
                    <a:pt x="10485" y="4160"/>
                    <a:pt x="10485" y="3798"/>
                  </a:cubicBezTo>
                  <a:lnTo>
                    <a:pt x="10485" y="1937"/>
                  </a:lnTo>
                  <a:cubicBezTo>
                    <a:pt x="10485" y="1355"/>
                    <a:pt x="10094" y="840"/>
                    <a:pt x="9541" y="678"/>
                  </a:cubicBezTo>
                  <a:lnTo>
                    <a:pt x="7242" y="1"/>
                  </a:lnTo>
                  <a:close/>
                </a:path>
              </a:pathLst>
            </a:custGeom>
            <a:solidFill>
              <a:srgbClr val="213B5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032" name="Google Shape;16032;p44"/>
            <p:cNvSpPr/>
            <p:nvPr/>
          </p:nvSpPr>
          <p:spPr>
            <a:xfrm>
              <a:off x="4971384" y="2662104"/>
              <a:ext cx="137681" cy="111915"/>
            </a:xfrm>
            <a:custGeom>
              <a:rect b="b" l="l" r="r" t="t"/>
              <a:pathLst>
                <a:path extrusionOk="0" h="4274" w="5258">
                  <a:moveTo>
                    <a:pt x="773" y="0"/>
                  </a:moveTo>
                  <a:lnTo>
                    <a:pt x="516" y="267"/>
                  </a:lnTo>
                  <a:cubicBezTo>
                    <a:pt x="192" y="592"/>
                    <a:pt x="1" y="1030"/>
                    <a:pt x="10" y="1498"/>
                  </a:cubicBezTo>
                  <a:lnTo>
                    <a:pt x="10" y="4274"/>
                  </a:lnTo>
                  <a:lnTo>
                    <a:pt x="5257" y="4274"/>
                  </a:lnTo>
                  <a:lnTo>
                    <a:pt x="5257" y="1498"/>
                  </a:lnTo>
                  <a:cubicBezTo>
                    <a:pt x="5248" y="1030"/>
                    <a:pt x="5066" y="592"/>
                    <a:pt x="4733" y="267"/>
                  </a:cubicBezTo>
                  <a:lnTo>
                    <a:pt x="4475" y="0"/>
                  </a:lnTo>
                  <a:lnTo>
                    <a:pt x="2624" y="334"/>
                  </a:lnTo>
                  <a:lnTo>
                    <a:pt x="773" y="0"/>
                  </a:lnTo>
                  <a:close/>
                </a:path>
              </a:pathLst>
            </a:custGeom>
            <a:solidFill>
              <a:srgbClr val="ACB9C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033" name="Google Shape;16033;p44"/>
            <p:cNvSpPr/>
            <p:nvPr/>
          </p:nvSpPr>
          <p:spPr>
            <a:xfrm>
              <a:off x="4977878" y="2662104"/>
              <a:ext cx="124431" cy="46217"/>
            </a:xfrm>
            <a:custGeom>
              <a:rect b="b" l="l" r="r" t="t"/>
              <a:pathLst>
                <a:path extrusionOk="0" h="1765" w="4752">
                  <a:moveTo>
                    <a:pt x="525" y="0"/>
                  </a:moveTo>
                  <a:lnTo>
                    <a:pt x="268" y="267"/>
                  </a:lnTo>
                  <a:cubicBezTo>
                    <a:pt x="163" y="372"/>
                    <a:pt x="68" y="487"/>
                    <a:pt x="1" y="620"/>
                  </a:cubicBezTo>
                  <a:lnTo>
                    <a:pt x="802" y="1546"/>
                  </a:lnTo>
                  <a:cubicBezTo>
                    <a:pt x="932" y="1690"/>
                    <a:pt x="1113" y="1764"/>
                    <a:pt x="1295" y="1764"/>
                  </a:cubicBezTo>
                  <a:cubicBezTo>
                    <a:pt x="1461" y="1764"/>
                    <a:pt x="1628" y="1702"/>
                    <a:pt x="1756" y="1574"/>
                  </a:cubicBezTo>
                  <a:lnTo>
                    <a:pt x="2376" y="954"/>
                  </a:lnTo>
                  <a:lnTo>
                    <a:pt x="2996" y="1574"/>
                  </a:lnTo>
                  <a:cubicBezTo>
                    <a:pt x="3124" y="1702"/>
                    <a:pt x="3289" y="1764"/>
                    <a:pt x="3454" y="1764"/>
                  </a:cubicBezTo>
                  <a:cubicBezTo>
                    <a:pt x="3635" y="1764"/>
                    <a:pt x="3816" y="1690"/>
                    <a:pt x="3950" y="1546"/>
                  </a:cubicBezTo>
                  <a:lnTo>
                    <a:pt x="4752" y="620"/>
                  </a:lnTo>
                  <a:cubicBezTo>
                    <a:pt x="4675" y="487"/>
                    <a:pt x="4589" y="372"/>
                    <a:pt x="4485" y="267"/>
                  </a:cubicBezTo>
                  <a:lnTo>
                    <a:pt x="4227" y="0"/>
                  </a:lnTo>
                  <a:lnTo>
                    <a:pt x="2376" y="334"/>
                  </a:lnTo>
                  <a:lnTo>
                    <a:pt x="525" y="0"/>
                  </a:lnTo>
                  <a:close/>
                </a:path>
              </a:pathLst>
            </a:custGeom>
            <a:solidFill>
              <a:srgbClr val="899CA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034" name="Google Shape;16034;p44"/>
            <p:cNvSpPr/>
            <p:nvPr/>
          </p:nvSpPr>
          <p:spPr>
            <a:xfrm>
              <a:off x="5022837" y="2699574"/>
              <a:ext cx="34512" cy="74444"/>
            </a:xfrm>
            <a:custGeom>
              <a:rect b="b" l="l" r="r" t="t"/>
              <a:pathLst>
                <a:path extrusionOk="0" h="2843" w="1318">
                  <a:moveTo>
                    <a:pt x="344" y="0"/>
                  </a:moveTo>
                  <a:lnTo>
                    <a:pt x="1" y="2843"/>
                  </a:lnTo>
                  <a:lnTo>
                    <a:pt x="1317" y="2843"/>
                  </a:lnTo>
                  <a:lnTo>
                    <a:pt x="974" y="0"/>
                  </a:lnTo>
                  <a:close/>
                </a:path>
              </a:pathLst>
            </a:custGeom>
            <a:solidFill>
              <a:srgbClr val="213B5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035" name="Google Shape;16035;p44"/>
            <p:cNvSpPr/>
            <p:nvPr/>
          </p:nvSpPr>
          <p:spPr>
            <a:xfrm>
              <a:off x="5017103" y="2670823"/>
              <a:ext cx="45745" cy="34512"/>
            </a:xfrm>
            <a:custGeom>
              <a:rect b="b" l="l" r="r" t="t"/>
              <a:pathLst>
                <a:path extrusionOk="0" h="1318" w="1747">
                  <a:moveTo>
                    <a:pt x="1" y="1"/>
                  </a:moveTo>
                  <a:lnTo>
                    <a:pt x="392" y="1165"/>
                  </a:lnTo>
                  <a:cubicBezTo>
                    <a:pt x="420" y="1251"/>
                    <a:pt x="506" y="1317"/>
                    <a:pt x="602" y="1317"/>
                  </a:cubicBezTo>
                  <a:lnTo>
                    <a:pt x="1155" y="1317"/>
                  </a:lnTo>
                  <a:cubicBezTo>
                    <a:pt x="1250" y="1317"/>
                    <a:pt x="1336" y="1251"/>
                    <a:pt x="1365" y="1165"/>
                  </a:cubicBezTo>
                  <a:lnTo>
                    <a:pt x="1746" y="1"/>
                  </a:lnTo>
                  <a:close/>
                </a:path>
              </a:pathLst>
            </a:custGeom>
            <a:solidFill>
              <a:srgbClr val="576D8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036" name="Google Shape;16036;p44"/>
            <p:cNvSpPr/>
            <p:nvPr/>
          </p:nvSpPr>
          <p:spPr>
            <a:xfrm>
              <a:off x="5000109" y="2613635"/>
              <a:ext cx="79969" cy="22938"/>
            </a:xfrm>
            <a:custGeom>
              <a:rect b="b" l="l" r="r" t="t"/>
              <a:pathLst>
                <a:path extrusionOk="0" h="876" w="3054">
                  <a:moveTo>
                    <a:pt x="1" y="0"/>
                  </a:moveTo>
                  <a:lnTo>
                    <a:pt x="1" y="496"/>
                  </a:lnTo>
                  <a:cubicBezTo>
                    <a:pt x="478" y="749"/>
                    <a:pt x="1003" y="876"/>
                    <a:pt x="1527" y="876"/>
                  </a:cubicBezTo>
                  <a:cubicBezTo>
                    <a:pt x="2052" y="876"/>
                    <a:pt x="2577" y="749"/>
                    <a:pt x="3054" y="496"/>
                  </a:cubicBezTo>
                  <a:lnTo>
                    <a:pt x="3054" y="0"/>
                  </a:lnTo>
                  <a:close/>
                </a:path>
              </a:pathLst>
            </a:custGeom>
            <a:solidFill>
              <a:srgbClr val="D4DDE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037" name="Google Shape;16037;p44"/>
            <p:cNvSpPr/>
            <p:nvPr/>
          </p:nvSpPr>
          <p:spPr>
            <a:xfrm>
              <a:off x="4981125" y="2646602"/>
              <a:ext cx="58995" cy="50301"/>
            </a:xfrm>
            <a:custGeom>
              <a:rect b="b" l="l" r="r" t="t"/>
              <a:pathLst>
                <a:path extrusionOk="0" h="1921" w="2253">
                  <a:moveTo>
                    <a:pt x="583" y="1"/>
                  </a:moveTo>
                  <a:lnTo>
                    <a:pt x="1" y="697"/>
                  </a:lnTo>
                  <a:lnTo>
                    <a:pt x="1002" y="1851"/>
                  </a:lnTo>
                  <a:cubicBezTo>
                    <a:pt x="1048" y="1897"/>
                    <a:pt x="1109" y="1921"/>
                    <a:pt x="1171" y="1921"/>
                  </a:cubicBezTo>
                  <a:cubicBezTo>
                    <a:pt x="1226" y="1921"/>
                    <a:pt x="1282" y="1901"/>
                    <a:pt x="1327" y="1861"/>
                  </a:cubicBezTo>
                  <a:lnTo>
                    <a:pt x="2252" y="936"/>
                  </a:lnTo>
                  <a:lnTo>
                    <a:pt x="583" y="1"/>
                  </a:lnTo>
                  <a:close/>
                </a:path>
              </a:pathLst>
            </a:custGeom>
            <a:solidFill>
              <a:srgbClr val="ACB9C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038" name="Google Shape;16038;p44"/>
            <p:cNvSpPr/>
            <p:nvPr/>
          </p:nvSpPr>
          <p:spPr>
            <a:xfrm>
              <a:off x="5040093" y="2646602"/>
              <a:ext cx="58969" cy="50301"/>
            </a:xfrm>
            <a:custGeom>
              <a:rect b="b" l="l" r="r" t="t"/>
              <a:pathLst>
                <a:path extrusionOk="0" h="1921" w="2252">
                  <a:moveTo>
                    <a:pt x="1679" y="1"/>
                  </a:moveTo>
                  <a:lnTo>
                    <a:pt x="0" y="936"/>
                  </a:lnTo>
                  <a:lnTo>
                    <a:pt x="926" y="1861"/>
                  </a:lnTo>
                  <a:cubicBezTo>
                    <a:pt x="971" y="1901"/>
                    <a:pt x="1026" y="1921"/>
                    <a:pt x="1082" y="1921"/>
                  </a:cubicBezTo>
                  <a:cubicBezTo>
                    <a:pt x="1143" y="1921"/>
                    <a:pt x="1205" y="1897"/>
                    <a:pt x="1250" y="1851"/>
                  </a:cubicBezTo>
                  <a:lnTo>
                    <a:pt x="2252" y="697"/>
                  </a:lnTo>
                  <a:lnTo>
                    <a:pt x="1679" y="1"/>
                  </a:lnTo>
                  <a:close/>
                </a:path>
              </a:pathLst>
            </a:custGeom>
            <a:solidFill>
              <a:srgbClr val="ACB9C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039" name="Google Shape;16039;p44"/>
            <p:cNvSpPr/>
            <p:nvPr/>
          </p:nvSpPr>
          <p:spPr>
            <a:xfrm>
              <a:off x="4931923" y="2630865"/>
              <a:ext cx="68212" cy="143153"/>
            </a:xfrm>
            <a:custGeom>
              <a:rect b="b" l="l" r="r" t="t"/>
              <a:pathLst>
                <a:path extrusionOk="0" h="5467" w="2605">
                  <a:moveTo>
                    <a:pt x="2605" y="1"/>
                  </a:moveTo>
                  <a:cubicBezTo>
                    <a:pt x="2605" y="1"/>
                    <a:pt x="1002" y="401"/>
                    <a:pt x="477" y="1966"/>
                  </a:cubicBezTo>
                  <a:cubicBezTo>
                    <a:pt x="439" y="2099"/>
                    <a:pt x="458" y="2242"/>
                    <a:pt x="535" y="2357"/>
                  </a:cubicBezTo>
                  <a:lnTo>
                    <a:pt x="859" y="2843"/>
                  </a:lnTo>
                  <a:lnTo>
                    <a:pt x="153" y="3549"/>
                  </a:lnTo>
                  <a:cubicBezTo>
                    <a:pt x="48" y="3654"/>
                    <a:pt x="0" y="3807"/>
                    <a:pt x="29" y="3950"/>
                  </a:cubicBezTo>
                  <a:lnTo>
                    <a:pt x="420" y="5467"/>
                  </a:lnTo>
                  <a:lnTo>
                    <a:pt x="1508" y="5457"/>
                  </a:lnTo>
                  <a:lnTo>
                    <a:pt x="1508" y="2691"/>
                  </a:lnTo>
                  <a:cubicBezTo>
                    <a:pt x="1508" y="2223"/>
                    <a:pt x="1699" y="1785"/>
                    <a:pt x="2023" y="1451"/>
                  </a:cubicBezTo>
                  <a:lnTo>
                    <a:pt x="2280" y="1193"/>
                  </a:lnTo>
                  <a:cubicBezTo>
                    <a:pt x="2490" y="993"/>
                    <a:pt x="2605" y="707"/>
                    <a:pt x="2605" y="420"/>
                  </a:cubicBezTo>
                  <a:lnTo>
                    <a:pt x="2605" y="1"/>
                  </a:lnTo>
                  <a:close/>
                </a:path>
              </a:pathLst>
            </a:custGeom>
            <a:solidFill>
              <a:srgbClr val="576D8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040" name="Google Shape;16040;p44"/>
            <p:cNvSpPr/>
            <p:nvPr/>
          </p:nvSpPr>
          <p:spPr>
            <a:xfrm>
              <a:off x="5080052" y="2630865"/>
              <a:ext cx="68212" cy="143153"/>
            </a:xfrm>
            <a:custGeom>
              <a:rect b="b" l="l" r="r" t="t"/>
              <a:pathLst>
                <a:path extrusionOk="0" h="5467" w="2605">
                  <a:moveTo>
                    <a:pt x="1" y="1"/>
                  </a:moveTo>
                  <a:lnTo>
                    <a:pt x="1" y="420"/>
                  </a:lnTo>
                  <a:cubicBezTo>
                    <a:pt x="1" y="707"/>
                    <a:pt x="115" y="993"/>
                    <a:pt x="325" y="1193"/>
                  </a:cubicBezTo>
                  <a:lnTo>
                    <a:pt x="583" y="1451"/>
                  </a:lnTo>
                  <a:cubicBezTo>
                    <a:pt x="907" y="1785"/>
                    <a:pt x="1098" y="2223"/>
                    <a:pt x="1098" y="2691"/>
                  </a:cubicBezTo>
                  <a:lnTo>
                    <a:pt x="1098" y="5457"/>
                  </a:lnTo>
                  <a:lnTo>
                    <a:pt x="2185" y="5467"/>
                  </a:lnTo>
                  <a:lnTo>
                    <a:pt x="2576" y="3950"/>
                  </a:lnTo>
                  <a:cubicBezTo>
                    <a:pt x="2605" y="3807"/>
                    <a:pt x="2557" y="3654"/>
                    <a:pt x="2452" y="3549"/>
                  </a:cubicBezTo>
                  <a:lnTo>
                    <a:pt x="1746" y="2843"/>
                  </a:lnTo>
                  <a:lnTo>
                    <a:pt x="2071" y="2357"/>
                  </a:lnTo>
                  <a:cubicBezTo>
                    <a:pt x="2147" y="2242"/>
                    <a:pt x="2166" y="2099"/>
                    <a:pt x="2128" y="1966"/>
                  </a:cubicBezTo>
                  <a:cubicBezTo>
                    <a:pt x="1603" y="401"/>
                    <a:pt x="1" y="1"/>
                    <a:pt x="1" y="1"/>
                  </a:cubicBezTo>
                  <a:close/>
                </a:path>
              </a:pathLst>
            </a:custGeom>
            <a:solidFill>
              <a:srgbClr val="576D8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041" name="Google Shape;16041;p44"/>
            <p:cNvSpPr/>
            <p:nvPr/>
          </p:nvSpPr>
          <p:spPr>
            <a:xfrm>
              <a:off x="4946403" y="2476478"/>
              <a:ext cx="187144" cy="148678"/>
            </a:xfrm>
            <a:custGeom>
              <a:rect b="b" l="l" r="r" t="t"/>
              <a:pathLst>
                <a:path extrusionOk="0" h="5678" w="7147">
                  <a:moveTo>
                    <a:pt x="2233" y="1"/>
                  </a:moveTo>
                  <a:cubicBezTo>
                    <a:pt x="1470" y="1"/>
                    <a:pt x="897" y="707"/>
                    <a:pt x="1060" y="1461"/>
                  </a:cubicBezTo>
                  <a:cubicBezTo>
                    <a:pt x="1117" y="1718"/>
                    <a:pt x="926" y="1966"/>
                    <a:pt x="659" y="1966"/>
                  </a:cubicBezTo>
                  <a:lnTo>
                    <a:pt x="649" y="1966"/>
                  </a:lnTo>
                  <a:cubicBezTo>
                    <a:pt x="392" y="1966"/>
                    <a:pt x="172" y="2128"/>
                    <a:pt x="106" y="2367"/>
                  </a:cubicBezTo>
                  <a:cubicBezTo>
                    <a:pt x="1" y="2710"/>
                    <a:pt x="268" y="3054"/>
                    <a:pt x="630" y="3063"/>
                  </a:cubicBezTo>
                  <a:lnTo>
                    <a:pt x="745" y="3063"/>
                  </a:lnTo>
                  <a:cubicBezTo>
                    <a:pt x="859" y="4532"/>
                    <a:pt x="2090" y="5677"/>
                    <a:pt x="3578" y="5677"/>
                  </a:cubicBezTo>
                  <a:cubicBezTo>
                    <a:pt x="5057" y="5677"/>
                    <a:pt x="6288" y="4532"/>
                    <a:pt x="6402" y="3063"/>
                  </a:cubicBezTo>
                  <a:lnTo>
                    <a:pt x="6526" y="3063"/>
                  </a:lnTo>
                  <a:cubicBezTo>
                    <a:pt x="6889" y="3054"/>
                    <a:pt x="7146" y="2710"/>
                    <a:pt x="7051" y="2367"/>
                  </a:cubicBezTo>
                  <a:cubicBezTo>
                    <a:pt x="6974" y="2128"/>
                    <a:pt x="6755" y="1966"/>
                    <a:pt x="6507" y="1966"/>
                  </a:cubicBezTo>
                  <a:lnTo>
                    <a:pt x="6497" y="1966"/>
                  </a:lnTo>
                  <a:cubicBezTo>
                    <a:pt x="6230" y="1966"/>
                    <a:pt x="6040" y="1718"/>
                    <a:pt x="6097" y="1461"/>
                  </a:cubicBezTo>
                  <a:cubicBezTo>
                    <a:pt x="6259" y="707"/>
                    <a:pt x="5687" y="1"/>
                    <a:pt x="4923" y="1"/>
                  </a:cubicBezTo>
                  <a:close/>
                </a:path>
              </a:pathLst>
            </a:custGeom>
            <a:solidFill>
              <a:srgbClr val="E0E7E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042" name="Google Shape;16042;p44"/>
            <p:cNvSpPr/>
            <p:nvPr/>
          </p:nvSpPr>
          <p:spPr>
            <a:xfrm>
              <a:off x="4946665" y="2476478"/>
              <a:ext cx="127678" cy="148652"/>
            </a:xfrm>
            <a:custGeom>
              <a:rect b="b" l="l" r="r" t="t"/>
              <a:pathLst>
                <a:path extrusionOk="0" h="5677" w="4876">
                  <a:moveTo>
                    <a:pt x="2223" y="1"/>
                  </a:moveTo>
                  <a:cubicBezTo>
                    <a:pt x="1460" y="1"/>
                    <a:pt x="887" y="707"/>
                    <a:pt x="1059" y="1461"/>
                  </a:cubicBezTo>
                  <a:cubicBezTo>
                    <a:pt x="1107" y="1718"/>
                    <a:pt x="916" y="1966"/>
                    <a:pt x="649" y="1966"/>
                  </a:cubicBezTo>
                  <a:lnTo>
                    <a:pt x="639" y="1966"/>
                  </a:lnTo>
                  <a:cubicBezTo>
                    <a:pt x="632" y="1966"/>
                    <a:pt x="626" y="1966"/>
                    <a:pt x="619" y="1966"/>
                  </a:cubicBezTo>
                  <a:cubicBezTo>
                    <a:pt x="379" y="1966"/>
                    <a:pt x="161" y="2125"/>
                    <a:pt x="96" y="2357"/>
                  </a:cubicBezTo>
                  <a:cubicBezTo>
                    <a:pt x="0" y="2710"/>
                    <a:pt x="258" y="3054"/>
                    <a:pt x="620" y="3054"/>
                  </a:cubicBezTo>
                  <a:lnTo>
                    <a:pt x="744" y="3054"/>
                  </a:lnTo>
                  <a:cubicBezTo>
                    <a:pt x="848" y="4557"/>
                    <a:pt x="2094" y="5676"/>
                    <a:pt x="3546" y="5676"/>
                  </a:cubicBezTo>
                  <a:cubicBezTo>
                    <a:pt x="3698" y="5676"/>
                    <a:pt x="3852" y="5664"/>
                    <a:pt x="4007" y="5639"/>
                  </a:cubicBezTo>
                  <a:cubicBezTo>
                    <a:pt x="2624" y="5429"/>
                    <a:pt x="1603" y="4237"/>
                    <a:pt x="1603" y="2844"/>
                  </a:cubicBezTo>
                  <a:lnTo>
                    <a:pt x="1603" y="1527"/>
                  </a:lnTo>
                  <a:cubicBezTo>
                    <a:pt x="1603" y="926"/>
                    <a:pt x="2090" y="440"/>
                    <a:pt x="2700" y="430"/>
                  </a:cubicBezTo>
                  <a:lnTo>
                    <a:pt x="4446" y="430"/>
                  </a:lnTo>
                  <a:cubicBezTo>
                    <a:pt x="4684" y="430"/>
                    <a:pt x="4875" y="239"/>
                    <a:pt x="4875" y="1"/>
                  </a:cubicBezTo>
                  <a:close/>
                </a:path>
              </a:pathLst>
            </a:custGeom>
            <a:solidFill>
              <a:srgbClr val="DAE2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043" name="Google Shape;16043;p44"/>
            <p:cNvSpPr/>
            <p:nvPr/>
          </p:nvSpPr>
          <p:spPr>
            <a:xfrm>
              <a:off x="5005608" y="2419290"/>
              <a:ext cx="119430" cy="45981"/>
            </a:xfrm>
            <a:custGeom>
              <a:rect b="b" l="l" r="r" t="t"/>
              <a:pathLst>
                <a:path extrusionOk="0" h="1756" w="4561">
                  <a:moveTo>
                    <a:pt x="697" y="0"/>
                  </a:moveTo>
                  <a:cubicBezTo>
                    <a:pt x="468" y="0"/>
                    <a:pt x="230" y="29"/>
                    <a:pt x="10" y="86"/>
                  </a:cubicBezTo>
                  <a:lnTo>
                    <a:pt x="10" y="220"/>
                  </a:lnTo>
                  <a:cubicBezTo>
                    <a:pt x="1" y="1059"/>
                    <a:pt x="688" y="1746"/>
                    <a:pt x="1537" y="1756"/>
                  </a:cubicBezTo>
                  <a:lnTo>
                    <a:pt x="4561" y="1756"/>
                  </a:lnTo>
                  <a:cubicBezTo>
                    <a:pt x="4122" y="697"/>
                    <a:pt x="3082" y="0"/>
                    <a:pt x="1937" y="0"/>
                  </a:cubicBezTo>
                  <a:close/>
                </a:path>
              </a:pathLst>
            </a:custGeom>
            <a:solidFill>
              <a:srgbClr val="576D8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044" name="Google Shape;16044;p44"/>
            <p:cNvSpPr/>
            <p:nvPr/>
          </p:nvSpPr>
          <p:spPr>
            <a:xfrm>
              <a:off x="5000109" y="2527879"/>
              <a:ext cx="11521" cy="17334"/>
            </a:xfrm>
            <a:custGeom>
              <a:rect b="b" l="l" r="r" t="t"/>
              <a:pathLst>
                <a:path extrusionOk="0" h="662" w="440">
                  <a:moveTo>
                    <a:pt x="217" y="1"/>
                  </a:moveTo>
                  <a:cubicBezTo>
                    <a:pt x="108" y="1"/>
                    <a:pt x="1" y="75"/>
                    <a:pt x="1" y="223"/>
                  </a:cubicBezTo>
                  <a:lnTo>
                    <a:pt x="1" y="442"/>
                  </a:lnTo>
                  <a:cubicBezTo>
                    <a:pt x="1" y="556"/>
                    <a:pt x="96" y="661"/>
                    <a:pt x="220" y="661"/>
                  </a:cubicBezTo>
                  <a:cubicBezTo>
                    <a:pt x="335" y="661"/>
                    <a:pt x="440" y="556"/>
                    <a:pt x="440" y="442"/>
                  </a:cubicBezTo>
                  <a:lnTo>
                    <a:pt x="440" y="223"/>
                  </a:lnTo>
                  <a:cubicBezTo>
                    <a:pt x="435" y="75"/>
                    <a:pt x="325" y="1"/>
                    <a:pt x="217" y="1"/>
                  </a:cubicBezTo>
                  <a:close/>
                </a:path>
              </a:pathLst>
            </a:custGeom>
            <a:solidFill>
              <a:srgbClr val="213B5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045" name="Google Shape;16045;p44"/>
            <p:cNvSpPr/>
            <p:nvPr/>
          </p:nvSpPr>
          <p:spPr>
            <a:xfrm>
              <a:off x="5068818" y="2527879"/>
              <a:ext cx="11260" cy="17334"/>
            </a:xfrm>
            <a:custGeom>
              <a:rect b="b" l="l" r="r" t="t"/>
              <a:pathLst>
                <a:path extrusionOk="0" h="662" w="430">
                  <a:moveTo>
                    <a:pt x="215" y="1"/>
                  </a:moveTo>
                  <a:cubicBezTo>
                    <a:pt x="108" y="1"/>
                    <a:pt x="0" y="75"/>
                    <a:pt x="0" y="223"/>
                  </a:cubicBezTo>
                  <a:lnTo>
                    <a:pt x="0" y="442"/>
                  </a:lnTo>
                  <a:cubicBezTo>
                    <a:pt x="0" y="556"/>
                    <a:pt x="96" y="661"/>
                    <a:pt x="210" y="661"/>
                  </a:cubicBezTo>
                  <a:cubicBezTo>
                    <a:pt x="334" y="661"/>
                    <a:pt x="430" y="556"/>
                    <a:pt x="430" y="442"/>
                  </a:cubicBezTo>
                  <a:lnTo>
                    <a:pt x="430" y="223"/>
                  </a:lnTo>
                  <a:cubicBezTo>
                    <a:pt x="430" y="75"/>
                    <a:pt x="322" y="1"/>
                    <a:pt x="215" y="1"/>
                  </a:cubicBezTo>
                  <a:close/>
                </a:path>
              </a:pathLst>
            </a:custGeom>
            <a:solidFill>
              <a:srgbClr val="213B5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046" name="Google Shape;16046;p44"/>
            <p:cNvSpPr/>
            <p:nvPr/>
          </p:nvSpPr>
          <p:spPr>
            <a:xfrm>
              <a:off x="5014825" y="2567864"/>
              <a:ext cx="50537" cy="17334"/>
            </a:xfrm>
            <a:custGeom>
              <a:rect b="b" l="l" r="r" t="t"/>
              <a:pathLst>
                <a:path extrusionOk="0" h="662" w="1930">
                  <a:moveTo>
                    <a:pt x="311" y="0"/>
                  </a:moveTo>
                  <a:cubicBezTo>
                    <a:pt x="145" y="0"/>
                    <a:pt x="1" y="223"/>
                    <a:pt x="154" y="384"/>
                  </a:cubicBezTo>
                  <a:cubicBezTo>
                    <a:pt x="373" y="566"/>
                    <a:pt x="644" y="661"/>
                    <a:pt x="925" y="661"/>
                  </a:cubicBezTo>
                  <a:cubicBezTo>
                    <a:pt x="938" y="661"/>
                    <a:pt x="952" y="661"/>
                    <a:pt x="965" y="661"/>
                  </a:cubicBezTo>
                  <a:cubicBezTo>
                    <a:pt x="979" y="661"/>
                    <a:pt x="992" y="661"/>
                    <a:pt x="1006" y="661"/>
                  </a:cubicBezTo>
                  <a:cubicBezTo>
                    <a:pt x="1287" y="661"/>
                    <a:pt x="1558" y="566"/>
                    <a:pt x="1776" y="384"/>
                  </a:cubicBezTo>
                  <a:cubicBezTo>
                    <a:pt x="1930" y="223"/>
                    <a:pt x="1786" y="0"/>
                    <a:pt x="1620" y="0"/>
                  </a:cubicBezTo>
                  <a:cubicBezTo>
                    <a:pt x="1570" y="0"/>
                    <a:pt x="1517" y="21"/>
                    <a:pt x="1471" y="69"/>
                  </a:cubicBezTo>
                  <a:cubicBezTo>
                    <a:pt x="1318" y="174"/>
                    <a:pt x="1142" y="227"/>
                    <a:pt x="965" y="227"/>
                  </a:cubicBezTo>
                  <a:cubicBezTo>
                    <a:pt x="789" y="227"/>
                    <a:pt x="612" y="174"/>
                    <a:pt x="460" y="69"/>
                  </a:cubicBezTo>
                  <a:cubicBezTo>
                    <a:pt x="413" y="21"/>
                    <a:pt x="361" y="0"/>
                    <a:pt x="311" y="0"/>
                  </a:cubicBezTo>
                  <a:close/>
                </a:path>
              </a:pathLst>
            </a:custGeom>
            <a:solidFill>
              <a:srgbClr val="D4DDE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047" name="Google Shape;16047;p44"/>
            <p:cNvSpPr/>
            <p:nvPr/>
          </p:nvSpPr>
          <p:spPr>
            <a:xfrm>
              <a:off x="4992384" y="2510702"/>
              <a:ext cx="26499" cy="11521"/>
            </a:xfrm>
            <a:custGeom>
              <a:rect b="b" l="l" r="r" t="t"/>
              <a:pathLst>
                <a:path extrusionOk="0" h="440" w="1012">
                  <a:moveTo>
                    <a:pt x="286" y="1"/>
                  </a:moveTo>
                  <a:cubicBezTo>
                    <a:pt x="0" y="1"/>
                    <a:pt x="0" y="440"/>
                    <a:pt x="286" y="440"/>
                  </a:cubicBezTo>
                  <a:lnTo>
                    <a:pt x="725" y="440"/>
                  </a:lnTo>
                  <a:cubicBezTo>
                    <a:pt x="1011" y="440"/>
                    <a:pt x="1011" y="1"/>
                    <a:pt x="725" y="1"/>
                  </a:cubicBezTo>
                  <a:close/>
                </a:path>
              </a:pathLst>
            </a:custGeom>
            <a:solidFill>
              <a:srgbClr val="576D8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048" name="Google Shape;16048;p44"/>
            <p:cNvSpPr/>
            <p:nvPr/>
          </p:nvSpPr>
          <p:spPr>
            <a:xfrm>
              <a:off x="5061068" y="2510702"/>
              <a:ext cx="26499" cy="11521"/>
            </a:xfrm>
            <a:custGeom>
              <a:rect b="b" l="l" r="r" t="t"/>
              <a:pathLst>
                <a:path extrusionOk="0" h="440" w="1012">
                  <a:moveTo>
                    <a:pt x="287" y="1"/>
                  </a:moveTo>
                  <a:cubicBezTo>
                    <a:pt x="1" y="1"/>
                    <a:pt x="1" y="440"/>
                    <a:pt x="287" y="440"/>
                  </a:cubicBezTo>
                  <a:lnTo>
                    <a:pt x="726" y="440"/>
                  </a:lnTo>
                  <a:cubicBezTo>
                    <a:pt x="1012" y="440"/>
                    <a:pt x="1012" y="1"/>
                    <a:pt x="726" y="1"/>
                  </a:cubicBezTo>
                  <a:close/>
                </a:path>
              </a:pathLst>
            </a:custGeom>
            <a:solidFill>
              <a:srgbClr val="576D8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6049" name="Google Shape;16049;p44"/>
          <p:cNvGrpSpPr/>
          <p:nvPr/>
        </p:nvGrpSpPr>
        <p:grpSpPr>
          <a:xfrm>
            <a:off x="7608056" y="3193394"/>
            <a:ext cx="270334" cy="354755"/>
            <a:chOff x="7608056" y="3345794"/>
            <a:chExt cx="270334" cy="354755"/>
          </a:xfrm>
        </p:grpSpPr>
        <p:sp>
          <p:nvSpPr>
            <p:cNvPr id="16050" name="Google Shape;16050;p44"/>
            <p:cNvSpPr/>
            <p:nvPr/>
          </p:nvSpPr>
          <p:spPr>
            <a:xfrm>
              <a:off x="7636284" y="3351293"/>
              <a:ext cx="213879" cy="276068"/>
            </a:xfrm>
            <a:custGeom>
              <a:rect b="b" l="l" r="r" t="t"/>
              <a:pathLst>
                <a:path extrusionOk="0" h="10543" w="8168">
                  <a:moveTo>
                    <a:pt x="4084" y="1"/>
                  </a:moveTo>
                  <a:cubicBezTo>
                    <a:pt x="1823" y="1"/>
                    <a:pt x="1" y="1832"/>
                    <a:pt x="1" y="4084"/>
                  </a:cubicBezTo>
                  <a:lnTo>
                    <a:pt x="1" y="4694"/>
                  </a:lnTo>
                  <a:cubicBezTo>
                    <a:pt x="1" y="6221"/>
                    <a:pt x="669" y="7661"/>
                    <a:pt x="1833" y="8644"/>
                  </a:cubicBezTo>
                  <a:lnTo>
                    <a:pt x="4084" y="10542"/>
                  </a:lnTo>
                  <a:lnTo>
                    <a:pt x="6335" y="8644"/>
                  </a:lnTo>
                  <a:cubicBezTo>
                    <a:pt x="7499" y="7661"/>
                    <a:pt x="8167" y="6221"/>
                    <a:pt x="8167" y="4694"/>
                  </a:cubicBezTo>
                  <a:lnTo>
                    <a:pt x="8167" y="4084"/>
                  </a:lnTo>
                  <a:cubicBezTo>
                    <a:pt x="8167" y="1832"/>
                    <a:pt x="6335" y="1"/>
                    <a:pt x="4084" y="1"/>
                  </a:cubicBezTo>
                  <a:close/>
                </a:path>
              </a:pathLst>
            </a:custGeom>
            <a:solidFill>
              <a:srgbClr val="899CA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051" name="Google Shape;16051;p44"/>
            <p:cNvSpPr/>
            <p:nvPr/>
          </p:nvSpPr>
          <p:spPr>
            <a:xfrm>
              <a:off x="7608056" y="3548387"/>
              <a:ext cx="270334" cy="151925"/>
            </a:xfrm>
            <a:custGeom>
              <a:rect b="b" l="l" r="r" t="t"/>
              <a:pathLst>
                <a:path extrusionOk="0" h="5802" w="10324">
                  <a:moveTo>
                    <a:pt x="3655" y="1"/>
                  </a:moveTo>
                  <a:lnTo>
                    <a:pt x="3655" y="1021"/>
                  </a:lnTo>
                  <a:cubicBezTo>
                    <a:pt x="3655" y="1308"/>
                    <a:pt x="3473" y="1565"/>
                    <a:pt x="3197" y="1642"/>
                  </a:cubicBezTo>
                  <a:lnTo>
                    <a:pt x="926" y="2309"/>
                  </a:lnTo>
                  <a:cubicBezTo>
                    <a:pt x="382" y="2471"/>
                    <a:pt x="1" y="2977"/>
                    <a:pt x="1" y="3549"/>
                  </a:cubicBezTo>
                  <a:lnTo>
                    <a:pt x="1" y="5162"/>
                  </a:lnTo>
                  <a:cubicBezTo>
                    <a:pt x="1" y="5509"/>
                    <a:pt x="287" y="5801"/>
                    <a:pt x="633" y="5801"/>
                  </a:cubicBezTo>
                  <a:cubicBezTo>
                    <a:pt x="638" y="5801"/>
                    <a:pt x="644" y="5801"/>
                    <a:pt x="650" y="5801"/>
                  </a:cubicBezTo>
                  <a:lnTo>
                    <a:pt x="9674" y="5801"/>
                  </a:lnTo>
                  <a:cubicBezTo>
                    <a:pt x="10037" y="5801"/>
                    <a:pt x="10323" y="5515"/>
                    <a:pt x="10323" y="5162"/>
                  </a:cubicBezTo>
                  <a:lnTo>
                    <a:pt x="10323" y="3549"/>
                  </a:lnTo>
                  <a:cubicBezTo>
                    <a:pt x="10323" y="2977"/>
                    <a:pt x="9941" y="2471"/>
                    <a:pt x="9398" y="2309"/>
                  </a:cubicBezTo>
                  <a:lnTo>
                    <a:pt x="7127" y="1642"/>
                  </a:lnTo>
                  <a:cubicBezTo>
                    <a:pt x="6851" y="1565"/>
                    <a:pt x="6669" y="1308"/>
                    <a:pt x="6669" y="1021"/>
                  </a:cubicBezTo>
                  <a:lnTo>
                    <a:pt x="6669" y="1"/>
                  </a:lnTo>
                  <a:close/>
                </a:path>
              </a:pathLst>
            </a:custGeom>
            <a:solidFill>
              <a:srgbClr val="E7ECF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052" name="Google Shape;16052;p44"/>
            <p:cNvSpPr/>
            <p:nvPr/>
          </p:nvSpPr>
          <p:spPr>
            <a:xfrm>
              <a:off x="7608056" y="3590100"/>
              <a:ext cx="270334" cy="110213"/>
            </a:xfrm>
            <a:custGeom>
              <a:rect b="b" l="l" r="r" t="t"/>
              <a:pathLst>
                <a:path extrusionOk="0" h="4209" w="10324">
                  <a:moveTo>
                    <a:pt x="3302" y="1"/>
                  </a:moveTo>
                  <a:cubicBezTo>
                    <a:pt x="3264" y="20"/>
                    <a:pt x="3235" y="39"/>
                    <a:pt x="3197" y="49"/>
                  </a:cubicBezTo>
                  <a:lnTo>
                    <a:pt x="926" y="716"/>
                  </a:lnTo>
                  <a:cubicBezTo>
                    <a:pt x="382" y="878"/>
                    <a:pt x="1" y="1384"/>
                    <a:pt x="1" y="1956"/>
                  </a:cubicBezTo>
                  <a:lnTo>
                    <a:pt x="1" y="3569"/>
                  </a:lnTo>
                  <a:cubicBezTo>
                    <a:pt x="1" y="3916"/>
                    <a:pt x="278" y="4208"/>
                    <a:pt x="633" y="4208"/>
                  </a:cubicBezTo>
                  <a:cubicBezTo>
                    <a:pt x="638" y="4208"/>
                    <a:pt x="644" y="4208"/>
                    <a:pt x="650" y="4208"/>
                  </a:cubicBezTo>
                  <a:lnTo>
                    <a:pt x="9674" y="4208"/>
                  </a:lnTo>
                  <a:cubicBezTo>
                    <a:pt x="10027" y="4208"/>
                    <a:pt x="10323" y="3922"/>
                    <a:pt x="10323" y="3569"/>
                  </a:cubicBezTo>
                  <a:lnTo>
                    <a:pt x="10323" y="1956"/>
                  </a:lnTo>
                  <a:cubicBezTo>
                    <a:pt x="10323" y="1384"/>
                    <a:pt x="9941" y="878"/>
                    <a:pt x="9398" y="716"/>
                  </a:cubicBezTo>
                  <a:lnTo>
                    <a:pt x="7127" y="49"/>
                  </a:lnTo>
                  <a:cubicBezTo>
                    <a:pt x="7089" y="39"/>
                    <a:pt x="7051" y="20"/>
                    <a:pt x="7022" y="1"/>
                  </a:cubicBezTo>
                  <a:lnTo>
                    <a:pt x="5162" y="1422"/>
                  </a:lnTo>
                  <a:lnTo>
                    <a:pt x="3302" y="1"/>
                  </a:lnTo>
                  <a:close/>
                </a:path>
              </a:pathLst>
            </a:custGeom>
            <a:solidFill>
              <a:srgbClr val="899CA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053" name="Google Shape;16053;p44"/>
            <p:cNvSpPr/>
            <p:nvPr/>
          </p:nvSpPr>
          <p:spPr>
            <a:xfrm>
              <a:off x="7703736" y="3548387"/>
              <a:ext cx="78974" cy="22441"/>
            </a:xfrm>
            <a:custGeom>
              <a:rect b="b" l="l" r="r" t="t"/>
              <a:pathLst>
                <a:path extrusionOk="0" h="857" w="3016">
                  <a:moveTo>
                    <a:pt x="1" y="1"/>
                  </a:moveTo>
                  <a:lnTo>
                    <a:pt x="1" y="478"/>
                  </a:lnTo>
                  <a:cubicBezTo>
                    <a:pt x="473" y="730"/>
                    <a:pt x="990" y="857"/>
                    <a:pt x="1508" y="857"/>
                  </a:cubicBezTo>
                  <a:cubicBezTo>
                    <a:pt x="2026" y="857"/>
                    <a:pt x="2543" y="730"/>
                    <a:pt x="3015" y="478"/>
                  </a:cubicBezTo>
                  <a:lnTo>
                    <a:pt x="3015" y="1"/>
                  </a:ln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054" name="Google Shape;16054;p44"/>
            <p:cNvSpPr/>
            <p:nvPr/>
          </p:nvSpPr>
          <p:spPr>
            <a:xfrm>
              <a:off x="7649795" y="3402013"/>
              <a:ext cx="187118" cy="157634"/>
            </a:xfrm>
            <a:custGeom>
              <a:rect b="b" l="l" r="r" t="t"/>
              <a:pathLst>
                <a:path extrusionOk="0" h="6020" w="7146">
                  <a:moveTo>
                    <a:pt x="773" y="0"/>
                  </a:moveTo>
                  <a:lnTo>
                    <a:pt x="773" y="2357"/>
                  </a:lnTo>
                  <a:lnTo>
                    <a:pt x="668" y="2357"/>
                  </a:lnTo>
                  <a:cubicBezTo>
                    <a:pt x="0" y="2404"/>
                    <a:pt x="0" y="3387"/>
                    <a:pt x="668" y="3435"/>
                  </a:cubicBezTo>
                  <a:lnTo>
                    <a:pt x="782" y="3435"/>
                  </a:lnTo>
                  <a:cubicBezTo>
                    <a:pt x="897" y="4894"/>
                    <a:pt x="2108" y="6020"/>
                    <a:pt x="3568" y="6020"/>
                  </a:cubicBezTo>
                  <a:cubicBezTo>
                    <a:pt x="5028" y="6020"/>
                    <a:pt x="6239" y="4894"/>
                    <a:pt x="6354" y="3435"/>
                  </a:cubicBezTo>
                  <a:lnTo>
                    <a:pt x="6468" y="3435"/>
                  </a:lnTo>
                  <a:cubicBezTo>
                    <a:pt x="7145" y="3387"/>
                    <a:pt x="7145" y="2404"/>
                    <a:pt x="6468" y="2357"/>
                  </a:cubicBezTo>
                  <a:lnTo>
                    <a:pt x="6468" y="2366"/>
                  </a:lnTo>
                  <a:lnTo>
                    <a:pt x="6363" y="2366"/>
                  </a:lnTo>
                  <a:lnTo>
                    <a:pt x="6363" y="0"/>
                  </a:lnTo>
                  <a:close/>
                </a:path>
              </a:pathLst>
            </a:custGeom>
            <a:solidFill>
              <a:srgbClr val="ECF0F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055" name="Google Shape;16055;p44"/>
            <p:cNvSpPr/>
            <p:nvPr/>
          </p:nvSpPr>
          <p:spPr>
            <a:xfrm>
              <a:off x="7652283" y="3402013"/>
              <a:ext cx="164154" cy="157581"/>
            </a:xfrm>
            <a:custGeom>
              <a:rect b="b" l="l" r="r" t="t"/>
              <a:pathLst>
                <a:path extrusionOk="0" h="6018" w="6269">
                  <a:moveTo>
                    <a:pt x="678" y="0"/>
                  </a:moveTo>
                  <a:lnTo>
                    <a:pt x="678" y="2357"/>
                  </a:lnTo>
                  <a:lnTo>
                    <a:pt x="601" y="2357"/>
                  </a:lnTo>
                  <a:cubicBezTo>
                    <a:pt x="315" y="2357"/>
                    <a:pt x="77" y="2557"/>
                    <a:pt x="39" y="2834"/>
                  </a:cubicBezTo>
                  <a:cubicBezTo>
                    <a:pt x="0" y="3158"/>
                    <a:pt x="248" y="3435"/>
                    <a:pt x="573" y="3435"/>
                  </a:cubicBezTo>
                  <a:lnTo>
                    <a:pt x="687" y="3435"/>
                  </a:lnTo>
                  <a:cubicBezTo>
                    <a:pt x="791" y="4914"/>
                    <a:pt x="2033" y="6017"/>
                    <a:pt x="3466" y="6017"/>
                  </a:cubicBezTo>
                  <a:cubicBezTo>
                    <a:pt x="3613" y="6017"/>
                    <a:pt x="3762" y="6006"/>
                    <a:pt x="3912" y="5982"/>
                  </a:cubicBezTo>
                  <a:cubicBezTo>
                    <a:pt x="2548" y="5762"/>
                    <a:pt x="1546" y="4598"/>
                    <a:pt x="1546" y="3215"/>
                  </a:cubicBezTo>
                  <a:lnTo>
                    <a:pt x="1546" y="1670"/>
                  </a:lnTo>
                  <a:cubicBezTo>
                    <a:pt x="1546" y="1428"/>
                    <a:pt x="1742" y="1237"/>
                    <a:pt x="1976" y="1237"/>
                  </a:cubicBezTo>
                  <a:cubicBezTo>
                    <a:pt x="2010" y="1237"/>
                    <a:pt x="2045" y="1242"/>
                    <a:pt x="2080" y="1250"/>
                  </a:cubicBezTo>
                  <a:cubicBezTo>
                    <a:pt x="2433" y="1345"/>
                    <a:pt x="2796" y="1412"/>
                    <a:pt x="3168" y="1460"/>
                  </a:cubicBezTo>
                  <a:lnTo>
                    <a:pt x="3244" y="1460"/>
                  </a:lnTo>
                  <a:cubicBezTo>
                    <a:pt x="3597" y="1460"/>
                    <a:pt x="3864" y="1145"/>
                    <a:pt x="3816" y="802"/>
                  </a:cubicBezTo>
                  <a:lnTo>
                    <a:pt x="3816" y="802"/>
                  </a:lnTo>
                  <a:cubicBezTo>
                    <a:pt x="4732" y="1031"/>
                    <a:pt x="5572" y="1479"/>
                    <a:pt x="6268" y="2109"/>
                  </a:cubicBezTo>
                  <a:lnTo>
                    <a:pt x="6268" y="0"/>
                  </a:lnTo>
                  <a:close/>
                </a:path>
              </a:pathLst>
            </a:custGeom>
            <a:solidFill>
              <a:srgbClr val="E7ECF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056" name="Google Shape;16056;p44"/>
            <p:cNvSpPr/>
            <p:nvPr/>
          </p:nvSpPr>
          <p:spPr>
            <a:xfrm>
              <a:off x="7703736" y="3464386"/>
              <a:ext cx="11260" cy="17073"/>
            </a:xfrm>
            <a:custGeom>
              <a:rect b="b" l="l" r="r" t="t"/>
              <a:pathLst>
                <a:path extrusionOk="0" h="652" w="430">
                  <a:moveTo>
                    <a:pt x="215" y="1"/>
                  </a:moveTo>
                  <a:cubicBezTo>
                    <a:pt x="108" y="1"/>
                    <a:pt x="1" y="75"/>
                    <a:pt x="1" y="223"/>
                  </a:cubicBezTo>
                  <a:lnTo>
                    <a:pt x="1" y="433"/>
                  </a:lnTo>
                  <a:cubicBezTo>
                    <a:pt x="1" y="547"/>
                    <a:pt x="96" y="652"/>
                    <a:pt x="220" y="652"/>
                  </a:cubicBezTo>
                  <a:cubicBezTo>
                    <a:pt x="335" y="652"/>
                    <a:pt x="430" y="547"/>
                    <a:pt x="430" y="433"/>
                  </a:cubicBezTo>
                  <a:lnTo>
                    <a:pt x="430" y="223"/>
                  </a:lnTo>
                  <a:cubicBezTo>
                    <a:pt x="430" y="75"/>
                    <a:pt x="323" y="1"/>
                    <a:pt x="215" y="1"/>
                  </a:cubicBezTo>
                  <a:close/>
                </a:path>
              </a:pathLst>
            </a:custGeom>
            <a:solidFill>
              <a:srgbClr val="213B5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057" name="Google Shape;16057;p44"/>
            <p:cNvSpPr/>
            <p:nvPr/>
          </p:nvSpPr>
          <p:spPr>
            <a:xfrm>
              <a:off x="7771425" y="3464386"/>
              <a:ext cx="11286" cy="17073"/>
            </a:xfrm>
            <a:custGeom>
              <a:rect b="b" l="l" r="r" t="t"/>
              <a:pathLst>
                <a:path extrusionOk="0" h="652" w="431">
                  <a:moveTo>
                    <a:pt x="216" y="1"/>
                  </a:moveTo>
                  <a:cubicBezTo>
                    <a:pt x="108" y="1"/>
                    <a:pt x="1" y="75"/>
                    <a:pt x="1" y="223"/>
                  </a:cubicBezTo>
                  <a:lnTo>
                    <a:pt x="1" y="433"/>
                  </a:lnTo>
                  <a:cubicBezTo>
                    <a:pt x="1" y="547"/>
                    <a:pt x="96" y="652"/>
                    <a:pt x="211" y="652"/>
                  </a:cubicBezTo>
                  <a:cubicBezTo>
                    <a:pt x="335" y="652"/>
                    <a:pt x="430" y="547"/>
                    <a:pt x="430" y="433"/>
                  </a:cubicBezTo>
                  <a:lnTo>
                    <a:pt x="430" y="223"/>
                  </a:lnTo>
                  <a:cubicBezTo>
                    <a:pt x="430" y="75"/>
                    <a:pt x="323" y="1"/>
                    <a:pt x="216" y="1"/>
                  </a:cubicBezTo>
                  <a:close/>
                </a:path>
              </a:pathLst>
            </a:custGeom>
            <a:solidFill>
              <a:srgbClr val="213B5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058" name="Google Shape;16058;p44"/>
            <p:cNvSpPr/>
            <p:nvPr/>
          </p:nvSpPr>
          <p:spPr>
            <a:xfrm>
              <a:off x="7696247" y="3446973"/>
              <a:ext cx="26264" cy="11521"/>
            </a:xfrm>
            <a:custGeom>
              <a:rect b="b" l="l" r="r" t="t"/>
              <a:pathLst>
                <a:path extrusionOk="0" h="440" w="1003">
                  <a:moveTo>
                    <a:pt x="287" y="0"/>
                  </a:moveTo>
                  <a:cubicBezTo>
                    <a:pt x="0" y="0"/>
                    <a:pt x="0" y="439"/>
                    <a:pt x="287" y="439"/>
                  </a:cubicBezTo>
                  <a:lnTo>
                    <a:pt x="716" y="439"/>
                  </a:lnTo>
                  <a:cubicBezTo>
                    <a:pt x="1002" y="439"/>
                    <a:pt x="1002" y="0"/>
                    <a:pt x="716" y="0"/>
                  </a:cubicBezTo>
                  <a:close/>
                </a:path>
              </a:pathLst>
            </a:custGeom>
            <a:solidFill>
              <a:srgbClr val="39516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059" name="Google Shape;16059;p44"/>
            <p:cNvSpPr/>
            <p:nvPr/>
          </p:nvSpPr>
          <p:spPr>
            <a:xfrm>
              <a:off x="7763936" y="3446973"/>
              <a:ext cx="26264" cy="11521"/>
            </a:xfrm>
            <a:custGeom>
              <a:rect b="b" l="l" r="r" t="t"/>
              <a:pathLst>
                <a:path extrusionOk="0" h="440" w="1003">
                  <a:moveTo>
                    <a:pt x="287" y="0"/>
                  </a:moveTo>
                  <a:cubicBezTo>
                    <a:pt x="1" y="0"/>
                    <a:pt x="1" y="439"/>
                    <a:pt x="287" y="439"/>
                  </a:cubicBezTo>
                  <a:lnTo>
                    <a:pt x="716" y="439"/>
                  </a:lnTo>
                  <a:cubicBezTo>
                    <a:pt x="1002" y="439"/>
                    <a:pt x="1002" y="0"/>
                    <a:pt x="716" y="0"/>
                  </a:cubicBezTo>
                  <a:close/>
                </a:path>
              </a:pathLst>
            </a:custGeom>
            <a:solidFill>
              <a:srgbClr val="39516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060" name="Google Shape;16060;p44"/>
            <p:cNvSpPr/>
            <p:nvPr/>
          </p:nvSpPr>
          <p:spPr>
            <a:xfrm>
              <a:off x="7718243" y="3503218"/>
              <a:ext cx="49961" cy="16994"/>
            </a:xfrm>
            <a:custGeom>
              <a:rect b="b" l="l" r="r" t="t"/>
              <a:pathLst>
                <a:path extrusionOk="0" h="649" w="1908">
                  <a:moveTo>
                    <a:pt x="310" y="0"/>
                  </a:moveTo>
                  <a:cubicBezTo>
                    <a:pt x="144" y="0"/>
                    <a:pt x="1" y="217"/>
                    <a:pt x="162" y="371"/>
                  </a:cubicBezTo>
                  <a:cubicBezTo>
                    <a:pt x="372" y="553"/>
                    <a:pt x="642" y="648"/>
                    <a:pt x="915" y="648"/>
                  </a:cubicBezTo>
                  <a:cubicBezTo>
                    <a:pt x="928" y="648"/>
                    <a:pt x="941" y="648"/>
                    <a:pt x="954" y="648"/>
                  </a:cubicBezTo>
                  <a:cubicBezTo>
                    <a:pt x="967" y="648"/>
                    <a:pt x="980" y="648"/>
                    <a:pt x="993" y="648"/>
                  </a:cubicBezTo>
                  <a:cubicBezTo>
                    <a:pt x="1266" y="648"/>
                    <a:pt x="1536" y="553"/>
                    <a:pt x="1746" y="371"/>
                  </a:cubicBezTo>
                  <a:cubicBezTo>
                    <a:pt x="1907" y="217"/>
                    <a:pt x="1764" y="0"/>
                    <a:pt x="1597" y="0"/>
                  </a:cubicBezTo>
                  <a:cubicBezTo>
                    <a:pt x="1548" y="0"/>
                    <a:pt x="1496" y="20"/>
                    <a:pt x="1450" y="66"/>
                  </a:cubicBezTo>
                  <a:cubicBezTo>
                    <a:pt x="1302" y="166"/>
                    <a:pt x="1128" y="216"/>
                    <a:pt x="954" y="216"/>
                  </a:cubicBezTo>
                  <a:cubicBezTo>
                    <a:pt x="780" y="216"/>
                    <a:pt x="606" y="166"/>
                    <a:pt x="458" y="66"/>
                  </a:cubicBezTo>
                  <a:cubicBezTo>
                    <a:pt x="412" y="20"/>
                    <a:pt x="360" y="0"/>
                    <a:pt x="310" y="0"/>
                  </a:cubicBezTo>
                  <a:close/>
                </a:path>
              </a:pathLst>
            </a:custGeom>
            <a:solidFill>
              <a:srgbClr val="DAE2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061" name="Google Shape;16061;p44"/>
            <p:cNvSpPr/>
            <p:nvPr/>
          </p:nvSpPr>
          <p:spPr>
            <a:xfrm>
              <a:off x="7658777" y="3402013"/>
              <a:ext cx="22519" cy="64729"/>
            </a:xfrm>
            <a:custGeom>
              <a:rect b="b" l="l" r="r" t="t"/>
              <a:pathLst>
                <a:path extrusionOk="0" h="2472" w="860">
                  <a:moveTo>
                    <a:pt x="0" y="0"/>
                  </a:moveTo>
                  <a:lnTo>
                    <a:pt x="0" y="2471"/>
                  </a:lnTo>
                  <a:lnTo>
                    <a:pt x="477" y="2414"/>
                  </a:lnTo>
                  <a:cubicBezTo>
                    <a:pt x="697" y="2385"/>
                    <a:pt x="859" y="2204"/>
                    <a:pt x="859" y="1985"/>
                  </a:cubicBezTo>
                  <a:lnTo>
                    <a:pt x="859" y="0"/>
                  </a:lnTo>
                  <a:close/>
                </a:path>
              </a:pathLst>
            </a:custGeom>
            <a:solidFill>
              <a:srgbClr val="213B5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062" name="Google Shape;16062;p44"/>
            <p:cNvSpPr/>
            <p:nvPr/>
          </p:nvSpPr>
          <p:spPr>
            <a:xfrm>
              <a:off x="7805151" y="3402013"/>
              <a:ext cx="22519" cy="64729"/>
            </a:xfrm>
            <a:custGeom>
              <a:rect b="b" l="l" r="r" t="t"/>
              <a:pathLst>
                <a:path extrusionOk="0" h="2472" w="860">
                  <a:moveTo>
                    <a:pt x="1" y="0"/>
                  </a:moveTo>
                  <a:lnTo>
                    <a:pt x="1" y="1985"/>
                  </a:lnTo>
                  <a:cubicBezTo>
                    <a:pt x="1" y="2204"/>
                    <a:pt x="163" y="2385"/>
                    <a:pt x="382" y="2414"/>
                  </a:cubicBezTo>
                  <a:lnTo>
                    <a:pt x="859" y="2471"/>
                  </a:lnTo>
                  <a:lnTo>
                    <a:pt x="859" y="0"/>
                  </a:lnTo>
                  <a:close/>
                </a:path>
              </a:pathLst>
            </a:custGeom>
            <a:solidFill>
              <a:srgbClr val="213B5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063" name="Google Shape;16063;p44"/>
            <p:cNvSpPr/>
            <p:nvPr/>
          </p:nvSpPr>
          <p:spPr>
            <a:xfrm>
              <a:off x="7652021" y="3351345"/>
              <a:ext cx="183635" cy="101388"/>
            </a:xfrm>
            <a:custGeom>
              <a:rect b="b" l="l" r="r" t="t"/>
              <a:pathLst>
                <a:path extrusionOk="0" h="3872" w="7013">
                  <a:moveTo>
                    <a:pt x="3481" y="1"/>
                  </a:moveTo>
                  <a:cubicBezTo>
                    <a:pt x="2139" y="1"/>
                    <a:pt x="797" y="650"/>
                    <a:pt x="1" y="1954"/>
                  </a:cubicBezTo>
                  <a:lnTo>
                    <a:pt x="1" y="2021"/>
                  </a:lnTo>
                  <a:cubicBezTo>
                    <a:pt x="1022" y="2489"/>
                    <a:pt x="2109" y="2813"/>
                    <a:pt x="3225" y="2985"/>
                  </a:cubicBezTo>
                  <a:cubicBezTo>
                    <a:pt x="3230" y="2985"/>
                    <a:pt x="3234" y="2985"/>
                    <a:pt x="3239" y="2985"/>
                  </a:cubicBezTo>
                  <a:cubicBezTo>
                    <a:pt x="3346" y="2985"/>
                    <a:pt x="3424" y="2876"/>
                    <a:pt x="3388" y="2775"/>
                  </a:cubicBezTo>
                  <a:lnTo>
                    <a:pt x="3244" y="2431"/>
                  </a:lnTo>
                  <a:cubicBezTo>
                    <a:pt x="3200" y="2325"/>
                    <a:pt x="3279" y="2219"/>
                    <a:pt x="3389" y="2219"/>
                  </a:cubicBezTo>
                  <a:cubicBezTo>
                    <a:pt x="3398" y="2219"/>
                    <a:pt x="3407" y="2220"/>
                    <a:pt x="3416" y="2221"/>
                  </a:cubicBezTo>
                  <a:cubicBezTo>
                    <a:pt x="4017" y="2326"/>
                    <a:pt x="5525" y="2698"/>
                    <a:pt x="6698" y="3872"/>
                  </a:cubicBezTo>
                  <a:lnTo>
                    <a:pt x="7013" y="2040"/>
                  </a:lnTo>
                  <a:cubicBezTo>
                    <a:pt x="6230" y="683"/>
                    <a:pt x="4856" y="1"/>
                    <a:pt x="3481" y="1"/>
                  </a:cubicBezTo>
                  <a:close/>
                </a:path>
              </a:pathLst>
            </a:custGeom>
            <a:solidFill>
              <a:srgbClr val="39516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064" name="Google Shape;16064;p44"/>
            <p:cNvSpPr/>
            <p:nvPr/>
          </p:nvSpPr>
          <p:spPr>
            <a:xfrm>
              <a:off x="7652021" y="3351293"/>
              <a:ext cx="183635" cy="84970"/>
            </a:xfrm>
            <a:custGeom>
              <a:rect b="b" l="l" r="r" t="t"/>
              <a:pathLst>
                <a:path extrusionOk="0" h="3245" w="7013">
                  <a:moveTo>
                    <a:pt x="3483" y="1"/>
                  </a:moveTo>
                  <a:cubicBezTo>
                    <a:pt x="2062" y="1"/>
                    <a:pt x="745" y="745"/>
                    <a:pt x="1" y="1956"/>
                  </a:cubicBezTo>
                  <a:lnTo>
                    <a:pt x="1" y="2023"/>
                  </a:lnTo>
                  <a:cubicBezTo>
                    <a:pt x="163" y="2099"/>
                    <a:pt x="363" y="2176"/>
                    <a:pt x="573" y="2262"/>
                  </a:cubicBezTo>
                  <a:cubicBezTo>
                    <a:pt x="1260" y="1162"/>
                    <a:pt x="2369" y="646"/>
                    <a:pt x="3469" y="646"/>
                  </a:cubicBezTo>
                  <a:cubicBezTo>
                    <a:pt x="4938" y="646"/>
                    <a:pt x="6393" y="1565"/>
                    <a:pt x="6812" y="3244"/>
                  </a:cubicBezTo>
                  <a:lnTo>
                    <a:pt x="7013" y="2042"/>
                  </a:lnTo>
                  <a:cubicBezTo>
                    <a:pt x="6288" y="783"/>
                    <a:pt x="4943" y="1"/>
                    <a:pt x="3483" y="1"/>
                  </a:cubicBezTo>
                  <a:close/>
                </a:path>
              </a:pathLst>
            </a:custGeom>
            <a:solidFill>
              <a:srgbClr val="576D8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065" name="Google Shape;16065;p44"/>
            <p:cNvSpPr/>
            <p:nvPr/>
          </p:nvSpPr>
          <p:spPr>
            <a:xfrm>
              <a:off x="7630549" y="3345794"/>
              <a:ext cx="225086" cy="354493"/>
            </a:xfrm>
            <a:custGeom>
              <a:rect b="b" l="l" r="r" t="t"/>
              <a:pathLst>
                <a:path extrusionOk="0" h="13538" w="8596">
                  <a:moveTo>
                    <a:pt x="4303" y="430"/>
                  </a:moveTo>
                  <a:cubicBezTo>
                    <a:pt x="6440" y="430"/>
                    <a:pt x="8176" y="2157"/>
                    <a:pt x="8176" y="4294"/>
                  </a:cubicBezTo>
                  <a:lnTo>
                    <a:pt x="8176" y="4904"/>
                  </a:lnTo>
                  <a:cubicBezTo>
                    <a:pt x="8176" y="6364"/>
                    <a:pt x="7527" y="7747"/>
                    <a:pt x="6411" y="8682"/>
                  </a:cubicBezTo>
                  <a:lnTo>
                    <a:pt x="4303" y="10466"/>
                  </a:lnTo>
                  <a:lnTo>
                    <a:pt x="2195" y="8682"/>
                  </a:lnTo>
                  <a:cubicBezTo>
                    <a:pt x="1078" y="7747"/>
                    <a:pt x="430" y="6364"/>
                    <a:pt x="430" y="4904"/>
                  </a:cubicBezTo>
                  <a:lnTo>
                    <a:pt x="430" y="4294"/>
                  </a:lnTo>
                  <a:cubicBezTo>
                    <a:pt x="430" y="2157"/>
                    <a:pt x="2166" y="430"/>
                    <a:pt x="4303" y="430"/>
                  </a:cubicBezTo>
                  <a:close/>
                  <a:moveTo>
                    <a:pt x="4303" y="1"/>
                  </a:moveTo>
                  <a:cubicBezTo>
                    <a:pt x="1928" y="1"/>
                    <a:pt x="10" y="1918"/>
                    <a:pt x="0" y="4294"/>
                  </a:cubicBezTo>
                  <a:lnTo>
                    <a:pt x="0" y="4904"/>
                  </a:lnTo>
                  <a:cubicBezTo>
                    <a:pt x="0" y="6488"/>
                    <a:pt x="697" y="7995"/>
                    <a:pt x="1908" y="9016"/>
                  </a:cubicBezTo>
                  <a:lnTo>
                    <a:pt x="4093" y="10848"/>
                  </a:lnTo>
                  <a:lnTo>
                    <a:pt x="4093" y="13538"/>
                  </a:lnTo>
                  <a:lnTo>
                    <a:pt x="4522" y="13538"/>
                  </a:lnTo>
                  <a:lnTo>
                    <a:pt x="4522" y="10848"/>
                  </a:lnTo>
                  <a:lnTo>
                    <a:pt x="6688" y="9016"/>
                  </a:lnTo>
                  <a:cubicBezTo>
                    <a:pt x="7900" y="7995"/>
                    <a:pt x="8596" y="6488"/>
                    <a:pt x="8596" y="4904"/>
                  </a:cubicBezTo>
                  <a:lnTo>
                    <a:pt x="8596" y="4294"/>
                  </a:lnTo>
                  <a:cubicBezTo>
                    <a:pt x="8596" y="1928"/>
                    <a:pt x="6678" y="1"/>
                    <a:pt x="4303" y="1"/>
                  </a:cubicBezTo>
                  <a:close/>
                </a:path>
              </a:pathLst>
            </a:custGeom>
            <a:solidFill>
              <a:srgbClr val="ACB9C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066" name="Google Shape;16066;p44"/>
            <p:cNvSpPr/>
            <p:nvPr/>
          </p:nvSpPr>
          <p:spPr>
            <a:xfrm>
              <a:off x="7731964" y="3627335"/>
              <a:ext cx="22519" cy="33752"/>
            </a:xfrm>
            <a:custGeom>
              <a:rect b="b" l="l" r="r" t="t"/>
              <a:pathLst>
                <a:path extrusionOk="0" h="1289" w="860">
                  <a:moveTo>
                    <a:pt x="430" y="0"/>
                  </a:moveTo>
                  <a:cubicBezTo>
                    <a:pt x="191" y="0"/>
                    <a:pt x="1" y="191"/>
                    <a:pt x="1" y="430"/>
                  </a:cubicBezTo>
                  <a:lnTo>
                    <a:pt x="1" y="859"/>
                  </a:lnTo>
                  <a:cubicBezTo>
                    <a:pt x="1" y="1097"/>
                    <a:pt x="191" y="1288"/>
                    <a:pt x="430" y="1288"/>
                  </a:cubicBezTo>
                  <a:cubicBezTo>
                    <a:pt x="668" y="1288"/>
                    <a:pt x="859" y="1097"/>
                    <a:pt x="859" y="859"/>
                  </a:cubicBezTo>
                  <a:lnTo>
                    <a:pt x="859" y="430"/>
                  </a:lnTo>
                  <a:cubicBezTo>
                    <a:pt x="859" y="191"/>
                    <a:pt x="668" y="0"/>
                    <a:pt x="430" y="0"/>
                  </a:cubicBezTo>
                  <a:close/>
                </a:path>
              </a:pathLst>
            </a:custGeom>
            <a:solidFill>
              <a:srgbClr val="39516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067" name="Google Shape;16067;p44"/>
            <p:cNvSpPr/>
            <p:nvPr/>
          </p:nvSpPr>
          <p:spPr>
            <a:xfrm>
              <a:off x="7611565" y="3617333"/>
              <a:ext cx="52972" cy="83216"/>
            </a:xfrm>
            <a:custGeom>
              <a:rect b="b" l="l" r="r" t="t"/>
              <a:pathLst>
                <a:path extrusionOk="0" h="3178" w="2023">
                  <a:moveTo>
                    <a:pt x="248" y="1"/>
                  </a:moveTo>
                  <a:cubicBezTo>
                    <a:pt x="144" y="106"/>
                    <a:pt x="58" y="230"/>
                    <a:pt x="0" y="363"/>
                  </a:cubicBezTo>
                  <a:lnTo>
                    <a:pt x="1374" y="1575"/>
                  </a:lnTo>
                  <a:cubicBezTo>
                    <a:pt x="1508" y="1699"/>
                    <a:pt x="1584" y="1870"/>
                    <a:pt x="1594" y="2052"/>
                  </a:cubicBezTo>
                  <a:lnTo>
                    <a:pt x="1594" y="3177"/>
                  </a:lnTo>
                  <a:lnTo>
                    <a:pt x="2023" y="3177"/>
                  </a:lnTo>
                  <a:lnTo>
                    <a:pt x="2023" y="2052"/>
                  </a:lnTo>
                  <a:cubicBezTo>
                    <a:pt x="2023" y="1746"/>
                    <a:pt x="1889" y="1451"/>
                    <a:pt x="1660" y="1250"/>
                  </a:cubicBezTo>
                  <a:lnTo>
                    <a:pt x="248" y="1"/>
                  </a:lnTo>
                  <a:close/>
                </a:path>
              </a:pathLst>
            </a:custGeom>
            <a:solidFill>
              <a:srgbClr val="ACB9C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068" name="Google Shape;16068;p44"/>
            <p:cNvSpPr/>
            <p:nvPr/>
          </p:nvSpPr>
          <p:spPr>
            <a:xfrm>
              <a:off x="7821909" y="3617333"/>
              <a:ext cx="52972" cy="82954"/>
            </a:xfrm>
            <a:custGeom>
              <a:rect b="b" l="l" r="r" t="t"/>
              <a:pathLst>
                <a:path extrusionOk="0" h="3168" w="2023">
                  <a:moveTo>
                    <a:pt x="1774" y="1"/>
                  </a:moveTo>
                  <a:lnTo>
                    <a:pt x="363" y="1250"/>
                  </a:lnTo>
                  <a:cubicBezTo>
                    <a:pt x="134" y="1451"/>
                    <a:pt x="0" y="1746"/>
                    <a:pt x="0" y="2052"/>
                  </a:cubicBezTo>
                  <a:lnTo>
                    <a:pt x="0" y="3168"/>
                  </a:lnTo>
                  <a:lnTo>
                    <a:pt x="429" y="3168"/>
                  </a:lnTo>
                  <a:lnTo>
                    <a:pt x="429" y="2052"/>
                  </a:lnTo>
                  <a:cubicBezTo>
                    <a:pt x="439" y="1870"/>
                    <a:pt x="515" y="1699"/>
                    <a:pt x="649" y="1575"/>
                  </a:cubicBezTo>
                  <a:lnTo>
                    <a:pt x="2023" y="354"/>
                  </a:lnTo>
                  <a:cubicBezTo>
                    <a:pt x="1956" y="220"/>
                    <a:pt x="1879" y="106"/>
                    <a:pt x="1774" y="1"/>
                  </a:cubicBezTo>
                  <a:close/>
                </a:path>
              </a:pathLst>
            </a:custGeom>
            <a:solidFill>
              <a:srgbClr val="ACB9C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6069" name="Google Shape;16069;p44"/>
          <p:cNvGrpSpPr/>
          <p:nvPr/>
        </p:nvGrpSpPr>
        <p:grpSpPr>
          <a:xfrm>
            <a:off x="6712765" y="4115682"/>
            <a:ext cx="263317" cy="354729"/>
            <a:chOff x="6712765" y="4268082"/>
            <a:chExt cx="263317" cy="354729"/>
          </a:xfrm>
        </p:grpSpPr>
        <p:sp>
          <p:nvSpPr>
            <p:cNvPr id="16070" name="Google Shape;16070;p44"/>
            <p:cNvSpPr/>
            <p:nvPr/>
          </p:nvSpPr>
          <p:spPr>
            <a:xfrm>
              <a:off x="6907372" y="4411209"/>
              <a:ext cx="36004" cy="131658"/>
            </a:xfrm>
            <a:custGeom>
              <a:rect b="b" l="l" r="r" t="t"/>
              <a:pathLst>
                <a:path extrusionOk="0" h="5028" w="1375">
                  <a:moveTo>
                    <a:pt x="0" y="0"/>
                  </a:moveTo>
                  <a:lnTo>
                    <a:pt x="0" y="1632"/>
                  </a:lnTo>
                  <a:cubicBezTo>
                    <a:pt x="0" y="1842"/>
                    <a:pt x="67" y="2042"/>
                    <a:pt x="201" y="2204"/>
                  </a:cubicBezTo>
                  <a:cubicBezTo>
                    <a:pt x="277" y="2300"/>
                    <a:pt x="277" y="2433"/>
                    <a:pt x="201" y="2529"/>
                  </a:cubicBezTo>
                  <a:cubicBezTo>
                    <a:pt x="67" y="2691"/>
                    <a:pt x="0" y="2891"/>
                    <a:pt x="0" y="3101"/>
                  </a:cubicBezTo>
                  <a:cubicBezTo>
                    <a:pt x="0" y="3311"/>
                    <a:pt x="77" y="3511"/>
                    <a:pt x="210" y="3683"/>
                  </a:cubicBezTo>
                  <a:cubicBezTo>
                    <a:pt x="286" y="3788"/>
                    <a:pt x="286" y="3931"/>
                    <a:pt x="210" y="4036"/>
                  </a:cubicBezTo>
                  <a:cubicBezTo>
                    <a:pt x="77" y="4274"/>
                    <a:pt x="0" y="4541"/>
                    <a:pt x="0" y="4809"/>
                  </a:cubicBezTo>
                  <a:lnTo>
                    <a:pt x="868" y="5028"/>
                  </a:lnTo>
                  <a:cubicBezTo>
                    <a:pt x="868" y="5028"/>
                    <a:pt x="1307" y="4589"/>
                    <a:pt x="1307" y="4074"/>
                  </a:cubicBezTo>
                  <a:cubicBezTo>
                    <a:pt x="1307" y="3845"/>
                    <a:pt x="1231" y="3626"/>
                    <a:pt x="1097" y="3444"/>
                  </a:cubicBezTo>
                  <a:cubicBezTo>
                    <a:pt x="1012" y="3339"/>
                    <a:pt x="1012" y="3177"/>
                    <a:pt x="1097" y="3072"/>
                  </a:cubicBezTo>
                  <a:cubicBezTo>
                    <a:pt x="1374" y="2710"/>
                    <a:pt x="1374" y="2204"/>
                    <a:pt x="1107" y="1842"/>
                  </a:cubicBezTo>
                  <a:cubicBezTo>
                    <a:pt x="1040" y="1737"/>
                    <a:pt x="1040" y="1603"/>
                    <a:pt x="1107" y="1498"/>
                  </a:cubicBezTo>
                  <a:cubicBezTo>
                    <a:pt x="1240" y="1327"/>
                    <a:pt x="1307" y="1107"/>
                    <a:pt x="1307" y="888"/>
                  </a:cubicBezTo>
                  <a:cubicBezTo>
                    <a:pt x="1317" y="516"/>
                    <a:pt x="1107" y="163"/>
                    <a:pt x="763" y="0"/>
                  </a:cubicBezTo>
                  <a:close/>
                </a:path>
              </a:pathLst>
            </a:custGeom>
            <a:solidFill>
              <a:srgbClr val="E1E7E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071" name="Google Shape;16071;p44"/>
            <p:cNvSpPr/>
            <p:nvPr/>
          </p:nvSpPr>
          <p:spPr>
            <a:xfrm>
              <a:off x="6745496" y="4411209"/>
              <a:ext cx="36240" cy="131658"/>
            </a:xfrm>
            <a:custGeom>
              <a:rect b="b" l="l" r="r" t="t"/>
              <a:pathLst>
                <a:path extrusionOk="0" h="5028" w="1384">
                  <a:moveTo>
                    <a:pt x="621" y="0"/>
                  </a:moveTo>
                  <a:cubicBezTo>
                    <a:pt x="277" y="163"/>
                    <a:pt x="58" y="516"/>
                    <a:pt x="67" y="888"/>
                  </a:cubicBezTo>
                  <a:cubicBezTo>
                    <a:pt x="67" y="1107"/>
                    <a:pt x="144" y="1327"/>
                    <a:pt x="268" y="1498"/>
                  </a:cubicBezTo>
                  <a:cubicBezTo>
                    <a:pt x="344" y="1603"/>
                    <a:pt x="344" y="1737"/>
                    <a:pt x="268" y="1842"/>
                  </a:cubicBezTo>
                  <a:cubicBezTo>
                    <a:pt x="0" y="2204"/>
                    <a:pt x="10" y="2710"/>
                    <a:pt x="287" y="3072"/>
                  </a:cubicBezTo>
                  <a:cubicBezTo>
                    <a:pt x="372" y="3177"/>
                    <a:pt x="372" y="3339"/>
                    <a:pt x="287" y="3444"/>
                  </a:cubicBezTo>
                  <a:cubicBezTo>
                    <a:pt x="144" y="3626"/>
                    <a:pt x="67" y="3845"/>
                    <a:pt x="77" y="4074"/>
                  </a:cubicBezTo>
                  <a:cubicBezTo>
                    <a:pt x="77" y="4589"/>
                    <a:pt x="506" y="5028"/>
                    <a:pt x="506" y="5028"/>
                  </a:cubicBezTo>
                  <a:lnTo>
                    <a:pt x="1384" y="4809"/>
                  </a:lnTo>
                  <a:cubicBezTo>
                    <a:pt x="1374" y="4541"/>
                    <a:pt x="1307" y="4274"/>
                    <a:pt x="1174" y="4036"/>
                  </a:cubicBezTo>
                  <a:cubicBezTo>
                    <a:pt x="1088" y="3931"/>
                    <a:pt x="1088" y="3788"/>
                    <a:pt x="1174" y="3683"/>
                  </a:cubicBezTo>
                  <a:cubicBezTo>
                    <a:pt x="1307" y="3511"/>
                    <a:pt x="1384" y="3311"/>
                    <a:pt x="1374" y="3101"/>
                  </a:cubicBezTo>
                  <a:cubicBezTo>
                    <a:pt x="1374" y="2891"/>
                    <a:pt x="1307" y="2691"/>
                    <a:pt x="1183" y="2529"/>
                  </a:cubicBezTo>
                  <a:cubicBezTo>
                    <a:pt x="1107" y="2433"/>
                    <a:pt x="1107" y="2300"/>
                    <a:pt x="1183" y="2204"/>
                  </a:cubicBezTo>
                  <a:cubicBezTo>
                    <a:pt x="1307" y="2042"/>
                    <a:pt x="1374" y="1842"/>
                    <a:pt x="1374" y="1632"/>
                  </a:cubicBezTo>
                  <a:lnTo>
                    <a:pt x="1374" y="0"/>
                  </a:lnTo>
                  <a:close/>
                </a:path>
              </a:pathLst>
            </a:custGeom>
            <a:solidFill>
              <a:srgbClr val="E1E7E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072" name="Google Shape;16072;p44"/>
            <p:cNvSpPr/>
            <p:nvPr/>
          </p:nvSpPr>
          <p:spPr>
            <a:xfrm>
              <a:off x="6752985" y="4268082"/>
              <a:ext cx="183138" cy="134669"/>
            </a:xfrm>
            <a:custGeom>
              <a:rect b="b" l="l" r="r" t="t"/>
              <a:pathLst>
                <a:path extrusionOk="0" h="5143" w="6994">
                  <a:moveTo>
                    <a:pt x="3492" y="0"/>
                  </a:moveTo>
                  <a:cubicBezTo>
                    <a:pt x="1565" y="0"/>
                    <a:pt x="1" y="1565"/>
                    <a:pt x="1" y="3501"/>
                  </a:cubicBezTo>
                  <a:lnTo>
                    <a:pt x="1" y="5142"/>
                  </a:lnTo>
                  <a:lnTo>
                    <a:pt x="6993" y="5142"/>
                  </a:lnTo>
                  <a:lnTo>
                    <a:pt x="6993" y="3501"/>
                  </a:lnTo>
                  <a:cubicBezTo>
                    <a:pt x="6993" y="1565"/>
                    <a:pt x="5429" y="0"/>
                    <a:pt x="3492" y="0"/>
                  </a:cubicBezTo>
                  <a:close/>
                </a:path>
              </a:pathLst>
            </a:custGeom>
            <a:solidFill>
              <a:srgbClr val="E1E7E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073" name="Google Shape;16073;p44"/>
            <p:cNvSpPr/>
            <p:nvPr/>
          </p:nvSpPr>
          <p:spPr>
            <a:xfrm>
              <a:off x="6712765" y="4456928"/>
              <a:ext cx="263316" cy="165882"/>
            </a:xfrm>
            <a:custGeom>
              <a:rect b="b" l="l" r="r" t="t"/>
              <a:pathLst>
                <a:path extrusionOk="0" h="6335" w="10056">
                  <a:moveTo>
                    <a:pt x="3721" y="0"/>
                  </a:moveTo>
                  <a:lnTo>
                    <a:pt x="3721" y="1784"/>
                  </a:lnTo>
                  <a:cubicBezTo>
                    <a:pt x="3721" y="2156"/>
                    <a:pt x="3483" y="2481"/>
                    <a:pt x="3130" y="2605"/>
                  </a:cubicBezTo>
                  <a:lnTo>
                    <a:pt x="878" y="3406"/>
                  </a:lnTo>
                  <a:cubicBezTo>
                    <a:pt x="354" y="3587"/>
                    <a:pt x="1" y="4083"/>
                    <a:pt x="1" y="4637"/>
                  </a:cubicBezTo>
                  <a:lnTo>
                    <a:pt x="1" y="5676"/>
                  </a:lnTo>
                  <a:cubicBezTo>
                    <a:pt x="1" y="6039"/>
                    <a:pt x="296" y="6335"/>
                    <a:pt x="659" y="6335"/>
                  </a:cubicBezTo>
                  <a:lnTo>
                    <a:pt x="9398" y="6335"/>
                  </a:lnTo>
                  <a:cubicBezTo>
                    <a:pt x="9760" y="6335"/>
                    <a:pt x="10056" y="6039"/>
                    <a:pt x="10056" y="5676"/>
                  </a:cubicBezTo>
                  <a:lnTo>
                    <a:pt x="10056" y="4637"/>
                  </a:lnTo>
                  <a:cubicBezTo>
                    <a:pt x="10056" y="4083"/>
                    <a:pt x="9703" y="3587"/>
                    <a:pt x="9178" y="3406"/>
                  </a:cubicBezTo>
                  <a:lnTo>
                    <a:pt x="6927" y="2605"/>
                  </a:lnTo>
                  <a:cubicBezTo>
                    <a:pt x="6574" y="2481"/>
                    <a:pt x="6345" y="2156"/>
                    <a:pt x="6345" y="1784"/>
                  </a:cubicBezTo>
                  <a:lnTo>
                    <a:pt x="6345" y="0"/>
                  </a:lnTo>
                  <a:close/>
                </a:path>
              </a:pathLst>
            </a:custGeom>
            <a:solidFill>
              <a:srgbClr val="F2F4F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074" name="Google Shape;16074;p44"/>
            <p:cNvSpPr/>
            <p:nvPr/>
          </p:nvSpPr>
          <p:spPr>
            <a:xfrm>
              <a:off x="6713027" y="4529854"/>
              <a:ext cx="263055" cy="92957"/>
            </a:xfrm>
            <a:custGeom>
              <a:rect b="b" l="l" r="r" t="t"/>
              <a:pathLst>
                <a:path extrusionOk="0" h="3550" w="10046">
                  <a:moveTo>
                    <a:pt x="2624" y="1"/>
                  </a:moveTo>
                  <a:lnTo>
                    <a:pt x="868" y="621"/>
                  </a:lnTo>
                  <a:cubicBezTo>
                    <a:pt x="344" y="802"/>
                    <a:pt x="0" y="1298"/>
                    <a:pt x="0" y="1852"/>
                  </a:cubicBezTo>
                  <a:lnTo>
                    <a:pt x="0" y="2891"/>
                  </a:lnTo>
                  <a:cubicBezTo>
                    <a:pt x="0" y="3254"/>
                    <a:pt x="286" y="3550"/>
                    <a:pt x="649" y="3550"/>
                  </a:cubicBezTo>
                  <a:lnTo>
                    <a:pt x="9388" y="3550"/>
                  </a:lnTo>
                  <a:cubicBezTo>
                    <a:pt x="9750" y="3550"/>
                    <a:pt x="10046" y="3254"/>
                    <a:pt x="10046" y="2891"/>
                  </a:cubicBezTo>
                  <a:lnTo>
                    <a:pt x="10046" y="1852"/>
                  </a:lnTo>
                  <a:cubicBezTo>
                    <a:pt x="10046" y="1298"/>
                    <a:pt x="9693" y="802"/>
                    <a:pt x="9168" y="621"/>
                  </a:cubicBezTo>
                  <a:lnTo>
                    <a:pt x="7413" y="1"/>
                  </a:lnTo>
                  <a:cubicBezTo>
                    <a:pt x="7327" y="1260"/>
                    <a:pt x="6278" y="2233"/>
                    <a:pt x="5018" y="2233"/>
                  </a:cubicBezTo>
                  <a:cubicBezTo>
                    <a:pt x="3759" y="2233"/>
                    <a:pt x="2719" y="1260"/>
                    <a:pt x="2624" y="1"/>
                  </a:cubicBezTo>
                  <a:close/>
                </a:path>
              </a:pathLst>
            </a:custGeom>
            <a:solidFill>
              <a:srgbClr val="E7ECF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075" name="Google Shape;16075;p44"/>
            <p:cNvSpPr/>
            <p:nvPr/>
          </p:nvSpPr>
          <p:spPr>
            <a:xfrm>
              <a:off x="6810199" y="4468424"/>
              <a:ext cx="68709" cy="28620"/>
            </a:xfrm>
            <a:custGeom>
              <a:rect b="b" l="l" r="r" t="t"/>
              <a:pathLst>
                <a:path extrusionOk="0" h="1093" w="2624">
                  <a:moveTo>
                    <a:pt x="0" y="0"/>
                  </a:moveTo>
                  <a:lnTo>
                    <a:pt x="0" y="821"/>
                  </a:lnTo>
                  <a:cubicBezTo>
                    <a:pt x="420" y="1002"/>
                    <a:pt x="866" y="1092"/>
                    <a:pt x="1312" y="1092"/>
                  </a:cubicBezTo>
                  <a:cubicBezTo>
                    <a:pt x="1758" y="1092"/>
                    <a:pt x="2204" y="1002"/>
                    <a:pt x="2624" y="821"/>
                  </a:cubicBezTo>
                  <a:lnTo>
                    <a:pt x="2624" y="0"/>
                  </a:lnTo>
                  <a:close/>
                </a:path>
              </a:pathLst>
            </a:custGeom>
            <a:solidFill>
              <a:srgbClr val="EEF1F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076" name="Google Shape;16076;p44"/>
            <p:cNvSpPr/>
            <p:nvPr/>
          </p:nvSpPr>
          <p:spPr>
            <a:xfrm>
              <a:off x="6752226" y="4336399"/>
              <a:ext cx="184630" cy="149019"/>
            </a:xfrm>
            <a:custGeom>
              <a:rect b="b" l="l" r="r" t="t"/>
              <a:pathLst>
                <a:path extrusionOk="0" h="5691" w="7051">
                  <a:moveTo>
                    <a:pt x="3521" y="0"/>
                  </a:moveTo>
                  <a:cubicBezTo>
                    <a:pt x="3452" y="0"/>
                    <a:pt x="3383" y="34"/>
                    <a:pt x="3340" y="100"/>
                  </a:cubicBezTo>
                  <a:cubicBezTo>
                    <a:pt x="2529" y="1360"/>
                    <a:pt x="1451" y="1789"/>
                    <a:pt x="955" y="1923"/>
                  </a:cubicBezTo>
                  <a:cubicBezTo>
                    <a:pt x="869" y="1951"/>
                    <a:pt x="573" y="1980"/>
                    <a:pt x="573" y="1980"/>
                  </a:cubicBezTo>
                  <a:cubicBezTo>
                    <a:pt x="249" y="1980"/>
                    <a:pt x="1" y="2266"/>
                    <a:pt x="30" y="2581"/>
                  </a:cubicBezTo>
                  <a:cubicBezTo>
                    <a:pt x="68" y="2867"/>
                    <a:pt x="316" y="3077"/>
                    <a:pt x="602" y="3077"/>
                  </a:cubicBezTo>
                  <a:lnTo>
                    <a:pt x="697" y="3077"/>
                  </a:lnTo>
                  <a:cubicBezTo>
                    <a:pt x="812" y="4556"/>
                    <a:pt x="2043" y="5691"/>
                    <a:pt x="3521" y="5691"/>
                  </a:cubicBezTo>
                  <a:cubicBezTo>
                    <a:pt x="5009" y="5691"/>
                    <a:pt x="6240" y="4556"/>
                    <a:pt x="6355" y="3077"/>
                  </a:cubicBezTo>
                  <a:lnTo>
                    <a:pt x="6440" y="3077"/>
                  </a:lnTo>
                  <a:cubicBezTo>
                    <a:pt x="6727" y="3077"/>
                    <a:pt x="6975" y="2867"/>
                    <a:pt x="7013" y="2581"/>
                  </a:cubicBezTo>
                  <a:cubicBezTo>
                    <a:pt x="7051" y="2266"/>
                    <a:pt x="6793" y="1980"/>
                    <a:pt x="6469" y="1980"/>
                  </a:cubicBezTo>
                  <a:cubicBezTo>
                    <a:pt x="6469" y="1980"/>
                    <a:pt x="6183" y="1951"/>
                    <a:pt x="6087" y="1923"/>
                  </a:cubicBezTo>
                  <a:cubicBezTo>
                    <a:pt x="5591" y="1789"/>
                    <a:pt x="4523" y="1360"/>
                    <a:pt x="3702" y="100"/>
                  </a:cubicBezTo>
                  <a:cubicBezTo>
                    <a:pt x="3660" y="34"/>
                    <a:pt x="3590" y="0"/>
                    <a:pt x="3521" y="0"/>
                  </a:cubicBezTo>
                  <a:close/>
                </a:path>
              </a:pathLst>
            </a:custGeom>
            <a:solidFill>
              <a:srgbClr val="F6F8F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077" name="Google Shape;16077;p44"/>
            <p:cNvSpPr/>
            <p:nvPr/>
          </p:nvSpPr>
          <p:spPr>
            <a:xfrm>
              <a:off x="6752226" y="4336451"/>
              <a:ext cx="169417" cy="149202"/>
            </a:xfrm>
            <a:custGeom>
              <a:rect b="b" l="l" r="r" t="t"/>
              <a:pathLst>
                <a:path extrusionOk="0" h="5698" w="6470">
                  <a:moveTo>
                    <a:pt x="3521" y="1"/>
                  </a:moveTo>
                  <a:cubicBezTo>
                    <a:pt x="3452" y="1"/>
                    <a:pt x="3383" y="36"/>
                    <a:pt x="3340" y="108"/>
                  </a:cubicBezTo>
                  <a:cubicBezTo>
                    <a:pt x="2901" y="785"/>
                    <a:pt x="2281" y="1339"/>
                    <a:pt x="1556" y="1692"/>
                  </a:cubicBezTo>
                  <a:cubicBezTo>
                    <a:pt x="1365" y="1787"/>
                    <a:pt x="1165" y="1863"/>
                    <a:pt x="955" y="1921"/>
                  </a:cubicBezTo>
                  <a:cubicBezTo>
                    <a:pt x="869" y="1949"/>
                    <a:pt x="573" y="1978"/>
                    <a:pt x="573" y="1978"/>
                  </a:cubicBezTo>
                  <a:cubicBezTo>
                    <a:pt x="249" y="1978"/>
                    <a:pt x="1" y="2264"/>
                    <a:pt x="30" y="2579"/>
                  </a:cubicBezTo>
                  <a:cubicBezTo>
                    <a:pt x="68" y="2865"/>
                    <a:pt x="316" y="3075"/>
                    <a:pt x="612" y="3075"/>
                  </a:cubicBezTo>
                  <a:lnTo>
                    <a:pt x="697" y="3075"/>
                  </a:lnTo>
                  <a:cubicBezTo>
                    <a:pt x="801" y="4570"/>
                    <a:pt x="2056" y="5697"/>
                    <a:pt x="3504" y="5697"/>
                  </a:cubicBezTo>
                  <a:cubicBezTo>
                    <a:pt x="3654" y="5697"/>
                    <a:pt x="3807" y="5685"/>
                    <a:pt x="3960" y="5660"/>
                  </a:cubicBezTo>
                  <a:cubicBezTo>
                    <a:pt x="2710" y="5460"/>
                    <a:pt x="1737" y="4458"/>
                    <a:pt x="1575" y="3199"/>
                  </a:cubicBezTo>
                  <a:cubicBezTo>
                    <a:pt x="1556" y="3018"/>
                    <a:pt x="1556" y="2827"/>
                    <a:pt x="1575" y="2636"/>
                  </a:cubicBezTo>
                  <a:cubicBezTo>
                    <a:pt x="1594" y="2483"/>
                    <a:pt x="1642" y="2340"/>
                    <a:pt x="1728" y="2207"/>
                  </a:cubicBezTo>
                  <a:cubicBezTo>
                    <a:pt x="1804" y="2102"/>
                    <a:pt x="1909" y="2006"/>
                    <a:pt x="2033" y="1940"/>
                  </a:cubicBezTo>
                  <a:cubicBezTo>
                    <a:pt x="2615" y="1606"/>
                    <a:pt x="3121" y="1148"/>
                    <a:pt x="3521" y="604"/>
                  </a:cubicBezTo>
                  <a:cubicBezTo>
                    <a:pt x="3970" y="1234"/>
                    <a:pt x="4580" y="1739"/>
                    <a:pt x="5286" y="2083"/>
                  </a:cubicBezTo>
                  <a:cubicBezTo>
                    <a:pt x="5445" y="2158"/>
                    <a:pt x="5616" y="2196"/>
                    <a:pt x="5786" y="2196"/>
                  </a:cubicBezTo>
                  <a:cubicBezTo>
                    <a:pt x="6025" y="2196"/>
                    <a:pt x="6263" y="2122"/>
                    <a:pt x="6469" y="1978"/>
                  </a:cubicBezTo>
                  <a:cubicBezTo>
                    <a:pt x="6469" y="1978"/>
                    <a:pt x="6183" y="1949"/>
                    <a:pt x="6087" y="1921"/>
                  </a:cubicBezTo>
                  <a:cubicBezTo>
                    <a:pt x="5591" y="1787"/>
                    <a:pt x="4523" y="1358"/>
                    <a:pt x="3702" y="108"/>
                  </a:cubicBezTo>
                  <a:cubicBezTo>
                    <a:pt x="3660" y="36"/>
                    <a:pt x="3590" y="1"/>
                    <a:pt x="3521" y="1"/>
                  </a:cubicBezTo>
                  <a:close/>
                </a:path>
              </a:pathLst>
            </a:custGeom>
            <a:solidFill>
              <a:srgbClr val="F2F4F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078" name="Google Shape;16078;p44"/>
            <p:cNvSpPr/>
            <p:nvPr/>
          </p:nvSpPr>
          <p:spPr>
            <a:xfrm>
              <a:off x="6804439" y="4388847"/>
              <a:ext cx="11521" cy="17151"/>
            </a:xfrm>
            <a:custGeom>
              <a:rect b="b" l="l" r="r" t="t"/>
              <a:pathLst>
                <a:path extrusionOk="0" h="655" w="440">
                  <a:moveTo>
                    <a:pt x="220" y="1"/>
                  </a:moveTo>
                  <a:cubicBezTo>
                    <a:pt x="111" y="1"/>
                    <a:pt x="1" y="72"/>
                    <a:pt x="1" y="215"/>
                  </a:cubicBezTo>
                  <a:lnTo>
                    <a:pt x="1" y="435"/>
                  </a:lnTo>
                  <a:cubicBezTo>
                    <a:pt x="1" y="559"/>
                    <a:pt x="96" y="654"/>
                    <a:pt x="220" y="654"/>
                  </a:cubicBezTo>
                  <a:cubicBezTo>
                    <a:pt x="344" y="654"/>
                    <a:pt x="440" y="559"/>
                    <a:pt x="440" y="435"/>
                  </a:cubicBezTo>
                  <a:lnTo>
                    <a:pt x="440" y="215"/>
                  </a:lnTo>
                  <a:cubicBezTo>
                    <a:pt x="440" y="72"/>
                    <a:pt x="330" y="1"/>
                    <a:pt x="220" y="1"/>
                  </a:cubicBezTo>
                  <a:close/>
                </a:path>
              </a:pathLst>
            </a:custGeom>
            <a:solidFill>
              <a:srgbClr val="39516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079" name="Google Shape;16079;p44"/>
            <p:cNvSpPr/>
            <p:nvPr/>
          </p:nvSpPr>
          <p:spPr>
            <a:xfrm>
              <a:off x="6873148" y="4388847"/>
              <a:ext cx="11521" cy="17151"/>
            </a:xfrm>
            <a:custGeom>
              <a:rect b="b" l="l" r="r" t="t"/>
              <a:pathLst>
                <a:path extrusionOk="0" h="655" w="440">
                  <a:moveTo>
                    <a:pt x="220" y="1"/>
                  </a:moveTo>
                  <a:cubicBezTo>
                    <a:pt x="110" y="1"/>
                    <a:pt x="0" y="72"/>
                    <a:pt x="0" y="215"/>
                  </a:cubicBezTo>
                  <a:lnTo>
                    <a:pt x="0" y="435"/>
                  </a:lnTo>
                  <a:cubicBezTo>
                    <a:pt x="0" y="559"/>
                    <a:pt x="96" y="654"/>
                    <a:pt x="220" y="654"/>
                  </a:cubicBezTo>
                  <a:cubicBezTo>
                    <a:pt x="334" y="654"/>
                    <a:pt x="439" y="559"/>
                    <a:pt x="439" y="435"/>
                  </a:cubicBezTo>
                  <a:lnTo>
                    <a:pt x="439" y="215"/>
                  </a:lnTo>
                  <a:cubicBezTo>
                    <a:pt x="439" y="72"/>
                    <a:pt x="329" y="1"/>
                    <a:pt x="220" y="1"/>
                  </a:cubicBezTo>
                  <a:close/>
                </a:path>
              </a:pathLst>
            </a:custGeom>
            <a:solidFill>
              <a:srgbClr val="39516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080" name="Google Shape;16080;p44"/>
            <p:cNvSpPr/>
            <p:nvPr/>
          </p:nvSpPr>
          <p:spPr>
            <a:xfrm>
              <a:off x="6878883" y="4496887"/>
              <a:ext cx="26" cy="26"/>
            </a:xfrm>
            <a:custGeom>
              <a:rect b="b" l="l" r="r" t="t"/>
              <a:pathLst>
                <a:path extrusionOk="0" h="1" w="1">
                  <a:moveTo>
                    <a:pt x="1" y="1"/>
                  </a:moveTo>
                  <a:lnTo>
                    <a:pt x="1" y="1"/>
                  </a:lnTo>
                  <a:lnTo>
                    <a:pt x="1" y="1"/>
                  </a:lnTo>
                  <a:close/>
                </a:path>
              </a:pathLst>
            </a:custGeom>
            <a:solidFill>
              <a:srgbClr val="F1F4F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081" name="Google Shape;16081;p44"/>
            <p:cNvSpPr/>
            <p:nvPr/>
          </p:nvSpPr>
          <p:spPr>
            <a:xfrm>
              <a:off x="6810199" y="4496887"/>
              <a:ext cx="26" cy="26"/>
            </a:xfrm>
            <a:custGeom>
              <a:rect b="b" l="l" r="r" t="t"/>
              <a:pathLst>
                <a:path extrusionOk="0" h="1" w="1">
                  <a:moveTo>
                    <a:pt x="0" y="1"/>
                  </a:moveTo>
                  <a:lnTo>
                    <a:pt x="0" y="1"/>
                  </a:lnTo>
                  <a:lnTo>
                    <a:pt x="0" y="1"/>
                  </a:lnTo>
                  <a:close/>
                </a:path>
              </a:pathLst>
            </a:custGeom>
            <a:solidFill>
              <a:srgbClr val="F1F4F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082" name="Google Shape;16082;p44"/>
            <p:cNvSpPr/>
            <p:nvPr/>
          </p:nvSpPr>
          <p:spPr>
            <a:xfrm>
              <a:off x="6841909" y="4269810"/>
              <a:ext cx="94214" cy="101467"/>
            </a:xfrm>
            <a:custGeom>
              <a:rect b="b" l="l" r="r" t="t"/>
              <a:pathLst>
                <a:path extrusionOk="0" h="3875" w="3598">
                  <a:moveTo>
                    <a:pt x="735" y="1"/>
                  </a:moveTo>
                  <a:cubicBezTo>
                    <a:pt x="1" y="1861"/>
                    <a:pt x="1375" y="3874"/>
                    <a:pt x="3378" y="3874"/>
                  </a:cubicBezTo>
                  <a:cubicBezTo>
                    <a:pt x="3454" y="3874"/>
                    <a:pt x="3521" y="3874"/>
                    <a:pt x="3597" y="3865"/>
                  </a:cubicBezTo>
                  <a:lnTo>
                    <a:pt x="3597" y="3435"/>
                  </a:lnTo>
                  <a:cubicBezTo>
                    <a:pt x="3597" y="1747"/>
                    <a:pt x="2386" y="306"/>
                    <a:pt x="735" y="1"/>
                  </a:cubicBezTo>
                  <a:close/>
                </a:path>
              </a:pathLst>
            </a:custGeom>
            <a:solidFill>
              <a:srgbClr val="E6EBE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083" name="Google Shape;16083;p44"/>
            <p:cNvSpPr/>
            <p:nvPr/>
          </p:nvSpPr>
          <p:spPr>
            <a:xfrm>
              <a:off x="6818683" y="4426187"/>
              <a:ext cx="51480" cy="22755"/>
            </a:xfrm>
            <a:custGeom>
              <a:rect b="b" l="l" r="r" t="t"/>
              <a:pathLst>
                <a:path extrusionOk="0" h="869" w="1966">
                  <a:moveTo>
                    <a:pt x="125" y="1"/>
                  </a:moveTo>
                  <a:cubicBezTo>
                    <a:pt x="58" y="1"/>
                    <a:pt x="1" y="58"/>
                    <a:pt x="10" y="125"/>
                  </a:cubicBezTo>
                  <a:cubicBezTo>
                    <a:pt x="86" y="545"/>
                    <a:pt x="487" y="869"/>
                    <a:pt x="983" y="869"/>
                  </a:cubicBezTo>
                  <a:cubicBezTo>
                    <a:pt x="1479" y="869"/>
                    <a:pt x="1890" y="545"/>
                    <a:pt x="1956" y="125"/>
                  </a:cubicBezTo>
                  <a:cubicBezTo>
                    <a:pt x="1966" y="58"/>
                    <a:pt x="1918" y="1"/>
                    <a:pt x="1851" y="1"/>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084" name="Google Shape;16084;p44"/>
            <p:cNvSpPr/>
            <p:nvPr/>
          </p:nvSpPr>
          <p:spPr>
            <a:xfrm>
              <a:off x="6754242" y="4529854"/>
              <a:ext cx="180624" cy="87222"/>
            </a:xfrm>
            <a:custGeom>
              <a:rect b="b" l="l" r="r" t="t"/>
              <a:pathLst>
                <a:path extrusionOk="0" h="3331" w="6898">
                  <a:moveTo>
                    <a:pt x="1050" y="1"/>
                  </a:moveTo>
                  <a:lnTo>
                    <a:pt x="0" y="373"/>
                  </a:lnTo>
                  <a:cubicBezTo>
                    <a:pt x="258" y="2071"/>
                    <a:pt x="1727" y="3330"/>
                    <a:pt x="3444" y="3330"/>
                  </a:cubicBezTo>
                  <a:cubicBezTo>
                    <a:pt x="5171" y="3330"/>
                    <a:pt x="6631" y="2071"/>
                    <a:pt x="6898" y="373"/>
                  </a:cubicBezTo>
                  <a:lnTo>
                    <a:pt x="5839" y="1"/>
                  </a:lnTo>
                  <a:cubicBezTo>
                    <a:pt x="5753" y="1260"/>
                    <a:pt x="4704" y="2233"/>
                    <a:pt x="3444" y="2233"/>
                  </a:cubicBezTo>
                  <a:cubicBezTo>
                    <a:pt x="2185" y="2233"/>
                    <a:pt x="1145" y="1260"/>
                    <a:pt x="1050" y="1"/>
                  </a:cubicBez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085" name="Google Shape;16085;p44"/>
            <p:cNvSpPr/>
            <p:nvPr/>
          </p:nvSpPr>
          <p:spPr>
            <a:xfrm>
              <a:off x="6764978" y="4525874"/>
              <a:ext cx="158891" cy="79707"/>
            </a:xfrm>
            <a:custGeom>
              <a:rect b="b" l="l" r="r" t="t"/>
              <a:pathLst>
                <a:path extrusionOk="0" h="3044" w="6068">
                  <a:moveTo>
                    <a:pt x="1069" y="0"/>
                  </a:moveTo>
                  <a:lnTo>
                    <a:pt x="1" y="372"/>
                  </a:lnTo>
                  <a:cubicBezTo>
                    <a:pt x="201" y="1899"/>
                    <a:pt x="1498" y="3043"/>
                    <a:pt x="3034" y="3043"/>
                  </a:cubicBezTo>
                  <a:cubicBezTo>
                    <a:pt x="4570" y="3043"/>
                    <a:pt x="5868" y="1899"/>
                    <a:pt x="6068" y="372"/>
                  </a:cubicBezTo>
                  <a:lnTo>
                    <a:pt x="4999" y="0"/>
                  </a:lnTo>
                  <a:cubicBezTo>
                    <a:pt x="4999" y="1088"/>
                    <a:pt x="4122" y="1965"/>
                    <a:pt x="3034" y="1965"/>
                  </a:cubicBezTo>
                  <a:cubicBezTo>
                    <a:pt x="1947" y="1965"/>
                    <a:pt x="1069" y="1088"/>
                    <a:pt x="1069" y="0"/>
                  </a:cubicBezTo>
                  <a:close/>
                </a:path>
              </a:pathLst>
            </a:custGeom>
            <a:solidFill>
              <a:srgbClr val="E7E9E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6086" name="Google Shape;16086;p44"/>
          <p:cNvGrpSpPr/>
          <p:nvPr/>
        </p:nvGrpSpPr>
        <p:grpSpPr>
          <a:xfrm>
            <a:off x="5359341" y="2266759"/>
            <a:ext cx="262819" cy="354860"/>
            <a:chOff x="5359341" y="2419159"/>
            <a:chExt cx="262819" cy="354860"/>
          </a:xfrm>
        </p:grpSpPr>
        <p:sp>
          <p:nvSpPr>
            <p:cNvPr id="16087" name="Google Shape;16087;p44"/>
            <p:cNvSpPr/>
            <p:nvPr/>
          </p:nvSpPr>
          <p:spPr>
            <a:xfrm>
              <a:off x="5359341" y="2636364"/>
              <a:ext cx="262819" cy="137655"/>
            </a:xfrm>
            <a:custGeom>
              <a:rect b="b" l="l" r="r" t="t"/>
              <a:pathLst>
                <a:path extrusionOk="0" h="5257" w="10037">
                  <a:moveTo>
                    <a:pt x="4360" y="0"/>
                  </a:moveTo>
                  <a:lnTo>
                    <a:pt x="1021" y="1174"/>
                  </a:lnTo>
                  <a:cubicBezTo>
                    <a:pt x="410" y="1393"/>
                    <a:pt x="0" y="1966"/>
                    <a:pt x="0" y="2614"/>
                  </a:cubicBezTo>
                  <a:lnTo>
                    <a:pt x="0" y="4599"/>
                  </a:lnTo>
                  <a:cubicBezTo>
                    <a:pt x="0" y="4961"/>
                    <a:pt x="296" y="5257"/>
                    <a:pt x="659" y="5257"/>
                  </a:cubicBezTo>
                  <a:lnTo>
                    <a:pt x="9378" y="5257"/>
                  </a:lnTo>
                  <a:cubicBezTo>
                    <a:pt x="9741" y="5257"/>
                    <a:pt x="10036" y="4961"/>
                    <a:pt x="10036" y="4599"/>
                  </a:cubicBezTo>
                  <a:lnTo>
                    <a:pt x="10036" y="2614"/>
                  </a:lnTo>
                  <a:cubicBezTo>
                    <a:pt x="10036" y="1966"/>
                    <a:pt x="9626" y="1393"/>
                    <a:pt x="9016" y="1174"/>
                  </a:cubicBezTo>
                  <a:lnTo>
                    <a:pt x="5677" y="0"/>
                  </a:lnTo>
                  <a:close/>
                </a:path>
              </a:pathLst>
            </a:custGeom>
            <a:solidFill>
              <a:srgbClr val="F4F7F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088" name="Google Shape;16088;p44"/>
            <p:cNvSpPr/>
            <p:nvPr/>
          </p:nvSpPr>
          <p:spPr>
            <a:xfrm>
              <a:off x="5400556" y="2636364"/>
              <a:ext cx="180388" cy="102698"/>
            </a:xfrm>
            <a:custGeom>
              <a:rect b="b" l="l" r="r" t="t"/>
              <a:pathLst>
                <a:path extrusionOk="0" h="3922" w="6889">
                  <a:moveTo>
                    <a:pt x="2786" y="0"/>
                  </a:moveTo>
                  <a:lnTo>
                    <a:pt x="0" y="983"/>
                  </a:lnTo>
                  <a:cubicBezTo>
                    <a:pt x="267" y="2672"/>
                    <a:pt x="1727" y="3921"/>
                    <a:pt x="3444" y="3921"/>
                  </a:cubicBezTo>
                  <a:cubicBezTo>
                    <a:pt x="5152" y="3921"/>
                    <a:pt x="6612" y="2672"/>
                    <a:pt x="6879" y="983"/>
                  </a:cubicBezTo>
                  <a:lnTo>
                    <a:pt x="6888" y="983"/>
                  </a:lnTo>
                  <a:lnTo>
                    <a:pt x="4103" y="0"/>
                  </a:lnTo>
                  <a:close/>
                </a:path>
              </a:pathLst>
            </a:custGeom>
            <a:solidFill>
              <a:srgbClr val="F1F4F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089" name="Google Shape;16089;p44"/>
            <p:cNvSpPr/>
            <p:nvPr/>
          </p:nvSpPr>
          <p:spPr>
            <a:xfrm>
              <a:off x="5359341" y="2636364"/>
              <a:ext cx="131423" cy="137655"/>
            </a:xfrm>
            <a:custGeom>
              <a:rect b="b" l="l" r="r" t="t"/>
              <a:pathLst>
                <a:path extrusionOk="0" h="5257" w="5019">
                  <a:moveTo>
                    <a:pt x="4360" y="0"/>
                  </a:moveTo>
                  <a:lnTo>
                    <a:pt x="1021" y="1174"/>
                  </a:lnTo>
                  <a:cubicBezTo>
                    <a:pt x="410" y="1393"/>
                    <a:pt x="0" y="1966"/>
                    <a:pt x="0" y="2614"/>
                  </a:cubicBezTo>
                  <a:lnTo>
                    <a:pt x="0" y="4599"/>
                  </a:lnTo>
                  <a:cubicBezTo>
                    <a:pt x="0" y="4961"/>
                    <a:pt x="296" y="5257"/>
                    <a:pt x="659" y="5257"/>
                  </a:cubicBezTo>
                  <a:lnTo>
                    <a:pt x="5018" y="5257"/>
                  </a:lnTo>
                  <a:lnTo>
                    <a:pt x="5018" y="0"/>
                  </a:lnTo>
                  <a:close/>
                </a:path>
              </a:pathLst>
            </a:custGeom>
            <a:solidFill>
              <a:srgbClr val="ACB9C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090" name="Google Shape;16090;p44"/>
            <p:cNvSpPr/>
            <p:nvPr/>
          </p:nvSpPr>
          <p:spPr>
            <a:xfrm>
              <a:off x="5400556" y="2636364"/>
              <a:ext cx="90207" cy="102698"/>
            </a:xfrm>
            <a:custGeom>
              <a:rect b="b" l="l" r="r" t="t"/>
              <a:pathLst>
                <a:path extrusionOk="0" h="3922" w="3445">
                  <a:moveTo>
                    <a:pt x="2786" y="0"/>
                  </a:moveTo>
                  <a:lnTo>
                    <a:pt x="0" y="983"/>
                  </a:lnTo>
                  <a:cubicBezTo>
                    <a:pt x="257" y="2675"/>
                    <a:pt x="1706" y="3921"/>
                    <a:pt x="3425" y="3921"/>
                  </a:cubicBezTo>
                  <a:cubicBezTo>
                    <a:pt x="3431" y="3921"/>
                    <a:pt x="3438" y="3921"/>
                    <a:pt x="3444" y="3921"/>
                  </a:cubicBezTo>
                  <a:lnTo>
                    <a:pt x="3444" y="0"/>
                  </a:lnTo>
                  <a:close/>
                </a:path>
              </a:pathLst>
            </a:custGeom>
            <a:solidFill>
              <a:srgbClr val="899CA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091" name="Google Shape;16091;p44"/>
            <p:cNvSpPr/>
            <p:nvPr/>
          </p:nvSpPr>
          <p:spPr>
            <a:xfrm>
              <a:off x="5411056" y="2636364"/>
              <a:ext cx="159388" cy="91464"/>
            </a:xfrm>
            <a:custGeom>
              <a:rect b="b" l="l" r="r" t="t"/>
              <a:pathLst>
                <a:path extrusionOk="0" h="3493" w="6087">
                  <a:moveTo>
                    <a:pt x="3043" y="0"/>
                  </a:moveTo>
                  <a:cubicBezTo>
                    <a:pt x="2065" y="0"/>
                    <a:pt x="1088" y="163"/>
                    <a:pt x="153" y="487"/>
                  </a:cubicBezTo>
                  <a:cubicBezTo>
                    <a:pt x="57" y="516"/>
                    <a:pt x="0" y="611"/>
                    <a:pt x="10" y="706"/>
                  </a:cubicBezTo>
                  <a:cubicBezTo>
                    <a:pt x="143" y="2281"/>
                    <a:pt x="1460" y="3483"/>
                    <a:pt x="3043" y="3492"/>
                  </a:cubicBezTo>
                  <a:cubicBezTo>
                    <a:pt x="4627" y="3492"/>
                    <a:pt x="5943" y="2281"/>
                    <a:pt x="6087" y="706"/>
                  </a:cubicBezTo>
                  <a:cubicBezTo>
                    <a:pt x="6087" y="611"/>
                    <a:pt x="6029" y="516"/>
                    <a:pt x="5934" y="487"/>
                  </a:cubicBezTo>
                  <a:cubicBezTo>
                    <a:pt x="4999" y="163"/>
                    <a:pt x="4021" y="0"/>
                    <a:pt x="3043" y="0"/>
                  </a:cubicBezTo>
                  <a:close/>
                </a:path>
              </a:pathLst>
            </a:custGeom>
            <a:solidFill>
              <a:srgbClr val="C1CED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092" name="Google Shape;16092;p44"/>
            <p:cNvSpPr/>
            <p:nvPr/>
          </p:nvSpPr>
          <p:spPr>
            <a:xfrm>
              <a:off x="5456513" y="2619134"/>
              <a:ext cx="68709" cy="62975"/>
            </a:xfrm>
            <a:custGeom>
              <a:rect b="b" l="l" r="r" t="t"/>
              <a:pathLst>
                <a:path extrusionOk="0" h="2405" w="2624">
                  <a:moveTo>
                    <a:pt x="0" y="0"/>
                  </a:moveTo>
                  <a:lnTo>
                    <a:pt x="0" y="1088"/>
                  </a:lnTo>
                  <a:cubicBezTo>
                    <a:pt x="0" y="1813"/>
                    <a:pt x="582" y="2404"/>
                    <a:pt x="1307" y="2404"/>
                  </a:cubicBezTo>
                  <a:cubicBezTo>
                    <a:pt x="2032" y="2404"/>
                    <a:pt x="2624" y="1813"/>
                    <a:pt x="2624" y="1088"/>
                  </a:cubicBezTo>
                  <a:lnTo>
                    <a:pt x="2624" y="0"/>
                  </a:lnTo>
                  <a:close/>
                </a:path>
              </a:pathLst>
            </a:custGeom>
            <a:solidFill>
              <a:srgbClr val="E7ECF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093" name="Google Shape;16093;p44"/>
            <p:cNvSpPr/>
            <p:nvPr/>
          </p:nvSpPr>
          <p:spPr>
            <a:xfrm>
              <a:off x="5456513" y="2619134"/>
              <a:ext cx="68709" cy="28620"/>
            </a:xfrm>
            <a:custGeom>
              <a:rect b="b" l="l" r="r" t="t"/>
              <a:pathLst>
                <a:path extrusionOk="0" h="1093" w="2624">
                  <a:moveTo>
                    <a:pt x="0" y="0"/>
                  </a:moveTo>
                  <a:lnTo>
                    <a:pt x="0" y="821"/>
                  </a:lnTo>
                  <a:cubicBezTo>
                    <a:pt x="415" y="1002"/>
                    <a:pt x="861" y="1093"/>
                    <a:pt x="1308" y="1093"/>
                  </a:cubicBezTo>
                  <a:cubicBezTo>
                    <a:pt x="1756" y="1093"/>
                    <a:pt x="2204" y="1002"/>
                    <a:pt x="2624" y="821"/>
                  </a:cubicBezTo>
                  <a:lnTo>
                    <a:pt x="2624" y="0"/>
                  </a:ln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094" name="Google Shape;16094;p44"/>
            <p:cNvSpPr/>
            <p:nvPr/>
          </p:nvSpPr>
          <p:spPr>
            <a:xfrm>
              <a:off x="5360833" y="2482082"/>
              <a:ext cx="92957" cy="131711"/>
            </a:xfrm>
            <a:custGeom>
              <a:rect b="b" l="l" r="r" t="t"/>
              <a:pathLst>
                <a:path extrusionOk="0" h="5030" w="3550">
                  <a:moveTo>
                    <a:pt x="1684" y="0"/>
                  </a:moveTo>
                  <a:cubicBezTo>
                    <a:pt x="1160" y="0"/>
                    <a:pt x="709" y="489"/>
                    <a:pt x="840" y="1065"/>
                  </a:cubicBezTo>
                  <a:cubicBezTo>
                    <a:pt x="869" y="1237"/>
                    <a:pt x="792" y="1409"/>
                    <a:pt x="640" y="1504"/>
                  </a:cubicBezTo>
                  <a:cubicBezTo>
                    <a:pt x="67" y="1886"/>
                    <a:pt x="0" y="2697"/>
                    <a:pt x="497" y="3183"/>
                  </a:cubicBezTo>
                  <a:cubicBezTo>
                    <a:pt x="592" y="3279"/>
                    <a:pt x="630" y="3422"/>
                    <a:pt x="611" y="3555"/>
                  </a:cubicBezTo>
                  <a:cubicBezTo>
                    <a:pt x="510" y="4389"/>
                    <a:pt x="1179" y="5030"/>
                    <a:pt x="1917" y="5030"/>
                  </a:cubicBezTo>
                  <a:cubicBezTo>
                    <a:pt x="2150" y="5030"/>
                    <a:pt x="2390" y="4966"/>
                    <a:pt x="2614" y="4824"/>
                  </a:cubicBezTo>
                  <a:cubicBezTo>
                    <a:pt x="3549" y="4242"/>
                    <a:pt x="3387" y="2830"/>
                    <a:pt x="2338" y="2477"/>
                  </a:cubicBezTo>
                  <a:cubicBezTo>
                    <a:pt x="2338" y="2449"/>
                    <a:pt x="2347" y="2429"/>
                    <a:pt x="2347" y="2401"/>
                  </a:cubicBezTo>
                  <a:cubicBezTo>
                    <a:pt x="2347" y="2124"/>
                    <a:pt x="2242" y="1867"/>
                    <a:pt x="2052" y="1666"/>
                  </a:cubicBezTo>
                  <a:cubicBezTo>
                    <a:pt x="2719" y="1361"/>
                    <a:pt x="2729" y="417"/>
                    <a:pt x="2071" y="92"/>
                  </a:cubicBezTo>
                  <a:cubicBezTo>
                    <a:pt x="1942" y="29"/>
                    <a:pt x="1811" y="0"/>
                    <a:pt x="1684" y="0"/>
                  </a:cubicBezTo>
                  <a:close/>
                </a:path>
              </a:pathLst>
            </a:custGeom>
            <a:solidFill>
              <a:srgbClr val="6F809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095" name="Google Shape;16095;p44"/>
            <p:cNvSpPr/>
            <p:nvPr/>
          </p:nvSpPr>
          <p:spPr>
            <a:xfrm>
              <a:off x="5527946" y="2482082"/>
              <a:ext cx="92957" cy="131711"/>
            </a:xfrm>
            <a:custGeom>
              <a:rect b="b" l="l" r="r" t="t"/>
              <a:pathLst>
                <a:path extrusionOk="0" h="5030" w="3550">
                  <a:moveTo>
                    <a:pt x="1857" y="0"/>
                  </a:moveTo>
                  <a:cubicBezTo>
                    <a:pt x="1730" y="0"/>
                    <a:pt x="1598" y="29"/>
                    <a:pt x="1470" y="92"/>
                  </a:cubicBezTo>
                  <a:cubicBezTo>
                    <a:pt x="812" y="417"/>
                    <a:pt x="821" y="1361"/>
                    <a:pt x="1489" y="1666"/>
                  </a:cubicBezTo>
                  <a:cubicBezTo>
                    <a:pt x="1298" y="1867"/>
                    <a:pt x="1193" y="2124"/>
                    <a:pt x="1193" y="2401"/>
                  </a:cubicBezTo>
                  <a:cubicBezTo>
                    <a:pt x="1193" y="2429"/>
                    <a:pt x="1203" y="2449"/>
                    <a:pt x="1203" y="2477"/>
                  </a:cubicBezTo>
                  <a:cubicBezTo>
                    <a:pt x="153" y="2830"/>
                    <a:pt x="1" y="4242"/>
                    <a:pt x="936" y="4824"/>
                  </a:cubicBezTo>
                  <a:cubicBezTo>
                    <a:pt x="1160" y="4966"/>
                    <a:pt x="1399" y="5030"/>
                    <a:pt x="1631" y="5030"/>
                  </a:cubicBezTo>
                  <a:cubicBezTo>
                    <a:pt x="2367" y="5030"/>
                    <a:pt x="3031" y="4389"/>
                    <a:pt x="2929" y="3555"/>
                  </a:cubicBezTo>
                  <a:cubicBezTo>
                    <a:pt x="2910" y="3422"/>
                    <a:pt x="2949" y="3279"/>
                    <a:pt x="3053" y="3183"/>
                  </a:cubicBezTo>
                  <a:cubicBezTo>
                    <a:pt x="3550" y="2697"/>
                    <a:pt x="3473" y="1886"/>
                    <a:pt x="2901" y="1504"/>
                  </a:cubicBezTo>
                  <a:cubicBezTo>
                    <a:pt x="2748" y="1409"/>
                    <a:pt x="2672" y="1237"/>
                    <a:pt x="2701" y="1065"/>
                  </a:cubicBezTo>
                  <a:cubicBezTo>
                    <a:pt x="2831" y="489"/>
                    <a:pt x="2381" y="0"/>
                    <a:pt x="1857" y="0"/>
                  </a:cubicBezTo>
                  <a:close/>
                </a:path>
              </a:pathLst>
            </a:custGeom>
            <a:solidFill>
              <a:srgbClr val="6F809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096" name="Google Shape;16096;p44"/>
            <p:cNvSpPr/>
            <p:nvPr/>
          </p:nvSpPr>
          <p:spPr>
            <a:xfrm>
              <a:off x="5394560" y="2442019"/>
              <a:ext cx="192381" cy="194109"/>
            </a:xfrm>
            <a:custGeom>
              <a:rect b="b" l="l" r="r" t="t"/>
              <a:pathLst>
                <a:path extrusionOk="0" h="7413" w="7347">
                  <a:moveTo>
                    <a:pt x="3673" y="0"/>
                  </a:moveTo>
                  <a:cubicBezTo>
                    <a:pt x="2109" y="0"/>
                    <a:pt x="840" y="1269"/>
                    <a:pt x="840" y="2843"/>
                  </a:cubicBezTo>
                  <a:lnTo>
                    <a:pt x="840" y="3273"/>
                  </a:lnTo>
                  <a:lnTo>
                    <a:pt x="735" y="3273"/>
                  </a:lnTo>
                  <a:cubicBezTo>
                    <a:pt x="0" y="3273"/>
                    <a:pt x="0" y="4370"/>
                    <a:pt x="735" y="4370"/>
                  </a:cubicBezTo>
                  <a:lnTo>
                    <a:pt x="840" y="4370"/>
                  </a:lnTo>
                  <a:lnTo>
                    <a:pt x="840" y="4580"/>
                  </a:lnTo>
                  <a:cubicBezTo>
                    <a:pt x="840" y="6144"/>
                    <a:pt x="2109" y="7413"/>
                    <a:pt x="3673" y="7413"/>
                  </a:cubicBezTo>
                  <a:cubicBezTo>
                    <a:pt x="5238" y="7413"/>
                    <a:pt x="6507" y="6144"/>
                    <a:pt x="6507" y="4580"/>
                  </a:cubicBezTo>
                  <a:lnTo>
                    <a:pt x="6507" y="4360"/>
                  </a:lnTo>
                  <a:lnTo>
                    <a:pt x="6621" y="4360"/>
                  </a:lnTo>
                  <a:cubicBezTo>
                    <a:pt x="7346" y="4360"/>
                    <a:pt x="7346" y="3273"/>
                    <a:pt x="6621" y="3273"/>
                  </a:cubicBezTo>
                  <a:lnTo>
                    <a:pt x="6507" y="3273"/>
                  </a:lnTo>
                  <a:lnTo>
                    <a:pt x="6507" y="2843"/>
                  </a:lnTo>
                  <a:cubicBezTo>
                    <a:pt x="6507" y="1269"/>
                    <a:pt x="5238" y="0"/>
                    <a:pt x="3673" y="0"/>
                  </a:cubicBezTo>
                  <a:close/>
                </a:path>
              </a:pathLst>
            </a:custGeom>
            <a:solidFill>
              <a:srgbClr val="ECF0F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097" name="Google Shape;16097;p44"/>
            <p:cNvSpPr/>
            <p:nvPr/>
          </p:nvSpPr>
          <p:spPr>
            <a:xfrm>
              <a:off x="5394560" y="2462757"/>
              <a:ext cx="107699" cy="173397"/>
            </a:xfrm>
            <a:custGeom>
              <a:rect b="b" l="l" r="r" t="t"/>
              <a:pathLst>
                <a:path extrusionOk="0" h="6622" w="4113">
                  <a:moveTo>
                    <a:pt x="1708" y="0"/>
                  </a:moveTo>
                  <a:cubicBezTo>
                    <a:pt x="1155" y="534"/>
                    <a:pt x="840" y="1279"/>
                    <a:pt x="840" y="2051"/>
                  </a:cubicBezTo>
                  <a:lnTo>
                    <a:pt x="840" y="2481"/>
                  </a:lnTo>
                  <a:lnTo>
                    <a:pt x="725" y="2481"/>
                  </a:lnTo>
                  <a:cubicBezTo>
                    <a:pt x="0" y="2481"/>
                    <a:pt x="0" y="3578"/>
                    <a:pt x="725" y="3578"/>
                  </a:cubicBezTo>
                  <a:lnTo>
                    <a:pt x="840" y="3578"/>
                  </a:lnTo>
                  <a:lnTo>
                    <a:pt x="840" y="3788"/>
                  </a:lnTo>
                  <a:cubicBezTo>
                    <a:pt x="831" y="5374"/>
                    <a:pt x="2114" y="6622"/>
                    <a:pt x="3644" y="6622"/>
                  </a:cubicBezTo>
                  <a:cubicBezTo>
                    <a:pt x="3798" y="6622"/>
                    <a:pt x="3954" y="6609"/>
                    <a:pt x="4112" y="6583"/>
                  </a:cubicBezTo>
                  <a:cubicBezTo>
                    <a:pt x="2729" y="6373"/>
                    <a:pt x="1708" y="5180"/>
                    <a:pt x="1708" y="3788"/>
                  </a:cubicBezTo>
                  <a:lnTo>
                    <a:pt x="1708" y="0"/>
                  </a:lnTo>
                  <a:close/>
                </a:path>
              </a:pathLst>
            </a:custGeom>
            <a:solidFill>
              <a:srgbClr val="E7ECF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098" name="Google Shape;16098;p44"/>
            <p:cNvSpPr/>
            <p:nvPr/>
          </p:nvSpPr>
          <p:spPr>
            <a:xfrm>
              <a:off x="5450753" y="2528325"/>
              <a:ext cx="11521" cy="17125"/>
            </a:xfrm>
            <a:custGeom>
              <a:rect b="b" l="l" r="r" t="t"/>
              <a:pathLst>
                <a:path extrusionOk="0" h="654" w="440">
                  <a:moveTo>
                    <a:pt x="220" y="0"/>
                  </a:moveTo>
                  <a:cubicBezTo>
                    <a:pt x="111" y="0"/>
                    <a:pt x="1" y="72"/>
                    <a:pt x="1" y="215"/>
                  </a:cubicBezTo>
                  <a:lnTo>
                    <a:pt x="1" y="435"/>
                  </a:lnTo>
                  <a:cubicBezTo>
                    <a:pt x="1" y="559"/>
                    <a:pt x="96" y="654"/>
                    <a:pt x="220" y="654"/>
                  </a:cubicBezTo>
                  <a:cubicBezTo>
                    <a:pt x="344" y="654"/>
                    <a:pt x="440" y="559"/>
                    <a:pt x="440" y="435"/>
                  </a:cubicBezTo>
                  <a:lnTo>
                    <a:pt x="440" y="215"/>
                  </a:lnTo>
                  <a:cubicBezTo>
                    <a:pt x="440" y="72"/>
                    <a:pt x="330" y="0"/>
                    <a:pt x="220" y="0"/>
                  </a:cubicBezTo>
                  <a:close/>
                </a:path>
              </a:pathLst>
            </a:custGeom>
            <a:solidFill>
              <a:srgbClr val="213B5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099" name="Google Shape;16099;p44"/>
            <p:cNvSpPr/>
            <p:nvPr/>
          </p:nvSpPr>
          <p:spPr>
            <a:xfrm>
              <a:off x="5519200" y="2528325"/>
              <a:ext cx="11521" cy="17125"/>
            </a:xfrm>
            <a:custGeom>
              <a:rect b="b" l="l" r="r" t="t"/>
              <a:pathLst>
                <a:path extrusionOk="0" h="654" w="440">
                  <a:moveTo>
                    <a:pt x="220" y="0"/>
                  </a:moveTo>
                  <a:cubicBezTo>
                    <a:pt x="111" y="0"/>
                    <a:pt x="1" y="72"/>
                    <a:pt x="1" y="215"/>
                  </a:cubicBezTo>
                  <a:lnTo>
                    <a:pt x="1" y="435"/>
                  </a:lnTo>
                  <a:cubicBezTo>
                    <a:pt x="1" y="559"/>
                    <a:pt x="106" y="654"/>
                    <a:pt x="220" y="654"/>
                  </a:cubicBezTo>
                  <a:cubicBezTo>
                    <a:pt x="344" y="654"/>
                    <a:pt x="440" y="559"/>
                    <a:pt x="440" y="435"/>
                  </a:cubicBezTo>
                  <a:lnTo>
                    <a:pt x="440" y="215"/>
                  </a:lnTo>
                  <a:cubicBezTo>
                    <a:pt x="440" y="72"/>
                    <a:pt x="330" y="0"/>
                    <a:pt x="220" y="0"/>
                  </a:cubicBezTo>
                  <a:close/>
                </a:path>
              </a:pathLst>
            </a:custGeom>
            <a:solidFill>
              <a:srgbClr val="213B5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100" name="Google Shape;16100;p44"/>
            <p:cNvSpPr/>
            <p:nvPr/>
          </p:nvSpPr>
          <p:spPr>
            <a:xfrm>
              <a:off x="5462248" y="2573415"/>
              <a:ext cx="56979" cy="28489"/>
            </a:xfrm>
            <a:custGeom>
              <a:rect b="b" l="l" r="r" t="t"/>
              <a:pathLst>
                <a:path extrusionOk="0" h="1088" w="2176">
                  <a:moveTo>
                    <a:pt x="144" y="0"/>
                  </a:moveTo>
                  <a:cubicBezTo>
                    <a:pt x="58" y="0"/>
                    <a:pt x="1" y="77"/>
                    <a:pt x="10" y="153"/>
                  </a:cubicBezTo>
                  <a:cubicBezTo>
                    <a:pt x="87" y="697"/>
                    <a:pt x="544" y="1088"/>
                    <a:pt x="1088" y="1088"/>
                  </a:cubicBezTo>
                  <a:cubicBezTo>
                    <a:pt x="1632" y="1088"/>
                    <a:pt x="2090" y="697"/>
                    <a:pt x="2166" y="153"/>
                  </a:cubicBezTo>
                  <a:cubicBezTo>
                    <a:pt x="2176" y="77"/>
                    <a:pt x="2119" y="0"/>
                    <a:pt x="2042" y="0"/>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101" name="Google Shape;16101;p44"/>
            <p:cNvSpPr/>
            <p:nvPr/>
          </p:nvSpPr>
          <p:spPr>
            <a:xfrm>
              <a:off x="5442766" y="2504680"/>
              <a:ext cx="28201" cy="17544"/>
            </a:xfrm>
            <a:custGeom>
              <a:rect b="b" l="l" r="r" t="t"/>
              <a:pathLst>
                <a:path extrusionOk="0" h="670" w="1077">
                  <a:moveTo>
                    <a:pt x="757" y="1"/>
                  </a:moveTo>
                  <a:cubicBezTo>
                    <a:pt x="723" y="1"/>
                    <a:pt x="687" y="10"/>
                    <a:pt x="649" y="31"/>
                  </a:cubicBezTo>
                  <a:lnTo>
                    <a:pt x="210" y="250"/>
                  </a:lnTo>
                  <a:cubicBezTo>
                    <a:pt x="1" y="355"/>
                    <a:pt x="77" y="670"/>
                    <a:pt x="306" y="670"/>
                  </a:cubicBezTo>
                  <a:cubicBezTo>
                    <a:pt x="344" y="660"/>
                    <a:pt x="373" y="660"/>
                    <a:pt x="401" y="641"/>
                  </a:cubicBezTo>
                  <a:lnTo>
                    <a:pt x="840" y="422"/>
                  </a:lnTo>
                  <a:cubicBezTo>
                    <a:pt x="1077" y="316"/>
                    <a:pt x="958" y="1"/>
                    <a:pt x="757" y="1"/>
                  </a:cubicBezTo>
                  <a:close/>
                </a:path>
              </a:pathLst>
            </a:custGeom>
            <a:solidFill>
              <a:srgbClr val="F4F7F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102" name="Google Shape;16102;p44"/>
            <p:cNvSpPr/>
            <p:nvPr/>
          </p:nvSpPr>
          <p:spPr>
            <a:xfrm>
              <a:off x="5511057" y="2504889"/>
              <a:ext cx="27651" cy="17334"/>
            </a:xfrm>
            <a:custGeom>
              <a:rect b="b" l="l" r="r" t="t"/>
              <a:pathLst>
                <a:path extrusionOk="0" h="662" w="1056">
                  <a:moveTo>
                    <a:pt x="320" y="1"/>
                  </a:moveTo>
                  <a:cubicBezTo>
                    <a:pt x="117" y="1"/>
                    <a:pt x="1" y="298"/>
                    <a:pt x="216" y="414"/>
                  </a:cubicBezTo>
                  <a:lnTo>
                    <a:pt x="655" y="633"/>
                  </a:lnTo>
                  <a:cubicBezTo>
                    <a:pt x="684" y="652"/>
                    <a:pt x="722" y="652"/>
                    <a:pt x="751" y="662"/>
                  </a:cubicBezTo>
                  <a:cubicBezTo>
                    <a:pt x="980" y="662"/>
                    <a:pt x="1056" y="347"/>
                    <a:pt x="846" y="242"/>
                  </a:cubicBezTo>
                  <a:lnTo>
                    <a:pt x="417" y="23"/>
                  </a:lnTo>
                  <a:cubicBezTo>
                    <a:pt x="383" y="8"/>
                    <a:pt x="351" y="1"/>
                    <a:pt x="320" y="1"/>
                  </a:cubicBezTo>
                  <a:close/>
                </a:path>
              </a:pathLst>
            </a:custGeom>
            <a:solidFill>
              <a:srgbClr val="F4F7F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103" name="Google Shape;16103;p44"/>
            <p:cNvSpPr/>
            <p:nvPr/>
          </p:nvSpPr>
          <p:spPr>
            <a:xfrm>
              <a:off x="5470758" y="2536442"/>
              <a:ext cx="39984" cy="39984"/>
            </a:xfrm>
            <a:custGeom>
              <a:rect b="b" l="l" r="r" t="t"/>
              <a:pathLst>
                <a:path extrusionOk="0" h="1527" w="1527">
                  <a:moveTo>
                    <a:pt x="763" y="1"/>
                  </a:moveTo>
                  <a:cubicBezTo>
                    <a:pt x="344" y="1"/>
                    <a:pt x="0" y="344"/>
                    <a:pt x="0" y="764"/>
                  </a:cubicBezTo>
                  <a:cubicBezTo>
                    <a:pt x="0" y="1183"/>
                    <a:pt x="344" y="1527"/>
                    <a:pt x="763" y="1527"/>
                  </a:cubicBezTo>
                  <a:cubicBezTo>
                    <a:pt x="1183" y="1527"/>
                    <a:pt x="1526" y="1183"/>
                    <a:pt x="1526" y="764"/>
                  </a:cubicBezTo>
                  <a:cubicBezTo>
                    <a:pt x="1526" y="344"/>
                    <a:pt x="1183" y="1"/>
                    <a:pt x="763" y="1"/>
                  </a:cubicBezTo>
                  <a:close/>
                </a:path>
              </a:pathLst>
            </a:custGeom>
            <a:solidFill>
              <a:srgbClr val="909DA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104" name="Google Shape;16104;p44"/>
            <p:cNvSpPr/>
            <p:nvPr/>
          </p:nvSpPr>
          <p:spPr>
            <a:xfrm>
              <a:off x="5466987" y="2538694"/>
              <a:ext cx="41503" cy="37549"/>
            </a:xfrm>
            <a:custGeom>
              <a:rect b="b" l="l" r="r" t="t"/>
              <a:pathLst>
                <a:path extrusionOk="0" h="1434" w="1585">
                  <a:moveTo>
                    <a:pt x="564" y="0"/>
                  </a:moveTo>
                  <a:cubicBezTo>
                    <a:pt x="106" y="239"/>
                    <a:pt x="1" y="849"/>
                    <a:pt x="373" y="1212"/>
                  </a:cubicBezTo>
                  <a:cubicBezTo>
                    <a:pt x="523" y="1362"/>
                    <a:pt x="715" y="1433"/>
                    <a:pt x="906" y="1433"/>
                  </a:cubicBezTo>
                  <a:cubicBezTo>
                    <a:pt x="1177" y="1433"/>
                    <a:pt x="1445" y="1290"/>
                    <a:pt x="1585" y="1021"/>
                  </a:cubicBezTo>
                  <a:lnTo>
                    <a:pt x="1585" y="1021"/>
                  </a:lnTo>
                  <a:cubicBezTo>
                    <a:pt x="1480" y="1078"/>
                    <a:pt x="1356" y="1107"/>
                    <a:pt x="1232" y="1107"/>
                  </a:cubicBezTo>
                  <a:cubicBezTo>
                    <a:pt x="812" y="1107"/>
                    <a:pt x="468" y="773"/>
                    <a:pt x="468" y="344"/>
                  </a:cubicBezTo>
                  <a:cubicBezTo>
                    <a:pt x="468" y="229"/>
                    <a:pt x="507" y="105"/>
                    <a:pt x="564" y="0"/>
                  </a:cubicBezTo>
                  <a:close/>
                </a:path>
              </a:pathLst>
            </a:custGeom>
            <a:solidFill>
              <a:srgbClr val="6F809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105" name="Google Shape;16105;p44"/>
            <p:cNvSpPr/>
            <p:nvPr/>
          </p:nvSpPr>
          <p:spPr>
            <a:xfrm>
              <a:off x="5405060" y="2430655"/>
              <a:ext cx="171616" cy="100079"/>
            </a:xfrm>
            <a:custGeom>
              <a:rect b="b" l="l" r="r" t="t"/>
              <a:pathLst>
                <a:path extrusionOk="0" h="3822" w="6554">
                  <a:moveTo>
                    <a:pt x="3289" y="1"/>
                  </a:moveTo>
                  <a:cubicBezTo>
                    <a:pt x="3233" y="1"/>
                    <a:pt x="3176" y="2"/>
                    <a:pt x="3120" y="5"/>
                  </a:cubicBezTo>
                  <a:cubicBezTo>
                    <a:pt x="1355" y="91"/>
                    <a:pt x="0" y="1608"/>
                    <a:pt x="0" y="3363"/>
                  </a:cubicBezTo>
                  <a:lnTo>
                    <a:pt x="0" y="3821"/>
                  </a:lnTo>
                  <a:lnTo>
                    <a:pt x="525" y="3754"/>
                  </a:lnTo>
                  <a:cubicBezTo>
                    <a:pt x="725" y="3735"/>
                    <a:pt x="878" y="3564"/>
                    <a:pt x="878" y="3354"/>
                  </a:cubicBezTo>
                  <a:cubicBezTo>
                    <a:pt x="878" y="2037"/>
                    <a:pt x="1908" y="902"/>
                    <a:pt x="3234" y="873"/>
                  </a:cubicBezTo>
                  <a:cubicBezTo>
                    <a:pt x="3246" y="873"/>
                    <a:pt x="3258" y="873"/>
                    <a:pt x="3269" y="873"/>
                  </a:cubicBezTo>
                  <a:cubicBezTo>
                    <a:pt x="4598" y="873"/>
                    <a:pt x="5676" y="1944"/>
                    <a:pt x="5676" y="3277"/>
                  </a:cubicBezTo>
                  <a:lnTo>
                    <a:pt x="5676" y="3354"/>
                  </a:lnTo>
                  <a:cubicBezTo>
                    <a:pt x="5676" y="3564"/>
                    <a:pt x="5829" y="3735"/>
                    <a:pt x="6039" y="3754"/>
                  </a:cubicBezTo>
                  <a:lnTo>
                    <a:pt x="6554" y="3821"/>
                  </a:lnTo>
                  <a:lnTo>
                    <a:pt x="6554" y="3277"/>
                  </a:lnTo>
                  <a:cubicBezTo>
                    <a:pt x="6554" y="1464"/>
                    <a:pt x="5083" y="1"/>
                    <a:pt x="3289" y="1"/>
                  </a:cubicBezTo>
                  <a:close/>
                </a:path>
              </a:pathLst>
            </a:custGeom>
            <a:solidFill>
              <a:srgbClr val="6F809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106" name="Google Shape;16106;p44"/>
            <p:cNvSpPr/>
            <p:nvPr/>
          </p:nvSpPr>
          <p:spPr>
            <a:xfrm>
              <a:off x="5456749" y="2419159"/>
              <a:ext cx="119692" cy="91307"/>
            </a:xfrm>
            <a:custGeom>
              <a:rect b="b" l="l" r="r" t="t"/>
              <a:pathLst>
                <a:path extrusionOk="0" h="3487" w="4571">
                  <a:moveTo>
                    <a:pt x="1192" y="0"/>
                  </a:moveTo>
                  <a:cubicBezTo>
                    <a:pt x="833" y="0"/>
                    <a:pt x="479" y="197"/>
                    <a:pt x="306" y="559"/>
                  </a:cubicBezTo>
                  <a:cubicBezTo>
                    <a:pt x="1" y="1179"/>
                    <a:pt x="421" y="1904"/>
                    <a:pt x="1107" y="1951"/>
                  </a:cubicBezTo>
                  <a:cubicBezTo>
                    <a:pt x="1088" y="2028"/>
                    <a:pt x="1079" y="2104"/>
                    <a:pt x="1079" y="2180"/>
                  </a:cubicBezTo>
                  <a:cubicBezTo>
                    <a:pt x="1079" y="2667"/>
                    <a:pt x="1470" y="3058"/>
                    <a:pt x="1947" y="3058"/>
                  </a:cubicBezTo>
                  <a:cubicBezTo>
                    <a:pt x="2081" y="3058"/>
                    <a:pt x="2214" y="3020"/>
                    <a:pt x="2329" y="2963"/>
                  </a:cubicBezTo>
                  <a:cubicBezTo>
                    <a:pt x="2538" y="3308"/>
                    <a:pt x="2899" y="3487"/>
                    <a:pt x="3263" y="3487"/>
                  </a:cubicBezTo>
                  <a:cubicBezTo>
                    <a:pt x="3563" y="3487"/>
                    <a:pt x="3864" y="3365"/>
                    <a:pt x="4084" y="3115"/>
                  </a:cubicBezTo>
                  <a:cubicBezTo>
                    <a:pt x="4570" y="2552"/>
                    <a:pt x="4370" y="1684"/>
                    <a:pt x="3693" y="1398"/>
                  </a:cubicBezTo>
                  <a:cubicBezTo>
                    <a:pt x="3624" y="701"/>
                    <a:pt x="3032" y="219"/>
                    <a:pt x="2382" y="219"/>
                  </a:cubicBezTo>
                  <a:cubicBezTo>
                    <a:pt x="2222" y="219"/>
                    <a:pt x="2059" y="248"/>
                    <a:pt x="1899" y="311"/>
                  </a:cubicBezTo>
                  <a:cubicBezTo>
                    <a:pt x="1705" y="100"/>
                    <a:pt x="1447" y="0"/>
                    <a:pt x="1192" y="0"/>
                  </a:cubicBezTo>
                  <a:close/>
                </a:path>
              </a:pathLst>
            </a:custGeom>
            <a:solidFill>
              <a:srgbClr val="909DA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107" name="Google Shape;16107;p44"/>
            <p:cNvSpPr/>
            <p:nvPr/>
          </p:nvSpPr>
          <p:spPr>
            <a:xfrm>
              <a:off x="5410794" y="2646864"/>
              <a:ext cx="159650" cy="81697"/>
            </a:xfrm>
            <a:custGeom>
              <a:rect b="b" l="l" r="r" t="t"/>
              <a:pathLst>
                <a:path extrusionOk="0" h="3120" w="6097">
                  <a:moveTo>
                    <a:pt x="439" y="0"/>
                  </a:moveTo>
                  <a:cubicBezTo>
                    <a:pt x="344" y="29"/>
                    <a:pt x="249" y="57"/>
                    <a:pt x="163" y="86"/>
                  </a:cubicBezTo>
                  <a:cubicBezTo>
                    <a:pt x="67" y="115"/>
                    <a:pt x="0" y="210"/>
                    <a:pt x="10" y="305"/>
                  </a:cubicBezTo>
                  <a:cubicBezTo>
                    <a:pt x="134" y="1889"/>
                    <a:pt x="1460" y="3120"/>
                    <a:pt x="3053" y="3120"/>
                  </a:cubicBezTo>
                  <a:cubicBezTo>
                    <a:pt x="4646" y="3120"/>
                    <a:pt x="5972" y="1889"/>
                    <a:pt x="6097" y="305"/>
                  </a:cubicBezTo>
                  <a:cubicBezTo>
                    <a:pt x="6097" y="210"/>
                    <a:pt x="6039" y="115"/>
                    <a:pt x="5944" y="86"/>
                  </a:cubicBezTo>
                  <a:cubicBezTo>
                    <a:pt x="5848" y="57"/>
                    <a:pt x="5763" y="29"/>
                    <a:pt x="5667" y="0"/>
                  </a:cubicBezTo>
                  <a:lnTo>
                    <a:pt x="5667" y="38"/>
                  </a:lnTo>
                  <a:cubicBezTo>
                    <a:pt x="5581" y="1412"/>
                    <a:pt x="4437" y="2481"/>
                    <a:pt x="3053" y="2481"/>
                  </a:cubicBezTo>
                  <a:cubicBezTo>
                    <a:pt x="1670" y="2481"/>
                    <a:pt x="525" y="1412"/>
                    <a:pt x="439" y="38"/>
                  </a:cubicBezTo>
                  <a:lnTo>
                    <a:pt x="439" y="0"/>
                  </a:lnTo>
                  <a:close/>
                </a:path>
              </a:pathLst>
            </a:custGeom>
            <a:solidFill>
              <a:srgbClr val="A2B5C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6108" name="Google Shape;16108;p44"/>
          <p:cNvGrpSpPr/>
          <p:nvPr/>
        </p:nvGrpSpPr>
        <p:grpSpPr>
          <a:xfrm>
            <a:off x="6709282" y="3637806"/>
            <a:ext cx="263317" cy="354493"/>
            <a:chOff x="6709282" y="3790206"/>
            <a:chExt cx="263317" cy="354493"/>
          </a:xfrm>
        </p:grpSpPr>
        <p:sp>
          <p:nvSpPr>
            <p:cNvPr id="16109" name="Google Shape;16109;p44"/>
            <p:cNvSpPr/>
            <p:nvPr/>
          </p:nvSpPr>
          <p:spPr>
            <a:xfrm>
              <a:off x="6743742" y="3790206"/>
              <a:ext cx="194371" cy="256822"/>
            </a:xfrm>
            <a:custGeom>
              <a:rect b="b" l="l" r="r" t="t"/>
              <a:pathLst>
                <a:path extrusionOk="0" h="9808" w="7423">
                  <a:moveTo>
                    <a:pt x="3712" y="0"/>
                  </a:moveTo>
                  <a:cubicBezTo>
                    <a:pt x="1661" y="0"/>
                    <a:pt x="1" y="1660"/>
                    <a:pt x="1" y="3711"/>
                  </a:cubicBezTo>
                  <a:lnTo>
                    <a:pt x="1" y="5381"/>
                  </a:lnTo>
                  <a:cubicBezTo>
                    <a:pt x="1" y="8310"/>
                    <a:pt x="1823" y="9807"/>
                    <a:pt x="1823" y="9807"/>
                  </a:cubicBezTo>
                  <a:lnTo>
                    <a:pt x="7423" y="9807"/>
                  </a:lnTo>
                  <a:lnTo>
                    <a:pt x="7423" y="3711"/>
                  </a:lnTo>
                  <a:cubicBezTo>
                    <a:pt x="7423" y="1660"/>
                    <a:pt x="5763" y="0"/>
                    <a:pt x="3712" y="0"/>
                  </a:cubicBezTo>
                  <a:close/>
                </a:path>
              </a:pathLst>
            </a:custGeom>
            <a:solidFill>
              <a:srgbClr val="E7ECF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110" name="Google Shape;16110;p44"/>
            <p:cNvSpPr/>
            <p:nvPr/>
          </p:nvSpPr>
          <p:spPr>
            <a:xfrm>
              <a:off x="6743742" y="3790206"/>
              <a:ext cx="97199" cy="256822"/>
            </a:xfrm>
            <a:custGeom>
              <a:rect b="b" l="l" r="r" t="t"/>
              <a:pathLst>
                <a:path extrusionOk="0" h="9808" w="3712">
                  <a:moveTo>
                    <a:pt x="3712" y="0"/>
                  </a:moveTo>
                  <a:cubicBezTo>
                    <a:pt x="1661" y="0"/>
                    <a:pt x="1" y="1660"/>
                    <a:pt x="1" y="3711"/>
                  </a:cubicBezTo>
                  <a:lnTo>
                    <a:pt x="1" y="5381"/>
                  </a:lnTo>
                  <a:cubicBezTo>
                    <a:pt x="1" y="8310"/>
                    <a:pt x="1823" y="9807"/>
                    <a:pt x="1823" y="9807"/>
                  </a:cubicBezTo>
                  <a:lnTo>
                    <a:pt x="3712" y="9807"/>
                  </a:lnTo>
                  <a:lnTo>
                    <a:pt x="3712" y="0"/>
                  </a:lnTo>
                  <a:close/>
                </a:path>
              </a:pathLst>
            </a:custGeom>
            <a:solidFill>
              <a:srgbClr val="DAE2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111" name="Google Shape;16111;p44"/>
            <p:cNvSpPr/>
            <p:nvPr/>
          </p:nvSpPr>
          <p:spPr>
            <a:xfrm>
              <a:off x="6709282" y="3990286"/>
              <a:ext cx="263316" cy="154413"/>
            </a:xfrm>
            <a:custGeom>
              <a:rect b="b" l="l" r="r" t="t"/>
              <a:pathLst>
                <a:path extrusionOk="0" h="5897" w="10056">
                  <a:moveTo>
                    <a:pt x="3721" y="1"/>
                  </a:moveTo>
                  <a:lnTo>
                    <a:pt x="3721" y="1346"/>
                  </a:lnTo>
                  <a:cubicBezTo>
                    <a:pt x="3721" y="1718"/>
                    <a:pt x="3482" y="2052"/>
                    <a:pt x="3139" y="2176"/>
                  </a:cubicBezTo>
                  <a:lnTo>
                    <a:pt x="878" y="2968"/>
                  </a:lnTo>
                  <a:cubicBezTo>
                    <a:pt x="353" y="3158"/>
                    <a:pt x="10" y="3655"/>
                    <a:pt x="0" y="4208"/>
                  </a:cubicBezTo>
                  <a:lnTo>
                    <a:pt x="0" y="5248"/>
                  </a:lnTo>
                  <a:cubicBezTo>
                    <a:pt x="0" y="5610"/>
                    <a:pt x="296" y="5896"/>
                    <a:pt x="658" y="5896"/>
                  </a:cubicBezTo>
                  <a:lnTo>
                    <a:pt x="9397" y="5896"/>
                  </a:lnTo>
                  <a:cubicBezTo>
                    <a:pt x="9759" y="5896"/>
                    <a:pt x="10055" y="5610"/>
                    <a:pt x="10055" y="5248"/>
                  </a:cubicBezTo>
                  <a:lnTo>
                    <a:pt x="10055" y="4208"/>
                  </a:lnTo>
                  <a:cubicBezTo>
                    <a:pt x="10055" y="3655"/>
                    <a:pt x="9702" y="3158"/>
                    <a:pt x="9178" y="2968"/>
                  </a:cubicBezTo>
                  <a:lnTo>
                    <a:pt x="6926" y="2176"/>
                  </a:lnTo>
                  <a:cubicBezTo>
                    <a:pt x="6573" y="2052"/>
                    <a:pt x="6344" y="1718"/>
                    <a:pt x="6344" y="1346"/>
                  </a:cubicBezTo>
                  <a:lnTo>
                    <a:pt x="6344" y="1"/>
                  </a:lnTo>
                  <a:close/>
                </a:path>
              </a:pathLst>
            </a:custGeom>
            <a:solidFill>
              <a:srgbClr val="F2F4F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112" name="Google Shape;16112;p44"/>
            <p:cNvSpPr/>
            <p:nvPr/>
          </p:nvSpPr>
          <p:spPr>
            <a:xfrm>
              <a:off x="6709518" y="4050747"/>
              <a:ext cx="263081" cy="93952"/>
            </a:xfrm>
            <a:custGeom>
              <a:rect b="b" l="l" r="r" t="t"/>
              <a:pathLst>
                <a:path extrusionOk="0" h="3588" w="10047">
                  <a:moveTo>
                    <a:pt x="2748" y="0"/>
                  </a:moveTo>
                  <a:lnTo>
                    <a:pt x="869" y="659"/>
                  </a:lnTo>
                  <a:cubicBezTo>
                    <a:pt x="354" y="849"/>
                    <a:pt x="1" y="1346"/>
                    <a:pt x="1" y="1899"/>
                  </a:cubicBezTo>
                  <a:lnTo>
                    <a:pt x="1" y="2939"/>
                  </a:lnTo>
                  <a:cubicBezTo>
                    <a:pt x="1" y="3301"/>
                    <a:pt x="296" y="3587"/>
                    <a:pt x="659" y="3587"/>
                  </a:cubicBezTo>
                  <a:lnTo>
                    <a:pt x="9388" y="3587"/>
                  </a:lnTo>
                  <a:cubicBezTo>
                    <a:pt x="9750" y="3587"/>
                    <a:pt x="10046" y="3301"/>
                    <a:pt x="10046" y="2939"/>
                  </a:cubicBezTo>
                  <a:lnTo>
                    <a:pt x="10046" y="1899"/>
                  </a:lnTo>
                  <a:cubicBezTo>
                    <a:pt x="10046" y="1346"/>
                    <a:pt x="9693" y="849"/>
                    <a:pt x="9169" y="659"/>
                  </a:cubicBezTo>
                  <a:lnTo>
                    <a:pt x="7299" y="0"/>
                  </a:lnTo>
                  <a:cubicBezTo>
                    <a:pt x="6965" y="973"/>
                    <a:pt x="6049" y="1622"/>
                    <a:pt x="5019" y="1622"/>
                  </a:cubicBezTo>
                  <a:cubicBezTo>
                    <a:pt x="3998" y="1622"/>
                    <a:pt x="3082" y="973"/>
                    <a:pt x="2748" y="0"/>
                  </a:cubicBezTo>
                  <a:close/>
                </a:path>
              </a:pathLst>
            </a:custGeom>
            <a:solidFill>
              <a:srgbClr val="ACB9C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113" name="Google Shape;16113;p44"/>
            <p:cNvSpPr/>
            <p:nvPr/>
          </p:nvSpPr>
          <p:spPr>
            <a:xfrm>
              <a:off x="6760238" y="4050747"/>
              <a:ext cx="161902" cy="65463"/>
            </a:xfrm>
            <a:custGeom>
              <a:rect b="b" l="l" r="r" t="t"/>
              <a:pathLst>
                <a:path extrusionOk="0" h="2500" w="6183">
                  <a:moveTo>
                    <a:pt x="821" y="0"/>
                  </a:moveTo>
                  <a:lnTo>
                    <a:pt x="0" y="287"/>
                  </a:lnTo>
                  <a:cubicBezTo>
                    <a:pt x="449" y="1613"/>
                    <a:pt x="1689" y="2500"/>
                    <a:pt x="3082" y="2500"/>
                  </a:cubicBezTo>
                  <a:cubicBezTo>
                    <a:pt x="4484" y="2500"/>
                    <a:pt x="5734" y="1613"/>
                    <a:pt x="6182" y="287"/>
                  </a:cubicBezTo>
                  <a:lnTo>
                    <a:pt x="5362" y="0"/>
                  </a:lnTo>
                  <a:cubicBezTo>
                    <a:pt x="5028" y="973"/>
                    <a:pt x="4122" y="1622"/>
                    <a:pt x="3091" y="1622"/>
                  </a:cubicBezTo>
                  <a:cubicBezTo>
                    <a:pt x="2061" y="1622"/>
                    <a:pt x="1145" y="973"/>
                    <a:pt x="821" y="0"/>
                  </a:cubicBezTo>
                  <a:close/>
                </a:path>
              </a:pathLst>
            </a:custGeom>
            <a:solidFill>
              <a:srgbClr val="E7E9E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114" name="Google Shape;16114;p44"/>
            <p:cNvSpPr/>
            <p:nvPr/>
          </p:nvSpPr>
          <p:spPr>
            <a:xfrm>
              <a:off x="6712267" y="4077220"/>
              <a:ext cx="48730" cy="67479"/>
            </a:xfrm>
            <a:custGeom>
              <a:rect b="b" l="l" r="r" t="t"/>
              <a:pathLst>
                <a:path extrusionOk="0" h="2577" w="1861">
                  <a:moveTo>
                    <a:pt x="239" y="1"/>
                  </a:moveTo>
                  <a:cubicBezTo>
                    <a:pt x="144" y="106"/>
                    <a:pt x="58" y="239"/>
                    <a:pt x="1" y="373"/>
                  </a:cubicBezTo>
                  <a:lnTo>
                    <a:pt x="1193" y="1393"/>
                  </a:lnTo>
                  <a:cubicBezTo>
                    <a:pt x="1336" y="1517"/>
                    <a:pt x="1422" y="1699"/>
                    <a:pt x="1422" y="1890"/>
                  </a:cubicBezTo>
                  <a:lnTo>
                    <a:pt x="1422" y="2576"/>
                  </a:lnTo>
                  <a:lnTo>
                    <a:pt x="1861" y="2576"/>
                  </a:lnTo>
                  <a:lnTo>
                    <a:pt x="1861" y="1890"/>
                  </a:lnTo>
                  <a:cubicBezTo>
                    <a:pt x="1861" y="1575"/>
                    <a:pt x="1718" y="1269"/>
                    <a:pt x="1479" y="1060"/>
                  </a:cubicBezTo>
                  <a:lnTo>
                    <a:pt x="239" y="1"/>
                  </a:lnTo>
                  <a:close/>
                </a:path>
              </a:pathLst>
            </a:custGeom>
            <a:solidFill>
              <a:srgbClr val="899CA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115" name="Google Shape;16115;p44"/>
            <p:cNvSpPr/>
            <p:nvPr/>
          </p:nvSpPr>
          <p:spPr>
            <a:xfrm>
              <a:off x="6806691" y="3990286"/>
              <a:ext cx="68736" cy="28515"/>
            </a:xfrm>
            <a:custGeom>
              <a:rect b="b" l="l" r="r" t="t"/>
              <a:pathLst>
                <a:path extrusionOk="0" h="1089" w="2625">
                  <a:moveTo>
                    <a:pt x="1" y="1"/>
                  </a:moveTo>
                  <a:lnTo>
                    <a:pt x="1" y="812"/>
                  </a:lnTo>
                  <a:lnTo>
                    <a:pt x="10" y="812"/>
                  </a:lnTo>
                  <a:cubicBezTo>
                    <a:pt x="373" y="974"/>
                    <a:pt x="764" y="1069"/>
                    <a:pt x="1155" y="1088"/>
                  </a:cubicBezTo>
                  <a:lnTo>
                    <a:pt x="1317" y="1088"/>
                  </a:lnTo>
                  <a:cubicBezTo>
                    <a:pt x="1766" y="1088"/>
                    <a:pt x="2214" y="993"/>
                    <a:pt x="2624" y="812"/>
                  </a:cubicBezTo>
                  <a:lnTo>
                    <a:pt x="2624" y="1"/>
                  </a:lnTo>
                  <a:close/>
                </a:path>
              </a:pathLst>
            </a:custGeom>
            <a:solidFill>
              <a:srgbClr val="EEF1F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116" name="Google Shape;16116;p44"/>
            <p:cNvSpPr/>
            <p:nvPr/>
          </p:nvSpPr>
          <p:spPr>
            <a:xfrm>
              <a:off x="6748743" y="3858889"/>
              <a:ext cx="184369" cy="148652"/>
            </a:xfrm>
            <a:custGeom>
              <a:rect b="b" l="l" r="r" t="t"/>
              <a:pathLst>
                <a:path extrusionOk="0" h="5677" w="7041">
                  <a:moveTo>
                    <a:pt x="2214" y="1"/>
                  </a:moveTo>
                  <a:cubicBezTo>
                    <a:pt x="1613" y="1"/>
                    <a:pt x="1117" y="487"/>
                    <a:pt x="1117" y="1088"/>
                  </a:cubicBezTo>
                  <a:lnTo>
                    <a:pt x="1117" y="1451"/>
                  </a:lnTo>
                  <a:cubicBezTo>
                    <a:pt x="1117" y="1727"/>
                    <a:pt x="888" y="1966"/>
                    <a:pt x="601" y="1966"/>
                  </a:cubicBezTo>
                  <a:cubicBezTo>
                    <a:pt x="595" y="1966"/>
                    <a:pt x="589" y="1966"/>
                    <a:pt x="583" y="1966"/>
                  </a:cubicBezTo>
                  <a:cubicBezTo>
                    <a:pt x="304" y="1966"/>
                    <a:pt x="66" y="2173"/>
                    <a:pt x="29" y="2452"/>
                  </a:cubicBezTo>
                  <a:cubicBezTo>
                    <a:pt x="0" y="2777"/>
                    <a:pt x="248" y="3054"/>
                    <a:pt x="573" y="3054"/>
                  </a:cubicBezTo>
                  <a:lnTo>
                    <a:pt x="697" y="3054"/>
                  </a:lnTo>
                  <a:cubicBezTo>
                    <a:pt x="802" y="4532"/>
                    <a:pt x="2042" y="5677"/>
                    <a:pt x="3521" y="5677"/>
                  </a:cubicBezTo>
                  <a:cubicBezTo>
                    <a:pt x="4999" y="5677"/>
                    <a:pt x="6240" y="4532"/>
                    <a:pt x="6354" y="3054"/>
                  </a:cubicBezTo>
                  <a:lnTo>
                    <a:pt x="6469" y="3054"/>
                  </a:lnTo>
                  <a:cubicBezTo>
                    <a:pt x="6793" y="3054"/>
                    <a:pt x="7041" y="2777"/>
                    <a:pt x="7012" y="2452"/>
                  </a:cubicBezTo>
                  <a:cubicBezTo>
                    <a:pt x="6975" y="2173"/>
                    <a:pt x="6737" y="1966"/>
                    <a:pt x="6459" y="1966"/>
                  </a:cubicBezTo>
                  <a:cubicBezTo>
                    <a:pt x="6452" y="1966"/>
                    <a:pt x="6446" y="1966"/>
                    <a:pt x="6440" y="1966"/>
                  </a:cubicBezTo>
                  <a:cubicBezTo>
                    <a:pt x="6154" y="1966"/>
                    <a:pt x="5925" y="1727"/>
                    <a:pt x="5925" y="1451"/>
                  </a:cubicBezTo>
                  <a:lnTo>
                    <a:pt x="5925" y="1088"/>
                  </a:lnTo>
                  <a:cubicBezTo>
                    <a:pt x="5925" y="487"/>
                    <a:pt x="5438" y="1"/>
                    <a:pt x="4837" y="1"/>
                  </a:cubicBezTo>
                  <a:close/>
                </a:path>
              </a:pathLst>
            </a:custGeom>
            <a:solidFill>
              <a:srgbClr val="F6F8F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117" name="Google Shape;16117;p44"/>
            <p:cNvSpPr/>
            <p:nvPr/>
          </p:nvSpPr>
          <p:spPr>
            <a:xfrm>
              <a:off x="6748743" y="3858889"/>
              <a:ext cx="183635" cy="148652"/>
            </a:xfrm>
            <a:custGeom>
              <a:rect b="b" l="l" r="r" t="t"/>
              <a:pathLst>
                <a:path extrusionOk="0" h="5677" w="7013">
                  <a:moveTo>
                    <a:pt x="2214" y="1"/>
                  </a:moveTo>
                  <a:cubicBezTo>
                    <a:pt x="1975" y="1"/>
                    <a:pt x="1746" y="77"/>
                    <a:pt x="1555" y="220"/>
                  </a:cubicBezTo>
                  <a:cubicBezTo>
                    <a:pt x="1288" y="430"/>
                    <a:pt x="1126" y="745"/>
                    <a:pt x="1126" y="1088"/>
                  </a:cubicBezTo>
                  <a:lnTo>
                    <a:pt x="1126" y="1470"/>
                  </a:lnTo>
                  <a:cubicBezTo>
                    <a:pt x="1117" y="1750"/>
                    <a:pt x="888" y="1966"/>
                    <a:pt x="619" y="1966"/>
                  </a:cubicBezTo>
                  <a:cubicBezTo>
                    <a:pt x="613" y="1966"/>
                    <a:pt x="607" y="1966"/>
                    <a:pt x="601" y="1966"/>
                  </a:cubicBezTo>
                  <a:cubicBezTo>
                    <a:pt x="315" y="1966"/>
                    <a:pt x="67" y="2176"/>
                    <a:pt x="29" y="2452"/>
                  </a:cubicBezTo>
                  <a:cubicBezTo>
                    <a:pt x="0" y="2777"/>
                    <a:pt x="248" y="3063"/>
                    <a:pt x="573" y="3063"/>
                  </a:cubicBezTo>
                  <a:lnTo>
                    <a:pt x="697" y="3063"/>
                  </a:lnTo>
                  <a:cubicBezTo>
                    <a:pt x="800" y="4557"/>
                    <a:pt x="2054" y="5676"/>
                    <a:pt x="3501" y="5676"/>
                  </a:cubicBezTo>
                  <a:cubicBezTo>
                    <a:pt x="3652" y="5676"/>
                    <a:pt x="3805" y="5664"/>
                    <a:pt x="3960" y="5639"/>
                  </a:cubicBezTo>
                  <a:cubicBezTo>
                    <a:pt x="2576" y="5429"/>
                    <a:pt x="1555" y="4236"/>
                    <a:pt x="1555" y="2844"/>
                  </a:cubicBezTo>
                  <a:lnTo>
                    <a:pt x="1555" y="1499"/>
                  </a:lnTo>
                  <a:cubicBezTo>
                    <a:pt x="1555" y="1117"/>
                    <a:pt x="1842" y="802"/>
                    <a:pt x="2214" y="745"/>
                  </a:cubicBezTo>
                  <a:lnTo>
                    <a:pt x="2223" y="745"/>
                  </a:lnTo>
                  <a:cubicBezTo>
                    <a:pt x="2258" y="740"/>
                    <a:pt x="2293" y="738"/>
                    <a:pt x="2329" y="738"/>
                  </a:cubicBezTo>
                  <a:cubicBezTo>
                    <a:pt x="2505" y="738"/>
                    <a:pt x="2680" y="797"/>
                    <a:pt x="2815" y="917"/>
                  </a:cubicBezTo>
                  <a:cubicBezTo>
                    <a:pt x="3912" y="1862"/>
                    <a:pt x="5318" y="2395"/>
                    <a:pt x="6764" y="2395"/>
                  </a:cubicBezTo>
                  <a:cubicBezTo>
                    <a:pt x="6777" y="2395"/>
                    <a:pt x="6790" y="2395"/>
                    <a:pt x="6802" y="2395"/>
                  </a:cubicBezTo>
                  <a:lnTo>
                    <a:pt x="7012" y="2395"/>
                  </a:lnTo>
                  <a:cubicBezTo>
                    <a:pt x="6947" y="2144"/>
                    <a:pt x="6719" y="1966"/>
                    <a:pt x="6460" y="1966"/>
                  </a:cubicBezTo>
                  <a:cubicBezTo>
                    <a:pt x="6453" y="1966"/>
                    <a:pt x="6447" y="1966"/>
                    <a:pt x="6440" y="1966"/>
                  </a:cubicBezTo>
                  <a:cubicBezTo>
                    <a:pt x="6154" y="1966"/>
                    <a:pt x="5925" y="1737"/>
                    <a:pt x="5934" y="1451"/>
                  </a:cubicBezTo>
                  <a:lnTo>
                    <a:pt x="5934" y="1098"/>
                  </a:lnTo>
                  <a:cubicBezTo>
                    <a:pt x="5934" y="487"/>
                    <a:pt x="5438" y="1"/>
                    <a:pt x="4837" y="1"/>
                  </a:cubicBezTo>
                  <a:close/>
                </a:path>
              </a:pathLst>
            </a:custGeom>
            <a:solidFill>
              <a:srgbClr val="F2F4F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118" name="Google Shape;16118;p44"/>
            <p:cNvSpPr/>
            <p:nvPr/>
          </p:nvSpPr>
          <p:spPr>
            <a:xfrm>
              <a:off x="6801192" y="3910238"/>
              <a:ext cx="11286" cy="17125"/>
            </a:xfrm>
            <a:custGeom>
              <a:rect b="b" l="l" r="r" t="t"/>
              <a:pathLst>
                <a:path extrusionOk="0" h="654" w="431">
                  <a:moveTo>
                    <a:pt x="215" y="0"/>
                  </a:moveTo>
                  <a:cubicBezTo>
                    <a:pt x="108" y="0"/>
                    <a:pt x="1" y="72"/>
                    <a:pt x="1" y="215"/>
                  </a:cubicBezTo>
                  <a:lnTo>
                    <a:pt x="1" y="434"/>
                  </a:lnTo>
                  <a:cubicBezTo>
                    <a:pt x="1" y="558"/>
                    <a:pt x="96" y="654"/>
                    <a:pt x="220" y="654"/>
                  </a:cubicBezTo>
                  <a:cubicBezTo>
                    <a:pt x="335" y="654"/>
                    <a:pt x="430" y="558"/>
                    <a:pt x="430" y="434"/>
                  </a:cubicBezTo>
                  <a:lnTo>
                    <a:pt x="430" y="215"/>
                  </a:lnTo>
                  <a:cubicBezTo>
                    <a:pt x="430" y="72"/>
                    <a:pt x="323" y="0"/>
                    <a:pt x="215" y="0"/>
                  </a:cubicBezTo>
                  <a:close/>
                </a:path>
              </a:pathLst>
            </a:custGeom>
            <a:solidFill>
              <a:srgbClr val="39516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119" name="Google Shape;16119;p44"/>
            <p:cNvSpPr/>
            <p:nvPr/>
          </p:nvSpPr>
          <p:spPr>
            <a:xfrm>
              <a:off x="6869639" y="3910238"/>
              <a:ext cx="11521" cy="17125"/>
            </a:xfrm>
            <a:custGeom>
              <a:rect b="b" l="l" r="r" t="t"/>
              <a:pathLst>
                <a:path extrusionOk="0" h="654" w="440">
                  <a:moveTo>
                    <a:pt x="220" y="0"/>
                  </a:moveTo>
                  <a:cubicBezTo>
                    <a:pt x="110" y="0"/>
                    <a:pt x="1" y="72"/>
                    <a:pt x="1" y="215"/>
                  </a:cubicBezTo>
                  <a:lnTo>
                    <a:pt x="1" y="434"/>
                  </a:lnTo>
                  <a:cubicBezTo>
                    <a:pt x="1" y="558"/>
                    <a:pt x="96" y="654"/>
                    <a:pt x="220" y="654"/>
                  </a:cubicBezTo>
                  <a:cubicBezTo>
                    <a:pt x="335" y="654"/>
                    <a:pt x="440" y="558"/>
                    <a:pt x="440" y="434"/>
                  </a:cubicBezTo>
                  <a:lnTo>
                    <a:pt x="440" y="215"/>
                  </a:lnTo>
                  <a:cubicBezTo>
                    <a:pt x="440" y="72"/>
                    <a:pt x="330" y="0"/>
                    <a:pt x="220" y="0"/>
                  </a:cubicBezTo>
                  <a:close/>
                </a:path>
              </a:pathLst>
            </a:custGeom>
            <a:solidFill>
              <a:srgbClr val="39516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120" name="Google Shape;16120;p44"/>
            <p:cNvSpPr/>
            <p:nvPr/>
          </p:nvSpPr>
          <p:spPr>
            <a:xfrm>
              <a:off x="6815724" y="3950249"/>
              <a:ext cx="50668" cy="17361"/>
            </a:xfrm>
            <a:custGeom>
              <a:rect b="b" l="l" r="r" t="t"/>
              <a:pathLst>
                <a:path extrusionOk="0" h="663" w="1935">
                  <a:moveTo>
                    <a:pt x="312" y="1"/>
                  </a:moveTo>
                  <a:cubicBezTo>
                    <a:pt x="142" y="1"/>
                    <a:pt x="0" y="222"/>
                    <a:pt x="161" y="375"/>
                  </a:cubicBezTo>
                  <a:cubicBezTo>
                    <a:pt x="372" y="558"/>
                    <a:pt x="643" y="662"/>
                    <a:pt x="926" y="662"/>
                  </a:cubicBezTo>
                  <a:cubicBezTo>
                    <a:pt x="938" y="662"/>
                    <a:pt x="950" y="662"/>
                    <a:pt x="963" y="662"/>
                  </a:cubicBezTo>
                  <a:cubicBezTo>
                    <a:pt x="975" y="662"/>
                    <a:pt x="987" y="662"/>
                    <a:pt x="1000" y="662"/>
                  </a:cubicBezTo>
                  <a:cubicBezTo>
                    <a:pt x="1283" y="662"/>
                    <a:pt x="1563" y="558"/>
                    <a:pt x="1774" y="375"/>
                  </a:cubicBezTo>
                  <a:cubicBezTo>
                    <a:pt x="1935" y="222"/>
                    <a:pt x="1792" y="1"/>
                    <a:pt x="1623" y="1"/>
                  </a:cubicBezTo>
                  <a:cubicBezTo>
                    <a:pt x="1571" y="1"/>
                    <a:pt x="1517" y="21"/>
                    <a:pt x="1468" y="70"/>
                  </a:cubicBezTo>
                  <a:cubicBezTo>
                    <a:pt x="1316" y="170"/>
                    <a:pt x="1139" y="220"/>
                    <a:pt x="964" y="220"/>
                  </a:cubicBezTo>
                  <a:cubicBezTo>
                    <a:pt x="789" y="220"/>
                    <a:pt x="614" y="170"/>
                    <a:pt x="467" y="70"/>
                  </a:cubicBezTo>
                  <a:cubicBezTo>
                    <a:pt x="418" y="21"/>
                    <a:pt x="364" y="1"/>
                    <a:pt x="312" y="1"/>
                  </a:cubicBezTo>
                  <a:close/>
                </a:path>
              </a:pathLst>
            </a:custGeom>
            <a:solidFill>
              <a:srgbClr val="E7ECF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121" name="Google Shape;16121;p44"/>
            <p:cNvSpPr/>
            <p:nvPr/>
          </p:nvSpPr>
          <p:spPr>
            <a:xfrm>
              <a:off x="6921093" y="4077220"/>
              <a:ext cx="48756" cy="67479"/>
            </a:xfrm>
            <a:custGeom>
              <a:rect b="b" l="l" r="r" t="t"/>
              <a:pathLst>
                <a:path extrusionOk="0" h="2577" w="1862">
                  <a:moveTo>
                    <a:pt x="1623" y="1"/>
                  </a:moveTo>
                  <a:lnTo>
                    <a:pt x="383" y="1060"/>
                  </a:lnTo>
                  <a:cubicBezTo>
                    <a:pt x="135" y="1269"/>
                    <a:pt x="1" y="1575"/>
                    <a:pt x="1" y="1890"/>
                  </a:cubicBezTo>
                  <a:lnTo>
                    <a:pt x="1" y="2576"/>
                  </a:lnTo>
                  <a:lnTo>
                    <a:pt x="430" y="2576"/>
                  </a:lnTo>
                  <a:lnTo>
                    <a:pt x="430" y="1890"/>
                  </a:lnTo>
                  <a:cubicBezTo>
                    <a:pt x="440" y="1699"/>
                    <a:pt x="516" y="1517"/>
                    <a:pt x="669" y="1393"/>
                  </a:cubicBezTo>
                  <a:lnTo>
                    <a:pt x="1861" y="373"/>
                  </a:lnTo>
                  <a:cubicBezTo>
                    <a:pt x="1795" y="239"/>
                    <a:pt x="1718" y="106"/>
                    <a:pt x="1623" y="1"/>
                  </a:cubicBezTo>
                  <a:close/>
                </a:path>
              </a:pathLst>
            </a:custGeom>
            <a:solidFill>
              <a:srgbClr val="899CA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122" name="Google Shape;16122;p44"/>
            <p:cNvSpPr/>
            <p:nvPr/>
          </p:nvSpPr>
          <p:spPr>
            <a:xfrm>
              <a:off x="6787209" y="3887326"/>
              <a:ext cx="33569" cy="17308"/>
            </a:xfrm>
            <a:custGeom>
              <a:rect b="b" l="l" r="r" t="t"/>
              <a:pathLst>
                <a:path extrusionOk="0" h="661" w="1282">
                  <a:moveTo>
                    <a:pt x="971" y="0"/>
                  </a:moveTo>
                  <a:cubicBezTo>
                    <a:pt x="948" y="0"/>
                    <a:pt x="923" y="4"/>
                    <a:pt x="897" y="12"/>
                  </a:cubicBezTo>
                  <a:lnTo>
                    <a:pt x="239" y="231"/>
                  </a:lnTo>
                  <a:cubicBezTo>
                    <a:pt x="1" y="308"/>
                    <a:pt x="58" y="661"/>
                    <a:pt x="306" y="661"/>
                  </a:cubicBezTo>
                  <a:cubicBezTo>
                    <a:pt x="334" y="661"/>
                    <a:pt x="354" y="661"/>
                    <a:pt x="382" y="651"/>
                  </a:cubicBezTo>
                  <a:lnTo>
                    <a:pt x="1031" y="432"/>
                  </a:lnTo>
                  <a:cubicBezTo>
                    <a:pt x="1282" y="345"/>
                    <a:pt x="1195" y="0"/>
                    <a:pt x="971" y="0"/>
                  </a:cubicBezTo>
                  <a:close/>
                </a:path>
              </a:pathLst>
            </a:custGeom>
            <a:solidFill>
              <a:srgbClr val="D4DDE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123" name="Google Shape;16123;p44"/>
            <p:cNvSpPr/>
            <p:nvPr/>
          </p:nvSpPr>
          <p:spPr>
            <a:xfrm>
              <a:off x="6785455" y="3790206"/>
              <a:ext cx="152920" cy="120163"/>
            </a:xfrm>
            <a:custGeom>
              <a:rect b="b" l="l" r="r" t="t"/>
              <a:pathLst>
                <a:path extrusionOk="0" h="4589" w="5840">
                  <a:moveTo>
                    <a:pt x="2119" y="0"/>
                  </a:moveTo>
                  <a:cubicBezTo>
                    <a:pt x="1365" y="0"/>
                    <a:pt x="621" y="229"/>
                    <a:pt x="1" y="668"/>
                  </a:cubicBezTo>
                  <a:cubicBezTo>
                    <a:pt x="764" y="3005"/>
                    <a:pt x="2939" y="4589"/>
                    <a:pt x="5400" y="4589"/>
                  </a:cubicBezTo>
                  <a:cubicBezTo>
                    <a:pt x="5544" y="4589"/>
                    <a:pt x="5696" y="4579"/>
                    <a:pt x="5839" y="4570"/>
                  </a:cubicBezTo>
                  <a:lnTo>
                    <a:pt x="5839" y="3711"/>
                  </a:lnTo>
                  <a:cubicBezTo>
                    <a:pt x="5839" y="1660"/>
                    <a:pt x="4170" y="0"/>
                    <a:pt x="2119" y="0"/>
                  </a:cubicBezTo>
                  <a:close/>
                </a:path>
              </a:pathLst>
            </a:custGeom>
            <a:solidFill>
              <a:srgbClr val="E7ECF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124" name="Google Shape;16124;p44"/>
            <p:cNvSpPr/>
            <p:nvPr/>
          </p:nvSpPr>
          <p:spPr>
            <a:xfrm>
              <a:off x="6875400" y="4007280"/>
              <a:ext cx="62975" cy="137419"/>
            </a:xfrm>
            <a:custGeom>
              <a:rect b="b" l="l" r="r" t="t"/>
              <a:pathLst>
                <a:path extrusionOk="0" h="5248" w="2405">
                  <a:moveTo>
                    <a:pt x="2404" y="0"/>
                  </a:moveTo>
                  <a:lnTo>
                    <a:pt x="0" y="10"/>
                  </a:lnTo>
                  <a:lnTo>
                    <a:pt x="0" y="888"/>
                  </a:lnTo>
                  <a:cubicBezTo>
                    <a:pt x="0" y="2815"/>
                    <a:pt x="1527" y="3511"/>
                    <a:pt x="1527" y="5247"/>
                  </a:cubicBezTo>
                  <a:lnTo>
                    <a:pt x="2404" y="5247"/>
                  </a:lnTo>
                  <a:lnTo>
                    <a:pt x="2404" y="0"/>
                  </a:lnTo>
                  <a:close/>
                </a:path>
              </a:pathLst>
            </a:custGeom>
            <a:solidFill>
              <a:srgbClr val="E7ECF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6125" name="Google Shape;16125;p44"/>
          <p:cNvGrpSpPr/>
          <p:nvPr/>
        </p:nvGrpSpPr>
        <p:grpSpPr>
          <a:xfrm>
            <a:off x="6260629" y="2266890"/>
            <a:ext cx="263055" cy="354493"/>
            <a:chOff x="6260629" y="2419290"/>
            <a:chExt cx="263055" cy="354493"/>
          </a:xfrm>
        </p:grpSpPr>
        <p:sp>
          <p:nvSpPr>
            <p:cNvPr id="16126" name="Google Shape;16126;p44"/>
            <p:cNvSpPr/>
            <p:nvPr/>
          </p:nvSpPr>
          <p:spPr>
            <a:xfrm>
              <a:off x="6317581" y="2419290"/>
              <a:ext cx="148914" cy="57214"/>
            </a:xfrm>
            <a:custGeom>
              <a:rect b="b" l="l" r="r" t="t"/>
              <a:pathLst>
                <a:path extrusionOk="0" h="2185" w="5687">
                  <a:moveTo>
                    <a:pt x="2843" y="0"/>
                  </a:moveTo>
                  <a:cubicBezTo>
                    <a:pt x="1279" y="0"/>
                    <a:pt x="0" y="487"/>
                    <a:pt x="0" y="1088"/>
                  </a:cubicBezTo>
                  <a:lnTo>
                    <a:pt x="0" y="2185"/>
                  </a:lnTo>
                  <a:lnTo>
                    <a:pt x="5686" y="2185"/>
                  </a:lnTo>
                  <a:lnTo>
                    <a:pt x="5686" y="1088"/>
                  </a:lnTo>
                  <a:cubicBezTo>
                    <a:pt x="5686" y="487"/>
                    <a:pt x="4408" y="0"/>
                    <a:pt x="2843" y="0"/>
                  </a:cubicBezTo>
                  <a:close/>
                </a:path>
              </a:pathLst>
            </a:custGeom>
            <a:solidFill>
              <a:srgbClr val="F4F7F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127" name="Google Shape;16127;p44"/>
            <p:cNvSpPr/>
            <p:nvPr/>
          </p:nvSpPr>
          <p:spPr>
            <a:xfrm>
              <a:off x="6271862" y="2453514"/>
              <a:ext cx="240352" cy="148914"/>
            </a:xfrm>
            <a:custGeom>
              <a:rect b="b" l="l" r="r" t="t"/>
              <a:pathLst>
                <a:path extrusionOk="0" h="5687" w="9179">
                  <a:moveTo>
                    <a:pt x="4589" y="0"/>
                  </a:moveTo>
                  <a:cubicBezTo>
                    <a:pt x="2052" y="0"/>
                    <a:pt x="1" y="1279"/>
                    <a:pt x="1" y="2843"/>
                  </a:cubicBezTo>
                  <a:cubicBezTo>
                    <a:pt x="1" y="4408"/>
                    <a:pt x="2052" y="5686"/>
                    <a:pt x="4589" y="5686"/>
                  </a:cubicBezTo>
                  <a:cubicBezTo>
                    <a:pt x="7127" y="5686"/>
                    <a:pt x="9178" y="4408"/>
                    <a:pt x="9178" y="2843"/>
                  </a:cubicBezTo>
                  <a:cubicBezTo>
                    <a:pt x="9178" y="1279"/>
                    <a:pt x="7127" y="0"/>
                    <a:pt x="4589" y="0"/>
                  </a:cubicBezTo>
                  <a:close/>
                </a:path>
              </a:pathLst>
            </a:custGeom>
            <a:solidFill>
              <a:srgbClr val="F1F4F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128" name="Google Shape;16128;p44"/>
            <p:cNvSpPr/>
            <p:nvPr/>
          </p:nvSpPr>
          <p:spPr>
            <a:xfrm>
              <a:off x="6284614" y="2476478"/>
              <a:ext cx="214848" cy="232470"/>
            </a:xfrm>
            <a:custGeom>
              <a:rect b="b" l="l" r="r" t="t"/>
              <a:pathLst>
                <a:path extrusionOk="0" h="8878" w="8205">
                  <a:moveTo>
                    <a:pt x="4102" y="1"/>
                  </a:moveTo>
                  <a:cubicBezTo>
                    <a:pt x="2051" y="1"/>
                    <a:pt x="391" y="879"/>
                    <a:pt x="391" y="1966"/>
                  </a:cubicBezTo>
                  <a:lnTo>
                    <a:pt x="391" y="5458"/>
                  </a:lnTo>
                  <a:cubicBezTo>
                    <a:pt x="382" y="6040"/>
                    <a:pt x="277" y="6603"/>
                    <a:pt x="67" y="7146"/>
                  </a:cubicBezTo>
                  <a:cubicBezTo>
                    <a:pt x="0" y="7328"/>
                    <a:pt x="57" y="7537"/>
                    <a:pt x="220" y="7652"/>
                  </a:cubicBezTo>
                  <a:cubicBezTo>
                    <a:pt x="630" y="7948"/>
                    <a:pt x="1069" y="8196"/>
                    <a:pt x="1536" y="8377"/>
                  </a:cubicBezTo>
                  <a:cubicBezTo>
                    <a:pt x="2361" y="8711"/>
                    <a:pt x="3232" y="8878"/>
                    <a:pt x="4102" y="8878"/>
                  </a:cubicBezTo>
                  <a:cubicBezTo>
                    <a:pt x="4973" y="8878"/>
                    <a:pt x="5843" y="8711"/>
                    <a:pt x="6669" y="8377"/>
                  </a:cubicBezTo>
                  <a:cubicBezTo>
                    <a:pt x="7136" y="8196"/>
                    <a:pt x="7575" y="7948"/>
                    <a:pt x="7985" y="7652"/>
                  </a:cubicBezTo>
                  <a:cubicBezTo>
                    <a:pt x="8147" y="7537"/>
                    <a:pt x="8205" y="7328"/>
                    <a:pt x="8138" y="7146"/>
                  </a:cubicBezTo>
                  <a:cubicBezTo>
                    <a:pt x="7937" y="6603"/>
                    <a:pt x="7823" y="6030"/>
                    <a:pt x="7823" y="5458"/>
                  </a:cubicBezTo>
                  <a:lnTo>
                    <a:pt x="7823" y="1966"/>
                  </a:lnTo>
                  <a:cubicBezTo>
                    <a:pt x="7823" y="879"/>
                    <a:pt x="6163" y="1"/>
                    <a:pt x="4102" y="1"/>
                  </a:cubicBezTo>
                  <a:close/>
                </a:path>
              </a:pathLst>
            </a:custGeom>
            <a:solidFill>
              <a:srgbClr val="DAE2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129" name="Google Shape;16129;p44"/>
            <p:cNvSpPr/>
            <p:nvPr/>
          </p:nvSpPr>
          <p:spPr>
            <a:xfrm>
              <a:off x="6260629" y="2630865"/>
              <a:ext cx="263055" cy="142918"/>
            </a:xfrm>
            <a:custGeom>
              <a:rect b="b" l="l" r="r" t="t"/>
              <a:pathLst>
                <a:path extrusionOk="0" h="5458" w="10046">
                  <a:moveTo>
                    <a:pt x="3702" y="1"/>
                  </a:moveTo>
                  <a:lnTo>
                    <a:pt x="3702" y="1346"/>
                  </a:lnTo>
                  <a:cubicBezTo>
                    <a:pt x="3702" y="1718"/>
                    <a:pt x="3463" y="2052"/>
                    <a:pt x="3120" y="2176"/>
                  </a:cubicBezTo>
                  <a:lnTo>
                    <a:pt x="869" y="2977"/>
                  </a:lnTo>
                  <a:cubicBezTo>
                    <a:pt x="344" y="3158"/>
                    <a:pt x="0" y="3654"/>
                    <a:pt x="0" y="4208"/>
                  </a:cubicBezTo>
                  <a:lnTo>
                    <a:pt x="0" y="4809"/>
                  </a:lnTo>
                  <a:cubicBezTo>
                    <a:pt x="0" y="5162"/>
                    <a:pt x="287" y="5457"/>
                    <a:pt x="649" y="5457"/>
                  </a:cubicBezTo>
                  <a:lnTo>
                    <a:pt x="9388" y="5457"/>
                  </a:lnTo>
                  <a:cubicBezTo>
                    <a:pt x="9750" y="5457"/>
                    <a:pt x="10046" y="5162"/>
                    <a:pt x="10046" y="4809"/>
                  </a:cubicBezTo>
                  <a:lnTo>
                    <a:pt x="10046" y="4208"/>
                  </a:lnTo>
                  <a:cubicBezTo>
                    <a:pt x="10046" y="3654"/>
                    <a:pt x="9693" y="3158"/>
                    <a:pt x="9178" y="2977"/>
                  </a:cubicBezTo>
                  <a:lnTo>
                    <a:pt x="6907" y="2176"/>
                  </a:lnTo>
                  <a:cubicBezTo>
                    <a:pt x="6554" y="2052"/>
                    <a:pt x="6325" y="1718"/>
                    <a:pt x="6325" y="1346"/>
                  </a:cubicBezTo>
                  <a:lnTo>
                    <a:pt x="6325" y="1"/>
                  </a:lnTo>
                  <a:close/>
                </a:path>
              </a:pathLst>
            </a:custGeom>
            <a:solidFill>
              <a:srgbClr val="F2F4F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130" name="Google Shape;16130;p44"/>
            <p:cNvSpPr/>
            <p:nvPr/>
          </p:nvSpPr>
          <p:spPr>
            <a:xfrm>
              <a:off x="6357801" y="2630865"/>
              <a:ext cx="68709" cy="28515"/>
            </a:xfrm>
            <a:custGeom>
              <a:rect b="b" l="l" r="r" t="t"/>
              <a:pathLst>
                <a:path extrusionOk="0" h="1089" w="2624">
                  <a:moveTo>
                    <a:pt x="0" y="1"/>
                  </a:moveTo>
                  <a:lnTo>
                    <a:pt x="0" y="811"/>
                  </a:lnTo>
                  <a:cubicBezTo>
                    <a:pt x="363" y="974"/>
                    <a:pt x="754" y="1069"/>
                    <a:pt x="1155" y="1088"/>
                  </a:cubicBezTo>
                  <a:lnTo>
                    <a:pt x="1307" y="1088"/>
                  </a:lnTo>
                  <a:cubicBezTo>
                    <a:pt x="1756" y="1088"/>
                    <a:pt x="2204" y="993"/>
                    <a:pt x="2624" y="811"/>
                  </a:cubicBezTo>
                  <a:lnTo>
                    <a:pt x="2624" y="1"/>
                  </a:lnTo>
                  <a:close/>
                </a:path>
              </a:pathLst>
            </a:custGeom>
            <a:solidFill>
              <a:srgbClr val="EEF1F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131" name="Google Shape;16131;p44"/>
            <p:cNvSpPr/>
            <p:nvPr/>
          </p:nvSpPr>
          <p:spPr>
            <a:xfrm>
              <a:off x="6317581" y="2504156"/>
              <a:ext cx="148914" cy="143834"/>
            </a:xfrm>
            <a:custGeom>
              <a:rect b="b" l="l" r="r" t="t"/>
              <a:pathLst>
                <a:path extrusionOk="0" h="5493" w="5687">
                  <a:moveTo>
                    <a:pt x="3412" y="0"/>
                  </a:moveTo>
                  <a:cubicBezTo>
                    <a:pt x="3347" y="0"/>
                    <a:pt x="3282" y="53"/>
                    <a:pt x="3282" y="136"/>
                  </a:cubicBezTo>
                  <a:lnTo>
                    <a:pt x="3282" y="690"/>
                  </a:lnTo>
                  <a:cubicBezTo>
                    <a:pt x="3282" y="814"/>
                    <a:pt x="3187" y="909"/>
                    <a:pt x="3063" y="909"/>
                  </a:cubicBezTo>
                  <a:lnTo>
                    <a:pt x="878" y="909"/>
                  </a:lnTo>
                  <a:cubicBezTo>
                    <a:pt x="392" y="909"/>
                    <a:pt x="0" y="1300"/>
                    <a:pt x="0" y="1777"/>
                  </a:cubicBezTo>
                  <a:lnTo>
                    <a:pt x="0" y="2579"/>
                  </a:lnTo>
                  <a:cubicBezTo>
                    <a:pt x="0" y="4105"/>
                    <a:pt x="1174" y="5422"/>
                    <a:pt x="2710" y="5488"/>
                  </a:cubicBezTo>
                  <a:cubicBezTo>
                    <a:pt x="2761" y="5491"/>
                    <a:pt x="2811" y="5492"/>
                    <a:pt x="2862" y="5492"/>
                  </a:cubicBezTo>
                  <a:cubicBezTo>
                    <a:pt x="4415" y="5492"/>
                    <a:pt x="5686" y="4226"/>
                    <a:pt x="5686" y="2655"/>
                  </a:cubicBezTo>
                  <a:lnTo>
                    <a:pt x="5686" y="1777"/>
                  </a:lnTo>
                  <a:cubicBezTo>
                    <a:pt x="5686" y="1300"/>
                    <a:pt x="5295" y="909"/>
                    <a:pt x="4809" y="909"/>
                  </a:cubicBezTo>
                  <a:lnTo>
                    <a:pt x="4465" y="909"/>
                  </a:lnTo>
                  <a:cubicBezTo>
                    <a:pt x="4408" y="909"/>
                    <a:pt x="4351" y="890"/>
                    <a:pt x="4313" y="842"/>
                  </a:cubicBezTo>
                  <a:lnTo>
                    <a:pt x="3502" y="41"/>
                  </a:lnTo>
                  <a:cubicBezTo>
                    <a:pt x="3477" y="13"/>
                    <a:pt x="3444" y="0"/>
                    <a:pt x="3412" y="0"/>
                  </a:cubicBezTo>
                  <a:close/>
                </a:path>
              </a:pathLst>
            </a:custGeom>
            <a:solidFill>
              <a:srgbClr val="F6F8F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132" name="Google Shape;16132;p44"/>
            <p:cNvSpPr/>
            <p:nvPr/>
          </p:nvSpPr>
          <p:spPr>
            <a:xfrm>
              <a:off x="6317581" y="2504156"/>
              <a:ext cx="125924" cy="143913"/>
            </a:xfrm>
            <a:custGeom>
              <a:rect b="b" l="l" r="r" t="t"/>
              <a:pathLst>
                <a:path extrusionOk="0" h="5496" w="4809">
                  <a:moveTo>
                    <a:pt x="3412" y="0"/>
                  </a:moveTo>
                  <a:cubicBezTo>
                    <a:pt x="3347" y="0"/>
                    <a:pt x="3282" y="53"/>
                    <a:pt x="3282" y="136"/>
                  </a:cubicBezTo>
                  <a:lnTo>
                    <a:pt x="3282" y="690"/>
                  </a:lnTo>
                  <a:cubicBezTo>
                    <a:pt x="3282" y="814"/>
                    <a:pt x="3187" y="909"/>
                    <a:pt x="3063" y="909"/>
                  </a:cubicBezTo>
                  <a:lnTo>
                    <a:pt x="878" y="909"/>
                  </a:lnTo>
                  <a:cubicBezTo>
                    <a:pt x="392" y="909"/>
                    <a:pt x="0" y="1300"/>
                    <a:pt x="0" y="1777"/>
                  </a:cubicBezTo>
                  <a:lnTo>
                    <a:pt x="0" y="2569"/>
                  </a:lnTo>
                  <a:cubicBezTo>
                    <a:pt x="0" y="3847"/>
                    <a:pt x="821" y="5021"/>
                    <a:pt x="2052" y="5383"/>
                  </a:cubicBezTo>
                  <a:cubicBezTo>
                    <a:pt x="2309" y="5457"/>
                    <a:pt x="2575" y="5495"/>
                    <a:pt x="2841" y="5495"/>
                  </a:cubicBezTo>
                  <a:cubicBezTo>
                    <a:pt x="2989" y="5495"/>
                    <a:pt x="3136" y="5483"/>
                    <a:pt x="3282" y="5460"/>
                  </a:cubicBezTo>
                  <a:cubicBezTo>
                    <a:pt x="1899" y="5240"/>
                    <a:pt x="878" y="4000"/>
                    <a:pt x="878" y="2569"/>
                  </a:cubicBezTo>
                  <a:lnTo>
                    <a:pt x="878" y="2216"/>
                  </a:lnTo>
                  <a:cubicBezTo>
                    <a:pt x="878" y="1730"/>
                    <a:pt x="1269" y="1338"/>
                    <a:pt x="1756" y="1338"/>
                  </a:cubicBezTo>
                  <a:lnTo>
                    <a:pt x="4379" y="1338"/>
                  </a:lnTo>
                  <a:cubicBezTo>
                    <a:pt x="4608" y="1338"/>
                    <a:pt x="4809" y="1148"/>
                    <a:pt x="4809" y="909"/>
                  </a:cubicBezTo>
                  <a:lnTo>
                    <a:pt x="4465" y="909"/>
                  </a:lnTo>
                  <a:cubicBezTo>
                    <a:pt x="4408" y="909"/>
                    <a:pt x="4351" y="890"/>
                    <a:pt x="4313" y="842"/>
                  </a:cubicBezTo>
                  <a:lnTo>
                    <a:pt x="3502" y="41"/>
                  </a:lnTo>
                  <a:cubicBezTo>
                    <a:pt x="3477" y="13"/>
                    <a:pt x="3444" y="0"/>
                    <a:pt x="3412" y="0"/>
                  </a:cubicBezTo>
                  <a:close/>
                </a:path>
              </a:pathLst>
            </a:custGeom>
            <a:solidFill>
              <a:srgbClr val="F2F4F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133" name="Google Shape;16133;p44"/>
            <p:cNvSpPr/>
            <p:nvPr/>
          </p:nvSpPr>
          <p:spPr>
            <a:xfrm>
              <a:off x="6352040" y="2556552"/>
              <a:ext cx="11521" cy="17125"/>
            </a:xfrm>
            <a:custGeom>
              <a:rect b="b" l="l" r="r" t="t"/>
              <a:pathLst>
                <a:path extrusionOk="0" h="654" w="440">
                  <a:moveTo>
                    <a:pt x="217" y="0"/>
                  </a:moveTo>
                  <a:cubicBezTo>
                    <a:pt x="108" y="0"/>
                    <a:pt x="1" y="72"/>
                    <a:pt x="1" y="215"/>
                  </a:cubicBezTo>
                  <a:lnTo>
                    <a:pt x="1" y="435"/>
                  </a:lnTo>
                  <a:cubicBezTo>
                    <a:pt x="1" y="559"/>
                    <a:pt x="96" y="654"/>
                    <a:pt x="220" y="654"/>
                  </a:cubicBezTo>
                  <a:cubicBezTo>
                    <a:pt x="335" y="654"/>
                    <a:pt x="440" y="559"/>
                    <a:pt x="440" y="435"/>
                  </a:cubicBezTo>
                  <a:lnTo>
                    <a:pt x="440" y="215"/>
                  </a:lnTo>
                  <a:cubicBezTo>
                    <a:pt x="435" y="72"/>
                    <a:pt x="325" y="0"/>
                    <a:pt x="217" y="0"/>
                  </a:cubicBezTo>
                  <a:close/>
                </a:path>
              </a:pathLst>
            </a:custGeom>
            <a:solidFill>
              <a:srgbClr val="39516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134" name="Google Shape;16134;p44"/>
            <p:cNvSpPr/>
            <p:nvPr/>
          </p:nvSpPr>
          <p:spPr>
            <a:xfrm>
              <a:off x="6420750" y="2556552"/>
              <a:ext cx="11260" cy="17125"/>
            </a:xfrm>
            <a:custGeom>
              <a:rect b="b" l="l" r="r" t="t"/>
              <a:pathLst>
                <a:path extrusionOk="0" h="654" w="430">
                  <a:moveTo>
                    <a:pt x="215" y="0"/>
                  </a:moveTo>
                  <a:cubicBezTo>
                    <a:pt x="108" y="0"/>
                    <a:pt x="0" y="72"/>
                    <a:pt x="0" y="215"/>
                  </a:cubicBezTo>
                  <a:lnTo>
                    <a:pt x="0" y="435"/>
                  </a:lnTo>
                  <a:cubicBezTo>
                    <a:pt x="0" y="559"/>
                    <a:pt x="96" y="654"/>
                    <a:pt x="210" y="654"/>
                  </a:cubicBezTo>
                  <a:cubicBezTo>
                    <a:pt x="334" y="654"/>
                    <a:pt x="430" y="559"/>
                    <a:pt x="430" y="435"/>
                  </a:cubicBezTo>
                  <a:lnTo>
                    <a:pt x="430" y="215"/>
                  </a:lnTo>
                  <a:cubicBezTo>
                    <a:pt x="430" y="72"/>
                    <a:pt x="322" y="0"/>
                    <a:pt x="215" y="0"/>
                  </a:cubicBezTo>
                  <a:close/>
                </a:path>
              </a:pathLst>
            </a:custGeom>
            <a:solidFill>
              <a:srgbClr val="39516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135" name="Google Shape;16135;p44"/>
            <p:cNvSpPr/>
            <p:nvPr/>
          </p:nvSpPr>
          <p:spPr>
            <a:xfrm>
              <a:off x="6366756" y="2596432"/>
              <a:ext cx="50563" cy="17282"/>
            </a:xfrm>
            <a:custGeom>
              <a:rect b="b" l="l" r="r" t="t"/>
              <a:pathLst>
                <a:path extrusionOk="0" h="660" w="1931">
                  <a:moveTo>
                    <a:pt x="313" y="1"/>
                  </a:moveTo>
                  <a:cubicBezTo>
                    <a:pt x="146" y="1"/>
                    <a:pt x="0" y="219"/>
                    <a:pt x="154" y="381"/>
                  </a:cubicBezTo>
                  <a:cubicBezTo>
                    <a:pt x="366" y="557"/>
                    <a:pt x="625" y="660"/>
                    <a:pt x="897" y="660"/>
                  </a:cubicBezTo>
                  <a:cubicBezTo>
                    <a:pt x="919" y="660"/>
                    <a:pt x="942" y="659"/>
                    <a:pt x="965" y="657"/>
                  </a:cubicBezTo>
                  <a:cubicBezTo>
                    <a:pt x="988" y="659"/>
                    <a:pt x="1011" y="660"/>
                    <a:pt x="1034" y="660"/>
                  </a:cubicBezTo>
                  <a:cubicBezTo>
                    <a:pt x="1305" y="660"/>
                    <a:pt x="1565" y="557"/>
                    <a:pt x="1776" y="381"/>
                  </a:cubicBezTo>
                  <a:cubicBezTo>
                    <a:pt x="1931" y="219"/>
                    <a:pt x="1785" y="1"/>
                    <a:pt x="1618" y="1"/>
                  </a:cubicBezTo>
                  <a:cubicBezTo>
                    <a:pt x="1568" y="1"/>
                    <a:pt x="1517" y="20"/>
                    <a:pt x="1471" y="66"/>
                  </a:cubicBezTo>
                  <a:cubicBezTo>
                    <a:pt x="1318" y="171"/>
                    <a:pt x="1142" y="223"/>
                    <a:pt x="965" y="223"/>
                  </a:cubicBezTo>
                  <a:cubicBezTo>
                    <a:pt x="789" y="223"/>
                    <a:pt x="612" y="171"/>
                    <a:pt x="460" y="66"/>
                  </a:cubicBezTo>
                  <a:cubicBezTo>
                    <a:pt x="414" y="20"/>
                    <a:pt x="362" y="1"/>
                    <a:pt x="313" y="1"/>
                  </a:cubicBezTo>
                  <a:close/>
                </a:path>
              </a:pathLst>
            </a:custGeom>
            <a:solidFill>
              <a:srgbClr val="E7ECF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136" name="Google Shape;16136;p44"/>
            <p:cNvSpPr/>
            <p:nvPr/>
          </p:nvSpPr>
          <p:spPr>
            <a:xfrm>
              <a:off x="6344133" y="2537542"/>
              <a:ext cx="27468" cy="13930"/>
            </a:xfrm>
            <a:custGeom>
              <a:rect b="b" l="l" r="r" t="t"/>
              <a:pathLst>
                <a:path extrusionOk="0" h="532" w="1049">
                  <a:moveTo>
                    <a:pt x="745" y="1"/>
                  </a:moveTo>
                  <a:cubicBezTo>
                    <a:pt x="729" y="1"/>
                    <a:pt x="712" y="3"/>
                    <a:pt x="694" y="6"/>
                  </a:cubicBezTo>
                  <a:lnTo>
                    <a:pt x="255" y="102"/>
                  </a:lnTo>
                  <a:cubicBezTo>
                    <a:pt x="1" y="158"/>
                    <a:pt x="35" y="531"/>
                    <a:pt x="293" y="531"/>
                  </a:cubicBezTo>
                  <a:cubicBezTo>
                    <a:pt x="296" y="531"/>
                    <a:pt x="300" y="531"/>
                    <a:pt x="303" y="531"/>
                  </a:cubicBezTo>
                  <a:lnTo>
                    <a:pt x="351" y="531"/>
                  </a:lnTo>
                  <a:lnTo>
                    <a:pt x="780" y="436"/>
                  </a:lnTo>
                  <a:cubicBezTo>
                    <a:pt x="1048" y="373"/>
                    <a:pt x="981" y="1"/>
                    <a:pt x="745" y="1"/>
                  </a:cubicBezTo>
                  <a:close/>
                </a:path>
              </a:pathLst>
            </a:custGeom>
            <a:solidFill>
              <a:srgbClr val="D4DDE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137" name="Google Shape;16137;p44"/>
            <p:cNvSpPr/>
            <p:nvPr/>
          </p:nvSpPr>
          <p:spPr>
            <a:xfrm>
              <a:off x="6412554" y="2537751"/>
              <a:ext cx="27468" cy="13957"/>
            </a:xfrm>
            <a:custGeom>
              <a:rect b="b" l="l" r="r" t="t"/>
              <a:pathLst>
                <a:path extrusionOk="0" h="533" w="1049">
                  <a:moveTo>
                    <a:pt x="303" y="1"/>
                  </a:moveTo>
                  <a:cubicBezTo>
                    <a:pt x="63" y="1"/>
                    <a:pt x="0" y="374"/>
                    <a:pt x="266" y="428"/>
                  </a:cubicBezTo>
                  <a:lnTo>
                    <a:pt x="705" y="523"/>
                  </a:lnTo>
                  <a:cubicBezTo>
                    <a:pt x="709" y="528"/>
                    <a:pt x="717" y="530"/>
                    <a:pt x="725" y="530"/>
                  </a:cubicBezTo>
                  <a:cubicBezTo>
                    <a:pt x="733" y="530"/>
                    <a:pt x="743" y="528"/>
                    <a:pt x="752" y="523"/>
                  </a:cubicBezTo>
                  <a:lnTo>
                    <a:pt x="752" y="523"/>
                  </a:lnTo>
                  <a:lnTo>
                    <a:pt x="743" y="532"/>
                  </a:lnTo>
                  <a:cubicBezTo>
                    <a:pt x="1010" y="532"/>
                    <a:pt x="1048" y="151"/>
                    <a:pt x="790" y="103"/>
                  </a:cubicBezTo>
                  <a:lnTo>
                    <a:pt x="361" y="8"/>
                  </a:lnTo>
                  <a:cubicBezTo>
                    <a:pt x="341" y="3"/>
                    <a:pt x="321" y="1"/>
                    <a:pt x="303" y="1"/>
                  </a:cubicBezTo>
                  <a:close/>
                </a:path>
              </a:pathLst>
            </a:custGeom>
            <a:solidFill>
              <a:srgbClr val="D4DDE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138" name="Google Shape;16138;p44"/>
            <p:cNvSpPr/>
            <p:nvPr/>
          </p:nvSpPr>
          <p:spPr>
            <a:xfrm>
              <a:off x="6260629" y="2697061"/>
              <a:ext cx="263055" cy="76722"/>
            </a:xfrm>
            <a:custGeom>
              <a:rect b="b" l="l" r="r" t="t"/>
              <a:pathLst>
                <a:path extrusionOk="0" h="2930" w="10046">
                  <a:moveTo>
                    <a:pt x="2137" y="1"/>
                  </a:moveTo>
                  <a:lnTo>
                    <a:pt x="869" y="449"/>
                  </a:lnTo>
                  <a:cubicBezTo>
                    <a:pt x="344" y="630"/>
                    <a:pt x="0" y="1126"/>
                    <a:pt x="0" y="1680"/>
                  </a:cubicBezTo>
                  <a:lnTo>
                    <a:pt x="0" y="2281"/>
                  </a:lnTo>
                  <a:cubicBezTo>
                    <a:pt x="0" y="2634"/>
                    <a:pt x="287" y="2929"/>
                    <a:pt x="649" y="2929"/>
                  </a:cubicBezTo>
                  <a:lnTo>
                    <a:pt x="9388" y="2929"/>
                  </a:lnTo>
                  <a:cubicBezTo>
                    <a:pt x="9750" y="2929"/>
                    <a:pt x="10046" y="2634"/>
                    <a:pt x="10046" y="2281"/>
                  </a:cubicBezTo>
                  <a:lnTo>
                    <a:pt x="10046" y="1680"/>
                  </a:lnTo>
                  <a:cubicBezTo>
                    <a:pt x="10046" y="1126"/>
                    <a:pt x="9693" y="630"/>
                    <a:pt x="9178" y="449"/>
                  </a:cubicBezTo>
                  <a:lnTo>
                    <a:pt x="7909" y="1"/>
                  </a:lnTo>
                  <a:cubicBezTo>
                    <a:pt x="7489" y="1231"/>
                    <a:pt x="6325" y="2061"/>
                    <a:pt x="5028" y="2061"/>
                  </a:cubicBezTo>
                  <a:cubicBezTo>
                    <a:pt x="3721" y="2061"/>
                    <a:pt x="2557" y="1231"/>
                    <a:pt x="2137" y="1"/>
                  </a:cubicBez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139" name="Google Shape;16139;p44"/>
            <p:cNvSpPr/>
            <p:nvPr/>
          </p:nvSpPr>
          <p:spPr>
            <a:xfrm>
              <a:off x="6305588" y="2697061"/>
              <a:ext cx="172900" cy="65489"/>
            </a:xfrm>
            <a:custGeom>
              <a:rect b="b" l="l" r="r" t="t"/>
              <a:pathLst>
                <a:path extrusionOk="0" h="2501" w="6603">
                  <a:moveTo>
                    <a:pt x="411" y="1"/>
                  </a:moveTo>
                  <a:lnTo>
                    <a:pt x="1" y="144"/>
                  </a:lnTo>
                  <a:cubicBezTo>
                    <a:pt x="487" y="1556"/>
                    <a:pt x="1813" y="2500"/>
                    <a:pt x="3301" y="2500"/>
                  </a:cubicBezTo>
                  <a:cubicBezTo>
                    <a:pt x="4790" y="2500"/>
                    <a:pt x="6116" y="1556"/>
                    <a:pt x="6602" y="144"/>
                  </a:cubicBezTo>
                  <a:lnTo>
                    <a:pt x="6192" y="1"/>
                  </a:lnTo>
                  <a:cubicBezTo>
                    <a:pt x="5772" y="1231"/>
                    <a:pt x="4608" y="2061"/>
                    <a:pt x="3301" y="2061"/>
                  </a:cubicBezTo>
                  <a:cubicBezTo>
                    <a:pt x="1994" y="2061"/>
                    <a:pt x="840" y="1231"/>
                    <a:pt x="411" y="1"/>
                  </a:cubicBezTo>
                  <a:close/>
                </a:path>
              </a:pathLst>
            </a:custGeom>
            <a:solidFill>
              <a:srgbClr val="BDCAD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140" name="Google Shape;16140;p44"/>
            <p:cNvSpPr/>
            <p:nvPr/>
          </p:nvSpPr>
          <p:spPr>
            <a:xfrm>
              <a:off x="6294852" y="2476478"/>
              <a:ext cx="194371" cy="65227"/>
            </a:xfrm>
            <a:custGeom>
              <a:rect b="b" l="l" r="r" t="t"/>
              <a:pathLst>
                <a:path extrusionOk="0" h="2491" w="7423">
                  <a:moveTo>
                    <a:pt x="3711" y="1"/>
                  </a:moveTo>
                  <a:cubicBezTo>
                    <a:pt x="1660" y="1"/>
                    <a:pt x="0" y="879"/>
                    <a:pt x="0" y="1966"/>
                  </a:cubicBezTo>
                  <a:lnTo>
                    <a:pt x="0" y="2481"/>
                  </a:lnTo>
                  <a:cubicBezTo>
                    <a:pt x="0" y="1403"/>
                    <a:pt x="1670" y="526"/>
                    <a:pt x="3711" y="526"/>
                  </a:cubicBezTo>
                  <a:cubicBezTo>
                    <a:pt x="5762" y="526"/>
                    <a:pt x="7422" y="1403"/>
                    <a:pt x="7422" y="2491"/>
                  </a:cubicBezTo>
                  <a:lnTo>
                    <a:pt x="7422" y="1966"/>
                  </a:lnTo>
                  <a:cubicBezTo>
                    <a:pt x="7422" y="879"/>
                    <a:pt x="5762" y="1"/>
                    <a:pt x="3711" y="1"/>
                  </a:cubicBezTo>
                  <a:close/>
                </a:path>
              </a:pathLst>
            </a:custGeom>
            <a:solidFill>
              <a:srgbClr val="D4DDE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6141" name="Google Shape;16141;p44"/>
          <p:cNvGrpSpPr/>
          <p:nvPr/>
        </p:nvGrpSpPr>
        <p:grpSpPr>
          <a:xfrm>
            <a:off x="6260864" y="2727511"/>
            <a:ext cx="263343" cy="354754"/>
            <a:chOff x="6260864" y="2879911"/>
            <a:chExt cx="263343" cy="354754"/>
          </a:xfrm>
        </p:grpSpPr>
        <p:sp>
          <p:nvSpPr>
            <p:cNvPr id="16142" name="Google Shape;16142;p44"/>
            <p:cNvSpPr/>
            <p:nvPr/>
          </p:nvSpPr>
          <p:spPr>
            <a:xfrm>
              <a:off x="6290610" y="2960115"/>
              <a:ext cx="203850" cy="208354"/>
            </a:xfrm>
            <a:custGeom>
              <a:rect b="b" l="l" r="r" t="t"/>
              <a:pathLst>
                <a:path extrusionOk="0" h="7957" w="7785">
                  <a:moveTo>
                    <a:pt x="3892" y="0"/>
                  </a:moveTo>
                  <a:lnTo>
                    <a:pt x="611" y="439"/>
                  </a:lnTo>
                  <a:lnTo>
                    <a:pt x="611" y="2624"/>
                  </a:lnTo>
                  <a:cubicBezTo>
                    <a:pt x="582" y="3454"/>
                    <a:pt x="391" y="4284"/>
                    <a:pt x="48" y="5047"/>
                  </a:cubicBezTo>
                  <a:cubicBezTo>
                    <a:pt x="0" y="5152"/>
                    <a:pt x="48" y="5285"/>
                    <a:pt x="153" y="5333"/>
                  </a:cubicBezTo>
                  <a:lnTo>
                    <a:pt x="830" y="5676"/>
                  </a:lnTo>
                  <a:lnTo>
                    <a:pt x="115" y="6583"/>
                  </a:lnTo>
                  <a:cubicBezTo>
                    <a:pt x="29" y="6678"/>
                    <a:pt x="57" y="6831"/>
                    <a:pt x="162" y="6898"/>
                  </a:cubicBezTo>
                  <a:cubicBezTo>
                    <a:pt x="1307" y="7603"/>
                    <a:pt x="2600" y="7956"/>
                    <a:pt x="3892" y="7956"/>
                  </a:cubicBezTo>
                  <a:cubicBezTo>
                    <a:pt x="5185" y="7956"/>
                    <a:pt x="6478" y="7603"/>
                    <a:pt x="7623" y="6898"/>
                  </a:cubicBezTo>
                  <a:cubicBezTo>
                    <a:pt x="7728" y="6831"/>
                    <a:pt x="7756" y="6678"/>
                    <a:pt x="7670" y="6583"/>
                  </a:cubicBezTo>
                  <a:lnTo>
                    <a:pt x="6945" y="5676"/>
                  </a:lnTo>
                  <a:lnTo>
                    <a:pt x="7632" y="5333"/>
                  </a:lnTo>
                  <a:cubicBezTo>
                    <a:pt x="7737" y="5285"/>
                    <a:pt x="7785" y="5152"/>
                    <a:pt x="7728" y="5047"/>
                  </a:cubicBezTo>
                  <a:cubicBezTo>
                    <a:pt x="7394" y="4284"/>
                    <a:pt x="7203" y="3454"/>
                    <a:pt x="7165" y="2624"/>
                  </a:cubicBezTo>
                  <a:lnTo>
                    <a:pt x="7165" y="439"/>
                  </a:lnTo>
                  <a:lnTo>
                    <a:pt x="3892" y="0"/>
                  </a:lnTo>
                  <a:close/>
                </a:path>
              </a:pathLst>
            </a:custGeom>
            <a:solidFill>
              <a:srgbClr val="E1E7E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143" name="Google Shape;16143;p44"/>
            <p:cNvSpPr/>
            <p:nvPr/>
          </p:nvSpPr>
          <p:spPr>
            <a:xfrm>
              <a:off x="6260864" y="3086013"/>
              <a:ext cx="263081" cy="148652"/>
            </a:xfrm>
            <a:custGeom>
              <a:rect b="b" l="l" r="r" t="t"/>
              <a:pathLst>
                <a:path extrusionOk="0" h="5677" w="10047">
                  <a:moveTo>
                    <a:pt x="3712" y="0"/>
                  </a:moveTo>
                  <a:lnTo>
                    <a:pt x="3712" y="1126"/>
                  </a:lnTo>
                  <a:cubicBezTo>
                    <a:pt x="3712" y="1498"/>
                    <a:pt x="3483" y="1822"/>
                    <a:pt x="3130" y="1946"/>
                  </a:cubicBezTo>
                  <a:lnTo>
                    <a:pt x="879" y="2748"/>
                  </a:lnTo>
                  <a:cubicBezTo>
                    <a:pt x="354" y="2929"/>
                    <a:pt x="1" y="3425"/>
                    <a:pt x="1" y="3978"/>
                  </a:cubicBezTo>
                  <a:lnTo>
                    <a:pt x="1" y="5018"/>
                  </a:lnTo>
                  <a:cubicBezTo>
                    <a:pt x="1" y="5381"/>
                    <a:pt x="297" y="5677"/>
                    <a:pt x="659" y="5677"/>
                  </a:cubicBezTo>
                  <a:lnTo>
                    <a:pt x="9398" y="5677"/>
                  </a:lnTo>
                  <a:cubicBezTo>
                    <a:pt x="9760" y="5677"/>
                    <a:pt x="10046" y="5381"/>
                    <a:pt x="10046" y="5018"/>
                  </a:cubicBezTo>
                  <a:lnTo>
                    <a:pt x="10046" y="3978"/>
                  </a:lnTo>
                  <a:cubicBezTo>
                    <a:pt x="10046" y="3425"/>
                    <a:pt x="9703" y="2929"/>
                    <a:pt x="9178" y="2748"/>
                  </a:cubicBezTo>
                  <a:lnTo>
                    <a:pt x="6917" y="1946"/>
                  </a:lnTo>
                  <a:cubicBezTo>
                    <a:pt x="6574" y="1822"/>
                    <a:pt x="6335" y="1498"/>
                    <a:pt x="6335" y="1126"/>
                  </a:cubicBezTo>
                  <a:lnTo>
                    <a:pt x="6335" y="0"/>
                  </a:lnTo>
                  <a:close/>
                </a:path>
              </a:pathLst>
            </a:custGeom>
            <a:solidFill>
              <a:srgbClr val="F2F4F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144" name="Google Shape;16144;p44"/>
            <p:cNvSpPr/>
            <p:nvPr/>
          </p:nvSpPr>
          <p:spPr>
            <a:xfrm>
              <a:off x="6260864" y="3137204"/>
              <a:ext cx="263343" cy="97461"/>
            </a:xfrm>
            <a:custGeom>
              <a:rect b="b" l="l" r="r" t="t"/>
              <a:pathLst>
                <a:path extrusionOk="0" h="3722" w="10057">
                  <a:moveTo>
                    <a:pt x="3111" y="1"/>
                  </a:moveTo>
                  <a:lnTo>
                    <a:pt x="879" y="793"/>
                  </a:lnTo>
                  <a:cubicBezTo>
                    <a:pt x="354" y="974"/>
                    <a:pt x="1" y="1470"/>
                    <a:pt x="1" y="2023"/>
                  </a:cubicBezTo>
                  <a:lnTo>
                    <a:pt x="1" y="3063"/>
                  </a:lnTo>
                  <a:cubicBezTo>
                    <a:pt x="1" y="3426"/>
                    <a:pt x="297" y="3722"/>
                    <a:pt x="659" y="3722"/>
                  </a:cubicBezTo>
                  <a:lnTo>
                    <a:pt x="9398" y="3722"/>
                  </a:lnTo>
                  <a:cubicBezTo>
                    <a:pt x="9760" y="3722"/>
                    <a:pt x="10056" y="3426"/>
                    <a:pt x="10056" y="3063"/>
                  </a:cubicBezTo>
                  <a:lnTo>
                    <a:pt x="10056" y="2023"/>
                  </a:lnTo>
                  <a:cubicBezTo>
                    <a:pt x="10056" y="1470"/>
                    <a:pt x="9703" y="974"/>
                    <a:pt x="9178" y="793"/>
                  </a:cubicBezTo>
                  <a:lnTo>
                    <a:pt x="6946" y="1"/>
                  </a:lnTo>
                  <a:cubicBezTo>
                    <a:pt x="6746" y="898"/>
                    <a:pt x="5944" y="1537"/>
                    <a:pt x="5028" y="1537"/>
                  </a:cubicBezTo>
                  <a:cubicBezTo>
                    <a:pt x="4113" y="1537"/>
                    <a:pt x="3311" y="898"/>
                    <a:pt x="3111" y="1"/>
                  </a:cubicBezTo>
                  <a:close/>
                </a:path>
              </a:pathLst>
            </a:custGeom>
            <a:solidFill>
              <a:srgbClr val="E7E9E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145" name="Google Shape;16145;p44"/>
            <p:cNvSpPr/>
            <p:nvPr/>
          </p:nvSpPr>
          <p:spPr>
            <a:xfrm>
              <a:off x="6320566" y="3137204"/>
              <a:ext cx="143677" cy="63237"/>
            </a:xfrm>
            <a:custGeom>
              <a:rect b="b" l="l" r="r" t="t"/>
              <a:pathLst>
                <a:path extrusionOk="0" h="2415" w="5487">
                  <a:moveTo>
                    <a:pt x="831" y="1"/>
                  </a:moveTo>
                  <a:lnTo>
                    <a:pt x="1" y="297"/>
                  </a:lnTo>
                  <a:cubicBezTo>
                    <a:pt x="335" y="1537"/>
                    <a:pt x="1461" y="2405"/>
                    <a:pt x="2748" y="2415"/>
                  </a:cubicBezTo>
                  <a:cubicBezTo>
                    <a:pt x="4036" y="2405"/>
                    <a:pt x="5162" y="1537"/>
                    <a:pt x="5486" y="297"/>
                  </a:cubicBezTo>
                  <a:lnTo>
                    <a:pt x="4666" y="1"/>
                  </a:lnTo>
                  <a:cubicBezTo>
                    <a:pt x="4466" y="898"/>
                    <a:pt x="3664" y="1537"/>
                    <a:pt x="2748" y="1537"/>
                  </a:cubicBezTo>
                  <a:cubicBezTo>
                    <a:pt x="1823" y="1537"/>
                    <a:pt x="1031" y="898"/>
                    <a:pt x="831" y="1"/>
                  </a:cubicBezTo>
                  <a:close/>
                </a:path>
              </a:pathLst>
            </a:custGeom>
            <a:solidFill>
              <a:srgbClr val="ACB9C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146" name="Google Shape;16146;p44"/>
            <p:cNvSpPr/>
            <p:nvPr/>
          </p:nvSpPr>
          <p:spPr>
            <a:xfrm>
              <a:off x="6358299" y="3085751"/>
              <a:ext cx="68709" cy="23069"/>
            </a:xfrm>
            <a:custGeom>
              <a:rect b="b" l="l" r="r" t="t"/>
              <a:pathLst>
                <a:path extrusionOk="0" h="881" w="2624">
                  <a:moveTo>
                    <a:pt x="0" y="1"/>
                  </a:moveTo>
                  <a:lnTo>
                    <a:pt x="0" y="602"/>
                  </a:lnTo>
                  <a:cubicBezTo>
                    <a:pt x="415" y="788"/>
                    <a:pt x="861" y="881"/>
                    <a:pt x="1309" y="881"/>
                  </a:cubicBezTo>
                  <a:cubicBezTo>
                    <a:pt x="1756" y="881"/>
                    <a:pt x="2204" y="788"/>
                    <a:pt x="2624" y="602"/>
                  </a:cubicBezTo>
                  <a:lnTo>
                    <a:pt x="2624" y="1"/>
                  </a:lnTo>
                  <a:close/>
                </a:path>
              </a:pathLst>
            </a:custGeom>
            <a:solidFill>
              <a:srgbClr val="EEF1F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147" name="Google Shape;16147;p44"/>
            <p:cNvSpPr/>
            <p:nvPr/>
          </p:nvSpPr>
          <p:spPr>
            <a:xfrm>
              <a:off x="6379273" y="2879911"/>
              <a:ext cx="26525" cy="11521"/>
            </a:xfrm>
            <a:custGeom>
              <a:rect b="b" l="l" r="r" t="t"/>
              <a:pathLst>
                <a:path extrusionOk="0" h="440" w="1013">
                  <a:moveTo>
                    <a:pt x="287" y="1"/>
                  </a:moveTo>
                  <a:cubicBezTo>
                    <a:pt x="1" y="1"/>
                    <a:pt x="1" y="440"/>
                    <a:pt x="287" y="440"/>
                  </a:cubicBezTo>
                  <a:lnTo>
                    <a:pt x="726" y="440"/>
                  </a:lnTo>
                  <a:cubicBezTo>
                    <a:pt x="1012" y="440"/>
                    <a:pt x="1012" y="1"/>
                    <a:pt x="726" y="1"/>
                  </a:cubicBezTo>
                  <a:close/>
                </a:path>
              </a:pathLst>
            </a:custGeom>
            <a:solidFill>
              <a:srgbClr val="ACB9C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148" name="Google Shape;16148;p44"/>
            <p:cNvSpPr/>
            <p:nvPr/>
          </p:nvSpPr>
          <p:spPr>
            <a:xfrm>
              <a:off x="6296109" y="2960115"/>
              <a:ext cx="170621" cy="137209"/>
            </a:xfrm>
            <a:custGeom>
              <a:rect b="b" l="l" r="r" t="t"/>
              <a:pathLst>
                <a:path extrusionOk="0" h="5240" w="6516">
                  <a:moveTo>
                    <a:pt x="840" y="0"/>
                  </a:moveTo>
                  <a:lnTo>
                    <a:pt x="840" y="1527"/>
                  </a:lnTo>
                  <a:lnTo>
                    <a:pt x="735" y="1527"/>
                  </a:lnTo>
                  <a:cubicBezTo>
                    <a:pt x="0" y="1527"/>
                    <a:pt x="0" y="2624"/>
                    <a:pt x="735" y="2624"/>
                  </a:cubicBezTo>
                  <a:lnTo>
                    <a:pt x="849" y="2624"/>
                  </a:lnTo>
                  <a:cubicBezTo>
                    <a:pt x="970" y="4104"/>
                    <a:pt x="2209" y="5240"/>
                    <a:pt x="3679" y="5240"/>
                  </a:cubicBezTo>
                  <a:cubicBezTo>
                    <a:pt x="3715" y="5240"/>
                    <a:pt x="3751" y="5239"/>
                    <a:pt x="3787" y="5238"/>
                  </a:cubicBezTo>
                  <a:cubicBezTo>
                    <a:pt x="5314" y="5180"/>
                    <a:pt x="6516" y="3931"/>
                    <a:pt x="6516" y="2404"/>
                  </a:cubicBezTo>
                  <a:lnTo>
                    <a:pt x="6516" y="0"/>
                  </a:lnTo>
                  <a:close/>
                </a:path>
              </a:pathLst>
            </a:custGeom>
            <a:solidFill>
              <a:srgbClr val="F6F8F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149" name="Google Shape;16149;p44"/>
            <p:cNvSpPr/>
            <p:nvPr/>
          </p:nvSpPr>
          <p:spPr>
            <a:xfrm>
              <a:off x="6300089" y="2960115"/>
              <a:ext cx="166903" cy="137393"/>
            </a:xfrm>
            <a:custGeom>
              <a:rect b="b" l="l" r="r" t="t"/>
              <a:pathLst>
                <a:path extrusionOk="0" h="5247" w="6374">
                  <a:moveTo>
                    <a:pt x="688" y="0"/>
                  </a:moveTo>
                  <a:lnTo>
                    <a:pt x="688" y="1527"/>
                  </a:lnTo>
                  <a:lnTo>
                    <a:pt x="611" y="1527"/>
                  </a:lnTo>
                  <a:cubicBezTo>
                    <a:pt x="605" y="1526"/>
                    <a:pt x="599" y="1526"/>
                    <a:pt x="593" y="1526"/>
                  </a:cubicBezTo>
                  <a:cubicBezTo>
                    <a:pt x="315" y="1526"/>
                    <a:pt x="76" y="1742"/>
                    <a:pt x="39" y="2023"/>
                  </a:cubicBezTo>
                  <a:cubicBezTo>
                    <a:pt x="1" y="2337"/>
                    <a:pt x="258" y="2624"/>
                    <a:pt x="583" y="2624"/>
                  </a:cubicBezTo>
                  <a:lnTo>
                    <a:pt x="697" y="2624"/>
                  </a:lnTo>
                  <a:cubicBezTo>
                    <a:pt x="801" y="4119"/>
                    <a:pt x="2056" y="5246"/>
                    <a:pt x="3511" y="5246"/>
                  </a:cubicBezTo>
                  <a:cubicBezTo>
                    <a:pt x="3662" y="5246"/>
                    <a:pt x="3815" y="5234"/>
                    <a:pt x="3969" y="5209"/>
                  </a:cubicBezTo>
                  <a:cubicBezTo>
                    <a:pt x="2586" y="4990"/>
                    <a:pt x="1565" y="3797"/>
                    <a:pt x="1565" y="2404"/>
                  </a:cubicBezTo>
                  <a:lnTo>
                    <a:pt x="1565" y="1784"/>
                  </a:lnTo>
                  <a:cubicBezTo>
                    <a:pt x="1565" y="1212"/>
                    <a:pt x="2014" y="735"/>
                    <a:pt x="2576" y="697"/>
                  </a:cubicBezTo>
                  <a:cubicBezTo>
                    <a:pt x="2767" y="678"/>
                    <a:pt x="2968" y="668"/>
                    <a:pt x="3168" y="668"/>
                  </a:cubicBezTo>
                  <a:cubicBezTo>
                    <a:pt x="4561" y="1307"/>
                    <a:pt x="5753" y="2280"/>
                    <a:pt x="6345" y="2795"/>
                  </a:cubicBezTo>
                  <a:cubicBezTo>
                    <a:pt x="6364" y="2671"/>
                    <a:pt x="6373" y="2538"/>
                    <a:pt x="6373" y="2404"/>
                  </a:cubicBezTo>
                  <a:lnTo>
                    <a:pt x="6373" y="0"/>
                  </a:lnTo>
                  <a:close/>
                </a:path>
              </a:pathLst>
            </a:custGeom>
            <a:solidFill>
              <a:srgbClr val="F2F4F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150" name="Google Shape;16150;p44"/>
            <p:cNvSpPr/>
            <p:nvPr/>
          </p:nvSpPr>
          <p:spPr>
            <a:xfrm>
              <a:off x="6352564" y="3000702"/>
              <a:ext cx="11260" cy="17125"/>
            </a:xfrm>
            <a:custGeom>
              <a:rect b="b" l="l" r="r" t="t"/>
              <a:pathLst>
                <a:path extrusionOk="0" h="654" w="430">
                  <a:moveTo>
                    <a:pt x="215" y="0"/>
                  </a:moveTo>
                  <a:cubicBezTo>
                    <a:pt x="107" y="0"/>
                    <a:pt x="0" y="72"/>
                    <a:pt x="0" y="215"/>
                  </a:cubicBezTo>
                  <a:lnTo>
                    <a:pt x="0" y="434"/>
                  </a:lnTo>
                  <a:cubicBezTo>
                    <a:pt x="0" y="558"/>
                    <a:pt x="95" y="654"/>
                    <a:pt x="219" y="654"/>
                  </a:cubicBezTo>
                  <a:cubicBezTo>
                    <a:pt x="334" y="654"/>
                    <a:pt x="429" y="558"/>
                    <a:pt x="429" y="434"/>
                  </a:cubicBezTo>
                  <a:lnTo>
                    <a:pt x="429" y="215"/>
                  </a:lnTo>
                  <a:cubicBezTo>
                    <a:pt x="429" y="72"/>
                    <a:pt x="322" y="0"/>
                    <a:pt x="215" y="0"/>
                  </a:cubicBezTo>
                  <a:close/>
                </a:path>
              </a:pathLst>
            </a:custGeom>
            <a:solidFill>
              <a:srgbClr val="39516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151" name="Google Shape;16151;p44"/>
            <p:cNvSpPr/>
            <p:nvPr/>
          </p:nvSpPr>
          <p:spPr>
            <a:xfrm>
              <a:off x="6421012" y="3000702"/>
              <a:ext cx="11495" cy="17125"/>
            </a:xfrm>
            <a:custGeom>
              <a:rect b="b" l="l" r="r" t="t"/>
              <a:pathLst>
                <a:path extrusionOk="0" h="654" w="439">
                  <a:moveTo>
                    <a:pt x="219" y="0"/>
                  </a:moveTo>
                  <a:cubicBezTo>
                    <a:pt x="110" y="0"/>
                    <a:pt x="0" y="72"/>
                    <a:pt x="0" y="215"/>
                  </a:cubicBezTo>
                  <a:lnTo>
                    <a:pt x="0" y="434"/>
                  </a:lnTo>
                  <a:cubicBezTo>
                    <a:pt x="0" y="558"/>
                    <a:pt x="105" y="654"/>
                    <a:pt x="219" y="654"/>
                  </a:cubicBezTo>
                  <a:cubicBezTo>
                    <a:pt x="343" y="654"/>
                    <a:pt x="439" y="558"/>
                    <a:pt x="439" y="434"/>
                  </a:cubicBezTo>
                  <a:lnTo>
                    <a:pt x="439" y="215"/>
                  </a:lnTo>
                  <a:cubicBezTo>
                    <a:pt x="439" y="72"/>
                    <a:pt x="329" y="0"/>
                    <a:pt x="219" y="0"/>
                  </a:cubicBezTo>
                  <a:close/>
                </a:path>
              </a:pathLst>
            </a:custGeom>
            <a:solidFill>
              <a:srgbClr val="39516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152" name="Google Shape;16152;p44"/>
            <p:cNvSpPr/>
            <p:nvPr/>
          </p:nvSpPr>
          <p:spPr>
            <a:xfrm>
              <a:off x="6344813" y="2983079"/>
              <a:ext cx="26761" cy="11286"/>
            </a:xfrm>
            <a:custGeom>
              <a:rect b="b" l="l" r="r" t="t"/>
              <a:pathLst>
                <a:path extrusionOk="0" h="431" w="1022">
                  <a:moveTo>
                    <a:pt x="735" y="1"/>
                  </a:moveTo>
                  <a:cubicBezTo>
                    <a:pt x="732" y="1"/>
                    <a:pt x="729" y="1"/>
                    <a:pt x="725" y="1"/>
                  </a:cubicBezTo>
                  <a:lnTo>
                    <a:pt x="296" y="1"/>
                  </a:lnTo>
                  <a:cubicBezTo>
                    <a:pt x="0" y="1"/>
                    <a:pt x="0" y="430"/>
                    <a:pt x="296" y="430"/>
                  </a:cubicBezTo>
                  <a:lnTo>
                    <a:pt x="725" y="430"/>
                  </a:lnTo>
                  <a:cubicBezTo>
                    <a:pt x="1018" y="430"/>
                    <a:pt x="1021" y="1"/>
                    <a:pt x="735" y="1"/>
                  </a:cubicBezTo>
                  <a:close/>
                </a:path>
              </a:pathLst>
            </a:custGeom>
            <a:solidFill>
              <a:srgbClr val="E1E7E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153" name="Google Shape;16153;p44"/>
            <p:cNvSpPr/>
            <p:nvPr/>
          </p:nvSpPr>
          <p:spPr>
            <a:xfrm>
              <a:off x="6413497" y="2983079"/>
              <a:ext cx="26761" cy="11286"/>
            </a:xfrm>
            <a:custGeom>
              <a:rect b="b" l="l" r="r" t="t"/>
              <a:pathLst>
                <a:path extrusionOk="0" h="431" w="1022">
                  <a:moveTo>
                    <a:pt x="735" y="1"/>
                  </a:moveTo>
                  <a:cubicBezTo>
                    <a:pt x="732" y="1"/>
                    <a:pt x="729" y="1"/>
                    <a:pt x="726" y="1"/>
                  </a:cubicBezTo>
                  <a:lnTo>
                    <a:pt x="287" y="1"/>
                  </a:lnTo>
                  <a:cubicBezTo>
                    <a:pt x="1" y="1"/>
                    <a:pt x="1" y="430"/>
                    <a:pt x="287" y="430"/>
                  </a:cubicBezTo>
                  <a:lnTo>
                    <a:pt x="726" y="430"/>
                  </a:lnTo>
                  <a:cubicBezTo>
                    <a:pt x="1018" y="430"/>
                    <a:pt x="1022" y="1"/>
                    <a:pt x="735" y="1"/>
                  </a:cubicBezTo>
                  <a:close/>
                </a:path>
              </a:pathLst>
            </a:custGeom>
            <a:solidFill>
              <a:srgbClr val="E1E7E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154" name="Google Shape;16154;p44"/>
            <p:cNvSpPr/>
            <p:nvPr/>
          </p:nvSpPr>
          <p:spPr>
            <a:xfrm>
              <a:off x="6366783" y="3037309"/>
              <a:ext cx="51506" cy="22990"/>
            </a:xfrm>
            <a:custGeom>
              <a:rect b="b" l="l" r="r" t="t"/>
              <a:pathLst>
                <a:path extrusionOk="0" h="878" w="1967">
                  <a:moveTo>
                    <a:pt x="115" y="0"/>
                  </a:moveTo>
                  <a:cubicBezTo>
                    <a:pt x="49" y="0"/>
                    <a:pt x="1" y="57"/>
                    <a:pt x="10" y="134"/>
                  </a:cubicBezTo>
                  <a:cubicBezTo>
                    <a:pt x="77" y="553"/>
                    <a:pt x="487" y="878"/>
                    <a:pt x="983" y="878"/>
                  </a:cubicBezTo>
                  <a:cubicBezTo>
                    <a:pt x="1480" y="878"/>
                    <a:pt x="1880" y="553"/>
                    <a:pt x="1957" y="134"/>
                  </a:cubicBezTo>
                  <a:cubicBezTo>
                    <a:pt x="1966" y="57"/>
                    <a:pt x="1918" y="0"/>
                    <a:pt x="1842" y="0"/>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155" name="Google Shape;16155;p44"/>
            <p:cNvSpPr/>
            <p:nvPr/>
          </p:nvSpPr>
          <p:spPr>
            <a:xfrm>
              <a:off x="6306583" y="2965850"/>
              <a:ext cx="23017" cy="37261"/>
            </a:xfrm>
            <a:custGeom>
              <a:rect b="b" l="l" r="r" t="t"/>
              <a:pathLst>
                <a:path extrusionOk="0" h="1423" w="879">
                  <a:moveTo>
                    <a:pt x="878" y="1"/>
                  </a:moveTo>
                  <a:lnTo>
                    <a:pt x="1" y="220"/>
                  </a:lnTo>
                  <a:lnTo>
                    <a:pt x="1" y="1422"/>
                  </a:lnTo>
                  <a:lnTo>
                    <a:pt x="306" y="1384"/>
                  </a:lnTo>
                  <a:cubicBezTo>
                    <a:pt x="630" y="1336"/>
                    <a:pt x="878" y="1060"/>
                    <a:pt x="878" y="735"/>
                  </a:cubicBezTo>
                  <a:lnTo>
                    <a:pt x="878" y="1"/>
                  </a:lnTo>
                  <a:close/>
                </a:path>
              </a:pathLst>
            </a:custGeom>
            <a:solidFill>
              <a:srgbClr val="E1E7E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156" name="Google Shape;16156;p44"/>
            <p:cNvSpPr/>
            <p:nvPr/>
          </p:nvSpPr>
          <p:spPr>
            <a:xfrm>
              <a:off x="6352564" y="2954355"/>
              <a:ext cx="125662" cy="74732"/>
            </a:xfrm>
            <a:custGeom>
              <a:rect b="b" l="l" r="r" t="t"/>
              <a:pathLst>
                <a:path extrusionOk="0" h="2854" w="4799">
                  <a:moveTo>
                    <a:pt x="0" y="1"/>
                  </a:moveTo>
                  <a:lnTo>
                    <a:pt x="0" y="1"/>
                  </a:lnTo>
                  <a:cubicBezTo>
                    <a:pt x="2147" y="535"/>
                    <a:pt x="4159" y="2252"/>
                    <a:pt x="4799" y="2853"/>
                  </a:cubicBezTo>
                  <a:lnTo>
                    <a:pt x="4799" y="659"/>
                  </a:lnTo>
                  <a:lnTo>
                    <a:pt x="0" y="1"/>
                  </a:lnTo>
                  <a:close/>
                </a:path>
              </a:pathLst>
            </a:custGeom>
            <a:solidFill>
              <a:srgbClr val="E6EBE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157" name="Google Shape;16157;p44"/>
            <p:cNvSpPr/>
            <p:nvPr/>
          </p:nvSpPr>
          <p:spPr>
            <a:xfrm>
              <a:off x="6306583" y="2885671"/>
              <a:ext cx="171643" cy="85965"/>
            </a:xfrm>
            <a:custGeom>
              <a:rect b="b" l="l" r="r" t="t"/>
              <a:pathLst>
                <a:path extrusionOk="0" h="3283" w="6555">
                  <a:moveTo>
                    <a:pt x="3282" y="0"/>
                  </a:moveTo>
                  <a:cubicBezTo>
                    <a:pt x="1470" y="0"/>
                    <a:pt x="1" y="1469"/>
                    <a:pt x="1" y="3282"/>
                  </a:cubicBezTo>
                  <a:cubicBezTo>
                    <a:pt x="1" y="3282"/>
                    <a:pt x="1241" y="2843"/>
                    <a:pt x="3282" y="2843"/>
                  </a:cubicBezTo>
                  <a:cubicBezTo>
                    <a:pt x="5324" y="2843"/>
                    <a:pt x="6555" y="3282"/>
                    <a:pt x="6555" y="3282"/>
                  </a:cubicBezTo>
                  <a:cubicBezTo>
                    <a:pt x="6555" y="1469"/>
                    <a:pt x="5086" y="0"/>
                    <a:pt x="3282" y="0"/>
                  </a:cubicBezTo>
                  <a:close/>
                </a:path>
              </a:pathLst>
            </a:custGeom>
            <a:solidFill>
              <a:srgbClr val="ACB9C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158" name="Google Shape;16158;p44"/>
            <p:cNvSpPr/>
            <p:nvPr/>
          </p:nvSpPr>
          <p:spPr>
            <a:xfrm>
              <a:off x="6306583" y="2885619"/>
              <a:ext cx="171643" cy="86018"/>
            </a:xfrm>
            <a:custGeom>
              <a:rect b="b" l="l" r="r" t="t"/>
              <a:pathLst>
                <a:path extrusionOk="0" h="3285" w="6555">
                  <a:moveTo>
                    <a:pt x="3272" y="0"/>
                  </a:moveTo>
                  <a:cubicBezTo>
                    <a:pt x="1509" y="0"/>
                    <a:pt x="1" y="1435"/>
                    <a:pt x="1" y="3284"/>
                  </a:cubicBezTo>
                  <a:cubicBezTo>
                    <a:pt x="430" y="3141"/>
                    <a:pt x="869" y="3046"/>
                    <a:pt x="1317" y="2988"/>
                  </a:cubicBezTo>
                  <a:cubicBezTo>
                    <a:pt x="1966" y="2893"/>
                    <a:pt x="2624" y="2845"/>
                    <a:pt x="3282" y="2845"/>
                  </a:cubicBezTo>
                  <a:cubicBezTo>
                    <a:pt x="5324" y="2845"/>
                    <a:pt x="6555" y="3284"/>
                    <a:pt x="6555" y="3284"/>
                  </a:cubicBezTo>
                  <a:cubicBezTo>
                    <a:pt x="6555" y="3055"/>
                    <a:pt x="6536" y="2836"/>
                    <a:pt x="6488" y="2616"/>
                  </a:cubicBezTo>
                  <a:cubicBezTo>
                    <a:pt x="5481" y="2330"/>
                    <a:pt x="4437" y="2186"/>
                    <a:pt x="3384" y="2186"/>
                  </a:cubicBezTo>
                  <a:cubicBezTo>
                    <a:pt x="3350" y="2186"/>
                    <a:pt x="3316" y="2187"/>
                    <a:pt x="3282" y="2187"/>
                  </a:cubicBezTo>
                  <a:cubicBezTo>
                    <a:pt x="2910" y="2187"/>
                    <a:pt x="2557" y="2206"/>
                    <a:pt x="2204" y="2235"/>
                  </a:cubicBezTo>
                  <a:cubicBezTo>
                    <a:pt x="2196" y="2235"/>
                    <a:pt x="2188" y="2235"/>
                    <a:pt x="2180" y="2235"/>
                  </a:cubicBezTo>
                  <a:cubicBezTo>
                    <a:pt x="1840" y="2235"/>
                    <a:pt x="1617" y="1856"/>
                    <a:pt x="1804" y="1567"/>
                  </a:cubicBezTo>
                  <a:cubicBezTo>
                    <a:pt x="2281" y="794"/>
                    <a:pt x="3054" y="250"/>
                    <a:pt x="3941" y="69"/>
                  </a:cubicBezTo>
                  <a:cubicBezTo>
                    <a:pt x="3716" y="23"/>
                    <a:pt x="3492" y="0"/>
                    <a:pt x="3272" y="0"/>
                  </a:cubicBezTo>
                  <a:close/>
                </a:path>
              </a:pathLst>
            </a:custGeom>
            <a:solidFill>
              <a:srgbClr val="899CA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159" name="Google Shape;16159;p44"/>
            <p:cNvSpPr/>
            <p:nvPr/>
          </p:nvSpPr>
          <p:spPr>
            <a:xfrm>
              <a:off x="6293857" y="2954355"/>
              <a:ext cx="197121" cy="26499"/>
            </a:xfrm>
            <a:custGeom>
              <a:rect b="b" l="l" r="r" t="t"/>
              <a:pathLst>
                <a:path extrusionOk="0" h="1012" w="7528">
                  <a:moveTo>
                    <a:pt x="3768" y="1"/>
                  </a:moveTo>
                  <a:cubicBezTo>
                    <a:pt x="2395" y="1"/>
                    <a:pt x="1097" y="211"/>
                    <a:pt x="172" y="583"/>
                  </a:cubicBezTo>
                  <a:cubicBezTo>
                    <a:pt x="57" y="630"/>
                    <a:pt x="0" y="764"/>
                    <a:pt x="57" y="878"/>
                  </a:cubicBezTo>
                  <a:cubicBezTo>
                    <a:pt x="93" y="956"/>
                    <a:pt x="169" y="1002"/>
                    <a:pt x="253" y="1002"/>
                  </a:cubicBezTo>
                  <a:cubicBezTo>
                    <a:pt x="283" y="1002"/>
                    <a:pt x="313" y="996"/>
                    <a:pt x="344" y="983"/>
                  </a:cubicBezTo>
                  <a:cubicBezTo>
                    <a:pt x="1212" y="630"/>
                    <a:pt x="2452" y="440"/>
                    <a:pt x="3768" y="440"/>
                  </a:cubicBezTo>
                  <a:cubicBezTo>
                    <a:pt x="5085" y="440"/>
                    <a:pt x="6316" y="640"/>
                    <a:pt x="7193" y="993"/>
                  </a:cubicBezTo>
                  <a:cubicBezTo>
                    <a:pt x="7221" y="1005"/>
                    <a:pt x="7250" y="1011"/>
                    <a:pt x="7279" y="1011"/>
                  </a:cubicBezTo>
                  <a:cubicBezTo>
                    <a:pt x="7358" y="1011"/>
                    <a:pt x="7435" y="965"/>
                    <a:pt x="7470" y="888"/>
                  </a:cubicBezTo>
                  <a:cubicBezTo>
                    <a:pt x="7527" y="773"/>
                    <a:pt x="7470" y="640"/>
                    <a:pt x="7365" y="592"/>
                  </a:cubicBezTo>
                  <a:cubicBezTo>
                    <a:pt x="6440" y="211"/>
                    <a:pt x="5142" y="1"/>
                    <a:pt x="3768" y="1"/>
                  </a:cubicBezTo>
                  <a:close/>
                </a:path>
              </a:pathLst>
            </a:custGeom>
            <a:solidFill>
              <a:srgbClr val="ACB9C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6160" name="Google Shape;16160;p44"/>
          <p:cNvGrpSpPr/>
          <p:nvPr/>
        </p:nvGrpSpPr>
        <p:grpSpPr>
          <a:xfrm>
            <a:off x="8062968" y="2266890"/>
            <a:ext cx="263316" cy="354729"/>
            <a:chOff x="8062968" y="2419290"/>
            <a:chExt cx="263316" cy="354729"/>
          </a:xfrm>
        </p:grpSpPr>
        <p:sp>
          <p:nvSpPr>
            <p:cNvPr id="16161" name="Google Shape;16161;p44"/>
            <p:cNvSpPr/>
            <p:nvPr/>
          </p:nvSpPr>
          <p:spPr>
            <a:xfrm>
              <a:off x="8080198" y="2436520"/>
              <a:ext cx="97434" cy="257320"/>
            </a:xfrm>
            <a:custGeom>
              <a:rect b="b" l="l" r="r" t="t"/>
              <a:pathLst>
                <a:path extrusionOk="0" h="9827" w="3721">
                  <a:moveTo>
                    <a:pt x="2404" y="1"/>
                  </a:moveTo>
                  <a:cubicBezTo>
                    <a:pt x="878" y="869"/>
                    <a:pt x="0" y="2338"/>
                    <a:pt x="0" y="3988"/>
                  </a:cubicBezTo>
                  <a:cubicBezTo>
                    <a:pt x="0" y="6946"/>
                    <a:pt x="1527" y="9827"/>
                    <a:pt x="1527" y="9827"/>
                  </a:cubicBezTo>
                  <a:lnTo>
                    <a:pt x="3721" y="9827"/>
                  </a:lnTo>
                  <a:lnTo>
                    <a:pt x="3721" y="1"/>
                  </a:lnTo>
                  <a:close/>
                </a:path>
              </a:pathLst>
            </a:custGeom>
            <a:solidFill>
              <a:srgbClr val="445D7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162" name="Google Shape;16162;p44"/>
            <p:cNvSpPr/>
            <p:nvPr/>
          </p:nvSpPr>
          <p:spPr>
            <a:xfrm>
              <a:off x="8131652" y="2419290"/>
              <a:ext cx="183138" cy="268815"/>
            </a:xfrm>
            <a:custGeom>
              <a:rect b="b" l="l" r="r" t="t"/>
              <a:pathLst>
                <a:path extrusionOk="0" h="10266" w="6994">
                  <a:moveTo>
                    <a:pt x="1966" y="0"/>
                  </a:moveTo>
                  <a:cubicBezTo>
                    <a:pt x="878" y="0"/>
                    <a:pt x="1" y="687"/>
                    <a:pt x="1" y="1527"/>
                  </a:cubicBezTo>
                  <a:cubicBezTo>
                    <a:pt x="1" y="2013"/>
                    <a:pt x="392" y="2404"/>
                    <a:pt x="878" y="2404"/>
                  </a:cubicBezTo>
                  <a:lnTo>
                    <a:pt x="1756" y="2404"/>
                  </a:lnTo>
                  <a:lnTo>
                    <a:pt x="1756" y="10265"/>
                  </a:lnTo>
                  <a:lnTo>
                    <a:pt x="5248" y="10265"/>
                  </a:lnTo>
                  <a:cubicBezTo>
                    <a:pt x="5248" y="10265"/>
                    <a:pt x="6993" y="7432"/>
                    <a:pt x="6993" y="4589"/>
                  </a:cubicBezTo>
                  <a:cubicBezTo>
                    <a:pt x="6993" y="2051"/>
                    <a:pt x="4942" y="0"/>
                    <a:pt x="2405" y="0"/>
                  </a:cubicBezTo>
                  <a:close/>
                </a:path>
              </a:pathLst>
            </a:custGeom>
            <a:solidFill>
              <a:srgbClr val="576D8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163" name="Google Shape;16163;p44"/>
            <p:cNvSpPr/>
            <p:nvPr/>
          </p:nvSpPr>
          <p:spPr>
            <a:xfrm>
              <a:off x="8103188" y="2562182"/>
              <a:ext cx="22755" cy="45928"/>
            </a:xfrm>
            <a:custGeom>
              <a:rect b="b" l="l" r="r" t="t"/>
              <a:pathLst>
                <a:path extrusionOk="0" h="1754" w="869">
                  <a:moveTo>
                    <a:pt x="429" y="0"/>
                  </a:moveTo>
                  <a:cubicBezTo>
                    <a:pt x="429" y="0"/>
                    <a:pt x="0" y="878"/>
                    <a:pt x="0" y="1317"/>
                  </a:cubicBezTo>
                  <a:cubicBezTo>
                    <a:pt x="0" y="1608"/>
                    <a:pt x="217" y="1753"/>
                    <a:pt x="434" y="1753"/>
                  </a:cubicBezTo>
                  <a:cubicBezTo>
                    <a:pt x="651" y="1753"/>
                    <a:pt x="868" y="1608"/>
                    <a:pt x="868" y="1317"/>
                  </a:cubicBezTo>
                  <a:cubicBezTo>
                    <a:pt x="868" y="878"/>
                    <a:pt x="429" y="0"/>
                    <a:pt x="429" y="0"/>
                  </a:cubicBezTo>
                  <a:close/>
                </a:path>
              </a:pathLst>
            </a:custGeom>
            <a:solidFill>
              <a:srgbClr val="F4F7F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164" name="Google Shape;16164;p44"/>
            <p:cNvSpPr/>
            <p:nvPr/>
          </p:nvSpPr>
          <p:spPr>
            <a:xfrm>
              <a:off x="8103188" y="2562182"/>
              <a:ext cx="11495" cy="45981"/>
            </a:xfrm>
            <a:custGeom>
              <a:rect b="b" l="l" r="r" t="t"/>
              <a:pathLst>
                <a:path extrusionOk="0" h="1756" w="439">
                  <a:moveTo>
                    <a:pt x="439" y="0"/>
                  </a:moveTo>
                  <a:cubicBezTo>
                    <a:pt x="439" y="0"/>
                    <a:pt x="0" y="878"/>
                    <a:pt x="0" y="1317"/>
                  </a:cubicBezTo>
                  <a:cubicBezTo>
                    <a:pt x="0" y="1555"/>
                    <a:pt x="191" y="1755"/>
                    <a:pt x="439" y="1755"/>
                  </a:cubicBezTo>
                  <a:lnTo>
                    <a:pt x="439" y="0"/>
                  </a:lnTo>
                  <a:close/>
                </a:path>
              </a:pathLst>
            </a:custGeom>
            <a:solidFill>
              <a:srgbClr val="F1F4F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165" name="Google Shape;16165;p44"/>
            <p:cNvSpPr/>
            <p:nvPr/>
          </p:nvSpPr>
          <p:spPr>
            <a:xfrm>
              <a:off x="8263310" y="2562182"/>
              <a:ext cx="22755" cy="45928"/>
            </a:xfrm>
            <a:custGeom>
              <a:rect b="b" l="l" r="r" t="t"/>
              <a:pathLst>
                <a:path extrusionOk="0" h="1754" w="869">
                  <a:moveTo>
                    <a:pt x="439" y="0"/>
                  </a:moveTo>
                  <a:cubicBezTo>
                    <a:pt x="439" y="0"/>
                    <a:pt x="0" y="878"/>
                    <a:pt x="0" y="1317"/>
                  </a:cubicBezTo>
                  <a:cubicBezTo>
                    <a:pt x="0" y="1608"/>
                    <a:pt x="217" y="1753"/>
                    <a:pt x="434" y="1753"/>
                  </a:cubicBezTo>
                  <a:cubicBezTo>
                    <a:pt x="651" y="1753"/>
                    <a:pt x="868" y="1608"/>
                    <a:pt x="868" y="1317"/>
                  </a:cubicBezTo>
                  <a:cubicBezTo>
                    <a:pt x="868" y="878"/>
                    <a:pt x="439" y="0"/>
                    <a:pt x="439" y="0"/>
                  </a:cubicBezTo>
                  <a:close/>
                </a:path>
              </a:pathLst>
            </a:custGeom>
            <a:solidFill>
              <a:srgbClr val="F4F7F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166" name="Google Shape;16166;p44"/>
            <p:cNvSpPr/>
            <p:nvPr/>
          </p:nvSpPr>
          <p:spPr>
            <a:xfrm>
              <a:off x="8263310" y="2562182"/>
              <a:ext cx="11495" cy="45981"/>
            </a:xfrm>
            <a:custGeom>
              <a:rect b="b" l="l" r="r" t="t"/>
              <a:pathLst>
                <a:path extrusionOk="0" h="1756" w="439">
                  <a:moveTo>
                    <a:pt x="439" y="0"/>
                  </a:moveTo>
                  <a:cubicBezTo>
                    <a:pt x="439" y="0"/>
                    <a:pt x="0" y="878"/>
                    <a:pt x="0" y="1317"/>
                  </a:cubicBezTo>
                  <a:cubicBezTo>
                    <a:pt x="0" y="1555"/>
                    <a:pt x="191" y="1755"/>
                    <a:pt x="439" y="1755"/>
                  </a:cubicBezTo>
                  <a:lnTo>
                    <a:pt x="439" y="0"/>
                  </a:lnTo>
                  <a:close/>
                </a:path>
              </a:pathLst>
            </a:custGeom>
            <a:solidFill>
              <a:srgbClr val="F1F4F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167" name="Google Shape;16167;p44"/>
            <p:cNvSpPr/>
            <p:nvPr/>
          </p:nvSpPr>
          <p:spPr>
            <a:xfrm>
              <a:off x="8062968" y="2625131"/>
              <a:ext cx="263316" cy="148888"/>
            </a:xfrm>
            <a:custGeom>
              <a:rect b="b" l="l" r="r" t="t"/>
              <a:pathLst>
                <a:path extrusionOk="0" h="5686" w="10056">
                  <a:moveTo>
                    <a:pt x="3711" y="0"/>
                  </a:moveTo>
                  <a:lnTo>
                    <a:pt x="3711" y="1135"/>
                  </a:lnTo>
                  <a:cubicBezTo>
                    <a:pt x="3711" y="1498"/>
                    <a:pt x="3482" y="1832"/>
                    <a:pt x="3129" y="1956"/>
                  </a:cubicBezTo>
                  <a:lnTo>
                    <a:pt x="878" y="2748"/>
                  </a:lnTo>
                  <a:cubicBezTo>
                    <a:pt x="353" y="2938"/>
                    <a:pt x="0" y="3435"/>
                    <a:pt x="0" y="3988"/>
                  </a:cubicBezTo>
                  <a:lnTo>
                    <a:pt x="0" y="5028"/>
                  </a:lnTo>
                  <a:cubicBezTo>
                    <a:pt x="0" y="5390"/>
                    <a:pt x="296" y="5686"/>
                    <a:pt x="658" y="5686"/>
                  </a:cubicBezTo>
                  <a:lnTo>
                    <a:pt x="9397" y="5686"/>
                  </a:lnTo>
                  <a:cubicBezTo>
                    <a:pt x="9759" y="5686"/>
                    <a:pt x="10055" y="5390"/>
                    <a:pt x="10055" y="5028"/>
                  </a:cubicBezTo>
                  <a:lnTo>
                    <a:pt x="10055" y="3988"/>
                  </a:lnTo>
                  <a:cubicBezTo>
                    <a:pt x="10046" y="3435"/>
                    <a:pt x="9702" y="2938"/>
                    <a:pt x="9178" y="2748"/>
                  </a:cubicBezTo>
                  <a:lnTo>
                    <a:pt x="6917" y="1956"/>
                  </a:lnTo>
                  <a:cubicBezTo>
                    <a:pt x="6573" y="1832"/>
                    <a:pt x="6335" y="1498"/>
                    <a:pt x="6335" y="1135"/>
                  </a:cubicBezTo>
                  <a:lnTo>
                    <a:pt x="6335" y="0"/>
                  </a:lnTo>
                  <a:close/>
                </a:path>
              </a:pathLst>
            </a:custGeom>
            <a:solidFill>
              <a:srgbClr val="E7ECF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168" name="Google Shape;16168;p44"/>
            <p:cNvSpPr/>
            <p:nvPr/>
          </p:nvSpPr>
          <p:spPr>
            <a:xfrm>
              <a:off x="8160376" y="2625131"/>
              <a:ext cx="68736" cy="22990"/>
            </a:xfrm>
            <a:custGeom>
              <a:rect b="b" l="l" r="r" t="t"/>
              <a:pathLst>
                <a:path extrusionOk="0" h="878" w="2625">
                  <a:moveTo>
                    <a:pt x="1" y="0"/>
                  </a:moveTo>
                  <a:lnTo>
                    <a:pt x="1" y="601"/>
                  </a:lnTo>
                  <a:cubicBezTo>
                    <a:pt x="411" y="782"/>
                    <a:pt x="859" y="878"/>
                    <a:pt x="1308" y="878"/>
                  </a:cubicBezTo>
                  <a:cubicBezTo>
                    <a:pt x="1756" y="878"/>
                    <a:pt x="2204" y="782"/>
                    <a:pt x="2624" y="601"/>
                  </a:cubicBezTo>
                  <a:lnTo>
                    <a:pt x="2624" y="0"/>
                  </a:ln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169" name="Google Shape;16169;p44"/>
            <p:cNvSpPr/>
            <p:nvPr/>
          </p:nvSpPr>
          <p:spPr>
            <a:xfrm>
              <a:off x="8098187" y="2482239"/>
              <a:ext cx="192617" cy="154387"/>
            </a:xfrm>
            <a:custGeom>
              <a:rect b="b" l="l" r="r" t="t"/>
              <a:pathLst>
                <a:path extrusionOk="0" h="5896" w="7356">
                  <a:moveTo>
                    <a:pt x="2156" y="0"/>
                  </a:moveTo>
                  <a:cubicBezTo>
                    <a:pt x="1431" y="0"/>
                    <a:pt x="840" y="582"/>
                    <a:pt x="840" y="1307"/>
                  </a:cubicBezTo>
                  <a:lnTo>
                    <a:pt x="840" y="2185"/>
                  </a:lnTo>
                  <a:lnTo>
                    <a:pt x="735" y="2185"/>
                  </a:lnTo>
                  <a:cubicBezTo>
                    <a:pt x="0" y="2185"/>
                    <a:pt x="0" y="3273"/>
                    <a:pt x="735" y="3273"/>
                  </a:cubicBezTo>
                  <a:lnTo>
                    <a:pt x="849" y="3273"/>
                  </a:lnTo>
                  <a:cubicBezTo>
                    <a:pt x="964" y="4751"/>
                    <a:pt x="2194" y="5896"/>
                    <a:pt x="3683" y="5896"/>
                  </a:cubicBezTo>
                  <a:cubicBezTo>
                    <a:pt x="5161" y="5896"/>
                    <a:pt x="6392" y="4751"/>
                    <a:pt x="6506" y="3273"/>
                  </a:cubicBezTo>
                  <a:lnTo>
                    <a:pt x="6630" y="3273"/>
                  </a:lnTo>
                  <a:cubicBezTo>
                    <a:pt x="7356" y="3273"/>
                    <a:pt x="7356" y="2185"/>
                    <a:pt x="6630" y="2185"/>
                  </a:cubicBezTo>
                  <a:lnTo>
                    <a:pt x="6526" y="2185"/>
                  </a:lnTo>
                  <a:lnTo>
                    <a:pt x="6526" y="1307"/>
                  </a:lnTo>
                  <a:cubicBezTo>
                    <a:pt x="6526" y="582"/>
                    <a:pt x="5934" y="0"/>
                    <a:pt x="5209" y="0"/>
                  </a:cubicBezTo>
                  <a:close/>
                </a:path>
              </a:pathLst>
            </a:custGeom>
            <a:solidFill>
              <a:srgbClr val="ECF0F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170" name="Google Shape;16170;p44"/>
            <p:cNvSpPr/>
            <p:nvPr/>
          </p:nvSpPr>
          <p:spPr>
            <a:xfrm>
              <a:off x="8154642" y="2539872"/>
              <a:ext cx="11521" cy="17334"/>
            </a:xfrm>
            <a:custGeom>
              <a:rect b="b" l="l" r="r" t="t"/>
              <a:pathLst>
                <a:path extrusionOk="0" h="662" w="440">
                  <a:moveTo>
                    <a:pt x="220" y="1"/>
                  </a:moveTo>
                  <a:cubicBezTo>
                    <a:pt x="110" y="1"/>
                    <a:pt x="0" y="75"/>
                    <a:pt x="0" y="222"/>
                  </a:cubicBezTo>
                  <a:lnTo>
                    <a:pt x="0" y="442"/>
                  </a:lnTo>
                  <a:cubicBezTo>
                    <a:pt x="0" y="556"/>
                    <a:pt x="96" y="661"/>
                    <a:pt x="220" y="661"/>
                  </a:cubicBezTo>
                  <a:cubicBezTo>
                    <a:pt x="334" y="652"/>
                    <a:pt x="439" y="556"/>
                    <a:pt x="439" y="442"/>
                  </a:cubicBezTo>
                  <a:lnTo>
                    <a:pt x="439" y="222"/>
                  </a:lnTo>
                  <a:cubicBezTo>
                    <a:pt x="439" y="75"/>
                    <a:pt x="329" y="1"/>
                    <a:pt x="220" y="1"/>
                  </a:cubicBezTo>
                  <a:close/>
                </a:path>
              </a:pathLst>
            </a:custGeom>
            <a:solidFill>
              <a:srgbClr val="213B5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171" name="Google Shape;16171;p44"/>
            <p:cNvSpPr/>
            <p:nvPr/>
          </p:nvSpPr>
          <p:spPr>
            <a:xfrm>
              <a:off x="8223325" y="2539872"/>
              <a:ext cx="11286" cy="17334"/>
            </a:xfrm>
            <a:custGeom>
              <a:rect b="b" l="l" r="r" t="t"/>
              <a:pathLst>
                <a:path extrusionOk="0" h="662" w="431">
                  <a:moveTo>
                    <a:pt x="215" y="1"/>
                  </a:moveTo>
                  <a:cubicBezTo>
                    <a:pt x="108" y="1"/>
                    <a:pt x="1" y="75"/>
                    <a:pt x="1" y="222"/>
                  </a:cubicBezTo>
                  <a:lnTo>
                    <a:pt x="1" y="442"/>
                  </a:lnTo>
                  <a:cubicBezTo>
                    <a:pt x="1" y="556"/>
                    <a:pt x="96" y="661"/>
                    <a:pt x="220" y="661"/>
                  </a:cubicBezTo>
                  <a:cubicBezTo>
                    <a:pt x="335" y="652"/>
                    <a:pt x="430" y="556"/>
                    <a:pt x="430" y="442"/>
                  </a:cubicBezTo>
                  <a:lnTo>
                    <a:pt x="430" y="222"/>
                  </a:lnTo>
                  <a:cubicBezTo>
                    <a:pt x="430" y="75"/>
                    <a:pt x="323" y="1"/>
                    <a:pt x="215" y="1"/>
                  </a:cubicBezTo>
                  <a:close/>
                </a:path>
              </a:pathLst>
            </a:custGeom>
            <a:solidFill>
              <a:srgbClr val="213B5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172" name="Google Shape;16172;p44"/>
            <p:cNvSpPr/>
            <p:nvPr/>
          </p:nvSpPr>
          <p:spPr>
            <a:xfrm>
              <a:off x="8169358" y="2585094"/>
              <a:ext cx="50720" cy="17334"/>
            </a:xfrm>
            <a:custGeom>
              <a:rect b="b" l="l" r="r" t="t"/>
              <a:pathLst>
                <a:path extrusionOk="0" h="662" w="1937">
                  <a:moveTo>
                    <a:pt x="310" y="0"/>
                  </a:moveTo>
                  <a:cubicBezTo>
                    <a:pt x="144" y="0"/>
                    <a:pt x="0" y="221"/>
                    <a:pt x="154" y="375"/>
                  </a:cubicBezTo>
                  <a:cubicBezTo>
                    <a:pt x="373" y="558"/>
                    <a:pt x="645" y="662"/>
                    <a:pt x="928" y="662"/>
                  </a:cubicBezTo>
                  <a:cubicBezTo>
                    <a:pt x="940" y="662"/>
                    <a:pt x="952" y="661"/>
                    <a:pt x="965" y="661"/>
                  </a:cubicBezTo>
                  <a:cubicBezTo>
                    <a:pt x="977" y="661"/>
                    <a:pt x="989" y="662"/>
                    <a:pt x="1002" y="662"/>
                  </a:cubicBezTo>
                  <a:cubicBezTo>
                    <a:pt x="1284" y="662"/>
                    <a:pt x="1556" y="558"/>
                    <a:pt x="1776" y="375"/>
                  </a:cubicBezTo>
                  <a:cubicBezTo>
                    <a:pt x="1936" y="221"/>
                    <a:pt x="1789" y="0"/>
                    <a:pt x="1621" y="0"/>
                  </a:cubicBezTo>
                  <a:cubicBezTo>
                    <a:pt x="1570" y="0"/>
                    <a:pt x="1517" y="21"/>
                    <a:pt x="1470" y="70"/>
                  </a:cubicBezTo>
                  <a:cubicBezTo>
                    <a:pt x="1318" y="170"/>
                    <a:pt x="1141" y="220"/>
                    <a:pt x="965" y="220"/>
                  </a:cubicBezTo>
                  <a:cubicBezTo>
                    <a:pt x="788" y="220"/>
                    <a:pt x="612" y="170"/>
                    <a:pt x="459" y="70"/>
                  </a:cubicBezTo>
                  <a:cubicBezTo>
                    <a:pt x="412" y="21"/>
                    <a:pt x="360" y="0"/>
                    <a:pt x="310" y="0"/>
                  </a:cubicBezTo>
                  <a:close/>
                </a:path>
              </a:pathLst>
            </a:custGeom>
            <a:solidFill>
              <a:srgbClr val="DAE2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173" name="Google Shape;16173;p44"/>
            <p:cNvSpPr/>
            <p:nvPr/>
          </p:nvSpPr>
          <p:spPr>
            <a:xfrm>
              <a:off x="8146734" y="2519317"/>
              <a:ext cx="23017" cy="14664"/>
            </a:xfrm>
            <a:custGeom>
              <a:rect b="b" l="l" r="r" t="t"/>
              <a:pathLst>
                <a:path extrusionOk="0" h="560" w="879">
                  <a:moveTo>
                    <a:pt x="566" y="1"/>
                  </a:moveTo>
                  <a:cubicBezTo>
                    <a:pt x="534" y="1"/>
                    <a:pt x="500" y="8"/>
                    <a:pt x="464" y="25"/>
                  </a:cubicBezTo>
                  <a:lnTo>
                    <a:pt x="207" y="149"/>
                  </a:lnTo>
                  <a:cubicBezTo>
                    <a:pt x="0" y="243"/>
                    <a:pt x="62" y="559"/>
                    <a:pt x="292" y="559"/>
                  </a:cubicBezTo>
                  <a:cubicBezTo>
                    <a:pt x="295" y="559"/>
                    <a:pt x="299" y="559"/>
                    <a:pt x="302" y="559"/>
                  </a:cubicBezTo>
                  <a:cubicBezTo>
                    <a:pt x="331" y="559"/>
                    <a:pt x="369" y="550"/>
                    <a:pt x="398" y="540"/>
                  </a:cubicBezTo>
                  <a:lnTo>
                    <a:pt x="655" y="426"/>
                  </a:lnTo>
                  <a:cubicBezTo>
                    <a:pt x="878" y="310"/>
                    <a:pt x="772" y="1"/>
                    <a:pt x="566" y="1"/>
                  </a:cubicBezTo>
                  <a:close/>
                </a:path>
              </a:pathLst>
            </a:custGeom>
            <a:solidFill>
              <a:srgbClr val="D4DDE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174" name="Google Shape;16174;p44"/>
            <p:cNvSpPr/>
            <p:nvPr/>
          </p:nvSpPr>
          <p:spPr>
            <a:xfrm>
              <a:off x="8219476" y="2519317"/>
              <a:ext cx="23278" cy="14664"/>
            </a:xfrm>
            <a:custGeom>
              <a:rect b="b" l="l" r="r" t="t"/>
              <a:pathLst>
                <a:path extrusionOk="0" h="560" w="889">
                  <a:moveTo>
                    <a:pt x="313" y="1"/>
                  </a:moveTo>
                  <a:cubicBezTo>
                    <a:pt x="107" y="1"/>
                    <a:pt x="1" y="310"/>
                    <a:pt x="224" y="426"/>
                  </a:cubicBezTo>
                  <a:lnTo>
                    <a:pt x="491" y="540"/>
                  </a:lnTo>
                  <a:cubicBezTo>
                    <a:pt x="520" y="550"/>
                    <a:pt x="548" y="559"/>
                    <a:pt x="577" y="559"/>
                  </a:cubicBezTo>
                  <a:cubicBezTo>
                    <a:pt x="580" y="559"/>
                    <a:pt x="584" y="559"/>
                    <a:pt x="587" y="559"/>
                  </a:cubicBezTo>
                  <a:cubicBezTo>
                    <a:pt x="818" y="559"/>
                    <a:pt x="889" y="243"/>
                    <a:pt x="672" y="149"/>
                  </a:cubicBezTo>
                  <a:lnTo>
                    <a:pt x="415" y="25"/>
                  </a:lnTo>
                  <a:cubicBezTo>
                    <a:pt x="379" y="8"/>
                    <a:pt x="345" y="1"/>
                    <a:pt x="313" y="1"/>
                  </a:cubicBezTo>
                  <a:close/>
                </a:path>
              </a:pathLst>
            </a:custGeom>
            <a:solidFill>
              <a:srgbClr val="D4DDE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175" name="Google Shape;16175;p44"/>
            <p:cNvSpPr/>
            <p:nvPr/>
          </p:nvSpPr>
          <p:spPr>
            <a:xfrm>
              <a:off x="8062968" y="2692321"/>
              <a:ext cx="263316" cy="81697"/>
            </a:xfrm>
            <a:custGeom>
              <a:rect b="b" l="l" r="r" t="t"/>
              <a:pathLst>
                <a:path extrusionOk="0" h="3120" w="10056">
                  <a:moveTo>
                    <a:pt x="1393" y="0"/>
                  </a:moveTo>
                  <a:lnTo>
                    <a:pt x="878" y="182"/>
                  </a:lnTo>
                  <a:cubicBezTo>
                    <a:pt x="353" y="372"/>
                    <a:pt x="0" y="869"/>
                    <a:pt x="0" y="1422"/>
                  </a:cubicBezTo>
                  <a:lnTo>
                    <a:pt x="0" y="2462"/>
                  </a:lnTo>
                  <a:cubicBezTo>
                    <a:pt x="0" y="2824"/>
                    <a:pt x="296" y="3120"/>
                    <a:pt x="658" y="3120"/>
                  </a:cubicBezTo>
                  <a:lnTo>
                    <a:pt x="9397" y="3120"/>
                  </a:lnTo>
                  <a:cubicBezTo>
                    <a:pt x="9759" y="3120"/>
                    <a:pt x="10055" y="2824"/>
                    <a:pt x="10055" y="2462"/>
                  </a:cubicBezTo>
                  <a:lnTo>
                    <a:pt x="10055" y="1422"/>
                  </a:lnTo>
                  <a:cubicBezTo>
                    <a:pt x="10055" y="869"/>
                    <a:pt x="9702" y="372"/>
                    <a:pt x="9178" y="182"/>
                  </a:cubicBezTo>
                  <a:lnTo>
                    <a:pt x="8662" y="0"/>
                  </a:lnTo>
                  <a:cubicBezTo>
                    <a:pt x="7747" y="1202"/>
                    <a:pt x="6387" y="1803"/>
                    <a:pt x="5028" y="1803"/>
                  </a:cubicBezTo>
                  <a:cubicBezTo>
                    <a:pt x="3668" y="1803"/>
                    <a:pt x="2309" y="1202"/>
                    <a:pt x="1393" y="0"/>
                  </a:cubicBezTo>
                  <a:close/>
                </a:path>
              </a:pathLst>
            </a:custGeom>
            <a:solidFill>
              <a:srgbClr val="E1E7E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176" name="Google Shape;16176;p44"/>
            <p:cNvSpPr/>
            <p:nvPr/>
          </p:nvSpPr>
          <p:spPr>
            <a:xfrm>
              <a:off x="8087949" y="2692557"/>
              <a:ext cx="213355" cy="58550"/>
            </a:xfrm>
            <a:custGeom>
              <a:rect b="b" l="l" r="r" t="t"/>
              <a:pathLst>
                <a:path extrusionOk="0" h="2236" w="8148">
                  <a:moveTo>
                    <a:pt x="439" y="1"/>
                  </a:moveTo>
                  <a:lnTo>
                    <a:pt x="0" y="154"/>
                  </a:lnTo>
                  <a:cubicBezTo>
                    <a:pt x="1002" y="1542"/>
                    <a:pt x="2538" y="2236"/>
                    <a:pt x="4074" y="2236"/>
                  </a:cubicBezTo>
                  <a:cubicBezTo>
                    <a:pt x="5610" y="2236"/>
                    <a:pt x="7146" y="1542"/>
                    <a:pt x="8147" y="154"/>
                  </a:cubicBezTo>
                  <a:lnTo>
                    <a:pt x="7708" y="1"/>
                  </a:lnTo>
                  <a:cubicBezTo>
                    <a:pt x="6850" y="1127"/>
                    <a:pt x="5505" y="1794"/>
                    <a:pt x="4074" y="1794"/>
                  </a:cubicBezTo>
                  <a:cubicBezTo>
                    <a:pt x="2652" y="1794"/>
                    <a:pt x="1307" y="1127"/>
                    <a:pt x="439" y="1"/>
                  </a:cubicBezTo>
                  <a:close/>
                </a:path>
              </a:pathLst>
            </a:custGeom>
            <a:solidFill>
              <a:srgbClr val="DBE2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177" name="Google Shape;16177;p44"/>
            <p:cNvSpPr/>
            <p:nvPr/>
          </p:nvSpPr>
          <p:spPr>
            <a:xfrm>
              <a:off x="8102429" y="2482239"/>
              <a:ext cx="138152" cy="154387"/>
            </a:xfrm>
            <a:custGeom>
              <a:rect b="b" l="l" r="r" t="t"/>
              <a:pathLst>
                <a:path extrusionOk="0" h="5896" w="5276">
                  <a:moveTo>
                    <a:pt x="1994" y="0"/>
                  </a:moveTo>
                  <a:cubicBezTo>
                    <a:pt x="1269" y="0"/>
                    <a:pt x="678" y="582"/>
                    <a:pt x="678" y="1307"/>
                  </a:cubicBezTo>
                  <a:lnTo>
                    <a:pt x="678" y="2185"/>
                  </a:lnTo>
                  <a:lnTo>
                    <a:pt x="611" y="2185"/>
                  </a:lnTo>
                  <a:cubicBezTo>
                    <a:pt x="604" y="2185"/>
                    <a:pt x="598" y="2185"/>
                    <a:pt x="592" y="2185"/>
                  </a:cubicBezTo>
                  <a:cubicBezTo>
                    <a:pt x="304" y="2185"/>
                    <a:pt x="66" y="2392"/>
                    <a:pt x="29" y="2672"/>
                  </a:cubicBezTo>
                  <a:cubicBezTo>
                    <a:pt x="0" y="2996"/>
                    <a:pt x="248" y="3273"/>
                    <a:pt x="573" y="3273"/>
                  </a:cubicBezTo>
                  <a:lnTo>
                    <a:pt x="697" y="3273"/>
                  </a:lnTo>
                  <a:cubicBezTo>
                    <a:pt x="800" y="4776"/>
                    <a:pt x="2054" y="5895"/>
                    <a:pt x="3501" y="5895"/>
                  </a:cubicBezTo>
                  <a:cubicBezTo>
                    <a:pt x="3652" y="5895"/>
                    <a:pt x="3805" y="5883"/>
                    <a:pt x="3959" y="5858"/>
                  </a:cubicBezTo>
                  <a:cubicBezTo>
                    <a:pt x="2576" y="5648"/>
                    <a:pt x="1555" y="4455"/>
                    <a:pt x="1555" y="3053"/>
                  </a:cubicBezTo>
                  <a:lnTo>
                    <a:pt x="1555" y="1307"/>
                  </a:lnTo>
                  <a:cubicBezTo>
                    <a:pt x="1555" y="830"/>
                    <a:pt x="1947" y="439"/>
                    <a:pt x="2433" y="439"/>
                  </a:cubicBezTo>
                  <a:lnTo>
                    <a:pt x="4837" y="439"/>
                  </a:lnTo>
                  <a:cubicBezTo>
                    <a:pt x="5076" y="439"/>
                    <a:pt x="5276" y="239"/>
                    <a:pt x="5276" y="0"/>
                  </a:cubicBezTo>
                  <a:close/>
                </a:path>
              </a:pathLst>
            </a:custGeom>
            <a:solidFill>
              <a:srgbClr val="E7ECF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6178" name="Google Shape;16178;p44"/>
          <p:cNvGrpSpPr/>
          <p:nvPr/>
        </p:nvGrpSpPr>
        <p:grpSpPr>
          <a:xfrm>
            <a:off x="5809723" y="2266890"/>
            <a:ext cx="263317" cy="354729"/>
            <a:chOff x="5809723" y="2419290"/>
            <a:chExt cx="263317" cy="354729"/>
          </a:xfrm>
        </p:grpSpPr>
        <p:sp>
          <p:nvSpPr>
            <p:cNvPr id="16179" name="Google Shape;16179;p44"/>
            <p:cNvSpPr/>
            <p:nvPr/>
          </p:nvSpPr>
          <p:spPr>
            <a:xfrm>
              <a:off x="5815484" y="2419290"/>
              <a:ext cx="80205" cy="80205"/>
            </a:xfrm>
            <a:custGeom>
              <a:rect b="b" l="l" r="r" t="t"/>
              <a:pathLst>
                <a:path extrusionOk="0" h="3063" w="3063">
                  <a:moveTo>
                    <a:pt x="1536" y="0"/>
                  </a:moveTo>
                  <a:cubicBezTo>
                    <a:pt x="687" y="0"/>
                    <a:pt x="0" y="687"/>
                    <a:pt x="0" y="1527"/>
                  </a:cubicBezTo>
                  <a:cubicBezTo>
                    <a:pt x="0" y="2376"/>
                    <a:pt x="687" y="3063"/>
                    <a:pt x="1536" y="3063"/>
                  </a:cubicBezTo>
                  <a:cubicBezTo>
                    <a:pt x="2376" y="3063"/>
                    <a:pt x="3063" y="2376"/>
                    <a:pt x="3063" y="1527"/>
                  </a:cubicBezTo>
                  <a:cubicBezTo>
                    <a:pt x="3063" y="687"/>
                    <a:pt x="2376" y="0"/>
                    <a:pt x="1536" y="0"/>
                  </a:cubicBezTo>
                  <a:close/>
                </a:path>
              </a:pathLst>
            </a:custGeom>
            <a:solidFill>
              <a:srgbClr val="6F809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180" name="Google Shape;16180;p44"/>
            <p:cNvSpPr/>
            <p:nvPr/>
          </p:nvSpPr>
          <p:spPr>
            <a:xfrm>
              <a:off x="5987100" y="2419290"/>
              <a:ext cx="80205" cy="80205"/>
            </a:xfrm>
            <a:custGeom>
              <a:rect b="b" l="l" r="r" t="t"/>
              <a:pathLst>
                <a:path extrusionOk="0" h="3063" w="3063">
                  <a:moveTo>
                    <a:pt x="1527" y="0"/>
                  </a:moveTo>
                  <a:cubicBezTo>
                    <a:pt x="687" y="0"/>
                    <a:pt x="0" y="687"/>
                    <a:pt x="0" y="1527"/>
                  </a:cubicBezTo>
                  <a:cubicBezTo>
                    <a:pt x="0" y="2376"/>
                    <a:pt x="687" y="3063"/>
                    <a:pt x="1527" y="3063"/>
                  </a:cubicBezTo>
                  <a:cubicBezTo>
                    <a:pt x="2376" y="3063"/>
                    <a:pt x="3062" y="2376"/>
                    <a:pt x="3062" y="1527"/>
                  </a:cubicBezTo>
                  <a:cubicBezTo>
                    <a:pt x="3062" y="687"/>
                    <a:pt x="2376" y="0"/>
                    <a:pt x="1527" y="0"/>
                  </a:cubicBezTo>
                  <a:close/>
                </a:path>
              </a:pathLst>
            </a:custGeom>
            <a:solidFill>
              <a:srgbClr val="6F809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181" name="Google Shape;16181;p44"/>
            <p:cNvSpPr/>
            <p:nvPr/>
          </p:nvSpPr>
          <p:spPr>
            <a:xfrm>
              <a:off x="5823732" y="2424789"/>
              <a:ext cx="235325" cy="137419"/>
            </a:xfrm>
            <a:custGeom>
              <a:rect b="b" l="l" r="r" t="t"/>
              <a:pathLst>
                <a:path extrusionOk="0" h="5248" w="8987">
                  <a:moveTo>
                    <a:pt x="4493" y="0"/>
                  </a:moveTo>
                  <a:cubicBezTo>
                    <a:pt x="1794" y="0"/>
                    <a:pt x="0" y="2795"/>
                    <a:pt x="1116" y="5247"/>
                  </a:cubicBezTo>
                  <a:lnTo>
                    <a:pt x="7880" y="5247"/>
                  </a:lnTo>
                  <a:cubicBezTo>
                    <a:pt x="8987" y="2795"/>
                    <a:pt x="7193" y="0"/>
                    <a:pt x="4493" y="0"/>
                  </a:cubicBezTo>
                  <a:close/>
                </a:path>
              </a:pathLst>
            </a:custGeom>
            <a:solidFill>
              <a:srgbClr val="52667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182" name="Google Shape;16182;p44"/>
            <p:cNvSpPr/>
            <p:nvPr/>
          </p:nvSpPr>
          <p:spPr>
            <a:xfrm>
              <a:off x="5809723" y="2630865"/>
              <a:ext cx="263081" cy="143153"/>
            </a:xfrm>
            <a:custGeom>
              <a:rect b="b" l="l" r="r" t="t"/>
              <a:pathLst>
                <a:path extrusionOk="0" h="5467" w="10047">
                  <a:moveTo>
                    <a:pt x="3712" y="1"/>
                  </a:moveTo>
                  <a:lnTo>
                    <a:pt x="3712" y="1126"/>
                  </a:lnTo>
                  <a:cubicBezTo>
                    <a:pt x="3712" y="1498"/>
                    <a:pt x="3483" y="1832"/>
                    <a:pt x="3130" y="1956"/>
                  </a:cubicBezTo>
                  <a:lnTo>
                    <a:pt x="878" y="2748"/>
                  </a:lnTo>
                  <a:cubicBezTo>
                    <a:pt x="354" y="2939"/>
                    <a:pt x="1" y="3435"/>
                    <a:pt x="1" y="3988"/>
                  </a:cubicBezTo>
                  <a:lnTo>
                    <a:pt x="1" y="4809"/>
                  </a:lnTo>
                  <a:cubicBezTo>
                    <a:pt x="1" y="5171"/>
                    <a:pt x="297" y="5467"/>
                    <a:pt x="659" y="5467"/>
                  </a:cubicBezTo>
                  <a:lnTo>
                    <a:pt x="9398" y="5467"/>
                  </a:lnTo>
                  <a:cubicBezTo>
                    <a:pt x="9751" y="5467"/>
                    <a:pt x="10046" y="5171"/>
                    <a:pt x="10046" y="4809"/>
                  </a:cubicBezTo>
                  <a:lnTo>
                    <a:pt x="10046" y="3988"/>
                  </a:lnTo>
                  <a:cubicBezTo>
                    <a:pt x="10046" y="3435"/>
                    <a:pt x="9703" y="2939"/>
                    <a:pt x="9178" y="2748"/>
                  </a:cubicBezTo>
                  <a:lnTo>
                    <a:pt x="6927" y="1956"/>
                  </a:lnTo>
                  <a:cubicBezTo>
                    <a:pt x="6574" y="1832"/>
                    <a:pt x="6335" y="1498"/>
                    <a:pt x="6335" y="1126"/>
                  </a:cubicBezTo>
                  <a:lnTo>
                    <a:pt x="6335" y="1"/>
                  </a:lnTo>
                  <a:close/>
                </a:path>
              </a:pathLst>
            </a:custGeom>
            <a:solidFill>
              <a:srgbClr val="E7ECF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183" name="Google Shape;16183;p44"/>
            <p:cNvSpPr/>
            <p:nvPr/>
          </p:nvSpPr>
          <p:spPr>
            <a:xfrm>
              <a:off x="5809985" y="2694809"/>
              <a:ext cx="263055" cy="79210"/>
            </a:xfrm>
            <a:custGeom>
              <a:rect b="b" l="l" r="r" t="t"/>
              <a:pathLst>
                <a:path extrusionOk="0" h="3025" w="10046">
                  <a:moveTo>
                    <a:pt x="1737" y="1"/>
                  </a:moveTo>
                  <a:lnTo>
                    <a:pt x="868" y="306"/>
                  </a:lnTo>
                  <a:cubicBezTo>
                    <a:pt x="344" y="497"/>
                    <a:pt x="0" y="993"/>
                    <a:pt x="0" y="1546"/>
                  </a:cubicBezTo>
                  <a:lnTo>
                    <a:pt x="0" y="2367"/>
                  </a:lnTo>
                  <a:cubicBezTo>
                    <a:pt x="0" y="2729"/>
                    <a:pt x="287" y="3025"/>
                    <a:pt x="649" y="3025"/>
                  </a:cubicBezTo>
                  <a:lnTo>
                    <a:pt x="9388" y="3025"/>
                  </a:lnTo>
                  <a:cubicBezTo>
                    <a:pt x="9750" y="3025"/>
                    <a:pt x="10046" y="2729"/>
                    <a:pt x="10046" y="2367"/>
                  </a:cubicBezTo>
                  <a:lnTo>
                    <a:pt x="10046" y="1546"/>
                  </a:lnTo>
                  <a:cubicBezTo>
                    <a:pt x="10046" y="993"/>
                    <a:pt x="9693" y="497"/>
                    <a:pt x="9168" y="306"/>
                  </a:cubicBezTo>
                  <a:lnTo>
                    <a:pt x="8300" y="1"/>
                  </a:lnTo>
                  <a:cubicBezTo>
                    <a:pt x="7432" y="993"/>
                    <a:pt x="6225" y="1489"/>
                    <a:pt x="5018" y="1489"/>
                  </a:cubicBezTo>
                  <a:cubicBezTo>
                    <a:pt x="3812" y="1489"/>
                    <a:pt x="2605" y="993"/>
                    <a:pt x="1737" y="1"/>
                  </a:cubicBezTo>
                  <a:close/>
                </a:path>
              </a:pathLst>
            </a:custGeom>
            <a:solidFill>
              <a:srgbClr val="6F809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184" name="Google Shape;16184;p44"/>
            <p:cNvSpPr/>
            <p:nvPr/>
          </p:nvSpPr>
          <p:spPr>
            <a:xfrm>
              <a:off x="5907157" y="2630865"/>
              <a:ext cx="68709" cy="23017"/>
            </a:xfrm>
            <a:custGeom>
              <a:rect b="b" l="l" r="r" t="t"/>
              <a:pathLst>
                <a:path extrusionOk="0" h="879" w="2624">
                  <a:moveTo>
                    <a:pt x="0" y="1"/>
                  </a:moveTo>
                  <a:lnTo>
                    <a:pt x="0" y="592"/>
                  </a:lnTo>
                  <a:cubicBezTo>
                    <a:pt x="415" y="783"/>
                    <a:pt x="861" y="878"/>
                    <a:pt x="1309" y="878"/>
                  </a:cubicBezTo>
                  <a:cubicBezTo>
                    <a:pt x="1756" y="878"/>
                    <a:pt x="2204" y="783"/>
                    <a:pt x="2624" y="592"/>
                  </a:cubicBezTo>
                  <a:lnTo>
                    <a:pt x="2624" y="1"/>
                  </a:ln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185" name="Google Shape;16185;p44"/>
            <p:cNvSpPr/>
            <p:nvPr/>
          </p:nvSpPr>
          <p:spPr>
            <a:xfrm>
              <a:off x="5844942" y="2465009"/>
              <a:ext cx="192643" cy="177377"/>
            </a:xfrm>
            <a:custGeom>
              <a:rect b="b" l="l" r="r" t="t"/>
              <a:pathLst>
                <a:path extrusionOk="0" h="6774" w="7357">
                  <a:moveTo>
                    <a:pt x="3683" y="0"/>
                  </a:moveTo>
                  <a:cubicBezTo>
                    <a:pt x="2119" y="0"/>
                    <a:pt x="840" y="1269"/>
                    <a:pt x="840" y="2843"/>
                  </a:cubicBezTo>
                  <a:lnTo>
                    <a:pt x="840" y="3062"/>
                  </a:lnTo>
                  <a:lnTo>
                    <a:pt x="735" y="3062"/>
                  </a:lnTo>
                  <a:cubicBezTo>
                    <a:pt x="1" y="3062"/>
                    <a:pt x="1" y="4150"/>
                    <a:pt x="735" y="4150"/>
                  </a:cubicBezTo>
                  <a:lnTo>
                    <a:pt x="850" y="4150"/>
                  </a:lnTo>
                  <a:cubicBezTo>
                    <a:pt x="964" y="5629"/>
                    <a:pt x="2195" y="6773"/>
                    <a:pt x="3683" y="6773"/>
                  </a:cubicBezTo>
                  <a:cubicBezTo>
                    <a:pt x="5162" y="6773"/>
                    <a:pt x="6393" y="5629"/>
                    <a:pt x="6507" y="4150"/>
                  </a:cubicBezTo>
                  <a:lnTo>
                    <a:pt x="6631" y="4150"/>
                  </a:lnTo>
                  <a:cubicBezTo>
                    <a:pt x="7356" y="4150"/>
                    <a:pt x="7356" y="3062"/>
                    <a:pt x="6631" y="3062"/>
                  </a:cubicBezTo>
                  <a:lnTo>
                    <a:pt x="6526" y="3062"/>
                  </a:lnTo>
                  <a:lnTo>
                    <a:pt x="6526" y="2843"/>
                  </a:lnTo>
                  <a:cubicBezTo>
                    <a:pt x="6526" y="1269"/>
                    <a:pt x="5248" y="0"/>
                    <a:pt x="3683" y="0"/>
                  </a:cubicBezTo>
                  <a:close/>
                </a:path>
              </a:pathLst>
            </a:custGeom>
            <a:solidFill>
              <a:srgbClr val="ECF0F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186" name="Google Shape;16186;p44"/>
            <p:cNvSpPr/>
            <p:nvPr/>
          </p:nvSpPr>
          <p:spPr>
            <a:xfrm>
              <a:off x="5845439" y="2464931"/>
              <a:ext cx="170150" cy="177430"/>
            </a:xfrm>
            <a:custGeom>
              <a:rect b="b" l="l" r="r" t="t"/>
              <a:pathLst>
                <a:path extrusionOk="0" h="6776" w="6498">
                  <a:moveTo>
                    <a:pt x="3657" y="0"/>
                  </a:moveTo>
                  <a:cubicBezTo>
                    <a:pt x="3615" y="0"/>
                    <a:pt x="3573" y="1"/>
                    <a:pt x="3531" y="3"/>
                  </a:cubicBezTo>
                  <a:cubicBezTo>
                    <a:pt x="2004" y="79"/>
                    <a:pt x="821" y="1281"/>
                    <a:pt x="821" y="2894"/>
                  </a:cubicBezTo>
                  <a:lnTo>
                    <a:pt x="821" y="3065"/>
                  </a:lnTo>
                  <a:lnTo>
                    <a:pt x="745" y="3065"/>
                  </a:lnTo>
                  <a:cubicBezTo>
                    <a:pt x="736" y="3065"/>
                    <a:pt x="727" y="3065"/>
                    <a:pt x="717" y="3065"/>
                  </a:cubicBezTo>
                  <a:cubicBezTo>
                    <a:pt x="19" y="3065"/>
                    <a:pt x="1" y="4134"/>
                    <a:pt x="716" y="4153"/>
                  </a:cubicBezTo>
                  <a:lnTo>
                    <a:pt x="841" y="4153"/>
                  </a:lnTo>
                  <a:cubicBezTo>
                    <a:pt x="944" y="5656"/>
                    <a:pt x="2190" y="6776"/>
                    <a:pt x="3642" y="6776"/>
                  </a:cubicBezTo>
                  <a:cubicBezTo>
                    <a:pt x="3794" y="6776"/>
                    <a:pt x="3948" y="6764"/>
                    <a:pt x="4103" y="6738"/>
                  </a:cubicBezTo>
                  <a:cubicBezTo>
                    <a:pt x="2720" y="6528"/>
                    <a:pt x="1699" y="5336"/>
                    <a:pt x="1699" y="3934"/>
                  </a:cubicBezTo>
                  <a:lnTo>
                    <a:pt x="1699" y="2846"/>
                  </a:lnTo>
                  <a:cubicBezTo>
                    <a:pt x="1699" y="2636"/>
                    <a:pt x="1718" y="2417"/>
                    <a:pt x="1766" y="2216"/>
                  </a:cubicBezTo>
                  <a:cubicBezTo>
                    <a:pt x="1869" y="1802"/>
                    <a:pt x="2237" y="1543"/>
                    <a:pt x="2624" y="1543"/>
                  </a:cubicBezTo>
                  <a:cubicBezTo>
                    <a:pt x="2772" y="1543"/>
                    <a:pt x="2923" y="1581"/>
                    <a:pt x="3063" y="1663"/>
                  </a:cubicBezTo>
                  <a:cubicBezTo>
                    <a:pt x="4113" y="2255"/>
                    <a:pt x="5286" y="2588"/>
                    <a:pt x="6498" y="2617"/>
                  </a:cubicBezTo>
                  <a:cubicBezTo>
                    <a:pt x="6377" y="1133"/>
                    <a:pt x="5129" y="0"/>
                    <a:pt x="3657" y="0"/>
                  </a:cubicBezTo>
                  <a:close/>
                </a:path>
              </a:pathLst>
            </a:custGeom>
            <a:solidFill>
              <a:srgbClr val="E7ECF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187" name="Google Shape;16187;p44"/>
            <p:cNvSpPr/>
            <p:nvPr/>
          </p:nvSpPr>
          <p:spPr>
            <a:xfrm>
              <a:off x="5916086" y="2590723"/>
              <a:ext cx="50616" cy="17465"/>
            </a:xfrm>
            <a:custGeom>
              <a:rect b="b" l="l" r="r" t="t"/>
              <a:pathLst>
                <a:path extrusionOk="0" h="667" w="1933">
                  <a:moveTo>
                    <a:pt x="316" y="0"/>
                  </a:moveTo>
                  <a:cubicBezTo>
                    <a:pt x="148" y="0"/>
                    <a:pt x="0" y="224"/>
                    <a:pt x="155" y="379"/>
                  </a:cubicBezTo>
                  <a:cubicBezTo>
                    <a:pt x="375" y="562"/>
                    <a:pt x="647" y="666"/>
                    <a:pt x="929" y="666"/>
                  </a:cubicBezTo>
                  <a:cubicBezTo>
                    <a:pt x="942" y="666"/>
                    <a:pt x="954" y="666"/>
                    <a:pt x="966" y="665"/>
                  </a:cubicBezTo>
                  <a:cubicBezTo>
                    <a:pt x="979" y="666"/>
                    <a:pt x="991" y="666"/>
                    <a:pt x="1003" y="666"/>
                  </a:cubicBezTo>
                  <a:cubicBezTo>
                    <a:pt x="1286" y="666"/>
                    <a:pt x="1558" y="562"/>
                    <a:pt x="1777" y="379"/>
                  </a:cubicBezTo>
                  <a:cubicBezTo>
                    <a:pt x="1932" y="224"/>
                    <a:pt x="1784" y="0"/>
                    <a:pt x="1616" y="0"/>
                  </a:cubicBezTo>
                  <a:cubicBezTo>
                    <a:pt x="1568" y="0"/>
                    <a:pt x="1517" y="19"/>
                    <a:pt x="1472" y="64"/>
                  </a:cubicBezTo>
                  <a:cubicBezTo>
                    <a:pt x="1319" y="169"/>
                    <a:pt x="1143" y="222"/>
                    <a:pt x="966" y="222"/>
                  </a:cubicBezTo>
                  <a:cubicBezTo>
                    <a:pt x="790" y="222"/>
                    <a:pt x="613" y="169"/>
                    <a:pt x="461" y="64"/>
                  </a:cubicBezTo>
                  <a:cubicBezTo>
                    <a:pt x="416" y="19"/>
                    <a:pt x="365" y="0"/>
                    <a:pt x="316" y="0"/>
                  </a:cubicBezTo>
                  <a:close/>
                </a:path>
              </a:pathLst>
            </a:custGeom>
            <a:solidFill>
              <a:srgbClr val="DAE2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188" name="Google Shape;16188;p44"/>
            <p:cNvSpPr/>
            <p:nvPr/>
          </p:nvSpPr>
          <p:spPr>
            <a:xfrm>
              <a:off x="5901397" y="2545135"/>
              <a:ext cx="11521" cy="17073"/>
            </a:xfrm>
            <a:custGeom>
              <a:rect b="b" l="l" r="r" t="t"/>
              <a:pathLst>
                <a:path extrusionOk="0" h="652" w="440">
                  <a:moveTo>
                    <a:pt x="220" y="0"/>
                  </a:moveTo>
                  <a:cubicBezTo>
                    <a:pt x="111" y="0"/>
                    <a:pt x="1" y="74"/>
                    <a:pt x="1" y="222"/>
                  </a:cubicBezTo>
                  <a:lnTo>
                    <a:pt x="1" y="441"/>
                  </a:lnTo>
                  <a:cubicBezTo>
                    <a:pt x="1" y="556"/>
                    <a:pt x="96" y="651"/>
                    <a:pt x="220" y="651"/>
                  </a:cubicBezTo>
                  <a:cubicBezTo>
                    <a:pt x="335" y="651"/>
                    <a:pt x="440" y="556"/>
                    <a:pt x="440" y="441"/>
                  </a:cubicBezTo>
                  <a:lnTo>
                    <a:pt x="440" y="222"/>
                  </a:lnTo>
                  <a:cubicBezTo>
                    <a:pt x="440" y="74"/>
                    <a:pt x="330" y="0"/>
                    <a:pt x="220" y="0"/>
                  </a:cubicBezTo>
                  <a:close/>
                </a:path>
              </a:pathLst>
            </a:custGeom>
            <a:solidFill>
              <a:srgbClr val="213B5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189" name="Google Shape;16189;p44"/>
            <p:cNvSpPr/>
            <p:nvPr/>
          </p:nvSpPr>
          <p:spPr>
            <a:xfrm>
              <a:off x="5970106" y="2545135"/>
              <a:ext cx="11260" cy="17073"/>
            </a:xfrm>
            <a:custGeom>
              <a:rect b="b" l="l" r="r" t="t"/>
              <a:pathLst>
                <a:path extrusionOk="0" h="652" w="430">
                  <a:moveTo>
                    <a:pt x="215" y="0"/>
                  </a:moveTo>
                  <a:cubicBezTo>
                    <a:pt x="108" y="0"/>
                    <a:pt x="0" y="74"/>
                    <a:pt x="0" y="222"/>
                  </a:cubicBezTo>
                  <a:lnTo>
                    <a:pt x="0" y="441"/>
                  </a:lnTo>
                  <a:cubicBezTo>
                    <a:pt x="0" y="556"/>
                    <a:pt x="96" y="651"/>
                    <a:pt x="210" y="651"/>
                  </a:cubicBezTo>
                  <a:cubicBezTo>
                    <a:pt x="334" y="651"/>
                    <a:pt x="430" y="556"/>
                    <a:pt x="430" y="441"/>
                  </a:cubicBezTo>
                  <a:lnTo>
                    <a:pt x="430" y="222"/>
                  </a:lnTo>
                  <a:cubicBezTo>
                    <a:pt x="430" y="74"/>
                    <a:pt x="322" y="0"/>
                    <a:pt x="215" y="0"/>
                  </a:cubicBezTo>
                  <a:close/>
                </a:path>
              </a:pathLst>
            </a:custGeom>
            <a:solidFill>
              <a:srgbClr val="213B5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190" name="Google Shape;16190;p44"/>
            <p:cNvSpPr/>
            <p:nvPr/>
          </p:nvSpPr>
          <p:spPr>
            <a:xfrm>
              <a:off x="5893672" y="2527958"/>
              <a:ext cx="21000" cy="11495"/>
            </a:xfrm>
            <a:custGeom>
              <a:rect b="b" l="l" r="r" t="t"/>
              <a:pathLst>
                <a:path extrusionOk="0" h="439" w="802">
                  <a:moveTo>
                    <a:pt x="296" y="0"/>
                  </a:moveTo>
                  <a:cubicBezTo>
                    <a:pt x="0" y="0"/>
                    <a:pt x="0" y="439"/>
                    <a:pt x="296" y="439"/>
                  </a:cubicBezTo>
                  <a:lnTo>
                    <a:pt x="515" y="439"/>
                  </a:lnTo>
                  <a:cubicBezTo>
                    <a:pt x="802" y="439"/>
                    <a:pt x="802" y="0"/>
                    <a:pt x="515" y="0"/>
                  </a:cubicBezTo>
                  <a:close/>
                </a:path>
              </a:pathLst>
            </a:custGeom>
            <a:solidFill>
              <a:srgbClr val="39516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191" name="Google Shape;16191;p44"/>
            <p:cNvSpPr/>
            <p:nvPr/>
          </p:nvSpPr>
          <p:spPr>
            <a:xfrm>
              <a:off x="5968116" y="2527932"/>
              <a:ext cx="19246" cy="11521"/>
            </a:xfrm>
            <a:custGeom>
              <a:rect b="b" l="l" r="r" t="t"/>
              <a:pathLst>
                <a:path extrusionOk="0" h="440" w="735">
                  <a:moveTo>
                    <a:pt x="521" y="1"/>
                  </a:moveTo>
                  <a:cubicBezTo>
                    <a:pt x="516" y="1"/>
                    <a:pt x="511" y="1"/>
                    <a:pt x="506" y="1"/>
                  </a:cubicBezTo>
                  <a:lnTo>
                    <a:pt x="286" y="1"/>
                  </a:lnTo>
                  <a:cubicBezTo>
                    <a:pt x="0" y="1"/>
                    <a:pt x="0" y="440"/>
                    <a:pt x="286" y="440"/>
                  </a:cubicBezTo>
                  <a:lnTo>
                    <a:pt x="515" y="440"/>
                  </a:lnTo>
                  <a:cubicBezTo>
                    <a:pt x="639" y="440"/>
                    <a:pt x="735" y="335"/>
                    <a:pt x="735" y="211"/>
                  </a:cubicBezTo>
                  <a:cubicBezTo>
                    <a:pt x="735" y="101"/>
                    <a:pt x="638" y="1"/>
                    <a:pt x="521" y="1"/>
                  </a:cubicBezTo>
                  <a:close/>
                </a:path>
              </a:pathLst>
            </a:custGeom>
            <a:solidFill>
              <a:srgbClr val="39516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192" name="Google Shape;16192;p44"/>
            <p:cNvSpPr/>
            <p:nvPr/>
          </p:nvSpPr>
          <p:spPr>
            <a:xfrm>
              <a:off x="5875919" y="2425025"/>
              <a:ext cx="162661" cy="97199"/>
            </a:xfrm>
            <a:custGeom>
              <a:rect b="b" l="l" r="r" t="t"/>
              <a:pathLst>
                <a:path extrusionOk="0" h="3712" w="6212">
                  <a:moveTo>
                    <a:pt x="2500" y="1"/>
                  </a:moveTo>
                  <a:cubicBezTo>
                    <a:pt x="1575" y="1"/>
                    <a:pt x="688" y="344"/>
                    <a:pt x="1" y="964"/>
                  </a:cubicBezTo>
                  <a:cubicBezTo>
                    <a:pt x="1327" y="2701"/>
                    <a:pt x="3378" y="3712"/>
                    <a:pt x="5553" y="3712"/>
                  </a:cubicBezTo>
                  <a:cubicBezTo>
                    <a:pt x="5782" y="3712"/>
                    <a:pt x="6001" y="3702"/>
                    <a:pt x="6211" y="3683"/>
                  </a:cubicBezTo>
                  <a:cubicBezTo>
                    <a:pt x="6192" y="1642"/>
                    <a:pt x="4542" y="1"/>
                    <a:pt x="2500" y="1"/>
                  </a:cubicBezTo>
                  <a:close/>
                </a:path>
              </a:pathLst>
            </a:custGeom>
            <a:solidFill>
              <a:srgbClr val="6F809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193" name="Google Shape;16193;p44"/>
            <p:cNvSpPr/>
            <p:nvPr/>
          </p:nvSpPr>
          <p:spPr>
            <a:xfrm>
              <a:off x="5843947" y="2694809"/>
              <a:ext cx="194869" cy="50485"/>
            </a:xfrm>
            <a:custGeom>
              <a:rect b="b" l="l" r="r" t="t"/>
              <a:pathLst>
                <a:path extrusionOk="0" h="1928" w="7442">
                  <a:moveTo>
                    <a:pt x="440" y="1"/>
                  </a:moveTo>
                  <a:lnTo>
                    <a:pt x="1" y="163"/>
                  </a:lnTo>
                  <a:cubicBezTo>
                    <a:pt x="907" y="1279"/>
                    <a:pt x="2281" y="1928"/>
                    <a:pt x="3721" y="1928"/>
                  </a:cubicBezTo>
                  <a:cubicBezTo>
                    <a:pt x="5162" y="1928"/>
                    <a:pt x="6536" y="1279"/>
                    <a:pt x="7442" y="163"/>
                  </a:cubicBezTo>
                  <a:lnTo>
                    <a:pt x="7003" y="1"/>
                  </a:lnTo>
                  <a:cubicBezTo>
                    <a:pt x="6135" y="993"/>
                    <a:pt x="4928" y="1489"/>
                    <a:pt x="3721" y="1489"/>
                  </a:cubicBezTo>
                  <a:cubicBezTo>
                    <a:pt x="2515" y="1489"/>
                    <a:pt x="1308" y="993"/>
                    <a:pt x="440" y="1"/>
                  </a:cubicBezTo>
                  <a:close/>
                </a:path>
              </a:pathLst>
            </a:custGeom>
            <a:solidFill>
              <a:srgbClr val="52667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194" name="Google Shape;16194;p44"/>
            <p:cNvSpPr/>
            <p:nvPr/>
          </p:nvSpPr>
          <p:spPr>
            <a:xfrm>
              <a:off x="5809723" y="2688577"/>
              <a:ext cx="85965" cy="85442"/>
            </a:xfrm>
            <a:custGeom>
              <a:rect b="b" l="l" r="r" t="t"/>
              <a:pathLst>
                <a:path extrusionOk="0" h="3263" w="3283">
                  <a:moveTo>
                    <a:pt x="2424" y="0"/>
                  </a:moveTo>
                  <a:lnTo>
                    <a:pt x="878" y="544"/>
                  </a:lnTo>
                  <a:cubicBezTo>
                    <a:pt x="354" y="735"/>
                    <a:pt x="1" y="1231"/>
                    <a:pt x="1" y="1784"/>
                  </a:cubicBezTo>
                  <a:lnTo>
                    <a:pt x="1" y="2605"/>
                  </a:lnTo>
                  <a:cubicBezTo>
                    <a:pt x="1" y="2967"/>
                    <a:pt x="297" y="3263"/>
                    <a:pt x="659" y="3263"/>
                  </a:cubicBezTo>
                  <a:lnTo>
                    <a:pt x="3283" y="3263"/>
                  </a:lnTo>
                  <a:lnTo>
                    <a:pt x="3283" y="1126"/>
                  </a:lnTo>
                  <a:cubicBezTo>
                    <a:pt x="3283" y="954"/>
                    <a:pt x="3216" y="783"/>
                    <a:pt x="3092" y="668"/>
                  </a:cubicBezTo>
                  <a:lnTo>
                    <a:pt x="2424" y="0"/>
                  </a:lnTo>
                  <a:close/>
                </a:path>
              </a:pathLst>
            </a:custGeom>
            <a:solidFill>
              <a:srgbClr val="F4F7F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195" name="Google Shape;16195;p44"/>
            <p:cNvSpPr/>
            <p:nvPr/>
          </p:nvSpPr>
          <p:spPr>
            <a:xfrm>
              <a:off x="5987100" y="2688577"/>
              <a:ext cx="85939" cy="85442"/>
            </a:xfrm>
            <a:custGeom>
              <a:rect b="b" l="l" r="r" t="t"/>
              <a:pathLst>
                <a:path extrusionOk="0" h="3263" w="3282">
                  <a:moveTo>
                    <a:pt x="859" y="0"/>
                  </a:moveTo>
                  <a:lnTo>
                    <a:pt x="191" y="668"/>
                  </a:lnTo>
                  <a:cubicBezTo>
                    <a:pt x="76" y="783"/>
                    <a:pt x="0" y="954"/>
                    <a:pt x="0" y="1126"/>
                  </a:cubicBezTo>
                  <a:lnTo>
                    <a:pt x="0" y="3263"/>
                  </a:lnTo>
                  <a:lnTo>
                    <a:pt x="2624" y="3263"/>
                  </a:lnTo>
                  <a:cubicBezTo>
                    <a:pt x="2986" y="3263"/>
                    <a:pt x="3282" y="2967"/>
                    <a:pt x="3282" y="2605"/>
                  </a:cubicBezTo>
                  <a:lnTo>
                    <a:pt x="3282" y="1784"/>
                  </a:lnTo>
                  <a:cubicBezTo>
                    <a:pt x="3282" y="1231"/>
                    <a:pt x="2929" y="735"/>
                    <a:pt x="2404" y="544"/>
                  </a:cubicBezTo>
                  <a:lnTo>
                    <a:pt x="859" y="0"/>
                  </a:lnTo>
                  <a:close/>
                </a:path>
              </a:pathLst>
            </a:custGeom>
            <a:solidFill>
              <a:srgbClr val="F4F7F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6196" name="Google Shape;16196;p44"/>
          <p:cNvGrpSpPr/>
          <p:nvPr/>
        </p:nvGrpSpPr>
        <p:grpSpPr>
          <a:xfrm>
            <a:off x="7606826" y="1350599"/>
            <a:ext cx="263552" cy="354754"/>
            <a:chOff x="7606826" y="1502999"/>
            <a:chExt cx="263552" cy="354754"/>
          </a:xfrm>
        </p:grpSpPr>
        <p:sp>
          <p:nvSpPr>
            <p:cNvPr id="16197" name="Google Shape;16197;p44"/>
            <p:cNvSpPr/>
            <p:nvPr/>
          </p:nvSpPr>
          <p:spPr>
            <a:xfrm>
              <a:off x="7606826" y="1703340"/>
              <a:ext cx="263552" cy="154413"/>
            </a:xfrm>
            <a:custGeom>
              <a:rect b="b" l="l" r="r" t="t"/>
              <a:pathLst>
                <a:path extrusionOk="0" h="5897" w="10065">
                  <a:moveTo>
                    <a:pt x="3721" y="1"/>
                  </a:moveTo>
                  <a:lnTo>
                    <a:pt x="3721" y="1337"/>
                  </a:lnTo>
                  <a:cubicBezTo>
                    <a:pt x="3721" y="1709"/>
                    <a:pt x="3482" y="2042"/>
                    <a:pt x="3139" y="2166"/>
                  </a:cubicBezTo>
                  <a:lnTo>
                    <a:pt x="878" y="2968"/>
                  </a:lnTo>
                  <a:cubicBezTo>
                    <a:pt x="353" y="3149"/>
                    <a:pt x="0" y="3645"/>
                    <a:pt x="0" y="4198"/>
                  </a:cubicBezTo>
                  <a:lnTo>
                    <a:pt x="0" y="5248"/>
                  </a:lnTo>
                  <a:cubicBezTo>
                    <a:pt x="0" y="5601"/>
                    <a:pt x="296" y="5897"/>
                    <a:pt x="658" y="5897"/>
                  </a:cubicBezTo>
                  <a:lnTo>
                    <a:pt x="9407" y="5897"/>
                  </a:lnTo>
                  <a:cubicBezTo>
                    <a:pt x="9769" y="5897"/>
                    <a:pt x="10065" y="5601"/>
                    <a:pt x="10065" y="5248"/>
                  </a:cubicBezTo>
                  <a:lnTo>
                    <a:pt x="10065" y="4208"/>
                  </a:lnTo>
                  <a:cubicBezTo>
                    <a:pt x="10065" y="3645"/>
                    <a:pt x="9712" y="3149"/>
                    <a:pt x="9187" y="2958"/>
                  </a:cubicBezTo>
                  <a:lnTo>
                    <a:pt x="6926" y="2166"/>
                  </a:lnTo>
                  <a:cubicBezTo>
                    <a:pt x="6573" y="2042"/>
                    <a:pt x="6344" y="1709"/>
                    <a:pt x="6344" y="1337"/>
                  </a:cubicBezTo>
                  <a:lnTo>
                    <a:pt x="6344" y="1"/>
                  </a:lnTo>
                  <a:close/>
                </a:path>
              </a:pathLst>
            </a:custGeom>
            <a:solidFill>
              <a:srgbClr val="ACBDC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198" name="Google Shape;16198;p44"/>
            <p:cNvSpPr/>
            <p:nvPr/>
          </p:nvSpPr>
          <p:spPr>
            <a:xfrm>
              <a:off x="7626543" y="1502999"/>
              <a:ext cx="223856" cy="240090"/>
            </a:xfrm>
            <a:custGeom>
              <a:rect b="b" l="l" r="r" t="t"/>
              <a:pathLst>
                <a:path extrusionOk="0" h="9169" w="8549">
                  <a:moveTo>
                    <a:pt x="4275" y="1"/>
                  </a:moveTo>
                  <a:cubicBezTo>
                    <a:pt x="2224" y="1"/>
                    <a:pt x="564" y="1670"/>
                    <a:pt x="564" y="3722"/>
                  </a:cubicBezTo>
                  <a:lnTo>
                    <a:pt x="564" y="5257"/>
                  </a:lnTo>
                  <a:cubicBezTo>
                    <a:pt x="564" y="6097"/>
                    <a:pt x="401" y="6927"/>
                    <a:pt x="87" y="7709"/>
                  </a:cubicBezTo>
                  <a:cubicBezTo>
                    <a:pt x="1" y="7929"/>
                    <a:pt x="106" y="8186"/>
                    <a:pt x="325" y="8282"/>
                  </a:cubicBezTo>
                  <a:cubicBezTo>
                    <a:pt x="878" y="8491"/>
                    <a:pt x="2968" y="9169"/>
                    <a:pt x="4275" y="9169"/>
                  </a:cubicBezTo>
                  <a:cubicBezTo>
                    <a:pt x="5591" y="9169"/>
                    <a:pt x="7680" y="8491"/>
                    <a:pt x="8224" y="8282"/>
                  </a:cubicBezTo>
                  <a:cubicBezTo>
                    <a:pt x="8444" y="8186"/>
                    <a:pt x="8549" y="7929"/>
                    <a:pt x="8463" y="7709"/>
                  </a:cubicBezTo>
                  <a:cubicBezTo>
                    <a:pt x="8148" y="6927"/>
                    <a:pt x="7986" y="6097"/>
                    <a:pt x="7995" y="5257"/>
                  </a:cubicBezTo>
                  <a:lnTo>
                    <a:pt x="7995" y="3722"/>
                  </a:lnTo>
                  <a:cubicBezTo>
                    <a:pt x="7995" y="1670"/>
                    <a:pt x="6326" y="10"/>
                    <a:pt x="4275" y="1"/>
                  </a:cubicBezTo>
                  <a:close/>
                </a:path>
              </a:pathLst>
            </a:custGeom>
            <a:solidFill>
              <a:srgbClr val="667E9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199" name="Google Shape;16199;p44"/>
            <p:cNvSpPr/>
            <p:nvPr/>
          </p:nvSpPr>
          <p:spPr>
            <a:xfrm>
              <a:off x="7641049" y="1708839"/>
              <a:ext cx="194869" cy="102959"/>
            </a:xfrm>
            <a:custGeom>
              <a:rect b="b" l="l" r="r" t="t"/>
              <a:pathLst>
                <a:path extrusionOk="0" h="3932" w="7442">
                  <a:moveTo>
                    <a:pt x="1317" y="1"/>
                  </a:moveTo>
                  <a:cubicBezTo>
                    <a:pt x="592" y="1"/>
                    <a:pt x="0" y="583"/>
                    <a:pt x="0" y="1308"/>
                  </a:cubicBezTo>
                  <a:cubicBezTo>
                    <a:pt x="0" y="2758"/>
                    <a:pt x="1183" y="3931"/>
                    <a:pt x="2624" y="3931"/>
                  </a:cubicBezTo>
                  <a:lnTo>
                    <a:pt x="4818" y="3931"/>
                  </a:lnTo>
                  <a:cubicBezTo>
                    <a:pt x="6268" y="3931"/>
                    <a:pt x="7441" y="2758"/>
                    <a:pt x="7441" y="1308"/>
                  </a:cubicBezTo>
                  <a:cubicBezTo>
                    <a:pt x="7441" y="583"/>
                    <a:pt x="6850" y="1"/>
                    <a:pt x="6134" y="1"/>
                  </a:cubicBezTo>
                  <a:close/>
                </a:path>
              </a:pathLst>
            </a:custGeom>
            <a:solidFill>
              <a:srgbClr val="A5B7C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200" name="Google Shape;16200;p44"/>
            <p:cNvSpPr/>
            <p:nvPr/>
          </p:nvSpPr>
          <p:spPr>
            <a:xfrm>
              <a:off x="7659431" y="1726069"/>
              <a:ext cx="158341" cy="65227"/>
            </a:xfrm>
            <a:custGeom>
              <a:rect b="b" l="l" r="r" t="t"/>
              <a:pathLst>
                <a:path extrusionOk="0" h="2491" w="6047">
                  <a:moveTo>
                    <a:pt x="651" y="1"/>
                  </a:moveTo>
                  <a:cubicBezTo>
                    <a:pt x="180" y="1"/>
                    <a:pt x="1" y="625"/>
                    <a:pt x="405" y="879"/>
                  </a:cubicBezTo>
                  <a:lnTo>
                    <a:pt x="2656" y="2377"/>
                  </a:lnTo>
                  <a:cubicBezTo>
                    <a:pt x="2766" y="2453"/>
                    <a:pt x="2892" y="2491"/>
                    <a:pt x="3019" y="2491"/>
                  </a:cubicBezTo>
                  <a:cubicBezTo>
                    <a:pt x="3145" y="2491"/>
                    <a:pt x="3272" y="2453"/>
                    <a:pt x="3381" y="2377"/>
                  </a:cubicBezTo>
                  <a:lnTo>
                    <a:pt x="5633" y="879"/>
                  </a:lnTo>
                  <a:cubicBezTo>
                    <a:pt x="6046" y="625"/>
                    <a:pt x="5858" y="1"/>
                    <a:pt x="5387" y="1"/>
                  </a:cubicBezTo>
                  <a:cubicBezTo>
                    <a:pt x="5380" y="1"/>
                    <a:pt x="5373" y="1"/>
                    <a:pt x="5366" y="1"/>
                  </a:cubicBezTo>
                  <a:lnTo>
                    <a:pt x="672" y="1"/>
                  </a:lnTo>
                  <a:cubicBezTo>
                    <a:pt x="665" y="1"/>
                    <a:pt x="658" y="1"/>
                    <a:pt x="651" y="1"/>
                  </a:cubicBezTo>
                  <a:close/>
                </a:path>
              </a:pathLst>
            </a:custGeom>
            <a:solidFill>
              <a:srgbClr val="697D8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201" name="Google Shape;16201;p44"/>
            <p:cNvSpPr/>
            <p:nvPr/>
          </p:nvSpPr>
          <p:spPr>
            <a:xfrm>
              <a:off x="7692739" y="1502999"/>
              <a:ext cx="142420" cy="85468"/>
            </a:xfrm>
            <a:custGeom>
              <a:rect b="b" l="l" r="r" t="t"/>
              <a:pathLst>
                <a:path extrusionOk="0" h="3264" w="5439">
                  <a:moveTo>
                    <a:pt x="1747" y="1"/>
                  </a:moveTo>
                  <a:cubicBezTo>
                    <a:pt x="1136" y="1"/>
                    <a:pt x="535" y="154"/>
                    <a:pt x="1" y="440"/>
                  </a:cubicBezTo>
                  <a:lnTo>
                    <a:pt x="1" y="640"/>
                  </a:lnTo>
                  <a:cubicBezTo>
                    <a:pt x="1" y="2090"/>
                    <a:pt x="1174" y="3264"/>
                    <a:pt x="2624" y="3264"/>
                  </a:cubicBezTo>
                  <a:lnTo>
                    <a:pt x="5439" y="3264"/>
                  </a:lnTo>
                  <a:cubicBezTo>
                    <a:pt x="5210" y="1403"/>
                    <a:pt x="3626" y="1"/>
                    <a:pt x="1747" y="1"/>
                  </a:cubicBezTo>
                  <a:close/>
                </a:path>
              </a:pathLst>
            </a:custGeom>
            <a:solidFill>
              <a:srgbClr val="899CA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202" name="Google Shape;16202;p44"/>
            <p:cNvSpPr/>
            <p:nvPr/>
          </p:nvSpPr>
          <p:spPr>
            <a:xfrm>
              <a:off x="7687266" y="1703340"/>
              <a:ext cx="102436" cy="87955"/>
            </a:xfrm>
            <a:custGeom>
              <a:rect b="b" l="l" r="r" t="t"/>
              <a:pathLst>
                <a:path extrusionOk="0" h="3359" w="3912">
                  <a:moveTo>
                    <a:pt x="649" y="1"/>
                  </a:moveTo>
                  <a:lnTo>
                    <a:pt x="649" y="1337"/>
                  </a:lnTo>
                  <a:cubicBezTo>
                    <a:pt x="649" y="1709"/>
                    <a:pt x="410" y="2042"/>
                    <a:pt x="57" y="2166"/>
                  </a:cubicBezTo>
                  <a:lnTo>
                    <a:pt x="0" y="2186"/>
                  </a:lnTo>
                  <a:lnTo>
                    <a:pt x="1593" y="3245"/>
                  </a:lnTo>
                  <a:cubicBezTo>
                    <a:pt x="1703" y="3321"/>
                    <a:pt x="1829" y="3359"/>
                    <a:pt x="1956" y="3359"/>
                  </a:cubicBezTo>
                  <a:cubicBezTo>
                    <a:pt x="2082" y="3359"/>
                    <a:pt x="2209" y="3321"/>
                    <a:pt x="2318" y="3245"/>
                  </a:cubicBezTo>
                  <a:lnTo>
                    <a:pt x="3911" y="2186"/>
                  </a:lnTo>
                  <a:lnTo>
                    <a:pt x="3854" y="2166"/>
                  </a:lnTo>
                  <a:cubicBezTo>
                    <a:pt x="3501" y="2042"/>
                    <a:pt x="3272" y="1709"/>
                    <a:pt x="3272" y="1337"/>
                  </a:cubicBezTo>
                  <a:lnTo>
                    <a:pt x="3272" y="1"/>
                  </a:lnTo>
                  <a:close/>
                </a:path>
              </a:pathLst>
            </a:custGeom>
            <a:solidFill>
              <a:srgbClr val="E7ECF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203" name="Google Shape;16203;p44"/>
            <p:cNvSpPr/>
            <p:nvPr/>
          </p:nvSpPr>
          <p:spPr>
            <a:xfrm>
              <a:off x="7704234" y="1703340"/>
              <a:ext cx="68736" cy="28254"/>
            </a:xfrm>
            <a:custGeom>
              <a:rect b="b" l="l" r="r" t="t"/>
              <a:pathLst>
                <a:path extrusionOk="0" h="1079" w="2625">
                  <a:moveTo>
                    <a:pt x="1" y="1"/>
                  </a:moveTo>
                  <a:lnTo>
                    <a:pt x="1" y="802"/>
                  </a:lnTo>
                  <a:cubicBezTo>
                    <a:pt x="363" y="964"/>
                    <a:pt x="754" y="1060"/>
                    <a:pt x="1155" y="1079"/>
                  </a:cubicBezTo>
                  <a:lnTo>
                    <a:pt x="1308" y="1079"/>
                  </a:lnTo>
                  <a:cubicBezTo>
                    <a:pt x="1766" y="1079"/>
                    <a:pt x="2214" y="984"/>
                    <a:pt x="2624" y="802"/>
                  </a:cubicBezTo>
                  <a:lnTo>
                    <a:pt x="2624" y="1"/>
                  </a:ln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204" name="Google Shape;16204;p44"/>
            <p:cNvSpPr/>
            <p:nvPr/>
          </p:nvSpPr>
          <p:spPr>
            <a:xfrm>
              <a:off x="7664014" y="1576133"/>
              <a:ext cx="149176" cy="144070"/>
            </a:xfrm>
            <a:custGeom>
              <a:rect b="b" l="l" r="r" t="t"/>
              <a:pathLst>
                <a:path extrusionOk="0" h="5502" w="5697">
                  <a:moveTo>
                    <a:pt x="3415" y="0"/>
                  </a:moveTo>
                  <a:cubicBezTo>
                    <a:pt x="3347" y="0"/>
                    <a:pt x="3283" y="53"/>
                    <a:pt x="3283" y="137"/>
                  </a:cubicBezTo>
                  <a:lnTo>
                    <a:pt x="3283" y="690"/>
                  </a:lnTo>
                  <a:cubicBezTo>
                    <a:pt x="3283" y="814"/>
                    <a:pt x="3187" y="909"/>
                    <a:pt x="3063" y="909"/>
                  </a:cubicBezTo>
                  <a:lnTo>
                    <a:pt x="878" y="909"/>
                  </a:lnTo>
                  <a:cubicBezTo>
                    <a:pt x="392" y="909"/>
                    <a:pt x="1" y="1301"/>
                    <a:pt x="1" y="1787"/>
                  </a:cubicBezTo>
                  <a:lnTo>
                    <a:pt x="1" y="2579"/>
                  </a:lnTo>
                  <a:cubicBezTo>
                    <a:pt x="1" y="4115"/>
                    <a:pt x="1184" y="5431"/>
                    <a:pt x="2710" y="5498"/>
                  </a:cubicBezTo>
                  <a:cubicBezTo>
                    <a:pt x="2756" y="5500"/>
                    <a:pt x="2802" y="5501"/>
                    <a:pt x="2847" y="5501"/>
                  </a:cubicBezTo>
                  <a:cubicBezTo>
                    <a:pt x="4407" y="5501"/>
                    <a:pt x="5687" y="4240"/>
                    <a:pt x="5687" y="2655"/>
                  </a:cubicBezTo>
                  <a:lnTo>
                    <a:pt x="5687" y="1787"/>
                  </a:lnTo>
                  <a:cubicBezTo>
                    <a:pt x="5696" y="1301"/>
                    <a:pt x="5295" y="909"/>
                    <a:pt x="4818" y="909"/>
                  </a:cubicBezTo>
                  <a:lnTo>
                    <a:pt x="4475" y="909"/>
                  </a:lnTo>
                  <a:cubicBezTo>
                    <a:pt x="4408" y="909"/>
                    <a:pt x="4361" y="890"/>
                    <a:pt x="4313" y="843"/>
                  </a:cubicBezTo>
                  <a:lnTo>
                    <a:pt x="3512" y="41"/>
                  </a:lnTo>
                  <a:cubicBezTo>
                    <a:pt x="3483" y="13"/>
                    <a:pt x="3449" y="0"/>
                    <a:pt x="3415" y="0"/>
                  </a:cubicBezTo>
                  <a:close/>
                </a:path>
              </a:pathLst>
            </a:custGeom>
            <a:solidFill>
              <a:srgbClr val="ECF0F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205" name="Google Shape;16205;p44"/>
            <p:cNvSpPr/>
            <p:nvPr/>
          </p:nvSpPr>
          <p:spPr>
            <a:xfrm>
              <a:off x="7664014" y="1576133"/>
              <a:ext cx="126186" cy="144148"/>
            </a:xfrm>
            <a:custGeom>
              <a:rect b="b" l="l" r="r" t="t"/>
              <a:pathLst>
                <a:path extrusionOk="0" h="5505" w="4819">
                  <a:moveTo>
                    <a:pt x="3415" y="0"/>
                  </a:moveTo>
                  <a:cubicBezTo>
                    <a:pt x="3347" y="0"/>
                    <a:pt x="3283" y="53"/>
                    <a:pt x="3283" y="137"/>
                  </a:cubicBezTo>
                  <a:lnTo>
                    <a:pt x="3283" y="690"/>
                  </a:lnTo>
                  <a:cubicBezTo>
                    <a:pt x="3283" y="814"/>
                    <a:pt x="3187" y="909"/>
                    <a:pt x="3063" y="909"/>
                  </a:cubicBezTo>
                  <a:lnTo>
                    <a:pt x="878" y="909"/>
                  </a:lnTo>
                  <a:cubicBezTo>
                    <a:pt x="392" y="909"/>
                    <a:pt x="1" y="1301"/>
                    <a:pt x="1" y="1787"/>
                  </a:cubicBezTo>
                  <a:lnTo>
                    <a:pt x="1" y="2569"/>
                  </a:lnTo>
                  <a:cubicBezTo>
                    <a:pt x="1" y="3857"/>
                    <a:pt x="821" y="5031"/>
                    <a:pt x="2052" y="5393"/>
                  </a:cubicBezTo>
                  <a:cubicBezTo>
                    <a:pt x="2310" y="5467"/>
                    <a:pt x="2576" y="5505"/>
                    <a:pt x="2842" y="5505"/>
                  </a:cubicBezTo>
                  <a:cubicBezTo>
                    <a:pt x="2989" y="5505"/>
                    <a:pt x="3136" y="5493"/>
                    <a:pt x="3283" y="5469"/>
                  </a:cubicBezTo>
                  <a:cubicBezTo>
                    <a:pt x="1909" y="5250"/>
                    <a:pt x="878" y="4010"/>
                    <a:pt x="878" y="2579"/>
                  </a:cubicBezTo>
                  <a:lnTo>
                    <a:pt x="878" y="2226"/>
                  </a:lnTo>
                  <a:cubicBezTo>
                    <a:pt x="878" y="1739"/>
                    <a:pt x="1270" y="1348"/>
                    <a:pt x="1756" y="1348"/>
                  </a:cubicBezTo>
                  <a:lnTo>
                    <a:pt x="4380" y="1348"/>
                  </a:lnTo>
                  <a:cubicBezTo>
                    <a:pt x="4618" y="1348"/>
                    <a:pt x="4818" y="1148"/>
                    <a:pt x="4818" y="909"/>
                  </a:cubicBezTo>
                  <a:lnTo>
                    <a:pt x="4475" y="909"/>
                  </a:lnTo>
                  <a:cubicBezTo>
                    <a:pt x="4408" y="909"/>
                    <a:pt x="4361" y="890"/>
                    <a:pt x="4313" y="843"/>
                  </a:cubicBezTo>
                  <a:lnTo>
                    <a:pt x="3512" y="41"/>
                  </a:lnTo>
                  <a:cubicBezTo>
                    <a:pt x="3483" y="13"/>
                    <a:pt x="3449" y="0"/>
                    <a:pt x="3415" y="0"/>
                  </a:cubicBezTo>
                  <a:close/>
                </a:path>
              </a:pathLst>
            </a:custGeom>
            <a:solidFill>
              <a:srgbClr val="E7ECF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206" name="Google Shape;16206;p44"/>
            <p:cNvSpPr/>
            <p:nvPr/>
          </p:nvSpPr>
          <p:spPr>
            <a:xfrm>
              <a:off x="7690749" y="1611431"/>
              <a:ext cx="26761" cy="11521"/>
            </a:xfrm>
            <a:custGeom>
              <a:rect b="b" l="l" r="r" t="t"/>
              <a:pathLst>
                <a:path extrusionOk="0" h="440" w="1022">
                  <a:moveTo>
                    <a:pt x="296" y="0"/>
                  </a:moveTo>
                  <a:cubicBezTo>
                    <a:pt x="1" y="0"/>
                    <a:pt x="1" y="439"/>
                    <a:pt x="296" y="439"/>
                  </a:cubicBezTo>
                  <a:lnTo>
                    <a:pt x="735" y="439"/>
                  </a:lnTo>
                  <a:cubicBezTo>
                    <a:pt x="1021" y="439"/>
                    <a:pt x="1021" y="0"/>
                    <a:pt x="735" y="0"/>
                  </a:cubicBezTo>
                  <a:close/>
                </a:path>
              </a:pathLst>
            </a:custGeom>
            <a:solidFill>
              <a:srgbClr val="39516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207" name="Google Shape;16207;p44"/>
            <p:cNvSpPr/>
            <p:nvPr/>
          </p:nvSpPr>
          <p:spPr>
            <a:xfrm>
              <a:off x="7759458" y="1611431"/>
              <a:ext cx="26735" cy="11521"/>
            </a:xfrm>
            <a:custGeom>
              <a:rect b="b" l="l" r="r" t="t"/>
              <a:pathLst>
                <a:path extrusionOk="0" h="440" w="1021">
                  <a:moveTo>
                    <a:pt x="296" y="0"/>
                  </a:moveTo>
                  <a:cubicBezTo>
                    <a:pt x="0" y="0"/>
                    <a:pt x="0" y="439"/>
                    <a:pt x="296" y="439"/>
                  </a:cubicBezTo>
                  <a:lnTo>
                    <a:pt x="735" y="439"/>
                  </a:lnTo>
                  <a:cubicBezTo>
                    <a:pt x="1021" y="439"/>
                    <a:pt x="1021" y="0"/>
                    <a:pt x="735" y="0"/>
                  </a:cubicBezTo>
                  <a:close/>
                </a:path>
              </a:pathLst>
            </a:custGeom>
            <a:solidFill>
              <a:srgbClr val="39516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208" name="Google Shape;16208;p44"/>
            <p:cNvSpPr/>
            <p:nvPr/>
          </p:nvSpPr>
          <p:spPr>
            <a:xfrm>
              <a:off x="7698499" y="1629106"/>
              <a:ext cx="11521" cy="17308"/>
            </a:xfrm>
            <a:custGeom>
              <a:rect b="b" l="l" r="r" t="t"/>
              <a:pathLst>
                <a:path extrusionOk="0" h="661" w="440">
                  <a:moveTo>
                    <a:pt x="220" y="0"/>
                  </a:moveTo>
                  <a:cubicBezTo>
                    <a:pt x="110" y="0"/>
                    <a:pt x="0" y="74"/>
                    <a:pt x="0" y="222"/>
                  </a:cubicBezTo>
                  <a:lnTo>
                    <a:pt x="0" y="441"/>
                  </a:lnTo>
                  <a:cubicBezTo>
                    <a:pt x="0" y="556"/>
                    <a:pt x="96" y="661"/>
                    <a:pt x="220" y="661"/>
                  </a:cubicBezTo>
                  <a:cubicBezTo>
                    <a:pt x="334" y="661"/>
                    <a:pt x="439" y="556"/>
                    <a:pt x="439" y="441"/>
                  </a:cubicBezTo>
                  <a:lnTo>
                    <a:pt x="439" y="222"/>
                  </a:lnTo>
                  <a:cubicBezTo>
                    <a:pt x="439" y="74"/>
                    <a:pt x="329" y="0"/>
                    <a:pt x="220" y="0"/>
                  </a:cubicBezTo>
                  <a:close/>
                </a:path>
              </a:pathLst>
            </a:custGeom>
            <a:solidFill>
              <a:srgbClr val="213B5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209" name="Google Shape;16209;p44"/>
            <p:cNvSpPr/>
            <p:nvPr/>
          </p:nvSpPr>
          <p:spPr>
            <a:xfrm>
              <a:off x="7767183" y="1629106"/>
              <a:ext cx="11521" cy="17308"/>
            </a:xfrm>
            <a:custGeom>
              <a:rect b="b" l="l" r="r" t="t"/>
              <a:pathLst>
                <a:path extrusionOk="0" h="661" w="440">
                  <a:moveTo>
                    <a:pt x="220" y="0"/>
                  </a:moveTo>
                  <a:cubicBezTo>
                    <a:pt x="111" y="0"/>
                    <a:pt x="1" y="74"/>
                    <a:pt x="1" y="222"/>
                  </a:cubicBezTo>
                  <a:lnTo>
                    <a:pt x="1" y="441"/>
                  </a:lnTo>
                  <a:cubicBezTo>
                    <a:pt x="1" y="556"/>
                    <a:pt x="96" y="661"/>
                    <a:pt x="220" y="661"/>
                  </a:cubicBezTo>
                  <a:cubicBezTo>
                    <a:pt x="344" y="661"/>
                    <a:pt x="440" y="556"/>
                    <a:pt x="440" y="441"/>
                  </a:cubicBezTo>
                  <a:lnTo>
                    <a:pt x="440" y="222"/>
                  </a:lnTo>
                  <a:cubicBezTo>
                    <a:pt x="440" y="74"/>
                    <a:pt x="330" y="0"/>
                    <a:pt x="220" y="0"/>
                  </a:cubicBezTo>
                  <a:close/>
                </a:path>
              </a:pathLst>
            </a:custGeom>
            <a:solidFill>
              <a:srgbClr val="213B5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210" name="Google Shape;16210;p44"/>
            <p:cNvSpPr/>
            <p:nvPr/>
          </p:nvSpPr>
          <p:spPr>
            <a:xfrm>
              <a:off x="7610073" y="1789541"/>
              <a:ext cx="48233" cy="68212"/>
            </a:xfrm>
            <a:custGeom>
              <a:rect b="b" l="l" r="r" t="t"/>
              <a:pathLst>
                <a:path extrusionOk="0" h="2605" w="1842">
                  <a:moveTo>
                    <a:pt x="248" y="0"/>
                  </a:moveTo>
                  <a:cubicBezTo>
                    <a:pt x="143" y="105"/>
                    <a:pt x="67" y="229"/>
                    <a:pt x="0" y="363"/>
                  </a:cubicBezTo>
                  <a:lnTo>
                    <a:pt x="1193" y="1431"/>
                  </a:lnTo>
                  <a:cubicBezTo>
                    <a:pt x="1336" y="1555"/>
                    <a:pt x="1412" y="1736"/>
                    <a:pt x="1412" y="1927"/>
                  </a:cubicBezTo>
                  <a:lnTo>
                    <a:pt x="1412" y="2605"/>
                  </a:lnTo>
                  <a:lnTo>
                    <a:pt x="1841" y="2605"/>
                  </a:lnTo>
                  <a:lnTo>
                    <a:pt x="1841" y="1918"/>
                  </a:lnTo>
                  <a:cubicBezTo>
                    <a:pt x="1841" y="1612"/>
                    <a:pt x="1717" y="1317"/>
                    <a:pt x="1488" y="1107"/>
                  </a:cubicBezTo>
                  <a:lnTo>
                    <a:pt x="248" y="0"/>
                  </a:ln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211" name="Google Shape;16211;p44"/>
            <p:cNvSpPr/>
            <p:nvPr/>
          </p:nvSpPr>
          <p:spPr>
            <a:xfrm>
              <a:off x="7818662" y="1789541"/>
              <a:ext cx="48233" cy="68212"/>
            </a:xfrm>
            <a:custGeom>
              <a:rect b="b" l="l" r="r" t="t"/>
              <a:pathLst>
                <a:path extrusionOk="0" h="2605" w="1842">
                  <a:moveTo>
                    <a:pt x="1593" y="0"/>
                  </a:moveTo>
                  <a:lnTo>
                    <a:pt x="363" y="1107"/>
                  </a:lnTo>
                  <a:cubicBezTo>
                    <a:pt x="134" y="1317"/>
                    <a:pt x="0" y="1612"/>
                    <a:pt x="0" y="1918"/>
                  </a:cubicBezTo>
                  <a:lnTo>
                    <a:pt x="0" y="2605"/>
                  </a:lnTo>
                  <a:lnTo>
                    <a:pt x="429" y="2605"/>
                  </a:lnTo>
                  <a:lnTo>
                    <a:pt x="429" y="1927"/>
                  </a:lnTo>
                  <a:cubicBezTo>
                    <a:pt x="429" y="1736"/>
                    <a:pt x="515" y="1555"/>
                    <a:pt x="649" y="1431"/>
                  </a:cubicBezTo>
                  <a:lnTo>
                    <a:pt x="1841" y="363"/>
                  </a:lnTo>
                  <a:cubicBezTo>
                    <a:pt x="1784" y="229"/>
                    <a:pt x="1698" y="105"/>
                    <a:pt x="1593" y="0"/>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212" name="Google Shape;16212;p44"/>
            <p:cNvSpPr/>
            <p:nvPr/>
          </p:nvSpPr>
          <p:spPr>
            <a:xfrm>
              <a:off x="7712744" y="1666393"/>
              <a:ext cx="51480" cy="22990"/>
            </a:xfrm>
            <a:custGeom>
              <a:rect b="b" l="l" r="r" t="t"/>
              <a:pathLst>
                <a:path extrusionOk="0" h="878" w="1966">
                  <a:moveTo>
                    <a:pt x="124" y="0"/>
                  </a:moveTo>
                  <a:cubicBezTo>
                    <a:pt x="57" y="0"/>
                    <a:pt x="0" y="67"/>
                    <a:pt x="10" y="134"/>
                  </a:cubicBezTo>
                  <a:cubicBezTo>
                    <a:pt x="86" y="553"/>
                    <a:pt x="487" y="878"/>
                    <a:pt x="983" y="878"/>
                  </a:cubicBezTo>
                  <a:cubicBezTo>
                    <a:pt x="1479" y="878"/>
                    <a:pt x="1889" y="553"/>
                    <a:pt x="1956" y="134"/>
                  </a:cubicBezTo>
                  <a:cubicBezTo>
                    <a:pt x="1965" y="67"/>
                    <a:pt x="1918" y="0"/>
                    <a:pt x="1851" y="0"/>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213" name="Google Shape;16213;p44"/>
            <p:cNvSpPr/>
            <p:nvPr/>
          </p:nvSpPr>
          <p:spPr>
            <a:xfrm>
              <a:off x="7704234" y="1794778"/>
              <a:ext cx="11260" cy="62975"/>
            </a:xfrm>
            <a:custGeom>
              <a:rect b="b" l="l" r="r" t="t"/>
              <a:pathLst>
                <a:path extrusionOk="0" h="2405" w="430">
                  <a:moveTo>
                    <a:pt x="220" y="1"/>
                  </a:moveTo>
                  <a:cubicBezTo>
                    <a:pt x="96" y="1"/>
                    <a:pt x="1" y="96"/>
                    <a:pt x="1" y="220"/>
                  </a:cubicBezTo>
                  <a:lnTo>
                    <a:pt x="1" y="2405"/>
                  </a:lnTo>
                  <a:lnTo>
                    <a:pt x="430" y="2405"/>
                  </a:lnTo>
                  <a:lnTo>
                    <a:pt x="430" y="220"/>
                  </a:lnTo>
                  <a:cubicBezTo>
                    <a:pt x="430" y="96"/>
                    <a:pt x="335" y="1"/>
                    <a:pt x="220" y="1"/>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214" name="Google Shape;16214;p44"/>
            <p:cNvSpPr/>
            <p:nvPr/>
          </p:nvSpPr>
          <p:spPr>
            <a:xfrm>
              <a:off x="7761448" y="1794778"/>
              <a:ext cx="11521" cy="62975"/>
            </a:xfrm>
            <a:custGeom>
              <a:rect b="b" l="l" r="r" t="t"/>
              <a:pathLst>
                <a:path extrusionOk="0" h="2405" w="440">
                  <a:moveTo>
                    <a:pt x="220" y="1"/>
                  </a:moveTo>
                  <a:cubicBezTo>
                    <a:pt x="96" y="1"/>
                    <a:pt x="0" y="96"/>
                    <a:pt x="0" y="220"/>
                  </a:cubicBezTo>
                  <a:lnTo>
                    <a:pt x="0" y="2405"/>
                  </a:lnTo>
                  <a:lnTo>
                    <a:pt x="439" y="2405"/>
                  </a:lnTo>
                  <a:lnTo>
                    <a:pt x="439" y="220"/>
                  </a:lnTo>
                  <a:cubicBezTo>
                    <a:pt x="439" y="96"/>
                    <a:pt x="344" y="1"/>
                    <a:pt x="220" y="1"/>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6215" name="Google Shape;16215;p44"/>
          <p:cNvGrpSpPr/>
          <p:nvPr/>
        </p:nvGrpSpPr>
        <p:grpSpPr>
          <a:xfrm>
            <a:off x="8060455" y="3637675"/>
            <a:ext cx="264076" cy="354624"/>
            <a:chOff x="8060455" y="3790075"/>
            <a:chExt cx="264076" cy="354624"/>
          </a:xfrm>
        </p:grpSpPr>
        <p:sp>
          <p:nvSpPr>
            <p:cNvPr id="16216" name="Google Shape;16216;p44"/>
            <p:cNvSpPr/>
            <p:nvPr/>
          </p:nvSpPr>
          <p:spPr>
            <a:xfrm>
              <a:off x="8074202" y="3790075"/>
              <a:ext cx="237079" cy="113800"/>
            </a:xfrm>
            <a:custGeom>
              <a:rect b="b" l="l" r="r" t="t"/>
              <a:pathLst>
                <a:path extrusionOk="0" h="4346" w="9054">
                  <a:moveTo>
                    <a:pt x="4527" y="0"/>
                  </a:moveTo>
                  <a:cubicBezTo>
                    <a:pt x="4432" y="0"/>
                    <a:pt x="4336" y="15"/>
                    <a:pt x="4246" y="43"/>
                  </a:cubicBezTo>
                  <a:lnTo>
                    <a:pt x="1498" y="768"/>
                  </a:lnTo>
                  <a:cubicBezTo>
                    <a:pt x="1336" y="816"/>
                    <a:pt x="1193" y="921"/>
                    <a:pt x="1107" y="1074"/>
                  </a:cubicBezTo>
                  <a:lnTo>
                    <a:pt x="105" y="2743"/>
                  </a:lnTo>
                  <a:cubicBezTo>
                    <a:pt x="0" y="2915"/>
                    <a:pt x="29" y="3134"/>
                    <a:pt x="172" y="3277"/>
                  </a:cubicBezTo>
                  <a:lnTo>
                    <a:pt x="1241" y="4346"/>
                  </a:lnTo>
                  <a:lnTo>
                    <a:pt x="7814" y="4346"/>
                  </a:lnTo>
                  <a:lnTo>
                    <a:pt x="8892" y="3277"/>
                  </a:lnTo>
                  <a:cubicBezTo>
                    <a:pt x="9035" y="3134"/>
                    <a:pt x="9054" y="2915"/>
                    <a:pt x="8958" y="2743"/>
                  </a:cubicBezTo>
                  <a:lnTo>
                    <a:pt x="7957" y="1074"/>
                  </a:lnTo>
                  <a:cubicBezTo>
                    <a:pt x="7861" y="921"/>
                    <a:pt x="7718" y="816"/>
                    <a:pt x="7546" y="768"/>
                  </a:cubicBezTo>
                  <a:lnTo>
                    <a:pt x="4809" y="43"/>
                  </a:lnTo>
                  <a:cubicBezTo>
                    <a:pt x="4718" y="15"/>
                    <a:pt x="4622" y="0"/>
                    <a:pt x="4527" y="0"/>
                  </a:cubicBezTo>
                  <a:close/>
                </a:path>
              </a:pathLst>
            </a:custGeom>
            <a:solidFill>
              <a:srgbClr val="899CA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217" name="Google Shape;16217;p44"/>
            <p:cNvSpPr/>
            <p:nvPr/>
          </p:nvSpPr>
          <p:spPr>
            <a:xfrm>
              <a:off x="8083681" y="3955564"/>
              <a:ext cx="80231" cy="126186"/>
            </a:xfrm>
            <a:custGeom>
              <a:rect b="b" l="l" r="r" t="t"/>
              <a:pathLst>
                <a:path extrusionOk="0" h="4819" w="3064">
                  <a:moveTo>
                    <a:pt x="879" y="1"/>
                  </a:moveTo>
                  <a:cubicBezTo>
                    <a:pt x="879" y="1374"/>
                    <a:pt x="1" y="1842"/>
                    <a:pt x="1" y="3912"/>
                  </a:cubicBezTo>
                  <a:lnTo>
                    <a:pt x="1" y="4818"/>
                  </a:lnTo>
                  <a:lnTo>
                    <a:pt x="3063" y="4818"/>
                  </a:lnTo>
                  <a:lnTo>
                    <a:pt x="3063" y="1"/>
                  </a:lnTo>
                  <a:close/>
                </a:path>
              </a:pathLst>
            </a:custGeom>
            <a:solidFill>
              <a:srgbClr val="445D7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218" name="Google Shape;16218;p44"/>
            <p:cNvSpPr/>
            <p:nvPr/>
          </p:nvSpPr>
          <p:spPr>
            <a:xfrm>
              <a:off x="8060716" y="4018513"/>
              <a:ext cx="263814" cy="126186"/>
            </a:xfrm>
            <a:custGeom>
              <a:rect b="b" l="l" r="r" t="t"/>
              <a:pathLst>
                <a:path extrusionOk="0" h="4819" w="10075">
                  <a:moveTo>
                    <a:pt x="3721" y="1"/>
                  </a:moveTo>
                  <a:lnTo>
                    <a:pt x="3721" y="697"/>
                  </a:lnTo>
                  <a:cubicBezTo>
                    <a:pt x="3721" y="1069"/>
                    <a:pt x="3492" y="1403"/>
                    <a:pt x="3139" y="1518"/>
                  </a:cubicBezTo>
                  <a:lnTo>
                    <a:pt x="878" y="2319"/>
                  </a:lnTo>
                  <a:cubicBezTo>
                    <a:pt x="353" y="2510"/>
                    <a:pt x="0" y="3006"/>
                    <a:pt x="0" y="3559"/>
                  </a:cubicBezTo>
                  <a:lnTo>
                    <a:pt x="0" y="4170"/>
                  </a:lnTo>
                  <a:cubicBezTo>
                    <a:pt x="0" y="4532"/>
                    <a:pt x="296" y="4818"/>
                    <a:pt x="658" y="4818"/>
                  </a:cubicBezTo>
                  <a:lnTo>
                    <a:pt x="9416" y="4818"/>
                  </a:lnTo>
                  <a:cubicBezTo>
                    <a:pt x="9779" y="4818"/>
                    <a:pt x="10074" y="4532"/>
                    <a:pt x="10074" y="4170"/>
                  </a:cubicBezTo>
                  <a:lnTo>
                    <a:pt x="10074" y="3559"/>
                  </a:lnTo>
                  <a:cubicBezTo>
                    <a:pt x="10074" y="3006"/>
                    <a:pt x="9721" y="2510"/>
                    <a:pt x="9197" y="2319"/>
                  </a:cubicBezTo>
                  <a:lnTo>
                    <a:pt x="6936" y="1527"/>
                  </a:lnTo>
                  <a:cubicBezTo>
                    <a:pt x="6583" y="1403"/>
                    <a:pt x="6344" y="1069"/>
                    <a:pt x="6344" y="697"/>
                  </a:cubicBezTo>
                  <a:lnTo>
                    <a:pt x="6344" y="1"/>
                  </a:lnTo>
                  <a:close/>
                </a:path>
              </a:pathLst>
            </a:custGeom>
            <a:solidFill>
              <a:srgbClr val="E7ECF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219" name="Google Shape;16219;p44"/>
            <p:cNvSpPr/>
            <p:nvPr/>
          </p:nvSpPr>
          <p:spPr>
            <a:xfrm>
              <a:off x="8060455" y="4057241"/>
              <a:ext cx="264076" cy="87458"/>
            </a:xfrm>
            <a:custGeom>
              <a:rect b="b" l="l" r="r" t="t"/>
              <a:pathLst>
                <a:path extrusionOk="0" h="3340" w="10085">
                  <a:moveTo>
                    <a:pt x="3235" y="0"/>
                  </a:moveTo>
                  <a:cubicBezTo>
                    <a:pt x="3206" y="19"/>
                    <a:pt x="3177" y="29"/>
                    <a:pt x="3149" y="48"/>
                  </a:cubicBezTo>
                  <a:lnTo>
                    <a:pt x="878" y="840"/>
                  </a:lnTo>
                  <a:cubicBezTo>
                    <a:pt x="354" y="1031"/>
                    <a:pt x="1" y="1527"/>
                    <a:pt x="1" y="2080"/>
                  </a:cubicBezTo>
                  <a:lnTo>
                    <a:pt x="1" y="2691"/>
                  </a:lnTo>
                  <a:cubicBezTo>
                    <a:pt x="1" y="3053"/>
                    <a:pt x="296" y="3339"/>
                    <a:pt x="659" y="3339"/>
                  </a:cubicBezTo>
                  <a:lnTo>
                    <a:pt x="9426" y="3339"/>
                  </a:lnTo>
                  <a:cubicBezTo>
                    <a:pt x="9789" y="3339"/>
                    <a:pt x="10084" y="3053"/>
                    <a:pt x="10084" y="2691"/>
                  </a:cubicBezTo>
                  <a:lnTo>
                    <a:pt x="10084" y="2080"/>
                  </a:lnTo>
                  <a:cubicBezTo>
                    <a:pt x="10084" y="1527"/>
                    <a:pt x="9731" y="1031"/>
                    <a:pt x="9207" y="840"/>
                  </a:cubicBezTo>
                  <a:lnTo>
                    <a:pt x="6946" y="48"/>
                  </a:lnTo>
                  <a:cubicBezTo>
                    <a:pt x="6908" y="29"/>
                    <a:pt x="6879" y="19"/>
                    <a:pt x="6850" y="0"/>
                  </a:cubicBezTo>
                  <a:lnTo>
                    <a:pt x="5047" y="1155"/>
                  </a:lnTo>
                  <a:lnTo>
                    <a:pt x="3235" y="0"/>
                  </a:lnTo>
                  <a:close/>
                </a:path>
              </a:pathLst>
            </a:custGeom>
            <a:solidFill>
              <a:srgbClr val="899CA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220" name="Google Shape;16220;p44"/>
            <p:cNvSpPr/>
            <p:nvPr/>
          </p:nvSpPr>
          <p:spPr>
            <a:xfrm>
              <a:off x="8125420" y="4057241"/>
              <a:ext cx="134408" cy="61142"/>
            </a:xfrm>
            <a:custGeom>
              <a:rect b="b" l="l" r="r" t="t"/>
              <a:pathLst>
                <a:path extrusionOk="0" h="2335" w="5133">
                  <a:moveTo>
                    <a:pt x="763" y="0"/>
                  </a:moveTo>
                  <a:cubicBezTo>
                    <a:pt x="725" y="10"/>
                    <a:pt x="696" y="29"/>
                    <a:pt x="668" y="39"/>
                  </a:cubicBezTo>
                  <a:lnTo>
                    <a:pt x="0" y="277"/>
                  </a:lnTo>
                  <a:cubicBezTo>
                    <a:pt x="10" y="315"/>
                    <a:pt x="19" y="344"/>
                    <a:pt x="38" y="372"/>
                  </a:cubicBezTo>
                  <a:lnTo>
                    <a:pt x="735" y="1947"/>
                  </a:lnTo>
                  <a:cubicBezTo>
                    <a:pt x="843" y="2194"/>
                    <a:pt x="1089" y="2334"/>
                    <a:pt x="1340" y="2334"/>
                  </a:cubicBezTo>
                  <a:cubicBezTo>
                    <a:pt x="1485" y="2334"/>
                    <a:pt x="1633" y="2287"/>
                    <a:pt x="1755" y="2185"/>
                  </a:cubicBezTo>
                  <a:lnTo>
                    <a:pt x="2566" y="1508"/>
                  </a:lnTo>
                  <a:lnTo>
                    <a:pt x="3377" y="2185"/>
                  </a:lnTo>
                  <a:cubicBezTo>
                    <a:pt x="3500" y="2287"/>
                    <a:pt x="3646" y="2334"/>
                    <a:pt x="3791" y="2334"/>
                  </a:cubicBezTo>
                  <a:cubicBezTo>
                    <a:pt x="4039" y="2334"/>
                    <a:pt x="4283" y="2194"/>
                    <a:pt x="4398" y="1947"/>
                  </a:cubicBezTo>
                  <a:lnTo>
                    <a:pt x="5094" y="372"/>
                  </a:lnTo>
                  <a:cubicBezTo>
                    <a:pt x="5104" y="344"/>
                    <a:pt x="5123" y="315"/>
                    <a:pt x="5133" y="277"/>
                  </a:cubicBezTo>
                  <a:lnTo>
                    <a:pt x="4465" y="39"/>
                  </a:lnTo>
                  <a:cubicBezTo>
                    <a:pt x="4436" y="29"/>
                    <a:pt x="4398" y="10"/>
                    <a:pt x="4369" y="0"/>
                  </a:cubicBezTo>
                  <a:lnTo>
                    <a:pt x="2566" y="1145"/>
                  </a:lnTo>
                  <a:lnTo>
                    <a:pt x="763" y="0"/>
                  </a:lnTo>
                  <a:close/>
                </a:path>
              </a:pathLst>
            </a:custGeom>
            <a:solidFill>
              <a:srgbClr val="667E9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221" name="Google Shape;16221;p44"/>
            <p:cNvSpPr/>
            <p:nvPr/>
          </p:nvSpPr>
          <p:spPr>
            <a:xfrm>
              <a:off x="8158386" y="4018513"/>
              <a:ext cx="68709" cy="23017"/>
            </a:xfrm>
            <a:custGeom>
              <a:rect b="b" l="l" r="r" t="t"/>
              <a:pathLst>
                <a:path extrusionOk="0" h="879" w="2624">
                  <a:moveTo>
                    <a:pt x="0" y="1"/>
                  </a:moveTo>
                  <a:lnTo>
                    <a:pt x="0" y="602"/>
                  </a:lnTo>
                  <a:cubicBezTo>
                    <a:pt x="411" y="783"/>
                    <a:pt x="859" y="878"/>
                    <a:pt x="1307" y="878"/>
                  </a:cubicBezTo>
                  <a:cubicBezTo>
                    <a:pt x="1756" y="878"/>
                    <a:pt x="2204" y="783"/>
                    <a:pt x="2624" y="602"/>
                  </a:cubicBezTo>
                  <a:lnTo>
                    <a:pt x="2624" y="1"/>
                  </a:ln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222" name="Google Shape;16222;p44"/>
            <p:cNvSpPr/>
            <p:nvPr/>
          </p:nvSpPr>
          <p:spPr>
            <a:xfrm>
              <a:off x="8096171" y="3875386"/>
              <a:ext cx="188139" cy="154413"/>
            </a:xfrm>
            <a:custGeom>
              <a:rect b="b" l="l" r="r" t="t"/>
              <a:pathLst>
                <a:path extrusionOk="0" h="5897" w="7185">
                  <a:moveTo>
                    <a:pt x="2157" y="0"/>
                  </a:moveTo>
                  <a:cubicBezTo>
                    <a:pt x="1432" y="0"/>
                    <a:pt x="840" y="582"/>
                    <a:pt x="840" y="1307"/>
                  </a:cubicBezTo>
                  <a:lnTo>
                    <a:pt x="840" y="2185"/>
                  </a:lnTo>
                  <a:lnTo>
                    <a:pt x="726" y="2185"/>
                  </a:lnTo>
                  <a:cubicBezTo>
                    <a:pt x="1" y="2185"/>
                    <a:pt x="1" y="3282"/>
                    <a:pt x="726" y="3282"/>
                  </a:cubicBezTo>
                  <a:lnTo>
                    <a:pt x="850" y="3282"/>
                  </a:lnTo>
                  <a:cubicBezTo>
                    <a:pt x="964" y="4761"/>
                    <a:pt x="2195" y="5896"/>
                    <a:pt x="3683" y="5896"/>
                  </a:cubicBezTo>
                  <a:cubicBezTo>
                    <a:pt x="5162" y="5896"/>
                    <a:pt x="6402" y="4761"/>
                    <a:pt x="6517" y="3282"/>
                  </a:cubicBezTo>
                  <a:lnTo>
                    <a:pt x="6641" y="3282"/>
                  </a:lnTo>
                  <a:cubicBezTo>
                    <a:pt x="6936" y="3282"/>
                    <a:pt x="7184" y="3034"/>
                    <a:pt x="7184" y="2729"/>
                  </a:cubicBezTo>
                  <a:cubicBezTo>
                    <a:pt x="7184" y="2433"/>
                    <a:pt x="6936" y="2185"/>
                    <a:pt x="6641" y="2185"/>
                  </a:cubicBezTo>
                  <a:lnTo>
                    <a:pt x="6526" y="2185"/>
                  </a:lnTo>
                  <a:lnTo>
                    <a:pt x="6526" y="1307"/>
                  </a:lnTo>
                  <a:cubicBezTo>
                    <a:pt x="6526" y="582"/>
                    <a:pt x="5944" y="0"/>
                    <a:pt x="5219" y="0"/>
                  </a:cubicBezTo>
                  <a:close/>
                </a:path>
              </a:pathLst>
            </a:custGeom>
            <a:solidFill>
              <a:srgbClr val="ECF0F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223" name="Google Shape;16223;p44"/>
            <p:cNvSpPr/>
            <p:nvPr/>
          </p:nvSpPr>
          <p:spPr>
            <a:xfrm>
              <a:off x="8152390" y="3933412"/>
              <a:ext cx="11521" cy="16942"/>
            </a:xfrm>
            <a:custGeom>
              <a:rect b="b" l="l" r="r" t="t"/>
              <a:pathLst>
                <a:path extrusionOk="0" h="647" w="440">
                  <a:moveTo>
                    <a:pt x="220" y="0"/>
                  </a:moveTo>
                  <a:cubicBezTo>
                    <a:pt x="115" y="0"/>
                    <a:pt x="10" y="69"/>
                    <a:pt x="0" y="208"/>
                  </a:cubicBezTo>
                  <a:lnTo>
                    <a:pt x="0" y="427"/>
                  </a:lnTo>
                  <a:cubicBezTo>
                    <a:pt x="0" y="541"/>
                    <a:pt x="105" y="646"/>
                    <a:pt x="220" y="646"/>
                  </a:cubicBezTo>
                  <a:cubicBezTo>
                    <a:pt x="344" y="646"/>
                    <a:pt x="439" y="541"/>
                    <a:pt x="439" y="427"/>
                  </a:cubicBezTo>
                  <a:lnTo>
                    <a:pt x="439" y="208"/>
                  </a:lnTo>
                  <a:cubicBezTo>
                    <a:pt x="430" y="69"/>
                    <a:pt x="325" y="0"/>
                    <a:pt x="220" y="0"/>
                  </a:cubicBezTo>
                  <a:close/>
                </a:path>
              </a:pathLst>
            </a:custGeom>
            <a:solidFill>
              <a:srgbClr val="213B5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224" name="Google Shape;16224;p44"/>
            <p:cNvSpPr/>
            <p:nvPr/>
          </p:nvSpPr>
          <p:spPr>
            <a:xfrm>
              <a:off x="8221335" y="3933412"/>
              <a:ext cx="11521" cy="16942"/>
            </a:xfrm>
            <a:custGeom>
              <a:rect b="b" l="l" r="r" t="t"/>
              <a:pathLst>
                <a:path extrusionOk="0" h="647" w="440">
                  <a:moveTo>
                    <a:pt x="220" y="0"/>
                  </a:moveTo>
                  <a:cubicBezTo>
                    <a:pt x="115" y="0"/>
                    <a:pt x="10" y="69"/>
                    <a:pt x="0" y="208"/>
                  </a:cubicBezTo>
                  <a:lnTo>
                    <a:pt x="0" y="427"/>
                  </a:lnTo>
                  <a:cubicBezTo>
                    <a:pt x="0" y="541"/>
                    <a:pt x="96" y="646"/>
                    <a:pt x="220" y="646"/>
                  </a:cubicBezTo>
                  <a:cubicBezTo>
                    <a:pt x="334" y="646"/>
                    <a:pt x="439" y="541"/>
                    <a:pt x="439" y="427"/>
                  </a:cubicBezTo>
                  <a:lnTo>
                    <a:pt x="439" y="208"/>
                  </a:lnTo>
                  <a:cubicBezTo>
                    <a:pt x="430" y="69"/>
                    <a:pt x="325" y="0"/>
                    <a:pt x="220" y="0"/>
                  </a:cubicBezTo>
                  <a:close/>
                </a:path>
              </a:pathLst>
            </a:custGeom>
            <a:solidFill>
              <a:srgbClr val="213B5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225" name="Google Shape;16225;p44"/>
            <p:cNvSpPr/>
            <p:nvPr/>
          </p:nvSpPr>
          <p:spPr>
            <a:xfrm>
              <a:off x="8166792" y="3978136"/>
              <a:ext cx="50930" cy="17492"/>
            </a:xfrm>
            <a:custGeom>
              <a:rect b="b" l="l" r="r" t="t"/>
              <a:pathLst>
                <a:path extrusionOk="0" h="668" w="1945">
                  <a:moveTo>
                    <a:pt x="322" y="0"/>
                  </a:moveTo>
                  <a:cubicBezTo>
                    <a:pt x="149" y="0"/>
                    <a:pt x="0" y="228"/>
                    <a:pt x="175" y="388"/>
                  </a:cubicBezTo>
                  <a:cubicBezTo>
                    <a:pt x="387" y="564"/>
                    <a:pt x="646" y="667"/>
                    <a:pt x="917" y="667"/>
                  </a:cubicBezTo>
                  <a:cubicBezTo>
                    <a:pt x="940" y="667"/>
                    <a:pt x="963" y="667"/>
                    <a:pt x="986" y="665"/>
                  </a:cubicBezTo>
                  <a:cubicBezTo>
                    <a:pt x="1009" y="667"/>
                    <a:pt x="1032" y="667"/>
                    <a:pt x="1055" y="667"/>
                  </a:cubicBezTo>
                  <a:cubicBezTo>
                    <a:pt x="1326" y="667"/>
                    <a:pt x="1586" y="564"/>
                    <a:pt x="1797" y="388"/>
                  </a:cubicBezTo>
                  <a:cubicBezTo>
                    <a:pt x="1945" y="226"/>
                    <a:pt x="1807" y="12"/>
                    <a:pt x="1640" y="12"/>
                  </a:cubicBezTo>
                  <a:cubicBezTo>
                    <a:pt x="1591" y="12"/>
                    <a:pt x="1539" y="30"/>
                    <a:pt x="1492" y="74"/>
                  </a:cubicBezTo>
                  <a:cubicBezTo>
                    <a:pt x="1339" y="179"/>
                    <a:pt x="1163" y="231"/>
                    <a:pt x="986" y="231"/>
                  </a:cubicBezTo>
                  <a:cubicBezTo>
                    <a:pt x="810" y="231"/>
                    <a:pt x="633" y="179"/>
                    <a:pt x="481" y="74"/>
                  </a:cubicBezTo>
                  <a:cubicBezTo>
                    <a:pt x="431" y="22"/>
                    <a:pt x="376" y="0"/>
                    <a:pt x="322" y="0"/>
                  </a:cubicBezTo>
                  <a:close/>
                </a:path>
              </a:pathLst>
            </a:custGeom>
            <a:solidFill>
              <a:srgbClr val="DAE2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226" name="Google Shape;16226;p44"/>
            <p:cNvSpPr/>
            <p:nvPr/>
          </p:nvSpPr>
          <p:spPr>
            <a:xfrm>
              <a:off x="8099942" y="3880885"/>
              <a:ext cx="167375" cy="149124"/>
            </a:xfrm>
            <a:custGeom>
              <a:rect b="b" l="l" r="r" t="t"/>
              <a:pathLst>
                <a:path extrusionOk="0" h="5695" w="6392">
                  <a:moveTo>
                    <a:pt x="1278" y="0"/>
                  </a:moveTo>
                  <a:cubicBezTo>
                    <a:pt x="916" y="248"/>
                    <a:pt x="696" y="659"/>
                    <a:pt x="696" y="1097"/>
                  </a:cubicBezTo>
                  <a:lnTo>
                    <a:pt x="696" y="1975"/>
                  </a:lnTo>
                  <a:lnTo>
                    <a:pt x="611" y="1975"/>
                  </a:lnTo>
                  <a:cubicBezTo>
                    <a:pt x="604" y="1975"/>
                    <a:pt x="598" y="1975"/>
                    <a:pt x="592" y="1975"/>
                  </a:cubicBezTo>
                  <a:cubicBezTo>
                    <a:pt x="314" y="1975"/>
                    <a:pt x="75" y="2182"/>
                    <a:pt x="38" y="2462"/>
                  </a:cubicBezTo>
                  <a:cubicBezTo>
                    <a:pt x="0" y="2786"/>
                    <a:pt x="258" y="3072"/>
                    <a:pt x="582" y="3072"/>
                  </a:cubicBezTo>
                  <a:lnTo>
                    <a:pt x="706" y="3072"/>
                  </a:lnTo>
                  <a:cubicBezTo>
                    <a:pt x="810" y="4575"/>
                    <a:pt x="2063" y="5695"/>
                    <a:pt x="3517" y="5695"/>
                  </a:cubicBezTo>
                  <a:cubicBezTo>
                    <a:pt x="3669" y="5695"/>
                    <a:pt x="3823" y="5683"/>
                    <a:pt x="3978" y="5657"/>
                  </a:cubicBezTo>
                  <a:cubicBezTo>
                    <a:pt x="2595" y="5448"/>
                    <a:pt x="1565" y="4255"/>
                    <a:pt x="1565" y="2853"/>
                  </a:cubicBezTo>
                  <a:cubicBezTo>
                    <a:pt x="1565" y="2333"/>
                    <a:pt x="1986" y="1922"/>
                    <a:pt x="2496" y="1922"/>
                  </a:cubicBezTo>
                  <a:cubicBezTo>
                    <a:pt x="2529" y="1922"/>
                    <a:pt x="2562" y="1924"/>
                    <a:pt x="2595" y="1927"/>
                  </a:cubicBezTo>
                  <a:cubicBezTo>
                    <a:pt x="2910" y="1956"/>
                    <a:pt x="3225" y="1975"/>
                    <a:pt x="3539" y="1975"/>
                  </a:cubicBezTo>
                  <a:cubicBezTo>
                    <a:pt x="4579" y="1975"/>
                    <a:pt x="5657" y="1813"/>
                    <a:pt x="6392" y="1469"/>
                  </a:cubicBezTo>
                  <a:lnTo>
                    <a:pt x="6392" y="1097"/>
                  </a:lnTo>
                  <a:cubicBezTo>
                    <a:pt x="6392" y="659"/>
                    <a:pt x="6163" y="248"/>
                    <a:pt x="5800" y="0"/>
                  </a:cubicBezTo>
                  <a:close/>
                </a:path>
              </a:pathLst>
            </a:custGeom>
            <a:solidFill>
              <a:srgbClr val="E7ECF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227" name="Google Shape;16227;p44"/>
            <p:cNvSpPr/>
            <p:nvPr/>
          </p:nvSpPr>
          <p:spPr>
            <a:xfrm>
              <a:off x="8255795" y="3892380"/>
              <a:ext cx="22781" cy="42970"/>
            </a:xfrm>
            <a:custGeom>
              <a:rect b="b" l="l" r="r" t="t"/>
              <a:pathLst>
                <a:path extrusionOk="0" h="1641" w="870">
                  <a:moveTo>
                    <a:pt x="1" y="0"/>
                  </a:moveTo>
                  <a:lnTo>
                    <a:pt x="1" y="1145"/>
                  </a:lnTo>
                  <a:cubicBezTo>
                    <a:pt x="1" y="1364"/>
                    <a:pt x="163" y="1555"/>
                    <a:pt x="383" y="1584"/>
                  </a:cubicBezTo>
                  <a:lnTo>
                    <a:pt x="869" y="1641"/>
                  </a:lnTo>
                  <a:lnTo>
                    <a:pt x="869" y="0"/>
                  </a:lnTo>
                  <a:close/>
                </a:path>
              </a:pathLst>
            </a:custGeom>
            <a:solidFill>
              <a:srgbClr val="445D7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228" name="Google Shape;16228;p44"/>
            <p:cNvSpPr/>
            <p:nvPr/>
          </p:nvSpPr>
          <p:spPr>
            <a:xfrm>
              <a:off x="8106435" y="3892380"/>
              <a:ext cx="22990" cy="42970"/>
            </a:xfrm>
            <a:custGeom>
              <a:rect b="b" l="l" r="r" t="t"/>
              <a:pathLst>
                <a:path extrusionOk="0" h="1641" w="878">
                  <a:moveTo>
                    <a:pt x="0" y="0"/>
                  </a:moveTo>
                  <a:lnTo>
                    <a:pt x="0" y="1641"/>
                  </a:lnTo>
                  <a:lnTo>
                    <a:pt x="496" y="1584"/>
                  </a:lnTo>
                  <a:cubicBezTo>
                    <a:pt x="716" y="1555"/>
                    <a:pt x="878" y="1364"/>
                    <a:pt x="878" y="1145"/>
                  </a:cubicBezTo>
                  <a:lnTo>
                    <a:pt x="878" y="0"/>
                  </a:lnTo>
                  <a:close/>
                </a:path>
              </a:pathLst>
            </a:custGeom>
            <a:solidFill>
              <a:srgbClr val="445D7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229" name="Google Shape;16229;p44"/>
            <p:cNvSpPr/>
            <p:nvPr/>
          </p:nvSpPr>
          <p:spPr>
            <a:xfrm>
              <a:off x="8106671" y="3892380"/>
              <a:ext cx="172140" cy="28751"/>
            </a:xfrm>
            <a:custGeom>
              <a:rect b="b" l="l" r="r" t="t"/>
              <a:pathLst>
                <a:path extrusionOk="0" h="1098" w="6574">
                  <a:moveTo>
                    <a:pt x="1" y="0"/>
                  </a:moveTo>
                  <a:cubicBezTo>
                    <a:pt x="1" y="611"/>
                    <a:pt x="1470" y="1097"/>
                    <a:pt x="3282" y="1097"/>
                  </a:cubicBezTo>
                  <a:cubicBezTo>
                    <a:pt x="5095" y="1097"/>
                    <a:pt x="6564" y="611"/>
                    <a:pt x="6574" y="0"/>
                  </a:cubicBezTo>
                  <a:close/>
                </a:path>
              </a:pathLst>
            </a:custGeom>
            <a:solidFill>
              <a:srgbClr val="39516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230" name="Google Shape;16230;p44"/>
            <p:cNvSpPr/>
            <p:nvPr/>
          </p:nvSpPr>
          <p:spPr>
            <a:xfrm>
              <a:off x="8178627" y="4110448"/>
              <a:ext cx="27992" cy="34250"/>
            </a:xfrm>
            <a:custGeom>
              <a:rect b="b" l="l" r="r" t="t"/>
              <a:pathLst>
                <a:path extrusionOk="0" h="1308" w="1069">
                  <a:moveTo>
                    <a:pt x="859" y="0"/>
                  </a:moveTo>
                  <a:lnTo>
                    <a:pt x="200" y="10"/>
                  </a:lnTo>
                  <a:lnTo>
                    <a:pt x="0" y="1307"/>
                  </a:lnTo>
                  <a:lnTo>
                    <a:pt x="1069" y="1307"/>
                  </a:lnTo>
                  <a:lnTo>
                    <a:pt x="859" y="0"/>
                  </a:lnTo>
                  <a:close/>
                </a:path>
              </a:pathLst>
            </a:custGeom>
            <a:solidFill>
              <a:srgbClr val="576D8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231" name="Google Shape;16231;p44"/>
            <p:cNvSpPr/>
            <p:nvPr/>
          </p:nvSpPr>
          <p:spPr>
            <a:xfrm>
              <a:off x="8171112" y="4081724"/>
              <a:ext cx="42760" cy="31736"/>
            </a:xfrm>
            <a:custGeom>
              <a:rect b="b" l="l" r="r" t="t"/>
              <a:pathLst>
                <a:path extrusionOk="0" h="1212" w="1633">
                  <a:moveTo>
                    <a:pt x="1" y="0"/>
                  </a:moveTo>
                  <a:lnTo>
                    <a:pt x="287" y="907"/>
                  </a:lnTo>
                  <a:cubicBezTo>
                    <a:pt x="344" y="1088"/>
                    <a:pt x="516" y="1212"/>
                    <a:pt x="707" y="1212"/>
                  </a:cubicBezTo>
                  <a:lnTo>
                    <a:pt x="936" y="1212"/>
                  </a:lnTo>
                  <a:cubicBezTo>
                    <a:pt x="1127" y="1212"/>
                    <a:pt x="1298" y="1088"/>
                    <a:pt x="1346" y="907"/>
                  </a:cubicBezTo>
                  <a:lnTo>
                    <a:pt x="1632" y="0"/>
                  </a:lnTo>
                  <a:close/>
                </a:path>
              </a:pathLst>
            </a:custGeom>
            <a:solidFill>
              <a:srgbClr val="213B5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232" name="Google Shape;16232;p44"/>
            <p:cNvSpPr/>
            <p:nvPr/>
          </p:nvSpPr>
          <p:spPr>
            <a:xfrm>
              <a:off x="8135894" y="4044017"/>
              <a:ext cx="56743" cy="62844"/>
            </a:xfrm>
            <a:custGeom>
              <a:rect b="b" l="l" r="r" t="t"/>
              <a:pathLst>
                <a:path extrusionOk="0" h="2400" w="2167">
                  <a:moveTo>
                    <a:pt x="635" y="1"/>
                  </a:moveTo>
                  <a:cubicBezTo>
                    <a:pt x="579" y="1"/>
                    <a:pt x="522" y="22"/>
                    <a:pt x="478" y="67"/>
                  </a:cubicBezTo>
                  <a:lnTo>
                    <a:pt x="87" y="458"/>
                  </a:lnTo>
                  <a:cubicBezTo>
                    <a:pt x="20" y="524"/>
                    <a:pt x="1" y="620"/>
                    <a:pt x="39" y="696"/>
                  </a:cubicBezTo>
                  <a:lnTo>
                    <a:pt x="735" y="2270"/>
                  </a:lnTo>
                  <a:cubicBezTo>
                    <a:pt x="771" y="2353"/>
                    <a:pt x="851" y="2400"/>
                    <a:pt x="934" y="2400"/>
                  </a:cubicBezTo>
                  <a:cubicBezTo>
                    <a:pt x="984" y="2400"/>
                    <a:pt x="1036" y="2383"/>
                    <a:pt x="1079" y="2347"/>
                  </a:cubicBezTo>
                  <a:lnTo>
                    <a:pt x="2166" y="1440"/>
                  </a:lnTo>
                  <a:lnTo>
                    <a:pt x="783" y="57"/>
                  </a:lnTo>
                  <a:cubicBezTo>
                    <a:pt x="741" y="20"/>
                    <a:pt x="688" y="1"/>
                    <a:pt x="635" y="1"/>
                  </a:cubicBezTo>
                  <a:close/>
                </a:path>
              </a:pathLst>
            </a:custGeom>
            <a:solidFill>
              <a:srgbClr val="899CA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233" name="Google Shape;16233;p44"/>
            <p:cNvSpPr/>
            <p:nvPr/>
          </p:nvSpPr>
          <p:spPr>
            <a:xfrm>
              <a:off x="8192610" y="4044017"/>
              <a:ext cx="56717" cy="62844"/>
            </a:xfrm>
            <a:custGeom>
              <a:rect b="b" l="l" r="r" t="t"/>
              <a:pathLst>
                <a:path extrusionOk="0" h="2400" w="2166">
                  <a:moveTo>
                    <a:pt x="1531" y="1"/>
                  </a:moveTo>
                  <a:cubicBezTo>
                    <a:pt x="1478" y="1"/>
                    <a:pt x="1425" y="20"/>
                    <a:pt x="1384" y="57"/>
                  </a:cubicBezTo>
                  <a:lnTo>
                    <a:pt x="0" y="1440"/>
                  </a:lnTo>
                  <a:lnTo>
                    <a:pt x="1088" y="2347"/>
                  </a:lnTo>
                  <a:cubicBezTo>
                    <a:pt x="1131" y="2383"/>
                    <a:pt x="1182" y="2400"/>
                    <a:pt x="1233" y="2400"/>
                  </a:cubicBezTo>
                  <a:cubicBezTo>
                    <a:pt x="1316" y="2400"/>
                    <a:pt x="1396" y="2353"/>
                    <a:pt x="1431" y="2270"/>
                  </a:cubicBezTo>
                  <a:lnTo>
                    <a:pt x="2128" y="696"/>
                  </a:lnTo>
                  <a:cubicBezTo>
                    <a:pt x="2166" y="620"/>
                    <a:pt x="2147" y="524"/>
                    <a:pt x="2080" y="458"/>
                  </a:cubicBezTo>
                  <a:lnTo>
                    <a:pt x="1689" y="67"/>
                  </a:lnTo>
                  <a:cubicBezTo>
                    <a:pt x="1645" y="22"/>
                    <a:pt x="1588" y="1"/>
                    <a:pt x="1531" y="1"/>
                  </a:cubicBezTo>
                  <a:close/>
                </a:path>
              </a:pathLst>
            </a:custGeom>
            <a:solidFill>
              <a:srgbClr val="899CA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234" name="Google Shape;16234;p44"/>
            <p:cNvSpPr/>
            <p:nvPr/>
          </p:nvSpPr>
          <p:spPr>
            <a:xfrm>
              <a:off x="8063963" y="4087956"/>
              <a:ext cx="48468" cy="56743"/>
            </a:xfrm>
            <a:custGeom>
              <a:rect b="b" l="l" r="r" t="t"/>
              <a:pathLst>
                <a:path extrusionOk="0" h="2167" w="1851">
                  <a:moveTo>
                    <a:pt x="239" y="1"/>
                  </a:moveTo>
                  <a:cubicBezTo>
                    <a:pt x="134" y="115"/>
                    <a:pt x="57" y="239"/>
                    <a:pt x="0" y="373"/>
                  </a:cubicBezTo>
                  <a:lnTo>
                    <a:pt x="1193" y="1413"/>
                  </a:lnTo>
                  <a:cubicBezTo>
                    <a:pt x="1336" y="1537"/>
                    <a:pt x="1412" y="1718"/>
                    <a:pt x="1412" y="1909"/>
                  </a:cubicBezTo>
                  <a:lnTo>
                    <a:pt x="1412" y="2166"/>
                  </a:lnTo>
                  <a:lnTo>
                    <a:pt x="1851" y="2166"/>
                  </a:lnTo>
                  <a:lnTo>
                    <a:pt x="1851" y="1909"/>
                  </a:lnTo>
                  <a:cubicBezTo>
                    <a:pt x="1851" y="1594"/>
                    <a:pt x="1708" y="1289"/>
                    <a:pt x="1469" y="1088"/>
                  </a:cubicBezTo>
                  <a:lnTo>
                    <a:pt x="239" y="1"/>
                  </a:lnTo>
                  <a:close/>
                </a:path>
              </a:pathLst>
            </a:custGeom>
            <a:solidFill>
              <a:srgbClr val="667E9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235" name="Google Shape;16235;p44"/>
            <p:cNvSpPr/>
            <p:nvPr/>
          </p:nvSpPr>
          <p:spPr>
            <a:xfrm>
              <a:off x="8272789" y="4087956"/>
              <a:ext cx="48495" cy="56743"/>
            </a:xfrm>
            <a:custGeom>
              <a:rect b="b" l="l" r="r" t="t"/>
              <a:pathLst>
                <a:path extrusionOk="0" h="2167" w="1852">
                  <a:moveTo>
                    <a:pt x="1613" y="1"/>
                  </a:moveTo>
                  <a:lnTo>
                    <a:pt x="382" y="1088"/>
                  </a:lnTo>
                  <a:cubicBezTo>
                    <a:pt x="144" y="1289"/>
                    <a:pt x="1" y="1594"/>
                    <a:pt x="1" y="1909"/>
                  </a:cubicBezTo>
                  <a:lnTo>
                    <a:pt x="1" y="2166"/>
                  </a:lnTo>
                  <a:lnTo>
                    <a:pt x="439" y="2166"/>
                  </a:lnTo>
                  <a:lnTo>
                    <a:pt x="439" y="1909"/>
                  </a:lnTo>
                  <a:cubicBezTo>
                    <a:pt x="439" y="1718"/>
                    <a:pt x="516" y="1537"/>
                    <a:pt x="659" y="1413"/>
                  </a:cubicBezTo>
                  <a:lnTo>
                    <a:pt x="1851" y="373"/>
                  </a:lnTo>
                  <a:cubicBezTo>
                    <a:pt x="1794" y="239"/>
                    <a:pt x="1718" y="115"/>
                    <a:pt x="1613" y="1"/>
                  </a:cubicBezTo>
                  <a:close/>
                </a:path>
              </a:pathLst>
            </a:custGeom>
            <a:solidFill>
              <a:srgbClr val="667E9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236" name="Google Shape;16236;p44"/>
            <p:cNvSpPr/>
            <p:nvPr/>
          </p:nvSpPr>
          <p:spPr>
            <a:xfrm>
              <a:off x="8106671" y="3857894"/>
              <a:ext cx="171905" cy="34512"/>
            </a:xfrm>
            <a:custGeom>
              <a:rect b="b" l="l" r="r" t="t"/>
              <a:pathLst>
                <a:path extrusionOk="0" h="1318" w="6565">
                  <a:moveTo>
                    <a:pt x="220" y="1"/>
                  </a:moveTo>
                  <a:cubicBezTo>
                    <a:pt x="96" y="1"/>
                    <a:pt x="1" y="106"/>
                    <a:pt x="1" y="220"/>
                  </a:cubicBezTo>
                  <a:lnTo>
                    <a:pt x="1" y="1317"/>
                  </a:lnTo>
                  <a:lnTo>
                    <a:pt x="6564" y="1317"/>
                  </a:lnTo>
                  <a:lnTo>
                    <a:pt x="6564" y="220"/>
                  </a:lnTo>
                  <a:cubicBezTo>
                    <a:pt x="6564" y="106"/>
                    <a:pt x="6469" y="1"/>
                    <a:pt x="6345" y="1"/>
                  </a:cubicBezTo>
                  <a:close/>
                </a:path>
              </a:pathLst>
            </a:custGeom>
            <a:solidFill>
              <a:srgbClr val="667E9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237" name="Google Shape;16237;p44"/>
            <p:cNvSpPr/>
            <p:nvPr/>
          </p:nvSpPr>
          <p:spPr>
            <a:xfrm>
              <a:off x="8175380" y="3823670"/>
              <a:ext cx="34486" cy="39984"/>
            </a:xfrm>
            <a:custGeom>
              <a:rect b="b" l="l" r="r" t="t"/>
              <a:pathLst>
                <a:path extrusionOk="0" h="1527" w="1317">
                  <a:moveTo>
                    <a:pt x="219" y="1"/>
                  </a:moveTo>
                  <a:cubicBezTo>
                    <a:pt x="95" y="1"/>
                    <a:pt x="0" y="96"/>
                    <a:pt x="0" y="220"/>
                  </a:cubicBezTo>
                  <a:lnTo>
                    <a:pt x="0" y="869"/>
                  </a:lnTo>
                  <a:cubicBezTo>
                    <a:pt x="0" y="1231"/>
                    <a:pt x="296" y="1527"/>
                    <a:pt x="658" y="1527"/>
                  </a:cubicBezTo>
                  <a:cubicBezTo>
                    <a:pt x="1021" y="1527"/>
                    <a:pt x="1317" y="1231"/>
                    <a:pt x="1317" y="869"/>
                  </a:cubicBezTo>
                  <a:lnTo>
                    <a:pt x="1317" y="220"/>
                  </a:lnTo>
                  <a:cubicBezTo>
                    <a:pt x="1317" y="96"/>
                    <a:pt x="1221" y="1"/>
                    <a:pt x="1097" y="1"/>
                  </a:cubicBezTo>
                  <a:close/>
                </a:path>
              </a:pathLst>
            </a:custGeom>
            <a:solidFill>
              <a:srgbClr val="F4F7F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238" name="Google Shape;16238;p44"/>
            <p:cNvSpPr/>
            <p:nvPr/>
          </p:nvSpPr>
          <p:spPr>
            <a:xfrm>
              <a:off x="8175407" y="3823670"/>
              <a:ext cx="22964" cy="40115"/>
            </a:xfrm>
            <a:custGeom>
              <a:rect b="b" l="l" r="r" t="t"/>
              <a:pathLst>
                <a:path extrusionOk="0" h="1532" w="877">
                  <a:moveTo>
                    <a:pt x="228" y="1"/>
                  </a:moveTo>
                  <a:cubicBezTo>
                    <a:pt x="104" y="1"/>
                    <a:pt x="9" y="96"/>
                    <a:pt x="9" y="220"/>
                  </a:cubicBezTo>
                  <a:lnTo>
                    <a:pt x="9" y="869"/>
                  </a:lnTo>
                  <a:cubicBezTo>
                    <a:pt x="1" y="1245"/>
                    <a:pt x="309" y="1531"/>
                    <a:pt x="652" y="1531"/>
                  </a:cubicBezTo>
                  <a:cubicBezTo>
                    <a:pt x="726" y="1531"/>
                    <a:pt x="802" y="1518"/>
                    <a:pt x="877" y="1489"/>
                  </a:cubicBezTo>
                  <a:cubicBezTo>
                    <a:pt x="619" y="1393"/>
                    <a:pt x="447" y="1145"/>
                    <a:pt x="447" y="869"/>
                  </a:cubicBezTo>
                  <a:lnTo>
                    <a:pt x="447" y="220"/>
                  </a:lnTo>
                  <a:cubicBezTo>
                    <a:pt x="447" y="96"/>
                    <a:pt x="543" y="1"/>
                    <a:pt x="667" y="1"/>
                  </a:cubicBezTo>
                  <a:close/>
                </a:path>
              </a:pathLst>
            </a:custGeom>
            <a:solidFill>
              <a:srgbClr val="F1F4F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6239" name="Google Shape;16239;p44"/>
          <p:cNvGrpSpPr/>
          <p:nvPr/>
        </p:nvGrpSpPr>
        <p:grpSpPr>
          <a:xfrm>
            <a:off x="7614550" y="2727511"/>
            <a:ext cx="263316" cy="354754"/>
            <a:chOff x="7614550" y="2879911"/>
            <a:chExt cx="263316" cy="354754"/>
          </a:xfrm>
        </p:grpSpPr>
        <p:sp>
          <p:nvSpPr>
            <p:cNvPr id="16240" name="Google Shape;16240;p44"/>
            <p:cNvSpPr/>
            <p:nvPr/>
          </p:nvSpPr>
          <p:spPr>
            <a:xfrm>
              <a:off x="7614550" y="3086013"/>
              <a:ext cx="263316" cy="148652"/>
            </a:xfrm>
            <a:custGeom>
              <a:rect b="b" l="l" r="r" t="t"/>
              <a:pathLst>
                <a:path extrusionOk="0" h="5677" w="10056">
                  <a:moveTo>
                    <a:pt x="3721" y="0"/>
                  </a:moveTo>
                  <a:lnTo>
                    <a:pt x="3721" y="1126"/>
                  </a:lnTo>
                  <a:cubicBezTo>
                    <a:pt x="3712" y="1498"/>
                    <a:pt x="3483" y="1822"/>
                    <a:pt x="3130" y="1946"/>
                  </a:cubicBezTo>
                  <a:lnTo>
                    <a:pt x="879" y="2748"/>
                  </a:lnTo>
                  <a:cubicBezTo>
                    <a:pt x="354" y="2929"/>
                    <a:pt x="1" y="3425"/>
                    <a:pt x="1" y="3978"/>
                  </a:cubicBezTo>
                  <a:lnTo>
                    <a:pt x="1" y="5018"/>
                  </a:lnTo>
                  <a:cubicBezTo>
                    <a:pt x="1" y="5381"/>
                    <a:pt x="297" y="5677"/>
                    <a:pt x="659" y="5677"/>
                  </a:cubicBezTo>
                  <a:lnTo>
                    <a:pt x="9398" y="5677"/>
                  </a:lnTo>
                  <a:cubicBezTo>
                    <a:pt x="9760" y="5677"/>
                    <a:pt x="10056" y="5381"/>
                    <a:pt x="10056" y="5018"/>
                  </a:cubicBezTo>
                  <a:lnTo>
                    <a:pt x="10056" y="3978"/>
                  </a:lnTo>
                  <a:cubicBezTo>
                    <a:pt x="10056" y="3425"/>
                    <a:pt x="9703" y="2929"/>
                    <a:pt x="9178" y="2748"/>
                  </a:cubicBezTo>
                  <a:lnTo>
                    <a:pt x="6927" y="1946"/>
                  </a:lnTo>
                  <a:cubicBezTo>
                    <a:pt x="6574" y="1822"/>
                    <a:pt x="6345" y="1498"/>
                    <a:pt x="6345" y="1126"/>
                  </a:cubicBezTo>
                  <a:lnTo>
                    <a:pt x="6345" y="0"/>
                  </a:lnTo>
                  <a:close/>
                </a:path>
              </a:pathLst>
            </a:custGeom>
            <a:solidFill>
              <a:srgbClr val="E7ECF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241" name="Google Shape;16241;p44"/>
            <p:cNvSpPr/>
            <p:nvPr/>
          </p:nvSpPr>
          <p:spPr>
            <a:xfrm>
              <a:off x="7614550" y="3137728"/>
              <a:ext cx="263081" cy="96937"/>
            </a:xfrm>
            <a:custGeom>
              <a:rect b="b" l="l" r="r" t="t"/>
              <a:pathLst>
                <a:path extrusionOk="0" h="3702" w="10047">
                  <a:moveTo>
                    <a:pt x="3063" y="0"/>
                  </a:moveTo>
                  <a:lnTo>
                    <a:pt x="879" y="773"/>
                  </a:lnTo>
                  <a:cubicBezTo>
                    <a:pt x="354" y="954"/>
                    <a:pt x="1" y="1450"/>
                    <a:pt x="1" y="2003"/>
                  </a:cubicBezTo>
                  <a:lnTo>
                    <a:pt x="1" y="3043"/>
                  </a:lnTo>
                  <a:cubicBezTo>
                    <a:pt x="1" y="3406"/>
                    <a:pt x="297" y="3702"/>
                    <a:pt x="659" y="3702"/>
                  </a:cubicBezTo>
                  <a:lnTo>
                    <a:pt x="9398" y="3702"/>
                  </a:lnTo>
                  <a:cubicBezTo>
                    <a:pt x="9760" y="3702"/>
                    <a:pt x="10046" y="3406"/>
                    <a:pt x="10046" y="3043"/>
                  </a:cubicBezTo>
                  <a:lnTo>
                    <a:pt x="10046" y="2003"/>
                  </a:lnTo>
                  <a:cubicBezTo>
                    <a:pt x="10046" y="1450"/>
                    <a:pt x="9703" y="954"/>
                    <a:pt x="9178" y="773"/>
                  </a:cubicBezTo>
                  <a:lnTo>
                    <a:pt x="6994" y="0"/>
                  </a:lnTo>
                  <a:cubicBezTo>
                    <a:pt x="6994" y="1088"/>
                    <a:pt x="6116" y="1965"/>
                    <a:pt x="5028" y="1965"/>
                  </a:cubicBezTo>
                  <a:cubicBezTo>
                    <a:pt x="3941" y="1965"/>
                    <a:pt x="3063" y="1088"/>
                    <a:pt x="3063" y="0"/>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242" name="Google Shape;16242;p44"/>
            <p:cNvSpPr/>
            <p:nvPr/>
          </p:nvSpPr>
          <p:spPr>
            <a:xfrm>
              <a:off x="7683495" y="3137728"/>
              <a:ext cx="125426" cy="62477"/>
            </a:xfrm>
            <a:custGeom>
              <a:rect b="b" l="l" r="r" t="t"/>
              <a:pathLst>
                <a:path extrusionOk="0" h="2386" w="4790">
                  <a:moveTo>
                    <a:pt x="430" y="0"/>
                  </a:moveTo>
                  <a:lnTo>
                    <a:pt x="1" y="153"/>
                  </a:lnTo>
                  <a:cubicBezTo>
                    <a:pt x="87" y="1412"/>
                    <a:pt x="1136" y="2385"/>
                    <a:pt x="2395" y="2385"/>
                  </a:cubicBezTo>
                  <a:cubicBezTo>
                    <a:pt x="3655" y="2385"/>
                    <a:pt x="4704" y="1412"/>
                    <a:pt x="4790" y="153"/>
                  </a:cubicBezTo>
                  <a:lnTo>
                    <a:pt x="4361" y="0"/>
                  </a:lnTo>
                  <a:cubicBezTo>
                    <a:pt x="4361" y="1088"/>
                    <a:pt x="3483" y="1965"/>
                    <a:pt x="2395" y="1965"/>
                  </a:cubicBezTo>
                  <a:cubicBezTo>
                    <a:pt x="1308" y="1965"/>
                    <a:pt x="430" y="1088"/>
                    <a:pt x="430" y="0"/>
                  </a:cubicBezTo>
                  <a:close/>
                </a:path>
              </a:pathLst>
            </a:custGeom>
            <a:solidFill>
              <a:srgbClr val="A2B5C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243" name="Google Shape;16243;p44"/>
            <p:cNvSpPr/>
            <p:nvPr/>
          </p:nvSpPr>
          <p:spPr>
            <a:xfrm>
              <a:off x="7711985" y="3085751"/>
              <a:ext cx="68709" cy="23069"/>
            </a:xfrm>
            <a:custGeom>
              <a:rect b="b" l="l" r="r" t="t"/>
              <a:pathLst>
                <a:path extrusionOk="0" h="881" w="2624">
                  <a:moveTo>
                    <a:pt x="0" y="1"/>
                  </a:moveTo>
                  <a:lnTo>
                    <a:pt x="0" y="602"/>
                  </a:lnTo>
                  <a:cubicBezTo>
                    <a:pt x="415" y="788"/>
                    <a:pt x="861" y="881"/>
                    <a:pt x="1309" y="881"/>
                  </a:cubicBezTo>
                  <a:cubicBezTo>
                    <a:pt x="1756" y="881"/>
                    <a:pt x="2204" y="788"/>
                    <a:pt x="2624" y="602"/>
                  </a:cubicBezTo>
                  <a:lnTo>
                    <a:pt x="2624" y="1"/>
                  </a:ln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244" name="Google Shape;16244;p44"/>
            <p:cNvSpPr/>
            <p:nvPr/>
          </p:nvSpPr>
          <p:spPr>
            <a:xfrm>
              <a:off x="7780668" y="3023064"/>
              <a:ext cx="45745" cy="211601"/>
            </a:xfrm>
            <a:custGeom>
              <a:rect b="b" l="l" r="r" t="t"/>
              <a:pathLst>
                <a:path extrusionOk="0" h="8081" w="1747">
                  <a:moveTo>
                    <a:pt x="1" y="0"/>
                  </a:moveTo>
                  <a:lnTo>
                    <a:pt x="1" y="8081"/>
                  </a:lnTo>
                  <a:lnTo>
                    <a:pt x="1527" y="8081"/>
                  </a:lnTo>
                  <a:lnTo>
                    <a:pt x="1117" y="4179"/>
                  </a:lnTo>
                  <a:cubicBezTo>
                    <a:pt x="1098" y="4007"/>
                    <a:pt x="1089" y="3845"/>
                    <a:pt x="1089" y="3683"/>
                  </a:cubicBezTo>
                  <a:lnTo>
                    <a:pt x="1089" y="3520"/>
                  </a:lnTo>
                  <a:cubicBezTo>
                    <a:pt x="1089" y="3206"/>
                    <a:pt x="1117" y="2900"/>
                    <a:pt x="1184" y="2605"/>
                  </a:cubicBezTo>
                  <a:lnTo>
                    <a:pt x="1747" y="0"/>
                  </a:lnTo>
                  <a:close/>
                </a:path>
              </a:pathLst>
            </a:custGeom>
            <a:solidFill>
              <a:srgbClr val="576D8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245" name="Google Shape;16245;p44"/>
            <p:cNvSpPr/>
            <p:nvPr/>
          </p:nvSpPr>
          <p:spPr>
            <a:xfrm>
              <a:off x="7780668" y="3102981"/>
              <a:ext cx="29275" cy="23017"/>
            </a:xfrm>
            <a:custGeom>
              <a:rect b="b" l="l" r="r" t="t"/>
              <a:pathLst>
                <a:path extrusionOk="0" h="879" w="1118">
                  <a:moveTo>
                    <a:pt x="1" y="1"/>
                  </a:moveTo>
                  <a:lnTo>
                    <a:pt x="1" y="879"/>
                  </a:lnTo>
                  <a:lnTo>
                    <a:pt x="1098" y="879"/>
                  </a:lnTo>
                  <a:cubicBezTo>
                    <a:pt x="1089" y="793"/>
                    <a:pt x="1089" y="707"/>
                    <a:pt x="1089" y="631"/>
                  </a:cubicBezTo>
                  <a:lnTo>
                    <a:pt x="1089" y="468"/>
                  </a:lnTo>
                  <a:cubicBezTo>
                    <a:pt x="1089" y="316"/>
                    <a:pt x="1098" y="154"/>
                    <a:pt x="1117" y="1"/>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246" name="Google Shape;16246;p44"/>
            <p:cNvSpPr/>
            <p:nvPr/>
          </p:nvSpPr>
          <p:spPr>
            <a:xfrm>
              <a:off x="7666030" y="3023064"/>
              <a:ext cx="45719" cy="211601"/>
            </a:xfrm>
            <a:custGeom>
              <a:rect b="b" l="l" r="r" t="t"/>
              <a:pathLst>
                <a:path extrusionOk="0" h="8081" w="1746">
                  <a:moveTo>
                    <a:pt x="0" y="0"/>
                  </a:moveTo>
                  <a:lnTo>
                    <a:pt x="563" y="2605"/>
                  </a:lnTo>
                  <a:cubicBezTo>
                    <a:pt x="630" y="2900"/>
                    <a:pt x="658" y="3206"/>
                    <a:pt x="658" y="3520"/>
                  </a:cubicBezTo>
                  <a:lnTo>
                    <a:pt x="658" y="3683"/>
                  </a:lnTo>
                  <a:cubicBezTo>
                    <a:pt x="658" y="3845"/>
                    <a:pt x="649" y="4007"/>
                    <a:pt x="630" y="4179"/>
                  </a:cubicBezTo>
                  <a:lnTo>
                    <a:pt x="220" y="8081"/>
                  </a:lnTo>
                  <a:lnTo>
                    <a:pt x="1746" y="8081"/>
                  </a:lnTo>
                  <a:lnTo>
                    <a:pt x="1746" y="0"/>
                  </a:lnTo>
                  <a:close/>
                </a:path>
              </a:pathLst>
            </a:custGeom>
            <a:solidFill>
              <a:srgbClr val="576D8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247" name="Google Shape;16247;p44"/>
            <p:cNvSpPr/>
            <p:nvPr/>
          </p:nvSpPr>
          <p:spPr>
            <a:xfrm>
              <a:off x="7628559" y="2879911"/>
              <a:ext cx="235325" cy="137419"/>
            </a:xfrm>
            <a:custGeom>
              <a:rect b="b" l="l" r="r" t="t"/>
              <a:pathLst>
                <a:path extrusionOk="0" h="5248" w="8987">
                  <a:moveTo>
                    <a:pt x="4493" y="1"/>
                  </a:moveTo>
                  <a:cubicBezTo>
                    <a:pt x="1794" y="1"/>
                    <a:pt x="0" y="2787"/>
                    <a:pt x="1116" y="5248"/>
                  </a:cubicBezTo>
                  <a:lnTo>
                    <a:pt x="7871" y="5248"/>
                  </a:lnTo>
                  <a:cubicBezTo>
                    <a:pt x="8987" y="2787"/>
                    <a:pt x="7193" y="1"/>
                    <a:pt x="4493" y="1"/>
                  </a:cubicBezTo>
                  <a:close/>
                </a:path>
              </a:pathLst>
            </a:custGeom>
            <a:solidFill>
              <a:srgbClr val="213B5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248" name="Google Shape;16248;p44"/>
            <p:cNvSpPr/>
            <p:nvPr/>
          </p:nvSpPr>
          <p:spPr>
            <a:xfrm>
              <a:off x="7650031" y="2920131"/>
              <a:ext cx="192381" cy="177142"/>
            </a:xfrm>
            <a:custGeom>
              <a:rect b="b" l="l" r="r" t="t"/>
              <a:pathLst>
                <a:path extrusionOk="0" h="6765" w="7347">
                  <a:moveTo>
                    <a:pt x="3673" y="1"/>
                  </a:moveTo>
                  <a:cubicBezTo>
                    <a:pt x="2109" y="1"/>
                    <a:pt x="831" y="1270"/>
                    <a:pt x="831" y="2834"/>
                  </a:cubicBezTo>
                  <a:lnTo>
                    <a:pt x="831" y="3054"/>
                  </a:lnTo>
                  <a:lnTo>
                    <a:pt x="726" y="3054"/>
                  </a:lnTo>
                  <a:cubicBezTo>
                    <a:pt x="1" y="3054"/>
                    <a:pt x="1" y="4151"/>
                    <a:pt x="726" y="4151"/>
                  </a:cubicBezTo>
                  <a:lnTo>
                    <a:pt x="840" y="4151"/>
                  </a:lnTo>
                  <a:cubicBezTo>
                    <a:pt x="955" y="5629"/>
                    <a:pt x="2185" y="6765"/>
                    <a:pt x="3673" y="6765"/>
                  </a:cubicBezTo>
                  <a:cubicBezTo>
                    <a:pt x="5152" y="6765"/>
                    <a:pt x="6383" y="5629"/>
                    <a:pt x="6497" y="4151"/>
                  </a:cubicBezTo>
                  <a:lnTo>
                    <a:pt x="6621" y="4151"/>
                  </a:lnTo>
                  <a:cubicBezTo>
                    <a:pt x="7346" y="4151"/>
                    <a:pt x="7346" y="3054"/>
                    <a:pt x="6621" y="3054"/>
                  </a:cubicBezTo>
                  <a:lnTo>
                    <a:pt x="6516" y="3054"/>
                  </a:lnTo>
                  <a:lnTo>
                    <a:pt x="6516" y="2834"/>
                  </a:lnTo>
                  <a:cubicBezTo>
                    <a:pt x="6516" y="1270"/>
                    <a:pt x="5238" y="1"/>
                    <a:pt x="3673" y="1"/>
                  </a:cubicBezTo>
                  <a:close/>
                </a:path>
              </a:pathLst>
            </a:custGeom>
            <a:solidFill>
              <a:srgbClr val="ECF0F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249" name="Google Shape;16249;p44"/>
            <p:cNvSpPr/>
            <p:nvPr/>
          </p:nvSpPr>
          <p:spPr>
            <a:xfrm>
              <a:off x="7650188" y="2920052"/>
              <a:ext cx="170229" cy="177456"/>
            </a:xfrm>
            <a:custGeom>
              <a:rect b="b" l="l" r="r" t="t"/>
              <a:pathLst>
                <a:path extrusionOk="0" h="6777" w="6501">
                  <a:moveTo>
                    <a:pt x="3677" y="0"/>
                  </a:moveTo>
                  <a:cubicBezTo>
                    <a:pt x="3629" y="0"/>
                    <a:pt x="3582" y="1"/>
                    <a:pt x="3534" y="4"/>
                  </a:cubicBezTo>
                  <a:cubicBezTo>
                    <a:pt x="2007" y="71"/>
                    <a:pt x="825" y="1273"/>
                    <a:pt x="825" y="2894"/>
                  </a:cubicBezTo>
                  <a:lnTo>
                    <a:pt x="825" y="3057"/>
                  </a:lnTo>
                  <a:lnTo>
                    <a:pt x="748" y="3057"/>
                  </a:lnTo>
                  <a:cubicBezTo>
                    <a:pt x="742" y="3056"/>
                    <a:pt x="736" y="3056"/>
                    <a:pt x="729" y="3056"/>
                  </a:cubicBezTo>
                  <a:cubicBezTo>
                    <a:pt x="23" y="3056"/>
                    <a:pt x="1" y="4125"/>
                    <a:pt x="720" y="4154"/>
                  </a:cubicBezTo>
                  <a:lnTo>
                    <a:pt x="844" y="4154"/>
                  </a:lnTo>
                  <a:cubicBezTo>
                    <a:pt x="947" y="5649"/>
                    <a:pt x="2194" y="6776"/>
                    <a:pt x="3648" y="6776"/>
                  </a:cubicBezTo>
                  <a:cubicBezTo>
                    <a:pt x="3799" y="6776"/>
                    <a:pt x="3952" y="6764"/>
                    <a:pt x="4106" y="6739"/>
                  </a:cubicBezTo>
                  <a:cubicBezTo>
                    <a:pt x="2723" y="6520"/>
                    <a:pt x="1702" y="5327"/>
                    <a:pt x="1702" y="3934"/>
                  </a:cubicBezTo>
                  <a:lnTo>
                    <a:pt x="1702" y="2837"/>
                  </a:lnTo>
                  <a:cubicBezTo>
                    <a:pt x="1702" y="2627"/>
                    <a:pt x="1721" y="2417"/>
                    <a:pt x="1769" y="2208"/>
                  </a:cubicBezTo>
                  <a:cubicBezTo>
                    <a:pt x="1872" y="1796"/>
                    <a:pt x="2235" y="1538"/>
                    <a:pt x="2619" y="1538"/>
                  </a:cubicBezTo>
                  <a:cubicBezTo>
                    <a:pt x="2770" y="1538"/>
                    <a:pt x="2924" y="1578"/>
                    <a:pt x="3066" y="1664"/>
                  </a:cubicBezTo>
                  <a:cubicBezTo>
                    <a:pt x="4116" y="2255"/>
                    <a:pt x="5289" y="2580"/>
                    <a:pt x="6501" y="2618"/>
                  </a:cubicBezTo>
                  <a:cubicBezTo>
                    <a:pt x="6381" y="1130"/>
                    <a:pt x="5142" y="0"/>
                    <a:pt x="3677" y="0"/>
                  </a:cubicBezTo>
                  <a:close/>
                </a:path>
              </a:pathLst>
            </a:custGeom>
            <a:solidFill>
              <a:srgbClr val="E7ECF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250" name="Google Shape;16250;p44"/>
            <p:cNvSpPr/>
            <p:nvPr/>
          </p:nvSpPr>
          <p:spPr>
            <a:xfrm>
              <a:off x="7720468" y="3037309"/>
              <a:ext cx="51506" cy="22755"/>
            </a:xfrm>
            <a:custGeom>
              <a:rect b="b" l="l" r="r" t="t"/>
              <a:pathLst>
                <a:path extrusionOk="0" h="869" w="1967">
                  <a:moveTo>
                    <a:pt x="144" y="0"/>
                  </a:moveTo>
                  <a:cubicBezTo>
                    <a:pt x="68" y="0"/>
                    <a:pt x="1" y="76"/>
                    <a:pt x="20" y="153"/>
                  </a:cubicBezTo>
                  <a:cubicBezTo>
                    <a:pt x="96" y="563"/>
                    <a:pt x="497" y="868"/>
                    <a:pt x="983" y="868"/>
                  </a:cubicBezTo>
                  <a:cubicBezTo>
                    <a:pt x="1470" y="868"/>
                    <a:pt x="1871" y="563"/>
                    <a:pt x="1957" y="153"/>
                  </a:cubicBezTo>
                  <a:cubicBezTo>
                    <a:pt x="1966" y="76"/>
                    <a:pt x="1909" y="0"/>
                    <a:pt x="1823" y="0"/>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251" name="Google Shape;16251;p44"/>
            <p:cNvSpPr/>
            <p:nvPr/>
          </p:nvSpPr>
          <p:spPr>
            <a:xfrm>
              <a:off x="7706250" y="3000204"/>
              <a:ext cx="11260" cy="17125"/>
            </a:xfrm>
            <a:custGeom>
              <a:rect b="b" l="l" r="r" t="t"/>
              <a:pathLst>
                <a:path extrusionOk="0" h="654" w="430">
                  <a:moveTo>
                    <a:pt x="215" y="0"/>
                  </a:moveTo>
                  <a:cubicBezTo>
                    <a:pt x="107" y="0"/>
                    <a:pt x="0" y="72"/>
                    <a:pt x="0" y="215"/>
                  </a:cubicBezTo>
                  <a:lnTo>
                    <a:pt x="0" y="434"/>
                  </a:lnTo>
                  <a:cubicBezTo>
                    <a:pt x="0" y="558"/>
                    <a:pt x="95" y="654"/>
                    <a:pt x="219" y="654"/>
                  </a:cubicBezTo>
                  <a:cubicBezTo>
                    <a:pt x="334" y="654"/>
                    <a:pt x="429" y="549"/>
                    <a:pt x="429" y="434"/>
                  </a:cubicBezTo>
                  <a:lnTo>
                    <a:pt x="429" y="215"/>
                  </a:lnTo>
                  <a:cubicBezTo>
                    <a:pt x="429" y="72"/>
                    <a:pt x="322" y="0"/>
                    <a:pt x="215" y="0"/>
                  </a:cubicBezTo>
                  <a:close/>
                </a:path>
              </a:pathLst>
            </a:custGeom>
            <a:solidFill>
              <a:srgbClr val="213B5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252" name="Google Shape;16252;p44"/>
            <p:cNvSpPr/>
            <p:nvPr/>
          </p:nvSpPr>
          <p:spPr>
            <a:xfrm>
              <a:off x="7774933" y="3000204"/>
              <a:ext cx="11260" cy="17125"/>
            </a:xfrm>
            <a:custGeom>
              <a:rect b="b" l="l" r="r" t="t"/>
              <a:pathLst>
                <a:path extrusionOk="0" h="654" w="430">
                  <a:moveTo>
                    <a:pt x="215" y="0"/>
                  </a:moveTo>
                  <a:cubicBezTo>
                    <a:pt x="108" y="0"/>
                    <a:pt x="1" y="72"/>
                    <a:pt x="1" y="215"/>
                  </a:cubicBezTo>
                  <a:lnTo>
                    <a:pt x="1" y="434"/>
                  </a:lnTo>
                  <a:cubicBezTo>
                    <a:pt x="1" y="558"/>
                    <a:pt x="96" y="654"/>
                    <a:pt x="220" y="654"/>
                  </a:cubicBezTo>
                  <a:cubicBezTo>
                    <a:pt x="334" y="654"/>
                    <a:pt x="430" y="558"/>
                    <a:pt x="430" y="434"/>
                  </a:cubicBezTo>
                  <a:lnTo>
                    <a:pt x="430" y="215"/>
                  </a:lnTo>
                  <a:cubicBezTo>
                    <a:pt x="430" y="72"/>
                    <a:pt x="323" y="0"/>
                    <a:pt x="215" y="0"/>
                  </a:cubicBezTo>
                  <a:close/>
                </a:path>
              </a:pathLst>
            </a:custGeom>
            <a:solidFill>
              <a:srgbClr val="213B5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253" name="Google Shape;16253;p44"/>
            <p:cNvSpPr/>
            <p:nvPr/>
          </p:nvSpPr>
          <p:spPr>
            <a:xfrm>
              <a:off x="7698237" y="2981535"/>
              <a:ext cx="27206" cy="12831"/>
            </a:xfrm>
            <a:custGeom>
              <a:rect b="b" l="l" r="r" t="t"/>
              <a:pathLst>
                <a:path extrusionOk="0" h="490" w="1039">
                  <a:moveTo>
                    <a:pt x="751" y="0"/>
                  </a:moveTo>
                  <a:cubicBezTo>
                    <a:pt x="740" y="0"/>
                    <a:pt x="728" y="1"/>
                    <a:pt x="716" y="3"/>
                  </a:cubicBezTo>
                  <a:lnTo>
                    <a:pt x="277" y="50"/>
                  </a:lnTo>
                  <a:cubicBezTo>
                    <a:pt x="1" y="79"/>
                    <a:pt x="20" y="489"/>
                    <a:pt x="306" y="489"/>
                  </a:cubicBezTo>
                  <a:lnTo>
                    <a:pt x="325" y="489"/>
                  </a:lnTo>
                  <a:lnTo>
                    <a:pt x="764" y="432"/>
                  </a:lnTo>
                  <a:cubicBezTo>
                    <a:pt x="1038" y="404"/>
                    <a:pt x="1006" y="0"/>
                    <a:pt x="751" y="0"/>
                  </a:cubicBezTo>
                  <a:close/>
                </a:path>
              </a:pathLst>
            </a:custGeom>
            <a:solidFill>
              <a:srgbClr val="39516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254" name="Google Shape;16254;p44"/>
            <p:cNvSpPr/>
            <p:nvPr/>
          </p:nvSpPr>
          <p:spPr>
            <a:xfrm>
              <a:off x="7766921" y="2981561"/>
              <a:ext cx="27285" cy="12804"/>
            </a:xfrm>
            <a:custGeom>
              <a:rect b="b" l="l" r="r" t="t"/>
              <a:pathLst>
                <a:path extrusionOk="0" h="489" w="1042">
                  <a:moveTo>
                    <a:pt x="299" y="0"/>
                  </a:moveTo>
                  <a:cubicBezTo>
                    <a:pt x="37" y="0"/>
                    <a:pt x="1" y="404"/>
                    <a:pt x="278" y="440"/>
                  </a:cubicBezTo>
                  <a:lnTo>
                    <a:pt x="717" y="488"/>
                  </a:lnTo>
                  <a:lnTo>
                    <a:pt x="736" y="488"/>
                  </a:lnTo>
                  <a:cubicBezTo>
                    <a:pt x="1012" y="488"/>
                    <a:pt x="1041" y="78"/>
                    <a:pt x="764" y="49"/>
                  </a:cubicBezTo>
                  <a:lnTo>
                    <a:pt x="326" y="2"/>
                  </a:lnTo>
                  <a:cubicBezTo>
                    <a:pt x="316" y="1"/>
                    <a:pt x="307" y="0"/>
                    <a:pt x="299" y="0"/>
                  </a:cubicBezTo>
                  <a:close/>
                </a:path>
              </a:pathLst>
            </a:custGeom>
            <a:solidFill>
              <a:srgbClr val="39516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255" name="Google Shape;16255;p44"/>
            <p:cNvSpPr/>
            <p:nvPr/>
          </p:nvSpPr>
          <p:spPr>
            <a:xfrm>
              <a:off x="7681008" y="2879911"/>
              <a:ext cx="162399" cy="97199"/>
            </a:xfrm>
            <a:custGeom>
              <a:rect b="b" l="l" r="r" t="t"/>
              <a:pathLst>
                <a:path extrusionOk="0" h="3712" w="6202">
                  <a:moveTo>
                    <a:pt x="2490" y="1"/>
                  </a:moveTo>
                  <a:cubicBezTo>
                    <a:pt x="1565" y="1"/>
                    <a:pt x="678" y="344"/>
                    <a:pt x="1" y="974"/>
                  </a:cubicBezTo>
                  <a:cubicBezTo>
                    <a:pt x="1317" y="2701"/>
                    <a:pt x="3368" y="3712"/>
                    <a:pt x="5553" y="3712"/>
                  </a:cubicBezTo>
                  <a:cubicBezTo>
                    <a:pt x="5772" y="3712"/>
                    <a:pt x="5992" y="3702"/>
                    <a:pt x="6201" y="3683"/>
                  </a:cubicBezTo>
                  <a:cubicBezTo>
                    <a:pt x="6182" y="1642"/>
                    <a:pt x="4532" y="1"/>
                    <a:pt x="2490" y="1"/>
                  </a:cubicBezTo>
                  <a:close/>
                </a:path>
              </a:pathLst>
            </a:custGeom>
            <a:solidFill>
              <a:srgbClr val="576D8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256" name="Google Shape;16256;p44"/>
            <p:cNvSpPr/>
            <p:nvPr/>
          </p:nvSpPr>
          <p:spPr>
            <a:xfrm>
              <a:off x="7682762" y="3102981"/>
              <a:ext cx="29249" cy="23017"/>
            </a:xfrm>
            <a:custGeom>
              <a:rect b="b" l="l" r="r" t="t"/>
              <a:pathLst>
                <a:path extrusionOk="0" h="879" w="1117">
                  <a:moveTo>
                    <a:pt x="0" y="1"/>
                  </a:moveTo>
                  <a:cubicBezTo>
                    <a:pt x="10" y="154"/>
                    <a:pt x="19" y="316"/>
                    <a:pt x="19" y="468"/>
                  </a:cubicBezTo>
                  <a:lnTo>
                    <a:pt x="19" y="631"/>
                  </a:lnTo>
                  <a:cubicBezTo>
                    <a:pt x="19" y="707"/>
                    <a:pt x="19" y="793"/>
                    <a:pt x="19" y="879"/>
                  </a:cubicBezTo>
                  <a:lnTo>
                    <a:pt x="1116" y="879"/>
                  </a:lnTo>
                  <a:lnTo>
                    <a:pt x="1116" y="1"/>
                  </a:ln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257" name="Google Shape;16257;p44"/>
            <p:cNvSpPr/>
            <p:nvPr/>
          </p:nvSpPr>
          <p:spPr>
            <a:xfrm>
              <a:off x="7682762" y="3102981"/>
              <a:ext cx="29249" cy="11783"/>
            </a:xfrm>
            <a:custGeom>
              <a:rect b="b" l="l" r="r" t="t"/>
              <a:pathLst>
                <a:path extrusionOk="0" h="450" w="1117">
                  <a:moveTo>
                    <a:pt x="0" y="1"/>
                  </a:moveTo>
                  <a:cubicBezTo>
                    <a:pt x="10" y="154"/>
                    <a:pt x="19" y="297"/>
                    <a:pt x="19" y="449"/>
                  </a:cubicBezTo>
                  <a:lnTo>
                    <a:pt x="1116" y="449"/>
                  </a:lnTo>
                  <a:lnTo>
                    <a:pt x="1116" y="1"/>
                  </a:lnTo>
                  <a:close/>
                </a:path>
              </a:pathLst>
            </a:custGeom>
            <a:solidFill>
              <a:srgbClr val="A2B5C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258" name="Google Shape;16258;p44"/>
            <p:cNvSpPr/>
            <p:nvPr/>
          </p:nvSpPr>
          <p:spPr>
            <a:xfrm>
              <a:off x="7780432" y="3103242"/>
              <a:ext cx="29249" cy="11521"/>
            </a:xfrm>
            <a:custGeom>
              <a:rect b="b" l="l" r="r" t="t"/>
              <a:pathLst>
                <a:path extrusionOk="0" h="440" w="1117">
                  <a:moveTo>
                    <a:pt x="0" y="1"/>
                  </a:moveTo>
                  <a:lnTo>
                    <a:pt x="0" y="439"/>
                  </a:lnTo>
                  <a:lnTo>
                    <a:pt x="1098" y="439"/>
                  </a:lnTo>
                  <a:cubicBezTo>
                    <a:pt x="1098" y="287"/>
                    <a:pt x="1107" y="144"/>
                    <a:pt x="1117" y="1"/>
                  </a:cubicBezTo>
                  <a:close/>
                </a:path>
              </a:pathLst>
            </a:custGeom>
            <a:solidFill>
              <a:srgbClr val="A2B5C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6259" name="Google Shape;16259;p44"/>
          <p:cNvGrpSpPr/>
          <p:nvPr/>
        </p:nvGrpSpPr>
        <p:grpSpPr>
          <a:xfrm>
            <a:off x="4900684" y="4115787"/>
            <a:ext cx="274576" cy="354624"/>
            <a:chOff x="4900684" y="4268187"/>
            <a:chExt cx="274576" cy="354624"/>
          </a:xfrm>
        </p:grpSpPr>
        <p:sp>
          <p:nvSpPr>
            <p:cNvPr id="16260" name="Google Shape;16260;p44"/>
            <p:cNvSpPr/>
            <p:nvPr/>
          </p:nvSpPr>
          <p:spPr>
            <a:xfrm>
              <a:off x="4963633" y="4268187"/>
              <a:ext cx="148678" cy="57109"/>
            </a:xfrm>
            <a:custGeom>
              <a:rect b="b" l="l" r="r" t="t"/>
              <a:pathLst>
                <a:path extrusionOk="0" h="2181" w="5678">
                  <a:moveTo>
                    <a:pt x="2839" y="1"/>
                  </a:moveTo>
                  <a:cubicBezTo>
                    <a:pt x="2021" y="1"/>
                    <a:pt x="1203" y="139"/>
                    <a:pt x="421" y="416"/>
                  </a:cubicBezTo>
                  <a:cubicBezTo>
                    <a:pt x="173" y="511"/>
                    <a:pt x="1" y="759"/>
                    <a:pt x="1" y="1036"/>
                  </a:cubicBezTo>
                  <a:lnTo>
                    <a:pt x="1" y="2181"/>
                  </a:lnTo>
                  <a:lnTo>
                    <a:pt x="5677" y="2181"/>
                  </a:lnTo>
                  <a:lnTo>
                    <a:pt x="5677" y="1036"/>
                  </a:lnTo>
                  <a:cubicBezTo>
                    <a:pt x="5677" y="759"/>
                    <a:pt x="5515" y="511"/>
                    <a:pt x="5257" y="416"/>
                  </a:cubicBezTo>
                  <a:cubicBezTo>
                    <a:pt x="4475" y="139"/>
                    <a:pt x="3657" y="1"/>
                    <a:pt x="2839" y="1"/>
                  </a:cubicBezTo>
                  <a:close/>
                </a:path>
              </a:pathLst>
            </a:custGeom>
            <a:solidFill>
              <a:srgbClr val="39516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261" name="Google Shape;16261;p44"/>
            <p:cNvSpPr/>
            <p:nvPr/>
          </p:nvSpPr>
          <p:spPr>
            <a:xfrm>
              <a:off x="4935170" y="4302542"/>
              <a:ext cx="205866" cy="102959"/>
            </a:xfrm>
            <a:custGeom>
              <a:rect b="b" l="l" r="r" t="t"/>
              <a:pathLst>
                <a:path extrusionOk="0" h="3932" w="7862">
                  <a:moveTo>
                    <a:pt x="3931" y="1"/>
                  </a:moveTo>
                  <a:cubicBezTo>
                    <a:pt x="1756" y="1"/>
                    <a:pt x="0" y="878"/>
                    <a:pt x="0" y="1966"/>
                  </a:cubicBezTo>
                  <a:cubicBezTo>
                    <a:pt x="0" y="3053"/>
                    <a:pt x="1756" y="3931"/>
                    <a:pt x="3931" y="3931"/>
                  </a:cubicBezTo>
                  <a:cubicBezTo>
                    <a:pt x="6096" y="3931"/>
                    <a:pt x="7861" y="3053"/>
                    <a:pt x="7861" y="1966"/>
                  </a:cubicBezTo>
                  <a:cubicBezTo>
                    <a:pt x="7861" y="878"/>
                    <a:pt x="6096" y="1"/>
                    <a:pt x="3931" y="1"/>
                  </a:cubicBezTo>
                  <a:close/>
                </a:path>
              </a:pathLst>
            </a:custGeom>
            <a:solidFill>
              <a:srgbClr val="576D8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262" name="Google Shape;16262;p44"/>
            <p:cNvSpPr/>
            <p:nvPr/>
          </p:nvSpPr>
          <p:spPr>
            <a:xfrm>
              <a:off x="4946403" y="4405475"/>
              <a:ext cx="17256" cy="22938"/>
            </a:xfrm>
            <a:custGeom>
              <a:rect b="b" l="l" r="r" t="t"/>
              <a:pathLst>
                <a:path extrusionOk="0" h="876" w="659">
                  <a:moveTo>
                    <a:pt x="335" y="0"/>
                  </a:moveTo>
                  <a:cubicBezTo>
                    <a:pt x="335" y="0"/>
                    <a:pt x="1" y="219"/>
                    <a:pt x="1" y="553"/>
                  </a:cubicBezTo>
                  <a:cubicBezTo>
                    <a:pt x="1" y="768"/>
                    <a:pt x="165" y="875"/>
                    <a:pt x="330" y="875"/>
                  </a:cubicBezTo>
                  <a:cubicBezTo>
                    <a:pt x="494" y="875"/>
                    <a:pt x="659" y="768"/>
                    <a:pt x="659" y="553"/>
                  </a:cubicBezTo>
                  <a:cubicBezTo>
                    <a:pt x="659" y="219"/>
                    <a:pt x="335" y="0"/>
                    <a:pt x="335" y="0"/>
                  </a:cubicBezTo>
                  <a:close/>
                </a:path>
              </a:pathLst>
            </a:custGeom>
            <a:solidFill>
              <a:srgbClr val="F1F4F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263" name="Google Shape;16263;p44"/>
            <p:cNvSpPr/>
            <p:nvPr/>
          </p:nvSpPr>
          <p:spPr>
            <a:xfrm>
              <a:off x="5112285" y="4405475"/>
              <a:ext cx="17256" cy="22938"/>
            </a:xfrm>
            <a:custGeom>
              <a:rect b="b" l="l" r="r" t="t"/>
              <a:pathLst>
                <a:path extrusionOk="0" h="876" w="659">
                  <a:moveTo>
                    <a:pt x="334" y="0"/>
                  </a:moveTo>
                  <a:cubicBezTo>
                    <a:pt x="334" y="0"/>
                    <a:pt x="0" y="219"/>
                    <a:pt x="0" y="553"/>
                  </a:cubicBezTo>
                  <a:cubicBezTo>
                    <a:pt x="0" y="768"/>
                    <a:pt x="165" y="875"/>
                    <a:pt x="329" y="875"/>
                  </a:cubicBezTo>
                  <a:cubicBezTo>
                    <a:pt x="494" y="875"/>
                    <a:pt x="659" y="768"/>
                    <a:pt x="659" y="553"/>
                  </a:cubicBezTo>
                  <a:cubicBezTo>
                    <a:pt x="659" y="219"/>
                    <a:pt x="334" y="0"/>
                    <a:pt x="334" y="0"/>
                  </a:cubicBezTo>
                  <a:close/>
                </a:path>
              </a:pathLst>
            </a:custGeom>
            <a:solidFill>
              <a:srgbClr val="F1F4F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264" name="Google Shape;16264;p44"/>
            <p:cNvSpPr/>
            <p:nvPr/>
          </p:nvSpPr>
          <p:spPr>
            <a:xfrm>
              <a:off x="4900684" y="4468424"/>
              <a:ext cx="274576" cy="154387"/>
            </a:xfrm>
            <a:custGeom>
              <a:rect b="b" l="l" r="r" t="t"/>
              <a:pathLst>
                <a:path extrusionOk="0" h="5896" w="10486">
                  <a:moveTo>
                    <a:pt x="3712" y="0"/>
                  </a:moveTo>
                  <a:lnTo>
                    <a:pt x="3712" y="1040"/>
                  </a:lnTo>
                  <a:cubicBezTo>
                    <a:pt x="3712" y="1326"/>
                    <a:pt x="3521" y="1584"/>
                    <a:pt x="3244" y="1670"/>
                  </a:cubicBezTo>
                  <a:lnTo>
                    <a:pt x="945" y="2347"/>
                  </a:lnTo>
                  <a:cubicBezTo>
                    <a:pt x="383" y="2509"/>
                    <a:pt x="1" y="3015"/>
                    <a:pt x="1" y="3597"/>
                  </a:cubicBezTo>
                  <a:lnTo>
                    <a:pt x="1" y="5237"/>
                  </a:lnTo>
                  <a:cubicBezTo>
                    <a:pt x="1" y="5600"/>
                    <a:pt x="297" y="5896"/>
                    <a:pt x="659" y="5896"/>
                  </a:cubicBezTo>
                  <a:lnTo>
                    <a:pt x="9837" y="5896"/>
                  </a:lnTo>
                  <a:cubicBezTo>
                    <a:pt x="10190" y="5896"/>
                    <a:pt x="10485" y="5600"/>
                    <a:pt x="10485" y="5237"/>
                  </a:cubicBezTo>
                  <a:lnTo>
                    <a:pt x="10485" y="3597"/>
                  </a:lnTo>
                  <a:cubicBezTo>
                    <a:pt x="10485" y="3015"/>
                    <a:pt x="10104" y="2509"/>
                    <a:pt x="9550" y="2347"/>
                  </a:cubicBezTo>
                  <a:lnTo>
                    <a:pt x="7242" y="1670"/>
                  </a:lnTo>
                  <a:cubicBezTo>
                    <a:pt x="6965" y="1584"/>
                    <a:pt x="6774" y="1326"/>
                    <a:pt x="6774" y="1040"/>
                  </a:cubicBezTo>
                  <a:lnTo>
                    <a:pt x="6774" y="0"/>
                  </a:lnTo>
                  <a:close/>
                </a:path>
              </a:pathLst>
            </a:custGeom>
            <a:solidFill>
              <a:srgbClr val="E7ECF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265" name="Google Shape;16265;p44"/>
            <p:cNvSpPr/>
            <p:nvPr/>
          </p:nvSpPr>
          <p:spPr>
            <a:xfrm>
              <a:off x="4997857" y="4468424"/>
              <a:ext cx="80231" cy="22860"/>
            </a:xfrm>
            <a:custGeom>
              <a:rect b="b" l="l" r="r" t="t"/>
              <a:pathLst>
                <a:path extrusionOk="0" h="873" w="3064">
                  <a:moveTo>
                    <a:pt x="1" y="0"/>
                  </a:moveTo>
                  <a:lnTo>
                    <a:pt x="1" y="487"/>
                  </a:lnTo>
                  <a:cubicBezTo>
                    <a:pt x="478" y="744"/>
                    <a:pt x="1005" y="873"/>
                    <a:pt x="1532" y="873"/>
                  </a:cubicBezTo>
                  <a:cubicBezTo>
                    <a:pt x="2059" y="873"/>
                    <a:pt x="2586" y="744"/>
                    <a:pt x="3063" y="487"/>
                  </a:cubicBezTo>
                  <a:lnTo>
                    <a:pt x="3063" y="0"/>
                  </a:ln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266" name="Google Shape;16266;p44"/>
            <p:cNvSpPr/>
            <p:nvPr/>
          </p:nvSpPr>
          <p:spPr>
            <a:xfrm>
              <a:off x="4941664" y="4325270"/>
              <a:ext cx="192617" cy="154413"/>
            </a:xfrm>
            <a:custGeom>
              <a:rect b="b" l="l" r="r" t="t"/>
              <a:pathLst>
                <a:path extrusionOk="0" h="5897" w="7356">
                  <a:moveTo>
                    <a:pt x="3683" y="1"/>
                  </a:moveTo>
                  <a:cubicBezTo>
                    <a:pt x="2347" y="1"/>
                    <a:pt x="1279" y="392"/>
                    <a:pt x="1279" y="878"/>
                  </a:cubicBezTo>
                  <a:lnTo>
                    <a:pt x="1279" y="1756"/>
                  </a:lnTo>
                  <a:cubicBezTo>
                    <a:pt x="1279" y="1995"/>
                    <a:pt x="1078" y="2185"/>
                    <a:pt x="840" y="2185"/>
                  </a:cubicBezTo>
                  <a:lnTo>
                    <a:pt x="725" y="2185"/>
                  </a:lnTo>
                  <a:cubicBezTo>
                    <a:pt x="0" y="2185"/>
                    <a:pt x="0" y="3282"/>
                    <a:pt x="725" y="3282"/>
                  </a:cubicBezTo>
                  <a:lnTo>
                    <a:pt x="850" y="3282"/>
                  </a:lnTo>
                  <a:cubicBezTo>
                    <a:pt x="964" y="4761"/>
                    <a:pt x="2195" y="5896"/>
                    <a:pt x="3673" y="5896"/>
                  </a:cubicBezTo>
                  <a:cubicBezTo>
                    <a:pt x="5162" y="5896"/>
                    <a:pt x="6392" y="4761"/>
                    <a:pt x="6507" y="3282"/>
                  </a:cubicBezTo>
                  <a:lnTo>
                    <a:pt x="6621" y="3282"/>
                  </a:lnTo>
                  <a:cubicBezTo>
                    <a:pt x="7356" y="3282"/>
                    <a:pt x="7356" y="2185"/>
                    <a:pt x="6621" y="2185"/>
                  </a:cubicBezTo>
                  <a:lnTo>
                    <a:pt x="6516" y="2185"/>
                  </a:lnTo>
                  <a:cubicBezTo>
                    <a:pt x="6278" y="2185"/>
                    <a:pt x="6077" y="1995"/>
                    <a:pt x="6077" y="1756"/>
                  </a:cubicBezTo>
                  <a:lnTo>
                    <a:pt x="6077" y="878"/>
                  </a:lnTo>
                  <a:cubicBezTo>
                    <a:pt x="6077" y="401"/>
                    <a:pt x="5009" y="1"/>
                    <a:pt x="3683" y="1"/>
                  </a:cubicBezTo>
                  <a:close/>
                </a:path>
              </a:pathLst>
            </a:custGeom>
            <a:solidFill>
              <a:srgbClr val="ECF0F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267" name="Google Shape;16267;p44"/>
            <p:cNvSpPr/>
            <p:nvPr/>
          </p:nvSpPr>
          <p:spPr>
            <a:xfrm>
              <a:off x="4945670" y="4325270"/>
              <a:ext cx="155382" cy="154622"/>
            </a:xfrm>
            <a:custGeom>
              <a:rect b="b" l="l" r="r" t="t"/>
              <a:pathLst>
                <a:path extrusionOk="0" h="5905" w="5934">
                  <a:moveTo>
                    <a:pt x="3530" y="1"/>
                  </a:moveTo>
                  <a:cubicBezTo>
                    <a:pt x="2252" y="1"/>
                    <a:pt x="1212" y="363"/>
                    <a:pt x="1135" y="821"/>
                  </a:cubicBezTo>
                  <a:cubicBezTo>
                    <a:pt x="1126" y="840"/>
                    <a:pt x="1126" y="859"/>
                    <a:pt x="1126" y="878"/>
                  </a:cubicBezTo>
                  <a:lnTo>
                    <a:pt x="1126" y="1756"/>
                  </a:lnTo>
                  <a:cubicBezTo>
                    <a:pt x="1126" y="1995"/>
                    <a:pt x="925" y="2185"/>
                    <a:pt x="687" y="2185"/>
                  </a:cubicBezTo>
                  <a:lnTo>
                    <a:pt x="611" y="2185"/>
                  </a:lnTo>
                  <a:cubicBezTo>
                    <a:pt x="324" y="2185"/>
                    <a:pt x="76" y="2395"/>
                    <a:pt x="38" y="2681"/>
                  </a:cubicBezTo>
                  <a:cubicBezTo>
                    <a:pt x="0" y="3006"/>
                    <a:pt x="258" y="3282"/>
                    <a:pt x="582" y="3282"/>
                  </a:cubicBezTo>
                  <a:lnTo>
                    <a:pt x="697" y="3282"/>
                  </a:lnTo>
                  <a:cubicBezTo>
                    <a:pt x="800" y="4778"/>
                    <a:pt x="2055" y="5905"/>
                    <a:pt x="3510" y="5905"/>
                  </a:cubicBezTo>
                  <a:cubicBezTo>
                    <a:pt x="3661" y="5905"/>
                    <a:pt x="3815" y="5893"/>
                    <a:pt x="3969" y="5868"/>
                  </a:cubicBezTo>
                  <a:cubicBezTo>
                    <a:pt x="2585" y="5648"/>
                    <a:pt x="1565" y="4465"/>
                    <a:pt x="1565" y="3063"/>
                  </a:cubicBezTo>
                  <a:lnTo>
                    <a:pt x="1565" y="1794"/>
                  </a:lnTo>
                  <a:cubicBezTo>
                    <a:pt x="1565" y="1136"/>
                    <a:pt x="2051" y="583"/>
                    <a:pt x="2700" y="497"/>
                  </a:cubicBezTo>
                  <a:cubicBezTo>
                    <a:pt x="2977" y="459"/>
                    <a:pt x="3253" y="440"/>
                    <a:pt x="3530" y="440"/>
                  </a:cubicBezTo>
                  <a:cubicBezTo>
                    <a:pt x="4856" y="440"/>
                    <a:pt x="5934" y="831"/>
                    <a:pt x="5934" y="1317"/>
                  </a:cubicBezTo>
                  <a:lnTo>
                    <a:pt x="5934" y="878"/>
                  </a:lnTo>
                  <a:cubicBezTo>
                    <a:pt x="5934" y="392"/>
                    <a:pt x="4856" y="1"/>
                    <a:pt x="3530" y="1"/>
                  </a:cubicBezTo>
                  <a:close/>
                </a:path>
              </a:pathLst>
            </a:custGeom>
            <a:solidFill>
              <a:srgbClr val="E7ECF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268" name="Google Shape;16268;p44"/>
            <p:cNvSpPr/>
            <p:nvPr/>
          </p:nvSpPr>
          <p:spPr>
            <a:xfrm>
              <a:off x="4997857" y="4382615"/>
              <a:ext cx="11521" cy="17125"/>
            </a:xfrm>
            <a:custGeom>
              <a:rect b="b" l="l" r="r" t="t"/>
              <a:pathLst>
                <a:path extrusionOk="0" h="654" w="440">
                  <a:moveTo>
                    <a:pt x="220" y="0"/>
                  </a:moveTo>
                  <a:cubicBezTo>
                    <a:pt x="111" y="0"/>
                    <a:pt x="1" y="72"/>
                    <a:pt x="1" y="215"/>
                  </a:cubicBezTo>
                  <a:lnTo>
                    <a:pt x="1" y="434"/>
                  </a:lnTo>
                  <a:cubicBezTo>
                    <a:pt x="1" y="558"/>
                    <a:pt x="106" y="654"/>
                    <a:pt x="220" y="654"/>
                  </a:cubicBezTo>
                  <a:cubicBezTo>
                    <a:pt x="344" y="654"/>
                    <a:pt x="440" y="558"/>
                    <a:pt x="440" y="434"/>
                  </a:cubicBezTo>
                  <a:lnTo>
                    <a:pt x="440" y="215"/>
                  </a:lnTo>
                  <a:cubicBezTo>
                    <a:pt x="440" y="72"/>
                    <a:pt x="330" y="0"/>
                    <a:pt x="220" y="0"/>
                  </a:cubicBezTo>
                  <a:close/>
                </a:path>
              </a:pathLst>
            </a:custGeom>
            <a:solidFill>
              <a:srgbClr val="213B5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269" name="Google Shape;16269;p44"/>
            <p:cNvSpPr/>
            <p:nvPr/>
          </p:nvSpPr>
          <p:spPr>
            <a:xfrm>
              <a:off x="5066566" y="4382615"/>
              <a:ext cx="11521" cy="17125"/>
            </a:xfrm>
            <a:custGeom>
              <a:rect b="b" l="l" r="r" t="t"/>
              <a:pathLst>
                <a:path extrusionOk="0" h="654" w="440">
                  <a:moveTo>
                    <a:pt x="220" y="0"/>
                  </a:moveTo>
                  <a:cubicBezTo>
                    <a:pt x="110" y="0"/>
                    <a:pt x="0" y="72"/>
                    <a:pt x="0" y="215"/>
                  </a:cubicBezTo>
                  <a:lnTo>
                    <a:pt x="0" y="434"/>
                  </a:lnTo>
                  <a:cubicBezTo>
                    <a:pt x="0" y="558"/>
                    <a:pt x="96" y="654"/>
                    <a:pt x="220" y="654"/>
                  </a:cubicBezTo>
                  <a:cubicBezTo>
                    <a:pt x="344" y="654"/>
                    <a:pt x="439" y="558"/>
                    <a:pt x="439" y="434"/>
                  </a:cubicBezTo>
                  <a:lnTo>
                    <a:pt x="439" y="215"/>
                  </a:lnTo>
                  <a:cubicBezTo>
                    <a:pt x="439" y="72"/>
                    <a:pt x="330" y="0"/>
                    <a:pt x="220" y="0"/>
                  </a:cubicBezTo>
                  <a:close/>
                </a:path>
              </a:pathLst>
            </a:custGeom>
            <a:solidFill>
              <a:srgbClr val="213B5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270" name="Google Shape;16270;p44"/>
            <p:cNvSpPr/>
            <p:nvPr/>
          </p:nvSpPr>
          <p:spPr>
            <a:xfrm>
              <a:off x="5012625" y="4422495"/>
              <a:ext cx="50694" cy="17230"/>
            </a:xfrm>
            <a:custGeom>
              <a:rect b="b" l="l" r="r" t="t"/>
              <a:pathLst>
                <a:path extrusionOk="0" h="658" w="1936">
                  <a:moveTo>
                    <a:pt x="315" y="0"/>
                  </a:moveTo>
                  <a:cubicBezTo>
                    <a:pt x="144" y="0"/>
                    <a:pt x="0" y="219"/>
                    <a:pt x="162" y="380"/>
                  </a:cubicBezTo>
                  <a:cubicBezTo>
                    <a:pt x="371" y="562"/>
                    <a:pt x="650" y="658"/>
                    <a:pt x="932" y="658"/>
                  </a:cubicBezTo>
                  <a:cubicBezTo>
                    <a:pt x="946" y="658"/>
                    <a:pt x="959" y="657"/>
                    <a:pt x="973" y="657"/>
                  </a:cubicBezTo>
                  <a:cubicBezTo>
                    <a:pt x="986" y="657"/>
                    <a:pt x="1000" y="658"/>
                    <a:pt x="1013" y="658"/>
                  </a:cubicBezTo>
                  <a:cubicBezTo>
                    <a:pt x="1295" y="658"/>
                    <a:pt x="1565" y="562"/>
                    <a:pt x="1774" y="380"/>
                  </a:cubicBezTo>
                  <a:cubicBezTo>
                    <a:pt x="1936" y="219"/>
                    <a:pt x="1792" y="0"/>
                    <a:pt x="1621" y="0"/>
                  </a:cubicBezTo>
                  <a:cubicBezTo>
                    <a:pt x="1570" y="0"/>
                    <a:pt x="1517" y="20"/>
                    <a:pt x="1469" y="66"/>
                  </a:cubicBezTo>
                  <a:cubicBezTo>
                    <a:pt x="1321" y="170"/>
                    <a:pt x="1147" y="223"/>
                    <a:pt x="972" y="223"/>
                  </a:cubicBezTo>
                  <a:cubicBezTo>
                    <a:pt x="796" y="223"/>
                    <a:pt x="620" y="170"/>
                    <a:pt x="467" y="66"/>
                  </a:cubicBezTo>
                  <a:cubicBezTo>
                    <a:pt x="419" y="20"/>
                    <a:pt x="366" y="0"/>
                    <a:pt x="315" y="0"/>
                  </a:cubicBezTo>
                  <a:close/>
                </a:path>
              </a:pathLst>
            </a:custGeom>
            <a:solidFill>
              <a:srgbClr val="DAE2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271" name="Google Shape;16271;p44"/>
            <p:cNvSpPr/>
            <p:nvPr/>
          </p:nvSpPr>
          <p:spPr>
            <a:xfrm>
              <a:off x="4990368" y="4365490"/>
              <a:ext cx="26761" cy="11260"/>
            </a:xfrm>
            <a:custGeom>
              <a:rect b="b" l="l" r="r" t="t"/>
              <a:pathLst>
                <a:path extrusionOk="0" h="430" w="1022">
                  <a:moveTo>
                    <a:pt x="287" y="1"/>
                  </a:moveTo>
                  <a:cubicBezTo>
                    <a:pt x="1" y="1"/>
                    <a:pt x="1" y="430"/>
                    <a:pt x="287" y="430"/>
                  </a:cubicBezTo>
                  <a:lnTo>
                    <a:pt x="726" y="430"/>
                  </a:lnTo>
                  <a:cubicBezTo>
                    <a:pt x="1022" y="430"/>
                    <a:pt x="1022" y="1"/>
                    <a:pt x="726" y="1"/>
                  </a:cubicBezTo>
                  <a:close/>
                </a:path>
              </a:pathLst>
            </a:custGeom>
            <a:solidFill>
              <a:srgbClr val="39516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272" name="Google Shape;16272;p44"/>
            <p:cNvSpPr/>
            <p:nvPr/>
          </p:nvSpPr>
          <p:spPr>
            <a:xfrm>
              <a:off x="5059077" y="4365490"/>
              <a:ext cx="26499" cy="11260"/>
            </a:xfrm>
            <a:custGeom>
              <a:rect b="b" l="l" r="r" t="t"/>
              <a:pathLst>
                <a:path extrusionOk="0" h="430" w="1012">
                  <a:moveTo>
                    <a:pt x="286" y="1"/>
                  </a:moveTo>
                  <a:cubicBezTo>
                    <a:pt x="0" y="1"/>
                    <a:pt x="0" y="430"/>
                    <a:pt x="286" y="430"/>
                  </a:cubicBezTo>
                  <a:lnTo>
                    <a:pt x="725" y="430"/>
                  </a:lnTo>
                  <a:cubicBezTo>
                    <a:pt x="1011" y="430"/>
                    <a:pt x="1011" y="1"/>
                    <a:pt x="725" y="1"/>
                  </a:cubicBezTo>
                  <a:close/>
                </a:path>
              </a:pathLst>
            </a:custGeom>
            <a:solidFill>
              <a:srgbClr val="39516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273" name="Google Shape;16273;p44"/>
            <p:cNvSpPr/>
            <p:nvPr/>
          </p:nvSpPr>
          <p:spPr>
            <a:xfrm>
              <a:off x="5009352" y="4451168"/>
              <a:ext cx="57240" cy="44384"/>
            </a:xfrm>
            <a:custGeom>
              <a:rect b="b" l="l" r="r" t="t"/>
              <a:pathLst>
                <a:path extrusionOk="0" h="1695" w="2186">
                  <a:moveTo>
                    <a:pt x="1098" y="1"/>
                  </a:moveTo>
                  <a:cubicBezTo>
                    <a:pt x="964" y="1"/>
                    <a:pt x="859" y="87"/>
                    <a:pt x="821" y="211"/>
                  </a:cubicBezTo>
                  <a:lnTo>
                    <a:pt x="783" y="373"/>
                  </a:lnTo>
                  <a:cubicBezTo>
                    <a:pt x="754" y="506"/>
                    <a:pt x="659" y="611"/>
                    <a:pt x="525" y="669"/>
                  </a:cubicBezTo>
                  <a:lnTo>
                    <a:pt x="1" y="879"/>
                  </a:lnTo>
                  <a:lnTo>
                    <a:pt x="630" y="1508"/>
                  </a:lnTo>
                  <a:cubicBezTo>
                    <a:pt x="759" y="1632"/>
                    <a:pt x="929" y="1694"/>
                    <a:pt x="1097" y="1694"/>
                  </a:cubicBezTo>
                  <a:cubicBezTo>
                    <a:pt x="1265" y="1694"/>
                    <a:pt x="1432" y="1632"/>
                    <a:pt x="1556" y="1508"/>
                  </a:cubicBezTo>
                  <a:lnTo>
                    <a:pt x="2185" y="879"/>
                  </a:lnTo>
                  <a:lnTo>
                    <a:pt x="1670" y="669"/>
                  </a:lnTo>
                  <a:cubicBezTo>
                    <a:pt x="1537" y="611"/>
                    <a:pt x="1441" y="506"/>
                    <a:pt x="1403" y="373"/>
                  </a:cubicBezTo>
                  <a:lnTo>
                    <a:pt x="1365" y="211"/>
                  </a:lnTo>
                  <a:cubicBezTo>
                    <a:pt x="1336" y="87"/>
                    <a:pt x="1222" y="1"/>
                    <a:pt x="1098" y="1"/>
                  </a:cubicBezTo>
                  <a:close/>
                </a:path>
              </a:pathLst>
            </a:custGeom>
            <a:solidFill>
              <a:srgbClr val="576D8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274" name="Google Shape;16274;p44"/>
            <p:cNvSpPr/>
            <p:nvPr/>
          </p:nvSpPr>
          <p:spPr>
            <a:xfrm>
              <a:off x="4900684" y="4523622"/>
              <a:ext cx="274576" cy="99189"/>
            </a:xfrm>
            <a:custGeom>
              <a:rect b="b" l="l" r="r" t="t"/>
              <a:pathLst>
                <a:path extrusionOk="0" h="3788" w="10486">
                  <a:moveTo>
                    <a:pt x="1756" y="0"/>
                  </a:moveTo>
                  <a:lnTo>
                    <a:pt x="945" y="239"/>
                  </a:lnTo>
                  <a:cubicBezTo>
                    <a:pt x="383" y="401"/>
                    <a:pt x="1" y="907"/>
                    <a:pt x="1" y="1489"/>
                  </a:cubicBezTo>
                  <a:lnTo>
                    <a:pt x="1" y="3129"/>
                  </a:lnTo>
                  <a:cubicBezTo>
                    <a:pt x="1" y="3492"/>
                    <a:pt x="297" y="3788"/>
                    <a:pt x="659" y="3788"/>
                  </a:cubicBezTo>
                  <a:lnTo>
                    <a:pt x="9837" y="3788"/>
                  </a:lnTo>
                  <a:cubicBezTo>
                    <a:pt x="10190" y="3788"/>
                    <a:pt x="10485" y="3492"/>
                    <a:pt x="10485" y="3129"/>
                  </a:cubicBezTo>
                  <a:lnTo>
                    <a:pt x="10485" y="1489"/>
                  </a:lnTo>
                  <a:cubicBezTo>
                    <a:pt x="10485" y="907"/>
                    <a:pt x="10104" y="401"/>
                    <a:pt x="9550" y="239"/>
                  </a:cubicBezTo>
                  <a:lnTo>
                    <a:pt x="8730" y="0"/>
                  </a:lnTo>
                  <a:cubicBezTo>
                    <a:pt x="8348" y="449"/>
                    <a:pt x="7060" y="1908"/>
                    <a:pt x="5572" y="2738"/>
                  </a:cubicBezTo>
                  <a:cubicBezTo>
                    <a:pt x="5467" y="2796"/>
                    <a:pt x="5355" y="2824"/>
                    <a:pt x="5243" y="2824"/>
                  </a:cubicBezTo>
                  <a:cubicBezTo>
                    <a:pt x="5131" y="2824"/>
                    <a:pt x="5019" y="2796"/>
                    <a:pt x="4914" y="2738"/>
                  </a:cubicBezTo>
                  <a:cubicBezTo>
                    <a:pt x="3426" y="1908"/>
                    <a:pt x="2138" y="449"/>
                    <a:pt x="1756" y="0"/>
                  </a:cubicBezTo>
                  <a:close/>
                </a:path>
              </a:pathLst>
            </a:custGeom>
            <a:solidFill>
              <a:srgbClr val="39516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6275" name="Google Shape;16275;p44"/>
          <p:cNvGrpSpPr/>
          <p:nvPr/>
        </p:nvGrpSpPr>
        <p:grpSpPr>
          <a:xfrm>
            <a:off x="7161654" y="3193394"/>
            <a:ext cx="263343" cy="354755"/>
            <a:chOff x="7161654" y="3345794"/>
            <a:chExt cx="263343" cy="354755"/>
          </a:xfrm>
        </p:grpSpPr>
        <p:sp>
          <p:nvSpPr>
            <p:cNvPr id="16276" name="Google Shape;16276;p44"/>
            <p:cNvSpPr/>
            <p:nvPr/>
          </p:nvSpPr>
          <p:spPr>
            <a:xfrm>
              <a:off x="7321802" y="3488686"/>
              <a:ext cx="68971" cy="125924"/>
            </a:xfrm>
            <a:custGeom>
              <a:rect b="b" l="l" r="r" t="t"/>
              <a:pathLst>
                <a:path extrusionOk="0" h="4809" w="2634">
                  <a:moveTo>
                    <a:pt x="0" y="1"/>
                  </a:moveTo>
                  <a:lnTo>
                    <a:pt x="0" y="4809"/>
                  </a:lnTo>
                  <a:lnTo>
                    <a:pt x="2633" y="4809"/>
                  </a:lnTo>
                  <a:cubicBezTo>
                    <a:pt x="2471" y="3635"/>
                    <a:pt x="1803" y="2758"/>
                    <a:pt x="1574" y="1699"/>
                  </a:cubicBezTo>
                  <a:cubicBezTo>
                    <a:pt x="1412" y="945"/>
                    <a:pt x="1536" y="1"/>
                    <a:pt x="1536" y="1"/>
                  </a:cubicBezTo>
                  <a:close/>
                </a:path>
              </a:pathLst>
            </a:custGeom>
            <a:solidFill>
              <a:srgbClr val="445D7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277" name="Google Shape;16277;p44"/>
            <p:cNvSpPr/>
            <p:nvPr/>
          </p:nvSpPr>
          <p:spPr>
            <a:xfrm>
              <a:off x="7161654" y="3540139"/>
              <a:ext cx="263343" cy="160409"/>
            </a:xfrm>
            <a:custGeom>
              <a:rect b="b" l="l" r="r" t="t"/>
              <a:pathLst>
                <a:path extrusionOk="0" h="6126" w="10057">
                  <a:moveTo>
                    <a:pt x="3712" y="1"/>
                  </a:moveTo>
                  <a:lnTo>
                    <a:pt x="3712" y="1346"/>
                  </a:lnTo>
                  <a:cubicBezTo>
                    <a:pt x="3712" y="1718"/>
                    <a:pt x="3483" y="2052"/>
                    <a:pt x="3130" y="2176"/>
                  </a:cubicBezTo>
                  <a:lnTo>
                    <a:pt x="879" y="2968"/>
                  </a:lnTo>
                  <a:cubicBezTo>
                    <a:pt x="354" y="3159"/>
                    <a:pt x="1" y="3655"/>
                    <a:pt x="1" y="4208"/>
                  </a:cubicBezTo>
                  <a:lnTo>
                    <a:pt x="1" y="5467"/>
                  </a:lnTo>
                  <a:cubicBezTo>
                    <a:pt x="1" y="5830"/>
                    <a:pt x="297" y="6125"/>
                    <a:pt x="659" y="6125"/>
                  </a:cubicBezTo>
                  <a:lnTo>
                    <a:pt x="9398" y="6125"/>
                  </a:lnTo>
                  <a:cubicBezTo>
                    <a:pt x="9760" y="6125"/>
                    <a:pt x="10056" y="5830"/>
                    <a:pt x="10056" y="5467"/>
                  </a:cubicBezTo>
                  <a:lnTo>
                    <a:pt x="10056" y="4208"/>
                  </a:lnTo>
                  <a:cubicBezTo>
                    <a:pt x="10056" y="3655"/>
                    <a:pt x="9703" y="3159"/>
                    <a:pt x="9178" y="2968"/>
                  </a:cubicBezTo>
                  <a:lnTo>
                    <a:pt x="6917" y="2176"/>
                  </a:lnTo>
                  <a:cubicBezTo>
                    <a:pt x="6574" y="2052"/>
                    <a:pt x="6335" y="1718"/>
                    <a:pt x="6335" y="1355"/>
                  </a:cubicBezTo>
                  <a:lnTo>
                    <a:pt x="6335" y="1"/>
                  </a:lnTo>
                  <a:close/>
                </a:path>
              </a:pathLst>
            </a:custGeom>
            <a:solidFill>
              <a:srgbClr val="DAE2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278" name="Google Shape;16278;p44"/>
            <p:cNvSpPr/>
            <p:nvPr/>
          </p:nvSpPr>
          <p:spPr>
            <a:xfrm>
              <a:off x="7224629" y="3597092"/>
              <a:ext cx="200368" cy="103457"/>
            </a:xfrm>
            <a:custGeom>
              <a:rect b="b" l="l" r="r" t="t"/>
              <a:pathLst>
                <a:path extrusionOk="0" h="3951" w="7652">
                  <a:moveTo>
                    <a:pt x="4512" y="1"/>
                  </a:moveTo>
                  <a:cubicBezTo>
                    <a:pt x="4207" y="583"/>
                    <a:pt x="3005" y="2596"/>
                    <a:pt x="0" y="3950"/>
                  </a:cubicBezTo>
                  <a:lnTo>
                    <a:pt x="6993" y="3950"/>
                  </a:lnTo>
                  <a:cubicBezTo>
                    <a:pt x="7355" y="3950"/>
                    <a:pt x="7651" y="3655"/>
                    <a:pt x="7651" y="3292"/>
                  </a:cubicBezTo>
                  <a:lnTo>
                    <a:pt x="7651" y="2033"/>
                  </a:lnTo>
                  <a:cubicBezTo>
                    <a:pt x="7642" y="1470"/>
                    <a:pt x="7298" y="984"/>
                    <a:pt x="6773" y="793"/>
                  </a:cubicBezTo>
                  <a:lnTo>
                    <a:pt x="4512" y="1"/>
                  </a:lnTo>
                  <a:close/>
                </a:path>
              </a:pathLst>
            </a:custGeom>
            <a:solidFill>
              <a:srgbClr val="909DA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279" name="Google Shape;16279;p44"/>
            <p:cNvSpPr/>
            <p:nvPr/>
          </p:nvSpPr>
          <p:spPr>
            <a:xfrm>
              <a:off x="7315806" y="3603088"/>
              <a:ext cx="54727" cy="97199"/>
            </a:xfrm>
            <a:custGeom>
              <a:rect b="b" l="l" r="r" t="t"/>
              <a:pathLst>
                <a:path extrusionOk="0" h="3712" w="2090">
                  <a:moveTo>
                    <a:pt x="1679" y="1"/>
                  </a:moveTo>
                  <a:cubicBezTo>
                    <a:pt x="1364" y="955"/>
                    <a:pt x="773" y="2643"/>
                    <a:pt x="0" y="3712"/>
                  </a:cubicBezTo>
                  <a:lnTo>
                    <a:pt x="525" y="3712"/>
                  </a:lnTo>
                  <a:cubicBezTo>
                    <a:pt x="1174" y="2729"/>
                    <a:pt x="1679" y="1394"/>
                    <a:pt x="2089" y="144"/>
                  </a:cubicBezTo>
                  <a:lnTo>
                    <a:pt x="1679" y="1"/>
                  </a:lnTo>
                  <a:close/>
                </a:path>
              </a:pathLst>
            </a:custGeom>
            <a:solidFill>
              <a:srgbClr val="6F809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280" name="Google Shape;16280;p44"/>
            <p:cNvSpPr/>
            <p:nvPr/>
          </p:nvSpPr>
          <p:spPr>
            <a:xfrm>
              <a:off x="7161654" y="3597092"/>
              <a:ext cx="200368" cy="103457"/>
            </a:xfrm>
            <a:custGeom>
              <a:rect b="b" l="l" r="r" t="t"/>
              <a:pathLst>
                <a:path extrusionOk="0" h="3951" w="7652">
                  <a:moveTo>
                    <a:pt x="3140" y="1"/>
                  </a:moveTo>
                  <a:lnTo>
                    <a:pt x="879" y="793"/>
                  </a:lnTo>
                  <a:cubicBezTo>
                    <a:pt x="354" y="984"/>
                    <a:pt x="1" y="1480"/>
                    <a:pt x="1" y="2033"/>
                  </a:cubicBezTo>
                  <a:lnTo>
                    <a:pt x="1" y="3292"/>
                  </a:lnTo>
                  <a:cubicBezTo>
                    <a:pt x="1" y="3655"/>
                    <a:pt x="297" y="3950"/>
                    <a:pt x="659" y="3950"/>
                  </a:cubicBezTo>
                  <a:lnTo>
                    <a:pt x="7652" y="3950"/>
                  </a:lnTo>
                  <a:cubicBezTo>
                    <a:pt x="4647" y="2596"/>
                    <a:pt x="3435" y="583"/>
                    <a:pt x="3149" y="1"/>
                  </a:cubicBezTo>
                  <a:close/>
                </a:path>
              </a:pathLst>
            </a:custGeom>
            <a:solidFill>
              <a:srgbClr val="F1F4F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281" name="Google Shape;16281;p44"/>
            <p:cNvSpPr/>
            <p:nvPr/>
          </p:nvSpPr>
          <p:spPr>
            <a:xfrm>
              <a:off x="7258853" y="3540139"/>
              <a:ext cx="68709" cy="28646"/>
            </a:xfrm>
            <a:custGeom>
              <a:rect b="b" l="l" r="r" t="t"/>
              <a:pathLst>
                <a:path extrusionOk="0" h="1094" w="2624">
                  <a:moveTo>
                    <a:pt x="0" y="1"/>
                  </a:moveTo>
                  <a:lnTo>
                    <a:pt x="0" y="821"/>
                  </a:lnTo>
                  <a:cubicBezTo>
                    <a:pt x="420" y="1003"/>
                    <a:pt x="868" y="1093"/>
                    <a:pt x="1315" y="1093"/>
                  </a:cubicBezTo>
                  <a:cubicBezTo>
                    <a:pt x="1763" y="1093"/>
                    <a:pt x="2208" y="1003"/>
                    <a:pt x="2623" y="821"/>
                  </a:cubicBezTo>
                  <a:lnTo>
                    <a:pt x="2623" y="1"/>
                  </a:lnTo>
                  <a:close/>
                </a:path>
              </a:pathLst>
            </a:custGeom>
            <a:solidFill>
              <a:srgbClr val="D4DDE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282" name="Google Shape;16282;p44"/>
            <p:cNvSpPr/>
            <p:nvPr/>
          </p:nvSpPr>
          <p:spPr>
            <a:xfrm>
              <a:off x="7195878" y="3500181"/>
              <a:ext cx="46007" cy="45745"/>
            </a:xfrm>
            <a:custGeom>
              <a:rect b="b" l="l" r="r" t="t"/>
              <a:pathLst>
                <a:path extrusionOk="0" h="1747" w="1757">
                  <a:moveTo>
                    <a:pt x="879" y="0"/>
                  </a:moveTo>
                  <a:cubicBezTo>
                    <a:pt x="402" y="0"/>
                    <a:pt x="1" y="392"/>
                    <a:pt x="1" y="878"/>
                  </a:cubicBezTo>
                  <a:cubicBezTo>
                    <a:pt x="1" y="1355"/>
                    <a:pt x="402" y="1746"/>
                    <a:pt x="879" y="1746"/>
                  </a:cubicBezTo>
                  <a:cubicBezTo>
                    <a:pt x="1365" y="1746"/>
                    <a:pt x="1756" y="1355"/>
                    <a:pt x="1756" y="878"/>
                  </a:cubicBezTo>
                  <a:cubicBezTo>
                    <a:pt x="1756" y="392"/>
                    <a:pt x="1365" y="0"/>
                    <a:pt x="879" y="0"/>
                  </a:cubicBezTo>
                  <a:close/>
                </a:path>
              </a:pathLst>
            </a:custGeom>
            <a:solidFill>
              <a:srgbClr val="F4F7F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283" name="Google Shape;16283;p44"/>
            <p:cNvSpPr/>
            <p:nvPr/>
          </p:nvSpPr>
          <p:spPr>
            <a:xfrm>
              <a:off x="7207373" y="3511676"/>
              <a:ext cx="23017" cy="22755"/>
            </a:xfrm>
            <a:custGeom>
              <a:rect b="b" l="l" r="r" t="t"/>
              <a:pathLst>
                <a:path extrusionOk="0" h="869" w="879">
                  <a:moveTo>
                    <a:pt x="440" y="0"/>
                  </a:moveTo>
                  <a:cubicBezTo>
                    <a:pt x="201" y="0"/>
                    <a:pt x="1" y="191"/>
                    <a:pt x="1" y="439"/>
                  </a:cubicBezTo>
                  <a:cubicBezTo>
                    <a:pt x="1" y="678"/>
                    <a:pt x="201" y="868"/>
                    <a:pt x="440" y="868"/>
                  </a:cubicBezTo>
                  <a:cubicBezTo>
                    <a:pt x="678" y="868"/>
                    <a:pt x="878" y="678"/>
                    <a:pt x="878" y="439"/>
                  </a:cubicBezTo>
                  <a:cubicBezTo>
                    <a:pt x="878" y="191"/>
                    <a:pt x="678" y="0"/>
                    <a:pt x="440" y="0"/>
                  </a:cubicBezTo>
                  <a:close/>
                </a:path>
              </a:pathLst>
            </a:custGeom>
            <a:solidFill>
              <a:srgbClr val="F1F4F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284" name="Google Shape;16284;p44"/>
            <p:cNvSpPr/>
            <p:nvPr/>
          </p:nvSpPr>
          <p:spPr>
            <a:xfrm>
              <a:off x="7344766" y="3500181"/>
              <a:ext cx="45745" cy="45745"/>
            </a:xfrm>
            <a:custGeom>
              <a:rect b="b" l="l" r="r" t="t"/>
              <a:pathLst>
                <a:path extrusionOk="0" h="1747" w="1747">
                  <a:moveTo>
                    <a:pt x="878" y="0"/>
                  </a:moveTo>
                  <a:cubicBezTo>
                    <a:pt x="392" y="0"/>
                    <a:pt x="1" y="392"/>
                    <a:pt x="1" y="878"/>
                  </a:cubicBezTo>
                  <a:cubicBezTo>
                    <a:pt x="1" y="1355"/>
                    <a:pt x="392" y="1746"/>
                    <a:pt x="878" y="1746"/>
                  </a:cubicBezTo>
                  <a:cubicBezTo>
                    <a:pt x="1355" y="1746"/>
                    <a:pt x="1747" y="1355"/>
                    <a:pt x="1747" y="878"/>
                  </a:cubicBezTo>
                  <a:cubicBezTo>
                    <a:pt x="1747" y="392"/>
                    <a:pt x="1355" y="0"/>
                    <a:pt x="878" y="0"/>
                  </a:cubicBezTo>
                  <a:close/>
                </a:path>
              </a:pathLst>
            </a:custGeom>
            <a:solidFill>
              <a:srgbClr val="F4F7F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285" name="Google Shape;16285;p44"/>
            <p:cNvSpPr/>
            <p:nvPr/>
          </p:nvSpPr>
          <p:spPr>
            <a:xfrm>
              <a:off x="7356261" y="3511676"/>
              <a:ext cx="22755" cy="22755"/>
            </a:xfrm>
            <a:custGeom>
              <a:rect b="b" l="l" r="r" t="t"/>
              <a:pathLst>
                <a:path extrusionOk="0" h="869" w="869">
                  <a:moveTo>
                    <a:pt x="439" y="0"/>
                  </a:moveTo>
                  <a:cubicBezTo>
                    <a:pt x="191" y="0"/>
                    <a:pt x="1" y="191"/>
                    <a:pt x="1" y="439"/>
                  </a:cubicBezTo>
                  <a:cubicBezTo>
                    <a:pt x="1" y="678"/>
                    <a:pt x="191" y="868"/>
                    <a:pt x="439" y="868"/>
                  </a:cubicBezTo>
                  <a:cubicBezTo>
                    <a:pt x="678" y="868"/>
                    <a:pt x="869" y="678"/>
                    <a:pt x="869" y="439"/>
                  </a:cubicBezTo>
                  <a:cubicBezTo>
                    <a:pt x="869" y="191"/>
                    <a:pt x="678" y="0"/>
                    <a:pt x="439" y="0"/>
                  </a:cubicBezTo>
                  <a:close/>
                </a:path>
              </a:pathLst>
            </a:custGeom>
            <a:solidFill>
              <a:srgbClr val="F1F4F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286" name="Google Shape;16286;p44"/>
            <p:cNvSpPr/>
            <p:nvPr/>
          </p:nvSpPr>
          <p:spPr>
            <a:xfrm>
              <a:off x="7201639" y="3345794"/>
              <a:ext cx="183138" cy="134434"/>
            </a:xfrm>
            <a:custGeom>
              <a:rect b="b" l="l" r="r" t="t"/>
              <a:pathLst>
                <a:path extrusionOk="0" h="5134" w="6994">
                  <a:moveTo>
                    <a:pt x="3484" y="1"/>
                  </a:moveTo>
                  <a:cubicBezTo>
                    <a:pt x="1555" y="1"/>
                    <a:pt x="0" y="1571"/>
                    <a:pt x="0" y="3492"/>
                  </a:cubicBezTo>
                  <a:lnTo>
                    <a:pt x="0" y="5133"/>
                  </a:lnTo>
                  <a:lnTo>
                    <a:pt x="6993" y="5133"/>
                  </a:lnTo>
                  <a:lnTo>
                    <a:pt x="6993" y="3492"/>
                  </a:lnTo>
                  <a:cubicBezTo>
                    <a:pt x="6993" y="1571"/>
                    <a:pt x="5438" y="1"/>
                    <a:pt x="3519" y="1"/>
                  </a:cubicBezTo>
                  <a:cubicBezTo>
                    <a:pt x="3513" y="1"/>
                    <a:pt x="3507" y="1"/>
                    <a:pt x="3502" y="1"/>
                  </a:cubicBezTo>
                  <a:cubicBezTo>
                    <a:pt x="3496" y="1"/>
                    <a:pt x="3490" y="1"/>
                    <a:pt x="3484" y="1"/>
                  </a:cubicBezTo>
                  <a:close/>
                </a:path>
              </a:pathLst>
            </a:custGeom>
            <a:solidFill>
              <a:srgbClr val="445D7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287" name="Google Shape;16287;p44"/>
            <p:cNvSpPr/>
            <p:nvPr/>
          </p:nvSpPr>
          <p:spPr>
            <a:xfrm>
              <a:off x="7200880" y="3414111"/>
              <a:ext cx="184866" cy="143311"/>
            </a:xfrm>
            <a:custGeom>
              <a:rect b="b" l="l" r="r" t="t"/>
              <a:pathLst>
                <a:path extrusionOk="0" h="5473" w="7060">
                  <a:moveTo>
                    <a:pt x="3531" y="1"/>
                  </a:moveTo>
                  <a:cubicBezTo>
                    <a:pt x="3461" y="1"/>
                    <a:pt x="3392" y="34"/>
                    <a:pt x="3349" y="101"/>
                  </a:cubicBezTo>
                  <a:cubicBezTo>
                    <a:pt x="2529" y="1351"/>
                    <a:pt x="1460" y="1780"/>
                    <a:pt x="964" y="1914"/>
                  </a:cubicBezTo>
                  <a:cubicBezTo>
                    <a:pt x="869" y="1942"/>
                    <a:pt x="583" y="1980"/>
                    <a:pt x="583" y="1980"/>
                  </a:cubicBezTo>
                  <a:cubicBezTo>
                    <a:pt x="258" y="1980"/>
                    <a:pt x="1" y="2257"/>
                    <a:pt x="39" y="2581"/>
                  </a:cubicBezTo>
                  <a:cubicBezTo>
                    <a:pt x="76" y="2861"/>
                    <a:pt x="314" y="3068"/>
                    <a:pt x="593" y="3068"/>
                  </a:cubicBezTo>
                  <a:cubicBezTo>
                    <a:pt x="599" y="3068"/>
                    <a:pt x="605" y="3068"/>
                    <a:pt x="611" y="3068"/>
                  </a:cubicBezTo>
                  <a:lnTo>
                    <a:pt x="726" y="3068"/>
                  </a:lnTo>
                  <a:cubicBezTo>
                    <a:pt x="945" y="4451"/>
                    <a:pt x="2138" y="5472"/>
                    <a:pt x="3531" y="5472"/>
                  </a:cubicBezTo>
                  <a:cubicBezTo>
                    <a:pt x="4933" y="5472"/>
                    <a:pt x="6116" y="4451"/>
                    <a:pt x="6335" y="3068"/>
                  </a:cubicBezTo>
                  <a:lnTo>
                    <a:pt x="6450" y="3068"/>
                  </a:lnTo>
                  <a:cubicBezTo>
                    <a:pt x="6456" y="3068"/>
                    <a:pt x="6463" y="3068"/>
                    <a:pt x="6469" y="3068"/>
                  </a:cubicBezTo>
                  <a:cubicBezTo>
                    <a:pt x="6756" y="3068"/>
                    <a:pt x="6994" y="2861"/>
                    <a:pt x="7032" y="2581"/>
                  </a:cubicBezTo>
                  <a:cubicBezTo>
                    <a:pt x="7060" y="2262"/>
                    <a:pt x="6811" y="1980"/>
                    <a:pt x="6494" y="1980"/>
                  </a:cubicBezTo>
                  <a:cubicBezTo>
                    <a:pt x="6489" y="1980"/>
                    <a:pt x="6484" y="1980"/>
                    <a:pt x="6478" y="1980"/>
                  </a:cubicBezTo>
                  <a:cubicBezTo>
                    <a:pt x="6478" y="1980"/>
                    <a:pt x="6183" y="1942"/>
                    <a:pt x="6097" y="1914"/>
                  </a:cubicBezTo>
                  <a:cubicBezTo>
                    <a:pt x="5601" y="1780"/>
                    <a:pt x="4523" y="1351"/>
                    <a:pt x="3712" y="101"/>
                  </a:cubicBezTo>
                  <a:cubicBezTo>
                    <a:pt x="3669" y="34"/>
                    <a:pt x="3600" y="1"/>
                    <a:pt x="3531" y="1"/>
                  </a:cubicBezTo>
                  <a:close/>
                </a:path>
              </a:pathLst>
            </a:custGeom>
            <a:solidFill>
              <a:srgbClr val="E0E7E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288" name="Google Shape;16288;p44"/>
            <p:cNvSpPr/>
            <p:nvPr/>
          </p:nvSpPr>
          <p:spPr>
            <a:xfrm>
              <a:off x="7253223" y="3465905"/>
              <a:ext cx="11390" cy="17308"/>
            </a:xfrm>
            <a:custGeom>
              <a:rect b="b" l="l" r="r" t="t"/>
              <a:pathLst>
                <a:path extrusionOk="0" h="661" w="435">
                  <a:moveTo>
                    <a:pt x="216" y="0"/>
                  </a:moveTo>
                  <a:cubicBezTo>
                    <a:pt x="108" y="0"/>
                    <a:pt x="0" y="74"/>
                    <a:pt x="5" y="222"/>
                  </a:cubicBezTo>
                  <a:lnTo>
                    <a:pt x="5" y="441"/>
                  </a:lnTo>
                  <a:cubicBezTo>
                    <a:pt x="5" y="556"/>
                    <a:pt x="101" y="661"/>
                    <a:pt x="215" y="661"/>
                  </a:cubicBezTo>
                  <a:cubicBezTo>
                    <a:pt x="339" y="661"/>
                    <a:pt x="434" y="556"/>
                    <a:pt x="434" y="441"/>
                  </a:cubicBezTo>
                  <a:lnTo>
                    <a:pt x="434" y="222"/>
                  </a:lnTo>
                  <a:cubicBezTo>
                    <a:pt x="434" y="74"/>
                    <a:pt x="325" y="0"/>
                    <a:pt x="216" y="0"/>
                  </a:cubicBezTo>
                  <a:close/>
                </a:path>
              </a:pathLst>
            </a:custGeom>
            <a:solidFill>
              <a:srgbClr val="213B5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289" name="Google Shape;16289;p44"/>
            <p:cNvSpPr/>
            <p:nvPr/>
          </p:nvSpPr>
          <p:spPr>
            <a:xfrm>
              <a:off x="7321802" y="3465905"/>
              <a:ext cx="11495" cy="17308"/>
            </a:xfrm>
            <a:custGeom>
              <a:rect b="b" l="l" r="r" t="t"/>
              <a:pathLst>
                <a:path extrusionOk="0" h="661" w="439">
                  <a:moveTo>
                    <a:pt x="219" y="0"/>
                  </a:moveTo>
                  <a:cubicBezTo>
                    <a:pt x="110" y="0"/>
                    <a:pt x="0" y="74"/>
                    <a:pt x="0" y="222"/>
                  </a:cubicBezTo>
                  <a:lnTo>
                    <a:pt x="0" y="441"/>
                  </a:lnTo>
                  <a:cubicBezTo>
                    <a:pt x="0" y="556"/>
                    <a:pt x="95" y="661"/>
                    <a:pt x="219" y="661"/>
                  </a:cubicBezTo>
                  <a:cubicBezTo>
                    <a:pt x="344" y="661"/>
                    <a:pt x="439" y="556"/>
                    <a:pt x="439" y="441"/>
                  </a:cubicBezTo>
                  <a:lnTo>
                    <a:pt x="439" y="222"/>
                  </a:lnTo>
                  <a:cubicBezTo>
                    <a:pt x="439" y="74"/>
                    <a:pt x="329" y="0"/>
                    <a:pt x="219" y="0"/>
                  </a:cubicBezTo>
                  <a:close/>
                </a:path>
              </a:pathLst>
            </a:custGeom>
            <a:solidFill>
              <a:srgbClr val="213B5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290" name="Google Shape;16290;p44"/>
            <p:cNvSpPr/>
            <p:nvPr/>
          </p:nvSpPr>
          <p:spPr>
            <a:xfrm>
              <a:off x="7267573" y="3502930"/>
              <a:ext cx="51506" cy="23017"/>
            </a:xfrm>
            <a:custGeom>
              <a:rect b="b" l="l" r="r" t="t"/>
              <a:pathLst>
                <a:path extrusionOk="0" h="879" w="1967">
                  <a:moveTo>
                    <a:pt x="144" y="0"/>
                  </a:moveTo>
                  <a:cubicBezTo>
                    <a:pt x="58" y="0"/>
                    <a:pt x="1" y="77"/>
                    <a:pt x="10" y="163"/>
                  </a:cubicBezTo>
                  <a:cubicBezTo>
                    <a:pt x="96" y="563"/>
                    <a:pt x="497" y="878"/>
                    <a:pt x="984" y="878"/>
                  </a:cubicBezTo>
                  <a:cubicBezTo>
                    <a:pt x="1461" y="878"/>
                    <a:pt x="1861" y="563"/>
                    <a:pt x="1947" y="163"/>
                  </a:cubicBezTo>
                  <a:cubicBezTo>
                    <a:pt x="1966" y="77"/>
                    <a:pt x="1899" y="0"/>
                    <a:pt x="1823" y="0"/>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291" name="Google Shape;16291;p44"/>
            <p:cNvSpPr/>
            <p:nvPr/>
          </p:nvSpPr>
          <p:spPr>
            <a:xfrm>
              <a:off x="7201141" y="3414111"/>
              <a:ext cx="169626" cy="143311"/>
            </a:xfrm>
            <a:custGeom>
              <a:rect b="b" l="l" r="r" t="t"/>
              <a:pathLst>
                <a:path extrusionOk="0" h="5473" w="6478">
                  <a:moveTo>
                    <a:pt x="3516" y="1"/>
                  </a:moveTo>
                  <a:cubicBezTo>
                    <a:pt x="3444" y="1"/>
                    <a:pt x="3373" y="34"/>
                    <a:pt x="3330" y="101"/>
                  </a:cubicBezTo>
                  <a:cubicBezTo>
                    <a:pt x="2900" y="788"/>
                    <a:pt x="2280" y="1332"/>
                    <a:pt x="1546" y="1694"/>
                  </a:cubicBezTo>
                  <a:cubicBezTo>
                    <a:pt x="1355" y="1780"/>
                    <a:pt x="1155" y="1856"/>
                    <a:pt x="954" y="1914"/>
                  </a:cubicBezTo>
                  <a:cubicBezTo>
                    <a:pt x="868" y="1942"/>
                    <a:pt x="573" y="1980"/>
                    <a:pt x="573" y="1980"/>
                  </a:cubicBezTo>
                  <a:cubicBezTo>
                    <a:pt x="248" y="1980"/>
                    <a:pt x="0" y="2257"/>
                    <a:pt x="29" y="2581"/>
                  </a:cubicBezTo>
                  <a:cubicBezTo>
                    <a:pt x="66" y="2861"/>
                    <a:pt x="304" y="3068"/>
                    <a:pt x="583" y="3068"/>
                  </a:cubicBezTo>
                  <a:cubicBezTo>
                    <a:pt x="589" y="3068"/>
                    <a:pt x="595" y="3068"/>
                    <a:pt x="601" y="3068"/>
                  </a:cubicBezTo>
                  <a:lnTo>
                    <a:pt x="725" y="3068"/>
                  </a:lnTo>
                  <a:cubicBezTo>
                    <a:pt x="931" y="4467"/>
                    <a:pt x="2133" y="5472"/>
                    <a:pt x="3505" y="5472"/>
                  </a:cubicBezTo>
                  <a:cubicBezTo>
                    <a:pt x="3658" y="5472"/>
                    <a:pt x="3813" y="5460"/>
                    <a:pt x="3969" y="5434"/>
                  </a:cubicBezTo>
                  <a:cubicBezTo>
                    <a:pt x="2643" y="5234"/>
                    <a:pt x="1641" y="4127"/>
                    <a:pt x="1565" y="2791"/>
                  </a:cubicBezTo>
                  <a:cubicBezTo>
                    <a:pt x="1555" y="2686"/>
                    <a:pt x="1574" y="2581"/>
                    <a:pt x="1603" y="2486"/>
                  </a:cubicBezTo>
                  <a:cubicBezTo>
                    <a:pt x="1670" y="2248"/>
                    <a:pt x="1832" y="2057"/>
                    <a:pt x="2032" y="1933"/>
                  </a:cubicBezTo>
                  <a:cubicBezTo>
                    <a:pt x="2624" y="1599"/>
                    <a:pt x="3129" y="1151"/>
                    <a:pt x="3521" y="597"/>
                  </a:cubicBezTo>
                  <a:cubicBezTo>
                    <a:pt x="3978" y="1236"/>
                    <a:pt x="4589" y="1742"/>
                    <a:pt x="5295" y="2076"/>
                  </a:cubicBezTo>
                  <a:cubicBezTo>
                    <a:pt x="5457" y="2157"/>
                    <a:pt x="5631" y="2197"/>
                    <a:pt x="5804" y="2197"/>
                  </a:cubicBezTo>
                  <a:cubicBezTo>
                    <a:pt x="6040" y="2197"/>
                    <a:pt x="6275" y="2123"/>
                    <a:pt x="6478" y="1980"/>
                  </a:cubicBezTo>
                  <a:cubicBezTo>
                    <a:pt x="6478" y="1980"/>
                    <a:pt x="6173" y="1942"/>
                    <a:pt x="6087" y="1923"/>
                  </a:cubicBezTo>
                  <a:cubicBezTo>
                    <a:pt x="5591" y="1780"/>
                    <a:pt x="4513" y="1351"/>
                    <a:pt x="3702" y="101"/>
                  </a:cubicBezTo>
                  <a:cubicBezTo>
                    <a:pt x="3659" y="34"/>
                    <a:pt x="3587" y="1"/>
                    <a:pt x="3516" y="1"/>
                  </a:cubicBezTo>
                  <a:close/>
                </a:path>
              </a:pathLst>
            </a:custGeom>
            <a:solidFill>
              <a:srgbClr val="DAE2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292" name="Google Shape;16292;p44"/>
            <p:cNvSpPr/>
            <p:nvPr/>
          </p:nvSpPr>
          <p:spPr>
            <a:xfrm>
              <a:off x="7290563" y="3347313"/>
              <a:ext cx="94214" cy="101441"/>
            </a:xfrm>
            <a:custGeom>
              <a:rect b="b" l="l" r="r" t="t"/>
              <a:pathLst>
                <a:path extrusionOk="0" h="3874" w="3598">
                  <a:moveTo>
                    <a:pt x="735" y="0"/>
                  </a:moveTo>
                  <a:lnTo>
                    <a:pt x="735" y="0"/>
                  </a:lnTo>
                  <a:cubicBezTo>
                    <a:pt x="1" y="1860"/>
                    <a:pt x="1384" y="3873"/>
                    <a:pt x="3378" y="3873"/>
                  </a:cubicBezTo>
                  <a:cubicBezTo>
                    <a:pt x="3454" y="3873"/>
                    <a:pt x="3530" y="3873"/>
                    <a:pt x="3597" y="3864"/>
                  </a:cubicBezTo>
                  <a:lnTo>
                    <a:pt x="3597" y="3434"/>
                  </a:lnTo>
                  <a:cubicBezTo>
                    <a:pt x="3597" y="1755"/>
                    <a:pt x="2395" y="305"/>
                    <a:pt x="735" y="0"/>
                  </a:cubicBezTo>
                  <a:close/>
                </a:path>
              </a:pathLst>
            </a:custGeom>
            <a:solidFill>
              <a:srgbClr val="576D8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293" name="Google Shape;16293;p44"/>
            <p:cNvSpPr/>
            <p:nvPr/>
          </p:nvSpPr>
          <p:spPr>
            <a:xfrm>
              <a:off x="7215884" y="3603088"/>
              <a:ext cx="54962" cy="97199"/>
            </a:xfrm>
            <a:custGeom>
              <a:rect b="b" l="l" r="r" t="t"/>
              <a:pathLst>
                <a:path extrusionOk="0" h="3712" w="2099">
                  <a:moveTo>
                    <a:pt x="410" y="1"/>
                  </a:moveTo>
                  <a:lnTo>
                    <a:pt x="0" y="144"/>
                  </a:lnTo>
                  <a:cubicBezTo>
                    <a:pt x="420" y="1394"/>
                    <a:pt x="916" y="2729"/>
                    <a:pt x="1565" y="3712"/>
                  </a:cubicBezTo>
                  <a:lnTo>
                    <a:pt x="2099" y="3712"/>
                  </a:lnTo>
                  <a:cubicBezTo>
                    <a:pt x="1317" y="2643"/>
                    <a:pt x="725" y="955"/>
                    <a:pt x="410" y="1"/>
                  </a:cubicBezTo>
                  <a:close/>
                </a:path>
              </a:pathLst>
            </a:custGeom>
            <a:solidFill>
              <a:srgbClr val="EDF1F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294" name="Google Shape;16294;p44"/>
            <p:cNvSpPr/>
            <p:nvPr/>
          </p:nvSpPr>
          <p:spPr>
            <a:xfrm>
              <a:off x="7198392" y="3609346"/>
              <a:ext cx="34486" cy="90941"/>
            </a:xfrm>
            <a:custGeom>
              <a:rect b="b" l="l" r="r" t="t"/>
              <a:pathLst>
                <a:path extrusionOk="0" h="3473" w="1317">
                  <a:moveTo>
                    <a:pt x="411" y="0"/>
                  </a:moveTo>
                  <a:lnTo>
                    <a:pt x="0" y="143"/>
                  </a:lnTo>
                  <a:cubicBezTo>
                    <a:pt x="267" y="1250"/>
                    <a:pt x="554" y="2395"/>
                    <a:pt x="868" y="3473"/>
                  </a:cubicBezTo>
                  <a:lnTo>
                    <a:pt x="1317" y="3473"/>
                  </a:lnTo>
                  <a:cubicBezTo>
                    <a:pt x="992" y="2357"/>
                    <a:pt x="687" y="1155"/>
                    <a:pt x="411" y="0"/>
                  </a:cubicBezTo>
                  <a:close/>
                </a:path>
              </a:pathLst>
            </a:custGeom>
            <a:solidFill>
              <a:srgbClr val="EDF1F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6295" name="Google Shape;16295;p44"/>
          <p:cNvGrpSpPr/>
          <p:nvPr/>
        </p:nvGrpSpPr>
        <p:grpSpPr>
          <a:xfrm>
            <a:off x="6711770" y="3193394"/>
            <a:ext cx="263081" cy="354755"/>
            <a:chOff x="6711770" y="3345794"/>
            <a:chExt cx="263081" cy="354755"/>
          </a:xfrm>
        </p:grpSpPr>
        <p:sp>
          <p:nvSpPr>
            <p:cNvPr id="16296" name="Google Shape;16296;p44"/>
            <p:cNvSpPr/>
            <p:nvPr/>
          </p:nvSpPr>
          <p:spPr>
            <a:xfrm>
              <a:off x="6768984" y="3465957"/>
              <a:ext cx="148652" cy="148652"/>
            </a:xfrm>
            <a:custGeom>
              <a:rect b="b" l="l" r="r" t="t"/>
              <a:pathLst>
                <a:path extrusionOk="0" h="5677" w="5677">
                  <a:moveTo>
                    <a:pt x="0" y="0"/>
                  </a:moveTo>
                  <a:lnTo>
                    <a:pt x="0" y="5677"/>
                  </a:lnTo>
                  <a:lnTo>
                    <a:pt x="5676" y="5677"/>
                  </a:lnTo>
                  <a:lnTo>
                    <a:pt x="5676" y="0"/>
                  </a:ln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297" name="Google Shape;16297;p44"/>
            <p:cNvSpPr/>
            <p:nvPr/>
          </p:nvSpPr>
          <p:spPr>
            <a:xfrm>
              <a:off x="6711770" y="3545900"/>
              <a:ext cx="263081" cy="154649"/>
            </a:xfrm>
            <a:custGeom>
              <a:rect b="b" l="l" r="r" t="t"/>
              <a:pathLst>
                <a:path extrusionOk="0" h="5906" w="10047">
                  <a:moveTo>
                    <a:pt x="3712" y="0"/>
                  </a:moveTo>
                  <a:lnTo>
                    <a:pt x="3712" y="1135"/>
                  </a:lnTo>
                  <a:cubicBezTo>
                    <a:pt x="3712" y="1498"/>
                    <a:pt x="3473" y="1832"/>
                    <a:pt x="3130" y="1956"/>
                  </a:cubicBezTo>
                  <a:lnTo>
                    <a:pt x="869" y="2748"/>
                  </a:lnTo>
                  <a:cubicBezTo>
                    <a:pt x="353" y="2939"/>
                    <a:pt x="1" y="3435"/>
                    <a:pt x="1" y="3988"/>
                  </a:cubicBezTo>
                  <a:lnTo>
                    <a:pt x="1" y="5247"/>
                  </a:lnTo>
                  <a:cubicBezTo>
                    <a:pt x="1" y="5610"/>
                    <a:pt x="296" y="5905"/>
                    <a:pt x="649" y="5905"/>
                  </a:cubicBezTo>
                  <a:lnTo>
                    <a:pt x="9388" y="5905"/>
                  </a:lnTo>
                  <a:cubicBezTo>
                    <a:pt x="9750" y="5905"/>
                    <a:pt x="10046" y="5610"/>
                    <a:pt x="10046" y="5247"/>
                  </a:cubicBezTo>
                  <a:lnTo>
                    <a:pt x="10046" y="3988"/>
                  </a:lnTo>
                  <a:cubicBezTo>
                    <a:pt x="10046" y="3435"/>
                    <a:pt x="9693" y="2939"/>
                    <a:pt x="9178" y="2748"/>
                  </a:cubicBezTo>
                  <a:lnTo>
                    <a:pt x="6917" y="1956"/>
                  </a:lnTo>
                  <a:cubicBezTo>
                    <a:pt x="6574" y="1832"/>
                    <a:pt x="6335" y="1498"/>
                    <a:pt x="6335" y="1135"/>
                  </a:cubicBezTo>
                  <a:lnTo>
                    <a:pt x="6335" y="0"/>
                  </a:lnTo>
                  <a:close/>
                </a:path>
              </a:pathLst>
            </a:custGeom>
            <a:solidFill>
              <a:srgbClr val="ACB9C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298" name="Google Shape;16298;p44"/>
            <p:cNvSpPr/>
            <p:nvPr/>
          </p:nvSpPr>
          <p:spPr>
            <a:xfrm>
              <a:off x="6760474" y="3545900"/>
              <a:ext cx="165646" cy="143153"/>
            </a:xfrm>
            <a:custGeom>
              <a:rect b="b" l="l" r="r" t="t"/>
              <a:pathLst>
                <a:path extrusionOk="0" h="5467" w="6326">
                  <a:moveTo>
                    <a:pt x="1852" y="0"/>
                  </a:moveTo>
                  <a:lnTo>
                    <a:pt x="1852" y="1135"/>
                  </a:lnTo>
                  <a:cubicBezTo>
                    <a:pt x="1852" y="1498"/>
                    <a:pt x="1613" y="1832"/>
                    <a:pt x="1270" y="1956"/>
                  </a:cubicBezTo>
                  <a:lnTo>
                    <a:pt x="1" y="2404"/>
                  </a:lnTo>
                  <a:cubicBezTo>
                    <a:pt x="58" y="4112"/>
                    <a:pt x="1460" y="5467"/>
                    <a:pt x="3168" y="5467"/>
                  </a:cubicBezTo>
                  <a:cubicBezTo>
                    <a:pt x="4866" y="5467"/>
                    <a:pt x="6269" y="4112"/>
                    <a:pt x="6326" y="2404"/>
                  </a:cubicBezTo>
                  <a:lnTo>
                    <a:pt x="5057" y="1956"/>
                  </a:lnTo>
                  <a:cubicBezTo>
                    <a:pt x="4704" y="1832"/>
                    <a:pt x="4475" y="1498"/>
                    <a:pt x="4475" y="1135"/>
                  </a:cubicBezTo>
                  <a:lnTo>
                    <a:pt x="4475" y="0"/>
                  </a:lnTo>
                  <a:close/>
                </a:path>
              </a:pathLst>
            </a:custGeom>
            <a:solidFill>
              <a:srgbClr val="899CA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299" name="Google Shape;16299;p44"/>
            <p:cNvSpPr/>
            <p:nvPr/>
          </p:nvSpPr>
          <p:spPr>
            <a:xfrm>
              <a:off x="6771969" y="3545900"/>
              <a:ext cx="142918" cy="131658"/>
            </a:xfrm>
            <a:custGeom>
              <a:rect b="b" l="l" r="r" t="t"/>
              <a:pathLst>
                <a:path extrusionOk="0" h="5028" w="5458">
                  <a:moveTo>
                    <a:pt x="1413" y="0"/>
                  </a:moveTo>
                  <a:lnTo>
                    <a:pt x="1413" y="1135"/>
                  </a:lnTo>
                  <a:cubicBezTo>
                    <a:pt x="1413" y="1498"/>
                    <a:pt x="1184" y="1832"/>
                    <a:pt x="831" y="1956"/>
                  </a:cubicBezTo>
                  <a:lnTo>
                    <a:pt x="1" y="2252"/>
                  </a:lnTo>
                  <a:lnTo>
                    <a:pt x="1" y="2299"/>
                  </a:lnTo>
                  <a:cubicBezTo>
                    <a:pt x="1" y="3797"/>
                    <a:pt x="1222" y="5028"/>
                    <a:pt x="2729" y="5028"/>
                  </a:cubicBezTo>
                  <a:cubicBezTo>
                    <a:pt x="4236" y="5028"/>
                    <a:pt x="5457" y="3807"/>
                    <a:pt x="5457" y="2299"/>
                  </a:cubicBezTo>
                  <a:lnTo>
                    <a:pt x="5457" y="2252"/>
                  </a:lnTo>
                  <a:lnTo>
                    <a:pt x="4618" y="1956"/>
                  </a:lnTo>
                  <a:cubicBezTo>
                    <a:pt x="4275" y="1832"/>
                    <a:pt x="4036" y="1498"/>
                    <a:pt x="4036" y="1135"/>
                  </a:cubicBezTo>
                  <a:lnTo>
                    <a:pt x="4036" y="0"/>
                  </a:lnTo>
                  <a:close/>
                </a:path>
              </a:pathLst>
            </a:custGeom>
            <a:solidFill>
              <a:srgbClr val="E7ECF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300" name="Google Shape;16300;p44"/>
            <p:cNvSpPr/>
            <p:nvPr/>
          </p:nvSpPr>
          <p:spPr>
            <a:xfrm>
              <a:off x="6808942" y="3545900"/>
              <a:ext cx="68736" cy="28804"/>
            </a:xfrm>
            <a:custGeom>
              <a:rect b="b" l="l" r="r" t="t"/>
              <a:pathLst>
                <a:path extrusionOk="0" h="1100" w="2625">
                  <a:moveTo>
                    <a:pt x="1" y="0"/>
                  </a:moveTo>
                  <a:lnTo>
                    <a:pt x="1" y="821"/>
                  </a:lnTo>
                  <a:cubicBezTo>
                    <a:pt x="420" y="1007"/>
                    <a:pt x="866" y="1100"/>
                    <a:pt x="1312" y="1100"/>
                  </a:cubicBezTo>
                  <a:cubicBezTo>
                    <a:pt x="1758" y="1100"/>
                    <a:pt x="2204" y="1007"/>
                    <a:pt x="2624" y="821"/>
                  </a:cubicBezTo>
                  <a:lnTo>
                    <a:pt x="2624" y="0"/>
                  </a:ln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301" name="Google Shape;16301;p44"/>
            <p:cNvSpPr/>
            <p:nvPr/>
          </p:nvSpPr>
          <p:spPr>
            <a:xfrm>
              <a:off x="6768984" y="3414504"/>
              <a:ext cx="148652" cy="148652"/>
            </a:xfrm>
            <a:custGeom>
              <a:rect b="b" l="l" r="r" t="t"/>
              <a:pathLst>
                <a:path extrusionOk="0" h="5677" w="5677">
                  <a:moveTo>
                    <a:pt x="0" y="0"/>
                  </a:moveTo>
                  <a:lnTo>
                    <a:pt x="0" y="2834"/>
                  </a:lnTo>
                  <a:cubicBezTo>
                    <a:pt x="0" y="4408"/>
                    <a:pt x="1269" y="5676"/>
                    <a:pt x="2843" y="5676"/>
                  </a:cubicBezTo>
                  <a:cubicBezTo>
                    <a:pt x="4408" y="5676"/>
                    <a:pt x="5676" y="4408"/>
                    <a:pt x="5676" y="2834"/>
                  </a:cubicBezTo>
                  <a:lnTo>
                    <a:pt x="5676" y="0"/>
                  </a:lnTo>
                  <a:close/>
                </a:path>
              </a:pathLst>
            </a:custGeom>
            <a:solidFill>
              <a:srgbClr val="ECF0F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302" name="Google Shape;16302;p44"/>
            <p:cNvSpPr/>
            <p:nvPr/>
          </p:nvSpPr>
          <p:spPr>
            <a:xfrm>
              <a:off x="6803208" y="3466324"/>
              <a:ext cx="11495" cy="17151"/>
            </a:xfrm>
            <a:custGeom>
              <a:rect b="b" l="l" r="r" t="t"/>
              <a:pathLst>
                <a:path extrusionOk="0" h="655" w="439">
                  <a:moveTo>
                    <a:pt x="220" y="1"/>
                  </a:moveTo>
                  <a:cubicBezTo>
                    <a:pt x="110" y="1"/>
                    <a:pt x="0" y="72"/>
                    <a:pt x="0" y="215"/>
                  </a:cubicBezTo>
                  <a:lnTo>
                    <a:pt x="0" y="435"/>
                  </a:lnTo>
                  <a:cubicBezTo>
                    <a:pt x="0" y="559"/>
                    <a:pt x="105" y="654"/>
                    <a:pt x="220" y="654"/>
                  </a:cubicBezTo>
                  <a:cubicBezTo>
                    <a:pt x="344" y="654"/>
                    <a:pt x="439" y="559"/>
                    <a:pt x="439" y="435"/>
                  </a:cubicBezTo>
                  <a:lnTo>
                    <a:pt x="439" y="215"/>
                  </a:lnTo>
                  <a:cubicBezTo>
                    <a:pt x="439" y="72"/>
                    <a:pt x="329" y="1"/>
                    <a:pt x="220" y="1"/>
                  </a:cubicBezTo>
                  <a:close/>
                </a:path>
              </a:pathLst>
            </a:custGeom>
            <a:solidFill>
              <a:srgbClr val="213B5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303" name="Google Shape;16303;p44"/>
            <p:cNvSpPr/>
            <p:nvPr/>
          </p:nvSpPr>
          <p:spPr>
            <a:xfrm>
              <a:off x="6871891" y="3466324"/>
              <a:ext cx="11521" cy="17151"/>
            </a:xfrm>
            <a:custGeom>
              <a:rect b="b" l="l" r="r" t="t"/>
              <a:pathLst>
                <a:path extrusionOk="0" h="655" w="440">
                  <a:moveTo>
                    <a:pt x="220" y="1"/>
                  </a:moveTo>
                  <a:cubicBezTo>
                    <a:pt x="110" y="1"/>
                    <a:pt x="1" y="72"/>
                    <a:pt x="1" y="215"/>
                  </a:cubicBezTo>
                  <a:lnTo>
                    <a:pt x="1" y="435"/>
                  </a:lnTo>
                  <a:cubicBezTo>
                    <a:pt x="1" y="559"/>
                    <a:pt x="96" y="654"/>
                    <a:pt x="220" y="654"/>
                  </a:cubicBezTo>
                  <a:cubicBezTo>
                    <a:pt x="344" y="654"/>
                    <a:pt x="439" y="559"/>
                    <a:pt x="439" y="435"/>
                  </a:cubicBezTo>
                  <a:lnTo>
                    <a:pt x="439" y="215"/>
                  </a:lnTo>
                  <a:cubicBezTo>
                    <a:pt x="439" y="72"/>
                    <a:pt x="330" y="1"/>
                    <a:pt x="220" y="1"/>
                  </a:cubicBezTo>
                  <a:close/>
                </a:path>
              </a:pathLst>
            </a:custGeom>
            <a:solidFill>
              <a:srgbClr val="213B5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304" name="Google Shape;16304;p44"/>
            <p:cNvSpPr/>
            <p:nvPr/>
          </p:nvSpPr>
          <p:spPr>
            <a:xfrm>
              <a:off x="6817976" y="3506361"/>
              <a:ext cx="50668" cy="17334"/>
            </a:xfrm>
            <a:custGeom>
              <a:rect b="b" l="l" r="r" t="t"/>
              <a:pathLst>
                <a:path extrusionOk="0" h="662" w="1935">
                  <a:moveTo>
                    <a:pt x="312" y="1"/>
                  </a:moveTo>
                  <a:cubicBezTo>
                    <a:pt x="143" y="1"/>
                    <a:pt x="0" y="223"/>
                    <a:pt x="161" y="385"/>
                  </a:cubicBezTo>
                  <a:cubicBezTo>
                    <a:pt x="371" y="567"/>
                    <a:pt x="650" y="662"/>
                    <a:pt x="932" y="662"/>
                  </a:cubicBezTo>
                  <a:cubicBezTo>
                    <a:pt x="945" y="662"/>
                    <a:pt x="959" y="662"/>
                    <a:pt x="972" y="661"/>
                  </a:cubicBezTo>
                  <a:cubicBezTo>
                    <a:pt x="986" y="662"/>
                    <a:pt x="999" y="662"/>
                    <a:pt x="1012" y="662"/>
                  </a:cubicBezTo>
                  <a:cubicBezTo>
                    <a:pt x="1294" y="662"/>
                    <a:pt x="1564" y="567"/>
                    <a:pt x="1773" y="385"/>
                  </a:cubicBezTo>
                  <a:cubicBezTo>
                    <a:pt x="1935" y="223"/>
                    <a:pt x="1792" y="1"/>
                    <a:pt x="1622" y="1"/>
                  </a:cubicBezTo>
                  <a:cubicBezTo>
                    <a:pt x="1571" y="1"/>
                    <a:pt x="1517" y="21"/>
                    <a:pt x="1468" y="70"/>
                  </a:cubicBezTo>
                  <a:cubicBezTo>
                    <a:pt x="1320" y="175"/>
                    <a:pt x="1146" y="227"/>
                    <a:pt x="971" y="227"/>
                  </a:cubicBezTo>
                  <a:cubicBezTo>
                    <a:pt x="796" y="227"/>
                    <a:pt x="619" y="175"/>
                    <a:pt x="466" y="70"/>
                  </a:cubicBezTo>
                  <a:cubicBezTo>
                    <a:pt x="418" y="21"/>
                    <a:pt x="364" y="1"/>
                    <a:pt x="312" y="1"/>
                  </a:cubicBezTo>
                  <a:close/>
                </a:path>
              </a:pathLst>
            </a:custGeom>
            <a:solidFill>
              <a:srgbClr val="DAE2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305" name="Google Shape;16305;p44"/>
            <p:cNvSpPr/>
            <p:nvPr/>
          </p:nvSpPr>
          <p:spPr>
            <a:xfrm>
              <a:off x="6768748" y="3414504"/>
              <a:ext cx="148888" cy="148652"/>
            </a:xfrm>
            <a:custGeom>
              <a:rect b="b" l="l" r="r" t="t"/>
              <a:pathLst>
                <a:path extrusionOk="0" h="5677" w="5686">
                  <a:moveTo>
                    <a:pt x="9" y="0"/>
                  </a:moveTo>
                  <a:lnTo>
                    <a:pt x="9" y="2834"/>
                  </a:lnTo>
                  <a:cubicBezTo>
                    <a:pt x="0" y="4421"/>
                    <a:pt x="1293" y="5677"/>
                    <a:pt x="2825" y="5677"/>
                  </a:cubicBezTo>
                  <a:cubicBezTo>
                    <a:pt x="2979" y="5677"/>
                    <a:pt x="3134" y="5664"/>
                    <a:pt x="3291" y="5638"/>
                  </a:cubicBezTo>
                  <a:cubicBezTo>
                    <a:pt x="1908" y="5419"/>
                    <a:pt x="887" y="4236"/>
                    <a:pt x="887" y="2834"/>
                  </a:cubicBezTo>
                  <a:lnTo>
                    <a:pt x="887" y="2681"/>
                  </a:lnTo>
                  <a:cubicBezTo>
                    <a:pt x="887" y="2433"/>
                    <a:pt x="1030" y="2204"/>
                    <a:pt x="1259" y="2099"/>
                  </a:cubicBezTo>
                  <a:cubicBezTo>
                    <a:pt x="1879" y="1784"/>
                    <a:pt x="2423" y="1326"/>
                    <a:pt x="2852" y="773"/>
                  </a:cubicBezTo>
                  <a:cubicBezTo>
                    <a:pt x="3339" y="1393"/>
                    <a:pt x="4331" y="2395"/>
                    <a:pt x="5685" y="2395"/>
                  </a:cubicBezTo>
                  <a:lnTo>
                    <a:pt x="5685" y="0"/>
                  </a:lnTo>
                  <a:close/>
                </a:path>
              </a:pathLst>
            </a:custGeom>
            <a:solidFill>
              <a:srgbClr val="E7ECF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306" name="Google Shape;16306;p44"/>
            <p:cNvSpPr/>
            <p:nvPr/>
          </p:nvSpPr>
          <p:spPr>
            <a:xfrm>
              <a:off x="6745994" y="3345794"/>
              <a:ext cx="194633" cy="268318"/>
            </a:xfrm>
            <a:custGeom>
              <a:rect b="b" l="l" r="r" t="t"/>
              <a:pathLst>
                <a:path extrusionOk="0" h="10247" w="7433">
                  <a:moveTo>
                    <a:pt x="3712" y="1"/>
                  </a:moveTo>
                  <a:cubicBezTo>
                    <a:pt x="1670" y="1"/>
                    <a:pt x="0" y="1661"/>
                    <a:pt x="0" y="3712"/>
                  </a:cubicBezTo>
                  <a:lnTo>
                    <a:pt x="0" y="10237"/>
                  </a:lnTo>
                  <a:lnTo>
                    <a:pt x="878" y="9932"/>
                  </a:lnTo>
                  <a:lnTo>
                    <a:pt x="878" y="5009"/>
                  </a:lnTo>
                  <a:cubicBezTo>
                    <a:pt x="878" y="4790"/>
                    <a:pt x="1031" y="4599"/>
                    <a:pt x="1241" y="4561"/>
                  </a:cubicBezTo>
                  <a:cubicBezTo>
                    <a:pt x="2385" y="4380"/>
                    <a:pt x="3196" y="3397"/>
                    <a:pt x="3540" y="2901"/>
                  </a:cubicBezTo>
                  <a:cubicBezTo>
                    <a:pt x="3583" y="2839"/>
                    <a:pt x="3650" y="2808"/>
                    <a:pt x="3716" y="2808"/>
                  </a:cubicBezTo>
                  <a:cubicBezTo>
                    <a:pt x="3783" y="2808"/>
                    <a:pt x="3850" y="2839"/>
                    <a:pt x="3893" y="2901"/>
                  </a:cubicBezTo>
                  <a:cubicBezTo>
                    <a:pt x="4236" y="3397"/>
                    <a:pt x="5047" y="4380"/>
                    <a:pt x="6192" y="4561"/>
                  </a:cubicBezTo>
                  <a:cubicBezTo>
                    <a:pt x="6402" y="4599"/>
                    <a:pt x="6564" y="4790"/>
                    <a:pt x="6554" y="5009"/>
                  </a:cubicBezTo>
                  <a:lnTo>
                    <a:pt x="6554" y="9932"/>
                  </a:lnTo>
                  <a:lnTo>
                    <a:pt x="7432" y="10247"/>
                  </a:lnTo>
                  <a:lnTo>
                    <a:pt x="7432" y="3712"/>
                  </a:lnTo>
                  <a:cubicBezTo>
                    <a:pt x="7432" y="1661"/>
                    <a:pt x="5763" y="1"/>
                    <a:pt x="3712" y="1"/>
                  </a:cubicBezTo>
                  <a:close/>
                </a:path>
              </a:pathLst>
            </a:custGeom>
            <a:solidFill>
              <a:srgbClr val="D4DDE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307" name="Google Shape;16307;p44"/>
            <p:cNvSpPr/>
            <p:nvPr/>
          </p:nvSpPr>
          <p:spPr>
            <a:xfrm>
              <a:off x="6771969" y="3592352"/>
              <a:ext cx="142918" cy="83713"/>
            </a:xfrm>
            <a:custGeom>
              <a:rect b="b" l="l" r="r" t="t"/>
              <a:pathLst>
                <a:path extrusionOk="0" h="3197" w="5458">
                  <a:moveTo>
                    <a:pt x="1126" y="1"/>
                  </a:moveTo>
                  <a:cubicBezTo>
                    <a:pt x="1041" y="87"/>
                    <a:pt x="945" y="144"/>
                    <a:pt x="831" y="182"/>
                  </a:cubicBezTo>
                  <a:lnTo>
                    <a:pt x="1" y="478"/>
                  </a:lnTo>
                  <a:lnTo>
                    <a:pt x="1" y="525"/>
                  </a:lnTo>
                  <a:cubicBezTo>
                    <a:pt x="29" y="2004"/>
                    <a:pt x="1241" y="3197"/>
                    <a:pt x="2729" y="3197"/>
                  </a:cubicBezTo>
                  <a:cubicBezTo>
                    <a:pt x="4217" y="3197"/>
                    <a:pt x="5429" y="2004"/>
                    <a:pt x="5457" y="525"/>
                  </a:cubicBezTo>
                  <a:cubicBezTo>
                    <a:pt x="5457" y="506"/>
                    <a:pt x="5457" y="487"/>
                    <a:pt x="5457" y="478"/>
                  </a:cubicBezTo>
                  <a:lnTo>
                    <a:pt x="4618" y="182"/>
                  </a:lnTo>
                  <a:cubicBezTo>
                    <a:pt x="4513" y="144"/>
                    <a:pt x="4408" y="87"/>
                    <a:pt x="4322" y="1"/>
                  </a:cubicBezTo>
                  <a:lnTo>
                    <a:pt x="2729" y="1069"/>
                  </a:lnTo>
                  <a:lnTo>
                    <a:pt x="1126" y="1"/>
                  </a:lnTo>
                  <a:close/>
                </a:path>
              </a:pathLst>
            </a:custGeom>
            <a:solidFill>
              <a:srgbClr val="E7E9E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308" name="Google Shape;16308;p44"/>
            <p:cNvSpPr/>
            <p:nvPr/>
          </p:nvSpPr>
          <p:spPr>
            <a:xfrm>
              <a:off x="6776211" y="3592352"/>
              <a:ext cx="134172" cy="64467"/>
            </a:xfrm>
            <a:custGeom>
              <a:rect b="b" l="l" r="r" t="t"/>
              <a:pathLst>
                <a:path extrusionOk="0" h="2462" w="5124">
                  <a:moveTo>
                    <a:pt x="964" y="1"/>
                  </a:moveTo>
                  <a:cubicBezTo>
                    <a:pt x="879" y="77"/>
                    <a:pt x="783" y="134"/>
                    <a:pt x="669" y="182"/>
                  </a:cubicBezTo>
                  <a:lnTo>
                    <a:pt x="1" y="420"/>
                  </a:lnTo>
                  <a:cubicBezTo>
                    <a:pt x="1" y="430"/>
                    <a:pt x="20" y="449"/>
                    <a:pt x="20" y="468"/>
                  </a:cubicBezTo>
                  <a:lnTo>
                    <a:pt x="735" y="2071"/>
                  </a:lnTo>
                  <a:cubicBezTo>
                    <a:pt x="849" y="2322"/>
                    <a:pt x="1091" y="2461"/>
                    <a:pt x="1338" y="2461"/>
                  </a:cubicBezTo>
                  <a:cubicBezTo>
                    <a:pt x="1484" y="2461"/>
                    <a:pt x="1632" y="2412"/>
                    <a:pt x="1756" y="2309"/>
                  </a:cubicBezTo>
                  <a:lnTo>
                    <a:pt x="2567" y="1642"/>
                  </a:lnTo>
                  <a:lnTo>
                    <a:pt x="3378" y="2309"/>
                  </a:lnTo>
                  <a:cubicBezTo>
                    <a:pt x="3502" y="2412"/>
                    <a:pt x="3650" y="2461"/>
                    <a:pt x="3796" y="2461"/>
                  </a:cubicBezTo>
                  <a:cubicBezTo>
                    <a:pt x="4042" y="2461"/>
                    <a:pt x="4281" y="2322"/>
                    <a:pt x="4389" y="2071"/>
                  </a:cubicBezTo>
                  <a:lnTo>
                    <a:pt x="5105" y="468"/>
                  </a:lnTo>
                  <a:cubicBezTo>
                    <a:pt x="5114" y="449"/>
                    <a:pt x="5114" y="430"/>
                    <a:pt x="5124" y="420"/>
                  </a:cubicBezTo>
                  <a:lnTo>
                    <a:pt x="4456" y="182"/>
                  </a:lnTo>
                  <a:cubicBezTo>
                    <a:pt x="4351" y="134"/>
                    <a:pt x="4246" y="77"/>
                    <a:pt x="4160" y="1"/>
                  </a:cubicBezTo>
                  <a:lnTo>
                    <a:pt x="2567" y="1069"/>
                  </a:lnTo>
                  <a:lnTo>
                    <a:pt x="964" y="1"/>
                  </a:lnTo>
                  <a:close/>
                </a:path>
              </a:pathLst>
            </a:custGeom>
            <a:solidFill>
              <a:srgbClr val="ECF0F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309" name="Google Shape;16309;p44"/>
            <p:cNvSpPr/>
            <p:nvPr/>
          </p:nvSpPr>
          <p:spPr>
            <a:xfrm>
              <a:off x="6786450" y="3582664"/>
              <a:ext cx="57005" cy="62818"/>
            </a:xfrm>
            <a:custGeom>
              <a:rect b="b" l="l" r="r" t="t"/>
              <a:pathLst>
                <a:path extrusionOk="0" h="2399" w="2177">
                  <a:moveTo>
                    <a:pt x="645" y="1"/>
                  </a:moveTo>
                  <a:cubicBezTo>
                    <a:pt x="588" y="1"/>
                    <a:pt x="530" y="22"/>
                    <a:pt x="488" y="65"/>
                  </a:cubicBezTo>
                  <a:lnTo>
                    <a:pt x="68" y="495"/>
                  </a:lnTo>
                  <a:cubicBezTo>
                    <a:pt x="20" y="533"/>
                    <a:pt x="1" y="600"/>
                    <a:pt x="30" y="666"/>
                  </a:cubicBezTo>
                  <a:lnTo>
                    <a:pt x="745" y="2269"/>
                  </a:lnTo>
                  <a:cubicBezTo>
                    <a:pt x="781" y="2352"/>
                    <a:pt x="861" y="2398"/>
                    <a:pt x="944" y="2398"/>
                  </a:cubicBezTo>
                  <a:cubicBezTo>
                    <a:pt x="994" y="2398"/>
                    <a:pt x="1045" y="2381"/>
                    <a:pt x="1089" y="2345"/>
                  </a:cubicBezTo>
                  <a:lnTo>
                    <a:pt x="2176" y="1439"/>
                  </a:lnTo>
                  <a:lnTo>
                    <a:pt x="802" y="65"/>
                  </a:lnTo>
                  <a:cubicBezTo>
                    <a:pt x="759" y="22"/>
                    <a:pt x="702" y="1"/>
                    <a:pt x="645" y="1"/>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310" name="Google Shape;16310;p44"/>
            <p:cNvSpPr/>
            <p:nvPr/>
          </p:nvSpPr>
          <p:spPr>
            <a:xfrm>
              <a:off x="6843428" y="3582664"/>
              <a:ext cx="56717" cy="62818"/>
            </a:xfrm>
            <a:custGeom>
              <a:rect b="b" l="l" r="r" t="t"/>
              <a:pathLst>
                <a:path extrusionOk="0" h="2399" w="2166">
                  <a:moveTo>
                    <a:pt x="1526" y="1"/>
                  </a:moveTo>
                  <a:cubicBezTo>
                    <a:pt x="1472" y="1"/>
                    <a:pt x="1417" y="22"/>
                    <a:pt x="1374" y="65"/>
                  </a:cubicBezTo>
                  <a:lnTo>
                    <a:pt x="0" y="1439"/>
                  </a:lnTo>
                  <a:lnTo>
                    <a:pt x="1088" y="2345"/>
                  </a:lnTo>
                  <a:cubicBezTo>
                    <a:pt x="1127" y="2381"/>
                    <a:pt x="1176" y="2398"/>
                    <a:pt x="1225" y="2398"/>
                  </a:cubicBezTo>
                  <a:cubicBezTo>
                    <a:pt x="1306" y="2398"/>
                    <a:pt x="1386" y="2352"/>
                    <a:pt x="1422" y="2269"/>
                  </a:cubicBezTo>
                  <a:lnTo>
                    <a:pt x="2137" y="666"/>
                  </a:lnTo>
                  <a:cubicBezTo>
                    <a:pt x="2166" y="600"/>
                    <a:pt x="2156" y="533"/>
                    <a:pt x="2108" y="485"/>
                  </a:cubicBezTo>
                  <a:lnTo>
                    <a:pt x="1679" y="65"/>
                  </a:lnTo>
                  <a:cubicBezTo>
                    <a:pt x="1636" y="22"/>
                    <a:pt x="1581" y="1"/>
                    <a:pt x="1526" y="1"/>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311" name="Google Shape;16311;p44"/>
            <p:cNvSpPr/>
            <p:nvPr/>
          </p:nvSpPr>
          <p:spPr>
            <a:xfrm>
              <a:off x="6714519" y="3627335"/>
              <a:ext cx="48730" cy="72951"/>
            </a:xfrm>
            <a:custGeom>
              <a:rect b="b" l="l" r="r" t="t"/>
              <a:pathLst>
                <a:path extrusionOk="0" h="2786" w="1861">
                  <a:moveTo>
                    <a:pt x="239" y="0"/>
                  </a:moveTo>
                  <a:cubicBezTo>
                    <a:pt x="134" y="115"/>
                    <a:pt x="58" y="239"/>
                    <a:pt x="0" y="372"/>
                  </a:cubicBezTo>
                  <a:lnTo>
                    <a:pt x="1193" y="1384"/>
                  </a:lnTo>
                  <a:cubicBezTo>
                    <a:pt x="1336" y="1508"/>
                    <a:pt x="1422" y="1689"/>
                    <a:pt x="1422" y="1880"/>
                  </a:cubicBezTo>
                  <a:lnTo>
                    <a:pt x="1422" y="2786"/>
                  </a:lnTo>
                  <a:lnTo>
                    <a:pt x="1861" y="2786"/>
                  </a:lnTo>
                  <a:lnTo>
                    <a:pt x="1861" y="1889"/>
                  </a:lnTo>
                  <a:cubicBezTo>
                    <a:pt x="1861" y="1565"/>
                    <a:pt x="1718" y="1260"/>
                    <a:pt x="1479" y="1050"/>
                  </a:cubicBezTo>
                  <a:lnTo>
                    <a:pt x="239" y="0"/>
                  </a:lnTo>
                  <a:close/>
                </a:path>
              </a:pathLst>
            </a:custGeom>
            <a:solidFill>
              <a:srgbClr val="899CA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312" name="Google Shape;16312;p44"/>
            <p:cNvSpPr/>
            <p:nvPr/>
          </p:nvSpPr>
          <p:spPr>
            <a:xfrm>
              <a:off x="6923345" y="3627335"/>
              <a:ext cx="48992" cy="72951"/>
            </a:xfrm>
            <a:custGeom>
              <a:rect b="b" l="l" r="r" t="t"/>
              <a:pathLst>
                <a:path extrusionOk="0" h="2786" w="1871">
                  <a:moveTo>
                    <a:pt x="1632" y="0"/>
                  </a:moveTo>
                  <a:lnTo>
                    <a:pt x="392" y="1050"/>
                  </a:lnTo>
                  <a:cubicBezTo>
                    <a:pt x="144" y="1260"/>
                    <a:pt x="1" y="1565"/>
                    <a:pt x="1" y="1889"/>
                  </a:cubicBezTo>
                  <a:lnTo>
                    <a:pt x="1" y="2786"/>
                  </a:lnTo>
                  <a:lnTo>
                    <a:pt x="440" y="2786"/>
                  </a:lnTo>
                  <a:lnTo>
                    <a:pt x="440" y="1889"/>
                  </a:lnTo>
                  <a:cubicBezTo>
                    <a:pt x="440" y="1689"/>
                    <a:pt x="526" y="1508"/>
                    <a:pt x="678" y="1384"/>
                  </a:cubicBezTo>
                  <a:lnTo>
                    <a:pt x="1871" y="372"/>
                  </a:lnTo>
                  <a:cubicBezTo>
                    <a:pt x="1813" y="239"/>
                    <a:pt x="1728" y="115"/>
                    <a:pt x="1632" y="0"/>
                  </a:cubicBezTo>
                  <a:close/>
                </a:path>
              </a:pathLst>
            </a:custGeom>
            <a:solidFill>
              <a:srgbClr val="899CA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6313" name="Google Shape;16313;p44"/>
          <p:cNvGrpSpPr/>
          <p:nvPr/>
        </p:nvGrpSpPr>
        <p:grpSpPr>
          <a:xfrm>
            <a:off x="7163409" y="2727851"/>
            <a:ext cx="263316" cy="354414"/>
            <a:chOff x="7163409" y="2880251"/>
            <a:chExt cx="263316" cy="354414"/>
          </a:xfrm>
        </p:grpSpPr>
        <p:sp>
          <p:nvSpPr>
            <p:cNvPr id="16314" name="Google Shape;16314;p44"/>
            <p:cNvSpPr/>
            <p:nvPr/>
          </p:nvSpPr>
          <p:spPr>
            <a:xfrm>
              <a:off x="7163409" y="3125474"/>
              <a:ext cx="263316" cy="109191"/>
            </a:xfrm>
            <a:custGeom>
              <a:rect b="b" l="l" r="r" t="t"/>
              <a:pathLst>
                <a:path extrusionOk="0" h="4170" w="10056">
                  <a:moveTo>
                    <a:pt x="3130" y="1"/>
                  </a:moveTo>
                  <a:lnTo>
                    <a:pt x="878" y="802"/>
                  </a:lnTo>
                  <a:cubicBezTo>
                    <a:pt x="354" y="983"/>
                    <a:pt x="1" y="1479"/>
                    <a:pt x="1" y="2033"/>
                  </a:cubicBezTo>
                  <a:lnTo>
                    <a:pt x="1" y="3511"/>
                  </a:lnTo>
                  <a:cubicBezTo>
                    <a:pt x="1" y="3874"/>
                    <a:pt x="296" y="4170"/>
                    <a:pt x="659" y="4170"/>
                  </a:cubicBezTo>
                  <a:lnTo>
                    <a:pt x="9398" y="4170"/>
                  </a:lnTo>
                  <a:cubicBezTo>
                    <a:pt x="9760" y="4170"/>
                    <a:pt x="10056" y="3874"/>
                    <a:pt x="10056" y="3511"/>
                  </a:cubicBezTo>
                  <a:lnTo>
                    <a:pt x="10056" y="2033"/>
                  </a:lnTo>
                  <a:cubicBezTo>
                    <a:pt x="10056" y="1479"/>
                    <a:pt x="9703" y="983"/>
                    <a:pt x="9178" y="802"/>
                  </a:cubicBezTo>
                  <a:lnTo>
                    <a:pt x="6917" y="1"/>
                  </a:lnTo>
                  <a:close/>
                </a:path>
              </a:pathLst>
            </a:custGeom>
            <a:solidFill>
              <a:srgbClr val="445D7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315" name="Google Shape;16315;p44"/>
            <p:cNvSpPr/>
            <p:nvPr/>
          </p:nvSpPr>
          <p:spPr>
            <a:xfrm>
              <a:off x="7197633" y="2920131"/>
              <a:ext cx="194633" cy="291544"/>
            </a:xfrm>
            <a:custGeom>
              <a:rect b="b" l="l" r="r" t="t"/>
              <a:pathLst>
                <a:path extrusionOk="0" h="11134" w="7433">
                  <a:moveTo>
                    <a:pt x="3712" y="1"/>
                  </a:moveTo>
                  <a:cubicBezTo>
                    <a:pt x="2405" y="1"/>
                    <a:pt x="1088" y="3054"/>
                    <a:pt x="1088" y="5458"/>
                  </a:cubicBezTo>
                  <a:lnTo>
                    <a:pt x="1088" y="6326"/>
                  </a:lnTo>
                  <a:cubicBezTo>
                    <a:pt x="1088" y="6736"/>
                    <a:pt x="897" y="7127"/>
                    <a:pt x="564" y="7375"/>
                  </a:cubicBezTo>
                  <a:cubicBezTo>
                    <a:pt x="201" y="7642"/>
                    <a:pt x="1" y="7957"/>
                    <a:pt x="1" y="8301"/>
                  </a:cubicBezTo>
                  <a:cubicBezTo>
                    <a:pt x="1" y="9264"/>
                    <a:pt x="936" y="11134"/>
                    <a:pt x="3712" y="11134"/>
                  </a:cubicBezTo>
                  <a:cubicBezTo>
                    <a:pt x="6488" y="11134"/>
                    <a:pt x="7423" y="9264"/>
                    <a:pt x="7423" y="8301"/>
                  </a:cubicBezTo>
                  <a:cubicBezTo>
                    <a:pt x="7432" y="7957"/>
                    <a:pt x="7222" y="7642"/>
                    <a:pt x="6869" y="7375"/>
                  </a:cubicBezTo>
                  <a:cubicBezTo>
                    <a:pt x="6536" y="7127"/>
                    <a:pt x="6335" y="6736"/>
                    <a:pt x="6335" y="6326"/>
                  </a:cubicBezTo>
                  <a:lnTo>
                    <a:pt x="6335" y="5458"/>
                  </a:lnTo>
                  <a:cubicBezTo>
                    <a:pt x="6335" y="3054"/>
                    <a:pt x="5028" y="1"/>
                    <a:pt x="3712" y="1"/>
                  </a:cubicBezTo>
                  <a:close/>
                </a:path>
              </a:pathLst>
            </a:custGeom>
            <a:solidFill>
              <a:srgbClr val="39516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316" name="Google Shape;16316;p44"/>
            <p:cNvSpPr/>
            <p:nvPr/>
          </p:nvSpPr>
          <p:spPr>
            <a:xfrm>
              <a:off x="7240105" y="3114240"/>
              <a:ext cx="147657" cy="96204"/>
            </a:xfrm>
            <a:custGeom>
              <a:rect b="b" l="l" r="r" t="t"/>
              <a:pathLst>
                <a:path extrusionOk="0" h="3674" w="5639">
                  <a:moveTo>
                    <a:pt x="5295" y="0"/>
                  </a:moveTo>
                  <a:cubicBezTo>
                    <a:pt x="5066" y="763"/>
                    <a:pt x="4656" y="1460"/>
                    <a:pt x="4084" y="2013"/>
                  </a:cubicBezTo>
                  <a:cubicBezTo>
                    <a:pt x="3212" y="2843"/>
                    <a:pt x="2009" y="3283"/>
                    <a:pt x="630" y="3283"/>
                  </a:cubicBezTo>
                  <a:cubicBezTo>
                    <a:pt x="424" y="3283"/>
                    <a:pt x="214" y="3273"/>
                    <a:pt x="1" y="3253"/>
                  </a:cubicBezTo>
                  <a:lnTo>
                    <a:pt x="1" y="3253"/>
                  </a:lnTo>
                  <a:cubicBezTo>
                    <a:pt x="439" y="3473"/>
                    <a:pt x="907" y="3616"/>
                    <a:pt x="1393" y="3673"/>
                  </a:cubicBezTo>
                  <a:cubicBezTo>
                    <a:pt x="2567" y="3540"/>
                    <a:pt x="3597" y="3082"/>
                    <a:pt x="4379" y="2338"/>
                  </a:cubicBezTo>
                  <a:cubicBezTo>
                    <a:pt x="4952" y="1784"/>
                    <a:pt x="5381" y="1107"/>
                    <a:pt x="5639" y="353"/>
                  </a:cubicBezTo>
                  <a:cubicBezTo>
                    <a:pt x="5543" y="220"/>
                    <a:pt x="5429" y="96"/>
                    <a:pt x="5295" y="0"/>
                  </a:cubicBezTo>
                  <a:close/>
                </a:path>
              </a:pathLst>
            </a:custGeom>
            <a:solidFill>
              <a:srgbClr val="213B5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317" name="Google Shape;16317;p44"/>
            <p:cNvSpPr/>
            <p:nvPr/>
          </p:nvSpPr>
          <p:spPr>
            <a:xfrm>
              <a:off x="7220623" y="3000074"/>
              <a:ext cx="148652" cy="125924"/>
            </a:xfrm>
            <a:custGeom>
              <a:rect b="b" l="l" r="r" t="t"/>
              <a:pathLst>
                <a:path extrusionOk="0" h="4809" w="5677">
                  <a:moveTo>
                    <a:pt x="2843" y="1"/>
                  </a:moveTo>
                  <a:cubicBezTo>
                    <a:pt x="1279" y="1"/>
                    <a:pt x="0" y="1079"/>
                    <a:pt x="0" y="2405"/>
                  </a:cubicBezTo>
                  <a:cubicBezTo>
                    <a:pt x="0" y="3731"/>
                    <a:pt x="1279" y="4809"/>
                    <a:pt x="2843" y="4809"/>
                  </a:cubicBezTo>
                  <a:cubicBezTo>
                    <a:pt x="4408" y="4809"/>
                    <a:pt x="5677" y="3731"/>
                    <a:pt x="5677" y="2405"/>
                  </a:cubicBezTo>
                  <a:cubicBezTo>
                    <a:pt x="5677" y="1079"/>
                    <a:pt x="4408" y="1"/>
                    <a:pt x="2843" y="1"/>
                  </a:cubicBezTo>
                  <a:close/>
                </a:path>
              </a:pathLst>
            </a:custGeom>
            <a:solidFill>
              <a:srgbClr val="213B5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318" name="Google Shape;16318;p44"/>
            <p:cNvSpPr/>
            <p:nvPr/>
          </p:nvSpPr>
          <p:spPr>
            <a:xfrm>
              <a:off x="7220623" y="2954355"/>
              <a:ext cx="148914" cy="142918"/>
            </a:xfrm>
            <a:custGeom>
              <a:rect b="b" l="l" r="r" t="t"/>
              <a:pathLst>
                <a:path extrusionOk="0" h="5458" w="5687">
                  <a:moveTo>
                    <a:pt x="0" y="1"/>
                  </a:moveTo>
                  <a:lnTo>
                    <a:pt x="0" y="2624"/>
                  </a:lnTo>
                  <a:cubicBezTo>
                    <a:pt x="0" y="4189"/>
                    <a:pt x="1269" y="5458"/>
                    <a:pt x="2843" y="5458"/>
                  </a:cubicBezTo>
                  <a:cubicBezTo>
                    <a:pt x="4408" y="5458"/>
                    <a:pt x="5686" y="4189"/>
                    <a:pt x="5686" y="2624"/>
                  </a:cubicBezTo>
                  <a:lnTo>
                    <a:pt x="5686" y="1"/>
                  </a:lnTo>
                  <a:close/>
                </a:path>
              </a:pathLst>
            </a:custGeom>
            <a:solidFill>
              <a:srgbClr val="ECF0F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319" name="Google Shape;16319;p44"/>
            <p:cNvSpPr/>
            <p:nvPr/>
          </p:nvSpPr>
          <p:spPr>
            <a:xfrm>
              <a:off x="7220387" y="2954355"/>
              <a:ext cx="148888" cy="143180"/>
            </a:xfrm>
            <a:custGeom>
              <a:rect b="b" l="l" r="r" t="t"/>
              <a:pathLst>
                <a:path extrusionOk="0" h="5468" w="5686">
                  <a:moveTo>
                    <a:pt x="9" y="1"/>
                  </a:moveTo>
                  <a:lnTo>
                    <a:pt x="9" y="2624"/>
                  </a:lnTo>
                  <a:cubicBezTo>
                    <a:pt x="1" y="4211"/>
                    <a:pt x="1293" y="5467"/>
                    <a:pt x="2819" y="5467"/>
                  </a:cubicBezTo>
                  <a:cubicBezTo>
                    <a:pt x="2971" y="5467"/>
                    <a:pt x="3126" y="5455"/>
                    <a:pt x="3282" y="5429"/>
                  </a:cubicBezTo>
                  <a:cubicBezTo>
                    <a:pt x="1898" y="5210"/>
                    <a:pt x="878" y="4017"/>
                    <a:pt x="887" y="2624"/>
                  </a:cubicBezTo>
                  <a:lnTo>
                    <a:pt x="887" y="2185"/>
                  </a:lnTo>
                  <a:cubicBezTo>
                    <a:pt x="887" y="1222"/>
                    <a:pt x="1669" y="440"/>
                    <a:pt x="2633" y="440"/>
                  </a:cubicBezTo>
                  <a:lnTo>
                    <a:pt x="5686" y="440"/>
                  </a:lnTo>
                  <a:lnTo>
                    <a:pt x="5686" y="1"/>
                  </a:lnTo>
                  <a:close/>
                </a:path>
              </a:pathLst>
            </a:custGeom>
            <a:solidFill>
              <a:srgbClr val="E7ECF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320" name="Google Shape;16320;p44"/>
            <p:cNvSpPr/>
            <p:nvPr/>
          </p:nvSpPr>
          <p:spPr>
            <a:xfrm>
              <a:off x="7269851" y="3045714"/>
              <a:ext cx="50747" cy="17361"/>
            </a:xfrm>
            <a:custGeom>
              <a:rect b="b" l="l" r="r" t="t"/>
              <a:pathLst>
                <a:path extrusionOk="0" h="663" w="1938">
                  <a:moveTo>
                    <a:pt x="313" y="1"/>
                  </a:moveTo>
                  <a:cubicBezTo>
                    <a:pt x="143" y="1"/>
                    <a:pt x="1" y="224"/>
                    <a:pt x="162" y="385"/>
                  </a:cubicBezTo>
                  <a:cubicBezTo>
                    <a:pt x="380" y="567"/>
                    <a:pt x="651" y="662"/>
                    <a:pt x="932" y="662"/>
                  </a:cubicBezTo>
                  <a:cubicBezTo>
                    <a:pt x="946" y="662"/>
                    <a:pt x="959" y="662"/>
                    <a:pt x="973" y="662"/>
                  </a:cubicBezTo>
                  <a:cubicBezTo>
                    <a:pt x="986" y="662"/>
                    <a:pt x="1000" y="662"/>
                    <a:pt x="1013" y="662"/>
                  </a:cubicBezTo>
                  <a:cubicBezTo>
                    <a:pt x="1295" y="662"/>
                    <a:pt x="1565" y="567"/>
                    <a:pt x="1784" y="385"/>
                  </a:cubicBezTo>
                  <a:cubicBezTo>
                    <a:pt x="1938" y="224"/>
                    <a:pt x="1793" y="1"/>
                    <a:pt x="1623" y="1"/>
                  </a:cubicBezTo>
                  <a:cubicBezTo>
                    <a:pt x="1572" y="1"/>
                    <a:pt x="1518" y="21"/>
                    <a:pt x="1469" y="70"/>
                  </a:cubicBezTo>
                  <a:cubicBezTo>
                    <a:pt x="1321" y="175"/>
                    <a:pt x="1147" y="228"/>
                    <a:pt x="972" y="228"/>
                  </a:cubicBezTo>
                  <a:cubicBezTo>
                    <a:pt x="796" y="228"/>
                    <a:pt x="620" y="175"/>
                    <a:pt x="467" y="70"/>
                  </a:cubicBezTo>
                  <a:cubicBezTo>
                    <a:pt x="418" y="21"/>
                    <a:pt x="365" y="1"/>
                    <a:pt x="313" y="1"/>
                  </a:cubicBezTo>
                  <a:close/>
                </a:path>
              </a:pathLst>
            </a:custGeom>
            <a:solidFill>
              <a:srgbClr val="DAE2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321" name="Google Shape;16321;p44"/>
            <p:cNvSpPr/>
            <p:nvPr/>
          </p:nvSpPr>
          <p:spPr>
            <a:xfrm>
              <a:off x="7255344" y="3005939"/>
              <a:ext cx="11260" cy="16889"/>
            </a:xfrm>
            <a:custGeom>
              <a:rect b="b" l="l" r="r" t="t"/>
              <a:pathLst>
                <a:path extrusionOk="0" h="645" w="430">
                  <a:moveTo>
                    <a:pt x="215" y="1"/>
                  </a:moveTo>
                  <a:cubicBezTo>
                    <a:pt x="108" y="1"/>
                    <a:pt x="0" y="72"/>
                    <a:pt x="0" y="215"/>
                  </a:cubicBezTo>
                  <a:lnTo>
                    <a:pt x="0" y="435"/>
                  </a:lnTo>
                  <a:cubicBezTo>
                    <a:pt x="0" y="549"/>
                    <a:pt x="96" y="645"/>
                    <a:pt x="210" y="645"/>
                  </a:cubicBezTo>
                  <a:cubicBezTo>
                    <a:pt x="334" y="645"/>
                    <a:pt x="430" y="549"/>
                    <a:pt x="430" y="435"/>
                  </a:cubicBezTo>
                  <a:lnTo>
                    <a:pt x="430" y="215"/>
                  </a:lnTo>
                  <a:cubicBezTo>
                    <a:pt x="430" y="72"/>
                    <a:pt x="322" y="1"/>
                    <a:pt x="215" y="1"/>
                  </a:cubicBezTo>
                  <a:close/>
                </a:path>
              </a:pathLst>
            </a:custGeom>
            <a:solidFill>
              <a:srgbClr val="213B5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322" name="Google Shape;16322;p44"/>
            <p:cNvSpPr/>
            <p:nvPr/>
          </p:nvSpPr>
          <p:spPr>
            <a:xfrm>
              <a:off x="7323792" y="3005939"/>
              <a:ext cx="11521" cy="16889"/>
            </a:xfrm>
            <a:custGeom>
              <a:rect b="b" l="l" r="r" t="t"/>
              <a:pathLst>
                <a:path extrusionOk="0" h="645" w="440">
                  <a:moveTo>
                    <a:pt x="220" y="1"/>
                  </a:moveTo>
                  <a:cubicBezTo>
                    <a:pt x="110" y="1"/>
                    <a:pt x="0" y="72"/>
                    <a:pt x="0" y="215"/>
                  </a:cubicBezTo>
                  <a:lnTo>
                    <a:pt x="0" y="435"/>
                  </a:lnTo>
                  <a:cubicBezTo>
                    <a:pt x="0" y="549"/>
                    <a:pt x="96" y="645"/>
                    <a:pt x="220" y="645"/>
                  </a:cubicBezTo>
                  <a:cubicBezTo>
                    <a:pt x="344" y="645"/>
                    <a:pt x="439" y="549"/>
                    <a:pt x="439" y="435"/>
                  </a:cubicBezTo>
                  <a:lnTo>
                    <a:pt x="439" y="215"/>
                  </a:lnTo>
                  <a:cubicBezTo>
                    <a:pt x="439" y="72"/>
                    <a:pt x="330" y="1"/>
                    <a:pt x="220" y="1"/>
                  </a:cubicBezTo>
                  <a:close/>
                </a:path>
              </a:pathLst>
            </a:custGeom>
            <a:solidFill>
              <a:srgbClr val="213B5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323" name="Google Shape;16323;p44"/>
            <p:cNvSpPr/>
            <p:nvPr/>
          </p:nvSpPr>
          <p:spPr>
            <a:xfrm>
              <a:off x="7247594" y="2988578"/>
              <a:ext cx="26761" cy="11521"/>
            </a:xfrm>
            <a:custGeom>
              <a:rect b="b" l="l" r="r" t="t"/>
              <a:pathLst>
                <a:path extrusionOk="0" h="440" w="1022">
                  <a:moveTo>
                    <a:pt x="296" y="1"/>
                  </a:moveTo>
                  <a:cubicBezTo>
                    <a:pt x="1" y="1"/>
                    <a:pt x="1" y="440"/>
                    <a:pt x="296" y="440"/>
                  </a:cubicBezTo>
                  <a:lnTo>
                    <a:pt x="726" y="440"/>
                  </a:lnTo>
                  <a:cubicBezTo>
                    <a:pt x="1021" y="440"/>
                    <a:pt x="1021" y="1"/>
                    <a:pt x="726" y="1"/>
                  </a:cubicBezTo>
                  <a:close/>
                </a:path>
              </a:pathLst>
            </a:custGeom>
            <a:solidFill>
              <a:srgbClr val="39516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324" name="Google Shape;16324;p44"/>
            <p:cNvSpPr/>
            <p:nvPr/>
          </p:nvSpPr>
          <p:spPr>
            <a:xfrm>
              <a:off x="7316303" y="2988578"/>
              <a:ext cx="26499" cy="11521"/>
            </a:xfrm>
            <a:custGeom>
              <a:rect b="b" l="l" r="r" t="t"/>
              <a:pathLst>
                <a:path extrusionOk="0" h="440" w="1012">
                  <a:moveTo>
                    <a:pt x="286" y="1"/>
                  </a:moveTo>
                  <a:cubicBezTo>
                    <a:pt x="0" y="1"/>
                    <a:pt x="0" y="440"/>
                    <a:pt x="286" y="440"/>
                  </a:cubicBezTo>
                  <a:lnTo>
                    <a:pt x="725" y="440"/>
                  </a:lnTo>
                  <a:cubicBezTo>
                    <a:pt x="1011" y="440"/>
                    <a:pt x="1011" y="1"/>
                    <a:pt x="725" y="1"/>
                  </a:cubicBezTo>
                  <a:close/>
                </a:path>
              </a:pathLst>
            </a:custGeom>
            <a:solidFill>
              <a:srgbClr val="39516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325" name="Google Shape;16325;p44"/>
            <p:cNvSpPr/>
            <p:nvPr/>
          </p:nvSpPr>
          <p:spPr>
            <a:xfrm>
              <a:off x="7189646" y="2880251"/>
              <a:ext cx="208852" cy="285469"/>
            </a:xfrm>
            <a:custGeom>
              <a:rect b="b" l="l" r="r" t="t"/>
              <a:pathLst>
                <a:path extrusionOk="0" h="10902" w="7976">
                  <a:moveTo>
                    <a:pt x="4017" y="0"/>
                  </a:moveTo>
                  <a:cubicBezTo>
                    <a:pt x="2066" y="0"/>
                    <a:pt x="435" y="1515"/>
                    <a:pt x="315" y="3489"/>
                  </a:cubicBezTo>
                  <a:lnTo>
                    <a:pt x="124" y="6771"/>
                  </a:lnTo>
                  <a:cubicBezTo>
                    <a:pt x="0" y="8908"/>
                    <a:pt x="1613" y="10749"/>
                    <a:pt x="3750" y="10902"/>
                  </a:cubicBezTo>
                  <a:cubicBezTo>
                    <a:pt x="2414" y="10758"/>
                    <a:pt x="1393" y="9633"/>
                    <a:pt x="1393" y="8288"/>
                  </a:cubicBezTo>
                  <a:lnTo>
                    <a:pt x="1393" y="6981"/>
                  </a:lnTo>
                  <a:cubicBezTo>
                    <a:pt x="1393" y="4577"/>
                    <a:pt x="2710" y="1524"/>
                    <a:pt x="4017" y="1524"/>
                  </a:cubicBezTo>
                  <a:cubicBezTo>
                    <a:pt x="5333" y="1524"/>
                    <a:pt x="6640" y="4577"/>
                    <a:pt x="6640" y="6981"/>
                  </a:cubicBezTo>
                  <a:lnTo>
                    <a:pt x="6640" y="9098"/>
                  </a:lnTo>
                  <a:cubicBezTo>
                    <a:pt x="6640" y="9287"/>
                    <a:pt x="6795" y="9405"/>
                    <a:pt x="6951" y="9405"/>
                  </a:cubicBezTo>
                  <a:cubicBezTo>
                    <a:pt x="7041" y="9405"/>
                    <a:pt x="7131" y="9366"/>
                    <a:pt x="7194" y="9280"/>
                  </a:cubicBezTo>
                  <a:cubicBezTo>
                    <a:pt x="7718" y="8555"/>
                    <a:pt x="7976" y="7667"/>
                    <a:pt x="7928" y="6771"/>
                  </a:cubicBezTo>
                  <a:lnTo>
                    <a:pt x="7737" y="3584"/>
                  </a:lnTo>
                  <a:cubicBezTo>
                    <a:pt x="7613" y="1686"/>
                    <a:pt x="6135" y="112"/>
                    <a:pt x="4246" y="7"/>
                  </a:cubicBezTo>
                  <a:cubicBezTo>
                    <a:pt x="4169" y="2"/>
                    <a:pt x="4093" y="0"/>
                    <a:pt x="4017" y="0"/>
                  </a:cubicBezTo>
                  <a:close/>
                </a:path>
              </a:pathLst>
            </a:custGeom>
            <a:solidFill>
              <a:srgbClr val="788A9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6326" name="Google Shape;16326;p44"/>
          <p:cNvGrpSpPr/>
          <p:nvPr/>
        </p:nvGrpSpPr>
        <p:grpSpPr>
          <a:xfrm>
            <a:off x="6712032" y="2727772"/>
            <a:ext cx="263316" cy="354493"/>
            <a:chOff x="6712032" y="2880172"/>
            <a:chExt cx="263316" cy="354493"/>
          </a:xfrm>
        </p:grpSpPr>
        <p:sp>
          <p:nvSpPr>
            <p:cNvPr id="16327" name="Google Shape;16327;p44"/>
            <p:cNvSpPr/>
            <p:nvPr/>
          </p:nvSpPr>
          <p:spPr>
            <a:xfrm>
              <a:off x="6729995" y="2880172"/>
              <a:ext cx="227600" cy="209113"/>
            </a:xfrm>
            <a:custGeom>
              <a:rect b="b" l="l" r="r" t="t"/>
              <a:pathLst>
                <a:path extrusionOk="0" h="7986" w="8692">
                  <a:moveTo>
                    <a:pt x="4351" y="0"/>
                  </a:moveTo>
                  <a:cubicBezTo>
                    <a:pt x="2825" y="0"/>
                    <a:pt x="640" y="1078"/>
                    <a:pt x="640" y="3273"/>
                  </a:cubicBezTo>
                  <a:lnTo>
                    <a:pt x="640" y="5839"/>
                  </a:lnTo>
                  <a:cubicBezTo>
                    <a:pt x="640" y="6278"/>
                    <a:pt x="373" y="6449"/>
                    <a:pt x="182" y="6516"/>
                  </a:cubicBezTo>
                  <a:cubicBezTo>
                    <a:pt x="68" y="6545"/>
                    <a:pt x="1" y="6678"/>
                    <a:pt x="39" y="6793"/>
                  </a:cubicBezTo>
                  <a:cubicBezTo>
                    <a:pt x="139" y="7057"/>
                    <a:pt x="387" y="7425"/>
                    <a:pt x="981" y="7425"/>
                  </a:cubicBezTo>
                  <a:cubicBezTo>
                    <a:pt x="1010" y="7425"/>
                    <a:pt x="1039" y="7424"/>
                    <a:pt x="1069" y="7422"/>
                  </a:cubicBezTo>
                  <a:cubicBezTo>
                    <a:pt x="1338" y="7780"/>
                    <a:pt x="1751" y="7985"/>
                    <a:pt x="2186" y="7985"/>
                  </a:cubicBezTo>
                  <a:cubicBezTo>
                    <a:pt x="2262" y="7985"/>
                    <a:pt x="2338" y="7979"/>
                    <a:pt x="2415" y="7966"/>
                  </a:cubicBezTo>
                  <a:cubicBezTo>
                    <a:pt x="2806" y="7909"/>
                    <a:pt x="3206" y="7871"/>
                    <a:pt x="3607" y="7861"/>
                  </a:cubicBezTo>
                  <a:lnTo>
                    <a:pt x="5095" y="7861"/>
                  </a:lnTo>
                  <a:cubicBezTo>
                    <a:pt x="5486" y="7871"/>
                    <a:pt x="5887" y="7909"/>
                    <a:pt x="6288" y="7966"/>
                  </a:cubicBezTo>
                  <a:cubicBezTo>
                    <a:pt x="6363" y="7979"/>
                    <a:pt x="6438" y="7985"/>
                    <a:pt x="6513" y="7985"/>
                  </a:cubicBezTo>
                  <a:cubicBezTo>
                    <a:pt x="6942" y="7985"/>
                    <a:pt x="7355" y="7780"/>
                    <a:pt x="7623" y="7422"/>
                  </a:cubicBezTo>
                  <a:cubicBezTo>
                    <a:pt x="7654" y="7424"/>
                    <a:pt x="7684" y="7425"/>
                    <a:pt x="7712" y="7425"/>
                  </a:cubicBezTo>
                  <a:cubicBezTo>
                    <a:pt x="8314" y="7425"/>
                    <a:pt x="8554" y="7057"/>
                    <a:pt x="8654" y="6793"/>
                  </a:cubicBezTo>
                  <a:cubicBezTo>
                    <a:pt x="8692" y="6678"/>
                    <a:pt x="8635" y="6545"/>
                    <a:pt x="8511" y="6516"/>
                  </a:cubicBezTo>
                  <a:cubicBezTo>
                    <a:pt x="8320" y="6440"/>
                    <a:pt x="8062" y="6268"/>
                    <a:pt x="8062" y="5829"/>
                  </a:cubicBezTo>
                  <a:lnTo>
                    <a:pt x="8062" y="2834"/>
                  </a:lnTo>
                  <a:cubicBezTo>
                    <a:pt x="8062" y="1718"/>
                    <a:pt x="7232" y="792"/>
                    <a:pt x="6126" y="659"/>
                  </a:cubicBezTo>
                  <a:cubicBezTo>
                    <a:pt x="5992" y="649"/>
                    <a:pt x="5868" y="582"/>
                    <a:pt x="5792" y="477"/>
                  </a:cubicBezTo>
                  <a:cubicBezTo>
                    <a:pt x="5582" y="163"/>
                    <a:pt x="5095" y="0"/>
                    <a:pt x="4351" y="0"/>
                  </a:cubicBezTo>
                  <a:close/>
                </a:path>
              </a:pathLst>
            </a:custGeom>
            <a:solidFill>
              <a:srgbClr val="D4DDE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328" name="Google Shape;16328;p44"/>
            <p:cNvSpPr/>
            <p:nvPr/>
          </p:nvSpPr>
          <p:spPr>
            <a:xfrm>
              <a:off x="6843926" y="2880172"/>
              <a:ext cx="113669" cy="209009"/>
            </a:xfrm>
            <a:custGeom>
              <a:rect b="b" l="l" r="r" t="t"/>
              <a:pathLst>
                <a:path extrusionOk="0" h="7982" w="4341">
                  <a:moveTo>
                    <a:pt x="0" y="0"/>
                  </a:moveTo>
                  <a:lnTo>
                    <a:pt x="0" y="7861"/>
                  </a:lnTo>
                  <a:lnTo>
                    <a:pt x="744" y="7861"/>
                  </a:lnTo>
                  <a:cubicBezTo>
                    <a:pt x="1145" y="7861"/>
                    <a:pt x="1546" y="7899"/>
                    <a:pt x="1937" y="7966"/>
                  </a:cubicBezTo>
                  <a:cubicBezTo>
                    <a:pt x="2007" y="7977"/>
                    <a:pt x="2077" y="7982"/>
                    <a:pt x="2147" y="7982"/>
                  </a:cubicBezTo>
                  <a:cubicBezTo>
                    <a:pt x="2588" y="7982"/>
                    <a:pt x="3009" y="7777"/>
                    <a:pt x="3272" y="7422"/>
                  </a:cubicBezTo>
                  <a:cubicBezTo>
                    <a:pt x="3296" y="7423"/>
                    <a:pt x="3318" y="7424"/>
                    <a:pt x="3341" y="7424"/>
                  </a:cubicBezTo>
                  <a:cubicBezTo>
                    <a:pt x="3959" y="7424"/>
                    <a:pt x="4211" y="7050"/>
                    <a:pt x="4303" y="6783"/>
                  </a:cubicBezTo>
                  <a:cubicBezTo>
                    <a:pt x="4341" y="6669"/>
                    <a:pt x="4284" y="6545"/>
                    <a:pt x="4160" y="6507"/>
                  </a:cubicBezTo>
                  <a:cubicBezTo>
                    <a:pt x="3969" y="6440"/>
                    <a:pt x="3711" y="6268"/>
                    <a:pt x="3711" y="5829"/>
                  </a:cubicBezTo>
                  <a:lnTo>
                    <a:pt x="3711" y="2834"/>
                  </a:lnTo>
                  <a:cubicBezTo>
                    <a:pt x="3711" y="1718"/>
                    <a:pt x="2881" y="792"/>
                    <a:pt x="1775" y="659"/>
                  </a:cubicBezTo>
                  <a:cubicBezTo>
                    <a:pt x="1641" y="649"/>
                    <a:pt x="1517" y="582"/>
                    <a:pt x="1441" y="477"/>
                  </a:cubicBezTo>
                  <a:cubicBezTo>
                    <a:pt x="1231" y="163"/>
                    <a:pt x="744" y="0"/>
                    <a:pt x="0" y="0"/>
                  </a:cubicBezTo>
                  <a:close/>
                </a:path>
              </a:pathLst>
            </a:custGeom>
            <a:solidFill>
              <a:srgbClr val="DAE2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329" name="Google Shape;16329;p44"/>
            <p:cNvSpPr/>
            <p:nvPr/>
          </p:nvSpPr>
          <p:spPr>
            <a:xfrm>
              <a:off x="6712032" y="3118980"/>
              <a:ext cx="263316" cy="115685"/>
            </a:xfrm>
            <a:custGeom>
              <a:rect b="b" l="l" r="r" t="t"/>
              <a:pathLst>
                <a:path extrusionOk="0" h="4418" w="10056">
                  <a:moveTo>
                    <a:pt x="6564" y="1"/>
                  </a:moveTo>
                  <a:lnTo>
                    <a:pt x="6564" y="373"/>
                  </a:lnTo>
                  <a:cubicBezTo>
                    <a:pt x="6564" y="1279"/>
                    <a:pt x="5829" y="2013"/>
                    <a:pt x="4923" y="2013"/>
                  </a:cubicBezTo>
                  <a:cubicBezTo>
                    <a:pt x="4016" y="2013"/>
                    <a:pt x="3282" y="1279"/>
                    <a:pt x="3282" y="373"/>
                  </a:cubicBezTo>
                  <a:lnTo>
                    <a:pt x="3282" y="182"/>
                  </a:lnTo>
                  <a:cubicBezTo>
                    <a:pt x="3234" y="210"/>
                    <a:pt x="3186" y="239"/>
                    <a:pt x="3139" y="258"/>
                  </a:cubicBezTo>
                  <a:lnTo>
                    <a:pt x="878" y="1050"/>
                  </a:lnTo>
                  <a:cubicBezTo>
                    <a:pt x="353" y="1231"/>
                    <a:pt x="0" y="1727"/>
                    <a:pt x="0" y="2290"/>
                  </a:cubicBezTo>
                  <a:lnTo>
                    <a:pt x="0" y="3759"/>
                  </a:lnTo>
                  <a:cubicBezTo>
                    <a:pt x="0" y="4122"/>
                    <a:pt x="296" y="4418"/>
                    <a:pt x="658" y="4418"/>
                  </a:cubicBezTo>
                  <a:lnTo>
                    <a:pt x="9397" y="4418"/>
                  </a:lnTo>
                  <a:cubicBezTo>
                    <a:pt x="9759" y="4418"/>
                    <a:pt x="10055" y="4122"/>
                    <a:pt x="10055" y="3759"/>
                  </a:cubicBezTo>
                  <a:lnTo>
                    <a:pt x="10055" y="2281"/>
                  </a:lnTo>
                  <a:cubicBezTo>
                    <a:pt x="10055" y="1727"/>
                    <a:pt x="9702" y="1231"/>
                    <a:pt x="9177" y="1050"/>
                  </a:cubicBezTo>
                  <a:lnTo>
                    <a:pt x="6926" y="258"/>
                  </a:lnTo>
                  <a:cubicBezTo>
                    <a:pt x="6783" y="201"/>
                    <a:pt x="6659" y="115"/>
                    <a:pt x="6564" y="1"/>
                  </a:cubicBezTo>
                  <a:close/>
                </a:path>
              </a:pathLst>
            </a:custGeom>
            <a:solidFill>
              <a:srgbClr val="909DA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330" name="Google Shape;16330;p44"/>
            <p:cNvSpPr/>
            <p:nvPr/>
          </p:nvSpPr>
          <p:spPr>
            <a:xfrm>
              <a:off x="6768487" y="3118980"/>
              <a:ext cx="150407" cy="81802"/>
            </a:xfrm>
            <a:custGeom>
              <a:rect b="b" l="l" r="r" t="t"/>
              <a:pathLst>
                <a:path extrusionOk="0" h="3124" w="5744">
                  <a:moveTo>
                    <a:pt x="4398" y="1"/>
                  </a:moveTo>
                  <a:lnTo>
                    <a:pt x="4398" y="373"/>
                  </a:lnTo>
                  <a:cubicBezTo>
                    <a:pt x="4398" y="1279"/>
                    <a:pt x="3663" y="2013"/>
                    <a:pt x="2767" y="2013"/>
                  </a:cubicBezTo>
                  <a:cubicBezTo>
                    <a:pt x="1860" y="2013"/>
                    <a:pt x="1126" y="1279"/>
                    <a:pt x="1126" y="373"/>
                  </a:cubicBezTo>
                  <a:lnTo>
                    <a:pt x="1126" y="182"/>
                  </a:lnTo>
                  <a:cubicBezTo>
                    <a:pt x="1078" y="210"/>
                    <a:pt x="1030" y="230"/>
                    <a:pt x="973" y="249"/>
                  </a:cubicBezTo>
                  <a:lnTo>
                    <a:pt x="0" y="602"/>
                  </a:lnTo>
                  <a:cubicBezTo>
                    <a:pt x="10" y="1183"/>
                    <a:pt x="124" y="1775"/>
                    <a:pt x="353" y="2319"/>
                  </a:cubicBezTo>
                  <a:cubicBezTo>
                    <a:pt x="558" y="2816"/>
                    <a:pt x="1037" y="3124"/>
                    <a:pt x="1553" y="3124"/>
                  </a:cubicBezTo>
                  <a:cubicBezTo>
                    <a:pt x="1661" y="3124"/>
                    <a:pt x="1770" y="3110"/>
                    <a:pt x="1879" y="3082"/>
                  </a:cubicBezTo>
                  <a:lnTo>
                    <a:pt x="2872" y="2834"/>
                  </a:lnTo>
                  <a:lnTo>
                    <a:pt x="3864" y="3082"/>
                  </a:lnTo>
                  <a:cubicBezTo>
                    <a:pt x="3973" y="3110"/>
                    <a:pt x="4083" y="3124"/>
                    <a:pt x="4191" y="3124"/>
                  </a:cubicBezTo>
                  <a:cubicBezTo>
                    <a:pt x="4709" y="3124"/>
                    <a:pt x="5195" y="2816"/>
                    <a:pt x="5400" y="2319"/>
                  </a:cubicBezTo>
                  <a:cubicBezTo>
                    <a:pt x="5619" y="1775"/>
                    <a:pt x="5743" y="1183"/>
                    <a:pt x="5743" y="602"/>
                  </a:cubicBezTo>
                  <a:lnTo>
                    <a:pt x="4761" y="249"/>
                  </a:lnTo>
                  <a:cubicBezTo>
                    <a:pt x="4627" y="201"/>
                    <a:pt x="4503" y="115"/>
                    <a:pt x="4398" y="1"/>
                  </a:cubicBezTo>
                  <a:close/>
                </a:path>
              </a:pathLst>
            </a:custGeom>
            <a:solidFill>
              <a:srgbClr val="6F809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331" name="Google Shape;16331;p44"/>
            <p:cNvSpPr/>
            <p:nvPr/>
          </p:nvSpPr>
          <p:spPr>
            <a:xfrm>
              <a:off x="6714755" y="3155953"/>
              <a:ext cx="48992" cy="78712"/>
            </a:xfrm>
            <a:custGeom>
              <a:rect b="b" l="l" r="r" t="t"/>
              <a:pathLst>
                <a:path extrusionOk="0" h="3006" w="1871">
                  <a:moveTo>
                    <a:pt x="239" y="0"/>
                  </a:moveTo>
                  <a:cubicBezTo>
                    <a:pt x="135" y="105"/>
                    <a:pt x="58" y="239"/>
                    <a:pt x="1" y="373"/>
                  </a:cubicBezTo>
                  <a:lnTo>
                    <a:pt x="1193" y="1393"/>
                  </a:lnTo>
                  <a:cubicBezTo>
                    <a:pt x="1337" y="1517"/>
                    <a:pt x="1422" y="1699"/>
                    <a:pt x="1422" y="1889"/>
                  </a:cubicBezTo>
                  <a:lnTo>
                    <a:pt x="1422" y="3006"/>
                  </a:lnTo>
                  <a:lnTo>
                    <a:pt x="1871" y="3006"/>
                  </a:lnTo>
                  <a:lnTo>
                    <a:pt x="1871" y="1889"/>
                  </a:lnTo>
                  <a:cubicBezTo>
                    <a:pt x="1871" y="1575"/>
                    <a:pt x="1728" y="1269"/>
                    <a:pt x="1480" y="1059"/>
                  </a:cubicBezTo>
                  <a:lnTo>
                    <a:pt x="239" y="0"/>
                  </a:lnTo>
                  <a:close/>
                </a:path>
              </a:pathLst>
            </a:custGeom>
            <a:solidFill>
              <a:srgbClr val="6F809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332" name="Google Shape;16332;p44"/>
            <p:cNvSpPr/>
            <p:nvPr/>
          </p:nvSpPr>
          <p:spPr>
            <a:xfrm>
              <a:off x="6923842" y="3155953"/>
              <a:ext cx="48992" cy="78712"/>
            </a:xfrm>
            <a:custGeom>
              <a:rect b="b" l="l" r="r" t="t"/>
              <a:pathLst>
                <a:path extrusionOk="0" h="3006" w="1871">
                  <a:moveTo>
                    <a:pt x="1632" y="0"/>
                  </a:moveTo>
                  <a:lnTo>
                    <a:pt x="383" y="1059"/>
                  </a:lnTo>
                  <a:cubicBezTo>
                    <a:pt x="144" y="1269"/>
                    <a:pt x="1" y="1575"/>
                    <a:pt x="1" y="1889"/>
                  </a:cubicBezTo>
                  <a:lnTo>
                    <a:pt x="1" y="3006"/>
                  </a:lnTo>
                  <a:lnTo>
                    <a:pt x="449" y="3006"/>
                  </a:lnTo>
                  <a:lnTo>
                    <a:pt x="449" y="1889"/>
                  </a:lnTo>
                  <a:cubicBezTo>
                    <a:pt x="440" y="1699"/>
                    <a:pt x="526" y="1517"/>
                    <a:pt x="678" y="1393"/>
                  </a:cubicBezTo>
                  <a:lnTo>
                    <a:pt x="1871" y="373"/>
                  </a:lnTo>
                  <a:cubicBezTo>
                    <a:pt x="1814" y="239"/>
                    <a:pt x="1728" y="105"/>
                    <a:pt x="1632" y="0"/>
                  </a:cubicBezTo>
                  <a:close/>
                </a:path>
              </a:pathLst>
            </a:custGeom>
            <a:solidFill>
              <a:srgbClr val="6F809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333" name="Google Shape;16333;p44"/>
            <p:cNvSpPr/>
            <p:nvPr/>
          </p:nvSpPr>
          <p:spPr>
            <a:xfrm>
              <a:off x="6778961" y="3108741"/>
              <a:ext cx="129432" cy="80650"/>
            </a:xfrm>
            <a:custGeom>
              <a:rect b="b" l="l" r="r" t="t"/>
              <a:pathLst>
                <a:path extrusionOk="0" h="3080" w="4943">
                  <a:moveTo>
                    <a:pt x="1165" y="0"/>
                  </a:moveTo>
                  <a:lnTo>
                    <a:pt x="344" y="287"/>
                  </a:lnTo>
                  <a:cubicBezTo>
                    <a:pt x="172" y="344"/>
                    <a:pt x="58" y="496"/>
                    <a:pt x="48" y="678"/>
                  </a:cubicBezTo>
                  <a:cubicBezTo>
                    <a:pt x="1" y="1307"/>
                    <a:pt x="115" y="1947"/>
                    <a:pt x="354" y="2538"/>
                  </a:cubicBezTo>
                  <a:cubicBezTo>
                    <a:pt x="497" y="2871"/>
                    <a:pt x="818" y="3079"/>
                    <a:pt x="1163" y="3079"/>
                  </a:cubicBezTo>
                  <a:cubicBezTo>
                    <a:pt x="1233" y="3079"/>
                    <a:pt x="1304" y="3071"/>
                    <a:pt x="1375" y="3053"/>
                  </a:cubicBezTo>
                  <a:lnTo>
                    <a:pt x="2472" y="2777"/>
                  </a:lnTo>
                  <a:lnTo>
                    <a:pt x="3578" y="3053"/>
                  </a:lnTo>
                  <a:cubicBezTo>
                    <a:pt x="3649" y="3071"/>
                    <a:pt x="3720" y="3079"/>
                    <a:pt x="3789" y="3079"/>
                  </a:cubicBezTo>
                  <a:cubicBezTo>
                    <a:pt x="4135" y="3079"/>
                    <a:pt x="4456" y="2871"/>
                    <a:pt x="4599" y="2538"/>
                  </a:cubicBezTo>
                  <a:cubicBezTo>
                    <a:pt x="4838" y="1947"/>
                    <a:pt x="4942" y="1307"/>
                    <a:pt x="4904" y="678"/>
                  </a:cubicBezTo>
                  <a:cubicBezTo>
                    <a:pt x="4895" y="496"/>
                    <a:pt x="4780" y="344"/>
                    <a:pt x="4609" y="287"/>
                  </a:cubicBezTo>
                  <a:lnTo>
                    <a:pt x="3788" y="0"/>
                  </a:lnTo>
                  <a:lnTo>
                    <a:pt x="3788" y="649"/>
                  </a:lnTo>
                  <a:cubicBezTo>
                    <a:pt x="3788" y="1374"/>
                    <a:pt x="3206" y="1966"/>
                    <a:pt x="2481" y="1966"/>
                  </a:cubicBezTo>
                  <a:cubicBezTo>
                    <a:pt x="1756" y="1966"/>
                    <a:pt x="1165" y="1374"/>
                    <a:pt x="1165" y="649"/>
                  </a:cubicBezTo>
                  <a:lnTo>
                    <a:pt x="1165" y="0"/>
                  </a:lnTo>
                  <a:close/>
                </a:path>
              </a:pathLst>
            </a:custGeom>
            <a:solidFill>
              <a:srgbClr val="E7E9E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334" name="Google Shape;16334;p44"/>
            <p:cNvSpPr/>
            <p:nvPr/>
          </p:nvSpPr>
          <p:spPr>
            <a:xfrm>
              <a:off x="6878149" y="3108479"/>
              <a:ext cx="26" cy="288"/>
            </a:xfrm>
            <a:custGeom>
              <a:rect b="b" l="l" r="r" t="t"/>
              <a:pathLst>
                <a:path extrusionOk="0" h="11" w="1">
                  <a:moveTo>
                    <a:pt x="0" y="10"/>
                  </a:moveTo>
                  <a:lnTo>
                    <a:pt x="0" y="10"/>
                  </a:lnTo>
                  <a:lnTo>
                    <a:pt x="0" y="1"/>
                  </a:lnTo>
                  <a:close/>
                </a:path>
              </a:pathLst>
            </a:custGeom>
            <a:solidFill>
              <a:srgbClr val="F1F4F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335" name="Google Shape;16335;p44"/>
            <p:cNvSpPr/>
            <p:nvPr/>
          </p:nvSpPr>
          <p:spPr>
            <a:xfrm>
              <a:off x="6809440" y="3108479"/>
              <a:ext cx="26" cy="288"/>
            </a:xfrm>
            <a:custGeom>
              <a:rect b="b" l="l" r="r" t="t"/>
              <a:pathLst>
                <a:path extrusionOk="0" h="11" w="1">
                  <a:moveTo>
                    <a:pt x="1" y="1"/>
                  </a:moveTo>
                  <a:lnTo>
                    <a:pt x="1" y="10"/>
                  </a:lnTo>
                  <a:lnTo>
                    <a:pt x="1" y="10"/>
                  </a:lnTo>
                  <a:close/>
                </a:path>
              </a:pathLst>
            </a:custGeom>
            <a:solidFill>
              <a:srgbClr val="F1F4F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336" name="Google Shape;16336;p44"/>
            <p:cNvSpPr/>
            <p:nvPr/>
          </p:nvSpPr>
          <p:spPr>
            <a:xfrm>
              <a:off x="6797945" y="3108741"/>
              <a:ext cx="91464" cy="62975"/>
            </a:xfrm>
            <a:custGeom>
              <a:rect b="b" l="l" r="r" t="t"/>
              <a:pathLst>
                <a:path extrusionOk="0" h="2405" w="3493">
                  <a:moveTo>
                    <a:pt x="440" y="0"/>
                  </a:moveTo>
                  <a:lnTo>
                    <a:pt x="1" y="153"/>
                  </a:lnTo>
                  <a:lnTo>
                    <a:pt x="1" y="659"/>
                  </a:lnTo>
                  <a:cubicBezTo>
                    <a:pt x="1" y="1622"/>
                    <a:pt x="783" y="2404"/>
                    <a:pt x="1747" y="2404"/>
                  </a:cubicBezTo>
                  <a:cubicBezTo>
                    <a:pt x="2710" y="2404"/>
                    <a:pt x="3492" y="1622"/>
                    <a:pt x="3492" y="659"/>
                  </a:cubicBezTo>
                  <a:lnTo>
                    <a:pt x="3492" y="153"/>
                  </a:lnTo>
                  <a:lnTo>
                    <a:pt x="3063" y="0"/>
                  </a:lnTo>
                  <a:lnTo>
                    <a:pt x="3063" y="649"/>
                  </a:lnTo>
                  <a:cubicBezTo>
                    <a:pt x="3063" y="1374"/>
                    <a:pt x="2472" y="1966"/>
                    <a:pt x="1747" y="1966"/>
                  </a:cubicBezTo>
                  <a:cubicBezTo>
                    <a:pt x="1022" y="1966"/>
                    <a:pt x="440" y="1374"/>
                    <a:pt x="440" y="649"/>
                  </a:cubicBezTo>
                  <a:lnTo>
                    <a:pt x="440" y="0"/>
                  </a:ln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337" name="Google Shape;16337;p44"/>
            <p:cNvSpPr/>
            <p:nvPr/>
          </p:nvSpPr>
          <p:spPr>
            <a:xfrm>
              <a:off x="6809440" y="3080252"/>
              <a:ext cx="68736" cy="79969"/>
            </a:xfrm>
            <a:custGeom>
              <a:rect b="b" l="l" r="r" t="t"/>
              <a:pathLst>
                <a:path extrusionOk="0" h="3054" w="2625">
                  <a:moveTo>
                    <a:pt x="1" y="1"/>
                  </a:moveTo>
                  <a:lnTo>
                    <a:pt x="1" y="1747"/>
                  </a:lnTo>
                  <a:cubicBezTo>
                    <a:pt x="1" y="2472"/>
                    <a:pt x="583" y="3054"/>
                    <a:pt x="1308" y="3054"/>
                  </a:cubicBezTo>
                  <a:cubicBezTo>
                    <a:pt x="2033" y="3054"/>
                    <a:pt x="2624" y="2472"/>
                    <a:pt x="2624" y="1747"/>
                  </a:cubicBezTo>
                  <a:lnTo>
                    <a:pt x="2624" y="1"/>
                  </a:lnTo>
                  <a:close/>
                </a:path>
              </a:pathLst>
            </a:custGeom>
            <a:solidFill>
              <a:srgbClr val="F2F4F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338" name="Google Shape;16338;p44"/>
            <p:cNvSpPr/>
            <p:nvPr/>
          </p:nvSpPr>
          <p:spPr>
            <a:xfrm>
              <a:off x="6809440" y="3080252"/>
              <a:ext cx="68736" cy="28568"/>
            </a:xfrm>
            <a:custGeom>
              <a:rect b="b" l="l" r="r" t="t"/>
              <a:pathLst>
                <a:path extrusionOk="0" h="1091" w="2625">
                  <a:moveTo>
                    <a:pt x="1" y="1"/>
                  </a:moveTo>
                  <a:lnTo>
                    <a:pt x="1" y="812"/>
                  </a:lnTo>
                  <a:cubicBezTo>
                    <a:pt x="416" y="998"/>
                    <a:pt x="862" y="1091"/>
                    <a:pt x="1309" y="1091"/>
                  </a:cubicBezTo>
                  <a:cubicBezTo>
                    <a:pt x="1756" y="1091"/>
                    <a:pt x="2204" y="998"/>
                    <a:pt x="2624" y="812"/>
                  </a:cubicBezTo>
                  <a:lnTo>
                    <a:pt x="2624" y="1"/>
                  </a:lnTo>
                  <a:close/>
                </a:path>
              </a:pathLst>
            </a:custGeom>
            <a:solidFill>
              <a:srgbClr val="EEF1F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339" name="Google Shape;16339;p44"/>
            <p:cNvSpPr/>
            <p:nvPr/>
          </p:nvSpPr>
          <p:spPr>
            <a:xfrm>
              <a:off x="6747251" y="2920131"/>
              <a:ext cx="192617" cy="177142"/>
            </a:xfrm>
            <a:custGeom>
              <a:rect b="b" l="l" r="r" t="t"/>
              <a:pathLst>
                <a:path extrusionOk="0" h="6765" w="7356">
                  <a:moveTo>
                    <a:pt x="840" y="1"/>
                  </a:moveTo>
                  <a:lnTo>
                    <a:pt x="840" y="3054"/>
                  </a:lnTo>
                  <a:lnTo>
                    <a:pt x="735" y="3054"/>
                  </a:lnTo>
                  <a:cubicBezTo>
                    <a:pt x="0" y="3054"/>
                    <a:pt x="0" y="4151"/>
                    <a:pt x="735" y="4151"/>
                  </a:cubicBezTo>
                  <a:lnTo>
                    <a:pt x="849" y="4151"/>
                  </a:lnTo>
                  <a:cubicBezTo>
                    <a:pt x="964" y="5629"/>
                    <a:pt x="2194" y="6765"/>
                    <a:pt x="3683" y="6765"/>
                  </a:cubicBezTo>
                  <a:cubicBezTo>
                    <a:pt x="5161" y="6765"/>
                    <a:pt x="6392" y="5629"/>
                    <a:pt x="6506" y="4151"/>
                  </a:cubicBezTo>
                  <a:lnTo>
                    <a:pt x="6630" y="4151"/>
                  </a:lnTo>
                  <a:cubicBezTo>
                    <a:pt x="7355" y="4151"/>
                    <a:pt x="7355" y="3054"/>
                    <a:pt x="6630" y="3054"/>
                  </a:cubicBezTo>
                  <a:lnTo>
                    <a:pt x="6526" y="3054"/>
                  </a:lnTo>
                  <a:lnTo>
                    <a:pt x="6526" y="2615"/>
                  </a:lnTo>
                  <a:cubicBezTo>
                    <a:pt x="6526" y="1804"/>
                    <a:pt x="5428" y="1308"/>
                    <a:pt x="4780" y="220"/>
                  </a:cubicBezTo>
                  <a:lnTo>
                    <a:pt x="4780" y="1"/>
                  </a:lnTo>
                  <a:close/>
                </a:path>
              </a:pathLst>
            </a:custGeom>
            <a:solidFill>
              <a:srgbClr val="F6F8F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340" name="Google Shape;16340;p44"/>
            <p:cNvSpPr/>
            <p:nvPr/>
          </p:nvSpPr>
          <p:spPr>
            <a:xfrm>
              <a:off x="6751231" y="2920131"/>
              <a:ext cx="130689" cy="177377"/>
            </a:xfrm>
            <a:custGeom>
              <a:rect b="b" l="l" r="r" t="t"/>
              <a:pathLst>
                <a:path extrusionOk="0" h="6774" w="4991">
                  <a:moveTo>
                    <a:pt x="688" y="1"/>
                  </a:moveTo>
                  <a:lnTo>
                    <a:pt x="688" y="3054"/>
                  </a:lnTo>
                  <a:lnTo>
                    <a:pt x="611" y="3054"/>
                  </a:lnTo>
                  <a:cubicBezTo>
                    <a:pt x="605" y="3053"/>
                    <a:pt x="599" y="3053"/>
                    <a:pt x="593" y="3053"/>
                  </a:cubicBezTo>
                  <a:cubicBezTo>
                    <a:pt x="315" y="3053"/>
                    <a:pt x="76" y="3269"/>
                    <a:pt x="39" y="3550"/>
                  </a:cubicBezTo>
                  <a:cubicBezTo>
                    <a:pt x="1" y="3864"/>
                    <a:pt x="258" y="4151"/>
                    <a:pt x="583" y="4151"/>
                  </a:cubicBezTo>
                  <a:lnTo>
                    <a:pt x="697" y="4151"/>
                  </a:lnTo>
                  <a:cubicBezTo>
                    <a:pt x="810" y="5646"/>
                    <a:pt x="2057" y="6773"/>
                    <a:pt x="3511" y="6773"/>
                  </a:cubicBezTo>
                  <a:cubicBezTo>
                    <a:pt x="3662" y="6773"/>
                    <a:pt x="3815" y="6761"/>
                    <a:pt x="3969" y="6736"/>
                  </a:cubicBezTo>
                  <a:cubicBezTo>
                    <a:pt x="2586" y="6517"/>
                    <a:pt x="1565" y="5324"/>
                    <a:pt x="1565" y="3931"/>
                  </a:cubicBezTo>
                  <a:lnTo>
                    <a:pt x="1565" y="2691"/>
                  </a:lnTo>
                  <a:cubicBezTo>
                    <a:pt x="1565" y="2357"/>
                    <a:pt x="1766" y="2042"/>
                    <a:pt x="2071" y="1899"/>
                  </a:cubicBezTo>
                  <a:cubicBezTo>
                    <a:pt x="2472" y="1718"/>
                    <a:pt x="2882" y="1575"/>
                    <a:pt x="3311" y="1441"/>
                  </a:cubicBezTo>
                  <a:cubicBezTo>
                    <a:pt x="3960" y="1231"/>
                    <a:pt x="4570" y="1031"/>
                    <a:pt x="4990" y="726"/>
                  </a:cubicBezTo>
                  <a:cubicBezTo>
                    <a:pt x="4857" y="564"/>
                    <a:pt x="4733" y="392"/>
                    <a:pt x="4628" y="220"/>
                  </a:cubicBezTo>
                  <a:lnTo>
                    <a:pt x="4628" y="1"/>
                  </a:lnTo>
                  <a:close/>
                </a:path>
              </a:pathLst>
            </a:custGeom>
            <a:solidFill>
              <a:srgbClr val="F2F4F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341" name="Google Shape;16341;p44"/>
            <p:cNvSpPr/>
            <p:nvPr/>
          </p:nvSpPr>
          <p:spPr>
            <a:xfrm>
              <a:off x="6818474" y="3045714"/>
              <a:ext cx="50668" cy="17361"/>
            </a:xfrm>
            <a:custGeom>
              <a:rect b="b" l="l" r="r" t="t"/>
              <a:pathLst>
                <a:path extrusionOk="0" h="663" w="1935">
                  <a:moveTo>
                    <a:pt x="312" y="1"/>
                  </a:moveTo>
                  <a:cubicBezTo>
                    <a:pt x="143" y="1"/>
                    <a:pt x="0" y="224"/>
                    <a:pt x="161" y="385"/>
                  </a:cubicBezTo>
                  <a:cubicBezTo>
                    <a:pt x="371" y="567"/>
                    <a:pt x="641" y="662"/>
                    <a:pt x="922" y="662"/>
                  </a:cubicBezTo>
                  <a:cubicBezTo>
                    <a:pt x="936" y="662"/>
                    <a:pt x="949" y="662"/>
                    <a:pt x="963" y="662"/>
                  </a:cubicBezTo>
                  <a:cubicBezTo>
                    <a:pt x="976" y="662"/>
                    <a:pt x="990" y="662"/>
                    <a:pt x="1003" y="662"/>
                  </a:cubicBezTo>
                  <a:cubicBezTo>
                    <a:pt x="1284" y="662"/>
                    <a:pt x="1555" y="567"/>
                    <a:pt x="1774" y="385"/>
                  </a:cubicBezTo>
                  <a:cubicBezTo>
                    <a:pt x="1935" y="224"/>
                    <a:pt x="1792" y="1"/>
                    <a:pt x="1622" y="1"/>
                  </a:cubicBezTo>
                  <a:cubicBezTo>
                    <a:pt x="1571" y="1"/>
                    <a:pt x="1517" y="21"/>
                    <a:pt x="1468" y="70"/>
                  </a:cubicBezTo>
                  <a:cubicBezTo>
                    <a:pt x="1316" y="175"/>
                    <a:pt x="1139" y="228"/>
                    <a:pt x="964" y="228"/>
                  </a:cubicBezTo>
                  <a:cubicBezTo>
                    <a:pt x="789" y="228"/>
                    <a:pt x="614" y="175"/>
                    <a:pt x="467" y="70"/>
                  </a:cubicBezTo>
                  <a:cubicBezTo>
                    <a:pt x="418" y="21"/>
                    <a:pt x="364" y="1"/>
                    <a:pt x="312" y="1"/>
                  </a:cubicBezTo>
                  <a:close/>
                </a:path>
              </a:pathLst>
            </a:custGeom>
            <a:solidFill>
              <a:srgbClr val="E7ECF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342" name="Google Shape;16342;p44"/>
            <p:cNvSpPr/>
            <p:nvPr/>
          </p:nvSpPr>
          <p:spPr>
            <a:xfrm>
              <a:off x="6803705" y="3005939"/>
              <a:ext cx="11521" cy="16889"/>
            </a:xfrm>
            <a:custGeom>
              <a:rect b="b" l="l" r="r" t="t"/>
              <a:pathLst>
                <a:path extrusionOk="0" h="645" w="440">
                  <a:moveTo>
                    <a:pt x="220" y="1"/>
                  </a:moveTo>
                  <a:cubicBezTo>
                    <a:pt x="110" y="1"/>
                    <a:pt x="0" y="72"/>
                    <a:pt x="0" y="215"/>
                  </a:cubicBezTo>
                  <a:lnTo>
                    <a:pt x="0" y="435"/>
                  </a:lnTo>
                  <a:cubicBezTo>
                    <a:pt x="0" y="549"/>
                    <a:pt x="96" y="645"/>
                    <a:pt x="220" y="645"/>
                  </a:cubicBezTo>
                  <a:cubicBezTo>
                    <a:pt x="334" y="645"/>
                    <a:pt x="439" y="549"/>
                    <a:pt x="439" y="435"/>
                  </a:cubicBezTo>
                  <a:lnTo>
                    <a:pt x="439" y="215"/>
                  </a:lnTo>
                  <a:cubicBezTo>
                    <a:pt x="439" y="72"/>
                    <a:pt x="329" y="1"/>
                    <a:pt x="220" y="1"/>
                  </a:cubicBezTo>
                  <a:close/>
                </a:path>
              </a:pathLst>
            </a:custGeom>
            <a:solidFill>
              <a:srgbClr val="39516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343" name="Google Shape;16343;p44"/>
            <p:cNvSpPr/>
            <p:nvPr/>
          </p:nvSpPr>
          <p:spPr>
            <a:xfrm>
              <a:off x="6872389" y="3005939"/>
              <a:ext cx="11521" cy="16889"/>
            </a:xfrm>
            <a:custGeom>
              <a:rect b="b" l="l" r="r" t="t"/>
              <a:pathLst>
                <a:path extrusionOk="0" h="645" w="440">
                  <a:moveTo>
                    <a:pt x="220" y="1"/>
                  </a:moveTo>
                  <a:cubicBezTo>
                    <a:pt x="110" y="1"/>
                    <a:pt x="1" y="72"/>
                    <a:pt x="1" y="215"/>
                  </a:cubicBezTo>
                  <a:lnTo>
                    <a:pt x="1" y="435"/>
                  </a:lnTo>
                  <a:cubicBezTo>
                    <a:pt x="1" y="549"/>
                    <a:pt x="96" y="645"/>
                    <a:pt x="220" y="645"/>
                  </a:cubicBezTo>
                  <a:cubicBezTo>
                    <a:pt x="335" y="645"/>
                    <a:pt x="430" y="549"/>
                    <a:pt x="440" y="435"/>
                  </a:cubicBezTo>
                  <a:lnTo>
                    <a:pt x="440" y="215"/>
                  </a:lnTo>
                  <a:cubicBezTo>
                    <a:pt x="440" y="72"/>
                    <a:pt x="330" y="1"/>
                    <a:pt x="220" y="1"/>
                  </a:cubicBezTo>
                  <a:close/>
                </a:path>
              </a:pathLst>
            </a:custGeom>
            <a:solidFill>
              <a:srgbClr val="39516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344" name="Google Shape;16344;p44"/>
            <p:cNvSpPr/>
            <p:nvPr/>
          </p:nvSpPr>
          <p:spPr>
            <a:xfrm>
              <a:off x="6796217" y="2988578"/>
              <a:ext cx="26499" cy="11521"/>
            </a:xfrm>
            <a:custGeom>
              <a:rect b="b" l="l" r="r" t="t"/>
              <a:pathLst>
                <a:path extrusionOk="0" h="440" w="1012">
                  <a:moveTo>
                    <a:pt x="286" y="1"/>
                  </a:moveTo>
                  <a:cubicBezTo>
                    <a:pt x="0" y="1"/>
                    <a:pt x="0" y="440"/>
                    <a:pt x="286" y="440"/>
                  </a:cubicBezTo>
                  <a:lnTo>
                    <a:pt x="725" y="440"/>
                  </a:lnTo>
                  <a:cubicBezTo>
                    <a:pt x="1011" y="440"/>
                    <a:pt x="1011" y="1"/>
                    <a:pt x="725" y="1"/>
                  </a:cubicBezTo>
                  <a:close/>
                </a:path>
              </a:pathLst>
            </a:custGeom>
            <a:solidFill>
              <a:srgbClr val="D4DDE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345" name="Google Shape;16345;p44"/>
            <p:cNvSpPr/>
            <p:nvPr/>
          </p:nvSpPr>
          <p:spPr>
            <a:xfrm>
              <a:off x="6864900" y="2988578"/>
              <a:ext cx="26499" cy="11521"/>
            </a:xfrm>
            <a:custGeom>
              <a:rect b="b" l="l" r="r" t="t"/>
              <a:pathLst>
                <a:path extrusionOk="0" h="440" w="1012">
                  <a:moveTo>
                    <a:pt x="287" y="1"/>
                  </a:moveTo>
                  <a:cubicBezTo>
                    <a:pt x="1" y="1"/>
                    <a:pt x="1" y="440"/>
                    <a:pt x="287" y="440"/>
                  </a:cubicBezTo>
                  <a:lnTo>
                    <a:pt x="726" y="440"/>
                  </a:lnTo>
                  <a:cubicBezTo>
                    <a:pt x="1012" y="440"/>
                    <a:pt x="1012" y="1"/>
                    <a:pt x="726" y="1"/>
                  </a:cubicBezTo>
                  <a:close/>
                </a:path>
              </a:pathLst>
            </a:custGeom>
            <a:solidFill>
              <a:srgbClr val="D4DDE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346" name="Google Shape;16346;p44"/>
            <p:cNvSpPr/>
            <p:nvPr/>
          </p:nvSpPr>
          <p:spPr>
            <a:xfrm>
              <a:off x="6746491" y="2880172"/>
              <a:ext cx="137419" cy="120189"/>
            </a:xfrm>
            <a:custGeom>
              <a:rect b="b" l="l" r="r" t="t"/>
              <a:pathLst>
                <a:path extrusionOk="0" h="4590" w="5248">
                  <a:moveTo>
                    <a:pt x="3712" y="0"/>
                  </a:moveTo>
                  <a:cubicBezTo>
                    <a:pt x="2185" y="0"/>
                    <a:pt x="1" y="1078"/>
                    <a:pt x="1" y="3273"/>
                  </a:cubicBezTo>
                  <a:lnTo>
                    <a:pt x="1" y="4589"/>
                  </a:lnTo>
                  <a:lnTo>
                    <a:pt x="878" y="4589"/>
                  </a:lnTo>
                  <a:cubicBezTo>
                    <a:pt x="993" y="4589"/>
                    <a:pt x="1088" y="4494"/>
                    <a:pt x="1088" y="4370"/>
                  </a:cubicBezTo>
                  <a:lnTo>
                    <a:pt x="1088" y="4150"/>
                  </a:lnTo>
                  <a:cubicBezTo>
                    <a:pt x="1088" y="2834"/>
                    <a:pt x="3855" y="2652"/>
                    <a:pt x="4895" y="1927"/>
                  </a:cubicBezTo>
                  <a:cubicBezTo>
                    <a:pt x="5114" y="1765"/>
                    <a:pt x="5248" y="1508"/>
                    <a:pt x="5248" y="1231"/>
                  </a:cubicBezTo>
                  <a:lnTo>
                    <a:pt x="5248" y="573"/>
                  </a:lnTo>
                  <a:cubicBezTo>
                    <a:pt x="5209" y="544"/>
                    <a:pt x="5181" y="516"/>
                    <a:pt x="5162" y="477"/>
                  </a:cubicBezTo>
                  <a:cubicBezTo>
                    <a:pt x="4942" y="163"/>
                    <a:pt x="4465" y="0"/>
                    <a:pt x="3712" y="0"/>
                  </a:cubicBezTo>
                  <a:close/>
                </a:path>
              </a:pathLst>
            </a:custGeom>
            <a:solidFill>
              <a:srgbClr val="D4DDE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347" name="Google Shape;16347;p44"/>
            <p:cNvSpPr/>
            <p:nvPr/>
          </p:nvSpPr>
          <p:spPr>
            <a:xfrm>
              <a:off x="6762595" y="2940267"/>
              <a:ext cx="37628" cy="35612"/>
            </a:xfrm>
            <a:custGeom>
              <a:rect b="b" l="l" r="r" t="t"/>
              <a:pathLst>
                <a:path extrusionOk="0" h="1360" w="1437">
                  <a:moveTo>
                    <a:pt x="316" y="1"/>
                  </a:moveTo>
                  <a:cubicBezTo>
                    <a:pt x="151" y="1"/>
                    <a:pt x="0" y="219"/>
                    <a:pt x="158" y="377"/>
                  </a:cubicBezTo>
                  <a:lnTo>
                    <a:pt x="988" y="1283"/>
                  </a:lnTo>
                  <a:cubicBezTo>
                    <a:pt x="1026" y="1331"/>
                    <a:pt x="1093" y="1359"/>
                    <a:pt x="1150" y="1359"/>
                  </a:cubicBezTo>
                  <a:cubicBezTo>
                    <a:pt x="1341" y="1359"/>
                    <a:pt x="1437" y="1130"/>
                    <a:pt x="1313" y="987"/>
                  </a:cubicBezTo>
                  <a:lnTo>
                    <a:pt x="473" y="81"/>
                  </a:lnTo>
                  <a:cubicBezTo>
                    <a:pt x="426" y="24"/>
                    <a:pt x="370" y="1"/>
                    <a:pt x="316" y="1"/>
                  </a:cubicBezTo>
                  <a:close/>
                </a:path>
              </a:pathLst>
            </a:custGeom>
            <a:solidFill>
              <a:srgbClr val="909DA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6348" name="Google Shape;16348;p44"/>
          <p:cNvGrpSpPr/>
          <p:nvPr/>
        </p:nvGrpSpPr>
        <p:grpSpPr>
          <a:xfrm>
            <a:off x="6261624" y="3193394"/>
            <a:ext cx="263316" cy="354754"/>
            <a:chOff x="6261624" y="3345794"/>
            <a:chExt cx="263316" cy="354754"/>
          </a:xfrm>
        </p:grpSpPr>
        <p:sp>
          <p:nvSpPr>
            <p:cNvPr id="16349" name="Google Shape;16349;p44"/>
            <p:cNvSpPr/>
            <p:nvPr/>
          </p:nvSpPr>
          <p:spPr>
            <a:xfrm>
              <a:off x="6267620" y="3345794"/>
              <a:ext cx="251585" cy="236922"/>
            </a:xfrm>
            <a:custGeom>
              <a:rect b="b" l="l" r="r" t="t"/>
              <a:pathLst>
                <a:path extrusionOk="0" h="9048" w="9608">
                  <a:moveTo>
                    <a:pt x="4809" y="1"/>
                  </a:moveTo>
                  <a:cubicBezTo>
                    <a:pt x="4389" y="1"/>
                    <a:pt x="4055" y="478"/>
                    <a:pt x="3673" y="583"/>
                  </a:cubicBezTo>
                  <a:cubicBezTo>
                    <a:pt x="3601" y="603"/>
                    <a:pt x="3523" y="610"/>
                    <a:pt x="3442" y="610"/>
                  </a:cubicBezTo>
                  <a:cubicBezTo>
                    <a:pt x="3225" y="610"/>
                    <a:pt x="2985" y="559"/>
                    <a:pt x="2766" y="559"/>
                  </a:cubicBezTo>
                  <a:cubicBezTo>
                    <a:pt x="2631" y="559"/>
                    <a:pt x="2504" y="578"/>
                    <a:pt x="2395" y="640"/>
                  </a:cubicBezTo>
                  <a:cubicBezTo>
                    <a:pt x="2052" y="840"/>
                    <a:pt x="1994" y="1432"/>
                    <a:pt x="1718" y="1718"/>
                  </a:cubicBezTo>
                  <a:cubicBezTo>
                    <a:pt x="1431" y="1995"/>
                    <a:pt x="840" y="2052"/>
                    <a:pt x="640" y="2405"/>
                  </a:cubicBezTo>
                  <a:cubicBezTo>
                    <a:pt x="439" y="2748"/>
                    <a:pt x="687" y="3283"/>
                    <a:pt x="582" y="3674"/>
                  </a:cubicBezTo>
                  <a:cubicBezTo>
                    <a:pt x="477" y="4065"/>
                    <a:pt x="0" y="4389"/>
                    <a:pt x="0" y="4799"/>
                  </a:cubicBezTo>
                  <a:cubicBezTo>
                    <a:pt x="0" y="5219"/>
                    <a:pt x="477" y="5553"/>
                    <a:pt x="582" y="5935"/>
                  </a:cubicBezTo>
                  <a:cubicBezTo>
                    <a:pt x="687" y="6316"/>
                    <a:pt x="439" y="6860"/>
                    <a:pt x="640" y="7203"/>
                  </a:cubicBezTo>
                  <a:cubicBezTo>
                    <a:pt x="840" y="7547"/>
                    <a:pt x="1431" y="7614"/>
                    <a:pt x="1718" y="7890"/>
                  </a:cubicBezTo>
                  <a:cubicBezTo>
                    <a:pt x="1994" y="8176"/>
                    <a:pt x="2052" y="8768"/>
                    <a:pt x="2395" y="8968"/>
                  </a:cubicBezTo>
                  <a:cubicBezTo>
                    <a:pt x="2500" y="9029"/>
                    <a:pt x="2622" y="9048"/>
                    <a:pt x="2753" y="9048"/>
                  </a:cubicBezTo>
                  <a:cubicBezTo>
                    <a:pt x="2970" y="9048"/>
                    <a:pt x="3211" y="8995"/>
                    <a:pt x="3429" y="8995"/>
                  </a:cubicBezTo>
                  <a:cubicBezTo>
                    <a:pt x="3450" y="8995"/>
                    <a:pt x="3471" y="8996"/>
                    <a:pt x="3492" y="8997"/>
                  </a:cubicBezTo>
                  <a:lnTo>
                    <a:pt x="6116" y="8997"/>
                  </a:lnTo>
                  <a:cubicBezTo>
                    <a:pt x="6136" y="8996"/>
                    <a:pt x="6157" y="8995"/>
                    <a:pt x="6179" y="8995"/>
                  </a:cubicBezTo>
                  <a:cubicBezTo>
                    <a:pt x="6397" y="8995"/>
                    <a:pt x="6637" y="9048"/>
                    <a:pt x="6855" y="9048"/>
                  </a:cubicBezTo>
                  <a:cubicBezTo>
                    <a:pt x="6986" y="9048"/>
                    <a:pt x="7108" y="9029"/>
                    <a:pt x="7213" y="8968"/>
                  </a:cubicBezTo>
                  <a:cubicBezTo>
                    <a:pt x="7556" y="8768"/>
                    <a:pt x="7613" y="8176"/>
                    <a:pt x="7890" y="7890"/>
                  </a:cubicBezTo>
                  <a:cubicBezTo>
                    <a:pt x="8176" y="7614"/>
                    <a:pt x="8768" y="7556"/>
                    <a:pt x="8968" y="7203"/>
                  </a:cubicBezTo>
                  <a:cubicBezTo>
                    <a:pt x="9168" y="6860"/>
                    <a:pt x="8920" y="6326"/>
                    <a:pt x="9025" y="5935"/>
                  </a:cubicBezTo>
                  <a:cubicBezTo>
                    <a:pt x="9130" y="5553"/>
                    <a:pt x="9607" y="5219"/>
                    <a:pt x="9607" y="4799"/>
                  </a:cubicBezTo>
                  <a:cubicBezTo>
                    <a:pt x="9607" y="4389"/>
                    <a:pt x="9130" y="4055"/>
                    <a:pt x="9025" y="3674"/>
                  </a:cubicBezTo>
                  <a:cubicBezTo>
                    <a:pt x="8920" y="3292"/>
                    <a:pt x="9168" y="2748"/>
                    <a:pt x="8968" y="2405"/>
                  </a:cubicBezTo>
                  <a:cubicBezTo>
                    <a:pt x="8768" y="2061"/>
                    <a:pt x="8176" y="1995"/>
                    <a:pt x="7890" y="1718"/>
                  </a:cubicBezTo>
                  <a:cubicBezTo>
                    <a:pt x="7613" y="1432"/>
                    <a:pt x="7556" y="840"/>
                    <a:pt x="7213" y="640"/>
                  </a:cubicBezTo>
                  <a:cubicBezTo>
                    <a:pt x="7104" y="578"/>
                    <a:pt x="6978" y="559"/>
                    <a:pt x="6844" y="559"/>
                  </a:cubicBezTo>
                  <a:cubicBezTo>
                    <a:pt x="6626" y="559"/>
                    <a:pt x="6388" y="610"/>
                    <a:pt x="6170" y="610"/>
                  </a:cubicBezTo>
                  <a:cubicBezTo>
                    <a:pt x="6088" y="610"/>
                    <a:pt x="6008" y="603"/>
                    <a:pt x="5934" y="583"/>
                  </a:cubicBezTo>
                  <a:cubicBezTo>
                    <a:pt x="5543" y="478"/>
                    <a:pt x="5219" y="1"/>
                    <a:pt x="4809" y="1"/>
                  </a:cubicBezTo>
                  <a:close/>
                </a:path>
              </a:pathLst>
            </a:custGeom>
            <a:solidFill>
              <a:srgbClr val="445D7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350" name="Google Shape;16350;p44"/>
            <p:cNvSpPr/>
            <p:nvPr/>
          </p:nvSpPr>
          <p:spPr>
            <a:xfrm>
              <a:off x="6341802" y="3345794"/>
              <a:ext cx="177403" cy="205133"/>
            </a:xfrm>
            <a:custGeom>
              <a:rect b="b" l="l" r="r" t="t"/>
              <a:pathLst>
                <a:path extrusionOk="0" h="7834" w="6775">
                  <a:moveTo>
                    <a:pt x="1966" y="1"/>
                  </a:moveTo>
                  <a:cubicBezTo>
                    <a:pt x="1556" y="1"/>
                    <a:pt x="1222" y="478"/>
                    <a:pt x="840" y="583"/>
                  </a:cubicBezTo>
                  <a:cubicBezTo>
                    <a:pt x="764" y="604"/>
                    <a:pt x="681" y="612"/>
                    <a:pt x="595" y="612"/>
                  </a:cubicBezTo>
                  <a:cubicBezTo>
                    <a:pt x="411" y="612"/>
                    <a:pt x="211" y="577"/>
                    <a:pt x="29" y="564"/>
                  </a:cubicBezTo>
                  <a:cubicBezTo>
                    <a:pt x="10" y="735"/>
                    <a:pt x="1" y="917"/>
                    <a:pt x="1" y="1088"/>
                  </a:cubicBezTo>
                  <a:cubicBezTo>
                    <a:pt x="1" y="4236"/>
                    <a:pt x="2109" y="6994"/>
                    <a:pt x="5133" y="7833"/>
                  </a:cubicBezTo>
                  <a:cubicBezTo>
                    <a:pt x="5439" y="7604"/>
                    <a:pt x="5944" y="7528"/>
                    <a:pt x="6135" y="7203"/>
                  </a:cubicBezTo>
                  <a:cubicBezTo>
                    <a:pt x="6326" y="6860"/>
                    <a:pt x="6087" y="6326"/>
                    <a:pt x="6192" y="5935"/>
                  </a:cubicBezTo>
                  <a:cubicBezTo>
                    <a:pt x="6297" y="5543"/>
                    <a:pt x="6774" y="5219"/>
                    <a:pt x="6774" y="4809"/>
                  </a:cubicBezTo>
                  <a:cubicBezTo>
                    <a:pt x="6774" y="4399"/>
                    <a:pt x="6297" y="4055"/>
                    <a:pt x="6192" y="3674"/>
                  </a:cubicBezTo>
                  <a:cubicBezTo>
                    <a:pt x="6087" y="3292"/>
                    <a:pt x="6335" y="2748"/>
                    <a:pt x="6135" y="2405"/>
                  </a:cubicBezTo>
                  <a:cubicBezTo>
                    <a:pt x="5935" y="2061"/>
                    <a:pt x="5343" y="1995"/>
                    <a:pt x="5057" y="1718"/>
                  </a:cubicBezTo>
                  <a:cubicBezTo>
                    <a:pt x="4780" y="1432"/>
                    <a:pt x="4723" y="840"/>
                    <a:pt x="4370" y="640"/>
                  </a:cubicBezTo>
                  <a:cubicBezTo>
                    <a:pt x="4264" y="578"/>
                    <a:pt x="4140" y="559"/>
                    <a:pt x="4008" y="559"/>
                  </a:cubicBezTo>
                  <a:cubicBezTo>
                    <a:pt x="3792" y="559"/>
                    <a:pt x="3554" y="610"/>
                    <a:pt x="3337" y="610"/>
                  </a:cubicBezTo>
                  <a:cubicBezTo>
                    <a:pt x="3255" y="610"/>
                    <a:pt x="3175" y="603"/>
                    <a:pt x="3101" y="583"/>
                  </a:cubicBezTo>
                  <a:cubicBezTo>
                    <a:pt x="2710" y="478"/>
                    <a:pt x="2386" y="1"/>
                    <a:pt x="1966" y="1"/>
                  </a:cubicBezTo>
                  <a:close/>
                </a:path>
              </a:pathLst>
            </a:custGeom>
            <a:solidFill>
              <a:srgbClr val="39516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351" name="Google Shape;16351;p44"/>
            <p:cNvSpPr/>
            <p:nvPr/>
          </p:nvSpPr>
          <p:spPr>
            <a:xfrm>
              <a:off x="6261624" y="3574625"/>
              <a:ext cx="263316" cy="125662"/>
            </a:xfrm>
            <a:custGeom>
              <a:rect b="b" l="l" r="r" t="t"/>
              <a:pathLst>
                <a:path extrusionOk="0" h="4799" w="10056">
                  <a:moveTo>
                    <a:pt x="3721" y="0"/>
                  </a:moveTo>
                  <a:lnTo>
                    <a:pt x="3721" y="687"/>
                  </a:lnTo>
                  <a:cubicBezTo>
                    <a:pt x="3721" y="1059"/>
                    <a:pt x="3483" y="1393"/>
                    <a:pt x="3139" y="1517"/>
                  </a:cubicBezTo>
                  <a:lnTo>
                    <a:pt x="878" y="2309"/>
                  </a:lnTo>
                  <a:cubicBezTo>
                    <a:pt x="354" y="2490"/>
                    <a:pt x="10" y="2986"/>
                    <a:pt x="1" y="3549"/>
                  </a:cubicBezTo>
                  <a:lnTo>
                    <a:pt x="1" y="4150"/>
                  </a:lnTo>
                  <a:cubicBezTo>
                    <a:pt x="1" y="4513"/>
                    <a:pt x="296" y="4799"/>
                    <a:pt x="659" y="4799"/>
                  </a:cubicBezTo>
                  <a:lnTo>
                    <a:pt x="9397" y="4799"/>
                  </a:lnTo>
                  <a:cubicBezTo>
                    <a:pt x="9760" y="4799"/>
                    <a:pt x="10056" y="4513"/>
                    <a:pt x="10056" y="4150"/>
                  </a:cubicBezTo>
                  <a:lnTo>
                    <a:pt x="10056" y="3540"/>
                  </a:lnTo>
                  <a:cubicBezTo>
                    <a:pt x="10056" y="2986"/>
                    <a:pt x="9703" y="2490"/>
                    <a:pt x="9178" y="2309"/>
                  </a:cubicBezTo>
                  <a:lnTo>
                    <a:pt x="6927" y="1517"/>
                  </a:lnTo>
                  <a:cubicBezTo>
                    <a:pt x="6574" y="1393"/>
                    <a:pt x="6345" y="1059"/>
                    <a:pt x="6345" y="687"/>
                  </a:cubicBezTo>
                  <a:lnTo>
                    <a:pt x="6345" y="0"/>
                  </a:lnTo>
                  <a:close/>
                </a:path>
              </a:pathLst>
            </a:custGeom>
            <a:solidFill>
              <a:srgbClr val="ECF0F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352" name="Google Shape;16352;p44"/>
            <p:cNvSpPr/>
            <p:nvPr/>
          </p:nvSpPr>
          <p:spPr>
            <a:xfrm>
              <a:off x="6343818" y="3574625"/>
              <a:ext cx="99189" cy="62975"/>
            </a:xfrm>
            <a:custGeom>
              <a:rect b="b" l="l" r="r" t="t"/>
              <a:pathLst>
                <a:path extrusionOk="0" h="2405" w="3788">
                  <a:moveTo>
                    <a:pt x="582" y="0"/>
                  </a:moveTo>
                  <a:lnTo>
                    <a:pt x="582" y="687"/>
                  </a:lnTo>
                  <a:cubicBezTo>
                    <a:pt x="582" y="1059"/>
                    <a:pt x="344" y="1393"/>
                    <a:pt x="0" y="1517"/>
                  </a:cubicBezTo>
                  <a:lnTo>
                    <a:pt x="1889" y="2404"/>
                  </a:lnTo>
                  <a:lnTo>
                    <a:pt x="3788" y="1517"/>
                  </a:lnTo>
                  <a:cubicBezTo>
                    <a:pt x="3435" y="1384"/>
                    <a:pt x="3206" y="1059"/>
                    <a:pt x="3206" y="687"/>
                  </a:cubicBezTo>
                  <a:lnTo>
                    <a:pt x="3206" y="0"/>
                  </a:lnTo>
                  <a:close/>
                </a:path>
              </a:pathLst>
            </a:custGeom>
            <a:solidFill>
              <a:srgbClr val="DAE2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353" name="Google Shape;16353;p44"/>
            <p:cNvSpPr/>
            <p:nvPr/>
          </p:nvSpPr>
          <p:spPr>
            <a:xfrm>
              <a:off x="6307840" y="3614347"/>
              <a:ext cx="171145" cy="85939"/>
            </a:xfrm>
            <a:custGeom>
              <a:rect b="b" l="l" r="r" t="t"/>
              <a:pathLst>
                <a:path extrusionOk="0" h="3282" w="6536">
                  <a:moveTo>
                    <a:pt x="1374" y="0"/>
                  </a:moveTo>
                  <a:lnTo>
                    <a:pt x="0" y="477"/>
                  </a:lnTo>
                  <a:cubicBezTo>
                    <a:pt x="105" y="1746"/>
                    <a:pt x="916" y="2834"/>
                    <a:pt x="2099" y="3282"/>
                  </a:cubicBezTo>
                  <a:lnTo>
                    <a:pt x="4437" y="3282"/>
                  </a:lnTo>
                  <a:cubicBezTo>
                    <a:pt x="5619" y="2834"/>
                    <a:pt x="6440" y="1746"/>
                    <a:pt x="6535" y="477"/>
                  </a:cubicBezTo>
                  <a:lnTo>
                    <a:pt x="5162" y="0"/>
                  </a:lnTo>
                  <a:lnTo>
                    <a:pt x="3263" y="887"/>
                  </a:lnTo>
                  <a:lnTo>
                    <a:pt x="1374" y="0"/>
                  </a:ln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354" name="Google Shape;16354;p44"/>
            <p:cNvSpPr/>
            <p:nvPr/>
          </p:nvSpPr>
          <p:spPr>
            <a:xfrm>
              <a:off x="6319073" y="3614347"/>
              <a:ext cx="148652" cy="80702"/>
            </a:xfrm>
            <a:custGeom>
              <a:rect b="b" l="l" r="r" t="t"/>
              <a:pathLst>
                <a:path extrusionOk="0" h="3082" w="5677">
                  <a:moveTo>
                    <a:pt x="945" y="0"/>
                  </a:moveTo>
                  <a:lnTo>
                    <a:pt x="1" y="325"/>
                  </a:lnTo>
                  <a:cubicBezTo>
                    <a:pt x="48" y="1860"/>
                    <a:pt x="1308" y="3082"/>
                    <a:pt x="2844" y="3082"/>
                  </a:cubicBezTo>
                  <a:cubicBezTo>
                    <a:pt x="4370" y="3082"/>
                    <a:pt x="5629" y="1860"/>
                    <a:pt x="5677" y="325"/>
                  </a:cubicBezTo>
                  <a:lnTo>
                    <a:pt x="4733" y="0"/>
                  </a:lnTo>
                  <a:lnTo>
                    <a:pt x="2834" y="887"/>
                  </a:lnTo>
                  <a:lnTo>
                    <a:pt x="945" y="0"/>
                  </a:lnTo>
                  <a:close/>
                </a:path>
              </a:pathLst>
            </a:custGeom>
            <a:solidFill>
              <a:srgbClr val="F4F7F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355" name="Google Shape;16355;p44"/>
            <p:cNvSpPr/>
            <p:nvPr/>
          </p:nvSpPr>
          <p:spPr>
            <a:xfrm>
              <a:off x="6359058" y="3574625"/>
              <a:ext cx="68709" cy="22755"/>
            </a:xfrm>
            <a:custGeom>
              <a:rect b="b" l="l" r="r" t="t"/>
              <a:pathLst>
                <a:path extrusionOk="0" h="869" w="2624">
                  <a:moveTo>
                    <a:pt x="0" y="0"/>
                  </a:moveTo>
                  <a:lnTo>
                    <a:pt x="0" y="592"/>
                  </a:lnTo>
                  <a:cubicBezTo>
                    <a:pt x="410" y="773"/>
                    <a:pt x="859" y="868"/>
                    <a:pt x="1317" y="868"/>
                  </a:cubicBezTo>
                  <a:cubicBezTo>
                    <a:pt x="1765" y="868"/>
                    <a:pt x="2213" y="773"/>
                    <a:pt x="2624" y="592"/>
                  </a:cubicBezTo>
                  <a:lnTo>
                    <a:pt x="2624" y="0"/>
                  </a:lnTo>
                  <a:close/>
                </a:path>
              </a:pathLst>
            </a:custGeom>
            <a:solidFill>
              <a:srgbClr val="D4DDE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356" name="Google Shape;16356;p44"/>
            <p:cNvSpPr/>
            <p:nvPr/>
          </p:nvSpPr>
          <p:spPr>
            <a:xfrm>
              <a:off x="6297104" y="3431471"/>
              <a:ext cx="192617" cy="154413"/>
            </a:xfrm>
            <a:custGeom>
              <a:rect b="b" l="l" r="r" t="t"/>
              <a:pathLst>
                <a:path extrusionOk="0" h="5897" w="7356">
                  <a:moveTo>
                    <a:pt x="3673" y="1"/>
                  </a:moveTo>
                  <a:cubicBezTo>
                    <a:pt x="2109" y="1"/>
                    <a:pt x="840" y="497"/>
                    <a:pt x="840" y="1098"/>
                  </a:cubicBezTo>
                  <a:lnTo>
                    <a:pt x="840" y="2186"/>
                  </a:lnTo>
                  <a:lnTo>
                    <a:pt x="725" y="2186"/>
                  </a:lnTo>
                  <a:cubicBezTo>
                    <a:pt x="0" y="2186"/>
                    <a:pt x="0" y="3283"/>
                    <a:pt x="725" y="3283"/>
                  </a:cubicBezTo>
                  <a:lnTo>
                    <a:pt x="849" y="3283"/>
                  </a:lnTo>
                  <a:cubicBezTo>
                    <a:pt x="964" y="4761"/>
                    <a:pt x="2194" y="5897"/>
                    <a:pt x="3673" y="5897"/>
                  </a:cubicBezTo>
                  <a:cubicBezTo>
                    <a:pt x="5161" y="5897"/>
                    <a:pt x="6392" y="4761"/>
                    <a:pt x="6506" y="3283"/>
                  </a:cubicBezTo>
                  <a:lnTo>
                    <a:pt x="6621" y="3283"/>
                  </a:lnTo>
                  <a:cubicBezTo>
                    <a:pt x="7356" y="3283"/>
                    <a:pt x="7356" y="2186"/>
                    <a:pt x="6621" y="2186"/>
                  </a:cubicBezTo>
                  <a:lnTo>
                    <a:pt x="6516" y="2186"/>
                  </a:lnTo>
                  <a:lnTo>
                    <a:pt x="6516" y="1098"/>
                  </a:lnTo>
                  <a:cubicBezTo>
                    <a:pt x="6516" y="497"/>
                    <a:pt x="5247" y="1"/>
                    <a:pt x="3673" y="1"/>
                  </a:cubicBezTo>
                  <a:close/>
                </a:path>
              </a:pathLst>
            </a:custGeom>
            <a:solidFill>
              <a:srgbClr val="E0E7E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357" name="Google Shape;16357;p44"/>
            <p:cNvSpPr/>
            <p:nvPr/>
          </p:nvSpPr>
          <p:spPr>
            <a:xfrm>
              <a:off x="6301084" y="3431471"/>
              <a:ext cx="141661" cy="154465"/>
            </a:xfrm>
            <a:custGeom>
              <a:rect b="b" l="l" r="r" t="t"/>
              <a:pathLst>
                <a:path extrusionOk="0" h="5899" w="5410">
                  <a:moveTo>
                    <a:pt x="3608" y="0"/>
                  </a:moveTo>
                  <a:cubicBezTo>
                    <a:pt x="3579" y="0"/>
                    <a:pt x="3550" y="1"/>
                    <a:pt x="3521" y="1"/>
                  </a:cubicBezTo>
                  <a:cubicBezTo>
                    <a:pt x="3493" y="1"/>
                    <a:pt x="3465" y="0"/>
                    <a:pt x="3438" y="0"/>
                  </a:cubicBezTo>
                  <a:cubicBezTo>
                    <a:pt x="2798" y="0"/>
                    <a:pt x="2168" y="105"/>
                    <a:pt x="1556" y="306"/>
                  </a:cubicBezTo>
                  <a:cubicBezTo>
                    <a:pt x="1022" y="507"/>
                    <a:pt x="688" y="783"/>
                    <a:pt x="688" y="1098"/>
                  </a:cubicBezTo>
                  <a:lnTo>
                    <a:pt x="688" y="2186"/>
                  </a:lnTo>
                  <a:lnTo>
                    <a:pt x="611" y="2186"/>
                  </a:lnTo>
                  <a:cubicBezTo>
                    <a:pt x="605" y="2185"/>
                    <a:pt x="599" y="2185"/>
                    <a:pt x="593" y="2185"/>
                  </a:cubicBezTo>
                  <a:cubicBezTo>
                    <a:pt x="305" y="2185"/>
                    <a:pt x="67" y="2401"/>
                    <a:pt x="29" y="2672"/>
                  </a:cubicBezTo>
                  <a:cubicBezTo>
                    <a:pt x="1" y="2996"/>
                    <a:pt x="249" y="3283"/>
                    <a:pt x="573" y="3283"/>
                  </a:cubicBezTo>
                  <a:lnTo>
                    <a:pt x="697" y="3283"/>
                  </a:lnTo>
                  <a:cubicBezTo>
                    <a:pt x="801" y="4773"/>
                    <a:pt x="2048" y="5898"/>
                    <a:pt x="3491" y="5898"/>
                  </a:cubicBezTo>
                  <a:cubicBezTo>
                    <a:pt x="3645" y="5898"/>
                    <a:pt x="3802" y="5885"/>
                    <a:pt x="3960" y="5858"/>
                  </a:cubicBezTo>
                  <a:cubicBezTo>
                    <a:pt x="2577" y="5649"/>
                    <a:pt x="1556" y="4456"/>
                    <a:pt x="1556" y="3063"/>
                  </a:cubicBezTo>
                  <a:lnTo>
                    <a:pt x="1556" y="2176"/>
                  </a:lnTo>
                  <a:cubicBezTo>
                    <a:pt x="1556" y="1976"/>
                    <a:pt x="1708" y="1794"/>
                    <a:pt x="1909" y="1756"/>
                  </a:cubicBezTo>
                  <a:cubicBezTo>
                    <a:pt x="2920" y="1546"/>
                    <a:pt x="4294" y="1136"/>
                    <a:pt x="5315" y="354"/>
                  </a:cubicBezTo>
                  <a:lnTo>
                    <a:pt x="5410" y="278"/>
                  </a:lnTo>
                  <a:cubicBezTo>
                    <a:pt x="4827" y="96"/>
                    <a:pt x="4218" y="0"/>
                    <a:pt x="3608" y="0"/>
                  </a:cubicBezTo>
                  <a:close/>
                </a:path>
              </a:pathLst>
            </a:custGeom>
            <a:solidFill>
              <a:srgbClr val="DAE2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358" name="Google Shape;16358;p44"/>
            <p:cNvSpPr/>
            <p:nvPr/>
          </p:nvSpPr>
          <p:spPr>
            <a:xfrm>
              <a:off x="6353297" y="3483056"/>
              <a:ext cx="11521" cy="23383"/>
            </a:xfrm>
            <a:custGeom>
              <a:rect b="b" l="l" r="r" t="t"/>
              <a:pathLst>
                <a:path extrusionOk="0" h="893" w="440">
                  <a:moveTo>
                    <a:pt x="220" y="1"/>
                  </a:moveTo>
                  <a:cubicBezTo>
                    <a:pt x="110" y="1"/>
                    <a:pt x="1" y="73"/>
                    <a:pt x="1" y="216"/>
                  </a:cubicBezTo>
                  <a:lnTo>
                    <a:pt x="1" y="674"/>
                  </a:lnTo>
                  <a:cubicBezTo>
                    <a:pt x="1" y="798"/>
                    <a:pt x="96" y="893"/>
                    <a:pt x="220" y="893"/>
                  </a:cubicBezTo>
                  <a:cubicBezTo>
                    <a:pt x="344" y="893"/>
                    <a:pt x="440" y="798"/>
                    <a:pt x="440" y="674"/>
                  </a:cubicBezTo>
                  <a:lnTo>
                    <a:pt x="440" y="216"/>
                  </a:lnTo>
                  <a:cubicBezTo>
                    <a:pt x="440" y="73"/>
                    <a:pt x="330" y="1"/>
                    <a:pt x="220" y="1"/>
                  </a:cubicBezTo>
                  <a:close/>
                </a:path>
              </a:pathLst>
            </a:custGeom>
            <a:solidFill>
              <a:srgbClr val="213B5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359" name="Google Shape;16359;p44"/>
            <p:cNvSpPr/>
            <p:nvPr/>
          </p:nvSpPr>
          <p:spPr>
            <a:xfrm>
              <a:off x="6422007" y="3483056"/>
              <a:ext cx="11521" cy="23383"/>
            </a:xfrm>
            <a:custGeom>
              <a:rect b="b" l="l" r="r" t="t"/>
              <a:pathLst>
                <a:path extrusionOk="0" h="893" w="440">
                  <a:moveTo>
                    <a:pt x="220" y="1"/>
                  </a:moveTo>
                  <a:cubicBezTo>
                    <a:pt x="110" y="1"/>
                    <a:pt x="0" y="73"/>
                    <a:pt x="0" y="216"/>
                  </a:cubicBezTo>
                  <a:lnTo>
                    <a:pt x="0" y="674"/>
                  </a:lnTo>
                  <a:cubicBezTo>
                    <a:pt x="0" y="798"/>
                    <a:pt x="96" y="893"/>
                    <a:pt x="220" y="893"/>
                  </a:cubicBezTo>
                  <a:cubicBezTo>
                    <a:pt x="344" y="893"/>
                    <a:pt x="439" y="798"/>
                    <a:pt x="439" y="674"/>
                  </a:cubicBezTo>
                  <a:lnTo>
                    <a:pt x="439" y="216"/>
                  </a:lnTo>
                  <a:cubicBezTo>
                    <a:pt x="439" y="73"/>
                    <a:pt x="329" y="1"/>
                    <a:pt x="220" y="1"/>
                  </a:cubicBezTo>
                  <a:close/>
                </a:path>
              </a:pathLst>
            </a:custGeom>
            <a:solidFill>
              <a:srgbClr val="213B5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360" name="Google Shape;16360;p44"/>
            <p:cNvSpPr/>
            <p:nvPr/>
          </p:nvSpPr>
          <p:spPr>
            <a:xfrm>
              <a:off x="6368066" y="3540087"/>
              <a:ext cx="50694" cy="17334"/>
            </a:xfrm>
            <a:custGeom>
              <a:rect b="b" l="l" r="r" t="t"/>
              <a:pathLst>
                <a:path extrusionOk="0" h="662" w="1936">
                  <a:moveTo>
                    <a:pt x="313" y="0"/>
                  </a:moveTo>
                  <a:cubicBezTo>
                    <a:pt x="143" y="0"/>
                    <a:pt x="1" y="223"/>
                    <a:pt x="162" y="384"/>
                  </a:cubicBezTo>
                  <a:cubicBezTo>
                    <a:pt x="371" y="567"/>
                    <a:pt x="650" y="662"/>
                    <a:pt x="932" y="662"/>
                  </a:cubicBezTo>
                  <a:cubicBezTo>
                    <a:pt x="946" y="662"/>
                    <a:pt x="959" y="662"/>
                    <a:pt x="973" y="661"/>
                  </a:cubicBezTo>
                  <a:cubicBezTo>
                    <a:pt x="986" y="662"/>
                    <a:pt x="999" y="662"/>
                    <a:pt x="1012" y="662"/>
                  </a:cubicBezTo>
                  <a:cubicBezTo>
                    <a:pt x="1286" y="662"/>
                    <a:pt x="1565" y="567"/>
                    <a:pt x="1774" y="384"/>
                  </a:cubicBezTo>
                  <a:cubicBezTo>
                    <a:pt x="1935" y="223"/>
                    <a:pt x="1793" y="0"/>
                    <a:pt x="1623" y="0"/>
                  </a:cubicBezTo>
                  <a:cubicBezTo>
                    <a:pt x="1571" y="0"/>
                    <a:pt x="1517" y="21"/>
                    <a:pt x="1469" y="70"/>
                  </a:cubicBezTo>
                  <a:cubicBezTo>
                    <a:pt x="1316" y="175"/>
                    <a:pt x="1142" y="227"/>
                    <a:pt x="968" y="227"/>
                  </a:cubicBezTo>
                  <a:cubicBezTo>
                    <a:pt x="794" y="227"/>
                    <a:pt x="620" y="175"/>
                    <a:pt x="467" y="70"/>
                  </a:cubicBezTo>
                  <a:cubicBezTo>
                    <a:pt x="418" y="21"/>
                    <a:pt x="364" y="0"/>
                    <a:pt x="313" y="0"/>
                  </a:cubicBezTo>
                  <a:close/>
                </a:path>
              </a:pathLst>
            </a:custGeom>
            <a:solidFill>
              <a:srgbClr val="D4DDE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361" name="Google Shape;16361;p44"/>
            <p:cNvSpPr/>
            <p:nvPr/>
          </p:nvSpPr>
          <p:spPr>
            <a:xfrm>
              <a:off x="6305850" y="3482951"/>
              <a:ext cx="38230" cy="11521"/>
            </a:xfrm>
            <a:custGeom>
              <a:rect b="b" l="l" r="r" t="t"/>
              <a:pathLst>
                <a:path extrusionOk="0" h="440" w="1460">
                  <a:moveTo>
                    <a:pt x="296" y="0"/>
                  </a:moveTo>
                  <a:cubicBezTo>
                    <a:pt x="0" y="0"/>
                    <a:pt x="0" y="439"/>
                    <a:pt x="296" y="439"/>
                  </a:cubicBezTo>
                  <a:lnTo>
                    <a:pt x="1164" y="439"/>
                  </a:lnTo>
                  <a:cubicBezTo>
                    <a:pt x="1460" y="439"/>
                    <a:pt x="1460" y="0"/>
                    <a:pt x="1164" y="0"/>
                  </a:cubicBezTo>
                  <a:close/>
                </a:path>
              </a:pathLst>
            </a:custGeom>
            <a:solidFill>
              <a:srgbClr val="F1F4F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362" name="Google Shape;16362;p44"/>
            <p:cNvSpPr/>
            <p:nvPr/>
          </p:nvSpPr>
          <p:spPr>
            <a:xfrm>
              <a:off x="6442981" y="3482951"/>
              <a:ext cx="37994" cy="11521"/>
            </a:xfrm>
            <a:custGeom>
              <a:rect b="b" l="l" r="r" t="t"/>
              <a:pathLst>
                <a:path extrusionOk="0" h="440" w="1451">
                  <a:moveTo>
                    <a:pt x="287" y="0"/>
                  </a:moveTo>
                  <a:cubicBezTo>
                    <a:pt x="1" y="0"/>
                    <a:pt x="1" y="439"/>
                    <a:pt x="287" y="439"/>
                  </a:cubicBezTo>
                  <a:lnTo>
                    <a:pt x="1164" y="439"/>
                  </a:lnTo>
                  <a:cubicBezTo>
                    <a:pt x="1451" y="439"/>
                    <a:pt x="1451" y="0"/>
                    <a:pt x="1164" y="0"/>
                  </a:cubicBezTo>
                  <a:close/>
                </a:path>
              </a:pathLst>
            </a:custGeom>
            <a:solidFill>
              <a:srgbClr val="F1F4F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363" name="Google Shape;16363;p44"/>
            <p:cNvSpPr/>
            <p:nvPr/>
          </p:nvSpPr>
          <p:spPr>
            <a:xfrm>
              <a:off x="6374298" y="3488686"/>
              <a:ext cx="38230" cy="11521"/>
            </a:xfrm>
            <a:custGeom>
              <a:rect b="b" l="l" r="r" t="t"/>
              <a:pathLst>
                <a:path extrusionOk="0" h="440" w="1460">
                  <a:moveTo>
                    <a:pt x="296" y="1"/>
                  </a:moveTo>
                  <a:cubicBezTo>
                    <a:pt x="0" y="1"/>
                    <a:pt x="0" y="439"/>
                    <a:pt x="296" y="439"/>
                  </a:cubicBezTo>
                  <a:lnTo>
                    <a:pt x="1164" y="439"/>
                  </a:lnTo>
                  <a:cubicBezTo>
                    <a:pt x="1460" y="439"/>
                    <a:pt x="1460" y="1"/>
                    <a:pt x="1164" y="1"/>
                  </a:cubicBezTo>
                  <a:close/>
                </a:path>
              </a:pathLst>
            </a:custGeom>
            <a:solidFill>
              <a:srgbClr val="F1F4F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364" name="Google Shape;16364;p44"/>
            <p:cNvSpPr/>
            <p:nvPr/>
          </p:nvSpPr>
          <p:spPr>
            <a:xfrm>
              <a:off x="6414492" y="3465957"/>
              <a:ext cx="26525" cy="11260"/>
            </a:xfrm>
            <a:custGeom>
              <a:rect b="b" l="l" r="r" t="t"/>
              <a:pathLst>
                <a:path extrusionOk="0" h="430" w="1013">
                  <a:moveTo>
                    <a:pt x="287" y="0"/>
                  </a:moveTo>
                  <a:cubicBezTo>
                    <a:pt x="1" y="0"/>
                    <a:pt x="1" y="430"/>
                    <a:pt x="287" y="430"/>
                  </a:cubicBezTo>
                  <a:lnTo>
                    <a:pt x="726" y="430"/>
                  </a:lnTo>
                  <a:cubicBezTo>
                    <a:pt x="1012" y="430"/>
                    <a:pt x="1012" y="0"/>
                    <a:pt x="726" y="0"/>
                  </a:cubicBezTo>
                  <a:close/>
                </a:path>
              </a:pathLst>
            </a:custGeom>
            <a:solidFill>
              <a:srgbClr val="213B5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365" name="Google Shape;16365;p44"/>
            <p:cNvSpPr/>
            <p:nvPr/>
          </p:nvSpPr>
          <p:spPr>
            <a:xfrm>
              <a:off x="6345808" y="3465957"/>
              <a:ext cx="26499" cy="11260"/>
            </a:xfrm>
            <a:custGeom>
              <a:rect b="b" l="l" r="r" t="t"/>
              <a:pathLst>
                <a:path extrusionOk="0" h="430" w="1012">
                  <a:moveTo>
                    <a:pt x="287" y="0"/>
                  </a:moveTo>
                  <a:cubicBezTo>
                    <a:pt x="0" y="0"/>
                    <a:pt x="0" y="430"/>
                    <a:pt x="287" y="430"/>
                  </a:cubicBezTo>
                  <a:lnTo>
                    <a:pt x="726" y="430"/>
                  </a:lnTo>
                  <a:cubicBezTo>
                    <a:pt x="1012" y="430"/>
                    <a:pt x="1012" y="0"/>
                    <a:pt x="726" y="0"/>
                  </a:cubicBezTo>
                  <a:close/>
                </a:path>
              </a:pathLst>
            </a:custGeom>
            <a:solidFill>
              <a:srgbClr val="213B5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366" name="Google Shape;16366;p44"/>
            <p:cNvSpPr/>
            <p:nvPr/>
          </p:nvSpPr>
          <p:spPr>
            <a:xfrm>
              <a:off x="6313575" y="3431471"/>
              <a:ext cx="119953" cy="40246"/>
            </a:xfrm>
            <a:custGeom>
              <a:rect b="b" l="l" r="r" t="t"/>
              <a:pathLst>
                <a:path extrusionOk="0" h="1537" w="4581">
                  <a:moveTo>
                    <a:pt x="1" y="1"/>
                  </a:moveTo>
                  <a:lnTo>
                    <a:pt x="1" y="1537"/>
                  </a:lnTo>
                  <a:cubicBezTo>
                    <a:pt x="1" y="1537"/>
                    <a:pt x="2834" y="1317"/>
                    <a:pt x="4580" y="1"/>
                  </a:cubicBezTo>
                  <a:close/>
                </a:path>
              </a:pathLst>
            </a:custGeom>
            <a:solidFill>
              <a:srgbClr val="213B5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367" name="Google Shape;16367;p44"/>
            <p:cNvSpPr/>
            <p:nvPr/>
          </p:nvSpPr>
          <p:spPr>
            <a:xfrm>
              <a:off x="6295847" y="3513352"/>
              <a:ext cx="23252" cy="32574"/>
            </a:xfrm>
            <a:custGeom>
              <a:rect b="b" l="l" r="r" t="t"/>
              <a:pathLst>
                <a:path extrusionOk="0" h="1244" w="888">
                  <a:moveTo>
                    <a:pt x="445" y="1"/>
                  </a:moveTo>
                  <a:cubicBezTo>
                    <a:pt x="406" y="1"/>
                    <a:pt x="368" y="17"/>
                    <a:pt x="344" y="51"/>
                  </a:cubicBezTo>
                  <a:cubicBezTo>
                    <a:pt x="220" y="213"/>
                    <a:pt x="20" y="499"/>
                    <a:pt x="10" y="785"/>
                  </a:cubicBezTo>
                  <a:cubicBezTo>
                    <a:pt x="1" y="1005"/>
                    <a:pt x="153" y="1196"/>
                    <a:pt x="363" y="1234"/>
                  </a:cubicBezTo>
                  <a:cubicBezTo>
                    <a:pt x="394" y="1240"/>
                    <a:pt x="425" y="1243"/>
                    <a:pt x="454" y="1243"/>
                  </a:cubicBezTo>
                  <a:cubicBezTo>
                    <a:pt x="692" y="1243"/>
                    <a:pt x="888" y="1050"/>
                    <a:pt x="888" y="804"/>
                  </a:cubicBezTo>
                  <a:cubicBezTo>
                    <a:pt x="888" y="518"/>
                    <a:pt x="687" y="213"/>
                    <a:pt x="554" y="51"/>
                  </a:cubicBezTo>
                  <a:cubicBezTo>
                    <a:pt x="525" y="17"/>
                    <a:pt x="485" y="1"/>
                    <a:pt x="445" y="1"/>
                  </a:cubicBezTo>
                  <a:close/>
                </a:path>
              </a:pathLst>
            </a:custGeom>
            <a:solidFill>
              <a:srgbClr val="F4F7F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368" name="Google Shape;16368;p44"/>
            <p:cNvSpPr/>
            <p:nvPr/>
          </p:nvSpPr>
          <p:spPr>
            <a:xfrm>
              <a:off x="6467464" y="3513352"/>
              <a:ext cx="23252" cy="32574"/>
            </a:xfrm>
            <a:custGeom>
              <a:rect b="b" l="l" r="r" t="t"/>
              <a:pathLst>
                <a:path extrusionOk="0" h="1244" w="888">
                  <a:moveTo>
                    <a:pt x="445" y="1"/>
                  </a:moveTo>
                  <a:cubicBezTo>
                    <a:pt x="406" y="1"/>
                    <a:pt x="368" y="17"/>
                    <a:pt x="344" y="51"/>
                  </a:cubicBezTo>
                  <a:cubicBezTo>
                    <a:pt x="220" y="213"/>
                    <a:pt x="20" y="499"/>
                    <a:pt x="10" y="785"/>
                  </a:cubicBezTo>
                  <a:cubicBezTo>
                    <a:pt x="0" y="1005"/>
                    <a:pt x="153" y="1196"/>
                    <a:pt x="363" y="1234"/>
                  </a:cubicBezTo>
                  <a:cubicBezTo>
                    <a:pt x="394" y="1240"/>
                    <a:pt x="424" y="1243"/>
                    <a:pt x="454" y="1243"/>
                  </a:cubicBezTo>
                  <a:cubicBezTo>
                    <a:pt x="692" y="1243"/>
                    <a:pt x="888" y="1050"/>
                    <a:pt x="888" y="804"/>
                  </a:cubicBezTo>
                  <a:cubicBezTo>
                    <a:pt x="888" y="518"/>
                    <a:pt x="678" y="213"/>
                    <a:pt x="554" y="51"/>
                  </a:cubicBezTo>
                  <a:cubicBezTo>
                    <a:pt x="525" y="17"/>
                    <a:pt x="485" y="1"/>
                    <a:pt x="445" y="1"/>
                  </a:cubicBezTo>
                  <a:close/>
                </a:path>
              </a:pathLst>
            </a:custGeom>
            <a:solidFill>
              <a:srgbClr val="F4F7F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369" name="Google Shape;16369;p44"/>
            <p:cNvSpPr/>
            <p:nvPr/>
          </p:nvSpPr>
          <p:spPr>
            <a:xfrm>
              <a:off x="6319073" y="3408743"/>
              <a:ext cx="148652" cy="51506"/>
            </a:xfrm>
            <a:custGeom>
              <a:rect b="b" l="l" r="r" t="t"/>
              <a:pathLst>
                <a:path extrusionOk="0" h="1967" w="5677">
                  <a:moveTo>
                    <a:pt x="2844" y="1"/>
                  </a:moveTo>
                  <a:cubicBezTo>
                    <a:pt x="1270" y="1"/>
                    <a:pt x="1" y="487"/>
                    <a:pt x="1" y="1088"/>
                  </a:cubicBezTo>
                  <a:lnTo>
                    <a:pt x="1" y="1966"/>
                  </a:lnTo>
                  <a:cubicBezTo>
                    <a:pt x="1" y="1365"/>
                    <a:pt x="1270" y="869"/>
                    <a:pt x="2844" y="869"/>
                  </a:cubicBezTo>
                  <a:cubicBezTo>
                    <a:pt x="4408" y="869"/>
                    <a:pt x="5677" y="1365"/>
                    <a:pt x="5677" y="1966"/>
                  </a:cubicBezTo>
                  <a:lnTo>
                    <a:pt x="5677" y="1088"/>
                  </a:lnTo>
                  <a:cubicBezTo>
                    <a:pt x="5677" y="487"/>
                    <a:pt x="4408" y="1"/>
                    <a:pt x="2844" y="1"/>
                  </a:cubicBezTo>
                  <a:close/>
                </a:path>
              </a:pathLst>
            </a:custGeom>
            <a:solidFill>
              <a:srgbClr val="F1F4F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370" name="Google Shape;16370;p44"/>
            <p:cNvSpPr/>
            <p:nvPr/>
          </p:nvSpPr>
          <p:spPr>
            <a:xfrm>
              <a:off x="6399016" y="3482951"/>
              <a:ext cx="57240" cy="45981"/>
            </a:xfrm>
            <a:custGeom>
              <a:rect b="b" l="l" r="r" t="t"/>
              <a:pathLst>
                <a:path extrusionOk="0" h="1756" w="2186">
                  <a:moveTo>
                    <a:pt x="1756" y="439"/>
                  </a:moveTo>
                  <a:lnTo>
                    <a:pt x="1756" y="658"/>
                  </a:lnTo>
                  <a:cubicBezTo>
                    <a:pt x="1756" y="1021"/>
                    <a:pt x="1460" y="1317"/>
                    <a:pt x="1098" y="1317"/>
                  </a:cubicBezTo>
                  <a:cubicBezTo>
                    <a:pt x="735" y="1317"/>
                    <a:pt x="439" y="1021"/>
                    <a:pt x="439" y="658"/>
                  </a:cubicBezTo>
                  <a:lnTo>
                    <a:pt x="439" y="439"/>
                  </a:lnTo>
                  <a:close/>
                  <a:moveTo>
                    <a:pt x="220" y="0"/>
                  </a:moveTo>
                  <a:cubicBezTo>
                    <a:pt x="105" y="0"/>
                    <a:pt x="1" y="105"/>
                    <a:pt x="1" y="220"/>
                  </a:cubicBezTo>
                  <a:lnTo>
                    <a:pt x="1" y="658"/>
                  </a:lnTo>
                  <a:cubicBezTo>
                    <a:pt x="1" y="1259"/>
                    <a:pt x="497" y="1746"/>
                    <a:pt x="1098" y="1756"/>
                  </a:cubicBezTo>
                  <a:cubicBezTo>
                    <a:pt x="1699" y="1746"/>
                    <a:pt x="2185" y="1259"/>
                    <a:pt x="2185" y="658"/>
                  </a:cubicBezTo>
                  <a:lnTo>
                    <a:pt x="2185" y="220"/>
                  </a:lnTo>
                  <a:cubicBezTo>
                    <a:pt x="2185" y="105"/>
                    <a:pt x="2090" y="0"/>
                    <a:pt x="1966" y="0"/>
                  </a:cubicBezTo>
                  <a:close/>
                </a:path>
              </a:pathLst>
            </a:custGeom>
            <a:solidFill>
              <a:srgbClr val="F4F7F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371" name="Google Shape;16371;p44"/>
            <p:cNvSpPr/>
            <p:nvPr/>
          </p:nvSpPr>
          <p:spPr>
            <a:xfrm>
              <a:off x="6330569" y="3482951"/>
              <a:ext cx="56979" cy="45981"/>
            </a:xfrm>
            <a:custGeom>
              <a:rect b="b" l="l" r="r" t="t"/>
              <a:pathLst>
                <a:path extrusionOk="0" h="1756" w="2176">
                  <a:moveTo>
                    <a:pt x="1746" y="439"/>
                  </a:moveTo>
                  <a:lnTo>
                    <a:pt x="1746" y="658"/>
                  </a:lnTo>
                  <a:cubicBezTo>
                    <a:pt x="1746" y="1021"/>
                    <a:pt x="1451" y="1317"/>
                    <a:pt x="1088" y="1317"/>
                  </a:cubicBezTo>
                  <a:cubicBezTo>
                    <a:pt x="726" y="1317"/>
                    <a:pt x="430" y="1021"/>
                    <a:pt x="430" y="658"/>
                  </a:cubicBezTo>
                  <a:lnTo>
                    <a:pt x="430" y="439"/>
                  </a:lnTo>
                  <a:close/>
                  <a:moveTo>
                    <a:pt x="210" y="0"/>
                  </a:moveTo>
                  <a:cubicBezTo>
                    <a:pt x="96" y="0"/>
                    <a:pt x="1" y="105"/>
                    <a:pt x="1" y="220"/>
                  </a:cubicBezTo>
                  <a:lnTo>
                    <a:pt x="1" y="658"/>
                  </a:lnTo>
                  <a:cubicBezTo>
                    <a:pt x="1" y="1259"/>
                    <a:pt x="487" y="1746"/>
                    <a:pt x="1088" y="1756"/>
                  </a:cubicBezTo>
                  <a:cubicBezTo>
                    <a:pt x="1689" y="1746"/>
                    <a:pt x="2176" y="1259"/>
                    <a:pt x="2176" y="658"/>
                  </a:cubicBezTo>
                  <a:lnTo>
                    <a:pt x="2176" y="220"/>
                  </a:lnTo>
                  <a:cubicBezTo>
                    <a:pt x="2176" y="105"/>
                    <a:pt x="2080" y="0"/>
                    <a:pt x="1966" y="0"/>
                  </a:cubicBezTo>
                  <a:close/>
                </a:path>
              </a:pathLst>
            </a:custGeom>
            <a:solidFill>
              <a:srgbClr val="F4F7F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372" name="Google Shape;16372;p44"/>
            <p:cNvSpPr/>
            <p:nvPr/>
          </p:nvSpPr>
          <p:spPr>
            <a:xfrm>
              <a:off x="6326327" y="3614347"/>
              <a:ext cx="134172" cy="80467"/>
            </a:xfrm>
            <a:custGeom>
              <a:rect b="b" l="l" r="r" t="t"/>
              <a:pathLst>
                <a:path extrusionOk="0" h="3073" w="5124">
                  <a:moveTo>
                    <a:pt x="668" y="0"/>
                  </a:moveTo>
                  <a:lnTo>
                    <a:pt x="0" y="239"/>
                  </a:lnTo>
                  <a:cubicBezTo>
                    <a:pt x="0" y="248"/>
                    <a:pt x="10" y="258"/>
                    <a:pt x="19" y="277"/>
                  </a:cubicBezTo>
                  <a:lnTo>
                    <a:pt x="735" y="1889"/>
                  </a:lnTo>
                  <a:cubicBezTo>
                    <a:pt x="843" y="2141"/>
                    <a:pt x="1082" y="2279"/>
                    <a:pt x="1328" y="2279"/>
                  </a:cubicBezTo>
                  <a:cubicBezTo>
                    <a:pt x="1474" y="2279"/>
                    <a:pt x="1622" y="2231"/>
                    <a:pt x="1746" y="2128"/>
                  </a:cubicBezTo>
                  <a:lnTo>
                    <a:pt x="2347" y="1641"/>
                  </a:lnTo>
                  <a:lnTo>
                    <a:pt x="2347" y="3062"/>
                  </a:lnTo>
                  <a:cubicBezTo>
                    <a:pt x="2414" y="3062"/>
                    <a:pt x="2490" y="3072"/>
                    <a:pt x="2567" y="3072"/>
                  </a:cubicBezTo>
                  <a:cubicBezTo>
                    <a:pt x="2633" y="3072"/>
                    <a:pt x="2710" y="3072"/>
                    <a:pt x="2777" y="3062"/>
                  </a:cubicBezTo>
                  <a:lnTo>
                    <a:pt x="2777" y="1631"/>
                  </a:lnTo>
                  <a:lnTo>
                    <a:pt x="3378" y="2128"/>
                  </a:lnTo>
                  <a:cubicBezTo>
                    <a:pt x="3502" y="2231"/>
                    <a:pt x="3650" y="2279"/>
                    <a:pt x="3796" y="2279"/>
                  </a:cubicBezTo>
                  <a:cubicBezTo>
                    <a:pt x="4043" y="2279"/>
                    <a:pt x="4285" y="2141"/>
                    <a:pt x="4398" y="1889"/>
                  </a:cubicBezTo>
                  <a:lnTo>
                    <a:pt x="5114" y="267"/>
                  </a:lnTo>
                  <a:cubicBezTo>
                    <a:pt x="5114" y="258"/>
                    <a:pt x="5123" y="248"/>
                    <a:pt x="5123" y="229"/>
                  </a:cubicBezTo>
                  <a:lnTo>
                    <a:pt x="4456" y="0"/>
                  </a:lnTo>
                  <a:lnTo>
                    <a:pt x="2557" y="887"/>
                  </a:lnTo>
                  <a:lnTo>
                    <a:pt x="668" y="0"/>
                  </a:lnTo>
                  <a:close/>
                </a:path>
              </a:pathLst>
            </a:custGeom>
            <a:solidFill>
              <a:srgbClr val="F1F4F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373" name="Google Shape;16373;p44"/>
            <p:cNvSpPr/>
            <p:nvPr/>
          </p:nvSpPr>
          <p:spPr>
            <a:xfrm>
              <a:off x="6336565" y="3599893"/>
              <a:ext cx="56979" cy="62635"/>
            </a:xfrm>
            <a:custGeom>
              <a:rect b="b" l="l" r="r" t="t"/>
              <a:pathLst>
                <a:path extrusionOk="0" h="2392" w="2176">
                  <a:moveTo>
                    <a:pt x="646" y="0"/>
                  </a:moveTo>
                  <a:cubicBezTo>
                    <a:pt x="590" y="0"/>
                    <a:pt x="536" y="21"/>
                    <a:pt x="497" y="66"/>
                  </a:cubicBezTo>
                  <a:lnTo>
                    <a:pt x="58" y="495"/>
                  </a:lnTo>
                  <a:cubicBezTo>
                    <a:pt x="20" y="533"/>
                    <a:pt x="1" y="590"/>
                    <a:pt x="29" y="648"/>
                  </a:cubicBezTo>
                  <a:lnTo>
                    <a:pt x="745" y="2260"/>
                  </a:lnTo>
                  <a:cubicBezTo>
                    <a:pt x="781" y="2345"/>
                    <a:pt x="864" y="2392"/>
                    <a:pt x="947" y="2392"/>
                  </a:cubicBezTo>
                  <a:cubicBezTo>
                    <a:pt x="994" y="2392"/>
                    <a:pt x="1041" y="2377"/>
                    <a:pt x="1079" y="2346"/>
                  </a:cubicBezTo>
                  <a:lnTo>
                    <a:pt x="2176" y="1439"/>
                  </a:lnTo>
                  <a:lnTo>
                    <a:pt x="792" y="56"/>
                  </a:lnTo>
                  <a:cubicBezTo>
                    <a:pt x="751" y="19"/>
                    <a:pt x="698" y="0"/>
                    <a:pt x="646" y="0"/>
                  </a:cubicBezTo>
                  <a:close/>
                </a:path>
              </a:pathLst>
            </a:custGeom>
            <a:solidFill>
              <a:srgbClr val="F4F7F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374" name="Google Shape;16374;p44"/>
            <p:cNvSpPr/>
            <p:nvPr/>
          </p:nvSpPr>
          <p:spPr>
            <a:xfrm>
              <a:off x="6393282" y="3599658"/>
              <a:ext cx="56717" cy="62870"/>
            </a:xfrm>
            <a:custGeom>
              <a:rect b="b" l="l" r="r" t="t"/>
              <a:pathLst>
                <a:path extrusionOk="0" h="2401" w="2166">
                  <a:moveTo>
                    <a:pt x="1532" y="1"/>
                  </a:moveTo>
                  <a:cubicBezTo>
                    <a:pt x="1476" y="1"/>
                    <a:pt x="1422" y="22"/>
                    <a:pt x="1383" y="65"/>
                  </a:cubicBezTo>
                  <a:lnTo>
                    <a:pt x="0" y="1448"/>
                  </a:lnTo>
                  <a:lnTo>
                    <a:pt x="1097" y="2355"/>
                  </a:lnTo>
                  <a:cubicBezTo>
                    <a:pt x="1135" y="2386"/>
                    <a:pt x="1182" y="2401"/>
                    <a:pt x="1228" y="2401"/>
                  </a:cubicBezTo>
                  <a:cubicBezTo>
                    <a:pt x="1311" y="2401"/>
                    <a:pt x="1395" y="2354"/>
                    <a:pt x="1431" y="2269"/>
                  </a:cubicBezTo>
                  <a:lnTo>
                    <a:pt x="2147" y="657"/>
                  </a:lnTo>
                  <a:cubicBezTo>
                    <a:pt x="2166" y="599"/>
                    <a:pt x="2156" y="542"/>
                    <a:pt x="2118" y="504"/>
                  </a:cubicBezTo>
                  <a:lnTo>
                    <a:pt x="1689" y="65"/>
                  </a:lnTo>
                  <a:cubicBezTo>
                    <a:pt x="1646" y="22"/>
                    <a:pt x="1588" y="1"/>
                    <a:pt x="1532" y="1"/>
                  </a:cubicBezTo>
                  <a:close/>
                </a:path>
              </a:pathLst>
            </a:custGeom>
            <a:solidFill>
              <a:srgbClr val="F4F7F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375" name="Google Shape;16375;p44"/>
            <p:cNvSpPr/>
            <p:nvPr/>
          </p:nvSpPr>
          <p:spPr>
            <a:xfrm>
              <a:off x="6265132" y="3644067"/>
              <a:ext cx="48468" cy="56481"/>
            </a:xfrm>
            <a:custGeom>
              <a:rect b="b" l="l" r="r" t="t"/>
              <a:pathLst>
                <a:path extrusionOk="0" h="2157" w="1851">
                  <a:moveTo>
                    <a:pt x="239" y="0"/>
                  </a:moveTo>
                  <a:cubicBezTo>
                    <a:pt x="134" y="105"/>
                    <a:pt x="57" y="229"/>
                    <a:pt x="0" y="363"/>
                  </a:cubicBezTo>
                  <a:lnTo>
                    <a:pt x="1193" y="1403"/>
                  </a:lnTo>
                  <a:cubicBezTo>
                    <a:pt x="1326" y="1527"/>
                    <a:pt x="1412" y="1708"/>
                    <a:pt x="1412" y="1899"/>
                  </a:cubicBezTo>
                  <a:lnTo>
                    <a:pt x="1412" y="2156"/>
                  </a:lnTo>
                  <a:lnTo>
                    <a:pt x="1851" y="2156"/>
                  </a:lnTo>
                  <a:lnTo>
                    <a:pt x="1851" y="1899"/>
                  </a:lnTo>
                  <a:cubicBezTo>
                    <a:pt x="1851" y="1584"/>
                    <a:pt x="1708" y="1279"/>
                    <a:pt x="1469" y="1069"/>
                  </a:cubicBezTo>
                  <a:lnTo>
                    <a:pt x="239" y="0"/>
                  </a:ln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376" name="Google Shape;16376;p44"/>
            <p:cNvSpPr/>
            <p:nvPr/>
          </p:nvSpPr>
          <p:spPr>
            <a:xfrm>
              <a:off x="6473198" y="3644067"/>
              <a:ext cx="48495" cy="56481"/>
            </a:xfrm>
            <a:custGeom>
              <a:rect b="b" l="l" r="r" t="t"/>
              <a:pathLst>
                <a:path extrusionOk="0" h="2157" w="1852">
                  <a:moveTo>
                    <a:pt x="1613" y="0"/>
                  </a:moveTo>
                  <a:lnTo>
                    <a:pt x="382" y="1069"/>
                  </a:lnTo>
                  <a:cubicBezTo>
                    <a:pt x="144" y="1279"/>
                    <a:pt x="1" y="1584"/>
                    <a:pt x="1" y="1899"/>
                  </a:cubicBezTo>
                  <a:lnTo>
                    <a:pt x="1" y="2156"/>
                  </a:lnTo>
                  <a:lnTo>
                    <a:pt x="440" y="2156"/>
                  </a:lnTo>
                  <a:lnTo>
                    <a:pt x="440" y="1899"/>
                  </a:lnTo>
                  <a:cubicBezTo>
                    <a:pt x="440" y="1708"/>
                    <a:pt x="516" y="1527"/>
                    <a:pt x="659" y="1403"/>
                  </a:cubicBezTo>
                  <a:lnTo>
                    <a:pt x="1852" y="363"/>
                  </a:lnTo>
                  <a:cubicBezTo>
                    <a:pt x="1794" y="229"/>
                    <a:pt x="1718" y="105"/>
                    <a:pt x="1613" y="0"/>
                  </a:cubicBez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16377" name="Google Shape;16377;p44"/>
          <p:cNvSpPr/>
          <p:nvPr/>
        </p:nvSpPr>
        <p:spPr>
          <a:xfrm>
            <a:off x="5880422" y="3210650"/>
            <a:ext cx="125924" cy="11260"/>
          </a:xfrm>
          <a:custGeom>
            <a:rect b="b" l="l" r="r" t="t"/>
            <a:pathLst>
              <a:path extrusionOk="0" h="430" w="4809">
                <a:moveTo>
                  <a:pt x="1" y="0"/>
                </a:moveTo>
                <a:cubicBezTo>
                  <a:pt x="1" y="239"/>
                  <a:pt x="201" y="429"/>
                  <a:pt x="439" y="429"/>
                </a:cubicBezTo>
                <a:lnTo>
                  <a:pt x="4379" y="429"/>
                </a:lnTo>
                <a:cubicBezTo>
                  <a:pt x="4618" y="429"/>
                  <a:pt x="4809" y="239"/>
                  <a:pt x="4809" y="0"/>
                </a:cubicBezTo>
                <a:close/>
              </a:path>
            </a:pathLst>
          </a:custGeom>
          <a:solidFill>
            <a:srgbClr val="ECF0F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nvGrpSpPr>
          <p:cNvPr id="16378" name="Google Shape;16378;p44"/>
          <p:cNvGrpSpPr/>
          <p:nvPr/>
        </p:nvGrpSpPr>
        <p:grpSpPr>
          <a:xfrm>
            <a:off x="5811739" y="3193394"/>
            <a:ext cx="263317" cy="354755"/>
            <a:chOff x="5811739" y="3345794"/>
            <a:chExt cx="263317" cy="354755"/>
          </a:xfrm>
        </p:grpSpPr>
        <p:sp>
          <p:nvSpPr>
            <p:cNvPr id="16379" name="Google Shape;16379;p44"/>
            <p:cNvSpPr/>
            <p:nvPr/>
          </p:nvSpPr>
          <p:spPr>
            <a:xfrm>
              <a:off x="5857694" y="3408743"/>
              <a:ext cx="171643" cy="57240"/>
            </a:xfrm>
            <a:custGeom>
              <a:rect b="b" l="l" r="r" t="t"/>
              <a:pathLst>
                <a:path extrusionOk="0" h="2186" w="6555">
                  <a:moveTo>
                    <a:pt x="0" y="1"/>
                  </a:moveTo>
                  <a:lnTo>
                    <a:pt x="0" y="2185"/>
                  </a:lnTo>
                  <a:lnTo>
                    <a:pt x="6554" y="2185"/>
                  </a:lnTo>
                  <a:lnTo>
                    <a:pt x="6554" y="1"/>
                  </a:lnTo>
                  <a:close/>
                </a:path>
              </a:pathLst>
            </a:custGeom>
            <a:solidFill>
              <a:srgbClr val="E7E9E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380" name="Google Shape;16380;p44"/>
            <p:cNvSpPr/>
            <p:nvPr/>
          </p:nvSpPr>
          <p:spPr>
            <a:xfrm>
              <a:off x="5854944" y="3528696"/>
              <a:ext cx="60723" cy="57371"/>
            </a:xfrm>
            <a:custGeom>
              <a:rect b="b" l="l" r="r" t="t"/>
              <a:pathLst>
                <a:path extrusionOk="0" h="2191" w="2319">
                  <a:moveTo>
                    <a:pt x="754" y="1"/>
                  </a:moveTo>
                  <a:cubicBezTo>
                    <a:pt x="630" y="1"/>
                    <a:pt x="505" y="36"/>
                    <a:pt x="392" y="113"/>
                  </a:cubicBezTo>
                  <a:cubicBezTo>
                    <a:pt x="29" y="352"/>
                    <a:pt x="1" y="877"/>
                    <a:pt x="334" y="1153"/>
                  </a:cubicBezTo>
                  <a:cubicBezTo>
                    <a:pt x="233" y="1732"/>
                    <a:pt x="692" y="2191"/>
                    <a:pt x="1198" y="2191"/>
                  </a:cubicBezTo>
                  <a:cubicBezTo>
                    <a:pt x="1359" y="2191"/>
                    <a:pt x="1525" y="2144"/>
                    <a:pt x="1680" y="2041"/>
                  </a:cubicBezTo>
                  <a:cubicBezTo>
                    <a:pt x="2319" y="1611"/>
                    <a:pt x="2137" y="619"/>
                    <a:pt x="1384" y="457"/>
                  </a:cubicBezTo>
                  <a:cubicBezTo>
                    <a:pt x="1292" y="174"/>
                    <a:pt x="1028" y="1"/>
                    <a:pt x="754" y="1"/>
                  </a:cubicBezTo>
                  <a:close/>
                </a:path>
              </a:pathLst>
            </a:custGeom>
            <a:solidFill>
              <a:srgbClr val="D4DDE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381" name="Google Shape;16381;p44"/>
            <p:cNvSpPr/>
            <p:nvPr/>
          </p:nvSpPr>
          <p:spPr>
            <a:xfrm>
              <a:off x="5971101" y="3528696"/>
              <a:ext cx="60723" cy="57371"/>
            </a:xfrm>
            <a:custGeom>
              <a:rect b="b" l="l" r="r" t="t"/>
              <a:pathLst>
                <a:path extrusionOk="0" h="2191" w="2319">
                  <a:moveTo>
                    <a:pt x="1565" y="1"/>
                  </a:moveTo>
                  <a:cubicBezTo>
                    <a:pt x="1292" y="1"/>
                    <a:pt x="1030" y="174"/>
                    <a:pt x="945" y="457"/>
                  </a:cubicBezTo>
                  <a:cubicBezTo>
                    <a:pt x="191" y="619"/>
                    <a:pt x="1" y="1611"/>
                    <a:pt x="640" y="2041"/>
                  </a:cubicBezTo>
                  <a:cubicBezTo>
                    <a:pt x="794" y="2144"/>
                    <a:pt x="961" y="2191"/>
                    <a:pt x="1122" y="2191"/>
                  </a:cubicBezTo>
                  <a:cubicBezTo>
                    <a:pt x="1631" y="2191"/>
                    <a:pt x="2093" y="1732"/>
                    <a:pt x="1985" y="1153"/>
                  </a:cubicBezTo>
                  <a:cubicBezTo>
                    <a:pt x="2319" y="877"/>
                    <a:pt x="2290" y="352"/>
                    <a:pt x="1928" y="113"/>
                  </a:cubicBezTo>
                  <a:cubicBezTo>
                    <a:pt x="1815" y="36"/>
                    <a:pt x="1689" y="1"/>
                    <a:pt x="1565" y="1"/>
                  </a:cubicBezTo>
                  <a:close/>
                </a:path>
              </a:pathLst>
            </a:custGeom>
            <a:solidFill>
              <a:srgbClr val="D4DDE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382" name="Google Shape;16382;p44"/>
            <p:cNvSpPr/>
            <p:nvPr/>
          </p:nvSpPr>
          <p:spPr>
            <a:xfrm>
              <a:off x="5811739" y="3563130"/>
              <a:ext cx="263316" cy="137157"/>
            </a:xfrm>
            <a:custGeom>
              <a:rect b="b" l="l" r="r" t="t"/>
              <a:pathLst>
                <a:path extrusionOk="0" h="5238" w="10056">
                  <a:moveTo>
                    <a:pt x="3721" y="0"/>
                  </a:moveTo>
                  <a:lnTo>
                    <a:pt x="3721" y="1126"/>
                  </a:lnTo>
                  <a:cubicBezTo>
                    <a:pt x="3721" y="1498"/>
                    <a:pt x="3482" y="1832"/>
                    <a:pt x="3139" y="1956"/>
                  </a:cubicBezTo>
                  <a:lnTo>
                    <a:pt x="878" y="2748"/>
                  </a:lnTo>
                  <a:cubicBezTo>
                    <a:pt x="353" y="2929"/>
                    <a:pt x="0" y="3425"/>
                    <a:pt x="0" y="3988"/>
                  </a:cubicBezTo>
                  <a:lnTo>
                    <a:pt x="0" y="4580"/>
                  </a:lnTo>
                  <a:cubicBezTo>
                    <a:pt x="0" y="4942"/>
                    <a:pt x="296" y="5238"/>
                    <a:pt x="658" y="5238"/>
                  </a:cubicBezTo>
                  <a:lnTo>
                    <a:pt x="9397" y="5238"/>
                  </a:lnTo>
                  <a:cubicBezTo>
                    <a:pt x="9759" y="5238"/>
                    <a:pt x="10055" y="4942"/>
                    <a:pt x="10055" y="4580"/>
                  </a:cubicBezTo>
                  <a:lnTo>
                    <a:pt x="10055" y="3988"/>
                  </a:lnTo>
                  <a:cubicBezTo>
                    <a:pt x="10055" y="3425"/>
                    <a:pt x="9702" y="2939"/>
                    <a:pt x="9178" y="2748"/>
                  </a:cubicBezTo>
                  <a:lnTo>
                    <a:pt x="6926" y="1956"/>
                  </a:lnTo>
                  <a:cubicBezTo>
                    <a:pt x="6573" y="1832"/>
                    <a:pt x="6344" y="1498"/>
                    <a:pt x="6344" y="1126"/>
                  </a:cubicBezTo>
                  <a:lnTo>
                    <a:pt x="6344" y="0"/>
                  </a:lnTo>
                  <a:close/>
                </a:path>
              </a:pathLst>
            </a:custGeom>
            <a:solidFill>
              <a:srgbClr val="E7ECF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383" name="Google Shape;16383;p44"/>
            <p:cNvSpPr/>
            <p:nvPr/>
          </p:nvSpPr>
          <p:spPr>
            <a:xfrm>
              <a:off x="5811975" y="3602355"/>
              <a:ext cx="263081" cy="97932"/>
            </a:xfrm>
            <a:custGeom>
              <a:rect b="b" l="l" r="r" t="t"/>
              <a:pathLst>
                <a:path extrusionOk="0" h="3740" w="10047">
                  <a:moveTo>
                    <a:pt x="3626" y="0"/>
                  </a:moveTo>
                  <a:cubicBezTo>
                    <a:pt x="3530" y="210"/>
                    <a:pt x="3349" y="372"/>
                    <a:pt x="3130" y="458"/>
                  </a:cubicBezTo>
                  <a:lnTo>
                    <a:pt x="869" y="1250"/>
                  </a:lnTo>
                  <a:cubicBezTo>
                    <a:pt x="344" y="1431"/>
                    <a:pt x="1" y="1927"/>
                    <a:pt x="1" y="2490"/>
                  </a:cubicBezTo>
                  <a:lnTo>
                    <a:pt x="1" y="3082"/>
                  </a:lnTo>
                  <a:cubicBezTo>
                    <a:pt x="1" y="3444"/>
                    <a:pt x="287" y="3740"/>
                    <a:pt x="649" y="3740"/>
                  </a:cubicBezTo>
                  <a:lnTo>
                    <a:pt x="9388" y="3740"/>
                  </a:lnTo>
                  <a:cubicBezTo>
                    <a:pt x="9750" y="3740"/>
                    <a:pt x="10046" y="3444"/>
                    <a:pt x="10046" y="3082"/>
                  </a:cubicBezTo>
                  <a:lnTo>
                    <a:pt x="10046" y="2490"/>
                  </a:lnTo>
                  <a:cubicBezTo>
                    <a:pt x="10046" y="1927"/>
                    <a:pt x="9693" y="1441"/>
                    <a:pt x="9169" y="1250"/>
                  </a:cubicBezTo>
                  <a:lnTo>
                    <a:pt x="6917" y="458"/>
                  </a:lnTo>
                  <a:cubicBezTo>
                    <a:pt x="6698" y="372"/>
                    <a:pt x="6516" y="210"/>
                    <a:pt x="6411" y="0"/>
                  </a:cubicBezTo>
                  <a:cubicBezTo>
                    <a:pt x="5963" y="167"/>
                    <a:pt x="5491" y="251"/>
                    <a:pt x="5019" y="251"/>
                  </a:cubicBezTo>
                  <a:cubicBezTo>
                    <a:pt x="4546" y="251"/>
                    <a:pt x="4074" y="167"/>
                    <a:pt x="3626" y="0"/>
                  </a:cubicBezTo>
                  <a:close/>
                </a:path>
              </a:pathLst>
            </a:custGeom>
            <a:solidFill>
              <a:srgbClr val="E7E9E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384" name="Google Shape;16384;p44"/>
            <p:cNvSpPr/>
            <p:nvPr/>
          </p:nvSpPr>
          <p:spPr>
            <a:xfrm>
              <a:off x="5909147" y="3574625"/>
              <a:ext cx="68736" cy="22807"/>
            </a:xfrm>
            <a:custGeom>
              <a:rect b="b" l="l" r="r" t="t"/>
              <a:pathLst>
                <a:path extrusionOk="0" h="871" w="2625">
                  <a:moveTo>
                    <a:pt x="1" y="0"/>
                  </a:moveTo>
                  <a:lnTo>
                    <a:pt x="1" y="592"/>
                  </a:lnTo>
                  <a:cubicBezTo>
                    <a:pt x="416" y="778"/>
                    <a:pt x="862" y="871"/>
                    <a:pt x="1309" y="871"/>
                  </a:cubicBezTo>
                  <a:cubicBezTo>
                    <a:pt x="1756" y="871"/>
                    <a:pt x="2204" y="778"/>
                    <a:pt x="2624" y="592"/>
                  </a:cubicBezTo>
                  <a:lnTo>
                    <a:pt x="2624" y="0"/>
                  </a:ln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385" name="Google Shape;16385;p44"/>
            <p:cNvSpPr/>
            <p:nvPr/>
          </p:nvSpPr>
          <p:spPr>
            <a:xfrm>
              <a:off x="5850938" y="3465957"/>
              <a:ext cx="184630" cy="119927"/>
            </a:xfrm>
            <a:custGeom>
              <a:rect b="b" l="l" r="r" t="t"/>
              <a:pathLst>
                <a:path extrusionOk="0" h="4580" w="7051">
                  <a:moveTo>
                    <a:pt x="697" y="0"/>
                  </a:moveTo>
                  <a:lnTo>
                    <a:pt x="697" y="869"/>
                  </a:lnTo>
                  <a:lnTo>
                    <a:pt x="611" y="869"/>
                  </a:lnTo>
                  <a:cubicBezTo>
                    <a:pt x="325" y="869"/>
                    <a:pt x="77" y="1078"/>
                    <a:pt x="39" y="1365"/>
                  </a:cubicBezTo>
                  <a:cubicBezTo>
                    <a:pt x="1" y="1679"/>
                    <a:pt x="258" y="1966"/>
                    <a:pt x="583" y="1966"/>
                  </a:cubicBezTo>
                  <a:lnTo>
                    <a:pt x="697" y="1966"/>
                  </a:lnTo>
                  <a:cubicBezTo>
                    <a:pt x="812" y="3444"/>
                    <a:pt x="2042" y="4580"/>
                    <a:pt x="3531" y="4580"/>
                  </a:cubicBezTo>
                  <a:cubicBezTo>
                    <a:pt x="5009" y="4580"/>
                    <a:pt x="6240" y="3444"/>
                    <a:pt x="6354" y="1966"/>
                  </a:cubicBezTo>
                  <a:lnTo>
                    <a:pt x="6478" y="1966"/>
                  </a:lnTo>
                  <a:cubicBezTo>
                    <a:pt x="6803" y="1966"/>
                    <a:pt x="7051" y="1679"/>
                    <a:pt x="7022" y="1365"/>
                  </a:cubicBezTo>
                  <a:cubicBezTo>
                    <a:pt x="6984" y="1078"/>
                    <a:pt x="6736" y="869"/>
                    <a:pt x="6459" y="869"/>
                  </a:cubicBezTo>
                  <a:lnTo>
                    <a:pt x="6374" y="869"/>
                  </a:lnTo>
                  <a:lnTo>
                    <a:pt x="6374" y="0"/>
                  </a:lnTo>
                  <a:close/>
                </a:path>
              </a:pathLst>
            </a:custGeom>
            <a:solidFill>
              <a:srgbClr val="ECF0F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386" name="Google Shape;16386;p44"/>
            <p:cNvSpPr/>
            <p:nvPr/>
          </p:nvSpPr>
          <p:spPr>
            <a:xfrm>
              <a:off x="5918129" y="3534483"/>
              <a:ext cx="50773" cy="17439"/>
            </a:xfrm>
            <a:custGeom>
              <a:rect b="b" l="l" r="r" t="t"/>
              <a:pathLst>
                <a:path extrusionOk="0" h="666" w="1939">
                  <a:moveTo>
                    <a:pt x="319" y="0"/>
                  </a:moveTo>
                  <a:cubicBezTo>
                    <a:pt x="147" y="0"/>
                    <a:pt x="1" y="224"/>
                    <a:pt x="163" y="379"/>
                  </a:cubicBezTo>
                  <a:cubicBezTo>
                    <a:pt x="374" y="562"/>
                    <a:pt x="645" y="666"/>
                    <a:pt x="928" y="666"/>
                  </a:cubicBezTo>
                  <a:cubicBezTo>
                    <a:pt x="940" y="666"/>
                    <a:pt x="952" y="666"/>
                    <a:pt x="965" y="665"/>
                  </a:cubicBezTo>
                  <a:cubicBezTo>
                    <a:pt x="977" y="666"/>
                    <a:pt x="989" y="666"/>
                    <a:pt x="1002" y="666"/>
                  </a:cubicBezTo>
                  <a:cubicBezTo>
                    <a:pt x="1284" y="666"/>
                    <a:pt x="1556" y="562"/>
                    <a:pt x="1776" y="379"/>
                  </a:cubicBezTo>
                  <a:cubicBezTo>
                    <a:pt x="1938" y="224"/>
                    <a:pt x="1792" y="0"/>
                    <a:pt x="1620" y="0"/>
                  </a:cubicBezTo>
                  <a:cubicBezTo>
                    <a:pt x="1570" y="0"/>
                    <a:pt x="1518" y="19"/>
                    <a:pt x="1470" y="64"/>
                  </a:cubicBezTo>
                  <a:cubicBezTo>
                    <a:pt x="1318" y="169"/>
                    <a:pt x="1141" y="222"/>
                    <a:pt x="966" y="222"/>
                  </a:cubicBezTo>
                  <a:cubicBezTo>
                    <a:pt x="791" y="222"/>
                    <a:pt x="616" y="169"/>
                    <a:pt x="469" y="64"/>
                  </a:cubicBezTo>
                  <a:cubicBezTo>
                    <a:pt x="421" y="19"/>
                    <a:pt x="369" y="0"/>
                    <a:pt x="319" y="0"/>
                  </a:cubicBezTo>
                  <a:close/>
                </a:path>
              </a:pathLst>
            </a:custGeom>
            <a:solidFill>
              <a:srgbClr val="DAE2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387" name="Google Shape;16387;p44"/>
            <p:cNvSpPr/>
            <p:nvPr/>
          </p:nvSpPr>
          <p:spPr>
            <a:xfrm>
              <a:off x="5903413" y="3488817"/>
              <a:ext cx="11521" cy="17125"/>
            </a:xfrm>
            <a:custGeom>
              <a:rect b="b" l="l" r="r" t="t"/>
              <a:pathLst>
                <a:path extrusionOk="0" h="654" w="440">
                  <a:moveTo>
                    <a:pt x="220" y="0"/>
                  </a:moveTo>
                  <a:cubicBezTo>
                    <a:pt x="110" y="0"/>
                    <a:pt x="0" y="72"/>
                    <a:pt x="0" y="215"/>
                  </a:cubicBezTo>
                  <a:lnTo>
                    <a:pt x="0" y="434"/>
                  </a:lnTo>
                  <a:cubicBezTo>
                    <a:pt x="0" y="558"/>
                    <a:pt x="96" y="654"/>
                    <a:pt x="220" y="654"/>
                  </a:cubicBezTo>
                  <a:cubicBezTo>
                    <a:pt x="344" y="654"/>
                    <a:pt x="439" y="558"/>
                    <a:pt x="439" y="434"/>
                  </a:cubicBezTo>
                  <a:lnTo>
                    <a:pt x="439" y="215"/>
                  </a:lnTo>
                  <a:cubicBezTo>
                    <a:pt x="439" y="72"/>
                    <a:pt x="329" y="0"/>
                    <a:pt x="220" y="0"/>
                  </a:cubicBezTo>
                  <a:close/>
                </a:path>
              </a:pathLst>
            </a:custGeom>
            <a:solidFill>
              <a:srgbClr val="213B5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388" name="Google Shape;16388;p44"/>
            <p:cNvSpPr/>
            <p:nvPr/>
          </p:nvSpPr>
          <p:spPr>
            <a:xfrm>
              <a:off x="5972096" y="3488817"/>
              <a:ext cx="11521" cy="17125"/>
            </a:xfrm>
            <a:custGeom>
              <a:rect b="b" l="l" r="r" t="t"/>
              <a:pathLst>
                <a:path extrusionOk="0" h="654" w="440">
                  <a:moveTo>
                    <a:pt x="220" y="0"/>
                  </a:moveTo>
                  <a:cubicBezTo>
                    <a:pt x="110" y="0"/>
                    <a:pt x="1" y="72"/>
                    <a:pt x="1" y="215"/>
                  </a:cubicBezTo>
                  <a:lnTo>
                    <a:pt x="1" y="434"/>
                  </a:lnTo>
                  <a:cubicBezTo>
                    <a:pt x="1" y="558"/>
                    <a:pt x="96" y="654"/>
                    <a:pt x="220" y="654"/>
                  </a:cubicBezTo>
                  <a:cubicBezTo>
                    <a:pt x="335" y="654"/>
                    <a:pt x="440" y="558"/>
                    <a:pt x="440" y="434"/>
                  </a:cubicBezTo>
                  <a:lnTo>
                    <a:pt x="440" y="215"/>
                  </a:lnTo>
                  <a:cubicBezTo>
                    <a:pt x="440" y="72"/>
                    <a:pt x="330" y="0"/>
                    <a:pt x="220" y="0"/>
                  </a:cubicBezTo>
                  <a:close/>
                </a:path>
              </a:pathLst>
            </a:custGeom>
            <a:solidFill>
              <a:srgbClr val="213B5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389" name="Google Shape;16389;p44"/>
            <p:cNvSpPr/>
            <p:nvPr/>
          </p:nvSpPr>
          <p:spPr>
            <a:xfrm>
              <a:off x="5847115" y="3465957"/>
              <a:ext cx="147998" cy="120163"/>
            </a:xfrm>
            <a:custGeom>
              <a:rect b="b" l="l" r="r" t="t"/>
              <a:pathLst>
                <a:path extrusionOk="0" h="4589" w="5652">
                  <a:moveTo>
                    <a:pt x="843" y="0"/>
                  </a:moveTo>
                  <a:lnTo>
                    <a:pt x="843" y="869"/>
                  </a:lnTo>
                  <a:lnTo>
                    <a:pt x="757" y="869"/>
                  </a:lnTo>
                  <a:cubicBezTo>
                    <a:pt x="751" y="868"/>
                    <a:pt x="745" y="868"/>
                    <a:pt x="739" y="868"/>
                  </a:cubicBezTo>
                  <a:cubicBezTo>
                    <a:pt x="32" y="868"/>
                    <a:pt x="1" y="1947"/>
                    <a:pt x="729" y="1966"/>
                  </a:cubicBezTo>
                  <a:lnTo>
                    <a:pt x="843" y="1966"/>
                  </a:lnTo>
                  <a:cubicBezTo>
                    <a:pt x="947" y="3461"/>
                    <a:pt x="2202" y="4588"/>
                    <a:pt x="3657" y="4588"/>
                  </a:cubicBezTo>
                  <a:cubicBezTo>
                    <a:pt x="3808" y="4588"/>
                    <a:pt x="3961" y="4576"/>
                    <a:pt x="4115" y="4551"/>
                  </a:cubicBezTo>
                  <a:cubicBezTo>
                    <a:pt x="2732" y="4332"/>
                    <a:pt x="1711" y="3149"/>
                    <a:pt x="1711" y="1746"/>
                  </a:cubicBezTo>
                  <a:lnTo>
                    <a:pt x="1711" y="1307"/>
                  </a:lnTo>
                  <a:cubicBezTo>
                    <a:pt x="1711" y="830"/>
                    <a:pt x="2103" y="439"/>
                    <a:pt x="2580" y="439"/>
                  </a:cubicBezTo>
                  <a:lnTo>
                    <a:pt x="5203" y="439"/>
                  </a:lnTo>
                  <a:cubicBezTo>
                    <a:pt x="5451" y="439"/>
                    <a:pt x="5651" y="239"/>
                    <a:pt x="5651" y="0"/>
                  </a:cubicBezTo>
                  <a:close/>
                </a:path>
              </a:pathLst>
            </a:custGeom>
            <a:solidFill>
              <a:srgbClr val="E7ECF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390" name="Google Shape;16390;p44"/>
            <p:cNvSpPr/>
            <p:nvPr/>
          </p:nvSpPr>
          <p:spPr>
            <a:xfrm>
              <a:off x="5857694" y="3465957"/>
              <a:ext cx="23017" cy="25766"/>
            </a:xfrm>
            <a:custGeom>
              <a:rect b="b" l="l" r="r" t="t"/>
              <a:pathLst>
                <a:path extrusionOk="0" h="984" w="879">
                  <a:moveTo>
                    <a:pt x="0" y="0"/>
                  </a:moveTo>
                  <a:lnTo>
                    <a:pt x="0" y="983"/>
                  </a:lnTo>
                  <a:lnTo>
                    <a:pt x="296" y="945"/>
                  </a:lnTo>
                  <a:cubicBezTo>
                    <a:pt x="630" y="897"/>
                    <a:pt x="869" y="621"/>
                    <a:pt x="878" y="296"/>
                  </a:cubicBezTo>
                  <a:lnTo>
                    <a:pt x="878" y="0"/>
                  </a:lnTo>
                  <a:close/>
                </a:path>
              </a:pathLst>
            </a:custGeom>
            <a:solidFill>
              <a:srgbClr val="D4DDE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391" name="Google Shape;16391;p44"/>
            <p:cNvSpPr/>
            <p:nvPr/>
          </p:nvSpPr>
          <p:spPr>
            <a:xfrm>
              <a:off x="6006320" y="3465957"/>
              <a:ext cx="23017" cy="25766"/>
            </a:xfrm>
            <a:custGeom>
              <a:rect b="b" l="l" r="r" t="t"/>
              <a:pathLst>
                <a:path extrusionOk="0" h="984" w="879">
                  <a:moveTo>
                    <a:pt x="1" y="0"/>
                  </a:moveTo>
                  <a:lnTo>
                    <a:pt x="1" y="296"/>
                  </a:lnTo>
                  <a:cubicBezTo>
                    <a:pt x="1" y="621"/>
                    <a:pt x="249" y="897"/>
                    <a:pt x="573" y="945"/>
                  </a:cubicBezTo>
                  <a:lnTo>
                    <a:pt x="878" y="983"/>
                  </a:lnTo>
                  <a:lnTo>
                    <a:pt x="878" y="0"/>
                  </a:lnTo>
                  <a:close/>
                </a:path>
              </a:pathLst>
            </a:custGeom>
            <a:solidFill>
              <a:srgbClr val="D4DDE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392" name="Google Shape;16392;p44"/>
            <p:cNvSpPr/>
            <p:nvPr/>
          </p:nvSpPr>
          <p:spPr>
            <a:xfrm>
              <a:off x="5857694" y="3414504"/>
              <a:ext cx="23017" cy="51480"/>
            </a:xfrm>
            <a:custGeom>
              <a:rect b="b" l="l" r="r" t="t"/>
              <a:pathLst>
                <a:path extrusionOk="0" h="1966" w="879">
                  <a:moveTo>
                    <a:pt x="0" y="0"/>
                  </a:moveTo>
                  <a:lnTo>
                    <a:pt x="0" y="1965"/>
                  </a:lnTo>
                  <a:lnTo>
                    <a:pt x="878" y="1965"/>
                  </a:lnTo>
                  <a:lnTo>
                    <a:pt x="878" y="0"/>
                  </a:lnTo>
                  <a:close/>
                </a:path>
              </a:pathLst>
            </a:custGeom>
            <a:solidFill>
              <a:srgbClr val="ECF0F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393" name="Google Shape;16393;p44"/>
            <p:cNvSpPr/>
            <p:nvPr/>
          </p:nvSpPr>
          <p:spPr>
            <a:xfrm>
              <a:off x="5840464" y="3362788"/>
              <a:ext cx="205866" cy="57240"/>
            </a:xfrm>
            <a:custGeom>
              <a:rect b="b" l="l" r="r" t="t"/>
              <a:pathLst>
                <a:path extrusionOk="0" h="2186" w="7862">
                  <a:moveTo>
                    <a:pt x="1088" y="0"/>
                  </a:moveTo>
                  <a:cubicBezTo>
                    <a:pt x="487" y="0"/>
                    <a:pt x="0" y="497"/>
                    <a:pt x="0" y="1098"/>
                  </a:cubicBezTo>
                  <a:cubicBezTo>
                    <a:pt x="0" y="1699"/>
                    <a:pt x="487" y="2185"/>
                    <a:pt x="1088" y="2185"/>
                  </a:cubicBezTo>
                  <a:lnTo>
                    <a:pt x="6774" y="2185"/>
                  </a:lnTo>
                  <a:cubicBezTo>
                    <a:pt x="7375" y="2185"/>
                    <a:pt x="7861" y="1699"/>
                    <a:pt x="7861" y="1098"/>
                  </a:cubicBezTo>
                  <a:cubicBezTo>
                    <a:pt x="7861" y="497"/>
                    <a:pt x="7375" y="0"/>
                    <a:pt x="6774" y="0"/>
                  </a:cubicBezTo>
                  <a:close/>
                </a:path>
              </a:pathLst>
            </a:custGeom>
            <a:solidFill>
              <a:srgbClr val="E7E9E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394" name="Google Shape;16394;p44"/>
            <p:cNvSpPr/>
            <p:nvPr/>
          </p:nvSpPr>
          <p:spPr>
            <a:xfrm>
              <a:off x="5857694" y="3437232"/>
              <a:ext cx="171643" cy="11521"/>
            </a:xfrm>
            <a:custGeom>
              <a:rect b="b" l="l" r="r" t="t"/>
              <a:pathLst>
                <a:path extrusionOk="0" h="440" w="6555">
                  <a:moveTo>
                    <a:pt x="0" y="0"/>
                  </a:moveTo>
                  <a:lnTo>
                    <a:pt x="0" y="439"/>
                  </a:lnTo>
                  <a:lnTo>
                    <a:pt x="6554" y="439"/>
                  </a:lnTo>
                  <a:lnTo>
                    <a:pt x="6554" y="0"/>
                  </a:lnTo>
                  <a:close/>
                </a:path>
              </a:pathLst>
            </a:custGeom>
            <a:solidFill>
              <a:srgbClr val="ECF0F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395" name="Google Shape;16395;p44"/>
            <p:cNvSpPr/>
            <p:nvPr/>
          </p:nvSpPr>
          <p:spPr>
            <a:xfrm>
              <a:off x="5857694" y="3437232"/>
              <a:ext cx="23017" cy="11521"/>
            </a:xfrm>
            <a:custGeom>
              <a:rect b="b" l="l" r="r" t="t"/>
              <a:pathLst>
                <a:path extrusionOk="0" h="440" w="879">
                  <a:moveTo>
                    <a:pt x="0" y="0"/>
                  </a:moveTo>
                  <a:lnTo>
                    <a:pt x="0" y="439"/>
                  </a:lnTo>
                  <a:lnTo>
                    <a:pt x="878" y="439"/>
                  </a:lnTo>
                  <a:lnTo>
                    <a:pt x="878" y="0"/>
                  </a:ln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396" name="Google Shape;16396;p44"/>
            <p:cNvSpPr/>
            <p:nvPr/>
          </p:nvSpPr>
          <p:spPr>
            <a:xfrm>
              <a:off x="5891918" y="3345794"/>
              <a:ext cx="103195" cy="74234"/>
            </a:xfrm>
            <a:custGeom>
              <a:rect b="b" l="l" r="r" t="t"/>
              <a:pathLst>
                <a:path extrusionOk="0" h="2835" w="3941">
                  <a:moveTo>
                    <a:pt x="1405" y="1"/>
                  </a:moveTo>
                  <a:cubicBezTo>
                    <a:pt x="630" y="1"/>
                    <a:pt x="0" y="636"/>
                    <a:pt x="0" y="1422"/>
                  </a:cubicBezTo>
                  <a:cubicBezTo>
                    <a:pt x="0" y="2204"/>
                    <a:pt x="640" y="2834"/>
                    <a:pt x="1422" y="2834"/>
                  </a:cubicBezTo>
                  <a:lnTo>
                    <a:pt x="2519" y="2834"/>
                  </a:lnTo>
                  <a:cubicBezTo>
                    <a:pt x="3301" y="2834"/>
                    <a:pt x="3931" y="2204"/>
                    <a:pt x="3940" y="1422"/>
                  </a:cubicBezTo>
                  <a:cubicBezTo>
                    <a:pt x="3940" y="636"/>
                    <a:pt x="3311" y="1"/>
                    <a:pt x="2536" y="1"/>
                  </a:cubicBezTo>
                  <a:cubicBezTo>
                    <a:pt x="2530" y="1"/>
                    <a:pt x="2525" y="1"/>
                    <a:pt x="2519" y="1"/>
                  </a:cubicBezTo>
                  <a:lnTo>
                    <a:pt x="1422" y="1"/>
                  </a:lnTo>
                  <a:cubicBezTo>
                    <a:pt x="1416" y="1"/>
                    <a:pt x="1410" y="1"/>
                    <a:pt x="1405" y="1"/>
                  </a:cubicBezTo>
                  <a:close/>
                </a:path>
              </a:pathLst>
            </a:custGeom>
            <a:solidFill>
              <a:srgbClr val="E7E9E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397" name="Google Shape;16397;p44"/>
            <p:cNvSpPr/>
            <p:nvPr/>
          </p:nvSpPr>
          <p:spPr>
            <a:xfrm>
              <a:off x="5882674" y="3602355"/>
              <a:ext cx="121682" cy="98194"/>
            </a:xfrm>
            <a:custGeom>
              <a:rect b="b" l="l" r="r" t="t"/>
              <a:pathLst>
                <a:path extrusionOk="0" h="3750" w="4647">
                  <a:moveTo>
                    <a:pt x="926" y="0"/>
                  </a:moveTo>
                  <a:cubicBezTo>
                    <a:pt x="821" y="210"/>
                    <a:pt x="640" y="372"/>
                    <a:pt x="420" y="458"/>
                  </a:cubicBezTo>
                  <a:lnTo>
                    <a:pt x="0" y="611"/>
                  </a:lnTo>
                  <a:cubicBezTo>
                    <a:pt x="430" y="1174"/>
                    <a:pt x="1307" y="1565"/>
                    <a:pt x="2328" y="1565"/>
                  </a:cubicBezTo>
                  <a:cubicBezTo>
                    <a:pt x="2624" y="1565"/>
                    <a:pt x="2929" y="1527"/>
                    <a:pt x="3225" y="1450"/>
                  </a:cubicBezTo>
                  <a:lnTo>
                    <a:pt x="3444" y="1679"/>
                  </a:lnTo>
                  <a:cubicBezTo>
                    <a:pt x="3568" y="1803"/>
                    <a:pt x="3635" y="1965"/>
                    <a:pt x="3635" y="2147"/>
                  </a:cubicBezTo>
                  <a:lnTo>
                    <a:pt x="3635" y="3749"/>
                  </a:lnTo>
                  <a:lnTo>
                    <a:pt x="4074" y="3749"/>
                  </a:lnTo>
                  <a:lnTo>
                    <a:pt x="4074" y="2137"/>
                  </a:lnTo>
                  <a:cubicBezTo>
                    <a:pt x="4074" y="1851"/>
                    <a:pt x="3960" y="1574"/>
                    <a:pt x="3759" y="1364"/>
                  </a:cubicBezTo>
                  <a:lnTo>
                    <a:pt x="3692" y="1307"/>
                  </a:lnTo>
                  <a:cubicBezTo>
                    <a:pt x="4064" y="1155"/>
                    <a:pt x="4389" y="916"/>
                    <a:pt x="4646" y="611"/>
                  </a:cubicBezTo>
                  <a:lnTo>
                    <a:pt x="4208" y="458"/>
                  </a:lnTo>
                  <a:cubicBezTo>
                    <a:pt x="3988" y="372"/>
                    <a:pt x="3807" y="210"/>
                    <a:pt x="3711" y="0"/>
                  </a:cubicBezTo>
                  <a:cubicBezTo>
                    <a:pt x="3258" y="167"/>
                    <a:pt x="2786" y="251"/>
                    <a:pt x="2315" y="251"/>
                  </a:cubicBezTo>
                  <a:cubicBezTo>
                    <a:pt x="1844" y="251"/>
                    <a:pt x="1374" y="167"/>
                    <a:pt x="926" y="0"/>
                  </a:cubicBezTo>
                  <a:close/>
                </a:path>
              </a:pathLst>
            </a:custGeom>
            <a:solidFill>
              <a:srgbClr val="ECF0F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398" name="Google Shape;16398;p44"/>
            <p:cNvSpPr/>
            <p:nvPr/>
          </p:nvSpPr>
          <p:spPr>
            <a:xfrm>
              <a:off x="5814489" y="3644827"/>
              <a:ext cx="48966" cy="55460"/>
            </a:xfrm>
            <a:custGeom>
              <a:rect b="b" l="l" r="r" t="t"/>
              <a:pathLst>
                <a:path extrusionOk="0" h="2118" w="1870">
                  <a:moveTo>
                    <a:pt x="229" y="0"/>
                  </a:moveTo>
                  <a:cubicBezTo>
                    <a:pt x="134" y="115"/>
                    <a:pt x="57" y="239"/>
                    <a:pt x="0" y="372"/>
                  </a:cubicBezTo>
                  <a:lnTo>
                    <a:pt x="1193" y="1374"/>
                  </a:lnTo>
                  <a:cubicBezTo>
                    <a:pt x="1345" y="1498"/>
                    <a:pt x="1431" y="1679"/>
                    <a:pt x="1431" y="1879"/>
                  </a:cubicBezTo>
                  <a:lnTo>
                    <a:pt x="1431" y="2118"/>
                  </a:lnTo>
                  <a:lnTo>
                    <a:pt x="1870" y="2118"/>
                  </a:lnTo>
                  <a:lnTo>
                    <a:pt x="1870" y="1879"/>
                  </a:lnTo>
                  <a:cubicBezTo>
                    <a:pt x="1870" y="1555"/>
                    <a:pt x="1727" y="1240"/>
                    <a:pt x="1479" y="1040"/>
                  </a:cubicBezTo>
                  <a:lnTo>
                    <a:pt x="229" y="0"/>
                  </a:lnTo>
                  <a:close/>
                </a:path>
              </a:pathLst>
            </a:custGeom>
            <a:solidFill>
              <a:srgbClr val="ECF0F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399" name="Google Shape;16399;p44"/>
            <p:cNvSpPr/>
            <p:nvPr/>
          </p:nvSpPr>
          <p:spPr>
            <a:xfrm>
              <a:off x="6023550" y="3644827"/>
              <a:ext cx="48992" cy="55460"/>
            </a:xfrm>
            <a:custGeom>
              <a:rect b="b" l="l" r="r" t="t"/>
              <a:pathLst>
                <a:path extrusionOk="0" h="2118" w="1871">
                  <a:moveTo>
                    <a:pt x="1632" y="0"/>
                  </a:moveTo>
                  <a:lnTo>
                    <a:pt x="392" y="1040"/>
                  </a:lnTo>
                  <a:cubicBezTo>
                    <a:pt x="144" y="1240"/>
                    <a:pt x="1" y="1555"/>
                    <a:pt x="1" y="1879"/>
                  </a:cubicBezTo>
                  <a:lnTo>
                    <a:pt x="1" y="2118"/>
                  </a:lnTo>
                  <a:lnTo>
                    <a:pt x="440" y="2118"/>
                  </a:lnTo>
                  <a:lnTo>
                    <a:pt x="440" y="1879"/>
                  </a:lnTo>
                  <a:cubicBezTo>
                    <a:pt x="440" y="1679"/>
                    <a:pt x="526" y="1498"/>
                    <a:pt x="678" y="1374"/>
                  </a:cubicBezTo>
                  <a:lnTo>
                    <a:pt x="1871" y="372"/>
                  </a:lnTo>
                  <a:cubicBezTo>
                    <a:pt x="1814" y="239"/>
                    <a:pt x="1737" y="115"/>
                    <a:pt x="1632" y="0"/>
                  </a:cubicBezTo>
                  <a:close/>
                </a:path>
              </a:pathLst>
            </a:custGeom>
            <a:solidFill>
              <a:srgbClr val="ECF0F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6400" name="Google Shape;16400;p44"/>
          <p:cNvGrpSpPr/>
          <p:nvPr/>
        </p:nvGrpSpPr>
        <p:grpSpPr>
          <a:xfrm>
            <a:off x="5363818" y="3193394"/>
            <a:ext cx="259075" cy="354493"/>
            <a:chOff x="5363818" y="3345794"/>
            <a:chExt cx="259075" cy="354493"/>
          </a:xfrm>
        </p:grpSpPr>
        <p:sp>
          <p:nvSpPr>
            <p:cNvPr id="16401" name="Google Shape;16401;p44"/>
            <p:cNvSpPr/>
            <p:nvPr/>
          </p:nvSpPr>
          <p:spPr>
            <a:xfrm>
              <a:off x="5397807" y="3514661"/>
              <a:ext cx="191360" cy="123934"/>
            </a:xfrm>
            <a:custGeom>
              <a:rect b="b" l="l" r="r" t="t"/>
              <a:pathLst>
                <a:path extrusionOk="0" h="4733" w="7308">
                  <a:moveTo>
                    <a:pt x="869" y="1"/>
                  </a:moveTo>
                  <a:cubicBezTo>
                    <a:pt x="869" y="1651"/>
                    <a:pt x="0" y="2596"/>
                    <a:pt x="430" y="4733"/>
                  </a:cubicBezTo>
                  <a:lnTo>
                    <a:pt x="6879" y="4733"/>
                  </a:lnTo>
                  <a:cubicBezTo>
                    <a:pt x="7308" y="2596"/>
                    <a:pt x="6449" y="1661"/>
                    <a:pt x="6449" y="1"/>
                  </a:cubicBezTo>
                  <a:close/>
                </a:path>
              </a:pathLst>
            </a:custGeom>
            <a:solidFill>
              <a:srgbClr val="DAE2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402" name="Google Shape;16402;p44"/>
            <p:cNvSpPr/>
            <p:nvPr/>
          </p:nvSpPr>
          <p:spPr>
            <a:xfrm>
              <a:off x="5397807" y="3514661"/>
              <a:ext cx="95706" cy="123934"/>
            </a:xfrm>
            <a:custGeom>
              <a:rect b="b" l="l" r="r" t="t"/>
              <a:pathLst>
                <a:path extrusionOk="0" h="4733" w="3655">
                  <a:moveTo>
                    <a:pt x="869" y="1"/>
                  </a:moveTo>
                  <a:cubicBezTo>
                    <a:pt x="869" y="1651"/>
                    <a:pt x="0" y="2596"/>
                    <a:pt x="430" y="4733"/>
                  </a:cubicBezTo>
                  <a:lnTo>
                    <a:pt x="3654" y="4733"/>
                  </a:lnTo>
                  <a:lnTo>
                    <a:pt x="3654" y="1"/>
                  </a:lnTo>
                  <a:close/>
                </a:path>
              </a:pathLst>
            </a:custGeom>
            <a:solidFill>
              <a:srgbClr val="D4DDE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403" name="Google Shape;16403;p44"/>
            <p:cNvSpPr/>
            <p:nvPr/>
          </p:nvSpPr>
          <p:spPr>
            <a:xfrm>
              <a:off x="5363818" y="3565382"/>
              <a:ext cx="259074" cy="134905"/>
            </a:xfrm>
            <a:custGeom>
              <a:rect b="b" l="l" r="r" t="t"/>
              <a:pathLst>
                <a:path extrusionOk="0" h="5152" w="9894">
                  <a:moveTo>
                    <a:pt x="3664" y="0"/>
                  </a:moveTo>
                  <a:lnTo>
                    <a:pt x="3664" y="1326"/>
                  </a:lnTo>
                  <a:cubicBezTo>
                    <a:pt x="3664" y="1689"/>
                    <a:pt x="3426" y="2013"/>
                    <a:pt x="3082" y="2137"/>
                  </a:cubicBezTo>
                  <a:lnTo>
                    <a:pt x="869" y="2920"/>
                  </a:lnTo>
                  <a:cubicBezTo>
                    <a:pt x="354" y="3101"/>
                    <a:pt x="1" y="3587"/>
                    <a:pt x="1" y="4131"/>
                  </a:cubicBezTo>
                  <a:lnTo>
                    <a:pt x="1" y="4513"/>
                  </a:lnTo>
                  <a:cubicBezTo>
                    <a:pt x="1" y="4866"/>
                    <a:pt x="297" y="5152"/>
                    <a:pt x="650" y="5152"/>
                  </a:cubicBezTo>
                  <a:lnTo>
                    <a:pt x="9245" y="5152"/>
                  </a:lnTo>
                  <a:cubicBezTo>
                    <a:pt x="9608" y="5152"/>
                    <a:pt x="9894" y="4866"/>
                    <a:pt x="9894" y="4513"/>
                  </a:cubicBezTo>
                  <a:lnTo>
                    <a:pt x="9894" y="4131"/>
                  </a:lnTo>
                  <a:cubicBezTo>
                    <a:pt x="9894" y="3587"/>
                    <a:pt x="9550" y="3101"/>
                    <a:pt x="9035" y="2920"/>
                  </a:cubicBezTo>
                  <a:lnTo>
                    <a:pt x="6812" y="2137"/>
                  </a:lnTo>
                  <a:cubicBezTo>
                    <a:pt x="6469" y="2013"/>
                    <a:pt x="6240" y="1689"/>
                    <a:pt x="6240" y="1326"/>
                  </a:cubicBezTo>
                  <a:lnTo>
                    <a:pt x="6240" y="0"/>
                  </a:lnTo>
                  <a:close/>
                </a:path>
              </a:pathLst>
            </a:custGeom>
            <a:solidFill>
              <a:srgbClr val="F2F4F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404" name="Google Shape;16404;p44"/>
            <p:cNvSpPr/>
            <p:nvPr/>
          </p:nvSpPr>
          <p:spPr>
            <a:xfrm>
              <a:off x="5364080" y="3621836"/>
              <a:ext cx="258813" cy="78450"/>
            </a:xfrm>
            <a:custGeom>
              <a:rect b="b" l="l" r="r" t="t"/>
              <a:pathLst>
                <a:path extrusionOk="0" h="2996" w="9884">
                  <a:moveTo>
                    <a:pt x="3025" y="0"/>
                  </a:moveTo>
                  <a:lnTo>
                    <a:pt x="859" y="764"/>
                  </a:lnTo>
                  <a:cubicBezTo>
                    <a:pt x="344" y="945"/>
                    <a:pt x="1" y="1431"/>
                    <a:pt x="1" y="1975"/>
                  </a:cubicBezTo>
                  <a:lnTo>
                    <a:pt x="1" y="2357"/>
                  </a:lnTo>
                  <a:cubicBezTo>
                    <a:pt x="1" y="2710"/>
                    <a:pt x="287" y="2996"/>
                    <a:pt x="640" y="2996"/>
                  </a:cubicBezTo>
                  <a:lnTo>
                    <a:pt x="9245" y="2996"/>
                  </a:lnTo>
                  <a:cubicBezTo>
                    <a:pt x="9598" y="2996"/>
                    <a:pt x="9884" y="2710"/>
                    <a:pt x="9884" y="2357"/>
                  </a:cubicBezTo>
                  <a:lnTo>
                    <a:pt x="9884" y="1975"/>
                  </a:lnTo>
                  <a:cubicBezTo>
                    <a:pt x="9884" y="1431"/>
                    <a:pt x="9540" y="945"/>
                    <a:pt x="9025" y="764"/>
                  </a:cubicBezTo>
                  <a:lnTo>
                    <a:pt x="6860" y="0"/>
                  </a:lnTo>
                  <a:cubicBezTo>
                    <a:pt x="6745" y="973"/>
                    <a:pt x="5925" y="1708"/>
                    <a:pt x="4942" y="1708"/>
                  </a:cubicBezTo>
                  <a:cubicBezTo>
                    <a:pt x="3960" y="1708"/>
                    <a:pt x="3139" y="973"/>
                    <a:pt x="3025" y="0"/>
                  </a:cubicBezTo>
                  <a:close/>
                </a:path>
              </a:pathLst>
            </a:custGeom>
            <a:solidFill>
              <a:srgbClr val="E7E9E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405" name="Google Shape;16405;p44"/>
            <p:cNvSpPr/>
            <p:nvPr/>
          </p:nvSpPr>
          <p:spPr>
            <a:xfrm>
              <a:off x="5459760" y="3570880"/>
              <a:ext cx="67479" cy="28175"/>
            </a:xfrm>
            <a:custGeom>
              <a:rect b="b" l="l" r="r" t="t"/>
              <a:pathLst>
                <a:path extrusionOk="0" h="1076" w="2577">
                  <a:moveTo>
                    <a:pt x="0" y="0"/>
                  </a:moveTo>
                  <a:lnTo>
                    <a:pt x="0" y="811"/>
                  </a:lnTo>
                  <a:cubicBezTo>
                    <a:pt x="411" y="988"/>
                    <a:pt x="849" y="1076"/>
                    <a:pt x="1288" y="1076"/>
                  </a:cubicBezTo>
                  <a:cubicBezTo>
                    <a:pt x="1727" y="1076"/>
                    <a:pt x="2166" y="988"/>
                    <a:pt x="2576" y="811"/>
                  </a:cubicBezTo>
                  <a:lnTo>
                    <a:pt x="2576" y="0"/>
                  </a:lnTo>
                  <a:close/>
                </a:path>
              </a:pathLst>
            </a:custGeom>
            <a:solidFill>
              <a:srgbClr val="EEF1F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406" name="Google Shape;16406;p44"/>
            <p:cNvSpPr/>
            <p:nvPr/>
          </p:nvSpPr>
          <p:spPr>
            <a:xfrm>
              <a:off x="5420273" y="3435740"/>
              <a:ext cx="146427" cy="152135"/>
            </a:xfrm>
            <a:custGeom>
              <a:rect b="b" l="l" r="r" t="t"/>
              <a:pathLst>
                <a:path extrusionOk="0" h="5810" w="5592">
                  <a:moveTo>
                    <a:pt x="11" y="0"/>
                  </a:moveTo>
                  <a:lnTo>
                    <a:pt x="11" y="3015"/>
                  </a:lnTo>
                  <a:cubicBezTo>
                    <a:pt x="1" y="4551"/>
                    <a:pt x="1251" y="5810"/>
                    <a:pt x="2796" y="5810"/>
                  </a:cubicBezTo>
                  <a:cubicBezTo>
                    <a:pt x="4342" y="5810"/>
                    <a:pt x="5591" y="4560"/>
                    <a:pt x="5591" y="3015"/>
                  </a:cubicBezTo>
                  <a:lnTo>
                    <a:pt x="5591" y="0"/>
                  </a:lnTo>
                  <a:close/>
                </a:path>
              </a:pathLst>
            </a:custGeom>
            <a:solidFill>
              <a:srgbClr val="ECF0F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407" name="Google Shape;16407;p44"/>
            <p:cNvSpPr/>
            <p:nvPr/>
          </p:nvSpPr>
          <p:spPr>
            <a:xfrm>
              <a:off x="5420090" y="3435740"/>
              <a:ext cx="146610" cy="152109"/>
            </a:xfrm>
            <a:custGeom>
              <a:rect b="b" l="l" r="r" t="t"/>
              <a:pathLst>
                <a:path extrusionOk="0" h="5809" w="5599">
                  <a:moveTo>
                    <a:pt x="18" y="0"/>
                  </a:moveTo>
                  <a:lnTo>
                    <a:pt x="18" y="3015"/>
                  </a:lnTo>
                  <a:cubicBezTo>
                    <a:pt x="0" y="4578"/>
                    <a:pt x="1271" y="5809"/>
                    <a:pt x="2780" y="5809"/>
                  </a:cubicBezTo>
                  <a:cubicBezTo>
                    <a:pt x="2929" y="5809"/>
                    <a:pt x="3080" y="5797"/>
                    <a:pt x="3233" y="5772"/>
                  </a:cubicBezTo>
                  <a:cubicBezTo>
                    <a:pt x="1868" y="5562"/>
                    <a:pt x="867" y="4389"/>
                    <a:pt x="867" y="3015"/>
                  </a:cubicBezTo>
                  <a:lnTo>
                    <a:pt x="867" y="2280"/>
                  </a:lnTo>
                  <a:cubicBezTo>
                    <a:pt x="867" y="1889"/>
                    <a:pt x="1124" y="1555"/>
                    <a:pt x="1487" y="1450"/>
                  </a:cubicBezTo>
                  <a:cubicBezTo>
                    <a:pt x="2088" y="1288"/>
                    <a:pt x="2670" y="1069"/>
                    <a:pt x="3233" y="792"/>
                  </a:cubicBezTo>
                  <a:lnTo>
                    <a:pt x="3233" y="821"/>
                  </a:lnTo>
                  <a:cubicBezTo>
                    <a:pt x="3223" y="1164"/>
                    <a:pt x="3481" y="1450"/>
                    <a:pt x="3814" y="1498"/>
                  </a:cubicBezTo>
                  <a:lnTo>
                    <a:pt x="3919" y="1498"/>
                  </a:lnTo>
                  <a:cubicBezTo>
                    <a:pt x="4158" y="1479"/>
                    <a:pt x="5007" y="1326"/>
                    <a:pt x="5598" y="1183"/>
                  </a:cubicBezTo>
                  <a:lnTo>
                    <a:pt x="5598" y="0"/>
                  </a:lnTo>
                  <a:close/>
                </a:path>
              </a:pathLst>
            </a:custGeom>
            <a:solidFill>
              <a:srgbClr val="E7ECF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408" name="Google Shape;16408;p44"/>
            <p:cNvSpPr/>
            <p:nvPr/>
          </p:nvSpPr>
          <p:spPr>
            <a:xfrm>
              <a:off x="5527213" y="3598846"/>
              <a:ext cx="26" cy="288"/>
            </a:xfrm>
            <a:custGeom>
              <a:rect b="b" l="l" r="r" t="t"/>
              <a:pathLst>
                <a:path extrusionOk="0" h="11" w="1">
                  <a:moveTo>
                    <a:pt x="0" y="10"/>
                  </a:moveTo>
                  <a:lnTo>
                    <a:pt x="0" y="10"/>
                  </a:lnTo>
                  <a:lnTo>
                    <a:pt x="0" y="1"/>
                  </a:lnTo>
                  <a:close/>
                </a:path>
              </a:pathLst>
            </a:custGeom>
            <a:solidFill>
              <a:srgbClr val="F1F4F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409" name="Google Shape;16409;p44"/>
            <p:cNvSpPr/>
            <p:nvPr/>
          </p:nvSpPr>
          <p:spPr>
            <a:xfrm>
              <a:off x="5459760" y="3598846"/>
              <a:ext cx="26" cy="288"/>
            </a:xfrm>
            <a:custGeom>
              <a:rect b="b" l="l" r="r" t="t"/>
              <a:pathLst>
                <a:path extrusionOk="0" h="11" w="1">
                  <a:moveTo>
                    <a:pt x="0" y="1"/>
                  </a:moveTo>
                  <a:lnTo>
                    <a:pt x="0" y="10"/>
                  </a:lnTo>
                  <a:lnTo>
                    <a:pt x="0" y="10"/>
                  </a:lnTo>
                  <a:close/>
                </a:path>
              </a:pathLst>
            </a:custGeom>
            <a:solidFill>
              <a:srgbClr val="F1F4F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410" name="Google Shape;16410;p44"/>
            <p:cNvSpPr/>
            <p:nvPr/>
          </p:nvSpPr>
          <p:spPr>
            <a:xfrm>
              <a:off x="5468506" y="3537180"/>
              <a:ext cx="50013" cy="16994"/>
            </a:xfrm>
            <a:custGeom>
              <a:rect b="b" l="l" r="r" t="t"/>
              <a:pathLst>
                <a:path extrusionOk="0" h="649" w="1910">
                  <a:moveTo>
                    <a:pt x="311" y="1"/>
                  </a:moveTo>
                  <a:cubicBezTo>
                    <a:pt x="145" y="1"/>
                    <a:pt x="1" y="217"/>
                    <a:pt x="162" y="371"/>
                  </a:cubicBezTo>
                  <a:cubicBezTo>
                    <a:pt x="372" y="554"/>
                    <a:pt x="642" y="649"/>
                    <a:pt x="915" y="649"/>
                  </a:cubicBezTo>
                  <a:cubicBezTo>
                    <a:pt x="928" y="649"/>
                    <a:pt x="941" y="648"/>
                    <a:pt x="954" y="648"/>
                  </a:cubicBezTo>
                  <a:cubicBezTo>
                    <a:pt x="968" y="648"/>
                    <a:pt x="981" y="649"/>
                    <a:pt x="994" y="649"/>
                  </a:cubicBezTo>
                  <a:cubicBezTo>
                    <a:pt x="1275" y="649"/>
                    <a:pt x="1537" y="554"/>
                    <a:pt x="1756" y="371"/>
                  </a:cubicBezTo>
                  <a:cubicBezTo>
                    <a:pt x="1910" y="217"/>
                    <a:pt x="1764" y="1"/>
                    <a:pt x="1598" y="1"/>
                  </a:cubicBezTo>
                  <a:cubicBezTo>
                    <a:pt x="1548" y="1"/>
                    <a:pt x="1496" y="20"/>
                    <a:pt x="1450" y="66"/>
                  </a:cubicBezTo>
                  <a:cubicBezTo>
                    <a:pt x="1302" y="166"/>
                    <a:pt x="1131" y="216"/>
                    <a:pt x="958" y="216"/>
                  </a:cubicBezTo>
                  <a:cubicBezTo>
                    <a:pt x="785" y="216"/>
                    <a:pt x="611" y="166"/>
                    <a:pt x="458" y="66"/>
                  </a:cubicBezTo>
                  <a:cubicBezTo>
                    <a:pt x="412" y="20"/>
                    <a:pt x="360" y="1"/>
                    <a:pt x="311" y="1"/>
                  </a:cubicBezTo>
                  <a:close/>
                </a:path>
              </a:pathLst>
            </a:custGeom>
            <a:solidFill>
              <a:srgbClr val="DAE2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411" name="Google Shape;16411;p44"/>
            <p:cNvSpPr/>
            <p:nvPr/>
          </p:nvSpPr>
          <p:spPr>
            <a:xfrm>
              <a:off x="5454000" y="3497798"/>
              <a:ext cx="11521" cy="16889"/>
            </a:xfrm>
            <a:custGeom>
              <a:rect b="b" l="l" r="r" t="t"/>
              <a:pathLst>
                <a:path extrusionOk="0" h="645" w="440">
                  <a:moveTo>
                    <a:pt x="220" y="1"/>
                  </a:moveTo>
                  <a:cubicBezTo>
                    <a:pt x="111" y="1"/>
                    <a:pt x="1" y="72"/>
                    <a:pt x="1" y="215"/>
                  </a:cubicBezTo>
                  <a:lnTo>
                    <a:pt x="1" y="425"/>
                  </a:lnTo>
                  <a:cubicBezTo>
                    <a:pt x="1" y="549"/>
                    <a:pt x="96" y="645"/>
                    <a:pt x="220" y="645"/>
                  </a:cubicBezTo>
                  <a:cubicBezTo>
                    <a:pt x="335" y="645"/>
                    <a:pt x="440" y="549"/>
                    <a:pt x="440" y="425"/>
                  </a:cubicBezTo>
                  <a:lnTo>
                    <a:pt x="440" y="215"/>
                  </a:lnTo>
                  <a:cubicBezTo>
                    <a:pt x="440" y="72"/>
                    <a:pt x="330" y="1"/>
                    <a:pt x="220" y="1"/>
                  </a:cubicBezTo>
                  <a:close/>
                </a:path>
              </a:pathLst>
            </a:custGeom>
            <a:solidFill>
              <a:srgbClr val="39516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412" name="Google Shape;16412;p44"/>
            <p:cNvSpPr/>
            <p:nvPr/>
          </p:nvSpPr>
          <p:spPr>
            <a:xfrm>
              <a:off x="5521714" y="3497798"/>
              <a:ext cx="11260" cy="16889"/>
            </a:xfrm>
            <a:custGeom>
              <a:rect b="b" l="l" r="r" t="t"/>
              <a:pathLst>
                <a:path extrusionOk="0" h="645" w="430">
                  <a:moveTo>
                    <a:pt x="215" y="1"/>
                  </a:moveTo>
                  <a:cubicBezTo>
                    <a:pt x="108" y="1"/>
                    <a:pt x="0" y="72"/>
                    <a:pt x="0" y="215"/>
                  </a:cubicBezTo>
                  <a:lnTo>
                    <a:pt x="0" y="425"/>
                  </a:lnTo>
                  <a:cubicBezTo>
                    <a:pt x="0" y="549"/>
                    <a:pt x="96" y="645"/>
                    <a:pt x="210" y="645"/>
                  </a:cubicBezTo>
                  <a:cubicBezTo>
                    <a:pt x="334" y="645"/>
                    <a:pt x="430" y="549"/>
                    <a:pt x="430" y="425"/>
                  </a:cubicBezTo>
                  <a:lnTo>
                    <a:pt x="430" y="215"/>
                  </a:lnTo>
                  <a:cubicBezTo>
                    <a:pt x="430" y="72"/>
                    <a:pt x="322" y="1"/>
                    <a:pt x="215" y="1"/>
                  </a:cubicBezTo>
                  <a:close/>
                </a:path>
              </a:pathLst>
            </a:custGeom>
            <a:solidFill>
              <a:srgbClr val="39516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413" name="Google Shape;16413;p44"/>
            <p:cNvSpPr/>
            <p:nvPr/>
          </p:nvSpPr>
          <p:spPr>
            <a:xfrm>
              <a:off x="5513963" y="3480935"/>
              <a:ext cx="26499" cy="11286"/>
            </a:xfrm>
            <a:custGeom>
              <a:rect b="b" l="l" r="r" t="t"/>
              <a:pathLst>
                <a:path extrusionOk="0" h="431" w="1012">
                  <a:moveTo>
                    <a:pt x="287" y="1"/>
                  </a:moveTo>
                  <a:cubicBezTo>
                    <a:pt x="0" y="1"/>
                    <a:pt x="0" y="430"/>
                    <a:pt x="287" y="430"/>
                  </a:cubicBezTo>
                  <a:lnTo>
                    <a:pt x="726" y="430"/>
                  </a:lnTo>
                  <a:cubicBezTo>
                    <a:pt x="1012" y="430"/>
                    <a:pt x="1012" y="1"/>
                    <a:pt x="726" y="1"/>
                  </a:cubicBezTo>
                  <a:close/>
                </a:path>
              </a:pathLst>
            </a:custGeom>
            <a:solidFill>
              <a:srgbClr val="DAE2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414" name="Google Shape;16414;p44"/>
            <p:cNvSpPr/>
            <p:nvPr/>
          </p:nvSpPr>
          <p:spPr>
            <a:xfrm>
              <a:off x="5446511" y="3480935"/>
              <a:ext cx="26264" cy="11286"/>
            </a:xfrm>
            <a:custGeom>
              <a:rect b="b" l="l" r="r" t="t"/>
              <a:pathLst>
                <a:path extrusionOk="0" h="431" w="1003">
                  <a:moveTo>
                    <a:pt x="287" y="1"/>
                  </a:moveTo>
                  <a:cubicBezTo>
                    <a:pt x="1" y="1"/>
                    <a:pt x="1" y="430"/>
                    <a:pt x="287" y="430"/>
                  </a:cubicBezTo>
                  <a:lnTo>
                    <a:pt x="716" y="430"/>
                  </a:lnTo>
                  <a:cubicBezTo>
                    <a:pt x="1002" y="430"/>
                    <a:pt x="1002" y="1"/>
                    <a:pt x="716" y="1"/>
                  </a:cubicBezTo>
                  <a:close/>
                </a:path>
              </a:pathLst>
            </a:custGeom>
            <a:solidFill>
              <a:srgbClr val="DAE2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415" name="Google Shape;16415;p44"/>
            <p:cNvSpPr/>
            <p:nvPr/>
          </p:nvSpPr>
          <p:spPr>
            <a:xfrm>
              <a:off x="5386573" y="3345794"/>
              <a:ext cx="213853" cy="202620"/>
            </a:xfrm>
            <a:custGeom>
              <a:rect b="b" l="l" r="r" t="t"/>
              <a:pathLst>
                <a:path extrusionOk="0" h="7738" w="8167">
                  <a:moveTo>
                    <a:pt x="4083" y="1"/>
                  </a:moveTo>
                  <a:cubicBezTo>
                    <a:pt x="1832" y="1"/>
                    <a:pt x="0" y="1823"/>
                    <a:pt x="0" y="4084"/>
                  </a:cubicBezTo>
                  <a:lnTo>
                    <a:pt x="0" y="6879"/>
                  </a:lnTo>
                  <a:cubicBezTo>
                    <a:pt x="0" y="7356"/>
                    <a:pt x="382" y="7738"/>
                    <a:pt x="859" y="7738"/>
                  </a:cubicBezTo>
                  <a:lnTo>
                    <a:pt x="2576" y="7738"/>
                  </a:lnTo>
                  <a:cubicBezTo>
                    <a:pt x="2862" y="7738"/>
                    <a:pt x="2862" y="7308"/>
                    <a:pt x="2576" y="7308"/>
                  </a:cubicBezTo>
                  <a:lnTo>
                    <a:pt x="859" y="7308"/>
                  </a:lnTo>
                  <a:cubicBezTo>
                    <a:pt x="620" y="7308"/>
                    <a:pt x="429" y="7118"/>
                    <a:pt x="429" y="6879"/>
                  </a:cubicBezTo>
                  <a:lnTo>
                    <a:pt x="429" y="4084"/>
                  </a:lnTo>
                  <a:cubicBezTo>
                    <a:pt x="391" y="2042"/>
                    <a:pt x="2042" y="363"/>
                    <a:pt x="4083" y="363"/>
                  </a:cubicBezTo>
                  <a:cubicBezTo>
                    <a:pt x="6125" y="363"/>
                    <a:pt x="7775" y="2042"/>
                    <a:pt x="7737" y="4084"/>
                  </a:cubicBezTo>
                  <a:lnTo>
                    <a:pt x="7737" y="5801"/>
                  </a:lnTo>
                  <a:cubicBezTo>
                    <a:pt x="7737" y="5944"/>
                    <a:pt x="7844" y="6016"/>
                    <a:pt x="7952" y="6016"/>
                  </a:cubicBezTo>
                  <a:cubicBezTo>
                    <a:pt x="8059" y="6016"/>
                    <a:pt x="8166" y="5944"/>
                    <a:pt x="8166" y="5801"/>
                  </a:cubicBezTo>
                  <a:lnTo>
                    <a:pt x="8166" y="4084"/>
                  </a:lnTo>
                  <a:cubicBezTo>
                    <a:pt x="8166" y="1823"/>
                    <a:pt x="6344" y="1"/>
                    <a:pt x="4083" y="1"/>
                  </a:cubicBezTo>
                  <a:close/>
                </a:path>
              </a:pathLst>
            </a:custGeom>
            <a:solidFill>
              <a:srgbClr val="445D7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416" name="Google Shape;16416;p44"/>
            <p:cNvSpPr/>
            <p:nvPr/>
          </p:nvSpPr>
          <p:spPr>
            <a:xfrm>
              <a:off x="5409040" y="3373917"/>
              <a:ext cx="169155" cy="112543"/>
            </a:xfrm>
            <a:custGeom>
              <a:rect b="b" l="l" r="r" t="t"/>
              <a:pathLst>
                <a:path extrusionOk="0" h="4298" w="6460">
                  <a:moveTo>
                    <a:pt x="3242" y="0"/>
                  </a:moveTo>
                  <a:cubicBezTo>
                    <a:pt x="3186" y="0"/>
                    <a:pt x="3129" y="2"/>
                    <a:pt x="3073" y="5"/>
                  </a:cubicBezTo>
                  <a:cubicBezTo>
                    <a:pt x="1336" y="81"/>
                    <a:pt x="1" y="1579"/>
                    <a:pt x="1" y="3315"/>
                  </a:cubicBezTo>
                  <a:lnTo>
                    <a:pt x="1" y="4298"/>
                  </a:lnTo>
                  <a:lnTo>
                    <a:pt x="440" y="4298"/>
                  </a:lnTo>
                  <a:lnTo>
                    <a:pt x="440" y="4107"/>
                  </a:lnTo>
                  <a:cubicBezTo>
                    <a:pt x="430" y="3907"/>
                    <a:pt x="564" y="3735"/>
                    <a:pt x="754" y="3687"/>
                  </a:cubicBezTo>
                  <a:cubicBezTo>
                    <a:pt x="1594" y="3468"/>
                    <a:pt x="2958" y="3067"/>
                    <a:pt x="3779" y="2581"/>
                  </a:cubicBezTo>
                  <a:cubicBezTo>
                    <a:pt x="3814" y="2559"/>
                    <a:pt x="3851" y="2550"/>
                    <a:pt x="3888" y="2550"/>
                  </a:cubicBezTo>
                  <a:cubicBezTo>
                    <a:pt x="4000" y="2550"/>
                    <a:pt x="4103" y="2640"/>
                    <a:pt x="4103" y="2762"/>
                  </a:cubicBezTo>
                  <a:lnTo>
                    <a:pt x="4103" y="3220"/>
                  </a:lnTo>
                  <a:cubicBezTo>
                    <a:pt x="4103" y="3338"/>
                    <a:pt x="4198" y="3430"/>
                    <a:pt x="4315" y="3430"/>
                  </a:cubicBezTo>
                  <a:cubicBezTo>
                    <a:pt x="4320" y="3430"/>
                    <a:pt x="4326" y="3430"/>
                    <a:pt x="4332" y="3430"/>
                  </a:cubicBezTo>
                  <a:cubicBezTo>
                    <a:pt x="4723" y="3401"/>
                    <a:pt x="5105" y="3334"/>
                    <a:pt x="5486" y="3229"/>
                  </a:cubicBezTo>
                  <a:cubicBezTo>
                    <a:pt x="5514" y="3221"/>
                    <a:pt x="5542" y="3217"/>
                    <a:pt x="5570" y="3217"/>
                  </a:cubicBezTo>
                  <a:cubicBezTo>
                    <a:pt x="5794" y="3217"/>
                    <a:pt x="6020" y="3474"/>
                    <a:pt x="6020" y="3754"/>
                  </a:cubicBezTo>
                  <a:lnTo>
                    <a:pt x="6020" y="4298"/>
                  </a:lnTo>
                  <a:lnTo>
                    <a:pt x="6459" y="4298"/>
                  </a:lnTo>
                  <a:lnTo>
                    <a:pt x="6459" y="3229"/>
                  </a:lnTo>
                  <a:cubicBezTo>
                    <a:pt x="6459" y="1436"/>
                    <a:pt x="5008" y="0"/>
                    <a:pt x="3242" y="0"/>
                  </a:cubicBezTo>
                  <a:close/>
                </a:path>
              </a:pathLst>
            </a:custGeom>
            <a:solidFill>
              <a:srgbClr val="D4DDE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417" name="Google Shape;16417;p44"/>
            <p:cNvSpPr/>
            <p:nvPr/>
          </p:nvSpPr>
          <p:spPr>
            <a:xfrm>
              <a:off x="5454759" y="3373917"/>
              <a:ext cx="123410" cy="112543"/>
            </a:xfrm>
            <a:custGeom>
              <a:rect b="b" l="l" r="r" t="t"/>
              <a:pathLst>
                <a:path extrusionOk="0" h="4298" w="4713">
                  <a:moveTo>
                    <a:pt x="1495" y="0"/>
                  </a:moveTo>
                  <a:cubicBezTo>
                    <a:pt x="1439" y="0"/>
                    <a:pt x="1383" y="2"/>
                    <a:pt x="1327" y="5"/>
                  </a:cubicBezTo>
                  <a:cubicBezTo>
                    <a:pt x="859" y="24"/>
                    <a:pt x="411" y="157"/>
                    <a:pt x="1" y="377"/>
                  </a:cubicBezTo>
                  <a:cubicBezTo>
                    <a:pt x="105" y="1359"/>
                    <a:pt x="563" y="2266"/>
                    <a:pt x="1288" y="2953"/>
                  </a:cubicBezTo>
                  <a:cubicBezTo>
                    <a:pt x="1536" y="2838"/>
                    <a:pt x="1794" y="2724"/>
                    <a:pt x="2033" y="2581"/>
                  </a:cubicBezTo>
                  <a:cubicBezTo>
                    <a:pt x="2067" y="2560"/>
                    <a:pt x="2105" y="2550"/>
                    <a:pt x="2141" y="2550"/>
                  </a:cubicBezTo>
                  <a:cubicBezTo>
                    <a:pt x="2253" y="2550"/>
                    <a:pt x="2355" y="2642"/>
                    <a:pt x="2347" y="2771"/>
                  </a:cubicBezTo>
                  <a:lnTo>
                    <a:pt x="2347" y="3220"/>
                  </a:lnTo>
                  <a:cubicBezTo>
                    <a:pt x="2347" y="3338"/>
                    <a:pt x="2443" y="3430"/>
                    <a:pt x="2559" y="3430"/>
                  </a:cubicBezTo>
                  <a:cubicBezTo>
                    <a:pt x="2565" y="3430"/>
                    <a:pt x="2571" y="3430"/>
                    <a:pt x="2576" y="3430"/>
                  </a:cubicBezTo>
                  <a:cubicBezTo>
                    <a:pt x="2967" y="3401"/>
                    <a:pt x="3359" y="3334"/>
                    <a:pt x="3731" y="3229"/>
                  </a:cubicBezTo>
                  <a:cubicBezTo>
                    <a:pt x="3758" y="3221"/>
                    <a:pt x="3786" y="3217"/>
                    <a:pt x="3814" y="3217"/>
                  </a:cubicBezTo>
                  <a:cubicBezTo>
                    <a:pt x="4041" y="3217"/>
                    <a:pt x="4274" y="3474"/>
                    <a:pt x="4274" y="3754"/>
                  </a:cubicBezTo>
                  <a:lnTo>
                    <a:pt x="4274" y="4298"/>
                  </a:lnTo>
                  <a:lnTo>
                    <a:pt x="4704" y="4298"/>
                  </a:lnTo>
                  <a:lnTo>
                    <a:pt x="4704" y="3229"/>
                  </a:lnTo>
                  <a:cubicBezTo>
                    <a:pt x="4713" y="1445"/>
                    <a:pt x="3261" y="0"/>
                    <a:pt x="1495" y="0"/>
                  </a:cubicBezTo>
                  <a:close/>
                </a:path>
              </a:pathLst>
            </a:custGeom>
            <a:solidFill>
              <a:srgbClr val="DAE2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418" name="Google Shape;16418;p44"/>
            <p:cNvSpPr/>
            <p:nvPr/>
          </p:nvSpPr>
          <p:spPr>
            <a:xfrm>
              <a:off x="5369579" y="3647314"/>
              <a:ext cx="45483" cy="52972"/>
            </a:xfrm>
            <a:custGeom>
              <a:rect b="b" l="l" r="r" t="t"/>
              <a:pathLst>
                <a:path extrusionOk="0" h="2023" w="1737">
                  <a:moveTo>
                    <a:pt x="287" y="0"/>
                  </a:moveTo>
                  <a:cubicBezTo>
                    <a:pt x="172" y="86"/>
                    <a:pt x="77" y="191"/>
                    <a:pt x="0" y="315"/>
                  </a:cubicBezTo>
                  <a:lnTo>
                    <a:pt x="1088" y="1279"/>
                  </a:lnTo>
                  <a:cubicBezTo>
                    <a:pt x="1231" y="1403"/>
                    <a:pt x="1307" y="1584"/>
                    <a:pt x="1307" y="1765"/>
                  </a:cubicBezTo>
                  <a:lnTo>
                    <a:pt x="1307" y="2023"/>
                  </a:lnTo>
                  <a:lnTo>
                    <a:pt x="1737" y="2023"/>
                  </a:lnTo>
                  <a:lnTo>
                    <a:pt x="1737" y="1765"/>
                  </a:lnTo>
                  <a:cubicBezTo>
                    <a:pt x="1737" y="1460"/>
                    <a:pt x="1603" y="1164"/>
                    <a:pt x="1374" y="964"/>
                  </a:cubicBezTo>
                  <a:lnTo>
                    <a:pt x="287" y="0"/>
                  </a:lnTo>
                  <a:close/>
                </a:path>
              </a:pathLst>
            </a:custGeom>
            <a:solidFill>
              <a:srgbClr val="ECF0F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419" name="Google Shape;16419;p44"/>
            <p:cNvSpPr/>
            <p:nvPr/>
          </p:nvSpPr>
          <p:spPr>
            <a:xfrm>
              <a:off x="5572173" y="3647314"/>
              <a:ext cx="45745" cy="52972"/>
            </a:xfrm>
            <a:custGeom>
              <a:rect b="b" l="l" r="r" t="t"/>
              <a:pathLst>
                <a:path extrusionOk="0" h="2023" w="1747">
                  <a:moveTo>
                    <a:pt x="1460" y="0"/>
                  </a:moveTo>
                  <a:lnTo>
                    <a:pt x="363" y="964"/>
                  </a:lnTo>
                  <a:cubicBezTo>
                    <a:pt x="134" y="1164"/>
                    <a:pt x="0" y="1460"/>
                    <a:pt x="10" y="1765"/>
                  </a:cubicBezTo>
                  <a:lnTo>
                    <a:pt x="10" y="2023"/>
                  </a:lnTo>
                  <a:lnTo>
                    <a:pt x="430" y="2023"/>
                  </a:lnTo>
                  <a:lnTo>
                    <a:pt x="430" y="1765"/>
                  </a:lnTo>
                  <a:cubicBezTo>
                    <a:pt x="430" y="1584"/>
                    <a:pt x="506" y="1403"/>
                    <a:pt x="649" y="1279"/>
                  </a:cubicBezTo>
                  <a:lnTo>
                    <a:pt x="1746" y="315"/>
                  </a:lnTo>
                  <a:cubicBezTo>
                    <a:pt x="1660" y="191"/>
                    <a:pt x="1565" y="86"/>
                    <a:pt x="1460" y="0"/>
                  </a:cubicBezTo>
                  <a:close/>
                </a:path>
              </a:pathLst>
            </a:custGeom>
            <a:solidFill>
              <a:srgbClr val="ECF0F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420" name="Google Shape;16420;p44"/>
            <p:cNvSpPr/>
            <p:nvPr/>
          </p:nvSpPr>
          <p:spPr>
            <a:xfrm>
              <a:off x="5432528" y="3621836"/>
              <a:ext cx="122179" cy="55984"/>
            </a:xfrm>
            <a:custGeom>
              <a:rect b="b" l="l" r="r" t="t"/>
              <a:pathLst>
                <a:path extrusionOk="0" h="2138" w="4666">
                  <a:moveTo>
                    <a:pt x="411" y="0"/>
                  </a:moveTo>
                  <a:lnTo>
                    <a:pt x="0" y="143"/>
                  </a:lnTo>
                  <a:cubicBezTo>
                    <a:pt x="172" y="1298"/>
                    <a:pt x="1164" y="2137"/>
                    <a:pt x="2328" y="2137"/>
                  </a:cubicBezTo>
                  <a:cubicBezTo>
                    <a:pt x="3492" y="2137"/>
                    <a:pt x="4484" y="1298"/>
                    <a:pt x="4665" y="143"/>
                  </a:cubicBezTo>
                  <a:lnTo>
                    <a:pt x="4246" y="0"/>
                  </a:lnTo>
                  <a:cubicBezTo>
                    <a:pt x="4131" y="973"/>
                    <a:pt x="3311" y="1708"/>
                    <a:pt x="2328" y="1708"/>
                  </a:cubicBezTo>
                  <a:cubicBezTo>
                    <a:pt x="1346" y="1708"/>
                    <a:pt x="525" y="973"/>
                    <a:pt x="411" y="0"/>
                  </a:cubicBezTo>
                  <a:close/>
                </a:path>
              </a:pathLst>
            </a:custGeom>
            <a:solidFill>
              <a:srgbClr val="ECF0F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421" name="Google Shape;16421;p44"/>
            <p:cNvSpPr/>
            <p:nvPr/>
          </p:nvSpPr>
          <p:spPr>
            <a:xfrm>
              <a:off x="5392046" y="3475200"/>
              <a:ext cx="28254" cy="44986"/>
            </a:xfrm>
            <a:custGeom>
              <a:rect b="b" l="l" r="r" t="t"/>
              <a:pathLst>
                <a:path extrusionOk="0" h="1718" w="1079">
                  <a:moveTo>
                    <a:pt x="440" y="0"/>
                  </a:moveTo>
                  <a:cubicBezTo>
                    <a:pt x="201" y="0"/>
                    <a:pt x="1" y="191"/>
                    <a:pt x="1" y="430"/>
                  </a:cubicBezTo>
                  <a:lnTo>
                    <a:pt x="1" y="1288"/>
                  </a:lnTo>
                  <a:cubicBezTo>
                    <a:pt x="1" y="1527"/>
                    <a:pt x="201" y="1718"/>
                    <a:pt x="440" y="1718"/>
                  </a:cubicBezTo>
                  <a:lnTo>
                    <a:pt x="869" y="1718"/>
                  </a:lnTo>
                  <a:cubicBezTo>
                    <a:pt x="984" y="1718"/>
                    <a:pt x="1079" y="1622"/>
                    <a:pt x="1079" y="1508"/>
                  </a:cubicBezTo>
                  <a:lnTo>
                    <a:pt x="1079" y="220"/>
                  </a:lnTo>
                  <a:cubicBezTo>
                    <a:pt x="1079" y="96"/>
                    <a:pt x="984" y="0"/>
                    <a:pt x="869" y="0"/>
                  </a:cubicBezTo>
                  <a:close/>
                </a:path>
              </a:pathLst>
            </a:custGeom>
            <a:solidFill>
              <a:srgbClr val="39516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422" name="Google Shape;16422;p44"/>
            <p:cNvSpPr/>
            <p:nvPr/>
          </p:nvSpPr>
          <p:spPr>
            <a:xfrm>
              <a:off x="5409040" y="3475200"/>
              <a:ext cx="11260" cy="44986"/>
            </a:xfrm>
            <a:custGeom>
              <a:rect b="b" l="l" r="r" t="t"/>
              <a:pathLst>
                <a:path extrusionOk="0" h="1718" w="430">
                  <a:moveTo>
                    <a:pt x="1" y="0"/>
                  </a:moveTo>
                  <a:lnTo>
                    <a:pt x="1" y="1718"/>
                  </a:lnTo>
                  <a:lnTo>
                    <a:pt x="220" y="1718"/>
                  </a:lnTo>
                  <a:cubicBezTo>
                    <a:pt x="335" y="1718"/>
                    <a:pt x="430" y="1622"/>
                    <a:pt x="430" y="1508"/>
                  </a:cubicBezTo>
                  <a:lnTo>
                    <a:pt x="430" y="220"/>
                  </a:lnTo>
                  <a:cubicBezTo>
                    <a:pt x="430" y="96"/>
                    <a:pt x="335" y="0"/>
                    <a:pt x="220" y="0"/>
                  </a:cubicBezTo>
                  <a:close/>
                </a:path>
              </a:pathLst>
            </a:custGeom>
            <a:solidFill>
              <a:srgbClr val="445D7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423" name="Google Shape;16423;p44"/>
            <p:cNvSpPr/>
            <p:nvPr/>
          </p:nvSpPr>
          <p:spPr>
            <a:xfrm>
              <a:off x="5566674" y="3475200"/>
              <a:ext cx="28254" cy="44986"/>
            </a:xfrm>
            <a:custGeom>
              <a:rect b="b" l="l" r="r" t="t"/>
              <a:pathLst>
                <a:path extrusionOk="0" h="1718" w="1079">
                  <a:moveTo>
                    <a:pt x="220" y="0"/>
                  </a:moveTo>
                  <a:cubicBezTo>
                    <a:pt x="96" y="0"/>
                    <a:pt x="0" y="96"/>
                    <a:pt x="0" y="220"/>
                  </a:cubicBezTo>
                  <a:lnTo>
                    <a:pt x="0" y="1508"/>
                  </a:lnTo>
                  <a:cubicBezTo>
                    <a:pt x="0" y="1622"/>
                    <a:pt x="96" y="1718"/>
                    <a:pt x="220" y="1718"/>
                  </a:cubicBezTo>
                  <a:lnTo>
                    <a:pt x="649" y="1718"/>
                  </a:lnTo>
                  <a:cubicBezTo>
                    <a:pt x="878" y="1718"/>
                    <a:pt x="1078" y="1527"/>
                    <a:pt x="1078" y="1288"/>
                  </a:cubicBezTo>
                  <a:lnTo>
                    <a:pt x="1078" y="430"/>
                  </a:lnTo>
                  <a:cubicBezTo>
                    <a:pt x="1078" y="191"/>
                    <a:pt x="888" y="0"/>
                    <a:pt x="649" y="0"/>
                  </a:cubicBezTo>
                  <a:close/>
                </a:path>
              </a:pathLst>
            </a:custGeom>
            <a:solidFill>
              <a:srgbClr val="39516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424" name="Google Shape;16424;p44"/>
            <p:cNvSpPr/>
            <p:nvPr/>
          </p:nvSpPr>
          <p:spPr>
            <a:xfrm>
              <a:off x="5566674" y="3475200"/>
              <a:ext cx="11260" cy="44986"/>
            </a:xfrm>
            <a:custGeom>
              <a:rect b="b" l="l" r="r" t="t"/>
              <a:pathLst>
                <a:path extrusionOk="0" h="1718" w="430">
                  <a:moveTo>
                    <a:pt x="220" y="0"/>
                  </a:moveTo>
                  <a:cubicBezTo>
                    <a:pt x="96" y="0"/>
                    <a:pt x="0" y="96"/>
                    <a:pt x="0" y="220"/>
                  </a:cubicBezTo>
                  <a:lnTo>
                    <a:pt x="0" y="1508"/>
                  </a:lnTo>
                  <a:cubicBezTo>
                    <a:pt x="0" y="1622"/>
                    <a:pt x="96" y="1718"/>
                    <a:pt x="220" y="1718"/>
                  </a:cubicBezTo>
                  <a:lnTo>
                    <a:pt x="430" y="1718"/>
                  </a:lnTo>
                  <a:lnTo>
                    <a:pt x="430" y="0"/>
                  </a:lnTo>
                  <a:close/>
                </a:path>
              </a:pathLst>
            </a:custGeom>
            <a:solidFill>
              <a:srgbClr val="445D7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425" name="Google Shape;16425;p44"/>
            <p:cNvSpPr/>
            <p:nvPr/>
          </p:nvSpPr>
          <p:spPr>
            <a:xfrm>
              <a:off x="5442766" y="3537154"/>
              <a:ext cx="17020" cy="11260"/>
            </a:xfrm>
            <a:custGeom>
              <a:rect b="b" l="l" r="r" t="t"/>
              <a:pathLst>
                <a:path extrusionOk="0" h="430" w="650">
                  <a:moveTo>
                    <a:pt x="1" y="0"/>
                  </a:moveTo>
                  <a:lnTo>
                    <a:pt x="1" y="430"/>
                  </a:lnTo>
                  <a:lnTo>
                    <a:pt x="430" y="430"/>
                  </a:lnTo>
                  <a:cubicBezTo>
                    <a:pt x="554" y="430"/>
                    <a:pt x="649" y="334"/>
                    <a:pt x="649" y="210"/>
                  </a:cubicBezTo>
                  <a:cubicBezTo>
                    <a:pt x="649" y="96"/>
                    <a:pt x="554" y="0"/>
                    <a:pt x="430" y="0"/>
                  </a:cubicBezTo>
                  <a:close/>
                </a:path>
              </a:pathLst>
            </a:custGeom>
            <a:solidFill>
              <a:srgbClr val="39516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6426" name="Google Shape;16426;p44"/>
          <p:cNvGrpSpPr/>
          <p:nvPr/>
        </p:nvGrpSpPr>
        <p:grpSpPr>
          <a:xfrm>
            <a:off x="4912939" y="3193263"/>
            <a:ext cx="261326" cy="354885"/>
            <a:chOff x="4912939" y="3345663"/>
            <a:chExt cx="261326" cy="354885"/>
          </a:xfrm>
        </p:grpSpPr>
        <p:sp>
          <p:nvSpPr>
            <p:cNvPr id="16427" name="Google Shape;16427;p44"/>
            <p:cNvSpPr/>
            <p:nvPr/>
          </p:nvSpPr>
          <p:spPr>
            <a:xfrm>
              <a:off x="4916683" y="3471692"/>
              <a:ext cx="253837" cy="40011"/>
            </a:xfrm>
            <a:custGeom>
              <a:rect b="b" l="l" r="r" t="t"/>
              <a:pathLst>
                <a:path extrusionOk="0" h="1528" w="9694">
                  <a:moveTo>
                    <a:pt x="2443" y="1"/>
                  </a:moveTo>
                  <a:lnTo>
                    <a:pt x="134" y="1241"/>
                  </a:lnTo>
                  <a:cubicBezTo>
                    <a:pt x="0" y="1317"/>
                    <a:pt x="48" y="1527"/>
                    <a:pt x="210" y="1527"/>
                  </a:cubicBezTo>
                  <a:lnTo>
                    <a:pt x="9483" y="1527"/>
                  </a:lnTo>
                  <a:cubicBezTo>
                    <a:pt x="9636" y="1527"/>
                    <a:pt x="9693" y="1317"/>
                    <a:pt x="9559" y="1241"/>
                  </a:cubicBezTo>
                  <a:lnTo>
                    <a:pt x="7251" y="1"/>
                  </a:lnTo>
                  <a:close/>
                </a:path>
              </a:pathLst>
            </a:custGeom>
            <a:solidFill>
              <a:srgbClr val="899CA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428" name="Google Shape;16428;p44"/>
            <p:cNvSpPr/>
            <p:nvPr/>
          </p:nvSpPr>
          <p:spPr>
            <a:xfrm>
              <a:off x="4912939" y="3586120"/>
              <a:ext cx="261326" cy="114428"/>
            </a:xfrm>
            <a:custGeom>
              <a:rect b="b" l="l" r="r" t="t"/>
              <a:pathLst>
                <a:path extrusionOk="0" h="4370" w="9980">
                  <a:moveTo>
                    <a:pt x="3673" y="0"/>
                  </a:moveTo>
                  <a:lnTo>
                    <a:pt x="3673" y="1345"/>
                  </a:lnTo>
                  <a:cubicBezTo>
                    <a:pt x="3673" y="1717"/>
                    <a:pt x="3444" y="2051"/>
                    <a:pt x="3091" y="2175"/>
                  </a:cubicBezTo>
                  <a:lnTo>
                    <a:pt x="993" y="2910"/>
                  </a:lnTo>
                  <a:cubicBezTo>
                    <a:pt x="716" y="3015"/>
                    <a:pt x="477" y="3186"/>
                    <a:pt x="296" y="3415"/>
                  </a:cubicBezTo>
                  <a:cubicBezTo>
                    <a:pt x="0" y="3807"/>
                    <a:pt x="277" y="4360"/>
                    <a:pt x="764" y="4369"/>
                  </a:cubicBezTo>
                  <a:lnTo>
                    <a:pt x="9216" y="4369"/>
                  </a:lnTo>
                  <a:cubicBezTo>
                    <a:pt x="9702" y="4360"/>
                    <a:pt x="9979" y="3807"/>
                    <a:pt x="9683" y="3415"/>
                  </a:cubicBezTo>
                  <a:cubicBezTo>
                    <a:pt x="9502" y="3186"/>
                    <a:pt x="9264" y="3005"/>
                    <a:pt x="8987" y="2910"/>
                  </a:cubicBezTo>
                  <a:lnTo>
                    <a:pt x="6888" y="2166"/>
                  </a:lnTo>
                  <a:cubicBezTo>
                    <a:pt x="6535" y="2042"/>
                    <a:pt x="6297" y="1708"/>
                    <a:pt x="6297" y="1345"/>
                  </a:cubicBezTo>
                  <a:lnTo>
                    <a:pt x="6297" y="0"/>
                  </a:lnTo>
                  <a:close/>
                </a:path>
              </a:pathLst>
            </a:custGeom>
            <a:solidFill>
              <a:srgbClr val="F2F4F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429" name="Google Shape;16429;p44"/>
            <p:cNvSpPr/>
            <p:nvPr/>
          </p:nvSpPr>
          <p:spPr>
            <a:xfrm>
              <a:off x="4912939" y="3630582"/>
              <a:ext cx="261326" cy="69966"/>
            </a:xfrm>
            <a:custGeom>
              <a:rect b="b" l="l" r="r" t="t"/>
              <a:pathLst>
                <a:path extrusionOk="0" h="2672" w="9980">
                  <a:moveTo>
                    <a:pt x="3597" y="0"/>
                  </a:moveTo>
                  <a:cubicBezTo>
                    <a:pt x="3502" y="220"/>
                    <a:pt x="3320" y="391"/>
                    <a:pt x="3091" y="468"/>
                  </a:cubicBezTo>
                  <a:lnTo>
                    <a:pt x="993" y="1212"/>
                  </a:lnTo>
                  <a:cubicBezTo>
                    <a:pt x="716" y="1307"/>
                    <a:pt x="477" y="1479"/>
                    <a:pt x="296" y="1717"/>
                  </a:cubicBezTo>
                  <a:cubicBezTo>
                    <a:pt x="0" y="2099"/>
                    <a:pt x="277" y="2662"/>
                    <a:pt x="764" y="2671"/>
                  </a:cubicBezTo>
                  <a:lnTo>
                    <a:pt x="9216" y="2671"/>
                  </a:lnTo>
                  <a:cubicBezTo>
                    <a:pt x="9702" y="2662"/>
                    <a:pt x="9979" y="2099"/>
                    <a:pt x="9683" y="1717"/>
                  </a:cubicBezTo>
                  <a:cubicBezTo>
                    <a:pt x="9502" y="1479"/>
                    <a:pt x="9264" y="1307"/>
                    <a:pt x="8987" y="1212"/>
                  </a:cubicBezTo>
                  <a:lnTo>
                    <a:pt x="6888" y="468"/>
                  </a:lnTo>
                  <a:cubicBezTo>
                    <a:pt x="6659" y="391"/>
                    <a:pt x="6478" y="220"/>
                    <a:pt x="6383" y="0"/>
                  </a:cubicBezTo>
                  <a:lnTo>
                    <a:pt x="4990" y="697"/>
                  </a:lnTo>
                  <a:lnTo>
                    <a:pt x="3597" y="0"/>
                  </a:lnTo>
                  <a:close/>
                </a:path>
              </a:pathLst>
            </a:custGeom>
            <a:solidFill>
              <a:srgbClr val="899CA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430" name="Google Shape;16430;p44"/>
            <p:cNvSpPr/>
            <p:nvPr/>
          </p:nvSpPr>
          <p:spPr>
            <a:xfrm>
              <a:off x="5037841" y="3654568"/>
              <a:ext cx="11521" cy="45719"/>
            </a:xfrm>
            <a:custGeom>
              <a:rect b="b" l="l" r="r" t="t"/>
              <a:pathLst>
                <a:path extrusionOk="0" h="1746" w="440">
                  <a:moveTo>
                    <a:pt x="0" y="0"/>
                  </a:moveTo>
                  <a:lnTo>
                    <a:pt x="0" y="1746"/>
                  </a:lnTo>
                  <a:lnTo>
                    <a:pt x="439" y="1746"/>
                  </a:lnTo>
                  <a:lnTo>
                    <a:pt x="439" y="0"/>
                  </a:lnTo>
                  <a:close/>
                </a:path>
              </a:pathLst>
            </a:custGeom>
            <a:solidFill>
              <a:srgbClr val="667E9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431" name="Google Shape;16431;p44"/>
            <p:cNvSpPr/>
            <p:nvPr/>
          </p:nvSpPr>
          <p:spPr>
            <a:xfrm>
              <a:off x="5009352" y="3586120"/>
              <a:ext cx="68736" cy="34171"/>
            </a:xfrm>
            <a:custGeom>
              <a:rect b="b" l="l" r="r" t="t"/>
              <a:pathLst>
                <a:path extrusionOk="0" h="1305" w="2625">
                  <a:moveTo>
                    <a:pt x="1" y="0"/>
                  </a:moveTo>
                  <a:lnTo>
                    <a:pt x="1" y="1040"/>
                  </a:lnTo>
                  <a:cubicBezTo>
                    <a:pt x="416" y="1217"/>
                    <a:pt x="862" y="1305"/>
                    <a:pt x="1309" y="1305"/>
                  </a:cubicBezTo>
                  <a:cubicBezTo>
                    <a:pt x="1756" y="1305"/>
                    <a:pt x="2205" y="1217"/>
                    <a:pt x="2624" y="1040"/>
                  </a:cubicBezTo>
                  <a:lnTo>
                    <a:pt x="2624" y="0"/>
                  </a:lnTo>
                  <a:close/>
                </a:path>
              </a:pathLst>
            </a:custGeom>
            <a:solidFill>
              <a:srgbClr val="EEF1F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432" name="Google Shape;16432;p44"/>
            <p:cNvSpPr/>
            <p:nvPr/>
          </p:nvSpPr>
          <p:spPr>
            <a:xfrm>
              <a:off x="4952164" y="3534405"/>
              <a:ext cx="57214" cy="165882"/>
            </a:xfrm>
            <a:custGeom>
              <a:rect b="b" l="l" r="r" t="t"/>
              <a:pathLst>
                <a:path extrusionOk="0" h="6335" w="2185">
                  <a:moveTo>
                    <a:pt x="220" y="0"/>
                  </a:moveTo>
                  <a:cubicBezTo>
                    <a:pt x="220" y="0"/>
                    <a:pt x="0" y="1975"/>
                    <a:pt x="220" y="3711"/>
                  </a:cubicBezTo>
                  <a:lnTo>
                    <a:pt x="220" y="6335"/>
                  </a:lnTo>
                  <a:lnTo>
                    <a:pt x="1746" y="6335"/>
                  </a:lnTo>
                  <a:cubicBezTo>
                    <a:pt x="1507" y="5486"/>
                    <a:pt x="1145" y="4675"/>
                    <a:pt x="649" y="3940"/>
                  </a:cubicBezTo>
                  <a:lnTo>
                    <a:pt x="649" y="3721"/>
                  </a:lnTo>
                  <a:cubicBezTo>
                    <a:pt x="649" y="3721"/>
                    <a:pt x="1880" y="2710"/>
                    <a:pt x="2118" y="2204"/>
                  </a:cubicBezTo>
                  <a:lnTo>
                    <a:pt x="2185" y="0"/>
                  </a:lnTo>
                  <a:close/>
                </a:path>
              </a:pathLst>
            </a:custGeom>
            <a:solidFill>
              <a:srgbClr val="39516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433" name="Google Shape;16433;p44"/>
            <p:cNvSpPr/>
            <p:nvPr/>
          </p:nvSpPr>
          <p:spPr>
            <a:xfrm>
              <a:off x="4952164" y="3626078"/>
              <a:ext cx="28489" cy="22755"/>
            </a:xfrm>
            <a:custGeom>
              <a:rect b="b" l="l" r="r" t="t"/>
              <a:pathLst>
                <a:path extrusionOk="0" h="869" w="1088">
                  <a:moveTo>
                    <a:pt x="429" y="1"/>
                  </a:moveTo>
                  <a:cubicBezTo>
                    <a:pt x="191" y="1"/>
                    <a:pt x="0" y="191"/>
                    <a:pt x="0" y="439"/>
                  </a:cubicBezTo>
                  <a:cubicBezTo>
                    <a:pt x="0" y="678"/>
                    <a:pt x="191" y="869"/>
                    <a:pt x="429" y="869"/>
                  </a:cubicBezTo>
                  <a:lnTo>
                    <a:pt x="649" y="869"/>
                  </a:lnTo>
                  <a:cubicBezTo>
                    <a:pt x="897" y="869"/>
                    <a:pt x="1088" y="678"/>
                    <a:pt x="1088" y="439"/>
                  </a:cubicBezTo>
                  <a:cubicBezTo>
                    <a:pt x="1088" y="191"/>
                    <a:pt x="897" y="1"/>
                    <a:pt x="649" y="1"/>
                  </a:cubicBezTo>
                  <a:close/>
                </a:path>
              </a:pathLst>
            </a:custGeom>
            <a:solidFill>
              <a:srgbClr val="445D7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434" name="Google Shape;16434;p44"/>
            <p:cNvSpPr/>
            <p:nvPr/>
          </p:nvSpPr>
          <p:spPr>
            <a:xfrm>
              <a:off x="5077800" y="3534405"/>
              <a:ext cx="57240" cy="165882"/>
            </a:xfrm>
            <a:custGeom>
              <a:rect b="b" l="l" r="r" t="t"/>
              <a:pathLst>
                <a:path extrusionOk="0" h="6335" w="2186">
                  <a:moveTo>
                    <a:pt x="1" y="0"/>
                  </a:moveTo>
                  <a:lnTo>
                    <a:pt x="68" y="2204"/>
                  </a:lnTo>
                  <a:cubicBezTo>
                    <a:pt x="306" y="2710"/>
                    <a:pt x="1537" y="3721"/>
                    <a:pt x="1537" y="3721"/>
                  </a:cubicBezTo>
                  <a:lnTo>
                    <a:pt x="1537" y="3940"/>
                  </a:lnTo>
                  <a:cubicBezTo>
                    <a:pt x="1041" y="4675"/>
                    <a:pt x="678" y="5486"/>
                    <a:pt x="440" y="6335"/>
                  </a:cubicBezTo>
                  <a:lnTo>
                    <a:pt x="1966" y="6335"/>
                  </a:lnTo>
                  <a:lnTo>
                    <a:pt x="1966" y="3711"/>
                  </a:lnTo>
                  <a:cubicBezTo>
                    <a:pt x="2185" y="1975"/>
                    <a:pt x="1966" y="0"/>
                    <a:pt x="1966" y="0"/>
                  </a:cubicBezTo>
                  <a:close/>
                </a:path>
              </a:pathLst>
            </a:custGeom>
            <a:solidFill>
              <a:srgbClr val="39516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435" name="Google Shape;16435;p44"/>
            <p:cNvSpPr/>
            <p:nvPr/>
          </p:nvSpPr>
          <p:spPr>
            <a:xfrm>
              <a:off x="5032081" y="3637574"/>
              <a:ext cx="23017" cy="22755"/>
            </a:xfrm>
            <a:custGeom>
              <a:rect b="b" l="l" r="r" t="t"/>
              <a:pathLst>
                <a:path extrusionOk="0" h="869" w="879">
                  <a:moveTo>
                    <a:pt x="440" y="0"/>
                  </a:moveTo>
                  <a:cubicBezTo>
                    <a:pt x="201" y="0"/>
                    <a:pt x="1" y="191"/>
                    <a:pt x="1" y="430"/>
                  </a:cubicBezTo>
                  <a:cubicBezTo>
                    <a:pt x="1" y="678"/>
                    <a:pt x="201" y="869"/>
                    <a:pt x="440" y="869"/>
                  </a:cubicBezTo>
                  <a:cubicBezTo>
                    <a:pt x="678" y="869"/>
                    <a:pt x="879" y="678"/>
                    <a:pt x="879" y="430"/>
                  </a:cubicBezTo>
                  <a:cubicBezTo>
                    <a:pt x="879" y="191"/>
                    <a:pt x="678" y="0"/>
                    <a:pt x="440" y="0"/>
                  </a:cubicBezTo>
                  <a:close/>
                </a:path>
              </a:pathLst>
            </a:custGeom>
            <a:solidFill>
              <a:srgbClr val="39516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436" name="Google Shape;16436;p44"/>
            <p:cNvSpPr/>
            <p:nvPr/>
          </p:nvSpPr>
          <p:spPr>
            <a:xfrm>
              <a:off x="5106525" y="3626078"/>
              <a:ext cx="28751" cy="22755"/>
            </a:xfrm>
            <a:custGeom>
              <a:rect b="b" l="l" r="r" t="t"/>
              <a:pathLst>
                <a:path extrusionOk="0" h="869" w="1098">
                  <a:moveTo>
                    <a:pt x="440" y="1"/>
                  </a:moveTo>
                  <a:cubicBezTo>
                    <a:pt x="201" y="1"/>
                    <a:pt x="1" y="191"/>
                    <a:pt x="1" y="439"/>
                  </a:cubicBezTo>
                  <a:cubicBezTo>
                    <a:pt x="1" y="678"/>
                    <a:pt x="201" y="869"/>
                    <a:pt x="440" y="869"/>
                  </a:cubicBezTo>
                  <a:lnTo>
                    <a:pt x="659" y="869"/>
                  </a:lnTo>
                  <a:cubicBezTo>
                    <a:pt x="898" y="869"/>
                    <a:pt x="1098" y="678"/>
                    <a:pt x="1098" y="439"/>
                  </a:cubicBezTo>
                  <a:cubicBezTo>
                    <a:pt x="1098" y="191"/>
                    <a:pt x="898" y="1"/>
                    <a:pt x="659" y="1"/>
                  </a:cubicBezTo>
                  <a:close/>
                </a:path>
              </a:pathLst>
            </a:custGeom>
            <a:solidFill>
              <a:srgbClr val="445D7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437" name="Google Shape;16437;p44"/>
            <p:cNvSpPr/>
            <p:nvPr/>
          </p:nvSpPr>
          <p:spPr>
            <a:xfrm>
              <a:off x="5025351" y="3345663"/>
              <a:ext cx="65960" cy="57109"/>
            </a:xfrm>
            <a:custGeom>
              <a:rect b="b" l="l" r="r" t="t"/>
              <a:pathLst>
                <a:path extrusionOk="0" h="2181" w="2519">
                  <a:moveTo>
                    <a:pt x="893" y="1"/>
                  </a:moveTo>
                  <a:cubicBezTo>
                    <a:pt x="526" y="1"/>
                    <a:pt x="165" y="205"/>
                    <a:pt x="0" y="588"/>
                  </a:cubicBezTo>
                  <a:lnTo>
                    <a:pt x="1784" y="2181"/>
                  </a:lnTo>
                  <a:lnTo>
                    <a:pt x="2290" y="1809"/>
                  </a:lnTo>
                  <a:cubicBezTo>
                    <a:pt x="2481" y="1656"/>
                    <a:pt x="2519" y="1370"/>
                    <a:pt x="2357" y="1179"/>
                  </a:cubicBezTo>
                  <a:lnTo>
                    <a:pt x="1641" y="349"/>
                  </a:lnTo>
                  <a:cubicBezTo>
                    <a:pt x="1442" y="113"/>
                    <a:pt x="1166" y="1"/>
                    <a:pt x="893" y="1"/>
                  </a:cubicBezTo>
                  <a:close/>
                </a:path>
              </a:pathLst>
            </a:custGeom>
            <a:solidFill>
              <a:srgbClr val="667E9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438" name="Google Shape;16438;p44"/>
            <p:cNvSpPr/>
            <p:nvPr/>
          </p:nvSpPr>
          <p:spPr>
            <a:xfrm>
              <a:off x="4986388" y="3345794"/>
              <a:ext cx="114428" cy="102959"/>
            </a:xfrm>
            <a:custGeom>
              <a:rect b="b" l="l" r="r" t="t"/>
              <a:pathLst>
                <a:path extrusionOk="0" h="3932" w="4370">
                  <a:moveTo>
                    <a:pt x="2362" y="1"/>
                  </a:moveTo>
                  <a:cubicBezTo>
                    <a:pt x="1980" y="1"/>
                    <a:pt x="1638" y="237"/>
                    <a:pt x="1488" y="583"/>
                  </a:cubicBezTo>
                  <a:lnTo>
                    <a:pt x="0" y="3931"/>
                  </a:lnTo>
                  <a:lnTo>
                    <a:pt x="4369" y="3931"/>
                  </a:lnTo>
                  <a:lnTo>
                    <a:pt x="2385" y="1"/>
                  </a:lnTo>
                  <a:cubicBezTo>
                    <a:pt x="2378" y="1"/>
                    <a:pt x="2370" y="1"/>
                    <a:pt x="2362" y="1"/>
                  </a:cubicBezTo>
                  <a:close/>
                </a:path>
              </a:pathLst>
            </a:custGeom>
            <a:solidFill>
              <a:srgbClr val="899CA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439" name="Google Shape;16439;p44"/>
            <p:cNvSpPr/>
            <p:nvPr/>
          </p:nvSpPr>
          <p:spPr>
            <a:xfrm>
              <a:off x="4947163" y="3511676"/>
              <a:ext cx="192617" cy="97199"/>
            </a:xfrm>
            <a:custGeom>
              <a:rect b="b" l="l" r="r" t="t"/>
              <a:pathLst>
                <a:path extrusionOk="0" h="3712" w="7356">
                  <a:moveTo>
                    <a:pt x="725" y="0"/>
                  </a:moveTo>
                  <a:cubicBezTo>
                    <a:pt x="0" y="0"/>
                    <a:pt x="0" y="1088"/>
                    <a:pt x="725" y="1088"/>
                  </a:cubicBezTo>
                  <a:lnTo>
                    <a:pt x="849" y="1088"/>
                  </a:lnTo>
                  <a:cubicBezTo>
                    <a:pt x="964" y="2567"/>
                    <a:pt x="2195" y="3711"/>
                    <a:pt x="3673" y="3711"/>
                  </a:cubicBezTo>
                  <a:cubicBezTo>
                    <a:pt x="5161" y="3711"/>
                    <a:pt x="6392" y="2567"/>
                    <a:pt x="6507" y="1088"/>
                  </a:cubicBezTo>
                  <a:lnTo>
                    <a:pt x="6621" y="1088"/>
                  </a:lnTo>
                  <a:cubicBezTo>
                    <a:pt x="7356" y="1088"/>
                    <a:pt x="7356" y="0"/>
                    <a:pt x="6621" y="0"/>
                  </a:cubicBezTo>
                  <a:close/>
                </a:path>
              </a:pathLst>
            </a:custGeom>
            <a:solidFill>
              <a:srgbClr val="F6F8F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440" name="Google Shape;16440;p44"/>
            <p:cNvSpPr/>
            <p:nvPr/>
          </p:nvSpPr>
          <p:spPr>
            <a:xfrm>
              <a:off x="4951143" y="3511650"/>
              <a:ext cx="149673" cy="97434"/>
            </a:xfrm>
            <a:custGeom>
              <a:rect b="b" l="l" r="r" t="t"/>
              <a:pathLst>
                <a:path extrusionOk="0" h="3721" w="5716">
                  <a:moveTo>
                    <a:pt x="593" y="1"/>
                  </a:moveTo>
                  <a:cubicBezTo>
                    <a:pt x="315" y="1"/>
                    <a:pt x="76" y="208"/>
                    <a:pt x="39" y="488"/>
                  </a:cubicBezTo>
                  <a:cubicBezTo>
                    <a:pt x="1" y="812"/>
                    <a:pt x="259" y="1089"/>
                    <a:pt x="583" y="1089"/>
                  </a:cubicBezTo>
                  <a:lnTo>
                    <a:pt x="697" y="1089"/>
                  </a:lnTo>
                  <a:cubicBezTo>
                    <a:pt x="801" y="2593"/>
                    <a:pt x="2056" y="3721"/>
                    <a:pt x="3511" y="3721"/>
                  </a:cubicBezTo>
                  <a:cubicBezTo>
                    <a:pt x="3662" y="3721"/>
                    <a:pt x="3815" y="3709"/>
                    <a:pt x="3970" y="3684"/>
                  </a:cubicBezTo>
                  <a:cubicBezTo>
                    <a:pt x="2586" y="3464"/>
                    <a:pt x="1566" y="2272"/>
                    <a:pt x="1566" y="879"/>
                  </a:cubicBezTo>
                  <a:cubicBezTo>
                    <a:pt x="1566" y="631"/>
                    <a:pt x="1756" y="440"/>
                    <a:pt x="2004" y="440"/>
                  </a:cubicBezTo>
                  <a:lnTo>
                    <a:pt x="5286" y="440"/>
                  </a:lnTo>
                  <a:cubicBezTo>
                    <a:pt x="5525" y="440"/>
                    <a:pt x="5715" y="240"/>
                    <a:pt x="5715" y="1"/>
                  </a:cubicBezTo>
                  <a:lnTo>
                    <a:pt x="612" y="1"/>
                  </a:lnTo>
                  <a:cubicBezTo>
                    <a:pt x="605" y="1"/>
                    <a:pt x="599" y="1"/>
                    <a:pt x="593" y="1"/>
                  </a:cubicBezTo>
                  <a:close/>
                </a:path>
              </a:pathLst>
            </a:custGeom>
            <a:solidFill>
              <a:srgbClr val="F2F4F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441" name="Google Shape;16441;p44"/>
            <p:cNvSpPr/>
            <p:nvPr/>
          </p:nvSpPr>
          <p:spPr>
            <a:xfrm>
              <a:off x="5018124" y="3557317"/>
              <a:ext cx="50747" cy="17334"/>
            </a:xfrm>
            <a:custGeom>
              <a:rect b="b" l="l" r="r" t="t"/>
              <a:pathLst>
                <a:path extrusionOk="0" h="662" w="1938">
                  <a:moveTo>
                    <a:pt x="313" y="1"/>
                  </a:moveTo>
                  <a:cubicBezTo>
                    <a:pt x="143" y="1"/>
                    <a:pt x="1" y="221"/>
                    <a:pt x="162" y="375"/>
                  </a:cubicBezTo>
                  <a:cubicBezTo>
                    <a:pt x="381" y="558"/>
                    <a:pt x="653" y="662"/>
                    <a:pt x="936" y="662"/>
                  </a:cubicBezTo>
                  <a:cubicBezTo>
                    <a:pt x="948" y="662"/>
                    <a:pt x="960" y="662"/>
                    <a:pt x="973" y="661"/>
                  </a:cubicBezTo>
                  <a:cubicBezTo>
                    <a:pt x="985" y="662"/>
                    <a:pt x="998" y="662"/>
                    <a:pt x="1010" y="662"/>
                  </a:cubicBezTo>
                  <a:cubicBezTo>
                    <a:pt x="1292" y="662"/>
                    <a:pt x="1564" y="558"/>
                    <a:pt x="1784" y="375"/>
                  </a:cubicBezTo>
                  <a:cubicBezTo>
                    <a:pt x="1937" y="221"/>
                    <a:pt x="1794" y="1"/>
                    <a:pt x="1624" y="1"/>
                  </a:cubicBezTo>
                  <a:cubicBezTo>
                    <a:pt x="1572" y="1"/>
                    <a:pt x="1518" y="21"/>
                    <a:pt x="1469" y="70"/>
                  </a:cubicBezTo>
                  <a:cubicBezTo>
                    <a:pt x="1321" y="170"/>
                    <a:pt x="1147" y="220"/>
                    <a:pt x="972" y="220"/>
                  </a:cubicBezTo>
                  <a:cubicBezTo>
                    <a:pt x="796" y="220"/>
                    <a:pt x="620" y="170"/>
                    <a:pt x="467" y="70"/>
                  </a:cubicBezTo>
                  <a:cubicBezTo>
                    <a:pt x="418" y="21"/>
                    <a:pt x="364" y="1"/>
                    <a:pt x="313" y="1"/>
                  </a:cubicBezTo>
                  <a:close/>
                </a:path>
              </a:pathLst>
            </a:custGeom>
            <a:solidFill>
              <a:srgbClr val="E7ECF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442" name="Google Shape;16442;p44"/>
            <p:cNvSpPr/>
            <p:nvPr/>
          </p:nvSpPr>
          <p:spPr>
            <a:xfrm>
              <a:off x="5003487" y="3517358"/>
              <a:ext cx="11390" cy="17073"/>
            </a:xfrm>
            <a:custGeom>
              <a:rect b="b" l="l" r="r" t="t"/>
              <a:pathLst>
                <a:path extrusionOk="0" h="652" w="435">
                  <a:moveTo>
                    <a:pt x="216" y="0"/>
                  </a:moveTo>
                  <a:cubicBezTo>
                    <a:pt x="108" y="0"/>
                    <a:pt x="1" y="74"/>
                    <a:pt x="5" y="222"/>
                  </a:cubicBezTo>
                  <a:lnTo>
                    <a:pt x="5" y="442"/>
                  </a:lnTo>
                  <a:cubicBezTo>
                    <a:pt x="5" y="556"/>
                    <a:pt x="101" y="651"/>
                    <a:pt x="215" y="651"/>
                  </a:cubicBezTo>
                  <a:cubicBezTo>
                    <a:pt x="339" y="651"/>
                    <a:pt x="435" y="556"/>
                    <a:pt x="435" y="442"/>
                  </a:cubicBezTo>
                  <a:lnTo>
                    <a:pt x="435" y="222"/>
                  </a:lnTo>
                  <a:cubicBezTo>
                    <a:pt x="435" y="74"/>
                    <a:pt x="325" y="0"/>
                    <a:pt x="216" y="0"/>
                  </a:cubicBezTo>
                  <a:close/>
                </a:path>
              </a:pathLst>
            </a:custGeom>
            <a:solidFill>
              <a:srgbClr val="39516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443" name="Google Shape;16443;p44"/>
            <p:cNvSpPr/>
            <p:nvPr/>
          </p:nvSpPr>
          <p:spPr>
            <a:xfrm>
              <a:off x="5072065" y="3517358"/>
              <a:ext cx="11521" cy="17073"/>
            </a:xfrm>
            <a:custGeom>
              <a:rect b="b" l="l" r="r" t="t"/>
              <a:pathLst>
                <a:path extrusionOk="0" h="652" w="440">
                  <a:moveTo>
                    <a:pt x="220" y="0"/>
                  </a:moveTo>
                  <a:cubicBezTo>
                    <a:pt x="110" y="0"/>
                    <a:pt x="0" y="74"/>
                    <a:pt x="0" y="222"/>
                  </a:cubicBezTo>
                  <a:lnTo>
                    <a:pt x="0" y="442"/>
                  </a:lnTo>
                  <a:cubicBezTo>
                    <a:pt x="0" y="556"/>
                    <a:pt x="96" y="651"/>
                    <a:pt x="220" y="651"/>
                  </a:cubicBezTo>
                  <a:cubicBezTo>
                    <a:pt x="344" y="651"/>
                    <a:pt x="439" y="556"/>
                    <a:pt x="439" y="442"/>
                  </a:cubicBezTo>
                  <a:lnTo>
                    <a:pt x="439" y="222"/>
                  </a:lnTo>
                  <a:cubicBezTo>
                    <a:pt x="439" y="74"/>
                    <a:pt x="329" y="0"/>
                    <a:pt x="220" y="0"/>
                  </a:cubicBezTo>
                  <a:close/>
                </a:path>
              </a:pathLst>
            </a:custGeom>
            <a:solidFill>
              <a:srgbClr val="39516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444" name="Google Shape;16444;p44"/>
            <p:cNvSpPr/>
            <p:nvPr/>
          </p:nvSpPr>
          <p:spPr>
            <a:xfrm>
              <a:off x="4980627" y="3448727"/>
              <a:ext cx="125924" cy="22990"/>
            </a:xfrm>
            <a:custGeom>
              <a:rect b="b" l="l" r="r" t="t"/>
              <a:pathLst>
                <a:path extrusionOk="0" h="878" w="4809">
                  <a:moveTo>
                    <a:pt x="220" y="0"/>
                  </a:moveTo>
                  <a:cubicBezTo>
                    <a:pt x="96" y="0"/>
                    <a:pt x="1" y="96"/>
                    <a:pt x="1" y="220"/>
                  </a:cubicBezTo>
                  <a:lnTo>
                    <a:pt x="1" y="878"/>
                  </a:lnTo>
                  <a:lnTo>
                    <a:pt x="4809" y="878"/>
                  </a:lnTo>
                  <a:lnTo>
                    <a:pt x="4809" y="220"/>
                  </a:lnTo>
                  <a:cubicBezTo>
                    <a:pt x="4809" y="96"/>
                    <a:pt x="4713" y="0"/>
                    <a:pt x="4589" y="0"/>
                  </a:cubicBezTo>
                  <a:close/>
                </a:path>
              </a:pathLst>
            </a:custGeom>
            <a:solidFill>
              <a:srgbClr val="39516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445" name="Google Shape;16445;p44"/>
            <p:cNvSpPr/>
            <p:nvPr/>
          </p:nvSpPr>
          <p:spPr>
            <a:xfrm>
              <a:off x="4986388" y="3346789"/>
              <a:ext cx="55722" cy="101964"/>
            </a:xfrm>
            <a:custGeom>
              <a:rect b="b" l="l" r="r" t="t"/>
              <a:pathLst>
                <a:path extrusionOk="0" h="3894" w="2128">
                  <a:moveTo>
                    <a:pt x="2128" y="1"/>
                  </a:moveTo>
                  <a:cubicBezTo>
                    <a:pt x="1841" y="77"/>
                    <a:pt x="1612" y="278"/>
                    <a:pt x="1488" y="545"/>
                  </a:cubicBezTo>
                  <a:lnTo>
                    <a:pt x="0" y="3893"/>
                  </a:lnTo>
                  <a:lnTo>
                    <a:pt x="1097" y="3893"/>
                  </a:lnTo>
                  <a:lnTo>
                    <a:pt x="2128" y="1"/>
                  </a:lnTo>
                  <a:close/>
                </a:path>
              </a:pathLst>
            </a:custGeom>
            <a:solidFill>
              <a:srgbClr val="667E9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446" name="Google Shape;16446;p44"/>
            <p:cNvSpPr/>
            <p:nvPr/>
          </p:nvSpPr>
          <p:spPr>
            <a:xfrm>
              <a:off x="4980627" y="3448727"/>
              <a:ext cx="34250" cy="22990"/>
            </a:xfrm>
            <a:custGeom>
              <a:rect b="b" l="l" r="r" t="t"/>
              <a:pathLst>
                <a:path extrusionOk="0" h="878" w="1308">
                  <a:moveTo>
                    <a:pt x="220" y="0"/>
                  </a:moveTo>
                  <a:cubicBezTo>
                    <a:pt x="96" y="0"/>
                    <a:pt x="1" y="96"/>
                    <a:pt x="1" y="220"/>
                  </a:cubicBezTo>
                  <a:lnTo>
                    <a:pt x="1" y="878"/>
                  </a:lnTo>
                  <a:lnTo>
                    <a:pt x="1098" y="878"/>
                  </a:lnTo>
                  <a:lnTo>
                    <a:pt x="1098" y="220"/>
                  </a:lnTo>
                  <a:cubicBezTo>
                    <a:pt x="1098" y="96"/>
                    <a:pt x="1193" y="0"/>
                    <a:pt x="1308" y="0"/>
                  </a:cubicBezTo>
                  <a:close/>
                </a:path>
              </a:pathLst>
            </a:custGeom>
            <a:solidFill>
              <a:srgbClr val="445D7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447" name="Google Shape;16447;p44"/>
            <p:cNvSpPr/>
            <p:nvPr/>
          </p:nvSpPr>
          <p:spPr>
            <a:xfrm>
              <a:off x="4916683" y="3471692"/>
              <a:ext cx="92695" cy="40011"/>
            </a:xfrm>
            <a:custGeom>
              <a:rect b="b" l="l" r="r" t="t"/>
              <a:pathLst>
                <a:path extrusionOk="0" h="1528" w="3540">
                  <a:moveTo>
                    <a:pt x="2443" y="1"/>
                  </a:moveTo>
                  <a:lnTo>
                    <a:pt x="134" y="1241"/>
                  </a:lnTo>
                  <a:cubicBezTo>
                    <a:pt x="0" y="1317"/>
                    <a:pt x="48" y="1527"/>
                    <a:pt x="210" y="1527"/>
                  </a:cubicBezTo>
                  <a:lnTo>
                    <a:pt x="2548" y="1527"/>
                  </a:lnTo>
                  <a:cubicBezTo>
                    <a:pt x="2471" y="1527"/>
                    <a:pt x="2443" y="1317"/>
                    <a:pt x="2509" y="1241"/>
                  </a:cubicBezTo>
                  <a:lnTo>
                    <a:pt x="3540" y="1"/>
                  </a:lnTo>
                  <a:close/>
                </a:path>
              </a:pathLst>
            </a:custGeom>
            <a:solidFill>
              <a:srgbClr val="667E9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6448" name="Google Shape;16448;p44"/>
          <p:cNvGrpSpPr/>
          <p:nvPr/>
        </p:nvGrpSpPr>
        <p:grpSpPr>
          <a:xfrm>
            <a:off x="5809723" y="2727511"/>
            <a:ext cx="263081" cy="355015"/>
            <a:chOff x="5809723" y="2879911"/>
            <a:chExt cx="263081" cy="355015"/>
          </a:xfrm>
        </p:grpSpPr>
        <p:sp>
          <p:nvSpPr>
            <p:cNvPr id="16449" name="Google Shape;16449;p44"/>
            <p:cNvSpPr/>
            <p:nvPr/>
          </p:nvSpPr>
          <p:spPr>
            <a:xfrm>
              <a:off x="5809723" y="3136969"/>
              <a:ext cx="263081" cy="97696"/>
            </a:xfrm>
            <a:custGeom>
              <a:rect b="b" l="l" r="r" t="t"/>
              <a:pathLst>
                <a:path extrusionOk="0" h="3731" w="10047">
                  <a:moveTo>
                    <a:pt x="3130" y="0"/>
                  </a:moveTo>
                  <a:lnTo>
                    <a:pt x="878" y="802"/>
                  </a:lnTo>
                  <a:cubicBezTo>
                    <a:pt x="354" y="983"/>
                    <a:pt x="1" y="1479"/>
                    <a:pt x="1" y="2032"/>
                  </a:cubicBezTo>
                  <a:lnTo>
                    <a:pt x="1" y="3072"/>
                  </a:lnTo>
                  <a:cubicBezTo>
                    <a:pt x="1" y="3435"/>
                    <a:pt x="297" y="3731"/>
                    <a:pt x="659" y="3731"/>
                  </a:cubicBezTo>
                  <a:lnTo>
                    <a:pt x="9398" y="3731"/>
                  </a:lnTo>
                  <a:cubicBezTo>
                    <a:pt x="9751" y="3731"/>
                    <a:pt x="10046" y="3435"/>
                    <a:pt x="10046" y="3072"/>
                  </a:cubicBezTo>
                  <a:lnTo>
                    <a:pt x="10046" y="2032"/>
                  </a:lnTo>
                  <a:cubicBezTo>
                    <a:pt x="10046" y="1479"/>
                    <a:pt x="9693" y="983"/>
                    <a:pt x="9169" y="802"/>
                  </a:cubicBezTo>
                  <a:lnTo>
                    <a:pt x="6917" y="0"/>
                  </a:lnTo>
                  <a:close/>
                </a:path>
              </a:pathLst>
            </a:custGeom>
            <a:solidFill>
              <a:srgbClr val="909DA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450" name="Google Shape;16450;p44"/>
            <p:cNvSpPr/>
            <p:nvPr/>
          </p:nvSpPr>
          <p:spPr>
            <a:xfrm>
              <a:off x="5865942" y="3136969"/>
              <a:ext cx="150642" cy="75937"/>
            </a:xfrm>
            <a:custGeom>
              <a:rect b="b" l="l" r="r" t="t"/>
              <a:pathLst>
                <a:path extrusionOk="0" h="2900" w="5753">
                  <a:moveTo>
                    <a:pt x="983" y="0"/>
                  </a:moveTo>
                  <a:lnTo>
                    <a:pt x="0" y="353"/>
                  </a:lnTo>
                  <a:cubicBezTo>
                    <a:pt x="10" y="945"/>
                    <a:pt x="124" y="1536"/>
                    <a:pt x="353" y="2090"/>
                  </a:cubicBezTo>
                  <a:cubicBezTo>
                    <a:pt x="560" y="2591"/>
                    <a:pt x="1046" y="2900"/>
                    <a:pt x="1567" y="2900"/>
                  </a:cubicBezTo>
                  <a:cubicBezTo>
                    <a:pt x="1670" y="2900"/>
                    <a:pt x="1775" y="2888"/>
                    <a:pt x="1880" y="2862"/>
                  </a:cubicBezTo>
                  <a:lnTo>
                    <a:pt x="2767" y="2633"/>
                  </a:lnTo>
                  <a:cubicBezTo>
                    <a:pt x="2805" y="2629"/>
                    <a:pt x="2841" y="2626"/>
                    <a:pt x="2877" y="2626"/>
                  </a:cubicBezTo>
                  <a:cubicBezTo>
                    <a:pt x="2912" y="2626"/>
                    <a:pt x="2948" y="2629"/>
                    <a:pt x="2986" y="2633"/>
                  </a:cubicBezTo>
                  <a:lnTo>
                    <a:pt x="3873" y="2862"/>
                  </a:lnTo>
                  <a:cubicBezTo>
                    <a:pt x="3978" y="2888"/>
                    <a:pt x="4083" y="2900"/>
                    <a:pt x="4186" y="2900"/>
                  </a:cubicBezTo>
                  <a:cubicBezTo>
                    <a:pt x="4707" y="2900"/>
                    <a:pt x="5193" y="2591"/>
                    <a:pt x="5400" y="2090"/>
                  </a:cubicBezTo>
                  <a:cubicBezTo>
                    <a:pt x="5629" y="1536"/>
                    <a:pt x="5743" y="945"/>
                    <a:pt x="5753" y="353"/>
                  </a:cubicBezTo>
                  <a:lnTo>
                    <a:pt x="4770" y="0"/>
                  </a:lnTo>
                  <a:close/>
                </a:path>
              </a:pathLst>
            </a:custGeom>
            <a:solidFill>
              <a:srgbClr val="6F809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451" name="Google Shape;16451;p44"/>
            <p:cNvSpPr/>
            <p:nvPr/>
          </p:nvSpPr>
          <p:spPr>
            <a:xfrm>
              <a:off x="5876416" y="3120734"/>
              <a:ext cx="129432" cy="80650"/>
            </a:xfrm>
            <a:custGeom>
              <a:rect b="b" l="l" r="r" t="t"/>
              <a:pathLst>
                <a:path extrusionOk="0" h="3080" w="4943">
                  <a:moveTo>
                    <a:pt x="1165" y="0"/>
                  </a:moveTo>
                  <a:lnTo>
                    <a:pt x="335" y="287"/>
                  </a:lnTo>
                  <a:cubicBezTo>
                    <a:pt x="173" y="344"/>
                    <a:pt x="49" y="496"/>
                    <a:pt x="39" y="678"/>
                  </a:cubicBezTo>
                  <a:cubicBezTo>
                    <a:pt x="1" y="1307"/>
                    <a:pt x="106" y="1946"/>
                    <a:pt x="354" y="2538"/>
                  </a:cubicBezTo>
                  <a:cubicBezTo>
                    <a:pt x="489" y="2871"/>
                    <a:pt x="815" y="3079"/>
                    <a:pt x="1163" y="3079"/>
                  </a:cubicBezTo>
                  <a:cubicBezTo>
                    <a:pt x="1233" y="3079"/>
                    <a:pt x="1304" y="3071"/>
                    <a:pt x="1375" y="3053"/>
                  </a:cubicBezTo>
                  <a:lnTo>
                    <a:pt x="2262" y="2834"/>
                  </a:lnTo>
                  <a:cubicBezTo>
                    <a:pt x="2329" y="2815"/>
                    <a:pt x="2400" y="2805"/>
                    <a:pt x="2472" y="2805"/>
                  </a:cubicBezTo>
                  <a:cubicBezTo>
                    <a:pt x="2543" y="2805"/>
                    <a:pt x="2615" y="2815"/>
                    <a:pt x="2682" y="2834"/>
                  </a:cubicBezTo>
                  <a:lnTo>
                    <a:pt x="3569" y="3053"/>
                  </a:lnTo>
                  <a:cubicBezTo>
                    <a:pt x="3641" y="3071"/>
                    <a:pt x="3713" y="3079"/>
                    <a:pt x="3784" y="3079"/>
                  </a:cubicBezTo>
                  <a:cubicBezTo>
                    <a:pt x="4135" y="3079"/>
                    <a:pt x="4455" y="2871"/>
                    <a:pt x="4590" y="2538"/>
                  </a:cubicBezTo>
                  <a:cubicBezTo>
                    <a:pt x="4838" y="1946"/>
                    <a:pt x="4943" y="1317"/>
                    <a:pt x="4904" y="678"/>
                  </a:cubicBezTo>
                  <a:cubicBezTo>
                    <a:pt x="4895" y="496"/>
                    <a:pt x="4780" y="344"/>
                    <a:pt x="4609" y="287"/>
                  </a:cubicBezTo>
                  <a:lnTo>
                    <a:pt x="3788" y="0"/>
                  </a:lnTo>
                  <a:close/>
                </a:path>
              </a:pathLst>
            </a:custGeom>
            <a:solidFill>
              <a:srgbClr val="F4F7F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452" name="Google Shape;16452;p44"/>
            <p:cNvSpPr/>
            <p:nvPr/>
          </p:nvSpPr>
          <p:spPr>
            <a:xfrm>
              <a:off x="5895400" y="3120734"/>
              <a:ext cx="91726" cy="62477"/>
            </a:xfrm>
            <a:custGeom>
              <a:rect b="b" l="l" r="r" t="t"/>
              <a:pathLst>
                <a:path extrusionOk="0" h="2386" w="3503">
                  <a:moveTo>
                    <a:pt x="440" y="0"/>
                  </a:moveTo>
                  <a:lnTo>
                    <a:pt x="1" y="153"/>
                  </a:lnTo>
                  <a:lnTo>
                    <a:pt x="1" y="640"/>
                  </a:lnTo>
                  <a:cubicBezTo>
                    <a:pt x="1" y="1603"/>
                    <a:pt x="783" y="2385"/>
                    <a:pt x="1756" y="2385"/>
                  </a:cubicBezTo>
                  <a:cubicBezTo>
                    <a:pt x="2720" y="2385"/>
                    <a:pt x="3502" y="1603"/>
                    <a:pt x="3502" y="640"/>
                  </a:cubicBezTo>
                  <a:lnTo>
                    <a:pt x="3502" y="153"/>
                  </a:lnTo>
                  <a:lnTo>
                    <a:pt x="3063" y="0"/>
                  </a:lnTo>
                  <a:close/>
                </a:path>
              </a:pathLst>
            </a:custGeom>
            <a:solidFill>
              <a:srgbClr val="F1F4F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453" name="Google Shape;16453;p44"/>
            <p:cNvSpPr/>
            <p:nvPr/>
          </p:nvSpPr>
          <p:spPr>
            <a:xfrm>
              <a:off x="5906895" y="3091747"/>
              <a:ext cx="68736" cy="79969"/>
            </a:xfrm>
            <a:custGeom>
              <a:rect b="b" l="l" r="r" t="t"/>
              <a:pathLst>
                <a:path extrusionOk="0" h="3054" w="2625">
                  <a:moveTo>
                    <a:pt x="1" y="1"/>
                  </a:moveTo>
                  <a:lnTo>
                    <a:pt x="1" y="1747"/>
                  </a:lnTo>
                  <a:cubicBezTo>
                    <a:pt x="1" y="2462"/>
                    <a:pt x="592" y="3053"/>
                    <a:pt x="1317" y="3053"/>
                  </a:cubicBezTo>
                  <a:cubicBezTo>
                    <a:pt x="2033" y="3053"/>
                    <a:pt x="2624" y="2472"/>
                    <a:pt x="2624" y="1747"/>
                  </a:cubicBezTo>
                  <a:lnTo>
                    <a:pt x="2624" y="1"/>
                  </a:lnTo>
                  <a:close/>
                </a:path>
              </a:pathLst>
            </a:custGeom>
            <a:solidFill>
              <a:srgbClr val="DAE2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454" name="Google Shape;16454;p44"/>
            <p:cNvSpPr/>
            <p:nvPr/>
          </p:nvSpPr>
          <p:spPr>
            <a:xfrm>
              <a:off x="5906895" y="3091747"/>
              <a:ext cx="68736" cy="28568"/>
            </a:xfrm>
            <a:custGeom>
              <a:rect b="b" l="l" r="r" t="t"/>
              <a:pathLst>
                <a:path extrusionOk="0" h="1091" w="2625">
                  <a:moveTo>
                    <a:pt x="1" y="1"/>
                  </a:moveTo>
                  <a:lnTo>
                    <a:pt x="1" y="812"/>
                  </a:lnTo>
                  <a:cubicBezTo>
                    <a:pt x="421" y="998"/>
                    <a:pt x="869" y="1091"/>
                    <a:pt x="1316" y="1091"/>
                  </a:cubicBezTo>
                  <a:cubicBezTo>
                    <a:pt x="1763" y="1091"/>
                    <a:pt x="2209" y="998"/>
                    <a:pt x="2624" y="812"/>
                  </a:cubicBezTo>
                  <a:lnTo>
                    <a:pt x="2624" y="1"/>
                  </a:lnTo>
                  <a:close/>
                </a:path>
              </a:pathLst>
            </a:custGeom>
            <a:solidFill>
              <a:srgbClr val="D4DDE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455" name="Google Shape;16455;p44"/>
            <p:cNvSpPr/>
            <p:nvPr/>
          </p:nvSpPr>
          <p:spPr>
            <a:xfrm>
              <a:off x="5906895" y="2879911"/>
              <a:ext cx="68736" cy="46007"/>
            </a:xfrm>
            <a:custGeom>
              <a:rect b="b" l="l" r="r" t="t"/>
              <a:pathLst>
                <a:path extrusionOk="0" h="1757" w="2625">
                  <a:moveTo>
                    <a:pt x="878" y="1"/>
                  </a:moveTo>
                  <a:cubicBezTo>
                    <a:pt x="392" y="1"/>
                    <a:pt x="1" y="392"/>
                    <a:pt x="1" y="879"/>
                  </a:cubicBezTo>
                  <a:cubicBezTo>
                    <a:pt x="1" y="1356"/>
                    <a:pt x="392" y="1756"/>
                    <a:pt x="878" y="1756"/>
                  </a:cubicBezTo>
                  <a:lnTo>
                    <a:pt x="1747" y="1756"/>
                  </a:lnTo>
                  <a:cubicBezTo>
                    <a:pt x="2233" y="1756"/>
                    <a:pt x="2624" y="1356"/>
                    <a:pt x="2624" y="879"/>
                  </a:cubicBezTo>
                  <a:cubicBezTo>
                    <a:pt x="2624" y="392"/>
                    <a:pt x="2233" y="1"/>
                    <a:pt x="1747" y="1"/>
                  </a:cubicBezTo>
                  <a:close/>
                </a:path>
              </a:pathLst>
            </a:custGeom>
            <a:solidFill>
              <a:srgbClr val="39516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456" name="Google Shape;16456;p44"/>
            <p:cNvSpPr/>
            <p:nvPr/>
          </p:nvSpPr>
          <p:spPr>
            <a:xfrm>
              <a:off x="5838212" y="2914134"/>
              <a:ext cx="206102" cy="137419"/>
            </a:xfrm>
            <a:custGeom>
              <a:rect b="b" l="l" r="r" t="t"/>
              <a:pathLst>
                <a:path extrusionOk="0" h="5248" w="7871">
                  <a:moveTo>
                    <a:pt x="2624" y="1"/>
                  </a:moveTo>
                  <a:cubicBezTo>
                    <a:pt x="1174" y="1"/>
                    <a:pt x="0" y="1174"/>
                    <a:pt x="0" y="2624"/>
                  </a:cubicBezTo>
                  <a:cubicBezTo>
                    <a:pt x="0" y="4074"/>
                    <a:pt x="1174" y="5248"/>
                    <a:pt x="2624" y="5248"/>
                  </a:cubicBezTo>
                  <a:lnTo>
                    <a:pt x="5247" y="5248"/>
                  </a:lnTo>
                  <a:cubicBezTo>
                    <a:pt x="6697" y="5248"/>
                    <a:pt x="7871" y="4074"/>
                    <a:pt x="7871" y="2624"/>
                  </a:cubicBezTo>
                  <a:cubicBezTo>
                    <a:pt x="7871" y="1174"/>
                    <a:pt x="6697" y="1"/>
                    <a:pt x="5247" y="1"/>
                  </a:cubicBezTo>
                  <a:close/>
                </a:path>
              </a:pathLst>
            </a:custGeom>
            <a:solidFill>
              <a:srgbClr val="788A9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457" name="Google Shape;16457;p44"/>
            <p:cNvSpPr/>
            <p:nvPr/>
          </p:nvSpPr>
          <p:spPr>
            <a:xfrm>
              <a:off x="5861203" y="2948620"/>
              <a:ext cx="160147" cy="91438"/>
            </a:xfrm>
            <a:custGeom>
              <a:rect b="b" l="l" r="r" t="t"/>
              <a:pathLst>
                <a:path extrusionOk="0" h="3492" w="6116">
                  <a:moveTo>
                    <a:pt x="1746" y="0"/>
                  </a:moveTo>
                  <a:cubicBezTo>
                    <a:pt x="782" y="0"/>
                    <a:pt x="0" y="783"/>
                    <a:pt x="0" y="1746"/>
                  </a:cubicBezTo>
                  <a:cubicBezTo>
                    <a:pt x="0" y="2710"/>
                    <a:pt x="782" y="3492"/>
                    <a:pt x="1746" y="3492"/>
                  </a:cubicBezTo>
                  <a:lnTo>
                    <a:pt x="4369" y="3492"/>
                  </a:lnTo>
                  <a:cubicBezTo>
                    <a:pt x="5333" y="3492"/>
                    <a:pt x="6115" y="2710"/>
                    <a:pt x="6115" y="1746"/>
                  </a:cubicBezTo>
                  <a:cubicBezTo>
                    <a:pt x="6115" y="783"/>
                    <a:pt x="5333" y="0"/>
                    <a:pt x="4369" y="0"/>
                  </a:cubicBezTo>
                  <a:close/>
                </a:path>
              </a:pathLst>
            </a:custGeom>
            <a:solidFill>
              <a:srgbClr val="39516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458" name="Google Shape;16458;p44"/>
            <p:cNvSpPr/>
            <p:nvPr/>
          </p:nvSpPr>
          <p:spPr>
            <a:xfrm>
              <a:off x="5848712" y="2960115"/>
              <a:ext cx="184630" cy="148652"/>
            </a:xfrm>
            <a:custGeom>
              <a:rect b="b" l="l" r="r" t="t"/>
              <a:pathLst>
                <a:path extrusionOk="0" h="5677" w="7051">
                  <a:moveTo>
                    <a:pt x="2223" y="0"/>
                  </a:moveTo>
                  <a:cubicBezTo>
                    <a:pt x="1498" y="0"/>
                    <a:pt x="906" y="582"/>
                    <a:pt x="906" y="1307"/>
                  </a:cubicBezTo>
                  <a:lnTo>
                    <a:pt x="906" y="1670"/>
                  </a:lnTo>
                  <a:cubicBezTo>
                    <a:pt x="906" y="1832"/>
                    <a:pt x="773" y="1965"/>
                    <a:pt x="611" y="1965"/>
                  </a:cubicBezTo>
                  <a:cubicBezTo>
                    <a:pt x="604" y="1965"/>
                    <a:pt x="598" y="1965"/>
                    <a:pt x="592" y="1965"/>
                  </a:cubicBezTo>
                  <a:cubicBezTo>
                    <a:pt x="314" y="1965"/>
                    <a:pt x="75" y="2172"/>
                    <a:pt x="38" y="2452"/>
                  </a:cubicBezTo>
                  <a:cubicBezTo>
                    <a:pt x="0" y="2776"/>
                    <a:pt x="258" y="3062"/>
                    <a:pt x="582" y="3062"/>
                  </a:cubicBezTo>
                  <a:lnTo>
                    <a:pt x="696" y="3062"/>
                  </a:lnTo>
                  <a:cubicBezTo>
                    <a:pt x="811" y="4532"/>
                    <a:pt x="2042" y="5676"/>
                    <a:pt x="3530" y="5676"/>
                  </a:cubicBezTo>
                  <a:cubicBezTo>
                    <a:pt x="5008" y="5676"/>
                    <a:pt x="6239" y="4532"/>
                    <a:pt x="6354" y="3062"/>
                  </a:cubicBezTo>
                  <a:lnTo>
                    <a:pt x="6478" y="3062"/>
                  </a:lnTo>
                  <a:cubicBezTo>
                    <a:pt x="6802" y="3062"/>
                    <a:pt x="7050" y="2776"/>
                    <a:pt x="7021" y="2452"/>
                  </a:cubicBezTo>
                  <a:cubicBezTo>
                    <a:pt x="6983" y="2175"/>
                    <a:pt x="6735" y="1965"/>
                    <a:pt x="6449" y="1965"/>
                  </a:cubicBezTo>
                  <a:cubicBezTo>
                    <a:pt x="6287" y="1965"/>
                    <a:pt x="6153" y="1832"/>
                    <a:pt x="6153" y="1670"/>
                  </a:cubicBezTo>
                  <a:lnTo>
                    <a:pt x="6153" y="1307"/>
                  </a:lnTo>
                  <a:cubicBezTo>
                    <a:pt x="6153" y="582"/>
                    <a:pt x="5571" y="0"/>
                    <a:pt x="4846" y="0"/>
                  </a:cubicBezTo>
                  <a:close/>
                </a:path>
              </a:pathLst>
            </a:custGeom>
            <a:solidFill>
              <a:srgbClr val="E0E7E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459" name="Google Shape;16459;p44"/>
            <p:cNvSpPr/>
            <p:nvPr/>
          </p:nvSpPr>
          <p:spPr>
            <a:xfrm>
              <a:off x="5848948" y="2960115"/>
              <a:ext cx="132418" cy="148626"/>
            </a:xfrm>
            <a:custGeom>
              <a:rect b="b" l="l" r="r" t="t"/>
              <a:pathLst>
                <a:path extrusionOk="0" h="5676" w="5057">
                  <a:moveTo>
                    <a:pt x="2214" y="0"/>
                  </a:moveTo>
                  <a:cubicBezTo>
                    <a:pt x="1489" y="0"/>
                    <a:pt x="897" y="582"/>
                    <a:pt x="897" y="1307"/>
                  </a:cubicBezTo>
                  <a:lnTo>
                    <a:pt x="897" y="1670"/>
                  </a:lnTo>
                  <a:cubicBezTo>
                    <a:pt x="897" y="1832"/>
                    <a:pt x="764" y="1965"/>
                    <a:pt x="602" y="1965"/>
                  </a:cubicBezTo>
                  <a:cubicBezTo>
                    <a:pt x="315" y="1965"/>
                    <a:pt x="67" y="2175"/>
                    <a:pt x="29" y="2452"/>
                  </a:cubicBezTo>
                  <a:cubicBezTo>
                    <a:pt x="1" y="2776"/>
                    <a:pt x="249" y="3062"/>
                    <a:pt x="573" y="3062"/>
                  </a:cubicBezTo>
                  <a:lnTo>
                    <a:pt x="697" y="3062"/>
                  </a:lnTo>
                  <a:cubicBezTo>
                    <a:pt x="801" y="4557"/>
                    <a:pt x="2046" y="5676"/>
                    <a:pt x="3499" y="5676"/>
                  </a:cubicBezTo>
                  <a:cubicBezTo>
                    <a:pt x="3650" y="5676"/>
                    <a:pt x="3804" y="5664"/>
                    <a:pt x="3960" y="5638"/>
                  </a:cubicBezTo>
                  <a:cubicBezTo>
                    <a:pt x="2576" y="5428"/>
                    <a:pt x="1556" y="4236"/>
                    <a:pt x="1556" y="2843"/>
                  </a:cubicBezTo>
                  <a:lnTo>
                    <a:pt x="1556" y="1527"/>
                  </a:lnTo>
                  <a:cubicBezTo>
                    <a:pt x="1556" y="926"/>
                    <a:pt x="2042" y="439"/>
                    <a:pt x="2653" y="439"/>
                  </a:cubicBezTo>
                  <a:lnTo>
                    <a:pt x="4627" y="439"/>
                  </a:lnTo>
                  <a:cubicBezTo>
                    <a:pt x="4856" y="439"/>
                    <a:pt x="5047" y="248"/>
                    <a:pt x="5057" y="19"/>
                  </a:cubicBezTo>
                  <a:cubicBezTo>
                    <a:pt x="4980" y="10"/>
                    <a:pt x="4914" y="0"/>
                    <a:pt x="4837" y="0"/>
                  </a:cubicBezTo>
                  <a:close/>
                </a:path>
              </a:pathLst>
            </a:custGeom>
            <a:solidFill>
              <a:srgbClr val="DAE2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460" name="Google Shape;16460;p44"/>
            <p:cNvSpPr/>
            <p:nvPr/>
          </p:nvSpPr>
          <p:spPr>
            <a:xfrm>
              <a:off x="5889666" y="3005808"/>
              <a:ext cx="34512" cy="22781"/>
            </a:xfrm>
            <a:custGeom>
              <a:rect b="b" l="l" r="r" t="t"/>
              <a:pathLst>
                <a:path extrusionOk="0" h="870" w="1318">
                  <a:moveTo>
                    <a:pt x="659" y="1"/>
                  </a:moveTo>
                  <a:cubicBezTo>
                    <a:pt x="296" y="1"/>
                    <a:pt x="1" y="287"/>
                    <a:pt x="1" y="650"/>
                  </a:cubicBezTo>
                  <a:cubicBezTo>
                    <a:pt x="1" y="726"/>
                    <a:pt x="20" y="802"/>
                    <a:pt x="48" y="869"/>
                  </a:cubicBezTo>
                  <a:cubicBezTo>
                    <a:pt x="134" y="612"/>
                    <a:pt x="382" y="440"/>
                    <a:pt x="659" y="440"/>
                  </a:cubicBezTo>
                  <a:cubicBezTo>
                    <a:pt x="935" y="440"/>
                    <a:pt x="1184" y="612"/>
                    <a:pt x="1279" y="869"/>
                  </a:cubicBezTo>
                  <a:cubicBezTo>
                    <a:pt x="1298" y="802"/>
                    <a:pt x="1317" y="726"/>
                    <a:pt x="1317" y="650"/>
                  </a:cubicBezTo>
                  <a:cubicBezTo>
                    <a:pt x="1317" y="287"/>
                    <a:pt x="1021" y="1"/>
                    <a:pt x="659" y="1"/>
                  </a:cubicBezTo>
                  <a:close/>
                </a:path>
              </a:pathLst>
            </a:custGeom>
            <a:solidFill>
              <a:srgbClr val="DAE2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461" name="Google Shape;16461;p44"/>
            <p:cNvSpPr/>
            <p:nvPr/>
          </p:nvSpPr>
          <p:spPr>
            <a:xfrm>
              <a:off x="5958375" y="3005808"/>
              <a:ext cx="34486" cy="22781"/>
            </a:xfrm>
            <a:custGeom>
              <a:rect b="b" l="l" r="r" t="t"/>
              <a:pathLst>
                <a:path extrusionOk="0" h="870" w="1317">
                  <a:moveTo>
                    <a:pt x="658" y="1"/>
                  </a:moveTo>
                  <a:cubicBezTo>
                    <a:pt x="296" y="1"/>
                    <a:pt x="0" y="287"/>
                    <a:pt x="0" y="650"/>
                  </a:cubicBezTo>
                  <a:cubicBezTo>
                    <a:pt x="0" y="726"/>
                    <a:pt x="19" y="802"/>
                    <a:pt x="38" y="869"/>
                  </a:cubicBezTo>
                  <a:cubicBezTo>
                    <a:pt x="134" y="612"/>
                    <a:pt x="382" y="440"/>
                    <a:pt x="658" y="440"/>
                  </a:cubicBezTo>
                  <a:cubicBezTo>
                    <a:pt x="935" y="440"/>
                    <a:pt x="1183" y="612"/>
                    <a:pt x="1269" y="869"/>
                  </a:cubicBezTo>
                  <a:cubicBezTo>
                    <a:pt x="1297" y="802"/>
                    <a:pt x="1307" y="726"/>
                    <a:pt x="1317" y="650"/>
                  </a:cubicBezTo>
                  <a:cubicBezTo>
                    <a:pt x="1317" y="287"/>
                    <a:pt x="1021" y="1"/>
                    <a:pt x="658" y="1"/>
                  </a:cubicBezTo>
                  <a:close/>
                </a:path>
              </a:pathLst>
            </a:custGeom>
            <a:solidFill>
              <a:srgbClr val="DAE2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462" name="Google Shape;16462;p44"/>
            <p:cNvSpPr/>
            <p:nvPr/>
          </p:nvSpPr>
          <p:spPr>
            <a:xfrm>
              <a:off x="5915929" y="3057707"/>
              <a:ext cx="50668" cy="17361"/>
            </a:xfrm>
            <a:custGeom>
              <a:rect b="b" l="l" r="r" t="t"/>
              <a:pathLst>
                <a:path extrusionOk="0" h="663" w="1935">
                  <a:moveTo>
                    <a:pt x="312" y="1"/>
                  </a:moveTo>
                  <a:cubicBezTo>
                    <a:pt x="143" y="1"/>
                    <a:pt x="0" y="222"/>
                    <a:pt x="161" y="375"/>
                  </a:cubicBezTo>
                  <a:cubicBezTo>
                    <a:pt x="372" y="558"/>
                    <a:pt x="652" y="662"/>
                    <a:pt x="935" y="662"/>
                  </a:cubicBezTo>
                  <a:cubicBezTo>
                    <a:pt x="948" y="662"/>
                    <a:pt x="960" y="662"/>
                    <a:pt x="972" y="662"/>
                  </a:cubicBezTo>
                  <a:cubicBezTo>
                    <a:pt x="984" y="662"/>
                    <a:pt x="996" y="662"/>
                    <a:pt x="1008" y="662"/>
                  </a:cubicBezTo>
                  <a:cubicBezTo>
                    <a:pt x="1283" y="662"/>
                    <a:pt x="1563" y="558"/>
                    <a:pt x="1774" y="375"/>
                  </a:cubicBezTo>
                  <a:cubicBezTo>
                    <a:pt x="1935" y="222"/>
                    <a:pt x="1793" y="1"/>
                    <a:pt x="1623" y="1"/>
                  </a:cubicBezTo>
                  <a:cubicBezTo>
                    <a:pt x="1571" y="1"/>
                    <a:pt x="1517" y="21"/>
                    <a:pt x="1468" y="70"/>
                  </a:cubicBezTo>
                  <a:cubicBezTo>
                    <a:pt x="1316" y="170"/>
                    <a:pt x="1142" y="220"/>
                    <a:pt x="968" y="220"/>
                  </a:cubicBezTo>
                  <a:cubicBezTo>
                    <a:pt x="793" y="220"/>
                    <a:pt x="619" y="170"/>
                    <a:pt x="467" y="70"/>
                  </a:cubicBezTo>
                  <a:cubicBezTo>
                    <a:pt x="418" y="21"/>
                    <a:pt x="364" y="1"/>
                    <a:pt x="312" y="1"/>
                  </a:cubicBezTo>
                  <a:close/>
                </a:path>
              </a:pathLst>
            </a:custGeom>
            <a:solidFill>
              <a:srgbClr val="D4DDE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463" name="Google Shape;16463;p44"/>
            <p:cNvSpPr/>
            <p:nvPr/>
          </p:nvSpPr>
          <p:spPr>
            <a:xfrm>
              <a:off x="5901161" y="3012197"/>
              <a:ext cx="11521" cy="16889"/>
            </a:xfrm>
            <a:custGeom>
              <a:rect b="b" l="l" r="r" t="t"/>
              <a:pathLst>
                <a:path extrusionOk="0" h="645" w="440">
                  <a:moveTo>
                    <a:pt x="220" y="0"/>
                  </a:moveTo>
                  <a:cubicBezTo>
                    <a:pt x="110" y="0"/>
                    <a:pt x="0" y="72"/>
                    <a:pt x="0" y="215"/>
                  </a:cubicBezTo>
                  <a:lnTo>
                    <a:pt x="0" y="425"/>
                  </a:lnTo>
                  <a:cubicBezTo>
                    <a:pt x="0" y="549"/>
                    <a:pt x="96" y="644"/>
                    <a:pt x="220" y="644"/>
                  </a:cubicBezTo>
                  <a:cubicBezTo>
                    <a:pt x="344" y="644"/>
                    <a:pt x="439" y="549"/>
                    <a:pt x="439" y="434"/>
                  </a:cubicBezTo>
                  <a:lnTo>
                    <a:pt x="439" y="215"/>
                  </a:lnTo>
                  <a:cubicBezTo>
                    <a:pt x="439" y="72"/>
                    <a:pt x="330" y="0"/>
                    <a:pt x="220" y="0"/>
                  </a:cubicBezTo>
                  <a:close/>
                </a:path>
              </a:pathLst>
            </a:custGeom>
            <a:solidFill>
              <a:srgbClr val="213B5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464" name="Google Shape;16464;p44"/>
            <p:cNvSpPr/>
            <p:nvPr/>
          </p:nvSpPr>
          <p:spPr>
            <a:xfrm>
              <a:off x="5969844" y="3012197"/>
              <a:ext cx="11521" cy="16889"/>
            </a:xfrm>
            <a:custGeom>
              <a:rect b="b" l="l" r="r" t="t"/>
              <a:pathLst>
                <a:path extrusionOk="0" h="645" w="440">
                  <a:moveTo>
                    <a:pt x="220" y="0"/>
                  </a:moveTo>
                  <a:cubicBezTo>
                    <a:pt x="111" y="0"/>
                    <a:pt x="1" y="72"/>
                    <a:pt x="1" y="215"/>
                  </a:cubicBezTo>
                  <a:lnTo>
                    <a:pt x="1" y="425"/>
                  </a:lnTo>
                  <a:cubicBezTo>
                    <a:pt x="1" y="549"/>
                    <a:pt x="96" y="644"/>
                    <a:pt x="220" y="644"/>
                  </a:cubicBezTo>
                  <a:cubicBezTo>
                    <a:pt x="335" y="644"/>
                    <a:pt x="430" y="549"/>
                    <a:pt x="440" y="434"/>
                  </a:cubicBezTo>
                  <a:lnTo>
                    <a:pt x="440" y="215"/>
                  </a:lnTo>
                  <a:cubicBezTo>
                    <a:pt x="440" y="72"/>
                    <a:pt x="330" y="0"/>
                    <a:pt x="220" y="0"/>
                  </a:cubicBezTo>
                  <a:close/>
                </a:path>
              </a:pathLst>
            </a:custGeom>
            <a:solidFill>
              <a:srgbClr val="213B5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465" name="Google Shape;16465;p44"/>
            <p:cNvSpPr/>
            <p:nvPr/>
          </p:nvSpPr>
          <p:spPr>
            <a:xfrm>
              <a:off x="5922135" y="3011569"/>
              <a:ext cx="38256" cy="11260"/>
            </a:xfrm>
            <a:custGeom>
              <a:rect b="b" l="l" r="r" t="t"/>
              <a:pathLst>
                <a:path extrusionOk="0" h="430" w="1461">
                  <a:moveTo>
                    <a:pt x="296" y="0"/>
                  </a:moveTo>
                  <a:cubicBezTo>
                    <a:pt x="1" y="0"/>
                    <a:pt x="1" y="430"/>
                    <a:pt x="296" y="430"/>
                  </a:cubicBezTo>
                  <a:lnTo>
                    <a:pt x="1165" y="430"/>
                  </a:lnTo>
                  <a:cubicBezTo>
                    <a:pt x="1460" y="430"/>
                    <a:pt x="1460" y="0"/>
                    <a:pt x="1165" y="0"/>
                  </a:cubicBezTo>
                  <a:close/>
                </a:path>
              </a:pathLst>
            </a:custGeom>
            <a:solidFill>
              <a:srgbClr val="213B5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466" name="Google Shape;16466;p44"/>
            <p:cNvSpPr/>
            <p:nvPr/>
          </p:nvSpPr>
          <p:spPr>
            <a:xfrm>
              <a:off x="5933630" y="3211648"/>
              <a:ext cx="15266" cy="11521"/>
            </a:xfrm>
            <a:custGeom>
              <a:rect b="b" l="l" r="r" t="t"/>
              <a:pathLst>
                <a:path extrusionOk="0" h="440" w="583">
                  <a:moveTo>
                    <a:pt x="296" y="1"/>
                  </a:moveTo>
                  <a:cubicBezTo>
                    <a:pt x="1" y="1"/>
                    <a:pt x="1" y="440"/>
                    <a:pt x="296" y="440"/>
                  </a:cubicBezTo>
                  <a:cubicBezTo>
                    <a:pt x="583" y="440"/>
                    <a:pt x="583" y="1"/>
                    <a:pt x="296" y="1"/>
                  </a:cubicBezTo>
                  <a:close/>
                </a:path>
              </a:pathLst>
            </a:custGeom>
            <a:solidFill>
              <a:srgbClr val="F1F4F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467" name="Google Shape;16467;p44"/>
            <p:cNvSpPr/>
            <p:nvPr/>
          </p:nvSpPr>
          <p:spPr>
            <a:xfrm>
              <a:off x="5868691" y="2994156"/>
              <a:ext cx="66955" cy="57398"/>
            </a:xfrm>
            <a:custGeom>
              <a:rect b="b" l="l" r="r" t="t"/>
              <a:pathLst>
                <a:path extrusionOk="0" h="2192" w="2557">
                  <a:moveTo>
                    <a:pt x="1460" y="446"/>
                  </a:moveTo>
                  <a:cubicBezTo>
                    <a:pt x="1822" y="446"/>
                    <a:pt x="2118" y="732"/>
                    <a:pt x="2118" y="1104"/>
                  </a:cubicBezTo>
                  <a:cubicBezTo>
                    <a:pt x="2118" y="1497"/>
                    <a:pt x="1796" y="1755"/>
                    <a:pt x="1461" y="1755"/>
                  </a:cubicBezTo>
                  <a:cubicBezTo>
                    <a:pt x="1300" y="1755"/>
                    <a:pt x="1135" y="1695"/>
                    <a:pt x="1002" y="1562"/>
                  </a:cubicBezTo>
                  <a:cubicBezTo>
                    <a:pt x="582" y="1152"/>
                    <a:pt x="878" y="446"/>
                    <a:pt x="1460" y="446"/>
                  </a:cubicBezTo>
                  <a:close/>
                  <a:moveTo>
                    <a:pt x="1452" y="0"/>
                  </a:moveTo>
                  <a:cubicBezTo>
                    <a:pt x="1183" y="0"/>
                    <a:pt x="909" y="100"/>
                    <a:pt x="687" y="322"/>
                  </a:cubicBezTo>
                  <a:cubicBezTo>
                    <a:pt x="0" y="1018"/>
                    <a:pt x="487" y="2192"/>
                    <a:pt x="1460" y="2192"/>
                  </a:cubicBezTo>
                  <a:cubicBezTo>
                    <a:pt x="2061" y="2192"/>
                    <a:pt x="2557" y="1705"/>
                    <a:pt x="2557" y="1095"/>
                  </a:cubicBezTo>
                  <a:cubicBezTo>
                    <a:pt x="2557" y="436"/>
                    <a:pt x="2015" y="0"/>
                    <a:pt x="1452" y="0"/>
                  </a:cubicBezTo>
                  <a:close/>
                </a:path>
              </a:pathLst>
            </a:custGeom>
            <a:solidFill>
              <a:srgbClr val="39516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468" name="Google Shape;16468;p44"/>
            <p:cNvSpPr/>
            <p:nvPr/>
          </p:nvSpPr>
          <p:spPr>
            <a:xfrm>
              <a:off x="5937375" y="2994156"/>
              <a:ext cx="66719" cy="57398"/>
            </a:xfrm>
            <a:custGeom>
              <a:rect b="b" l="l" r="r" t="t"/>
              <a:pathLst>
                <a:path extrusionOk="0" h="2192" w="2548">
                  <a:moveTo>
                    <a:pt x="1460" y="446"/>
                  </a:moveTo>
                  <a:cubicBezTo>
                    <a:pt x="1823" y="446"/>
                    <a:pt x="2119" y="732"/>
                    <a:pt x="2119" y="1104"/>
                  </a:cubicBezTo>
                  <a:cubicBezTo>
                    <a:pt x="2119" y="1497"/>
                    <a:pt x="1797" y="1755"/>
                    <a:pt x="1459" y="1755"/>
                  </a:cubicBezTo>
                  <a:cubicBezTo>
                    <a:pt x="1296" y="1755"/>
                    <a:pt x="1129" y="1695"/>
                    <a:pt x="993" y="1562"/>
                  </a:cubicBezTo>
                  <a:cubicBezTo>
                    <a:pt x="583" y="1152"/>
                    <a:pt x="878" y="446"/>
                    <a:pt x="1460" y="446"/>
                  </a:cubicBezTo>
                  <a:close/>
                  <a:moveTo>
                    <a:pt x="1450" y="0"/>
                  </a:moveTo>
                  <a:cubicBezTo>
                    <a:pt x="1182" y="0"/>
                    <a:pt x="910" y="100"/>
                    <a:pt x="688" y="322"/>
                  </a:cubicBezTo>
                  <a:cubicBezTo>
                    <a:pt x="1" y="1018"/>
                    <a:pt x="487" y="2192"/>
                    <a:pt x="1460" y="2192"/>
                  </a:cubicBezTo>
                  <a:cubicBezTo>
                    <a:pt x="2061" y="2192"/>
                    <a:pt x="2548" y="1705"/>
                    <a:pt x="2548" y="1095"/>
                  </a:cubicBezTo>
                  <a:cubicBezTo>
                    <a:pt x="2548" y="436"/>
                    <a:pt x="2010" y="0"/>
                    <a:pt x="1450" y="0"/>
                  </a:cubicBezTo>
                  <a:close/>
                </a:path>
              </a:pathLst>
            </a:custGeom>
            <a:solidFill>
              <a:srgbClr val="39516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469" name="Google Shape;16469;p44"/>
            <p:cNvSpPr/>
            <p:nvPr/>
          </p:nvSpPr>
          <p:spPr>
            <a:xfrm>
              <a:off x="5811477" y="3169202"/>
              <a:ext cx="49725" cy="65724"/>
            </a:xfrm>
            <a:custGeom>
              <a:rect b="b" l="l" r="r" t="t"/>
              <a:pathLst>
                <a:path extrusionOk="0" h="2510" w="1899">
                  <a:moveTo>
                    <a:pt x="220" y="0"/>
                  </a:moveTo>
                  <a:cubicBezTo>
                    <a:pt x="125" y="115"/>
                    <a:pt x="48" y="248"/>
                    <a:pt x="1" y="382"/>
                  </a:cubicBezTo>
                  <a:lnTo>
                    <a:pt x="1212" y="1336"/>
                  </a:lnTo>
                  <a:cubicBezTo>
                    <a:pt x="1365" y="1460"/>
                    <a:pt x="1460" y="1650"/>
                    <a:pt x="1460" y="1860"/>
                  </a:cubicBezTo>
                  <a:lnTo>
                    <a:pt x="1460" y="2509"/>
                  </a:lnTo>
                  <a:lnTo>
                    <a:pt x="1899" y="2509"/>
                  </a:lnTo>
                  <a:lnTo>
                    <a:pt x="1899" y="2500"/>
                  </a:lnTo>
                  <a:lnTo>
                    <a:pt x="1899" y="1851"/>
                  </a:lnTo>
                  <a:cubicBezTo>
                    <a:pt x="1899" y="1517"/>
                    <a:pt x="1746" y="1202"/>
                    <a:pt x="1479" y="992"/>
                  </a:cubicBezTo>
                  <a:lnTo>
                    <a:pt x="220" y="0"/>
                  </a:lnTo>
                  <a:close/>
                </a:path>
              </a:pathLst>
            </a:custGeom>
            <a:solidFill>
              <a:srgbClr val="6F809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470" name="Google Shape;16470;p44"/>
            <p:cNvSpPr/>
            <p:nvPr/>
          </p:nvSpPr>
          <p:spPr>
            <a:xfrm>
              <a:off x="6021324" y="3169202"/>
              <a:ext cx="49725" cy="65724"/>
            </a:xfrm>
            <a:custGeom>
              <a:rect b="b" l="l" r="r" t="t"/>
              <a:pathLst>
                <a:path extrusionOk="0" h="2510" w="1899">
                  <a:moveTo>
                    <a:pt x="1679" y="0"/>
                  </a:moveTo>
                  <a:lnTo>
                    <a:pt x="420" y="992"/>
                  </a:lnTo>
                  <a:cubicBezTo>
                    <a:pt x="153" y="1202"/>
                    <a:pt x="0" y="1517"/>
                    <a:pt x="0" y="1851"/>
                  </a:cubicBezTo>
                  <a:lnTo>
                    <a:pt x="0" y="2500"/>
                  </a:lnTo>
                  <a:lnTo>
                    <a:pt x="0" y="2509"/>
                  </a:lnTo>
                  <a:lnTo>
                    <a:pt x="439" y="2509"/>
                  </a:lnTo>
                  <a:lnTo>
                    <a:pt x="439" y="1860"/>
                  </a:lnTo>
                  <a:cubicBezTo>
                    <a:pt x="439" y="1650"/>
                    <a:pt x="525" y="1460"/>
                    <a:pt x="687" y="1336"/>
                  </a:cubicBezTo>
                  <a:lnTo>
                    <a:pt x="1899" y="382"/>
                  </a:lnTo>
                  <a:cubicBezTo>
                    <a:pt x="1851" y="248"/>
                    <a:pt x="1775" y="115"/>
                    <a:pt x="1679" y="0"/>
                  </a:cubicBezTo>
                  <a:close/>
                </a:path>
              </a:pathLst>
            </a:custGeom>
            <a:solidFill>
              <a:srgbClr val="6F809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6471" name="Google Shape;16471;p44"/>
          <p:cNvGrpSpPr/>
          <p:nvPr/>
        </p:nvGrpSpPr>
        <p:grpSpPr>
          <a:xfrm>
            <a:off x="7616069" y="4115656"/>
            <a:ext cx="263316" cy="354755"/>
            <a:chOff x="7616069" y="4268056"/>
            <a:chExt cx="263316" cy="354755"/>
          </a:xfrm>
        </p:grpSpPr>
        <p:sp>
          <p:nvSpPr>
            <p:cNvPr id="16472" name="Google Shape;16472;p44"/>
            <p:cNvSpPr/>
            <p:nvPr/>
          </p:nvSpPr>
          <p:spPr>
            <a:xfrm>
              <a:off x="7616069" y="4513881"/>
              <a:ext cx="263316" cy="108930"/>
            </a:xfrm>
            <a:custGeom>
              <a:rect b="b" l="l" r="r" t="t"/>
              <a:pathLst>
                <a:path extrusionOk="0" h="4160" w="10056">
                  <a:moveTo>
                    <a:pt x="3129" y="0"/>
                  </a:moveTo>
                  <a:lnTo>
                    <a:pt x="878" y="792"/>
                  </a:lnTo>
                  <a:cubicBezTo>
                    <a:pt x="353" y="983"/>
                    <a:pt x="0" y="1469"/>
                    <a:pt x="0" y="2032"/>
                  </a:cubicBezTo>
                  <a:lnTo>
                    <a:pt x="0" y="3501"/>
                  </a:lnTo>
                  <a:cubicBezTo>
                    <a:pt x="0" y="3864"/>
                    <a:pt x="296" y="4160"/>
                    <a:pt x="658" y="4160"/>
                  </a:cubicBezTo>
                  <a:lnTo>
                    <a:pt x="9407" y="4160"/>
                  </a:lnTo>
                  <a:cubicBezTo>
                    <a:pt x="9759" y="4160"/>
                    <a:pt x="10055" y="3864"/>
                    <a:pt x="10055" y="3501"/>
                  </a:cubicBezTo>
                  <a:lnTo>
                    <a:pt x="10055" y="2032"/>
                  </a:lnTo>
                  <a:cubicBezTo>
                    <a:pt x="10055" y="1469"/>
                    <a:pt x="9702" y="973"/>
                    <a:pt x="9178" y="792"/>
                  </a:cubicBezTo>
                  <a:lnTo>
                    <a:pt x="6917" y="0"/>
                  </a:lnTo>
                  <a:close/>
                </a:path>
              </a:pathLst>
            </a:custGeom>
            <a:solidFill>
              <a:srgbClr val="E7E9E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473" name="Google Shape;16473;p44"/>
            <p:cNvSpPr/>
            <p:nvPr/>
          </p:nvSpPr>
          <p:spPr>
            <a:xfrm>
              <a:off x="7719238" y="4514116"/>
              <a:ext cx="57214" cy="108694"/>
            </a:xfrm>
            <a:custGeom>
              <a:rect b="b" l="l" r="r" t="t"/>
              <a:pathLst>
                <a:path extrusionOk="0" h="4151" w="2185">
                  <a:moveTo>
                    <a:pt x="0" y="1"/>
                  </a:moveTo>
                  <a:lnTo>
                    <a:pt x="0" y="4151"/>
                  </a:lnTo>
                  <a:lnTo>
                    <a:pt x="2185" y="4151"/>
                  </a:lnTo>
                  <a:lnTo>
                    <a:pt x="2185" y="1"/>
                  </a:lnTo>
                  <a:close/>
                </a:path>
              </a:pathLst>
            </a:custGeom>
            <a:solidFill>
              <a:srgbClr val="ACB9C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474" name="Google Shape;16474;p44"/>
            <p:cNvSpPr/>
            <p:nvPr/>
          </p:nvSpPr>
          <p:spPr>
            <a:xfrm>
              <a:off x="7719238" y="4514116"/>
              <a:ext cx="57214" cy="34433"/>
            </a:xfrm>
            <a:custGeom>
              <a:rect b="b" l="l" r="r" t="t"/>
              <a:pathLst>
                <a:path extrusionOk="0" h="1315" w="2185">
                  <a:moveTo>
                    <a:pt x="0" y="1"/>
                  </a:moveTo>
                  <a:lnTo>
                    <a:pt x="0" y="936"/>
                  </a:lnTo>
                  <a:cubicBezTo>
                    <a:pt x="315" y="1189"/>
                    <a:pt x="701" y="1315"/>
                    <a:pt x="1089" y="1315"/>
                  </a:cubicBezTo>
                  <a:cubicBezTo>
                    <a:pt x="1476" y="1315"/>
                    <a:pt x="1865" y="1189"/>
                    <a:pt x="2185" y="936"/>
                  </a:cubicBezTo>
                  <a:lnTo>
                    <a:pt x="2185" y="1"/>
                  </a:lnTo>
                  <a:close/>
                </a:path>
              </a:pathLst>
            </a:custGeom>
            <a:solidFill>
              <a:srgbClr val="899CA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475" name="Google Shape;16475;p44"/>
            <p:cNvSpPr/>
            <p:nvPr/>
          </p:nvSpPr>
          <p:spPr>
            <a:xfrm>
              <a:off x="7642542" y="4268082"/>
              <a:ext cx="210344" cy="208852"/>
            </a:xfrm>
            <a:custGeom>
              <a:rect b="b" l="l" r="r" t="t"/>
              <a:pathLst>
                <a:path extrusionOk="0" h="7976" w="8033">
                  <a:moveTo>
                    <a:pt x="4017" y="0"/>
                  </a:moveTo>
                  <a:cubicBezTo>
                    <a:pt x="1966" y="0"/>
                    <a:pt x="306" y="1670"/>
                    <a:pt x="306" y="3721"/>
                  </a:cubicBezTo>
                  <a:lnTo>
                    <a:pt x="306" y="5466"/>
                  </a:lnTo>
                  <a:cubicBezTo>
                    <a:pt x="315" y="5924"/>
                    <a:pt x="239" y="6382"/>
                    <a:pt x="86" y="6821"/>
                  </a:cubicBezTo>
                  <a:cubicBezTo>
                    <a:pt x="0" y="7050"/>
                    <a:pt x="124" y="7308"/>
                    <a:pt x="353" y="7384"/>
                  </a:cubicBezTo>
                  <a:cubicBezTo>
                    <a:pt x="1117" y="7651"/>
                    <a:pt x="1908" y="7842"/>
                    <a:pt x="2710" y="7975"/>
                  </a:cubicBezTo>
                  <a:lnTo>
                    <a:pt x="5333" y="7975"/>
                  </a:lnTo>
                  <a:cubicBezTo>
                    <a:pt x="6125" y="7842"/>
                    <a:pt x="6917" y="7651"/>
                    <a:pt x="7680" y="7384"/>
                  </a:cubicBezTo>
                  <a:cubicBezTo>
                    <a:pt x="7919" y="7308"/>
                    <a:pt x="8033" y="7050"/>
                    <a:pt x="7947" y="6821"/>
                  </a:cubicBezTo>
                  <a:cubicBezTo>
                    <a:pt x="7795" y="6392"/>
                    <a:pt x="7718" y="5924"/>
                    <a:pt x="7728" y="5466"/>
                  </a:cubicBezTo>
                  <a:lnTo>
                    <a:pt x="7728" y="3721"/>
                  </a:lnTo>
                  <a:cubicBezTo>
                    <a:pt x="7728" y="1670"/>
                    <a:pt x="6068" y="0"/>
                    <a:pt x="4017" y="0"/>
                  </a:cubicBezTo>
                  <a:close/>
                </a:path>
              </a:pathLst>
            </a:custGeom>
            <a:solidFill>
              <a:srgbClr val="576D8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476" name="Google Shape;16476;p44"/>
            <p:cNvSpPr/>
            <p:nvPr/>
          </p:nvSpPr>
          <p:spPr>
            <a:xfrm>
              <a:off x="7713477" y="4462663"/>
              <a:ext cx="68736" cy="74470"/>
            </a:xfrm>
            <a:custGeom>
              <a:rect b="b" l="l" r="r" t="t"/>
              <a:pathLst>
                <a:path extrusionOk="0" h="2844" w="2625">
                  <a:moveTo>
                    <a:pt x="1" y="1"/>
                  </a:moveTo>
                  <a:lnTo>
                    <a:pt x="1" y="1527"/>
                  </a:lnTo>
                  <a:cubicBezTo>
                    <a:pt x="1" y="2252"/>
                    <a:pt x="583" y="2844"/>
                    <a:pt x="1308" y="2844"/>
                  </a:cubicBezTo>
                  <a:cubicBezTo>
                    <a:pt x="2033" y="2844"/>
                    <a:pt x="2615" y="2252"/>
                    <a:pt x="2624" y="1527"/>
                  </a:cubicBezTo>
                  <a:lnTo>
                    <a:pt x="2624" y="1"/>
                  </a:lnTo>
                  <a:close/>
                </a:path>
              </a:pathLst>
            </a:custGeom>
            <a:solidFill>
              <a:srgbClr val="E7ECF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477" name="Google Shape;16477;p44"/>
            <p:cNvSpPr/>
            <p:nvPr/>
          </p:nvSpPr>
          <p:spPr>
            <a:xfrm>
              <a:off x="7713477" y="4462663"/>
              <a:ext cx="68736" cy="28620"/>
            </a:xfrm>
            <a:custGeom>
              <a:rect b="b" l="l" r="r" t="t"/>
              <a:pathLst>
                <a:path extrusionOk="0" h="1093" w="2625">
                  <a:moveTo>
                    <a:pt x="1" y="1"/>
                  </a:moveTo>
                  <a:lnTo>
                    <a:pt x="1" y="821"/>
                  </a:lnTo>
                  <a:cubicBezTo>
                    <a:pt x="416" y="1002"/>
                    <a:pt x="862" y="1093"/>
                    <a:pt x="1309" y="1093"/>
                  </a:cubicBezTo>
                  <a:cubicBezTo>
                    <a:pt x="1756" y="1093"/>
                    <a:pt x="2204" y="1002"/>
                    <a:pt x="2624" y="821"/>
                  </a:cubicBezTo>
                  <a:lnTo>
                    <a:pt x="2624" y="1"/>
                  </a:ln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478" name="Google Shape;16478;p44"/>
            <p:cNvSpPr/>
            <p:nvPr/>
          </p:nvSpPr>
          <p:spPr>
            <a:xfrm>
              <a:off x="7673257" y="4319771"/>
              <a:ext cx="148914" cy="160147"/>
            </a:xfrm>
            <a:custGeom>
              <a:rect b="b" l="l" r="r" t="t"/>
              <a:pathLst>
                <a:path extrusionOk="0" h="6116" w="5687">
                  <a:moveTo>
                    <a:pt x="1" y="1"/>
                  </a:moveTo>
                  <a:lnTo>
                    <a:pt x="1" y="3273"/>
                  </a:lnTo>
                  <a:cubicBezTo>
                    <a:pt x="1" y="4838"/>
                    <a:pt x="1279" y="6116"/>
                    <a:pt x="2844" y="6116"/>
                  </a:cubicBezTo>
                  <a:cubicBezTo>
                    <a:pt x="4408" y="6116"/>
                    <a:pt x="5687" y="4838"/>
                    <a:pt x="5687" y="3273"/>
                  </a:cubicBezTo>
                  <a:lnTo>
                    <a:pt x="5687" y="1"/>
                  </a:lnTo>
                  <a:close/>
                </a:path>
              </a:pathLst>
            </a:custGeom>
            <a:solidFill>
              <a:srgbClr val="ECF0F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479" name="Google Shape;16479;p44"/>
            <p:cNvSpPr/>
            <p:nvPr/>
          </p:nvSpPr>
          <p:spPr>
            <a:xfrm>
              <a:off x="7673047" y="4319771"/>
              <a:ext cx="149124" cy="160174"/>
            </a:xfrm>
            <a:custGeom>
              <a:rect b="b" l="l" r="r" t="t"/>
              <a:pathLst>
                <a:path extrusionOk="0" h="6117" w="5695">
                  <a:moveTo>
                    <a:pt x="9" y="1"/>
                  </a:moveTo>
                  <a:lnTo>
                    <a:pt x="9" y="3273"/>
                  </a:lnTo>
                  <a:cubicBezTo>
                    <a:pt x="0" y="4860"/>
                    <a:pt x="1293" y="6116"/>
                    <a:pt x="2825" y="6116"/>
                  </a:cubicBezTo>
                  <a:cubicBezTo>
                    <a:pt x="2978" y="6116"/>
                    <a:pt x="3134" y="6104"/>
                    <a:pt x="3291" y="6078"/>
                  </a:cubicBezTo>
                  <a:cubicBezTo>
                    <a:pt x="1907" y="5858"/>
                    <a:pt x="886" y="4675"/>
                    <a:pt x="886" y="3273"/>
                  </a:cubicBezTo>
                  <a:lnTo>
                    <a:pt x="886" y="2042"/>
                  </a:lnTo>
                  <a:cubicBezTo>
                    <a:pt x="886" y="1747"/>
                    <a:pt x="1039" y="1460"/>
                    <a:pt x="1297" y="1308"/>
                  </a:cubicBezTo>
                  <a:cubicBezTo>
                    <a:pt x="1487" y="1184"/>
                    <a:pt x="1678" y="1041"/>
                    <a:pt x="1860" y="898"/>
                  </a:cubicBezTo>
                  <a:cubicBezTo>
                    <a:pt x="1898" y="869"/>
                    <a:pt x="1945" y="859"/>
                    <a:pt x="1984" y="859"/>
                  </a:cubicBezTo>
                  <a:cubicBezTo>
                    <a:pt x="2031" y="859"/>
                    <a:pt x="2079" y="869"/>
                    <a:pt x="2117" y="898"/>
                  </a:cubicBezTo>
                  <a:cubicBezTo>
                    <a:pt x="2709" y="1336"/>
                    <a:pt x="3901" y="2071"/>
                    <a:pt x="5695" y="2472"/>
                  </a:cubicBezTo>
                  <a:lnTo>
                    <a:pt x="5695" y="1"/>
                  </a:lnTo>
                  <a:close/>
                </a:path>
              </a:pathLst>
            </a:custGeom>
            <a:solidFill>
              <a:srgbClr val="E7ECF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480" name="Google Shape;16480;p44"/>
            <p:cNvSpPr/>
            <p:nvPr/>
          </p:nvSpPr>
          <p:spPr>
            <a:xfrm>
              <a:off x="7699992" y="4371251"/>
              <a:ext cx="26761" cy="11260"/>
            </a:xfrm>
            <a:custGeom>
              <a:rect b="b" l="l" r="r" t="t"/>
              <a:pathLst>
                <a:path extrusionOk="0" h="430" w="1022">
                  <a:moveTo>
                    <a:pt x="296" y="0"/>
                  </a:moveTo>
                  <a:cubicBezTo>
                    <a:pt x="1" y="0"/>
                    <a:pt x="1" y="429"/>
                    <a:pt x="296" y="429"/>
                  </a:cubicBezTo>
                  <a:lnTo>
                    <a:pt x="735" y="429"/>
                  </a:lnTo>
                  <a:cubicBezTo>
                    <a:pt x="1021" y="429"/>
                    <a:pt x="1021" y="0"/>
                    <a:pt x="735" y="0"/>
                  </a:cubicBezTo>
                  <a:close/>
                </a:path>
              </a:pathLst>
            </a:custGeom>
            <a:solidFill>
              <a:srgbClr val="788A9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481" name="Google Shape;16481;p44"/>
            <p:cNvSpPr/>
            <p:nvPr/>
          </p:nvSpPr>
          <p:spPr>
            <a:xfrm>
              <a:off x="7768701" y="4371251"/>
              <a:ext cx="26735" cy="11260"/>
            </a:xfrm>
            <a:custGeom>
              <a:rect b="b" l="l" r="r" t="t"/>
              <a:pathLst>
                <a:path extrusionOk="0" h="430" w="1021">
                  <a:moveTo>
                    <a:pt x="296" y="0"/>
                  </a:moveTo>
                  <a:cubicBezTo>
                    <a:pt x="0" y="0"/>
                    <a:pt x="0" y="429"/>
                    <a:pt x="296" y="429"/>
                  </a:cubicBezTo>
                  <a:lnTo>
                    <a:pt x="725" y="429"/>
                  </a:lnTo>
                  <a:cubicBezTo>
                    <a:pt x="1021" y="429"/>
                    <a:pt x="1021" y="0"/>
                    <a:pt x="725" y="0"/>
                  </a:cubicBezTo>
                  <a:close/>
                </a:path>
              </a:pathLst>
            </a:custGeom>
            <a:solidFill>
              <a:srgbClr val="788A9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482" name="Google Shape;16482;p44"/>
            <p:cNvSpPr/>
            <p:nvPr/>
          </p:nvSpPr>
          <p:spPr>
            <a:xfrm>
              <a:off x="7814394" y="4571278"/>
              <a:ext cx="43991" cy="40115"/>
            </a:xfrm>
            <a:custGeom>
              <a:rect b="b" l="l" r="r" t="t"/>
              <a:pathLst>
                <a:path extrusionOk="0" h="1532" w="1680">
                  <a:moveTo>
                    <a:pt x="840" y="0"/>
                  </a:moveTo>
                  <a:cubicBezTo>
                    <a:pt x="731" y="0"/>
                    <a:pt x="621" y="74"/>
                    <a:pt x="621" y="222"/>
                  </a:cubicBezTo>
                  <a:lnTo>
                    <a:pt x="621" y="546"/>
                  </a:lnTo>
                  <a:lnTo>
                    <a:pt x="297" y="546"/>
                  </a:lnTo>
                  <a:cubicBezTo>
                    <a:pt x="1" y="546"/>
                    <a:pt x="1" y="985"/>
                    <a:pt x="297" y="985"/>
                  </a:cubicBezTo>
                  <a:lnTo>
                    <a:pt x="621" y="985"/>
                  </a:lnTo>
                  <a:lnTo>
                    <a:pt x="621" y="1309"/>
                  </a:lnTo>
                  <a:cubicBezTo>
                    <a:pt x="621" y="1457"/>
                    <a:pt x="731" y="1531"/>
                    <a:pt x="840" y="1531"/>
                  </a:cubicBezTo>
                  <a:cubicBezTo>
                    <a:pt x="950" y="1531"/>
                    <a:pt x="1060" y="1457"/>
                    <a:pt x="1060" y="1309"/>
                  </a:cubicBezTo>
                  <a:lnTo>
                    <a:pt x="1060" y="985"/>
                  </a:lnTo>
                  <a:lnTo>
                    <a:pt x="1384" y="985"/>
                  </a:lnTo>
                  <a:cubicBezTo>
                    <a:pt x="1680" y="985"/>
                    <a:pt x="1680" y="546"/>
                    <a:pt x="1384" y="546"/>
                  </a:cubicBezTo>
                  <a:lnTo>
                    <a:pt x="1060" y="546"/>
                  </a:lnTo>
                  <a:lnTo>
                    <a:pt x="1060" y="222"/>
                  </a:lnTo>
                  <a:cubicBezTo>
                    <a:pt x="1060" y="74"/>
                    <a:pt x="950" y="0"/>
                    <a:pt x="840" y="0"/>
                  </a:cubicBezTo>
                  <a:close/>
                </a:path>
              </a:pathLst>
            </a:custGeom>
            <a:solidFill>
              <a:srgbClr val="ACB9C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483" name="Google Shape;16483;p44"/>
            <p:cNvSpPr/>
            <p:nvPr/>
          </p:nvSpPr>
          <p:spPr>
            <a:xfrm>
              <a:off x="7644794" y="4588560"/>
              <a:ext cx="57214" cy="34250"/>
            </a:xfrm>
            <a:custGeom>
              <a:rect b="b" l="l" r="r" t="t"/>
              <a:pathLst>
                <a:path extrusionOk="0" h="1308" w="2185">
                  <a:moveTo>
                    <a:pt x="220" y="1"/>
                  </a:moveTo>
                  <a:cubicBezTo>
                    <a:pt x="96" y="1"/>
                    <a:pt x="0" y="96"/>
                    <a:pt x="0" y="211"/>
                  </a:cubicBezTo>
                  <a:lnTo>
                    <a:pt x="0" y="1088"/>
                  </a:lnTo>
                  <a:cubicBezTo>
                    <a:pt x="0" y="1212"/>
                    <a:pt x="96" y="1308"/>
                    <a:pt x="220" y="1308"/>
                  </a:cubicBezTo>
                  <a:lnTo>
                    <a:pt x="1965" y="1308"/>
                  </a:lnTo>
                  <a:cubicBezTo>
                    <a:pt x="2089" y="1308"/>
                    <a:pt x="2185" y="1212"/>
                    <a:pt x="2185" y="1088"/>
                  </a:cubicBezTo>
                  <a:lnTo>
                    <a:pt x="2185" y="211"/>
                  </a:lnTo>
                  <a:cubicBezTo>
                    <a:pt x="2185" y="96"/>
                    <a:pt x="2089" y="1"/>
                    <a:pt x="1965" y="1"/>
                  </a:cubicBezTo>
                  <a:close/>
                </a:path>
              </a:pathLst>
            </a:custGeom>
            <a:solidFill>
              <a:srgbClr val="ACB9C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484" name="Google Shape;16484;p44"/>
            <p:cNvSpPr/>
            <p:nvPr/>
          </p:nvSpPr>
          <p:spPr>
            <a:xfrm>
              <a:off x="7667653" y="4571278"/>
              <a:ext cx="11390" cy="28568"/>
            </a:xfrm>
            <a:custGeom>
              <a:rect b="b" l="l" r="r" t="t"/>
              <a:pathLst>
                <a:path extrusionOk="0" h="1091" w="435">
                  <a:moveTo>
                    <a:pt x="216" y="0"/>
                  </a:moveTo>
                  <a:cubicBezTo>
                    <a:pt x="107" y="0"/>
                    <a:pt x="0" y="74"/>
                    <a:pt x="5" y="222"/>
                  </a:cubicBezTo>
                  <a:lnTo>
                    <a:pt x="5" y="871"/>
                  </a:lnTo>
                  <a:cubicBezTo>
                    <a:pt x="5" y="995"/>
                    <a:pt x="100" y="1090"/>
                    <a:pt x="215" y="1090"/>
                  </a:cubicBezTo>
                  <a:cubicBezTo>
                    <a:pt x="339" y="1090"/>
                    <a:pt x="434" y="995"/>
                    <a:pt x="434" y="871"/>
                  </a:cubicBezTo>
                  <a:lnTo>
                    <a:pt x="434" y="222"/>
                  </a:lnTo>
                  <a:cubicBezTo>
                    <a:pt x="434" y="74"/>
                    <a:pt x="324" y="0"/>
                    <a:pt x="216" y="0"/>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485" name="Google Shape;16485;p44"/>
            <p:cNvSpPr/>
            <p:nvPr/>
          </p:nvSpPr>
          <p:spPr>
            <a:xfrm>
              <a:off x="7707743" y="4388350"/>
              <a:ext cx="11521" cy="17151"/>
            </a:xfrm>
            <a:custGeom>
              <a:rect b="b" l="l" r="r" t="t"/>
              <a:pathLst>
                <a:path extrusionOk="0" h="655" w="440">
                  <a:moveTo>
                    <a:pt x="220" y="1"/>
                  </a:moveTo>
                  <a:cubicBezTo>
                    <a:pt x="110" y="1"/>
                    <a:pt x="0" y="72"/>
                    <a:pt x="0" y="215"/>
                  </a:cubicBezTo>
                  <a:lnTo>
                    <a:pt x="0" y="435"/>
                  </a:lnTo>
                  <a:cubicBezTo>
                    <a:pt x="0" y="559"/>
                    <a:pt x="96" y="654"/>
                    <a:pt x="220" y="654"/>
                  </a:cubicBezTo>
                  <a:cubicBezTo>
                    <a:pt x="334" y="654"/>
                    <a:pt x="439" y="559"/>
                    <a:pt x="439" y="435"/>
                  </a:cubicBezTo>
                  <a:lnTo>
                    <a:pt x="439" y="215"/>
                  </a:lnTo>
                  <a:cubicBezTo>
                    <a:pt x="439" y="72"/>
                    <a:pt x="329" y="1"/>
                    <a:pt x="220" y="1"/>
                  </a:cubicBezTo>
                  <a:close/>
                </a:path>
              </a:pathLst>
            </a:custGeom>
            <a:solidFill>
              <a:srgbClr val="576D8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486" name="Google Shape;16486;p44"/>
            <p:cNvSpPr/>
            <p:nvPr/>
          </p:nvSpPr>
          <p:spPr>
            <a:xfrm>
              <a:off x="7776426" y="4388350"/>
              <a:ext cx="11286" cy="17151"/>
            </a:xfrm>
            <a:custGeom>
              <a:rect b="b" l="l" r="r" t="t"/>
              <a:pathLst>
                <a:path extrusionOk="0" h="655" w="431">
                  <a:moveTo>
                    <a:pt x="215" y="1"/>
                  </a:moveTo>
                  <a:cubicBezTo>
                    <a:pt x="108" y="1"/>
                    <a:pt x="1" y="72"/>
                    <a:pt x="1" y="215"/>
                  </a:cubicBezTo>
                  <a:lnTo>
                    <a:pt x="1" y="435"/>
                  </a:lnTo>
                  <a:cubicBezTo>
                    <a:pt x="1" y="559"/>
                    <a:pt x="96" y="654"/>
                    <a:pt x="220" y="654"/>
                  </a:cubicBezTo>
                  <a:cubicBezTo>
                    <a:pt x="335" y="654"/>
                    <a:pt x="430" y="559"/>
                    <a:pt x="430" y="435"/>
                  </a:cubicBezTo>
                  <a:lnTo>
                    <a:pt x="430" y="215"/>
                  </a:lnTo>
                  <a:cubicBezTo>
                    <a:pt x="430" y="72"/>
                    <a:pt x="323" y="1"/>
                    <a:pt x="215" y="1"/>
                  </a:cubicBezTo>
                  <a:close/>
                </a:path>
              </a:pathLst>
            </a:custGeom>
            <a:solidFill>
              <a:srgbClr val="576D8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487" name="Google Shape;16487;p44"/>
            <p:cNvSpPr/>
            <p:nvPr/>
          </p:nvSpPr>
          <p:spPr>
            <a:xfrm>
              <a:off x="7721987" y="4425454"/>
              <a:ext cx="51480" cy="22886"/>
            </a:xfrm>
            <a:custGeom>
              <a:rect b="b" l="l" r="r" t="t"/>
              <a:pathLst>
                <a:path extrusionOk="0" h="874" w="1966">
                  <a:moveTo>
                    <a:pt x="229" y="0"/>
                  </a:moveTo>
                  <a:cubicBezTo>
                    <a:pt x="95" y="0"/>
                    <a:pt x="0" y="134"/>
                    <a:pt x="38" y="258"/>
                  </a:cubicBezTo>
                  <a:cubicBezTo>
                    <a:pt x="219" y="668"/>
                    <a:pt x="601" y="873"/>
                    <a:pt x="981" y="873"/>
                  </a:cubicBezTo>
                  <a:cubicBezTo>
                    <a:pt x="1362" y="873"/>
                    <a:pt x="1741" y="668"/>
                    <a:pt x="1918" y="258"/>
                  </a:cubicBezTo>
                  <a:cubicBezTo>
                    <a:pt x="1965" y="134"/>
                    <a:pt x="1870" y="0"/>
                    <a:pt x="1736" y="0"/>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488" name="Google Shape;16488;p44"/>
            <p:cNvSpPr/>
            <p:nvPr/>
          </p:nvSpPr>
          <p:spPr>
            <a:xfrm>
              <a:off x="7650528" y="4268056"/>
              <a:ext cx="194371" cy="108956"/>
            </a:xfrm>
            <a:custGeom>
              <a:rect b="b" l="l" r="r" t="t"/>
              <a:pathLst>
                <a:path extrusionOk="0" h="4161" w="7423">
                  <a:moveTo>
                    <a:pt x="3711" y="0"/>
                  </a:moveTo>
                  <a:cubicBezTo>
                    <a:pt x="3689" y="0"/>
                    <a:pt x="3667" y="1"/>
                    <a:pt x="3645" y="1"/>
                  </a:cubicBezTo>
                  <a:cubicBezTo>
                    <a:pt x="1622" y="39"/>
                    <a:pt x="1" y="1690"/>
                    <a:pt x="1" y="3712"/>
                  </a:cubicBezTo>
                  <a:lnTo>
                    <a:pt x="1" y="3855"/>
                  </a:lnTo>
                  <a:cubicBezTo>
                    <a:pt x="468" y="3674"/>
                    <a:pt x="1594" y="3216"/>
                    <a:pt x="2452" y="2529"/>
                  </a:cubicBezTo>
                  <a:cubicBezTo>
                    <a:pt x="2568" y="2437"/>
                    <a:pt x="2709" y="2392"/>
                    <a:pt x="2850" y="2392"/>
                  </a:cubicBezTo>
                  <a:cubicBezTo>
                    <a:pt x="2988" y="2392"/>
                    <a:pt x="3127" y="2435"/>
                    <a:pt x="3244" y="2520"/>
                  </a:cubicBezTo>
                  <a:cubicBezTo>
                    <a:pt x="3874" y="2997"/>
                    <a:pt x="5267" y="3846"/>
                    <a:pt x="7423" y="4160"/>
                  </a:cubicBezTo>
                  <a:lnTo>
                    <a:pt x="7423" y="3817"/>
                  </a:lnTo>
                  <a:cubicBezTo>
                    <a:pt x="7423" y="1759"/>
                    <a:pt x="5760" y="0"/>
                    <a:pt x="3711" y="0"/>
                  </a:cubicBezTo>
                  <a:close/>
                </a:path>
              </a:pathLst>
            </a:custGeom>
            <a:solidFill>
              <a:srgbClr val="39516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489" name="Google Shape;16489;p44"/>
            <p:cNvSpPr/>
            <p:nvPr/>
          </p:nvSpPr>
          <p:spPr>
            <a:xfrm>
              <a:off x="7747701" y="4492147"/>
              <a:ext cx="65724" cy="130663"/>
            </a:xfrm>
            <a:custGeom>
              <a:rect b="b" l="l" r="r" t="t"/>
              <a:pathLst>
                <a:path extrusionOk="0" h="4990" w="2510">
                  <a:moveTo>
                    <a:pt x="1308" y="0"/>
                  </a:moveTo>
                  <a:lnTo>
                    <a:pt x="1" y="4990"/>
                  </a:lnTo>
                  <a:lnTo>
                    <a:pt x="1088" y="4990"/>
                  </a:lnTo>
                  <a:lnTo>
                    <a:pt x="2300" y="2366"/>
                  </a:lnTo>
                  <a:cubicBezTo>
                    <a:pt x="2367" y="2223"/>
                    <a:pt x="2348" y="2061"/>
                    <a:pt x="2271" y="1937"/>
                  </a:cubicBezTo>
                  <a:lnTo>
                    <a:pt x="1966" y="1489"/>
                  </a:lnTo>
                  <a:lnTo>
                    <a:pt x="2395" y="916"/>
                  </a:lnTo>
                  <a:cubicBezTo>
                    <a:pt x="2510" y="764"/>
                    <a:pt x="2452" y="544"/>
                    <a:pt x="2281" y="458"/>
                  </a:cubicBezTo>
                  <a:lnTo>
                    <a:pt x="1308" y="0"/>
                  </a:lnTo>
                  <a:close/>
                </a:path>
              </a:pathLst>
            </a:custGeom>
            <a:solidFill>
              <a:srgbClr val="ECF0F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490" name="Google Shape;16490;p44"/>
            <p:cNvSpPr/>
            <p:nvPr/>
          </p:nvSpPr>
          <p:spPr>
            <a:xfrm>
              <a:off x="7682003" y="4492147"/>
              <a:ext cx="65724" cy="130663"/>
            </a:xfrm>
            <a:custGeom>
              <a:rect b="b" l="l" r="r" t="t"/>
              <a:pathLst>
                <a:path extrusionOk="0" h="4990" w="2510">
                  <a:moveTo>
                    <a:pt x="1203" y="0"/>
                  </a:moveTo>
                  <a:lnTo>
                    <a:pt x="230" y="458"/>
                  </a:lnTo>
                  <a:cubicBezTo>
                    <a:pt x="58" y="544"/>
                    <a:pt x="1" y="764"/>
                    <a:pt x="115" y="916"/>
                  </a:cubicBezTo>
                  <a:lnTo>
                    <a:pt x="544" y="1489"/>
                  </a:lnTo>
                  <a:lnTo>
                    <a:pt x="239" y="1937"/>
                  </a:lnTo>
                  <a:cubicBezTo>
                    <a:pt x="153" y="2071"/>
                    <a:pt x="144" y="2233"/>
                    <a:pt x="211" y="2366"/>
                  </a:cubicBezTo>
                  <a:lnTo>
                    <a:pt x="1422" y="4990"/>
                  </a:lnTo>
                  <a:lnTo>
                    <a:pt x="2510" y="4990"/>
                  </a:lnTo>
                  <a:lnTo>
                    <a:pt x="1203" y="0"/>
                  </a:lnTo>
                  <a:close/>
                </a:path>
              </a:pathLst>
            </a:custGeom>
            <a:solidFill>
              <a:srgbClr val="ECF0F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491" name="Google Shape;16491;p44"/>
            <p:cNvSpPr/>
            <p:nvPr/>
          </p:nvSpPr>
          <p:spPr>
            <a:xfrm>
              <a:off x="7715231" y="4268082"/>
              <a:ext cx="129668" cy="92931"/>
            </a:xfrm>
            <a:custGeom>
              <a:rect b="b" l="l" r="r" t="t"/>
              <a:pathLst>
                <a:path extrusionOk="0" h="3549" w="4952">
                  <a:moveTo>
                    <a:pt x="1248" y="1"/>
                  </a:moveTo>
                  <a:cubicBezTo>
                    <a:pt x="837" y="1"/>
                    <a:pt x="417" y="71"/>
                    <a:pt x="0" y="220"/>
                  </a:cubicBezTo>
                  <a:cubicBezTo>
                    <a:pt x="859" y="1336"/>
                    <a:pt x="2509" y="2986"/>
                    <a:pt x="4952" y="3549"/>
                  </a:cubicBezTo>
                  <a:cubicBezTo>
                    <a:pt x="4858" y="1501"/>
                    <a:pt x="3156" y="1"/>
                    <a:pt x="1248" y="1"/>
                  </a:cubicBezTo>
                  <a:close/>
                </a:path>
              </a:pathLst>
            </a:custGeom>
            <a:solidFill>
              <a:srgbClr val="788A9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492" name="Google Shape;16492;p44"/>
            <p:cNvSpPr/>
            <p:nvPr/>
          </p:nvSpPr>
          <p:spPr>
            <a:xfrm>
              <a:off x="7644794" y="4605554"/>
              <a:ext cx="57214" cy="17256"/>
            </a:xfrm>
            <a:custGeom>
              <a:rect b="b" l="l" r="r" t="t"/>
              <a:pathLst>
                <a:path extrusionOk="0" h="659" w="2185">
                  <a:moveTo>
                    <a:pt x="0" y="0"/>
                  </a:moveTo>
                  <a:lnTo>
                    <a:pt x="0" y="439"/>
                  </a:lnTo>
                  <a:cubicBezTo>
                    <a:pt x="0" y="563"/>
                    <a:pt x="96" y="659"/>
                    <a:pt x="220" y="659"/>
                  </a:cubicBezTo>
                  <a:lnTo>
                    <a:pt x="1965" y="659"/>
                  </a:lnTo>
                  <a:cubicBezTo>
                    <a:pt x="2089" y="659"/>
                    <a:pt x="2185" y="563"/>
                    <a:pt x="2185" y="439"/>
                  </a:cubicBezTo>
                  <a:lnTo>
                    <a:pt x="2185" y="0"/>
                  </a:lnTo>
                  <a:cubicBezTo>
                    <a:pt x="2185" y="125"/>
                    <a:pt x="2089" y="220"/>
                    <a:pt x="1965" y="220"/>
                  </a:cubicBezTo>
                  <a:lnTo>
                    <a:pt x="220" y="220"/>
                  </a:lnTo>
                  <a:cubicBezTo>
                    <a:pt x="96" y="220"/>
                    <a:pt x="0" y="125"/>
                    <a:pt x="0" y="0"/>
                  </a:cubicBezTo>
                  <a:close/>
                </a:path>
              </a:pathLst>
            </a:custGeom>
            <a:solidFill>
              <a:srgbClr val="899CA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6493" name="Google Shape;16493;p44"/>
          <p:cNvGrpSpPr/>
          <p:nvPr/>
        </p:nvGrpSpPr>
        <p:grpSpPr>
          <a:xfrm>
            <a:off x="7164404" y="4115918"/>
            <a:ext cx="263317" cy="354493"/>
            <a:chOff x="7164404" y="4268318"/>
            <a:chExt cx="263317" cy="354493"/>
          </a:xfrm>
        </p:grpSpPr>
        <p:sp>
          <p:nvSpPr>
            <p:cNvPr id="16494" name="Google Shape;16494;p44"/>
            <p:cNvSpPr/>
            <p:nvPr/>
          </p:nvSpPr>
          <p:spPr>
            <a:xfrm>
              <a:off x="7170898" y="4268318"/>
              <a:ext cx="250590" cy="280049"/>
            </a:xfrm>
            <a:custGeom>
              <a:rect b="b" l="l" r="r" t="t"/>
              <a:pathLst>
                <a:path extrusionOk="0" h="10695" w="9570">
                  <a:moveTo>
                    <a:pt x="4780" y="1"/>
                  </a:moveTo>
                  <a:cubicBezTo>
                    <a:pt x="3016" y="1"/>
                    <a:pt x="1499" y="1260"/>
                    <a:pt x="1193" y="3006"/>
                  </a:cubicBezTo>
                  <a:lnTo>
                    <a:pt x="30" y="9531"/>
                  </a:lnTo>
                  <a:cubicBezTo>
                    <a:pt x="1" y="9703"/>
                    <a:pt x="77" y="9884"/>
                    <a:pt x="239" y="9979"/>
                  </a:cubicBezTo>
                  <a:lnTo>
                    <a:pt x="1508" y="10695"/>
                  </a:lnTo>
                  <a:lnTo>
                    <a:pt x="8062" y="10695"/>
                  </a:lnTo>
                  <a:lnTo>
                    <a:pt x="9341" y="9979"/>
                  </a:lnTo>
                  <a:cubicBezTo>
                    <a:pt x="9493" y="9884"/>
                    <a:pt x="9570" y="9703"/>
                    <a:pt x="9531" y="9531"/>
                  </a:cubicBezTo>
                  <a:lnTo>
                    <a:pt x="8377" y="3006"/>
                  </a:lnTo>
                  <a:cubicBezTo>
                    <a:pt x="8062" y="1260"/>
                    <a:pt x="6555" y="1"/>
                    <a:pt x="4780" y="1"/>
                  </a:cubicBezTo>
                  <a:close/>
                </a:path>
              </a:pathLst>
            </a:custGeom>
            <a:solidFill>
              <a:srgbClr val="39516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495" name="Google Shape;16495;p44"/>
            <p:cNvSpPr/>
            <p:nvPr/>
          </p:nvSpPr>
          <p:spPr>
            <a:xfrm>
              <a:off x="7164404" y="4474158"/>
              <a:ext cx="263316" cy="148652"/>
            </a:xfrm>
            <a:custGeom>
              <a:rect b="b" l="l" r="r" t="t"/>
              <a:pathLst>
                <a:path extrusionOk="0" h="5677" w="10056">
                  <a:moveTo>
                    <a:pt x="3712" y="1"/>
                  </a:moveTo>
                  <a:lnTo>
                    <a:pt x="3712" y="1126"/>
                  </a:lnTo>
                  <a:cubicBezTo>
                    <a:pt x="3712" y="1498"/>
                    <a:pt x="3483" y="1823"/>
                    <a:pt x="3130" y="1947"/>
                  </a:cubicBezTo>
                  <a:lnTo>
                    <a:pt x="879" y="2748"/>
                  </a:lnTo>
                  <a:cubicBezTo>
                    <a:pt x="354" y="2929"/>
                    <a:pt x="1" y="3425"/>
                    <a:pt x="1" y="3979"/>
                  </a:cubicBezTo>
                  <a:lnTo>
                    <a:pt x="1" y="5018"/>
                  </a:lnTo>
                  <a:cubicBezTo>
                    <a:pt x="1" y="5381"/>
                    <a:pt x="297" y="5677"/>
                    <a:pt x="659" y="5677"/>
                  </a:cubicBezTo>
                  <a:lnTo>
                    <a:pt x="9398" y="5677"/>
                  </a:lnTo>
                  <a:cubicBezTo>
                    <a:pt x="9760" y="5677"/>
                    <a:pt x="10056" y="5381"/>
                    <a:pt x="10056" y="5018"/>
                  </a:cubicBezTo>
                  <a:lnTo>
                    <a:pt x="10056" y="3979"/>
                  </a:lnTo>
                  <a:cubicBezTo>
                    <a:pt x="10056" y="3425"/>
                    <a:pt x="9703" y="2929"/>
                    <a:pt x="9178" y="2748"/>
                  </a:cubicBezTo>
                  <a:lnTo>
                    <a:pt x="6927" y="1947"/>
                  </a:lnTo>
                  <a:cubicBezTo>
                    <a:pt x="6574" y="1823"/>
                    <a:pt x="6345" y="1498"/>
                    <a:pt x="6335" y="1126"/>
                  </a:cubicBezTo>
                  <a:lnTo>
                    <a:pt x="6335" y="1"/>
                  </a:lnTo>
                  <a:close/>
                </a:path>
              </a:pathLst>
            </a:custGeom>
            <a:solidFill>
              <a:srgbClr val="E7E9E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496" name="Google Shape;16496;p44"/>
            <p:cNvSpPr/>
            <p:nvPr/>
          </p:nvSpPr>
          <p:spPr>
            <a:xfrm>
              <a:off x="7164666" y="4547607"/>
              <a:ext cx="263055" cy="75203"/>
            </a:xfrm>
            <a:custGeom>
              <a:rect b="b" l="l" r="r" t="t"/>
              <a:pathLst>
                <a:path extrusionOk="0" h="2872" w="10046">
                  <a:moveTo>
                    <a:pt x="745" y="0"/>
                  </a:moveTo>
                  <a:cubicBezTo>
                    <a:pt x="287" y="210"/>
                    <a:pt x="0" y="668"/>
                    <a:pt x="0" y="1183"/>
                  </a:cubicBezTo>
                  <a:lnTo>
                    <a:pt x="0" y="2213"/>
                  </a:lnTo>
                  <a:cubicBezTo>
                    <a:pt x="0" y="2576"/>
                    <a:pt x="287" y="2872"/>
                    <a:pt x="649" y="2872"/>
                  </a:cubicBezTo>
                  <a:lnTo>
                    <a:pt x="9388" y="2872"/>
                  </a:lnTo>
                  <a:cubicBezTo>
                    <a:pt x="9750" y="2872"/>
                    <a:pt x="10046" y="2576"/>
                    <a:pt x="10046" y="2213"/>
                  </a:cubicBezTo>
                  <a:lnTo>
                    <a:pt x="10046" y="1183"/>
                  </a:lnTo>
                  <a:cubicBezTo>
                    <a:pt x="10046" y="668"/>
                    <a:pt x="9750" y="210"/>
                    <a:pt x="9292" y="0"/>
                  </a:cubicBezTo>
                  <a:cubicBezTo>
                    <a:pt x="8405" y="802"/>
                    <a:pt x="6822" y="1345"/>
                    <a:pt x="5018" y="1345"/>
                  </a:cubicBezTo>
                  <a:cubicBezTo>
                    <a:pt x="3215" y="1345"/>
                    <a:pt x="1632" y="802"/>
                    <a:pt x="745" y="0"/>
                  </a:cubicBezTo>
                  <a:close/>
                </a:path>
              </a:pathLst>
            </a:custGeom>
            <a:solidFill>
              <a:srgbClr val="39516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497" name="Google Shape;16497;p44"/>
            <p:cNvSpPr/>
            <p:nvPr/>
          </p:nvSpPr>
          <p:spPr>
            <a:xfrm>
              <a:off x="7175166" y="4547607"/>
              <a:ext cx="242080" cy="46740"/>
            </a:xfrm>
            <a:custGeom>
              <a:rect b="b" l="l" r="r" t="t"/>
              <a:pathLst>
                <a:path extrusionOk="0" h="1785" w="9245">
                  <a:moveTo>
                    <a:pt x="344" y="0"/>
                  </a:moveTo>
                  <a:cubicBezTo>
                    <a:pt x="220" y="57"/>
                    <a:pt x="96" y="143"/>
                    <a:pt x="0" y="239"/>
                  </a:cubicBezTo>
                  <a:cubicBezTo>
                    <a:pt x="868" y="1164"/>
                    <a:pt x="2595" y="1784"/>
                    <a:pt x="4617" y="1784"/>
                  </a:cubicBezTo>
                  <a:cubicBezTo>
                    <a:pt x="6649" y="1784"/>
                    <a:pt x="8367" y="1164"/>
                    <a:pt x="9244" y="239"/>
                  </a:cubicBezTo>
                  <a:cubicBezTo>
                    <a:pt x="9139" y="143"/>
                    <a:pt x="9025" y="57"/>
                    <a:pt x="8891" y="0"/>
                  </a:cubicBezTo>
                  <a:cubicBezTo>
                    <a:pt x="8004" y="802"/>
                    <a:pt x="6421" y="1345"/>
                    <a:pt x="4617" y="1345"/>
                  </a:cubicBezTo>
                  <a:cubicBezTo>
                    <a:pt x="2814" y="1345"/>
                    <a:pt x="1231" y="802"/>
                    <a:pt x="344" y="0"/>
                  </a:cubicBezTo>
                  <a:close/>
                </a:path>
              </a:pathLst>
            </a:custGeom>
            <a:solidFill>
              <a:srgbClr val="576D8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498" name="Google Shape;16498;p44"/>
            <p:cNvSpPr/>
            <p:nvPr/>
          </p:nvSpPr>
          <p:spPr>
            <a:xfrm>
              <a:off x="7261838" y="4474158"/>
              <a:ext cx="68709" cy="22833"/>
            </a:xfrm>
            <a:custGeom>
              <a:rect b="b" l="l" r="r" t="t"/>
              <a:pathLst>
                <a:path extrusionOk="0" h="872" w="2624">
                  <a:moveTo>
                    <a:pt x="0" y="1"/>
                  </a:moveTo>
                  <a:lnTo>
                    <a:pt x="0" y="592"/>
                  </a:lnTo>
                  <a:cubicBezTo>
                    <a:pt x="415" y="778"/>
                    <a:pt x="861" y="871"/>
                    <a:pt x="1309" y="871"/>
                  </a:cubicBezTo>
                  <a:cubicBezTo>
                    <a:pt x="1756" y="871"/>
                    <a:pt x="2204" y="778"/>
                    <a:pt x="2624" y="592"/>
                  </a:cubicBezTo>
                  <a:lnTo>
                    <a:pt x="2624" y="1"/>
                  </a:lnTo>
                  <a:close/>
                </a:path>
              </a:pathLst>
            </a:custGeom>
            <a:solidFill>
              <a:srgbClr val="ECF0F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499" name="Google Shape;16499;p44"/>
            <p:cNvSpPr/>
            <p:nvPr/>
          </p:nvSpPr>
          <p:spPr>
            <a:xfrm>
              <a:off x="7221618" y="4291046"/>
              <a:ext cx="148914" cy="194371"/>
            </a:xfrm>
            <a:custGeom>
              <a:rect b="b" l="l" r="r" t="t"/>
              <a:pathLst>
                <a:path extrusionOk="0" h="7423" w="5687">
                  <a:moveTo>
                    <a:pt x="2843" y="1"/>
                  </a:moveTo>
                  <a:cubicBezTo>
                    <a:pt x="1460" y="1"/>
                    <a:pt x="277" y="1002"/>
                    <a:pt x="48" y="2367"/>
                  </a:cubicBezTo>
                  <a:cubicBezTo>
                    <a:pt x="20" y="2538"/>
                    <a:pt x="1" y="2710"/>
                    <a:pt x="10" y="2872"/>
                  </a:cubicBezTo>
                  <a:lnTo>
                    <a:pt x="10" y="4589"/>
                  </a:lnTo>
                  <a:cubicBezTo>
                    <a:pt x="10" y="6154"/>
                    <a:pt x="1279" y="7423"/>
                    <a:pt x="2843" y="7423"/>
                  </a:cubicBezTo>
                  <a:cubicBezTo>
                    <a:pt x="4408" y="7423"/>
                    <a:pt x="5686" y="6154"/>
                    <a:pt x="5686" y="4580"/>
                  </a:cubicBezTo>
                  <a:lnTo>
                    <a:pt x="5686" y="2872"/>
                  </a:lnTo>
                  <a:cubicBezTo>
                    <a:pt x="5686" y="2710"/>
                    <a:pt x="5667" y="2538"/>
                    <a:pt x="5639" y="2367"/>
                  </a:cubicBezTo>
                  <a:cubicBezTo>
                    <a:pt x="5410" y="1002"/>
                    <a:pt x="4227" y="1"/>
                    <a:pt x="2843" y="1"/>
                  </a:cubicBezTo>
                  <a:close/>
                </a:path>
              </a:pathLst>
            </a:custGeom>
            <a:solidFill>
              <a:srgbClr val="ECF0F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500" name="Google Shape;16500;p44"/>
            <p:cNvSpPr/>
            <p:nvPr/>
          </p:nvSpPr>
          <p:spPr>
            <a:xfrm>
              <a:off x="7221382" y="4291046"/>
              <a:ext cx="148888" cy="194397"/>
            </a:xfrm>
            <a:custGeom>
              <a:rect b="b" l="l" r="r" t="t"/>
              <a:pathLst>
                <a:path extrusionOk="0" h="7424" w="5686">
                  <a:moveTo>
                    <a:pt x="2850" y="0"/>
                  </a:moveTo>
                  <a:cubicBezTo>
                    <a:pt x="1511" y="0"/>
                    <a:pt x="349" y="946"/>
                    <a:pt x="76" y="2262"/>
                  </a:cubicBezTo>
                  <a:cubicBezTo>
                    <a:pt x="38" y="2462"/>
                    <a:pt x="10" y="2672"/>
                    <a:pt x="10" y="2872"/>
                  </a:cubicBezTo>
                  <a:lnTo>
                    <a:pt x="10" y="3044"/>
                  </a:lnTo>
                  <a:lnTo>
                    <a:pt x="10" y="4589"/>
                  </a:lnTo>
                  <a:cubicBezTo>
                    <a:pt x="1" y="6176"/>
                    <a:pt x="1292" y="7423"/>
                    <a:pt x="2823" y="7423"/>
                  </a:cubicBezTo>
                  <a:cubicBezTo>
                    <a:pt x="2977" y="7423"/>
                    <a:pt x="3134" y="7411"/>
                    <a:pt x="3291" y="7385"/>
                  </a:cubicBezTo>
                  <a:cubicBezTo>
                    <a:pt x="1908" y="7175"/>
                    <a:pt x="887" y="5982"/>
                    <a:pt x="887" y="4589"/>
                  </a:cubicBezTo>
                  <a:lnTo>
                    <a:pt x="887" y="3378"/>
                  </a:lnTo>
                  <a:cubicBezTo>
                    <a:pt x="887" y="2949"/>
                    <a:pt x="1193" y="2586"/>
                    <a:pt x="1612" y="2519"/>
                  </a:cubicBezTo>
                  <a:cubicBezTo>
                    <a:pt x="2022" y="2443"/>
                    <a:pt x="2442" y="2405"/>
                    <a:pt x="2852" y="2405"/>
                  </a:cubicBezTo>
                  <a:cubicBezTo>
                    <a:pt x="3835" y="2405"/>
                    <a:pt x="4770" y="2596"/>
                    <a:pt x="5476" y="2949"/>
                  </a:cubicBezTo>
                  <a:lnTo>
                    <a:pt x="5686" y="3044"/>
                  </a:lnTo>
                  <a:lnTo>
                    <a:pt x="5686" y="2882"/>
                  </a:lnTo>
                  <a:cubicBezTo>
                    <a:pt x="5686" y="2710"/>
                    <a:pt x="5676" y="2538"/>
                    <a:pt x="5648" y="2367"/>
                  </a:cubicBezTo>
                  <a:cubicBezTo>
                    <a:pt x="5428" y="1022"/>
                    <a:pt x="4274" y="29"/>
                    <a:pt x="2910" y="1"/>
                  </a:cubicBezTo>
                  <a:cubicBezTo>
                    <a:pt x="2890" y="0"/>
                    <a:pt x="2870" y="0"/>
                    <a:pt x="2850" y="0"/>
                  </a:cubicBezTo>
                  <a:close/>
                </a:path>
              </a:pathLst>
            </a:custGeom>
            <a:solidFill>
              <a:srgbClr val="E7ECF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501" name="Google Shape;16501;p44"/>
            <p:cNvSpPr/>
            <p:nvPr/>
          </p:nvSpPr>
          <p:spPr>
            <a:xfrm>
              <a:off x="7270767" y="4433755"/>
              <a:ext cx="50799" cy="17465"/>
            </a:xfrm>
            <a:custGeom>
              <a:rect b="b" l="l" r="r" t="t"/>
              <a:pathLst>
                <a:path extrusionOk="0" h="667" w="1940">
                  <a:moveTo>
                    <a:pt x="321" y="1"/>
                  </a:moveTo>
                  <a:cubicBezTo>
                    <a:pt x="149" y="1"/>
                    <a:pt x="0" y="224"/>
                    <a:pt x="156" y="380"/>
                  </a:cubicBezTo>
                  <a:cubicBezTo>
                    <a:pt x="375" y="562"/>
                    <a:pt x="647" y="666"/>
                    <a:pt x="929" y="666"/>
                  </a:cubicBezTo>
                  <a:cubicBezTo>
                    <a:pt x="942" y="666"/>
                    <a:pt x="954" y="666"/>
                    <a:pt x="966" y="666"/>
                  </a:cubicBezTo>
                  <a:cubicBezTo>
                    <a:pt x="979" y="666"/>
                    <a:pt x="991" y="666"/>
                    <a:pt x="1004" y="666"/>
                  </a:cubicBezTo>
                  <a:cubicBezTo>
                    <a:pt x="1286" y="666"/>
                    <a:pt x="1558" y="562"/>
                    <a:pt x="1777" y="380"/>
                  </a:cubicBezTo>
                  <a:cubicBezTo>
                    <a:pt x="1940" y="224"/>
                    <a:pt x="1788" y="1"/>
                    <a:pt x="1618" y="1"/>
                  </a:cubicBezTo>
                  <a:cubicBezTo>
                    <a:pt x="1568" y="1"/>
                    <a:pt x="1517" y="20"/>
                    <a:pt x="1472" y="65"/>
                  </a:cubicBezTo>
                  <a:cubicBezTo>
                    <a:pt x="1319" y="170"/>
                    <a:pt x="1143" y="222"/>
                    <a:pt x="968" y="222"/>
                  </a:cubicBezTo>
                  <a:cubicBezTo>
                    <a:pt x="792" y="222"/>
                    <a:pt x="618" y="170"/>
                    <a:pt x="470" y="65"/>
                  </a:cubicBezTo>
                  <a:cubicBezTo>
                    <a:pt x="423" y="20"/>
                    <a:pt x="371" y="1"/>
                    <a:pt x="321" y="1"/>
                  </a:cubicBezTo>
                  <a:close/>
                </a:path>
              </a:pathLst>
            </a:custGeom>
            <a:solidFill>
              <a:srgbClr val="DAE2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502" name="Google Shape;16502;p44"/>
            <p:cNvSpPr/>
            <p:nvPr/>
          </p:nvSpPr>
          <p:spPr>
            <a:xfrm>
              <a:off x="7256104" y="4394084"/>
              <a:ext cx="11495" cy="17151"/>
            </a:xfrm>
            <a:custGeom>
              <a:rect b="b" l="l" r="r" t="t"/>
              <a:pathLst>
                <a:path extrusionOk="0" h="655" w="439">
                  <a:moveTo>
                    <a:pt x="219" y="1"/>
                  </a:moveTo>
                  <a:cubicBezTo>
                    <a:pt x="110" y="1"/>
                    <a:pt x="0" y="73"/>
                    <a:pt x="0" y="216"/>
                  </a:cubicBezTo>
                  <a:lnTo>
                    <a:pt x="0" y="435"/>
                  </a:lnTo>
                  <a:cubicBezTo>
                    <a:pt x="0" y="559"/>
                    <a:pt x="95" y="654"/>
                    <a:pt x="219" y="654"/>
                  </a:cubicBezTo>
                  <a:cubicBezTo>
                    <a:pt x="334" y="654"/>
                    <a:pt x="439" y="559"/>
                    <a:pt x="439" y="435"/>
                  </a:cubicBezTo>
                  <a:lnTo>
                    <a:pt x="439" y="216"/>
                  </a:lnTo>
                  <a:cubicBezTo>
                    <a:pt x="439" y="73"/>
                    <a:pt x="329" y="1"/>
                    <a:pt x="219" y="1"/>
                  </a:cubicBezTo>
                  <a:close/>
                </a:path>
              </a:pathLst>
            </a:custGeom>
            <a:solidFill>
              <a:srgbClr val="576D8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503" name="Google Shape;16503;p44"/>
            <p:cNvSpPr/>
            <p:nvPr/>
          </p:nvSpPr>
          <p:spPr>
            <a:xfrm>
              <a:off x="7324787" y="4394084"/>
              <a:ext cx="11260" cy="17151"/>
            </a:xfrm>
            <a:custGeom>
              <a:rect b="b" l="l" r="r" t="t"/>
              <a:pathLst>
                <a:path extrusionOk="0" h="655" w="430">
                  <a:moveTo>
                    <a:pt x="215" y="1"/>
                  </a:moveTo>
                  <a:cubicBezTo>
                    <a:pt x="108" y="1"/>
                    <a:pt x="1" y="73"/>
                    <a:pt x="1" y="216"/>
                  </a:cubicBezTo>
                  <a:lnTo>
                    <a:pt x="1" y="435"/>
                  </a:lnTo>
                  <a:cubicBezTo>
                    <a:pt x="1" y="559"/>
                    <a:pt x="96" y="654"/>
                    <a:pt x="210" y="654"/>
                  </a:cubicBezTo>
                  <a:cubicBezTo>
                    <a:pt x="334" y="654"/>
                    <a:pt x="430" y="559"/>
                    <a:pt x="430" y="435"/>
                  </a:cubicBezTo>
                  <a:lnTo>
                    <a:pt x="430" y="216"/>
                  </a:lnTo>
                  <a:cubicBezTo>
                    <a:pt x="430" y="73"/>
                    <a:pt x="323" y="1"/>
                    <a:pt x="215" y="1"/>
                  </a:cubicBezTo>
                  <a:close/>
                </a:path>
              </a:pathLst>
            </a:custGeom>
            <a:solidFill>
              <a:srgbClr val="576D8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504" name="Google Shape;16504;p44"/>
            <p:cNvSpPr/>
            <p:nvPr/>
          </p:nvSpPr>
          <p:spPr>
            <a:xfrm>
              <a:off x="7248353" y="4376986"/>
              <a:ext cx="26761" cy="11260"/>
            </a:xfrm>
            <a:custGeom>
              <a:rect b="b" l="l" r="r" t="t"/>
              <a:pathLst>
                <a:path extrusionOk="0" h="430" w="1022">
                  <a:moveTo>
                    <a:pt x="744" y="0"/>
                  </a:moveTo>
                  <a:cubicBezTo>
                    <a:pt x="741" y="0"/>
                    <a:pt x="738" y="0"/>
                    <a:pt x="735" y="0"/>
                  </a:cubicBezTo>
                  <a:lnTo>
                    <a:pt x="296" y="0"/>
                  </a:lnTo>
                  <a:cubicBezTo>
                    <a:pt x="0" y="0"/>
                    <a:pt x="0" y="430"/>
                    <a:pt x="296" y="430"/>
                  </a:cubicBezTo>
                  <a:lnTo>
                    <a:pt x="735" y="430"/>
                  </a:lnTo>
                  <a:cubicBezTo>
                    <a:pt x="1018" y="430"/>
                    <a:pt x="1021" y="0"/>
                    <a:pt x="744" y="0"/>
                  </a:cubicBezTo>
                  <a:close/>
                </a:path>
              </a:pathLst>
            </a:custGeom>
            <a:solidFill>
              <a:srgbClr val="D4DDE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505" name="Google Shape;16505;p44"/>
            <p:cNvSpPr/>
            <p:nvPr/>
          </p:nvSpPr>
          <p:spPr>
            <a:xfrm>
              <a:off x="7317036" y="4376986"/>
              <a:ext cx="26761" cy="11260"/>
            </a:xfrm>
            <a:custGeom>
              <a:rect b="b" l="l" r="r" t="t"/>
              <a:pathLst>
                <a:path extrusionOk="0" h="430" w="1022">
                  <a:moveTo>
                    <a:pt x="735" y="0"/>
                  </a:moveTo>
                  <a:cubicBezTo>
                    <a:pt x="732" y="0"/>
                    <a:pt x="729" y="0"/>
                    <a:pt x="726" y="0"/>
                  </a:cubicBezTo>
                  <a:lnTo>
                    <a:pt x="297" y="0"/>
                  </a:lnTo>
                  <a:cubicBezTo>
                    <a:pt x="1" y="0"/>
                    <a:pt x="1" y="430"/>
                    <a:pt x="297" y="430"/>
                  </a:cubicBezTo>
                  <a:lnTo>
                    <a:pt x="726" y="430"/>
                  </a:lnTo>
                  <a:cubicBezTo>
                    <a:pt x="1018" y="430"/>
                    <a:pt x="1022" y="0"/>
                    <a:pt x="735" y="0"/>
                  </a:cubicBezTo>
                  <a:close/>
                </a:path>
              </a:pathLst>
            </a:custGeom>
            <a:solidFill>
              <a:srgbClr val="D4DDE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506" name="Google Shape;16506;p44"/>
            <p:cNvSpPr/>
            <p:nvPr/>
          </p:nvSpPr>
          <p:spPr>
            <a:xfrm>
              <a:off x="7266840" y="4580836"/>
              <a:ext cx="23750" cy="41975"/>
            </a:xfrm>
            <a:custGeom>
              <a:rect b="b" l="l" r="r" t="t"/>
              <a:pathLst>
                <a:path extrusionOk="0" h="1603" w="907">
                  <a:moveTo>
                    <a:pt x="0" y="0"/>
                  </a:moveTo>
                  <a:lnTo>
                    <a:pt x="458" y="1603"/>
                  </a:lnTo>
                  <a:lnTo>
                    <a:pt x="907" y="1603"/>
                  </a:lnTo>
                  <a:lnTo>
                    <a:pt x="468" y="57"/>
                  </a:lnTo>
                  <a:cubicBezTo>
                    <a:pt x="306" y="38"/>
                    <a:pt x="153" y="19"/>
                    <a:pt x="0" y="0"/>
                  </a:cubicBez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507" name="Google Shape;16507;p44"/>
            <p:cNvSpPr/>
            <p:nvPr/>
          </p:nvSpPr>
          <p:spPr>
            <a:xfrm>
              <a:off x="7301797" y="4580836"/>
              <a:ext cx="24012" cy="41975"/>
            </a:xfrm>
            <a:custGeom>
              <a:rect b="b" l="l" r="r" t="t"/>
              <a:pathLst>
                <a:path extrusionOk="0" h="1603" w="917">
                  <a:moveTo>
                    <a:pt x="917" y="0"/>
                  </a:moveTo>
                  <a:lnTo>
                    <a:pt x="917" y="0"/>
                  </a:lnTo>
                  <a:cubicBezTo>
                    <a:pt x="764" y="19"/>
                    <a:pt x="602" y="38"/>
                    <a:pt x="449" y="57"/>
                  </a:cubicBezTo>
                  <a:lnTo>
                    <a:pt x="1" y="1603"/>
                  </a:lnTo>
                  <a:lnTo>
                    <a:pt x="459" y="1603"/>
                  </a:lnTo>
                  <a:lnTo>
                    <a:pt x="917" y="0"/>
                  </a:ln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508" name="Google Shape;16508;p44"/>
            <p:cNvSpPr/>
            <p:nvPr/>
          </p:nvSpPr>
          <p:spPr>
            <a:xfrm>
              <a:off x="7222377" y="4291046"/>
              <a:ext cx="147657" cy="66719"/>
            </a:xfrm>
            <a:custGeom>
              <a:rect b="b" l="l" r="r" t="t"/>
              <a:pathLst>
                <a:path extrusionOk="0" h="2548" w="5639">
                  <a:moveTo>
                    <a:pt x="2814" y="1"/>
                  </a:moveTo>
                  <a:cubicBezTo>
                    <a:pt x="1431" y="1"/>
                    <a:pt x="248" y="1002"/>
                    <a:pt x="19" y="2367"/>
                  </a:cubicBezTo>
                  <a:cubicBezTo>
                    <a:pt x="10" y="2433"/>
                    <a:pt x="0" y="2491"/>
                    <a:pt x="0" y="2548"/>
                  </a:cubicBezTo>
                  <a:cubicBezTo>
                    <a:pt x="735" y="2195"/>
                    <a:pt x="1727" y="1966"/>
                    <a:pt x="2814" y="1966"/>
                  </a:cubicBezTo>
                  <a:cubicBezTo>
                    <a:pt x="3902" y="1966"/>
                    <a:pt x="4894" y="2185"/>
                    <a:pt x="5638" y="2548"/>
                  </a:cubicBezTo>
                  <a:cubicBezTo>
                    <a:pt x="5629" y="2491"/>
                    <a:pt x="5629" y="2433"/>
                    <a:pt x="5610" y="2367"/>
                  </a:cubicBezTo>
                  <a:cubicBezTo>
                    <a:pt x="5381" y="1002"/>
                    <a:pt x="4198" y="1"/>
                    <a:pt x="2814" y="1"/>
                  </a:cubicBezTo>
                  <a:close/>
                </a:path>
              </a:pathLst>
            </a:custGeom>
            <a:solidFill>
              <a:srgbClr val="DAE2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509" name="Google Shape;16509;p44"/>
            <p:cNvSpPr/>
            <p:nvPr/>
          </p:nvSpPr>
          <p:spPr>
            <a:xfrm>
              <a:off x="7222377" y="4291099"/>
              <a:ext cx="85206" cy="66667"/>
            </a:xfrm>
            <a:custGeom>
              <a:rect b="b" l="l" r="r" t="t"/>
              <a:pathLst>
                <a:path extrusionOk="0" h="2546" w="3254">
                  <a:moveTo>
                    <a:pt x="2799" y="0"/>
                  </a:moveTo>
                  <a:cubicBezTo>
                    <a:pt x="1441" y="0"/>
                    <a:pt x="243" y="981"/>
                    <a:pt x="19" y="2365"/>
                  </a:cubicBezTo>
                  <a:cubicBezTo>
                    <a:pt x="10" y="2431"/>
                    <a:pt x="0" y="2489"/>
                    <a:pt x="0" y="2546"/>
                  </a:cubicBezTo>
                  <a:cubicBezTo>
                    <a:pt x="296" y="2403"/>
                    <a:pt x="601" y="2288"/>
                    <a:pt x="926" y="2202"/>
                  </a:cubicBezTo>
                  <a:cubicBezTo>
                    <a:pt x="1183" y="1077"/>
                    <a:pt x="2108" y="209"/>
                    <a:pt x="3253" y="37"/>
                  </a:cubicBezTo>
                  <a:cubicBezTo>
                    <a:pt x="3101" y="12"/>
                    <a:pt x="2949" y="0"/>
                    <a:pt x="2799" y="0"/>
                  </a:cubicBezTo>
                  <a:close/>
                </a:path>
              </a:pathLst>
            </a:custGeom>
            <a:solidFill>
              <a:srgbClr val="D4DDE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6510" name="Google Shape;16510;p44"/>
          <p:cNvGrpSpPr/>
          <p:nvPr/>
        </p:nvGrpSpPr>
        <p:grpSpPr>
          <a:xfrm>
            <a:off x="5358346" y="2727511"/>
            <a:ext cx="263316" cy="354754"/>
            <a:chOff x="5358346" y="2879911"/>
            <a:chExt cx="263316" cy="354754"/>
          </a:xfrm>
        </p:grpSpPr>
        <p:sp>
          <p:nvSpPr>
            <p:cNvPr id="16511" name="Google Shape;16511;p44"/>
            <p:cNvSpPr/>
            <p:nvPr/>
          </p:nvSpPr>
          <p:spPr>
            <a:xfrm>
              <a:off x="5392805" y="3120237"/>
              <a:ext cx="194371" cy="51480"/>
            </a:xfrm>
            <a:custGeom>
              <a:rect b="b" l="l" r="r" t="t"/>
              <a:pathLst>
                <a:path extrusionOk="0" h="1966" w="7423">
                  <a:moveTo>
                    <a:pt x="869" y="0"/>
                  </a:moveTo>
                  <a:cubicBezTo>
                    <a:pt x="392" y="0"/>
                    <a:pt x="1" y="391"/>
                    <a:pt x="1" y="878"/>
                  </a:cubicBezTo>
                  <a:lnTo>
                    <a:pt x="1" y="1965"/>
                  </a:lnTo>
                  <a:lnTo>
                    <a:pt x="7423" y="1965"/>
                  </a:lnTo>
                  <a:lnTo>
                    <a:pt x="7423" y="878"/>
                  </a:lnTo>
                  <a:cubicBezTo>
                    <a:pt x="7423" y="391"/>
                    <a:pt x="7032" y="0"/>
                    <a:pt x="6555" y="0"/>
                  </a:cubicBezTo>
                  <a:close/>
                </a:path>
              </a:pathLst>
            </a:custGeom>
            <a:solidFill>
              <a:srgbClr val="909DA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512" name="Google Shape;16512;p44"/>
            <p:cNvSpPr/>
            <p:nvPr/>
          </p:nvSpPr>
          <p:spPr>
            <a:xfrm>
              <a:off x="5450020" y="2879911"/>
              <a:ext cx="79969" cy="46007"/>
            </a:xfrm>
            <a:custGeom>
              <a:rect b="b" l="l" r="r" t="t"/>
              <a:pathLst>
                <a:path extrusionOk="0" h="1757" w="3054">
                  <a:moveTo>
                    <a:pt x="868" y="1"/>
                  </a:moveTo>
                  <a:cubicBezTo>
                    <a:pt x="391" y="1"/>
                    <a:pt x="0" y="392"/>
                    <a:pt x="0" y="879"/>
                  </a:cubicBezTo>
                  <a:cubicBezTo>
                    <a:pt x="0" y="1356"/>
                    <a:pt x="391" y="1756"/>
                    <a:pt x="868" y="1756"/>
                  </a:cubicBezTo>
                  <a:lnTo>
                    <a:pt x="2185" y="1756"/>
                  </a:lnTo>
                  <a:cubicBezTo>
                    <a:pt x="2662" y="1756"/>
                    <a:pt x="3053" y="1356"/>
                    <a:pt x="3053" y="879"/>
                  </a:cubicBezTo>
                  <a:cubicBezTo>
                    <a:pt x="3053" y="392"/>
                    <a:pt x="2662" y="1"/>
                    <a:pt x="2185" y="1"/>
                  </a:cubicBezTo>
                  <a:close/>
                </a:path>
              </a:pathLst>
            </a:custGeom>
            <a:solidFill>
              <a:srgbClr val="F4F7F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513" name="Google Shape;16513;p44"/>
            <p:cNvSpPr/>
            <p:nvPr/>
          </p:nvSpPr>
          <p:spPr>
            <a:xfrm>
              <a:off x="5358346" y="3091512"/>
              <a:ext cx="263316" cy="143153"/>
            </a:xfrm>
            <a:custGeom>
              <a:rect b="b" l="l" r="r" t="t"/>
              <a:pathLst>
                <a:path extrusionOk="0" h="5467" w="10056">
                  <a:moveTo>
                    <a:pt x="3711" y="0"/>
                  </a:moveTo>
                  <a:lnTo>
                    <a:pt x="3711" y="1135"/>
                  </a:lnTo>
                  <a:cubicBezTo>
                    <a:pt x="3711" y="1498"/>
                    <a:pt x="3482" y="1832"/>
                    <a:pt x="3129" y="1956"/>
                  </a:cubicBezTo>
                  <a:lnTo>
                    <a:pt x="878" y="2748"/>
                  </a:lnTo>
                  <a:cubicBezTo>
                    <a:pt x="353" y="2938"/>
                    <a:pt x="0" y="3435"/>
                    <a:pt x="0" y="3988"/>
                  </a:cubicBezTo>
                  <a:lnTo>
                    <a:pt x="0" y="4808"/>
                  </a:lnTo>
                  <a:cubicBezTo>
                    <a:pt x="0" y="5171"/>
                    <a:pt x="296" y="5467"/>
                    <a:pt x="658" y="5467"/>
                  </a:cubicBezTo>
                  <a:lnTo>
                    <a:pt x="9397" y="5467"/>
                  </a:lnTo>
                  <a:cubicBezTo>
                    <a:pt x="9759" y="5467"/>
                    <a:pt x="10055" y="5171"/>
                    <a:pt x="10055" y="4808"/>
                  </a:cubicBezTo>
                  <a:lnTo>
                    <a:pt x="10055" y="3988"/>
                  </a:lnTo>
                  <a:cubicBezTo>
                    <a:pt x="10046" y="3435"/>
                    <a:pt x="9702" y="2938"/>
                    <a:pt x="9178" y="2757"/>
                  </a:cubicBezTo>
                  <a:lnTo>
                    <a:pt x="6926" y="1956"/>
                  </a:lnTo>
                  <a:cubicBezTo>
                    <a:pt x="6573" y="1832"/>
                    <a:pt x="6335" y="1498"/>
                    <a:pt x="6335" y="1135"/>
                  </a:cubicBezTo>
                  <a:lnTo>
                    <a:pt x="6335" y="0"/>
                  </a:lnTo>
                  <a:close/>
                </a:path>
              </a:pathLst>
            </a:custGeom>
            <a:solidFill>
              <a:srgbClr val="E7ECF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514" name="Google Shape;16514;p44"/>
            <p:cNvSpPr/>
            <p:nvPr/>
          </p:nvSpPr>
          <p:spPr>
            <a:xfrm>
              <a:off x="5358346" y="3144955"/>
              <a:ext cx="263316" cy="89710"/>
            </a:xfrm>
            <a:custGeom>
              <a:rect b="b" l="l" r="r" t="t"/>
              <a:pathLst>
                <a:path extrusionOk="0" h="3426" w="10056">
                  <a:moveTo>
                    <a:pt x="2900" y="1"/>
                  </a:moveTo>
                  <a:lnTo>
                    <a:pt x="878" y="716"/>
                  </a:lnTo>
                  <a:cubicBezTo>
                    <a:pt x="353" y="897"/>
                    <a:pt x="0" y="1394"/>
                    <a:pt x="0" y="1947"/>
                  </a:cubicBezTo>
                  <a:lnTo>
                    <a:pt x="0" y="2767"/>
                  </a:lnTo>
                  <a:cubicBezTo>
                    <a:pt x="0" y="3130"/>
                    <a:pt x="296" y="3426"/>
                    <a:pt x="658" y="3426"/>
                  </a:cubicBezTo>
                  <a:lnTo>
                    <a:pt x="9397" y="3426"/>
                  </a:lnTo>
                  <a:cubicBezTo>
                    <a:pt x="9759" y="3426"/>
                    <a:pt x="10055" y="3130"/>
                    <a:pt x="10055" y="2767"/>
                  </a:cubicBezTo>
                  <a:lnTo>
                    <a:pt x="10055" y="1947"/>
                  </a:lnTo>
                  <a:cubicBezTo>
                    <a:pt x="10055" y="1394"/>
                    <a:pt x="9702" y="897"/>
                    <a:pt x="9178" y="716"/>
                  </a:cubicBezTo>
                  <a:lnTo>
                    <a:pt x="7155" y="1"/>
                  </a:lnTo>
                  <a:cubicBezTo>
                    <a:pt x="6917" y="983"/>
                    <a:pt x="6039" y="1680"/>
                    <a:pt x="5028" y="1680"/>
                  </a:cubicBezTo>
                  <a:cubicBezTo>
                    <a:pt x="4016" y="1680"/>
                    <a:pt x="3139" y="983"/>
                    <a:pt x="2900" y="1"/>
                  </a:cubicBezTo>
                  <a:close/>
                </a:path>
              </a:pathLst>
            </a:custGeom>
            <a:solidFill>
              <a:srgbClr val="A5B7C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515" name="Google Shape;16515;p44"/>
            <p:cNvSpPr/>
            <p:nvPr/>
          </p:nvSpPr>
          <p:spPr>
            <a:xfrm>
              <a:off x="5423546" y="3144955"/>
              <a:ext cx="132915" cy="54988"/>
            </a:xfrm>
            <a:custGeom>
              <a:rect b="b" l="l" r="r" t="t"/>
              <a:pathLst>
                <a:path extrusionOk="0" h="2100" w="5076">
                  <a:moveTo>
                    <a:pt x="410" y="1"/>
                  </a:moveTo>
                  <a:lnTo>
                    <a:pt x="0" y="144"/>
                  </a:lnTo>
                  <a:cubicBezTo>
                    <a:pt x="305" y="1298"/>
                    <a:pt x="1345" y="2099"/>
                    <a:pt x="2538" y="2099"/>
                  </a:cubicBezTo>
                  <a:cubicBezTo>
                    <a:pt x="3730" y="2099"/>
                    <a:pt x="4770" y="1298"/>
                    <a:pt x="5075" y="144"/>
                  </a:cubicBezTo>
                  <a:lnTo>
                    <a:pt x="4665" y="1"/>
                  </a:lnTo>
                  <a:cubicBezTo>
                    <a:pt x="4427" y="983"/>
                    <a:pt x="3549" y="1680"/>
                    <a:pt x="2538" y="1680"/>
                  </a:cubicBezTo>
                  <a:cubicBezTo>
                    <a:pt x="1526" y="1680"/>
                    <a:pt x="649" y="983"/>
                    <a:pt x="410" y="1"/>
                  </a:cubicBezTo>
                  <a:close/>
                </a:path>
              </a:pathLst>
            </a:custGeom>
            <a:solidFill>
              <a:srgbClr val="8292A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516" name="Google Shape;16516;p44"/>
            <p:cNvSpPr/>
            <p:nvPr/>
          </p:nvSpPr>
          <p:spPr>
            <a:xfrm>
              <a:off x="5455754" y="3091512"/>
              <a:ext cx="68736" cy="34564"/>
            </a:xfrm>
            <a:custGeom>
              <a:rect b="b" l="l" r="r" t="t"/>
              <a:pathLst>
                <a:path extrusionOk="0" h="1320" w="2625">
                  <a:moveTo>
                    <a:pt x="1" y="0"/>
                  </a:moveTo>
                  <a:lnTo>
                    <a:pt x="1" y="1040"/>
                  </a:lnTo>
                  <a:cubicBezTo>
                    <a:pt x="416" y="1226"/>
                    <a:pt x="862" y="1319"/>
                    <a:pt x="1309" y="1319"/>
                  </a:cubicBezTo>
                  <a:cubicBezTo>
                    <a:pt x="1756" y="1319"/>
                    <a:pt x="2204" y="1226"/>
                    <a:pt x="2624" y="1040"/>
                  </a:cubicBezTo>
                  <a:lnTo>
                    <a:pt x="2624" y="0"/>
                  </a:ln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517" name="Google Shape;16517;p44"/>
            <p:cNvSpPr/>
            <p:nvPr/>
          </p:nvSpPr>
          <p:spPr>
            <a:xfrm>
              <a:off x="5397545" y="2994339"/>
              <a:ext cx="184630" cy="119927"/>
            </a:xfrm>
            <a:custGeom>
              <a:rect b="b" l="l" r="r" t="t"/>
              <a:pathLst>
                <a:path extrusionOk="0" h="4580" w="7051">
                  <a:moveTo>
                    <a:pt x="688" y="0"/>
                  </a:moveTo>
                  <a:lnTo>
                    <a:pt x="516" y="887"/>
                  </a:lnTo>
                  <a:cubicBezTo>
                    <a:pt x="268" y="916"/>
                    <a:pt x="68" y="1116"/>
                    <a:pt x="39" y="1364"/>
                  </a:cubicBezTo>
                  <a:cubicBezTo>
                    <a:pt x="1" y="1689"/>
                    <a:pt x="258" y="1965"/>
                    <a:pt x="583" y="1965"/>
                  </a:cubicBezTo>
                  <a:lnTo>
                    <a:pt x="697" y="1965"/>
                  </a:lnTo>
                  <a:cubicBezTo>
                    <a:pt x="812" y="3444"/>
                    <a:pt x="2042" y="4579"/>
                    <a:pt x="3531" y="4579"/>
                  </a:cubicBezTo>
                  <a:cubicBezTo>
                    <a:pt x="5009" y="4579"/>
                    <a:pt x="6240" y="3444"/>
                    <a:pt x="6354" y="1965"/>
                  </a:cubicBezTo>
                  <a:lnTo>
                    <a:pt x="6478" y="1965"/>
                  </a:lnTo>
                  <a:cubicBezTo>
                    <a:pt x="6803" y="1965"/>
                    <a:pt x="7051" y="1689"/>
                    <a:pt x="7022" y="1364"/>
                  </a:cubicBezTo>
                  <a:cubicBezTo>
                    <a:pt x="6984" y="1116"/>
                    <a:pt x="6793" y="926"/>
                    <a:pt x="6545" y="887"/>
                  </a:cubicBezTo>
                  <a:lnTo>
                    <a:pt x="6374" y="0"/>
                  </a:lnTo>
                  <a:close/>
                </a:path>
              </a:pathLst>
            </a:custGeom>
            <a:solidFill>
              <a:srgbClr val="ECF0F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518" name="Google Shape;16518;p44"/>
            <p:cNvSpPr/>
            <p:nvPr/>
          </p:nvSpPr>
          <p:spPr>
            <a:xfrm>
              <a:off x="5397807" y="2982844"/>
              <a:ext cx="143651" cy="131632"/>
            </a:xfrm>
            <a:custGeom>
              <a:rect b="b" l="l" r="r" t="t"/>
              <a:pathLst>
                <a:path extrusionOk="0" h="5027" w="5486">
                  <a:moveTo>
                    <a:pt x="678" y="0"/>
                  </a:moveTo>
                  <a:lnTo>
                    <a:pt x="496" y="1326"/>
                  </a:lnTo>
                  <a:cubicBezTo>
                    <a:pt x="248" y="1355"/>
                    <a:pt x="48" y="1555"/>
                    <a:pt x="29" y="1803"/>
                  </a:cubicBezTo>
                  <a:cubicBezTo>
                    <a:pt x="0" y="2128"/>
                    <a:pt x="248" y="2404"/>
                    <a:pt x="573" y="2404"/>
                  </a:cubicBezTo>
                  <a:lnTo>
                    <a:pt x="697" y="2404"/>
                  </a:lnTo>
                  <a:cubicBezTo>
                    <a:pt x="801" y="3900"/>
                    <a:pt x="2048" y="5027"/>
                    <a:pt x="3501" y="5027"/>
                  </a:cubicBezTo>
                  <a:cubicBezTo>
                    <a:pt x="3652" y="5027"/>
                    <a:pt x="3805" y="5015"/>
                    <a:pt x="3959" y="4990"/>
                  </a:cubicBezTo>
                  <a:cubicBezTo>
                    <a:pt x="2576" y="4770"/>
                    <a:pt x="1555" y="3587"/>
                    <a:pt x="1555" y="2185"/>
                  </a:cubicBezTo>
                  <a:cubicBezTo>
                    <a:pt x="1555" y="1698"/>
                    <a:pt x="1947" y="1307"/>
                    <a:pt x="2433" y="1307"/>
                  </a:cubicBezTo>
                  <a:lnTo>
                    <a:pt x="5057" y="1307"/>
                  </a:lnTo>
                  <a:cubicBezTo>
                    <a:pt x="5295" y="1307"/>
                    <a:pt x="5486" y="1116"/>
                    <a:pt x="5486" y="878"/>
                  </a:cubicBezTo>
                  <a:lnTo>
                    <a:pt x="5486" y="0"/>
                  </a:lnTo>
                  <a:close/>
                </a:path>
              </a:pathLst>
            </a:custGeom>
            <a:solidFill>
              <a:srgbClr val="E7ECF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519" name="Google Shape;16519;p44"/>
            <p:cNvSpPr/>
            <p:nvPr/>
          </p:nvSpPr>
          <p:spPr>
            <a:xfrm>
              <a:off x="5410035" y="3139613"/>
              <a:ext cx="28515" cy="95052"/>
            </a:xfrm>
            <a:custGeom>
              <a:rect b="b" l="l" r="r" t="t"/>
              <a:pathLst>
                <a:path extrusionOk="0" h="3630" w="1089">
                  <a:moveTo>
                    <a:pt x="916" y="1"/>
                  </a:moveTo>
                  <a:cubicBezTo>
                    <a:pt x="894" y="1"/>
                    <a:pt x="872" y="5"/>
                    <a:pt x="850" y="14"/>
                  </a:cubicBezTo>
                  <a:lnTo>
                    <a:pt x="211" y="262"/>
                  </a:lnTo>
                  <a:cubicBezTo>
                    <a:pt x="87" y="319"/>
                    <a:pt x="1" y="443"/>
                    <a:pt x="1" y="586"/>
                  </a:cubicBezTo>
                  <a:lnTo>
                    <a:pt x="1" y="3630"/>
                  </a:lnTo>
                  <a:lnTo>
                    <a:pt x="1088" y="3630"/>
                  </a:lnTo>
                  <a:lnTo>
                    <a:pt x="1088" y="176"/>
                  </a:lnTo>
                  <a:cubicBezTo>
                    <a:pt x="1088" y="76"/>
                    <a:pt x="1007" y="1"/>
                    <a:pt x="916" y="1"/>
                  </a:cubicBezTo>
                  <a:close/>
                </a:path>
              </a:pathLst>
            </a:custGeom>
            <a:solidFill>
              <a:srgbClr val="909DA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520" name="Google Shape;16520;p44"/>
            <p:cNvSpPr/>
            <p:nvPr/>
          </p:nvSpPr>
          <p:spPr>
            <a:xfrm>
              <a:off x="5464709" y="3062970"/>
              <a:ext cx="50563" cy="17334"/>
            </a:xfrm>
            <a:custGeom>
              <a:rect b="b" l="l" r="r" t="t"/>
              <a:pathLst>
                <a:path extrusionOk="0" h="662" w="1931">
                  <a:moveTo>
                    <a:pt x="311" y="0"/>
                  </a:moveTo>
                  <a:cubicBezTo>
                    <a:pt x="145" y="0"/>
                    <a:pt x="1" y="223"/>
                    <a:pt x="155" y="384"/>
                  </a:cubicBezTo>
                  <a:cubicBezTo>
                    <a:pt x="373" y="566"/>
                    <a:pt x="644" y="662"/>
                    <a:pt x="925" y="662"/>
                  </a:cubicBezTo>
                  <a:cubicBezTo>
                    <a:pt x="939" y="662"/>
                    <a:pt x="952" y="661"/>
                    <a:pt x="966" y="661"/>
                  </a:cubicBezTo>
                  <a:cubicBezTo>
                    <a:pt x="979" y="661"/>
                    <a:pt x="993" y="662"/>
                    <a:pt x="1006" y="662"/>
                  </a:cubicBezTo>
                  <a:cubicBezTo>
                    <a:pt x="1287" y="662"/>
                    <a:pt x="1558" y="566"/>
                    <a:pt x="1777" y="384"/>
                  </a:cubicBezTo>
                  <a:cubicBezTo>
                    <a:pt x="1930" y="223"/>
                    <a:pt x="1786" y="0"/>
                    <a:pt x="1620" y="0"/>
                  </a:cubicBezTo>
                  <a:cubicBezTo>
                    <a:pt x="1570" y="0"/>
                    <a:pt x="1518" y="21"/>
                    <a:pt x="1471" y="69"/>
                  </a:cubicBezTo>
                  <a:cubicBezTo>
                    <a:pt x="1319" y="174"/>
                    <a:pt x="1142" y="227"/>
                    <a:pt x="966" y="227"/>
                  </a:cubicBezTo>
                  <a:cubicBezTo>
                    <a:pt x="789" y="227"/>
                    <a:pt x="613" y="174"/>
                    <a:pt x="460" y="69"/>
                  </a:cubicBezTo>
                  <a:cubicBezTo>
                    <a:pt x="413" y="21"/>
                    <a:pt x="361" y="0"/>
                    <a:pt x="311" y="0"/>
                  </a:cubicBezTo>
                  <a:close/>
                </a:path>
              </a:pathLst>
            </a:custGeom>
            <a:solidFill>
              <a:srgbClr val="DAE2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521" name="Google Shape;16521;p44"/>
            <p:cNvSpPr/>
            <p:nvPr/>
          </p:nvSpPr>
          <p:spPr>
            <a:xfrm>
              <a:off x="5450020" y="3022933"/>
              <a:ext cx="11521" cy="17125"/>
            </a:xfrm>
            <a:custGeom>
              <a:rect b="b" l="l" r="r" t="t"/>
              <a:pathLst>
                <a:path extrusionOk="0" h="654" w="440">
                  <a:moveTo>
                    <a:pt x="216" y="0"/>
                  </a:moveTo>
                  <a:cubicBezTo>
                    <a:pt x="108" y="0"/>
                    <a:pt x="0" y="72"/>
                    <a:pt x="0" y="215"/>
                  </a:cubicBezTo>
                  <a:lnTo>
                    <a:pt x="0" y="435"/>
                  </a:lnTo>
                  <a:cubicBezTo>
                    <a:pt x="0" y="559"/>
                    <a:pt x="96" y="654"/>
                    <a:pt x="220" y="654"/>
                  </a:cubicBezTo>
                  <a:cubicBezTo>
                    <a:pt x="334" y="654"/>
                    <a:pt x="439" y="559"/>
                    <a:pt x="439" y="435"/>
                  </a:cubicBezTo>
                  <a:lnTo>
                    <a:pt x="439" y="215"/>
                  </a:lnTo>
                  <a:cubicBezTo>
                    <a:pt x="434" y="72"/>
                    <a:pt x="325" y="0"/>
                    <a:pt x="216" y="0"/>
                  </a:cubicBezTo>
                  <a:close/>
                </a:path>
              </a:pathLst>
            </a:custGeom>
            <a:solidFill>
              <a:srgbClr val="213B5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522" name="Google Shape;16522;p44"/>
            <p:cNvSpPr/>
            <p:nvPr/>
          </p:nvSpPr>
          <p:spPr>
            <a:xfrm>
              <a:off x="5518572" y="3022933"/>
              <a:ext cx="11417" cy="17125"/>
            </a:xfrm>
            <a:custGeom>
              <a:rect b="b" l="l" r="r" t="t"/>
              <a:pathLst>
                <a:path extrusionOk="0" h="654" w="436">
                  <a:moveTo>
                    <a:pt x="217" y="0"/>
                  </a:moveTo>
                  <a:cubicBezTo>
                    <a:pt x="108" y="0"/>
                    <a:pt x="1" y="72"/>
                    <a:pt x="6" y="215"/>
                  </a:cubicBezTo>
                  <a:lnTo>
                    <a:pt x="6" y="435"/>
                  </a:lnTo>
                  <a:cubicBezTo>
                    <a:pt x="6" y="559"/>
                    <a:pt x="101" y="654"/>
                    <a:pt x="216" y="654"/>
                  </a:cubicBezTo>
                  <a:cubicBezTo>
                    <a:pt x="340" y="654"/>
                    <a:pt x="435" y="559"/>
                    <a:pt x="435" y="435"/>
                  </a:cubicBezTo>
                  <a:lnTo>
                    <a:pt x="435" y="215"/>
                  </a:lnTo>
                  <a:cubicBezTo>
                    <a:pt x="435" y="72"/>
                    <a:pt x="325" y="0"/>
                    <a:pt x="217" y="0"/>
                  </a:cubicBezTo>
                  <a:close/>
                </a:path>
              </a:pathLst>
            </a:custGeom>
            <a:solidFill>
              <a:srgbClr val="213B5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523" name="Google Shape;16523;p44"/>
            <p:cNvSpPr/>
            <p:nvPr/>
          </p:nvSpPr>
          <p:spPr>
            <a:xfrm>
              <a:off x="5398566" y="2920131"/>
              <a:ext cx="183112" cy="111443"/>
            </a:xfrm>
            <a:custGeom>
              <a:rect b="b" l="l" r="r" t="t"/>
              <a:pathLst>
                <a:path extrusionOk="0" h="4256" w="6993">
                  <a:moveTo>
                    <a:pt x="4167" y="1"/>
                  </a:moveTo>
                  <a:cubicBezTo>
                    <a:pt x="4162" y="1"/>
                    <a:pt x="4156" y="1"/>
                    <a:pt x="4150" y="1"/>
                  </a:cubicBezTo>
                  <a:lnTo>
                    <a:pt x="2833" y="1"/>
                  </a:lnTo>
                  <a:cubicBezTo>
                    <a:pt x="1269" y="1"/>
                    <a:pt x="0" y="1270"/>
                    <a:pt x="0" y="2834"/>
                  </a:cubicBezTo>
                  <a:lnTo>
                    <a:pt x="0" y="4256"/>
                  </a:lnTo>
                  <a:cubicBezTo>
                    <a:pt x="0" y="3950"/>
                    <a:pt x="248" y="3712"/>
                    <a:pt x="553" y="3712"/>
                  </a:cubicBezTo>
                  <a:cubicBezTo>
                    <a:pt x="611" y="3712"/>
                    <a:pt x="658" y="3664"/>
                    <a:pt x="658" y="3597"/>
                  </a:cubicBezTo>
                  <a:lnTo>
                    <a:pt x="658" y="3492"/>
                  </a:lnTo>
                  <a:cubicBezTo>
                    <a:pt x="658" y="3368"/>
                    <a:pt x="754" y="3273"/>
                    <a:pt x="878" y="3273"/>
                  </a:cubicBezTo>
                  <a:lnTo>
                    <a:pt x="3749" y="3273"/>
                  </a:lnTo>
                  <a:cubicBezTo>
                    <a:pt x="3864" y="3273"/>
                    <a:pt x="3978" y="3225"/>
                    <a:pt x="4064" y="3149"/>
                  </a:cubicBezTo>
                  <a:lnTo>
                    <a:pt x="4541" y="2672"/>
                  </a:lnTo>
                  <a:cubicBezTo>
                    <a:pt x="4584" y="2626"/>
                    <a:pt x="4639" y="2605"/>
                    <a:pt x="4694" y="2605"/>
                  </a:cubicBezTo>
                  <a:cubicBezTo>
                    <a:pt x="4788" y="2605"/>
                    <a:pt x="4880" y="2665"/>
                    <a:pt x="4904" y="2767"/>
                  </a:cubicBezTo>
                  <a:lnTo>
                    <a:pt x="4989" y="3101"/>
                  </a:lnTo>
                  <a:cubicBezTo>
                    <a:pt x="5008" y="3206"/>
                    <a:pt x="5094" y="3273"/>
                    <a:pt x="5199" y="3273"/>
                  </a:cubicBezTo>
                  <a:lnTo>
                    <a:pt x="6125" y="3273"/>
                  </a:lnTo>
                  <a:cubicBezTo>
                    <a:pt x="6239" y="3273"/>
                    <a:pt x="6344" y="3368"/>
                    <a:pt x="6344" y="3492"/>
                  </a:cubicBezTo>
                  <a:lnTo>
                    <a:pt x="6344" y="3597"/>
                  </a:lnTo>
                  <a:cubicBezTo>
                    <a:pt x="6335" y="3655"/>
                    <a:pt x="6382" y="3702"/>
                    <a:pt x="6449" y="3712"/>
                  </a:cubicBezTo>
                  <a:cubicBezTo>
                    <a:pt x="6455" y="3712"/>
                    <a:pt x="6460" y="3712"/>
                    <a:pt x="6466" y="3712"/>
                  </a:cubicBezTo>
                  <a:cubicBezTo>
                    <a:pt x="6754" y="3712"/>
                    <a:pt x="6993" y="3956"/>
                    <a:pt x="6993" y="4256"/>
                  </a:cubicBezTo>
                  <a:lnTo>
                    <a:pt x="6993" y="2834"/>
                  </a:lnTo>
                  <a:cubicBezTo>
                    <a:pt x="6993" y="1275"/>
                    <a:pt x="5724" y="1"/>
                    <a:pt x="4167" y="1"/>
                  </a:cubicBezTo>
                  <a:close/>
                </a:path>
              </a:pathLst>
            </a:custGeom>
            <a:solidFill>
              <a:srgbClr val="F1F4F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524" name="Google Shape;16524;p44"/>
            <p:cNvSpPr/>
            <p:nvPr/>
          </p:nvSpPr>
          <p:spPr>
            <a:xfrm>
              <a:off x="5455754" y="2921126"/>
              <a:ext cx="125924" cy="73239"/>
            </a:xfrm>
            <a:custGeom>
              <a:rect b="b" l="l" r="r" t="t"/>
              <a:pathLst>
                <a:path extrusionOk="0" h="2797" w="4809">
                  <a:moveTo>
                    <a:pt x="2405" y="1"/>
                  </a:moveTo>
                  <a:cubicBezTo>
                    <a:pt x="1489" y="135"/>
                    <a:pt x="707" y="707"/>
                    <a:pt x="296" y="1527"/>
                  </a:cubicBezTo>
                  <a:cubicBezTo>
                    <a:pt x="1" y="2109"/>
                    <a:pt x="430" y="2796"/>
                    <a:pt x="1079" y="2796"/>
                  </a:cubicBezTo>
                  <a:lnTo>
                    <a:pt x="2185" y="2796"/>
                  </a:lnTo>
                  <a:lnTo>
                    <a:pt x="2347" y="2634"/>
                  </a:lnTo>
                  <a:cubicBezTo>
                    <a:pt x="2393" y="2588"/>
                    <a:pt x="2449" y="2567"/>
                    <a:pt x="2503" y="2567"/>
                  </a:cubicBezTo>
                  <a:cubicBezTo>
                    <a:pt x="2597" y="2567"/>
                    <a:pt x="2686" y="2630"/>
                    <a:pt x="2710" y="2739"/>
                  </a:cubicBezTo>
                  <a:lnTo>
                    <a:pt x="2729" y="2796"/>
                  </a:lnTo>
                  <a:lnTo>
                    <a:pt x="4809" y="2796"/>
                  </a:lnTo>
                  <a:cubicBezTo>
                    <a:pt x="4799" y="1403"/>
                    <a:pt x="3778" y="211"/>
                    <a:pt x="2405" y="1"/>
                  </a:cubicBezTo>
                  <a:close/>
                </a:path>
              </a:pathLst>
            </a:custGeom>
            <a:solidFill>
              <a:srgbClr val="ECF0F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525" name="Google Shape;16525;p44"/>
            <p:cNvSpPr/>
            <p:nvPr/>
          </p:nvSpPr>
          <p:spPr>
            <a:xfrm>
              <a:off x="5410035" y="3144222"/>
              <a:ext cx="11286" cy="90443"/>
            </a:xfrm>
            <a:custGeom>
              <a:rect b="b" l="l" r="r" t="t"/>
              <a:pathLst>
                <a:path extrusionOk="0" h="3454" w="431">
                  <a:moveTo>
                    <a:pt x="430" y="0"/>
                  </a:moveTo>
                  <a:lnTo>
                    <a:pt x="211" y="86"/>
                  </a:lnTo>
                  <a:cubicBezTo>
                    <a:pt x="87" y="143"/>
                    <a:pt x="1" y="267"/>
                    <a:pt x="1" y="410"/>
                  </a:cubicBezTo>
                  <a:lnTo>
                    <a:pt x="1" y="3454"/>
                  </a:lnTo>
                  <a:lnTo>
                    <a:pt x="430" y="3454"/>
                  </a:lnTo>
                  <a:lnTo>
                    <a:pt x="430" y="0"/>
                  </a:lnTo>
                  <a:close/>
                </a:path>
              </a:pathLst>
            </a:custGeom>
            <a:solidFill>
              <a:srgbClr val="6F809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526" name="Google Shape;16526;p44"/>
            <p:cNvSpPr/>
            <p:nvPr/>
          </p:nvSpPr>
          <p:spPr>
            <a:xfrm>
              <a:off x="5541431" y="3139613"/>
              <a:ext cx="28751" cy="95052"/>
            </a:xfrm>
            <a:custGeom>
              <a:rect b="b" l="l" r="r" t="t"/>
              <a:pathLst>
                <a:path extrusionOk="0" h="3630" w="1098">
                  <a:moveTo>
                    <a:pt x="178" y="1"/>
                  </a:moveTo>
                  <a:cubicBezTo>
                    <a:pt x="82" y="1"/>
                    <a:pt x="1" y="76"/>
                    <a:pt x="1" y="176"/>
                  </a:cubicBezTo>
                  <a:lnTo>
                    <a:pt x="1" y="3630"/>
                  </a:lnTo>
                  <a:lnTo>
                    <a:pt x="1098" y="3630"/>
                  </a:lnTo>
                  <a:lnTo>
                    <a:pt x="1098" y="586"/>
                  </a:lnTo>
                  <a:cubicBezTo>
                    <a:pt x="1098" y="443"/>
                    <a:pt x="1012" y="319"/>
                    <a:pt x="879" y="262"/>
                  </a:cubicBezTo>
                  <a:lnTo>
                    <a:pt x="249" y="14"/>
                  </a:lnTo>
                  <a:cubicBezTo>
                    <a:pt x="225" y="5"/>
                    <a:pt x="201" y="1"/>
                    <a:pt x="178" y="1"/>
                  </a:cubicBezTo>
                  <a:close/>
                </a:path>
              </a:pathLst>
            </a:custGeom>
            <a:solidFill>
              <a:srgbClr val="909DA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527" name="Google Shape;16527;p44"/>
            <p:cNvSpPr/>
            <p:nvPr/>
          </p:nvSpPr>
          <p:spPr>
            <a:xfrm>
              <a:off x="5558687" y="3144222"/>
              <a:ext cx="11260" cy="90443"/>
            </a:xfrm>
            <a:custGeom>
              <a:rect b="b" l="l" r="r" t="t"/>
              <a:pathLst>
                <a:path extrusionOk="0" h="3454" w="430">
                  <a:moveTo>
                    <a:pt x="0" y="0"/>
                  </a:moveTo>
                  <a:lnTo>
                    <a:pt x="0" y="3454"/>
                  </a:lnTo>
                  <a:lnTo>
                    <a:pt x="429" y="3454"/>
                  </a:lnTo>
                  <a:lnTo>
                    <a:pt x="429" y="410"/>
                  </a:lnTo>
                  <a:cubicBezTo>
                    <a:pt x="429" y="267"/>
                    <a:pt x="344" y="143"/>
                    <a:pt x="220" y="86"/>
                  </a:cubicBezTo>
                  <a:lnTo>
                    <a:pt x="0" y="0"/>
                  </a:lnTo>
                  <a:close/>
                </a:path>
              </a:pathLst>
            </a:custGeom>
            <a:solidFill>
              <a:srgbClr val="6F809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528" name="Google Shape;16528;p44"/>
            <p:cNvSpPr/>
            <p:nvPr/>
          </p:nvSpPr>
          <p:spPr>
            <a:xfrm>
              <a:off x="5410035" y="3177425"/>
              <a:ext cx="28515" cy="17282"/>
            </a:xfrm>
            <a:custGeom>
              <a:rect b="b" l="l" r="r" t="t"/>
              <a:pathLst>
                <a:path extrusionOk="0" h="660" w="1089">
                  <a:moveTo>
                    <a:pt x="1" y="1"/>
                  </a:moveTo>
                  <a:lnTo>
                    <a:pt x="1" y="659"/>
                  </a:lnTo>
                  <a:lnTo>
                    <a:pt x="1088" y="659"/>
                  </a:lnTo>
                  <a:lnTo>
                    <a:pt x="1088" y="1"/>
                  </a:lnTo>
                  <a:close/>
                </a:path>
              </a:pathLst>
            </a:custGeom>
            <a:solidFill>
              <a:srgbClr val="576D8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529" name="Google Shape;16529;p44"/>
            <p:cNvSpPr/>
            <p:nvPr/>
          </p:nvSpPr>
          <p:spPr>
            <a:xfrm>
              <a:off x="5410035" y="3177425"/>
              <a:ext cx="11286" cy="17282"/>
            </a:xfrm>
            <a:custGeom>
              <a:rect b="b" l="l" r="r" t="t"/>
              <a:pathLst>
                <a:path extrusionOk="0" h="660" w="431">
                  <a:moveTo>
                    <a:pt x="1" y="1"/>
                  </a:moveTo>
                  <a:lnTo>
                    <a:pt x="1" y="659"/>
                  </a:lnTo>
                  <a:lnTo>
                    <a:pt x="430" y="659"/>
                  </a:lnTo>
                  <a:lnTo>
                    <a:pt x="430" y="1"/>
                  </a:lnTo>
                  <a:close/>
                </a:path>
              </a:pathLst>
            </a:custGeom>
            <a:solidFill>
              <a:srgbClr val="445D7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530" name="Google Shape;16530;p44"/>
            <p:cNvSpPr/>
            <p:nvPr/>
          </p:nvSpPr>
          <p:spPr>
            <a:xfrm>
              <a:off x="5541431" y="3177425"/>
              <a:ext cx="28751" cy="17282"/>
            </a:xfrm>
            <a:custGeom>
              <a:rect b="b" l="l" r="r" t="t"/>
              <a:pathLst>
                <a:path extrusionOk="0" h="660" w="1098">
                  <a:moveTo>
                    <a:pt x="1" y="1"/>
                  </a:moveTo>
                  <a:lnTo>
                    <a:pt x="1" y="659"/>
                  </a:lnTo>
                  <a:lnTo>
                    <a:pt x="1098" y="659"/>
                  </a:lnTo>
                  <a:lnTo>
                    <a:pt x="1098" y="1"/>
                  </a:lnTo>
                  <a:close/>
                </a:path>
              </a:pathLst>
            </a:custGeom>
            <a:solidFill>
              <a:srgbClr val="576D8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531" name="Google Shape;16531;p44"/>
            <p:cNvSpPr/>
            <p:nvPr/>
          </p:nvSpPr>
          <p:spPr>
            <a:xfrm>
              <a:off x="5558687" y="3177425"/>
              <a:ext cx="11495" cy="17282"/>
            </a:xfrm>
            <a:custGeom>
              <a:rect b="b" l="l" r="r" t="t"/>
              <a:pathLst>
                <a:path extrusionOk="0" h="660" w="439">
                  <a:moveTo>
                    <a:pt x="0" y="1"/>
                  </a:moveTo>
                  <a:lnTo>
                    <a:pt x="0" y="659"/>
                  </a:lnTo>
                  <a:lnTo>
                    <a:pt x="439" y="659"/>
                  </a:lnTo>
                  <a:lnTo>
                    <a:pt x="439" y="1"/>
                  </a:lnTo>
                  <a:close/>
                </a:path>
              </a:pathLst>
            </a:custGeom>
            <a:solidFill>
              <a:srgbClr val="445D7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6532" name="Google Shape;16532;p44"/>
          <p:cNvGrpSpPr/>
          <p:nvPr/>
        </p:nvGrpSpPr>
        <p:grpSpPr>
          <a:xfrm>
            <a:off x="8061450" y="3193342"/>
            <a:ext cx="263316" cy="354807"/>
            <a:chOff x="8061450" y="3345742"/>
            <a:chExt cx="263316" cy="354807"/>
          </a:xfrm>
        </p:grpSpPr>
        <p:sp>
          <p:nvSpPr>
            <p:cNvPr id="16533" name="Google Shape;16533;p44"/>
            <p:cNvSpPr/>
            <p:nvPr/>
          </p:nvSpPr>
          <p:spPr>
            <a:xfrm>
              <a:off x="8075956" y="3345794"/>
              <a:ext cx="234591" cy="303039"/>
            </a:xfrm>
            <a:custGeom>
              <a:rect b="b" l="l" r="r" t="t"/>
              <a:pathLst>
                <a:path extrusionOk="0" h="11573" w="8959">
                  <a:moveTo>
                    <a:pt x="4502" y="1"/>
                  </a:moveTo>
                  <a:cubicBezTo>
                    <a:pt x="4496" y="1"/>
                    <a:pt x="4490" y="1"/>
                    <a:pt x="4484" y="1"/>
                  </a:cubicBezTo>
                  <a:cubicBezTo>
                    <a:pt x="2271" y="1"/>
                    <a:pt x="449" y="1718"/>
                    <a:pt x="325" y="3922"/>
                  </a:cubicBezTo>
                  <a:lnTo>
                    <a:pt x="124" y="7423"/>
                  </a:lnTo>
                  <a:cubicBezTo>
                    <a:pt x="0" y="9674"/>
                    <a:pt x="1794" y="11573"/>
                    <a:pt x="4055" y="11573"/>
                  </a:cubicBezTo>
                  <a:lnTo>
                    <a:pt x="4904" y="11573"/>
                  </a:lnTo>
                  <a:cubicBezTo>
                    <a:pt x="7165" y="11573"/>
                    <a:pt x="8958" y="9674"/>
                    <a:pt x="8834" y="7423"/>
                  </a:cubicBezTo>
                  <a:lnTo>
                    <a:pt x="8634" y="3922"/>
                  </a:lnTo>
                  <a:cubicBezTo>
                    <a:pt x="8510" y="1724"/>
                    <a:pt x="6698" y="1"/>
                    <a:pt x="4502" y="1"/>
                  </a:cubicBezTo>
                  <a:close/>
                </a:path>
              </a:pathLst>
            </a:custGeom>
            <a:solidFill>
              <a:srgbClr val="D4DDE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534" name="Google Shape;16534;p44"/>
            <p:cNvSpPr/>
            <p:nvPr/>
          </p:nvSpPr>
          <p:spPr>
            <a:xfrm>
              <a:off x="8158884" y="3345742"/>
              <a:ext cx="151166" cy="301599"/>
            </a:xfrm>
            <a:custGeom>
              <a:rect b="b" l="l" r="r" t="t"/>
              <a:pathLst>
                <a:path extrusionOk="0" h="11518" w="5773">
                  <a:moveTo>
                    <a:pt x="1291" y="1"/>
                  </a:moveTo>
                  <a:cubicBezTo>
                    <a:pt x="853" y="1"/>
                    <a:pt x="417" y="70"/>
                    <a:pt x="0" y="213"/>
                  </a:cubicBezTo>
                  <a:lnTo>
                    <a:pt x="0" y="661"/>
                  </a:lnTo>
                  <a:cubicBezTo>
                    <a:pt x="0" y="1377"/>
                    <a:pt x="582" y="1968"/>
                    <a:pt x="1307" y="1968"/>
                  </a:cubicBezTo>
                  <a:lnTo>
                    <a:pt x="1966" y="1968"/>
                  </a:lnTo>
                  <a:cubicBezTo>
                    <a:pt x="2204" y="1968"/>
                    <a:pt x="2405" y="2159"/>
                    <a:pt x="2405" y="2407"/>
                  </a:cubicBezTo>
                  <a:lnTo>
                    <a:pt x="2405" y="11517"/>
                  </a:lnTo>
                  <a:cubicBezTo>
                    <a:pt x="4370" y="11174"/>
                    <a:pt x="5772" y="9419"/>
                    <a:pt x="5658" y="7425"/>
                  </a:cubicBezTo>
                  <a:lnTo>
                    <a:pt x="5467" y="4038"/>
                  </a:lnTo>
                  <a:cubicBezTo>
                    <a:pt x="5362" y="2206"/>
                    <a:pt x="4122" y="604"/>
                    <a:pt x="2347" y="136"/>
                  </a:cubicBezTo>
                  <a:cubicBezTo>
                    <a:pt x="2001" y="47"/>
                    <a:pt x="1646" y="1"/>
                    <a:pt x="1291" y="1"/>
                  </a:cubicBezTo>
                  <a:close/>
                </a:path>
              </a:pathLst>
            </a:custGeom>
            <a:solidFill>
              <a:srgbClr val="DAE2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535" name="Google Shape;16535;p44"/>
            <p:cNvSpPr/>
            <p:nvPr/>
          </p:nvSpPr>
          <p:spPr>
            <a:xfrm>
              <a:off x="8061450" y="3545900"/>
              <a:ext cx="263316" cy="154649"/>
            </a:xfrm>
            <a:custGeom>
              <a:rect b="b" l="l" r="r" t="t"/>
              <a:pathLst>
                <a:path extrusionOk="0" h="5906" w="10056">
                  <a:moveTo>
                    <a:pt x="3721" y="0"/>
                  </a:moveTo>
                  <a:lnTo>
                    <a:pt x="3721" y="1135"/>
                  </a:lnTo>
                  <a:cubicBezTo>
                    <a:pt x="3712" y="1498"/>
                    <a:pt x="3483" y="1832"/>
                    <a:pt x="3130" y="1956"/>
                  </a:cubicBezTo>
                  <a:lnTo>
                    <a:pt x="879" y="2748"/>
                  </a:lnTo>
                  <a:cubicBezTo>
                    <a:pt x="354" y="2939"/>
                    <a:pt x="1" y="3435"/>
                    <a:pt x="1" y="3988"/>
                  </a:cubicBezTo>
                  <a:lnTo>
                    <a:pt x="1" y="5247"/>
                  </a:lnTo>
                  <a:cubicBezTo>
                    <a:pt x="1" y="5610"/>
                    <a:pt x="297" y="5905"/>
                    <a:pt x="659" y="5905"/>
                  </a:cubicBezTo>
                  <a:lnTo>
                    <a:pt x="9398" y="5905"/>
                  </a:lnTo>
                  <a:cubicBezTo>
                    <a:pt x="9760" y="5905"/>
                    <a:pt x="10056" y="5610"/>
                    <a:pt x="10056" y="5247"/>
                  </a:cubicBezTo>
                  <a:lnTo>
                    <a:pt x="10056" y="3988"/>
                  </a:lnTo>
                  <a:cubicBezTo>
                    <a:pt x="10056" y="3435"/>
                    <a:pt x="9703" y="2939"/>
                    <a:pt x="9178" y="2748"/>
                  </a:cubicBezTo>
                  <a:lnTo>
                    <a:pt x="6927" y="1956"/>
                  </a:lnTo>
                  <a:cubicBezTo>
                    <a:pt x="6574" y="1832"/>
                    <a:pt x="6345" y="1498"/>
                    <a:pt x="6345" y="1135"/>
                  </a:cubicBezTo>
                  <a:lnTo>
                    <a:pt x="6345" y="0"/>
                  </a:lnTo>
                  <a:close/>
                </a:path>
              </a:pathLst>
            </a:custGeom>
            <a:solidFill>
              <a:srgbClr val="F2F4F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536" name="Google Shape;16536;p44"/>
            <p:cNvSpPr/>
            <p:nvPr/>
          </p:nvSpPr>
          <p:spPr>
            <a:xfrm>
              <a:off x="8061711" y="3604842"/>
              <a:ext cx="263055" cy="95706"/>
            </a:xfrm>
            <a:custGeom>
              <a:rect b="b" l="l" r="r" t="t"/>
              <a:pathLst>
                <a:path extrusionOk="0" h="3655" w="10046">
                  <a:moveTo>
                    <a:pt x="2290" y="1"/>
                  </a:moveTo>
                  <a:lnTo>
                    <a:pt x="869" y="497"/>
                  </a:lnTo>
                  <a:cubicBezTo>
                    <a:pt x="344" y="688"/>
                    <a:pt x="0" y="1184"/>
                    <a:pt x="0" y="1737"/>
                  </a:cubicBezTo>
                  <a:lnTo>
                    <a:pt x="0" y="2996"/>
                  </a:lnTo>
                  <a:cubicBezTo>
                    <a:pt x="0" y="3359"/>
                    <a:pt x="287" y="3654"/>
                    <a:pt x="649" y="3654"/>
                  </a:cubicBezTo>
                  <a:lnTo>
                    <a:pt x="9388" y="3654"/>
                  </a:lnTo>
                  <a:cubicBezTo>
                    <a:pt x="9750" y="3654"/>
                    <a:pt x="10046" y="3359"/>
                    <a:pt x="10046" y="2996"/>
                  </a:cubicBezTo>
                  <a:lnTo>
                    <a:pt x="10046" y="1737"/>
                  </a:lnTo>
                  <a:cubicBezTo>
                    <a:pt x="10046" y="1184"/>
                    <a:pt x="9693" y="688"/>
                    <a:pt x="9168" y="497"/>
                  </a:cubicBezTo>
                  <a:lnTo>
                    <a:pt x="7747" y="1"/>
                  </a:lnTo>
                  <a:cubicBezTo>
                    <a:pt x="7184" y="1122"/>
                    <a:pt x="6101" y="1682"/>
                    <a:pt x="5018" y="1682"/>
                  </a:cubicBezTo>
                  <a:cubicBezTo>
                    <a:pt x="3936" y="1682"/>
                    <a:pt x="2853" y="1122"/>
                    <a:pt x="2290" y="1"/>
                  </a:cubicBezTo>
                  <a:close/>
                </a:path>
              </a:pathLst>
            </a:custGeom>
            <a:solidFill>
              <a:srgbClr val="909DA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537" name="Google Shape;16537;p44"/>
            <p:cNvSpPr/>
            <p:nvPr/>
          </p:nvSpPr>
          <p:spPr>
            <a:xfrm>
              <a:off x="8110913" y="3604842"/>
              <a:ext cx="164651" cy="55486"/>
            </a:xfrm>
            <a:custGeom>
              <a:rect b="b" l="l" r="r" t="t"/>
              <a:pathLst>
                <a:path extrusionOk="0" h="2119" w="6288">
                  <a:moveTo>
                    <a:pt x="411" y="1"/>
                  </a:moveTo>
                  <a:lnTo>
                    <a:pt x="1" y="144"/>
                  </a:lnTo>
                  <a:cubicBezTo>
                    <a:pt x="635" y="1460"/>
                    <a:pt x="1890" y="2119"/>
                    <a:pt x="3144" y="2119"/>
                  </a:cubicBezTo>
                  <a:cubicBezTo>
                    <a:pt x="4399" y="2119"/>
                    <a:pt x="5653" y="1460"/>
                    <a:pt x="6288" y="144"/>
                  </a:cubicBezTo>
                  <a:lnTo>
                    <a:pt x="5868" y="1"/>
                  </a:lnTo>
                  <a:cubicBezTo>
                    <a:pt x="5305" y="1122"/>
                    <a:pt x="4222" y="1682"/>
                    <a:pt x="3139" y="1682"/>
                  </a:cubicBezTo>
                  <a:cubicBezTo>
                    <a:pt x="2057" y="1682"/>
                    <a:pt x="974" y="1122"/>
                    <a:pt x="411" y="1"/>
                  </a:cubicBezTo>
                  <a:close/>
                </a:path>
              </a:pathLst>
            </a:custGeom>
            <a:solidFill>
              <a:srgbClr val="6F809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538" name="Google Shape;16538;p44"/>
            <p:cNvSpPr/>
            <p:nvPr/>
          </p:nvSpPr>
          <p:spPr>
            <a:xfrm>
              <a:off x="8158884" y="3545900"/>
              <a:ext cx="68709" cy="23069"/>
            </a:xfrm>
            <a:custGeom>
              <a:rect b="b" l="l" r="r" t="t"/>
              <a:pathLst>
                <a:path extrusionOk="0" h="881" w="2624">
                  <a:moveTo>
                    <a:pt x="0" y="0"/>
                  </a:moveTo>
                  <a:lnTo>
                    <a:pt x="0" y="601"/>
                  </a:lnTo>
                  <a:cubicBezTo>
                    <a:pt x="415" y="787"/>
                    <a:pt x="864" y="880"/>
                    <a:pt x="1312" y="880"/>
                  </a:cubicBezTo>
                  <a:cubicBezTo>
                    <a:pt x="1761" y="880"/>
                    <a:pt x="2209" y="787"/>
                    <a:pt x="2624" y="601"/>
                  </a:cubicBezTo>
                  <a:lnTo>
                    <a:pt x="2624" y="0"/>
                  </a:lnTo>
                  <a:close/>
                </a:path>
              </a:pathLst>
            </a:custGeom>
            <a:solidFill>
              <a:srgbClr val="EEF1F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539" name="Google Shape;16539;p44"/>
            <p:cNvSpPr/>
            <p:nvPr/>
          </p:nvSpPr>
          <p:spPr>
            <a:xfrm>
              <a:off x="8100937" y="3408743"/>
              <a:ext cx="184630" cy="148678"/>
            </a:xfrm>
            <a:custGeom>
              <a:rect b="b" l="l" r="r" t="t"/>
              <a:pathLst>
                <a:path extrusionOk="0" h="5678" w="7051">
                  <a:moveTo>
                    <a:pt x="2433" y="1"/>
                  </a:moveTo>
                  <a:cubicBezTo>
                    <a:pt x="1584" y="1"/>
                    <a:pt x="897" y="688"/>
                    <a:pt x="906" y="1527"/>
                  </a:cubicBezTo>
                  <a:lnTo>
                    <a:pt x="906" y="1670"/>
                  </a:lnTo>
                  <a:cubicBezTo>
                    <a:pt x="906" y="1832"/>
                    <a:pt x="773" y="1966"/>
                    <a:pt x="601" y="1966"/>
                  </a:cubicBezTo>
                  <a:cubicBezTo>
                    <a:pt x="595" y="1966"/>
                    <a:pt x="589" y="1966"/>
                    <a:pt x="582" y="1966"/>
                  </a:cubicBezTo>
                  <a:cubicBezTo>
                    <a:pt x="304" y="1966"/>
                    <a:pt x="66" y="2173"/>
                    <a:pt x="29" y="2453"/>
                  </a:cubicBezTo>
                  <a:cubicBezTo>
                    <a:pt x="0" y="2777"/>
                    <a:pt x="248" y="3054"/>
                    <a:pt x="573" y="3054"/>
                  </a:cubicBezTo>
                  <a:lnTo>
                    <a:pt x="697" y="3054"/>
                  </a:lnTo>
                  <a:cubicBezTo>
                    <a:pt x="811" y="4532"/>
                    <a:pt x="2042" y="5677"/>
                    <a:pt x="3520" y="5677"/>
                  </a:cubicBezTo>
                  <a:cubicBezTo>
                    <a:pt x="5009" y="5677"/>
                    <a:pt x="6239" y="4532"/>
                    <a:pt x="6354" y="3054"/>
                  </a:cubicBezTo>
                  <a:lnTo>
                    <a:pt x="6468" y="3054"/>
                  </a:lnTo>
                  <a:cubicBezTo>
                    <a:pt x="6793" y="3054"/>
                    <a:pt x="7050" y="2777"/>
                    <a:pt x="7012" y="2453"/>
                  </a:cubicBezTo>
                  <a:cubicBezTo>
                    <a:pt x="6975" y="2173"/>
                    <a:pt x="6737" y="1966"/>
                    <a:pt x="6458" y="1966"/>
                  </a:cubicBezTo>
                  <a:cubicBezTo>
                    <a:pt x="6452" y="1966"/>
                    <a:pt x="6446" y="1966"/>
                    <a:pt x="6440" y="1966"/>
                  </a:cubicBezTo>
                  <a:cubicBezTo>
                    <a:pt x="6277" y="1966"/>
                    <a:pt x="6144" y="1832"/>
                    <a:pt x="6144" y="1670"/>
                  </a:cubicBezTo>
                  <a:lnTo>
                    <a:pt x="6144" y="1527"/>
                  </a:lnTo>
                  <a:cubicBezTo>
                    <a:pt x="6144" y="678"/>
                    <a:pt x="5457" y="1"/>
                    <a:pt x="4618" y="1"/>
                  </a:cubicBezTo>
                  <a:close/>
                </a:path>
              </a:pathLst>
            </a:custGeom>
            <a:solidFill>
              <a:srgbClr val="F6F8F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540" name="Google Shape;16540;p44"/>
            <p:cNvSpPr/>
            <p:nvPr/>
          </p:nvSpPr>
          <p:spPr>
            <a:xfrm>
              <a:off x="8153149" y="3460642"/>
              <a:ext cx="11495" cy="17073"/>
            </a:xfrm>
            <a:custGeom>
              <a:rect b="b" l="l" r="r" t="t"/>
              <a:pathLst>
                <a:path extrusionOk="0" h="652" w="439">
                  <a:moveTo>
                    <a:pt x="219" y="1"/>
                  </a:moveTo>
                  <a:cubicBezTo>
                    <a:pt x="110" y="1"/>
                    <a:pt x="0" y="75"/>
                    <a:pt x="0" y="223"/>
                  </a:cubicBezTo>
                  <a:lnTo>
                    <a:pt x="0" y="432"/>
                  </a:lnTo>
                  <a:cubicBezTo>
                    <a:pt x="0" y="556"/>
                    <a:pt x="95" y="652"/>
                    <a:pt x="219" y="652"/>
                  </a:cubicBezTo>
                  <a:cubicBezTo>
                    <a:pt x="343" y="652"/>
                    <a:pt x="439" y="556"/>
                    <a:pt x="439" y="432"/>
                  </a:cubicBezTo>
                  <a:lnTo>
                    <a:pt x="439" y="223"/>
                  </a:lnTo>
                  <a:cubicBezTo>
                    <a:pt x="439" y="75"/>
                    <a:pt x="329" y="1"/>
                    <a:pt x="219" y="1"/>
                  </a:cubicBezTo>
                  <a:close/>
                </a:path>
              </a:pathLst>
            </a:custGeom>
            <a:solidFill>
              <a:srgbClr val="39516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541" name="Google Shape;16541;p44"/>
            <p:cNvSpPr/>
            <p:nvPr/>
          </p:nvSpPr>
          <p:spPr>
            <a:xfrm>
              <a:off x="8221833" y="3460642"/>
              <a:ext cx="11521" cy="17073"/>
            </a:xfrm>
            <a:custGeom>
              <a:rect b="b" l="l" r="r" t="t"/>
              <a:pathLst>
                <a:path extrusionOk="0" h="652" w="440">
                  <a:moveTo>
                    <a:pt x="220" y="1"/>
                  </a:moveTo>
                  <a:cubicBezTo>
                    <a:pt x="110" y="1"/>
                    <a:pt x="1" y="75"/>
                    <a:pt x="1" y="223"/>
                  </a:cubicBezTo>
                  <a:lnTo>
                    <a:pt x="1" y="432"/>
                  </a:lnTo>
                  <a:cubicBezTo>
                    <a:pt x="1" y="556"/>
                    <a:pt x="96" y="652"/>
                    <a:pt x="220" y="652"/>
                  </a:cubicBezTo>
                  <a:cubicBezTo>
                    <a:pt x="344" y="652"/>
                    <a:pt x="439" y="556"/>
                    <a:pt x="439" y="432"/>
                  </a:cubicBezTo>
                  <a:lnTo>
                    <a:pt x="439" y="223"/>
                  </a:lnTo>
                  <a:cubicBezTo>
                    <a:pt x="439" y="75"/>
                    <a:pt x="330" y="1"/>
                    <a:pt x="220" y="1"/>
                  </a:cubicBezTo>
                  <a:close/>
                </a:path>
              </a:pathLst>
            </a:custGeom>
            <a:solidFill>
              <a:srgbClr val="39516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542" name="Google Shape;16542;p44"/>
            <p:cNvSpPr/>
            <p:nvPr/>
          </p:nvSpPr>
          <p:spPr>
            <a:xfrm>
              <a:off x="8167368" y="3500181"/>
              <a:ext cx="51480" cy="23017"/>
            </a:xfrm>
            <a:custGeom>
              <a:rect b="b" l="l" r="r" t="t"/>
              <a:pathLst>
                <a:path extrusionOk="0" h="879" w="1966">
                  <a:moveTo>
                    <a:pt x="173" y="0"/>
                  </a:moveTo>
                  <a:cubicBezTo>
                    <a:pt x="77" y="0"/>
                    <a:pt x="1" y="86"/>
                    <a:pt x="20" y="182"/>
                  </a:cubicBezTo>
                  <a:cubicBezTo>
                    <a:pt x="115" y="573"/>
                    <a:pt x="516" y="878"/>
                    <a:pt x="983" y="878"/>
                  </a:cubicBezTo>
                  <a:cubicBezTo>
                    <a:pt x="1460" y="878"/>
                    <a:pt x="1852" y="582"/>
                    <a:pt x="1947" y="182"/>
                  </a:cubicBezTo>
                  <a:cubicBezTo>
                    <a:pt x="1966" y="86"/>
                    <a:pt x="1890" y="0"/>
                    <a:pt x="1794" y="0"/>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543" name="Google Shape;16543;p44"/>
            <p:cNvSpPr/>
            <p:nvPr/>
          </p:nvSpPr>
          <p:spPr>
            <a:xfrm>
              <a:off x="8119659" y="3358494"/>
              <a:ext cx="63970" cy="28385"/>
            </a:xfrm>
            <a:custGeom>
              <a:rect b="b" l="l" r="r" t="t"/>
              <a:pathLst>
                <a:path extrusionOk="0" h="1084" w="2443">
                  <a:moveTo>
                    <a:pt x="704" y="1"/>
                  </a:moveTo>
                  <a:cubicBezTo>
                    <a:pt x="507" y="1"/>
                    <a:pt x="309" y="30"/>
                    <a:pt x="115" y="88"/>
                  </a:cubicBezTo>
                  <a:cubicBezTo>
                    <a:pt x="39" y="117"/>
                    <a:pt x="1" y="222"/>
                    <a:pt x="58" y="298"/>
                  </a:cubicBezTo>
                  <a:cubicBezTo>
                    <a:pt x="482" y="803"/>
                    <a:pt x="1103" y="1083"/>
                    <a:pt x="1744" y="1083"/>
                  </a:cubicBezTo>
                  <a:cubicBezTo>
                    <a:pt x="1938" y="1083"/>
                    <a:pt x="2135" y="1057"/>
                    <a:pt x="2328" y="1004"/>
                  </a:cubicBezTo>
                  <a:cubicBezTo>
                    <a:pt x="2414" y="966"/>
                    <a:pt x="2443" y="870"/>
                    <a:pt x="2395" y="794"/>
                  </a:cubicBezTo>
                  <a:cubicBezTo>
                    <a:pt x="2128" y="460"/>
                    <a:pt x="1766" y="222"/>
                    <a:pt x="1355" y="107"/>
                  </a:cubicBezTo>
                  <a:cubicBezTo>
                    <a:pt x="1144" y="37"/>
                    <a:pt x="924" y="1"/>
                    <a:pt x="704" y="1"/>
                  </a:cubicBezTo>
                  <a:close/>
                </a:path>
              </a:pathLst>
            </a:custGeom>
            <a:solidFill>
              <a:srgbClr val="909DA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544" name="Google Shape;16544;p44"/>
            <p:cNvSpPr/>
            <p:nvPr/>
          </p:nvSpPr>
          <p:spPr>
            <a:xfrm>
              <a:off x="8202587" y="3358494"/>
              <a:ext cx="63996" cy="28385"/>
            </a:xfrm>
            <a:custGeom>
              <a:rect b="b" l="l" r="r" t="t"/>
              <a:pathLst>
                <a:path extrusionOk="0" h="1084" w="2444">
                  <a:moveTo>
                    <a:pt x="1740" y="1"/>
                  </a:moveTo>
                  <a:cubicBezTo>
                    <a:pt x="1519" y="1"/>
                    <a:pt x="1300" y="37"/>
                    <a:pt x="1088" y="107"/>
                  </a:cubicBezTo>
                  <a:cubicBezTo>
                    <a:pt x="678" y="222"/>
                    <a:pt x="316" y="460"/>
                    <a:pt x="58" y="794"/>
                  </a:cubicBezTo>
                  <a:cubicBezTo>
                    <a:pt x="1" y="870"/>
                    <a:pt x="39" y="966"/>
                    <a:pt x="115" y="1004"/>
                  </a:cubicBezTo>
                  <a:cubicBezTo>
                    <a:pt x="309" y="1057"/>
                    <a:pt x="505" y="1083"/>
                    <a:pt x="700" y="1083"/>
                  </a:cubicBezTo>
                  <a:cubicBezTo>
                    <a:pt x="1341" y="1083"/>
                    <a:pt x="1964" y="803"/>
                    <a:pt x="2395" y="298"/>
                  </a:cubicBezTo>
                  <a:cubicBezTo>
                    <a:pt x="2443" y="222"/>
                    <a:pt x="2415" y="117"/>
                    <a:pt x="2329" y="88"/>
                  </a:cubicBezTo>
                  <a:cubicBezTo>
                    <a:pt x="2135" y="30"/>
                    <a:pt x="1937" y="1"/>
                    <a:pt x="1740" y="1"/>
                  </a:cubicBezTo>
                  <a:close/>
                </a:path>
              </a:pathLst>
            </a:custGeom>
            <a:solidFill>
              <a:srgbClr val="909DA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545" name="Google Shape;16545;p44"/>
            <p:cNvSpPr/>
            <p:nvPr/>
          </p:nvSpPr>
          <p:spPr>
            <a:xfrm>
              <a:off x="8100937" y="3408743"/>
              <a:ext cx="120922" cy="148652"/>
            </a:xfrm>
            <a:custGeom>
              <a:rect b="b" l="l" r="r" t="t"/>
              <a:pathLst>
                <a:path extrusionOk="0" h="5677" w="4618">
                  <a:moveTo>
                    <a:pt x="2433" y="1"/>
                  </a:moveTo>
                  <a:cubicBezTo>
                    <a:pt x="1584" y="1"/>
                    <a:pt x="897" y="678"/>
                    <a:pt x="906" y="1527"/>
                  </a:cubicBezTo>
                  <a:lnTo>
                    <a:pt x="906" y="1670"/>
                  </a:lnTo>
                  <a:cubicBezTo>
                    <a:pt x="897" y="1832"/>
                    <a:pt x="763" y="1966"/>
                    <a:pt x="601" y="1966"/>
                  </a:cubicBezTo>
                  <a:cubicBezTo>
                    <a:pt x="315" y="1966"/>
                    <a:pt x="67" y="2176"/>
                    <a:pt x="29" y="2453"/>
                  </a:cubicBezTo>
                  <a:cubicBezTo>
                    <a:pt x="0" y="2777"/>
                    <a:pt x="248" y="3054"/>
                    <a:pt x="573" y="3054"/>
                  </a:cubicBezTo>
                  <a:lnTo>
                    <a:pt x="697" y="3054"/>
                  </a:lnTo>
                  <a:cubicBezTo>
                    <a:pt x="800" y="4557"/>
                    <a:pt x="2054" y="5676"/>
                    <a:pt x="3501" y="5676"/>
                  </a:cubicBezTo>
                  <a:cubicBezTo>
                    <a:pt x="3652" y="5676"/>
                    <a:pt x="3805" y="5664"/>
                    <a:pt x="3959" y="5639"/>
                  </a:cubicBezTo>
                  <a:cubicBezTo>
                    <a:pt x="2576" y="5429"/>
                    <a:pt x="1555" y="4237"/>
                    <a:pt x="1555" y="2844"/>
                  </a:cubicBezTo>
                  <a:lnTo>
                    <a:pt x="1555" y="1308"/>
                  </a:lnTo>
                  <a:cubicBezTo>
                    <a:pt x="1555" y="821"/>
                    <a:pt x="1946" y="430"/>
                    <a:pt x="2433" y="430"/>
                  </a:cubicBezTo>
                  <a:lnTo>
                    <a:pt x="4179" y="430"/>
                  </a:lnTo>
                  <a:cubicBezTo>
                    <a:pt x="4417" y="430"/>
                    <a:pt x="4618" y="239"/>
                    <a:pt x="4618" y="1"/>
                  </a:cubicBezTo>
                  <a:close/>
                </a:path>
              </a:pathLst>
            </a:custGeom>
            <a:solidFill>
              <a:srgbClr val="F2F4F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546" name="Google Shape;16546;p44"/>
            <p:cNvSpPr/>
            <p:nvPr/>
          </p:nvSpPr>
          <p:spPr>
            <a:xfrm>
              <a:off x="8145137" y="3440034"/>
              <a:ext cx="27704" cy="14454"/>
            </a:xfrm>
            <a:custGeom>
              <a:rect b="b" l="l" r="r" t="t"/>
              <a:pathLst>
                <a:path extrusionOk="0" h="552" w="1058">
                  <a:moveTo>
                    <a:pt x="747" y="1"/>
                  </a:moveTo>
                  <a:cubicBezTo>
                    <a:pt x="729" y="1"/>
                    <a:pt x="709" y="3"/>
                    <a:pt x="688" y="8"/>
                  </a:cubicBezTo>
                  <a:lnTo>
                    <a:pt x="249" y="122"/>
                  </a:lnTo>
                  <a:cubicBezTo>
                    <a:pt x="1" y="180"/>
                    <a:pt x="48" y="552"/>
                    <a:pt x="306" y="552"/>
                  </a:cubicBezTo>
                  <a:cubicBezTo>
                    <a:pt x="325" y="552"/>
                    <a:pt x="344" y="552"/>
                    <a:pt x="363" y="542"/>
                  </a:cubicBezTo>
                  <a:lnTo>
                    <a:pt x="793" y="437"/>
                  </a:lnTo>
                  <a:cubicBezTo>
                    <a:pt x="1058" y="366"/>
                    <a:pt x="987" y="1"/>
                    <a:pt x="747" y="1"/>
                  </a:cubicBezTo>
                  <a:close/>
                </a:path>
              </a:pathLst>
            </a:custGeom>
            <a:solidFill>
              <a:srgbClr val="DAE2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547" name="Google Shape;16547;p44"/>
            <p:cNvSpPr/>
            <p:nvPr/>
          </p:nvSpPr>
          <p:spPr>
            <a:xfrm>
              <a:off x="8213401" y="3440034"/>
              <a:ext cx="27704" cy="14454"/>
            </a:xfrm>
            <a:custGeom>
              <a:rect b="b" l="l" r="r" t="t"/>
              <a:pathLst>
                <a:path extrusionOk="0" h="552" w="1058">
                  <a:moveTo>
                    <a:pt x="310" y="1"/>
                  </a:moveTo>
                  <a:cubicBezTo>
                    <a:pt x="71" y="1"/>
                    <a:pt x="0" y="366"/>
                    <a:pt x="265" y="437"/>
                  </a:cubicBezTo>
                  <a:lnTo>
                    <a:pt x="704" y="542"/>
                  </a:lnTo>
                  <a:cubicBezTo>
                    <a:pt x="723" y="552"/>
                    <a:pt x="742" y="552"/>
                    <a:pt x="761" y="552"/>
                  </a:cubicBezTo>
                  <a:cubicBezTo>
                    <a:pt x="1019" y="552"/>
                    <a:pt x="1057" y="180"/>
                    <a:pt x="809" y="122"/>
                  </a:cubicBezTo>
                  <a:lnTo>
                    <a:pt x="370" y="8"/>
                  </a:lnTo>
                  <a:cubicBezTo>
                    <a:pt x="349" y="3"/>
                    <a:pt x="329" y="1"/>
                    <a:pt x="310" y="1"/>
                  </a:cubicBezTo>
                  <a:close/>
                </a:path>
              </a:pathLst>
            </a:custGeom>
            <a:solidFill>
              <a:srgbClr val="DAE2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548" name="Google Shape;16548;p44"/>
            <p:cNvSpPr/>
            <p:nvPr/>
          </p:nvSpPr>
          <p:spPr>
            <a:xfrm>
              <a:off x="8181613" y="3368523"/>
              <a:ext cx="23017" cy="23017"/>
            </a:xfrm>
            <a:custGeom>
              <a:rect b="b" l="l" r="r" t="t"/>
              <a:pathLst>
                <a:path extrusionOk="0" h="879" w="879">
                  <a:moveTo>
                    <a:pt x="439" y="1"/>
                  </a:moveTo>
                  <a:cubicBezTo>
                    <a:pt x="201" y="1"/>
                    <a:pt x="1" y="201"/>
                    <a:pt x="1" y="440"/>
                  </a:cubicBezTo>
                  <a:cubicBezTo>
                    <a:pt x="1" y="678"/>
                    <a:pt x="201" y="879"/>
                    <a:pt x="439" y="879"/>
                  </a:cubicBezTo>
                  <a:cubicBezTo>
                    <a:pt x="678" y="879"/>
                    <a:pt x="878" y="678"/>
                    <a:pt x="878" y="440"/>
                  </a:cubicBezTo>
                  <a:cubicBezTo>
                    <a:pt x="878" y="201"/>
                    <a:pt x="678" y="1"/>
                    <a:pt x="439" y="1"/>
                  </a:cubicBezTo>
                  <a:close/>
                </a:path>
              </a:pathLst>
            </a:custGeom>
            <a:solidFill>
              <a:srgbClr val="6F809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6549" name="Google Shape;16549;p44"/>
          <p:cNvGrpSpPr/>
          <p:nvPr/>
        </p:nvGrpSpPr>
        <p:grpSpPr>
          <a:xfrm>
            <a:off x="8065953" y="2727511"/>
            <a:ext cx="263081" cy="354754"/>
            <a:chOff x="8065953" y="2879911"/>
            <a:chExt cx="263081" cy="354754"/>
          </a:xfrm>
        </p:grpSpPr>
        <p:sp>
          <p:nvSpPr>
            <p:cNvPr id="16550" name="Google Shape;16550;p44"/>
            <p:cNvSpPr/>
            <p:nvPr/>
          </p:nvSpPr>
          <p:spPr>
            <a:xfrm>
              <a:off x="8065953" y="3074518"/>
              <a:ext cx="263081" cy="160147"/>
            </a:xfrm>
            <a:custGeom>
              <a:rect b="b" l="l" r="r" t="t"/>
              <a:pathLst>
                <a:path extrusionOk="0" h="6116" w="10047">
                  <a:moveTo>
                    <a:pt x="3712" y="0"/>
                  </a:moveTo>
                  <a:lnTo>
                    <a:pt x="3712" y="1126"/>
                  </a:lnTo>
                  <a:cubicBezTo>
                    <a:pt x="3712" y="1498"/>
                    <a:pt x="3473" y="1823"/>
                    <a:pt x="3130" y="1947"/>
                  </a:cubicBezTo>
                  <a:lnTo>
                    <a:pt x="869" y="2748"/>
                  </a:lnTo>
                  <a:cubicBezTo>
                    <a:pt x="344" y="2929"/>
                    <a:pt x="1" y="3425"/>
                    <a:pt x="1" y="3979"/>
                  </a:cubicBezTo>
                  <a:lnTo>
                    <a:pt x="1" y="5457"/>
                  </a:lnTo>
                  <a:cubicBezTo>
                    <a:pt x="1" y="5820"/>
                    <a:pt x="287" y="6116"/>
                    <a:pt x="649" y="6116"/>
                  </a:cubicBezTo>
                  <a:lnTo>
                    <a:pt x="9397" y="6116"/>
                  </a:lnTo>
                  <a:cubicBezTo>
                    <a:pt x="9750" y="6116"/>
                    <a:pt x="10046" y="5820"/>
                    <a:pt x="10046" y="5457"/>
                  </a:cubicBezTo>
                  <a:lnTo>
                    <a:pt x="10046" y="3979"/>
                  </a:lnTo>
                  <a:cubicBezTo>
                    <a:pt x="10046" y="3425"/>
                    <a:pt x="9693" y="2929"/>
                    <a:pt x="9178" y="2748"/>
                  </a:cubicBezTo>
                  <a:lnTo>
                    <a:pt x="6917" y="1947"/>
                  </a:lnTo>
                  <a:cubicBezTo>
                    <a:pt x="6564" y="1823"/>
                    <a:pt x="6335" y="1498"/>
                    <a:pt x="6335" y="1126"/>
                  </a:cubicBezTo>
                  <a:lnTo>
                    <a:pt x="6335" y="0"/>
                  </a:lnTo>
                  <a:close/>
                </a:path>
              </a:pathLst>
            </a:custGeom>
            <a:solidFill>
              <a:srgbClr val="E7ECF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551" name="Google Shape;16551;p44"/>
            <p:cNvSpPr/>
            <p:nvPr/>
          </p:nvSpPr>
          <p:spPr>
            <a:xfrm>
              <a:off x="8065953" y="3129715"/>
              <a:ext cx="263081" cy="104949"/>
            </a:xfrm>
            <a:custGeom>
              <a:rect b="b" l="l" r="r" t="t"/>
              <a:pathLst>
                <a:path extrusionOk="0" h="4008" w="10047">
                  <a:moveTo>
                    <a:pt x="2681" y="1"/>
                  </a:moveTo>
                  <a:lnTo>
                    <a:pt x="878" y="640"/>
                  </a:lnTo>
                  <a:cubicBezTo>
                    <a:pt x="354" y="821"/>
                    <a:pt x="1" y="1317"/>
                    <a:pt x="1" y="1871"/>
                  </a:cubicBezTo>
                  <a:lnTo>
                    <a:pt x="1" y="3349"/>
                  </a:lnTo>
                  <a:cubicBezTo>
                    <a:pt x="1" y="3712"/>
                    <a:pt x="296" y="4008"/>
                    <a:pt x="659" y="4008"/>
                  </a:cubicBezTo>
                  <a:lnTo>
                    <a:pt x="9397" y="4008"/>
                  </a:lnTo>
                  <a:cubicBezTo>
                    <a:pt x="9750" y="4008"/>
                    <a:pt x="10046" y="3712"/>
                    <a:pt x="10046" y="3349"/>
                  </a:cubicBezTo>
                  <a:lnTo>
                    <a:pt x="10046" y="1871"/>
                  </a:lnTo>
                  <a:cubicBezTo>
                    <a:pt x="10046" y="1317"/>
                    <a:pt x="9693" y="821"/>
                    <a:pt x="9178" y="640"/>
                  </a:cubicBezTo>
                  <a:lnTo>
                    <a:pt x="7365" y="1"/>
                  </a:lnTo>
                  <a:lnTo>
                    <a:pt x="7175" y="487"/>
                  </a:lnTo>
                  <a:cubicBezTo>
                    <a:pt x="6793" y="1432"/>
                    <a:pt x="5954" y="2042"/>
                    <a:pt x="5028" y="2042"/>
                  </a:cubicBezTo>
                  <a:cubicBezTo>
                    <a:pt x="4093" y="2042"/>
                    <a:pt x="3254" y="1432"/>
                    <a:pt x="2882" y="487"/>
                  </a:cubicBezTo>
                  <a:lnTo>
                    <a:pt x="2681" y="1"/>
                  </a:lnTo>
                  <a:close/>
                </a:path>
              </a:pathLst>
            </a:custGeom>
            <a:solidFill>
              <a:srgbClr val="F1F4F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552" name="Google Shape;16552;p44"/>
            <p:cNvSpPr/>
            <p:nvPr/>
          </p:nvSpPr>
          <p:spPr>
            <a:xfrm>
              <a:off x="8163126" y="3074518"/>
              <a:ext cx="68736" cy="22755"/>
            </a:xfrm>
            <a:custGeom>
              <a:rect b="b" l="l" r="r" t="t"/>
              <a:pathLst>
                <a:path extrusionOk="0" h="869" w="2625">
                  <a:moveTo>
                    <a:pt x="1" y="0"/>
                  </a:moveTo>
                  <a:lnTo>
                    <a:pt x="1" y="592"/>
                  </a:lnTo>
                  <a:cubicBezTo>
                    <a:pt x="411" y="773"/>
                    <a:pt x="859" y="869"/>
                    <a:pt x="1317" y="869"/>
                  </a:cubicBezTo>
                  <a:cubicBezTo>
                    <a:pt x="1766" y="869"/>
                    <a:pt x="2214" y="773"/>
                    <a:pt x="2624" y="592"/>
                  </a:cubicBezTo>
                  <a:lnTo>
                    <a:pt x="2624" y="0"/>
                  </a:ln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553" name="Google Shape;16553;p44"/>
            <p:cNvSpPr/>
            <p:nvPr/>
          </p:nvSpPr>
          <p:spPr>
            <a:xfrm>
              <a:off x="8101172" y="2931390"/>
              <a:ext cx="192617" cy="154649"/>
            </a:xfrm>
            <a:custGeom>
              <a:rect b="b" l="l" r="r" t="t"/>
              <a:pathLst>
                <a:path extrusionOk="0" h="5906" w="7356">
                  <a:moveTo>
                    <a:pt x="840" y="0"/>
                  </a:moveTo>
                  <a:lnTo>
                    <a:pt x="840" y="2404"/>
                  </a:lnTo>
                  <a:lnTo>
                    <a:pt x="726" y="2404"/>
                  </a:lnTo>
                  <a:cubicBezTo>
                    <a:pt x="1" y="2404"/>
                    <a:pt x="1" y="3501"/>
                    <a:pt x="726" y="3501"/>
                  </a:cubicBezTo>
                  <a:lnTo>
                    <a:pt x="878" y="3501"/>
                  </a:lnTo>
                  <a:cubicBezTo>
                    <a:pt x="1088" y="4885"/>
                    <a:pt x="2281" y="5905"/>
                    <a:pt x="3674" y="5905"/>
                  </a:cubicBezTo>
                  <a:cubicBezTo>
                    <a:pt x="5076" y="5905"/>
                    <a:pt x="6268" y="4885"/>
                    <a:pt x="6478" y="3501"/>
                  </a:cubicBezTo>
                  <a:lnTo>
                    <a:pt x="6631" y="3501"/>
                  </a:lnTo>
                  <a:cubicBezTo>
                    <a:pt x="7356" y="3501"/>
                    <a:pt x="7356" y="2404"/>
                    <a:pt x="6631" y="2404"/>
                  </a:cubicBezTo>
                  <a:lnTo>
                    <a:pt x="6516" y="2404"/>
                  </a:lnTo>
                  <a:lnTo>
                    <a:pt x="6516" y="0"/>
                  </a:lnTo>
                  <a:close/>
                </a:path>
              </a:pathLst>
            </a:custGeom>
            <a:solidFill>
              <a:srgbClr val="ECF0F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554" name="Google Shape;16554;p44"/>
            <p:cNvSpPr/>
            <p:nvPr/>
          </p:nvSpPr>
          <p:spPr>
            <a:xfrm>
              <a:off x="8208845" y="2988578"/>
              <a:ext cx="51742" cy="11521"/>
            </a:xfrm>
            <a:custGeom>
              <a:rect b="b" l="l" r="r" t="t"/>
              <a:pathLst>
                <a:path extrusionOk="0" h="440" w="1976">
                  <a:moveTo>
                    <a:pt x="0" y="1"/>
                  </a:moveTo>
                  <a:lnTo>
                    <a:pt x="0" y="440"/>
                  </a:lnTo>
                  <a:lnTo>
                    <a:pt x="1975" y="440"/>
                  </a:lnTo>
                  <a:lnTo>
                    <a:pt x="1975" y="1"/>
                  </a:lnTo>
                  <a:close/>
                </a:path>
              </a:pathLst>
            </a:custGeom>
            <a:solidFill>
              <a:srgbClr val="E7ECF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555" name="Google Shape;16555;p44"/>
            <p:cNvSpPr/>
            <p:nvPr/>
          </p:nvSpPr>
          <p:spPr>
            <a:xfrm>
              <a:off x="8176166" y="2988526"/>
              <a:ext cx="42682" cy="23828"/>
            </a:xfrm>
            <a:custGeom>
              <a:rect b="b" l="l" r="r" t="t"/>
              <a:pathLst>
                <a:path extrusionOk="0" h="910" w="1630">
                  <a:moveTo>
                    <a:pt x="819" y="0"/>
                  </a:moveTo>
                  <a:cubicBezTo>
                    <a:pt x="466" y="0"/>
                    <a:pt x="113" y="217"/>
                    <a:pt x="27" y="651"/>
                  </a:cubicBezTo>
                  <a:cubicBezTo>
                    <a:pt x="0" y="813"/>
                    <a:pt x="126" y="908"/>
                    <a:pt x="249" y="908"/>
                  </a:cubicBezTo>
                  <a:cubicBezTo>
                    <a:pt x="343" y="908"/>
                    <a:pt x="436" y="852"/>
                    <a:pt x="457" y="728"/>
                  </a:cubicBezTo>
                  <a:cubicBezTo>
                    <a:pt x="500" y="537"/>
                    <a:pt x="657" y="442"/>
                    <a:pt x="814" y="442"/>
                  </a:cubicBezTo>
                  <a:cubicBezTo>
                    <a:pt x="972" y="442"/>
                    <a:pt x="1129" y="537"/>
                    <a:pt x="1172" y="728"/>
                  </a:cubicBezTo>
                  <a:cubicBezTo>
                    <a:pt x="1191" y="833"/>
                    <a:pt x="1287" y="909"/>
                    <a:pt x="1392" y="909"/>
                  </a:cubicBezTo>
                  <a:cubicBezTo>
                    <a:pt x="1401" y="909"/>
                    <a:pt x="1420" y="909"/>
                    <a:pt x="1430" y="899"/>
                  </a:cubicBezTo>
                  <a:cubicBezTo>
                    <a:pt x="1554" y="880"/>
                    <a:pt x="1630" y="766"/>
                    <a:pt x="1611" y="651"/>
                  </a:cubicBezTo>
                  <a:cubicBezTo>
                    <a:pt x="1525" y="217"/>
                    <a:pt x="1172" y="0"/>
                    <a:pt x="819" y="0"/>
                  </a:cubicBezTo>
                  <a:close/>
                </a:path>
              </a:pathLst>
            </a:custGeom>
            <a:solidFill>
              <a:srgbClr val="F6F8F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556" name="Google Shape;16556;p44"/>
            <p:cNvSpPr/>
            <p:nvPr/>
          </p:nvSpPr>
          <p:spPr>
            <a:xfrm>
              <a:off x="8105179" y="2931390"/>
              <a:ext cx="142158" cy="154596"/>
            </a:xfrm>
            <a:custGeom>
              <a:rect b="b" l="l" r="r" t="t"/>
              <a:pathLst>
                <a:path extrusionOk="0" h="5904" w="5429">
                  <a:moveTo>
                    <a:pt x="687" y="0"/>
                  </a:moveTo>
                  <a:lnTo>
                    <a:pt x="687" y="2404"/>
                  </a:lnTo>
                  <a:lnTo>
                    <a:pt x="611" y="2404"/>
                  </a:lnTo>
                  <a:cubicBezTo>
                    <a:pt x="325" y="2404"/>
                    <a:pt x="77" y="2614"/>
                    <a:pt x="39" y="2900"/>
                  </a:cubicBezTo>
                  <a:cubicBezTo>
                    <a:pt x="0" y="3215"/>
                    <a:pt x="258" y="3501"/>
                    <a:pt x="582" y="3501"/>
                  </a:cubicBezTo>
                  <a:lnTo>
                    <a:pt x="725" y="3501"/>
                  </a:lnTo>
                  <a:cubicBezTo>
                    <a:pt x="932" y="4904"/>
                    <a:pt x="2140" y="5903"/>
                    <a:pt x="3516" y="5903"/>
                  </a:cubicBezTo>
                  <a:cubicBezTo>
                    <a:pt x="3666" y="5903"/>
                    <a:pt x="3817" y="5891"/>
                    <a:pt x="3969" y="5867"/>
                  </a:cubicBezTo>
                  <a:cubicBezTo>
                    <a:pt x="2805" y="5686"/>
                    <a:pt x="1880" y="4818"/>
                    <a:pt x="1632" y="3673"/>
                  </a:cubicBezTo>
                  <a:cubicBezTo>
                    <a:pt x="1584" y="3482"/>
                    <a:pt x="1670" y="3301"/>
                    <a:pt x="1832" y="3205"/>
                  </a:cubicBezTo>
                  <a:cubicBezTo>
                    <a:pt x="2910" y="2595"/>
                    <a:pt x="3902" y="1832"/>
                    <a:pt x="4780" y="964"/>
                  </a:cubicBezTo>
                  <a:cubicBezTo>
                    <a:pt x="5047" y="677"/>
                    <a:pt x="5266" y="353"/>
                    <a:pt x="5429" y="0"/>
                  </a:cubicBezTo>
                  <a:close/>
                </a:path>
              </a:pathLst>
            </a:custGeom>
            <a:solidFill>
              <a:srgbClr val="E7ECF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557" name="Google Shape;16557;p44"/>
            <p:cNvSpPr/>
            <p:nvPr/>
          </p:nvSpPr>
          <p:spPr>
            <a:xfrm>
              <a:off x="8172134" y="3034350"/>
              <a:ext cx="50720" cy="17230"/>
            </a:xfrm>
            <a:custGeom>
              <a:rect b="b" l="l" r="r" t="t"/>
              <a:pathLst>
                <a:path extrusionOk="0" h="658" w="1937">
                  <a:moveTo>
                    <a:pt x="315" y="0"/>
                  </a:moveTo>
                  <a:cubicBezTo>
                    <a:pt x="145" y="0"/>
                    <a:pt x="0" y="218"/>
                    <a:pt x="162" y="380"/>
                  </a:cubicBezTo>
                  <a:cubicBezTo>
                    <a:pt x="372" y="562"/>
                    <a:pt x="651" y="657"/>
                    <a:pt x="933" y="657"/>
                  </a:cubicBezTo>
                  <a:cubicBezTo>
                    <a:pt x="946" y="657"/>
                    <a:pt x="960" y="657"/>
                    <a:pt x="973" y="657"/>
                  </a:cubicBezTo>
                  <a:cubicBezTo>
                    <a:pt x="986" y="657"/>
                    <a:pt x="999" y="657"/>
                    <a:pt x="1012" y="657"/>
                  </a:cubicBezTo>
                  <a:cubicBezTo>
                    <a:pt x="1286" y="657"/>
                    <a:pt x="1565" y="562"/>
                    <a:pt x="1774" y="380"/>
                  </a:cubicBezTo>
                  <a:cubicBezTo>
                    <a:pt x="1936" y="218"/>
                    <a:pt x="1792" y="0"/>
                    <a:pt x="1621" y="0"/>
                  </a:cubicBezTo>
                  <a:cubicBezTo>
                    <a:pt x="1571" y="0"/>
                    <a:pt x="1517" y="19"/>
                    <a:pt x="1469" y="65"/>
                  </a:cubicBezTo>
                  <a:cubicBezTo>
                    <a:pt x="1317" y="170"/>
                    <a:pt x="1142" y="223"/>
                    <a:pt x="968" y="223"/>
                  </a:cubicBezTo>
                  <a:cubicBezTo>
                    <a:pt x="794" y="223"/>
                    <a:pt x="620" y="170"/>
                    <a:pt x="468" y="65"/>
                  </a:cubicBezTo>
                  <a:cubicBezTo>
                    <a:pt x="419" y="19"/>
                    <a:pt x="366" y="0"/>
                    <a:pt x="315" y="0"/>
                  </a:cubicBezTo>
                  <a:close/>
                </a:path>
              </a:pathLst>
            </a:custGeom>
            <a:solidFill>
              <a:srgbClr val="DAE2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558" name="Google Shape;16558;p44"/>
            <p:cNvSpPr/>
            <p:nvPr/>
          </p:nvSpPr>
          <p:spPr>
            <a:xfrm>
              <a:off x="8157391" y="2994444"/>
              <a:ext cx="11521" cy="17151"/>
            </a:xfrm>
            <a:custGeom>
              <a:rect b="b" l="l" r="r" t="t"/>
              <a:pathLst>
                <a:path extrusionOk="0" h="655" w="440">
                  <a:moveTo>
                    <a:pt x="220" y="1"/>
                  </a:moveTo>
                  <a:cubicBezTo>
                    <a:pt x="110" y="1"/>
                    <a:pt x="0" y="72"/>
                    <a:pt x="0" y="216"/>
                  </a:cubicBezTo>
                  <a:lnTo>
                    <a:pt x="0" y="435"/>
                  </a:lnTo>
                  <a:cubicBezTo>
                    <a:pt x="0" y="559"/>
                    <a:pt x="96" y="654"/>
                    <a:pt x="220" y="654"/>
                  </a:cubicBezTo>
                  <a:cubicBezTo>
                    <a:pt x="344" y="654"/>
                    <a:pt x="439" y="559"/>
                    <a:pt x="439" y="435"/>
                  </a:cubicBezTo>
                  <a:lnTo>
                    <a:pt x="439" y="216"/>
                  </a:lnTo>
                  <a:cubicBezTo>
                    <a:pt x="439" y="72"/>
                    <a:pt x="329" y="1"/>
                    <a:pt x="220" y="1"/>
                  </a:cubicBezTo>
                  <a:close/>
                </a:path>
              </a:pathLst>
            </a:custGeom>
            <a:solidFill>
              <a:srgbClr val="213B5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559" name="Google Shape;16559;p44"/>
            <p:cNvSpPr/>
            <p:nvPr/>
          </p:nvSpPr>
          <p:spPr>
            <a:xfrm>
              <a:off x="8226075" y="2994444"/>
              <a:ext cx="11521" cy="17151"/>
            </a:xfrm>
            <a:custGeom>
              <a:rect b="b" l="l" r="r" t="t"/>
              <a:pathLst>
                <a:path extrusionOk="0" h="655" w="440">
                  <a:moveTo>
                    <a:pt x="220" y="1"/>
                  </a:moveTo>
                  <a:cubicBezTo>
                    <a:pt x="110" y="1"/>
                    <a:pt x="1" y="72"/>
                    <a:pt x="1" y="216"/>
                  </a:cubicBezTo>
                  <a:lnTo>
                    <a:pt x="1" y="435"/>
                  </a:lnTo>
                  <a:cubicBezTo>
                    <a:pt x="1" y="559"/>
                    <a:pt x="96" y="654"/>
                    <a:pt x="220" y="654"/>
                  </a:cubicBezTo>
                  <a:cubicBezTo>
                    <a:pt x="344" y="654"/>
                    <a:pt x="440" y="559"/>
                    <a:pt x="440" y="435"/>
                  </a:cubicBezTo>
                  <a:lnTo>
                    <a:pt x="440" y="216"/>
                  </a:lnTo>
                  <a:cubicBezTo>
                    <a:pt x="440" y="72"/>
                    <a:pt x="330" y="1"/>
                    <a:pt x="220" y="1"/>
                  </a:cubicBezTo>
                  <a:close/>
                </a:path>
              </a:pathLst>
            </a:custGeom>
            <a:solidFill>
              <a:srgbClr val="213B5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560" name="Google Shape;16560;p44"/>
            <p:cNvSpPr/>
            <p:nvPr/>
          </p:nvSpPr>
          <p:spPr>
            <a:xfrm>
              <a:off x="8128405" y="2977345"/>
              <a:ext cx="63734" cy="51480"/>
            </a:xfrm>
            <a:custGeom>
              <a:rect b="b" l="l" r="r" t="t"/>
              <a:pathLst>
                <a:path extrusionOk="0" h="1966" w="2434">
                  <a:moveTo>
                    <a:pt x="1956" y="430"/>
                  </a:moveTo>
                  <a:lnTo>
                    <a:pt x="1880" y="964"/>
                  </a:lnTo>
                  <a:cubicBezTo>
                    <a:pt x="1832" y="1288"/>
                    <a:pt x="1556" y="1527"/>
                    <a:pt x="1231" y="1527"/>
                  </a:cubicBezTo>
                  <a:lnTo>
                    <a:pt x="1021" y="1527"/>
                  </a:lnTo>
                  <a:cubicBezTo>
                    <a:pt x="802" y="1527"/>
                    <a:pt x="621" y="1365"/>
                    <a:pt x="592" y="1145"/>
                  </a:cubicBezTo>
                  <a:lnTo>
                    <a:pt x="487" y="430"/>
                  </a:lnTo>
                  <a:close/>
                  <a:moveTo>
                    <a:pt x="239" y="0"/>
                  </a:moveTo>
                  <a:cubicBezTo>
                    <a:pt x="105" y="0"/>
                    <a:pt x="1" y="115"/>
                    <a:pt x="20" y="248"/>
                  </a:cubicBezTo>
                  <a:lnTo>
                    <a:pt x="163" y="1212"/>
                  </a:lnTo>
                  <a:cubicBezTo>
                    <a:pt x="220" y="1641"/>
                    <a:pt x="592" y="1956"/>
                    <a:pt x="1021" y="1966"/>
                  </a:cubicBezTo>
                  <a:lnTo>
                    <a:pt x="1222" y="1966"/>
                  </a:lnTo>
                  <a:cubicBezTo>
                    <a:pt x="1765" y="1956"/>
                    <a:pt x="2223" y="1565"/>
                    <a:pt x="2309" y="1021"/>
                  </a:cubicBezTo>
                  <a:lnTo>
                    <a:pt x="2414" y="248"/>
                  </a:lnTo>
                  <a:cubicBezTo>
                    <a:pt x="2433" y="115"/>
                    <a:pt x="2338" y="0"/>
                    <a:pt x="2204" y="0"/>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561" name="Google Shape;16561;p44"/>
            <p:cNvSpPr/>
            <p:nvPr/>
          </p:nvSpPr>
          <p:spPr>
            <a:xfrm>
              <a:off x="8220340" y="2891406"/>
              <a:ext cx="62975" cy="105945"/>
            </a:xfrm>
            <a:custGeom>
              <a:rect b="b" l="l" r="r" t="t"/>
              <a:pathLst>
                <a:path extrusionOk="0" h="4046" w="2405">
                  <a:moveTo>
                    <a:pt x="0" y="1"/>
                  </a:moveTo>
                  <a:lnTo>
                    <a:pt x="0" y="1747"/>
                  </a:lnTo>
                  <a:cubicBezTo>
                    <a:pt x="1050" y="4046"/>
                    <a:pt x="2404" y="4046"/>
                    <a:pt x="2404" y="4046"/>
                  </a:cubicBezTo>
                  <a:lnTo>
                    <a:pt x="2404" y="1747"/>
                  </a:lnTo>
                  <a:cubicBezTo>
                    <a:pt x="2404" y="783"/>
                    <a:pt x="1622" y="1"/>
                    <a:pt x="659" y="1"/>
                  </a:cubicBezTo>
                  <a:close/>
                </a:path>
              </a:pathLst>
            </a:custGeom>
            <a:solidFill>
              <a:srgbClr val="D4DDE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562" name="Google Shape;16562;p44"/>
            <p:cNvSpPr/>
            <p:nvPr/>
          </p:nvSpPr>
          <p:spPr>
            <a:xfrm>
              <a:off x="8101513" y="2879911"/>
              <a:ext cx="141085" cy="145143"/>
            </a:xfrm>
            <a:custGeom>
              <a:rect b="b" l="l" r="r" t="t"/>
              <a:pathLst>
                <a:path extrusionOk="0" h="5543" w="5388">
                  <a:moveTo>
                    <a:pt x="3670" y="1"/>
                  </a:moveTo>
                  <a:cubicBezTo>
                    <a:pt x="1867" y="1"/>
                    <a:pt x="121" y="1537"/>
                    <a:pt x="121" y="3502"/>
                  </a:cubicBezTo>
                  <a:cubicBezTo>
                    <a:pt x="131" y="4103"/>
                    <a:pt x="93" y="4704"/>
                    <a:pt x="16" y="5305"/>
                  </a:cubicBezTo>
                  <a:cubicBezTo>
                    <a:pt x="1" y="5437"/>
                    <a:pt x="105" y="5543"/>
                    <a:pt x="221" y="5543"/>
                  </a:cubicBezTo>
                  <a:cubicBezTo>
                    <a:pt x="248" y="5543"/>
                    <a:pt x="275" y="5537"/>
                    <a:pt x="303" y="5524"/>
                  </a:cubicBezTo>
                  <a:cubicBezTo>
                    <a:pt x="1905" y="4838"/>
                    <a:pt x="3365" y="3845"/>
                    <a:pt x="4605" y="2624"/>
                  </a:cubicBezTo>
                  <a:cubicBezTo>
                    <a:pt x="4863" y="2357"/>
                    <a:pt x="5072" y="2042"/>
                    <a:pt x="5216" y="1699"/>
                  </a:cubicBezTo>
                  <a:cubicBezTo>
                    <a:pt x="5387" y="1298"/>
                    <a:pt x="5340" y="831"/>
                    <a:pt x="5082" y="478"/>
                  </a:cubicBezTo>
                  <a:cubicBezTo>
                    <a:pt x="4929" y="278"/>
                    <a:pt x="4729" y="134"/>
                    <a:pt x="4491" y="68"/>
                  </a:cubicBezTo>
                  <a:cubicBezTo>
                    <a:pt x="4367" y="20"/>
                    <a:pt x="4233" y="1"/>
                    <a:pt x="4099" y="1"/>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563" name="Google Shape;16563;p44"/>
            <p:cNvSpPr/>
            <p:nvPr/>
          </p:nvSpPr>
          <p:spPr>
            <a:xfrm>
              <a:off x="8277528" y="3152706"/>
              <a:ext cx="46740" cy="81697"/>
            </a:xfrm>
            <a:custGeom>
              <a:rect b="b" l="l" r="r" t="t"/>
              <a:pathLst>
                <a:path extrusionOk="0" h="3120" w="1785">
                  <a:moveTo>
                    <a:pt x="1499" y="0"/>
                  </a:moveTo>
                  <a:lnTo>
                    <a:pt x="373" y="993"/>
                  </a:lnTo>
                  <a:cubicBezTo>
                    <a:pt x="134" y="1202"/>
                    <a:pt x="1" y="1498"/>
                    <a:pt x="1" y="1813"/>
                  </a:cubicBezTo>
                  <a:lnTo>
                    <a:pt x="1" y="3120"/>
                  </a:lnTo>
                  <a:lnTo>
                    <a:pt x="440" y="3120"/>
                  </a:lnTo>
                  <a:lnTo>
                    <a:pt x="440" y="1813"/>
                  </a:lnTo>
                  <a:cubicBezTo>
                    <a:pt x="440" y="1622"/>
                    <a:pt x="516" y="1441"/>
                    <a:pt x="659" y="1317"/>
                  </a:cubicBezTo>
                  <a:lnTo>
                    <a:pt x="1785" y="334"/>
                  </a:lnTo>
                  <a:cubicBezTo>
                    <a:pt x="1709" y="210"/>
                    <a:pt x="1613" y="96"/>
                    <a:pt x="1499" y="0"/>
                  </a:cubicBezTo>
                  <a:close/>
                </a:path>
              </a:pathLst>
            </a:custGeom>
            <a:solidFill>
              <a:srgbClr val="DAE2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564" name="Google Shape;16564;p44"/>
            <p:cNvSpPr/>
            <p:nvPr/>
          </p:nvSpPr>
          <p:spPr>
            <a:xfrm>
              <a:off x="8070693" y="3152706"/>
              <a:ext cx="46740" cy="81697"/>
            </a:xfrm>
            <a:custGeom>
              <a:rect b="b" l="l" r="r" t="t"/>
              <a:pathLst>
                <a:path extrusionOk="0" h="3120" w="1785">
                  <a:moveTo>
                    <a:pt x="287" y="0"/>
                  </a:moveTo>
                  <a:cubicBezTo>
                    <a:pt x="173" y="96"/>
                    <a:pt x="77" y="210"/>
                    <a:pt x="1" y="334"/>
                  </a:cubicBezTo>
                  <a:lnTo>
                    <a:pt x="1127" y="1317"/>
                  </a:lnTo>
                  <a:cubicBezTo>
                    <a:pt x="1270" y="1441"/>
                    <a:pt x="1346" y="1622"/>
                    <a:pt x="1346" y="1813"/>
                  </a:cubicBezTo>
                  <a:lnTo>
                    <a:pt x="1346" y="3120"/>
                  </a:lnTo>
                  <a:lnTo>
                    <a:pt x="1785" y="3120"/>
                  </a:lnTo>
                  <a:lnTo>
                    <a:pt x="1785" y="1813"/>
                  </a:lnTo>
                  <a:cubicBezTo>
                    <a:pt x="1785" y="1498"/>
                    <a:pt x="1651" y="1202"/>
                    <a:pt x="1413" y="993"/>
                  </a:cubicBezTo>
                  <a:lnTo>
                    <a:pt x="287" y="0"/>
                  </a:lnTo>
                  <a:close/>
                </a:path>
              </a:pathLst>
            </a:custGeom>
            <a:solidFill>
              <a:srgbClr val="DAE2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565" name="Google Shape;16565;p44"/>
            <p:cNvSpPr/>
            <p:nvPr/>
          </p:nvSpPr>
          <p:spPr>
            <a:xfrm>
              <a:off x="8202849" y="2977345"/>
              <a:ext cx="63734" cy="51480"/>
            </a:xfrm>
            <a:custGeom>
              <a:rect b="b" l="l" r="r" t="t"/>
              <a:pathLst>
                <a:path extrusionOk="0" h="1966" w="2434">
                  <a:moveTo>
                    <a:pt x="487" y="430"/>
                  </a:moveTo>
                  <a:lnTo>
                    <a:pt x="1947" y="439"/>
                  </a:lnTo>
                  <a:lnTo>
                    <a:pt x="1842" y="1155"/>
                  </a:lnTo>
                  <a:cubicBezTo>
                    <a:pt x="1813" y="1365"/>
                    <a:pt x="1632" y="1527"/>
                    <a:pt x="1412" y="1527"/>
                  </a:cubicBezTo>
                  <a:lnTo>
                    <a:pt x="1212" y="1527"/>
                  </a:lnTo>
                  <a:cubicBezTo>
                    <a:pt x="878" y="1527"/>
                    <a:pt x="611" y="1288"/>
                    <a:pt x="563" y="964"/>
                  </a:cubicBezTo>
                  <a:lnTo>
                    <a:pt x="487" y="430"/>
                  </a:lnTo>
                  <a:close/>
                  <a:moveTo>
                    <a:pt x="229" y="0"/>
                  </a:moveTo>
                  <a:cubicBezTo>
                    <a:pt x="96" y="0"/>
                    <a:pt x="0" y="115"/>
                    <a:pt x="20" y="248"/>
                  </a:cubicBezTo>
                  <a:lnTo>
                    <a:pt x="124" y="1021"/>
                  </a:lnTo>
                  <a:cubicBezTo>
                    <a:pt x="210" y="1565"/>
                    <a:pt x="668" y="1956"/>
                    <a:pt x="1212" y="1966"/>
                  </a:cubicBezTo>
                  <a:lnTo>
                    <a:pt x="1412" y="1966"/>
                  </a:lnTo>
                  <a:cubicBezTo>
                    <a:pt x="1842" y="1956"/>
                    <a:pt x="2214" y="1641"/>
                    <a:pt x="2271" y="1212"/>
                  </a:cubicBezTo>
                  <a:lnTo>
                    <a:pt x="2414" y="248"/>
                  </a:lnTo>
                  <a:cubicBezTo>
                    <a:pt x="2433" y="115"/>
                    <a:pt x="2328" y="0"/>
                    <a:pt x="2195" y="0"/>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6566" name="Google Shape;16566;p44"/>
          <p:cNvGrpSpPr/>
          <p:nvPr/>
        </p:nvGrpSpPr>
        <p:grpSpPr>
          <a:xfrm>
            <a:off x="8064199" y="4115918"/>
            <a:ext cx="270308" cy="354493"/>
            <a:chOff x="8064199" y="4268318"/>
            <a:chExt cx="270308" cy="354493"/>
          </a:xfrm>
        </p:grpSpPr>
        <p:sp>
          <p:nvSpPr>
            <p:cNvPr id="16567" name="Google Shape;16567;p44"/>
            <p:cNvSpPr/>
            <p:nvPr/>
          </p:nvSpPr>
          <p:spPr>
            <a:xfrm>
              <a:off x="8064199" y="4470911"/>
              <a:ext cx="270308" cy="151899"/>
            </a:xfrm>
            <a:custGeom>
              <a:rect b="b" l="l" r="r" t="t"/>
              <a:pathLst>
                <a:path extrusionOk="0" h="5801" w="10323">
                  <a:moveTo>
                    <a:pt x="3655" y="0"/>
                  </a:moveTo>
                  <a:lnTo>
                    <a:pt x="3655" y="1021"/>
                  </a:lnTo>
                  <a:cubicBezTo>
                    <a:pt x="3655" y="1307"/>
                    <a:pt x="3464" y="1555"/>
                    <a:pt x="3197" y="1641"/>
                  </a:cubicBezTo>
                  <a:lnTo>
                    <a:pt x="1079" y="2261"/>
                  </a:lnTo>
                  <a:cubicBezTo>
                    <a:pt x="440" y="2443"/>
                    <a:pt x="1" y="3034"/>
                    <a:pt x="1" y="3702"/>
                  </a:cubicBezTo>
                  <a:lnTo>
                    <a:pt x="1" y="5162"/>
                  </a:lnTo>
                  <a:cubicBezTo>
                    <a:pt x="1" y="5515"/>
                    <a:pt x="287" y="5801"/>
                    <a:pt x="650" y="5801"/>
                  </a:cubicBezTo>
                  <a:lnTo>
                    <a:pt x="9674" y="5801"/>
                  </a:lnTo>
                  <a:cubicBezTo>
                    <a:pt x="10027" y="5801"/>
                    <a:pt x="10323" y="5515"/>
                    <a:pt x="10323" y="5162"/>
                  </a:cubicBezTo>
                  <a:lnTo>
                    <a:pt x="10323" y="3702"/>
                  </a:lnTo>
                  <a:cubicBezTo>
                    <a:pt x="10323" y="3034"/>
                    <a:pt x="9884" y="2452"/>
                    <a:pt x="9245" y="2261"/>
                  </a:cubicBezTo>
                  <a:lnTo>
                    <a:pt x="7127" y="1641"/>
                  </a:lnTo>
                  <a:cubicBezTo>
                    <a:pt x="6850" y="1555"/>
                    <a:pt x="6669" y="1307"/>
                    <a:pt x="6669" y="1021"/>
                  </a:cubicBezTo>
                  <a:lnTo>
                    <a:pt x="6669" y="0"/>
                  </a:lnTo>
                  <a:close/>
                </a:path>
              </a:pathLst>
            </a:custGeom>
            <a:solidFill>
              <a:srgbClr val="DAE2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568" name="Google Shape;16568;p44"/>
            <p:cNvSpPr/>
            <p:nvPr/>
          </p:nvSpPr>
          <p:spPr>
            <a:xfrm>
              <a:off x="8159879" y="4470911"/>
              <a:ext cx="78974" cy="22441"/>
            </a:xfrm>
            <a:custGeom>
              <a:rect b="b" l="l" r="r" t="t"/>
              <a:pathLst>
                <a:path extrusionOk="0" h="857" w="3016">
                  <a:moveTo>
                    <a:pt x="1" y="0"/>
                  </a:moveTo>
                  <a:lnTo>
                    <a:pt x="1" y="477"/>
                  </a:lnTo>
                  <a:cubicBezTo>
                    <a:pt x="473" y="730"/>
                    <a:pt x="990" y="857"/>
                    <a:pt x="1508" y="857"/>
                  </a:cubicBezTo>
                  <a:cubicBezTo>
                    <a:pt x="2025" y="857"/>
                    <a:pt x="2543" y="730"/>
                    <a:pt x="3015" y="477"/>
                  </a:cubicBezTo>
                  <a:lnTo>
                    <a:pt x="3015" y="0"/>
                  </a:lnTo>
                  <a:close/>
                </a:path>
              </a:pathLst>
            </a:custGeom>
            <a:solidFill>
              <a:srgbClr val="D4DDE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569" name="Google Shape;16569;p44"/>
            <p:cNvSpPr/>
            <p:nvPr/>
          </p:nvSpPr>
          <p:spPr>
            <a:xfrm>
              <a:off x="8159879" y="4470911"/>
              <a:ext cx="78974" cy="22441"/>
            </a:xfrm>
            <a:custGeom>
              <a:rect b="b" l="l" r="r" t="t"/>
              <a:pathLst>
                <a:path extrusionOk="0" h="857" w="3016">
                  <a:moveTo>
                    <a:pt x="1" y="0"/>
                  </a:moveTo>
                  <a:lnTo>
                    <a:pt x="1" y="477"/>
                  </a:lnTo>
                  <a:cubicBezTo>
                    <a:pt x="473" y="730"/>
                    <a:pt x="990" y="857"/>
                    <a:pt x="1508" y="857"/>
                  </a:cubicBezTo>
                  <a:cubicBezTo>
                    <a:pt x="2025" y="857"/>
                    <a:pt x="2543" y="730"/>
                    <a:pt x="3015" y="477"/>
                  </a:cubicBezTo>
                  <a:lnTo>
                    <a:pt x="3015" y="0"/>
                  </a:lnTo>
                  <a:close/>
                </a:path>
              </a:pathLst>
            </a:custGeom>
            <a:solidFill>
              <a:srgbClr val="D4DDE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570" name="Google Shape;16570;p44"/>
            <p:cNvSpPr/>
            <p:nvPr/>
          </p:nvSpPr>
          <p:spPr>
            <a:xfrm>
              <a:off x="8238827" y="4498877"/>
              <a:ext cx="95680" cy="123934"/>
            </a:xfrm>
            <a:custGeom>
              <a:rect b="b" l="l" r="r" t="t"/>
              <a:pathLst>
                <a:path extrusionOk="0" h="4733" w="3654">
                  <a:moveTo>
                    <a:pt x="0" y="1"/>
                  </a:moveTo>
                  <a:lnTo>
                    <a:pt x="0" y="4733"/>
                  </a:lnTo>
                  <a:lnTo>
                    <a:pt x="3005" y="4733"/>
                  </a:lnTo>
                  <a:cubicBezTo>
                    <a:pt x="3368" y="4733"/>
                    <a:pt x="3654" y="4447"/>
                    <a:pt x="3654" y="4084"/>
                  </a:cubicBezTo>
                  <a:lnTo>
                    <a:pt x="3654" y="2634"/>
                  </a:lnTo>
                  <a:cubicBezTo>
                    <a:pt x="3654" y="1966"/>
                    <a:pt x="3215" y="1375"/>
                    <a:pt x="2576" y="1193"/>
                  </a:cubicBezTo>
                  <a:lnTo>
                    <a:pt x="458" y="573"/>
                  </a:lnTo>
                  <a:cubicBezTo>
                    <a:pt x="201" y="497"/>
                    <a:pt x="19" y="268"/>
                    <a:pt x="0" y="1"/>
                  </a:cubicBezTo>
                  <a:close/>
                </a:path>
              </a:pathLst>
            </a:custGeom>
            <a:solidFill>
              <a:srgbClr val="39516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571" name="Google Shape;16571;p44"/>
            <p:cNvSpPr/>
            <p:nvPr/>
          </p:nvSpPr>
          <p:spPr>
            <a:xfrm>
              <a:off x="8238827" y="4497384"/>
              <a:ext cx="44226" cy="125426"/>
            </a:xfrm>
            <a:custGeom>
              <a:rect b="b" l="l" r="r" t="t"/>
              <a:pathLst>
                <a:path extrusionOk="0" h="4790" w="1689">
                  <a:moveTo>
                    <a:pt x="0" y="1"/>
                  </a:moveTo>
                  <a:lnTo>
                    <a:pt x="0" y="4790"/>
                  </a:lnTo>
                  <a:lnTo>
                    <a:pt x="1288" y="4790"/>
                  </a:lnTo>
                  <a:lnTo>
                    <a:pt x="1660" y="3120"/>
                  </a:lnTo>
                  <a:cubicBezTo>
                    <a:pt x="1689" y="2958"/>
                    <a:pt x="1632" y="2786"/>
                    <a:pt x="1498" y="2681"/>
                  </a:cubicBezTo>
                  <a:lnTo>
                    <a:pt x="1059" y="2357"/>
                  </a:lnTo>
                  <a:cubicBezTo>
                    <a:pt x="935" y="2262"/>
                    <a:pt x="868" y="2109"/>
                    <a:pt x="897" y="1956"/>
                  </a:cubicBezTo>
                  <a:lnTo>
                    <a:pt x="1050" y="878"/>
                  </a:lnTo>
                  <a:cubicBezTo>
                    <a:pt x="1059" y="754"/>
                    <a:pt x="1031" y="630"/>
                    <a:pt x="945" y="535"/>
                  </a:cubicBezTo>
                  <a:cubicBezTo>
                    <a:pt x="773" y="344"/>
                    <a:pt x="430" y="39"/>
                    <a:pt x="0" y="1"/>
                  </a:cubicBezTo>
                  <a:close/>
                </a:path>
              </a:pathLst>
            </a:custGeom>
            <a:solidFill>
              <a:srgbClr val="213B5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572" name="Google Shape;16572;p44"/>
            <p:cNvSpPr/>
            <p:nvPr/>
          </p:nvSpPr>
          <p:spPr>
            <a:xfrm>
              <a:off x="8064199" y="4498877"/>
              <a:ext cx="95706" cy="123934"/>
            </a:xfrm>
            <a:custGeom>
              <a:rect b="b" l="l" r="r" t="t"/>
              <a:pathLst>
                <a:path extrusionOk="0" h="4733" w="3655">
                  <a:moveTo>
                    <a:pt x="3655" y="1"/>
                  </a:moveTo>
                  <a:cubicBezTo>
                    <a:pt x="3636" y="268"/>
                    <a:pt x="3454" y="497"/>
                    <a:pt x="3197" y="573"/>
                  </a:cubicBezTo>
                  <a:lnTo>
                    <a:pt x="1079" y="1193"/>
                  </a:lnTo>
                  <a:cubicBezTo>
                    <a:pt x="440" y="1375"/>
                    <a:pt x="1" y="1966"/>
                    <a:pt x="1" y="2634"/>
                  </a:cubicBezTo>
                  <a:lnTo>
                    <a:pt x="1" y="4084"/>
                  </a:lnTo>
                  <a:cubicBezTo>
                    <a:pt x="1" y="4447"/>
                    <a:pt x="287" y="4733"/>
                    <a:pt x="650" y="4733"/>
                  </a:cubicBezTo>
                  <a:lnTo>
                    <a:pt x="3655" y="4733"/>
                  </a:lnTo>
                  <a:lnTo>
                    <a:pt x="3655" y="1"/>
                  </a:lnTo>
                  <a:close/>
                </a:path>
              </a:pathLst>
            </a:custGeom>
            <a:solidFill>
              <a:srgbClr val="39516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573" name="Google Shape;16573;p44"/>
            <p:cNvSpPr/>
            <p:nvPr/>
          </p:nvSpPr>
          <p:spPr>
            <a:xfrm>
              <a:off x="8115417" y="4497384"/>
              <a:ext cx="44488" cy="125426"/>
            </a:xfrm>
            <a:custGeom>
              <a:rect b="b" l="l" r="r" t="t"/>
              <a:pathLst>
                <a:path extrusionOk="0" h="4790" w="1699">
                  <a:moveTo>
                    <a:pt x="1699" y="1"/>
                  </a:moveTo>
                  <a:cubicBezTo>
                    <a:pt x="1260" y="39"/>
                    <a:pt x="926" y="344"/>
                    <a:pt x="754" y="535"/>
                  </a:cubicBezTo>
                  <a:cubicBezTo>
                    <a:pt x="668" y="630"/>
                    <a:pt x="630" y="754"/>
                    <a:pt x="649" y="878"/>
                  </a:cubicBezTo>
                  <a:lnTo>
                    <a:pt x="802" y="1956"/>
                  </a:lnTo>
                  <a:cubicBezTo>
                    <a:pt x="830" y="2109"/>
                    <a:pt x="764" y="2262"/>
                    <a:pt x="640" y="2357"/>
                  </a:cubicBezTo>
                  <a:lnTo>
                    <a:pt x="201" y="2681"/>
                  </a:lnTo>
                  <a:cubicBezTo>
                    <a:pt x="67" y="2786"/>
                    <a:pt x="0" y="2958"/>
                    <a:pt x="39" y="3120"/>
                  </a:cubicBezTo>
                  <a:lnTo>
                    <a:pt x="411" y="4790"/>
                  </a:lnTo>
                  <a:lnTo>
                    <a:pt x="1699" y="4790"/>
                  </a:lnTo>
                  <a:lnTo>
                    <a:pt x="1699" y="1"/>
                  </a:lnTo>
                  <a:close/>
                </a:path>
              </a:pathLst>
            </a:custGeom>
            <a:solidFill>
              <a:srgbClr val="213B5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574" name="Google Shape;16574;p44"/>
            <p:cNvSpPr/>
            <p:nvPr/>
          </p:nvSpPr>
          <p:spPr>
            <a:xfrm>
              <a:off x="8160141" y="4541113"/>
              <a:ext cx="78712" cy="81697"/>
            </a:xfrm>
            <a:custGeom>
              <a:rect b="b" l="l" r="r" t="t"/>
              <a:pathLst>
                <a:path extrusionOk="0" h="3120" w="3006">
                  <a:moveTo>
                    <a:pt x="0" y="0"/>
                  </a:moveTo>
                  <a:lnTo>
                    <a:pt x="0" y="3120"/>
                  </a:lnTo>
                  <a:lnTo>
                    <a:pt x="3005" y="3120"/>
                  </a:lnTo>
                  <a:lnTo>
                    <a:pt x="3005" y="0"/>
                  </a:lnTo>
                  <a:cubicBezTo>
                    <a:pt x="2585" y="353"/>
                    <a:pt x="2051" y="544"/>
                    <a:pt x="1507" y="544"/>
                  </a:cubicBezTo>
                  <a:cubicBezTo>
                    <a:pt x="954" y="544"/>
                    <a:pt x="420" y="353"/>
                    <a:pt x="0" y="0"/>
                  </a:cubicBezTo>
                  <a:close/>
                </a:path>
              </a:pathLst>
            </a:custGeom>
            <a:solidFill>
              <a:srgbClr val="52667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575" name="Google Shape;16575;p44"/>
            <p:cNvSpPr/>
            <p:nvPr/>
          </p:nvSpPr>
          <p:spPr>
            <a:xfrm>
              <a:off x="8159879" y="4525114"/>
              <a:ext cx="78974" cy="41372"/>
            </a:xfrm>
            <a:custGeom>
              <a:rect b="b" l="l" r="r" t="t"/>
              <a:pathLst>
                <a:path extrusionOk="0" h="1580" w="3016">
                  <a:moveTo>
                    <a:pt x="1" y="1"/>
                  </a:moveTo>
                  <a:lnTo>
                    <a:pt x="1" y="1136"/>
                  </a:lnTo>
                  <a:cubicBezTo>
                    <a:pt x="459" y="1432"/>
                    <a:pt x="983" y="1580"/>
                    <a:pt x="1508" y="1580"/>
                  </a:cubicBezTo>
                  <a:cubicBezTo>
                    <a:pt x="2033" y="1580"/>
                    <a:pt x="2557" y="1432"/>
                    <a:pt x="3015" y="1136"/>
                  </a:cubicBezTo>
                  <a:lnTo>
                    <a:pt x="3015" y="1"/>
                  </a:lnTo>
                  <a:cubicBezTo>
                    <a:pt x="2629" y="482"/>
                    <a:pt x="2068" y="723"/>
                    <a:pt x="1508" y="723"/>
                  </a:cubicBezTo>
                  <a:cubicBezTo>
                    <a:pt x="947" y="723"/>
                    <a:pt x="387" y="482"/>
                    <a:pt x="1" y="1"/>
                  </a:cubicBezTo>
                  <a:close/>
                </a:path>
              </a:pathLst>
            </a:custGeom>
            <a:solidFill>
              <a:srgbClr val="909DA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576" name="Google Shape;16576;p44"/>
            <p:cNvSpPr/>
            <p:nvPr/>
          </p:nvSpPr>
          <p:spPr>
            <a:xfrm>
              <a:off x="8075459" y="4268318"/>
              <a:ext cx="247815" cy="196885"/>
            </a:xfrm>
            <a:custGeom>
              <a:rect b="b" l="l" r="r" t="t"/>
              <a:pathLst>
                <a:path extrusionOk="0" h="7519" w="9464">
                  <a:moveTo>
                    <a:pt x="3768" y="1"/>
                  </a:moveTo>
                  <a:cubicBezTo>
                    <a:pt x="1689" y="1"/>
                    <a:pt x="0" y="1680"/>
                    <a:pt x="0" y="3759"/>
                  </a:cubicBezTo>
                  <a:cubicBezTo>
                    <a:pt x="0" y="5839"/>
                    <a:pt x="1689" y="7518"/>
                    <a:pt x="3768" y="7518"/>
                  </a:cubicBezTo>
                  <a:lnTo>
                    <a:pt x="5695" y="7518"/>
                  </a:lnTo>
                  <a:cubicBezTo>
                    <a:pt x="7775" y="7518"/>
                    <a:pt x="9464" y="5839"/>
                    <a:pt x="9464" y="3759"/>
                  </a:cubicBezTo>
                  <a:cubicBezTo>
                    <a:pt x="9464" y="1680"/>
                    <a:pt x="7775" y="1"/>
                    <a:pt x="5695" y="1"/>
                  </a:cubicBezTo>
                  <a:close/>
                </a:path>
              </a:pathLst>
            </a:custGeom>
            <a:solidFill>
              <a:srgbClr val="39516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577" name="Google Shape;16577;p44"/>
            <p:cNvSpPr/>
            <p:nvPr/>
          </p:nvSpPr>
          <p:spPr>
            <a:xfrm>
              <a:off x="8108164" y="4335770"/>
              <a:ext cx="181881" cy="146400"/>
            </a:xfrm>
            <a:custGeom>
              <a:rect b="b" l="l" r="r" t="t"/>
              <a:pathLst>
                <a:path extrusionOk="0" h="5591" w="6946">
                  <a:moveTo>
                    <a:pt x="1546" y="0"/>
                  </a:moveTo>
                  <a:cubicBezTo>
                    <a:pt x="1308" y="0"/>
                    <a:pt x="1117" y="191"/>
                    <a:pt x="1117" y="430"/>
                  </a:cubicBezTo>
                  <a:lnTo>
                    <a:pt x="1117" y="1508"/>
                  </a:lnTo>
                  <a:cubicBezTo>
                    <a:pt x="1117" y="1737"/>
                    <a:pt x="917" y="1937"/>
                    <a:pt x="678" y="1937"/>
                  </a:cubicBezTo>
                  <a:lnTo>
                    <a:pt x="602" y="1937"/>
                  </a:lnTo>
                  <a:cubicBezTo>
                    <a:pt x="596" y="1937"/>
                    <a:pt x="589" y="1937"/>
                    <a:pt x="583" y="1937"/>
                  </a:cubicBezTo>
                  <a:cubicBezTo>
                    <a:pt x="314" y="1937"/>
                    <a:pt x="76" y="2134"/>
                    <a:pt x="39" y="2414"/>
                  </a:cubicBezTo>
                  <a:cubicBezTo>
                    <a:pt x="1" y="2729"/>
                    <a:pt x="258" y="3005"/>
                    <a:pt x="573" y="3005"/>
                  </a:cubicBezTo>
                  <a:lnTo>
                    <a:pt x="697" y="3005"/>
                  </a:lnTo>
                  <a:cubicBezTo>
                    <a:pt x="802" y="4465"/>
                    <a:pt x="2014" y="5591"/>
                    <a:pt x="3473" y="5591"/>
                  </a:cubicBezTo>
                  <a:cubicBezTo>
                    <a:pt x="4943" y="5591"/>
                    <a:pt x="6154" y="4465"/>
                    <a:pt x="6259" y="3005"/>
                  </a:cubicBezTo>
                  <a:lnTo>
                    <a:pt x="6383" y="3005"/>
                  </a:lnTo>
                  <a:cubicBezTo>
                    <a:pt x="6698" y="3005"/>
                    <a:pt x="6946" y="2729"/>
                    <a:pt x="6917" y="2414"/>
                  </a:cubicBezTo>
                  <a:cubicBezTo>
                    <a:pt x="6871" y="2134"/>
                    <a:pt x="6642" y="1937"/>
                    <a:pt x="6373" y="1937"/>
                  </a:cubicBezTo>
                  <a:cubicBezTo>
                    <a:pt x="6367" y="1937"/>
                    <a:pt x="6361" y="1937"/>
                    <a:pt x="6354" y="1937"/>
                  </a:cubicBezTo>
                  <a:lnTo>
                    <a:pt x="6278" y="1937"/>
                  </a:lnTo>
                  <a:cubicBezTo>
                    <a:pt x="6040" y="1937"/>
                    <a:pt x="5839" y="1737"/>
                    <a:pt x="5839" y="1508"/>
                  </a:cubicBezTo>
                  <a:lnTo>
                    <a:pt x="5839" y="430"/>
                  </a:lnTo>
                  <a:cubicBezTo>
                    <a:pt x="5839" y="191"/>
                    <a:pt x="5648" y="0"/>
                    <a:pt x="5410" y="0"/>
                  </a:cubicBezTo>
                  <a:close/>
                </a:path>
              </a:pathLst>
            </a:custGeom>
            <a:solidFill>
              <a:srgbClr val="E0E7E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578" name="Google Shape;16578;p44"/>
            <p:cNvSpPr/>
            <p:nvPr/>
          </p:nvSpPr>
          <p:spPr>
            <a:xfrm>
              <a:off x="8108425" y="4335770"/>
              <a:ext cx="141661" cy="146400"/>
            </a:xfrm>
            <a:custGeom>
              <a:rect b="b" l="l" r="r" t="t"/>
              <a:pathLst>
                <a:path extrusionOk="0" h="5591" w="5410">
                  <a:moveTo>
                    <a:pt x="1536" y="0"/>
                  </a:moveTo>
                  <a:cubicBezTo>
                    <a:pt x="1298" y="0"/>
                    <a:pt x="1107" y="191"/>
                    <a:pt x="1107" y="430"/>
                  </a:cubicBezTo>
                  <a:lnTo>
                    <a:pt x="1107" y="1498"/>
                  </a:lnTo>
                  <a:cubicBezTo>
                    <a:pt x="1107" y="1737"/>
                    <a:pt x="916" y="1937"/>
                    <a:pt x="678" y="1937"/>
                  </a:cubicBezTo>
                  <a:lnTo>
                    <a:pt x="601" y="1937"/>
                  </a:lnTo>
                  <a:cubicBezTo>
                    <a:pt x="595" y="1937"/>
                    <a:pt x="588" y="1937"/>
                    <a:pt x="582" y="1937"/>
                  </a:cubicBezTo>
                  <a:cubicBezTo>
                    <a:pt x="304" y="1937"/>
                    <a:pt x="76" y="2134"/>
                    <a:pt x="39" y="2414"/>
                  </a:cubicBezTo>
                  <a:cubicBezTo>
                    <a:pt x="0" y="2729"/>
                    <a:pt x="248" y="3005"/>
                    <a:pt x="573" y="3005"/>
                  </a:cubicBezTo>
                  <a:lnTo>
                    <a:pt x="687" y="3005"/>
                  </a:lnTo>
                  <a:cubicBezTo>
                    <a:pt x="791" y="4481"/>
                    <a:pt x="2027" y="5590"/>
                    <a:pt x="3455" y="5590"/>
                  </a:cubicBezTo>
                  <a:cubicBezTo>
                    <a:pt x="3606" y="5590"/>
                    <a:pt x="3758" y="5578"/>
                    <a:pt x="3912" y="5553"/>
                  </a:cubicBezTo>
                  <a:cubicBezTo>
                    <a:pt x="2548" y="5343"/>
                    <a:pt x="1546" y="4169"/>
                    <a:pt x="1546" y="2796"/>
                  </a:cubicBezTo>
                  <a:lnTo>
                    <a:pt x="1546" y="1288"/>
                  </a:lnTo>
                  <a:cubicBezTo>
                    <a:pt x="1546" y="811"/>
                    <a:pt x="1927" y="430"/>
                    <a:pt x="2404" y="430"/>
                  </a:cubicBezTo>
                  <a:lnTo>
                    <a:pt x="4980" y="430"/>
                  </a:lnTo>
                  <a:cubicBezTo>
                    <a:pt x="5219" y="430"/>
                    <a:pt x="5410" y="229"/>
                    <a:pt x="5410" y="0"/>
                  </a:cubicBezTo>
                  <a:close/>
                </a:path>
              </a:pathLst>
            </a:custGeom>
            <a:solidFill>
              <a:srgbClr val="DAE2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579" name="Google Shape;16579;p44"/>
            <p:cNvSpPr/>
            <p:nvPr/>
          </p:nvSpPr>
          <p:spPr>
            <a:xfrm>
              <a:off x="8174569" y="4431241"/>
              <a:ext cx="49830" cy="17230"/>
            </a:xfrm>
            <a:custGeom>
              <a:rect b="b" l="l" r="r" t="t"/>
              <a:pathLst>
                <a:path extrusionOk="0" h="658" w="1903">
                  <a:moveTo>
                    <a:pt x="309" y="0"/>
                  </a:moveTo>
                  <a:cubicBezTo>
                    <a:pt x="141" y="0"/>
                    <a:pt x="1" y="219"/>
                    <a:pt x="155" y="380"/>
                  </a:cubicBezTo>
                  <a:cubicBezTo>
                    <a:pt x="365" y="554"/>
                    <a:pt x="637" y="657"/>
                    <a:pt x="919" y="657"/>
                  </a:cubicBezTo>
                  <a:cubicBezTo>
                    <a:pt x="932" y="657"/>
                    <a:pt x="944" y="657"/>
                    <a:pt x="956" y="657"/>
                  </a:cubicBezTo>
                  <a:cubicBezTo>
                    <a:pt x="968" y="657"/>
                    <a:pt x="980" y="657"/>
                    <a:pt x="992" y="657"/>
                  </a:cubicBezTo>
                  <a:cubicBezTo>
                    <a:pt x="1267" y="657"/>
                    <a:pt x="1538" y="554"/>
                    <a:pt x="1748" y="380"/>
                  </a:cubicBezTo>
                  <a:cubicBezTo>
                    <a:pt x="1903" y="219"/>
                    <a:pt x="1762" y="0"/>
                    <a:pt x="1594" y="0"/>
                  </a:cubicBezTo>
                  <a:cubicBezTo>
                    <a:pt x="1544" y="0"/>
                    <a:pt x="1491" y="19"/>
                    <a:pt x="1443" y="65"/>
                  </a:cubicBezTo>
                  <a:cubicBezTo>
                    <a:pt x="1295" y="170"/>
                    <a:pt x="1123" y="223"/>
                    <a:pt x="952" y="223"/>
                  </a:cubicBezTo>
                  <a:cubicBezTo>
                    <a:pt x="780" y="223"/>
                    <a:pt x="608" y="170"/>
                    <a:pt x="460" y="65"/>
                  </a:cubicBezTo>
                  <a:cubicBezTo>
                    <a:pt x="412" y="19"/>
                    <a:pt x="360" y="0"/>
                    <a:pt x="309" y="0"/>
                  </a:cubicBezTo>
                  <a:close/>
                </a:path>
              </a:pathLst>
            </a:custGeom>
            <a:solidFill>
              <a:srgbClr val="D4DDE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580" name="Google Shape;16580;p44"/>
            <p:cNvSpPr/>
            <p:nvPr/>
          </p:nvSpPr>
          <p:spPr>
            <a:xfrm>
              <a:off x="8134375" y="4380730"/>
              <a:ext cx="130218" cy="43572"/>
            </a:xfrm>
            <a:custGeom>
              <a:rect b="b" l="l" r="r" t="t"/>
              <a:pathLst>
                <a:path extrusionOk="0" h="1664" w="4973">
                  <a:moveTo>
                    <a:pt x="4001" y="0"/>
                  </a:moveTo>
                  <a:cubicBezTo>
                    <a:pt x="3994" y="0"/>
                    <a:pt x="3987" y="0"/>
                    <a:pt x="3980" y="1"/>
                  </a:cubicBezTo>
                  <a:lnTo>
                    <a:pt x="984" y="1"/>
                  </a:lnTo>
                  <a:cubicBezTo>
                    <a:pt x="603" y="1"/>
                    <a:pt x="269" y="239"/>
                    <a:pt x="154" y="611"/>
                  </a:cubicBezTo>
                  <a:cubicBezTo>
                    <a:pt x="0" y="1161"/>
                    <a:pt x="437" y="1664"/>
                    <a:pt x="957" y="1664"/>
                  </a:cubicBezTo>
                  <a:cubicBezTo>
                    <a:pt x="1050" y="1664"/>
                    <a:pt x="1146" y="1648"/>
                    <a:pt x="1242" y="1613"/>
                  </a:cubicBezTo>
                  <a:lnTo>
                    <a:pt x="1728" y="1432"/>
                  </a:lnTo>
                  <a:cubicBezTo>
                    <a:pt x="2053" y="1308"/>
                    <a:pt x="2272" y="993"/>
                    <a:pt x="2272" y="649"/>
                  </a:cubicBezTo>
                  <a:cubicBezTo>
                    <a:pt x="2272" y="535"/>
                    <a:pt x="2367" y="439"/>
                    <a:pt x="2482" y="439"/>
                  </a:cubicBezTo>
                  <a:cubicBezTo>
                    <a:pt x="2606" y="439"/>
                    <a:pt x="2701" y="535"/>
                    <a:pt x="2701" y="649"/>
                  </a:cubicBezTo>
                  <a:cubicBezTo>
                    <a:pt x="2701" y="993"/>
                    <a:pt x="2911" y="1308"/>
                    <a:pt x="3236" y="1432"/>
                  </a:cubicBezTo>
                  <a:lnTo>
                    <a:pt x="3732" y="1613"/>
                  </a:lnTo>
                  <a:cubicBezTo>
                    <a:pt x="3827" y="1648"/>
                    <a:pt x="3923" y="1664"/>
                    <a:pt x="4016" y="1664"/>
                  </a:cubicBezTo>
                  <a:cubicBezTo>
                    <a:pt x="4536" y="1664"/>
                    <a:pt x="4973" y="1161"/>
                    <a:pt x="4819" y="611"/>
                  </a:cubicBezTo>
                  <a:cubicBezTo>
                    <a:pt x="4707" y="246"/>
                    <a:pt x="4374" y="0"/>
                    <a:pt x="4001" y="0"/>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581" name="Google Shape;16581;p44"/>
            <p:cNvSpPr/>
            <p:nvPr/>
          </p:nvSpPr>
          <p:spPr>
            <a:xfrm>
              <a:off x="8148646" y="4391963"/>
              <a:ext cx="33752" cy="21000"/>
            </a:xfrm>
            <a:custGeom>
              <a:rect b="b" l="l" r="r" t="t"/>
              <a:pathLst>
                <a:path extrusionOk="0" h="802" w="1289">
                  <a:moveTo>
                    <a:pt x="401" y="1"/>
                  </a:moveTo>
                  <a:cubicBezTo>
                    <a:pt x="182" y="1"/>
                    <a:pt x="0" y="182"/>
                    <a:pt x="0" y="402"/>
                  </a:cubicBezTo>
                  <a:cubicBezTo>
                    <a:pt x="0" y="627"/>
                    <a:pt x="191" y="802"/>
                    <a:pt x="400" y="802"/>
                  </a:cubicBezTo>
                  <a:cubicBezTo>
                    <a:pt x="448" y="802"/>
                    <a:pt x="497" y="793"/>
                    <a:pt x="544" y="774"/>
                  </a:cubicBezTo>
                  <a:lnTo>
                    <a:pt x="1031" y="592"/>
                  </a:lnTo>
                  <a:cubicBezTo>
                    <a:pt x="1183" y="535"/>
                    <a:pt x="1288" y="392"/>
                    <a:pt x="1288" y="220"/>
                  </a:cubicBezTo>
                  <a:lnTo>
                    <a:pt x="1288" y="1"/>
                  </a:lnTo>
                  <a:close/>
                </a:path>
              </a:pathLst>
            </a:custGeom>
            <a:solidFill>
              <a:srgbClr val="6F809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582" name="Google Shape;16582;p44"/>
            <p:cNvSpPr/>
            <p:nvPr/>
          </p:nvSpPr>
          <p:spPr>
            <a:xfrm>
              <a:off x="8216334" y="4391963"/>
              <a:ext cx="33752" cy="21079"/>
            </a:xfrm>
            <a:custGeom>
              <a:rect b="b" l="l" r="r" t="t"/>
              <a:pathLst>
                <a:path extrusionOk="0" h="805" w="1289">
                  <a:moveTo>
                    <a:pt x="1" y="1"/>
                  </a:moveTo>
                  <a:lnTo>
                    <a:pt x="1" y="220"/>
                  </a:lnTo>
                  <a:cubicBezTo>
                    <a:pt x="1" y="392"/>
                    <a:pt x="106" y="535"/>
                    <a:pt x="258" y="592"/>
                  </a:cubicBezTo>
                  <a:lnTo>
                    <a:pt x="745" y="783"/>
                  </a:lnTo>
                  <a:cubicBezTo>
                    <a:pt x="791" y="797"/>
                    <a:pt x="838" y="805"/>
                    <a:pt x="886" y="805"/>
                  </a:cubicBezTo>
                  <a:cubicBezTo>
                    <a:pt x="966" y="805"/>
                    <a:pt x="1045" y="783"/>
                    <a:pt x="1117" y="735"/>
                  </a:cubicBezTo>
                  <a:cubicBezTo>
                    <a:pt x="1222" y="659"/>
                    <a:pt x="1289" y="535"/>
                    <a:pt x="1289" y="402"/>
                  </a:cubicBezTo>
                  <a:cubicBezTo>
                    <a:pt x="1289" y="182"/>
                    <a:pt x="1107" y="1"/>
                    <a:pt x="888" y="1"/>
                  </a:cubicBezTo>
                  <a:close/>
                </a:path>
              </a:pathLst>
            </a:custGeom>
            <a:solidFill>
              <a:srgbClr val="6F809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583" name="Google Shape;16583;p44"/>
            <p:cNvSpPr/>
            <p:nvPr/>
          </p:nvSpPr>
          <p:spPr>
            <a:xfrm>
              <a:off x="8159879" y="4391963"/>
              <a:ext cx="11260" cy="11286"/>
            </a:xfrm>
            <a:custGeom>
              <a:rect b="b" l="l" r="r" t="t"/>
              <a:pathLst>
                <a:path extrusionOk="0" h="431" w="430">
                  <a:moveTo>
                    <a:pt x="1" y="1"/>
                  </a:moveTo>
                  <a:lnTo>
                    <a:pt x="1" y="220"/>
                  </a:lnTo>
                  <a:cubicBezTo>
                    <a:pt x="1" y="335"/>
                    <a:pt x="96" y="430"/>
                    <a:pt x="220" y="430"/>
                  </a:cubicBezTo>
                  <a:cubicBezTo>
                    <a:pt x="334" y="430"/>
                    <a:pt x="430" y="335"/>
                    <a:pt x="430" y="220"/>
                  </a:cubicBezTo>
                  <a:lnTo>
                    <a:pt x="430" y="1"/>
                  </a:lnTo>
                  <a:close/>
                </a:path>
              </a:pathLst>
            </a:custGeom>
            <a:solidFill>
              <a:srgbClr val="52667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584" name="Google Shape;16584;p44"/>
            <p:cNvSpPr/>
            <p:nvPr/>
          </p:nvSpPr>
          <p:spPr>
            <a:xfrm>
              <a:off x="8227567" y="4391963"/>
              <a:ext cx="11286" cy="11286"/>
            </a:xfrm>
            <a:custGeom>
              <a:rect b="b" l="l" r="r" t="t"/>
              <a:pathLst>
                <a:path extrusionOk="0" h="431" w="431">
                  <a:moveTo>
                    <a:pt x="1" y="1"/>
                  </a:moveTo>
                  <a:lnTo>
                    <a:pt x="1" y="220"/>
                  </a:lnTo>
                  <a:cubicBezTo>
                    <a:pt x="1" y="335"/>
                    <a:pt x="96" y="430"/>
                    <a:pt x="211" y="430"/>
                  </a:cubicBezTo>
                  <a:cubicBezTo>
                    <a:pt x="335" y="430"/>
                    <a:pt x="430" y="335"/>
                    <a:pt x="430" y="220"/>
                  </a:cubicBezTo>
                  <a:lnTo>
                    <a:pt x="430" y="1"/>
                  </a:lnTo>
                  <a:close/>
                </a:path>
              </a:pathLst>
            </a:custGeom>
            <a:solidFill>
              <a:srgbClr val="52667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16585" name="Google Shape;16585;p44"/>
          <p:cNvSpPr txBox="1"/>
          <p:nvPr/>
        </p:nvSpPr>
        <p:spPr>
          <a:xfrm>
            <a:off x="849675" y="715988"/>
            <a:ext cx="3482100" cy="482400"/>
          </a:xfrm>
          <a:prstGeom prst="rect">
            <a:avLst/>
          </a:prstGeom>
          <a:noFill/>
          <a:ln>
            <a:noFill/>
          </a:ln>
        </p:spPr>
        <p:txBody>
          <a:bodyPr anchorCtr="0" anchor="t"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2400"/>
              <a:buFont typeface="Arial"/>
              <a:buNone/>
            </a:pPr>
            <a:r>
              <a:rPr b="0" i="0" lang="en" sz="2400" u="none" cap="none" strike="noStrike">
                <a:solidFill>
                  <a:srgbClr val="FFFFFF"/>
                </a:solidFill>
                <a:latin typeface="Arial"/>
                <a:ea typeface="Arial"/>
                <a:cs typeface="Arial"/>
                <a:sym typeface="Arial"/>
              </a:rPr>
              <a:t>Help &amp; Support Icons</a:t>
            </a:r>
            <a:endParaRPr b="0" i="0" sz="2400" u="none" cap="none" strike="noStrike">
              <a:solidFill>
                <a:srgbClr val="FFFFFF"/>
              </a:solidFill>
              <a:latin typeface="Arial"/>
              <a:ea typeface="Arial"/>
              <a:cs typeface="Arial"/>
              <a:sym typeface="Arial"/>
            </a:endParaRPr>
          </a:p>
        </p:txBody>
      </p:sp>
      <p:sp>
        <p:nvSpPr>
          <p:cNvPr id="16586" name="Google Shape;16586;p44"/>
          <p:cNvSpPr txBox="1"/>
          <p:nvPr/>
        </p:nvSpPr>
        <p:spPr>
          <a:xfrm>
            <a:off x="4858400" y="715988"/>
            <a:ext cx="3482100" cy="482400"/>
          </a:xfrm>
          <a:prstGeom prst="rect">
            <a:avLst/>
          </a:prstGeom>
          <a:noFill/>
          <a:ln>
            <a:noFill/>
          </a:ln>
        </p:spPr>
        <p:txBody>
          <a:bodyPr anchorCtr="0" anchor="t"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2400"/>
              <a:buFont typeface="Arial"/>
              <a:buNone/>
            </a:pPr>
            <a:r>
              <a:rPr b="0" i="0" lang="en" sz="2400" u="none" cap="none" strike="noStrike">
                <a:solidFill>
                  <a:srgbClr val="FFFFFF"/>
                </a:solidFill>
                <a:latin typeface="Arial"/>
                <a:ea typeface="Arial"/>
                <a:cs typeface="Arial"/>
                <a:sym typeface="Arial"/>
              </a:rPr>
              <a:t>Avatar Icons</a:t>
            </a:r>
            <a:endParaRPr b="0" i="0" sz="2400" u="none" cap="none" strike="noStrike">
              <a:solidFill>
                <a:srgbClr val="FFFFFF"/>
              </a:solidFill>
              <a:latin typeface="Arial"/>
              <a:ea typeface="Arial"/>
              <a:cs typeface="Arial"/>
              <a:sym typeface="Arial"/>
            </a:endParaRPr>
          </a:p>
        </p:txBody>
      </p:sp>
    </p:spTree>
  </p:cSld>
  <p:clrMapOvr>
    <a:masterClrMapping/>
  </p:clrMapOvr>
</p:sld>
</file>

<file path=ppt/slides/slide5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0">
  <p:cSld>
    <p:bg>
      <p:bgPr>
        <a:solidFill>
          <a:srgbClr val="0E2A47"/>
        </a:solidFill>
      </p:bgPr>
    </p:bg>
    <p:spTree>
      <p:nvGrpSpPr>
        <p:cNvPr id="16590" name="Shape 16590"/>
        <p:cNvGrpSpPr/>
        <p:nvPr/>
      </p:nvGrpSpPr>
      <p:grpSpPr>
        <a:xfrm>
          <a:off x="0" y="0"/>
          <a:ext cx="0" cy="0"/>
          <a:chOff x="0" y="0"/>
          <a:chExt cx="0" cy="0"/>
        </a:xfrm>
      </p:grpSpPr>
      <p:grpSp>
        <p:nvGrpSpPr>
          <p:cNvPr id="16591" name="Google Shape;16591;p45"/>
          <p:cNvGrpSpPr/>
          <p:nvPr/>
        </p:nvGrpSpPr>
        <p:grpSpPr>
          <a:xfrm>
            <a:off x="3511608" y="3163570"/>
            <a:ext cx="381482" cy="366926"/>
            <a:chOff x="3511608" y="3348218"/>
            <a:chExt cx="381482" cy="366926"/>
          </a:xfrm>
        </p:grpSpPr>
        <p:sp>
          <p:nvSpPr>
            <p:cNvPr id="16592" name="Google Shape;16592;p45"/>
            <p:cNvSpPr/>
            <p:nvPr/>
          </p:nvSpPr>
          <p:spPr>
            <a:xfrm>
              <a:off x="3628211" y="3373096"/>
              <a:ext cx="133197" cy="153581"/>
            </a:xfrm>
            <a:custGeom>
              <a:rect b="b" l="l" r="r" t="t"/>
              <a:pathLst>
                <a:path extrusionOk="0" h="5877" w="5097">
                  <a:moveTo>
                    <a:pt x="539" y="1"/>
                  </a:moveTo>
                  <a:cubicBezTo>
                    <a:pt x="241" y="1"/>
                    <a:pt x="0" y="241"/>
                    <a:pt x="0" y="549"/>
                  </a:cubicBezTo>
                  <a:lnTo>
                    <a:pt x="0" y="3818"/>
                  </a:lnTo>
                  <a:cubicBezTo>
                    <a:pt x="0" y="4953"/>
                    <a:pt x="923" y="5876"/>
                    <a:pt x="2058" y="5876"/>
                  </a:cubicBezTo>
                  <a:lnTo>
                    <a:pt x="3039" y="5876"/>
                  </a:lnTo>
                  <a:cubicBezTo>
                    <a:pt x="4174" y="5876"/>
                    <a:pt x="5097" y="4953"/>
                    <a:pt x="5097" y="3818"/>
                  </a:cubicBezTo>
                  <a:lnTo>
                    <a:pt x="5097" y="549"/>
                  </a:lnTo>
                  <a:cubicBezTo>
                    <a:pt x="5097" y="241"/>
                    <a:pt x="4856" y="1"/>
                    <a:pt x="4558" y="1"/>
                  </a:cubicBezTo>
                  <a:close/>
                </a:path>
              </a:pathLst>
            </a:custGeom>
            <a:solidFill>
              <a:srgbClr val="AFC0C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593" name="Google Shape;16593;p45"/>
            <p:cNvSpPr/>
            <p:nvPr/>
          </p:nvSpPr>
          <p:spPr>
            <a:xfrm>
              <a:off x="3511608" y="3415561"/>
              <a:ext cx="381482" cy="73406"/>
            </a:xfrm>
            <a:custGeom>
              <a:rect b="b" l="l" r="r" t="t"/>
              <a:pathLst>
                <a:path extrusionOk="0" h="2809" w="14598">
                  <a:moveTo>
                    <a:pt x="1895" y="1"/>
                  </a:moveTo>
                  <a:cubicBezTo>
                    <a:pt x="472" y="39"/>
                    <a:pt x="0" y="1943"/>
                    <a:pt x="1260" y="2636"/>
                  </a:cubicBezTo>
                  <a:cubicBezTo>
                    <a:pt x="1452" y="2742"/>
                    <a:pt x="1674" y="2799"/>
                    <a:pt x="1895" y="2809"/>
                  </a:cubicBezTo>
                  <a:lnTo>
                    <a:pt x="11963" y="2809"/>
                  </a:lnTo>
                  <a:cubicBezTo>
                    <a:pt x="12155" y="2809"/>
                    <a:pt x="12347" y="2761"/>
                    <a:pt x="12520" y="2674"/>
                  </a:cubicBezTo>
                  <a:lnTo>
                    <a:pt x="13751" y="2020"/>
                  </a:lnTo>
                  <a:lnTo>
                    <a:pt x="14376" y="1693"/>
                  </a:lnTo>
                  <a:cubicBezTo>
                    <a:pt x="14597" y="1568"/>
                    <a:pt x="14597" y="1251"/>
                    <a:pt x="14376" y="1126"/>
                  </a:cubicBezTo>
                  <a:lnTo>
                    <a:pt x="13751" y="799"/>
                  </a:lnTo>
                  <a:lnTo>
                    <a:pt x="12520" y="145"/>
                  </a:lnTo>
                  <a:cubicBezTo>
                    <a:pt x="12347" y="49"/>
                    <a:pt x="12155" y="11"/>
                    <a:pt x="11963" y="1"/>
                  </a:cubicBezTo>
                  <a:close/>
                </a:path>
              </a:pathLst>
            </a:custGeom>
            <a:solidFill>
              <a:srgbClr val="C5D0D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594" name="Google Shape;16594;p45"/>
            <p:cNvSpPr/>
            <p:nvPr/>
          </p:nvSpPr>
          <p:spPr>
            <a:xfrm>
              <a:off x="3525171" y="3415822"/>
              <a:ext cx="35958" cy="73145"/>
            </a:xfrm>
            <a:custGeom>
              <a:rect b="b" l="l" r="r" t="t"/>
              <a:pathLst>
                <a:path extrusionOk="0" h="2799" w="1376">
                  <a:moveTo>
                    <a:pt x="1376" y="1"/>
                  </a:moveTo>
                  <a:cubicBezTo>
                    <a:pt x="606" y="10"/>
                    <a:pt x="1" y="654"/>
                    <a:pt x="10" y="1424"/>
                  </a:cubicBezTo>
                  <a:cubicBezTo>
                    <a:pt x="29" y="2174"/>
                    <a:pt x="626" y="2780"/>
                    <a:pt x="1376" y="2799"/>
                  </a:cubicBezTo>
                  <a:lnTo>
                    <a:pt x="1376" y="1"/>
                  </a:lnTo>
                  <a:close/>
                </a:path>
              </a:pathLst>
            </a:custGeom>
            <a:solidFill>
              <a:srgbClr val="65788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595" name="Google Shape;16595;p45"/>
            <p:cNvSpPr/>
            <p:nvPr/>
          </p:nvSpPr>
          <p:spPr>
            <a:xfrm>
              <a:off x="3530188" y="3415822"/>
              <a:ext cx="30941" cy="37709"/>
            </a:xfrm>
            <a:custGeom>
              <a:rect b="b" l="l" r="r" t="t"/>
              <a:pathLst>
                <a:path extrusionOk="0" h="1443" w="1184">
                  <a:moveTo>
                    <a:pt x="1184" y="1"/>
                  </a:moveTo>
                  <a:cubicBezTo>
                    <a:pt x="693" y="10"/>
                    <a:pt x="241" y="279"/>
                    <a:pt x="1" y="722"/>
                  </a:cubicBezTo>
                  <a:cubicBezTo>
                    <a:pt x="241" y="1145"/>
                    <a:pt x="693" y="1424"/>
                    <a:pt x="1184" y="1443"/>
                  </a:cubicBezTo>
                  <a:lnTo>
                    <a:pt x="1184" y="1"/>
                  </a:lnTo>
                  <a:close/>
                </a:path>
              </a:pathLst>
            </a:custGeom>
            <a:solidFill>
              <a:srgbClr val="96ABB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596" name="Google Shape;16596;p45"/>
            <p:cNvSpPr/>
            <p:nvPr/>
          </p:nvSpPr>
          <p:spPr>
            <a:xfrm>
              <a:off x="3823447" y="3415561"/>
              <a:ext cx="69643" cy="73406"/>
            </a:xfrm>
            <a:custGeom>
              <a:rect b="b" l="l" r="r" t="t"/>
              <a:pathLst>
                <a:path extrusionOk="0" h="2809" w="2665">
                  <a:moveTo>
                    <a:pt x="1" y="1"/>
                  </a:moveTo>
                  <a:lnTo>
                    <a:pt x="1" y="2780"/>
                  </a:lnTo>
                  <a:lnTo>
                    <a:pt x="1" y="2809"/>
                  </a:lnTo>
                  <a:lnTo>
                    <a:pt x="30" y="2809"/>
                  </a:lnTo>
                  <a:cubicBezTo>
                    <a:pt x="222" y="2809"/>
                    <a:pt x="414" y="2761"/>
                    <a:pt x="587" y="2674"/>
                  </a:cubicBezTo>
                  <a:lnTo>
                    <a:pt x="1818" y="2020"/>
                  </a:lnTo>
                  <a:lnTo>
                    <a:pt x="2443" y="1693"/>
                  </a:lnTo>
                  <a:cubicBezTo>
                    <a:pt x="2664" y="1568"/>
                    <a:pt x="2664" y="1241"/>
                    <a:pt x="2434" y="1126"/>
                  </a:cubicBezTo>
                  <a:lnTo>
                    <a:pt x="1809" y="789"/>
                  </a:lnTo>
                  <a:lnTo>
                    <a:pt x="578" y="145"/>
                  </a:lnTo>
                  <a:cubicBezTo>
                    <a:pt x="405" y="49"/>
                    <a:pt x="222" y="1"/>
                    <a:pt x="20" y="1"/>
                  </a:cubicBezTo>
                  <a:close/>
                </a:path>
              </a:pathLst>
            </a:custGeom>
            <a:solidFill>
              <a:srgbClr val="CAD5D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597" name="Google Shape;16597;p45"/>
            <p:cNvSpPr/>
            <p:nvPr/>
          </p:nvSpPr>
          <p:spPr>
            <a:xfrm>
              <a:off x="3561103" y="3415822"/>
              <a:ext cx="32953" cy="73145"/>
            </a:xfrm>
            <a:custGeom>
              <a:rect b="b" l="l" r="r" t="t"/>
              <a:pathLst>
                <a:path extrusionOk="0" h="2799" w="1261">
                  <a:moveTo>
                    <a:pt x="1" y="1"/>
                  </a:moveTo>
                  <a:lnTo>
                    <a:pt x="1" y="2799"/>
                  </a:lnTo>
                  <a:lnTo>
                    <a:pt x="1260" y="2799"/>
                  </a:lnTo>
                  <a:lnTo>
                    <a:pt x="1260" y="1"/>
                  </a:lnTo>
                  <a:close/>
                </a:path>
              </a:pathLst>
            </a:custGeom>
            <a:solidFill>
              <a:srgbClr val="E5EA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598" name="Google Shape;16598;p45"/>
            <p:cNvSpPr/>
            <p:nvPr/>
          </p:nvSpPr>
          <p:spPr>
            <a:xfrm>
              <a:off x="3594030" y="3453270"/>
              <a:ext cx="229705" cy="35697"/>
            </a:xfrm>
            <a:custGeom>
              <a:rect b="b" l="l" r="r" t="t"/>
              <a:pathLst>
                <a:path extrusionOk="0" h="1366" w="8790">
                  <a:moveTo>
                    <a:pt x="0" y="0"/>
                  </a:moveTo>
                  <a:lnTo>
                    <a:pt x="0" y="1366"/>
                  </a:lnTo>
                  <a:lnTo>
                    <a:pt x="8789" y="1366"/>
                  </a:lnTo>
                  <a:lnTo>
                    <a:pt x="8789" y="1347"/>
                  </a:lnTo>
                  <a:lnTo>
                    <a:pt x="8789" y="0"/>
                  </a:lnTo>
                  <a:close/>
                </a:path>
              </a:pathLst>
            </a:custGeom>
            <a:solidFill>
              <a:srgbClr val="8599A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599" name="Google Shape;16599;p45"/>
            <p:cNvSpPr/>
            <p:nvPr/>
          </p:nvSpPr>
          <p:spPr>
            <a:xfrm>
              <a:off x="3628211" y="3348218"/>
              <a:ext cx="133197" cy="86472"/>
            </a:xfrm>
            <a:custGeom>
              <a:rect b="b" l="l" r="r" t="t"/>
              <a:pathLst>
                <a:path extrusionOk="0" h="3309" w="5097">
                  <a:moveTo>
                    <a:pt x="625" y="1"/>
                  </a:moveTo>
                  <a:cubicBezTo>
                    <a:pt x="279" y="1"/>
                    <a:pt x="0" y="289"/>
                    <a:pt x="0" y="636"/>
                  </a:cubicBezTo>
                  <a:lnTo>
                    <a:pt x="0" y="2674"/>
                  </a:lnTo>
                  <a:cubicBezTo>
                    <a:pt x="0" y="3020"/>
                    <a:pt x="279" y="3299"/>
                    <a:pt x="625" y="3309"/>
                  </a:cubicBezTo>
                  <a:lnTo>
                    <a:pt x="644" y="3309"/>
                  </a:lnTo>
                  <a:cubicBezTo>
                    <a:pt x="962" y="3299"/>
                    <a:pt x="1231" y="3059"/>
                    <a:pt x="1270" y="2741"/>
                  </a:cubicBezTo>
                  <a:cubicBezTo>
                    <a:pt x="1298" y="3059"/>
                    <a:pt x="1568" y="3299"/>
                    <a:pt x="1895" y="3309"/>
                  </a:cubicBezTo>
                  <a:lnTo>
                    <a:pt x="1923" y="3309"/>
                  </a:lnTo>
                  <a:cubicBezTo>
                    <a:pt x="2231" y="3299"/>
                    <a:pt x="2491" y="3078"/>
                    <a:pt x="2539" y="2770"/>
                  </a:cubicBezTo>
                  <a:cubicBezTo>
                    <a:pt x="2587" y="3078"/>
                    <a:pt x="2847" y="3299"/>
                    <a:pt x="3164" y="3309"/>
                  </a:cubicBezTo>
                  <a:lnTo>
                    <a:pt x="3222" y="3309"/>
                  </a:lnTo>
                  <a:cubicBezTo>
                    <a:pt x="3520" y="3299"/>
                    <a:pt x="3770" y="3097"/>
                    <a:pt x="3837" y="2809"/>
                  </a:cubicBezTo>
                  <a:cubicBezTo>
                    <a:pt x="3895" y="3097"/>
                    <a:pt x="4154" y="3299"/>
                    <a:pt x="4452" y="3309"/>
                  </a:cubicBezTo>
                  <a:lnTo>
                    <a:pt x="4472" y="3309"/>
                  </a:lnTo>
                  <a:cubicBezTo>
                    <a:pt x="4818" y="3299"/>
                    <a:pt x="5097" y="3020"/>
                    <a:pt x="5097" y="2674"/>
                  </a:cubicBezTo>
                  <a:lnTo>
                    <a:pt x="5097" y="636"/>
                  </a:lnTo>
                  <a:cubicBezTo>
                    <a:pt x="5097" y="289"/>
                    <a:pt x="4818" y="1"/>
                    <a:pt x="4472" y="1"/>
                  </a:cubicBezTo>
                  <a:lnTo>
                    <a:pt x="4452" y="1"/>
                  </a:lnTo>
                  <a:cubicBezTo>
                    <a:pt x="4154" y="1"/>
                    <a:pt x="3895" y="212"/>
                    <a:pt x="3837" y="501"/>
                  </a:cubicBezTo>
                  <a:cubicBezTo>
                    <a:pt x="3770" y="212"/>
                    <a:pt x="3520" y="1"/>
                    <a:pt x="3222" y="1"/>
                  </a:cubicBezTo>
                  <a:lnTo>
                    <a:pt x="3164" y="1"/>
                  </a:lnTo>
                  <a:cubicBezTo>
                    <a:pt x="2847" y="1"/>
                    <a:pt x="2587" y="232"/>
                    <a:pt x="2539" y="539"/>
                  </a:cubicBezTo>
                  <a:cubicBezTo>
                    <a:pt x="2491" y="232"/>
                    <a:pt x="2231" y="1"/>
                    <a:pt x="1923" y="1"/>
                  </a:cubicBezTo>
                  <a:lnTo>
                    <a:pt x="1895" y="1"/>
                  </a:lnTo>
                  <a:cubicBezTo>
                    <a:pt x="1568" y="1"/>
                    <a:pt x="1298" y="251"/>
                    <a:pt x="1270" y="568"/>
                  </a:cubicBezTo>
                  <a:cubicBezTo>
                    <a:pt x="1231" y="251"/>
                    <a:pt x="962" y="1"/>
                    <a:pt x="644" y="1"/>
                  </a:cubicBezTo>
                  <a:close/>
                </a:path>
              </a:pathLst>
            </a:custGeom>
            <a:solidFill>
              <a:srgbClr val="E7ECF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600" name="Google Shape;16600;p45"/>
            <p:cNvSpPr/>
            <p:nvPr/>
          </p:nvSpPr>
          <p:spPr>
            <a:xfrm>
              <a:off x="3683246" y="3368836"/>
              <a:ext cx="111586" cy="157840"/>
            </a:xfrm>
            <a:custGeom>
              <a:rect b="b" l="l" r="r" t="t"/>
              <a:pathLst>
                <a:path extrusionOk="0" h="6040" w="4270">
                  <a:moveTo>
                    <a:pt x="3404" y="0"/>
                  </a:moveTo>
                  <a:cubicBezTo>
                    <a:pt x="3173" y="0"/>
                    <a:pt x="2991" y="183"/>
                    <a:pt x="2991" y="414"/>
                  </a:cubicBezTo>
                  <a:lnTo>
                    <a:pt x="2991" y="1885"/>
                  </a:lnTo>
                  <a:cubicBezTo>
                    <a:pt x="2991" y="2010"/>
                    <a:pt x="2904" y="2106"/>
                    <a:pt x="2789" y="2126"/>
                  </a:cubicBezTo>
                  <a:cubicBezTo>
                    <a:pt x="1173" y="2433"/>
                    <a:pt x="0" y="3847"/>
                    <a:pt x="0" y="5491"/>
                  </a:cubicBezTo>
                  <a:cubicBezTo>
                    <a:pt x="0" y="5789"/>
                    <a:pt x="241" y="6039"/>
                    <a:pt x="548" y="6039"/>
                  </a:cubicBezTo>
                  <a:lnTo>
                    <a:pt x="1894" y="6039"/>
                  </a:lnTo>
                  <a:cubicBezTo>
                    <a:pt x="3202" y="6039"/>
                    <a:pt x="4260" y="4972"/>
                    <a:pt x="4270" y="3664"/>
                  </a:cubicBezTo>
                  <a:lnTo>
                    <a:pt x="4270" y="2626"/>
                  </a:lnTo>
                  <a:cubicBezTo>
                    <a:pt x="4270" y="2626"/>
                    <a:pt x="4260" y="2616"/>
                    <a:pt x="4260" y="2606"/>
                  </a:cubicBezTo>
                  <a:lnTo>
                    <a:pt x="4260" y="856"/>
                  </a:lnTo>
                  <a:cubicBezTo>
                    <a:pt x="4260" y="385"/>
                    <a:pt x="3875" y="0"/>
                    <a:pt x="3404" y="0"/>
                  </a:cubicBezTo>
                  <a:close/>
                </a:path>
              </a:pathLst>
            </a:custGeom>
            <a:solidFill>
              <a:srgbClr val="BCCAD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601" name="Google Shape;16601;p45"/>
            <p:cNvSpPr/>
            <p:nvPr/>
          </p:nvSpPr>
          <p:spPr>
            <a:xfrm>
              <a:off x="3651574" y="3523122"/>
              <a:ext cx="114356" cy="192022"/>
            </a:xfrm>
            <a:custGeom>
              <a:rect b="b" l="l" r="r" t="t"/>
              <a:pathLst>
                <a:path extrusionOk="0" h="7348" w="4376">
                  <a:moveTo>
                    <a:pt x="549" y="1"/>
                  </a:moveTo>
                  <a:cubicBezTo>
                    <a:pt x="241" y="1"/>
                    <a:pt x="0" y="251"/>
                    <a:pt x="0" y="549"/>
                  </a:cubicBezTo>
                  <a:lnTo>
                    <a:pt x="0" y="6799"/>
                  </a:lnTo>
                  <a:cubicBezTo>
                    <a:pt x="0" y="7097"/>
                    <a:pt x="241" y="7338"/>
                    <a:pt x="549" y="7347"/>
                  </a:cubicBezTo>
                  <a:lnTo>
                    <a:pt x="3828" y="7347"/>
                  </a:lnTo>
                  <a:cubicBezTo>
                    <a:pt x="4126" y="7338"/>
                    <a:pt x="4366" y="7097"/>
                    <a:pt x="4376" y="6799"/>
                  </a:cubicBezTo>
                  <a:lnTo>
                    <a:pt x="4376" y="549"/>
                  </a:lnTo>
                  <a:cubicBezTo>
                    <a:pt x="4366" y="251"/>
                    <a:pt x="4126" y="1"/>
                    <a:pt x="3828" y="1"/>
                  </a:cubicBezTo>
                  <a:close/>
                </a:path>
              </a:pathLst>
            </a:custGeom>
            <a:solidFill>
              <a:srgbClr val="D9E0E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602" name="Google Shape;16602;p45"/>
            <p:cNvSpPr/>
            <p:nvPr/>
          </p:nvSpPr>
          <p:spPr>
            <a:xfrm>
              <a:off x="3674701" y="3587461"/>
              <a:ext cx="91229" cy="127422"/>
            </a:xfrm>
            <a:custGeom>
              <a:rect b="b" l="l" r="r" t="t"/>
              <a:pathLst>
                <a:path extrusionOk="0" h="4876" w="3491">
                  <a:moveTo>
                    <a:pt x="548" y="0"/>
                  </a:moveTo>
                  <a:cubicBezTo>
                    <a:pt x="241" y="0"/>
                    <a:pt x="0" y="250"/>
                    <a:pt x="0" y="548"/>
                  </a:cubicBezTo>
                  <a:lnTo>
                    <a:pt x="0" y="4876"/>
                  </a:lnTo>
                  <a:lnTo>
                    <a:pt x="2943" y="4876"/>
                  </a:lnTo>
                  <a:cubicBezTo>
                    <a:pt x="3241" y="4876"/>
                    <a:pt x="3481" y="4635"/>
                    <a:pt x="3491" y="4328"/>
                  </a:cubicBezTo>
                  <a:lnTo>
                    <a:pt x="3491" y="0"/>
                  </a:lnTo>
                  <a:close/>
                </a:path>
              </a:pathLst>
            </a:custGeom>
            <a:solidFill>
              <a:srgbClr val="EAEEF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603" name="Google Shape;16603;p45"/>
            <p:cNvSpPr/>
            <p:nvPr/>
          </p:nvSpPr>
          <p:spPr>
            <a:xfrm>
              <a:off x="3626695" y="3503784"/>
              <a:ext cx="169391" cy="59321"/>
            </a:xfrm>
            <a:custGeom>
              <a:rect b="b" l="l" r="r" t="t"/>
              <a:pathLst>
                <a:path extrusionOk="0" h="2270" w="6482">
                  <a:moveTo>
                    <a:pt x="770" y="0"/>
                  </a:moveTo>
                  <a:cubicBezTo>
                    <a:pt x="347" y="10"/>
                    <a:pt x="0" y="346"/>
                    <a:pt x="0" y="779"/>
                  </a:cubicBezTo>
                  <a:lnTo>
                    <a:pt x="0" y="1500"/>
                  </a:lnTo>
                  <a:cubicBezTo>
                    <a:pt x="0" y="1923"/>
                    <a:pt x="347" y="2270"/>
                    <a:pt x="770" y="2270"/>
                  </a:cubicBezTo>
                  <a:lnTo>
                    <a:pt x="5712" y="2270"/>
                  </a:lnTo>
                  <a:cubicBezTo>
                    <a:pt x="6136" y="2270"/>
                    <a:pt x="6482" y="1923"/>
                    <a:pt x="6482" y="1500"/>
                  </a:cubicBezTo>
                  <a:lnTo>
                    <a:pt x="6482" y="779"/>
                  </a:lnTo>
                  <a:cubicBezTo>
                    <a:pt x="6482" y="346"/>
                    <a:pt x="6136" y="10"/>
                    <a:pt x="5712" y="0"/>
                  </a:cubicBezTo>
                  <a:close/>
                </a:path>
              </a:pathLst>
            </a:custGeom>
            <a:solidFill>
              <a:srgbClr val="C7D2D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604" name="Google Shape;16604;p45"/>
            <p:cNvSpPr/>
            <p:nvPr/>
          </p:nvSpPr>
          <p:spPr>
            <a:xfrm>
              <a:off x="3862907" y="3436180"/>
              <a:ext cx="30183" cy="32195"/>
            </a:xfrm>
            <a:custGeom>
              <a:rect b="b" l="l" r="r" t="t"/>
              <a:pathLst>
                <a:path extrusionOk="0" h="1232" w="1155">
                  <a:moveTo>
                    <a:pt x="308" y="0"/>
                  </a:moveTo>
                  <a:cubicBezTo>
                    <a:pt x="1" y="356"/>
                    <a:pt x="1" y="885"/>
                    <a:pt x="308" y="1231"/>
                  </a:cubicBezTo>
                  <a:lnTo>
                    <a:pt x="924" y="904"/>
                  </a:lnTo>
                  <a:cubicBezTo>
                    <a:pt x="1154" y="779"/>
                    <a:pt x="1154" y="452"/>
                    <a:pt x="924" y="337"/>
                  </a:cubicBezTo>
                  <a:lnTo>
                    <a:pt x="308" y="0"/>
                  </a:lnTo>
                  <a:close/>
                </a:path>
              </a:pathLst>
            </a:custGeom>
            <a:solidFill>
              <a:srgbClr val="8599A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605" name="Google Shape;16605;p45"/>
            <p:cNvSpPr/>
            <p:nvPr/>
          </p:nvSpPr>
          <p:spPr>
            <a:xfrm>
              <a:off x="3561103" y="3453270"/>
              <a:ext cx="32953" cy="35697"/>
            </a:xfrm>
            <a:custGeom>
              <a:rect b="b" l="l" r="r" t="t"/>
              <a:pathLst>
                <a:path extrusionOk="0" h="1366" w="1261">
                  <a:moveTo>
                    <a:pt x="1" y="0"/>
                  </a:moveTo>
                  <a:lnTo>
                    <a:pt x="1" y="1366"/>
                  </a:lnTo>
                  <a:lnTo>
                    <a:pt x="1260" y="1366"/>
                  </a:lnTo>
                  <a:lnTo>
                    <a:pt x="1260" y="0"/>
                  </a:lnTo>
                  <a:close/>
                </a:path>
              </a:pathLst>
            </a:custGeom>
            <a:solidFill>
              <a:srgbClr val="C7D2D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6606" name="Google Shape;16606;p45"/>
          <p:cNvGrpSpPr/>
          <p:nvPr/>
        </p:nvGrpSpPr>
        <p:grpSpPr>
          <a:xfrm>
            <a:off x="1849816" y="3622692"/>
            <a:ext cx="163616" cy="366666"/>
            <a:chOff x="1849816" y="3807339"/>
            <a:chExt cx="163616" cy="366666"/>
          </a:xfrm>
        </p:grpSpPr>
        <p:sp>
          <p:nvSpPr>
            <p:cNvPr id="16607" name="Google Shape;16607;p45"/>
            <p:cNvSpPr/>
            <p:nvPr/>
          </p:nvSpPr>
          <p:spPr>
            <a:xfrm>
              <a:off x="1849816" y="4128743"/>
              <a:ext cx="163616" cy="45261"/>
            </a:xfrm>
            <a:custGeom>
              <a:rect b="b" l="l" r="r" t="t"/>
              <a:pathLst>
                <a:path extrusionOk="0" h="1732" w="6261">
                  <a:moveTo>
                    <a:pt x="20" y="0"/>
                  </a:moveTo>
                  <a:lnTo>
                    <a:pt x="1" y="135"/>
                  </a:lnTo>
                  <a:lnTo>
                    <a:pt x="1" y="1327"/>
                  </a:lnTo>
                  <a:cubicBezTo>
                    <a:pt x="1" y="1548"/>
                    <a:pt x="183" y="1731"/>
                    <a:pt x="404" y="1731"/>
                  </a:cubicBezTo>
                  <a:lnTo>
                    <a:pt x="5876" y="1731"/>
                  </a:lnTo>
                  <a:cubicBezTo>
                    <a:pt x="6087" y="1721"/>
                    <a:pt x="6261" y="1539"/>
                    <a:pt x="6261" y="1327"/>
                  </a:cubicBezTo>
                  <a:lnTo>
                    <a:pt x="6261" y="125"/>
                  </a:lnTo>
                  <a:lnTo>
                    <a:pt x="6251" y="0"/>
                  </a:lnTo>
                  <a:close/>
                </a:path>
              </a:pathLst>
            </a:custGeom>
            <a:solidFill>
              <a:srgbClr val="D9E0E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608" name="Google Shape;16608;p45"/>
            <p:cNvSpPr/>
            <p:nvPr/>
          </p:nvSpPr>
          <p:spPr>
            <a:xfrm>
              <a:off x="1879712" y="4132010"/>
              <a:ext cx="133720" cy="41995"/>
            </a:xfrm>
            <a:custGeom>
              <a:rect b="b" l="l" r="r" t="t"/>
              <a:pathLst>
                <a:path extrusionOk="0" h="1607" w="5117">
                  <a:moveTo>
                    <a:pt x="5117" y="0"/>
                  </a:moveTo>
                  <a:lnTo>
                    <a:pt x="1" y="10"/>
                  </a:lnTo>
                  <a:lnTo>
                    <a:pt x="1" y="1202"/>
                  </a:lnTo>
                  <a:cubicBezTo>
                    <a:pt x="1" y="1423"/>
                    <a:pt x="184" y="1606"/>
                    <a:pt x="405" y="1606"/>
                  </a:cubicBezTo>
                  <a:lnTo>
                    <a:pt x="4732" y="1606"/>
                  </a:lnTo>
                  <a:cubicBezTo>
                    <a:pt x="4943" y="1596"/>
                    <a:pt x="5117" y="1414"/>
                    <a:pt x="5117" y="1202"/>
                  </a:cubicBezTo>
                  <a:lnTo>
                    <a:pt x="5117" y="0"/>
                  </a:lnTo>
                  <a:close/>
                </a:path>
              </a:pathLst>
            </a:custGeom>
            <a:solidFill>
              <a:srgbClr val="E5EA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609" name="Google Shape;16609;p45"/>
            <p:cNvSpPr/>
            <p:nvPr/>
          </p:nvSpPr>
          <p:spPr>
            <a:xfrm>
              <a:off x="1863901" y="4145076"/>
              <a:ext cx="11315" cy="28667"/>
            </a:xfrm>
            <a:custGeom>
              <a:rect b="b" l="l" r="r" t="t"/>
              <a:pathLst>
                <a:path extrusionOk="0" h="1097" w="433">
                  <a:moveTo>
                    <a:pt x="216" y="0"/>
                  </a:moveTo>
                  <a:cubicBezTo>
                    <a:pt x="113" y="0"/>
                    <a:pt x="10" y="68"/>
                    <a:pt x="0" y="202"/>
                  </a:cubicBezTo>
                  <a:lnTo>
                    <a:pt x="0" y="1096"/>
                  </a:lnTo>
                  <a:lnTo>
                    <a:pt x="433" y="1096"/>
                  </a:lnTo>
                  <a:lnTo>
                    <a:pt x="433" y="202"/>
                  </a:lnTo>
                  <a:cubicBezTo>
                    <a:pt x="423" y="68"/>
                    <a:pt x="320" y="0"/>
                    <a:pt x="216" y="0"/>
                  </a:cubicBezTo>
                  <a:close/>
                </a:path>
              </a:pathLst>
            </a:custGeom>
            <a:solidFill>
              <a:srgbClr val="C7D2D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610" name="Google Shape;16610;p45"/>
            <p:cNvSpPr/>
            <p:nvPr/>
          </p:nvSpPr>
          <p:spPr>
            <a:xfrm>
              <a:off x="1889015" y="4145076"/>
              <a:ext cx="11080" cy="28667"/>
            </a:xfrm>
            <a:custGeom>
              <a:rect b="b" l="l" r="r" t="t"/>
              <a:pathLst>
                <a:path extrusionOk="0" h="1097" w="424">
                  <a:moveTo>
                    <a:pt x="212" y="0"/>
                  </a:moveTo>
                  <a:cubicBezTo>
                    <a:pt x="111" y="0"/>
                    <a:pt x="10" y="68"/>
                    <a:pt x="1" y="202"/>
                  </a:cubicBezTo>
                  <a:lnTo>
                    <a:pt x="1" y="1096"/>
                  </a:lnTo>
                  <a:lnTo>
                    <a:pt x="424" y="1096"/>
                  </a:lnTo>
                  <a:lnTo>
                    <a:pt x="424" y="202"/>
                  </a:lnTo>
                  <a:cubicBezTo>
                    <a:pt x="414" y="68"/>
                    <a:pt x="313" y="0"/>
                    <a:pt x="212" y="0"/>
                  </a:cubicBezTo>
                  <a:close/>
                </a:path>
              </a:pathLst>
            </a:custGeom>
            <a:solidFill>
              <a:srgbClr val="C7D2D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611" name="Google Shape;16611;p45"/>
            <p:cNvSpPr/>
            <p:nvPr/>
          </p:nvSpPr>
          <p:spPr>
            <a:xfrm>
              <a:off x="1913893" y="4145076"/>
              <a:ext cx="11342" cy="28667"/>
            </a:xfrm>
            <a:custGeom>
              <a:rect b="b" l="l" r="r" t="t"/>
              <a:pathLst>
                <a:path extrusionOk="0" h="1097" w="434">
                  <a:moveTo>
                    <a:pt x="213" y="0"/>
                  </a:moveTo>
                  <a:cubicBezTo>
                    <a:pt x="111" y="0"/>
                    <a:pt x="10" y="68"/>
                    <a:pt x="1" y="202"/>
                  </a:cubicBezTo>
                  <a:lnTo>
                    <a:pt x="1" y="1096"/>
                  </a:lnTo>
                  <a:lnTo>
                    <a:pt x="433" y="1096"/>
                  </a:lnTo>
                  <a:lnTo>
                    <a:pt x="433" y="202"/>
                  </a:lnTo>
                  <a:cubicBezTo>
                    <a:pt x="419" y="68"/>
                    <a:pt x="316" y="0"/>
                    <a:pt x="213" y="0"/>
                  </a:cubicBezTo>
                  <a:close/>
                </a:path>
              </a:pathLst>
            </a:custGeom>
            <a:solidFill>
              <a:srgbClr val="C7D2D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612" name="Google Shape;16612;p45"/>
            <p:cNvSpPr/>
            <p:nvPr/>
          </p:nvSpPr>
          <p:spPr>
            <a:xfrm>
              <a:off x="1939032" y="4145076"/>
              <a:ext cx="11315" cy="28667"/>
            </a:xfrm>
            <a:custGeom>
              <a:rect b="b" l="l" r="r" t="t"/>
              <a:pathLst>
                <a:path extrusionOk="0" h="1097" w="433">
                  <a:moveTo>
                    <a:pt x="213" y="0"/>
                  </a:moveTo>
                  <a:cubicBezTo>
                    <a:pt x="111" y="0"/>
                    <a:pt x="10" y="68"/>
                    <a:pt x="0" y="202"/>
                  </a:cubicBezTo>
                  <a:lnTo>
                    <a:pt x="0" y="1096"/>
                  </a:lnTo>
                  <a:lnTo>
                    <a:pt x="433" y="1096"/>
                  </a:lnTo>
                  <a:lnTo>
                    <a:pt x="433" y="202"/>
                  </a:lnTo>
                  <a:cubicBezTo>
                    <a:pt x="419" y="68"/>
                    <a:pt x="315" y="0"/>
                    <a:pt x="213" y="0"/>
                  </a:cubicBezTo>
                  <a:close/>
                </a:path>
              </a:pathLst>
            </a:custGeom>
            <a:solidFill>
              <a:srgbClr val="C7D2D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613" name="Google Shape;16613;p45"/>
            <p:cNvSpPr/>
            <p:nvPr/>
          </p:nvSpPr>
          <p:spPr>
            <a:xfrm>
              <a:off x="1964146" y="4145076"/>
              <a:ext cx="11342" cy="28667"/>
            </a:xfrm>
            <a:custGeom>
              <a:rect b="b" l="l" r="r" t="t"/>
              <a:pathLst>
                <a:path extrusionOk="0" h="1097" w="434">
                  <a:moveTo>
                    <a:pt x="214" y="0"/>
                  </a:moveTo>
                  <a:cubicBezTo>
                    <a:pt x="111" y="0"/>
                    <a:pt x="10" y="68"/>
                    <a:pt x="1" y="202"/>
                  </a:cubicBezTo>
                  <a:lnTo>
                    <a:pt x="1" y="1096"/>
                  </a:lnTo>
                  <a:lnTo>
                    <a:pt x="434" y="1096"/>
                  </a:lnTo>
                  <a:lnTo>
                    <a:pt x="434" y="202"/>
                  </a:lnTo>
                  <a:cubicBezTo>
                    <a:pt x="419" y="68"/>
                    <a:pt x="316" y="0"/>
                    <a:pt x="214" y="0"/>
                  </a:cubicBezTo>
                  <a:close/>
                </a:path>
              </a:pathLst>
            </a:custGeom>
            <a:solidFill>
              <a:srgbClr val="C7D2D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614" name="Google Shape;16614;p45"/>
            <p:cNvSpPr/>
            <p:nvPr/>
          </p:nvSpPr>
          <p:spPr>
            <a:xfrm>
              <a:off x="1989285" y="4145076"/>
              <a:ext cx="11342" cy="28667"/>
            </a:xfrm>
            <a:custGeom>
              <a:rect b="b" l="l" r="r" t="t"/>
              <a:pathLst>
                <a:path extrusionOk="0" h="1097" w="434">
                  <a:moveTo>
                    <a:pt x="212" y="0"/>
                  </a:moveTo>
                  <a:cubicBezTo>
                    <a:pt x="111" y="0"/>
                    <a:pt x="10" y="68"/>
                    <a:pt x="0" y="202"/>
                  </a:cubicBezTo>
                  <a:lnTo>
                    <a:pt x="0" y="1096"/>
                  </a:lnTo>
                  <a:lnTo>
                    <a:pt x="433" y="1096"/>
                  </a:lnTo>
                  <a:lnTo>
                    <a:pt x="433" y="202"/>
                  </a:lnTo>
                  <a:lnTo>
                    <a:pt x="424" y="202"/>
                  </a:lnTo>
                  <a:cubicBezTo>
                    <a:pt x="414" y="68"/>
                    <a:pt x="313" y="0"/>
                    <a:pt x="212" y="0"/>
                  </a:cubicBezTo>
                  <a:close/>
                </a:path>
              </a:pathLst>
            </a:custGeom>
            <a:solidFill>
              <a:srgbClr val="C7D2D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615" name="Google Shape;16615;p45"/>
            <p:cNvSpPr/>
            <p:nvPr/>
          </p:nvSpPr>
          <p:spPr>
            <a:xfrm>
              <a:off x="1901585" y="3850798"/>
              <a:ext cx="60079" cy="68389"/>
            </a:xfrm>
            <a:custGeom>
              <a:rect b="b" l="l" r="r" t="t"/>
              <a:pathLst>
                <a:path extrusionOk="0" h="2617" w="2299">
                  <a:moveTo>
                    <a:pt x="0" y="1"/>
                  </a:moveTo>
                  <a:lnTo>
                    <a:pt x="0" y="2616"/>
                  </a:lnTo>
                  <a:lnTo>
                    <a:pt x="2299" y="2616"/>
                  </a:lnTo>
                  <a:lnTo>
                    <a:pt x="2299" y="1"/>
                  </a:lnTo>
                  <a:close/>
                </a:path>
              </a:pathLst>
            </a:custGeom>
            <a:solidFill>
              <a:srgbClr val="D9E0E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616" name="Google Shape;16616;p45"/>
            <p:cNvSpPr/>
            <p:nvPr/>
          </p:nvSpPr>
          <p:spPr>
            <a:xfrm>
              <a:off x="1929468" y="3850798"/>
              <a:ext cx="32195" cy="68389"/>
            </a:xfrm>
            <a:custGeom>
              <a:rect b="b" l="l" r="r" t="t"/>
              <a:pathLst>
                <a:path extrusionOk="0" h="2617" w="1232">
                  <a:moveTo>
                    <a:pt x="1" y="1"/>
                  </a:moveTo>
                  <a:lnTo>
                    <a:pt x="1" y="2616"/>
                  </a:lnTo>
                  <a:lnTo>
                    <a:pt x="1232" y="2616"/>
                  </a:lnTo>
                  <a:lnTo>
                    <a:pt x="1232" y="1"/>
                  </a:lnTo>
                  <a:close/>
                </a:path>
              </a:pathLst>
            </a:custGeom>
            <a:solidFill>
              <a:srgbClr val="E5EA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617" name="Google Shape;16617;p45"/>
            <p:cNvSpPr/>
            <p:nvPr/>
          </p:nvSpPr>
          <p:spPr>
            <a:xfrm>
              <a:off x="1850077" y="3886233"/>
              <a:ext cx="163354" cy="245802"/>
            </a:xfrm>
            <a:custGeom>
              <a:rect b="b" l="l" r="r" t="t"/>
              <a:pathLst>
                <a:path extrusionOk="0" h="9406" w="6251">
                  <a:moveTo>
                    <a:pt x="1481" y="1"/>
                  </a:moveTo>
                  <a:cubicBezTo>
                    <a:pt x="1298" y="1"/>
                    <a:pt x="1144" y="145"/>
                    <a:pt x="1116" y="328"/>
                  </a:cubicBezTo>
                  <a:lnTo>
                    <a:pt x="10" y="9271"/>
                  </a:lnTo>
                  <a:lnTo>
                    <a:pt x="0" y="9405"/>
                  </a:lnTo>
                  <a:lnTo>
                    <a:pt x="6251" y="9405"/>
                  </a:lnTo>
                  <a:lnTo>
                    <a:pt x="6241" y="9271"/>
                  </a:lnTo>
                  <a:lnTo>
                    <a:pt x="5125" y="328"/>
                  </a:lnTo>
                  <a:cubicBezTo>
                    <a:pt x="5097" y="145"/>
                    <a:pt x="4943" y="1"/>
                    <a:pt x="4760" y="1"/>
                  </a:cubicBezTo>
                  <a:close/>
                </a:path>
              </a:pathLst>
            </a:custGeom>
            <a:solidFill>
              <a:srgbClr val="CED7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618" name="Google Shape;16618;p45"/>
            <p:cNvSpPr/>
            <p:nvPr/>
          </p:nvSpPr>
          <p:spPr>
            <a:xfrm>
              <a:off x="1887003" y="3807339"/>
              <a:ext cx="88981" cy="54042"/>
            </a:xfrm>
            <a:custGeom>
              <a:rect b="b" l="l" r="r" t="t"/>
              <a:pathLst>
                <a:path extrusionOk="0" h="2068" w="3405">
                  <a:moveTo>
                    <a:pt x="347" y="0"/>
                  </a:moveTo>
                  <a:cubicBezTo>
                    <a:pt x="164" y="0"/>
                    <a:pt x="10" y="154"/>
                    <a:pt x="1" y="347"/>
                  </a:cubicBezTo>
                  <a:lnTo>
                    <a:pt x="1" y="1722"/>
                  </a:lnTo>
                  <a:cubicBezTo>
                    <a:pt x="10" y="1914"/>
                    <a:pt x="164" y="2068"/>
                    <a:pt x="347" y="2068"/>
                  </a:cubicBezTo>
                  <a:lnTo>
                    <a:pt x="3059" y="2068"/>
                  </a:lnTo>
                  <a:cubicBezTo>
                    <a:pt x="3251" y="2068"/>
                    <a:pt x="3405" y="1914"/>
                    <a:pt x="3405" y="1722"/>
                  </a:cubicBezTo>
                  <a:lnTo>
                    <a:pt x="3405" y="347"/>
                  </a:lnTo>
                  <a:cubicBezTo>
                    <a:pt x="3405" y="154"/>
                    <a:pt x="3251" y="0"/>
                    <a:pt x="3059" y="0"/>
                  </a:cubicBezTo>
                  <a:close/>
                </a:path>
              </a:pathLst>
            </a:custGeom>
            <a:solidFill>
              <a:srgbClr val="CED7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619" name="Google Shape;16619;p45"/>
            <p:cNvSpPr/>
            <p:nvPr/>
          </p:nvSpPr>
          <p:spPr>
            <a:xfrm>
              <a:off x="1879712" y="3886233"/>
              <a:ext cx="133720" cy="245802"/>
            </a:xfrm>
            <a:custGeom>
              <a:rect b="b" l="l" r="r" t="t"/>
              <a:pathLst>
                <a:path extrusionOk="0" h="9406" w="5117">
                  <a:moveTo>
                    <a:pt x="1482" y="1"/>
                  </a:moveTo>
                  <a:cubicBezTo>
                    <a:pt x="1299" y="1"/>
                    <a:pt x="1145" y="145"/>
                    <a:pt x="1126" y="328"/>
                  </a:cubicBezTo>
                  <a:lnTo>
                    <a:pt x="1" y="9405"/>
                  </a:lnTo>
                  <a:lnTo>
                    <a:pt x="5117" y="9405"/>
                  </a:lnTo>
                  <a:lnTo>
                    <a:pt x="3982" y="328"/>
                  </a:lnTo>
                  <a:cubicBezTo>
                    <a:pt x="3963" y="145"/>
                    <a:pt x="3809" y="1"/>
                    <a:pt x="3626" y="1"/>
                  </a:cubicBezTo>
                  <a:close/>
                </a:path>
              </a:pathLst>
            </a:custGeom>
            <a:solidFill>
              <a:srgbClr val="CBD2D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620" name="Google Shape;16620;p45"/>
            <p:cNvSpPr/>
            <p:nvPr/>
          </p:nvSpPr>
          <p:spPr>
            <a:xfrm>
              <a:off x="1917160" y="3807339"/>
              <a:ext cx="58824" cy="54042"/>
            </a:xfrm>
            <a:custGeom>
              <a:rect b="b" l="l" r="r" t="t"/>
              <a:pathLst>
                <a:path extrusionOk="0" h="2068" w="2251">
                  <a:moveTo>
                    <a:pt x="347" y="0"/>
                  </a:moveTo>
                  <a:cubicBezTo>
                    <a:pt x="154" y="0"/>
                    <a:pt x="1" y="154"/>
                    <a:pt x="1" y="347"/>
                  </a:cubicBezTo>
                  <a:lnTo>
                    <a:pt x="1" y="1722"/>
                  </a:lnTo>
                  <a:cubicBezTo>
                    <a:pt x="1" y="1914"/>
                    <a:pt x="154" y="2068"/>
                    <a:pt x="347" y="2068"/>
                  </a:cubicBezTo>
                  <a:lnTo>
                    <a:pt x="1905" y="2068"/>
                  </a:lnTo>
                  <a:cubicBezTo>
                    <a:pt x="2097" y="2068"/>
                    <a:pt x="2251" y="1914"/>
                    <a:pt x="2251" y="1722"/>
                  </a:cubicBezTo>
                  <a:lnTo>
                    <a:pt x="2251" y="347"/>
                  </a:lnTo>
                  <a:cubicBezTo>
                    <a:pt x="2251" y="154"/>
                    <a:pt x="2097" y="0"/>
                    <a:pt x="1905" y="0"/>
                  </a:cubicBezTo>
                  <a:close/>
                </a:path>
              </a:pathLst>
            </a:custGeom>
            <a:solidFill>
              <a:srgbClr val="C1CAD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6621" name="Google Shape;16621;p45"/>
          <p:cNvGrpSpPr/>
          <p:nvPr/>
        </p:nvGrpSpPr>
        <p:grpSpPr>
          <a:xfrm>
            <a:off x="2274757" y="3622666"/>
            <a:ext cx="202291" cy="366431"/>
            <a:chOff x="2274757" y="3807313"/>
            <a:chExt cx="202291" cy="366431"/>
          </a:xfrm>
        </p:grpSpPr>
        <p:sp>
          <p:nvSpPr>
            <p:cNvPr id="16622" name="Google Shape;16622;p45"/>
            <p:cNvSpPr/>
            <p:nvPr/>
          </p:nvSpPr>
          <p:spPr>
            <a:xfrm>
              <a:off x="2322579" y="3811181"/>
              <a:ext cx="39904" cy="57988"/>
            </a:xfrm>
            <a:custGeom>
              <a:rect b="b" l="l" r="r" t="t"/>
              <a:pathLst>
                <a:path extrusionOk="0" h="2219" w="1527">
                  <a:moveTo>
                    <a:pt x="764" y="0"/>
                  </a:moveTo>
                  <a:cubicBezTo>
                    <a:pt x="372" y="0"/>
                    <a:pt x="0" y="311"/>
                    <a:pt x="7" y="767"/>
                  </a:cubicBezTo>
                  <a:lnTo>
                    <a:pt x="7" y="1873"/>
                  </a:lnTo>
                  <a:cubicBezTo>
                    <a:pt x="7" y="2065"/>
                    <a:pt x="151" y="2219"/>
                    <a:pt x="343" y="2219"/>
                  </a:cubicBezTo>
                  <a:lnTo>
                    <a:pt x="1190" y="2219"/>
                  </a:lnTo>
                  <a:cubicBezTo>
                    <a:pt x="1209" y="2219"/>
                    <a:pt x="1228" y="2209"/>
                    <a:pt x="1257" y="2209"/>
                  </a:cubicBezTo>
                  <a:cubicBezTo>
                    <a:pt x="1411" y="2180"/>
                    <a:pt x="1526" y="2036"/>
                    <a:pt x="1526" y="1873"/>
                  </a:cubicBezTo>
                  <a:lnTo>
                    <a:pt x="1526" y="767"/>
                  </a:lnTo>
                  <a:cubicBezTo>
                    <a:pt x="1526" y="565"/>
                    <a:pt x="1449" y="373"/>
                    <a:pt x="1305" y="228"/>
                  </a:cubicBezTo>
                  <a:cubicBezTo>
                    <a:pt x="1286" y="219"/>
                    <a:pt x="1276" y="200"/>
                    <a:pt x="1257" y="190"/>
                  </a:cubicBezTo>
                  <a:cubicBezTo>
                    <a:pt x="1108" y="59"/>
                    <a:pt x="934" y="0"/>
                    <a:pt x="764" y="0"/>
                  </a:cubicBezTo>
                  <a:close/>
                </a:path>
              </a:pathLst>
            </a:custGeom>
            <a:solidFill>
              <a:srgbClr val="768C9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623" name="Google Shape;16623;p45"/>
            <p:cNvSpPr/>
            <p:nvPr/>
          </p:nvSpPr>
          <p:spPr>
            <a:xfrm>
              <a:off x="2347379" y="3816120"/>
              <a:ext cx="16098" cy="52814"/>
            </a:xfrm>
            <a:custGeom>
              <a:rect b="b" l="l" r="r" t="t"/>
              <a:pathLst>
                <a:path extrusionOk="0" h="2021" w="616">
                  <a:moveTo>
                    <a:pt x="308" y="1"/>
                  </a:moveTo>
                  <a:cubicBezTo>
                    <a:pt x="135" y="136"/>
                    <a:pt x="39" y="347"/>
                    <a:pt x="39" y="578"/>
                  </a:cubicBezTo>
                  <a:lnTo>
                    <a:pt x="39" y="1684"/>
                  </a:lnTo>
                  <a:cubicBezTo>
                    <a:pt x="0" y="1857"/>
                    <a:pt x="125" y="2020"/>
                    <a:pt x="308" y="2020"/>
                  </a:cubicBezTo>
                  <a:cubicBezTo>
                    <a:pt x="481" y="2020"/>
                    <a:pt x="616" y="1857"/>
                    <a:pt x="577" y="1684"/>
                  </a:cubicBezTo>
                  <a:lnTo>
                    <a:pt x="577" y="578"/>
                  </a:lnTo>
                  <a:cubicBezTo>
                    <a:pt x="577" y="376"/>
                    <a:pt x="500" y="184"/>
                    <a:pt x="356" y="39"/>
                  </a:cubicBezTo>
                  <a:cubicBezTo>
                    <a:pt x="337" y="30"/>
                    <a:pt x="327" y="11"/>
                    <a:pt x="308" y="1"/>
                  </a:cubicBezTo>
                  <a:close/>
                </a:path>
              </a:pathLst>
            </a:custGeom>
            <a:solidFill>
              <a:srgbClr val="889CA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624" name="Google Shape;16624;p45"/>
            <p:cNvSpPr/>
            <p:nvPr/>
          </p:nvSpPr>
          <p:spPr>
            <a:xfrm>
              <a:off x="2274757" y="3854587"/>
              <a:ext cx="135706" cy="319156"/>
            </a:xfrm>
            <a:custGeom>
              <a:rect b="b" l="l" r="r" t="t"/>
              <a:pathLst>
                <a:path extrusionOk="0" h="12213" w="5193">
                  <a:moveTo>
                    <a:pt x="2231" y="0"/>
                  </a:moveTo>
                  <a:cubicBezTo>
                    <a:pt x="1000" y="0"/>
                    <a:pt x="10" y="991"/>
                    <a:pt x="10" y="2221"/>
                  </a:cubicBezTo>
                  <a:lnTo>
                    <a:pt x="10" y="11424"/>
                  </a:lnTo>
                  <a:cubicBezTo>
                    <a:pt x="0" y="11847"/>
                    <a:pt x="337" y="12193"/>
                    <a:pt x="750" y="12212"/>
                  </a:cubicBezTo>
                  <a:lnTo>
                    <a:pt x="4443" y="12212"/>
                  </a:lnTo>
                  <a:cubicBezTo>
                    <a:pt x="4856" y="12193"/>
                    <a:pt x="5193" y="11847"/>
                    <a:pt x="5183" y="11424"/>
                  </a:cubicBezTo>
                  <a:lnTo>
                    <a:pt x="5183" y="2221"/>
                  </a:lnTo>
                  <a:cubicBezTo>
                    <a:pt x="5183" y="1029"/>
                    <a:pt x="4251" y="58"/>
                    <a:pt x="3068" y="0"/>
                  </a:cubicBezTo>
                  <a:close/>
                </a:path>
              </a:pathLst>
            </a:custGeom>
            <a:solidFill>
              <a:srgbClr val="D9E0E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625" name="Google Shape;16625;p45"/>
            <p:cNvSpPr/>
            <p:nvPr/>
          </p:nvSpPr>
          <p:spPr>
            <a:xfrm>
              <a:off x="2297858" y="3854326"/>
              <a:ext cx="113859" cy="319418"/>
            </a:xfrm>
            <a:custGeom>
              <a:rect b="b" l="l" r="r" t="t"/>
              <a:pathLst>
                <a:path extrusionOk="0" h="12223" w="4357">
                  <a:moveTo>
                    <a:pt x="2184" y="1"/>
                  </a:moveTo>
                  <a:cubicBezTo>
                    <a:pt x="963" y="1"/>
                    <a:pt x="1" y="1020"/>
                    <a:pt x="59" y="2231"/>
                  </a:cubicBezTo>
                  <a:lnTo>
                    <a:pt x="59" y="11434"/>
                  </a:lnTo>
                  <a:cubicBezTo>
                    <a:pt x="59" y="11857"/>
                    <a:pt x="386" y="12203"/>
                    <a:pt x="799" y="12222"/>
                  </a:cubicBezTo>
                  <a:lnTo>
                    <a:pt x="3559" y="12222"/>
                  </a:lnTo>
                  <a:cubicBezTo>
                    <a:pt x="3972" y="12203"/>
                    <a:pt x="4309" y="11857"/>
                    <a:pt x="4299" y="11434"/>
                  </a:cubicBezTo>
                  <a:lnTo>
                    <a:pt x="4299" y="2231"/>
                  </a:lnTo>
                  <a:cubicBezTo>
                    <a:pt x="4357" y="1020"/>
                    <a:pt x="3395" y="1"/>
                    <a:pt x="2184" y="1"/>
                  </a:cubicBezTo>
                  <a:close/>
                </a:path>
              </a:pathLst>
            </a:custGeom>
            <a:solidFill>
              <a:srgbClr val="E5EA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626" name="Google Shape;16626;p45"/>
            <p:cNvSpPr/>
            <p:nvPr/>
          </p:nvSpPr>
          <p:spPr>
            <a:xfrm>
              <a:off x="2348372" y="3828193"/>
              <a:ext cx="12335" cy="12335"/>
            </a:xfrm>
            <a:custGeom>
              <a:rect b="b" l="l" r="r" t="t"/>
              <a:pathLst>
                <a:path extrusionOk="0" h="472" w="472">
                  <a:moveTo>
                    <a:pt x="232" y="0"/>
                  </a:moveTo>
                  <a:cubicBezTo>
                    <a:pt x="107" y="0"/>
                    <a:pt x="1" y="106"/>
                    <a:pt x="1" y="231"/>
                  </a:cubicBezTo>
                  <a:cubicBezTo>
                    <a:pt x="1" y="366"/>
                    <a:pt x="107" y="472"/>
                    <a:pt x="232" y="472"/>
                  </a:cubicBezTo>
                  <a:cubicBezTo>
                    <a:pt x="366" y="472"/>
                    <a:pt x="472" y="366"/>
                    <a:pt x="472" y="231"/>
                  </a:cubicBezTo>
                  <a:cubicBezTo>
                    <a:pt x="472" y="106"/>
                    <a:pt x="366" y="0"/>
                    <a:pt x="232" y="0"/>
                  </a:cubicBezTo>
                  <a:close/>
                </a:path>
              </a:pathLst>
            </a:custGeom>
            <a:solidFill>
              <a:srgbClr val="526A7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627" name="Google Shape;16627;p45"/>
            <p:cNvSpPr/>
            <p:nvPr/>
          </p:nvSpPr>
          <p:spPr>
            <a:xfrm>
              <a:off x="2377771" y="3838463"/>
              <a:ext cx="95985" cy="40270"/>
            </a:xfrm>
            <a:custGeom>
              <a:rect b="b" l="l" r="r" t="t"/>
              <a:pathLst>
                <a:path extrusionOk="0" h="1541" w="3673">
                  <a:moveTo>
                    <a:pt x="300" y="0"/>
                  </a:moveTo>
                  <a:cubicBezTo>
                    <a:pt x="54" y="0"/>
                    <a:pt x="1" y="369"/>
                    <a:pt x="260" y="425"/>
                  </a:cubicBezTo>
                  <a:cubicBezTo>
                    <a:pt x="260" y="425"/>
                    <a:pt x="472" y="463"/>
                    <a:pt x="780" y="531"/>
                  </a:cubicBezTo>
                  <a:lnTo>
                    <a:pt x="828" y="531"/>
                  </a:lnTo>
                  <a:cubicBezTo>
                    <a:pt x="1078" y="531"/>
                    <a:pt x="1116" y="175"/>
                    <a:pt x="876" y="117"/>
                  </a:cubicBezTo>
                  <a:cubicBezTo>
                    <a:pt x="549" y="40"/>
                    <a:pt x="337" y="2"/>
                    <a:pt x="328" y="2"/>
                  </a:cubicBezTo>
                  <a:cubicBezTo>
                    <a:pt x="318" y="1"/>
                    <a:pt x="309" y="0"/>
                    <a:pt x="300" y="0"/>
                  </a:cubicBezTo>
                  <a:close/>
                  <a:moveTo>
                    <a:pt x="1652" y="321"/>
                  </a:moveTo>
                  <a:cubicBezTo>
                    <a:pt x="1436" y="321"/>
                    <a:pt x="1358" y="644"/>
                    <a:pt x="1587" y="733"/>
                  </a:cubicBezTo>
                  <a:cubicBezTo>
                    <a:pt x="1770" y="781"/>
                    <a:pt x="1934" y="838"/>
                    <a:pt x="2087" y="896"/>
                  </a:cubicBezTo>
                  <a:cubicBezTo>
                    <a:pt x="2116" y="906"/>
                    <a:pt x="2136" y="906"/>
                    <a:pt x="2164" y="906"/>
                  </a:cubicBezTo>
                  <a:cubicBezTo>
                    <a:pt x="2395" y="906"/>
                    <a:pt x="2453" y="579"/>
                    <a:pt x="2232" y="492"/>
                  </a:cubicBezTo>
                  <a:cubicBezTo>
                    <a:pt x="2068" y="434"/>
                    <a:pt x="1895" y="377"/>
                    <a:pt x="1712" y="329"/>
                  </a:cubicBezTo>
                  <a:cubicBezTo>
                    <a:pt x="1691" y="323"/>
                    <a:pt x="1671" y="321"/>
                    <a:pt x="1652" y="321"/>
                  </a:cubicBezTo>
                  <a:close/>
                  <a:moveTo>
                    <a:pt x="2948" y="828"/>
                  </a:moveTo>
                  <a:cubicBezTo>
                    <a:pt x="2758" y="828"/>
                    <a:pt x="2646" y="1098"/>
                    <a:pt x="2838" y="1223"/>
                  </a:cubicBezTo>
                  <a:cubicBezTo>
                    <a:pt x="2991" y="1290"/>
                    <a:pt x="3126" y="1386"/>
                    <a:pt x="3261" y="1492"/>
                  </a:cubicBezTo>
                  <a:cubicBezTo>
                    <a:pt x="3289" y="1520"/>
                    <a:pt x="3335" y="1539"/>
                    <a:pt x="3390" y="1540"/>
                  </a:cubicBezTo>
                  <a:lnTo>
                    <a:pt x="3390" y="1540"/>
                  </a:lnTo>
                  <a:cubicBezTo>
                    <a:pt x="3589" y="1536"/>
                    <a:pt x="3673" y="1289"/>
                    <a:pt x="3520" y="1165"/>
                  </a:cubicBezTo>
                  <a:cubicBezTo>
                    <a:pt x="3376" y="1040"/>
                    <a:pt x="3213" y="934"/>
                    <a:pt x="3039" y="848"/>
                  </a:cubicBezTo>
                  <a:cubicBezTo>
                    <a:pt x="3008" y="834"/>
                    <a:pt x="2977" y="828"/>
                    <a:pt x="2948" y="828"/>
                  </a:cubicBezTo>
                  <a:close/>
                  <a:moveTo>
                    <a:pt x="3390" y="1540"/>
                  </a:moveTo>
                  <a:lnTo>
                    <a:pt x="3390" y="1540"/>
                  </a:lnTo>
                  <a:cubicBezTo>
                    <a:pt x="3389" y="1540"/>
                    <a:pt x="3387" y="1540"/>
                    <a:pt x="3386" y="1540"/>
                  </a:cubicBezTo>
                  <a:lnTo>
                    <a:pt x="3395" y="1540"/>
                  </a:lnTo>
                  <a:cubicBezTo>
                    <a:pt x="3394" y="1540"/>
                    <a:pt x="3392" y="1540"/>
                    <a:pt x="3390" y="1540"/>
                  </a:cubicBezTo>
                  <a:close/>
                </a:path>
              </a:pathLst>
            </a:custGeom>
            <a:solidFill>
              <a:srgbClr val="9EAEB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628" name="Google Shape;16628;p45"/>
            <p:cNvSpPr/>
            <p:nvPr/>
          </p:nvSpPr>
          <p:spPr>
            <a:xfrm>
              <a:off x="2377274" y="3807313"/>
              <a:ext cx="99774" cy="27700"/>
            </a:xfrm>
            <a:custGeom>
              <a:rect b="b" l="l" r="r" t="t"/>
              <a:pathLst>
                <a:path extrusionOk="0" h="1060" w="3818">
                  <a:moveTo>
                    <a:pt x="3515" y="0"/>
                  </a:moveTo>
                  <a:cubicBezTo>
                    <a:pt x="3486" y="0"/>
                    <a:pt x="3456" y="7"/>
                    <a:pt x="3424" y="21"/>
                  </a:cubicBezTo>
                  <a:cubicBezTo>
                    <a:pt x="3280" y="97"/>
                    <a:pt x="3126" y="165"/>
                    <a:pt x="2972" y="213"/>
                  </a:cubicBezTo>
                  <a:cubicBezTo>
                    <a:pt x="2732" y="280"/>
                    <a:pt x="2789" y="626"/>
                    <a:pt x="3030" y="626"/>
                  </a:cubicBezTo>
                  <a:cubicBezTo>
                    <a:pt x="3049" y="626"/>
                    <a:pt x="3068" y="626"/>
                    <a:pt x="3097" y="617"/>
                  </a:cubicBezTo>
                  <a:cubicBezTo>
                    <a:pt x="3280" y="559"/>
                    <a:pt x="3453" y="482"/>
                    <a:pt x="3626" y="396"/>
                  </a:cubicBezTo>
                  <a:cubicBezTo>
                    <a:pt x="3818" y="270"/>
                    <a:pt x="3706" y="0"/>
                    <a:pt x="3515" y="0"/>
                  </a:cubicBezTo>
                  <a:close/>
                  <a:moveTo>
                    <a:pt x="2207" y="353"/>
                  </a:moveTo>
                  <a:cubicBezTo>
                    <a:pt x="2193" y="353"/>
                    <a:pt x="2179" y="355"/>
                    <a:pt x="2164" y="357"/>
                  </a:cubicBezTo>
                  <a:lnTo>
                    <a:pt x="1635" y="444"/>
                  </a:lnTo>
                  <a:cubicBezTo>
                    <a:pt x="1376" y="482"/>
                    <a:pt x="1405" y="857"/>
                    <a:pt x="1664" y="867"/>
                  </a:cubicBezTo>
                  <a:lnTo>
                    <a:pt x="1693" y="857"/>
                  </a:lnTo>
                  <a:lnTo>
                    <a:pt x="2222" y="780"/>
                  </a:lnTo>
                  <a:cubicBezTo>
                    <a:pt x="2505" y="753"/>
                    <a:pt x="2459" y="353"/>
                    <a:pt x="2207" y="353"/>
                  </a:cubicBezTo>
                  <a:close/>
                  <a:moveTo>
                    <a:pt x="832" y="555"/>
                  </a:moveTo>
                  <a:cubicBezTo>
                    <a:pt x="818" y="555"/>
                    <a:pt x="804" y="557"/>
                    <a:pt x="789" y="559"/>
                  </a:cubicBezTo>
                  <a:lnTo>
                    <a:pt x="260" y="636"/>
                  </a:lnTo>
                  <a:cubicBezTo>
                    <a:pt x="1" y="674"/>
                    <a:pt x="29" y="1059"/>
                    <a:pt x="289" y="1059"/>
                  </a:cubicBezTo>
                  <a:lnTo>
                    <a:pt x="318" y="1059"/>
                  </a:lnTo>
                  <a:lnTo>
                    <a:pt x="856" y="982"/>
                  </a:lnTo>
                  <a:cubicBezTo>
                    <a:pt x="1130" y="955"/>
                    <a:pt x="1084" y="555"/>
                    <a:pt x="832" y="555"/>
                  </a:cubicBezTo>
                  <a:close/>
                </a:path>
              </a:pathLst>
            </a:custGeom>
            <a:solidFill>
              <a:srgbClr val="9EAEB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629" name="Google Shape;16629;p45"/>
            <p:cNvSpPr/>
            <p:nvPr/>
          </p:nvSpPr>
          <p:spPr>
            <a:xfrm>
              <a:off x="2274992" y="3936486"/>
              <a:ext cx="135236" cy="237257"/>
            </a:xfrm>
            <a:custGeom>
              <a:rect b="b" l="l" r="r" t="t"/>
              <a:pathLst>
                <a:path extrusionOk="0" h="9079" w="5175">
                  <a:moveTo>
                    <a:pt x="1" y="1"/>
                  </a:moveTo>
                  <a:lnTo>
                    <a:pt x="1" y="8328"/>
                  </a:lnTo>
                  <a:cubicBezTo>
                    <a:pt x="1" y="8732"/>
                    <a:pt x="328" y="9069"/>
                    <a:pt x="741" y="9078"/>
                  </a:cubicBezTo>
                  <a:lnTo>
                    <a:pt x="4434" y="9078"/>
                  </a:lnTo>
                  <a:cubicBezTo>
                    <a:pt x="4847" y="9069"/>
                    <a:pt x="5174" y="8732"/>
                    <a:pt x="5174" y="8328"/>
                  </a:cubicBezTo>
                  <a:lnTo>
                    <a:pt x="5174" y="1"/>
                  </a:lnTo>
                  <a:close/>
                </a:path>
              </a:pathLst>
            </a:custGeom>
            <a:solidFill>
              <a:srgbClr val="7C91A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630" name="Google Shape;16630;p45"/>
            <p:cNvSpPr/>
            <p:nvPr/>
          </p:nvSpPr>
          <p:spPr>
            <a:xfrm>
              <a:off x="2299373" y="3936486"/>
              <a:ext cx="110854" cy="211882"/>
            </a:xfrm>
            <a:custGeom>
              <a:rect b="b" l="l" r="r" t="t"/>
              <a:pathLst>
                <a:path extrusionOk="0" h="8108" w="4242">
                  <a:moveTo>
                    <a:pt x="1" y="1"/>
                  </a:moveTo>
                  <a:lnTo>
                    <a:pt x="1" y="7357"/>
                  </a:lnTo>
                  <a:cubicBezTo>
                    <a:pt x="1" y="7761"/>
                    <a:pt x="337" y="8098"/>
                    <a:pt x="741" y="8107"/>
                  </a:cubicBezTo>
                  <a:lnTo>
                    <a:pt x="3501" y="8107"/>
                  </a:lnTo>
                  <a:cubicBezTo>
                    <a:pt x="3914" y="8098"/>
                    <a:pt x="4241" y="7761"/>
                    <a:pt x="4241" y="7348"/>
                  </a:cubicBezTo>
                  <a:lnTo>
                    <a:pt x="4241" y="1"/>
                  </a:lnTo>
                  <a:close/>
                </a:path>
              </a:pathLst>
            </a:custGeom>
            <a:solidFill>
              <a:srgbClr val="8FA1B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631" name="Google Shape;16631;p45"/>
            <p:cNvSpPr/>
            <p:nvPr/>
          </p:nvSpPr>
          <p:spPr>
            <a:xfrm>
              <a:off x="2351142" y="3991417"/>
              <a:ext cx="59086" cy="122274"/>
            </a:xfrm>
            <a:custGeom>
              <a:rect b="b" l="l" r="r" t="t"/>
              <a:pathLst>
                <a:path extrusionOk="0" h="4679" w="2261">
                  <a:moveTo>
                    <a:pt x="696" y="1"/>
                  </a:moveTo>
                  <a:cubicBezTo>
                    <a:pt x="674" y="1"/>
                    <a:pt x="654" y="5"/>
                    <a:pt x="635" y="5"/>
                  </a:cubicBezTo>
                  <a:cubicBezTo>
                    <a:pt x="270" y="53"/>
                    <a:pt x="1" y="370"/>
                    <a:pt x="10" y="726"/>
                  </a:cubicBezTo>
                  <a:lnTo>
                    <a:pt x="10" y="3957"/>
                  </a:lnTo>
                  <a:cubicBezTo>
                    <a:pt x="10" y="4361"/>
                    <a:pt x="327" y="4678"/>
                    <a:pt x="731" y="4678"/>
                  </a:cubicBezTo>
                  <a:lnTo>
                    <a:pt x="2260" y="4678"/>
                  </a:lnTo>
                  <a:lnTo>
                    <a:pt x="2260" y="5"/>
                  </a:lnTo>
                  <a:lnTo>
                    <a:pt x="731" y="5"/>
                  </a:lnTo>
                  <a:cubicBezTo>
                    <a:pt x="719" y="2"/>
                    <a:pt x="707" y="1"/>
                    <a:pt x="696" y="1"/>
                  </a:cubicBezTo>
                  <a:close/>
                </a:path>
              </a:pathLst>
            </a:custGeom>
            <a:solidFill>
              <a:srgbClr val="7C91A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6632" name="Google Shape;16632;p45"/>
          <p:cNvGrpSpPr/>
          <p:nvPr/>
        </p:nvGrpSpPr>
        <p:grpSpPr>
          <a:xfrm>
            <a:off x="3972716" y="3163570"/>
            <a:ext cx="366403" cy="366665"/>
            <a:chOff x="3972716" y="3348218"/>
            <a:chExt cx="366403" cy="366665"/>
          </a:xfrm>
        </p:grpSpPr>
        <p:sp>
          <p:nvSpPr>
            <p:cNvPr id="16633" name="Google Shape;16633;p45"/>
            <p:cNvSpPr/>
            <p:nvPr/>
          </p:nvSpPr>
          <p:spPr>
            <a:xfrm>
              <a:off x="4069223" y="3397974"/>
              <a:ext cx="172919" cy="223929"/>
            </a:xfrm>
            <a:custGeom>
              <a:rect b="b" l="l" r="r" t="t"/>
              <a:pathLst>
                <a:path extrusionOk="0" h="8569" w="6617">
                  <a:moveTo>
                    <a:pt x="3025" y="1"/>
                  </a:moveTo>
                  <a:cubicBezTo>
                    <a:pt x="3014" y="1"/>
                    <a:pt x="3002" y="4"/>
                    <a:pt x="2991" y="10"/>
                  </a:cubicBezTo>
                  <a:cubicBezTo>
                    <a:pt x="2856" y="78"/>
                    <a:pt x="2751" y="203"/>
                    <a:pt x="2683" y="347"/>
                  </a:cubicBezTo>
                  <a:lnTo>
                    <a:pt x="779" y="4732"/>
                  </a:lnTo>
                  <a:cubicBezTo>
                    <a:pt x="0" y="6501"/>
                    <a:pt x="1260" y="8521"/>
                    <a:pt x="3183" y="8569"/>
                  </a:cubicBezTo>
                  <a:lnTo>
                    <a:pt x="3520" y="8569"/>
                  </a:lnTo>
                  <a:cubicBezTo>
                    <a:pt x="5414" y="8473"/>
                    <a:pt x="6616" y="6482"/>
                    <a:pt x="5856" y="4742"/>
                  </a:cubicBezTo>
                  <a:lnTo>
                    <a:pt x="3943" y="347"/>
                  </a:lnTo>
                  <a:cubicBezTo>
                    <a:pt x="3876" y="203"/>
                    <a:pt x="3770" y="87"/>
                    <a:pt x="3635" y="20"/>
                  </a:cubicBezTo>
                  <a:cubicBezTo>
                    <a:pt x="3624" y="13"/>
                    <a:pt x="3612" y="10"/>
                    <a:pt x="3600" y="10"/>
                  </a:cubicBezTo>
                  <a:cubicBezTo>
                    <a:pt x="3563" y="10"/>
                    <a:pt x="3529" y="41"/>
                    <a:pt x="3529" y="78"/>
                  </a:cubicBezTo>
                  <a:lnTo>
                    <a:pt x="3529" y="4597"/>
                  </a:lnTo>
                  <a:cubicBezTo>
                    <a:pt x="3529" y="4597"/>
                    <a:pt x="3529" y="4607"/>
                    <a:pt x="3529" y="4617"/>
                  </a:cubicBezTo>
                  <a:cubicBezTo>
                    <a:pt x="4068" y="4722"/>
                    <a:pt x="4443" y="5232"/>
                    <a:pt x="4395" y="5780"/>
                  </a:cubicBezTo>
                  <a:cubicBezTo>
                    <a:pt x="4337" y="6338"/>
                    <a:pt x="3866" y="6761"/>
                    <a:pt x="3318" y="6761"/>
                  </a:cubicBezTo>
                  <a:cubicBezTo>
                    <a:pt x="2760" y="6761"/>
                    <a:pt x="2289" y="6338"/>
                    <a:pt x="2241" y="5780"/>
                  </a:cubicBezTo>
                  <a:cubicBezTo>
                    <a:pt x="2183" y="5232"/>
                    <a:pt x="2558" y="4722"/>
                    <a:pt x="3097" y="4617"/>
                  </a:cubicBezTo>
                  <a:cubicBezTo>
                    <a:pt x="3097" y="4607"/>
                    <a:pt x="3097" y="4597"/>
                    <a:pt x="3097" y="4597"/>
                  </a:cubicBezTo>
                  <a:lnTo>
                    <a:pt x="3097" y="78"/>
                  </a:lnTo>
                  <a:cubicBezTo>
                    <a:pt x="3097" y="34"/>
                    <a:pt x="3063" y="1"/>
                    <a:pt x="3025" y="1"/>
                  </a:cubicBezTo>
                  <a:close/>
                </a:path>
              </a:pathLst>
            </a:custGeom>
            <a:solidFill>
              <a:srgbClr val="DFE5E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634" name="Google Shape;16634;p45"/>
            <p:cNvSpPr/>
            <p:nvPr/>
          </p:nvSpPr>
          <p:spPr>
            <a:xfrm>
              <a:off x="4069223" y="3397974"/>
              <a:ext cx="99539" cy="223929"/>
            </a:xfrm>
            <a:custGeom>
              <a:rect b="b" l="l" r="r" t="t"/>
              <a:pathLst>
                <a:path extrusionOk="0" h="8569" w="3809">
                  <a:moveTo>
                    <a:pt x="3025" y="1"/>
                  </a:moveTo>
                  <a:cubicBezTo>
                    <a:pt x="3014" y="1"/>
                    <a:pt x="3002" y="4"/>
                    <a:pt x="2991" y="10"/>
                  </a:cubicBezTo>
                  <a:cubicBezTo>
                    <a:pt x="2856" y="87"/>
                    <a:pt x="2751" y="203"/>
                    <a:pt x="2683" y="347"/>
                  </a:cubicBezTo>
                  <a:lnTo>
                    <a:pt x="779" y="4732"/>
                  </a:lnTo>
                  <a:cubicBezTo>
                    <a:pt x="0" y="6501"/>
                    <a:pt x="1260" y="8521"/>
                    <a:pt x="3183" y="8569"/>
                  </a:cubicBezTo>
                  <a:lnTo>
                    <a:pt x="3520" y="8569"/>
                  </a:lnTo>
                  <a:cubicBezTo>
                    <a:pt x="3616" y="8569"/>
                    <a:pt x="3712" y="8559"/>
                    <a:pt x="3808" y="8540"/>
                  </a:cubicBezTo>
                  <a:cubicBezTo>
                    <a:pt x="2077" y="8271"/>
                    <a:pt x="1029" y="6395"/>
                    <a:pt x="1750" y="4732"/>
                  </a:cubicBezTo>
                  <a:lnTo>
                    <a:pt x="3097" y="1626"/>
                  </a:lnTo>
                  <a:lnTo>
                    <a:pt x="3097" y="78"/>
                  </a:lnTo>
                  <a:cubicBezTo>
                    <a:pt x="3097" y="34"/>
                    <a:pt x="3063" y="1"/>
                    <a:pt x="3025" y="1"/>
                  </a:cubicBezTo>
                  <a:close/>
                </a:path>
              </a:pathLst>
            </a:custGeom>
            <a:solidFill>
              <a:srgbClr val="D1DAE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635" name="Google Shape;16635;p45"/>
            <p:cNvSpPr/>
            <p:nvPr/>
          </p:nvSpPr>
          <p:spPr>
            <a:xfrm>
              <a:off x="3987036" y="3361806"/>
              <a:ext cx="337763" cy="174173"/>
            </a:xfrm>
            <a:custGeom>
              <a:rect b="b" l="l" r="r" t="t"/>
              <a:pathLst>
                <a:path extrusionOk="0" h="6665" w="12925">
                  <a:moveTo>
                    <a:pt x="1655" y="0"/>
                  </a:moveTo>
                  <a:cubicBezTo>
                    <a:pt x="1395" y="19"/>
                    <a:pt x="1395" y="404"/>
                    <a:pt x="1655" y="433"/>
                  </a:cubicBezTo>
                  <a:lnTo>
                    <a:pt x="4136" y="433"/>
                  </a:lnTo>
                  <a:cubicBezTo>
                    <a:pt x="1645" y="1394"/>
                    <a:pt x="1" y="3789"/>
                    <a:pt x="1" y="6462"/>
                  </a:cubicBezTo>
                  <a:cubicBezTo>
                    <a:pt x="11" y="6597"/>
                    <a:pt x="111" y="6664"/>
                    <a:pt x="212" y="6664"/>
                  </a:cubicBezTo>
                  <a:cubicBezTo>
                    <a:pt x="313" y="6664"/>
                    <a:pt x="414" y="6597"/>
                    <a:pt x="424" y="6462"/>
                  </a:cubicBezTo>
                  <a:cubicBezTo>
                    <a:pt x="434" y="3135"/>
                    <a:pt x="3126" y="433"/>
                    <a:pt x="6463" y="433"/>
                  </a:cubicBezTo>
                  <a:cubicBezTo>
                    <a:pt x="9790" y="433"/>
                    <a:pt x="12492" y="3135"/>
                    <a:pt x="12492" y="6462"/>
                  </a:cubicBezTo>
                  <a:cubicBezTo>
                    <a:pt x="12502" y="6597"/>
                    <a:pt x="12605" y="6664"/>
                    <a:pt x="12708" y="6664"/>
                  </a:cubicBezTo>
                  <a:cubicBezTo>
                    <a:pt x="12812" y="6664"/>
                    <a:pt x="12915" y="6597"/>
                    <a:pt x="12925" y="6462"/>
                  </a:cubicBezTo>
                  <a:cubicBezTo>
                    <a:pt x="12925" y="4750"/>
                    <a:pt x="12252" y="3106"/>
                    <a:pt x="11030" y="1894"/>
                  </a:cubicBezTo>
                  <a:cubicBezTo>
                    <a:pt x="10396" y="1250"/>
                    <a:pt x="9627" y="750"/>
                    <a:pt x="8790" y="433"/>
                  </a:cubicBezTo>
                  <a:lnTo>
                    <a:pt x="11377" y="433"/>
                  </a:lnTo>
                  <a:cubicBezTo>
                    <a:pt x="11646" y="404"/>
                    <a:pt x="11646" y="19"/>
                    <a:pt x="11377" y="0"/>
                  </a:cubicBezTo>
                  <a:close/>
                </a:path>
              </a:pathLst>
            </a:custGeom>
            <a:solidFill>
              <a:srgbClr val="768C9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636" name="Google Shape;16636;p45"/>
            <p:cNvSpPr/>
            <p:nvPr/>
          </p:nvSpPr>
          <p:spPr>
            <a:xfrm>
              <a:off x="4136828" y="3348218"/>
              <a:ext cx="38206" cy="38232"/>
            </a:xfrm>
            <a:custGeom>
              <a:rect b="b" l="l" r="r" t="t"/>
              <a:pathLst>
                <a:path extrusionOk="0" h="1463" w="1462">
                  <a:moveTo>
                    <a:pt x="192" y="1"/>
                  </a:moveTo>
                  <a:cubicBezTo>
                    <a:pt x="87" y="1"/>
                    <a:pt x="0" y="87"/>
                    <a:pt x="0" y="193"/>
                  </a:cubicBezTo>
                  <a:lnTo>
                    <a:pt x="0" y="1270"/>
                  </a:lnTo>
                  <a:cubicBezTo>
                    <a:pt x="0" y="1376"/>
                    <a:pt x="87" y="1462"/>
                    <a:pt x="192" y="1462"/>
                  </a:cubicBezTo>
                  <a:lnTo>
                    <a:pt x="1269" y="1462"/>
                  </a:lnTo>
                  <a:cubicBezTo>
                    <a:pt x="1366" y="1462"/>
                    <a:pt x="1452" y="1376"/>
                    <a:pt x="1462" y="1280"/>
                  </a:cubicBezTo>
                  <a:lnTo>
                    <a:pt x="1462" y="193"/>
                  </a:lnTo>
                  <a:cubicBezTo>
                    <a:pt x="1462" y="87"/>
                    <a:pt x="1375" y="1"/>
                    <a:pt x="1269" y="1"/>
                  </a:cubicBezTo>
                  <a:close/>
                </a:path>
              </a:pathLst>
            </a:custGeom>
            <a:solidFill>
              <a:srgbClr val="697D9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637" name="Google Shape;16637;p45"/>
            <p:cNvSpPr/>
            <p:nvPr/>
          </p:nvSpPr>
          <p:spPr>
            <a:xfrm>
              <a:off x="4300417" y="3531668"/>
              <a:ext cx="38702" cy="38467"/>
            </a:xfrm>
            <a:custGeom>
              <a:rect b="b" l="l" r="r" t="t"/>
              <a:pathLst>
                <a:path extrusionOk="0" h="1472" w="1481">
                  <a:moveTo>
                    <a:pt x="240" y="1"/>
                  </a:moveTo>
                  <a:cubicBezTo>
                    <a:pt x="106" y="1"/>
                    <a:pt x="0" y="106"/>
                    <a:pt x="0" y="241"/>
                  </a:cubicBezTo>
                  <a:lnTo>
                    <a:pt x="0" y="1231"/>
                  </a:lnTo>
                  <a:cubicBezTo>
                    <a:pt x="0" y="1366"/>
                    <a:pt x="106" y="1472"/>
                    <a:pt x="240" y="1472"/>
                  </a:cubicBezTo>
                  <a:lnTo>
                    <a:pt x="1231" y="1472"/>
                  </a:lnTo>
                  <a:cubicBezTo>
                    <a:pt x="1366" y="1472"/>
                    <a:pt x="1481" y="1366"/>
                    <a:pt x="1471" y="1231"/>
                  </a:cubicBezTo>
                  <a:lnTo>
                    <a:pt x="1471" y="241"/>
                  </a:lnTo>
                  <a:cubicBezTo>
                    <a:pt x="1471" y="106"/>
                    <a:pt x="1366" y="1"/>
                    <a:pt x="1231" y="1"/>
                  </a:cubicBezTo>
                  <a:close/>
                </a:path>
              </a:pathLst>
            </a:custGeom>
            <a:solidFill>
              <a:srgbClr val="697D9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638" name="Google Shape;16638;p45"/>
            <p:cNvSpPr/>
            <p:nvPr/>
          </p:nvSpPr>
          <p:spPr>
            <a:xfrm>
              <a:off x="3972716" y="3531668"/>
              <a:ext cx="38493" cy="38467"/>
            </a:xfrm>
            <a:custGeom>
              <a:rect b="b" l="l" r="r" t="t"/>
              <a:pathLst>
                <a:path extrusionOk="0" h="1472" w="1473">
                  <a:moveTo>
                    <a:pt x="241" y="1"/>
                  </a:moveTo>
                  <a:cubicBezTo>
                    <a:pt x="107" y="1"/>
                    <a:pt x="1" y="106"/>
                    <a:pt x="1" y="241"/>
                  </a:cubicBezTo>
                  <a:lnTo>
                    <a:pt x="1" y="1231"/>
                  </a:lnTo>
                  <a:cubicBezTo>
                    <a:pt x="1" y="1366"/>
                    <a:pt x="107" y="1472"/>
                    <a:pt x="241" y="1472"/>
                  </a:cubicBezTo>
                  <a:lnTo>
                    <a:pt x="1232" y="1472"/>
                  </a:lnTo>
                  <a:cubicBezTo>
                    <a:pt x="1366" y="1472"/>
                    <a:pt x="1472" y="1366"/>
                    <a:pt x="1472" y="1231"/>
                  </a:cubicBezTo>
                  <a:lnTo>
                    <a:pt x="1472" y="241"/>
                  </a:lnTo>
                  <a:cubicBezTo>
                    <a:pt x="1472" y="106"/>
                    <a:pt x="1366" y="1"/>
                    <a:pt x="1232" y="1"/>
                  </a:cubicBezTo>
                  <a:close/>
                </a:path>
              </a:pathLst>
            </a:custGeom>
            <a:solidFill>
              <a:srgbClr val="697D9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639" name="Google Shape;16639;p45"/>
            <p:cNvSpPr/>
            <p:nvPr/>
          </p:nvSpPr>
          <p:spPr>
            <a:xfrm>
              <a:off x="4096610" y="3639229"/>
              <a:ext cx="118380" cy="75654"/>
            </a:xfrm>
            <a:custGeom>
              <a:rect b="b" l="l" r="r" t="t"/>
              <a:pathLst>
                <a:path extrusionOk="0" h="2895" w="4530">
                  <a:moveTo>
                    <a:pt x="0" y="0"/>
                  </a:moveTo>
                  <a:lnTo>
                    <a:pt x="0" y="2654"/>
                  </a:lnTo>
                  <a:cubicBezTo>
                    <a:pt x="0" y="2789"/>
                    <a:pt x="106" y="2895"/>
                    <a:pt x="241" y="2895"/>
                  </a:cubicBezTo>
                  <a:lnTo>
                    <a:pt x="4289" y="2895"/>
                  </a:lnTo>
                  <a:cubicBezTo>
                    <a:pt x="4424" y="2895"/>
                    <a:pt x="4530" y="2789"/>
                    <a:pt x="4530" y="2654"/>
                  </a:cubicBezTo>
                  <a:lnTo>
                    <a:pt x="4530" y="0"/>
                  </a:lnTo>
                  <a:close/>
                </a:path>
              </a:pathLst>
            </a:custGeom>
            <a:solidFill>
              <a:srgbClr val="697D9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640" name="Google Shape;16640;p45"/>
            <p:cNvSpPr/>
            <p:nvPr/>
          </p:nvSpPr>
          <p:spPr>
            <a:xfrm>
              <a:off x="4075756" y="3612574"/>
              <a:ext cx="160088" cy="46281"/>
            </a:xfrm>
            <a:custGeom>
              <a:rect b="b" l="l" r="r" t="t"/>
              <a:pathLst>
                <a:path extrusionOk="0" h="1771" w="6126">
                  <a:moveTo>
                    <a:pt x="520" y="1"/>
                  </a:moveTo>
                  <a:cubicBezTo>
                    <a:pt x="231" y="1"/>
                    <a:pt x="0" y="232"/>
                    <a:pt x="0" y="511"/>
                  </a:cubicBezTo>
                  <a:lnTo>
                    <a:pt x="0" y="1261"/>
                  </a:lnTo>
                  <a:cubicBezTo>
                    <a:pt x="0" y="1539"/>
                    <a:pt x="231" y="1770"/>
                    <a:pt x="520" y="1770"/>
                  </a:cubicBezTo>
                  <a:lnTo>
                    <a:pt x="5616" y="1770"/>
                  </a:lnTo>
                  <a:cubicBezTo>
                    <a:pt x="5895" y="1770"/>
                    <a:pt x="6126" y="1539"/>
                    <a:pt x="6126" y="1261"/>
                  </a:cubicBezTo>
                  <a:lnTo>
                    <a:pt x="6126" y="511"/>
                  </a:lnTo>
                  <a:cubicBezTo>
                    <a:pt x="6126" y="222"/>
                    <a:pt x="5895" y="1"/>
                    <a:pt x="5616" y="1"/>
                  </a:cubicBezTo>
                  <a:close/>
                </a:path>
              </a:pathLst>
            </a:custGeom>
            <a:solidFill>
              <a:srgbClr val="889CA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641" name="Google Shape;16641;p45"/>
            <p:cNvSpPr/>
            <p:nvPr/>
          </p:nvSpPr>
          <p:spPr>
            <a:xfrm>
              <a:off x="4127028" y="3639229"/>
              <a:ext cx="87962" cy="75654"/>
            </a:xfrm>
            <a:custGeom>
              <a:rect b="b" l="l" r="r" t="t"/>
              <a:pathLst>
                <a:path extrusionOk="0" h="2895" w="3366">
                  <a:moveTo>
                    <a:pt x="0" y="0"/>
                  </a:moveTo>
                  <a:lnTo>
                    <a:pt x="0" y="2654"/>
                  </a:lnTo>
                  <a:cubicBezTo>
                    <a:pt x="0" y="2789"/>
                    <a:pt x="106" y="2895"/>
                    <a:pt x="240" y="2895"/>
                  </a:cubicBezTo>
                  <a:lnTo>
                    <a:pt x="3125" y="2895"/>
                  </a:lnTo>
                  <a:cubicBezTo>
                    <a:pt x="3260" y="2895"/>
                    <a:pt x="3366" y="2789"/>
                    <a:pt x="3366" y="2654"/>
                  </a:cubicBezTo>
                  <a:lnTo>
                    <a:pt x="3366" y="0"/>
                  </a:lnTo>
                  <a:close/>
                </a:path>
              </a:pathLst>
            </a:custGeom>
            <a:solidFill>
              <a:srgbClr val="768C9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642" name="Google Shape;16642;p45"/>
            <p:cNvSpPr/>
            <p:nvPr/>
          </p:nvSpPr>
          <p:spPr>
            <a:xfrm>
              <a:off x="4106148" y="3612574"/>
              <a:ext cx="129696" cy="46281"/>
            </a:xfrm>
            <a:custGeom>
              <a:rect b="b" l="l" r="r" t="t"/>
              <a:pathLst>
                <a:path extrusionOk="0" h="1771" w="4963">
                  <a:moveTo>
                    <a:pt x="520" y="1"/>
                  </a:moveTo>
                  <a:cubicBezTo>
                    <a:pt x="232" y="1"/>
                    <a:pt x="1" y="232"/>
                    <a:pt x="1" y="511"/>
                  </a:cubicBezTo>
                  <a:lnTo>
                    <a:pt x="1" y="1261"/>
                  </a:lnTo>
                  <a:cubicBezTo>
                    <a:pt x="1" y="1539"/>
                    <a:pt x="232" y="1770"/>
                    <a:pt x="520" y="1770"/>
                  </a:cubicBezTo>
                  <a:lnTo>
                    <a:pt x="4453" y="1770"/>
                  </a:lnTo>
                  <a:cubicBezTo>
                    <a:pt x="4732" y="1770"/>
                    <a:pt x="4963" y="1539"/>
                    <a:pt x="4963" y="1261"/>
                  </a:cubicBezTo>
                  <a:lnTo>
                    <a:pt x="4963" y="511"/>
                  </a:lnTo>
                  <a:cubicBezTo>
                    <a:pt x="4963" y="222"/>
                    <a:pt x="4732" y="1"/>
                    <a:pt x="4453" y="1"/>
                  </a:cubicBezTo>
                  <a:close/>
                </a:path>
              </a:pathLst>
            </a:custGeom>
            <a:solidFill>
              <a:srgbClr val="C7D2D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643" name="Google Shape;16643;p45"/>
            <p:cNvSpPr/>
            <p:nvPr/>
          </p:nvSpPr>
          <p:spPr>
            <a:xfrm>
              <a:off x="3996104" y="3348218"/>
              <a:ext cx="38206" cy="38232"/>
            </a:xfrm>
            <a:custGeom>
              <a:rect b="b" l="l" r="r" t="t"/>
              <a:pathLst>
                <a:path extrusionOk="0" h="1463" w="1462">
                  <a:moveTo>
                    <a:pt x="731" y="1"/>
                  </a:moveTo>
                  <a:cubicBezTo>
                    <a:pt x="327" y="1"/>
                    <a:pt x="0" y="328"/>
                    <a:pt x="0" y="732"/>
                  </a:cubicBezTo>
                  <a:cubicBezTo>
                    <a:pt x="0" y="1136"/>
                    <a:pt x="327" y="1462"/>
                    <a:pt x="731" y="1462"/>
                  </a:cubicBezTo>
                  <a:cubicBezTo>
                    <a:pt x="1135" y="1462"/>
                    <a:pt x="1462" y="1136"/>
                    <a:pt x="1462" y="732"/>
                  </a:cubicBezTo>
                  <a:cubicBezTo>
                    <a:pt x="1462" y="328"/>
                    <a:pt x="1135" y="1"/>
                    <a:pt x="731" y="1"/>
                  </a:cubicBezTo>
                  <a:close/>
                </a:path>
              </a:pathLst>
            </a:custGeom>
            <a:solidFill>
              <a:srgbClr val="B0C0C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644" name="Google Shape;16644;p45"/>
            <p:cNvSpPr/>
            <p:nvPr/>
          </p:nvSpPr>
          <p:spPr>
            <a:xfrm>
              <a:off x="4277551" y="3348218"/>
              <a:ext cx="37971" cy="38232"/>
            </a:xfrm>
            <a:custGeom>
              <a:rect b="b" l="l" r="r" t="t"/>
              <a:pathLst>
                <a:path extrusionOk="0" h="1463" w="1453">
                  <a:moveTo>
                    <a:pt x="721" y="1"/>
                  </a:moveTo>
                  <a:cubicBezTo>
                    <a:pt x="327" y="1"/>
                    <a:pt x="0" y="328"/>
                    <a:pt x="0" y="732"/>
                  </a:cubicBezTo>
                  <a:cubicBezTo>
                    <a:pt x="0" y="1136"/>
                    <a:pt x="327" y="1462"/>
                    <a:pt x="721" y="1462"/>
                  </a:cubicBezTo>
                  <a:cubicBezTo>
                    <a:pt x="1125" y="1462"/>
                    <a:pt x="1452" y="1136"/>
                    <a:pt x="1452" y="732"/>
                  </a:cubicBezTo>
                  <a:cubicBezTo>
                    <a:pt x="1452" y="328"/>
                    <a:pt x="1125" y="1"/>
                    <a:pt x="721" y="1"/>
                  </a:cubicBezTo>
                  <a:close/>
                </a:path>
              </a:pathLst>
            </a:custGeom>
            <a:solidFill>
              <a:srgbClr val="B0C0C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6645" name="Google Shape;16645;p45"/>
          <p:cNvGrpSpPr/>
          <p:nvPr/>
        </p:nvGrpSpPr>
        <p:grpSpPr>
          <a:xfrm>
            <a:off x="866528" y="3163701"/>
            <a:ext cx="317406" cy="366534"/>
            <a:chOff x="866528" y="3348348"/>
            <a:chExt cx="317406" cy="366534"/>
          </a:xfrm>
        </p:grpSpPr>
        <p:sp>
          <p:nvSpPr>
            <p:cNvPr id="16646" name="Google Shape;16646;p45"/>
            <p:cNvSpPr/>
            <p:nvPr/>
          </p:nvSpPr>
          <p:spPr>
            <a:xfrm>
              <a:off x="869795" y="3526650"/>
              <a:ext cx="314139" cy="188232"/>
            </a:xfrm>
            <a:custGeom>
              <a:rect b="b" l="l" r="r" t="t"/>
              <a:pathLst>
                <a:path extrusionOk="0" h="7203" w="12021">
                  <a:moveTo>
                    <a:pt x="6011" y="0"/>
                  </a:moveTo>
                  <a:cubicBezTo>
                    <a:pt x="5933" y="0"/>
                    <a:pt x="5856" y="19"/>
                    <a:pt x="5789" y="58"/>
                  </a:cubicBezTo>
                  <a:lnTo>
                    <a:pt x="827" y="2924"/>
                  </a:lnTo>
                  <a:lnTo>
                    <a:pt x="308" y="3222"/>
                  </a:lnTo>
                  <a:cubicBezTo>
                    <a:pt x="0" y="3395"/>
                    <a:pt x="0" y="3837"/>
                    <a:pt x="308" y="4010"/>
                  </a:cubicBezTo>
                  <a:lnTo>
                    <a:pt x="5789" y="7145"/>
                  </a:lnTo>
                  <a:cubicBezTo>
                    <a:pt x="5856" y="7183"/>
                    <a:pt x="5933" y="7203"/>
                    <a:pt x="6010" y="7203"/>
                  </a:cubicBezTo>
                  <a:cubicBezTo>
                    <a:pt x="6087" y="7203"/>
                    <a:pt x="6164" y="7183"/>
                    <a:pt x="6231" y="7145"/>
                  </a:cubicBezTo>
                  <a:lnTo>
                    <a:pt x="11712" y="4010"/>
                  </a:lnTo>
                  <a:cubicBezTo>
                    <a:pt x="12020" y="3837"/>
                    <a:pt x="12020" y="3395"/>
                    <a:pt x="11712" y="3222"/>
                  </a:cubicBezTo>
                  <a:lnTo>
                    <a:pt x="11203" y="2924"/>
                  </a:lnTo>
                  <a:lnTo>
                    <a:pt x="6241" y="58"/>
                  </a:lnTo>
                  <a:cubicBezTo>
                    <a:pt x="6169" y="19"/>
                    <a:pt x="6089" y="0"/>
                    <a:pt x="6011" y="0"/>
                  </a:cubicBezTo>
                  <a:close/>
                </a:path>
              </a:pathLst>
            </a:custGeom>
            <a:solidFill>
              <a:srgbClr val="7B8E9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647" name="Google Shape;16647;p45"/>
            <p:cNvSpPr/>
            <p:nvPr/>
          </p:nvSpPr>
          <p:spPr>
            <a:xfrm>
              <a:off x="891145" y="3526650"/>
              <a:ext cx="271177" cy="152300"/>
            </a:xfrm>
            <a:custGeom>
              <a:rect b="b" l="l" r="r" t="t"/>
              <a:pathLst>
                <a:path extrusionOk="0" h="5828" w="10377">
                  <a:moveTo>
                    <a:pt x="5193" y="0"/>
                  </a:moveTo>
                  <a:cubicBezTo>
                    <a:pt x="5114" y="0"/>
                    <a:pt x="5034" y="19"/>
                    <a:pt x="4962" y="58"/>
                  </a:cubicBezTo>
                  <a:lnTo>
                    <a:pt x="0" y="2924"/>
                  </a:lnTo>
                  <a:lnTo>
                    <a:pt x="4972" y="5770"/>
                  </a:lnTo>
                  <a:cubicBezTo>
                    <a:pt x="5039" y="5808"/>
                    <a:pt x="5116" y="5828"/>
                    <a:pt x="5193" y="5828"/>
                  </a:cubicBezTo>
                  <a:cubicBezTo>
                    <a:pt x="5270" y="5828"/>
                    <a:pt x="5347" y="5808"/>
                    <a:pt x="5414" y="5770"/>
                  </a:cubicBezTo>
                  <a:lnTo>
                    <a:pt x="10376" y="2924"/>
                  </a:lnTo>
                  <a:lnTo>
                    <a:pt x="5424" y="58"/>
                  </a:lnTo>
                  <a:cubicBezTo>
                    <a:pt x="5352" y="19"/>
                    <a:pt x="5272" y="0"/>
                    <a:pt x="5193" y="0"/>
                  </a:cubicBezTo>
                  <a:close/>
                </a:path>
              </a:pathLst>
            </a:custGeom>
            <a:solidFill>
              <a:srgbClr val="6E829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648" name="Google Shape;16648;p45"/>
            <p:cNvSpPr/>
            <p:nvPr/>
          </p:nvSpPr>
          <p:spPr>
            <a:xfrm>
              <a:off x="869795" y="3466911"/>
              <a:ext cx="314139" cy="188180"/>
            </a:xfrm>
            <a:custGeom>
              <a:rect b="b" l="l" r="r" t="t"/>
              <a:pathLst>
                <a:path extrusionOk="0" h="7201" w="12021">
                  <a:moveTo>
                    <a:pt x="6011" y="0"/>
                  </a:moveTo>
                  <a:cubicBezTo>
                    <a:pt x="5933" y="0"/>
                    <a:pt x="5856" y="22"/>
                    <a:pt x="5789" y="65"/>
                  </a:cubicBezTo>
                  <a:lnTo>
                    <a:pt x="827" y="2931"/>
                  </a:lnTo>
                  <a:lnTo>
                    <a:pt x="308" y="3229"/>
                  </a:lnTo>
                  <a:cubicBezTo>
                    <a:pt x="0" y="3402"/>
                    <a:pt x="0" y="3834"/>
                    <a:pt x="308" y="4008"/>
                  </a:cubicBezTo>
                  <a:lnTo>
                    <a:pt x="5789" y="7142"/>
                  </a:lnTo>
                  <a:cubicBezTo>
                    <a:pt x="5856" y="7181"/>
                    <a:pt x="5933" y="7200"/>
                    <a:pt x="6010" y="7200"/>
                  </a:cubicBezTo>
                  <a:cubicBezTo>
                    <a:pt x="6087" y="7200"/>
                    <a:pt x="6164" y="7181"/>
                    <a:pt x="6231" y="7142"/>
                  </a:cubicBezTo>
                  <a:lnTo>
                    <a:pt x="11712" y="4008"/>
                  </a:lnTo>
                  <a:cubicBezTo>
                    <a:pt x="12010" y="3834"/>
                    <a:pt x="12020" y="3402"/>
                    <a:pt x="11712" y="3229"/>
                  </a:cubicBezTo>
                  <a:lnTo>
                    <a:pt x="11203" y="2931"/>
                  </a:lnTo>
                  <a:lnTo>
                    <a:pt x="6241" y="65"/>
                  </a:lnTo>
                  <a:cubicBezTo>
                    <a:pt x="6169" y="22"/>
                    <a:pt x="6089" y="0"/>
                    <a:pt x="6011" y="0"/>
                  </a:cubicBezTo>
                  <a:close/>
                </a:path>
              </a:pathLst>
            </a:custGeom>
            <a:solidFill>
              <a:srgbClr val="B8C6D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649" name="Google Shape;16649;p45"/>
            <p:cNvSpPr/>
            <p:nvPr/>
          </p:nvSpPr>
          <p:spPr>
            <a:xfrm>
              <a:off x="891145" y="3466833"/>
              <a:ext cx="271177" cy="152300"/>
            </a:xfrm>
            <a:custGeom>
              <a:rect b="b" l="l" r="r" t="t"/>
              <a:pathLst>
                <a:path extrusionOk="0" h="5828" w="10377">
                  <a:moveTo>
                    <a:pt x="5193" y="1"/>
                  </a:moveTo>
                  <a:cubicBezTo>
                    <a:pt x="5114" y="1"/>
                    <a:pt x="5034" y="20"/>
                    <a:pt x="4962" y="58"/>
                  </a:cubicBezTo>
                  <a:lnTo>
                    <a:pt x="0" y="2924"/>
                  </a:lnTo>
                  <a:lnTo>
                    <a:pt x="4972" y="5770"/>
                  </a:lnTo>
                  <a:cubicBezTo>
                    <a:pt x="5039" y="5809"/>
                    <a:pt x="5116" y="5828"/>
                    <a:pt x="5193" y="5828"/>
                  </a:cubicBezTo>
                  <a:cubicBezTo>
                    <a:pt x="5270" y="5828"/>
                    <a:pt x="5347" y="5809"/>
                    <a:pt x="5414" y="5770"/>
                  </a:cubicBezTo>
                  <a:lnTo>
                    <a:pt x="10376" y="2924"/>
                  </a:lnTo>
                  <a:lnTo>
                    <a:pt x="5424" y="58"/>
                  </a:lnTo>
                  <a:cubicBezTo>
                    <a:pt x="5352" y="20"/>
                    <a:pt x="5272" y="1"/>
                    <a:pt x="5193" y="1"/>
                  </a:cubicBezTo>
                  <a:close/>
                </a:path>
              </a:pathLst>
            </a:custGeom>
            <a:solidFill>
              <a:srgbClr val="8599A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650" name="Google Shape;16650;p45"/>
            <p:cNvSpPr/>
            <p:nvPr/>
          </p:nvSpPr>
          <p:spPr>
            <a:xfrm>
              <a:off x="869795" y="3407094"/>
              <a:ext cx="313877" cy="188180"/>
            </a:xfrm>
            <a:custGeom>
              <a:rect b="b" l="l" r="r" t="t"/>
              <a:pathLst>
                <a:path extrusionOk="0" h="7201" w="12011">
                  <a:moveTo>
                    <a:pt x="6010" y="0"/>
                  </a:moveTo>
                  <a:cubicBezTo>
                    <a:pt x="5931" y="0"/>
                    <a:pt x="5851" y="22"/>
                    <a:pt x="5779" y="65"/>
                  </a:cubicBezTo>
                  <a:lnTo>
                    <a:pt x="731" y="2979"/>
                  </a:lnTo>
                  <a:lnTo>
                    <a:pt x="308" y="3229"/>
                  </a:lnTo>
                  <a:cubicBezTo>
                    <a:pt x="0" y="3402"/>
                    <a:pt x="0" y="3835"/>
                    <a:pt x="308" y="4008"/>
                  </a:cubicBezTo>
                  <a:lnTo>
                    <a:pt x="5789" y="7143"/>
                  </a:lnTo>
                  <a:cubicBezTo>
                    <a:pt x="5856" y="7181"/>
                    <a:pt x="5933" y="7200"/>
                    <a:pt x="6010" y="7200"/>
                  </a:cubicBezTo>
                  <a:cubicBezTo>
                    <a:pt x="6087" y="7200"/>
                    <a:pt x="6164" y="7181"/>
                    <a:pt x="6231" y="7143"/>
                  </a:cubicBezTo>
                  <a:lnTo>
                    <a:pt x="11712" y="4008"/>
                  </a:lnTo>
                  <a:cubicBezTo>
                    <a:pt x="12010" y="3835"/>
                    <a:pt x="12010" y="3402"/>
                    <a:pt x="11712" y="3229"/>
                  </a:cubicBezTo>
                  <a:lnTo>
                    <a:pt x="10789" y="2690"/>
                  </a:lnTo>
                  <a:lnTo>
                    <a:pt x="6241" y="65"/>
                  </a:lnTo>
                  <a:cubicBezTo>
                    <a:pt x="6169" y="22"/>
                    <a:pt x="6089" y="0"/>
                    <a:pt x="6010" y="0"/>
                  </a:cubicBezTo>
                  <a:close/>
                </a:path>
              </a:pathLst>
            </a:custGeom>
            <a:solidFill>
              <a:srgbClr val="C5D0D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651" name="Google Shape;16651;p45"/>
            <p:cNvSpPr/>
            <p:nvPr/>
          </p:nvSpPr>
          <p:spPr>
            <a:xfrm>
              <a:off x="888872" y="3407094"/>
              <a:ext cx="262893" cy="156690"/>
            </a:xfrm>
            <a:custGeom>
              <a:rect b="b" l="l" r="r" t="t"/>
              <a:pathLst>
                <a:path extrusionOk="0" h="5996" w="10060">
                  <a:moveTo>
                    <a:pt x="5279" y="0"/>
                  </a:moveTo>
                  <a:cubicBezTo>
                    <a:pt x="5201" y="0"/>
                    <a:pt x="5121" y="22"/>
                    <a:pt x="5049" y="65"/>
                  </a:cubicBezTo>
                  <a:lnTo>
                    <a:pt x="1" y="2979"/>
                  </a:lnTo>
                  <a:lnTo>
                    <a:pt x="5213" y="5960"/>
                  </a:lnTo>
                  <a:cubicBezTo>
                    <a:pt x="5261" y="5984"/>
                    <a:pt x="5314" y="5996"/>
                    <a:pt x="5367" y="5996"/>
                  </a:cubicBezTo>
                  <a:cubicBezTo>
                    <a:pt x="5419" y="5996"/>
                    <a:pt x="5472" y="5984"/>
                    <a:pt x="5520" y="5960"/>
                  </a:cubicBezTo>
                  <a:lnTo>
                    <a:pt x="6347" y="5479"/>
                  </a:lnTo>
                  <a:lnTo>
                    <a:pt x="9626" y="3614"/>
                  </a:lnTo>
                  <a:cubicBezTo>
                    <a:pt x="9896" y="3460"/>
                    <a:pt x="10059" y="3171"/>
                    <a:pt x="10059" y="2873"/>
                  </a:cubicBezTo>
                  <a:lnTo>
                    <a:pt x="10059" y="2690"/>
                  </a:lnTo>
                  <a:lnTo>
                    <a:pt x="5501" y="65"/>
                  </a:lnTo>
                  <a:cubicBezTo>
                    <a:pt x="5434" y="22"/>
                    <a:pt x="5357" y="0"/>
                    <a:pt x="5279" y="0"/>
                  </a:cubicBezTo>
                  <a:close/>
                </a:path>
              </a:pathLst>
            </a:custGeom>
            <a:solidFill>
              <a:srgbClr val="B8C6D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652" name="Google Shape;16652;p45"/>
            <p:cNvSpPr/>
            <p:nvPr/>
          </p:nvSpPr>
          <p:spPr>
            <a:xfrm>
              <a:off x="866528" y="3348348"/>
              <a:ext cx="282963" cy="189304"/>
            </a:xfrm>
            <a:custGeom>
              <a:rect b="b" l="l" r="r" t="t"/>
              <a:pathLst>
                <a:path extrusionOk="0" h="7244" w="10828">
                  <a:moveTo>
                    <a:pt x="6135" y="1"/>
                  </a:moveTo>
                  <a:cubicBezTo>
                    <a:pt x="6082" y="1"/>
                    <a:pt x="6029" y="15"/>
                    <a:pt x="5981" y="44"/>
                  </a:cubicBezTo>
                  <a:lnTo>
                    <a:pt x="212" y="3371"/>
                  </a:lnTo>
                  <a:cubicBezTo>
                    <a:pt x="0" y="3486"/>
                    <a:pt x="0" y="3785"/>
                    <a:pt x="212" y="3910"/>
                  </a:cubicBezTo>
                  <a:lnTo>
                    <a:pt x="5981" y="7208"/>
                  </a:lnTo>
                  <a:cubicBezTo>
                    <a:pt x="6029" y="7232"/>
                    <a:pt x="6082" y="7244"/>
                    <a:pt x="6135" y="7244"/>
                  </a:cubicBezTo>
                  <a:cubicBezTo>
                    <a:pt x="6188" y="7244"/>
                    <a:pt x="6241" y="7232"/>
                    <a:pt x="6289" y="7208"/>
                  </a:cubicBezTo>
                  <a:lnTo>
                    <a:pt x="7116" y="6727"/>
                  </a:lnTo>
                  <a:lnTo>
                    <a:pt x="10828" y="4602"/>
                  </a:lnTo>
                  <a:lnTo>
                    <a:pt x="10828" y="2659"/>
                  </a:lnTo>
                  <a:lnTo>
                    <a:pt x="7039" y="477"/>
                  </a:lnTo>
                  <a:lnTo>
                    <a:pt x="6289" y="44"/>
                  </a:lnTo>
                  <a:cubicBezTo>
                    <a:pt x="6241" y="15"/>
                    <a:pt x="6188" y="1"/>
                    <a:pt x="6135" y="1"/>
                  </a:cubicBezTo>
                  <a:close/>
                </a:path>
              </a:pathLst>
            </a:custGeom>
            <a:solidFill>
              <a:srgbClr val="DFE5E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653" name="Google Shape;16653;p45"/>
            <p:cNvSpPr/>
            <p:nvPr/>
          </p:nvSpPr>
          <p:spPr>
            <a:xfrm>
              <a:off x="1102975" y="3417835"/>
              <a:ext cx="46516" cy="50775"/>
            </a:xfrm>
            <a:custGeom>
              <a:rect b="b" l="l" r="r" t="t"/>
              <a:pathLst>
                <a:path extrusionOk="0" h="1943" w="1780">
                  <a:moveTo>
                    <a:pt x="1780" y="0"/>
                  </a:moveTo>
                  <a:lnTo>
                    <a:pt x="164" y="789"/>
                  </a:lnTo>
                  <a:cubicBezTo>
                    <a:pt x="1" y="866"/>
                    <a:pt x="1" y="1087"/>
                    <a:pt x="164" y="1174"/>
                  </a:cubicBezTo>
                  <a:lnTo>
                    <a:pt x="1780" y="1943"/>
                  </a:lnTo>
                  <a:lnTo>
                    <a:pt x="1780" y="0"/>
                  </a:lnTo>
                  <a:close/>
                </a:path>
              </a:pathLst>
            </a:custGeom>
            <a:solidFill>
              <a:srgbClr val="ECEFF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6654" name="Google Shape;16654;p45"/>
          <p:cNvGrpSpPr/>
          <p:nvPr/>
        </p:nvGrpSpPr>
        <p:grpSpPr>
          <a:xfrm>
            <a:off x="1316818" y="3163648"/>
            <a:ext cx="310872" cy="366848"/>
            <a:chOff x="1316818" y="3348296"/>
            <a:chExt cx="310872" cy="366848"/>
          </a:xfrm>
        </p:grpSpPr>
        <p:sp>
          <p:nvSpPr>
            <p:cNvPr id="16655" name="Google Shape;16655;p45"/>
            <p:cNvSpPr/>
            <p:nvPr/>
          </p:nvSpPr>
          <p:spPr>
            <a:xfrm>
              <a:off x="1324631" y="3348296"/>
              <a:ext cx="58824" cy="187919"/>
            </a:xfrm>
            <a:custGeom>
              <a:rect b="b" l="l" r="r" t="t"/>
              <a:pathLst>
                <a:path extrusionOk="0" h="7191" w="2251">
                  <a:moveTo>
                    <a:pt x="1126" y="0"/>
                  </a:moveTo>
                  <a:cubicBezTo>
                    <a:pt x="1082" y="0"/>
                    <a:pt x="1039" y="22"/>
                    <a:pt x="1019" y="65"/>
                  </a:cubicBezTo>
                  <a:lnTo>
                    <a:pt x="635" y="786"/>
                  </a:lnTo>
                  <a:lnTo>
                    <a:pt x="115" y="1777"/>
                  </a:lnTo>
                  <a:cubicBezTo>
                    <a:pt x="38" y="1911"/>
                    <a:pt x="0" y="2065"/>
                    <a:pt x="0" y="2219"/>
                  </a:cubicBezTo>
                  <a:lnTo>
                    <a:pt x="0" y="6469"/>
                  </a:lnTo>
                  <a:cubicBezTo>
                    <a:pt x="0" y="6864"/>
                    <a:pt x="327" y="7191"/>
                    <a:pt x="721" y="7191"/>
                  </a:cubicBezTo>
                  <a:lnTo>
                    <a:pt x="1529" y="7191"/>
                  </a:lnTo>
                  <a:cubicBezTo>
                    <a:pt x="1933" y="7191"/>
                    <a:pt x="2250" y="6864"/>
                    <a:pt x="2250" y="6469"/>
                  </a:cubicBezTo>
                  <a:lnTo>
                    <a:pt x="2250" y="2219"/>
                  </a:lnTo>
                  <a:cubicBezTo>
                    <a:pt x="2250" y="2065"/>
                    <a:pt x="2212" y="1911"/>
                    <a:pt x="2144" y="1777"/>
                  </a:cubicBezTo>
                  <a:lnTo>
                    <a:pt x="1625" y="786"/>
                  </a:lnTo>
                  <a:lnTo>
                    <a:pt x="1240" y="65"/>
                  </a:lnTo>
                  <a:cubicBezTo>
                    <a:pt x="1216" y="22"/>
                    <a:pt x="1171" y="0"/>
                    <a:pt x="1126" y="0"/>
                  </a:cubicBezTo>
                  <a:close/>
                </a:path>
              </a:pathLst>
            </a:custGeom>
            <a:solidFill>
              <a:srgbClr val="CAD5D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656" name="Google Shape;16656;p45"/>
            <p:cNvSpPr/>
            <p:nvPr/>
          </p:nvSpPr>
          <p:spPr>
            <a:xfrm>
              <a:off x="1341199" y="3348348"/>
              <a:ext cx="25923" cy="25479"/>
            </a:xfrm>
            <a:custGeom>
              <a:rect b="b" l="l" r="r" t="t"/>
              <a:pathLst>
                <a:path extrusionOk="0" h="975" w="992">
                  <a:moveTo>
                    <a:pt x="492" y="1"/>
                  </a:moveTo>
                  <a:cubicBezTo>
                    <a:pt x="448" y="1"/>
                    <a:pt x="405" y="25"/>
                    <a:pt x="385" y="73"/>
                  </a:cubicBezTo>
                  <a:lnTo>
                    <a:pt x="1" y="794"/>
                  </a:lnTo>
                  <a:cubicBezTo>
                    <a:pt x="140" y="914"/>
                    <a:pt x="316" y="974"/>
                    <a:pt x="492" y="974"/>
                  </a:cubicBezTo>
                  <a:cubicBezTo>
                    <a:pt x="669" y="974"/>
                    <a:pt x="847" y="914"/>
                    <a:pt x="991" y="794"/>
                  </a:cubicBezTo>
                  <a:lnTo>
                    <a:pt x="606" y="73"/>
                  </a:lnTo>
                  <a:cubicBezTo>
                    <a:pt x="582" y="25"/>
                    <a:pt x="537" y="1"/>
                    <a:pt x="492" y="1"/>
                  </a:cubicBezTo>
                  <a:close/>
                </a:path>
              </a:pathLst>
            </a:custGeom>
            <a:solidFill>
              <a:srgbClr val="C5D0D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657" name="Google Shape;16657;p45"/>
            <p:cNvSpPr/>
            <p:nvPr/>
          </p:nvSpPr>
          <p:spPr>
            <a:xfrm>
              <a:off x="1324631" y="3400744"/>
              <a:ext cx="58824" cy="135471"/>
            </a:xfrm>
            <a:custGeom>
              <a:rect b="b" l="l" r="r" t="t"/>
              <a:pathLst>
                <a:path extrusionOk="0" h="5184" w="2251">
                  <a:moveTo>
                    <a:pt x="29" y="1"/>
                  </a:moveTo>
                  <a:cubicBezTo>
                    <a:pt x="10" y="68"/>
                    <a:pt x="0" y="145"/>
                    <a:pt x="0" y="212"/>
                  </a:cubicBezTo>
                  <a:lnTo>
                    <a:pt x="0" y="4462"/>
                  </a:lnTo>
                  <a:cubicBezTo>
                    <a:pt x="0" y="4857"/>
                    <a:pt x="327" y="5184"/>
                    <a:pt x="721" y="5184"/>
                  </a:cubicBezTo>
                  <a:lnTo>
                    <a:pt x="1529" y="5184"/>
                  </a:lnTo>
                  <a:cubicBezTo>
                    <a:pt x="1933" y="5184"/>
                    <a:pt x="2250" y="4857"/>
                    <a:pt x="2250" y="4462"/>
                  </a:cubicBezTo>
                  <a:lnTo>
                    <a:pt x="2250" y="212"/>
                  </a:lnTo>
                  <a:cubicBezTo>
                    <a:pt x="2250" y="145"/>
                    <a:pt x="2250" y="68"/>
                    <a:pt x="2231" y="1"/>
                  </a:cubicBezTo>
                  <a:close/>
                </a:path>
              </a:pathLst>
            </a:custGeom>
            <a:solidFill>
              <a:srgbClr val="B8C6D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658" name="Google Shape;16658;p45"/>
            <p:cNvSpPr/>
            <p:nvPr/>
          </p:nvSpPr>
          <p:spPr>
            <a:xfrm>
              <a:off x="1354030" y="3400744"/>
              <a:ext cx="29425" cy="135471"/>
            </a:xfrm>
            <a:custGeom>
              <a:rect b="b" l="l" r="r" t="t"/>
              <a:pathLst>
                <a:path extrusionOk="0" h="5184" w="1126">
                  <a:moveTo>
                    <a:pt x="0" y="1"/>
                  </a:moveTo>
                  <a:lnTo>
                    <a:pt x="0" y="5184"/>
                  </a:lnTo>
                  <a:lnTo>
                    <a:pt x="404" y="5184"/>
                  </a:lnTo>
                  <a:cubicBezTo>
                    <a:pt x="808" y="5184"/>
                    <a:pt x="1125" y="4857"/>
                    <a:pt x="1125" y="4462"/>
                  </a:cubicBezTo>
                  <a:lnTo>
                    <a:pt x="1125" y="212"/>
                  </a:lnTo>
                  <a:cubicBezTo>
                    <a:pt x="1125" y="145"/>
                    <a:pt x="1125" y="68"/>
                    <a:pt x="1106" y="1"/>
                  </a:cubicBezTo>
                  <a:close/>
                </a:path>
              </a:pathLst>
            </a:custGeom>
            <a:solidFill>
              <a:srgbClr val="C5D0D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659" name="Google Shape;16659;p45"/>
            <p:cNvSpPr/>
            <p:nvPr/>
          </p:nvSpPr>
          <p:spPr>
            <a:xfrm>
              <a:off x="1382671" y="3348296"/>
              <a:ext cx="59086" cy="187919"/>
            </a:xfrm>
            <a:custGeom>
              <a:rect b="b" l="l" r="r" t="t"/>
              <a:pathLst>
                <a:path extrusionOk="0" h="7191" w="2261">
                  <a:moveTo>
                    <a:pt x="1127" y="0"/>
                  </a:moveTo>
                  <a:cubicBezTo>
                    <a:pt x="1082" y="0"/>
                    <a:pt x="1039" y="22"/>
                    <a:pt x="1020" y="65"/>
                  </a:cubicBezTo>
                  <a:lnTo>
                    <a:pt x="635" y="786"/>
                  </a:lnTo>
                  <a:lnTo>
                    <a:pt x="116" y="1777"/>
                  </a:lnTo>
                  <a:cubicBezTo>
                    <a:pt x="39" y="1911"/>
                    <a:pt x="0" y="2065"/>
                    <a:pt x="0" y="2219"/>
                  </a:cubicBezTo>
                  <a:lnTo>
                    <a:pt x="0" y="6469"/>
                  </a:lnTo>
                  <a:cubicBezTo>
                    <a:pt x="0" y="6864"/>
                    <a:pt x="327" y="7191"/>
                    <a:pt x="722" y="7191"/>
                  </a:cubicBezTo>
                  <a:lnTo>
                    <a:pt x="1539" y="7191"/>
                  </a:lnTo>
                  <a:cubicBezTo>
                    <a:pt x="1933" y="7191"/>
                    <a:pt x="2260" y="6864"/>
                    <a:pt x="2260" y="6469"/>
                  </a:cubicBezTo>
                  <a:lnTo>
                    <a:pt x="2260" y="2219"/>
                  </a:lnTo>
                  <a:cubicBezTo>
                    <a:pt x="2260" y="2065"/>
                    <a:pt x="2222" y="1911"/>
                    <a:pt x="2145" y="1777"/>
                  </a:cubicBezTo>
                  <a:lnTo>
                    <a:pt x="1625" y="786"/>
                  </a:lnTo>
                  <a:lnTo>
                    <a:pt x="1241" y="65"/>
                  </a:lnTo>
                  <a:cubicBezTo>
                    <a:pt x="1217" y="22"/>
                    <a:pt x="1171" y="0"/>
                    <a:pt x="1127" y="0"/>
                  </a:cubicBezTo>
                  <a:close/>
                </a:path>
              </a:pathLst>
            </a:custGeom>
            <a:solidFill>
              <a:srgbClr val="CAD5D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660" name="Google Shape;16660;p45"/>
            <p:cNvSpPr/>
            <p:nvPr/>
          </p:nvSpPr>
          <p:spPr>
            <a:xfrm>
              <a:off x="1399240" y="3348348"/>
              <a:ext cx="25923" cy="25479"/>
            </a:xfrm>
            <a:custGeom>
              <a:rect b="b" l="l" r="r" t="t"/>
              <a:pathLst>
                <a:path extrusionOk="0" h="975" w="992">
                  <a:moveTo>
                    <a:pt x="493" y="1"/>
                  </a:moveTo>
                  <a:cubicBezTo>
                    <a:pt x="448" y="1"/>
                    <a:pt x="405" y="25"/>
                    <a:pt x="386" y="73"/>
                  </a:cubicBezTo>
                  <a:lnTo>
                    <a:pt x="1" y="794"/>
                  </a:lnTo>
                  <a:cubicBezTo>
                    <a:pt x="145" y="914"/>
                    <a:pt x="321" y="974"/>
                    <a:pt x="496" y="974"/>
                  </a:cubicBezTo>
                  <a:cubicBezTo>
                    <a:pt x="672" y="974"/>
                    <a:pt x="847" y="914"/>
                    <a:pt x="991" y="794"/>
                  </a:cubicBezTo>
                  <a:lnTo>
                    <a:pt x="607" y="73"/>
                  </a:lnTo>
                  <a:cubicBezTo>
                    <a:pt x="583" y="25"/>
                    <a:pt x="537" y="1"/>
                    <a:pt x="493" y="1"/>
                  </a:cubicBezTo>
                  <a:close/>
                </a:path>
              </a:pathLst>
            </a:custGeom>
            <a:solidFill>
              <a:srgbClr val="7E8D9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661" name="Google Shape;16661;p45"/>
            <p:cNvSpPr/>
            <p:nvPr/>
          </p:nvSpPr>
          <p:spPr>
            <a:xfrm>
              <a:off x="1382671" y="3400744"/>
              <a:ext cx="59086" cy="135471"/>
            </a:xfrm>
            <a:custGeom>
              <a:rect b="b" l="l" r="r" t="t"/>
              <a:pathLst>
                <a:path extrusionOk="0" h="5184" w="2261">
                  <a:moveTo>
                    <a:pt x="29" y="1"/>
                  </a:moveTo>
                  <a:cubicBezTo>
                    <a:pt x="10" y="68"/>
                    <a:pt x="0" y="145"/>
                    <a:pt x="0" y="212"/>
                  </a:cubicBezTo>
                  <a:lnTo>
                    <a:pt x="0" y="4462"/>
                  </a:lnTo>
                  <a:cubicBezTo>
                    <a:pt x="0" y="4857"/>
                    <a:pt x="327" y="5184"/>
                    <a:pt x="722" y="5184"/>
                  </a:cubicBezTo>
                  <a:lnTo>
                    <a:pt x="1539" y="5184"/>
                  </a:lnTo>
                  <a:cubicBezTo>
                    <a:pt x="1933" y="5184"/>
                    <a:pt x="2260" y="4857"/>
                    <a:pt x="2260" y="4462"/>
                  </a:cubicBezTo>
                  <a:lnTo>
                    <a:pt x="2260" y="212"/>
                  </a:lnTo>
                  <a:cubicBezTo>
                    <a:pt x="2260" y="145"/>
                    <a:pt x="2250" y="68"/>
                    <a:pt x="2231" y="1"/>
                  </a:cubicBezTo>
                  <a:close/>
                </a:path>
              </a:pathLst>
            </a:custGeom>
            <a:solidFill>
              <a:srgbClr val="4F647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662" name="Google Shape;16662;p45"/>
            <p:cNvSpPr/>
            <p:nvPr/>
          </p:nvSpPr>
          <p:spPr>
            <a:xfrm>
              <a:off x="1412332" y="3400744"/>
              <a:ext cx="29425" cy="135471"/>
            </a:xfrm>
            <a:custGeom>
              <a:rect b="b" l="l" r="r" t="t"/>
              <a:pathLst>
                <a:path extrusionOk="0" h="5184" w="1126">
                  <a:moveTo>
                    <a:pt x="0" y="1"/>
                  </a:moveTo>
                  <a:lnTo>
                    <a:pt x="0" y="5184"/>
                  </a:lnTo>
                  <a:lnTo>
                    <a:pt x="404" y="5184"/>
                  </a:lnTo>
                  <a:cubicBezTo>
                    <a:pt x="798" y="5184"/>
                    <a:pt x="1125" y="4857"/>
                    <a:pt x="1125" y="4462"/>
                  </a:cubicBezTo>
                  <a:lnTo>
                    <a:pt x="1125" y="212"/>
                  </a:lnTo>
                  <a:cubicBezTo>
                    <a:pt x="1125" y="145"/>
                    <a:pt x="1115" y="68"/>
                    <a:pt x="1096" y="1"/>
                  </a:cubicBezTo>
                  <a:close/>
                </a:path>
              </a:pathLst>
            </a:custGeom>
            <a:solidFill>
              <a:srgbClr val="7E8D9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663" name="Google Shape;16663;p45"/>
            <p:cNvSpPr/>
            <p:nvPr/>
          </p:nvSpPr>
          <p:spPr>
            <a:xfrm>
              <a:off x="1441208" y="3348296"/>
              <a:ext cx="59086" cy="187919"/>
            </a:xfrm>
            <a:custGeom>
              <a:rect b="b" l="l" r="r" t="t"/>
              <a:pathLst>
                <a:path extrusionOk="0" h="7191" w="2261">
                  <a:moveTo>
                    <a:pt x="1127" y="0"/>
                  </a:moveTo>
                  <a:cubicBezTo>
                    <a:pt x="1083" y="0"/>
                    <a:pt x="1039" y="22"/>
                    <a:pt x="1020" y="65"/>
                  </a:cubicBezTo>
                  <a:lnTo>
                    <a:pt x="636" y="786"/>
                  </a:lnTo>
                  <a:lnTo>
                    <a:pt x="116" y="1777"/>
                  </a:lnTo>
                  <a:cubicBezTo>
                    <a:pt x="39" y="1911"/>
                    <a:pt x="1" y="2065"/>
                    <a:pt x="10" y="2219"/>
                  </a:cubicBezTo>
                  <a:lnTo>
                    <a:pt x="10" y="6469"/>
                  </a:lnTo>
                  <a:cubicBezTo>
                    <a:pt x="10" y="6864"/>
                    <a:pt x="328" y="7191"/>
                    <a:pt x="732" y="7191"/>
                  </a:cubicBezTo>
                  <a:lnTo>
                    <a:pt x="1530" y="7191"/>
                  </a:lnTo>
                  <a:cubicBezTo>
                    <a:pt x="1924" y="7191"/>
                    <a:pt x="2251" y="6864"/>
                    <a:pt x="2251" y="6469"/>
                  </a:cubicBezTo>
                  <a:lnTo>
                    <a:pt x="2251" y="2219"/>
                  </a:lnTo>
                  <a:lnTo>
                    <a:pt x="2261" y="2219"/>
                  </a:lnTo>
                  <a:cubicBezTo>
                    <a:pt x="2261" y="2065"/>
                    <a:pt x="2222" y="1911"/>
                    <a:pt x="2145" y="1777"/>
                  </a:cubicBezTo>
                  <a:lnTo>
                    <a:pt x="1626" y="786"/>
                  </a:lnTo>
                  <a:lnTo>
                    <a:pt x="1241" y="65"/>
                  </a:lnTo>
                  <a:cubicBezTo>
                    <a:pt x="1217" y="22"/>
                    <a:pt x="1172" y="0"/>
                    <a:pt x="1127" y="0"/>
                  </a:cubicBezTo>
                  <a:close/>
                </a:path>
              </a:pathLst>
            </a:custGeom>
            <a:solidFill>
              <a:srgbClr val="CAD5D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664" name="Google Shape;16664;p45"/>
            <p:cNvSpPr/>
            <p:nvPr/>
          </p:nvSpPr>
          <p:spPr>
            <a:xfrm>
              <a:off x="1457802" y="3348348"/>
              <a:ext cx="25662" cy="25479"/>
            </a:xfrm>
            <a:custGeom>
              <a:rect b="b" l="l" r="r" t="t"/>
              <a:pathLst>
                <a:path extrusionOk="0" h="975" w="982">
                  <a:moveTo>
                    <a:pt x="491" y="1"/>
                  </a:moveTo>
                  <a:cubicBezTo>
                    <a:pt x="448" y="1"/>
                    <a:pt x="404" y="25"/>
                    <a:pt x="385" y="73"/>
                  </a:cubicBezTo>
                  <a:lnTo>
                    <a:pt x="1" y="794"/>
                  </a:lnTo>
                  <a:cubicBezTo>
                    <a:pt x="140" y="914"/>
                    <a:pt x="315" y="974"/>
                    <a:pt x="491" y="974"/>
                  </a:cubicBezTo>
                  <a:cubicBezTo>
                    <a:pt x="666" y="974"/>
                    <a:pt x="842" y="914"/>
                    <a:pt x="981" y="794"/>
                  </a:cubicBezTo>
                  <a:lnTo>
                    <a:pt x="597" y="73"/>
                  </a:lnTo>
                  <a:cubicBezTo>
                    <a:pt x="577" y="25"/>
                    <a:pt x="534" y="1"/>
                    <a:pt x="491" y="1"/>
                  </a:cubicBezTo>
                  <a:close/>
                </a:path>
              </a:pathLst>
            </a:custGeom>
            <a:solidFill>
              <a:srgbClr val="8FA1B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665" name="Google Shape;16665;p45"/>
            <p:cNvSpPr/>
            <p:nvPr/>
          </p:nvSpPr>
          <p:spPr>
            <a:xfrm>
              <a:off x="1441470" y="3400744"/>
              <a:ext cx="58589" cy="135471"/>
            </a:xfrm>
            <a:custGeom>
              <a:rect b="b" l="l" r="r" t="t"/>
              <a:pathLst>
                <a:path extrusionOk="0" h="5184" w="2242">
                  <a:moveTo>
                    <a:pt x="20" y="1"/>
                  </a:moveTo>
                  <a:cubicBezTo>
                    <a:pt x="0" y="68"/>
                    <a:pt x="0" y="145"/>
                    <a:pt x="0" y="212"/>
                  </a:cubicBezTo>
                  <a:lnTo>
                    <a:pt x="0" y="4462"/>
                  </a:lnTo>
                  <a:cubicBezTo>
                    <a:pt x="0" y="4857"/>
                    <a:pt x="318" y="5184"/>
                    <a:pt x="722" y="5184"/>
                  </a:cubicBezTo>
                  <a:lnTo>
                    <a:pt x="1520" y="5184"/>
                  </a:lnTo>
                  <a:cubicBezTo>
                    <a:pt x="1914" y="5184"/>
                    <a:pt x="2241" y="4857"/>
                    <a:pt x="2241" y="4462"/>
                  </a:cubicBezTo>
                  <a:lnTo>
                    <a:pt x="2241" y="212"/>
                  </a:lnTo>
                  <a:cubicBezTo>
                    <a:pt x="2241" y="145"/>
                    <a:pt x="2241" y="68"/>
                    <a:pt x="2222" y="1"/>
                  </a:cubicBezTo>
                  <a:close/>
                </a:path>
              </a:pathLst>
            </a:custGeom>
            <a:solidFill>
              <a:srgbClr val="7C91A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666" name="Google Shape;16666;p45"/>
            <p:cNvSpPr/>
            <p:nvPr/>
          </p:nvSpPr>
          <p:spPr>
            <a:xfrm>
              <a:off x="1470607" y="3400744"/>
              <a:ext cx="29451" cy="135471"/>
            </a:xfrm>
            <a:custGeom>
              <a:rect b="b" l="l" r="r" t="t"/>
              <a:pathLst>
                <a:path extrusionOk="0" h="5184" w="1127">
                  <a:moveTo>
                    <a:pt x="1" y="1"/>
                  </a:moveTo>
                  <a:lnTo>
                    <a:pt x="1" y="5184"/>
                  </a:lnTo>
                  <a:lnTo>
                    <a:pt x="405" y="5184"/>
                  </a:lnTo>
                  <a:cubicBezTo>
                    <a:pt x="799" y="5184"/>
                    <a:pt x="1126" y="4857"/>
                    <a:pt x="1126" y="4462"/>
                  </a:cubicBezTo>
                  <a:lnTo>
                    <a:pt x="1126" y="212"/>
                  </a:lnTo>
                  <a:cubicBezTo>
                    <a:pt x="1126" y="145"/>
                    <a:pt x="1116" y="68"/>
                    <a:pt x="1107" y="1"/>
                  </a:cubicBezTo>
                  <a:close/>
                </a:path>
              </a:pathLst>
            </a:custGeom>
            <a:solidFill>
              <a:srgbClr val="8FA1B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667" name="Google Shape;16667;p45"/>
            <p:cNvSpPr/>
            <p:nvPr/>
          </p:nvSpPr>
          <p:spPr>
            <a:xfrm>
              <a:off x="1499771" y="3348296"/>
              <a:ext cx="58824" cy="187919"/>
            </a:xfrm>
            <a:custGeom>
              <a:rect b="b" l="l" r="r" t="t"/>
              <a:pathLst>
                <a:path extrusionOk="0" h="7191" w="2251">
                  <a:moveTo>
                    <a:pt x="1124" y="0"/>
                  </a:moveTo>
                  <a:cubicBezTo>
                    <a:pt x="1080" y="0"/>
                    <a:pt x="1034" y="22"/>
                    <a:pt x="1010" y="65"/>
                  </a:cubicBezTo>
                  <a:lnTo>
                    <a:pt x="635" y="786"/>
                  </a:lnTo>
                  <a:lnTo>
                    <a:pt x="106" y="1777"/>
                  </a:lnTo>
                  <a:cubicBezTo>
                    <a:pt x="39" y="1911"/>
                    <a:pt x="0" y="2065"/>
                    <a:pt x="0" y="2219"/>
                  </a:cubicBezTo>
                  <a:lnTo>
                    <a:pt x="0" y="6469"/>
                  </a:lnTo>
                  <a:cubicBezTo>
                    <a:pt x="0" y="6864"/>
                    <a:pt x="318" y="7191"/>
                    <a:pt x="722" y="7191"/>
                  </a:cubicBezTo>
                  <a:lnTo>
                    <a:pt x="1529" y="7191"/>
                  </a:lnTo>
                  <a:cubicBezTo>
                    <a:pt x="1924" y="7191"/>
                    <a:pt x="2251" y="6864"/>
                    <a:pt x="2251" y="6469"/>
                  </a:cubicBezTo>
                  <a:lnTo>
                    <a:pt x="2251" y="2219"/>
                  </a:lnTo>
                  <a:cubicBezTo>
                    <a:pt x="2251" y="2065"/>
                    <a:pt x="2212" y="1911"/>
                    <a:pt x="2135" y="1777"/>
                  </a:cubicBezTo>
                  <a:lnTo>
                    <a:pt x="1616" y="786"/>
                  </a:lnTo>
                  <a:lnTo>
                    <a:pt x="1231" y="65"/>
                  </a:lnTo>
                  <a:cubicBezTo>
                    <a:pt x="1212" y="22"/>
                    <a:pt x="1169" y="0"/>
                    <a:pt x="1124" y="0"/>
                  </a:cubicBezTo>
                  <a:close/>
                </a:path>
              </a:pathLst>
            </a:custGeom>
            <a:solidFill>
              <a:srgbClr val="CAD5D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668" name="Google Shape;16668;p45"/>
            <p:cNvSpPr/>
            <p:nvPr/>
          </p:nvSpPr>
          <p:spPr>
            <a:xfrm>
              <a:off x="1516104" y="3348348"/>
              <a:ext cx="25897" cy="25479"/>
            </a:xfrm>
            <a:custGeom>
              <a:rect b="b" l="l" r="r" t="t"/>
              <a:pathLst>
                <a:path extrusionOk="0" h="975" w="991">
                  <a:moveTo>
                    <a:pt x="492" y="1"/>
                  </a:moveTo>
                  <a:cubicBezTo>
                    <a:pt x="448" y="1"/>
                    <a:pt x="404" y="25"/>
                    <a:pt x="385" y="73"/>
                  </a:cubicBezTo>
                  <a:lnTo>
                    <a:pt x="0" y="794"/>
                  </a:lnTo>
                  <a:cubicBezTo>
                    <a:pt x="140" y="914"/>
                    <a:pt x="315" y="974"/>
                    <a:pt x="492" y="974"/>
                  </a:cubicBezTo>
                  <a:cubicBezTo>
                    <a:pt x="669" y="974"/>
                    <a:pt x="847" y="914"/>
                    <a:pt x="991" y="794"/>
                  </a:cubicBezTo>
                  <a:lnTo>
                    <a:pt x="606" y="73"/>
                  </a:lnTo>
                  <a:cubicBezTo>
                    <a:pt x="582" y="25"/>
                    <a:pt x="537" y="1"/>
                    <a:pt x="492" y="1"/>
                  </a:cubicBezTo>
                  <a:close/>
                </a:path>
              </a:pathLst>
            </a:custGeom>
            <a:solidFill>
              <a:srgbClr val="B7C5D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669" name="Google Shape;16669;p45"/>
            <p:cNvSpPr/>
            <p:nvPr/>
          </p:nvSpPr>
          <p:spPr>
            <a:xfrm>
              <a:off x="1499771" y="3400744"/>
              <a:ext cx="58824" cy="135471"/>
            </a:xfrm>
            <a:custGeom>
              <a:rect b="b" l="l" r="r" t="t"/>
              <a:pathLst>
                <a:path extrusionOk="0" h="5184" w="2251">
                  <a:moveTo>
                    <a:pt x="29" y="1"/>
                  </a:moveTo>
                  <a:cubicBezTo>
                    <a:pt x="10" y="68"/>
                    <a:pt x="0" y="145"/>
                    <a:pt x="0" y="212"/>
                  </a:cubicBezTo>
                  <a:lnTo>
                    <a:pt x="0" y="4462"/>
                  </a:lnTo>
                  <a:cubicBezTo>
                    <a:pt x="0" y="4857"/>
                    <a:pt x="318" y="5184"/>
                    <a:pt x="722" y="5184"/>
                  </a:cubicBezTo>
                  <a:lnTo>
                    <a:pt x="1529" y="5184"/>
                  </a:lnTo>
                  <a:cubicBezTo>
                    <a:pt x="1924" y="5184"/>
                    <a:pt x="2251" y="4857"/>
                    <a:pt x="2251" y="4462"/>
                  </a:cubicBezTo>
                  <a:lnTo>
                    <a:pt x="2251" y="212"/>
                  </a:lnTo>
                  <a:cubicBezTo>
                    <a:pt x="2251" y="145"/>
                    <a:pt x="2241" y="68"/>
                    <a:pt x="2231" y="1"/>
                  </a:cubicBezTo>
                  <a:close/>
                </a:path>
              </a:pathLst>
            </a:custGeom>
            <a:solidFill>
              <a:srgbClr val="B7C5D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670" name="Google Shape;16670;p45"/>
            <p:cNvSpPr/>
            <p:nvPr/>
          </p:nvSpPr>
          <p:spPr>
            <a:xfrm>
              <a:off x="1529432" y="3400744"/>
              <a:ext cx="29164" cy="135471"/>
            </a:xfrm>
            <a:custGeom>
              <a:rect b="b" l="l" r="r" t="t"/>
              <a:pathLst>
                <a:path extrusionOk="0" h="5184" w="1116">
                  <a:moveTo>
                    <a:pt x="0" y="1"/>
                  </a:moveTo>
                  <a:lnTo>
                    <a:pt x="0" y="5184"/>
                  </a:lnTo>
                  <a:lnTo>
                    <a:pt x="394" y="5184"/>
                  </a:lnTo>
                  <a:cubicBezTo>
                    <a:pt x="789" y="5184"/>
                    <a:pt x="1116" y="4857"/>
                    <a:pt x="1116" y="4462"/>
                  </a:cubicBezTo>
                  <a:lnTo>
                    <a:pt x="1116" y="212"/>
                  </a:lnTo>
                  <a:cubicBezTo>
                    <a:pt x="1116" y="145"/>
                    <a:pt x="1116" y="68"/>
                    <a:pt x="1096" y="1"/>
                  </a:cubicBezTo>
                  <a:close/>
                </a:path>
              </a:pathLst>
            </a:custGeom>
            <a:solidFill>
              <a:srgbClr val="A2B5C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671" name="Google Shape;16671;p45"/>
            <p:cNvSpPr/>
            <p:nvPr/>
          </p:nvSpPr>
          <p:spPr>
            <a:xfrm>
              <a:off x="1558569" y="3348296"/>
              <a:ext cx="58824" cy="187919"/>
            </a:xfrm>
            <a:custGeom>
              <a:rect b="b" l="l" r="r" t="t"/>
              <a:pathLst>
                <a:path extrusionOk="0" h="7191" w="2251">
                  <a:moveTo>
                    <a:pt x="1126" y="0"/>
                  </a:moveTo>
                  <a:cubicBezTo>
                    <a:pt x="1082" y="0"/>
                    <a:pt x="1039" y="22"/>
                    <a:pt x="1020" y="65"/>
                  </a:cubicBezTo>
                  <a:lnTo>
                    <a:pt x="635" y="786"/>
                  </a:lnTo>
                  <a:lnTo>
                    <a:pt x="116" y="1777"/>
                  </a:lnTo>
                  <a:cubicBezTo>
                    <a:pt x="39" y="1911"/>
                    <a:pt x="1" y="2065"/>
                    <a:pt x="1" y="2219"/>
                  </a:cubicBezTo>
                  <a:lnTo>
                    <a:pt x="1" y="6469"/>
                  </a:lnTo>
                  <a:cubicBezTo>
                    <a:pt x="1" y="6864"/>
                    <a:pt x="327" y="7191"/>
                    <a:pt x="722" y="7191"/>
                  </a:cubicBezTo>
                  <a:lnTo>
                    <a:pt x="1530" y="7191"/>
                  </a:lnTo>
                  <a:cubicBezTo>
                    <a:pt x="1933" y="7191"/>
                    <a:pt x="2251" y="6864"/>
                    <a:pt x="2251" y="6469"/>
                  </a:cubicBezTo>
                  <a:lnTo>
                    <a:pt x="2251" y="2219"/>
                  </a:lnTo>
                  <a:cubicBezTo>
                    <a:pt x="2251" y="2065"/>
                    <a:pt x="2212" y="1911"/>
                    <a:pt x="2145" y="1777"/>
                  </a:cubicBezTo>
                  <a:lnTo>
                    <a:pt x="1616" y="786"/>
                  </a:lnTo>
                  <a:lnTo>
                    <a:pt x="1231" y="65"/>
                  </a:lnTo>
                  <a:cubicBezTo>
                    <a:pt x="1212" y="22"/>
                    <a:pt x="1169" y="0"/>
                    <a:pt x="1126" y="0"/>
                  </a:cubicBezTo>
                  <a:close/>
                </a:path>
              </a:pathLst>
            </a:custGeom>
            <a:solidFill>
              <a:srgbClr val="CAD5D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672" name="Google Shape;16672;p45"/>
            <p:cNvSpPr/>
            <p:nvPr/>
          </p:nvSpPr>
          <p:spPr>
            <a:xfrm>
              <a:off x="1575163" y="3348348"/>
              <a:ext cx="25662" cy="25479"/>
            </a:xfrm>
            <a:custGeom>
              <a:rect b="b" l="l" r="r" t="t"/>
              <a:pathLst>
                <a:path extrusionOk="0" h="975" w="982">
                  <a:moveTo>
                    <a:pt x="492" y="1"/>
                  </a:moveTo>
                  <a:cubicBezTo>
                    <a:pt x="447" y="1"/>
                    <a:pt x="404" y="25"/>
                    <a:pt x="385" y="73"/>
                  </a:cubicBezTo>
                  <a:lnTo>
                    <a:pt x="0" y="794"/>
                  </a:lnTo>
                  <a:cubicBezTo>
                    <a:pt x="140" y="914"/>
                    <a:pt x="315" y="974"/>
                    <a:pt x="491" y="974"/>
                  </a:cubicBezTo>
                  <a:cubicBezTo>
                    <a:pt x="666" y="974"/>
                    <a:pt x="842" y="914"/>
                    <a:pt x="981" y="794"/>
                  </a:cubicBezTo>
                  <a:lnTo>
                    <a:pt x="606" y="73"/>
                  </a:lnTo>
                  <a:cubicBezTo>
                    <a:pt x="582" y="25"/>
                    <a:pt x="536" y="1"/>
                    <a:pt x="492" y="1"/>
                  </a:cubicBezTo>
                  <a:close/>
                </a:path>
              </a:pathLst>
            </a:custGeom>
            <a:solidFill>
              <a:srgbClr val="96ABB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673" name="Google Shape;16673;p45"/>
            <p:cNvSpPr/>
            <p:nvPr/>
          </p:nvSpPr>
          <p:spPr>
            <a:xfrm>
              <a:off x="1558569" y="3400744"/>
              <a:ext cx="58824" cy="135471"/>
            </a:xfrm>
            <a:custGeom>
              <a:rect b="b" l="l" r="r" t="t"/>
              <a:pathLst>
                <a:path extrusionOk="0" h="5184" w="2251">
                  <a:moveTo>
                    <a:pt x="29" y="1"/>
                  </a:moveTo>
                  <a:cubicBezTo>
                    <a:pt x="10" y="68"/>
                    <a:pt x="1" y="145"/>
                    <a:pt x="1" y="212"/>
                  </a:cubicBezTo>
                  <a:lnTo>
                    <a:pt x="1" y="4462"/>
                  </a:lnTo>
                  <a:cubicBezTo>
                    <a:pt x="1" y="4857"/>
                    <a:pt x="327" y="5184"/>
                    <a:pt x="722" y="5184"/>
                  </a:cubicBezTo>
                  <a:lnTo>
                    <a:pt x="1530" y="5184"/>
                  </a:lnTo>
                  <a:cubicBezTo>
                    <a:pt x="1933" y="5184"/>
                    <a:pt x="2251" y="4857"/>
                    <a:pt x="2251" y="4462"/>
                  </a:cubicBezTo>
                  <a:lnTo>
                    <a:pt x="2251" y="212"/>
                  </a:lnTo>
                  <a:cubicBezTo>
                    <a:pt x="2251" y="145"/>
                    <a:pt x="2241" y="68"/>
                    <a:pt x="2231" y="1"/>
                  </a:cubicBezTo>
                  <a:close/>
                </a:path>
              </a:pathLst>
            </a:custGeom>
            <a:solidFill>
              <a:srgbClr val="65788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674" name="Google Shape;16674;p45"/>
            <p:cNvSpPr/>
            <p:nvPr/>
          </p:nvSpPr>
          <p:spPr>
            <a:xfrm>
              <a:off x="1587968" y="3400744"/>
              <a:ext cx="29425" cy="135471"/>
            </a:xfrm>
            <a:custGeom>
              <a:rect b="b" l="l" r="r" t="t"/>
              <a:pathLst>
                <a:path extrusionOk="0" h="5184" w="1126">
                  <a:moveTo>
                    <a:pt x="1" y="1"/>
                  </a:moveTo>
                  <a:lnTo>
                    <a:pt x="1" y="5184"/>
                  </a:lnTo>
                  <a:lnTo>
                    <a:pt x="405" y="5184"/>
                  </a:lnTo>
                  <a:cubicBezTo>
                    <a:pt x="808" y="5184"/>
                    <a:pt x="1126" y="4857"/>
                    <a:pt x="1126" y="4462"/>
                  </a:cubicBezTo>
                  <a:lnTo>
                    <a:pt x="1126" y="212"/>
                  </a:lnTo>
                  <a:cubicBezTo>
                    <a:pt x="1126" y="145"/>
                    <a:pt x="1116" y="68"/>
                    <a:pt x="1106" y="1"/>
                  </a:cubicBezTo>
                  <a:close/>
                </a:path>
              </a:pathLst>
            </a:custGeom>
            <a:solidFill>
              <a:srgbClr val="96ABB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675" name="Google Shape;16675;p45"/>
            <p:cNvSpPr/>
            <p:nvPr/>
          </p:nvSpPr>
          <p:spPr>
            <a:xfrm>
              <a:off x="1316818" y="3475117"/>
              <a:ext cx="310872" cy="240027"/>
            </a:xfrm>
            <a:custGeom>
              <a:rect b="b" l="l" r="r" t="t"/>
              <a:pathLst>
                <a:path extrusionOk="0" h="9185" w="11896">
                  <a:moveTo>
                    <a:pt x="328" y="1"/>
                  </a:moveTo>
                  <a:cubicBezTo>
                    <a:pt x="145" y="1"/>
                    <a:pt x="1" y="145"/>
                    <a:pt x="1" y="338"/>
                  </a:cubicBezTo>
                  <a:lnTo>
                    <a:pt x="1" y="8223"/>
                  </a:lnTo>
                  <a:cubicBezTo>
                    <a:pt x="10" y="8755"/>
                    <a:pt x="453" y="9184"/>
                    <a:pt x="993" y="9184"/>
                  </a:cubicBezTo>
                  <a:cubicBezTo>
                    <a:pt x="999" y="9184"/>
                    <a:pt x="1005" y="9184"/>
                    <a:pt x="1011" y="9184"/>
                  </a:cubicBezTo>
                  <a:lnTo>
                    <a:pt x="10877" y="9184"/>
                  </a:lnTo>
                  <a:cubicBezTo>
                    <a:pt x="10883" y="9184"/>
                    <a:pt x="10889" y="9184"/>
                    <a:pt x="10895" y="9184"/>
                  </a:cubicBezTo>
                  <a:cubicBezTo>
                    <a:pt x="11435" y="9184"/>
                    <a:pt x="11886" y="8755"/>
                    <a:pt x="11896" y="8223"/>
                  </a:cubicBezTo>
                  <a:lnTo>
                    <a:pt x="11896" y="8050"/>
                  </a:lnTo>
                  <a:lnTo>
                    <a:pt x="11896" y="309"/>
                  </a:lnTo>
                  <a:cubicBezTo>
                    <a:pt x="11886" y="136"/>
                    <a:pt x="11742" y="1"/>
                    <a:pt x="11559" y="1"/>
                  </a:cubicBezTo>
                  <a:close/>
                </a:path>
              </a:pathLst>
            </a:custGeom>
            <a:solidFill>
              <a:srgbClr val="CBD6D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676" name="Google Shape;16676;p45"/>
            <p:cNvSpPr/>
            <p:nvPr/>
          </p:nvSpPr>
          <p:spPr>
            <a:xfrm>
              <a:off x="1347994" y="3474882"/>
              <a:ext cx="279696" cy="210367"/>
            </a:xfrm>
            <a:custGeom>
              <a:rect b="b" l="l" r="r" t="t"/>
              <a:pathLst>
                <a:path extrusionOk="0" h="8050" w="10703">
                  <a:moveTo>
                    <a:pt x="0" y="0"/>
                  </a:moveTo>
                  <a:lnTo>
                    <a:pt x="0" y="7087"/>
                  </a:lnTo>
                  <a:cubicBezTo>
                    <a:pt x="10" y="7624"/>
                    <a:pt x="452" y="8050"/>
                    <a:pt x="984" y="8050"/>
                  </a:cubicBezTo>
                  <a:cubicBezTo>
                    <a:pt x="996" y="8050"/>
                    <a:pt x="1008" y="8049"/>
                    <a:pt x="1020" y="8049"/>
                  </a:cubicBezTo>
                  <a:lnTo>
                    <a:pt x="10703" y="8049"/>
                  </a:lnTo>
                  <a:lnTo>
                    <a:pt x="10703" y="337"/>
                  </a:lnTo>
                  <a:cubicBezTo>
                    <a:pt x="10703" y="337"/>
                    <a:pt x="10703" y="327"/>
                    <a:pt x="10703" y="308"/>
                  </a:cubicBezTo>
                  <a:cubicBezTo>
                    <a:pt x="10693" y="135"/>
                    <a:pt x="10549" y="0"/>
                    <a:pt x="10366" y="0"/>
                  </a:cubicBezTo>
                  <a:close/>
                </a:path>
              </a:pathLst>
            </a:custGeom>
            <a:solidFill>
              <a:srgbClr val="EEF1F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677" name="Google Shape;16677;p45"/>
            <p:cNvSpPr/>
            <p:nvPr/>
          </p:nvSpPr>
          <p:spPr>
            <a:xfrm>
              <a:off x="1316818" y="3581921"/>
              <a:ext cx="310872" cy="41002"/>
            </a:xfrm>
            <a:custGeom>
              <a:rect b="b" l="l" r="r" t="t"/>
              <a:pathLst>
                <a:path extrusionOk="0" h="1569" w="11896">
                  <a:moveTo>
                    <a:pt x="1" y="1"/>
                  </a:moveTo>
                  <a:lnTo>
                    <a:pt x="1" y="1568"/>
                  </a:lnTo>
                  <a:lnTo>
                    <a:pt x="11896" y="1568"/>
                  </a:lnTo>
                  <a:lnTo>
                    <a:pt x="11896" y="1"/>
                  </a:lnTo>
                  <a:close/>
                </a:path>
              </a:pathLst>
            </a:custGeom>
            <a:solidFill>
              <a:srgbClr val="C5D0D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678" name="Google Shape;16678;p45"/>
            <p:cNvSpPr/>
            <p:nvPr/>
          </p:nvSpPr>
          <p:spPr>
            <a:xfrm>
              <a:off x="1316818" y="3581921"/>
              <a:ext cx="31202" cy="41002"/>
            </a:xfrm>
            <a:custGeom>
              <a:rect b="b" l="l" r="r" t="t"/>
              <a:pathLst>
                <a:path extrusionOk="0" h="1569" w="1194">
                  <a:moveTo>
                    <a:pt x="1" y="1"/>
                  </a:moveTo>
                  <a:lnTo>
                    <a:pt x="1" y="1568"/>
                  </a:lnTo>
                  <a:lnTo>
                    <a:pt x="1193" y="1568"/>
                  </a:lnTo>
                  <a:lnTo>
                    <a:pt x="1193" y="1"/>
                  </a:lnTo>
                  <a:close/>
                </a:path>
              </a:pathLst>
            </a:custGeom>
            <a:solidFill>
              <a:srgbClr val="B8C6D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6679" name="Google Shape;16679;p45"/>
          <p:cNvGrpSpPr/>
          <p:nvPr/>
        </p:nvGrpSpPr>
        <p:grpSpPr>
          <a:xfrm>
            <a:off x="3105248" y="3163596"/>
            <a:ext cx="305619" cy="366430"/>
            <a:chOff x="3105248" y="3348244"/>
            <a:chExt cx="305619" cy="366430"/>
          </a:xfrm>
        </p:grpSpPr>
        <p:sp>
          <p:nvSpPr>
            <p:cNvPr id="16680" name="Google Shape;16680;p45"/>
            <p:cNvSpPr/>
            <p:nvPr/>
          </p:nvSpPr>
          <p:spPr>
            <a:xfrm>
              <a:off x="3198750" y="3348244"/>
              <a:ext cx="99774" cy="238485"/>
            </a:xfrm>
            <a:custGeom>
              <a:rect b="b" l="l" r="r" t="t"/>
              <a:pathLst>
                <a:path extrusionOk="0" h="9126" w="3818">
                  <a:moveTo>
                    <a:pt x="1241" y="1"/>
                  </a:moveTo>
                  <a:cubicBezTo>
                    <a:pt x="1192" y="1"/>
                    <a:pt x="1143" y="13"/>
                    <a:pt x="1097" y="38"/>
                  </a:cubicBezTo>
                  <a:lnTo>
                    <a:pt x="1020" y="86"/>
                  </a:lnTo>
                  <a:cubicBezTo>
                    <a:pt x="327" y="490"/>
                    <a:pt x="0" y="1298"/>
                    <a:pt x="202" y="2077"/>
                  </a:cubicBezTo>
                  <a:lnTo>
                    <a:pt x="2106" y="9125"/>
                  </a:lnTo>
                  <a:lnTo>
                    <a:pt x="3818" y="8664"/>
                  </a:lnTo>
                  <a:lnTo>
                    <a:pt x="3587" y="7798"/>
                  </a:lnTo>
                  <a:lnTo>
                    <a:pt x="1597" y="394"/>
                  </a:lnTo>
                  <a:lnTo>
                    <a:pt x="1549" y="240"/>
                  </a:lnTo>
                  <a:cubicBezTo>
                    <a:pt x="1506" y="92"/>
                    <a:pt x="1376" y="1"/>
                    <a:pt x="1241" y="1"/>
                  </a:cubicBezTo>
                  <a:close/>
                </a:path>
              </a:pathLst>
            </a:custGeom>
            <a:solidFill>
              <a:srgbClr val="C7D2D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681" name="Google Shape;16681;p45"/>
            <p:cNvSpPr/>
            <p:nvPr/>
          </p:nvSpPr>
          <p:spPr>
            <a:xfrm>
              <a:off x="3223366" y="3348244"/>
              <a:ext cx="69147" cy="208328"/>
            </a:xfrm>
            <a:custGeom>
              <a:rect b="b" l="l" r="r" t="t"/>
              <a:pathLst>
                <a:path extrusionOk="0" h="7972" w="2646">
                  <a:moveTo>
                    <a:pt x="289" y="1"/>
                  </a:moveTo>
                  <a:cubicBezTo>
                    <a:pt x="240" y="1"/>
                    <a:pt x="191" y="13"/>
                    <a:pt x="145" y="38"/>
                  </a:cubicBezTo>
                  <a:lnTo>
                    <a:pt x="68" y="86"/>
                  </a:lnTo>
                  <a:cubicBezTo>
                    <a:pt x="1" y="365"/>
                    <a:pt x="10" y="654"/>
                    <a:pt x="87" y="923"/>
                  </a:cubicBezTo>
                  <a:lnTo>
                    <a:pt x="1991" y="7972"/>
                  </a:lnTo>
                  <a:lnTo>
                    <a:pt x="2645" y="7798"/>
                  </a:lnTo>
                  <a:lnTo>
                    <a:pt x="645" y="404"/>
                  </a:lnTo>
                  <a:lnTo>
                    <a:pt x="597" y="240"/>
                  </a:lnTo>
                  <a:cubicBezTo>
                    <a:pt x="555" y="92"/>
                    <a:pt x="424" y="1"/>
                    <a:pt x="289" y="1"/>
                  </a:cubicBezTo>
                  <a:close/>
                </a:path>
              </a:pathLst>
            </a:custGeom>
            <a:solidFill>
              <a:srgbClr val="D9E0E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682" name="Google Shape;16682;p45"/>
            <p:cNvSpPr/>
            <p:nvPr/>
          </p:nvSpPr>
          <p:spPr>
            <a:xfrm>
              <a:off x="3224124" y="3348244"/>
              <a:ext cx="99277" cy="238485"/>
            </a:xfrm>
            <a:custGeom>
              <a:rect b="b" l="l" r="r" t="t"/>
              <a:pathLst>
                <a:path extrusionOk="0" h="9126" w="3799">
                  <a:moveTo>
                    <a:pt x="2580" y="1"/>
                  </a:moveTo>
                  <a:cubicBezTo>
                    <a:pt x="2442" y="1"/>
                    <a:pt x="2312" y="90"/>
                    <a:pt x="2270" y="231"/>
                  </a:cubicBezTo>
                  <a:lnTo>
                    <a:pt x="2222" y="394"/>
                  </a:lnTo>
                  <a:lnTo>
                    <a:pt x="1" y="8654"/>
                  </a:lnTo>
                  <a:lnTo>
                    <a:pt x="703" y="8847"/>
                  </a:lnTo>
                  <a:lnTo>
                    <a:pt x="1712" y="9125"/>
                  </a:lnTo>
                  <a:lnTo>
                    <a:pt x="3616" y="2077"/>
                  </a:lnTo>
                  <a:cubicBezTo>
                    <a:pt x="3799" y="1423"/>
                    <a:pt x="3587" y="731"/>
                    <a:pt x="3097" y="288"/>
                  </a:cubicBezTo>
                  <a:cubicBezTo>
                    <a:pt x="2982" y="192"/>
                    <a:pt x="2866" y="106"/>
                    <a:pt x="2732" y="38"/>
                  </a:cubicBezTo>
                  <a:cubicBezTo>
                    <a:pt x="2683" y="13"/>
                    <a:pt x="2631" y="1"/>
                    <a:pt x="2580" y="1"/>
                  </a:cubicBezTo>
                  <a:close/>
                </a:path>
              </a:pathLst>
            </a:custGeom>
            <a:solidFill>
              <a:srgbClr val="EAEEF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683" name="Google Shape;16683;p45"/>
            <p:cNvSpPr/>
            <p:nvPr/>
          </p:nvSpPr>
          <p:spPr>
            <a:xfrm>
              <a:off x="3242469" y="3355770"/>
              <a:ext cx="80697" cy="230959"/>
            </a:xfrm>
            <a:custGeom>
              <a:rect b="b" l="l" r="r" t="t"/>
              <a:pathLst>
                <a:path extrusionOk="0" h="8838" w="3088">
                  <a:moveTo>
                    <a:pt x="2385" y="0"/>
                  </a:moveTo>
                  <a:cubicBezTo>
                    <a:pt x="2318" y="39"/>
                    <a:pt x="2280" y="106"/>
                    <a:pt x="2260" y="173"/>
                  </a:cubicBezTo>
                  <a:lnTo>
                    <a:pt x="2212" y="337"/>
                  </a:lnTo>
                  <a:lnTo>
                    <a:pt x="1" y="8559"/>
                  </a:lnTo>
                  <a:lnTo>
                    <a:pt x="1010" y="8837"/>
                  </a:lnTo>
                  <a:lnTo>
                    <a:pt x="2914" y="1789"/>
                  </a:lnTo>
                  <a:cubicBezTo>
                    <a:pt x="3087" y="1135"/>
                    <a:pt x="2885" y="443"/>
                    <a:pt x="2385" y="0"/>
                  </a:cubicBezTo>
                  <a:close/>
                </a:path>
              </a:pathLst>
            </a:custGeom>
            <a:solidFill>
              <a:srgbClr val="D9E0E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684" name="Google Shape;16684;p45"/>
            <p:cNvSpPr/>
            <p:nvPr/>
          </p:nvSpPr>
          <p:spPr>
            <a:xfrm>
              <a:off x="3235675" y="3503000"/>
              <a:ext cx="175192" cy="211255"/>
            </a:xfrm>
            <a:custGeom>
              <a:rect b="b" l="l" r="r" t="t"/>
              <a:pathLst>
                <a:path extrusionOk="0" h="8084" w="6704">
                  <a:moveTo>
                    <a:pt x="3920" y="4201"/>
                  </a:moveTo>
                  <a:cubicBezTo>
                    <a:pt x="3946" y="4201"/>
                    <a:pt x="3974" y="4202"/>
                    <a:pt x="4001" y="4204"/>
                  </a:cubicBezTo>
                  <a:cubicBezTo>
                    <a:pt x="4771" y="4242"/>
                    <a:pt x="5367" y="4896"/>
                    <a:pt x="5319" y="5665"/>
                  </a:cubicBezTo>
                  <a:cubicBezTo>
                    <a:pt x="5275" y="6470"/>
                    <a:pt x="4609" y="6979"/>
                    <a:pt x="3923" y="6979"/>
                  </a:cubicBezTo>
                  <a:cubicBezTo>
                    <a:pt x="3560" y="6979"/>
                    <a:pt x="3191" y="6837"/>
                    <a:pt x="2905" y="6521"/>
                  </a:cubicBezTo>
                  <a:cubicBezTo>
                    <a:pt x="2096" y="5618"/>
                    <a:pt x="2740" y="4201"/>
                    <a:pt x="3920" y="4201"/>
                  </a:cubicBezTo>
                  <a:close/>
                  <a:moveTo>
                    <a:pt x="979" y="0"/>
                  </a:moveTo>
                  <a:cubicBezTo>
                    <a:pt x="904" y="0"/>
                    <a:pt x="827" y="10"/>
                    <a:pt x="751" y="30"/>
                  </a:cubicBezTo>
                  <a:cubicBezTo>
                    <a:pt x="280" y="165"/>
                    <a:pt x="1" y="646"/>
                    <a:pt x="126" y="1126"/>
                  </a:cubicBezTo>
                  <a:lnTo>
                    <a:pt x="1520" y="6290"/>
                  </a:lnTo>
                  <a:cubicBezTo>
                    <a:pt x="1848" y="7376"/>
                    <a:pt x="2844" y="8084"/>
                    <a:pt x="3927" y="8084"/>
                  </a:cubicBezTo>
                  <a:cubicBezTo>
                    <a:pt x="4149" y="8084"/>
                    <a:pt x="4374" y="8054"/>
                    <a:pt x="4597" y="7992"/>
                  </a:cubicBezTo>
                  <a:cubicBezTo>
                    <a:pt x="5924" y="7617"/>
                    <a:pt x="6703" y="6261"/>
                    <a:pt x="6357" y="4934"/>
                  </a:cubicBezTo>
                  <a:lnTo>
                    <a:pt x="6357" y="4934"/>
                  </a:lnTo>
                  <a:lnTo>
                    <a:pt x="6357" y="4944"/>
                  </a:lnTo>
                  <a:cubicBezTo>
                    <a:pt x="6044" y="3788"/>
                    <a:pt x="5011" y="3079"/>
                    <a:pt x="3925" y="3079"/>
                  </a:cubicBezTo>
                  <a:cubicBezTo>
                    <a:pt x="3476" y="3079"/>
                    <a:pt x="3017" y="3201"/>
                    <a:pt x="2597" y="3463"/>
                  </a:cubicBezTo>
                  <a:lnTo>
                    <a:pt x="1838" y="655"/>
                  </a:lnTo>
                  <a:cubicBezTo>
                    <a:pt x="1733" y="260"/>
                    <a:pt x="1371" y="0"/>
                    <a:pt x="979" y="0"/>
                  </a:cubicBezTo>
                  <a:close/>
                </a:path>
              </a:pathLst>
            </a:custGeom>
            <a:solidFill>
              <a:srgbClr val="C5D0D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685" name="Google Shape;16685;p45"/>
            <p:cNvSpPr/>
            <p:nvPr/>
          </p:nvSpPr>
          <p:spPr>
            <a:xfrm>
              <a:off x="3105248" y="3502739"/>
              <a:ext cx="181725" cy="211935"/>
            </a:xfrm>
            <a:custGeom>
              <a:rect b="b" l="l" r="r" t="t"/>
              <a:pathLst>
                <a:path extrusionOk="0" h="8110" w="6954">
                  <a:moveTo>
                    <a:pt x="3007" y="4212"/>
                  </a:moveTo>
                  <a:cubicBezTo>
                    <a:pt x="3127" y="4212"/>
                    <a:pt x="3250" y="4228"/>
                    <a:pt x="3376" y="4262"/>
                  </a:cubicBezTo>
                  <a:cubicBezTo>
                    <a:pt x="4117" y="4454"/>
                    <a:pt x="4559" y="5214"/>
                    <a:pt x="4367" y="5964"/>
                  </a:cubicBezTo>
                  <a:cubicBezTo>
                    <a:pt x="4184" y="6630"/>
                    <a:pt x="3602" y="6990"/>
                    <a:pt x="3017" y="6990"/>
                  </a:cubicBezTo>
                  <a:cubicBezTo>
                    <a:pt x="2554" y="6990"/>
                    <a:pt x="2090" y="6766"/>
                    <a:pt x="1819" y="6291"/>
                  </a:cubicBezTo>
                  <a:cubicBezTo>
                    <a:pt x="1268" y="5336"/>
                    <a:pt x="1995" y="4212"/>
                    <a:pt x="3007" y="4212"/>
                  </a:cubicBezTo>
                  <a:close/>
                  <a:moveTo>
                    <a:pt x="5975" y="1"/>
                  </a:moveTo>
                  <a:cubicBezTo>
                    <a:pt x="5583" y="1"/>
                    <a:pt x="5222" y="261"/>
                    <a:pt x="5117" y="656"/>
                  </a:cubicBezTo>
                  <a:lnTo>
                    <a:pt x="4357" y="3473"/>
                  </a:lnTo>
                  <a:cubicBezTo>
                    <a:pt x="3918" y="3196"/>
                    <a:pt x="3458" y="3073"/>
                    <a:pt x="3015" y="3073"/>
                  </a:cubicBezTo>
                  <a:cubicBezTo>
                    <a:pt x="1397" y="3073"/>
                    <a:pt x="1" y="4710"/>
                    <a:pt x="665" y="6483"/>
                  </a:cubicBezTo>
                  <a:cubicBezTo>
                    <a:pt x="1039" y="7464"/>
                    <a:pt x="1976" y="8110"/>
                    <a:pt x="3026" y="8110"/>
                  </a:cubicBezTo>
                  <a:cubicBezTo>
                    <a:pt x="3056" y="8110"/>
                    <a:pt x="3086" y="8109"/>
                    <a:pt x="3117" y="8108"/>
                  </a:cubicBezTo>
                  <a:cubicBezTo>
                    <a:pt x="4194" y="8060"/>
                    <a:pt x="5127" y="7339"/>
                    <a:pt x="5434" y="6300"/>
                  </a:cubicBezTo>
                  <a:lnTo>
                    <a:pt x="6829" y="1127"/>
                  </a:lnTo>
                  <a:cubicBezTo>
                    <a:pt x="6954" y="656"/>
                    <a:pt x="6665" y="175"/>
                    <a:pt x="6204" y="40"/>
                  </a:cubicBezTo>
                  <a:lnTo>
                    <a:pt x="6204" y="31"/>
                  </a:lnTo>
                  <a:cubicBezTo>
                    <a:pt x="6127" y="10"/>
                    <a:pt x="6051" y="1"/>
                    <a:pt x="5975" y="1"/>
                  </a:cubicBezTo>
                  <a:close/>
                </a:path>
              </a:pathLst>
            </a:custGeom>
            <a:solidFill>
              <a:srgbClr val="D1DAE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686" name="Google Shape;16686;p45"/>
            <p:cNvSpPr/>
            <p:nvPr/>
          </p:nvSpPr>
          <p:spPr>
            <a:xfrm>
              <a:off x="3253288" y="3522365"/>
              <a:ext cx="15836" cy="16124"/>
            </a:xfrm>
            <a:custGeom>
              <a:rect b="b" l="l" r="r" t="t"/>
              <a:pathLst>
                <a:path extrusionOk="0" h="617" w="606">
                  <a:moveTo>
                    <a:pt x="308" y="1"/>
                  </a:moveTo>
                  <a:cubicBezTo>
                    <a:pt x="135" y="1"/>
                    <a:pt x="0" y="145"/>
                    <a:pt x="0" y="308"/>
                  </a:cubicBezTo>
                  <a:cubicBezTo>
                    <a:pt x="0" y="472"/>
                    <a:pt x="135" y="616"/>
                    <a:pt x="308" y="616"/>
                  </a:cubicBezTo>
                  <a:cubicBezTo>
                    <a:pt x="471" y="616"/>
                    <a:pt x="606" y="472"/>
                    <a:pt x="606" y="308"/>
                  </a:cubicBezTo>
                  <a:cubicBezTo>
                    <a:pt x="606" y="145"/>
                    <a:pt x="471" y="1"/>
                    <a:pt x="308" y="1"/>
                  </a:cubicBezTo>
                  <a:close/>
                </a:path>
              </a:pathLst>
            </a:custGeom>
            <a:solidFill>
              <a:srgbClr val="7B8E9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6687" name="Google Shape;16687;p45"/>
          <p:cNvGrpSpPr/>
          <p:nvPr/>
        </p:nvGrpSpPr>
        <p:grpSpPr>
          <a:xfrm>
            <a:off x="2661988" y="3163570"/>
            <a:ext cx="304078" cy="366665"/>
            <a:chOff x="2661988" y="3348218"/>
            <a:chExt cx="304078" cy="366665"/>
          </a:xfrm>
        </p:grpSpPr>
        <p:sp>
          <p:nvSpPr>
            <p:cNvPr id="16688" name="Google Shape;16688;p45"/>
            <p:cNvSpPr/>
            <p:nvPr/>
          </p:nvSpPr>
          <p:spPr>
            <a:xfrm>
              <a:off x="2801954" y="3540971"/>
              <a:ext cx="24146" cy="173912"/>
            </a:xfrm>
            <a:custGeom>
              <a:rect b="b" l="l" r="r" t="t"/>
              <a:pathLst>
                <a:path extrusionOk="0" h="6655" w="924">
                  <a:moveTo>
                    <a:pt x="1" y="0"/>
                  </a:moveTo>
                  <a:lnTo>
                    <a:pt x="1" y="6193"/>
                  </a:lnTo>
                  <a:cubicBezTo>
                    <a:pt x="1" y="6501"/>
                    <a:pt x="231" y="6655"/>
                    <a:pt x="462" y="6655"/>
                  </a:cubicBezTo>
                  <a:cubicBezTo>
                    <a:pt x="693" y="6655"/>
                    <a:pt x="924" y="6501"/>
                    <a:pt x="924" y="6193"/>
                  </a:cubicBezTo>
                  <a:lnTo>
                    <a:pt x="924" y="0"/>
                  </a:lnTo>
                  <a:close/>
                </a:path>
              </a:pathLst>
            </a:custGeom>
            <a:solidFill>
              <a:srgbClr val="B7C5D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689" name="Google Shape;16689;p45"/>
            <p:cNvSpPr/>
            <p:nvPr/>
          </p:nvSpPr>
          <p:spPr>
            <a:xfrm>
              <a:off x="2801954" y="3540971"/>
              <a:ext cx="24146" cy="39721"/>
            </a:xfrm>
            <a:custGeom>
              <a:rect b="b" l="l" r="r" t="t"/>
              <a:pathLst>
                <a:path extrusionOk="0" h="1520" w="924">
                  <a:moveTo>
                    <a:pt x="1" y="0"/>
                  </a:moveTo>
                  <a:lnTo>
                    <a:pt x="1" y="1520"/>
                  </a:lnTo>
                  <a:lnTo>
                    <a:pt x="924" y="1520"/>
                  </a:lnTo>
                  <a:lnTo>
                    <a:pt x="924" y="0"/>
                  </a:lnTo>
                  <a:close/>
                </a:path>
              </a:pathLst>
            </a:custGeom>
            <a:solidFill>
              <a:srgbClr val="7B8E9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690" name="Google Shape;16690;p45"/>
            <p:cNvSpPr/>
            <p:nvPr/>
          </p:nvSpPr>
          <p:spPr>
            <a:xfrm>
              <a:off x="2809245" y="3348218"/>
              <a:ext cx="11080" cy="39669"/>
            </a:xfrm>
            <a:custGeom>
              <a:rect b="b" l="l" r="r" t="t"/>
              <a:pathLst>
                <a:path extrusionOk="0" h="1518" w="424">
                  <a:moveTo>
                    <a:pt x="212" y="1"/>
                  </a:moveTo>
                  <a:cubicBezTo>
                    <a:pt x="97" y="1"/>
                    <a:pt x="1" y="97"/>
                    <a:pt x="1" y="212"/>
                  </a:cubicBezTo>
                  <a:lnTo>
                    <a:pt x="1" y="1309"/>
                  </a:lnTo>
                  <a:cubicBezTo>
                    <a:pt x="1" y="1448"/>
                    <a:pt x="106" y="1518"/>
                    <a:pt x="212" y="1518"/>
                  </a:cubicBezTo>
                  <a:cubicBezTo>
                    <a:pt x="318" y="1518"/>
                    <a:pt x="424" y="1448"/>
                    <a:pt x="424" y="1309"/>
                  </a:cubicBezTo>
                  <a:lnTo>
                    <a:pt x="424" y="212"/>
                  </a:lnTo>
                  <a:cubicBezTo>
                    <a:pt x="424" y="97"/>
                    <a:pt x="327" y="1"/>
                    <a:pt x="212" y="1"/>
                  </a:cubicBezTo>
                  <a:close/>
                </a:path>
              </a:pathLst>
            </a:custGeom>
            <a:solidFill>
              <a:srgbClr val="C1CAD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691" name="Google Shape;16691;p45"/>
            <p:cNvSpPr/>
            <p:nvPr/>
          </p:nvSpPr>
          <p:spPr>
            <a:xfrm>
              <a:off x="2852207" y="3359585"/>
              <a:ext cx="24173" cy="37579"/>
            </a:xfrm>
            <a:custGeom>
              <a:rect b="b" l="l" r="r" t="t"/>
              <a:pathLst>
                <a:path extrusionOk="0" h="1438" w="925">
                  <a:moveTo>
                    <a:pt x="681" y="1"/>
                  </a:moveTo>
                  <a:cubicBezTo>
                    <a:pt x="599" y="1"/>
                    <a:pt x="520" y="53"/>
                    <a:pt x="491" y="133"/>
                  </a:cubicBezTo>
                  <a:lnTo>
                    <a:pt x="68" y="1143"/>
                  </a:lnTo>
                  <a:cubicBezTo>
                    <a:pt x="0" y="1310"/>
                    <a:pt x="139" y="1438"/>
                    <a:pt x="276" y="1438"/>
                  </a:cubicBezTo>
                  <a:cubicBezTo>
                    <a:pt x="351" y="1438"/>
                    <a:pt x="425" y="1399"/>
                    <a:pt x="462" y="1306"/>
                  </a:cubicBezTo>
                  <a:lnTo>
                    <a:pt x="876" y="297"/>
                  </a:lnTo>
                  <a:cubicBezTo>
                    <a:pt x="924" y="191"/>
                    <a:pt x="876" y="56"/>
                    <a:pt x="761" y="18"/>
                  </a:cubicBezTo>
                  <a:cubicBezTo>
                    <a:pt x="735" y="6"/>
                    <a:pt x="708" y="1"/>
                    <a:pt x="681" y="1"/>
                  </a:cubicBezTo>
                  <a:close/>
                </a:path>
              </a:pathLst>
            </a:custGeom>
            <a:solidFill>
              <a:srgbClr val="CED7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692" name="Google Shape;16692;p45"/>
            <p:cNvSpPr/>
            <p:nvPr/>
          </p:nvSpPr>
          <p:spPr>
            <a:xfrm>
              <a:off x="2889158" y="3390970"/>
              <a:ext cx="35540" cy="31411"/>
            </a:xfrm>
            <a:custGeom>
              <a:rect b="b" l="l" r="r" t="t"/>
              <a:pathLst>
                <a:path extrusionOk="0" h="1202" w="1360">
                  <a:moveTo>
                    <a:pt x="1057" y="1"/>
                  </a:moveTo>
                  <a:cubicBezTo>
                    <a:pt x="1008" y="1"/>
                    <a:pt x="958" y="20"/>
                    <a:pt x="914" y="67"/>
                  </a:cubicBezTo>
                  <a:lnTo>
                    <a:pt x="135" y="846"/>
                  </a:lnTo>
                  <a:cubicBezTo>
                    <a:pt x="0" y="971"/>
                    <a:pt x="97" y="1202"/>
                    <a:pt x="289" y="1202"/>
                  </a:cubicBezTo>
                  <a:cubicBezTo>
                    <a:pt x="347" y="1202"/>
                    <a:pt x="395" y="1182"/>
                    <a:pt x="433" y="1144"/>
                  </a:cubicBezTo>
                  <a:lnTo>
                    <a:pt x="1212" y="365"/>
                  </a:lnTo>
                  <a:cubicBezTo>
                    <a:pt x="1360" y="217"/>
                    <a:pt x="1218" y="1"/>
                    <a:pt x="1057" y="1"/>
                  </a:cubicBezTo>
                  <a:close/>
                </a:path>
              </a:pathLst>
            </a:custGeom>
            <a:solidFill>
              <a:srgbClr val="C1CAD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693" name="Google Shape;16693;p45"/>
            <p:cNvSpPr/>
            <p:nvPr/>
          </p:nvSpPr>
          <p:spPr>
            <a:xfrm>
              <a:off x="2915290" y="3438479"/>
              <a:ext cx="40688" cy="22056"/>
            </a:xfrm>
            <a:custGeom>
              <a:rect b="b" l="l" r="r" t="t"/>
              <a:pathLst>
                <a:path extrusionOk="0" h="844" w="1557">
                  <a:moveTo>
                    <a:pt x="1255" y="0"/>
                  </a:moveTo>
                  <a:cubicBezTo>
                    <a:pt x="1226" y="0"/>
                    <a:pt x="1196" y="6"/>
                    <a:pt x="1164" y="18"/>
                  </a:cubicBezTo>
                  <a:lnTo>
                    <a:pt x="164" y="432"/>
                  </a:lnTo>
                  <a:cubicBezTo>
                    <a:pt x="58" y="480"/>
                    <a:pt x="1" y="595"/>
                    <a:pt x="49" y="711"/>
                  </a:cubicBezTo>
                  <a:cubicBezTo>
                    <a:pt x="78" y="791"/>
                    <a:pt x="156" y="843"/>
                    <a:pt x="239" y="843"/>
                  </a:cubicBezTo>
                  <a:cubicBezTo>
                    <a:pt x="265" y="843"/>
                    <a:pt x="292" y="838"/>
                    <a:pt x="318" y="826"/>
                  </a:cubicBezTo>
                  <a:lnTo>
                    <a:pt x="1328" y="412"/>
                  </a:lnTo>
                  <a:cubicBezTo>
                    <a:pt x="1556" y="311"/>
                    <a:pt x="1464" y="0"/>
                    <a:pt x="1255" y="0"/>
                  </a:cubicBezTo>
                  <a:close/>
                </a:path>
              </a:pathLst>
            </a:custGeom>
            <a:solidFill>
              <a:srgbClr val="CED7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694" name="Google Shape;16694;p45"/>
            <p:cNvSpPr/>
            <p:nvPr/>
          </p:nvSpPr>
          <p:spPr>
            <a:xfrm>
              <a:off x="2922817" y="3493723"/>
              <a:ext cx="43249" cy="11080"/>
            </a:xfrm>
            <a:custGeom>
              <a:rect b="b" l="l" r="r" t="t"/>
              <a:pathLst>
                <a:path extrusionOk="0" h="424" w="1655">
                  <a:moveTo>
                    <a:pt x="289" y="1"/>
                  </a:moveTo>
                  <a:cubicBezTo>
                    <a:pt x="1" y="1"/>
                    <a:pt x="1" y="424"/>
                    <a:pt x="289" y="424"/>
                  </a:cubicBezTo>
                  <a:lnTo>
                    <a:pt x="1376" y="424"/>
                  </a:lnTo>
                  <a:cubicBezTo>
                    <a:pt x="1655" y="424"/>
                    <a:pt x="1655" y="1"/>
                    <a:pt x="1376" y="1"/>
                  </a:cubicBezTo>
                  <a:close/>
                </a:path>
              </a:pathLst>
            </a:custGeom>
            <a:solidFill>
              <a:srgbClr val="C1CAD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695" name="Google Shape;16695;p45"/>
            <p:cNvSpPr/>
            <p:nvPr/>
          </p:nvSpPr>
          <p:spPr>
            <a:xfrm>
              <a:off x="2912912" y="3538149"/>
              <a:ext cx="42570" cy="22160"/>
            </a:xfrm>
            <a:custGeom>
              <a:rect b="b" l="l" r="r" t="t"/>
              <a:pathLst>
                <a:path extrusionOk="0" h="848" w="1629">
                  <a:moveTo>
                    <a:pt x="297" y="1"/>
                  </a:moveTo>
                  <a:cubicBezTo>
                    <a:pt x="96" y="1"/>
                    <a:pt x="0" y="314"/>
                    <a:pt x="236" y="406"/>
                  </a:cubicBezTo>
                  <a:lnTo>
                    <a:pt x="1236" y="830"/>
                  </a:lnTo>
                  <a:cubicBezTo>
                    <a:pt x="1266" y="842"/>
                    <a:pt x="1295" y="847"/>
                    <a:pt x="1322" y="847"/>
                  </a:cubicBezTo>
                  <a:cubicBezTo>
                    <a:pt x="1528" y="847"/>
                    <a:pt x="1629" y="529"/>
                    <a:pt x="1399" y="435"/>
                  </a:cubicBezTo>
                  <a:lnTo>
                    <a:pt x="390" y="22"/>
                  </a:lnTo>
                  <a:cubicBezTo>
                    <a:pt x="357" y="7"/>
                    <a:pt x="326" y="1"/>
                    <a:pt x="297" y="1"/>
                  </a:cubicBezTo>
                  <a:close/>
                </a:path>
              </a:pathLst>
            </a:custGeom>
            <a:solidFill>
              <a:srgbClr val="CED7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696" name="Google Shape;16696;p45"/>
            <p:cNvSpPr/>
            <p:nvPr/>
          </p:nvSpPr>
          <p:spPr>
            <a:xfrm>
              <a:off x="2887825" y="3575649"/>
              <a:ext cx="35880" cy="31411"/>
            </a:xfrm>
            <a:custGeom>
              <a:rect b="b" l="l" r="r" t="t"/>
              <a:pathLst>
                <a:path extrusionOk="0" h="1202" w="1373">
                  <a:moveTo>
                    <a:pt x="300" y="0"/>
                  </a:moveTo>
                  <a:cubicBezTo>
                    <a:pt x="140" y="0"/>
                    <a:pt x="0" y="211"/>
                    <a:pt x="148" y="366"/>
                  </a:cubicBezTo>
                  <a:lnTo>
                    <a:pt x="927" y="1135"/>
                  </a:lnTo>
                  <a:cubicBezTo>
                    <a:pt x="971" y="1182"/>
                    <a:pt x="1021" y="1201"/>
                    <a:pt x="1069" y="1201"/>
                  </a:cubicBezTo>
                  <a:cubicBezTo>
                    <a:pt x="1230" y="1201"/>
                    <a:pt x="1373" y="985"/>
                    <a:pt x="1225" y="837"/>
                  </a:cubicBezTo>
                  <a:lnTo>
                    <a:pt x="446" y="68"/>
                  </a:lnTo>
                  <a:cubicBezTo>
                    <a:pt x="401" y="20"/>
                    <a:pt x="350" y="0"/>
                    <a:pt x="300" y="0"/>
                  </a:cubicBezTo>
                  <a:close/>
                </a:path>
              </a:pathLst>
            </a:custGeom>
            <a:solidFill>
              <a:srgbClr val="C1CAD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697" name="Google Shape;16697;p45"/>
            <p:cNvSpPr/>
            <p:nvPr/>
          </p:nvSpPr>
          <p:spPr>
            <a:xfrm>
              <a:off x="2850926" y="3600605"/>
              <a:ext cx="24721" cy="37552"/>
            </a:xfrm>
            <a:custGeom>
              <a:rect b="b" l="l" r="r" t="t"/>
              <a:pathLst>
                <a:path extrusionOk="0" h="1437" w="946">
                  <a:moveTo>
                    <a:pt x="270" y="1"/>
                  </a:moveTo>
                  <a:cubicBezTo>
                    <a:pt x="136" y="1"/>
                    <a:pt x="1" y="128"/>
                    <a:pt x="69" y="295"/>
                  </a:cubicBezTo>
                  <a:lnTo>
                    <a:pt x="483" y="1305"/>
                  </a:lnTo>
                  <a:cubicBezTo>
                    <a:pt x="520" y="1397"/>
                    <a:pt x="594" y="1436"/>
                    <a:pt x="669" y="1436"/>
                  </a:cubicBezTo>
                  <a:cubicBezTo>
                    <a:pt x="806" y="1436"/>
                    <a:pt x="945" y="1309"/>
                    <a:pt x="877" y="1142"/>
                  </a:cubicBezTo>
                  <a:lnTo>
                    <a:pt x="454" y="132"/>
                  </a:lnTo>
                  <a:cubicBezTo>
                    <a:pt x="416" y="40"/>
                    <a:pt x="343" y="1"/>
                    <a:pt x="270" y="1"/>
                  </a:cubicBezTo>
                  <a:close/>
                </a:path>
              </a:pathLst>
            </a:custGeom>
            <a:solidFill>
              <a:srgbClr val="CED7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698" name="Google Shape;16698;p45"/>
            <p:cNvSpPr/>
            <p:nvPr/>
          </p:nvSpPr>
          <p:spPr>
            <a:xfrm>
              <a:off x="2751021" y="3600083"/>
              <a:ext cx="24068" cy="37317"/>
            </a:xfrm>
            <a:custGeom>
              <a:rect b="b" l="l" r="r" t="t"/>
              <a:pathLst>
                <a:path extrusionOk="0" h="1428" w="921">
                  <a:moveTo>
                    <a:pt x="682" y="0"/>
                  </a:moveTo>
                  <a:cubicBezTo>
                    <a:pt x="596" y="0"/>
                    <a:pt x="517" y="53"/>
                    <a:pt x="488" y="133"/>
                  </a:cubicBezTo>
                  <a:lnTo>
                    <a:pt x="75" y="1133"/>
                  </a:lnTo>
                  <a:cubicBezTo>
                    <a:pt x="0" y="1300"/>
                    <a:pt x="137" y="1427"/>
                    <a:pt x="273" y="1427"/>
                  </a:cubicBezTo>
                  <a:cubicBezTo>
                    <a:pt x="347" y="1427"/>
                    <a:pt x="422" y="1389"/>
                    <a:pt x="459" y="1296"/>
                  </a:cubicBezTo>
                  <a:lnTo>
                    <a:pt x="882" y="287"/>
                  </a:lnTo>
                  <a:cubicBezTo>
                    <a:pt x="921" y="181"/>
                    <a:pt x="873" y="56"/>
                    <a:pt x="767" y="17"/>
                  </a:cubicBezTo>
                  <a:cubicBezTo>
                    <a:pt x="739" y="6"/>
                    <a:pt x="710" y="0"/>
                    <a:pt x="682" y="0"/>
                  </a:cubicBezTo>
                  <a:close/>
                </a:path>
              </a:pathLst>
            </a:custGeom>
            <a:solidFill>
              <a:srgbClr val="CED7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699" name="Google Shape;16699;p45"/>
            <p:cNvSpPr/>
            <p:nvPr/>
          </p:nvSpPr>
          <p:spPr>
            <a:xfrm>
              <a:off x="2703147" y="3574525"/>
              <a:ext cx="36063" cy="31411"/>
            </a:xfrm>
            <a:custGeom>
              <a:rect b="b" l="l" r="r" t="t"/>
              <a:pathLst>
                <a:path extrusionOk="0" h="1202" w="1380">
                  <a:moveTo>
                    <a:pt x="1071" y="1"/>
                  </a:moveTo>
                  <a:cubicBezTo>
                    <a:pt x="1022" y="1"/>
                    <a:pt x="972" y="19"/>
                    <a:pt x="926" y="63"/>
                  </a:cubicBezTo>
                  <a:lnTo>
                    <a:pt x="926" y="72"/>
                  </a:lnTo>
                  <a:lnTo>
                    <a:pt x="156" y="841"/>
                  </a:lnTo>
                  <a:cubicBezTo>
                    <a:pt x="0" y="990"/>
                    <a:pt x="143" y="1202"/>
                    <a:pt x="309" y="1202"/>
                  </a:cubicBezTo>
                  <a:cubicBezTo>
                    <a:pt x="358" y="1202"/>
                    <a:pt x="409" y="1183"/>
                    <a:pt x="455" y="1140"/>
                  </a:cubicBezTo>
                  <a:lnTo>
                    <a:pt x="1224" y="370"/>
                  </a:lnTo>
                  <a:cubicBezTo>
                    <a:pt x="1380" y="214"/>
                    <a:pt x="1237" y="1"/>
                    <a:pt x="1071" y="1"/>
                  </a:cubicBezTo>
                  <a:close/>
                </a:path>
              </a:pathLst>
            </a:custGeom>
            <a:solidFill>
              <a:srgbClr val="C1CAD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700" name="Google Shape;16700;p45"/>
            <p:cNvSpPr/>
            <p:nvPr/>
          </p:nvSpPr>
          <p:spPr>
            <a:xfrm>
              <a:off x="2671814" y="3536607"/>
              <a:ext cx="40714" cy="22186"/>
            </a:xfrm>
            <a:custGeom>
              <a:rect b="b" l="l" r="r" t="t"/>
              <a:pathLst>
                <a:path extrusionOk="0" h="849" w="1558">
                  <a:moveTo>
                    <a:pt x="1319" y="0"/>
                  </a:moveTo>
                  <a:cubicBezTo>
                    <a:pt x="1293" y="0"/>
                    <a:pt x="1266" y="5"/>
                    <a:pt x="1240" y="13"/>
                  </a:cubicBezTo>
                  <a:lnTo>
                    <a:pt x="230" y="437"/>
                  </a:lnTo>
                  <a:cubicBezTo>
                    <a:pt x="1" y="530"/>
                    <a:pt x="102" y="849"/>
                    <a:pt x="308" y="849"/>
                  </a:cubicBezTo>
                  <a:cubicBezTo>
                    <a:pt x="335" y="849"/>
                    <a:pt x="364" y="843"/>
                    <a:pt x="394" y="831"/>
                  </a:cubicBezTo>
                  <a:lnTo>
                    <a:pt x="1404" y="408"/>
                  </a:lnTo>
                  <a:cubicBezTo>
                    <a:pt x="1509" y="369"/>
                    <a:pt x="1557" y="244"/>
                    <a:pt x="1519" y="139"/>
                  </a:cubicBezTo>
                  <a:cubicBezTo>
                    <a:pt x="1489" y="49"/>
                    <a:pt x="1408" y="0"/>
                    <a:pt x="1319" y="0"/>
                  </a:cubicBezTo>
                  <a:close/>
                </a:path>
              </a:pathLst>
            </a:custGeom>
            <a:solidFill>
              <a:srgbClr val="CED7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701" name="Google Shape;16701;p45"/>
            <p:cNvSpPr/>
            <p:nvPr/>
          </p:nvSpPr>
          <p:spPr>
            <a:xfrm>
              <a:off x="2661988" y="3492208"/>
              <a:ext cx="41498" cy="11080"/>
            </a:xfrm>
            <a:custGeom>
              <a:rect b="b" l="l" r="r" t="t"/>
              <a:pathLst>
                <a:path extrusionOk="0" h="424" w="1588">
                  <a:moveTo>
                    <a:pt x="279" y="1"/>
                  </a:moveTo>
                  <a:cubicBezTo>
                    <a:pt x="1" y="1"/>
                    <a:pt x="1" y="424"/>
                    <a:pt x="279" y="424"/>
                  </a:cubicBezTo>
                  <a:lnTo>
                    <a:pt x="1376" y="424"/>
                  </a:lnTo>
                  <a:cubicBezTo>
                    <a:pt x="1491" y="424"/>
                    <a:pt x="1587" y="328"/>
                    <a:pt x="1587" y="212"/>
                  </a:cubicBezTo>
                  <a:cubicBezTo>
                    <a:pt x="1587" y="97"/>
                    <a:pt x="1491" y="1"/>
                    <a:pt x="1376" y="1"/>
                  </a:cubicBezTo>
                  <a:close/>
                </a:path>
              </a:pathLst>
            </a:custGeom>
            <a:solidFill>
              <a:srgbClr val="C1CAD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702" name="Google Shape;16702;p45"/>
            <p:cNvSpPr/>
            <p:nvPr/>
          </p:nvSpPr>
          <p:spPr>
            <a:xfrm>
              <a:off x="2672363" y="3436728"/>
              <a:ext cx="42570" cy="22134"/>
            </a:xfrm>
            <a:custGeom>
              <a:rect b="b" l="l" r="r" t="t"/>
              <a:pathLst>
                <a:path extrusionOk="0" h="847" w="1629">
                  <a:moveTo>
                    <a:pt x="312" y="0"/>
                  </a:moveTo>
                  <a:cubicBezTo>
                    <a:pt x="100" y="0"/>
                    <a:pt x="0" y="319"/>
                    <a:pt x="238" y="412"/>
                  </a:cubicBezTo>
                  <a:lnTo>
                    <a:pt x="1238" y="826"/>
                  </a:lnTo>
                  <a:cubicBezTo>
                    <a:pt x="1272" y="840"/>
                    <a:pt x="1304" y="847"/>
                    <a:pt x="1334" y="847"/>
                  </a:cubicBezTo>
                  <a:cubicBezTo>
                    <a:pt x="1540" y="847"/>
                    <a:pt x="1629" y="534"/>
                    <a:pt x="1402" y="441"/>
                  </a:cubicBezTo>
                  <a:lnTo>
                    <a:pt x="402" y="18"/>
                  </a:lnTo>
                  <a:cubicBezTo>
                    <a:pt x="370" y="6"/>
                    <a:pt x="340" y="0"/>
                    <a:pt x="312" y="0"/>
                  </a:cubicBezTo>
                  <a:close/>
                </a:path>
              </a:pathLst>
            </a:custGeom>
            <a:solidFill>
              <a:srgbClr val="CED7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703" name="Google Shape;16703;p45"/>
            <p:cNvSpPr/>
            <p:nvPr/>
          </p:nvSpPr>
          <p:spPr>
            <a:xfrm>
              <a:off x="2704349" y="3390082"/>
              <a:ext cx="35932" cy="31411"/>
            </a:xfrm>
            <a:custGeom>
              <a:rect b="b" l="l" r="r" t="t"/>
              <a:pathLst>
                <a:path extrusionOk="0" h="1202" w="1375">
                  <a:moveTo>
                    <a:pt x="307" y="0"/>
                  </a:moveTo>
                  <a:cubicBezTo>
                    <a:pt x="145" y="0"/>
                    <a:pt x="0" y="214"/>
                    <a:pt x="149" y="370"/>
                  </a:cubicBezTo>
                  <a:lnTo>
                    <a:pt x="928" y="1139"/>
                  </a:lnTo>
                  <a:cubicBezTo>
                    <a:pt x="972" y="1183"/>
                    <a:pt x="1021" y="1202"/>
                    <a:pt x="1068" y="1202"/>
                  </a:cubicBezTo>
                  <a:cubicBezTo>
                    <a:pt x="1230" y="1202"/>
                    <a:pt x="1374" y="990"/>
                    <a:pt x="1226" y="841"/>
                  </a:cubicBezTo>
                  <a:lnTo>
                    <a:pt x="447" y="62"/>
                  </a:lnTo>
                  <a:cubicBezTo>
                    <a:pt x="403" y="19"/>
                    <a:pt x="354" y="0"/>
                    <a:pt x="307" y="0"/>
                  </a:cubicBezTo>
                  <a:close/>
                </a:path>
              </a:pathLst>
            </a:custGeom>
            <a:solidFill>
              <a:srgbClr val="C1CAD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704" name="Google Shape;16704;p45"/>
            <p:cNvSpPr/>
            <p:nvPr/>
          </p:nvSpPr>
          <p:spPr>
            <a:xfrm>
              <a:off x="2752433" y="3358958"/>
              <a:ext cx="24669" cy="37526"/>
            </a:xfrm>
            <a:custGeom>
              <a:rect b="b" l="l" r="r" t="t"/>
              <a:pathLst>
                <a:path extrusionOk="0" h="1436" w="944">
                  <a:moveTo>
                    <a:pt x="269" y="0"/>
                  </a:moveTo>
                  <a:cubicBezTo>
                    <a:pt x="134" y="0"/>
                    <a:pt x="1" y="129"/>
                    <a:pt x="69" y="301"/>
                  </a:cubicBezTo>
                  <a:lnTo>
                    <a:pt x="482" y="1302"/>
                  </a:lnTo>
                  <a:cubicBezTo>
                    <a:pt x="520" y="1395"/>
                    <a:pt x="596" y="1435"/>
                    <a:pt x="672" y="1435"/>
                  </a:cubicBezTo>
                  <a:cubicBezTo>
                    <a:pt x="807" y="1435"/>
                    <a:pt x="944" y="1310"/>
                    <a:pt x="876" y="1138"/>
                  </a:cubicBezTo>
                  <a:lnTo>
                    <a:pt x="463" y="138"/>
                  </a:lnTo>
                  <a:cubicBezTo>
                    <a:pt x="421" y="41"/>
                    <a:pt x="345" y="0"/>
                    <a:pt x="269" y="0"/>
                  </a:cubicBezTo>
                  <a:close/>
                </a:path>
              </a:pathLst>
            </a:custGeom>
            <a:solidFill>
              <a:srgbClr val="CED7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705" name="Google Shape;16705;p45"/>
            <p:cNvSpPr/>
            <p:nvPr/>
          </p:nvSpPr>
          <p:spPr>
            <a:xfrm>
              <a:off x="2727816" y="3415796"/>
              <a:ext cx="172422" cy="159591"/>
            </a:xfrm>
            <a:custGeom>
              <a:rect b="b" l="l" r="r" t="t"/>
              <a:pathLst>
                <a:path extrusionOk="0" h="6107" w="6598">
                  <a:moveTo>
                    <a:pt x="3300" y="1"/>
                  </a:moveTo>
                  <a:cubicBezTo>
                    <a:pt x="3160" y="1"/>
                    <a:pt x="3023" y="74"/>
                    <a:pt x="2953" y="213"/>
                  </a:cubicBezTo>
                  <a:lnTo>
                    <a:pt x="2290" y="1559"/>
                  </a:lnTo>
                  <a:lnTo>
                    <a:pt x="2270" y="1598"/>
                  </a:lnTo>
                  <a:cubicBezTo>
                    <a:pt x="2213" y="1713"/>
                    <a:pt x="2107" y="1800"/>
                    <a:pt x="1982" y="1819"/>
                  </a:cubicBezTo>
                  <a:lnTo>
                    <a:pt x="905" y="1973"/>
                  </a:lnTo>
                  <a:lnTo>
                    <a:pt x="443" y="2040"/>
                  </a:lnTo>
                  <a:cubicBezTo>
                    <a:pt x="126" y="2079"/>
                    <a:pt x="1" y="2473"/>
                    <a:pt x="232" y="2704"/>
                  </a:cubicBezTo>
                  <a:lnTo>
                    <a:pt x="1338" y="3781"/>
                  </a:lnTo>
                  <a:cubicBezTo>
                    <a:pt x="1424" y="3867"/>
                    <a:pt x="1472" y="4002"/>
                    <a:pt x="1443" y="4127"/>
                  </a:cubicBezTo>
                  <a:lnTo>
                    <a:pt x="1184" y="5646"/>
                  </a:lnTo>
                  <a:cubicBezTo>
                    <a:pt x="1146" y="5897"/>
                    <a:pt x="1343" y="6106"/>
                    <a:pt x="1569" y="6106"/>
                  </a:cubicBezTo>
                  <a:cubicBezTo>
                    <a:pt x="1629" y="6106"/>
                    <a:pt x="1691" y="6092"/>
                    <a:pt x="1751" y="6060"/>
                  </a:cubicBezTo>
                  <a:lnTo>
                    <a:pt x="2280" y="5781"/>
                  </a:lnTo>
                  <a:lnTo>
                    <a:pt x="3117" y="5338"/>
                  </a:lnTo>
                  <a:cubicBezTo>
                    <a:pt x="3175" y="5309"/>
                    <a:pt x="3234" y="5297"/>
                    <a:pt x="3297" y="5297"/>
                  </a:cubicBezTo>
                  <a:cubicBezTo>
                    <a:pt x="3317" y="5297"/>
                    <a:pt x="3337" y="5298"/>
                    <a:pt x="3357" y="5300"/>
                  </a:cubicBezTo>
                  <a:cubicBezTo>
                    <a:pt x="3395" y="5310"/>
                    <a:pt x="3434" y="5319"/>
                    <a:pt x="3472" y="5338"/>
                  </a:cubicBezTo>
                  <a:lnTo>
                    <a:pt x="4847" y="6060"/>
                  </a:lnTo>
                  <a:cubicBezTo>
                    <a:pt x="4906" y="6092"/>
                    <a:pt x="4966" y="6106"/>
                    <a:pt x="5025" y="6106"/>
                  </a:cubicBezTo>
                  <a:cubicBezTo>
                    <a:pt x="5250" y="6106"/>
                    <a:pt x="5451" y="5897"/>
                    <a:pt x="5405" y="5646"/>
                  </a:cubicBezTo>
                  <a:lnTo>
                    <a:pt x="5405" y="5627"/>
                  </a:lnTo>
                  <a:lnTo>
                    <a:pt x="5155" y="4127"/>
                  </a:lnTo>
                  <a:cubicBezTo>
                    <a:pt x="5126" y="4002"/>
                    <a:pt x="5174" y="3867"/>
                    <a:pt x="5261" y="3781"/>
                  </a:cubicBezTo>
                  <a:lnTo>
                    <a:pt x="6367" y="2704"/>
                  </a:lnTo>
                  <a:cubicBezTo>
                    <a:pt x="6598" y="2473"/>
                    <a:pt x="6473" y="2079"/>
                    <a:pt x="6146" y="2040"/>
                  </a:cubicBezTo>
                  <a:lnTo>
                    <a:pt x="4626" y="1819"/>
                  </a:lnTo>
                  <a:cubicBezTo>
                    <a:pt x="4501" y="1790"/>
                    <a:pt x="4386" y="1713"/>
                    <a:pt x="4328" y="1598"/>
                  </a:cubicBezTo>
                  <a:lnTo>
                    <a:pt x="3645" y="213"/>
                  </a:lnTo>
                  <a:cubicBezTo>
                    <a:pt x="3636" y="194"/>
                    <a:pt x="3626" y="165"/>
                    <a:pt x="3607" y="146"/>
                  </a:cubicBezTo>
                  <a:cubicBezTo>
                    <a:pt x="3526" y="48"/>
                    <a:pt x="3412" y="1"/>
                    <a:pt x="3300" y="1"/>
                  </a:cubicBezTo>
                  <a:close/>
                </a:path>
              </a:pathLst>
            </a:custGeom>
            <a:solidFill>
              <a:srgbClr val="B8C2C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706" name="Google Shape;16706;p45"/>
            <p:cNvSpPr/>
            <p:nvPr/>
          </p:nvSpPr>
          <p:spPr>
            <a:xfrm>
              <a:off x="2727816" y="3467330"/>
              <a:ext cx="59582" cy="108058"/>
            </a:xfrm>
            <a:custGeom>
              <a:rect b="b" l="l" r="r" t="t"/>
              <a:pathLst>
                <a:path extrusionOk="0" h="4135" w="2280">
                  <a:moveTo>
                    <a:pt x="905" y="1"/>
                  </a:moveTo>
                  <a:lnTo>
                    <a:pt x="443" y="68"/>
                  </a:lnTo>
                  <a:cubicBezTo>
                    <a:pt x="126" y="107"/>
                    <a:pt x="1" y="501"/>
                    <a:pt x="232" y="732"/>
                  </a:cubicBezTo>
                  <a:lnTo>
                    <a:pt x="1338" y="1809"/>
                  </a:lnTo>
                  <a:cubicBezTo>
                    <a:pt x="1424" y="1895"/>
                    <a:pt x="1472" y="2030"/>
                    <a:pt x="1443" y="2155"/>
                  </a:cubicBezTo>
                  <a:lnTo>
                    <a:pt x="1184" y="3674"/>
                  </a:lnTo>
                  <a:cubicBezTo>
                    <a:pt x="1138" y="3925"/>
                    <a:pt x="1339" y="4134"/>
                    <a:pt x="1568" y="4134"/>
                  </a:cubicBezTo>
                  <a:cubicBezTo>
                    <a:pt x="1629" y="4134"/>
                    <a:pt x="1691" y="4120"/>
                    <a:pt x="1751" y="4088"/>
                  </a:cubicBezTo>
                  <a:lnTo>
                    <a:pt x="2280" y="3809"/>
                  </a:lnTo>
                  <a:cubicBezTo>
                    <a:pt x="2068" y="3770"/>
                    <a:pt x="1924" y="3568"/>
                    <a:pt x="1953" y="3357"/>
                  </a:cubicBezTo>
                  <a:lnTo>
                    <a:pt x="2222" y="1838"/>
                  </a:lnTo>
                  <a:cubicBezTo>
                    <a:pt x="2241" y="1703"/>
                    <a:pt x="2203" y="1578"/>
                    <a:pt x="2107" y="1491"/>
                  </a:cubicBezTo>
                  <a:lnTo>
                    <a:pt x="1001" y="405"/>
                  </a:lnTo>
                  <a:cubicBezTo>
                    <a:pt x="886" y="299"/>
                    <a:pt x="857" y="135"/>
                    <a:pt x="905" y="1"/>
                  </a:cubicBezTo>
                  <a:close/>
                </a:path>
              </a:pathLst>
            </a:custGeom>
            <a:solidFill>
              <a:srgbClr val="CED7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6707" name="Google Shape;16707;p45"/>
          <p:cNvGrpSpPr/>
          <p:nvPr/>
        </p:nvGrpSpPr>
        <p:grpSpPr>
          <a:xfrm>
            <a:off x="2212927" y="3164249"/>
            <a:ext cx="307605" cy="366482"/>
            <a:chOff x="2212927" y="3348897"/>
            <a:chExt cx="307605" cy="366482"/>
          </a:xfrm>
        </p:grpSpPr>
        <p:sp>
          <p:nvSpPr>
            <p:cNvPr id="16708" name="Google Shape;16708;p45"/>
            <p:cNvSpPr/>
            <p:nvPr/>
          </p:nvSpPr>
          <p:spPr>
            <a:xfrm>
              <a:off x="2234539" y="3408218"/>
              <a:ext cx="222936" cy="219905"/>
            </a:xfrm>
            <a:custGeom>
              <a:rect b="b" l="l" r="r" t="t"/>
              <a:pathLst>
                <a:path extrusionOk="0" h="8415" w="8531">
                  <a:moveTo>
                    <a:pt x="6511" y="1"/>
                  </a:moveTo>
                  <a:cubicBezTo>
                    <a:pt x="6417" y="1"/>
                    <a:pt x="6323" y="37"/>
                    <a:pt x="6251" y="109"/>
                  </a:cubicBezTo>
                  <a:lnTo>
                    <a:pt x="3664" y="2696"/>
                  </a:lnTo>
                  <a:lnTo>
                    <a:pt x="1482" y="4878"/>
                  </a:lnTo>
                  <a:cubicBezTo>
                    <a:pt x="1126" y="5234"/>
                    <a:pt x="982" y="5744"/>
                    <a:pt x="1097" y="6234"/>
                  </a:cubicBezTo>
                  <a:lnTo>
                    <a:pt x="318" y="7013"/>
                  </a:lnTo>
                  <a:cubicBezTo>
                    <a:pt x="1" y="7331"/>
                    <a:pt x="1" y="7859"/>
                    <a:pt x="318" y="8177"/>
                  </a:cubicBezTo>
                  <a:cubicBezTo>
                    <a:pt x="477" y="8335"/>
                    <a:pt x="686" y="8415"/>
                    <a:pt x="896" y="8415"/>
                  </a:cubicBezTo>
                  <a:cubicBezTo>
                    <a:pt x="1107" y="8415"/>
                    <a:pt x="1318" y="8335"/>
                    <a:pt x="1482" y="8177"/>
                  </a:cubicBezTo>
                  <a:lnTo>
                    <a:pt x="2260" y="7398"/>
                  </a:lnTo>
                  <a:cubicBezTo>
                    <a:pt x="2370" y="7424"/>
                    <a:pt x="2481" y="7437"/>
                    <a:pt x="2591" y="7437"/>
                  </a:cubicBezTo>
                  <a:cubicBezTo>
                    <a:pt x="2969" y="7437"/>
                    <a:pt x="3341" y="7288"/>
                    <a:pt x="3616" y="7013"/>
                  </a:cubicBezTo>
                  <a:lnTo>
                    <a:pt x="5799" y="4830"/>
                  </a:lnTo>
                  <a:lnTo>
                    <a:pt x="8386" y="2244"/>
                  </a:lnTo>
                  <a:cubicBezTo>
                    <a:pt x="8530" y="2099"/>
                    <a:pt x="8530" y="1859"/>
                    <a:pt x="8386" y="1715"/>
                  </a:cubicBezTo>
                  <a:lnTo>
                    <a:pt x="6770" y="109"/>
                  </a:lnTo>
                  <a:cubicBezTo>
                    <a:pt x="6698" y="37"/>
                    <a:pt x="6604" y="1"/>
                    <a:pt x="6511" y="1"/>
                  </a:cubicBezTo>
                  <a:close/>
                </a:path>
              </a:pathLst>
            </a:custGeom>
            <a:solidFill>
              <a:srgbClr val="C5D0D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709" name="Google Shape;16709;p45"/>
            <p:cNvSpPr/>
            <p:nvPr/>
          </p:nvSpPr>
          <p:spPr>
            <a:xfrm>
              <a:off x="2330288" y="3408218"/>
              <a:ext cx="127187" cy="126246"/>
            </a:xfrm>
            <a:custGeom>
              <a:rect b="b" l="l" r="r" t="t"/>
              <a:pathLst>
                <a:path extrusionOk="0" h="4831" w="4867">
                  <a:moveTo>
                    <a:pt x="2847" y="1"/>
                  </a:moveTo>
                  <a:cubicBezTo>
                    <a:pt x="2753" y="1"/>
                    <a:pt x="2659" y="37"/>
                    <a:pt x="2587" y="109"/>
                  </a:cubicBezTo>
                  <a:lnTo>
                    <a:pt x="0" y="2696"/>
                  </a:lnTo>
                  <a:lnTo>
                    <a:pt x="2135" y="4830"/>
                  </a:lnTo>
                  <a:lnTo>
                    <a:pt x="4722" y="2244"/>
                  </a:lnTo>
                  <a:cubicBezTo>
                    <a:pt x="4866" y="2099"/>
                    <a:pt x="4866" y="1859"/>
                    <a:pt x="4722" y="1715"/>
                  </a:cubicBezTo>
                  <a:lnTo>
                    <a:pt x="3106" y="109"/>
                  </a:lnTo>
                  <a:cubicBezTo>
                    <a:pt x="3034" y="37"/>
                    <a:pt x="2940" y="1"/>
                    <a:pt x="2847" y="1"/>
                  </a:cubicBezTo>
                  <a:close/>
                </a:path>
              </a:pathLst>
            </a:custGeom>
            <a:solidFill>
              <a:srgbClr val="E5EAE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710" name="Google Shape;16710;p45"/>
            <p:cNvSpPr/>
            <p:nvPr/>
          </p:nvSpPr>
          <p:spPr>
            <a:xfrm>
              <a:off x="2212927" y="3640797"/>
              <a:ext cx="53049" cy="74582"/>
            </a:xfrm>
            <a:custGeom>
              <a:rect b="b" l="l" r="r" t="t"/>
              <a:pathLst>
                <a:path extrusionOk="0" h="2854" w="2030">
                  <a:moveTo>
                    <a:pt x="1073" y="0"/>
                  </a:moveTo>
                  <a:cubicBezTo>
                    <a:pt x="1001" y="0"/>
                    <a:pt x="929" y="41"/>
                    <a:pt x="895" y="123"/>
                  </a:cubicBezTo>
                  <a:lnTo>
                    <a:pt x="251" y="1604"/>
                  </a:lnTo>
                  <a:cubicBezTo>
                    <a:pt x="1" y="2171"/>
                    <a:pt x="395" y="2815"/>
                    <a:pt x="1010" y="2854"/>
                  </a:cubicBezTo>
                  <a:lnTo>
                    <a:pt x="1135" y="2854"/>
                  </a:lnTo>
                  <a:cubicBezTo>
                    <a:pt x="1376" y="2844"/>
                    <a:pt x="1607" y="2729"/>
                    <a:pt x="1760" y="2537"/>
                  </a:cubicBezTo>
                  <a:cubicBezTo>
                    <a:pt x="1982" y="2277"/>
                    <a:pt x="2030" y="1912"/>
                    <a:pt x="1895" y="1604"/>
                  </a:cubicBezTo>
                  <a:lnTo>
                    <a:pt x="1395" y="450"/>
                  </a:lnTo>
                  <a:lnTo>
                    <a:pt x="1251" y="123"/>
                  </a:lnTo>
                  <a:cubicBezTo>
                    <a:pt x="1217" y="41"/>
                    <a:pt x="1145" y="0"/>
                    <a:pt x="1073" y="0"/>
                  </a:cubicBezTo>
                  <a:close/>
                </a:path>
              </a:pathLst>
            </a:custGeom>
            <a:solidFill>
              <a:srgbClr val="B8C6D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711" name="Google Shape;16711;p45"/>
            <p:cNvSpPr/>
            <p:nvPr/>
          </p:nvSpPr>
          <p:spPr>
            <a:xfrm>
              <a:off x="2233284" y="3652295"/>
              <a:ext cx="32457" cy="54800"/>
            </a:xfrm>
            <a:custGeom>
              <a:rect b="b" l="l" r="r" t="t"/>
              <a:pathLst>
                <a:path extrusionOk="0" h="2097" w="1242">
                  <a:moveTo>
                    <a:pt x="606" y="0"/>
                  </a:moveTo>
                  <a:lnTo>
                    <a:pt x="241" y="846"/>
                  </a:lnTo>
                  <a:cubicBezTo>
                    <a:pt x="1" y="1404"/>
                    <a:pt x="376" y="2039"/>
                    <a:pt x="981" y="2097"/>
                  </a:cubicBezTo>
                  <a:cubicBezTo>
                    <a:pt x="1193" y="1827"/>
                    <a:pt x="1241" y="1472"/>
                    <a:pt x="1106" y="1164"/>
                  </a:cubicBezTo>
                  <a:lnTo>
                    <a:pt x="606" y="0"/>
                  </a:lnTo>
                  <a:close/>
                </a:path>
              </a:pathLst>
            </a:custGeom>
            <a:solidFill>
              <a:srgbClr val="C5D0D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712" name="Google Shape;16712;p45"/>
            <p:cNvSpPr/>
            <p:nvPr/>
          </p:nvSpPr>
          <p:spPr>
            <a:xfrm>
              <a:off x="2229756" y="3408218"/>
              <a:ext cx="201586" cy="219722"/>
            </a:xfrm>
            <a:custGeom>
              <a:rect b="b" l="l" r="r" t="t"/>
              <a:pathLst>
                <a:path extrusionOk="0" h="8408" w="7714">
                  <a:moveTo>
                    <a:pt x="7710" y="855"/>
                  </a:moveTo>
                  <a:lnTo>
                    <a:pt x="7713" y="859"/>
                  </a:lnTo>
                  <a:cubicBezTo>
                    <a:pt x="7712" y="858"/>
                    <a:pt x="7711" y="857"/>
                    <a:pt x="7710" y="855"/>
                  </a:cubicBezTo>
                  <a:close/>
                  <a:moveTo>
                    <a:pt x="6694" y="1"/>
                  </a:moveTo>
                  <a:cubicBezTo>
                    <a:pt x="6600" y="1"/>
                    <a:pt x="6506" y="37"/>
                    <a:pt x="6434" y="109"/>
                  </a:cubicBezTo>
                  <a:lnTo>
                    <a:pt x="3847" y="2696"/>
                  </a:lnTo>
                  <a:lnTo>
                    <a:pt x="1665" y="4878"/>
                  </a:lnTo>
                  <a:cubicBezTo>
                    <a:pt x="1309" y="5234"/>
                    <a:pt x="1155" y="5744"/>
                    <a:pt x="1270" y="6234"/>
                  </a:cubicBezTo>
                  <a:lnTo>
                    <a:pt x="501" y="7013"/>
                  </a:lnTo>
                  <a:cubicBezTo>
                    <a:pt x="1" y="7504"/>
                    <a:pt x="318" y="8359"/>
                    <a:pt x="1020" y="8407"/>
                  </a:cubicBezTo>
                  <a:cubicBezTo>
                    <a:pt x="1001" y="8167"/>
                    <a:pt x="1088" y="7936"/>
                    <a:pt x="1261" y="7773"/>
                  </a:cubicBezTo>
                  <a:lnTo>
                    <a:pt x="2040" y="6994"/>
                  </a:lnTo>
                  <a:cubicBezTo>
                    <a:pt x="1924" y="6504"/>
                    <a:pt x="2068" y="5984"/>
                    <a:pt x="2424" y="5628"/>
                  </a:cubicBezTo>
                  <a:lnTo>
                    <a:pt x="4607" y="3446"/>
                  </a:lnTo>
                  <a:lnTo>
                    <a:pt x="7194" y="859"/>
                  </a:lnTo>
                  <a:cubicBezTo>
                    <a:pt x="7266" y="787"/>
                    <a:pt x="7360" y="751"/>
                    <a:pt x="7453" y="751"/>
                  </a:cubicBezTo>
                  <a:cubicBezTo>
                    <a:pt x="7546" y="751"/>
                    <a:pt x="7638" y="786"/>
                    <a:pt x="7710" y="855"/>
                  </a:cubicBezTo>
                  <a:lnTo>
                    <a:pt x="7710" y="855"/>
                  </a:lnTo>
                  <a:lnTo>
                    <a:pt x="6953" y="109"/>
                  </a:lnTo>
                  <a:cubicBezTo>
                    <a:pt x="6881" y="37"/>
                    <a:pt x="6787" y="1"/>
                    <a:pt x="6694" y="1"/>
                  </a:cubicBezTo>
                  <a:close/>
                </a:path>
              </a:pathLst>
            </a:custGeom>
            <a:solidFill>
              <a:srgbClr val="B8C6D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713" name="Google Shape;16713;p45"/>
            <p:cNvSpPr/>
            <p:nvPr/>
          </p:nvSpPr>
          <p:spPr>
            <a:xfrm>
              <a:off x="2330288" y="3408035"/>
              <a:ext cx="101054" cy="90236"/>
            </a:xfrm>
            <a:custGeom>
              <a:rect b="b" l="l" r="r" t="t"/>
              <a:pathLst>
                <a:path extrusionOk="0" h="3453" w="3867">
                  <a:moveTo>
                    <a:pt x="2852" y="0"/>
                  </a:moveTo>
                  <a:cubicBezTo>
                    <a:pt x="2755" y="0"/>
                    <a:pt x="2659" y="39"/>
                    <a:pt x="2587" y="116"/>
                  </a:cubicBezTo>
                  <a:lnTo>
                    <a:pt x="0" y="2693"/>
                  </a:lnTo>
                  <a:lnTo>
                    <a:pt x="760" y="3453"/>
                  </a:lnTo>
                  <a:lnTo>
                    <a:pt x="3347" y="866"/>
                  </a:lnTo>
                  <a:cubicBezTo>
                    <a:pt x="3419" y="794"/>
                    <a:pt x="3513" y="758"/>
                    <a:pt x="3606" y="758"/>
                  </a:cubicBezTo>
                  <a:cubicBezTo>
                    <a:pt x="3700" y="758"/>
                    <a:pt x="3794" y="794"/>
                    <a:pt x="3866" y="866"/>
                  </a:cubicBezTo>
                  <a:lnTo>
                    <a:pt x="3116" y="116"/>
                  </a:lnTo>
                  <a:cubicBezTo>
                    <a:pt x="3044" y="39"/>
                    <a:pt x="2948" y="0"/>
                    <a:pt x="2852" y="0"/>
                  </a:cubicBezTo>
                  <a:close/>
                </a:path>
              </a:pathLst>
            </a:custGeom>
            <a:solidFill>
              <a:srgbClr val="DFE5E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714" name="Google Shape;16714;p45"/>
            <p:cNvSpPr/>
            <p:nvPr/>
          </p:nvSpPr>
          <p:spPr>
            <a:xfrm>
              <a:off x="2389086" y="3348897"/>
              <a:ext cx="131446" cy="126142"/>
            </a:xfrm>
            <a:custGeom>
              <a:rect b="b" l="l" r="r" t="t"/>
              <a:pathLst>
                <a:path extrusionOk="0" h="4827" w="5030">
                  <a:moveTo>
                    <a:pt x="2991" y="1"/>
                  </a:moveTo>
                  <a:cubicBezTo>
                    <a:pt x="2528" y="1"/>
                    <a:pt x="2072" y="183"/>
                    <a:pt x="1731" y="523"/>
                  </a:cubicBezTo>
                  <a:lnTo>
                    <a:pt x="126" y="2119"/>
                  </a:lnTo>
                  <a:cubicBezTo>
                    <a:pt x="1" y="2254"/>
                    <a:pt x="1" y="2465"/>
                    <a:pt x="126" y="2600"/>
                  </a:cubicBezTo>
                  <a:lnTo>
                    <a:pt x="2251" y="4725"/>
                  </a:lnTo>
                  <a:cubicBezTo>
                    <a:pt x="2318" y="4792"/>
                    <a:pt x="2407" y="4826"/>
                    <a:pt x="2495" y="4826"/>
                  </a:cubicBezTo>
                  <a:cubicBezTo>
                    <a:pt x="2582" y="4826"/>
                    <a:pt x="2669" y="4792"/>
                    <a:pt x="2731" y="4725"/>
                  </a:cubicBezTo>
                  <a:lnTo>
                    <a:pt x="4049" y="3417"/>
                  </a:lnTo>
                  <a:lnTo>
                    <a:pt x="4337" y="3129"/>
                  </a:lnTo>
                  <a:cubicBezTo>
                    <a:pt x="5020" y="2427"/>
                    <a:pt x="5030" y="1311"/>
                    <a:pt x="4337" y="619"/>
                  </a:cubicBezTo>
                  <a:lnTo>
                    <a:pt x="4241" y="523"/>
                  </a:lnTo>
                  <a:cubicBezTo>
                    <a:pt x="4078" y="359"/>
                    <a:pt x="3885" y="225"/>
                    <a:pt x="3674" y="138"/>
                  </a:cubicBezTo>
                  <a:cubicBezTo>
                    <a:pt x="3454" y="46"/>
                    <a:pt x="3222" y="1"/>
                    <a:pt x="2991" y="1"/>
                  </a:cubicBezTo>
                  <a:close/>
                </a:path>
              </a:pathLst>
            </a:custGeom>
            <a:solidFill>
              <a:srgbClr val="435D7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715" name="Google Shape;16715;p45"/>
            <p:cNvSpPr/>
            <p:nvPr/>
          </p:nvSpPr>
          <p:spPr>
            <a:xfrm>
              <a:off x="2450158" y="3352738"/>
              <a:ext cx="70140" cy="85479"/>
            </a:xfrm>
            <a:custGeom>
              <a:rect b="b" l="l" r="r" t="t"/>
              <a:pathLst>
                <a:path extrusionOk="0" h="3271" w="2684">
                  <a:moveTo>
                    <a:pt x="1337" y="1"/>
                  </a:moveTo>
                  <a:lnTo>
                    <a:pt x="125" y="1203"/>
                  </a:lnTo>
                  <a:cubicBezTo>
                    <a:pt x="0" y="1338"/>
                    <a:pt x="0" y="1549"/>
                    <a:pt x="125" y="1684"/>
                  </a:cubicBezTo>
                  <a:lnTo>
                    <a:pt x="1712" y="3270"/>
                  </a:lnTo>
                  <a:lnTo>
                    <a:pt x="2000" y="2982"/>
                  </a:lnTo>
                  <a:cubicBezTo>
                    <a:pt x="2683" y="2280"/>
                    <a:pt x="2683" y="1164"/>
                    <a:pt x="1991" y="472"/>
                  </a:cubicBezTo>
                  <a:lnTo>
                    <a:pt x="1895" y="376"/>
                  </a:lnTo>
                  <a:cubicBezTo>
                    <a:pt x="1731" y="212"/>
                    <a:pt x="1539" y="87"/>
                    <a:pt x="1337" y="1"/>
                  </a:cubicBezTo>
                  <a:close/>
                </a:path>
              </a:pathLst>
            </a:custGeom>
            <a:solidFill>
              <a:srgbClr val="526A7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716" name="Google Shape;16716;p45"/>
            <p:cNvSpPr/>
            <p:nvPr/>
          </p:nvSpPr>
          <p:spPr>
            <a:xfrm>
              <a:off x="2356159" y="3369908"/>
              <a:ext cx="139992" cy="137405"/>
            </a:xfrm>
            <a:custGeom>
              <a:rect b="b" l="l" r="r" t="t"/>
              <a:pathLst>
                <a:path extrusionOk="0" h="5258" w="5357">
                  <a:moveTo>
                    <a:pt x="1059" y="0"/>
                  </a:moveTo>
                  <a:cubicBezTo>
                    <a:pt x="926" y="0"/>
                    <a:pt x="794" y="51"/>
                    <a:pt x="693" y="152"/>
                  </a:cubicBezTo>
                  <a:lnTo>
                    <a:pt x="193" y="652"/>
                  </a:lnTo>
                  <a:cubicBezTo>
                    <a:pt x="1" y="854"/>
                    <a:pt x="1" y="1181"/>
                    <a:pt x="193" y="1383"/>
                  </a:cubicBezTo>
                  <a:lnTo>
                    <a:pt x="828" y="2008"/>
                  </a:lnTo>
                  <a:lnTo>
                    <a:pt x="3943" y="5114"/>
                  </a:lnTo>
                  <a:cubicBezTo>
                    <a:pt x="4040" y="5210"/>
                    <a:pt x="4169" y="5258"/>
                    <a:pt x="4300" y="5258"/>
                  </a:cubicBezTo>
                  <a:cubicBezTo>
                    <a:pt x="4431" y="5258"/>
                    <a:pt x="4564" y="5210"/>
                    <a:pt x="4665" y="5114"/>
                  </a:cubicBezTo>
                  <a:lnTo>
                    <a:pt x="5165" y="4614"/>
                  </a:lnTo>
                  <a:cubicBezTo>
                    <a:pt x="5357" y="4412"/>
                    <a:pt x="5357" y="4104"/>
                    <a:pt x="5165" y="3902"/>
                  </a:cubicBezTo>
                  <a:lnTo>
                    <a:pt x="2059" y="786"/>
                  </a:lnTo>
                  <a:lnTo>
                    <a:pt x="1424" y="152"/>
                  </a:lnTo>
                  <a:cubicBezTo>
                    <a:pt x="1323" y="51"/>
                    <a:pt x="1191" y="0"/>
                    <a:pt x="1059" y="0"/>
                  </a:cubicBezTo>
                  <a:close/>
                </a:path>
              </a:pathLst>
            </a:custGeom>
            <a:solidFill>
              <a:srgbClr val="526A7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717" name="Google Shape;16717;p45"/>
            <p:cNvSpPr/>
            <p:nvPr/>
          </p:nvSpPr>
          <p:spPr>
            <a:xfrm>
              <a:off x="2372492" y="3386476"/>
              <a:ext cx="123659" cy="120837"/>
            </a:xfrm>
            <a:custGeom>
              <a:rect b="b" l="l" r="r" t="t"/>
              <a:pathLst>
                <a:path extrusionOk="0" h="4624" w="4732">
                  <a:moveTo>
                    <a:pt x="1060" y="1"/>
                  </a:moveTo>
                  <a:cubicBezTo>
                    <a:pt x="929" y="1"/>
                    <a:pt x="799" y="51"/>
                    <a:pt x="703" y="152"/>
                  </a:cubicBezTo>
                  <a:lnTo>
                    <a:pt x="203" y="652"/>
                  </a:lnTo>
                  <a:cubicBezTo>
                    <a:pt x="1" y="854"/>
                    <a:pt x="1" y="1172"/>
                    <a:pt x="203" y="1374"/>
                  </a:cubicBezTo>
                  <a:lnTo>
                    <a:pt x="3318" y="4480"/>
                  </a:lnTo>
                  <a:cubicBezTo>
                    <a:pt x="3415" y="4576"/>
                    <a:pt x="3544" y="4624"/>
                    <a:pt x="3675" y="4624"/>
                  </a:cubicBezTo>
                  <a:cubicBezTo>
                    <a:pt x="3806" y="4624"/>
                    <a:pt x="3939" y="4576"/>
                    <a:pt x="4040" y="4480"/>
                  </a:cubicBezTo>
                  <a:lnTo>
                    <a:pt x="4540" y="3980"/>
                  </a:lnTo>
                  <a:cubicBezTo>
                    <a:pt x="4732" y="3778"/>
                    <a:pt x="4732" y="3470"/>
                    <a:pt x="4540" y="3268"/>
                  </a:cubicBezTo>
                  <a:lnTo>
                    <a:pt x="1424" y="152"/>
                  </a:lnTo>
                  <a:cubicBezTo>
                    <a:pt x="1323" y="51"/>
                    <a:pt x="1191" y="1"/>
                    <a:pt x="1060" y="1"/>
                  </a:cubicBezTo>
                  <a:close/>
                </a:path>
              </a:pathLst>
            </a:custGeom>
            <a:solidFill>
              <a:srgbClr val="697D9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6718" name="Google Shape;16718;p45"/>
          <p:cNvGrpSpPr/>
          <p:nvPr/>
        </p:nvGrpSpPr>
        <p:grpSpPr>
          <a:xfrm>
            <a:off x="1764389" y="3163570"/>
            <a:ext cx="310115" cy="366665"/>
            <a:chOff x="1764389" y="3348218"/>
            <a:chExt cx="310115" cy="366665"/>
          </a:xfrm>
        </p:grpSpPr>
        <p:sp>
          <p:nvSpPr>
            <p:cNvPr id="16719" name="Google Shape;16719;p45"/>
            <p:cNvSpPr/>
            <p:nvPr/>
          </p:nvSpPr>
          <p:spPr>
            <a:xfrm>
              <a:off x="1782734" y="3556441"/>
              <a:ext cx="37918" cy="23598"/>
            </a:xfrm>
            <a:custGeom>
              <a:rect b="b" l="l" r="r" t="t"/>
              <a:pathLst>
                <a:path extrusionOk="0" h="903" w="1451">
                  <a:moveTo>
                    <a:pt x="1141" y="0"/>
                  </a:moveTo>
                  <a:cubicBezTo>
                    <a:pt x="1105" y="0"/>
                    <a:pt x="1067" y="10"/>
                    <a:pt x="1029" y="33"/>
                  </a:cubicBezTo>
                  <a:lnTo>
                    <a:pt x="1029" y="24"/>
                  </a:lnTo>
                  <a:lnTo>
                    <a:pt x="212" y="505"/>
                  </a:lnTo>
                  <a:cubicBezTo>
                    <a:pt x="1" y="618"/>
                    <a:pt x="118" y="902"/>
                    <a:pt x="310" y="902"/>
                  </a:cubicBezTo>
                  <a:cubicBezTo>
                    <a:pt x="346" y="902"/>
                    <a:pt x="384" y="893"/>
                    <a:pt x="423" y="870"/>
                  </a:cubicBezTo>
                  <a:lnTo>
                    <a:pt x="1241" y="399"/>
                  </a:lnTo>
                  <a:cubicBezTo>
                    <a:pt x="1451" y="278"/>
                    <a:pt x="1328" y="0"/>
                    <a:pt x="1141" y="0"/>
                  </a:cubicBezTo>
                  <a:close/>
                </a:path>
              </a:pathLst>
            </a:custGeom>
            <a:solidFill>
              <a:srgbClr val="AFC0C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720" name="Google Shape;16720;p45"/>
            <p:cNvSpPr/>
            <p:nvPr/>
          </p:nvSpPr>
          <p:spPr>
            <a:xfrm>
              <a:off x="2016933" y="3558218"/>
              <a:ext cx="37971" cy="23833"/>
            </a:xfrm>
            <a:custGeom>
              <a:rect b="b" l="l" r="r" t="t"/>
              <a:pathLst>
                <a:path extrusionOk="0" h="912" w="1453">
                  <a:moveTo>
                    <a:pt x="314" y="0"/>
                  </a:moveTo>
                  <a:cubicBezTo>
                    <a:pt x="125" y="0"/>
                    <a:pt x="1" y="286"/>
                    <a:pt x="212" y="408"/>
                  </a:cubicBezTo>
                  <a:lnTo>
                    <a:pt x="1039" y="879"/>
                  </a:lnTo>
                  <a:cubicBezTo>
                    <a:pt x="1076" y="902"/>
                    <a:pt x="1113" y="911"/>
                    <a:pt x="1148" y="911"/>
                  </a:cubicBezTo>
                  <a:cubicBezTo>
                    <a:pt x="1334" y="911"/>
                    <a:pt x="1453" y="627"/>
                    <a:pt x="1250" y="514"/>
                  </a:cubicBezTo>
                  <a:lnTo>
                    <a:pt x="423" y="33"/>
                  </a:lnTo>
                  <a:cubicBezTo>
                    <a:pt x="386" y="10"/>
                    <a:pt x="348" y="0"/>
                    <a:pt x="314" y="0"/>
                  </a:cubicBezTo>
                  <a:close/>
                </a:path>
              </a:pathLst>
            </a:custGeom>
            <a:solidFill>
              <a:srgbClr val="AFC0C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721" name="Google Shape;16721;p45"/>
            <p:cNvSpPr/>
            <p:nvPr/>
          </p:nvSpPr>
          <p:spPr>
            <a:xfrm>
              <a:off x="1915147" y="3348218"/>
              <a:ext cx="11080" cy="36089"/>
            </a:xfrm>
            <a:custGeom>
              <a:rect b="b" l="l" r="r" t="t"/>
              <a:pathLst>
                <a:path extrusionOk="0" h="1381" w="424">
                  <a:moveTo>
                    <a:pt x="212" y="1"/>
                  </a:moveTo>
                  <a:cubicBezTo>
                    <a:pt x="97" y="1"/>
                    <a:pt x="1" y="97"/>
                    <a:pt x="1" y="212"/>
                  </a:cubicBezTo>
                  <a:lnTo>
                    <a:pt x="1" y="1164"/>
                  </a:lnTo>
                  <a:cubicBezTo>
                    <a:pt x="1" y="1309"/>
                    <a:pt x="106" y="1381"/>
                    <a:pt x="212" y="1381"/>
                  </a:cubicBezTo>
                  <a:cubicBezTo>
                    <a:pt x="318" y="1381"/>
                    <a:pt x="424" y="1309"/>
                    <a:pt x="424" y="1164"/>
                  </a:cubicBezTo>
                  <a:lnTo>
                    <a:pt x="424" y="212"/>
                  </a:lnTo>
                  <a:cubicBezTo>
                    <a:pt x="424" y="97"/>
                    <a:pt x="328" y="1"/>
                    <a:pt x="212" y="1"/>
                  </a:cubicBezTo>
                  <a:close/>
                </a:path>
              </a:pathLst>
            </a:custGeom>
            <a:solidFill>
              <a:srgbClr val="AFC0C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722" name="Google Shape;16722;p45"/>
            <p:cNvSpPr/>
            <p:nvPr/>
          </p:nvSpPr>
          <p:spPr>
            <a:xfrm>
              <a:off x="1839363" y="3367399"/>
              <a:ext cx="27126" cy="32796"/>
            </a:xfrm>
            <a:custGeom>
              <a:rect b="b" l="l" r="r" t="t"/>
              <a:pathLst>
                <a:path extrusionOk="0" h="1255" w="1038">
                  <a:moveTo>
                    <a:pt x="287" y="1"/>
                  </a:moveTo>
                  <a:cubicBezTo>
                    <a:pt x="142" y="1"/>
                    <a:pt x="1" y="154"/>
                    <a:pt x="93" y="325"/>
                  </a:cubicBezTo>
                  <a:lnTo>
                    <a:pt x="574" y="1142"/>
                  </a:lnTo>
                  <a:cubicBezTo>
                    <a:pt x="616" y="1221"/>
                    <a:pt x="683" y="1254"/>
                    <a:pt x="750" y="1254"/>
                  </a:cubicBezTo>
                  <a:cubicBezTo>
                    <a:pt x="894" y="1254"/>
                    <a:pt x="1038" y="1101"/>
                    <a:pt x="939" y="930"/>
                  </a:cubicBezTo>
                  <a:lnTo>
                    <a:pt x="468" y="113"/>
                  </a:lnTo>
                  <a:cubicBezTo>
                    <a:pt x="422" y="34"/>
                    <a:pt x="354" y="1"/>
                    <a:pt x="287" y="1"/>
                  </a:cubicBezTo>
                  <a:close/>
                </a:path>
              </a:pathLst>
            </a:custGeom>
            <a:solidFill>
              <a:srgbClr val="AFC0C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723" name="Google Shape;16723;p45"/>
            <p:cNvSpPr/>
            <p:nvPr/>
          </p:nvSpPr>
          <p:spPr>
            <a:xfrm>
              <a:off x="1783988" y="3420997"/>
              <a:ext cx="37971" cy="23754"/>
            </a:xfrm>
            <a:custGeom>
              <a:rect b="b" l="l" r="r" t="t"/>
              <a:pathLst>
                <a:path extrusionOk="0" h="909" w="1453">
                  <a:moveTo>
                    <a:pt x="310" y="1"/>
                  </a:moveTo>
                  <a:cubicBezTo>
                    <a:pt x="118" y="1"/>
                    <a:pt x="1" y="285"/>
                    <a:pt x="212" y="399"/>
                  </a:cubicBezTo>
                  <a:lnTo>
                    <a:pt x="1029" y="880"/>
                  </a:lnTo>
                  <a:cubicBezTo>
                    <a:pt x="1067" y="900"/>
                    <a:pt x="1104" y="909"/>
                    <a:pt x="1138" y="909"/>
                  </a:cubicBezTo>
                  <a:cubicBezTo>
                    <a:pt x="1332" y="909"/>
                    <a:pt x="1453" y="627"/>
                    <a:pt x="1241" y="505"/>
                  </a:cubicBezTo>
                  <a:lnTo>
                    <a:pt x="423" y="33"/>
                  </a:lnTo>
                  <a:cubicBezTo>
                    <a:pt x="384" y="11"/>
                    <a:pt x="346" y="1"/>
                    <a:pt x="310" y="1"/>
                  </a:cubicBezTo>
                  <a:close/>
                </a:path>
              </a:pathLst>
            </a:custGeom>
            <a:solidFill>
              <a:srgbClr val="AFC0C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724" name="Google Shape;16724;p45"/>
            <p:cNvSpPr/>
            <p:nvPr/>
          </p:nvSpPr>
          <p:spPr>
            <a:xfrm>
              <a:off x="1764389" y="3494716"/>
              <a:ext cx="37971" cy="11106"/>
            </a:xfrm>
            <a:custGeom>
              <a:rect b="b" l="l" r="r" t="t"/>
              <a:pathLst>
                <a:path extrusionOk="0" h="425" w="1453">
                  <a:moveTo>
                    <a:pt x="289" y="1"/>
                  </a:moveTo>
                  <a:cubicBezTo>
                    <a:pt x="0" y="1"/>
                    <a:pt x="0" y="424"/>
                    <a:pt x="289" y="424"/>
                  </a:cubicBezTo>
                  <a:lnTo>
                    <a:pt x="1231" y="424"/>
                  </a:lnTo>
                  <a:cubicBezTo>
                    <a:pt x="1356" y="424"/>
                    <a:pt x="1452" y="328"/>
                    <a:pt x="1452" y="213"/>
                  </a:cubicBezTo>
                  <a:cubicBezTo>
                    <a:pt x="1452" y="97"/>
                    <a:pt x="1356" y="1"/>
                    <a:pt x="1231" y="1"/>
                  </a:cubicBezTo>
                  <a:close/>
                </a:path>
              </a:pathLst>
            </a:custGeom>
            <a:solidFill>
              <a:srgbClr val="AFC0C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725" name="Google Shape;16725;p45"/>
            <p:cNvSpPr/>
            <p:nvPr/>
          </p:nvSpPr>
          <p:spPr>
            <a:xfrm>
              <a:off x="2034756" y="3496990"/>
              <a:ext cx="39748" cy="11342"/>
            </a:xfrm>
            <a:custGeom>
              <a:rect b="b" l="l" r="r" t="t"/>
              <a:pathLst>
                <a:path extrusionOk="0" h="434" w="1521">
                  <a:moveTo>
                    <a:pt x="289" y="1"/>
                  </a:moveTo>
                  <a:cubicBezTo>
                    <a:pt x="1" y="10"/>
                    <a:pt x="1" y="433"/>
                    <a:pt x="289" y="433"/>
                  </a:cubicBezTo>
                  <a:lnTo>
                    <a:pt x="1241" y="433"/>
                  </a:lnTo>
                  <a:cubicBezTo>
                    <a:pt x="1520" y="433"/>
                    <a:pt x="1520" y="1"/>
                    <a:pt x="1241" y="1"/>
                  </a:cubicBezTo>
                  <a:close/>
                </a:path>
              </a:pathLst>
            </a:custGeom>
            <a:solidFill>
              <a:srgbClr val="AFC0C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726" name="Google Shape;16726;p45"/>
            <p:cNvSpPr/>
            <p:nvPr/>
          </p:nvSpPr>
          <p:spPr>
            <a:xfrm>
              <a:off x="2018684" y="3423009"/>
              <a:ext cx="37448" cy="23754"/>
            </a:xfrm>
            <a:custGeom>
              <a:rect b="b" l="l" r="r" t="t"/>
              <a:pathLst>
                <a:path extrusionOk="0" h="909" w="1433">
                  <a:moveTo>
                    <a:pt x="1123" y="1"/>
                  </a:moveTo>
                  <a:cubicBezTo>
                    <a:pt x="1088" y="1"/>
                    <a:pt x="1049" y="11"/>
                    <a:pt x="1010" y="33"/>
                  </a:cubicBezTo>
                  <a:lnTo>
                    <a:pt x="193" y="504"/>
                  </a:lnTo>
                  <a:cubicBezTo>
                    <a:pt x="1" y="620"/>
                    <a:pt x="77" y="908"/>
                    <a:pt x="299" y="908"/>
                  </a:cubicBezTo>
                  <a:cubicBezTo>
                    <a:pt x="337" y="908"/>
                    <a:pt x="366" y="899"/>
                    <a:pt x="404" y="879"/>
                  </a:cubicBezTo>
                  <a:lnTo>
                    <a:pt x="1222" y="399"/>
                  </a:lnTo>
                  <a:cubicBezTo>
                    <a:pt x="1433" y="285"/>
                    <a:pt x="1315" y="1"/>
                    <a:pt x="1123" y="1"/>
                  </a:cubicBezTo>
                  <a:close/>
                </a:path>
              </a:pathLst>
            </a:custGeom>
            <a:solidFill>
              <a:srgbClr val="AFC0C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727" name="Google Shape;16727;p45"/>
            <p:cNvSpPr/>
            <p:nvPr/>
          </p:nvSpPr>
          <p:spPr>
            <a:xfrm>
              <a:off x="1974573" y="3368627"/>
              <a:ext cx="26054" cy="32822"/>
            </a:xfrm>
            <a:custGeom>
              <a:rect b="b" l="l" r="r" t="t"/>
              <a:pathLst>
                <a:path extrusionOk="0" h="1256" w="997">
                  <a:moveTo>
                    <a:pt x="757" y="0"/>
                  </a:moveTo>
                  <a:cubicBezTo>
                    <a:pt x="683" y="0"/>
                    <a:pt x="612" y="39"/>
                    <a:pt x="573" y="105"/>
                  </a:cubicBezTo>
                  <a:lnTo>
                    <a:pt x="92" y="932"/>
                  </a:lnTo>
                  <a:cubicBezTo>
                    <a:pt x="0" y="1102"/>
                    <a:pt x="142" y="1255"/>
                    <a:pt x="286" y="1255"/>
                  </a:cubicBezTo>
                  <a:cubicBezTo>
                    <a:pt x="354" y="1255"/>
                    <a:pt x="422" y="1222"/>
                    <a:pt x="467" y="1143"/>
                  </a:cubicBezTo>
                  <a:lnTo>
                    <a:pt x="938" y="326"/>
                  </a:lnTo>
                  <a:cubicBezTo>
                    <a:pt x="996" y="220"/>
                    <a:pt x="967" y="85"/>
                    <a:pt x="862" y="28"/>
                  </a:cubicBezTo>
                  <a:cubicBezTo>
                    <a:pt x="828" y="9"/>
                    <a:pt x="792" y="0"/>
                    <a:pt x="757" y="0"/>
                  </a:cubicBezTo>
                  <a:close/>
                </a:path>
              </a:pathLst>
            </a:custGeom>
            <a:solidFill>
              <a:srgbClr val="AFC0C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728" name="Google Shape;16728;p45"/>
            <p:cNvSpPr/>
            <p:nvPr/>
          </p:nvSpPr>
          <p:spPr>
            <a:xfrm>
              <a:off x="1820914" y="3408009"/>
              <a:ext cx="218651" cy="273450"/>
            </a:xfrm>
            <a:custGeom>
              <a:rect b="b" l="l" r="r" t="t"/>
              <a:pathLst>
                <a:path extrusionOk="0" h="10464" w="8367">
                  <a:moveTo>
                    <a:pt x="3813" y="0"/>
                  </a:moveTo>
                  <a:cubicBezTo>
                    <a:pt x="2378" y="0"/>
                    <a:pt x="1085" y="876"/>
                    <a:pt x="549" y="2213"/>
                  </a:cubicBezTo>
                  <a:cubicBezTo>
                    <a:pt x="1" y="3579"/>
                    <a:pt x="366" y="5136"/>
                    <a:pt x="1453" y="6127"/>
                  </a:cubicBezTo>
                  <a:cubicBezTo>
                    <a:pt x="1885" y="6521"/>
                    <a:pt x="2126" y="7088"/>
                    <a:pt x="2126" y="7675"/>
                  </a:cubicBezTo>
                  <a:lnTo>
                    <a:pt x="2126" y="9868"/>
                  </a:lnTo>
                  <a:cubicBezTo>
                    <a:pt x="2126" y="10194"/>
                    <a:pt x="2385" y="10464"/>
                    <a:pt x="2722" y="10464"/>
                  </a:cubicBezTo>
                  <a:lnTo>
                    <a:pt x="4905" y="10464"/>
                  </a:lnTo>
                  <a:cubicBezTo>
                    <a:pt x="5241" y="10464"/>
                    <a:pt x="5511" y="10194"/>
                    <a:pt x="5511" y="9868"/>
                  </a:cubicBezTo>
                  <a:lnTo>
                    <a:pt x="5511" y="7665"/>
                  </a:lnTo>
                  <a:cubicBezTo>
                    <a:pt x="5511" y="7069"/>
                    <a:pt x="5761" y="6502"/>
                    <a:pt x="6203" y="6108"/>
                  </a:cubicBezTo>
                  <a:cubicBezTo>
                    <a:pt x="8367" y="4108"/>
                    <a:pt x="7270" y="492"/>
                    <a:pt x="4357" y="40"/>
                  </a:cubicBezTo>
                  <a:cubicBezTo>
                    <a:pt x="4203" y="21"/>
                    <a:pt x="4049" y="1"/>
                    <a:pt x="3905" y="1"/>
                  </a:cubicBezTo>
                  <a:cubicBezTo>
                    <a:pt x="3874" y="1"/>
                    <a:pt x="3843" y="0"/>
                    <a:pt x="3813" y="0"/>
                  </a:cubicBezTo>
                  <a:close/>
                </a:path>
              </a:pathLst>
            </a:custGeom>
            <a:solidFill>
              <a:srgbClr val="B8C2C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729" name="Google Shape;16729;p45"/>
            <p:cNvSpPr/>
            <p:nvPr/>
          </p:nvSpPr>
          <p:spPr>
            <a:xfrm>
              <a:off x="1829720" y="3409028"/>
              <a:ext cx="209844" cy="272431"/>
            </a:xfrm>
            <a:custGeom>
              <a:rect b="b" l="l" r="r" t="t"/>
              <a:pathLst>
                <a:path extrusionOk="0" h="10425" w="8030">
                  <a:moveTo>
                    <a:pt x="4020" y="1"/>
                  </a:moveTo>
                  <a:cubicBezTo>
                    <a:pt x="1096" y="453"/>
                    <a:pt x="0" y="4097"/>
                    <a:pt x="2202" y="6088"/>
                  </a:cubicBezTo>
                  <a:cubicBezTo>
                    <a:pt x="2625" y="6482"/>
                    <a:pt x="2875" y="7049"/>
                    <a:pt x="2866" y="7636"/>
                  </a:cubicBezTo>
                  <a:lnTo>
                    <a:pt x="2866" y="9829"/>
                  </a:lnTo>
                  <a:cubicBezTo>
                    <a:pt x="2866" y="10155"/>
                    <a:pt x="3135" y="10425"/>
                    <a:pt x="3472" y="10425"/>
                  </a:cubicBezTo>
                  <a:lnTo>
                    <a:pt x="4568" y="10425"/>
                  </a:lnTo>
                  <a:cubicBezTo>
                    <a:pt x="4904" y="10425"/>
                    <a:pt x="5174" y="10155"/>
                    <a:pt x="5174" y="9829"/>
                  </a:cubicBezTo>
                  <a:lnTo>
                    <a:pt x="5174" y="7626"/>
                  </a:lnTo>
                  <a:cubicBezTo>
                    <a:pt x="5174" y="7030"/>
                    <a:pt x="5424" y="6463"/>
                    <a:pt x="5866" y="6069"/>
                  </a:cubicBezTo>
                  <a:cubicBezTo>
                    <a:pt x="8030" y="4069"/>
                    <a:pt x="6933" y="453"/>
                    <a:pt x="4020" y="1"/>
                  </a:cubicBezTo>
                  <a:close/>
                </a:path>
              </a:pathLst>
            </a:custGeom>
            <a:solidFill>
              <a:srgbClr val="CBD2D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730" name="Google Shape;16730;p45"/>
            <p:cNvSpPr/>
            <p:nvPr/>
          </p:nvSpPr>
          <p:spPr>
            <a:xfrm>
              <a:off x="1865652" y="3465579"/>
              <a:ext cx="110096" cy="161290"/>
            </a:xfrm>
            <a:custGeom>
              <a:rect b="b" l="l" r="r" t="t"/>
              <a:pathLst>
                <a:path extrusionOk="0" h="6172" w="4213">
                  <a:moveTo>
                    <a:pt x="885" y="424"/>
                  </a:moveTo>
                  <a:cubicBezTo>
                    <a:pt x="1106" y="424"/>
                    <a:pt x="1289" y="606"/>
                    <a:pt x="1289" y="828"/>
                  </a:cubicBezTo>
                  <a:lnTo>
                    <a:pt x="1289" y="1241"/>
                  </a:lnTo>
                  <a:lnTo>
                    <a:pt x="837" y="1241"/>
                  </a:lnTo>
                  <a:cubicBezTo>
                    <a:pt x="289" y="1241"/>
                    <a:pt x="289" y="424"/>
                    <a:pt x="837" y="424"/>
                  </a:cubicBezTo>
                  <a:close/>
                  <a:moveTo>
                    <a:pt x="3385" y="424"/>
                  </a:moveTo>
                  <a:cubicBezTo>
                    <a:pt x="3924" y="424"/>
                    <a:pt x="3924" y="1241"/>
                    <a:pt x="3385" y="1241"/>
                  </a:cubicBezTo>
                  <a:lnTo>
                    <a:pt x="2924" y="1241"/>
                  </a:lnTo>
                  <a:lnTo>
                    <a:pt x="2924" y="828"/>
                  </a:lnTo>
                  <a:cubicBezTo>
                    <a:pt x="2924" y="606"/>
                    <a:pt x="3106" y="424"/>
                    <a:pt x="3327" y="424"/>
                  </a:cubicBezTo>
                  <a:close/>
                  <a:moveTo>
                    <a:pt x="837" y="1"/>
                  </a:moveTo>
                  <a:cubicBezTo>
                    <a:pt x="375" y="1"/>
                    <a:pt x="0" y="376"/>
                    <a:pt x="0" y="837"/>
                  </a:cubicBezTo>
                  <a:cubicBezTo>
                    <a:pt x="0" y="1289"/>
                    <a:pt x="375" y="1664"/>
                    <a:pt x="837" y="1664"/>
                  </a:cubicBezTo>
                  <a:lnTo>
                    <a:pt x="1289" y="1664"/>
                  </a:lnTo>
                  <a:lnTo>
                    <a:pt x="1289" y="3395"/>
                  </a:lnTo>
                  <a:cubicBezTo>
                    <a:pt x="1289" y="3534"/>
                    <a:pt x="1395" y="3604"/>
                    <a:pt x="1500" y="3604"/>
                  </a:cubicBezTo>
                  <a:cubicBezTo>
                    <a:pt x="1606" y="3604"/>
                    <a:pt x="1712" y="3534"/>
                    <a:pt x="1712" y="3395"/>
                  </a:cubicBezTo>
                  <a:lnTo>
                    <a:pt x="1712" y="1664"/>
                  </a:lnTo>
                  <a:lnTo>
                    <a:pt x="2501" y="1664"/>
                  </a:lnTo>
                  <a:lnTo>
                    <a:pt x="2501" y="5962"/>
                  </a:lnTo>
                  <a:cubicBezTo>
                    <a:pt x="2501" y="6102"/>
                    <a:pt x="2606" y="6172"/>
                    <a:pt x="2712" y="6172"/>
                  </a:cubicBezTo>
                  <a:cubicBezTo>
                    <a:pt x="2818" y="6172"/>
                    <a:pt x="2924" y="6102"/>
                    <a:pt x="2924" y="5962"/>
                  </a:cubicBezTo>
                  <a:lnTo>
                    <a:pt x="2924" y="1664"/>
                  </a:lnTo>
                  <a:lnTo>
                    <a:pt x="3385" y="1664"/>
                  </a:lnTo>
                  <a:cubicBezTo>
                    <a:pt x="3847" y="1664"/>
                    <a:pt x="4212" y="1289"/>
                    <a:pt x="4212" y="837"/>
                  </a:cubicBezTo>
                  <a:cubicBezTo>
                    <a:pt x="4212" y="376"/>
                    <a:pt x="3847" y="1"/>
                    <a:pt x="3385" y="1"/>
                  </a:cubicBezTo>
                  <a:lnTo>
                    <a:pt x="3327" y="1"/>
                  </a:lnTo>
                  <a:cubicBezTo>
                    <a:pt x="2876" y="1"/>
                    <a:pt x="2501" y="376"/>
                    <a:pt x="2501" y="828"/>
                  </a:cubicBezTo>
                  <a:lnTo>
                    <a:pt x="2501" y="1241"/>
                  </a:lnTo>
                  <a:lnTo>
                    <a:pt x="1712" y="1241"/>
                  </a:lnTo>
                  <a:lnTo>
                    <a:pt x="1712" y="828"/>
                  </a:lnTo>
                  <a:cubicBezTo>
                    <a:pt x="1712" y="376"/>
                    <a:pt x="1337" y="1"/>
                    <a:pt x="875" y="1"/>
                  </a:cubicBezTo>
                  <a:close/>
                </a:path>
              </a:pathLst>
            </a:custGeom>
            <a:solidFill>
              <a:srgbClr val="B7C5D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731" name="Google Shape;16731;p45"/>
            <p:cNvSpPr/>
            <p:nvPr/>
          </p:nvSpPr>
          <p:spPr>
            <a:xfrm>
              <a:off x="1899311" y="3570866"/>
              <a:ext cx="11080" cy="55950"/>
            </a:xfrm>
            <a:custGeom>
              <a:rect b="b" l="l" r="r" t="t"/>
              <a:pathLst>
                <a:path extrusionOk="0" h="2141" w="424">
                  <a:moveTo>
                    <a:pt x="212" y="1"/>
                  </a:moveTo>
                  <a:cubicBezTo>
                    <a:pt x="97" y="1"/>
                    <a:pt x="1" y="97"/>
                    <a:pt x="1" y="222"/>
                  </a:cubicBezTo>
                  <a:lnTo>
                    <a:pt x="1" y="1924"/>
                  </a:lnTo>
                  <a:cubicBezTo>
                    <a:pt x="1" y="2068"/>
                    <a:pt x="107" y="2140"/>
                    <a:pt x="212" y="2140"/>
                  </a:cubicBezTo>
                  <a:cubicBezTo>
                    <a:pt x="318" y="2140"/>
                    <a:pt x="424" y="2068"/>
                    <a:pt x="424" y="1924"/>
                  </a:cubicBezTo>
                  <a:lnTo>
                    <a:pt x="424" y="222"/>
                  </a:lnTo>
                  <a:cubicBezTo>
                    <a:pt x="424" y="97"/>
                    <a:pt x="328" y="1"/>
                    <a:pt x="212" y="1"/>
                  </a:cubicBezTo>
                  <a:close/>
                </a:path>
              </a:pathLst>
            </a:custGeom>
            <a:solidFill>
              <a:srgbClr val="B7C5D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732" name="Google Shape;16732;p45"/>
            <p:cNvSpPr/>
            <p:nvPr/>
          </p:nvSpPr>
          <p:spPr>
            <a:xfrm>
              <a:off x="1899311" y="3584429"/>
              <a:ext cx="5305" cy="42518"/>
            </a:xfrm>
            <a:custGeom>
              <a:rect b="b" l="l" r="r" t="t"/>
              <a:pathLst>
                <a:path extrusionOk="0" h="1627" w="203">
                  <a:moveTo>
                    <a:pt x="1" y="1"/>
                  </a:moveTo>
                  <a:lnTo>
                    <a:pt x="1" y="1405"/>
                  </a:lnTo>
                  <a:cubicBezTo>
                    <a:pt x="1" y="1520"/>
                    <a:pt x="87" y="1616"/>
                    <a:pt x="203" y="1626"/>
                  </a:cubicBezTo>
                  <a:lnTo>
                    <a:pt x="203" y="924"/>
                  </a:lnTo>
                  <a:cubicBezTo>
                    <a:pt x="203" y="607"/>
                    <a:pt x="136" y="289"/>
                    <a:pt x="1" y="1"/>
                  </a:cubicBezTo>
                  <a:close/>
                </a:path>
              </a:pathLst>
            </a:custGeom>
            <a:solidFill>
              <a:srgbClr val="A9BAC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733" name="Google Shape;16733;p45"/>
            <p:cNvSpPr/>
            <p:nvPr/>
          </p:nvSpPr>
          <p:spPr>
            <a:xfrm>
              <a:off x="1891524" y="3678663"/>
              <a:ext cx="58328" cy="36220"/>
            </a:xfrm>
            <a:custGeom>
              <a:rect b="b" l="l" r="r" t="t"/>
              <a:pathLst>
                <a:path extrusionOk="0" h="1386" w="2232">
                  <a:moveTo>
                    <a:pt x="1" y="1"/>
                  </a:moveTo>
                  <a:lnTo>
                    <a:pt x="1" y="270"/>
                  </a:lnTo>
                  <a:cubicBezTo>
                    <a:pt x="1" y="886"/>
                    <a:pt x="501" y="1386"/>
                    <a:pt x="1116" y="1386"/>
                  </a:cubicBezTo>
                  <a:cubicBezTo>
                    <a:pt x="1732" y="1386"/>
                    <a:pt x="2232" y="886"/>
                    <a:pt x="2232" y="270"/>
                  </a:cubicBezTo>
                  <a:lnTo>
                    <a:pt x="2232" y="1"/>
                  </a:lnTo>
                  <a:close/>
                </a:path>
              </a:pathLst>
            </a:custGeom>
            <a:solidFill>
              <a:srgbClr val="697D9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734" name="Google Shape;16734;p45"/>
            <p:cNvSpPr/>
            <p:nvPr/>
          </p:nvSpPr>
          <p:spPr>
            <a:xfrm>
              <a:off x="1876210" y="3611842"/>
              <a:ext cx="88720" cy="34939"/>
            </a:xfrm>
            <a:custGeom>
              <a:rect b="b" l="l" r="r" t="t"/>
              <a:pathLst>
                <a:path extrusionOk="0" h="1337" w="3395">
                  <a:moveTo>
                    <a:pt x="0" y="0"/>
                  </a:moveTo>
                  <a:lnTo>
                    <a:pt x="0" y="1337"/>
                  </a:lnTo>
                  <a:lnTo>
                    <a:pt x="3395" y="1337"/>
                  </a:lnTo>
                  <a:lnTo>
                    <a:pt x="3395" y="0"/>
                  </a:lnTo>
                  <a:close/>
                </a:path>
              </a:pathLst>
            </a:custGeom>
            <a:solidFill>
              <a:srgbClr val="C7D2D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735" name="Google Shape;16735;p45"/>
            <p:cNvSpPr/>
            <p:nvPr/>
          </p:nvSpPr>
          <p:spPr>
            <a:xfrm>
              <a:off x="1876445" y="3646755"/>
              <a:ext cx="88485" cy="34965"/>
            </a:xfrm>
            <a:custGeom>
              <a:rect b="b" l="l" r="r" t="t"/>
              <a:pathLst>
                <a:path extrusionOk="0" h="1338" w="3386">
                  <a:moveTo>
                    <a:pt x="1" y="1"/>
                  </a:moveTo>
                  <a:lnTo>
                    <a:pt x="1" y="732"/>
                  </a:lnTo>
                  <a:cubicBezTo>
                    <a:pt x="1" y="1068"/>
                    <a:pt x="260" y="1337"/>
                    <a:pt x="597" y="1337"/>
                  </a:cubicBezTo>
                  <a:lnTo>
                    <a:pt x="2780" y="1337"/>
                  </a:lnTo>
                  <a:cubicBezTo>
                    <a:pt x="3116" y="1337"/>
                    <a:pt x="3386" y="1068"/>
                    <a:pt x="3386" y="732"/>
                  </a:cubicBezTo>
                  <a:lnTo>
                    <a:pt x="3386" y="1"/>
                  </a:lnTo>
                  <a:close/>
                </a:path>
              </a:pathLst>
            </a:custGeom>
            <a:solidFill>
              <a:srgbClr val="889CA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736" name="Google Shape;16736;p45"/>
            <p:cNvSpPr/>
            <p:nvPr/>
          </p:nvSpPr>
          <p:spPr>
            <a:xfrm>
              <a:off x="1920687" y="3678663"/>
              <a:ext cx="29164" cy="32195"/>
            </a:xfrm>
            <a:custGeom>
              <a:rect b="b" l="l" r="r" t="t"/>
              <a:pathLst>
                <a:path extrusionOk="0" h="1232" w="1116">
                  <a:moveTo>
                    <a:pt x="0" y="1"/>
                  </a:moveTo>
                  <a:lnTo>
                    <a:pt x="0" y="270"/>
                  </a:lnTo>
                  <a:cubicBezTo>
                    <a:pt x="0" y="664"/>
                    <a:pt x="212" y="1039"/>
                    <a:pt x="558" y="1232"/>
                  </a:cubicBezTo>
                  <a:cubicBezTo>
                    <a:pt x="895" y="1030"/>
                    <a:pt x="1106" y="664"/>
                    <a:pt x="1116" y="270"/>
                  </a:cubicBezTo>
                  <a:lnTo>
                    <a:pt x="1116" y="1"/>
                  </a:lnTo>
                  <a:close/>
                </a:path>
              </a:pathLst>
            </a:custGeom>
            <a:solidFill>
              <a:srgbClr val="768C9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737" name="Google Shape;16737;p45"/>
            <p:cNvSpPr/>
            <p:nvPr/>
          </p:nvSpPr>
          <p:spPr>
            <a:xfrm>
              <a:off x="1904590" y="3611842"/>
              <a:ext cx="60340" cy="34939"/>
            </a:xfrm>
            <a:custGeom>
              <a:rect b="b" l="l" r="r" t="t"/>
              <a:pathLst>
                <a:path extrusionOk="0" h="1337" w="2309">
                  <a:moveTo>
                    <a:pt x="1" y="0"/>
                  </a:moveTo>
                  <a:lnTo>
                    <a:pt x="1" y="1337"/>
                  </a:lnTo>
                  <a:lnTo>
                    <a:pt x="2309" y="1337"/>
                  </a:lnTo>
                  <a:lnTo>
                    <a:pt x="2309" y="0"/>
                  </a:lnTo>
                  <a:close/>
                </a:path>
              </a:pathLst>
            </a:custGeom>
            <a:solidFill>
              <a:srgbClr val="D9E0E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738" name="Google Shape;16738;p45"/>
            <p:cNvSpPr/>
            <p:nvPr/>
          </p:nvSpPr>
          <p:spPr>
            <a:xfrm>
              <a:off x="1904590" y="3646755"/>
              <a:ext cx="60340" cy="34965"/>
            </a:xfrm>
            <a:custGeom>
              <a:rect b="b" l="l" r="r" t="t"/>
              <a:pathLst>
                <a:path extrusionOk="0" h="1338" w="2309">
                  <a:moveTo>
                    <a:pt x="1" y="1"/>
                  </a:moveTo>
                  <a:lnTo>
                    <a:pt x="1" y="732"/>
                  </a:lnTo>
                  <a:cubicBezTo>
                    <a:pt x="1" y="1068"/>
                    <a:pt x="270" y="1337"/>
                    <a:pt x="607" y="1337"/>
                  </a:cubicBezTo>
                  <a:lnTo>
                    <a:pt x="1703" y="1337"/>
                  </a:lnTo>
                  <a:cubicBezTo>
                    <a:pt x="2039" y="1337"/>
                    <a:pt x="2309" y="1068"/>
                    <a:pt x="2309" y="732"/>
                  </a:cubicBezTo>
                  <a:lnTo>
                    <a:pt x="2309" y="1"/>
                  </a:lnTo>
                  <a:close/>
                </a:path>
              </a:pathLst>
            </a:custGeom>
            <a:solidFill>
              <a:srgbClr val="C7D2D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6739" name="Google Shape;16739;p45"/>
          <p:cNvGrpSpPr/>
          <p:nvPr/>
        </p:nvGrpSpPr>
        <p:grpSpPr>
          <a:xfrm>
            <a:off x="2777572" y="3622640"/>
            <a:ext cx="81716" cy="366717"/>
            <a:chOff x="2777572" y="3807287"/>
            <a:chExt cx="81716" cy="366717"/>
          </a:xfrm>
        </p:grpSpPr>
        <p:sp>
          <p:nvSpPr>
            <p:cNvPr id="16740" name="Google Shape;16740;p45"/>
            <p:cNvSpPr/>
            <p:nvPr/>
          </p:nvSpPr>
          <p:spPr>
            <a:xfrm>
              <a:off x="2777572" y="3941765"/>
              <a:ext cx="81455" cy="181464"/>
            </a:xfrm>
            <a:custGeom>
              <a:rect b="b" l="l" r="r" t="t"/>
              <a:pathLst>
                <a:path extrusionOk="0" h="6944" w="3117">
                  <a:moveTo>
                    <a:pt x="578" y="1"/>
                  </a:moveTo>
                  <a:cubicBezTo>
                    <a:pt x="261" y="1"/>
                    <a:pt x="1" y="261"/>
                    <a:pt x="1" y="578"/>
                  </a:cubicBezTo>
                  <a:lnTo>
                    <a:pt x="1" y="6944"/>
                  </a:lnTo>
                  <a:lnTo>
                    <a:pt x="3117" y="6944"/>
                  </a:lnTo>
                  <a:lnTo>
                    <a:pt x="3117" y="578"/>
                  </a:lnTo>
                  <a:cubicBezTo>
                    <a:pt x="3117" y="261"/>
                    <a:pt x="2857" y="1"/>
                    <a:pt x="2540" y="1"/>
                  </a:cubicBezTo>
                  <a:close/>
                </a:path>
              </a:pathLst>
            </a:custGeom>
            <a:solidFill>
              <a:srgbClr val="4F647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741" name="Google Shape;16741;p45"/>
            <p:cNvSpPr/>
            <p:nvPr/>
          </p:nvSpPr>
          <p:spPr>
            <a:xfrm>
              <a:off x="2796440" y="3941765"/>
              <a:ext cx="62587" cy="181464"/>
            </a:xfrm>
            <a:custGeom>
              <a:rect b="b" l="l" r="r" t="t"/>
              <a:pathLst>
                <a:path extrusionOk="0" h="6944" w="2395">
                  <a:moveTo>
                    <a:pt x="577" y="1"/>
                  </a:moveTo>
                  <a:cubicBezTo>
                    <a:pt x="260" y="1"/>
                    <a:pt x="0" y="261"/>
                    <a:pt x="0" y="578"/>
                  </a:cubicBezTo>
                  <a:lnTo>
                    <a:pt x="0" y="6944"/>
                  </a:lnTo>
                  <a:lnTo>
                    <a:pt x="2395" y="6944"/>
                  </a:lnTo>
                  <a:lnTo>
                    <a:pt x="2395" y="578"/>
                  </a:lnTo>
                  <a:cubicBezTo>
                    <a:pt x="2395" y="261"/>
                    <a:pt x="2135" y="1"/>
                    <a:pt x="1818" y="1"/>
                  </a:cubicBezTo>
                  <a:close/>
                </a:path>
              </a:pathLst>
            </a:custGeom>
            <a:solidFill>
              <a:srgbClr val="7E8D9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742" name="Google Shape;16742;p45"/>
            <p:cNvSpPr/>
            <p:nvPr/>
          </p:nvSpPr>
          <p:spPr>
            <a:xfrm>
              <a:off x="2796440" y="3807287"/>
              <a:ext cx="42988" cy="286282"/>
            </a:xfrm>
            <a:custGeom>
              <a:rect b="b" l="l" r="r" t="t"/>
              <a:pathLst>
                <a:path extrusionOk="0" h="10955" w="1645">
                  <a:moveTo>
                    <a:pt x="159" y="1"/>
                  </a:moveTo>
                  <a:cubicBezTo>
                    <a:pt x="76" y="1"/>
                    <a:pt x="0" y="62"/>
                    <a:pt x="0" y="156"/>
                  </a:cubicBezTo>
                  <a:lnTo>
                    <a:pt x="0" y="10359"/>
                  </a:lnTo>
                  <a:cubicBezTo>
                    <a:pt x="0" y="10686"/>
                    <a:pt x="269" y="10955"/>
                    <a:pt x="596" y="10955"/>
                  </a:cubicBezTo>
                  <a:lnTo>
                    <a:pt x="1058" y="10955"/>
                  </a:lnTo>
                  <a:cubicBezTo>
                    <a:pt x="1385" y="10955"/>
                    <a:pt x="1644" y="10686"/>
                    <a:pt x="1644" y="10359"/>
                  </a:cubicBezTo>
                  <a:lnTo>
                    <a:pt x="1644" y="906"/>
                  </a:lnTo>
                  <a:lnTo>
                    <a:pt x="789" y="368"/>
                  </a:lnTo>
                  <a:lnTo>
                    <a:pt x="241" y="22"/>
                  </a:lnTo>
                  <a:cubicBezTo>
                    <a:pt x="214" y="7"/>
                    <a:pt x="186" y="1"/>
                    <a:pt x="159" y="1"/>
                  </a:cubicBezTo>
                  <a:close/>
                </a:path>
              </a:pathLst>
            </a:custGeom>
            <a:solidFill>
              <a:srgbClr val="D9E0E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743" name="Google Shape;16743;p45"/>
            <p:cNvSpPr/>
            <p:nvPr/>
          </p:nvSpPr>
          <p:spPr>
            <a:xfrm>
              <a:off x="2817293" y="3816878"/>
              <a:ext cx="22631" cy="259104"/>
            </a:xfrm>
            <a:custGeom>
              <a:rect b="b" l="l" r="r" t="t"/>
              <a:pathLst>
                <a:path extrusionOk="0" h="9915" w="866">
                  <a:moveTo>
                    <a:pt x="0" y="1"/>
                  </a:moveTo>
                  <a:lnTo>
                    <a:pt x="0" y="9319"/>
                  </a:lnTo>
                  <a:cubicBezTo>
                    <a:pt x="0" y="9646"/>
                    <a:pt x="270" y="9915"/>
                    <a:pt x="596" y="9915"/>
                  </a:cubicBezTo>
                  <a:lnTo>
                    <a:pt x="866" y="9915"/>
                  </a:lnTo>
                  <a:lnTo>
                    <a:pt x="866" y="539"/>
                  </a:lnTo>
                  <a:lnTo>
                    <a:pt x="0" y="1"/>
                  </a:lnTo>
                  <a:close/>
                </a:path>
              </a:pathLst>
            </a:custGeom>
            <a:solidFill>
              <a:srgbClr val="EAEEF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744" name="Google Shape;16744;p45"/>
            <p:cNvSpPr/>
            <p:nvPr/>
          </p:nvSpPr>
          <p:spPr>
            <a:xfrm>
              <a:off x="2796936" y="3843533"/>
              <a:ext cx="42988" cy="40479"/>
            </a:xfrm>
            <a:custGeom>
              <a:rect b="b" l="l" r="r" t="t"/>
              <a:pathLst>
                <a:path extrusionOk="0" h="1549" w="1645">
                  <a:moveTo>
                    <a:pt x="0" y="0"/>
                  </a:moveTo>
                  <a:lnTo>
                    <a:pt x="0" y="510"/>
                  </a:lnTo>
                  <a:lnTo>
                    <a:pt x="1645" y="1548"/>
                  </a:lnTo>
                  <a:lnTo>
                    <a:pt x="1645" y="1029"/>
                  </a:lnTo>
                  <a:lnTo>
                    <a:pt x="0" y="0"/>
                  </a:lnTo>
                  <a:close/>
                </a:path>
              </a:pathLst>
            </a:custGeom>
            <a:solidFill>
              <a:srgbClr val="C7D2D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745" name="Google Shape;16745;p45"/>
            <p:cNvSpPr/>
            <p:nvPr/>
          </p:nvSpPr>
          <p:spPr>
            <a:xfrm>
              <a:off x="2796936" y="3888507"/>
              <a:ext cx="42988" cy="40218"/>
            </a:xfrm>
            <a:custGeom>
              <a:rect b="b" l="l" r="r" t="t"/>
              <a:pathLst>
                <a:path extrusionOk="0" h="1539" w="1645">
                  <a:moveTo>
                    <a:pt x="0" y="0"/>
                  </a:moveTo>
                  <a:lnTo>
                    <a:pt x="0" y="510"/>
                  </a:lnTo>
                  <a:lnTo>
                    <a:pt x="1645" y="1539"/>
                  </a:lnTo>
                  <a:lnTo>
                    <a:pt x="1645" y="1029"/>
                  </a:lnTo>
                  <a:lnTo>
                    <a:pt x="0" y="0"/>
                  </a:lnTo>
                  <a:close/>
                </a:path>
              </a:pathLst>
            </a:custGeom>
            <a:solidFill>
              <a:srgbClr val="C7D2D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746" name="Google Shape;16746;p45"/>
            <p:cNvSpPr/>
            <p:nvPr/>
          </p:nvSpPr>
          <p:spPr>
            <a:xfrm>
              <a:off x="2796936" y="3933220"/>
              <a:ext cx="42988" cy="40505"/>
            </a:xfrm>
            <a:custGeom>
              <a:rect b="b" l="l" r="r" t="t"/>
              <a:pathLst>
                <a:path extrusionOk="0" h="1550" w="1645">
                  <a:moveTo>
                    <a:pt x="0" y="1"/>
                  </a:moveTo>
                  <a:lnTo>
                    <a:pt x="0" y="520"/>
                  </a:lnTo>
                  <a:lnTo>
                    <a:pt x="1645" y="1549"/>
                  </a:lnTo>
                  <a:lnTo>
                    <a:pt x="1645" y="1039"/>
                  </a:lnTo>
                  <a:lnTo>
                    <a:pt x="0" y="1"/>
                  </a:lnTo>
                  <a:close/>
                </a:path>
              </a:pathLst>
            </a:custGeom>
            <a:solidFill>
              <a:srgbClr val="C7D2D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747" name="Google Shape;16747;p45"/>
            <p:cNvSpPr/>
            <p:nvPr/>
          </p:nvSpPr>
          <p:spPr>
            <a:xfrm>
              <a:off x="2796936" y="3978455"/>
              <a:ext cx="42988" cy="40244"/>
            </a:xfrm>
            <a:custGeom>
              <a:rect b="b" l="l" r="r" t="t"/>
              <a:pathLst>
                <a:path extrusionOk="0" h="1540" w="1645">
                  <a:moveTo>
                    <a:pt x="0" y="1"/>
                  </a:moveTo>
                  <a:lnTo>
                    <a:pt x="0" y="510"/>
                  </a:lnTo>
                  <a:lnTo>
                    <a:pt x="1645" y="1539"/>
                  </a:lnTo>
                  <a:lnTo>
                    <a:pt x="1645" y="1020"/>
                  </a:lnTo>
                  <a:lnTo>
                    <a:pt x="0" y="1"/>
                  </a:lnTo>
                  <a:close/>
                </a:path>
              </a:pathLst>
            </a:custGeom>
            <a:solidFill>
              <a:srgbClr val="C7D2D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748" name="Google Shape;16748;p45"/>
            <p:cNvSpPr/>
            <p:nvPr/>
          </p:nvSpPr>
          <p:spPr>
            <a:xfrm>
              <a:off x="2777572" y="4031739"/>
              <a:ext cx="81716" cy="34207"/>
            </a:xfrm>
            <a:custGeom>
              <a:rect b="b" l="l" r="r" t="t"/>
              <a:pathLst>
                <a:path extrusionOk="0" h="1309" w="3127">
                  <a:moveTo>
                    <a:pt x="645" y="0"/>
                  </a:moveTo>
                  <a:cubicBezTo>
                    <a:pt x="289" y="0"/>
                    <a:pt x="1" y="289"/>
                    <a:pt x="1" y="654"/>
                  </a:cubicBezTo>
                  <a:cubicBezTo>
                    <a:pt x="1" y="1010"/>
                    <a:pt x="289" y="1299"/>
                    <a:pt x="645" y="1308"/>
                  </a:cubicBezTo>
                  <a:lnTo>
                    <a:pt x="2482" y="1308"/>
                  </a:lnTo>
                  <a:cubicBezTo>
                    <a:pt x="2838" y="1299"/>
                    <a:pt x="3126" y="1010"/>
                    <a:pt x="3126" y="654"/>
                  </a:cubicBezTo>
                  <a:cubicBezTo>
                    <a:pt x="3126" y="289"/>
                    <a:pt x="2838" y="0"/>
                    <a:pt x="2482" y="0"/>
                  </a:cubicBezTo>
                  <a:close/>
                </a:path>
              </a:pathLst>
            </a:custGeom>
            <a:solidFill>
              <a:srgbClr val="526A7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749" name="Google Shape;16749;p45"/>
            <p:cNvSpPr/>
            <p:nvPr/>
          </p:nvSpPr>
          <p:spPr>
            <a:xfrm>
              <a:off x="2777572" y="4114161"/>
              <a:ext cx="81455" cy="59843"/>
            </a:xfrm>
            <a:custGeom>
              <a:rect b="b" l="l" r="r" t="t"/>
              <a:pathLst>
                <a:path extrusionOk="0" h="2290" w="3117">
                  <a:moveTo>
                    <a:pt x="1" y="1"/>
                  </a:moveTo>
                  <a:lnTo>
                    <a:pt x="1" y="722"/>
                  </a:lnTo>
                  <a:cubicBezTo>
                    <a:pt x="1" y="1587"/>
                    <a:pt x="703" y="2289"/>
                    <a:pt x="1568" y="2289"/>
                  </a:cubicBezTo>
                  <a:cubicBezTo>
                    <a:pt x="1693" y="2289"/>
                    <a:pt x="1809" y="2270"/>
                    <a:pt x="1924" y="2241"/>
                  </a:cubicBezTo>
                  <a:lnTo>
                    <a:pt x="1991" y="2231"/>
                  </a:lnTo>
                  <a:lnTo>
                    <a:pt x="2049" y="2212"/>
                  </a:lnTo>
                  <a:lnTo>
                    <a:pt x="2078" y="2203"/>
                  </a:lnTo>
                  <a:lnTo>
                    <a:pt x="2145" y="2174"/>
                  </a:lnTo>
                  <a:lnTo>
                    <a:pt x="2174" y="2164"/>
                  </a:lnTo>
                  <a:lnTo>
                    <a:pt x="2203" y="2145"/>
                  </a:lnTo>
                  <a:lnTo>
                    <a:pt x="2232" y="2135"/>
                  </a:lnTo>
                  <a:lnTo>
                    <a:pt x="2261" y="2116"/>
                  </a:lnTo>
                  <a:lnTo>
                    <a:pt x="2290" y="2106"/>
                  </a:lnTo>
                  <a:cubicBezTo>
                    <a:pt x="2338" y="2078"/>
                    <a:pt x="2386" y="2049"/>
                    <a:pt x="2434" y="2020"/>
                  </a:cubicBezTo>
                  <a:lnTo>
                    <a:pt x="2453" y="2010"/>
                  </a:lnTo>
                  <a:lnTo>
                    <a:pt x="2482" y="1981"/>
                  </a:lnTo>
                  <a:lnTo>
                    <a:pt x="2511" y="1972"/>
                  </a:lnTo>
                  <a:lnTo>
                    <a:pt x="2530" y="1953"/>
                  </a:lnTo>
                  <a:cubicBezTo>
                    <a:pt x="2568" y="1914"/>
                    <a:pt x="2607" y="1885"/>
                    <a:pt x="2645" y="1856"/>
                  </a:cubicBezTo>
                  <a:lnTo>
                    <a:pt x="2665" y="1828"/>
                  </a:lnTo>
                  <a:lnTo>
                    <a:pt x="2693" y="1799"/>
                  </a:lnTo>
                  <a:lnTo>
                    <a:pt x="2722" y="1779"/>
                  </a:lnTo>
                  <a:lnTo>
                    <a:pt x="2761" y="1741"/>
                  </a:lnTo>
                  <a:lnTo>
                    <a:pt x="2780" y="1712"/>
                  </a:lnTo>
                  <a:cubicBezTo>
                    <a:pt x="2809" y="1683"/>
                    <a:pt x="2828" y="1654"/>
                    <a:pt x="2857" y="1616"/>
                  </a:cubicBezTo>
                  <a:lnTo>
                    <a:pt x="2876" y="1587"/>
                  </a:lnTo>
                  <a:lnTo>
                    <a:pt x="2915" y="1529"/>
                  </a:lnTo>
                  <a:lnTo>
                    <a:pt x="2934" y="1491"/>
                  </a:lnTo>
                  <a:lnTo>
                    <a:pt x="2953" y="1462"/>
                  </a:lnTo>
                  <a:lnTo>
                    <a:pt x="2963" y="1433"/>
                  </a:lnTo>
                  <a:cubicBezTo>
                    <a:pt x="3011" y="1337"/>
                    <a:pt x="3059" y="1241"/>
                    <a:pt x="3088" y="1135"/>
                  </a:cubicBezTo>
                  <a:cubicBezTo>
                    <a:pt x="3088" y="1116"/>
                    <a:pt x="3097" y="1097"/>
                    <a:pt x="3107" y="1068"/>
                  </a:cubicBezTo>
                  <a:lnTo>
                    <a:pt x="3107" y="1029"/>
                  </a:lnTo>
                  <a:cubicBezTo>
                    <a:pt x="3117" y="1020"/>
                    <a:pt x="3117" y="1010"/>
                    <a:pt x="3117" y="1001"/>
                  </a:cubicBezTo>
                  <a:lnTo>
                    <a:pt x="3117" y="962"/>
                  </a:lnTo>
                  <a:lnTo>
                    <a:pt x="3117" y="924"/>
                  </a:lnTo>
                  <a:lnTo>
                    <a:pt x="3117" y="895"/>
                  </a:lnTo>
                  <a:lnTo>
                    <a:pt x="3117" y="876"/>
                  </a:lnTo>
                  <a:lnTo>
                    <a:pt x="3117" y="837"/>
                  </a:lnTo>
                  <a:lnTo>
                    <a:pt x="3117" y="799"/>
                  </a:lnTo>
                  <a:lnTo>
                    <a:pt x="3117" y="760"/>
                  </a:lnTo>
                  <a:lnTo>
                    <a:pt x="3117" y="722"/>
                  </a:lnTo>
                  <a:lnTo>
                    <a:pt x="3117" y="1"/>
                  </a:lnTo>
                  <a:close/>
                </a:path>
              </a:pathLst>
            </a:custGeom>
            <a:solidFill>
              <a:srgbClr val="8599A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750" name="Google Shape;16750;p45"/>
            <p:cNvSpPr/>
            <p:nvPr/>
          </p:nvSpPr>
          <p:spPr>
            <a:xfrm>
              <a:off x="2796440" y="4114161"/>
              <a:ext cx="62587" cy="58589"/>
            </a:xfrm>
            <a:custGeom>
              <a:rect b="b" l="l" r="r" t="t"/>
              <a:pathLst>
                <a:path extrusionOk="0" h="2242" w="2395">
                  <a:moveTo>
                    <a:pt x="2395" y="1"/>
                  </a:moveTo>
                  <a:lnTo>
                    <a:pt x="0" y="10"/>
                  </a:lnTo>
                  <a:lnTo>
                    <a:pt x="0" y="731"/>
                  </a:lnTo>
                  <a:cubicBezTo>
                    <a:pt x="10" y="1453"/>
                    <a:pt x="500" y="2078"/>
                    <a:pt x="1202" y="2241"/>
                  </a:cubicBezTo>
                  <a:lnTo>
                    <a:pt x="1269" y="2231"/>
                  </a:lnTo>
                  <a:lnTo>
                    <a:pt x="1327" y="2212"/>
                  </a:lnTo>
                  <a:lnTo>
                    <a:pt x="1356" y="2203"/>
                  </a:lnTo>
                  <a:lnTo>
                    <a:pt x="1423" y="2174"/>
                  </a:lnTo>
                  <a:lnTo>
                    <a:pt x="1452" y="2164"/>
                  </a:lnTo>
                  <a:lnTo>
                    <a:pt x="1481" y="2145"/>
                  </a:lnTo>
                  <a:lnTo>
                    <a:pt x="1510" y="2135"/>
                  </a:lnTo>
                  <a:lnTo>
                    <a:pt x="1539" y="2116"/>
                  </a:lnTo>
                  <a:lnTo>
                    <a:pt x="1568" y="2106"/>
                  </a:lnTo>
                  <a:cubicBezTo>
                    <a:pt x="1616" y="2078"/>
                    <a:pt x="1664" y="2049"/>
                    <a:pt x="1712" y="2020"/>
                  </a:cubicBezTo>
                  <a:lnTo>
                    <a:pt x="1731" y="2010"/>
                  </a:lnTo>
                  <a:lnTo>
                    <a:pt x="1760" y="1981"/>
                  </a:lnTo>
                  <a:lnTo>
                    <a:pt x="1789" y="1972"/>
                  </a:lnTo>
                  <a:lnTo>
                    <a:pt x="1808" y="1953"/>
                  </a:lnTo>
                  <a:cubicBezTo>
                    <a:pt x="1846" y="1914"/>
                    <a:pt x="1885" y="1885"/>
                    <a:pt x="1923" y="1856"/>
                  </a:cubicBezTo>
                  <a:lnTo>
                    <a:pt x="1943" y="1828"/>
                  </a:lnTo>
                  <a:lnTo>
                    <a:pt x="1971" y="1799"/>
                  </a:lnTo>
                  <a:lnTo>
                    <a:pt x="2000" y="1779"/>
                  </a:lnTo>
                  <a:lnTo>
                    <a:pt x="2039" y="1741"/>
                  </a:lnTo>
                  <a:lnTo>
                    <a:pt x="2058" y="1712"/>
                  </a:lnTo>
                  <a:cubicBezTo>
                    <a:pt x="2087" y="1683"/>
                    <a:pt x="2106" y="1654"/>
                    <a:pt x="2135" y="1616"/>
                  </a:cubicBezTo>
                  <a:lnTo>
                    <a:pt x="2154" y="1587"/>
                  </a:lnTo>
                  <a:lnTo>
                    <a:pt x="2193" y="1529"/>
                  </a:lnTo>
                  <a:lnTo>
                    <a:pt x="2212" y="1491"/>
                  </a:lnTo>
                  <a:lnTo>
                    <a:pt x="2231" y="1462"/>
                  </a:lnTo>
                  <a:lnTo>
                    <a:pt x="2241" y="1433"/>
                  </a:lnTo>
                  <a:cubicBezTo>
                    <a:pt x="2289" y="1337"/>
                    <a:pt x="2337" y="1241"/>
                    <a:pt x="2366" y="1135"/>
                  </a:cubicBezTo>
                  <a:cubicBezTo>
                    <a:pt x="2366" y="1116"/>
                    <a:pt x="2375" y="1097"/>
                    <a:pt x="2385" y="1068"/>
                  </a:cubicBezTo>
                  <a:lnTo>
                    <a:pt x="2385" y="1029"/>
                  </a:lnTo>
                  <a:cubicBezTo>
                    <a:pt x="2395" y="1020"/>
                    <a:pt x="2395" y="1010"/>
                    <a:pt x="2395" y="1001"/>
                  </a:cubicBezTo>
                  <a:lnTo>
                    <a:pt x="2395" y="962"/>
                  </a:lnTo>
                  <a:lnTo>
                    <a:pt x="2395" y="924"/>
                  </a:lnTo>
                  <a:lnTo>
                    <a:pt x="2395" y="895"/>
                  </a:lnTo>
                  <a:lnTo>
                    <a:pt x="2395" y="876"/>
                  </a:lnTo>
                  <a:lnTo>
                    <a:pt x="2395" y="837"/>
                  </a:lnTo>
                  <a:lnTo>
                    <a:pt x="2395" y="799"/>
                  </a:lnTo>
                  <a:lnTo>
                    <a:pt x="2395" y="760"/>
                  </a:lnTo>
                  <a:lnTo>
                    <a:pt x="2395" y="722"/>
                  </a:lnTo>
                  <a:lnTo>
                    <a:pt x="2395" y="1"/>
                  </a:lnTo>
                  <a:close/>
                </a:path>
              </a:pathLst>
            </a:custGeom>
            <a:solidFill>
              <a:srgbClr val="B8C6D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6751" name="Google Shape;16751;p45"/>
          <p:cNvGrpSpPr/>
          <p:nvPr/>
        </p:nvGrpSpPr>
        <p:grpSpPr>
          <a:xfrm>
            <a:off x="3934014" y="4145133"/>
            <a:ext cx="366665" cy="256335"/>
            <a:chOff x="3934014" y="4329780"/>
            <a:chExt cx="366665" cy="256335"/>
          </a:xfrm>
        </p:grpSpPr>
        <p:sp>
          <p:nvSpPr>
            <p:cNvPr id="16752" name="Google Shape;16752;p45"/>
            <p:cNvSpPr/>
            <p:nvPr/>
          </p:nvSpPr>
          <p:spPr>
            <a:xfrm>
              <a:off x="4086810" y="4338561"/>
              <a:ext cx="108842" cy="40479"/>
            </a:xfrm>
            <a:custGeom>
              <a:rect b="b" l="l" r="r" t="t"/>
              <a:pathLst>
                <a:path extrusionOk="0" h="1549" w="4165">
                  <a:moveTo>
                    <a:pt x="1212" y="1"/>
                  </a:moveTo>
                  <a:cubicBezTo>
                    <a:pt x="904" y="1"/>
                    <a:pt x="635" y="174"/>
                    <a:pt x="510" y="453"/>
                  </a:cubicBezTo>
                  <a:lnTo>
                    <a:pt x="0" y="1549"/>
                  </a:lnTo>
                  <a:lnTo>
                    <a:pt x="4164" y="1549"/>
                  </a:lnTo>
                  <a:lnTo>
                    <a:pt x="3645" y="453"/>
                  </a:lnTo>
                  <a:cubicBezTo>
                    <a:pt x="3520" y="174"/>
                    <a:pt x="3251" y="1"/>
                    <a:pt x="2953" y="1"/>
                  </a:cubicBezTo>
                  <a:close/>
                </a:path>
              </a:pathLst>
            </a:custGeom>
            <a:solidFill>
              <a:srgbClr val="435D7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753" name="Google Shape;16753;p45"/>
            <p:cNvSpPr/>
            <p:nvPr/>
          </p:nvSpPr>
          <p:spPr>
            <a:xfrm>
              <a:off x="4220243" y="4352882"/>
              <a:ext cx="56812" cy="30941"/>
            </a:xfrm>
            <a:custGeom>
              <a:rect b="b" l="l" r="r" t="t"/>
              <a:pathLst>
                <a:path extrusionOk="0" h="1184" w="2174">
                  <a:moveTo>
                    <a:pt x="347" y="1"/>
                  </a:moveTo>
                  <a:cubicBezTo>
                    <a:pt x="154" y="1"/>
                    <a:pt x="1" y="155"/>
                    <a:pt x="1" y="347"/>
                  </a:cubicBezTo>
                  <a:lnTo>
                    <a:pt x="1" y="1183"/>
                  </a:lnTo>
                  <a:lnTo>
                    <a:pt x="2174" y="1183"/>
                  </a:lnTo>
                  <a:lnTo>
                    <a:pt x="2174" y="347"/>
                  </a:lnTo>
                  <a:cubicBezTo>
                    <a:pt x="2174" y="155"/>
                    <a:pt x="2020" y="1"/>
                    <a:pt x="1837" y="1"/>
                  </a:cubicBezTo>
                  <a:close/>
                </a:path>
              </a:pathLst>
            </a:custGeom>
            <a:solidFill>
              <a:srgbClr val="435D7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754" name="Google Shape;16754;p45"/>
            <p:cNvSpPr/>
            <p:nvPr/>
          </p:nvSpPr>
          <p:spPr>
            <a:xfrm>
              <a:off x="3934014" y="4378518"/>
              <a:ext cx="366665" cy="207597"/>
            </a:xfrm>
            <a:custGeom>
              <a:rect b="b" l="l" r="r" t="t"/>
              <a:pathLst>
                <a:path extrusionOk="0" h="7944" w="14031">
                  <a:moveTo>
                    <a:pt x="857" y="1"/>
                  </a:moveTo>
                  <a:cubicBezTo>
                    <a:pt x="386" y="1"/>
                    <a:pt x="1" y="376"/>
                    <a:pt x="1" y="856"/>
                  </a:cubicBezTo>
                  <a:lnTo>
                    <a:pt x="1" y="7088"/>
                  </a:lnTo>
                  <a:cubicBezTo>
                    <a:pt x="1" y="7559"/>
                    <a:pt x="386" y="7943"/>
                    <a:pt x="857" y="7943"/>
                  </a:cubicBezTo>
                  <a:lnTo>
                    <a:pt x="13175" y="7943"/>
                  </a:lnTo>
                  <a:cubicBezTo>
                    <a:pt x="13646" y="7943"/>
                    <a:pt x="14031" y="7559"/>
                    <a:pt x="14031" y="7088"/>
                  </a:cubicBezTo>
                  <a:lnTo>
                    <a:pt x="14031" y="856"/>
                  </a:lnTo>
                  <a:cubicBezTo>
                    <a:pt x="14031" y="376"/>
                    <a:pt x="13646" y="1"/>
                    <a:pt x="13175" y="1"/>
                  </a:cubicBezTo>
                  <a:close/>
                </a:path>
              </a:pathLst>
            </a:custGeom>
            <a:solidFill>
              <a:srgbClr val="697D9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755" name="Google Shape;16755;p45"/>
            <p:cNvSpPr/>
            <p:nvPr/>
          </p:nvSpPr>
          <p:spPr>
            <a:xfrm>
              <a:off x="4248126" y="4413195"/>
              <a:ext cx="52552" cy="145009"/>
            </a:xfrm>
            <a:custGeom>
              <a:rect b="b" l="l" r="r" t="t"/>
              <a:pathLst>
                <a:path extrusionOk="0" h="5549" w="2011">
                  <a:moveTo>
                    <a:pt x="761" y="1"/>
                  </a:moveTo>
                  <a:cubicBezTo>
                    <a:pt x="338" y="29"/>
                    <a:pt x="11" y="376"/>
                    <a:pt x="1" y="799"/>
                  </a:cubicBezTo>
                  <a:lnTo>
                    <a:pt x="1" y="4751"/>
                  </a:lnTo>
                  <a:cubicBezTo>
                    <a:pt x="11" y="5184"/>
                    <a:pt x="366" y="5549"/>
                    <a:pt x="809" y="5549"/>
                  </a:cubicBezTo>
                  <a:lnTo>
                    <a:pt x="2011" y="5549"/>
                  </a:lnTo>
                  <a:lnTo>
                    <a:pt x="2011" y="1"/>
                  </a:lnTo>
                  <a:close/>
                </a:path>
              </a:pathLst>
            </a:custGeom>
            <a:solidFill>
              <a:srgbClr val="526A7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756" name="Google Shape;16756;p45"/>
            <p:cNvSpPr/>
            <p:nvPr/>
          </p:nvSpPr>
          <p:spPr>
            <a:xfrm>
              <a:off x="4024249" y="4393596"/>
              <a:ext cx="209086" cy="178485"/>
            </a:xfrm>
            <a:custGeom>
              <a:rect b="b" l="l" r="r" t="t"/>
              <a:pathLst>
                <a:path extrusionOk="0" h="6830" w="8001">
                  <a:moveTo>
                    <a:pt x="4595" y="0"/>
                  </a:moveTo>
                  <a:cubicBezTo>
                    <a:pt x="4589" y="0"/>
                    <a:pt x="4583" y="0"/>
                    <a:pt x="4577" y="1"/>
                  </a:cubicBezTo>
                  <a:cubicBezTo>
                    <a:pt x="1529" y="1"/>
                    <a:pt x="0" y="3674"/>
                    <a:pt x="2154" y="5828"/>
                  </a:cubicBezTo>
                  <a:cubicBezTo>
                    <a:pt x="2809" y="6483"/>
                    <a:pt x="3683" y="6829"/>
                    <a:pt x="4573" y="6829"/>
                  </a:cubicBezTo>
                  <a:cubicBezTo>
                    <a:pt x="5015" y="6829"/>
                    <a:pt x="5461" y="6744"/>
                    <a:pt x="5885" y="6568"/>
                  </a:cubicBezTo>
                  <a:cubicBezTo>
                    <a:pt x="7154" y="6039"/>
                    <a:pt x="7991" y="4799"/>
                    <a:pt x="7991" y="3414"/>
                  </a:cubicBezTo>
                  <a:cubicBezTo>
                    <a:pt x="8001" y="1526"/>
                    <a:pt x="6472" y="0"/>
                    <a:pt x="4595" y="0"/>
                  </a:cubicBezTo>
                  <a:close/>
                </a:path>
              </a:pathLst>
            </a:custGeom>
            <a:solidFill>
              <a:srgbClr val="435D7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757" name="Google Shape;16757;p45"/>
            <p:cNvSpPr/>
            <p:nvPr/>
          </p:nvSpPr>
          <p:spPr>
            <a:xfrm>
              <a:off x="4044842" y="4408674"/>
              <a:ext cx="173154" cy="148197"/>
            </a:xfrm>
            <a:custGeom>
              <a:rect b="b" l="l" r="r" t="t"/>
              <a:pathLst>
                <a:path extrusionOk="0" h="5671" w="6626">
                  <a:moveTo>
                    <a:pt x="3807" y="0"/>
                  </a:moveTo>
                  <a:cubicBezTo>
                    <a:pt x="3801" y="0"/>
                    <a:pt x="3795" y="0"/>
                    <a:pt x="3789" y="0"/>
                  </a:cubicBezTo>
                  <a:cubicBezTo>
                    <a:pt x="1260" y="0"/>
                    <a:pt x="1" y="3049"/>
                    <a:pt x="1780" y="4837"/>
                  </a:cubicBezTo>
                  <a:cubicBezTo>
                    <a:pt x="2358" y="5413"/>
                    <a:pt x="3068" y="5670"/>
                    <a:pt x="3764" y="5670"/>
                  </a:cubicBezTo>
                  <a:cubicBezTo>
                    <a:pt x="5221" y="5670"/>
                    <a:pt x="6616" y="4542"/>
                    <a:pt x="6616" y="2837"/>
                  </a:cubicBezTo>
                  <a:cubicBezTo>
                    <a:pt x="6626" y="1276"/>
                    <a:pt x="5366" y="0"/>
                    <a:pt x="3807" y="0"/>
                  </a:cubicBezTo>
                  <a:close/>
                </a:path>
              </a:pathLst>
            </a:custGeom>
            <a:solidFill>
              <a:srgbClr val="667A8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758" name="Google Shape;16758;p45"/>
            <p:cNvSpPr/>
            <p:nvPr/>
          </p:nvSpPr>
          <p:spPr>
            <a:xfrm>
              <a:off x="4084302" y="4427228"/>
              <a:ext cx="120628" cy="107666"/>
            </a:xfrm>
            <a:custGeom>
              <a:rect b="b" l="l" r="r" t="t"/>
              <a:pathLst>
                <a:path extrusionOk="0" h="4120" w="4616">
                  <a:moveTo>
                    <a:pt x="2297" y="1"/>
                  </a:moveTo>
                  <a:cubicBezTo>
                    <a:pt x="1700" y="1"/>
                    <a:pt x="1110" y="256"/>
                    <a:pt x="702" y="752"/>
                  </a:cubicBezTo>
                  <a:cubicBezTo>
                    <a:pt x="0" y="1618"/>
                    <a:pt x="106" y="2896"/>
                    <a:pt x="952" y="3627"/>
                  </a:cubicBezTo>
                  <a:cubicBezTo>
                    <a:pt x="1343" y="3957"/>
                    <a:pt x="1821" y="4120"/>
                    <a:pt x="2295" y="4120"/>
                  </a:cubicBezTo>
                  <a:cubicBezTo>
                    <a:pt x="2859" y="4120"/>
                    <a:pt x="3420" y="3889"/>
                    <a:pt x="3827" y="3435"/>
                  </a:cubicBezTo>
                  <a:lnTo>
                    <a:pt x="3837" y="3435"/>
                  </a:lnTo>
                  <a:cubicBezTo>
                    <a:pt x="3876" y="3387"/>
                    <a:pt x="3914" y="3339"/>
                    <a:pt x="3943" y="3291"/>
                  </a:cubicBezTo>
                  <a:lnTo>
                    <a:pt x="3952" y="3291"/>
                  </a:lnTo>
                  <a:cubicBezTo>
                    <a:pt x="4616" y="2396"/>
                    <a:pt x="4453" y="1127"/>
                    <a:pt x="3568" y="435"/>
                  </a:cubicBezTo>
                  <a:cubicBezTo>
                    <a:pt x="3190" y="143"/>
                    <a:pt x="2742" y="1"/>
                    <a:pt x="2297" y="1"/>
                  </a:cubicBezTo>
                  <a:close/>
                </a:path>
              </a:pathLst>
            </a:custGeom>
            <a:solidFill>
              <a:srgbClr val="C5D0D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759" name="Google Shape;16759;p45"/>
            <p:cNvSpPr/>
            <p:nvPr/>
          </p:nvSpPr>
          <p:spPr>
            <a:xfrm>
              <a:off x="4085739" y="4428065"/>
              <a:ext cx="117936" cy="107823"/>
            </a:xfrm>
            <a:custGeom>
              <a:rect b="b" l="l" r="r" t="t"/>
              <a:pathLst>
                <a:path extrusionOk="0" h="4126" w="4513">
                  <a:moveTo>
                    <a:pt x="2221" y="1"/>
                  </a:moveTo>
                  <a:cubicBezTo>
                    <a:pt x="1073" y="1"/>
                    <a:pt x="1" y="988"/>
                    <a:pt x="166" y="2326"/>
                  </a:cubicBezTo>
                  <a:cubicBezTo>
                    <a:pt x="307" y="3459"/>
                    <a:pt x="1258" y="4126"/>
                    <a:pt x="2225" y="4126"/>
                  </a:cubicBezTo>
                  <a:cubicBezTo>
                    <a:pt x="2841" y="4126"/>
                    <a:pt x="3465" y="3854"/>
                    <a:pt x="3888" y="3259"/>
                  </a:cubicBezTo>
                  <a:cubicBezTo>
                    <a:pt x="4513" y="2384"/>
                    <a:pt x="4359" y="1191"/>
                    <a:pt x="3542" y="499"/>
                  </a:cubicBezTo>
                  <a:cubicBezTo>
                    <a:pt x="3137" y="154"/>
                    <a:pt x="2673" y="1"/>
                    <a:pt x="2221" y="1"/>
                  </a:cubicBezTo>
                  <a:close/>
                </a:path>
              </a:pathLst>
            </a:custGeom>
            <a:solidFill>
              <a:srgbClr val="D1DAE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760" name="Google Shape;16760;p45"/>
            <p:cNvSpPr/>
            <p:nvPr/>
          </p:nvSpPr>
          <p:spPr>
            <a:xfrm>
              <a:off x="4135809" y="4456157"/>
              <a:ext cx="34207" cy="34207"/>
            </a:xfrm>
            <a:custGeom>
              <a:rect b="b" l="l" r="r" t="t"/>
              <a:pathLst>
                <a:path extrusionOk="0" h="1309" w="1309">
                  <a:moveTo>
                    <a:pt x="654" y="1"/>
                  </a:moveTo>
                  <a:cubicBezTo>
                    <a:pt x="299" y="1"/>
                    <a:pt x="1" y="299"/>
                    <a:pt x="1" y="655"/>
                  </a:cubicBezTo>
                  <a:cubicBezTo>
                    <a:pt x="1" y="1020"/>
                    <a:pt x="299" y="1309"/>
                    <a:pt x="654" y="1309"/>
                  </a:cubicBezTo>
                  <a:cubicBezTo>
                    <a:pt x="1020" y="1309"/>
                    <a:pt x="1308" y="1020"/>
                    <a:pt x="1308" y="655"/>
                  </a:cubicBezTo>
                  <a:cubicBezTo>
                    <a:pt x="1308" y="299"/>
                    <a:pt x="1020" y="1"/>
                    <a:pt x="654" y="1"/>
                  </a:cubicBezTo>
                  <a:close/>
                </a:path>
              </a:pathLst>
            </a:custGeom>
            <a:solidFill>
              <a:srgbClr val="ECEFF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761" name="Google Shape;16761;p45"/>
            <p:cNvSpPr/>
            <p:nvPr/>
          </p:nvSpPr>
          <p:spPr>
            <a:xfrm>
              <a:off x="3966941" y="4329780"/>
              <a:ext cx="34965" cy="30680"/>
            </a:xfrm>
            <a:custGeom>
              <a:rect b="b" l="l" r="r" t="t"/>
              <a:pathLst>
                <a:path extrusionOk="0" h="1174" w="1338">
                  <a:moveTo>
                    <a:pt x="337" y="0"/>
                  </a:moveTo>
                  <a:cubicBezTo>
                    <a:pt x="154" y="0"/>
                    <a:pt x="1" y="154"/>
                    <a:pt x="1" y="346"/>
                  </a:cubicBezTo>
                  <a:lnTo>
                    <a:pt x="1" y="827"/>
                  </a:lnTo>
                  <a:cubicBezTo>
                    <a:pt x="1" y="1010"/>
                    <a:pt x="154" y="1164"/>
                    <a:pt x="337" y="1173"/>
                  </a:cubicBezTo>
                  <a:lnTo>
                    <a:pt x="1001" y="1173"/>
                  </a:lnTo>
                  <a:cubicBezTo>
                    <a:pt x="1183" y="1164"/>
                    <a:pt x="1337" y="1010"/>
                    <a:pt x="1337" y="827"/>
                  </a:cubicBezTo>
                  <a:lnTo>
                    <a:pt x="1337" y="346"/>
                  </a:lnTo>
                  <a:cubicBezTo>
                    <a:pt x="1337" y="154"/>
                    <a:pt x="1183" y="0"/>
                    <a:pt x="1001" y="0"/>
                  </a:cubicBezTo>
                  <a:close/>
                </a:path>
              </a:pathLst>
            </a:custGeom>
            <a:solidFill>
              <a:srgbClr val="435D7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762" name="Google Shape;16762;p45"/>
            <p:cNvSpPr/>
            <p:nvPr/>
          </p:nvSpPr>
          <p:spPr>
            <a:xfrm>
              <a:off x="3934014" y="4351627"/>
              <a:ext cx="100793" cy="234487"/>
            </a:xfrm>
            <a:custGeom>
              <a:rect b="b" l="l" r="r" t="t"/>
              <a:pathLst>
                <a:path extrusionOk="0" h="8973" w="3857">
                  <a:moveTo>
                    <a:pt x="866" y="1"/>
                  </a:moveTo>
                  <a:cubicBezTo>
                    <a:pt x="386" y="1"/>
                    <a:pt x="1" y="385"/>
                    <a:pt x="1" y="856"/>
                  </a:cubicBezTo>
                  <a:lnTo>
                    <a:pt x="1" y="8117"/>
                  </a:lnTo>
                  <a:cubicBezTo>
                    <a:pt x="1" y="8588"/>
                    <a:pt x="386" y="8972"/>
                    <a:pt x="866" y="8972"/>
                  </a:cubicBezTo>
                  <a:lnTo>
                    <a:pt x="3001" y="8972"/>
                  </a:lnTo>
                  <a:cubicBezTo>
                    <a:pt x="3472" y="8972"/>
                    <a:pt x="3857" y="8588"/>
                    <a:pt x="3857" y="8117"/>
                  </a:cubicBezTo>
                  <a:lnTo>
                    <a:pt x="3857" y="856"/>
                  </a:lnTo>
                  <a:cubicBezTo>
                    <a:pt x="3857" y="395"/>
                    <a:pt x="3492" y="10"/>
                    <a:pt x="3030" y="1"/>
                  </a:cubicBezTo>
                  <a:close/>
                </a:path>
              </a:pathLst>
            </a:custGeom>
            <a:solidFill>
              <a:srgbClr val="435D7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763" name="Google Shape;16763;p45"/>
            <p:cNvSpPr/>
            <p:nvPr/>
          </p:nvSpPr>
          <p:spPr>
            <a:xfrm>
              <a:off x="3934275" y="4351627"/>
              <a:ext cx="78920" cy="208354"/>
            </a:xfrm>
            <a:custGeom>
              <a:rect b="b" l="l" r="r" t="t"/>
              <a:pathLst>
                <a:path extrusionOk="0" h="7973" w="3020">
                  <a:moveTo>
                    <a:pt x="856" y="1"/>
                  </a:moveTo>
                  <a:cubicBezTo>
                    <a:pt x="385" y="1"/>
                    <a:pt x="1" y="385"/>
                    <a:pt x="1" y="856"/>
                  </a:cubicBezTo>
                  <a:lnTo>
                    <a:pt x="1" y="7972"/>
                  </a:lnTo>
                  <a:lnTo>
                    <a:pt x="2164" y="7972"/>
                  </a:lnTo>
                  <a:cubicBezTo>
                    <a:pt x="2635" y="7972"/>
                    <a:pt x="3020" y="7588"/>
                    <a:pt x="3020" y="7117"/>
                  </a:cubicBezTo>
                  <a:lnTo>
                    <a:pt x="3020" y="1"/>
                  </a:lnTo>
                  <a:close/>
                </a:path>
              </a:pathLst>
            </a:custGeom>
            <a:solidFill>
              <a:srgbClr val="526A7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764" name="Google Shape;16764;p45"/>
            <p:cNvSpPr/>
            <p:nvPr/>
          </p:nvSpPr>
          <p:spPr>
            <a:xfrm>
              <a:off x="4219982" y="4396863"/>
              <a:ext cx="22396" cy="22396"/>
            </a:xfrm>
            <a:custGeom>
              <a:rect b="b" l="l" r="r" t="t"/>
              <a:pathLst>
                <a:path extrusionOk="0" h="857" w="857">
                  <a:moveTo>
                    <a:pt x="424" y="1"/>
                  </a:moveTo>
                  <a:cubicBezTo>
                    <a:pt x="184" y="1"/>
                    <a:pt x="1" y="193"/>
                    <a:pt x="1" y="433"/>
                  </a:cubicBezTo>
                  <a:cubicBezTo>
                    <a:pt x="1" y="664"/>
                    <a:pt x="184" y="856"/>
                    <a:pt x="424" y="856"/>
                  </a:cubicBezTo>
                  <a:cubicBezTo>
                    <a:pt x="664" y="856"/>
                    <a:pt x="857" y="664"/>
                    <a:pt x="857" y="433"/>
                  </a:cubicBezTo>
                  <a:cubicBezTo>
                    <a:pt x="857" y="193"/>
                    <a:pt x="664" y="1"/>
                    <a:pt x="424" y="1"/>
                  </a:cubicBezTo>
                  <a:close/>
                </a:path>
              </a:pathLst>
            </a:custGeom>
            <a:solidFill>
              <a:srgbClr val="B8C2C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6765" name="Google Shape;16765;p45"/>
          <p:cNvGrpSpPr/>
          <p:nvPr/>
        </p:nvGrpSpPr>
        <p:grpSpPr>
          <a:xfrm>
            <a:off x="947670" y="3622692"/>
            <a:ext cx="194295" cy="366404"/>
            <a:chOff x="947670" y="3807339"/>
            <a:chExt cx="194295" cy="366404"/>
          </a:xfrm>
        </p:grpSpPr>
        <p:sp>
          <p:nvSpPr>
            <p:cNvPr id="16766" name="Google Shape;16766;p45"/>
            <p:cNvSpPr/>
            <p:nvPr/>
          </p:nvSpPr>
          <p:spPr>
            <a:xfrm>
              <a:off x="1031372" y="4028734"/>
              <a:ext cx="26916" cy="145009"/>
            </a:xfrm>
            <a:custGeom>
              <a:rect b="b" l="l" r="r" t="t"/>
              <a:pathLst>
                <a:path extrusionOk="0" h="5549" w="1030">
                  <a:moveTo>
                    <a:pt x="250" y="0"/>
                  </a:moveTo>
                  <a:cubicBezTo>
                    <a:pt x="116" y="0"/>
                    <a:pt x="0" y="106"/>
                    <a:pt x="0" y="250"/>
                  </a:cubicBezTo>
                  <a:lnTo>
                    <a:pt x="0" y="5048"/>
                  </a:lnTo>
                  <a:cubicBezTo>
                    <a:pt x="10" y="5327"/>
                    <a:pt x="231" y="5548"/>
                    <a:pt x="519" y="5548"/>
                  </a:cubicBezTo>
                  <a:cubicBezTo>
                    <a:pt x="798" y="5548"/>
                    <a:pt x="1019" y="5327"/>
                    <a:pt x="1029" y="5048"/>
                  </a:cubicBezTo>
                  <a:lnTo>
                    <a:pt x="1029" y="250"/>
                  </a:lnTo>
                  <a:cubicBezTo>
                    <a:pt x="1029" y="115"/>
                    <a:pt x="923" y="0"/>
                    <a:pt x="789" y="0"/>
                  </a:cubicBezTo>
                  <a:close/>
                </a:path>
              </a:pathLst>
            </a:custGeom>
            <a:solidFill>
              <a:srgbClr val="B7C5D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767" name="Google Shape;16767;p45"/>
            <p:cNvSpPr/>
            <p:nvPr/>
          </p:nvSpPr>
          <p:spPr>
            <a:xfrm>
              <a:off x="1035135" y="4035633"/>
              <a:ext cx="82945" cy="136725"/>
            </a:xfrm>
            <a:custGeom>
              <a:rect b="b" l="l" r="r" t="t"/>
              <a:pathLst>
                <a:path extrusionOk="0" h="5232" w="3174">
                  <a:moveTo>
                    <a:pt x="765" y="0"/>
                  </a:moveTo>
                  <a:cubicBezTo>
                    <a:pt x="728" y="0"/>
                    <a:pt x="690" y="8"/>
                    <a:pt x="654" y="25"/>
                  </a:cubicBezTo>
                  <a:lnTo>
                    <a:pt x="183" y="255"/>
                  </a:lnTo>
                  <a:cubicBezTo>
                    <a:pt x="58" y="313"/>
                    <a:pt x="0" y="457"/>
                    <a:pt x="58" y="582"/>
                  </a:cubicBezTo>
                  <a:lnTo>
                    <a:pt x="2126" y="4938"/>
                  </a:lnTo>
                  <a:cubicBezTo>
                    <a:pt x="2215" y="5124"/>
                    <a:pt x="2398" y="5231"/>
                    <a:pt x="2590" y="5231"/>
                  </a:cubicBezTo>
                  <a:cubicBezTo>
                    <a:pt x="2666" y="5231"/>
                    <a:pt x="2744" y="5214"/>
                    <a:pt x="2818" y="5179"/>
                  </a:cubicBezTo>
                  <a:cubicBezTo>
                    <a:pt x="3068" y="5054"/>
                    <a:pt x="3174" y="4746"/>
                    <a:pt x="3058" y="4496"/>
                  </a:cubicBezTo>
                  <a:lnTo>
                    <a:pt x="991" y="140"/>
                  </a:lnTo>
                  <a:cubicBezTo>
                    <a:pt x="949" y="50"/>
                    <a:pt x="859" y="0"/>
                    <a:pt x="765" y="0"/>
                  </a:cubicBezTo>
                  <a:close/>
                </a:path>
              </a:pathLst>
            </a:custGeom>
            <a:solidFill>
              <a:srgbClr val="A2B5C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768" name="Google Shape;16768;p45"/>
            <p:cNvSpPr/>
            <p:nvPr/>
          </p:nvSpPr>
          <p:spPr>
            <a:xfrm>
              <a:off x="971555" y="4035633"/>
              <a:ext cx="82945" cy="136725"/>
            </a:xfrm>
            <a:custGeom>
              <a:rect b="b" l="l" r="r" t="t"/>
              <a:pathLst>
                <a:path extrusionOk="0" h="5232" w="3174">
                  <a:moveTo>
                    <a:pt x="2409" y="0"/>
                  </a:moveTo>
                  <a:cubicBezTo>
                    <a:pt x="2315" y="0"/>
                    <a:pt x="2225" y="50"/>
                    <a:pt x="2183" y="140"/>
                  </a:cubicBezTo>
                  <a:lnTo>
                    <a:pt x="126" y="4496"/>
                  </a:lnTo>
                  <a:cubicBezTo>
                    <a:pt x="1" y="4746"/>
                    <a:pt x="106" y="5054"/>
                    <a:pt x="366" y="5179"/>
                  </a:cubicBezTo>
                  <a:cubicBezTo>
                    <a:pt x="437" y="5214"/>
                    <a:pt x="513" y="5231"/>
                    <a:pt x="588" y="5231"/>
                  </a:cubicBezTo>
                  <a:cubicBezTo>
                    <a:pt x="776" y="5231"/>
                    <a:pt x="959" y="5124"/>
                    <a:pt x="1049" y="4938"/>
                  </a:cubicBezTo>
                  <a:lnTo>
                    <a:pt x="3116" y="582"/>
                  </a:lnTo>
                  <a:cubicBezTo>
                    <a:pt x="3174" y="457"/>
                    <a:pt x="3116" y="313"/>
                    <a:pt x="2991" y="255"/>
                  </a:cubicBezTo>
                  <a:lnTo>
                    <a:pt x="2520" y="25"/>
                  </a:lnTo>
                  <a:cubicBezTo>
                    <a:pt x="2484" y="8"/>
                    <a:pt x="2447" y="0"/>
                    <a:pt x="2409" y="0"/>
                  </a:cubicBezTo>
                  <a:close/>
                </a:path>
              </a:pathLst>
            </a:custGeom>
            <a:solidFill>
              <a:srgbClr val="AFC0C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769" name="Google Shape;16769;p45"/>
            <p:cNvSpPr/>
            <p:nvPr/>
          </p:nvSpPr>
          <p:spPr>
            <a:xfrm>
              <a:off x="1029857" y="3807339"/>
              <a:ext cx="29922" cy="41734"/>
            </a:xfrm>
            <a:custGeom>
              <a:rect b="b" l="l" r="r" t="t"/>
              <a:pathLst>
                <a:path extrusionOk="0" h="1597" w="1145">
                  <a:moveTo>
                    <a:pt x="577" y="0"/>
                  </a:moveTo>
                  <a:cubicBezTo>
                    <a:pt x="260" y="0"/>
                    <a:pt x="0" y="250"/>
                    <a:pt x="0" y="568"/>
                  </a:cubicBezTo>
                  <a:lnTo>
                    <a:pt x="0" y="1222"/>
                  </a:lnTo>
                  <a:cubicBezTo>
                    <a:pt x="0" y="1424"/>
                    <a:pt x="164" y="1597"/>
                    <a:pt x="375" y="1597"/>
                  </a:cubicBezTo>
                  <a:lnTo>
                    <a:pt x="779" y="1597"/>
                  </a:lnTo>
                  <a:cubicBezTo>
                    <a:pt x="981" y="1597"/>
                    <a:pt x="1145" y="1424"/>
                    <a:pt x="1145" y="1222"/>
                  </a:cubicBezTo>
                  <a:lnTo>
                    <a:pt x="1145" y="568"/>
                  </a:lnTo>
                  <a:cubicBezTo>
                    <a:pt x="1145" y="250"/>
                    <a:pt x="895" y="0"/>
                    <a:pt x="577" y="0"/>
                  </a:cubicBezTo>
                  <a:close/>
                </a:path>
              </a:pathLst>
            </a:custGeom>
            <a:solidFill>
              <a:srgbClr val="A9BAC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770" name="Google Shape;16770;p45"/>
            <p:cNvSpPr/>
            <p:nvPr/>
          </p:nvSpPr>
          <p:spPr>
            <a:xfrm>
              <a:off x="967034" y="3847531"/>
              <a:ext cx="155567" cy="188755"/>
            </a:xfrm>
            <a:custGeom>
              <a:rect b="b" l="l" r="r" t="t"/>
              <a:pathLst>
                <a:path extrusionOk="0" h="7223" w="5953">
                  <a:moveTo>
                    <a:pt x="347" y="1"/>
                  </a:moveTo>
                  <a:cubicBezTo>
                    <a:pt x="154" y="1"/>
                    <a:pt x="0" y="155"/>
                    <a:pt x="0" y="347"/>
                  </a:cubicBezTo>
                  <a:lnTo>
                    <a:pt x="0" y="6886"/>
                  </a:lnTo>
                  <a:cubicBezTo>
                    <a:pt x="0" y="7069"/>
                    <a:pt x="154" y="7223"/>
                    <a:pt x="337" y="7223"/>
                  </a:cubicBezTo>
                  <a:lnTo>
                    <a:pt x="5616" y="7223"/>
                  </a:lnTo>
                  <a:cubicBezTo>
                    <a:pt x="5799" y="7223"/>
                    <a:pt x="5953" y="7069"/>
                    <a:pt x="5953" y="6886"/>
                  </a:cubicBezTo>
                  <a:lnTo>
                    <a:pt x="5953" y="347"/>
                  </a:lnTo>
                  <a:cubicBezTo>
                    <a:pt x="5953" y="155"/>
                    <a:pt x="5799" y="1"/>
                    <a:pt x="5616" y="1"/>
                  </a:cubicBezTo>
                  <a:close/>
                </a:path>
              </a:pathLst>
            </a:custGeom>
            <a:solidFill>
              <a:srgbClr val="AFC0C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771" name="Google Shape;16771;p45"/>
            <p:cNvSpPr/>
            <p:nvPr/>
          </p:nvSpPr>
          <p:spPr>
            <a:xfrm>
              <a:off x="990161" y="3847531"/>
              <a:ext cx="132440" cy="188755"/>
            </a:xfrm>
            <a:custGeom>
              <a:rect b="b" l="l" r="r" t="t"/>
              <a:pathLst>
                <a:path extrusionOk="0" h="7223" w="5068">
                  <a:moveTo>
                    <a:pt x="337" y="1"/>
                  </a:moveTo>
                  <a:cubicBezTo>
                    <a:pt x="154" y="1"/>
                    <a:pt x="0" y="155"/>
                    <a:pt x="0" y="347"/>
                  </a:cubicBezTo>
                  <a:lnTo>
                    <a:pt x="0" y="6886"/>
                  </a:lnTo>
                  <a:cubicBezTo>
                    <a:pt x="0" y="7069"/>
                    <a:pt x="154" y="7223"/>
                    <a:pt x="337" y="7223"/>
                  </a:cubicBezTo>
                  <a:lnTo>
                    <a:pt x="4731" y="7223"/>
                  </a:lnTo>
                  <a:cubicBezTo>
                    <a:pt x="4914" y="7223"/>
                    <a:pt x="5068" y="7069"/>
                    <a:pt x="5068" y="6886"/>
                  </a:cubicBezTo>
                  <a:lnTo>
                    <a:pt x="5068" y="347"/>
                  </a:lnTo>
                  <a:cubicBezTo>
                    <a:pt x="5068" y="155"/>
                    <a:pt x="4914" y="1"/>
                    <a:pt x="4731" y="1"/>
                  </a:cubicBezTo>
                  <a:close/>
                </a:path>
              </a:pathLst>
            </a:custGeom>
            <a:solidFill>
              <a:srgbClr val="BCCAD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772" name="Google Shape;16772;p45"/>
            <p:cNvSpPr/>
            <p:nvPr/>
          </p:nvSpPr>
          <p:spPr>
            <a:xfrm>
              <a:off x="947670" y="3830963"/>
              <a:ext cx="194295" cy="31176"/>
            </a:xfrm>
            <a:custGeom>
              <a:rect b="b" l="l" r="r" t="t"/>
              <a:pathLst>
                <a:path extrusionOk="0" h="1193" w="7435">
                  <a:moveTo>
                    <a:pt x="357" y="0"/>
                  </a:moveTo>
                  <a:cubicBezTo>
                    <a:pt x="155" y="0"/>
                    <a:pt x="1" y="154"/>
                    <a:pt x="1" y="356"/>
                  </a:cubicBezTo>
                  <a:lnTo>
                    <a:pt x="1" y="837"/>
                  </a:lnTo>
                  <a:cubicBezTo>
                    <a:pt x="1" y="1029"/>
                    <a:pt x="155" y="1193"/>
                    <a:pt x="357" y="1193"/>
                  </a:cubicBezTo>
                  <a:lnTo>
                    <a:pt x="7078" y="1193"/>
                  </a:lnTo>
                  <a:cubicBezTo>
                    <a:pt x="7271" y="1193"/>
                    <a:pt x="7434" y="1029"/>
                    <a:pt x="7434" y="837"/>
                  </a:cubicBezTo>
                  <a:lnTo>
                    <a:pt x="7434" y="356"/>
                  </a:lnTo>
                  <a:cubicBezTo>
                    <a:pt x="7434" y="164"/>
                    <a:pt x="7280" y="0"/>
                    <a:pt x="7078" y="0"/>
                  </a:cubicBezTo>
                  <a:close/>
                </a:path>
              </a:pathLst>
            </a:custGeom>
            <a:solidFill>
              <a:srgbClr val="B7C5D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773" name="Google Shape;16773;p45"/>
            <p:cNvSpPr/>
            <p:nvPr/>
          </p:nvSpPr>
          <p:spPr>
            <a:xfrm>
              <a:off x="947670" y="4021678"/>
              <a:ext cx="194295" cy="31437"/>
            </a:xfrm>
            <a:custGeom>
              <a:rect b="b" l="l" r="r" t="t"/>
              <a:pathLst>
                <a:path extrusionOk="0" h="1203" w="7435">
                  <a:moveTo>
                    <a:pt x="357" y="1"/>
                  </a:moveTo>
                  <a:cubicBezTo>
                    <a:pt x="155" y="1"/>
                    <a:pt x="1" y="164"/>
                    <a:pt x="1" y="366"/>
                  </a:cubicBezTo>
                  <a:lnTo>
                    <a:pt x="1" y="837"/>
                  </a:lnTo>
                  <a:cubicBezTo>
                    <a:pt x="1" y="1039"/>
                    <a:pt x="155" y="1203"/>
                    <a:pt x="357" y="1203"/>
                  </a:cubicBezTo>
                  <a:lnTo>
                    <a:pt x="7078" y="1203"/>
                  </a:lnTo>
                  <a:cubicBezTo>
                    <a:pt x="7271" y="1203"/>
                    <a:pt x="7434" y="1039"/>
                    <a:pt x="7434" y="837"/>
                  </a:cubicBezTo>
                  <a:lnTo>
                    <a:pt x="7434" y="366"/>
                  </a:lnTo>
                  <a:cubicBezTo>
                    <a:pt x="7434" y="164"/>
                    <a:pt x="7280" y="10"/>
                    <a:pt x="7078" y="1"/>
                  </a:cubicBezTo>
                  <a:close/>
                </a:path>
              </a:pathLst>
            </a:custGeom>
            <a:solidFill>
              <a:srgbClr val="B7C5D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774" name="Google Shape;16774;p45"/>
            <p:cNvSpPr/>
            <p:nvPr/>
          </p:nvSpPr>
          <p:spPr>
            <a:xfrm>
              <a:off x="975083" y="3830963"/>
              <a:ext cx="166882" cy="31176"/>
            </a:xfrm>
            <a:custGeom>
              <a:rect b="b" l="l" r="r" t="t"/>
              <a:pathLst>
                <a:path extrusionOk="0" h="1193" w="6386">
                  <a:moveTo>
                    <a:pt x="366" y="0"/>
                  </a:moveTo>
                  <a:cubicBezTo>
                    <a:pt x="164" y="0"/>
                    <a:pt x="0" y="154"/>
                    <a:pt x="0" y="356"/>
                  </a:cubicBezTo>
                  <a:lnTo>
                    <a:pt x="0" y="837"/>
                  </a:lnTo>
                  <a:cubicBezTo>
                    <a:pt x="0" y="1029"/>
                    <a:pt x="164" y="1193"/>
                    <a:pt x="366" y="1193"/>
                  </a:cubicBezTo>
                  <a:lnTo>
                    <a:pt x="6029" y="1193"/>
                  </a:lnTo>
                  <a:cubicBezTo>
                    <a:pt x="6222" y="1193"/>
                    <a:pt x="6385" y="1029"/>
                    <a:pt x="6385" y="837"/>
                  </a:cubicBezTo>
                  <a:lnTo>
                    <a:pt x="6385" y="356"/>
                  </a:lnTo>
                  <a:cubicBezTo>
                    <a:pt x="6385" y="164"/>
                    <a:pt x="6231" y="0"/>
                    <a:pt x="6029" y="0"/>
                  </a:cubicBezTo>
                  <a:close/>
                </a:path>
              </a:pathLst>
            </a:custGeom>
            <a:solidFill>
              <a:srgbClr val="A2B5C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775" name="Google Shape;16775;p45"/>
            <p:cNvSpPr/>
            <p:nvPr/>
          </p:nvSpPr>
          <p:spPr>
            <a:xfrm>
              <a:off x="975083" y="4021678"/>
              <a:ext cx="166882" cy="31437"/>
            </a:xfrm>
            <a:custGeom>
              <a:rect b="b" l="l" r="r" t="t"/>
              <a:pathLst>
                <a:path extrusionOk="0" h="1203" w="6386">
                  <a:moveTo>
                    <a:pt x="366" y="1"/>
                  </a:moveTo>
                  <a:cubicBezTo>
                    <a:pt x="164" y="1"/>
                    <a:pt x="0" y="164"/>
                    <a:pt x="0" y="366"/>
                  </a:cubicBezTo>
                  <a:lnTo>
                    <a:pt x="0" y="837"/>
                  </a:lnTo>
                  <a:cubicBezTo>
                    <a:pt x="0" y="1039"/>
                    <a:pt x="164" y="1203"/>
                    <a:pt x="366" y="1203"/>
                  </a:cubicBezTo>
                  <a:lnTo>
                    <a:pt x="6029" y="1203"/>
                  </a:lnTo>
                  <a:cubicBezTo>
                    <a:pt x="6222" y="1203"/>
                    <a:pt x="6385" y="1039"/>
                    <a:pt x="6385" y="837"/>
                  </a:cubicBezTo>
                  <a:lnTo>
                    <a:pt x="6385" y="366"/>
                  </a:lnTo>
                  <a:cubicBezTo>
                    <a:pt x="6385" y="164"/>
                    <a:pt x="6231" y="10"/>
                    <a:pt x="6029" y="1"/>
                  </a:cubicBezTo>
                  <a:close/>
                </a:path>
              </a:pathLst>
            </a:custGeom>
            <a:solidFill>
              <a:srgbClr val="A2B5C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6776" name="Google Shape;16776;p45"/>
          <p:cNvGrpSpPr/>
          <p:nvPr/>
        </p:nvGrpSpPr>
        <p:grpSpPr>
          <a:xfrm>
            <a:off x="3420379" y="4101910"/>
            <a:ext cx="368939" cy="342284"/>
            <a:chOff x="3420379" y="4286557"/>
            <a:chExt cx="368939" cy="342284"/>
          </a:xfrm>
        </p:grpSpPr>
        <p:sp>
          <p:nvSpPr>
            <p:cNvPr id="16777" name="Google Shape;16777;p45"/>
            <p:cNvSpPr/>
            <p:nvPr/>
          </p:nvSpPr>
          <p:spPr>
            <a:xfrm>
              <a:off x="3420379" y="4364589"/>
              <a:ext cx="368939" cy="186011"/>
            </a:xfrm>
            <a:custGeom>
              <a:rect b="b" l="l" r="r" t="t"/>
              <a:pathLst>
                <a:path extrusionOk="0" h="7118" w="14118">
                  <a:moveTo>
                    <a:pt x="6736" y="0"/>
                  </a:moveTo>
                  <a:cubicBezTo>
                    <a:pt x="3255" y="0"/>
                    <a:pt x="885" y="2333"/>
                    <a:pt x="145" y="3168"/>
                  </a:cubicBezTo>
                  <a:cubicBezTo>
                    <a:pt x="1" y="3332"/>
                    <a:pt x="10" y="3572"/>
                    <a:pt x="155" y="3726"/>
                  </a:cubicBezTo>
                  <a:cubicBezTo>
                    <a:pt x="2641" y="6265"/>
                    <a:pt x="5001" y="7118"/>
                    <a:pt x="7047" y="7118"/>
                  </a:cubicBezTo>
                  <a:cubicBezTo>
                    <a:pt x="7256" y="7118"/>
                    <a:pt x="7462" y="7109"/>
                    <a:pt x="7665" y="7092"/>
                  </a:cubicBezTo>
                  <a:cubicBezTo>
                    <a:pt x="10838" y="6832"/>
                    <a:pt x="13184" y="4611"/>
                    <a:pt x="13954" y="3774"/>
                  </a:cubicBezTo>
                  <a:cubicBezTo>
                    <a:pt x="14117" y="3611"/>
                    <a:pt x="14107" y="3341"/>
                    <a:pt x="13925" y="3188"/>
                  </a:cubicBezTo>
                  <a:cubicBezTo>
                    <a:pt x="11703" y="1226"/>
                    <a:pt x="9665" y="332"/>
                    <a:pt x="7867" y="82"/>
                  </a:cubicBezTo>
                  <a:cubicBezTo>
                    <a:pt x="7478" y="26"/>
                    <a:pt x="7101" y="0"/>
                    <a:pt x="6736" y="0"/>
                  </a:cubicBezTo>
                  <a:close/>
                </a:path>
              </a:pathLst>
            </a:custGeom>
            <a:solidFill>
              <a:srgbClr val="E5EA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778" name="Google Shape;16778;p45"/>
            <p:cNvSpPr/>
            <p:nvPr/>
          </p:nvSpPr>
          <p:spPr>
            <a:xfrm>
              <a:off x="3465379" y="4366706"/>
              <a:ext cx="323938" cy="183215"/>
            </a:xfrm>
            <a:custGeom>
              <a:rect b="b" l="l" r="r" t="t"/>
              <a:pathLst>
                <a:path extrusionOk="0" h="7011" w="12396">
                  <a:moveTo>
                    <a:pt x="6145" y="1"/>
                  </a:moveTo>
                  <a:cubicBezTo>
                    <a:pt x="2981" y="251"/>
                    <a:pt x="837" y="2366"/>
                    <a:pt x="135" y="3145"/>
                  </a:cubicBezTo>
                  <a:cubicBezTo>
                    <a:pt x="0" y="3309"/>
                    <a:pt x="0" y="3549"/>
                    <a:pt x="154" y="3712"/>
                  </a:cubicBezTo>
                  <a:cubicBezTo>
                    <a:pt x="2202" y="5799"/>
                    <a:pt x="4173" y="6741"/>
                    <a:pt x="5943" y="7011"/>
                  </a:cubicBezTo>
                  <a:cubicBezTo>
                    <a:pt x="9116" y="6751"/>
                    <a:pt x="11462" y="4530"/>
                    <a:pt x="12232" y="3693"/>
                  </a:cubicBezTo>
                  <a:cubicBezTo>
                    <a:pt x="12395" y="3530"/>
                    <a:pt x="12385" y="3260"/>
                    <a:pt x="12212" y="3107"/>
                  </a:cubicBezTo>
                  <a:cubicBezTo>
                    <a:pt x="9981" y="1145"/>
                    <a:pt x="7943" y="260"/>
                    <a:pt x="6145" y="1"/>
                  </a:cubicBezTo>
                  <a:close/>
                </a:path>
              </a:pathLst>
            </a:custGeom>
            <a:solidFill>
              <a:srgbClr val="EAEEF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779" name="Google Shape;16779;p45"/>
            <p:cNvSpPr/>
            <p:nvPr/>
          </p:nvSpPr>
          <p:spPr>
            <a:xfrm>
              <a:off x="3497522" y="4366497"/>
              <a:ext cx="207597" cy="182144"/>
            </a:xfrm>
            <a:custGeom>
              <a:rect b="b" l="l" r="r" t="t"/>
              <a:pathLst>
                <a:path extrusionOk="0" h="6970" w="7944">
                  <a:moveTo>
                    <a:pt x="4113" y="1"/>
                  </a:moveTo>
                  <a:cubicBezTo>
                    <a:pt x="3808" y="1"/>
                    <a:pt x="3499" y="41"/>
                    <a:pt x="3193" y="124"/>
                  </a:cubicBezTo>
                  <a:cubicBezTo>
                    <a:pt x="3078" y="153"/>
                    <a:pt x="2972" y="191"/>
                    <a:pt x="2866" y="230"/>
                  </a:cubicBezTo>
                  <a:cubicBezTo>
                    <a:pt x="828" y="1009"/>
                    <a:pt x="1" y="3451"/>
                    <a:pt x="1145" y="5307"/>
                  </a:cubicBezTo>
                  <a:cubicBezTo>
                    <a:pt x="1812" y="6395"/>
                    <a:pt x="2957" y="6969"/>
                    <a:pt x="4116" y="6969"/>
                  </a:cubicBezTo>
                  <a:cubicBezTo>
                    <a:pt x="4944" y="6969"/>
                    <a:pt x="5780" y="6676"/>
                    <a:pt x="6453" y="6067"/>
                  </a:cubicBezTo>
                  <a:cubicBezTo>
                    <a:pt x="7646" y="4980"/>
                    <a:pt x="7944" y="3220"/>
                    <a:pt x="7165" y="1807"/>
                  </a:cubicBezTo>
                  <a:cubicBezTo>
                    <a:pt x="6539" y="671"/>
                    <a:pt x="5361" y="1"/>
                    <a:pt x="4113" y="1"/>
                  </a:cubicBezTo>
                  <a:close/>
                </a:path>
              </a:pathLst>
            </a:custGeom>
            <a:solidFill>
              <a:srgbClr val="526A7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780" name="Google Shape;16780;p45"/>
            <p:cNvSpPr/>
            <p:nvPr/>
          </p:nvSpPr>
          <p:spPr>
            <a:xfrm>
              <a:off x="3533455" y="4366497"/>
              <a:ext cx="171664" cy="164504"/>
            </a:xfrm>
            <a:custGeom>
              <a:rect b="b" l="l" r="r" t="t"/>
              <a:pathLst>
                <a:path extrusionOk="0" h="6295" w="6569">
                  <a:moveTo>
                    <a:pt x="2738" y="1"/>
                  </a:moveTo>
                  <a:cubicBezTo>
                    <a:pt x="2433" y="1"/>
                    <a:pt x="2124" y="41"/>
                    <a:pt x="1818" y="124"/>
                  </a:cubicBezTo>
                  <a:cubicBezTo>
                    <a:pt x="1703" y="153"/>
                    <a:pt x="1597" y="191"/>
                    <a:pt x="1491" y="230"/>
                  </a:cubicBezTo>
                  <a:cubicBezTo>
                    <a:pt x="299" y="1316"/>
                    <a:pt x="1" y="3076"/>
                    <a:pt x="780" y="4480"/>
                  </a:cubicBezTo>
                  <a:cubicBezTo>
                    <a:pt x="1399" y="5618"/>
                    <a:pt x="2585" y="6295"/>
                    <a:pt x="3837" y="6295"/>
                  </a:cubicBezTo>
                  <a:cubicBezTo>
                    <a:pt x="4140" y="6295"/>
                    <a:pt x="4447" y="6255"/>
                    <a:pt x="4751" y="6172"/>
                  </a:cubicBezTo>
                  <a:cubicBezTo>
                    <a:pt x="4857" y="6144"/>
                    <a:pt x="4972" y="6105"/>
                    <a:pt x="5078" y="6067"/>
                  </a:cubicBezTo>
                  <a:cubicBezTo>
                    <a:pt x="6271" y="4980"/>
                    <a:pt x="6569" y="3220"/>
                    <a:pt x="5790" y="1807"/>
                  </a:cubicBezTo>
                  <a:cubicBezTo>
                    <a:pt x="5164" y="671"/>
                    <a:pt x="3986" y="1"/>
                    <a:pt x="2738" y="1"/>
                  </a:cubicBezTo>
                  <a:close/>
                </a:path>
              </a:pathLst>
            </a:custGeom>
            <a:solidFill>
              <a:srgbClr val="697D9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781" name="Google Shape;16781;p45"/>
            <p:cNvSpPr/>
            <p:nvPr/>
          </p:nvSpPr>
          <p:spPr>
            <a:xfrm>
              <a:off x="3571922" y="4428483"/>
              <a:ext cx="64338" cy="58328"/>
            </a:xfrm>
            <a:custGeom>
              <a:rect b="b" l="l" r="r" t="t"/>
              <a:pathLst>
                <a:path extrusionOk="0" h="2232" w="2462">
                  <a:moveTo>
                    <a:pt x="1247" y="0"/>
                  </a:moveTo>
                  <a:cubicBezTo>
                    <a:pt x="826" y="0"/>
                    <a:pt x="428" y="242"/>
                    <a:pt x="241" y="646"/>
                  </a:cubicBezTo>
                  <a:cubicBezTo>
                    <a:pt x="0" y="1166"/>
                    <a:pt x="193" y="1781"/>
                    <a:pt x="673" y="2070"/>
                  </a:cubicBezTo>
                  <a:cubicBezTo>
                    <a:pt x="854" y="2179"/>
                    <a:pt x="1053" y="2232"/>
                    <a:pt x="1251" y="2232"/>
                  </a:cubicBezTo>
                  <a:cubicBezTo>
                    <a:pt x="1591" y="2232"/>
                    <a:pt x="1926" y="2077"/>
                    <a:pt x="2145" y="1791"/>
                  </a:cubicBezTo>
                  <a:cubicBezTo>
                    <a:pt x="2241" y="1666"/>
                    <a:pt x="2308" y="1512"/>
                    <a:pt x="2347" y="1358"/>
                  </a:cubicBezTo>
                  <a:cubicBezTo>
                    <a:pt x="2462" y="800"/>
                    <a:pt x="2145" y="243"/>
                    <a:pt x="1606" y="60"/>
                  </a:cubicBezTo>
                  <a:cubicBezTo>
                    <a:pt x="1487" y="20"/>
                    <a:pt x="1367" y="0"/>
                    <a:pt x="1247" y="0"/>
                  </a:cubicBezTo>
                  <a:close/>
                </a:path>
              </a:pathLst>
            </a:custGeom>
            <a:solidFill>
              <a:srgbClr val="1D1D1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782" name="Google Shape;16782;p45"/>
            <p:cNvSpPr/>
            <p:nvPr/>
          </p:nvSpPr>
          <p:spPr>
            <a:xfrm>
              <a:off x="3627688" y="4396105"/>
              <a:ext cx="32718" cy="32692"/>
            </a:xfrm>
            <a:custGeom>
              <a:rect b="b" l="l" r="r" t="t"/>
              <a:pathLst>
                <a:path extrusionOk="0" h="1251" w="1252">
                  <a:moveTo>
                    <a:pt x="626" y="1"/>
                  </a:moveTo>
                  <a:cubicBezTo>
                    <a:pt x="280" y="1"/>
                    <a:pt x="1" y="280"/>
                    <a:pt x="1" y="626"/>
                  </a:cubicBezTo>
                  <a:cubicBezTo>
                    <a:pt x="1" y="972"/>
                    <a:pt x="280" y="1251"/>
                    <a:pt x="626" y="1251"/>
                  </a:cubicBezTo>
                  <a:cubicBezTo>
                    <a:pt x="972" y="1251"/>
                    <a:pt x="1251" y="972"/>
                    <a:pt x="1251" y="626"/>
                  </a:cubicBezTo>
                  <a:cubicBezTo>
                    <a:pt x="1251" y="280"/>
                    <a:pt x="972" y="1"/>
                    <a:pt x="626" y="1"/>
                  </a:cubicBezTo>
                  <a:close/>
                </a:path>
              </a:pathLst>
            </a:custGeom>
            <a:solidFill>
              <a:srgbClr val="EAEEF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783" name="Google Shape;16783;p45"/>
            <p:cNvSpPr/>
            <p:nvPr/>
          </p:nvSpPr>
          <p:spPr>
            <a:xfrm>
              <a:off x="3598812" y="4286557"/>
              <a:ext cx="11838" cy="48763"/>
            </a:xfrm>
            <a:custGeom>
              <a:rect b="b" l="l" r="r" t="t"/>
              <a:pathLst>
                <a:path extrusionOk="0" h="1866" w="453">
                  <a:moveTo>
                    <a:pt x="221" y="0"/>
                  </a:moveTo>
                  <a:cubicBezTo>
                    <a:pt x="106" y="0"/>
                    <a:pt x="10" y="96"/>
                    <a:pt x="10" y="212"/>
                  </a:cubicBezTo>
                  <a:lnTo>
                    <a:pt x="10" y="1635"/>
                  </a:lnTo>
                  <a:cubicBezTo>
                    <a:pt x="0" y="1789"/>
                    <a:pt x="113" y="1866"/>
                    <a:pt x="226" y="1866"/>
                  </a:cubicBezTo>
                  <a:cubicBezTo>
                    <a:pt x="339" y="1866"/>
                    <a:pt x="452" y="1789"/>
                    <a:pt x="442" y="1635"/>
                  </a:cubicBezTo>
                  <a:lnTo>
                    <a:pt x="442" y="212"/>
                  </a:lnTo>
                  <a:cubicBezTo>
                    <a:pt x="442" y="96"/>
                    <a:pt x="346" y="0"/>
                    <a:pt x="221" y="0"/>
                  </a:cubicBezTo>
                  <a:close/>
                </a:path>
              </a:pathLst>
            </a:custGeom>
            <a:solidFill>
              <a:srgbClr val="889CA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784" name="Google Shape;16784;p45"/>
            <p:cNvSpPr/>
            <p:nvPr/>
          </p:nvSpPr>
          <p:spPr>
            <a:xfrm>
              <a:off x="3511817" y="4300982"/>
              <a:ext cx="27073" cy="46673"/>
            </a:xfrm>
            <a:custGeom>
              <a:rect b="b" l="l" r="r" t="t"/>
              <a:pathLst>
                <a:path extrusionOk="0" h="1786" w="1036">
                  <a:moveTo>
                    <a:pt x="283" y="1"/>
                  </a:moveTo>
                  <a:cubicBezTo>
                    <a:pt x="144" y="1"/>
                    <a:pt x="1" y="130"/>
                    <a:pt x="79" y="304"/>
                  </a:cubicBezTo>
                  <a:lnTo>
                    <a:pt x="560" y="1631"/>
                  </a:lnTo>
                  <a:cubicBezTo>
                    <a:pt x="592" y="1740"/>
                    <a:pt x="674" y="1786"/>
                    <a:pt x="757" y="1786"/>
                  </a:cubicBezTo>
                  <a:cubicBezTo>
                    <a:pt x="895" y="1786"/>
                    <a:pt x="1035" y="1660"/>
                    <a:pt x="964" y="1487"/>
                  </a:cubicBezTo>
                  <a:lnTo>
                    <a:pt x="483" y="160"/>
                  </a:lnTo>
                  <a:cubicBezTo>
                    <a:pt x="450" y="48"/>
                    <a:pt x="367" y="1"/>
                    <a:pt x="283" y="1"/>
                  </a:cubicBezTo>
                  <a:close/>
                </a:path>
              </a:pathLst>
            </a:custGeom>
            <a:solidFill>
              <a:srgbClr val="889CA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785" name="Google Shape;16785;p45"/>
            <p:cNvSpPr/>
            <p:nvPr/>
          </p:nvSpPr>
          <p:spPr>
            <a:xfrm>
              <a:off x="3431590" y="4338665"/>
              <a:ext cx="39721" cy="39852"/>
            </a:xfrm>
            <a:custGeom>
              <a:rect b="b" l="l" r="r" t="t"/>
              <a:pathLst>
                <a:path extrusionOk="0" h="1525" w="1520">
                  <a:moveTo>
                    <a:pt x="302" y="1"/>
                  </a:moveTo>
                  <a:cubicBezTo>
                    <a:pt x="144" y="1"/>
                    <a:pt x="0" y="187"/>
                    <a:pt x="129" y="352"/>
                  </a:cubicBezTo>
                  <a:lnTo>
                    <a:pt x="1043" y="1439"/>
                  </a:lnTo>
                  <a:cubicBezTo>
                    <a:pt x="1091" y="1499"/>
                    <a:pt x="1149" y="1524"/>
                    <a:pt x="1207" y="1524"/>
                  </a:cubicBezTo>
                  <a:cubicBezTo>
                    <a:pt x="1369" y="1524"/>
                    <a:pt x="1519" y="1324"/>
                    <a:pt x="1370" y="1160"/>
                  </a:cubicBezTo>
                  <a:lnTo>
                    <a:pt x="456" y="74"/>
                  </a:lnTo>
                  <a:cubicBezTo>
                    <a:pt x="410" y="22"/>
                    <a:pt x="355" y="1"/>
                    <a:pt x="302" y="1"/>
                  </a:cubicBezTo>
                  <a:close/>
                </a:path>
              </a:pathLst>
            </a:custGeom>
            <a:solidFill>
              <a:srgbClr val="889CA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786" name="Google Shape;16786;p45"/>
            <p:cNvSpPr/>
            <p:nvPr/>
          </p:nvSpPr>
          <p:spPr>
            <a:xfrm>
              <a:off x="3738281" y="4341514"/>
              <a:ext cx="38153" cy="39800"/>
            </a:xfrm>
            <a:custGeom>
              <a:rect b="b" l="l" r="r" t="t"/>
              <a:pathLst>
                <a:path extrusionOk="0" h="1523" w="1460">
                  <a:moveTo>
                    <a:pt x="1146" y="0"/>
                  </a:moveTo>
                  <a:cubicBezTo>
                    <a:pt x="1088" y="0"/>
                    <a:pt x="1029" y="26"/>
                    <a:pt x="981" y="90"/>
                  </a:cubicBezTo>
                  <a:lnTo>
                    <a:pt x="77" y="1167"/>
                  </a:lnTo>
                  <a:cubicBezTo>
                    <a:pt x="0" y="1263"/>
                    <a:pt x="10" y="1397"/>
                    <a:pt x="106" y="1474"/>
                  </a:cubicBezTo>
                  <a:cubicBezTo>
                    <a:pt x="143" y="1507"/>
                    <a:pt x="189" y="1522"/>
                    <a:pt x="235" y="1522"/>
                  </a:cubicBezTo>
                  <a:cubicBezTo>
                    <a:pt x="297" y="1522"/>
                    <a:pt x="360" y="1495"/>
                    <a:pt x="404" y="1445"/>
                  </a:cubicBezTo>
                  <a:lnTo>
                    <a:pt x="1317" y="368"/>
                  </a:lnTo>
                  <a:cubicBezTo>
                    <a:pt x="1459" y="205"/>
                    <a:pt x="1308" y="0"/>
                    <a:pt x="1146" y="0"/>
                  </a:cubicBezTo>
                  <a:close/>
                </a:path>
              </a:pathLst>
            </a:custGeom>
            <a:solidFill>
              <a:srgbClr val="889CA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787" name="Google Shape;16787;p45"/>
            <p:cNvSpPr/>
            <p:nvPr/>
          </p:nvSpPr>
          <p:spPr>
            <a:xfrm>
              <a:off x="3670389" y="4301819"/>
              <a:ext cx="26185" cy="46333"/>
            </a:xfrm>
            <a:custGeom>
              <a:rect b="b" l="l" r="r" t="t"/>
              <a:pathLst>
                <a:path extrusionOk="0" h="1773" w="1002">
                  <a:moveTo>
                    <a:pt x="761" y="0"/>
                  </a:moveTo>
                  <a:cubicBezTo>
                    <a:pt x="674" y="0"/>
                    <a:pt x="590" y="56"/>
                    <a:pt x="559" y="147"/>
                  </a:cubicBezTo>
                  <a:lnTo>
                    <a:pt x="79" y="1474"/>
                  </a:lnTo>
                  <a:cubicBezTo>
                    <a:pt x="1" y="1648"/>
                    <a:pt x="143" y="1773"/>
                    <a:pt x="282" y="1773"/>
                  </a:cubicBezTo>
                  <a:cubicBezTo>
                    <a:pt x="367" y="1773"/>
                    <a:pt x="450" y="1727"/>
                    <a:pt x="482" y="1618"/>
                  </a:cubicBezTo>
                  <a:lnTo>
                    <a:pt x="963" y="291"/>
                  </a:lnTo>
                  <a:cubicBezTo>
                    <a:pt x="1002" y="176"/>
                    <a:pt x="944" y="51"/>
                    <a:pt x="829" y="12"/>
                  </a:cubicBezTo>
                  <a:cubicBezTo>
                    <a:pt x="807" y="4"/>
                    <a:pt x="784" y="0"/>
                    <a:pt x="761" y="0"/>
                  </a:cubicBezTo>
                  <a:close/>
                </a:path>
              </a:pathLst>
            </a:custGeom>
            <a:solidFill>
              <a:srgbClr val="889CA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788" name="Google Shape;16788;p45"/>
            <p:cNvSpPr/>
            <p:nvPr/>
          </p:nvSpPr>
          <p:spPr>
            <a:xfrm>
              <a:off x="3597296" y="4581071"/>
              <a:ext cx="11342" cy="47770"/>
            </a:xfrm>
            <a:custGeom>
              <a:rect b="b" l="l" r="r" t="t"/>
              <a:pathLst>
                <a:path extrusionOk="0" h="1828" w="434">
                  <a:moveTo>
                    <a:pt x="212" y="0"/>
                  </a:moveTo>
                  <a:cubicBezTo>
                    <a:pt x="97" y="0"/>
                    <a:pt x="0" y="96"/>
                    <a:pt x="0" y="212"/>
                  </a:cubicBezTo>
                  <a:lnTo>
                    <a:pt x="0" y="1625"/>
                  </a:lnTo>
                  <a:cubicBezTo>
                    <a:pt x="10" y="1760"/>
                    <a:pt x="111" y="1827"/>
                    <a:pt x="213" y="1827"/>
                  </a:cubicBezTo>
                  <a:cubicBezTo>
                    <a:pt x="315" y="1827"/>
                    <a:pt x="419" y="1760"/>
                    <a:pt x="433" y="1625"/>
                  </a:cubicBezTo>
                  <a:lnTo>
                    <a:pt x="433" y="212"/>
                  </a:lnTo>
                  <a:cubicBezTo>
                    <a:pt x="433" y="96"/>
                    <a:pt x="337" y="0"/>
                    <a:pt x="212" y="0"/>
                  </a:cubicBezTo>
                  <a:close/>
                </a:path>
              </a:pathLst>
            </a:custGeom>
            <a:solidFill>
              <a:srgbClr val="889CA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789" name="Google Shape;16789;p45"/>
            <p:cNvSpPr/>
            <p:nvPr/>
          </p:nvSpPr>
          <p:spPr>
            <a:xfrm>
              <a:off x="3669161" y="4568553"/>
              <a:ext cx="26315" cy="46150"/>
            </a:xfrm>
            <a:custGeom>
              <a:rect b="b" l="l" r="r" t="t"/>
              <a:pathLst>
                <a:path extrusionOk="0" h="1766" w="1007">
                  <a:moveTo>
                    <a:pt x="260" y="0"/>
                  </a:moveTo>
                  <a:cubicBezTo>
                    <a:pt x="130" y="0"/>
                    <a:pt x="0" y="114"/>
                    <a:pt x="49" y="277"/>
                  </a:cubicBezTo>
                  <a:lnTo>
                    <a:pt x="529" y="1614"/>
                  </a:lnTo>
                  <a:cubicBezTo>
                    <a:pt x="562" y="1721"/>
                    <a:pt x="641" y="1765"/>
                    <a:pt x="723" y="1765"/>
                  </a:cubicBezTo>
                  <a:cubicBezTo>
                    <a:pt x="861" y="1765"/>
                    <a:pt x="1006" y="1636"/>
                    <a:pt x="933" y="1460"/>
                  </a:cubicBezTo>
                  <a:lnTo>
                    <a:pt x="453" y="133"/>
                  </a:lnTo>
                  <a:cubicBezTo>
                    <a:pt x="413" y="40"/>
                    <a:pt x="337" y="0"/>
                    <a:pt x="260" y="0"/>
                  </a:cubicBezTo>
                  <a:close/>
                </a:path>
              </a:pathLst>
            </a:custGeom>
            <a:solidFill>
              <a:srgbClr val="889CA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790" name="Google Shape;16790;p45"/>
            <p:cNvSpPr/>
            <p:nvPr/>
          </p:nvSpPr>
          <p:spPr>
            <a:xfrm>
              <a:off x="3736922" y="4537586"/>
              <a:ext cx="39512" cy="39695"/>
            </a:xfrm>
            <a:custGeom>
              <a:rect b="b" l="l" r="r" t="t"/>
              <a:pathLst>
                <a:path extrusionOk="0" h="1519" w="1512">
                  <a:moveTo>
                    <a:pt x="299" y="0"/>
                  </a:moveTo>
                  <a:cubicBezTo>
                    <a:pt x="142" y="0"/>
                    <a:pt x="0" y="189"/>
                    <a:pt x="129" y="347"/>
                  </a:cubicBezTo>
                  <a:lnTo>
                    <a:pt x="1033" y="1433"/>
                  </a:lnTo>
                  <a:cubicBezTo>
                    <a:pt x="1080" y="1493"/>
                    <a:pt x="1139" y="1518"/>
                    <a:pt x="1197" y="1518"/>
                  </a:cubicBezTo>
                  <a:cubicBezTo>
                    <a:pt x="1359" y="1518"/>
                    <a:pt x="1512" y="1318"/>
                    <a:pt x="1369" y="1154"/>
                  </a:cubicBezTo>
                  <a:lnTo>
                    <a:pt x="456" y="77"/>
                  </a:lnTo>
                  <a:cubicBezTo>
                    <a:pt x="409" y="23"/>
                    <a:pt x="353" y="0"/>
                    <a:pt x="299" y="0"/>
                  </a:cubicBezTo>
                  <a:close/>
                </a:path>
              </a:pathLst>
            </a:custGeom>
            <a:solidFill>
              <a:srgbClr val="889CA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791" name="Google Shape;16791;p45"/>
            <p:cNvSpPr/>
            <p:nvPr/>
          </p:nvSpPr>
          <p:spPr>
            <a:xfrm>
              <a:off x="3431068" y="4534476"/>
              <a:ext cx="38336" cy="39774"/>
            </a:xfrm>
            <a:custGeom>
              <a:rect b="b" l="l" r="r" t="t"/>
              <a:pathLst>
                <a:path extrusionOk="0" h="1522" w="1467">
                  <a:moveTo>
                    <a:pt x="1223" y="0"/>
                  </a:moveTo>
                  <a:cubicBezTo>
                    <a:pt x="1164" y="0"/>
                    <a:pt x="1105" y="24"/>
                    <a:pt x="1063" y="71"/>
                  </a:cubicBezTo>
                  <a:lnTo>
                    <a:pt x="149" y="1158"/>
                  </a:lnTo>
                  <a:cubicBezTo>
                    <a:pt x="0" y="1322"/>
                    <a:pt x="151" y="1522"/>
                    <a:pt x="313" y="1522"/>
                  </a:cubicBezTo>
                  <a:cubicBezTo>
                    <a:pt x="370" y="1522"/>
                    <a:pt x="429" y="1497"/>
                    <a:pt x="476" y="1437"/>
                  </a:cubicBezTo>
                  <a:lnTo>
                    <a:pt x="1390" y="350"/>
                  </a:lnTo>
                  <a:cubicBezTo>
                    <a:pt x="1467" y="264"/>
                    <a:pt x="1457" y="129"/>
                    <a:pt x="1361" y="52"/>
                  </a:cubicBezTo>
                  <a:cubicBezTo>
                    <a:pt x="1322" y="17"/>
                    <a:pt x="1272" y="0"/>
                    <a:pt x="1223" y="0"/>
                  </a:cubicBezTo>
                  <a:close/>
                </a:path>
              </a:pathLst>
            </a:custGeom>
            <a:solidFill>
              <a:srgbClr val="889CA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792" name="Google Shape;16792;p45"/>
            <p:cNvSpPr/>
            <p:nvPr/>
          </p:nvSpPr>
          <p:spPr>
            <a:xfrm>
              <a:off x="3510223" y="4567926"/>
              <a:ext cx="26289" cy="46359"/>
            </a:xfrm>
            <a:custGeom>
              <a:rect b="b" l="l" r="r" t="t"/>
              <a:pathLst>
                <a:path extrusionOk="0" h="1774" w="1006">
                  <a:moveTo>
                    <a:pt x="760" y="1"/>
                  </a:moveTo>
                  <a:cubicBezTo>
                    <a:pt x="671" y="1"/>
                    <a:pt x="591" y="54"/>
                    <a:pt x="553" y="138"/>
                  </a:cubicBezTo>
                  <a:lnTo>
                    <a:pt x="73" y="1474"/>
                  </a:lnTo>
                  <a:cubicBezTo>
                    <a:pt x="1" y="1648"/>
                    <a:pt x="142" y="1773"/>
                    <a:pt x="279" y="1773"/>
                  </a:cubicBezTo>
                  <a:cubicBezTo>
                    <a:pt x="362" y="1773"/>
                    <a:pt x="444" y="1727"/>
                    <a:pt x="476" y="1619"/>
                  </a:cubicBezTo>
                  <a:lnTo>
                    <a:pt x="957" y="292"/>
                  </a:lnTo>
                  <a:cubicBezTo>
                    <a:pt x="1005" y="176"/>
                    <a:pt x="948" y="51"/>
                    <a:pt x="832" y="13"/>
                  </a:cubicBezTo>
                  <a:cubicBezTo>
                    <a:pt x="808" y="5"/>
                    <a:pt x="784" y="1"/>
                    <a:pt x="760" y="1"/>
                  </a:cubicBezTo>
                  <a:close/>
                </a:path>
              </a:pathLst>
            </a:custGeom>
            <a:solidFill>
              <a:srgbClr val="889CA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6793" name="Google Shape;16793;p45"/>
          <p:cNvGrpSpPr/>
          <p:nvPr/>
        </p:nvGrpSpPr>
        <p:grpSpPr>
          <a:xfrm>
            <a:off x="3965190" y="3657605"/>
            <a:ext cx="369800" cy="296813"/>
            <a:chOff x="3965190" y="3842252"/>
            <a:chExt cx="369800" cy="296813"/>
          </a:xfrm>
        </p:grpSpPr>
        <p:sp>
          <p:nvSpPr>
            <p:cNvPr id="16794" name="Google Shape;16794;p45"/>
            <p:cNvSpPr/>
            <p:nvPr/>
          </p:nvSpPr>
          <p:spPr>
            <a:xfrm>
              <a:off x="3965190" y="3869404"/>
              <a:ext cx="366665" cy="269661"/>
            </a:xfrm>
            <a:custGeom>
              <a:rect b="b" l="l" r="r" t="t"/>
              <a:pathLst>
                <a:path extrusionOk="0" h="10319" w="14031">
                  <a:moveTo>
                    <a:pt x="1193" y="0"/>
                  </a:moveTo>
                  <a:cubicBezTo>
                    <a:pt x="1077" y="0"/>
                    <a:pt x="972" y="10"/>
                    <a:pt x="866" y="49"/>
                  </a:cubicBezTo>
                  <a:lnTo>
                    <a:pt x="818" y="58"/>
                  </a:lnTo>
                  <a:cubicBezTo>
                    <a:pt x="327" y="222"/>
                    <a:pt x="0" y="674"/>
                    <a:pt x="0" y="1183"/>
                  </a:cubicBezTo>
                  <a:lnTo>
                    <a:pt x="0" y="9126"/>
                  </a:lnTo>
                  <a:cubicBezTo>
                    <a:pt x="0" y="9780"/>
                    <a:pt x="529" y="10309"/>
                    <a:pt x="1193" y="10318"/>
                  </a:cubicBezTo>
                  <a:lnTo>
                    <a:pt x="12838" y="10318"/>
                  </a:lnTo>
                  <a:cubicBezTo>
                    <a:pt x="13492" y="10318"/>
                    <a:pt x="14030" y="9780"/>
                    <a:pt x="14030" y="9126"/>
                  </a:cubicBezTo>
                  <a:lnTo>
                    <a:pt x="14030" y="1183"/>
                  </a:lnTo>
                  <a:cubicBezTo>
                    <a:pt x="14030" y="529"/>
                    <a:pt x="13492" y="0"/>
                    <a:pt x="12838" y="0"/>
                  </a:cubicBezTo>
                  <a:close/>
                </a:path>
              </a:pathLst>
            </a:custGeom>
            <a:solidFill>
              <a:srgbClr val="DFE5E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795" name="Google Shape;16795;p45"/>
            <p:cNvSpPr/>
            <p:nvPr/>
          </p:nvSpPr>
          <p:spPr>
            <a:xfrm>
              <a:off x="3986043" y="3869404"/>
              <a:ext cx="348947" cy="245567"/>
            </a:xfrm>
            <a:custGeom>
              <a:rect b="b" l="l" r="r" t="t"/>
              <a:pathLst>
                <a:path extrusionOk="0" h="9397" w="13353">
                  <a:moveTo>
                    <a:pt x="385" y="0"/>
                  </a:moveTo>
                  <a:cubicBezTo>
                    <a:pt x="279" y="0"/>
                    <a:pt x="164" y="10"/>
                    <a:pt x="58" y="49"/>
                  </a:cubicBezTo>
                  <a:lnTo>
                    <a:pt x="20" y="58"/>
                  </a:lnTo>
                  <a:cubicBezTo>
                    <a:pt x="10" y="116"/>
                    <a:pt x="0" y="183"/>
                    <a:pt x="0" y="241"/>
                  </a:cubicBezTo>
                  <a:lnTo>
                    <a:pt x="0" y="8184"/>
                  </a:lnTo>
                  <a:cubicBezTo>
                    <a:pt x="0" y="8838"/>
                    <a:pt x="529" y="9367"/>
                    <a:pt x="1193" y="9367"/>
                  </a:cubicBezTo>
                  <a:lnTo>
                    <a:pt x="12847" y="9367"/>
                  </a:lnTo>
                  <a:cubicBezTo>
                    <a:pt x="12891" y="9387"/>
                    <a:pt x="12934" y="9397"/>
                    <a:pt x="12976" y="9397"/>
                  </a:cubicBezTo>
                  <a:cubicBezTo>
                    <a:pt x="13185" y="9397"/>
                    <a:pt x="13352" y="9161"/>
                    <a:pt x="13232" y="8953"/>
                  </a:cubicBezTo>
                  <a:lnTo>
                    <a:pt x="13232" y="1183"/>
                  </a:lnTo>
                  <a:cubicBezTo>
                    <a:pt x="13232" y="529"/>
                    <a:pt x="12694" y="0"/>
                    <a:pt x="12040" y="0"/>
                  </a:cubicBezTo>
                  <a:close/>
                </a:path>
              </a:pathLst>
            </a:custGeom>
            <a:solidFill>
              <a:srgbClr val="ECEFF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796" name="Google Shape;16796;p45"/>
            <p:cNvSpPr/>
            <p:nvPr/>
          </p:nvSpPr>
          <p:spPr>
            <a:xfrm>
              <a:off x="4038047" y="3842252"/>
              <a:ext cx="21141" cy="53127"/>
            </a:xfrm>
            <a:custGeom>
              <a:rect b="b" l="l" r="r" t="t"/>
              <a:pathLst>
                <a:path extrusionOk="0" h="2033" w="809">
                  <a:moveTo>
                    <a:pt x="405" y="1"/>
                  </a:moveTo>
                  <a:cubicBezTo>
                    <a:pt x="203" y="1"/>
                    <a:pt x="1" y="136"/>
                    <a:pt x="1" y="405"/>
                  </a:cubicBezTo>
                  <a:lnTo>
                    <a:pt x="1" y="1636"/>
                  </a:lnTo>
                  <a:cubicBezTo>
                    <a:pt x="1" y="1900"/>
                    <a:pt x="203" y="2032"/>
                    <a:pt x="405" y="2032"/>
                  </a:cubicBezTo>
                  <a:cubicBezTo>
                    <a:pt x="607" y="2032"/>
                    <a:pt x="809" y="1900"/>
                    <a:pt x="809" y="1636"/>
                  </a:cubicBezTo>
                  <a:lnTo>
                    <a:pt x="809" y="405"/>
                  </a:lnTo>
                  <a:cubicBezTo>
                    <a:pt x="809" y="136"/>
                    <a:pt x="607" y="1"/>
                    <a:pt x="405" y="1"/>
                  </a:cubicBezTo>
                  <a:close/>
                </a:path>
              </a:pathLst>
            </a:custGeom>
            <a:solidFill>
              <a:srgbClr val="C7D2D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797" name="Google Shape;16797;p45"/>
            <p:cNvSpPr/>
            <p:nvPr/>
          </p:nvSpPr>
          <p:spPr>
            <a:xfrm>
              <a:off x="4104659" y="3842252"/>
              <a:ext cx="21115" cy="53127"/>
            </a:xfrm>
            <a:custGeom>
              <a:rect b="b" l="l" r="r" t="t"/>
              <a:pathLst>
                <a:path extrusionOk="0" h="2033" w="808">
                  <a:moveTo>
                    <a:pt x="404" y="1"/>
                  </a:moveTo>
                  <a:cubicBezTo>
                    <a:pt x="202" y="1"/>
                    <a:pt x="0" y="136"/>
                    <a:pt x="0" y="405"/>
                  </a:cubicBezTo>
                  <a:lnTo>
                    <a:pt x="0" y="1636"/>
                  </a:lnTo>
                  <a:cubicBezTo>
                    <a:pt x="0" y="1900"/>
                    <a:pt x="202" y="2032"/>
                    <a:pt x="404" y="2032"/>
                  </a:cubicBezTo>
                  <a:cubicBezTo>
                    <a:pt x="606" y="2032"/>
                    <a:pt x="808" y="1900"/>
                    <a:pt x="808" y="1636"/>
                  </a:cubicBezTo>
                  <a:lnTo>
                    <a:pt x="808" y="405"/>
                  </a:lnTo>
                  <a:cubicBezTo>
                    <a:pt x="808" y="136"/>
                    <a:pt x="606" y="1"/>
                    <a:pt x="404" y="1"/>
                  </a:cubicBezTo>
                  <a:close/>
                </a:path>
              </a:pathLst>
            </a:custGeom>
            <a:solidFill>
              <a:srgbClr val="C7D2D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798" name="Google Shape;16798;p45"/>
            <p:cNvSpPr/>
            <p:nvPr/>
          </p:nvSpPr>
          <p:spPr>
            <a:xfrm>
              <a:off x="4171244" y="3842252"/>
              <a:ext cx="21141" cy="53127"/>
            </a:xfrm>
            <a:custGeom>
              <a:rect b="b" l="l" r="r" t="t"/>
              <a:pathLst>
                <a:path extrusionOk="0" h="2033" w="809">
                  <a:moveTo>
                    <a:pt x="404" y="1"/>
                  </a:moveTo>
                  <a:cubicBezTo>
                    <a:pt x="202" y="1"/>
                    <a:pt x="0" y="136"/>
                    <a:pt x="0" y="405"/>
                  </a:cubicBezTo>
                  <a:lnTo>
                    <a:pt x="0" y="1636"/>
                  </a:lnTo>
                  <a:cubicBezTo>
                    <a:pt x="0" y="1900"/>
                    <a:pt x="200" y="2032"/>
                    <a:pt x="401" y="2032"/>
                  </a:cubicBezTo>
                  <a:cubicBezTo>
                    <a:pt x="601" y="2032"/>
                    <a:pt x="803" y="1900"/>
                    <a:pt x="808" y="1636"/>
                  </a:cubicBezTo>
                  <a:lnTo>
                    <a:pt x="808" y="405"/>
                  </a:lnTo>
                  <a:cubicBezTo>
                    <a:pt x="808" y="136"/>
                    <a:pt x="606" y="1"/>
                    <a:pt x="404" y="1"/>
                  </a:cubicBezTo>
                  <a:close/>
                </a:path>
              </a:pathLst>
            </a:custGeom>
            <a:solidFill>
              <a:srgbClr val="C7D2D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799" name="Google Shape;16799;p45"/>
            <p:cNvSpPr/>
            <p:nvPr/>
          </p:nvSpPr>
          <p:spPr>
            <a:xfrm>
              <a:off x="4238091" y="3842252"/>
              <a:ext cx="20880" cy="53127"/>
            </a:xfrm>
            <a:custGeom>
              <a:rect b="b" l="l" r="r" t="t"/>
              <a:pathLst>
                <a:path extrusionOk="0" h="2033" w="799">
                  <a:moveTo>
                    <a:pt x="399" y="1"/>
                  </a:moveTo>
                  <a:cubicBezTo>
                    <a:pt x="200" y="1"/>
                    <a:pt x="0" y="136"/>
                    <a:pt x="0" y="405"/>
                  </a:cubicBezTo>
                  <a:lnTo>
                    <a:pt x="0" y="1636"/>
                  </a:lnTo>
                  <a:cubicBezTo>
                    <a:pt x="0" y="1900"/>
                    <a:pt x="200" y="2032"/>
                    <a:pt x="399" y="2032"/>
                  </a:cubicBezTo>
                  <a:cubicBezTo>
                    <a:pt x="599" y="2032"/>
                    <a:pt x="798" y="1900"/>
                    <a:pt x="798" y="1636"/>
                  </a:cubicBezTo>
                  <a:lnTo>
                    <a:pt x="798" y="405"/>
                  </a:lnTo>
                  <a:cubicBezTo>
                    <a:pt x="798" y="136"/>
                    <a:pt x="599" y="1"/>
                    <a:pt x="399" y="1"/>
                  </a:cubicBezTo>
                  <a:close/>
                </a:path>
              </a:pathLst>
            </a:custGeom>
            <a:solidFill>
              <a:srgbClr val="C7D2D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800" name="Google Shape;16800;p45"/>
            <p:cNvSpPr/>
            <p:nvPr/>
          </p:nvSpPr>
          <p:spPr>
            <a:xfrm>
              <a:off x="4038047" y="3842252"/>
              <a:ext cx="21141" cy="29504"/>
            </a:xfrm>
            <a:custGeom>
              <a:rect b="b" l="l" r="r" t="t"/>
              <a:pathLst>
                <a:path extrusionOk="0" h="1129" w="809">
                  <a:moveTo>
                    <a:pt x="405" y="1"/>
                  </a:moveTo>
                  <a:cubicBezTo>
                    <a:pt x="203" y="1"/>
                    <a:pt x="1" y="136"/>
                    <a:pt x="1" y="405"/>
                  </a:cubicBezTo>
                  <a:lnTo>
                    <a:pt x="1" y="732"/>
                  </a:lnTo>
                  <a:cubicBezTo>
                    <a:pt x="1" y="996"/>
                    <a:pt x="203" y="1128"/>
                    <a:pt x="405" y="1128"/>
                  </a:cubicBezTo>
                  <a:cubicBezTo>
                    <a:pt x="607" y="1128"/>
                    <a:pt x="809" y="996"/>
                    <a:pt x="809" y="732"/>
                  </a:cubicBezTo>
                  <a:lnTo>
                    <a:pt x="809" y="405"/>
                  </a:lnTo>
                  <a:cubicBezTo>
                    <a:pt x="809" y="136"/>
                    <a:pt x="607" y="1"/>
                    <a:pt x="405" y="1"/>
                  </a:cubicBezTo>
                  <a:close/>
                </a:path>
              </a:pathLst>
            </a:custGeom>
            <a:solidFill>
              <a:srgbClr val="D9E0E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801" name="Google Shape;16801;p45"/>
            <p:cNvSpPr/>
            <p:nvPr/>
          </p:nvSpPr>
          <p:spPr>
            <a:xfrm>
              <a:off x="4104659" y="3842252"/>
              <a:ext cx="21115" cy="29504"/>
            </a:xfrm>
            <a:custGeom>
              <a:rect b="b" l="l" r="r" t="t"/>
              <a:pathLst>
                <a:path extrusionOk="0" h="1129" w="808">
                  <a:moveTo>
                    <a:pt x="404" y="1"/>
                  </a:moveTo>
                  <a:cubicBezTo>
                    <a:pt x="202" y="1"/>
                    <a:pt x="0" y="136"/>
                    <a:pt x="0" y="405"/>
                  </a:cubicBezTo>
                  <a:lnTo>
                    <a:pt x="0" y="732"/>
                  </a:lnTo>
                  <a:cubicBezTo>
                    <a:pt x="0" y="996"/>
                    <a:pt x="202" y="1128"/>
                    <a:pt x="404" y="1128"/>
                  </a:cubicBezTo>
                  <a:cubicBezTo>
                    <a:pt x="606" y="1128"/>
                    <a:pt x="808" y="996"/>
                    <a:pt x="808" y="732"/>
                  </a:cubicBezTo>
                  <a:lnTo>
                    <a:pt x="808" y="405"/>
                  </a:lnTo>
                  <a:cubicBezTo>
                    <a:pt x="808" y="136"/>
                    <a:pt x="606" y="1"/>
                    <a:pt x="404" y="1"/>
                  </a:cubicBezTo>
                  <a:close/>
                </a:path>
              </a:pathLst>
            </a:custGeom>
            <a:solidFill>
              <a:srgbClr val="D9E0E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802" name="Google Shape;16802;p45"/>
            <p:cNvSpPr/>
            <p:nvPr/>
          </p:nvSpPr>
          <p:spPr>
            <a:xfrm>
              <a:off x="4171244" y="3842252"/>
              <a:ext cx="21141" cy="29504"/>
            </a:xfrm>
            <a:custGeom>
              <a:rect b="b" l="l" r="r" t="t"/>
              <a:pathLst>
                <a:path extrusionOk="0" h="1129" w="809">
                  <a:moveTo>
                    <a:pt x="404" y="1"/>
                  </a:moveTo>
                  <a:cubicBezTo>
                    <a:pt x="202" y="1"/>
                    <a:pt x="0" y="136"/>
                    <a:pt x="0" y="405"/>
                  </a:cubicBezTo>
                  <a:lnTo>
                    <a:pt x="0" y="732"/>
                  </a:lnTo>
                  <a:cubicBezTo>
                    <a:pt x="0" y="996"/>
                    <a:pt x="200" y="1128"/>
                    <a:pt x="401" y="1128"/>
                  </a:cubicBezTo>
                  <a:cubicBezTo>
                    <a:pt x="601" y="1128"/>
                    <a:pt x="803" y="996"/>
                    <a:pt x="808" y="732"/>
                  </a:cubicBezTo>
                  <a:lnTo>
                    <a:pt x="808" y="405"/>
                  </a:lnTo>
                  <a:cubicBezTo>
                    <a:pt x="808" y="136"/>
                    <a:pt x="606" y="1"/>
                    <a:pt x="404" y="1"/>
                  </a:cubicBezTo>
                  <a:close/>
                </a:path>
              </a:pathLst>
            </a:custGeom>
            <a:solidFill>
              <a:srgbClr val="D9E0E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803" name="Google Shape;16803;p45"/>
            <p:cNvSpPr/>
            <p:nvPr/>
          </p:nvSpPr>
          <p:spPr>
            <a:xfrm>
              <a:off x="4238091" y="3842252"/>
              <a:ext cx="20880" cy="29504"/>
            </a:xfrm>
            <a:custGeom>
              <a:rect b="b" l="l" r="r" t="t"/>
              <a:pathLst>
                <a:path extrusionOk="0" h="1129" w="799">
                  <a:moveTo>
                    <a:pt x="399" y="1"/>
                  </a:moveTo>
                  <a:cubicBezTo>
                    <a:pt x="200" y="1"/>
                    <a:pt x="0" y="136"/>
                    <a:pt x="0" y="405"/>
                  </a:cubicBezTo>
                  <a:lnTo>
                    <a:pt x="0" y="732"/>
                  </a:lnTo>
                  <a:cubicBezTo>
                    <a:pt x="0" y="996"/>
                    <a:pt x="200" y="1128"/>
                    <a:pt x="399" y="1128"/>
                  </a:cubicBezTo>
                  <a:cubicBezTo>
                    <a:pt x="599" y="1128"/>
                    <a:pt x="798" y="996"/>
                    <a:pt x="798" y="732"/>
                  </a:cubicBezTo>
                  <a:lnTo>
                    <a:pt x="798" y="405"/>
                  </a:lnTo>
                  <a:cubicBezTo>
                    <a:pt x="798" y="136"/>
                    <a:pt x="599" y="1"/>
                    <a:pt x="399" y="1"/>
                  </a:cubicBezTo>
                  <a:close/>
                </a:path>
              </a:pathLst>
            </a:custGeom>
            <a:solidFill>
              <a:srgbClr val="D9E0E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804" name="Google Shape;16804;p45"/>
            <p:cNvSpPr/>
            <p:nvPr/>
          </p:nvSpPr>
          <p:spPr>
            <a:xfrm>
              <a:off x="3985547" y="3919657"/>
              <a:ext cx="167483" cy="163145"/>
            </a:xfrm>
            <a:custGeom>
              <a:rect b="b" l="l" r="r" t="t"/>
              <a:pathLst>
                <a:path extrusionOk="0" h="6243" w="6409">
                  <a:moveTo>
                    <a:pt x="226" y="1"/>
                  </a:moveTo>
                  <a:cubicBezTo>
                    <a:pt x="113" y="1"/>
                    <a:pt x="0" y="78"/>
                    <a:pt x="10" y="231"/>
                  </a:cubicBezTo>
                  <a:lnTo>
                    <a:pt x="10" y="1607"/>
                  </a:lnTo>
                  <a:cubicBezTo>
                    <a:pt x="19" y="2626"/>
                    <a:pt x="837" y="3443"/>
                    <a:pt x="1856" y="3453"/>
                  </a:cubicBezTo>
                  <a:lnTo>
                    <a:pt x="2606" y="3453"/>
                  </a:lnTo>
                  <a:cubicBezTo>
                    <a:pt x="3260" y="3453"/>
                    <a:pt x="3789" y="3972"/>
                    <a:pt x="3789" y="4626"/>
                  </a:cubicBezTo>
                  <a:cubicBezTo>
                    <a:pt x="3789" y="5520"/>
                    <a:pt x="4510" y="6241"/>
                    <a:pt x="5404" y="6241"/>
                  </a:cubicBezTo>
                  <a:lnTo>
                    <a:pt x="6106" y="6241"/>
                  </a:lnTo>
                  <a:cubicBezTo>
                    <a:pt x="6113" y="6242"/>
                    <a:pt x="6119" y="6242"/>
                    <a:pt x="6124" y="6242"/>
                  </a:cubicBezTo>
                  <a:cubicBezTo>
                    <a:pt x="6408" y="6242"/>
                    <a:pt x="6408" y="5808"/>
                    <a:pt x="6124" y="5808"/>
                  </a:cubicBezTo>
                  <a:cubicBezTo>
                    <a:pt x="6119" y="5808"/>
                    <a:pt x="6113" y="5808"/>
                    <a:pt x="6106" y="5809"/>
                  </a:cubicBezTo>
                  <a:lnTo>
                    <a:pt x="6106" y="5818"/>
                  </a:lnTo>
                  <a:lnTo>
                    <a:pt x="5404" y="5818"/>
                  </a:lnTo>
                  <a:cubicBezTo>
                    <a:pt x="4751" y="5818"/>
                    <a:pt x="4222" y="5290"/>
                    <a:pt x="4222" y="4636"/>
                  </a:cubicBezTo>
                  <a:cubicBezTo>
                    <a:pt x="4222" y="3741"/>
                    <a:pt x="3500" y="3020"/>
                    <a:pt x="2606" y="3020"/>
                  </a:cubicBezTo>
                  <a:lnTo>
                    <a:pt x="1856" y="3020"/>
                  </a:lnTo>
                  <a:cubicBezTo>
                    <a:pt x="1077" y="3020"/>
                    <a:pt x="443" y="2385"/>
                    <a:pt x="443" y="1607"/>
                  </a:cubicBezTo>
                  <a:lnTo>
                    <a:pt x="443" y="231"/>
                  </a:lnTo>
                  <a:cubicBezTo>
                    <a:pt x="452" y="78"/>
                    <a:pt x="339" y="1"/>
                    <a:pt x="226" y="1"/>
                  </a:cubicBezTo>
                  <a:close/>
                </a:path>
              </a:pathLst>
            </a:custGeom>
            <a:solidFill>
              <a:srgbClr val="8FA1B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805" name="Google Shape;16805;p45"/>
            <p:cNvSpPr/>
            <p:nvPr/>
          </p:nvSpPr>
          <p:spPr>
            <a:xfrm>
              <a:off x="4167116" y="3935990"/>
              <a:ext cx="147126" cy="143755"/>
            </a:xfrm>
            <a:custGeom>
              <a:rect b="b" l="l" r="r" t="t"/>
              <a:pathLst>
                <a:path extrusionOk="0" h="5501" w="5630">
                  <a:moveTo>
                    <a:pt x="4505" y="1"/>
                  </a:moveTo>
                  <a:cubicBezTo>
                    <a:pt x="4244" y="1"/>
                    <a:pt x="3983" y="99"/>
                    <a:pt x="3784" y="299"/>
                  </a:cubicBezTo>
                  <a:lnTo>
                    <a:pt x="3764" y="308"/>
                  </a:lnTo>
                  <a:lnTo>
                    <a:pt x="3120" y="953"/>
                  </a:lnTo>
                  <a:lnTo>
                    <a:pt x="755" y="3318"/>
                  </a:lnTo>
                  <a:cubicBezTo>
                    <a:pt x="658" y="3414"/>
                    <a:pt x="582" y="3539"/>
                    <a:pt x="543" y="3674"/>
                  </a:cubicBezTo>
                  <a:lnTo>
                    <a:pt x="245" y="4636"/>
                  </a:lnTo>
                  <a:lnTo>
                    <a:pt x="33" y="5347"/>
                  </a:lnTo>
                  <a:cubicBezTo>
                    <a:pt x="1" y="5420"/>
                    <a:pt x="58" y="5500"/>
                    <a:pt x="134" y="5500"/>
                  </a:cubicBezTo>
                  <a:cubicBezTo>
                    <a:pt x="148" y="5500"/>
                    <a:pt x="163" y="5497"/>
                    <a:pt x="178" y="5491"/>
                  </a:cubicBezTo>
                  <a:lnTo>
                    <a:pt x="880" y="5270"/>
                  </a:lnTo>
                  <a:lnTo>
                    <a:pt x="1841" y="4972"/>
                  </a:lnTo>
                  <a:cubicBezTo>
                    <a:pt x="1918" y="4953"/>
                    <a:pt x="1985" y="4924"/>
                    <a:pt x="2043" y="4886"/>
                  </a:cubicBezTo>
                  <a:cubicBezTo>
                    <a:pt x="2101" y="4847"/>
                    <a:pt x="2159" y="4809"/>
                    <a:pt x="2197" y="4761"/>
                  </a:cubicBezTo>
                  <a:lnTo>
                    <a:pt x="4563" y="2405"/>
                  </a:lnTo>
                  <a:lnTo>
                    <a:pt x="5226" y="1741"/>
                  </a:lnTo>
                  <a:cubicBezTo>
                    <a:pt x="5630" y="1337"/>
                    <a:pt x="5620" y="674"/>
                    <a:pt x="5207" y="280"/>
                  </a:cubicBezTo>
                  <a:cubicBezTo>
                    <a:pt x="5012" y="94"/>
                    <a:pt x="4759" y="1"/>
                    <a:pt x="4505" y="1"/>
                  </a:cubicBezTo>
                  <a:close/>
                </a:path>
              </a:pathLst>
            </a:custGeom>
            <a:solidFill>
              <a:srgbClr val="CAD5D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806" name="Google Shape;16806;p45"/>
            <p:cNvSpPr/>
            <p:nvPr/>
          </p:nvSpPr>
          <p:spPr>
            <a:xfrm>
              <a:off x="4167298" y="4057114"/>
              <a:ext cx="22814" cy="22474"/>
            </a:xfrm>
            <a:custGeom>
              <a:rect b="b" l="l" r="r" t="t"/>
              <a:pathLst>
                <a:path extrusionOk="0" h="860" w="873">
                  <a:moveTo>
                    <a:pt x="238" y="1"/>
                  </a:moveTo>
                  <a:lnTo>
                    <a:pt x="26" y="712"/>
                  </a:lnTo>
                  <a:cubicBezTo>
                    <a:pt x="1" y="790"/>
                    <a:pt x="60" y="859"/>
                    <a:pt x="134" y="859"/>
                  </a:cubicBezTo>
                  <a:cubicBezTo>
                    <a:pt x="143" y="859"/>
                    <a:pt x="152" y="859"/>
                    <a:pt x="161" y="856"/>
                  </a:cubicBezTo>
                  <a:lnTo>
                    <a:pt x="873" y="635"/>
                  </a:lnTo>
                  <a:cubicBezTo>
                    <a:pt x="844" y="299"/>
                    <a:pt x="575" y="30"/>
                    <a:pt x="238" y="1"/>
                  </a:cubicBezTo>
                  <a:close/>
                </a:path>
              </a:pathLst>
            </a:custGeom>
            <a:solidFill>
              <a:srgbClr val="8FA1B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807" name="Google Shape;16807;p45"/>
            <p:cNvSpPr/>
            <p:nvPr/>
          </p:nvSpPr>
          <p:spPr>
            <a:xfrm>
              <a:off x="4183814" y="3960868"/>
              <a:ext cx="102544" cy="102570"/>
            </a:xfrm>
            <a:custGeom>
              <a:rect b="b" l="l" r="r" t="t"/>
              <a:pathLst>
                <a:path extrusionOk="0" h="3925" w="3924">
                  <a:moveTo>
                    <a:pt x="2472" y="1"/>
                  </a:moveTo>
                  <a:lnTo>
                    <a:pt x="116" y="2357"/>
                  </a:lnTo>
                  <a:cubicBezTo>
                    <a:pt x="68" y="2405"/>
                    <a:pt x="29" y="2453"/>
                    <a:pt x="0" y="2511"/>
                  </a:cubicBezTo>
                  <a:lnTo>
                    <a:pt x="673" y="3193"/>
                  </a:lnTo>
                  <a:lnTo>
                    <a:pt x="1395" y="3914"/>
                  </a:lnTo>
                  <a:lnTo>
                    <a:pt x="1404" y="3924"/>
                  </a:lnTo>
                  <a:cubicBezTo>
                    <a:pt x="1462" y="3895"/>
                    <a:pt x="1520" y="3847"/>
                    <a:pt x="1558" y="3809"/>
                  </a:cubicBezTo>
                  <a:lnTo>
                    <a:pt x="3924" y="1443"/>
                  </a:lnTo>
                  <a:lnTo>
                    <a:pt x="2472" y="1"/>
                  </a:lnTo>
                  <a:close/>
                </a:path>
              </a:pathLst>
            </a:custGeom>
            <a:solidFill>
              <a:srgbClr val="7C91A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808" name="Google Shape;16808;p45"/>
            <p:cNvSpPr/>
            <p:nvPr/>
          </p:nvSpPr>
          <p:spPr>
            <a:xfrm>
              <a:off x="4265975" y="3936120"/>
              <a:ext cx="48267" cy="45392"/>
            </a:xfrm>
            <a:custGeom>
              <a:rect b="b" l="l" r="r" t="t"/>
              <a:pathLst>
                <a:path extrusionOk="0" h="1737" w="1847">
                  <a:moveTo>
                    <a:pt x="722" y="1"/>
                  </a:moveTo>
                  <a:cubicBezTo>
                    <a:pt x="461" y="1"/>
                    <a:pt x="200" y="99"/>
                    <a:pt x="1" y="294"/>
                  </a:cubicBezTo>
                  <a:lnTo>
                    <a:pt x="1443" y="1736"/>
                  </a:lnTo>
                  <a:cubicBezTo>
                    <a:pt x="1847" y="1332"/>
                    <a:pt x="1837" y="678"/>
                    <a:pt x="1424" y="284"/>
                  </a:cubicBezTo>
                  <a:cubicBezTo>
                    <a:pt x="1229" y="94"/>
                    <a:pt x="976" y="1"/>
                    <a:pt x="722" y="1"/>
                  </a:cubicBezTo>
                  <a:close/>
                </a:path>
              </a:pathLst>
            </a:custGeom>
            <a:solidFill>
              <a:srgbClr val="65788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809" name="Google Shape;16809;p45"/>
            <p:cNvSpPr/>
            <p:nvPr/>
          </p:nvSpPr>
          <p:spPr>
            <a:xfrm>
              <a:off x="4201401" y="3978455"/>
              <a:ext cx="84957" cy="84983"/>
            </a:xfrm>
            <a:custGeom>
              <a:rect b="b" l="l" r="r" t="t"/>
              <a:pathLst>
                <a:path extrusionOk="0" h="3252" w="3251">
                  <a:moveTo>
                    <a:pt x="2481" y="1"/>
                  </a:moveTo>
                  <a:lnTo>
                    <a:pt x="116" y="2366"/>
                  </a:lnTo>
                  <a:cubicBezTo>
                    <a:pt x="77" y="2405"/>
                    <a:pt x="29" y="2463"/>
                    <a:pt x="0" y="2520"/>
                  </a:cubicBezTo>
                  <a:lnTo>
                    <a:pt x="722" y="3241"/>
                  </a:lnTo>
                  <a:lnTo>
                    <a:pt x="731" y="3251"/>
                  </a:lnTo>
                  <a:cubicBezTo>
                    <a:pt x="789" y="3222"/>
                    <a:pt x="847" y="3174"/>
                    <a:pt x="885" y="3136"/>
                  </a:cubicBezTo>
                  <a:lnTo>
                    <a:pt x="3251" y="770"/>
                  </a:lnTo>
                  <a:lnTo>
                    <a:pt x="2481" y="1"/>
                  </a:lnTo>
                  <a:close/>
                </a:path>
              </a:pathLst>
            </a:custGeom>
            <a:solidFill>
              <a:srgbClr val="9EAEB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810" name="Google Shape;16810;p45"/>
            <p:cNvSpPr/>
            <p:nvPr/>
          </p:nvSpPr>
          <p:spPr>
            <a:xfrm>
              <a:off x="4265975" y="3936120"/>
              <a:ext cx="48032" cy="45392"/>
            </a:xfrm>
            <a:custGeom>
              <a:rect b="b" l="l" r="r" t="t"/>
              <a:pathLst>
                <a:path extrusionOk="0" h="1737" w="1838">
                  <a:moveTo>
                    <a:pt x="718" y="1"/>
                  </a:moveTo>
                  <a:cubicBezTo>
                    <a:pt x="459" y="1"/>
                    <a:pt x="200" y="99"/>
                    <a:pt x="1" y="294"/>
                  </a:cubicBezTo>
                  <a:lnTo>
                    <a:pt x="674" y="967"/>
                  </a:lnTo>
                  <a:lnTo>
                    <a:pt x="1443" y="1736"/>
                  </a:lnTo>
                  <a:cubicBezTo>
                    <a:pt x="1837" y="1332"/>
                    <a:pt x="1837" y="678"/>
                    <a:pt x="1424" y="284"/>
                  </a:cubicBezTo>
                  <a:cubicBezTo>
                    <a:pt x="1224" y="94"/>
                    <a:pt x="971" y="1"/>
                    <a:pt x="718" y="1"/>
                  </a:cubicBezTo>
                  <a:close/>
                </a:path>
              </a:pathLst>
            </a:custGeom>
            <a:solidFill>
              <a:srgbClr val="65788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811" name="Google Shape;16811;p45"/>
            <p:cNvSpPr/>
            <p:nvPr/>
          </p:nvSpPr>
          <p:spPr>
            <a:xfrm>
              <a:off x="4283562" y="3953734"/>
              <a:ext cx="29425" cy="27779"/>
            </a:xfrm>
            <a:custGeom>
              <a:rect b="b" l="l" r="r" t="t"/>
              <a:pathLst>
                <a:path extrusionOk="0" h="1063" w="1126">
                  <a:moveTo>
                    <a:pt x="728" y="1"/>
                  </a:moveTo>
                  <a:cubicBezTo>
                    <a:pt x="461" y="1"/>
                    <a:pt x="198" y="103"/>
                    <a:pt x="1" y="293"/>
                  </a:cubicBezTo>
                  <a:lnTo>
                    <a:pt x="770" y="1062"/>
                  </a:lnTo>
                  <a:cubicBezTo>
                    <a:pt x="1030" y="793"/>
                    <a:pt x="1126" y="408"/>
                    <a:pt x="1020" y="43"/>
                  </a:cubicBezTo>
                  <a:cubicBezTo>
                    <a:pt x="924" y="15"/>
                    <a:pt x="826" y="1"/>
                    <a:pt x="728" y="1"/>
                  </a:cubicBezTo>
                  <a:close/>
                </a:path>
              </a:pathLst>
            </a:custGeom>
            <a:solidFill>
              <a:srgbClr val="96ABB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812" name="Google Shape;16812;p45"/>
            <p:cNvSpPr/>
            <p:nvPr/>
          </p:nvSpPr>
          <p:spPr>
            <a:xfrm>
              <a:off x="4248649" y="3943777"/>
              <a:ext cx="55061" cy="55061"/>
            </a:xfrm>
            <a:custGeom>
              <a:rect b="b" l="l" r="r" t="t"/>
              <a:pathLst>
                <a:path extrusionOk="0" h="2107" w="2107">
                  <a:moveTo>
                    <a:pt x="664" y="1"/>
                  </a:moveTo>
                  <a:lnTo>
                    <a:pt x="644" y="10"/>
                  </a:lnTo>
                  <a:lnTo>
                    <a:pt x="0" y="664"/>
                  </a:lnTo>
                  <a:lnTo>
                    <a:pt x="1443" y="2107"/>
                  </a:lnTo>
                  <a:lnTo>
                    <a:pt x="2106" y="1443"/>
                  </a:lnTo>
                  <a:lnTo>
                    <a:pt x="664" y="1"/>
                  </a:lnTo>
                  <a:close/>
                </a:path>
              </a:pathLst>
            </a:custGeom>
            <a:solidFill>
              <a:srgbClr val="D9E0E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813" name="Google Shape;16813;p45"/>
            <p:cNvSpPr/>
            <p:nvPr/>
          </p:nvSpPr>
          <p:spPr>
            <a:xfrm>
              <a:off x="4266236" y="3961364"/>
              <a:ext cx="37474" cy="37474"/>
            </a:xfrm>
            <a:custGeom>
              <a:rect b="b" l="l" r="r" t="t"/>
              <a:pathLst>
                <a:path extrusionOk="0" h="1434" w="1434">
                  <a:moveTo>
                    <a:pt x="664" y="1"/>
                  </a:moveTo>
                  <a:lnTo>
                    <a:pt x="654" y="20"/>
                  </a:lnTo>
                  <a:lnTo>
                    <a:pt x="0" y="664"/>
                  </a:lnTo>
                  <a:lnTo>
                    <a:pt x="770" y="1434"/>
                  </a:lnTo>
                  <a:lnTo>
                    <a:pt x="1433" y="770"/>
                  </a:lnTo>
                  <a:lnTo>
                    <a:pt x="664" y="1"/>
                  </a:lnTo>
                  <a:close/>
                </a:path>
              </a:pathLst>
            </a:custGeom>
            <a:solidFill>
              <a:srgbClr val="EAEEF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814" name="Google Shape;16814;p45"/>
            <p:cNvSpPr/>
            <p:nvPr/>
          </p:nvSpPr>
          <p:spPr>
            <a:xfrm>
              <a:off x="4266236" y="3961364"/>
              <a:ext cx="37474" cy="37474"/>
            </a:xfrm>
            <a:custGeom>
              <a:rect b="b" l="l" r="r" t="t"/>
              <a:pathLst>
                <a:path extrusionOk="0" h="1434" w="1434">
                  <a:moveTo>
                    <a:pt x="664" y="1"/>
                  </a:moveTo>
                  <a:lnTo>
                    <a:pt x="654" y="20"/>
                  </a:lnTo>
                  <a:lnTo>
                    <a:pt x="0" y="664"/>
                  </a:lnTo>
                  <a:lnTo>
                    <a:pt x="770" y="1434"/>
                  </a:lnTo>
                  <a:lnTo>
                    <a:pt x="1433" y="770"/>
                  </a:lnTo>
                  <a:lnTo>
                    <a:pt x="664" y="1"/>
                  </a:lnTo>
                  <a:close/>
                </a:path>
              </a:pathLst>
            </a:custGeom>
            <a:solidFill>
              <a:srgbClr val="EAEEF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6815" name="Google Shape;16815;p45"/>
          <p:cNvGrpSpPr/>
          <p:nvPr/>
        </p:nvGrpSpPr>
        <p:grpSpPr>
          <a:xfrm>
            <a:off x="3506590" y="3649164"/>
            <a:ext cx="396796" cy="313407"/>
            <a:chOff x="3506590" y="3833812"/>
            <a:chExt cx="396796" cy="313407"/>
          </a:xfrm>
        </p:grpSpPr>
        <p:sp>
          <p:nvSpPr>
            <p:cNvPr id="16816" name="Google Shape;16816;p45"/>
            <p:cNvSpPr/>
            <p:nvPr/>
          </p:nvSpPr>
          <p:spPr>
            <a:xfrm>
              <a:off x="3511608" y="3839404"/>
              <a:ext cx="370428" cy="302667"/>
            </a:xfrm>
            <a:custGeom>
              <a:rect b="b" l="l" r="r" t="t"/>
              <a:pathLst>
                <a:path extrusionOk="0" h="11582" w="14175">
                  <a:moveTo>
                    <a:pt x="9070" y="0"/>
                  </a:moveTo>
                  <a:cubicBezTo>
                    <a:pt x="8246" y="0"/>
                    <a:pt x="7449" y="615"/>
                    <a:pt x="7405" y="1581"/>
                  </a:cubicBezTo>
                  <a:cubicBezTo>
                    <a:pt x="7357" y="697"/>
                    <a:pt x="6626" y="4"/>
                    <a:pt x="5741" y="4"/>
                  </a:cubicBezTo>
                  <a:cubicBezTo>
                    <a:pt x="5501" y="4"/>
                    <a:pt x="5270" y="52"/>
                    <a:pt x="5049" y="148"/>
                  </a:cubicBezTo>
                  <a:cubicBezTo>
                    <a:pt x="4847" y="254"/>
                    <a:pt x="4655" y="389"/>
                    <a:pt x="4501" y="562"/>
                  </a:cubicBezTo>
                  <a:cubicBezTo>
                    <a:pt x="4364" y="531"/>
                    <a:pt x="4227" y="516"/>
                    <a:pt x="4092" y="516"/>
                  </a:cubicBezTo>
                  <a:cubicBezTo>
                    <a:pt x="3343" y="516"/>
                    <a:pt x="2652" y="973"/>
                    <a:pt x="2376" y="1706"/>
                  </a:cubicBezTo>
                  <a:cubicBezTo>
                    <a:pt x="2356" y="1754"/>
                    <a:pt x="2347" y="1802"/>
                    <a:pt x="2327" y="1850"/>
                  </a:cubicBezTo>
                  <a:cubicBezTo>
                    <a:pt x="2212" y="2264"/>
                    <a:pt x="2241" y="2716"/>
                    <a:pt x="2424" y="3110"/>
                  </a:cubicBezTo>
                  <a:lnTo>
                    <a:pt x="2376" y="3120"/>
                  </a:lnTo>
                  <a:cubicBezTo>
                    <a:pt x="298" y="3851"/>
                    <a:pt x="0" y="6678"/>
                    <a:pt x="1875" y="7822"/>
                  </a:cubicBezTo>
                  <a:cubicBezTo>
                    <a:pt x="1041" y="9049"/>
                    <a:pt x="1918" y="10707"/>
                    <a:pt x="3401" y="10707"/>
                  </a:cubicBezTo>
                  <a:cubicBezTo>
                    <a:pt x="3405" y="10707"/>
                    <a:pt x="3410" y="10707"/>
                    <a:pt x="3414" y="10707"/>
                  </a:cubicBezTo>
                  <a:cubicBezTo>
                    <a:pt x="3683" y="10697"/>
                    <a:pt x="3953" y="10640"/>
                    <a:pt x="4203" y="10515"/>
                  </a:cubicBezTo>
                  <a:cubicBezTo>
                    <a:pt x="4442" y="11163"/>
                    <a:pt x="5059" y="11581"/>
                    <a:pt x="5742" y="11581"/>
                  </a:cubicBezTo>
                  <a:cubicBezTo>
                    <a:pt x="5799" y="11581"/>
                    <a:pt x="5857" y="11578"/>
                    <a:pt x="5914" y="11572"/>
                  </a:cubicBezTo>
                  <a:cubicBezTo>
                    <a:pt x="6655" y="11505"/>
                    <a:pt x="7260" y="10938"/>
                    <a:pt x="7385" y="10207"/>
                  </a:cubicBezTo>
                  <a:cubicBezTo>
                    <a:pt x="7395" y="10159"/>
                    <a:pt x="7405" y="10101"/>
                    <a:pt x="7405" y="10053"/>
                  </a:cubicBezTo>
                  <a:cubicBezTo>
                    <a:pt x="7405" y="10082"/>
                    <a:pt x="7414" y="10120"/>
                    <a:pt x="7414" y="10159"/>
                  </a:cubicBezTo>
                  <a:cubicBezTo>
                    <a:pt x="7539" y="10966"/>
                    <a:pt x="8241" y="11572"/>
                    <a:pt x="9068" y="11572"/>
                  </a:cubicBezTo>
                  <a:cubicBezTo>
                    <a:pt x="9395" y="11572"/>
                    <a:pt x="9732" y="11466"/>
                    <a:pt x="10001" y="11274"/>
                  </a:cubicBezTo>
                  <a:cubicBezTo>
                    <a:pt x="10270" y="11091"/>
                    <a:pt x="10482" y="10832"/>
                    <a:pt x="10607" y="10524"/>
                  </a:cubicBezTo>
                  <a:cubicBezTo>
                    <a:pt x="10847" y="10640"/>
                    <a:pt x="11116" y="10707"/>
                    <a:pt x="11386" y="10707"/>
                  </a:cubicBezTo>
                  <a:cubicBezTo>
                    <a:pt x="11393" y="10707"/>
                    <a:pt x="11399" y="10707"/>
                    <a:pt x="11406" y="10707"/>
                  </a:cubicBezTo>
                  <a:cubicBezTo>
                    <a:pt x="12282" y="10707"/>
                    <a:pt x="13031" y="10094"/>
                    <a:pt x="13213" y="9245"/>
                  </a:cubicBezTo>
                  <a:cubicBezTo>
                    <a:pt x="13222" y="9207"/>
                    <a:pt x="13232" y="9168"/>
                    <a:pt x="13232" y="9130"/>
                  </a:cubicBezTo>
                  <a:cubicBezTo>
                    <a:pt x="13242" y="9062"/>
                    <a:pt x="13242" y="8995"/>
                    <a:pt x="13251" y="8928"/>
                  </a:cubicBezTo>
                  <a:cubicBezTo>
                    <a:pt x="13261" y="8534"/>
                    <a:pt x="13145" y="8149"/>
                    <a:pt x="12924" y="7822"/>
                  </a:cubicBezTo>
                  <a:cubicBezTo>
                    <a:pt x="13040" y="7755"/>
                    <a:pt x="13145" y="7678"/>
                    <a:pt x="13251" y="7582"/>
                  </a:cubicBezTo>
                  <a:cubicBezTo>
                    <a:pt x="13280" y="7562"/>
                    <a:pt x="13309" y="7534"/>
                    <a:pt x="13338" y="7505"/>
                  </a:cubicBezTo>
                  <a:cubicBezTo>
                    <a:pt x="13405" y="7447"/>
                    <a:pt x="13463" y="7389"/>
                    <a:pt x="13520" y="7322"/>
                  </a:cubicBezTo>
                  <a:cubicBezTo>
                    <a:pt x="13944" y="6851"/>
                    <a:pt x="14174" y="6226"/>
                    <a:pt x="14174" y="5591"/>
                  </a:cubicBezTo>
                  <a:cubicBezTo>
                    <a:pt x="14174" y="4466"/>
                    <a:pt x="13453" y="3466"/>
                    <a:pt x="12376" y="3110"/>
                  </a:cubicBezTo>
                  <a:cubicBezTo>
                    <a:pt x="12569" y="2687"/>
                    <a:pt x="12597" y="2216"/>
                    <a:pt x="12453" y="1783"/>
                  </a:cubicBezTo>
                  <a:cubicBezTo>
                    <a:pt x="12443" y="1754"/>
                    <a:pt x="12434" y="1725"/>
                    <a:pt x="12424" y="1706"/>
                  </a:cubicBezTo>
                  <a:cubicBezTo>
                    <a:pt x="12147" y="973"/>
                    <a:pt x="11457" y="516"/>
                    <a:pt x="10708" y="516"/>
                  </a:cubicBezTo>
                  <a:cubicBezTo>
                    <a:pt x="10573" y="516"/>
                    <a:pt x="10436" y="531"/>
                    <a:pt x="10299" y="562"/>
                  </a:cubicBezTo>
                  <a:cubicBezTo>
                    <a:pt x="9955" y="174"/>
                    <a:pt x="9509" y="0"/>
                    <a:pt x="9070" y="0"/>
                  </a:cubicBezTo>
                  <a:close/>
                </a:path>
              </a:pathLst>
            </a:custGeom>
            <a:solidFill>
              <a:srgbClr val="ACB6C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817" name="Google Shape;16817;p45"/>
            <p:cNvSpPr/>
            <p:nvPr/>
          </p:nvSpPr>
          <p:spPr>
            <a:xfrm>
              <a:off x="3511347" y="3920676"/>
              <a:ext cx="346804" cy="221159"/>
            </a:xfrm>
            <a:custGeom>
              <a:rect b="b" l="l" r="r" t="t"/>
              <a:pathLst>
                <a:path extrusionOk="0" h="8463" w="13271">
                  <a:moveTo>
                    <a:pt x="2443" y="0"/>
                  </a:moveTo>
                  <a:cubicBezTo>
                    <a:pt x="328" y="702"/>
                    <a:pt x="1" y="3558"/>
                    <a:pt x="1895" y="4722"/>
                  </a:cubicBezTo>
                  <a:cubicBezTo>
                    <a:pt x="1017" y="6019"/>
                    <a:pt x="2050" y="7594"/>
                    <a:pt x="3404" y="7594"/>
                  </a:cubicBezTo>
                  <a:cubicBezTo>
                    <a:pt x="3665" y="7594"/>
                    <a:pt x="3939" y="7535"/>
                    <a:pt x="4213" y="7405"/>
                  </a:cubicBezTo>
                  <a:cubicBezTo>
                    <a:pt x="4494" y="8114"/>
                    <a:pt x="5121" y="8452"/>
                    <a:pt x="5747" y="8452"/>
                  </a:cubicBezTo>
                  <a:cubicBezTo>
                    <a:pt x="6487" y="8452"/>
                    <a:pt x="7224" y="7978"/>
                    <a:pt x="7386" y="7087"/>
                  </a:cubicBezTo>
                  <a:cubicBezTo>
                    <a:pt x="7395" y="7039"/>
                    <a:pt x="7405" y="6991"/>
                    <a:pt x="7405" y="6943"/>
                  </a:cubicBezTo>
                  <a:lnTo>
                    <a:pt x="7405" y="6933"/>
                  </a:lnTo>
                  <a:cubicBezTo>
                    <a:pt x="7405" y="6962"/>
                    <a:pt x="7415" y="7010"/>
                    <a:pt x="7415" y="7039"/>
                  </a:cubicBezTo>
                  <a:cubicBezTo>
                    <a:pt x="7540" y="7856"/>
                    <a:pt x="8251" y="8462"/>
                    <a:pt x="9078" y="8462"/>
                  </a:cubicBezTo>
                  <a:cubicBezTo>
                    <a:pt x="9415" y="8462"/>
                    <a:pt x="9742" y="8356"/>
                    <a:pt x="10021" y="8164"/>
                  </a:cubicBezTo>
                  <a:cubicBezTo>
                    <a:pt x="10290" y="7972"/>
                    <a:pt x="10501" y="7712"/>
                    <a:pt x="10617" y="7414"/>
                  </a:cubicBezTo>
                  <a:cubicBezTo>
                    <a:pt x="10867" y="7530"/>
                    <a:pt x="11126" y="7587"/>
                    <a:pt x="11405" y="7597"/>
                  </a:cubicBezTo>
                  <a:cubicBezTo>
                    <a:pt x="12280" y="7597"/>
                    <a:pt x="13040" y="6991"/>
                    <a:pt x="13223" y="6135"/>
                  </a:cubicBezTo>
                  <a:cubicBezTo>
                    <a:pt x="13232" y="6097"/>
                    <a:pt x="13242" y="6058"/>
                    <a:pt x="13242" y="6010"/>
                  </a:cubicBezTo>
                  <a:cubicBezTo>
                    <a:pt x="13252" y="5943"/>
                    <a:pt x="13261" y="5885"/>
                    <a:pt x="13261" y="5818"/>
                  </a:cubicBezTo>
                  <a:cubicBezTo>
                    <a:pt x="13271" y="5577"/>
                    <a:pt x="13232" y="5337"/>
                    <a:pt x="13146" y="5106"/>
                  </a:cubicBezTo>
                  <a:cubicBezTo>
                    <a:pt x="12867" y="5827"/>
                    <a:pt x="12175" y="6299"/>
                    <a:pt x="11405" y="6299"/>
                  </a:cubicBezTo>
                  <a:cubicBezTo>
                    <a:pt x="11175" y="6289"/>
                    <a:pt x="10944" y="6241"/>
                    <a:pt x="10732" y="6154"/>
                  </a:cubicBezTo>
                  <a:cubicBezTo>
                    <a:pt x="10716" y="6150"/>
                    <a:pt x="10700" y="6147"/>
                    <a:pt x="10684" y="6147"/>
                  </a:cubicBezTo>
                  <a:cubicBezTo>
                    <a:pt x="10635" y="6147"/>
                    <a:pt x="10591" y="6171"/>
                    <a:pt x="10569" y="6222"/>
                  </a:cubicBezTo>
                  <a:cubicBezTo>
                    <a:pt x="10444" y="6481"/>
                    <a:pt x="10251" y="6703"/>
                    <a:pt x="10021" y="6866"/>
                  </a:cubicBezTo>
                  <a:cubicBezTo>
                    <a:pt x="9742" y="7058"/>
                    <a:pt x="9415" y="7154"/>
                    <a:pt x="9078" y="7154"/>
                  </a:cubicBezTo>
                  <a:cubicBezTo>
                    <a:pt x="8251" y="7154"/>
                    <a:pt x="7559" y="6558"/>
                    <a:pt x="7434" y="5741"/>
                  </a:cubicBezTo>
                  <a:cubicBezTo>
                    <a:pt x="7424" y="5683"/>
                    <a:pt x="7415" y="5616"/>
                    <a:pt x="7415" y="5558"/>
                  </a:cubicBezTo>
                  <a:cubicBezTo>
                    <a:pt x="7415" y="5635"/>
                    <a:pt x="7405" y="5712"/>
                    <a:pt x="7386" y="5789"/>
                  </a:cubicBezTo>
                  <a:cubicBezTo>
                    <a:pt x="7232" y="6679"/>
                    <a:pt x="6489" y="7170"/>
                    <a:pt x="5740" y="7170"/>
                  </a:cubicBezTo>
                  <a:cubicBezTo>
                    <a:pt x="5177" y="7170"/>
                    <a:pt x="4611" y="6893"/>
                    <a:pt x="4289" y="6299"/>
                  </a:cubicBezTo>
                  <a:cubicBezTo>
                    <a:pt x="4238" y="6205"/>
                    <a:pt x="4150" y="6142"/>
                    <a:pt x="4050" y="6142"/>
                  </a:cubicBezTo>
                  <a:cubicBezTo>
                    <a:pt x="4037" y="6142"/>
                    <a:pt x="4024" y="6143"/>
                    <a:pt x="4011" y="6145"/>
                  </a:cubicBezTo>
                  <a:cubicBezTo>
                    <a:pt x="3948" y="6150"/>
                    <a:pt x="3888" y="6152"/>
                    <a:pt x="3832" y="6152"/>
                  </a:cubicBezTo>
                  <a:cubicBezTo>
                    <a:pt x="2760" y="6152"/>
                    <a:pt x="2848" y="5316"/>
                    <a:pt x="2866" y="4924"/>
                  </a:cubicBezTo>
                  <a:cubicBezTo>
                    <a:pt x="2876" y="4799"/>
                    <a:pt x="2818" y="4674"/>
                    <a:pt x="2712" y="4597"/>
                  </a:cubicBezTo>
                  <a:cubicBezTo>
                    <a:pt x="2068" y="4116"/>
                    <a:pt x="1760" y="3356"/>
                    <a:pt x="1760" y="2491"/>
                  </a:cubicBezTo>
                  <a:cubicBezTo>
                    <a:pt x="1760" y="1952"/>
                    <a:pt x="1924" y="1433"/>
                    <a:pt x="2232" y="991"/>
                  </a:cubicBezTo>
                  <a:cubicBezTo>
                    <a:pt x="2366" y="808"/>
                    <a:pt x="2520" y="635"/>
                    <a:pt x="2693" y="471"/>
                  </a:cubicBezTo>
                  <a:cubicBezTo>
                    <a:pt x="2809" y="356"/>
                    <a:pt x="2539" y="164"/>
                    <a:pt x="2453" y="19"/>
                  </a:cubicBezTo>
                  <a:lnTo>
                    <a:pt x="2443" y="0"/>
                  </a:lnTo>
                  <a:close/>
                </a:path>
              </a:pathLst>
            </a:custGeom>
            <a:solidFill>
              <a:srgbClr val="7E8D9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818" name="Google Shape;16818;p45"/>
            <p:cNvSpPr/>
            <p:nvPr/>
          </p:nvSpPr>
          <p:spPr>
            <a:xfrm>
              <a:off x="3506590" y="3833812"/>
              <a:ext cx="396796" cy="313407"/>
            </a:xfrm>
            <a:custGeom>
              <a:rect b="b" l="l" r="r" t="t"/>
              <a:pathLst>
                <a:path extrusionOk="0" h="11993" w="15184">
                  <a:moveTo>
                    <a:pt x="5938" y="0"/>
                  </a:moveTo>
                  <a:cubicBezTo>
                    <a:pt x="5471" y="0"/>
                    <a:pt x="5001" y="174"/>
                    <a:pt x="4635" y="536"/>
                  </a:cubicBezTo>
                  <a:lnTo>
                    <a:pt x="4625" y="545"/>
                  </a:lnTo>
                  <a:lnTo>
                    <a:pt x="4606" y="545"/>
                  </a:lnTo>
                  <a:cubicBezTo>
                    <a:pt x="4494" y="527"/>
                    <a:pt x="4383" y="518"/>
                    <a:pt x="4274" y="518"/>
                  </a:cubicBezTo>
                  <a:cubicBezTo>
                    <a:pt x="2931" y="518"/>
                    <a:pt x="1909" y="1837"/>
                    <a:pt x="2327" y="3180"/>
                  </a:cubicBezTo>
                  <a:lnTo>
                    <a:pt x="2337" y="3199"/>
                  </a:lnTo>
                  <a:lnTo>
                    <a:pt x="2317" y="3209"/>
                  </a:lnTo>
                  <a:cubicBezTo>
                    <a:pt x="308" y="4074"/>
                    <a:pt x="0" y="6796"/>
                    <a:pt x="1760" y="8094"/>
                  </a:cubicBezTo>
                  <a:lnTo>
                    <a:pt x="1779" y="8103"/>
                  </a:lnTo>
                  <a:lnTo>
                    <a:pt x="1769" y="8132"/>
                  </a:lnTo>
                  <a:cubicBezTo>
                    <a:pt x="1035" y="9560"/>
                    <a:pt x="2134" y="11132"/>
                    <a:pt x="3581" y="11132"/>
                  </a:cubicBezTo>
                  <a:cubicBezTo>
                    <a:pt x="3801" y="11132"/>
                    <a:pt x="4029" y="11096"/>
                    <a:pt x="4260" y="11017"/>
                  </a:cubicBezTo>
                  <a:lnTo>
                    <a:pt x="4279" y="11007"/>
                  </a:lnTo>
                  <a:lnTo>
                    <a:pt x="4298" y="11027"/>
                  </a:lnTo>
                  <a:cubicBezTo>
                    <a:pt x="4414" y="11248"/>
                    <a:pt x="4587" y="11440"/>
                    <a:pt x="4789" y="11594"/>
                  </a:cubicBezTo>
                  <a:cubicBezTo>
                    <a:pt x="4832" y="11628"/>
                    <a:pt x="4877" y="11642"/>
                    <a:pt x="4919" y="11642"/>
                  </a:cubicBezTo>
                  <a:cubicBezTo>
                    <a:pt x="5093" y="11642"/>
                    <a:pt x="5226" y="11399"/>
                    <a:pt x="5048" y="11267"/>
                  </a:cubicBezTo>
                  <a:cubicBezTo>
                    <a:pt x="4837" y="11104"/>
                    <a:pt x="4683" y="10892"/>
                    <a:pt x="4587" y="10652"/>
                  </a:cubicBezTo>
                  <a:cubicBezTo>
                    <a:pt x="4551" y="10566"/>
                    <a:pt x="4468" y="10518"/>
                    <a:pt x="4385" y="10518"/>
                  </a:cubicBezTo>
                  <a:cubicBezTo>
                    <a:pt x="4355" y="10518"/>
                    <a:pt x="4326" y="10524"/>
                    <a:pt x="4298" y="10536"/>
                  </a:cubicBezTo>
                  <a:cubicBezTo>
                    <a:pt x="4062" y="10650"/>
                    <a:pt x="3820" y="10702"/>
                    <a:pt x="3585" y="10702"/>
                  </a:cubicBezTo>
                  <a:cubicBezTo>
                    <a:pt x="2670" y="10702"/>
                    <a:pt x="1862" y="9913"/>
                    <a:pt x="1962" y="8911"/>
                  </a:cubicBezTo>
                  <a:cubicBezTo>
                    <a:pt x="2057" y="8081"/>
                    <a:pt x="2740" y="7459"/>
                    <a:pt x="3568" y="7459"/>
                  </a:cubicBezTo>
                  <a:cubicBezTo>
                    <a:pt x="3574" y="7459"/>
                    <a:pt x="3580" y="7459"/>
                    <a:pt x="3587" y="7459"/>
                  </a:cubicBezTo>
                  <a:cubicBezTo>
                    <a:pt x="3866" y="7459"/>
                    <a:pt x="3866" y="7026"/>
                    <a:pt x="3587" y="7026"/>
                  </a:cubicBezTo>
                  <a:cubicBezTo>
                    <a:pt x="2991" y="7026"/>
                    <a:pt x="2433" y="7286"/>
                    <a:pt x="2048" y="7738"/>
                  </a:cubicBezTo>
                  <a:lnTo>
                    <a:pt x="2029" y="7757"/>
                  </a:lnTo>
                  <a:lnTo>
                    <a:pt x="2010" y="7738"/>
                  </a:lnTo>
                  <a:cubicBezTo>
                    <a:pt x="510" y="6632"/>
                    <a:pt x="779" y="4324"/>
                    <a:pt x="2491" y="3593"/>
                  </a:cubicBezTo>
                  <a:lnTo>
                    <a:pt x="2510" y="3584"/>
                  </a:lnTo>
                  <a:lnTo>
                    <a:pt x="2519" y="3603"/>
                  </a:lnTo>
                  <a:cubicBezTo>
                    <a:pt x="2894" y="4228"/>
                    <a:pt x="3558" y="4603"/>
                    <a:pt x="4289" y="4613"/>
                  </a:cubicBezTo>
                  <a:cubicBezTo>
                    <a:pt x="4568" y="4613"/>
                    <a:pt x="4568" y="4190"/>
                    <a:pt x="4289" y="4190"/>
                  </a:cubicBezTo>
                  <a:cubicBezTo>
                    <a:pt x="4283" y="4190"/>
                    <a:pt x="4277" y="4190"/>
                    <a:pt x="4271" y="4190"/>
                  </a:cubicBezTo>
                  <a:cubicBezTo>
                    <a:pt x="3347" y="4190"/>
                    <a:pt x="2606" y="3434"/>
                    <a:pt x="2635" y="2516"/>
                  </a:cubicBezTo>
                  <a:cubicBezTo>
                    <a:pt x="2662" y="1625"/>
                    <a:pt x="3384" y="935"/>
                    <a:pt x="4255" y="935"/>
                  </a:cubicBezTo>
                  <a:cubicBezTo>
                    <a:pt x="4295" y="935"/>
                    <a:pt x="4335" y="936"/>
                    <a:pt x="4375" y="939"/>
                  </a:cubicBezTo>
                  <a:cubicBezTo>
                    <a:pt x="4914" y="968"/>
                    <a:pt x="5404" y="1257"/>
                    <a:pt x="5673" y="1718"/>
                  </a:cubicBezTo>
                  <a:cubicBezTo>
                    <a:pt x="5720" y="1785"/>
                    <a:pt x="5784" y="1813"/>
                    <a:pt x="5846" y="1813"/>
                  </a:cubicBezTo>
                  <a:cubicBezTo>
                    <a:pt x="5989" y="1813"/>
                    <a:pt x="6126" y="1665"/>
                    <a:pt x="6039" y="1497"/>
                  </a:cubicBezTo>
                  <a:cubicBezTo>
                    <a:pt x="5827" y="1151"/>
                    <a:pt x="5520" y="872"/>
                    <a:pt x="5154" y="699"/>
                  </a:cubicBezTo>
                  <a:lnTo>
                    <a:pt x="5106" y="680"/>
                  </a:lnTo>
                  <a:lnTo>
                    <a:pt x="5154" y="651"/>
                  </a:lnTo>
                  <a:cubicBezTo>
                    <a:pt x="5401" y="493"/>
                    <a:pt x="5668" y="421"/>
                    <a:pt x="5928" y="421"/>
                  </a:cubicBezTo>
                  <a:cubicBezTo>
                    <a:pt x="6680" y="421"/>
                    <a:pt x="7376" y="1022"/>
                    <a:pt x="7376" y="1872"/>
                  </a:cubicBezTo>
                  <a:lnTo>
                    <a:pt x="7376" y="4959"/>
                  </a:lnTo>
                  <a:lnTo>
                    <a:pt x="7347" y="4959"/>
                  </a:lnTo>
                  <a:cubicBezTo>
                    <a:pt x="6924" y="4940"/>
                    <a:pt x="6625" y="4786"/>
                    <a:pt x="6433" y="4459"/>
                  </a:cubicBezTo>
                  <a:cubicBezTo>
                    <a:pt x="6387" y="4387"/>
                    <a:pt x="6323" y="4357"/>
                    <a:pt x="6259" y="4357"/>
                  </a:cubicBezTo>
                  <a:cubicBezTo>
                    <a:pt x="6111" y="4357"/>
                    <a:pt x="5967" y="4519"/>
                    <a:pt x="6068" y="4680"/>
                  </a:cubicBezTo>
                  <a:cubicBezTo>
                    <a:pt x="6347" y="5132"/>
                    <a:pt x="6779" y="5363"/>
                    <a:pt x="7356" y="5382"/>
                  </a:cubicBezTo>
                  <a:lnTo>
                    <a:pt x="7376" y="5382"/>
                  </a:lnTo>
                  <a:lnTo>
                    <a:pt x="7376" y="8603"/>
                  </a:lnTo>
                  <a:lnTo>
                    <a:pt x="7327" y="8555"/>
                  </a:lnTo>
                  <a:cubicBezTo>
                    <a:pt x="7049" y="8286"/>
                    <a:pt x="6683" y="8142"/>
                    <a:pt x="6299" y="8142"/>
                  </a:cubicBezTo>
                  <a:lnTo>
                    <a:pt x="4991" y="8142"/>
                  </a:lnTo>
                  <a:cubicBezTo>
                    <a:pt x="4712" y="8142"/>
                    <a:pt x="4712" y="8565"/>
                    <a:pt x="4991" y="8565"/>
                  </a:cubicBezTo>
                  <a:lnTo>
                    <a:pt x="6299" y="8565"/>
                  </a:lnTo>
                  <a:cubicBezTo>
                    <a:pt x="6895" y="8565"/>
                    <a:pt x="7385" y="9046"/>
                    <a:pt x="7385" y="9642"/>
                  </a:cubicBezTo>
                  <a:lnTo>
                    <a:pt x="7385" y="10113"/>
                  </a:lnTo>
                  <a:cubicBezTo>
                    <a:pt x="7385" y="10927"/>
                    <a:pt x="6717" y="11565"/>
                    <a:pt x="5937" y="11565"/>
                  </a:cubicBezTo>
                  <a:cubicBezTo>
                    <a:pt x="5860" y="11565"/>
                    <a:pt x="5781" y="11559"/>
                    <a:pt x="5702" y="11546"/>
                  </a:cubicBezTo>
                  <a:lnTo>
                    <a:pt x="5664" y="11546"/>
                  </a:lnTo>
                  <a:cubicBezTo>
                    <a:pt x="5404" y="11546"/>
                    <a:pt x="5375" y="11931"/>
                    <a:pt x="5635" y="11969"/>
                  </a:cubicBezTo>
                  <a:cubicBezTo>
                    <a:pt x="5733" y="11985"/>
                    <a:pt x="5831" y="11992"/>
                    <a:pt x="5928" y="11992"/>
                  </a:cubicBezTo>
                  <a:cubicBezTo>
                    <a:pt x="6602" y="11992"/>
                    <a:pt x="7232" y="11623"/>
                    <a:pt x="7568" y="11027"/>
                  </a:cubicBezTo>
                  <a:lnTo>
                    <a:pt x="7587" y="10979"/>
                  </a:lnTo>
                  <a:lnTo>
                    <a:pt x="7616" y="11027"/>
                  </a:lnTo>
                  <a:cubicBezTo>
                    <a:pt x="7951" y="11630"/>
                    <a:pt x="8587" y="11993"/>
                    <a:pt x="9260" y="11993"/>
                  </a:cubicBezTo>
                  <a:cubicBezTo>
                    <a:pt x="9359" y="11993"/>
                    <a:pt x="9459" y="11985"/>
                    <a:pt x="9558" y="11969"/>
                  </a:cubicBezTo>
                  <a:cubicBezTo>
                    <a:pt x="9822" y="11924"/>
                    <a:pt x="9776" y="11552"/>
                    <a:pt x="9535" y="11552"/>
                  </a:cubicBezTo>
                  <a:cubicBezTo>
                    <a:pt x="9521" y="11552"/>
                    <a:pt x="9506" y="11553"/>
                    <a:pt x="9491" y="11555"/>
                  </a:cubicBezTo>
                  <a:cubicBezTo>
                    <a:pt x="9415" y="11567"/>
                    <a:pt x="9339" y="11573"/>
                    <a:pt x="9265" y="11573"/>
                  </a:cubicBezTo>
                  <a:cubicBezTo>
                    <a:pt x="8475" y="11573"/>
                    <a:pt x="7808" y="10940"/>
                    <a:pt x="7808" y="10123"/>
                  </a:cubicBezTo>
                  <a:lnTo>
                    <a:pt x="7808" y="8257"/>
                  </a:lnTo>
                  <a:cubicBezTo>
                    <a:pt x="7808" y="7661"/>
                    <a:pt x="8289" y="7180"/>
                    <a:pt x="8895" y="7180"/>
                  </a:cubicBezTo>
                  <a:lnTo>
                    <a:pt x="10789" y="7180"/>
                  </a:lnTo>
                  <a:cubicBezTo>
                    <a:pt x="11078" y="7180"/>
                    <a:pt x="11078" y="6757"/>
                    <a:pt x="10789" y="6757"/>
                  </a:cubicBezTo>
                  <a:lnTo>
                    <a:pt x="8895" y="6757"/>
                  </a:lnTo>
                  <a:cubicBezTo>
                    <a:pt x="8510" y="6757"/>
                    <a:pt x="8135" y="6901"/>
                    <a:pt x="7856" y="7171"/>
                  </a:cubicBezTo>
                  <a:lnTo>
                    <a:pt x="7808" y="7219"/>
                  </a:lnTo>
                  <a:lnTo>
                    <a:pt x="7808" y="6344"/>
                  </a:lnTo>
                  <a:lnTo>
                    <a:pt x="7837" y="6344"/>
                  </a:lnTo>
                  <a:cubicBezTo>
                    <a:pt x="8731" y="6305"/>
                    <a:pt x="9443" y="5565"/>
                    <a:pt x="9443" y="4670"/>
                  </a:cubicBezTo>
                  <a:cubicBezTo>
                    <a:pt x="9443" y="4531"/>
                    <a:pt x="9335" y="4461"/>
                    <a:pt x="9227" y="4461"/>
                  </a:cubicBezTo>
                  <a:cubicBezTo>
                    <a:pt x="9118" y="4461"/>
                    <a:pt x="9010" y="4531"/>
                    <a:pt x="9010" y="4670"/>
                  </a:cubicBezTo>
                  <a:cubicBezTo>
                    <a:pt x="9010" y="5334"/>
                    <a:pt x="8501" y="5872"/>
                    <a:pt x="7847" y="5920"/>
                  </a:cubicBezTo>
                  <a:lnTo>
                    <a:pt x="7818" y="5920"/>
                  </a:lnTo>
                  <a:lnTo>
                    <a:pt x="7818" y="1882"/>
                  </a:lnTo>
                  <a:cubicBezTo>
                    <a:pt x="7818" y="1031"/>
                    <a:pt x="8513" y="431"/>
                    <a:pt x="9265" y="431"/>
                  </a:cubicBezTo>
                  <a:cubicBezTo>
                    <a:pt x="9525" y="431"/>
                    <a:pt x="9792" y="502"/>
                    <a:pt x="10039" y="661"/>
                  </a:cubicBezTo>
                  <a:lnTo>
                    <a:pt x="10078" y="689"/>
                  </a:lnTo>
                  <a:lnTo>
                    <a:pt x="10039" y="709"/>
                  </a:lnTo>
                  <a:cubicBezTo>
                    <a:pt x="9664" y="882"/>
                    <a:pt x="9356" y="1161"/>
                    <a:pt x="9154" y="1507"/>
                  </a:cubicBezTo>
                  <a:cubicBezTo>
                    <a:pt x="9067" y="1669"/>
                    <a:pt x="9202" y="1821"/>
                    <a:pt x="9343" y="1821"/>
                  </a:cubicBezTo>
                  <a:cubicBezTo>
                    <a:pt x="9403" y="1821"/>
                    <a:pt x="9464" y="1794"/>
                    <a:pt x="9510" y="1728"/>
                  </a:cubicBezTo>
                  <a:cubicBezTo>
                    <a:pt x="9828" y="1201"/>
                    <a:pt x="10366" y="939"/>
                    <a:pt x="10903" y="939"/>
                  </a:cubicBezTo>
                  <a:cubicBezTo>
                    <a:pt x="11455" y="939"/>
                    <a:pt x="12006" y="1216"/>
                    <a:pt x="12318" y="1766"/>
                  </a:cubicBezTo>
                  <a:cubicBezTo>
                    <a:pt x="12934" y="2853"/>
                    <a:pt x="12145" y="4190"/>
                    <a:pt x="10905" y="4190"/>
                  </a:cubicBezTo>
                  <a:cubicBezTo>
                    <a:pt x="10616" y="4190"/>
                    <a:pt x="10616" y="4613"/>
                    <a:pt x="10905" y="4613"/>
                  </a:cubicBezTo>
                  <a:cubicBezTo>
                    <a:pt x="11626" y="4613"/>
                    <a:pt x="12299" y="4228"/>
                    <a:pt x="12664" y="3613"/>
                  </a:cubicBezTo>
                  <a:lnTo>
                    <a:pt x="12684" y="3584"/>
                  </a:lnTo>
                  <a:lnTo>
                    <a:pt x="12703" y="3593"/>
                  </a:lnTo>
                  <a:cubicBezTo>
                    <a:pt x="14414" y="4324"/>
                    <a:pt x="14674" y="6642"/>
                    <a:pt x="13184" y="7738"/>
                  </a:cubicBezTo>
                  <a:lnTo>
                    <a:pt x="13164" y="7757"/>
                  </a:lnTo>
                  <a:lnTo>
                    <a:pt x="13145" y="7738"/>
                  </a:lnTo>
                  <a:cubicBezTo>
                    <a:pt x="12761" y="7286"/>
                    <a:pt x="12193" y="7036"/>
                    <a:pt x="11607" y="7036"/>
                  </a:cubicBezTo>
                  <a:cubicBezTo>
                    <a:pt x="11318" y="7036"/>
                    <a:pt x="11318" y="7459"/>
                    <a:pt x="11607" y="7459"/>
                  </a:cubicBezTo>
                  <a:cubicBezTo>
                    <a:pt x="12376" y="7459"/>
                    <a:pt x="13039" y="8007"/>
                    <a:pt x="13193" y="8757"/>
                  </a:cubicBezTo>
                  <a:cubicBezTo>
                    <a:pt x="13328" y="9363"/>
                    <a:pt x="13087" y="9988"/>
                    <a:pt x="12597" y="10363"/>
                  </a:cubicBezTo>
                  <a:cubicBezTo>
                    <a:pt x="12305" y="10592"/>
                    <a:pt x="11952" y="10709"/>
                    <a:pt x="11596" y="10709"/>
                  </a:cubicBezTo>
                  <a:cubicBezTo>
                    <a:pt x="11354" y="10709"/>
                    <a:pt x="11111" y="10655"/>
                    <a:pt x="10885" y="10546"/>
                  </a:cubicBezTo>
                  <a:cubicBezTo>
                    <a:pt x="10852" y="10529"/>
                    <a:pt x="10818" y="10521"/>
                    <a:pt x="10785" y="10521"/>
                  </a:cubicBezTo>
                  <a:cubicBezTo>
                    <a:pt x="10704" y="10521"/>
                    <a:pt x="10631" y="10569"/>
                    <a:pt x="10597" y="10652"/>
                  </a:cubicBezTo>
                  <a:cubicBezTo>
                    <a:pt x="10501" y="10892"/>
                    <a:pt x="10337" y="11104"/>
                    <a:pt x="10135" y="11267"/>
                  </a:cubicBezTo>
                  <a:cubicBezTo>
                    <a:pt x="9957" y="11406"/>
                    <a:pt x="10091" y="11652"/>
                    <a:pt x="10265" y="11652"/>
                  </a:cubicBezTo>
                  <a:cubicBezTo>
                    <a:pt x="10307" y="11652"/>
                    <a:pt x="10352" y="11637"/>
                    <a:pt x="10395" y="11604"/>
                  </a:cubicBezTo>
                  <a:cubicBezTo>
                    <a:pt x="10597" y="11440"/>
                    <a:pt x="10760" y="11248"/>
                    <a:pt x="10885" y="11027"/>
                  </a:cubicBezTo>
                  <a:lnTo>
                    <a:pt x="10895" y="11007"/>
                  </a:lnTo>
                  <a:lnTo>
                    <a:pt x="10914" y="11017"/>
                  </a:lnTo>
                  <a:cubicBezTo>
                    <a:pt x="11134" y="11093"/>
                    <a:pt x="11363" y="11130"/>
                    <a:pt x="11592" y="11130"/>
                  </a:cubicBezTo>
                  <a:cubicBezTo>
                    <a:pt x="12031" y="11130"/>
                    <a:pt x="12467" y="10991"/>
                    <a:pt x="12828" y="10719"/>
                  </a:cubicBezTo>
                  <a:cubicBezTo>
                    <a:pt x="13376" y="10315"/>
                    <a:pt x="13684" y="9652"/>
                    <a:pt x="13645" y="8969"/>
                  </a:cubicBezTo>
                  <a:cubicBezTo>
                    <a:pt x="13626" y="8671"/>
                    <a:pt x="13549" y="8392"/>
                    <a:pt x="13405" y="8132"/>
                  </a:cubicBezTo>
                  <a:lnTo>
                    <a:pt x="13395" y="8103"/>
                  </a:lnTo>
                  <a:lnTo>
                    <a:pt x="13414" y="8094"/>
                  </a:lnTo>
                  <a:cubicBezTo>
                    <a:pt x="15184" y="6796"/>
                    <a:pt x="14876" y="4074"/>
                    <a:pt x="12866" y="3209"/>
                  </a:cubicBezTo>
                  <a:lnTo>
                    <a:pt x="12876" y="3209"/>
                  </a:lnTo>
                  <a:lnTo>
                    <a:pt x="12857" y="3199"/>
                  </a:lnTo>
                  <a:lnTo>
                    <a:pt x="12857" y="3170"/>
                  </a:lnTo>
                  <a:cubicBezTo>
                    <a:pt x="13276" y="1832"/>
                    <a:pt x="12255" y="511"/>
                    <a:pt x="10908" y="511"/>
                  </a:cubicBezTo>
                  <a:cubicBezTo>
                    <a:pt x="10803" y="511"/>
                    <a:pt x="10696" y="519"/>
                    <a:pt x="10587" y="536"/>
                  </a:cubicBezTo>
                  <a:lnTo>
                    <a:pt x="10568" y="536"/>
                  </a:lnTo>
                  <a:lnTo>
                    <a:pt x="10558" y="526"/>
                  </a:lnTo>
                  <a:cubicBezTo>
                    <a:pt x="10191" y="171"/>
                    <a:pt x="9726" y="1"/>
                    <a:pt x="9266" y="1"/>
                  </a:cubicBezTo>
                  <a:cubicBezTo>
                    <a:pt x="8616" y="1"/>
                    <a:pt x="7974" y="338"/>
                    <a:pt x="7626" y="968"/>
                  </a:cubicBezTo>
                  <a:lnTo>
                    <a:pt x="7597" y="1007"/>
                  </a:lnTo>
                  <a:lnTo>
                    <a:pt x="7577" y="968"/>
                  </a:lnTo>
                  <a:cubicBezTo>
                    <a:pt x="7231" y="336"/>
                    <a:pt x="6587" y="0"/>
                    <a:pt x="5938" y="0"/>
                  </a:cubicBezTo>
                  <a:close/>
                </a:path>
              </a:pathLst>
            </a:custGeom>
            <a:solidFill>
              <a:srgbClr val="63768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6819" name="Google Shape;16819;p45"/>
          <p:cNvGrpSpPr/>
          <p:nvPr/>
        </p:nvGrpSpPr>
        <p:grpSpPr>
          <a:xfrm>
            <a:off x="2769288" y="1780716"/>
            <a:ext cx="104557" cy="366665"/>
            <a:chOff x="2769288" y="1965364"/>
            <a:chExt cx="104557" cy="366665"/>
          </a:xfrm>
        </p:grpSpPr>
        <p:sp>
          <p:nvSpPr>
            <p:cNvPr id="16820" name="Google Shape;16820;p45"/>
            <p:cNvSpPr/>
            <p:nvPr/>
          </p:nvSpPr>
          <p:spPr>
            <a:xfrm>
              <a:off x="2787372" y="1965364"/>
              <a:ext cx="68127" cy="69382"/>
            </a:xfrm>
            <a:custGeom>
              <a:rect b="b" l="l" r="r" t="t"/>
              <a:pathLst>
                <a:path extrusionOk="0" h="2655" w="2607">
                  <a:moveTo>
                    <a:pt x="549" y="1"/>
                  </a:moveTo>
                  <a:cubicBezTo>
                    <a:pt x="251" y="1"/>
                    <a:pt x="1" y="241"/>
                    <a:pt x="1" y="539"/>
                  </a:cubicBezTo>
                  <a:lnTo>
                    <a:pt x="1" y="2116"/>
                  </a:lnTo>
                  <a:cubicBezTo>
                    <a:pt x="1" y="2415"/>
                    <a:pt x="251" y="2655"/>
                    <a:pt x="549" y="2655"/>
                  </a:cubicBezTo>
                  <a:lnTo>
                    <a:pt x="2059" y="2655"/>
                  </a:lnTo>
                  <a:cubicBezTo>
                    <a:pt x="2357" y="2655"/>
                    <a:pt x="2607" y="2415"/>
                    <a:pt x="2607" y="2116"/>
                  </a:cubicBezTo>
                  <a:lnTo>
                    <a:pt x="2607" y="539"/>
                  </a:lnTo>
                  <a:cubicBezTo>
                    <a:pt x="2607" y="241"/>
                    <a:pt x="2357" y="1"/>
                    <a:pt x="2059" y="1"/>
                  </a:cubicBezTo>
                  <a:close/>
                </a:path>
              </a:pathLst>
            </a:custGeom>
            <a:solidFill>
              <a:srgbClr val="CFD6D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821" name="Google Shape;16821;p45"/>
            <p:cNvSpPr/>
            <p:nvPr/>
          </p:nvSpPr>
          <p:spPr>
            <a:xfrm>
              <a:off x="2778853" y="2014624"/>
              <a:ext cx="85192" cy="55323"/>
            </a:xfrm>
            <a:custGeom>
              <a:rect b="b" l="l" r="r" t="t"/>
              <a:pathLst>
                <a:path extrusionOk="0" h="2117" w="3260">
                  <a:moveTo>
                    <a:pt x="548" y="1"/>
                  </a:moveTo>
                  <a:cubicBezTo>
                    <a:pt x="240" y="1"/>
                    <a:pt x="0" y="241"/>
                    <a:pt x="0" y="539"/>
                  </a:cubicBezTo>
                  <a:lnTo>
                    <a:pt x="0" y="1568"/>
                  </a:lnTo>
                  <a:cubicBezTo>
                    <a:pt x="0" y="1876"/>
                    <a:pt x="240" y="2116"/>
                    <a:pt x="548" y="2116"/>
                  </a:cubicBezTo>
                  <a:lnTo>
                    <a:pt x="2721" y="2116"/>
                  </a:lnTo>
                  <a:cubicBezTo>
                    <a:pt x="3019" y="2116"/>
                    <a:pt x="3260" y="1876"/>
                    <a:pt x="3260" y="1568"/>
                  </a:cubicBezTo>
                  <a:lnTo>
                    <a:pt x="3260" y="539"/>
                  </a:lnTo>
                  <a:cubicBezTo>
                    <a:pt x="3260" y="241"/>
                    <a:pt x="3019" y="1"/>
                    <a:pt x="2721" y="1"/>
                  </a:cubicBezTo>
                  <a:close/>
                </a:path>
              </a:pathLst>
            </a:custGeom>
            <a:solidFill>
              <a:srgbClr val="B8C2C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822" name="Google Shape;16822;p45"/>
            <p:cNvSpPr/>
            <p:nvPr/>
          </p:nvSpPr>
          <p:spPr>
            <a:xfrm>
              <a:off x="2806239" y="2014624"/>
              <a:ext cx="30418" cy="32195"/>
            </a:xfrm>
            <a:custGeom>
              <a:rect b="b" l="l" r="r" t="t"/>
              <a:pathLst>
                <a:path extrusionOk="0" h="1232" w="1164">
                  <a:moveTo>
                    <a:pt x="0" y="1"/>
                  </a:moveTo>
                  <a:lnTo>
                    <a:pt x="0" y="1231"/>
                  </a:lnTo>
                  <a:lnTo>
                    <a:pt x="1164" y="1231"/>
                  </a:lnTo>
                  <a:lnTo>
                    <a:pt x="1164" y="1"/>
                  </a:lnTo>
                  <a:close/>
                </a:path>
              </a:pathLst>
            </a:custGeom>
            <a:solidFill>
              <a:srgbClr val="CFD6D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823" name="Google Shape;16823;p45"/>
            <p:cNvSpPr/>
            <p:nvPr/>
          </p:nvSpPr>
          <p:spPr>
            <a:xfrm>
              <a:off x="2769288" y="2046793"/>
              <a:ext cx="104556" cy="285236"/>
            </a:xfrm>
            <a:custGeom>
              <a:rect b="b" l="l" r="r" t="t"/>
              <a:pathLst>
                <a:path extrusionOk="0" h="10915" w="4001">
                  <a:moveTo>
                    <a:pt x="472" y="0"/>
                  </a:moveTo>
                  <a:cubicBezTo>
                    <a:pt x="212" y="0"/>
                    <a:pt x="1" y="212"/>
                    <a:pt x="1" y="472"/>
                  </a:cubicBezTo>
                  <a:lnTo>
                    <a:pt x="1" y="10367"/>
                  </a:lnTo>
                  <a:cubicBezTo>
                    <a:pt x="1" y="10665"/>
                    <a:pt x="231" y="10905"/>
                    <a:pt x="529" y="10915"/>
                  </a:cubicBezTo>
                  <a:lnTo>
                    <a:pt x="3462" y="10915"/>
                  </a:lnTo>
                  <a:cubicBezTo>
                    <a:pt x="3760" y="10905"/>
                    <a:pt x="3991" y="10665"/>
                    <a:pt x="4001" y="10367"/>
                  </a:cubicBezTo>
                  <a:lnTo>
                    <a:pt x="4001" y="472"/>
                  </a:lnTo>
                  <a:cubicBezTo>
                    <a:pt x="4001" y="212"/>
                    <a:pt x="3789" y="0"/>
                    <a:pt x="3520" y="0"/>
                  </a:cubicBezTo>
                  <a:close/>
                </a:path>
              </a:pathLst>
            </a:custGeom>
            <a:solidFill>
              <a:srgbClr val="C5D1D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824" name="Google Shape;16824;p45"/>
            <p:cNvSpPr/>
            <p:nvPr/>
          </p:nvSpPr>
          <p:spPr>
            <a:xfrm>
              <a:off x="2793670" y="2046793"/>
              <a:ext cx="80175" cy="214626"/>
            </a:xfrm>
            <a:custGeom>
              <a:rect b="b" l="l" r="r" t="t"/>
              <a:pathLst>
                <a:path extrusionOk="0" h="8213" w="3068">
                  <a:moveTo>
                    <a:pt x="0" y="0"/>
                  </a:moveTo>
                  <a:lnTo>
                    <a:pt x="0" y="7674"/>
                  </a:lnTo>
                  <a:cubicBezTo>
                    <a:pt x="10" y="7963"/>
                    <a:pt x="241" y="8213"/>
                    <a:pt x="539" y="8213"/>
                  </a:cubicBezTo>
                  <a:lnTo>
                    <a:pt x="3068" y="8213"/>
                  </a:lnTo>
                  <a:lnTo>
                    <a:pt x="3068" y="472"/>
                  </a:lnTo>
                  <a:cubicBezTo>
                    <a:pt x="3068" y="212"/>
                    <a:pt x="2856" y="0"/>
                    <a:pt x="2587" y="0"/>
                  </a:cubicBezTo>
                  <a:close/>
                </a:path>
              </a:pathLst>
            </a:custGeom>
            <a:solidFill>
              <a:srgbClr val="CED7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825" name="Google Shape;16825;p45"/>
            <p:cNvSpPr/>
            <p:nvPr/>
          </p:nvSpPr>
          <p:spPr>
            <a:xfrm>
              <a:off x="2769288" y="2287787"/>
              <a:ext cx="104556" cy="44007"/>
            </a:xfrm>
            <a:custGeom>
              <a:rect b="b" l="l" r="r" t="t"/>
              <a:pathLst>
                <a:path extrusionOk="0" h="1684" w="4001">
                  <a:moveTo>
                    <a:pt x="1" y="0"/>
                  </a:moveTo>
                  <a:lnTo>
                    <a:pt x="1" y="1145"/>
                  </a:lnTo>
                  <a:cubicBezTo>
                    <a:pt x="1" y="1443"/>
                    <a:pt x="231" y="1683"/>
                    <a:pt x="529" y="1683"/>
                  </a:cubicBezTo>
                  <a:lnTo>
                    <a:pt x="3462" y="1683"/>
                  </a:lnTo>
                  <a:cubicBezTo>
                    <a:pt x="3760" y="1683"/>
                    <a:pt x="3991" y="1443"/>
                    <a:pt x="4001" y="1145"/>
                  </a:cubicBezTo>
                  <a:lnTo>
                    <a:pt x="4001" y="0"/>
                  </a:lnTo>
                  <a:close/>
                </a:path>
              </a:pathLst>
            </a:custGeom>
            <a:solidFill>
              <a:srgbClr val="CBD2D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826" name="Google Shape;16826;p45"/>
            <p:cNvSpPr/>
            <p:nvPr/>
          </p:nvSpPr>
          <p:spPr>
            <a:xfrm>
              <a:off x="2783373" y="2303492"/>
              <a:ext cx="11080" cy="28537"/>
            </a:xfrm>
            <a:custGeom>
              <a:rect b="b" l="l" r="r" t="t"/>
              <a:pathLst>
                <a:path extrusionOk="0" h="1092" w="424">
                  <a:moveTo>
                    <a:pt x="212" y="0"/>
                  </a:moveTo>
                  <a:cubicBezTo>
                    <a:pt x="106" y="0"/>
                    <a:pt x="0" y="72"/>
                    <a:pt x="0" y="217"/>
                  </a:cubicBezTo>
                  <a:lnTo>
                    <a:pt x="0" y="1044"/>
                  </a:lnTo>
                  <a:cubicBezTo>
                    <a:pt x="0" y="1053"/>
                    <a:pt x="0" y="1072"/>
                    <a:pt x="0" y="1092"/>
                  </a:cubicBezTo>
                  <a:lnTo>
                    <a:pt x="414" y="1092"/>
                  </a:lnTo>
                  <a:cubicBezTo>
                    <a:pt x="414" y="1072"/>
                    <a:pt x="414" y="1053"/>
                    <a:pt x="414" y="1044"/>
                  </a:cubicBezTo>
                  <a:lnTo>
                    <a:pt x="414" y="217"/>
                  </a:lnTo>
                  <a:lnTo>
                    <a:pt x="423" y="217"/>
                  </a:lnTo>
                  <a:cubicBezTo>
                    <a:pt x="423" y="72"/>
                    <a:pt x="317" y="0"/>
                    <a:pt x="212" y="0"/>
                  </a:cubicBezTo>
                  <a:close/>
                </a:path>
              </a:pathLst>
            </a:custGeom>
            <a:solidFill>
              <a:srgbClr val="BCC9D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827" name="Google Shape;16827;p45"/>
            <p:cNvSpPr/>
            <p:nvPr/>
          </p:nvSpPr>
          <p:spPr>
            <a:xfrm>
              <a:off x="2805220" y="2303492"/>
              <a:ext cx="11080" cy="28537"/>
            </a:xfrm>
            <a:custGeom>
              <a:rect b="b" l="l" r="r" t="t"/>
              <a:pathLst>
                <a:path extrusionOk="0" h="1092" w="424">
                  <a:moveTo>
                    <a:pt x="212" y="0"/>
                  </a:moveTo>
                  <a:cubicBezTo>
                    <a:pt x="106" y="0"/>
                    <a:pt x="1" y="72"/>
                    <a:pt x="1" y="217"/>
                  </a:cubicBezTo>
                  <a:lnTo>
                    <a:pt x="1" y="1044"/>
                  </a:lnTo>
                  <a:cubicBezTo>
                    <a:pt x="1" y="1053"/>
                    <a:pt x="1" y="1072"/>
                    <a:pt x="1" y="1092"/>
                  </a:cubicBezTo>
                  <a:lnTo>
                    <a:pt x="414" y="1092"/>
                  </a:lnTo>
                  <a:cubicBezTo>
                    <a:pt x="414" y="1072"/>
                    <a:pt x="414" y="1053"/>
                    <a:pt x="414" y="1044"/>
                  </a:cubicBezTo>
                  <a:lnTo>
                    <a:pt x="414" y="217"/>
                  </a:lnTo>
                  <a:lnTo>
                    <a:pt x="424" y="217"/>
                  </a:lnTo>
                  <a:cubicBezTo>
                    <a:pt x="424" y="72"/>
                    <a:pt x="318" y="0"/>
                    <a:pt x="212" y="0"/>
                  </a:cubicBezTo>
                  <a:close/>
                </a:path>
              </a:pathLst>
            </a:custGeom>
            <a:solidFill>
              <a:srgbClr val="BCC9D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828" name="Google Shape;16828;p45"/>
            <p:cNvSpPr/>
            <p:nvPr/>
          </p:nvSpPr>
          <p:spPr>
            <a:xfrm>
              <a:off x="2827093" y="2303492"/>
              <a:ext cx="11080" cy="28537"/>
            </a:xfrm>
            <a:custGeom>
              <a:rect b="b" l="l" r="r" t="t"/>
              <a:pathLst>
                <a:path extrusionOk="0" h="1092" w="424">
                  <a:moveTo>
                    <a:pt x="212" y="0"/>
                  </a:moveTo>
                  <a:cubicBezTo>
                    <a:pt x="106" y="0"/>
                    <a:pt x="0" y="72"/>
                    <a:pt x="0" y="217"/>
                  </a:cubicBezTo>
                  <a:lnTo>
                    <a:pt x="0" y="1044"/>
                  </a:lnTo>
                  <a:cubicBezTo>
                    <a:pt x="0" y="1053"/>
                    <a:pt x="0" y="1072"/>
                    <a:pt x="0" y="1092"/>
                  </a:cubicBezTo>
                  <a:lnTo>
                    <a:pt x="414" y="1092"/>
                  </a:lnTo>
                  <a:cubicBezTo>
                    <a:pt x="423" y="1072"/>
                    <a:pt x="423" y="1053"/>
                    <a:pt x="414" y="1044"/>
                  </a:cubicBezTo>
                  <a:lnTo>
                    <a:pt x="414" y="217"/>
                  </a:lnTo>
                  <a:lnTo>
                    <a:pt x="423" y="217"/>
                  </a:lnTo>
                  <a:cubicBezTo>
                    <a:pt x="423" y="72"/>
                    <a:pt x="318" y="0"/>
                    <a:pt x="212" y="0"/>
                  </a:cubicBezTo>
                  <a:close/>
                </a:path>
              </a:pathLst>
            </a:custGeom>
            <a:solidFill>
              <a:srgbClr val="BCC9D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829" name="Google Shape;16829;p45"/>
            <p:cNvSpPr/>
            <p:nvPr/>
          </p:nvSpPr>
          <p:spPr>
            <a:xfrm>
              <a:off x="2848940" y="2303414"/>
              <a:ext cx="11342" cy="28380"/>
            </a:xfrm>
            <a:custGeom>
              <a:rect b="b" l="l" r="r" t="t"/>
              <a:pathLst>
                <a:path extrusionOk="0" h="1086" w="434">
                  <a:moveTo>
                    <a:pt x="217" y="1"/>
                  </a:moveTo>
                  <a:cubicBezTo>
                    <a:pt x="109" y="1"/>
                    <a:pt x="1" y="71"/>
                    <a:pt x="1" y="210"/>
                  </a:cubicBezTo>
                  <a:lnTo>
                    <a:pt x="1" y="1047"/>
                  </a:lnTo>
                  <a:cubicBezTo>
                    <a:pt x="1" y="1056"/>
                    <a:pt x="1" y="1075"/>
                    <a:pt x="1" y="1085"/>
                  </a:cubicBezTo>
                  <a:lnTo>
                    <a:pt x="424" y="1085"/>
                  </a:lnTo>
                  <a:cubicBezTo>
                    <a:pt x="424" y="1075"/>
                    <a:pt x="424" y="1056"/>
                    <a:pt x="424" y="1047"/>
                  </a:cubicBezTo>
                  <a:lnTo>
                    <a:pt x="424" y="220"/>
                  </a:lnTo>
                  <a:lnTo>
                    <a:pt x="434" y="210"/>
                  </a:lnTo>
                  <a:cubicBezTo>
                    <a:pt x="434" y="71"/>
                    <a:pt x="325" y="1"/>
                    <a:pt x="217" y="1"/>
                  </a:cubicBezTo>
                  <a:close/>
                </a:path>
              </a:pathLst>
            </a:custGeom>
            <a:solidFill>
              <a:srgbClr val="BCC9D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830" name="Google Shape;16830;p45"/>
            <p:cNvSpPr/>
            <p:nvPr/>
          </p:nvSpPr>
          <p:spPr>
            <a:xfrm>
              <a:off x="2818287" y="2046793"/>
              <a:ext cx="24146" cy="91046"/>
            </a:xfrm>
            <a:custGeom>
              <a:rect b="b" l="l" r="r" t="t"/>
              <a:pathLst>
                <a:path extrusionOk="0" h="3484" w="924">
                  <a:moveTo>
                    <a:pt x="1" y="0"/>
                  </a:moveTo>
                  <a:lnTo>
                    <a:pt x="1" y="3030"/>
                  </a:lnTo>
                  <a:cubicBezTo>
                    <a:pt x="1" y="3332"/>
                    <a:pt x="232" y="3484"/>
                    <a:pt x="462" y="3484"/>
                  </a:cubicBezTo>
                  <a:cubicBezTo>
                    <a:pt x="693" y="3484"/>
                    <a:pt x="924" y="3332"/>
                    <a:pt x="924" y="3030"/>
                  </a:cubicBezTo>
                  <a:lnTo>
                    <a:pt x="924" y="0"/>
                  </a:lnTo>
                  <a:close/>
                </a:path>
              </a:pathLst>
            </a:custGeom>
            <a:solidFill>
              <a:srgbClr val="C1CAD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831" name="Google Shape;16831;p45"/>
            <p:cNvSpPr/>
            <p:nvPr/>
          </p:nvSpPr>
          <p:spPr>
            <a:xfrm>
              <a:off x="2818287" y="2046793"/>
              <a:ext cx="24146" cy="67187"/>
            </a:xfrm>
            <a:custGeom>
              <a:rect b="b" l="l" r="r" t="t"/>
              <a:pathLst>
                <a:path extrusionOk="0" h="2571" w="924">
                  <a:moveTo>
                    <a:pt x="1" y="0"/>
                  </a:moveTo>
                  <a:lnTo>
                    <a:pt x="1" y="2116"/>
                  </a:lnTo>
                  <a:cubicBezTo>
                    <a:pt x="1" y="2419"/>
                    <a:pt x="232" y="2570"/>
                    <a:pt x="462" y="2570"/>
                  </a:cubicBezTo>
                  <a:cubicBezTo>
                    <a:pt x="693" y="2570"/>
                    <a:pt x="924" y="2419"/>
                    <a:pt x="924" y="2116"/>
                  </a:cubicBezTo>
                  <a:lnTo>
                    <a:pt x="924" y="0"/>
                  </a:lnTo>
                  <a:close/>
                </a:path>
              </a:pathLst>
            </a:custGeom>
            <a:solidFill>
              <a:srgbClr val="CFD6D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6832" name="Google Shape;16832;p45"/>
          <p:cNvGrpSpPr/>
          <p:nvPr/>
        </p:nvGrpSpPr>
        <p:grpSpPr>
          <a:xfrm>
            <a:off x="3966679" y="1826213"/>
            <a:ext cx="367162" cy="275698"/>
            <a:chOff x="3966679" y="2010861"/>
            <a:chExt cx="367162" cy="275698"/>
          </a:xfrm>
        </p:grpSpPr>
        <p:sp>
          <p:nvSpPr>
            <p:cNvPr id="16833" name="Google Shape;16833;p45"/>
            <p:cNvSpPr/>
            <p:nvPr/>
          </p:nvSpPr>
          <p:spPr>
            <a:xfrm>
              <a:off x="3966679" y="2038509"/>
              <a:ext cx="367162" cy="248050"/>
            </a:xfrm>
            <a:custGeom>
              <a:rect b="b" l="l" r="r" t="t"/>
              <a:pathLst>
                <a:path extrusionOk="0" h="9492" w="14050">
                  <a:moveTo>
                    <a:pt x="20" y="0"/>
                  </a:moveTo>
                  <a:lnTo>
                    <a:pt x="11" y="8376"/>
                  </a:lnTo>
                  <a:cubicBezTo>
                    <a:pt x="1" y="8982"/>
                    <a:pt x="491" y="9472"/>
                    <a:pt x="1097" y="9472"/>
                  </a:cubicBezTo>
                  <a:lnTo>
                    <a:pt x="14031" y="9491"/>
                  </a:lnTo>
                  <a:lnTo>
                    <a:pt x="14050" y="19"/>
                  </a:lnTo>
                  <a:lnTo>
                    <a:pt x="20" y="0"/>
                  </a:lnTo>
                  <a:close/>
                </a:path>
              </a:pathLst>
            </a:custGeom>
            <a:solidFill>
              <a:srgbClr val="ECEFF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834" name="Google Shape;16834;p45"/>
            <p:cNvSpPr/>
            <p:nvPr/>
          </p:nvSpPr>
          <p:spPr>
            <a:xfrm>
              <a:off x="4067969" y="2068117"/>
              <a:ext cx="236473" cy="185018"/>
            </a:xfrm>
            <a:custGeom>
              <a:rect b="b" l="l" r="r" t="t"/>
              <a:pathLst>
                <a:path extrusionOk="0" h="7080" w="9049">
                  <a:moveTo>
                    <a:pt x="6751" y="435"/>
                  </a:moveTo>
                  <a:lnTo>
                    <a:pt x="6751" y="2012"/>
                  </a:lnTo>
                  <a:lnTo>
                    <a:pt x="3702" y="2012"/>
                  </a:lnTo>
                  <a:lnTo>
                    <a:pt x="3702" y="435"/>
                  </a:lnTo>
                  <a:close/>
                  <a:moveTo>
                    <a:pt x="3270" y="3723"/>
                  </a:moveTo>
                  <a:lnTo>
                    <a:pt x="3270" y="6637"/>
                  </a:lnTo>
                  <a:lnTo>
                    <a:pt x="2010" y="6637"/>
                  </a:lnTo>
                  <a:cubicBezTo>
                    <a:pt x="1135" y="6637"/>
                    <a:pt x="433" y="5925"/>
                    <a:pt x="433" y="5060"/>
                  </a:cubicBezTo>
                  <a:lnTo>
                    <a:pt x="433" y="3723"/>
                  </a:lnTo>
                  <a:close/>
                  <a:moveTo>
                    <a:pt x="8616" y="435"/>
                  </a:moveTo>
                  <a:lnTo>
                    <a:pt x="8607" y="6647"/>
                  </a:lnTo>
                  <a:lnTo>
                    <a:pt x="3693" y="6647"/>
                  </a:lnTo>
                  <a:lnTo>
                    <a:pt x="3702" y="2435"/>
                  </a:lnTo>
                  <a:lnTo>
                    <a:pt x="6953" y="2435"/>
                  </a:lnTo>
                  <a:cubicBezTo>
                    <a:pt x="7078" y="2435"/>
                    <a:pt x="7174" y="2339"/>
                    <a:pt x="7174" y="2223"/>
                  </a:cubicBezTo>
                  <a:lnTo>
                    <a:pt x="7174" y="435"/>
                  </a:lnTo>
                  <a:close/>
                  <a:moveTo>
                    <a:pt x="1661" y="1"/>
                  </a:moveTo>
                  <a:cubicBezTo>
                    <a:pt x="1653" y="1"/>
                    <a:pt x="1644" y="1"/>
                    <a:pt x="1635" y="2"/>
                  </a:cubicBezTo>
                  <a:lnTo>
                    <a:pt x="221" y="2"/>
                  </a:lnTo>
                  <a:cubicBezTo>
                    <a:pt x="106" y="2"/>
                    <a:pt x="10" y="98"/>
                    <a:pt x="10" y="213"/>
                  </a:cubicBezTo>
                  <a:lnTo>
                    <a:pt x="0" y="5060"/>
                  </a:lnTo>
                  <a:cubicBezTo>
                    <a:pt x="0" y="6166"/>
                    <a:pt x="904" y="7070"/>
                    <a:pt x="2010" y="7070"/>
                  </a:cubicBezTo>
                  <a:lnTo>
                    <a:pt x="3693" y="7070"/>
                  </a:lnTo>
                  <a:lnTo>
                    <a:pt x="8818" y="7079"/>
                  </a:lnTo>
                  <a:cubicBezTo>
                    <a:pt x="8943" y="7079"/>
                    <a:pt x="9039" y="6983"/>
                    <a:pt x="9039" y="6868"/>
                  </a:cubicBezTo>
                  <a:lnTo>
                    <a:pt x="9049" y="223"/>
                  </a:lnTo>
                  <a:cubicBezTo>
                    <a:pt x="9049" y="113"/>
                    <a:pt x="8961" y="11"/>
                    <a:pt x="8852" y="11"/>
                  </a:cubicBezTo>
                  <a:cubicBezTo>
                    <a:pt x="8847" y="11"/>
                    <a:pt x="8842" y="11"/>
                    <a:pt x="8837" y="11"/>
                  </a:cubicBezTo>
                  <a:lnTo>
                    <a:pt x="3702" y="2"/>
                  </a:lnTo>
                  <a:lnTo>
                    <a:pt x="2491" y="2"/>
                  </a:lnTo>
                  <a:cubicBezTo>
                    <a:pt x="2482" y="1"/>
                    <a:pt x="2473" y="1"/>
                    <a:pt x="2465" y="1"/>
                  </a:cubicBezTo>
                  <a:cubicBezTo>
                    <a:pt x="2192" y="1"/>
                    <a:pt x="2192" y="426"/>
                    <a:pt x="2465" y="426"/>
                  </a:cubicBezTo>
                  <a:cubicBezTo>
                    <a:pt x="2473" y="426"/>
                    <a:pt x="2482" y="426"/>
                    <a:pt x="2491" y="425"/>
                  </a:cubicBezTo>
                  <a:lnTo>
                    <a:pt x="3279" y="425"/>
                  </a:lnTo>
                  <a:lnTo>
                    <a:pt x="3279" y="3300"/>
                  </a:lnTo>
                  <a:lnTo>
                    <a:pt x="443" y="3300"/>
                  </a:lnTo>
                  <a:lnTo>
                    <a:pt x="443" y="425"/>
                  </a:lnTo>
                  <a:lnTo>
                    <a:pt x="1635" y="425"/>
                  </a:lnTo>
                  <a:cubicBezTo>
                    <a:pt x="1644" y="426"/>
                    <a:pt x="1653" y="426"/>
                    <a:pt x="1661" y="426"/>
                  </a:cubicBezTo>
                  <a:cubicBezTo>
                    <a:pt x="1934" y="426"/>
                    <a:pt x="1934" y="1"/>
                    <a:pt x="1661" y="1"/>
                  </a:cubicBezTo>
                  <a:close/>
                </a:path>
              </a:pathLst>
            </a:custGeom>
            <a:solidFill>
              <a:srgbClr val="7B8E9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835" name="Google Shape;16835;p45"/>
            <p:cNvSpPr/>
            <p:nvPr/>
          </p:nvSpPr>
          <p:spPr>
            <a:xfrm>
              <a:off x="3966941" y="2010861"/>
              <a:ext cx="79443" cy="243764"/>
            </a:xfrm>
            <a:custGeom>
              <a:rect b="b" l="l" r="r" t="t"/>
              <a:pathLst>
                <a:path extrusionOk="0" h="9328" w="3040">
                  <a:moveTo>
                    <a:pt x="1068" y="0"/>
                  </a:moveTo>
                  <a:cubicBezTo>
                    <a:pt x="1001" y="0"/>
                    <a:pt x="933" y="10"/>
                    <a:pt x="866" y="20"/>
                  </a:cubicBezTo>
                  <a:cubicBezTo>
                    <a:pt x="376" y="116"/>
                    <a:pt x="10" y="548"/>
                    <a:pt x="10" y="1058"/>
                  </a:cubicBezTo>
                  <a:lnTo>
                    <a:pt x="10" y="1068"/>
                  </a:lnTo>
                  <a:lnTo>
                    <a:pt x="10" y="1097"/>
                  </a:lnTo>
                  <a:lnTo>
                    <a:pt x="1" y="9328"/>
                  </a:lnTo>
                  <a:cubicBezTo>
                    <a:pt x="67" y="8805"/>
                    <a:pt x="509" y="8405"/>
                    <a:pt x="1030" y="8405"/>
                  </a:cubicBezTo>
                  <a:cubicBezTo>
                    <a:pt x="1036" y="8405"/>
                    <a:pt x="1043" y="8405"/>
                    <a:pt x="1049" y="8405"/>
                  </a:cubicBezTo>
                  <a:lnTo>
                    <a:pt x="3020" y="8405"/>
                  </a:lnTo>
                  <a:lnTo>
                    <a:pt x="3039" y="0"/>
                  </a:lnTo>
                  <a:close/>
                </a:path>
              </a:pathLst>
            </a:custGeom>
            <a:solidFill>
              <a:srgbClr val="C5D0D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836" name="Google Shape;16836;p45"/>
            <p:cNvSpPr/>
            <p:nvPr/>
          </p:nvSpPr>
          <p:spPr>
            <a:xfrm>
              <a:off x="3966941" y="2011357"/>
              <a:ext cx="22657" cy="243032"/>
            </a:xfrm>
            <a:custGeom>
              <a:rect b="b" l="l" r="r" t="t"/>
              <a:pathLst>
                <a:path extrusionOk="0" h="9300" w="867">
                  <a:moveTo>
                    <a:pt x="866" y="1"/>
                  </a:moveTo>
                  <a:cubicBezTo>
                    <a:pt x="366" y="97"/>
                    <a:pt x="10" y="529"/>
                    <a:pt x="10" y="1030"/>
                  </a:cubicBezTo>
                  <a:lnTo>
                    <a:pt x="10" y="1049"/>
                  </a:lnTo>
                  <a:lnTo>
                    <a:pt x="10" y="1078"/>
                  </a:lnTo>
                  <a:lnTo>
                    <a:pt x="1" y="9299"/>
                  </a:lnTo>
                  <a:cubicBezTo>
                    <a:pt x="58" y="8847"/>
                    <a:pt x="404" y="8482"/>
                    <a:pt x="856" y="8395"/>
                  </a:cubicBezTo>
                  <a:lnTo>
                    <a:pt x="866" y="1"/>
                  </a:lnTo>
                  <a:close/>
                </a:path>
              </a:pathLst>
            </a:custGeom>
            <a:solidFill>
              <a:srgbClr val="B8C6D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6837" name="Google Shape;16837;p45"/>
          <p:cNvGrpSpPr/>
          <p:nvPr/>
        </p:nvGrpSpPr>
        <p:grpSpPr>
          <a:xfrm>
            <a:off x="1752577" y="1840847"/>
            <a:ext cx="366404" cy="246221"/>
            <a:chOff x="1752577" y="2025495"/>
            <a:chExt cx="366404" cy="246221"/>
          </a:xfrm>
        </p:grpSpPr>
        <p:sp>
          <p:nvSpPr>
            <p:cNvPr id="16838" name="Google Shape;16838;p45"/>
            <p:cNvSpPr/>
            <p:nvPr/>
          </p:nvSpPr>
          <p:spPr>
            <a:xfrm>
              <a:off x="1852090" y="2025495"/>
              <a:ext cx="80932" cy="72831"/>
            </a:xfrm>
            <a:custGeom>
              <a:rect b="b" l="l" r="r" t="t"/>
              <a:pathLst>
                <a:path extrusionOk="0" h="2787" w="3097">
                  <a:moveTo>
                    <a:pt x="814" y="0"/>
                  </a:moveTo>
                  <a:cubicBezTo>
                    <a:pt x="394" y="0"/>
                    <a:pt x="16" y="333"/>
                    <a:pt x="0" y="787"/>
                  </a:cubicBezTo>
                  <a:lnTo>
                    <a:pt x="0" y="1316"/>
                  </a:lnTo>
                  <a:cubicBezTo>
                    <a:pt x="798" y="1537"/>
                    <a:pt x="1481" y="2066"/>
                    <a:pt x="1904" y="2787"/>
                  </a:cubicBezTo>
                  <a:lnTo>
                    <a:pt x="2125" y="2787"/>
                  </a:lnTo>
                  <a:cubicBezTo>
                    <a:pt x="2702" y="2787"/>
                    <a:pt x="3096" y="2200"/>
                    <a:pt x="2885" y="1662"/>
                  </a:cubicBezTo>
                  <a:cubicBezTo>
                    <a:pt x="2568" y="892"/>
                    <a:pt x="1875" y="354"/>
                    <a:pt x="1106" y="56"/>
                  </a:cubicBezTo>
                  <a:cubicBezTo>
                    <a:pt x="1009" y="18"/>
                    <a:pt x="910" y="0"/>
                    <a:pt x="814" y="0"/>
                  </a:cubicBezTo>
                  <a:close/>
                </a:path>
              </a:pathLst>
            </a:custGeom>
            <a:solidFill>
              <a:srgbClr val="C1CAD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839" name="Google Shape;16839;p45"/>
            <p:cNvSpPr/>
            <p:nvPr/>
          </p:nvSpPr>
          <p:spPr>
            <a:xfrm>
              <a:off x="1888257" y="2215400"/>
              <a:ext cx="205584" cy="56316"/>
            </a:xfrm>
            <a:custGeom>
              <a:rect b="b" l="l" r="r" t="t"/>
              <a:pathLst>
                <a:path extrusionOk="0" h="2155" w="7867">
                  <a:moveTo>
                    <a:pt x="1" y="1"/>
                  </a:moveTo>
                  <a:lnTo>
                    <a:pt x="1" y="2155"/>
                  </a:lnTo>
                  <a:lnTo>
                    <a:pt x="7867" y="2155"/>
                  </a:lnTo>
                  <a:lnTo>
                    <a:pt x="7867" y="1"/>
                  </a:lnTo>
                  <a:close/>
                </a:path>
              </a:pathLst>
            </a:custGeom>
            <a:solidFill>
              <a:srgbClr val="C1CAD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840" name="Google Shape;16840;p45"/>
            <p:cNvSpPr/>
            <p:nvPr/>
          </p:nvSpPr>
          <p:spPr>
            <a:xfrm>
              <a:off x="1930984" y="2215400"/>
              <a:ext cx="11080" cy="23519"/>
            </a:xfrm>
            <a:custGeom>
              <a:rect b="b" l="l" r="r" t="t"/>
              <a:pathLst>
                <a:path extrusionOk="0" h="900" w="424">
                  <a:moveTo>
                    <a:pt x="1" y="1"/>
                  </a:moveTo>
                  <a:lnTo>
                    <a:pt x="1" y="684"/>
                  </a:lnTo>
                  <a:cubicBezTo>
                    <a:pt x="1" y="828"/>
                    <a:pt x="106" y="900"/>
                    <a:pt x="212" y="900"/>
                  </a:cubicBezTo>
                  <a:cubicBezTo>
                    <a:pt x="318" y="900"/>
                    <a:pt x="424" y="828"/>
                    <a:pt x="424" y="684"/>
                  </a:cubicBezTo>
                  <a:lnTo>
                    <a:pt x="424" y="1"/>
                  </a:lnTo>
                  <a:close/>
                </a:path>
              </a:pathLst>
            </a:custGeom>
            <a:solidFill>
              <a:srgbClr val="A2B5C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841" name="Google Shape;16841;p45"/>
            <p:cNvSpPr/>
            <p:nvPr/>
          </p:nvSpPr>
          <p:spPr>
            <a:xfrm>
              <a:off x="1948336" y="2215400"/>
              <a:ext cx="11315" cy="39120"/>
            </a:xfrm>
            <a:custGeom>
              <a:rect b="b" l="l" r="r" t="t"/>
              <a:pathLst>
                <a:path extrusionOk="0" h="1497" w="433">
                  <a:moveTo>
                    <a:pt x="0" y="1"/>
                  </a:moveTo>
                  <a:lnTo>
                    <a:pt x="0" y="1280"/>
                  </a:lnTo>
                  <a:cubicBezTo>
                    <a:pt x="0" y="1424"/>
                    <a:pt x="108" y="1496"/>
                    <a:pt x="216" y="1496"/>
                  </a:cubicBezTo>
                  <a:cubicBezTo>
                    <a:pt x="325" y="1496"/>
                    <a:pt x="433" y="1424"/>
                    <a:pt x="433" y="1280"/>
                  </a:cubicBezTo>
                  <a:lnTo>
                    <a:pt x="433" y="1"/>
                  </a:lnTo>
                  <a:close/>
                </a:path>
              </a:pathLst>
            </a:custGeom>
            <a:solidFill>
              <a:srgbClr val="A2B5C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842" name="Google Shape;16842;p45"/>
            <p:cNvSpPr/>
            <p:nvPr/>
          </p:nvSpPr>
          <p:spPr>
            <a:xfrm>
              <a:off x="1965661" y="2215400"/>
              <a:ext cx="11342" cy="23519"/>
            </a:xfrm>
            <a:custGeom>
              <a:rect b="b" l="l" r="r" t="t"/>
              <a:pathLst>
                <a:path extrusionOk="0" h="900" w="434">
                  <a:moveTo>
                    <a:pt x="1" y="1"/>
                  </a:moveTo>
                  <a:lnTo>
                    <a:pt x="1" y="684"/>
                  </a:lnTo>
                  <a:cubicBezTo>
                    <a:pt x="1" y="828"/>
                    <a:pt x="109" y="900"/>
                    <a:pt x="217" y="900"/>
                  </a:cubicBezTo>
                  <a:cubicBezTo>
                    <a:pt x="325" y="900"/>
                    <a:pt x="433" y="828"/>
                    <a:pt x="433" y="684"/>
                  </a:cubicBezTo>
                  <a:lnTo>
                    <a:pt x="433" y="1"/>
                  </a:lnTo>
                  <a:close/>
                </a:path>
              </a:pathLst>
            </a:custGeom>
            <a:solidFill>
              <a:srgbClr val="A2B5C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843" name="Google Shape;16843;p45"/>
            <p:cNvSpPr/>
            <p:nvPr/>
          </p:nvSpPr>
          <p:spPr>
            <a:xfrm>
              <a:off x="1983013" y="2215400"/>
              <a:ext cx="11315" cy="23519"/>
            </a:xfrm>
            <a:custGeom>
              <a:rect b="b" l="l" r="r" t="t"/>
              <a:pathLst>
                <a:path extrusionOk="0" h="900" w="433">
                  <a:moveTo>
                    <a:pt x="0" y="1"/>
                  </a:moveTo>
                  <a:lnTo>
                    <a:pt x="0" y="684"/>
                  </a:lnTo>
                  <a:cubicBezTo>
                    <a:pt x="0" y="828"/>
                    <a:pt x="108" y="900"/>
                    <a:pt x="216" y="900"/>
                  </a:cubicBezTo>
                  <a:cubicBezTo>
                    <a:pt x="325" y="900"/>
                    <a:pt x="433" y="828"/>
                    <a:pt x="433" y="684"/>
                  </a:cubicBezTo>
                  <a:lnTo>
                    <a:pt x="433" y="1"/>
                  </a:lnTo>
                  <a:close/>
                </a:path>
              </a:pathLst>
            </a:custGeom>
            <a:solidFill>
              <a:srgbClr val="A2B5C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844" name="Google Shape;16844;p45"/>
            <p:cNvSpPr/>
            <p:nvPr/>
          </p:nvSpPr>
          <p:spPr>
            <a:xfrm>
              <a:off x="2000601" y="2215400"/>
              <a:ext cx="11080" cy="23519"/>
            </a:xfrm>
            <a:custGeom>
              <a:rect b="b" l="l" r="r" t="t"/>
              <a:pathLst>
                <a:path extrusionOk="0" h="900" w="424">
                  <a:moveTo>
                    <a:pt x="0" y="1"/>
                  </a:moveTo>
                  <a:lnTo>
                    <a:pt x="0" y="684"/>
                  </a:lnTo>
                  <a:cubicBezTo>
                    <a:pt x="0" y="828"/>
                    <a:pt x="106" y="900"/>
                    <a:pt x="212" y="900"/>
                  </a:cubicBezTo>
                  <a:cubicBezTo>
                    <a:pt x="317" y="900"/>
                    <a:pt x="423" y="828"/>
                    <a:pt x="423" y="684"/>
                  </a:cubicBezTo>
                  <a:lnTo>
                    <a:pt x="423" y="1"/>
                  </a:lnTo>
                  <a:close/>
                </a:path>
              </a:pathLst>
            </a:custGeom>
            <a:solidFill>
              <a:srgbClr val="A2B5C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845" name="Google Shape;16845;p45"/>
            <p:cNvSpPr/>
            <p:nvPr/>
          </p:nvSpPr>
          <p:spPr>
            <a:xfrm>
              <a:off x="2017926" y="2215400"/>
              <a:ext cx="11342" cy="39120"/>
            </a:xfrm>
            <a:custGeom>
              <a:rect b="b" l="l" r="r" t="t"/>
              <a:pathLst>
                <a:path extrusionOk="0" h="1497" w="434">
                  <a:moveTo>
                    <a:pt x="1" y="1"/>
                  </a:moveTo>
                  <a:lnTo>
                    <a:pt x="1" y="1280"/>
                  </a:lnTo>
                  <a:cubicBezTo>
                    <a:pt x="1" y="1424"/>
                    <a:pt x="109" y="1496"/>
                    <a:pt x="217" y="1496"/>
                  </a:cubicBezTo>
                  <a:cubicBezTo>
                    <a:pt x="325" y="1496"/>
                    <a:pt x="433" y="1424"/>
                    <a:pt x="433" y="1280"/>
                  </a:cubicBezTo>
                  <a:lnTo>
                    <a:pt x="433" y="1"/>
                  </a:lnTo>
                  <a:close/>
                </a:path>
              </a:pathLst>
            </a:custGeom>
            <a:solidFill>
              <a:srgbClr val="A2B5C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846" name="Google Shape;16846;p45"/>
            <p:cNvSpPr/>
            <p:nvPr/>
          </p:nvSpPr>
          <p:spPr>
            <a:xfrm>
              <a:off x="2035278" y="2215400"/>
              <a:ext cx="11315" cy="23519"/>
            </a:xfrm>
            <a:custGeom>
              <a:rect b="b" l="l" r="r" t="t"/>
              <a:pathLst>
                <a:path extrusionOk="0" h="900" w="433">
                  <a:moveTo>
                    <a:pt x="0" y="1"/>
                  </a:moveTo>
                  <a:lnTo>
                    <a:pt x="0" y="684"/>
                  </a:lnTo>
                  <a:cubicBezTo>
                    <a:pt x="0" y="828"/>
                    <a:pt x="108" y="900"/>
                    <a:pt x="217" y="900"/>
                  </a:cubicBezTo>
                  <a:cubicBezTo>
                    <a:pt x="325" y="900"/>
                    <a:pt x="433" y="828"/>
                    <a:pt x="433" y="684"/>
                  </a:cubicBezTo>
                  <a:lnTo>
                    <a:pt x="433" y="1"/>
                  </a:lnTo>
                  <a:close/>
                </a:path>
              </a:pathLst>
            </a:custGeom>
            <a:solidFill>
              <a:srgbClr val="A2B5C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847" name="Google Shape;16847;p45"/>
            <p:cNvSpPr/>
            <p:nvPr/>
          </p:nvSpPr>
          <p:spPr>
            <a:xfrm>
              <a:off x="2052604" y="2215400"/>
              <a:ext cx="11342" cy="23519"/>
            </a:xfrm>
            <a:custGeom>
              <a:rect b="b" l="l" r="r" t="t"/>
              <a:pathLst>
                <a:path extrusionOk="0" h="900" w="434">
                  <a:moveTo>
                    <a:pt x="1" y="1"/>
                  </a:moveTo>
                  <a:lnTo>
                    <a:pt x="1" y="684"/>
                  </a:lnTo>
                  <a:cubicBezTo>
                    <a:pt x="1" y="828"/>
                    <a:pt x="109" y="900"/>
                    <a:pt x="217" y="900"/>
                  </a:cubicBezTo>
                  <a:cubicBezTo>
                    <a:pt x="325" y="900"/>
                    <a:pt x="433" y="828"/>
                    <a:pt x="433" y="684"/>
                  </a:cubicBezTo>
                  <a:lnTo>
                    <a:pt x="433" y="1"/>
                  </a:lnTo>
                  <a:close/>
                </a:path>
              </a:pathLst>
            </a:custGeom>
            <a:solidFill>
              <a:srgbClr val="A2B5C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848" name="Google Shape;16848;p45"/>
            <p:cNvSpPr/>
            <p:nvPr/>
          </p:nvSpPr>
          <p:spPr>
            <a:xfrm>
              <a:off x="2070191" y="2215400"/>
              <a:ext cx="11080" cy="23519"/>
            </a:xfrm>
            <a:custGeom>
              <a:rect b="b" l="l" r="r" t="t"/>
              <a:pathLst>
                <a:path extrusionOk="0" h="900" w="424">
                  <a:moveTo>
                    <a:pt x="1" y="1"/>
                  </a:moveTo>
                  <a:lnTo>
                    <a:pt x="1" y="684"/>
                  </a:lnTo>
                  <a:cubicBezTo>
                    <a:pt x="1" y="828"/>
                    <a:pt x="107" y="900"/>
                    <a:pt x="212" y="900"/>
                  </a:cubicBezTo>
                  <a:cubicBezTo>
                    <a:pt x="318" y="900"/>
                    <a:pt x="424" y="828"/>
                    <a:pt x="424" y="684"/>
                  </a:cubicBezTo>
                  <a:lnTo>
                    <a:pt x="424" y="1"/>
                  </a:lnTo>
                  <a:close/>
                </a:path>
              </a:pathLst>
            </a:custGeom>
            <a:solidFill>
              <a:srgbClr val="A2B5C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849" name="Google Shape;16849;p45"/>
            <p:cNvSpPr/>
            <p:nvPr/>
          </p:nvSpPr>
          <p:spPr>
            <a:xfrm>
              <a:off x="2092822" y="2191776"/>
              <a:ext cx="26159" cy="79939"/>
            </a:xfrm>
            <a:custGeom>
              <a:rect b="b" l="l" r="r" t="t"/>
              <a:pathLst>
                <a:path extrusionOk="0" h="3059" w="1001">
                  <a:moveTo>
                    <a:pt x="212" y="1"/>
                  </a:moveTo>
                  <a:cubicBezTo>
                    <a:pt x="96" y="1"/>
                    <a:pt x="0" y="97"/>
                    <a:pt x="0" y="212"/>
                  </a:cubicBezTo>
                  <a:lnTo>
                    <a:pt x="0" y="3059"/>
                  </a:lnTo>
                  <a:lnTo>
                    <a:pt x="779" y="3059"/>
                  </a:lnTo>
                  <a:cubicBezTo>
                    <a:pt x="904" y="3059"/>
                    <a:pt x="1000" y="2963"/>
                    <a:pt x="1000" y="2847"/>
                  </a:cubicBezTo>
                  <a:lnTo>
                    <a:pt x="1000" y="212"/>
                  </a:lnTo>
                  <a:cubicBezTo>
                    <a:pt x="1000" y="97"/>
                    <a:pt x="904" y="1"/>
                    <a:pt x="779" y="1"/>
                  </a:cubicBezTo>
                  <a:close/>
                </a:path>
              </a:pathLst>
            </a:custGeom>
            <a:solidFill>
              <a:srgbClr val="A2B5C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850" name="Google Shape;16850;p45"/>
            <p:cNvSpPr/>
            <p:nvPr/>
          </p:nvSpPr>
          <p:spPr>
            <a:xfrm>
              <a:off x="1752577" y="2044519"/>
              <a:ext cx="166359" cy="227196"/>
            </a:xfrm>
            <a:custGeom>
              <a:rect b="b" l="l" r="r" t="t"/>
              <a:pathLst>
                <a:path extrusionOk="0" h="8694" w="6366">
                  <a:moveTo>
                    <a:pt x="3183" y="1"/>
                  </a:moveTo>
                  <a:cubicBezTo>
                    <a:pt x="1423" y="1"/>
                    <a:pt x="0" y="1424"/>
                    <a:pt x="0" y="3184"/>
                  </a:cubicBezTo>
                  <a:lnTo>
                    <a:pt x="0" y="8155"/>
                  </a:lnTo>
                  <a:cubicBezTo>
                    <a:pt x="0" y="8453"/>
                    <a:pt x="241" y="8694"/>
                    <a:pt x="539" y="8694"/>
                  </a:cubicBezTo>
                  <a:lnTo>
                    <a:pt x="5818" y="8694"/>
                  </a:lnTo>
                  <a:cubicBezTo>
                    <a:pt x="6116" y="8694"/>
                    <a:pt x="6356" y="8453"/>
                    <a:pt x="6366" y="8155"/>
                  </a:cubicBezTo>
                  <a:lnTo>
                    <a:pt x="6366" y="3184"/>
                  </a:lnTo>
                  <a:cubicBezTo>
                    <a:pt x="6366" y="1424"/>
                    <a:pt x="4943" y="1"/>
                    <a:pt x="3183" y="1"/>
                  </a:cubicBezTo>
                  <a:close/>
                </a:path>
              </a:pathLst>
            </a:custGeom>
            <a:solidFill>
              <a:srgbClr val="435D7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851" name="Google Shape;16851;p45"/>
            <p:cNvSpPr/>
            <p:nvPr/>
          </p:nvSpPr>
          <p:spPr>
            <a:xfrm>
              <a:off x="1774189" y="2044467"/>
              <a:ext cx="144748" cy="204147"/>
            </a:xfrm>
            <a:custGeom>
              <a:rect b="b" l="l" r="r" t="t"/>
              <a:pathLst>
                <a:path extrusionOk="0" h="7812" w="5539">
                  <a:moveTo>
                    <a:pt x="2335" y="0"/>
                  </a:moveTo>
                  <a:cubicBezTo>
                    <a:pt x="1706" y="0"/>
                    <a:pt x="1062" y="190"/>
                    <a:pt x="481" y="609"/>
                  </a:cubicBezTo>
                  <a:cubicBezTo>
                    <a:pt x="164" y="1118"/>
                    <a:pt x="0" y="1695"/>
                    <a:pt x="0" y="2292"/>
                  </a:cubicBezTo>
                  <a:lnTo>
                    <a:pt x="0" y="7263"/>
                  </a:lnTo>
                  <a:cubicBezTo>
                    <a:pt x="0" y="7561"/>
                    <a:pt x="250" y="7811"/>
                    <a:pt x="548" y="7811"/>
                  </a:cubicBezTo>
                  <a:lnTo>
                    <a:pt x="5539" y="7811"/>
                  </a:lnTo>
                  <a:lnTo>
                    <a:pt x="5539" y="3186"/>
                  </a:lnTo>
                  <a:lnTo>
                    <a:pt x="5529" y="3186"/>
                  </a:lnTo>
                  <a:cubicBezTo>
                    <a:pt x="5529" y="1306"/>
                    <a:pt x="3986" y="0"/>
                    <a:pt x="2335" y="0"/>
                  </a:cubicBezTo>
                  <a:close/>
                </a:path>
              </a:pathLst>
            </a:custGeom>
            <a:solidFill>
              <a:srgbClr val="526A7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852" name="Google Shape;16852;p45"/>
            <p:cNvSpPr/>
            <p:nvPr/>
          </p:nvSpPr>
          <p:spPr>
            <a:xfrm>
              <a:off x="1780774" y="2090774"/>
              <a:ext cx="95880" cy="81978"/>
            </a:xfrm>
            <a:custGeom>
              <a:rect b="b" l="l" r="r" t="t"/>
              <a:pathLst>
                <a:path extrusionOk="0" h="3137" w="3669">
                  <a:moveTo>
                    <a:pt x="2092" y="0"/>
                  </a:moveTo>
                  <a:cubicBezTo>
                    <a:pt x="696" y="0"/>
                    <a:pt x="1" y="1686"/>
                    <a:pt x="989" y="2674"/>
                  </a:cubicBezTo>
                  <a:cubicBezTo>
                    <a:pt x="1309" y="2994"/>
                    <a:pt x="1702" y="3137"/>
                    <a:pt x="2088" y="3137"/>
                  </a:cubicBezTo>
                  <a:cubicBezTo>
                    <a:pt x="2895" y="3137"/>
                    <a:pt x="3668" y="2508"/>
                    <a:pt x="3662" y="1558"/>
                  </a:cubicBezTo>
                  <a:cubicBezTo>
                    <a:pt x="3662" y="702"/>
                    <a:pt x="2960" y="0"/>
                    <a:pt x="2104" y="0"/>
                  </a:cubicBezTo>
                  <a:cubicBezTo>
                    <a:pt x="2100" y="0"/>
                    <a:pt x="2096" y="0"/>
                    <a:pt x="2092" y="0"/>
                  </a:cubicBezTo>
                  <a:close/>
                </a:path>
              </a:pathLst>
            </a:custGeom>
            <a:solidFill>
              <a:srgbClr val="7C91A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853" name="Google Shape;16853;p45"/>
            <p:cNvSpPr/>
            <p:nvPr/>
          </p:nvSpPr>
          <p:spPr>
            <a:xfrm>
              <a:off x="1805443" y="2090565"/>
              <a:ext cx="71028" cy="61882"/>
            </a:xfrm>
            <a:custGeom>
              <a:rect b="b" l="l" r="r" t="t"/>
              <a:pathLst>
                <a:path extrusionOk="0" h="2368" w="2718">
                  <a:moveTo>
                    <a:pt x="1146" y="1"/>
                  </a:moveTo>
                  <a:cubicBezTo>
                    <a:pt x="931" y="1"/>
                    <a:pt x="711" y="46"/>
                    <a:pt x="497" y="143"/>
                  </a:cubicBezTo>
                  <a:cubicBezTo>
                    <a:pt x="1" y="1239"/>
                    <a:pt x="855" y="2368"/>
                    <a:pt x="1915" y="2368"/>
                  </a:cubicBezTo>
                  <a:cubicBezTo>
                    <a:pt x="2129" y="2368"/>
                    <a:pt x="2352" y="2322"/>
                    <a:pt x="2574" y="2220"/>
                  </a:cubicBezTo>
                  <a:cubicBezTo>
                    <a:pt x="2670" y="2018"/>
                    <a:pt x="2718" y="1797"/>
                    <a:pt x="2718" y="1566"/>
                  </a:cubicBezTo>
                  <a:cubicBezTo>
                    <a:pt x="2718" y="665"/>
                    <a:pt x="1973" y="1"/>
                    <a:pt x="1146" y="1"/>
                  </a:cubicBezTo>
                  <a:close/>
                </a:path>
              </a:pathLst>
            </a:custGeom>
            <a:solidFill>
              <a:srgbClr val="8FA1B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6854" name="Google Shape;16854;p45"/>
          <p:cNvGrpSpPr/>
          <p:nvPr/>
        </p:nvGrpSpPr>
        <p:grpSpPr>
          <a:xfrm>
            <a:off x="1309553" y="1884933"/>
            <a:ext cx="366404" cy="158363"/>
            <a:chOff x="1309553" y="2069580"/>
            <a:chExt cx="366404" cy="158363"/>
          </a:xfrm>
        </p:grpSpPr>
        <p:sp>
          <p:nvSpPr>
            <p:cNvPr id="16855" name="Google Shape;16855;p45"/>
            <p:cNvSpPr/>
            <p:nvPr/>
          </p:nvSpPr>
          <p:spPr>
            <a:xfrm>
              <a:off x="1477402" y="2100051"/>
              <a:ext cx="198555" cy="92770"/>
            </a:xfrm>
            <a:custGeom>
              <a:rect b="b" l="l" r="r" t="t"/>
              <a:pathLst>
                <a:path extrusionOk="0" h="3550" w="7598">
                  <a:moveTo>
                    <a:pt x="7439" y="0"/>
                  </a:moveTo>
                  <a:cubicBezTo>
                    <a:pt x="7434" y="0"/>
                    <a:pt x="7429" y="1"/>
                    <a:pt x="7424" y="1"/>
                  </a:cubicBezTo>
                  <a:lnTo>
                    <a:pt x="174" y="1"/>
                  </a:lnTo>
                  <a:cubicBezTo>
                    <a:pt x="78" y="1"/>
                    <a:pt x="1" y="78"/>
                    <a:pt x="1" y="174"/>
                  </a:cubicBezTo>
                  <a:lnTo>
                    <a:pt x="1" y="3376"/>
                  </a:lnTo>
                  <a:cubicBezTo>
                    <a:pt x="1" y="3472"/>
                    <a:pt x="78" y="3549"/>
                    <a:pt x="174" y="3549"/>
                  </a:cubicBezTo>
                  <a:lnTo>
                    <a:pt x="7424" y="3549"/>
                  </a:lnTo>
                  <a:cubicBezTo>
                    <a:pt x="7520" y="3549"/>
                    <a:pt x="7597" y="3472"/>
                    <a:pt x="7597" y="3376"/>
                  </a:cubicBezTo>
                  <a:lnTo>
                    <a:pt x="7597" y="174"/>
                  </a:lnTo>
                  <a:cubicBezTo>
                    <a:pt x="7597" y="83"/>
                    <a:pt x="7528" y="0"/>
                    <a:pt x="7439" y="0"/>
                  </a:cubicBezTo>
                  <a:close/>
                </a:path>
              </a:pathLst>
            </a:custGeom>
            <a:solidFill>
              <a:srgbClr val="D9E0E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856" name="Google Shape;16856;p45"/>
            <p:cNvSpPr/>
            <p:nvPr/>
          </p:nvSpPr>
          <p:spPr>
            <a:xfrm>
              <a:off x="1477402" y="2150826"/>
              <a:ext cx="198555" cy="42230"/>
            </a:xfrm>
            <a:custGeom>
              <a:rect b="b" l="l" r="r" t="t"/>
              <a:pathLst>
                <a:path extrusionOk="0" h="1616" w="7598">
                  <a:moveTo>
                    <a:pt x="1" y="1"/>
                  </a:moveTo>
                  <a:lnTo>
                    <a:pt x="1" y="1443"/>
                  </a:lnTo>
                  <a:cubicBezTo>
                    <a:pt x="1" y="1529"/>
                    <a:pt x="78" y="1616"/>
                    <a:pt x="174" y="1616"/>
                  </a:cubicBezTo>
                  <a:lnTo>
                    <a:pt x="7424" y="1616"/>
                  </a:lnTo>
                  <a:cubicBezTo>
                    <a:pt x="7520" y="1616"/>
                    <a:pt x="7597" y="1529"/>
                    <a:pt x="7597" y="1443"/>
                  </a:cubicBezTo>
                  <a:lnTo>
                    <a:pt x="7597" y="1"/>
                  </a:lnTo>
                  <a:close/>
                </a:path>
              </a:pathLst>
            </a:custGeom>
            <a:solidFill>
              <a:srgbClr val="C7D2D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857" name="Google Shape;16857;p45"/>
            <p:cNvSpPr/>
            <p:nvPr/>
          </p:nvSpPr>
          <p:spPr>
            <a:xfrm>
              <a:off x="1477402" y="2171680"/>
              <a:ext cx="198555" cy="21376"/>
            </a:xfrm>
            <a:custGeom>
              <a:rect b="b" l="l" r="r" t="t"/>
              <a:pathLst>
                <a:path extrusionOk="0" h="818" w="7598">
                  <a:moveTo>
                    <a:pt x="1" y="1"/>
                  </a:moveTo>
                  <a:lnTo>
                    <a:pt x="1" y="645"/>
                  </a:lnTo>
                  <a:cubicBezTo>
                    <a:pt x="1" y="731"/>
                    <a:pt x="78" y="818"/>
                    <a:pt x="174" y="818"/>
                  </a:cubicBezTo>
                  <a:lnTo>
                    <a:pt x="7424" y="818"/>
                  </a:lnTo>
                  <a:cubicBezTo>
                    <a:pt x="7520" y="818"/>
                    <a:pt x="7597" y="731"/>
                    <a:pt x="7597" y="645"/>
                  </a:cubicBezTo>
                  <a:lnTo>
                    <a:pt x="7597" y="1"/>
                  </a:lnTo>
                  <a:close/>
                </a:path>
              </a:pathLst>
            </a:custGeom>
            <a:solidFill>
              <a:srgbClr val="768C9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858" name="Google Shape;16858;p45"/>
            <p:cNvSpPr/>
            <p:nvPr/>
          </p:nvSpPr>
          <p:spPr>
            <a:xfrm>
              <a:off x="1309553" y="2100077"/>
              <a:ext cx="105549" cy="92744"/>
            </a:xfrm>
            <a:custGeom>
              <a:rect b="b" l="l" r="r" t="t"/>
              <a:pathLst>
                <a:path extrusionOk="0" h="3549" w="4039">
                  <a:moveTo>
                    <a:pt x="173" y="0"/>
                  </a:moveTo>
                  <a:cubicBezTo>
                    <a:pt x="77" y="0"/>
                    <a:pt x="0" y="77"/>
                    <a:pt x="0" y="173"/>
                  </a:cubicBezTo>
                  <a:lnTo>
                    <a:pt x="0" y="3375"/>
                  </a:lnTo>
                  <a:cubicBezTo>
                    <a:pt x="0" y="3471"/>
                    <a:pt x="77" y="3548"/>
                    <a:pt x="173" y="3548"/>
                  </a:cubicBezTo>
                  <a:lnTo>
                    <a:pt x="3866" y="3548"/>
                  </a:lnTo>
                  <a:cubicBezTo>
                    <a:pt x="3962" y="3548"/>
                    <a:pt x="4039" y="3471"/>
                    <a:pt x="4039" y="3375"/>
                  </a:cubicBezTo>
                  <a:lnTo>
                    <a:pt x="4039" y="173"/>
                  </a:lnTo>
                  <a:cubicBezTo>
                    <a:pt x="4039" y="77"/>
                    <a:pt x="3962" y="0"/>
                    <a:pt x="3866" y="0"/>
                  </a:cubicBezTo>
                  <a:close/>
                </a:path>
              </a:pathLst>
            </a:custGeom>
            <a:solidFill>
              <a:srgbClr val="C7D2D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859" name="Google Shape;16859;p45"/>
            <p:cNvSpPr/>
            <p:nvPr/>
          </p:nvSpPr>
          <p:spPr>
            <a:xfrm>
              <a:off x="1328891" y="2100077"/>
              <a:ext cx="86211" cy="71629"/>
            </a:xfrm>
            <a:custGeom>
              <a:rect b="b" l="l" r="r" t="t"/>
              <a:pathLst>
                <a:path extrusionOk="0" h="2741" w="3299">
                  <a:moveTo>
                    <a:pt x="0" y="0"/>
                  </a:moveTo>
                  <a:lnTo>
                    <a:pt x="0" y="2568"/>
                  </a:lnTo>
                  <a:cubicBezTo>
                    <a:pt x="0" y="2664"/>
                    <a:pt x="77" y="2741"/>
                    <a:pt x="174" y="2741"/>
                  </a:cubicBezTo>
                  <a:lnTo>
                    <a:pt x="3299" y="2741"/>
                  </a:lnTo>
                  <a:lnTo>
                    <a:pt x="3299" y="173"/>
                  </a:lnTo>
                  <a:cubicBezTo>
                    <a:pt x="3299" y="96"/>
                    <a:pt x="3260" y="29"/>
                    <a:pt x="3193" y="0"/>
                  </a:cubicBezTo>
                  <a:close/>
                </a:path>
              </a:pathLst>
            </a:custGeom>
            <a:solidFill>
              <a:srgbClr val="D9E0E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860" name="Google Shape;16860;p45"/>
            <p:cNvSpPr/>
            <p:nvPr/>
          </p:nvSpPr>
          <p:spPr>
            <a:xfrm>
              <a:off x="1309553" y="2150826"/>
              <a:ext cx="105549" cy="42230"/>
            </a:xfrm>
            <a:custGeom>
              <a:rect b="b" l="l" r="r" t="t"/>
              <a:pathLst>
                <a:path extrusionOk="0" h="1616" w="4039">
                  <a:moveTo>
                    <a:pt x="0" y="1"/>
                  </a:moveTo>
                  <a:lnTo>
                    <a:pt x="0" y="1443"/>
                  </a:lnTo>
                  <a:cubicBezTo>
                    <a:pt x="0" y="1529"/>
                    <a:pt x="77" y="1616"/>
                    <a:pt x="173" y="1616"/>
                  </a:cubicBezTo>
                  <a:lnTo>
                    <a:pt x="3866" y="1616"/>
                  </a:lnTo>
                  <a:cubicBezTo>
                    <a:pt x="3962" y="1616"/>
                    <a:pt x="4039" y="1529"/>
                    <a:pt x="4039" y="1443"/>
                  </a:cubicBezTo>
                  <a:lnTo>
                    <a:pt x="4039" y="1"/>
                  </a:lnTo>
                  <a:close/>
                </a:path>
              </a:pathLst>
            </a:custGeom>
            <a:solidFill>
              <a:srgbClr val="889CA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861" name="Google Shape;16861;p45"/>
            <p:cNvSpPr/>
            <p:nvPr/>
          </p:nvSpPr>
          <p:spPr>
            <a:xfrm>
              <a:off x="1309553" y="2150826"/>
              <a:ext cx="105549" cy="42230"/>
            </a:xfrm>
            <a:custGeom>
              <a:rect b="b" l="l" r="r" t="t"/>
              <a:pathLst>
                <a:path extrusionOk="0" h="1616" w="4039">
                  <a:moveTo>
                    <a:pt x="0" y="1"/>
                  </a:moveTo>
                  <a:lnTo>
                    <a:pt x="0" y="1443"/>
                  </a:lnTo>
                  <a:cubicBezTo>
                    <a:pt x="0" y="1529"/>
                    <a:pt x="77" y="1616"/>
                    <a:pt x="173" y="1616"/>
                  </a:cubicBezTo>
                  <a:lnTo>
                    <a:pt x="3866" y="1616"/>
                  </a:lnTo>
                  <a:cubicBezTo>
                    <a:pt x="3962" y="1616"/>
                    <a:pt x="4039" y="1529"/>
                    <a:pt x="4039" y="1443"/>
                  </a:cubicBezTo>
                  <a:lnTo>
                    <a:pt x="4039" y="799"/>
                  </a:lnTo>
                  <a:lnTo>
                    <a:pt x="914" y="799"/>
                  </a:lnTo>
                  <a:cubicBezTo>
                    <a:pt x="817" y="799"/>
                    <a:pt x="740" y="722"/>
                    <a:pt x="740" y="626"/>
                  </a:cubicBezTo>
                  <a:lnTo>
                    <a:pt x="740" y="1"/>
                  </a:lnTo>
                  <a:close/>
                </a:path>
              </a:pathLst>
            </a:custGeom>
            <a:solidFill>
              <a:srgbClr val="768C9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862" name="Google Shape;16862;p45"/>
            <p:cNvSpPr/>
            <p:nvPr/>
          </p:nvSpPr>
          <p:spPr>
            <a:xfrm>
              <a:off x="1339814" y="2100077"/>
              <a:ext cx="11838" cy="23885"/>
            </a:xfrm>
            <a:custGeom>
              <a:rect b="b" l="l" r="r" t="t"/>
              <a:pathLst>
                <a:path extrusionOk="0" h="914" w="453">
                  <a:moveTo>
                    <a:pt x="15" y="0"/>
                  </a:moveTo>
                  <a:lnTo>
                    <a:pt x="15" y="683"/>
                  </a:lnTo>
                  <a:cubicBezTo>
                    <a:pt x="1" y="837"/>
                    <a:pt x="114" y="914"/>
                    <a:pt x="227" y="914"/>
                  </a:cubicBezTo>
                  <a:cubicBezTo>
                    <a:pt x="340" y="914"/>
                    <a:pt x="453" y="837"/>
                    <a:pt x="438" y="683"/>
                  </a:cubicBezTo>
                  <a:lnTo>
                    <a:pt x="438" y="0"/>
                  </a:lnTo>
                  <a:close/>
                </a:path>
              </a:pathLst>
            </a:custGeom>
            <a:solidFill>
              <a:srgbClr val="768C9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863" name="Google Shape;16863;p45"/>
            <p:cNvSpPr/>
            <p:nvPr/>
          </p:nvSpPr>
          <p:spPr>
            <a:xfrm>
              <a:off x="1357532" y="2100077"/>
              <a:ext cx="11080" cy="22944"/>
            </a:xfrm>
            <a:custGeom>
              <a:rect b="b" l="l" r="r" t="t"/>
              <a:pathLst>
                <a:path extrusionOk="0" h="878" w="424">
                  <a:moveTo>
                    <a:pt x="1" y="0"/>
                  </a:moveTo>
                  <a:lnTo>
                    <a:pt x="1" y="683"/>
                  </a:lnTo>
                  <a:cubicBezTo>
                    <a:pt x="10" y="813"/>
                    <a:pt x="111" y="878"/>
                    <a:pt x="212" y="878"/>
                  </a:cubicBezTo>
                  <a:cubicBezTo>
                    <a:pt x="313" y="878"/>
                    <a:pt x="414" y="813"/>
                    <a:pt x="424" y="683"/>
                  </a:cubicBezTo>
                  <a:lnTo>
                    <a:pt x="424" y="0"/>
                  </a:lnTo>
                  <a:close/>
                </a:path>
              </a:pathLst>
            </a:custGeom>
            <a:solidFill>
              <a:srgbClr val="768C9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864" name="Google Shape;16864;p45"/>
            <p:cNvSpPr/>
            <p:nvPr/>
          </p:nvSpPr>
          <p:spPr>
            <a:xfrm>
              <a:off x="1374884" y="2100077"/>
              <a:ext cx="11080" cy="22944"/>
            </a:xfrm>
            <a:custGeom>
              <a:rect b="b" l="l" r="r" t="t"/>
              <a:pathLst>
                <a:path extrusionOk="0" h="878" w="424">
                  <a:moveTo>
                    <a:pt x="0" y="0"/>
                  </a:moveTo>
                  <a:lnTo>
                    <a:pt x="0" y="683"/>
                  </a:lnTo>
                  <a:cubicBezTo>
                    <a:pt x="10" y="813"/>
                    <a:pt x="111" y="878"/>
                    <a:pt x="212" y="878"/>
                  </a:cubicBezTo>
                  <a:cubicBezTo>
                    <a:pt x="313" y="878"/>
                    <a:pt x="414" y="813"/>
                    <a:pt x="423" y="683"/>
                  </a:cubicBezTo>
                  <a:lnTo>
                    <a:pt x="423" y="0"/>
                  </a:lnTo>
                  <a:close/>
                </a:path>
              </a:pathLst>
            </a:custGeom>
            <a:solidFill>
              <a:srgbClr val="768C9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865" name="Google Shape;16865;p45"/>
            <p:cNvSpPr/>
            <p:nvPr/>
          </p:nvSpPr>
          <p:spPr>
            <a:xfrm>
              <a:off x="1391844" y="2100077"/>
              <a:ext cx="11838" cy="39225"/>
            </a:xfrm>
            <a:custGeom>
              <a:rect b="b" l="l" r="r" t="t"/>
              <a:pathLst>
                <a:path extrusionOk="0" h="1501" w="453">
                  <a:moveTo>
                    <a:pt x="15" y="0"/>
                  </a:moveTo>
                  <a:lnTo>
                    <a:pt x="15" y="1269"/>
                  </a:lnTo>
                  <a:cubicBezTo>
                    <a:pt x="0" y="1423"/>
                    <a:pt x="113" y="1500"/>
                    <a:pt x="226" y="1500"/>
                  </a:cubicBezTo>
                  <a:cubicBezTo>
                    <a:pt x="339" y="1500"/>
                    <a:pt x="452" y="1423"/>
                    <a:pt x="438" y="1269"/>
                  </a:cubicBezTo>
                  <a:lnTo>
                    <a:pt x="438" y="0"/>
                  </a:lnTo>
                  <a:close/>
                </a:path>
              </a:pathLst>
            </a:custGeom>
            <a:solidFill>
              <a:srgbClr val="768C9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866" name="Google Shape;16866;p45"/>
            <p:cNvSpPr/>
            <p:nvPr/>
          </p:nvSpPr>
          <p:spPr>
            <a:xfrm>
              <a:off x="1322619" y="2100077"/>
              <a:ext cx="11315" cy="38467"/>
            </a:xfrm>
            <a:custGeom>
              <a:rect b="b" l="l" r="r" t="t"/>
              <a:pathLst>
                <a:path extrusionOk="0" h="1472" w="433">
                  <a:moveTo>
                    <a:pt x="0" y="0"/>
                  </a:moveTo>
                  <a:lnTo>
                    <a:pt x="0" y="1269"/>
                  </a:lnTo>
                  <a:cubicBezTo>
                    <a:pt x="10" y="1404"/>
                    <a:pt x="113" y="1471"/>
                    <a:pt x="216" y="1471"/>
                  </a:cubicBezTo>
                  <a:cubicBezTo>
                    <a:pt x="320" y="1471"/>
                    <a:pt x="423" y="1404"/>
                    <a:pt x="433" y="1269"/>
                  </a:cubicBezTo>
                  <a:lnTo>
                    <a:pt x="433" y="0"/>
                  </a:lnTo>
                  <a:close/>
                </a:path>
              </a:pathLst>
            </a:custGeom>
            <a:solidFill>
              <a:srgbClr val="768C9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867" name="Google Shape;16867;p45"/>
            <p:cNvSpPr/>
            <p:nvPr/>
          </p:nvSpPr>
          <p:spPr>
            <a:xfrm>
              <a:off x="1513334" y="2100077"/>
              <a:ext cx="11838" cy="23885"/>
            </a:xfrm>
            <a:custGeom>
              <a:rect b="b" l="l" r="r" t="t"/>
              <a:pathLst>
                <a:path extrusionOk="0" h="914" w="453">
                  <a:moveTo>
                    <a:pt x="10" y="0"/>
                  </a:moveTo>
                  <a:lnTo>
                    <a:pt x="10" y="683"/>
                  </a:lnTo>
                  <a:cubicBezTo>
                    <a:pt x="1" y="837"/>
                    <a:pt x="114" y="914"/>
                    <a:pt x="227" y="914"/>
                  </a:cubicBezTo>
                  <a:cubicBezTo>
                    <a:pt x="340" y="914"/>
                    <a:pt x="453" y="837"/>
                    <a:pt x="443" y="683"/>
                  </a:cubicBezTo>
                  <a:lnTo>
                    <a:pt x="443" y="0"/>
                  </a:lnTo>
                  <a:close/>
                </a:path>
              </a:pathLst>
            </a:custGeom>
            <a:solidFill>
              <a:srgbClr val="768C9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868" name="Google Shape;16868;p45"/>
            <p:cNvSpPr/>
            <p:nvPr/>
          </p:nvSpPr>
          <p:spPr>
            <a:xfrm>
              <a:off x="1496008" y="2100077"/>
              <a:ext cx="11315" cy="22944"/>
            </a:xfrm>
            <a:custGeom>
              <a:rect b="b" l="l" r="r" t="t"/>
              <a:pathLst>
                <a:path extrusionOk="0" h="878" w="433">
                  <a:moveTo>
                    <a:pt x="0" y="0"/>
                  </a:moveTo>
                  <a:lnTo>
                    <a:pt x="0" y="683"/>
                  </a:lnTo>
                  <a:cubicBezTo>
                    <a:pt x="10" y="813"/>
                    <a:pt x="113" y="878"/>
                    <a:pt x="217" y="878"/>
                  </a:cubicBezTo>
                  <a:cubicBezTo>
                    <a:pt x="320" y="878"/>
                    <a:pt x="423" y="813"/>
                    <a:pt x="433" y="683"/>
                  </a:cubicBezTo>
                  <a:lnTo>
                    <a:pt x="433" y="0"/>
                  </a:lnTo>
                  <a:close/>
                </a:path>
              </a:pathLst>
            </a:custGeom>
            <a:solidFill>
              <a:srgbClr val="768C9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869" name="Google Shape;16869;p45"/>
            <p:cNvSpPr/>
            <p:nvPr/>
          </p:nvSpPr>
          <p:spPr>
            <a:xfrm>
              <a:off x="1530921" y="2100077"/>
              <a:ext cx="11342" cy="38467"/>
            </a:xfrm>
            <a:custGeom>
              <a:rect b="b" l="l" r="r" t="t"/>
              <a:pathLst>
                <a:path extrusionOk="0" h="1472" w="434">
                  <a:moveTo>
                    <a:pt x="1" y="0"/>
                  </a:moveTo>
                  <a:lnTo>
                    <a:pt x="1" y="1269"/>
                  </a:lnTo>
                  <a:cubicBezTo>
                    <a:pt x="10" y="1404"/>
                    <a:pt x="114" y="1471"/>
                    <a:pt x="217" y="1471"/>
                  </a:cubicBezTo>
                  <a:cubicBezTo>
                    <a:pt x="321" y="1471"/>
                    <a:pt x="424" y="1404"/>
                    <a:pt x="434" y="1269"/>
                  </a:cubicBezTo>
                  <a:lnTo>
                    <a:pt x="434" y="0"/>
                  </a:lnTo>
                  <a:close/>
                </a:path>
              </a:pathLst>
            </a:custGeom>
            <a:solidFill>
              <a:srgbClr val="768C9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870" name="Google Shape;16870;p45"/>
            <p:cNvSpPr/>
            <p:nvPr/>
          </p:nvSpPr>
          <p:spPr>
            <a:xfrm>
              <a:off x="1548012" y="2100077"/>
              <a:ext cx="11838" cy="23885"/>
            </a:xfrm>
            <a:custGeom>
              <a:rect b="b" l="l" r="r" t="t"/>
              <a:pathLst>
                <a:path extrusionOk="0" h="914" w="453">
                  <a:moveTo>
                    <a:pt x="10" y="0"/>
                  </a:moveTo>
                  <a:lnTo>
                    <a:pt x="10" y="683"/>
                  </a:lnTo>
                  <a:cubicBezTo>
                    <a:pt x="1" y="837"/>
                    <a:pt x="114" y="914"/>
                    <a:pt x="227" y="914"/>
                  </a:cubicBezTo>
                  <a:cubicBezTo>
                    <a:pt x="340" y="914"/>
                    <a:pt x="453" y="837"/>
                    <a:pt x="443" y="683"/>
                  </a:cubicBezTo>
                  <a:lnTo>
                    <a:pt x="443" y="0"/>
                  </a:lnTo>
                  <a:close/>
                </a:path>
              </a:pathLst>
            </a:custGeom>
            <a:solidFill>
              <a:srgbClr val="768C9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871" name="Google Shape;16871;p45"/>
            <p:cNvSpPr/>
            <p:nvPr/>
          </p:nvSpPr>
          <p:spPr>
            <a:xfrm>
              <a:off x="1565364" y="2100077"/>
              <a:ext cx="11838" cy="23885"/>
            </a:xfrm>
            <a:custGeom>
              <a:rect b="b" l="l" r="r" t="t"/>
              <a:pathLst>
                <a:path extrusionOk="0" h="914" w="453">
                  <a:moveTo>
                    <a:pt x="10" y="0"/>
                  </a:moveTo>
                  <a:lnTo>
                    <a:pt x="10" y="683"/>
                  </a:lnTo>
                  <a:cubicBezTo>
                    <a:pt x="0" y="837"/>
                    <a:pt x="113" y="914"/>
                    <a:pt x="226" y="914"/>
                  </a:cubicBezTo>
                  <a:cubicBezTo>
                    <a:pt x="339" y="914"/>
                    <a:pt x="452" y="837"/>
                    <a:pt x="443" y="683"/>
                  </a:cubicBezTo>
                  <a:lnTo>
                    <a:pt x="443" y="0"/>
                  </a:lnTo>
                  <a:close/>
                </a:path>
              </a:pathLst>
            </a:custGeom>
            <a:solidFill>
              <a:srgbClr val="768C9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872" name="Google Shape;16872;p45"/>
            <p:cNvSpPr/>
            <p:nvPr/>
          </p:nvSpPr>
          <p:spPr>
            <a:xfrm>
              <a:off x="1582690" y="2100077"/>
              <a:ext cx="11838" cy="23885"/>
            </a:xfrm>
            <a:custGeom>
              <a:rect b="b" l="l" r="r" t="t"/>
              <a:pathLst>
                <a:path extrusionOk="0" h="914" w="453">
                  <a:moveTo>
                    <a:pt x="10" y="0"/>
                  </a:moveTo>
                  <a:lnTo>
                    <a:pt x="10" y="683"/>
                  </a:lnTo>
                  <a:cubicBezTo>
                    <a:pt x="1" y="837"/>
                    <a:pt x="114" y="914"/>
                    <a:pt x="227" y="914"/>
                  </a:cubicBezTo>
                  <a:cubicBezTo>
                    <a:pt x="340" y="914"/>
                    <a:pt x="453" y="837"/>
                    <a:pt x="443" y="683"/>
                  </a:cubicBezTo>
                  <a:lnTo>
                    <a:pt x="443" y="0"/>
                  </a:lnTo>
                  <a:close/>
                </a:path>
              </a:pathLst>
            </a:custGeom>
            <a:solidFill>
              <a:srgbClr val="768C9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873" name="Google Shape;16873;p45"/>
            <p:cNvSpPr/>
            <p:nvPr/>
          </p:nvSpPr>
          <p:spPr>
            <a:xfrm>
              <a:off x="1600042" y="2100077"/>
              <a:ext cx="11838" cy="39225"/>
            </a:xfrm>
            <a:custGeom>
              <a:rect b="b" l="l" r="r" t="t"/>
              <a:pathLst>
                <a:path extrusionOk="0" h="1501" w="453">
                  <a:moveTo>
                    <a:pt x="10" y="0"/>
                  </a:moveTo>
                  <a:lnTo>
                    <a:pt x="10" y="1269"/>
                  </a:lnTo>
                  <a:cubicBezTo>
                    <a:pt x="0" y="1423"/>
                    <a:pt x="113" y="1500"/>
                    <a:pt x="226" y="1500"/>
                  </a:cubicBezTo>
                  <a:cubicBezTo>
                    <a:pt x="339" y="1500"/>
                    <a:pt x="452" y="1423"/>
                    <a:pt x="443" y="1269"/>
                  </a:cubicBezTo>
                  <a:lnTo>
                    <a:pt x="443" y="0"/>
                  </a:lnTo>
                  <a:close/>
                </a:path>
              </a:pathLst>
            </a:custGeom>
            <a:solidFill>
              <a:srgbClr val="768C9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874" name="Google Shape;16874;p45"/>
            <p:cNvSpPr/>
            <p:nvPr/>
          </p:nvSpPr>
          <p:spPr>
            <a:xfrm>
              <a:off x="1617367" y="2100077"/>
              <a:ext cx="11838" cy="23885"/>
            </a:xfrm>
            <a:custGeom>
              <a:rect b="b" l="l" r="r" t="t"/>
              <a:pathLst>
                <a:path extrusionOk="0" h="914" w="453">
                  <a:moveTo>
                    <a:pt x="10" y="0"/>
                  </a:moveTo>
                  <a:lnTo>
                    <a:pt x="10" y="683"/>
                  </a:lnTo>
                  <a:cubicBezTo>
                    <a:pt x="1" y="837"/>
                    <a:pt x="114" y="914"/>
                    <a:pt x="227" y="914"/>
                  </a:cubicBezTo>
                  <a:cubicBezTo>
                    <a:pt x="340" y="914"/>
                    <a:pt x="453" y="837"/>
                    <a:pt x="443" y="683"/>
                  </a:cubicBezTo>
                  <a:lnTo>
                    <a:pt x="443" y="0"/>
                  </a:lnTo>
                  <a:close/>
                </a:path>
              </a:pathLst>
            </a:custGeom>
            <a:solidFill>
              <a:srgbClr val="768C9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875" name="Google Shape;16875;p45"/>
            <p:cNvSpPr/>
            <p:nvPr/>
          </p:nvSpPr>
          <p:spPr>
            <a:xfrm>
              <a:off x="1634955" y="2100077"/>
              <a:ext cx="11342" cy="22944"/>
            </a:xfrm>
            <a:custGeom>
              <a:rect b="b" l="l" r="r" t="t"/>
              <a:pathLst>
                <a:path extrusionOk="0" h="878" w="434">
                  <a:moveTo>
                    <a:pt x="1" y="0"/>
                  </a:moveTo>
                  <a:lnTo>
                    <a:pt x="1" y="683"/>
                  </a:lnTo>
                  <a:cubicBezTo>
                    <a:pt x="10" y="813"/>
                    <a:pt x="114" y="878"/>
                    <a:pt x="217" y="878"/>
                  </a:cubicBezTo>
                  <a:cubicBezTo>
                    <a:pt x="321" y="878"/>
                    <a:pt x="424" y="813"/>
                    <a:pt x="434" y="683"/>
                  </a:cubicBezTo>
                  <a:lnTo>
                    <a:pt x="434" y="0"/>
                  </a:lnTo>
                  <a:close/>
                </a:path>
              </a:pathLst>
            </a:custGeom>
            <a:solidFill>
              <a:srgbClr val="768C9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876" name="Google Shape;16876;p45"/>
            <p:cNvSpPr/>
            <p:nvPr/>
          </p:nvSpPr>
          <p:spPr>
            <a:xfrm>
              <a:off x="1652045" y="2100077"/>
              <a:ext cx="11838" cy="23885"/>
            </a:xfrm>
            <a:custGeom>
              <a:rect b="b" l="l" r="r" t="t"/>
              <a:pathLst>
                <a:path extrusionOk="0" h="914" w="453">
                  <a:moveTo>
                    <a:pt x="10" y="0"/>
                  </a:moveTo>
                  <a:lnTo>
                    <a:pt x="10" y="683"/>
                  </a:lnTo>
                  <a:cubicBezTo>
                    <a:pt x="1" y="837"/>
                    <a:pt x="114" y="914"/>
                    <a:pt x="227" y="914"/>
                  </a:cubicBezTo>
                  <a:cubicBezTo>
                    <a:pt x="340" y="914"/>
                    <a:pt x="453" y="837"/>
                    <a:pt x="443" y="683"/>
                  </a:cubicBezTo>
                  <a:lnTo>
                    <a:pt x="443" y="0"/>
                  </a:lnTo>
                  <a:close/>
                </a:path>
              </a:pathLst>
            </a:custGeom>
            <a:solidFill>
              <a:srgbClr val="768C9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877" name="Google Shape;16877;p45"/>
            <p:cNvSpPr/>
            <p:nvPr/>
          </p:nvSpPr>
          <p:spPr>
            <a:xfrm>
              <a:off x="1386435" y="2069580"/>
              <a:ext cx="45000" cy="158363"/>
            </a:xfrm>
            <a:custGeom>
              <a:rect b="b" l="l" r="r" t="t"/>
              <a:pathLst>
                <a:path extrusionOk="0" h="6060" w="1722">
                  <a:moveTo>
                    <a:pt x="1478" y="0"/>
                  </a:moveTo>
                  <a:cubicBezTo>
                    <a:pt x="1403" y="0"/>
                    <a:pt x="1328" y="34"/>
                    <a:pt x="1280" y="109"/>
                  </a:cubicBezTo>
                  <a:lnTo>
                    <a:pt x="87" y="2408"/>
                  </a:lnTo>
                  <a:cubicBezTo>
                    <a:pt x="29" y="2504"/>
                    <a:pt x="1" y="2609"/>
                    <a:pt x="1" y="2725"/>
                  </a:cubicBezTo>
                  <a:lnTo>
                    <a:pt x="1" y="4465"/>
                  </a:lnTo>
                  <a:cubicBezTo>
                    <a:pt x="1" y="4629"/>
                    <a:pt x="58" y="4783"/>
                    <a:pt x="174" y="4917"/>
                  </a:cubicBezTo>
                  <a:lnTo>
                    <a:pt x="1029" y="5917"/>
                  </a:lnTo>
                  <a:cubicBezTo>
                    <a:pt x="1111" y="6014"/>
                    <a:pt x="1221" y="6060"/>
                    <a:pt x="1329" y="6060"/>
                  </a:cubicBezTo>
                  <a:cubicBezTo>
                    <a:pt x="1489" y="6060"/>
                    <a:pt x="1645" y="5961"/>
                    <a:pt x="1703" y="5783"/>
                  </a:cubicBezTo>
                  <a:cubicBezTo>
                    <a:pt x="1712" y="5744"/>
                    <a:pt x="1722" y="5706"/>
                    <a:pt x="1722" y="5667"/>
                  </a:cubicBezTo>
                  <a:lnTo>
                    <a:pt x="1722" y="225"/>
                  </a:lnTo>
                  <a:cubicBezTo>
                    <a:pt x="1710" y="84"/>
                    <a:pt x="1594" y="0"/>
                    <a:pt x="1478" y="0"/>
                  </a:cubicBezTo>
                  <a:close/>
                </a:path>
              </a:pathLst>
            </a:custGeom>
            <a:solidFill>
              <a:srgbClr val="697D9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878" name="Google Shape;16878;p45"/>
            <p:cNvSpPr/>
            <p:nvPr/>
          </p:nvSpPr>
          <p:spPr>
            <a:xfrm>
              <a:off x="1405537" y="2084737"/>
              <a:ext cx="25897" cy="135967"/>
            </a:xfrm>
            <a:custGeom>
              <a:rect b="b" l="l" r="r" t="t"/>
              <a:pathLst>
                <a:path extrusionOk="0" h="5203" w="991">
                  <a:moveTo>
                    <a:pt x="991" y="0"/>
                  </a:moveTo>
                  <a:lnTo>
                    <a:pt x="77" y="1751"/>
                  </a:lnTo>
                  <a:cubicBezTo>
                    <a:pt x="29" y="1847"/>
                    <a:pt x="0" y="1962"/>
                    <a:pt x="0" y="2078"/>
                  </a:cubicBezTo>
                  <a:lnTo>
                    <a:pt x="0" y="3808"/>
                  </a:lnTo>
                  <a:cubicBezTo>
                    <a:pt x="0" y="3972"/>
                    <a:pt x="58" y="4126"/>
                    <a:pt x="173" y="4260"/>
                  </a:cubicBezTo>
                  <a:lnTo>
                    <a:pt x="972" y="5203"/>
                  </a:lnTo>
                  <a:cubicBezTo>
                    <a:pt x="981" y="5164"/>
                    <a:pt x="991" y="5126"/>
                    <a:pt x="991" y="5087"/>
                  </a:cubicBezTo>
                  <a:lnTo>
                    <a:pt x="991" y="0"/>
                  </a:lnTo>
                  <a:close/>
                </a:path>
              </a:pathLst>
            </a:custGeom>
            <a:solidFill>
              <a:srgbClr val="768C9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879" name="Google Shape;16879;p45"/>
            <p:cNvSpPr/>
            <p:nvPr/>
          </p:nvSpPr>
          <p:spPr>
            <a:xfrm>
              <a:off x="1462062" y="2069737"/>
              <a:ext cx="45026" cy="158128"/>
            </a:xfrm>
            <a:custGeom>
              <a:rect b="b" l="l" r="r" t="t"/>
              <a:pathLst>
                <a:path extrusionOk="0" h="6051" w="1723">
                  <a:moveTo>
                    <a:pt x="239" y="1"/>
                  </a:moveTo>
                  <a:cubicBezTo>
                    <a:pt x="124" y="1"/>
                    <a:pt x="13" y="80"/>
                    <a:pt x="1" y="219"/>
                  </a:cubicBezTo>
                  <a:lnTo>
                    <a:pt x="1" y="5652"/>
                  </a:lnTo>
                  <a:cubicBezTo>
                    <a:pt x="1" y="5700"/>
                    <a:pt x="1" y="5738"/>
                    <a:pt x="20" y="5786"/>
                  </a:cubicBezTo>
                  <a:cubicBezTo>
                    <a:pt x="77" y="5957"/>
                    <a:pt x="231" y="6050"/>
                    <a:pt x="390" y="6050"/>
                  </a:cubicBezTo>
                  <a:cubicBezTo>
                    <a:pt x="499" y="6050"/>
                    <a:pt x="611" y="6006"/>
                    <a:pt x="693" y="5911"/>
                  </a:cubicBezTo>
                  <a:lnTo>
                    <a:pt x="1549" y="4902"/>
                  </a:lnTo>
                  <a:cubicBezTo>
                    <a:pt x="1655" y="4777"/>
                    <a:pt x="1713" y="4613"/>
                    <a:pt x="1722" y="4450"/>
                  </a:cubicBezTo>
                  <a:lnTo>
                    <a:pt x="1722" y="2719"/>
                  </a:lnTo>
                  <a:cubicBezTo>
                    <a:pt x="1713" y="2603"/>
                    <a:pt x="1693" y="2498"/>
                    <a:pt x="1636" y="2402"/>
                  </a:cubicBezTo>
                  <a:lnTo>
                    <a:pt x="443" y="113"/>
                  </a:lnTo>
                  <a:cubicBezTo>
                    <a:pt x="393" y="36"/>
                    <a:pt x="316" y="1"/>
                    <a:pt x="239" y="1"/>
                  </a:cubicBezTo>
                  <a:close/>
                </a:path>
              </a:pathLst>
            </a:custGeom>
            <a:solidFill>
              <a:srgbClr val="697D9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880" name="Google Shape;16880;p45"/>
            <p:cNvSpPr/>
            <p:nvPr/>
          </p:nvSpPr>
          <p:spPr>
            <a:xfrm>
              <a:off x="1462062" y="2084999"/>
              <a:ext cx="25923" cy="135967"/>
            </a:xfrm>
            <a:custGeom>
              <a:rect b="b" l="l" r="r" t="t"/>
              <a:pathLst>
                <a:path extrusionOk="0" h="5203" w="992">
                  <a:moveTo>
                    <a:pt x="1" y="0"/>
                  </a:moveTo>
                  <a:lnTo>
                    <a:pt x="1" y="5077"/>
                  </a:lnTo>
                  <a:cubicBezTo>
                    <a:pt x="1" y="5116"/>
                    <a:pt x="1" y="5164"/>
                    <a:pt x="20" y="5202"/>
                  </a:cubicBezTo>
                  <a:lnTo>
                    <a:pt x="828" y="4260"/>
                  </a:lnTo>
                  <a:cubicBezTo>
                    <a:pt x="934" y="4125"/>
                    <a:pt x="991" y="3972"/>
                    <a:pt x="991" y="3808"/>
                  </a:cubicBezTo>
                  <a:lnTo>
                    <a:pt x="991" y="2077"/>
                  </a:lnTo>
                  <a:cubicBezTo>
                    <a:pt x="991" y="1962"/>
                    <a:pt x="963" y="1846"/>
                    <a:pt x="915" y="1750"/>
                  </a:cubicBezTo>
                  <a:lnTo>
                    <a:pt x="1" y="0"/>
                  </a:lnTo>
                  <a:close/>
                </a:path>
              </a:pathLst>
            </a:custGeom>
            <a:solidFill>
              <a:srgbClr val="768C9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6881" name="Google Shape;16881;p45"/>
          <p:cNvGrpSpPr/>
          <p:nvPr/>
        </p:nvGrpSpPr>
        <p:grpSpPr>
          <a:xfrm>
            <a:off x="866528" y="1904114"/>
            <a:ext cx="366639" cy="119635"/>
            <a:chOff x="866528" y="2088762"/>
            <a:chExt cx="366639" cy="119635"/>
          </a:xfrm>
        </p:grpSpPr>
        <p:sp>
          <p:nvSpPr>
            <p:cNvPr id="16882" name="Google Shape;16882;p45"/>
            <p:cNvSpPr/>
            <p:nvPr/>
          </p:nvSpPr>
          <p:spPr>
            <a:xfrm>
              <a:off x="866528" y="2088762"/>
              <a:ext cx="366639" cy="119635"/>
            </a:xfrm>
            <a:custGeom>
              <a:rect b="b" l="l" r="r" t="t"/>
              <a:pathLst>
                <a:path extrusionOk="0" h="4578" w="14030">
                  <a:moveTo>
                    <a:pt x="510" y="0"/>
                  </a:moveTo>
                  <a:cubicBezTo>
                    <a:pt x="231" y="10"/>
                    <a:pt x="0" y="241"/>
                    <a:pt x="0" y="529"/>
                  </a:cubicBezTo>
                  <a:lnTo>
                    <a:pt x="0" y="4058"/>
                  </a:lnTo>
                  <a:cubicBezTo>
                    <a:pt x="0" y="4347"/>
                    <a:pt x="231" y="4578"/>
                    <a:pt x="529" y="4578"/>
                  </a:cubicBezTo>
                  <a:lnTo>
                    <a:pt x="13501" y="4578"/>
                  </a:lnTo>
                  <a:cubicBezTo>
                    <a:pt x="13789" y="4578"/>
                    <a:pt x="14030" y="4347"/>
                    <a:pt x="14030" y="4058"/>
                  </a:cubicBezTo>
                  <a:lnTo>
                    <a:pt x="14030" y="529"/>
                  </a:lnTo>
                  <a:cubicBezTo>
                    <a:pt x="14030" y="250"/>
                    <a:pt x="13818" y="29"/>
                    <a:pt x="13549" y="0"/>
                  </a:cubicBezTo>
                  <a:close/>
                </a:path>
              </a:pathLst>
            </a:custGeom>
            <a:solidFill>
              <a:srgbClr val="D1DAE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883" name="Google Shape;16883;p45"/>
            <p:cNvSpPr/>
            <p:nvPr/>
          </p:nvSpPr>
          <p:spPr>
            <a:xfrm>
              <a:off x="866528" y="2139511"/>
              <a:ext cx="366639" cy="68885"/>
            </a:xfrm>
            <a:custGeom>
              <a:rect b="b" l="l" r="r" t="t"/>
              <a:pathLst>
                <a:path extrusionOk="0" h="2636" w="14030">
                  <a:moveTo>
                    <a:pt x="0" y="1"/>
                  </a:moveTo>
                  <a:lnTo>
                    <a:pt x="0" y="2116"/>
                  </a:lnTo>
                  <a:cubicBezTo>
                    <a:pt x="0" y="2405"/>
                    <a:pt x="231" y="2636"/>
                    <a:pt x="529" y="2636"/>
                  </a:cubicBezTo>
                  <a:lnTo>
                    <a:pt x="13501" y="2636"/>
                  </a:lnTo>
                  <a:cubicBezTo>
                    <a:pt x="13789" y="2636"/>
                    <a:pt x="14030" y="2405"/>
                    <a:pt x="14030" y="2116"/>
                  </a:cubicBezTo>
                  <a:lnTo>
                    <a:pt x="14030" y="1"/>
                  </a:lnTo>
                  <a:close/>
                </a:path>
              </a:pathLst>
            </a:custGeom>
            <a:solidFill>
              <a:srgbClr val="C5D0D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884" name="Google Shape;16884;p45"/>
            <p:cNvSpPr/>
            <p:nvPr/>
          </p:nvSpPr>
          <p:spPr>
            <a:xfrm>
              <a:off x="866528" y="2164389"/>
              <a:ext cx="366639" cy="44007"/>
            </a:xfrm>
            <a:custGeom>
              <a:rect b="b" l="l" r="r" t="t"/>
              <a:pathLst>
                <a:path extrusionOk="0" h="1684" w="14030">
                  <a:moveTo>
                    <a:pt x="0" y="1"/>
                  </a:moveTo>
                  <a:lnTo>
                    <a:pt x="0" y="1164"/>
                  </a:lnTo>
                  <a:cubicBezTo>
                    <a:pt x="0" y="1453"/>
                    <a:pt x="231" y="1684"/>
                    <a:pt x="529" y="1684"/>
                  </a:cubicBezTo>
                  <a:lnTo>
                    <a:pt x="13501" y="1684"/>
                  </a:lnTo>
                  <a:cubicBezTo>
                    <a:pt x="13789" y="1684"/>
                    <a:pt x="14030" y="1453"/>
                    <a:pt x="14030" y="1164"/>
                  </a:cubicBezTo>
                  <a:lnTo>
                    <a:pt x="14030" y="1"/>
                  </a:lnTo>
                  <a:cubicBezTo>
                    <a:pt x="14030" y="289"/>
                    <a:pt x="13789" y="530"/>
                    <a:pt x="13511" y="530"/>
                  </a:cubicBezTo>
                  <a:lnTo>
                    <a:pt x="529" y="530"/>
                  </a:lnTo>
                  <a:cubicBezTo>
                    <a:pt x="231" y="530"/>
                    <a:pt x="0" y="289"/>
                    <a:pt x="0" y="1"/>
                  </a:cubicBezTo>
                  <a:close/>
                </a:path>
              </a:pathLst>
            </a:custGeom>
            <a:solidFill>
              <a:srgbClr val="B8C6D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885" name="Google Shape;16885;p45"/>
            <p:cNvSpPr/>
            <p:nvPr/>
          </p:nvSpPr>
          <p:spPr>
            <a:xfrm>
              <a:off x="897940" y="2088762"/>
              <a:ext cx="11943" cy="36455"/>
            </a:xfrm>
            <a:custGeom>
              <a:rect b="b" l="l" r="r" t="t"/>
              <a:pathLst>
                <a:path extrusionOk="0" h="1395" w="457">
                  <a:moveTo>
                    <a:pt x="10" y="0"/>
                  </a:moveTo>
                  <a:lnTo>
                    <a:pt x="10" y="1164"/>
                  </a:lnTo>
                  <a:cubicBezTo>
                    <a:pt x="0" y="1318"/>
                    <a:pt x="115" y="1395"/>
                    <a:pt x="230" y="1395"/>
                  </a:cubicBezTo>
                  <a:cubicBezTo>
                    <a:pt x="344" y="1395"/>
                    <a:pt x="457" y="1318"/>
                    <a:pt x="442" y="1164"/>
                  </a:cubicBezTo>
                  <a:lnTo>
                    <a:pt x="442" y="0"/>
                  </a:lnTo>
                  <a:close/>
                </a:path>
              </a:pathLst>
            </a:custGeom>
            <a:solidFill>
              <a:srgbClr val="B8C6D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886" name="Google Shape;16886;p45"/>
            <p:cNvSpPr/>
            <p:nvPr/>
          </p:nvSpPr>
          <p:spPr>
            <a:xfrm>
              <a:off x="927443" y="2088762"/>
              <a:ext cx="11838" cy="26916"/>
            </a:xfrm>
            <a:custGeom>
              <a:rect b="b" l="l" r="r" t="t"/>
              <a:pathLst>
                <a:path extrusionOk="0" h="1030" w="453">
                  <a:moveTo>
                    <a:pt x="15" y="0"/>
                  </a:moveTo>
                  <a:lnTo>
                    <a:pt x="15" y="798"/>
                  </a:lnTo>
                  <a:cubicBezTo>
                    <a:pt x="1" y="952"/>
                    <a:pt x="114" y="1029"/>
                    <a:pt x="227" y="1029"/>
                  </a:cubicBezTo>
                  <a:cubicBezTo>
                    <a:pt x="340" y="1029"/>
                    <a:pt x="453" y="952"/>
                    <a:pt x="438" y="798"/>
                  </a:cubicBezTo>
                  <a:lnTo>
                    <a:pt x="438" y="0"/>
                  </a:lnTo>
                  <a:close/>
                </a:path>
              </a:pathLst>
            </a:custGeom>
            <a:solidFill>
              <a:srgbClr val="B8C6D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887" name="Google Shape;16887;p45"/>
            <p:cNvSpPr/>
            <p:nvPr/>
          </p:nvSpPr>
          <p:spPr>
            <a:xfrm>
              <a:off x="956346" y="2088762"/>
              <a:ext cx="11838" cy="36455"/>
            </a:xfrm>
            <a:custGeom>
              <a:rect b="b" l="l" r="r" t="t"/>
              <a:pathLst>
                <a:path extrusionOk="0" h="1395" w="453">
                  <a:moveTo>
                    <a:pt x="15" y="0"/>
                  </a:moveTo>
                  <a:lnTo>
                    <a:pt x="15" y="1164"/>
                  </a:lnTo>
                  <a:cubicBezTo>
                    <a:pt x="1" y="1318"/>
                    <a:pt x="114" y="1395"/>
                    <a:pt x="227" y="1395"/>
                  </a:cubicBezTo>
                  <a:cubicBezTo>
                    <a:pt x="340" y="1395"/>
                    <a:pt x="453" y="1318"/>
                    <a:pt x="438" y="1164"/>
                  </a:cubicBezTo>
                  <a:lnTo>
                    <a:pt x="438" y="0"/>
                  </a:lnTo>
                  <a:close/>
                </a:path>
              </a:pathLst>
            </a:custGeom>
            <a:solidFill>
              <a:srgbClr val="B8C6D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888" name="Google Shape;16888;p45"/>
            <p:cNvSpPr/>
            <p:nvPr/>
          </p:nvSpPr>
          <p:spPr>
            <a:xfrm>
              <a:off x="985876" y="2088762"/>
              <a:ext cx="11838" cy="26916"/>
            </a:xfrm>
            <a:custGeom>
              <a:rect b="b" l="l" r="r" t="t"/>
              <a:pathLst>
                <a:path extrusionOk="0" h="1030" w="453">
                  <a:moveTo>
                    <a:pt x="10" y="0"/>
                  </a:moveTo>
                  <a:lnTo>
                    <a:pt x="10" y="798"/>
                  </a:lnTo>
                  <a:cubicBezTo>
                    <a:pt x="1" y="952"/>
                    <a:pt x="114" y="1029"/>
                    <a:pt x="227" y="1029"/>
                  </a:cubicBezTo>
                  <a:cubicBezTo>
                    <a:pt x="340" y="1029"/>
                    <a:pt x="453" y="952"/>
                    <a:pt x="443" y="798"/>
                  </a:cubicBezTo>
                  <a:lnTo>
                    <a:pt x="443" y="0"/>
                  </a:lnTo>
                  <a:close/>
                </a:path>
              </a:pathLst>
            </a:custGeom>
            <a:solidFill>
              <a:srgbClr val="B8C6D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889" name="Google Shape;16889;p45"/>
            <p:cNvSpPr/>
            <p:nvPr/>
          </p:nvSpPr>
          <p:spPr>
            <a:xfrm>
              <a:off x="1014647" y="2088762"/>
              <a:ext cx="11969" cy="36455"/>
            </a:xfrm>
            <a:custGeom>
              <a:rect b="b" l="l" r="r" t="t"/>
              <a:pathLst>
                <a:path extrusionOk="0" h="1395" w="458">
                  <a:moveTo>
                    <a:pt x="15" y="0"/>
                  </a:moveTo>
                  <a:lnTo>
                    <a:pt x="15" y="1164"/>
                  </a:lnTo>
                  <a:cubicBezTo>
                    <a:pt x="1" y="1318"/>
                    <a:pt x="114" y="1395"/>
                    <a:pt x="228" y="1395"/>
                  </a:cubicBezTo>
                  <a:cubicBezTo>
                    <a:pt x="342" y="1395"/>
                    <a:pt x="457" y="1318"/>
                    <a:pt x="448" y="1164"/>
                  </a:cubicBezTo>
                  <a:lnTo>
                    <a:pt x="448" y="0"/>
                  </a:lnTo>
                  <a:close/>
                </a:path>
              </a:pathLst>
            </a:custGeom>
            <a:solidFill>
              <a:srgbClr val="B8C6D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890" name="Google Shape;16890;p45"/>
            <p:cNvSpPr/>
            <p:nvPr/>
          </p:nvSpPr>
          <p:spPr>
            <a:xfrm>
              <a:off x="1044439" y="2088762"/>
              <a:ext cx="11315" cy="26159"/>
            </a:xfrm>
            <a:custGeom>
              <a:rect b="b" l="l" r="r" t="t"/>
              <a:pathLst>
                <a:path extrusionOk="0" h="1001" w="433">
                  <a:moveTo>
                    <a:pt x="0" y="0"/>
                  </a:moveTo>
                  <a:lnTo>
                    <a:pt x="0" y="798"/>
                  </a:lnTo>
                  <a:cubicBezTo>
                    <a:pt x="10" y="933"/>
                    <a:pt x="113" y="1000"/>
                    <a:pt x="217" y="1000"/>
                  </a:cubicBezTo>
                  <a:cubicBezTo>
                    <a:pt x="320" y="1000"/>
                    <a:pt x="423" y="933"/>
                    <a:pt x="433" y="798"/>
                  </a:cubicBezTo>
                  <a:lnTo>
                    <a:pt x="433" y="0"/>
                  </a:lnTo>
                  <a:close/>
                </a:path>
              </a:pathLst>
            </a:custGeom>
            <a:solidFill>
              <a:srgbClr val="B8C6D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891" name="Google Shape;16891;p45"/>
            <p:cNvSpPr/>
            <p:nvPr/>
          </p:nvSpPr>
          <p:spPr>
            <a:xfrm>
              <a:off x="1073080" y="2088762"/>
              <a:ext cx="11838" cy="36455"/>
            </a:xfrm>
            <a:custGeom>
              <a:rect b="b" l="l" r="r" t="t"/>
              <a:pathLst>
                <a:path extrusionOk="0" h="1395" w="453">
                  <a:moveTo>
                    <a:pt x="10" y="0"/>
                  </a:moveTo>
                  <a:lnTo>
                    <a:pt x="10" y="1164"/>
                  </a:lnTo>
                  <a:cubicBezTo>
                    <a:pt x="0" y="1318"/>
                    <a:pt x="113" y="1395"/>
                    <a:pt x="226" y="1395"/>
                  </a:cubicBezTo>
                  <a:cubicBezTo>
                    <a:pt x="339" y="1395"/>
                    <a:pt x="452" y="1318"/>
                    <a:pt x="443" y="1164"/>
                  </a:cubicBezTo>
                  <a:lnTo>
                    <a:pt x="443" y="0"/>
                  </a:lnTo>
                  <a:close/>
                </a:path>
              </a:pathLst>
            </a:custGeom>
            <a:solidFill>
              <a:srgbClr val="B8C6D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892" name="Google Shape;16892;p45"/>
            <p:cNvSpPr/>
            <p:nvPr/>
          </p:nvSpPr>
          <p:spPr>
            <a:xfrm>
              <a:off x="1102479" y="2088762"/>
              <a:ext cx="11838" cy="26916"/>
            </a:xfrm>
            <a:custGeom>
              <a:rect b="b" l="l" r="r" t="t"/>
              <a:pathLst>
                <a:path extrusionOk="0" h="1030" w="453">
                  <a:moveTo>
                    <a:pt x="10" y="0"/>
                  </a:moveTo>
                  <a:lnTo>
                    <a:pt x="10" y="798"/>
                  </a:lnTo>
                  <a:cubicBezTo>
                    <a:pt x="0" y="952"/>
                    <a:pt x="113" y="1029"/>
                    <a:pt x="226" y="1029"/>
                  </a:cubicBezTo>
                  <a:cubicBezTo>
                    <a:pt x="339" y="1029"/>
                    <a:pt x="452" y="952"/>
                    <a:pt x="443" y="798"/>
                  </a:cubicBezTo>
                  <a:lnTo>
                    <a:pt x="443" y="0"/>
                  </a:lnTo>
                  <a:close/>
                </a:path>
              </a:pathLst>
            </a:custGeom>
            <a:solidFill>
              <a:srgbClr val="B8C6D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893" name="Google Shape;16893;p45"/>
            <p:cNvSpPr/>
            <p:nvPr/>
          </p:nvSpPr>
          <p:spPr>
            <a:xfrm>
              <a:off x="1131381" y="2088762"/>
              <a:ext cx="11838" cy="36455"/>
            </a:xfrm>
            <a:custGeom>
              <a:rect b="b" l="l" r="r" t="t"/>
              <a:pathLst>
                <a:path extrusionOk="0" h="1395" w="453">
                  <a:moveTo>
                    <a:pt x="10" y="0"/>
                  </a:moveTo>
                  <a:lnTo>
                    <a:pt x="10" y="1164"/>
                  </a:lnTo>
                  <a:cubicBezTo>
                    <a:pt x="0" y="1318"/>
                    <a:pt x="113" y="1395"/>
                    <a:pt x="226" y="1395"/>
                  </a:cubicBezTo>
                  <a:cubicBezTo>
                    <a:pt x="339" y="1395"/>
                    <a:pt x="452" y="1318"/>
                    <a:pt x="443" y="1164"/>
                  </a:cubicBezTo>
                  <a:lnTo>
                    <a:pt x="443" y="0"/>
                  </a:lnTo>
                  <a:close/>
                </a:path>
              </a:pathLst>
            </a:custGeom>
            <a:solidFill>
              <a:srgbClr val="B8C6D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894" name="Google Shape;16894;p45"/>
            <p:cNvSpPr/>
            <p:nvPr/>
          </p:nvSpPr>
          <p:spPr>
            <a:xfrm>
              <a:off x="1160911" y="2088762"/>
              <a:ext cx="11838" cy="26916"/>
            </a:xfrm>
            <a:custGeom>
              <a:rect b="b" l="l" r="r" t="t"/>
              <a:pathLst>
                <a:path extrusionOk="0" h="1030" w="453">
                  <a:moveTo>
                    <a:pt x="15" y="0"/>
                  </a:moveTo>
                  <a:lnTo>
                    <a:pt x="15" y="798"/>
                  </a:lnTo>
                  <a:cubicBezTo>
                    <a:pt x="0" y="952"/>
                    <a:pt x="113" y="1029"/>
                    <a:pt x="226" y="1029"/>
                  </a:cubicBezTo>
                  <a:cubicBezTo>
                    <a:pt x="339" y="1029"/>
                    <a:pt x="452" y="952"/>
                    <a:pt x="438" y="798"/>
                  </a:cubicBezTo>
                  <a:lnTo>
                    <a:pt x="438" y="0"/>
                  </a:lnTo>
                  <a:close/>
                </a:path>
              </a:pathLst>
            </a:custGeom>
            <a:solidFill>
              <a:srgbClr val="B8C6D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895" name="Google Shape;16895;p45"/>
            <p:cNvSpPr/>
            <p:nvPr/>
          </p:nvSpPr>
          <p:spPr>
            <a:xfrm>
              <a:off x="1189814" y="2088762"/>
              <a:ext cx="11812" cy="36455"/>
            </a:xfrm>
            <a:custGeom>
              <a:rect b="b" l="l" r="r" t="t"/>
              <a:pathLst>
                <a:path extrusionOk="0" h="1395" w="452">
                  <a:moveTo>
                    <a:pt x="14" y="0"/>
                  </a:moveTo>
                  <a:lnTo>
                    <a:pt x="14" y="1164"/>
                  </a:lnTo>
                  <a:cubicBezTo>
                    <a:pt x="0" y="1318"/>
                    <a:pt x="113" y="1395"/>
                    <a:pt x="226" y="1395"/>
                  </a:cubicBezTo>
                  <a:cubicBezTo>
                    <a:pt x="339" y="1395"/>
                    <a:pt x="452" y="1318"/>
                    <a:pt x="438" y="1164"/>
                  </a:cubicBezTo>
                  <a:lnTo>
                    <a:pt x="438" y="0"/>
                  </a:lnTo>
                  <a:close/>
                </a:path>
              </a:pathLst>
            </a:custGeom>
            <a:solidFill>
              <a:srgbClr val="B8C6D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6896" name="Google Shape;16896;p45"/>
          <p:cNvGrpSpPr/>
          <p:nvPr/>
        </p:nvGrpSpPr>
        <p:grpSpPr>
          <a:xfrm>
            <a:off x="2329269" y="1780664"/>
            <a:ext cx="98807" cy="366273"/>
            <a:chOff x="2329269" y="1965312"/>
            <a:chExt cx="98807" cy="366273"/>
          </a:xfrm>
        </p:grpSpPr>
        <p:sp>
          <p:nvSpPr>
            <p:cNvPr id="16897" name="Google Shape;16897;p45"/>
            <p:cNvSpPr/>
            <p:nvPr/>
          </p:nvSpPr>
          <p:spPr>
            <a:xfrm>
              <a:off x="2329269" y="1965312"/>
              <a:ext cx="98807" cy="312179"/>
            </a:xfrm>
            <a:custGeom>
              <a:rect b="b" l="l" r="r" t="t"/>
              <a:pathLst>
                <a:path extrusionOk="0" h="11946" w="3781">
                  <a:moveTo>
                    <a:pt x="1959" y="0"/>
                  </a:moveTo>
                  <a:cubicBezTo>
                    <a:pt x="1793" y="0"/>
                    <a:pt x="1629" y="68"/>
                    <a:pt x="1511" y="205"/>
                  </a:cubicBezTo>
                  <a:lnTo>
                    <a:pt x="895" y="897"/>
                  </a:lnTo>
                  <a:cubicBezTo>
                    <a:pt x="318" y="1551"/>
                    <a:pt x="1" y="2397"/>
                    <a:pt x="1" y="3272"/>
                  </a:cubicBezTo>
                  <a:lnTo>
                    <a:pt x="1" y="5676"/>
                  </a:lnTo>
                  <a:lnTo>
                    <a:pt x="261" y="5888"/>
                  </a:lnTo>
                  <a:cubicBezTo>
                    <a:pt x="530" y="6119"/>
                    <a:pt x="559" y="6523"/>
                    <a:pt x="309" y="6773"/>
                  </a:cubicBezTo>
                  <a:lnTo>
                    <a:pt x="1" y="7100"/>
                  </a:lnTo>
                  <a:lnTo>
                    <a:pt x="1" y="8590"/>
                  </a:lnTo>
                  <a:cubicBezTo>
                    <a:pt x="1" y="9071"/>
                    <a:pt x="145" y="9552"/>
                    <a:pt x="434" y="9946"/>
                  </a:cubicBezTo>
                  <a:lnTo>
                    <a:pt x="1857" y="11946"/>
                  </a:lnTo>
                  <a:lnTo>
                    <a:pt x="2328" y="11302"/>
                  </a:lnTo>
                  <a:lnTo>
                    <a:pt x="3328" y="9917"/>
                  </a:lnTo>
                  <a:cubicBezTo>
                    <a:pt x="3617" y="9523"/>
                    <a:pt x="3770" y="9042"/>
                    <a:pt x="3780" y="8542"/>
                  </a:cubicBezTo>
                  <a:lnTo>
                    <a:pt x="3780" y="5388"/>
                  </a:lnTo>
                  <a:lnTo>
                    <a:pt x="3280" y="4984"/>
                  </a:lnTo>
                  <a:cubicBezTo>
                    <a:pt x="3001" y="4753"/>
                    <a:pt x="2982" y="4349"/>
                    <a:pt x="3222" y="4099"/>
                  </a:cubicBezTo>
                  <a:lnTo>
                    <a:pt x="3770" y="3513"/>
                  </a:lnTo>
                  <a:lnTo>
                    <a:pt x="3770" y="3157"/>
                  </a:lnTo>
                  <a:cubicBezTo>
                    <a:pt x="3770" y="2330"/>
                    <a:pt x="3492" y="1532"/>
                    <a:pt x="2972" y="897"/>
                  </a:cubicBezTo>
                  <a:lnTo>
                    <a:pt x="2424" y="214"/>
                  </a:lnTo>
                  <a:cubicBezTo>
                    <a:pt x="2302" y="73"/>
                    <a:pt x="2130" y="0"/>
                    <a:pt x="1959" y="0"/>
                  </a:cubicBezTo>
                  <a:close/>
                </a:path>
              </a:pathLst>
            </a:custGeom>
            <a:solidFill>
              <a:srgbClr val="CDD7D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898" name="Google Shape;16898;p45"/>
            <p:cNvSpPr/>
            <p:nvPr/>
          </p:nvSpPr>
          <p:spPr>
            <a:xfrm>
              <a:off x="2353415" y="1970904"/>
              <a:ext cx="74661" cy="289757"/>
            </a:xfrm>
            <a:custGeom>
              <a:rect b="b" l="l" r="r" t="t"/>
              <a:pathLst>
                <a:path extrusionOk="0" h="11088" w="2857">
                  <a:moveTo>
                    <a:pt x="1500" y="0"/>
                  </a:moveTo>
                  <a:lnTo>
                    <a:pt x="904" y="683"/>
                  </a:lnTo>
                  <a:cubicBezTo>
                    <a:pt x="327" y="1337"/>
                    <a:pt x="0" y="2183"/>
                    <a:pt x="10" y="3058"/>
                  </a:cubicBezTo>
                  <a:lnTo>
                    <a:pt x="10" y="5462"/>
                  </a:lnTo>
                  <a:lnTo>
                    <a:pt x="269" y="5674"/>
                  </a:lnTo>
                  <a:cubicBezTo>
                    <a:pt x="539" y="5905"/>
                    <a:pt x="558" y="6309"/>
                    <a:pt x="317" y="6559"/>
                  </a:cubicBezTo>
                  <a:lnTo>
                    <a:pt x="10" y="6886"/>
                  </a:lnTo>
                  <a:lnTo>
                    <a:pt x="10" y="8376"/>
                  </a:lnTo>
                  <a:cubicBezTo>
                    <a:pt x="0" y="8857"/>
                    <a:pt x="154" y="9338"/>
                    <a:pt x="442" y="9732"/>
                  </a:cubicBezTo>
                  <a:lnTo>
                    <a:pt x="1404" y="11088"/>
                  </a:lnTo>
                  <a:lnTo>
                    <a:pt x="2404" y="9703"/>
                  </a:lnTo>
                  <a:cubicBezTo>
                    <a:pt x="2693" y="9309"/>
                    <a:pt x="2846" y="8828"/>
                    <a:pt x="2856" y="8328"/>
                  </a:cubicBezTo>
                  <a:lnTo>
                    <a:pt x="2856" y="5174"/>
                  </a:lnTo>
                  <a:lnTo>
                    <a:pt x="2356" y="4770"/>
                  </a:lnTo>
                  <a:cubicBezTo>
                    <a:pt x="2077" y="4539"/>
                    <a:pt x="2058" y="4135"/>
                    <a:pt x="2298" y="3885"/>
                  </a:cubicBezTo>
                  <a:lnTo>
                    <a:pt x="2856" y="3299"/>
                  </a:lnTo>
                  <a:lnTo>
                    <a:pt x="2856" y="2943"/>
                  </a:lnTo>
                  <a:cubicBezTo>
                    <a:pt x="2856" y="2116"/>
                    <a:pt x="2577" y="1318"/>
                    <a:pt x="2058" y="683"/>
                  </a:cubicBezTo>
                  <a:lnTo>
                    <a:pt x="1500" y="0"/>
                  </a:lnTo>
                  <a:close/>
                </a:path>
              </a:pathLst>
            </a:custGeom>
            <a:solidFill>
              <a:srgbClr val="E7ECF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899" name="Google Shape;16899;p45"/>
            <p:cNvSpPr/>
            <p:nvPr/>
          </p:nvSpPr>
          <p:spPr>
            <a:xfrm>
              <a:off x="2337266" y="2001558"/>
              <a:ext cx="81246" cy="330027"/>
            </a:xfrm>
            <a:custGeom>
              <a:rect b="b" l="l" r="r" t="t"/>
              <a:pathLst>
                <a:path extrusionOk="0" h="12629" w="3109">
                  <a:moveTo>
                    <a:pt x="1583" y="1"/>
                  </a:moveTo>
                  <a:cubicBezTo>
                    <a:pt x="1471" y="1"/>
                    <a:pt x="1358" y="78"/>
                    <a:pt x="1368" y="231"/>
                  </a:cubicBezTo>
                  <a:lnTo>
                    <a:pt x="1368" y="1587"/>
                  </a:lnTo>
                  <a:lnTo>
                    <a:pt x="868" y="1145"/>
                  </a:lnTo>
                  <a:cubicBezTo>
                    <a:pt x="821" y="1098"/>
                    <a:pt x="770" y="1079"/>
                    <a:pt x="722" y="1079"/>
                  </a:cubicBezTo>
                  <a:cubicBezTo>
                    <a:pt x="550" y="1079"/>
                    <a:pt x="410" y="1320"/>
                    <a:pt x="589" y="1462"/>
                  </a:cubicBezTo>
                  <a:lnTo>
                    <a:pt x="1358" y="2145"/>
                  </a:lnTo>
                  <a:lnTo>
                    <a:pt x="1368" y="2155"/>
                  </a:lnTo>
                  <a:lnTo>
                    <a:pt x="1368" y="6174"/>
                  </a:lnTo>
                  <a:lnTo>
                    <a:pt x="935" y="5761"/>
                  </a:lnTo>
                  <a:cubicBezTo>
                    <a:pt x="888" y="5716"/>
                    <a:pt x="837" y="5697"/>
                    <a:pt x="788" y="5697"/>
                  </a:cubicBezTo>
                  <a:cubicBezTo>
                    <a:pt x="617" y="5697"/>
                    <a:pt x="475" y="5928"/>
                    <a:pt x="647" y="6078"/>
                  </a:cubicBezTo>
                  <a:lnTo>
                    <a:pt x="1368" y="6741"/>
                  </a:lnTo>
                  <a:lnTo>
                    <a:pt x="1368" y="11136"/>
                  </a:lnTo>
                  <a:lnTo>
                    <a:pt x="474" y="10280"/>
                  </a:lnTo>
                  <a:cubicBezTo>
                    <a:pt x="425" y="10225"/>
                    <a:pt x="370" y="10202"/>
                    <a:pt x="317" y="10202"/>
                  </a:cubicBezTo>
                  <a:cubicBezTo>
                    <a:pt x="147" y="10202"/>
                    <a:pt x="0" y="10432"/>
                    <a:pt x="176" y="10578"/>
                  </a:cubicBezTo>
                  <a:lnTo>
                    <a:pt x="1368" y="11732"/>
                  </a:lnTo>
                  <a:lnTo>
                    <a:pt x="1368" y="12434"/>
                  </a:lnTo>
                  <a:cubicBezTo>
                    <a:pt x="1378" y="12564"/>
                    <a:pt x="1479" y="12629"/>
                    <a:pt x="1580" y="12629"/>
                  </a:cubicBezTo>
                  <a:cubicBezTo>
                    <a:pt x="1681" y="12629"/>
                    <a:pt x="1782" y="12564"/>
                    <a:pt x="1791" y="12434"/>
                  </a:cubicBezTo>
                  <a:lnTo>
                    <a:pt x="1791" y="11723"/>
                  </a:lnTo>
                  <a:lnTo>
                    <a:pt x="3022" y="10482"/>
                  </a:lnTo>
                  <a:cubicBezTo>
                    <a:pt x="3109" y="10405"/>
                    <a:pt x="3109" y="10271"/>
                    <a:pt x="3022" y="10184"/>
                  </a:cubicBezTo>
                  <a:cubicBezTo>
                    <a:pt x="2979" y="10141"/>
                    <a:pt x="2924" y="10119"/>
                    <a:pt x="2869" y="10119"/>
                  </a:cubicBezTo>
                  <a:cubicBezTo>
                    <a:pt x="2815" y="10119"/>
                    <a:pt x="2762" y="10141"/>
                    <a:pt x="2724" y="10184"/>
                  </a:cubicBezTo>
                  <a:lnTo>
                    <a:pt x="1791" y="11126"/>
                  </a:lnTo>
                  <a:lnTo>
                    <a:pt x="1791" y="5011"/>
                  </a:lnTo>
                  <a:lnTo>
                    <a:pt x="2753" y="4309"/>
                  </a:lnTo>
                  <a:cubicBezTo>
                    <a:pt x="2920" y="4165"/>
                    <a:pt x="2790" y="3929"/>
                    <a:pt x="2615" y="3929"/>
                  </a:cubicBezTo>
                  <a:cubicBezTo>
                    <a:pt x="2579" y="3929"/>
                    <a:pt x="2541" y="3939"/>
                    <a:pt x="2503" y="3962"/>
                  </a:cubicBezTo>
                  <a:lnTo>
                    <a:pt x="1791" y="4491"/>
                  </a:lnTo>
                  <a:lnTo>
                    <a:pt x="1791" y="231"/>
                  </a:lnTo>
                  <a:cubicBezTo>
                    <a:pt x="1806" y="78"/>
                    <a:pt x="1695" y="1"/>
                    <a:pt x="1583" y="1"/>
                  </a:cubicBezTo>
                  <a:close/>
                </a:path>
              </a:pathLst>
            </a:custGeom>
            <a:solidFill>
              <a:srgbClr val="B7C5D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6900" name="Google Shape;16900;p45"/>
          <p:cNvGrpSpPr/>
          <p:nvPr/>
        </p:nvGrpSpPr>
        <p:grpSpPr>
          <a:xfrm>
            <a:off x="3208053" y="1780324"/>
            <a:ext cx="112344" cy="366927"/>
            <a:chOff x="3208053" y="1964972"/>
            <a:chExt cx="112344" cy="366927"/>
          </a:xfrm>
        </p:grpSpPr>
        <p:sp>
          <p:nvSpPr>
            <p:cNvPr id="16901" name="Google Shape;16901;p45"/>
            <p:cNvSpPr/>
            <p:nvPr/>
          </p:nvSpPr>
          <p:spPr>
            <a:xfrm>
              <a:off x="3226398" y="2093283"/>
              <a:ext cx="63607" cy="238616"/>
            </a:xfrm>
            <a:custGeom>
              <a:rect b="b" l="l" r="r" t="t"/>
              <a:pathLst>
                <a:path extrusionOk="0" h="9131" w="2434">
                  <a:moveTo>
                    <a:pt x="2010" y="0"/>
                  </a:moveTo>
                  <a:cubicBezTo>
                    <a:pt x="1808" y="106"/>
                    <a:pt x="1596" y="164"/>
                    <a:pt x="1375" y="174"/>
                  </a:cubicBezTo>
                  <a:lnTo>
                    <a:pt x="1096" y="174"/>
                  </a:lnTo>
                  <a:cubicBezTo>
                    <a:pt x="866" y="164"/>
                    <a:pt x="635" y="106"/>
                    <a:pt x="423" y="10"/>
                  </a:cubicBezTo>
                  <a:cubicBezTo>
                    <a:pt x="337" y="443"/>
                    <a:pt x="231" y="1097"/>
                    <a:pt x="144" y="1885"/>
                  </a:cubicBezTo>
                  <a:cubicBezTo>
                    <a:pt x="116" y="2260"/>
                    <a:pt x="87" y="2654"/>
                    <a:pt x="67" y="3078"/>
                  </a:cubicBezTo>
                  <a:cubicBezTo>
                    <a:pt x="0" y="4914"/>
                    <a:pt x="192" y="7145"/>
                    <a:pt x="1154" y="9088"/>
                  </a:cubicBezTo>
                  <a:cubicBezTo>
                    <a:pt x="1164" y="9116"/>
                    <a:pt x="1188" y="9131"/>
                    <a:pt x="1213" y="9131"/>
                  </a:cubicBezTo>
                  <a:cubicBezTo>
                    <a:pt x="1238" y="9131"/>
                    <a:pt x="1265" y="9116"/>
                    <a:pt x="1279" y="9088"/>
                  </a:cubicBezTo>
                  <a:cubicBezTo>
                    <a:pt x="2231" y="7145"/>
                    <a:pt x="2433" y="4914"/>
                    <a:pt x="2366" y="3078"/>
                  </a:cubicBezTo>
                  <a:cubicBezTo>
                    <a:pt x="2356" y="2654"/>
                    <a:pt x="2327" y="2260"/>
                    <a:pt x="2289" y="1885"/>
                  </a:cubicBezTo>
                  <a:cubicBezTo>
                    <a:pt x="2212" y="1097"/>
                    <a:pt x="2096" y="443"/>
                    <a:pt x="2010" y="0"/>
                  </a:cubicBezTo>
                  <a:close/>
                </a:path>
              </a:pathLst>
            </a:custGeom>
            <a:solidFill>
              <a:srgbClr val="A2B5C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902" name="Google Shape;16902;p45"/>
            <p:cNvSpPr/>
            <p:nvPr/>
          </p:nvSpPr>
          <p:spPr>
            <a:xfrm>
              <a:off x="3226398" y="2093544"/>
              <a:ext cx="45497" cy="238355"/>
            </a:xfrm>
            <a:custGeom>
              <a:rect b="b" l="l" r="r" t="t"/>
              <a:pathLst>
                <a:path extrusionOk="0" h="9121" w="1741">
                  <a:moveTo>
                    <a:pt x="423" y="0"/>
                  </a:moveTo>
                  <a:cubicBezTo>
                    <a:pt x="337" y="433"/>
                    <a:pt x="231" y="1087"/>
                    <a:pt x="144" y="1875"/>
                  </a:cubicBezTo>
                  <a:cubicBezTo>
                    <a:pt x="116" y="2250"/>
                    <a:pt x="87" y="2644"/>
                    <a:pt x="67" y="3068"/>
                  </a:cubicBezTo>
                  <a:cubicBezTo>
                    <a:pt x="0" y="4904"/>
                    <a:pt x="192" y="7135"/>
                    <a:pt x="1154" y="9078"/>
                  </a:cubicBezTo>
                  <a:cubicBezTo>
                    <a:pt x="1164" y="9106"/>
                    <a:pt x="1188" y="9121"/>
                    <a:pt x="1213" y="9121"/>
                  </a:cubicBezTo>
                  <a:cubicBezTo>
                    <a:pt x="1238" y="9121"/>
                    <a:pt x="1265" y="9106"/>
                    <a:pt x="1279" y="9078"/>
                  </a:cubicBezTo>
                  <a:cubicBezTo>
                    <a:pt x="1452" y="8712"/>
                    <a:pt x="1616" y="8337"/>
                    <a:pt x="1741" y="7953"/>
                  </a:cubicBezTo>
                  <a:cubicBezTo>
                    <a:pt x="1183" y="6308"/>
                    <a:pt x="1068" y="4558"/>
                    <a:pt x="1135" y="3077"/>
                  </a:cubicBezTo>
                  <a:cubicBezTo>
                    <a:pt x="1144" y="2654"/>
                    <a:pt x="1173" y="2250"/>
                    <a:pt x="1212" y="1885"/>
                  </a:cubicBezTo>
                  <a:cubicBezTo>
                    <a:pt x="1279" y="1183"/>
                    <a:pt x="1375" y="587"/>
                    <a:pt x="1452" y="164"/>
                  </a:cubicBezTo>
                  <a:lnTo>
                    <a:pt x="1096" y="164"/>
                  </a:lnTo>
                  <a:cubicBezTo>
                    <a:pt x="866" y="154"/>
                    <a:pt x="635" y="96"/>
                    <a:pt x="423" y="0"/>
                  </a:cubicBezTo>
                  <a:close/>
                </a:path>
              </a:pathLst>
            </a:custGeom>
            <a:solidFill>
              <a:srgbClr val="B7C5D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903" name="Google Shape;16903;p45"/>
            <p:cNvSpPr/>
            <p:nvPr/>
          </p:nvSpPr>
          <p:spPr>
            <a:xfrm>
              <a:off x="3208053" y="1964972"/>
              <a:ext cx="112344" cy="147936"/>
            </a:xfrm>
            <a:custGeom>
              <a:rect b="b" l="l" r="r" t="t"/>
              <a:pathLst>
                <a:path extrusionOk="0" h="5661" w="4299">
                  <a:moveTo>
                    <a:pt x="3866" y="1"/>
                  </a:moveTo>
                  <a:cubicBezTo>
                    <a:pt x="3264" y="1"/>
                    <a:pt x="2669" y="173"/>
                    <a:pt x="2145" y="487"/>
                  </a:cubicBezTo>
                  <a:cubicBezTo>
                    <a:pt x="721" y="1333"/>
                    <a:pt x="202" y="3035"/>
                    <a:pt x="202" y="3035"/>
                  </a:cubicBezTo>
                  <a:cubicBezTo>
                    <a:pt x="144" y="3199"/>
                    <a:pt x="116" y="3362"/>
                    <a:pt x="96" y="3535"/>
                  </a:cubicBezTo>
                  <a:cubicBezTo>
                    <a:pt x="0" y="4632"/>
                    <a:pt x="731" y="5612"/>
                    <a:pt x="1798" y="5660"/>
                  </a:cubicBezTo>
                  <a:lnTo>
                    <a:pt x="2068" y="5660"/>
                  </a:lnTo>
                  <a:cubicBezTo>
                    <a:pt x="2606" y="5622"/>
                    <a:pt x="3097" y="5334"/>
                    <a:pt x="3385" y="4882"/>
                  </a:cubicBezTo>
                  <a:cubicBezTo>
                    <a:pt x="3654" y="4449"/>
                    <a:pt x="3741" y="3930"/>
                    <a:pt x="3625" y="3439"/>
                  </a:cubicBezTo>
                  <a:cubicBezTo>
                    <a:pt x="3606" y="3353"/>
                    <a:pt x="3577" y="3266"/>
                    <a:pt x="3539" y="3189"/>
                  </a:cubicBezTo>
                  <a:cubicBezTo>
                    <a:pt x="3443" y="2987"/>
                    <a:pt x="3366" y="2776"/>
                    <a:pt x="3318" y="2555"/>
                  </a:cubicBezTo>
                  <a:cubicBezTo>
                    <a:pt x="3270" y="2247"/>
                    <a:pt x="3298" y="1920"/>
                    <a:pt x="3395" y="1622"/>
                  </a:cubicBezTo>
                  <a:cubicBezTo>
                    <a:pt x="3500" y="1314"/>
                    <a:pt x="3664" y="1026"/>
                    <a:pt x="3856" y="756"/>
                  </a:cubicBezTo>
                  <a:cubicBezTo>
                    <a:pt x="3895" y="699"/>
                    <a:pt x="4039" y="487"/>
                    <a:pt x="4183" y="314"/>
                  </a:cubicBezTo>
                  <a:cubicBezTo>
                    <a:pt x="4299" y="199"/>
                    <a:pt x="4212" y="6"/>
                    <a:pt x="4049" y="6"/>
                  </a:cubicBezTo>
                  <a:cubicBezTo>
                    <a:pt x="3988" y="3"/>
                    <a:pt x="3927" y="1"/>
                    <a:pt x="3866" y="1"/>
                  </a:cubicBezTo>
                  <a:close/>
                </a:path>
              </a:pathLst>
            </a:custGeom>
            <a:solidFill>
              <a:srgbClr val="BCCAD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904" name="Google Shape;16904;p45"/>
            <p:cNvSpPr/>
            <p:nvPr/>
          </p:nvSpPr>
          <p:spPr>
            <a:xfrm>
              <a:off x="3229900" y="1964972"/>
              <a:ext cx="90497" cy="130088"/>
            </a:xfrm>
            <a:custGeom>
              <a:rect b="b" l="l" r="r" t="t"/>
              <a:pathLst>
                <a:path extrusionOk="0" h="4978" w="3463">
                  <a:moveTo>
                    <a:pt x="3028" y="1"/>
                  </a:moveTo>
                  <a:cubicBezTo>
                    <a:pt x="2419" y="1"/>
                    <a:pt x="1824" y="173"/>
                    <a:pt x="1309" y="487"/>
                  </a:cubicBezTo>
                  <a:cubicBezTo>
                    <a:pt x="809" y="1026"/>
                    <a:pt x="434" y="1660"/>
                    <a:pt x="193" y="2353"/>
                  </a:cubicBezTo>
                  <a:cubicBezTo>
                    <a:pt x="145" y="2516"/>
                    <a:pt x="107" y="2680"/>
                    <a:pt x="97" y="2853"/>
                  </a:cubicBezTo>
                  <a:cubicBezTo>
                    <a:pt x="1" y="3949"/>
                    <a:pt x="722" y="4930"/>
                    <a:pt x="1789" y="4978"/>
                  </a:cubicBezTo>
                  <a:lnTo>
                    <a:pt x="2068" y="4978"/>
                  </a:lnTo>
                  <a:cubicBezTo>
                    <a:pt x="2232" y="4968"/>
                    <a:pt x="2395" y="4939"/>
                    <a:pt x="2549" y="4882"/>
                  </a:cubicBezTo>
                  <a:cubicBezTo>
                    <a:pt x="2818" y="4449"/>
                    <a:pt x="2905" y="3930"/>
                    <a:pt x="2789" y="3439"/>
                  </a:cubicBezTo>
                  <a:cubicBezTo>
                    <a:pt x="2770" y="3353"/>
                    <a:pt x="2741" y="3266"/>
                    <a:pt x="2703" y="3189"/>
                  </a:cubicBezTo>
                  <a:cubicBezTo>
                    <a:pt x="2607" y="2987"/>
                    <a:pt x="2530" y="2776"/>
                    <a:pt x="2482" y="2555"/>
                  </a:cubicBezTo>
                  <a:cubicBezTo>
                    <a:pt x="2434" y="2247"/>
                    <a:pt x="2462" y="1920"/>
                    <a:pt x="2559" y="1622"/>
                  </a:cubicBezTo>
                  <a:cubicBezTo>
                    <a:pt x="2664" y="1314"/>
                    <a:pt x="2828" y="1026"/>
                    <a:pt x="3020" y="756"/>
                  </a:cubicBezTo>
                  <a:cubicBezTo>
                    <a:pt x="3059" y="699"/>
                    <a:pt x="3203" y="487"/>
                    <a:pt x="3347" y="314"/>
                  </a:cubicBezTo>
                  <a:cubicBezTo>
                    <a:pt x="3463" y="199"/>
                    <a:pt x="3376" y="6"/>
                    <a:pt x="3213" y="6"/>
                  </a:cubicBezTo>
                  <a:cubicBezTo>
                    <a:pt x="3151" y="3"/>
                    <a:pt x="3089" y="1"/>
                    <a:pt x="3028" y="1"/>
                  </a:cubicBezTo>
                  <a:close/>
                </a:path>
              </a:pathLst>
            </a:custGeom>
            <a:solidFill>
              <a:srgbClr val="CAD5D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905" name="Google Shape;16905;p45"/>
            <p:cNvSpPr/>
            <p:nvPr/>
          </p:nvSpPr>
          <p:spPr>
            <a:xfrm>
              <a:off x="3227887" y="2142542"/>
              <a:ext cx="60340" cy="31176"/>
            </a:xfrm>
            <a:custGeom>
              <a:rect b="b" l="l" r="r" t="t"/>
              <a:pathLst>
                <a:path extrusionOk="0" h="1193" w="2309">
                  <a:moveTo>
                    <a:pt x="87" y="0"/>
                  </a:moveTo>
                  <a:cubicBezTo>
                    <a:pt x="49" y="375"/>
                    <a:pt x="20" y="769"/>
                    <a:pt x="1" y="1193"/>
                  </a:cubicBezTo>
                  <a:lnTo>
                    <a:pt x="2309" y="1193"/>
                  </a:lnTo>
                  <a:cubicBezTo>
                    <a:pt x="2289" y="779"/>
                    <a:pt x="2261" y="375"/>
                    <a:pt x="2222" y="0"/>
                  </a:cubicBezTo>
                  <a:close/>
                </a:path>
              </a:pathLst>
            </a:custGeom>
            <a:solidFill>
              <a:srgbClr val="C1CAD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906" name="Google Shape;16906;p45"/>
            <p:cNvSpPr/>
            <p:nvPr/>
          </p:nvSpPr>
          <p:spPr>
            <a:xfrm>
              <a:off x="3227887" y="2142542"/>
              <a:ext cx="29948" cy="31176"/>
            </a:xfrm>
            <a:custGeom>
              <a:rect b="b" l="l" r="r" t="t"/>
              <a:pathLst>
                <a:path extrusionOk="0" h="1193" w="1146">
                  <a:moveTo>
                    <a:pt x="87" y="0"/>
                  </a:moveTo>
                  <a:cubicBezTo>
                    <a:pt x="49" y="375"/>
                    <a:pt x="20" y="769"/>
                    <a:pt x="1" y="1193"/>
                  </a:cubicBezTo>
                  <a:lnTo>
                    <a:pt x="1068" y="1193"/>
                  </a:lnTo>
                  <a:cubicBezTo>
                    <a:pt x="1078" y="769"/>
                    <a:pt x="1107" y="375"/>
                    <a:pt x="1145" y="0"/>
                  </a:cubicBezTo>
                  <a:close/>
                </a:path>
              </a:pathLst>
            </a:custGeom>
            <a:solidFill>
              <a:srgbClr val="B8C2C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6907" name="Google Shape;16907;p45"/>
          <p:cNvGrpSpPr/>
          <p:nvPr/>
        </p:nvGrpSpPr>
        <p:grpSpPr>
          <a:xfrm>
            <a:off x="3225379" y="3622692"/>
            <a:ext cx="72413" cy="366404"/>
            <a:chOff x="3225379" y="3807339"/>
            <a:chExt cx="72413" cy="366404"/>
          </a:xfrm>
        </p:grpSpPr>
        <p:sp>
          <p:nvSpPr>
            <p:cNvPr id="16908" name="Google Shape;16908;p45"/>
            <p:cNvSpPr/>
            <p:nvPr/>
          </p:nvSpPr>
          <p:spPr>
            <a:xfrm>
              <a:off x="3225379" y="3807339"/>
              <a:ext cx="72413" cy="366404"/>
            </a:xfrm>
            <a:custGeom>
              <a:rect b="b" l="l" r="r" t="t"/>
              <a:pathLst>
                <a:path extrusionOk="0" h="14021" w="2771">
                  <a:moveTo>
                    <a:pt x="1390" y="0"/>
                  </a:moveTo>
                  <a:cubicBezTo>
                    <a:pt x="1354" y="0"/>
                    <a:pt x="1318" y="20"/>
                    <a:pt x="1299" y="58"/>
                  </a:cubicBezTo>
                  <a:lnTo>
                    <a:pt x="789" y="1020"/>
                  </a:lnTo>
                  <a:lnTo>
                    <a:pt x="145" y="2231"/>
                  </a:lnTo>
                  <a:cubicBezTo>
                    <a:pt x="49" y="2395"/>
                    <a:pt x="10" y="2587"/>
                    <a:pt x="10" y="2779"/>
                  </a:cubicBezTo>
                  <a:lnTo>
                    <a:pt x="10" y="12645"/>
                  </a:lnTo>
                  <a:cubicBezTo>
                    <a:pt x="1" y="13403"/>
                    <a:pt x="616" y="14021"/>
                    <a:pt x="1379" y="14021"/>
                  </a:cubicBezTo>
                  <a:cubicBezTo>
                    <a:pt x="1391" y="14021"/>
                    <a:pt x="1403" y="14021"/>
                    <a:pt x="1414" y="14020"/>
                  </a:cubicBezTo>
                  <a:cubicBezTo>
                    <a:pt x="1597" y="14020"/>
                    <a:pt x="1780" y="13982"/>
                    <a:pt x="1953" y="13905"/>
                  </a:cubicBezTo>
                  <a:cubicBezTo>
                    <a:pt x="2443" y="13674"/>
                    <a:pt x="2760" y="13184"/>
                    <a:pt x="2770" y="12645"/>
                  </a:cubicBezTo>
                  <a:lnTo>
                    <a:pt x="2770" y="12617"/>
                  </a:lnTo>
                  <a:lnTo>
                    <a:pt x="2770" y="2779"/>
                  </a:lnTo>
                  <a:cubicBezTo>
                    <a:pt x="2770" y="2693"/>
                    <a:pt x="2760" y="2606"/>
                    <a:pt x="2741" y="2529"/>
                  </a:cubicBezTo>
                  <a:lnTo>
                    <a:pt x="2741" y="2510"/>
                  </a:lnTo>
                  <a:cubicBezTo>
                    <a:pt x="2722" y="2404"/>
                    <a:pt x="2684" y="2318"/>
                    <a:pt x="2635" y="2222"/>
                  </a:cubicBezTo>
                  <a:lnTo>
                    <a:pt x="1991" y="1020"/>
                  </a:lnTo>
                  <a:lnTo>
                    <a:pt x="1482" y="58"/>
                  </a:lnTo>
                  <a:cubicBezTo>
                    <a:pt x="1462" y="20"/>
                    <a:pt x="1426" y="0"/>
                    <a:pt x="1390" y="0"/>
                  </a:cubicBezTo>
                  <a:close/>
                </a:path>
              </a:pathLst>
            </a:custGeom>
            <a:solidFill>
              <a:srgbClr val="CAD5D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909" name="Google Shape;16909;p45"/>
            <p:cNvSpPr/>
            <p:nvPr/>
          </p:nvSpPr>
          <p:spPr>
            <a:xfrm>
              <a:off x="3225640" y="4104623"/>
              <a:ext cx="72152" cy="33188"/>
            </a:xfrm>
            <a:custGeom>
              <a:rect b="b" l="l" r="r" t="t"/>
              <a:pathLst>
                <a:path extrusionOk="0" h="1270" w="2761">
                  <a:moveTo>
                    <a:pt x="0" y="0"/>
                  </a:moveTo>
                  <a:lnTo>
                    <a:pt x="0" y="1269"/>
                  </a:lnTo>
                  <a:lnTo>
                    <a:pt x="2760" y="1269"/>
                  </a:lnTo>
                  <a:lnTo>
                    <a:pt x="2760" y="1241"/>
                  </a:lnTo>
                  <a:lnTo>
                    <a:pt x="2760" y="0"/>
                  </a:lnTo>
                  <a:close/>
                </a:path>
              </a:pathLst>
            </a:custGeom>
            <a:solidFill>
              <a:srgbClr val="D9E0E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910" name="Google Shape;16910;p45"/>
            <p:cNvSpPr/>
            <p:nvPr/>
          </p:nvSpPr>
          <p:spPr>
            <a:xfrm>
              <a:off x="3245997" y="3807339"/>
              <a:ext cx="31437" cy="32509"/>
            </a:xfrm>
            <a:custGeom>
              <a:rect b="b" l="l" r="r" t="t"/>
              <a:pathLst>
                <a:path extrusionOk="0" h="1244" w="1203">
                  <a:moveTo>
                    <a:pt x="601" y="0"/>
                  </a:moveTo>
                  <a:cubicBezTo>
                    <a:pt x="565" y="0"/>
                    <a:pt x="529" y="20"/>
                    <a:pt x="510" y="58"/>
                  </a:cubicBezTo>
                  <a:lnTo>
                    <a:pt x="0" y="1020"/>
                  </a:lnTo>
                  <a:cubicBezTo>
                    <a:pt x="173" y="1169"/>
                    <a:pt x="387" y="1243"/>
                    <a:pt x="601" y="1243"/>
                  </a:cubicBezTo>
                  <a:cubicBezTo>
                    <a:pt x="815" y="1243"/>
                    <a:pt x="1029" y="1169"/>
                    <a:pt x="1202" y="1020"/>
                  </a:cubicBezTo>
                  <a:lnTo>
                    <a:pt x="693" y="58"/>
                  </a:lnTo>
                  <a:cubicBezTo>
                    <a:pt x="673" y="20"/>
                    <a:pt x="637" y="0"/>
                    <a:pt x="601" y="0"/>
                  </a:cubicBezTo>
                  <a:close/>
                </a:path>
              </a:pathLst>
            </a:custGeom>
            <a:solidFill>
              <a:srgbClr val="8599A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911" name="Google Shape;16911;p45"/>
            <p:cNvSpPr/>
            <p:nvPr/>
          </p:nvSpPr>
          <p:spPr>
            <a:xfrm>
              <a:off x="3225379" y="4137785"/>
              <a:ext cx="72413" cy="35958"/>
            </a:xfrm>
            <a:custGeom>
              <a:rect b="b" l="l" r="r" t="t"/>
              <a:pathLst>
                <a:path extrusionOk="0" h="1376" w="2771">
                  <a:moveTo>
                    <a:pt x="10" y="0"/>
                  </a:moveTo>
                  <a:cubicBezTo>
                    <a:pt x="1" y="758"/>
                    <a:pt x="616" y="1376"/>
                    <a:pt x="1379" y="1376"/>
                  </a:cubicBezTo>
                  <a:cubicBezTo>
                    <a:pt x="1391" y="1376"/>
                    <a:pt x="1403" y="1376"/>
                    <a:pt x="1414" y="1375"/>
                  </a:cubicBezTo>
                  <a:cubicBezTo>
                    <a:pt x="1597" y="1375"/>
                    <a:pt x="1780" y="1337"/>
                    <a:pt x="1953" y="1260"/>
                  </a:cubicBezTo>
                  <a:cubicBezTo>
                    <a:pt x="2443" y="1029"/>
                    <a:pt x="2760" y="539"/>
                    <a:pt x="2770" y="0"/>
                  </a:cubicBezTo>
                  <a:close/>
                </a:path>
              </a:pathLst>
            </a:custGeom>
            <a:solidFill>
              <a:srgbClr val="65788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912" name="Google Shape;16912;p45"/>
            <p:cNvSpPr/>
            <p:nvPr/>
          </p:nvSpPr>
          <p:spPr>
            <a:xfrm>
              <a:off x="3255039" y="4104623"/>
              <a:ext cx="42753" cy="33188"/>
            </a:xfrm>
            <a:custGeom>
              <a:rect b="b" l="l" r="r" t="t"/>
              <a:pathLst>
                <a:path extrusionOk="0" h="1270" w="1636">
                  <a:moveTo>
                    <a:pt x="0" y="0"/>
                  </a:moveTo>
                  <a:lnTo>
                    <a:pt x="0" y="1269"/>
                  </a:lnTo>
                  <a:lnTo>
                    <a:pt x="1635" y="1269"/>
                  </a:lnTo>
                  <a:lnTo>
                    <a:pt x="1635" y="1241"/>
                  </a:lnTo>
                  <a:lnTo>
                    <a:pt x="1635" y="0"/>
                  </a:lnTo>
                  <a:close/>
                </a:path>
              </a:pathLst>
            </a:custGeom>
            <a:solidFill>
              <a:srgbClr val="EAEEF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913" name="Google Shape;16913;p45"/>
            <p:cNvSpPr/>
            <p:nvPr/>
          </p:nvSpPr>
          <p:spPr>
            <a:xfrm>
              <a:off x="3255039" y="4137785"/>
              <a:ext cx="42753" cy="32953"/>
            </a:xfrm>
            <a:custGeom>
              <a:rect b="b" l="l" r="r" t="t"/>
              <a:pathLst>
                <a:path extrusionOk="0" h="1261" w="1636">
                  <a:moveTo>
                    <a:pt x="0" y="0"/>
                  </a:moveTo>
                  <a:cubicBezTo>
                    <a:pt x="0" y="539"/>
                    <a:pt x="318" y="1039"/>
                    <a:pt x="818" y="1260"/>
                  </a:cubicBezTo>
                  <a:cubicBezTo>
                    <a:pt x="1308" y="1029"/>
                    <a:pt x="1625" y="539"/>
                    <a:pt x="1635" y="0"/>
                  </a:cubicBezTo>
                  <a:close/>
                </a:path>
              </a:pathLst>
            </a:custGeom>
            <a:solidFill>
              <a:srgbClr val="96ABB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914" name="Google Shape;16914;p45"/>
            <p:cNvSpPr/>
            <p:nvPr/>
          </p:nvSpPr>
          <p:spPr>
            <a:xfrm>
              <a:off x="3225379" y="3872932"/>
              <a:ext cx="72413" cy="231717"/>
            </a:xfrm>
            <a:custGeom>
              <a:rect b="b" l="l" r="r" t="t"/>
              <a:pathLst>
                <a:path extrusionOk="0" h="8867" w="2771">
                  <a:moveTo>
                    <a:pt x="39" y="0"/>
                  </a:moveTo>
                  <a:cubicBezTo>
                    <a:pt x="20" y="87"/>
                    <a:pt x="1" y="173"/>
                    <a:pt x="10" y="269"/>
                  </a:cubicBezTo>
                  <a:lnTo>
                    <a:pt x="10" y="8866"/>
                  </a:lnTo>
                  <a:lnTo>
                    <a:pt x="2770" y="8866"/>
                  </a:lnTo>
                  <a:lnTo>
                    <a:pt x="2770" y="269"/>
                  </a:lnTo>
                  <a:cubicBezTo>
                    <a:pt x="2770" y="183"/>
                    <a:pt x="2760" y="106"/>
                    <a:pt x="2741" y="19"/>
                  </a:cubicBezTo>
                  <a:lnTo>
                    <a:pt x="2741" y="0"/>
                  </a:lnTo>
                  <a:close/>
                </a:path>
              </a:pathLst>
            </a:custGeom>
            <a:solidFill>
              <a:srgbClr val="8599A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915" name="Google Shape;16915;p45"/>
            <p:cNvSpPr/>
            <p:nvPr/>
          </p:nvSpPr>
          <p:spPr>
            <a:xfrm>
              <a:off x="3255039" y="3872932"/>
              <a:ext cx="42753" cy="231717"/>
            </a:xfrm>
            <a:custGeom>
              <a:rect b="b" l="l" r="r" t="t"/>
              <a:pathLst>
                <a:path extrusionOk="0" h="8867" w="1636">
                  <a:moveTo>
                    <a:pt x="0" y="0"/>
                  </a:moveTo>
                  <a:lnTo>
                    <a:pt x="0" y="8866"/>
                  </a:lnTo>
                  <a:lnTo>
                    <a:pt x="1635" y="8866"/>
                  </a:lnTo>
                  <a:lnTo>
                    <a:pt x="1635" y="269"/>
                  </a:lnTo>
                  <a:cubicBezTo>
                    <a:pt x="1635" y="183"/>
                    <a:pt x="1625" y="106"/>
                    <a:pt x="1606" y="19"/>
                  </a:cubicBezTo>
                  <a:lnTo>
                    <a:pt x="1606" y="0"/>
                  </a:lnTo>
                  <a:close/>
                </a:path>
              </a:pathLst>
            </a:custGeom>
            <a:solidFill>
              <a:srgbClr val="C5D0D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6916" name="Google Shape;16916;p45"/>
          <p:cNvGrpSpPr/>
          <p:nvPr/>
        </p:nvGrpSpPr>
        <p:grpSpPr>
          <a:xfrm>
            <a:off x="3523916" y="1826448"/>
            <a:ext cx="366666" cy="275201"/>
            <a:chOff x="3523916" y="2011096"/>
            <a:chExt cx="366666" cy="275201"/>
          </a:xfrm>
        </p:grpSpPr>
        <p:sp>
          <p:nvSpPr>
            <p:cNvPr id="16917" name="Google Shape;16917;p45"/>
            <p:cNvSpPr/>
            <p:nvPr/>
          </p:nvSpPr>
          <p:spPr>
            <a:xfrm>
              <a:off x="3524178" y="2038744"/>
              <a:ext cx="366404" cy="247553"/>
            </a:xfrm>
            <a:custGeom>
              <a:rect b="b" l="l" r="r" t="t"/>
              <a:pathLst>
                <a:path extrusionOk="0" h="9473" w="14021">
                  <a:moveTo>
                    <a:pt x="0" y="1"/>
                  </a:moveTo>
                  <a:lnTo>
                    <a:pt x="0" y="8376"/>
                  </a:lnTo>
                  <a:lnTo>
                    <a:pt x="0" y="8405"/>
                  </a:lnTo>
                  <a:cubicBezTo>
                    <a:pt x="10" y="8982"/>
                    <a:pt x="481" y="9453"/>
                    <a:pt x="1058" y="9473"/>
                  </a:cubicBezTo>
                  <a:lnTo>
                    <a:pt x="14020" y="9473"/>
                  </a:lnTo>
                  <a:lnTo>
                    <a:pt x="14020" y="1"/>
                  </a:lnTo>
                  <a:close/>
                </a:path>
              </a:pathLst>
            </a:custGeom>
            <a:solidFill>
              <a:srgbClr val="ECEFF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918" name="Google Shape;16918;p45"/>
            <p:cNvSpPr/>
            <p:nvPr/>
          </p:nvSpPr>
          <p:spPr>
            <a:xfrm>
              <a:off x="3624945" y="2161123"/>
              <a:ext cx="244783" cy="74425"/>
            </a:xfrm>
            <a:custGeom>
              <a:rect b="b" l="l" r="r" t="t"/>
              <a:pathLst>
                <a:path extrusionOk="0" h="2848" w="9367">
                  <a:moveTo>
                    <a:pt x="193" y="1"/>
                  </a:moveTo>
                  <a:cubicBezTo>
                    <a:pt x="87" y="1"/>
                    <a:pt x="0" y="87"/>
                    <a:pt x="0" y="193"/>
                  </a:cubicBezTo>
                  <a:lnTo>
                    <a:pt x="0" y="2664"/>
                  </a:lnTo>
                  <a:cubicBezTo>
                    <a:pt x="0" y="2770"/>
                    <a:pt x="87" y="2847"/>
                    <a:pt x="193" y="2847"/>
                  </a:cubicBezTo>
                  <a:lnTo>
                    <a:pt x="9183" y="2847"/>
                  </a:lnTo>
                  <a:cubicBezTo>
                    <a:pt x="9280" y="2847"/>
                    <a:pt x="9366" y="2770"/>
                    <a:pt x="9366" y="2664"/>
                  </a:cubicBezTo>
                  <a:lnTo>
                    <a:pt x="9366" y="193"/>
                  </a:lnTo>
                  <a:cubicBezTo>
                    <a:pt x="9366" y="87"/>
                    <a:pt x="9280" y="1"/>
                    <a:pt x="9183" y="1"/>
                  </a:cubicBezTo>
                  <a:close/>
                </a:path>
              </a:pathLst>
            </a:custGeom>
            <a:solidFill>
              <a:srgbClr val="9EAEB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919" name="Google Shape;16919;p45"/>
            <p:cNvSpPr/>
            <p:nvPr/>
          </p:nvSpPr>
          <p:spPr>
            <a:xfrm>
              <a:off x="3624945" y="2161123"/>
              <a:ext cx="244783" cy="47796"/>
            </a:xfrm>
            <a:custGeom>
              <a:rect b="b" l="l" r="r" t="t"/>
              <a:pathLst>
                <a:path extrusionOk="0" h="1829" w="9367">
                  <a:moveTo>
                    <a:pt x="193" y="1"/>
                  </a:moveTo>
                  <a:cubicBezTo>
                    <a:pt x="96" y="1"/>
                    <a:pt x="10" y="78"/>
                    <a:pt x="0" y="174"/>
                  </a:cubicBezTo>
                  <a:lnTo>
                    <a:pt x="0" y="1664"/>
                  </a:lnTo>
                  <a:cubicBezTo>
                    <a:pt x="9" y="1755"/>
                    <a:pt x="87" y="1829"/>
                    <a:pt x="176" y="1829"/>
                  </a:cubicBezTo>
                  <a:cubicBezTo>
                    <a:pt x="182" y="1829"/>
                    <a:pt x="187" y="1828"/>
                    <a:pt x="193" y="1828"/>
                  </a:cubicBezTo>
                  <a:lnTo>
                    <a:pt x="9183" y="1828"/>
                  </a:lnTo>
                  <a:cubicBezTo>
                    <a:pt x="9189" y="1828"/>
                    <a:pt x="9194" y="1829"/>
                    <a:pt x="9200" y="1829"/>
                  </a:cubicBezTo>
                  <a:cubicBezTo>
                    <a:pt x="9288" y="1829"/>
                    <a:pt x="9357" y="1755"/>
                    <a:pt x="9366" y="1664"/>
                  </a:cubicBezTo>
                  <a:lnTo>
                    <a:pt x="9366" y="174"/>
                  </a:lnTo>
                  <a:cubicBezTo>
                    <a:pt x="9357" y="78"/>
                    <a:pt x="9280" y="1"/>
                    <a:pt x="9183" y="1"/>
                  </a:cubicBezTo>
                  <a:close/>
                </a:path>
              </a:pathLst>
            </a:custGeom>
            <a:solidFill>
              <a:srgbClr val="C6D2D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920" name="Google Shape;16920;p45"/>
            <p:cNvSpPr/>
            <p:nvPr/>
          </p:nvSpPr>
          <p:spPr>
            <a:xfrm>
              <a:off x="3652697" y="2161123"/>
              <a:ext cx="11969" cy="24146"/>
            </a:xfrm>
            <a:custGeom>
              <a:rect b="b" l="l" r="r" t="t"/>
              <a:pathLst>
                <a:path extrusionOk="0" h="924" w="458">
                  <a:moveTo>
                    <a:pt x="15" y="1"/>
                  </a:moveTo>
                  <a:cubicBezTo>
                    <a:pt x="15" y="10"/>
                    <a:pt x="15" y="20"/>
                    <a:pt x="15" y="30"/>
                  </a:cubicBezTo>
                  <a:lnTo>
                    <a:pt x="15" y="693"/>
                  </a:lnTo>
                  <a:cubicBezTo>
                    <a:pt x="1" y="847"/>
                    <a:pt x="114" y="924"/>
                    <a:pt x="228" y="924"/>
                  </a:cubicBezTo>
                  <a:cubicBezTo>
                    <a:pt x="342" y="924"/>
                    <a:pt x="458" y="847"/>
                    <a:pt x="448" y="693"/>
                  </a:cubicBezTo>
                  <a:lnTo>
                    <a:pt x="448" y="30"/>
                  </a:lnTo>
                  <a:cubicBezTo>
                    <a:pt x="438" y="20"/>
                    <a:pt x="438" y="10"/>
                    <a:pt x="438" y="1"/>
                  </a:cubicBezTo>
                  <a:close/>
                </a:path>
              </a:pathLst>
            </a:custGeom>
            <a:solidFill>
              <a:srgbClr val="7A8C9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921" name="Google Shape;16921;p45"/>
            <p:cNvSpPr/>
            <p:nvPr/>
          </p:nvSpPr>
          <p:spPr>
            <a:xfrm>
              <a:off x="3670546" y="2161123"/>
              <a:ext cx="11838" cy="24146"/>
            </a:xfrm>
            <a:custGeom>
              <a:rect b="b" l="l" r="r" t="t"/>
              <a:pathLst>
                <a:path extrusionOk="0" h="924" w="453">
                  <a:moveTo>
                    <a:pt x="15" y="1"/>
                  </a:moveTo>
                  <a:cubicBezTo>
                    <a:pt x="5" y="10"/>
                    <a:pt x="5" y="20"/>
                    <a:pt x="15" y="30"/>
                  </a:cubicBezTo>
                  <a:lnTo>
                    <a:pt x="15" y="693"/>
                  </a:lnTo>
                  <a:cubicBezTo>
                    <a:pt x="0" y="847"/>
                    <a:pt x="113" y="924"/>
                    <a:pt x="226" y="924"/>
                  </a:cubicBezTo>
                  <a:cubicBezTo>
                    <a:pt x="339" y="924"/>
                    <a:pt x="452" y="847"/>
                    <a:pt x="438" y="693"/>
                  </a:cubicBezTo>
                  <a:lnTo>
                    <a:pt x="438" y="30"/>
                  </a:lnTo>
                  <a:cubicBezTo>
                    <a:pt x="438" y="20"/>
                    <a:pt x="438" y="10"/>
                    <a:pt x="438" y="1"/>
                  </a:cubicBezTo>
                  <a:close/>
                </a:path>
              </a:pathLst>
            </a:custGeom>
            <a:solidFill>
              <a:srgbClr val="7A8C9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922" name="Google Shape;16922;p45"/>
            <p:cNvSpPr/>
            <p:nvPr/>
          </p:nvSpPr>
          <p:spPr>
            <a:xfrm>
              <a:off x="3688264" y="2161123"/>
              <a:ext cx="11838" cy="24146"/>
            </a:xfrm>
            <a:custGeom>
              <a:rect b="b" l="l" r="r" t="t"/>
              <a:pathLst>
                <a:path extrusionOk="0" h="924" w="453">
                  <a:moveTo>
                    <a:pt x="10" y="1"/>
                  </a:moveTo>
                  <a:cubicBezTo>
                    <a:pt x="10" y="10"/>
                    <a:pt x="10" y="20"/>
                    <a:pt x="10" y="30"/>
                  </a:cubicBezTo>
                  <a:lnTo>
                    <a:pt x="10" y="693"/>
                  </a:lnTo>
                  <a:cubicBezTo>
                    <a:pt x="0" y="847"/>
                    <a:pt x="113" y="924"/>
                    <a:pt x="226" y="924"/>
                  </a:cubicBezTo>
                  <a:cubicBezTo>
                    <a:pt x="339" y="924"/>
                    <a:pt x="452" y="847"/>
                    <a:pt x="443" y="693"/>
                  </a:cubicBezTo>
                  <a:lnTo>
                    <a:pt x="443" y="30"/>
                  </a:lnTo>
                  <a:cubicBezTo>
                    <a:pt x="443" y="20"/>
                    <a:pt x="443" y="10"/>
                    <a:pt x="443" y="1"/>
                  </a:cubicBezTo>
                  <a:close/>
                </a:path>
              </a:pathLst>
            </a:custGeom>
            <a:solidFill>
              <a:srgbClr val="7A8C9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923" name="Google Shape;16923;p45"/>
            <p:cNvSpPr/>
            <p:nvPr/>
          </p:nvSpPr>
          <p:spPr>
            <a:xfrm>
              <a:off x="3705981" y="2161123"/>
              <a:ext cx="11838" cy="40244"/>
            </a:xfrm>
            <a:custGeom>
              <a:rect b="b" l="l" r="r" t="t"/>
              <a:pathLst>
                <a:path extrusionOk="0" h="1540" w="453">
                  <a:moveTo>
                    <a:pt x="15" y="1"/>
                  </a:moveTo>
                  <a:cubicBezTo>
                    <a:pt x="15" y="10"/>
                    <a:pt x="15" y="20"/>
                    <a:pt x="15" y="30"/>
                  </a:cubicBezTo>
                  <a:lnTo>
                    <a:pt x="15" y="1309"/>
                  </a:lnTo>
                  <a:cubicBezTo>
                    <a:pt x="0" y="1462"/>
                    <a:pt x="113" y="1539"/>
                    <a:pt x="226" y="1539"/>
                  </a:cubicBezTo>
                  <a:cubicBezTo>
                    <a:pt x="339" y="1539"/>
                    <a:pt x="452" y="1462"/>
                    <a:pt x="438" y="1309"/>
                  </a:cubicBezTo>
                  <a:lnTo>
                    <a:pt x="438" y="30"/>
                  </a:lnTo>
                  <a:cubicBezTo>
                    <a:pt x="438" y="20"/>
                    <a:pt x="438" y="10"/>
                    <a:pt x="438" y="1"/>
                  </a:cubicBezTo>
                  <a:close/>
                </a:path>
              </a:pathLst>
            </a:custGeom>
            <a:solidFill>
              <a:srgbClr val="7A8C9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924" name="Google Shape;16924;p45"/>
            <p:cNvSpPr/>
            <p:nvPr/>
          </p:nvSpPr>
          <p:spPr>
            <a:xfrm>
              <a:off x="3634875" y="2161123"/>
              <a:ext cx="11943" cy="40244"/>
            </a:xfrm>
            <a:custGeom>
              <a:rect b="b" l="l" r="r" t="t"/>
              <a:pathLst>
                <a:path extrusionOk="0" h="1540" w="457">
                  <a:moveTo>
                    <a:pt x="14" y="1"/>
                  </a:moveTo>
                  <a:cubicBezTo>
                    <a:pt x="14" y="10"/>
                    <a:pt x="14" y="20"/>
                    <a:pt x="14" y="30"/>
                  </a:cubicBezTo>
                  <a:lnTo>
                    <a:pt x="14" y="1309"/>
                  </a:lnTo>
                  <a:cubicBezTo>
                    <a:pt x="0" y="1462"/>
                    <a:pt x="113" y="1539"/>
                    <a:pt x="227" y="1539"/>
                  </a:cubicBezTo>
                  <a:cubicBezTo>
                    <a:pt x="341" y="1539"/>
                    <a:pt x="457" y="1462"/>
                    <a:pt x="447" y="1309"/>
                  </a:cubicBezTo>
                  <a:lnTo>
                    <a:pt x="447" y="30"/>
                  </a:lnTo>
                  <a:cubicBezTo>
                    <a:pt x="447" y="20"/>
                    <a:pt x="447" y="10"/>
                    <a:pt x="447" y="1"/>
                  </a:cubicBezTo>
                  <a:close/>
                </a:path>
              </a:pathLst>
            </a:custGeom>
            <a:solidFill>
              <a:srgbClr val="7A8C9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925" name="Google Shape;16925;p45"/>
            <p:cNvSpPr/>
            <p:nvPr/>
          </p:nvSpPr>
          <p:spPr>
            <a:xfrm>
              <a:off x="3723934" y="2161123"/>
              <a:ext cx="11342" cy="23415"/>
            </a:xfrm>
            <a:custGeom>
              <a:rect b="b" l="l" r="r" t="t"/>
              <a:pathLst>
                <a:path extrusionOk="0" h="896" w="434">
                  <a:moveTo>
                    <a:pt x="1" y="1"/>
                  </a:moveTo>
                  <a:cubicBezTo>
                    <a:pt x="1" y="10"/>
                    <a:pt x="1" y="20"/>
                    <a:pt x="1" y="30"/>
                  </a:cubicBezTo>
                  <a:lnTo>
                    <a:pt x="1" y="693"/>
                  </a:lnTo>
                  <a:cubicBezTo>
                    <a:pt x="11" y="828"/>
                    <a:pt x="114" y="895"/>
                    <a:pt x="217" y="895"/>
                  </a:cubicBezTo>
                  <a:cubicBezTo>
                    <a:pt x="321" y="895"/>
                    <a:pt x="424" y="828"/>
                    <a:pt x="434" y="693"/>
                  </a:cubicBezTo>
                  <a:lnTo>
                    <a:pt x="434" y="30"/>
                  </a:lnTo>
                  <a:cubicBezTo>
                    <a:pt x="434" y="20"/>
                    <a:pt x="434" y="10"/>
                    <a:pt x="434" y="1"/>
                  </a:cubicBezTo>
                  <a:close/>
                </a:path>
              </a:pathLst>
            </a:custGeom>
            <a:solidFill>
              <a:srgbClr val="7A8C9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926" name="Google Shape;16926;p45"/>
            <p:cNvSpPr/>
            <p:nvPr/>
          </p:nvSpPr>
          <p:spPr>
            <a:xfrm>
              <a:off x="3741783" y="2161123"/>
              <a:ext cx="11342" cy="23415"/>
            </a:xfrm>
            <a:custGeom>
              <a:rect b="b" l="l" r="r" t="t"/>
              <a:pathLst>
                <a:path extrusionOk="0" h="896" w="434">
                  <a:moveTo>
                    <a:pt x="1" y="1"/>
                  </a:moveTo>
                  <a:cubicBezTo>
                    <a:pt x="1" y="10"/>
                    <a:pt x="1" y="20"/>
                    <a:pt x="1" y="30"/>
                  </a:cubicBezTo>
                  <a:lnTo>
                    <a:pt x="1" y="693"/>
                  </a:lnTo>
                  <a:cubicBezTo>
                    <a:pt x="10" y="828"/>
                    <a:pt x="114" y="895"/>
                    <a:pt x="217" y="895"/>
                  </a:cubicBezTo>
                  <a:cubicBezTo>
                    <a:pt x="320" y="895"/>
                    <a:pt x="424" y="828"/>
                    <a:pt x="433" y="693"/>
                  </a:cubicBezTo>
                  <a:lnTo>
                    <a:pt x="433" y="30"/>
                  </a:lnTo>
                  <a:cubicBezTo>
                    <a:pt x="433" y="20"/>
                    <a:pt x="424" y="10"/>
                    <a:pt x="424" y="1"/>
                  </a:cubicBezTo>
                  <a:close/>
                </a:path>
              </a:pathLst>
            </a:custGeom>
            <a:solidFill>
              <a:srgbClr val="7A8C9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927" name="Google Shape;16927;p45"/>
            <p:cNvSpPr/>
            <p:nvPr/>
          </p:nvSpPr>
          <p:spPr>
            <a:xfrm>
              <a:off x="3759631" y="2161123"/>
              <a:ext cx="11080" cy="23415"/>
            </a:xfrm>
            <a:custGeom>
              <a:rect b="b" l="l" r="r" t="t"/>
              <a:pathLst>
                <a:path extrusionOk="0" h="896" w="424">
                  <a:moveTo>
                    <a:pt x="0" y="1"/>
                  </a:moveTo>
                  <a:cubicBezTo>
                    <a:pt x="0" y="10"/>
                    <a:pt x="0" y="20"/>
                    <a:pt x="0" y="30"/>
                  </a:cubicBezTo>
                  <a:lnTo>
                    <a:pt x="0" y="693"/>
                  </a:lnTo>
                  <a:cubicBezTo>
                    <a:pt x="10" y="828"/>
                    <a:pt x="111" y="895"/>
                    <a:pt x="212" y="895"/>
                  </a:cubicBezTo>
                  <a:cubicBezTo>
                    <a:pt x="313" y="895"/>
                    <a:pt x="414" y="828"/>
                    <a:pt x="423" y="693"/>
                  </a:cubicBezTo>
                  <a:lnTo>
                    <a:pt x="423" y="30"/>
                  </a:lnTo>
                  <a:cubicBezTo>
                    <a:pt x="423" y="20"/>
                    <a:pt x="423" y="10"/>
                    <a:pt x="423" y="1"/>
                  </a:cubicBezTo>
                  <a:close/>
                </a:path>
              </a:pathLst>
            </a:custGeom>
            <a:solidFill>
              <a:srgbClr val="7A8C9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928" name="Google Shape;16928;p45"/>
            <p:cNvSpPr/>
            <p:nvPr/>
          </p:nvSpPr>
          <p:spPr>
            <a:xfrm>
              <a:off x="3777219" y="2161123"/>
              <a:ext cx="11342" cy="39303"/>
            </a:xfrm>
            <a:custGeom>
              <a:rect b="b" l="l" r="r" t="t"/>
              <a:pathLst>
                <a:path extrusionOk="0" h="1504" w="434">
                  <a:moveTo>
                    <a:pt x="0" y="1"/>
                  </a:moveTo>
                  <a:cubicBezTo>
                    <a:pt x="0" y="10"/>
                    <a:pt x="0" y="20"/>
                    <a:pt x="0" y="30"/>
                  </a:cubicBezTo>
                  <a:lnTo>
                    <a:pt x="0" y="1309"/>
                  </a:lnTo>
                  <a:cubicBezTo>
                    <a:pt x="10" y="1438"/>
                    <a:pt x="113" y="1503"/>
                    <a:pt x="217" y="1503"/>
                  </a:cubicBezTo>
                  <a:cubicBezTo>
                    <a:pt x="320" y="1503"/>
                    <a:pt x="424" y="1438"/>
                    <a:pt x="433" y="1309"/>
                  </a:cubicBezTo>
                  <a:lnTo>
                    <a:pt x="433" y="30"/>
                  </a:lnTo>
                  <a:cubicBezTo>
                    <a:pt x="433" y="20"/>
                    <a:pt x="433" y="10"/>
                    <a:pt x="433" y="1"/>
                  </a:cubicBezTo>
                  <a:close/>
                </a:path>
              </a:pathLst>
            </a:custGeom>
            <a:solidFill>
              <a:srgbClr val="7A8C9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929" name="Google Shape;16929;p45"/>
            <p:cNvSpPr/>
            <p:nvPr/>
          </p:nvSpPr>
          <p:spPr>
            <a:xfrm>
              <a:off x="3795067" y="2161123"/>
              <a:ext cx="11315" cy="23415"/>
            </a:xfrm>
            <a:custGeom>
              <a:rect b="b" l="l" r="r" t="t"/>
              <a:pathLst>
                <a:path extrusionOk="0" h="896" w="433">
                  <a:moveTo>
                    <a:pt x="0" y="1"/>
                  </a:moveTo>
                  <a:cubicBezTo>
                    <a:pt x="0" y="10"/>
                    <a:pt x="0" y="20"/>
                    <a:pt x="0" y="30"/>
                  </a:cubicBezTo>
                  <a:lnTo>
                    <a:pt x="0" y="693"/>
                  </a:lnTo>
                  <a:cubicBezTo>
                    <a:pt x="10" y="828"/>
                    <a:pt x="111" y="895"/>
                    <a:pt x="213" y="895"/>
                  </a:cubicBezTo>
                  <a:cubicBezTo>
                    <a:pt x="315" y="895"/>
                    <a:pt x="419" y="828"/>
                    <a:pt x="433" y="693"/>
                  </a:cubicBezTo>
                  <a:lnTo>
                    <a:pt x="433" y="30"/>
                  </a:lnTo>
                  <a:cubicBezTo>
                    <a:pt x="423" y="20"/>
                    <a:pt x="423" y="10"/>
                    <a:pt x="423" y="1"/>
                  </a:cubicBezTo>
                  <a:close/>
                </a:path>
              </a:pathLst>
            </a:custGeom>
            <a:solidFill>
              <a:srgbClr val="7A8C9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930" name="Google Shape;16930;p45"/>
            <p:cNvSpPr/>
            <p:nvPr/>
          </p:nvSpPr>
          <p:spPr>
            <a:xfrm>
              <a:off x="3812654" y="2161123"/>
              <a:ext cx="11342" cy="23415"/>
            </a:xfrm>
            <a:custGeom>
              <a:rect b="b" l="l" r="r" t="t"/>
              <a:pathLst>
                <a:path extrusionOk="0" h="896" w="434">
                  <a:moveTo>
                    <a:pt x="0" y="1"/>
                  </a:moveTo>
                  <a:cubicBezTo>
                    <a:pt x="0" y="10"/>
                    <a:pt x="0" y="20"/>
                    <a:pt x="0" y="30"/>
                  </a:cubicBezTo>
                  <a:lnTo>
                    <a:pt x="0" y="693"/>
                  </a:lnTo>
                  <a:cubicBezTo>
                    <a:pt x="15" y="828"/>
                    <a:pt x="118" y="895"/>
                    <a:pt x="220" y="895"/>
                  </a:cubicBezTo>
                  <a:cubicBezTo>
                    <a:pt x="322" y="895"/>
                    <a:pt x="423" y="828"/>
                    <a:pt x="433" y="693"/>
                  </a:cubicBezTo>
                  <a:lnTo>
                    <a:pt x="433" y="30"/>
                  </a:lnTo>
                  <a:cubicBezTo>
                    <a:pt x="433" y="20"/>
                    <a:pt x="433" y="10"/>
                    <a:pt x="433" y="1"/>
                  </a:cubicBezTo>
                  <a:close/>
                </a:path>
              </a:pathLst>
            </a:custGeom>
            <a:solidFill>
              <a:srgbClr val="7A8C9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931" name="Google Shape;16931;p45"/>
            <p:cNvSpPr/>
            <p:nvPr/>
          </p:nvSpPr>
          <p:spPr>
            <a:xfrm>
              <a:off x="3830503" y="2161123"/>
              <a:ext cx="11315" cy="23415"/>
            </a:xfrm>
            <a:custGeom>
              <a:rect b="b" l="l" r="r" t="t"/>
              <a:pathLst>
                <a:path extrusionOk="0" h="896" w="433">
                  <a:moveTo>
                    <a:pt x="0" y="1"/>
                  </a:moveTo>
                  <a:cubicBezTo>
                    <a:pt x="0" y="10"/>
                    <a:pt x="0" y="20"/>
                    <a:pt x="0" y="30"/>
                  </a:cubicBezTo>
                  <a:lnTo>
                    <a:pt x="0" y="693"/>
                  </a:lnTo>
                  <a:cubicBezTo>
                    <a:pt x="10" y="828"/>
                    <a:pt x="113" y="895"/>
                    <a:pt x="216" y="895"/>
                  </a:cubicBezTo>
                  <a:cubicBezTo>
                    <a:pt x="320" y="895"/>
                    <a:pt x="423" y="828"/>
                    <a:pt x="433" y="693"/>
                  </a:cubicBezTo>
                  <a:lnTo>
                    <a:pt x="433" y="30"/>
                  </a:lnTo>
                  <a:cubicBezTo>
                    <a:pt x="433" y="20"/>
                    <a:pt x="423" y="10"/>
                    <a:pt x="423" y="1"/>
                  </a:cubicBezTo>
                  <a:close/>
                </a:path>
              </a:pathLst>
            </a:custGeom>
            <a:solidFill>
              <a:srgbClr val="7A8C9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932" name="Google Shape;16932;p45"/>
            <p:cNvSpPr/>
            <p:nvPr/>
          </p:nvSpPr>
          <p:spPr>
            <a:xfrm>
              <a:off x="3848325" y="2161123"/>
              <a:ext cx="11080" cy="39303"/>
            </a:xfrm>
            <a:custGeom>
              <a:rect b="b" l="l" r="r" t="t"/>
              <a:pathLst>
                <a:path extrusionOk="0" h="1504" w="424">
                  <a:moveTo>
                    <a:pt x="1" y="1"/>
                  </a:moveTo>
                  <a:cubicBezTo>
                    <a:pt x="1" y="10"/>
                    <a:pt x="1" y="20"/>
                    <a:pt x="1" y="30"/>
                  </a:cubicBezTo>
                  <a:lnTo>
                    <a:pt x="1" y="1309"/>
                  </a:lnTo>
                  <a:cubicBezTo>
                    <a:pt x="10" y="1438"/>
                    <a:pt x="111" y="1503"/>
                    <a:pt x="212" y="1503"/>
                  </a:cubicBezTo>
                  <a:cubicBezTo>
                    <a:pt x="313" y="1503"/>
                    <a:pt x="414" y="1438"/>
                    <a:pt x="424" y="1309"/>
                  </a:cubicBezTo>
                  <a:lnTo>
                    <a:pt x="424" y="30"/>
                  </a:lnTo>
                  <a:cubicBezTo>
                    <a:pt x="424" y="20"/>
                    <a:pt x="424" y="10"/>
                    <a:pt x="424" y="1"/>
                  </a:cubicBezTo>
                  <a:close/>
                </a:path>
              </a:pathLst>
            </a:custGeom>
            <a:solidFill>
              <a:srgbClr val="7A8C9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933" name="Google Shape;16933;p45"/>
            <p:cNvSpPr/>
            <p:nvPr/>
          </p:nvSpPr>
          <p:spPr>
            <a:xfrm>
              <a:off x="3626173" y="2063857"/>
              <a:ext cx="212483" cy="74190"/>
            </a:xfrm>
            <a:custGeom>
              <a:rect b="b" l="l" r="r" t="t"/>
              <a:pathLst>
                <a:path extrusionOk="0" h="2839" w="8131">
                  <a:moveTo>
                    <a:pt x="273" y="0"/>
                  </a:moveTo>
                  <a:cubicBezTo>
                    <a:pt x="0" y="0"/>
                    <a:pt x="0" y="426"/>
                    <a:pt x="273" y="426"/>
                  </a:cubicBezTo>
                  <a:cubicBezTo>
                    <a:pt x="282" y="426"/>
                    <a:pt x="290" y="425"/>
                    <a:pt x="299" y="424"/>
                  </a:cubicBezTo>
                  <a:lnTo>
                    <a:pt x="3780" y="424"/>
                  </a:lnTo>
                  <a:cubicBezTo>
                    <a:pt x="3982" y="424"/>
                    <a:pt x="4155" y="598"/>
                    <a:pt x="4155" y="799"/>
                  </a:cubicBezTo>
                  <a:lnTo>
                    <a:pt x="4155" y="857"/>
                  </a:lnTo>
                  <a:cubicBezTo>
                    <a:pt x="4155" y="1069"/>
                    <a:pt x="3982" y="1232"/>
                    <a:pt x="3780" y="1232"/>
                  </a:cubicBezTo>
                  <a:lnTo>
                    <a:pt x="3521" y="1232"/>
                  </a:lnTo>
                  <a:cubicBezTo>
                    <a:pt x="3078" y="1232"/>
                    <a:pt x="2723" y="1588"/>
                    <a:pt x="2723" y="2030"/>
                  </a:cubicBezTo>
                  <a:cubicBezTo>
                    <a:pt x="2723" y="2473"/>
                    <a:pt x="3078" y="2838"/>
                    <a:pt x="3521" y="2838"/>
                  </a:cubicBezTo>
                  <a:lnTo>
                    <a:pt x="7829" y="2838"/>
                  </a:lnTo>
                  <a:cubicBezTo>
                    <a:pt x="7835" y="2838"/>
                    <a:pt x="7841" y="2839"/>
                    <a:pt x="7847" y="2839"/>
                  </a:cubicBezTo>
                  <a:cubicBezTo>
                    <a:pt x="8130" y="2839"/>
                    <a:pt x="8130" y="2405"/>
                    <a:pt x="7847" y="2405"/>
                  </a:cubicBezTo>
                  <a:cubicBezTo>
                    <a:pt x="7841" y="2405"/>
                    <a:pt x="7835" y="2405"/>
                    <a:pt x="7829" y="2405"/>
                  </a:cubicBezTo>
                  <a:lnTo>
                    <a:pt x="3521" y="2405"/>
                  </a:lnTo>
                  <a:cubicBezTo>
                    <a:pt x="3512" y="2406"/>
                    <a:pt x="3503" y="2406"/>
                    <a:pt x="3494" y="2406"/>
                  </a:cubicBezTo>
                  <a:cubicBezTo>
                    <a:pt x="3013" y="2406"/>
                    <a:pt x="3010" y="1664"/>
                    <a:pt x="3485" y="1664"/>
                  </a:cubicBezTo>
                  <a:cubicBezTo>
                    <a:pt x="3497" y="1664"/>
                    <a:pt x="3509" y="1664"/>
                    <a:pt x="3521" y="1665"/>
                  </a:cubicBezTo>
                  <a:lnTo>
                    <a:pt x="3780" y="1665"/>
                  </a:lnTo>
                  <a:cubicBezTo>
                    <a:pt x="4223" y="1655"/>
                    <a:pt x="4578" y="1300"/>
                    <a:pt x="4578" y="857"/>
                  </a:cubicBezTo>
                  <a:lnTo>
                    <a:pt x="4578" y="799"/>
                  </a:lnTo>
                  <a:cubicBezTo>
                    <a:pt x="4578" y="357"/>
                    <a:pt x="4223" y="1"/>
                    <a:pt x="3780" y="1"/>
                  </a:cubicBezTo>
                  <a:lnTo>
                    <a:pt x="299" y="1"/>
                  </a:lnTo>
                  <a:cubicBezTo>
                    <a:pt x="290" y="1"/>
                    <a:pt x="282" y="0"/>
                    <a:pt x="273" y="0"/>
                  </a:cubicBezTo>
                  <a:close/>
                </a:path>
              </a:pathLst>
            </a:custGeom>
            <a:solidFill>
              <a:srgbClr val="8599A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934" name="Google Shape;16934;p45"/>
            <p:cNvSpPr/>
            <p:nvPr/>
          </p:nvSpPr>
          <p:spPr>
            <a:xfrm>
              <a:off x="3523916" y="2011096"/>
              <a:ext cx="79181" cy="243790"/>
            </a:xfrm>
            <a:custGeom>
              <a:rect b="b" l="l" r="r" t="t"/>
              <a:pathLst>
                <a:path extrusionOk="0" h="9329" w="3030">
                  <a:moveTo>
                    <a:pt x="1058" y="1"/>
                  </a:moveTo>
                  <a:cubicBezTo>
                    <a:pt x="472" y="1"/>
                    <a:pt x="1" y="472"/>
                    <a:pt x="1" y="1049"/>
                  </a:cubicBezTo>
                  <a:lnTo>
                    <a:pt x="1" y="1068"/>
                  </a:lnTo>
                  <a:lnTo>
                    <a:pt x="1" y="1097"/>
                  </a:lnTo>
                  <a:lnTo>
                    <a:pt x="1" y="9329"/>
                  </a:lnTo>
                  <a:lnTo>
                    <a:pt x="10" y="9329"/>
                  </a:lnTo>
                  <a:cubicBezTo>
                    <a:pt x="77" y="8800"/>
                    <a:pt x="529" y="8405"/>
                    <a:pt x="1058" y="8405"/>
                  </a:cubicBezTo>
                  <a:lnTo>
                    <a:pt x="2481" y="8405"/>
                  </a:lnTo>
                  <a:cubicBezTo>
                    <a:pt x="2780" y="8405"/>
                    <a:pt x="3030" y="8155"/>
                    <a:pt x="3030" y="7848"/>
                  </a:cubicBezTo>
                  <a:lnTo>
                    <a:pt x="3030" y="559"/>
                  </a:lnTo>
                  <a:cubicBezTo>
                    <a:pt x="3030" y="251"/>
                    <a:pt x="2780" y="1"/>
                    <a:pt x="2481" y="1"/>
                  </a:cubicBezTo>
                  <a:close/>
                </a:path>
              </a:pathLst>
            </a:custGeom>
            <a:solidFill>
              <a:srgbClr val="DFE5E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935" name="Google Shape;16935;p45"/>
            <p:cNvSpPr/>
            <p:nvPr/>
          </p:nvSpPr>
          <p:spPr>
            <a:xfrm>
              <a:off x="3523916" y="2011096"/>
              <a:ext cx="27910" cy="243529"/>
            </a:xfrm>
            <a:custGeom>
              <a:rect b="b" l="l" r="r" t="t"/>
              <a:pathLst>
                <a:path extrusionOk="0" h="9319" w="1068">
                  <a:moveTo>
                    <a:pt x="1058" y="1"/>
                  </a:moveTo>
                  <a:cubicBezTo>
                    <a:pt x="472" y="1"/>
                    <a:pt x="1" y="472"/>
                    <a:pt x="1" y="1049"/>
                  </a:cubicBezTo>
                  <a:lnTo>
                    <a:pt x="1" y="1068"/>
                  </a:lnTo>
                  <a:lnTo>
                    <a:pt x="1" y="1097"/>
                  </a:lnTo>
                  <a:lnTo>
                    <a:pt x="1" y="9319"/>
                  </a:lnTo>
                  <a:lnTo>
                    <a:pt x="10" y="9319"/>
                  </a:lnTo>
                  <a:cubicBezTo>
                    <a:pt x="77" y="8790"/>
                    <a:pt x="529" y="8396"/>
                    <a:pt x="1058" y="8396"/>
                  </a:cubicBezTo>
                  <a:lnTo>
                    <a:pt x="1068" y="8396"/>
                  </a:lnTo>
                  <a:lnTo>
                    <a:pt x="1068" y="1"/>
                  </a:lnTo>
                  <a:close/>
                </a:path>
              </a:pathLst>
            </a:custGeom>
            <a:solidFill>
              <a:srgbClr val="D1DAE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936" name="Google Shape;16936;p45"/>
            <p:cNvSpPr/>
            <p:nvPr/>
          </p:nvSpPr>
          <p:spPr>
            <a:xfrm>
              <a:off x="3523916" y="2056331"/>
              <a:ext cx="26" cy="1542"/>
            </a:xfrm>
            <a:custGeom>
              <a:rect b="b" l="l" r="r" t="t"/>
              <a:pathLst>
                <a:path extrusionOk="0" h="59" w="1">
                  <a:moveTo>
                    <a:pt x="1" y="1"/>
                  </a:moveTo>
                  <a:lnTo>
                    <a:pt x="1" y="59"/>
                  </a:lnTo>
                  <a:lnTo>
                    <a:pt x="1" y="59"/>
                  </a:lnTo>
                  <a:close/>
                </a:path>
              </a:pathLst>
            </a:custGeom>
            <a:solidFill>
              <a:srgbClr val="E5EAE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6937" name="Google Shape;16937;p45"/>
          <p:cNvGrpSpPr/>
          <p:nvPr/>
        </p:nvGrpSpPr>
        <p:grpSpPr>
          <a:xfrm>
            <a:off x="1742777" y="1315349"/>
            <a:ext cx="393791" cy="366743"/>
            <a:chOff x="1742777" y="1499997"/>
            <a:chExt cx="393791" cy="366743"/>
          </a:xfrm>
        </p:grpSpPr>
        <p:sp>
          <p:nvSpPr>
            <p:cNvPr id="16938" name="Google Shape;16938;p45"/>
            <p:cNvSpPr/>
            <p:nvPr/>
          </p:nvSpPr>
          <p:spPr>
            <a:xfrm>
              <a:off x="1760861" y="1591957"/>
              <a:ext cx="152823" cy="270654"/>
            </a:xfrm>
            <a:custGeom>
              <a:rect b="b" l="l" r="r" t="t"/>
              <a:pathLst>
                <a:path extrusionOk="0" h="10357" w="5848">
                  <a:moveTo>
                    <a:pt x="4770" y="0"/>
                  </a:moveTo>
                  <a:cubicBezTo>
                    <a:pt x="4770" y="693"/>
                    <a:pt x="4212" y="1251"/>
                    <a:pt x="3520" y="1251"/>
                  </a:cubicBezTo>
                  <a:lnTo>
                    <a:pt x="3462" y="1251"/>
                  </a:lnTo>
                  <a:cubicBezTo>
                    <a:pt x="2799" y="1212"/>
                    <a:pt x="2270" y="674"/>
                    <a:pt x="2270" y="10"/>
                  </a:cubicBezTo>
                  <a:lnTo>
                    <a:pt x="0" y="10"/>
                  </a:lnTo>
                  <a:lnTo>
                    <a:pt x="0" y="9799"/>
                  </a:lnTo>
                  <a:cubicBezTo>
                    <a:pt x="0" y="10107"/>
                    <a:pt x="250" y="10357"/>
                    <a:pt x="558" y="10357"/>
                  </a:cubicBezTo>
                  <a:lnTo>
                    <a:pt x="5280" y="10357"/>
                  </a:lnTo>
                  <a:cubicBezTo>
                    <a:pt x="5587" y="10357"/>
                    <a:pt x="5837" y="10107"/>
                    <a:pt x="5837" y="9799"/>
                  </a:cubicBezTo>
                  <a:lnTo>
                    <a:pt x="5837" y="10"/>
                  </a:lnTo>
                  <a:lnTo>
                    <a:pt x="5847" y="0"/>
                  </a:lnTo>
                  <a:close/>
                </a:path>
              </a:pathLst>
            </a:custGeom>
            <a:solidFill>
              <a:srgbClr val="AFC0C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939" name="Google Shape;16939;p45"/>
            <p:cNvSpPr/>
            <p:nvPr/>
          </p:nvSpPr>
          <p:spPr>
            <a:xfrm>
              <a:off x="1760861" y="1592218"/>
              <a:ext cx="152562" cy="115349"/>
            </a:xfrm>
            <a:custGeom>
              <a:rect b="b" l="l" r="r" t="t"/>
              <a:pathLst>
                <a:path extrusionOk="0" h="4414" w="5838">
                  <a:moveTo>
                    <a:pt x="0" y="0"/>
                  </a:moveTo>
                  <a:lnTo>
                    <a:pt x="0" y="2577"/>
                  </a:lnTo>
                  <a:cubicBezTo>
                    <a:pt x="606" y="3693"/>
                    <a:pt x="1760" y="4395"/>
                    <a:pt x="3030" y="4414"/>
                  </a:cubicBezTo>
                  <a:lnTo>
                    <a:pt x="5510" y="4414"/>
                  </a:lnTo>
                  <a:cubicBezTo>
                    <a:pt x="5616" y="4414"/>
                    <a:pt x="5732" y="4404"/>
                    <a:pt x="5837" y="4395"/>
                  </a:cubicBezTo>
                  <a:lnTo>
                    <a:pt x="5837" y="0"/>
                  </a:lnTo>
                  <a:lnTo>
                    <a:pt x="4770" y="0"/>
                  </a:lnTo>
                  <a:cubicBezTo>
                    <a:pt x="4760" y="683"/>
                    <a:pt x="4203" y="1241"/>
                    <a:pt x="3520" y="1241"/>
                  </a:cubicBezTo>
                  <a:lnTo>
                    <a:pt x="3462" y="1241"/>
                  </a:lnTo>
                  <a:cubicBezTo>
                    <a:pt x="2799" y="1212"/>
                    <a:pt x="2270" y="664"/>
                    <a:pt x="2270" y="0"/>
                  </a:cubicBezTo>
                  <a:close/>
                </a:path>
              </a:pathLst>
            </a:custGeom>
            <a:solidFill>
              <a:srgbClr val="A2B5C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940" name="Google Shape;16940;p45"/>
            <p:cNvSpPr/>
            <p:nvPr/>
          </p:nvSpPr>
          <p:spPr>
            <a:xfrm>
              <a:off x="1851070" y="1499997"/>
              <a:ext cx="155070" cy="183947"/>
            </a:xfrm>
            <a:custGeom>
              <a:rect b="b" l="l" r="r" t="t"/>
              <a:pathLst>
                <a:path extrusionOk="0" h="7039" w="5934">
                  <a:moveTo>
                    <a:pt x="10" y="0"/>
                  </a:moveTo>
                  <a:lnTo>
                    <a:pt x="10" y="2269"/>
                  </a:lnTo>
                  <a:lnTo>
                    <a:pt x="68" y="2269"/>
                  </a:lnTo>
                  <a:cubicBezTo>
                    <a:pt x="760" y="2269"/>
                    <a:pt x="1318" y="2827"/>
                    <a:pt x="1318" y="3519"/>
                  </a:cubicBezTo>
                  <a:cubicBezTo>
                    <a:pt x="1318" y="4212"/>
                    <a:pt x="760" y="4770"/>
                    <a:pt x="68" y="4770"/>
                  </a:cubicBezTo>
                  <a:lnTo>
                    <a:pt x="1" y="4770"/>
                  </a:lnTo>
                  <a:lnTo>
                    <a:pt x="1" y="7039"/>
                  </a:lnTo>
                  <a:lnTo>
                    <a:pt x="2482" y="7039"/>
                  </a:lnTo>
                  <a:cubicBezTo>
                    <a:pt x="4395" y="7000"/>
                    <a:pt x="5934" y="5433"/>
                    <a:pt x="5934" y="3519"/>
                  </a:cubicBezTo>
                  <a:cubicBezTo>
                    <a:pt x="5934" y="1606"/>
                    <a:pt x="4405" y="38"/>
                    <a:pt x="2482" y="0"/>
                  </a:cubicBezTo>
                  <a:close/>
                </a:path>
              </a:pathLst>
            </a:custGeom>
            <a:solidFill>
              <a:srgbClr val="BCCAD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941" name="Google Shape;16941;p45"/>
            <p:cNvSpPr/>
            <p:nvPr/>
          </p:nvSpPr>
          <p:spPr>
            <a:xfrm>
              <a:off x="1742777" y="1500049"/>
              <a:ext cx="211098" cy="183894"/>
            </a:xfrm>
            <a:custGeom>
              <a:rect b="b" l="l" r="r" t="t"/>
              <a:pathLst>
                <a:path extrusionOk="0" h="7037" w="8078">
                  <a:moveTo>
                    <a:pt x="4212" y="2267"/>
                  </a:moveTo>
                  <a:cubicBezTo>
                    <a:pt x="4904" y="2267"/>
                    <a:pt x="5462" y="2825"/>
                    <a:pt x="5462" y="3517"/>
                  </a:cubicBezTo>
                  <a:lnTo>
                    <a:pt x="5462" y="3527"/>
                  </a:lnTo>
                  <a:cubicBezTo>
                    <a:pt x="5462" y="4210"/>
                    <a:pt x="4895" y="4768"/>
                    <a:pt x="4212" y="4768"/>
                  </a:cubicBezTo>
                  <a:lnTo>
                    <a:pt x="4154" y="4768"/>
                  </a:lnTo>
                  <a:cubicBezTo>
                    <a:pt x="3491" y="4739"/>
                    <a:pt x="2962" y="4191"/>
                    <a:pt x="2962" y="3527"/>
                  </a:cubicBezTo>
                  <a:lnTo>
                    <a:pt x="2962" y="3517"/>
                  </a:lnTo>
                  <a:cubicBezTo>
                    <a:pt x="2962" y="2854"/>
                    <a:pt x="3481" y="2296"/>
                    <a:pt x="4145" y="2267"/>
                  </a:cubicBezTo>
                  <a:close/>
                  <a:moveTo>
                    <a:pt x="4221" y="0"/>
                  </a:moveTo>
                  <a:cubicBezTo>
                    <a:pt x="2879" y="0"/>
                    <a:pt x="1557" y="761"/>
                    <a:pt x="971" y="2142"/>
                  </a:cubicBezTo>
                  <a:cubicBezTo>
                    <a:pt x="0" y="4441"/>
                    <a:pt x="1654" y="6989"/>
                    <a:pt x="4145" y="7037"/>
                  </a:cubicBezTo>
                  <a:lnTo>
                    <a:pt x="4212" y="7037"/>
                  </a:lnTo>
                  <a:cubicBezTo>
                    <a:pt x="5068" y="7037"/>
                    <a:pt x="5895" y="6729"/>
                    <a:pt x="6529" y="6162"/>
                  </a:cubicBezTo>
                  <a:cubicBezTo>
                    <a:pt x="6568" y="6133"/>
                    <a:pt x="6597" y="6104"/>
                    <a:pt x="6635" y="6075"/>
                  </a:cubicBezTo>
                  <a:lnTo>
                    <a:pt x="6702" y="6008"/>
                  </a:lnTo>
                  <a:cubicBezTo>
                    <a:pt x="8078" y="4633"/>
                    <a:pt x="8068" y="2402"/>
                    <a:pt x="6693" y="1027"/>
                  </a:cubicBezTo>
                  <a:cubicBezTo>
                    <a:pt x="5995" y="329"/>
                    <a:pt x="5103" y="0"/>
                    <a:pt x="4221" y="0"/>
                  </a:cubicBezTo>
                  <a:close/>
                </a:path>
              </a:pathLst>
            </a:custGeom>
            <a:solidFill>
              <a:srgbClr val="CAD5D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942" name="Google Shape;16942;p45"/>
            <p:cNvSpPr/>
            <p:nvPr/>
          </p:nvSpPr>
          <p:spPr>
            <a:xfrm>
              <a:off x="1760861" y="1755546"/>
              <a:ext cx="25662" cy="11080"/>
            </a:xfrm>
            <a:custGeom>
              <a:rect b="b" l="l" r="r" t="t"/>
              <a:pathLst>
                <a:path extrusionOk="0" h="424" w="982">
                  <a:moveTo>
                    <a:pt x="58" y="0"/>
                  </a:moveTo>
                  <a:cubicBezTo>
                    <a:pt x="39" y="0"/>
                    <a:pt x="20" y="0"/>
                    <a:pt x="0" y="10"/>
                  </a:cubicBezTo>
                  <a:lnTo>
                    <a:pt x="0" y="414"/>
                  </a:lnTo>
                  <a:cubicBezTo>
                    <a:pt x="20" y="424"/>
                    <a:pt x="39" y="424"/>
                    <a:pt x="58" y="424"/>
                  </a:cubicBezTo>
                  <a:lnTo>
                    <a:pt x="770" y="424"/>
                  </a:lnTo>
                  <a:cubicBezTo>
                    <a:pt x="885" y="424"/>
                    <a:pt x="981" y="327"/>
                    <a:pt x="981" y="212"/>
                  </a:cubicBezTo>
                  <a:cubicBezTo>
                    <a:pt x="981" y="97"/>
                    <a:pt x="885" y="0"/>
                    <a:pt x="770" y="0"/>
                  </a:cubicBezTo>
                  <a:close/>
                </a:path>
              </a:pathLst>
            </a:custGeom>
            <a:solidFill>
              <a:srgbClr val="A9BAC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943" name="Google Shape;16943;p45"/>
            <p:cNvSpPr/>
            <p:nvPr/>
          </p:nvSpPr>
          <p:spPr>
            <a:xfrm>
              <a:off x="1791018" y="1755546"/>
              <a:ext cx="90732" cy="11080"/>
            </a:xfrm>
            <a:custGeom>
              <a:rect b="b" l="l" r="r" t="t"/>
              <a:pathLst>
                <a:path extrusionOk="0" h="424" w="3472">
                  <a:moveTo>
                    <a:pt x="279" y="0"/>
                  </a:moveTo>
                  <a:cubicBezTo>
                    <a:pt x="0" y="0"/>
                    <a:pt x="0" y="424"/>
                    <a:pt x="279" y="424"/>
                  </a:cubicBezTo>
                  <a:lnTo>
                    <a:pt x="1404" y="424"/>
                  </a:lnTo>
                  <a:cubicBezTo>
                    <a:pt x="1683" y="424"/>
                    <a:pt x="1683" y="0"/>
                    <a:pt x="1404" y="0"/>
                  </a:cubicBezTo>
                  <a:close/>
                  <a:moveTo>
                    <a:pt x="2068" y="0"/>
                  </a:moveTo>
                  <a:cubicBezTo>
                    <a:pt x="1789" y="0"/>
                    <a:pt x="1789" y="424"/>
                    <a:pt x="2068" y="424"/>
                  </a:cubicBezTo>
                  <a:lnTo>
                    <a:pt x="3183" y="424"/>
                  </a:lnTo>
                  <a:cubicBezTo>
                    <a:pt x="3472" y="424"/>
                    <a:pt x="3472" y="0"/>
                    <a:pt x="3183" y="0"/>
                  </a:cubicBezTo>
                  <a:close/>
                </a:path>
              </a:pathLst>
            </a:custGeom>
            <a:solidFill>
              <a:srgbClr val="A9BAC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944" name="Google Shape;16944;p45"/>
            <p:cNvSpPr/>
            <p:nvPr/>
          </p:nvSpPr>
          <p:spPr>
            <a:xfrm>
              <a:off x="1884233" y="1755546"/>
              <a:ext cx="29190" cy="11080"/>
            </a:xfrm>
            <a:custGeom>
              <a:rect b="b" l="l" r="r" t="t"/>
              <a:pathLst>
                <a:path extrusionOk="0" h="424" w="1117">
                  <a:moveTo>
                    <a:pt x="289" y="0"/>
                  </a:moveTo>
                  <a:cubicBezTo>
                    <a:pt x="1" y="0"/>
                    <a:pt x="1" y="424"/>
                    <a:pt x="289" y="424"/>
                  </a:cubicBezTo>
                  <a:lnTo>
                    <a:pt x="991" y="424"/>
                  </a:lnTo>
                  <a:cubicBezTo>
                    <a:pt x="1039" y="424"/>
                    <a:pt x="1078" y="414"/>
                    <a:pt x="1116" y="385"/>
                  </a:cubicBezTo>
                  <a:lnTo>
                    <a:pt x="1116" y="39"/>
                  </a:lnTo>
                  <a:cubicBezTo>
                    <a:pt x="1078" y="10"/>
                    <a:pt x="1039" y="0"/>
                    <a:pt x="991" y="0"/>
                  </a:cubicBezTo>
                  <a:close/>
                </a:path>
              </a:pathLst>
            </a:custGeom>
            <a:solidFill>
              <a:srgbClr val="A9BAC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945" name="Google Shape;16945;p45"/>
            <p:cNvSpPr/>
            <p:nvPr/>
          </p:nvSpPr>
          <p:spPr>
            <a:xfrm>
              <a:off x="1851828" y="1733177"/>
              <a:ext cx="177440" cy="71211"/>
            </a:xfrm>
            <a:custGeom>
              <a:rect b="b" l="l" r="r" t="t"/>
              <a:pathLst>
                <a:path extrusionOk="0" h="2725" w="6790">
                  <a:moveTo>
                    <a:pt x="6453" y="1"/>
                  </a:moveTo>
                  <a:lnTo>
                    <a:pt x="5809" y="174"/>
                  </a:lnTo>
                  <a:lnTo>
                    <a:pt x="337" y="1645"/>
                  </a:lnTo>
                  <a:lnTo>
                    <a:pt x="212" y="1683"/>
                  </a:lnTo>
                  <a:cubicBezTo>
                    <a:pt x="68" y="1722"/>
                    <a:pt x="0" y="1885"/>
                    <a:pt x="68" y="2020"/>
                  </a:cubicBezTo>
                  <a:cubicBezTo>
                    <a:pt x="77" y="2039"/>
                    <a:pt x="87" y="2059"/>
                    <a:pt x="97" y="2078"/>
                  </a:cubicBezTo>
                  <a:cubicBezTo>
                    <a:pt x="345" y="2489"/>
                    <a:pt x="781" y="2725"/>
                    <a:pt x="1243" y="2725"/>
                  </a:cubicBezTo>
                  <a:cubicBezTo>
                    <a:pt x="1354" y="2725"/>
                    <a:pt x="1466" y="2711"/>
                    <a:pt x="1577" y="2684"/>
                  </a:cubicBezTo>
                  <a:lnTo>
                    <a:pt x="6789" y="1270"/>
                  </a:lnTo>
                  <a:lnTo>
                    <a:pt x="6453" y="1"/>
                  </a:lnTo>
                  <a:close/>
                </a:path>
              </a:pathLst>
            </a:custGeom>
            <a:solidFill>
              <a:srgbClr val="C7D2D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946" name="Google Shape;16946;p45"/>
            <p:cNvSpPr/>
            <p:nvPr/>
          </p:nvSpPr>
          <p:spPr>
            <a:xfrm>
              <a:off x="1851828" y="1737698"/>
              <a:ext cx="155332" cy="50619"/>
            </a:xfrm>
            <a:custGeom>
              <a:rect b="b" l="l" r="r" t="t"/>
              <a:pathLst>
                <a:path extrusionOk="0" h="1937" w="5944">
                  <a:moveTo>
                    <a:pt x="5809" y="1"/>
                  </a:moveTo>
                  <a:lnTo>
                    <a:pt x="337" y="1472"/>
                  </a:lnTo>
                  <a:lnTo>
                    <a:pt x="212" y="1510"/>
                  </a:lnTo>
                  <a:cubicBezTo>
                    <a:pt x="68" y="1549"/>
                    <a:pt x="0" y="1712"/>
                    <a:pt x="68" y="1847"/>
                  </a:cubicBezTo>
                  <a:cubicBezTo>
                    <a:pt x="77" y="1866"/>
                    <a:pt x="87" y="1886"/>
                    <a:pt x="97" y="1905"/>
                  </a:cubicBezTo>
                  <a:cubicBezTo>
                    <a:pt x="192" y="1926"/>
                    <a:pt x="287" y="1936"/>
                    <a:pt x="382" y="1936"/>
                  </a:cubicBezTo>
                  <a:cubicBezTo>
                    <a:pt x="497" y="1936"/>
                    <a:pt x="611" y="1922"/>
                    <a:pt x="722" y="1895"/>
                  </a:cubicBezTo>
                  <a:lnTo>
                    <a:pt x="5943" y="482"/>
                  </a:lnTo>
                  <a:lnTo>
                    <a:pt x="5809" y="1"/>
                  </a:lnTo>
                  <a:close/>
                </a:path>
              </a:pathLst>
            </a:custGeom>
            <a:solidFill>
              <a:srgbClr val="D9E0E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947" name="Google Shape;16947;p45"/>
            <p:cNvSpPr/>
            <p:nvPr/>
          </p:nvSpPr>
          <p:spPr>
            <a:xfrm>
              <a:off x="1851828" y="1716975"/>
              <a:ext cx="177440" cy="71263"/>
            </a:xfrm>
            <a:custGeom>
              <a:rect b="b" l="l" r="r" t="t"/>
              <a:pathLst>
                <a:path extrusionOk="0" h="2727" w="6790">
                  <a:moveTo>
                    <a:pt x="1243" y="1"/>
                  </a:moveTo>
                  <a:cubicBezTo>
                    <a:pt x="871" y="1"/>
                    <a:pt x="509" y="157"/>
                    <a:pt x="250" y="438"/>
                  </a:cubicBezTo>
                  <a:cubicBezTo>
                    <a:pt x="183" y="525"/>
                    <a:pt x="116" y="611"/>
                    <a:pt x="68" y="707"/>
                  </a:cubicBezTo>
                  <a:cubicBezTo>
                    <a:pt x="0" y="842"/>
                    <a:pt x="68" y="1005"/>
                    <a:pt x="212" y="1044"/>
                  </a:cubicBezTo>
                  <a:lnTo>
                    <a:pt x="337" y="1082"/>
                  </a:lnTo>
                  <a:lnTo>
                    <a:pt x="6453" y="2727"/>
                  </a:lnTo>
                  <a:lnTo>
                    <a:pt x="6587" y="2207"/>
                  </a:lnTo>
                  <a:lnTo>
                    <a:pt x="6789" y="1457"/>
                  </a:lnTo>
                  <a:lnTo>
                    <a:pt x="1577" y="44"/>
                  </a:lnTo>
                  <a:cubicBezTo>
                    <a:pt x="1467" y="15"/>
                    <a:pt x="1354" y="1"/>
                    <a:pt x="1243" y="1"/>
                  </a:cubicBezTo>
                  <a:close/>
                </a:path>
              </a:pathLst>
            </a:custGeom>
            <a:solidFill>
              <a:srgbClr val="EAEEF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948" name="Google Shape;16948;p45"/>
            <p:cNvSpPr/>
            <p:nvPr/>
          </p:nvSpPr>
          <p:spPr>
            <a:xfrm>
              <a:off x="1858361" y="1716975"/>
              <a:ext cx="170907" cy="57701"/>
            </a:xfrm>
            <a:custGeom>
              <a:rect b="b" l="l" r="r" t="t"/>
              <a:pathLst>
                <a:path extrusionOk="0" h="2208" w="6540">
                  <a:moveTo>
                    <a:pt x="992" y="1"/>
                  </a:moveTo>
                  <a:cubicBezTo>
                    <a:pt x="617" y="1"/>
                    <a:pt x="252" y="157"/>
                    <a:pt x="0" y="438"/>
                  </a:cubicBezTo>
                  <a:cubicBezTo>
                    <a:pt x="29" y="486"/>
                    <a:pt x="77" y="525"/>
                    <a:pt x="135" y="534"/>
                  </a:cubicBezTo>
                  <a:lnTo>
                    <a:pt x="250" y="573"/>
                  </a:lnTo>
                  <a:lnTo>
                    <a:pt x="6337" y="2207"/>
                  </a:lnTo>
                  <a:lnTo>
                    <a:pt x="6539" y="1457"/>
                  </a:lnTo>
                  <a:lnTo>
                    <a:pt x="1327" y="44"/>
                  </a:lnTo>
                  <a:cubicBezTo>
                    <a:pt x="1217" y="15"/>
                    <a:pt x="1104" y="1"/>
                    <a:pt x="992" y="1"/>
                  </a:cubicBezTo>
                  <a:close/>
                </a:path>
              </a:pathLst>
            </a:custGeom>
            <a:solidFill>
              <a:srgbClr val="D9E0E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949" name="Google Shape;16949;p45"/>
            <p:cNvSpPr/>
            <p:nvPr/>
          </p:nvSpPr>
          <p:spPr>
            <a:xfrm>
              <a:off x="1959965" y="1655041"/>
              <a:ext cx="169051" cy="122875"/>
            </a:xfrm>
            <a:custGeom>
              <a:rect b="b" l="l" r="r" t="t"/>
              <a:pathLst>
                <a:path extrusionOk="0" h="4702" w="6469">
                  <a:moveTo>
                    <a:pt x="4426" y="826"/>
                  </a:moveTo>
                  <a:cubicBezTo>
                    <a:pt x="4443" y="826"/>
                    <a:pt x="4461" y="826"/>
                    <a:pt x="4478" y="827"/>
                  </a:cubicBezTo>
                  <a:cubicBezTo>
                    <a:pt x="5402" y="875"/>
                    <a:pt x="5796" y="2010"/>
                    <a:pt x="5113" y="2625"/>
                  </a:cubicBezTo>
                  <a:cubicBezTo>
                    <a:pt x="4908" y="2807"/>
                    <a:pt x="4667" y="2889"/>
                    <a:pt x="4432" y="2889"/>
                  </a:cubicBezTo>
                  <a:cubicBezTo>
                    <a:pt x="3885" y="2889"/>
                    <a:pt x="3368" y="2447"/>
                    <a:pt x="3401" y="1808"/>
                  </a:cubicBezTo>
                  <a:cubicBezTo>
                    <a:pt x="3429" y="1258"/>
                    <a:pt x="3882" y="826"/>
                    <a:pt x="4426" y="826"/>
                  </a:cubicBezTo>
                  <a:close/>
                  <a:moveTo>
                    <a:pt x="4398" y="0"/>
                  </a:moveTo>
                  <a:cubicBezTo>
                    <a:pt x="4246" y="0"/>
                    <a:pt x="4093" y="19"/>
                    <a:pt x="3940" y="58"/>
                  </a:cubicBezTo>
                  <a:lnTo>
                    <a:pt x="3950" y="58"/>
                  </a:lnTo>
                  <a:cubicBezTo>
                    <a:pt x="2738" y="385"/>
                    <a:pt x="2190" y="1789"/>
                    <a:pt x="2853" y="2846"/>
                  </a:cubicBezTo>
                  <a:lnTo>
                    <a:pt x="776" y="3414"/>
                  </a:lnTo>
                  <a:cubicBezTo>
                    <a:pt x="0" y="3617"/>
                    <a:pt x="219" y="4701"/>
                    <a:pt x="914" y="4701"/>
                  </a:cubicBezTo>
                  <a:cubicBezTo>
                    <a:pt x="976" y="4701"/>
                    <a:pt x="1043" y="4693"/>
                    <a:pt x="1113" y="4673"/>
                  </a:cubicBezTo>
                  <a:lnTo>
                    <a:pt x="4950" y="3645"/>
                  </a:lnTo>
                  <a:cubicBezTo>
                    <a:pt x="5911" y="3346"/>
                    <a:pt x="6469" y="2337"/>
                    <a:pt x="6200" y="1366"/>
                  </a:cubicBezTo>
                  <a:cubicBezTo>
                    <a:pt x="5964" y="546"/>
                    <a:pt x="5215" y="0"/>
                    <a:pt x="4398" y="0"/>
                  </a:cubicBezTo>
                  <a:close/>
                </a:path>
              </a:pathLst>
            </a:custGeom>
            <a:solidFill>
              <a:srgbClr val="C5D0D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950" name="Google Shape;16950;p45"/>
            <p:cNvSpPr/>
            <p:nvPr/>
          </p:nvSpPr>
          <p:spPr>
            <a:xfrm>
              <a:off x="1965400" y="1743630"/>
              <a:ext cx="171168" cy="123110"/>
            </a:xfrm>
            <a:custGeom>
              <a:rect b="b" l="l" r="r" t="t"/>
              <a:pathLst>
                <a:path extrusionOk="0" h="4711" w="6550">
                  <a:moveTo>
                    <a:pt x="4208" y="1813"/>
                  </a:moveTo>
                  <a:cubicBezTo>
                    <a:pt x="4298" y="1813"/>
                    <a:pt x="4390" y="1825"/>
                    <a:pt x="4482" y="1851"/>
                  </a:cubicBezTo>
                  <a:cubicBezTo>
                    <a:pt x="5367" y="2091"/>
                    <a:pt x="5521" y="3284"/>
                    <a:pt x="4722" y="3736"/>
                  </a:cubicBezTo>
                  <a:cubicBezTo>
                    <a:pt x="4555" y="3831"/>
                    <a:pt x="4380" y="3873"/>
                    <a:pt x="4212" y="3873"/>
                  </a:cubicBezTo>
                  <a:cubicBezTo>
                    <a:pt x="3580" y="3873"/>
                    <a:pt x="3032" y="3271"/>
                    <a:pt x="3222" y="2572"/>
                  </a:cubicBezTo>
                  <a:cubicBezTo>
                    <a:pt x="3350" y="2116"/>
                    <a:pt x="3758" y="1813"/>
                    <a:pt x="4208" y="1813"/>
                  </a:cubicBezTo>
                  <a:close/>
                  <a:moveTo>
                    <a:pt x="731" y="1"/>
                  </a:moveTo>
                  <a:cubicBezTo>
                    <a:pt x="439" y="1"/>
                    <a:pt x="177" y="196"/>
                    <a:pt x="97" y="485"/>
                  </a:cubicBezTo>
                  <a:cubicBezTo>
                    <a:pt x="1" y="832"/>
                    <a:pt x="212" y="1197"/>
                    <a:pt x="559" y="1293"/>
                  </a:cubicBezTo>
                  <a:lnTo>
                    <a:pt x="2645" y="1860"/>
                  </a:lnTo>
                  <a:cubicBezTo>
                    <a:pt x="1826" y="3161"/>
                    <a:pt x="2831" y="4710"/>
                    <a:pt x="4195" y="4710"/>
                  </a:cubicBezTo>
                  <a:cubicBezTo>
                    <a:pt x="4415" y="4710"/>
                    <a:pt x="4644" y="4670"/>
                    <a:pt x="4876" y="4582"/>
                  </a:cubicBezTo>
                  <a:cubicBezTo>
                    <a:pt x="6549" y="3947"/>
                    <a:pt x="6453" y="1553"/>
                    <a:pt x="4732" y="1062"/>
                  </a:cubicBezTo>
                  <a:lnTo>
                    <a:pt x="905" y="24"/>
                  </a:lnTo>
                  <a:cubicBezTo>
                    <a:pt x="847" y="8"/>
                    <a:pt x="788" y="1"/>
                    <a:pt x="731" y="1"/>
                  </a:cubicBezTo>
                  <a:close/>
                </a:path>
              </a:pathLst>
            </a:custGeom>
            <a:solidFill>
              <a:srgbClr val="D1DAE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951" name="Google Shape;16951;p45"/>
            <p:cNvSpPr/>
            <p:nvPr/>
          </p:nvSpPr>
          <p:spPr>
            <a:xfrm>
              <a:off x="1981001" y="1755285"/>
              <a:ext cx="11838" cy="11838"/>
            </a:xfrm>
            <a:custGeom>
              <a:rect b="b" l="l" r="r" t="t"/>
              <a:pathLst>
                <a:path extrusionOk="0" h="453" w="453">
                  <a:moveTo>
                    <a:pt x="231" y="1"/>
                  </a:moveTo>
                  <a:cubicBezTo>
                    <a:pt x="106" y="1"/>
                    <a:pt x="0" y="107"/>
                    <a:pt x="0" y="232"/>
                  </a:cubicBezTo>
                  <a:cubicBezTo>
                    <a:pt x="0" y="347"/>
                    <a:pt x="106" y="453"/>
                    <a:pt x="231" y="453"/>
                  </a:cubicBezTo>
                  <a:cubicBezTo>
                    <a:pt x="356" y="453"/>
                    <a:pt x="452" y="347"/>
                    <a:pt x="452" y="232"/>
                  </a:cubicBezTo>
                  <a:cubicBezTo>
                    <a:pt x="452" y="107"/>
                    <a:pt x="356" y="1"/>
                    <a:pt x="231" y="1"/>
                  </a:cubicBezTo>
                  <a:close/>
                </a:path>
              </a:pathLst>
            </a:custGeom>
            <a:solidFill>
              <a:srgbClr val="7B8E9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6952" name="Google Shape;16952;p45"/>
          <p:cNvGrpSpPr/>
          <p:nvPr/>
        </p:nvGrpSpPr>
        <p:grpSpPr>
          <a:xfrm>
            <a:off x="4014449" y="1315349"/>
            <a:ext cx="319915" cy="366639"/>
            <a:chOff x="4014449" y="1499997"/>
            <a:chExt cx="319915" cy="366639"/>
          </a:xfrm>
        </p:grpSpPr>
        <p:sp>
          <p:nvSpPr>
            <p:cNvPr id="16953" name="Google Shape;16953;p45"/>
            <p:cNvSpPr/>
            <p:nvPr/>
          </p:nvSpPr>
          <p:spPr>
            <a:xfrm>
              <a:off x="4014449" y="1499997"/>
              <a:ext cx="319914" cy="366639"/>
            </a:xfrm>
            <a:custGeom>
              <a:rect b="b" l="l" r="r" t="t"/>
              <a:pathLst>
                <a:path extrusionOk="0" h="14030" w="12242">
                  <a:moveTo>
                    <a:pt x="6121" y="0"/>
                  </a:moveTo>
                  <a:cubicBezTo>
                    <a:pt x="6010" y="0"/>
                    <a:pt x="5899" y="29"/>
                    <a:pt x="5799" y="87"/>
                  </a:cubicBezTo>
                  <a:lnTo>
                    <a:pt x="442" y="3183"/>
                  </a:lnTo>
                  <a:cubicBezTo>
                    <a:pt x="308" y="3260"/>
                    <a:pt x="202" y="3366"/>
                    <a:pt x="125" y="3500"/>
                  </a:cubicBezTo>
                  <a:cubicBezTo>
                    <a:pt x="48" y="3635"/>
                    <a:pt x="10" y="3779"/>
                    <a:pt x="10" y="3933"/>
                  </a:cubicBezTo>
                  <a:lnTo>
                    <a:pt x="10" y="10135"/>
                  </a:lnTo>
                  <a:cubicBezTo>
                    <a:pt x="0" y="10356"/>
                    <a:pt x="125" y="10558"/>
                    <a:pt x="317" y="10674"/>
                  </a:cubicBezTo>
                  <a:lnTo>
                    <a:pt x="6125" y="14030"/>
                  </a:lnTo>
                  <a:cubicBezTo>
                    <a:pt x="12107" y="10558"/>
                    <a:pt x="11953" y="10683"/>
                    <a:pt x="12049" y="10587"/>
                  </a:cubicBezTo>
                  <a:cubicBezTo>
                    <a:pt x="12174" y="10472"/>
                    <a:pt x="12241" y="10308"/>
                    <a:pt x="12241" y="10135"/>
                  </a:cubicBezTo>
                  <a:lnTo>
                    <a:pt x="12241" y="3875"/>
                  </a:lnTo>
                  <a:cubicBezTo>
                    <a:pt x="12241" y="3596"/>
                    <a:pt x="12087" y="3346"/>
                    <a:pt x="11857" y="3212"/>
                  </a:cubicBezTo>
                  <a:lnTo>
                    <a:pt x="6981" y="394"/>
                  </a:lnTo>
                  <a:lnTo>
                    <a:pt x="6443" y="87"/>
                  </a:lnTo>
                  <a:cubicBezTo>
                    <a:pt x="6342" y="29"/>
                    <a:pt x="6231" y="0"/>
                    <a:pt x="6121" y="0"/>
                  </a:cubicBezTo>
                  <a:close/>
                </a:path>
              </a:pathLst>
            </a:custGeom>
            <a:solidFill>
              <a:srgbClr val="D1DAE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954" name="Google Shape;16954;p45"/>
            <p:cNvSpPr/>
            <p:nvPr/>
          </p:nvSpPr>
          <p:spPr>
            <a:xfrm>
              <a:off x="4014449" y="1591199"/>
              <a:ext cx="319914" cy="275437"/>
            </a:xfrm>
            <a:custGeom>
              <a:rect b="b" l="l" r="r" t="t"/>
              <a:pathLst>
                <a:path extrusionOk="0" h="10540" w="12242">
                  <a:moveTo>
                    <a:pt x="12135" y="1"/>
                  </a:moveTo>
                  <a:lnTo>
                    <a:pt x="6125" y="3443"/>
                  </a:lnTo>
                  <a:lnTo>
                    <a:pt x="875" y="433"/>
                  </a:lnTo>
                  <a:lnTo>
                    <a:pt x="125" y="10"/>
                  </a:lnTo>
                  <a:cubicBezTo>
                    <a:pt x="48" y="145"/>
                    <a:pt x="10" y="289"/>
                    <a:pt x="10" y="443"/>
                  </a:cubicBezTo>
                  <a:lnTo>
                    <a:pt x="10" y="6645"/>
                  </a:lnTo>
                  <a:cubicBezTo>
                    <a:pt x="0" y="6866"/>
                    <a:pt x="125" y="7068"/>
                    <a:pt x="317" y="7184"/>
                  </a:cubicBezTo>
                  <a:lnTo>
                    <a:pt x="6125" y="10540"/>
                  </a:lnTo>
                  <a:cubicBezTo>
                    <a:pt x="12107" y="7068"/>
                    <a:pt x="11953" y="7193"/>
                    <a:pt x="12049" y="7097"/>
                  </a:cubicBezTo>
                  <a:cubicBezTo>
                    <a:pt x="12174" y="6982"/>
                    <a:pt x="12241" y="6818"/>
                    <a:pt x="12241" y="6645"/>
                  </a:cubicBezTo>
                  <a:lnTo>
                    <a:pt x="12241" y="385"/>
                  </a:lnTo>
                  <a:cubicBezTo>
                    <a:pt x="12241" y="251"/>
                    <a:pt x="12203" y="116"/>
                    <a:pt x="12135" y="1"/>
                  </a:cubicBezTo>
                  <a:close/>
                </a:path>
              </a:pathLst>
            </a:custGeom>
            <a:solidFill>
              <a:srgbClr val="8599A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955" name="Google Shape;16955;p45"/>
            <p:cNvSpPr/>
            <p:nvPr/>
          </p:nvSpPr>
          <p:spPr>
            <a:xfrm>
              <a:off x="4014685" y="1591199"/>
              <a:ext cx="159853" cy="248808"/>
            </a:xfrm>
            <a:custGeom>
              <a:rect b="b" l="l" r="r" t="t"/>
              <a:pathLst>
                <a:path extrusionOk="0" h="9521" w="6117">
                  <a:moveTo>
                    <a:pt x="116" y="1"/>
                  </a:moveTo>
                  <a:lnTo>
                    <a:pt x="116" y="10"/>
                  </a:lnTo>
                  <a:cubicBezTo>
                    <a:pt x="39" y="145"/>
                    <a:pt x="1" y="289"/>
                    <a:pt x="1" y="443"/>
                  </a:cubicBezTo>
                  <a:lnTo>
                    <a:pt x="1" y="5982"/>
                  </a:lnTo>
                  <a:lnTo>
                    <a:pt x="6116" y="9520"/>
                  </a:lnTo>
                  <a:lnTo>
                    <a:pt x="6116" y="3443"/>
                  </a:lnTo>
                  <a:lnTo>
                    <a:pt x="116" y="1"/>
                  </a:lnTo>
                  <a:close/>
                </a:path>
              </a:pathLst>
            </a:custGeom>
            <a:solidFill>
              <a:srgbClr val="B8C6D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956" name="Google Shape;16956;p45"/>
            <p:cNvSpPr/>
            <p:nvPr/>
          </p:nvSpPr>
          <p:spPr>
            <a:xfrm>
              <a:off x="4174511" y="1591460"/>
              <a:ext cx="159853" cy="275175"/>
            </a:xfrm>
            <a:custGeom>
              <a:rect b="b" l="l" r="r" t="t"/>
              <a:pathLst>
                <a:path extrusionOk="0" h="10530" w="6117">
                  <a:moveTo>
                    <a:pt x="6010" y="0"/>
                  </a:moveTo>
                  <a:lnTo>
                    <a:pt x="0" y="3433"/>
                  </a:lnTo>
                  <a:lnTo>
                    <a:pt x="0" y="10530"/>
                  </a:lnTo>
                  <a:lnTo>
                    <a:pt x="5809" y="7174"/>
                  </a:lnTo>
                  <a:cubicBezTo>
                    <a:pt x="6001" y="7058"/>
                    <a:pt x="6116" y="6856"/>
                    <a:pt x="6116" y="6635"/>
                  </a:cubicBezTo>
                  <a:lnTo>
                    <a:pt x="6116" y="375"/>
                  </a:lnTo>
                  <a:cubicBezTo>
                    <a:pt x="6116" y="241"/>
                    <a:pt x="6078" y="116"/>
                    <a:pt x="6010" y="0"/>
                  </a:cubicBezTo>
                  <a:close/>
                </a:path>
              </a:pathLst>
            </a:custGeom>
            <a:solidFill>
              <a:srgbClr val="6E829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957" name="Google Shape;16957;p45"/>
            <p:cNvSpPr/>
            <p:nvPr/>
          </p:nvSpPr>
          <p:spPr>
            <a:xfrm>
              <a:off x="4174511" y="1591199"/>
              <a:ext cx="159853" cy="248808"/>
            </a:xfrm>
            <a:custGeom>
              <a:rect b="b" l="l" r="r" t="t"/>
              <a:pathLst>
                <a:path extrusionOk="0" h="9521" w="6117">
                  <a:moveTo>
                    <a:pt x="6010" y="1"/>
                  </a:moveTo>
                  <a:lnTo>
                    <a:pt x="0" y="3443"/>
                  </a:lnTo>
                  <a:lnTo>
                    <a:pt x="0" y="9520"/>
                  </a:lnTo>
                  <a:lnTo>
                    <a:pt x="5809" y="6164"/>
                  </a:lnTo>
                  <a:cubicBezTo>
                    <a:pt x="6001" y="6059"/>
                    <a:pt x="6116" y="5847"/>
                    <a:pt x="6116" y="5626"/>
                  </a:cubicBezTo>
                  <a:lnTo>
                    <a:pt x="6116" y="385"/>
                  </a:lnTo>
                  <a:cubicBezTo>
                    <a:pt x="6116" y="251"/>
                    <a:pt x="6078" y="116"/>
                    <a:pt x="6010" y="1"/>
                  </a:cubicBezTo>
                  <a:close/>
                </a:path>
              </a:pathLst>
            </a:custGeom>
            <a:solidFill>
              <a:srgbClr val="7B8E9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6958" name="Google Shape;16958;p45"/>
          <p:cNvGrpSpPr/>
          <p:nvPr/>
        </p:nvGrpSpPr>
        <p:grpSpPr>
          <a:xfrm>
            <a:off x="866267" y="1406813"/>
            <a:ext cx="367397" cy="183711"/>
            <a:chOff x="866267" y="1591460"/>
            <a:chExt cx="367397" cy="183711"/>
          </a:xfrm>
        </p:grpSpPr>
        <p:sp>
          <p:nvSpPr>
            <p:cNvPr id="16959" name="Google Shape;16959;p45"/>
            <p:cNvSpPr/>
            <p:nvPr/>
          </p:nvSpPr>
          <p:spPr>
            <a:xfrm>
              <a:off x="866267" y="1591460"/>
              <a:ext cx="367397" cy="183502"/>
            </a:xfrm>
            <a:custGeom>
              <a:rect b="b" l="l" r="r" t="t"/>
              <a:pathLst>
                <a:path extrusionOk="0" h="7022" w="14059">
                  <a:moveTo>
                    <a:pt x="6818" y="0"/>
                  </a:moveTo>
                  <a:cubicBezTo>
                    <a:pt x="6501" y="10"/>
                    <a:pt x="6183" y="39"/>
                    <a:pt x="5866" y="96"/>
                  </a:cubicBezTo>
                  <a:cubicBezTo>
                    <a:pt x="5732" y="116"/>
                    <a:pt x="5587" y="144"/>
                    <a:pt x="5443" y="183"/>
                  </a:cubicBezTo>
                  <a:cubicBezTo>
                    <a:pt x="5135" y="250"/>
                    <a:pt x="4837" y="346"/>
                    <a:pt x="4539" y="462"/>
                  </a:cubicBezTo>
                  <a:lnTo>
                    <a:pt x="4337" y="539"/>
                  </a:lnTo>
                  <a:cubicBezTo>
                    <a:pt x="4270" y="568"/>
                    <a:pt x="4203" y="596"/>
                    <a:pt x="4145" y="625"/>
                  </a:cubicBezTo>
                  <a:cubicBezTo>
                    <a:pt x="3847" y="750"/>
                    <a:pt x="3568" y="904"/>
                    <a:pt x="3299" y="1077"/>
                  </a:cubicBezTo>
                  <a:cubicBezTo>
                    <a:pt x="3174" y="1154"/>
                    <a:pt x="3058" y="1231"/>
                    <a:pt x="2943" y="1318"/>
                  </a:cubicBezTo>
                  <a:cubicBezTo>
                    <a:pt x="2683" y="1500"/>
                    <a:pt x="2433" y="1693"/>
                    <a:pt x="2202" y="1914"/>
                  </a:cubicBezTo>
                  <a:cubicBezTo>
                    <a:pt x="2154" y="1962"/>
                    <a:pt x="2097" y="2010"/>
                    <a:pt x="2049" y="2068"/>
                  </a:cubicBezTo>
                  <a:cubicBezTo>
                    <a:pt x="2001" y="2116"/>
                    <a:pt x="1952" y="2164"/>
                    <a:pt x="1904" y="2222"/>
                  </a:cubicBezTo>
                  <a:cubicBezTo>
                    <a:pt x="1683" y="2452"/>
                    <a:pt x="1481" y="2693"/>
                    <a:pt x="1299" y="2952"/>
                  </a:cubicBezTo>
                  <a:cubicBezTo>
                    <a:pt x="1212" y="3077"/>
                    <a:pt x="1135" y="3193"/>
                    <a:pt x="1058" y="3318"/>
                  </a:cubicBezTo>
                  <a:cubicBezTo>
                    <a:pt x="895" y="3587"/>
                    <a:pt x="741" y="3866"/>
                    <a:pt x="616" y="4154"/>
                  </a:cubicBezTo>
                  <a:cubicBezTo>
                    <a:pt x="587" y="4222"/>
                    <a:pt x="558" y="4289"/>
                    <a:pt x="529" y="4356"/>
                  </a:cubicBezTo>
                  <a:cubicBezTo>
                    <a:pt x="500" y="4424"/>
                    <a:pt x="472" y="4491"/>
                    <a:pt x="452" y="4558"/>
                  </a:cubicBezTo>
                  <a:cubicBezTo>
                    <a:pt x="337" y="4847"/>
                    <a:pt x="250" y="5154"/>
                    <a:pt x="173" y="5462"/>
                  </a:cubicBezTo>
                  <a:cubicBezTo>
                    <a:pt x="145" y="5606"/>
                    <a:pt x="116" y="5741"/>
                    <a:pt x="97" y="5885"/>
                  </a:cubicBezTo>
                  <a:cubicBezTo>
                    <a:pt x="48" y="6154"/>
                    <a:pt x="20" y="6433"/>
                    <a:pt x="10" y="6703"/>
                  </a:cubicBezTo>
                  <a:cubicBezTo>
                    <a:pt x="0" y="6876"/>
                    <a:pt x="145" y="7020"/>
                    <a:pt x="318" y="7020"/>
                  </a:cubicBezTo>
                  <a:lnTo>
                    <a:pt x="13732" y="7020"/>
                  </a:lnTo>
                  <a:cubicBezTo>
                    <a:pt x="13742" y="7021"/>
                    <a:pt x="13753" y="7022"/>
                    <a:pt x="13763" y="7022"/>
                  </a:cubicBezTo>
                  <a:cubicBezTo>
                    <a:pt x="13931" y="7022"/>
                    <a:pt x="14058" y="6875"/>
                    <a:pt x="14049" y="6703"/>
                  </a:cubicBezTo>
                  <a:cubicBezTo>
                    <a:pt x="14040" y="6424"/>
                    <a:pt x="14011" y="6154"/>
                    <a:pt x="13972" y="5885"/>
                  </a:cubicBezTo>
                  <a:cubicBezTo>
                    <a:pt x="13944" y="5741"/>
                    <a:pt x="13924" y="5597"/>
                    <a:pt x="13886" y="5462"/>
                  </a:cubicBezTo>
                  <a:cubicBezTo>
                    <a:pt x="13819" y="5154"/>
                    <a:pt x="13722" y="4847"/>
                    <a:pt x="13617" y="4549"/>
                  </a:cubicBezTo>
                  <a:cubicBezTo>
                    <a:pt x="13588" y="4481"/>
                    <a:pt x="13559" y="4424"/>
                    <a:pt x="13540" y="4356"/>
                  </a:cubicBezTo>
                  <a:cubicBezTo>
                    <a:pt x="13511" y="4289"/>
                    <a:pt x="13482" y="4222"/>
                    <a:pt x="13453" y="4154"/>
                  </a:cubicBezTo>
                  <a:cubicBezTo>
                    <a:pt x="13328" y="3866"/>
                    <a:pt x="13174" y="3587"/>
                    <a:pt x="13011" y="3318"/>
                  </a:cubicBezTo>
                  <a:cubicBezTo>
                    <a:pt x="12924" y="3193"/>
                    <a:pt x="12847" y="3068"/>
                    <a:pt x="12770" y="2952"/>
                  </a:cubicBezTo>
                  <a:cubicBezTo>
                    <a:pt x="12588" y="2693"/>
                    <a:pt x="12386" y="2452"/>
                    <a:pt x="12165" y="2222"/>
                  </a:cubicBezTo>
                  <a:cubicBezTo>
                    <a:pt x="12117" y="2164"/>
                    <a:pt x="12069" y="2116"/>
                    <a:pt x="12020" y="2068"/>
                  </a:cubicBezTo>
                  <a:cubicBezTo>
                    <a:pt x="11963" y="2010"/>
                    <a:pt x="11915" y="1962"/>
                    <a:pt x="11867" y="1914"/>
                  </a:cubicBezTo>
                  <a:cubicBezTo>
                    <a:pt x="11636" y="1693"/>
                    <a:pt x="11386" y="1491"/>
                    <a:pt x="11126" y="1308"/>
                  </a:cubicBezTo>
                  <a:cubicBezTo>
                    <a:pt x="11011" y="1231"/>
                    <a:pt x="10886" y="1154"/>
                    <a:pt x="10770" y="1068"/>
                  </a:cubicBezTo>
                  <a:cubicBezTo>
                    <a:pt x="10501" y="904"/>
                    <a:pt x="10213" y="750"/>
                    <a:pt x="9924" y="625"/>
                  </a:cubicBezTo>
                  <a:cubicBezTo>
                    <a:pt x="9866" y="587"/>
                    <a:pt x="9799" y="558"/>
                    <a:pt x="9732" y="539"/>
                  </a:cubicBezTo>
                  <a:lnTo>
                    <a:pt x="9530" y="452"/>
                  </a:lnTo>
                  <a:cubicBezTo>
                    <a:pt x="9232" y="346"/>
                    <a:pt x="8924" y="250"/>
                    <a:pt x="8616" y="183"/>
                  </a:cubicBezTo>
                  <a:cubicBezTo>
                    <a:pt x="8482" y="144"/>
                    <a:pt x="8337" y="116"/>
                    <a:pt x="8193" y="96"/>
                  </a:cubicBezTo>
                  <a:cubicBezTo>
                    <a:pt x="7886" y="39"/>
                    <a:pt x="7568" y="10"/>
                    <a:pt x="7251" y="0"/>
                  </a:cubicBezTo>
                  <a:close/>
                </a:path>
              </a:pathLst>
            </a:custGeom>
            <a:solidFill>
              <a:srgbClr val="E5EA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960" name="Google Shape;16960;p45"/>
            <p:cNvSpPr/>
            <p:nvPr/>
          </p:nvSpPr>
          <p:spPr>
            <a:xfrm>
              <a:off x="866267" y="1591460"/>
              <a:ext cx="199286" cy="183711"/>
            </a:xfrm>
            <a:custGeom>
              <a:rect b="b" l="l" r="r" t="t"/>
              <a:pathLst>
                <a:path extrusionOk="0" h="7030" w="7626">
                  <a:moveTo>
                    <a:pt x="6818" y="0"/>
                  </a:moveTo>
                  <a:cubicBezTo>
                    <a:pt x="6501" y="10"/>
                    <a:pt x="6183" y="39"/>
                    <a:pt x="5866" y="96"/>
                  </a:cubicBezTo>
                  <a:cubicBezTo>
                    <a:pt x="5732" y="116"/>
                    <a:pt x="5587" y="144"/>
                    <a:pt x="5443" y="183"/>
                  </a:cubicBezTo>
                  <a:cubicBezTo>
                    <a:pt x="5135" y="250"/>
                    <a:pt x="4837" y="346"/>
                    <a:pt x="4539" y="462"/>
                  </a:cubicBezTo>
                  <a:lnTo>
                    <a:pt x="4337" y="539"/>
                  </a:lnTo>
                  <a:cubicBezTo>
                    <a:pt x="4270" y="568"/>
                    <a:pt x="4203" y="596"/>
                    <a:pt x="4145" y="625"/>
                  </a:cubicBezTo>
                  <a:cubicBezTo>
                    <a:pt x="3847" y="750"/>
                    <a:pt x="3568" y="904"/>
                    <a:pt x="3299" y="1077"/>
                  </a:cubicBezTo>
                  <a:cubicBezTo>
                    <a:pt x="3174" y="1154"/>
                    <a:pt x="3058" y="1231"/>
                    <a:pt x="2943" y="1318"/>
                  </a:cubicBezTo>
                  <a:cubicBezTo>
                    <a:pt x="2683" y="1500"/>
                    <a:pt x="2433" y="1693"/>
                    <a:pt x="2202" y="1914"/>
                  </a:cubicBezTo>
                  <a:cubicBezTo>
                    <a:pt x="2154" y="1962"/>
                    <a:pt x="2097" y="2010"/>
                    <a:pt x="2049" y="2068"/>
                  </a:cubicBezTo>
                  <a:cubicBezTo>
                    <a:pt x="2001" y="2116"/>
                    <a:pt x="1952" y="2164"/>
                    <a:pt x="1904" y="2222"/>
                  </a:cubicBezTo>
                  <a:cubicBezTo>
                    <a:pt x="1683" y="2452"/>
                    <a:pt x="1481" y="2693"/>
                    <a:pt x="1299" y="2952"/>
                  </a:cubicBezTo>
                  <a:cubicBezTo>
                    <a:pt x="1212" y="3077"/>
                    <a:pt x="1135" y="3193"/>
                    <a:pt x="1058" y="3318"/>
                  </a:cubicBezTo>
                  <a:cubicBezTo>
                    <a:pt x="895" y="3587"/>
                    <a:pt x="741" y="3866"/>
                    <a:pt x="616" y="4154"/>
                  </a:cubicBezTo>
                  <a:cubicBezTo>
                    <a:pt x="587" y="4222"/>
                    <a:pt x="558" y="4289"/>
                    <a:pt x="529" y="4356"/>
                  </a:cubicBezTo>
                  <a:cubicBezTo>
                    <a:pt x="500" y="4424"/>
                    <a:pt x="472" y="4491"/>
                    <a:pt x="452" y="4558"/>
                  </a:cubicBezTo>
                  <a:cubicBezTo>
                    <a:pt x="337" y="4847"/>
                    <a:pt x="250" y="5154"/>
                    <a:pt x="173" y="5462"/>
                  </a:cubicBezTo>
                  <a:cubicBezTo>
                    <a:pt x="145" y="5606"/>
                    <a:pt x="116" y="5741"/>
                    <a:pt x="97" y="5885"/>
                  </a:cubicBezTo>
                  <a:cubicBezTo>
                    <a:pt x="48" y="6154"/>
                    <a:pt x="20" y="6433"/>
                    <a:pt x="10" y="6703"/>
                  </a:cubicBezTo>
                  <a:cubicBezTo>
                    <a:pt x="0" y="6876"/>
                    <a:pt x="135" y="7020"/>
                    <a:pt x="308" y="7030"/>
                  </a:cubicBezTo>
                  <a:lnTo>
                    <a:pt x="1510" y="7030"/>
                  </a:lnTo>
                  <a:cubicBezTo>
                    <a:pt x="1337" y="7030"/>
                    <a:pt x="1193" y="6885"/>
                    <a:pt x="1202" y="6703"/>
                  </a:cubicBezTo>
                  <a:cubicBezTo>
                    <a:pt x="1222" y="6433"/>
                    <a:pt x="1241" y="6164"/>
                    <a:pt x="1289" y="5885"/>
                  </a:cubicBezTo>
                  <a:cubicBezTo>
                    <a:pt x="1308" y="5751"/>
                    <a:pt x="1337" y="5606"/>
                    <a:pt x="1375" y="5472"/>
                  </a:cubicBezTo>
                  <a:cubicBezTo>
                    <a:pt x="1443" y="5154"/>
                    <a:pt x="1529" y="4856"/>
                    <a:pt x="1645" y="4558"/>
                  </a:cubicBezTo>
                  <a:cubicBezTo>
                    <a:pt x="1664" y="4491"/>
                    <a:pt x="1693" y="4424"/>
                    <a:pt x="1722" y="4356"/>
                  </a:cubicBezTo>
                  <a:cubicBezTo>
                    <a:pt x="1751" y="4289"/>
                    <a:pt x="1779" y="4231"/>
                    <a:pt x="1808" y="4164"/>
                  </a:cubicBezTo>
                  <a:cubicBezTo>
                    <a:pt x="1933" y="3875"/>
                    <a:pt x="2087" y="3587"/>
                    <a:pt x="2251" y="3318"/>
                  </a:cubicBezTo>
                  <a:cubicBezTo>
                    <a:pt x="2337" y="3193"/>
                    <a:pt x="2414" y="3077"/>
                    <a:pt x="2491" y="2962"/>
                  </a:cubicBezTo>
                  <a:cubicBezTo>
                    <a:pt x="2674" y="2702"/>
                    <a:pt x="2876" y="2452"/>
                    <a:pt x="3097" y="2222"/>
                  </a:cubicBezTo>
                  <a:cubicBezTo>
                    <a:pt x="3145" y="2173"/>
                    <a:pt x="3193" y="2116"/>
                    <a:pt x="3241" y="2068"/>
                  </a:cubicBezTo>
                  <a:cubicBezTo>
                    <a:pt x="3299" y="2020"/>
                    <a:pt x="3347" y="1972"/>
                    <a:pt x="3395" y="1923"/>
                  </a:cubicBezTo>
                  <a:cubicBezTo>
                    <a:pt x="3626" y="1702"/>
                    <a:pt x="3876" y="1500"/>
                    <a:pt x="4135" y="1318"/>
                  </a:cubicBezTo>
                  <a:cubicBezTo>
                    <a:pt x="4251" y="1241"/>
                    <a:pt x="4376" y="1154"/>
                    <a:pt x="4491" y="1077"/>
                  </a:cubicBezTo>
                  <a:cubicBezTo>
                    <a:pt x="4760" y="904"/>
                    <a:pt x="5039" y="760"/>
                    <a:pt x="5337" y="625"/>
                  </a:cubicBezTo>
                  <a:cubicBezTo>
                    <a:pt x="5395" y="596"/>
                    <a:pt x="5462" y="568"/>
                    <a:pt x="5530" y="539"/>
                  </a:cubicBezTo>
                  <a:lnTo>
                    <a:pt x="5732" y="462"/>
                  </a:lnTo>
                  <a:cubicBezTo>
                    <a:pt x="6030" y="346"/>
                    <a:pt x="6328" y="260"/>
                    <a:pt x="6645" y="183"/>
                  </a:cubicBezTo>
                  <a:cubicBezTo>
                    <a:pt x="6780" y="154"/>
                    <a:pt x="6924" y="125"/>
                    <a:pt x="7068" y="96"/>
                  </a:cubicBezTo>
                  <a:cubicBezTo>
                    <a:pt x="7251" y="68"/>
                    <a:pt x="7434" y="48"/>
                    <a:pt x="7626" y="29"/>
                  </a:cubicBezTo>
                  <a:cubicBezTo>
                    <a:pt x="7501" y="19"/>
                    <a:pt x="7366" y="10"/>
                    <a:pt x="7251" y="0"/>
                  </a:cubicBezTo>
                  <a:close/>
                </a:path>
              </a:pathLst>
            </a:custGeom>
            <a:solidFill>
              <a:srgbClr val="D9E0E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961" name="Google Shape;16961;p45"/>
            <p:cNvSpPr/>
            <p:nvPr/>
          </p:nvSpPr>
          <p:spPr>
            <a:xfrm>
              <a:off x="1071564" y="1593969"/>
              <a:ext cx="19626" cy="47509"/>
            </a:xfrm>
            <a:custGeom>
              <a:rect b="b" l="l" r="r" t="t"/>
              <a:pathLst>
                <a:path extrusionOk="0" h="1818" w="751">
                  <a:moveTo>
                    <a:pt x="328" y="0"/>
                  </a:moveTo>
                  <a:lnTo>
                    <a:pt x="20" y="1558"/>
                  </a:lnTo>
                  <a:cubicBezTo>
                    <a:pt x="1" y="1674"/>
                    <a:pt x="78" y="1789"/>
                    <a:pt x="193" y="1818"/>
                  </a:cubicBezTo>
                  <a:lnTo>
                    <a:pt x="231" y="1818"/>
                  </a:lnTo>
                  <a:cubicBezTo>
                    <a:pt x="337" y="1818"/>
                    <a:pt x="424" y="1741"/>
                    <a:pt x="453" y="1645"/>
                  </a:cubicBezTo>
                  <a:lnTo>
                    <a:pt x="751" y="87"/>
                  </a:lnTo>
                  <a:cubicBezTo>
                    <a:pt x="616" y="58"/>
                    <a:pt x="472" y="29"/>
                    <a:pt x="328" y="0"/>
                  </a:cubicBezTo>
                  <a:close/>
                </a:path>
              </a:pathLst>
            </a:custGeom>
            <a:solidFill>
              <a:srgbClr val="C7D2D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962" name="Google Shape;16962;p45"/>
            <p:cNvSpPr/>
            <p:nvPr/>
          </p:nvSpPr>
          <p:spPr>
            <a:xfrm>
              <a:off x="1122575" y="1619605"/>
              <a:ext cx="33946" cy="42988"/>
            </a:xfrm>
            <a:custGeom>
              <a:rect b="b" l="l" r="r" t="t"/>
              <a:pathLst>
                <a:path extrusionOk="0" h="1645" w="1299">
                  <a:moveTo>
                    <a:pt x="943" y="0"/>
                  </a:moveTo>
                  <a:lnTo>
                    <a:pt x="68" y="1318"/>
                  </a:lnTo>
                  <a:cubicBezTo>
                    <a:pt x="1" y="1414"/>
                    <a:pt x="20" y="1548"/>
                    <a:pt x="116" y="1616"/>
                  </a:cubicBezTo>
                  <a:cubicBezTo>
                    <a:pt x="155" y="1635"/>
                    <a:pt x="193" y="1645"/>
                    <a:pt x="241" y="1645"/>
                  </a:cubicBezTo>
                  <a:cubicBezTo>
                    <a:pt x="308" y="1645"/>
                    <a:pt x="376" y="1616"/>
                    <a:pt x="424" y="1558"/>
                  </a:cubicBezTo>
                  <a:lnTo>
                    <a:pt x="1299" y="241"/>
                  </a:lnTo>
                  <a:cubicBezTo>
                    <a:pt x="1184" y="154"/>
                    <a:pt x="1068" y="77"/>
                    <a:pt x="943" y="0"/>
                  </a:cubicBezTo>
                  <a:close/>
                </a:path>
              </a:pathLst>
            </a:custGeom>
            <a:solidFill>
              <a:srgbClr val="C7D2D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963" name="Google Shape;16963;p45"/>
            <p:cNvSpPr/>
            <p:nvPr/>
          </p:nvSpPr>
          <p:spPr>
            <a:xfrm>
              <a:off x="1159866" y="1668839"/>
              <a:ext cx="45915" cy="33293"/>
            </a:xfrm>
            <a:custGeom>
              <a:rect b="b" l="l" r="r" t="t"/>
              <a:pathLst>
                <a:path extrusionOk="0" h="1274" w="1757">
                  <a:moveTo>
                    <a:pt x="1516" y="1"/>
                  </a:moveTo>
                  <a:lnTo>
                    <a:pt x="199" y="876"/>
                  </a:lnTo>
                  <a:cubicBezTo>
                    <a:pt x="1" y="1003"/>
                    <a:pt x="129" y="1273"/>
                    <a:pt x="315" y="1273"/>
                  </a:cubicBezTo>
                  <a:cubicBezTo>
                    <a:pt x="354" y="1273"/>
                    <a:pt x="397" y="1261"/>
                    <a:pt x="439" y="1232"/>
                  </a:cubicBezTo>
                  <a:lnTo>
                    <a:pt x="1757" y="357"/>
                  </a:lnTo>
                  <a:cubicBezTo>
                    <a:pt x="1680" y="232"/>
                    <a:pt x="1593" y="116"/>
                    <a:pt x="1516" y="1"/>
                  </a:cubicBezTo>
                  <a:close/>
                </a:path>
              </a:pathLst>
            </a:custGeom>
            <a:solidFill>
              <a:srgbClr val="C7D2D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964" name="Google Shape;16964;p45"/>
            <p:cNvSpPr/>
            <p:nvPr/>
          </p:nvSpPr>
          <p:spPr>
            <a:xfrm>
              <a:off x="1181634" y="1734196"/>
              <a:ext cx="49286" cy="19103"/>
            </a:xfrm>
            <a:custGeom>
              <a:rect b="b" l="l" r="r" t="t"/>
              <a:pathLst>
                <a:path extrusionOk="0" h="731" w="1886">
                  <a:moveTo>
                    <a:pt x="1799" y="0"/>
                  </a:moveTo>
                  <a:lnTo>
                    <a:pt x="251" y="308"/>
                  </a:lnTo>
                  <a:cubicBezTo>
                    <a:pt x="1" y="356"/>
                    <a:pt x="39" y="731"/>
                    <a:pt x="289" y="731"/>
                  </a:cubicBezTo>
                  <a:lnTo>
                    <a:pt x="337" y="731"/>
                  </a:lnTo>
                  <a:lnTo>
                    <a:pt x="1885" y="423"/>
                  </a:lnTo>
                  <a:cubicBezTo>
                    <a:pt x="1866" y="279"/>
                    <a:pt x="1837" y="135"/>
                    <a:pt x="1799" y="0"/>
                  </a:cubicBezTo>
                  <a:close/>
                </a:path>
              </a:pathLst>
            </a:custGeom>
            <a:solidFill>
              <a:srgbClr val="C7D2D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965" name="Google Shape;16965;p45"/>
            <p:cNvSpPr/>
            <p:nvPr/>
          </p:nvSpPr>
          <p:spPr>
            <a:xfrm>
              <a:off x="868776" y="1734196"/>
              <a:ext cx="48267" cy="19364"/>
            </a:xfrm>
            <a:custGeom>
              <a:rect b="b" l="l" r="r" t="t"/>
              <a:pathLst>
                <a:path extrusionOk="0" h="741" w="1847">
                  <a:moveTo>
                    <a:pt x="77" y="0"/>
                  </a:moveTo>
                  <a:cubicBezTo>
                    <a:pt x="49" y="144"/>
                    <a:pt x="20" y="279"/>
                    <a:pt x="1" y="423"/>
                  </a:cubicBezTo>
                  <a:lnTo>
                    <a:pt x="1568" y="741"/>
                  </a:lnTo>
                  <a:lnTo>
                    <a:pt x="1606" y="741"/>
                  </a:lnTo>
                  <a:cubicBezTo>
                    <a:pt x="1712" y="741"/>
                    <a:pt x="1799" y="664"/>
                    <a:pt x="1818" y="567"/>
                  </a:cubicBezTo>
                  <a:cubicBezTo>
                    <a:pt x="1847" y="452"/>
                    <a:pt x="1770" y="337"/>
                    <a:pt x="1655" y="317"/>
                  </a:cubicBezTo>
                  <a:lnTo>
                    <a:pt x="77" y="0"/>
                  </a:lnTo>
                  <a:close/>
                </a:path>
              </a:pathLst>
            </a:custGeom>
            <a:solidFill>
              <a:srgbClr val="C7D2D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966" name="Google Shape;16966;p45"/>
            <p:cNvSpPr/>
            <p:nvPr/>
          </p:nvSpPr>
          <p:spPr>
            <a:xfrm>
              <a:off x="894151" y="1668603"/>
              <a:ext cx="44007" cy="33659"/>
            </a:xfrm>
            <a:custGeom>
              <a:rect b="b" l="l" r="r" t="t"/>
              <a:pathLst>
                <a:path extrusionOk="0" h="1288" w="1684">
                  <a:moveTo>
                    <a:pt x="241" y="0"/>
                  </a:moveTo>
                  <a:cubicBezTo>
                    <a:pt x="155" y="125"/>
                    <a:pt x="68" y="241"/>
                    <a:pt x="1" y="366"/>
                  </a:cubicBezTo>
                  <a:lnTo>
                    <a:pt x="1318" y="1250"/>
                  </a:lnTo>
                  <a:cubicBezTo>
                    <a:pt x="1354" y="1275"/>
                    <a:pt x="1395" y="1287"/>
                    <a:pt x="1436" y="1287"/>
                  </a:cubicBezTo>
                  <a:cubicBezTo>
                    <a:pt x="1505" y="1287"/>
                    <a:pt x="1574" y="1253"/>
                    <a:pt x="1616" y="1193"/>
                  </a:cubicBezTo>
                  <a:cubicBezTo>
                    <a:pt x="1684" y="1097"/>
                    <a:pt x="1664" y="962"/>
                    <a:pt x="1559" y="895"/>
                  </a:cubicBezTo>
                  <a:lnTo>
                    <a:pt x="241" y="0"/>
                  </a:lnTo>
                  <a:close/>
                </a:path>
              </a:pathLst>
            </a:custGeom>
            <a:solidFill>
              <a:srgbClr val="C7D2D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967" name="Google Shape;16967;p45"/>
            <p:cNvSpPr/>
            <p:nvPr/>
          </p:nvSpPr>
          <p:spPr>
            <a:xfrm>
              <a:off x="942914" y="1619605"/>
              <a:ext cx="35462" cy="43328"/>
            </a:xfrm>
            <a:custGeom>
              <a:rect b="b" l="l" r="r" t="t"/>
              <a:pathLst>
                <a:path extrusionOk="0" h="1658" w="1357">
                  <a:moveTo>
                    <a:pt x="356" y="0"/>
                  </a:moveTo>
                  <a:lnTo>
                    <a:pt x="0" y="241"/>
                  </a:lnTo>
                  <a:lnTo>
                    <a:pt x="885" y="1558"/>
                  </a:lnTo>
                  <a:cubicBezTo>
                    <a:pt x="933" y="1628"/>
                    <a:pt x="997" y="1658"/>
                    <a:pt x="1060" y="1658"/>
                  </a:cubicBezTo>
                  <a:cubicBezTo>
                    <a:pt x="1212" y="1658"/>
                    <a:pt x="1356" y="1488"/>
                    <a:pt x="1241" y="1318"/>
                  </a:cubicBezTo>
                  <a:lnTo>
                    <a:pt x="356" y="0"/>
                  </a:lnTo>
                  <a:close/>
                </a:path>
              </a:pathLst>
            </a:custGeom>
            <a:solidFill>
              <a:srgbClr val="C7D2D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968" name="Google Shape;16968;p45"/>
            <p:cNvSpPr/>
            <p:nvPr/>
          </p:nvSpPr>
          <p:spPr>
            <a:xfrm>
              <a:off x="1008506" y="1593708"/>
              <a:ext cx="19626" cy="47770"/>
            </a:xfrm>
            <a:custGeom>
              <a:rect b="b" l="l" r="r" t="t"/>
              <a:pathLst>
                <a:path extrusionOk="0" h="1828" w="751">
                  <a:moveTo>
                    <a:pt x="423" y="1"/>
                  </a:moveTo>
                  <a:cubicBezTo>
                    <a:pt x="279" y="30"/>
                    <a:pt x="135" y="58"/>
                    <a:pt x="0" y="87"/>
                  </a:cubicBezTo>
                  <a:lnTo>
                    <a:pt x="308" y="1655"/>
                  </a:lnTo>
                  <a:cubicBezTo>
                    <a:pt x="327" y="1751"/>
                    <a:pt x="414" y="1818"/>
                    <a:pt x="519" y="1828"/>
                  </a:cubicBezTo>
                  <a:lnTo>
                    <a:pt x="558" y="1828"/>
                  </a:lnTo>
                  <a:cubicBezTo>
                    <a:pt x="673" y="1799"/>
                    <a:pt x="750" y="1684"/>
                    <a:pt x="731" y="1568"/>
                  </a:cubicBezTo>
                  <a:lnTo>
                    <a:pt x="423" y="1"/>
                  </a:lnTo>
                  <a:close/>
                </a:path>
              </a:pathLst>
            </a:custGeom>
            <a:solidFill>
              <a:srgbClr val="C7D2D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969" name="Google Shape;16969;p45"/>
            <p:cNvSpPr/>
            <p:nvPr/>
          </p:nvSpPr>
          <p:spPr>
            <a:xfrm>
              <a:off x="1043916" y="1591695"/>
              <a:ext cx="11838" cy="138999"/>
            </a:xfrm>
            <a:custGeom>
              <a:rect b="b" l="l" r="r" t="t"/>
              <a:pathLst>
                <a:path extrusionOk="0" h="5319" w="453">
                  <a:moveTo>
                    <a:pt x="11" y="1"/>
                  </a:moveTo>
                  <a:lnTo>
                    <a:pt x="11" y="5088"/>
                  </a:lnTo>
                  <a:cubicBezTo>
                    <a:pt x="1" y="5242"/>
                    <a:pt x="114" y="5319"/>
                    <a:pt x="227" y="5319"/>
                  </a:cubicBezTo>
                  <a:cubicBezTo>
                    <a:pt x="340" y="5319"/>
                    <a:pt x="453" y="5242"/>
                    <a:pt x="443" y="5088"/>
                  </a:cubicBezTo>
                  <a:lnTo>
                    <a:pt x="443" y="1"/>
                  </a:lnTo>
                  <a:close/>
                </a:path>
              </a:pathLst>
            </a:custGeom>
            <a:solidFill>
              <a:srgbClr val="889CA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970" name="Google Shape;16970;p45"/>
            <p:cNvSpPr/>
            <p:nvPr/>
          </p:nvSpPr>
          <p:spPr>
            <a:xfrm>
              <a:off x="1063777" y="1603507"/>
              <a:ext cx="61594" cy="128180"/>
            </a:xfrm>
            <a:custGeom>
              <a:rect b="b" l="l" r="r" t="t"/>
              <a:pathLst>
                <a:path extrusionOk="0" h="4905" w="2357">
                  <a:moveTo>
                    <a:pt x="1962" y="1"/>
                  </a:moveTo>
                  <a:lnTo>
                    <a:pt x="49" y="4597"/>
                  </a:lnTo>
                  <a:lnTo>
                    <a:pt x="49" y="4607"/>
                  </a:lnTo>
                  <a:cubicBezTo>
                    <a:pt x="1" y="4713"/>
                    <a:pt x="58" y="4847"/>
                    <a:pt x="164" y="4886"/>
                  </a:cubicBezTo>
                  <a:cubicBezTo>
                    <a:pt x="193" y="4895"/>
                    <a:pt x="222" y="4905"/>
                    <a:pt x="251" y="4905"/>
                  </a:cubicBezTo>
                  <a:cubicBezTo>
                    <a:pt x="337" y="4905"/>
                    <a:pt x="414" y="4847"/>
                    <a:pt x="443" y="4770"/>
                  </a:cubicBezTo>
                  <a:lnTo>
                    <a:pt x="453" y="4751"/>
                  </a:lnTo>
                  <a:lnTo>
                    <a:pt x="2357" y="164"/>
                  </a:lnTo>
                  <a:cubicBezTo>
                    <a:pt x="2289" y="135"/>
                    <a:pt x="2222" y="107"/>
                    <a:pt x="2164" y="78"/>
                  </a:cubicBezTo>
                  <a:lnTo>
                    <a:pt x="1962" y="1"/>
                  </a:lnTo>
                  <a:close/>
                </a:path>
              </a:pathLst>
            </a:custGeom>
            <a:solidFill>
              <a:srgbClr val="889CA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971" name="Google Shape;16971;p45"/>
            <p:cNvSpPr/>
            <p:nvPr/>
          </p:nvSpPr>
          <p:spPr>
            <a:xfrm>
              <a:off x="1081129" y="1641452"/>
              <a:ext cx="102805" cy="100662"/>
            </a:xfrm>
            <a:custGeom>
              <a:rect b="b" l="l" r="r" t="t"/>
              <a:pathLst>
                <a:path extrusionOk="0" h="3852" w="3934">
                  <a:moveTo>
                    <a:pt x="3625" y="1"/>
                  </a:moveTo>
                  <a:lnTo>
                    <a:pt x="144" y="3482"/>
                  </a:lnTo>
                  <a:lnTo>
                    <a:pt x="125" y="3501"/>
                  </a:lnTo>
                  <a:cubicBezTo>
                    <a:pt x="1" y="3662"/>
                    <a:pt x="138" y="3851"/>
                    <a:pt x="296" y="3851"/>
                  </a:cubicBezTo>
                  <a:cubicBezTo>
                    <a:pt x="345" y="3851"/>
                    <a:pt x="397" y="3833"/>
                    <a:pt x="442" y="3790"/>
                  </a:cubicBezTo>
                  <a:lnTo>
                    <a:pt x="3933" y="309"/>
                  </a:lnTo>
                  <a:cubicBezTo>
                    <a:pt x="3875" y="260"/>
                    <a:pt x="3827" y="212"/>
                    <a:pt x="3779" y="155"/>
                  </a:cubicBezTo>
                  <a:cubicBezTo>
                    <a:pt x="3731" y="97"/>
                    <a:pt x="3673" y="49"/>
                    <a:pt x="3625" y="1"/>
                  </a:cubicBezTo>
                  <a:close/>
                </a:path>
              </a:pathLst>
            </a:custGeom>
            <a:solidFill>
              <a:srgbClr val="889CA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972" name="Google Shape;16972;p45"/>
            <p:cNvSpPr/>
            <p:nvPr/>
          </p:nvSpPr>
          <p:spPr>
            <a:xfrm>
              <a:off x="1091163" y="1700015"/>
              <a:ext cx="130453" cy="60758"/>
            </a:xfrm>
            <a:custGeom>
              <a:rect b="b" l="l" r="r" t="t"/>
              <a:pathLst>
                <a:path extrusionOk="0" h="2325" w="4992">
                  <a:moveTo>
                    <a:pt x="4828" y="0"/>
                  </a:moveTo>
                  <a:lnTo>
                    <a:pt x="308" y="1875"/>
                  </a:lnTo>
                  <a:lnTo>
                    <a:pt x="251" y="1904"/>
                  </a:lnTo>
                  <a:cubicBezTo>
                    <a:pt x="1" y="1988"/>
                    <a:pt x="98" y="2324"/>
                    <a:pt x="310" y="2324"/>
                  </a:cubicBezTo>
                  <a:cubicBezTo>
                    <a:pt x="342" y="2324"/>
                    <a:pt x="377" y="2316"/>
                    <a:pt x="414" y="2299"/>
                  </a:cubicBezTo>
                  <a:lnTo>
                    <a:pt x="501" y="2260"/>
                  </a:lnTo>
                  <a:lnTo>
                    <a:pt x="4991" y="404"/>
                  </a:lnTo>
                  <a:cubicBezTo>
                    <a:pt x="4963" y="337"/>
                    <a:pt x="4934" y="270"/>
                    <a:pt x="4915" y="202"/>
                  </a:cubicBezTo>
                  <a:cubicBezTo>
                    <a:pt x="4886" y="135"/>
                    <a:pt x="4857" y="68"/>
                    <a:pt x="4828" y="0"/>
                  </a:cubicBezTo>
                  <a:close/>
                </a:path>
              </a:pathLst>
            </a:custGeom>
            <a:solidFill>
              <a:srgbClr val="889CA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973" name="Google Shape;16973;p45"/>
            <p:cNvSpPr/>
            <p:nvPr/>
          </p:nvSpPr>
          <p:spPr>
            <a:xfrm>
              <a:off x="878079" y="1700015"/>
              <a:ext cx="128441" cy="60784"/>
            </a:xfrm>
            <a:custGeom>
              <a:rect b="b" l="l" r="r" t="t"/>
              <a:pathLst>
                <a:path extrusionOk="0" h="2326" w="4915">
                  <a:moveTo>
                    <a:pt x="164" y="0"/>
                  </a:moveTo>
                  <a:cubicBezTo>
                    <a:pt x="135" y="68"/>
                    <a:pt x="106" y="135"/>
                    <a:pt x="77" y="202"/>
                  </a:cubicBezTo>
                  <a:cubicBezTo>
                    <a:pt x="48" y="270"/>
                    <a:pt x="20" y="337"/>
                    <a:pt x="0" y="404"/>
                  </a:cubicBezTo>
                  <a:lnTo>
                    <a:pt x="4510" y="2270"/>
                  </a:lnTo>
                  <a:lnTo>
                    <a:pt x="4597" y="2308"/>
                  </a:lnTo>
                  <a:cubicBezTo>
                    <a:pt x="4622" y="2320"/>
                    <a:pt x="4649" y="2325"/>
                    <a:pt x="4675" y="2325"/>
                  </a:cubicBezTo>
                  <a:cubicBezTo>
                    <a:pt x="4758" y="2325"/>
                    <a:pt x="4839" y="2271"/>
                    <a:pt x="4876" y="2183"/>
                  </a:cubicBezTo>
                  <a:cubicBezTo>
                    <a:pt x="4914" y="2077"/>
                    <a:pt x="4866" y="1952"/>
                    <a:pt x="4760" y="1904"/>
                  </a:cubicBezTo>
                  <a:lnTo>
                    <a:pt x="4703" y="1885"/>
                  </a:lnTo>
                  <a:lnTo>
                    <a:pt x="164" y="0"/>
                  </a:lnTo>
                  <a:close/>
                </a:path>
              </a:pathLst>
            </a:custGeom>
            <a:solidFill>
              <a:srgbClr val="889CA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974" name="Google Shape;16974;p45"/>
            <p:cNvSpPr/>
            <p:nvPr/>
          </p:nvSpPr>
          <p:spPr>
            <a:xfrm>
              <a:off x="974325" y="1603507"/>
              <a:ext cx="62849" cy="130715"/>
            </a:xfrm>
            <a:custGeom>
              <a:rect b="b" l="l" r="r" t="t"/>
              <a:pathLst>
                <a:path extrusionOk="0" h="5002" w="2405">
                  <a:moveTo>
                    <a:pt x="395" y="1"/>
                  </a:moveTo>
                  <a:lnTo>
                    <a:pt x="193" y="78"/>
                  </a:lnTo>
                  <a:cubicBezTo>
                    <a:pt x="125" y="107"/>
                    <a:pt x="58" y="135"/>
                    <a:pt x="0" y="164"/>
                  </a:cubicBezTo>
                  <a:lnTo>
                    <a:pt x="1904" y="4761"/>
                  </a:lnTo>
                  <a:lnTo>
                    <a:pt x="1952" y="4867"/>
                  </a:lnTo>
                  <a:cubicBezTo>
                    <a:pt x="1991" y="4943"/>
                    <a:pt x="2068" y="5001"/>
                    <a:pt x="2154" y="5001"/>
                  </a:cubicBezTo>
                  <a:cubicBezTo>
                    <a:pt x="2183" y="5001"/>
                    <a:pt x="2212" y="4992"/>
                    <a:pt x="2241" y="4982"/>
                  </a:cubicBezTo>
                  <a:cubicBezTo>
                    <a:pt x="2347" y="4943"/>
                    <a:pt x="2404" y="4818"/>
                    <a:pt x="2356" y="4703"/>
                  </a:cubicBezTo>
                  <a:lnTo>
                    <a:pt x="2318" y="4607"/>
                  </a:lnTo>
                  <a:lnTo>
                    <a:pt x="395" y="1"/>
                  </a:lnTo>
                  <a:close/>
                </a:path>
              </a:pathLst>
            </a:custGeom>
            <a:solidFill>
              <a:srgbClr val="889CA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975" name="Google Shape;16975;p45"/>
            <p:cNvSpPr/>
            <p:nvPr/>
          </p:nvSpPr>
          <p:spPr>
            <a:xfrm>
              <a:off x="916023" y="1641713"/>
              <a:ext cx="101290" cy="100793"/>
            </a:xfrm>
            <a:custGeom>
              <a:rect b="b" l="l" r="r" t="t"/>
              <a:pathLst>
                <a:path extrusionOk="0" h="3857" w="3876">
                  <a:moveTo>
                    <a:pt x="308" y="0"/>
                  </a:moveTo>
                  <a:cubicBezTo>
                    <a:pt x="250" y="49"/>
                    <a:pt x="202" y="97"/>
                    <a:pt x="154" y="154"/>
                  </a:cubicBezTo>
                  <a:cubicBezTo>
                    <a:pt x="97" y="202"/>
                    <a:pt x="48" y="250"/>
                    <a:pt x="0" y="308"/>
                  </a:cubicBezTo>
                  <a:lnTo>
                    <a:pt x="3491" y="3789"/>
                  </a:lnTo>
                  <a:cubicBezTo>
                    <a:pt x="3529" y="3828"/>
                    <a:pt x="3578" y="3856"/>
                    <a:pt x="3635" y="3856"/>
                  </a:cubicBezTo>
                  <a:cubicBezTo>
                    <a:pt x="3693" y="3856"/>
                    <a:pt x="3751" y="3828"/>
                    <a:pt x="3789" y="3789"/>
                  </a:cubicBezTo>
                  <a:cubicBezTo>
                    <a:pt x="3866" y="3712"/>
                    <a:pt x="3876" y="3587"/>
                    <a:pt x="3808" y="3501"/>
                  </a:cubicBezTo>
                  <a:lnTo>
                    <a:pt x="3789" y="3491"/>
                  </a:lnTo>
                  <a:lnTo>
                    <a:pt x="308" y="0"/>
                  </a:lnTo>
                  <a:close/>
                </a:path>
              </a:pathLst>
            </a:custGeom>
            <a:solidFill>
              <a:srgbClr val="889CA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976" name="Google Shape;16976;p45"/>
            <p:cNvSpPr/>
            <p:nvPr/>
          </p:nvSpPr>
          <p:spPr>
            <a:xfrm>
              <a:off x="992409" y="1721861"/>
              <a:ext cx="115375" cy="53049"/>
            </a:xfrm>
            <a:custGeom>
              <a:rect b="b" l="l" r="r" t="t"/>
              <a:pathLst>
                <a:path extrusionOk="0" h="2030" w="4415">
                  <a:moveTo>
                    <a:pt x="2203" y="1"/>
                  </a:moveTo>
                  <a:cubicBezTo>
                    <a:pt x="1058" y="1"/>
                    <a:pt x="106" y="876"/>
                    <a:pt x="1" y="2020"/>
                  </a:cubicBezTo>
                  <a:cubicBezTo>
                    <a:pt x="1" y="2020"/>
                    <a:pt x="1" y="2030"/>
                    <a:pt x="1" y="2030"/>
                  </a:cubicBezTo>
                  <a:lnTo>
                    <a:pt x="433" y="2030"/>
                  </a:lnTo>
                  <a:cubicBezTo>
                    <a:pt x="520" y="1116"/>
                    <a:pt x="1289" y="414"/>
                    <a:pt x="2203" y="414"/>
                  </a:cubicBezTo>
                  <a:cubicBezTo>
                    <a:pt x="3126" y="414"/>
                    <a:pt x="3895" y="1116"/>
                    <a:pt x="3982" y="2030"/>
                  </a:cubicBezTo>
                  <a:lnTo>
                    <a:pt x="4414" y="2030"/>
                  </a:lnTo>
                  <a:cubicBezTo>
                    <a:pt x="4414" y="2030"/>
                    <a:pt x="4405" y="2020"/>
                    <a:pt x="4405" y="2020"/>
                  </a:cubicBezTo>
                  <a:cubicBezTo>
                    <a:pt x="4309" y="876"/>
                    <a:pt x="3357" y="1"/>
                    <a:pt x="2203" y="1"/>
                  </a:cubicBezTo>
                  <a:close/>
                </a:path>
              </a:pathLst>
            </a:custGeom>
            <a:solidFill>
              <a:srgbClr val="697D9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6977" name="Google Shape;16977;p45"/>
          <p:cNvGrpSpPr/>
          <p:nvPr/>
        </p:nvGrpSpPr>
        <p:grpSpPr>
          <a:xfrm>
            <a:off x="3117843" y="1315244"/>
            <a:ext cx="327441" cy="366743"/>
            <a:chOff x="3117843" y="1499892"/>
            <a:chExt cx="327441" cy="366743"/>
          </a:xfrm>
        </p:grpSpPr>
        <p:sp>
          <p:nvSpPr>
            <p:cNvPr id="16978" name="Google Shape;16978;p45"/>
            <p:cNvSpPr/>
            <p:nvPr/>
          </p:nvSpPr>
          <p:spPr>
            <a:xfrm>
              <a:off x="3117843" y="1499997"/>
              <a:ext cx="327440" cy="366404"/>
            </a:xfrm>
            <a:custGeom>
              <a:rect b="b" l="l" r="r" t="t"/>
              <a:pathLst>
                <a:path extrusionOk="0" h="14021" w="12530">
                  <a:moveTo>
                    <a:pt x="4202" y="0"/>
                  </a:moveTo>
                  <a:cubicBezTo>
                    <a:pt x="3414" y="0"/>
                    <a:pt x="2769" y="644"/>
                    <a:pt x="2769" y="1433"/>
                  </a:cubicBezTo>
                  <a:lnTo>
                    <a:pt x="2039" y="1433"/>
                  </a:lnTo>
                  <a:cubicBezTo>
                    <a:pt x="1702" y="1433"/>
                    <a:pt x="1423" y="1702"/>
                    <a:pt x="1423" y="2048"/>
                  </a:cubicBezTo>
                  <a:lnTo>
                    <a:pt x="1423" y="2779"/>
                  </a:lnTo>
                  <a:cubicBezTo>
                    <a:pt x="635" y="2779"/>
                    <a:pt x="0" y="3414"/>
                    <a:pt x="0" y="4202"/>
                  </a:cubicBezTo>
                  <a:cubicBezTo>
                    <a:pt x="0" y="4991"/>
                    <a:pt x="635" y="5635"/>
                    <a:pt x="1423" y="5635"/>
                  </a:cubicBezTo>
                  <a:lnTo>
                    <a:pt x="1423" y="11924"/>
                  </a:lnTo>
                  <a:cubicBezTo>
                    <a:pt x="1423" y="12260"/>
                    <a:pt x="1702" y="12539"/>
                    <a:pt x="2039" y="12539"/>
                  </a:cubicBezTo>
                  <a:lnTo>
                    <a:pt x="2769" y="12539"/>
                  </a:lnTo>
                  <a:lnTo>
                    <a:pt x="2769" y="12510"/>
                  </a:lnTo>
                  <a:lnTo>
                    <a:pt x="2769" y="12482"/>
                  </a:lnTo>
                  <a:cubicBezTo>
                    <a:pt x="2789" y="11699"/>
                    <a:pt x="3433" y="11078"/>
                    <a:pt x="4213" y="11078"/>
                  </a:cubicBezTo>
                  <a:cubicBezTo>
                    <a:pt x="4219" y="11078"/>
                    <a:pt x="4225" y="11078"/>
                    <a:pt x="4231" y="11078"/>
                  </a:cubicBezTo>
                  <a:cubicBezTo>
                    <a:pt x="5020" y="11097"/>
                    <a:pt x="5645" y="11751"/>
                    <a:pt x="5625" y="12539"/>
                  </a:cubicBezTo>
                  <a:lnTo>
                    <a:pt x="8328" y="12539"/>
                  </a:lnTo>
                  <a:cubicBezTo>
                    <a:pt x="8299" y="13337"/>
                    <a:pt x="8924" y="14001"/>
                    <a:pt x="9722" y="14020"/>
                  </a:cubicBezTo>
                  <a:cubicBezTo>
                    <a:pt x="9733" y="14020"/>
                    <a:pt x="9745" y="14021"/>
                    <a:pt x="9757" y="14021"/>
                  </a:cubicBezTo>
                  <a:cubicBezTo>
                    <a:pt x="10539" y="14021"/>
                    <a:pt x="11183" y="13383"/>
                    <a:pt x="11183" y="12597"/>
                  </a:cubicBezTo>
                  <a:lnTo>
                    <a:pt x="11183" y="12539"/>
                  </a:lnTo>
                  <a:lnTo>
                    <a:pt x="11664" y="12539"/>
                  </a:lnTo>
                  <a:cubicBezTo>
                    <a:pt x="12145" y="12530"/>
                    <a:pt x="12530" y="12135"/>
                    <a:pt x="12530" y="11664"/>
                  </a:cubicBezTo>
                  <a:lnTo>
                    <a:pt x="12530" y="11183"/>
                  </a:lnTo>
                  <a:cubicBezTo>
                    <a:pt x="11741" y="11174"/>
                    <a:pt x="11097" y="10539"/>
                    <a:pt x="11097" y="9751"/>
                  </a:cubicBezTo>
                  <a:cubicBezTo>
                    <a:pt x="11097" y="8962"/>
                    <a:pt x="11741" y="8327"/>
                    <a:pt x="12530" y="8318"/>
                  </a:cubicBezTo>
                  <a:lnTo>
                    <a:pt x="12530" y="2048"/>
                  </a:lnTo>
                  <a:cubicBezTo>
                    <a:pt x="12520" y="1702"/>
                    <a:pt x="12251" y="1433"/>
                    <a:pt x="11914" y="1433"/>
                  </a:cubicBezTo>
                  <a:lnTo>
                    <a:pt x="11174" y="1433"/>
                  </a:lnTo>
                  <a:cubicBezTo>
                    <a:pt x="11183" y="2221"/>
                    <a:pt x="10549" y="2866"/>
                    <a:pt x="9760" y="2875"/>
                  </a:cubicBezTo>
                  <a:cubicBezTo>
                    <a:pt x="8972" y="2875"/>
                    <a:pt x="8328" y="2241"/>
                    <a:pt x="8318" y="1452"/>
                  </a:cubicBezTo>
                  <a:lnTo>
                    <a:pt x="8318" y="1433"/>
                  </a:lnTo>
                  <a:lnTo>
                    <a:pt x="5625" y="1433"/>
                  </a:lnTo>
                  <a:cubicBezTo>
                    <a:pt x="5625" y="644"/>
                    <a:pt x="4991" y="0"/>
                    <a:pt x="4202" y="0"/>
                  </a:cubicBezTo>
                  <a:close/>
                </a:path>
              </a:pathLst>
            </a:custGeom>
            <a:solidFill>
              <a:srgbClr val="CBD2D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979" name="Google Shape;16979;p45"/>
            <p:cNvSpPr/>
            <p:nvPr/>
          </p:nvSpPr>
          <p:spPr>
            <a:xfrm>
              <a:off x="3300013" y="1682427"/>
              <a:ext cx="145271" cy="184208"/>
            </a:xfrm>
            <a:custGeom>
              <a:rect b="b" l="l" r="r" t="t"/>
              <a:pathLst>
                <a:path extrusionOk="0" h="7049" w="5559">
                  <a:moveTo>
                    <a:pt x="1" y="0"/>
                  </a:moveTo>
                  <a:lnTo>
                    <a:pt x="1" y="1346"/>
                  </a:lnTo>
                  <a:cubicBezTo>
                    <a:pt x="789" y="1346"/>
                    <a:pt x="1433" y="1991"/>
                    <a:pt x="1433" y="2779"/>
                  </a:cubicBezTo>
                  <a:cubicBezTo>
                    <a:pt x="1433" y="3568"/>
                    <a:pt x="789" y="4212"/>
                    <a:pt x="1" y="4212"/>
                  </a:cubicBezTo>
                  <a:lnTo>
                    <a:pt x="1" y="5558"/>
                  </a:lnTo>
                  <a:lnTo>
                    <a:pt x="1357" y="5558"/>
                  </a:lnTo>
                  <a:lnTo>
                    <a:pt x="1357" y="5616"/>
                  </a:lnTo>
                  <a:cubicBezTo>
                    <a:pt x="1357" y="6405"/>
                    <a:pt x="1991" y="7049"/>
                    <a:pt x="2789" y="7049"/>
                  </a:cubicBezTo>
                  <a:cubicBezTo>
                    <a:pt x="3578" y="7049"/>
                    <a:pt x="4212" y="6405"/>
                    <a:pt x="4212" y="5616"/>
                  </a:cubicBezTo>
                  <a:lnTo>
                    <a:pt x="4212" y="5558"/>
                  </a:lnTo>
                  <a:lnTo>
                    <a:pt x="4693" y="5558"/>
                  </a:lnTo>
                  <a:cubicBezTo>
                    <a:pt x="5174" y="5549"/>
                    <a:pt x="5559" y="5154"/>
                    <a:pt x="5559" y="4683"/>
                  </a:cubicBezTo>
                  <a:lnTo>
                    <a:pt x="5559" y="4202"/>
                  </a:lnTo>
                  <a:cubicBezTo>
                    <a:pt x="4770" y="4193"/>
                    <a:pt x="4126" y="3558"/>
                    <a:pt x="4126" y="2770"/>
                  </a:cubicBezTo>
                  <a:cubicBezTo>
                    <a:pt x="4126" y="1981"/>
                    <a:pt x="4770" y="1346"/>
                    <a:pt x="5559" y="1337"/>
                  </a:cubicBezTo>
                  <a:lnTo>
                    <a:pt x="5559" y="0"/>
                  </a:lnTo>
                  <a:lnTo>
                    <a:pt x="4212" y="0"/>
                  </a:lnTo>
                  <a:cubicBezTo>
                    <a:pt x="4212" y="789"/>
                    <a:pt x="3568" y="1433"/>
                    <a:pt x="2780" y="1433"/>
                  </a:cubicBezTo>
                  <a:cubicBezTo>
                    <a:pt x="1991" y="1433"/>
                    <a:pt x="1347" y="789"/>
                    <a:pt x="1347" y="0"/>
                  </a:cubicBezTo>
                  <a:close/>
                </a:path>
              </a:pathLst>
            </a:custGeom>
            <a:solidFill>
              <a:srgbClr val="4F647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980" name="Google Shape;16980;p45"/>
            <p:cNvSpPr/>
            <p:nvPr/>
          </p:nvSpPr>
          <p:spPr>
            <a:xfrm>
              <a:off x="3262826" y="1537183"/>
              <a:ext cx="182457" cy="182718"/>
            </a:xfrm>
            <a:custGeom>
              <a:rect b="b" l="l" r="r" t="t"/>
              <a:pathLst>
                <a:path extrusionOk="0" h="6992" w="6982">
                  <a:moveTo>
                    <a:pt x="1424" y="0"/>
                  </a:moveTo>
                  <a:lnTo>
                    <a:pt x="1424" y="1366"/>
                  </a:lnTo>
                  <a:cubicBezTo>
                    <a:pt x="635" y="1366"/>
                    <a:pt x="0" y="2000"/>
                    <a:pt x="0" y="2789"/>
                  </a:cubicBezTo>
                  <a:cubicBezTo>
                    <a:pt x="0" y="3577"/>
                    <a:pt x="635" y="4222"/>
                    <a:pt x="1424" y="4222"/>
                  </a:cubicBezTo>
                  <a:lnTo>
                    <a:pt x="1424" y="5558"/>
                  </a:lnTo>
                  <a:lnTo>
                    <a:pt x="2780" y="5558"/>
                  </a:lnTo>
                  <a:cubicBezTo>
                    <a:pt x="2780" y="6347"/>
                    <a:pt x="3414" y="6991"/>
                    <a:pt x="4212" y="6991"/>
                  </a:cubicBezTo>
                  <a:cubicBezTo>
                    <a:pt x="5001" y="6991"/>
                    <a:pt x="5635" y="6347"/>
                    <a:pt x="5635" y="5558"/>
                  </a:cubicBezTo>
                  <a:lnTo>
                    <a:pt x="6982" y="5558"/>
                  </a:lnTo>
                  <a:lnTo>
                    <a:pt x="6982" y="625"/>
                  </a:lnTo>
                  <a:cubicBezTo>
                    <a:pt x="6982" y="279"/>
                    <a:pt x="6703" y="0"/>
                    <a:pt x="6366" y="0"/>
                  </a:cubicBezTo>
                  <a:lnTo>
                    <a:pt x="5626" y="0"/>
                  </a:lnTo>
                  <a:lnTo>
                    <a:pt x="5626" y="29"/>
                  </a:lnTo>
                  <a:cubicBezTo>
                    <a:pt x="5626" y="818"/>
                    <a:pt x="4991" y="1452"/>
                    <a:pt x="4203" y="1452"/>
                  </a:cubicBezTo>
                  <a:cubicBezTo>
                    <a:pt x="3414" y="1452"/>
                    <a:pt x="2770" y="818"/>
                    <a:pt x="2770" y="29"/>
                  </a:cubicBezTo>
                  <a:lnTo>
                    <a:pt x="2770" y="0"/>
                  </a:lnTo>
                  <a:close/>
                </a:path>
              </a:pathLst>
            </a:custGeom>
            <a:solidFill>
              <a:srgbClr val="C5D0D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981" name="Google Shape;16981;p45"/>
            <p:cNvSpPr/>
            <p:nvPr/>
          </p:nvSpPr>
          <p:spPr>
            <a:xfrm>
              <a:off x="3155030" y="1682427"/>
              <a:ext cx="182457" cy="145271"/>
            </a:xfrm>
            <a:custGeom>
              <a:rect b="b" l="l" r="r" t="t"/>
              <a:pathLst>
                <a:path extrusionOk="0" h="5559" w="6982">
                  <a:moveTo>
                    <a:pt x="0" y="0"/>
                  </a:moveTo>
                  <a:lnTo>
                    <a:pt x="0" y="4933"/>
                  </a:lnTo>
                  <a:cubicBezTo>
                    <a:pt x="0" y="5279"/>
                    <a:pt x="279" y="5549"/>
                    <a:pt x="616" y="5558"/>
                  </a:cubicBezTo>
                  <a:lnTo>
                    <a:pt x="1346" y="5558"/>
                  </a:lnTo>
                  <a:lnTo>
                    <a:pt x="1346" y="5529"/>
                  </a:lnTo>
                  <a:lnTo>
                    <a:pt x="1346" y="5501"/>
                  </a:lnTo>
                  <a:cubicBezTo>
                    <a:pt x="1356" y="4718"/>
                    <a:pt x="1991" y="4087"/>
                    <a:pt x="2771" y="4087"/>
                  </a:cubicBezTo>
                  <a:cubicBezTo>
                    <a:pt x="2777" y="4087"/>
                    <a:pt x="2783" y="4087"/>
                    <a:pt x="2789" y="4087"/>
                  </a:cubicBezTo>
                  <a:cubicBezTo>
                    <a:pt x="3577" y="4097"/>
                    <a:pt x="4212" y="4741"/>
                    <a:pt x="4202" y="5529"/>
                  </a:cubicBezTo>
                  <a:lnTo>
                    <a:pt x="4202" y="5558"/>
                  </a:lnTo>
                  <a:lnTo>
                    <a:pt x="5549" y="5558"/>
                  </a:lnTo>
                  <a:lnTo>
                    <a:pt x="5549" y="4202"/>
                  </a:lnTo>
                  <a:cubicBezTo>
                    <a:pt x="6337" y="4202"/>
                    <a:pt x="6981" y="3568"/>
                    <a:pt x="6981" y="2779"/>
                  </a:cubicBezTo>
                  <a:cubicBezTo>
                    <a:pt x="6981" y="1991"/>
                    <a:pt x="6337" y="1356"/>
                    <a:pt x="5549" y="1346"/>
                  </a:cubicBezTo>
                  <a:lnTo>
                    <a:pt x="5549" y="0"/>
                  </a:lnTo>
                  <a:lnTo>
                    <a:pt x="4202" y="0"/>
                  </a:lnTo>
                  <a:cubicBezTo>
                    <a:pt x="4202" y="789"/>
                    <a:pt x="3568" y="1433"/>
                    <a:pt x="2779" y="1433"/>
                  </a:cubicBezTo>
                  <a:cubicBezTo>
                    <a:pt x="1991" y="1433"/>
                    <a:pt x="1346" y="789"/>
                    <a:pt x="1346" y="0"/>
                  </a:cubicBezTo>
                  <a:close/>
                </a:path>
              </a:pathLst>
            </a:custGeom>
            <a:solidFill>
              <a:srgbClr val="8FA1B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982" name="Google Shape;16982;p45"/>
            <p:cNvSpPr/>
            <p:nvPr/>
          </p:nvSpPr>
          <p:spPr>
            <a:xfrm>
              <a:off x="3117843" y="1499997"/>
              <a:ext cx="182196" cy="219905"/>
            </a:xfrm>
            <a:custGeom>
              <a:rect b="b" l="l" r="r" t="t"/>
              <a:pathLst>
                <a:path extrusionOk="0" h="8415" w="6972">
                  <a:moveTo>
                    <a:pt x="4202" y="0"/>
                  </a:moveTo>
                  <a:cubicBezTo>
                    <a:pt x="3414" y="0"/>
                    <a:pt x="2769" y="635"/>
                    <a:pt x="2769" y="1423"/>
                  </a:cubicBezTo>
                  <a:lnTo>
                    <a:pt x="2039" y="1423"/>
                  </a:lnTo>
                  <a:cubicBezTo>
                    <a:pt x="1702" y="1423"/>
                    <a:pt x="1423" y="1702"/>
                    <a:pt x="1423" y="2048"/>
                  </a:cubicBezTo>
                  <a:lnTo>
                    <a:pt x="1423" y="2779"/>
                  </a:lnTo>
                  <a:cubicBezTo>
                    <a:pt x="635" y="2779"/>
                    <a:pt x="0" y="3414"/>
                    <a:pt x="0" y="4212"/>
                  </a:cubicBezTo>
                  <a:cubicBezTo>
                    <a:pt x="0" y="5000"/>
                    <a:pt x="635" y="5635"/>
                    <a:pt x="1423" y="5635"/>
                  </a:cubicBezTo>
                  <a:lnTo>
                    <a:pt x="1423" y="6981"/>
                  </a:lnTo>
                  <a:lnTo>
                    <a:pt x="2769" y="6981"/>
                  </a:lnTo>
                  <a:cubicBezTo>
                    <a:pt x="2769" y="7770"/>
                    <a:pt x="3414" y="8414"/>
                    <a:pt x="4202" y="8414"/>
                  </a:cubicBezTo>
                  <a:cubicBezTo>
                    <a:pt x="4991" y="8414"/>
                    <a:pt x="5625" y="7770"/>
                    <a:pt x="5625" y="6981"/>
                  </a:cubicBezTo>
                  <a:lnTo>
                    <a:pt x="6972" y="6981"/>
                  </a:lnTo>
                  <a:lnTo>
                    <a:pt x="6972" y="5635"/>
                  </a:lnTo>
                  <a:cubicBezTo>
                    <a:pt x="6183" y="5635"/>
                    <a:pt x="5548" y="4991"/>
                    <a:pt x="5548" y="4212"/>
                  </a:cubicBezTo>
                  <a:cubicBezTo>
                    <a:pt x="5548" y="3414"/>
                    <a:pt x="6183" y="2779"/>
                    <a:pt x="6972" y="2779"/>
                  </a:cubicBezTo>
                  <a:lnTo>
                    <a:pt x="6972" y="1423"/>
                  </a:lnTo>
                  <a:lnTo>
                    <a:pt x="5625" y="1423"/>
                  </a:lnTo>
                  <a:cubicBezTo>
                    <a:pt x="5625" y="635"/>
                    <a:pt x="4991" y="0"/>
                    <a:pt x="4202" y="0"/>
                  </a:cubicBezTo>
                  <a:close/>
                </a:path>
              </a:pathLst>
            </a:custGeom>
            <a:solidFill>
              <a:srgbClr val="CBD2D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983" name="Google Shape;16983;p45"/>
            <p:cNvSpPr/>
            <p:nvPr/>
          </p:nvSpPr>
          <p:spPr>
            <a:xfrm>
              <a:off x="3155030" y="1682427"/>
              <a:ext cx="35200" cy="145271"/>
            </a:xfrm>
            <a:custGeom>
              <a:rect b="b" l="l" r="r" t="t"/>
              <a:pathLst>
                <a:path extrusionOk="0" h="5559" w="1347">
                  <a:moveTo>
                    <a:pt x="0" y="0"/>
                  </a:moveTo>
                  <a:lnTo>
                    <a:pt x="0" y="4933"/>
                  </a:lnTo>
                  <a:cubicBezTo>
                    <a:pt x="0" y="5279"/>
                    <a:pt x="279" y="5549"/>
                    <a:pt x="616" y="5558"/>
                  </a:cubicBezTo>
                  <a:lnTo>
                    <a:pt x="1346" y="5558"/>
                  </a:lnTo>
                  <a:lnTo>
                    <a:pt x="1346" y="5529"/>
                  </a:lnTo>
                  <a:cubicBezTo>
                    <a:pt x="1346" y="5520"/>
                    <a:pt x="1346" y="5510"/>
                    <a:pt x="1346" y="5501"/>
                  </a:cubicBezTo>
                  <a:cubicBezTo>
                    <a:pt x="1125" y="5395"/>
                    <a:pt x="981" y="5183"/>
                    <a:pt x="981" y="4943"/>
                  </a:cubicBezTo>
                  <a:lnTo>
                    <a:pt x="981" y="0"/>
                  </a:lnTo>
                  <a:close/>
                </a:path>
              </a:pathLst>
            </a:custGeom>
            <a:solidFill>
              <a:srgbClr val="7C91A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984" name="Google Shape;16984;p45"/>
            <p:cNvSpPr/>
            <p:nvPr/>
          </p:nvSpPr>
          <p:spPr>
            <a:xfrm>
              <a:off x="3117843" y="1499892"/>
              <a:ext cx="122640" cy="182562"/>
            </a:xfrm>
            <a:custGeom>
              <a:rect b="b" l="l" r="r" t="t"/>
              <a:pathLst>
                <a:path extrusionOk="0" h="6986" w="4693">
                  <a:moveTo>
                    <a:pt x="4195" y="0"/>
                  </a:moveTo>
                  <a:cubicBezTo>
                    <a:pt x="3439" y="0"/>
                    <a:pt x="2769" y="613"/>
                    <a:pt x="2769" y="1427"/>
                  </a:cubicBezTo>
                  <a:lnTo>
                    <a:pt x="2039" y="1427"/>
                  </a:lnTo>
                  <a:cubicBezTo>
                    <a:pt x="1702" y="1427"/>
                    <a:pt x="1423" y="1706"/>
                    <a:pt x="1423" y="2052"/>
                  </a:cubicBezTo>
                  <a:lnTo>
                    <a:pt x="1423" y="2783"/>
                  </a:lnTo>
                  <a:cubicBezTo>
                    <a:pt x="635" y="2783"/>
                    <a:pt x="0" y="3418"/>
                    <a:pt x="0" y="4216"/>
                  </a:cubicBezTo>
                  <a:cubicBezTo>
                    <a:pt x="0" y="5004"/>
                    <a:pt x="635" y="5639"/>
                    <a:pt x="1423" y="5639"/>
                  </a:cubicBezTo>
                  <a:lnTo>
                    <a:pt x="1423" y="6985"/>
                  </a:lnTo>
                  <a:lnTo>
                    <a:pt x="2404" y="6985"/>
                  </a:lnTo>
                  <a:lnTo>
                    <a:pt x="2404" y="5639"/>
                  </a:lnTo>
                  <a:cubicBezTo>
                    <a:pt x="1616" y="5639"/>
                    <a:pt x="981" y="4995"/>
                    <a:pt x="981" y="4206"/>
                  </a:cubicBezTo>
                  <a:cubicBezTo>
                    <a:pt x="981" y="3418"/>
                    <a:pt x="1616" y="2783"/>
                    <a:pt x="2404" y="2783"/>
                  </a:cubicBezTo>
                  <a:lnTo>
                    <a:pt x="2404" y="2052"/>
                  </a:lnTo>
                  <a:cubicBezTo>
                    <a:pt x="2404" y="1712"/>
                    <a:pt x="2674" y="1437"/>
                    <a:pt x="3012" y="1437"/>
                  </a:cubicBezTo>
                  <a:cubicBezTo>
                    <a:pt x="3017" y="1437"/>
                    <a:pt x="3023" y="1437"/>
                    <a:pt x="3029" y="1437"/>
                  </a:cubicBezTo>
                  <a:lnTo>
                    <a:pt x="3760" y="1437"/>
                  </a:lnTo>
                  <a:cubicBezTo>
                    <a:pt x="3760" y="831"/>
                    <a:pt x="4135" y="302"/>
                    <a:pt x="4693" y="91"/>
                  </a:cubicBezTo>
                  <a:cubicBezTo>
                    <a:pt x="4527" y="29"/>
                    <a:pt x="4359" y="0"/>
                    <a:pt x="4195" y="0"/>
                  </a:cubicBezTo>
                  <a:close/>
                </a:path>
              </a:pathLst>
            </a:custGeom>
            <a:solidFill>
              <a:srgbClr val="CED7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6985" name="Google Shape;16985;p45"/>
          <p:cNvGrpSpPr/>
          <p:nvPr/>
        </p:nvGrpSpPr>
        <p:grpSpPr>
          <a:xfrm>
            <a:off x="2667005" y="1315349"/>
            <a:ext cx="336770" cy="366638"/>
            <a:chOff x="2667005" y="1499997"/>
            <a:chExt cx="336770" cy="366638"/>
          </a:xfrm>
        </p:grpSpPr>
        <p:sp>
          <p:nvSpPr>
            <p:cNvPr id="16986" name="Google Shape;16986;p45"/>
            <p:cNvSpPr/>
            <p:nvPr/>
          </p:nvSpPr>
          <p:spPr>
            <a:xfrm>
              <a:off x="2684593" y="1596974"/>
              <a:ext cx="229731" cy="252335"/>
            </a:xfrm>
            <a:custGeom>
              <a:rect b="b" l="l" r="r" t="t"/>
              <a:pathLst>
                <a:path extrusionOk="0" h="9656" w="8791">
                  <a:moveTo>
                    <a:pt x="1" y="1"/>
                  </a:moveTo>
                  <a:lnTo>
                    <a:pt x="1" y="9655"/>
                  </a:lnTo>
                  <a:lnTo>
                    <a:pt x="8790" y="9655"/>
                  </a:lnTo>
                  <a:lnTo>
                    <a:pt x="8790" y="905"/>
                  </a:lnTo>
                  <a:cubicBezTo>
                    <a:pt x="8790" y="405"/>
                    <a:pt x="8386" y="1"/>
                    <a:pt x="7886" y="1"/>
                  </a:cubicBezTo>
                  <a:close/>
                </a:path>
              </a:pathLst>
            </a:custGeom>
            <a:solidFill>
              <a:srgbClr val="DFE5E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987" name="Google Shape;16987;p45"/>
            <p:cNvSpPr/>
            <p:nvPr/>
          </p:nvSpPr>
          <p:spPr>
            <a:xfrm>
              <a:off x="2717781" y="1638185"/>
              <a:ext cx="163119" cy="168137"/>
            </a:xfrm>
            <a:custGeom>
              <a:rect b="b" l="l" r="r" t="t"/>
              <a:pathLst>
                <a:path extrusionOk="0" h="6434" w="6242">
                  <a:moveTo>
                    <a:pt x="548" y="1"/>
                  </a:moveTo>
                  <a:cubicBezTo>
                    <a:pt x="250" y="1"/>
                    <a:pt x="0" y="251"/>
                    <a:pt x="10" y="549"/>
                  </a:cubicBezTo>
                  <a:lnTo>
                    <a:pt x="10" y="5895"/>
                  </a:lnTo>
                  <a:cubicBezTo>
                    <a:pt x="10" y="6194"/>
                    <a:pt x="250" y="6434"/>
                    <a:pt x="548" y="6434"/>
                  </a:cubicBezTo>
                  <a:lnTo>
                    <a:pt x="5703" y="6434"/>
                  </a:lnTo>
                  <a:cubicBezTo>
                    <a:pt x="6001" y="6434"/>
                    <a:pt x="6241" y="6194"/>
                    <a:pt x="6241" y="5895"/>
                  </a:cubicBezTo>
                  <a:lnTo>
                    <a:pt x="6241" y="549"/>
                  </a:lnTo>
                  <a:cubicBezTo>
                    <a:pt x="6241" y="251"/>
                    <a:pt x="6001" y="1"/>
                    <a:pt x="5703" y="1"/>
                  </a:cubicBezTo>
                  <a:close/>
                </a:path>
              </a:pathLst>
            </a:custGeom>
            <a:solidFill>
              <a:srgbClr val="61778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988" name="Google Shape;16988;p45"/>
            <p:cNvSpPr/>
            <p:nvPr/>
          </p:nvSpPr>
          <p:spPr>
            <a:xfrm>
              <a:off x="2740386" y="1638185"/>
              <a:ext cx="140514" cy="168137"/>
            </a:xfrm>
            <a:custGeom>
              <a:rect b="b" l="l" r="r" t="t"/>
              <a:pathLst>
                <a:path extrusionOk="0" h="6434" w="5377">
                  <a:moveTo>
                    <a:pt x="549" y="1"/>
                  </a:moveTo>
                  <a:cubicBezTo>
                    <a:pt x="241" y="1"/>
                    <a:pt x="1" y="251"/>
                    <a:pt x="1" y="549"/>
                  </a:cubicBezTo>
                  <a:lnTo>
                    <a:pt x="1" y="5895"/>
                  </a:lnTo>
                  <a:cubicBezTo>
                    <a:pt x="1" y="6194"/>
                    <a:pt x="241" y="6434"/>
                    <a:pt x="549" y="6434"/>
                  </a:cubicBezTo>
                  <a:lnTo>
                    <a:pt x="4838" y="6434"/>
                  </a:lnTo>
                  <a:cubicBezTo>
                    <a:pt x="5136" y="6434"/>
                    <a:pt x="5376" y="6194"/>
                    <a:pt x="5376" y="5895"/>
                  </a:cubicBezTo>
                  <a:lnTo>
                    <a:pt x="5376" y="549"/>
                  </a:lnTo>
                  <a:cubicBezTo>
                    <a:pt x="5376" y="251"/>
                    <a:pt x="5136" y="1"/>
                    <a:pt x="4838" y="1"/>
                  </a:cubicBezTo>
                  <a:close/>
                </a:path>
              </a:pathLst>
            </a:custGeom>
            <a:solidFill>
              <a:srgbClr val="6C81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989" name="Google Shape;16989;p45"/>
            <p:cNvSpPr/>
            <p:nvPr/>
          </p:nvSpPr>
          <p:spPr>
            <a:xfrm>
              <a:off x="2725830" y="1719170"/>
              <a:ext cx="108581" cy="87152"/>
            </a:xfrm>
            <a:custGeom>
              <a:rect b="b" l="l" r="r" t="t"/>
              <a:pathLst>
                <a:path extrusionOk="0" h="3335" w="4155">
                  <a:moveTo>
                    <a:pt x="2059" y="1"/>
                  </a:moveTo>
                  <a:cubicBezTo>
                    <a:pt x="1832" y="1"/>
                    <a:pt x="1606" y="118"/>
                    <a:pt x="1491" y="354"/>
                  </a:cubicBezTo>
                  <a:lnTo>
                    <a:pt x="1039" y="1248"/>
                  </a:lnTo>
                  <a:lnTo>
                    <a:pt x="1019" y="1277"/>
                  </a:lnTo>
                  <a:lnTo>
                    <a:pt x="0" y="3287"/>
                  </a:lnTo>
                  <a:cubicBezTo>
                    <a:pt x="77" y="3316"/>
                    <a:pt x="154" y="3335"/>
                    <a:pt x="240" y="3335"/>
                  </a:cubicBezTo>
                  <a:lnTo>
                    <a:pt x="4154" y="3335"/>
                  </a:lnTo>
                  <a:lnTo>
                    <a:pt x="3106" y="1277"/>
                  </a:lnTo>
                  <a:lnTo>
                    <a:pt x="3087" y="1248"/>
                  </a:lnTo>
                  <a:lnTo>
                    <a:pt x="2635" y="354"/>
                  </a:lnTo>
                  <a:cubicBezTo>
                    <a:pt x="2515" y="118"/>
                    <a:pt x="2286" y="1"/>
                    <a:pt x="2059" y="1"/>
                  </a:cubicBezTo>
                  <a:close/>
                </a:path>
              </a:pathLst>
            </a:custGeom>
            <a:solidFill>
              <a:srgbClr val="B8C6D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990" name="Google Shape;16990;p45"/>
            <p:cNvSpPr/>
            <p:nvPr/>
          </p:nvSpPr>
          <p:spPr>
            <a:xfrm>
              <a:off x="2725830" y="1776400"/>
              <a:ext cx="28903" cy="29922"/>
            </a:xfrm>
            <a:custGeom>
              <a:rect b="b" l="l" r="r" t="t"/>
              <a:pathLst>
                <a:path extrusionOk="0" h="1145" w="1106">
                  <a:moveTo>
                    <a:pt x="558" y="1"/>
                  </a:moveTo>
                  <a:lnTo>
                    <a:pt x="0" y="1097"/>
                  </a:lnTo>
                  <a:cubicBezTo>
                    <a:pt x="77" y="1126"/>
                    <a:pt x="163" y="1145"/>
                    <a:pt x="240" y="1145"/>
                  </a:cubicBezTo>
                  <a:lnTo>
                    <a:pt x="1106" y="1145"/>
                  </a:lnTo>
                  <a:cubicBezTo>
                    <a:pt x="798" y="1145"/>
                    <a:pt x="558" y="905"/>
                    <a:pt x="558" y="597"/>
                  </a:cubicBezTo>
                  <a:lnTo>
                    <a:pt x="558" y="1"/>
                  </a:lnTo>
                  <a:close/>
                </a:path>
              </a:pathLst>
            </a:custGeom>
            <a:solidFill>
              <a:srgbClr val="8599A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991" name="Google Shape;16991;p45"/>
            <p:cNvSpPr/>
            <p:nvPr/>
          </p:nvSpPr>
          <p:spPr>
            <a:xfrm>
              <a:off x="2799445" y="1662828"/>
              <a:ext cx="60340" cy="55244"/>
            </a:xfrm>
            <a:custGeom>
              <a:rect b="b" l="l" r="r" t="t"/>
              <a:pathLst>
                <a:path extrusionOk="0" h="2114" w="2309">
                  <a:moveTo>
                    <a:pt x="1193" y="0"/>
                  </a:moveTo>
                  <a:cubicBezTo>
                    <a:pt x="385" y="116"/>
                    <a:pt x="1" y="1048"/>
                    <a:pt x="491" y="1693"/>
                  </a:cubicBezTo>
                  <a:cubicBezTo>
                    <a:pt x="707" y="1977"/>
                    <a:pt x="1025" y="2113"/>
                    <a:pt x="1339" y="2113"/>
                  </a:cubicBezTo>
                  <a:cubicBezTo>
                    <a:pt x="1738" y="2113"/>
                    <a:pt x="2131" y="1895"/>
                    <a:pt x="2308" y="1481"/>
                  </a:cubicBezTo>
                  <a:lnTo>
                    <a:pt x="2308" y="1481"/>
                  </a:lnTo>
                  <a:cubicBezTo>
                    <a:pt x="2261" y="1487"/>
                    <a:pt x="2213" y="1490"/>
                    <a:pt x="2167" y="1490"/>
                  </a:cubicBezTo>
                  <a:cubicBezTo>
                    <a:pt x="1421" y="1490"/>
                    <a:pt x="885" y="715"/>
                    <a:pt x="1193" y="0"/>
                  </a:cubicBezTo>
                  <a:close/>
                </a:path>
              </a:pathLst>
            </a:custGeom>
            <a:solidFill>
              <a:srgbClr val="CBD2D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992" name="Google Shape;16992;p45"/>
            <p:cNvSpPr/>
            <p:nvPr/>
          </p:nvSpPr>
          <p:spPr>
            <a:xfrm>
              <a:off x="2752955" y="1719170"/>
              <a:ext cx="53545" cy="46019"/>
            </a:xfrm>
            <a:custGeom>
              <a:rect b="b" l="l" r="r" t="t"/>
              <a:pathLst>
                <a:path extrusionOk="0" h="1761" w="2049">
                  <a:moveTo>
                    <a:pt x="1025" y="1"/>
                  </a:moveTo>
                  <a:cubicBezTo>
                    <a:pt x="799" y="1"/>
                    <a:pt x="573" y="118"/>
                    <a:pt x="453" y="354"/>
                  </a:cubicBezTo>
                  <a:lnTo>
                    <a:pt x="1" y="1248"/>
                  </a:lnTo>
                  <a:cubicBezTo>
                    <a:pt x="255" y="1590"/>
                    <a:pt x="640" y="1760"/>
                    <a:pt x="1025" y="1760"/>
                  </a:cubicBezTo>
                  <a:cubicBezTo>
                    <a:pt x="1409" y="1760"/>
                    <a:pt x="1794" y="1590"/>
                    <a:pt x="2049" y="1248"/>
                  </a:cubicBezTo>
                  <a:lnTo>
                    <a:pt x="1597" y="354"/>
                  </a:lnTo>
                  <a:cubicBezTo>
                    <a:pt x="1477" y="118"/>
                    <a:pt x="1251" y="1"/>
                    <a:pt x="1025" y="1"/>
                  </a:cubicBezTo>
                  <a:close/>
                </a:path>
              </a:pathLst>
            </a:custGeom>
            <a:solidFill>
              <a:srgbClr val="E5EAE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993" name="Google Shape;16993;p45"/>
            <p:cNvSpPr/>
            <p:nvPr/>
          </p:nvSpPr>
          <p:spPr>
            <a:xfrm>
              <a:off x="2679079" y="1512044"/>
              <a:ext cx="312623" cy="342545"/>
            </a:xfrm>
            <a:custGeom>
              <a:rect b="b" l="l" r="r" t="t"/>
              <a:pathLst>
                <a:path extrusionOk="0" h="13108" w="11963">
                  <a:moveTo>
                    <a:pt x="11540" y="433"/>
                  </a:moveTo>
                  <a:lnTo>
                    <a:pt x="11540" y="12674"/>
                  </a:lnTo>
                  <a:lnTo>
                    <a:pt x="424" y="12674"/>
                  </a:lnTo>
                  <a:lnTo>
                    <a:pt x="424" y="433"/>
                  </a:lnTo>
                  <a:close/>
                  <a:moveTo>
                    <a:pt x="212" y="1"/>
                  </a:moveTo>
                  <a:cubicBezTo>
                    <a:pt x="97" y="1"/>
                    <a:pt x="0" y="97"/>
                    <a:pt x="0" y="212"/>
                  </a:cubicBezTo>
                  <a:lnTo>
                    <a:pt x="0" y="12896"/>
                  </a:lnTo>
                  <a:cubicBezTo>
                    <a:pt x="0" y="13011"/>
                    <a:pt x="97" y="13107"/>
                    <a:pt x="212" y="13107"/>
                  </a:cubicBezTo>
                  <a:lnTo>
                    <a:pt x="11751" y="13107"/>
                  </a:lnTo>
                  <a:cubicBezTo>
                    <a:pt x="11867" y="13107"/>
                    <a:pt x="11963" y="13011"/>
                    <a:pt x="11963" y="12896"/>
                  </a:cubicBezTo>
                  <a:lnTo>
                    <a:pt x="11963" y="212"/>
                  </a:lnTo>
                  <a:cubicBezTo>
                    <a:pt x="11963" y="97"/>
                    <a:pt x="11867" y="1"/>
                    <a:pt x="11751" y="1"/>
                  </a:cubicBezTo>
                  <a:close/>
                </a:path>
              </a:pathLst>
            </a:custGeom>
            <a:solidFill>
              <a:srgbClr val="768C9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994" name="Google Shape;16994;p45"/>
            <p:cNvSpPr/>
            <p:nvPr/>
          </p:nvSpPr>
          <p:spPr>
            <a:xfrm>
              <a:off x="2667005" y="1499997"/>
              <a:ext cx="35227" cy="35200"/>
            </a:xfrm>
            <a:custGeom>
              <a:rect b="b" l="l" r="r" t="t"/>
              <a:pathLst>
                <a:path extrusionOk="0" h="1347" w="1348">
                  <a:moveTo>
                    <a:pt x="203" y="0"/>
                  </a:moveTo>
                  <a:cubicBezTo>
                    <a:pt x="87" y="0"/>
                    <a:pt x="1" y="96"/>
                    <a:pt x="1" y="202"/>
                  </a:cubicBezTo>
                  <a:lnTo>
                    <a:pt x="1" y="1144"/>
                  </a:lnTo>
                  <a:cubicBezTo>
                    <a:pt x="1" y="1260"/>
                    <a:pt x="87" y="1346"/>
                    <a:pt x="203" y="1346"/>
                  </a:cubicBezTo>
                  <a:lnTo>
                    <a:pt x="1145" y="1346"/>
                  </a:lnTo>
                  <a:cubicBezTo>
                    <a:pt x="1251" y="1346"/>
                    <a:pt x="1347" y="1260"/>
                    <a:pt x="1347" y="1144"/>
                  </a:cubicBezTo>
                  <a:lnTo>
                    <a:pt x="1347" y="202"/>
                  </a:lnTo>
                  <a:cubicBezTo>
                    <a:pt x="1347" y="87"/>
                    <a:pt x="1251" y="0"/>
                    <a:pt x="1145" y="0"/>
                  </a:cubicBezTo>
                  <a:close/>
                </a:path>
              </a:pathLst>
            </a:custGeom>
            <a:solidFill>
              <a:srgbClr val="D1DAE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995" name="Google Shape;16995;p45"/>
            <p:cNvSpPr/>
            <p:nvPr/>
          </p:nvSpPr>
          <p:spPr>
            <a:xfrm>
              <a:off x="2818051" y="1499997"/>
              <a:ext cx="35436" cy="35200"/>
            </a:xfrm>
            <a:custGeom>
              <a:rect b="b" l="l" r="r" t="t"/>
              <a:pathLst>
                <a:path extrusionOk="0" h="1347" w="1356">
                  <a:moveTo>
                    <a:pt x="212" y="0"/>
                  </a:moveTo>
                  <a:cubicBezTo>
                    <a:pt x="96" y="0"/>
                    <a:pt x="0" y="87"/>
                    <a:pt x="0" y="202"/>
                  </a:cubicBezTo>
                  <a:lnTo>
                    <a:pt x="0" y="1144"/>
                  </a:lnTo>
                  <a:cubicBezTo>
                    <a:pt x="0" y="1260"/>
                    <a:pt x="96" y="1346"/>
                    <a:pt x="212" y="1346"/>
                  </a:cubicBezTo>
                  <a:lnTo>
                    <a:pt x="1144" y="1346"/>
                  </a:lnTo>
                  <a:cubicBezTo>
                    <a:pt x="1260" y="1346"/>
                    <a:pt x="1356" y="1260"/>
                    <a:pt x="1356" y="1144"/>
                  </a:cubicBezTo>
                  <a:lnTo>
                    <a:pt x="1356" y="202"/>
                  </a:lnTo>
                  <a:cubicBezTo>
                    <a:pt x="1356" y="87"/>
                    <a:pt x="1260" y="0"/>
                    <a:pt x="1144" y="0"/>
                  </a:cubicBezTo>
                  <a:close/>
                </a:path>
              </a:pathLst>
            </a:custGeom>
            <a:solidFill>
              <a:srgbClr val="D1DAE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996" name="Google Shape;16996;p45"/>
            <p:cNvSpPr/>
            <p:nvPr/>
          </p:nvSpPr>
          <p:spPr>
            <a:xfrm>
              <a:off x="2968575" y="1499997"/>
              <a:ext cx="35200" cy="35200"/>
            </a:xfrm>
            <a:custGeom>
              <a:rect b="b" l="l" r="r" t="t"/>
              <a:pathLst>
                <a:path extrusionOk="0" h="1347" w="1347">
                  <a:moveTo>
                    <a:pt x="202" y="0"/>
                  </a:moveTo>
                  <a:cubicBezTo>
                    <a:pt x="87" y="0"/>
                    <a:pt x="0" y="87"/>
                    <a:pt x="0" y="202"/>
                  </a:cubicBezTo>
                  <a:lnTo>
                    <a:pt x="0" y="1144"/>
                  </a:lnTo>
                  <a:cubicBezTo>
                    <a:pt x="0" y="1260"/>
                    <a:pt x="87" y="1346"/>
                    <a:pt x="202" y="1346"/>
                  </a:cubicBezTo>
                  <a:lnTo>
                    <a:pt x="1144" y="1346"/>
                  </a:lnTo>
                  <a:cubicBezTo>
                    <a:pt x="1250" y="1346"/>
                    <a:pt x="1346" y="1260"/>
                    <a:pt x="1346" y="1144"/>
                  </a:cubicBezTo>
                  <a:lnTo>
                    <a:pt x="1346" y="202"/>
                  </a:lnTo>
                  <a:cubicBezTo>
                    <a:pt x="1346" y="87"/>
                    <a:pt x="1250" y="0"/>
                    <a:pt x="1144" y="0"/>
                  </a:cubicBezTo>
                  <a:close/>
                </a:path>
              </a:pathLst>
            </a:custGeom>
            <a:solidFill>
              <a:srgbClr val="D1DAE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997" name="Google Shape;16997;p45"/>
            <p:cNvSpPr/>
            <p:nvPr/>
          </p:nvSpPr>
          <p:spPr>
            <a:xfrm>
              <a:off x="2667005" y="1831435"/>
              <a:ext cx="35227" cy="35200"/>
            </a:xfrm>
            <a:custGeom>
              <a:rect b="b" l="l" r="r" t="t"/>
              <a:pathLst>
                <a:path extrusionOk="0" h="1347" w="1348">
                  <a:moveTo>
                    <a:pt x="203" y="1"/>
                  </a:moveTo>
                  <a:cubicBezTo>
                    <a:pt x="87" y="1"/>
                    <a:pt x="1" y="87"/>
                    <a:pt x="1" y="202"/>
                  </a:cubicBezTo>
                  <a:lnTo>
                    <a:pt x="1" y="1145"/>
                  </a:lnTo>
                  <a:cubicBezTo>
                    <a:pt x="1" y="1251"/>
                    <a:pt x="87" y="1347"/>
                    <a:pt x="203" y="1347"/>
                  </a:cubicBezTo>
                  <a:lnTo>
                    <a:pt x="1145" y="1347"/>
                  </a:lnTo>
                  <a:cubicBezTo>
                    <a:pt x="1251" y="1347"/>
                    <a:pt x="1347" y="1251"/>
                    <a:pt x="1347" y="1145"/>
                  </a:cubicBezTo>
                  <a:lnTo>
                    <a:pt x="1347" y="202"/>
                  </a:lnTo>
                  <a:cubicBezTo>
                    <a:pt x="1347" y="87"/>
                    <a:pt x="1251" y="1"/>
                    <a:pt x="1145" y="1"/>
                  </a:cubicBezTo>
                  <a:close/>
                </a:path>
              </a:pathLst>
            </a:custGeom>
            <a:solidFill>
              <a:srgbClr val="D1DAE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998" name="Google Shape;16998;p45"/>
            <p:cNvSpPr/>
            <p:nvPr/>
          </p:nvSpPr>
          <p:spPr>
            <a:xfrm>
              <a:off x="2818051" y="1831435"/>
              <a:ext cx="35436" cy="35200"/>
            </a:xfrm>
            <a:custGeom>
              <a:rect b="b" l="l" r="r" t="t"/>
              <a:pathLst>
                <a:path extrusionOk="0" h="1347" w="1356">
                  <a:moveTo>
                    <a:pt x="212" y="1"/>
                  </a:moveTo>
                  <a:cubicBezTo>
                    <a:pt x="96" y="1"/>
                    <a:pt x="0" y="87"/>
                    <a:pt x="0" y="202"/>
                  </a:cubicBezTo>
                  <a:lnTo>
                    <a:pt x="0" y="1145"/>
                  </a:lnTo>
                  <a:cubicBezTo>
                    <a:pt x="0" y="1251"/>
                    <a:pt x="96" y="1347"/>
                    <a:pt x="212" y="1347"/>
                  </a:cubicBezTo>
                  <a:lnTo>
                    <a:pt x="1144" y="1347"/>
                  </a:lnTo>
                  <a:cubicBezTo>
                    <a:pt x="1260" y="1347"/>
                    <a:pt x="1356" y="1251"/>
                    <a:pt x="1356" y="1145"/>
                  </a:cubicBezTo>
                  <a:lnTo>
                    <a:pt x="1356" y="202"/>
                  </a:lnTo>
                  <a:cubicBezTo>
                    <a:pt x="1356" y="87"/>
                    <a:pt x="1260" y="1"/>
                    <a:pt x="1144" y="1"/>
                  </a:cubicBezTo>
                  <a:close/>
                </a:path>
              </a:pathLst>
            </a:custGeom>
            <a:solidFill>
              <a:srgbClr val="D1DAE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999" name="Google Shape;16999;p45"/>
            <p:cNvSpPr/>
            <p:nvPr/>
          </p:nvSpPr>
          <p:spPr>
            <a:xfrm>
              <a:off x="2968575" y="1831435"/>
              <a:ext cx="35200" cy="35200"/>
            </a:xfrm>
            <a:custGeom>
              <a:rect b="b" l="l" r="r" t="t"/>
              <a:pathLst>
                <a:path extrusionOk="0" h="1347" w="1347">
                  <a:moveTo>
                    <a:pt x="202" y="1"/>
                  </a:moveTo>
                  <a:cubicBezTo>
                    <a:pt x="87" y="1"/>
                    <a:pt x="0" y="87"/>
                    <a:pt x="0" y="202"/>
                  </a:cubicBezTo>
                  <a:lnTo>
                    <a:pt x="0" y="1145"/>
                  </a:lnTo>
                  <a:cubicBezTo>
                    <a:pt x="0" y="1251"/>
                    <a:pt x="87" y="1347"/>
                    <a:pt x="202" y="1347"/>
                  </a:cubicBezTo>
                  <a:lnTo>
                    <a:pt x="1144" y="1347"/>
                  </a:lnTo>
                  <a:cubicBezTo>
                    <a:pt x="1250" y="1347"/>
                    <a:pt x="1346" y="1251"/>
                    <a:pt x="1346" y="1145"/>
                  </a:cubicBezTo>
                  <a:lnTo>
                    <a:pt x="1346" y="202"/>
                  </a:lnTo>
                  <a:cubicBezTo>
                    <a:pt x="1346" y="87"/>
                    <a:pt x="1250" y="1"/>
                    <a:pt x="1144" y="1"/>
                  </a:cubicBezTo>
                  <a:close/>
                </a:path>
              </a:pathLst>
            </a:custGeom>
            <a:solidFill>
              <a:srgbClr val="D1DAE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000" name="Google Shape;17000;p45"/>
            <p:cNvSpPr/>
            <p:nvPr/>
          </p:nvSpPr>
          <p:spPr>
            <a:xfrm>
              <a:off x="2667005" y="1666095"/>
              <a:ext cx="35227" cy="35200"/>
            </a:xfrm>
            <a:custGeom>
              <a:rect b="b" l="l" r="r" t="t"/>
              <a:pathLst>
                <a:path extrusionOk="0" h="1347" w="1348">
                  <a:moveTo>
                    <a:pt x="203" y="0"/>
                  </a:moveTo>
                  <a:cubicBezTo>
                    <a:pt x="87" y="0"/>
                    <a:pt x="1" y="87"/>
                    <a:pt x="1" y="202"/>
                  </a:cubicBezTo>
                  <a:lnTo>
                    <a:pt x="1" y="1145"/>
                  </a:lnTo>
                  <a:cubicBezTo>
                    <a:pt x="1" y="1260"/>
                    <a:pt x="87" y="1346"/>
                    <a:pt x="203" y="1346"/>
                  </a:cubicBezTo>
                  <a:lnTo>
                    <a:pt x="1145" y="1346"/>
                  </a:lnTo>
                  <a:cubicBezTo>
                    <a:pt x="1251" y="1346"/>
                    <a:pt x="1347" y="1260"/>
                    <a:pt x="1347" y="1145"/>
                  </a:cubicBezTo>
                  <a:lnTo>
                    <a:pt x="1347" y="202"/>
                  </a:lnTo>
                  <a:cubicBezTo>
                    <a:pt x="1347" y="87"/>
                    <a:pt x="1251" y="0"/>
                    <a:pt x="1145" y="0"/>
                  </a:cubicBezTo>
                  <a:close/>
                </a:path>
              </a:pathLst>
            </a:custGeom>
            <a:solidFill>
              <a:srgbClr val="D1DAE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001" name="Google Shape;17001;p45"/>
            <p:cNvSpPr/>
            <p:nvPr/>
          </p:nvSpPr>
          <p:spPr>
            <a:xfrm>
              <a:off x="2968575" y="1666095"/>
              <a:ext cx="35200" cy="35200"/>
            </a:xfrm>
            <a:custGeom>
              <a:rect b="b" l="l" r="r" t="t"/>
              <a:pathLst>
                <a:path extrusionOk="0" h="1347" w="1347">
                  <a:moveTo>
                    <a:pt x="202" y="0"/>
                  </a:moveTo>
                  <a:cubicBezTo>
                    <a:pt x="87" y="0"/>
                    <a:pt x="0" y="87"/>
                    <a:pt x="0" y="202"/>
                  </a:cubicBezTo>
                  <a:lnTo>
                    <a:pt x="0" y="1145"/>
                  </a:lnTo>
                  <a:cubicBezTo>
                    <a:pt x="0" y="1260"/>
                    <a:pt x="87" y="1346"/>
                    <a:pt x="202" y="1346"/>
                  </a:cubicBezTo>
                  <a:lnTo>
                    <a:pt x="1144" y="1346"/>
                  </a:lnTo>
                  <a:cubicBezTo>
                    <a:pt x="1250" y="1346"/>
                    <a:pt x="1346" y="1260"/>
                    <a:pt x="1346" y="1145"/>
                  </a:cubicBezTo>
                  <a:lnTo>
                    <a:pt x="1346" y="202"/>
                  </a:lnTo>
                  <a:cubicBezTo>
                    <a:pt x="1346" y="87"/>
                    <a:pt x="1250" y="0"/>
                    <a:pt x="1144" y="0"/>
                  </a:cubicBezTo>
                  <a:close/>
                </a:path>
              </a:pathLst>
            </a:custGeom>
            <a:solidFill>
              <a:srgbClr val="D1DAE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002" name="Google Shape;17002;p45"/>
            <p:cNvSpPr/>
            <p:nvPr/>
          </p:nvSpPr>
          <p:spPr>
            <a:xfrm>
              <a:off x="2893182" y="1554901"/>
              <a:ext cx="68807" cy="64782"/>
            </a:xfrm>
            <a:custGeom>
              <a:rect b="b" l="l" r="r" t="t"/>
              <a:pathLst>
                <a:path extrusionOk="0" h="2479" w="2633">
                  <a:moveTo>
                    <a:pt x="2327" y="1"/>
                  </a:moveTo>
                  <a:cubicBezTo>
                    <a:pt x="2279" y="1"/>
                    <a:pt x="2229" y="19"/>
                    <a:pt x="2183" y="63"/>
                  </a:cubicBezTo>
                  <a:lnTo>
                    <a:pt x="125" y="2120"/>
                  </a:lnTo>
                  <a:cubicBezTo>
                    <a:pt x="0" y="2255"/>
                    <a:pt x="96" y="2476"/>
                    <a:pt x="279" y="2476"/>
                  </a:cubicBezTo>
                  <a:cubicBezTo>
                    <a:pt x="287" y="2477"/>
                    <a:pt x="294" y="2478"/>
                    <a:pt x="302" y="2478"/>
                  </a:cubicBezTo>
                  <a:cubicBezTo>
                    <a:pt x="352" y="2478"/>
                    <a:pt x="400" y="2452"/>
                    <a:pt x="433" y="2419"/>
                  </a:cubicBezTo>
                  <a:lnTo>
                    <a:pt x="2491" y="370"/>
                  </a:lnTo>
                  <a:cubicBezTo>
                    <a:pt x="2632" y="214"/>
                    <a:pt x="2492" y="1"/>
                    <a:pt x="2327" y="1"/>
                  </a:cubicBezTo>
                  <a:close/>
                </a:path>
              </a:pathLst>
            </a:custGeom>
            <a:solidFill>
              <a:srgbClr val="00000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003" name="Google Shape;17003;p45"/>
            <p:cNvSpPr/>
            <p:nvPr/>
          </p:nvSpPr>
          <p:spPr>
            <a:xfrm>
              <a:off x="2889184" y="1587462"/>
              <a:ext cx="38702" cy="37735"/>
            </a:xfrm>
            <a:custGeom>
              <a:rect b="b" l="l" r="r" t="t"/>
              <a:pathLst>
                <a:path extrusionOk="0" h="1444" w="1481">
                  <a:moveTo>
                    <a:pt x="251" y="0"/>
                  </a:moveTo>
                  <a:cubicBezTo>
                    <a:pt x="205" y="0"/>
                    <a:pt x="160" y="35"/>
                    <a:pt x="153" y="86"/>
                  </a:cubicBezTo>
                  <a:lnTo>
                    <a:pt x="86" y="672"/>
                  </a:lnTo>
                  <a:lnTo>
                    <a:pt x="9" y="1346"/>
                  </a:lnTo>
                  <a:cubicBezTo>
                    <a:pt x="0" y="1398"/>
                    <a:pt x="48" y="1443"/>
                    <a:pt x="100" y="1443"/>
                  </a:cubicBezTo>
                  <a:cubicBezTo>
                    <a:pt x="105" y="1443"/>
                    <a:pt x="110" y="1443"/>
                    <a:pt x="115" y="1442"/>
                  </a:cubicBezTo>
                  <a:lnTo>
                    <a:pt x="778" y="1365"/>
                  </a:lnTo>
                  <a:lnTo>
                    <a:pt x="1375" y="1298"/>
                  </a:lnTo>
                  <a:cubicBezTo>
                    <a:pt x="1451" y="1288"/>
                    <a:pt x="1480" y="1192"/>
                    <a:pt x="1423" y="1134"/>
                  </a:cubicBezTo>
                  <a:lnTo>
                    <a:pt x="317" y="28"/>
                  </a:lnTo>
                  <a:cubicBezTo>
                    <a:pt x="298" y="9"/>
                    <a:pt x="274" y="0"/>
                    <a:pt x="251" y="0"/>
                  </a:cubicBezTo>
                  <a:close/>
                </a:path>
              </a:pathLst>
            </a:custGeom>
            <a:solidFill>
              <a:srgbClr val="526A7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004" name="Google Shape;17004;p45"/>
            <p:cNvSpPr/>
            <p:nvPr/>
          </p:nvSpPr>
          <p:spPr>
            <a:xfrm>
              <a:off x="2923574" y="1552262"/>
              <a:ext cx="38728" cy="37814"/>
            </a:xfrm>
            <a:custGeom>
              <a:rect b="b" l="l" r="r" t="t"/>
              <a:pathLst>
                <a:path extrusionOk="0" h="1447" w="1482">
                  <a:moveTo>
                    <a:pt x="1366" y="0"/>
                  </a:moveTo>
                  <a:lnTo>
                    <a:pt x="703" y="77"/>
                  </a:lnTo>
                  <a:lnTo>
                    <a:pt x="107" y="154"/>
                  </a:lnTo>
                  <a:cubicBezTo>
                    <a:pt x="30" y="164"/>
                    <a:pt x="1" y="260"/>
                    <a:pt x="59" y="308"/>
                  </a:cubicBezTo>
                  <a:lnTo>
                    <a:pt x="1164" y="1423"/>
                  </a:lnTo>
                  <a:cubicBezTo>
                    <a:pt x="1184" y="1439"/>
                    <a:pt x="1207" y="1447"/>
                    <a:pt x="1230" y="1447"/>
                  </a:cubicBezTo>
                  <a:cubicBezTo>
                    <a:pt x="1277" y="1447"/>
                    <a:pt x="1321" y="1417"/>
                    <a:pt x="1328" y="1366"/>
                  </a:cubicBezTo>
                  <a:lnTo>
                    <a:pt x="1395" y="779"/>
                  </a:lnTo>
                  <a:lnTo>
                    <a:pt x="1472" y="106"/>
                  </a:lnTo>
                  <a:cubicBezTo>
                    <a:pt x="1482" y="48"/>
                    <a:pt x="1424" y="0"/>
                    <a:pt x="1366" y="0"/>
                  </a:cubicBezTo>
                  <a:close/>
                </a:path>
              </a:pathLst>
            </a:custGeom>
            <a:solidFill>
              <a:srgbClr val="526A7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7005" name="Google Shape;17005;p45"/>
          <p:cNvGrpSpPr/>
          <p:nvPr/>
        </p:nvGrpSpPr>
        <p:grpSpPr>
          <a:xfrm>
            <a:off x="3564866" y="1315349"/>
            <a:ext cx="326473" cy="366639"/>
            <a:chOff x="3564866" y="1499997"/>
            <a:chExt cx="326473" cy="366639"/>
          </a:xfrm>
        </p:grpSpPr>
        <p:sp>
          <p:nvSpPr>
            <p:cNvPr id="17006" name="Google Shape;17006;p45"/>
            <p:cNvSpPr/>
            <p:nvPr/>
          </p:nvSpPr>
          <p:spPr>
            <a:xfrm>
              <a:off x="3595284" y="1499997"/>
              <a:ext cx="263389" cy="366404"/>
            </a:xfrm>
            <a:custGeom>
              <a:rect b="b" l="l" r="r" t="t"/>
              <a:pathLst>
                <a:path extrusionOk="0" h="14021" w="10079">
                  <a:moveTo>
                    <a:pt x="1308" y="0"/>
                  </a:moveTo>
                  <a:cubicBezTo>
                    <a:pt x="587" y="0"/>
                    <a:pt x="0" y="587"/>
                    <a:pt x="0" y="1308"/>
                  </a:cubicBezTo>
                  <a:lnTo>
                    <a:pt x="0" y="14020"/>
                  </a:lnTo>
                  <a:lnTo>
                    <a:pt x="7789" y="14020"/>
                  </a:lnTo>
                  <a:cubicBezTo>
                    <a:pt x="8453" y="14020"/>
                    <a:pt x="8991" y="13482"/>
                    <a:pt x="8991" y="12818"/>
                  </a:cubicBezTo>
                  <a:lnTo>
                    <a:pt x="8991" y="1154"/>
                  </a:lnTo>
                  <a:cubicBezTo>
                    <a:pt x="8991" y="548"/>
                    <a:pt x="9472" y="38"/>
                    <a:pt x="10078" y="0"/>
                  </a:cubicBezTo>
                  <a:close/>
                </a:path>
              </a:pathLst>
            </a:custGeom>
            <a:solidFill>
              <a:srgbClr val="E5EAE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007" name="Google Shape;17007;p45"/>
            <p:cNvSpPr/>
            <p:nvPr/>
          </p:nvSpPr>
          <p:spPr>
            <a:xfrm>
              <a:off x="3623690" y="1499997"/>
              <a:ext cx="234983" cy="366404"/>
            </a:xfrm>
            <a:custGeom>
              <a:rect b="b" l="l" r="r" t="t"/>
              <a:pathLst>
                <a:path extrusionOk="0" h="14021" w="8992">
                  <a:moveTo>
                    <a:pt x="1308" y="0"/>
                  </a:moveTo>
                  <a:cubicBezTo>
                    <a:pt x="587" y="0"/>
                    <a:pt x="0" y="587"/>
                    <a:pt x="0" y="1308"/>
                  </a:cubicBezTo>
                  <a:lnTo>
                    <a:pt x="0" y="14020"/>
                  </a:lnTo>
                  <a:lnTo>
                    <a:pt x="6702" y="14020"/>
                  </a:lnTo>
                  <a:cubicBezTo>
                    <a:pt x="7366" y="14020"/>
                    <a:pt x="7904" y="13482"/>
                    <a:pt x="7904" y="12818"/>
                  </a:cubicBezTo>
                  <a:lnTo>
                    <a:pt x="7904" y="1154"/>
                  </a:lnTo>
                  <a:cubicBezTo>
                    <a:pt x="7904" y="548"/>
                    <a:pt x="8385" y="38"/>
                    <a:pt x="8991" y="0"/>
                  </a:cubicBezTo>
                  <a:close/>
                </a:path>
              </a:pathLst>
            </a:custGeom>
            <a:solidFill>
              <a:srgbClr val="ECEFF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008" name="Google Shape;17008;p45"/>
            <p:cNvSpPr/>
            <p:nvPr/>
          </p:nvSpPr>
          <p:spPr>
            <a:xfrm>
              <a:off x="3830241" y="1499997"/>
              <a:ext cx="61098" cy="87204"/>
            </a:xfrm>
            <a:custGeom>
              <a:rect b="b" l="l" r="r" t="t"/>
              <a:pathLst>
                <a:path extrusionOk="0" h="3337" w="2338">
                  <a:moveTo>
                    <a:pt x="1164" y="0"/>
                  </a:moveTo>
                  <a:cubicBezTo>
                    <a:pt x="520" y="0"/>
                    <a:pt x="0" y="519"/>
                    <a:pt x="0" y="1164"/>
                  </a:cubicBezTo>
                  <a:lnTo>
                    <a:pt x="0" y="3337"/>
                  </a:lnTo>
                  <a:lnTo>
                    <a:pt x="1616" y="3337"/>
                  </a:lnTo>
                  <a:cubicBezTo>
                    <a:pt x="2010" y="3337"/>
                    <a:pt x="2337" y="3010"/>
                    <a:pt x="2337" y="2616"/>
                  </a:cubicBezTo>
                  <a:lnTo>
                    <a:pt x="2337" y="1164"/>
                  </a:lnTo>
                  <a:cubicBezTo>
                    <a:pt x="2337" y="519"/>
                    <a:pt x="1818" y="0"/>
                    <a:pt x="1174" y="0"/>
                  </a:cubicBezTo>
                  <a:close/>
                </a:path>
              </a:pathLst>
            </a:custGeom>
            <a:solidFill>
              <a:srgbClr val="C5D0D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009" name="Google Shape;17009;p45"/>
            <p:cNvSpPr/>
            <p:nvPr/>
          </p:nvSpPr>
          <p:spPr>
            <a:xfrm>
              <a:off x="3564866" y="1779431"/>
              <a:ext cx="230724" cy="87204"/>
            </a:xfrm>
            <a:custGeom>
              <a:rect b="b" l="l" r="r" t="t"/>
              <a:pathLst>
                <a:path extrusionOk="0" h="3337" w="8829">
                  <a:moveTo>
                    <a:pt x="722" y="0"/>
                  </a:moveTo>
                  <a:cubicBezTo>
                    <a:pt x="318" y="0"/>
                    <a:pt x="1" y="317"/>
                    <a:pt x="1" y="721"/>
                  </a:cubicBezTo>
                  <a:lnTo>
                    <a:pt x="1" y="2173"/>
                  </a:lnTo>
                  <a:cubicBezTo>
                    <a:pt x="1" y="2241"/>
                    <a:pt x="1" y="2317"/>
                    <a:pt x="20" y="2394"/>
                  </a:cubicBezTo>
                  <a:cubicBezTo>
                    <a:pt x="126" y="2933"/>
                    <a:pt x="607" y="3327"/>
                    <a:pt x="1155" y="3337"/>
                  </a:cubicBezTo>
                  <a:lnTo>
                    <a:pt x="8828" y="3337"/>
                  </a:lnTo>
                  <a:lnTo>
                    <a:pt x="8828" y="3327"/>
                  </a:lnTo>
                  <a:cubicBezTo>
                    <a:pt x="8328" y="3260"/>
                    <a:pt x="7925" y="2885"/>
                    <a:pt x="7828" y="2385"/>
                  </a:cubicBezTo>
                  <a:cubicBezTo>
                    <a:pt x="7819" y="2317"/>
                    <a:pt x="7809" y="2241"/>
                    <a:pt x="7809" y="2173"/>
                  </a:cubicBezTo>
                  <a:lnTo>
                    <a:pt x="7809" y="721"/>
                  </a:lnTo>
                  <a:cubicBezTo>
                    <a:pt x="7809" y="317"/>
                    <a:pt x="7482" y="0"/>
                    <a:pt x="7088" y="0"/>
                  </a:cubicBezTo>
                  <a:close/>
                </a:path>
              </a:pathLst>
            </a:custGeom>
            <a:solidFill>
              <a:srgbClr val="D1DAE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010" name="Google Shape;17010;p45"/>
            <p:cNvSpPr/>
            <p:nvPr/>
          </p:nvSpPr>
          <p:spPr>
            <a:xfrm>
              <a:off x="3565389" y="1841993"/>
              <a:ext cx="230201" cy="24643"/>
            </a:xfrm>
            <a:custGeom>
              <a:rect b="b" l="l" r="r" t="t"/>
              <a:pathLst>
                <a:path extrusionOk="0" h="943" w="8809">
                  <a:moveTo>
                    <a:pt x="0" y="0"/>
                  </a:moveTo>
                  <a:cubicBezTo>
                    <a:pt x="106" y="539"/>
                    <a:pt x="587" y="933"/>
                    <a:pt x="1135" y="943"/>
                  </a:cubicBezTo>
                  <a:lnTo>
                    <a:pt x="8808" y="943"/>
                  </a:lnTo>
                  <a:lnTo>
                    <a:pt x="8808" y="933"/>
                  </a:lnTo>
                  <a:cubicBezTo>
                    <a:pt x="8308" y="866"/>
                    <a:pt x="7905" y="491"/>
                    <a:pt x="7818" y="0"/>
                  </a:cubicBezTo>
                  <a:close/>
                </a:path>
              </a:pathLst>
            </a:custGeom>
            <a:solidFill>
              <a:srgbClr val="C5D0D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011" name="Google Shape;17011;p45"/>
            <p:cNvSpPr/>
            <p:nvPr/>
          </p:nvSpPr>
          <p:spPr>
            <a:xfrm>
              <a:off x="3635659" y="1593708"/>
              <a:ext cx="153737" cy="11368"/>
            </a:xfrm>
            <a:custGeom>
              <a:rect b="b" l="l" r="r" t="t"/>
              <a:pathLst>
                <a:path extrusionOk="0" h="435" w="5883">
                  <a:moveTo>
                    <a:pt x="284" y="0"/>
                  </a:moveTo>
                  <a:cubicBezTo>
                    <a:pt x="0" y="0"/>
                    <a:pt x="0" y="434"/>
                    <a:pt x="284" y="434"/>
                  </a:cubicBezTo>
                  <a:cubicBezTo>
                    <a:pt x="290" y="434"/>
                    <a:pt x="296" y="434"/>
                    <a:pt x="302" y="433"/>
                  </a:cubicBezTo>
                  <a:lnTo>
                    <a:pt x="5581" y="433"/>
                  </a:lnTo>
                  <a:cubicBezTo>
                    <a:pt x="5587" y="434"/>
                    <a:pt x="5593" y="434"/>
                    <a:pt x="5599" y="434"/>
                  </a:cubicBezTo>
                  <a:cubicBezTo>
                    <a:pt x="5883" y="434"/>
                    <a:pt x="5883" y="0"/>
                    <a:pt x="5599" y="0"/>
                  </a:cubicBezTo>
                  <a:cubicBezTo>
                    <a:pt x="5593" y="0"/>
                    <a:pt x="5587" y="0"/>
                    <a:pt x="5581" y="1"/>
                  </a:cubicBezTo>
                  <a:lnTo>
                    <a:pt x="302" y="1"/>
                  </a:lnTo>
                  <a:cubicBezTo>
                    <a:pt x="296" y="0"/>
                    <a:pt x="290" y="0"/>
                    <a:pt x="284" y="0"/>
                  </a:cubicBezTo>
                  <a:close/>
                </a:path>
              </a:pathLst>
            </a:custGeom>
            <a:solidFill>
              <a:srgbClr val="B8C6D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012" name="Google Shape;17012;p45"/>
            <p:cNvSpPr/>
            <p:nvPr/>
          </p:nvSpPr>
          <p:spPr>
            <a:xfrm>
              <a:off x="3635659" y="1639675"/>
              <a:ext cx="152901" cy="11368"/>
            </a:xfrm>
            <a:custGeom>
              <a:rect b="b" l="l" r="r" t="t"/>
              <a:pathLst>
                <a:path extrusionOk="0" h="435" w="5851">
                  <a:moveTo>
                    <a:pt x="284" y="1"/>
                  </a:moveTo>
                  <a:cubicBezTo>
                    <a:pt x="0" y="1"/>
                    <a:pt x="0" y="435"/>
                    <a:pt x="284" y="435"/>
                  </a:cubicBezTo>
                  <a:cubicBezTo>
                    <a:pt x="290" y="435"/>
                    <a:pt x="296" y="435"/>
                    <a:pt x="302" y="434"/>
                  </a:cubicBezTo>
                  <a:lnTo>
                    <a:pt x="5581" y="434"/>
                  </a:lnTo>
                  <a:cubicBezTo>
                    <a:pt x="5850" y="415"/>
                    <a:pt x="5850" y="21"/>
                    <a:pt x="5581" y="2"/>
                  </a:cubicBezTo>
                  <a:lnTo>
                    <a:pt x="302" y="2"/>
                  </a:lnTo>
                  <a:cubicBezTo>
                    <a:pt x="296" y="1"/>
                    <a:pt x="290" y="1"/>
                    <a:pt x="284" y="1"/>
                  </a:cubicBezTo>
                  <a:close/>
                </a:path>
              </a:pathLst>
            </a:custGeom>
            <a:solidFill>
              <a:srgbClr val="B8C6D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013" name="Google Shape;17013;p45"/>
            <p:cNvSpPr/>
            <p:nvPr/>
          </p:nvSpPr>
          <p:spPr>
            <a:xfrm>
              <a:off x="3635659" y="1685668"/>
              <a:ext cx="152901" cy="11368"/>
            </a:xfrm>
            <a:custGeom>
              <a:rect b="b" l="l" r="r" t="t"/>
              <a:pathLst>
                <a:path extrusionOk="0" h="435" w="5851">
                  <a:moveTo>
                    <a:pt x="284" y="1"/>
                  </a:moveTo>
                  <a:cubicBezTo>
                    <a:pt x="0" y="1"/>
                    <a:pt x="0" y="435"/>
                    <a:pt x="284" y="435"/>
                  </a:cubicBezTo>
                  <a:cubicBezTo>
                    <a:pt x="290" y="435"/>
                    <a:pt x="296" y="434"/>
                    <a:pt x="302" y="434"/>
                  </a:cubicBezTo>
                  <a:lnTo>
                    <a:pt x="5581" y="434"/>
                  </a:lnTo>
                  <a:cubicBezTo>
                    <a:pt x="5850" y="415"/>
                    <a:pt x="5850" y="20"/>
                    <a:pt x="5581" y="1"/>
                  </a:cubicBezTo>
                  <a:lnTo>
                    <a:pt x="302" y="1"/>
                  </a:lnTo>
                  <a:cubicBezTo>
                    <a:pt x="296" y="1"/>
                    <a:pt x="290" y="1"/>
                    <a:pt x="284" y="1"/>
                  </a:cubicBezTo>
                  <a:close/>
                </a:path>
              </a:pathLst>
            </a:custGeom>
            <a:solidFill>
              <a:srgbClr val="B8C6D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014" name="Google Shape;17014;p45"/>
            <p:cNvSpPr/>
            <p:nvPr/>
          </p:nvSpPr>
          <p:spPr>
            <a:xfrm>
              <a:off x="3635659" y="1731661"/>
              <a:ext cx="152901" cy="11368"/>
            </a:xfrm>
            <a:custGeom>
              <a:rect b="b" l="l" r="r" t="t"/>
              <a:pathLst>
                <a:path extrusionOk="0" h="435" w="5851">
                  <a:moveTo>
                    <a:pt x="284" y="0"/>
                  </a:moveTo>
                  <a:cubicBezTo>
                    <a:pt x="0" y="0"/>
                    <a:pt x="0" y="434"/>
                    <a:pt x="284" y="434"/>
                  </a:cubicBezTo>
                  <a:cubicBezTo>
                    <a:pt x="290" y="434"/>
                    <a:pt x="296" y="434"/>
                    <a:pt x="302" y="434"/>
                  </a:cubicBezTo>
                  <a:lnTo>
                    <a:pt x="5581" y="434"/>
                  </a:lnTo>
                  <a:cubicBezTo>
                    <a:pt x="5850" y="414"/>
                    <a:pt x="5850" y="20"/>
                    <a:pt x="5581" y="1"/>
                  </a:cubicBezTo>
                  <a:lnTo>
                    <a:pt x="302" y="1"/>
                  </a:lnTo>
                  <a:cubicBezTo>
                    <a:pt x="296" y="1"/>
                    <a:pt x="290" y="0"/>
                    <a:pt x="284" y="0"/>
                  </a:cubicBezTo>
                  <a:close/>
                </a:path>
              </a:pathLst>
            </a:custGeom>
            <a:solidFill>
              <a:srgbClr val="B8C6D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7015" name="Google Shape;17015;p45"/>
          <p:cNvGrpSpPr/>
          <p:nvPr/>
        </p:nvGrpSpPr>
        <p:grpSpPr>
          <a:xfrm>
            <a:off x="1314074" y="1315349"/>
            <a:ext cx="364392" cy="366638"/>
            <a:chOff x="1314074" y="1499997"/>
            <a:chExt cx="364392" cy="366638"/>
          </a:xfrm>
        </p:grpSpPr>
        <p:sp>
          <p:nvSpPr>
            <p:cNvPr id="17016" name="Google Shape;17016;p45"/>
            <p:cNvSpPr/>
            <p:nvPr/>
          </p:nvSpPr>
          <p:spPr>
            <a:xfrm>
              <a:off x="1467602" y="1715093"/>
              <a:ext cx="57073" cy="132440"/>
            </a:xfrm>
            <a:custGeom>
              <a:rect b="b" l="l" r="r" t="t"/>
              <a:pathLst>
                <a:path extrusionOk="0" h="5068" w="2184">
                  <a:moveTo>
                    <a:pt x="1" y="0"/>
                  </a:moveTo>
                  <a:lnTo>
                    <a:pt x="1" y="5068"/>
                  </a:lnTo>
                  <a:lnTo>
                    <a:pt x="2183" y="5068"/>
                  </a:lnTo>
                  <a:lnTo>
                    <a:pt x="2183" y="0"/>
                  </a:lnTo>
                  <a:close/>
                </a:path>
              </a:pathLst>
            </a:custGeom>
            <a:solidFill>
              <a:srgbClr val="C7D2D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017" name="Google Shape;17017;p45"/>
            <p:cNvSpPr/>
            <p:nvPr/>
          </p:nvSpPr>
          <p:spPr>
            <a:xfrm>
              <a:off x="1494492" y="1756539"/>
              <a:ext cx="30183" cy="90993"/>
            </a:xfrm>
            <a:custGeom>
              <a:rect b="b" l="l" r="r" t="t"/>
              <a:pathLst>
                <a:path extrusionOk="0" h="3482" w="1155">
                  <a:moveTo>
                    <a:pt x="597" y="1"/>
                  </a:moveTo>
                  <a:cubicBezTo>
                    <a:pt x="270" y="1"/>
                    <a:pt x="0" y="270"/>
                    <a:pt x="0" y="607"/>
                  </a:cubicBezTo>
                  <a:lnTo>
                    <a:pt x="0" y="3482"/>
                  </a:lnTo>
                  <a:lnTo>
                    <a:pt x="1154" y="3482"/>
                  </a:lnTo>
                  <a:lnTo>
                    <a:pt x="1154" y="11"/>
                  </a:lnTo>
                  <a:lnTo>
                    <a:pt x="597" y="1"/>
                  </a:lnTo>
                  <a:close/>
                </a:path>
              </a:pathLst>
            </a:custGeom>
            <a:solidFill>
              <a:srgbClr val="D9E0E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018" name="Google Shape;17018;p45"/>
            <p:cNvSpPr/>
            <p:nvPr/>
          </p:nvSpPr>
          <p:spPr>
            <a:xfrm>
              <a:off x="1408307" y="1830677"/>
              <a:ext cx="175924" cy="35958"/>
            </a:xfrm>
            <a:custGeom>
              <a:rect b="b" l="l" r="r" t="t"/>
              <a:pathLst>
                <a:path extrusionOk="0" h="1376" w="6732">
                  <a:moveTo>
                    <a:pt x="644" y="1"/>
                  </a:moveTo>
                  <a:cubicBezTo>
                    <a:pt x="289" y="1"/>
                    <a:pt x="0" y="289"/>
                    <a:pt x="0" y="645"/>
                  </a:cubicBezTo>
                  <a:lnTo>
                    <a:pt x="0" y="732"/>
                  </a:lnTo>
                  <a:cubicBezTo>
                    <a:pt x="0" y="1087"/>
                    <a:pt x="289" y="1376"/>
                    <a:pt x="644" y="1376"/>
                  </a:cubicBezTo>
                  <a:lnTo>
                    <a:pt x="6087" y="1376"/>
                  </a:lnTo>
                  <a:cubicBezTo>
                    <a:pt x="6443" y="1376"/>
                    <a:pt x="6731" y="1087"/>
                    <a:pt x="6731" y="732"/>
                  </a:cubicBezTo>
                  <a:lnTo>
                    <a:pt x="6731" y="645"/>
                  </a:lnTo>
                  <a:cubicBezTo>
                    <a:pt x="6731" y="289"/>
                    <a:pt x="6443" y="1"/>
                    <a:pt x="6087" y="1"/>
                  </a:cubicBezTo>
                  <a:close/>
                </a:path>
              </a:pathLst>
            </a:custGeom>
            <a:solidFill>
              <a:srgbClr val="697D9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019" name="Google Shape;17019;p45"/>
            <p:cNvSpPr/>
            <p:nvPr/>
          </p:nvSpPr>
          <p:spPr>
            <a:xfrm>
              <a:off x="1431670" y="1849780"/>
              <a:ext cx="152562" cy="16855"/>
            </a:xfrm>
            <a:custGeom>
              <a:rect b="b" l="l" r="r" t="t"/>
              <a:pathLst>
                <a:path extrusionOk="0" h="645" w="5838">
                  <a:moveTo>
                    <a:pt x="645" y="1"/>
                  </a:moveTo>
                  <a:cubicBezTo>
                    <a:pt x="289" y="1"/>
                    <a:pt x="0" y="289"/>
                    <a:pt x="0" y="645"/>
                  </a:cubicBezTo>
                  <a:lnTo>
                    <a:pt x="5193" y="645"/>
                  </a:lnTo>
                  <a:cubicBezTo>
                    <a:pt x="5549" y="645"/>
                    <a:pt x="5837" y="356"/>
                    <a:pt x="5837" y="1"/>
                  </a:cubicBezTo>
                  <a:close/>
                </a:path>
              </a:pathLst>
            </a:custGeom>
            <a:solidFill>
              <a:srgbClr val="768C9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020" name="Google Shape;17020;p45"/>
            <p:cNvSpPr/>
            <p:nvPr/>
          </p:nvSpPr>
          <p:spPr>
            <a:xfrm>
              <a:off x="1314074" y="1499997"/>
              <a:ext cx="364392" cy="231952"/>
            </a:xfrm>
            <a:custGeom>
              <a:rect b="b" l="l" r="r" t="t"/>
              <a:pathLst>
                <a:path extrusionOk="0" h="8876" w="13944">
                  <a:moveTo>
                    <a:pt x="1414" y="0"/>
                  </a:moveTo>
                  <a:cubicBezTo>
                    <a:pt x="635" y="0"/>
                    <a:pt x="0" y="635"/>
                    <a:pt x="0" y="1414"/>
                  </a:cubicBezTo>
                  <a:lnTo>
                    <a:pt x="0" y="7462"/>
                  </a:lnTo>
                  <a:cubicBezTo>
                    <a:pt x="0" y="8241"/>
                    <a:pt x="635" y="8876"/>
                    <a:pt x="1414" y="8876"/>
                  </a:cubicBezTo>
                  <a:lnTo>
                    <a:pt x="12520" y="8876"/>
                  </a:lnTo>
                  <a:cubicBezTo>
                    <a:pt x="13309" y="8876"/>
                    <a:pt x="13943" y="8241"/>
                    <a:pt x="13943" y="7462"/>
                  </a:cubicBezTo>
                  <a:lnTo>
                    <a:pt x="13943" y="1414"/>
                  </a:lnTo>
                  <a:cubicBezTo>
                    <a:pt x="13943" y="635"/>
                    <a:pt x="13309" y="0"/>
                    <a:pt x="12520" y="0"/>
                  </a:cubicBezTo>
                  <a:close/>
                </a:path>
              </a:pathLst>
            </a:custGeom>
            <a:solidFill>
              <a:srgbClr val="E5EA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021" name="Google Shape;17021;p45"/>
            <p:cNvSpPr/>
            <p:nvPr/>
          </p:nvSpPr>
          <p:spPr>
            <a:xfrm>
              <a:off x="1335920" y="1520092"/>
              <a:ext cx="320672" cy="188990"/>
            </a:xfrm>
            <a:custGeom>
              <a:rect b="b" l="l" r="r" t="t"/>
              <a:pathLst>
                <a:path extrusionOk="0" h="7232" w="12271">
                  <a:moveTo>
                    <a:pt x="895" y="0"/>
                  </a:moveTo>
                  <a:cubicBezTo>
                    <a:pt x="405" y="0"/>
                    <a:pt x="1" y="395"/>
                    <a:pt x="1" y="895"/>
                  </a:cubicBezTo>
                  <a:lnTo>
                    <a:pt x="1" y="6337"/>
                  </a:lnTo>
                  <a:cubicBezTo>
                    <a:pt x="1" y="6837"/>
                    <a:pt x="405" y="7232"/>
                    <a:pt x="895" y="7232"/>
                  </a:cubicBezTo>
                  <a:lnTo>
                    <a:pt x="11377" y="7232"/>
                  </a:lnTo>
                  <a:cubicBezTo>
                    <a:pt x="11838" y="7232"/>
                    <a:pt x="12213" y="6895"/>
                    <a:pt x="12271" y="6443"/>
                  </a:cubicBezTo>
                  <a:cubicBezTo>
                    <a:pt x="12271" y="6405"/>
                    <a:pt x="12271" y="6376"/>
                    <a:pt x="12271" y="6337"/>
                  </a:cubicBezTo>
                  <a:lnTo>
                    <a:pt x="12271" y="895"/>
                  </a:lnTo>
                  <a:cubicBezTo>
                    <a:pt x="12271" y="404"/>
                    <a:pt x="11867" y="0"/>
                    <a:pt x="11377" y="0"/>
                  </a:cubicBezTo>
                  <a:close/>
                </a:path>
              </a:pathLst>
            </a:custGeom>
            <a:solidFill>
              <a:srgbClr val="C5D0D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022" name="Google Shape;17022;p45"/>
            <p:cNvSpPr/>
            <p:nvPr/>
          </p:nvSpPr>
          <p:spPr>
            <a:xfrm>
              <a:off x="1359544" y="1520092"/>
              <a:ext cx="297048" cy="168398"/>
            </a:xfrm>
            <a:custGeom>
              <a:rect b="b" l="l" r="r" t="t"/>
              <a:pathLst>
                <a:path extrusionOk="0" h="6444" w="11367">
                  <a:moveTo>
                    <a:pt x="10480" y="0"/>
                  </a:moveTo>
                  <a:cubicBezTo>
                    <a:pt x="10475" y="0"/>
                    <a:pt x="10469" y="0"/>
                    <a:pt x="10463" y="0"/>
                  </a:cubicBezTo>
                  <a:lnTo>
                    <a:pt x="10" y="0"/>
                  </a:lnTo>
                  <a:cubicBezTo>
                    <a:pt x="1" y="29"/>
                    <a:pt x="1" y="68"/>
                    <a:pt x="10" y="96"/>
                  </a:cubicBezTo>
                  <a:lnTo>
                    <a:pt x="10" y="5549"/>
                  </a:lnTo>
                  <a:cubicBezTo>
                    <a:pt x="1" y="6039"/>
                    <a:pt x="414" y="6443"/>
                    <a:pt x="905" y="6443"/>
                  </a:cubicBezTo>
                  <a:lnTo>
                    <a:pt x="11367" y="6443"/>
                  </a:lnTo>
                  <a:cubicBezTo>
                    <a:pt x="11367" y="6405"/>
                    <a:pt x="11367" y="6376"/>
                    <a:pt x="11367" y="6337"/>
                  </a:cubicBezTo>
                  <a:lnTo>
                    <a:pt x="11367" y="895"/>
                  </a:lnTo>
                  <a:cubicBezTo>
                    <a:pt x="11367" y="400"/>
                    <a:pt x="10972" y="0"/>
                    <a:pt x="10480" y="0"/>
                  </a:cubicBezTo>
                  <a:close/>
                </a:path>
              </a:pathLst>
            </a:custGeom>
            <a:solidFill>
              <a:srgbClr val="D1DAE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023" name="Google Shape;17023;p45"/>
            <p:cNvSpPr/>
            <p:nvPr/>
          </p:nvSpPr>
          <p:spPr>
            <a:xfrm>
              <a:off x="1482184" y="1540946"/>
              <a:ext cx="91751" cy="75418"/>
            </a:xfrm>
            <a:custGeom>
              <a:rect b="b" l="l" r="r" t="t"/>
              <a:pathLst>
                <a:path extrusionOk="0" h="2886" w="3511">
                  <a:moveTo>
                    <a:pt x="212" y="0"/>
                  </a:moveTo>
                  <a:cubicBezTo>
                    <a:pt x="96" y="0"/>
                    <a:pt x="0" y="97"/>
                    <a:pt x="0" y="212"/>
                  </a:cubicBezTo>
                  <a:lnTo>
                    <a:pt x="0" y="2683"/>
                  </a:lnTo>
                  <a:cubicBezTo>
                    <a:pt x="0" y="2799"/>
                    <a:pt x="96" y="2885"/>
                    <a:pt x="212" y="2885"/>
                  </a:cubicBezTo>
                  <a:lnTo>
                    <a:pt x="3318" y="2885"/>
                  </a:lnTo>
                  <a:cubicBezTo>
                    <a:pt x="3424" y="2885"/>
                    <a:pt x="3510" y="2789"/>
                    <a:pt x="3510" y="2683"/>
                  </a:cubicBezTo>
                  <a:lnTo>
                    <a:pt x="3510" y="212"/>
                  </a:lnTo>
                  <a:cubicBezTo>
                    <a:pt x="3510" y="97"/>
                    <a:pt x="3414" y="0"/>
                    <a:pt x="3299" y="0"/>
                  </a:cubicBezTo>
                  <a:close/>
                </a:path>
              </a:pathLst>
            </a:custGeom>
            <a:solidFill>
              <a:srgbClr val="A2B5C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024" name="Google Shape;17024;p45"/>
            <p:cNvSpPr/>
            <p:nvPr/>
          </p:nvSpPr>
          <p:spPr>
            <a:xfrm>
              <a:off x="1482184" y="1540946"/>
              <a:ext cx="91751" cy="75418"/>
            </a:xfrm>
            <a:custGeom>
              <a:rect b="b" l="l" r="r" t="t"/>
              <a:pathLst>
                <a:path extrusionOk="0" h="2886" w="3511">
                  <a:moveTo>
                    <a:pt x="3260" y="0"/>
                  </a:moveTo>
                  <a:lnTo>
                    <a:pt x="1750" y="1164"/>
                  </a:lnTo>
                  <a:lnTo>
                    <a:pt x="1404" y="1443"/>
                  </a:lnTo>
                  <a:lnTo>
                    <a:pt x="0" y="2520"/>
                  </a:lnTo>
                  <a:lnTo>
                    <a:pt x="0" y="2683"/>
                  </a:lnTo>
                  <a:cubicBezTo>
                    <a:pt x="0" y="2799"/>
                    <a:pt x="96" y="2885"/>
                    <a:pt x="212" y="2885"/>
                  </a:cubicBezTo>
                  <a:lnTo>
                    <a:pt x="231" y="2885"/>
                  </a:lnTo>
                  <a:lnTo>
                    <a:pt x="1760" y="1702"/>
                  </a:lnTo>
                  <a:lnTo>
                    <a:pt x="2106" y="1433"/>
                  </a:lnTo>
                  <a:lnTo>
                    <a:pt x="3510" y="347"/>
                  </a:lnTo>
                  <a:lnTo>
                    <a:pt x="3510" y="212"/>
                  </a:lnTo>
                  <a:cubicBezTo>
                    <a:pt x="3510" y="97"/>
                    <a:pt x="3424" y="0"/>
                    <a:pt x="3299" y="0"/>
                  </a:cubicBezTo>
                  <a:close/>
                </a:path>
              </a:pathLst>
            </a:custGeom>
            <a:solidFill>
              <a:srgbClr val="A9BAC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025" name="Google Shape;17025;p45"/>
            <p:cNvSpPr/>
            <p:nvPr/>
          </p:nvSpPr>
          <p:spPr>
            <a:xfrm>
              <a:off x="1482184" y="1540946"/>
              <a:ext cx="91751" cy="75418"/>
            </a:xfrm>
            <a:custGeom>
              <a:rect b="b" l="l" r="r" t="t"/>
              <a:pathLst>
                <a:path extrusionOk="0" h="2886" w="3511">
                  <a:moveTo>
                    <a:pt x="212" y="0"/>
                  </a:moveTo>
                  <a:cubicBezTo>
                    <a:pt x="96" y="0"/>
                    <a:pt x="0" y="97"/>
                    <a:pt x="0" y="212"/>
                  </a:cubicBezTo>
                  <a:lnTo>
                    <a:pt x="0" y="375"/>
                  </a:lnTo>
                  <a:lnTo>
                    <a:pt x="1404" y="1443"/>
                  </a:lnTo>
                  <a:lnTo>
                    <a:pt x="1760" y="1702"/>
                  </a:lnTo>
                  <a:lnTo>
                    <a:pt x="3318" y="2885"/>
                  </a:lnTo>
                  <a:cubicBezTo>
                    <a:pt x="3424" y="2885"/>
                    <a:pt x="3510" y="2789"/>
                    <a:pt x="3510" y="2683"/>
                  </a:cubicBezTo>
                  <a:lnTo>
                    <a:pt x="3510" y="2501"/>
                  </a:lnTo>
                  <a:lnTo>
                    <a:pt x="2106" y="1443"/>
                  </a:lnTo>
                  <a:lnTo>
                    <a:pt x="1750" y="1164"/>
                  </a:lnTo>
                  <a:lnTo>
                    <a:pt x="221" y="0"/>
                  </a:lnTo>
                  <a:close/>
                </a:path>
              </a:pathLst>
            </a:custGeom>
            <a:solidFill>
              <a:srgbClr val="A9BAC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026" name="Google Shape;17026;p45"/>
            <p:cNvSpPr/>
            <p:nvPr/>
          </p:nvSpPr>
          <p:spPr>
            <a:xfrm>
              <a:off x="1578587" y="1619866"/>
              <a:ext cx="60418" cy="58302"/>
            </a:xfrm>
            <a:custGeom>
              <a:rect b="b" l="l" r="r" t="t"/>
              <a:pathLst>
                <a:path extrusionOk="0" h="2231" w="2312">
                  <a:moveTo>
                    <a:pt x="241" y="1"/>
                  </a:moveTo>
                  <a:cubicBezTo>
                    <a:pt x="105" y="1"/>
                    <a:pt x="0" y="136"/>
                    <a:pt x="42" y="279"/>
                  </a:cubicBezTo>
                  <a:lnTo>
                    <a:pt x="562" y="2077"/>
                  </a:lnTo>
                  <a:cubicBezTo>
                    <a:pt x="594" y="2180"/>
                    <a:pt x="682" y="2231"/>
                    <a:pt x="771" y="2231"/>
                  </a:cubicBezTo>
                  <a:cubicBezTo>
                    <a:pt x="863" y="2231"/>
                    <a:pt x="955" y="2175"/>
                    <a:pt x="985" y="2067"/>
                  </a:cubicBezTo>
                  <a:lnTo>
                    <a:pt x="1177" y="1308"/>
                  </a:lnTo>
                  <a:cubicBezTo>
                    <a:pt x="1196" y="1231"/>
                    <a:pt x="1254" y="1163"/>
                    <a:pt x="1331" y="1144"/>
                  </a:cubicBezTo>
                  <a:lnTo>
                    <a:pt x="2100" y="952"/>
                  </a:lnTo>
                  <a:cubicBezTo>
                    <a:pt x="2312" y="894"/>
                    <a:pt x="2312" y="596"/>
                    <a:pt x="2110" y="538"/>
                  </a:cubicBezTo>
                  <a:lnTo>
                    <a:pt x="302" y="9"/>
                  </a:lnTo>
                  <a:cubicBezTo>
                    <a:pt x="281" y="3"/>
                    <a:pt x="261" y="1"/>
                    <a:pt x="241" y="1"/>
                  </a:cubicBezTo>
                  <a:close/>
                </a:path>
              </a:pathLst>
            </a:custGeom>
            <a:solidFill>
              <a:srgbClr val="526A7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027" name="Google Shape;17027;p45"/>
            <p:cNvSpPr/>
            <p:nvPr/>
          </p:nvSpPr>
          <p:spPr>
            <a:xfrm>
              <a:off x="1359597" y="1542200"/>
              <a:ext cx="122248" cy="143781"/>
            </a:xfrm>
            <a:custGeom>
              <a:rect b="b" l="l" r="r" t="t"/>
              <a:pathLst>
                <a:path extrusionOk="0" h="5502" w="4678">
                  <a:moveTo>
                    <a:pt x="2361" y="1866"/>
                  </a:moveTo>
                  <a:cubicBezTo>
                    <a:pt x="2393" y="1866"/>
                    <a:pt x="2427" y="1885"/>
                    <a:pt x="2441" y="1924"/>
                  </a:cubicBezTo>
                  <a:lnTo>
                    <a:pt x="2845" y="3251"/>
                  </a:lnTo>
                  <a:cubicBezTo>
                    <a:pt x="2855" y="3308"/>
                    <a:pt x="2826" y="3356"/>
                    <a:pt x="2768" y="3356"/>
                  </a:cubicBezTo>
                  <a:lnTo>
                    <a:pt x="1951" y="3356"/>
                  </a:lnTo>
                  <a:cubicBezTo>
                    <a:pt x="1903" y="3356"/>
                    <a:pt x="1864" y="3308"/>
                    <a:pt x="1883" y="3260"/>
                  </a:cubicBezTo>
                  <a:lnTo>
                    <a:pt x="2287" y="1924"/>
                  </a:lnTo>
                  <a:cubicBezTo>
                    <a:pt x="2297" y="1885"/>
                    <a:pt x="2328" y="1866"/>
                    <a:pt x="2361" y="1866"/>
                  </a:cubicBezTo>
                  <a:close/>
                  <a:moveTo>
                    <a:pt x="2191" y="0"/>
                  </a:moveTo>
                  <a:cubicBezTo>
                    <a:pt x="1845" y="0"/>
                    <a:pt x="1537" y="222"/>
                    <a:pt x="1422" y="558"/>
                  </a:cubicBezTo>
                  <a:lnTo>
                    <a:pt x="114" y="4616"/>
                  </a:lnTo>
                  <a:cubicBezTo>
                    <a:pt x="1" y="5148"/>
                    <a:pt x="422" y="5502"/>
                    <a:pt x="840" y="5502"/>
                  </a:cubicBezTo>
                  <a:cubicBezTo>
                    <a:pt x="1095" y="5502"/>
                    <a:pt x="1348" y="5370"/>
                    <a:pt x="1480" y="5068"/>
                  </a:cubicBezTo>
                  <a:lnTo>
                    <a:pt x="1605" y="4703"/>
                  </a:lnTo>
                  <a:cubicBezTo>
                    <a:pt x="1691" y="4433"/>
                    <a:pt x="1941" y="4251"/>
                    <a:pt x="2230" y="4251"/>
                  </a:cubicBezTo>
                  <a:lnTo>
                    <a:pt x="2460" y="4251"/>
                  </a:lnTo>
                  <a:cubicBezTo>
                    <a:pt x="2749" y="4251"/>
                    <a:pt x="2999" y="4433"/>
                    <a:pt x="3085" y="4703"/>
                  </a:cubicBezTo>
                  <a:lnTo>
                    <a:pt x="3210" y="5068"/>
                  </a:lnTo>
                  <a:cubicBezTo>
                    <a:pt x="3348" y="5358"/>
                    <a:pt x="3599" y="5484"/>
                    <a:pt x="3849" y="5484"/>
                  </a:cubicBezTo>
                  <a:cubicBezTo>
                    <a:pt x="4264" y="5484"/>
                    <a:pt x="4678" y="5138"/>
                    <a:pt x="4576" y="4616"/>
                  </a:cubicBezTo>
                  <a:lnTo>
                    <a:pt x="3258" y="558"/>
                  </a:lnTo>
                  <a:cubicBezTo>
                    <a:pt x="3153" y="222"/>
                    <a:pt x="2845" y="0"/>
                    <a:pt x="2499" y="0"/>
                  </a:cubicBezTo>
                  <a:close/>
                </a:path>
              </a:pathLst>
            </a:custGeom>
            <a:solidFill>
              <a:srgbClr val="4F647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7028" name="Google Shape;17028;p45"/>
          <p:cNvGrpSpPr/>
          <p:nvPr/>
        </p:nvGrpSpPr>
        <p:grpSpPr>
          <a:xfrm>
            <a:off x="2220479" y="1315349"/>
            <a:ext cx="337005" cy="366639"/>
            <a:chOff x="2220479" y="1499997"/>
            <a:chExt cx="337005" cy="366639"/>
          </a:xfrm>
        </p:grpSpPr>
        <p:sp>
          <p:nvSpPr>
            <p:cNvPr id="17029" name="Google Shape;17029;p45"/>
            <p:cNvSpPr/>
            <p:nvPr/>
          </p:nvSpPr>
          <p:spPr>
            <a:xfrm>
              <a:off x="2249121" y="1517584"/>
              <a:ext cx="279722" cy="331073"/>
            </a:xfrm>
            <a:custGeom>
              <a:rect b="b" l="l" r="r" t="t"/>
              <a:pathLst>
                <a:path extrusionOk="0" h="12669" w="10704">
                  <a:moveTo>
                    <a:pt x="5405" y="4784"/>
                  </a:moveTo>
                  <a:cubicBezTo>
                    <a:pt x="5563" y="4784"/>
                    <a:pt x="5722" y="4875"/>
                    <a:pt x="5780" y="5058"/>
                  </a:cubicBezTo>
                  <a:lnTo>
                    <a:pt x="6424" y="7183"/>
                  </a:lnTo>
                  <a:cubicBezTo>
                    <a:pt x="6499" y="7419"/>
                    <a:pt x="6334" y="7655"/>
                    <a:pt x="6092" y="7655"/>
                  </a:cubicBezTo>
                  <a:cubicBezTo>
                    <a:pt x="6087" y="7655"/>
                    <a:pt x="6083" y="7655"/>
                    <a:pt x="6078" y="7654"/>
                  </a:cubicBezTo>
                  <a:lnTo>
                    <a:pt x="4731" y="7654"/>
                  </a:lnTo>
                  <a:cubicBezTo>
                    <a:pt x="4481" y="7654"/>
                    <a:pt x="4299" y="7414"/>
                    <a:pt x="4385" y="7183"/>
                  </a:cubicBezTo>
                  <a:lnTo>
                    <a:pt x="5030" y="5058"/>
                  </a:lnTo>
                  <a:cubicBezTo>
                    <a:pt x="5087" y="4875"/>
                    <a:pt x="5246" y="4784"/>
                    <a:pt x="5405" y="4784"/>
                  </a:cubicBezTo>
                  <a:close/>
                  <a:moveTo>
                    <a:pt x="5010" y="0"/>
                  </a:moveTo>
                  <a:cubicBezTo>
                    <a:pt x="4212" y="0"/>
                    <a:pt x="3501" y="519"/>
                    <a:pt x="3260" y="1269"/>
                  </a:cubicBezTo>
                  <a:lnTo>
                    <a:pt x="270" y="10539"/>
                  </a:lnTo>
                  <a:cubicBezTo>
                    <a:pt x="0" y="11395"/>
                    <a:pt x="472" y="12299"/>
                    <a:pt x="1327" y="12578"/>
                  </a:cubicBezTo>
                  <a:cubicBezTo>
                    <a:pt x="1497" y="12634"/>
                    <a:pt x="1669" y="12660"/>
                    <a:pt x="1838" y="12660"/>
                  </a:cubicBezTo>
                  <a:cubicBezTo>
                    <a:pt x="2514" y="12660"/>
                    <a:pt x="3147" y="12236"/>
                    <a:pt x="3385" y="11559"/>
                  </a:cubicBezTo>
                  <a:lnTo>
                    <a:pt x="3655" y="10751"/>
                  </a:lnTo>
                  <a:cubicBezTo>
                    <a:pt x="3856" y="10126"/>
                    <a:pt x="4433" y="9712"/>
                    <a:pt x="5087" y="9712"/>
                  </a:cubicBezTo>
                  <a:lnTo>
                    <a:pt x="5616" y="9712"/>
                  </a:lnTo>
                  <a:cubicBezTo>
                    <a:pt x="5741" y="9712"/>
                    <a:pt x="5857" y="9722"/>
                    <a:pt x="5982" y="9751"/>
                  </a:cubicBezTo>
                  <a:cubicBezTo>
                    <a:pt x="6482" y="9876"/>
                    <a:pt x="6895" y="10251"/>
                    <a:pt x="7059" y="10751"/>
                  </a:cubicBezTo>
                  <a:lnTo>
                    <a:pt x="7328" y="11559"/>
                  </a:lnTo>
                  <a:cubicBezTo>
                    <a:pt x="7559" y="12237"/>
                    <a:pt x="8193" y="12669"/>
                    <a:pt x="8877" y="12669"/>
                  </a:cubicBezTo>
                  <a:cubicBezTo>
                    <a:pt x="9045" y="12669"/>
                    <a:pt x="9216" y="12643"/>
                    <a:pt x="9386" y="12588"/>
                  </a:cubicBezTo>
                  <a:cubicBezTo>
                    <a:pt x="10232" y="12309"/>
                    <a:pt x="10703" y="11395"/>
                    <a:pt x="10443" y="10549"/>
                  </a:cubicBezTo>
                  <a:lnTo>
                    <a:pt x="10434" y="10539"/>
                  </a:lnTo>
                  <a:lnTo>
                    <a:pt x="7443" y="1269"/>
                  </a:lnTo>
                  <a:cubicBezTo>
                    <a:pt x="7193" y="519"/>
                    <a:pt x="6491" y="0"/>
                    <a:pt x="5693" y="0"/>
                  </a:cubicBezTo>
                  <a:close/>
                </a:path>
              </a:pathLst>
            </a:custGeom>
            <a:solidFill>
              <a:srgbClr val="B7C5D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030" name="Google Shape;17030;p45"/>
            <p:cNvSpPr/>
            <p:nvPr/>
          </p:nvSpPr>
          <p:spPr>
            <a:xfrm>
              <a:off x="2281786" y="1520772"/>
              <a:ext cx="247057" cy="327884"/>
            </a:xfrm>
            <a:custGeom>
              <a:rect b="b" l="l" r="r" t="t"/>
              <a:pathLst>
                <a:path extrusionOk="0" h="12547" w="9454">
                  <a:moveTo>
                    <a:pt x="4155" y="4662"/>
                  </a:moveTo>
                  <a:cubicBezTo>
                    <a:pt x="4313" y="4662"/>
                    <a:pt x="4472" y="4753"/>
                    <a:pt x="4530" y="4936"/>
                  </a:cubicBezTo>
                  <a:lnTo>
                    <a:pt x="5174" y="7061"/>
                  </a:lnTo>
                  <a:cubicBezTo>
                    <a:pt x="5249" y="7297"/>
                    <a:pt x="5084" y="7533"/>
                    <a:pt x="4842" y="7533"/>
                  </a:cubicBezTo>
                  <a:cubicBezTo>
                    <a:pt x="4837" y="7533"/>
                    <a:pt x="4833" y="7533"/>
                    <a:pt x="4828" y="7532"/>
                  </a:cubicBezTo>
                  <a:lnTo>
                    <a:pt x="3481" y="7532"/>
                  </a:lnTo>
                  <a:cubicBezTo>
                    <a:pt x="3231" y="7532"/>
                    <a:pt x="3049" y="7292"/>
                    <a:pt x="3135" y="7061"/>
                  </a:cubicBezTo>
                  <a:lnTo>
                    <a:pt x="3780" y="4936"/>
                  </a:lnTo>
                  <a:cubicBezTo>
                    <a:pt x="3837" y="4753"/>
                    <a:pt x="3996" y="4662"/>
                    <a:pt x="4155" y="4662"/>
                  </a:cubicBezTo>
                  <a:close/>
                  <a:moveTo>
                    <a:pt x="4722" y="1"/>
                  </a:moveTo>
                  <a:cubicBezTo>
                    <a:pt x="4083" y="1"/>
                    <a:pt x="3443" y="383"/>
                    <a:pt x="3251" y="1147"/>
                  </a:cubicBezTo>
                  <a:lnTo>
                    <a:pt x="260" y="10417"/>
                  </a:lnTo>
                  <a:cubicBezTo>
                    <a:pt x="0" y="11235"/>
                    <a:pt x="404" y="12110"/>
                    <a:pt x="1202" y="12437"/>
                  </a:cubicBezTo>
                  <a:cubicBezTo>
                    <a:pt x="1645" y="12254"/>
                    <a:pt x="1981" y="11889"/>
                    <a:pt x="2135" y="11437"/>
                  </a:cubicBezTo>
                  <a:lnTo>
                    <a:pt x="2405" y="10629"/>
                  </a:lnTo>
                  <a:cubicBezTo>
                    <a:pt x="2606" y="10004"/>
                    <a:pt x="3183" y="9590"/>
                    <a:pt x="3837" y="9590"/>
                  </a:cubicBezTo>
                  <a:lnTo>
                    <a:pt x="4366" y="9590"/>
                  </a:lnTo>
                  <a:cubicBezTo>
                    <a:pt x="4491" y="9590"/>
                    <a:pt x="4607" y="9600"/>
                    <a:pt x="4722" y="9629"/>
                  </a:cubicBezTo>
                  <a:cubicBezTo>
                    <a:pt x="5232" y="9754"/>
                    <a:pt x="5645" y="10129"/>
                    <a:pt x="5809" y="10629"/>
                  </a:cubicBezTo>
                  <a:lnTo>
                    <a:pt x="6078" y="11437"/>
                  </a:lnTo>
                  <a:cubicBezTo>
                    <a:pt x="6309" y="12115"/>
                    <a:pt x="6943" y="12547"/>
                    <a:pt x="7627" y="12547"/>
                  </a:cubicBezTo>
                  <a:cubicBezTo>
                    <a:pt x="7795" y="12547"/>
                    <a:pt x="7966" y="12521"/>
                    <a:pt x="8136" y="12466"/>
                  </a:cubicBezTo>
                  <a:cubicBezTo>
                    <a:pt x="8982" y="12187"/>
                    <a:pt x="9453" y="11273"/>
                    <a:pt x="9193" y="10427"/>
                  </a:cubicBezTo>
                  <a:lnTo>
                    <a:pt x="9184" y="10417"/>
                  </a:lnTo>
                  <a:lnTo>
                    <a:pt x="6193" y="1147"/>
                  </a:lnTo>
                  <a:cubicBezTo>
                    <a:pt x="6001" y="383"/>
                    <a:pt x="5361" y="1"/>
                    <a:pt x="4722" y="1"/>
                  </a:cubicBezTo>
                  <a:close/>
                </a:path>
              </a:pathLst>
            </a:custGeom>
            <a:solidFill>
              <a:srgbClr val="A2B5C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031" name="Google Shape;17031;p45"/>
            <p:cNvSpPr/>
            <p:nvPr/>
          </p:nvSpPr>
          <p:spPr>
            <a:xfrm>
              <a:off x="2232527" y="1512044"/>
              <a:ext cx="312884" cy="342545"/>
            </a:xfrm>
            <a:custGeom>
              <a:rect b="b" l="l" r="r" t="t"/>
              <a:pathLst>
                <a:path extrusionOk="0" h="13108" w="11973">
                  <a:moveTo>
                    <a:pt x="11540" y="424"/>
                  </a:moveTo>
                  <a:lnTo>
                    <a:pt x="11540" y="12674"/>
                  </a:lnTo>
                  <a:lnTo>
                    <a:pt x="433" y="12674"/>
                  </a:lnTo>
                  <a:lnTo>
                    <a:pt x="433" y="424"/>
                  </a:lnTo>
                  <a:close/>
                  <a:moveTo>
                    <a:pt x="212" y="1"/>
                  </a:moveTo>
                  <a:cubicBezTo>
                    <a:pt x="97" y="1"/>
                    <a:pt x="1" y="97"/>
                    <a:pt x="1" y="212"/>
                  </a:cubicBezTo>
                  <a:lnTo>
                    <a:pt x="1" y="12896"/>
                  </a:lnTo>
                  <a:cubicBezTo>
                    <a:pt x="1" y="13011"/>
                    <a:pt x="97" y="13107"/>
                    <a:pt x="212" y="13107"/>
                  </a:cubicBezTo>
                  <a:lnTo>
                    <a:pt x="11752" y="13107"/>
                  </a:lnTo>
                  <a:cubicBezTo>
                    <a:pt x="11877" y="13107"/>
                    <a:pt x="11973" y="13011"/>
                    <a:pt x="11973" y="12896"/>
                  </a:cubicBezTo>
                  <a:lnTo>
                    <a:pt x="11973" y="212"/>
                  </a:lnTo>
                  <a:cubicBezTo>
                    <a:pt x="11973" y="97"/>
                    <a:pt x="11877" y="1"/>
                    <a:pt x="11752" y="1"/>
                  </a:cubicBezTo>
                  <a:close/>
                </a:path>
              </a:pathLst>
            </a:custGeom>
            <a:solidFill>
              <a:srgbClr val="768C9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032" name="Google Shape;17032;p45"/>
            <p:cNvSpPr/>
            <p:nvPr/>
          </p:nvSpPr>
          <p:spPr>
            <a:xfrm>
              <a:off x="2220479" y="1499997"/>
              <a:ext cx="35462" cy="35200"/>
            </a:xfrm>
            <a:custGeom>
              <a:rect b="b" l="l" r="r" t="t"/>
              <a:pathLst>
                <a:path extrusionOk="0" h="1347" w="1357">
                  <a:moveTo>
                    <a:pt x="241" y="0"/>
                  </a:moveTo>
                  <a:cubicBezTo>
                    <a:pt x="106" y="0"/>
                    <a:pt x="0" y="106"/>
                    <a:pt x="0" y="231"/>
                  </a:cubicBezTo>
                  <a:lnTo>
                    <a:pt x="0" y="1115"/>
                  </a:lnTo>
                  <a:cubicBezTo>
                    <a:pt x="0" y="1240"/>
                    <a:pt x="106" y="1346"/>
                    <a:pt x="241" y="1346"/>
                  </a:cubicBezTo>
                  <a:lnTo>
                    <a:pt x="1116" y="1346"/>
                  </a:lnTo>
                  <a:cubicBezTo>
                    <a:pt x="1250" y="1346"/>
                    <a:pt x="1356" y="1240"/>
                    <a:pt x="1356" y="1115"/>
                  </a:cubicBezTo>
                  <a:lnTo>
                    <a:pt x="1356" y="231"/>
                  </a:lnTo>
                  <a:cubicBezTo>
                    <a:pt x="1356" y="106"/>
                    <a:pt x="1250" y="0"/>
                    <a:pt x="1116" y="0"/>
                  </a:cubicBezTo>
                  <a:close/>
                </a:path>
              </a:pathLst>
            </a:custGeom>
            <a:solidFill>
              <a:srgbClr val="D1DAE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033" name="Google Shape;17033;p45"/>
            <p:cNvSpPr/>
            <p:nvPr/>
          </p:nvSpPr>
          <p:spPr>
            <a:xfrm>
              <a:off x="2371760" y="1499997"/>
              <a:ext cx="35200" cy="35200"/>
            </a:xfrm>
            <a:custGeom>
              <a:rect b="b" l="l" r="r" t="t"/>
              <a:pathLst>
                <a:path extrusionOk="0" h="1347" w="1347">
                  <a:moveTo>
                    <a:pt x="231" y="0"/>
                  </a:moveTo>
                  <a:cubicBezTo>
                    <a:pt x="106" y="0"/>
                    <a:pt x="0" y="106"/>
                    <a:pt x="0" y="231"/>
                  </a:cubicBezTo>
                  <a:lnTo>
                    <a:pt x="0" y="1115"/>
                  </a:lnTo>
                  <a:cubicBezTo>
                    <a:pt x="0" y="1240"/>
                    <a:pt x="106" y="1346"/>
                    <a:pt x="231" y="1346"/>
                  </a:cubicBezTo>
                  <a:lnTo>
                    <a:pt x="1115" y="1346"/>
                  </a:lnTo>
                  <a:cubicBezTo>
                    <a:pt x="1241" y="1346"/>
                    <a:pt x="1346" y="1240"/>
                    <a:pt x="1346" y="1115"/>
                  </a:cubicBezTo>
                  <a:lnTo>
                    <a:pt x="1346" y="231"/>
                  </a:lnTo>
                  <a:cubicBezTo>
                    <a:pt x="1346" y="106"/>
                    <a:pt x="1241" y="0"/>
                    <a:pt x="1115" y="0"/>
                  </a:cubicBezTo>
                  <a:close/>
                </a:path>
              </a:pathLst>
            </a:custGeom>
            <a:solidFill>
              <a:srgbClr val="D1DAE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034" name="Google Shape;17034;p45"/>
            <p:cNvSpPr/>
            <p:nvPr/>
          </p:nvSpPr>
          <p:spPr>
            <a:xfrm>
              <a:off x="2522022" y="1499997"/>
              <a:ext cx="35462" cy="35200"/>
            </a:xfrm>
            <a:custGeom>
              <a:rect b="b" l="l" r="r" t="t"/>
              <a:pathLst>
                <a:path extrusionOk="0" h="1347" w="1357">
                  <a:moveTo>
                    <a:pt x="241" y="0"/>
                  </a:moveTo>
                  <a:cubicBezTo>
                    <a:pt x="106" y="0"/>
                    <a:pt x="0" y="106"/>
                    <a:pt x="0" y="231"/>
                  </a:cubicBezTo>
                  <a:lnTo>
                    <a:pt x="0" y="1115"/>
                  </a:lnTo>
                  <a:cubicBezTo>
                    <a:pt x="0" y="1240"/>
                    <a:pt x="106" y="1346"/>
                    <a:pt x="241" y="1346"/>
                  </a:cubicBezTo>
                  <a:lnTo>
                    <a:pt x="1116" y="1346"/>
                  </a:lnTo>
                  <a:cubicBezTo>
                    <a:pt x="1251" y="1346"/>
                    <a:pt x="1356" y="1240"/>
                    <a:pt x="1356" y="1115"/>
                  </a:cubicBezTo>
                  <a:lnTo>
                    <a:pt x="1356" y="231"/>
                  </a:lnTo>
                  <a:cubicBezTo>
                    <a:pt x="1356" y="106"/>
                    <a:pt x="1251" y="0"/>
                    <a:pt x="1116" y="0"/>
                  </a:cubicBezTo>
                  <a:close/>
                </a:path>
              </a:pathLst>
            </a:custGeom>
            <a:solidFill>
              <a:srgbClr val="D1DAE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035" name="Google Shape;17035;p45"/>
            <p:cNvSpPr/>
            <p:nvPr/>
          </p:nvSpPr>
          <p:spPr>
            <a:xfrm>
              <a:off x="2220479" y="1831174"/>
              <a:ext cx="35462" cy="35462"/>
            </a:xfrm>
            <a:custGeom>
              <a:rect b="b" l="l" r="r" t="t"/>
              <a:pathLst>
                <a:path extrusionOk="0" h="1357" w="1357">
                  <a:moveTo>
                    <a:pt x="241" y="1"/>
                  </a:moveTo>
                  <a:cubicBezTo>
                    <a:pt x="106" y="1"/>
                    <a:pt x="0" y="107"/>
                    <a:pt x="0" y="241"/>
                  </a:cubicBezTo>
                  <a:lnTo>
                    <a:pt x="0" y="1116"/>
                  </a:lnTo>
                  <a:cubicBezTo>
                    <a:pt x="0" y="1251"/>
                    <a:pt x="106" y="1357"/>
                    <a:pt x="241" y="1357"/>
                  </a:cubicBezTo>
                  <a:lnTo>
                    <a:pt x="1116" y="1357"/>
                  </a:lnTo>
                  <a:cubicBezTo>
                    <a:pt x="1250" y="1357"/>
                    <a:pt x="1356" y="1251"/>
                    <a:pt x="1356" y="1116"/>
                  </a:cubicBezTo>
                  <a:lnTo>
                    <a:pt x="1356" y="241"/>
                  </a:lnTo>
                  <a:cubicBezTo>
                    <a:pt x="1356" y="107"/>
                    <a:pt x="1250" y="1"/>
                    <a:pt x="1116" y="1"/>
                  </a:cubicBezTo>
                  <a:close/>
                </a:path>
              </a:pathLst>
            </a:custGeom>
            <a:solidFill>
              <a:srgbClr val="D1DAE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036" name="Google Shape;17036;p45"/>
            <p:cNvSpPr/>
            <p:nvPr/>
          </p:nvSpPr>
          <p:spPr>
            <a:xfrm>
              <a:off x="2371760" y="1831435"/>
              <a:ext cx="35200" cy="35200"/>
            </a:xfrm>
            <a:custGeom>
              <a:rect b="b" l="l" r="r" t="t"/>
              <a:pathLst>
                <a:path extrusionOk="0" h="1347" w="1347">
                  <a:moveTo>
                    <a:pt x="240" y="1"/>
                  </a:moveTo>
                  <a:cubicBezTo>
                    <a:pt x="106" y="1"/>
                    <a:pt x="0" y="106"/>
                    <a:pt x="0" y="241"/>
                  </a:cubicBezTo>
                  <a:lnTo>
                    <a:pt x="0" y="1106"/>
                  </a:lnTo>
                  <a:cubicBezTo>
                    <a:pt x="0" y="1231"/>
                    <a:pt x="106" y="1347"/>
                    <a:pt x="240" y="1347"/>
                  </a:cubicBezTo>
                  <a:lnTo>
                    <a:pt x="1106" y="1347"/>
                  </a:lnTo>
                  <a:cubicBezTo>
                    <a:pt x="1241" y="1347"/>
                    <a:pt x="1346" y="1231"/>
                    <a:pt x="1346" y="1106"/>
                  </a:cubicBezTo>
                  <a:lnTo>
                    <a:pt x="1346" y="241"/>
                  </a:lnTo>
                  <a:cubicBezTo>
                    <a:pt x="1346" y="106"/>
                    <a:pt x="1241" y="1"/>
                    <a:pt x="1106" y="1"/>
                  </a:cubicBezTo>
                  <a:close/>
                </a:path>
              </a:pathLst>
            </a:custGeom>
            <a:solidFill>
              <a:srgbClr val="D1DAE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037" name="Google Shape;17037;p45"/>
            <p:cNvSpPr/>
            <p:nvPr/>
          </p:nvSpPr>
          <p:spPr>
            <a:xfrm>
              <a:off x="2522022" y="1831174"/>
              <a:ext cx="35462" cy="35462"/>
            </a:xfrm>
            <a:custGeom>
              <a:rect b="b" l="l" r="r" t="t"/>
              <a:pathLst>
                <a:path extrusionOk="0" h="1357" w="1357">
                  <a:moveTo>
                    <a:pt x="241" y="1"/>
                  </a:moveTo>
                  <a:cubicBezTo>
                    <a:pt x="106" y="1"/>
                    <a:pt x="0" y="107"/>
                    <a:pt x="0" y="241"/>
                  </a:cubicBezTo>
                  <a:lnTo>
                    <a:pt x="0" y="1116"/>
                  </a:lnTo>
                  <a:cubicBezTo>
                    <a:pt x="0" y="1251"/>
                    <a:pt x="106" y="1357"/>
                    <a:pt x="241" y="1357"/>
                  </a:cubicBezTo>
                  <a:lnTo>
                    <a:pt x="1116" y="1357"/>
                  </a:lnTo>
                  <a:cubicBezTo>
                    <a:pt x="1251" y="1357"/>
                    <a:pt x="1356" y="1251"/>
                    <a:pt x="1356" y="1116"/>
                  </a:cubicBezTo>
                  <a:lnTo>
                    <a:pt x="1356" y="241"/>
                  </a:lnTo>
                  <a:cubicBezTo>
                    <a:pt x="1356" y="107"/>
                    <a:pt x="1251" y="1"/>
                    <a:pt x="1116" y="1"/>
                  </a:cubicBezTo>
                  <a:close/>
                </a:path>
              </a:pathLst>
            </a:custGeom>
            <a:solidFill>
              <a:srgbClr val="D1DAE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038" name="Google Shape;17038;p45"/>
            <p:cNvSpPr/>
            <p:nvPr/>
          </p:nvSpPr>
          <p:spPr>
            <a:xfrm>
              <a:off x="2220479" y="1666095"/>
              <a:ext cx="35462" cy="35200"/>
            </a:xfrm>
            <a:custGeom>
              <a:rect b="b" l="l" r="r" t="t"/>
              <a:pathLst>
                <a:path extrusionOk="0" h="1347" w="1357">
                  <a:moveTo>
                    <a:pt x="241" y="0"/>
                  </a:moveTo>
                  <a:cubicBezTo>
                    <a:pt x="106" y="0"/>
                    <a:pt x="0" y="106"/>
                    <a:pt x="0" y="231"/>
                  </a:cubicBezTo>
                  <a:lnTo>
                    <a:pt x="0" y="1116"/>
                  </a:lnTo>
                  <a:cubicBezTo>
                    <a:pt x="0" y="1241"/>
                    <a:pt x="106" y="1346"/>
                    <a:pt x="241" y="1346"/>
                  </a:cubicBezTo>
                  <a:lnTo>
                    <a:pt x="1116" y="1346"/>
                  </a:lnTo>
                  <a:cubicBezTo>
                    <a:pt x="1250" y="1346"/>
                    <a:pt x="1356" y="1241"/>
                    <a:pt x="1356" y="1116"/>
                  </a:cubicBezTo>
                  <a:lnTo>
                    <a:pt x="1356" y="231"/>
                  </a:lnTo>
                  <a:cubicBezTo>
                    <a:pt x="1356" y="106"/>
                    <a:pt x="1250" y="0"/>
                    <a:pt x="1116" y="0"/>
                  </a:cubicBezTo>
                  <a:close/>
                </a:path>
              </a:pathLst>
            </a:custGeom>
            <a:solidFill>
              <a:srgbClr val="D1DAE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039" name="Google Shape;17039;p45"/>
            <p:cNvSpPr/>
            <p:nvPr/>
          </p:nvSpPr>
          <p:spPr>
            <a:xfrm>
              <a:off x="2522022" y="1666095"/>
              <a:ext cx="35462" cy="35200"/>
            </a:xfrm>
            <a:custGeom>
              <a:rect b="b" l="l" r="r" t="t"/>
              <a:pathLst>
                <a:path extrusionOk="0" h="1347" w="1357">
                  <a:moveTo>
                    <a:pt x="241" y="0"/>
                  </a:moveTo>
                  <a:cubicBezTo>
                    <a:pt x="106" y="0"/>
                    <a:pt x="0" y="106"/>
                    <a:pt x="0" y="231"/>
                  </a:cubicBezTo>
                  <a:lnTo>
                    <a:pt x="0" y="1116"/>
                  </a:lnTo>
                  <a:cubicBezTo>
                    <a:pt x="0" y="1241"/>
                    <a:pt x="106" y="1346"/>
                    <a:pt x="241" y="1346"/>
                  </a:cubicBezTo>
                  <a:lnTo>
                    <a:pt x="1116" y="1346"/>
                  </a:lnTo>
                  <a:cubicBezTo>
                    <a:pt x="1251" y="1346"/>
                    <a:pt x="1356" y="1241"/>
                    <a:pt x="1356" y="1116"/>
                  </a:cubicBezTo>
                  <a:lnTo>
                    <a:pt x="1356" y="231"/>
                  </a:lnTo>
                  <a:cubicBezTo>
                    <a:pt x="1356" y="106"/>
                    <a:pt x="1251" y="0"/>
                    <a:pt x="1116" y="0"/>
                  </a:cubicBezTo>
                  <a:close/>
                </a:path>
              </a:pathLst>
            </a:custGeom>
            <a:solidFill>
              <a:srgbClr val="D1DAE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7040" name="Google Shape;17040;p45"/>
          <p:cNvGrpSpPr/>
          <p:nvPr/>
        </p:nvGrpSpPr>
        <p:grpSpPr>
          <a:xfrm>
            <a:off x="4105155" y="2241328"/>
            <a:ext cx="87230" cy="366430"/>
            <a:chOff x="4105155" y="2425976"/>
            <a:chExt cx="87230" cy="366430"/>
          </a:xfrm>
        </p:grpSpPr>
        <p:sp>
          <p:nvSpPr>
            <p:cNvPr id="17041" name="Google Shape;17041;p45"/>
            <p:cNvSpPr/>
            <p:nvPr/>
          </p:nvSpPr>
          <p:spPr>
            <a:xfrm>
              <a:off x="4105155" y="2425976"/>
              <a:ext cx="87230" cy="366430"/>
            </a:xfrm>
            <a:custGeom>
              <a:rect b="b" l="l" r="r" t="t"/>
              <a:pathLst>
                <a:path extrusionOk="0" h="14022" w="3338">
                  <a:moveTo>
                    <a:pt x="1670" y="1"/>
                  </a:moveTo>
                  <a:cubicBezTo>
                    <a:pt x="1448" y="1"/>
                    <a:pt x="1226" y="114"/>
                    <a:pt x="1106" y="338"/>
                  </a:cubicBezTo>
                  <a:lnTo>
                    <a:pt x="943" y="645"/>
                  </a:lnTo>
                  <a:lnTo>
                    <a:pt x="164" y="2857"/>
                  </a:lnTo>
                  <a:cubicBezTo>
                    <a:pt x="58" y="3059"/>
                    <a:pt x="0" y="3280"/>
                    <a:pt x="0" y="3511"/>
                  </a:cubicBezTo>
                  <a:lnTo>
                    <a:pt x="0" y="13031"/>
                  </a:lnTo>
                  <a:cubicBezTo>
                    <a:pt x="0" y="13579"/>
                    <a:pt x="452" y="14021"/>
                    <a:pt x="1000" y="14021"/>
                  </a:cubicBezTo>
                  <a:lnTo>
                    <a:pt x="2347" y="14021"/>
                  </a:lnTo>
                  <a:cubicBezTo>
                    <a:pt x="2895" y="14021"/>
                    <a:pt x="3337" y="13579"/>
                    <a:pt x="3337" y="13031"/>
                  </a:cubicBezTo>
                  <a:lnTo>
                    <a:pt x="3337" y="3511"/>
                  </a:lnTo>
                  <a:cubicBezTo>
                    <a:pt x="3337" y="3280"/>
                    <a:pt x="3279" y="3059"/>
                    <a:pt x="3174" y="2857"/>
                  </a:cubicBezTo>
                  <a:lnTo>
                    <a:pt x="2395" y="655"/>
                  </a:lnTo>
                  <a:lnTo>
                    <a:pt x="2231" y="338"/>
                  </a:lnTo>
                  <a:lnTo>
                    <a:pt x="2212" y="299"/>
                  </a:lnTo>
                  <a:cubicBezTo>
                    <a:pt x="2087" y="99"/>
                    <a:pt x="1878" y="1"/>
                    <a:pt x="1670" y="1"/>
                  </a:cubicBezTo>
                  <a:close/>
                </a:path>
              </a:pathLst>
            </a:custGeom>
            <a:solidFill>
              <a:srgbClr val="8599A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042" name="Google Shape;17042;p45"/>
            <p:cNvSpPr/>
            <p:nvPr/>
          </p:nvSpPr>
          <p:spPr>
            <a:xfrm>
              <a:off x="4133561" y="2433789"/>
              <a:ext cx="58824" cy="358616"/>
            </a:xfrm>
            <a:custGeom>
              <a:rect b="b" l="l" r="r" t="t"/>
              <a:pathLst>
                <a:path extrusionOk="0" h="13723" w="2251">
                  <a:moveTo>
                    <a:pt x="1125" y="0"/>
                  </a:moveTo>
                  <a:cubicBezTo>
                    <a:pt x="1115" y="19"/>
                    <a:pt x="1115" y="29"/>
                    <a:pt x="1106" y="39"/>
                  </a:cubicBezTo>
                  <a:lnTo>
                    <a:pt x="942" y="346"/>
                  </a:lnTo>
                  <a:lnTo>
                    <a:pt x="164" y="2558"/>
                  </a:lnTo>
                  <a:cubicBezTo>
                    <a:pt x="58" y="2760"/>
                    <a:pt x="10" y="2981"/>
                    <a:pt x="0" y="3212"/>
                  </a:cubicBezTo>
                  <a:lnTo>
                    <a:pt x="0" y="12732"/>
                  </a:lnTo>
                  <a:cubicBezTo>
                    <a:pt x="0" y="13280"/>
                    <a:pt x="452" y="13722"/>
                    <a:pt x="1000" y="13722"/>
                  </a:cubicBezTo>
                  <a:lnTo>
                    <a:pt x="1260" y="13722"/>
                  </a:lnTo>
                  <a:cubicBezTo>
                    <a:pt x="1808" y="13722"/>
                    <a:pt x="2250" y="13280"/>
                    <a:pt x="2250" y="12732"/>
                  </a:cubicBezTo>
                  <a:lnTo>
                    <a:pt x="2250" y="3212"/>
                  </a:lnTo>
                  <a:cubicBezTo>
                    <a:pt x="2250" y="2981"/>
                    <a:pt x="2192" y="2760"/>
                    <a:pt x="2087" y="2558"/>
                  </a:cubicBezTo>
                  <a:lnTo>
                    <a:pt x="1308" y="356"/>
                  </a:lnTo>
                  <a:lnTo>
                    <a:pt x="1144" y="39"/>
                  </a:lnTo>
                  <a:lnTo>
                    <a:pt x="1125" y="0"/>
                  </a:lnTo>
                  <a:close/>
                </a:path>
              </a:pathLst>
            </a:custGeom>
            <a:solidFill>
              <a:srgbClr val="C5D0D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043" name="Google Shape;17043;p45"/>
            <p:cNvSpPr/>
            <p:nvPr/>
          </p:nvSpPr>
          <p:spPr>
            <a:xfrm>
              <a:off x="4105155" y="2509417"/>
              <a:ext cx="87230" cy="282989"/>
            </a:xfrm>
            <a:custGeom>
              <a:rect b="b" l="l" r="r" t="t"/>
              <a:pathLst>
                <a:path extrusionOk="0" h="10829" w="3338">
                  <a:moveTo>
                    <a:pt x="39" y="1"/>
                  </a:moveTo>
                  <a:cubicBezTo>
                    <a:pt x="20" y="106"/>
                    <a:pt x="0" y="212"/>
                    <a:pt x="0" y="318"/>
                  </a:cubicBezTo>
                  <a:lnTo>
                    <a:pt x="0" y="9838"/>
                  </a:lnTo>
                  <a:cubicBezTo>
                    <a:pt x="0" y="10386"/>
                    <a:pt x="452" y="10828"/>
                    <a:pt x="1000" y="10828"/>
                  </a:cubicBezTo>
                  <a:lnTo>
                    <a:pt x="2347" y="10828"/>
                  </a:lnTo>
                  <a:cubicBezTo>
                    <a:pt x="2895" y="10828"/>
                    <a:pt x="3337" y="10386"/>
                    <a:pt x="3337" y="9838"/>
                  </a:cubicBezTo>
                  <a:lnTo>
                    <a:pt x="3337" y="318"/>
                  </a:lnTo>
                  <a:cubicBezTo>
                    <a:pt x="3337" y="212"/>
                    <a:pt x="3328" y="106"/>
                    <a:pt x="3299" y="1"/>
                  </a:cubicBezTo>
                  <a:close/>
                </a:path>
              </a:pathLst>
            </a:custGeom>
            <a:solidFill>
              <a:srgbClr val="6E829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044" name="Google Shape;17044;p45"/>
            <p:cNvSpPr/>
            <p:nvPr/>
          </p:nvSpPr>
          <p:spPr>
            <a:xfrm>
              <a:off x="4133561" y="2509417"/>
              <a:ext cx="58824" cy="282989"/>
            </a:xfrm>
            <a:custGeom>
              <a:rect b="b" l="l" r="r" t="t"/>
              <a:pathLst>
                <a:path extrusionOk="0" h="10829" w="2251">
                  <a:moveTo>
                    <a:pt x="39" y="1"/>
                  </a:moveTo>
                  <a:cubicBezTo>
                    <a:pt x="19" y="106"/>
                    <a:pt x="0" y="212"/>
                    <a:pt x="0" y="318"/>
                  </a:cubicBezTo>
                  <a:lnTo>
                    <a:pt x="0" y="9838"/>
                  </a:lnTo>
                  <a:cubicBezTo>
                    <a:pt x="0" y="10386"/>
                    <a:pt x="452" y="10828"/>
                    <a:pt x="1000" y="10828"/>
                  </a:cubicBezTo>
                  <a:lnTo>
                    <a:pt x="1260" y="10828"/>
                  </a:lnTo>
                  <a:cubicBezTo>
                    <a:pt x="1808" y="10828"/>
                    <a:pt x="2250" y="10386"/>
                    <a:pt x="2250" y="9838"/>
                  </a:cubicBezTo>
                  <a:lnTo>
                    <a:pt x="2250" y="318"/>
                  </a:lnTo>
                  <a:cubicBezTo>
                    <a:pt x="2250" y="212"/>
                    <a:pt x="2241" y="106"/>
                    <a:pt x="2212" y="1"/>
                  </a:cubicBezTo>
                  <a:close/>
                </a:path>
              </a:pathLst>
            </a:custGeom>
            <a:solidFill>
              <a:srgbClr val="8599A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045" name="Google Shape;17045;p45"/>
            <p:cNvSpPr/>
            <p:nvPr/>
          </p:nvSpPr>
          <p:spPr>
            <a:xfrm>
              <a:off x="4105155" y="2552901"/>
              <a:ext cx="87230" cy="195262"/>
            </a:xfrm>
            <a:custGeom>
              <a:rect b="b" l="l" r="r" t="t"/>
              <a:pathLst>
                <a:path extrusionOk="0" h="7472" w="3338">
                  <a:moveTo>
                    <a:pt x="0" y="0"/>
                  </a:moveTo>
                  <a:lnTo>
                    <a:pt x="0" y="7472"/>
                  </a:lnTo>
                  <a:lnTo>
                    <a:pt x="3337" y="7472"/>
                  </a:lnTo>
                  <a:lnTo>
                    <a:pt x="3337" y="0"/>
                  </a:lnTo>
                  <a:close/>
                </a:path>
              </a:pathLst>
            </a:custGeom>
            <a:solidFill>
              <a:srgbClr val="5F758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046" name="Google Shape;17046;p45"/>
            <p:cNvSpPr/>
            <p:nvPr/>
          </p:nvSpPr>
          <p:spPr>
            <a:xfrm>
              <a:off x="4133561" y="2552901"/>
              <a:ext cx="58824" cy="195262"/>
            </a:xfrm>
            <a:custGeom>
              <a:rect b="b" l="l" r="r" t="t"/>
              <a:pathLst>
                <a:path extrusionOk="0" h="7472" w="2251">
                  <a:moveTo>
                    <a:pt x="0" y="0"/>
                  </a:moveTo>
                  <a:lnTo>
                    <a:pt x="0" y="7472"/>
                  </a:lnTo>
                  <a:lnTo>
                    <a:pt x="2250" y="7472"/>
                  </a:lnTo>
                  <a:lnTo>
                    <a:pt x="2250" y="0"/>
                  </a:lnTo>
                  <a:close/>
                </a:path>
              </a:pathLst>
            </a:custGeom>
            <a:solidFill>
              <a:srgbClr val="7B8E9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7047" name="Google Shape;17047;p45"/>
          <p:cNvGrpSpPr/>
          <p:nvPr/>
        </p:nvGrpSpPr>
        <p:grpSpPr>
          <a:xfrm>
            <a:off x="1808109" y="2241354"/>
            <a:ext cx="267884" cy="366639"/>
            <a:chOff x="1808109" y="2426002"/>
            <a:chExt cx="267884" cy="366639"/>
          </a:xfrm>
        </p:grpSpPr>
        <p:sp>
          <p:nvSpPr>
            <p:cNvPr id="17048" name="Google Shape;17048;p45"/>
            <p:cNvSpPr/>
            <p:nvPr/>
          </p:nvSpPr>
          <p:spPr>
            <a:xfrm>
              <a:off x="1821671" y="2426002"/>
              <a:ext cx="244025" cy="159591"/>
            </a:xfrm>
            <a:custGeom>
              <a:rect b="b" l="l" r="r" t="t"/>
              <a:pathLst>
                <a:path extrusionOk="0" h="6107" w="9338">
                  <a:moveTo>
                    <a:pt x="645" y="0"/>
                  </a:moveTo>
                  <a:cubicBezTo>
                    <a:pt x="289" y="0"/>
                    <a:pt x="1" y="289"/>
                    <a:pt x="1" y="654"/>
                  </a:cubicBezTo>
                  <a:lnTo>
                    <a:pt x="1" y="6106"/>
                  </a:lnTo>
                  <a:lnTo>
                    <a:pt x="9338" y="6106"/>
                  </a:lnTo>
                  <a:lnTo>
                    <a:pt x="9338" y="654"/>
                  </a:lnTo>
                  <a:cubicBezTo>
                    <a:pt x="9328" y="289"/>
                    <a:pt x="9040" y="0"/>
                    <a:pt x="8684" y="0"/>
                  </a:cubicBezTo>
                  <a:close/>
                </a:path>
              </a:pathLst>
            </a:custGeom>
            <a:solidFill>
              <a:srgbClr val="CBD6D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049" name="Google Shape;17049;p45"/>
            <p:cNvSpPr/>
            <p:nvPr/>
          </p:nvSpPr>
          <p:spPr>
            <a:xfrm>
              <a:off x="1808109" y="2585567"/>
              <a:ext cx="267649" cy="46516"/>
            </a:xfrm>
            <a:custGeom>
              <a:rect b="b" l="l" r="r" t="t"/>
              <a:pathLst>
                <a:path extrusionOk="0" h="1780" w="10242">
                  <a:moveTo>
                    <a:pt x="520" y="0"/>
                  </a:moveTo>
                  <a:lnTo>
                    <a:pt x="0" y="1779"/>
                  </a:lnTo>
                  <a:lnTo>
                    <a:pt x="10241" y="1779"/>
                  </a:lnTo>
                  <a:lnTo>
                    <a:pt x="9847" y="0"/>
                  </a:lnTo>
                  <a:close/>
                </a:path>
              </a:pathLst>
            </a:custGeom>
            <a:solidFill>
              <a:srgbClr val="97ACB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050" name="Google Shape;17050;p45"/>
            <p:cNvSpPr/>
            <p:nvPr/>
          </p:nvSpPr>
          <p:spPr>
            <a:xfrm>
              <a:off x="1808109" y="2632056"/>
              <a:ext cx="267884" cy="59817"/>
            </a:xfrm>
            <a:custGeom>
              <a:rect b="b" l="l" r="r" t="t"/>
              <a:pathLst>
                <a:path extrusionOk="0" h="2289" w="10251">
                  <a:moveTo>
                    <a:pt x="0" y="0"/>
                  </a:moveTo>
                  <a:lnTo>
                    <a:pt x="0" y="1971"/>
                  </a:lnTo>
                  <a:cubicBezTo>
                    <a:pt x="0" y="2145"/>
                    <a:pt x="145" y="2289"/>
                    <a:pt x="318" y="2289"/>
                  </a:cubicBezTo>
                  <a:lnTo>
                    <a:pt x="9924" y="2289"/>
                  </a:lnTo>
                  <a:cubicBezTo>
                    <a:pt x="10107" y="2289"/>
                    <a:pt x="10251" y="2145"/>
                    <a:pt x="10251" y="1971"/>
                  </a:cubicBezTo>
                  <a:lnTo>
                    <a:pt x="10251" y="0"/>
                  </a:lnTo>
                  <a:close/>
                </a:path>
              </a:pathLst>
            </a:custGeom>
            <a:solidFill>
              <a:srgbClr val="869FB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051" name="Google Shape;17051;p45"/>
            <p:cNvSpPr/>
            <p:nvPr/>
          </p:nvSpPr>
          <p:spPr>
            <a:xfrm>
              <a:off x="1842525" y="2426002"/>
              <a:ext cx="223172" cy="159591"/>
            </a:xfrm>
            <a:custGeom>
              <a:rect b="b" l="l" r="r" t="t"/>
              <a:pathLst>
                <a:path extrusionOk="0" h="6107" w="8540">
                  <a:moveTo>
                    <a:pt x="655" y="0"/>
                  </a:moveTo>
                  <a:cubicBezTo>
                    <a:pt x="289" y="0"/>
                    <a:pt x="1" y="289"/>
                    <a:pt x="1" y="654"/>
                  </a:cubicBezTo>
                  <a:lnTo>
                    <a:pt x="1" y="6106"/>
                  </a:lnTo>
                  <a:lnTo>
                    <a:pt x="8540" y="6106"/>
                  </a:lnTo>
                  <a:lnTo>
                    <a:pt x="8540" y="654"/>
                  </a:lnTo>
                  <a:cubicBezTo>
                    <a:pt x="8530" y="289"/>
                    <a:pt x="8242" y="0"/>
                    <a:pt x="7886" y="0"/>
                  </a:cubicBezTo>
                  <a:close/>
                </a:path>
              </a:pathLst>
            </a:custGeom>
            <a:solidFill>
              <a:srgbClr val="EEF1F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052" name="Google Shape;17052;p45"/>
            <p:cNvSpPr/>
            <p:nvPr/>
          </p:nvSpPr>
          <p:spPr>
            <a:xfrm>
              <a:off x="1829224" y="2585567"/>
              <a:ext cx="246534" cy="46516"/>
            </a:xfrm>
            <a:custGeom>
              <a:rect b="b" l="l" r="r" t="t"/>
              <a:pathLst>
                <a:path extrusionOk="0" h="1780" w="9434">
                  <a:moveTo>
                    <a:pt x="510" y="0"/>
                  </a:moveTo>
                  <a:lnTo>
                    <a:pt x="0" y="1779"/>
                  </a:lnTo>
                  <a:lnTo>
                    <a:pt x="9433" y="1779"/>
                  </a:lnTo>
                  <a:lnTo>
                    <a:pt x="9039" y="0"/>
                  </a:lnTo>
                  <a:close/>
                </a:path>
              </a:pathLst>
            </a:custGeom>
            <a:solidFill>
              <a:srgbClr val="A9BBC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053" name="Google Shape;17053;p45"/>
            <p:cNvSpPr/>
            <p:nvPr/>
          </p:nvSpPr>
          <p:spPr>
            <a:xfrm>
              <a:off x="1829224" y="2632056"/>
              <a:ext cx="246769" cy="59817"/>
            </a:xfrm>
            <a:custGeom>
              <a:rect b="b" l="l" r="r" t="t"/>
              <a:pathLst>
                <a:path extrusionOk="0" h="2289" w="9443">
                  <a:moveTo>
                    <a:pt x="0" y="0"/>
                  </a:moveTo>
                  <a:lnTo>
                    <a:pt x="0" y="1971"/>
                  </a:lnTo>
                  <a:cubicBezTo>
                    <a:pt x="0" y="2145"/>
                    <a:pt x="144" y="2289"/>
                    <a:pt x="317" y="2289"/>
                  </a:cubicBezTo>
                  <a:lnTo>
                    <a:pt x="9116" y="2289"/>
                  </a:lnTo>
                  <a:cubicBezTo>
                    <a:pt x="9299" y="2289"/>
                    <a:pt x="9443" y="2145"/>
                    <a:pt x="9443" y="1971"/>
                  </a:cubicBezTo>
                  <a:lnTo>
                    <a:pt x="9443" y="0"/>
                  </a:lnTo>
                  <a:close/>
                </a:path>
              </a:pathLst>
            </a:custGeom>
            <a:solidFill>
              <a:srgbClr val="97ACB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054" name="Google Shape;17054;p45"/>
            <p:cNvSpPr/>
            <p:nvPr/>
          </p:nvSpPr>
          <p:spPr>
            <a:xfrm>
              <a:off x="2015156" y="2444843"/>
              <a:ext cx="27936" cy="24382"/>
            </a:xfrm>
            <a:custGeom>
              <a:rect b="b" l="l" r="r" t="t"/>
              <a:pathLst>
                <a:path extrusionOk="0" h="933" w="1069">
                  <a:moveTo>
                    <a:pt x="126" y="0"/>
                  </a:moveTo>
                  <a:cubicBezTo>
                    <a:pt x="59" y="0"/>
                    <a:pt x="1" y="58"/>
                    <a:pt x="1" y="135"/>
                  </a:cubicBezTo>
                  <a:lnTo>
                    <a:pt x="1" y="808"/>
                  </a:lnTo>
                  <a:cubicBezTo>
                    <a:pt x="1" y="875"/>
                    <a:pt x="59" y="933"/>
                    <a:pt x="126" y="933"/>
                  </a:cubicBezTo>
                  <a:lnTo>
                    <a:pt x="943" y="933"/>
                  </a:lnTo>
                  <a:cubicBezTo>
                    <a:pt x="1011" y="933"/>
                    <a:pt x="1068" y="875"/>
                    <a:pt x="1068" y="808"/>
                  </a:cubicBezTo>
                  <a:lnTo>
                    <a:pt x="1068" y="135"/>
                  </a:lnTo>
                  <a:cubicBezTo>
                    <a:pt x="1068" y="58"/>
                    <a:pt x="1011" y="0"/>
                    <a:pt x="943" y="0"/>
                  </a:cubicBezTo>
                  <a:close/>
                </a:path>
              </a:pathLst>
            </a:custGeom>
            <a:solidFill>
              <a:srgbClr val="B8C2C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055" name="Google Shape;17055;p45"/>
            <p:cNvSpPr/>
            <p:nvPr/>
          </p:nvSpPr>
          <p:spPr>
            <a:xfrm>
              <a:off x="2027987" y="2444843"/>
              <a:ext cx="15105" cy="14843"/>
            </a:xfrm>
            <a:custGeom>
              <a:rect b="b" l="l" r="r" t="t"/>
              <a:pathLst>
                <a:path extrusionOk="0" h="568" w="578">
                  <a:moveTo>
                    <a:pt x="0" y="0"/>
                  </a:moveTo>
                  <a:lnTo>
                    <a:pt x="0" y="433"/>
                  </a:lnTo>
                  <a:cubicBezTo>
                    <a:pt x="0" y="510"/>
                    <a:pt x="48" y="568"/>
                    <a:pt x="125" y="568"/>
                  </a:cubicBezTo>
                  <a:lnTo>
                    <a:pt x="577" y="568"/>
                  </a:lnTo>
                  <a:lnTo>
                    <a:pt x="577" y="135"/>
                  </a:lnTo>
                  <a:cubicBezTo>
                    <a:pt x="577" y="58"/>
                    <a:pt x="520" y="0"/>
                    <a:pt x="452" y="0"/>
                  </a:cubicBezTo>
                  <a:close/>
                </a:path>
              </a:pathLst>
            </a:custGeom>
            <a:solidFill>
              <a:srgbClr val="CFD6D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056" name="Google Shape;17056;p45"/>
            <p:cNvSpPr/>
            <p:nvPr/>
          </p:nvSpPr>
          <p:spPr>
            <a:xfrm>
              <a:off x="1842029" y="2542788"/>
              <a:ext cx="26420" cy="23441"/>
            </a:xfrm>
            <a:custGeom>
              <a:rect b="b" l="l" r="r" t="t"/>
              <a:pathLst>
                <a:path extrusionOk="0" h="897" w="1011">
                  <a:moveTo>
                    <a:pt x="553" y="1"/>
                  </a:moveTo>
                  <a:cubicBezTo>
                    <a:pt x="539" y="1"/>
                    <a:pt x="524" y="1"/>
                    <a:pt x="510" y="3"/>
                  </a:cubicBezTo>
                  <a:cubicBezTo>
                    <a:pt x="481" y="3"/>
                    <a:pt x="443" y="12"/>
                    <a:pt x="414" y="22"/>
                  </a:cubicBezTo>
                  <a:cubicBezTo>
                    <a:pt x="87" y="137"/>
                    <a:pt x="0" y="560"/>
                    <a:pt x="260" y="791"/>
                  </a:cubicBezTo>
                  <a:cubicBezTo>
                    <a:pt x="348" y="863"/>
                    <a:pt x="451" y="896"/>
                    <a:pt x="552" y="896"/>
                  </a:cubicBezTo>
                  <a:cubicBezTo>
                    <a:pt x="761" y="896"/>
                    <a:pt x="962" y="755"/>
                    <a:pt x="1001" y="522"/>
                  </a:cubicBezTo>
                  <a:cubicBezTo>
                    <a:pt x="1010" y="445"/>
                    <a:pt x="1001" y="378"/>
                    <a:pt x="981" y="310"/>
                  </a:cubicBezTo>
                  <a:cubicBezTo>
                    <a:pt x="919" y="122"/>
                    <a:pt x="747" y="1"/>
                    <a:pt x="553" y="1"/>
                  </a:cubicBezTo>
                  <a:close/>
                </a:path>
              </a:pathLst>
            </a:custGeom>
            <a:solidFill>
              <a:srgbClr val="203B5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057" name="Google Shape;17057;p45"/>
            <p:cNvSpPr/>
            <p:nvPr/>
          </p:nvSpPr>
          <p:spPr>
            <a:xfrm>
              <a:off x="2012648" y="2542788"/>
              <a:ext cx="27178" cy="23441"/>
            </a:xfrm>
            <a:custGeom>
              <a:rect b="b" l="l" r="r" t="t"/>
              <a:pathLst>
                <a:path extrusionOk="0" h="897" w="1040">
                  <a:moveTo>
                    <a:pt x="566" y="0"/>
                  </a:moveTo>
                  <a:cubicBezTo>
                    <a:pt x="551" y="0"/>
                    <a:pt x="535" y="1"/>
                    <a:pt x="520" y="3"/>
                  </a:cubicBezTo>
                  <a:cubicBezTo>
                    <a:pt x="183" y="31"/>
                    <a:pt x="1" y="416"/>
                    <a:pt x="193" y="704"/>
                  </a:cubicBezTo>
                  <a:cubicBezTo>
                    <a:pt x="282" y="834"/>
                    <a:pt x="421" y="897"/>
                    <a:pt x="559" y="897"/>
                  </a:cubicBezTo>
                  <a:cubicBezTo>
                    <a:pt x="720" y="897"/>
                    <a:pt x="880" y="812"/>
                    <a:pt x="962" y="647"/>
                  </a:cubicBezTo>
                  <a:cubicBezTo>
                    <a:pt x="982" y="608"/>
                    <a:pt x="1001" y="560"/>
                    <a:pt x="1010" y="522"/>
                  </a:cubicBezTo>
                  <a:cubicBezTo>
                    <a:pt x="1039" y="329"/>
                    <a:pt x="943" y="137"/>
                    <a:pt x="760" y="41"/>
                  </a:cubicBezTo>
                  <a:cubicBezTo>
                    <a:pt x="705" y="17"/>
                    <a:pt x="637" y="0"/>
                    <a:pt x="566" y="0"/>
                  </a:cubicBezTo>
                  <a:close/>
                </a:path>
              </a:pathLst>
            </a:custGeom>
            <a:solidFill>
              <a:srgbClr val="7C91A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058" name="Google Shape;17058;p45"/>
            <p:cNvSpPr/>
            <p:nvPr/>
          </p:nvSpPr>
          <p:spPr>
            <a:xfrm>
              <a:off x="1855095" y="2542788"/>
              <a:ext cx="13354" cy="13693"/>
            </a:xfrm>
            <a:custGeom>
              <a:rect b="b" l="l" r="r" t="t"/>
              <a:pathLst>
                <a:path extrusionOk="0" h="524" w="511">
                  <a:moveTo>
                    <a:pt x="61" y="1"/>
                  </a:moveTo>
                  <a:cubicBezTo>
                    <a:pt x="47" y="1"/>
                    <a:pt x="33" y="1"/>
                    <a:pt x="20" y="3"/>
                  </a:cubicBezTo>
                  <a:cubicBezTo>
                    <a:pt x="0" y="70"/>
                    <a:pt x="10" y="147"/>
                    <a:pt x="29" y="214"/>
                  </a:cubicBezTo>
                  <a:cubicBezTo>
                    <a:pt x="92" y="402"/>
                    <a:pt x="263" y="524"/>
                    <a:pt x="458" y="524"/>
                  </a:cubicBezTo>
                  <a:cubicBezTo>
                    <a:pt x="472" y="524"/>
                    <a:pt x="486" y="523"/>
                    <a:pt x="501" y="522"/>
                  </a:cubicBezTo>
                  <a:cubicBezTo>
                    <a:pt x="510" y="445"/>
                    <a:pt x="501" y="378"/>
                    <a:pt x="481" y="310"/>
                  </a:cubicBezTo>
                  <a:cubicBezTo>
                    <a:pt x="419" y="122"/>
                    <a:pt x="247" y="1"/>
                    <a:pt x="61" y="1"/>
                  </a:cubicBezTo>
                  <a:close/>
                </a:path>
              </a:pathLst>
            </a:custGeom>
            <a:solidFill>
              <a:srgbClr val="4F647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059" name="Google Shape;17059;p45"/>
            <p:cNvSpPr/>
            <p:nvPr/>
          </p:nvSpPr>
          <p:spPr>
            <a:xfrm>
              <a:off x="2025479" y="2542788"/>
              <a:ext cx="14347" cy="13720"/>
            </a:xfrm>
            <a:custGeom>
              <a:rect b="b" l="l" r="r" t="t"/>
              <a:pathLst>
                <a:path extrusionOk="0" h="525" w="549">
                  <a:moveTo>
                    <a:pt x="79" y="0"/>
                  </a:moveTo>
                  <a:cubicBezTo>
                    <a:pt x="65" y="0"/>
                    <a:pt x="52" y="1"/>
                    <a:pt x="39" y="3"/>
                  </a:cubicBezTo>
                  <a:cubicBezTo>
                    <a:pt x="0" y="195"/>
                    <a:pt x="96" y="387"/>
                    <a:pt x="279" y="474"/>
                  </a:cubicBezTo>
                  <a:cubicBezTo>
                    <a:pt x="335" y="506"/>
                    <a:pt x="404" y="524"/>
                    <a:pt x="475" y="524"/>
                  </a:cubicBezTo>
                  <a:cubicBezTo>
                    <a:pt x="490" y="524"/>
                    <a:pt x="505" y="523"/>
                    <a:pt x="519" y="522"/>
                  </a:cubicBezTo>
                  <a:cubicBezTo>
                    <a:pt x="548" y="329"/>
                    <a:pt x="452" y="137"/>
                    <a:pt x="279" y="51"/>
                  </a:cubicBezTo>
                  <a:cubicBezTo>
                    <a:pt x="215" y="19"/>
                    <a:pt x="145" y="0"/>
                    <a:pt x="79" y="0"/>
                  </a:cubicBezTo>
                  <a:close/>
                </a:path>
              </a:pathLst>
            </a:custGeom>
            <a:solidFill>
              <a:srgbClr val="9EAEB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060" name="Google Shape;17060;p45"/>
            <p:cNvSpPr/>
            <p:nvPr/>
          </p:nvSpPr>
          <p:spPr>
            <a:xfrm>
              <a:off x="1864633" y="2661691"/>
              <a:ext cx="154835" cy="130950"/>
            </a:xfrm>
            <a:custGeom>
              <a:rect b="b" l="l" r="r" t="t"/>
              <a:pathLst>
                <a:path extrusionOk="0" h="5011" w="5925">
                  <a:moveTo>
                    <a:pt x="1" y="1"/>
                  </a:moveTo>
                  <a:lnTo>
                    <a:pt x="1" y="4694"/>
                  </a:lnTo>
                  <a:cubicBezTo>
                    <a:pt x="1" y="4867"/>
                    <a:pt x="136" y="5011"/>
                    <a:pt x="318" y="5011"/>
                  </a:cubicBezTo>
                  <a:lnTo>
                    <a:pt x="5607" y="5011"/>
                  </a:lnTo>
                  <a:cubicBezTo>
                    <a:pt x="5780" y="5001"/>
                    <a:pt x="5924" y="4867"/>
                    <a:pt x="5924" y="4694"/>
                  </a:cubicBezTo>
                  <a:lnTo>
                    <a:pt x="5924" y="1"/>
                  </a:lnTo>
                  <a:close/>
                </a:path>
              </a:pathLst>
            </a:custGeom>
            <a:solidFill>
              <a:srgbClr val="E5EAE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061" name="Google Shape;17061;p45"/>
            <p:cNvSpPr/>
            <p:nvPr/>
          </p:nvSpPr>
          <p:spPr>
            <a:xfrm>
              <a:off x="1889276" y="2684818"/>
              <a:ext cx="105549" cy="84460"/>
            </a:xfrm>
            <a:custGeom>
              <a:rect b="b" l="l" r="r" t="t"/>
              <a:pathLst>
                <a:path extrusionOk="0" h="3232" w="4039">
                  <a:moveTo>
                    <a:pt x="231" y="1"/>
                  </a:moveTo>
                  <a:cubicBezTo>
                    <a:pt x="106" y="1"/>
                    <a:pt x="0" y="106"/>
                    <a:pt x="0" y="231"/>
                  </a:cubicBezTo>
                  <a:lnTo>
                    <a:pt x="0" y="3001"/>
                  </a:lnTo>
                  <a:cubicBezTo>
                    <a:pt x="0" y="3126"/>
                    <a:pt x="106" y="3232"/>
                    <a:pt x="231" y="3232"/>
                  </a:cubicBezTo>
                  <a:lnTo>
                    <a:pt x="3799" y="3232"/>
                  </a:lnTo>
                  <a:cubicBezTo>
                    <a:pt x="3933" y="3232"/>
                    <a:pt x="4039" y="3126"/>
                    <a:pt x="4039" y="3001"/>
                  </a:cubicBezTo>
                  <a:lnTo>
                    <a:pt x="4039" y="231"/>
                  </a:lnTo>
                  <a:cubicBezTo>
                    <a:pt x="4039" y="106"/>
                    <a:pt x="3933" y="1"/>
                    <a:pt x="3799" y="1"/>
                  </a:cubicBezTo>
                  <a:close/>
                </a:path>
              </a:pathLst>
            </a:custGeom>
            <a:solidFill>
              <a:srgbClr val="B8C6D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062" name="Google Shape;17062;p45"/>
            <p:cNvSpPr/>
            <p:nvPr/>
          </p:nvSpPr>
          <p:spPr>
            <a:xfrm>
              <a:off x="1828466" y="2655915"/>
              <a:ext cx="227196" cy="11342"/>
            </a:xfrm>
            <a:custGeom>
              <a:rect b="b" l="l" r="r" t="t"/>
              <a:pathLst>
                <a:path extrusionOk="0" h="434" w="8694">
                  <a:moveTo>
                    <a:pt x="279" y="1"/>
                  </a:moveTo>
                  <a:cubicBezTo>
                    <a:pt x="0" y="1"/>
                    <a:pt x="0" y="433"/>
                    <a:pt x="279" y="433"/>
                  </a:cubicBezTo>
                  <a:lnTo>
                    <a:pt x="8405" y="433"/>
                  </a:lnTo>
                  <a:cubicBezTo>
                    <a:pt x="8693" y="433"/>
                    <a:pt x="8693" y="1"/>
                    <a:pt x="8405" y="1"/>
                  </a:cubicBezTo>
                  <a:close/>
                </a:path>
              </a:pathLst>
            </a:custGeom>
            <a:solidFill>
              <a:srgbClr val="7B8E9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063" name="Google Shape;17063;p45"/>
            <p:cNvSpPr/>
            <p:nvPr/>
          </p:nvSpPr>
          <p:spPr>
            <a:xfrm>
              <a:off x="1821671" y="2482030"/>
              <a:ext cx="243790" cy="44007"/>
            </a:xfrm>
            <a:custGeom>
              <a:rect b="b" l="l" r="r" t="t"/>
              <a:pathLst>
                <a:path extrusionOk="0" h="1684" w="9329">
                  <a:moveTo>
                    <a:pt x="1" y="0"/>
                  </a:moveTo>
                  <a:lnTo>
                    <a:pt x="1" y="1683"/>
                  </a:lnTo>
                  <a:lnTo>
                    <a:pt x="9328" y="1683"/>
                  </a:lnTo>
                  <a:lnTo>
                    <a:pt x="9328" y="0"/>
                  </a:lnTo>
                  <a:close/>
                </a:path>
              </a:pathLst>
            </a:custGeom>
            <a:solidFill>
              <a:srgbClr val="97ACB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064" name="Google Shape;17064;p45"/>
            <p:cNvSpPr/>
            <p:nvPr/>
          </p:nvSpPr>
          <p:spPr>
            <a:xfrm>
              <a:off x="1842525" y="2482030"/>
              <a:ext cx="223172" cy="44007"/>
            </a:xfrm>
            <a:custGeom>
              <a:rect b="b" l="l" r="r" t="t"/>
              <a:pathLst>
                <a:path extrusionOk="0" h="1684" w="8540">
                  <a:moveTo>
                    <a:pt x="1" y="0"/>
                  </a:moveTo>
                  <a:lnTo>
                    <a:pt x="1" y="1683"/>
                  </a:lnTo>
                  <a:lnTo>
                    <a:pt x="8540" y="1683"/>
                  </a:lnTo>
                  <a:lnTo>
                    <a:pt x="8540" y="0"/>
                  </a:lnTo>
                  <a:close/>
                </a:path>
              </a:pathLst>
            </a:custGeom>
            <a:solidFill>
              <a:srgbClr val="A9BBC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065" name="Google Shape;17065;p45"/>
            <p:cNvSpPr/>
            <p:nvPr/>
          </p:nvSpPr>
          <p:spPr>
            <a:xfrm>
              <a:off x="1884494" y="2447848"/>
              <a:ext cx="114878" cy="114878"/>
            </a:xfrm>
            <a:custGeom>
              <a:rect b="b" l="l" r="r" t="t"/>
              <a:pathLst>
                <a:path extrusionOk="0" h="4396" w="4396">
                  <a:moveTo>
                    <a:pt x="2203" y="1"/>
                  </a:moveTo>
                  <a:cubicBezTo>
                    <a:pt x="981" y="1"/>
                    <a:pt x="1" y="981"/>
                    <a:pt x="1" y="2203"/>
                  </a:cubicBezTo>
                  <a:cubicBezTo>
                    <a:pt x="1" y="3414"/>
                    <a:pt x="981" y="4395"/>
                    <a:pt x="2203" y="4395"/>
                  </a:cubicBezTo>
                  <a:cubicBezTo>
                    <a:pt x="3414" y="4395"/>
                    <a:pt x="4395" y="3414"/>
                    <a:pt x="4395" y="2203"/>
                  </a:cubicBezTo>
                  <a:cubicBezTo>
                    <a:pt x="4395" y="981"/>
                    <a:pt x="3414" y="1"/>
                    <a:pt x="2203" y="1"/>
                  </a:cubicBezTo>
                  <a:close/>
                </a:path>
              </a:pathLst>
            </a:custGeom>
            <a:solidFill>
              <a:srgbClr val="A5B7C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066" name="Google Shape;17066;p45"/>
            <p:cNvSpPr/>
            <p:nvPr/>
          </p:nvSpPr>
          <p:spPr>
            <a:xfrm>
              <a:off x="1902342" y="2471054"/>
              <a:ext cx="78162" cy="69565"/>
            </a:xfrm>
            <a:custGeom>
              <a:rect b="b" l="l" r="r" t="t"/>
              <a:pathLst>
                <a:path extrusionOk="0" h="2662" w="2991">
                  <a:moveTo>
                    <a:pt x="1500" y="1"/>
                  </a:moveTo>
                  <a:cubicBezTo>
                    <a:pt x="1107" y="1"/>
                    <a:pt x="718" y="171"/>
                    <a:pt x="452" y="497"/>
                  </a:cubicBezTo>
                  <a:cubicBezTo>
                    <a:pt x="0" y="1074"/>
                    <a:pt x="87" y="1911"/>
                    <a:pt x="664" y="2372"/>
                  </a:cubicBezTo>
                  <a:cubicBezTo>
                    <a:pt x="907" y="2567"/>
                    <a:pt x="1201" y="2661"/>
                    <a:pt x="1493" y="2661"/>
                  </a:cubicBezTo>
                  <a:cubicBezTo>
                    <a:pt x="1881" y="2661"/>
                    <a:pt x="2266" y="2494"/>
                    <a:pt x="2529" y="2171"/>
                  </a:cubicBezTo>
                  <a:lnTo>
                    <a:pt x="2539" y="2161"/>
                  </a:lnTo>
                  <a:cubicBezTo>
                    <a:pt x="2991" y="1584"/>
                    <a:pt x="2895" y="747"/>
                    <a:pt x="2327" y="286"/>
                  </a:cubicBezTo>
                  <a:cubicBezTo>
                    <a:pt x="2082" y="94"/>
                    <a:pt x="1790" y="1"/>
                    <a:pt x="1500" y="1"/>
                  </a:cubicBezTo>
                  <a:close/>
                </a:path>
              </a:pathLst>
            </a:custGeom>
            <a:solidFill>
              <a:srgbClr val="C5D0D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067" name="Google Shape;17067;p45"/>
            <p:cNvSpPr/>
            <p:nvPr/>
          </p:nvSpPr>
          <p:spPr>
            <a:xfrm>
              <a:off x="1912743" y="2470427"/>
              <a:ext cx="75680" cy="58641"/>
            </a:xfrm>
            <a:custGeom>
              <a:rect b="b" l="l" r="r" t="t"/>
              <a:pathLst>
                <a:path extrusionOk="0" h="2244" w="2896">
                  <a:moveTo>
                    <a:pt x="1152" y="1"/>
                  </a:moveTo>
                  <a:cubicBezTo>
                    <a:pt x="1025" y="1"/>
                    <a:pt x="892" y="19"/>
                    <a:pt x="756" y="60"/>
                  </a:cubicBezTo>
                  <a:cubicBezTo>
                    <a:pt x="1" y="953"/>
                    <a:pt x="694" y="2244"/>
                    <a:pt x="1747" y="2244"/>
                  </a:cubicBezTo>
                  <a:cubicBezTo>
                    <a:pt x="1874" y="2244"/>
                    <a:pt x="2006" y="2225"/>
                    <a:pt x="2141" y="2185"/>
                  </a:cubicBezTo>
                  <a:cubicBezTo>
                    <a:pt x="2896" y="1284"/>
                    <a:pt x="2204" y="1"/>
                    <a:pt x="1152" y="1"/>
                  </a:cubicBezTo>
                  <a:close/>
                </a:path>
              </a:pathLst>
            </a:custGeom>
            <a:solidFill>
              <a:srgbClr val="D1DAE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068" name="Google Shape;17068;p45"/>
            <p:cNvSpPr/>
            <p:nvPr/>
          </p:nvSpPr>
          <p:spPr>
            <a:xfrm>
              <a:off x="1937020" y="2488563"/>
              <a:ext cx="22134" cy="22134"/>
            </a:xfrm>
            <a:custGeom>
              <a:rect b="b" l="l" r="r" t="t"/>
              <a:pathLst>
                <a:path extrusionOk="0" h="847" w="847">
                  <a:moveTo>
                    <a:pt x="423" y="0"/>
                  </a:moveTo>
                  <a:cubicBezTo>
                    <a:pt x="193" y="0"/>
                    <a:pt x="0" y="193"/>
                    <a:pt x="0" y="424"/>
                  </a:cubicBezTo>
                  <a:cubicBezTo>
                    <a:pt x="0" y="654"/>
                    <a:pt x="193" y="847"/>
                    <a:pt x="423" y="847"/>
                  </a:cubicBezTo>
                  <a:cubicBezTo>
                    <a:pt x="654" y="847"/>
                    <a:pt x="847" y="654"/>
                    <a:pt x="847" y="424"/>
                  </a:cubicBezTo>
                  <a:cubicBezTo>
                    <a:pt x="847" y="193"/>
                    <a:pt x="654" y="0"/>
                    <a:pt x="423" y="0"/>
                  </a:cubicBezTo>
                  <a:close/>
                </a:path>
              </a:pathLst>
            </a:custGeom>
            <a:solidFill>
              <a:srgbClr val="ECEFF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7069" name="Google Shape;17069;p45"/>
          <p:cNvGrpSpPr/>
          <p:nvPr/>
        </p:nvGrpSpPr>
        <p:grpSpPr>
          <a:xfrm>
            <a:off x="3603568" y="2241354"/>
            <a:ext cx="207597" cy="366639"/>
            <a:chOff x="3603568" y="2426002"/>
            <a:chExt cx="207597" cy="366639"/>
          </a:xfrm>
        </p:grpSpPr>
        <p:sp>
          <p:nvSpPr>
            <p:cNvPr id="17070" name="Google Shape;17070;p45"/>
            <p:cNvSpPr/>
            <p:nvPr/>
          </p:nvSpPr>
          <p:spPr>
            <a:xfrm>
              <a:off x="3629465" y="2426002"/>
              <a:ext cx="155828" cy="203050"/>
            </a:xfrm>
            <a:custGeom>
              <a:rect b="b" l="l" r="r" t="t"/>
              <a:pathLst>
                <a:path extrusionOk="0" h="7770" w="5963">
                  <a:moveTo>
                    <a:pt x="1933" y="0"/>
                  </a:moveTo>
                  <a:cubicBezTo>
                    <a:pt x="866" y="0"/>
                    <a:pt x="0" y="865"/>
                    <a:pt x="0" y="1933"/>
                  </a:cubicBezTo>
                  <a:lnTo>
                    <a:pt x="0" y="7501"/>
                  </a:lnTo>
                  <a:cubicBezTo>
                    <a:pt x="0" y="7645"/>
                    <a:pt x="125" y="7770"/>
                    <a:pt x="279" y="7770"/>
                  </a:cubicBezTo>
                  <a:lnTo>
                    <a:pt x="5683" y="7770"/>
                  </a:lnTo>
                  <a:cubicBezTo>
                    <a:pt x="5837" y="7770"/>
                    <a:pt x="5962" y="7645"/>
                    <a:pt x="5962" y="7501"/>
                  </a:cubicBezTo>
                  <a:lnTo>
                    <a:pt x="5962" y="1933"/>
                  </a:lnTo>
                  <a:lnTo>
                    <a:pt x="5953" y="1933"/>
                  </a:lnTo>
                  <a:cubicBezTo>
                    <a:pt x="5953" y="865"/>
                    <a:pt x="5087" y="0"/>
                    <a:pt x="4029" y="0"/>
                  </a:cubicBezTo>
                  <a:close/>
                </a:path>
              </a:pathLst>
            </a:custGeom>
            <a:solidFill>
              <a:srgbClr val="DFE5E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071" name="Google Shape;17071;p45"/>
            <p:cNvSpPr/>
            <p:nvPr/>
          </p:nvSpPr>
          <p:spPr>
            <a:xfrm>
              <a:off x="3657114" y="2451376"/>
              <a:ext cx="128180" cy="177675"/>
            </a:xfrm>
            <a:custGeom>
              <a:rect b="b" l="l" r="r" t="t"/>
              <a:pathLst>
                <a:path extrusionOk="0" h="6799" w="4905">
                  <a:moveTo>
                    <a:pt x="1394" y="0"/>
                  </a:moveTo>
                  <a:cubicBezTo>
                    <a:pt x="625" y="0"/>
                    <a:pt x="0" y="625"/>
                    <a:pt x="10" y="1395"/>
                  </a:cubicBezTo>
                  <a:lnTo>
                    <a:pt x="10" y="6799"/>
                  </a:lnTo>
                  <a:lnTo>
                    <a:pt x="4625" y="6799"/>
                  </a:lnTo>
                  <a:cubicBezTo>
                    <a:pt x="4779" y="6799"/>
                    <a:pt x="4904" y="6674"/>
                    <a:pt x="4904" y="6530"/>
                  </a:cubicBezTo>
                  <a:lnTo>
                    <a:pt x="4904" y="962"/>
                  </a:lnTo>
                  <a:cubicBezTo>
                    <a:pt x="4904" y="625"/>
                    <a:pt x="4818" y="298"/>
                    <a:pt x="4654" y="0"/>
                  </a:cubicBezTo>
                  <a:close/>
                </a:path>
              </a:pathLst>
            </a:custGeom>
            <a:solidFill>
              <a:srgbClr val="E5EAE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072" name="Google Shape;17072;p45"/>
            <p:cNvSpPr/>
            <p:nvPr/>
          </p:nvSpPr>
          <p:spPr>
            <a:xfrm>
              <a:off x="3603568" y="2556403"/>
              <a:ext cx="207597" cy="236238"/>
            </a:xfrm>
            <a:custGeom>
              <a:rect b="b" l="l" r="r" t="t"/>
              <a:pathLst>
                <a:path extrusionOk="0" h="9040" w="7944">
                  <a:moveTo>
                    <a:pt x="405" y="1"/>
                  </a:moveTo>
                  <a:cubicBezTo>
                    <a:pt x="184" y="1"/>
                    <a:pt x="1" y="174"/>
                    <a:pt x="1" y="395"/>
                  </a:cubicBezTo>
                  <a:lnTo>
                    <a:pt x="1" y="8636"/>
                  </a:lnTo>
                  <a:cubicBezTo>
                    <a:pt x="1" y="8857"/>
                    <a:pt x="184" y="9040"/>
                    <a:pt x="405" y="9040"/>
                  </a:cubicBezTo>
                  <a:lnTo>
                    <a:pt x="7540" y="9040"/>
                  </a:lnTo>
                  <a:cubicBezTo>
                    <a:pt x="7761" y="9040"/>
                    <a:pt x="7944" y="8857"/>
                    <a:pt x="7944" y="8636"/>
                  </a:cubicBezTo>
                  <a:lnTo>
                    <a:pt x="7944" y="395"/>
                  </a:lnTo>
                  <a:cubicBezTo>
                    <a:pt x="7944" y="174"/>
                    <a:pt x="7761" y="1"/>
                    <a:pt x="7540" y="1"/>
                  </a:cubicBezTo>
                  <a:close/>
                </a:path>
              </a:pathLst>
            </a:custGeom>
            <a:solidFill>
              <a:srgbClr val="7B8E9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073" name="Google Shape;17073;p45"/>
            <p:cNvSpPr/>
            <p:nvPr/>
          </p:nvSpPr>
          <p:spPr>
            <a:xfrm>
              <a:off x="3634979" y="2556403"/>
              <a:ext cx="176185" cy="206839"/>
            </a:xfrm>
            <a:custGeom>
              <a:rect b="b" l="l" r="r" t="t"/>
              <a:pathLst>
                <a:path extrusionOk="0" h="7915" w="6742">
                  <a:moveTo>
                    <a:pt x="1" y="1"/>
                  </a:moveTo>
                  <a:lnTo>
                    <a:pt x="1" y="7511"/>
                  </a:lnTo>
                  <a:cubicBezTo>
                    <a:pt x="1" y="7732"/>
                    <a:pt x="174" y="7915"/>
                    <a:pt x="395" y="7915"/>
                  </a:cubicBezTo>
                  <a:lnTo>
                    <a:pt x="6742" y="7915"/>
                  </a:lnTo>
                  <a:lnTo>
                    <a:pt x="6742" y="395"/>
                  </a:lnTo>
                  <a:cubicBezTo>
                    <a:pt x="6742" y="174"/>
                    <a:pt x="6559" y="1"/>
                    <a:pt x="6338" y="1"/>
                  </a:cubicBezTo>
                  <a:close/>
                </a:path>
              </a:pathLst>
            </a:custGeom>
            <a:solidFill>
              <a:srgbClr val="8599A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074" name="Google Shape;17074;p45"/>
            <p:cNvSpPr/>
            <p:nvPr/>
          </p:nvSpPr>
          <p:spPr>
            <a:xfrm>
              <a:off x="3603568" y="2623511"/>
              <a:ext cx="207597" cy="101786"/>
            </a:xfrm>
            <a:custGeom>
              <a:rect b="b" l="l" r="r" t="t"/>
              <a:pathLst>
                <a:path extrusionOk="0" h="3895" w="7944">
                  <a:moveTo>
                    <a:pt x="1" y="0"/>
                  </a:moveTo>
                  <a:lnTo>
                    <a:pt x="1" y="3895"/>
                  </a:lnTo>
                  <a:lnTo>
                    <a:pt x="7944" y="3895"/>
                  </a:lnTo>
                  <a:lnTo>
                    <a:pt x="7944" y="0"/>
                  </a:lnTo>
                  <a:close/>
                </a:path>
              </a:pathLst>
            </a:custGeom>
            <a:solidFill>
              <a:srgbClr val="ECEFF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075" name="Google Shape;17075;p45"/>
            <p:cNvSpPr/>
            <p:nvPr/>
          </p:nvSpPr>
          <p:spPr>
            <a:xfrm>
              <a:off x="3603568" y="2623511"/>
              <a:ext cx="31437" cy="101786"/>
            </a:xfrm>
            <a:custGeom>
              <a:rect b="b" l="l" r="r" t="t"/>
              <a:pathLst>
                <a:path extrusionOk="0" h="3895" w="1203">
                  <a:moveTo>
                    <a:pt x="1" y="0"/>
                  </a:moveTo>
                  <a:lnTo>
                    <a:pt x="1" y="3895"/>
                  </a:lnTo>
                  <a:lnTo>
                    <a:pt x="1203" y="3895"/>
                  </a:lnTo>
                  <a:lnTo>
                    <a:pt x="1203" y="0"/>
                  </a:lnTo>
                  <a:close/>
                </a:path>
              </a:pathLst>
            </a:custGeom>
            <a:solidFill>
              <a:srgbClr val="E5EAE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7076" name="Google Shape;17076;p45"/>
          <p:cNvGrpSpPr/>
          <p:nvPr/>
        </p:nvGrpSpPr>
        <p:grpSpPr>
          <a:xfrm>
            <a:off x="2246115" y="2241354"/>
            <a:ext cx="274417" cy="366404"/>
            <a:chOff x="2246115" y="2426002"/>
            <a:chExt cx="274417" cy="366404"/>
          </a:xfrm>
        </p:grpSpPr>
        <p:sp>
          <p:nvSpPr>
            <p:cNvPr id="17077" name="Google Shape;17077;p45"/>
            <p:cNvSpPr/>
            <p:nvPr/>
          </p:nvSpPr>
          <p:spPr>
            <a:xfrm>
              <a:off x="2246115" y="2440819"/>
              <a:ext cx="274417" cy="148798"/>
            </a:xfrm>
            <a:custGeom>
              <a:rect b="b" l="l" r="r" t="t"/>
              <a:pathLst>
                <a:path extrusionOk="0" h="5694" w="10501">
                  <a:moveTo>
                    <a:pt x="3510" y="0"/>
                  </a:moveTo>
                  <a:cubicBezTo>
                    <a:pt x="1577" y="0"/>
                    <a:pt x="0" y="1443"/>
                    <a:pt x="0" y="3212"/>
                  </a:cubicBezTo>
                  <a:lnTo>
                    <a:pt x="0" y="4789"/>
                  </a:lnTo>
                  <a:cubicBezTo>
                    <a:pt x="19" y="5297"/>
                    <a:pt x="442" y="5694"/>
                    <a:pt x="945" y="5694"/>
                  </a:cubicBezTo>
                  <a:cubicBezTo>
                    <a:pt x="957" y="5694"/>
                    <a:pt x="969" y="5694"/>
                    <a:pt x="981" y="5693"/>
                  </a:cubicBezTo>
                  <a:lnTo>
                    <a:pt x="1635" y="5693"/>
                  </a:lnTo>
                  <a:cubicBezTo>
                    <a:pt x="1904" y="5674"/>
                    <a:pt x="1904" y="5289"/>
                    <a:pt x="1635" y="5270"/>
                  </a:cubicBezTo>
                  <a:lnTo>
                    <a:pt x="971" y="5270"/>
                  </a:lnTo>
                  <a:cubicBezTo>
                    <a:pt x="965" y="5270"/>
                    <a:pt x="959" y="5270"/>
                    <a:pt x="953" y="5270"/>
                  </a:cubicBezTo>
                  <a:cubicBezTo>
                    <a:pt x="682" y="5270"/>
                    <a:pt x="452" y="5062"/>
                    <a:pt x="433" y="4789"/>
                  </a:cubicBezTo>
                  <a:lnTo>
                    <a:pt x="433" y="3212"/>
                  </a:lnTo>
                  <a:cubicBezTo>
                    <a:pt x="433" y="1683"/>
                    <a:pt x="1808" y="433"/>
                    <a:pt x="3510" y="433"/>
                  </a:cubicBezTo>
                  <a:lnTo>
                    <a:pt x="6991" y="433"/>
                  </a:lnTo>
                  <a:cubicBezTo>
                    <a:pt x="8693" y="433"/>
                    <a:pt x="10068" y="1683"/>
                    <a:pt x="10068" y="3212"/>
                  </a:cubicBezTo>
                  <a:lnTo>
                    <a:pt x="10068" y="4789"/>
                  </a:lnTo>
                  <a:cubicBezTo>
                    <a:pt x="10050" y="5057"/>
                    <a:pt x="9828" y="5271"/>
                    <a:pt x="9563" y="5271"/>
                  </a:cubicBezTo>
                  <a:cubicBezTo>
                    <a:pt x="9552" y="5271"/>
                    <a:pt x="9541" y="5271"/>
                    <a:pt x="9530" y="5270"/>
                  </a:cubicBezTo>
                  <a:lnTo>
                    <a:pt x="8779" y="5270"/>
                  </a:lnTo>
                  <a:cubicBezTo>
                    <a:pt x="8510" y="5289"/>
                    <a:pt x="8510" y="5674"/>
                    <a:pt x="8779" y="5693"/>
                  </a:cubicBezTo>
                  <a:lnTo>
                    <a:pt x="9530" y="5693"/>
                  </a:lnTo>
                  <a:cubicBezTo>
                    <a:pt x="9541" y="5694"/>
                    <a:pt x="9553" y="5694"/>
                    <a:pt x="9565" y="5694"/>
                  </a:cubicBezTo>
                  <a:cubicBezTo>
                    <a:pt x="10068" y="5694"/>
                    <a:pt x="10482" y="5297"/>
                    <a:pt x="10501" y="4789"/>
                  </a:cubicBezTo>
                  <a:lnTo>
                    <a:pt x="10501" y="3212"/>
                  </a:lnTo>
                  <a:cubicBezTo>
                    <a:pt x="10501" y="1443"/>
                    <a:pt x="8933" y="0"/>
                    <a:pt x="6991" y="0"/>
                  </a:cubicBezTo>
                  <a:close/>
                </a:path>
              </a:pathLst>
            </a:custGeom>
            <a:solidFill>
              <a:srgbClr val="768C9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078" name="Google Shape;17078;p45"/>
            <p:cNvSpPr/>
            <p:nvPr/>
          </p:nvSpPr>
          <p:spPr>
            <a:xfrm>
              <a:off x="2285053" y="2520471"/>
              <a:ext cx="196543" cy="271935"/>
            </a:xfrm>
            <a:custGeom>
              <a:rect b="b" l="l" r="r" t="t"/>
              <a:pathLst>
                <a:path extrusionOk="0" h="10406" w="7521">
                  <a:moveTo>
                    <a:pt x="626" y="1"/>
                  </a:moveTo>
                  <a:cubicBezTo>
                    <a:pt x="308" y="1"/>
                    <a:pt x="39" y="231"/>
                    <a:pt x="1" y="549"/>
                  </a:cubicBezTo>
                  <a:cubicBezTo>
                    <a:pt x="1" y="568"/>
                    <a:pt x="1" y="597"/>
                    <a:pt x="1" y="626"/>
                  </a:cubicBezTo>
                  <a:lnTo>
                    <a:pt x="1" y="9088"/>
                  </a:lnTo>
                  <a:cubicBezTo>
                    <a:pt x="10" y="9809"/>
                    <a:pt x="597" y="10405"/>
                    <a:pt x="1328" y="10405"/>
                  </a:cubicBezTo>
                  <a:lnTo>
                    <a:pt x="6203" y="10405"/>
                  </a:lnTo>
                  <a:cubicBezTo>
                    <a:pt x="6934" y="10405"/>
                    <a:pt x="7520" y="9819"/>
                    <a:pt x="7520" y="9088"/>
                  </a:cubicBezTo>
                  <a:lnTo>
                    <a:pt x="7520" y="626"/>
                  </a:lnTo>
                  <a:cubicBezTo>
                    <a:pt x="7520" y="597"/>
                    <a:pt x="7520" y="568"/>
                    <a:pt x="7520" y="549"/>
                  </a:cubicBezTo>
                  <a:cubicBezTo>
                    <a:pt x="7482" y="231"/>
                    <a:pt x="7213" y="1"/>
                    <a:pt x="6905" y="1"/>
                  </a:cubicBezTo>
                  <a:close/>
                </a:path>
              </a:pathLst>
            </a:custGeom>
            <a:solidFill>
              <a:srgbClr val="E5EA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079" name="Google Shape;17079;p45"/>
            <p:cNvSpPr/>
            <p:nvPr/>
          </p:nvSpPr>
          <p:spPr>
            <a:xfrm>
              <a:off x="2315471" y="2520732"/>
              <a:ext cx="166124" cy="245018"/>
            </a:xfrm>
            <a:custGeom>
              <a:rect b="b" l="l" r="r" t="t"/>
              <a:pathLst>
                <a:path extrusionOk="0" h="9376" w="6357">
                  <a:moveTo>
                    <a:pt x="0" y="0"/>
                  </a:moveTo>
                  <a:lnTo>
                    <a:pt x="0" y="8049"/>
                  </a:lnTo>
                  <a:cubicBezTo>
                    <a:pt x="0" y="8780"/>
                    <a:pt x="596" y="9366"/>
                    <a:pt x="1317" y="9376"/>
                  </a:cubicBezTo>
                  <a:lnTo>
                    <a:pt x="6193" y="9376"/>
                  </a:lnTo>
                  <a:cubicBezTo>
                    <a:pt x="6241" y="9376"/>
                    <a:pt x="6279" y="9366"/>
                    <a:pt x="6327" y="9366"/>
                  </a:cubicBezTo>
                  <a:cubicBezTo>
                    <a:pt x="6347" y="9270"/>
                    <a:pt x="6356" y="9174"/>
                    <a:pt x="6356" y="9078"/>
                  </a:cubicBezTo>
                  <a:lnTo>
                    <a:pt x="6356" y="616"/>
                  </a:lnTo>
                  <a:cubicBezTo>
                    <a:pt x="6356" y="596"/>
                    <a:pt x="6356" y="568"/>
                    <a:pt x="6356" y="548"/>
                  </a:cubicBezTo>
                  <a:cubicBezTo>
                    <a:pt x="6318" y="231"/>
                    <a:pt x="6049" y="0"/>
                    <a:pt x="5741" y="0"/>
                  </a:cubicBezTo>
                  <a:close/>
                </a:path>
              </a:pathLst>
            </a:custGeom>
            <a:solidFill>
              <a:srgbClr val="EAEEF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080" name="Google Shape;17080;p45"/>
            <p:cNvSpPr/>
            <p:nvPr/>
          </p:nvSpPr>
          <p:spPr>
            <a:xfrm>
              <a:off x="2285053" y="2520471"/>
              <a:ext cx="196543" cy="166882"/>
            </a:xfrm>
            <a:custGeom>
              <a:rect b="b" l="l" r="r" t="t"/>
              <a:pathLst>
                <a:path extrusionOk="0" h="6386" w="7521">
                  <a:moveTo>
                    <a:pt x="626" y="1"/>
                  </a:moveTo>
                  <a:cubicBezTo>
                    <a:pt x="279" y="1"/>
                    <a:pt x="1" y="280"/>
                    <a:pt x="1" y="626"/>
                  </a:cubicBezTo>
                  <a:lnTo>
                    <a:pt x="1" y="1520"/>
                  </a:lnTo>
                  <a:lnTo>
                    <a:pt x="914" y="1520"/>
                  </a:lnTo>
                  <a:cubicBezTo>
                    <a:pt x="1231" y="1520"/>
                    <a:pt x="1491" y="1780"/>
                    <a:pt x="1491" y="2097"/>
                  </a:cubicBezTo>
                  <a:lnTo>
                    <a:pt x="1491" y="3693"/>
                  </a:lnTo>
                  <a:cubicBezTo>
                    <a:pt x="1491" y="4059"/>
                    <a:pt x="1770" y="4357"/>
                    <a:pt x="2126" y="4395"/>
                  </a:cubicBezTo>
                  <a:cubicBezTo>
                    <a:pt x="2142" y="4396"/>
                    <a:pt x="2159" y="4397"/>
                    <a:pt x="2175" y="4397"/>
                  </a:cubicBezTo>
                  <a:cubicBezTo>
                    <a:pt x="2548" y="4397"/>
                    <a:pt x="2856" y="4090"/>
                    <a:pt x="2856" y="3712"/>
                  </a:cubicBezTo>
                  <a:lnTo>
                    <a:pt x="2856" y="5703"/>
                  </a:lnTo>
                  <a:cubicBezTo>
                    <a:pt x="2856" y="6078"/>
                    <a:pt x="3164" y="6386"/>
                    <a:pt x="3539" y="6386"/>
                  </a:cubicBezTo>
                  <a:cubicBezTo>
                    <a:pt x="3914" y="6386"/>
                    <a:pt x="4222" y="6078"/>
                    <a:pt x="4222" y="5703"/>
                  </a:cubicBezTo>
                  <a:lnTo>
                    <a:pt x="4222" y="2097"/>
                  </a:lnTo>
                  <a:cubicBezTo>
                    <a:pt x="4222" y="1770"/>
                    <a:pt x="4482" y="1510"/>
                    <a:pt x="4799" y="1510"/>
                  </a:cubicBezTo>
                  <a:lnTo>
                    <a:pt x="4991" y="1510"/>
                  </a:lnTo>
                  <a:cubicBezTo>
                    <a:pt x="5318" y="1510"/>
                    <a:pt x="5578" y="1770"/>
                    <a:pt x="5578" y="2097"/>
                  </a:cubicBezTo>
                  <a:lnTo>
                    <a:pt x="5578" y="3693"/>
                  </a:lnTo>
                  <a:cubicBezTo>
                    <a:pt x="5578" y="4049"/>
                    <a:pt x="5847" y="4357"/>
                    <a:pt x="6212" y="4386"/>
                  </a:cubicBezTo>
                  <a:cubicBezTo>
                    <a:pt x="6230" y="4387"/>
                    <a:pt x="6247" y="4387"/>
                    <a:pt x="6264" y="4387"/>
                  </a:cubicBezTo>
                  <a:cubicBezTo>
                    <a:pt x="6635" y="4387"/>
                    <a:pt x="6943" y="4090"/>
                    <a:pt x="6943" y="3712"/>
                  </a:cubicBezTo>
                  <a:lnTo>
                    <a:pt x="6943" y="2097"/>
                  </a:lnTo>
                  <a:cubicBezTo>
                    <a:pt x="6943" y="1780"/>
                    <a:pt x="7203" y="1510"/>
                    <a:pt x="7520" y="1510"/>
                  </a:cubicBezTo>
                  <a:lnTo>
                    <a:pt x="7520" y="626"/>
                  </a:lnTo>
                  <a:cubicBezTo>
                    <a:pt x="7520" y="280"/>
                    <a:pt x="7241" y="1"/>
                    <a:pt x="6905" y="1"/>
                  </a:cubicBezTo>
                  <a:close/>
                </a:path>
              </a:pathLst>
            </a:custGeom>
            <a:solidFill>
              <a:srgbClr val="D1DAE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081" name="Google Shape;17081;p45"/>
            <p:cNvSpPr/>
            <p:nvPr/>
          </p:nvSpPr>
          <p:spPr>
            <a:xfrm>
              <a:off x="2335306" y="2426002"/>
              <a:ext cx="96272" cy="40218"/>
            </a:xfrm>
            <a:custGeom>
              <a:rect b="b" l="l" r="r" t="t"/>
              <a:pathLst>
                <a:path extrusionOk="0" h="1539" w="3684">
                  <a:moveTo>
                    <a:pt x="337" y="0"/>
                  </a:moveTo>
                  <a:cubicBezTo>
                    <a:pt x="155" y="0"/>
                    <a:pt x="1" y="154"/>
                    <a:pt x="1" y="346"/>
                  </a:cubicBezTo>
                  <a:lnTo>
                    <a:pt x="1" y="1202"/>
                  </a:lnTo>
                  <a:cubicBezTo>
                    <a:pt x="1" y="1385"/>
                    <a:pt x="155" y="1539"/>
                    <a:pt x="337" y="1539"/>
                  </a:cubicBezTo>
                  <a:lnTo>
                    <a:pt x="3337" y="1539"/>
                  </a:lnTo>
                  <a:cubicBezTo>
                    <a:pt x="3520" y="1539"/>
                    <a:pt x="3674" y="1385"/>
                    <a:pt x="3684" y="1202"/>
                  </a:cubicBezTo>
                  <a:lnTo>
                    <a:pt x="3684" y="346"/>
                  </a:lnTo>
                  <a:cubicBezTo>
                    <a:pt x="3674" y="154"/>
                    <a:pt x="3520" y="0"/>
                    <a:pt x="3337" y="0"/>
                  </a:cubicBezTo>
                  <a:close/>
                </a:path>
              </a:pathLst>
            </a:custGeom>
            <a:solidFill>
              <a:srgbClr val="D9E0E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082" name="Google Shape;17082;p45"/>
            <p:cNvSpPr/>
            <p:nvPr/>
          </p:nvSpPr>
          <p:spPr>
            <a:xfrm>
              <a:off x="2360680" y="2426002"/>
              <a:ext cx="70897" cy="19626"/>
            </a:xfrm>
            <a:custGeom>
              <a:rect b="b" l="l" r="r" t="t"/>
              <a:pathLst>
                <a:path extrusionOk="0" h="751" w="2713">
                  <a:moveTo>
                    <a:pt x="1" y="0"/>
                  </a:moveTo>
                  <a:lnTo>
                    <a:pt x="1" y="404"/>
                  </a:lnTo>
                  <a:cubicBezTo>
                    <a:pt x="1" y="587"/>
                    <a:pt x="155" y="740"/>
                    <a:pt x="347" y="750"/>
                  </a:cubicBezTo>
                  <a:lnTo>
                    <a:pt x="2713" y="750"/>
                  </a:lnTo>
                  <a:lnTo>
                    <a:pt x="2713" y="346"/>
                  </a:lnTo>
                  <a:cubicBezTo>
                    <a:pt x="2703" y="154"/>
                    <a:pt x="2549" y="10"/>
                    <a:pt x="2366" y="0"/>
                  </a:cubicBezTo>
                  <a:close/>
                </a:path>
              </a:pathLst>
            </a:custGeom>
            <a:solidFill>
              <a:srgbClr val="E5EA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083" name="Google Shape;17083;p45"/>
            <p:cNvSpPr/>
            <p:nvPr/>
          </p:nvSpPr>
          <p:spPr>
            <a:xfrm>
              <a:off x="2323990" y="2591603"/>
              <a:ext cx="71394" cy="95749"/>
            </a:xfrm>
            <a:custGeom>
              <a:rect b="b" l="l" r="r" t="t"/>
              <a:pathLst>
                <a:path extrusionOk="0" h="3664" w="2732">
                  <a:moveTo>
                    <a:pt x="11" y="0"/>
                  </a:moveTo>
                  <a:cubicBezTo>
                    <a:pt x="10" y="12"/>
                    <a:pt x="10" y="24"/>
                    <a:pt x="11" y="37"/>
                  </a:cubicBezTo>
                  <a:lnTo>
                    <a:pt x="11" y="37"/>
                  </a:lnTo>
                  <a:lnTo>
                    <a:pt x="11" y="0"/>
                  </a:lnTo>
                  <a:close/>
                  <a:moveTo>
                    <a:pt x="11" y="37"/>
                  </a:moveTo>
                  <a:lnTo>
                    <a:pt x="11" y="971"/>
                  </a:lnTo>
                  <a:cubicBezTo>
                    <a:pt x="1" y="1337"/>
                    <a:pt x="280" y="1635"/>
                    <a:pt x="636" y="1664"/>
                  </a:cubicBezTo>
                  <a:cubicBezTo>
                    <a:pt x="653" y="1665"/>
                    <a:pt x="670" y="1665"/>
                    <a:pt x="687" y="1665"/>
                  </a:cubicBezTo>
                  <a:cubicBezTo>
                    <a:pt x="1059" y="1665"/>
                    <a:pt x="1366" y="1368"/>
                    <a:pt x="1366" y="990"/>
                  </a:cubicBezTo>
                  <a:lnTo>
                    <a:pt x="1366" y="96"/>
                  </a:lnTo>
                  <a:cubicBezTo>
                    <a:pt x="1320" y="449"/>
                    <a:pt x="1023" y="703"/>
                    <a:pt x="674" y="703"/>
                  </a:cubicBezTo>
                  <a:cubicBezTo>
                    <a:pt x="661" y="703"/>
                    <a:pt x="648" y="703"/>
                    <a:pt x="636" y="702"/>
                  </a:cubicBezTo>
                  <a:cubicBezTo>
                    <a:pt x="292" y="665"/>
                    <a:pt x="20" y="385"/>
                    <a:pt x="11" y="37"/>
                  </a:cubicBezTo>
                  <a:close/>
                  <a:moveTo>
                    <a:pt x="1366" y="2010"/>
                  </a:moveTo>
                  <a:lnTo>
                    <a:pt x="1366" y="2981"/>
                  </a:lnTo>
                  <a:cubicBezTo>
                    <a:pt x="1366" y="3356"/>
                    <a:pt x="1674" y="3664"/>
                    <a:pt x="2049" y="3664"/>
                  </a:cubicBezTo>
                  <a:cubicBezTo>
                    <a:pt x="2424" y="3664"/>
                    <a:pt x="2732" y="3356"/>
                    <a:pt x="2732" y="2981"/>
                  </a:cubicBezTo>
                  <a:lnTo>
                    <a:pt x="2732" y="2010"/>
                  </a:lnTo>
                  <a:cubicBezTo>
                    <a:pt x="2732" y="2385"/>
                    <a:pt x="2424" y="2692"/>
                    <a:pt x="2049" y="2692"/>
                  </a:cubicBezTo>
                  <a:cubicBezTo>
                    <a:pt x="1665" y="2692"/>
                    <a:pt x="1366" y="2385"/>
                    <a:pt x="1366" y="2010"/>
                  </a:cubicBezTo>
                  <a:close/>
                </a:path>
              </a:pathLst>
            </a:custGeom>
            <a:solidFill>
              <a:srgbClr val="C5D0D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084" name="Google Shape;17084;p45"/>
            <p:cNvSpPr/>
            <p:nvPr/>
          </p:nvSpPr>
          <p:spPr>
            <a:xfrm>
              <a:off x="2430794" y="2591838"/>
              <a:ext cx="35723" cy="43563"/>
            </a:xfrm>
            <a:custGeom>
              <a:rect b="b" l="l" r="r" t="t"/>
              <a:pathLst>
                <a:path extrusionOk="0" h="1667" w="1367">
                  <a:moveTo>
                    <a:pt x="1" y="1"/>
                  </a:moveTo>
                  <a:lnTo>
                    <a:pt x="1" y="962"/>
                  </a:lnTo>
                  <a:cubicBezTo>
                    <a:pt x="1" y="1328"/>
                    <a:pt x="270" y="1626"/>
                    <a:pt x="635" y="1664"/>
                  </a:cubicBezTo>
                  <a:cubicBezTo>
                    <a:pt x="652" y="1665"/>
                    <a:pt x="669" y="1666"/>
                    <a:pt x="685" y="1666"/>
                  </a:cubicBezTo>
                  <a:cubicBezTo>
                    <a:pt x="1058" y="1666"/>
                    <a:pt x="1366" y="1359"/>
                    <a:pt x="1366" y="981"/>
                  </a:cubicBezTo>
                  <a:lnTo>
                    <a:pt x="1366" y="10"/>
                  </a:lnTo>
                  <a:cubicBezTo>
                    <a:pt x="1366" y="193"/>
                    <a:pt x="1289" y="366"/>
                    <a:pt x="1164" y="491"/>
                  </a:cubicBezTo>
                  <a:cubicBezTo>
                    <a:pt x="1029" y="626"/>
                    <a:pt x="852" y="694"/>
                    <a:pt x="672" y="694"/>
                  </a:cubicBezTo>
                  <a:cubicBezTo>
                    <a:pt x="659" y="694"/>
                    <a:pt x="647" y="694"/>
                    <a:pt x="635" y="693"/>
                  </a:cubicBezTo>
                  <a:cubicBezTo>
                    <a:pt x="270" y="664"/>
                    <a:pt x="1" y="356"/>
                    <a:pt x="1" y="1"/>
                  </a:cubicBezTo>
                  <a:close/>
                </a:path>
              </a:pathLst>
            </a:custGeom>
            <a:solidFill>
              <a:srgbClr val="C5D0D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7085" name="Google Shape;17085;p45"/>
          <p:cNvGrpSpPr/>
          <p:nvPr/>
        </p:nvGrpSpPr>
        <p:grpSpPr>
          <a:xfrm>
            <a:off x="2696666" y="2241354"/>
            <a:ext cx="256099" cy="366639"/>
            <a:chOff x="2696666" y="2426002"/>
            <a:chExt cx="256099" cy="366639"/>
          </a:xfrm>
        </p:grpSpPr>
        <p:sp>
          <p:nvSpPr>
            <p:cNvPr id="17086" name="Google Shape;17086;p45"/>
            <p:cNvSpPr/>
            <p:nvPr/>
          </p:nvSpPr>
          <p:spPr>
            <a:xfrm>
              <a:off x="2724811" y="2426002"/>
              <a:ext cx="227954" cy="86446"/>
            </a:xfrm>
            <a:custGeom>
              <a:rect b="b" l="l" r="r" t="t"/>
              <a:pathLst>
                <a:path extrusionOk="0" h="3308" w="8723">
                  <a:moveTo>
                    <a:pt x="1414" y="0"/>
                  </a:moveTo>
                  <a:cubicBezTo>
                    <a:pt x="635" y="0"/>
                    <a:pt x="1" y="635"/>
                    <a:pt x="1" y="1423"/>
                  </a:cubicBezTo>
                  <a:lnTo>
                    <a:pt x="1" y="1894"/>
                  </a:lnTo>
                  <a:lnTo>
                    <a:pt x="1" y="1971"/>
                  </a:lnTo>
                  <a:lnTo>
                    <a:pt x="1" y="2019"/>
                  </a:lnTo>
                  <a:cubicBezTo>
                    <a:pt x="20" y="2241"/>
                    <a:pt x="87" y="2452"/>
                    <a:pt x="212" y="2635"/>
                  </a:cubicBezTo>
                  <a:lnTo>
                    <a:pt x="212" y="2644"/>
                  </a:lnTo>
                  <a:cubicBezTo>
                    <a:pt x="231" y="2693"/>
                    <a:pt x="270" y="2731"/>
                    <a:pt x="299" y="2769"/>
                  </a:cubicBezTo>
                  <a:cubicBezTo>
                    <a:pt x="568" y="3116"/>
                    <a:pt x="972" y="3308"/>
                    <a:pt x="1404" y="3308"/>
                  </a:cubicBezTo>
                  <a:lnTo>
                    <a:pt x="7299" y="3308"/>
                  </a:lnTo>
                  <a:cubicBezTo>
                    <a:pt x="7809" y="3308"/>
                    <a:pt x="8280" y="3029"/>
                    <a:pt x="8530" y="2587"/>
                  </a:cubicBezTo>
                  <a:cubicBezTo>
                    <a:pt x="8559" y="2539"/>
                    <a:pt x="8578" y="2491"/>
                    <a:pt x="8607" y="2443"/>
                  </a:cubicBezTo>
                  <a:cubicBezTo>
                    <a:pt x="8665" y="2289"/>
                    <a:pt x="8703" y="2135"/>
                    <a:pt x="8713" y="1971"/>
                  </a:cubicBezTo>
                  <a:lnTo>
                    <a:pt x="8713" y="1885"/>
                  </a:lnTo>
                  <a:lnTo>
                    <a:pt x="8713" y="1808"/>
                  </a:lnTo>
                  <a:cubicBezTo>
                    <a:pt x="8713" y="1769"/>
                    <a:pt x="8713" y="1721"/>
                    <a:pt x="8703" y="1683"/>
                  </a:cubicBezTo>
                  <a:lnTo>
                    <a:pt x="8703" y="1683"/>
                  </a:lnTo>
                  <a:lnTo>
                    <a:pt x="8713" y="1692"/>
                  </a:lnTo>
                  <a:lnTo>
                    <a:pt x="8722" y="1423"/>
                  </a:lnTo>
                  <a:cubicBezTo>
                    <a:pt x="8722" y="635"/>
                    <a:pt x="8088" y="0"/>
                    <a:pt x="7309" y="0"/>
                  </a:cubicBezTo>
                  <a:close/>
                </a:path>
              </a:pathLst>
            </a:custGeom>
            <a:solidFill>
              <a:srgbClr val="D9DEE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087" name="Google Shape;17087;p45"/>
            <p:cNvSpPr/>
            <p:nvPr/>
          </p:nvSpPr>
          <p:spPr>
            <a:xfrm>
              <a:off x="2696666" y="2465436"/>
              <a:ext cx="147283" cy="184156"/>
            </a:xfrm>
            <a:custGeom>
              <a:rect b="b" l="l" r="r" t="t"/>
              <a:pathLst>
                <a:path extrusionOk="0" h="7047" w="5636">
                  <a:moveTo>
                    <a:pt x="962" y="1"/>
                  </a:moveTo>
                  <a:cubicBezTo>
                    <a:pt x="433" y="1"/>
                    <a:pt x="1" y="433"/>
                    <a:pt x="1" y="962"/>
                  </a:cubicBezTo>
                  <a:lnTo>
                    <a:pt x="1" y="2539"/>
                  </a:lnTo>
                  <a:cubicBezTo>
                    <a:pt x="1" y="2934"/>
                    <a:pt x="241" y="3289"/>
                    <a:pt x="606" y="3434"/>
                  </a:cubicBezTo>
                  <a:lnTo>
                    <a:pt x="626" y="3443"/>
                  </a:lnTo>
                  <a:lnTo>
                    <a:pt x="4732" y="4645"/>
                  </a:lnTo>
                  <a:cubicBezTo>
                    <a:pt x="5011" y="4761"/>
                    <a:pt x="5203" y="5040"/>
                    <a:pt x="5203" y="5347"/>
                  </a:cubicBezTo>
                  <a:lnTo>
                    <a:pt x="5203" y="6838"/>
                  </a:lnTo>
                  <a:cubicBezTo>
                    <a:pt x="5203" y="6977"/>
                    <a:pt x="5309" y="7047"/>
                    <a:pt x="5414" y="7047"/>
                  </a:cubicBezTo>
                  <a:cubicBezTo>
                    <a:pt x="5520" y="7047"/>
                    <a:pt x="5626" y="6977"/>
                    <a:pt x="5626" y="6838"/>
                  </a:cubicBezTo>
                  <a:lnTo>
                    <a:pt x="5626" y="5347"/>
                  </a:lnTo>
                  <a:cubicBezTo>
                    <a:pt x="5636" y="4857"/>
                    <a:pt x="5328" y="4424"/>
                    <a:pt x="4876" y="4241"/>
                  </a:cubicBezTo>
                  <a:lnTo>
                    <a:pt x="4857" y="4232"/>
                  </a:lnTo>
                  <a:lnTo>
                    <a:pt x="760" y="3030"/>
                  </a:lnTo>
                  <a:cubicBezTo>
                    <a:pt x="558" y="2953"/>
                    <a:pt x="433" y="2751"/>
                    <a:pt x="433" y="2539"/>
                  </a:cubicBezTo>
                  <a:lnTo>
                    <a:pt x="433" y="962"/>
                  </a:lnTo>
                  <a:cubicBezTo>
                    <a:pt x="433" y="674"/>
                    <a:pt x="674" y="433"/>
                    <a:pt x="972" y="433"/>
                  </a:cubicBezTo>
                  <a:lnTo>
                    <a:pt x="3010" y="433"/>
                  </a:lnTo>
                  <a:cubicBezTo>
                    <a:pt x="3299" y="433"/>
                    <a:pt x="3299" y="1"/>
                    <a:pt x="3010" y="1"/>
                  </a:cubicBezTo>
                  <a:close/>
                </a:path>
              </a:pathLst>
            </a:custGeom>
            <a:solidFill>
              <a:srgbClr val="697D9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088" name="Google Shape;17088;p45"/>
            <p:cNvSpPr/>
            <p:nvPr/>
          </p:nvSpPr>
          <p:spPr>
            <a:xfrm>
              <a:off x="2813008" y="2631534"/>
              <a:ext cx="51795" cy="161107"/>
            </a:xfrm>
            <a:custGeom>
              <a:rect b="b" l="l" r="r" t="t"/>
              <a:pathLst>
                <a:path extrusionOk="0" h="6165" w="1982">
                  <a:moveTo>
                    <a:pt x="501" y="1"/>
                  </a:moveTo>
                  <a:cubicBezTo>
                    <a:pt x="222" y="1"/>
                    <a:pt x="1" y="232"/>
                    <a:pt x="1" y="501"/>
                  </a:cubicBezTo>
                  <a:lnTo>
                    <a:pt x="1" y="5665"/>
                  </a:lnTo>
                  <a:cubicBezTo>
                    <a:pt x="1" y="5934"/>
                    <a:pt x="222" y="6165"/>
                    <a:pt x="501" y="6165"/>
                  </a:cubicBezTo>
                  <a:lnTo>
                    <a:pt x="1482" y="6165"/>
                  </a:lnTo>
                  <a:cubicBezTo>
                    <a:pt x="1751" y="6165"/>
                    <a:pt x="1972" y="5934"/>
                    <a:pt x="1982" y="5665"/>
                  </a:cubicBezTo>
                  <a:lnTo>
                    <a:pt x="1982" y="501"/>
                  </a:lnTo>
                  <a:cubicBezTo>
                    <a:pt x="1972" y="232"/>
                    <a:pt x="1751" y="11"/>
                    <a:pt x="1482" y="1"/>
                  </a:cubicBezTo>
                  <a:close/>
                </a:path>
              </a:pathLst>
            </a:custGeom>
            <a:solidFill>
              <a:srgbClr val="B7C5D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089" name="Google Shape;17089;p45"/>
            <p:cNvSpPr/>
            <p:nvPr/>
          </p:nvSpPr>
          <p:spPr>
            <a:xfrm>
              <a:off x="2836893" y="2631795"/>
              <a:ext cx="27910" cy="138999"/>
            </a:xfrm>
            <a:custGeom>
              <a:rect b="b" l="l" r="r" t="t"/>
              <a:pathLst>
                <a:path extrusionOk="0" h="5319" w="1068">
                  <a:moveTo>
                    <a:pt x="0" y="1"/>
                  </a:moveTo>
                  <a:lnTo>
                    <a:pt x="0" y="4818"/>
                  </a:lnTo>
                  <a:cubicBezTo>
                    <a:pt x="0" y="5097"/>
                    <a:pt x="221" y="5318"/>
                    <a:pt x="500" y="5318"/>
                  </a:cubicBezTo>
                  <a:lnTo>
                    <a:pt x="1068" y="5318"/>
                  </a:lnTo>
                  <a:lnTo>
                    <a:pt x="1068" y="491"/>
                  </a:lnTo>
                  <a:cubicBezTo>
                    <a:pt x="1058" y="222"/>
                    <a:pt x="837" y="1"/>
                    <a:pt x="568" y="1"/>
                  </a:cubicBezTo>
                  <a:close/>
                </a:path>
              </a:pathLst>
            </a:custGeom>
            <a:solidFill>
              <a:srgbClr val="A2B5C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090" name="Google Shape;17090;p45"/>
            <p:cNvSpPr/>
            <p:nvPr/>
          </p:nvSpPr>
          <p:spPr>
            <a:xfrm>
              <a:off x="2725568" y="2436533"/>
              <a:ext cx="227196" cy="69826"/>
            </a:xfrm>
            <a:custGeom>
              <a:rect b="b" l="l" r="r" t="t"/>
              <a:pathLst>
                <a:path extrusionOk="0" h="2672" w="8694">
                  <a:moveTo>
                    <a:pt x="1424" y="1"/>
                  </a:moveTo>
                  <a:cubicBezTo>
                    <a:pt x="635" y="1"/>
                    <a:pt x="0" y="636"/>
                    <a:pt x="0" y="1414"/>
                  </a:cubicBezTo>
                  <a:lnTo>
                    <a:pt x="0" y="1491"/>
                  </a:lnTo>
                  <a:lnTo>
                    <a:pt x="0" y="1578"/>
                  </a:lnTo>
                  <a:lnTo>
                    <a:pt x="0" y="1616"/>
                  </a:lnTo>
                  <a:cubicBezTo>
                    <a:pt x="20" y="1838"/>
                    <a:pt x="97" y="2049"/>
                    <a:pt x="212" y="2241"/>
                  </a:cubicBezTo>
                  <a:cubicBezTo>
                    <a:pt x="241" y="2290"/>
                    <a:pt x="270" y="2328"/>
                    <a:pt x="308" y="2376"/>
                  </a:cubicBezTo>
                  <a:lnTo>
                    <a:pt x="664" y="1924"/>
                  </a:lnTo>
                  <a:cubicBezTo>
                    <a:pt x="760" y="1804"/>
                    <a:pt x="897" y="1744"/>
                    <a:pt x="1034" y="1744"/>
                  </a:cubicBezTo>
                  <a:cubicBezTo>
                    <a:pt x="1171" y="1744"/>
                    <a:pt x="1308" y="1804"/>
                    <a:pt x="1404" y="1924"/>
                  </a:cubicBezTo>
                  <a:lnTo>
                    <a:pt x="1885" y="2520"/>
                  </a:lnTo>
                  <a:cubicBezTo>
                    <a:pt x="1957" y="2621"/>
                    <a:pt x="2068" y="2672"/>
                    <a:pt x="2180" y="2672"/>
                  </a:cubicBezTo>
                  <a:cubicBezTo>
                    <a:pt x="2291" y="2672"/>
                    <a:pt x="2404" y="2621"/>
                    <a:pt x="2481" y="2520"/>
                  </a:cubicBezTo>
                  <a:lnTo>
                    <a:pt x="2962" y="1924"/>
                  </a:lnTo>
                  <a:cubicBezTo>
                    <a:pt x="3058" y="1804"/>
                    <a:pt x="3195" y="1744"/>
                    <a:pt x="3332" y="1744"/>
                  </a:cubicBezTo>
                  <a:cubicBezTo>
                    <a:pt x="3469" y="1744"/>
                    <a:pt x="3606" y="1804"/>
                    <a:pt x="3703" y="1924"/>
                  </a:cubicBezTo>
                  <a:lnTo>
                    <a:pt x="4183" y="2520"/>
                  </a:lnTo>
                  <a:cubicBezTo>
                    <a:pt x="4256" y="2621"/>
                    <a:pt x="4366" y="2672"/>
                    <a:pt x="4478" y="2672"/>
                  </a:cubicBezTo>
                  <a:cubicBezTo>
                    <a:pt x="4590" y="2672"/>
                    <a:pt x="4703" y="2621"/>
                    <a:pt x="4780" y="2520"/>
                  </a:cubicBezTo>
                  <a:lnTo>
                    <a:pt x="5260" y="1924"/>
                  </a:lnTo>
                  <a:cubicBezTo>
                    <a:pt x="5357" y="1804"/>
                    <a:pt x="5494" y="1744"/>
                    <a:pt x="5631" y="1744"/>
                  </a:cubicBezTo>
                  <a:cubicBezTo>
                    <a:pt x="5768" y="1744"/>
                    <a:pt x="5905" y="1804"/>
                    <a:pt x="6001" y="1924"/>
                  </a:cubicBezTo>
                  <a:lnTo>
                    <a:pt x="6482" y="2520"/>
                  </a:lnTo>
                  <a:cubicBezTo>
                    <a:pt x="6554" y="2621"/>
                    <a:pt x="6664" y="2672"/>
                    <a:pt x="6776" y="2672"/>
                  </a:cubicBezTo>
                  <a:cubicBezTo>
                    <a:pt x="6888" y="2672"/>
                    <a:pt x="7001" y="2621"/>
                    <a:pt x="7078" y="2520"/>
                  </a:cubicBezTo>
                  <a:lnTo>
                    <a:pt x="7559" y="1924"/>
                  </a:lnTo>
                  <a:cubicBezTo>
                    <a:pt x="7655" y="1804"/>
                    <a:pt x="7792" y="1744"/>
                    <a:pt x="7929" y="1744"/>
                  </a:cubicBezTo>
                  <a:cubicBezTo>
                    <a:pt x="8066" y="1744"/>
                    <a:pt x="8203" y="1804"/>
                    <a:pt x="8299" y="1924"/>
                  </a:cubicBezTo>
                  <a:lnTo>
                    <a:pt x="8511" y="2193"/>
                  </a:lnTo>
                  <a:cubicBezTo>
                    <a:pt x="8539" y="2145"/>
                    <a:pt x="8559" y="2097"/>
                    <a:pt x="8588" y="2040"/>
                  </a:cubicBezTo>
                  <a:cubicBezTo>
                    <a:pt x="8645" y="1895"/>
                    <a:pt x="8684" y="1732"/>
                    <a:pt x="8693" y="1578"/>
                  </a:cubicBezTo>
                  <a:lnTo>
                    <a:pt x="8693" y="1491"/>
                  </a:lnTo>
                  <a:lnTo>
                    <a:pt x="8693" y="1414"/>
                  </a:lnTo>
                  <a:cubicBezTo>
                    <a:pt x="8693" y="645"/>
                    <a:pt x="8078" y="20"/>
                    <a:pt x="7309" y="1"/>
                  </a:cubicBezTo>
                  <a:close/>
                </a:path>
              </a:pathLst>
            </a:custGeom>
            <a:solidFill>
              <a:srgbClr val="CAD5D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091" name="Google Shape;17091;p45"/>
            <p:cNvSpPr/>
            <p:nvPr/>
          </p:nvSpPr>
          <p:spPr>
            <a:xfrm>
              <a:off x="2725307" y="2426002"/>
              <a:ext cx="227457" cy="52788"/>
            </a:xfrm>
            <a:custGeom>
              <a:rect b="b" l="l" r="r" t="t"/>
              <a:pathLst>
                <a:path extrusionOk="0" h="2020" w="8704">
                  <a:moveTo>
                    <a:pt x="1414" y="0"/>
                  </a:moveTo>
                  <a:cubicBezTo>
                    <a:pt x="635" y="0"/>
                    <a:pt x="1" y="635"/>
                    <a:pt x="1" y="1423"/>
                  </a:cubicBezTo>
                  <a:lnTo>
                    <a:pt x="1" y="1894"/>
                  </a:lnTo>
                  <a:cubicBezTo>
                    <a:pt x="1" y="1933"/>
                    <a:pt x="1" y="1981"/>
                    <a:pt x="1" y="2019"/>
                  </a:cubicBezTo>
                  <a:lnTo>
                    <a:pt x="674" y="1192"/>
                  </a:lnTo>
                  <a:cubicBezTo>
                    <a:pt x="765" y="1072"/>
                    <a:pt x="902" y="1012"/>
                    <a:pt x="1039" y="1012"/>
                  </a:cubicBezTo>
                  <a:cubicBezTo>
                    <a:pt x="1176" y="1012"/>
                    <a:pt x="1313" y="1072"/>
                    <a:pt x="1405" y="1192"/>
                  </a:cubicBezTo>
                  <a:lnTo>
                    <a:pt x="1886" y="1798"/>
                  </a:lnTo>
                  <a:cubicBezTo>
                    <a:pt x="1962" y="1894"/>
                    <a:pt x="2075" y="1942"/>
                    <a:pt x="2188" y="1942"/>
                  </a:cubicBezTo>
                  <a:cubicBezTo>
                    <a:pt x="2301" y="1942"/>
                    <a:pt x="2414" y="1894"/>
                    <a:pt x="2491" y="1798"/>
                  </a:cubicBezTo>
                  <a:lnTo>
                    <a:pt x="2972" y="1192"/>
                  </a:lnTo>
                  <a:cubicBezTo>
                    <a:pt x="3063" y="1072"/>
                    <a:pt x="3201" y="1012"/>
                    <a:pt x="3338" y="1012"/>
                  </a:cubicBezTo>
                  <a:cubicBezTo>
                    <a:pt x="3475" y="1012"/>
                    <a:pt x="3612" y="1072"/>
                    <a:pt x="3703" y="1192"/>
                  </a:cubicBezTo>
                  <a:lnTo>
                    <a:pt x="4184" y="1798"/>
                  </a:lnTo>
                  <a:cubicBezTo>
                    <a:pt x="4261" y="1894"/>
                    <a:pt x="4374" y="1942"/>
                    <a:pt x="4487" y="1942"/>
                  </a:cubicBezTo>
                  <a:cubicBezTo>
                    <a:pt x="4600" y="1942"/>
                    <a:pt x="4713" y="1894"/>
                    <a:pt x="4790" y="1798"/>
                  </a:cubicBezTo>
                  <a:lnTo>
                    <a:pt x="5270" y="1192"/>
                  </a:lnTo>
                  <a:cubicBezTo>
                    <a:pt x="5362" y="1072"/>
                    <a:pt x="5499" y="1012"/>
                    <a:pt x="5636" y="1012"/>
                  </a:cubicBezTo>
                  <a:cubicBezTo>
                    <a:pt x="5773" y="1012"/>
                    <a:pt x="5910" y="1072"/>
                    <a:pt x="6001" y="1192"/>
                  </a:cubicBezTo>
                  <a:lnTo>
                    <a:pt x="6482" y="1798"/>
                  </a:lnTo>
                  <a:cubicBezTo>
                    <a:pt x="6559" y="1894"/>
                    <a:pt x="6672" y="1942"/>
                    <a:pt x="6785" y="1942"/>
                  </a:cubicBezTo>
                  <a:cubicBezTo>
                    <a:pt x="6898" y="1942"/>
                    <a:pt x="7011" y="1894"/>
                    <a:pt x="7088" y="1798"/>
                  </a:cubicBezTo>
                  <a:lnTo>
                    <a:pt x="7569" y="1192"/>
                  </a:lnTo>
                  <a:cubicBezTo>
                    <a:pt x="7660" y="1072"/>
                    <a:pt x="7797" y="1012"/>
                    <a:pt x="7934" y="1012"/>
                  </a:cubicBezTo>
                  <a:cubicBezTo>
                    <a:pt x="8071" y="1012"/>
                    <a:pt x="8208" y="1072"/>
                    <a:pt x="8299" y="1192"/>
                  </a:cubicBezTo>
                  <a:lnTo>
                    <a:pt x="8703" y="1692"/>
                  </a:lnTo>
                  <a:lnTo>
                    <a:pt x="8703" y="1423"/>
                  </a:lnTo>
                  <a:cubicBezTo>
                    <a:pt x="8703" y="644"/>
                    <a:pt x="8078" y="10"/>
                    <a:pt x="7309" y="0"/>
                  </a:cubicBezTo>
                  <a:close/>
                </a:path>
              </a:pathLst>
            </a:custGeom>
            <a:solidFill>
              <a:srgbClr val="B8C6D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7092" name="Google Shape;17092;p45"/>
          <p:cNvGrpSpPr/>
          <p:nvPr/>
        </p:nvGrpSpPr>
        <p:grpSpPr>
          <a:xfrm>
            <a:off x="3149072" y="2241354"/>
            <a:ext cx="225863" cy="366429"/>
            <a:chOff x="3149072" y="2426002"/>
            <a:chExt cx="225863" cy="366429"/>
          </a:xfrm>
        </p:grpSpPr>
        <p:sp>
          <p:nvSpPr>
            <p:cNvPr id="17093" name="Google Shape;17093;p45"/>
            <p:cNvSpPr/>
            <p:nvPr/>
          </p:nvSpPr>
          <p:spPr>
            <a:xfrm>
              <a:off x="3236694" y="2606420"/>
              <a:ext cx="58824" cy="186011"/>
            </a:xfrm>
            <a:custGeom>
              <a:rect b="b" l="l" r="r" t="t"/>
              <a:pathLst>
                <a:path extrusionOk="0" h="7118" w="2251">
                  <a:moveTo>
                    <a:pt x="1130" y="5406"/>
                  </a:moveTo>
                  <a:cubicBezTo>
                    <a:pt x="1212" y="5406"/>
                    <a:pt x="1296" y="5429"/>
                    <a:pt x="1376" y="5481"/>
                  </a:cubicBezTo>
                  <a:cubicBezTo>
                    <a:pt x="1741" y="5732"/>
                    <a:pt x="1568" y="6299"/>
                    <a:pt x="1125" y="6299"/>
                  </a:cubicBezTo>
                  <a:cubicBezTo>
                    <a:pt x="952" y="6299"/>
                    <a:pt x="799" y="6203"/>
                    <a:pt x="722" y="6049"/>
                  </a:cubicBezTo>
                  <a:lnTo>
                    <a:pt x="712" y="6020"/>
                  </a:lnTo>
                  <a:cubicBezTo>
                    <a:pt x="584" y="5704"/>
                    <a:pt x="839" y="5406"/>
                    <a:pt x="1130" y="5406"/>
                  </a:cubicBezTo>
                  <a:close/>
                  <a:moveTo>
                    <a:pt x="347" y="0"/>
                  </a:moveTo>
                  <a:cubicBezTo>
                    <a:pt x="154" y="0"/>
                    <a:pt x="0" y="154"/>
                    <a:pt x="0" y="347"/>
                  </a:cubicBezTo>
                  <a:lnTo>
                    <a:pt x="0" y="6001"/>
                  </a:lnTo>
                  <a:cubicBezTo>
                    <a:pt x="0" y="6549"/>
                    <a:pt x="404" y="7020"/>
                    <a:pt x="952" y="7107"/>
                  </a:cubicBezTo>
                  <a:cubicBezTo>
                    <a:pt x="1007" y="7114"/>
                    <a:pt x="1061" y="7118"/>
                    <a:pt x="1114" y="7118"/>
                  </a:cubicBezTo>
                  <a:cubicBezTo>
                    <a:pt x="1608" y="7118"/>
                    <a:pt x="2045" y="6805"/>
                    <a:pt x="2193" y="6328"/>
                  </a:cubicBezTo>
                  <a:cubicBezTo>
                    <a:pt x="2231" y="6222"/>
                    <a:pt x="2251" y="6107"/>
                    <a:pt x="2251" y="6001"/>
                  </a:cubicBezTo>
                  <a:lnTo>
                    <a:pt x="2251" y="347"/>
                  </a:lnTo>
                  <a:cubicBezTo>
                    <a:pt x="2251" y="154"/>
                    <a:pt x="2087" y="0"/>
                    <a:pt x="1904" y="0"/>
                  </a:cubicBezTo>
                  <a:close/>
                </a:path>
              </a:pathLst>
            </a:custGeom>
            <a:solidFill>
              <a:srgbClr val="7B8E9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094" name="Google Shape;17094;p45"/>
            <p:cNvSpPr/>
            <p:nvPr/>
          </p:nvSpPr>
          <p:spPr>
            <a:xfrm>
              <a:off x="3260056" y="2606420"/>
              <a:ext cx="35462" cy="165863"/>
            </a:xfrm>
            <a:custGeom>
              <a:rect b="b" l="l" r="r" t="t"/>
              <a:pathLst>
                <a:path extrusionOk="0" h="6347" w="1357">
                  <a:moveTo>
                    <a:pt x="1" y="0"/>
                  </a:moveTo>
                  <a:lnTo>
                    <a:pt x="1" y="5222"/>
                  </a:lnTo>
                  <a:cubicBezTo>
                    <a:pt x="1" y="5308"/>
                    <a:pt x="10" y="5385"/>
                    <a:pt x="30" y="5462"/>
                  </a:cubicBezTo>
                  <a:cubicBezTo>
                    <a:pt x="87" y="5433"/>
                    <a:pt x="155" y="5414"/>
                    <a:pt x="231" y="5414"/>
                  </a:cubicBezTo>
                  <a:cubicBezTo>
                    <a:pt x="635" y="5414"/>
                    <a:pt x="828" y="5905"/>
                    <a:pt x="539" y="6183"/>
                  </a:cubicBezTo>
                  <a:cubicBezTo>
                    <a:pt x="712" y="6289"/>
                    <a:pt x="914" y="6347"/>
                    <a:pt x="1126" y="6347"/>
                  </a:cubicBezTo>
                  <a:cubicBezTo>
                    <a:pt x="1183" y="6347"/>
                    <a:pt x="1241" y="6347"/>
                    <a:pt x="1299" y="6337"/>
                  </a:cubicBezTo>
                  <a:cubicBezTo>
                    <a:pt x="1337" y="6232"/>
                    <a:pt x="1357" y="6116"/>
                    <a:pt x="1357" y="6001"/>
                  </a:cubicBezTo>
                  <a:lnTo>
                    <a:pt x="1357" y="356"/>
                  </a:lnTo>
                  <a:cubicBezTo>
                    <a:pt x="1357" y="164"/>
                    <a:pt x="1203" y="0"/>
                    <a:pt x="1010" y="0"/>
                  </a:cubicBezTo>
                  <a:close/>
                </a:path>
              </a:pathLst>
            </a:custGeom>
            <a:solidFill>
              <a:srgbClr val="869FB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095" name="Google Shape;17095;p45"/>
            <p:cNvSpPr/>
            <p:nvPr/>
          </p:nvSpPr>
          <p:spPr>
            <a:xfrm>
              <a:off x="3194464" y="2547857"/>
              <a:ext cx="143284" cy="88981"/>
            </a:xfrm>
            <a:custGeom>
              <a:rect b="b" l="l" r="r" t="t"/>
              <a:pathLst>
                <a:path extrusionOk="0" h="3405" w="5483">
                  <a:moveTo>
                    <a:pt x="1" y="1"/>
                  </a:moveTo>
                  <a:lnTo>
                    <a:pt x="1" y="2203"/>
                  </a:lnTo>
                  <a:cubicBezTo>
                    <a:pt x="1" y="2866"/>
                    <a:pt x="539" y="3405"/>
                    <a:pt x="1213" y="3405"/>
                  </a:cubicBezTo>
                  <a:lnTo>
                    <a:pt x="4270" y="3405"/>
                  </a:lnTo>
                  <a:cubicBezTo>
                    <a:pt x="4944" y="3405"/>
                    <a:pt x="5482" y="2866"/>
                    <a:pt x="5482" y="2203"/>
                  </a:cubicBezTo>
                  <a:lnTo>
                    <a:pt x="5482" y="1"/>
                  </a:lnTo>
                  <a:close/>
                </a:path>
              </a:pathLst>
            </a:custGeom>
            <a:solidFill>
              <a:srgbClr val="C7D2D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096" name="Google Shape;17096;p45"/>
            <p:cNvSpPr/>
            <p:nvPr/>
          </p:nvSpPr>
          <p:spPr>
            <a:xfrm>
              <a:off x="3214063" y="2547857"/>
              <a:ext cx="123685" cy="69382"/>
            </a:xfrm>
            <a:custGeom>
              <a:rect b="b" l="l" r="r" t="t"/>
              <a:pathLst>
                <a:path extrusionOk="0" h="2655" w="4733">
                  <a:moveTo>
                    <a:pt x="1" y="1"/>
                  </a:moveTo>
                  <a:lnTo>
                    <a:pt x="1" y="1770"/>
                  </a:lnTo>
                  <a:cubicBezTo>
                    <a:pt x="1" y="2261"/>
                    <a:pt x="395" y="2655"/>
                    <a:pt x="886" y="2655"/>
                  </a:cubicBezTo>
                  <a:lnTo>
                    <a:pt x="4646" y="2655"/>
                  </a:lnTo>
                  <a:cubicBezTo>
                    <a:pt x="4703" y="2511"/>
                    <a:pt x="4732" y="2357"/>
                    <a:pt x="4732" y="2203"/>
                  </a:cubicBezTo>
                  <a:lnTo>
                    <a:pt x="4732" y="1"/>
                  </a:lnTo>
                  <a:close/>
                </a:path>
              </a:pathLst>
            </a:custGeom>
            <a:solidFill>
              <a:srgbClr val="D9E0E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097" name="Google Shape;17097;p45"/>
            <p:cNvSpPr/>
            <p:nvPr/>
          </p:nvSpPr>
          <p:spPr>
            <a:xfrm>
              <a:off x="3179908" y="2426002"/>
              <a:ext cx="172396" cy="119635"/>
            </a:xfrm>
            <a:custGeom>
              <a:rect b="b" l="l" r="r" t="t"/>
              <a:pathLst>
                <a:path extrusionOk="0" h="4578" w="6597">
                  <a:moveTo>
                    <a:pt x="529" y="0"/>
                  </a:moveTo>
                  <a:cubicBezTo>
                    <a:pt x="231" y="0"/>
                    <a:pt x="0" y="240"/>
                    <a:pt x="0" y="529"/>
                  </a:cubicBezTo>
                  <a:lnTo>
                    <a:pt x="0" y="4577"/>
                  </a:lnTo>
                  <a:lnTo>
                    <a:pt x="6597" y="4577"/>
                  </a:lnTo>
                  <a:lnTo>
                    <a:pt x="6597" y="529"/>
                  </a:lnTo>
                  <a:cubicBezTo>
                    <a:pt x="6597" y="240"/>
                    <a:pt x="6356" y="0"/>
                    <a:pt x="6068" y="0"/>
                  </a:cubicBezTo>
                  <a:close/>
                </a:path>
              </a:pathLst>
            </a:custGeom>
            <a:solidFill>
              <a:srgbClr val="A9BBC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098" name="Google Shape;17098;p45"/>
            <p:cNvSpPr/>
            <p:nvPr/>
          </p:nvSpPr>
          <p:spPr>
            <a:xfrm>
              <a:off x="3199246" y="2426002"/>
              <a:ext cx="153058" cy="85715"/>
            </a:xfrm>
            <a:custGeom>
              <a:rect b="b" l="l" r="r" t="t"/>
              <a:pathLst>
                <a:path extrusionOk="0" h="3280" w="5857">
                  <a:moveTo>
                    <a:pt x="1" y="0"/>
                  </a:moveTo>
                  <a:lnTo>
                    <a:pt x="1" y="2587"/>
                  </a:lnTo>
                  <a:cubicBezTo>
                    <a:pt x="1" y="2971"/>
                    <a:pt x="318" y="3279"/>
                    <a:pt x="703" y="3279"/>
                  </a:cubicBezTo>
                  <a:lnTo>
                    <a:pt x="5857" y="3279"/>
                  </a:lnTo>
                  <a:lnTo>
                    <a:pt x="5857" y="529"/>
                  </a:lnTo>
                  <a:cubicBezTo>
                    <a:pt x="5857" y="240"/>
                    <a:pt x="5616" y="0"/>
                    <a:pt x="5328" y="0"/>
                  </a:cubicBezTo>
                  <a:close/>
                </a:path>
              </a:pathLst>
            </a:custGeom>
            <a:solidFill>
              <a:srgbClr val="CBD6D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099" name="Google Shape;17099;p45"/>
            <p:cNvSpPr/>
            <p:nvPr/>
          </p:nvSpPr>
          <p:spPr>
            <a:xfrm>
              <a:off x="3149072" y="2528755"/>
              <a:ext cx="225863" cy="41760"/>
            </a:xfrm>
            <a:custGeom>
              <a:rect b="b" l="l" r="r" t="t"/>
              <a:pathLst>
                <a:path extrusionOk="0" h="1598" w="8643">
                  <a:moveTo>
                    <a:pt x="7862" y="1"/>
                  </a:moveTo>
                  <a:cubicBezTo>
                    <a:pt x="7856" y="1"/>
                    <a:pt x="7850" y="1"/>
                    <a:pt x="7844" y="1"/>
                  </a:cubicBezTo>
                  <a:lnTo>
                    <a:pt x="1113" y="1"/>
                  </a:lnTo>
                  <a:cubicBezTo>
                    <a:pt x="1065" y="1"/>
                    <a:pt x="1026" y="1"/>
                    <a:pt x="988" y="11"/>
                  </a:cubicBezTo>
                  <a:cubicBezTo>
                    <a:pt x="959" y="11"/>
                    <a:pt x="940" y="11"/>
                    <a:pt x="911" y="20"/>
                  </a:cubicBezTo>
                  <a:cubicBezTo>
                    <a:pt x="863" y="30"/>
                    <a:pt x="805" y="49"/>
                    <a:pt x="767" y="78"/>
                  </a:cubicBezTo>
                  <a:cubicBezTo>
                    <a:pt x="1" y="442"/>
                    <a:pt x="264" y="1597"/>
                    <a:pt x="1102" y="1597"/>
                  </a:cubicBezTo>
                  <a:cubicBezTo>
                    <a:pt x="1106" y="1597"/>
                    <a:pt x="1109" y="1597"/>
                    <a:pt x="1113" y="1597"/>
                  </a:cubicBezTo>
                  <a:lnTo>
                    <a:pt x="7844" y="1597"/>
                  </a:lnTo>
                  <a:cubicBezTo>
                    <a:pt x="8200" y="1588"/>
                    <a:pt x="8508" y="1357"/>
                    <a:pt x="8613" y="1020"/>
                  </a:cubicBezTo>
                  <a:cubicBezTo>
                    <a:pt x="8623" y="982"/>
                    <a:pt x="8633" y="934"/>
                    <a:pt x="8642" y="886"/>
                  </a:cubicBezTo>
                  <a:cubicBezTo>
                    <a:pt x="8642" y="857"/>
                    <a:pt x="8642" y="828"/>
                    <a:pt x="8642" y="799"/>
                  </a:cubicBezTo>
                  <a:cubicBezTo>
                    <a:pt x="8642" y="780"/>
                    <a:pt x="8642" y="761"/>
                    <a:pt x="8642" y="751"/>
                  </a:cubicBezTo>
                  <a:cubicBezTo>
                    <a:pt x="8614" y="334"/>
                    <a:pt x="8277" y="1"/>
                    <a:pt x="7862" y="1"/>
                  </a:cubicBezTo>
                  <a:close/>
                </a:path>
              </a:pathLst>
            </a:custGeom>
            <a:solidFill>
              <a:srgbClr val="697D9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100" name="Google Shape;17100;p45"/>
            <p:cNvSpPr/>
            <p:nvPr/>
          </p:nvSpPr>
          <p:spPr>
            <a:xfrm>
              <a:off x="3174864" y="2528519"/>
              <a:ext cx="200070" cy="20122"/>
            </a:xfrm>
            <a:custGeom>
              <a:rect b="b" l="l" r="r" t="t"/>
              <a:pathLst>
                <a:path extrusionOk="0" h="770" w="7656">
                  <a:moveTo>
                    <a:pt x="126" y="0"/>
                  </a:moveTo>
                  <a:cubicBezTo>
                    <a:pt x="87" y="0"/>
                    <a:pt x="49" y="10"/>
                    <a:pt x="1" y="10"/>
                  </a:cubicBezTo>
                  <a:cubicBezTo>
                    <a:pt x="30" y="433"/>
                    <a:pt x="376" y="770"/>
                    <a:pt x="799" y="770"/>
                  </a:cubicBezTo>
                  <a:lnTo>
                    <a:pt x="7530" y="770"/>
                  </a:lnTo>
                  <a:cubicBezTo>
                    <a:pt x="7569" y="770"/>
                    <a:pt x="7617" y="760"/>
                    <a:pt x="7655" y="760"/>
                  </a:cubicBezTo>
                  <a:cubicBezTo>
                    <a:pt x="7626" y="337"/>
                    <a:pt x="7280" y="0"/>
                    <a:pt x="6857" y="0"/>
                  </a:cubicBezTo>
                  <a:close/>
                </a:path>
              </a:pathLst>
            </a:custGeom>
            <a:solidFill>
              <a:srgbClr val="768C9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101" name="Google Shape;17101;p45"/>
            <p:cNvSpPr/>
            <p:nvPr/>
          </p:nvSpPr>
          <p:spPr>
            <a:xfrm>
              <a:off x="3217095" y="2426002"/>
              <a:ext cx="110096" cy="85636"/>
            </a:xfrm>
            <a:custGeom>
              <a:rect b="b" l="l" r="r" t="t"/>
              <a:pathLst>
                <a:path extrusionOk="0" h="3277" w="4213">
                  <a:moveTo>
                    <a:pt x="0" y="0"/>
                  </a:moveTo>
                  <a:lnTo>
                    <a:pt x="0" y="1587"/>
                  </a:lnTo>
                  <a:cubicBezTo>
                    <a:pt x="0" y="1938"/>
                    <a:pt x="265" y="2113"/>
                    <a:pt x="529" y="2113"/>
                  </a:cubicBezTo>
                  <a:cubicBezTo>
                    <a:pt x="794" y="2113"/>
                    <a:pt x="1058" y="1938"/>
                    <a:pt x="1058" y="1587"/>
                  </a:cubicBezTo>
                  <a:lnTo>
                    <a:pt x="1058" y="596"/>
                  </a:lnTo>
                  <a:cubicBezTo>
                    <a:pt x="1092" y="914"/>
                    <a:pt x="1337" y="1072"/>
                    <a:pt x="1582" y="1072"/>
                  </a:cubicBezTo>
                  <a:cubicBezTo>
                    <a:pt x="1827" y="1072"/>
                    <a:pt x="2073" y="914"/>
                    <a:pt x="2106" y="596"/>
                  </a:cubicBezTo>
                  <a:lnTo>
                    <a:pt x="2106" y="2750"/>
                  </a:lnTo>
                  <a:cubicBezTo>
                    <a:pt x="2106" y="3101"/>
                    <a:pt x="2368" y="3277"/>
                    <a:pt x="2630" y="3277"/>
                  </a:cubicBezTo>
                  <a:cubicBezTo>
                    <a:pt x="2892" y="3277"/>
                    <a:pt x="3154" y="3101"/>
                    <a:pt x="3154" y="2750"/>
                  </a:cubicBezTo>
                  <a:lnTo>
                    <a:pt x="3154" y="1760"/>
                  </a:lnTo>
                  <a:cubicBezTo>
                    <a:pt x="3187" y="2083"/>
                    <a:pt x="3432" y="2238"/>
                    <a:pt x="3678" y="2238"/>
                  </a:cubicBezTo>
                  <a:cubicBezTo>
                    <a:pt x="3945" y="2238"/>
                    <a:pt x="4212" y="2057"/>
                    <a:pt x="4212" y="1712"/>
                  </a:cubicBezTo>
                  <a:lnTo>
                    <a:pt x="4212" y="0"/>
                  </a:lnTo>
                  <a:close/>
                </a:path>
              </a:pathLst>
            </a:custGeom>
            <a:solidFill>
              <a:srgbClr val="7C91A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102" name="Google Shape;17102;p45"/>
            <p:cNvSpPr/>
            <p:nvPr/>
          </p:nvSpPr>
          <p:spPr>
            <a:xfrm>
              <a:off x="3217095" y="2426002"/>
              <a:ext cx="27674" cy="31620"/>
            </a:xfrm>
            <a:custGeom>
              <a:rect b="b" l="l" r="r" t="t"/>
              <a:pathLst>
                <a:path extrusionOk="0" h="1210" w="1059">
                  <a:moveTo>
                    <a:pt x="0" y="0"/>
                  </a:moveTo>
                  <a:lnTo>
                    <a:pt x="0" y="683"/>
                  </a:lnTo>
                  <a:cubicBezTo>
                    <a:pt x="0" y="1034"/>
                    <a:pt x="265" y="1209"/>
                    <a:pt x="529" y="1209"/>
                  </a:cubicBezTo>
                  <a:cubicBezTo>
                    <a:pt x="794" y="1209"/>
                    <a:pt x="1058" y="1034"/>
                    <a:pt x="1058" y="683"/>
                  </a:cubicBezTo>
                  <a:lnTo>
                    <a:pt x="1058" y="0"/>
                  </a:lnTo>
                  <a:close/>
                </a:path>
              </a:pathLst>
            </a:custGeom>
            <a:solidFill>
              <a:srgbClr val="8FA1B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103" name="Google Shape;17103;p45"/>
            <p:cNvSpPr/>
            <p:nvPr/>
          </p:nvSpPr>
          <p:spPr>
            <a:xfrm>
              <a:off x="3271868" y="2426002"/>
              <a:ext cx="55323" cy="61333"/>
            </a:xfrm>
            <a:custGeom>
              <a:rect b="b" l="l" r="r" t="t"/>
              <a:pathLst>
                <a:path extrusionOk="0" h="2347" w="2117">
                  <a:moveTo>
                    <a:pt x="1" y="0"/>
                  </a:moveTo>
                  <a:lnTo>
                    <a:pt x="1" y="1827"/>
                  </a:lnTo>
                  <a:cubicBezTo>
                    <a:pt x="1" y="2119"/>
                    <a:pt x="241" y="2347"/>
                    <a:pt x="531" y="2347"/>
                  </a:cubicBezTo>
                  <a:cubicBezTo>
                    <a:pt x="537" y="2347"/>
                    <a:pt x="543" y="2347"/>
                    <a:pt x="549" y="2346"/>
                  </a:cubicBezTo>
                  <a:cubicBezTo>
                    <a:pt x="837" y="2337"/>
                    <a:pt x="1058" y="2096"/>
                    <a:pt x="1058" y="1808"/>
                  </a:cubicBezTo>
                  <a:lnTo>
                    <a:pt x="1058" y="981"/>
                  </a:lnTo>
                  <a:cubicBezTo>
                    <a:pt x="1058" y="969"/>
                    <a:pt x="1069" y="961"/>
                    <a:pt x="1080" y="961"/>
                  </a:cubicBezTo>
                  <a:cubicBezTo>
                    <a:pt x="1087" y="961"/>
                    <a:pt x="1093" y="964"/>
                    <a:pt x="1097" y="971"/>
                  </a:cubicBezTo>
                  <a:cubicBezTo>
                    <a:pt x="1171" y="1166"/>
                    <a:pt x="1362" y="1299"/>
                    <a:pt x="1575" y="1299"/>
                  </a:cubicBezTo>
                  <a:cubicBezTo>
                    <a:pt x="1582" y="1299"/>
                    <a:pt x="1589" y="1299"/>
                    <a:pt x="1597" y="1298"/>
                  </a:cubicBezTo>
                  <a:cubicBezTo>
                    <a:pt x="1885" y="1289"/>
                    <a:pt x="2116" y="1048"/>
                    <a:pt x="2116" y="760"/>
                  </a:cubicBezTo>
                  <a:lnTo>
                    <a:pt x="2116" y="0"/>
                  </a:lnTo>
                  <a:close/>
                </a:path>
              </a:pathLst>
            </a:custGeom>
            <a:solidFill>
              <a:srgbClr val="8FA1B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7104" name="Google Shape;17104;p45"/>
          <p:cNvGrpSpPr/>
          <p:nvPr/>
        </p:nvGrpSpPr>
        <p:grpSpPr>
          <a:xfrm>
            <a:off x="1361556" y="2241276"/>
            <a:ext cx="283224" cy="366482"/>
            <a:chOff x="1361556" y="2425923"/>
            <a:chExt cx="283224" cy="366482"/>
          </a:xfrm>
        </p:grpSpPr>
        <p:sp>
          <p:nvSpPr>
            <p:cNvPr id="17105" name="Google Shape;17105;p45"/>
            <p:cNvSpPr/>
            <p:nvPr/>
          </p:nvSpPr>
          <p:spPr>
            <a:xfrm>
              <a:off x="1361556" y="2425923"/>
              <a:ext cx="283224" cy="366482"/>
            </a:xfrm>
            <a:custGeom>
              <a:rect b="b" l="l" r="r" t="t"/>
              <a:pathLst>
                <a:path extrusionOk="0" h="14024" w="10838">
                  <a:moveTo>
                    <a:pt x="5753" y="1"/>
                  </a:moveTo>
                  <a:cubicBezTo>
                    <a:pt x="4965" y="1"/>
                    <a:pt x="4173" y="198"/>
                    <a:pt x="3453" y="599"/>
                  </a:cubicBezTo>
                  <a:cubicBezTo>
                    <a:pt x="1712" y="1570"/>
                    <a:pt x="760" y="3532"/>
                    <a:pt x="1097" y="5503"/>
                  </a:cubicBezTo>
                  <a:lnTo>
                    <a:pt x="222" y="8081"/>
                  </a:lnTo>
                  <a:cubicBezTo>
                    <a:pt x="1" y="8706"/>
                    <a:pt x="443" y="9379"/>
                    <a:pt x="1106" y="9417"/>
                  </a:cubicBezTo>
                  <a:lnTo>
                    <a:pt x="1491" y="9417"/>
                  </a:lnTo>
                  <a:cubicBezTo>
                    <a:pt x="1597" y="9417"/>
                    <a:pt x="1683" y="9504"/>
                    <a:pt x="1683" y="9619"/>
                  </a:cubicBezTo>
                  <a:lnTo>
                    <a:pt x="1683" y="11408"/>
                  </a:lnTo>
                  <a:cubicBezTo>
                    <a:pt x="1683" y="11937"/>
                    <a:pt x="2116" y="12369"/>
                    <a:pt x="2645" y="12369"/>
                  </a:cubicBezTo>
                  <a:lnTo>
                    <a:pt x="4010" y="12138"/>
                  </a:lnTo>
                  <a:cubicBezTo>
                    <a:pt x="4021" y="12137"/>
                    <a:pt x="4032" y="12136"/>
                    <a:pt x="4042" y="12136"/>
                  </a:cubicBezTo>
                  <a:cubicBezTo>
                    <a:pt x="4153" y="12136"/>
                    <a:pt x="4241" y="12226"/>
                    <a:pt x="4241" y="12340"/>
                  </a:cubicBezTo>
                  <a:lnTo>
                    <a:pt x="4241" y="13735"/>
                  </a:lnTo>
                  <a:cubicBezTo>
                    <a:pt x="4241" y="13889"/>
                    <a:pt x="4376" y="14023"/>
                    <a:pt x="4539" y="14023"/>
                  </a:cubicBezTo>
                  <a:lnTo>
                    <a:pt x="8915" y="14023"/>
                  </a:lnTo>
                  <a:cubicBezTo>
                    <a:pt x="9078" y="14023"/>
                    <a:pt x="9213" y="13898"/>
                    <a:pt x="9213" y="13735"/>
                  </a:cubicBezTo>
                  <a:lnTo>
                    <a:pt x="9213" y="9090"/>
                  </a:lnTo>
                  <a:cubicBezTo>
                    <a:pt x="9213" y="8792"/>
                    <a:pt x="9251" y="8484"/>
                    <a:pt x="9328" y="8196"/>
                  </a:cubicBezTo>
                  <a:cubicBezTo>
                    <a:pt x="9415" y="7907"/>
                    <a:pt x="9540" y="7629"/>
                    <a:pt x="9703" y="7369"/>
                  </a:cubicBezTo>
                  <a:cubicBezTo>
                    <a:pt x="9944" y="6994"/>
                    <a:pt x="10126" y="6580"/>
                    <a:pt x="10261" y="6148"/>
                  </a:cubicBezTo>
                  <a:lnTo>
                    <a:pt x="10261" y="6138"/>
                  </a:lnTo>
                  <a:cubicBezTo>
                    <a:pt x="10838" y="4292"/>
                    <a:pt x="10232" y="2282"/>
                    <a:pt x="8732" y="1061"/>
                  </a:cubicBezTo>
                  <a:cubicBezTo>
                    <a:pt x="7871" y="360"/>
                    <a:pt x="6816" y="1"/>
                    <a:pt x="5753" y="1"/>
                  </a:cubicBezTo>
                  <a:close/>
                </a:path>
              </a:pathLst>
            </a:custGeom>
            <a:solidFill>
              <a:srgbClr val="D9DEE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106" name="Google Shape;17106;p45"/>
            <p:cNvSpPr/>
            <p:nvPr/>
          </p:nvSpPr>
          <p:spPr>
            <a:xfrm>
              <a:off x="1493499" y="2660698"/>
              <a:ext cx="36951" cy="22866"/>
            </a:xfrm>
            <a:custGeom>
              <a:rect b="b" l="l" r="r" t="t"/>
              <a:pathLst>
                <a:path extrusionOk="0" h="875" w="1414">
                  <a:moveTo>
                    <a:pt x="0" y="0"/>
                  </a:moveTo>
                  <a:lnTo>
                    <a:pt x="0" y="174"/>
                  </a:lnTo>
                  <a:cubicBezTo>
                    <a:pt x="0" y="582"/>
                    <a:pt x="337" y="874"/>
                    <a:pt x="706" y="874"/>
                  </a:cubicBezTo>
                  <a:cubicBezTo>
                    <a:pt x="823" y="874"/>
                    <a:pt x="944" y="844"/>
                    <a:pt x="1058" y="779"/>
                  </a:cubicBezTo>
                  <a:lnTo>
                    <a:pt x="1067" y="779"/>
                  </a:lnTo>
                  <a:cubicBezTo>
                    <a:pt x="1279" y="654"/>
                    <a:pt x="1414" y="424"/>
                    <a:pt x="1414" y="183"/>
                  </a:cubicBezTo>
                  <a:lnTo>
                    <a:pt x="1414" y="10"/>
                  </a:lnTo>
                  <a:lnTo>
                    <a:pt x="1414" y="0"/>
                  </a:lnTo>
                  <a:close/>
                </a:path>
              </a:pathLst>
            </a:custGeom>
            <a:solidFill>
              <a:srgbClr val="697D9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107" name="Google Shape;17107;p45"/>
            <p:cNvSpPr/>
            <p:nvPr/>
          </p:nvSpPr>
          <p:spPr>
            <a:xfrm>
              <a:off x="1512341" y="2660959"/>
              <a:ext cx="18110" cy="20122"/>
            </a:xfrm>
            <a:custGeom>
              <a:rect b="b" l="l" r="r" t="t"/>
              <a:pathLst>
                <a:path extrusionOk="0" h="770" w="693">
                  <a:moveTo>
                    <a:pt x="0" y="0"/>
                  </a:moveTo>
                  <a:lnTo>
                    <a:pt x="0" y="173"/>
                  </a:lnTo>
                  <a:cubicBezTo>
                    <a:pt x="0" y="414"/>
                    <a:pt x="135" y="644"/>
                    <a:pt x="346" y="769"/>
                  </a:cubicBezTo>
                  <a:cubicBezTo>
                    <a:pt x="558" y="644"/>
                    <a:pt x="693" y="414"/>
                    <a:pt x="693" y="173"/>
                  </a:cubicBezTo>
                  <a:lnTo>
                    <a:pt x="693" y="0"/>
                  </a:lnTo>
                  <a:close/>
                </a:path>
              </a:pathLst>
            </a:custGeom>
            <a:solidFill>
              <a:srgbClr val="889CA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108" name="Google Shape;17108;p45"/>
            <p:cNvSpPr/>
            <p:nvPr/>
          </p:nvSpPr>
          <p:spPr>
            <a:xfrm>
              <a:off x="1433290" y="2489556"/>
              <a:ext cx="153711" cy="173180"/>
            </a:xfrm>
            <a:custGeom>
              <a:rect b="b" l="l" r="r" t="t"/>
              <a:pathLst>
                <a:path extrusionOk="0" h="6627" w="5882">
                  <a:moveTo>
                    <a:pt x="3006" y="0"/>
                  </a:moveTo>
                  <a:cubicBezTo>
                    <a:pt x="978" y="0"/>
                    <a:pt x="1" y="2504"/>
                    <a:pt x="1515" y="3876"/>
                  </a:cubicBezTo>
                  <a:cubicBezTo>
                    <a:pt x="1785" y="4126"/>
                    <a:pt x="1939" y="4482"/>
                    <a:pt x="1939" y="4857"/>
                  </a:cubicBezTo>
                  <a:lnTo>
                    <a:pt x="1939" y="6251"/>
                  </a:lnTo>
                  <a:cubicBezTo>
                    <a:pt x="1939" y="6347"/>
                    <a:pt x="1977" y="6444"/>
                    <a:pt x="2044" y="6521"/>
                  </a:cubicBezTo>
                  <a:cubicBezTo>
                    <a:pt x="2064" y="6530"/>
                    <a:pt x="2073" y="6540"/>
                    <a:pt x="2092" y="6549"/>
                  </a:cubicBezTo>
                  <a:lnTo>
                    <a:pt x="2121" y="6569"/>
                  </a:lnTo>
                  <a:cubicBezTo>
                    <a:pt x="2179" y="6607"/>
                    <a:pt x="2246" y="6626"/>
                    <a:pt x="2314" y="6626"/>
                  </a:cubicBezTo>
                  <a:lnTo>
                    <a:pt x="3698" y="6626"/>
                  </a:lnTo>
                  <a:cubicBezTo>
                    <a:pt x="3775" y="6626"/>
                    <a:pt x="3843" y="6607"/>
                    <a:pt x="3900" y="6569"/>
                  </a:cubicBezTo>
                  <a:lnTo>
                    <a:pt x="3929" y="6549"/>
                  </a:lnTo>
                  <a:cubicBezTo>
                    <a:pt x="3948" y="6540"/>
                    <a:pt x="3958" y="6530"/>
                    <a:pt x="3968" y="6521"/>
                  </a:cubicBezTo>
                  <a:cubicBezTo>
                    <a:pt x="4045" y="6444"/>
                    <a:pt x="4083" y="6347"/>
                    <a:pt x="4083" y="6251"/>
                  </a:cubicBezTo>
                  <a:lnTo>
                    <a:pt x="4083" y="4847"/>
                  </a:lnTo>
                  <a:cubicBezTo>
                    <a:pt x="4083" y="4472"/>
                    <a:pt x="4246" y="4117"/>
                    <a:pt x="4525" y="3867"/>
                  </a:cubicBezTo>
                  <a:cubicBezTo>
                    <a:pt x="5881" y="2616"/>
                    <a:pt x="5218" y="357"/>
                    <a:pt x="3400" y="30"/>
                  </a:cubicBezTo>
                  <a:lnTo>
                    <a:pt x="3352" y="20"/>
                  </a:lnTo>
                  <a:cubicBezTo>
                    <a:pt x="3256" y="11"/>
                    <a:pt x="3160" y="1"/>
                    <a:pt x="3064" y="1"/>
                  </a:cubicBezTo>
                  <a:cubicBezTo>
                    <a:pt x="3044" y="0"/>
                    <a:pt x="3025" y="0"/>
                    <a:pt x="3006" y="0"/>
                  </a:cubicBezTo>
                  <a:close/>
                </a:path>
              </a:pathLst>
            </a:custGeom>
            <a:solidFill>
              <a:srgbClr val="B8C2C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109" name="Google Shape;17109;p45"/>
            <p:cNvSpPr/>
            <p:nvPr/>
          </p:nvSpPr>
          <p:spPr>
            <a:xfrm>
              <a:off x="1457306" y="2490314"/>
              <a:ext cx="129434" cy="172422"/>
            </a:xfrm>
            <a:custGeom>
              <a:rect b="b" l="l" r="r" t="t"/>
              <a:pathLst>
                <a:path extrusionOk="0" h="6598" w="4953">
                  <a:moveTo>
                    <a:pt x="2472" y="1"/>
                  </a:moveTo>
                  <a:cubicBezTo>
                    <a:pt x="654" y="328"/>
                    <a:pt x="0" y="2607"/>
                    <a:pt x="1366" y="3847"/>
                  </a:cubicBezTo>
                  <a:cubicBezTo>
                    <a:pt x="1645" y="4097"/>
                    <a:pt x="1798" y="4453"/>
                    <a:pt x="1798" y="4828"/>
                  </a:cubicBezTo>
                  <a:lnTo>
                    <a:pt x="1798" y="6222"/>
                  </a:lnTo>
                  <a:cubicBezTo>
                    <a:pt x="1789" y="6428"/>
                    <a:pt x="1962" y="6598"/>
                    <a:pt x="2166" y="6598"/>
                  </a:cubicBezTo>
                  <a:cubicBezTo>
                    <a:pt x="2172" y="6598"/>
                    <a:pt x="2178" y="6598"/>
                    <a:pt x="2183" y="6597"/>
                  </a:cubicBezTo>
                  <a:lnTo>
                    <a:pt x="2779" y="6597"/>
                  </a:lnTo>
                  <a:cubicBezTo>
                    <a:pt x="2991" y="6597"/>
                    <a:pt x="3164" y="6424"/>
                    <a:pt x="3164" y="6222"/>
                  </a:cubicBezTo>
                  <a:lnTo>
                    <a:pt x="3164" y="4818"/>
                  </a:lnTo>
                  <a:cubicBezTo>
                    <a:pt x="3164" y="4443"/>
                    <a:pt x="3327" y="4088"/>
                    <a:pt x="3606" y="3838"/>
                  </a:cubicBezTo>
                  <a:lnTo>
                    <a:pt x="3597" y="3838"/>
                  </a:lnTo>
                  <a:cubicBezTo>
                    <a:pt x="4953" y="2587"/>
                    <a:pt x="4289" y="328"/>
                    <a:pt x="2472" y="1"/>
                  </a:cubicBezTo>
                  <a:close/>
                </a:path>
              </a:pathLst>
            </a:custGeom>
            <a:solidFill>
              <a:srgbClr val="CBD2D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110" name="Google Shape;17110;p45"/>
            <p:cNvSpPr/>
            <p:nvPr/>
          </p:nvSpPr>
          <p:spPr>
            <a:xfrm>
              <a:off x="1469876" y="2523502"/>
              <a:ext cx="79417" cy="95253"/>
            </a:xfrm>
            <a:custGeom>
              <a:rect b="b" l="l" r="r" t="t"/>
              <a:pathLst>
                <a:path extrusionOk="0" h="3645" w="3039">
                  <a:moveTo>
                    <a:pt x="837" y="423"/>
                  </a:moveTo>
                  <a:cubicBezTo>
                    <a:pt x="933" y="423"/>
                    <a:pt x="1010" y="510"/>
                    <a:pt x="1010" y="606"/>
                  </a:cubicBezTo>
                  <a:lnTo>
                    <a:pt x="1010" y="779"/>
                  </a:lnTo>
                  <a:lnTo>
                    <a:pt x="1010" y="789"/>
                  </a:lnTo>
                  <a:lnTo>
                    <a:pt x="798" y="789"/>
                  </a:lnTo>
                  <a:cubicBezTo>
                    <a:pt x="558" y="789"/>
                    <a:pt x="558" y="423"/>
                    <a:pt x="798" y="423"/>
                  </a:cubicBezTo>
                  <a:close/>
                  <a:moveTo>
                    <a:pt x="2423" y="433"/>
                  </a:moveTo>
                  <a:cubicBezTo>
                    <a:pt x="2654" y="433"/>
                    <a:pt x="2654" y="789"/>
                    <a:pt x="2423" y="789"/>
                  </a:cubicBezTo>
                  <a:lnTo>
                    <a:pt x="2212" y="789"/>
                  </a:lnTo>
                  <a:lnTo>
                    <a:pt x="2212" y="606"/>
                  </a:lnTo>
                  <a:cubicBezTo>
                    <a:pt x="2212" y="510"/>
                    <a:pt x="2289" y="433"/>
                    <a:pt x="2385" y="433"/>
                  </a:cubicBezTo>
                  <a:close/>
                  <a:moveTo>
                    <a:pt x="817" y="0"/>
                  </a:moveTo>
                  <a:cubicBezTo>
                    <a:pt x="0" y="0"/>
                    <a:pt x="0" y="1221"/>
                    <a:pt x="817" y="1221"/>
                  </a:cubicBezTo>
                  <a:lnTo>
                    <a:pt x="1019" y="1221"/>
                  </a:lnTo>
                  <a:lnTo>
                    <a:pt x="1019" y="3635"/>
                  </a:lnTo>
                  <a:lnTo>
                    <a:pt x="1452" y="3635"/>
                  </a:lnTo>
                  <a:lnTo>
                    <a:pt x="1452" y="1221"/>
                  </a:lnTo>
                  <a:lnTo>
                    <a:pt x="1789" y="1221"/>
                  </a:lnTo>
                  <a:lnTo>
                    <a:pt x="1789" y="3645"/>
                  </a:lnTo>
                  <a:lnTo>
                    <a:pt x="2221" y="3645"/>
                  </a:lnTo>
                  <a:lnTo>
                    <a:pt x="2221" y="1221"/>
                  </a:lnTo>
                  <a:lnTo>
                    <a:pt x="2433" y="1221"/>
                  </a:lnTo>
                  <a:cubicBezTo>
                    <a:pt x="2760" y="1221"/>
                    <a:pt x="3039" y="952"/>
                    <a:pt x="3039" y="615"/>
                  </a:cubicBezTo>
                  <a:cubicBezTo>
                    <a:pt x="3039" y="279"/>
                    <a:pt x="2760" y="10"/>
                    <a:pt x="2433" y="10"/>
                  </a:cubicBezTo>
                  <a:lnTo>
                    <a:pt x="2414" y="0"/>
                  </a:lnTo>
                  <a:lnTo>
                    <a:pt x="2385" y="0"/>
                  </a:lnTo>
                  <a:cubicBezTo>
                    <a:pt x="2058" y="10"/>
                    <a:pt x="1789" y="269"/>
                    <a:pt x="1789" y="606"/>
                  </a:cubicBezTo>
                  <a:lnTo>
                    <a:pt x="1789" y="779"/>
                  </a:lnTo>
                  <a:lnTo>
                    <a:pt x="1442" y="779"/>
                  </a:lnTo>
                  <a:lnTo>
                    <a:pt x="1442" y="606"/>
                  </a:lnTo>
                  <a:cubicBezTo>
                    <a:pt x="1442" y="269"/>
                    <a:pt x="1173" y="10"/>
                    <a:pt x="846" y="0"/>
                  </a:cubicBezTo>
                  <a:close/>
                </a:path>
              </a:pathLst>
            </a:custGeom>
            <a:solidFill>
              <a:srgbClr val="B7C5D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111" name="Google Shape;17111;p45"/>
            <p:cNvSpPr/>
            <p:nvPr/>
          </p:nvSpPr>
          <p:spPr>
            <a:xfrm>
              <a:off x="1421086" y="2581412"/>
              <a:ext cx="30131" cy="19338"/>
            </a:xfrm>
            <a:custGeom>
              <a:rect b="b" l="l" r="r" t="t"/>
              <a:pathLst>
                <a:path extrusionOk="0" h="740" w="1153">
                  <a:moveTo>
                    <a:pt x="850" y="1"/>
                  </a:moveTo>
                  <a:cubicBezTo>
                    <a:pt x="819" y="1"/>
                    <a:pt x="786" y="8"/>
                    <a:pt x="752" y="25"/>
                  </a:cubicBezTo>
                  <a:lnTo>
                    <a:pt x="232" y="323"/>
                  </a:lnTo>
                  <a:cubicBezTo>
                    <a:pt x="0" y="435"/>
                    <a:pt x="121" y="739"/>
                    <a:pt x="317" y="739"/>
                  </a:cubicBezTo>
                  <a:cubicBezTo>
                    <a:pt x="357" y="739"/>
                    <a:pt x="400" y="727"/>
                    <a:pt x="444" y="698"/>
                  </a:cubicBezTo>
                  <a:lnTo>
                    <a:pt x="963" y="400"/>
                  </a:lnTo>
                  <a:cubicBezTo>
                    <a:pt x="1153" y="268"/>
                    <a:pt x="1038" y="1"/>
                    <a:pt x="850" y="1"/>
                  </a:cubicBezTo>
                  <a:close/>
                </a:path>
              </a:pathLst>
            </a:custGeom>
            <a:solidFill>
              <a:srgbClr val="AFC0C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112" name="Google Shape;17112;p45"/>
            <p:cNvSpPr/>
            <p:nvPr/>
          </p:nvSpPr>
          <p:spPr>
            <a:xfrm>
              <a:off x="1569336" y="2582222"/>
              <a:ext cx="30157" cy="19312"/>
            </a:xfrm>
            <a:custGeom>
              <a:rect b="b" l="l" r="r" t="t"/>
              <a:pathLst>
                <a:path extrusionOk="0" h="739" w="1154">
                  <a:moveTo>
                    <a:pt x="321" y="0"/>
                  </a:moveTo>
                  <a:cubicBezTo>
                    <a:pt x="128" y="0"/>
                    <a:pt x="1" y="305"/>
                    <a:pt x="233" y="417"/>
                  </a:cubicBezTo>
                  <a:lnTo>
                    <a:pt x="752" y="715"/>
                  </a:lnTo>
                  <a:cubicBezTo>
                    <a:pt x="786" y="731"/>
                    <a:pt x="819" y="738"/>
                    <a:pt x="851" y="738"/>
                  </a:cubicBezTo>
                  <a:cubicBezTo>
                    <a:pt x="1039" y="738"/>
                    <a:pt x="1153" y="473"/>
                    <a:pt x="964" y="349"/>
                  </a:cubicBezTo>
                  <a:lnTo>
                    <a:pt x="444" y="42"/>
                  </a:lnTo>
                  <a:cubicBezTo>
                    <a:pt x="402" y="13"/>
                    <a:pt x="360" y="0"/>
                    <a:pt x="321" y="0"/>
                  </a:cubicBezTo>
                  <a:close/>
                </a:path>
              </a:pathLst>
            </a:custGeom>
            <a:solidFill>
              <a:srgbClr val="AFC0C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113" name="Google Shape;17113;p45"/>
            <p:cNvSpPr/>
            <p:nvPr/>
          </p:nvSpPr>
          <p:spPr>
            <a:xfrm>
              <a:off x="1506304" y="2449599"/>
              <a:ext cx="11342" cy="26498"/>
            </a:xfrm>
            <a:custGeom>
              <a:rect b="b" l="l" r="r" t="t"/>
              <a:pathLst>
                <a:path extrusionOk="0" h="1014" w="434">
                  <a:moveTo>
                    <a:pt x="212" y="1"/>
                  </a:moveTo>
                  <a:cubicBezTo>
                    <a:pt x="97" y="1"/>
                    <a:pt x="0" y="97"/>
                    <a:pt x="0" y="213"/>
                  </a:cubicBezTo>
                  <a:lnTo>
                    <a:pt x="0" y="818"/>
                  </a:lnTo>
                  <a:cubicBezTo>
                    <a:pt x="10" y="948"/>
                    <a:pt x="113" y="1013"/>
                    <a:pt x="217" y="1013"/>
                  </a:cubicBezTo>
                  <a:cubicBezTo>
                    <a:pt x="320" y="1013"/>
                    <a:pt x="424" y="948"/>
                    <a:pt x="433" y="818"/>
                  </a:cubicBezTo>
                  <a:lnTo>
                    <a:pt x="433" y="213"/>
                  </a:lnTo>
                  <a:cubicBezTo>
                    <a:pt x="433" y="97"/>
                    <a:pt x="337" y="1"/>
                    <a:pt x="212" y="1"/>
                  </a:cubicBezTo>
                  <a:close/>
                </a:path>
              </a:pathLst>
            </a:custGeom>
            <a:solidFill>
              <a:srgbClr val="AFC0C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114" name="Google Shape;17114;p45"/>
            <p:cNvSpPr/>
            <p:nvPr/>
          </p:nvSpPr>
          <p:spPr>
            <a:xfrm>
              <a:off x="1457228" y="2461176"/>
              <a:ext cx="23624" cy="25897"/>
            </a:xfrm>
            <a:custGeom>
              <a:rect b="b" l="l" r="r" t="t"/>
              <a:pathLst>
                <a:path extrusionOk="0" h="991" w="904">
                  <a:moveTo>
                    <a:pt x="302" y="1"/>
                  </a:moveTo>
                  <a:cubicBezTo>
                    <a:pt x="151" y="1"/>
                    <a:pt x="0" y="169"/>
                    <a:pt x="119" y="346"/>
                  </a:cubicBezTo>
                  <a:lnTo>
                    <a:pt x="417" y="866"/>
                  </a:lnTo>
                  <a:cubicBezTo>
                    <a:pt x="459" y="954"/>
                    <a:pt x="529" y="990"/>
                    <a:pt x="599" y="990"/>
                  </a:cubicBezTo>
                  <a:cubicBezTo>
                    <a:pt x="750" y="990"/>
                    <a:pt x="903" y="822"/>
                    <a:pt x="792" y="645"/>
                  </a:cubicBezTo>
                  <a:lnTo>
                    <a:pt x="484" y="125"/>
                  </a:lnTo>
                  <a:cubicBezTo>
                    <a:pt x="441" y="37"/>
                    <a:pt x="372" y="1"/>
                    <a:pt x="302" y="1"/>
                  </a:cubicBezTo>
                  <a:close/>
                </a:path>
              </a:pathLst>
            </a:custGeom>
            <a:solidFill>
              <a:srgbClr val="AFC0C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115" name="Google Shape;17115;p45"/>
            <p:cNvSpPr/>
            <p:nvPr/>
          </p:nvSpPr>
          <p:spPr>
            <a:xfrm>
              <a:off x="1422680" y="2495723"/>
              <a:ext cx="29295" cy="18868"/>
            </a:xfrm>
            <a:custGeom>
              <a:rect b="b" l="l" r="r" t="t"/>
              <a:pathLst>
                <a:path extrusionOk="0" h="722" w="1121">
                  <a:moveTo>
                    <a:pt x="313" y="1"/>
                  </a:moveTo>
                  <a:cubicBezTo>
                    <a:pt x="123" y="1"/>
                    <a:pt x="1" y="268"/>
                    <a:pt x="191" y="400"/>
                  </a:cubicBezTo>
                  <a:lnTo>
                    <a:pt x="719" y="698"/>
                  </a:lnTo>
                  <a:cubicBezTo>
                    <a:pt x="752" y="714"/>
                    <a:pt x="784" y="721"/>
                    <a:pt x="815" y="721"/>
                  </a:cubicBezTo>
                  <a:cubicBezTo>
                    <a:pt x="999" y="721"/>
                    <a:pt x="1121" y="456"/>
                    <a:pt x="931" y="332"/>
                  </a:cubicBezTo>
                  <a:lnTo>
                    <a:pt x="412" y="25"/>
                  </a:lnTo>
                  <a:cubicBezTo>
                    <a:pt x="378" y="8"/>
                    <a:pt x="344" y="1"/>
                    <a:pt x="313" y="1"/>
                  </a:cubicBezTo>
                  <a:close/>
                </a:path>
              </a:pathLst>
            </a:custGeom>
            <a:solidFill>
              <a:srgbClr val="AFC0C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116" name="Google Shape;17116;p45"/>
            <p:cNvSpPr/>
            <p:nvPr/>
          </p:nvSpPr>
          <p:spPr>
            <a:xfrm>
              <a:off x="1410816" y="2542344"/>
              <a:ext cx="28171" cy="11315"/>
            </a:xfrm>
            <a:custGeom>
              <a:rect b="b" l="l" r="r" t="t"/>
              <a:pathLst>
                <a:path extrusionOk="0" h="433" w="1078">
                  <a:moveTo>
                    <a:pt x="260" y="0"/>
                  </a:moveTo>
                  <a:cubicBezTo>
                    <a:pt x="0" y="20"/>
                    <a:pt x="0" y="404"/>
                    <a:pt x="260" y="433"/>
                  </a:cubicBezTo>
                  <a:lnTo>
                    <a:pt x="866" y="433"/>
                  </a:lnTo>
                  <a:cubicBezTo>
                    <a:pt x="981" y="433"/>
                    <a:pt x="1077" y="337"/>
                    <a:pt x="1077" y="212"/>
                  </a:cubicBezTo>
                  <a:cubicBezTo>
                    <a:pt x="1077" y="96"/>
                    <a:pt x="981" y="0"/>
                    <a:pt x="866" y="0"/>
                  </a:cubicBezTo>
                  <a:close/>
                </a:path>
              </a:pathLst>
            </a:custGeom>
            <a:solidFill>
              <a:srgbClr val="AFC0C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117" name="Google Shape;17117;p45"/>
            <p:cNvSpPr/>
            <p:nvPr/>
          </p:nvSpPr>
          <p:spPr>
            <a:xfrm>
              <a:off x="1581932" y="2543833"/>
              <a:ext cx="29687" cy="11342"/>
            </a:xfrm>
            <a:custGeom>
              <a:rect b="b" l="l" r="r" t="t"/>
              <a:pathLst>
                <a:path extrusionOk="0" h="434" w="1136">
                  <a:moveTo>
                    <a:pt x="270" y="1"/>
                  </a:moveTo>
                  <a:cubicBezTo>
                    <a:pt x="1" y="20"/>
                    <a:pt x="1" y="405"/>
                    <a:pt x="270" y="434"/>
                  </a:cubicBezTo>
                  <a:lnTo>
                    <a:pt x="876" y="434"/>
                  </a:lnTo>
                  <a:cubicBezTo>
                    <a:pt x="1136" y="405"/>
                    <a:pt x="1136" y="20"/>
                    <a:pt x="876" y="1"/>
                  </a:cubicBezTo>
                  <a:close/>
                </a:path>
              </a:pathLst>
            </a:custGeom>
            <a:solidFill>
              <a:srgbClr val="AFC0C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118" name="Google Shape;17118;p45"/>
            <p:cNvSpPr/>
            <p:nvPr/>
          </p:nvSpPr>
          <p:spPr>
            <a:xfrm>
              <a:off x="1571139" y="2496742"/>
              <a:ext cx="30183" cy="19234"/>
            </a:xfrm>
            <a:custGeom>
              <a:rect b="b" l="l" r="r" t="t"/>
              <a:pathLst>
                <a:path extrusionOk="0" h="736" w="1155">
                  <a:moveTo>
                    <a:pt x="837" y="1"/>
                  </a:moveTo>
                  <a:cubicBezTo>
                    <a:pt x="797" y="1"/>
                    <a:pt x="755" y="14"/>
                    <a:pt x="712" y="43"/>
                  </a:cubicBezTo>
                  <a:lnTo>
                    <a:pt x="193" y="341"/>
                  </a:lnTo>
                  <a:cubicBezTo>
                    <a:pt x="0" y="447"/>
                    <a:pt x="77" y="736"/>
                    <a:pt x="298" y="736"/>
                  </a:cubicBezTo>
                  <a:cubicBezTo>
                    <a:pt x="337" y="736"/>
                    <a:pt x="375" y="726"/>
                    <a:pt x="404" y="707"/>
                  </a:cubicBezTo>
                  <a:lnTo>
                    <a:pt x="923" y="409"/>
                  </a:lnTo>
                  <a:cubicBezTo>
                    <a:pt x="1155" y="297"/>
                    <a:pt x="1029" y="1"/>
                    <a:pt x="837" y="1"/>
                  </a:cubicBezTo>
                  <a:close/>
                </a:path>
              </a:pathLst>
            </a:custGeom>
            <a:solidFill>
              <a:srgbClr val="AFC0C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119" name="Google Shape;17119;p45"/>
            <p:cNvSpPr/>
            <p:nvPr/>
          </p:nvSpPr>
          <p:spPr>
            <a:xfrm>
              <a:off x="1542655" y="2462483"/>
              <a:ext cx="22213" cy="25349"/>
            </a:xfrm>
            <a:custGeom>
              <a:rect b="b" l="l" r="r" t="t"/>
              <a:pathLst>
                <a:path extrusionOk="0" h="970" w="850">
                  <a:moveTo>
                    <a:pt x="611" y="0"/>
                  </a:moveTo>
                  <a:cubicBezTo>
                    <a:pt x="536" y="0"/>
                    <a:pt x="466" y="39"/>
                    <a:pt x="427" y="104"/>
                  </a:cubicBezTo>
                  <a:lnTo>
                    <a:pt x="119" y="623"/>
                  </a:lnTo>
                  <a:cubicBezTo>
                    <a:pt x="1" y="801"/>
                    <a:pt x="156" y="969"/>
                    <a:pt x="310" y="969"/>
                  </a:cubicBezTo>
                  <a:cubicBezTo>
                    <a:pt x="381" y="969"/>
                    <a:pt x="452" y="933"/>
                    <a:pt x="494" y="845"/>
                  </a:cubicBezTo>
                  <a:lnTo>
                    <a:pt x="792" y="325"/>
                  </a:lnTo>
                  <a:cubicBezTo>
                    <a:pt x="850" y="220"/>
                    <a:pt x="821" y="85"/>
                    <a:pt x="715" y="27"/>
                  </a:cubicBezTo>
                  <a:cubicBezTo>
                    <a:pt x="681" y="9"/>
                    <a:pt x="646" y="0"/>
                    <a:pt x="611" y="0"/>
                  </a:cubicBezTo>
                  <a:close/>
                </a:path>
              </a:pathLst>
            </a:custGeom>
            <a:solidFill>
              <a:srgbClr val="AFC0C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120" name="Google Shape;17120;p45"/>
            <p:cNvSpPr/>
            <p:nvPr/>
          </p:nvSpPr>
          <p:spPr>
            <a:xfrm>
              <a:off x="1496243" y="2594112"/>
              <a:ext cx="8075" cy="24382"/>
            </a:xfrm>
            <a:custGeom>
              <a:rect b="b" l="l" r="r" t="t"/>
              <a:pathLst>
                <a:path extrusionOk="0" h="933" w="309">
                  <a:moveTo>
                    <a:pt x="1" y="0"/>
                  </a:moveTo>
                  <a:lnTo>
                    <a:pt x="1" y="933"/>
                  </a:lnTo>
                  <a:lnTo>
                    <a:pt x="308" y="933"/>
                  </a:lnTo>
                  <a:lnTo>
                    <a:pt x="308" y="856"/>
                  </a:lnTo>
                  <a:cubicBezTo>
                    <a:pt x="308" y="539"/>
                    <a:pt x="203" y="241"/>
                    <a:pt x="1" y="0"/>
                  </a:cubicBezTo>
                  <a:close/>
                </a:path>
              </a:pathLst>
            </a:custGeom>
            <a:solidFill>
              <a:srgbClr val="A9BAC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121" name="Google Shape;17121;p45"/>
            <p:cNvSpPr/>
            <p:nvPr/>
          </p:nvSpPr>
          <p:spPr>
            <a:xfrm>
              <a:off x="1483935" y="2618468"/>
              <a:ext cx="56054" cy="22160"/>
            </a:xfrm>
            <a:custGeom>
              <a:rect b="b" l="l" r="r" t="t"/>
              <a:pathLst>
                <a:path extrusionOk="0" h="848" w="2145">
                  <a:moveTo>
                    <a:pt x="1" y="1"/>
                  </a:moveTo>
                  <a:lnTo>
                    <a:pt x="1" y="847"/>
                  </a:lnTo>
                  <a:lnTo>
                    <a:pt x="2145" y="847"/>
                  </a:lnTo>
                  <a:lnTo>
                    <a:pt x="2145" y="1"/>
                  </a:lnTo>
                  <a:close/>
                </a:path>
              </a:pathLst>
            </a:custGeom>
            <a:solidFill>
              <a:srgbClr val="C7D2D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122" name="Google Shape;17122;p45"/>
            <p:cNvSpPr/>
            <p:nvPr/>
          </p:nvSpPr>
          <p:spPr>
            <a:xfrm>
              <a:off x="1483935" y="2640602"/>
              <a:ext cx="56054" cy="22134"/>
            </a:xfrm>
            <a:custGeom>
              <a:rect b="b" l="l" r="r" t="t"/>
              <a:pathLst>
                <a:path extrusionOk="0" h="847" w="2145">
                  <a:moveTo>
                    <a:pt x="1" y="0"/>
                  </a:moveTo>
                  <a:lnTo>
                    <a:pt x="1" y="471"/>
                  </a:lnTo>
                  <a:cubicBezTo>
                    <a:pt x="1" y="567"/>
                    <a:pt x="39" y="664"/>
                    <a:pt x="106" y="741"/>
                  </a:cubicBezTo>
                  <a:cubicBezTo>
                    <a:pt x="126" y="750"/>
                    <a:pt x="135" y="760"/>
                    <a:pt x="154" y="769"/>
                  </a:cubicBezTo>
                  <a:lnTo>
                    <a:pt x="183" y="789"/>
                  </a:lnTo>
                  <a:cubicBezTo>
                    <a:pt x="241" y="827"/>
                    <a:pt x="308" y="846"/>
                    <a:pt x="376" y="846"/>
                  </a:cubicBezTo>
                  <a:lnTo>
                    <a:pt x="1760" y="846"/>
                  </a:lnTo>
                  <a:cubicBezTo>
                    <a:pt x="1837" y="846"/>
                    <a:pt x="1905" y="827"/>
                    <a:pt x="1962" y="789"/>
                  </a:cubicBezTo>
                  <a:lnTo>
                    <a:pt x="1991" y="769"/>
                  </a:lnTo>
                  <a:cubicBezTo>
                    <a:pt x="2010" y="760"/>
                    <a:pt x="2020" y="750"/>
                    <a:pt x="2030" y="741"/>
                  </a:cubicBezTo>
                  <a:cubicBezTo>
                    <a:pt x="2107" y="664"/>
                    <a:pt x="2145" y="567"/>
                    <a:pt x="2145" y="471"/>
                  </a:cubicBezTo>
                  <a:lnTo>
                    <a:pt x="2145" y="0"/>
                  </a:lnTo>
                  <a:close/>
                </a:path>
              </a:pathLst>
            </a:custGeom>
            <a:solidFill>
              <a:srgbClr val="889CA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123" name="Google Shape;17123;p45"/>
            <p:cNvSpPr/>
            <p:nvPr/>
          </p:nvSpPr>
          <p:spPr>
            <a:xfrm>
              <a:off x="1504292" y="2618468"/>
              <a:ext cx="35697" cy="22160"/>
            </a:xfrm>
            <a:custGeom>
              <a:rect b="b" l="l" r="r" t="t"/>
              <a:pathLst>
                <a:path extrusionOk="0" h="848" w="1366">
                  <a:moveTo>
                    <a:pt x="0" y="1"/>
                  </a:moveTo>
                  <a:lnTo>
                    <a:pt x="0" y="847"/>
                  </a:lnTo>
                  <a:lnTo>
                    <a:pt x="1366" y="847"/>
                  </a:lnTo>
                  <a:lnTo>
                    <a:pt x="1366" y="1"/>
                  </a:lnTo>
                  <a:close/>
                </a:path>
              </a:pathLst>
            </a:custGeom>
            <a:solidFill>
              <a:srgbClr val="D9E0E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124" name="Google Shape;17124;p45"/>
            <p:cNvSpPr/>
            <p:nvPr/>
          </p:nvSpPr>
          <p:spPr>
            <a:xfrm>
              <a:off x="1504031" y="2640602"/>
              <a:ext cx="35958" cy="22134"/>
            </a:xfrm>
            <a:custGeom>
              <a:rect b="b" l="l" r="r" t="t"/>
              <a:pathLst>
                <a:path extrusionOk="0" h="847" w="1376">
                  <a:moveTo>
                    <a:pt x="10" y="0"/>
                  </a:moveTo>
                  <a:lnTo>
                    <a:pt x="10" y="471"/>
                  </a:lnTo>
                  <a:cubicBezTo>
                    <a:pt x="1" y="683"/>
                    <a:pt x="184" y="846"/>
                    <a:pt x="395" y="846"/>
                  </a:cubicBezTo>
                  <a:lnTo>
                    <a:pt x="991" y="846"/>
                  </a:lnTo>
                  <a:cubicBezTo>
                    <a:pt x="1068" y="846"/>
                    <a:pt x="1136" y="827"/>
                    <a:pt x="1193" y="789"/>
                  </a:cubicBezTo>
                  <a:lnTo>
                    <a:pt x="1222" y="769"/>
                  </a:lnTo>
                  <a:cubicBezTo>
                    <a:pt x="1241" y="760"/>
                    <a:pt x="1251" y="750"/>
                    <a:pt x="1261" y="741"/>
                  </a:cubicBezTo>
                  <a:cubicBezTo>
                    <a:pt x="1338" y="664"/>
                    <a:pt x="1376" y="567"/>
                    <a:pt x="1376" y="471"/>
                  </a:cubicBezTo>
                  <a:lnTo>
                    <a:pt x="1376" y="0"/>
                  </a:lnTo>
                  <a:close/>
                </a:path>
              </a:pathLst>
            </a:custGeom>
            <a:solidFill>
              <a:srgbClr val="C7D2D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7125" name="Google Shape;17125;p45"/>
          <p:cNvGrpSpPr/>
          <p:nvPr/>
        </p:nvGrpSpPr>
        <p:grpSpPr>
          <a:xfrm>
            <a:off x="3973735" y="2706408"/>
            <a:ext cx="361883" cy="366979"/>
            <a:chOff x="3973735" y="2891056"/>
            <a:chExt cx="361883" cy="366979"/>
          </a:xfrm>
        </p:grpSpPr>
        <p:sp>
          <p:nvSpPr>
            <p:cNvPr id="17126" name="Google Shape;17126;p45"/>
            <p:cNvSpPr/>
            <p:nvPr/>
          </p:nvSpPr>
          <p:spPr>
            <a:xfrm>
              <a:off x="4148875" y="2891056"/>
              <a:ext cx="149661" cy="98598"/>
            </a:xfrm>
            <a:custGeom>
              <a:rect b="b" l="l" r="r" t="t"/>
              <a:pathLst>
                <a:path extrusionOk="0" h="3773" w="5727">
                  <a:moveTo>
                    <a:pt x="5505" y="1"/>
                  </a:moveTo>
                  <a:cubicBezTo>
                    <a:pt x="5393" y="1"/>
                    <a:pt x="5280" y="75"/>
                    <a:pt x="5289" y="224"/>
                  </a:cubicBezTo>
                  <a:lnTo>
                    <a:pt x="5289" y="715"/>
                  </a:lnTo>
                  <a:cubicBezTo>
                    <a:pt x="5289" y="1138"/>
                    <a:pt x="4953" y="1484"/>
                    <a:pt x="4530" y="1484"/>
                  </a:cubicBezTo>
                  <a:lnTo>
                    <a:pt x="1183" y="1484"/>
                  </a:lnTo>
                  <a:cubicBezTo>
                    <a:pt x="529" y="1484"/>
                    <a:pt x="1" y="2013"/>
                    <a:pt x="1" y="2667"/>
                  </a:cubicBezTo>
                  <a:lnTo>
                    <a:pt x="1" y="3561"/>
                  </a:lnTo>
                  <a:cubicBezTo>
                    <a:pt x="1" y="3677"/>
                    <a:pt x="87" y="3773"/>
                    <a:pt x="212" y="3773"/>
                  </a:cubicBezTo>
                  <a:cubicBezTo>
                    <a:pt x="328" y="3773"/>
                    <a:pt x="414" y="3677"/>
                    <a:pt x="414" y="3561"/>
                  </a:cubicBezTo>
                  <a:lnTo>
                    <a:pt x="414" y="2667"/>
                  </a:lnTo>
                  <a:cubicBezTo>
                    <a:pt x="414" y="2244"/>
                    <a:pt x="760" y="1898"/>
                    <a:pt x="1183" y="1898"/>
                  </a:cubicBezTo>
                  <a:lnTo>
                    <a:pt x="4530" y="1898"/>
                  </a:lnTo>
                  <a:cubicBezTo>
                    <a:pt x="5184" y="1898"/>
                    <a:pt x="5713" y="1369"/>
                    <a:pt x="5713" y="715"/>
                  </a:cubicBezTo>
                  <a:lnTo>
                    <a:pt x="5713" y="224"/>
                  </a:lnTo>
                  <a:cubicBezTo>
                    <a:pt x="5727" y="75"/>
                    <a:pt x="5616" y="1"/>
                    <a:pt x="5505" y="1"/>
                  </a:cubicBezTo>
                  <a:close/>
                </a:path>
              </a:pathLst>
            </a:custGeom>
            <a:solidFill>
              <a:srgbClr val="1D1D1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127" name="Google Shape;17127;p45"/>
            <p:cNvSpPr/>
            <p:nvPr/>
          </p:nvSpPr>
          <p:spPr>
            <a:xfrm>
              <a:off x="4231558" y="3066039"/>
              <a:ext cx="25139" cy="25139"/>
            </a:xfrm>
            <a:custGeom>
              <a:rect b="b" l="l" r="r" t="t"/>
              <a:pathLst>
                <a:path extrusionOk="0" fill="none" h="962" w="962">
                  <a:moveTo>
                    <a:pt x="962" y="962"/>
                  </a:moveTo>
                  <a:lnTo>
                    <a:pt x="0" y="0"/>
                  </a:lnTo>
                </a:path>
              </a:pathLst>
            </a:custGeom>
            <a:noFill/>
            <a:ln cap="rnd" cmpd="sng" w="45200">
              <a:solidFill>
                <a:srgbClr val="000000"/>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128" name="Google Shape;17128;p45"/>
            <p:cNvSpPr/>
            <p:nvPr/>
          </p:nvSpPr>
          <p:spPr>
            <a:xfrm>
              <a:off x="3973735" y="2975307"/>
              <a:ext cx="359871" cy="282728"/>
            </a:xfrm>
            <a:custGeom>
              <a:rect b="b" l="l" r="r" t="t"/>
              <a:pathLst>
                <a:path extrusionOk="0" h="10819" w="13771">
                  <a:moveTo>
                    <a:pt x="721" y="1"/>
                  </a:moveTo>
                  <a:cubicBezTo>
                    <a:pt x="327" y="1"/>
                    <a:pt x="0" y="318"/>
                    <a:pt x="0" y="722"/>
                  </a:cubicBezTo>
                  <a:lnTo>
                    <a:pt x="0" y="10098"/>
                  </a:lnTo>
                  <a:cubicBezTo>
                    <a:pt x="0" y="10492"/>
                    <a:pt x="327" y="10819"/>
                    <a:pt x="721" y="10819"/>
                  </a:cubicBezTo>
                  <a:lnTo>
                    <a:pt x="13049" y="10819"/>
                  </a:lnTo>
                  <a:cubicBezTo>
                    <a:pt x="13453" y="10819"/>
                    <a:pt x="13770" y="10492"/>
                    <a:pt x="13770" y="10098"/>
                  </a:cubicBezTo>
                  <a:lnTo>
                    <a:pt x="13770" y="722"/>
                  </a:lnTo>
                  <a:cubicBezTo>
                    <a:pt x="13770" y="318"/>
                    <a:pt x="13453" y="1"/>
                    <a:pt x="13059" y="1"/>
                  </a:cubicBezTo>
                  <a:close/>
                </a:path>
              </a:pathLst>
            </a:custGeom>
            <a:solidFill>
              <a:srgbClr val="526A7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129" name="Google Shape;17129;p45"/>
            <p:cNvSpPr/>
            <p:nvPr/>
          </p:nvSpPr>
          <p:spPr>
            <a:xfrm>
              <a:off x="3997855" y="2975307"/>
              <a:ext cx="337763" cy="282728"/>
            </a:xfrm>
            <a:custGeom>
              <a:rect b="b" l="l" r="r" t="t"/>
              <a:pathLst>
                <a:path extrusionOk="0" h="10819" w="12925">
                  <a:moveTo>
                    <a:pt x="722" y="1"/>
                  </a:moveTo>
                  <a:cubicBezTo>
                    <a:pt x="318" y="1"/>
                    <a:pt x="0" y="318"/>
                    <a:pt x="0" y="722"/>
                  </a:cubicBezTo>
                  <a:lnTo>
                    <a:pt x="0" y="10098"/>
                  </a:lnTo>
                  <a:cubicBezTo>
                    <a:pt x="0" y="10492"/>
                    <a:pt x="318" y="10819"/>
                    <a:pt x="722" y="10819"/>
                  </a:cubicBezTo>
                  <a:lnTo>
                    <a:pt x="12203" y="10819"/>
                  </a:lnTo>
                  <a:cubicBezTo>
                    <a:pt x="12607" y="10819"/>
                    <a:pt x="12924" y="10492"/>
                    <a:pt x="12924" y="10098"/>
                  </a:cubicBezTo>
                  <a:lnTo>
                    <a:pt x="12924" y="722"/>
                  </a:lnTo>
                  <a:cubicBezTo>
                    <a:pt x="12924" y="318"/>
                    <a:pt x="12607" y="1"/>
                    <a:pt x="12203" y="1"/>
                  </a:cubicBezTo>
                  <a:close/>
                </a:path>
              </a:pathLst>
            </a:custGeom>
            <a:solidFill>
              <a:srgbClr val="697D9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130" name="Google Shape;17130;p45"/>
            <p:cNvSpPr/>
            <p:nvPr/>
          </p:nvSpPr>
          <p:spPr>
            <a:xfrm>
              <a:off x="3973970" y="3219306"/>
              <a:ext cx="359635" cy="11080"/>
            </a:xfrm>
            <a:custGeom>
              <a:rect b="b" l="l" r="r" t="t"/>
              <a:pathLst>
                <a:path extrusionOk="0" h="424" w="13762">
                  <a:moveTo>
                    <a:pt x="1" y="1"/>
                  </a:moveTo>
                  <a:lnTo>
                    <a:pt x="1" y="424"/>
                  </a:lnTo>
                  <a:lnTo>
                    <a:pt x="13761" y="424"/>
                  </a:lnTo>
                  <a:lnTo>
                    <a:pt x="13761" y="1"/>
                  </a:lnTo>
                  <a:close/>
                </a:path>
              </a:pathLst>
            </a:custGeom>
            <a:solidFill>
              <a:srgbClr val="889CA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131" name="Google Shape;17131;p45"/>
            <p:cNvSpPr/>
            <p:nvPr/>
          </p:nvSpPr>
          <p:spPr>
            <a:xfrm>
              <a:off x="3973970" y="3040403"/>
              <a:ext cx="359635" cy="11080"/>
            </a:xfrm>
            <a:custGeom>
              <a:rect b="b" l="l" r="r" t="t"/>
              <a:pathLst>
                <a:path extrusionOk="0" h="424" w="13762">
                  <a:moveTo>
                    <a:pt x="1" y="0"/>
                  </a:moveTo>
                  <a:lnTo>
                    <a:pt x="1" y="423"/>
                  </a:lnTo>
                  <a:lnTo>
                    <a:pt x="13761" y="423"/>
                  </a:lnTo>
                  <a:lnTo>
                    <a:pt x="13761" y="0"/>
                  </a:lnTo>
                  <a:close/>
                </a:path>
              </a:pathLst>
            </a:custGeom>
            <a:solidFill>
              <a:srgbClr val="889CA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132" name="Google Shape;17132;p45"/>
            <p:cNvSpPr/>
            <p:nvPr/>
          </p:nvSpPr>
          <p:spPr>
            <a:xfrm>
              <a:off x="3998090" y="2999688"/>
              <a:ext cx="46281" cy="27674"/>
            </a:xfrm>
            <a:custGeom>
              <a:rect b="b" l="l" r="r" t="t"/>
              <a:pathLst>
                <a:path extrusionOk="0" h="1059" w="1771">
                  <a:moveTo>
                    <a:pt x="145" y="0"/>
                  </a:moveTo>
                  <a:cubicBezTo>
                    <a:pt x="59" y="0"/>
                    <a:pt x="1" y="68"/>
                    <a:pt x="1" y="145"/>
                  </a:cubicBezTo>
                  <a:lnTo>
                    <a:pt x="1" y="914"/>
                  </a:lnTo>
                  <a:cubicBezTo>
                    <a:pt x="1" y="991"/>
                    <a:pt x="59" y="1058"/>
                    <a:pt x="145" y="1058"/>
                  </a:cubicBezTo>
                  <a:lnTo>
                    <a:pt x="1626" y="1058"/>
                  </a:lnTo>
                  <a:cubicBezTo>
                    <a:pt x="1703" y="1058"/>
                    <a:pt x="1770" y="991"/>
                    <a:pt x="1770" y="914"/>
                  </a:cubicBezTo>
                  <a:lnTo>
                    <a:pt x="1770" y="145"/>
                  </a:lnTo>
                  <a:cubicBezTo>
                    <a:pt x="1770" y="68"/>
                    <a:pt x="1703" y="0"/>
                    <a:pt x="1626" y="0"/>
                  </a:cubicBezTo>
                  <a:close/>
                </a:path>
              </a:pathLst>
            </a:custGeom>
            <a:solidFill>
              <a:srgbClr val="C7D2D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133" name="Google Shape;17133;p45"/>
            <p:cNvSpPr/>
            <p:nvPr/>
          </p:nvSpPr>
          <p:spPr>
            <a:xfrm>
              <a:off x="4262970" y="2999688"/>
              <a:ext cx="46255" cy="27674"/>
            </a:xfrm>
            <a:custGeom>
              <a:rect b="b" l="l" r="r" t="t"/>
              <a:pathLst>
                <a:path extrusionOk="0" h="1059" w="1770">
                  <a:moveTo>
                    <a:pt x="145" y="0"/>
                  </a:moveTo>
                  <a:cubicBezTo>
                    <a:pt x="58" y="0"/>
                    <a:pt x="0" y="68"/>
                    <a:pt x="0" y="145"/>
                  </a:cubicBezTo>
                  <a:lnTo>
                    <a:pt x="0" y="914"/>
                  </a:lnTo>
                  <a:cubicBezTo>
                    <a:pt x="0" y="991"/>
                    <a:pt x="58" y="1058"/>
                    <a:pt x="145" y="1058"/>
                  </a:cubicBezTo>
                  <a:lnTo>
                    <a:pt x="1625" y="1058"/>
                  </a:lnTo>
                  <a:cubicBezTo>
                    <a:pt x="1702" y="1058"/>
                    <a:pt x="1770" y="991"/>
                    <a:pt x="1770" y="914"/>
                  </a:cubicBezTo>
                  <a:lnTo>
                    <a:pt x="1770" y="145"/>
                  </a:lnTo>
                  <a:cubicBezTo>
                    <a:pt x="1770" y="68"/>
                    <a:pt x="1702" y="0"/>
                    <a:pt x="1625" y="0"/>
                  </a:cubicBezTo>
                  <a:close/>
                </a:path>
              </a:pathLst>
            </a:custGeom>
            <a:solidFill>
              <a:srgbClr val="C7D2D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134" name="Google Shape;17134;p45"/>
            <p:cNvSpPr/>
            <p:nvPr/>
          </p:nvSpPr>
          <p:spPr>
            <a:xfrm>
              <a:off x="4019963" y="2999688"/>
              <a:ext cx="24408" cy="27674"/>
            </a:xfrm>
            <a:custGeom>
              <a:rect b="b" l="l" r="r" t="t"/>
              <a:pathLst>
                <a:path extrusionOk="0" h="1059" w="934">
                  <a:moveTo>
                    <a:pt x="154" y="0"/>
                  </a:moveTo>
                  <a:cubicBezTo>
                    <a:pt x="68" y="0"/>
                    <a:pt x="1" y="68"/>
                    <a:pt x="1" y="145"/>
                  </a:cubicBezTo>
                  <a:lnTo>
                    <a:pt x="1" y="914"/>
                  </a:lnTo>
                  <a:cubicBezTo>
                    <a:pt x="1" y="991"/>
                    <a:pt x="68" y="1058"/>
                    <a:pt x="154" y="1058"/>
                  </a:cubicBezTo>
                  <a:lnTo>
                    <a:pt x="789" y="1058"/>
                  </a:lnTo>
                  <a:cubicBezTo>
                    <a:pt x="866" y="1058"/>
                    <a:pt x="933" y="991"/>
                    <a:pt x="933" y="914"/>
                  </a:cubicBezTo>
                  <a:lnTo>
                    <a:pt x="933" y="145"/>
                  </a:lnTo>
                  <a:cubicBezTo>
                    <a:pt x="933" y="68"/>
                    <a:pt x="866" y="0"/>
                    <a:pt x="789" y="0"/>
                  </a:cubicBezTo>
                  <a:close/>
                </a:path>
              </a:pathLst>
            </a:custGeom>
            <a:solidFill>
              <a:srgbClr val="E5EA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135" name="Google Shape;17135;p45"/>
            <p:cNvSpPr/>
            <p:nvPr/>
          </p:nvSpPr>
          <p:spPr>
            <a:xfrm>
              <a:off x="4284816" y="2999688"/>
              <a:ext cx="24408" cy="27674"/>
            </a:xfrm>
            <a:custGeom>
              <a:rect b="b" l="l" r="r" t="t"/>
              <a:pathLst>
                <a:path extrusionOk="0" h="1059" w="934">
                  <a:moveTo>
                    <a:pt x="155" y="0"/>
                  </a:moveTo>
                  <a:cubicBezTo>
                    <a:pt x="68" y="0"/>
                    <a:pt x="1" y="68"/>
                    <a:pt x="1" y="145"/>
                  </a:cubicBezTo>
                  <a:lnTo>
                    <a:pt x="1" y="914"/>
                  </a:lnTo>
                  <a:cubicBezTo>
                    <a:pt x="1" y="991"/>
                    <a:pt x="68" y="1058"/>
                    <a:pt x="155" y="1058"/>
                  </a:cubicBezTo>
                  <a:lnTo>
                    <a:pt x="789" y="1058"/>
                  </a:lnTo>
                  <a:cubicBezTo>
                    <a:pt x="866" y="1058"/>
                    <a:pt x="934" y="991"/>
                    <a:pt x="934" y="914"/>
                  </a:cubicBezTo>
                  <a:lnTo>
                    <a:pt x="934" y="145"/>
                  </a:lnTo>
                  <a:cubicBezTo>
                    <a:pt x="934" y="68"/>
                    <a:pt x="866" y="0"/>
                    <a:pt x="789" y="0"/>
                  </a:cubicBezTo>
                  <a:close/>
                </a:path>
              </a:pathLst>
            </a:custGeom>
            <a:solidFill>
              <a:srgbClr val="E5EA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136" name="Google Shape;17136;p45"/>
            <p:cNvSpPr/>
            <p:nvPr/>
          </p:nvSpPr>
          <p:spPr>
            <a:xfrm>
              <a:off x="4125434" y="3060838"/>
              <a:ext cx="138319" cy="134635"/>
            </a:xfrm>
            <a:custGeom>
              <a:rect b="b" l="l" r="r" t="t"/>
              <a:pathLst>
                <a:path extrusionOk="0" h="5152" w="5293">
                  <a:moveTo>
                    <a:pt x="4553" y="1"/>
                  </a:moveTo>
                  <a:cubicBezTo>
                    <a:pt x="4374" y="1"/>
                    <a:pt x="4195" y="70"/>
                    <a:pt x="4061" y="209"/>
                  </a:cubicBezTo>
                  <a:lnTo>
                    <a:pt x="3629" y="632"/>
                  </a:lnTo>
                  <a:lnTo>
                    <a:pt x="465" y="3757"/>
                  </a:lnTo>
                  <a:cubicBezTo>
                    <a:pt x="398" y="3824"/>
                    <a:pt x="350" y="3911"/>
                    <a:pt x="321" y="3997"/>
                  </a:cubicBezTo>
                  <a:lnTo>
                    <a:pt x="176" y="4469"/>
                  </a:lnTo>
                  <a:lnTo>
                    <a:pt x="128" y="4642"/>
                  </a:lnTo>
                  <a:lnTo>
                    <a:pt x="42" y="4921"/>
                  </a:lnTo>
                  <a:cubicBezTo>
                    <a:pt x="1" y="5036"/>
                    <a:pt x="94" y="5152"/>
                    <a:pt x="206" y="5152"/>
                  </a:cubicBezTo>
                  <a:cubicBezTo>
                    <a:pt x="225" y="5152"/>
                    <a:pt x="244" y="5149"/>
                    <a:pt x="263" y="5142"/>
                  </a:cubicBezTo>
                  <a:lnTo>
                    <a:pt x="542" y="5065"/>
                  </a:lnTo>
                  <a:lnTo>
                    <a:pt x="1176" y="4863"/>
                  </a:lnTo>
                  <a:cubicBezTo>
                    <a:pt x="1263" y="4834"/>
                    <a:pt x="1350" y="4786"/>
                    <a:pt x="1417" y="4719"/>
                  </a:cubicBezTo>
                  <a:lnTo>
                    <a:pt x="4581" y="1593"/>
                  </a:lnTo>
                  <a:lnTo>
                    <a:pt x="5023" y="1161"/>
                  </a:lnTo>
                  <a:cubicBezTo>
                    <a:pt x="5273" y="920"/>
                    <a:pt x="5292" y="526"/>
                    <a:pt x="5081" y="257"/>
                  </a:cubicBezTo>
                  <a:cubicBezTo>
                    <a:pt x="5061" y="228"/>
                    <a:pt x="5042" y="209"/>
                    <a:pt x="5023" y="189"/>
                  </a:cubicBezTo>
                  <a:cubicBezTo>
                    <a:pt x="4892" y="63"/>
                    <a:pt x="4722" y="1"/>
                    <a:pt x="4553" y="1"/>
                  </a:cubicBezTo>
                  <a:close/>
                </a:path>
              </a:pathLst>
            </a:custGeom>
            <a:solidFill>
              <a:srgbClr val="435D7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137" name="Google Shape;17137;p45"/>
            <p:cNvSpPr/>
            <p:nvPr/>
          </p:nvSpPr>
          <p:spPr>
            <a:xfrm>
              <a:off x="4129772" y="3060865"/>
              <a:ext cx="128180" cy="116760"/>
            </a:xfrm>
            <a:custGeom>
              <a:rect b="b" l="l" r="r" t="t"/>
              <a:pathLst>
                <a:path extrusionOk="0" h="4468" w="4905">
                  <a:moveTo>
                    <a:pt x="4375" y="0"/>
                  </a:moveTo>
                  <a:cubicBezTo>
                    <a:pt x="4198" y="0"/>
                    <a:pt x="4021" y="68"/>
                    <a:pt x="3886" y="208"/>
                  </a:cubicBezTo>
                  <a:lnTo>
                    <a:pt x="3453" y="631"/>
                  </a:lnTo>
                  <a:lnTo>
                    <a:pt x="289" y="3756"/>
                  </a:lnTo>
                  <a:cubicBezTo>
                    <a:pt x="222" y="3833"/>
                    <a:pt x="174" y="3910"/>
                    <a:pt x="145" y="3996"/>
                  </a:cubicBezTo>
                  <a:lnTo>
                    <a:pt x="1" y="4468"/>
                  </a:lnTo>
                  <a:lnTo>
                    <a:pt x="270" y="4381"/>
                  </a:lnTo>
                  <a:lnTo>
                    <a:pt x="616" y="4275"/>
                  </a:lnTo>
                  <a:lnTo>
                    <a:pt x="914" y="4189"/>
                  </a:lnTo>
                  <a:cubicBezTo>
                    <a:pt x="1010" y="4160"/>
                    <a:pt x="1087" y="4112"/>
                    <a:pt x="1155" y="4044"/>
                  </a:cubicBezTo>
                  <a:lnTo>
                    <a:pt x="4030" y="1208"/>
                  </a:lnTo>
                  <a:lnTo>
                    <a:pt x="4318" y="919"/>
                  </a:lnTo>
                  <a:lnTo>
                    <a:pt x="4761" y="477"/>
                  </a:lnTo>
                  <a:cubicBezTo>
                    <a:pt x="4828" y="419"/>
                    <a:pt x="4876" y="342"/>
                    <a:pt x="4905" y="265"/>
                  </a:cubicBezTo>
                  <a:lnTo>
                    <a:pt x="4905" y="256"/>
                  </a:lnTo>
                  <a:cubicBezTo>
                    <a:pt x="4772" y="87"/>
                    <a:pt x="4574" y="0"/>
                    <a:pt x="4375" y="0"/>
                  </a:cubicBezTo>
                  <a:close/>
                </a:path>
              </a:pathLst>
            </a:custGeom>
            <a:solidFill>
              <a:srgbClr val="526A7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138" name="Google Shape;17138;p45"/>
            <p:cNvSpPr/>
            <p:nvPr/>
          </p:nvSpPr>
          <p:spPr>
            <a:xfrm>
              <a:off x="4135312" y="3077589"/>
              <a:ext cx="99774" cy="95253"/>
            </a:xfrm>
            <a:custGeom>
              <a:rect b="b" l="l" r="r" t="t"/>
              <a:pathLst>
                <a:path extrusionOk="0" h="3645" w="3818">
                  <a:moveTo>
                    <a:pt x="3241" y="0"/>
                  </a:moveTo>
                  <a:lnTo>
                    <a:pt x="77" y="3126"/>
                  </a:lnTo>
                  <a:cubicBezTo>
                    <a:pt x="48" y="3164"/>
                    <a:pt x="20" y="3193"/>
                    <a:pt x="0" y="3231"/>
                  </a:cubicBezTo>
                  <a:lnTo>
                    <a:pt x="404" y="3645"/>
                  </a:lnTo>
                  <a:lnTo>
                    <a:pt x="702" y="3549"/>
                  </a:lnTo>
                  <a:cubicBezTo>
                    <a:pt x="798" y="3520"/>
                    <a:pt x="875" y="3472"/>
                    <a:pt x="943" y="3414"/>
                  </a:cubicBezTo>
                  <a:lnTo>
                    <a:pt x="3818" y="577"/>
                  </a:lnTo>
                  <a:lnTo>
                    <a:pt x="3241" y="0"/>
                  </a:lnTo>
                  <a:close/>
                </a:path>
              </a:pathLst>
            </a:custGeom>
            <a:solidFill>
              <a:srgbClr val="768C9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139" name="Google Shape;17139;p45"/>
            <p:cNvSpPr/>
            <p:nvPr/>
          </p:nvSpPr>
          <p:spPr>
            <a:xfrm>
              <a:off x="3973970" y="3219306"/>
              <a:ext cx="24146" cy="11080"/>
            </a:xfrm>
            <a:custGeom>
              <a:rect b="b" l="l" r="r" t="t"/>
              <a:pathLst>
                <a:path extrusionOk="0" h="424" w="924">
                  <a:moveTo>
                    <a:pt x="1" y="1"/>
                  </a:moveTo>
                  <a:lnTo>
                    <a:pt x="1" y="424"/>
                  </a:lnTo>
                  <a:lnTo>
                    <a:pt x="924" y="424"/>
                  </a:lnTo>
                  <a:lnTo>
                    <a:pt x="924" y="1"/>
                  </a:lnTo>
                  <a:close/>
                </a:path>
              </a:pathLst>
            </a:custGeom>
            <a:solidFill>
              <a:srgbClr val="768C9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140" name="Google Shape;17140;p45"/>
            <p:cNvSpPr/>
            <p:nvPr/>
          </p:nvSpPr>
          <p:spPr>
            <a:xfrm>
              <a:off x="3973970" y="3040403"/>
              <a:ext cx="24146" cy="11080"/>
            </a:xfrm>
            <a:custGeom>
              <a:rect b="b" l="l" r="r" t="t"/>
              <a:pathLst>
                <a:path extrusionOk="0" h="424" w="924">
                  <a:moveTo>
                    <a:pt x="1" y="0"/>
                  </a:moveTo>
                  <a:lnTo>
                    <a:pt x="1" y="423"/>
                  </a:lnTo>
                  <a:lnTo>
                    <a:pt x="924" y="423"/>
                  </a:lnTo>
                  <a:lnTo>
                    <a:pt x="924" y="0"/>
                  </a:lnTo>
                  <a:close/>
                </a:path>
              </a:pathLst>
            </a:custGeom>
            <a:solidFill>
              <a:srgbClr val="768C9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141" name="Google Shape;17141;p45"/>
            <p:cNvSpPr/>
            <p:nvPr/>
          </p:nvSpPr>
          <p:spPr>
            <a:xfrm>
              <a:off x="4135312" y="3077851"/>
              <a:ext cx="109835" cy="108319"/>
            </a:xfrm>
            <a:custGeom>
              <a:rect b="b" l="l" r="r" t="t"/>
              <a:pathLst>
                <a:path extrusionOk="0" h="4145" w="4203">
                  <a:moveTo>
                    <a:pt x="3241" y="0"/>
                  </a:moveTo>
                  <a:lnTo>
                    <a:pt x="87" y="3125"/>
                  </a:lnTo>
                  <a:cubicBezTo>
                    <a:pt x="48" y="3154"/>
                    <a:pt x="20" y="3183"/>
                    <a:pt x="0" y="3221"/>
                  </a:cubicBezTo>
                  <a:lnTo>
                    <a:pt x="414" y="3635"/>
                  </a:lnTo>
                  <a:lnTo>
                    <a:pt x="923" y="4145"/>
                  </a:lnTo>
                  <a:lnTo>
                    <a:pt x="943" y="4145"/>
                  </a:lnTo>
                  <a:cubicBezTo>
                    <a:pt x="972" y="4125"/>
                    <a:pt x="1010" y="4096"/>
                    <a:pt x="1039" y="4068"/>
                  </a:cubicBezTo>
                  <a:lnTo>
                    <a:pt x="4203" y="942"/>
                  </a:lnTo>
                  <a:lnTo>
                    <a:pt x="3241" y="0"/>
                  </a:lnTo>
                  <a:close/>
                </a:path>
              </a:pathLst>
            </a:custGeom>
            <a:solidFill>
              <a:srgbClr val="1D1D1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142" name="Google Shape;17142;p45"/>
            <p:cNvSpPr/>
            <p:nvPr/>
          </p:nvSpPr>
          <p:spPr>
            <a:xfrm>
              <a:off x="4135312" y="3077589"/>
              <a:ext cx="99774" cy="95253"/>
            </a:xfrm>
            <a:custGeom>
              <a:rect b="b" l="l" r="r" t="t"/>
              <a:pathLst>
                <a:path extrusionOk="0" h="3645" w="3818">
                  <a:moveTo>
                    <a:pt x="3241" y="0"/>
                  </a:moveTo>
                  <a:lnTo>
                    <a:pt x="77" y="3126"/>
                  </a:lnTo>
                  <a:cubicBezTo>
                    <a:pt x="48" y="3164"/>
                    <a:pt x="20" y="3193"/>
                    <a:pt x="0" y="3231"/>
                  </a:cubicBezTo>
                  <a:lnTo>
                    <a:pt x="404" y="3645"/>
                  </a:lnTo>
                  <a:lnTo>
                    <a:pt x="702" y="3549"/>
                  </a:lnTo>
                  <a:cubicBezTo>
                    <a:pt x="798" y="3520"/>
                    <a:pt x="875" y="3472"/>
                    <a:pt x="943" y="3414"/>
                  </a:cubicBezTo>
                  <a:lnTo>
                    <a:pt x="3818" y="577"/>
                  </a:lnTo>
                  <a:lnTo>
                    <a:pt x="3241" y="0"/>
                  </a:lnTo>
                  <a:close/>
                </a:path>
              </a:pathLst>
            </a:custGeom>
            <a:solidFill>
              <a:srgbClr val="435D7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7143" name="Google Shape;17143;p45"/>
          <p:cNvGrpSpPr/>
          <p:nvPr/>
        </p:nvGrpSpPr>
        <p:grpSpPr>
          <a:xfrm>
            <a:off x="3527941" y="2732096"/>
            <a:ext cx="366665" cy="315655"/>
            <a:chOff x="3527941" y="2916744"/>
            <a:chExt cx="366665" cy="315655"/>
          </a:xfrm>
        </p:grpSpPr>
        <p:sp>
          <p:nvSpPr>
            <p:cNvPr id="17144" name="Google Shape;17144;p45"/>
            <p:cNvSpPr/>
            <p:nvPr/>
          </p:nvSpPr>
          <p:spPr>
            <a:xfrm>
              <a:off x="3527941" y="2916770"/>
              <a:ext cx="366665" cy="157840"/>
            </a:xfrm>
            <a:custGeom>
              <a:rect b="b" l="l" r="r" t="t"/>
              <a:pathLst>
                <a:path extrusionOk="0" h="6040" w="14031">
                  <a:moveTo>
                    <a:pt x="616" y="0"/>
                  </a:moveTo>
                  <a:cubicBezTo>
                    <a:pt x="279" y="0"/>
                    <a:pt x="0" y="279"/>
                    <a:pt x="0" y="616"/>
                  </a:cubicBezTo>
                  <a:lnTo>
                    <a:pt x="0" y="5424"/>
                  </a:lnTo>
                  <a:cubicBezTo>
                    <a:pt x="0" y="5760"/>
                    <a:pt x="279" y="6039"/>
                    <a:pt x="616" y="6039"/>
                  </a:cubicBezTo>
                  <a:lnTo>
                    <a:pt x="13415" y="6039"/>
                  </a:lnTo>
                  <a:cubicBezTo>
                    <a:pt x="13751" y="6039"/>
                    <a:pt x="14030" y="5760"/>
                    <a:pt x="14030" y="5424"/>
                  </a:cubicBezTo>
                  <a:lnTo>
                    <a:pt x="14030" y="616"/>
                  </a:lnTo>
                  <a:cubicBezTo>
                    <a:pt x="14030" y="279"/>
                    <a:pt x="13751" y="0"/>
                    <a:pt x="13415" y="0"/>
                  </a:cubicBezTo>
                  <a:close/>
                </a:path>
              </a:pathLst>
            </a:custGeom>
            <a:solidFill>
              <a:srgbClr val="D1DAE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145" name="Google Shape;17145;p45"/>
            <p:cNvSpPr/>
            <p:nvPr/>
          </p:nvSpPr>
          <p:spPr>
            <a:xfrm>
              <a:off x="3546521" y="2916744"/>
              <a:ext cx="348085" cy="139260"/>
            </a:xfrm>
            <a:custGeom>
              <a:rect b="b" l="l" r="r" t="t"/>
              <a:pathLst>
                <a:path extrusionOk="0" h="5329" w="13320">
                  <a:moveTo>
                    <a:pt x="12721" y="1"/>
                  </a:moveTo>
                  <a:cubicBezTo>
                    <a:pt x="12715" y="1"/>
                    <a:pt x="12709" y="1"/>
                    <a:pt x="12704" y="1"/>
                  </a:cubicBezTo>
                  <a:lnTo>
                    <a:pt x="1" y="1"/>
                  </a:lnTo>
                  <a:lnTo>
                    <a:pt x="1" y="4713"/>
                  </a:lnTo>
                  <a:cubicBezTo>
                    <a:pt x="1" y="5050"/>
                    <a:pt x="280" y="5328"/>
                    <a:pt x="616" y="5328"/>
                  </a:cubicBezTo>
                  <a:lnTo>
                    <a:pt x="13319" y="5328"/>
                  </a:lnTo>
                  <a:lnTo>
                    <a:pt x="13319" y="617"/>
                  </a:lnTo>
                  <a:cubicBezTo>
                    <a:pt x="13319" y="276"/>
                    <a:pt x="13050" y="1"/>
                    <a:pt x="12721" y="1"/>
                  </a:cubicBezTo>
                  <a:close/>
                </a:path>
              </a:pathLst>
            </a:custGeom>
            <a:solidFill>
              <a:srgbClr val="DFE5E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146" name="Google Shape;17146;p45"/>
            <p:cNvSpPr/>
            <p:nvPr/>
          </p:nvSpPr>
          <p:spPr>
            <a:xfrm>
              <a:off x="3527941" y="3074584"/>
              <a:ext cx="366665" cy="157814"/>
            </a:xfrm>
            <a:custGeom>
              <a:rect b="b" l="l" r="r" t="t"/>
              <a:pathLst>
                <a:path extrusionOk="0" h="6039" w="14031">
                  <a:moveTo>
                    <a:pt x="616" y="0"/>
                  </a:moveTo>
                  <a:cubicBezTo>
                    <a:pt x="279" y="0"/>
                    <a:pt x="0" y="279"/>
                    <a:pt x="0" y="615"/>
                  </a:cubicBezTo>
                  <a:lnTo>
                    <a:pt x="0" y="5423"/>
                  </a:lnTo>
                  <a:cubicBezTo>
                    <a:pt x="0" y="5760"/>
                    <a:pt x="279" y="6039"/>
                    <a:pt x="616" y="6039"/>
                  </a:cubicBezTo>
                  <a:lnTo>
                    <a:pt x="13415" y="6039"/>
                  </a:lnTo>
                  <a:cubicBezTo>
                    <a:pt x="13751" y="6039"/>
                    <a:pt x="14030" y="5770"/>
                    <a:pt x="14030" y="5423"/>
                  </a:cubicBezTo>
                  <a:lnTo>
                    <a:pt x="14030" y="615"/>
                  </a:lnTo>
                  <a:cubicBezTo>
                    <a:pt x="14030" y="279"/>
                    <a:pt x="13751" y="0"/>
                    <a:pt x="13415" y="0"/>
                  </a:cubicBezTo>
                  <a:close/>
                </a:path>
              </a:pathLst>
            </a:custGeom>
            <a:solidFill>
              <a:srgbClr val="8599A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147" name="Google Shape;17147;p45"/>
            <p:cNvSpPr/>
            <p:nvPr/>
          </p:nvSpPr>
          <p:spPr>
            <a:xfrm>
              <a:off x="3547279" y="3093426"/>
              <a:ext cx="347327" cy="138973"/>
            </a:xfrm>
            <a:custGeom>
              <a:rect b="b" l="l" r="r" t="t"/>
              <a:pathLst>
                <a:path extrusionOk="0" h="5318" w="13291">
                  <a:moveTo>
                    <a:pt x="616" y="0"/>
                  </a:moveTo>
                  <a:cubicBezTo>
                    <a:pt x="280" y="0"/>
                    <a:pt x="1" y="269"/>
                    <a:pt x="1" y="616"/>
                  </a:cubicBezTo>
                  <a:lnTo>
                    <a:pt x="1" y="5318"/>
                  </a:lnTo>
                  <a:lnTo>
                    <a:pt x="12675" y="5318"/>
                  </a:lnTo>
                  <a:cubicBezTo>
                    <a:pt x="13011" y="5318"/>
                    <a:pt x="13290" y="5049"/>
                    <a:pt x="13290" y="4712"/>
                  </a:cubicBezTo>
                  <a:lnTo>
                    <a:pt x="13290" y="0"/>
                  </a:lnTo>
                  <a:close/>
                </a:path>
              </a:pathLst>
            </a:custGeom>
            <a:solidFill>
              <a:srgbClr val="B8C6D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148" name="Google Shape;17148;p45"/>
            <p:cNvSpPr/>
            <p:nvPr/>
          </p:nvSpPr>
          <p:spPr>
            <a:xfrm>
              <a:off x="3553812" y="3097424"/>
              <a:ext cx="45026" cy="44268"/>
            </a:xfrm>
            <a:custGeom>
              <a:rect b="b" l="l" r="r" t="t"/>
              <a:pathLst>
                <a:path extrusionOk="0" h="1694" w="1723">
                  <a:moveTo>
                    <a:pt x="858" y="1"/>
                  </a:moveTo>
                  <a:cubicBezTo>
                    <a:pt x="414" y="1"/>
                    <a:pt x="49" y="353"/>
                    <a:pt x="20" y="799"/>
                  </a:cubicBezTo>
                  <a:cubicBezTo>
                    <a:pt x="1" y="1251"/>
                    <a:pt x="328" y="1645"/>
                    <a:pt x="780" y="1693"/>
                  </a:cubicBezTo>
                  <a:lnTo>
                    <a:pt x="876" y="1693"/>
                  </a:lnTo>
                  <a:cubicBezTo>
                    <a:pt x="1345" y="1693"/>
                    <a:pt x="1720" y="1311"/>
                    <a:pt x="1722" y="842"/>
                  </a:cubicBezTo>
                  <a:lnTo>
                    <a:pt x="1722" y="842"/>
                  </a:lnTo>
                  <a:cubicBezTo>
                    <a:pt x="1722" y="844"/>
                    <a:pt x="1722" y="846"/>
                    <a:pt x="1722" y="847"/>
                  </a:cubicBezTo>
                  <a:lnTo>
                    <a:pt x="1722" y="838"/>
                  </a:lnTo>
                  <a:cubicBezTo>
                    <a:pt x="1722" y="839"/>
                    <a:pt x="1722" y="841"/>
                    <a:pt x="1722" y="842"/>
                  </a:cubicBezTo>
                  <a:lnTo>
                    <a:pt x="1722" y="842"/>
                  </a:lnTo>
                  <a:cubicBezTo>
                    <a:pt x="1720" y="374"/>
                    <a:pt x="1345" y="1"/>
                    <a:pt x="876" y="1"/>
                  </a:cubicBezTo>
                  <a:cubicBezTo>
                    <a:pt x="870" y="1"/>
                    <a:pt x="864" y="1"/>
                    <a:pt x="858" y="1"/>
                  </a:cubicBezTo>
                  <a:close/>
                </a:path>
              </a:pathLst>
            </a:custGeom>
            <a:solidFill>
              <a:srgbClr val="B8C2C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149" name="Google Shape;17149;p45"/>
            <p:cNvSpPr/>
            <p:nvPr/>
          </p:nvSpPr>
          <p:spPr>
            <a:xfrm>
              <a:off x="3554335" y="3165551"/>
              <a:ext cx="44504" cy="44504"/>
            </a:xfrm>
            <a:custGeom>
              <a:rect b="b" l="l" r="r" t="t"/>
              <a:pathLst>
                <a:path extrusionOk="0" h="1703" w="1703">
                  <a:moveTo>
                    <a:pt x="856" y="0"/>
                  </a:moveTo>
                  <a:cubicBezTo>
                    <a:pt x="385" y="0"/>
                    <a:pt x="0" y="375"/>
                    <a:pt x="0" y="846"/>
                  </a:cubicBezTo>
                  <a:cubicBezTo>
                    <a:pt x="0" y="1317"/>
                    <a:pt x="385" y="1702"/>
                    <a:pt x="856" y="1702"/>
                  </a:cubicBezTo>
                  <a:cubicBezTo>
                    <a:pt x="1327" y="1702"/>
                    <a:pt x="1702" y="1317"/>
                    <a:pt x="1702" y="846"/>
                  </a:cubicBezTo>
                  <a:cubicBezTo>
                    <a:pt x="1702" y="375"/>
                    <a:pt x="1327" y="0"/>
                    <a:pt x="856" y="0"/>
                  </a:cubicBezTo>
                  <a:close/>
                </a:path>
              </a:pathLst>
            </a:custGeom>
            <a:solidFill>
              <a:srgbClr val="6C81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150" name="Google Shape;17150;p45"/>
            <p:cNvSpPr/>
            <p:nvPr/>
          </p:nvSpPr>
          <p:spPr>
            <a:xfrm>
              <a:off x="3620920" y="3097424"/>
              <a:ext cx="45261" cy="44268"/>
            </a:xfrm>
            <a:custGeom>
              <a:rect b="b" l="l" r="r" t="t"/>
              <a:pathLst>
                <a:path extrusionOk="0" h="1694" w="1732">
                  <a:moveTo>
                    <a:pt x="867" y="1"/>
                  </a:moveTo>
                  <a:cubicBezTo>
                    <a:pt x="423" y="1"/>
                    <a:pt x="58" y="353"/>
                    <a:pt x="29" y="799"/>
                  </a:cubicBezTo>
                  <a:cubicBezTo>
                    <a:pt x="0" y="1251"/>
                    <a:pt x="337" y="1645"/>
                    <a:pt x="789" y="1693"/>
                  </a:cubicBezTo>
                  <a:lnTo>
                    <a:pt x="885" y="1693"/>
                  </a:lnTo>
                  <a:cubicBezTo>
                    <a:pt x="1345" y="1693"/>
                    <a:pt x="1729" y="1311"/>
                    <a:pt x="1731" y="842"/>
                  </a:cubicBezTo>
                  <a:lnTo>
                    <a:pt x="1731" y="842"/>
                  </a:lnTo>
                  <a:cubicBezTo>
                    <a:pt x="1731" y="844"/>
                    <a:pt x="1731" y="846"/>
                    <a:pt x="1731" y="847"/>
                  </a:cubicBezTo>
                  <a:lnTo>
                    <a:pt x="1731" y="838"/>
                  </a:lnTo>
                  <a:cubicBezTo>
                    <a:pt x="1731" y="839"/>
                    <a:pt x="1731" y="841"/>
                    <a:pt x="1731" y="842"/>
                  </a:cubicBezTo>
                  <a:lnTo>
                    <a:pt x="1731" y="842"/>
                  </a:lnTo>
                  <a:cubicBezTo>
                    <a:pt x="1729" y="374"/>
                    <a:pt x="1345" y="1"/>
                    <a:pt x="885" y="1"/>
                  </a:cubicBezTo>
                  <a:cubicBezTo>
                    <a:pt x="879" y="1"/>
                    <a:pt x="873" y="1"/>
                    <a:pt x="867" y="1"/>
                  </a:cubicBezTo>
                  <a:close/>
                </a:path>
              </a:pathLst>
            </a:custGeom>
            <a:solidFill>
              <a:srgbClr val="ABBCCA"/>
            </a:solidFill>
            <a:ln cap="flat" cmpd="sng" w="9525">
              <a:solidFill>
                <a:srgbClr val="ABBCCA"/>
              </a:solidFill>
              <a:prstDash val="solid"/>
              <a:miter lim="9616"/>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151" name="Google Shape;17151;p45"/>
            <p:cNvSpPr/>
            <p:nvPr/>
          </p:nvSpPr>
          <p:spPr>
            <a:xfrm>
              <a:off x="3621678" y="3165551"/>
              <a:ext cx="44504" cy="44504"/>
            </a:xfrm>
            <a:custGeom>
              <a:rect b="b" l="l" r="r" t="t"/>
              <a:pathLst>
                <a:path extrusionOk="0" h="1703" w="1703">
                  <a:moveTo>
                    <a:pt x="856" y="0"/>
                  </a:moveTo>
                  <a:cubicBezTo>
                    <a:pt x="385" y="0"/>
                    <a:pt x="0" y="375"/>
                    <a:pt x="0" y="846"/>
                  </a:cubicBezTo>
                  <a:cubicBezTo>
                    <a:pt x="0" y="1317"/>
                    <a:pt x="385" y="1702"/>
                    <a:pt x="856" y="1702"/>
                  </a:cubicBezTo>
                  <a:cubicBezTo>
                    <a:pt x="1318" y="1702"/>
                    <a:pt x="1702" y="1317"/>
                    <a:pt x="1702" y="846"/>
                  </a:cubicBezTo>
                  <a:cubicBezTo>
                    <a:pt x="1702" y="375"/>
                    <a:pt x="1318" y="0"/>
                    <a:pt x="856" y="0"/>
                  </a:cubicBezTo>
                  <a:close/>
                </a:path>
              </a:pathLst>
            </a:custGeom>
            <a:solidFill>
              <a:srgbClr val="203B5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152" name="Google Shape;17152;p45"/>
            <p:cNvSpPr/>
            <p:nvPr/>
          </p:nvSpPr>
          <p:spPr>
            <a:xfrm>
              <a:off x="3689021" y="3165551"/>
              <a:ext cx="44504" cy="44504"/>
            </a:xfrm>
            <a:custGeom>
              <a:rect b="b" l="l" r="r" t="t"/>
              <a:pathLst>
                <a:path extrusionOk="0" h="1703" w="1703">
                  <a:moveTo>
                    <a:pt x="856" y="0"/>
                  </a:moveTo>
                  <a:cubicBezTo>
                    <a:pt x="385" y="0"/>
                    <a:pt x="0" y="375"/>
                    <a:pt x="0" y="846"/>
                  </a:cubicBezTo>
                  <a:cubicBezTo>
                    <a:pt x="0" y="1317"/>
                    <a:pt x="385" y="1702"/>
                    <a:pt x="856" y="1702"/>
                  </a:cubicBezTo>
                  <a:cubicBezTo>
                    <a:pt x="1318" y="1702"/>
                    <a:pt x="1702" y="1317"/>
                    <a:pt x="1702" y="846"/>
                  </a:cubicBezTo>
                  <a:cubicBezTo>
                    <a:pt x="1702" y="375"/>
                    <a:pt x="1318" y="0"/>
                    <a:pt x="856" y="0"/>
                  </a:cubicBez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153" name="Google Shape;17153;p45"/>
            <p:cNvSpPr/>
            <p:nvPr/>
          </p:nvSpPr>
          <p:spPr>
            <a:xfrm>
              <a:off x="3755607" y="3097424"/>
              <a:ext cx="45261" cy="44268"/>
            </a:xfrm>
            <a:custGeom>
              <a:rect b="b" l="l" r="r" t="t"/>
              <a:pathLst>
                <a:path extrusionOk="0" h="1694" w="1732">
                  <a:moveTo>
                    <a:pt x="858" y="1"/>
                  </a:moveTo>
                  <a:cubicBezTo>
                    <a:pt x="414" y="1"/>
                    <a:pt x="48" y="353"/>
                    <a:pt x="29" y="799"/>
                  </a:cubicBezTo>
                  <a:cubicBezTo>
                    <a:pt x="1" y="1251"/>
                    <a:pt x="337" y="1645"/>
                    <a:pt x="789" y="1693"/>
                  </a:cubicBezTo>
                  <a:lnTo>
                    <a:pt x="876" y="1693"/>
                  </a:lnTo>
                  <a:cubicBezTo>
                    <a:pt x="1345" y="1693"/>
                    <a:pt x="1729" y="1311"/>
                    <a:pt x="1731" y="842"/>
                  </a:cubicBezTo>
                  <a:lnTo>
                    <a:pt x="1731" y="842"/>
                  </a:lnTo>
                  <a:cubicBezTo>
                    <a:pt x="1731" y="844"/>
                    <a:pt x="1731" y="846"/>
                    <a:pt x="1731" y="847"/>
                  </a:cubicBezTo>
                  <a:lnTo>
                    <a:pt x="1731" y="838"/>
                  </a:lnTo>
                  <a:cubicBezTo>
                    <a:pt x="1731" y="839"/>
                    <a:pt x="1731" y="841"/>
                    <a:pt x="1731" y="842"/>
                  </a:cubicBezTo>
                  <a:lnTo>
                    <a:pt x="1731" y="842"/>
                  </a:lnTo>
                  <a:cubicBezTo>
                    <a:pt x="1729" y="374"/>
                    <a:pt x="1345" y="1"/>
                    <a:pt x="876" y="1"/>
                  </a:cubicBezTo>
                  <a:cubicBezTo>
                    <a:pt x="870" y="1"/>
                    <a:pt x="864" y="1"/>
                    <a:pt x="858" y="1"/>
                  </a:cubicBezTo>
                  <a:close/>
                </a:path>
              </a:pathLst>
            </a:custGeom>
            <a:solidFill>
              <a:srgbClr val="738A9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154" name="Google Shape;17154;p45"/>
            <p:cNvSpPr/>
            <p:nvPr/>
          </p:nvSpPr>
          <p:spPr>
            <a:xfrm>
              <a:off x="3756365" y="3165551"/>
              <a:ext cx="44504" cy="44504"/>
            </a:xfrm>
            <a:custGeom>
              <a:rect b="b" l="l" r="r" t="t"/>
              <a:pathLst>
                <a:path extrusionOk="0" h="1703" w="1703">
                  <a:moveTo>
                    <a:pt x="847" y="0"/>
                  </a:moveTo>
                  <a:cubicBezTo>
                    <a:pt x="385" y="0"/>
                    <a:pt x="0" y="375"/>
                    <a:pt x="0" y="846"/>
                  </a:cubicBezTo>
                  <a:cubicBezTo>
                    <a:pt x="0" y="1317"/>
                    <a:pt x="385" y="1702"/>
                    <a:pt x="847" y="1702"/>
                  </a:cubicBezTo>
                  <a:cubicBezTo>
                    <a:pt x="1318" y="1702"/>
                    <a:pt x="1702" y="1317"/>
                    <a:pt x="1702" y="846"/>
                  </a:cubicBezTo>
                  <a:cubicBezTo>
                    <a:pt x="1702" y="375"/>
                    <a:pt x="1318" y="0"/>
                    <a:pt x="847" y="0"/>
                  </a:cubicBezTo>
                  <a:close/>
                </a:path>
              </a:pathLst>
            </a:custGeom>
            <a:solidFill>
              <a:srgbClr val="29435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155" name="Google Shape;17155;p45"/>
            <p:cNvSpPr/>
            <p:nvPr/>
          </p:nvSpPr>
          <p:spPr>
            <a:xfrm>
              <a:off x="3822950" y="3097424"/>
              <a:ext cx="45261" cy="44268"/>
            </a:xfrm>
            <a:custGeom>
              <a:rect b="b" l="l" r="r" t="t"/>
              <a:pathLst>
                <a:path extrusionOk="0" h="1694" w="1732">
                  <a:moveTo>
                    <a:pt x="858" y="1"/>
                  </a:moveTo>
                  <a:cubicBezTo>
                    <a:pt x="414" y="1"/>
                    <a:pt x="48" y="353"/>
                    <a:pt x="29" y="799"/>
                  </a:cubicBezTo>
                  <a:cubicBezTo>
                    <a:pt x="1" y="1251"/>
                    <a:pt x="337" y="1645"/>
                    <a:pt x="789" y="1693"/>
                  </a:cubicBezTo>
                  <a:lnTo>
                    <a:pt x="876" y="1693"/>
                  </a:lnTo>
                  <a:cubicBezTo>
                    <a:pt x="1345" y="1693"/>
                    <a:pt x="1729" y="1311"/>
                    <a:pt x="1731" y="842"/>
                  </a:cubicBezTo>
                  <a:lnTo>
                    <a:pt x="1731" y="842"/>
                  </a:lnTo>
                  <a:cubicBezTo>
                    <a:pt x="1731" y="844"/>
                    <a:pt x="1732" y="846"/>
                    <a:pt x="1732" y="847"/>
                  </a:cubicBezTo>
                  <a:lnTo>
                    <a:pt x="1732" y="838"/>
                  </a:lnTo>
                  <a:cubicBezTo>
                    <a:pt x="1732" y="839"/>
                    <a:pt x="1731" y="841"/>
                    <a:pt x="1731" y="842"/>
                  </a:cubicBezTo>
                  <a:lnTo>
                    <a:pt x="1731" y="842"/>
                  </a:lnTo>
                  <a:cubicBezTo>
                    <a:pt x="1729" y="374"/>
                    <a:pt x="1345" y="1"/>
                    <a:pt x="876" y="1"/>
                  </a:cubicBezTo>
                  <a:cubicBezTo>
                    <a:pt x="870" y="1"/>
                    <a:pt x="864" y="1"/>
                    <a:pt x="858" y="1"/>
                  </a:cubicBezTo>
                  <a:close/>
                </a:path>
              </a:pathLst>
            </a:custGeom>
            <a:solidFill>
              <a:srgbClr val="526A7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156" name="Google Shape;17156;p45"/>
            <p:cNvSpPr/>
            <p:nvPr/>
          </p:nvSpPr>
          <p:spPr>
            <a:xfrm>
              <a:off x="3823708" y="3165551"/>
              <a:ext cx="44504" cy="44504"/>
            </a:xfrm>
            <a:custGeom>
              <a:rect b="b" l="l" r="r" t="t"/>
              <a:pathLst>
                <a:path extrusionOk="0" h="1703" w="1703">
                  <a:moveTo>
                    <a:pt x="847" y="0"/>
                  </a:moveTo>
                  <a:cubicBezTo>
                    <a:pt x="375" y="0"/>
                    <a:pt x="0" y="375"/>
                    <a:pt x="0" y="846"/>
                  </a:cubicBezTo>
                  <a:cubicBezTo>
                    <a:pt x="0" y="1317"/>
                    <a:pt x="375" y="1702"/>
                    <a:pt x="847" y="1702"/>
                  </a:cubicBezTo>
                  <a:cubicBezTo>
                    <a:pt x="1318" y="1702"/>
                    <a:pt x="1703" y="1317"/>
                    <a:pt x="1703" y="846"/>
                  </a:cubicBezTo>
                  <a:cubicBezTo>
                    <a:pt x="1703" y="375"/>
                    <a:pt x="1318" y="0"/>
                    <a:pt x="847" y="0"/>
                  </a:cubicBezTo>
                  <a:close/>
                </a:path>
              </a:pathLst>
            </a:custGeom>
            <a:solidFill>
              <a:srgbClr val="49627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157" name="Google Shape;17157;p45"/>
            <p:cNvSpPr/>
            <p:nvPr/>
          </p:nvSpPr>
          <p:spPr>
            <a:xfrm>
              <a:off x="3562514" y="3105185"/>
              <a:ext cx="40897" cy="36507"/>
            </a:xfrm>
            <a:custGeom>
              <a:rect b="b" l="l" r="r" t="t"/>
              <a:pathLst>
                <a:path extrusionOk="0" h="1397" w="1565">
                  <a:moveTo>
                    <a:pt x="1134" y="0"/>
                  </a:moveTo>
                  <a:cubicBezTo>
                    <a:pt x="1123" y="0"/>
                    <a:pt x="1112" y="1"/>
                    <a:pt x="1101" y="2"/>
                  </a:cubicBezTo>
                  <a:cubicBezTo>
                    <a:pt x="1093" y="2"/>
                    <a:pt x="1085" y="2"/>
                    <a:pt x="1077" y="2"/>
                  </a:cubicBezTo>
                  <a:cubicBezTo>
                    <a:pt x="343" y="2"/>
                    <a:pt x="0" y="902"/>
                    <a:pt x="543" y="1396"/>
                  </a:cubicBezTo>
                  <a:cubicBezTo>
                    <a:pt x="1014" y="1396"/>
                    <a:pt x="1389" y="1012"/>
                    <a:pt x="1389" y="541"/>
                  </a:cubicBezTo>
                  <a:cubicBezTo>
                    <a:pt x="1565" y="328"/>
                    <a:pt x="1403" y="0"/>
                    <a:pt x="1134" y="0"/>
                  </a:cubicBezTo>
                  <a:close/>
                </a:path>
              </a:pathLst>
            </a:custGeom>
            <a:solidFill>
              <a:srgbClr val="CBD2D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158" name="Google Shape;17158;p45"/>
            <p:cNvSpPr/>
            <p:nvPr/>
          </p:nvSpPr>
          <p:spPr>
            <a:xfrm>
              <a:off x="3562436" y="3173313"/>
              <a:ext cx="41289" cy="36742"/>
            </a:xfrm>
            <a:custGeom>
              <a:rect b="b" l="l" r="r" t="t"/>
              <a:pathLst>
                <a:path extrusionOk="0" h="1406" w="1580">
                  <a:moveTo>
                    <a:pt x="1128" y="0"/>
                  </a:moveTo>
                  <a:cubicBezTo>
                    <a:pt x="1120" y="0"/>
                    <a:pt x="1112" y="1"/>
                    <a:pt x="1104" y="1"/>
                  </a:cubicBezTo>
                  <a:cubicBezTo>
                    <a:pt x="1100" y="1"/>
                    <a:pt x="1096" y="1"/>
                    <a:pt x="1092" y="1"/>
                  </a:cubicBezTo>
                  <a:cubicBezTo>
                    <a:pt x="359" y="1"/>
                    <a:pt x="1" y="908"/>
                    <a:pt x="546" y="1405"/>
                  </a:cubicBezTo>
                  <a:cubicBezTo>
                    <a:pt x="1017" y="1405"/>
                    <a:pt x="1392" y="1020"/>
                    <a:pt x="1392" y="549"/>
                  </a:cubicBezTo>
                  <a:cubicBezTo>
                    <a:pt x="1579" y="325"/>
                    <a:pt x="1412" y="0"/>
                    <a:pt x="1128" y="0"/>
                  </a:cubicBezTo>
                  <a:close/>
                </a:path>
              </a:pathLst>
            </a:custGeom>
            <a:solidFill>
              <a:srgbClr val="768C9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159" name="Google Shape;17159;p45"/>
            <p:cNvSpPr/>
            <p:nvPr/>
          </p:nvSpPr>
          <p:spPr>
            <a:xfrm>
              <a:off x="3629622" y="3105185"/>
              <a:ext cx="41133" cy="36507"/>
            </a:xfrm>
            <a:custGeom>
              <a:rect b="b" l="l" r="r" t="t"/>
              <a:pathLst>
                <a:path extrusionOk="0" h="1397" w="1574">
                  <a:moveTo>
                    <a:pt x="1135" y="0"/>
                  </a:moveTo>
                  <a:cubicBezTo>
                    <a:pt x="1123" y="0"/>
                    <a:pt x="1112" y="1"/>
                    <a:pt x="1100" y="2"/>
                  </a:cubicBezTo>
                  <a:cubicBezTo>
                    <a:pt x="1092" y="2"/>
                    <a:pt x="1085" y="2"/>
                    <a:pt x="1077" y="2"/>
                  </a:cubicBezTo>
                  <a:cubicBezTo>
                    <a:pt x="352" y="2"/>
                    <a:pt x="0" y="902"/>
                    <a:pt x="552" y="1396"/>
                  </a:cubicBezTo>
                  <a:cubicBezTo>
                    <a:pt x="1014" y="1396"/>
                    <a:pt x="1398" y="1012"/>
                    <a:pt x="1398" y="541"/>
                  </a:cubicBezTo>
                  <a:cubicBezTo>
                    <a:pt x="1574" y="328"/>
                    <a:pt x="1412" y="0"/>
                    <a:pt x="1135" y="0"/>
                  </a:cubicBezTo>
                  <a:close/>
                </a:path>
              </a:pathLst>
            </a:custGeom>
            <a:solidFill>
              <a:srgbClr val="BAC8D3"/>
            </a:solidFill>
            <a:ln cap="flat" cmpd="sng" w="9525">
              <a:solidFill>
                <a:srgbClr val="ABBCCA"/>
              </a:solidFill>
              <a:prstDash val="solid"/>
              <a:miter lim="9616"/>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160" name="Google Shape;17160;p45"/>
            <p:cNvSpPr/>
            <p:nvPr/>
          </p:nvSpPr>
          <p:spPr>
            <a:xfrm>
              <a:off x="3629779" y="3173313"/>
              <a:ext cx="41289" cy="36742"/>
            </a:xfrm>
            <a:custGeom>
              <a:rect b="b" l="l" r="r" t="t"/>
              <a:pathLst>
                <a:path extrusionOk="0" h="1406" w="1580">
                  <a:moveTo>
                    <a:pt x="1128" y="0"/>
                  </a:moveTo>
                  <a:cubicBezTo>
                    <a:pt x="1120" y="0"/>
                    <a:pt x="1112" y="1"/>
                    <a:pt x="1104" y="1"/>
                  </a:cubicBezTo>
                  <a:cubicBezTo>
                    <a:pt x="1100" y="1"/>
                    <a:pt x="1096" y="1"/>
                    <a:pt x="1092" y="1"/>
                  </a:cubicBezTo>
                  <a:cubicBezTo>
                    <a:pt x="360" y="1"/>
                    <a:pt x="1" y="908"/>
                    <a:pt x="546" y="1405"/>
                  </a:cubicBezTo>
                  <a:cubicBezTo>
                    <a:pt x="1008" y="1405"/>
                    <a:pt x="1392" y="1020"/>
                    <a:pt x="1392" y="549"/>
                  </a:cubicBezTo>
                  <a:cubicBezTo>
                    <a:pt x="1579" y="325"/>
                    <a:pt x="1412" y="0"/>
                    <a:pt x="1128" y="0"/>
                  </a:cubicBezTo>
                  <a:close/>
                </a:path>
              </a:pathLst>
            </a:custGeom>
            <a:solidFill>
              <a:srgbClr val="4F647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161" name="Google Shape;17161;p45"/>
            <p:cNvSpPr/>
            <p:nvPr/>
          </p:nvSpPr>
          <p:spPr>
            <a:xfrm>
              <a:off x="3696887" y="3173313"/>
              <a:ext cx="41263" cy="36742"/>
            </a:xfrm>
            <a:custGeom>
              <a:rect b="b" l="l" r="r" t="t"/>
              <a:pathLst>
                <a:path extrusionOk="0" h="1406" w="1579">
                  <a:moveTo>
                    <a:pt x="1137" y="0"/>
                  </a:moveTo>
                  <a:cubicBezTo>
                    <a:pt x="1129" y="0"/>
                    <a:pt x="1121" y="1"/>
                    <a:pt x="1113" y="1"/>
                  </a:cubicBezTo>
                  <a:cubicBezTo>
                    <a:pt x="1109" y="1"/>
                    <a:pt x="1105" y="1"/>
                    <a:pt x="1101" y="1"/>
                  </a:cubicBezTo>
                  <a:cubicBezTo>
                    <a:pt x="359" y="1"/>
                    <a:pt x="0" y="908"/>
                    <a:pt x="555" y="1405"/>
                  </a:cubicBezTo>
                  <a:cubicBezTo>
                    <a:pt x="1017" y="1405"/>
                    <a:pt x="1401" y="1020"/>
                    <a:pt x="1401" y="549"/>
                  </a:cubicBezTo>
                  <a:cubicBezTo>
                    <a:pt x="1579" y="325"/>
                    <a:pt x="1420" y="0"/>
                    <a:pt x="1137" y="0"/>
                  </a:cubicBezTo>
                  <a:close/>
                </a:path>
              </a:pathLst>
            </a:custGeom>
            <a:solidFill>
              <a:srgbClr val="7F94A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162" name="Google Shape;17162;p45"/>
            <p:cNvSpPr/>
            <p:nvPr/>
          </p:nvSpPr>
          <p:spPr>
            <a:xfrm>
              <a:off x="3764309" y="3105185"/>
              <a:ext cx="41133" cy="36507"/>
            </a:xfrm>
            <a:custGeom>
              <a:rect b="b" l="l" r="r" t="t"/>
              <a:pathLst>
                <a:path extrusionOk="0" h="1397" w="1574">
                  <a:moveTo>
                    <a:pt x="1135" y="0"/>
                  </a:moveTo>
                  <a:cubicBezTo>
                    <a:pt x="1124" y="0"/>
                    <a:pt x="1112" y="1"/>
                    <a:pt x="1100" y="2"/>
                  </a:cubicBezTo>
                  <a:cubicBezTo>
                    <a:pt x="1093" y="2"/>
                    <a:pt x="1085" y="2"/>
                    <a:pt x="1077" y="2"/>
                  </a:cubicBezTo>
                  <a:cubicBezTo>
                    <a:pt x="352" y="2"/>
                    <a:pt x="0" y="902"/>
                    <a:pt x="543" y="1396"/>
                  </a:cubicBezTo>
                  <a:cubicBezTo>
                    <a:pt x="1014" y="1396"/>
                    <a:pt x="1398" y="1012"/>
                    <a:pt x="1398" y="541"/>
                  </a:cubicBezTo>
                  <a:lnTo>
                    <a:pt x="1389" y="541"/>
                  </a:lnTo>
                  <a:cubicBezTo>
                    <a:pt x="1574" y="328"/>
                    <a:pt x="1412" y="0"/>
                    <a:pt x="1135" y="0"/>
                  </a:cubicBezTo>
                  <a:close/>
                </a:path>
              </a:pathLst>
            </a:custGeom>
            <a:solidFill>
              <a:srgbClr val="B0C0C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163" name="Google Shape;17163;p45"/>
            <p:cNvSpPr/>
            <p:nvPr/>
          </p:nvSpPr>
          <p:spPr>
            <a:xfrm>
              <a:off x="3764231" y="3173313"/>
              <a:ext cx="41289" cy="36742"/>
            </a:xfrm>
            <a:custGeom>
              <a:rect b="b" l="l" r="r" t="t"/>
              <a:pathLst>
                <a:path extrusionOk="0" h="1406" w="1580">
                  <a:moveTo>
                    <a:pt x="1136" y="0"/>
                  </a:moveTo>
                  <a:cubicBezTo>
                    <a:pt x="1129" y="0"/>
                    <a:pt x="1121" y="1"/>
                    <a:pt x="1113" y="1"/>
                  </a:cubicBezTo>
                  <a:cubicBezTo>
                    <a:pt x="1109" y="1"/>
                    <a:pt x="1105" y="1"/>
                    <a:pt x="1101" y="1"/>
                  </a:cubicBezTo>
                  <a:cubicBezTo>
                    <a:pt x="359" y="1"/>
                    <a:pt x="0" y="908"/>
                    <a:pt x="546" y="1405"/>
                  </a:cubicBezTo>
                  <a:cubicBezTo>
                    <a:pt x="1017" y="1405"/>
                    <a:pt x="1401" y="1020"/>
                    <a:pt x="1401" y="549"/>
                  </a:cubicBezTo>
                  <a:cubicBezTo>
                    <a:pt x="1579" y="325"/>
                    <a:pt x="1411" y="0"/>
                    <a:pt x="1136" y="0"/>
                  </a:cubicBezTo>
                  <a:close/>
                </a:path>
              </a:pathLst>
            </a:custGeom>
            <a:solidFill>
              <a:srgbClr val="61748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164" name="Google Shape;17164;p45"/>
            <p:cNvSpPr/>
            <p:nvPr/>
          </p:nvSpPr>
          <p:spPr>
            <a:xfrm>
              <a:off x="3831653" y="3105185"/>
              <a:ext cx="41133" cy="36507"/>
            </a:xfrm>
            <a:custGeom>
              <a:rect b="b" l="l" r="r" t="t"/>
              <a:pathLst>
                <a:path extrusionOk="0" h="1397" w="1574">
                  <a:moveTo>
                    <a:pt x="1135" y="0"/>
                  </a:moveTo>
                  <a:cubicBezTo>
                    <a:pt x="1124" y="0"/>
                    <a:pt x="1112" y="1"/>
                    <a:pt x="1100" y="2"/>
                  </a:cubicBezTo>
                  <a:cubicBezTo>
                    <a:pt x="1093" y="2"/>
                    <a:pt x="1085" y="2"/>
                    <a:pt x="1077" y="2"/>
                  </a:cubicBezTo>
                  <a:cubicBezTo>
                    <a:pt x="352" y="2"/>
                    <a:pt x="0" y="902"/>
                    <a:pt x="543" y="1396"/>
                  </a:cubicBezTo>
                  <a:cubicBezTo>
                    <a:pt x="1014" y="1396"/>
                    <a:pt x="1399" y="1012"/>
                    <a:pt x="1399" y="541"/>
                  </a:cubicBezTo>
                  <a:lnTo>
                    <a:pt x="1389" y="541"/>
                  </a:lnTo>
                  <a:cubicBezTo>
                    <a:pt x="1574" y="328"/>
                    <a:pt x="1412" y="0"/>
                    <a:pt x="1135" y="0"/>
                  </a:cubicBezTo>
                  <a:close/>
                </a:path>
              </a:pathLst>
            </a:custGeom>
            <a:solidFill>
              <a:srgbClr val="697D9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165" name="Google Shape;17165;p45"/>
            <p:cNvSpPr/>
            <p:nvPr/>
          </p:nvSpPr>
          <p:spPr>
            <a:xfrm>
              <a:off x="3831574" y="3173313"/>
              <a:ext cx="41289" cy="36742"/>
            </a:xfrm>
            <a:custGeom>
              <a:rect b="b" l="l" r="r" t="t"/>
              <a:pathLst>
                <a:path extrusionOk="0" h="1406" w="1580">
                  <a:moveTo>
                    <a:pt x="1137" y="0"/>
                  </a:moveTo>
                  <a:cubicBezTo>
                    <a:pt x="1129" y="0"/>
                    <a:pt x="1121" y="1"/>
                    <a:pt x="1113" y="1"/>
                  </a:cubicBezTo>
                  <a:cubicBezTo>
                    <a:pt x="1109" y="1"/>
                    <a:pt x="1105" y="1"/>
                    <a:pt x="1101" y="1"/>
                  </a:cubicBezTo>
                  <a:cubicBezTo>
                    <a:pt x="359" y="1"/>
                    <a:pt x="0" y="908"/>
                    <a:pt x="546" y="1405"/>
                  </a:cubicBezTo>
                  <a:cubicBezTo>
                    <a:pt x="1017" y="1405"/>
                    <a:pt x="1402" y="1020"/>
                    <a:pt x="1402" y="549"/>
                  </a:cubicBezTo>
                  <a:cubicBezTo>
                    <a:pt x="1579" y="325"/>
                    <a:pt x="1411" y="0"/>
                    <a:pt x="1137" y="0"/>
                  </a:cubicBezTo>
                  <a:close/>
                </a:path>
              </a:pathLst>
            </a:custGeom>
            <a:solidFill>
              <a:srgbClr val="61778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166" name="Google Shape;17166;p45"/>
            <p:cNvSpPr/>
            <p:nvPr/>
          </p:nvSpPr>
          <p:spPr>
            <a:xfrm>
              <a:off x="3550310" y="2939375"/>
              <a:ext cx="101786" cy="65854"/>
            </a:xfrm>
            <a:custGeom>
              <a:rect b="b" l="l" r="r" t="t"/>
              <a:pathLst>
                <a:path extrusionOk="0" h="2520" w="3895">
                  <a:moveTo>
                    <a:pt x="1847" y="1"/>
                  </a:moveTo>
                  <a:cubicBezTo>
                    <a:pt x="1606" y="1"/>
                    <a:pt x="1423" y="193"/>
                    <a:pt x="1423" y="424"/>
                  </a:cubicBezTo>
                  <a:lnTo>
                    <a:pt x="1423" y="453"/>
                  </a:lnTo>
                  <a:lnTo>
                    <a:pt x="1423" y="481"/>
                  </a:lnTo>
                  <a:cubicBezTo>
                    <a:pt x="1433" y="674"/>
                    <a:pt x="1270" y="837"/>
                    <a:pt x="1068" y="837"/>
                  </a:cubicBezTo>
                  <a:cubicBezTo>
                    <a:pt x="837" y="837"/>
                    <a:pt x="644" y="1030"/>
                    <a:pt x="644" y="1260"/>
                  </a:cubicBezTo>
                  <a:cubicBezTo>
                    <a:pt x="644" y="1280"/>
                    <a:pt x="654" y="1308"/>
                    <a:pt x="654" y="1337"/>
                  </a:cubicBezTo>
                  <a:cubicBezTo>
                    <a:pt x="683" y="1481"/>
                    <a:pt x="568" y="1616"/>
                    <a:pt x="423" y="1616"/>
                  </a:cubicBezTo>
                  <a:cubicBezTo>
                    <a:pt x="193" y="1616"/>
                    <a:pt x="0" y="1808"/>
                    <a:pt x="0" y="2039"/>
                  </a:cubicBezTo>
                  <a:lnTo>
                    <a:pt x="0" y="2097"/>
                  </a:lnTo>
                  <a:cubicBezTo>
                    <a:pt x="0" y="2337"/>
                    <a:pt x="193" y="2520"/>
                    <a:pt x="423" y="2520"/>
                  </a:cubicBezTo>
                  <a:lnTo>
                    <a:pt x="1923" y="2520"/>
                  </a:lnTo>
                  <a:cubicBezTo>
                    <a:pt x="2154" y="2520"/>
                    <a:pt x="2337" y="2337"/>
                    <a:pt x="2337" y="2097"/>
                  </a:cubicBezTo>
                  <a:lnTo>
                    <a:pt x="2337" y="2030"/>
                  </a:lnTo>
                  <a:cubicBezTo>
                    <a:pt x="2337" y="1837"/>
                    <a:pt x="2491" y="1683"/>
                    <a:pt x="2683" y="1683"/>
                  </a:cubicBezTo>
                  <a:lnTo>
                    <a:pt x="3462" y="1683"/>
                  </a:lnTo>
                  <a:cubicBezTo>
                    <a:pt x="3702" y="1683"/>
                    <a:pt x="3885" y="1491"/>
                    <a:pt x="3885" y="1260"/>
                  </a:cubicBezTo>
                  <a:lnTo>
                    <a:pt x="3895" y="1260"/>
                  </a:lnTo>
                  <a:cubicBezTo>
                    <a:pt x="3895" y="1030"/>
                    <a:pt x="3702" y="847"/>
                    <a:pt x="3472" y="847"/>
                  </a:cubicBezTo>
                  <a:cubicBezTo>
                    <a:pt x="3318" y="847"/>
                    <a:pt x="3202" y="703"/>
                    <a:pt x="3231" y="549"/>
                  </a:cubicBezTo>
                  <a:cubicBezTo>
                    <a:pt x="3241" y="520"/>
                    <a:pt x="3241" y="481"/>
                    <a:pt x="3241" y="453"/>
                  </a:cubicBezTo>
                  <a:lnTo>
                    <a:pt x="3241" y="424"/>
                  </a:lnTo>
                  <a:cubicBezTo>
                    <a:pt x="3241" y="193"/>
                    <a:pt x="3058" y="1"/>
                    <a:pt x="2827" y="1"/>
                  </a:cubicBezTo>
                  <a:close/>
                </a:path>
              </a:pathLst>
            </a:custGeom>
            <a:solidFill>
              <a:srgbClr val="61778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167" name="Google Shape;17167;p45"/>
            <p:cNvSpPr/>
            <p:nvPr/>
          </p:nvSpPr>
          <p:spPr>
            <a:xfrm>
              <a:off x="3568655" y="2939375"/>
              <a:ext cx="83441" cy="65854"/>
            </a:xfrm>
            <a:custGeom>
              <a:rect b="b" l="l" r="r" t="t"/>
              <a:pathLst>
                <a:path extrusionOk="0" h="2520" w="3193">
                  <a:moveTo>
                    <a:pt x="1837" y="1"/>
                  </a:moveTo>
                  <a:cubicBezTo>
                    <a:pt x="1606" y="1"/>
                    <a:pt x="1423" y="193"/>
                    <a:pt x="1423" y="424"/>
                  </a:cubicBezTo>
                  <a:lnTo>
                    <a:pt x="1423" y="453"/>
                  </a:lnTo>
                  <a:lnTo>
                    <a:pt x="1423" y="481"/>
                  </a:lnTo>
                  <a:cubicBezTo>
                    <a:pt x="1423" y="674"/>
                    <a:pt x="1270" y="837"/>
                    <a:pt x="1068" y="837"/>
                  </a:cubicBezTo>
                  <a:cubicBezTo>
                    <a:pt x="808" y="837"/>
                    <a:pt x="606" y="1078"/>
                    <a:pt x="654" y="1337"/>
                  </a:cubicBezTo>
                  <a:cubicBezTo>
                    <a:pt x="683" y="1481"/>
                    <a:pt x="568" y="1616"/>
                    <a:pt x="423" y="1616"/>
                  </a:cubicBezTo>
                  <a:cubicBezTo>
                    <a:pt x="193" y="1616"/>
                    <a:pt x="0" y="1808"/>
                    <a:pt x="0" y="2039"/>
                  </a:cubicBezTo>
                  <a:lnTo>
                    <a:pt x="0" y="2097"/>
                  </a:lnTo>
                  <a:cubicBezTo>
                    <a:pt x="0" y="2337"/>
                    <a:pt x="193" y="2520"/>
                    <a:pt x="423" y="2520"/>
                  </a:cubicBezTo>
                  <a:lnTo>
                    <a:pt x="1221" y="2520"/>
                  </a:lnTo>
                  <a:cubicBezTo>
                    <a:pt x="1452" y="2520"/>
                    <a:pt x="1635" y="2337"/>
                    <a:pt x="1635" y="2097"/>
                  </a:cubicBezTo>
                  <a:lnTo>
                    <a:pt x="1635" y="2030"/>
                  </a:lnTo>
                  <a:cubicBezTo>
                    <a:pt x="1635" y="1837"/>
                    <a:pt x="1789" y="1683"/>
                    <a:pt x="1981" y="1683"/>
                  </a:cubicBezTo>
                  <a:lnTo>
                    <a:pt x="2760" y="1683"/>
                  </a:lnTo>
                  <a:cubicBezTo>
                    <a:pt x="3000" y="1683"/>
                    <a:pt x="3183" y="1491"/>
                    <a:pt x="3183" y="1260"/>
                  </a:cubicBezTo>
                  <a:lnTo>
                    <a:pt x="3193" y="1260"/>
                  </a:lnTo>
                  <a:cubicBezTo>
                    <a:pt x="3193" y="1030"/>
                    <a:pt x="3000" y="847"/>
                    <a:pt x="2770" y="847"/>
                  </a:cubicBezTo>
                  <a:cubicBezTo>
                    <a:pt x="2616" y="847"/>
                    <a:pt x="2500" y="703"/>
                    <a:pt x="2529" y="549"/>
                  </a:cubicBezTo>
                  <a:cubicBezTo>
                    <a:pt x="2539" y="520"/>
                    <a:pt x="2539" y="481"/>
                    <a:pt x="2539" y="453"/>
                  </a:cubicBezTo>
                  <a:lnTo>
                    <a:pt x="2539" y="424"/>
                  </a:lnTo>
                  <a:cubicBezTo>
                    <a:pt x="2539" y="193"/>
                    <a:pt x="2356" y="1"/>
                    <a:pt x="2125" y="1"/>
                  </a:cubicBezTo>
                  <a:close/>
                </a:path>
              </a:pathLst>
            </a:custGeom>
            <a:solidFill>
              <a:srgbClr val="6C81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168" name="Google Shape;17168;p45"/>
            <p:cNvSpPr/>
            <p:nvPr/>
          </p:nvSpPr>
          <p:spPr>
            <a:xfrm>
              <a:off x="3633725" y="2986100"/>
              <a:ext cx="90993" cy="65880"/>
            </a:xfrm>
            <a:custGeom>
              <a:rect b="b" l="l" r="r" t="t"/>
              <a:pathLst>
                <a:path extrusionOk="0" h="2521" w="3482">
                  <a:moveTo>
                    <a:pt x="3066" y="1"/>
                  </a:moveTo>
                  <a:cubicBezTo>
                    <a:pt x="3061" y="1"/>
                    <a:pt x="3055" y="1"/>
                    <a:pt x="3049" y="1"/>
                  </a:cubicBezTo>
                  <a:lnTo>
                    <a:pt x="2107" y="1"/>
                  </a:lnTo>
                  <a:cubicBezTo>
                    <a:pt x="1876" y="1"/>
                    <a:pt x="1684" y="184"/>
                    <a:pt x="1684" y="415"/>
                  </a:cubicBezTo>
                  <a:lnTo>
                    <a:pt x="1684" y="482"/>
                  </a:lnTo>
                  <a:cubicBezTo>
                    <a:pt x="1693" y="674"/>
                    <a:pt x="1539" y="838"/>
                    <a:pt x="1347" y="838"/>
                  </a:cubicBezTo>
                  <a:lnTo>
                    <a:pt x="558" y="838"/>
                  </a:lnTo>
                  <a:cubicBezTo>
                    <a:pt x="1" y="838"/>
                    <a:pt x="1" y="1684"/>
                    <a:pt x="558" y="1684"/>
                  </a:cubicBezTo>
                  <a:cubicBezTo>
                    <a:pt x="563" y="1684"/>
                    <a:pt x="568" y="1684"/>
                    <a:pt x="573" y="1684"/>
                  </a:cubicBezTo>
                  <a:cubicBezTo>
                    <a:pt x="720" y="1684"/>
                    <a:pt x="827" y="1823"/>
                    <a:pt x="799" y="1972"/>
                  </a:cubicBezTo>
                  <a:cubicBezTo>
                    <a:pt x="789" y="2001"/>
                    <a:pt x="789" y="2040"/>
                    <a:pt x="789" y="2069"/>
                  </a:cubicBezTo>
                  <a:lnTo>
                    <a:pt x="789" y="2097"/>
                  </a:lnTo>
                  <a:cubicBezTo>
                    <a:pt x="789" y="2338"/>
                    <a:pt x="972" y="2521"/>
                    <a:pt x="1212" y="2521"/>
                  </a:cubicBezTo>
                  <a:lnTo>
                    <a:pt x="1645" y="2521"/>
                  </a:lnTo>
                  <a:cubicBezTo>
                    <a:pt x="1876" y="2521"/>
                    <a:pt x="2068" y="2338"/>
                    <a:pt x="2068" y="2097"/>
                  </a:cubicBezTo>
                  <a:lnTo>
                    <a:pt x="2068" y="2069"/>
                  </a:lnTo>
                  <a:lnTo>
                    <a:pt x="2068" y="2049"/>
                  </a:lnTo>
                  <a:cubicBezTo>
                    <a:pt x="2059" y="1847"/>
                    <a:pt x="2222" y="1684"/>
                    <a:pt x="2424" y="1684"/>
                  </a:cubicBezTo>
                  <a:cubicBezTo>
                    <a:pt x="2684" y="1684"/>
                    <a:pt x="2876" y="1444"/>
                    <a:pt x="2837" y="1194"/>
                  </a:cubicBezTo>
                  <a:cubicBezTo>
                    <a:pt x="2809" y="1049"/>
                    <a:pt x="2914" y="905"/>
                    <a:pt x="3068" y="905"/>
                  </a:cubicBezTo>
                  <a:cubicBezTo>
                    <a:pt x="3299" y="905"/>
                    <a:pt x="3482" y="722"/>
                    <a:pt x="3482" y="482"/>
                  </a:cubicBezTo>
                  <a:lnTo>
                    <a:pt x="3482" y="424"/>
                  </a:lnTo>
                  <a:cubicBezTo>
                    <a:pt x="3482" y="190"/>
                    <a:pt x="3299" y="1"/>
                    <a:pt x="3066" y="1"/>
                  </a:cubicBezTo>
                  <a:close/>
                </a:path>
              </a:pathLst>
            </a:custGeom>
            <a:solidFill>
              <a:srgbClr val="203B5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169" name="Google Shape;17169;p45"/>
            <p:cNvSpPr/>
            <p:nvPr/>
          </p:nvSpPr>
          <p:spPr>
            <a:xfrm>
              <a:off x="3657610" y="2986100"/>
              <a:ext cx="67108" cy="63868"/>
            </a:xfrm>
            <a:custGeom>
              <a:rect b="b" l="l" r="r" t="t"/>
              <a:pathLst>
                <a:path extrusionOk="0" h="2444" w="2568">
                  <a:moveTo>
                    <a:pt x="2161" y="1"/>
                  </a:moveTo>
                  <a:cubicBezTo>
                    <a:pt x="2156" y="1"/>
                    <a:pt x="2150" y="1"/>
                    <a:pt x="2145" y="1"/>
                  </a:cubicBezTo>
                  <a:lnTo>
                    <a:pt x="2106" y="1"/>
                  </a:lnTo>
                  <a:cubicBezTo>
                    <a:pt x="1875" y="1"/>
                    <a:pt x="1693" y="184"/>
                    <a:pt x="1693" y="415"/>
                  </a:cubicBezTo>
                  <a:lnTo>
                    <a:pt x="1693" y="482"/>
                  </a:lnTo>
                  <a:cubicBezTo>
                    <a:pt x="1693" y="674"/>
                    <a:pt x="1539" y="838"/>
                    <a:pt x="1347" y="838"/>
                  </a:cubicBezTo>
                  <a:lnTo>
                    <a:pt x="568" y="838"/>
                  </a:lnTo>
                  <a:cubicBezTo>
                    <a:pt x="0" y="838"/>
                    <a:pt x="0" y="1684"/>
                    <a:pt x="568" y="1684"/>
                  </a:cubicBezTo>
                  <a:cubicBezTo>
                    <a:pt x="572" y="1684"/>
                    <a:pt x="577" y="1684"/>
                    <a:pt x="582" y="1684"/>
                  </a:cubicBezTo>
                  <a:cubicBezTo>
                    <a:pt x="729" y="1684"/>
                    <a:pt x="836" y="1823"/>
                    <a:pt x="808" y="1972"/>
                  </a:cubicBezTo>
                  <a:cubicBezTo>
                    <a:pt x="798" y="2001"/>
                    <a:pt x="789" y="2040"/>
                    <a:pt x="789" y="2069"/>
                  </a:cubicBezTo>
                  <a:lnTo>
                    <a:pt x="789" y="2097"/>
                  </a:lnTo>
                  <a:cubicBezTo>
                    <a:pt x="693" y="2242"/>
                    <a:pt x="798" y="2444"/>
                    <a:pt x="971" y="2444"/>
                  </a:cubicBezTo>
                  <a:cubicBezTo>
                    <a:pt x="1145" y="2444"/>
                    <a:pt x="1250" y="2242"/>
                    <a:pt x="1154" y="2097"/>
                  </a:cubicBezTo>
                  <a:lnTo>
                    <a:pt x="1154" y="2069"/>
                  </a:lnTo>
                  <a:lnTo>
                    <a:pt x="1154" y="2049"/>
                  </a:lnTo>
                  <a:cubicBezTo>
                    <a:pt x="1145" y="1847"/>
                    <a:pt x="1308" y="1684"/>
                    <a:pt x="1510" y="1684"/>
                  </a:cubicBezTo>
                  <a:cubicBezTo>
                    <a:pt x="1770" y="1684"/>
                    <a:pt x="1962" y="1444"/>
                    <a:pt x="1923" y="1194"/>
                  </a:cubicBezTo>
                  <a:cubicBezTo>
                    <a:pt x="1895" y="1049"/>
                    <a:pt x="2000" y="905"/>
                    <a:pt x="2154" y="905"/>
                  </a:cubicBezTo>
                  <a:cubicBezTo>
                    <a:pt x="2385" y="905"/>
                    <a:pt x="2568" y="722"/>
                    <a:pt x="2568" y="482"/>
                  </a:cubicBezTo>
                  <a:lnTo>
                    <a:pt x="2568" y="424"/>
                  </a:lnTo>
                  <a:cubicBezTo>
                    <a:pt x="2568" y="190"/>
                    <a:pt x="2385" y="1"/>
                    <a:pt x="2161" y="1"/>
                  </a:cubicBezTo>
                  <a:close/>
                </a:path>
              </a:pathLst>
            </a:custGeom>
            <a:solidFill>
              <a:srgbClr val="4F647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170" name="Google Shape;17170;p45"/>
            <p:cNvSpPr/>
            <p:nvPr/>
          </p:nvSpPr>
          <p:spPr>
            <a:xfrm>
              <a:off x="3723438" y="2950298"/>
              <a:ext cx="126142" cy="143154"/>
            </a:xfrm>
            <a:custGeom>
              <a:rect b="b" l="l" r="r" t="t"/>
              <a:pathLst>
                <a:path extrusionOk="0" h="5478" w="4827">
                  <a:moveTo>
                    <a:pt x="4772" y="1"/>
                  </a:moveTo>
                  <a:cubicBezTo>
                    <a:pt x="4765" y="1"/>
                    <a:pt x="4758" y="2"/>
                    <a:pt x="4751" y="6"/>
                  </a:cubicBezTo>
                  <a:cubicBezTo>
                    <a:pt x="3289" y="640"/>
                    <a:pt x="2107" y="1785"/>
                    <a:pt x="1270" y="2842"/>
                  </a:cubicBezTo>
                  <a:cubicBezTo>
                    <a:pt x="1078" y="3083"/>
                    <a:pt x="905" y="3314"/>
                    <a:pt x="751" y="3544"/>
                  </a:cubicBezTo>
                  <a:cubicBezTo>
                    <a:pt x="414" y="4016"/>
                    <a:pt x="164" y="4439"/>
                    <a:pt x="1" y="4727"/>
                  </a:cubicBezTo>
                  <a:cubicBezTo>
                    <a:pt x="164" y="4766"/>
                    <a:pt x="308" y="4833"/>
                    <a:pt x="443" y="4929"/>
                  </a:cubicBezTo>
                  <a:lnTo>
                    <a:pt x="462" y="4948"/>
                  </a:lnTo>
                  <a:lnTo>
                    <a:pt x="510" y="4987"/>
                  </a:lnTo>
                  <a:lnTo>
                    <a:pt x="530" y="5006"/>
                  </a:lnTo>
                  <a:lnTo>
                    <a:pt x="549" y="5016"/>
                  </a:lnTo>
                  <a:lnTo>
                    <a:pt x="597" y="5064"/>
                  </a:lnTo>
                  <a:cubicBezTo>
                    <a:pt x="722" y="5179"/>
                    <a:pt x="818" y="5323"/>
                    <a:pt x="885" y="5477"/>
                  </a:cubicBezTo>
                  <a:cubicBezTo>
                    <a:pt x="1145" y="5275"/>
                    <a:pt x="1520" y="4968"/>
                    <a:pt x="1943" y="4564"/>
                  </a:cubicBezTo>
                  <a:cubicBezTo>
                    <a:pt x="2135" y="4371"/>
                    <a:pt x="2347" y="4169"/>
                    <a:pt x="2559" y="3939"/>
                  </a:cubicBezTo>
                  <a:cubicBezTo>
                    <a:pt x="3462" y="2948"/>
                    <a:pt x="4424" y="1612"/>
                    <a:pt x="4818" y="73"/>
                  </a:cubicBezTo>
                  <a:cubicBezTo>
                    <a:pt x="4826" y="34"/>
                    <a:pt x="4802" y="1"/>
                    <a:pt x="4772" y="1"/>
                  </a:cubicBezTo>
                  <a:close/>
                </a:path>
              </a:pathLst>
            </a:custGeom>
            <a:solidFill>
              <a:srgbClr val="B7C5D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171" name="Google Shape;17171;p45"/>
            <p:cNvSpPr/>
            <p:nvPr/>
          </p:nvSpPr>
          <p:spPr>
            <a:xfrm>
              <a:off x="3743037" y="3024567"/>
              <a:ext cx="47274" cy="45000"/>
            </a:xfrm>
            <a:custGeom>
              <a:rect b="b" l="l" r="r" t="t"/>
              <a:pathLst>
                <a:path extrusionOk="0" h="1722" w="1809">
                  <a:moveTo>
                    <a:pt x="520" y="0"/>
                  </a:moveTo>
                  <a:cubicBezTo>
                    <a:pt x="328" y="241"/>
                    <a:pt x="155" y="472"/>
                    <a:pt x="1" y="702"/>
                  </a:cubicBezTo>
                  <a:lnTo>
                    <a:pt x="1193" y="1722"/>
                  </a:lnTo>
                  <a:cubicBezTo>
                    <a:pt x="1385" y="1529"/>
                    <a:pt x="1597" y="1318"/>
                    <a:pt x="1809" y="1097"/>
                  </a:cubicBezTo>
                  <a:lnTo>
                    <a:pt x="520" y="0"/>
                  </a:lnTo>
                  <a:close/>
                </a:path>
              </a:pathLst>
            </a:custGeom>
            <a:solidFill>
              <a:srgbClr val="B8C2C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172" name="Google Shape;17172;p45"/>
            <p:cNvSpPr/>
            <p:nvPr/>
          </p:nvSpPr>
          <p:spPr>
            <a:xfrm>
              <a:off x="3641016" y="3064392"/>
              <a:ext cx="117884" cy="81586"/>
            </a:xfrm>
            <a:custGeom>
              <a:rect b="b" l="l" r="r" t="t"/>
              <a:pathLst>
                <a:path extrusionOk="0" h="3122" w="4511">
                  <a:moveTo>
                    <a:pt x="3121" y="1"/>
                  </a:moveTo>
                  <a:cubicBezTo>
                    <a:pt x="2857" y="1"/>
                    <a:pt x="2592" y="82"/>
                    <a:pt x="2366" y="246"/>
                  </a:cubicBezTo>
                  <a:cubicBezTo>
                    <a:pt x="2183" y="371"/>
                    <a:pt x="2039" y="544"/>
                    <a:pt x="1943" y="736"/>
                  </a:cubicBezTo>
                  <a:cubicBezTo>
                    <a:pt x="1914" y="794"/>
                    <a:pt x="1895" y="852"/>
                    <a:pt x="1876" y="919"/>
                  </a:cubicBezTo>
                  <a:cubicBezTo>
                    <a:pt x="1828" y="1073"/>
                    <a:pt x="1770" y="1227"/>
                    <a:pt x="1693" y="1380"/>
                  </a:cubicBezTo>
                  <a:cubicBezTo>
                    <a:pt x="1568" y="1573"/>
                    <a:pt x="1405" y="1736"/>
                    <a:pt x="1203" y="1861"/>
                  </a:cubicBezTo>
                  <a:cubicBezTo>
                    <a:pt x="1087" y="1929"/>
                    <a:pt x="962" y="1986"/>
                    <a:pt x="828" y="2034"/>
                  </a:cubicBezTo>
                  <a:cubicBezTo>
                    <a:pt x="731" y="2063"/>
                    <a:pt x="635" y="2092"/>
                    <a:pt x="539" y="2121"/>
                  </a:cubicBezTo>
                  <a:cubicBezTo>
                    <a:pt x="491" y="2131"/>
                    <a:pt x="308" y="2179"/>
                    <a:pt x="145" y="2217"/>
                  </a:cubicBezTo>
                  <a:cubicBezTo>
                    <a:pt x="39" y="2236"/>
                    <a:pt x="1" y="2361"/>
                    <a:pt x="78" y="2438"/>
                  </a:cubicBezTo>
                  <a:cubicBezTo>
                    <a:pt x="637" y="2956"/>
                    <a:pt x="1256" y="3122"/>
                    <a:pt x="1821" y="3122"/>
                  </a:cubicBezTo>
                  <a:cubicBezTo>
                    <a:pt x="2830" y="3122"/>
                    <a:pt x="3664" y="2592"/>
                    <a:pt x="3664" y="2592"/>
                  </a:cubicBezTo>
                  <a:cubicBezTo>
                    <a:pt x="3770" y="2525"/>
                    <a:pt x="3866" y="2448"/>
                    <a:pt x="3953" y="2361"/>
                  </a:cubicBezTo>
                  <a:cubicBezTo>
                    <a:pt x="4357" y="1996"/>
                    <a:pt x="4511" y="1429"/>
                    <a:pt x="4357" y="909"/>
                  </a:cubicBezTo>
                  <a:cubicBezTo>
                    <a:pt x="4299" y="707"/>
                    <a:pt x="4184" y="525"/>
                    <a:pt x="4030" y="380"/>
                  </a:cubicBezTo>
                  <a:lnTo>
                    <a:pt x="3982" y="332"/>
                  </a:lnTo>
                  <a:lnTo>
                    <a:pt x="3962" y="323"/>
                  </a:lnTo>
                  <a:lnTo>
                    <a:pt x="3943" y="303"/>
                  </a:lnTo>
                  <a:lnTo>
                    <a:pt x="3895" y="265"/>
                  </a:lnTo>
                  <a:lnTo>
                    <a:pt x="3876" y="246"/>
                  </a:lnTo>
                  <a:cubicBezTo>
                    <a:pt x="3650" y="82"/>
                    <a:pt x="3385" y="1"/>
                    <a:pt x="3121" y="1"/>
                  </a:cubicBezTo>
                  <a:close/>
                </a:path>
              </a:pathLst>
            </a:custGeom>
            <a:solidFill>
              <a:srgbClr val="AFC0C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173" name="Google Shape;17173;p45"/>
            <p:cNvSpPr/>
            <p:nvPr/>
          </p:nvSpPr>
          <p:spPr>
            <a:xfrm>
              <a:off x="3662628" y="3064210"/>
              <a:ext cx="92509" cy="58694"/>
            </a:xfrm>
            <a:custGeom>
              <a:rect b="b" l="l" r="r" t="t"/>
              <a:pathLst>
                <a:path extrusionOk="0" h="2246" w="3540">
                  <a:moveTo>
                    <a:pt x="2294" y="0"/>
                  </a:moveTo>
                  <a:cubicBezTo>
                    <a:pt x="2030" y="0"/>
                    <a:pt x="1765" y="84"/>
                    <a:pt x="1539" y="253"/>
                  </a:cubicBezTo>
                  <a:cubicBezTo>
                    <a:pt x="1356" y="378"/>
                    <a:pt x="1212" y="551"/>
                    <a:pt x="1116" y="743"/>
                  </a:cubicBezTo>
                  <a:cubicBezTo>
                    <a:pt x="1087" y="801"/>
                    <a:pt x="1058" y="859"/>
                    <a:pt x="1039" y="926"/>
                  </a:cubicBezTo>
                  <a:cubicBezTo>
                    <a:pt x="1001" y="1080"/>
                    <a:pt x="943" y="1234"/>
                    <a:pt x="866" y="1387"/>
                  </a:cubicBezTo>
                  <a:cubicBezTo>
                    <a:pt x="741" y="1580"/>
                    <a:pt x="578" y="1743"/>
                    <a:pt x="376" y="1868"/>
                  </a:cubicBezTo>
                  <a:cubicBezTo>
                    <a:pt x="260" y="1936"/>
                    <a:pt x="135" y="1993"/>
                    <a:pt x="1" y="2041"/>
                  </a:cubicBezTo>
                  <a:cubicBezTo>
                    <a:pt x="345" y="2190"/>
                    <a:pt x="692" y="2246"/>
                    <a:pt x="1021" y="2246"/>
                  </a:cubicBezTo>
                  <a:cubicBezTo>
                    <a:pt x="2033" y="2246"/>
                    <a:pt x="2866" y="1714"/>
                    <a:pt x="2866" y="1714"/>
                  </a:cubicBezTo>
                  <a:cubicBezTo>
                    <a:pt x="2972" y="1647"/>
                    <a:pt x="3068" y="1570"/>
                    <a:pt x="3155" y="1484"/>
                  </a:cubicBezTo>
                  <a:cubicBezTo>
                    <a:pt x="3328" y="1320"/>
                    <a:pt x="3453" y="1128"/>
                    <a:pt x="3539" y="907"/>
                  </a:cubicBezTo>
                  <a:cubicBezTo>
                    <a:pt x="3472" y="705"/>
                    <a:pt x="3357" y="522"/>
                    <a:pt x="3193" y="387"/>
                  </a:cubicBezTo>
                  <a:lnTo>
                    <a:pt x="3155" y="339"/>
                  </a:lnTo>
                  <a:lnTo>
                    <a:pt x="3135" y="320"/>
                  </a:lnTo>
                  <a:lnTo>
                    <a:pt x="3116" y="310"/>
                  </a:lnTo>
                  <a:lnTo>
                    <a:pt x="3068" y="272"/>
                  </a:lnTo>
                  <a:lnTo>
                    <a:pt x="3049" y="253"/>
                  </a:lnTo>
                  <a:cubicBezTo>
                    <a:pt x="2823" y="84"/>
                    <a:pt x="2558" y="0"/>
                    <a:pt x="2294" y="0"/>
                  </a:cubicBezTo>
                  <a:close/>
                </a:path>
              </a:pathLst>
            </a:custGeom>
            <a:solidFill>
              <a:srgbClr val="CAD5D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7174" name="Google Shape;17174;p45"/>
          <p:cNvGrpSpPr/>
          <p:nvPr/>
        </p:nvGrpSpPr>
        <p:grpSpPr>
          <a:xfrm>
            <a:off x="2640873" y="2706983"/>
            <a:ext cx="366404" cy="366403"/>
            <a:chOff x="2640873" y="2891631"/>
            <a:chExt cx="366404" cy="366403"/>
          </a:xfrm>
        </p:grpSpPr>
        <p:sp>
          <p:nvSpPr>
            <p:cNvPr id="17175" name="Google Shape;17175;p45"/>
            <p:cNvSpPr/>
            <p:nvPr/>
          </p:nvSpPr>
          <p:spPr>
            <a:xfrm>
              <a:off x="2696405" y="2945646"/>
              <a:ext cx="310872" cy="312388"/>
            </a:xfrm>
            <a:custGeom>
              <a:rect b="b" l="l" r="r" t="t"/>
              <a:pathLst>
                <a:path extrusionOk="0" h="11954" w="11896">
                  <a:moveTo>
                    <a:pt x="703" y="1"/>
                  </a:moveTo>
                  <a:cubicBezTo>
                    <a:pt x="318" y="1"/>
                    <a:pt x="1" y="318"/>
                    <a:pt x="1" y="703"/>
                  </a:cubicBezTo>
                  <a:lnTo>
                    <a:pt x="1" y="11425"/>
                  </a:lnTo>
                  <a:cubicBezTo>
                    <a:pt x="1" y="11713"/>
                    <a:pt x="232" y="11954"/>
                    <a:pt x="520" y="11954"/>
                  </a:cubicBezTo>
                  <a:lnTo>
                    <a:pt x="1790" y="11954"/>
                  </a:lnTo>
                  <a:cubicBezTo>
                    <a:pt x="2078" y="11954"/>
                    <a:pt x="2309" y="11713"/>
                    <a:pt x="2309" y="11425"/>
                  </a:cubicBezTo>
                  <a:lnTo>
                    <a:pt x="2309" y="2309"/>
                  </a:lnTo>
                  <a:lnTo>
                    <a:pt x="11377" y="2309"/>
                  </a:lnTo>
                  <a:cubicBezTo>
                    <a:pt x="11665" y="2309"/>
                    <a:pt x="11896" y="2078"/>
                    <a:pt x="11896" y="1790"/>
                  </a:cubicBezTo>
                  <a:lnTo>
                    <a:pt x="11896" y="520"/>
                  </a:lnTo>
                  <a:cubicBezTo>
                    <a:pt x="11896" y="232"/>
                    <a:pt x="11665" y="1"/>
                    <a:pt x="11377" y="1"/>
                  </a:cubicBezTo>
                  <a:close/>
                </a:path>
              </a:pathLst>
            </a:custGeom>
            <a:solidFill>
              <a:srgbClr val="D9E0E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176" name="Google Shape;17176;p45"/>
            <p:cNvSpPr/>
            <p:nvPr/>
          </p:nvSpPr>
          <p:spPr>
            <a:xfrm>
              <a:off x="2696405" y="3118539"/>
              <a:ext cx="60340" cy="57073"/>
            </a:xfrm>
            <a:custGeom>
              <a:rect b="b" l="l" r="r" t="t"/>
              <a:pathLst>
                <a:path extrusionOk="0" h="2184" w="2309">
                  <a:moveTo>
                    <a:pt x="1" y="1"/>
                  </a:moveTo>
                  <a:lnTo>
                    <a:pt x="1" y="2184"/>
                  </a:lnTo>
                  <a:lnTo>
                    <a:pt x="2309" y="2184"/>
                  </a:lnTo>
                  <a:lnTo>
                    <a:pt x="2309" y="1"/>
                  </a:lnTo>
                  <a:close/>
                </a:path>
              </a:pathLst>
            </a:custGeom>
            <a:solidFill>
              <a:srgbClr val="C7D2D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177" name="Google Shape;17177;p45"/>
            <p:cNvSpPr/>
            <p:nvPr/>
          </p:nvSpPr>
          <p:spPr>
            <a:xfrm>
              <a:off x="2864776" y="2945646"/>
              <a:ext cx="26420" cy="60340"/>
            </a:xfrm>
            <a:custGeom>
              <a:rect b="b" l="l" r="r" t="t"/>
              <a:pathLst>
                <a:path extrusionOk="0" h="2309" w="1011">
                  <a:moveTo>
                    <a:pt x="1" y="1"/>
                  </a:moveTo>
                  <a:lnTo>
                    <a:pt x="1" y="2309"/>
                  </a:lnTo>
                  <a:lnTo>
                    <a:pt x="1010" y="2309"/>
                  </a:lnTo>
                  <a:lnTo>
                    <a:pt x="1010" y="1"/>
                  </a:lnTo>
                  <a:close/>
                </a:path>
              </a:pathLst>
            </a:custGeom>
            <a:solidFill>
              <a:srgbClr val="C7D2D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178" name="Google Shape;17178;p45"/>
            <p:cNvSpPr/>
            <p:nvPr/>
          </p:nvSpPr>
          <p:spPr>
            <a:xfrm>
              <a:off x="2640873" y="2891631"/>
              <a:ext cx="310872" cy="312127"/>
            </a:xfrm>
            <a:custGeom>
              <a:rect b="b" l="l" r="r" t="t"/>
              <a:pathLst>
                <a:path extrusionOk="0" h="11944" w="11896">
                  <a:moveTo>
                    <a:pt x="10099" y="0"/>
                  </a:moveTo>
                  <a:cubicBezTo>
                    <a:pt x="9810" y="0"/>
                    <a:pt x="9588" y="228"/>
                    <a:pt x="9578" y="520"/>
                  </a:cubicBezTo>
                  <a:lnTo>
                    <a:pt x="9578" y="9626"/>
                  </a:lnTo>
                  <a:lnTo>
                    <a:pt x="520" y="9626"/>
                  </a:lnTo>
                  <a:cubicBezTo>
                    <a:pt x="232" y="9626"/>
                    <a:pt x="1" y="9867"/>
                    <a:pt x="1" y="10155"/>
                  </a:cubicBezTo>
                  <a:lnTo>
                    <a:pt x="1" y="11415"/>
                  </a:lnTo>
                  <a:cubicBezTo>
                    <a:pt x="1" y="11703"/>
                    <a:pt x="232" y="11944"/>
                    <a:pt x="520" y="11944"/>
                  </a:cubicBezTo>
                  <a:lnTo>
                    <a:pt x="11194" y="11944"/>
                  </a:lnTo>
                  <a:cubicBezTo>
                    <a:pt x="11579" y="11944"/>
                    <a:pt x="11896" y="11626"/>
                    <a:pt x="11896" y="11242"/>
                  </a:cubicBezTo>
                  <a:lnTo>
                    <a:pt x="11896" y="520"/>
                  </a:lnTo>
                  <a:cubicBezTo>
                    <a:pt x="11896" y="231"/>
                    <a:pt x="11665" y="1"/>
                    <a:pt x="11377" y="1"/>
                  </a:cubicBezTo>
                  <a:lnTo>
                    <a:pt x="10117" y="1"/>
                  </a:lnTo>
                  <a:cubicBezTo>
                    <a:pt x="10111" y="0"/>
                    <a:pt x="10105" y="0"/>
                    <a:pt x="10099" y="0"/>
                  </a:cubicBezTo>
                  <a:close/>
                </a:path>
              </a:pathLst>
            </a:custGeom>
            <a:solidFill>
              <a:srgbClr val="E5EA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179" name="Google Shape;17179;p45"/>
            <p:cNvSpPr/>
            <p:nvPr/>
          </p:nvSpPr>
          <p:spPr>
            <a:xfrm>
              <a:off x="2821318" y="2972798"/>
              <a:ext cx="11080" cy="33188"/>
            </a:xfrm>
            <a:custGeom>
              <a:rect b="b" l="l" r="r" t="t"/>
              <a:pathLst>
                <a:path extrusionOk="0" h="1270" w="424">
                  <a:moveTo>
                    <a:pt x="212" y="1"/>
                  </a:moveTo>
                  <a:cubicBezTo>
                    <a:pt x="111" y="1"/>
                    <a:pt x="10" y="68"/>
                    <a:pt x="0" y="202"/>
                  </a:cubicBezTo>
                  <a:lnTo>
                    <a:pt x="0" y="1270"/>
                  </a:lnTo>
                  <a:lnTo>
                    <a:pt x="423" y="1270"/>
                  </a:lnTo>
                  <a:lnTo>
                    <a:pt x="423" y="202"/>
                  </a:lnTo>
                  <a:cubicBezTo>
                    <a:pt x="414" y="68"/>
                    <a:pt x="313" y="1"/>
                    <a:pt x="212" y="1"/>
                  </a:cubicBezTo>
                  <a:close/>
                </a:path>
              </a:pathLst>
            </a:custGeom>
            <a:solidFill>
              <a:srgbClr val="768C9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180" name="Google Shape;17180;p45"/>
            <p:cNvSpPr/>
            <p:nvPr/>
          </p:nvSpPr>
          <p:spPr>
            <a:xfrm>
              <a:off x="2855734" y="2982598"/>
              <a:ext cx="11342" cy="23389"/>
            </a:xfrm>
            <a:custGeom>
              <a:rect b="b" l="l" r="r" t="t"/>
              <a:pathLst>
                <a:path extrusionOk="0" h="895" w="434">
                  <a:moveTo>
                    <a:pt x="217" y="1"/>
                  </a:moveTo>
                  <a:cubicBezTo>
                    <a:pt x="113" y="1"/>
                    <a:pt x="10" y="68"/>
                    <a:pt x="1" y="202"/>
                  </a:cubicBezTo>
                  <a:lnTo>
                    <a:pt x="1" y="895"/>
                  </a:lnTo>
                  <a:lnTo>
                    <a:pt x="433" y="895"/>
                  </a:lnTo>
                  <a:lnTo>
                    <a:pt x="433" y="202"/>
                  </a:lnTo>
                  <a:cubicBezTo>
                    <a:pt x="424" y="68"/>
                    <a:pt x="320" y="1"/>
                    <a:pt x="217" y="1"/>
                  </a:cubicBezTo>
                  <a:close/>
                </a:path>
              </a:pathLst>
            </a:custGeom>
            <a:solidFill>
              <a:srgbClr val="768C9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181" name="Google Shape;17181;p45"/>
            <p:cNvSpPr/>
            <p:nvPr/>
          </p:nvSpPr>
          <p:spPr>
            <a:xfrm>
              <a:off x="2786379" y="2982598"/>
              <a:ext cx="11080" cy="23389"/>
            </a:xfrm>
            <a:custGeom>
              <a:rect b="b" l="l" r="r" t="t"/>
              <a:pathLst>
                <a:path extrusionOk="0" h="895" w="424">
                  <a:moveTo>
                    <a:pt x="212" y="1"/>
                  </a:moveTo>
                  <a:cubicBezTo>
                    <a:pt x="111" y="1"/>
                    <a:pt x="10" y="68"/>
                    <a:pt x="0" y="202"/>
                  </a:cubicBezTo>
                  <a:lnTo>
                    <a:pt x="0" y="895"/>
                  </a:lnTo>
                  <a:lnTo>
                    <a:pt x="424" y="895"/>
                  </a:lnTo>
                  <a:lnTo>
                    <a:pt x="424" y="202"/>
                  </a:lnTo>
                  <a:cubicBezTo>
                    <a:pt x="414" y="68"/>
                    <a:pt x="313" y="1"/>
                    <a:pt x="212" y="1"/>
                  </a:cubicBezTo>
                  <a:close/>
                </a:path>
              </a:pathLst>
            </a:custGeom>
            <a:solidFill>
              <a:srgbClr val="768C9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182" name="Google Shape;17182;p45"/>
            <p:cNvSpPr/>
            <p:nvPr/>
          </p:nvSpPr>
          <p:spPr>
            <a:xfrm>
              <a:off x="2972468" y="2972040"/>
              <a:ext cx="11943" cy="33946"/>
            </a:xfrm>
            <a:custGeom>
              <a:rect b="b" l="l" r="r" t="t"/>
              <a:pathLst>
                <a:path extrusionOk="0" h="1299" w="457">
                  <a:moveTo>
                    <a:pt x="227" y="1"/>
                  </a:moveTo>
                  <a:cubicBezTo>
                    <a:pt x="113" y="1"/>
                    <a:pt x="0" y="78"/>
                    <a:pt x="15" y="231"/>
                  </a:cubicBezTo>
                  <a:lnTo>
                    <a:pt x="15" y="1299"/>
                  </a:lnTo>
                  <a:lnTo>
                    <a:pt x="447" y="1299"/>
                  </a:lnTo>
                  <a:lnTo>
                    <a:pt x="447" y="231"/>
                  </a:lnTo>
                  <a:cubicBezTo>
                    <a:pt x="457" y="78"/>
                    <a:pt x="342" y="1"/>
                    <a:pt x="227" y="1"/>
                  </a:cubicBezTo>
                  <a:close/>
                </a:path>
              </a:pathLst>
            </a:custGeom>
            <a:solidFill>
              <a:srgbClr val="768C9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183" name="Google Shape;17183;p45"/>
            <p:cNvSpPr/>
            <p:nvPr/>
          </p:nvSpPr>
          <p:spPr>
            <a:xfrm>
              <a:off x="2811753" y="3143182"/>
              <a:ext cx="11342" cy="33241"/>
            </a:xfrm>
            <a:custGeom>
              <a:rect b="b" l="l" r="r" t="t"/>
              <a:pathLst>
                <a:path extrusionOk="0" h="1272" w="434">
                  <a:moveTo>
                    <a:pt x="1" y="0"/>
                  </a:moveTo>
                  <a:lnTo>
                    <a:pt x="1" y="1077"/>
                  </a:lnTo>
                  <a:cubicBezTo>
                    <a:pt x="10" y="1207"/>
                    <a:pt x="114" y="1272"/>
                    <a:pt x="217" y="1272"/>
                  </a:cubicBezTo>
                  <a:cubicBezTo>
                    <a:pt x="320" y="1272"/>
                    <a:pt x="424" y="1207"/>
                    <a:pt x="433" y="1077"/>
                  </a:cubicBezTo>
                  <a:lnTo>
                    <a:pt x="433" y="0"/>
                  </a:lnTo>
                  <a:close/>
                </a:path>
              </a:pathLst>
            </a:custGeom>
            <a:solidFill>
              <a:srgbClr val="768C9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184" name="Google Shape;17184;p45"/>
            <p:cNvSpPr/>
            <p:nvPr/>
          </p:nvSpPr>
          <p:spPr>
            <a:xfrm>
              <a:off x="2777337" y="3143182"/>
              <a:ext cx="11080" cy="24957"/>
            </a:xfrm>
            <a:custGeom>
              <a:rect b="b" l="l" r="r" t="t"/>
              <a:pathLst>
                <a:path extrusionOk="0" h="955" w="424">
                  <a:moveTo>
                    <a:pt x="0" y="0"/>
                  </a:moveTo>
                  <a:lnTo>
                    <a:pt x="0" y="760"/>
                  </a:lnTo>
                  <a:cubicBezTo>
                    <a:pt x="10" y="890"/>
                    <a:pt x="111" y="955"/>
                    <a:pt x="212" y="955"/>
                  </a:cubicBezTo>
                  <a:cubicBezTo>
                    <a:pt x="313" y="955"/>
                    <a:pt x="414" y="890"/>
                    <a:pt x="423" y="760"/>
                  </a:cubicBezTo>
                  <a:lnTo>
                    <a:pt x="423" y="0"/>
                  </a:lnTo>
                  <a:close/>
                </a:path>
              </a:pathLst>
            </a:custGeom>
            <a:solidFill>
              <a:srgbClr val="768C9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185" name="Google Shape;17185;p45"/>
            <p:cNvSpPr/>
            <p:nvPr/>
          </p:nvSpPr>
          <p:spPr>
            <a:xfrm>
              <a:off x="2846693" y="3143182"/>
              <a:ext cx="11342" cy="24957"/>
            </a:xfrm>
            <a:custGeom>
              <a:rect b="b" l="l" r="r" t="t"/>
              <a:pathLst>
                <a:path extrusionOk="0" h="955" w="434">
                  <a:moveTo>
                    <a:pt x="0" y="0"/>
                  </a:moveTo>
                  <a:lnTo>
                    <a:pt x="0" y="760"/>
                  </a:lnTo>
                  <a:cubicBezTo>
                    <a:pt x="10" y="890"/>
                    <a:pt x="113" y="955"/>
                    <a:pt x="217" y="955"/>
                  </a:cubicBezTo>
                  <a:cubicBezTo>
                    <a:pt x="320" y="955"/>
                    <a:pt x="423" y="890"/>
                    <a:pt x="433" y="760"/>
                  </a:cubicBezTo>
                  <a:lnTo>
                    <a:pt x="433" y="0"/>
                  </a:lnTo>
                  <a:close/>
                </a:path>
              </a:pathLst>
            </a:custGeom>
            <a:solidFill>
              <a:srgbClr val="768C9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186" name="Google Shape;17186;p45"/>
            <p:cNvSpPr/>
            <p:nvPr/>
          </p:nvSpPr>
          <p:spPr>
            <a:xfrm>
              <a:off x="2742659" y="3143182"/>
              <a:ext cx="11080" cy="33241"/>
            </a:xfrm>
            <a:custGeom>
              <a:rect b="b" l="l" r="r" t="t"/>
              <a:pathLst>
                <a:path extrusionOk="0" h="1272" w="424">
                  <a:moveTo>
                    <a:pt x="0" y="0"/>
                  </a:moveTo>
                  <a:lnTo>
                    <a:pt x="0" y="1077"/>
                  </a:lnTo>
                  <a:cubicBezTo>
                    <a:pt x="10" y="1207"/>
                    <a:pt x="111" y="1272"/>
                    <a:pt x="212" y="1272"/>
                  </a:cubicBezTo>
                  <a:cubicBezTo>
                    <a:pt x="313" y="1272"/>
                    <a:pt x="414" y="1207"/>
                    <a:pt x="423" y="1077"/>
                  </a:cubicBezTo>
                  <a:lnTo>
                    <a:pt x="423" y="0"/>
                  </a:lnTo>
                  <a:close/>
                </a:path>
              </a:pathLst>
            </a:custGeom>
            <a:solidFill>
              <a:srgbClr val="768C9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187" name="Google Shape;17187;p45"/>
            <p:cNvSpPr/>
            <p:nvPr/>
          </p:nvSpPr>
          <p:spPr>
            <a:xfrm>
              <a:off x="2707589" y="3143182"/>
              <a:ext cx="11838" cy="25897"/>
            </a:xfrm>
            <a:custGeom>
              <a:rect b="b" l="l" r="r" t="t"/>
              <a:pathLst>
                <a:path extrusionOk="0" h="991" w="453">
                  <a:moveTo>
                    <a:pt x="15" y="0"/>
                  </a:moveTo>
                  <a:lnTo>
                    <a:pt x="15" y="760"/>
                  </a:lnTo>
                  <a:cubicBezTo>
                    <a:pt x="1" y="914"/>
                    <a:pt x="114" y="991"/>
                    <a:pt x="227" y="991"/>
                  </a:cubicBezTo>
                  <a:cubicBezTo>
                    <a:pt x="340" y="991"/>
                    <a:pt x="453" y="914"/>
                    <a:pt x="438" y="760"/>
                  </a:cubicBezTo>
                  <a:lnTo>
                    <a:pt x="438" y="0"/>
                  </a:lnTo>
                  <a:close/>
                </a:path>
              </a:pathLst>
            </a:custGeom>
            <a:solidFill>
              <a:srgbClr val="768C9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188" name="Google Shape;17188;p45"/>
            <p:cNvSpPr/>
            <p:nvPr/>
          </p:nvSpPr>
          <p:spPr>
            <a:xfrm>
              <a:off x="2673042" y="3143182"/>
              <a:ext cx="11838" cy="34181"/>
            </a:xfrm>
            <a:custGeom>
              <a:rect b="b" l="l" r="r" t="t"/>
              <a:pathLst>
                <a:path extrusionOk="0" h="1308" w="453">
                  <a:moveTo>
                    <a:pt x="10" y="0"/>
                  </a:moveTo>
                  <a:lnTo>
                    <a:pt x="10" y="1077"/>
                  </a:lnTo>
                  <a:cubicBezTo>
                    <a:pt x="1" y="1231"/>
                    <a:pt x="114" y="1308"/>
                    <a:pt x="227" y="1308"/>
                  </a:cubicBezTo>
                  <a:cubicBezTo>
                    <a:pt x="340" y="1308"/>
                    <a:pt x="453" y="1231"/>
                    <a:pt x="443" y="1077"/>
                  </a:cubicBezTo>
                  <a:lnTo>
                    <a:pt x="443" y="0"/>
                  </a:lnTo>
                  <a:close/>
                </a:path>
              </a:pathLst>
            </a:custGeom>
            <a:solidFill>
              <a:srgbClr val="768C9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7189" name="Google Shape;17189;p45"/>
          <p:cNvGrpSpPr/>
          <p:nvPr/>
        </p:nvGrpSpPr>
        <p:grpSpPr>
          <a:xfrm>
            <a:off x="2197091" y="2753473"/>
            <a:ext cx="366665" cy="273189"/>
            <a:chOff x="2197091" y="2938120"/>
            <a:chExt cx="366665" cy="273189"/>
          </a:xfrm>
        </p:grpSpPr>
        <p:sp>
          <p:nvSpPr>
            <p:cNvPr id="17190" name="Google Shape;17190;p45"/>
            <p:cNvSpPr/>
            <p:nvPr/>
          </p:nvSpPr>
          <p:spPr>
            <a:xfrm>
              <a:off x="2197091" y="2938120"/>
              <a:ext cx="366665" cy="273189"/>
            </a:xfrm>
            <a:custGeom>
              <a:rect b="b" l="l" r="r" t="t"/>
              <a:pathLst>
                <a:path extrusionOk="0" h="10454" w="14031">
                  <a:moveTo>
                    <a:pt x="732" y="1"/>
                  </a:moveTo>
                  <a:cubicBezTo>
                    <a:pt x="328" y="1"/>
                    <a:pt x="11" y="327"/>
                    <a:pt x="11" y="731"/>
                  </a:cubicBezTo>
                  <a:lnTo>
                    <a:pt x="11" y="9722"/>
                  </a:lnTo>
                  <a:cubicBezTo>
                    <a:pt x="1" y="10126"/>
                    <a:pt x="328" y="10453"/>
                    <a:pt x="732" y="10453"/>
                  </a:cubicBezTo>
                  <a:lnTo>
                    <a:pt x="13300" y="10453"/>
                  </a:lnTo>
                  <a:cubicBezTo>
                    <a:pt x="13704" y="10453"/>
                    <a:pt x="14031" y="10126"/>
                    <a:pt x="14031" y="9722"/>
                  </a:cubicBezTo>
                  <a:lnTo>
                    <a:pt x="14031" y="731"/>
                  </a:lnTo>
                  <a:cubicBezTo>
                    <a:pt x="14031" y="327"/>
                    <a:pt x="13704" y="1"/>
                    <a:pt x="13300" y="1"/>
                  </a:cubicBezTo>
                  <a:close/>
                </a:path>
              </a:pathLst>
            </a:custGeom>
            <a:solidFill>
              <a:srgbClr val="6E829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191" name="Google Shape;17191;p45"/>
            <p:cNvSpPr/>
            <p:nvPr/>
          </p:nvSpPr>
          <p:spPr>
            <a:xfrm>
              <a:off x="2218206" y="2938120"/>
              <a:ext cx="345550" cy="273189"/>
            </a:xfrm>
            <a:custGeom>
              <a:rect b="b" l="l" r="r" t="t"/>
              <a:pathLst>
                <a:path extrusionOk="0" h="10454" w="13223">
                  <a:moveTo>
                    <a:pt x="731" y="1"/>
                  </a:moveTo>
                  <a:cubicBezTo>
                    <a:pt x="328" y="1"/>
                    <a:pt x="1" y="327"/>
                    <a:pt x="1" y="731"/>
                  </a:cubicBezTo>
                  <a:lnTo>
                    <a:pt x="1" y="9722"/>
                  </a:lnTo>
                  <a:cubicBezTo>
                    <a:pt x="1" y="10126"/>
                    <a:pt x="328" y="10453"/>
                    <a:pt x="731" y="10453"/>
                  </a:cubicBezTo>
                  <a:lnTo>
                    <a:pt x="12492" y="10453"/>
                  </a:lnTo>
                  <a:cubicBezTo>
                    <a:pt x="12896" y="10453"/>
                    <a:pt x="13223" y="10126"/>
                    <a:pt x="13223" y="9722"/>
                  </a:cubicBezTo>
                  <a:lnTo>
                    <a:pt x="13223" y="731"/>
                  </a:lnTo>
                  <a:cubicBezTo>
                    <a:pt x="13223" y="327"/>
                    <a:pt x="12896" y="1"/>
                    <a:pt x="12492" y="1"/>
                  </a:cubicBezTo>
                  <a:close/>
                </a:path>
              </a:pathLst>
            </a:custGeom>
            <a:solidFill>
              <a:srgbClr val="7B8E9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192" name="Google Shape;17192;p45"/>
            <p:cNvSpPr/>
            <p:nvPr/>
          </p:nvSpPr>
          <p:spPr>
            <a:xfrm>
              <a:off x="2197352" y="2938120"/>
              <a:ext cx="366404" cy="47274"/>
            </a:xfrm>
            <a:custGeom>
              <a:rect b="b" l="l" r="r" t="t"/>
              <a:pathLst>
                <a:path extrusionOk="0" h="1809" w="14021">
                  <a:moveTo>
                    <a:pt x="722" y="1"/>
                  </a:moveTo>
                  <a:cubicBezTo>
                    <a:pt x="318" y="1"/>
                    <a:pt x="1" y="327"/>
                    <a:pt x="1" y="731"/>
                  </a:cubicBezTo>
                  <a:lnTo>
                    <a:pt x="1" y="1808"/>
                  </a:lnTo>
                  <a:lnTo>
                    <a:pt x="14021" y="1808"/>
                  </a:lnTo>
                  <a:lnTo>
                    <a:pt x="14021" y="731"/>
                  </a:lnTo>
                  <a:cubicBezTo>
                    <a:pt x="14021" y="327"/>
                    <a:pt x="13694" y="1"/>
                    <a:pt x="13290" y="1"/>
                  </a:cubicBezTo>
                  <a:close/>
                </a:path>
              </a:pathLst>
            </a:custGeom>
            <a:solidFill>
              <a:srgbClr val="4E677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193" name="Google Shape;17193;p45"/>
            <p:cNvSpPr/>
            <p:nvPr/>
          </p:nvSpPr>
          <p:spPr>
            <a:xfrm>
              <a:off x="2218206" y="2938120"/>
              <a:ext cx="345550" cy="47274"/>
            </a:xfrm>
            <a:custGeom>
              <a:rect b="b" l="l" r="r" t="t"/>
              <a:pathLst>
                <a:path extrusionOk="0" h="1809" w="13223">
                  <a:moveTo>
                    <a:pt x="731" y="1"/>
                  </a:moveTo>
                  <a:cubicBezTo>
                    <a:pt x="328" y="1"/>
                    <a:pt x="1" y="327"/>
                    <a:pt x="1" y="731"/>
                  </a:cubicBezTo>
                  <a:lnTo>
                    <a:pt x="1" y="1808"/>
                  </a:lnTo>
                  <a:lnTo>
                    <a:pt x="13223" y="1808"/>
                  </a:lnTo>
                  <a:lnTo>
                    <a:pt x="13223" y="731"/>
                  </a:lnTo>
                  <a:cubicBezTo>
                    <a:pt x="13223" y="327"/>
                    <a:pt x="12896" y="1"/>
                    <a:pt x="12501" y="1"/>
                  </a:cubicBezTo>
                  <a:close/>
                </a:path>
              </a:pathLst>
            </a:custGeom>
            <a:solidFill>
              <a:srgbClr val="7B8E9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194" name="Google Shape;17194;p45"/>
            <p:cNvSpPr/>
            <p:nvPr/>
          </p:nvSpPr>
          <p:spPr>
            <a:xfrm>
              <a:off x="2218206" y="2938120"/>
              <a:ext cx="345550" cy="47274"/>
            </a:xfrm>
            <a:custGeom>
              <a:rect b="b" l="l" r="r" t="t"/>
              <a:pathLst>
                <a:path extrusionOk="0" h="1809" w="13223">
                  <a:moveTo>
                    <a:pt x="731" y="1"/>
                  </a:moveTo>
                  <a:cubicBezTo>
                    <a:pt x="328" y="1"/>
                    <a:pt x="1" y="327"/>
                    <a:pt x="1" y="731"/>
                  </a:cubicBezTo>
                  <a:lnTo>
                    <a:pt x="1" y="1808"/>
                  </a:lnTo>
                  <a:lnTo>
                    <a:pt x="13223" y="1808"/>
                  </a:lnTo>
                  <a:lnTo>
                    <a:pt x="13223" y="731"/>
                  </a:lnTo>
                  <a:cubicBezTo>
                    <a:pt x="13223" y="327"/>
                    <a:pt x="12896" y="1"/>
                    <a:pt x="12501" y="1"/>
                  </a:cubicBezTo>
                  <a:close/>
                </a:path>
              </a:pathLst>
            </a:custGeom>
            <a:solidFill>
              <a:srgbClr val="566D8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195" name="Google Shape;17195;p45"/>
            <p:cNvSpPr/>
            <p:nvPr/>
          </p:nvSpPr>
          <p:spPr>
            <a:xfrm>
              <a:off x="2215697" y="3003451"/>
              <a:ext cx="43746" cy="11342"/>
            </a:xfrm>
            <a:custGeom>
              <a:rect b="b" l="l" r="r" t="t"/>
              <a:pathLst>
                <a:path extrusionOk="0" h="434" w="1674">
                  <a:moveTo>
                    <a:pt x="270" y="1"/>
                  </a:moveTo>
                  <a:cubicBezTo>
                    <a:pt x="0" y="20"/>
                    <a:pt x="0" y="414"/>
                    <a:pt x="270" y="433"/>
                  </a:cubicBezTo>
                  <a:lnTo>
                    <a:pt x="1414" y="433"/>
                  </a:lnTo>
                  <a:cubicBezTo>
                    <a:pt x="1674" y="414"/>
                    <a:pt x="1674" y="20"/>
                    <a:pt x="1414" y="1"/>
                  </a:cubicBezTo>
                  <a:close/>
                </a:path>
              </a:pathLst>
            </a:custGeom>
            <a:solidFill>
              <a:srgbClr val="566D8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196" name="Google Shape;17196;p45"/>
            <p:cNvSpPr/>
            <p:nvPr/>
          </p:nvSpPr>
          <p:spPr>
            <a:xfrm>
              <a:off x="2271725" y="3003451"/>
              <a:ext cx="44007" cy="11342"/>
            </a:xfrm>
            <a:custGeom>
              <a:rect b="b" l="l" r="r" t="t"/>
              <a:pathLst>
                <a:path extrusionOk="0" h="434" w="1684">
                  <a:moveTo>
                    <a:pt x="270" y="1"/>
                  </a:moveTo>
                  <a:cubicBezTo>
                    <a:pt x="1" y="20"/>
                    <a:pt x="1" y="414"/>
                    <a:pt x="270" y="433"/>
                  </a:cubicBezTo>
                  <a:lnTo>
                    <a:pt x="1414" y="433"/>
                  </a:lnTo>
                  <a:cubicBezTo>
                    <a:pt x="1684" y="414"/>
                    <a:pt x="1684" y="20"/>
                    <a:pt x="1414" y="1"/>
                  </a:cubicBezTo>
                  <a:close/>
                </a:path>
              </a:pathLst>
            </a:custGeom>
            <a:solidFill>
              <a:srgbClr val="566D8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197" name="Google Shape;17197;p45"/>
            <p:cNvSpPr/>
            <p:nvPr/>
          </p:nvSpPr>
          <p:spPr>
            <a:xfrm>
              <a:off x="2326917" y="3003451"/>
              <a:ext cx="45967" cy="11342"/>
            </a:xfrm>
            <a:custGeom>
              <a:rect b="b" l="l" r="r" t="t"/>
              <a:pathLst>
                <a:path extrusionOk="0" h="434" w="1759">
                  <a:moveTo>
                    <a:pt x="284" y="0"/>
                  </a:moveTo>
                  <a:cubicBezTo>
                    <a:pt x="1" y="0"/>
                    <a:pt x="1" y="434"/>
                    <a:pt x="284" y="434"/>
                  </a:cubicBezTo>
                  <a:cubicBezTo>
                    <a:pt x="290" y="434"/>
                    <a:pt x="296" y="434"/>
                    <a:pt x="302" y="433"/>
                  </a:cubicBezTo>
                  <a:lnTo>
                    <a:pt x="1456" y="433"/>
                  </a:lnTo>
                  <a:cubicBezTo>
                    <a:pt x="1463" y="434"/>
                    <a:pt x="1469" y="434"/>
                    <a:pt x="1475" y="434"/>
                  </a:cubicBezTo>
                  <a:cubicBezTo>
                    <a:pt x="1758" y="434"/>
                    <a:pt x="1758" y="0"/>
                    <a:pt x="1475" y="0"/>
                  </a:cubicBezTo>
                  <a:cubicBezTo>
                    <a:pt x="1469" y="0"/>
                    <a:pt x="1463" y="0"/>
                    <a:pt x="1456" y="1"/>
                  </a:cubicBezTo>
                  <a:lnTo>
                    <a:pt x="302" y="1"/>
                  </a:lnTo>
                  <a:cubicBezTo>
                    <a:pt x="296" y="0"/>
                    <a:pt x="290" y="0"/>
                    <a:pt x="284" y="0"/>
                  </a:cubicBezTo>
                  <a:close/>
                </a:path>
              </a:pathLst>
            </a:custGeom>
            <a:solidFill>
              <a:srgbClr val="566D8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198" name="Google Shape;17198;p45"/>
            <p:cNvSpPr/>
            <p:nvPr/>
          </p:nvSpPr>
          <p:spPr>
            <a:xfrm>
              <a:off x="2384069" y="3003451"/>
              <a:ext cx="43746" cy="11342"/>
            </a:xfrm>
            <a:custGeom>
              <a:rect b="b" l="l" r="r" t="t"/>
              <a:pathLst>
                <a:path extrusionOk="0" h="434" w="1674">
                  <a:moveTo>
                    <a:pt x="269" y="1"/>
                  </a:moveTo>
                  <a:cubicBezTo>
                    <a:pt x="0" y="20"/>
                    <a:pt x="0" y="414"/>
                    <a:pt x="269" y="433"/>
                  </a:cubicBezTo>
                  <a:lnTo>
                    <a:pt x="1414" y="433"/>
                  </a:lnTo>
                  <a:cubicBezTo>
                    <a:pt x="1673" y="414"/>
                    <a:pt x="1673" y="20"/>
                    <a:pt x="1414" y="1"/>
                  </a:cubicBezTo>
                  <a:close/>
                </a:path>
              </a:pathLst>
            </a:custGeom>
            <a:solidFill>
              <a:srgbClr val="566D8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199" name="Google Shape;17199;p45"/>
            <p:cNvSpPr/>
            <p:nvPr/>
          </p:nvSpPr>
          <p:spPr>
            <a:xfrm>
              <a:off x="2439261" y="3003451"/>
              <a:ext cx="45680" cy="11342"/>
            </a:xfrm>
            <a:custGeom>
              <a:rect b="b" l="l" r="r" t="t"/>
              <a:pathLst>
                <a:path extrusionOk="0" h="434" w="1748">
                  <a:moveTo>
                    <a:pt x="284" y="0"/>
                  </a:moveTo>
                  <a:cubicBezTo>
                    <a:pt x="0" y="0"/>
                    <a:pt x="0" y="434"/>
                    <a:pt x="284" y="434"/>
                  </a:cubicBezTo>
                  <a:cubicBezTo>
                    <a:pt x="290" y="434"/>
                    <a:pt x="296" y="434"/>
                    <a:pt x="302" y="433"/>
                  </a:cubicBezTo>
                  <a:lnTo>
                    <a:pt x="1446" y="433"/>
                  </a:lnTo>
                  <a:cubicBezTo>
                    <a:pt x="1452" y="434"/>
                    <a:pt x="1458" y="434"/>
                    <a:pt x="1464" y="434"/>
                  </a:cubicBezTo>
                  <a:cubicBezTo>
                    <a:pt x="1748" y="434"/>
                    <a:pt x="1748" y="0"/>
                    <a:pt x="1464" y="0"/>
                  </a:cubicBezTo>
                  <a:cubicBezTo>
                    <a:pt x="1458" y="0"/>
                    <a:pt x="1452" y="0"/>
                    <a:pt x="1446" y="1"/>
                  </a:cubicBezTo>
                  <a:lnTo>
                    <a:pt x="302" y="1"/>
                  </a:lnTo>
                  <a:cubicBezTo>
                    <a:pt x="296" y="0"/>
                    <a:pt x="290" y="0"/>
                    <a:pt x="284" y="0"/>
                  </a:cubicBezTo>
                  <a:close/>
                </a:path>
              </a:pathLst>
            </a:custGeom>
            <a:solidFill>
              <a:srgbClr val="566D8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200" name="Google Shape;17200;p45"/>
            <p:cNvSpPr/>
            <p:nvPr/>
          </p:nvSpPr>
          <p:spPr>
            <a:xfrm>
              <a:off x="2495289" y="3003451"/>
              <a:ext cx="45706" cy="11342"/>
            </a:xfrm>
            <a:custGeom>
              <a:rect b="b" l="l" r="r" t="t"/>
              <a:pathLst>
                <a:path extrusionOk="0" h="434" w="1749">
                  <a:moveTo>
                    <a:pt x="284" y="0"/>
                  </a:moveTo>
                  <a:cubicBezTo>
                    <a:pt x="1" y="0"/>
                    <a:pt x="1" y="434"/>
                    <a:pt x="284" y="434"/>
                  </a:cubicBezTo>
                  <a:cubicBezTo>
                    <a:pt x="290" y="434"/>
                    <a:pt x="296" y="434"/>
                    <a:pt x="302" y="433"/>
                  </a:cubicBezTo>
                  <a:lnTo>
                    <a:pt x="1447" y="433"/>
                  </a:lnTo>
                  <a:cubicBezTo>
                    <a:pt x="1453" y="434"/>
                    <a:pt x="1459" y="434"/>
                    <a:pt x="1465" y="434"/>
                  </a:cubicBezTo>
                  <a:cubicBezTo>
                    <a:pt x="1748" y="434"/>
                    <a:pt x="1748" y="0"/>
                    <a:pt x="1465" y="0"/>
                  </a:cubicBezTo>
                  <a:cubicBezTo>
                    <a:pt x="1459" y="0"/>
                    <a:pt x="1453" y="0"/>
                    <a:pt x="1447" y="1"/>
                  </a:cubicBezTo>
                  <a:lnTo>
                    <a:pt x="302" y="1"/>
                  </a:lnTo>
                  <a:cubicBezTo>
                    <a:pt x="296" y="0"/>
                    <a:pt x="290" y="0"/>
                    <a:pt x="284" y="0"/>
                  </a:cubicBezTo>
                  <a:close/>
                </a:path>
              </a:pathLst>
            </a:custGeom>
            <a:solidFill>
              <a:srgbClr val="566D8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201" name="Google Shape;17201;p45"/>
            <p:cNvSpPr/>
            <p:nvPr/>
          </p:nvSpPr>
          <p:spPr>
            <a:xfrm>
              <a:off x="2219878" y="2957458"/>
              <a:ext cx="279043" cy="11368"/>
            </a:xfrm>
            <a:custGeom>
              <a:rect b="b" l="l" r="r" t="t"/>
              <a:pathLst>
                <a:path extrusionOk="0" h="435" w="10678">
                  <a:moveTo>
                    <a:pt x="284" y="0"/>
                  </a:moveTo>
                  <a:cubicBezTo>
                    <a:pt x="0" y="0"/>
                    <a:pt x="0" y="434"/>
                    <a:pt x="284" y="434"/>
                  </a:cubicBezTo>
                  <a:cubicBezTo>
                    <a:pt x="290" y="434"/>
                    <a:pt x="296" y="434"/>
                    <a:pt x="302" y="434"/>
                  </a:cubicBezTo>
                  <a:lnTo>
                    <a:pt x="10418" y="434"/>
                  </a:lnTo>
                  <a:cubicBezTo>
                    <a:pt x="10678" y="414"/>
                    <a:pt x="10678" y="20"/>
                    <a:pt x="10418" y="1"/>
                  </a:cubicBezTo>
                  <a:lnTo>
                    <a:pt x="302" y="1"/>
                  </a:lnTo>
                  <a:cubicBezTo>
                    <a:pt x="296" y="1"/>
                    <a:pt x="290" y="0"/>
                    <a:pt x="284" y="0"/>
                  </a:cubicBezTo>
                  <a:close/>
                </a:path>
              </a:pathLst>
            </a:custGeom>
            <a:solidFill>
              <a:srgbClr val="EAEEF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202" name="Google Shape;17202;p45"/>
            <p:cNvSpPr/>
            <p:nvPr/>
          </p:nvSpPr>
          <p:spPr>
            <a:xfrm>
              <a:off x="2517711" y="2949932"/>
              <a:ext cx="34835" cy="26995"/>
            </a:xfrm>
            <a:custGeom>
              <a:rect b="b" l="l" r="r" t="t"/>
              <a:pathLst>
                <a:path extrusionOk="0" h="1033" w="1333">
                  <a:moveTo>
                    <a:pt x="991" y="0"/>
                  </a:moveTo>
                  <a:cubicBezTo>
                    <a:pt x="947" y="0"/>
                    <a:pt x="902" y="15"/>
                    <a:pt x="858" y="49"/>
                  </a:cubicBezTo>
                  <a:lnTo>
                    <a:pt x="665" y="222"/>
                  </a:lnTo>
                  <a:lnTo>
                    <a:pt x="473" y="49"/>
                  </a:lnTo>
                  <a:cubicBezTo>
                    <a:pt x="430" y="15"/>
                    <a:pt x="385" y="1"/>
                    <a:pt x="343" y="1"/>
                  </a:cubicBezTo>
                  <a:cubicBezTo>
                    <a:pt x="175" y="1"/>
                    <a:pt x="41" y="220"/>
                    <a:pt x="194" y="366"/>
                  </a:cubicBezTo>
                  <a:lnTo>
                    <a:pt x="348" y="500"/>
                  </a:lnTo>
                  <a:lnTo>
                    <a:pt x="194" y="635"/>
                  </a:lnTo>
                  <a:cubicBezTo>
                    <a:pt x="0" y="784"/>
                    <a:pt x="148" y="1032"/>
                    <a:pt x="323" y="1032"/>
                  </a:cubicBezTo>
                  <a:cubicBezTo>
                    <a:pt x="373" y="1032"/>
                    <a:pt x="426" y="1012"/>
                    <a:pt x="473" y="962"/>
                  </a:cubicBezTo>
                  <a:lnTo>
                    <a:pt x="665" y="789"/>
                  </a:lnTo>
                  <a:lnTo>
                    <a:pt x="858" y="962"/>
                  </a:lnTo>
                  <a:cubicBezTo>
                    <a:pt x="905" y="1012"/>
                    <a:pt x="958" y="1032"/>
                    <a:pt x="1008" y="1032"/>
                  </a:cubicBezTo>
                  <a:cubicBezTo>
                    <a:pt x="1183" y="1032"/>
                    <a:pt x="1333" y="784"/>
                    <a:pt x="1146" y="635"/>
                  </a:cubicBezTo>
                  <a:lnTo>
                    <a:pt x="992" y="500"/>
                  </a:lnTo>
                  <a:lnTo>
                    <a:pt x="1146" y="366"/>
                  </a:lnTo>
                  <a:cubicBezTo>
                    <a:pt x="1291" y="213"/>
                    <a:pt x="1158" y="0"/>
                    <a:pt x="991" y="0"/>
                  </a:cubicBezTo>
                  <a:close/>
                </a:path>
              </a:pathLst>
            </a:custGeom>
            <a:solidFill>
              <a:srgbClr val="EAEEF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203" name="Google Shape;17203;p45"/>
            <p:cNvSpPr/>
            <p:nvPr/>
          </p:nvSpPr>
          <p:spPr>
            <a:xfrm>
              <a:off x="2222230" y="3037894"/>
              <a:ext cx="195027" cy="143494"/>
            </a:xfrm>
            <a:custGeom>
              <a:rect b="b" l="l" r="r" t="t"/>
              <a:pathLst>
                <a:path extrusionOk="0" h="5491" w="7463">
                  <a:moveTo>
                    <a:pt x="472" y="0"/>
                  </a:moveTo>
                  <a:cubicBezTo>
                    <a:pt x="212" y="0"/>
                    <a:pt x="0" y="212"/>
                    <a:pt x="0" y="462"/>
                  </a:cubicBezTo>
                  <a:lnTo>
                    <a:pt x="0" y="5020"/>
                  </a:lnTo>
                  <a:cubicBezTo>
                    <a:pt x="0" y="5279"/>
                    <a:pt x="212" y="5491"/>
                    <a:pt x="472" y="5491"/>
                  </a:cubicBezTo>
                  <a:lnTo>
                    <a:pt x="6991" y="5491"/>
                  </a:lnTo>
                  <a:cubicBezTo>
                    <a:pt x="7251" y="5491"/>
                    <a:pt x="7463" y="5279"/>
                    <a:pt x="7463" y="5020"/>
                  </a:cubicBezTo>
                  <a:lnTo>
                    <a:pt x="7463" y="462"/>
                  </a:lnTo>
                  <a:cubicBezTo>
                    <a:pt x="7463" y="212"/>
                    <a:pt x="7251" y="0"/>
                    <a:pt x="6991" y="0"/>
                  </a:cubicBezTo>
                  <a:close/>
                </a:path>
              </a:pathLst>
            </a:custGeom>
            <a:solidFill>
              <a:srgbClr val="566D8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204" name="Google Shape;17204;p45"/>
            <p:cNvSpPr/>
            <p:nvPr/>
          </p:nvSpPr>
          <p:spPr>
            <a:xfrm>
              <a:off x="2447623" y="3032328"/>
              <a:ext cx="93554" cy="11132"/>
            </a:xfrm>
            <a:custGeom>
              <a:rect b="b" l="l" r="r" t="t"/>
              <a:pathLst>
                <a:path extrusionOk="0" h="426" w="3580">
                  <a:moveTo>
                    <a:pt x="273" y="0"/>
                  </a:moveTo>
                  <a:cubicBezTo>
                    <a:pt x="0" y="0"/>
                    <a:pt x="0" y="426"/>
                    <a:pt x="273" y="426"/>
                  </a:cubicBezTo>
                  <a:cubicBezTo>
                    <a:pt x="281" y="426"/>
                    <a:pt x="290" y="425"/>
                    <a:pt x="299" y="425"/>
                  </a:cubicBezTo>
                  <a:lnTo>
                    <a:pt x="3280" y="425"/>
                  </a:lnTo>
                  <a:cubicBezTo>
                    <a:pt x="3289" y="425"/>
                    <a:pt x="3298" y="426"/>
                    <a:pt x="3306" y="426"/>
                  </a:cubicBezTo>
                  <a:cubicBezTo>
                    <a:pt x="3579" y="426"/>
                    <a:pt x="3579" y="0"/>
                    <a:pt x="3306" y="0"/>
                  </a:cubicBezTo>
                  <a:cubicBezTo>
                    <a:pt x="3298" y="0"/>
                    <a:pt x="3289" y="1"/>
                    <a:pt x="3280" y="2"/>
                  </a:cubicBezTo>
                  <a:lnTo>
                    <a:pt x="299" y="2"/>
                  </a:lnTo>
                  <a:cubicBezTo>
                    <a:pt x="290" y="1"/>
                    <a:pt x="281" y="0"/>
                    <a:pt x="273" y="0"/>
                  </a:cubicBezTo>
                  <a:close/>
                </a:path>
              </a:pathLst>
            </a:custGeom>
            <a:solidFill>
              <a:srgbClr val="D4DCE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205" name="Google Shape;17205;p45"/>
            <p:cNvSpPr/>
            <p:nvPr/>
          </p:nvSpPr>
          <p:spPr>
            <a:xfrm>
              <a:off x="2436229" y="3056187"/>
              <a:ext cx="105000" cy="11394"/>
            </a:xfrm>
            <a:custGeom>
              <a:rect b="b" l="l" r="r" t="t"/>
              <a:pathLst>
                <a:path extrusionOk="0" h="436" w="4018">
                  <a:moveTo>
                    <a:pt x="276" y="1"/>
                  </a:moveTo>
                  <a:cubicBezTo>
                    <a:pt x="1" y="1"/>
                    <a:pt x="3" y="435"/>
                    <a:pt x="285" y="435"/>
                  </a:cubicBezTo>
                  <a:cubicBezTo>
                    <a:pt x="290" y="435"/>
                    <a:pt x="296" y="435"/>
                    <a:pt x="302" y="435"/>
                  </a:cubicBezTo>
                  <a:lnTo>
                    <a:pt x="3716" y="435"/>
                  </a:lnTo>
                  <a:cubicBezTo>
                    <a:pt x="3722" y="435"/>
                    <a:pt x="3728" y="435"/>
                    <a:pt x="3734" y="435"/>
                  </a:cubicBezTo>
                  <a:cubicBezTo>
                    <a:pt x="4015" y="435"/>
                    <a:pt x="4018" y="1"/>
                    <a:pt x="3742" y="1"/>
                  </a:cubicBezTo>
                  <a:cubicBezTo>
                    <a:pt x="3734" y="1"/>
                    <a:pt x="3725" y="1"/>
                    <a:pt x="3716" y="2"/>
                  </a:cubicBezTo>
                  <a:lnTo>
                    <a:pt x="302" y="2"/>
                  </a:lnTo>
                  <a:cubicBezTo>
                    <a:pt x="293" y="1"/>
                    <a:pt x="285" y="1"/>
                    <a:pt x="276" y="1"/>
                  </a:cubicBezTo>
                  <a:close/>
                </a:path>
              </a:pathLst>
            </a:custGeom>
            <a:solidFill>
              <a:srgbClr val="D4DCE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206" name="Google Shape;17206;p45"/>
            <p:cNvSpPr/>
            <p:nvPr/>
          </p:nvSpPr>
          <p:spPr>
            <a:xfrm>
              <a:off x="2437327" y="3080098"/>
              <a:ext cx="102805" cy="11080"/>
            </a:xfrm>
            <a:custGeom>
              <a:rect b="b" l="l" r="r" t="t"/>
              <a:pathLst>
                <a:path extrusionOk="0" h="424" w="3934">
                  <a:moveTo>
                    <a:pt x="260" y="1"/>
                  </a:moveTo>
                  <a:cubicBezTo>
                    <a:pt x="1" y="20"/>
                    <a:pt x="1" y="404"/>
                    <a:pt x="260" y="424"/>
                  </a:cubicBezTo>
                  <a:lnTo>
                    <a:pt x="3674" y="424"/>
                  </a:lnTo>
                  <a:cubicBezTo>
                    <a:pt x="3934" y="404"/>
                    <a:pt x="3934" y="20"/>
                    <a:pt x="3674" y="1"/>
                  </a:cubicBezTo>
                  <a:close/>
                </a:path>
              </a:pathLst>
            </a:custGeom>
            <a:solidFill>
              <a:srgbClr val="D4DCE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207" name="Google Shape;17207;p45"/>
            <p:cNvSpPr/>
            <p:nvPr/>
          </p:nvSpPr>
          <p:spPr>
            <a:xfrm>
              <a:off x="2436229" y="3103957"/>
              <a:ext cx="105000" cy="11368"/>
            </a:xfrm>
            <a:custGeom>
              <a:rect b="b" l="l" r="r" t="t"/>
              <a:pathLst>
                <a:path extrusionOk="0" h="435" w="4018">
                  <a:moveTo>
                    <a:pt x="284" y="1"/>
                  </a:moveTo>
                  <a:cubicBezTo>
                    <a:pt x="1" y="1"/>
                    <a:pt x="1" y="434"/>
                    <a:pt x="284" y="434"/>
                  </a:cubicBezTo>
                  <a:cubicBezTo>
                    <a:pt x="290" y="434"/>
                    <a:pt x="296" y="434"/>
                    <a:pt x="302" y="434"/>
                  </a:cubicBezTo>
                  <a:lnTo>
                    <a:pt x="3716" y="434"/>
                  </a:lnTo>
                  <a:cubicBezTo>
                    <a:pt x="3722" y="434"/>
                    <a:pt x="3728" y="434"/>
                    <a:pt x="3734" y="434"/>
                  </a:cubicBezTo>
                  <a:cubicBezTo>
                    <a:pt x="4018" y="434"/>
                    <a:pt x="4018" y="1"/>
                    <a:pt x="3734" y="1"/>
                  </a:cubicBezTo>
                  <a:cubicBezTo>
                    <a:pt x="3728" y="1"/>
                    <a:pt x="3722" y="1"/>
                    <a:pt x="3716" y="1"/>
                  </a:cubicBezTo>
                  <a:lnTo>
                    <a:pt x="302" y="1"/>
                  </a:lnTo>
                  <a:cubicBezTo>
                    <a:pt x="296" y="1"/>
                    <a:pt x="290" y="1"/>
                    <a:pt x="284" y="1"/>
                  </a:cubicBezTo>
                  <a:close/>
                </a:path>
              </a:pathLst>
            </a:custGeom>
            <a:solidFill>
              <a:srgbClr val="D4DCE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208" name="Google Shape;17208;p45"/>
            <p:cNvSpPr/>
            <p:nvPr/>
          </p:nvSpPr>
          <p:spPr>
            <a:xfrm>
              <a:off x="2436308" y="3128051"/>
              <a:ext cx="104870" cy="11159"/>
            </a:xfrm>
            <a:custGeom>
              <a:rect b="b" l="l" r="r" t="t"/>
              <a:pathLst>
                <a:path extrusionOk="0" h="427" w="4013">
                  <a:moveTo>
                    <a:pt x="273" y="1"/>
                  </a:moveTo>
                  <a:cubicBezTo>
                    <a:pt x="0" y="1"/>
                    <a:pt x="0" y="427"/>
                    <a:pt x="273" y="427"/>
                  </a:cubicBezTo>
                  <a:cubicBezTo>
                    <a:pt x="282" y="427"/>
                    <a:pt x="290" y="426"/>
                    <a:pt x="299" y="425"/>
                  </a:cubicBezTo>
                  <a:lnTo>
                    <a:pt x="3713" y="425"/>
                  </a:lnTo>
                  <a:cubicBezTo>
                    <a:pt x="3722" y="426"/>
                    <a:pt x="3731" y="427"/>
                    <a:pt x="3739" y="427"/>
                  </a:cubicBezTo>
                  <a:cubicBezTo>
                    <a:pt x="4012" y="427"/>
                    <a:pt x="4012" y="1"/>
                    <a:pt x="3739" y="1"/>
                  </a:cubicBezTo>
                  <a:cubicBezTo>
                    <a:pt x="3731" y="1"/>
                    <a:pt x="3722" y="1"/>
                    <a:pt x="3713" y="2"/>
                  </a:cubicBezTo>
                  <a:lnTo>
                    <a:pt x="299" y="2"/>
                  </a:lnTo>
                  <a:cubicBezTo>
                    <a:pt x="290" y="1"/>
                    <a:pt x="282" y="1"/>
                    <a:pt x="273" y="1"/>
                  </a:cubicBezTo>
                  <a:close/>
                </a:path>
              </a:pathLst>
            </a:custGeom>
            <a:solidFill>
              <a:srgbClr val="D4DCE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209" name="Google Shape;17209;p45"/>
            <p:cNvSpPr/>
            <p:nvPr/>
          </p:nvSpPr>
          <p:spPr>
            <a:xfrm>
              <a:off x="2437327" y="3151962"/>
              <a:ext cx="102805" cy="11342"/>
            </a:xfrm>
            <a:custGeom>
              <a:rect b="b" l="l" r="r" t="t"/>
              <a:pathLst>
                <a:path extrusionOk="0" h="434" w="3934">
                  <a:moveTo>
                    <a:pt x="260" y="1"/>
                  </a:moveTo>
                  <a:cubicBezTo>
                    <a:pt x="1" y="20"/>
                    <a:pt x="1" y="405"/>
                    <a:pt x="260" y="433"/>
                  </a:cubicBezTo>
                  <a:lnTo>
                    <a:pt x="3674" y="433"/>
                  </a:lnTo>
                  <a:cubicBezTo>
                    <a:pt x="3934" y="405"/>
                    <a:pt x="3934" y="20"/>
                    <a:pt x="3674" y="1"/>
                  </a:cubicBezTo>
                  <a:close/>
                </a:path>
              </a:pathLst>
            </a:custGeom>
            <a:solidFill>
              <a:srgbClr val="D4DCE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210" name="Google Shape;17210;p45"/>
            <p:cNvSpPr/>
            <p:nvPr/>
          </p:nvSpPr>
          <p:spPr>
            <a:xfrm>
              <a:off x="2436229" y="3175821"/>
              <a:ext cx="77012" cy="11368"/>
            </a:xfrm>
            <a:custGeom>
              <a:rect b="b" l="l" r="r" t="t"/>
              <a:pathLst>
                <a:path extrusionOk="0" h="435" w="2947">
                  <a:moveTo>
                    <a:pt x="284" y="1"/>
                  </a:moveTo>
                  <a:cubicBezTo>
                    <a:pt x="1" y="1"/>
                    <a:pt x="1" y="435"/>
                    <a:pt x="284" y="435"/>
                  </a:cubicBezTo>
                  <a:cubicBezTo>
                    <a:pt x="290" y="435"/>
                    <a:pt x="296" y="434"/>
                    <a:pt x="302" y="434"/>
                  </a:cubicBezTo>
                  <a:lnTo>
                    <a:pt x="2678" y="434"/>
                  </a:lnTo>
                  <a:cubicBezTo>
                    <a:pt x="2947" y="415"/>
                    <a:pt x="2947" y="20"/>
                    <a:pt x="2678" y="1"/>
                  </a:cubicBezTo>
                  <a:lnTo>
                    <a:pt x="302" y="1"/>
                  </a:lnTo>
                  <a:cubicBezTo>
                    <a:pt x="296" y="1"/>
                    <a:pt x="290" y="1"/>
                    <a:pt x="284" y="1"/>
                  </a:cubicBezTo>
                  <a:close/>
                </a:path>
              </a:pathLst>
            </a:custGeom>
            <a:solidFill>
              <a:srgbClr val="D4DCE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211" name="Google Shape;17211;p45"/>
            <p:cNvSpPr/>
            <p:nvPr/>
          </p:nvSpPr>
          <p:spPr>
            <a:xfrm>
              <a:off x="2226255" y="3090525"/>
              <a:ext cx="111847" cy="90863"/>
            </a:xfrm>
            <a:custGeom>
              <a:rect b="b" l="l" r="r" t="t"/>
              <a:pathLst>
                <a:path extrusionOk="0" h="3477" w="4280">
                  <a:moveTo>
                    <a:pt x="2106" y="1"/>
                  </a:moveTo>
                  <a:cubicBezTo>
                    <a:pt x="1871" y="1"/>
                    <a:pt x="1635" y="121"/>
                    <a:pt x="1510" y="361"/>
                  </a:cubicBezTo>
                  <a:lnTo>
                    <a:pt x="1039" y="1294"/>
                  </a:lnTo>
                  <a:lnTo>
                    <a:pt x="1020" y="1332"/>
                  </a:lnTo>
                  <a:lnTo>
                    <a:pt x="0" y="3352"/>
                  </a:lnTo>
                  <a:cubicBezTo>
                    <a:pt x="87" y="3429"/>
                    <a:pt x="193" y="3477"/>
                    <a:pt x="318" y="3477"/>
                  </a:cubicBezTo>
                  <a:lnTo>
                    <a:pt x="4279" y="3477"/>
                  </a:lnTo>
                  <a:lnTo>
                    <a:pt x="3193" y="1332"/>
                  </a:lnTo>
                  <a:lnTo>
                    <a:pt x="3174" y="1294"/>
                  </a:lnTo>
                  <a:lnTo>
                    <a:pt x="2702" y="361"/>
                  </a:lnTo>
                  <a:cubicBezTo>
                    <a:pt x="2577" y="121"/>
                    <a:pt x="2342" y="1"/>
                    <a:pt x="2106" y="1"/>
                  </a:cubicBezTo>
                  <a:close/>
                </a:path>
              </a:pathLst>
            </a:custGeom>
            <a:solidFill>
              <a:srgbClr val="B8C6D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212" name="Google Shape;17212;p45"/>
            <p:cNvSpPr/>
            <p:nvPr/>
          </p:nvSpPr>
          <p:spPr>
            <a:xfrm>
              <a:off x="2324513" y="3056474"/>
              <a:ext cx="68363" cy="62561"/>
            </a:xfrm>
            <a:custGeom>
              <a:rect b="b" l="l" r="r" t="t"/>
              <a:pathLst>
                <a:path extrusionOk="0" h="2394" w="2616">
                  <a:moveTo>
                    <a:pt x="1356" y="1"/>
                  </a:moveTo>
                  <a:lnTo>
                    <a:pt x="1356" y="1"/>
                  </a:lnTo>
                  <a:cubicBezTo>
                    <a:pt x="443" y="126"/>
                    <a:pt x="0" y="1183"/>
                    <a:pt x="558" y="1914"/>
                  </a:cubicBezTo>
                  <a:cubicBezTo>
                    <a:pt x="802" y="2239"/>
                    <a:pt x="1160" y="2393"/>
                    <a:pt x="1514" y="2393"/>
                  </a:cubicBezTo>
                  <a:cubicBezTo>
                    <a:pt x="1967" y="2393"/>
                    <a:pt x="2416" y="2140"/>
                    <a:pt x="2616" y="1664"/>
                  </a:cubicBezTo>
                  <a:lnTo>
                    <a:pt x="2616" y="1664"/>
                  </a:lnTo>
                  <a:cubicBezTo>
                    <a:pt x="2559" y="1672"/>
                    <a:pt x="2504" y="1676"/>
                    <a:pt x="2449" y="1676"/>
                  </a:cubicBezTo>
                  <a:cubicBezTo>
                    <a:pt x="1611" y="1676"/>
                    <a:pt x="1013" y="804"/>
                    <a:pt x="1356" y="1"/>
                  </a:cubicBezTo>
                  <a:close/>
                </a:path>
              </a:pathLst>
            </a:custGeom>
            <a:solidFill>
              <a:srgbClr val="CBD2D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213" name="Google Shape;17213;p45"/>
            <p:cNvSpPr/>
            <p:nvPr/>
          </p:nvSpPr>
          <p:spPr>
            <a:xfrm>
              <a:off x="2253380" y="3090342"/>
              <a:ext cx="55819" cy="47953"/>
            </a:xfrm>
            <a:custGeom>
              <a:rect b="b" l="l" r="r" t="t"/>
              <a:pathLst>
                <a:path extrusionOk="0" h="1835" w="2136">
                  <a:moveTo>
                    <a:pt x="1068" y="0"/>
                  </a:moveTo>
                  <a:cubicBezTo>
                    <a:pt x="833" y="0"/>
                    <a:pt x="597" y="123"/>
                    <a:pt x="472" y="368"/>
                  </a:cubicBezTo>
                  <a:lnTo>
                    <a:pt x="1" y="1301"/>
                  </a:lnTo>
                  <a:cubicBezTo>
                    <a:pt x="265" y="1657"/>
                    <a:pt x="667" y="1835"/>
                    <a:pt x="1068" y="1835"/>
                  </a:cubicBezTo>
                  <a:cubicBezTo>
                    <a:pt x="1470" y="1835"/>
                    <a:pt x="1871" y="1657"/>
                    <a:pt x="2136" y="1301"/>
                  </a:cubicBezTo>
                  <a:lnTo>
                    <a:pt x="1664" y="368"/>
                  </a:lnTo>
                  <a:cubicBezTo>
                    <a:pt x="1539" y="123"/>
                    <a:pt x="1304" y="0"/>
                    <a:pt x="1068" y="0"/>
                  </a:cubicBezTo>
                  <a:close/>
                </a:path>
              </a:pathLst>
            </a:custGeom>
            <a:solidFill>
              <a:srgbClr val="E5EAE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7214" name="Google Shape;17214;p45"/>
          <p:cNvGrpSpPr/>
          <p:nvPr/>
        </p:nvGrpSpPr>
        <p:grpSpPr>
          <a:xfrm>
            <a:off x="1753570" y="2707479"/>
            <a:ext cx="366666" cy="365202"/>
            <a:chOff x="1753570" y="2892127"/>
            <a:chExt cx="366666" cy="365202"/>
          </a:xfrm>
        </p:grpSpPr>
        <p:sp>
          <p:nvSpPr>
            <p:cNvPr id="17215" name="Google Shape;17215;p45"/>
            <p:cNvSpPr/>
            <p:nvPr/>
          </p:nvSpPr>
          <p:spPr>
            <a:xfrm>
              <a:off x="1753570" y="3076335"/>
              <a:ext cx="365149" cy="104295"/>
            </a:xfrm>
            <a:custGeom>
              <a:rect b="b" l="l" r="r" t="t"/>
              <a:pathLst>
                <a:path extrusionOk="0" h="3991" w="13973">
                  <a:moveTo>
                    <a:pt x="212" y="0"/>
                  </a:moveTo>
                  <a:cubicBezTo>
                    <a:pt x="97" y="0"/>
                    <a:pt x="1" y="96"/>
                    <a:pt x="1" y="212"/>
                  </a:cubicBezTo>
                  <a:lnTo>
                    <a:pt x="1" y="3779"/>
                  </a:lnTo>
                  <a:cubicBezTo>
                    <a:pt x="1" y="3895"/>
                    <a:pt x="97" y="3991"/>
                    <a:pt x="212" y="3991"/>
                  </a:cubicBezTo>
                  <a:lnTo>
                    <a:pt x="13761" y="3991"/>
                  </a:lnTo>
                  <a:cubicBezTo>
                    <a:pt x="13838" y="3991"/>
                    <a:pt x="13896" y="3953"/>
                    <a:pt x="13934" y="3895"/>
                  </a:cubicBezTo>
                  <a:cubicBezTo>
                    <a:pt x="13963" y="3856"/>
                    <a:pt x="13973" y="3818"/>
                    <a:pt x="13973" y="3770"/>
                  </a:cubicBezTo>
                  <a:lnTo>
                    <a:pt x="13973" y="212"/>
                  </a:lnTo>
                  <a:cubicBezTo>
                    <a:pt x="13973" y="96"/>
                    <a:pt x="13877" y="0"/>
                    <a:pt x="13761" y="0"/>
                  </a:cubicBezTo>
                  <a:close/>
                </a:path>
              </a:pathLst>
            </a:custGeom>
            <a:solidFill>
              <a:srgbClr val="B8C6D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216" name="Google Shape;17216;p45"/>
            <p:cNvSpPr/>
            <p:nvPr/>
          </p:nvSpPr>
          <p:spPr>
            <a:xfrm>
              <a:off x="1775939" y="3076335"/>
              <a:ext cx="342780" cy="104295"/>
            </a:xfrm>
            <a:custGeom>
              <a:rect b="b" l="l" r="r" t="t"/>
              <a:pathLst>
                <a:path extrusionOk="0" h="3991" w="13117">
                  <a:moveTo>
                    <a:pt x="212" y="0"/>
                  </a:moveTo>
                  <a:cubicBezTo>
                    <a:pt x="97" y="0"/>
                    <a:pt x="0" y="96"/>
                    <a:pt x="0" y="212"/>
                  </a:cubicBezTo>
                  <a:lnTo>
                    <a:pt x="0" y="3779"/>
                  </a:lnTo>
                  <a:cubicBezTo>
                    <a:pt x="0" y="3895"/>
                    <a:pt x="97" y="3991"/>
                    <a:pt x="212" y="3991"/>
                  </a:cubicBezTo>
                  <a:lnTo>
                    <a:pt x="12905" y="3991"/>
                  </a:lnTo>
                  <a:cubicBezTo>
                    <a:pt x="12982" y="3991"/>
                    <a:pt x="13040" y="3953"/>
                    <a:pt x="13078" y="3895"/>
                  </a:cubicBezTo>
                  <a:cubicBezTo>
                    <a:pt x="13107" y="3856"/>
                    <a:pt x="13117" y="3818"/>
                    <a:pt x="13117" y="3770"/>
                  </a:cubicBezTo>
                  <a:lnTo>
                    <a:pt x="13117" y="212"/>
                  </a:lnTo>
                  <a:cubicBezTo>
                    <a:pt x="13117" y="96"/>
                    <a:pt x="13021" y="0"/>
                    <a:pt x="12905" y="0"/>
                  </a:cubicBezTo>
                  <a:close/>
                </a:path>
              </a:pathLst>
            </a:custGeom>
            <a:solidFill>
              <a:srgbClr val="C5D0D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217" name="Google Shape;17217;p45"/>
            <p:cNvSpPr/>
            <p:nvPr/>
          </p:nvSpPr>
          <p:spPr>
            <a:xfrm>
              <a:off x="2046934" y="3180578"/>
              <a:ext cx="70218" cy="76751"/>
            </a:xfrm>
            <a:custGeom>
              <a:rect b="b" l="l" r="r" t="t"/>
              <a:pathLst>
                <a:path extrusionOk="0" h="2937" w="2687">
                  <a:moveTo>
                    <a:pt x="329" y="0"/>
                  </a:moveTo>
                  <a:cubicBezTo>
                    <a:pt x="186" y="0"/>
                    <a:pt x="54" y="110"/>
                    <a:pt x="54" y="271"/>
                  </a:cubicBezTo>
                  <a:lnTo>
                    <a:pt x="6" y="2656"/>
                  </a:lnTo>
                  <a:cubicBezTo>
                    <a:pt x="0" y="2830"/>
                    <a:pt x="139" y="2936"/>
                    <a:pt x="283" y="2936"/>
                  </a:cubicBezTo>
                  <a:cubicBezTo>
                    <a:pt x="369" y="2936"/>
                    <a:pt x="458" y="2897"/>
                    <a:pt x="516" y="2810"/>
                  </a:cubicBezTo>
                  <a:lnTo>
                    <a:pt x="670" y="2550"/>
                  </a:lnTo>
                  <a:lnTo>
                    <a:pt x="1045" y="1954"/>
                  </a:lnTo>
                  <a:cubicBezTo>
                    <a:pt x="1102" y="1867"/>
                    <a:pt x="1199" y="1819"/>
                    <a:pt x="1295" y="1819"/>
                  </a:cubicBezTo>
                  <a:lnTo>
                    <a:pt x="2295" y="1877"/>
                  </a:lnTo>
                  <a:cubicBezTo>
                    <a:pt x="2298" y="1877"/>
                    <a:pt x="2302" y="1877"/>
                    <a:pt x="2306" y="1877"/>
                  </a:cubicBezTo>
                  <a:cubicBezTo>
                    <a:pt x="2577" y="1877"/>
                    <a:pt x="2686" y="1529"/>
                    <a:pt x="2468" y="1377"/>
                  </a:cubicBezTo>
                  <a:lnTo>
                    <a:pt x="747" y="223"/>
                  </a:lnTo>
                  <a:lnTo>
                    <a:pt x="487" y="50"/>
                  </a:lnTo>
                  <a:cubicBezTo>
                    <a:pt x="437" y="16"/>
                    <a:pt x="382" y="0"/>
                    <a:pt x="329" y="0"/>
                  </a:cubicBezTo>
                  <a:close/>
                </a:path>
              </a:pathLst>
            </a:custGeom>
            <a:solidFill>
              <a:srgbClr val="435D7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218" name="Google Shape;17218;p45"/>
            <p:cNvSpPr/>
            <p:nvPr/>
          </p:nvSpPr>
          <p:spPr>
            <a:xfrm>
              <a:off x="2064416" y="3186405"/>
              <a:ext cx="52709" cy="60836"/>
            </a:xfrm>
            <a:custGeom>
              <a:rect b="b" l="l" r="r" t="t"/>
              <a:pathLst>
                <a:path extrusionOk="0" h="2328" w="2017">
                  <a:moveTo>
                    <a:pt x="78" y="0"/>
                  </a:moveTo>
                  <a:cubicBezTo>
                    <a:pt x="58" y="39"/>
                    <a:pt x="49" y="77"/>
                    <a:pt x="49" y="125"/>
                  </a:cubicBezTo>
                  <a:lnTo>
                    <a:pt x="1" y="2327"/>
                  </a:lnTo>
                  <a:lnTo>
                    <a:pt x="376" y="1731"/>
                  </a:lnTo>
                  <a:cubicBezTo>
                    <a:pt x="433" y="1644"/>
                    <a:pt x="530" y="1596"/>
                    <a:pt x="626" y="1596"/>
                  </a:cubicBezTo>
                  <a:lnTo>
                    <a:pt x="1626" y="1654"/>
                  </a:lnTo>
                  <a:cubicBezTo>
                    <a:pt x="1629" y="1654"/>
                    <a:pt x="1633" y="1654"/>
                    <a:pt x="1637" y="1654"/>
                  </a:cubicBezTo>
                  <a:cubicBezTo>
                    <a:pt x="1898" y="1654"/>
                    <a:pt x="2017" y="1315"/>
                    <a:pt x="1799" y="1154"/>
                  </a:cubicBezTo>
                  <a:lnTo>
                    <a:pt x="78" y="0"/>
                  </a:lnTo>
                  <a:close/>
                </a:path>
              </a:pathLst>
            </a:custGeom>
            <a:solidFill>
              <a:srgbClr val="526A7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219" name="Google Shape;17219;p45"/>
            <p:cNvSpPr/>
            <p:nvPr/>
          </p:nvSpPr>
          <p:spPr>
            <a:xfrm>
              <a:off x="1913658" y="2892650"/>
              <a:ext cx="206577" cy="160088"/>
            </a:xfrm>
            <a:custGeom>
              <a:rect b="b" l="l" r="r" t="t"/>
              <a:pathLst>
                <a:path extrusionOk="0" h="6126" w="7905">
                  <a:moveTo>
                    <a:pt x="385" y="0"/>
                  </a:moveTo>
                  <a:cubicBezTo>
                    <a:pt x="173" y="0"/>
                    <a:pt x="0" y="173"/>
                    <a:pt x="0" y="385"/>
                  </a:cubicBezTo>
                  <a:lnTo>
                    <a:pt x="0" y="5741"/>
                  </a:lnTo>
                  <a:cubicBezTo>
                    <a:pt x="0" y="5952"/>
                    <a:pt x="173" y="6125"/>
                    <a:pt x="385" y="6125"/>
                  </a:cubicBezTo>
                  <a:lnTo>
                    <a:pt x="7520" y="6125"/>
                  </a:lnTo>
                  <a:cubicBezTo>
                    <a:pt x="7731" y="6125"/>
                    <a:pt x="7904" y="5952"/>
                    <a:pt x="7904" y="5741"/>
                  </a:cubicBezTo>
                  <a:lnTo>
                    <a:pt x="7904" y="385"/>
                  </a:lnTo>
                  <a:cubicBezTo>
                    <a:pt x="7904" y="173"/>
                    <a:pt x="7731" y="0"/>
                    <a:pt x="7520" y="0"/>
                  </a:cubicBezTo>
                  <a:close/>
                </a:path>
              </a:pathLst>
            </a:custGeom>
            <a:solidFill>
              <a:srgbClr val="BCCAD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220" name="Google Shape;17220;p45"/>
            <p:cNvSpPr/>
            <p:nvPr/>
          </p:nvSpPr>
          <p:spPr>
            <a:xfrm>
              <a:off x="1941045" y="2892650"/>
              <a:ext cx="179191" cy="160088"/>
            </a:xfrm>
            <a:custGeom>
              <a:rect b="b" l="l" r="r" t="t"/>
              <a:pathLst>
                <a:path extrusionOk="0" h="6126" w="6857">
                  <a:moveTo>
                    <a:pt x="394" y="0"/>
                  </a:moveTo>
                  <a:cubicBezTo>
                    <a:pt x="173" y="0"/>
                    <a:pt x="0" y="173"/>
                    <a:pt x="0" y="385"/>
                  </a:cubicBezTo>
                  <a:lnTo>
                    <a:pt x="0" y="5741"/>
                  </a:lnTo>
                  <a:cubicBezTo>
                    <a:pt x="0" y="5952"/>
                    <a:pt x="173" y="6125"/>
                    <a:pt x="394" y="6125"/>
                  </a:cubicBezTo>
                  <a:lnTo>
                    <a:pt x="6472" y="6125"/>
                  </a:lnTo>
                  <a:cubicBezTo>
                    <a:pt x="6683" y="6125"/>
                    <a:pt x="6856" y="5952"/>
                    <a:pt x="6856" y="5741"/>
                  </a:cubicBezTo>
                  <a:lnTo>
                    <a:pt x="6856" y="385"/>
                  </a:lnTo>
                  <a:cubicBezTo>
                    <a:pt x="6856" y="173"/>
                    <a:pt x="6683" y="0"/>
                    <a:pt x="6472" y="0"/>
                  </a:cubicBezTo>
                  <a:close/>
                </a:path>
              </a:pathLst>
            </a:custGeom>
            <a:solidFill>
              <a:srgbClr val="CAD5D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221" name="Google Shape;17221;p45"/>
            <p:cNvSpPr/>
            <p:nvPr/>
          </p:nvSpPr>
          <p:spPr>
            <a:xfrm>
              <a:off x="1755086" y="2892127"/>
              <a:ext cx="132701" cy="160114"/>
            </a:xfrm>
            <a:custGeom>
              <a:rect b="b" l="l" r="r" t="t"/>
              <a:pathLst>
                <a:path extrusionOk="0" h="6127" w="5078">
                  <a:moveTo>
                    <a:pt x="164" y="1"/>
                  </a:moveTo>
                  <a:cubicBezTo>
                    <a:pt x="77" y="1"/>
                    <a:pt x="0" y="68"/>
                    <a:pt x="0" y="164"/>
                  </a:cubicBezTo>
                  <a:lnTo>
                    <a:pt x="0" y="5953"/>
                  </a:lnTo>
                  <a:cubicBezTo>
                    <a:pt x="0" y="6049"/>
                    <a:pt x="77" y="6126"/>
                    <a:pt x="164" y="6126"/>
                  </a:cubicBezTo>
                  <a:lnTo>
                    <a:pt x="4914" y="6126"/>
                  </a:lnTo>
                  <a:cubicBezTo>
                    <a:pt x="5001" y="6126"/>
                    <a:pt x="5078" y="6049"/>
                    <a:pt x="5078" y="5953"/>
                  </a:cubicBezTo>
                  <a:lnTo>
                    <a:pt x="5078" y="164"/>
                  </a:lnTo>
                  <a:cubicBezTo>
                    <a:pt x="5078" y="68"/>
                    <a:pt x="5001" y="1"/>
                    <a:pt x="4914" y="1"/>
                  </a:cubicBezTo>
                  <a:close/>
                </a:path>
              </a:pathLst>
            </a:custGeom>
            <a:solidFill>
              <a:srgbClr val="7C91A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222" name="Google Shape;17222;p45"/>
            <p:cNvSpPr/>
            <p:nvPr/>
          </p:nvSpPr>
          <p:spPr>
            <a:xfrm>
              <a:off x="1777455" y="2892127"/>
              <a:ext cx="110331" cy="160114"/>
            </a:xfrm>
            <a:custGeom>
              <a:rect b="b" l="l" r="r" t="t"/>
              <a:pathLst>
                <a:path extrusionOk="0" h="6127" w="4222">
                  <a:moveTo>
                    <a:pt x="164" y="1"/>
                  </a:moveTo>
                  <a:cubicBezTo>
                    <a:pt x="67" y="1"/>
                    <a:pt x="0" y="68"/>
                    <a:pt x="0" y="164"/>
                  </a:cubicBezTo>
                  <a:lnTo>
                    <a:pt x="0" y="5953"/>
                  </a:lnTo>
                  <a:cubicBezTo>
                    <a:pt x="0" y="6049"/>
                    <a:pt x="67" y="6126"/>
                    <a:pt x="164" y="6126"/>
                  </a:cubicBezTo>
                  <a:lnTo>
                    <a:pt x="4058" y="6126"/>
                  </a:lnTo>
                  <a:cubicBezTo>
                    <a:pt x="4145" y="6126"/>
                    <a:pt x="4222" y="6049"/>
                    <a:pt x="4222" y="5953"/>
                  </a:cubicBezTo>
                  <a:lnTo>
                    <a:pt x="4222" y="164"/>
                  </a:lnTo>
                  <a:cubicBezTo>
                    <a:pt x="4222" y="68"/>
                    <a:pt x="4145" y="1"/>
                    <a:pt x="4058" y="1"/>
                  </a:cubicBezTo>
                  <a:close/>
                </a:path>
              </a:pathLst>
            </a:custGeom>
            <a:solidFill>
              <a:srgbClr val="8FA1B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223" name="Google Shape;17223;p45"/>
            <p:cNvSpPr/>
            <p:nvPr/>
          </p:nvSpPr>
          <p:spPr>
            <a:xfrm>
              <a:off x="1755086" y="2892127"/>
              <a:ext cx="132701" cy="159853"/>
            </a:xfrm>
            <a:custGeom>
              <a:rect b="b" l="l" r="r" t="t"/>
              <a:pathLst>
                <a:path extrusionOk="0" h="6117" w="5078">
                  <a:moveTo>
                    <a:pt x="164" y="1"/>
                  </a:moveTo>
                  <a:cubicBezTo>
                    <a:pt x="77" y="1"/>
                    <a:pt x="0" y="68"/>
                    <a:pt x="0" y="164"/>
                  </a:cubicBezTo>
                  <a:lnTo>
                    <a:pt x="0" y="328"/>
                  </a:lnTo>
                  <a:lnTo>
                    <a:pt x="2222" y="2982"/>
                  </a:lnTo>
                  <a:lnTo>
                    <a:pt x="0" y="5655"/>
                  </a:lnTo>
                  <a:lnTo>
                    <a:pt x="0" y="5953"/>
                  </a:lnTo>
                  <a:cubicBezTo>
                    <a:pt x="0" y="6040"/>
                    <a:pt x="77" y="6117"/>
                    <a:pt x="164" y="6117"/>
                  </a:cubicBezTo>
                  <a:lnTo>
                    <a:pt x="2500" y="3318"/>
                  </a:lnTo>
                  <a:lnTo>
                    <a:pt x="4847" y="6117"/>
                  </a:lnTo>
                  <a:lnTo>
                    <a:pt x="4904" y="6117"/>
                  </a:lnTo>
                  <a:cubicBezTo>
                    <a:pt x="5001" y="6117"/>
                    <a:pt x="5078" y="6040"/>
                    <a:pt x="5078" y="5953"/>
                  </a:cubicBezTo>
                  <a:lnTo>
                    <a:pt x="5078" y="5722"/>
                  </a:lnTo>
                  <a:lnTo>
                    <a:pt x="2779" y="2982"/>
                  </a:lnTo>
                  <a:lnTo>
                    <a:pt x="5078" y="222"/>
                  </a:lnTo>
                  <a:lnTo>
                    <a:pt x="5078" y="164"/>
                  </a:lnTo>
                  <a:cubicBezTo>
                    <a:pt x="5078" y="68"/>
                    <a:pt x="5001" y="1"/>
                    <a:pt x="4914" y="1"/>
                  </a:cubicBezTo>
                  <a:lnTo>
                    <a:pt x="4712" y="1"/>
                  </a:lnTo>
                  <a:lnTo>
                    <a:pt x="2500" y="2655"/>
                  </a:lnTo>
                  <a:lnTo>
                    <a:pt x="279" y="1"/>
                  </a:lnTo>
                  <a:close/>
                </a:path>
              </a:pathLst>
            </a:custGeom>
            <a:solidFill>
              <a:srgbClr val="72869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224" name="Google Shape;17224;p45"/>
            <p:cNvSpPr/>
            <p:nvPr/>
          </p:nvSpPr>
          <p:spPr>
            <a:xfrm>
              <a:off x="1939268" y="2914496"/>
              <a:ext cx="72910" cy="11080"/>
            </a:xfrm>
            <a:custGeom>
              <a:rect b="b" l="l" r="r" t="t"/>
              <a:pathLst>
                <a:path extrusionOk="0" h="424" w="2790">
                  <a:moveTo>
                    <a:pt x="289" y="1"/>
                  </a:moveTo>
                  <a:cubicBezTo>
                    <a:pt x="1" y="1"/>
                    <a:pt x="1" y="424"/>
                    <a:pt x="289" y="424"/>
                  </a:cubicBezTo>
                  <a:lnTo>
                    <a:pt x="2501" y="424"/>
                  </a:lnTo>
                  <a:cubicBezTo>
                    <a:pt x="2789" y="424"/>
                    <a:pt x="2789" y="1"/>
                    <a:pt x="2501" y="1"/>
                  </a:cubicBezTo>
                  <a:close/>
                </a:path>
              </a:pathLst>
            </a:custGeom>
            <a:solidFill>
              <a:srgbClr val="A2B5C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225" name="Google Shape;17225;p45"/>
            <p:cNvSpPr/>
            <p:nvPr/>
          </p:nvSpPr>
          <p:spPr>
            <a:xfrm>
              <a:off x="2021690" y="2914496"/>
              <a:ext cx="72648" cy="11080"/>
            </a:xfrm>
            <a:custGeom>
              <a:rect b="b" l="l" r="r" t="t"/>
              <a:pathLst>
                <a:path extrusionOk="0" h="424" w="2780">
                  <a:moveTo>
                    <a:pt x="289" y="1"/>
                  </a:moveTo>
                  <a:cubicBezTo>
                    <a:pt x="1" y="1"/>
                    <a:pt x="1" y="424"/>
                    <a:pt x="289" y="424"/>
                  </a:cubicBezTo>
                  <a:lnTo>
                    <a:pt x="2501" y="424"/>
                  </a:lnTo>
                  <a:cubicBezTo>
                    <a:pt x="2780" y="424"/>
                    <a:pt x="2780" y="1"/>
                    <a:pt x="2501" y="1"/>
                  </a:cubicBezTo>
                  <a:close/>
                </a:path>
              </a:pathLst>
            </a:custGeom>
            <a:solidFill>
              <a:srgbClr val="A2B5C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226" name="Google Shape;17226;p45"/>
            <p:cNvSpPr/>
            <p:nvPr/>
          </p:nvSpPr>
          <p:spPr>
            <a:xfrm>
              <a:off x="1939268" y="2949436"/>
              <a:ext cx="72910" cy="11315"/>
            </a:xfrm>
            <a:custGeom>
              <a:rect b="b" l="l" r="r" t="t"/>
              <a:pathLst>
                <a:path extrusionOk="0" h="433" w="2790">
                  <a:moveTo>
                    <a:pt x="289" y="0"/>
                  </a:moveTo>
                  <a:cubicBezTo>
                    <a:pt x="1" y="0"/>
                    <a:pt x="1" y="433"/>
                    <a:pt x="289" y="433"/>
                  </a:cubicBezTo>
                  <a:lnTo>
                    <a:pt x="2501" y="433"/>
                  </a:lnTo>
                  <a:cubicBezTo>
                    <a:pt x="2789" y="433"/>
                    <a:pt x="2789" y="0"/>
                    <a:pt x="2501" y="0"/>
                  </a:cubicBezTo>
                  <a:close/>
                </a:path>
              </a:pathLst>
            </a:custGeom>
            <a:solidFill>
              <a:srgbClr val="A2B5C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227" name="Google Shape;17227;p45"/>
            <p:cNvSpPr/>
            <p:nvPr/>
          </p:nvSpPr>
          <p:spPr>
            <a:xfrm>
              <a:off x="2021690" y="2949436"/>
              <a:ext cx="72648" cy="11315"/>
            </a:xfrm>
            <a:custGeom>
              <a:rect b="b" l="l" r="r" t="t"/>
              <a:pathLst>
                <a:path extrusionOk="0" h="433" w="2780">
                  <a:moveTo>
                    <a:pt x="289" y="0"/>
                  </a:moveTo>
                  <a:cubicBezTo>
                    <a:pt x="1" y="0"/>
                    <a:pt x="1" y="433"/>
                    <a:pt x="289" y="433"/>
                  </a:cubicBezTo>
                  <a:lnTo>
                    <a:pt x="2501" y="433"/>
                  </a:lnTo>
                  <a:cubicBezTo>
                    <a:pt x="2780" y="433"/>
                    <a:pt x="2780" y="0"/>
                    <a:pt x="2501" y="0"/>
                  </a:cubicBezTo>
                  <a:close/>
                </a:path>
              </a:pathLst>
            </a:custGeom>
            <a:solidFill>
              <a:srgbClr val="A2B5C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228" name="Google Shape;17228;p45"/>
            <p:cNvSpPr/>
            <p:nvPr/>
          </p:nvSpPr>
          <p:spPr>
            <a:xfrm>
              <a:off x="1939268" y="2984610"/>
              <a:ext cx="72910" cy="11080"/>
            </a:xfrm>
            <a:custGeom>
              <a:rect b="b" l="l" r="r" t="t"/>
              <a:pathLst>
                <a:path extrusionOk="0" h="424" w="2790">
                  <a:moveTo>
                    <a:pt x="280" y="0"/>
                  </a:moveTo>
                  <a:cubicBezTo>
                    <a:pt x="1" y="0"/>
                    <a:pt x="4" y="424"/>
                    <a:pt x="289" y="424"/>
                  </a:cubicBezTo>
                  <a:lnTo>
                    <a:pt x="2501" y="424"/>
                  </a:lnTo>
                  <a:cubicBezTo>
                    <a:pt x="2789" y="424"/>
                    <a:pt x="2789" y="0"/>
                    <a:pt x="2501" y="0"/>
                  </a:cubicBezTo>
                  <a:lnTo>
                    <a:pt x="289" y="0"/>
                  </a:lnTo>
                  <a:cubicBezTo>
                    <a:pt x="286" y="0"/>
                    <a:pt x="283" y="0"/>
                    <a:pt x="280" y="0"/>
                  </a:cubicBezTo>
                  <a:close/>
                </a:path>
              </a:pathLst>
            </a:custGeom>
            <a:solidFill>
              <a:srgbClr val="A2B5C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229" name="Google Shape;17229;p45"/>
            <p:cNvSpPr/>
            <p:nvPr/>
          </p:nvSpPr>
          <p:spPr>
            <a:xfrm>
              <a:off x="2021690" y="2984610"/>
              <a:ext cx="72648" cy="11080"/>
            </a:xfrm>
            <a:custGeom>
              <a:rect b="b" l="l" r="r" t="t"/>
              <a:pathLst>
                <a:path extrusionOk="0" h="424" w="2780">
                  <a:moveTo>
                    <a:pt x="2510" y="0"/>
                  </a:moveTo>
                  <a:cubicBezTo>
                    <a:pt x="2507" y="0"/>
                    <a:pt x="2504" y="0"/>
                    <a:pt x="2501" y="0"/>
                  </a:cubicBezTo>
                  <a:lnTo>
                    <a:pt x="289" y="0"/>
                  </a:lnTo>
                  <a:cubicBezTo>
                    <a:pt x="1" y="0"/>
                    <a:pt x="1" y="424"/>
                    <a:pt x="289" y="424"/>
                  </a:cubicBezTo>
                  <a:lnTo>
                    <a:pt x="2501" y="424"/>
                  </a:lnTo>
                  <a:cubicBezTo>
                    <a:pt x="2777" y="424"/>
                    <a:pt x="2780" y="0"/>
                    <a:pt x="2510" y="0"/>
                  </a:cubicBezTo>
                  <a:close/>
                </a:path>
              </a:pathLst>
            </a:custGeom>
            <a:solidFill>
              <a:srgbClr val="A2B5C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230" name="Google Shape;17230;p45"/>
            <p:cNvSpPr/>
            <p:nvPr/>
          </p:nvSpPr>
          <p:spPr>
            <a:xfrm>
              <a:off x="1939268" y="3019549"/>
              <a:ext cx="72910" cy="11080"/>
            </a:xfrm>
            <a:custGeom>
              <a:rect b="b" l="l" r="r" t="t"/>
              <a:pathLst>
                <a:path extrusionOk="0" h="424" w="2790">
                  <a:moveTo>
                    <a:pt x="289" y="0"/>
                  </a:moveTo>
                  <a:cubicBezTo>
                    <a:pt x="1" y="0"/>
                    <a:pt x="1" y="423"/>
                    <a:pt x="289" y="423"/>
                  </a:cubicBezTo>
                  <a:lnTo>
                    <a:pt x="2501" y="423"/>
                  </a:lnTo>
                  <a:cubicBezTo>
                    <a:pt x="2789" y="423"/>
                    <a:pt x="2789" y="0"/>
                    <a:pt x="2501" y="0"/>
                  </a:cubicBezTo>
                  <a:close/>
                </a:path>
              </a:pathLst>
            </a:custGeom>
            <a:solidFill>
              <a:srgbClr val="A2B5C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231" name="Google Shape;17231;p45"/>
            <p:cNvSpPr/>
            <p:nvPr/>
          </p:nvSpPr>
          <p:spPr>
            <a:xfrm>
              <a:off x="2021690" y="3019549"/>
              <a:ext cx="72648" cy="11080"/>
            </a:xfrm>
            <a:custGeom>
              <a:rect b="b" l="l" r="r" t="t"/>
              <a:pathLst>
                <a:path extrusionOk="0" h="424" w="2780">
                  <a:moveTo>
                    <a:pt x="289" y="0"/>
                  </a:moveTo>
                  <a:cubicBezTo>
                    <a:pt x="1" y="0"/>
                    <a:pt x="1" y="423"/>
                    <a:pt x="289" y="423"/>
                  </a:cubicBezTo>
                  <a:lnTo>
                    <a:pt x="2501" y="423"/>
                  </a:lnTo>
                  <a:cubicBezTo>
                    <a:pt x="2780" y="423"/>
                    <a:pt x="2780" y="0"/>
                    <a:pt x="2501" y="0"/>
                  </a:cubicBezTo>
                  <a:close/>
                </a:path>
              </a:pathLst>
            </a:custGeom>
            <a:solidFill>
              <a:srgbClr val="A2B5C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232" name="Google Shape;17232;p45"/>
            <p:cNvSpPr/>
            <p:nvPr/>
          </p:nvSpPr>
          <p:spPr>
            <a:xfrm>
              <a:off x="1753570" y="3076335"/>
              <a:ext cx="365149" cy="104295"/>
            </a:xfrm>
            <a:custGeom>
              <a:rect b="b" l="l" r="r" t="t"/>
              <a:pathLst>
                <a:path extrusionOk="0" h="3991" w="13973">
                  <a:moveTo>
                    <a:pt x="212" y="0"/>
                  </a:moveTo>
                  <a:cubicBezTo>
                    <a:pt x="97" y="0"/>
                    <a:pt x="1" y="96"/>
                    <a:pt x="1" y="212"/>
                  </a:cubicBezTo>
                  <a:lnTo>
                    <a:pt x="1" y="308"/>
                  </a:lnTo>
                  <a:lnTo>
                    <a:pt x="6184" y="1924"/>
                  </a:lnTo>
                  <a:lnTo>
                    <a:pt x="1" y="3683"/>
                  </a:lnTo>
                  <a:lnTo>
                    <a:pt x="1" y="3779"/>
                  </a:lnTo>
                  <a:cubicBezTo>
                    <a:pt x="1" y="3895"/>
                    <a:pt x="97" y="3991"/>
                    <a:pt x="212" y="3991"/>
                  </a:cubicBezTo>
                  <a:lnTo>
                    <a:pt x="510" y="3991"/>
                  </a:lnTo>
                  <a:lnTo>
                    <a:pt x="7059" y="2145"/>
                  </a:lnTo>
                  <a:lnTo>
                    <a:pt x="13665" y="3991"/>
                  </a:lnTo>
                  <a:lnTo>
                    <a:pt x="13761" y="3991"/>
                  </a:lnTo>
                  <a:cubicBezTo>
                    <a:pt x="13838" y="3991"/>
                    <a:pt x="13896" y="3953"/>
                    <a:pt x="13934" y="3895"/>
                  </a:cubicBezTo>
                  <a:cubicBezTo>
                    <a:pt x="13963" y="3856"/>
                    <a:pt x="13973" y="3818"/>
                    <a:pt x="13973" y="3770"/>
                  </a:cubicBezTo>
                  <a:lnTo>
                    <a:pt x="13973" y="3626"/>
                  </a:lnTo>
                  <a:lnTo>
                    <a:pt x="7924" y="1924"/>
                  </a:lnTo>
                  <a:lnTo>
                    <a:pt x="13973" y="337"/>
                  </a:lnTo>
                  <a:lnTo>
                    <a:pt x="13973" y="212"/>
                  </a:lnTo>
                  <a:cubicBezTo>
                    <a:pt x="13973" y="96"/>
                    <a:pt x="13877" y="0"/>
                    <a:pt x="13761" y="0"/>
                  </a:cubicBezTo>
                  <a:lnTo>
                    <a:pt x="13588" y="0"/>
                  </a:lnTo>
                  <a:lnTo>
                    <a:pt x="7059" y="1702"/>
                  </a:lnTo>
                  <a:lnTo>
                    <a:pt x="549" y="0"/>
                  </a:lnTo>
                  <a:close/>
                </a:path>
              </a:pathLst>
            </a:custGeom>
            <a:solidFill>
              <a:srgbClr val="8599A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7233" name="Google Shape;17233;p45"/>
          <p:cNvGrpSpPr/>
          <p:nvPr/>
        </p:nvGrpSpPr>
        <p:grpSpPr>
          <a:xfrm>
            <a:off x="1303751" y="3622692"/>
            <a:ext cx="367685" cy="366561"/>
            <a:chOff x="1303751" y="3807339"/>
            <a:chExt cx="367685" cy="366561"/>
          </a:xfrm>
        </p:grpSpPr>
        <p:sp>
          <p:nvSpPr>
            <p:cNvPr id="17234" name="Google Shape;17234;p45"/>
            <p:cNvSpPr/>
            <p:nvPr/>
          </p:nvSpPr>
          <p:spPr>
            <a:xfrm>
              <a:off x="1305006" y="4056356"/>
              <a:ext cx="366430" cy="117387"/>
            </a:xfrm>
            <a:custGeom>
              <a:rect b="b" l="l" r="r" t="t"/>
              <a:pathLst>
                <a:path extrusionOk="0" h="4492" w="14022">
                  <a:moveTo>
                    <a:pt x="2251" y="2030"/>
                  </a:moveTo>
                  <a:cubicBezTo>
                    <a:pt x="2847" y="2030"/>
                    <a:pt x="3155" y="2751"/>
                    <a:pt x="2732" y="3174"/>
                  </a:cubicBezTo>
                  <a:cubicBezTo>
                    <a:pt x="2595" y="3311"/>
                    <a:pt x="2425" y="3373"/>
                    <a:pt x="2259" y="3373"/>
                  </a:cubicBezTo>
                  <a:cubicBezTo>
                    <a:pt x="1912" y="3373"/>
                    <a:pt x="1578" y="3106"/>
                    <a:pt x="1578" y="2703"/>
                  </a:cubicBezTo>
                  <a:cubicBezTo>
                    <a:pt x="1578" y="2328"/>
                    <a:pt x="1886" y="2030"/>
                    <a:pt x="2251" y="2030"/>
                  </a:cubicBezTo>
                  <a:close/>
                  <a:moveTo>
                    <a:pt x="1934" y="1"/>
                  </a:moveTo>
                  <a:cubicBezTo>
                    <a:pt x="1568" y="1"/>
                    <a:pt x="1213" y="107"/>
                    <a:pt x="914" y="299"/>
                  </a:cubicBezTo>
                  <a:cubicBezTo>
                    <a:pt x="866" y="328"/>
                    <a:pt x="818" y="357"/>
                    <a:pt x="780" y="385"/>
                  </a:cubicBezTo>
                  <a:cubicBezTo>
                    <a:pt x="289" y="751"/>
                    <a:pt x="11" y="1328"/>
                    <a:pt x="1" y="1934"/>
                  </a:cubicBezTo>
                  <a:lnTo>
                    <a:pt x="1" y="2616"/>
                  </a:lnTo>
                  <a:cubicBezTo>
                    <a:pt x="39" y="3655"/>
                    <a:pt x="895" y="4491"/>
                    <a:pt x="1934" y="4491"/>
                  </a:cubicBezTo>
                  <a:lnTo>
                    <a:pt x="13223" y="4491"/>
                  </a:lnTo>
                  <a:cubicBezTo>
                    <a:pt x="13665" y="4491"/>
                    <a:pt x="14021" y="4136"/>
                    <a:pt x="14021" y="3693"/>
                  </a:cubicBezTo>
                  <a:lnTo>
                    <a:pt x="14021" y="809"/>
                  </a:lnTo>
                  <a:cubicBezTo>
                    <a:pt x="14021" y="366"/>
                    <a:pt x="13665" y="1"/>
                    <a:pt x="13223" y="1"/>
                  </a:cubicBezTo>
                  <a:close/>
                </a:path>
              </a:pathLst>
            </a:custGeom>
            <a:solidFill>
              <a:srgbClr val="CED7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235" name="Google Shape;17235;p45"/>
            <p:cNvSpPr/>
            <p:nvPr/>
          </p:nvSpPr>
          <p:spPr>
            <a:xfrm>
              <a:off x="1305267" y="4079980"/>
              <a:ext cx="366169" cy="93763"/>
            </a:xfrm>
            <a:custGeom>
              <a:rect b="b" l="l" r="r" t="t"/>
              <a:pathLst>
                <a:path extrusionOk="0" h="3588" w="14012">
                  <a:moveTo>
                    <a:pt x="2248" y="1125"/>
                  </a:moveTo>
                  <a:cubicBezTo>
                    <a:pt x="2405" y="1125"/>
                    <a:pt x="2564" y="1180"/>
                    <a:pt x="2693" y="1299"/>
                  </a:cubicBezTo>
                  <a:cubicBezTo>
                    <a:pt x="3145" y="1712"/>
                    <a:pt x="2857" y="2472"/>
                    <a:pt x="2241" y="2472"/>
                  </a:cubicBezTo>
                  <a:cubicBezTo>
                    <a:pt x="1770" y="2472"/>
                    <a:pt x="1443" y="2001"/>
                    <a:pt x="1616" y="1559"/>
                  </a:cubicBezTo>
                  <a:cubicBezTo>
                    <a:pt x="1725" y="1281"/>
                    <a:pt x="1984" y="1125"/>
                    <a:pt x="2248" y="1125"/>
                  </a:cubicBezTo>
                  <a:close/>
                  <a:moveTo>
                    <a:pt x="1770" y="1"/>
                  </a:moveTo>
                  <a:cubicBezTo>
                    <a:pt x="885" y="78"/>
                    <a:pt x="164" y="751"/>
                    <a:pt x="20" y="1635"/>
                  </a:cubicBezTo>
                  <a:cubicBezTo>
                    <a:pt x="1" y="1703"/>
                    <a:pt x="1" y="1780"/>
                    <a:pt x="10" y="1857"/>
                  </a:cubicBezTo>
                  <a:cubicBezTo>
                    <a:pt x="106" y="2837"/>
                    <a:pt x="943" y="3587"/>
                    <a:pt x="1933" y="3587"/>
                  </a:cubicBezTo>
                  <a:lnTo>
                    <a:pt x="13213" y="3587"/>
                  </a:lnTo>
                  <a:cubicBezTo>
                    <a:pt x="13655" y="3587"/>
                    <a:pt x="14011" y="3232"/>
                    <a:pt x="14011" y="2789"/>
                  </a:cubicBezTo>
                  <a:lnTo>
                    <a:pt x="14011" y="799"/>
                  </a:lnTo>
                  <a:cubicBezTo>
                    <a:pt x="14011" y="357"/>
                    <a:pt x="13655" y="1"/>
                    <a:pt x="13213" y="1"/>
                  </a:cubicBezTo>
                  <a:close/>
                </a:path>
              </a:pathLst>
            </a:custGeom>
            <a:solidFill>
              <a:srgbClr val="C1CAD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236" name="Google Shape;17236;p45"/>
            <p:cNvSpPr/>
            <p:nvPr/>
          </p:nvSpPr>
          <p:spPr>
            <a:xfrm>
              <a:off x="1605556" y="4079980"/>
              <a:ext cx="39225" cy="70401"/>
            </a:xfrm>
            <a:custGeom>
              <a:rect b="b" l="l" r="r" t="t"/>
              <a:pathLst>
                <a:path extrusionOk="0" h="2694" w="1501">
                  <a:moveTo>
                    <a:pt x="337" y="1"/>
                  </a:moveTo>
                  <a:cubicBezTo>
                    <a:pt x="155" y="1"/>
                    <a:pt x="10" y="145"/>
                    <a:pt x="10" y="328"/>
                  </a:cubicBezTo>
                  <a:lnTo>
                    <a:pt x="10" y="2366"/>
                  </a:lnTo>
                  <a:cubicBezTo>
                    <a:pt x="1" y="2539"/>
                    <a:pt x="145" y="2684"/>
                    <a:pt x="328" y="2693"/>
                  </a:cubicBezTo>
                  <a:lnTo>
                    <a:pt x="1174" y="2693"/>
                  </a:lnTo>
                  <a:cubicBezTo>
                    <a:pt x="1347" y="2693"/>
                    <a:pt x="1501" y="2539"/>
                    <a:pt x="1501" y="2366"/>
                  </a:cubicBezTo>
                  <a:lnTo>
                    <a:pt x="1501" y="328"/>
                  </a:lnTo>
                  <a:cubicBezTo>
                    <a:pt x="1501" y="145"/>
                    <a:pt x="1347" y="1"/>
                    <a:pt x="1174" y="1"/>
                  </a:cubicBezTo>
                  <a:close/>
                </a:path>
              </a:pathLst>
            </a:custGeom>
            <a:solidFill>
              <a:srgbClr val="B2BFC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237" name="Google Shape;17237;p45"/>
            <p:cNvSpPr/>
            <p:nvPr/>
          </p:nvSpPr>
          <p:spPr>
            <a:xfrm>
              <a:off x="1516104" y="4079980"/>
              <a:ext cx="38728" cy="70401"/>
            </a:xfrm>
            <a:custGeom>
              <a:rect b="b" l="l" r="r" t="t"/>
              <a:pathLst>
                <a:path extrusionOk="0" h="2694" w="1482">
                  <a:moveTo>
                    <a:pt x="327" y="1"/>
                  </a:moveTo>
                  <a:cubicBezTo>
                    <a:pt x="145" y="1"/>
                    <a:pt x="0" y="145"/>
                    <a:pt x="0" y="328"/>
                  </a:cubicBezTo>
                  <a:lnTo>
                    <a:pt x="0" y="2366"/>
                  </a:lnTo>
                  <a:cubicBezTo>
                    <a:pt x="0" y="2539"/>
                    <a:pt x="145" y="2693"/>
                    <a:pt x="327" y="2693"/>
                  </a:cubicBezTo>
                  <a:lnTo>
                    <a:pt x="1154" y="2693"/>
                  </a:lnTo>
                  <a:cubicBezTo>
                    <a:pt x="1337" y="2693"/>
                    <a:pt x="1481" y="2539"/>
                    <a:pt x="1481" y="2366"/>
                  </a:cubicBezTo>
                  <a:lnTo>
                    <a:pt x="1481" y="328"/>
                  </a:lnTo>
                  <a:cubicBezTo>
                    <a:pt x="1481" y="145"/>
                    <a:pt x="1337" y="1"/>
                    <a:pt x="1154" y="1"/>
                  </a:cubicBezTo>
                  <a:close/>
                </a:path>
              </a:pathLst>
            </a:custGeom>
            <a:solidFill>
              <a:srgbClr val="8C9EA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238" name="Google Shape;17238;p45"/>
            <p:cNvSpPr/>
            <p:nvPr/>
          </p:nvSpPr>
          <p:spPr>
            <a:xfrm>
              <a:off x="1427149" y="4079980"/>
              <a:ext cx="38728" cy="70401"/>
            </a:xfrm>
            <a:custGeom>
              <a:rect b="b" l="l" r="r" t="t"/>
              <a:pathLst>
                <a:path extrusionOk="0" h="2694" w="1482">
                  <a:moveTo>
                    <a:pt x="327" y="1"/>
                  </a:moveTo>
                  <a:cubicBezTo>
                    <a:pt x="145" y="1"/>
                    <a:pt x="0" y="145"/>
                    <a:pt x="0" y="328"/>
                  </a:cubicBezTo>
                  <a:lnTo>
                    <a:pt x="0" y="2366"/>
                  </a:lnTo>
                  <a:cubicBezTo>
                    <a:pt x="0" y="2539"/>
                    <a:pt x="145" y="2693"/>
                    <a:pt x="327" y="2693"/>
                  </a:cubicBezTo>
                  <a:lnTo>
                    <a:pt x="1154" y="2693"/>
                  </a:lnTo>
                  <a:cubicBezTo>
                    <a:pt x="1337" y="2693"/>
                    <a:pt x="1481" y="2539"/>
                    <a:pt x="1481" y="2366"/>
                  </a:cubicBezTo>
                  <a:lnTo>
                    <a:pt x="1481" y="328"/>
                  </a:lnTo>
                  <a:cubicBezTo>
                    <a:pt x="1481" y="145"/>
                    <a:pt x="1337" y="1"/>
                    <a:pt x="1154" y="1"/>
                  </a:cubicBez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239" name="Google Shape;17239;p45"/>
            <p:cNvSpPr/>
            <p:nvPr/>
          </p:nvSpPr>
          <p:spPr>
            <a:xfrm>
              <a:off x="1575294" y="4139536"/>
              <a:ext cx="11943" cy="19129"/>
            </a:xfrm>
            <a:custGeom>
              <a:rect b="b" l="l" r="r" t="t"/>
              <a:pathLst>
                <a:path extrusionOk="0" h="732" w="457">
                  <a:moveTo>
                    <a:pt x="226" y="1"/>
                  </a:moveTo>
                  <a:cubicBezTo>
                    <a:pt x="111" y="1"/>
                    <a:pt x="14" y="97"/>
                    <a:pt x="14" y="222"/>
                  </a:cubicBezTo>
                  <a:lnTo>
                    <a:pt x="14" y="501"/>
                  </a:lnTo>
                  <a:cubicBezTo>
                    <a:pt x="0" y="655"/>
                    <a:pt x="113" y="732"/>
                    <a:pt x="227" y="732"/>
                  </a:cubicBezTo>
                  <a:cubicBezTo>
                    <a:pt x="341" y="732"/>
                    <a:pt x="457" y="655"/>
                    <a:pt x="447" y="501"/>
                  </a:cubicBezTo>
                  <a:lnTo>
                    <a:pt x="447" y="222"/>
                  </a:lnTo>
                  <a:cubicBezTo>
                    <a:pt x="447" y="97"/>
                    <a:pt x="351" y="1"/>
                    <a:pt x="226" y="1"/>
                  </a:cubicBezTo>
                  <a:close/>
                </a:path>
              </a:pathLst>
            </a:custGeom>
            <a:solidFill>
              <a:srgbClr val="C7D2D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240" name="Google Shape;17240;p45"/>
            <p:cNvSpPr/>
            <p:nvPr/>
          </p:nvSpPr>
          <p:spPr>
            <a:xfrm>
              <a:off x="1575294" y="4079745"/>
              <a:ext cx="11943" cy="49260"/>
            </a:xfrm>
            <a:custGeom>
              <a:rect b="b" l="l" r="r" t="t"/>
              <a:pathLst>
                <a:path extrusionOk="0" h="1885" w="457">
                  <a:moveTo>
                    <a:pt x="226" y="0"/>
                  </a:moveTo>
                  <a:cubicBezTo>
                    <a:pt x="111" y="0"/>
                    <a:pt x="14" y="96"/>
                    <a:pt x="14" y="221"/>
                  </a:cubicBezTo>
                  <a:lnTo>
                    <a:pt x="14" y="1654"/>
                  </a:lnTo>
                  <a:cubicBezTo>
                    <a:pt x="0" y="1808"/>
                    <a:pt x="113" y="1885"/>
                    <a:pt x="227" y="1885"/>
                  </a:cubicBezTo>
                  <a:cubicBezTo>
                    <a:pt x="341" y="1885"/>
                    <a:pt x="457" y="1808"/>
                    <a:pt x="447" y="1654"/>
                  </a:cubicBezTo>
                  <a:lnTo>
                    <a:pt x="447" y="221"/>
                  </a:lnTo>
                  <a:cubicBezTo>
                    <a:pt x="447" y="96"/>
                    <a:pt x="351" y="0"/>
                    <a:pt x="226" y="0"/>
                  </a:cubicBezTo>
                  <a:close/>
                </a:path>
              </a:pathLst>
            </a:custGeom>
            <a:solidFill>
              <a:srgbClr val="C7D2D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241" name="Google Shape;17241;p45"/>
            <p:cNvSpPr/>
            <p:nvPr/>
          </p:nvSpPr>
          <p:spPr>
            <a:xfrm>
              <a:off x="1485686" y="4079745"/>
              <a:ext cx="11838" cy="49260"/>
            </a:xfrm>
            <a:custGeom>
              <a:rect b="b" l="l" r="r" t="t"/>
              <a:pathLst>
                <a:path extrusionOk="0" h="1885" w="453">
                  <a:moveTo>
                    <a:pt x="232" y="0"/>
                  </a:moveTo>
                  <a:cubicBezTo>
                    <a:pt x="107" y="0"/>
                    <a:pt x="11" y="96"/>
                    <a:pt x="11" y="221"/>
                  </a:cubicBezTo>
                  <a:lnTo>
                    <a:pt x="11" y="1654"/>
                  </a:lnTo>
                  <a:cubicBezTo>
                    <a:pt x="1" y="1808"/>
                    <a:pt x="114" y="1885"/>
                    <a:pt x="227" y="1885"/>
                  </a:cubicBezTo>
                  <a:cubicBezTo>
                    <a:pt x="340" y="1885"/>
                    <a:pt x="453" y="1808"/>
                    <a:pt x="443" y="1654"/>
                  </a:cubicBezTo>
                  <a:lnTo>
                    <a:pt x="443" y="221"/>
                  </a:lnTo>
                  <a:cubicBezTo>
                    <a:pt x="443" y="96"/>
                    <a:pt x="347" y="0"/>
                    <a:pt x="232" y="0"/>
                  </a:cubicBezTo>
                  <a:close/>
                </a:path>
              </a:pathLst>
            </a:custGeom>
            <a:solidFill>
              <a:srgbClr val="C7D2D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242" name="Google Shape;17242;p45"/>
            <p:cNvSpPr/>
            <p:nvPr/>
          </p:nvSpPr>
          <p:spPr>
            <a:xfrm>
              <a:off x="1485686" y="4139536"/>
              <a:ext cx="11838" cy="19129"/>
            </a:xfrm>
            <a:custGeom>
              <a:rect b="b" l="l" r="r" t="t"/>
              <a:pathLst>
                <a:path extrusionOk="0" h="732" w="453">
                  <a:moveTo>
                    <a:pt x="232" y="1"/>
                  </a:moveTo>
                  <a:cubicBezTo>
                    <a:pt x="107" y="1"/>
                    <a:pt x="11" y="97"/>
                    <a:pt x="11" y="222"/>
                  </a:cubicBezTo>
                  <a:lnTo>
                    <a:pt x="11" y="501"/>
                  </a:lnTo>
                  <a:cubicBezTo>
                    <a:pt x="1" y="655"/>
                    <a:pt x="114" y="732"/>
                    <a:pt x="227" y="732"/>
                  </a:cubicBezTo>
                  <a:cubicBezTo>
                    <a:pt x="340" y="732"/>
                    <a:pt x="453" y="655"/>
                    <a:pt x="443" y="501"/>
                  </a:cubicBezTo>
                  <a:lnTo>
                    <a:pt x="443" y="222"/>
                  </a:lnTo>
                  <a:cubicBezTo>
                    <a:pt x="443" y="97"/>
                    <a:pt x="347" y="1"/>
                    <a:pt x="232" y="1"/>
                  </a:cubicBezTo>
                  <a:close/>
                </a:path>
              </a:pathLst>
            </a:custGeom>
            <a:solidFill>
              <a:srgbClr val="C7D2D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243" name="Google Shape;17243;p45"/>
            <p:cNvSpPr/>
            <p:nvPr/>
          </p:nvSpPr>
          <p:spPr>
            <a:xfrm>
              <a:off x="1396626" y="4139536"/>
              <a:ext cx="11943" cy="19129"/>
            </a:xfrm>
            <a:custGeom>
              <a:rect b="b" l="l" r="r" t="t"/>
              <a:pathLst>
                <a:path extrusionOk="0" h="732" w="457">
                  <a:moveTo>
                    <a:pt x="226" y="1"/>
                  </a:moveTo>
                  <a:cubicBezTo>
                    <a:pt x="111" y="1"/>
                    <a:pt x="14" y="97"/>
                    <a:pt x="14" y="222"/>
                  </a:cubicBezTo>
                  <a:lnTo>
                    <a:pt x="14" y="501"/>
                  </a:lnTo>
                  <a:cubicBezTo>
                    <a:pt x="0" y="655"/>
                    <a:pt x="113" y="732"/>
                    <a:pt x="227" y="732"/>
                  </a:cubicBezTo>
                  <a:cubicBezTo>
                    <a:pt x="341" y="732"/>
                    <a:pt x="457" y="655"/>
                    <a:pt x="447" y="501"/>
                  </a:cubicBezTo>
                  <a:lnTo>
                    <a:pt x="447" y="222"/>
                  </a:lnTo>
                  <a:cubicBezTo>
                    <a:pt x="447" y="97"/>
                    <a:pt x="351" y="1"/>
                    <a:pt x="226" y="1"/>
                  </a:cubicBezTo>
                  <a:close/>
                </a:path>
              </a:pathLst>
            </a:custGeom>
            <a:solidFill>
              <a:srgbClr val="C7D2D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244" name="Google Shape;17244;p45"/>
            <p:cNvSpPr/>
            <p:nvPr/>
          </p:nvSpPr>
          <p:spPr>
            <a:xfrm>
              <a:off x="1396626" y="4079745"/>
              <a:ext cx="11943" cy="49260"/>
            </a:xfrm>
            <a:custGeom>
              <a:rect b="b" l="l" r="r" t="t"/>
              <a:pathLst>
                <a:path extrusionOk="0" h="1885" w="457">
                  <a:moveTo>
                    <a:pt x="226" y="0"/>
                  </a:moveTo>
                  <a:cubicBezTo>
                    <a:pt x="111" y="0"/>
                    <a:pt x="14" y="96"/>
                    <a:pt x="14" y="221"/>
                  </a:cubicBezTo>
                  <a:lnTo>
                    <a:pt x="14" y="1654"/>
                  </a:lnTo>
                  <a:cubicBezTo>
                    <a:pt x="0" y="1808"/>
                    <a:pt x="113" y="1885"/>
                    <a:pt x="227" y="1885"/>
                  </a:cubicBezTo>
                  <a:cubicBezTo>
                    <a:pt x="341" y="1885"/>
                    <a:pt x="457" y="1808"/>
                    <a:pt x="447" y="1654"/>
                  </a:cubicBezTo>
                  <a:lnTo>
                    <a:pt x="447" y="221"/>
                  </a:lnTo>
                  <a:cubicBezTo>
                    <a:pt x="447" y="96"/>
                    <a:pt x="351" y="0"/>
                    <a:pt x="226" y="0"/>
                  </a:cubicBezTo>
                  <a:close/>
                </a:path>
              </a:pathLst>
            </a:custGeom>
            <a:solidFill>
              <a:srgbClr val="C7D2D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245" name="Google Shape;17245;p45"/>
            <p:cNvSpPr/>
            <p:nvPr/>
          </p:nvSpPr>
          <p:spPr>
            <a:xfrm>
              <a:off x="1304274" y="3915110"/>
              <a:ext cx="353573" cy="258712"/>
            </a:xfrm>
            <a:custGeom>
              <a:rect b="b" l="l" r="r" t="t"/>
              <a:pathLst>
                <a:path extrusionOk="0" h="9900" w="13530">
                  <a:moveTo>
                    <a:pt x="2276" y="7436"/>
                  </a:moveTo>
                  <a:cubicBezTo>
                    <a:pt x="2616" y="7436"/>
                    <a:pt x="2952" y="7682"/>
                    <a:pt x="2952" y="8108"/>
                  </a:cubicBezTo>
                  <a:cubicBezTo>
                    <a:pt x="2952" y="8300"/>
                    <a:pt x="2875" y="8483"/>
                    <a:pt x="2731" y="8608"/>
                  </a:cubicBezTo>
                  <a:cubicBezTo>
                    <a:pt x="2593" y="8734"/>
                    <a:pt x="2436" y="8788"/>
                    <a:pt x="2285" y="8788"/>
                  </a:cubicBezTo>
                  <a:cubicBezTo>
                    <a:pt x="1846" y="8788"/>
                    <a:pt x="1449" y="8332"/>
                    <a:pt x="1664" y="7839"/>
                  </a:cubicBezTo>
                  <a:cubicBezTo>
                    <a:pt x="1788" y="7562"/>
                    <a:pt x="2033" y="7436"/>
                    <a:pt x="2276" y="7436"/>
                  </a:cubicBezTo>
                  <a:close/>
                  <a:moveTo>
                    <a:pt x="11170" y="1"/>
                  </a:moveTo>
                  <a:cubicBezTo>
                    <a:pt x="11034" y="1"/>
                    <a:pt x="10896" y="35"/>
                    <a:pt x="10770" y="107"/>
                  </a:cubicBezTo>
                  <a:lnTo>
                    <a:pt x="8530" y="1406"/>
                  </a:lnTo>
                  <a:cubicBezTo>
                    <a:pt x="8530" y="1406"/>
                    <a:pt x="923" y="5790"/>
                    <a:pt x="721" y="5944"/>
                  </a:cubicBezTo>
                  <a:cubicBezTo>
                    <a:pt x="250" y="6339"/>
                    <a:pt x="0" y="6925"/>
                    <a:pt x="39" y="7541"/>
                  </a:cubicBezTo>
                  <a:cubicBezTo>
                    <a:pt x="67" y="8137"/>
                    <a:pt x="327" y="8425"/>
                    <a:pt x="606" y="8935"/>
                  </a:cubicBezTo>
                  <a:cubicBezTo>
                    <a:pt x="954" y="9531"/>
                    <a:pt x="1599" y="9899"/>
                    <a:pt x="2292" y="9899"/>
                  </a:cubicBezTo>
                  <a:cubicBezTo>
                    <a:pt x="2326" y="9899"/>
                    <a:pt x="2360" y="9898"/>
                    <a:pt x="2395" y="9896"/>
                  </a:cubicBezTo>
                  <a:cubicBezTo>
                    <a:pt x="3068" y="9858"/>
                    <a:pt x="3404" y="9512"/>
                    <a:pt x="3981" y="9214"/>
                  </a:cubicBezTo>
                  <a:lnTo>
                    <a:pt x="13020" y="4002"/>
                  </a:lnTo>
                  <a:cubicBezTo>
                    <a:pt x="13405" y="3771"/>
                    <a:pt x="13530" y="3281"/>
                    <a:pt x="13309" y="2906"/>
                  </a:cubicBezTo>
                  <a:lnTo>
                    <a:pt x="11914" y="482"/>
                  </a:lnTo>
                  <a:lnTo>
                    <a:pt x="11866" y="396"/>
                  </a:lnTo>
                  <a:cubicBezTo>
                    <a:pt x="11718" y="144"/>
                    <a:pt x="11448" y="1"/>
                    <a:pt x="11170" y="1"/>
                  </a:cubicBezTo>
                  <a:close/>
                </a:path>
              </a:pathLst>
            </a:custGeom>
            <a:solidFill>
              <a:srgbClr val="C1CAD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246" name="Google Shape;17246;p45"/>
            <p:cNvSpPr/>
            <p:nvPr/>
          </p:nvSpPr>
          <p:spPr>
            <a:xfrm>
              <a:off x="1307018" y="3927706"/>
              <a:ext cx="350829" cy="245776"/>
            </a:xfrm>
            <a:custGeom>
              <a:rect b="b" l="l" r="r" t="t"/>
              <a:pathLst>
                <a:path extrusionOk="0" h="9405" w="13425">
                  <a:moveTo>
                    <a:pt x="2171" y="6954"/>
                  </a:moveTo>
                  <a:cubicBezTo>
                    <a:pt x="2511" y="6954"/>
                    <a:pt x="2847" y="7200"/>
                    <a:pt x="2847" y="7626"/>
                  </a:cubicBezTo>
                  <a:cubicBezTo>
                    <a:pt x="2847" y="7818"/>
                    <a:pt x="2770" y="8001"/>
                    <a:pt x="2626" y="8126"/>
                  </a:cubicBezTo>
                  <a:cubicBezTo>
                    <a:pt x="2488" y="8252"/>
                    <a:pt x="2331" y="8306"/>
                    <a:pt x="2180" y="8306"/>
                  </a:cubicBezTo>
                  <a:cubicBezTo>
                    <a:pt x="1741" y="8306"/>
                    <a:pt x="1344" y="7850"/>
                    <a:pt x="1559" y="7357"/>
                  </a:cubicBezTo>
                  <a:cubicBezTo>
                    <a:pt x="1683" y="7080"/>
                    <a:pt x="1928" y="6954"/>
                    <a:pt x="2171" y="6954"/>
                  </a:cubicBezTo>
                  <a:close/>
                  <a:moveTo>
                    <a:pt x="11809" y="0"/>
                  </a:moveTo>
                  <a:lnTo>
                    <a:pt x="8848" y="1702"/>
                  </a:lnTo>
                  <a:lnTo>
                    <a:pt x="8780" y="1741"/>
                  </a:lnTo>
                  <a:lnTo>
                    <a:pt x="8425" y="1943"/>
                  </a:lnTo>
                  <a:lnTo>
                    <a:pt x="895" y="6289"/>
                  </a:lnTo>
                  <a:lnTo>
                    <a:pt x="837" y="6328"/>
                  </a:lnTo>
                  <a:cubicBezTo>
                    <a:pt x="424" y="6587"/>
                    <a:pt x="126" y="6982"/>
                    <a:pt x="1" y="7453"/>
                  </a:cubicBezTo>
                  <a:cubicBezTo>
                    <a:pt x="39" y="7607"/>
                    <a:pt x="107" y="7761"/>
                    <a:pt x="184" y="7895"/>
                  </a:cubicBezTo>
                  <a:lnTo>
                    <a:pt x="501" y="8443"/>
                  </a:lnTo>
                  <a:cubicBezTo>
                    <a:pt x="549" y="8520"/>
                    <a:pt x="607" y="8607"/>
                    <a:pt x="664" y="8674"/>
                  </a:cubicBezTo>
                  <a:cubicBezTo>
                    <a:pt x="1030" y="9136"/>
                    <a:pt x="1588" y="9405"/>
                    <a:pt x="2184" y="9405"/>
                  </a:cubicBezTo>
                  <a:lnTo>
                    <a:pt x="2290" y="9405"/>
                  </a:lnTo>
                  <a:cubicBezTo>
                    <a:pt x="2347" y="9405"/>
                    <a:pt x="2415" y="9395"/>
                    <a:pt x="2472" y="9386"/>
                  </a:cubicBezTo>
                  <a:cubicBezTo>
                    <a:pt x="2934" y="9318"/>
                    <a:pt x="3049" y="9213"/>
                    <a:pt x="4617" y="8309"/>
                  </a:cubicBezTo>
                  <a:lnTo>
                    <a:pt x="12906" y="3520"/>
                  </a:lnTo>
                  <a:cubicBezTo>
                    <a:pt x="13290" y="3299"/>
                    <a:pt x="13425" y="2808"/>
                    <a:pt x="13204" y="2424"/>
                  </a:cubicBezTo>
                  <a:lnTo>
                    <a:pt x="11809" y="0"/>
                  </a:lnTo>
                  <a:close/>
                </a:path>
              </a:pathLst>
            </a:custGeom>
            <a:solidFill>
              <a:srgbClr val="CFD6D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247" name="Google Shape;17247;p45"/>
            <p:cNvSpPr/>
            <p:nvPr/>
          </p:nvSpPr>
          <p:spPr>
            <a:xfrm>
              <a:off x="1560582" y="3944431"/>
              <a:ext cx="65122" cy="74060"/>
            </a:xfrm>
            <a:custGeom>
              <a:rect b="b" l="l" r="r" t="t"/>
              <a:pathLst>
                <a:path extrusionOk="0" h="2834" w="2492">
                  <a:moveTo>
                    <a:pt x="1095" y="1"/>
                  </a:moveTo>
                  <a:cubicBezTo>
                    <a:pt x="1040" y="1"/>
                    <a:pt x="984" y="15"/>
                    <a:pt x="933" y="43"/>
                  </a:cubicBezTo>
                  <a:lnTo>
                    <a:pt x="212" y="457"/>
                  </a:lnTo>
                  <a:cubicBezTo>
                    <a:pt x="58" y="553"/>
                    <a:pt x="0" y="755"/>
                    <a:pt x="97" y="909"/>
                  </a:cubicBezTo>
                  <a:lnTo>
                    <a:pt x="1106" y="2668"/>
                  </a:lnTo>
                  <a:cubicBezTo>
                    <a:pt x="1172" y="2773"/>
                    <a:pt x="1287" y="2834"/>
                    <a:pt x="1403" y="2834"/>
                  </a:cubicBezTo>
                  <a:cubicBezTo>
                    <a:pt x="1456" y="2834"/>
                    <a:pt x="1510" y="2821"/>
                    <a:pt x="1558" y="2793"/>
                  </a:cubicBezTo>
                  <a:lnTo>
                    <a:pt x="2279" y="2370"/>
                  </a:lnTo>
                  <a:cubicBezTo>
                    <a:pt x="2433" y="2284"/>
                    <a:pt x="2491" y="2082"/>
                    <a:pt x="2395" y="1928"/>
                  </a:cubicBezTo>
                  <a:lnTo>
                    <a:pt x="1385" y="168"/>
                  </a:lnTo>
                  <a:cubicBezTo>
                    <a:pt x="1321" y="58"/>
                    <a:pt x="1209" y="1"/>
                    <a:pt x="1095" y="1"/>
                  </a:cubicBezTo>
                  <a:close/>
                </a:path>
              </a:pathLst>
            </a:custGeom>
            <a:solidFill>
              <a:srgbClr val="D1DAE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248" name="Google Shape;17248;p45"/>
            <p:cNvSpPr/>
            <p:nvPr/>
          </p:nvSpPr>
          <p:spPr>
            <a:xfrm>
              <a:off x="1533953" y="3971922"/>
              <a:ext cx="47326" cy="69565"/>
            </a:xfrm>
            <a:custGeom>
              <a:rect b="b" l="l" r="r" t="t"/>
              <a:pathLst>
                <a:path extrusionOk="0" h="2662" w="1811">
                  <a:moveTo>
                    <a:pt x="238" y="1"/>
                  </a:moveTo>
                  <a:cubicBezTo>
                    <a:pt x="216" y="1"/>
                    <a:pt x="195" y="4"/>
                    <a:pt x="173" y="10"/>
                  </a:cubicBezTo>
                  <a:cubicBezTo>
                    <a:pt x="144" y="20"/>
                    <a:pt x="116" y="39"/>
                    <a:pt x="96" y="59"/>
                  </a:cubicBezTo>
                  <a:cubicBezTo>
                    <a:pt x="19" y="126"/>
                    <a:pt x="0" y="232"/>
                    <a:pt x="48" y="318"/>
                  </a:cubicBezTo>
                  <a:lnTo>
                    <a:pt x="769" y="1559"/>
                  </a:lnTo>
                  <a:cubicBezTo>
                    <a:pt x="815" y="1638"/>
                    <a:pt x="883" y="1671"/>
                    <a:pt x="950" y="1671"/>
                  </a:cubicBezTo>
                  <a:cubicBezTo>
                    <a:pt x="1094" y="1671"/>
                    <a:pt x="1233" y="1518"/>
                    <a:pt x="1135" y="1347"/>
                  </a:cubicBezTo>
                  <a:lnTo>
                    <a:pt x="423" y="107"/>
                  </a:lnTo>
                  <a:cubicBezTo>
                    <a:pt x="386" y="39"/>
                    <a:pt x="313" y="1"/>
                    <a:pt x="238" y="1"/>
                  </a:cubicBezTo>
                  <a:close/>
                  <a:moveTo>
                    <a:pt x="1389" y="1978"/>
                  </a:moveTo>
                  <a:cubicBezTo>
                    <a:pt x="1240" y="1978"/>
                    <a:pt x="1093" y="2136"/>
                    <a:pt x="1193" y="2309"/>
                  </a:cubicBezTo>
                  <a:lnTo>
                    <a:pt x="1337" y="2549"/>
                  </a:lnTo>
                  <a:cubicBezTo>
                    <a:pt x="1383" y="2628"/>
                    <a:pt x="1451" y="2661"/>
                    <a:pt x="1520" y="2661"/>
                  </a:cubicBezTo>
                  <a:cubicBezTo>
                    <a:pt x="1667" y="2661"/>
                    <a:pt x="1810" y="2508"/>
                    <a:pt x="1712" y="2338"/>
                  </a:cubicBezTo>
                  <a:lnTo>
                    <a:pt x="1568" y="2088"/>
                  </a:lnTo>
                  <a:cubicBezTo>
                    <a:pt x="1523" y="2010"/>
                    <a:pt x="1456" y="1978"/>
                    <a:pt x="1389" y="1978"/>
                  </a:cubicBezTo>
                  <a:close/>
                </a:path>
              </a:pathLst>
            </a:custGeom>
            <a:solidFill>
              <a:srgbClr val="C7D2D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249" name="Google Shape;17249;p45"/>
            <p:cNvSpPr/>
            <p:nvPr/>
          </p:nvSpPr>
          <p:spPr>
            <a:xfrm>
              <a:off x="1482942" y="3989169"/>
              <a:ext cx="65096" cy="74112"/>
            </a:xfrm>
            <a:custGeom>
              <a:rect b="b" l="l" r="r" t="t"/>
              <a:pathLst>
                <a:path extrusionOk="0" h="2836" w="2491">
                  <a:moveTo>
                    <a:pt x="1095" y="0"/>
                  </a:moveTo>
                  <a:cubicBezTo>
                    <a:pt x="1039" y="0"/>
                    <a:pt x="984" y="14"/>
                    <a:pt x="933" y="43"/>
                  </a:cubicBezTo>
                  <a:lnTo>
                    <a:pt x="212" y="466"/>
                  </a:lnTo>
                  <a:cubicBezTo>
                    <a:pt x="58" y="552"/>
                    <a:pt x="0" y="754"/>
                    <a:pt x="96" y="908"/>
                  </a:cubicBezTo>
                  <a:lnTo>
                    <a:pt x="1106" y="2678"/>
                  </a:lnTo>
                  <a:cubicBezTo>
                    <a:pt x="1170" y="2780"/>
                    <a:pt x="1281" y="2836"/>
                    <a:pt x="1394" y="2836"/>
                  </a:cubicBezTo>
                  <a:cubicBezTo>
                    <a:pt x="1450" y="2836"/>
                    <a:pt x="1507" y="2822"/>
                    <a:pt x="1558" y="2793"/>
                  </a:cubicBezTo>
                  <a:lnTo>
                    <a:pt x="2279" y="2379"/>
                  </a:lnTo>
                  <a:cubicBezTo>
                    <a:pt x="2433" y="2283"/>
                    <a:pt x="2491" y="2081"/>
                    <a:pt x="2395" y="1928"/>
                  </a:cubicBezTo>
                  <a:lnTo>
                    <a:pt x="1385" y="168"/>
                  </a:lnTo>
                  <a:cubicBezTo>
                    <a:pt x="1320" y="58"/>
                    <a:pt x="1208" y="0"/>
                    <a:pt x="1095" y="0"/>
                  </a:cubicBezTo>
                  <a:close/>
                </a:path>
              </a:pathLst>
            </a:custGeom>
            <a:solidFill>
              <a:srgbClr val="B8C6D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250" name="Google Shape;17250;p45"/>
            <p:cNvSpPr/>
            <p:nvPr/>
          </p:nvSpPr>
          <p:spPr>
            <a:xfrm>
              <a:off x="1456548" y="4016922"/>
              <a:ext cx="45497" cy="69382"/>
            </a:xfrm>
            <a:custGeom>
              <a:rect b="b" l="l" r="r" t="t"/>
              <a:pathLst>
                <a:path extrusionOk="0" h="2655" w="1741">
                  <a:moveTo>
                    <a:pt x="221" y="0"/>
                  </a:moveTo>
                  <a:cubicBezTo>
                    <a:pt x="198" y="0"/>
                    <a:pt x="176" y="4"/>
                    <a:pt x="154" y="10"/>
                  </a:cubicBezTo>
                  <a:cubicBezTo>
                    <a:pt x="135" y="19"/>
                    <a:pt x="125" y="19"/>
                    <a:pt x="116" y="29"/>
                  </a:cubicBezTo>
                  <a:cubicBezTo>
                    <a:pt x="39" y="67"/>
                    <a:pt x="0" y="154"/>
                    <a:pt x="10" y="231"/>
                  </a:cubicBezTo>
                  <a:cubicBezTo>
                    <a:pt x="10" y="269"/>
                    <a:pt x="20" y="298"/>
                    <a:pt x="39" y="317"/>
                  </a:cubicBezTo>
                  <a:lnTo>
                    <a:pt x="49" y="356"/>
                  </a:lnTo>
                  <a:lnTo>
                    <a:pt x="558" y="1221"/>
                  </a:lnTo>
                  <a:lnTo>
                    <a:pt x="625" y="1346"/>
                  </a:lnTo>
                  <a:lnTo>
                    <a:pt x="722" y="1510"/>
                  </a:lnTo>
                  <a:lnTo>
                    <a:pt x="750" y="1558"/>
                  </a:lnTo>
                  <a:cubicBezTo>
                    <a:pt x="770" y="1596"/>
                    <a:pt x="799" y="1616"/>
                    <a:pt x="827" y="1635"/>
                  </a:cubicBezTo>
                  <a:cubicBezTo>
                    <a:pt x="866" y="1654"/>
                    <a:pt x="895" y="1664"/>
                    <a:pt x="933" y="1664"/>
                  </a:cubicBezTo>
                  <a:cubicBezTo>
                    <a:pt x="1106" y="1664"/>
                    <a:pt x="1202" y="1491"/>
                    <a:pt x="1126" y="1346"/>
                  </a:cubicBezTo>
                  <a:lnTo>
                    <a:pt x="1126" y="1337"/>
                  </a:lnTo>
                  <a:lnTo>
                    <a:pt x="876" y="914"/>
                  </a:lnTo>
                  <a:lnTo>
                    <a:pt x="808" y="789"/>
                  </a:lnTo>
                  <a:lnTo>
                    <a:pt x="481" y="231"/>
                  </a:lnTo>
                  <a:lnTo>
                    <a:pt x="404" y="106"/>
                  </a:lnTo>
                  <a:cubicBezTo>
                    <a:pt x="395" y="87"/>
                    <a:pt x="375" y="67"/>
                    <a:pt x="366" y="48"/>
                  </a:cubicBezTo>
                  <a:cubicBezTo>
                    <a:pt x="320" y="15"/>
                    <a:pt x="269" y="0"/>
                    <a:pt x="221" y="0"/>
                  </a:cubicBezTo>
                  <a:close/>
                  <a:moveTo>
                    <a:pt x="1375" y="1975"/>
                  </a:moveTo>
                  <a:cubicBezTo>
                    <a:pt x="1228" y="1975"/>
                    <a:pt x="1085" y="2128"/>
                    <a:pt x="1183" y="2298"/>
                  </a:cubicBezTo>
                  <a:lnTo>
                    <a:pt x="1251" y="2414"/>
                  </a:lnTo>
                  <a:lnTo>
                    <a:pt x="1260" y="2423"/>
                  </a:lnTo>
                  <a:lnTo>
                    <a:pt x="1260" y="2443"/>
                  </a:lnTo>
                  <a:lnTo>
                    <a:pt x="1327" y="2548"/>
                  </a:lnTo>
                  <a:cubicBezTo>
                    <a:pt x="1366" y="2616"/>
                    <a:pt x="1433" y="2654"/>
                    <a:pt x="1510" y="2654"/>
                  </a:cubicBezTo>
                  <a:cubicBezTo>
                    <a:pt x="1549" y="2654"/>
                    <a:pt x="1587" y="2645"/>
                    <a:pt x="1616" y="2625"/>
                  </a:cubicBezTo>
                  <a:cubicBezTo>
                    <a:pt x="1693" y="2577"/>
                    <a:pt x="1741" y="2500"/>
                    <a:pt x="1722" y="2414"/>
                  </a:cubicBezTo>
                  <a:cubicBezTo>
                    <a:pt x="1722" y="2385"/>
                    <a:pt x="1712" y="2356"/>
                    <a:pt x="1702" y="2337"/>
                  </a:cubicBezTo>
                  <a:lnTo>
                    <a:pt x="1558" y="2087"/>
                  </a:lnTo>
                  <a:cubicBezTo>
                    <a:pt x="1513" y="2008"/>
                    <a:pt x="1444" y="1975"/>
                    <a:pt x="1375" y="1975"/>
                  </a:cubicBezTo>
                  <a:close/>
                </a:path>
              </a:pathLst>
            </a:custGeom>
            <a:solidFill>
              <a:srgbClr val="C7D2D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251" name="Google Shape;17251;p45"/>
            <p:cNvSpPr/>
            <p:nvPr/>
          </p:nvSpPr>
          <p:spPr>
            <a:xfrm>
              <a:off x="1405799" y="4033778"/>
              <a:ext cx="65096" cy="74112"/>
            </a:xfrm>
            <a:custGeom>
              <a:rect b="b" l="l" r="r" t="t"/>
              <a:pathLst>
                <a:path extrusionOk="0" h="2836" w="2491">
                  <a:moveTo>
                    <a:pt x="1103" y="0"/>
                  </a:moveTo>
                  <a:cubicBezTo>
                    <a:pt x="1046" y="0"/>
                    <a:pt x="987" y="15"/>
                    <a:pt x="933" y="47"/>
                  </a:cubicBezTo>
                  <a:lnTo>
                    <a:pt x="212" y="461"/>
                  </a:lnTo>
                  <a:cubicBezTo>
                    <a:pt x="58" y="547"/>
                    <a:pt x="0" y="749"/>
                    <a:pt x="96" y="903"/>
                  </a:cubicBezTo>
                  <a:lnTo>
                    <a:pt x="1115" y="2673"/>
                  </a:lnTo>
                  <a:cubicBezTo>
                    <a:pt x="1173" y="2775"/>
                    <a:pt x="1282" y="2835"/>
                    <a:pt x="1394" y="2835"/>
                  </a:cubicBezTo>
                  <a:cubicBezTo>
                    <a:pt x="1450" y="2835"/>
                    <a:pt x="1507" y="2820"/>
                    <a:pt x="1558" y="2788"/>
                  </a:cubicBezTo>
                  <a:lnTo>
                    <a:pt x="2279" y="2375"/>
                  </a:lnTo>
                  <a:cubicBezTo>
                    <a:pt x="2433" y="2288"/>
                    <a:pt x="2491" y="2086"/>
                    <a:pt x="2404" y="1923"/>
                  </a:cubicBezTo>
                  <a:lnTo>
                    <a:pt x="1385" y="163"/>
                  </a:lnTo>
                  <a:cubicBezTo>
                    <a:pt x="1327" y="60"/>
                    <a:pt x="1218" y="0"/>
                    <a:pt x="1103" y="0"/>
                  </a:cubicBezTo>
                  <a:close/>
                </a:path>
              </a:pathLst>
            </a:custGeom>
            <a:solidFill>
              <a:srgbClr val="7B8E9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252" name="Google Shape;17252;p45"/>
            <p:cNvSpPr/>
            <p:nvPr/>
          </p:nvSpPr>
          <p:spPr>
            <a:xfrm>
              <a:off x="1379405" y="4061452"/>
              <a:ext cx="45261" cy="69330"/>
            </a:xfrm>
            <a:custGeom>
              <a:rect b="b" l="l" r="r" t="t"/>
              <a:pathLst>
                <a:path extrusionOk="0" h="2653" w="1732">
                  <a:moveTo>
                    <a:pt x="224" y="0"/>
                  </a:moveTo>
                  <a:cubicBezTo>
                    <a:pt x="190" y="0"/>
                    <a:pt x="156" y="9"/>
                    <a:pt x="125" y="27"/>
                  </a:cubicBezTo>
                  <a:cubicBezTo>
                    <a:pt x="106" y="37"/>
                    <a:pt x="96" y="46"/>
                    <a:pt x="87" y="56"/>
                  </a:cubicBezTo>
                  <a:cubicBezTo>
                    <a:pt x="29" y="104"/>
                    <a:pt x="0" y="190"/>
                    <a:pt x="20" y="277"/>
                  </a:cubicBezTo>
                  <a:cubicBezTo>
                    <a:pt x="29" y="287"/>
                    <a:pt x="29" y="306"/>
                    <a:pt x="39" y="325"/>
                  </a:cubicBezTo>
                  <a:lnTo>
                    <a:pt x="87" y="402"/>
                  </a:lnTo>
                  <a:lnTo>
                    <a:pt x="260" y="710"/>
                  </a:lnTo>
                  <a:lnTo>
                    <a:pt x="260" y="719"/>
                  </a:lnTo>
                  <a:lnTo>
                    <a:pt x="366" y="883"/>
                  </a:lnTo>
                  <a:lnTo>
                    <a:pt x="433" y="1008"/>
                  </a:lnTo>
                  <a:lnTo>
                    <a:pt x="472" y="1066"/>
                  </a:lnTo>
                  <a:lnTo>
                    <a:pt x="664" y="1412"/>
                  </a:lnTo>
                  <a:lnTo>
                    <a:pt x="741" y="1537"/>
                  </a:lnTo>
                  <a:lnTo>
                    <a:pt x="750" y="1566"/>
                  </a:lnTo>
                  <a:cubicBezTo>
                    <a:pt x="794" y="1628"/>
                    <a:pt x="867" y="1662"/>
                    <a:pt x="939" y="1662"/>
                  </a:cubicBezTo>
                  <a:cubicBezTo>
                    <a:pt x="977" y="1662"/>
                    <a:pt x="1015" y="1653"/>
                    <a:pt x="1048" y="1633"/>
                  </a:cubicBezTo>
                  <a:cubicBezTo>
                    <a:pt x="1068" y="1614"/>
                    <a:pt x="1087" y="1604"/>
                    <a:pt x="1097" y="1585"/>
                  </a:cubicBezTo>
                  <a:cubicBezTo>
                    <a:pt x="1145" y="1537"/>
                    <a:pt x="1164" y="1469"/>
                    <a:pt x="1154" y="1412"/>
                  </a:cubicBezTo>
                  <a:cubicBezTo>
                    <a:pt x="1154" y="1383"/>
                    <a:pt x="1145" y="1364"/>
                    <a:pt x="1125" y="1335"/>
                  </a:cubicBezTo>
                  <a:lnTo>
                    <a:pt x="1106" y="1287"/>
                  </a:lnTo>
                  <a:lnTo>
                    <a:pt x="1068" y="1239"/>
                  </a:lnTo>
                  <a:lnTo>
                    <a:pt x="1020" y="1152"/>
                  </a:lnTo>
                  <a:lnTo>
                    <a:pt x="866" y="883"/>
                  </a:lnTo>
                  <a:lnTo>
                    <a:pt x="808" y="787"/>
                  </a:lnTo>
                  <a:lnTo>
                    <a:pt x="789" y="758"/>
                  </a:lnTo>
                  <a:lnTo>
                    <a:pt x="779" y="739"/>
                  </a:lnTo>
                  <a:lnTo>
                    <a:pt x="760" y="710"/>
                  </a:lnTo>
                  <a:lnTo>
                    <a:pt x="635" y="479"/>
                  </a:lnTo>
                  <a:lnTo>
                    <a:pt x="558" y="364"/>
                  </a:lnTo>
                  <a:lnTo>
                    <a:pt x="414" y="114"/>
                  </a:lnTo>
                  <a:cubicBezTo>
                    <a:pt x="374" y="41"/>
                    <a:pt x="299" y="0"/>
                    <a:pt x="224" y="0"/>
                  </a:cubicBezTo>
                  <a:close/>
                  <a:moveTo>
                    <a:pt x="1378" y="1969"/>
                  </a:moveTo>
                  <a:cubicBezTo>
                    <a:pt x="1244" y="1969"/>
                    <a:pt x="1110" y="2099"/>
                    <a:pt x="1173" y="2258"/>
                  </a:cubicBezTo>
                  <a:cubicBezTo>
                    <a:pt x="1173" y="2277"/>
                    <a:pt x="1183" y="2287"/>
                    <a:pt x="1183" y="2296"/>
                  </a:cubicBezTo>
                  <a:lnTo>
                    <a:pt x="1327" y="2546"/>
                  </a:lnTo>
                  <a:cubicBezTo>
                    <a:pt x="1365" y="2616"/>
                    <a:pt x="1437" y="2653"/>
                    <a:pt x="1512" y="2653"/>
                  </a:cubicBezTo>
                  <a:cubicBezTo>
                    <a:pt x="1550" y="2653"/>
                    <a:pt x="1589" y="2643"/>
                    <a:pt x="1625" y="2623"/>
                  </a:cubicBezTo>
                  <a:lnTo>
                    <a:pt x="1635" y="2614"/>
                  </a:lnTo>
                  <a:cubicBezTo>
                    <a:pt x="1674" y="2585"/>
                    <a:pt x="1702" y="2546"/>
                    <a:pt x="1722" y="2508"/>
                  </a:cubicBezTo>
                  <a:cubicBezTo>
                    <a:pt x="1731" y="2460"/>
                    <a:pt x="1731" y="2412"/>
                    <a:pt x="1722" y="2373"/>
                  </a:cubicBezTo>
                  <a:cubicBezTo>
                    <a:pt x="1712" y="2354"/>
                    <a:pt x="1712" y="2344"/>
                    <a:pt x="1702" y="2325"/>
                  </a:cubicBezTo>
                  <a:lnTo>
                    <a:pt x="1654" y="2239"/>
                  </a:lnTo>
                  <a:lnTo>
                    <a:pt x="1558" y="2085"/>
                  </a:lnTo>
                  <a:cubicBezTo>
                    <a:pt x="1516" y="2003"/>
                    <a:pt x="1447" y="1969"/>
                    <a:pt x="1378" y="1969"/>
                  </a:cubicBezTo>
                  <a:close/>
                </a:path>
              </a:pathLst>
            </a:custGeom>
            <a:solidFill>
              <a:srgbClr val="C7D2D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253" name="Google Shape;17253;p45"/>
            <p:cNvSpPr/>
            <p:nvPr/>
          </p:nvSpPr>
          <p:spPr>
            <a:xfrm>
              <a:off x="1305267" y="3823907"/>
              <a:ext cx="261612" cy="349993"/>
            </a:xfrm>
            <a:custGeom>
              <a:rect b="b" l="l" r="r" t="t"/>
              <a:pathLst>
                <a:path extrusionOk="0" h="13393" w="10011">
                  <a:moveTo>
                    <a:pt x="2234" y="10926"/>
                  </a:moveTo>
                  <a:cubicBezTo>
                    <a:pt x="2575" y="10926"/>
                    <a:pt x="2914" y="11172"/>
                    <a:pt x="2914" y="11598"/>
                  </a:cubicBezTo>
                  <a:cubicBezTo>
                    <a:pt x="2914" y="11790"/>
                    <a:pt x="2837" y="11973"/>
                    <a:pt x="2693" y="12098"/>
                  </a:cubicBezTo>
                  <a:cubicBezTo>
                    <a:pt x="2555" y="12224"/>
                    <a:pt x="2398" y="12278"/>
                    <a:pt x="2246" y="12278"/>
                  </a:cubicBezTo>
                  <a:cubicBezTo>
                    <a:pt x="1804" y="12278"/>
                    <a:pt x="1404" y="11822"/>
                    <a:pt x="1626" y="11329"/>
                  </a:cubicBezTo>
                  <a:cubicBezTo>
                    <a:pt x="1746" y="11052"/>
                    <a:pt x="1990" y="10926"/>
                    <a:pt x="2234" y="10926"/>
                  </a:cubicBezTo>
                  <a:close/>
                  <a:moveTo>
                    <a:pt x="6594" y="0"/>
                  </a:moveTo>
                  <a:cubicBezTo>
                    <a:pt x="6315" y="0"/>
                    <a:pt x="6044" y="146"/>
                    <a:pt x="5895" y="405"/>
                  </a:cubicBezTo>
                  <a:lnTo>
                    <a:pt x="4491" y="2847"/>
                  </a:lnTo>
                  <a:lnTo>
                    <a:pt x="3587" y="4405"/>
                  </a:lnTo>
                  <a:lnTo>
                    <a:pt x="3058" y="5328"/>
                  </a:lnTo>
                  <a:lnTo>
                    <a:pt x="2635" y="6059"/>
                  </a:lnTo>
                  <a:lnTo>
                    <a:pt x="2578" y="6155"/>
                  </a:lnTo>
                  <a:lnTo>
                    <a:pt x="2395" y="6473"/>
                  </a:lnTo>
                  <a:lnTo>
                    <a:pt x="251" y="10184"/>
                  </a:lnTo>
                  <a:cubicBezTo>
                    <a:pt x="106" y="10444"/>
                    <a:pt x="20" y="10732"/>
                    <a:pt x="1" y="11031"/>
                  </a:cubicBezTo>
                  <a:lnTo>
                    <a:pt x="1" y="11146"/>
                  </a:lnTo>
                  <a:cubicBezTo>
                    <a:pt x="1" y="11242"/>
                    <a:pt x="10" y="11338"/>
                    <a:pt x="20" y="11434"/>
                  </a:cubicBezTo>
                  <a:cubicBezTo>
                    <a:pt x="97" y="11925"/>
                    <a:pt x="347" y="12358"/>
                    <a:pt x="731" y="12665"/>
                  </a:cubicBezTo>
                  <a:cubicBezTo>
                    <a:pt x="799" y="12713"/>
                    <a:pt x="866" y="12761"/>
                    <a:pt x="943" y="12810"/>
                  </a:cubicBezTo>
                  <a:lnTo>
                    <a:pt x="962" y="12819"/>
                  </a:lnTo>
                  <a:lnTo>
                    <a:pt x="1510" y="13136"/>
                  </a:lnTo>
                  <a:cubicBezTo>
                    <a:pt x="1814" y="13310"/>
                    <a:pt x="2144" y="13393"/>
                    <a:pt x="2469" y="13393"/>
                  </a:cubicBezTo>
                  <a:cubicBezTo>
                    <a:pt x="3136" y="13393"/>
                    <a:pt x="3783" y="13048"/>
                    <a:pt x="4145" y="12435"/>
                  </a:cubicBezTo>
                  <a:lnTo>
                    <a:pt x="7588" y="6463"/>
                  </a:lnTo>
                  <a:lnTo>
                    <a:pt x="8492" y="4905"/>
                  </a:lnTo>
                  <a:lnTo>
                    <a:pt x="9790" y="2655"/>
                  </a:lnTo>
                  <a:cubicBezTo>
                    <a:pt x="10011" y="2270"/>
                    <a:pt x="9886" y="1780"/>
                    <a:pt x="9492" y="1559"/>
                  </a:cubicBezTo>
                  <a:lnTo>
                    <a:pt x="7126" y="184"/>
                  </a:lnTo>
                  <a:lnTo>
                    <a:pt x="6991" y="107"/>
                  </a:lnTo>
                  <a:cubicBezTo>
                    <a:pt x="6866" y="35"/>
                    <a:pt x="6729" y="0"/>
                    <a:pt x="6594" y="0"/>
                  </a:cubicBezTo>
                  <a:close/>
                </a:path>
              </a:pathLst>
            </a:custGeom>
            <a:solidFill>
              <a:srgbClr val="CFD6D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254" name="Google Shape;17254;p45"/>
            <p:cNvSpPr/>
            <p:nvPr/>
          </p:nvSpPr>
          <p:spPr>
            <a:xfrm>
              <a:off x="1320345" y="3828690"/>
              <a:ext cx="246299" cy="344792"/>
            </a:xfrm>
            <a:custGeom>
              <a:rect b="b" l="l" r="r" t="t"/>
              <a:pathLst>
                <a:path extrusionOk="0" h="13194" w="9425">
                  <a:moveTo>
                    <a:pt x="1657" y="10743"/>
                  </a:moveTo>
                  <a:cubicBezTo>
                    <a:pt x="1998" y="10743"/>
                    <a:pt x="2337" y="10989"/>
                    <a:pt x="2337" y="11415"/>
                  </a:cubicBezTo>
                  <a:cubicBezTo>
                    <a:pt x="2337" y="11607"/>
                    <a:pt x="2260" y="11790"/>
                    <a:pt x="2116" y="11915"/>
                  </a:cubicBezTo>
                  <a:cubicBezTo>
                    <a:pt x="1978" y="12041"/>
                    <a:pt x="1821" y="12095"/>
                    <a:pt x="1669" y="12095"/>
                  </a:cubicBezTo>
                  <a:cubicBezTo>
                    <a:pt x="1227" y="12095"/>
                    <a:pt x="827" y="11639"/>
                    <a:pt x="1049" y="11146"/>
                  </a:cubicBezTo>
                  <a:cubicBezTo>
                    <a:pt x="1169" y="10869"/>
                    <a:pt x="1413" y="10743"/>
                    <a:pt x="1657" y="10743"/>
                  </a:cubicBezTo>
                  <a:close/>
                  <a:moveTo>
                    <a:pt x="6549" y="1"/>
                  </a:moveTo>
                  <a:lnTo>
                    <a:pt x="5924" y="1068"/>
                  </a:lnTo>
                  <a:lnTo>
                    <a:pt x="5376" y="1982"/>
                  </a:lnTo>
                  <a:lnTo>
                    <a:pt x="4587" y="3328"/>
                  </a:lnTo>
                  <a:lnTo>
                    <a:pt x="4135" y="4107"/>
                  </a:lnTo>
                  <a:lnTo>
                    <a:pt x="3914" y="4501"/>
                  </a:lnTo>
                  <a:lnTo>
                    <a:pt x="3683" y="4886"/>
                  </a:lnTo>
                  <a:lnTo>
                    <a:pt x="3155" y="5809"/>
                  </a:lnTo>
                  <a:lnTo>
                    <a:pt x="3126" y="5857"/>
                  </a:lnTo>
                  <a:lnTo>
                    <a:pt x="2885" y="6280"/>
                  </a:lnTo>
                  <a:lnTo>
                    <a:pt x="1481" y="8713"/>
                  </a:lnTo>
                  <a:cubicBezTo>
                    <a:pt x="1481" y="8713"/>
                    <a:pt x="337" y="10684"/>
                    <a:pt x="327" y="10713"/>
                  </a:cubicBezTo>
                  <a:cubicBezTo>
                    <a:pt x="1" y="11309"/>
                    <a:pt x="20" y="12030"/>
                    <a:pt x="366" y="12617"/>
                  </a:cubicBezTo>
                  <a:lnTo>
                    <a:pt x="385" y="12627"/>
                  </a:lnTo>
                  <a:lnTo>
                    <a:pt x="933" y="12944"/>
                  </a:lnTo>
                  <a:cubicBezTo>
                    <a:pt x="1193" y="13088"/>
                    <a:pt x="1481" y="13184"/>
                    <a:pt x="1780" y="13194"/>
                  </a:cubicBezTo>
                  <a:lnTo>
                    <a:pt x="1895" y="13194"/>
                  </a:lnTo>
                  <a:cubicBezTo>
                    <a:pt x="1953" y="13194"/>
                    <a:pt x="2010" y="13194"/>
                    <a:pt x="2078" y="13184"/>
                  </a:cubicBezTo>
                  <a:cubicBezTo>
                    <a:pt x="2578" y="13146"/>
                    <a:pt x="3049" y="12896"/>
                    <a:pt x="3376" y="12511"/>
                  </a:cubicBezTo>
                  <a:cubicBezTo>
                    <a:pt x="3568" y="12290"/>
                    <a:pt x="3597" y="12175"/>
                    <a:pt x="4501" y="10626"/>
                  </a:cubicBezTo>
                  <a:lnTo>
                    <a:pt x="7020" y="6261"/>
                  </a:lnTo>
                  <a:lnTo>
                    <a:pt x="7030" y="6251"/>
                  </a:lnTo>
                  <a:lnTo>
                    <a:pt x="7915" y="4703"/>
                  </a:lnTo>
                  <a:lnTo>
                    <a:pt x="9213" y="2462"/>
                  </a:lnTo>
                  <a:cubicBezTo>
                    <a:pt x="9424" y="2078"/>
                    <a:pt x="9299" y="1587"/>
                    <a:pt x="8915" y="1376"/>
                  </a:cubicBezTo>
                  <a:lnTo>
                    <a:pt x="6549" y="1"/>
                  </a:lnTo>
                  <a:close/>
                </a:path>
              </a:pathLst>
            </a:custGeom>
            <a:solidFill>
              <a:srgbClr val="E2E6E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255" name="Google Shape;17255;p45"/>
            <p:cNvSpPr/>
            <p:nvPr/>
          </p:nvSpPr>
          <p:spPr>
            <a:xfrm>
              <a:off x="1460076" y="3854979"/>
              <a:ext cx="76647" cy="62561"/>
            </a:xfrm>
            <a:custGeom>
              <a:rect b="b" l="l" r="r" t="t"/>
              <a:pathLst>
                <a:path extrusionOk="0" h="2394" w="2933">
                  <a:moveTo>
                    <a:pt x="793" y="0"/>
                  </a:moveTo>
                  <a:cubicBezTo>
                    <a:pt x="678" y="0"/>
                    <a:pt x="568" y="58"/>
                    <a:pt x="510" y="168"/>
                  </a:cubicBezTo>
                  <a:lnTo>
                    <a:pt x="96" y="889"/>
                  </a:lnTo>
                  <a:cubicBezTo>
                    <a:pt x="0" y="1043"/>
                    <a:pt x="58" y="1245"/>
                    <a:pt x="212" y="1331"/>
                  </a:cubicBezTo>
                  <a:lnTo>
                    <a:pt x="1981" y="2351"/>
                  </a:lnTo>
                  <a:cubicBezTo>
                    <a:pt x="2032" y="2380"/>
                    <a:pt x="2089" y="2393"/>
                    <a:pt x="2145" y="2393"/>
                  </a:cubicBezTo>
                  <a:cubicBezTo>
                    <a:pt x="2257" y="2393"/>
                    <a:pt x="2366" y="2338"/>
                    <a:pt x="2423" y="2235"/>
                  </a:cubicBezTo>
                  <a:lnTo>
                    <a:pt x="2837" y="1514"/>
                  </a:lnTo>
                  <a:cubicBezTo>
                    <a:pt x="2933" y="1351"/>
                    <a:pt x="2875" y="1149"/>
                    <a:pt x="2721" y="1062"/>
                  </a:cubicBezTo>
                  <a:lnTo>
                    <a:pt x="962" y="43"/>
                  </a:lnTo>
                  <a:cubicBezTo>
                    <a:pt x="908" y="14"/>
                    <a:pt x="850" y="0"/>
                    <a:pt x="793" y="0"/>
                  </a:cubicBezTo>
                  <a:close/>
                </a:path>
              </a:pathLst>
            </a:custGeom>
            <a:solidFill>
              <a:srgbClr val="9EAEB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256" name="Google Shape;17256;p45"/>
            <p:cNvSpPr/>
            <p:nvPr/>
          </p:nvSpPr>
          <p:spPr>
            <a:xfrm>
              <a:off x="1414579" y="3932514"/>
              <a:ext cx="76673" cy="62535"/>
            </a:xfrm>
            <a:custGeom>
              <a:rect b="b" l="l" r="r" t="t"/>
              <a:pathLst>
                <a:path extrusionOk="0" h="2393" w="2934">
                  <a:moveTo>
                    <a:pt x="789" y="0"/>
                  </a:moveTo>
                  <a:cubicBezTo>
                    <a:pt x="677" y="0"/>
                    <a:pt x="568" y="60"/>
                    <a:pt x="510" y="163"/>
                  </a:cubicBezTo>
                  <a:lnTo>
                    <a:pt x="97" y="884"/>
                  </a:lnTo>
                  <a:cubicBezTo>
                    <a:pt x="1" y="1038"/>
                    <a:pt x="58" y="1240"/>
                    <a:pt x="212" y="1336"/>
                  </a:cubicBezTo>
                  <a:lnTo>
                    <a:pt x="1972" y="2345"/>
                  </a:lnTo>
                  <a:cubicBezTo>
                    <a:pt x="2026" y="2377"/>
                    <a:pt x="2085" y="2392"/>
                    <a:pt x="2142" y="2392"/>
                  </a:cubicBezTo>
                  <a:cubicBezTo>
                    <a:pt x="2257" y="2392"/>
                    <a:pt x="2366" y="2333"/>
                    <a:pt x="2424" y="2230"/>
                  </a:cubicBezTo>
                  <a:lnTo>
                    <a:pt x="2837" y="1509"/>
                  </a:lnTo>
                  <a:cubicBezTo>
                    <a:pt x="2933" y="1355"/>
                    <a:pt x="2876" y="1153"/>
                    <a:pt x="2722" y="1057"/>
                  </a:cubicBezTo>
                  <a:lnTo>
                    <a:pt x="953" y="47"/>
                  </a:lnTo>
                  <a:cubicBezTo>
                    <a:pt x="901" y="15"/>
                    <a:pt x="845" y="0"/>
                    <a:pt x="789" y="0"/>
                  </a:cubicBezTo>
                  <a:close/>
                </a:path>
              </a:pathLst>
            </a:custGeom>
            <a:solidFill>
              <a:srgbClr val="7C91A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257" name="Google Shape;17257;p45"/>
            <p:cNvSpPr/>
            <p:nvPr/>
          </p:nvSpPr>
          <p:spPr>
            <a:xfrm>
              <a:off x="1370102" y="4009527"/>
              <a:ext cx="76673" cy="62535"/>
            </a:xfrm>
            <a:custGeom>
              <a:rect b="b" l="l" r="r" t="t"/>
              <a:pathLst>
                <a:path extrusionOk="0" h="2393" w="2934">
                  <a:moveTo>
                    <a:pt x="791" y="0"/>
                  </a:moveTo>
                  <a:cubicBezTo>
                    <a:pt x="678" y="0"/>
                    <a:pt x="568" y="58"/>
                    <a:pt x="510" y="168"/>
                  </a:cubicBezTo>
                  <a:lnTo>
                    <a:pt x="97" y="889"/>
                  </a:lnTo>
                  <a:cubicBezTo>
                    <a:pt x="1" y="1043"/>
                    <a:pt x="58" y="1245"/>
                    <a:pt x="212" y="1331"/>
                  </a:cubicBezTo>
                  <a:lnTo>
                    <a:pt x="1972" y="2351"/>
                  </a:lnTo>
                  <a:cubicBezTo>
                    <a:pt x="2026" y="2379"/>
                    <a:pt x="2084" y="2393"/>
                    <a:pt x="2140" y="2393"/>
                  </a:cubicBezTo>
                  <a:cubicBezTo>
                    <a:pt x="2256" y="2393"/>
                    <a:pt x="2366" y="2335"/>
                    <a:pt x="2424" y="2226"/>
                  </a:cubicBezTo>
                  <a:lnTo>
                    <a:pt x="2837" y="1504"/>
                  </a:lnTo>
                  <a:cubicBezTo>
                    <a:pt x="2933" y="1350"/>
                    <a:pt x="2876" y="1149"/>
                    <a:pt x="2722" y="1062"/>
                  </a:cubicBezTo>
                  <a:lnTo>
                    <a:pt x="953" y="43"/>
                  </a:lnTo>
                  <a:cubicBezTo>
                    <a:pt x="902" y="14"/>
                    <a:pt x="846" y="0"/>
                    <a:pt x="791" y="0"/>
                  </a:cubicBezTo>
                  <a:close/>
                </a:path>
              </a:pathLst>
            </a:custGeom>
            <a:solidFill>
              <a:srgbClr val="72869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258" name="Google Shape;17258;p45"/>
            <p:cNvSpPr/>
            <p:nvPr/>
          </p:nvSpPr>
          <p:spPr>
            <a:xfrm>
              <a:off x="1442254" y="3903481"/>
              <a:ext cx="48972" cy="30131"/>
            </a:xfrm>
            <a:custGeom>
              <a:rect b="b" l="l" r="r" t="t"/>
              <a:pathLst>
                <a:path extrusionOk="0" h="1153" w="1874">
                  <a:moveTo>
                    <a:pt x="313" y="1"/>
                  </a:moveTo>
                  <a:cubicBezTo>
                    <a:pt x="124" y="1"/>
                    <a:pt x="0" y="286"/>
                    <a:pt x="211" y="408"/>
                  </a:cubicBezTo>
                  <a:lnTo>
                    <a:pt x="1451" y="1120"/>
                  </a:lnTo>
                  <a:cubicBezTo>
                    <a:pt x="1489" y="1142"/>
                    <a:pt x="1526" y="1152"/>
                    <a:pt x="1561" y="1152"/>
                  </a:cubicBezTo>
                  <a:cubicBezTo>
                    <a:pt x="1750" y="1152"/>
                    <a:pt x="1874" y="868"/>
                    <a:pt x="1663" y="754"/>
                  </a:cubicBezTo>
                  <a:lnTo>
                    <a:pt x="422" y="33"/>
                  </a:lnTo>
                  <a:cubicBezTo>
                    <a:pt x="385" y="11"/>
                    <a:pt x="348" y="1"/>
                    <a:pt x="313" y="1"/>
                  </a:cubicBezTo>
                  <a:close/>
                </a:path>
              </a:pathLst>
            </a:custGeom>
            <a:solidFill>
              <a:srgbClr val="C7D2D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259" name="Google Shape;17259;p45"/>
            <p:cNvSpPr/>
            <p:nvPr/>
          </p:nvSpPr>
          <p:spPr>
            <a:xfrm>
              <a:off x="1494022" y="3933612"/>
              <a:ext cx="23101" cy="15078"/>
            </a:xfrm>
            <a:custGeom>
              <a:rect b="b" l="l" r="r" t="t"/>
              <a:pathLst>
                <a:path extrusionOk="0" h="577" w="884">
                  <a:moveTo>
                    <a:pt x="310" y="1"/>
                  </a:moveTo>
                  <a:cubicBezTo>
                    <a:pt x="123" y="1"/>
                    <a:pt x="1" y="278"/>
                    <a:pt x="211" y="399"/>
                  </a:cubicBezTo>
                  <a:lnTo>
                    <a:pt x="461" y="544"/>
                  </a:lnTo>
                  <a:cubicBezTo>
                    <a:pt x="498" y="566"/>
                    <a:pt x="536" y="576"/>
                    <a:pt x="571" y="576"/>
                  </a:cubicBezTo>
                  <a:cubicBezTo>
                    <a:pt x="759" y="576"/>
                    <a:pt x="883" y="290"/>
                    <a:pt x="672" y="169"/>
                  </a:cubicBezTo>
                  <a:lnTo>
                    <a:pt x="422" y="34"/>
                  </a:lnTo>
                  <a:cubicBezTo>
                    <a:pt x="384" y="11"/>
                    <a:pt x="346" y="1"/>
                    <a:pt x="310" y="1"/>
                  </a:cubicBezTo>
                  <a:close/>
                </a:path>
              </a:pathLst>
            </a:custGeom>
            <a:solidFill>
              <a:srgbClr val="C7D2D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260" name="Google Shape;17260;p45"/>
            <p:cNvSpPr/>
            <p:nvPr/>
          </p:nvSpPr>
          <p:spPr>
            <a:xfrm>
              <a:off x="1397462" y="3981147"/>
              <a:ext cx="48816" cy="30131"/>
            </a:xfrm>
            <a:custGeom>
              <a:rect b="b" l="l" r="r" t="t"/>
              <a:pathLst>
                <a:path extrusionOk="0" h="1153" w="1868">
                  <a:moveTo>
                    <a:pt x="312" y="0"/>
                  </a:moveTo>
                  <a:cubicBezTo>
                    <a:pt x="120" y="0"/>
                    <a:pt x="1" y="286"/>
                    <a:pt x="204" y="407"/>
                  </a:cubicBezTo>
                  <a:lnTo>
                    <a:pt x="1444" y="1119"/>
                  </a:lnTo>
                  <a:cubicBezTo>
                    <a:pt x="1484" y="1142"/>
                    <a:pt x="1523" y="1152"/>
                    <a:pt x="1559" y="1152"/>
                  </a:cubicBezTo>
                  <a:cubicBezTo>
                    <a:pt x="1750" y="1152"/>
                    <a:pt x="1867" y="875"/>
                    <a:pt x="1665" y="754"/>
                  </a:cubicBezTo>
                  <a:lnTo>
                    <a:pt x="425" y="32"/>
                  </a:lnTo>
                  <a:cubicBezTo>
                    <a:pt x="386" y="10"/>
                    <a:pt x="347" y="0"/>
                    <a:pt x="312" y="0"/>
                  </a:cubicBezTo>
                  <a:close/>
                </a:path>
              </a:pathLst>
            </a:custGeom>
            <a:solidFill>
              <a:srgbClr val="C7D2D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261" name="Google Shape;17261;p45"/>
            <p:cNvSpPr/>
            <p:nvPr/>
          </p:nvSpPr>
          <p:spPr>
            <a:xfrm>
              <a:off x="1449022" y="4011042"/>
              <a:ext cx="23101" cy="15288"/>
            </a:xfrm>
            <a:custGeom>
              <a:rect b="b" l="l" r="r" t="t"/>
              <a:pathLst>
                <a:path extrusionOk="0" h="585" w="884">
                  <a:moveTo>
                    <a:pt x="319" y="0"/>
                  </a:moveTo>
                  <a:cubicBezTo>
                    <a:pt x="125" y="0"/>
                    <a:pt x="1" y="286"/>
                    <a:pt x="212" y="408"/>
                  </a:cubicBezTo>
                  <a:lnTo>
                    <a:pt x="462" y="552"/>
                  </a:lnTo>
                  <a:cubicBezTo>
                    <a:pt x="501" y="575"/>
                    <a:pt x="539" y="584"/>
                    <a:pt x="575" y="584"/>
                  </a:cubicBezTo>
                  <a:cubicBezTo>
                    <a:pt x="766" y="584"/>
                    <a:pt x="884" y="299"/>
                    <a:pt x="673" y="177"/>
                  </a:cubicBezTo>
                  <a:lnTo>
                    <a:pt x="683" y="177"/>
                  </a:lnTo>
                  <a:lnTo>
                    <a:pt x="433" y="33"/>
                  </a:lnTo>
                  <a:cubicBezTo>
                    <a:pt x="394" y="10"/>
                    <a:pt x="355" y="0"/>
                    <a:pt x="319" y="0"/>
                  </a:cubicBezTo>
                  <a:close/>
                </a:path>
              </a:pathLst>
            </a:custGeom>
            <a:solidFill>
              <a:srgbClr val="C7D2D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262" name="Google Shape;17262;p45"/>
            <p:cNvSpPr/>
            <p:nvPr/>
          </p:nvSpPr>
          <p:spPr>
            <a:xfrm>
              <a:off x="1404806" y="4088185"/>
              <a:ext cx="22918" cy="15209"/>
            </a:xfrm>
            <a:custGeom>
              <a:rect b="b" l="l" r="r" t="t"/>
              <a:pathLst>
                <a:path extrusionOk="0" h="582" w="877">
                  <a:moveTo>
                    <a:pt x="310" y="0"/>
                  </a:moveTo>
                  <a:cubicBezTo>
                    <a:pt x="118" y="0"/>
                    <a:pt x="0" y="286"/>
                    <a:pt x="211" y="408"/>
                  </a:cubicBezTo>
                  <a:lnTo>
                    <a:pt x="451" y="552"/>
                  </a:lnTo>
                  <a:cubicBezTo>
                    <a:pt x="489" y="573"/>
                    <a:pt x="526" y="581"/>
                    <a:pt x="561" y="581"/>
                  </a:cubicBezTo>
                  <a:cubicBezTo>
                    <a:pt x="755" y="581"/>
                    <a:pt x="877" y="300"/>
                    <a:pt x="673" y="177"/>
                  </a:cubicBezTo>
                  <a:lnTo>
                    <a:pt x="423" y="33"/>
                  </a:lnTo>
                  <a:cubicBezTo>
                    <a:pt x="383" y="10"/>
                    <a:pt x="345" y="0"/>
                    <a:pt x="310" y="0"/>
                  </a:cubicBezTo>
                  <a:close/>
                </a:path>
              </a:pathLst>
            </a:custGeom>
            <a:solidFill>
              <a:srgbClr val="C7D2D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263" name="Google Shape;17263;p45"/>
            <p:cNvSpPr/>
            <p:nvPr/>
          </p:nvSpPr>
          <p:spPr>
            <a:xfrm>
              <a:off x="1352985" y="4058290"/>
              <a:ext cx="48816" cy="30105"/>
            </a:xfrm>
            <a:custGeom>
              <a:rect b="b" l="l" r="r" t="t"/>
              <a:pathLst>
                <a:path extrusionOk="0" h="1152" w="1868">
                  <a:moveTo>
                    <a:pt x="312" y="0"/>
                  </a:moveTo>
                  <a:cubicBezTo>
                    <a:pt x="120" y="0"/>
                    <a:pt x="1" y="286"/>
                    <a:pt x="204" y="408"/>
                  </a:cubicBezTo>
                  <a:lnTo>
                    <a:pt x="1444" y="1119"/>
                  </a:lnTo>
                  <a:cubicBezTo>
                    <a:pt x="1483" y="1142"/>
                    <a:pt x="1521" y="1152"/>
                    <a:pt x="1557" y="1152"/>
                  </a:cubicBezTo>
                  <a:cubicBezTo>
                    <a:pt x="1749" y="1152"/>
                    <a:pt x="1868" y="866"/>
                    <a:pt x="1665" y="744"/>
                  </a:cubicBezTo>
                  <a:lnTo>
                    <a:pt x="425" y="33"/>
                  </a:lnTo>
                  <a:cubicBezTo>
                    <a:pt x="386" y="10"/>
                    <a:pt x="347" y="0"/>
                    <a:pt x="312" y="0"/>
                  </a:cubicBezTo>
                  <a:close/>
                </a:path>
              </a:pathLst>
            </a:custGeom>
            <a:solidFill>
              <a:srgbClr val="C7D2D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264" name="Google Shape;17264;p45"/>
            <p:cNvSpPr/>
            <p:nvPr/>
          </p:nvSpPr>
          <p:spPr>
            <a:xfrm>
              <a:off x="1303751" y="3807339"/>
              <a:ext cx="118903" cy="366404"/>
            </a:xfrm>
            <a:custGeom>
              <a:rect b="b" l="l" r="r" t="t"/>
              <a:pathLst>
                <a:path extrusionOk="0" h="14021" w="4550">
                  <a:moveTo>
                    <a:pt x="2299" y="11559"/>
                  </a:moveTo>
                  <a:cubicBezTo>
                    <a:pt x="2905" y="11559"/>
                    <a:pt x="3203" y="12280"/>
                    <a:pt x="2780" y="12703"/>
                  </a:cubicBezTo>
                  <a:cubicBezTo>
                    <a:pt x="2643" y="12840"/>
                    <a:pt x="2473" y="12902"/>
                    <a:pt x="2307" y="12902"/>
                  </a:cubicBezTo>
                  <a:cubicBezTo>
                    <a:pt x="1960" y="12902"/>
                    <a:pt x="1626" y="12635"/>
                    <a:pt x="1626" y="12232"/>
                  </a:cubicBezTo>
                  <a:cubicBezTo>
                    <a:pt x="1626" y="11857"/>
                    <a:pt x="1934" y="11559"/>
                    <a:pt x="2299" y="11559"/>
                  </a:cubicBezTo>
                  <a:close/>
                  <a:moveTo>
                    <a:pt x="857" y="0"/>
                  </a:moveTo>
                  <a:cubicBezTo>
                    <a:pt x="414" y="0"/>
                    <a:pt x="59" y="356"/>
                    <a:pt x="59" y="798"/>
                  </a:cubicBezTo>
                  <a:cubicBezTo>
                    <a:pt x="59" y="12703"/>
                    <a:pt x="1" y="12299"/>
                    <a:pt x="193" y="12799"/>
                  </a:cubicBezTo>
                  <a:cubicBezTo>
                    <a:pt x="482" y="13530"/>
                    <a:pt x="1193" y="14020"/>
                    <a:pt x="1991" y="14020"/>
                  </a:cubicBezTo>
                  <a:lnTo>
                    <a:pt x="2761" y="14020"/>
                  </a:lnTo>
                  <a:cubicBezTo>
                    <a:pt x="3588" y="13953"/>
                    <a:pt x="4290" y="13376"/>
                    <a:pt x="4492" y="12568"/>
                  </a:cubicBezTo>
                  <a:cubicBezTo>
                    <a:pt x="4530" y="12415"/>
                    <a:pt x="4549" y="12261"/>
                    <a:pt x="4549" y="12107"/>
                  </a:cubicBezTo>
                  <a:lnTo>
                    <a:pt x="4549" y="12097"/>
                  </a:lnTo>
                  <a:lnTo>
                    <a:pt x="4549" y="808"/>
                  </a:lnTo>
                  <a:cubicBezTo>
                    <a:pt x="4549" y="356"/>
                    <a:pt x="4193" y="0"/>
                    <a:pt x="3742" y="0"/>
                  </a:cubicBezTo>
                  <a:close/>
                </a:path>
              </a:pathLst>
            </a:custGeom>
            <a:solidFill>
              <a:srgbClr val="E2E6E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265" name="Google Shape;17265;p45"/>
            <p:cNvSpPr/>
            <p:nvPr/>
          </p:nvSpPr>
          <p:spPr>
            <a:xfrm>
              <a:off x="1326879" y="3807339"/>
              <a:ext cx="95776" cy="366142"/>
            </a:xfrm>
            <a:custGeom>
              <a:rect b="b" l="l" r="r" t="t"/>
              <a:pathLst>
                <a:path extrusionOk="0" h="14011" w="3665">
                  <a:moveTo>
                    <a:pt x="1428" y="11557"/>
                  </a:moveTo>
                  <a:cubicBezTo>
                    <a:pt x="1989" y="11557"/>
                    <a:pt x="2353" y="12295"/>
                    <a:pt x="1866" y="12732"/>
                  </a:cubicBezTo>
                  <a:cubicBezTo>
                    <a:pt x="1741" y="12838"/>
                    <a:pt x="1587" y="12905"/>
                    <a:pt x="1414" y="12905"/>
                  </a:cubicBezTo>
                  <a:cubicBezTo>
                    <a:pt x="674" y="12905"/>
                    <a:pt x="481" y="11876"/>
                    <a:pt x="1174" y="11607"/>
                  </a:cubicBezTo>
                  <a:cubicBezTo>
                    <a:pt x="1261" y="11573"/>
                    <a:pt x="1347" y="11557"/>
                    <a:pt x="1428" y="11557"/>
                  </a:cubicBezTo>
                  <a:close/>
                  <a:moveTo>
                    <a:pt x="876" y="0"/>
                  </a:moveTo>
                  <a:cubicBezTo>
                    <a:pt x="433" y="0"/>
                    <a:pt x="77" y="356"/>
                    <a:pt x="77" y="798"/>
                  </a:cubicBezTo>
                  <a:cubicBezTo>
                    <a:pt x="77" y="12857"/>
                    <a:pt x="1" y="12338"/>
                    <a:pt x="241" y="12886"/>
                  </a:cubicBezTo>
                  <a:cubicBezTo>
                    <a:pt x="529" y="13511"/>
                    <a:pt x="1135" y="13944"/>
                    <a:pt x="1828" y="14011"/>
                  </a:cubicBezTo>
                  <a:lnTo>
                    <a:pt x="1866" y="14011"/>
                  </a:lnTo>
                  <a:cubicBezTo>
                    <a:pt x="2876" y="13934"/>
                    <a:pt x="3655" y="13097"/>
                    <a:pt x="3664" y="12088"/>
                  </a:cubicBezTo>
                  <a:lnTo>
                    <a:pt x="3664" y="808"/>
                  </a:lnTo>
                  <a:cubicBezTo>
                    <a:pt x="3664" y="356"/>
                    <a:pt x="3299" y="0"/>
                    <a:pt x="2857" y="0"/>
                  </a:cubicBezTo>
                  <a:close/>
                </a:path>
              </a:pathLst>
            </a:custGeom>
            <a:solidFill>
              <a:srgbClr val="F7F9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266" name="Google Shape;17266;p45"/>
            <p:cNvSpPr/>
            <p:nvPr/>
          </p:nvSpPr>
          <p:spPr>
            <a:xfrm>
              <a:off x="1328891" y="3834230"/>
              <a:ext cx="70140" cy="38964"/>
            </a:xfrm>
            <a:custGeom>
              <a:rect b="b" l="l" r="r" t="t"/>
              <a:pathLst>
                <a:path extrusionOk="0" h="1491" w="2684">
                  <a:moveTo>
                    <a:pt x="327" y="0"/>
                  </a:moveTo>
                  <a:cubicBezTo>
                    <a:pt x="145" y="0"/>
                    <a:pt x="0" y="154"/>
                    <a:pt x="0" y="327"/>
                  </a:cubicBezTo>
                  <a:lnTo>
                    <a:pt x="0" y="1164"/>
                  </a:lnTo>
                  <a:cubicBezTo>
                    <a:pt x="0" y="1346"/>
                    <a:pt x="145" y="1491"/>
                    <a:pt x="327" y="1491"/>
                  </a:cubicBezTo>
                  <a:lnTo>
                    <a:pt x="2356" y="1491"/>
                  </a:lnTo>
                  <a:cubicBezTo>
                    <a:pt x="2539" y="1491"/>
                    <a:pt x="2683" y="1346"/>
                    <a:pt x="2683" y="1164"/>
                  </a:cubicBezTo>
                  <a:lnTo>
                    <a:pt x="2683" y="327"/>
                  </a:lnTo>
                  <a:cubicBezTo>
                    <a:pt x="2683" y="154"/>
                    <a:pt x="2539" y="0"/>
                    <a:pt x="2356" y="0"/>
                  </a:cubicBezTo>
                  <a:close/>
                </a:path>
              </a:pathLst>
            </a:custGeom>
            <a:solidFill>
              <a:srgbClr val="ACB6C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267" name="Google Shape;17267;p45"/>
            <p:cNvSpPr/>
            <p:nvPr/>
          </p:nvSpPr>
          <p:spPr>
            <a:xfrm>
              <a:off x="1328891" y="3923943"/>
              <a:ext cx="70140" cy="38964"/>
            </a:xfrm>
            <a:custGeom>
              <a:rect b="b" l="l" r="r" t="t"/>
              <a:pathLst>
                <a:path extrusionOk="0" h="1491" w="2684">
                  <a:moveTo>
                    <a:pt x="327" y="0"/>
                  </a:moveTo>
                  <a:cubicBezTo>
                    <a:pt x="145" y="0"/>
                    <a:pt x="0" y="154"/>
                    <a:pt x="0" y="327"/>
                  </a:cubicBezTo>
                  <a:lnTo>
                    <a:pt x="0" y="1164"/>
                  </a:lnTo>
                  <a:cubicBezTo>
                    <a:pt x="0" y="1346"/>
                    <a:pt x="145" y="1491"/>
                    <a:pt x="327" y="1491"/>
                  </a:cubicBezTo>
                  <a:lnTo>
                    <a:pt x="2356" y="1491"/>
                  </a:lnTo>
                  <a:cubicBezTo>
                    <a:pt x="2539" y="1491"/>
                    <a:pt x="2683" y="1346"/>
                    <a:pt x="2683" y="1164"/>
                  </a:cubicBezTo>
                  <a:lnTo>
                    <a:pt x="2683" y="327"/>
                  </a:lnTo>
                  <a:cubicBezTo>
                    <a:pt x="2683" y="154"/>
                    <a:pt x="2539" y="0"/>
                    <a:pt x="2356" y="0"/>
                  </a:cubicBezTo>
                  <a:close/>
                </a:path>
              </a:pathLst>
            </a:custGeom>
            <a:solidFill>
              <a:srgbClr val="7E8D9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268" name="Google Shape;17268;p45"/>
            <p:cNvSpPr/>
            <p:nvPr/>
          </p:nvSpPr>
          <p:spPr>
            <a:xfrm>
              <a:off x="1328891" y="4012898"/>
              <a:ext cx="70140" cy="38964"/>
            </a:xfrm>
            <a:custGeom>
              <a:rect b="b" l="l" r="r" t="t"/>
              <a:pathLst>
                <a:path extrusionOk="0" h="1491" w="2684">
                  <a:moveTo>
                    <a:pt x="327" y="0"/>
                  </a:moveTo>
                  <a:cubicBezTo>
                    <a:pt x="145" y="0"/>
                    <a:pt x="0" y="154"/>
                    <a:pt x="0" y="327"/>
                  </a:cubicBezTo>
                  <a:lnTo>
                    <a:pt x="0" y="1164"/>
                  </a:lnTo>
                  <a:cubicBezTo>
                    <a:pt x="0" y="1346"/>
                    <a:pt x="145" y="1491"/>
                    <a:pt x="327" y="1491"/>
                  </a:cubicBezTo>
                  <a:lnTo>
                    <a:pt x="2356" y="1491"/>
                  </a:lnTo>
                  <a:cubicBezTo>
                    <a:pt x="2539" y="1491"/>
                    <a:pt x="2683" y="1346"/>
                    <a:pt x="2683" y="1164"/>
                  </a:cubicBezTo>
                  <a:lnTo>
                    <a:pt x="2683" y="327"/>
                  </a:lnTo>
                  <a:cubicBezTo>
                    <a:pt x="2683" y="154"/>
                    <a:pt x="2539" y="0"/>
                    <a:pt x="2356" y="0"/>
                  </a:cubicBezTo>
                  <a:close/>
                </a:path>
              </a:pathLst>
            </a:custGeom>
            <a:solidFill>
              <a:srgbClr val="4F647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269" name="Google Shape;17269;p45"/>
            <p:cNvSpPr/>
            <p:nvPr/>
          </p:nvSpPr>
          <p:spPr>
            <a:xfrm>
              <a:off x="1387192" y="3891983"/>
              <a:ext cx="22474" cy="11394"/>
            </a:xfrm>
            <a:custGeom>
              <a:rect b="b" l="l" r="r" t="t"/>
              <a:pathLst>
                <a:path extrusionOk="0" h="436" w="860">
                  <a:moveTo>
                    <a:pt x="584" y="1"/>
                  </a:moveTo>
                  <a:cubicBezTo>
                    <a:pt x="576" y="1"/>
                    <a:pt x="567" y="1"/>
                    <a:pt x="558" y="2"/>
                  </a:cubicBezTo>
                  <a:lnTo>
                    <a:pt x="270" y="2"/>
                  </a:lnTo>
                  <a:cubicBezTo>
                    <a:pt x="0" y="21"/>
                    <a:pt x="0" y="406"/>
                    <a:pt x="270" y="435"/>
                  </a:cubicBezTo>
                  <a:lnTo>
                    <a:pt x="558" y="435"/>
                  </a:lnTo>
                  <a:cubicBezTo>
                    <a:pt x="564" y="435"/>
                    <a:pt x="570" y="435"/>
                    <a:pt x="576" y="435"/>
                  </a:cubicBezTo>
                  <a:cubicBezTo>
                    <a:pt x="857" y="435"/>
                    <a:pt x="860" y="1"/>
                    <a:pt x="584" y="1"/>
                  </a:cubicBezTo>
                  <a:close/>
                </a:path>
              </a:pathLst>
            </a:custGeom>
            <a:solidFill>
              <a:srgbClr val="C7D2D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270" name="Google Shape;17270;p45"/>
            <p:cNvSpPr/>
            <p:nvPr/>
          </p:nvSpPr>
          <p:spPr>
            <a:xfrm>
              <a:off x="1327375" y="3891983"/>
              <a:ext cx="52396" cy="11394"/>
            </a:xfrm>
            <a:custGeom>
              <a:rect b="b" l="l" r="r" t="t"/>
              <a:pathLst>
                <a:path extrusionOk="0" h="436" w="2005">
                  <a:moveTo>
                    <a:pt x="1729" y="1"/>
                  </a:moveTo>
                  <a:cubicBezTo>
                    <a:pt x="1721" y="1"/>
                    <a:pt x="1712" y="1"/>
                    <a:pt x="1703" y="2"/>
                  </a:cubicBezTo>
                  <a:lnTo>
                    <a:pt x="270" y="2"/>
                  </a:lnTo>
                  <a:cubicBezTo>
                    <a:pt x="1" y="21"/>
                    <a:pt x="1" y="406"/>
                    <a:pt x="270" y="435"/>
                  </a:cubicBezTo>
                  <a:lnTo>
                    <a:pt x="1703" y="435"/>
                  </a:lnTo>
                  <a:cubicBezTo>
                    <a:pt x="1709" y="435"/>
                    <a:pt x="1715" y="435"/>
                    <a:pt x="1721" y="435"/>
                  </a:cubicBezTo>
                  <a:cubicBezTo>
                    <a:pt x="2002" y="435"/>
                    <a:pt x="2005" y="1"/>
                    <a:pt x="1729" y="1"/>
                  </a:cubicBezTo>
                  <a:close/>
                </a:path>
              </a:pathLst>
            </a:custGeom>
            <a:solidFill>
              <a:srgbClr val="C7D2D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271" name="Google Shape;17271;p45"/>
            <p:cNvSpPr/>
            <p:nvPr/>
          </p:nvSpPr>
          <p:spPr>
            <a:xfrm>
              <a:off x="1326539" y="3981695"/>
              <a:ext cx="53232" cy="11394"/>
            </a:xfrm>
            <a:custGeom>
              <a:rect b="b" l="l" r="r" t="t"/>
              <a:pathLst>
                <a:path extrusionOk="0" h="436" w="2037">
                  <a:moveTo>
                    <a:pt x="276" y="1"/>
                  </a:moveTo>
                  <a:cubicBezTo>
                    <a:pt x="0" y="1"/>
                    <a:pt x="3" y="435"/>
                    <a:pt x="284" y="435"/>
                  </a:cubicBezTo>
                  <a:cubicBezTo>
                    <a:pt x="290" y="435"/>
                    <a:pt x="296" y="435"/>
                    <a:pt x="302" y="435"/>
                  </a:cubicBezTo>
                  <a:lnTo>
                    <a:pt x="1735" y="435"/>
                  </a:lnTo>
                  <a:cubicBezTo>
                    <a:pt x="1741" y="435"/>
                    <a:pt x="1747" y="435"/>
                    <a:pt x="1753" y="435"/>
                  </a:cubicBezTo>
                  <a:cubicBezTo>
                    <a:pt x="2034" y="435"/>
                    <a:pt x="2037" y="1"/>
                    <a:pt x="1761" y="1"/>
                  </a:cubicBezTo>
                  <a:cubicBezTo>
                    <a:pt x="1753" y="1"/>
                    <a:pt x="1744" y="1"/>
                    <a:pt x="1735" y="2"/>
                  </a:cubicBezTo>
                  <a:lnTo>
                    <a:pt x="302" y="2"/>
                  </a:lnTo>
                  <a:cubicBezTo>
                    <a:pt x="293" y="1"/>
                    <a:pt x="284" y="1"/>
                    <a:pt x="276" y="1"/>
                  </a:cubicBezTo>
                  <a:close/>
                </a:path>
              </a:pathLst>
            </a:custGeom>
            <a:solidFill>
              <a:srgbClr val="C7D2D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272" name="Google Shape;17272;p45"/>
            <p:cNvSpPr/>
            <p:nvPr/>
          </p:nvSpPr>
          <p:spPr>
            <a:xfrm>
              <a:off x="1386330" y="3981695"/>
              <a:ext cx="23336" cy="11394"/>
            </a:xfrm>
            <a:custGeom>
              <a:rect b="b" l="l" r="r" t="t"/>
              <a:pathLst>
                <a:path extrusionOk="0" h="436" w="893">
                  <a:moveTo>
                    <a:pt x="277" y="1"/>
                  </a:moveTo>
                  <a:cubicBezTo>
                    <a:pt x="1" y="1"/>
                    <a:pt x="4" y="435"/>
                    <a:pt x="285" y="435"/>
                  </a:cubicBezTo>
                  <a:cubicBezTo>
                    <a:pt x="291" y="435"/>
                    <a:pt x="297" y="435"/>
                    <a:pt x="303" y="435"/>
                  </a:cubicBezTo>
                  <a:lnTo>
                    <a:pt x="591" y="435"/>
                  </a:lnTo>
                  <a:cubicBezTo>
                    <a:pt x="597" y="435"/>
                    <a:pt x="603" y="435"/>
                    <a:pt x="609" y="435"/>
                  </a:cubicBezTo>
                  <a:cubicBezTo>
                    <a:pt x="890" y="435"/>
                    <a:pt x="893" y="1"/>
                    <a:pt x="617" y="1"/>
                  </a:cubicBezTo>
                  <a:cubicBezTo>
                    <a:pt x="609" y="1"/>
                    <a:pt x="600" y="1"/>
                    <a:pt x="591" y="2"/>
                  </a:cubicBezTo>
                  <a:lnTo>
                    <a:pt x="303" y="2"/>
                  </a:lnTo>
                  <a:cubicBezTo>
                    <a:pt x="294" y="1"/>
                    <a:pt x="285" y="1"/>
                    <a:pt x="277" y="1"/>
                  </a:cubicBezTo>
                  <a:close/>
                </a:path>
              </a:pathLst>
            </a:custGeom>
            <a:solidFill>
              <a:srgbClr val="C7D2D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273" name="Google Shape;17273;p45"/>
            <p:cNvSpPr/>
            <p:nvPr/>
          </p:nvSpPr>
          <p:spPr>
            <a:xfrm>
              <a:off x="1327375" y="4070677"/>
              <a:ext cx="52396" cy="11368"/>
            </a:xfrm>
            <a:custGeom>
              <a:rect b="b" l="l" r="r" t="t"/>
              <a:pathLst>
                <a:path extrusionOk="0" h="435" w="2005">
                  <a:moveTo>
                    <a:pt x="1721" y="0"/>
                  </a:moveTo>
                  <a:cubicBezTo>
                    <a:pt x="1715" y="0"/>
                    <a:pt x="1709" y="1"/>
                    <a:pt x="1703" y="1"/>
                  </a:cubicBezTo>
                  <a:lnTo>
                    <a:pt x="270" y="1"/>
                  </a:lnTo>
                  <a:cubicBezTo>
                    <a:pt x="1" y="20"/>
                    <a:pt x="1" y="414"/>
                    <a:pt x="270" y="434"/>
                  </a:cubicBezTo>
                  <a:lnTo>
                    <a:pt x="1703" y="434"/>
                  </a:lnTo>
                  <a:cubicBezTo>
                    <a:pt x="1709" y="434"/>
                    <a:pt x="1715" y="434"/>
                    <a:pt x="1721" y="434"/>
                  </a:cubicBezTo>
                  <a:cubicBezTo>
                    <a:pt x="2005" y="434"/>
                    <a:pt x="2005" y="0"/>
                    <a:pt x="1721" y="0"/>
                  </a:cubicBezTo>
                  <a:close/>
                </a:path>
              </a:pathLst>
            </a:custGeom>
            <a:solidFill>
              <a:srgbClr val="C7D2D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274" name="Google Shape;17274;p45"/>
            <p:cNvSpPr/>
            <p:nvPr/>
          </p:nvSpPr>
          <p:spPr>
            <a:xfrm>
              <a:off x="1387192" y="4070677"/>
              <a:ext cx="22474" cy="11368"/>
            </a:xfrm>
            <a:custGeom>
              <a:rect b="b" l="l" r="r" t="t"/>
              <a:pathLst>
                <a:path extrusionOk="0" h="435" w="860">
                  <a:moveTo>
                    <a:pt x="576" y="0"/>
                  </a:moveTo>
                  <a:cubicBezTo>
                    <a:pt x="570" y="0"/>
                    <a:pt x="564" y="1"/>
                    <a:pt x="558" y="1"/>
                  </a:cubicBezTo>
                  <a:lnTo>
                    <a:pt x="270" y="1"/>
                  </a:lnTo>
                  <a:cubicBezTo>
                    <a:pt x="0" y="20"/>
                    <a:pt x="0" y="414"/>
                    <a:pt x="270" y="434"/>
                  </a:cubicBezTo>
                  <a:lnTo>
                    <a:pt x="558" y="434"/>
                  </a:lnTo>
                  <a:cubicBezTo>
                    <a:pt x="564" y="434"/>
                    <a:pt x="570" y="434"/>
                    <a:pt x="576" y="434"/>
                  </a:cubicBezTo>
                  <a:cubicBezTo>
                    <a:pt x="860" y="434"/>
                    <a:pt x="860" y="0"/>
                    <a:pt x="576" y="0"/>
                  </a:cubicBezTo>
                  <a:close/>
                </a:path>
              </a:pathLst>
            </a:custGeom>
            <a:solidFill>
              <a:srgbClr val="C7D2D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17275" name="Google Shape;17275;p45"/>
          <p:cNvSpPr/>
          <p:nvPr/>
        </p:nvSpPr>
        <p:spPr>
          <a:xfrm>
            <a:off x="1321365" y="2721303"/>
            <a:ext cx="30157" cy="28667"/>
          </a:xfrm>
          <a:custGeom>
            <a:rect b="b" l="l" r="r" t="t"/>
            <a:pathLst>
              <a:path extrusionOk="0" h="1097" w="1154">
                <a:moveTo>
                  <a:pt x="856" y="1"/>
                </a:moveTo>
                <a:lnTo>
                  <a:pt x="125" y="731"/>
                </a:lnTo>
                <a:cubicBezTo>
                  <a:pt x="0" y="866"/>
                  <a:pt x="87" y="1087"/>
                  <a:pt x="269" y="1097"/>
                </a:cubicBezTo>
                <a:cubicBezTo>
                  <a:pt x="423" y="1097"/>
                  <a:pt x="414" y="1030"/>
                  <a:pt x="1154" y="299"/>
                </a:cubicBezTo>
                <a:lnTo>
                  <a:pt x="856" y="1"/>
                </a:lnTo>
                <a:close/>
              </a:path>
            </a:pathLst>
          </a:custGeom>
          <a:solidFill>
            <a:srgbClr val="B7C5D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nvGrpSpPr>
          <p:cNvPr id="17276" name="Google Shape;17276;p45"/>
          <p:cNvGrpSpPr/>
          <p:nvPr/>
        </p:nvGrpSpPr>
        <p:grpSpPr>
          <a:xfrm>
            <a:off x="1310049" y="2706774"/>
            <a:ext cx="384749" cy="366613"/>
            <a:chOff x="1310049" y="2891421"/>
            <a:chExt cx="384749" cy="366613"/>
          </a:xfrm>
        </p:grpSpPr>
        <p:sp>
          <p:nvSpPr>
            <p:cNvPr id="17277" name="Google Shape;17277;p45"/>
            <p:cNvSpPr/>
            <p:nvPr/>
          </p:nvSpPr>
          <p:spPr>
            <a:xfrm>
              <a:off x="1310049" y="2891421"/>
              <a:ext cx="384749" cy="366613"/>
            </a:xfrm>
            <a:custGeom>
              <a:rect b="b" l="l" r="r" t="t"/>
              <a:pathLst>
                <a:path extrusionOk="0" h="14029" w="14723">
                  <a:moveTo>
                    <a:pt x="2761" y="5861"/>
                  </a:moveTo>
                  <a:cubicBezTo>
                    <a:pt x="2829" y="5861"/>
                    <a:pt x="2897" y="5886"/>
                    <a:pt x="2952" y="5942"/>
                  </a:cubicBezTo>
                  <a:lnTo>
                    <a:pt x="8126" y="11105"/>
                  </a:lnTo>
                  <a:cubicBezTo>
                    <a:pt x="8309" y="11288"/>
                    <a:pt x="8184" y="11586"/>
                    <a:pt x="7924" y="11596"/>
                  </a:cubicBezTo>
                  <a:lnTo>
                    <a:pt x="2760" y="11596"/>
                  </a:lnTo>
                  <a:cubicBezTo>
                    <a:pt x="2606" y="11596"/>
                    <a:pt x="2472" y="11461"/>
                    <a:pt x="2472" y="11307"/>
                  </a:cubicBezTo>
                  <a:lnTo>
                    <a:pt x="2472" y="6144"/>
                  </a:lnTo>
                  <a:cubicBezTo>
                    <a:pt x="2478" y="5974"/>
                    <a:pt x="2618" y="5861"/>
                    <a:pt x="2761" y="5861"/>
                  </a:cubicBezTo>
                  <a:close/>
                  <a:moveTo>
                    <a:pt x="512" y="1"/>
                  </a:moveTo>
                  <a:cubicBezTo>
                    <a:pt x="245" y="1"/>
                    <a:pt x="0" y="217"/>
                    <a:pt x="0" y="509"/>
                  </a:cubicBezTo>
                  <a:lnTo>
                    <a:pt x="0" y="13509"/>
                  </a:lnTo>
                  <a:cubicBezTo>
                    <a:pt x="0" y="13798"/>
                    <a:pt x="231" y="14029"/>
                    <a:pt x="520" y="14029"/>
                  </a:cubicBezTo>
                  <a:lnTo>
                    <a:pt x="13511" y="14029"/>
                  </a:lnTo>
                  <a:cubicBezTo>
                    <a:pt x="13905" y="14029"/>
                    <a:pt x="14155" y="13596"/>
                    <a:pt x="13953" y="13250"/>
                  </a:cubicBezTo>
                  <a:cubicBezTo>
                    <a:pt x="13905" y="13163"/>
                    <a:pt x="14722" y="13990"/>
                    <a:pt x="875" y="153"/>
                  </a:cubicBezTo>
                  <a:cubicBezTo>
                    <a:pt x="837" y="114"/>
                    <a:pt x="798" y="76"/>
                    <a:pt x="741" y="57"/>
                  </a:cubicBezTo>
                  <a:cubicBezTo>
                    <a:pt x="666" y="18"/>
                    <a:pt x="588" y="1"/>
                    <a:pt x="512" y="1"/>
                  </a:cubicBezTo>
                  <a:close/>
                </a:path>
              </a:pathLst>
            </a:custGeom>
            <a:solidFill>
              <a:srgbClr val="BCCAD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278" name="Google Shape;17278;p45"/>
            <p:cNvSpPr/>
            <p:nvPr/>
          </p:nvSpPr>
          <p:spPr>
            <a:xfrm>
              <a:off x="1342218" y="2904697"/>
              <a:ext cx="324932" cy="324696"/>
            </a:xfrm>
            <a:custGeom>
              <a:rect b="b" l="l" r="r" t="t"/>
              <a:pathLst>
                <a:path extrusionOk="0" h="12425" w="12434">
                  <a:moveTo>
                    <a:pt x="1530" y="5353"/>
                  </a:moveTo>
                  <a:cubicBezTo>
                    <a:pt x="1598" y="5353"/>
                    <a:pt x="1666" y="5378"/>
                    <a:pt x="1721" y="5434"/>
                  </a:cubicBezTo>
                  <a:lnTo>
                    <a:pt x="6895" y="10597"/>
                  </a:lnTo>
                  <a:cubicBezTo>
                    <a:pt x="7068" y="10780"/>
                    <a:pt x="6953" y="11078"/>
                    <a:pt x="6693" y="11088"/>
                  </a:cubicBezTo>
                  <a:lnTo>
                    <a:pt x="1529" y="11088"/>
                  </a:lnTo>
                  <a:cubicBezTo>
                    <a:pt x="1375" y="11088"/>
                    <a:pt x="1241" y="10953"/>
                    <a:pt x="1241" y="10799"/>
                  </a:cubicBezTo>
                  <a:lnTo>
                    <a:pt x="1241" y="5636"/>
                  </a:lnTo>
                  <a:cubicBezTo>
                    <a:pt x="1247" y="5466"/>
                    <a:pt x="1387" y="5353"/>
                    <a:pt x="1530" y="5353"/>
                  </a:cubicBezTo>
                  <a:close/>
                  <a:moveTo>
                    <a:pt x="0" y="1"/>
                  </a:moveTo>
                  <a:lnTo>
                    <a:pt x="0" y="11915"/>
                  </a:lnTo>
                  <a:cubicBezTo>
                    <a:pt x="0" y="12203"/>
                    <a:pt x="231" y="12424"/>
                    <a:pt x="519" y="12424"/>
                  </a:cubicBezTo>
                  <a:lnTo>
                    <a:pt x="12434" y="12424"/>
                  </a:lnTo>
                  <a:lnTo>
                    <a:pt x="2337" y="2328"/>
                  </a:lnTo>
                  <a:lnTo>
                    <a:pt x="58" y="58"/>
                  </a:lnTo>
                  <a:lnTo>
                    <a:pt x="0" y="1"/>
                  </a:lnTo>
                  <a:close/>
                </a:path>
              </a:pathLst>
            </a:custGeom>
            <a:solidFill>
              <a:srgbClr val="CAD5D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279" name="Google Shape;17279;p45"/>
            <p:cNvSpPr/>
            <p:nvPr/>
          </p:nvSpPr>
          <p:spPr>
            <a:xfrm>
              <a:off x="1355546" y="2931848"/>
              <a:ext cx="22134" cy="19573"/>
            </a:xfrm>
            <a:custGeom>
              <a:rect b="b" l="l" r="r" t="t"/>
              <a:pathLst>
                <a:path extrusionOk="0" h="749" w="847">
                  <a:moveTo>
                    <a:pt x="538" y="0"/>
                  </a:moveTo>
                  <a:lnTo>
                    <a:pt x="163" y="385"/>
                  </a:lnTo>
                  <a:cubicBezTo>
                    <a:pt x="1" y="533"/>
                    <a:pt x="145" y="749"/>
                    <a:pt x="312" y="749"/>
                  </a:cubicBezTo>
                  <a:cubicBezTo>
                    <a:pt x="363" y="749"/>
                    <a:pt x="415" y="729"/>
                    <a:pt x="461" y="683"/>
                  </a:cubicBezTo>
                  <a:lnTo>
                    <a:pt x="846" y="308"/>
                  </a:lnTo>
                  <a:lnTo>
                    <a:pt x="538" y="0"/>
                  </a:lnTo>
                  <a:close/>
                </a:path>
              </a:pathLst>
            </a:custGeom>
            <a:solidFill>
              <a:srgbClr val="B7C5D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280" name="Google Shape;17280;p45"/>
            <p:cNvSpPr/>
            <p:nvPr/>
          </p:nvSpPr>
          <p:spPr>
            <a:xfrm>
              <a:off x="1372610" y="2957720"/>
              <a:ext cx="30680" cy="28667"/>
            </a:xfrm>
            <a:custGeom>
              <a:rect b="b" l="l" r="r" t="t"/>
              <a:pathLst>
                <a:path extrusionOk="0" h="1097" w="1174">
                  <a:moveTo>
                    <a:pt x="866" y="1"/>
                  </a:moveTo>
                  <a:lnTo>
                    <a:pt x="135" y="731"/>
                  </a:lnTo>
                  <a:cubicBezTo>
                    <a:pt x="1" y="866"/>
                    <a:pt x="97" y="1097"/>
                    <a:pt x="289" y="1097"/>
                  </a:cubicBezTo>
                  <a:cubicBezTo>
                    <a:pt x="433" y="1097"/>
                    <a:pt x="424" y="1029"/>
                    <a:pt x="1174" y="299"/>
                  </a:cubicBezTo>
                  <a:lnTo>
                    <a:pt x="866" y="1"/>
                  </a:lnTo>
                  <a:close/>
                </a:path>
              </a:pathLst>
            </a:custGeom>
            <a:solidFill>
              <a:srgbClr val="B7C5D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281" name="Google Shape;17281;p45"/>
            <p:cNvSpPr/>
            <p:nvPr/>
          </p:nvSpPr>
          <p:spPr>
            <a:xfrm>
              <a:off x="1407001" y="2983356"/>
              <a:ext cx="21925" cy="19599"/>
            </a:xfrm>
            <a:custGeom>
              <a:rect b="b" l="l" r="r" t="t"/>
              <a:pathLst>
                <a:path extrusionOk="0" h="750" w="839">
                  <a:moveTo>
                    <a:pt x="541" y="0"/>
                  </a:moveTo>
                  <a:lnTo>
                    <a:pt x="156" y="375"/>
                  </a:lnTo>
                  <a:cubicBezTo>
                    <a:pt x="0" y="531"/>
                    <a:pt x="141" y="749"/>
                    <a:pt x="311" y="749"/>
                  </a:cubicBezTo>
                  <a:cubicBezTo>
                    <a:pt x="362" y="749"/>
                    <a:pt x="415" y="730"/>
                    <a:pt x="464" y="683"/>
                  </a:cubicBezTo>
                  <a:lnTo>
                    <a:pt x="839" y="308"/>
                  </a:lnTo>
                  <a:lnTo>
                    <a:pt x="541" y="0"/>
                  </a:lnTo>
                  <a:close/>
                </a:path>
              </a:pathLst>
            </a:custGeom>
            <a:solidFill>
              <a:srgbClr val="B7C5D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282" name="Google Shape;17282;p45"/>
            <p:cNvSpPr/>
            <p:nvPr/>
          </p:nvSpPr>
          <p:spPr>
            <a:xfrm>
              <a:off x="1424379" y="3009227"/>
              <a:ext cx="30444" cy="28693"/>
            </a:xfrm>
            <a:custGeom>
              <a:rect b="b" l="l" r="r" t="t"/>
              <a:pathLst>
                <a:path extrusionOk="0" h="1098" w="1165">
                  <a:moveTo>
                    <a:pt x="866" y="1"/>
                  </a:moveTo>
                  <a:lnTo>
                    <a:pt x="126" y="732"/>
                  </a:lnTo>
                  <a:cubicBezTo>
                    <a:pt x="1" y="866"/>
                    <a:pt x="97" y="1087"/>
                    <a:pt x="279" y="1097"/>
                  </a:cubicBezTo>
                  <a:cubicBezTo>
                    <a:pt x="424" y="1097"/>
                    <a:pt x="414" y="1030"/>
                    <a:pt x="1164" y="299"/>
                  </a:cubicBezTo>
                  <a:lnTo>
                    <a:pt x="866" y="1"/>
                  </a:lnTo>
                  <a:close/>
                </a:path>
              </a:pathLst>
            </a:custGeom>
            <a:solidFill>
              <a:srgbClr val="B7C5D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283" name="Google Shape;17283;p45"/>
            <p:cNvSpPr/>
            <p:nvPr/>
          </p:nvSpPr>
          <p:spPr>
            <a:xfrm>
              <a:off x="1458769" y="3035124"/>
              <a:ext cx="21925" cy="19338"/>
            </a:xfrm>
            <a:custGeom>
              <a:rect b="b" l="l" r="r" t="t"/>
              <a:pathLst>
                <a:path extrusionOk="0" h="740" w="839">
                  <a:moveTo>
                    <a:pt x="540" y="0"/>
                  </a:moveTo>
                  <a:lnTo>
                    <a:pt x="156" y="375"/>
                  </a:lnTo>
                  <a:cubicBezTo>
                    <a:pt x="1" y="523"/>
                    <a:pt x="141" y="739"/>
                    <a:pt x="306" y="739"/>
                  </a:cubicBezTo>
                  <a:cubicBezTo>
                    <a:pt x="356" y="739"/>
                    <a:pt x="407" y="720"/>
                    <a:pt x="454" y="673"/>
                  </a:cubicBezTo>
                  <a:lnTo>
                    <a:pt x="839" y="298"/>
                  </a:lnTo>
                  <a:lnTo>
                    <a:pt x="540" y="0"/>
                  </a:lnTo>
                  <a:close/>
                </a:path>
              </a:pathLst>
            </a:custGeom>
            <a:solidFill>
              <a:srgbClr val="B7C5D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284" name="Google Shape;17284;p45"/>
            <p:cNvSpPr/>
            <p:nvPr/>
          </p:nvSpPr>
          <p:spPr>
            <a:xfrm>
              <a:off x="1475886" y="3060995"/>
              <a:ext cx="30444" cy="28667"/>
            </a:xfrm>
            <a:custGeom>
              <a:rect b="b" l="l" r="r" t="t"/>
              <a:pathLst>
                <a:path extrusionOk="0" h="1097" w="1165">
                  <a:moveTo>
                    <a:pt x="866" y="1"/>
                  </a:moveTo>
                  <a:lnTo>
                    <a:pt x="136" y="732"/>
                  </a:lnTo>
                  <a:cubicBezTo>
                    <a:pt x="1" y="866"/>
                    <a:pt x="97" y="1087"/>
                    <a:pt x="289" y="1097"/>
                  </a:cubicBezTo>
                  <a:cubicBezTo>
                    <a:pt x="434" y="1097"/>
                    <a:pt x="424" y="1030"/>
                    <a:pt x="1164" y="299"/>
                  </a:cubicBezTo>
                  <a:lnTo>
                    <a:pt x="866" y="1"/>
                  </a:lnTo>
                  <a:close/>
                </a:path>
              </a:pathLst>
            </a:custGeom>
            <a:solidFill>
              <a:srgbClr val="B7C5D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285" name="Google Shape;17285;p45"/>
            <p:cNvSpPr/>
            <p:nvPr/>
          </p:nvSpPr>
          <p:spPr>
            <a:xfrm>
              <a:off x="1510276" y="3086631"/>
              <a:ext cx="21925" cy="19599"/>
            </a:xfrm>
            <a:custGeom>
              <a:rect b="b" l="l" r="r" t="t"/>
              <a:pathLst>
                <a:path extrusionOk="0" h="750" w="839">
                  <a:moveTo>
                    <a:pt x="541" y="1"/>
                  </a:moveTo>
                  <a:lnTo>
                    <a:pt x="156" y="376"/>
                  </a:lnTo>
                  <a:cubicBezTo>
                    <a:pt x="1" y="531"/>
                    <a:pt x="142" y="749"/>
                    <a:pt x="307" y="749"/>
                  </a:cubicBezTo>
                  <a:cubicBezTo>
                    <a:pt x="356" y="749"/>
                    <a:pt x="408" y="730"/>
                    <a:pt x="454" y="683"/>
                  </a:cubicBezTo>
                  <a:lnTo>
                    <a:pt x="839" y="308"/>
                  </a:lnTo>
                  <a:lnTo>
                    <a:pt x="541" y="1"/>
                  </a:lnTo>
                  <a:close/>
                </a:path>
              </a:pathLst>
            </a:custGeom>
            <a:solidFill>
              <a:srgbClr val="B7C5D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286" name="Google Shape;17286;p45"/>
            <p:cNvSpPr/>
            <p:nvPr/>
          </p:nvSpPr>
          <p:spPr>
            <a:xfrm>
              <a:off x="1527655" y="3112267"/>
              <a:ext cx="30444" cy="28667"/>
            </a:xfrm>
            <a:custGeom>
              <a:rect b="b" l="l" r="r" t="t"/>
              <a:pathLst>
                <a:path extrusionOk="0" h="1097" w="1165">
                  <a:moveTo>
                    <a:pt x="857" y="0"/>
                  </a:moveTo>
                  <a:lnTo>
                    <a:pt x="126" y="741"/>
                  </a:lnTo>
                  <a:cubicBezTo>
                    <a:pt x="1" y="875"/>
                    <a:pt x="97" y="1097"/>
                    <a:pt x="280" y="1097"/>
                  </a:cubicBezTo>
                  <a:cubicBezTo>
                    <a:pt x="424" y="1097"/>
                    <a:pt x="414" y="1029"/>
                    <a:pt x="1164" y="299"/>
                  </a:cubicBezTo>
                  <a:lnTo>
                    <a:pt x="857" y="0"/>
                  </a:lnTo>
                  <a:close/>
                </a:path>
              </a:pathLst>
            </a:custGeom>
            <a:solidFill>
              <a:srgbClr val="B7C5D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287" name="Google Shape;17287;p45"/>
            <p:cNvSpPr/>
            <p:nvPr/>
          </p:nvSpPr>
          <p:spPr>
            <a:xfrm>
              <a:off x="1578639" y="3164036"/>
              <a:ext cx="31228" cy="28876"/>
            </a:xfrm>
            <a:custGeom>
              <a:rect b="b" l="l" r="r" t="t"/>
              <a:pathLst>
                <a:path extrusionOk="0" h="1105" w="1195">
                  <a:moveTo>
                    <a:pt x="887" y="0"/>
                  </a:moveTo>
                  <a:lnTo>
                    <a:pt x="156" y="731"/>
                  </a:lnTo>
                  <a:cubicBezTo>
                    <a:pt x="0" y="887"/>
                    <a:pt x="141" y="1105"/>
                    <a:pt x="306" y="1105"/>
                  </a:cubicBezTo>
                  <a:cubicBezTo>
                    <a:pt x="356" y="1105"/>
                    <a:pt x="407" y="1085"/>
                    <a:pt x="454" y="1039"/>
                  </a:cubicBezTo>
                  <a:lnTo>
                    <a:pt x="1194" y="308"/>
                  </a:lnTo>
                  <a:lnTo>
                    <a:pt x="887" y="0"/>
                  </a:lnTo>
                  <a:close/>
                </a:path>
              </a:pathLst>
            </a:custGeom>
            <a:solidFill>
              <a:srgbClr val="B7C5D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288" name="Google Shape;17288;p45"/>
            <p:cNvSpPr/>
            <p:nvPr/>
          </p:nvSpPr>
          <p:spPr>
            <a:xfrm>
              <a:off x="1614101" y="3189907"/>
              <a:ext cx="21403" cy="19390"/>
            </a:xfrm>
            <a:custGeom>
              <a:rect b="b" l="l" r="r" t="t"/>
              <a:pathLst>
                <a:path extrusionOk="0" h="742" w="819">
                  <a:moveTo>
                    <a:pt x="520" y="1"/>
                  </a:moveTo>
                  <a:lnTo>
                    <a:pt x="135" y="376"/>
                  </a:lnTo>
                  <a:cubicBezTo>
                    <a:pt x="1" y="510"/>
                    <a:pt x="97" y="741"/>
                    <a:pt x="289" y="741"/>
                  </a:cubicBezTo>
                  <a:cubicBezTo>
                    <a:pt x="424" y="741"/>
                    <a:pt x="453" y="664"/>
                    <a:pt x="818" y="299"/>
                  </a:cubicBezTo>
                  <a:lnTo>
                    <a:pt x="520" y="1"/>
                  </a:lnTo>
                  <a:close/>
                </a:path>
              </a:pathLst>
            </a:custGeom>
            <a:solidFill>
              <a:srgbClr val="B7C5D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289" name="Google Shape;17289;p45"/>
            <p:cNvSpPr/>
            <p:nvPr/>
          </p:nvSpPr>
          <p:spPr>
            <a:xfrm>
              <a:off x="1630930" y="3215804"/>
              <a:ext cx="30444" cy="28406"/>
            </a:xfrm>
            <a:custGeom>
              <a:rect b="b" l="l" r="r" t="t"/>
              <a:pathLst>
                <a:path extrusionOk="0" h="1087" w="1165">
                  <a:moveTo>
                    <a:pt x="857" y="0"/>
                  </a:moveTo>
                  <a:lnTo>
                    <a:pt x="126" y="731"/>
                  </a:lnTo>
                  <a:cubicBezTo>
                    <a:pt x="1" y="866"/>
                    <a:pt x="97" y="1087"/>
                    <a:pt x="280" y="1087"/>
                  </a:cubicBezTo>
                  <a:cubicBezTo>
                    <a:pt x="424" y="1087"/>
                    <a:pt x="414" y="1020"/>
                    <a:pt x="1165" y="298"/>
                  </a:cubicBezTo>
                  <a:lnTo>
                    <a:pt x="857" y="0"/>
                  </a:lnTo>
                  <a:close/>
                </a:path>
              </a:pathLst>
            </a:custGeom>
            <a:solidFill>
              <a:srgbClr val="B7C5D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290" name="Google Shape;17290;p45"/>
            <p:cNvSpPr/>
            <p:nvPr/>
          </p:nvSpPr>
          <p:spPr>
            <a:xfrm>
              <a:off x="1562332" y="3138138"/>
              <a:ext cx="21403" cy="19286"/>
            </a:xfrm>
            <a:custGeom>
              <a:rect b="b" l="l" r="r" t="t"/>
              <a:pathLst>
                <a:path extrusionOk="0" h="738" w="819">
                  <a:moveTo>
                    <a:pt x="520" y="1"/>
                  </a:moveTo>
                  <a:lnTo>
                    <a:pt x="135" y="376"/>
                  </a:lnTo>
                  <a:cubicBezTo>
                    <a:pt x="0" y="533"/>
                    <a:pt x="140" y="738"/>
                    <a:pt x="304" y="738"/>
                  </a:cubicBezTo>
                  <a:cubicBezTo>
                    <a:pt x="351" y="738"/>
                    <a:pt x="399" y="722"/>
                    <a:pt x="443" y="684"/>
                  </a:cubicBezTo>
                  <a:lnTo>
                    <a:pt x="818" y="309"/>
                  </a:lnTo>
                  <a:lnTo>
                    <a:pt x="520" y="1"/>
                  </a:lnTo>
                  <a:close/>
                </a:path>
              </a:pathLst>
            </a:custGeom>
            <a:solidFill>
              <a:srgbClr val="B7C5D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7291" name="Google Shape;17291;p45"/>
          <p:cNvGrpSpPr/>
          <p:nvPr/>
        </p:nvGrpSpPr>
        <p:grpSpPr>
          <a:xfrm>
            <a:off x="849673" y="2706695"/>
            <a:ext cx="383468" cy="366665"/>
            <a:chOff x="849673" y="2891343"/>
            <a:chExt cx="383468" cy="366665"/>
          </a:xfrm>
        </p:grpSpPr>
        <p:sp>
          <p:nvSpPr>
            <p:cNvPr id="17292" name="Google Shape;17292;p45"/>
            <p:cNvSpPr/>
            <p:nvPr/>
          </p:nvSpPr>
          <p:spPr>
            <a:xfrm>
              <a:off x="849673" y="2976561"/>
              <a:ext cx="322188" cy="281447"/>
            </a:xfrm>
            <a:custGeom>
              <a:rect b="b" l="l" r="r" t="t"/>
              <a:pathLst>
                <a:path extrusionOk="0" h="10770" w="12329">
                  <a:moveTo>
                    <a:pt x="9525" y="7316"/>
                  </a:moveTo>
                  <a:cubicBezTo>
                    <a:pt x="9710" y="7316"/>
                    <a:pt x="9896" y="7370"/>
                    <a:pt x="10059" y="7482"/>
                  </a:cubicBezTo>
                  <a:cubicBezTo>
                    <a:pt x="10761" y="7963"/>
                    <a:pt x="10530" y="9040"/>
                    <a:pt x="9703" y="9203"/>
                  </a:cubicBezTo>
                  <a:cubicBezTo>
                    <a:pt x="9641" y="9215"/>
                    <a:pt x="9581" y="9220"/>
                    <a:pt x="9522" y="9220"/>
                  </a:cubicBezTo>
                  <a:cubicBezTo>
                    <a:pt x="8790" y="9220"/>
                    <a:pt x="8297" y="8382"/>
                    <a:pt x="8742" y="7732"/>
                  </a:cubicBezTo>
                  <a:cubicBezTo>
                    <a:pt x="8921" y="7462"/>
                    <a:pt x="9221" y="7316"/>
                    <a:pt x="9525" y="7316"/>
                  </a:cubicBezTo>
                  <a:close/>
                  <a:moveTo>
                    <a:pt x="5338" y="1"/>
                  </a:moveTo>
                  <a:cubicBezTo>
                    <a:pt x="3781" y="1"/>
                    <a:pt x="2332" y="778"/>
                    <a:pt x="1453" y="2059"/>
                  </a:cubicBezTo>
                  <a:cubicBezTo>
                    <a:pt x="1" y="4213"/>
                    <a:pt x="558" y="7145"/>
                    <a:pt x="2703" y="8607"/>
                  </a:cubicBezTo>
                  <a:cubicBezTo>
                    <a:pt x="2703" y="8607"/>
                    <a:pt x="5578" y="10769"/>
                    <a:pt x="8408" y="10769"/>
                  </a:cubicBezTo>
                  <a:cubicBezTo>
                    <a:pt x="9657" y="10769"/>
                    <a:pt x="10896" y="10349"/>
                    <a:pt x="11877" y="9136"/>
                  </a:cubicBezTo>
                  <a:lnTo>
                    <a:pt x="11896" y="9117"/>
                  </a:lnTo>
                  <a:cubicBezTo>
                    <a:pt x="11973" y="9001"/>
                    <a:pt x="12030" y="8876"/>
                    <a:pt x="12078" y="8751"/>
                  </a:cubicBezTo>
                  <a:cubicBezTo>
                    <a:pt x="12328" y="7972"/>
                    <a:pt x="11953" y="7126"/>
                    <a:pt x="11213" y="6799"/>
                  </a:cubicBezTo>
                  <a:cubicBezTo>
                    <a:pt x="11040" y="6732"/>
                    <a:pt x="10876" y="6636"/>
                    <a:pt x="10723" y="6530"/>
                  </a:cubicBezTo>
                  <a:cubicBezTo>
                    <a:pt x="10723" y="6530"/>
                    <a:pt x="9348" y="5751"/>
                    <a:pt x="9405" y="4097"/>
                  </a:cubicBezTo>
                  <a:cubicBezTo>
                    <a:pt x="9405" y="4030"/>
                    <a:pt x="9405" y="3963"/>
                    <a:pt x="9415" y="3886"/>
                  </a:cubicBezTo>
                  <a:cubicBezTo>
                    <a:pt x="9501" y="3068"/>
                    <a:pt x="9290" y="2251"/>
                    <a:pt x="8809" y="1587"/>
                  </a:cubicBezTo>
                  <a:cubicBezTo>
                    <a:pt x="8588" y="1289"/>
                    <a:pt x="8309" y="1020"/>
                    <a:pt x="8001" y="809"/>
                  </a:cubicBezTo>
                  <a:cubicBezTo>
                    <a:pt x="7222" y="280"/>
                    <a:pt x="6309" y="1"/>
                    <a:pt x="5366" y="1"/>
                  </a:cubicBezTo>
                  <a:cubicBezTo>
                    <a:pt x="5357" y="1"/>
                    <a:pt x="5347" y="1"/>
                    <a:pt x="5338" y="1"/>
                  </a:cubicBezTo>
                  <a:close/>
                </a:path>
              </a:pathLst>
            </a:custGeom>
            <a:solidFill>
              <a:srgbClr val="D9E0E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293" name="Google Shape;17293;p45"/>
            <p:cNvSpPr/>
            <p:nvPr/>
          </p:nvSpPr>
          <p:spPr>
            <a:xfrm>
              <a:off x="867260" y="2976561"/>
              <a:ext cx="304600" cy="258947"/>
            </a:xfrm>
            <a:custGeom>
              <a:rect b="b" l="l" r="r" t="t"/>
              <a:pathLst>
                <a:path extrusionOk="0" h="9909" w="11656">
                  <a:moveTo>
                    <a:pt x="8856" y="7317"/>
                  </a:moveTo>
                  <a:cubicBezTo>
                    <a:pt x="9033" y="7317"/>
                    <a:pt x="9216" y="7368"/>
                    <a:pt x="9386" y="7482"/>
                  </a:cubicBezTo>
                  <a:cubicBezTo>
                    <a:pt x="9819" y="7771"/>
                    <a:pt x="9934" y="8367"/>
                    <a:pt x="9636" y="8799"/>
                  </a:cubicBezTo>
                  <a:cubicBezTo>
                    <a:pt x="9445" y="9084"/>
                    <a:pt x="9152" y="9216"/>
                    <a:pt x="8861" y="9216"/>
                  </a:cubicBezTo>
                  <a:cubicBezTo>
                    <a:pt x="8436" y="9216"/>
                    <a:pt x="8016" y="8935"/>
                    <a:pt x="7924" y="8444"/>
                  </a:cubicBezTo>
                  <a:cubicBezTo>
                    <a:pt x="7801" y="7817"/>
                    <a:pt x="8301" y="7317"/>
                    <a:pt x="8856" y="7317"/>
                  </a:cubicBezTo>
                  <a:close/>
                  <a:moveTo>
                    <a:pt x="4693" y="1"/>
                  </a:moveTo>
                  <a:cubicBezTo>
                    <a:pt x="3376" y="1"/>
                    <a:pt x="2116" y="549"/>
                    <a:pt x="1222" y="1510"/>
                  </a:cubicBezTo>
                  <a:cubicBezTo>
                    <a:pt x="1" y="3655"/>
                    <a:pt x="636" y="6367"/>
                    <a:pt x="2664" y="7751"/>
                  </a:cubicBezTo>
                  <a:cubicBezTo>
                    <a:pt x="2664" y="7751"/>
                    <a:pt x="5536" y="9909"/>
                    <a:pt x="8365" y="9909"/>
                  </a:cubicBezTo>
                  <a:cubicBezTo>
                    <a:pt x="9434" y="9909"/>
                    <a:pt x="10496" y="9601"/>
                    <a:pt x="11396" y="8751"/>
                  </a:cubicBezTo>
                  <a:cubicBezTo>
                    <a:pt x="11655" y="7972"/>
                    <a:pt x="11280" y="7126"/>
                    <a:pt x="10540" y="6799"/>
                  </a:cubicBezTo>
                  <a:cubicBezTo>
                    <a:pt x="10367" y="6732"/>
                    <a:pt x="10203" y="6636"/>
                    <a:pt x="10050" y="6530"/>
                  </a:cubicBezTo>
                  <a:cubicBezTo>
                    <a:pt x="10050" y="6530"/>
                    <a:pt x="8675" y="5751"/>
                    <a:pt x="8732" y="4097"/>
                  </a:cubicBezTo>
                  <a:cubicBezTo>
                    <a:pt x="8732" y="4030"/>
                    <a:pt x="8732" y="3963"/>
                    <a:pt x="8742" y="3886"/>
                  </a:cubicBezTo>
                  <a:cubicBezTo>
                    <a:pt x="8828" y="3068"/>
                    <a:pt x="8617" y="2251"/>
                    <a:pt x="8136" y="1587"/>
                  </a:cubicBezTo>
                  <a:cubicBezTo>
                    <a:pt x="7915" y="1289"/>
                    <a:pt x="7636" y="1020"/>
                    <a:pt x="7328" y="809"/>
                  </a:cubicBezTo>
                  <a:cubicBezTo>
                    <a:pt x="6549" y="280"/>
                    <a:pt x="5636" y="1"/>
                    <a:pt x="4693" y="1"/>
                  </a:cubicBezTo>
                  <a:close/>
                </a:path>
              </a:pathLst>
            </a:custGeom>
            <a:solidFill>
              <a:srgbClr val="EAEEF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294" name="Google Shape;17294;p45"/>
            <p:cNvSpPr/>
            <p:nvPr/>
          </p:nvSpPr>
          <p:spPr>
            <a:xfrm>
              <a:off x="947173" y="3018948"/>
              <a:ext cx="81952" cy="50122"/>
            </a:xfrm>
            <a:custGeom>
              <a:rect b="b" l="l" r="r" t="t"/>
              <a:pathLst>
                <a:path extrusionOk="0" h="1918" w="3136">
                  <a:moveTo>
                    <a:pt x="2688" y="0"/>
                  </a:moveTo>
                  <a:cubicBezTo>
                    <a:pt x="2671" y="0"/>
                    <a:pt x="2654" y="1"/>
                    <a:pt x="2636" y="4"/>
                  </a:cubicBezTo>
                  <a:lnTo>
                    <a:pt x="1607" y="52"/>
                  </a:lnTo>
                  <a:lnTo>
                    <a:pt x="1001" y="90"/>
                  </a:lnTo>
                  <a:cubicBezTo>
                    <a:pt x="760" y="100"/>
                    <a:pt x="558" y="302"/>
                    <a:pt x="558" y="552"/>
                  </a:cubicBezTo>
                  <a:lnTo>
                    <a:pt x="558" y="571"/>
                  </a:lnTo>
                  <a:cubicBezTo>
                    <a:pt x="568" y="677"/>
                    <a:pt x="607" y="783"/>
                    <a:pt x="683" y="860"/>
                  </a:cubicBezTo>
                  <a:cubicBezTo>
                    <a:pt x="712" y="908"/>
                    <a:pt x="683" y="975"/>
                    <a:pt x="626" y="975"/>
                  </a:cubicBezTo>
                  <a:lnTo>
                    <a:pt x="462" y="985"/>
                  </a:lnTo>
                  <a:cubicBezTo>
                    <a:pt x="203" y="1004"/>
                    <a:pt x="1" y="1225"/>
                    <a:pt x="10" y="1485"/>
                  </a:cubicBezTo>
                  <a:cubicBezTo>
                    <a:pt x="29" y="1729"/>
                    <a:pt x="231" y="1918"/>
                    <a:pt x="482" y="1918"/>
                  </a:cubicBezTo>
                  <a:cubicBezTo>
                    <a:pt x="488" y="1918"/>
                    <a:pt x="495" y="1918"/>
                    <a:pt x="501" y="1917"/>
                  </a:cubicBezTo>
                  <a:lnTo>
                    <a:pt x="1010" y="1889"/>
                  </a:lnTo>
                  <a:lnTo>
                    <a:pt x="1126" y="1889"/>
                  </a:lnTo>
                  <a:lnTo>
                    <a:pt x="2126" y="1841"/>
                  </a:lnTo>
                  <a:cubicBezTo>
                    <a:pt x="2376" y="1831"/>
                    <a:pt x="2568" y="1629"/>
                    <a:pt x="2578" y="1389"/>
                  </a:cubicBezTo>
                  <a:cubicBezTo>
                    <a:pt x="2587" y="1273"/>
                    <a:pt x="2549" y="1167"/>
                    <a:pt x="2482" y="1081"/>
                  </a:cubicBezTo>
                  <a:cubicBezTo>
                    <a:pt x="2434" y="1023"/>
                    <a:pt x="2472" y="937"/>
                    <a:pt x="2539" y="937"/>
                  </a:cubicBezTo>
                  <a:lnTo>
                    <a:pt x="2693" y="927"/>
                  </a:lnTo>
                  <a:cubicBezTo>
                    <a:pt x="2943" y="917"/>
                    <a:pt x="3136" y="715"/>
                    <a:pt x="3136" y="465"/>
                  </a:cubicBezTo>
                  <a:cubicBezTo>
                    <a:pt x="3136" y="456"/>
                    <a:pt x="3136" y="446"/>
                    <a:pt x="3126" y="437"/>
                  </a:cubicBezTo>
                  <a:cubicBezTo>
                    <a:pt x="3116" y="254"/>
                    <a:pt x="2991" y="90"/>
                    <a:pt x="2818" y="23"/>
                  </a:cubicBezTo>
                  <a:cubicBezTo>
                    <a:pt x="2776" y="9"/>
                    <a:pt x="2734" y="0"/>
                    <a:pt x="2688" y="0"/>
                  </a:cubicBezTo>
                  <a:close/>
                </a:path>
              </a:pathLst>
            </a:custGeom>
            <a:solidFill>
              <a:srgbClr val="B8C6D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295" name="Google Shape;17295;p45"/>
            <p:cNvSpPr/>
            <p:nvPr/>
          </p:nvSpPr>
          <p:spPr>
            <a:xfrm>
              <a:off x="967792" y="3018791"/>
              <a:ext cx="61333" cy="49521"/>
            </a:xfrm>
            <a:custGeom>
              <a:rect b="b" l="l" r="r" t="t"/>
              <a:pathLst>
                <a:path extrusionOk="0" h="1895" w="2347">
                  <a:moveTo>
                    <a:pt x="1856" y="0"/>
                  </a:moveTo>
                  <a:lnTo>
                    <a:pt x="827" y="58"/>
                  </a:lnTo>
                  <a:cubicBezTo>
                    <a:pt x="673" y="144"/>
                    <a:pt x="587" y="308"/>
                    <a:pt x="587" y="481"/>
                  </a:cubicBezTo>
                  <a:lnTo>
                    <a:pt x="587" y="510"/>
                  </a:lnTo>
                  <a:cubicBezTo>
                    <a:pt x="587" y="616"/>
                    <a:pt x="635" y="721"/>
                    <a:pt x="702" y="808"/>
                  </a:cubicBezTo>
                  <a:cubicBezTo>
                    <a:pt x="750" y="856"/>
                    <a:pt x="712" y="933"/>
                    <a:pt x="645" y="933"/>
                  </a:cubicBezTo>
                  <a:lnTo>
                    <a:pt x="481" y="943"/>
                  </a:lnTo>
                  <a:cubicBezTo>
                    <a:pt x="212" y="962"/>
                    <a:pt x="0" y="1193"/>
                    <a:pt x="10" y="1462"/>
                  </a:cubicBezTo>
                  <a:cubicBezTo>
                    <a:pt x="29" y="1664"/>
                    <a:pt x="154" y="1827"/>
                    <a:pt x="337" y="1895"/>
                  </a:cubicBezTo>
                  <a:lnTo>
                    <a:pt x="1337" y="1847"/>
                  </a:lnTo>
                  <a:cubicBezTo>
                    <a:pt x="1587" y="1837"/>
                    <a:pt x="1779" y="1635"/>
                    <a:pt x="1789" y="1395"/>
                  </a:cubicBezTo>
                  <a:cubicBezTo>
                    <a:pt x="1798" y="1279"/>
                    <a:pt x="1760" y="1173"/>
                    <a:pt x="1693" y="1087"/>
                  </a:cubicBezTo>
                  <a:cubicBezTo>
                    <a:pt x="1645" y="1029"/>
                    <a:pt x="1683" y="943"/>
                    <a:pt x="1750" y="943"/>
                  </a:cubicBezTo>
                  <a:lnTo>
                    <a:pt x="1904" y="933"/>
                  </a:lnTo>
                  <a:cubicBezTo>
                    <a:pt x="2154" y="923"/>
                    <a:pt x="2347" y="721"/>
                    <a:pt x="2347" y="471"/>
                  </a:cubicBezTo>
                  <a:cubicBezTo>
                    <a:pt x="2347" y="462"/>
                    <a:pt x="2347" y="452"/>
                    <a:pt x="2347" y="443"/>
                  </a:cubicBezTo>
                  <a:cubicBezTo>
                    <a:pt x="2337" y="260"/>
                    <a:pt x="2212" y="96"/>
                    <a:pt x="2039" y="29"/>
                  </a:cubicBezTo>
                  <a:cubicBezTo>
                    <a:pt x="1981" y="10"/>
                    <a:pt x="1923" y="0"/>
                    <a:pt x="1856" y="0"/>
                  </a:cubicBezTo>
                  <a:close/>
                </a:path>
              </a:pathLst>
            </a:custGeom>
            <a:solidFill>
              <a:srgbClr val="C5D0D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296" name="Google Shape;17296;p45"/>
            <p:cNvSpPr/>
            <p:nvPr/>
          </p:nvSpPr>
          <p:spPr>
            <a:xfrm>
              <a:off x="992174" y="3104663"/>
              <a:ext cx="65357" cy="72831"/>
            </a:xfrm>
            <a:custGeom>
              <a:rect b="b" l="l" r="r" t="t"/>
              <a:pathLst>
                <a:path extrusionOk="0" h="2787" w="2501">
                  <a:moveTo>
                    <a:pt x="2031" y="1"/>
                  </a:moveTo>
                  <a:cubicBezTo>
                    <a:pt x="1953" y="1"/>
                    <a:pt x="1873" y="20"/>
                    <a:pt x="1798" y="61"/>
                  </a:cubicBezTo>
                  <a:lnTo>
                    <a:pt x="952" y="541"/>
                  </a:lnTo>
                  <a:lnTo>
                    <a:pt x="375" y="868"/>
                  </a:lnTo>
                  <a:cubicBezTo>
                    <a:pt x="231" y="945"/>
                    <a:pt x="135" y="1109"/>
                    <a:pt x="135" y="1272"/>
                  </a:cubicBezTo>
                  <a:cubicBezTo>
                    <a:pt x="135" y="1416"/>
                    <a:pt x="202" y="1551"/>
                    <a:pt x="317" y="1638"/>
                  </a:cubicBezTo>
                  <a:cubicBezTo>
                    <a:pt x="414" y="1705"/>
                    <a:pt x="404" y="1859"/>
                    <a:pt x="298" y="1917"/>
                  </a:cubicBezTo>
                  <a:lnTo>
                    <a:pt x="288" y="1917"/>
                  </a:lnTo>
                  <a:cubicBezTo>
                    <a:pt x="87" y="2032"/>
                    <a:pt x="0" y="2272"/>
                    <a:pt x="77" y="2484"/>
                  </a:cubicBezTo>
                  <a:cubicBezTo>
                    <a:pt x="145" y="2674"/>
                    <a:pt x="322" y="2787"/>
                    <a:pt x="509" y="2787"/>
                  </a:cubicBezTo>
                  <a:cubicBezTo>
                    <a:pt x="587" y="2787"/>
                    <a:pt x="667" y="2767"/>
                    <a:pt x="740" y="2724"/>
                  </a:cubicBezTo>
                  <a:lnTo>
                    <a:pt x="1183" y="2474"/>
                  </a:lnTo>
                  <a:lnTo>
                    <a:pt x="2154" y="1926"/>
                  </a:lnTo>
                  <a:cubicBezTo>
                    <a:pt x="2356" y="1811"/>
                    <a:pt x="2452" y="1570"/>
                    <a:pt x="2366" y="1349"/>
                  </a:cubicBezTo>
                  <a:cubicBezTo>
                    <a:pt x="2317" y="1224"/>
                    <a:pt x="2221" y="1128"/>
                    <a:pt x="2096" y="1080"/>
                  </a:cubicBezTo>
                  <a:cubicBezTo>
                    <a:pt x="2048" y="1061"/>
                    <a:pt x="2039" y="993"/>
                    <a:pt x="2087" y="965"/>
                  </a:cubicBezTo>
                  <a:lnTo>
                    <a:pt x="2260" y="868"/>
                  </a:lnTo>
                  <a:cubicBezTo>
                    <a:pt x="2404" y="791"/>
                    <a:pt x="2491" y="628"/>
                    <a:pt x="2500" y="465"/>
                  </a:cubicBezTo>
                  <a:cubicBezTo>
                    <a:pt x="2491" y="388"/>
                    <a:pt x="2471" y="301"/>
                    <a:pt x="2433" y="234"/>
                  </a:cubicBezTo>
                  <a:cubicBezTo>
                    <a:pt x="2348" y="84"/>
                    <a:pt x="2194" y="1"/>
                    <a:pt x="2031" y="1"/>
                  </a:cubicBezTo>
                  <a:close/>
                </a:path>
              </a:pathLst>
            </a:custGeom>
            <a:solidFill>
              <a:srgbClr val="203B5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297" name="Google Shape;17297;p45"/>
            <p:cNvSpPr/>
            <p:nvPr/>
          </p:nvSpPr>
          <p:spPr>
            <a:xfrm>
              <a:off x="1009499" y="3104427"/>
              <a:ext cx="48032" cy="64913"/>
            </a:xfrm>
            <a:custGeom>
              <a:rect b="b" l="l" r="r" t="t"/>
              <a:pathLst>
                <a:path extrusionOk="0" h="2484" w="1838">
                  <a:moveTo>
                    <a:pt x="1368" y="0"/>
                  </a:moveTo>
                  <a:cubicBezTo>
                    <a:pt x="1290" y="0"/>
                    <a:pt x="1210" y="19"/>
                    <a:pt x="1135" y="60"/>
                  </a:cubicBezTo>
                  <a:lnTo>
                    <a:pt x="289" y="541"/>
                  </a:lnTo>
                  <a:cubicBezTo>
                    <a:pt x="202" y="637"/>
                    <a:pt x="145" y="762"/>
                    <a:pt x="154" y="887"/>
                  </a:cubicBezTo>
                  <a:cubicBezTo>
                    <a:pt x="145" y="974"/>
                    <a:pt x="174" y="1060"/>
                    <a:pt x="212" y="1127"/>
                  </a:cubicBezTo>
                  <a:cubicBezTo>
                    <a:pt x="241" y="1185"/>
                    <a:pt x="279" y="1233"/>
                    <a:pt x="337" y="1272"/>
                  </a:cubicBezTo>
                  <a:cubicBezTo>
                    <a:pt x="433" y="1349"/>
                    <a:pt x="424" y="1502"/>
                    <a:pt x="308" y="1570"/>
                  </a:cubicBezTo>
                  <a:cubicBezTo>
                    <a:pt x="97" y="1695"/>
                    <a:pt x="1" y="1945"/>
                    <a:pt x="77" y="2166"/>
                  </a:cubicBezTo>
                  <a:cubicBezTo>
                    <a:pt x="145" y="2358"/>
                    <a:pt x="318" y="2474"/>
                    <a:pt x="520" y="2483"/>
                  </a:cubicBezTo>
                  <a:lnTo>
                    <a:pt x="1491" y="1935"/>
                  </a:lnTo>
                  <a:cubicBezTo>
                    <a:pt x="1693" y="1820"/>
                    <a:pt x="1789" y="1579"/>
                    <a:pt x="1703" y="1358"/>
                  </a:cubicBezTo>
                  <a:cubicBezTo>
                    <a:pt x="1654" y="1233"/>
                    <a:pt x="1558" y="1127"/>
                    <a:pt x="1433" y="1089"/>
                  </a:cubicBezTo>
                  <a:cubicBezTo>
                    <a:pt x="1385" y="1060"/>
                    <a:pt x="1376" y="993"/>
                    <a:pt x="1424" y="964"/>
                  </a:cubicBezTo>
                  <a:lnTo>
                    <a:pt x="1597" y="868"/>
                  </a:lnTo>
                  <a:cubicBezTo>
                    <a:pt x="1741" y="791"/>
                    <a:pt x="1828" y="637"/>
                    <a:pt x="1837" y="464"/>
                  </a:cubicBezTo>
                  <a:cubicBezTo>
                    <a:pt x="1828" y="387"/>
                    <a:pt x="1808" y="310"/>
                    <a:pt x="1770" y="233"/>
                  </a:cubicBezTo>
                  <a:cubicBezTo>
                    <a:pt x="1685" y="84"/>
                    <a:pt x="1531" y="0"/>
                    <a:pt x="1368" y="0"/>
                  </a:cubicBezTo>
                  <a:close/>
                </a:path>
              </a:pathLst>
            </a:custGeom>
            <a:solidFill>
              <a:srgbClr val="4F647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298" name="Google Shape;17298;p45"/>
            <p:cNvSpPr/>
            <p:nvPr/>
          </p:nvSpPr>
          <p:spPr>
            <a:xfrm>
              <a:off x="897417" y="3078400"/>
              <a:ext cx="69147" cy="70584"/>
            </a:xfrm>
            <a:custGeom>
              <a:rect b="b" l="l" r="r" t="t"/>
              <a:pathLst>
                <a:path extrusionOk="0" h="2701" w="2646">
                  <a:moveTo>
                    <a:pt x="518" y="1"/>
                  </a:moveTo>
                  <a:cubicBezTo>
                    <a:pt x="490" y="1"/>
                    <a:pt x="462" y="3"/>
                    <a:pt x="433" y="8"/>
                  </a:cubicBezTo>
                  <a:cubicBezTo>
                    <a:pt x="155" y="75"/>
                    <a:pt x="1" y="364"/>
                    <a:pt x="97" y="633"/>
                  </a:cubicBezTo>
                  <a:lnTo>
                    <a:pt x="280" y="1104"/>
                  </a:lnTo>
                  <a:lnTo>
                    <a:pt x="385" y="1354"/>
                  </a:lnTo>
                  <a:lnTo>
                    <a:pt x="693" y="2152"/>
                  </a:lnTo>
                  <a:cubicBezTo>
                    <a:pt x="767" y="2342"/>
                    <a:pt x="947" y="2461"/>
                    <a:pt x="1142" y="2461"/>
                  </a:cubicBezTo>
                  <a:cubicBezTo>
                    <a:pt x="1175" y="2461"/>
                    <a:pt x="1208" y="2457"/>
                    <a:pt x="1241" y="2450"/>
                  </a:cubicBezTo>
                  <a:cubicBezTo>
                    <a:pt x="1366" y="2421"/>
                    <a:pt x="1472" y="2335"/>
                    <a:pt x="1539" y="2220"/>
                  </a:cubicBezTo>
                  <a:cubicBezTo>
                    <a:pt x="1552" y="2198"/>
                    <a:pt x="1573" y="2188"/>
                    <a:pt x="1595" y="2188"/>
                  </a:cubicBezTo>
                  <a:cubicBezTo>
                    <a:pt x="1621" y="2188"/>
                    <a:pt x="1648" y="2203"/>
                    <a:pt x="1664" y="2229"/>
                  </a:cubicBezTo>
                  <a:lnTo>
                    <a:pt x="1732" y="2402"/>
                  </a:lnTo>
                  <a:cubicBezTo>
                    <a:pt x="1799" y="2585"/>
                    <a:pt x="1972" y="2700"/>
                    <a:pt x="2164" y="2700"/>
                  </a:cubicBezTo>
                  <a:cubicBezTo>
                    <a:pt x="2222" y="2700"/>
                    <a:pt x="2280" y="2691"/>
                    <a:pt x="2328" y="2672"/>
                  </a:cubicBezTo>
                  <a:cubicBezTo>
                    <a:pt x="2530" y="2595"/>
                    <a:pt x="2645" y="2393"/>
                    <a:pt x="2626" y="2181"/>
                  </a:cubicBezTo>
                  <a:cubicBezTo>
                    <a:pt x="2616" y="2143"/>
                    <a:pt x="2607" y="2104"/>
                    <a:pt x="2597" y="2075"/>
                  </a:cubicBezTo>
                  <a:lnTo>
                    <a:pt x="2193" y="1037"/>
                  </a:lnTo>
                  <a:lnTo>
                    <a:pt x="2001" y="546"/>
                  </a:lnTo>
                  <a:cubicBezTo>
                    <a:pt x="1934" y="364"/>
                    <a:pt x="1761" y="239"/>
                    <a:pt x="1568" y="239"/>
                  </a:cubicBezTo>
                  <a:cubicBezTo>
                    <a:pt x="1405" y="239"/>
                    <a:pt x="1251" y="325"/>
                    <a:pt x="1164" y="469"/>
                  </a:cubicBezTo>
                  <a:cubicBezTo>
                    <a:pt x="1151" y="496"/>
                    <a:pt x="1128" y="508"/>
                    <a:pt x="1104" y="508"/>
                  </a:cubicBezTo>
                  <a:cubicBezTo>
                    <a:pt x="1077" y="508"/>
                    <a:pt x="1050" y="491"/>
                    <a:pt x="1039" y="460"/>
                  </a:cubicBezTo>
                  <a:lnTo>
                    <a:pt x="972" y="306"/>
                  </a:lnTo>
                  <a:cubicBezTo>
                    <a:pt x="896" y="113"/>
                    <a:pt x="711" y="1"/>
                    <a:pt x="518" y="1"/>
                  </a:cubicBezTo>
                  <a:close/>
                </a:path>
              </a:pathLst>
            </a:custGeom>
            <a:solidFill>
              <a:srgbClr val="7A8C9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299" name="Google Shape;17299;p45"/>
            <p:cNvSpPr/>
            <p:nvPr/>
          </p:nvSpPr>
          <p:spPr>
            <a:xfrm>
              <a:off x="904708" y="3094915"/>
              <a:ext cx="61856" cy="54068"/>
            </a:xfrm>
            <a:custGeom>
              <a:rect b="b" l="l" r="r" t="t"/>
              <a:pathLst>
                <a:path extrusionOk="0" h="2069" w="2367">
                  <a:moveTo>
                    <a:pt x="479" y="1"/>
                  </a:moveTo>
                  <a:cubicBezTo>
                    <a:pt x="448" y="1"/>
                    <a:pt x="417" y="4"/>
                    <a:pt x="385" y="11"/>
                  </a:cubicBezTo>
                  <a:cubicBezTo>
                    <a:pt x="164" y="59"/>
                    <a:pt x="1" y="251"/>
                    <a:pt x="1" y="472"/>
                  </a:cubicBezTo>
                  <a:lnTo>
                    <a:pt x="106" y="722"/>
                  </a:lnTo>
                  <a:lnTo>
                    <a:pt x="414" y="1520"/>
                  </a:lnTo>
                  <a:cubicBezTo>
                    <a:pt x="488" y="1710"/>
                    <a:pt x="668" y="1829"/>
                    <a:pt x="863" y="1829"/>
                  </a:cubicBezTo>
                  <a:cubicBezTo>
                    <a:pt x="896" y="1829"/>
                    <a:pt x="929" y="1825"/>
                    <a:pt x="962" y="1818"/>
                  </a:cubicBezTo>
                  <a:cubicBezTo>
                    <a:pt x="1087" y="1789"/>
                    <a:pt x="1193" y="1703"/>
                    <a:pt x="1260" y="1588"/>
                  </a:cubicBezTo>
                  <a:cubicBezTo>
                    <a:pt x="1273" y="1566"/>
                    <a:pt x="1294" y="1556"/>
                    <a:pt x="1316" y="1556"/>
                  </a:cubicBezTo>
                  <a:cubicBezTo>
                    <a:pt x="1342" y="1556"/>
                    <a:pt x="1369" y="1571"/>
                    <a:pt x="1385" y="1597"/>
                  </a:cubicBezTo>
                  <a:lnTo>
                    <a:pt x="1453" y="1770"/>
                  </a:lnTo>
                  <a:cubicBezTo>
                    <a:pt x="1520" y="1953"/>
                    <a:pt x="1693" y="2068"/>
                    <a:pt x="1885" y="2068"/>
                  </a:cubicBezTo>
                  <a:cubicBezTo>
                    <a:pt x="1943" y="2068"/>
                    <a:pt x="2001" y="2059"/>
                    <a:pt x="2049" y="2040"/>
                  </a:cubicBezTo>
                  <a:cubicBezTo>
                    <a:pt x="2251" y="1963"/>
                    <a:pt x="2366" y="1761"/>
                    <a:pt x="2347" y="1549"/>
                  </a:cubicBezTo>
                  <a:cubicBezTo>
                    <a:pt x="2337" y="1511"/>
                    <a:pt x="2328" y="1472"/>
                    <a:pt x="2318" y="1443"/>
                  </a:cubicBezTo>
                  <a:lnTo>
                    <a:pt x="1914" y="405"/>
                  </a:lnTo>
                  <a:cubicBezTo>
                    <a:pt x="1818" y="309"/>
                    <a:pt x="1693" y="251"/>
                    <a:pt x="1558" y="251"/>
                  </a:cubicBezTo>
                  <a:cubicBezTo>
                    <a:pt x="1395" y="251"/>
                    <a:pt x="1231" y="347"/>
                    <a:pt x="1145" y="491"/>
                  </a:cubicBezTo>
                  <a:cubicBezTo>
                    <a:pt x="1132" y="518"/>
                    <a:pt x="1106" y="530"/>
                    <a:pt x="1081" y="530"/>
                  </a:cubicBezTo>
                  <a:cubicBezTo>
                    <a:pt x="1051" y="530"/>
                    <a:pt x="1021" y="513"/>
                    <a:pt x="1010" y="482"/>
                  </a:cubicBezTo>
                  <a:lnTo>
                    <a:pt x="943" y="318"/>
                  </a:lnTo>
                  <a:cubicBezTo>
                    <a:pt x="860" y="127"/>
                    <a:pt x="677" y="1"/>
                    <a:pt x="479" y="1"/>
                  </a:cubicBezTo>
                  <a:close/>
                </a:path>
              </a:pathLst>
            </a:custGeom>
            <a:solidFill>
              <a:srgbClr val="7C91A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300" name="Google Shape;17300;p45"/>
            <p:cNvSpPr/>
            <p:nvPr/>
          </p:nvSpPr>
          <p:spPr>
            <a:xfrm>
              <a:off x="1107261" y="2891343"/>
              <a:ext cx="125880" cy="143049"/>
            </a:xfrm>
            <a:custGeom>
              <a:rect b="b" l="l" r="r" t="t"/>
              <a:pathLst>
                <a:path extrusionOk="0" h="5474" w="4817">
                  <a:moveTo>
                    <a:pt x="4756" y="0"/>
                  </a:moveTo>
                  <a:cubicBezTo>
                    <a:pt x="4751" y="0"/>
                    <a:pt x="4746" y="1"/>
                    <a:pt x="4741" y="2"/>
                  </a:cubicBezTo>
                  <a:cubicBezTo>
                    <a:pt x="3279" y="627"/>
                    <a:pt x="2106" y="1781"/>
                    <a:pt x="1269" y="2829"/>
                  </a:cubicBezTo>
                  <a:cubicBezTo>
                    <a:pt x="1077" y="3079"/>
                    <a:pt x="904" y="3310"/>
                    <a:pt x="741" y="3531"/>
                  </a:cubicBezTo>
                  <a:cubicBezTo>
                    <a:pt x="414" y="4012"/>
                    <a:pt x="164" y="4435"/>
                    <a:pt x="0" y="4714"/>
                  </a:cubicBezTo>
                  <a:cubicBezTo>
                    <a:pt x="164" y="4752"/>
                    <a:pt x="308" y="4829"/>
                    <a:pt x="442" y="4925"/>
                  </a:cubicBezTo>
                  <a:lnTo>
                    <a:pt x="462" y="4945"/>
                  </a:lnTo>
                  <a:lnTo>
                    <a:pt x="510" y="4983"/>
                  </a:lnTo>
                  <a:lnTo>
                    <a:pt x="529" y="5002"/>
                  </a:lnTo>
                  <a:lnTo>
                    <a:pt x="548" y="5012"/>
                  </a:lnTo>
                  <a:lnTo>
                    <a:pt x="587" y="5060"/>
                  </a:lnTo>
                  <a:cubicBezTo>
                    <a:pt x="712" y="5175"/>
                    <a:pt x="818" y="5310"/>
                    <a:pt x="885" y="5473"/>
                  </a:cubicBezTo>
                  <a:cubicBezTo>
                    <a:pt x="1144" y="5272"/>
                    <a:pt x="1519" y="4964"/>
                    <a:pt x="1933" y="4560"/>
                  </a:cubicBezTo>
                  <a:cubicBezTo>
                    <a:pt x="2135" y="4368"/>
                    <a:pt x="2337" y="4156"/>
                    <a:pt x="2548" y="3935"/>
                  </a:cubicBezTo>
                  <a:cubicBezTo>
                    <a:pt x="3462" y="2944"/>
                    <a:pt x="4424" y="1608"/>
                    <a:pt x="4808" y="69"/>
                  </a:cubicBezTo>
                  <a:cubicBezTo>
                    <a:pt x="4817" y="27"/>
                    <a:pt x="4788" y="0"/>
                    <a:pt x="4756" y="0"/>
                  </a:cubicBezTo>
                  <a:close/>
                </a:path>
              </a:pathLst>
            </a:custGeom>
            <a:solidFill>
              <a:srgbClr val="B7C5D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301" name="Google Shape;17301;p45"/>
            <p:cNvSpPr/>
            <p:nvPr/>
          </p:nvSpPr>
          <p:spPr>
            <a:xfrm>
              <a:off x="1126599" y="2965507"/>
              <a:ext cx="47274" cy="45000"/>
            </a:xfrm>
            <a:custGeom>
              <a:rect b="b" l="l" r="r" t="t"/>
              <a:pathLst>
                <a:path extrusionOk="0" h="1722" w="1809">
                  <a:moveTo>
                    <a:pt x="529" y="1"/>
                  </a:moveTo>
                  <a:cubicBezTo>
                    <a:pt x="337" y="241"/>
                    <a:pt x="164" y="472"/>
                    <a:pt x="1" y="703"/>
                  </a:cubicBezTo>
                  <a:lnTo>
                    <a:pt x="1193" y="1722"/>
                  </a:lnTo>
                  <a:cubicBezTo>
                    <a:pt x="1395" y="1530"/>
                    <a:pt x="1597" y="1318"/>
                    <a:pt x="1808" y="1097"/>
                  </a:cubicBezTo>
                  <a:lnTo>
                    <a:pt x="529" y="1"/>
                  </a:lnTo>
                  <a:close/>
                </a:path>
              </a:pathLst>
            </a:custGeom>
            <a:solidFill>
              <a:srgbClr val="B8C2C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302" name="Google Shape;17302;p45"/>
            <p:cNvSpPr/>
            <p:nvPr/>
          </p:nvSpPr>
          <p:spPr>
            <a:xfrm>
              <a:off x="1024578" y="3005411"/>
              <a:ext cx="119635" cy="81507"/>
            </a:xfrm>
            <a:custGeom>
              <a:rect b="b" l="l" r="r" t="t"/>
              <a:pathLst>
                <a:path extrusionOk="0" h="3119" w="4578">
                  <a:moveTo>
                    <a:pt x="3126" y="0"/>
                  </a:moveTo>
                  <a:cubicBezTo>
                    <a:pt x="2861" y="0"/>
                    <a:pt x="2597" y="84"/>
                    <a:pt x="2376" y="253"/>
                  </a:cubicBezTo>
                  <a:cubicBezTo>
                    <a:pt x="2193" y="378"/>
                    <a:pt x="2049" y="541"/>
                    <a:pt x="1953" y="743"/>
                  </a:cubicBezTo>
                  <a:cubicBezTo>
                    <a:pt x="1924" y="801"/>
                    <a:pt x="1895" y="858"/>
                    <a:pt x="1876" y="916"/>
                  </a:cubicBezTo>
                  <a:cubicBezTo>
                    <a:pt x="1837" y="1080"/>
                    <a:pt x="1779" y="1233"/>
                    <a:pt x="1703" y="1378"/>
                  </a:cubicBezTo>
                  <a:cubicBezTo>
                    <a:pt x="1578" y="1580"/>
                    <a:pt x="1404" y="1743"/>
                    <a:pt x="1212" y="1858"/>
                  </a:cubicBezTo>
                  <a:cubicBezTo>
                    <a:pt x="1010" y="1974"/>
                    <a:pt x="789" y="2060"/>
                    <a:pt x="568" y="2118"/>
                  </a:cubicBezTo>
                  <a:lnTo>
                    <a:pt x="539" y="2118"/>
                  </a:lnTo>
                  <a:cubicBezTo>
                    <a:pt x="491" y="2128"/>
                    <a:pt x="308" y="2176"/>
                    <a:pt x="145" y="2205"/>
                  </a:cubicBezTo>
                  <a:cubicBezTo>
                    <a:pt x="39" y="2234"/>
                    <a:pt x="0" y="2359"/>
                    <a:pt x="87" y="2435"/>
                  </a:cubicBezTo>
                  <a:cubicBezTo>
                    <a:pt x="646" y="2953"/>
                    <a:pt x="1266" y="3119"/>
                    <a:pt x="1831" y="3119"/>
                  </a:cubicBezTo>
                  <a:cubicBezTo>
                    <a:pt x="2840" y="3119"/>
                    <a:pt x="3674" y="2589"/>
                    <a:pt x="3674" y="2589"/>
                  </a:cubicBezTo>
                  <a:cubicBezTo>
                    <a:pt x="3780" y="2522"/>
                    <a:pt x="3876" y="2445"/>
                    <a:pt x="3962" y="2359"/>
                  </a:cubicBezTo>
                  <a:cubicBezTo>
                    <a:pt x="4472" y="1858"/>
                    <a:pt x="4578" y="1099"/>
                    <a:pt x="4203" y="570"/>
                  </a:cubicBezTo>
                  <a:cubicBezTo>
                    <a:pt x="4145" y="503"/>
                    <a:pt x="4097" y="435"/>
                    <a:pt x="4030" y="378"/>
                  </a:cubicBezTo>
                  <a:lnTo>
                    <a:pt x="3982" y="339"/>
                  </a:lnTo>
                  <a:lnTo>
                    <a:pt x="3962" y="320"/>
                  </a:lnTo>
                  <a:lnTo>
                    <a:pt x="3943" y="301"/>
                  </a:lnTo>
                  <a:lnTo>
                    <a:pt x="3895" y="262"/>
                  </a:lnTo>
                  <a:lnTo>
                    <a:pt x="3876" y="253"/>
                  </a:lnTo>
                  <a:cubicBezTo>
                    <a:pt x="3655" y="84"/>
                    <a:pt x="3390" y="0"/>
                    <a:pt x="3126" y="0"/>
                  </a:cubicBezTo>
                  <a:close/>
                </a:path>
              </a:pathLst>
            </a:custGeom>
            <a:solidFill>
              <a:srgbClr val="BCCAD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303" name="Google Shape;17303;p45"/>
            <p:cNvSpPr/>
            <p:nvPr/>
          </p:nvSpPr>
          <p:spPr>
            <a:xfrm>
              <a:off x="1039395" y="3005150"/>
              <a:ext cx="95018" cy="60863"/>
            </a:xfrm>
            <a:custGeom>
              <a:rect b="b" l="l" r="r" t="t"/>
              <a:pathLst>
                <a:path extrusionOk="0" h="2329" w="3636">
                  <a:moveTo>
                    <a:pt x="2554" y="1"/>
                  </a:moveTo>
                  <a:cubicBezTo>
                    <a:pt x="2289" y="1"/>
                    <a:pt x="2025" y="85"/>
                    <a:pt x="1799" y="253"/>
                  </a:cubicBezTo>
                  <a:cubicBezTo>
                    <a:pt x="1626" y="378"/>
                    <a:pt x="1472" y="551"/>
                    <a:pt x="1376" y="743"/>
                  </a:cubicBezTo>
                  <a:cubicBezTo>
                    <a:pt x="1347" y="801"/>
                    <a:pt x="1328" y="859"/>
                    <a:pt x="1309" y="926"/>
                  </a:cubicBezTo>
                  <a:cubicBezTo>
                    <a:pt x="1261" y="1080"/>
                    <a:pt x="1203" y="1234"/>
                    <a:pt x="1126" y="1388"/>
                  </a:cubicBezTo>
                  <a:cubicBezTo>
                    <a:pt x="1011" y="1580"/>
                    <a:pt x="837" y="1743"/>
                    <a:pt x="635" y="1868"/>
                  </a:cubicBezTo>
                  <a:cubicBezTo>
                    <a:pt x="434" y="1984"/>
                    <a:pt x="222" y="2070"/>
                    <a:pt x="1" y="2119"/>
                  </a:cubicBezTo>
                  <a:cubicBezTo>
                    <a:pt x="349" y="2271"/>
                    <a:pt x="702" y="2329"/>
                    <a:pt x="1035" y="2329"/>
                  </a:cubicBezTo>
                  <a:cubicBezTo>
                    <a:pt x="2044" y="2329"/>
                    <a:pt x="2876" y="1801"/>
                    <a:pt x="2876" y="1801"/>
                  </a:cubicBezTo>
                  <a:cubicBezTo>
                    <a:pt x="2982" y="1734"/>
                    <a:pt x="3078" y="1657"/>
                    <a:pt x="3165" y="1570"/>
                  </a:cubicBezTo>
                  <a:cubicBezTo>
                    <a:pt x="3443" y="1301"/>
                    <a:pt x="3607" y="945"/>
                    <a:pt x="3636" y="570"/>
                  </a:cubicBezTo>
                  <a:cubicBezTo>
                    <a:pt x="3578" y="503"/>
                    <a:pt x="3520" y="436"/>
                    <a:pt x="3463" y="378"/>
                  </a:cubicBezTo>
                  <a:lnTo>
                    <a:pt x="3415" y="340"/>
                  </a:lnTo>
                  <a:lnTo>
                    <a:pt x="3395" y="320"/>
                  </a:lnTo>
                  <a:lnTo>
                    <a:pt x="3376" y="311"/>
                  </a:lnTo>
                  <a:lnTo>
                    <a:pt x="3328" y="272"/>
                  </a:lnTo>
                  <a:lnTo>
                    <a:pt x="3309" y="253"/>
                  </a:lnTo>
                  <a:cubicBezTo>
                    <a:pt x="3083" y="85"/>
                    <a:pt x="2818" y="1"/>
                    <a:pt x="2554" y="1"/>
                  </a:cubicBezTo>
                  <a:close/>
                </a:path>
              </a:pathLst>
            </a:custGeom>
            <a:solidFill>
              <a:srgbClr val="CAD5D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7304" name="Google Shape;17304;p45"/>
          <p:cNvGrpSpPr/>
          <p:nvPr/>
        </p:nvGrpSpPr>
        <p:grpSpPr>
          <a:xfrm>
            <a:off x="920257" y="2241354"/>
            <a:ext cx="278023" cy="366508"/>
            <a:chOff x="920257" y="2426002"/>
            <a:chExt cx="278023" cy="366508"/>
          </a:xfrm>
        </p:grpSpPr>
        <p:sp>
          <p:nvSpPr>
            <p:cNvPr id="17305" name="Google Shape;17305;p45"/>
            <p:cNvSpPr/>
            <p:nvPr/>
          </p:nvSpPr>
          <p:spPr>
            <a:xfrm>
              <a:off x="1039918" y="2426002"/>
              <a:ext cx="38964" cy="92483"/>
            </a:xfrm>
            <a:custGeom>
              <a:rect b="b" l="l" r="r" t="t"/>
              <a:pathLst>
                <a:path extrusionOk="0" h="3539" w="1491">
                  <a:moveTo>
                    <a:pt x="750" y="0"/>
                  </a:moveTo>
                  <a:cubicBezTo>
                    <a:pt x="337" y="0"/>
                    <a:pt x="0" y="337"/>
                    <a:pt x="0" y="750"/>
                  </a:cubicBezTo>
                  <a:lnTo>
                    <a:pt x="0" y="2798"/>
                  </a:lnTo>
                  <a:cubicBezTo>
                    <a:pt x="0" y="3212"/>
                    <a:pt x="337" y="3539"/>
                    <a:pt x="740" y="3539"/>
                  </a:cubicBezTo>
                  <a:cubicBezTo>
                    <a:pt x="1154" y="3539"/>
                    <a:pt x="1491" y="3212"/>
                    <a:pt x="1491" y="2798"/>
                  </a:cubicBezTo>
                  <a:lnTo>
                    <a:pt x="1491" y="750"/>
                  </a:lnTo>
                  <a:cubicBezTo>
                    <a:pt x="1491" y="490"/>
                    <a:pt x="1366" y="260"/>
                    <a:pt x="1164" y="125"/>
                  </a:cubicBezTo>
                  <a:cubicBezTo>
                    <a:pt x="1039" y="39"/>
                    <a:pt x="894" y="0"/>
                    <a:pt x="750" y="0"/>
                  </a:cubicBezTo>
                  <a:close/>
                </a:path>
              </a:pathLst>
            </a:custGeom>
            <a:solidFill>
              <a:srgbClr val="C7D2D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306" name="Google Shape;17306;p45"/>
            <p:cNvSpPr/>
            <p:nvPr/>
          </p:nvSpPr>
          <p:spPr>
            <a:xfrm>
              <a:off x="1061529" y="2429268"/>
              <a:ext cx="17352" cy="85950"/>
            </a:xfrm>
            <a:custGeom>
              <a:rect b="b" l="l" r="r" t="t"/>
              <a:pathLst>
                <a:path extrusionOk="0" h="3289" w="664">
                  <a:moveTo>
                    <a:pt x="327" y="0"/>
                  </a:moveTo>
                  <a:cubicBezTo>
                    <a:pt x="125" y="135"/>
                    <a:pt x="0" y="375"/>
                    <a:pt x="0" y="625"/>
                  </a:cubicBezTo>
                  <a:lnTo>
                    <a:pt x="0" y="2673"/>
                  </a:lnTo>
                  <a:cubicBezTo>
                    <a:pt x="0" y="2923"/>
                    <a:pt x="125" y="3154"/>
                    <a:pt x="327" y="3289"/>
                  </a:cubicBezTo>
                  <a:cubicBezTo>
                    <a:pt x="539" y="3154"/>
                    <a:pt x="664" y="2923"/>
                    <a:pt x="664" y="2673"/>
                  </a:cubicBezTo>
                  <a:lnTo>
                    <a:pt x="664" y="625"/>
                  </a:lnTo>
                  <a:cubicBezTo>
                    <a:pt x="664" y="375"/>
                    <a:pt x="539" y="144"/>
                    <a:pt x="327" y="0"/>
                  </a:cubicBezTo>
                  <a:close/>
                </a:path>
              </a:pathLst>
            </a:custGeom>
            <a:solidFill>
              <a:srgbClr val="D9E0E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307" name="Google Shape;17307;p45"/>
            <p:cNvSpPr/>
            <p:nvPr/>
          </p:nvSpPr>
          <p:spPr>
            <a:xfrm>
              <a:off x="920257" y="2748398"/>
              <a:ext cx="27204" cy="44112"/>
            </a:xfrm>
            <a:custGeom>
              <a:rect b="b" l="l" r="r" t="t"/>
              <a:pathLst>
                <a:path extrusionOk="0" h="1688" w="1041">
                  <a:moveTo>
                    <a:pt x="801" y="1"/>
                  </a:moveTo>
                  <a:cubicBezTo>
                    <a:pt x="721" y="1"/>
                    <a:pt x="646" y="48"/>
                    <a:pt x="617" y="125"/>
                  </a:cubicBezTo>
                  <a:lnTo>
                    <a:pt x="69" y="1395"/>
                  </a:lnTo>
                  <a:cubicBezTo>
                    <a:pt x="0" y="1557"/>
                    <a:pt x="139" y="1687"/>
                    <a:pt x="276" y="1687"/>
                  </a:cubicBezTo>
                  <a:cubicBezTo>
                    <a:pt x="349" y="1687"/>
                    <a:pt x="423" y="1649"/>
                    <a:pt x="463" y="1558"/>
                  </a:cubicBezTo>
                  <a:lnTo>
                    <a:pt x="1002" y="289"/>
                  </a:lnTo>
                  <a:cubicBezTo>
                    <a:pt x="1040" y="183"/>
                    <a:pt x="992" y="58"/>
                    <a:pt x="887" y="20"/>
                  </a:cubicBezTo>
                  <a:cubicBezTo>
                    <a:pt x="859" y="7"/>
                    <a:pt x="829" y="1"/>
                    <a:pt x="801" y="1"/>
                  </a:cubicBezTo>
                  <a:close/>
                </a:path>
              </a:pathLst>
            </a:custGeom>
            <a:solidFill>
              <a:srgbClr val="889CA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308" name="Google Shape;17308;p45"/>
            <p:cNvSpPr/>
            <p:nvPr/>
          </p:nvSpPr>
          <p:spPr>
            <a:xfrm>
              <a:off x="930083" y="2483023"/>
              <a:ext cx="136229" cy="283485"/>
            </a:xfrm>
            <a:custGeom>
              <a:rect b="b" l="l" r="r" t="t"/>
              <a:pathLst>
                <a:path extrusionOk="0" h="10848" w="5213">
                  <a:moveTo>
                    <a:pt x="4530" y="1"/>
                  </a:moveTo>
                  <a:lnTo>
                    <a:pt x="1" y="10848"/>
                  </a:lnTo>
                  <a:lnTo>
                    <a:pt x="636" y="10473"/>
                  </a:lnTo>
                  <a:cubicBezTo>
                    <a:pt x="924" y="10319"/>
                    <a:pt x="1145" y="10069"/>
                    <a:pt x="1270" y="9771"/>
                  </a:cubicBezTo>
                  <a:lnTo>
                    <a:pt x="5213" y="289"/>
                  </a:lnTo>
                  <a:lnTo>
                    <a:pt x="4530" y="1"/>
                  </a:lnTo>
                  <a:close/>
                </a:path>
              </a:pathLst>
            </a:custGeom>
            <a:solidFill>
              <a:srgbClr val="C7D2D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309" name="Google Shape;17309;p45"/>
            <p:cNvSpPr/>
            <p:nvPr/>
          </p:nvSpPr>
          <p:spPr>
            <a:xfrm>
              <a:off x="945161" y="2690097"/>
              <a:ext cx="38728" cy="38728"/>
            </a:xfrm>
            <a:custGeom>
              <a:rect b="b" l="l" r="r" t="t"/>
              <a:pathLst>
                <a:path extrusionOk="0" h="1482" w="1482">
                  <a:moveTo>
                    <a:pt x="741" y="0"/>
                  </a:moveTo>
                  <a:cubicBezTo>
                    <a:pt x="337" y="0"/>
                    <a:pt x="1" y="327"/>
                    <a:pt x="1" y="741"/>
                  </a:cubicBezTo>
                  <a:cubicBezTo>
                    <a:pt x="1" y="1145"/>
                    <a:pt x="337" y="1481"/>
                    <a:pt x="741" y="1481"/>
                  </a:cubicBezTo>
                  <a:cubicBezTo>
                    <a:pt x="1155" y="1481"/>
                    <a:pt x="1482" y="1145"/>
                    <a:pt x="1482" y="741"/>
                  </a:cubicBezTo>
                  <a:cubicBezTo>
                    <a:pt x="1482" y="327"/>
                    <a:pt x="1155" y="0"/>
                    <a:pt x="741" y="0"/>
                  </a:cubicBezTo>
                  <a:close/>
                </a:path>
              </a:pathLst>
            </a:custGeom>
            <a:solidFill>
              <a:srgbClr val="526A7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310" name="Google Shape;17310;p45"/>
            <p:cNvSpPr/>
            <p:nvPr/>
          </p:nvSpPr>
          <p:spPr>
            <a:xfrm>
              <a:off x="956215" y="2701151"/>
              <a:ext cx="16620" cy="16620"/>
            </a:xfrm>
            <a:custGeom>
              <a:rect b="b" l="l" r="r" t="t"/>
              <a:pathLst>
                <a:path extrusionOk="0" h="636" w="636">
                  <a:moveTo>
                    <a:pt x="318" y="1"/>
                  </a:moveTo>
                  <a:cubicBezTo>
                    <a:pt x="145" y="1"/>
                    <a:pt x="1" y="135"/>
                    <a:pt x="1" y="318"/>
                  </a:cubicBezTo>
                  <a:cubicBezTo>
                    <a:pt x="1" y="491"/>
                    <a:pt x="145" y="635"/>
                    <a:pt x="318" y="635"/>
                  </a:cubicBezTo>
                  <a:cubicBezTo>
                    <a:pt x="501" y="635"/>
                    <a:pt x="636" y="491"/>
                    <a:pt x="636" y="318"/>
                  </a:cubicBezTo>
                  <a:cubicBezTo>
                    <a:pt x="636" y="135"/>
                    <a:pt x="501" y="1"/>
                    <a:pt x="318" y="1"/>
                  </a:cubicBezTo>
                  <a:close/>
                </a:path>
              </a:pathLst>
            </a:custGeom>
            <a:solidFill>
              <a:srgbClr val="697D9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311" name="Google Shape;17311;p45"/>
            <p:cNvSpPr/>
            <p:nvPr/>
          </p:nvSpPr>
          <p:spPr>
            <a:xfrm>
              <a:off x="1170841" y="2748398"/>
              <a:ext cx="27439" cy="44112"/>
            </a:xfrm>
            <a:custGeom>
              <a:rect b="b" l="l" r="r" t="t"/>
              <a:pathLst>
                <a:path extrusionOk="0" h="1688" w="1050">
                  <a:moveTo>
                    <a:pt x="244" y="1"/>
                  </a:moveTo>
                  <a:cubicBezTo>
                    <a:pt x="215" y="1"/>
                    <a:pt x="184" y="7"/>
                    <a:pt x="154" y="20"/>
                  </a:cubicBezTo>
                  <a:cubicBezTo>
                    <a:pt x="58" y="68"/>
                    <a:pt x="0" y="183"/>
                    <a:pt x="48" y="289"/>
                  </a:cubicBezTo>
                  <a:lnTo>
                    <a:pt x="587" y="1558"/>
                  </a:lnTo>
                  <a:cubicBezTo>
                    <a:pt x="624" y="1649"/>
                    <a:pt x="696" y="1687"/>
                    <a:pt x="770" y="1687"/>
                  </a:cubicBezTo>
                  <a:cubicBezTo>
                    <a:pt x="907" y="1687"/>
                    <a:pt x="1050" y="1557"/>
                    <a:pt x="981" y="1395"/>
                  </a:cubicBezTo>
                  <a:lnTo>
                    <a:pt x="433" y="125"/>
                  </a:lnTo>
                  <a:cubicBezTo>
                    <a:pt x="397" y="48"/>
                    <a:pt x="325" y="1"/>
                    <a:pt x="244" y="1"/>
                  </a:cubicBezTo>
                  <a:close/>
                </a:path>
              </a:pathLst>
            </a:custGeom>
            <a:solidFill>
              <a:srgbClr val="889CA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312" name="Google Shape;17312;p45"/>
            <p:cNvSpPr/>
            <p:nvPr/>
          </p:nvSpPr>
          <p:spPr>
            <a:xfrm>
              <a:off x="1052226" y="2483023"/>
              <a:ext cx="136229" cy="283485"/>
            </a:xfrm>
            <a:custGeom>
              <a:rect b="b" l="l" r="r" t="t"/>
              <a:pathLst>
                <a:path extrusionOk="0" h="10848" w="5213">
                  <a:moveTo>
                    <a:pt x="683" y="1"/>
                  </a:moveTo>
                  <a:lnTo>
                    <a:pt x="0" y="289"/>
                  </a:lnTo>
                  <a:lnTo>
                    <a:pt x="3943" y="9771"/>
                  </a:lnTo>
                  <a:cubicBezTo>
                    <a:pt x="4068" y="10069"/>
                    <a:pt x="4289" y="10319"/>
                    <a:pt x="4577" y="10473"/>
                  </a:cubicBezTo>
                  <a:lnTo>
                    <a:pt x="5212" y="10848"/>
                  </a:lnTo>
                  <a:lnTo>
                    <a:pt x="5212" y="10848"/>
                  </a:lnTo>
                  <a:lnTo>
                    <a:pt x="683" y="1"/>
                  </a:lnTo>
                  <a:close/>
                </a:path>
              </a:pathLst>
            </a:custGeom>
            <a:solidFill>
              <a:srgbClr val="C7D2D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313" name="Google Shape;17313;p45"/>
            <p:cNvSpPr/>
            <p:nvPr/>
          </p:nvSpPr>
          <p:spPr>
            <a:xfrm>
              <a:off x="1134648" y="2690097"/>
              <a:ext cx="38728" cy="38728"/>
            </a:xfrm>
            <a:custGeom>
              <a:rect b="b" l="l" r="r" t="t"/>
              <a:pathLst>
                <a:path extrusionOk="0" h="1482" w="1482">
                  <a:moveTo>
                    <a:pt x="741" y="0"/>
                  </a:moveTo>
                  <a:cubicBezTo>
                    <a:pt x="337" y="0"/>
                    <a:pt x="0" y="327"/>
                    <a:pt x="0" y="741"/>
                  </a:cubicBezTo>
                  <a:cubicBezTo>
                    <a:pt x="0" y="1154"/>
                    <a:pt x="337" y="1481"/>
                    <a:pt x="741" y="1481"/>
                  </a:cubicBezTo>
                  <a:cubicBezTo>
                    <a:pt x="1154" y="1481"/>
                    <a:pt x="1481" y="1154"/>
                    <a:pt x="1481" y="741"/>
                  </a:cubicBezTo>
                  <a:cubicBezTo>
                    <a:pt x="1481" y="327"/>
                    <a:pt x="1154" y="0"/>
                    <a:pt x="741" y="0"/>
                  </a:cubicBezTo>
                  <a:close/>
                </a:path>
              </a:pathLst>
            </a:custGeom>
            <a:solidFill>
              <a:srgbClr val="526A7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314" name="Google Shape;17314;p45"/>
            <p:cNvSpPr/>
            <p:nvPr/>
          </p:nvSpPr>
          <p:spPr>
            <a:xfrm>
              <a:off x="1145702" y="2701151"/>
              <a:ext cx="16620" cy="16620"/>
            </a:xfrm>
            <a:custGeom>
              <a:rect b="b" l="l" r="r" t="t"/>
              <a:pathLst>
                <a:path extrusionOk="0" h="636" w="636">
                  <a:moveTo>
                    <a:pt x="318" y="1"/>
                  </a:moveTo>
                  <a:cubicBezTo>
                    <a:pt x="145" y="1"/>
                    <a:pt x="0" y="145"/>
                    <a:pt x="0" y="318"/>
                  </a:cubicBezTo>
                  <a:cubicBezTo>
                    <a:pt x="0" y="491"/>
                    <a:pt x="145" y="635"/>
                    <a:pt x="318" y="635"/>
                  </a:cubicBezTo>
                  <a:cubicBezTo>
                    <a:pt x="491" y="635"/>
                    <a:pt x="635" y="491"/>
                    <a:pt x="635" y="318"/>
                  </a:cubicBezTo>
                  <a:cubicBezTo>
                    <a:pt x="635" y="145"/>
                    <a:pt x="491" y="1"/>
                    <a:pt x="318" y="1"/>
                  </a:cubicBezTo>
                  <a:close/>
                </a:path>
              </a:pathLst>
            </a:custGeom>
            <a:solidFill>
              <a:srgbClr val="697D9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315" name="Google Shape;17315;p45"/>
            <p:cNvSpPr/>
            <p:nvPr/>
          </p:nvSpPr>
          <p:spPr>
            <a:xfrm>
              <a:off x="1015536" y="2472883"/>
              <a:ext cx="87727" cy="76960"/>
            </a:xfrm>
            <a:custGeom>
              <a:rect b="b" l="l" r="r" t="t"/>
              <a:pathLst>
                <a:path extrusionOk="0" h="2945" w="3357">
                  <a:moveTo>
                    <a:pt x="1683" y="0"/>
                  </a:moveTo>
                  <a:cubicBezTo>
                    <a:pt x="1435" y="0"/>
                    <a:pt x="1184" y="63"/>
                    <a:pt x="952" y="197"/>
                  </a:cubicBezTo>
                  <a:cubicBezTo>
                    <a:pt x="250" y="591"/>
                    <a:pt x="0" y="1475"/>
                    <a:pt x="395" y="2177"/>
                  </a:cubicBezTo>
                  <a:cubicBezTo>
                    <a:pt x="660" y="2669"/>
                    <a:pt x="1160" y="2945"/>
                    <a:pt x="1678" y="2945"/>
                  </a:cubicBezTo>
                  <a:cubicBezTo>
                    <a:pt x="1910" y="2945"/>
                    <a:pt x="2146" y="2890"/>
                    <a:pt x="2366" y="2774"/>
                  </a:cubicBezTo>
                  <a:cubicBezTo>
                    <a:pt x="2395" y="2754"/>
                    <a:pt x="2424" y="2745"/>
                    <a:pt x="2452" y="2726"/>
                  </a:cubicBezTo>
                  <a:cubicBezTo>
                    <a:pt x="3135" y="2302"/>
                    <a:pt x="3356" y="1408"/>
                    <a:pt x="2952" y="725"/>
                  </a:cubicBezTo>
                  <a:cubicBezTo>
                    <a:pt x="2675" y="261"/>
                    <a:pt x="2186" y="0"/>
                    <a:pt x="1683" y="0"/>
                  </a:cubicBezTo>
                  <a:close/>
                </a:path>
              </a:pathLst>
            </a:custGeom>
            <a:solidFill>
              <a:srgbClr val="768C9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316" name="Google Shape;17316;p45"/>
            <p:cNvSpPr/>
            <p:nvPr/>
          </p:nvSpPr>
          <p:spPr>
            <a:xfrm>
              <a:off x="1027844" y="2472727"/>
              <a:ext cx="83702" cy="72648"/>
            </a:xfrm>
            <a:custGeom>
              <a:rect b="b" l="l" r="r" t="t"/>
              <a:pathLst>
                <a:path extrusionOk="0" h="2780" w="3203">
                  <a:moveTo>
                    <a:pt x="1308" y="1"/>
                  </a:moveTo>
                  <a:cubicBezTo>
                    <a:pt x="1279" y="10"/>
                    <a:pt x="1251" y="29"/>
                    <a:pt x="1222" y="49"/>
                  </a:cubicBezTo>
                  <a:cubicBezTo>
                    <a:pt x="0" y="808"/>
                    <a:pt x="462" y="2684"/>
                    <a:pt x="1895" y="2780"/>
                  </a:cubicBezTo>
                  <a:cubicBezTo>
                    <a:pt x="1924" y="2760"/>
                    <a:pt x="1953" y="2751"/>
                    <a:pt x="1981" y="2732"/>
                  </a:cubicBezTo>
                  <a:cubicBezTo>
                    <a:pt x="3203" y="1972"/>
                    <a:pt x="2741" y="97"/>
                    <a:pt x="1308" y="1"/>
                  </a:cubicBezTo>
                  <a:close/>
                </a:path>
              </a:pathLst>
            </a:custGeom>
            <a:solidFill>
              <a:srgbClr val="889CA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317" name="Google Shape;17317;p45"/>
            <p:cNvSpPr/>
            <p:nvPr/>
          </p:nvSpPr>
          <p:spPr>
            <a:xfrm>
              <a:off x="1047182" y="2499120"/>
              <a:ext cx="24408" cy="24146"/>
            </a:xfrm>
            <a:custGeom>
              <a:rect b="b" l="l" r="r" t="t"/>
              <a:pathLst>
                <a:path extrusionOk="0" h="924" w="934">
                  <a:moveTo>
                    <a:pt x="472" y="0"/>
                  </a:moveTo>
                  <a:cubicBezTo>
                    <a:pt x="212" y="0"/>
                    <a:pt x="1" y="212"/>
                    <a:pt x="1" y="462"/>
                  </a:cubicBezTo>
                  <a:cubicBezTo>
                    <a:pt x="1" y="722"/>
                    <a:pt x="212" y="923"/>
                    <a:pt x="472" y="923"/>
                  </a:cubicBezTo>
                  <a:cubicBezTo>
                    <a:pt x="722" y="923"/>
                    <a:pt x="934" y="722"/>
                    <a:pt x="934" y="462"/>
                  </a:cubicBezTo>
                  <a:cubicBezTo>
                    <a:pt x="934" y="212"/>
                    <a:pt x="722" y="0"/>
                    <a:pt x="472" y="0"/>
                  </a:cubicBezTo>
                  <a:close/>
                </a:path>
              </a:pathLst>
            </a:custGeom>
            <a:solidFill>
              <a:srgbClr val="526A7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7318" name="Google Shape;17318;p45"/>
          <p:cNvGrpSpPr/>
          <p:nvPr/>
        </p:nvGrpSpPr>
        <p:grpSpPr>
          <a:xfrm>
            <a:off x="866528" y="4089836"/>
            <a:ext cx="349810" cy="366665"/>
            <a:chOff x="866528" y="4274484"/>
            <a:chExt cx="349810" cy="366665"/>
          </a:xfrm>
        </p:grpSpPr>
        <p:sp>
          <p:nvSpPr>
            <p:cNvPr id="17319" name="Google Shape;17319;p45"/>
            <p:cNvSpPr/>
            <p:nvPr/>
          </p:nvSpPr>
          <p:spPr>
            <a:xfrm>
              <a:off x="1041407" y="4370991"/>
              <a:ext cx="174931" cy="270158"/>
            </a:xfrm>
            <a:custGeom>
              <a:rect b="b" l="l" r="r" t="t"/>
              <a:pathLst>
                <a:path extrusionOk="0" h="10338" w="6694">
                  <a:moveTo>
                    <a:pt x="6655" y="0"/>
                  </a:moveTo>
                  <a:lnTo>
                    <a:pt x="4222" y="1346"/>
                  </a:lnTo>
                  <a:lnTo>
                    <a:pt x="1" y="3683"/>
                  </a:lnTo>
                  <a:lnTo>
                    <a:pt x="1" y="10337"/>
                  </a:lnTo>
                  <a:cubicBezTo>
                    <a:pt x="49" y="10337"/>
                    <a:pt x="97" y="10328"/>
                    <a:pt x="135" y="10308"/>
                  </a:cubicBezTo>
                  <a:lnTo>
                    <a:pt x="6549" y="6760"/>
                  </a:lnTo>
                  <a:cubicBezTo>
                    <a:pt x="6636" y="6702"/>
                    <a:pt x="6694" y="6616"/>
                    <a:pt x="6694" y="6520"/>
                  </a:cubicBezTo>
                  <a:lnTo>
                    <a:pt x="6694" y="144"/>
                  </a:lnTo>
                  <a:cubicBezTo>
                    <a:pt x="6694" y="96"/>
                    <a:pt x="6674" y="48"/>
                    <a:pt x="6655" y="0"/>
                  </a:cubicBezTo>
                  <a:close/>
                </a:path>
              </a:pathLst>
            </a:custGeom>
            <a:solidFill>
              <a:srgbClr val="768C9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320" name="Google Shape;17320;p45"/>
            <p:cNvSpPr/>
            <p:nvPr/>
          </p:nvSpPr>
          <p:spPr>
            <a:xfrm>
              <a:off x="1041407" y="4516471"/>
              <a:ext cx="173938" cy="124678"/>
            </a:xfrm>
            <a:custGeom>
              <a:rect b="b" l="l" r="r" t="t"/>
              <a:pathLst>
                <a:path extrusionOk="0" h="4771" w="6656">
                  <a:moveTo>
                    <a:pt x="4222" y="1"/>
                  </a:moveTo>
                  <a:lnTo>
                    <a:pt x="2414" y="1001"/>
                  </a:lnTo>
                  <a:lnTo>
                    <a:pt x="1" y="2337"/>
                  </a:lnTo>
                  <a:lnTo>
                    <a:pt x="1" y="4770"/>
                  </a:lnTo>
                  <a:cubicBezTo>
                    <a:pt x="49" y="4770"/>
                    <a:pt x="97" y="4761"/>
                    <a:pt x="135" y="4741"/>
                  </a:cubicBezTo>
                  <a:lnTo>
                    <a:pt x="6549" y="1184"/>
                  </a:lnTo>
                  <a:cubicBezTo>
                    <a:pt x="6588" y="1155"/>
                    <a:pt x="6626" y="1126"/>
                    <a:pt x="6655" y="1087"/>
                  </a:cubicBezTo>
                  <a:lnTo>
                    <a:pt x="4222" y="1"/>
                  </a:lnTo>
                  <a:close/>
                </a:path>
              </a:pathLst>
            </a:custGeom>
            <a:solidFill>
              <a:srgbClr val="BBC8D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321" name="Google Shape;17321;p45"/>
            <p:cNvSpPr/>
            <p:nvPr/>
          </p:nvSpPr>
          <p:spPr>
            <a:xfrm>
              <a:off x="866528" y="4370991"/>
              <a:ext cx="174905" cy="270158"/>
            </a:xfrm>
            <a:custGeom>
              <a:rect b="b" l="l" r="r" t="t"/>
              <a:pathLst>
                <a:path extrusionOk="0" h="10338" w="6693">
                  <a:moveTo>
                    <a:pt x="38" y="0"/>
                  </a:moveTo>
                  <a:cubicBezTo>
                    <a:pt x="10" y="48"/>
                    <a:pt x="0" y="96"/>
                    <a:pt x="0" y="144"/>
                  </a:cubicBezTo>
                  <a:lnTo>
                    <a:pt x="0" y="6501"/>
                  </a:lnTo>
                  <a:cubicBezTo>
                    <a:pt x="0" y="6558"/>
                    <a:pt x="19" y="6606"/>
                    <a:pt x="38" y="6654"/>
                  </a:cubicBezTo>
                  <a:cubicBezTo>
                    <a:pt x="67" y="6693"/>
                    <a:pt x="96" y="6722"/>
                    <a:pt x="144" y="6751"/>
                  </a:cubicBezTo>
                  <a:lnTo>
                    <a:pt x="6558" y="10308"/>
                  </a:lnTo>
                  <a:cubicBezTo>
                    <a:pt x="6597" y="10328"/>
                    <a:pt x="6645" y="10337"/>
                    <a:pt x="6693" y="10337"/>
                  </a:cubicBezTo>
                  <a:lnTo>
                    <a:pt x="6693" y="3683"/>
                  </a:lnTo>
                  <a:lnTo>
                    <a:pt x="2471" y="1346"/>
                  </a:lnTo>
                  <a:lnTo>
                    <a:pt x="38" y="0"/>
                  </a:lnTo>
                  <a:close/>
                </a:path>
              </a:pathLst>
            </a:custGeom>
            <a:solidFill>
              <a:srgbClr val="BBC8D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322" name="Google Shape;17322;p45"/>
            <p:cNvSpPr/>
            <p:nvPr/>
          </p:nvSpPr>
          <p:spPr>
            <a:xfrm>
              <a:off x="866528" y="4370991"/>
              <a:ext cx="64600" cy="173650"/>
            </a:xfrm>
            <a:custGeom>
              <a:rect b="b" l="l" r="r" t="t"/>
              <a:pathLst>
                <a:path extrusionOk="0" h="6645" w="2472">
                  <a:moveTo>
                    <a:pt x="38" y="0"/>
                  </a:moveTo>
                  <a:cubicBezTo>
                    <a:pt x="10" y="48"/>
                    <a:pt x="0" y="96"/>
                    <a:pt x="0" y="144"/>
                  </a:cubicBezTo>
                  <a:lnTo>
                    <a:pt x="0" y="6501"/>
                  </a:lnTo>
                  <a:cubicBezTo>
                    <a:pt x="0" y="6558"/>
                    <a:pt x="19" y="6606"/>
                    <a:pt x="38" y="6645"/>
                  </a:cubicBezTo>
                  <a:lnTo>
                    <a:pt x="2471" y="5568"/>
                  </a:lnTo>
                  <a:lnTo>
                    <a:pt x="2471" y="1346"/>
                  </a:lnTo>
                  <a:lnTo>
                    <a:pt x="38" y="0"/>
                  </a:lnTo>
                  <a:close/>
                </a:path>
              </a:pathLst>
            </a:custGeom>
            <a:solidFill>
              <a:srgbClr val="AAB6B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323" name="Google Shape;17323;p45"/>
            <p:cNvSpPr/>
            <p:nvPr/>
          </p:nvSpPr>
          <p:spPr>
            <a:xfrm>
              <a:off x="867522" y="4274536"/>
              <a:ext cx="347824" cy="192701"/>
            </a:xfrm>
            <a:custGeom>
              <a:rect b="b" l="l" r="r" t="t"/>
              <a:pathLst>
                <a:path extrusionOk="0" h="7374" w="13310">
                  <a:moveTo>
                    <a:pt x="6655" y="1"/>
                  </a:moveTo>
                  <a:cubicBezTo>
                    <a:pt x="6609" y="1"/>
                    <a:pt x="6563" y="13"/>
                    <a:pt x="6520" y="37"/>
                  </a:cubicBezTo>
                  <a:lnTo>
                    <a:pt x="106" y="3595"/>
                  </a:lnTo>
                  <a:cubicBezTo>
                    <a:pt x="58" y="3614"/>
                    <a:pt x="29" y="3653"/>
                    <a:pt x="0" y="3691"/>
                  </a:cubicBezTo>
                  <a:lnTo>
                    <a:pt x="2433" y="5037"/>
                  </a:lnTo>
                  <a:lnTo>
                    <a:pt x="6655" y="7374"/>
                  </a:lnTo>
                  <a:lnTo>
                    <a:pt x="10876" y="5037"/>
                  </a:lnTo>
                  <a:lnTo>
                    <a:pt x="13309" y="3691"/>
                  </a:lnTo>
                  <a:cubicBezTo>
                    <a:pt x="13280" y="3653"/>
                    <a:pt x="13242" y="3614"/>
                    <a:pt x="13203" y="3595"/>
                  </a:cubicBezTo>
                  <a:lnTo>
                    <a:pt x="6789" y="37"/>
                  </a:lnTo>
                  <a:cubicBezTo>
                    <a:pt x="6746" y="13"/>
                    <a:pt x="6700" y="1"/>
                    <a:pt x="6655" y="1"/>
                  </a:cubicBezTo>
                  <a:close/>
                </a:path>
              </a:pathLst>
            </a:custGeom>
            <a:solidFill>
              <a:srgbClr val="AAB6B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324" name="Google Shape;17324;p45"/>
            <p:cNvSpPr/>
            <p:nvPr/>
          </p:nvSpPr>
          <p:spPr>
            <a:xfrm>
              <a:off x="1041407" y="4274484"/>
              <a:ext cx="173938" cy="131708"/>
            </a:xfrm>
            <a:custGeom>
              <a:rect b="b" l="l" r="r" t="t"/>
              <a:pathLst>
                <a:path extrusionOk="0" h="5040" w="6656">
                  <a:moveTo>
                    <a:pt x="1" y="1"/>
                  </a:moveTo>
                  <a:lnTo>
                    <a:pt x="1" y="2703"/>
                  </a:lnTo>
                  <a:lnTo>
                    <a:pt x="4222" y="5039"/>
                  </a:lnTo>
                  <a:lnTo>
                    <a:pt x="6655" y="3693"/>
                  </a:lnTo>
                  <a:cubicBezTo>
                    <a:pt x="6626" y="3655"/>
                    <a:pt x="6588" y="3616"/>
                    <a:pt x="6549" y="3597"/>
                  </a:cubicBezTo>
                  <a:lnTo>
                    <a:pt x="135" y="39"/>
                  </a:lnTo>
                  <a:cubicBezTo>
                    <a:pt x="97" y="20"/>
                    <a:pt x="49" y="1"/>
                    <a:pt x="1" y="1"/>
                  </a:cubicBezTo>
                  <a:close/>
                </a:path>
              </a:pathLst>
            </a:custGeom>
            <a:solidFill>
              <a:srgbClr val="768C9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325" name="Google Shape;17325;p45"/>
            <p:cNvSpPr/>
            <p:nvPr/>
          </p:nvSpPr>
          <p:spPr>
            <a:xfrm>
              <a:off x="1041407" y="4405669"/>
              <a:ext cx="112866" cy="173650"/>
            </a:xfrm>
            <a:custGeom>
              <a:rect b="b" l="l" r="r" t="t"/>
              <a:pathLst>
                <a:path extrusionOk="0" h="6645" w="4319">
                  <a:moveTo>
                    <a:pt x="4280" y="0"/>
                  </a:moveTo>
                  <a:lnTo>
                    <a:pt x="1" y="2366"/>
                  </a:lnTo>
                  <a:lnTo>
                    <a:pt x="1" y="6645"/>
                  </a:lnTo>
                  <a:cubicBezTo>
                    <a:pt x="49" y="6645"/>
                    <a:pt x="97" y="6626"/>
                    <a:pt x="135" y="6606"/>
                  </a:cubicBezTo>
                  <a:lnTo>
                    <a:pt x="4165" y="4375"/>
                  </a:lnTo>
                  <a:cubicBezTo>
                    <a:pt x="4261" y="4318"/>
                    <a:pt x="4318" y="4222"/>
                    <a:pt x="4318" y="4116"/>
                  </a:cubicBezTo>
                  <a:lnTo>
                    <a:pt x="4318" y="144"/>
                  </a:lnTo>
                  <a:cubicBezTo>
                    <a:pt x="4318" y="96"/>
                    <a:pt x="4299" y="39"/>
                    <a:pt x="4280" y="0"/>
                  </a:cubicBezTo>
                  <a:close/>
                </a:path>
              </a:pathLst>
            </a:custGeom>
            <a:solidFill>
              <a:srgbClr val="223D5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326" name="Google Shape;17326;p45"/>
            <p:cNvSpPr/>
            <p:nvPr/>
          </p:nvSpPr>
          <p:spPr>
            <a:xfrm>
              <a:off x="928593" y="4405669"/>
              <a:ext cx="112840" cy="173415"/>
            </a:xfrm>
            <a:custGeom>
              <a:rect b="b" l="l" r="r" t="t"/>
              <a:pathLst>
                <a:path extrusionOk="0" h="6636" w="4318">
                  <a:moveTo>
                    <a:pt x="39" y="0"/>
                  </a:moveTo>
                  <a:cubicBezTo>
                    <a:pt x="10" y="39"/>
                    <a:pt x="0" y="96"/>
                    <a:pt x="0" y="144"/>
                  </a:cubicBezTo>
                  <a:lnTo>
                    <a:pt x="0" y="4116"/>
                  </a:lnTo>
                  <a:cubicBezTo>
                    <a:pt x="0" y="4222"/>
                    <a:pt x="58" y="4318"/>
                    <a:pt x="154" y="4375"/>
                  </a:cubicBezTo>
                  <a:lnTo>
                    <a:pt x="4183" y="6606"/>
                  </a:lnTo>
                  <a:cubicBezTo>
                    <a:pt x="4222" y="6626"/>
                    <a:pt x="4270" y="6635"/>
                    <a:pt x="4318" y="6635"/>
                  </a:cubicBezTo>
                  <a:lnTo>
                    <a:pt x="4318" y="2366"/>
                  </a:lnTo>
                  <a:lnTo>
                    <a:pt x="39" y="0"/>
                  </a:lnTo>
                  <a:close/>
                </a:path>
              </a:pathLst>
            </a:custGeom>
            <a:solidFill>
              <a:srgbClr val="51667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327" name="Google Shape;17327;p45"/>
            <p:cNvSpPr/>
            <p:nvPr/>
          </p:nvSpPr>
          <p:spPr>
            <a:xfrm>
              <a:off x="929848" y="4343657"/>
              <a:ext cx="223407" cy="123842"/>
            </a:xfrm>
            <a:custGeom>
              <a:rect b="b" l="l" r="r" t="t"/>
              <a:pathLst>
                <a:path extrusionOk="0" h="4739" w="8549">
                  <a:moveTo>
                    <a:pt x="4266" y="0"/>
                  </a:moveTo>
                  <a:cubicBezTo>
                    <a:pt x="4219" y="0"/>
                    <a:pt x="4174" y="12"/>
                    <a:pt x="4135" y="36"/>
                  </a:cubicBezTo>
                  <a:lnTo>
                    <a:pt x="106" y="2267"/>
                  </a:lnTo>
                  <a:cubicBezTo>
                    <a:pt x="58" y="2287"/>
                    <a:pt x="19" y="2325"/>
                    <a:pt x="0" y="2373"/>
                  </a:cubicBezTo>
                  <a:lnTo>
                    <a:pt x="4270" y="4739"/>
                  </a:lnTo>
                  <a:lnTo>
                    <a:pt x="8549" y="2373"/>
                  </a:lnTo>
                  <a:cubicBezTo>
                    <a:pt x="8520" y="2325"/>
                    <a:pt x="8482" y="2287"/>
                    <a:pt x="8434" y="2267"/>
                  </a:cubicBezTo>
                  <a:lnTo>
                    <a:pt x="7260" y="1613"/>
                  </a:lnTo>
                  <a:lnTo>
                    <a:pt x="4404" y="36"/>
                  </a:lnTo>
                  <a:cubicBezTo>
                    <a:pt x="4361" y="12"/>
                    <a:pt x="4313" y="0"/>
                    <a:pt x="4266" y="0"/>
                  </a:cubicBezTo>
                  <a:close/>
                </a:path>
              </a:pathLst>
            </a:custGeom>
            <a:solidFill>
              <a:srgbClr val="8D9BA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328" name="Google Shape;17328;p45"/>
            <p:cNvSpPr/>
            <p:nvPr/>
          </p:nvSpPr>
          <p:spPr>
            <a:xfrm>
              <a:off x="1112017" y="4497290"/>
              <a:ext cx="29896" cy="18972"/>
            </a:xfrm>
            <a:custGeom>
              <a:rect b="b" l="l" r="r" t="t"/>
              <a:pathLst>
                <a:path extrusionOk="0" h="726" w="1144">
                  <a:moveTo>
                    <a:pt x="827" y="1"/>
                  </a:moveTo>
                  <a:cubicBezTo>
                    <a:pt x="791" y="1"/>
                    <a:pt x="752" y="11"/>
                    <a:pt x="712" y="33"/>
                  </a:cubicBezTo>
                  <a:lnTo>
                    <a:pt x="203" y="321"/>
                  </a:lnTo>
                  <a:cubicBezTo>
                    <a:pt x="1" y="427"/>
                    <a:pt x="78" y="725"/>
                    <a:pt x="309" y="725"/>
                  </a:cubicBezTo>
                  <a:cubicBezTo>
                    <a:pt x="347" y="725"/>
                    <a:pt x="386" y="716"/>
                    <a:pt x="414" y="696"/>
                  </a:cubicBezTo>
                  <a:lnTo>
                    <a:pt x="924" y="417"/>
                  </a:lnTo>
                  <a:cubicBezTo>
                    <a:pt x="1144" y="295"/>
                    <a:pt x="1026" y="1"/>
                    <a:pt x="827" y="1"/>
                  </a:cubicBezTo>
                  <a:close/>
                </a:path>
              </a:pathLst>
            </a:custGeom>
            <a:solidFill>
              <a:srgbClr val="8D9BA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329" name="Google Shape;17329;p45"/>
            <p:cNvSpPr/>
            <p:nvPr/>
          </p:nvSpPr>
          <p:spPr>
            <a:xfrm>
              <a:off x="1112017" y="4481218"/>
              <a:ext cx="29896" cy="18946"/>
            </a:xfrm>
            <a:custGeom>
              <a:rect b="b" l="l" r="r" t="t"/>
              <a:pathLst>
                <a:path extrusionOk="0" h="725" w="1144">
                  <a:moveTo>
                    <a:pt x="827" y="1"/>
                  </a:moveTo>
                  <a:cubicBezTo>
                    <a:pt x="791" y="1"/>
                    <a:pt x="752" y="10"/>
                    <a:pt x="712" y="32"/>
                  </a:cubicBezTo>
                  <a:lnTo>
                    <a:pt x="203" y="311"/>
                  </a:lnTo>
                  <a:cubicBezTo>
                    <a:pt x="1" y="427"/>
                    <a:pt x="78" y="725"/>
                    <a:pt x="309" y="725"/>
                  </a:cubicBezTo>
                  <a:cubicBezTo>
                    <a:pt x="347" y="725"/>
                    <a:pt x="386" y="715"/>
                    <a:pt x="414" y="696"/>
                  </a:cubicBezTo>
                  <a:lnTo>
                    <a:pt x="924" y="407"/>
                  </a:lnTo>
                  <a:cubicBezTo>
                    <a:pt x="1144" y="293"/>
                    <a:pt x="1026" y="1"/>
                    <a:pt x="827" y="1"/>
                  </a:cubicBezTo>
                  <a:close/>
                </a:path>
              </a:pathLst>
            </a:custGeom>
            <a:solidFill>
              <a:srgbClr val="8D9BA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7330" name="Google Shape;17330;p45"/>
          <p:cNvGrpSpPr/>
          <p:nvPr/>
        </p:nvGrpSpPr>
        <p:grpSpPr>
          <a:xfrm>
            <a:off x="1388708" y="4089836"/>
            <a:ext cx="330211" cy="366665"/>
            <a:chOff x="1388708" y="4274484"/>
            <a:chExt cx="330211" cy="366665"/>
          </a:xfrm>
        </p:grpSpPr>
        <p:sp>
          <p:nvSpPr>
            <p:cNvPr id="17331" name="Google Shape;17331;p45"/>
            <p:cNvSpPr/>
            <p:nvPr/>
          </p:nvSpPr>
          <p:spPr>
            <a:xfrm>
              <a:off x="1490965" y="4274484"/>
              <a:ext cx="227954" cy="366665"/>
            </a:xfrm>
            <a:custGeom>
              <a:rect b="b" l="l" r="r" t="t"/>
              <a:pathLst>
                <a:path extrusionOk="0" h="14031" w="8723">
                  <a:moveTo>
                    <a:pt x="289" y="1"/>
                  </a:moveTo>
                  <a:cubicBezTo>
                    <a:pt x="126" y="1"/>
                    <a:pt x="1" y="126"/>
                    <a:pt x="1" y="289"/>
                  </a:cubicBezTo>
                  <a:lnTo>
                    <a:pt x="1" y="14030"/>
                  </a:lnTo>
                  <a:lnTo>
                    <a:pt x="6963" y="14030"/>
                  </a:lnTo>
                  <a:cubicBezTo>
                    <a:pt x="7934" y="14030"/>
                    <a:pt x="8723" y="13242"/>
                    <a:pt x="8723" y="12271"/>
                  </a:cubicBezTo>
                  <a:lnTo>
                    <a:pt x="8723" y="289"/>
                  </a:lnTo>
                  <a:cubicBezTo>
                    <a:pt x="8723" y="126"/>
                    <a:pt x="8598" y="1"/>
                    <a:pt x="8444" y="1"/>
                  </a:cubicBezTo>
                  <a:close/>
                </a:path>
              </a:pathLst>
            </a:custGeom>
            <a:solidFill>
              <a:srgbClr val="F5F7F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332" name="Google Shape;17332;p45"/>
            <p:cNvSpPr/>
            <p:nvPr/>
          </p:nvSpPr>
          <p:spPr>
            <a:xfrm>
              <a:off x="1651810" y="4274484"/>
              <a:ext cx="67108" cy="366665"/>
            </a:xfrm>
            <a:custGeom>
              <a:rect b="b" l="l" r="r" t="t"/>
              <a:pathLst>
                <a:path extrusionOk="0" h="14031" w="2568">
                  <a:moveTo>
                    <a:pt x="1481" y="1"/>
                  </a:moveTo>
                  <a:cubicBezTo>
                    <a:pt x="1635" y="1"/>
                    <a:pt x="1760" y="126"/>
                    <a:pt x="1760" y="289"/>
                  </a:cubicBezTo>
                  <a:lnTo>
                    <a:pt x="1760" y="12271"/>
                  </a:lnTo>
                  <a:cubicBezTo>
                    <a:pt x="1760" y="13242"/>
                    <a:pt x="971" y="14030"/>
                    <a:pt x="0" y="14030"/>
                  </a:cubicBezTo>
                  <a:lnTo>
                    <a:pt x="808" y="14030"/>
                  </a:lnTo>
                  <a:cubicBezTo>
                    <a:pt x="1779" y="14030"/>
                    <a:pt x="2568" y="13242"/>
                    <a:pt x="2568" y="12271"/>
                  </a:cubicBezTo>
                  <a:lnTo>
                    <a:pt x="2568" y="289"/>
                  </a:lnTo>
                  <a:cubicBezTo>
                    <a:pt x="2568" y="126"/>
                    <a:pt x="2443" y="1"/>
                    <a:pt x="2289" y="1"/>
                  </a:cubicBez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333" name="Google Shape;17333;p45"/>
            <p:cNvSpPr/>
            <p:nvPr/>
          </p:nvSpPr>
          <p:spPr>
            <a:xfrm>
              <a:off x="1395973" y="4576288"/>
              <a:ext cx="273947" cy="64861"/>
            </a:xfrm>
            <a:custGeom>
              <a:rect b="b" l="l" r="r" t="t"/>
              <a:pathLst>
                <a:path extrusionOk="0" h="2482" w="10483">
                  <a:moveTo>
                    <a:pt x="280" y="0"/>
                  </a:moveTo>
                  <a:cubicBezTo>
                    <a:pt x="126" y="0"/>
                    <a:pt x="1" y="125"/>
                    <a:pt x="1" y="289"/>
                  </a:cubicBezTo>
                  <a:lnTo>
                    <a:pt x="1" y="722"/>
                  </a:lnTo>
                  <a:cubicBezTo>
                    <a:pt x="1" y="1693"/>
                    <a:pt x="789" y="2481"/>
                    <a:pt x="1761" y="2481"/>
                  </a:cubicBezTo>
                  <a:lnTo>
                    <a:pt x="10482" y="2481"/>
                  </a:lnTo>
                  <a:cubicBezTo>
                    <a:pt x="9511" y="2481"/>
                    <a:pt x="8723" y="1693"/>
                    <a:pt x="8723" y="722"/>
                  </a:cubicBezTo>
                  <a:lnTo>
                    <a:pt x="8723" y="289"/>
                  </a:lnTo>
                  <a:cubicBezTo>
                    <a:pt x="8723" y="125"/>
                    <a:pt x="8598" y="0"/>
                    <a:pt x="8444" y="0"/>
                  </a:cubicBezTo>
                  <a:close/>
                </a:path>
              </a:pathLst>
            </a:custGeom>
            <a:solidFill>
              <a:srgbClr val="D0DAE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334" name="Google Shape;17334;p45"/>
            <p:cNvSpPr/>
            <p:nvPr/>
          </p:nvSpPr>
          <p:spPr>
            <a:xfrm>
              <a:off x="1523395" y="4385547"/>
              <a:ext cx="31437" cy="26916"/>
            </a:xfrm>
            <a:custGeom>
              <a:rect b="b" l="l" r="r" t="t"/>
              <a:pathLst>
                <a:path extrusionOk="0" h="1030" w="1203">
                  <a:moveTo>
                    <a:pt x="683" y="1"/>
                  </a:moveTo>
                  <a:cubicBezTo>
                    <a:pt x="231" y="1"/>
                    <a:pt x="0" y="559"/>
                    <a:pt x="327" y="876"/>
                  </a:cubicBezTo>
                  <a:cubicBezTo>
                    <a:pt x="430" y="982"/>
                    <a:pt x="559" y="1029"/>
                    <a:pt x="685" y="1029"/>
                  </a:cubicBezTo>
                  <a:cubicBezTo>
                    <a:pt x="948" y="1029"/>
                    <a:pt x="1202" y="825"/>
                    <a:pt x="1202" y="520"/>
                  </a:cubicBezTo>
                  <a:cubicBezTo>
                    <a:pt x="1202" y="232"/>
                    <a:pt x="972" y="1"/>
                    <a:pt x="683" y="1"/>
                  </a:cubicBezTo>
                  <a:close/>
                </a:path>
              </a:pathLst>
            </a:custGeom>
            <a:solidFill>
              <a:srgbClr val="A2AFB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335" name="Google Shape;17335;p45"/>
            <p:cNvSpPr/>
            <p:nvPr/>
          </p:nvSpPr>
          <p:spPr>
            <a:xfrm>
              <a:off x="1569623" y="4394589"/>
              <a:ext cx="41734" cy="11106"/>
            </a:xfrm>
            <a:custGeom>
              <a:rect b="b" l="l" r="r" t="t"/>
              <a:pathLst>
                <a:path extrusionOk="0" h="425" w="1597">
                  <a:moveTo>
                    <a:pt x="280" y="1"/>
                  </a:moveTo>
                  <a:cubicBezTo>
                    <a:pt x="1" y="1"/>
                    <a:pt x="1" y="424"/>
                    <a:pt x="280" y="424"/>
                  </a:cubicBezTo>
                  <a:lnTo>
                    <a:pt x="1318" y="424"/>
                  </a:lnTo>
                  <a:cubicBezTo>
                    <a:pt x="1597" y="424"/>
                    <a:pt x="1597" y="1"/>
                    <a:pt x="1318" y="1"/>
                  </a:cubicBezTo>
                  <a:close/>
                </a:path>
              </a:pathLst>
            </a:custGeom>
            <a:solidFill>
              <a:srgbClr val="D0DAE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336" name="Google Shape;17336;p45"/>
            <p:cNvSpPr/>
            <p:nvPr/>
          </p:nvSpPr>
          <p:spPr>
            <a:xfrm>
              <a:off x="1569623" y="4407917"/>
              <a:ext cx="109103" cy="11080"/>
            </a:xfrm>
            <a:custGeom>
              <a:rect b="b" l="l" r="r" t="t"/>
              <a:pathLst>
                <a:path extrusionOk="0" h="424" w="4175">
                  <a:moveTo>
                    <a:pt x="280" y="1"/>
                  </a:moveTo>
                  <a:cubicBezTo>
                    <a:pt x="1" y="1"/>
                    <a:pt x="1" y="424"/>
                    <a:pt x="280" y="424"/>
                  </a:cubicBezTo>
                  <a:lnTo>
                    <a:pt x="3895" y="424"/>
                  </a:lnTo>
                  <a:cubicBezTo>
                    <a:pt x="4174" y="424"/>
                    <a:pt x="4174" y="1"/>
                    <a:pt x="3895" y="1"/>
                  </a:cubicBezTo>
                  <a:close/>
                </a:path>
              </a:pathLst>
            </a:custGeom>
            <a:solidFill>
              <a:srgbClr val="D0DAE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337" name="Google Shape;17337;p45"/>
            <p:cNvSpPr/>
            <p:nvPr/>
          </p:nvSpPr>
          <p:spPr>
            <a:xfrm>
              <a:off x="1569623" y="4379014"/>
              <a:ext cx="14608" cy="11080"/>
            </a:xfrm>
            <a:custGeom>
              <a:rect b="b" l="l" r="r" t="t"/>
              <a:pathLst>
                <a:path extrusionOk="0" h="424" w="559">
                  <a:moveTo>
                    <a:pt x="280" y="1"/>
                  </a:moveTo>
                  <a:cubicBezTo>
                    <a:pt x="1" y="1"/>
                    <a:pt x="1" y="424"/>
                    <a:pt x="280" y="424"/>
                  </a:cubicBezTo>
                  <a:cubicBezTo>
                    <a:pt x="558" y="424"/>
                    <a:pt x="558" y="1"/>
                    <a:pt x="280" y="1"/>
                  </a:cubicBezTo>
                  <a:close/>
                </a:path>
              </a:pathLst>
            </a:custGeom>
            <a:solidFill>
              <a:srgbClr val="D0DAE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338" name="Google Shape;17338;p45"/>
            <p:cNvSpPr/>
            <p:nvPr/>
          </p:nvSpPr>
          <p:spPr>
            <a:xfrm>
              <a:off x="1523395" y="4444110"/>
              <a:ext cx="31437" cy="26786"/>
            </a:xfrm>
            <a:custGeom>
              <a:rect b="b" l="l" r="r" t="t"/>
              <a:pathLst>
                <a:path extrusionOk="0" h="1025" w="1203">
                  <a:moveTo>
                    <a:pt x="683" y="0"/>
                  </a:moveTo>
                  <a:cubicBezTo>
                    <a:pt x="231" y="0"/>
                    <a:pt x="0" y="548"/>
                    <a:pt x="327" y="875"/>
                  </a:cubicBezTo>
                  <a:cubicBezTo>
                    <a:pt x="430" y="978"/>
                    <a:pt x="558" y="1024"/>
                    <a:pt x="684" y="1024"/>
                  </a:cubicBezTo>
                  <a:cubicBezTo>
                    <a:pt x="947" y="1024"/>
                    <a:pt x="1202" y="822"/>
                    <a:pt x="1202" y="510"/>
                  </a:cubicBezTo>
                  <a:cubicBezTo>
                    <a:pt x="1202" y="231"/>
                    <a:pt x="972" y="0"/>
                    <a:pt x="683" y="0"/>
                  </a:cubicBezTo>
                  <a:close/>
                </a:path>
              </a:pathLst>
            </a:custGeom>
            <a:solidFill>
              <a:srgbClr val="A2AFB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339" name="Google Shape;17339;p45"/>
            <p:cNvSpPr/>
            <p:nvPr/>
          </p:nvSpPr>
          <p:spPr>
            <a:xfrm>
              <a:off x="1569623" y="4453152"/>
              <a:ext cx="41734" cy="11080"/>
            </a:xfrm>
            <a:custGeom>
              <a:rect b="b" l="l" r="r" t="t"/>
              <a:pathLst>
                <a:path extrusionOk="0" h="424" w="1597">
                  <a:moveTo>
                    <a:pt x="280" y="1"/>
                  </a:moveTo>
                  <a:cubicBezTo>
                    <a:pt x="1" y="1"/>
                    <a:pt x="1" y="424"/>
                    <a:pt x="280" y="424"/>
                  </a:cubicBezTo>
                  <a:lnTo>
                    <a:pt x="1318" y="424"/>
                  </a:lnTo>
                  <a:cubicBezTo>
                    <a:pt x="1597" y="424"/>
                    <a:pt x="1597" y="1"/>
                    <a:pt x="1318" y="1"/>
                  </a:cubicBezTo>
                  <a:close/>
                </a:path>
              </a:pathLst>
            </a:custGeom>
            <a:solidFill>
              <a:srgbClr val="D0DAE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340" name="Google Shape;17340;p45"/>
            <p:cNvSpPr/>
            <p:nvPr/>
          </p:nvSpPr>
          <p:spPr>
            <a:xfrm>
              <a:off x="1569623" y="4466480"/>
              <a:ext cx="109103" cy="11080"/>
            </a:xfrm>
            <a:custGeom>
              <a:rect b="b" l="l" r="r" t="t"/>
              <a:pathLst>
                <a:path extrusionOk="0" h="424" w="4175">
                  <a:moveTo>
                    <a:pt x="280" y="0"/>
                  </a:moveTo>
                  <a:cubicBezTo>
                    <a:pt x="1" y="0"/>
                    <a:pt x="1" y="423"/>
                    <a:pt x="280" y="423"/>
                  </a:cubicBezTo>
                  <a:lnTo>
                    <a:pt x="3895" y="423"/>
                  </a:lnTo>
                  <a:cubicBezTo>
                    <a:pt x="4174" y="423"/>
                    <a:pt x="4174" y="0"/>
                    <a:pt x="3895" y="0"/>
                  </a:cubicBezTo>
                  <a:close/>
                </a:path>
              </a:pathLst>
            </a:custGeom>
            <a:solidFill>
              <a:srgbClr val="D0DAE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341" name="Google Shape;17341;p45"/>
            <p:cNvSpPr/>
            <p:nvPr/>
          </p:nvSpPr>
          <p:spPr>
            <a:xfrm>
              <a:off x="1569623" y="4437577"/>
              <a:ext cx="14608" cy="11080"/>
            </a:xfrm>
            <a:custGeom>
              <a:rect b="b" l="l" r="r" t="t"/>
              <a:pathLst>
                <a:path extrusionOk="0" h="424" w="559">
                  <a:moveTo>
                    <a:pt x="280" y="0"/>
                  </a:moveTo>
                  <a:cubicBezTo>
                    <a:pt x="1" y="0"/>
                    <a:pt x="1" y="423"/>
                    <a:pt x="280" y="423"/>
                  </a:cubicBezTo>
                  <a:cubicBezTo>
                    <a:pt x="558" y="423"/>
                    <a:pt x="558" y="0"/>
                    <a:pt x="280" y="0"/>
                  </a:cubicBezTo>
                  <a:close/>
                </a:path>
              </a:pathLst>
            </a:custGeom>
            <a:solidFill>
              <a:srgbClr val="D0DAE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342" name="Google Shape;17342;p45"/>
            <p:cNvSpPr/>
            <p:nvPr/>
          </p:nvSpPr>
          <p:spPr>
            <a:xfrm>
              <a:off x="1523395" y="4502647"/>
              <a:ext cx="31437" cy="26655"/>
            </a:xfrm>
            <a:custGeom>
              <a:rect b="b" l="l" r="r" t="t"/>
              <a:pathLst>
                <a:path extrusionOk="0" h="1020" w="1203">
                  <a:moveTo>
                    <a:pt x="683" y="1"/>
                  </a:moveTo>
                  <a:cubicBezTo>
                    <a:pt x="231" y="1"/>
                    <a:pt x="0" y="549"/>
                    <a:pt x="327" y="866"/>
                  </a:cubicBezTo>
                  <a:cubicBezTo>
                    <a:pt x="430" y="973"/>
                    <a:pt x="559" y="1020"/>
                    <a:pt x="685" y="1020"/>
                  </a:cubicBezTo>
                  <a:cubicBezTo>
                    <a:pt x="948" y="1020"/>
                    <a:pt x="1202" y="816"/>
                    <a:pt x="1202" y="511"/>
                  </a:cubicBezTo>
                  <a:cubicBezTo>
                    <a:pt x="1202" y="222"/>
                    <a:pt x="972" y="1"/>
                    <a:pt x="683" y="1"/>
                  </a:cubicBezTo>
                  <a:close/>
                </a:path>
              </a:pathLst>
            </a:custGeom>
            <a:solidFill>
              <a:srgbClr val="A2AFB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343" name="Google Shape;17343;p45"/>
            <p:cNvSpPr/>
            <p:nvPr/>
          </p:nvSpPr>
          <p:spPr>
            <a:xfrm>
              <a:off x="1569623" y="4511689"/>
              <a:ext cx="41734" cy="11106"/>
            </a:xfrm>
            <a:custGeom>
              <a:rect b="b" l="l" r="r" t="t"/>
              <a:pathLst>
                <a:path extrusionOk="0" h="425" w="1597">
                  <a:moveTo>
                    <a:pt x="1327" y="1"/>
                  </a:moveTo>
                  <a:cubicBezTo>
                    <a:pt x="1324" y="1"/>
                    <a:pt x="1321" y="1"/>
                    <a:pt x="1318" y="1"/>
                  </a:cubicBezTo>
                  <a:lnTo>
                    <a:pt x="280" y="1"/>
                  </a:lnTo>
                  <a:cubicBezTo>
                    <a:pt x="1" y="1"/>
                    <a:pt x="1" y="424"/>
                    <a:pt x="280" y="424"/>
                  </a:cubicBezTo>
                  <a:lnTo>
                    <a:pt x="1318" y="424"/>
                  </a:lnTo>
                  <a:cubicBezTo>
                    <a:pt x="1594" y="415"/>
                    <a:pt x="1597" y="1"/>
                    <a:pt x="1327" y="1"/>
                  </a:cubicBezTo>
                  <a:close/>
                </a:path>
              </a:pathLst>
            </a:custGeom>
            <a:solidFill>
              <a:srgbClr val="D0DAE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344" name="Google Shape;17344;p45"/>
            <p:cNvSpPr/>
            <p:nvPr/>
          </p:nvSpPr>
          <p:spPr>
            <a:xfrm>
              <a:off x="1569623" y="4524781"/>
              <a:ext cx="109103" cy="11080"/>
            </a:xfrm>
            <a:custGeom>
              <a:rect b="b" l="l" r="r" t="t"/>
              <a:pathLst>
                <a:path extrusionOk="0" h="424" w="4175">
                  <a:moveTo>
                    <a:pt x="280" y="0"/>
                  </a:moveTo>
                  <a:cubicBezTo>
                    <a:pt x="1" y="0"/>
                    <a:pt x="1" y="423"/>
                    <a:pt x="280" y="423"/>
                  </a:cubicBezTo>
                  <a:lnTo>
                    <a:pt x="3895" y="423"/>
                  </a:lnTo>
                  <a:cubicBezTo>
                    <a:pt x="4174" y="423"/>
                    <a:pt x="4174" y="0"/>
                    <a:pt x="3895" y="0"/>
                  </a:cubicBezTo>
                  <a:close/>
                </a:path>
              </a:pathLst>
            </a:custGeom>
            <a:solidFill>
              <a:srgbClr val="D0DAE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345" name="Google Shape;17345;p45"/>
            <p:cNvSpPr/>
            <p:nvPr/>
          </p:nvSpPr>
          <p:spPr>
            <a:xfrm>
              <a:off x="1569623" y="4495879"/>
              <a:ext cx="14608" cy="11080"/>
            </a:xfrm>
            <a:custGeom>
              <a:rect b="b" l="l" r="r" t="t"/>
              <a:pathLst>
                <a:path extrusionOk="0" h="424" w="559">
                  <a:moveTo>
                    <a:pt x="280" y="0"/>
                  </a:moveTo>
                  <a:cubicBezTo>
                    <a:pt x="1" y="0"/>
                    <a:pt x="1" y="423"/>
                    <a:pt x="280" y="423"/>
                  </a:cubicBezTo>
                  <a:cubicBezTo>
                    <a:pt x="558" y="423"/>
                    <a:pt x="558" y="0"/>
                    <a:pt x="280" y="0"/>
                  </a:cubicBezTo>
                  <a:close/>
                </a:path>
              </a:pathLst>
            </a:custGeom>
            <a:solidFill>
              <a:srgbClr val="D0DAE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346" name="Google Shape;17346;p45"/>
            <p:cNvSpPr/>
            <p:nvPr/>
          </p:nvSpPr>
          <p:spPr>
            <a:xfrm>
              <a:off x="1530425" y="4309423"/>
              <a:ext cx="149295" cy="32169"/>
            </a:xfrm>
            <a:custGeom>
              <a:rect b="b" l="l" r="r" t="t"/>
              <a:pathLst>
                <a:path extrusionOk="0" h="1231" w="5713">
                  <a:moveTo>
                    <a:pt x="279" y="0"/>
                  </a:moveTo>
                  <a:cubicBezTo>
                    <a:pt x="126" y="0"/>
                    <a:pt x="1" y="125"/>
                    <a:pt x="1" y="279"/>
                  </a:cubicBezTo>
                  <a:lnTo>
                    <a:pt x="1" y="943"/>
                  </a:lnTo>
                  <a:cubicBezTo>
                    <a:pt x="1" y="1106"/>
                    <a:pt x="126" y="1231"/>
                    <a:pt x="279" y="1231"/>
                  </a:cubicBezTo>
                  <a:lnTo>
                    <a:pt x="5424" y="1231"/>
                  </a:lnTo>
                  <a:cubicBezTo>
                    <a:pt x="5587" y="1231"/>
                    <a:pt x="5712" y="1106"/>
                    <a:pt x="5712" y="943"/>
                  </a:cubicBezTo>
                  <a:lnTo>
                    <a:pt x="5712" y="279"/>
                  </a:lnTo>
                  <a:cubicBezTo>
                    <a:pt x="5712" y="125"/>
                    <a:pt x="5587" y="0"/>
                    <a:pt x="5424" y="0"/>
                  </a:cubicBezTo>
                  <a:close/>
                </a:path>
              </a:pathLst>
            </a:custGeom>
            <a:solidFill>
              <a:srgbClr val="7082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347" name="Google Shape;17347;p45"/>
            <p:cNvSpPr/>
            <p:nvPr/>
          </p:nvSpPr>
          <p:spPr>
            <a:xfrm>
              <a:off x="1490965" y="4463448"/>
              <a:ext cx="29634" cy="29451"/>
            </a:xfrm>
            <a:custGeom>
              <a:rect b="b" l="l" r="r" t="t"/>
              <a:pathLst>
                <a:path extrusionOk="0" h="1127" w="1134">
                  <a:moveTo>
                    <a:pt x="732" y="1"/>
                  </a:moveTo>
                  <a:lnTo>
                    <a:pt x="1" y="655"/>
                  </a:lnTo>
                  <a:lnTo>
                    <a:pt x="914" y="1107"/>
                  </a:lnTo>
                  <a:cubicBezTo>
                    <a:pt x="936" y="1121"/>
                    <a:pt x="959" y="1127"/>
                    <a:pt x="981" y="1127"/>
                  </a:cubicBezTo>
                  <a:cubicBezTo>
                    <a:pt x="1064" y="1127"/>
                    <a:pt x="1133" y="1037"/>
                    <a:pt x="1087" y="953"/>
                  </a:cubicBezTo>
                  <a:lnTo>
                    <a:pt x="732" y="1"/>
                  </a:lnTo>
                  <a:close/>
                </a:path>
              </a:pathLst>
            </a:custGeom>
            <a:solidFill>
              <a:srgbClr val="7B8E9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348" name="Google Shape;17348;p45"/>
            <p:cNvSpPr/>
            <p:nvPr/>
          </p:nvSpPr>
          <p:spPr>
            <a:xfrm>
              <a:off x="1388708" y="4350242"/>
              <a:ext cx="122640" cy="130689"/>
            </a:xfrm>
            <a:custGeom>
              <a:rect b="b" l="l" r="r" t="t"/>
              <a:pathLst>
                <a:path extrusionOk="0" h="5001" w="4693">
                  <a:moveTo>
                    <a:pt x="811" y="1"/>
                  </a:moveTo>
                  <a:cubicBezTo>
                    <a:pt x="763" y="1"/>
                    <a:pt x="714" y="18"/>
                    <a:pt x="673" y="54"/>
                  </a:cubicBezTo>
                  <a:lnTo>
                    <a:pt x="87" y="573"/>
                  </a:lnTo>
                  <a:cubicBezTo>
                    <a:pt x="0" y="650"/>
                    <a:pt x="0" y="784"/>
                    <a:pt x="77" y="871"/>
                  </a:cubicBezTo>
                  <a:lnTo>
                    <a:pt x="3722" y="4929"/>
                  </a:lnTo>
                  <a:cubicBezTo>
                    <a:pt x="3763" y="4976"/>
                    <a:pt x="3822" y="5000"/>
                    <a:pt x="3881" y="5000"/>
                  </a:cubicBezTo>
                  <a:cubicBezTo>
                    <a:pt x="3931" y="5000"/>
                    <a:pt x="3980" y="4983"/>
                    <a:pt x="4020" y="4948"/>
                  </a:cubicBezTo>
                  <a:lnTo>
                    <a:pt x="4597" y="4419"/>
                  </a:lnTo>
                  <a:cubicBezTo>
                    <a:pt x="4683" y="4342"/>
                    <a:pt x="4693" y="4217"/>
                    <a:pt x="4616" y="4131"/>
                  </a:cubicBezTo>
                  <a:lnTo>
                    <a:pt x="962" y="63"/>
                  </a:lnTo>
                  <a:cubicBezTo>
                    <a:pt x="921" y="22"/>
                    <a:pt x="866" y="1"/>
                    <a:pt x="811" y="1"/>
                  </a:cubicBezTo>
                  <a:close/>
                </a:path>
              </a:pathLst>
            </a:custGeom>
            <a:solidFill>
              <a:srgbClr val="D3D9D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349" name="Google Shape;17349;p45"/>
            <p:cNvSpPr/>
            <p:nvPr/>
          </p:nvSpPr>
          <p:spPr>
            <a:xfrm>
              <a:off x="1388708" y="4358422"/>
              <a:ext cx="112605" cy="122509"/>
            </a:xfrm>
            <a:custGeom>
              <a:rect b="b" l="l" r="r" t="t"/>
              <a:pathLst>
                <a:path extrusionOk="0" h="4688" w="4309">
                  <a:moveTo>
                    <a:pt x="385" y="0"/>
                  </a:moveTo>
                  <a:lnTo>
                    <a:pt x="87" y="260"/>
                  </a:lnTo>
                  <a:cubicBezTo>
                    <a:pt x="0" y="337"/>
                    <a:pt x="0" y="471"/>
                    <a:pt x="77" y="558"/>
                  </a:cubicBezTo>
                  <a:lnTo>
                    <a:pt x="3722" y="4616"/>
                  </a:lnTo>
                  <a:cubicBezTo>
                    <a:pt x="3763" y="4663"/>
                    <a:pt x="3822" y="4687"/>
                    <a:pt x="3881" y="4687"/>
                  </a:cubicBezTo>
                  <a:cubicBezTo>
                    <a:pt x="3931" y="4687"/>
                    <a:pt x="3980" y="4670"/>
                    <a:pt x="4020" y="4635"/>
                  </a:cubicBezTo>
                  <a:lnTo>
                    <a:pt x="4308" y="4376"/>
                  </a:lnTo>
                  <a:lnTo>
                    <a:pt x="385" y="0"/>
                  </a:lnTo>
                  <a:close/>
                </a:path>
              </a:pathLst>
            </a:custGeom>
            <a:solidFill>
              <a:srgbClr val="D1DAE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350" name="Google Shape;17350;p45"/>
            <p:cNvSpPr/>
            <p:nvPr/>
          </p:nvSpPr>
          <p:spPr>
            <a:xfrm>
              <a:off x="1388708" y="4350242"/>
              <a:ext cx="35697" cy="34338"/>
            </a:xfrm>
            <a:custGeom>
              <a:rect b="b" l="l" r="r" t="t"/>
              <a:pathLst>
                <a:path extrusionOk="0" h="1314" w="1366">
                  <a:moveTo>
                    <a:pt x="811" y="1"/>
                  </a:moveTo>
                  <a:cubicBezTo>
                    <a:pt x="763" y="1"/>
                    <a:pt x="714" y="18"/>
                    <a:pt x="673" y="54"/>
                  </a:cubicBezTo>
                  <a:lnTo>
                    <a:pt x="87" y="573"/>
                  </a:lnTo>
                  <a:cubicBezTo>
                    <a:pt x="0" y="650"/>
                    <a:pt x="0" y="784"/>
                    <a:pt x="77" y="871"/>
                  </a:cubicBezTo>
                  <a:lnTo>
                    <a:pt x="471" y="1313"/>
                  </a:lnTo>
                  <a:lnTo>
                    <a:pt x="1366" y="506"/>
                  </a:lnTo>
                  <a:lnTo>
                    <a:pt x="962" y="63"/>
                  </a:lnTo>
                  <a:cubicBezTo>
                    <a:pt x="921" y="22"/>
                    <a:pt x="866" y="1"/>
                    <a:pt x="811" y="1"/>
                  </a:cubicBezTo>
                  <a:close/>
                </a:path>
              </a:pathLst>
            </a:custGeom>
            <a:solidFill>
              <a:srgbClr val="8D9BA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7351" name="Google Shape;17351;p45"/>
          <p:cNvGrpSpPr/>
          <p:nvPr/>
        </p:nvGrpSpPr>
        <p:grpSpPr>
          <a:xfrm>
            <a:off x="1874694" y="4108678"/>
            <a:ext cx="375446" cy="328982"/>
            <a:chOff x="1874694" y="4293326"/>
            <a:chExt cx="375446" cy="328982"/>
          </a:xfrm>
        </p:grpSpPr>
        <p:sp>
          <p:nvSpPr>
            <p:cNvPr id="17352" name="Google Shape;17352;p45"/>
            <p:cNvSpPr/>
            <p:nvPr/>
          </p:nvSpPr>
          <p:spPr>
            <a:xfrm>
              <a:off x="1874694" y="4396105"/>
              <a:ext cx="230959" cy="221996"/>
            </a:xfrm>
            <a:custGeom>
              <a:rect b="b" l="l" r="r" t="t"/>
              <a:pathLst>
                <a:path extrusionOk="0" h="8495" w="8838">
                  <a:moveTo>
                    <a:pt x="4587" y="1"/>
                  </a:moveTo>
                  <a:cubicBezTo>
                    <a:pt x="2866" y="1"/>
                    <a:pt x="1318" y="1039"/>
                    <a:pt x="654" y="2626"/>
                  </a:cubicBezTo>
                  <a:cubicBezTo>
                    <a:pt x="1" y="4212"/>
                    <a:pt x="366" y="6040"/>
                    <a:pt x="1578" y="7251"/>
                  </a:cubicBezTo>
                  <a:cubicBezTo>
                    <a:pt x="2389" y="8063"/>
                    <a:pt x="3477" y="8495"/>
                    <a:pt x="4584" y="8495"/>
                  </a:cubicBezTo>
                  <a:cubicBezTo>
                    <a:pt x="5129" y="8495"/>
                    <a:pt x="5679" y="8390"/>
                    <a:pt x="6203" y="8174"/>
                  </a:cubicBezTo>
                  <a:cubicBezTo>
                    <a:pt x="7790" y="7520"/>
                    <a:pt x="8828" y="5972"/>
                    <a:pt x="8828" y="4251"/>
                  </a:cubicBezTo>
                  <a:cubicBezTo>
                    <a:pt x="8838" y="1905"/>
                    <a:pt x="6934" y="1"/>
                    <a:pt x="4587" y="1"/>
                  </a:cubicBezTo>
                  <a:close/>
                </a:path>
              </a:pathLst>
            </a:custGeom>
            <a:solidFill>
              <a:srgbClr val="51667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353" name="Google Shape;17353;p45"/>
            <p:cNvSpPr/>
            <p:nvPr/>
          </p:nvSpPr>
          <p:spPr>
            <a:xfrm>
              <a:off x="2019181" y="4396105"/>
              <a:ext cx="230959" cy="221996"/>
            </a:xfrm>
            <a:custGeom>
              <a:rect b="b" l="l" r="r" t="t"/>
              <a:pathLst>
                <a:path extrusionOk="0" h="8495" w="8838">
                  <a:moveTo>
                    <a:pt x="4588" y="1"/>
                  </a:moveTo>
                  <a:cubicBezTo>
                    <a:pt x="2866" y="1"/>
                    <a:pt x="1318" y="1039"/>
                    <a:pt x="664" y="2626"/>
                  </a:cubicBezTo>
                  <a:cubicBezTo>
                    <a:pt x="1" y="4212"/>
                    <a:pt x="366" y="6040"/>
                    <a:pt x="1578" y="7251"/>
                  </a:cubicBezTo>
                  <a:cubicBezTo>
                    <a:pt x="2390" y="8063"/>
                    <a:pt x="3478" y="8495"/>
                    <a:pt x="4585" y="8495"/>
                  </a:cubicBezTo>
                  <a:cubicBezTo>
                    <a:pt x="5130" y="8495"/>
                    <a:pt x="5679" y="8390"/>
                    <a:pt x="6203" y="8174"/>
                  </a:cubicBezTo>
                  <a:cubicBezTo>
                    <a:pt x="7799" y="7520"/>
                    <a:pt x="8828" y="5972"/>
                    <a:pt x="8838" y="4251"/>
                  </a:cubicBezTo>
                  <a:cubicBezTo>
                    <a:pt x="8838" y="1905"/>
                    <a:pt x="6934" y="1"/>
                    <a:pt x="4588" y="1"/>
                  </a:cubicBezTo>
                  <a:close/>
                </a:path>
              </a:pathLst>
            </a:custGeom>
            <a:solidFill>
              <a:srgbClr val="CED5D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354" name="Google Shape;17354;p45"/>
            <p:cNvSpPr/>
            <p:nvPr/>
          </p:nvSpPr>
          <p:spPr>
            <a:xfrm>
              <a:off x="2033266" y="4540853"/>
              <a:ext cx="67108" cy="50775"/>
            </a:xfrm>
            <a:custGeom>
              <a:rect b="b" l="l" r="r" t="t"/>
              <a:pathLst>
                <a:path extrusionOk="0" h="1943" w="2568">
                  <a:moveTo>
                    <a:pt x="0" y="1"/>
                  </a:moveTo>
                  <a:lnTo>
                    <a:pt x="0" y="1"/>
                  </a:lnTo>
                  <a:cubicBezTo>
                    <a:pt x="241" y="751"/>
                    <a:pt x="683" y="1424"/>
                    <a:pt x="1279" y="1943"/>
                  </a:cubicBezTo>
                  <a:cubicBezTo>
                    <a:pt x="1885" y="1424"/>
                    <a:pt x="2327" y="751"/>
                    <a:pt x="2568" y="1"/>
                  </a:cubicBezTo>
                  <a:lnTo>
                    <a:pt x="2568" y="1"/>
                  </a:lnTo>
                  <a:cubicBezTo>
                    <a:pt x="2149" y="130"/>
                    <a:pt x="1717" y="195"/>
                    <a:pt x="1284" y="195"/>
                  </a:cubicBezTo>
                  <a:cubicBezTo>
                    <a:pt x="851" y="195"/>
                    <a:pt x="419" y="130"/>
                    <a:pt x="0" y="1"/>
                  </a:cubicBezTo>
                  <a:close/>
                </a:path>
              </a:pathLst>
            </a:custGeom>
            <a:solidFill>
              <a:srgbClr val="96ABB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355" name="Google Shape;17355;p45"/>
            <p:cNvSpPr/>
            <p:nvPr/>
          </p:nvSpPr>
          <p:spPr>
            <a:xfrm>
              <a:off x="1947055" y="4323979"/>
              <a:ext cx="230724" cy="221996"/>
            </a:xfrm>
            <a:custGeom>
              <a:rect b="b" l="l" r="r" t="t"/>
              <a:pathLst>
                <a:path extrusionOk="0" h="8495" w="8829">
                  <a:moveTo>
                    <a:pt x="4596" y="1"/>
                  </a:moveTo>
                  <a:cubicBezTo>
                    <a:pt x="4590" y="1"/>
                    <a:pt x="4584" y="1"/>
                    <a:pt x="4578" y="1"/>
                  </a:cubicBezTo>
                  <a:cubicBezTo>
                    <a:pt x="2857" y="1"/>
                    <a:pt x="1309" y="1030"/>
                    <a:pt x="655" y="2616"/>
                  </a:cubicBezTo>
                  <a:cubicBezTo>
                    <a:pt x="1" y="4203"/>
                    <a:pt x="357" y="6030"/>
                    <a:pt x="1578" y="7242"/>
                  </a:cubicBezTo>
                  <a:cubicBezTo>
                    <a:pt x="2390" y="8061"/>
                    <a:pt x="3480" y="8495"/>
                    <a:pt x="4587" y="8495"/>
                  </a:cubicBezTo>
                  <a:cubicBezTo>
                    <a:pt x="5132" y="8495"/>
                    <a:pt x="5681" y="8390"/>
                    <a:pt x="6203" y="8175"/>
                  </a:cubicBezTo>
                  <a:cubicBezTo>
                    <a:pt x="7790" y="7511"/>
                    <a:pt x="8828" y="5963"/>
                    <a:pt x="8828" y="4251"/>
                  </a:cubicBezTo>
                  <a:cubicBezTo>
                    <a:pt x="8828" y="1911"/>
                    <a:pt x="6934" y="1"/>
                    <a:pt x="4596" y="1"/>
                  </a:cubicBezTo>
                  <a:close/>
                </a:path>
              </a:pathLst>
            </a:custGeom>
            <a:solidFill>
              <a:srgbClr val="8FA1B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356" name="Google Shape;17356;p45"/>
            <p:cNvSpPr/>
            <p:nvPr/>
          </p:nvSpPr>
          <p:spPr>
            <a:xfrm>
              <a:off x="2019677" y="4422995"/>
              <a:ext cx="85741" cy="122980"/>
            </a:xfrm>
            <a:custGeom>
              <a:rect b="b" l="l" r="r" t="t"/>
              <a:pathLst>
                <a:path extrusionOk="0" h="4706" w="3281">
                  <a:moveTo>
                    <a:pt x="1799" y="1"/>
                  </a:moveTo>
                  <a:cubicBezTo>
                    <a:pt x="511" y="1116"/>
                    <a:pt x="1" y="2885"/>
                    <a:pt x="520" y="4511"/>
                  </a:cubicBezTo>
                  <a:cubicBezTo>
                    <a:pt x="939" y="4640"/>
                    <a:pt x="1371" y="4705"/>
                    <a:pt x="1804" y="4705"/>
                  </a:cubicBezTo>
                  <a:cubicBezTo>
                    <a:pt x="2237" y="4705"/>
                    <a:pt x="2669" y="4640"/>
                    <a:pt x="3088" y="4511"/>
                  </a:cubicBezTo>
                  <a:cubicBezTo>
                    <a:pt x="3213" y="4097"/>
                    <a:pt x="3280" y="3664"/>
                    <a:pt x="3280" y="3222"/>
                  </a:cubicBezTo>
                  <a:cubicBezTo>
                    <a:pt x="3280" y="1981"/>
                    <a:pt x="2742" y="808"/>
                    <a:pt x="1799" y="1"/>
                  </a:cubicBezTo>
                  <a:close/>
                </a:path>
              </a:pathLst>
            </a:custGeom>
            <a:solidFill>
              <a:srgbClr val="AAB6B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357" name="Google Shape;17357;p45"/>
            <p:cNvSpPr/>
            <p:nvPr/>
          </p:nvSpPr>
          <p:spPr>
            <a:xfrm>
              <a:off x="1942534" y="4396261"/>
              <a:ext cx="124182" cy="144617"/>
            </a:xfrm>
            <a:custGeom>
              <a:rect b="b" l="l" r="r" t="t"/>
              <a:pathLst>
                <a:path extrusionOk="0" h="5534" w="4752">
                  <a:moveTo>
                    <a:pt x="1979" y="0"/>
                  </a:moveTo>
                  <a:cubicBezTo>
                    <a:pt x="1552" y="0"/>
                    <a:pt x="1122" y="65"/>
                    <a:pt x="703" y="197"/>
                  </a:cubicBezTo>
                  <a:cubicBezTo>
                    <a:pt x="1" y="2437"/>
                    <a:pt x="1232" y="4822"/>
                    <a:pt x="3472" y="5534"/>
                  </a:cubicBezTo>
                  <a:cubicBezTo>
                    <a:pt x="3338" y="5120"/>
                    <a:pt x="3270" y="4687"/>
                    <a:pt x="3270" y="4245"/>
                  </a:cubicBezTo>
                  <a:cubicBezTo>
                    <a:pt x="3270" y="3004"/>
                    <a:pt x="3809" y="1831"/>
                    <a:pt x="4751" y="1024"/>
                  </a:cubicBezTo>
                  <a:cubicBezTo>
                    <a:pt x="3969" y="356"/>
                    <a:pt x="2983" y="0"/>
                    <a:pt x="1979" y="0"/>
                  </a:cubicBezTo>
                  <a:close/>
                </a:path>
              </a:pathLst>
            </a:custGeom>
            <a:solidFill>
              <a:srgbClr val="8A9DA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358" name="Google Shape;17358;p45"/>
            <p:cNvSpPr/>
            <p:nvPr/>
          </p:nvSpPr>
          <p:spPr>
            <a:xfrm>
              <a:off x="2066690" y="4396261"/>
              <a:ext cx="111089" cy="144617"/>
            </a:xfrm>
            <a:custGeom>
              <a:rect b="b" l="l" r="r" t="t"/>
              <a:pathLst>
                <a:path extrusionOk="0" h="5534" w="4251">
                  <a:moveTo>
                    <a:pt x="2777" y="0"/>
                  </a:moveTo>
                  <a:cubicBezTo>
                    <a:pt x="1773" y="0"/>
                    <a:pt x="783" y="356"/>
                    <a:pt x="0" y="1024"/>
                  </a:cubicBezTo>
                  <a:cubicBezTo>
                    <a:pt x="1298" y="2129"/>
                    <a:pt x="1798" y="3908"/>
                    <a:pt x="1289" y="5534"/>
                  </a:cubicBezTo>
                  <a:cubicBezTo>
                    <a:pt x="3048" y="4966"/>
                    <a:pt x="4250" y="3331"/>
                    <a:pt x="4250" y="1485"/>
                  </a:cubicBezTo>
                  <a:cubicBezTo>
                    <a:pt x="4250" y="1043"/>
                    <a:pt x="4183" y="610"/>
                    <a:pt x="4049" y="197"/>
                  </a:cubicBezTo>
                  <a:cubicBezTo>
                    <a:pt x="3632" y="65"/>
                    <a:pt x="3203" y="0"/>
                    <a:pt x="2777" y="0"/>
                  </a:cubicBezTo>
                  <a:close/>
                </a:path>
              </a:pathLst>
            </a:custGeom>
            <a:solidFill>
              <a:srgbClr val="D1DAE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359" name="Google Shape;17359;p45"/>
            <p:cNvSpPr/>
            <p:nvPr/>
          </p:nvSpPr>
          <p:spPr>
            <a:xfrm>
              <a:off x="2012412" y="4293326"/>
              <a:ext cx="94992" cy="81246"/>
            </a:xfrm>
            <a:custGeom>
              <a:rect b="b" l="l" r="r" t="t"/>
              <a:pathLst>
                <a:path extrusionOk="0" h="3109" w="3635">
                  <a:moveTo>
                    <a:pt x="2077" y="1"/>
                  </a:moveTo>
                  <a:cubicBezTo>
                    <a:pt x="692" y="1"/>
                    <a:pt x="0" y="1674"/>
                    <a:pt x="981" y="2655"/>
                  </a:cubicBezTo>
                  <a:cubicBezTo>
                    <a:pt x="1297" y="2968"/>
                    <a:pt x="1686" y="3108"/>
                    <a:pt x="2067" y="3108"/>
                  </a:cubicBezTo>
                  <a:cubicBezTo>
                    <a:pt x="2867" y="3108"/>
                    <a:pt x="3635" y="2490"/>
                    <a:pt x="3635" y="1559"/>
                  </a:cubicBezTo>
                  <a:cubicBezTo>
                    <a:pt x="3625" y="703"/>
                    <a:pt x="2933" y="1"/>
                    <a:pt x="2077" y="1"/>
                  </a:cubicBezTo>
                  <a:close/>
                </a:path>
              </a:pathLst>
            </a:custGeom>
            <a:solidFill>
              <a:srgbClr val="F5F7F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360" name="Google Shape;17360;p45"/>
            <p:cNvSpPr/>
            <p:nvPr/>
          </p:nvSpPr>
          <p:spPr>
            <a:xfrm>
              <a:off x="2058641" y="4293326"/>
              <a:ext cx="48763" cy="81194"/>
            </a:xfrm>
            <a:custGeom>
              <a:rect b="b" l="l" r="r" t="t"/>
              <a:pathLst>
                <a:path extrusionOk="0" h="3107" w="1866">
                  <a:moveTo>
                    <a:pt x="308" y="1"/>
                  </a:moveTo>
                  <a:cubicBezTo>
                    <a:pt x="202" y="1"/>
                    <a:pt x="97" y="10"/>
                    <a:pt x="0" y="30"/>
                  </a:cubicBezTo>
                  <a:cubicBezTo>
                    <a:pt x="722" y="183"/>
                    <a:pt x="1241" y="818"/>
                    <a:pt x="1241" y="1559"/>
                  </a:cubicBezTo>
                  <a:cubicBezTo>
                    <a:pt x="1241" y="2289"/>
                    <a:pt x="722" y="2934"/>
                    <a:pt x="0" y="3078"/>
                  </a:cubicBezTo>
                  <a:cubicBezTo>
                    <a:pt x="97" y="3097"/>
                    <a:pt x="202" y="3107"/>
                    <a:pt x="308" y="3107"/>
                  </a:cubicBezTo>
                  <a:cubicBezTo>
                    <a:pt x="1164" y="3107"/>
                    <a:pt x="1856" y="2414"/>
                    <a:pt x="1866" y="1559"/>
                  </a:cubicBezTo>
                  <a:cubicBezTo>
                    <a:pt x="1866" y="693"/>
                    <a:pt x="1164" y="1"/>
                    <a:pt x="308" y="1"/>
                  </a:cubicBez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361" name="Google Shape;17361;p45"/>
            <p:cNvSpPr/>
            <p:nvPr/>
          </p:nvSpPr>
          <p:spPr>
            <a:xfrm>
              <a:off x="2061150" y="4305529"/>
              <a:ext cx="23389" cy="34077"/>
            </a:xfrm>
            <a:custGeom>
              <a:rect b="b" l="l" r="r" t="t"/>
              <a:pathLst>
                <a:path extrusionOk="0" h="1304" w="895">
                  <a:moveTo>
                    <a:pt x="212" y="0"/>
                  </a:moveTo>
                  <a:cubicBezTo>
                    <a:pt x="106" y="0"/>
                    <a:pt x="1" y="72"/>
                    <a:pt x="1" y="216"/>
                  </a:cubicBezTo>
                  <a:lnTo>
                    <a:pt x="1" y="1092"/>
                  </a:lnTo>
                  <a:cubicBezTo>
                    <a:pt x="1" y="1207"/>
                    <a:pt x="97" y="1303"/>
                    <a:pt x="212" y="1303"/>
                  </a:cubicBezTo>
                  <a:lnTo>
                    <a:pt x="616" y="1303"/>
                  </a:lnTo>
                  <a:cubicBezTo>
                    <a:pt x="895" y="1303"/>
                    <a:pt x="895" y="880"/>
                    <a:pt x="616" y="880"/>
                  </a:cubicBezTo>
                  <a:lnTo>
                    <a:pt x="424" y="880"/>
                  </a:lnTo>
                  <a:lnTo>
                    <a:pt x="424" y="216"/>
                  </a:lnTo>
                  <a:cubicBezTo>
                    <a:pt x="424" y="72"/>
                    <a:pt x="318" y="0"/>
                    <a:pt x="212" y="0"/>
                  </a:cubicBezTo>
                  <a:close/>
                </a:path>
              </a:pathLst>
            </a:custGeom>
            <a:solidFill>
              <a:srgbClr val="51667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362" name="Google Shape;17362;p45"/>
            <p:cNvSpPr/>
            <p:nvPr/>
          </p:nvSpPr>
          <p:spPr>
            <a:xfrm>
              <a:off x="2046332" y="4459816"/>
              <a:ext cx="35723" cy="61647"/>
            </a:xfrm>
            <a:custGeom>
              <a:rect b="b" l="l" r="r" t="t"/>
              <a:pathLst>
                <a:path extrusionOk="0" h="2359" w="1367">
                  <a:moveTo>
                    <a:pt x="779" y="0"/>
                  </a:moveTo>
                  <a:cubicBezTo>
                    <a:pt x="673" y="0"/>
                    <a:pt x="568" y="72"/>
                    <a:pt x="568" y="217"/>
                  </a:cubicBezTo>
                  <a:lnTo>
                    <a:pt x="568" y="294"/>
                  </a:lnTo>
                  <a:cubicBezTo>
                    <a:pt x="0" y="524"/>
                    <a:pt x="164" y="1380"/>
                    <a:pt x="779" y="1380"/>
                  </a:cubicBezTo>
                  <a:cubicBezTo>
                    <a:pt x="895" y="1380"/>
                    <a:pt x="962" y="1505"/>
                    <a:pt x="904" y="1601"/>
                  </a:cubicBezTo>
                  <a:cubicBezTo>
                    <a:pt x="877" y="1647"/>
                    <a:pt x="830" y="1669"/>
                    <a:pt x="783" y="1669"/>
                  </a:cubicBezTo>
                  <a:cubicBezTo>
                    <a:pt x="731" y="1669"/>
                    <a:pt x="679" y="1642"/>
                    <a:pt x="654" y="1592"/>
                  </a:cubicBezTo>
                  <a:cubicBezTo>
                    <a:pt x="611" y="1503"/>
                    <a:pt x="538" y="1466"/>
                    <a:pt x="466" y="1466"/>
                  </a:cubicBezTo>
                  <a:cubicBezTo>
                    <a:pt x="326" y="1466"/>
                    <a:pt x="187" y="1604"/>
                    <a:pt x="270" y="1774"/>
                  </a:cubicBezTo>
                  <a:cubicBezTo>
                    <a:pt x="337" y="1900"/>
                    <a:pt x="443" y="1996"/>
                    <a:pt x="568" y="2053"/>
                  </a:cubicBezTo>
                  <a:lnTo>
                    <a:pt x="568" y="2150"/>
                  </a:lnTo>
                  <a:cubicBezTo>
                    <a:pt x="568" y="2289"/>
                    <a:pt x="673" y="2359"/>
                    <a:pt x="779" y="2359"/>
                  </a:cubicBezTo>
                  <a:cubicBezTo>
                    <a:pt x="885" y="2359"/>
                    <a:pt x="991" y="2289"/>
                    <a:pt x="991" y="2150"/>
                  </a:cubicBezTo>
                  <a:lnTo>
                    <a:pt x="991" y="2053"/>
                  </a:lnTo>
                  <a:cubicBezTo>
                    <a:pt x="1202" y="1967"/>
                    <a:pt x="1347" y="1755"/>
                    <a:pt x="1347" y="1534"/>
                  </a:cubicBezTo>
                  <a:cubicBezTo>
                    <a:pt x="1347" y="1217"/>
                    <a:pt x="1096" y="967"/>
                    <a:pt x="779" y="967"/>
                  </a:cubicBezTo>
                  <a:cubicBezTo>
                    <a:pt x="621" y="959"/>
                    <a:pt x="729" y="704"/>
                    <a:pt x="837" y="704"/>
                  </a:cubicBezTo>
                  <a:cubicBezTo>
                    <a:pt x="860" y="704"/>
                    <a:pt x="884" y="716"/>
                    <a:pt x="904" y="746"/>
                  </a:cubicBezTo>
                  <a:cubicBezTo>
                    <a:pt x="948" y="812"/>
                    <a:pt x="1009" y="839"/>
                    <a:pt x="1069" y="839"/>
                  </a:cubicBezTo>
                  <a:cubicBezTo>
                    <a:pt x="1219" y="839"/>
                    <a:pt x="1367" y="670"/>
                    <a:pt x="1250" y="505"/>
                  </a:cubicBezTo>
                  <a:cubicBezTo>
                    <a:pt x="1193" y="409"/>
                    <a:pt x="1096" y="332"/>
                    <a:pt x="991" y="294"/>
                  </a:cubicBezTo>
                  <a:lnTo>
                    <a:pt x="991" y="217"/>
                  </a:lnTo>
                  <a:cubicBezTo>
                    <a:pt x="991" y="72"/>
                    <a:pt x="885" y="0"/>
                    <a:pt x="779" y="0"/>
                  </a:cubicBezTo>
                  <a:close/>
                </a:path>
              </a:pathLst>
            </a:custGeom>
            <a:solidFill>
              <a:srgbClr val="697D9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363" name="Google Shape;17363;p45"/>
            <p:cNvSpPr/>
            <p:nvPr/>
          </p:nvSpPr>
          <p:spPr>
            <a:xfrm>
              <a:off x="2182770" y="4521436"/>
              <a:ext cx="25662" cy="22709"/>
            </a:xfrm>
            <a:custGeom>
              <a:rect b="b" l="l" r="r" t="t"/>
              <a:pathLst>
                <a:path extrusionOk="0" h="869" w="982">
                  <a:moveTo>
                    <a:pt x="491" y="1"/>
                  </a:moveTo>
                  <a:cubicBezTo>
                    <a:pt x="441" y="1"/>
                    <a:pt x="390" y="27"/>
                    <a:pt x="366" y="80"/>
                  </a:cubicBezTo>
                  <a:lnTo>
                    <a:pt x="1" y="869"/>
                  </a:lnTo>
                  <a:lnTo>
                    <a:pt x="982" y="869"/>
                  </a:lnTo>
                  <a:lnTo>
                    <a:pt x="616" y="80"/>
                  </a:lnTo>
                  <a:cubicBezTo>
                    <a:pt x="592" y="27"/>
                    <a:pt x="542" y="1"/>
                    <a:pt x="491" y="1"/>
                  </a:cubicBezTo>
                  <a:close/>
                </a:path>
              </a:pathLst>
            </a:custGeom>
            <a:solidFill>
              <a:srgbClr val="7B8E9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364" name="Google Shape;17364;p45"/>
            <p:cNvSpPr/>
            <p:nvPr/>
          </p:nvSpPr>
          <p:spPr>
            <a:xfrm>
              <a:off x="2178746" y="4542603"/>
              <a:ext cx="33711" cy="79704"/>
            </a:xfrm>
            <a:custGeom>
              <a:rect b="b" l="l" r="r" t="t"/>
              <a:pathLst>
                <a:path extrusionOk="0" h="3050" w="1290">
                  <a:moveTo>
                    <a:pt x="280" y="1"/>
                  </a:moveTo>
                  <a:cubicBezTo>
                    <a:pt x="126" y="1"/>
                    <a:pt x="1" y="126"/>
                    <a:pt x="1" y="289"/>
                  </a:cubicBezTo>
                  <a:lnTo>
                    <a:pt x="1" y="2770"/>
                  </a:lnTo>
                  <a:cubicBezTo>
                    <a:pt x="1" y="2924"/>
                    <a:pt x="126" y="3049"/>
                    <a:pt x="280" y="3049"/>
                  </a:cubicBezTo>
                  <a:lnTo>
                    <a:pt x="1001" y="3049"/>
                  </a:lnTo>
                  <a:cubicBezTo>
                    <a:pt x="1155" y="3049"/>
                    <a:pt x="1289" y="2924"/>
                    <a:pt x="1289" y="2770"/>
                  </a:cubicBezTo>
                  <a:lnTo>
                    <a:pt x="1289" y="289"/>
                  </a:lnTo>
                  <a:cubicBezTo>
                    <a:pt x="1289" y="126"/>
                    <a:pt x="1155" y="1"/>
                    <a:pt x="1001" y="1"/>
                  </a:cubicBezTo>
                  <a:close/>
                </a:path>
              </a:pathLst>
            </a:custGeom>
            <a:solidFill>
              <a:srgbClr val="8FA1B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365" name="Google Shape;17365;p45"/>
            <p:cNvSpPr/>
            <p:nvPr/>
          </p:nvSpPr>
          <p:spPr>
            <a:xfrm>
              <a:off x="2195601" y="4542603"/>
              <a:ext cx="16855" cy="79704"/>
            </a:xfrm>
            <a:custGeom>
              <a:rect b="b" l="l" r="r" t="t"/>
              <a:pathLst>
                <a:path extrusionOk="0" h="3050" w="645">
                  <a:moveTo>
                    <a:pt x="0" y="1"/>
                  </a:moveTo>
                  <a:lnTo>
                    <a:pt x="0" y="3049"/>
                  </a:lnTo>
                  <a:lnTo>
                    <a:pt x="356" y="3049"/>
                  </a:lnTo>
                  <a:cubicBezTo>
                    <a:pt x="510" y="3049"/>
                    <a:pt x="644" y="2924"/>
                    <a:pt x="644" y="2770"/>
                  </a:cubicBezTo>
                  <a:lnTo>
                    <a:pt x="644" y="289"/>
                  </a:lnTo>
                  <a:cubicBezTo>
                    <a:pt x="635" y="126"/>
                    <a:pt x="510" y="1"/>
                    <a:pt x="356" y="1"/>
                  </a:cubicBezTo>
                  <a:close/>
                </a:path>
              </a:pathLst>
            </a:custGeom>
            <a:solidFill>
              <a:srgbClr val="70879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366" name="Google Shape;17366;p45"/>
            <p:cNvSpPr/>
            <p:nvPr/>
          </p:nvSpPr>
          <p:spPr>
            <a:xfrm>
              <a:off x="2178746" y="4602917"/>
              <a:ext cx="33711" cy="19390"/>
            </a:xfrm>
            <a:custGeom>
              <a:rect b="b" l="l" r="r" t="t"/>
              <a:pathLst>
                <a:path extrusionOk="0" h="742" w="1290">
                  <a:moveTo>
                    <a:pt x="1" y="1"/>
                  </a:moveTo>
                  <a:lnTo>
                    <a:pt x="1" y="462"/>
                  </a:lnTo>
                  <a:cubicBezTo>
                    <a:pt x="1" y="616"/>
                    <a:pt x="126" y="741"/>
                    <a:pt x="280" y="741"/>
                  </a:cubicBezTo>
                  <a:lnTo>
                    <a:pt x="1001" y="741"/>
                  </a:lnTo>
                  <a:cubicBezTo>
                    <a:pt x="1155" y="741"/>
                    <a:pt x="1289" y="616"/>
                    <a:pt x="1289" y="462"/>
                  </a:cubicBezTo>
                  <a:lnTo>
                    <a:pt x="1289" y="1"/>
                  </a:lnTo>
                  <a:close/>
                </a:path>
              </a:pathLst>
            </a:custGeom>
            <a:solidFill>
              <a:srgbClr val="8D9BA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367" name="Google Shape;17367;p45"/>
            <p:cNvSpPr/>
            <p:nvPr/>
          </p:nvSpPr>
          <p:spPr>
            <a:xfrm>
              <a:off x="1911881" y="4515974"/>
              <a:ext cx="80958" cy="78920"/>
            </a:xfrm>
            <a:custGeom>
              <a:rect b="b" l="l" r="r" t="t"/>
              <a:pathLst>
                <a:path extrusionOk="0" h="3020" w="3098">
                  <a:moveTo>
                    <a:pt x="1539" y="1"/>
                  </a:moveTo>
                  <a:cubicBezTo>
                    <a:pt x="558" y="10"/>
                    <a:pt x="1" y="1145"/>
                    <a:pt x="607" y="1924"/>
                  </a:cubicBezTo>
                  <a:cubicBezTo>
                    <a:pt x="847" y="2241"/>
                    <a:pt x="1001" y="2626"/>
                    <a:pt x="1049" y="3020"/>
                  </a:cubicBezTo>
                  <a:lnTo>
                    <a:pt x="2039" y="3020"/>
                  </a:lnTo>
                  <a:cubicBezTo>
                    <a:pt x="2087" y="2626"/>
                    <a:pt x="2251" y="2241"/>
                    <a:pt x="2501" y="1914"/>
                  </a:cubicBezTo>
                  <a:cubicBezTo>
                    <a:pt x="3097" y="1135"/>
                    <a:pt x="2530" y="1"/>
                    <a:pt x="1539" y="1"/>
                  </a:cubicBezTo>
                  <a:close/>
                </a:path>
              </a:pathLst>
            </a:custGeom>
            <a:solidFill>
              <a:srgbClr val="CED5D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368" name="Google Shape;17368;p45"/>
            <p:cNvSpPr/>
            <p:nvPr/>
          </p:nvSpPr>
          <p:spPr>
            <a:xfrm>
              <a:off x="1945566" y="4516157"/>
              <a:ext cx="37971" cy="78737"/>
            </a:xfrm>
            <a:custGeom>
              <a:rect b="b" l="l" r="r" t="t"/>
              <a:pathLst>
                <a:path extrusionOk="0" h="3013" w="1453">
                  <a:moveTo>
                    <a:pt x="269" y="1"/>
                  </a:moveTo>
                  <a:cubicBezTo>
                    <a:pt x="181" y="1"/>
                    <a:pt x="91" y="11"/>
                    <a:pt x="0" y="32"/>
                  </a:cubicBezTo>
                  <a:cubicBezTo>
                    <a:pt x="846" y="215"/>
                    <a:pt x="1202" y="1224"/>
                    <a:pt x="683" y="1917"/>
                  </a:cubicBezTo>
                  <a:cubicBezTo>
                    <a:pt x="433" y="2234"/>
                    <a:pt x="279" y="2619"/>
                    <a:pt x="231" y="3013"/>
                  </a:cubicBezTo>
                  <a:lnTo>
                    <a:pt x="750" y="3013"/>
                  </a:lnTo>
                  <a:cubicBezTo>
                    <a:pt x="808" y="2619"/>
                    <a:pt x="962" y="2234"/>
                    <a:pt x="1212" y="1917"/>
                  </a:cubicBezTo>
                  <a:cubicBezTo>
                    <a:pt x="1366" y="1705"/>
                    <a:pt x="1452" y="1455"/>
                    <a:pt x="1452" y="1196"/>
                  </a:cubicBezTo>
                  <a:cubicBezTo>
                    <a:pt x="1452" y="520"/>
                    <a:pt x="904" y="1"/>
                    <a:pt x="269" y="1"/>
                  </a:cubicBezTo>
                  <a:close/>
                </a:path>
              </a:pathLst>
            </a:custGeom>
            <a:solidFill>
              <a:srgbClr val="A2AFB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369" name="Google Shape;17369;p45"/>
            <p:cNvSpPr/>
            <p:nvPr/>
          </p:nvSpPr>
          <p:spPr>
            <a:xfrm>
              <a:off x="1907099" y="4489581"/>
              <a:ext cx="19390" cy="15366"/>
            </a:xfrm>
            <a:custGeom>
              <a:rect b="b" l="l" r="r" t="t"/>
              <a:pathLst>
                <a:path extrusionOk="0" h="588" w="742">
                  <a:moveTo>
                    <a:pt x="303" y="1"/>
                  </a:moveTo>
                  <a:cubicBezTo>
                    <a:pt x="139" y="1"/>
                    <a:pt x="0" y="212"/>
                    <a:pt x="155" y="366"/>
                  </a:cubicBezTo>
                  <a:lnTo>
                    <a:pt x="318" y="520"/>
                  </a:lnTo>
                  <a:cubicBezTo>
                    <a:pt x="357" y="559"/>
                    <a:pt x="405" y="587"/>
                    <a:pt x="463" y="587"/>
                  </a:cubicBezTo>
                  <a:cubicBezTo>
                    <a:pt x="655" y="578"/>
                    <a:pt x="741" y="357"/>
                    <a:pt x="616" y="222"/>
                  </a:cubicBezTo>
                  <a:lnTo>
                    <a:pt x="453" y="68"/>
                  </a:lnTo>
                  <a:cubicBezTo>
                    <a:pt x="406" y="21"/>
                    <a:pt x="353" y="1"/>
                    <a:pt x="303" y="1"/>
                  </a:cubicBezTo>
                  <a:close/>
                </a:path>
              </a:pathLst>
            </a:custGeom>
            <a:solidFill>
              <a:srgbClr val="CED5D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370" name="Google Shape;17370;p45"/>
            <p:cNvSpPr/>
            <p:nvPr/>
          </p:nvSpPr>
          <p:spPr>
            <a:xfrm>
              <a:off x="1897769" y="4504006"/>
              <a:ext cx="20932" cy="12753"/>
            </a:xfrm>
            <a:custGeom>
              <a:rect b="b" l="l" r="r" t="t"/>
              <a:pathLst>
                <a:path extrusionOk="0" h="488" w="801">
                  <a:moveTo>
                    <a:pt x="295" y="1"/>
                  </a:moveTo>
                  <a:cubicBezTo>
                    <a:pt x="68" y="1"/>
                    <a:pt x="1" y="340"/>
                    <a:pt x="243" y="420"/>
                  </a:cubicBezTo>
                  <a:lnTo>
                    <a:pt x="454" y="478"/>
                  </a:lnTo>
                  <a:cubicBezTo>
                    <a:pt x="473" y="478"/>
                    <a:pt x="493" y="478"/>
                    <a:pt x="512" y="487"/>
                  </a:cubicBezTo>
                  <a:cubicBezTo>
                    <a:pt x="762" y="478"/>
                    <a:pt x="800" y="132"/>
                    <a:pt x="570" y="64"/>
                  </a:cubicBezTo>
                  <a:lnTo>
                    <a:pt x="348" y="7"/>
                  </a:lnTo>
                  <a:cubicBezTo>
                    <a:pt x="330" y="3"/>
                    <a:pt x="312" y="1"/>
                    <a:pt x="295" y="1"/>
                  </a:cubicBezTo>
                  <a:close/>
                </a:path>
              </a:pathLst>
            </a:custGeom>
            <a:solidFill>
              <a:srgbClr val="CED5D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371" name="Google Shape;17371;p45"/>
            <p:cNvSpPr/>
            <p:nvPr/>
          </p:nvSpPr>
          <p:spPr>
            <a:xfrm>
              <a:off x="1922909" y="4479859"/>
              <a:ext cx="14373" cy="16803"/>
            </a:xfrm>
            <a:custGeom>
              <a:rect b="b" l="l" r="r" t="t"/>
              <a:pathLst>
                <a:path extrusionOk="0" h="643" w="550">
                  <a:moveTo>
                    <a:pt x="254" y="0"/>
                  </a:moveTo>
                  <a:cubicBezTo>
                    <a:pt x="128" y="0"/>
                    <a:pt x="0" y="106"/>
                    <a:pt x="40" y="267"/>
                  </a:cubicBezTo>
                  <a:lnTo>
                    <a:pt x="108" y="488"/>
                  </a:lnTo>
                  <a:cubicBezTo>
                    <a:pt x="127" y="575"/>
                    <a:pt x="213" y="642"/>
                    <a:pt x="310" y="642"/>
                  </a:cubicBezTo>
                  <a:cubicBezTo>
                    <a:pt x="444" y="642"/>
                    <a:pt x="550" y="507"/>
                    <a:pt x="511" y="373"/>
                  </a:cubicBezTo>
                  <a:lnTo>
                    <a:pt x="454" y="161"/>
                  </a:lnTo>
                  <a:cubicBezTo>
                    <a:pt x="423" y="49"/>
                    <a:pt x="339" y="0"/>
                    <a:pt x="254" y="0"/>
                  </a:cubicBezTo>
                  <a:close/>
                </a:path>
              </a:pathLst>
            </a:custGeom>
            <a:solidFill>
              <a:srgbClr val="CED5D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372" name="Google Shape;17372;p45"/>
            <p:cNvSpPr/>
            <p:nvPr/>
          </p:nvSpPr>
          <p:spPr>
            <a:xfrm>
              <a:off x="1934773" y="4594111"/>
              <a:ext cx="34939" cy="28197"/>
            </a:xfrm>
            <a:custGeom>
              <a:rect b="b" l="l" r="r" t="t"/>
              <a:pathLst>
                <a:path extrusionOk="0" h="1079" w="1337">
                  <a:moveTo>
                    <a:pt x="168" y="0"/>
                  </a:moveTo>
                  <a:cubicBezTo>
                    <a:pt x="78" y="0"/>
                    <a:pt x="0" y="83"/>
                    <a:pt x="9" y="184"/>
                  </a:cubicBezTo>
                  <a:lnTo>
                    <a:pt x="9" y="905"/>
                  </a:lnTo>
                  <a:cubicBezTo>
                    <a:pt x="9" y="1001"/>
                    <a:pt x="86" y="1078"/>
                    <a:pt x="182" y="1078"/>
                  </a:cubicBezTo>
                  <a:lnTo>
                    <a:pt x="1154" y="1078"/>
                  </a:lnTo>
                  <a:cubicBezTo>
                    <a:pt x="1259" y="1078"/>
                    <a:pt x="1336" y="992"/>
                    <a:pt x="1336" y="895"/>
                  </a:cubicBezTo>
                  <a:lnTo>
                    <a:pt x="1336" y="174"/>
                  </a:lnTo>
                  <a:cubicBezTo>
                    <a:pt x="1336" y="78"/>
                    <a:pt x="1259" y="1"/>
                    <a:pt x="1154" y="1"/>
                  </a:cubicBezTo>
                  <a:lnTo>
                    <a:pt x="182" y="1"/>
                  </a:lnTo>
                  <a:cubicBezTo>
                    <a:pt x="178" y="1"/>
                    <a:pt x="173" y="0"/>
                    <a:pt x="168" y="0"/>
                  </a:cubicBezTo>
                  <a:close/>
                </a:path>
              </a:pathLst>
            </a:custGeom>
            <a:solidFill>
              <a:srgbClr val="D3DCE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373" name="Google Shape;17373;p45"/>
            <p:cNvSpPr/>
            <p:nvPr/>
          </p:nvSpPr>
          <p:spPr>
            <a:xfrm>
              <a:off x="1929729" y="4602682"/>
              <a:ext cx="45497" cy="11080"/>
            </a:xfrm>
            <a:custGeom>
              <a:rect b="b" l="l" r="r" t="t"/>
              <a:pathLst>
                <a:path extrusionOk="0" h="424" w="1741">
                  <a:moveTo>
                    <a:pt x="289" y="0"/>
                  </a:moveTo>
                  <a:cubicBezTo>
                    <a:pt x="0" y="0"/>
                    <a:pt x="0" y="423"/>
                    <a:pt x="289" y="423"/>
                  </a:cubicBezTo>
                  <a:lnTo>
                    <a:pt x="1462" y="423"/>
                  </a:lnTo>
                  <a:cubicBezTo>
                    <a:pt x="1741" y="423"/>
                    <a:pt x="1741" y="0"/>
                    <a:pt x="1462" y="0"/>
                  </a:cubicBezTo>
                  <a:close/>
                </a:path>
              </a:pathLst>
            </a:custGeom>
            <a:solidFill>
              <a:srgbClr val="F5F7F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7374" name="Google Shape;17374;p45"/>
          <p:cNvGrpSpPr/>
          <p:nvPr/>
        </p:nvGrpSpPr>
        <p:grpSpPr>
          <a:xfrm>
            <a:off x="2396116" y="4108443"/>
            <a:ext cx="366665" cy="329715"/>
            <a:chOff x="2396116" y="4293090"/>
            <a:chExt cx="366665" cy="329715"/>
          </a:xfrm>
        </p:grpSpPr>
        <p:sp>
          <p:nvSpPr>
            <p:cNvPr id="17375" name="Google Shape;17375;p45"/>
            <p:cNvSpPr/>
            <p:nvPr/>
          </p:nvSpPr>
          <p:spPr>
            <a:xfrm>
              <a:off x="2497144" y="4300878"/>
              <a:ext cx="143755" cy="54539"/>
            </a:xfrm>
            <a:custGeom>
              <a:rect b="b" l="l" r="r" t="t"/>
              <a:pathLst>
                <a:path extrusionOk="0" h="2087" w="5501">
                  <a:moveTo>
                    <a:pt x="279" y="0"/>
                  </a:moveTo>
                  <a:cubicBezTo>
                    <a:pt x="125" y="0"/>
                    <a:pt x="0" y="125"/>
                    <a:pt x="0" y="279"/>
                  </a:cubicBezTo>
                  <a:lnTo>
                    <a:pt x="0" y="1798"/>
                  </a:lnTo>
                  <a:cubicBezTo>
                    <a:pt x="0" y="1952"/>
                    <a:pt x="125" y="2077"/>
                    <a:pt x="279" y="2087"/>
                  </a:cubicBezTo>
                  <a:lnTo>
                    <a:pt x="5126" y="2087"/>
                  </a:lnTo>
                  <a:cubicBezTo>
                    <a:pt x="5357" y="2087"/>
                    <a:pt x="5501" y="1827"/>
                    <a:pt x="5366" y="1645"/>
                  </a:cubicBezTo>
                  <a:lnTo>
                    <a:pt x="4385" y="125"/>
                  </a:lnTo>
                  <a:cubicBezTo>
                    <a:pt x="4337" y="48"/>
                    <a:pt x="4241" y="0"/>
                    <a:pt x="4145" y="0"/>
                  </a:cubicBezTo>
                  <a:close/>
                </a:path>
              </a:pathLst>
            </a:custGeom>
            <a:solidFill>
              <a:srgbClr val="7082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376" name="Google Shape;17376;p45"/>
            <p:cNvSpPr/>
            <p:nvPr/>
          </p:nvSpPr>
          <p:spPr>
            <a:xfrm>
              <a:off x="2410959" y="4293090"/>
              <a:ext cx="143494" cy="54303"/>
            </a:xfrm>
            <a:custGeom>
              <a:rect b="b" l="l" r="r" t="t"/>
              <a:pathLst>
                <a:path extrusionOk="0" h="2078" w="5491">
                  <a:moveTo>
                    <a:pt x="279" y="0"/>
                  </a:moveTo>
                  <a:cubicBezTo>
                    <a:pt x="125" y="0"/>
                    <a:pt x="0" y="125"/>
                    <a:pt x="0" y="279"/>
                  </a:cubicBezTo>
                  <a:lnTo>
                    <a:pt x="0" y="1798"/>
                  </a:lnTo>
                  <a:cubicBezTo>
                    <a:pt x="0" y="1952"/>
                    <a:pt x="125" y="2077"/>
                    <a:pt x="279" y="2077"/>
                  </a:cubicBezTo>
                  <a:lnTo>
                    <a:pt x="5125" y="2077"/>
                  </a:lnTo>
                  <a:cubicBezTo>
                    <a:pt x="5347" y="2077"/>
                    <a:pt x="5491" y="1837"/>
                    <a:pt x="5366" y="1644"/>
                  </a:cubicBezTo>
                  <a:lnTo>
                    <a:pt x="4385" y="125"/>
                  </a:lnTo>
                  <a:cubicBezTo>
                    <a:pt x="4337" y="48"/>
                    <a:pt x="4241" y="0"/>
                    <a:pt x="4145" y="0"/>
                  </a:cubicBezTo>
                  <a:close/>
                </a:path>
              </a:pathLst>
            </a:custGeom>
            <a:solidFill>
              <a:srgbClr val="D1DAE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377" name="Google Shape;17377;p45"/>
            <p:cNvSpPr/>
            <p:nvPr/>
          </p:nvSpPr>
          <p:spPr>
            <a:xfrm>
              <a:off x="2396116" y="4323979"/>
              <a:ext cx="366665" cy="251081"/>
            </a:xfrm>
            <a:custGeom>
              <a:rect b="b" l="l" r="r" t="t"/>
              <a:pathLst>
                <a:path extrusionOk="0" h="9608" w="14031">
                  <a:moveTo>
                    <a:pt x="264" y="0"/>
                  </a:moveTo>
                  <a:cubicBezTo>
                    <a:pt x="117" y="0"/>
                    <a:pt x="1" y="131"/>
                    <a:pt x="1" y="280"/>
                  </a:cubicBezTo>
                  <a:lnTo>
                    <a:pt x="1" y="9319"/>
                  </a:lnTo>
                  <a:cubicBezTo>
                    <a:pt x="1" y="9473"/>
                    <a:pt x="126" y="9607"/>
                    <a:pt x="280" y="9607"/>
                  </a:cubicBezTo>
                  <a:lnTo>
                    <a:pt x="13742" y="9607"/>
                  </a:lnTo>
                  <a:cubicBezTo>
                    <a:pt x="13896" y="9607"/>
                    <a:pt x="14031" y="9473"/>
                    <a:pt x="14031" y="9319"/>
                  </a:cubicBezTo>
                  <a:lnTo>
                    <a:pt x="14031" y="280"/>
                  </a:lnTo>
                  <a:cubicBezTo>
                    <a:pt x="14031" y="126"/>
                    <a:pt x="13896" y="1"/>
                    <a:pt x="13742" y="1"/>
                  </a:cubicBezTo>
                  <a:lnTo>
                    <a:pt x="280" y="1"/>
                  </a:lnTo>
                  <a:cubicBezTo>
                    <a:pt x="274" y="1"/>
                    <a:pt x="269" y="0"/>
                    <a:pt x="264" y="0"/>
                  </a:cubicBezTo>
                  <a:close/>
                </a:path>
              </a:pathLst>
            </a:custGeom>
            <a:solidFill>
              <a:srgbClr val="BCCAD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378" name="Google Shape;17378;p45"/>
            <p:cNvSpPr/>
            <p:nvPr/>
          </p:nvSpPr>
          <p:spPr>
            <a:xfrm>
              <a:off x="2407928" y="4391819"/>
              <a:ext cx="340533" cy="182980"/>
            </a:xfrm>
            <a:custGeom>
              <a:rect b="b" l="l" r="r" t="t"/>
              <a:pathLst>
                <a:path extrusionOk="0" h="7002" w="13031">
                  <a:moveTo>
                    <a:pt x="4243" y="1"/>
                  </a:moveTo>
                  <a:cubicBezTo>
                    <a:pt x="3905" y="1"/>
                    <a:pt x="3636" y="276"/>
                    <a:pt x="3645" y="617"/>
                  </a:cubicBezTo>
                  <a:lnTo>
                    <a:pt x="3645" y="6011"/>
                  </a:lnTo>
                  <a:lnTo>
                    <a:pt x="626" y="6011"/>
                  </a:lnTo>
                  <a:cubicBezTo>
                    <a:pt x="280" y="6011"/>
                    <a:pt x="1" y="6290"/>
                    <a:pt x="1" y="6636"/>
                  </a:cubicBezTo>
                  <a:lnTo>
                    <a:pt x="1" y="7002"/>
                  </a:lnTo>
                  <a:lnTo>
                    <a:pt x="13030" y="7002"/>
                  </a:lnTo>
                  <a:lnTo>
                    <a:pt x="13030" y="617"/>
                  </a:lnTo>
                  <a:cubicBezTo>
                    <a:pt x="13030" y="280"/>
                    <a:pt x="12761" y="1"/>
                    <a:pt x="12415" y="1"/>
                  </a:cubicBezTo>
                  <a:lnTo>
                    <a:pt x="4261" y="1"/>
                  </a:lnTo>
                  <a:cubicBezTo>
                    <a:pt x="4255" y="1"/>
                    <a:pt x="4249" y="1"/>
                    <a:pt x="4243" y="1"/>
                  </a:cubicBezTo>
                  <a:close/>
                </a:path>
              </a:pathLst>
            </a:custGeom>
            <a:solidFill>
              <a:srgbClr val="A5B8C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379" name="Google Shape;17379;p45"/>
            <p:cNvSpPr/>
            <p:nvPr/>
          </p:nvSpPr>
          <p:spPr>
            <a:xfrm>
              <a:off x="2728077" y="4323979"/>
              <a:ext cx="34704" cy="251081"/>
            </a:xfrm>
            <a:custGeom>
              <a:rect b="b" l="l" r="r" t="t"/>
              <a:pathLst>
                <a:path extrusionOk="0" h="9608" w="1328">
                  <a:moveTo>
                    <a:pt x="1" y="1"/>
                  </a:moveTo>
                  <a:cubicBezTo>
                    <a:pt x="164" y="1"/>
                    <a:pt x="289" y="126"/>
                    <a:pt x="289" y="280"/>
                  </a:cubicBezTo>
                  <a:lnTo>
                    <a:pt x="289" y="9319"/>
                  </a:lnTo>
                  <a:cubicBezTo>
                    <a:pt x="289" y="9473"/>
                    <a:pt x="164" y="9607"/>
                    <a:pt x="1" y="9607"/>
                  </a:cubicBezTo>
                  <a:lnTo>
                    <a:pt x="1039" y="9607"/>
                  </a:lnTo>
                  <a:cubicBezTo>
                    <a:pt x="1193" y="9607"/>
                    <a:pt x="1328" y="9473"/>
                    <a:pt x="1328" y="9319"/>
                  </a:cubicBezTo>
                  <a:lnTo>
                    <a:pt x="1328" y="280"/>
                  </a:lnTo>
                  <a:cubicBezTo>
                    <a:pt x="1328" y="126"/>
                    <a:pt x="1193" y="1"/>
                    <a:pt x="1039" y="1"/>
                  </a:cubicBezTo>
                  <a:close/>
                </a:path>
              </a:pathLst>
            </a:custGeom>
            <a:solidFill>
              <a:srgbClr val="A5B8C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380" name="Google Shape;17380;p45"/>
            <p:cNvSpPr/>
            <p:nvPr/>
          </p:nvSpPr>
          <p:spPr>
            <a:xfrm>
              <a:off x="2511726" y="4400626"/>
              <a:ext cx="227928" cy="222179"/>
            </a:xfrm>
            <a:custGeom>
              <a:rect b="b" l="l" r="r" t="t"/>
              <a:pathLst>
                <a:path extrusionOk="0" h="8502" w="8722">
                  <a:moveTo>
                    <a:pt x="289" y="1"/>
                  </a:moveTo>
                  <a:cubicBezTo>
                    <a:pt x="125" y="1"/>
                    <a:pt x="0" y="126"/>
                    <a:pt x="0" y="280"/>
                  </a:cubicBezTo>
                  <a:lnTo>
                    <a:pt x="0" y="8501"/>
                  </a:lnTo>
                  <a:lnTo>
                    <a:pt x="6962" y="8501"/>
                  </a:lnTo>
                  <a:cubicBezTo>
                    <a:pt x="7933" y="8501"/>
                    <a:pt x="8722" y="7703"/>
                    <a:pt x="8722" y="6732"/>
                  </a:cubicBezTo>
                  <a:lnTo>
                    <a:pt x="8722" y="280"/>
                  </a:lnTo>
                  <a:cubicBezTo>
                    <a:pt x="8722" y="126"/>
                    <a:pt x="8597" y="1"/>
                    <a:pt x="8443" y="1"/>
                  </a:cubicBezTo>
                  <a:close/>
                </a:path>
              </a:pathLst>
            </a:custGeom>
            <a:solidFill>
              <a:srgbClr val="C4CFD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381" name="Google Shape;17381;p45"/>
            <p:cNvSpPr/>
            <p:nvPr/>
          </p:nvSpPr>
          <p:spPr>
            <a:xfrm>
              <a:off x="2679340" y="4400626"/>
              <a:ext cx="60314" cy="222179"/>
            </a:xfrm>
            <a:custGeom>
              <a:rect b="b" l="l" r="r" t="t"/>
              <a:pathLst>
                <a:path extrusionOk="0" h="8502" w="2308">
                  <a:moveTo>
                    <a:pt x="1481" y="1"/>
                  </a:moveTo>
                  <a:cubicBezTo>
                    <a:pt x="1635" y="1"/>
                    <a:pt x="1760" y="126"/>
                    <a:pt x="1760" y="280"/>
                  </a:cubicBezTo>
                  <a:lnTo>
                    <a:pt x="1760" y="6732"/>
                  </a:lnTo>
                  <a:cubicBezTo>
                    <a:pt x="1760" y="7703"/>
                    <a:pt x="971" y="8501"/>
                    <a:pt x="0" y="8501"/>
                  </a:cubicBezTo>
                  <a:lnTo>
                    <a:pt x="548" y="8501"/>
                  </a:lnTo>
                  <a:cubicBezTo>
                    <a:pt x="1519" y="8492"/>
                    <a:pt x="2308" y="7703"/>
                    <a:pt x="2308" y="6732"/>
                  </a:cubicBezTo>
                  <a:lnTo>
                    <a:pt x="2308" y="280"/>
                  </a:lnTo>
                  <a:cubicBezTo>
                    <a:pt x="2308" y="126"/>
                    <a:pt x="2183" y="1"/>
                    <a:pt x="2029" y="1"/>
                  </a:cubicBezTo>
                  <a:close/>
                </a:path>
              </a:pathLst>
            </a:custGeom>
            <a:solidFill>
              <a:srgbClr val="8FA1B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382" name="Google Shape;17382;p45"/>
            <p:cNvSpPr/>
            <p:nvPr/>
          </p:nvSpPr>
          <p:spPr>
            <a:xfrm>
              <a:off x="2416735" y="4557943"/>
              <a:ext cx="273921" cy="64861"/>
            </a:xfrm>
            <a:custGeom>
              <a:rect b="b" l="l" r="r" t="t"/>
              <a:pathLst>
                <a:path extrusionOk="0" h="2482" w="10482">
                  <a:moveTo>
                    <a:pt x="289" y="0"/>
                  </a:moveTo>
                  <a:cubicBezTo>
                    <a:pt x="125" y="0"/>
                    <a:pt x="0" y="125"/>
                    <a:pt x="0" y="279"/>
                  </a:cubicBezTo>
                  <a:lnTo>
                    <a:pt x="0" y="712"/>
                  </a:lnTo>
                  <a:cubicBezTo>
                    <a:pt x="0" y="1683"/>
                    <a:pt x="789" y="2481"/>
                    <a:pt x="1760" y="2481"/>
                  </a:cubicBezTo>
                  <a:lnTo>
                    <a:pt x="10482" y="2481"/>
                  </a:lnTo>
                  <a:cubicBezTo>
                    <a:pt x="9511" y="2472"/>
                    <a:pt x="8722" y="1683"/>
                    <a:pt x="8722" y="712"/>
                  </a:cubicBezTo>
                  <a:lnTo>
                    <a:pt x="8722" y="279"/>
                  </a:lnTo>
                  <a:cubicBezTo>
                    <a:pt x="8722" y="125"/>
                    <a:pt x="8597" y="0"/>
                    <a:pt x="8443" y="0"/>
                  </a:cubicBezTo>
                  <a:close/>
                </a:path>
              </a:pathLst>
            </a:custGeom>
            <a:solidFill>
              <a:srgbClr val="70879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383" name="Google Shape;17383;p45"/>
            <p:cNvSpPr/>
            <p:nvPr/>
          </p:nvSpPr>
          <p:spPr>
            <a:xfrm>
              <a:off x="2537336" y="4482290"/>
              <a:ext cx="25923" cy="11106"/>
            </a:xfrm>
            <a:custGeom>
              <a:rect b="b" l="l" r="r" t="t"/>
              <a:pathLst>
                <a:path extrusionOk="0" h="425" w="992">
                  <a:moveTo>
                    <a:pt x="289" y="1"/>
                  </a:moveTo>
                  <a:cubicBezTo>
                    <a:pt x="1" y="1"/>
                    <a:pt x="1" y="424"/>
                    <a:pt x="289" y="424"/>
                  </a:cubicBezTo>
                  <a:lnTo>
                    <a:pt x="713" y="424"/>
                  </a:lnTo>
                  <a:cubicBezTo>
                    <a:pt x="991" y="424"/>
                    <a:pt x="991" y="1"/>
                    <a:pt x="713" y="1"/>
                  </a:cubicBezTo>
                  <a:close/>
                </a:path>
              </a:pathLst>
            </a:custGeom>
            <a:solidFill>
              <a:srgbClr val="70879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384" name="Google Shape;17384;p45"/>
            <p:cNvSpPr/>
            <p:nvPr/>
          </p:nvSpPr>
          <p:spPr>
            <a:xfrm>
              <a:off x="2566239" y="4482290"/>
              <a:ext cx="149791" cy="11106"/>
            </a:xfrm>
            <a:custGeom>
              <a:rect b="b" l="l" r="r" t="t"/>
              <a:pathLst>
                <a:path extrusionOk="0" h="425" w="5732">
                  <a:moveTo>
                    <a:pt x="280" y="1"/>
                  </a:moveTo>
                  <a:cubicBezTo>
                    <a:pt x="1" y="1"/>
                    <a:pt x="1" y="424"/>
                    <a:pt x="280" y="424"/>
                  </a:cubicBezTo>
                  <a:lnTo>
                    <a:pt x="5453" y="424"/>
                  </a:lnTo>
                  <a:cubicBezTo>
                    <a:pt x="5732" y="424"/>
                    <a:pt x="5732" y="1"/>
                    <a:pt x="5453" y="1"/>
                  </a:cubicBezTo>
                  <a:close/>
                </a:path>
              </a:pathLst>
            </a:custGeom>
            <a:solidFill>
              <a:srgbClr val="70879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385" name="Google Shape;17385;p45"/>
            <p:cNvSpPr/>
            <p:nvPr/>
          </p:nvSpPr>
          <p:spPr>
            <a:xfrm>
              <a:off x="2537336" y="4500635"/>
              <a:ext cx="178694" cy="11106"/>
            </a:xfrm>
            <a:custGeom>
              <a:rect b="b" l="l" r="r" t="t"/>
              <a:pathLst>
                <a:path extrusionOk="0" h="425" w="6838">
                  <a:moveTo>
                    <a:pt x="289" y="1"/>
                  </a:moveTo>
                  <a:cubicBezTo>
                    <a:pt x="1" y="1"/>
                    <a:pt x="1" y="424"/>
                    <a:pt x="289" y="424"/>
                  </a:cubicBezTo>
                  <a:lnTo>
                    <a:pt x="6559" y="424"/>
                  </a:lnTo>
                  <a:cubicBezTo>
                    <a:pt x="6838" y="424"/>
                    <a:pt x="6838" y="1"/>
                    <a:pt x="6559" y="1"/>
                  </a:cubicBezTo>
                  <a:close/>
                </a:path>
              </a:pathLst>
            </a:custGeom>
            <a:solidFill>
              <a:srgbClr val="70879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386" name="Google Shape;17386;p45"/>
            <p:cNvSpPr/>
            <p:nvPr/>
          </p:nvSpPr>
          <p:spPr>
            <a:xfrm>
              <a:off x="2537336" y="4519241"/>
              <a:ext cx="178694" cy="11080"/>
            </a:xfrm>
            <a:custGeom>
              <a:rect b="b" l="l" r="r" t="t"/>
              <a:pathLst>
                <a:path extrusionOk="0" h="424" w="6838">
                  <a:moveTo>
                    <a:pt x="289" y="1"/>
                  </a:moveTo>
                  <a:cubicBezTo>
                    <a:pt x="1" y="1"/>
                    <a:pt x="1" y="424"/>
                    <a:pt x="289" y="424"/>
                  </a:cubicBezTo>
                  <a:lnTo>
                    <a:pt x="6559" y="424"/>
                  </a:lnTo>
                  <a:cubicBezTo>
                    <a:pt x="6838" y="424"/>
                    <a:pt x="6838" y="1"/>
                    <a:pt x="6559" y="1"/>
                  </a:cubicBezTo>
                  <a:close/>
                </a:path>
              </a:pathLst>
            </a:custGeom>
            <a:solidFill>
              <a:srgbClr val="70879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387" name="Google Shape;17387;p45"/>
            <p:cNvSpPr/>
            <p:nvPr/>
          </p:nvSpPr>
          <p:spPr>
            <a:xfrm>
              <a:off x="2648660" y="4443352"/>
              <a:ext cx="60105" cy="20122"/>
            </a:xfrm>
            <a:custGeom>
              <a:rect b="b" l="l" r="r" t="t"/>
              <a:pathLst>
                <a:path extrusionOk="0" h="770" w="2300">
                  <a:moveTo>
                    <a:pt x="289" y="0"/>
                  </a:moveTo>
                  <a:cubicBezTo>
                    <a:pt x="126" y="0"/>
                    <a:pt x="1" y="135"/>
                    <a:pt x="1" y="289"/>
                  </a:cubicBezTo>
                  <a:lnTo>
                    <a:pt x="1" y="491"/>
                  </a:lnTo>
                  <a:cubicBezTo>
                    <a:pt x="1" y="645"/>
                    <a:pt x="126" y="770"/>
                    <a:pt x="289" y="770"/>
                  </a:cubicBezTo>
                  <a:lnTo>
                    <a:pt x="2011" y="770"/>
                  </a:lnTo>
                  <a:cubicBezTo>
                    <a:pt x="2165" y="770"/>
                    <a:pt x="2299" y="645"/>
                    <a:pt x="2299" y="491"/>
                  </a:cubicBezTo>
                  <a:lnTo>
                    <a:pt x="2299" y="289"/>
                  </a:lnTo>
                  <a:cubicBezTo>
                    <a:pt x="2299" y="135"/>
                    <a:pt x="2165" y="0"/>
                    <a:pt x="2011" y="0"/>
                  </a:cubicBezTo>
                  <a:close/>
                </a:path>
              </a:pathLst>
            </a:custGeom>
            <a:solidFill>
              <a:srgbClr val="D1DAE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7388" name="Google Shape;17388;p45"/>
          <p:cNvGrpSpPr/>
          <p:nvPr/>
        </p:nvGrpSpPr>
        <p:grpSpPr>
          <a:xfrm>
            <a:off x="2908757" y="4105176"/>
            <a:ext cx="367162" cy="336116"/>
            <a:chOff x="2908757" y="4289824"/>
            <a:chExt cx="367162" cy="336116"/>
          </a:xfrm>
        </p:grpSpPr>
        <p:sp>
          <p:nvSpPr>
            <p:cNvPr id="17389" name="Google Shape;17389;p45"/>
            <p:cNvSpPr/>
            <p:nvPr/>
          </p:nvSpPr>
          <p:spPr>
            <a:xfrm>
              <a:off x="2908757" y="4289824"/>
              <a:ext cx="337501" cy="276926"/>
            </a:xfrm>
            <a:custGeom>
              <a:rect b="b" l="l" r="r" t="t"/>
              <a:pathLst>
                <a:path extrusionOk="0" h="10597" w="12915">
                  <a:moveTo>
                    <a:pt x="577" y="0"/>
                  </a:moveTo>
                  <a:cubicBezTo>
                    <a:pt x="260" y="0"/>
                    <a:pt x="0" y="260"/>
                    <a:pt x="0" y="577"/>
                  </a:cubicBezTo>
                  <a:lnTo>
                    <a:pt x="0" y="10308"/>
                  </a:lnTo>
                  <a:cubicBezTo>
                    <a:pt x="0" y="10462"/>
                    <a:pt x="126" y="10587"/>
                    <a:pt x="279" y="10597"/>
                  </a:cubicBezTo>
                  <a:lnTo>
                    <a:pt x="12636" y="10597"/>
                  </a:lnTo>
                  <a:cubicBezTo>
                    <a:pt x="12790" y="10597"/>
                    <a:pt x="12915" y="10462"/>
                    <a:pt x="12915" y="10308"/>
                  </a:cubicBezTo>
                  <a:lnTo>
                    <a:pt x="12915" y="577"/>
                  </a:lnTo>
                  <a:cubicBezTo>
                    <a:pt x="12915" y="260"/>
                    <a:pt x="12655" y="0"/>
                    <a:pt x="12338" y="0"/>
                  </a:cubicBezTo>
                  <a:close/>
                </a:path>
              </a:pathLst>
            </a:custGeom>
            <a:solidFill>
              <a:srgbClr val="F5F7F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390" name="Google Shape;17390;p45"/>
            <p:cNvSpPr/>
            <p:nvPr/>
          </p:nvSpPr>
          <p:spPr>
            <a:xfrm>
              <a:off x="2941423" y="4303413"/>
              <a:ext cx="304836" cy="263337"/>
            </a:xfrm>
            <a:custGeom>
              <a:rect b="b" l="l" r="r" t="t"/>
              <a:pathLst>
                <a:path extrusionOk="0" h="10077" w="11665">
                  <a:moveTo>
                    <a:pt x="4776" y="1"/>
                  </a:moveTo>
                  <a:cubicBezTo>
                    <a:pt x="3660" y="1"/>
                    <a:pt x="2548" y="429"/>
                    <a:pt x="1703" y="1269"/>
                  </a:cubicBezTo>
                  <a:cubicBezTo>
                    <a:pt x="126" y="2855"/>
                    <a:pt x="1" y="5384"/>
                    <a:pt x="1433" y="7106"/>
                  </a:cubicBezTo>
                  <a:cubicBezTo>
                    <a:pt x="2284" y="8134"/>
                    <a:pt x="3522" y="8675"/>
                    <a:pt x="4775" y="8675"/>
                  </a:cubicBezTo>
                  <a:cubicBezTo>
                    <a:pt x="5619" y="8675"/>
                    <a:pt x="6470" y="8430"/>
                    <a:pt x="7213" y="7923"/>
                  </a:cubicBezTo>
                  <a:lnTo>
                    <a:pt x="7992" y="8692"/>
                  </a:lnTo>
                  <a:cubicBezTo>
                    <a:pt x="7857" y="8923"/>
                    <a:pt x="7895" y="9221"/>
                    <a:pt x="8088" y="9413"/>
                  </a:cubicBezTo>
                  <a:lnTo>
                    <a:pt x="8751" y="10077"/>
                  </a:lnTo>
                  <a:lnTo>
                    <a:pt x="11386" y="10077"/>
                  </a:lnTo>
                  <a:cubicBezTo>
                    <a:pt x="11540" y="10077"/>
                    <a:pt x="11665" y="9952"/>
                    <a:pt x="11665" y="9798"/>
                  </a:cubicBezTo>
                  <a:lnTo>
                    <a:pt x="11665" y="9462"/>
                  </a:lnTo>
                  <a:lnTo>
                    <a:pt x="9847" y="7654"/>
                  </a:lnTo>
                  <a:cubicBezTo>
                    <a:pt x="9732" y="7538"/>
                    <a:pt x="9577" y="7478"/>
                    <a:pt x="9423" y="7478"/>
                  </a:cubicBezTo>
                  <a:cubicBezTo>
                    <a:pt x="9320" y="7478"/>
                    <a:pt x="9218" y="7504"/>
                    <a:pt x="9126" y="7558"/>
                  </a:cubicBezTo>
                  <a:lnTo>
                    <a:pt x="8357" y="6788"/>
                  </a:lnTo>
                  <a:cubicBezTo>
                    <a:pt x="9617" y="4932"/>
                    <a:pt x="9261" y="2432"/>
                    <a:pt x="7540" y="999"/>
                  </a:cubicBezTo>
                  <a:cubicBezTo>
                    <a:pt x="6735" y="330"/>
                    <a:pt x="5755" y="1"/>
                    <a:pt x="4776" y="1"/>
                  </a:cubicBez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391" name="Google Shape;17391;p45"/>
            <p:cNvSpPr/>
            <p:nvPr/>
          </p:nvSpPr>
          <p:spPr>
            <a:xfrm>
              <a:off x="3215082" y="4289824"/>
              <a:ext cx="31176" cy="276926"/>
            </a:xfrm>
            <a:custGeom>
              <a:rect b="b" l="l" r="r" t="t"/>
              <a:pathLst>
                <a:path extrusionOk="0" h="10597" w="1193">
                  <a:moveTo>
                    <a:pt x="0" y="0"/>
                  </a:moveTo>
                  <a:cubicBezTo>
                    <a:pt x="318" y="0"/>
                    <a:pt x="577" y="260"/>
                    <a:pt x="577" y="577"/>
                  </a:cubicBezTo>
                  <a:lnTo>
                    <a:pt x="577" y="10308"/>
                  </a:lnTo>
                  <a:cubicBezTo>
                    <a:pt x="577" y="10462"/>
                    <a:pt x="443" y="10597"/>
                    <a:pt x="289" y="10597"/>
                  </a:cubicBezTo>
                  <a:lnTo>
                    <a:pt x="914" y="10597"/>
                  </a:lnTo>
                  <a:cubicBezTo>
                    <a:pt x="1068" y="10597"/>
                    <a:pt x="1193" y="10462"/>
                    <a:pt x="1193" y="10308"/>
                  </a:cubicBezTo>
                  <a:lnTo>
                    <a:pt x="1193" y="577"/>
                  </a:lnTo>
                  <a:cubicBezTo>
                    <a:pt x="1193" y="260"/>
                    <a:pt x="933" y="0"/>
                    <a:pt x="616" y="0"/>
                  </a:cubicBez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392" name="Google Shape;17392;p45"/>
            <p:cNvSpPr/>
            <p:nvPr/>
          </p:nvSpPr>
          <p:spPr>
            <a:xfrm>
              <a:off x="2908757" y="4289824"/>
              <a:ext cx="337501" cy="40714"/>
            </a:xfrm>
            <a:custGeom>
              <a:rect b="b" l="l" r="r" t="t"/>
              <a:pathLst>
                <a:path extrusionOk="0" h="1558" w="12915">
                  <a:moveTo>
                    <a:pt x="577" y="0"/>
                  </a:moveTo>
                  <a:cubicBezTo>
                    <a:pt x="260" y="0"/>
                    <a:pt x="0" y="260"/>
                    <a:pt x="0" y="577"/>
                  </a:cubicBezTo>
                  <a:lnTo>
                    <a:pt x="0" y="1558"/>
                  </a:lnTo>
                  <a:lnTo>
                    <a:pt x="12915" y="1558"/>
                  </a:lnTo>
                  <a:lnTo>
                    <a:pt x="12915" y="577"/>
                  </a:lnTo>
                  <a:cubicBezTo>
                    <a:pt x="12915" y="260"/>
                    <a:pt x="12655" y="0"/>
                    <a:pt x="12338" y="0"/>
                  </a:cubicBezTo>
                  <a:close/>
                </a:path>
              </a:pathLst>
            </a:custGeom>
            <a:solidFill>
              <a:srgbClr val="8FA1B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393" name="Google Shape;17393;p45"/>
            <p:cNvSpPr/>
            <p:nvPr/>
          </p:nvSpPr>
          <p:spPr>
            <a:xfrm>
              <a:off x="2992198" y="4303204"/>
              <a:ext cx="147779" cy="27335"/>
            </a:xfrm>
            <a:custGeom>
              <a:rect b="b" l="l" r="r" t="t"/>
              <a:pathLst>
                <a:path extrusionOk="0" h="1046" w="5655">
                  <a:moveTo>
                    <a:pt x="2827" y="0"/>
                  </a:moveTo>
                  <a:cubicBezTo>
                    <a:pt x="1820" y="0"/>
                    <a:pt x="813" y="349"/>
                    <a:pt x="0" y="1046"/>
                  </a:cubicBezTo>
                  <a:lnTo>
                    <a:pt x="5654" y="1046"/>
                  </a:lnTo>
                  <a:cubicBezTo>
                    <a:pt x="4842" y="349"/>
                    <a:pt x="3834" y="0"/>
                    <a:pt x="2827" y="0"/>
                  </a:cubicBezTo>
                  <a:close/>
                </a:path>
              </a:pathLst>
            </a:custGeom>
            <a:solidFill>
              <a:srgbClr val="70879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394" name="Google Shape;17394;p45"/>
            <p:cNvSpPr/>
            <p:nvPr/>
          </p:nvSpPr>
          <p:spPr>
            <a:xfrm>
              <a:off x="3215082" y="4289824"/>
              <a:ext cx="31176" cy="40714"/>
            </a:xfrm>
            <a:custGeom>
              <a:rect b="b" l="l" r="r" t="t"/>
              <a:pathLst>
                <a:path extrusionOk="0" h="1558" w="1193">
                  <a:moveTo>
                    <a:pt x="0" y="0"/>
                  </a:moveTo>
                  <a:cubicBezTo>
                    <a:pt x="318" y="0"/>
                    <a:pt x="577" y="260"/>
                    <a:pt x="577" y="577"/>
                  </a:cubicBezTo>
                  <a:lnTo>
                    <a:pt x="577" y="1558"/>
                  </a:lnTo>
                  <a:lnTo>
                    <a:pt x="1193" y="1558"/>
                  </a:lnTo>
                  <a:lnTo>
                    <a:pt x="1193" y="577"/>
                  </a:lnTo>
                  <a:cubicBezTo>
                    <a:pt x="1193" y="260"/>
                    <a:pt x="933" y="0"/>
                    <a:pt x="616" y="0"/>
                  </a:cubicBezTo>
                  <a:close/>
                </a:path>
              </a:pathLst>
            </a:custGeom>
            <a:solidFill>
              <a:srgbClr val="70879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395" name="Google Shape;17395;p45"/>
            <p:cNvSpPr/>
            <p:nvPr/>
          </p:nvSpPr>
          <p:spPr>
            <a:xfrm>
              <a:off x="3123854" y="4474502"/>
              <a:ext cx="64626" cy="64364"/>
            </a:xfrm>
            <a:custGeom>
              <a:rect b="b" l="l" r="r" t="t"/>
              <a:pathLst>
                <a:path extrusionOk="0" h="2463" w="2473">
                  <a:moveTo>
                    <a:pt x="664" y="1"/>
                  </a:moveTo>
                  <a:lnTo>
                    <a:pt x="1" y="655"/>
                  </a:lnTo>
                  <a:lnTo>
                    <a:pt x="1818" y="2463"/>
                  </a:lnTo>
                  <a:lnTo>
                    <a:pt x="2472" y="1809"/>
                  </a:lnTo>
                  <a:lnTo>
                    <a:pt x="664" y="1"/>
                  </a:lnTo>
                  <a:close/>
                </a:path>
              </a:pathLst>
            </a:custGeom>
            <a:solidFill>
              <a:srgbClr val="8FA1B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396" name="Google Shape;17396;p45"/>
            <p:cNvSpPr/>
            <p:nvPr/>
          </p:nvSpPr>
          <p:spPr>
            <a:xfrm>
              <a:off x="2953235" y="4312167"/>
              <a:ext cx="217396" cy="209008"/>
            </a:xfrm>
            <a:custGeom>
              <a:rect b="b" l="l" r="r" t="t"/>
              <a:pathLst>
                <a:path extrusionOk="0" h="7998" w="8319">
                  <a:moveTo>
                    <a:pt x="4318" y="1"/>
                  </a:moveTo>
                  <a:cubicBezTo>
                    <a:pt x="2703" y="1"/>
                    <a:pt x="1241" y="972"/>
                    <a:pt x="626" y="2463"/>
                  </a:cubicBezTo>
                  <a:cubicBezTo>
                    <a:pt x="1" y="3963"/>
                    <a:pt x="347" y="5684"/>
                    <a:pt x="1491" y="6828"/>
                  </a:cubicBezTo>
                  <a:cubicBezTo>
                    <a:pt x="2256" y="7593"/>
                    <a:pt x="3279" y="7997"/>
                    <a:pt x="4318" y="7997"/>
                  </a:cubicBezTo>
                  <a:cubicBezTo>
                    <a:pt x="4833" y="7997"/>
                    <a:pt x="5353" y="7898"/>
                    <a:pt x="5847" y="7694"/>
                  </a:cubicBezTo>
                  <a:cubicBezTo>
                    <a:pt x="7347" y="7078"/>
                    <a:pt x="8318" y="5617"/>
                    <a:pt x="8318" y="4001"/>
                  </a:cubicBezTo>
                  <a:cubicBezTo>
                    <a:pt x="8318" y="1790"/>
                    <a:pt x="6530" y="1"/>
                    <a:pt x="4318" y="1"/>
                  </a:cubicBezTo>
                  <a:close/>
                </a:path>
              </a:pathLst>
            </a:custGeom>
            <a:solidFill>
              <a:srgbClr val="8E9EA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397" name="Google Shape;17397;p45"/>
            <p:cNvSpPr/>
            <p:nvPr/>
          </p:nvSpPr>
          <p:spPr>
            <a:xfrm>
              <a:off x="2951484" y="4331035"/>
              <a:ext cx="200306" cy="171194"/>
            </a:xfrm>
            <a:custGeom>
              <a:rect b="b" l="l" r="r" t="t"/>
              <a:pathLst>
                <a:path extrusionOk="0" h="6551" w="7665">
                  <a:moveTo>
                    <a:pt x="4385" y="0"/>
                  </a:moveTo>
                  <a:cubicBezTo>
                    <a:pt x="1462" y="0"/>
                    <a:pt x="0" y="3529"/>
                    <a:pt x="2068" y="5597"/>
                  </a:cubicBezTo>
                  <a:cubicBezTo>
                    <a:pt x="2690" y="6219"/>
                    <a:pt x="3527" y="6550"/>
                    <a:pt x="4378" y="6550"/>
                  </a:cubicBezTo>
                  <a:cubicBezTo>
                    <a:pt x="4802" y="6550"/>
                    <a:pt x="5229" y="6468"/>
                    <a:pt x="5635" y="6299"/>
                  </a:cubicBezTo>
                  <a:cubicBezTo>
                    <a:pt x="6866" y="5799"/>
                    <a:pt x="7664" y="4597"/>
                    <a:pt x="7664" y="3279"/>
                  </a:cubicBezTo>
                  <a:cubicBezTo>
                    <a:pt x="7664" y="1462"/>
                    <a:pt x="6193" y="0"/>
                    <a:pt x="4385" y="0"/>
                  </a:cubicBezTo>
                  <a:close/>
                </a:path>
              </a:pathLst>
            </a:custGeom>
            <a:solidFill>
              <a:srgbClr val="AAB6B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398" name="Google Shape;17398;p45"/>
            <p:cNvSpPr/>
            <p:nvPr/>
          </p:nvSpPr>
          <p:spPr>
            <a:xfrm>
              <a:off x="3156284" y="4507560"/>
              <a:ext cx="119635" cy="118380"/>
            </a:xfrm>
            <a:custGeom>
              <a:rect b="b" l="l" r="r" t="t"/>
              <a:pathLst>
                <a:path extrusionOk="0" h="4530" w="4578">
                  <a:moveTo>
                    <a:pt x="1202" y="0"/>
                  </a:moveTo>
                  <a:cubicBezTo>
                    <a:pt x="1135" y="0"/>
                    <a:pt x="1068" y="24"/>
                    <a:pt x="1020" y="73"/>
                  </a:cubicBezTo>
                  <a:lnTo>
                    <a:pt x="106" y="996"/>
                  </a:lnTo>
                  <a:cubicBezTo>
                    <a:pt x="0" y="1092"/>
                    <a:pt x="0" y="1255"/>
                    <a:pt x="106" y="1361"/>
                  </a:cubicBezTo>
                  <a:lnTo>
                    <a:pt x="3193" y="4457"/>
                  </a:lnTo>
                  <a:cubicBezTo>
                    <a:pt x="3246" y="4505"/>
                    <a:pt x="3313" y="4530"/>
                    <a:pt x="3379" y="4530"/>
                  </a:cubicBezTo>
                  <a:cubicBezTo>
                    <a:pt x="3445" y="4530"/>
                    <a:pt x="3510" y="4505"/>
                    <a:pt x="3558" y="4457"/>
                  </a:cubicBezTo>
                  <a:lnTo>
                    <a:pt x="4481" y="3534"/>
                  </a:lnTo>
                  <a:cubicBezTo>
                    <a:pt x="4578" y="3438"/>
                    <a:pt x="4578" y="3265"/>
                    <a:pt x="4481" y="3169"/>
                  </a:cubicBezTo>
                  <a:lnTo>
                    <a:pt x="1385" y="73"/>
                  </a:lnTo>
                  <a:cubicBezTo>
                    <a:pt x="1337" y="24"/>
                    <a:pt x="1270" y="0"/>
                    <a:pt x="1202" y="0"/>
                  </a:cubicBezTo>
                  <a:close/>
                </a:path>
              </a:pathLst>
            </a:custGeom>
            <a:solidFill>
              <a:srgbClr val="8E9EA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399" name="Google Shape;17399;p45"/>
            <p:cNvSpPr/>
            <p:nvPr/>
          </p:nvSpPr>
          <p:spPr>
            <a:xfrm>
              <a:off x="3173375" y="4507560"/>
              <a:ext cx="102544" cy="101917"/>
            </a:xfrm>
            <a:custGeom>
              <a:rect b="b" l="l" r="r" t="t"/>
              <a:pathLst>
                <a:path extrusionOk="0" h="3900" w="3924">
                  <a:moveTo>
                    <a:pt x="548" y="0"/>
                  </a:moveTo>
                  <a:cubicBezTo>
                    <a:pt x="481" y="0"/>
                    <a:pt x="414" y="24"/>
                    <a:pt x="366" y="73"/>
                  </a:cubicBezTo>
                  <a:lnTo>
                    <a:pt x="0" y="438"/>
                  </a:lnTo>
                  <a:cubicBezTo>
                    <a:pt x="53" y="385"/>
                    <a:pt x="120" y="359"/>
                    <a:pt x="188" y="359"/>
                  </a:cubicBezTo>
                  <a:cubicBezTo>
                    <a:pt x="255" y="359"/>
                    <a:pt x="322" y="385"/>
                    <a:pt x="375" y="438"/>
                  </a:cubicBezTo>
                  <a:lnTo>
                    <a:pt x="3462" y="3525"/>
                  </a:lnTo>
                  <a:cubicBezTo>
                    <a:pt x="3568" y="3630"/>
                    <a:pt x="3568" y="3794"/>
                    <a:pt x="3462" y="3900"/>
                  </a:cubicBezTo>
                  <a:lnTo>
                    <a:pt x="3827" y="3534"/>
                  </a:lnTo>
                  <a:cubicBezTo>
                    <a:pt x="3924" y="3438"/>
                    <a:pt x="3924" y="3265"/>
                    <a:pt x="3827" y="3169"/>
                  </a:cubicBezTo>
                  <a:lnTo>
                    <a:pt x="731" y="73"/>
                  </a:lnTo>
                  <a:cubicBezTo>
                    <a:pt x="683" y="24"/>
                    <a:pt x="616" y="0"/>
                    <a:pt x="548" y="0"/>
                  </a:cubicBezTo>
                  <a:close/>
                </a:path>
              </a:pathLst>
            </a:custGeom>
            <a:solidFill>
              <a:srgbClr val="7B8E9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400" name="Google Shape;17400;p45"/>
            <p:cNvSpPr/>
            <p:nvPr/>
          </p:nvSpPr>
          <p:spPr>
            <a:xfrm>
              <a:off x="3226136" y="4579189"/>
              <a:ext cx="45366" cy="41342"/>
            </a:xfrm>
            <a:custGeom>
              <a:rect b="b" l="l" r="r" t="t"/>
              <a:pathLst>
                <a:path extrusionOk="0" h="1582" w="1736">
                  <a:moveTo>
                    <a:pt x="1425" y="0"/>
                  </a:moveTo>
                  <a:cubicBezTo>
                    <a:pt x="1376" y="0"/>
                    <a:pt x="1325" y="19"/>
                    <a:pt x="1279" y="62"/>
                  </a:cubicBezTo>
                  <a:lnTo>
                    <a:pt x="135" y="1216"/>
                  </a:lnTo>
                  <a:cubicBezTo>
                    <a:pt x="1" y="1351"/>
                    <a:pt x="97" y="1582"/>
                    <a:pt x="279" y="1582"/>
                  </a:cubicBezTo>
                  <a:cubicBezTo>
                    <a:pt x="337" y="1582"/>
                    <a:pt x="395" y="1563"/>
                    <a:pt x="433" y="1524"/>
                  </a:cubicBezTo>
                  <a:lnTo>
                    <a:pt x="1587" y="370"/>
                  </a:lnTo>
                  <a:cubicBezTo>
                    <a:pt x="1736" y="214"/>
                    <a:pt x="1591" y="0"/>
                    <a:pt x="1425" y="0"/>
                  </a:cubicBezTo>
                  <a:close/>
                </a:path>
              </a:pathLst>
            </a:custGeom>
            <a:solidFill>
              <a:srgbClr val="8FA1B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401" name="Google Shape;17401;p45"/>
            <p:cNvSpPr/>
            <p:nvPr/>
          </p:nvSpPr>
          <p:spPr>
            <a:xfrm>
              <a:off x="2936144" y="4305137"/>
              <a:ext cx="12335" cy="11080"/>
            </a:xfrm>
            <a:custGeom>
              <a:rect b="b" l="l" r="r" t="t"/>
              <a:pathLst>
                <a:path extrusionOk="0" h="424" w="472">
                  <a:moveTo>
                    <a:pt x="260" y="1"/>
                  </a:moveTo>
                  <a:cubicBezTo>
                    <a:pt x="1" y="20"/>
                    <a:pt x="1" y="405"/>
                    <a:pt x="260" y="424"/>
                  </a:cubicBezTo>
                  <a:cubicBezTo>
                    <a:pt x="385" y="424"/>
                    <a:pt x="472" y="328"/>
                    <a:pt x="472" y="212"/>
                  </a:cubicBezTo>
                  <a:cubicBezTo>
                    <a:pt x="472" y="87"/>
                    <a:pt x="376" y="1"/>
                    <a:pt x="260" y="1"/>
                  </a:cubicBezTo>
                  <a:close/>
                </a:path>
              </a:pathLst>
            </a:custGeom>
            <a:solidFill>
              <a:srgbClr val="51667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402" name="Google Shape;17402;p45"/>
            <p:cNvSpPr/>
            <p:nvPr/>
          </p:nvSpPr>
          <p:spPr>
            <a:xfrm>
              <a:off x="2950465" y="4305137"/>
              <a:ext cx="12596" cy="11080"/>
            </a:xfrm>
            <a:custGeom>
              <a:rect b="b" l="l" r="r" t="t"/>
              <a:pathLst>
                <a:path extrusionOk="0" h="424" w="482">
                  <a:moveTo>
                    <a:pt x="270" y="1"/>
                  </a:moveTo>
                  <a:cubicBezTo>
                    <a:pt x="1" y="20"/>
                    <a:pt x="1" y="405"/>
                    <a:pt x="270" y="424"/>
                  </a:cubicBezTo>
                  <a:cubicBezTo>
                    <a:pt x="385" y="424"/>
                    <a:pt x="482" y="328"/>
                    <a:pt x="482" y="212"/>
                  </a:cubicBezTo>
                  <a:cubicBezTo>
                    <a:pt x="472" y="87"/>
                    <a:pt x="385" y="1"/>
                    <a:pt x="270" y="1"/>
                  </a:cubicBezTo>
                  <a:close/>
                </a:path>
              </a:pathLst>
            </a:custGeom>
            <a:solidFill>
              <a:srgbClr val="D1DAE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403" name="Google Shape;17403;p45"/>
            <p:cNvSpPr/>
            <p:nvPr/>
          </p:nvSpPr>
          <p:spPr>
            <a:xfrm>
              <a:off x="2964785" y="4305137"/>
              <a:ext cx="12596" cy="11080"/>
            </a:xfrm>
            <a:custGeom>
              <a:rect b="b" l="l" r="r" t="t"/>
              <a:pathLst>
                <a:path extrusionOk="0" h="424" w="482">
                  <a:moveTo>
                    <a:pt x="270" y="1"/>
                  </a:moveTo>
                  <a:cubicBezTo>
                    <a:pt x="1" y="20"/>
                    <a:pt x="1" y="405"/>
                    <a:pt x="270" y="424"/>
                  </a:cubicBezTo>
                  <a:cubicBezTo>
                    <a:pt x="386" y="424"/>
                    <a:pt x="482" y="328"/>
                    <a:pt x="482" y="212"/>
                  </a:cubicBezTo>
                  <a:cubicBezTo>
                    <a:pt x="482" y="87"/>
                    <a:pt x="386" y="1"/>
                    <a:pt x="270" y="1"/>
                  </a:cubicBezTo>
                  <a:close/>
                </a:path>
              </a:pathLst>
            </a:custGeom>
            <a:solidFill>
              <a:srgbClr val="CED5D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404" name="Google Shape;17404;p45"/>
            <p:cNvSpPr/>
            <p:nvPr/>
          </p:nvSpPr>
          <p:spPr>
            <a:xfrm>
              <a:off x="3013549" y="4428143"/>
              <a:ext cx="13092" cy="11211"/>
            </a:xfrm>
            <a:custGeom>
              <a:rect b="b" l="l" r="r" t="t"/>
              <a:pathLst>
                <a:path extrusionOk="0" h="429" w="501">
                  <a:moveTo>
                    <a:pt x="279" y="0"/>
                  </a:moveTo>
                  <a:cubicBezTo>
                    <a:pt x="227" y="0"/>
                    <a:pt x="176" y="20"/>
                    <a:pt x="135" y="63"/>
                  </a:cubicBezTo>
                  <a:cubicBezTo>
                    <a:pt x="0" y="198"/>
                    <a:pt x="97" y="429"/>
                    <a:pt x="279" y="429"/>
                  </a:cubicBezTo>
                  <a:cubicBezTo>
                    <a:pt x="404" y="429"/>
                    <a:pt x="500" y="323"/>
                    <a:pt x="491" y="207"/>
                  </a:cubicBezTo>
                  <a:cubicBezTo>
                    <a:pt x="491" y="84"/>
                    <a:pt x="386" y="0"/>
                    <a:pt x="279" y="0"/>
                  </a:cubicBezTo>
                  <a:close/>
                </a:path>
              </a:pathLst>
            </a:custGeom>
            <a:solidFill>
              <a:srgbClr val="F5F7F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405" name="Google Shape;17405;p45"/>
            <p:cNvSpPr/>
            <p:nvPr/>
          </p:nvSpPr>
          <p:spPr>
            <a:xfrm>
              <a:off x="3013549" y="4446488"/>
              <a:ext cx="13092" cy="11211"/>
            </a:xfrm>
            <a:custGeom>
              <a:rect b="b" l="l" r="r" t="t"/>
              <a:pathLst>
                <a:path extrusionOk="0" h="429" w="501">
                  <a:moveTo>
                    <a:pt x="277" y="0"/>
                  </a:moveTo>
                  <a:cubicBezTo>
                    <a:pt x="226" y="0"/>
                    <a:pt x="175" y="20"/>
                    <a:pt x="135" y="63"/>
                  </a:cubicBezTo>
                  <a:cubicBezTo>
                    <a:pt x="0" y="198"/>
                    <a:pt x="97" y="429"/>
                    <a:pt x="279" y="429"/>
                  </a:cubicBezTo>
                  <a:cubicBezTo>
                    <a:pt x="404" y="429"/>
                    <a:pt x="500" y="332"/>
                    <a:pt x="491" y="217"/>
                  </a:cubicBezTo>
                  <a:cubicBezTo>
                    <a:pt x="491" y="87"/>
                    <a:pt x="385" y="0"/>
                    <a:pt x="277" y="0"/>
                  </a:cubicBezTo>
                  <a:close/>
                </a:path>
              </a:pathLst>
            </a:custGeom>
            <a:solidFill>
              <a:srgbClr val="F5F7F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406" name="Google Shape;17406;p45"/>
            <p:cNvSpPr/>
            <p:nvPr/>
          </p:nvSpPr>
          <p:spPr>
            <a:xfrm>
              <a:off x="3029124" y="4428143"/>
              <a:ext cx="13092" cy="11211"/>
            </a:xfrm>
            <a:custGeom>
              <a:rect b="b" l="l" r="r" t="t"/>
              <a:pathLst>
                <a:path extrusionOk="0" h="429" w="501">
                  <a:moveTo>
                    <a:pt x="286" y="0"/>
                  </a:moveTo>
                  <a:cubicBezTo>
                    <a:pt x="233" y="0"/>
                    <a:pt x="179" y="20"/>
                    <a:pt x="135" y="63"/>
                  </a:cubicBezTo>
                  <a:cubicBezTo>
                    <a:pt x="1" y="198"/>
                    <a:pt x="97" y="429"/>
                    <a:pt x="289" y="429"/>
                  </a:cubicBezTo>
                  <a:cubicBezTo>
                    <a:pt x="404" y="429"/>
                    <a:pt x="501" y="323"/>
                    <a:pt x="501" y="207"/>
                  </a:cubicBezTo>
                  <a:cubicBezTo>
                    <a:pt x="501" y="84"/>
                    <a:pt x="395" y="0"/>
                    <a:pt x="286" y="0"/>
                  </a:cubicBezTo>
                  <a:close/>
                </a:path>
              </a:pathLst>
            </a:custGeom>
            <a:solidFill>
              <a:srgbClr val="F5F7F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407" name="Google Shape;17407;p45"/>
            <p:cNvSpPr/>
            <p:nvPr/>
          </p:nvSpPr>
          <p:spPr>
            <a:xfrm>
              <a:off x="3029124" y="4446488"/>
              <a:ext cx="13092" cy="11211"/>
            </a:xfrm>
            <a:custGeom>
              <a:rect b="b" l="l" r="r" t="t"/>
              <a:pathLst>
                <a:path extrusionOk="0" h="429" w="501">
                  <a:moveTo>
                    <a:pt x="284" y="0"/>
                  </a:moveTo>
                  <a:cubicBezTo>
                    <a:pt x="232" y="0"/>
                    <a:pt x="179" y="20"/>
                    <a:pt x="135" y="63"/>
                  </a:cubicBezTo>
                  <a:cubicBezTo>
                    <a:pt x="1" y="198"/>
                    <a:pt x="97" y="429"/>
                    <a:pt x="289" y="429"/>
                  </a:cubicBezTo>
                  <a:cubicBezTo>
                    <a:pt x="404" y="429"/>
                    <a:pt x="501" y="332"/>
                    <a:pt x="501" y="217"/>
                  </a:cubicBezTo>
                  <a:cubicBezTo>
                    <a:pt x="501" y="87"/>
                    <a:pt x="394" y="0"/>
                    <a:pt x="284" y="0"/>
                  </a:cubicBezTo>
                  <a:close/>
                </a:path>
              </a:pathLst>
            </a:custGeom>
            <a:solidFill>
              <a:srgbClr val="F5F7F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408" name="Google Shape;17408;p45"/>
            <p:cNvSpPr/>
            <p:nvPr/>
          </p:nvSpPr>
          <p:spPr>
            <a:xfrm>
              <a:off x="3019063" y="4367803"/>
              <a:ext cx="72805" cy="70950"/>
            </a:xfrm>
            <a:custGeom>
              <a:rect b="b" l="l" r="r" t="t"/>
              <a:pathLst>
                <a:path extrusionOk="0" h="2715" w="2786">
                  <a:moveTo>
                    <a:pt x="2545" y="0"/>
                  </a:moveTo>
                  <a:cubicBezTo>
                    <a:pt x="2527" y="0"/>
                    <a:pt x="2510" y="2"/>
                    <a:pt x="2491" y="7"/>
                  </a:cubicBezTo>
                  <a:lnTo>
                    <a:pt x="222" y="555"/>
                  </a:lnTo>
                  <a:cubicBezTo>
                    <a:pt x="59" y="593"/>
                    <a:pt x="1" y="805"/>
                    <a:pt x="126" y="920"/>
                  </a:cubicBezTo>
                  <a:lnTo>
                    <a:pt x="1924" y="2661"/>
                  </a:lnTo>
                  <a:cubicBezTo>
                    <a:pt x="1964" y="2697"/>
                    <a:pt x="2014" y="2714"/>
                    <a:pt x="2064" y="2714"/>
                  </a:cubicBezTo>
                  <a:cubicBezTo>
                    <a:pt x="2159" y="2714"/>
                    <a:pt x="2255" y="2652"/>
                    <a:pt x="2280" y="2545"/>
                  </a:cubicBezTo>
                  <a:lnTo>
                    <a:pt x="2751" y="257"/>
                  </a:lnTo>
                  <a:cubicBezTo>
                    <a:pt x="2785" y="121"/>
                    <a:pt x="2677" y="0"/>
                    <a:pt x="2545" y="0"/>
                  </a:cubicBezTo>
                  <a:close/>
                </a:path>
              </a:pathLst>
            </a:custGeom>
            <a:solidFill>
              <a:srgbClr val="8FA1B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409" name="Google Shape;17409;p45"/>
            <p:cNvSpPr/>
            <p:nvPr/>
          </p:nvSpPr>
          <p:spPr>
            <a:xfrm>
              <a:off x="3048827" y="4396261"/>
              <a:ext cx="72805" cy="70819"/>
            </a:xfrm>
            <a:custGeom>
              <a:rect b="b" l="l" r="r" t="t"/>
              <a:pathLst>
                <a:path extrusionOk="0" h="2710" w="2786">
                  <a:moveTo>
                    <a:pt x="253" y="0"/>
                  </a:moveTo>
                  <a:cubicBezTo>
                    <a:pt x="116" y="0"/>
                    <a:pt x="0" y="124"/>
                    <a:pt x="35" y="264"/>
                  </a:cubicBezTo>
                  <a:lnTo>
                    <a:pt x="545" y="2543"/>
                  </a:lnTo>
                  <a:cubicBezTo>
                    <a:pt x="569" y="2648"/>
                    <a:pt x="661" y="2709"/>
                    <a:pt x="755" y="2709"/>
                  </a:cubicBezTo>
                  <a:cubicBezTo>
                    <a:pt x="807" y="2709"/>
                    <a:pt x="859" y="2690"/>
                    <a:pt x="901" y="2649"/>
                  </a:cubicBezTo>
                  <a:lnTo>
                    <a:pt x="2679" y="879"/>
                  </a:lnTo>
                  <a:cubicBezTo>
                    <a:pt x="2785" y="754"/>
                    <a:pt x="2728" y="562"/>
                    <a:pt x="2574" y="524"/>
                  </a:cubicBezTo>
                  <a:lnTo>
                    <a:pt x="295" y="4"/>
                  </a:lnTo>
                  <a:cubicBezTo>
                    <a:pt x="281" y="2"/>
                    <a:pt x="267" y="0"/>
                    <a:pt x="253" y="0"/>
                  </a:cubicBezTo>
                  <a:close/>
                </a:path>
              </a:pathLst>
            </a:custGeom>
            <a:solidFill>
              <a:srgbClr val="51667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410" name="Google Shape;17410;p45"/>
            <p:cNvSpPr/>
            <p:nvPr/>
          </p:nvSpPr>
          <p:spPr>
            <a:xfrm>
              <a:off x="3048827" y="4396209"/>
              <a:ext cx="36612" cy="42465"/>
            </a:xfrm>
            <a:custGeom>
              <a:rect b="b" l="l" r="r" t="t"/>
              <a:pathLst>
                <a:path extrusionOk="0" h="1625" w="1401">
                  <a:moveTo>
                    <a:pt x="241" y="0"/>
                  </a:moveTo>
                  <a:cubicBezTo>
                    <a:pt x="103" y="0"/>
                    <a:pt x="1" y="129"/>
                    <a:pt x="35" y="266"/>
                  </a:cubicBezTo>
                  <a:lnTo>
                    <a:pt x="199" y="997"/>
                  </a:lnTo>
                  <a:lnTo>
                    <a:pt x="785" y="1564"/>
                  </a:lnTo>
                  <a:cubicBezTo>
                    <a:pt x="830" y="1605"/>
                    <a:pt x="885" y="1625"/>
                    <a:pt x="938" y="1625"/>
                  </a:cubicBezTo>
                  <a:cubicBezTo>
                    <a:pt x="1034" y="1625"/>
                    <a:pt x="1126" y="1563"/>
                    <a:pt x="1151" y="1458"/>
                  </a:cubicBezTo>
                  <a:lnTo>
                    <a:pt x="1401" y="256"/>
                  </a:lnTo>
                  <a:lnTo>
                    <a:pt x="295" y="6"/>
                  </a:lnTo>
                  <a:cubicBezTo>
                    <a:pt x="277" y="2"/>
                    <a:pt x="259" y="0"/>
                    <a:pt x="241" y="0"/>
                  </a:cubicBezTo>
                  <a:close/>
                </a:path>
              </a:pathLst>
            </a:custGeom>
            <a:solidFill>
              <a:srgbClr val="76899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411" name="Google Shape;17411;p45"/>
            <p:cNvSpPr/>
            <p:nvPr/>
          </p:nvSpPr>
          <p:spPr>
            <a:xfrm>
              <a:off x="2934393" y="4503405"/>
              <a:ext cx="18110" cy="11080"/>
            </a:xfrm>
            <a:custGeom>
              <a:rect b="b" l="l" r="r" t="t"/>
              <a:pathLst>
                <a:path extrusionOk="0" h="424" w="693">
                  <a:moveTo>
                    <a:pt x="289" y="1"/>
                  </a:moveTo>
                  <a:cubicBezTo>
                    <a:pt x="0" y="1"/>
                    <a:pt x="0" y="424"/>
                    <a:pt x="289" y="424"/>
                  </a:cubicBezTo>
                  <a:lnTo>
                    <a:pt x="404" y="424"/>
                  </a:lnTo>
                  <a:cubicBezTo>
                    <a:pt x="693" y="424"/>
                    <a:pt x="693" y="1"/>
                    <a:pt x="404" y="1"/>
                  </a:cubicBezTo>
                  <a:close/>
                </a:path>
              </a:pathLst>
            </a:custGeom>
            <a:solidFill>
              <a:srgbClr val="8E9EA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412" name="Google Shape;17412;p45"/>
            <p:cNvSpPr/>
            <p:nvPr/>
          </p:nvSpPr>
          <p:spPr>
            <a:xfrm>
              <a:off x="2950726" y="4503405"/>
              <a:ext cx="33685" cy="11080"/>
            </a:xfrm>
            <a:custGeom>
              <a:rect b="b" l="l" r="r" t="t"/>
              <a:pathLst>
                <a:path extrusionOk="0" h="424" w="1289">
                  <a:moveTo>
                    <a:pt x="289" y="1"/>
                  </a:moveTo>
                  <a:cubicBezTo>
                    <a:pt x="0" y="1"/>
                    <a:pt x="0" y="424"/>
                    <a:pt x="289" y="424"/>
                  </a:cubicBezTo>
                  <a:lnTo>
                    <a:pt x="1010" y="424"/>
                  </a:lnTo>
                  <a:cubicBezTo>
                    <a:pt x="1289" y="424"/>
                    <a:pt x="1289" y="1"/>
                    <a:pt x="1010" y="1"/>
                  </a:cubicBezTo>
                  <a:close/>
                </a:path>
              </a:pathLst>
            </a:custGeom>
            <a:solidFill>
              <a:srgbClr val="8E9EA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413" name="Google Shape;17413;p45"/>
            <p:cNvSpPr/>
            <p:nvPr/>
          </p:nvSpPr>
          <p:spPr>
            <a:xfrm>
              <a:off x="2934628" y="4517987"/>
              <a:ext cx="49782" cy="11080"/>
            </a:xfrm>
            <a:custGeom>
              <a:rect b="b" l="l" r="r" t="t"/>
              <a:pathLst>
                <a:path extrusionOk="0" h="424" w="1905">
                  <a:moveTo>
                    <a:pt x="280" y="0"/>
                  </a:moveTo>
                  <a:cubicBezTo>
                    <a:pt x="1" y="0"/>
                    <a:pt x="1" y="424"/>
                    <a:pt x="280" y="424"/>
                  </a:cubicBezTo>
                  <a:lnTo>
                    <a:pt x="1626" y="424"/>
                  </a:lnTo>
                  <a:cubicBezTo>
                    <a:pt x="1905" y="424"/>
                    <a:pt x="1905" y="0"/>
                    <a:pt x="1626" y="0"/>
                  </a:cubicBezTo>
                  <a:close/>
                </a:path>
              </a:pathLst>
            </a:custGeom>
            <a:solidFill>
              <a:srgbClr val="8E9EA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414" name="Google Shape;17414;p45"/>
            <p:cNvSpPr/>
            <p:nvPr/>
          </p:nvSpPr>
          <p:spPr>
            <a:xfrm>
              <a:off x="2934628" y="4532804"/>
              <a:ext cx="49782" cy="11080"/>
            </a:xfrm>
            <a:custGeom>
              <a:rect b="b" l="l" r="r" t="t"/>
              <a:pathLst>
                <a:path extrusionOk="0" h="424" w="1905">
                  <a:moveTo>
                    <a:pt x="280" y="1"/>
                  </a:moveTo>
                  <a:cubicBezTo>
                    <a:pt x="1" y="1"/>
                    <a:pt x="1" y="424"/>
                    <a:pt x="280" y="424"/>
                  </a:cubicBezTo>
                  <a:lnTo>
                    <a:pt x="1626" y="424"/>
                  </a:lnTo>
                  <a:cubicBezTo>
                    <a:pt x="1905" y="424"/>
                    <a:pt x="1905" y="1"/>
                    <a:pt x="1626" y="1"/>
                  </a:cubicBezTo>
                  <a:close/>
                </a:path>
              </a:pathLst>
            </a:custGeom>
            <a:solidFill>
              <a:srgbClr val="8E9EA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415" name="Google Shape;17415;p45"/>
            <p:cNvSpPr/>
            <p:nvPr/>
          </p:nvSpPr>
          <p:spPr>
            <a:xfrm>
              <a:off x="3210797" y="4348491"/>
              <a:ext cx="11106" cy="125044"/>
            </a:xfrm>
            <a:custGeom>
              <a:rect b="b" l="l" r="r" t="t"/>
              <a:pathLst>
                <a:path extrusionOk="0" h="4785" w="425">
                  <a:moveTo>
                    <a:pt x="213" y="0"/>
                  </a:moveTo>
                  <a:cubicBezTo>
                    <a:pt x="107" y="0"/>
                    <a:pt x="1" y="73"/>
                    <a:pt x="1" y="217"/>
                  </a:cubicBezTo>
                  <a:lnTo>
                    <a:pt x="1" y="4573"/>
                  </a:lnTo>
                  <a:cubicBezTo>
                    <a:pt x="1" y="4698"/>
                    <a:pt x="97" y="4784"/>
                    <a:pt x="213" y="4784"/>
                  </a:cubicBezTo>
                  <a:cubicBezTo>
                    <a:pt x="328" y="4784"/>
                    <a:pt x="424" y="4688"/>
                    <a:pt x="424" y="4573"/>
                  </a:cubicBezTo>
                  <a:lnTo>
                    <a:pt x="424" y="217"/>
                  </a:lnTo>
                  <a:cubicBezTo>
                    <a:pt x="424" y="73"/>
                    <a:pt x="318" y="0"/>
                    <a:pt x="213" y="0"/>
                  </a:cubicBezTo>
                  <a:close/>
                </a:path>
              </a:pathLst>
            </a:custGeom>
            <a:solidFill>
              <a:srgbClr val="8FA1B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7416" name="Google Shape;17416;p45"/>
          <p:cNvGrpSpPr/>
          <p:nvPr/>
        </p:nvGrpSpPr>
        <p:grpSpPr>
          <a:xfrm>
            <a:off x="3082408" y="2734892"/>
            <a:ext cx="368651" cy="310349"/>
            <a:chOff x="3082408" y="2919540"/>
            <a:chExt cx="368651" cy="310349"/>
          </a:xfrm>
        </p:grpSpPr>
        <p:sp>
          <p:nvSpPr>
            <p:cNvPr id="17417" name="Google Shape;17417;p45"/>
            <p:cNvSpPr/>
            <p:nvPr/>
          </p:nvSpPr>
          <p:spPr>
            <a:xfrm>
              <a:off x="3329909" y="3060629"/>
              <a:ext cx="81455" cy="169260"/>
            </a:xfrm>
            <a:custGeom>
              <a:rect b="b" l="l" r="r" t="t"/>
              <a:pathLst>
                <a:path extrusionOk="0" h="6477" w="3117">
                  <a:moveTo>
                    <a:pt x="213" y="0"/>
                  </a:moveTo>
                  <a:cubicBezTo>
                    <a:pt x="107" y="0"/>
                    <a:pt x="1" y="72"/>
                    <a:pt x="1" y="217"/>
                  </a:cubicBezTo>
                  <a:lnTo>
                    <a:pt x="1" y="1880"/>
                  </a:lnTo>
                  <a:cubicBezTo>
                    <a:pt x="1" y="2630"/>
                    <a:pt x="607" y="3246"/>
                    <a:pt x="1357" y="3246"/>
                  </a:cubicBezTo>
                  <a:lnTo>
                    <a:pt x="1559" y="3246"/>
                  </a:lnTo>
                  <a:cubicBezTo>
                    <a:pt x="2184" y="3246"/>
                    <a:pt x="2693" y="3755"/>
                    <a:pt x="2693" y="4380"/>
                  </a:cubicBezTo>
                  <a:lnTo>
                    <a:pt x="2693" y="6265"/>
                  </a:lnTo>
                  <a:cubicBezTo>
                    <a:pt x="2693" y="6381"/>
                    <a:pt x="2790" y="6477"/>
                    <a:pt x="2905" y="6477"/>
                  </a:cubicBezTo>
                  <a:cubicBezTo>
                    <a:pt x="3020" y="6477"/>
                    <a:pt x="3117" y="6390"/>
                    <a:pt x="3117" y="6275"/>
                  </a:cubicBezTo>
                  <a:lnTo>
                    <a:pt x="3117" y="4380"/>
                  </a:lnTo>
                  <a:cubicBezTo>
                    <a:pt x="3117" y="3515"/>
                    <a:pt x="2415" y="2823"/>
                    <a:pt x="1559" y="2823"/>
                  </a:cubicBezTo>
                  <a:lnTo>
                    <a:pt x="1357" y="2823"/>
                  </a:lnTo>
                  <a:cubicBezTo>
                    <a:pt x="838" y="2823"/>
                    <a:pt x="424" y="2400"/>
                    <a:pt x="424" y="1880"/>
                  </a:cubicBezTo>
                  <a:lnTo>
                    <a:pt x="424" y="217"/>
                  </a:lnTo>
                  <a:cubicBezTo>
                    <a:pt x="424" y="72"/>
                    <a:pt x="318" y="0"/>
                    <a:pt x="213" y="0"/>
                  </a:cubicBezTo>
                  <a:close/>
                </a:path>
              </a:pathLst>
            </a:custGeom>
            <a:solidFill>
              <a:srgbClr val="768C9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418" name="Google Shape;17418;p45"/>
            <p:cNvSpPr/>
            <p:nvPr/>
          </p:nvSpPr>
          <p:spPr>
            <a:xfrm>
              <a:off x="3082408" y="3016283"/>
              <a:ext cx="76908" cy="11080"/>
            </a:xfrm>
            <a:custGeom>
              <a:rect b="b" l="l" r="r" t="t"/>
              <a:pathLst>
                <a:path extrusionOk="0" h="424" w="2943">
                  <a:moveTo>
                    <a:pt x="289" y="0"/>
                  </a:moveTo>
                  <a:cubicBezTo>
                    <a:pt x="0" y="0"/>
                    <a:pt x="0" y="423"/>
                    <a:pt x="289" y="423"/>
                  </a:cubicBezTo>
                  <a:lnTo>
                    <a:pt x="2664" y="423"/>
                  </a:lnTo>
                  <a:cubicBezTo>
                    <a:pt x="2943" y="423"/>
                    <a:pt x="2943" y="0"/>
                    <a:pt x="2664" y="0"/>
                  </a:cubicBezTo>
                  <a:close/>
                </a:path>
              </a:pathLst>
            </a:custGeom>
            <a:solidFill>
              <a:srgbClr val="768C9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419" name="Google Shape;17419;p45"/>
            <p:cNvSpPr/>
            <p:nvPr/>
          </p:nvSpPr>
          <p:spPr>
            <a:xfrm>
              <a:off x="3300510" y="3029584"/>
              <a:ext cx="66377" cy="53049"/>
            </a:xfrm>
            <a:custGeom>
              <a:rect b="b" l="l" r="r" t="t"/>
              <a:pathLst>
                <a:path extrusionOk="0" h="2030" w="2540">
                  <a:moveTo>
                    <a:pt x="1" y="1"/>
                  </a:moveTo>
                  <a:lnTo>
                    <a:pt x="1" y="1203"/>
                  </a:lnTo>
                  <a:cubicBezTo>
                    <a:pt x="1" y="1655"/>
                    <a:pt x="376" y="2030"/>
                    <a:pt x="837" y="2030"/>
                  </a:cubicBezTo>
                  <a:lnTo>
                    <a:pt x="1713" y="2030"/>
                  </a:lnTo>
                  <a:cubicBezTo>
                    <a:pt x="2136" y="2030"/>
                    <a:pt x="2491" y="1712"/>
                    <a:pt x="2540" y="1289"/>
                  </a:cubicBezTo>
                  <a:cubicBezTo>
                    <a:pt x="2540" y="1260"/>
                    <a:pt x="2540" y="1232"/>
                    <a:pt x="2540" y="1203"/>
                  </a:cubicBezTo>
                  <a:lnTo>
                    <a:pt x="2540" y="1"/>
                  </a:lnTo>
                  <a:close/>
                </a:path>
              </a:pathLst>
            </a:custGeom>
            <a:solidFill>
              <a:srgbClr val="435D7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420" name="Google Shape;17420;p45"/>
            <p:cNvSpPr/>
            <p:nvPr/>
          </p:nvSpPr>
          <p:spPr>
            <a:xfrm>
              <a:off x="3319612" y="3029349"/>
              <a:ext cx="47274" cy="34129"/>
            </a:xfrm>
            <a:custGeom>
              <a:rect b="b" l="l" r="r" t="t"/>
              <a:pathLst>
                <a:path extrusionOk="0" h="1306" w="1809">
                  <a:moveTo>
                    <a:pt x="1" y="0"/>
                  </a:moveTo>
                  <a:lnTo>
                    <a:pt x="1" y="471"/>
                  </a:lnTo>
                  <a:cubicBezTo>
                    <a:pt x="1" y="933"/>
                    <a:pt x="376" y="1298"/>
                    <a:pt x="837" y="1298"/>
                  </a:cubicBezTo>
                  <a:lnTo>
                    <a:pt x="1712" y="1298"/>
                  </a:lnTo>
                  <a:cubicBezTo>
                    <a:pt x="1727" y="1303"/>
                    <a:pt x="1744" y="1305"/>
                    <a:pt x="1760" y="1305"/>
                  </a:cubicBezTo>
                  <a:cubicBezTo>
                    <a:pt x="1777" y="1305"/>
                    <a:pt x="1794" y="1303"/>
                    <a:pt x="1809" y="1298"/>
                  </a:cubicBezTo>
                  <a:cubicBezTo>
                    <a:pt x="1809" y="1269"/>
                    <a:pt x="1809" y="1241"/>
                    <a:pt x="1809" y="1212"/>
                  </a:cubicBezTo>
                  <a:lnTo>
                    <a:pt x="1809" y="10"/>
                  </a:lnTo>
                  <a:lnTo>
                    <a:pt x="1809" y="0"/>
                  </a:lnTo>
                  <a:close/>
                </a:path>
              </a:pathLst>
            </a:custGeom>
            <a:solidFill>
              <a:srgbClr val="526A7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421" name="Google Shape;17421;p45"/>
            <p:cNvSpPr/>
            <p:nvPr/>
          </p:nvSpPr>
          <p:spPr>
            <a:xfrm>
              <a:off x="3174368" y="2919540"/>
              <a:ext cx="96533" cy="101237"/>
            </a:xfrm>
            <a:custGeom>
              <a:rect b="b" l="l" r="r" t="t"/>
              <a:pathLst>
                <a:path extrusionOk="0" h="3874" w="3694">
                  <a:moveTo>
                    <a:pt x="1251" y="0"/>
                  </a:moveTo>
                  <a:cubicBezTo>
                    <a:pt x="1171" y="0"/>
                    <a:pt x="1094" y="47"/>
                    <a:pt x="1058" y="125"/>
                  </a:cubicBezTo>
                  <a:lnTo>
                    <a:pt x="299" y="1914"/>
                  </a:lnTo>
                  <a:cubicBezTo>
                    <a:pt x="1" y="2625"/>
                    <a:pt x="328" y="3452"/>
                    <a:pt x="1049" y="3760"/>
                  </a:cubicBezTo>
                  <a:cubicBezTo>
                    <a:pt x="1228" y="3837"/>
                    <a:pt x="1415" y="3874"/>
                    <a:pt x="1599" y="3874"/>
                  </a:cubicBezTo>
                  <a:cubicBezTo>
                    <a:pt x="2144" y="3874"/>
                    <a:pt x="2665" y="3552"/>
                    <a:pt x="2895" y="3019"/>
                  </a:cubicBezTo>
                  <a:lnTo>
                    <a:pt x="3655" y="1231"/>
                  </a:lnTo>
                  <a:cubicBezTo>
                    <a:pt x="3693" y="1125"/>
                    <a:pt x="3645" y="1000"/>
                    <a:pt x="3549" y="952"/>
                  </a:cubicBezTo>
                  <a:lnTo>
                    <a:pt x="1808" y="211"/>
                  </a:lnTo>
                  <a:lnTo>
                    <a:pt x="1337" y="19"/>
                  </a:lnTo>
                  <a:cubicBezTo>
                    <a:pt x="1309" y="6"/>
                    <a:pt x="1280" y="0"/>
                    <a:pt x="1251" y="0"/>
                  </a:cubicBezTo>
                  <a:close/>
                </a:path>
              </a:pathLst>
            </a:custGeom>
            <a:solidFill>
              <a:srgbClr val="E5EA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422" name="Google Shape;17422;p45"/>
            <p:cNvSpPr/>
            <p:nvPr/>
          </p:nvSpPr>
          <p:spPr>
            <a:xfrm>
              <a:off x="3196999" y="2925054"/>
              <a:ext cx="73903" cy="90784"/>
            </a:xfrm>
            <a:custGeom>
              <a:rect b="b" l="l" r="r" t="t"/>
              <a:pathLst>
                <a:path extrusionOk="0" h="3474" w="2828">
                  <a:moveTo>
                    <a:pt x="942" y="0"/>
                  </a:moveTo>
                  <a:lnTo>
                    <a:pt x="298" y="1510"/>
                  </a:lnTo>
                  <a:cubicBezTo>
                    <a:pt x="0" y="2231"/>
                    <a:pt x="327" y="3058"/>
                    <a:pt x="1048" y="3366"/>
                  </a:cubicBezTo>
                  <a:cubicBezTo>
                    <a:pt x="1159" y="3440"/>
                    <a:pt x="1280" y="3474"/>
                    <a:pt x="1398" y="3474"/>
                  </a:cubicBezTo>
                  <a:cubicBezTo>
                    <a:pt x="1738" y="3474"/>
                    <a:pt x="2050" y="3194"/>
                    <a:pt x="2029" y="2808"/>
                  </a:cubicBezTo>
                  <a:lnTo>
                    <a:pt x="2789" y="1020"/>
                  </a:lnTo>
                  <a:cubicBezTo>
                    <a:pt x="2827" y="914"/>
                    <a:pt x="2779" y="789"/>
                    <a:pt x="2683" y="741"/>
                  </a:cubicBezTo>
                  <a:lnTo>
                    <a:pt x="942" y="0"/>
                  </a:lnTo>
                  <a:close/>
                </a:path>
              </a:pathLst>
            </a:custGeom>
            <a:solidFill>
              <a:srgbClr val="D9E0E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423" name="Google Shape;17423;p45"/>
            <p:cNvSpPr/>
            <p:nvPr/>
          </p:nvSpPr>
          <p:spPr>
            <a:xfrm>
              <a:off x="3122364" y="2998931"/>
              <a:ext cx="328695" cy="46019"/>
            </a:xfrm>
            <a:custGeom>
              <a:rect b="b" l="l" r="r" t="t"/>
              <a:pathLst>
                <a:path extrusionOk="0" h="1761" w="12578">
                  <a:moveTo>
                    <a:pt x="1779" y="1"/>
                  </a:moveTo>
                  <a:cubicBezTo>
                    <a:pt x="1510" y="10"/>
                    <a:pt x="1241" y="78"/>
                    <a:pt x="991" y="193"/>
                  </a:cubicBezTo>
                  <a:lnTo>
                    <a:pt x="269" y="529"/>
                  </a:lnTo>
                  <a:cubicBezTo>
                    <a:pt x="0" y="731"/>
                    <a:pt x="19" y="1135"/>
                    <a:pt x="298" y="1318"/>
                  </a:cubicBezTo>
                  <a:lnTo>
                    <a:pt x="1029" y="1616"/>
                  </a:lnTo>
                  <a:cubicBezTo>
                    <a:pt x="1260" y="1703"/>
                    <a:pt x="1519" y="1751"/>
                    <a:pt x="1769" y="1760"/>
                  </a:cubicBezTo>
                  <a:lnTo>
                    <a:pt x="11693" y="1760"/>
                  </a:lnTo>
                  <a:cubicBezTo>
                    <a:pt x="12184" y="1751"/>
                    <a:pt x="12568" y="1366"/>
                    <a:pt x="12568" y="876"/>
                  </a:cubicBezTo>
                  <a:lnTo>
                    <a:pt x="12578" y="885"/>
                  </a:lnTo>
                  <a:cubicBezTo>
                    <a:pt x="12568" y="395"/>
                    <a:pt x="12184" y="10"/>
                    <a:pt x="11693" y="1"/>
                  </a:cubicBezTo>
                  <a:close/>
                </a:path>
              </a:pathLst>
            </a:custGeom>
            <a:solidFill>
              <a:srgbClr val="C7D2D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424" name="Google Shape;17424;p45"/>
            <p:cNvSpPr/>
            <p:nvPr/>
          </p:nvSpPr>
          <p:spPr>
            <a:xfrm>
              <a:off x="3122364" y="3008992"/>
              <a:ext cx="328459" cy="35697"/>
            </a:xfrm>
            <a:custGeom>
              <a:rect b="b" l="l" r="r" t="t"/>
              <a:pathLst>
                <a:path extrusionOk="0" h="1366" w="12569">
                  <a:moveTo>
                    <a:pt x="12414" y="0"/>
                  </a:moveTo>
                  <a:cubicBezTo>
                    <a:pt x="12251" y="241"/>
                    <a:pt x="11982" y="385"/>
                    <a:pt x="11693" y="385"/>
                  </a:cubicBezTo>
                  <a:lnTo>
                    <a:pt x="1769" y="385"/>
                  </a:lnTo>
                  <a:cubicBezTo>
                    <a:pt x="1510" y="385"/>
                    <a:pt x="1260" y="337"/>
                    <a:pt x="1029" y="241"/>
                  </a:cubicBezTo>
                  <a:lnTo>
                    <a:pt x="510" y="29"/>
                  </a:lnTo>
                  <a:lnTo>
                    <a:pt x="269" y="144"/>
                  </a:lnTo>
                  <a:cubicBezTo>
                    <a:pt x="250" y="154"/>
                    <a:pt x="241" y="173"/>
                    <a:pt x="221" y="183"/>
                  </a:cubicBezTo>
                  <a:lnTo>
                    <a:pt x="202" y="202"/>
                  </a:lnTo>
                  <a:cubicBezTo>
                    <a:pt x="0" y="423"/>
                    <a:pt x="48" y="770"/>
                    <a:pt x="298" y="933"/>
                  </a:cubicBezTo>
                  <a:lnTo>
                    <a:pt x="1029" y="1231"/>
                  </a:lnTo>
                  <a:lnTo>
                    <a:pt x="1077" y="1250"/>
                  </a:lnTo>
                  <a:cubicBezTo>
                    <a:pt x="1221" y="1298"/>
                    <a:pt x="1375" y="1337"/>
                    <a:pt x="1529" y="1356"/>
                  </a:cubicBezTo>
                  <a:lnTo>
                    <a:pt x="1577" y="1356"/>
                  </a:lnTo>
                  <a:cubicBezTo>
                    <a:pt x="1644" y="1366"/>
                    <a:pt x="1702" y="1366"/>
                    <a:pt x="1769" y="1366"/>
                  </a:cubicBezTo>
                  <a:lnTo>
                    <a:pt x="11693" y="1366"/>
                  </a:lnTo>
                  <a:cubicBezTo>
                    <a:pt x="12184" y="1366"/>
                    <a:pt x="12568" y="981"/>
                    <a:pt x="12568" y="491"/>
                  </a:cubicBezTo>
                  <a:cubicBezTo>
                    <a:pt x="12568" y="318"/>
                    <a:pt x="12520" y="144"/>
                    <a:pt x="12414" y="0"/>
                  </a:cubicBezTo>
                  <a:close/>
                </a:path>
              </a:pathLst>
            </a:custGeom>
            <a:solidFill>
              <a:srgbClr val="889CA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425" name="Google Shape;17425;p45"/>
            <p:cNvSpPr/>
            <p:nvPr/>
          </p:nvSpPr>
          <p:spPr>
            <a:xfrm>
              <a:off x="3122599" y="2998931"/>
              <a:ext cx="46516" cy="46019"/>
            </a:xfrm>
            <a:custGeom>
              <a:rect b="b" l="l" r="r" t="t"/>
              <a:pathLst>
                <a:path extrusionOk="0" h="1761" w="1780">
                  <a:moveTo>
                    <a:pt x="1780" y="1"/>
                  </a:moveTo>
                  <a:cubicBezTo>
                    <a:pt x="1501" y="10"/>
                    <a:pt x="1232" y="78"/>
                    <a:pt x="982" y="193"/>
                  </a:cubicBezTo>
                  <a:lnTo>
                    <a:pt x="270" y="529"/>
                  </a:lnTo>
                  <a:cubicBezTo>
                    <a:pt x="1" y="731"/>
                    <a:pt x="10" y="1135"/>
                    <a:pt x="289" y="1318"/>
                  </a:cubicBezTo>
                  <a:lnTo>
                    <a:pt x="1020" y="1616"/>
                  </a:lnTo>
                  <a:cubicBezTo>
                    <a:pt x="1260" y="1703"/>
                    <a:pt x="1510" y="1751"/>
                    <a:pt x="1760" y="1760"/>
                  </a:cubicBezTo>
                  <a:lnTo>
                    <a:pt x="1780" y="1760"/>
                  </a:lnTo>
                  <a:lnTo>
                    <a:pt x="1780" y="1"/>
                  </a:lnTo>
                  <a:close/>
                </a:path>
              </a:pathLst>
            </a:custGeom>
            <a:solidFill>
              <a:srgbClr val="D9E0E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426" name="Google Shape;17426;p45"/>
            <p:cNvSpPr/>
            <p:nvPr/>
          </p:nvSpPr>
          <p:spPr>
            <a:xfrm>
              <a:off x="3122599" y="3009749"/>
              <a:ext cx="46516" cy="34939"/>
            </a:xfrm>
            <a:custGeom>
              <a:rect b="b" l="l" r="r" t="t"/>
              <a:pathLst>
                <a:path extrusionOk="0" h="1337" w="1780">
                  <a:moveTo>
                    <a:pt x="510" y="0"/>
                  </a:moveTo>
                  <a:lnTo>
                    <a:pt x="270" y="115"/>
                  </a:lnTo>
                  <a:cubicBezTo>
                    <a:pt x="1" y="317"/>
                    <a:pt x="10" y="721"/>
                    <a:pt x="289" y="904"/>
                  </a:cubicBezTo>
                  <a:cubicBezTo>
                    <a:pt x="1039" y="1202"/>
                    <a:pt x="1270" y="1337"/>
                    <a:pt x="1760" y="1337"/>
                  </a:cubicBezTo>
                  <a:lnTo>
                    <a:pt x="1780" y="1337"/>
                  </a:lnTo>
                  <a:lnTo>
                    <a:pt x="1780" y="356"/>
                  </a:lnTo>
                  <a:lnTo>
                    <a:pt x="1760" y="356"/>
                  </a:lnTo>
                  <a:cubicBezTo>
                    <a:pt x="1510" y="356"/>
                    <a:pt x="1260" y="308"/>
                    <a:pt x="1020" y="212"/>
                  </a:cubicBezTo>
                  <a:lnTo>
                    <a:pt x="510" y="0"/>
                  </a:lnTo>
                  <a:close/>
                </a:path>
              </a:pathLst>
            </a:custGeom>
            <a:solidFill>
              <a:srgbClr val="C7D2D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427" name="Google Shape;17427;p45"/>
            <p:cNvSpPr/>
            <p:nvPr/>
          </p:nvSpPr>
          <p:spPr>
            <a:xfrm>
              <a:off x="3408829" y="2998931"/>
              <a:ext cx="41995" cy="46019"/>
            </a:xfrm>
            <a:custGeom>
              <a:rect b="b" l="l" r="r" t="t"/>
              <a:pathLst>
                <a:path extrusionOk="0" h="1761" w="1607">
                  <a:moveTo>
                    <a:pt x="0" y="1"/>
                  </a:moveTo>
                  <a:lnTo>
                    <a:pt x="0" y="1760"/>
                  </a:lnTo>
                  <a:lnTo>
                    <a:pt x="731" y="1760"/>
                  </a:lnTo>
                  <a:cubicBezTo>
                    <a:pt x="1220" y="1751"/>
                    <a:pt x="1604" y="1369"/>
                    <a:pt x="1606" y="880"/>
                  </a:cubicBezTo>
                  <a:lnTo>
                    <a:pt x="1606" y="880"/>
                  </a:lnTo>
                  <a:cubicBezTo>
                    <a:pt x="1606" y="882"/>
                    <a:pt x="1606" y="884"/>
                    <a:pt x="1606" y="885"/>
                  </a:cubicBezTo>
                  <a:lnTo>
                    <a:pt x="1606" y="876"/>
                  </a:lnTo>
                  <a:cubicBezTo>
                    <a:pt x="1606" y="877"/>
                    <a:pt x="1606" y="879"/>
                    <a:pt x="1606" y="880"/>
                  </a:cubicBezTo>
                  <a:cubicBezTo>
                    <a:pt x="1604" y="392"/>
                    <a:pt x="1220" y="10"/>
                    <a:pt x="731" y="1"/>
                  </a:cubicBezTo>
                  <a:close/>
                </a:path>
              </a:pathLst>
            </a:custGeom>
            <a:solidFill>
              <a:srgbClr val="768C9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428" name="Google Shape;17428;p45"/>
            <p:cNvSpPr/>
            <p:nvPr/>
          </p:nvSpPr>
          <p:spPr>
            <a:xfrm>
              <a:off x="3408829" y="3008992"/>
              <a:ext cx="41995" cy="35697"/>
            </a:xfrm>
            <a:custGeom>
              <a:rect b="b" l="l" r="r" t="t"/>
              <a:pathLst>
                <a:path extrusionOk="0" h="1366" w="1607">
                  <a:moveTo>
                    <a:pt x="1452" y="0"/>
                  </a:moveTo>
                  <a:cubicBezTo>
                    <a:pt x="1289" y="241"/>
                    <a:pt x="1020" y="385"/>
                    <a:pt x="731" y="385"/>
                  </a:cubicBezTo>
                  <a:lnTo>
                    <a:pt x="0" y="385"/>
                  </a:lnTo>
                  <a:lnTo>
                    <a:pt x="0" y="1366"/>
                  </a:lnTo>
                  <a:lnTo>
                    <a:pt x="731" y="1366"/>
                  </a:lnTo>
                  <a:cubicBezTo>
                    <a:pt x="1222" y="1366"/>
                    <a:pt x="1606" y="981"/>
                    <a:pt x="1606" y="491"/>
                  </a:cubicBezTo>
                  <a:cubicBezTo>
                    <a:pt x="1606" y="318"/>
                    <a:pt x="1558" y="144"/>
                    <a:pt x="1452" y="0"/>
                  </a:cubicBezTo>
                  <a:close/>
                </a:path>
              </a:pathLst>
            </a:custGeom>
            <a:solidFill>
              <a:srgbClr val="697D9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7429" name="Google Shape;17429;p45"/>
          <p:cNvGrpSpPr/>
          <p:nvPr/>
        </p:nvGrpSpPr>
        <p:grpSpPr>
          <a:xfrm>
            <a:off x="7069130" y="2240152"/>
            <a:ext cx="366168" cy="360497"/>
            <a:chOff x="7069130" y="2424800"/>
            <a:chExt cx="366168" cy="360497"/>
          </a:xfrm>
        </p:grpSpPr>
        <p:sp>
          <p:nvSpPr>
            <p:cNvPr id="17430" name="Google Shape;17430;p45"/>
            <p:cNvSpPr/>
            <p:nvPr/>
          </p:nvSpPr>
          <p:spPr>
            <a:xfrm>
              <a:off x="7158581" y="2546420"/>
              <a:ext cx="110070" cy="151934"/>
            </a:xfrm>
            <a:custGeom>
              <a:rect b="b" l="l" r="r" t="t"/>
              <a:pathLst>
                <a:path extrusionOk="0" h="5814" w="4212">
                  <a:moveTo>
                    <a:pt x="3841" y="0"/>
                  </a:moveTo>
                  <a:cubicBezTo>
                    <a:pt x="3764" y="0"/>
                    <a:pt x="3687" y="34"/>
                    <a:pt x="3626" y="114"/>
                  </a:cubicBezTo>
                  <a:lnTo>
                    <a:pt x="78" y="5383"/>
                  </a:lnTo>
                  <a:cubicBezTo>
                    <a:pt x="1" y="5498"/>
                    <a:pt x="10" y="5643"/>
                    <a:pt x="107" y="5729"/>
                  </a:cubicBezTo>
                  <a:lnTo>
                    <a:pt x="107" y="5739"/>
                  </a:lnTo>
                  <a:cubicBezTo>
                    <a:pt x="161" y="5789"/>
                    <a:pt x="230" y="5814"/>
                    <a:pt x="299" y="5814"/>
                  </a:cubicBezTo>
                  <a:cubicBezTo>
                    <a:pt x="387" y="5814"/>
                    <a:pt x="475" y="5772"/>
                    <a:pt x="530" y="5691"/>
                  </a:cubicBezTo>
                  <a:lnTo>
                    <a:pt x="4088" y="421"/>
                  </a:lnTo>
                  <a:cubicBezTo>
                    <a:pt x="4211" y="208"/>
                    <a:pt x="4031" y="0"/>
                    <a:pt x="3841" y="0"/>
                  </a:cubicBezTo>
                  <a:close/>
                </a:path>
              </a:pathLst>
            </a:custGeom>
            <a:solidFill>
              <a:srgbClr val="DAE1E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431" name="Google Shape;17431;p45"/>
            <p:cNvSpPr/>
            <p:nvPr/>
          </p:nvSpPr>
          <p:spPr>
            <a:xfrm>
              <a:off x="7158085" y="2590663"/>
              <a:ext cx="156194" cy="107640"/>
            </a:xfrm>
            <a:custGeom>
              <a:rect b="b" l="l" r="r" t="t"/>
              <a:pathLst>
                <a:path extrusionOk="0" h="4119" w="5977">
                  <a:moveTo>
                    <a:pt x="5566" y="1"/>
                  </a:moveTo>
                  <a:cubicBezTo>
                    <a:pt x="5511" y="1"/>
                    <a:pt x="5453" y="20"/>
                    <a:pt x="5395" y="65"/>
                  </a:cubicBezTo>
                  <a:lnTo>
                    <a:pt x="164" y="3623"/>
                  </a:lnTo>
                  <a:cubicBezTo>
                    <a:pt x="20" y="3719"/>
                    <a:pt x="1" y="3921"/>
                    <a:pt x="126" y="4036"/>
                  </a:cubicBezTo>
                  <a:cubicBezTo>
                    <a:pt x="181" y="4091"/>
                    <a:pt x="252" y="4118"/>
                    <a:pt x="322" y="4118"/>
                  </a:cubicBezTo>
                  <a:cubicBezTo>
                    <a:pt x="375" y="4118"/>
                    <a:pt x="427" y="4103"/>
                    <a:pt x="472" y="4075"/>
                  </a:cubicBezTo>
                  <a:lnTo>
                    <a:pt x="5703" y="517"/>
                  </a:lnTo>
                  <a:cubicBezTo>
                    <a:pt x="5976" y="360"/>
                    <a:pt x="5805" y="1"/>
                    <a:pt x="5566" y="1"/>
                  </a:cubicBezTo>
                  <a:close/>
                </a:path>
              </a:pathLst>
            </a:custGeom>
            <a:solidFill>
              <a:srgbClr val="D3DCE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432" name="Google Shape;17432;p45"/>
            <p:cNvSpPr/>
            <p:nvPr/>
          </p:nvSpPr>
          <p:spPr>
            <a:xfrm>
              <a:off x="7157327" y="2654321"/>
              <a:ext cx="167535" cy="44007"/>
            </a:xfrm>
            <a:custGeom>
              <a:rect b="b" l="l" r="r" t="t"/>
              <a:pathLst>
                <a:path extrusionOk="0" h="1684" w="6411">
                  <a:moveTo>
                    <a:pt x="6033" y="1"/>
                  </a:moveTo>
                  <a:cubicBezTo>
                    <a:pt x="6005" y="1"/>
                    <a:pt x="5975" y="5"/>
                    <a:pt x="5943" y="14"/>
                  </a:cubicBezTo>
                  <a:lnTo>
                    <a:pt x="299" y="1139"/>
                  </a:lnTo>
                  <a:cubicBezTo>
                    <a:pt x="78" y="1187"/>
                    <a:pt x="1" y="1446"/>
                    <a:pt x="155" y="1600"/>
                  </a:cubicBezTo>
                  <a:cubicBezTo>
                    <a:pt x="208" y="1654"/>
                    <a:pt x="274" y="1683"/>
                    <a:pt x="347" y="1683"/>
                  </a:cubicBezTo>
                  <a:cubicBezTo>
                    <a:pt x="366" y="1683"/>
                    <a:pt x="385" y="1681"/>
                    <a:pt x="405" y="1677"/>
                  </a:cubicBezTo>
                  <a:lnTo>
                    <a:pt x="6049" y="552"/>
                  </a:lnTo>
                  <a:cubicBezTo>
                    <a:pt x="6411" y="499"/>
                    <a:pt x="6344" y="1"/>
                    <a:pt x="6033" y="1"/>
                  </a:cubicBezTo>
                  <a:close/>
                </a:path>
              </a:pathLst>
            </a:custGeom>
            <a:solidFill>
              <a:srgbClr val="DAE1E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433" name="Google Shape;17433;p45"/>
            <p:cNvSpPr/>
            <p:nvPr/>
          </p:nvSpPr>
          <p:spPr>
            <a:xfrm>
              <a:off x="7156674" y="2683929"/>
              <a:ext cx="152065" cy="38180"/>
            </a:xfrm>
            <a:custGeom>
              <a:rect b="b" l="l" r="r" t="t"/>
              <a:pathLst>
                <a:path extrusionOk="0" h="1461" w="5819">
                  <a:moveTo>
                    <a:pt x="369" y="1"/>
                  </a:moveTo>
                  <a:cubicBezTo>
                    <a:pt x="139" y="1"/>
                    <a:pt x="0" y="297"/>
                    <a:pt x="180" y="467"/>
                  </a:cubicBezTo>
                  <a:cubicBezTo>
                    <a:pt x="218" y="506"/>
                    <a:pt x="266" y="535"/>
                    <a:pt x="324" y="544"/>
                  </a:cubicBezTo>
                  <a:lnTo>
                    <a:pt x="5401" y="1458"/>
                  </a:lnTo>
                  <a:cubicBezTo>
                    <a:pt x="5417" y="1460"/>
                    <a:pt x="5432" y="1461"/>
                    <a:pt x="5446" y="1461"/>
                  </a:cubicBezTo>
                  <a:cubicBezTo>
                    <a:pt x="5754" y="1461"/>
                    <a:pt x="5819" y="993"/>
                    <a:pt x="5497" y="919"/>
                  </a:cubicBezTo>
                  <a:lnTo>
                    <a:pt x="420" y="6"/>
                  </a:lnTo>
                  <a:cubicBezTo>
                    <a:pt x="403" y="2"/>
                    <a:pt x="385" y="1"/>
                    <a:pt x="369" y="1"/>
                  </a:cubicBezTo>
                  <a:close/>
                </a:path>
              </a:pathLst>
            </a:custGeom>
            <a:solidFill>
              <a:srgbClr val="D3DCE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434" name="Google Shape;17434;p45"/>
            <p:cNvSpPr/>
            <p:nvPr/>
          </p:nvSpPr>
          <p:spPr>
            <a:xfrm>
              <a:off x="7158843" y="2536830"/>
              <a:ext cx="44817" cy="161447"/>
            </a:xfrm>
            <a:custGeom>
              <a:rect b="b" l="l" r="r" t="t"/>
              <a:pathLst>
                <a:path extrusionOk="0" h="6178" w="1715">
                  <a:moveTo>
                    <a:pt x="1412" y="0"/>
                  </a:moveTo>
                  <a:cubicBezTo>
                    <a:pt x="1301" y="0"/>
                    <a:pt x="1191" y="63"/>
                    <a:pt x="1154" y="202"/>
                  </a:cubicBezTo>
                  <a:lnTo>
                    <a:pt x="20" y="5856"/>
                  </a:lnTo>
                  <a:cubicBezTo>
                    <a:pt x="0" y="5942"/>
                    <a:pt x="29" y="6039"/>
                    <a:pt x="97" y="6096"/>
                  </a:cubicBezTo>
                  <a:cubicBezTo>
                    <a:pt x="152" y="6152"/>
                    <a:pt x="222" y="6177"/>
                    <a:pt x="292" y="6177"/>
                  </a:cubicBezTo>
                  <a:cubicBezTo>
                    <a:pt x="415" y="6177"/>
                    <a:pt x="534" y="6097"/>
                    <a:pt x="558" y="5962"/>
                  </a:cubicBezTo>
                  <a:lnTo>
                    <a:pt x="1693" y="307"/>
                  </a:lnTo>
                  <a:cubicBezTo>
                    <a:pt x="1715" y="114"/>
                    <a:pt x="1562" y="0"/>
                    <a:pt x="1412" y="0"/>
                  </a:cubicBezTo>
                  <a:close/>
                </a:path>
              </a:pathLst>
            </a:custGeom>
            <a:solidFill>
              <a:srgbClr val="D3DCE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435" name="Google Shape;17435;p45"/>
            <p:cNvSpPr/>
            <p:nvPr/>
          </p:nvSpPr>
          <p:spPr>
            <a:xfrm>
              <a:off x="7134905" y="2551621"/>
              <a:ext cx="39408" cy="146682"/>
            </a:xfrm>
            <a:custGeom>
              <a:rect b="b" l="l" r="r" t="t"/>
              <a:pathLst>
                <a:path extrusionOk="0" h="5613" w="1508">
                  <a:moveTo>
                    <a:pt x="300" y="0"/>
                  </a:moveTo>
                  <a:cubicBezTo>
                    <a:pt x="151" y="0"/>
                    <a:pt x="0" y="113"/>
                    <a:pt x="22" y="309"/>
                  </a:cubicBezTo>
                  <a:lnTo>
                    <a:pt x="936" y="5386"/>
                  </a:lnTo>
                  <a:cubicBezTo>
                    <a:pt x="945" y="5444"/>
                    <a:pt x="974" y="5492"/>
                    <a:pt x="1013" y="5530"/>
                  </a:cubicBezTo>
                  <a:cubicBezTo>
                    <a:pt x="1070" y="5587"/>
                    <a:pt x="1138" y="5612"/>
                    <a:pt x="1204" y="5612"/>
                  </a:cubicBezTo>
                  <a:cubicBezTo>
                    <a:pt x="1361" y="5612"/>
                    <a:pt x="1508" y="5472"/>
                    <a:pt x="1474" y="5290"/>
                  </a:cubicBezTo>
                  <a:lnTo>
                    <a:pt x="561" y="213"/>
                  </a:lnTo>
                  <a:cubicBezTo>
                    <a:pt x="527" y="67"/>
                    <a:pt x="414" y="0"/>
                    <a:pt x="300" y="0"/>
                  </a:cubicBezTo>
                  <a:close/>
                </a:path>
              </a:pathLst>
            </a:custGeom>
            <a:solidFill>
              <a:srgbClr val="DAE1E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436" name="Google Shape;17436;p45"/>
            <p:cNvSpPr/>
            <p:nvPr/>
          </p:nvSpPr>
          <p:spPr>
            <a:xfrm>
              <a:off x="7247536" y="2513467"/>
              <a:ext cx="162126" cy="133642"/>
            </a:xfrm>
            <a:custGeom>
              <a:rect b="b" l="l" r="r" t="t"/>
              <a:pathLst>
                <a:path extrusionOk="0" h="5114" w="6204">
                  <a:moveTo>
                    <a:pt x="4131" y="0"/>
                  </a:moveTo>
                  <a:cubicBezTo>
                    <a:pt x="3881" y="0"/>
                    <a:pt x="3632" y="95"/>
                    <a:pt x="3443" y="288"/>
                  </a:cubicBezTo>
                  <a:lnTo>
                    <a:pt x="97" y="3634"/>
                  </a:lnTo>
                  <a:cubicBezTo>
                    <a:pt x="11" y="3721"/>
                    <a:pt x="1" y="3865"/>
                    <a:pt x="87" y="3952"/>
                  </a:cubicBezTo>
                  <a:cubicBezTo>
                    <a:pt x="357" y="4259"/>
                    <a:pt x="587" y="4606"/>
                    <a:pt x="770" y="4981"/>
                  </a:cubicBezTo>
                  <a:cubicBezTo>
                    <a:pt x="807" y="5061"/>
                    <a:pt x="892" y="5113"/>
                    <a:pt x="982" y="5113"/>
                  </a:cubicBezTo>
                  <a:cubicBezTo>
                    <a:pt x="1011" y="5113"/>
                    <a:pt x="1040" y="5108"/>
                    <a:pt x="1068" y="5096"/>
                  </a:cubicBezTo>
                  <a:lnTo>
                    <a:pt x="5444" y="3278"/>
                  </a:lnTo>
                  <a:cubicBezTo>
                    <a:pt x="5982" y="3057"/>
                    <a:pt x="6203" y="2413"/>
                    <a:pt x="5924" y="1903"/>
                  </a:cubicBezTo>
                  <a:cubicBezTo>
                    <a:pt x="5790" y="1653"/>
                    <a:pt x="5636" y="1413"/>
                    <a:pt x="5482" y="1173"/>
                  </a:cubicBezTo>
                  <a:cubicBezTo>
                    <a:pt x="5299" y="894"/>
                    <a:pt x="5107" y="624"/>
                    <a:pt x="4895" y="365"/>
                  </a:cubicBezTo>
                  <a:cubicBezTo>
                    <a:pt x="4701" y="124"/>
                    <a:pt x="4415" y="0"/>
                    <a:pt x="4131" y="0"/>
                  </a:cubicBezTo>
                  <a:close/>
                </a:path>
              </a:pathLst>
            </a:custGeom>
            <a:solidFill>
              <a:srgbClr val="BAC8D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437" name="Google Shape;17437;p45"/>
            <p:cNvSpPr/>
            <p:nvPr/>
          </p:nvSpPr>
          <p:spPr>
            <a:xfrm>
              <a:off x="7258852" y="2544094"/>
              <a:ext cx="150811" cy="103014"/>
            </a:xfrm>
            <a:custGeom>
              <a:rect b="b" l="l" r="r" t="t"/>
              <a:pathLst>
                <a:path extrusionOk="0" h="3942" w="5771">
                  <a:moveTo>
                    <a:pt x="5049" y="1"/>
                  </a:moveTo>
                  <a:lnTo>
                    <a:pt x="1" y="3232"/>
                  </a:lnTo>
                  <a:cubicBezTo>
                    <a:pt x="126" y="3414"/>
                    <a:pt x="241" y="3607"/>
                    <a:pt x="337" y="3809"/>
                  </a:cubicBezTo>
                  <a:cubicBezTo>
                    <a:pt x="374" y="3889"/>
                    <a:pt x="459" y="3941"/>
                    <a:pt x="549" y="3941"/>
                  </a:cubicBezTo>
                  <a:cubicBezTo>
                    <a:pt x="578" y="3941"/>
                    <a:pt x="607" y="3936"/>
                    <a:pt x="635" y="3924"/>
                  </a:cubicBezTo>
                  <a:lnTo>
                    <a:pt x="5011" y="2106"/>
                  </a:lnTo>
                  <a:cubicBezTo>
                    <a:pt x="5549" y="1885"/>
                    <a:pt x="5770" y="1241"/>
                    <a:pt x="5491" y="731"/>
                  </a:cubicBezTo>
                  <a:cubicBezTo>
                    <a:pt x="5357" y="481"/>
                    <a:pt x="5203" y="241"/>
                    <a:pt x="5049" y="1"/>
                  </a:cubicBezTo>
                  <a:close/>
                </a:path>
              </a:pathLst>
            </a:custGeom>
            <a:solidFill>
              <a:srgbClr val="95A6B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438" name="Google Shape;17438;p45"/>
            <p:cNvSpPr/>
            <p:nvPr/>
          </p:nvSpPr>
          <p:spPr>
            <a:xfrm>
              <a:off x="7270925" y="2597065"/>
              <a:ext cx="164373" cy="94312"/>
            </a:xfrm>
            <a:custGeom>
              <a:rect b="b" l="l" r="r" t="t"/>
              <a:pathLst>
                <a:path extrusionOk="0" h="3609" w="6290">
                  <a:moveTo>
                    <a:pt x="4928" y="1"/>
                  </a:moveTo>
                  <a:cubicBezTo>
                    <a:pt x="4802" y="1"/>
                    <a:pt x="4673" y="26"/>
                    <a:pt x="4549" y="79"/>
                  </a:cubicBezTo>
                  <a:lnTo>
                    <a:pt x="173" y="1897"/>
                  </a:lnTo>
                  <a:cubicBezTo>
                    <a:pt x="58" y="1935"/>
                    <a:pt x="0" y="2070"/>
                    <a:pt x="48" y="2185"/>
                  </a:cubicBezTo>
                  <a:cubicBezTo>
                    <a:pt x="183" y="2570"/>
                    <a:pt x="260" y="2974"/>
                    <a:pt x="289" y="3387"/>
                  </a:cubicBezTo>
                  <a:cubicBezTo>
                    <a:pt x="289" y="3512"/>
                    <a:pt x="394" y="3609"/>
                    <a:pt x="519" y="3609"/>
                  </a:cubicBezTo>
                  <a:lnTo>
                    <a:pt x="5251" y="3609"/>
                  </a:lnTo>
                  <a:cubicBezTo>
                    <a:pt x="5828" y="3609"/>
                    <a:pt x="6289" y="3099"/>
                    <a:pt x="6222" y="2522"/>
                  </a:cubicBezTo>
                  <a:cubicBezTo>
                    <a:pt x="6154" y="1907"/>
                    <a:pt x="6039" y="1291"/>
                    <a:pt x="5866" y="705"/>
                  </a:cubicBezTo>
                  <a:cubicBezTo>
                    <a:pt x="5733" y="276"/>
                    <a:pt x="5345" y="1"/>
                    <a:pt x="4928" y="1"/>
                  </a:cubicBezTo>
                  <a:close/>
                </a:path>
              </a:pathLst>
            </a:custGeom>
            <a:solidFill>
              <a:srgbClr val="BAC8D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439" name="Google Shape;17439;p45"/>
            <p:cNvSpPr/>
            <p:nvPr/>
          </p:nvSpPr>
          <p:spPr>
            <a:xfrm>
              <a:off x="7276204" y="2637074"/>
              <a:ext cx="158833" cy="54042"/>
            </a:xfrm>
            <a:custGeom>
              <a:rect b="b" l="l" r="r" t="t"/>
              <a:pathLst>
                <a:path extrusionOk="0" h="2068" w="6078">
                  <a:moveTo>
                    <a:pt x="5866" y="1"/>
                  </a:moveTo>
                  <a:lnTo>
                    <a:pt x="0" y="1231"/>
                  </a:lnTo>
                  <a:cubicBezTo>
                    <a:pt x="48" y="1433"/>
                    <a:pt x="67" y="1645"/>
                    <a:pt x="77" y="1856"/>
                  </a:cubicBezTo>
                  <a:cubicBezTo>
                    <a:pt x="87" y="1972"/>
                    <a:pt x="192" y="2068"/>
                    <a:pt x="317" y="2068"/>
                  </a:cubicBezTo>
                  <a:lnTo>
                    <a:pt x="5049" y="2068"/>
                  </a:lnTo>
                  <a:cubicBezTo>
                    <a:pt x="5626" y="2068"/>
                    <a:pt x="6077" y="1568"/>
                    <a:pt x="6020" y="991"/>
                  </a:cubicBezTo>
                  <a:cubicBezTo>
                    <a:pt x="5981" y="654"/>
                    <a:pt x="5933" y="327"/>
                    <a:pt x="5866" y="1"/>
                  </a:cubicBezTo>
                  <a:close/>
                </a:path>
              </a:pathLst>
            </a:custGeom>
            <a:solidFill>
              <a:srgbClr val="95A6B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440" name="Google Shape;17440;p45"/>
            <p:cNvSpPr/>
            <p:nvPr/>
          </p:nvSpPr>
          <p:spPr>
            <a:xfrm>
              <a:off x="7210611" y="2452735"/>
              <a:ext cx="137718" cy="157422"/>
            </a:xfrm>
            <a:custGeom>
              <a:rect b="b" l="l" r="r" t="t"/>
              <a:pathLst>
                <a:path extrusionOk="0" h="6024" w="5270">
                  <a:moveTo>
                    <a:pt x="2770" y="0"/>
                  </a:moveTo>
                  <a:cubicBezTo>
                    <a:pt x="2388" y="0"/>
                    <a:pt x="2022" y="222"/>
                    <a:pt x="1866" y="602"/>
                  </a:cubicBezTo>
                  <a:lnTo>
                    <a:pt x="58" y="4977"/>
                  </a:lnTo>
                  <a:cubicBezTo>
                    <a:pt x="0" y="5093"/>
                    <a:pt x="58" y="5227"/>
                    <a:pt x="164" y="5276"/>
                  </a:cubicBezTo>
                  <a:cubicBezTo>
                    <a:pt x="539" y="5458"/>
                    <a:pt x="885" y="5689"/>
                    <a:pt x="1183" y="5958"/>
                  </a:cubicBezTo>
                  <a:cubicBezTo>
                    <a:pt x="1231" y="6002"/>
                    <a:pt x="1291" y="6023"/>
                    <a:pt x="1350" y="6023"/>
                  </a:cubicBezTo>
                  <a:cubicBezTo>
                    <a:pt x="1409" y="6023"/>
                    <a:pt x="1467" y="6002"/>
                    <a:pt x="1510" y="5958"/>
                  </a:cubicBezTo>
                  <a:lnTo>
                    <a:pt x="4856" y="2612"/>
                  </a:lnTo>
                  <a:cubicBezTo>
                    <a:pt x="5270" y="2198"/>
                    <a:pt x="5231" y="1516"/>
                    <a:pt x="4780" y="1150"/>
                  </a:cubicBezTo>
                  <a:cubicBezTo>
                    <a:pt x="4529" y="948"/>
                    <a:pt x="4270" y="756"/>
                    <a:pt x="3991" y="583"/>
                  </a:cubicBezTo>
                  <a:cubicBezTo>
                    <a:pt x="3751" y="419"/>
                    <a:pt x="3501" y="266"/>
                    <a:pt x="3241" y="121"/>
                  </a:cubicBezTo>
                  <a:cubicBezTo>
                    <a:pt x="3091" y="39"/>
                    <a:pt x="2929" y="0"/>
                    <a:pt x="2770" y="0"/>
                  </a:cubicBezTo>
                  <a:close/>
                </a:path>
              </a:pathLst>
            </a:custGeom>
            <a:solidFill>
              <a:srgbClr val="BAC8D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441" name="Google Shape;17441;p45"/>
            <p:cNvSpPr/>
            <p:nvPr/>
          </p:nvSpPr>
          <p:spPr>
            <a:xfrm>
              <a:off x="7228695" y="2467944"/>
              <a:ext cx="119635" cy="142239"/>
            </a:xfrm>
            <a:custGeom>
              <a:rect b="b" l="l" r="r" t="t"/>
              <a:pathLst>
                <a:path extrusionOk="0" h="5443" w="4578">
                  <a:moveTo>
                    <a:pt x="3299" y="1"/>
                  </a:moveTo>
                  <a:lnTo>
                    <a:pt x="1" y="5001"/>
                  </a:lnTo>
                  <a:cubicBezTo>
                    <a:pt x="174" y="5117"/>
                    <a:pt x="337" y="5242"/>
                    <a:pt x="501" y="5386"/>
                  </a:cubicBezTo>
                  <a:cubicBezTo>
                    <a:pt x="543" y="5423"/>
                    <a:pt x="598" y="5442"/>
                    <a:pt x="654" y="5442"/>
                  </a:cubicBezTo>
                  <a:cubicBezTo>
                    <a:pt x="714" y="5442"/>
                    <a:pt x="774" y="5421"/>
                    <a:pt x="818" y="5376"/>
                  </a:cubicBezTo>
                  <a:lnTo>
                    <a:pt x="4164" y="2030"/>
                  </a:lnTo>
                  <a:cubicBezTo>
                    <a:pt x="4578" y="1616"/>
                    <a:pt x="4539" y="934"/>
                    <a:pt x="4088" y="568"/>
                  </a:cubicBezTo>
                  <a:cubicBezTo>
                    <a:pt x="3837" y="366"/>
                    <a:pt x="3578" y="174"/>
                    <a:pt x="3299" y="1"/>
                  </a:cubicBezTo>
                  <a:close/>
                </a:path>
              </a:pathLst>
            </a:custGeom>
            <a:solidFill>
              <a:srgbClr val="95A6B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442" name="Google Shape;17442;p45"/>
            <p:cNvSpPr/>
            <p:nvPr/>
          </p:nvSpPr>
          <p:spPr>
            <a:xfrm>
              <a:off x="7270925" y="2691351"/>
              <a:ext cx="164112" cy="93946"/>
            </a:xfrm>
            <a:custGeom>
              <a:rect b="b" l="l" r="r" t="t"/>
              <a:pathLst>
                <a:path extrusionOk="0" h="3595" w="6280">
                  <a:moveTo>
                    <a:pt x="519" y="1"/>
                  </a:moveTo>
                  <a:cubicBezTo>
                    <a:pt x="394" y="1"/>
                    <a:pt x="289" y="97"/>
                    <a:pt x="289" y="222"/>
                  </a:cubicBezTo>
                  <a:cubicBezTo>
                    <a:pt x="260" y="626"/>
                    <a:pt x="183" y="1029"/>
                    <a:pt x="48" y="1424"/>
                  </a:cubicBezTo>
                  <a:cubicBezTo>
                    <a:pt x="0" y="1539"/>
                    <a:pt x="58" y="1664"/>
                    <a:pt x="173" y="1712"/>
                  </a:cubicBezTo>
                  <a:lnTo>
                    <a:pt x="4549" y="3520"/>
                  </a:lnTo>
                  <a:cubicBezTo>
                    <a:pt x="4672" y="3571"/>
                    <a:pt x="4799" y="3595"/>
                    <a:pt x="4924" y="3595"/>
                  </a:cubicBezTo>
                  <a:cubicBezTo>
                    <a:pt x="5342" y="3595"/>
                    <a:pt x="5733" y="3325"/>
                    <a:pt x="5866" y="2895"/>
                  </a:cubicBezTo>
                  <a:cubicBezTo>
                    <a:pt x="6039" y="2299"/>
                    <a:pt x="6154" y="1693"/>
                    <a:pt x="6222" y="1078"/>
                  </a:cubicBezTo>
                  <a:cubicBezTo>
                    <a:pt x="6279" y="501"/>
                    <a:pt x="5828" y="1"/>
                    <a:pt x="5251" y="1"/>
                  </a:cubicBezTo>
                  <a:close/>
                </a:path>
              </a:pathLst>
            </a:custGeom>
            <a:solidFill>
              <a:srgbClr val="BAC8D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443" name="Google Shape;17443;p45"/>
            <p:cNvSpPr/>
            <p:nvPr/>
          </p:nvSpPr>
          <p:spPr>
            <a:xfrm>
              <a:off x="7270925" y="2710950"/>
              <a:ext cx="159591" cy="74347"/>
            </a:xfrm>
            <a:custGeom>
              <a:rect b="b" l="l" r="r" t="t"/>
              <a:pathLst>
                <a:path extrusionOk="0" h="2845" w="6107">
                  <a:moveTo>
                    <a:pt x="221" y="1"/>
                  </a:moveTo>
                  <a:cubicBezTo>
                    <a:pt x="183" y="231"/>
                    <a:pt x="125" y="453"/>
                    <a:pt x="48" y="674"/>
                  </a:cubicBezTo>
                  <a:cubicBezTo>
                    <a:pt x="0" y="789"/>
                    <a:pt x="58" y="914"/>
                    <a:pt x="173" y="962"/>
                  </a:cubicBezTo>
                  <a:lnTo>
                    <a:pt x="4549" y="2770"/>
                  </a:lnTo>
                  <a:cubicBezTo>
                    <a:pt x="4672" y="2821"/>
                    <a:pt x="4799" y="2845"/>
                    <a:pt x="4924" y="2845"/>
                  </a:cubicBezTo>
                  <a:cubicBezTo>
                    <a:pt x="5342" y="2845"/>
                    <a:pt x="5733" y="2575"/>
                    <a:pt x="5866" y="2145"/>
                  </a:cubicBezTo>
                  <a:cubicBezTo>
                    <a:pt x="5953" y="1828"/>
                    <a:pt x="6039" y="1501"/>
                    <a:pt x="6106" y="1174"/>
                  </a:cubicBezTo>
                  <a:lnTo>
                    <a:pt x="221" y="1"/>
                  </a:lnTo>
                  <a:close/>
                </a:path>
              </a:pathLst>
            </a:custGeom>
            <a:solidFill>
              <a:srgbClr val="95A6B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444" name="Google Shape;17444;p45"/>
            <p:cNvSpPr/>
            <p:nvPr/>
          </p:nvSpPr>
          <p:spPr>
            <a:xfrm>
              <a:off x="7069130" y="2424852"/>
              <a:ext cx="98023" cy="161812"/>
            </a:xfrm>
            <a:custGeom>
              <a:rect b="b" l="l" r="r" t="t"/>
              <a:pathLst>
                <a:path extrusionOk="0" h="6192" w="3751">
                  <a:moveTo>
                    <a:pt x="2773" y="1"/>
                  </a:moveTo>
                  <a:cubicBezTo>
                    <a:pt x="2740" y="1"/>
                    <a:pt x="2707" y="2"/>
                    <a:pt x="2674" y="6"/>
                  </a:cubicBezTo>
                  <a:cubicBezTo>
                    <a:pt x="2049" y="63"/>
                    <a:pt x="1443" y="188"/>
                    <a:pt x="856" y="361"/>
                  </a:cubicBezTo>
                  <a:cubicBezTo>
                    <a:pt x="299" y="525"/>
                    <a:pt x="1" y="1140"/>
                    <a:pt x="222" y="1679"/>
                  </a:cubicBezTo>
                  <a:lnTo>
                    <a:pt x="2039" y="6054"/>
                  </a:lnTo>
                  <a:cubicBezTo>
                    <a:pt x="2077" y="6138"/>
                    <a:pt x="2163" y="6191"/>
                    <a:pt x="2254" y="6191"/>
                  </a:cubicBezTo>
                  <a:cubicBezTo>
                    <a:pt x="2278" y="6191"/>
                    <a:pt x="2303" y="6187"/>
                    <a:pt x="2328" y="6179"/>
                  </a:cubicBezTo>
                  <a:cubicBezTo>
                    <a:pt x="2712" y="6044"/>
                    <a:pt x="3116" y="5958"/>
                    <a:pt x="3530" y="5939"/>
                  </a:cubicBezTo>
                  <a:cubicBezTo>
                    <a:pt x="3655" y="5939"/>
                    <a:pt x="3751" y="5833"/>
                    <a:pt x="3751" y="5708"/>
                  </a:cubicBezTo>
                  <a:lnTo>
                    <a:pt x="3751" y="977"/>
                  </a:lnTo>
                  <a:cubicBezTo>
                    <a:pt x="3751" y="433"/>
                    <a:pt x="3307" y="1"/>
                    <a:pt x="2773" y="1"/>
                  </a:cubicBezTo>
                  <a:close/>
                </a:path>
              </a:pathLst>
            </a:custGeom>
            <a:solidFill>
              <a:srgbClr val="BAC8D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445" name="Google Shape;17445;p45"/>
            <p:cNvSpPr/>
            <p:nvPr/>
          </p:nvSpPr>
          <p:spPr>
            <a:xfrm>
              <a:off x="7116612" y="2424800"/>
              <a:ext cx="50540" cy="157265"/>
            </a:xfrm>
            <a:custGeom>
              <a:rect b="b" l="l" r="r" t="t"/>
              <a:pathLst>
                <a:path extrusionOk="0" h="6018" w="1934">
                  <a:moveTo>
                    <a:pt x="971" y="1"/>
                  </a:moveTo>
                  <a:cubicBezTo>
                    <a:pt x="933" y="1"/>
                    <a:pt x="895" y="3"/>
                    <a:pt x="857" y="8"/>
                  </a:cubicBezTo>
                  <a:cubicBezTo>
                    <a:pt x="559" y="36"/>
                    <a:pt x="280" y="75"/>
                    <a:pt x="1" y="133"/>
                  </a:cubicBezTo>
                  <a:lnTo>
                    <a:pt x="1126" y="6018"/>
                  </a:lnTo>
                  <a:cubicBezTo>
                    <a:pt x="1318" y="5979"/>
                    <a:pt x="1520" y="5960"/>
                    <a:pt x="1722" y="5950"/>
                  </a:cubicBezTo>
                  <a:cubicBezTo>
                    <a:pt x="1838" y="5941"/>
                    <a:pt x="1934" y="5835"/>
                    <a:pt x="1934" y="5720"/>
                  </a:cubicBezTo>
                  <a:lnTo>
                    <a:pt x="1934" y="979"/>
                  </a:lnTo>
                  <a:cubicBezTo>
                    <a:pt x="1934" y="431"/>
                    <a:pt x="1498" y="1"/>
                    <a:pt x="971" y="1"/>
                  </a:cubicBezTo>
                  <a:close/>
                </a:path>
              </a:pathLst>
            </a:custGeom>
            <a:solidFill>
              <a:srgbClr val="95A6B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446" name="Google Shape;17446;p45"/>
            <p:cNvSpPr/>
            <p:nvPr/>
          </p:nvSpPr>
          <p:spPr>
            <a:xfrm>
              <a:off x="7167388" y="2424800"/>
              <a:ext cx="97788" cy="161865"/>
            </a:xfrm>
            <a:custGeom>
              <a:rect b="b" l="l" r="r" t="t"/>
              <a:pathLst>
                <a:path extrusionOk="0" h="6194" w="3742">
                  <a:moveTo>
                    <a:pt x="964" y="1"/>
                  </a:moveTo>
                  <a:cubicBezTo>
                    <a:pt x="436" y="1"/>
                    <a:pt x="0" y="431"/>
                    <a:pt x="0" y="979"/>
                  </a:cubicBezTo>
                  <a:lnTo>
                    <a:pt x="0" y="5710"/>
                  </a:lnTo>
                  <a:cubicBezTo>
                    <a:pt x="0" y="5835"/>
                    <a:pt x="97" y="5931"/>
                    <a:pt x="212" y="5941"/>
                  </a:cubicBezTo>
                  <a:cubicBezTo>
                    <a:pt x="625" y="5960"/>
                    <a:pt x="1029" y="6046"/>
                    <a:pt x="1414" y="6181"/>
                  </a:cubicBezTo>
                  <a:cubicBezTo>
                    <a:pt x="1440" y="6189"/>
                    <a:pt x="1467" y="6193"/>
                    <a:pt x="1492" y="6193"/>
                  </a:cubicBezTo>
                  <a:cubicBezTo>
                    <a:pt x="1588" y="6193"/>
                    <a:pt x="1674" y="6140"/>
                    <a:pt x="1712" y="6056"/>
                  </a:cubicBezTo>
                  <a:lnTo>
                    <a:pt x="3520" y="1681"/>
                  </a:lnTo>
                  <a:cubicBezTo>
                    <a:pt x="3741" y="1142"/>
                    <a:pt x="3453" y="527"/>
                    <a:pt x="2895" y="363"/>
                  </a:cubicBezTo>
                  <a:cubicBezTo>
                    <a:pt x="2606" y="277"/>
                    <a:pt x="2308" y="210"/>
                    <a:pt x="2001" y="142"/>
                  </a:cubicBezTo>
                  <a:cubicBezTo>
                    <a:pt x="1702" y="85"/>
                    <a:pt x="1395" y="36"/>
                    <a:pt x="1077" y="8"/>
                  </a:cubicBezTo>
                  <a:cubicBezTo>
                    <a:pt x="1039" y="3"/>
                    <a:pt x="1001" y="1"/>
                    <a:pt x="964" y="1"/>
                  </a:cubicBezTo>
                  <a:close/>
                </a:path>
              </a:pathLst>
            </a:custGeom>
            <a:solidFill>
              <a:srgbClr val="BAC8D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447" name="Google Shape;17447;p45"/>
            <p:cNvSpPr/>
            <p:nvPr/>
          </p:nvSpPr>
          <p:spPr>
            <a:xfrm>
              <a:off x="7188242" y="2428510"/>
              <a:ext cx="76934" cy="158154"/>
            </a:xfrm>
            <a:custGeom>
              <a:rect b="b" l="l" r="r" t="t"/>
              <a:pathLst>
                <a:path extrusionOk="0" h="6052" w="2944">
                  <a:moveTo>
                    <a:pt x="1203" y="0"/>
                  </a:moveTo>
                  <a:lnTo>
                    <a:pt x="1" y="5876"/>
                  </a:lnTo>
                  <a:cubicBezTo>
                    <a:pt x="212" y="5914"/>
                    <a:pt x="414" y="5972"/>
                    <a:pt x="616" y="6039"/>
                  </a:cubicBezTo>
                  <a:cubicBezTo>
                    <a:pt x="640" y="6047"/>
                    <a:pt x="665" y="6051"/>
                    <a:pt x="690" y="6051"/>
                  </a:cubicBezTo>
                  <a:cubicBezTo>
                    <a:pt x="781" y="6051"/>
                    <a:pt x="866" y="5998"/>
                    <a:pt x="904" y="5914"/>
                  </a:cubicBezTo>
                  <a:lnTo>
                    <a:pt x="2722" y="1539"/>
                  </a:lnTo>
                  <a:cubicBezTo>
                    <a:pt x="2943" y="1000"/>
                    <a:pt x="2655" y="385"/>
                    <a:pt x="2097" y="221"/>
                  </a:cubicBezTo>
                  <a:cubicBezTo>
                    <a:pt x="1808" y="135"/>
                    <a:pt x="1510" y="68"/>
                    <a:pt x="1203" y="0"/>
                  </a:cubicBezTo>
                  <a:close/>
                </a:path>
              </a:pathLst>
            </a:custGeom>
            <a:solidFill>
              <a:srgbClr val="95A6B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448" name="Google Shape;17448;p45"/>
            <p:cNvSpPr/>
            <p:nvPr/>
          </p:nvSpPr>
          <p:spPr>
            <a:xfrm>
              <a:off x="7140001" y="2665219"/>
              <a:ext cx="53545" cy="53545"/>
            </a:xfrm>
            <a:custGeom>
              <a:rect b="b" l="l" r="r" t="t"/>
              <a:pathLst>
                <a:path extrusionOk="0" h="2049" w="2049">
                  <a:moveTo>
                    <a:pt x="1020" y="1"/>
                  </a:moveTo>
                  <a:cubicBezTo>
                    <a:pt x="462" y="1"/>
                    <a:pt x="0" y="462"/>
                    <a:pt x="0" y="1020"/>
                  </a:cubicBezTo>
                  <a:cubicBezTo>
                    <a:pt x="0" y="1587"/>
                    <a:pt x="462" y="2049"/>
                    <a:pt x="1020" y="2049"/>
                  </a:cubicBezTo>
                  <a:cubicBezTo>
                    <a:pt x="1587" y="2049"/>
                    <a:pt x="2048" y="1587"/>
                    <a:pt x="2048" y="1020"/>
                  </a:cubicBezTo>
                  <a:cubicBezTo>
                    <a:pt x="2048" y="462"/>
                    <a:pt x="1587" y="1"/>
                    <a:pt x="1020" y="1"/>
                  </a:cubicBezTo>
                  <a:close/>
                </a:path>
              </a:pathLst>
            </a:custGeom>
            <a:solidFill>
              <a:srgbClr val="C9D4D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449" name="Google Shape;17449;p45"/>
            <p:cNvSpPr/>
            <p:nvPr/>
          </p:nvSpPr>
          <p:spPr>
            <a:xfrm>
              <a:off x="7140001" y="2692109"/>
              <a:ext cx="53545" cy="26655"/>
            </a:xfrm>
            <a:custGeom>
              <a:rect b="b" l="l" r="r" t="t"/>
              <a:pathLst>
                <a:path extrusionOk="0" h="1020" w="2049">
                  <a:moveTo>
                    <a:pt x="0" y="0"/>
                  </a:moveTo>
                  <a:cubicBezTo>
                    <a:pt x="0" y="558"/>
                    <a:pt x="462" y="1020"/>
                    <a:pt x="1020" y="1020"/>
                  </a:cubicBezTo>
                  <a:cubicBezTo>
                    <a:pt x="1587" y="1020"/>
                    <a:pt x="2048" y="558"/>
                    <a:pt x="2048" y="0"/>
                  </a:cubicBezTo>
                  <a:close/>
                </a:path>
              </a:pathLst>
            </a:custGeom>
            <a:solidFill>
              <a:srgbClr val="B3C3C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7450" name="Google Shape;17450;p45"/>
          <p:cNvGrpSpPr/>
          <p:nvPr/>
        </p:nvGrpSpPr>
        <p:grpSpPr>
          <a:xfrm>
            <a:off x="4885655" y="2240073"/>
            <a:ext cx="281473" cy="360628"/>
            <a:chOff x="4885655" y="2424721"/>
            <a:chExt cx="281473" cy="360628"/>
          </a:xfrm>
        </p:grpSpPr>
        <p:sp>
          <p:nvSpPr>
            <p:cNvPr id="17451" name="Google Shape;17451;p45"/>
            <p:cNvSpPr/>
            <p:nvPr/>
          </p:nvSpPr>
          <p:spPr>
            <a:xfrm>
              <a:off x="4885655" y="2588833"/>
              <a:ext cx="80697" cy="196516"/>
            </a:xfrm>
            <a:custGeom>
              <a:rect b="b" l="l" r="r" t="t"/>
              <a:pathLst>
                <a:path extrusionOk="0" h="7520" w="3088">
                  <a:moveTo>
                    <a:pt x="1549" y="0"/>
                  </a:moveTo>
                  <a:cubicBezTo>
                    <a:pt x="693" y="0"/>
                    <a:pt x="1" y="183"/>
                    <a:pt x="1" y="4077"/>
                  </a:cubicBezTo>
                  <a:cubicBezTo>
                    <a:pt x="1" y="5981"/>
                    <a:pt x="482" y="7520"/>
                    <a:pt x="1549" y="7520"/>
                  </a:cubicBezTo>
                  <a:cubicBezTo>
                    <a:pt x="2664" y="7520"/>
                    <a:pt x="3088" y="5981"/>
                    <a:pt x="3088" y="4077"/>
                  </a:cubicBezTo>
                  <a:cubicBezTo>
                    <a:pt x="3088" y="183"/>
                    <a:pt x="2395" y="0"/>
                    <a:pt x="1549" y="0"/>
                  </a:cubicBezTo>
                  <a:close/>
                </a:path>
              </a:pathLst>
            </a:custGeom>
            <a:solidFill>
              <a:srgbClr val="BFC8D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452" name="Google Shape;17452;p45"/>
            <p:cNvSpPr/>
            <p:nvPr/>
          </p:nvSpPr>
          <p:spPr>
            <a:xfrm>
              <a:off x="4926134" y="2588833"/>
              <a:ext cx="40218" cy="196516"/>
            </a:xfrm>
            <a:custGeom>
              <a:rect b="b" l="l" r="r" t="t"/>
              <a:pathLst>
                <a:path extrusionOk="0" h="7520" w="1539">
                  <a:moveTo>
                    <a:pt x="0" y="0"/>
                  </a:moveTo>
                  <a:lnTo>
                    <a:pt x="0" y="7520"/>
                  </a:lnTo>
                  <a:cubicBezTo>
                    <a:pt x="1125" y="7520"/>
                    <a:pt x="1539" y="5981"/>
                    <a:pt x="1539" y="4077"/>
                  </a:cubicBezTo>
                  <a:cubicBezTo>
                    <a:pt x="1539" y="183"/>
                    <a:pt x="846" y="0"/>
                    <a:pt x="0" y="0"/>
                  </a:cubicBezTo>
                  <a:close/>
                </a:path>
              </a:pathLst>
            </a:custGeom>
            <a:solidFill>
              <a:srgbClr val="ACB8C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453" name="Google Shape;17453;p45"/>
            <p:cNvSpPr/>
            <p:nvPr/>
          </p:nvSpPr>
          <p:spPr>
            <a:xfrm>
              <a:off x="4893442" y="2424721"/>
              <a:ext cx="197039" cy="217396"/>
            </a:xfrm>
            <a:custGeom>
              <a:rect b="b" l="l" r="r" t="t"/>
              <a:pathLst>
                <a:path extrusionOk="0" h="8319" w="7540">
                  <a:moveTo>
                    <a:pt x="1" y="1"/>
                  </a:moveTo>
                  <a:cubicBezTo>
                    <a:pt x="1126" y="1491"/>
                    <a:pt x="4472" y="5934"/>
                    <a:pt x="4847" y="6434"/>
                  </a:cubicBezTo>
                  <a:cubicBezTo>
                    <a:pt x="5299" y="7050"/>
                    <a:pt x="7540" y="8319"/>
                    <a:pt x="7540" y="8319"/>
                  </a:cubicBezTo>
                  <a:cubicBezTo>
                    <a:pt x="7540" y="8319"/>
                    <a:pt x="6646" y="3857"/>
                    <a:pt x="6376" y="3857"/>
                  </a:cubicBezTo>
                  <a:cubicBezTo>
                    <a:pt x="6107" y="3857"/>
                    <a:pt x="5530" y="3722"/>
                    <a:pt x="5155" y="2742"/>
                  </a:cubicBezTo>
                  <a:cubicBezTo>
                    <a:pt x="4972" y="2270"/>
                    <a:pt x="4367" y="1107"/>
                    <a:pt x="3770" y="1"/>
                  </a:cubicBezTo>
                  <a:close/>
                </a:path>
              </a:pathLst>
            </a:custGeom>
            <a:solidFill>
              <a:srgbClr val="DAE1E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454" name="Google Shape;17454;p45"/>
            <p:cNvSpPr/>
            <p:nvPr/>
          </p:nvSpPr>
          <p:spPr>
            <a:xfrm>
              <a:off x="4949000" y="2424721"/>
              <a:ext cx="117858" cy="116133"/>
            </a:xfrm>
            <a:custGeom>
              <a:rect b="b" l="l" r="r" t="t"/>
              <a:pathLst>
                <a:path extrusionOk="0" h="4444" w="4510">
                  <a:moveTo>
                    <a:pt x="0" y="1"/>
                  </a:moveTo>
                  <a:cubicBezTo>
                    <a:pt x="1462" y="2751"/>
                    <a:pt x="1673" y="2482"/>
                    <a:pt x="2914" y="3905"/>
                  </a:cubicBezTo>
                  <a:cubicBezTo>
                    <a:pt x="3183" y="4213"/>
                    <a:pt x="3818" y="4367"/>
                    <a:pt x="4510" y="4444"/>
                  </a:cubicBezTo>
                  <a:cubicBezTo>
                    <a:pt x="4406" y="4095"/>
                    <a:pt x="4312" y="3866"/>
                    <a:pt x="4254" y="3866"/>
                  </a:cubicBezTo>
                  <a:cubicBezTo>
                    <a:pt x="4253" y="3866"/>
                    <a:pt x="4252" y="3866"/>
                    <a:pt x="4250" y="3867"/>
                  </a:cubicBezTo>
                  <a:cubicBezTo>
                    <a:pt x="3981" y="3867"/>
                    <a:pt x="3404" y="3722"/>
                    <a:pt x="3029" y="2742"/>
                  </a:cubicBezTo>
                  <a:cubicBezTo>
                    <a:pt x="2846" y="2280"/>
                    <a:pt x="2241" y="1107"/>
                    <a:pt x="1644" y="1"/>
                  </a:cubicBezTo>
                  <a:close/>
                </a:path>
              </a:pathLst>
            </a:custGeom>
            <a:solidFill>
              <a:srgbClr val="D3DCE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455" name="Google Shape;17455;p45"/>
            <p:cNvSpPr/>
            <p:nvPr/>
          </p:nvSpPr>
          <p:spPr>
            <a:xfrm>
              <a:off x="4888921" y="2424721"/>
              <a:ext cx="83964" cy="298825"/>
            </a:xfrm>
            <a:custGeom>
              <a:rect b="b" l="l" r="r" t="t"/>
              <a:pathLst>
                <a:path extrusionOk="0" h="11435" w="3213">
                  <a:moveTo>
                    <a:pt x="107" y="1"/>
                  </a:moveTo>
                  <a:cubicBezTo>
                    <a:pt x="212" y="1357"/>
                    <a:pt x="664" y="3213"/>
                    <a:pt x="87" y="6386"/>
                  </a:cubicBezTo>
                  <a:cubicBezTo>
                    <a:pt x="1" y="6838"/>
                    <a:pt x="20" y="7867"/>
                    <a:pt x="20" y="8617"/>
                  </a:cubicBezTo>
                  <a:cubicBezTo>
                    <a:pt x="20" y="10175"/>
                    <a:pt x="20" y="11434"/>
                    <a:pt x="1280" y="11434"/>
                  </a:cubicBezTo>
                  <a:cubicBezTo>
                    <a:pt x="2549" y="11434"/>
                    <a:pt x="2549" y="10175"/>
                    <a:pt x="2549" y="8617"/>
                  </a:cubicBezTo>
                  <a:cubicBezTo>
                    <a:pt x="2549" y="7425"/>
                    <a:pt x="2222" y="5723"/>
                    <a:pt x="2357" y="4886"/>
                  </a:cubicBezTo>
                  <a:cubicBezTo>
                    <a:pt x="2376" y="4780"/>
                    <a:pt x="2953" y="1674"/>
                    <a:pt x="3213" y="1"/>
                  </a:cubicBezTo>
                  <a:close/>
                </a:path>
              </a:pathLst>
            </a:custGeom>
            <a:solidFill>
              <a:srgbClr val="DAE1E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456" name="Google Shape;17456;p45"/>
            <p:cNvSpPr/>
            <p:nvPr/>
          </p:nvSpPr>
          <p:spPr>
            <a:xfrm>
              <a:off x="4906770" y="2424721"/>
              <a:ext cx="66115" cy="298851"/>
            </a:xfrm>
            <a:custGeom>
              <a:rect b="b" l="l" r="r" t="t"/>
              <a:pathLst>
                <a:path extrusionOk="0" h="11436" w="2530">
                  <a:moveTo>
                    <a:pt x="1087" y="1"/>
                  </a:moveTo>
                  <a:cubicBezTo>
                    <a:pt x="828" y="1684"/>
                    <a:pt x="1001" y="4780"/>
                    <a:pt x="981" y="4886"/>
                  </a:cubicBezTo>
                  <a:cubicBezTo>
                    <a:pt x="847" y="5713"/>
                    <a:pt x="1385" y="7934"/>
                    <a:pt x="1385" y="9127"/>
                  </a:cubicBezTo>
                  <a:cubicBezTo>
                    <a:pt x="1385" y="10319"/>
                    <a:pt x="828" y="11031"/>
                    <a:pt x="1" y="11309"/>
                  </a:cubicBezTo>
                  <a:cubicBezTo>
                    <a:pt x="168" y="11389"/>
                    <a:pt x="351" y="11436"/>
                    <a:pt x="543" y="11436"/>
                  </a:cubicBezTo>
                  <a:cubicBezTo>
                    <a:pt x="561" y="11436"/>
                    <a:pt x="579" y="11435"/>
                    <a:pt x="597" y="11434"/>
                  </a:cubicBezTo>
                  <a:cubicBezTo>
                    <a:pt x="1856" y="11434"/>
                    <a:pt x="1856" y="10175"/>
                    <a:pt x="1856" y="8617"/>
                  </a:cubicBezTo>
                  <a:cubicBezTo>
                    <a:pt x="1866" y="7425"/>
                    <a:pt x="1539" y="5723"/>
                    <a:pt x="1674" y="4886"/>
                  </a:cubicBezTo>
                  <a:cubicBezTo>
                    <a:pt x="1693" y="4780"/>
                    <a:pt x="2270" y="1674"/>
                    <a:pt x="2530" y="1"/>
                  </a:cubicBezTo>
                  <a:close/>
                </a:path>
              </a:pathLst>
            </a:custGeom>
            <a:solidFill>
              <a:srgbClr val="D3DCE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457" name="Google Shape;17457;p45"/>
            <p:cNvSpPr/>
            <p:nvPr/>
          </p:nvSpPr>
          <p:spPr>
            <a:xfrm>
              <a:off x="4889183" y="2583293"/>
              <a:ext cx="66115" cy="82448"/>
            </a:xfrm>
            <a:custGeom>
              <a:rect b="b" l="l" r="r" t="t"/>
              <a:pathLst>
                <a:path extrusionOk="0" h="3155" w="2530">
                  <a:moveTo>
                    <a:pt x="135" y="433"/>
                  </a:moveTo>
                  <a:lnTo>
                    <a:pt x="135" y="433"/>
                  </a:lnTo>
                  <a:cubicBezTo>
                    <a:pt x="520" y="510"/>
                    <a:pt x="914" y="549"/>
                    <a:pt x="1308" y="549"/>
                  </a:cubicBezTo>
                  <a:cubicBezTo>
                    <a:pt x="1664" y="549"/>
                    <a:pt x="2020" y="510"/>
                    <a:pt x="2366" y="433"/>
                  </a:cubicBezTo>
                  <a:lnTo>
                    <a:pt x="2366" y="433"/>
                  </a:lnTo>
                  <a:lnTo>
                    <a:pt x="2356" y="453"/>
                  </a:lnTo>
                  <a:cubicBezTo>
                    <a:pt x="2049" y="982"/>
                    <a:pt x="1664" y="1462"/>
                    <a:pt x="1222" y="1885"/>
                  </a:cubicBezTo>
                  <a:cubicBezTo>
                    <a:pt x="1058" y="1741"/>
                    <a:pt x="904" y="1578"/>
                    <a:pt x="770" y="1405"/>
                  </a:cubicBezTo>
                  <a:cubicBezTo>
                    <a:pt x="520" y="1107"/>
                    <a:pt x="308" y="780"/>
                    <a:pt x="135" y="433"/>
                  </a:cubicBezTo>
                  <a:close/>
                  <a:moveTo>
                    <a:pt x="125" y="1"/>
                  </a:moveTo>
                  <a:cubicBezTo>
                    <a:pt x="106" y="106"/>
                    <a:pt x="87" y="212"/>
                    <a:pt x="68" y="328"/>
                  </a:cubicBezTo>
                  <a:cubicBezTo>
                    <a:pt x="39" y="578"/>
                    <a:pt x="20" y="837"/>
                    <a:pt x="10" y="1087"/>
                  </a:cubicBezTo>
                  <a:cubicBezTo>
                    <a:pt x="260" y="1491"/>
                    <a:pt x="558" y="1847"/>
                    <a:pt x="895" y="2174"/>
                  </a:cubicBezTo>
                  <a:cubicBezTo>
                    <a:pt x="625" y="2395"/>
                    <a:pt x="327" y="2568"/>
                    <a:pt x="0" y="2703"/>
                  </a:cubicBezTo>
                  <a:cubicBezTo>
                    <a:pt x="10" y="2857"/>
                    <a:pt x="10" y="3001"/>
                    <a:pt x="10" y="3155"/>
                  </a:cubicBezTo>
                  <a:cubicBezTo>
                    <a:pt x="452" y="2991"/>
                    <a:pt x="866" y="2751"/>
                    <a:pt x="1231" y="2453"/>
                  </a:cubicBezTo>
                  <a:cubicBezTo>
                    <a:pt x="1616" y="2751"/>
                    <a:pt x="2058" y="2962"/>
                    <a:pt x="2529" y="3078"/>
                  </a:cubicBezTo>
                  <a:lnTo>
                    <a:pt x="2529" y="2635"/>
                  </a:lnTo>
                  <a:cubicBezTo>
                    <a:pt x="2183" y="2539"/>
                    <a:pt x="1847" y="2376"/>
                    <a:pt x="1558" y="2155"/>
                  </a:cubicBezTo>
                  <a:cubicBezTo>
                    <a:pt x="1693" y="2030"/>
                    <a:pt x="1818" y="1895"/>
                    <a:pt x="1943" y="1751"/>
                  </a:cubicBezTo>
                  <a:cubicBezTo>
                    <a:pt x="2126" y="1549"/>
                    <a:pt x="2289" y="1328"/>
                    <a:pt x="2443" y="1107"/>
                  </a:cubicBezTo>
                  <a:cubicBezTo>
                    <a:pt x="2404" y="731"/>
                    <a:pt x="2366" y="347"/>
                    <a:pt x="2337" y="1"/>
                  </a:cubicBezTo>
                  <a:cubicBezTo>
                    <a:pt x="1998" y="86"/>
                    <a:pt x="1645" y="116"/>
                    <a:pt x="1318" y="116"/>
                  </a:cubicBezTo>
                  <a:cubicBezTo>
                    <a:pt x="801" y="116"/>
                    <a:pt x="349" y="42"/>
                    <a:pt x="125" y="1"/>
                  </a:cubicBezTo>
                  <a:close/>
                </a:path>
              </a:pathLst>
            </a:custGeom>
            <a:solidFill>
              <a:srgbClr val="98A6B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458" name="Google Shape;17458;p45"/>
            <p:cNvSpPr/>
            <p:nvPr/>
          </p:nvSpPr>
          <p:spPr>
            <a:xfrm>
              <a:off x="5000246" y="2503641"/>
              <a:ext cx="38728" cy="71891"/>
            </a:xfrm>
            <a:custGeom>
              <a:rect b="b" l="l" r="r" t="t"/>
              <a:pathLst>
                <a:path extrusionOk="0" h="2751" w="1482">
                  <a:moveTo>
                    <a:pt x="1193" y="0"/>
                  </a:moveTo>
                  <a:cubicBezTo>
                    <a:pt x="1184" y="10"/>
                    <a:pt x="1174" y="29"/>
                    <a:pt x="1174" y="39"/>
                  </a:cubicBezTo>
                  <a:cubicBezTo>
                    <a:pt x="1174" y="39"/>
                    <a:pt x="1010" y="520"/>
                    <a:pt x="770" y="1068"/>
                  </a:cubicBezTo>
                  <a:cubicBezTo>
                    <a:pt x="491" y="1674"/>
                    <a:pt x="232" y="2135"/>
                    <a:pt x="1" y="2404"/>
                  </a:cubicBezTo>
                  <a:lnTo>
                    <a:pt x="260" y="2751"/>
                  </a:lnTo>
                  <a:cubicBezTo>
                    <a:pt x="799" y="2183"/>
                    <a:pt x="1289" y="972"/>
                    <a:pt x="1482" y="433"/>
                  </a:cubicBezTo>
                  <a:cubicBezTo>
                    <a:pt x="1366" y="298"/>
                    <a:pt x="1270" y="154"/>
                    <a:pt x="1193" y="0"/>
                  </a:cubicBezTo>
                  <a:close/>
                </a:path>
              </a:pathLst>
            </a:custGeom>
            <a:solidFill>
              <a:srgbClr val="98A6B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459" name="Google Shape;17459;p45"/>
            <p:cNvSpPr/>
            <p:nvPr/>
          </p:nvSpPr>
          <p:spPr>
            <a:xfrm>
              <a:off x="5019087" y="2553528"/>
              <a:ext cx="51690" cy="47143"/>
            </a:xfrm>
            <a:custGeom>
              <a:rect b="b" l="l" r="r" t="t"/>
              <a:pathLst>
                <a:path extrusionOk="0" h="1804" w="1978">
                  <a:moveTo>
                    <a:pt x="1705" y="0"/>
                  </a:moveTo>
                  <a:cubicBezTo>
                    <a:pt x="1633" y="0"/>
                    <a:pt x="1561" y="36"/>
                    <a:pt x="1520" y="120"/>
                  </a:cubicBezTo>
                  <a:cubicBezTo>
                    <a:pt x="1520" y="130"/>
                    <a:pt x="1039" y="1178"/>
                    <a:pt x="1" y="1447"/>
                  </a:cubicBezTo>
                  <a:lnTo>
                    <a:pt x="39" y="1505"/>
                  </a:lnTo>
                  <a:cubicBezTo>
                    <a:pt x="126" y="1611"/>
                    <a:pt x="222" y="1717"/>
                    <a:pt x="328" y="1803"/>
                  </a:cubicBezTo>
                  <a:cubicBezTo>
                    <a:pt x="1414" y="1399"/>
                    <a:pt x="1886" y="342"/>
                    <a:pt x="1915" y="293"/>
                  </a:cubicBezTo>
                  <a:cubicBezTo>
                    <a:pt x="1977" y="125"/>
                    <a:pt x="1840" y="0"/>
                    <a:pt x="1705" y="0"/>
                  </a:cubicBezTo>
                  <a:close/>
                </a:path>
              </a:pathLst>
            </a:custGeom>
            <a:solidFill>
              <a:srgbClr val="98A6B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460" name="Google Shape;17460;p45"/>
            <p:cNvSpPr/>
            <p:nvPr/>
          </p:nvSpPr>
          <p:spPr>
            <a:xfrm>
              <a:off x="5056039" y="2522222"/>
              <a:ext cx="111089" cy="160506"/>
            </a:xfrm>
            <a:custGeom>
              <a:rect b="b" l="l" r="r" t="t"/>
              <a:pathLst>
                <a:path extrusionOk="0" h="6142" w="4251">
                  <a:moveTo>
                    <a:pt x="1347" y="1"/>
                  </a:moveTo>
                  <a:lnTo>
                    <a:pt x="183" y="20"/>
                  </a:lnTo>
                  <a:cubicBezTo>
                    <a:pt x="97" y="20"/>
                    <a:pt x="29" y="88"/>
                    <a:pt x="29" y="164"/>
                  </a:cubicBezTo>
                  <a:cubicBezTo>
                    <a:pt x="0" y="1491"/>
                    <a:pt x="174" y="2809"/>
                    <a:pt x="539" y="4088"/>
                  </a:cubicBezTo>
                  <a:cubicBezTo>
                    <a:pt x="568" y="4165"/>
                    <a:pt x="616" y="4232"/>
                    <a:pt x="683" y="4280"/>
                  </a:cubicBezTo>
                  <a:lnTo>
                    <a:pt x="3068" y="6011"/>
                  </a:lnTo>
                  <a:cubicBezTo>
                    <a:pt x="3191" y="6098"/>
                    <a:pt x="3335" y="6141"/>
                    <a:pt x="3478" y="6141"/>
                  </a:cubicBezTo>
                  <a:cubicBezTo>
                    <a:pt x="3604" y="6141"/>
                    <a:pt x="3729" y="6107"/>
                    <a:pt x="3837" y="6040"/>
                  </a:cubicBezTo>
                  <a:cubicBezTo>
                    <a:pt x="4174" y="5819"/>
                    <a:pt x="4251" y="5357"/>
                    <a:pt x="4001" y="5049"/>
                  </a:cubicBezTo>
                  <a:cubicBezTo>
                    <a:pt x="3568" y="4511"/>
                    <a:pt x="2818" y="3722"/>
                    <a:pt x="2222" y="2818"/>
                  </a:cubicBezTo>
                  <a:cubicBezTo>
                    <a:pt x="1674" y="1982"/>
                    <a:pt x="1606" y="943"/>
                    <a:pt x="1674" y="366"/>
                  </a:cubicBezTo>
                  <a:cubicBezTo>
                    <a:pt x="1693" y="174"/>
                    <a:pt x="1539" y="1"/>
                    <a:pt x="1347" y="1"/>
                  </a:cubicBezTo>
                  <a:close/>
                </a:path>
              </a:pathLst>
            </a:custGeom>
            <a:solidFill>
              <a:srgbClr val="BFC8D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461" name="Google Shape;17461;p45"/>
            <p:cNvSpPr/>
            <p:nvPr/>
          </p:nvSpPr>
          <p:spPr>
            <a:xfrm>
              <a:off x="5056535" y="2522483"/>
              <a:ext cx="109103" cy="149791"/>
            </a:xfrm>
            <a:custGeom>
              <a:rect b="b" l="l" r="r" t="t"/>
              <a:pathLst>
                <a:path extrusionOk="0" h="5732" w="4175">
                  <a:moveTo>
                    <a:pt x="1328" y="1"/>
                  </a:moveTo>
                  <a:lnTo>
                    <a:pt x="164" y="10"/>
                  </a:lnTo>
                  <a:cubicBezTo>
                    <a:pt x="78" y="10"/>
                    <a:pt x="10" y="78"/>
                    <a:pt x="10" y="164"/>
                  </a:cubicBezTo>
                  <a:cubicBezTo>
                    <a:pt x="1" y="328"/>
                    <a:pt x="1" y="491"/>
                    <a:pt x="10" y="654"/>
                  </a:cubicBezTo>
                  <a:cubicBezTo>
                    <a:pt x="10" y="654"/>
                    <a:pt x="170" y="611"/>
                    <a:pt x="367" y="611"/>
                  </a:cubicBezTo>
                  <a:cubicBezTo>
                    <a:pt x="660" y="611"/>
                    <a:pt x="1038" y="707"/>
                    <a:pt x="1107" y="1183"/>
                  </a:cubicBezTo>
                  <a:cubicBezTo>
                    <a:pt x="1222" y="1982"/>
                    <a:pt x="1530" y="4001"/>
                    <a:pt x="4078" y="5732"/>
                  </a:cubicBezTo>
                  <a:cubicBezTo>
                    <a:pt x="4174" y="5501"/>
                    <a:pt x="4136" y="5241"/>
                    <a:pt x="3982" y="5049"/>
                  </a:cubicBezTo>
                  <a:cubicBezTo>
                    <a:pt x="3549" y="4511"/>
                    <a:pt x="2799" y="3722"/>
                    <a:pt x="2203" y="2818"/>
                  </a:cubicBezTo>
                  <a:cubicBezTo>
                    <a:pt x="1655" y="1972"/>
                    <a:pt x="1587" y="933"/>
                    <a:pt x="1655" y="356"/>
                  </a:cubicBezTo>
                  <a:cubicBezTo>
                    <a:pt x="1674" y="164"/>
                    <a:pt x="1520" y="1"/>
                    <a:pt x="1328" y="1"/>
                  </a:cubicBezTo>
                  <a:close/>
                </a:path>
              </a:pathLst>
            </a:custGeom>
            <a:solidFill>
              <a:srgbClr val="ACB8C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7462" name="Google Shape;17462;p45"/>
          <p:cNvGrpSpPr/>
          <p:nvPr/>
        </p:nvGrpSpPr>
        <p:grpSpPr>
          <a:xfrm>
            <a:off x="6625609" y="2262129"/>
            <a:ext cx="364130" cy="316726"/>
            <a:chOff x="6625609" y="2446777"/>
            <a:chExt cx="364130" cy="316726"/>
          </a:xfrm>
        </p:grpSpPr>
        <p:sp>
          <p:nvSpPr>
            <p:cNvPr id="17463" name="Google Shape;17463;p45"/>
            <p:cNvSpPr/>
            <p:nvPr/>
          </p:nvSpPr>
          <p:spPr>
            <a:xfrm>
              <a:off x="6657255" y="2495096"/>
              <a:ext cx="265140" cy="240497"/>
            </a:xfrm>
            <a:custGeom>
              <a:rect b="b" l="l" r="r" t="t"/>
              <a:pathLst>
                <a:path extrusionOk="0" h="9203" w="10146">
                  <a:moveTo>
                    <a:pt x="1232" y="0"/>
                  </a:moveTo>
                  <a:lnTo>
                    <a:pt x="1" y="808"/>
                  </a:lnTo>
                  <a:lnTo>
                    <a:pt x="1376" y="9203"/>
                  </a:lnTo>
                  <a:lnTo>
                    <a:pt x="10146" y="9203"/>
                  </a:lnTo>
                  <a:lnTo>
                    <a:pt x="1232" y="0"/>
                  </a:lnTo>
                  <a:close/>
                </a:path>
              </a:pathLst>
            </a:custGeom>
            <a:solidFill>
              <a:srgbClr val="E8EDF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464" name="Google Shape;17464;p45"/>
            <p:cNvSpPr/>
            <p:nvPr/>
          </p:nvSpPr>
          <p:spPr>
            <a:xfrm>
              <a:off x="6693187" y="2495096"/>
              <a:ext cx="264905" cy="240497"/>
            </a:xfrm>
            <a:custGeom>
              <a:rect b="b" l="l" r="r" t="t"/>
              <a:pathLst>
                <a:path extrusionOk="0" h="9203" w="10137">
                  <a:moveTo>
                    <a:pt x="8905" y="0"/>
                  </a:moveTo>
                  <a:lnTo>
                    <a:pt x="1" y="9203"/>
                  </a:lnTo>
                  <a:lnTo>
                    <a:pt x="8771" y="9203"/>
                  </a:lnTo>
                  <a:lnTo>
                    <a:pt x="10136" y="808"/>
                  </a:lnTo>
                  <a:lnTo>
                    <a:pt x="8905" y="0"/>
                  </a:lnTo>
                  <a:close/>
                </a:path>
              </a:pathLst>
            </a:custGeom>
            <a:solidFill>
              <a:srgbClr val="E8EDF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465" name="Google Shape;17465;p45"/>
            <p:cNvSpPr/>
            <p:nvPr/>
          </p:nvSpPr>
          <p:spPr>
            <a:xfrm>
              <a:off x="6693187" y="2617213"/>
              <a:ext cx="229208" cy="118380"/>
            </a:xfrm>
            <a:custGeom>
              <a:rect b="b" l="l" r="r" t="t"/>
              <a:pathLst>
                <a:path extrusionOk="0" h="4530" w="8771">
                  <a:moveTo>
                    <a:pt x="4386" y="1"/>
                  </a:moveTo>
                  <a:lnTo>
                    <a:pt x="1" y="4530"/>
                  </a:lnTo>
                  <a:lnTo>
                    <a:pt x="8771" y="4530"/>
                  </a:lnTo>
                  <a:lnTo>
                    <a:pt x="4386" y="1"/>
                  </a:lnTo>
                  <a:close/>
                </a:path>
              </a:pathLst>
            </a:custGeom>
            <a:solidFill>
              <a:srgbClr val="D7DFE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466" name="Google Shape;17466;p45"/>
            <p:cNvSpPr/>
            <p:nvPr/>
          </p:nvSpPr>
          <p:spPr>
            <a:xfrm>
              <a:off x="6693187" y="2707945"/>
              <a:ext cx="229208" cy="55558"/>
            </a:xfrm>
            <a:custGeom>
              <a:rect b="b" l="l" r="r" t="t"/>
              <a:pathLst>
                <a:path extrusionOk="0" h="2126" w="8771">
                  <a:moveTo>
                    <a:pt x="4386" y="0"/>
                  </a:moveTo>
                  <a:cubicBezTo>
                    <a:pt x="1963" y="0"/>
                    <a:pt x="1" y="481"/>
                    <a:pt x="1" y="1058"/>
                  </a:cubicBezTo>
                  <a:cubicBezTo>
                    <a:pt x="1" y="1645"/>
                    <a:pt x="1963" y="2125"/>
                    <a:pt x="4386" y="2125"/>
                  </a:cubicBezTo>
                  <a:cubicBezTo>
                    <a:pt x="6809" y="2125"/>
                    <a:pt x="8771" y="1645"/>
                    <a:pt x="8771" y="1058"/>
                  </a:cubicBezTo>
                  <a:cubicBezTo>
                    <a:pt x="8771" y="481"/>
                    <a:pt x="6809" y="0"/>
                    <a:pt x="4386" y="0"/>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467" name="Google Shape;17467;p45"/>
            <p:cNvSpPr/>
            <p:nvPr/>
          </p:nvSpPr>
          <p:spPr>
            <a:xfrm>
              <a:off x="6625609" y="2446777"/>
              <a:ext cx="61829" cy="67187"/>
            </a:xfrm>
            <a:custGeom>
              <a:rect b="b" l="l" r="r" t="t"/>
              <a:pathLst>
                <a:path extrusionOk="0" h="2571" w="2366">
                  <a:moveTo>
                    <a:pt x="935" y="1"/>
                  </a:moveTo>
                  <a:cubicBezTo>
                    <a:pt x="846" y="1"/>
                    <a:pt x="755" y="27"/>
                    <a:pt x="673" y="80"/>
                  </a:cubicBezTo>
                  <a:lnTo>
                    <a:pt x="279" y="340"/>
                  </a:lnTo>
                  <a:cubicBezTo>
                    <a:pt x="58" y="474"/>
                    <a:pt x="0" y="772"/>
                    <a:pt x="144" y="984"/>
                  </a:cubicBezTo>
                  <a:lnTo>
                    <a:pt x="1193" y="2571"/>
                  </a:lnTo>
                  <a:lnTo>
                    <a:pt x="2366" y="1801"/>
                  </a:lnTo>
                  <a:lnTo>
                    <a:pt x="1318" y="215"/>
                  </a:lnTo>
                  <a:cubicBezTo>
                    <a:pt x="1233" y="75"/>
                    <a:pt x="1087" y="1"/>
                    <a:pt x="935" y="1"/>
                  </a:cubicBezTo>
                  <a:close/>
                </a:path>
              </a:pathLst>
            </a:custGeom>
            <a:solidFill>
              <a:srgbClr val="41586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468" name="Google Shape;17468;p45"/>
            <p:cNvSpPr/>
            <p:nvPr/>
          </p:nvSpPr>
          <p:spPr>
            <a:xfrm>
              <a:off x="6635409" y="2446777"/>
              <a:ext cx="52030" cy="56629"/>
            </a:xfrm>
            <a:custGeom>
              <a:rect b="b" l="l" r="r" t="t"/>
              <a:pathLst>
                <a:path extrusionOk="0" h="2167" w="1991">
                  <a:moveTo>
                    <a:pt x="561" y="1"/>
                  </a:moveTo>
                  <a:cubicBezTo>
                    <a:pt x="471" y="1"/>
                    <a:pt x="380" y="27"/>
                    <a:pt x="298" y="80"/>
                  </a:cubicBezTo>
                  <a:lnTo>
                    <a:pt x="0" y="272"/>
                  </a:lnTo>
                  <a:cubicBezTo>
                    <a:pt x="135" y="292"/>
                    <a:pt x="241" y="369"/>
                    <a:pt x="318" y="474"/>
                  </a:cubicBezTo>
                  <a:lnTo>
                    <a:pt x="1423" y="2167"/>
                  </a:lnTo>
                  <a:lnTo>
                    <a:pt x="1991" y="1801"/>
                  </a:lnTo>
                  <a:lnTo>
                    <a:pt x="952" y="215"/>
                  </a:lnTo>
                  <a:cubicBezTo>
                    <a:pt x="861" y="75"/>
                    <a:pt x="713" y="1"/>
                    <a:pt x="561" y="1"/>
                  </a:cubicBezTo>
                  <a:close/>
                </a:path>
              </a:pathLst>
            </a:custGeom>
            <a:solidFill>
              <a:srgbClr val="324B6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469" name="Google Shape;17469;p45"/>
            <p:cNvSpPr/>
            <p:nvPr/>
          </p:nvSpPr>
          <p:spPr>
            <a:xfrm>
              <a:off x="6632769" y="2475862"/>
              <a:ext cx="72256" cy="50462"/>
            </a:xfrm>
            <a:custGeom>
              <a:rect b="b" l="l" r="r" t="t"/>
              <a:pathLst>
                <a:path extrusionOk="0" h="1931" w="2765">
                  <a:moveTo>
                    <a:pt x="2551" y="0"/>
                  </a:moveTo>
                  <a:cubicBezTo>
                    <a:pt x="2536" y="0"/>
                    <a:pt x="2520" y="2"/>
                    <a:pt x="2505" y="6"/>
                  </a:cubicBezTo>
                  <a:lnTo>
                    <a:pt x="1784" y="111"/>
                  </a:lnTo>
                  <a:cubicBezTo>
                    <a:pt x="1755" y="121"/>
                    <a:pt x="1726" y="131"/>
                    <a:pt x="1707" y="140"/>
                  </a:cubicBezTo>
                  <a:lnTo>
                    <a:pt x="553" y="900"/>
                  </a:lnTo>
                  <a:cubicBezTo>
                    <a:pt x="524" y="919"/>
                    <a:pt x="505" y="938"/>
                    <a:pt x="496" y="967"/>
                  </a:cubicBezTo>
                  <a:lnTo>
                    <a:pt x="101" y="1583"/>
                  </a:lnTo>
                  <a:cubicBezTo>
                    <a:pt x="0" y="1744"/>
                    <a:pt x="140" y="1901"/>
                    <a:pt x="282" y="1901"/>
                  </a:cubicBezTo>
                  <a:cubicBezTo>
                    <a:pt x="343" y="1901"/>
                    <a:pt x="404" y="1873"/>
                    <a:pt x="447" y="1804"/>
                  </a:cubicBezTo>
                  <a:lnTo>
                    <a:pt x="553" y="1640"/>
                  </a:lnTo>
                  <a:lnTo>
                    <a:pt x="611" y="1871"/>
                  </a:lnTo>
                  <a:cubicBezTo>
                    <a:pt x="618" y="1906"/>
                    <a:pt x="650" y="1931"/>
                    <a:pt x="686" y="1931"/>
                  </a:cubicBezTo>
                  <a:cubicBezTo>
                    <a:pt x="699" y="1931"/>
                    <a:pt x="713" y="1927"/>
                    <a:pt x="726" y="1919"/>
                  </a:cubicBezTo>
                  <a:lnTo>
                    <a:pt x="2573" y="708"/>
                  </a:lnTo>
                  <a:cubicBezTo>
                    <a:pt x="2611" y="679"/>
                    <a:pt x="2611" y="611"/>
                    <a:pt x="2573" y="583"/>
                  </a:cubicBezTo>
                  <a:lnTo>
                    <a:pt x="2380" y="438"/>
                  </a:lnTo>
                  <a:lnTo>
                    <a:pt x="2563" y="410"/>
                  </a:lnTo>
                  <a:cubicBezTo>
                    <a:pt x="2678" y="400"/>
                    <a:pt x="2765" y="294"/>
                    <a:pt x="2746" y="179"/>
                  </a:cubicBezTo>
                  <a:cubicBezTo>
                    <a:pt x="2737" y="79"/>
                    <a:pt x="2649" y="0"/>
                    <a:pt x="2551" y="0"/>
                  </a:cubicBezTo>
                  <a:close/>
                </a:path>
              </a:pathLst>
            </a:custGeom>
            <a:solidFill>
              <a:srgbClr val="CDD8D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470" name="Google Shape;17470;p45"/>
            <p:cNvSpPr/>
            <p:nvPr/>
          </p:nvSpPr>
          <p:spPr>
            <a:xfrm>
              <a:off x="6663057" y="2475941"/>
              <a:ext cx="43667" cy="33998"/>
            </a:xfrm>
            <a:custGeom>
              <a:rect b="b" l="l" r="r" t="t"/>
              <a:pathLst>
                <a:path extrusionOk="0" h="1301" w="1671">
                  <a:moveTo>
                    <a:pt x="1392" y="0"/>
                  </a:moveTo>
                  <a:cubicBezTo>
                    <a:pt x="1380" y="0"/>
                    <a:pt x="1368" y="1"/>
                    <a:pt x="1356" y="3"/>
                  </a:cubicBezTo>
                  <a:lnTo>
                    <a:pt x="635" y="108"/>
                  </a:lnTo>
                  <a:cubicBezTo>
                    <a:pt x="606" y="118"/>
                    <a:pt x="577" y="128"/>
                    <a:pt x="548" y="137"/>
                  </a:cubicBezTo>
                  <a:lnTo>
                    <a:pt x="0" y="503"/>
                  </a:lnTo>
                  <a:lnTo>
                    <a:pt x="529" y="1301"/>
                  </a:lnTo>
                  <a:lnTo>
                    <a:pt x="1423" y="705"/>
                  </a:lnTo>
                  <a:cubicBezTo>
                    <a:pt x="1471" y="676"/>
                    <a:pt x="1471" y="608"/>
                    <a:pt x="1423" y="580"/>
                  </a:cubicBezTo>
                  <a:lnTo>
                    <a:pt x="1231" y="435"/>
                  </a:lnTo>
                  <a:lnTo>
                    <a:pt x="1414" y="407"/>
                  </a:lnTo>
                  <a:cubicBezTo>
                    <a:pt x="1670" y="361"/>
                    <a:pt x="1630" y="0"/>
                    <a:pt x="1392" y="0"/>
                  </a:cubicBezTo>
                  <a:close/>
                </a:path>
              </a:pathLst>
            </a:custGeom>
            <a:solidFill>
              <a:srgbClr val="C0CDD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471" name="Google Shape;17471;p45"/>
            <p:cNvSpPr/>
            <p:nvPr/>
          </p:nvSpPr>
          <p:spPr>
            <a:xfrm>
              <a:off x="6927910" y="2446777"/>
              <a:ext cx="61829" cy="67187"/>
            </a:xfrm>
            <a:custGeom>
              <a:rect b="b" l="l" r="r" t="t"/>
              <a:pathLst>
                <a:path extrusionOk="0" h="2571" w="2366">
                  <a:moveTo>
                    <a:pt x="1435" y="1"/>
                  </a:moveTo>
                  <a:cubicBezTo>
                    <a:pt x="1283" y="1"/>
                    <a:pt x="1133" y="75"/>
                    <a:pt x="1048" y="215"/>
                  </a:cubicBezTo>
                  <a:lnTo>
                    <a:pt x="0" y="1801"/>
                  </a:lnTo>
                  <a:lnTo>
                    <a:pt x="1183" y="2571"/>
                  </a:lnTo>
                  <a:lnTo>
                    <a:pt x="2222" y="984"/>
                  </a:lnTo>
                  <a:cubicBezTo>
                    <a:pt x="2366" y="772"/>
                    <a:pt x="2308" y="474"/>
                    <a:pt x="2087" y="340"/>
                  </a:cubicBezTo>
                  <a:lnTo>
                    <a:pt x="1693" y="80"/>
                  </a:lnTo>
                  <a:cubicBezTo>
                    <a:pt x="1614" y="27"/>
                    <a:pt x="1524" y="1"/>
                    <a:pt x="1435" y="1"/>
                  </a:cubicBezTo>
                  <a:close/>
                </a:path>
              </a:pathLst>
            </a:custGeom>
            <a:solidFill>
              <a:srgbClr val="324B6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472" name="Google Shape;17472;p45"/>
            <p:cNvSpPr/>
            <p:nvPr/>
          </p:nvSpPr>
          <p:spPr>
            <a:xfrm>
              <a:off x="6927910" y="2446777"/>
              <a:ext cx="52030" cy="56629"/>
            </a:xfrm>
            <a:custGeom>
              <a:rect b="b" l="l" r="r" t="t"/>
              <a:pathLst>
                <a:path extrusionOk="0" h="2167" w="1991">
                  <a:moveTo>
                    <a:pt x="1435" y="1"/>
                  </a:moveTo>
                  <a:cubicBezTo>
                    <a:pt x="1283" y="1"/>
                    <a:pt x="1133" y="75"/>
                    <a:pt x="1048" y="215"/>
                  </a:cubicBezTo>
                  <a:lnTo>
                    <a:pt x="0" y="1801"/>
                  </a:lnTo>
                  <a:lnTo>
                    <a:pt x="568" y="2167"/>
                  </a:lnTo>
                  <a:lnTo>
                    <a:pt x="1673" y="474"/>
                  </a:lnTo>
                  <a:cubicBezTo>
                    <a:pt x="1750" y="369"/>
                    <a:pt x="1866" y="292"/>
                    <a:pt x="1991" y="272"/>
                  </a:cubicBezTo>
                  <a:lnTo>
                    <a:pt x="1693" y="80"/>
                  </a:lnTo>
                  <a:cubicBezTo>
                    <a:pt x="1614" y="27"/>
                    <a:pt x="1524" y="1"/>
                    <a:pt x="1435" y="1"/>
                  </a:cubicBezTo>
                  <a:close/>
                </a:path>
              </a:pathLst>
            </a:custGeom>
            <a:solidFill>
              <a:srgbClr val="41586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473" name="Google Shape;17473;p45"/>
            <p:cNvSpPr/>
            <p:nvPr/>
          </p:nvSpPr>
          <p:spPr>
            <a:xfrm>
              <a:off x="6910322" y="2475862"/>
              <a:ext cx="72256" cy="50462"/>
            </a:xfrm>
            <a:custGeom>
              <a:rect b="b" l="l" r="r" t="t"/>
              <a:pathLst>
                <a:path extrusionOk="0" h="1931" w="2765">
                  <a:moveTo>
                    <a:pt x="215" y="0"/>
                  </a:moveTo>
                  <a:cubicBezTo>
                    <a:pt x="118" y="0"/>
                    <a:pt x="36" y="79"/>
                    <a:pt x="19" y="179"/>
                  </a:cubicBezTo>
                  <a:cubicBezTo>
                    <a:pt x="0" y="294"/>
                    <a:pt x="87" y="400"/>
                    <a:pt x="202" y="410"/>
                  </a:cubicBezTo>
                  <a:lnTo>
                    <a:pt x="385" y="438"/>
                  </a:lnTo>
                  <a:lnTo>
                    <a:pt x="202" y="583"/>
                  </a:lnTo>
                  <a:cubicBezTo>
                    <a:pt x="154" y="611"/>
                    <a:pt x="154" y="679"/>
                    <a:pt x="202" y="708"/>
                  </a:cubicBezTo>
                  <a:lnTo>
                    <a:pt x="2039" y="1919"/>
                  </a:lnTo>
                  <a:cubicBezTo>
                    <a:pt x="2052" y="1927"/>
                    <a:pt x="2066" y="1931"/>
                    <a:pt x="2079" y="1931"/>
                  </a:cubicBezTo>
                  <a:cubicBezTo>
                    <a:pt x="2115" y="1931"/>
                    <a:pt x="2147" y="1906"/>
                    <a:pt x="2154" y="1871"/>
                  </a:cubicBezTo>
                  <a:lnTo>
                    <a:pt x="2212" y="1640"/>
                  </a:lnTo>
                  <a:lnTo>
                    <a:pt x="2318" y="1804"/>
                  </a:lnTo>
                  <a:cubicBezTo>
                    <a:pt x="2361" y="1873"/>
                    <a:pt x="2422" y="1901"/>
                    <a:pt x="2483" y="1901"/>
                  </a:cubicBezTo>
                  <a:cubicBezTo>
                    <a:pt x="2625" y="1901"/>
                    <a:pt x="2765" y="1744"/>
                    <a:pt x="2664" y="1583"/>
                  </a:cubicBezTo>
                  <a:lnTo>
                    <a:pt x="2279" y="967"/>
                  </a:lnTo>
                  <a:cubicBezTo>
                    <a:pt x="2260" y="938"/>
                    <a:pt x="2241" y="919"/>
                    <a:pt x="2212" y="900"/>
                  </a:cubicBezTo>
                  <a:lnTo>
                    <a:pt x="1058" y="140"/>
                  </a:lnTo>
                  <a:cubicBezTo>
                    <a:pt x="1039" y="131"/>
                    <a:pt x="1010" y="121"/>
                    <a:pt x="981" y="111"/>
                  </a:cubicBezTo>
                  <a:lnTo>
                    <a:pt x="260" y="6"/>
                  </a:lnTo>
                  <a:cubicBezTo>
                    <a:pt x="245" y="2"/>
                    <a:pt x="230" y="0"/>
                    <a:pt x="215" y="0"/>
                  </a:cubicBezTo>
                  <a:close/>
                </a:path>
              </a:pathLst>
            </a:custGeom>
            <a:solidFill>
              <a:srgbClr val="C0CDD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474" name="Google Shape;17474;p45"/>
            <p:cNvSpPr/>
            <p:nvPr/>
          </p:nvSpPr>
          <p:spPr>
            <a:xfrm>
              <a:off x="6908624" y="2475941"/>
              <a:ext cx="43694" cy="33998"/>
            </a:xfrm>
            <a:custGeom>
              <a:rect b="b" l="l" r="r" t="t"/>
              <a:pathLst>
                <a:path extrusionOk="0" h="1301" w="1672">
                  <a:moveTo>
                    <a:pt x="280" y="0"/>
                  </a:moveTo>
                  <a:cubicBezTo>
                    <a:pt x="50" y="0"/>
                    <a:pt x="1" y="361"/>
                    <a:pt x="258" y="407"/>
                  </a:cubicBezTo>
                  <a:lnTo>
                    <a:pt x="440" y="435"/>
                  </a:lnTo>
                  <a:lnTo>
                    <a:pt x="248" y="580"/>
                  </a:lnTo>
                  <a:cubicBezTo>
                    <a:pt x="200" y="608"/>
                    <a:pt x="200" y="676"/>
                    <a:pt x="248" y="705"/>
                  </a:cubicBezTo>
                  <a:lnTo>
                    <a:pt x="1152" y="1301"/>
                  </a:lnTo>
                  <a:lnTo>
                    <a:pt x="1671" y="503"/>
                  </a:lnTo>
                  <a:lnTo>
                    <a:pt x="1123" y="137"/>
                  </a:lnTo>
                  <a:cubicBezTo>
                    <a:pt x="1094" y="128"/>
                    <a:pt x="1075" y="118"/>
                    <a:pt x="1036" y="108"/>
                  </a:cubicBezTo>
                  <a:lnTo>
                    <a:pt x="315" y="3"/>
                  </a:lnTo>
                  <a:cubicBezTo>
                    <a:pt x="303" y="1"/>
                    <a:pt x="292" y="0"/>
                    <a:pt x="280" y="0"/>
                  </a:cubicBezTo>
                  <a:close/>
                </a:path>
              </a:pathLst>
            </a:custGeom>
            <a:solidFill>
              <a:srgbClr val="CDD8D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7475" name="Google Shape;17475;p45"/>
          <p:cNvGrpSpPr/>
          <p:nvPr/>
        </p:nvGrpSpPr>
        <p:grpSpPr>
          <a:xfrm>
            <a:off x="5757644" y="1827703"/>
            <a:ext cx="360628" cy="298826"/>
            <a:chOff x="5757644" y="2012350"/>
            <a:chExt cx="360628" cy="298826"/>
          </a:xfrm>
        </p:grpSpPr>
        <p:sp>
          <p:nvSpPr>
            <p:cNvPr id="17476" name="Google Shape;17476;p45"/>
            <p:cNvSpPr/>
            <p:nvPr/>
          </p:nvSpPr>
          <p:spPr>
            <a:xfrm>
              <a:off x="5768698" y="2012350"/>
              <a:ext cx="338259" cy="164164"/>
            </a:xfrm>
            <a:custGeom>
              <a:rect b="b" l="l" r="r" t="t"/>
              <a:pathLst>
                <a:path extrusionOk="0" h="6282" w="12944">
                  <a:moveTo>
                    <a:pt x="111" y="0"/>
                  </a:moveTo>
                  <a:cubicBezTo>
                    <a:pt x="50" y="0"/>
                    <a:pt x="1" y="54"/>
                    <a:pt x="1" y="116"/>
                  </a:cubicBezTo>
                  <a:lnTo>
                    <a:pt x="1" y="6165"/>
                  </a:lnTo>
                  <a:cubicBezTo>
                    <a:pt x="1" y="6235"/>
                    <a:pt x="49" y="6282"/>
                    <a:pt x="109" y="6282"/>
                  </a:cubicBezTo>
                  <a:cubicBezTo>
                    <a:pt x="114" y="6282"/>
                    <a:pt x="120" y="6281"/>
                    <a:pt x="126" y="6280"/>
                  </a:cubicBezTo>
                  <a:cubicBezTo>
                    <a:pt x="2231" y="5953"/>
                    <a:pt x="4354" y="5790"/>
                    <a:pt x="6476" y="5790"/>
                  </a:cubicBezTo>
                  <a:cubicBezTo>
                    <a:pt x="8597" y="5790"/>
                    <a:pt x="10718" y="5953"/>
                    <a:pt x="12819" y="6280"/>
                  </a:cubicBezTo>
                  <a:cubicBezTo>
                    <a:pt x="12824" y="6281"/>
                    <a:pt x="12830" y="6282"/>
                    <a:pt x="12836" y="6282"/>
                  </a:cubicBezTo>
                  <a:cubicBezTo>
                    <a:pt x="12895" y="6282"/>
                    <a:pt x="12944" y="6235"/>
                    <a:pt x="12944" y="6165"/>
                  </a:cubicBezTo>
                  <a:lnTo>
                    <a:pt x="12944" y="116"/>
                  </a:lnTo>
                  <a:cubicBezTo>
                    <a:pt x="12944" y="54"/>
                    <a:pt x="12894" y="0"/>
                    <a:pt x="12833" y="0"/>
                  </a:cubicBezTo>
                  <a:cubicBezTo>
                    <a:pt x="12829" y="0"/>
                    <a:pt x="12824" y="0"/>
                    <a:pt x="12819" y="1"/>
                  </a:cubicBezTo>
                  <a:cubicBezTo>
                    <a:pt x="10722" y="328"/>
                    <a:pt x="8597" y="491"/>
                    <a:pt x="6472" y="501"/>
                  </a:cubicBezTo>
                  <a:cubicBezTo>
                    <a:pt x="4347" y="491"/>
                    <a:pt x="2231" y="328"/>
                    <a:pt x="126" y="1"/>
                  </a:cubicBezTo>
                  <a:cubicBezTo>
                    <a:pt x="121" y="0"/>
                    <a:pt x="116" y="0"/>
                    <a:pt x="111" y="0"/>
                  </a:cubicBezTo>
                  <a:close/>
                </a:path>
              </a:pathLst>
            </a:custGeom>
            <a:solidFill>
              <a:srgbClr val="DEE5E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477" name="Google Shape;17477;p45"/>
            <p:cNvSpPr/>
            <p:nvPr/>
          </p:nvSpPr>
          <p:spPr>
            <a:xfrm>
              <a:off x="5790571" y="2037934"/>
              <a:ext cx="294775" cy="113180"/>
            </a:xfrm>
            <a:custGeom>
              <a:rect b="b" l="l" r="r" t="t"/>
              <a:pathLst>
                <a:path extrusionOk="0" h="4331" w="11280">
                  <a:moveTo>
                    <a:pt x="182" y="0"/>
                  </a:moveTo>
                  <a:cubicBezTo>
                    <a:pt x="80" y="0"/>
                    <a:pt x="0" y="90"/>
                    <a:pt x="0" y="195"/>
                  </a:cubicBezTo>
                  <a:lnTo>
                    <a:pt x="0" y="4138"/>
                  </a:lnTo>
                  <a:cubicBezTo>
                    <a:pt x="0" y="4247"/>
                    <a:pt x="87" y="4331"/>
                    <a:pt x="194" y="4331"/>
                  </a:cubicBezTo>
                  <a:cubicBezTo>
                    <a:pt x="200" y="4331"/>
                    <a:pt x="206" y="4331"/>
                    <a:pt x="212" y="4330"/>
                  </a:cubicBezTo>
                  <a:cubicBezTo>
                    <a:pt x="2015" y="4095"/>
                    <a:pt x="3827" y="3977"/>
                    <a:pt x="5639" y="3977"/>
                  </a:cubicBezTo>
                  <a:cubicBezTo>
                    <a:pt x="7450" y="3977"/>
                    <a:pt x="9260" y="4095"/>
                    <a:pt x="11059" y="4330"/>
                  </a:cubicBezTo>
                  <a:cubicBezTo>
                    <a:pt x="11064" y="4331"/>
                    <a:pt x="11070" y="4331"/>
                    <a:pt x="11076" y="4331"/>
                  </a:cubicBezTo>
                  <a:cubicBezTo>
                    <a:pt x="11184" y="4331"/>
                    <a:pt x="11280" y="4247"/>
                    <a:pt x="11280" y="4138"/>
                  </a:cubicBezTo>
                  <a:lnTo>
                    <a:pt x="11280" y="195"/>
                  </a:lnTo>
                  <a:cubicBezTo>
                    <a:pt x="11280" y="90"/>
                    <a:pt x="11191" y="0"/>
                    <a:pt x="11088" y="0"/>
                  </a:cubicBezTo>
                  <a:cubicBezTo>
                    <a:pt x="11078" y="0"/>
                    <a:pt x="11069" y="1"/>
                    <a:pt x="11059" y="3"/>
                  </a:cubicBezTo>
                  <a:cubicBezTo>
                    <a:pt x="9260" y="234"/>
                    <a:pt x="7453" y="349"/>
                    <a:pt x="5635" y="349"/>
                  </a:cubicBezTo>
                  <a:cubicBezTo>
                    <a:pt x="3827" y="349"/>
                    <a:pt x="2010" y="234"/>
                    <a:pt x="212" y="3"/>
                  </a:cubicBezTo>
                  <a:cubicBezTo>
                    <a:pt x="202" y="1"/>
                    <a:pt x="192" y="0"/>
                    <a:pt x="182" y="0"/>
                  </a:cubicBezTo>
                  <a:close/>
                </a:path>
              </a:pathLst>
            </a:custGeom>
            <a:solidFill>
              <a:srgbClr val="F4F6F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478" name="Google Shape;17478;p45"/>
            <p:cNvSpPr/>
            <p:nvPr/>
          </p:nvSpPr>
          <p:spPr>
            <a:xfrm>
              <a:off x="5871738" y="2201837"/>
              <a:ext cx="66115" cy="55819"/>
            </a:xfrm>
            <a:custGeom>
              <a:rect b="b" l="l" r="r" t="t"/>
              <a:pathLst>
                <a:path extrusionOk="0" h="2136" w="2530">
                  <a:moveTo>
                    <a:pt x="692" y="1"/>
                  </a:moveTo>
                  <a:cubicBezTo>
                    <a:pt x="308" y="1"/>
                    <a:pt x="0" y="308"/>
                    <a:pt x="0" y="693"/>
                  </a:cubicBezTo>
                  <a:lnTo>
                    <a:pt x="0" y="2135"/>
                  </a:lnTo>
                  <a:lnTo>
                    <a:pt x="2529" y="2135"/>
                  </a:lnTo>
                  <a:lnTo>
                    <a:pt x="2529" y="693"/>
                  </a:lnTo>
                  <a:cubicBezTo>
                    <a:pt x="2529" y="308"/>
                    <a:pt x="2221" y="1"/>
                    <a:pt x="1837" y="1"/>
                  </a:cubicBezTo>
                  <a:close/>
                </a:path>
              </a:pathLst>
            </a:custGeom>
            <a:solidFill>
              <a:srgbClr val="7084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479" name="Google Shape;17479;p45"/>
            <p:cNvSpPr/>
            <p:nvPr/>
          </p:nvSpPr>
          <p:spPr>
            <a:xfrm>
              <a:off x="5805649" y="2201837"/>
              <a:ext cx="66115" cy="55819"/>
            </a:xfrm>
            <a:custGeom>
              <a:rect b="b" l="l" r="r" t="t"/>
              <a:pathLst>
                <a:path extrusionOk="0" h="2136" w="2530">
                  <a:moveTo>
                    <a:pt x="692" y="1"/>
                  </a:moveTo>
                  <a:cubicBezTo>
                    <a:pt x="308" y="1"/>
                    <a:pt x="0" y="308"/>
                    <a:pt x="0" y="693"/>
                  </a:cubicBezTo>
                  <a:lnTo>
                    <a:pt x="0" y="2135"/>
                  </a:lnTo>
                  <a:lnTo>
                    <a:pt x="2529" y="2135"/>
                  </a:lnTo>
                  <a:lnTo>
                    <a:pt x="2529" y="693"/>
                  </a:lnTo>
                  <a:cubicBezTo>
                    <a:pt x="2529" y="308"/>
                    <a:pt x="2221" y="1"/>
                    <a:pt x="1837" y="1"/>
                  </a:cubicBezTo>
                  <a:close/>
                </a:path>
              </a:pathLst>
            </a:custGeom>
            <a:solidFill>
              <a:srgbClr val="7084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480" name="Google Shape;17480;p45"/>
            <p:cNvSpPr/>
            <p:nvPr/>
          </p:nvSpPr>
          <p:spPr>
            <a:xfrm>
              <a:off x="5937828" y="2201837"/>
              <a:ext cx="66350" cy="55819"/>
            </a:xfrm>
            <a:custGeom>
              <a:rect b="b" l="l" r="r" t="t"/>
              <a:pathLst>
                <a:path extrusionOk="0" h="2136" w="2539">
                  <a:moveTo>
                    <a:pt x="702" y="1"/>
                  </a:moveTo>
                  <a:cubicBezTo>
                    <a:pt x="317" y="1"/>
                    <a:pt x="0" y="308"/>
                    <a:pt x="10" y="693"/>
                  </a:cubicBezTo>
                  <a:lnTo>
                    <a:pt x="10" y="2135"/>
                  </a:lnTo>
                  <a:lnTo>
                    <a:pt x="2539" y="2135"/>
                  </a:lnTo>
                  <a:lnTo>
                    <a:pt x="2539" y="693"/>
                  </a:lnTo>
                  <a:cubicBezTo>
                    <a:pt x="2539" y="308"/>
                    <a:pt x="2231" y="1"/>
                    <a:pt x="1846" y="1"/>
                  </a:cubicBezTo>
                  <a:close/>
                </a:path>
              </a:pathLst>
            </a:custGeom>
            <a:solidFill>
              <a:srgbClr val="7084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481" name="Google Shape;17481;p45"/>
            <p:cNvSpPr/>
            <p:nvPr/>
          </p:nvSpPr>
          <p:spPr>
            <a:xfrm>
              <a:off x="6004152" y="2201837"/>
              <a:ext cx="66115" cy="55819"/>
            </a:xfrm>
            <a:custGeom>
              <a:rect b="b" l="l" r="r" t="t"/>
              <a:pathLst>
                <a:path extrusionOk="0" h="2136" w="2530">
                  <a:moveTo>
                    <a:pt x="693" y="1"/>
                  </a:moveTo>
                  <a:cubicBezTo>
                    <a:pt x="308" y="1"/>
                    <a:pt x="1" y="308"/>
                    <a:pt x="1" y="693"/>
                  </a:cubicBezTo>
                  <a:lnTo>
                    <a:pt x="1" y="2135"/>
                  </a:lnTo>
                  <a:lnTo>
                    <a:pt x="2530" y="2135"/>
                  </a:lnTo>
                  <a:lnTo>
                    <a:pt x="2530" y="693"/>
                  </a:lnTo>
                  <a:cubicBezTo>
                    <a:pt x="2530" y="308"/>
                    <a:pt x="2222" y="1"/>
                    <a:pt x="1837" y="1"/>
                  </a:cubicBezTo>
                  <a:close/>
                </a:path>
              </a:pathLst>
            </a:custGeom>
            <a:solidFill>
              <a:srgbClr val="7084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482" name="Google Shape;17482;p45"/>
            <p:cNvSpPr/>
            <p:nvPr/>
          </p:nvSpPr>
          <p:spPr>
            <a:xfrm>
              <a:off x="6020485" y="2201837"/>
              <a:ext cx="49782" cy="55558"/>
            </a:xfrm>
            <a:custGeom>
              <a:rect b="b" l="l" r="r" t="t"/>
              <a:pathLst>
                <a:path extrusionOk="0" h="2126" w="1905">
                  <a:moveTo>
                    <a:pt x="1" y="1"/>
                  </a:moveTo>
                  <a:cubicBezTo>
                    <a:pt x="357" y="39"/>
                    <a:pt x="635" y="337"/>
                    <a:pt x="635" y="693"/>
                  </a:cubicBezTo>
                  <a:lnTo>
                    <a:pt x="635" y="2126"/>
                  </a:lnTo>
                  <a:lnTo>
                    <a:pt x="1905" y="2126"/>
                  </a:lnTo>
                  <a:lnTo>
                    <a:pt x="1905" y="693"/>
                  </a:lnTo>
                  <a:cubicBezTo>
                    <a:pt x="1905" y="308"/>
                    <a:pt x="1597" y="1"/>
                    <a:pt x="1212" y="1"/>
                  </a:cubicBezTo>
                  <a:close/>
                </a:path>
              </a:pathLst>
            </a:custGeom>
            <a:solidFill>
              <a:srgbClr val="4C657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483" name="Google Shape;17483;p45"/>
            <p:cNvSpPr/>
            <p:nvPr/>
          </p:nvSpPr>
          <p:spPr>
            <a:xfrm>
              <a:off x="5954396" y="2201837"/>
              <a:ext cx="49782" cy="55558"/>
            </a:xfrm>
            <a:custGeom>
              <a:rect b="b" l="l" r="r" t="t"/>
              <a:pathLst>
                <a:path extrusionOk="0" h="2126" w="1905">
                  <a:moveTo>
                    <a:pt x="1" y="1"/>
                  </a:moveTo>
                  <a:cubicBezTo>
                    <a:pt x="357" y="39"/>
                    <a:pt x="626" y="337"/>
                    <a:pt x="635" y="693"/>
                  </a:cubicBezTo>
                  <a:lnTo>
                    <a:pt x="635" y="2126"/>
                  </a:lnTo>
                  <a:lnTo>
                    <a:pt x="1905" y="2126"/>
                  </a:lnTo>
                  <a:lnTo>
                    <a:pt x="1905" y="693"/>
                  </a:lnTo>
                  <a:cubicBezTo>
                    <a:pt x="1905" y="308"/>
                    <a:pt x="1597" y="1"/>
                    <a:pt x="1212" y="1"/>
                  </a:cubicBezTo>
                  <a:close/>
                </a:path>
              </a:pathLst>
            </a:custGeom>
            <a:solidFill>
              <a:srgbClr val="4C657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484" name="Google Shape;17484;p45"/>
            <p:cNvSpPr/>
            <p:nvPr/>
          </p:nvSpPr>
          <p:spPr>
            <a:xfrm>
              <a:off x="5888071" y="2201837"/>
              <a:ext cx="49782" cy="55558"/>
            </a:xfrm>
            <a:custGeom>
              <a:rect b="b" l="l" r="r" t="t"/>
              <a:pathLst>
                <a:path extrusionOk="0" h="2126" w="1905">
                  <a:moveTo>
                    <a:pt x="0" y="1"/>
                  </a:moveTo>
                  <a:cubicBezTo>
                    <a:pt x="356" y="39"/>
                    <a:pt x="625" y="337"/>
                    <a:pt x="625" y="693"/>
                  </a:cubicBezTo>
                  <a:lnTo>
                    <a:pt x="625" y="2126"/>
                  </a:lnTo>
                  <a:lnTo>
                    <a:pt x="1904" y="2126"/>
                  </a:lnTo>
                  <a:lnTo>
                    <a:pt x="1904" y="693"/>
                  </a:lnTo>
                  <a:cubicBezTo>
                    <a:pt x="1904" y="308"/>
                    <a:pt x="1587" y="1"/>
                    <a:pt x="1212" y="1"/>
                  </a:cubicBezTo>
                  <a:close/>
                </a:path>
              </a:pathLst>
            </a:custGeom>
            <a:solidFill>
              <a:srgbClr val="4C657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485" name="Google Shape;17485;p45"/>
            <p:cNvSpPr/>
            <p:nvPr/>
          </p:nvSpPr>
          <p:spPr>
            <a:xfrm>
              <a:off x="5822217" y="2201837"/>
              <a:ext cx="49782" cy="55558"/>
            </a:xfrm>
            <a:custGeom>
              <a:rect b="b" l="l" r="r" t="t"/>
              <a:pathLst>
                <a:path extrusionOk="0" h="2126" w="1905">
                  <a:moveTo>
                    <a:pt x="1" y="1"/>
                  </a:moveTo>
                  <a:cubicBezTo>
                    <a:pt x="357" y="39"/>
                    <a:pt x="626" y="337"/>
                    <a:pt x="635" y="693"/>
                  </a:cubicBezTo>
                  <a:lnTo>
                    <a:pt x="635" y="2126"/>
                  </a:lnTo>
                  <a:lnTo>
                    <a:pt x="1905" y="2126"/>
                  </a:lnTo>
                  <a:lnTo>
                    <a:pt x="1905" y="693"/>
                  </a:lnTo>
                  <a:cubicBezTo>
                    <a:pt x="1905" y="308"/>
                    <a:pt x="1597" y="1"/>
                    <a:pt x="1212" y="1"/>
                  </a:cubicBezTo>
                  <a:close/>
                </a:path>
              </a:pathLst>
            </a:custGeom>
            <a:solidFill>
              <a:srgbClr val="4C657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486" name="Google Shape;17486;p45"/>
            <p:cNvSpPr/>
            <p:nvPr/>
          </p:nvSpPr>
          <p:spPr>
            <a:xfrm>
              <a:off x="5772461" y="2240539"/>
              <a:ext cx="66115" cy="55819"/>
            </a:xfrm>
            <a:custGeom>
              <a:rect b="b" l="l" r="r" t="t"/>
              <a:pathLst>
                <a:path extrusionOk="0" h="2136" w="2530">
                  <a:moveTo>
                    <a:pt x="693" y="0"/>
                  </a:moveTo>
                  <a:cubicBezTo>
                    <a:pt x="309" y="0"/>
                    <a:pt x="1" y="318"/>
                    <a:pt x="1" y="702"/>
                  </a:cubicBezTo>
                  <a:lnTo>
                    <a:pt x="1" y="2135"/>
                  </a:lnTo>
                  <a:lnTo>
                    <a:pt x="2530" y="2135"/>
                  </a:lnTo>
                  <a:lnTo>
                    <a:pt x="2530" y="702"/>
                  </a:lnTo>
                  <a:cubicBezTo>
                    <a:pt x="2530" y="318"/>
                    <a:pt x="2222" y="0"/>
                    <a:pt x="1837" y="0"/>
                  </a:cubicBezTo>
                  <a:close/>
                </a:path>
              </a:pathLst>
            </a:custGeom>
            <a:solidFill>
              <a:srgbClr val="4C657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487" name="Google Shape;17487;p45"/>
            <p:cNvSpPr/>
            <p:nvPr/>
          </p:nvSpPr>
          <p:spPr>
            <a:xfrm>
              <a:off x="5838550" y="2240539"/>
              <a:ext cx="66377" cy="55819"/>
            </a:xfrm>
            <a:custGeom>
              <a:rect b="b" l="l" r="r" t="t"/>
              <a:pathLst>
                <a:path extrusionOk="0" h="2136" w="2540">
                  <a:moveTo>
                    <a:pt x="703" y="0"/>
                  </a:moveTo>
                  <a:cubicBezTo>
                    <a:pt x="318" y="0"/>
                    <a:pt x="1" y="318"/>
                    <a:pt x="1" y="702"/>
                  </a:cubicBezTo>
                  <a:lnTo>
                    <a:pt x="1" y="2135"/>
                  </a:lnTo>
                  <a:lnTo>
                    <a:pt x="2539" y="2135"/>
                  </a:lnTo>
                  <a:lnTo>
                    <a:pt x="2539" y="702"/>
                  </a:lnTo>
                  <a:cubicBezTo>
                    <a:pt x="2539" y="318"/>
                    <a:pt x="2232" y="0"/>
                    <a:pt x="1847" y="0"/>
                  </a:cubicBezTo>
                  <a:close/>
                </a:path>
              </a:pathLst>
            </a:custGeom>
            <a:solidFill>
              <a:srgbClr val="4C657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488" name="Google Shape;17488;p45"/>
            <p:cNvSpPr/>
            <p:nvPr/>
          </p:nvSpPr>
          <p:spPr>
            <a:xfrm>
              <a:off x="5904901" y="2240539"/>
              <a:ext cx="66115" cy="55819"/>
            </a:xfrm>
            <a:custGeom>
              <a:rect b="b" l="l" r="r" t="t"/>
              <a:pathLst>
                <a:path extrusionOk="0" h="2136" w="2530">
                  <a:moveTo>
                    <a:pt x="693" y="0"/>
                  </a:moveTo>
                  <a:cubicBezTo>
                    <a:pt x="308" y="0"/>
                    <a:pt x="0" y="318"/>
                    <a:pt x="0" y="702"/>
                  </a:cubicBezTo>
                  <a:lnTo>
                    <a:pt x="0" y="2135"/>
                  </a:lnTo>
                  <a:lnTo>
                    <a:pt x="2529" y="2135"/>
                  </a:lnTo>
                  <a:lnTo>
                    <a:pt x="2529" y="702"/>
                  </a:lnTo>
                  <a:cubicBezTo>
                    <a:pt x="2529" y="318"/>
                    <a:pt x="2222" y="0"/>
                    <a:pt x="1837" y="0"/>
                  </a:cubicBezTo>
                  <a:close/>
                </a:path>
              </a:pathLst>
            </a:custGeom>
            <a:solidFill>
              <a:srgbClr val="4C657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489" name="Google Shape;17489;p45"/>
            <p:cNvSpPr/>
            <p:nvPr/>
          </p:nvSpPr>
          <p:spPr>
            <a:xfrm>
              <a:off x="5970990" y="2240539"/>
              <a:ext cx="66377" cy="55819"/>
            </a:xfrm>
            <a:custGeom>
              <a:rect b="b" l="l" r="r" t="t"/>
              <a:pathLst>
                <a:path extrusionOk="0" h="2136" w="2540">
                  <a:moveTo>
                    <a:pt x="702" y="0"/>
                  </a:moveTo>
                  <a:cubicBezTo>
                    <a:pt x="318" y="0"/>
                    <a:pt x="0" y="318"/>
                    <a:pt x="0" y="702"/>
                  </a:cubicBezTo>
                  <a:lnTo>
                    <a:pt x="0" y="2135"/>
                  </a:lnTo>
                  <a:lnTo>
                    <a:pt x="2539" y="2135"/>
                  </a:lnTo>
                  <a:lnTo>
                    <a:pt x="2539" y="702"/>
                  </a:lnTo>
                  <a:cubicBezTo>
                    <a:pt x="2539" y="318"/>
                    <a:pt x="2222" y="0"/>
                    <a:pt x="1837" y="0"/>
                  </a:cubicBezTo>
                  <a:close/>
                </a:path>
              </a:pathLst>
            </a:custGeom>
            <a:solidFill>
              <a:srgbClr val="4C657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490" name="Google Shape;17490;p45"/>
            <p:cNvSpPr/>
            <p:nvPr/>
          </p:nvSpPr>
          <p:spPr>
            <a:xfrm>
              <a:off x="6037340" y="2240539"/>
              <a:ext cx="66115" cy="55819"/>
            </a:xfrm>
            <a:custGeom>
              <a:rect b="b" l="l" r="r" t="t"/>
              <a:pathLst>
                <a:path extrusionOk="0" h="2136" w="2530">
                  <a:moveTo>
                    <a:pt x="692" y="0"/>
                  </a:moveTo>
                  <a:cubicBezTo>
                    <a:pt x="308" y="0"/>
                    <a:pt x="0" y="318"/>
                    <a:pt x="0" y="702"/>
                  </a:cubicBezTo>
                  <a:lnTo>
                    <a:pt x="0" y="2135"/>
                  </a:lnTo>
                  <a:lnTo>
                    <a:pt x="2529" y="2135"/>
                  </a:lnTo>
                  <a:lnTo>
                    <a:pt x="2529" y="702"/>
                  </a:lnTo>
                  <a:cubicBezTo>
                    <a:pt x="2529" y="318"/>
                    <a:pt x="2221" y="0"/>
                    <a:pt x="1837" y="0"/>
                  </a:cubicBezTo>
                  <a:close/>
                </a:path>
              </a:pathLst>
            </a:custGeom>
            <a:solidFill>
              <a:srgbClr val="4C657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491" name="Google Shape;17491;p45"/>
            <p:cNvSpPr/>
            <p:nvPr/>
          </p:nvSpPr>
          <p:spPr>
            <a:xfrm>
              <a:off x="6053673" y="2240539"/>
              <a:ext cx="49782" cy="55819"/>
            </a:xfrm>
            <a:custGeom>
              <a:rect b="b" l="l" r="r" t="t"/>
              <a:pathLst>
                <a:path extrusionOk="0" h="2136" w="1905">
                  <a:moveTo>
                    <a:pt x="0" y="0"/>
                  </a:moveTo>
                  <a:cubicBezTo>
                    <a:pt x="356" y="39"/>
                    <a:pt x="635" y="337"/>
                    <a:pt x="635" y="693"/>
                  </a:cubicBezTo>
                  <a:lnTo>
                    <a:pt x="635" y="2135"/>
                  </a:lnTo>
                  <a:lnTo>
                    <a:pt x="1904" y="2135"/>
                  </a:lnTo>
                  <a:lnTo>
                    <a:pt x="1904" y="702"/>
                  </a:lnTo>
                  <a:cubicBezTo>
                    <a:pt x="1904" y="318"/>
                    <a:pt x="1596" y="0"/>
                    <a:pt x="1212" y="0"/>
                  </a:cubicBezTo>
                  <a:close/>
                </a:path>
              </a:pathLst>
            </a:custGeom>
            <a:solidFill>
              <a:srgbClr val="435D7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492" name="Google Shape;17492;p45"/>
            <p:cNvSpPr/>
            <p:nvPr/>
          </p:nvSpPr>
          <p:spPr>
            <a:xfrm>
              <a:off x="5987584" y="2240539"/>
              <a:ext cx="49782" cy="55819"/>
            </a:xfrm>
            <a:custGeom>
              <a:rect b="b" l="l" r="r" t="t"/>
              <a:pathLst>
                <a:path extrusionOk="0" h="2136" w="1905">
                  <a:moveTo>
                    <a:pt x="0" y="0"/>
                  </a:moveTo>
                  <a:cubicBezTo>
                    <a:pt x="356" y="39"/>
                    <a:pt x="625" y="337"/>
                    <a:pt x="625" y="693"/>
                  </a:cubicBezTo>
                  <a:lnTo>
                    <a:pt x="625" y="2135"/>
                  </a:lnTo>
                  <a:lnTo>
                    <a:pt x="1904" y="2135"/>
                  </a:lnTo>
                  <a:lnTo>
                    <a:pt x="1904" y="702"/>
                  </a:lnTo>
                  <a:cubicBezTo>
                    <a:pt x="1904" y="318"/>
                    <a:pt x="1587" y="0"/>
                    <a:pt x="1202" y="0"/>
                  </a:cubicBezTo>
                  <a:close/>
                </a:path>
              </a:pathLst>
            </a:custGeom>
            <a:solidFill>
              <a:srgbClr val="435D7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493" name="Google Shape;17493;p45"/>
            <p:cNvSpPr/>
            <p:nvPr/>
          </p:nvSpPr>
          <p:spPr>
            <a:xfrm>
              <a:off x="5921233" y="2240539"/>
              <a:ext cx="49782" cy="55819"/>
            </a:xfrm>
            <a:custGeom>
              <a:rect b="b" l="l" r="r" t="t"/>
              <a:pathLst>
                <a:path extrusionOk="0" h="2136" w="1905">
                  <a:moveTo>
                    <a:pt x="0" y="0"/>
                  </a:moveTo>
                  <a:cubicBezTo>
                    <a:pt x="356" y="39"/>
                    <a:pt x="626" y="337"/>
                    <a:pt x="626" y="693"/>
                  </a:cubicBezTo>
                  <a:lnTo>
                    <a:pt x="626" y="2135"/>
                  </a:lnTo>
                  <a:lnTo>
                    <a:pt x="1904" y="2135"/>
                  </a:lnTo>
                  <a:lnTo>
                    <a:pt x="1904" y="702"/>
                  </a:lnTo>
                  <a:cubicBezTo>
                    <a:pt x="1904" y="318"/>
                    <a:pt x="1587" y="0"/>
                    <a:pt x="1202" y="0"/>
                  </a:cubicBezTo>
                  <a:close/>
                </a:path>
              </a:pathLst>
            </a:custGeom>
            <a:solidFill>
              <a:srgbClr val="435D7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494" name="Google Shape;17494;p45"/>
            <p:cNvSpPr/>
            <p:nvPr/>
          </p:nvSpPr>
          <p:spPr>
            <a:xfrm>
              <a:off x="5854883" y="2240539"/>
              <a:ext cx="49782" cy="55819"/>
            </a:xfrm>
            <a:custGeom>
              <a:rect b="b" l="l" r="r" t="t"/>
              <a:pathLst>
                <a:path extrusionOk="0" h="2136" w="1905">
                  <a:moveTo>
                    <a:pt x="1" y="0"/>
                  </a:moveTo>
                  <a:cubicBezTo>
                    <a:pt x="357" y="39"/>
                    <a:pt x="636" y="337"/>
                    <a:pt x="636" y="693"/>
                  </a:cubicBezTo>
                  <a:lnTo>
                    <a:pt x="636" y="2135"/>
                  </a:lnTo>
                  <a:lnTo>
                    <a:pt x="1905" y="2135"/>
                  </a:lnTo>
                  <a:lnTo>
                    <a:pt x="1905" y="702"/>
                  </a:lnTo>
                  <a:cubicBezTo>
                    <a:pt x="1905" y="318"/>
                    <a:pt x="1597" y="0"/>
                    <a:pt x="1212" y="0"/>
                  </a:cubicBezTo>
                  <a:close/>
                </a:path>
              </a:pathLst>
            </a:custGeom>
            <a:solidFill>
              <a:srgbClr val="435D7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495" name="Google Shape;17495;p45"/>
            <p:cNvSpPr/>
            <p:nvPr/>
          </p:nvSpPr>
          <p:spPr>
            <a:xfrm>
              <a:off x="5788794" y="2240539"/>
              <a:ext cx="49782" cy="55819"/>
            </a:xfrm>
            <a:custGeom>
              <a:rect b="b" l="l" r="r" t="t"/>
              <a:pathLst>
                <a:path extrusionOk="0" h="2136" w="1905">
                  <a:moveTo>
                    <a:pt x="1" y="0"/>
                  </a:moveTo>
                  <a:cubicBezTo>
                    <a:pt x="357" y="39"/>
                    <a:pt x="626" y="337"/>
                    <a:pt x="626" y="693"/>
                  </a:cubicBezTo>
                  <a:lnTo>
                    <a:pt x="626" y="2135"/>
                  </a:lnTo>
                  <a:lnTo>
                    <a:pt x="1905" y="2135"/>
                  </a:lnTo>
                  <a:lnTo>
                    <a:pt x="1905" y="702"/>
                  </a:lnTo>
                  <a:cubicBezTo>
                    <a:pt x="1905" y="318"/>
                    <a:pt x="1587" y="0"/>
                    <a:pt x="1203" y="0"/>
                  </a:cubicBezTo>
                  <a:close/>
                </a:path>
              </a:pathLst>
            </a:custGeom>
            <a:solidFill>
              <a:srgbClr val="435D7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496" name="Google Shape;17496;p45"/>
            <p:cNvSpPr/>
            <p:nvPr/>
          </p:nvSpPr>
          <p:spPr>
            <a:xfrm>
              <a:off x="5757644" y="2292308"/>
              <a:ext cx="360628" cy="18868"/>
            </a:xfrm>
            <a:custGeom>
              <a:rect b="b" l="l" r="r" t="t"/>
              <a:pathLst>
                <a:path extrusionOk="0" h="722" w="13800">
                  <a:moveTo>
                    <a:pt x="49" y="0"/>
                  </a:moveTo>
                  <a:cubicBezTo>
                    <a:pt x="20" y="0"/>
                    <a:pt x="0" y="20"/>
                    <a:pt x="0" y="48"/>
                  </a:cubicBezTo>
                  <a:lnTo>
                    <a:pt x="0" y="673"/>
                  </a:lnTo>
                  <a:cubicBezTo>
                    <a:pt x="0" y="702"/>
                    <a:pt x="20" y="722"/>
                    <a:pt x="49" y="722"/>
                  </a:cubicBezTo>
                  <a:lnTo>
                    <a:pt x="13742" y="722"/>
                  </a:lnTo>
                  <a:cubicBezTo>
                    <a:pt x="13771" y="722"/>
                    <a:pt x="13799" y="702"/>
                    <a:pt x="13799" y="673"/>
                  </a:cubicBezTo>
                  <a:lnTo>
                    <a:pt x="13799" y="48"/>
                  </a:lnTo>
                  <a:cubicBezTo>
                    <a:pt x="13799" y="20"/>
                    <a:pt x="13771" y="0"/>
                    <a:pt x="13742" y="0"/>
                  </a:cubicBezTo>
                  <a:close/>
                </a:path>
              </a:pathLst>
            </a:custGeom>
            <a:solidFill>
              <a:srgbClr val="B3C3C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497" name="Google Shape;17497;p45"/>
            <p:cNvSpPr/>
            <p:nvPr/>
          </p:nvSpPr>
          <p:spPr>
            <a:xfrm>
              <a:off x="5757644" y="2292308"/>
              <a:ext cx="360628" cy="18868"/>
            </a:xfrm>
            <a:custGeom>
              <a:rect b="b" l="l" r="r" t="t"/>
              <a:pathLst>
                <a:path extrusionOk="0" h="722" w="13800">
                  <a:moveTo>
                    <a:pt x="12347" y="0"/>
                  </a:moveTo>
                  <a:lnTo>
                    <a:pt x="12347" y="443"/>
                  </a:lnTo>
                  <a:cubicBezTo>
                    <a:pt x="12347" y="472"/>
                    <a:pt x="12328" y="491"/>
                    <a:pt x="12299" y="491"/>
                  </a:cubicBezTo>
                  <a:lnTo>
                    <a:pt x="0" y="491"/>
                  </a:lnTo>
                  <a:lnTo>
                    <a:pt x="0" y="673"/>
                  </a:lnTo>
                  <a:cubicBezTo>
                    <a:pt x="0" y="702"/>
                    <a:pt x="20" y="722"/>
                    <a:pt x="49" y="722"/>
                  </a:cubicBezTo>
                  <a:lnTo>
                    <a:pt x="13742" y="722"/>
                  </a:lnTo>
                  <a:cubicBezTo>
                    <a:pt x="13771" y="722"/>
                    <a:pt x="13799" y="702"/>
                    <a:pt x="13799" y="673"/>
                  </a:cubicBezTo>
                  <a:lnTo>
                    <a:pt x="13799" y="48"/>
                  </a:lnTo>
                  <a:cubicBezTo>
                    <a:pt x="13799" y="20"/>
                    <a:pt x="13771" y="0"/>
                    <a:pt x="13742" y="0"/>
                  </a:cubicBezTo>
                  <a:close/>
                </a:path>
              </a:pathLst>
            </a:custGeom>
            <a:solidFill>
              <a:srgbClr val="798FA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7498" name="Google Shape;17498;p45"/>
          <p:cNvGrpSpPr/>
          <p:nvPr/>
        </p:nvGrpSpPr>
        <p:grpSpPr>
          <a:xfrm>
            <a:off x="5317625" y="1798826"/>
            <a:ext cx="360629" cy="356839"/>
            <a:chOff x="5317625" y="1983474"/>
            <a:chExt cx="360629" cy="356839"/>
          </a:xfrm>
        </p:grpSpPr>
        <p:sp>
          <p:nvSpPr>
            <p:cNvPr id="17499" name="Google Shape;17499;p45"/>
            <p:cNvSpPr/>
            <p:nvPr/>
          </p:nvSpPr>
          <p:spPr>
            <a:xfrm>
              <a:off x="5642295" y="2050817"/>
              <a:ext cx="22134" cy="199051"/>
            </a:xfrm>
            <a:custGeom>
              <a:rect b="b" l="l" r="r" t="t"/>
              <a:pathLst>
                <a:path extrusionOk="0" h="7617" w="847">
                  <a:moveTo>
                    <a:pt x="1" y="0"/>
                  </a:moveTo>
                  <a:lnTo>
                    <a:pt x="1" y="7616"/>
                  </a:lnTo>
                  <a:lnTo>
                    <a:pt x="847" y="7616"/>
                  </a:lnTo>
                  <a:lnTo>
                    <a:pt x="847" y="0"/>
                  </a:lnTo>
                  <a:close/>
                </a:path>
              </a:pathLst>
            </a:custGeom>
            <a:solidFill>
              <a:srgbClr val="E8EDF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500" name="Google Shape;17500;p45"/>
            <p:cNvSpPr/>
            <p:nvPr/>
          </p:nvSpPr>
          <p:spPr>
            <a:xfrm>
              <a:off x="5653349" y="2050817"/>
              <a:ext cx="10845" cy="199051"/>
            </a:xfrm>
            <a:custGeom>
              <a:rect b="b" l="l" r="r" t="t"/>
              <a:pathLst>
                <a:path extrusionOk="0" h="7617" w="415">
                  <a:moveTo>
                    <a:pt x="1" y="0"/>
                  </a:moveTo>
                  <a:lnTo>
                    <a:pt x="1" y="7616"/>
                  </a:lnTo>
                  <a:lnTo>
                    <a:pt x="414" y="7616"/>
                  </a:lnTo>
                  <a:lnTo>
                    <a:pt x="414" y="0"/>
                  </a:lnTo>
                  <a:close/>
                </a:path>
              </a:pathLst>
            </a:custGeom>
            <a:solidFill>
              <a:srgbClr val="DDE4E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501" name="Google Shape;17501;p45"/>
            <p:cNvSpPr/>
            <p:nvPr/>
          </p:nvSpPr>
          <p:spPr>
            <a:xfrm>
              <a:off x="5635762" y="2216419"/>
              <a:ext cx="35200" cy="123894"/>
            </a:xfrm>
            <a:custGeom>
              <a:rect b="b" l="l" r="r" t="t"/>
              <a:pathLst>
                <a:path extrusionOk="0" h="4741" w="1347">
                  <a:moveTo>
                    <a:pt x="260" y="0"/>
                  </a:moveTo>
                  <a:lnTo>
                    <a:pt x="20" y="4356"/>
                  </a:lnTo>
                  <a:cubicBezTo>
                    <a:pt x="1" y="4568"/>
                    <a:pt x="174" y="4741"/>
                    <a:pt x="376" y="4741"/>
                  </a:cubicBezTo>
                  <a:lnTo>
                    <a:pt x="972" y="4741"/>
                  </a:lnTo>
                  <a:cubicBezTo>
                    <a:pt x="1183" y="4741"/>
                    <a:pt x="1347" y="4568"/>
                    <a:pt x="1337" y="4356"/>
                  </a:cubicBezTo>
                  <a:lnTo>
                    <a:pt x="1097" y="0"/>
                  </a:lnTo>
                  <a:close/>
                </a:path>
              </a:pathLst>
            </a:custGeom>
            <a:solidFill>
              <a:srgbClr val="B3C3C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502" name="Google Shape;17502;p45"/>
            <p:cNvSpPr/>
            <p:nvPr/>
          </p:nvSpPr>
          <p:spPr>
            <a:xfrm>
              <a:off x="5630980" y="2036732"/>
              <a:ext cx="47274" cy="36220"/>
            </a:xfrm>
            <a:custGeom>
              <a:rect b="b" l="l" r="r" t="t"/>
              <a:pathLst>
                <a:path extrusionOk="0" h="1386" w="1809">
                  <a:moveTo>
                    <a:pt x="1" y="1"/>
                  </a:moveTo>
                  <a:lnTo>
                    <a:pt x="1" y="1386"/>
                  </a:lnTo>
                  <a:lnTo>
                    <a:pt x="1155" y="1386"/>
                  </a:lnTo>
                  <a:cubicBezTo>
                    <a:pt x="1511" y="1386"/>
                    <a:pt x="1809" y="1097"/>
                    <a:pt x="1809" y="741"/>
                  </a:cubicBezTo>
                  <a:lnTo>
                    <a:pt x="1809" y="655"/>
                  </a:lnTo>
                  <a:cubicBezTo>
                    <a:pt x="1809" y="299"/>
                    <a:pt x="1520" y="1"/>
                    <a:pt x="1155" y="1"/>
                  </a:cubicBezTo>
                  <a:close/>
                </a:path>
              </a:pathLst>
            </a:custGeom>
            <a:solidFill>
              <a:srgbClr val="BDCAD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503" name="Google Shape;17503;p45"/>
            <p:cNvSpPr/>
            <p:nvPr/>
          </p:nvSpPr>
          <p:spPr>
            <a:xfrm>
              <a:off x="5461380" y="1986740"/>
              <a:ext cx="48267" cy="48267"/>
            </a:xfrm>
            <a:custGeom>
              <a:rect b="b" l="l" r="r" t="t"/>
              <a:pathLst>
                <a:path extrusionOk="0" h="1847" w="1847">
                  <a:moveTo>
                    <a:pt x="923" y="0"/>
                  </a:moveTo>
                  <a:cubicBezTo>
                    <a:pt x="414" y="0"/>
                    <a:pt x="0" y="414"/>
                    <a:pt x="0" y="923"/>
                  </a:cubicBezTo>
                  <a:cubicBezTo>
                    <a:pt x="0" y="1433"/>
                    <a:pt x="414" y="1847"/>
                    <a:pt x="923" y="1847"/>
                  </a:cubicBezTo>
                  <a:cubicBezTo>
                    <a:pt x="1433" y="1847"/>
                    <a:pt x="1846" y="1433"/>
                    <a:pt x="1846" y="923"/>
                  </a:cubicBezTo>
                  <a:cubicBezTo>
                    <a:pt x="1846" y="414"/>
                    <a:pt x="1433" y="0"/>
                    <a:pt x="923" y="0"/>
                  </a:cubicBezTo>
                  <a:close/>
                </a:path>
              </a:pathLst>
            </a:custGeom>
            <a:solidFill>
              <a:srgbClr val="DDE4E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504" name="Google Shape;17504;p45"/>
            <p:cNvSpPr/>
            <p:nvPr/>
          </p:nvSpPr>
          <p:spPr>
            <a:xfrm>
              <a:off x="5471937" y="1997298"/>
              <a:ext cx="27152" cy="27152"/>
            </a:xfrm>
            <a:custGeom>
              <a:rect b="b" l="l" r="r" t="t"/>
              <a:pathLst>
                <a:path extrusionOk="0" h="1039" w="1039">
                  <a:moveTo>
                    <a:pt x="519" y="0"/>
                  </a:moveTo>
                  <a:cubicBezTo>
                    <a:pt x="231" y="0"/>
                    <a:pt x="0" y="231"/>
                    <a:pt x="0" y="519"/>
                  </a:cubicBezTo>
                  <a:cubicBezTo>
                    <a:pt x="0" y="808"/>
                    <a:pt x="231" y="1039"/>
                    <a:pt x="519" y="1039"/>
                  </a:cubicBezTo>
                  <a:cubicBezTo>
                    <a:pt x="808" y="1039"/>
                    <a:pt x="1039" y="808"/>
                    <a:pt x="1039" y="519"/>
                  </a:cubicBezTo>
                  <a:cubicBezTo>
                    <a:pt x="1039" y="231"/>
                    <a:pt x="808" y="0"/>
                    <a:pt x="519" y="0"/>
                  </a:cubicBezTo>
                  <a:close/>
                </a:path>
              </a:pathLst>
            </a:custGeom>
            <a:solidFill>
              <a:srgbClr val="BDCAD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505" name="Google Shape;17505;p45"/>
            <p:cNvSpPr/>
            <p:nvPr/>
          </p:nvSpPr>
          <p:spPr>
            <a:xfrm>
              <a:off x="5416380" y="2011932"/>
              <a:ext cx="138241" cy="62248"/>
            </a:xfrm>
            <a:custGeom>
              <a:rect b="b" l="l" r="r" t="t"/>
              <a:pathLst>
                <a:path extrusionOk="0" h="2382" w="5290">
                  <a:moveTo>
                    <a:pt x="2642" y="0"/>
                  </a:moveTo>
                  <a:cubicBezTo>
                    <a:pt x="2448" y="0"/>
                    <a:pt x="2256" y="41"/>
                    <a:pt x="2078" y="123"/>
                  </a:cubicBezTo>
                  <a:lnTo>
                    <a:pt x="299" y="950"/>
                  </a:lnTo>
                  <a:cubicBezTo>
                    <a:pt x="87" y="1056"/>
                    <a:pt x="1" y="1306"/>
                    <a:pt x="97" y="1517"/>
                  </a:cubicBezTo>
                  <a:lnTo>
                    <a:pt x="386" y="2133"/>
                  </a:lnTo>
                  <a:cubicBezTo>
                    <a:pt x="456" y="2288"/>
                    <a:pt x="610" y="2382"/>
                    <a:pt x="775" y="2382"/>
                  </a:cubicBezTo>
                  <a:cubicBezTo>
                    <a:pt x="834" y="2382"/>
                    <a:pt x="894" y="2370"/>
                    <a:pt x="953" y="2344"/>
                  </a:cubicBezTo>
                  <a:lnTo>
                    <a:pt x="2078" y="1815"/>
                  </a:lnTo>
                  <a:cubicBezTo>
                    <a:pt x="2256" y="1734"/>
                    <a:pt x="2451" y="1693"/>
                    <a:pt x="2645" y="1693"/>
                  </a:cubicBezTo>
                  <a:cubicBezTo>
                    <a:pt x="2840" y="1693"/>
                    <a:pt x="3035" y="1734"/>
                    <a:pt x="3213" y="1815"/>
                  </a:cubicBezTo>
                  <a:lnTo>
                    <a:pt x="4338" y="2344"/>
                  </a:lnTo>
                  <a:cubicBezTo>
                    <a:pt x="4394" y="2370"/>
                    <a:pt x="4453" y="2382"/>
                    <a:pt x="4511" y="2382"/>
                  </a:cubicBezTo>
                  <a:cubicBezTo>
                    <a:pt x="4675" y="2382"/>
                    <a:pt x="4834" y="2288"/>
                    <a:pt x="4905" y="2133"/>
                  </a:cubicBezTo>
                  <a:lnTo>
                    <a:pt x="5194" y="1517"/>
                  </a:lnTo>
                  <a:cubicBezTo>
                    <a:pt x="5290" y="1306"/>
                    <a:pt x="5194" y="1056"/>
                    <a:pt x="4982" y="950"/>
                  </a:cubicBezTo>
                  <a:lnTo>
                    <a:pt x="3213" y="123"/>
                  </a:lnTo>
                  <a:cubicBezTo>
                    <a:pt x="3030" y="41"/>
                    <a:pt x="2835" y="0"/>
                    <a:pt x="2642" y="0"/>
                  </a:cubicBezTo>
                  <a:close/>
                </a:path>
              </a:pathLst>
            </a:custGeom>
            <a:solidFill>
              <a:srgbClr val="BDCAD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506" name="Google Shape;17506;p45"/>
            <p:cNvSpPr/>
            <p:nvPr/>
          </p:nvSpPr>
          <p:spPr>
            <a:xfrm>
              <a:off x="5428949" y="2022908"/>
              <a:ext cx="113363" cy="40505"/>
            </a:xfrm>
            <a:custGeom>
              <a:rect b="b" l="l" r="r" t="t"/>
              <a:pathLst>
                <a:path extrusionOk="0" h="1550" w="4338">
                  <a:moveTo>
                    <a:pt x="2164" y="1"/>
                  </a:moveTo>
                  <a:cubicBezTo>
                    <a:pt x="2030" y="1"/>
                    <a:pt x="1895" y="30"/>
                    <a:pt x="1770" y="87"/>
                  </a:cubicBezTo>
                  <a:lnTo>
                    <a:pt x="1" y="914"/>
                  </a:lnTo>
                  <a:cubicBezTo>
                    <a:pt x="1" y="914"/>
                    <a:pt x="1" y="924"/>
                    <a:pt x="1" y="924"/>
                  </a:cubicBezTo>
                  <a:lnTo>
                    <a:pt x="289" y="1540"/>
                  </a:lnTo>
                  <a:cubicBezTo>
                    <a:pt x="289" y="1540"/>
                    <a:pt x="289" y="1549"/>
                    <a:pt x="299" y="1549"/>
                  </a:cubicBezTo>
                  <a:lnTo>
                    <a:pt x="1424" y="1020"/>
                  </a:lnTo>
                  <a:cubicBezTo>
                    <a:pt x="1659" y="910"/>
                    <a:pt x="1914" y="854"/>
                    <a:pt x="2169" y="854"/>
                  </a:cubicBezTo>
                  <a:cubicBezTo>
                    <a:pt x="2424" y="854"/>
                    <a:pt x="2679" y="910"/>
                    <a:pt x="2914" y="1020"/>
                  </a:cubicBezTo>
                  <a:lnTo>
                    <a:pt x="4039" y="1549"/>
                  </a:lnTo>
                  <a:cubicBezTo>
                    <a:pt x="4039" y="1540"/>
                    <a:pt x="4049" y="1540"/>
                    <a:pt x="4049" y="1540"/>
                  </a:cubicBezTo>
                  <a:lnTo>
                    <a:pt x="4328" y="924"/>
                  </a:lnTo>
                  <a:cubicBezTo>
                    <a:pt x="4338" y="914"/>
                    <a:pt x="4338" y="905"/>
                    <a:pt x="4328" y="905"/>
                  </a:cubicBezTo>
                  <a:lnTo>
                    <a:pt x="2559" y="87"/>
                  </a:lnTo>
                  <a:cubicBezTo>
                    <a:pt x="2434" y="30"/>
                    <a:pt x="2299" y="1"/>
                    <a:pt x="2164" y="1"/>
                  </a:cubicBezTo>
                  <a:close/>
                </a:path>
              </a:pathLst>
            </a:custGeom>
            <a:solidFill>
              <a:srgbClr val="E5EBE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507" name="Google Shape;17507;p45"/>
            <p:cNvSpPr/>
            <p:nvPr/>
          </p:nvSpPr>
          <p:spPr>
            <a:xfrm>
              <a:off x="5317625" y="1983474"/>
              <a:ext cx="143023" cy="142997"/>
            </a:xfrm>
            <a:custGeom>
              <a:rect b="b" l="l" r="r" t="t"/>
              <a:pathLst>
                <a:path extrusionOk="0" h="5472" w="5473">
                  <a:moveTo>
                    <a:pt x="2741" y="0"/>
                  </a:moveTo>
                  <a:cubicBezTo>
                    <a:pt x="1232" y="0"/>
                    <a:pt x="1" y="1221"/>
                    <a:pt x="1" y="2731"/>
                  </a:cubicBezTo>
                  <a:cubicBezTo>
                    <a:pt x="1" y="4241"/>
                    <a:pt x="1232" y="5472"/>
                    <a:pt x="2741" y="5472"/>
                  </a:cubicBezTo>
                  <a:cubicBezTo>
                    <a:pt x="4251" y="5472"/>
                    <a:pt x="5472" y="4241"/>
                    <a:pt x="5472" y="2731"/>
                  </a:cubicBezTo>
                  <a:cubicBezTo>
                    <a:pt x="5472" y="1221"/>
                    <a:pt x="4251" y="0"/>
                    <a:pt x="2741" y="0"/>
                  </a:cubicBezTo>
                  <a:close/>
                </a:path>
              </a:pathLst>
            </a:custGeom>
            <a:solidFill>
              <a:srgbClr val="DDE4E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508" name="Google Shape;17508;p45"/>
            <p:cNvSpPr/>
            <p:nvPr/>
          </p:nvSpPr>
          <p:spPr>
            <a:xfrm>
              <a:off x="5338740" y="2004328"/>
              <a:ext cx="129696" cy="122744"/>
            </a:xfrm>
            <a:custGeom>
              <a:rect b="b" l="l" r="r" t="t"/>
              <a:pathLst>
                <a:path extrusionOk="0" h="4697" w="4963">
                  <a:moveTo>
                    <a:pt x="3866" y="0"/>
                  </a:moveTo>
                  <a:lnTo>
                    <a:pt x="1" y="3876"/>
                  </a:lnTo>
                  <a:cubicBezTo>
                    <a:pt x="533" y="4423"/>
                    <a:pt x="1241" y="4697"/>
                    <a:pt x="1950" y="4697"/>
                  </a:cubicBezTo>
                  <a:cubicBezTo>
                    <a:pt x="2650" y="4697"/>
                    <a:pt x="3350" y="4430"/>
                    <a:pt x="3885" y="3895"/>
                  </a:cubicBezTo>
                  <a:cubicBezTo>
                    <a:pt x="4962" y="2818"/>
                    <a:pt x="4953" y="1068"/>
                    <a:pt x="3866" y="0"/>
                  </a:cubicBezTo>
                  <a:close/>
                </a:path>
              </a:pathLst>
            </a:custGeom>
            <a:solidFill>
              <a:srgbClr val="D0DAE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509" name="Google Shape;17509;p45"/>
            <p:cNvSpPr/>
            <p:nvPr/>
          </p:nvSpPr>
          <p:spPr>
            <a:xfrm>
              <a:off x="5318383" y="2001897"/>
              <a:ext cx="123659" cy="105993"/>
            </a:xfrm>
            <a:custGeom>
              <a:rect b="b" l="l" r="r" t="t"/>
              <a:pathLst>
                <a:path extrusionOk="0" h="4056" w="4732">
                  <a:moveTo>
                    <a:pt x="2690" y="1"/>
                  </a:moveTo>
                  <a:cubicBezTo>
                    <a:pt x="2194" y="1"/>
                    <a:pt x="1689" y="184"/>
                    <a:pt x="1280" y="593"/>
                  </a:cubicBezTo>
                  <a:cubicBezTo>
                    <a:pt x="1" y="1872"/>
                    <a:pt x="905" y="4055"/>
                    <a:pt x="2712" y="4055"/>
                  </a:cubicBezTo>
                  <a:cubicBezTo>
                    <a:pt x="3828" y="4055"/>
                    <a:pt x="4732" y="3151"/>
                    <a:pt x="4732" y="2026"/>
                  </a:cubicBezTo>
                  <a:cubicBezTo>
                    <a:pt x="4732" y="808"/>
                    <a:pt x="3730" y="1"/>
                    <a:pt x="2690" y="1"/>
                  </a:cubicBezTo>
                  <a:close/>
                </a:path>
              </a:pathLst>
            </a:custGeom>
            <a:solidFill>
              <a:srgbClr val="BDCAD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510" name="Google Shape;17510;p45"/>
            <p:cNvSpPr/>
            <p:nvPr/>
          </p:nvSpPr>
          <p:spPr>
            <a:xfrm>
              <a:off x="5328940" y="2009842"/>
              <a:ext cx="120392" cy="90131"/>
            </a:xfrm>
            <a:custGeom>
              <a:rect b="b" l="l" r="r" t="t"/>
              <a:pathLst>
                <a:path extrusionOk="0" h="3449" w="4607">
                  <a:moveTo>
                    <a:pt x="2308" y="1"/>
                  </a:moveTo>
                  <a:cubicBezTo>
                    <a:pt x="770" y="1"/>
                    <a:pt x="0" y="1857"/>
                    <a:pt x="1087" y="2943"/>
                  </a:cubicBezTo>
                  <a:cubicBezTo>
                    <a:pt x="1424" y="3280"/>
                    <a:pt x="1864" y="3448"/>
                    <a:pt x="2304" y="3448"/>
                  </a:cubicBezTo>
                  <a:cubicBezTo>
                    <a:pt x="2743" y="3448"/>
                    <a:pt x="3183" y="3280"/>
                    <a:pt x="3520" y="2943"/>
                  </a:cubicBezTo>
                  <a:cubicBezTo>
                    <a:pt x="4607" y="1857"/>
                    <a:pt x="3837" y="1"/>
                    <a:pt x="2308" y="1"/>
                  </a:cubicBezTo>
                  <a:close/>
                </a:path>
              </a:pathLst>
            </a:custGeom>
            <a:solidFill>
              <a:srgbClr val="E0E6E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511" name="Google Shape;17511;p45"/>
            <p:cNvSpPr/>
            <p:nvPr/>
          </p:nvSpPr>
          <p:spPr>
            <a:xfrm>
              <a:off x="5357346" y="2023169"/>
              <a:ext cx="80932" cy="76255"/>
            </a:xfrm>
            <a:custGeom>
              <a:rect b="b" l="l" r="r" t="t"/>
              <a:pathLst>
                <a:path extrusionOk="0" h="2918" w="3097">
                  <a:moveTo>
                    <a:pt x="2433" y="1"/>
                  </a:moveTo>
                  <a:lnTo>
                    <a:pt x="0" y="2433"/>
                  </a:lnTo>
                  <a:cubicBezTo>
                    <a:pt x="333" y="2757"/>
                    <a:pt x="765" y="2918"/>
                    <a:pt x="1197" y="2918"/>
                  </a:cubicBezTo>
                  <a:cubicBezTo>
                    <a:pt x="1640" y="2918"/>
                    <a:pt x="2083" y="2750"/>
                    <a:pt x="2423" y="2414"/>
                  </a:cubicBezTo>
                  <a:cubicBezTo>
                    <a:pt x="3087" y="1751"/>
                    <a:pt x="3096" y="674"/>
                    <a:pt x="2433" y="1"/>
                  </a:cubicBezTo>
                  <a:close/>
                </a:path>
              </a:pathLst>
            </a:custGeom>
            <a:solidFill>
              <a:srgbClr val="CCD6D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512" name="Google Shape;17512;p45"/>
            <p:cNvSpPr/>
            <p:nvPr/>
          </p:nvSpPr>
          <p:spPr>
            <a:xfrm>
              <a:off x="5510378" y="1983474"/>
              <a:ext cx="142997" cy="142997"/>
            </a:xfrm>
            <a:custGeom>
              <a:rect b="b" l="l" r="r" t="t"/>
              <a:pathLst>
                <a:path extrusionOk="0" h="5472" w="5472">
                  <a:moveTo>
                    <a:pt x="2731" y="0"/>
                  </a:moveTo>
                  <a:cubicBezTo>
                    <a:pt x="1222" y="0"/>
                    <a:pt x="0" y="1221"/>
                    <a:pt x="0" y="2731"/>
                  </a:cubicBezTo>
                  <a:cubicBezTo>
                    <a:pt x="0" y="4241"/>
                    <a:pt x="1222" y="5472"/>
                    <a:pt x="2731" y="5472"/>
                  </a:cubicBezTo>
                  <a:cubicBezTo>
                    <a:pt x="4251" y="5472"/>
                    <a:pt x="5472" y="4241"/>
                    <a:pt x="5472" y="2731"/>
                  </a:cubicBezTo>
                  <a:cubicBezTo>
                    <a:pt x="5472" y="1221"/>
                    <a:pt x="4251" y="0"/>
                    <a:pt x="2731" y="0"/>
                  </a:cubicBezTo>
                  <a:close/>
                </a:path>
              </a:pathLst>
            </a:custGeom>
            <a:solidFill>
              <a:srgbClr val="DDE4E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513" name="Google Shape;17513;p45"/>
            <p:cNvSpPr/>
            <p:nvPr/>
          </p:nvSpPr>
          <p:spPr>
            <a:xfrm>
              <a:off x="5531232" y="2004328"/>
              <a:ext cx="129199" cy="122169"/>
            </a:xfrm>
            <a:custGeom>
              <a:rect b="b" l="l" r="r" t="t"/>
              <a:pathLst>
                <a:path extrusionOk="0" h="4675" w="4944">
                  <a:moveTo>
                    <a:pt x="3876" y="0"/>
                  </a:moveTo>
                  <a:lnTo>
                    <a:pt x="0" y="3876"/>
                  </a:lnTo>
                  <a:cubicBezTo>
                    <a:pt x="533" y="4408"/>
                    <a:pt x="1231" y="4675"/>
                    <a:pt x="1929" y="4675"/>
                  </a:cubicBezTo>
                  <a:cubicBezTo>
                    <a:pt x="2630" y="4675"/>
                    <a:pt x="3331" y="4406"/>
                    <a:pt x="3866" y="3866"/>
                  </a:cubicBezTo>
                  <a:cubicBezTo>
                    <a:pt x="4943" y="2799"/>
                    <a:pt x="4943" y="1068"/>
                    <a:pt x="3876" y="0"/>
                  </a:cubicBezTo>
                  <a:close/>
                </a:path>
              </a:pathLst>
            </a:custGeom>
            <a:solidFill>
              <a:srgbClr val="D0DAE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514" name="Google Shape;17514;p45"/>
            <p:cNvSpPr/>
            <p:nvPr/>
          </p:nvSpPr>
          <p:spPr>
            <a:xfrm>
              <a:off x="5511136" y="2001897"/>
              <a:ext cx="123659" cy="105993"/>
            </a:xfrm>
            <a:custGeom>
              <a:rect b="b" l="l" r="r" t="t"/>
              <a:pathLst>
                <a:path extrusionOk="0" h="4056" w="4732">
                  <a:moveTo>
                    <a:pt x="2686" y="1"/>
                  </a:moveTo>
                  <a:cubicBezTo>
                    <a:pt x="2189" y="1"/>
                    <a:pt x="1682" y="184"/>
                    <a:pt x="1269" y="593"/>
                  </a:cubicBezTo>
                  <a:cubicBezTo>
                    <a:pt x="0" y="1872"/>
                    <a:pt x="904" y="4055"/>
                    <a:pt x="2702" y="4055"/>
                  </a:cubicBezTo>
                  <a:cubicBezTo>
                    <a:pt x="3827" y="4055"/>
                    <a:pt x="4731" y="3151"/>
                    <a:pt x="4731" y="2026"/>
                  </a:cubicBezTo>
                  <a:cubicBezTo>
                    <a:pt x="4731" y="808"/>
                    <a:pt x="3730" y="1"/>
                    <a:pt x="2686" y="1"/>
                  </a:cubicBezTo>
                  <a:close/>
                </a:path>
              </a:pathLst>
            </a:custGeom>
            <a:solidFill>
              <a:srgbClr val="BDCAD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515" name="Google Shape;17515;p45"/>
            <p:cNvSpPr/>
            <p:nvPr/>
          </p:nvSpPr>
          <p:spPr>
            <a:xfrm>
              <a:off x="5521668" y="2009842"/>
              <a:ext cx="120157" cy="90131"/>
            </a:xfrm>
            <a:custGeom>
              <a:rect b="b" l="l" r="r" t="t"/>
              <a:pathLst>
                <a:path extrusionOk="0" h="3449" w="4598">
                  <a:moveTo>
                    <a:pt x="2299" y="1"/>
                  </a:moveTo>
                  <a:cubicBezTo>
                    <a:pt x="770" y="1"/>
                    <a:pt x="1" y="1857"/>
                    <a:pt x="1088" y="2943"/>
                  </a:cubicBezTo>
                  <a:cubicBezTo>
                    <a:pt x="1419" y="3280"/>
                    <a:pt x="1859" y="3448"/>
                    <a:pt x="2300" y="3448"/>
                  </a:cubicBezTo>
                  <a:cubicBezTo>
                    <a:pt x="2742" y="3448"/>
                    <a:pt x="3184" y="3280"/>
                    <a:pt x="3520" y="2943"/>
                  </a:cubicBezTo>
                  <a:cubicBezTo>
                    <a:pt x="4597" y="1857"/>
                    <a:pt x="3838" y="1"/>
                    <a:pt x="2299" y="1"/>
                  </a:cubicBezTo>
                  <a:close/>
                </a:path>
              </a:pathLst>
            </a:custGeom>
            <a:solidFill>
              <a:srgbClr val="E0E6E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516" name="Google Shape;17516;p45"/>
            <p:cNvSpPr/>
            <p:nvPr/>
          </p:nvSpPr>
          <p:spPr>
            <a:xfrm>
              <a:off x="5550074" y="2023169"/>
              <a:ext cx="80697" cy="76255"/>
            </a:xfrm>
            <a:custGeom>
              <a:rect b="b" l="l" r="r" t="t"/>
              <a:pathLst>
                <a:path extrusionOk="0" h="2918" w="3088">
                  <a:moveTo>
                    <a:pt x="2433" y="1"/>
                  </a:moveTo>
                  <a:lnTo>
                    <a:pt x="1" y="2433"/>
                  </a:lnTo>
                  <a:cubicBezTo>
                    <a:pt x="333" y="2757"/>
                    <a:pt x="765" y="2918"/>
                    <a:pt x="1197" y="2918"/>
                  </a:cubicBezTo>
                  <a:cubicBezTo>
                    <a:pt x="1638" y="2918"/>
                    <a:pt x="2079" y="2750"/>
                    <a:pt x="2414" y="2414"/>
                  </a:cubicBezTo>
                  <a:cubicBezTo>
                    <a:pt x="3078" y="1751"/>
                    <a:pt x="3087" y="674"/>
                    <a:pt x="2433" y="1"/>
                  </a:cubicBezTo>
                  <a:close/>
                </a:path>
              </a:pathLst>
            </a:custGeom>
            <a:solidFill>
              <a:srgbClr val="CCD6D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517" name="Google Shape;17517;p45"/>
            <p:cNvSpPr/>
            <p:nvPr/>
          </p:nvSpPr>
          <p:spPr>
            <a:xfrm>
              <a:off x="5653349" y="2216419"/>
              <a:ext cx="17378" cy="123894"/>
            </a:xfrm>
            <a:custGeom>
              <a:rect b="b" l="l" r="r" t="t"/>
              <a:pathLst>
                <a:path extrusionOk="0" h="4741" w="665">
                  <a:moveTo>
                    <a:pt x="1" y="0"/>
                  </a:moveTo>
                  <a:lnTo>
                    <a:pt x="1" y="4741"/>
                  </a:lnTo>
                  <a:lnTo>
                    <a:pt x="299" y="4741"/>
                  </a:lnTo>
                  <a:cubicBezTo>
                    <a:pt x="501" y="4741"/>
                    <a:pt x="664" y="4568"/>
                    <a:pt x="655" y="4356"/>
                  </a:cubicBezTo>
                  <a:lnTo>
                    <a:pt x="424" y="0"/>
                  </a:lnTo>
                  <a:close/>
                </a:path>
              </a:pathLst>
            </a:custGeom>
            <a:solidFill>
              <a:srgbClr val="798FA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7518" name="Google Shape;17518;p45"/>
          <p:cNvGrpSpPr/>
          <p:nvPr/>
        </p:nvGrpSpPr>
        <p:grpSpPr>
          <a:xfrm>
            <a:off x="6181827" y="2279037"/>
            <a:ext cx="360629" cy="282989"/>
            <a:chOff x="6181827" y="2463685"/>
            <a:chExt cx="360629" cy="282989"/>
          </a:xfrm>
        </p:grpSpPr>
        <p:sp>
          <p:nvSpPr>
            <p:cNvPr id="17519" name="Google Shape;17519;p45"/>
            <p:cNvSpPr/>
            <p:nvPr/>
          </p:nvSpPr>
          <p:spPr>
            <a:xfrm>
              <a:off x="6274545" y="2463685"/>
              <a:ext cx="255837" cy="32430"/>
            </a:xfrm>
            <a:custGeom>
              <a:rect b="b" l="l" r="r" t="t"/>
              <a:pathLst>
                <a:path extrusionOk="0" h="1241" w="9790">
                  <a:moveTo>
                    <a:pt x="1" y="0"/>
                  </a:moveTo>
                  <a:cubicBezTo>
                    <a:pt x="645" y="0"/>
                    <a:pt x="1174" y="520"/>
                    <a:pt x="1174" y="1241"/>
                  </a:cubicBezTo>
                  <a:lnTo>
                    <a:pt x="9790" y="1241"/>
                  </a:lnTo>
                  <a:cubicBezTo>
                    <a:pt x="9780" y="520"/>
                    <a:pt x="9261" y="0"/>
                    <a:pt x="8617" y="0"/>
                  </a:cubicBezTo>
                  <a:close/>
                </a:path>
              </a:pathLst>
            </a:custGeom>
            <a:solidFill>
              <a:srgbClr val="D3DCE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520" name="Google Shape;17520;p45"/>
            <p:cNvSpPr/>
            <p:nvPr/>
          </p:nvSpPr>
          <p:spPr>
            <a:xfrm>
              <a:off x="6243891" y="2463685"/>
              <a:ext cx="255837" cy="282989"/>
            </a:xfrm>
            <a:custGeom>
              <a:rect b="b" l="l" r="r" t="t"/>
              <a:pathLst>
                <a:path extrusionOk="0" h="10829" w="9790">
                  <a:moveTo>
                    <a:pt x="1174" y="0"/>
                  </a:moveTo>
                  <a:cubicBezTo>
                    <a:pt x="520" y="0"/>
                    <a:pt x="0" y="520"/>
                    <a:pt x="0" y="1174"/>
                  </a:cubicBezTo>
                  <a:lnTo>
                    <a:pt x="0" y="10828"/>
                  </a:lnTo>
                  <a:lnTo>
                    <a:pt x="7434" y="10828"/>
                  </a:lnTo>
                  <a:cubicBezTo>
                    <a:pt x="8088" y="10828"/>
                    <a:pt x="8607" y="10299"/>
                    <a:pt x="8607" y="9645"/>
                  </a:cubicBezTo>
                  <a:lnTo>
                    <a:pt x="8607" y="1174"/>
                  </a:lnTo>
                  <a:cubicBezTo>
                    <a:pt x="8607" y="520"/>
                    <a:pt x="9136" y="0"/>
                    <a:pt x="9790" y="0"/>
                  </a:cubicBezTo>
                  <a:close/>
                </a:path>
              </a:pathLst>
            </a:custGeom>
            <a:solidFill>
              <a:srgbClr val="E8EDF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521" name="Google Shape;17521;p45"/>
            <p:cNvSpPr/>
            <p:nvPr/>
          </p:nvSpPr>
          <p:spPr>
            <a:xfrm>
              <a:off x="6400190" y="2463685"/>
              <a:ext cx="99277" cy="282989"/>
            </a:xfrm>
            <a:custGeom>
              <a:rect b="b" l="l" r="r" t="t"/>
              <a:pathLst>
                <a:path extrusionOk="0" h="10829" w="3799">
                  <a:moveTo>
                    <a:pt x="2347" y="0"/>
                  </a:moveTo>
                  <a:cubicBezTo>
                    <a:pt x="1693" y="0"/>
                    <a:pt x="1174" y="520"/>
                    <a:pt x="1174" y="1174"/>
                  </a:cubicBezTo>
                  <a:lnTo>
                    <a:pt x="1174" y="9645"/>
                  </a:lnTo>
                  <a:cubicBezTo>
                    <a:pt x="1174" y="10299"/>
                    <a:pt x="645" y="10828"/>
                    <a:pt x="1" y="10828"/>
                  </a:cubicBezTo>
                  <a:lnTo>
                    <a:pt x="1453" y="10828"/>
                  </a:lnTo>
                  <a:cubicBezTo>
                    <a:pt x="2097" y="10828"/>
                    <a:pt x="2626" y="10299"/>
                    <a:pt x="2626" y="9645"/>
                  </a:cubicBezTo>
                  <a:lnTo>
                    <a:pt x="2626" y="1174"/>
                  </a:lnTo>
                  <a:cubicBezTo>
                    <a:pt x="2626" y="520"/>
                    <a:pt x="3155" y="0"/>
                    <a:pt x="3799" y="0"/>
                  </a:cubicBezTo>
                  <a:close/>
                </a:path>
              </a:pathLst>
            </a:custGeom>
            <a:solidFill>
              <a:srgbClr val="DDE4E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522" name="Google Shape;17522;p45"/>
            <p:cNvSpPr/>
            <p:nvPr/>
          </p:nvSpPr>
          <p:spPr>
            <a:xfrm>
              <a:off x="6181827" y="2713982"/>
              <a:ext cx="255576" cy="32692"/>
            </a:xfrm>
            <a:custGeom>
              <a:rect b="b" l="l" r="r" t="t"/>
              <a:pathLst>
                <a:path extrusionOk="0" h="1251" w="9780">
                  <a:moveTo>
                    <a:pt x="0" y="0"/>
                  </a:moveTo>
                  <a:cubicBezTo>
                    <a:pt x="0" y="721"/>
                    <a:pt x="529" y="1250"/>
                    <a:pt x="1173" y="1250"/>
                  </a:cubicBezTo>
                  <a:lnTo>
                    <a:pt x="9780" y="1250"/>
                  </a:lnTo>
                  <a:cubicBezTo>
                    <a:pt x="9136" y="1250"/>
                    <a:pt x="8616" y="731"/>
                    <a:pt x="8607" y="0"/>
                  </a:cubicBezTo>
                  <a:close/>
                </a:path>
              </a:pathLst>
            </a:custGeom>
            <a:solidFill>
              <a:srgbClr val="DDE4E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523" name="Google Shape;17523;p45"/>
            <p:cNvSpPr/>
            <p:nvPr/>
          </p:nvSpPr>
          <p:spPr>
            <a:xfrm>
              <a:off x="6386131" y="2558598"/>
              <a:ext cx="156325" cy="97344"/>
            </a:xfrm>
            <a:custGeom>
              <a:rect b="b" l="l" r="r" t="t"/>
              <a:pathLst>
                <a:path extrusionOk="0" h="3725" w="5982">
                  <a:moveTo>
                    <a:pt x="5756" y="1"/>
                  </a:moveTo>
                  <a:cubicBezTo>
                    <a:pt x="4145" y="1"/>
                    <a:pt x="2045" y="398"/>
                    <a:pt x="971" y="1619"/>
                  </a:cubicBezTo>
                  <a:cubicBezTo>
                    <a:pt x="462" y="2205"/>
                    <a:pt x="241" y="2975"/>
                    <a:pt x="0" y="3725"/>
                  </a:cubicBezTo>
                  <a:cubicBezTo>
                    <a:pt x="673" y="3388"/>
                    <a:pt x="1116" y="3340"/>
                    <a:pt x="2058" y="3052"/>
                  </a:cubicBezTo>
                  <a:cubicBezTo>
                    <a:pt x="2664" y="2869"/>
                    <a:pt x="3923" y="2032"/>
                    <a:pt x="4510" y="1407"/>
                  </a:cubicBezTo>
                  <a:cubicBezTo>
                    <a:pt x="4962" y="907"/>
                    <a:pt x="5452" y="436"/>
                    <a:pt x="5981" y="3"/>
                  </a:cubicBezTo>
                  <a:cubicBezTo>
                    <a:pt x="5907" y="2"/>
                    <a:pt x="5832" y="1"/>
                    <a:pt x="5756" y="1"/>
                  </a:cubicBezTo>
                  <a:close/>
                </a:path>
              </a:pathLst>
            </a:custGeom>
            <a:solidFill>
              <a:srgbClr val="C7D2D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524" name="Google Shape;17524;p45"/>
            <p:cNvSpPr/>
            <p:nvPr/>
          </p:nvSpPr>
          <p:spPr>
            <a:xfrm>
              <a:off x="6386131" y="2558650"/>
              <a:ext cx="156325" cy="97291"/>
            </a:xfrm>
            <a:custGeom>
              <a:rect b="b" l="l" r="r" t="t"/>
              <a:pathLst>
                <a:path extrusionOk="0" h="3723" w="5982">
                  <a:moveTo>
                    <a:pt x="5950" y="1"/>
                  </a:moveTo>
                  <a:cubicBezTo>
                    <a:pt x="4295" y="1"/>
                    <a:pt x="239" y="2977"/>
                    <a:pt x="0" y="3723"/>
                  </a:cubicBezTo>
                  <a:cubicBezTo>
                    <a:pt x="673" y="3386"/>
                    <a:pt x="1116" y="3338"/>
                    <a:pt x="2058" y="3050"/>
                  </a:cubicBezTo>
                  <a:cubicBezTo>
                    <a:pt x="2664" y="2867"/>
                    <a:pt x="3923" y="2030"/>
                    <a:pt x="4510" y="1405"/>
                  </a:cubicBezTo>
                  <a:cubicBezTo>
                    <a:pt x="4962" y="896"/>
                    <a:pt x="5452" y="434"/>
                    <a:pt x="5981" y="1"/>
                  </a:cubicBezTo>
                  <a:cubicBezTo>
                    <a:pt x="5971" y="1"/>
                    <a:pt x="5960" y="1"/>
                    <a:pt x="5950" y="1"/>
                  </a:cubicBezTo>
                  <a:close/>
                </a:path>
              </a:pathLst>
            </a:custGeom>
            <a:solidFill>
              <a:srgbClr val="B3C2C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525" name="Google Shape;17525;p45"/>
            <p:cNvSpPr/>
            <p:nvPr/>
          </p:nvSpPr>
          <p:spPr>
            <a:xfrm>
              <a:off x="6358718" y="2580941"/>
              <a:ext cx="122927" cy="112187"/>
            </a:xfrm>
            <a:custGeom>
              <a:rect b="b" l="l" r="r" t="t"/>
              <a:pathLst>
                <a:path extrusionOk="0" h="4293" w="4704">
                  <a:moveTo>
                    <a:pt x="4636" y="0"/>
                  </a:moveTo>
                  <a:cubicBezTo>
                    <a:pt x="4453" y="0"/>
                    <a:pt x="1729" y="1752"/>
                    <a:pt x="876" y="2774"/>
                  </a:cubicBezTo>
                  <a:cubicBezTo>
                    <a:pt x="645" y="3033"/>
                    <a:pt x="424" y="3302"/>
                    <a:pt x="232" y="3591"/>
                  </a:cubicBezTo>
                  <a:cubicBezTo>
                    <a:pt x="193" y="3649"/>
                    <a:pt x="1" y="4293"/>
                    <a:pt x="1" y="4293"/>
                  </a:cubicBezTo>
                  <a:cubicBezTo>
                    <a:pt x="1" y="4293"/>
                    <a:pt x="549" y="3870"/>
                    <a:pt x="568" y="3812"/>
                  </a:cubicBezTo>
                  <a:cubicBezTo>
                    <a:pt x="751" y="3514"/>
                    <a:pt x="943" y="3226"/>
                    <a:pt x="1165" y="2956"/>
                  </a:cubicBezTo>
                  <a:cubicBezTo>
                    <a:pt x="2001" y="1956"/>
                    <a:pt x="4703" y="110"/>
                    <a:pt x="4646" y="4"/>
                  </a:cubicBezTo>
                  <a:cubicBezTo>
                    <a:pt x="4644" y="2"/>
                    <a:pt x="4641" y="0"/>
                    <a:pt x="4636" y="0"/>
                  </a:cubicBezTo>
                  <a:close/>
                </a:path>
              </a:pathLst>
            </a:custGeom>
            <a:solidFill>
              <a:srgbClr val="8FA1B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526" name="Google Shape;17526;p45"/>
            <p:cNvSpPr/>
            <p:nvPr/>
          </p:nvSpPr>
          <p:spPr>
            <a:xfrm>
              <a:off x="6277576" y="2518955"/>
              <a:ext cx="168868" cy="10584"/>
            </a:xfrm>
            <a:custGeom>
              <a:rect b="b" l="l" r="r" t="t"/>
              <a:pathLst>
                <a:path extrusionOk="0" h="405" w="6462">
                  <a:moveTo>
                    <a:pt x="6202" y="1"/>
                  </a:moveTo>
                  <a:cubicBezTo>
                    <a:pt x="6199" y="1"/>
                    <a:pt x="6196" y="1"/>
                    <a:pt x="6193" y="1"/>
                  </a:cubicBezTo>
                  <a:lnTo>
                    <a:pt x="269" y="1"/>
                  </a:lnTo>
                  <a:cubicBezTo>
                    <a:pt x="0" y="1"/>
                    <a:pt x="0" y="405"/>
                    <a:pt x="269" y="405"/>
                  </a:cubicBezTo>
                  <a:lnTo>
                    <a:pt x="6193" y="405"/>
                  </a:lnTo>
                  <a:cubicBezTo>
                    <a:pt x="6459" y="395"/>
                    <a:pt x="6462" y="1"/>
                    <a:pt x="6202" y="1"/>
                  </a:cubicBezTo>
                  <a:close/>
                </a:path>
              </a:pathLst>
            </a:custGeom>
            <a:solidFill>
              <a:srgbClr val="A3B6C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527" name="Google Shape;17527;p45"/>
            <p:cNvSpPr/>
            <p:nvPr/>
          </p:nvSpPr>
          <p:spPr>
            <a:xfrm>
              <a:off x="6277576" y="2680794"/>
              <a:ext cx="69382" cy="10584"/>
            </a:xfrm>
            <a:custGeom>
              <a:rect b="b" l="l" r="r" t="t"/>
              <a:pathLst>
                <a:path extrusionOk="0" h="405" w="2655">
                  <a:moveTo>
                    <a:pt x="269" y="1"/>
                  </a:moveTo>
                  <a:cubicBezTo>
                    <a:pt x="0" y="1"/>
                    <a:pt x="0" y="405"/>
                    <a:pt x="269" y="405"/>
                  </a:cubicBezTo>
                  <a:lnTo>
                    <a:pt x="2385" y="405"/>
                  </a:lnTo>
                  <a:cubicBezTo>
                    <a:pt x="2654" y="405"/>
                    <a:pt x="2654" y="1"/>
                    <a:pt x="2385" y="1"/>
                  </a:cubicBezTo>
                  <a:close/>
                </a:path>
              </a:pathLst>
            </a:custGeom>
            <a:solidFill>
              <a:srgbClr val="BFCCD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528" name="Google Shape;17528;p45"/>
            <p:cNvSpPr/>
            <p:nvPr/>
          </p:nvSpPr>
          <p:spPr>
            <a:xfrm>
              <a:off x="6277576" y="2626778"/>
              <a:ext cx="91490" cy="10584"/>
            </a:xfrm>
            <a:custGeom>
              <a:rect b="b" l="l" r="r" t="t"/>
              <a:pathLst>
                <a:path extrusionOk="0" h="405" w="3501">
                  <a:moveTo>
                    <a:pt x="269" y="0"/>
                  </a:moveTo>
                  <a:cubicBezTo>
                    <a:pt x="0" y="0"/>
                    <a:pt x="0" y="404"/>
                    <a:pt x="269" y="404"/>
                  </a:cubicBezTo>
                  <a:lnTo>
                    <a:pt x="3231" y="404"/>
                  </a:lnTo>
                  <a:cubicBezTo>
                    <a:pt x="3500" y="404"/>
                    <a:pt x="3500" y="0"/>
                    <a:pt x="3231" y="0"/>
                  </a:cubicBezTo>
                  <a:close/>
                </a:path>
              </a:pathLst>
            </a:custGeom>
            <a:solidFill>
              <a:srgbClr val="A3B6C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529" name="Google Shape;17529;p45"/>
            <p:cNvSpPr/>
            <p:nvPr/>
          </p:nvSpPr>
          <p:spPr>
            <a:xfrm>
              <a:off x="6277576" y="2572736"/>
              <a:ext cx="129173" cy="10584"/>
            </a:xfrm>
            <a:custGeom>
              <a:rect b="b" l="l" r="r" t="t"/>
              <a:pathLst>
                <a:path extrusionOk="0" h="405" w="4943">
                  <a:moveTo>
                    <a:pt x="269" y="1"/>
                  </a:moveTo>
                  <a:cubicBezTo>
                    <a:pt x="0" y="1"/>
                    <a:pt x="0" y="405"/>
                    <a:pt x="269" y="405"/>
                  </a:cubicBezTo>
                  <a:lnTo>
                    <a:pt x="4673" y="405"/>
                  </a:lnTo>
                  <a:cubicBezTo>
                    <a:pt x="4943" y="405"/>
                    <a:pt x="4943" y="1"/>
                    <a:pt x="4673" y="1"/>
                  </a:cubicBezTo>
                  <a:close/>
                </a:path>
              </a:pathLst>
            </a:custGeom>
            <a:solidFill>
              <a:srgbClr val="BFCCD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7530" name="Google Shape;17530;p45"/>
          <p:cNvGrpSpPr/>
          <p:nvPr/>
        </p:nvGrpSpPr>
        <p:grpSpPr>
          <a:xfrm>
            <a:off x="5346292" y="3156044"/>
            <a:ext cx="291247" cy="360630"/>
            <a:chOff x="5346292" y="3340691"/>
            <a:chExt cx="291247" cy="360629"/>
          </a:xfrm>
        </p:grpSpPr>
        <p:sp>
          <p:nvSpPr>
            <p:cNvPr id="17531" name="Google Shape;17531;p45"/>
            <p:cNvSpPr/>
            <p:nvPr/>
          </p:nvSpPr>
          <p:spPr>
            <a:xfrm>
              <a:off x="5479202" y="3340691"/>
              <a:ext cx="25166" cy="31934"/>
            </a:xfrm>
            <a:custGeom>
              <a:rect b="b" l="l" r="r" t="t"/>
              <a:pathLst>
                <a:path extrusionOk="0" h="1222" w="963">
                  <a:moveTo>
                    <a:pt x="116" y="0"/>
                  </a:moveTo>
                  <a:cubicBezTo>
                    <a:pt x="59" y="0"/>
                    <a:pt x="1" y="48"/>
                    <a:pt x="1" y="106"/>
                  </a:cubicBezTo>
                  <a:lnTo>
                    <a:pt x="1" y="1222"/>
                  </a:lnTo>
                  <a:lnTo>
                    <a:pt x="962" y="1222"/>
                  </a:lnTo>
                  <a:lnTo>
                    <a:pt x="962" y="106"/>
                  </a:lnTo>
                  <a:cubicBezTo>
                    <a:pt x="962" y="48"/>
                    <a:pt x="914" y="0"/>
                    <a:pt x="857" y="0"/>
                  </a:cubicBezTo>
                  <a:close/>
                </a:path>
              </a:pathLst>
            </a:custGeom>
            <a:solidFill>
              <a:srgbClr val="98ADB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532" name="Google Shape;17532;p45"/>
            <p:cNvSpPr/>
            <p:nvPr/>
          </p:nvSpPr>
          <p:spPr>
            <a:xfrm>
              <a:off x="5492033" y="3340691"/>
              <a:ext cx="12596" cy="31934"/>
            </a:xfrm>
            <a:custGeom>
              <a:rect b="b" l="l" r="r" t="t"/>
              <a:pathLst>
                <a:path extrusionOk="0" h="1222" w="482">
                  <a:moveTo>
                    <a:pt x="0" y="0"/>
                  </a:moveTo>
                  <a:lnTo>
                    <a:pt x="0" y="1222"/>
                  </a:lnTo>
                  <a:lnTo>
                    <a:pt x="481" y="1222"/>
                  </a:lnTo>
                  <a:lnTo>
                    <a:pt x="481" y="116"/>
                  </a:lnTo>
                  <a:cubicBezTo>
                    <a:pt x="481" y="48"/>
                    <a:pt x="433" y="0"/>
                    <a:pt x="366" y="0"/>
                  </a:cubicBezTo>
                  <a:close/>
                </a:path>
              </a:pathLst>
            </a:custGeom>
            <a:solidFill>
              <a:srgbClr val="778DA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533" name="Google Shape;17533;p45"/>
            <p:cNvSpPr/>
            <p:nvPr/>
          </p:nvSpPr>
          <p:spPr>
            <a:xfrm>
              <a:off x="5427199" y="3605048"/>
              <a:ext cx="132204" cy="11342"/>
            </a:xfrm>
            <a:custGeom>
              <a:rect b="b" l="l" r="r" t="t"/>
              <a:pathLst>
                <a:path extrusionOk="0" h="434" w="5059">
                  <a:moveTo>
                    <a:pt x="0" y="0"/>
                  </a:moveTo>
                  <a:lnTo>
                    <a:pt x="0" y="433"/>
                  </a:lnTo>
                  <a:lnTo>
                    <a:pt x="5058" y="433"/>
                  </a:lnTo>
                  <a:lnTo>
                    <a:pt x="5058" y="0"/>
                  </a:lnTo>
                  <a:close/>
                </a:path>
              </a:pathLst>
            </a:custGeom>
            <a:solidFill>
              <a:srgbClr val="98ADB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534" name="Google Shape;17534;p45"/>
            <p:cNvSpPr/>
            <p:nvPr/>
          </p:nvSpPr>
          <p:spPr>
            <a:xfrm>
              <a:off x="5480718" y="3463566"/>
              <a:ext cx="22396" cy="205323"/>
            </a:xfrm>
            <a:custGeom>
              <a:rect b="b" l="l" r="r" t="t"/>
              <a:pathLst>
                <a:path extrusionOk="0" h="7857" w="857">
                  <a:moveTo>
                    <a:pt x="1" y="1"/>
                  </a:moveTo>
                  <a:lnTo>
                    <a:pt x="1" y="7636"/>
                  </a:lnTo>
                  <a:cubicBezTo>
                    <a:pt x="1" y="7761"/>
                    <a:pt x="106" y="7857"/>
                    <a:pt x="222" y="7857"/>
                  </a:cubicBezTo>
                  <a:lnTo>
                    <a:pt x="635" y="7857"/>
                  </a:lnTo>
                  <a:cubicBezTo>
                    <a:pt x="760" y="7857"/>
                    <a:pt x="856" y="7761"/>
                    <a:pt x="856" y="7636"/>
                  </a:cubicBezTo>
                  <a:lnTo>
                    <a:pt x="856" y="1"/>
                  </a:lnTo>
                  <a:close/>
                </a:path>
              </a:pathLst>
            </a:custGeom>
            <a:solidFill>
              <a:srgbClr val="98ADB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535" name="Google Shape;17535;p45"/>
            <p:cNvSpPr/>
            <p:nvPr/>
          </p:nvSpPr>
          <p:spPr>
            <a:xfrm>
              <a:off x="5486493" y="3463566"/>
              <a:ext cx="16620" cy="205323"/>
            </a:xfrm>
            <a:custGeom>
              <a:rect b="b" l="l" r="r" t="t"/>
              <a:pathLst>
                <a:path extrusionOk="0" h="7857" w="636">
                  <a:moveTo>
                    <a:pt x="212" y="1"/>
                  </a:moveTo>
                  <a:lnTo>
                    <a:pt x="212" y="7636"/>
                  </a:lnTo>
                  <a:cubicBezTo>
                    <a:pt x="212" y="7761"/>
                    <a:pt x="116" y="7857"/>
                    <a:pt x="1" y="7857"/>
                  </a:cubicBezTo>
                  <a:lnTo>
                    <a:pt x="414" y="7857"/>
                  </a:lnTo>
                  <a:cubicBezTo>
                    <a:pt x="539" y="7857"/>
                    <a:pt x="635" y="7761"/>
                    <a:pt x="635" y="7636"/>
                  </a:cubicBezTo>
                  <a:lnTo>
                    <a:pt x="635" y="1"/>
                  </a:lnTo>
                  <a:close/>
                </a:path>
              </a:pathLst>
            </a:custGeom>
            <a:solidFill>
              <a:srgbClr val="778DA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536" name="Google Shape;17536;p45"/>
            <p:cNvSpPr/>
            <p:nvPr/>
          </p:nvSpPr>
          <p:spPr>
            <a:xfrm>
              <a:off x="5502068" y="3448488"/>
              <a:ext cx="96795" cy="252832"/>
            </a:xfrm>
            <a:custGeom>
              <a:rect b="b" l="l" r="r" t="t"/>
              <a:pathLst>
                <a:path extrusionOk="0" h="9675" w="3704">
                  <a:moveTo>
                    <a:pt x="1" y="1"/>
                  </a:moveTo>
                  <a:lnTo>
                    <a:pt x="2780" y="9521"/>
                  </a:lnTo>
                  <a:cubicBezTo>
                    <a:pt x="2809" y="9617"/>
                    <a:pt x="2895" y="9674"/>
                    <a:pt x="2992" y="9674"/>
                  </a:cubicBezTo>
                  <a:lnTo>
                    <a:pt x="3453" y="9674"/>
                  </a:lnTo>
                  <a:cubicBezTo>
                    <a:pt x="3597" y="9674"/>
                    <a:pt x="3703" y="9540"/>
                    <a:pt x="3655" y="9396"/>
                  </a:cubicBezTo>
                  <a:lnTo>
                    <a:pt x="914" y="1"/>
                  </a:lnTo>
                  <a:close/>
                </a:path>
              </a:pathLst>
            </a:custGeom>
            <a:solidFill>
              <a:srgbClr val="D5DDE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537" name="Google Shape;17537;p45"/>
            <p:cNvSpPr/>
            <p:nvPr/>
          </p:nvSpPr>
          <p:spPr>
            <a:xfrm>
              <a:off x="5514141" y="3448488"/>
              <a:ext cx="84722" cy="252832"/>
            </a:xfrm>
            <a:custGeom>
              <a:rect b="b" l="l" r="r" t="t"/>
              <a:pathLst>
                <a:path extrusionOk="0" h="9675" w="3242">
                  <a:moveTo>
                    <a:pt x="1" y="1"/>
                  </a:moveTo>
                  <a:lnTo>
                    <a:pt x="2741" y="9396"/>
                  </a:lnTo>
                  <a:cubicBezTo>
                    <a:pt x="2780" y="9540"/>
                    <a:pt x="2674" y="9674"/>
                    <a:pt x="2530" y="9674"/>
                  </a:cubicBezTo>
                  <a:lnTo>
                    <a:pt x="2991" y="9674"/>
                  </a:lnTo>
                  <a:cubicBezTo>
                    <a:pt x="3135" y="9674"/>
                    <a:pt x="3241" y="9540"/>
                    <a:pt x="3193" y="9396"/>
                  </a:cubicBezTo>
                  <a:lnTo>
                    <a:pt x="452" y="1"/>
                  </a:lnTo>
                  <a:close/>
                </a:path>
              </a:pathLst>
            </a:custGeom>
            <a:solidFill>
              <a:srgbClr val="CAD5D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538" name="Google Shape;17538;p45"/>
            <p:cNvSpPr/>
            <p:nvPr/>
          </p:nvSpPr>
          <p:spPr>
            <a:xfrm>
              <a:off x="5385230" y="3448488"/>
              <a:ext cx="96533" cy="252832"/>
            </a:xfrm>
            <a:custGeom>
              <a:rect b="b" l="l" r="r" t="t"/>
              <a:pathLst>
                <a:path extrusionOk="0" h="9675" w="3694">
                  <a:moveTo>
                    <a:pt x="2780" y="1"/>
                  </a:moveTo>
                  <a:lnTo>
                    <a:pt x="39" y="9396"/>
                  </a:lnTo>
                  <a:cubicBezTo>
                    <a:pt x="0" y="9540"/>
                    <a:pt x="106" y="9674"/>
                    <a:pt x="251" y="9674"/>
                  </a:cubicBezTo>
                  <a:lnTo>
                    <a:pt x="702" y="9674"/>
                  </a:lnTo>
                  <a:cubicBezTo>
                    <a:pt x="799" y="9674"/>
                    <a:pt x="885" y="9617"/>
                    <a:pt x="914" y="9521"/>
                  </a:cubicBezTo>
                  <a:lnTo>
                    <a:pt x="3693" y="1"/>
                  </a:lnTo>
                  <a:close/>
                </a:path>
              </a:pathLst>
            </a:custGeom>
            <a:solidFill>
              <a:srgbClr val="D5DDE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539" name="Google Shape;17539;p45"/>
            <p:cNvSpPr/>
            <p:nvPr/>
          </p:nvSpPr>
          <p:spPr>
            <a:xfrm>
              <a:off x="5391502" y="3448488"/>
              <a:ext cx="90262" cy="252832"/>
            </a:xfrm>
            <a:custGeom>
              <a:rect b="b" l="l" r="r" t="t"/>
              <a:pathLst>
                <a:path extrusionOk="0" h="9675" w="3454">
                  <a:moveTo>
                    <a:pt x="2972" y="1"/>
                  </a:moveTo>
                  <a:lnTo>
                    <a:pt x="203" y="9521"/>
                  </a:lnTo>
                  <a:cubicBezTo>
                    <a:pt x="174" y="9607"/>
                    <a:pt x="87" y="9674"/>
                    <a:pt x="1" y="9674"/>
                  </a:cubicBezTo>
                  <a:lnTo>
                    <a:pt x="462" y="9674"/>
                  </a:lnTo>
                  <a:cubicBezTo>
                    <a:pt x="559" y="9674"/>
                    <a:pt x="645" y="9607"/>
                    <a:pt x="674" y="9521"/>
                  </a:cubicBezTo>
                  <a:lnTo>
                    <a:pt x="3453" y="1"/>
                  </a:lnTo>
                  <a:close/>
                </a:path>
              </a:pathLst>
            </a:custGeom>
            <a:solidFill>
              <a:srgbClr val="CAD5D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540" name="Google Shape;17540;p45"/>
            <p:cNvSpPr/>
            <p:nvPr/>
          </p:nvSpPr>
          <p:spPr>
            <a:xfrm>
              <a:off x="5490518" y="3549751"/>
              <a:ext cx="3031" cy="2300"/>
            </a:xfrm>
            <a:custGeom>
              <a:rect b="b" l="l" r="r" t="t"/>
              <a:pathLst>
                <a:path extrusionOk="0" h="88" w="116">
                  <a:moveTo>
                    <a:pt x="58" y="1"/>
                  </a:moveTo>
                  <a:cubicBezTo>
                    <a:pt x="1" y="1"/>
                    <a:pt x="1" y="87"/>
                    <a:pt x="58" y="87"/>
                  </a:cubicBezTo>
                  <a:cubicBezTo>
                    <a:pt x="116" y="87"/>
                    <a:pt x="116" y="1"/>
                    <a:pt x="58" y="1"/>
                  </a:cubicBezTo>
                  <a:close/>
                </a:path>
              </a:pathLst>
            </a:custGeom>
            <a:solidFill>
              <a:srgbClr val="8C9EA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541" name="Google Shape;17541;p45"/>
            <p:cNvSpPr/>
            <p:nvPr/>
          </p:nvSpPr>
          <p:spPr>
            <a:xfrm>
              <a:off x="5360352" y="3373357"/>
              <a:ext cx="263128" cy="180210"/>
            </a:xfrm>
            <a:custGeom>
              <a:rect b="b" l="l" r="r" t="t"/>
              <a:pathLst>
                <a:path extrusionOk="0" h="6896" w="10069">
                  <a:moveTo>
                    <a:pt x="202" y="0"/>
                  </a:moveTo>
                  <a:cubicBezTo>
                    <a:pt x="97" y="0"/>
                    <a:pt x="1" y="87"/>
                    <a:pt x="1" y="202"/>
                  </a:cubicBezTo>
                  <a:lnTo>
                    <a:pt x="1" y="6703"/>
                  </a:lnTo>
                  <a:cubicBezTo>
                    <a:pt x="1" y="6809"/>
                    <a:pt x="97" y="6895"/>
                    <a:pt x="202" y="6895"/>
                  </a:cubicBezTo>
                  <a:lnTo>
                    <a:pt x="9867" y="6895"/>
                  </a:lnTo>
                  <a:cubicBezTo>
                    <a:pt x="9871" y="6896"/>
                    <a:pt x="9876" y="6896"/>
                    <a:pt x="9881" y="6896"/>
                  </a:cubicBezTo>
                  <a:cubicBezTo>
                    <a:pt x="9981" y="6896"/>
                    <a:pt x="10068" y="6804"/>
                    <a:pt x="10068" y="6703"/>
                  </a:cubicBezTo>
                  <a:lnTo>
                    <a:pt x="10068" y="202"/>
                  </a:lnTo>
                  <a:cubicBezTo>
                    <a:pt x="10068" y="87"/>
                    <a:pt x="9972" y="0"/>
                    <a:pt x="9867" y="0"/>
                  </a:cubicBezTo>
                  <a:close/>
                </a:path>
              </a:pathLst>
            </a:custGeom>
            <a:solidFill>
              <a:srgbClr val="CBD5D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542" name="Google Shape;17542;p45"/>
            <p:cNvSpPr/>
            <p:nvPr/>
          </p:nvSpPr>
          <p:spPr>
            <a:xfrm>
              <a:off x="5579237" y="3373357"/>
              <a:ext cx="44242" cy="180210"/>
            </a:xfrm>
            <a:custGeom>
              <a:rect b="b" l="l" r="r" t="t"/>
              <a:pathLst>
                <a:path extrusionOk="0" h="6896" w="1693">
                  <a:moveTo>
                    <a:pt x="0" y="0"/>
                  </a:moveTo>
                  <a:cubicBezTo>
                    <a:pt x="106" y="0"/>
                    <a:pt x="202" y="87"/>
                    <a:pt x="202" y="202"/>
                  </a:cubicBezTo>
                  <a:lnTo>
                    <a:pt x="202" y="6693"/>
                  </a:lnTo>
                  <a:cubicBezTo>
                    <a:pt x="202" y="6809"/>
                    <a:pt x="106" y="6895"/>
                    <a:pt x="0" y="6895"/>
                  </a:cubicBezTo>
                  <a:lnTo>
                    <a:pt x="1491" y="6895"/>
                  </a:lnTo>
                  <a:cubicBezTo>
                    <a:pt x="1596" y="6895"/>
                    <a:pt x="1692" y="6809"/>
                    <a:pt x="1692" y="6693"/>
                  </a:cubicBezTo>
                  <a:lnTo>
                    <a:pt x="1692" y="202"/>
                  </a:lnTo>
                  <a:cubicBezTo>
                    <a:pt x="1692" y="87"/>
                    <a:pt x="1596" y="0"/>
                    <a:pt x="1491" y="0"/>
                  </a:cubicBezTo>
                  <a:close/>
                </a:path>
              </a:pathLst>
            </a:custGeom>
            <a:solidFill>
              <a:srgbClr val="ABBCC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543" name="Google Shape;17543;p45"/>
            <p:cNvSpPr/>
            <p:nvPr/>
          </p:nvSpPr>
          <p:spPr>
            <a:xfrm>
              <a:off x="5459603" y="3362303"/>
              <a:ext cx="64364" cy="22134"/>
            </a:xfrm>
            <a:custGeom>
              <a:rect b="b" l="l" r="r" t="t"/>
              <a:pathLst>
                <a:path extrusionOk="0" h="847" w="2463">
                  <a:moveTo>
                    <a:pt x="97" y="0"/>
                  </a:moveTo>
                  <a:cubicBezTo>
                    <a:pt x="39" y="0"/>
                    <a:pt x="1" y="48"/>
                    <a:pt x="1" y="97"/>
                  </a:cubicBezTo>
                  <a:lnTo>
                    <a:pt x="1" y="750"/>
                  </a:lnTo>
                  <a:cubicBezTo>
                    <a:pt x="1" y="808"/>
                    <a:pt x="39" y="847"/>
                    <a:pt x="97" y="847"/>
                  </a:cubicBezTo>
                  <a:lnTo>
                    <a:pt x="2376" y="847"/>
                  </a:lnTo>
                  <a:cubicBezTo>
                    <a:pt x="2424" y="847"/>
                    <a:pt x="2463" y="808"/>
                    <a:pt x="2463" y="750"/>
                  </a:cubicBezTo>
                  <a:lnTo>
                    <a:pt x="2463" y="97"/>
                  </a:lnTo>
                  <a:cubicBezTo>
                    <a:pt x="2463" y="48"/>
                    <a:pt x="2424" y="0"/>
                    <a:pt x="2376" y="0"/>
                  </a:cubicBezTo>
                  <a:close/>
                </a:path>
              </a:pathLst>
            </a:custGeom>
            <a:solidFill>
              <a:srgbClr val="D5DDE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544" name="Google Shape;17544;p45"/>
            <p:cNvSpPr/>
            <p:nvPr/>
          </p:nvSpPr>
          <p:spPr>
            <a:xfrm>
              <a:off x="5385988" y="3413314"/>
              <a:ext cx="215123" cy="108842"/>
            </a:xfrm>
            <a:custGeom>
              <a:rect b="b" l="l" r="r" t="t"/>
              <a:pathLst>
                <a:path extrusionOk="0" h="4165" w="8232">
                  <a:moveTo>
                    <a:pt x="5289" y="0"/>
                  </a:moveTo>
                  <a:lnTo>
                    <a:pt x="2751" y="3260"/>
                  </a:lnTo>
                  <a:lnTo>
                    <a:pt x="1779" y="1876"/>
                  </a:lnTo>
                  <a:lnTo>
                    <a:pt x="0" y="4164"/>
                  </a:lnTo>
                  <a:lnTo>
                    <a:pt x="8232" y="4164"/>
                  </a:lnTo>
                  <a:lnTo>
                    <a:pt x="5289" y="0"/>
                  </a:lnTo>
                  <a:close/>
                </a:path>
              </a:pathLst>
            </a:custGeom>
            <a:solidFill>
              <a:srgbClr val="41586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545" name="Google Shape;17545;p45"/>
            <p:cNvSpPr/>
            <p:nvPr/>
          </p:nvSpPr>
          <p:spPr>
            <a:xfrm>
              <a:off x="5432477" y="3462312"/>
              <a:ext cx="41995" cy="59843"/>
            </a:xfrm>
            <a:custGeom>
              <a:rect b="b" l="l" r="r" t="t"/>
              <a:pathLst>
                <a:path extrusionOk="0" h="2290" w="1607">
                  <a:moveTo>
                    <a:pt x="0" y="1"/>
                  </a:moveTo>
                  <a:lnTo>
                    <a:pt x="683" y="2289"/>
                  </a:lnTo>
                  <a:lnTo>
                    <a:pt x="1606" y="2289"/>
                  </a:lnTo>
                  <a:lnTo>
                    <a:pt x="0" y="1"/>
                  </a:lnTo>
                  <a:close/>
                </a:path>
              </a:pathLst>
            </a:custGeom>
            <a:solidFill>
              <a:srgbClr val="3B536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546" name="Google Shape;17546;p45"/>
            <p:cNvSpPr/>
            <p:nvPr/>
          </p:nvSpPr>
          <p:spPr>
            <a:xfrm>
              <a:off x="5524202" y="3413314"/>
              <a:ext cx="76908" cy="108842"/>
            </a:xfrm>
            <a:custGeom>
              <a:rect b="b" l="l" r="r" t="t"/>
              <a:pathLst>
                <a:path extrusionOk="0" h="4165" w="2943">
                  <a:moveTo>
                    <a:pt x="0" y="0"/>
                  </a:moveTo>
                  <a:lnTo>
                    <a:pt x="1346" y="4164"/>
                  </a:lnTo>
                  <a:lnTo>
                    <a:pt x="2943" y="4164"/>
                  </a:lnTo>
                  <a:lnTo>
                    <a:pt x="0" y="0"/>
                  </a:lnTo>
                  <a:close/>
                </a:path>
              </a:pathLst>
            </a:custGeom>
            <a:solidFill>
              <a:srgbClr val="3B536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547" name="Google Shape;17547;p45"/>
            <p:cNvSpPr/>
            <p:nvPr/>
          </p:nvSpPr>
          <p:spPr>
            <a:xfrm>
              <a:off x="5360352" y="3522129"/>
              <a:ext cx="263128" cy="31437"/>
            </a:xfrm>
            <a:custGeom>
              <a:rect b="b" l="l" r="r" t="t"/>
              <a:pathLst>
                <a:path extrusionOk="0" h="1203" w="10069">
                  <a:moveTo>
                    <a:pt x="1" y="0"/>
                  </a:moveTo>
                  <a:lnTo>
                    <a:pt x="1" y="1010"/>
                  </a:lnTo>
                  <a:cubicBezTo>
                    <a:pt x="1" y="1116"/>
                    <a:pt x="97" y="1202"/>
                    <a:pt x="202" y="1202"/>
                  </a:cubicBezTo>
                  <a:lnTo>
                    <a:pt x="9867" y="1202"/>
                  </a:lnTo>
                  <a:cubicBezTo>
                    <a:pt x="9972" y="1202"/>
                    <a:pt x="10068" y="1116"/>
                    <a:pt x="10068" y="1010"/>
                  </a:cubicBezTo>
                  <a:lnTo>
                    <a:pt x="10068" y="0"/>
                  </a:lnTo>
                  <a:close/>
                </a:path>
              </a:pathLst>
            </a:custGeom>
            <a:solidFill>
              <a:srgbClr val="D5DDE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548" name="Google Shape;17548;p45"/>
            <p:cNvSpPr/>
            <p:nvPr/>
          </p:nvSpPr>
          <p:spPr>
            <a:xfrm>
              <a:off x="5360613" y="3522129"/>
              <a:ext cx="262867" cy="31437"/>
            </a:xfrm>
            <a:custGeom>
              <a:rect b="b" l="l" r="r" t="t"/>
              <a:pathLst>
                <a:path extrusionOk="0" h="1203" w="10059">
                  <a:moveTo>
                    <a:pt x="8568" y="0"/>
                  </a:moveTo>
                  <a:lnTo>
                    <a:pt x="8568" y="346"/>
                  </a:lnTo>
                  <a:cubicBezTo>
                    <a:pt x="8568" y="462"/>
                    <a:pt x="8472" y="558"/>
                    <a:pt x="8356" y="558"/>
                  </a:cubicBezTo>
                  <a:lnTo>
                    <a:pt x="202" y="558"/>
                  </a:lnTo>
                  <a:cubicBezTo>
                    <a:pt x="87" y="519"/>
                    <a:pt x="10" y="423"/>
                    <a:pt x="0" y="308"/>
                  </a:cubicBezTo>
                  <a:lnTo>
                    <a:pt x="0" y="1010"/>
                  </a:lnTo>
                  <a:cubicBezTo>
                    <a:pt x="0" y="1116"/>
                    <a:pt x="87" y="1202"/>
                    <a:pt x="202" y="1202"/>
                  </a:cubicBezTo>
                  <a:lnTo>
                    <a:pt x="9857" y="1202"/>
                  </a:lnTo>
                  <a:cubicBezTo>
                    <a:pt x="9972" y="1202"/>
                    <a:pt x="10058" y="1116"/>
                    <a:pt x="10058" y="1010"/>
                  </a:cubicBezTo>
                  <a:lnTo>
                    <a:pt x="10058" y="0"/>
                  </a:lnTo>
                  <a:close/>
                </a:path>
              </a:pathLst>
            </a:custGeom>
            <a:solidFill>
              <a:srgbClr val="CAD5D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549" name="Google Shape;17549;p45"/>
            <p:cNvSpPr/>
            <p:nvPr/>
          </p:nvSpPr>
          <p:spPr>
            <a:xfrm>
              <a:off x="5346292" y="3545753"/>
              <a:ext cx="291247" cy="21873"/>
            </a:xfrm>
            <a:custGeom>
              <a:rect b="b" l="l" r="r" t="t"/>
              <a:pathLst>
                <a:path extrusionOk="0" h="837" w="11145">
                  <a:moveTo>
                    <a:pt x="154" y="0"/>
                  </a:moveTo>
                  <a:cubicBezTo>
                    <a:pt x="67" y="0"/>
                    <a:pt x="0" y="67"/>
                    <a:pt x="0" y="144"/>
                  </a:cubicBezTo>
                  <a:lnTo>
                    <a:pt x="0" y="692"/>
                  </a:lnTo>
                  <a:cubicBezTo>
                    <a:pt x="0" y="769"/>
                    <a:pt x="67" y="837"/>
                    <a:pt x="154" y="837"/>
                  </a:cubicBezTo>
                  <a:lnTo>
                    <a:pt x="11001" y="837"/>
                  </a:lnTo>
                  <a:cubicBezTo>
                    <a:pt x="11078" y="837"/>
                    <a:pt x="11145" y="769"/>
                    <a:pt x="11145" y="692"/>
                  </a:cubicBezTo>
                  <a:lnTo>
                    <a:pt x="11145" y="144"/>
                  </a:lnTo>
                  <a:cubicBezTo>
                    <a:pt x="11145" y="67"/>
                    <a:pt x="11078" y="0"/>
                    <a:pt x="11001" y="0"/>
                  </a:cubicBezTo>
                  <a:close/>
                </a:path>
              </a:pathLst>
            </a:custGeom>
            <a:solidFill>
              <a:srgbClr val="98ADB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550" name="Google Shape;17550;p45"/>
            <p:cNvSpPr/>
            <p:nvPr/>
          </p:nvSpPr>
          <p:spPr>
            <a:xfrm>
              <a:off x="5346292" y="3545753"/>
              <a:ext cx="291247" cy="21873"/>
            </a:xfrm>
            <a:custGeom>
              <a:rect b="b" l="l" r="r" t="t"/>
              <a:pathLst>
                <a:path extrusionOk="0" h="837" w="11145">
                  <a:moveTo>
                    <a:pt x="9655" y="0"/>
                  </a:moveTo>
                  <a:lnTo>
                    <a:pt x="9655" y="231"/>
                  </a:lnTo>
                  <a:cubicBezTo>
                    <a:pt x="9655" y="385"/>
                    <a:pt x="9529" y="519"/>
                    <a:pt x="9366" y="519"/>
                  </a:cubicBezTo>
                  <a:lnTo>
                    <a:pt x="154" y="519"/>
                  </a:lnTo>
                  <a:cubicBezTo>
                    <a:pt x="67" y="519"/>
                    <a:pt x="0" y="452"/>
                    <a:pt x="0" y="365"/>
                  </a:cubicBezTo>
                  <a:lnTo>
                    <a:pt x="0" y="692"/>
                  </a:lnTo>
                  <a:cubicBezTo>
                    <a:pt x="0" y="769"/>
                    <a:pt x="67" y="837"/>
                    <a:pt x="154" y="837"/>
                  </a:cubicBezTo>
                  <a:lnTo>
                    <a:pt x="11001" y="837"/>
                  </a:lnTo>
                  <a:cubicBezTo>
                    <a:pt x="11078" y="837"/>
                    <a:pt x="11145" y="769"/>
                    <a:pt x="11145" y="692"/>
                  </a:cubicBezTo>
                  <a:lnTo>
                    <a:pt x="11145" y="144"/>
                  </a:lnTo>
                  <a:cubicBezTo>
                    <a:pt x="11145" y="67"/>
                    <a:pt x="11078" y="0"/>
                    <a:pt x="11001" y="0"/>
                  </a:cubicBezTo>
                  <a:close/>
                </a:path>
              </a:pathLst>
            </a:custGeom>
            <a:solidFill>
              <a:srgbClr val="778DA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551" name="Google Shape;17551;p45"/>
            <p:cNvSpPr/>
            <p:nvPr/>
          </p:nvSpPr>
          <p:spPr>
            <a:xfrm>
              <a:off x="5490256" y="3413314"/>
              <a:ext cx="69147" cy="51533"/>
            </a:xfrm>
            <a:custGeom>
              <a:rect b="b" l="l" r="r" t="t"/>
              <a:pathLst>
                <a:path extrusionOk="0" h="1972" w="2646">
                  <a:moveTo>
                    <a:pt x="1299" y="0"/>
                  </a:moveTo>
                  <a:lnTo>
                    <a:pt x="1" y="1674"/>
                  </a:lnTo>
                  <a:lnTo>
                    <a:pt x="1" y="1674"/>
                  </a:lnTo>
                  <a:lnTo>
                    <a:pt x="866" y="1395"/>
                  </a:lnTo>
                  <a:lnTo>
                    <a:pt x="1299" y="1972"/>
                  </a:lnTo>
                  <a:lnTo>
                    <a:pt x="1597" y="1347"/>
                  </a:lnTo>
                  <a:lnTo>
                    <a:pt x="2645" y="1895"/>
                  </a:lnTo>
                  <a:lnTo>
                    <a:pt x="1299" y="0"/>
                  </a:ln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552" name="Google Shape;17552;p45"/>
            <p:cNvSpPr/>
            <p:nvPr/>
          </p:nvSpPr>
          <p:spPr>
            <a:xfrm>
              <a:off x="5524202" y="3413314"/>
              <a:ext cx="35200" cy="49521"/>
            </a:xfrm>
            <a:custGeom>
              <a:rect b="b" l="l" r="r" t="t"/>
              <a:pathLst>
                <a:path extrusionOk="0" h="1895" w="1347">
                  <a:moveTo>
                    <a:pt x="0" y="0"/>
                  </a:moveTo>
                  <a:lnTo>
                    <a:pt x="462" y="1433"/>
                  </a:lnTo>
                  <a:lnTo>
                    <a:pt x="1346" y="1895"/>
                  </a:lnTo>
                  <a:lnTo>
                    <a:pt x="0" y="0"/>
                  </a:lnTo>
                  <a:close/>
                </a:path>
              </a:pathLst>
            </a:custGeom>
            <a:solidFill>
              <a:srgbClr val="DDE4E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553" name="Google Shape;17553;p45"/>
            <p:cNvSpPr/>
            <p:nvPr/>
          </p:nvSpPr>
          <p:spPr>
            <a:xfrm>
              <a:off x="5406580" y="3462312"/>
              <a:ext cx="42491" cy="39721"/>
            </a:xfrm>
            <a:custGeom>
              <a:rect b="b" l="l" r="r" t="t"/>
              <a:pathLst>
                <a:path extrusionOk="0" h="1520" w="1626">
                  <a:moveTo>
                    <a:pt x="991" y="1"/>
                  </a:moveTo>
                  <a:lnTo>
                    <a:pt x="1" y="1270"/>
                  </a:lnTo>
                  <a:lnTo>
                    <a:pt x="722" y="1145"/>
                  </a:lnTo>
                  <a:lnTo>
                    <a:pt x="982" y="1520"/>
                  </a:lnTo>
                  <a:lnTo>
                    <a:pt x="1626" y="904"/>
                  </a:lnTo>
                  <a:lnTo>
                    <a:pt x="991" y="1"/>
                  </a:ln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554" name="Google Shape;17554;p45"/>
            <p:cNvSpPr/>
            <p:nvPr/>
          </p:nvSpPr>
          <p:spPr>
            <a:xfrm>
              <a:off x="5432477" y="3462312"/>
              <a:ext cx="16594" cy="30680"/>
            </a:xfrm>
            <a:custGeom>
              <a:rect b="b" l="l" r="r" t="t"/>
              <a:pathLst>
                <a:path extrusionOk="0" h="1174" w="635">
                  <a:moveTo>
                    <a:pt x="0" y="1"/>
                  </a:moveTo>
                  <a:lnTo>
                    <a:pt x="346" y="1174"/>
                  </a:lnTo>
                  <a:lnTo>
                    <a:pt x="635" y="904"/>
                  </a:lnTo>
                  <a:lnTo>
                    <a:pt x="0" y="1"/>
                  </a:lnTo>
                  <a:close/>
                </a:path>
              </a:pathLst>
            </a:custGeom>
            <a:solidFill>
              <a:srgbClr val="DDE4E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555" name="Google Shape;17555;p45"/>
            <p:cNvSpPr/>
            <p:nvPr/>
          </p:nvSpPr>
          <p:spPr>
            <a:xfrm>
              <a:off x="5491772" y="3362303"/>
              <a:ext cx="32195" cy="22134"/>
            </a:xfrm>
            <a:custGeom>
              <a:rect b="b" l="l" r="r" t="t"/>
              <a:pathLst>
                <a:path extrusionOk="0" h="847" w="1232">
                  <a:moveTo>
                    <a:pt x="1" y="0"/>
                  </a:moveTo>
                  <a:lnTo>
                    <a:pt x="1" y="847"/>
                  </a:lnTo>
                  <a:lnTo>
                    <a:pt x="1145" y="847"/>
                  </a:lnTo>
                  <a:cubicBezTo>
                    <a:pt x="1193" y="847"/>
                    <a:pt x="1232" y="808"/>
                    <a:pt x="1232" y="760"/>
                  </a:cubicBezTo>
                  <a:lnTo>
                    <a:pt x="1232" y="97"/>
                  </a:lnTo>
                  <a:cubicBezTo>
                    <a:pt x="1232" y="48"/>
                    <a:pt x="1193" y="0"/>
                    <a:pt x="1145" y="0"/>
                  </a:cubicBezTo>
                  <a:close/>
                </a:path>
              </a:pathLst>
            </a:custGeom>
            <a:solidFill>
              <a:srgbClr val="CAD5D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7556" name="Google Shape;17556;p45"/>
          <p:cNvGrpSpPr/>
          <p:nvPr/>
        </p:nvGrpSpPr>
        <p:grpSpPr>
          <a:xfrm>
            <a:off x="7969264" y="1797049"/>
            <a:ext cx="337763" cy="360394"/>
            <a:chOff x="7969264" y="1981697"/>
            <a:chExt cx="337763" cy="360394"/>
          </a:xfrm>
        </p:grpSpPr>
        <p:sp>
          <p:nvSpPr>
            <p:cNvPr id="17557" name="Google Shape;17557;p45"/>
            <p:cNvSpPr/>
            <p:nvPr/>
          </p:nvSpPr>
          <p:spPr>
            <a:xfrm>
              <a:off x="8035353" y="2032159"/>
              <a:ext cx="271673" cy="247109"/>
            </a:xfrm>
            <a:custGeom>
              <a:rect b="b" l="l" r="r" t="t"/>
              <a:pathLst>
                <a:path extrusionOk="0" h="9456" w="10396">
                  <a:moveTo>
                    <a:pt x="8028" y="1"/>
                  </a:moveTo>
                  <a:cubicBezTo>
                    <a:pt x="7879" y="1"/>
                    <a:pt x="7729" y="49"/>
                    <a:pt x="7606" y="147"/>
                  </a:cubicBezTo>
                  <a:lnTo>
                    <a:pt x="3318" y="3416"/>
                  </a:lnTo>
                  <a:cubicBezTo>
                    <a:pt x="3291" y="3438"/>
                    <a:pt x="3261" y="3447"/>
                    <a:pt x="3231" y="3447"/>
                  </a:cubicBezTo>
                  <a:cubicBezTo>
                    <a:pt x="3154" y="3447"/>
                    <a:pt x="3083" y="3382"/>
                    <a:pt x="3097" y="3291"/>
                  </a:cubicBezTo>
                  <a:lnTo>
                    <a:pt x="3298" y="1926"/>
                  </a:lnTo>
                  <a:cubicBezTo>
                    <a:pt x="3347" y="1551"/>
                    <a:pt x="3087" y="1205"/>
                    <a:pt x="2712" y="1157"/>
                  </a:cubicBezTo>
                  <a:cubicBezTo>
                    <a:pt x="2682" y="1153"/>
                    <a:pt x="2652" y="1151"/>
                    <a:pt x="2622" y="1151"/>
                  </a:cubicBezTo>
                  <a:cubicBezTo>
                    <a:pt x="2283" y="1151"/>
                    <a:pt x="1987" y="1398"/>
                    <a:pt x="1943" y="1743"/>
                  </a:cubicBezTo>
                  <a:lnTo>
                    <a:pt x="664" y="5205"/>
                  </a:lnTo>
                  <a:cubicBezTo>
                    <a:pt x="635" y="5320"/>
                    <a:pt x="394" y="5609"/>
                    <a:pt x="0" y="5917"/>
                  </a:cubicBezTo>
                  <a:lnTo>
                    <a:pt x="2702" y="9455"/>
                  </a:lnTo>
                  <a:lnTo>
                    <a:pt x="3395" y="8936"/>
                  </a:lnTo>
                  <a:cubicBezTo>
                    <a:pt x="3712" y="8696"/>
                    <a:pt x="4683" y="8455"/>
                    <a:pt x="5077" y="8436"/>
                  </a:cubicBezTo>
                  <a:cubicBezTo>
                    <a:pt x="5472" y="8417"/>
                    <a:pt x="5856" y="8273"/>
                    <a:pt x="6174" y="8042"/>
                  </a:cubicBezTo>
                  <a:lnTo>
                    <a:pt x="10039" y="5157"/>
                  </a:lnTo>
                  <a:cubicBezTo>
                    <a:pt x="10337" y="4926"/>
                    <a:pt x="10395" y="4493"/>
                    <a:pt x="10164" y="4195"/>
                  </a:cubicBezTo>
                  <a:cubicBezTo>
                    <a:pt x="10029" y="4021"/>
                    <a:pt x="9828" y="3929"/>
                    <a:pt x="9625" y="3929"/>
                  </a:cubicBezTo>
                  <a:cubicBezTo>
                    <a:pt x="9486" y="3929"/>
                    <a:pt x="9346" y="3972"/>
                    <a:pt x="9225" y="4061"/>
                  </a:cubicBezTo>
                  <a:lnTo>
                    <a:pt x="9225" y="4061"/>
                  </a:lnTo>
                  <a:lnTo>
                    <a:pt x="9962" y="3503"/>
                  </a:lnTo>
                  <a:cubicBezTo>
                    <a:pt x="10260" y="3272"/>
                    <a:pt x="10318" y="2839"/>
                    <a:pt x="10087" y="2541"/>
                  </a:cubicBezTo>
                  <a:cubicBezTo>
                    <a:pt x="9952" y="2367"/>
                    <a:pt x="9748" y="2275"/>
                    <a:pt x="9542" y="2275"/>
                  </a:cubicBezTo>
                  <a:cubicBezTo>
                    <a:pt x="9402" y="2275"/>
                    <a:pt x="9261" y="2317"/>
                    <a:pt x="9140" y="2405"/>
                  </a:cubicBezTo>
                  <a:lnTo>
                    <a:pt x="9140" y="2405"/>
                  </a:lnTo>
                  <a:lnTo>
                    <a:pt x="9905" y="1830"/>
                  </a:lnTo>
                  <a:cubicBezTo>
                    <a:pt x="10203" y="1599"/>
                    <a:pt x="10260" y="1166"/>
                    <a:pt x="10030" y="868"/>
                  </a:cubicBezTo>
                  <a:cubicBezTo>
                    <a:pt x="9895" y="694"/>
                    <a:pt x="9693" y="601"/>
                    <a:pt x="9490" y="601"/>
                  </a:cubicBezTo>
                  <a:cubicBezTo>
                    <a:pt x="9346" y="601"/>
                    <a:pt x="9201" y="648"/>
                    <a:pt x="9078" y="743"/>
                  </a:cubicBezTo>
                  <a:lnTo>
                    <a:pt x="8448" y="1220"/>
                  </a:lnTo>
                  <a:lnTo>
                    <a:pt x="8448" y="1220"/>
                  </a:lnTo>
                  <a:cubicBezTo>
                    <a:pt x="8751" y="988"/>
                    <a:pt x="8798" y="549"/>
                    <a:pt x="8568" y="253"/>
                  </a:cubicBezTo>
                  <a:cubicBezTo>
                    <a:pt x="8430" y="87"/>
                    <a:pt x="8229" y="1"/>
                    <a:pt x="8028" y="1"/>
                  </a:cubicBezTo>
                  <a:close/>
                </a:path>
              </a:pathLst>
            </a:custGeom>
            <a:solidFill>
              <a:srgbClr val="D3DCE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558" name="Google Shape;17558;p45"/>
            <p:cNvSpPr/>
            <p:nvPr/>
          </p:nvSpPr>
          <p:spPr>
            <a:xfrm>
              <a:off x="8229596" y="2136244"/>
              <a:ext cx="77431" cy="76934"/>
            </a:xfrm>
            <a:custGeom>
              <a:rect b="b" l="l" r="r" t="t"/>
              <a:pathLst>
                <a:path extrusionOk="0" h="2944" w="2963">
                  <a:moveTo>
                    <a:pt x="2452" y="1"/>
                  </a:moveTo>
                  <a:lnTo>
                    <a:pt x="2452" y="1"/>
                  </a:lnTo>
                  <a:cubicBezTo>
                    <a:pt x="2481" y="241"/>
                    <a:pt x="2385" y="482"/>
                    <a:pt x="2193" y="626"/>
                  </a:cubicBezTo>
                  <a:lnTo>
                    <a:pt x="366" y="2001"/>
                  </a:lnTo>
                  <a:cubicBezTo>
                    <a:pt x="58" y="2222"/>
                    <a:pt x="0" y="2645"/>
                    <a:pt x="231" y="2943"/>
                  </a:cubicBezTo>
                  <a:lnTo>
                    <a:pt x="2606" y="1174"/>
                  </a:lnTo>
                  <a:cubicBezTo>
                    <a:pt x="2904" y="943"/>
                    <a:pt x="2962" y="510"/>
                    <a:pt x="2731" y="212"/>
                  </a:cubicBezTo>
                  <a:cubicBezTo>
                    <a:pt x="2664" y="116"/>
                    <a:pt x="2568" y="49"/>
                    <a:pt x="2452" y="1"/>
                  </a:cubicBezTo>
                  <a:close/>
                </a:path>
              </a:pathLst>
            </a:custGeom>
            <a:solidFill>
              <a:srgbClr val="C3CFD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559" name="Google Shape;17559;p45"/>
            <p:cNvSpPr/>
            <p:nvPr/>
          </p:nvSpPr>
          <p:spPr>
            <a:xfrm>
              <a:off x="8208480" y="2092786"/>
              <a:ext cx="96533" cy="92744"/>
            </a:xfrm>
            <a:custGeom>
              <a:rect b="b" l="l" r="r" t="t"/>
              <a:pathLst>
                <a:path extrusionOk="0" h="3549" w="3694">
                  <a:moveTo>
                    <a:pt x="3184" y="0"/>
                  </a:moveTo>
                  <a:cubicBezTo>
                    <a:pt x="3212" y="241"/>
                    <a:pt x="3116" y="481"/>
                    <a:pt x="2924" y="625"/>
                  </a:cubicBezTo>
                  <a:lnTo>
                    <a:pt x="2174" y="1202"/>
                  </a:lnTo>
                  <a:lnTo>
                    <a:pt x="356" y="2587"/>
                  </a:lnTo>
                  <a:cubicBezTo>
                    <a:pt x="58" y="2818"/>
                    <a:pt x="1" y="3250"/>
                    <a:pt x="231" y="3549"/>
                  </a:cubicBezTo>
                  <a:lnTo>
                    <a:pt x="2587" y="1750"/>
                  </a:lnTo>
                  <a:lnTo>
                    <a:pt x="3337" y="1173"/>
                  </a:lnTo>
                  <a:cubicBezTo>
                    <a:pt x="3635" y="952"/>
                    <a:pt x="3693" y="519"/>
                    <a:pt x="3462" y="212"/>
                  </a:cubicBezTo>
                  <a:cubicBezTo>
                    <a:pt x="3385" y="116"/>
                    <a:pt x="3289" y="48"/>
                    <a:pt x="3184" y="0"/>
                  </a:cubicBezTo>
                  <a:close/>
                </a:path>
              </a:pathLst>
            </a:custGeom>
            <a:solidFill>
              <a:srgbClr val="C3CFD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560" name="Google Shape;17560;p45"/>
            <p:cNvSpPr/>
            <p:nvPr/>
          </p:nvSpPr>
          <p:spPr>
            <a:xfrm>
              <a:off x="8186634" y="2049302"/>
              <a:ext cx="116865" cy="108084"/>
            </a:xfrm>
            <a:custGeom>
              <a:rect b="b" l="l" r="r" t="t"/>
              <a:pathLst>
                <a:path extrusionOk="0" h="4136" w="4472">
                  <a:moveTo>
                    <a:pt x="3962" y="1"/>
                  </a:moveTo>
                  <a:lnTo>
                    <a:pt x="3962" y="1"/>
                  </a:lnTo>
                  <a:cubicBezTo>
                    <a:pt x="3991" y="241"/>
                    <a:pt x="3895" y="472"/>
                    <a:pt x="3702" y="626"/>
                  </a:cubicBezTo>
                  <a:lnTo>
                    <a:pt x="365" y="3174"/>
                  </a:lnTo>
                  <a:cubicBezTo>
                    <a:pt x="58" y="3405"/>
                    <a:pt x="0" y="3837"/>
                    <a:pt x="231" y="4136"/>
                  </a:cubicBezTo>
                  <a:lnTo>
                    <a:pt x="4116" y="1164"/>
                  </a:lnTo>
                  <a:cubicBezTo>
                    <a:pt x="4414" y="933"/>
                    <a:pt x="4471" y="510"/>
                    <a:pt x="4241" y="212"/>
                  </a:cubicBezTo>
                  <a:cubicBezTo>
                    <a:pt x="4173" y="116"/>
                    <a:pt x="4077" y="39"/>
                    <a:pt x="3962" y="1"/>
                  </a:cubicBezTo>
                  <a:close/>
                </a:path>
              </a:pathLst>
            </a:custGeom>
            <a:solidFill>
              <a:srgbClr val="C3CFD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561" name="Google Shape;17561;p45"/>
            <p:cNvSpPr/>
            <p:nvPr/>
          </p:nvSpPr>
          <p:spPr>
            <a:xfrm>
              <a:off x="8165257" y="2033465"/>
              <a:ext cx="100297" cy="95514"/>
            </a:xfrm>
            <a:custGeom>
              <a:rect b="b" l="l" r="r" t="t"/>
              <a:pathLst>
                <a:path extrusionOk="0" h="3655" w="3838">
                  <a:moveTo>
                    <a:pt x="3328" y="1"/>
                  </a:moveTo>
                  <a:cubicBezTo>
                    <a:pt x="3357" y="241"/>
                    <a:pt x="3260" y="482"/>
                    <a:pt x="3068" y="626"/>
                  </a:cubicBezTo>
                  <a:lnTo>
                    <a:pt x="356" y="2693"/>
                  </a:lnTo>
                  <a:cubicBezTo>
                    <a:pt x="58" y="2924"/>
                    <a:pt x="1" y="3357"/>
                    <a:pt x="231" y="3655"/>
                  </a:cubicBezTo>
                  <a:lnTo>
                    <a:pt x="3472" y="1174"/>
                  </a:lnTo>
                  <a:cubicBezTo>
                    <a:pt x="3780" y="943"/>
                    <a:pt x="3837" y="501"/>
                    <a:pt x="3597" y="203"/>
                  </a:cubicBezTo>
                  <a:cubicBezTo>
                    <a:pt x="3520" y="116"/>
                    <a:pt x="3434" y="49"/>
                    <a:pt x="3328" y="1"/>
                  </a:cubicBezTo>
                  <a:close/>
                </a:path>
              </a:pathLst>
            </a:custGeom>
            <a:solidFill>
              <a:srgbClr val="D0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562" name="Google Shape;17562;p45"/>
            <p:cNvSpPr/>
            <p:nvPr/>
          </p:nvSpPr>
          <p:spPr>
            <a:xfrm>
              <a:off x="8079830" y="1981697"/>
              <a:ext cx="205820" cy="288529"/>
            </a:xfrm>
            <a:custGeom>
              <a:rect b="b" l="l" r="r" t="t"/>
              <a:pathLst>
                <a:path extrusionOk="0" h="11041" w="7876">
                  <a:moveTo>
                    <a:pt x="4479" y="1"/>
                  </a:moveTo>
                  <a:cubicBezTo>
                    <a:pt x="4473" y="1"/>
                    <a:pt x="4468" y="1"/>
                    <a:pt x="4462" y="1"/>
                  </a:cubicBezTo>
                  <a:cubicBezTo>
                    <a:pt x="4087" y="1"/>
                    <a:pt x="3779" y="299"/>
                    <a:pt x="3789" y="684"/>
                  </a:cubicBezTo>
                  <a:lnTo>
                    <a:pt x="3789" y="1472"/>
                  </a:lnTo>
                  <a:cubicBezTo>
                    <a:pt x="3779" y="1093"/>
                    <a:pt x="3472" y="789"/>
                    <a:pt x="3104" y="789"/>
                  </a:cubicBezTo>
                  <a:cubicBezTo>
                    <a:pt x="3098" y="789"/>
                    <a:pt x="3093" y="789"/>
                    <a:pt x="3087" y="789"/>
                  </a:cubicBezTo>
                  <a:cubicBezTo>
                    <a:pt x="2712" y="809"/>
                    <a:pt x="2414" y="1116"/>
                    <a:pt x="2423" y="1491"/>
                  </a:cubicBezTo>
                  <a:lnTo>
                    <a:pt x="2433" y="6876"/>
                  </a:lnTo>
                  <a:cubicBezTo>
                    <a:pt x="2433" y="6962"/>
                    <a:pt x="2360" y="7021"/>
                    <a:pt x="2286" y="7021"/>
                  </a:cubicBezTo>
                  <a:cubicBezTo>
                    <a:pt x="2253" y="7021"/>
                    <a:pt x="2220" y="7009"/>
                    <a:pt x="2193" y="6982"/>
                  </a:cubicBezTo>
                  <a:lnTo>
                    <a:pt x="1231" y="5992"/>
                  </a:lnTo>
                  <a:cubicBezTo>
                    <a:pt x="1096" y="5862"/>
                    <a:pt x="921" y="5797"/>
                    <a:pt x="747" y="5797"/>
                  </a:cubicBezTo>
                  <a:cubicBezTo>
                    <a:pt x="572" y="5797"/>
                    <a:pt x="399" y="5862"/>
                    <a:pt x="269" y="5992"/>
                  </a:cubicBezTo>
                  <a:cubicBezTo>
                    <a:pt x="0" y="6261"/>
                    <a:pt x="0" y="6684"/>
                    <a:pt x="269" y="6953"/>
                  </a:cubicBezTo>
                  <a:lnTo>
                    <a:pt x="2241" y="10079"/>
                  </a:lnTo>
                  <a:cubicBezTo>
                    <a:pt x="2318" y="10175"/>
                    <a:pt x="2404" y="10530"/>
                    <a:pt x="2404" y="11040"/>
                  </a:cubicBezTo>
                  <a:lnTo>
                    <a:pt x="6856" y="11031"/>
                  </a:lnTo>
                  <a:lnTo>
                    <a:pt x="6856" y="10165"/>
                  </a:lnTo>
                  <a:cubicBezTo>
                    <a:pt x="6866" y="9771"/>
                    <a:pt x="7251" y="8848"/>
                    <a:pt x="7481" y="8530"/>
                  </a:cubicBezTo>
                  <a:cubicBezTo>
                    <a:pt x="7703" y="8194"/>
                    <a:pt x="7828" y="7809"/>
                    <a:pt x="7828" y="7415"/>
                  </a:cubicBezTo>
                  <a:lnTo>
                    <a:pt x="7876" y="2588"/>
                  </a:lnTo>
                  <a:cubicBezTo>
                    <a:pt x="7876" y="2213"/>
                    <a:pt x="7568" y="1905"/>
                    <a:pt x="7193" y="1905"/>
                  </a:cubicBezTo>
                  <a:cubicBezTo>
                    <a:pt x="6818" y="1905"/>
                    <a:pt x="6510" y="2213"/>
                    <a:pt x="6510" y="2588"/>
                  </a:cubicBezTo>
                  <a:lnTo>
                    <a:pt x="6510" y="1645"/>
                  </a:lnTo>
                  <a:cubicBezTo>
                    <a:pt x="6510" y="1270"/>
                    <a:pt x="6203" y="963"/>
                    <a:pt x="5828" y="963"/>
                  </a:cubicBezTo>
                  <a:cubicBezTo>
                    <a:pt x="5452" y="972"/>
                    <a:pt x="5145" y="1270"/>
                    <a:pt x="5145" y="1655"/>
                  </a:cubicBezTo>
                  <a:lnTo>
                    <a:pt x="5145" y="674"/>
                  </a:lnTo>
                  <a:cubicBezTo>
                    <a:pt x="5145" y="305"/>
                    <a:pt x="4846" y="1"/>
                    <a:pt x="4479" y="1"/>
                  </a:cubicBezTo>
                  <a:close/>
                </a:path>
              </a:pathLst>
            </a:custGeom>
            <a:solidFill>
              <a:srgbClr val="DAE1E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563" name="Google Shape;17563;p45"/>
            <p:cNvSpPr/>
            <p:nvPr/>
          </p:nvSpPr>
          <p:spPr>
            <a:xfrm>
              <a:off x="8258995" y="2031453"/>
              <a:ext cx="26655" cy="95279"/>
            </a:xfrm>
            <a:custGeom>
              <a:rect b="b" l="l" r="r" t="t"/>
              <a:pathLst>
                <a:path extrusionOk="0" h="3646" w="1020">
                  <a:moveTo>
                    <a:pt x="337" y="1"/>
                  </a:moveTo>
                  <a:cubicBezTo>
                    <a:pt x="222" y="1"/>
                    <a:pt x="106" y="30"/>
                    <a:pt x="0" y="97"/>
                  </a:cubicBezTo>
                  <a:cubicBezTo>
                    <a:pt x="212" y="212"/>
                    <a:pt x="347" y="443"/>
                    <a:pt x="347" y="684"/>
                  </a:cubicBezTo>
                  <a:lnTo>
                    <a:pt x="327" y="2963"/>
                  </a:lnTo>
                  <a:cubicBezTo>
                    <a:pt x="318" y="3338"/>
                    <a:pt x="625" y="3645"/>
                    <a:pt x="1001" y="3645"/>
                  </a:cubicBezTo>
                  <a:lnTo>
                    <a:pt x="1020" y="674"/>
                  </a:lnTo>
                  <a:cubicBezTo>
                    <a:pt x="1020" y="299"/>
                    <a:pt x="712" y="1"/>
                    <a:pt x="337" y="1"/>
                  </a:cubicBezTo>
                  <a:close/>
                </a:path>
              </a:pathLst>
            </a:custGeom>
            <a:solidFill>
              <a:srgbClr val="D3DCE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564" name="Google Shape;17564;p45"/>
            <p:cNvSpPr/>
            <p:nvPr/>
          </p:nvSpPr>
          <p:spPr>
            <a:xfrm>
              <a:off x="8223298" y="2006836"/>
              <a:ext cx="26916" cy="120131"/>
            </a:xfrm>
            <a:custGeom>
              <a:rect b="b" l="l" r="r" t="t"/>
              <a:pathLst>
                <a:path extrusionOk="0" h="4597" w="1030">
                  <a:moveTo>
                    <a:pt x="347" y="1"/>
                  </a:moveTo>
                  <a:cubicBezTo>
                    <a:pt x="222" y="1"/>
                    <a:pt x="107" y="39"/>
                    <a:pt x="1" y="97"/>
                  </a:cubicBezTo>
                  <a:cubicBezTo>
                    <a:pt x="213" y="222"/>
                    <a:pt x="338" y="443"/>
                    <a:pt x="338" y="683"/>
                  </a:cubicBezTo>
                  <a:lnTo>
                    <a:pt x="338" y="1626"/>
                  </a:lnTo>
                  <a:lnTo>
                    <a:pt x="338" y="3924"/>
                  </a:lnTo>
                  <a:cubicBezTo>
                    <a:pt x="338" y="4289"/>
                    <a:pt x="645" y="4597"/>
                    <a:pt x="1011" y="4597"/>
                  </a:cubicBezTo>
                  <a:lnTo>
                    <a:pt x="1030" y="4597"/>
                  </a:lnTo>
                  <a:lnTo>
                    <a:pt x="1030" y="1626"/>
                  </a:lnTo>
                  <a:lnTo>
                    <a:pt x="1030" y="683"/>
                  </a:lnTo>
                  <a:cubicBezTo>
                    <a:pt x="1020" y="308"/>
                    <a:pt x="722" y="1"/>
                    <a:pt x="347" y="1"/>
                  </a:cubicBezTo>
                  <a:close/>
                </a:path>
              </a:pathLst>
            </a:custGeom>
            <a:solidFill>
              <a:srgbClr val="D3DCE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565" name="Google Shape;17565;p45"/>
            <p:cNvSpPr/>
            <p:nvPr/>
          </p:nvSpPr>
          <p:spPr>
            <a:xfrm>
              <a:off x="8187627" y="1981697"/>
              <a:ext cx="26916" cy="145271"/>
            </a:xfrm>
            <a:custGeom>
              <a:rect b="b" l="l" r="r" t="t"/>
              <a:pathLst>
                <a:path extrusionOk="0" h="5559" w="1030">
                  <a:moveTo>
                    <a:pt x="347" y="1"/>
                  </a:moveTo>
                  <a:cubicBezTo>
                    <a:pt x="222" y="1"/>
                    <a:pt x="106" y="30"/>
                    <a:pt x="0" y="87"/>
                  </a:cubicBezTo>
                  <a:cubicBezTo>
                    <a:pt x="212" y="212"/>
                    <a:pt x="337" y="434"/>
                    <a:pt x="337" y="684"/>
                  </a:cubicBezTo>
                  <a:lnTo>
                    <a:pt x="337" y="4886"/>
                  </a:lnTo>
                  <a:cubicBezTo>
                    <a:pt x="337" y="5261"/>
                    <a:pt x="645" y="5559"/>
                    <a:pt x="1010" y="5559"/>
                  </a:cubicBezTo>
                  <a:lnTo>
                    <a:pt x="1029" y="5559"/>
                  </a:lnTo>
                  <a:lnTo>
                    <a:pt x="1020" y="684"/>
                  </a:lnTo>
                  <a:cubicBezTo>
                    <a:pt x="1020" y="299"/>
                    <a:pt x="722" y="1"/>
                    <a:pt x="347" y="1"/>
                  </a:cubicBezTo>
                  <a:close/>
                </a:path>
              </a:pathLst>
            </a:custGeom>
            <a:solidFill>
              <a:srgbClr val="D3DCE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566" name="Google Shape;17566;p45"/>
            <p:cNvSpPr/>
            <p:nvPr/>
          </p:nvSpPr>
          <p:spPr>
            <a:xfrm>
              <a:off x="8152191" y="2002315"/>
              <a:ext cx="26655" cy="124652"/>
            </a:xfrm>
            <a:custGeom>
              <a:rect b="b" l="l" r="r" t="t"/>
              <a:pathLst>
                <a:path extrusionOk="0" h="4770" w="1020">
                  <a:moveTo>
                    <a:pt x="335" y="0"/>
                  </a:moveTo>
                  <a:cubicBezTo>
                    <a:pt x="330" y="0"/>
                    <a:pt x="324" y="0"/>
                    <a:pt x="318" y="0"/>
                  </a:cubicBezTo>
                  <a:cubicBezTo>
                    <a:pt x="203" y="10"/>
                    <a:pt x="97" y="39"/>
                    <a:pt x="1" y="97"/>
                  </a:cubicBezTo>
                  <a:cubicBezTo>
                    <a:pt x="203" y="222"/>
                    <a:pt x="337" y="443"/>
                    <a:pt x="337" y="683"/>
                  </a:cubicBezTo>
                  <a:lnTo>
                    <a:pt x="337" y="4097"/>
                  </a:lnTo>
                  <a:cubicBezTo>
                    <a:pt x="337" y="4472"/>
                    <a:pt x="635" y="4770"/>
                    <a:pt x="1010" y="4770"/>
                  </a:cubicBezTo>
                  <a:lnTo>
                    <a:pt x="1020" y="4770"/>
                  </a:lnTo>
                  <a:lnTo>
                    <a:pt x="1020" y="683"/>
                  </a:lnTo>
                  <a:cubicBezTo>
                    <a:pt x="1020" y="304"/>
                    <a:pt x="712" y="0"/>
                    <a:pt x="335" y="0"/>
                  </a:cubicBezTo>
                  <a:close/>
                </a:path>
              </a:pathLst>
            </a:custGeom>
            <a:solidFill>
              <a:srgbClr val="D3DCE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567" name="Google Shape;17567;p45"/>
            <p:cNvSpPr/>
            <p:nvPr/>
          </p:nvSpPr>
          <p:spPr>
            <a:xfrm>
              <a:off x="8013741" y="2173823"/>
              <a:ext cx="106072" cy="122588"/>
            </a:xfrm>
            <a:custGeom>
              <a:rect b="b" l="l" r="r" t="t"/>
              <a:pathLst>
                <a:path extrusionOk="0" h="4691" w="4059">
                  <a:moveTo>
                    <a:pt x="1017" y="0"/>
                  </a:moveTo>
                  <a:cubicBezTo>
                    <a:pt x="980" y="0"/>
                    <a:pt x="944" y="11"/>
                    <a:pt x="914" y="34"/>
                  </a:cubicBezTo>
                  <a:lnTo>
                    <a:pt x="96" y="659"/>
                  </a:lnTo>
                  <a:cubicBezTo>
                    <a:pt x="19" y="717"/>
                    <a:pt x="0" y="832"/>
                    <a:pt x="68" y="919"/>
                  </a:cubicBezTo>
                  <a:lnTo>
                    <a:pt x="2895" y="4621"/>
                  </a:lnTo>
                  <a:cubicBezTo>
                    <a:pt x="2928" y="4666"/>
                    <a:pt x="2981" y="4691"/>
                    <a:pt x="3037" y="4691"/>
                  </a:cubicBezTo>
                  <a:cubicBezTo>
                    <a:pt x="3077" y="4691"/>
                    <a:pt x="3118" y="4678"/>
                    <a:pt x="3154" y="4650"/>
                  </a:cubicBezTo>
                  <a:lnTo>
                    <a:pt x="3962" y="4034"/>
                  </a:lnTo>
                  <a:cubicBezTo>
                    <a:pt x="4049" y="3967"/>
                    <a:pt x="4058" y="3852"/>
                    <a:pt x="4000" y="3775"/>
                  </a:cubicBezTo>
                  <a:lnTo>
                    <a:pt x="1173" y="72"/>
                  </a:lnTo>
                  <a:cubicBezTo>
                    <a:pt x="1133" y="26"/>
                    <a:pt x="1074" y="0"/>
                    <a:pt x="1017" y="0"/>
                  </a:cubicBezTo>
                  <a:close/>
                </a:path>
              </a:pathLst>
            </a:custGeom>
            <a:solidFill>
              <a:srgbClr val="F2F4F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568" name="Google Shape;17568;p45"/>
            <p:cNvSpPr/>
            <p:nvPr/>
          </p:nvSpPr>
          <p:spPr>
            <a:xfrm>
              <a:off x="8053436" y="2226977"/>
              <a:ext cx="66377" cy="69539"/>
            </a:xfrm>
            <a:custGeom>
              <a:rect b="b" l="l" r="r" t="t"/>
              <a:pathLst>
                <a:path extrusionOk="0" h="2661" w="2540">
                  <a:moveTo>
                    <a:pt x="1145" y="0"/>
                  </a:moveTo>
                  <a:lnTo>
                    <a:pt x="1" y="789"/>
                  </a:lnTo>
                  <a:lnTo>
                    <a:pt x="1376" y="2596"/>
                  </a:lnTo>
                  <a:cubicBezTo>
                    <a:pt x="1413" y="2639"/>
                    <a:pt x="1461" y="2661"/>
                    <a:pt x="1512" y="2661"/>
                  </a:cubicBezTo>
                  <a:cubicBezTo>
                    <a:pt x="1553" y="2661"/>
                    <a:pt x="1596" y="2646"/>
                    <a:pt x="1635" y="2616"/>
                  </a:cubicBezTo>
                  <a:lnTo>
                    <a:pt x="2443" y="2000"/>
                  </a:lnTo>
                  <a:cubicBezTo>
                    <a:pt x="2530" y="1933"/>
                    <a:pt x="2539" y="1818"/>
                    <a:pt x="2481" y="1741"/>
                  </a:cubicBezTo>
                  <a:lnTo>
                    <a:pt x="1145" y="0"/>
                  </a:lnTo>
                  <a:close/>
                </a:path>
              </a:pathLst>
            </a:custGeom>
            <a:solidFill>
              <a:srgbClr val="EBEFF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569" name="Google Shape;17569;p45"/>
            <p:cNvSpPr/>
            <p:nvPr/>
          </p:nvSpPr>
          <p:spPr>
            <a:xfrm>
              <a:off x="7969264" y="2183388"/>
              <a:ext cx="135471" cy="149896"/>
            </a:xfrm>
            <a:custGeom>
              <a:rect b="b" l="l" r="r" t="t"/>
              <a:pathLst>
                <a:path extrusionOk="0" h="5736" w="5184">
                  <a:moveTo>
                    <a:pt x="1887" y="0"/>
                  </a:moveTo>
                  <a:cubicBezTo>
                    <a:pt x="1850" y="0"/>
                    <a:pt x="1812" y="11"/>
                    <a:pt x="1779" y="33"/>
                  </a:cubicBezTo>
                  <a:lnTo>
                    <a:pt x="116" y="1168"/>
                  </a:lnTo>
                  <a:cubicBezTo>
                    <a:pt x="19" y="1226"/>
                    <a:pt x="0" y="1360"/>
                    <a:pt x="67" y="1447"/>
                  </a:cubicBezTo>
                  <a:lnTo>
                    <a:pt x="3279" y="5659"/>
                  </a:lnTo>
                  <a:cubicBezTo>
                    <a:pt x="3318" y="5708"/>
                    <a:pt x="3378" y="5736"/>
                    <a:pt x="3439" y="5736"/>
                  </a:cubicBezTo>
                  <a:cubicBezTo>
                    <a:pt x="3485" y="5736"/>
                    <a:pt x="3531" y="5721"/>
                    <a:pt x="3568" y="5688"/>
                  </a:cubicBezTo>
                  <a:lnTo>
                    <a:pt x="5097" y="4380"/>
                  </a:lnTo>
                  <a:cubicBezTo>
                    <a:pt x="5174" y="4313"/>
                    <a:pt x="5183" y="4197"/>
                    <a:pt x="5125" y="4111"/>
                  </a:cubicBezTo>
                  <a:lnTo>
                    <a:pt x="2048" y="82"/>
                  </a:lnTo>
                  <a:cubicBezTo>
                    <a:pt x="2007" y="28"/>
                    <a:pt x="1947" y="0"/>
                    <a:pt x="1887" y="0"/>
                  </a:cubicBezTo>
                  <a:close/>
                </a:path>
              </a:pathLst>
            </a:custGeom>
            <a:solidFill>
              <a:srgbClr val="A1B0B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570" name="Google Shape;17570;p45"/>
            <p:cNvSpPr/>
            <p:nvPr/>
          </p:nvSpPr>
          <p:spPr>
            <a:xfrm>
              <a:off x="8033340" y="2260635"/>
              <a:ext cx="71394" cy="72544"/>
            </a:xfrm>
            <a:custGeom>
              <a:rect b="b" l="l" r="r" t="t"/>
              <a:pathLst>
                <a:path extrusionOk="0" h="2776" w="2732">
                  <a:moveTo>
                    <a:pt x="1789" y="1"/>
                  </a:moveTo>
                  <a:cubicBezTo>
                    <a:pt x="1837" y="87"/>
                    <a:pt x="1818" y="193"/>
                    <a:pt x="1750" y="251"/>
                  </a:cubicBezTo>
                  <a:lnTo>
                    <a:pt x="202" y="1578"/>
                  </a:lnTo>
                  <a:cubicBezTo>
                    <a:pt x="166" y="1608"/>
                    <a:pt x="123" y="1623"/>
                    <a:pt x="79" y="1623"/>
                  </a:cubicBezTo>
                  <a:cubicBezTo>
                    <a:pt x="52" y="1623"/>
                    <a:pt x="25" y="1617"/>
                    <a:pt x="0" y="1607"/>
                  </a:cubicBezTo>
                  <a:lnTo>
                    <a:pt x="0" y="1607"/>
                  </a:lnTo>
                  <a:lnTo>
                    <a:pt x="827" y="2703"/>
                  </a:lnTo>
                  <a:cubicBezTo>
                    <a:pt x="865" y="2751"/>
                    <a:pt x="924" y="2776"/>
                    <a:pt x="984" y="2776"/>
                  </a:cubicBezTo>
                  <a:cubicBezTo>
                    <a:pt x="1031" y="2776"/>
                    <a:pt x="1078" y="2761"/>
                    <a:pt x="1116" y="2732"/>
                  </a:cubicBezTo>
                  <a:lnTo>
                    <a:pt x="2645" y="1424"/>
                  </a:lnTo>
                  <a:cubicBezTo>
                    <a:pt x="2722" y="1357"/>
                    <a:pt x="2731" y="1232"/>
                    <a:pt x="2673" y="1155"/>
                  </a:cubicBezTo>
                  <a:lnTo>
                    <a:pt x="1789" y="1"/>
                  </a:lnTo>
                  <a:close/>
                </a:path>
              </a:pathLst>
            </a:custGeom>
            <a:solidFill>
              <a:srgbClr val="A5B7C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571" name="Google Shape;17571;p45"/>
            <p:cNvSpPr/>
            <p:nvPr/>
          </p:nvSpPr>
          <p:spPr>
            <a:xfrm>
              <a:off x="8134604" y="2256114"/>
              <a:ext cx="131211" cy="36455"/>
            </a:xfrm>
            <a:custGeom>
              <a:rect b="b" l="l" r="r" t="t"/>
              <a:pathLst>
                <a:path extrusionOk="0" h="1395" w="5021">
                  <a:moveTo>
                    <a:pt x="4837" y="1"/>
                  </a:moveTo>
                  <a:lnTo>
                    <a:pt x="183" y="10"/>
                  </a:lnTo>
                  <a:cubicBezTo>
                    <a:pt x="77" y="10"/>
                    <a:pt x="1" y="87"/>
                    <a:pt x="1" y="193"/>
                  </a:cubicBezTo>
                  <a:lnTo>
                    <a:pt x="1" y="1212"/>
                  </a:lnTo>
                  <a:cubicBezTo>
                    <a:pt x="1" y="1318"/>
                    <a:pt x="77" y="1395"/>
                    <a:pt x="183" y="1395"/>
                  </a:cubicBezTo>
                  <a:lnTo>
                    <a:pt x="4837" y="1385"/>
                  </a:lnTo>
                  <a:cubicBezTo>
                    <a:pt x="4943" y="1385"/>
                    <a:pt x="5020" y="1308"/>
                    <a:pt x="5020" y="1203"/>
                  </a:cubicBezTo>
                  <a:lnTo>
                    <a:pt x="5020" y="183"/>
                  </a:lnTo>
                  <a:cubicBezTo>
                    <a:pt x="5020" y="78"/>
                    <a:pt x="4943" y="1"/>
                    <a:pt x="4837" y="1"/>
                  </a:cubicBezTo>
                  <a:close/>
                </a:path>
              </a:pathLst>
            </a:custGeom>
            <a:solidFill>
              <a:srgbClr val="F2F4F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572" name="Google Shape;17572;p45"/>
            <p:cNvSpPr/>
            <p:nvPr/>
          </p:nvSpPr>
          <p:spPr>
            <a:xfrm>
              <a:off x="8200196" y="2256114"/>
              <a:ext cx="65619" cy="36455"/>
            </a:xfrm>
            <a:custGeom>
              <a:rect b="b" l="l" r="r" t="t"/>
              <a:pathLst>
                <a:path extrusionOk="0" h="1395" w="2511">
                  <a:moveTo>
                    <a:pt x="0" y="1"/>
                  </a:moveTo>
                  <a:lnTo>
                    <a:pt x="0" y="1395"/>
                  </a:lnTo>
                  <a:lnTo>
                    <a:pt x="2327" y="1395"/>
                  </a:lnTo>
                  <a:cubicBezTo>
                    <a:pt x="2433" y="1395"/>
                    <a:pt x="2510" y="1308"/>
                    <a:pt x="2510" y="1212"/>
                  </a:cubicBezTo>
                  <a:lnTo>
                    <a:pt x="2510" y="183"/>
                  </a:lnTo>
                  <a:cubicBezTo>
                    <a:pt x="2510" y="78"/>
                    <a:pt x="2433" y="1"/>
                    <a:pt x="2327" y="1"/>
                  </a:cubicBezTo>
                  <a:close/>
                </a:path>
              </a:pathLst>
            </a:custGeom>
            <a:solidFill>
              <a:srgbClr val="EBEFF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573" name="Google Shape;17573;p45"/>
            <p:cNvSpPr/>
            <p:nvPr/>
          </p:nvSpPr>
          <p:spPr>
            <a:xfrm>
              <a:off x="8125562" y="2279242"/>
              <a:ext cx="149034" cy="62849"/>
            </a:xfrm>
            <a:custGeom>
              <a:rect b="b" l="l" r="r" t="t"/>
              <a:pathLst>
                <a:path extrusionOk="0" h="2405" w="5703">
                  <a:moveTo>
                    <a:pt x="5376" y="0"/>
                  </a:moveTo>
                  <a:lnTo>
                    <a:pt x="308" y="10"/>
                  </a:lnTo>
                  <a:cubicBezTo>
                    <a:pt x="202" y="10"/>
                    <a:pt x="116" y="87"/>
                    <a:pt x="116" y="193"/>
                  </a:cubicBezTo>
                  <a:lnTo>
                    <a:pt x="0" y="2202"/>
                  </a:lnTo>
                  <a:cubicBezTo>
                    <a:pt x="0" y="2312"/>
                    <a:pt x="88" y="2405"/>
                    <a:pt x="196" y="2405"/>
                  </a:cubicBezTo>
                  <a:cubicBezTo>
                    <a:pt x="201" y="2405"/>
                    <a:pt x="207" y="2405"/>
                    <a:pt x="212" y="2404"/>
                  </a:cubicBezTo>
                  <a:lnTo>
                    <a:pt x="5501" y="2395"/>
                  </a:lnTo>
                  <a:cubicBezTo>
                    <a:pt x="5616" y="2395"/>
                    <a:pt x="5703" y="2299"/>
                    <a:pt x="5693" y="2193"/>
                  </a:cubicBezTo>
                  <a:lnTo>
                    <a:pt x="5578" y="183"/>
                  </a:lnTo>
                  <a:cubicBezTo>
                    <a:pt x="5568" y="77"/>
                    <a:pt x="5481" y="0"/>
                    <a:pt x="5376" y="0"/>
                  </a:cubicBezTo>
                  <a:close/>
                </a:path>
              </a:pathLst>
            </a:custGeom>
            <a:solidFill>
              <a:srgbClr val="A1B0B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574" name="Google Shape;17574;p45"/>
            <p:cNvSpPr/>
            <p:nvPr/>
          </p:nvSpPr>
          <p:spPr>
            <a:xfrm>
              <a:off x="8131076" y="2279242"/>
              <a:ext cx="143520" cy="62587"/>
            </a:xfrm>
            <a:custGeom>
              <a:rect b="b" l="l" r="r" t="t"/>
              <a:pathLst>
                <a:path extrusionOk="0" h="2395" w="5492">
                  <a:moveTo>
                    <a:pt x="3636" y="0"/>
                  </a:moveTo>
                  <a:cubicBezTo>
                    <a:pt x="3732" y="10"/>
                    <a:pt x="3799" y="87"/>
                    <a:pt x="3809" y="183"/>
                  </a:cubicBezTo>
                  <a:lnTo>
                    <a:pt x="3924" y="2183"/>
                  </a:lnTo>
                  <a:cubicBezTo>
                    <a:pt x="3932" y="2280"/>
                    <a:pt x="3865" y="2364"/>
                    <a:pt x="3781" y="2388"/>
                  </a:cubicBezTo>
                  <a:lnTo>
                    <a:pt x="3781" y="2388"/>
                  </a:lnTo>
                  <a:lnTo>
                    <a:pt x="5290" y="2385"/>
                  </a:lnTo>
                  <a:cubicBezTo>
                    <a:pt x="5295" y="2386"/>
                    <a:pt x="5300" y="2386"/>
                    <a:pt x="5306" y="2386"/>
                  </a:cubicBezTo>
                  <a:cubicBezTo>
                    <a:pt x="5413" y="2386"/>
                    <a:pt x="5492" y="2294"/>
                    <a:pt x="5492" y="2193"/>
                  </a:cubicBezTo>
                  <a:lnTo>
                    <a:pt x="5376" y="183"/>
                  </a:lnTo>
                  <a:cubicBezTo>
                    <a:pt x="5367" y="77"/>
                    <a:pt x="5280" y="0"/>
                    <a:pt x="5174" y="0"/>
                  </a:cubicBezTo>
                  <a:close/>
                  <a:moveTo>
                    <a:pt x="3781" y="2388"/>
                  </a:moveTo>
                  <a:lnTo>
                    <a:pt x="1" y="2395"/>
                  </a:lnTo>
                  <a:lnTo>
                    <a:pt x="3732" y="2395"/>
                  </a:lnTo>
                  <a:cubicBezTo>
                    <a:pt x="3749" y="2395"/>
                    <a:pt x="3765" y="2392"/>
                    <a:pt x="3781" y="2388"/>
                  </a:cubicBezTo>
                  <a:close/>
                </a:path>
              </a:pathLst>
            </a:custGeom>
            <a:solidFill>
              <a:srgbClr val="A5B7C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7575" name="Google Shape;17575;p45"/>
          <p:cNvGrpSpPr/>
          <p:nvPr/>
        </p:nvGrpSpPr>
        <p:grpSpPr>
          <a:xfrm>
            <a:off x="5736032" y="2245352"/>
            <a:ext cx="360890" cy="350332"/>
            <a:chOff x="5736032" y="2430000"/>
            <a:chExt cx="360890" cy="350332"/>
          </a:xfrm>
        </p:grpSpPr>
        <p:sp>
          <p:nvSpPr>
            <p:cNvPr id="17576" name="Google Shape;17576;p45"/>
            <p:cNvSpPr/>
            <p:nvPr/>
          </p:nvSpPr>
          <p:spPr>
            <a:xfrm>
              <a:off x="6072018" y="2447613"/>
              <a:ext cx="18868" cy="332719"/>
            </a:xfrm>
            <a:custGeom>
              <a:rect b="b" l="l" r="r" t="t"/>
              <a:pathLst>
                <a:path extrusionOk="0" h="12732" w="722">
                  <a:moveTo>
                    <a:pt x="366" y="0"/>
                  </a:moveTo>
                  <a:cubicBezTo>
                    <a:pt x="164" y="0"/>
                    <a:pt x="0" y="154"/>
                    <a:pt x="0" y="356"/>
                  </a:cubicBezTo>
                  <a:lnTo>
                    <a:pt x="0" y="12366"/>
                  </a:lnTo>
                  <a:cubicBezTo>
                    <a:pt x="0" y="12568"/>
                    <a:pt x="164" y="12732"/>
                    <a:pt x="366" y="12732"/>
                  </a:cubicBezTo>
                  <a:cubicBezTo>
                    <a:pt x="567" y="12732"/>
                    <a:pt x="721" y="12568"/>
                    <a:pt x="721" y="12366"/>
                  </a:cubicBezTo>
                  <a:lnTo>
                    <a:pt x="721" y="356"/>
                  </a:lnTo>
                  <a:cubicBezTo>
                    <a:pt x="721" y="154"/>
                    <a:pt x="567" y="0"/>
                    <a:pt x="366" y="0"/>
                  </a:cubicBezTo>
                  <a:close/>
                </a:path>
              </a:pathLst>
            </a:custGeom>
            <a:solidFill>
              <a:srgbClr val="ADBEC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577" name="Google Shape;17577;p45"/>
            <p:cNvSpPr/>
            <p:nvPr/>
          </p:nvSpPr>
          <p:spPr>
            <a:xfrm>
              <a:off x="6076774" y="2447613"/>
              <a:ext cx="14112" cy="332432"/>
            </a:xfrm>
            <a:custGeom>
              <a:rect b="b" l="l" r="r" t="t"/>
              <a:pathLst>
                <a:path extrusionOk="0" h="12721" w="540">
                  <a:moveTo>
                    <a:pt x="184" y="0"/>
                  </a:moveTo>
                  <a:cubicBezTo>
                    <a:pt x="116" y="0"/>
                    <a:pt x="59" y="19"/>
                    <a:pt x="1" y="48"/>
                  </a:cubicBezTo>
                  <a:cubicBezTo>
                    <a:pt x="107" y="115"/>
                    <a:pt x="174" y="231"/>
                    <a:pt x="184" y="356"/>
                  </a:cubicBezTo>
                  <a:lnTo>
                    <a:pt x="184" y="12366"/>
                  </a:lnTo>
                  <a:cubicBezTo>
                    <a:pt x="174" y="12501"/>
                    <a:pt x="107" y="12616"/>
                    <a:pt x="1" y="12674"/>
                  </a:cubicBezTo>
                  <a:cubicBezTo>
                    <a:pt x="58" y="12706"/>
                    <a:pt x="118" y="12721"/>
                    <a:pt x="176" y="12721"/>
                  </a:cubicBezTo>
                  <a:cubicBezTo>
                    <a:pt x="363" y="12721"/>
                    <a:pt x="532" y="12571"/>
                    <a:pt x="539" y="12366"/>
                  </a:cubicBezTo>
                  <a:lnTo>
                    <a:pt x="539" y="356"/>
                  </a:lnTo>
                  <a:cubicBezTo>
                    <a:pt x="530" y="164"/>
                    <a:pt x="376" y="0"/>
                    <a:pt x="184" y="0"/>
                  </a:cubicBezTo>
                  <a:close/>
                </a:path>
              </a:pathLst>
            </a:custGeom>
            <a:solidFill>
              <a:srgbClr val="9BAFB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578" name="Google Shape;17578;p45"/>
            <p:cNvSpPr/>
            <p:nvPr/>
          </p:nvSpPr>
          <p:spPr>
            <a:xfrm>
              <a:off x="5979535" y="2638328"/>
              <a:ext cx="18606" cy="137117"/>
            </a:xfrm>
            <a:custGeom>
              <a:rect b="b" l="l" r="r" t="t"/>
              <a:pathLst>
                <a:path extrusionOk="0" h="5247" w="712">
                  <a:moveTo>
                    <a:pt x="0" y="1"/>
                  </a:moveTo>
                  <a:lnTo>
                    <a:pt x="0" y="4943"/>
                  </a:lnTo>
                  <a:cubicBezTo>
                    <a:pt x="29" y="5145"/>
                    <a:pt x="190" y="5246"/>
                    <a:pt x="353" y="5246"/>
                  </a:cubicBezTo>
                  <a:cubicBezTo>
                    <a:pt x="515" y="5246"/>
                    <a:pt x="678" y="5145"/>
                    <a:pt x="712" y="4943"/>
                  </a:cubicBezTo>
                  <a:lnTo>
                    <a:pt x="712" y="1"/>
                  </a:lnTo>
                  <a:close/>
                </a:path>
              </a:pathLst>
            </a:custGeom>
            <a:solidFill>
              <a:srgbClr val="ADBEC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579" name="Google Shape;17579;p45"/>
            <p:cNvSpPr/>
            <p:nvPr/>
          </p:nvSpPr>
          <p:spPr>
            <a:xfrm>
              <a:off x="5984056" y="2638328"/>
              <a:ext cx="14085" cy="138345"/>
            </a:xfrm>
            <a:custGeom>
              <a:rect b="b" l="l" r="r" t="t"/>
              <a:pathLst>
                <a:path extrusionOk="0" h="5294" w="539">
                  <a:moveTo>
                    <a:pt x="183" y="1"/>
                  </a:moveTo>
                  <a:lnTo>
                    <a:pt x="183" y="4943"/>
                  </a:lnTo>
                  <a:cubicBezTo>
                    <a:pt x="183" y="5068"/>
                    <a:pt x="116" y="5184"/>
                    <a:pt x="0" y="5251"/>
                  </a:cubicBezTo>
                  <a:cubicBezTo>
                    <a:pt x="57" y="5280"/>
                    <a:pt x="116" y="5294"/>
                    <a:pt x="173" y="5294"/>
                  </a:cubicBezTo>
                  <a:cubicBezTo>
                    <a:pt x="361" y="5294"/>
                    <a:pt x="532" y="5149"/>
                    <a:pt x="539" y="4943"/>
                  </a:cubicBezTo>
                  <a:lnTo>
                    <a:pt x="539" y="1"/>
                  </a:lnTo>
                  <a:close/>
                </a:path>
              </a:pathLst>
            </a:custGeom>
            <a:solidFill>
              <a:srgbClr val="9BAFB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580" name="Google Shape;17580;p45"/>
            <p:cNvSpPr/>
            <p:nvPr/>
          </p:nvSpPr>
          <p:spPr>
            <a:xfrm>
              <a:off x="5736032" y="2430000"/>
              <a:ext cx="360629" cy="122405"/>
            </a:xfrm>
            <a:custGeom>
              <a:rect b="b" l="l" r="r" t="t"/>
              <a:pathLst>
                <a:path extrusionOk="0" h="4684" w="13800">
                  <a:moveTo>
                    <a:pt x="231" y="1"/>
                  </a:moveTo>
                  <a:cubicBezTo>
                    <a:pt x="164" y="1"/>
                    <a:pt x="106" y="39"/>
                    <a:pt x="58" y="87"/>
                  </a:cubicBezTo>
                  <a:cubicBezTo>
                    <a:pt x="20" y="145"/>
                    <a:pt x="0" y="212"/>
                    <a:pt x="10" y="280"/>
                  </a:cubicBezTo>
                  <a:cubicBezTo>
                    <a:pt x="125" y="1145"/>
                    <a:pt x="606" y="3261"/>
                    <a:pt x="2347" y="4242"/>
                  </a:cubicBezTo>
                  <a:cubicBezTo>
                    <a:pt x="2847" y="4530"/>
                    <a:pt x="3405" y="4674"/>
                    <a:pt x="3972" y="4684"/>
                  </a:cubicBezTo>
                  <a:cubicBezTo>
                    <a:pt x="4049" y="4684"/>
                    <a:pt x="4126" y="4674"/>
                    <a:pt x="4203" y="4674"/>
                  </a:cubicBezTo>
                  <a:cubicBezTo>
                    <a:pt x="5357" y="4588"/>
                    <a:pt x="6309" y="3934"/>
                    <a:pt x="6780" y="3549"/>
                  </a:cubicBezTo>
                  <a:cubicBezTo>
                    <a:pt x="6818" y="3520"/>
                    <a:pt x="6862" y="3506"/>
                    <a:pt x="6904" y="3506"/>
                  </a:cubicBezTo>
                  <a:cubicBezTo>
                    <a:pt x="6946" y="3506"/>
                    <a:pt x="6987" y="3520"/>
                    <a:pt x="7020" y="3549"/>
                  </a:cubicBezTo>
                  <a:cubicBezTo>
                    <a:pt x="7491" y="3934"/>
                    <a:pt x="8453" y="4588"/>
                    <a:pt x="9607" y="4674"/>
                  </a:cubicBezTo>
                  <a:cubicBezTo>
                    <a:pt x="9681" y="4684"/>
                    <a:pt x="9754" y="4684"/>
                    <a:pt x="9828" y="4684"/>
                  </a:cubicBezTo>
                  <a:lnTo>
                    <a:pt x="9828" y="4684"/>
                  </a:lnTo>
                  <a:cubicBezTo>
                    <a:pt x="10395" y="4674"/>
                    <a:pt x="10953" y="4530"/>
                    <a:pt x="11453" y="4242"/>
                  </a:cubicBezTo>
                  <a:cubicBezTo>
                    <a:pt x="13194" y="3261"/>
                    <a:pt x="13674" y="1145"/>
                    <a:pt x="13790" y="280"/>
                  </a:cubicBezTo>
                  <a:cubicBezTo>
                    <a:pt x="13799" y="212"/>
                    <a:pt x="13780" y="145"/>
                    <a:pt x="13742" y="87"/>
                  </a:cubicBezTo>
                  <a:cubicBezTo>
                    <a:pt x="13694" y="39"/>
                    <a:pt x="13636" y="1"/>
                    <a:pt x="13569" y="1"/>
                  </a:cubicBezTo>
                  <a:lnTo>
                    <a:pt x="13549" y="1"/>
                  </a:lnTo>
                  <a:cubicBezTo>
                    <a:pt x="13482" y="1"/>
                    <a:pt x="13424" y="20"/>
                    <a:pt x="13386" y="68"/>
                  </a:cubicBezTo>
                  <a:cubicBezTo>
                    <a:pt x="13069" y="357"/>
                    <a:pt x="12280" y="876"/>
                    <a:pt x="10626" y="963"/>
                  </a:cubicBezTo>
                  <a:cubicBezTo>
                    <a:pt x="9559" y="1030"/>
                    <a:pt x="8540" y="1405"/>
                    <a:pt x="7684" y="2059"/>
                  </a:cubicBezTo>
                  <a:lnTo>
                    <a:pt x="7568" y="2145"/>
                  </a:lnTo>
                  <a:cubicBezTo>
                    <a:pt x="7371" y="2299"/>
                    <a:pt x="7136" y="2376"/>
                    <a:pt x="6900" y="2376"/>
                  </a:cubicBezTo>
                  <a:cubicBezTo>
                    <a:pt x="6664" y="2376"/>
                    <a:pt x="6429" y="2299"/>
                    <a:pt x="6232" y="2145"/>
                  </a:cubicBezTo>
                  <a:lnTo>
                    <a:pt x="6116" y="2059"/>
                  </a:lnTo>
                  <a:cubicBezTo>
                    <a:pt x="5260" y="1405"/>
                    <a:pt x="4241" y="1030"/>
                    <a:pt x="3174" y="963"/>
                  </a:cubicBezTo>
                  <a:cubicBezTo>
                    <a:pt x="1520" y="876"/>
                    <a:pt x="741" y="366"/>
                    <a:pt x="424" y="68"/>
                  </a:cubicBezTo>
                  <a:cubicBezTo>
                    <a:pt x="375" y="20"/>
                    <a:pt x="318" y="1"/>
                    <a:pt x="250" y="1"/>
                  </a:cubicBezTo>
                  <a:close/>
                  <a:moveTo>
                    <a:pt x="9828" y="4684"/>
                  </a:moveTo>
                  <a:cubicBezTo>
                    <a:pt x="9828" y="4684"/>
                    <a:pt x="9828" y="4684"/>
                    <a:pt x="9828" y="4684"/>
                  </a:cubicBezTo>
                  <a:lnTo>
                    <a:pt x="9838" y="4684"/>
                  </a:lnTo>
                  <a:cubicBezTo>
                    <a:pt x="9834" y="4684"/>
                    <a:pt x="9831" y="4684"/>
                    <a:pt x="9828" y="4684"/>
                  </a:cubicBezTo>
                  <a:close/>
                </a:path>
              </a:pathLst>
            </a:custGeom>
            <a:solidFill>
              <a:srgbClr val="AAB6C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581" name="Google Shape;17581;p45"/>
            <p:cNvSpPr/>
            <p:nvPr/>
          </p:nvSpPr>
          <p:spPr>
            <a:xfrm>
              <a:off x="5972505" y="2430000"/>
              <a:ext cx="124417" cy="122405"/>
            </a:xfrm>
            <a:custGeom>
              <a:rect b="b" l="l" r="r" t="t"/>
              <a:pathLst>
                <a:path extrusionOk="0" h="4684" w="4761">
                  <a:moveTo>
                    <a:pt x="4510" y="1"/>
                  </a:moveTo>
                  <a:cubicBezTo>
                    <a:pt x="4443" y="1"/>
                    <a:pt x="4385" y="20"/>
                    <a:pt x="4337" y="68"/>
                  </a:cubicBezTo>
                  <a:cubicBezTo>
                    <a:pt x="3991" y="366"/>
                    <a:pt x="3577" y="587"/>
                    <a:pt x="3135" y="703"/>
                  </a:cubicBezTo>
                  <a:cubicBezTo>
                    <a:pt x="2933" y="1713"/>
                    <a:pt x="2375" y="3395"/>
                    <a:pt x="866" y="4242"/>
                  </a:cubicBezTo>
                  <a:cubicBezTo>
                    <a:pt x="596" y="4395"/>
                    <a:pt x="308" y="4511"/>
                    <a:pt x="0" y="4588"/>
                  </a:cubicBezTo>
                  <a:cubicBezTo>
                    <a:pt x="183" y="4626"/>
                    <a:pt x="366" y="4655"/>
                    <a:pt x="558" y="4674"/>
                  </a:cubicBezTo>
                  <a:cubicBezTo>
                    <a:pt x="635" y="4674"/>
                    <a:pt x="712" y="4684"/>
                    <a:pt x="779" y="4684"/>
                  </a:cubicBezTo>
                  <a:cubicBezTo>
                    <a:pt x="1356" y="4674"/>
                    <a:pt x="1914" y="4530"/>
                    <a:pt x="2404" y="4251"/>
                  </a:cubicBezTo>
                  <a:cubicBezTo>
                    <a:pt x="4154" y="3261"/>
                    <a:pt x="4625" y="1145"/>
                    <a:pt x="4750" y="280"/>
                  </a:cubicBezTo>
                  <a:cubicBezTo>
                    <a:pt x="4760" y="212"/>
                    <a:pt x="4741" y="145"/>
                    <a:pt x="4693" y="87"/>
                  </a:cubicBezTo>
                  <a:cubicBezTo>
                    <a:pt x="4654" y="39"/>
                    <a:pt x="4587" y="1"/>
                    <a:pt x="4520" y="1"/>
                  </a:cubicBezTo>
                  <a:close/>
                </a:path>
              </a:pathLst>
            </a:custGeom>
            <a:solidFill>
              <a:srgbClr val="96A4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582" name="Google Shape;17582;p45"/>
            <p:cNvSpPr/>
            <p:nvPr/>
          </p:nvSpPr>
          <p:spPr>
            <a:xfrm>
              <a:off x="5750353" y="2455139"/>
              <a:ext cx="156325" cy="84722"/>
            </a:xfrm>
            <a:custGeom>
              <a:rect b="b" l="l" r="r" t="t"/>
              <a:pathLst>
                <a:path extrusionOk="0" h="3242" w="5982">
                  <a:moveTo>
                    <a:pt x="289" y="1"/>
                  </a:moveTo>
                  <a:cubicBezTo>
                    <a:pt x="116" y="10"/>
                    <a:pt x="1" y="193"/>
                    <a:pt x="78" y="347"/>
                  </a:cubicBezTo>
                  <a:lnTo>
                    <a:pt x="404" y="1058"/>
                  </a:lnTo>
                  <a:cubicBezTo>
                    <a:pt x="789" y="1885"/>
                    <a:pt x="1328" y="2491"/>
                    <a:pt x="1991" y="2866"/>
                  </a:cubicBezTo>
                  <a:cubicBezTo>
                    <a:pt x="2414" y="3106"/>
                    <a:pt x="2895" y="3241"/>
                    <a:pt x="3385" y="3241"/>
                  </a:cubicBezTo>
                  <a:cubicBezTo>
                    <a:pt x="3453" y="3241"/>
                    <a:pt x="3520" y="3241"/>
                    <a:pt x="3578" y="3222"/>
                  </a:cubicBezTo>
                  <a:cubicBezTo>
                    <a:pt x="4318" y="3174"/>
                    <a:pt x="4982" y="2847"/>
                    <a:pt x="5405" y="2568"/>
                  </a:cubicBezTo>
                  <a:lnTo>
                    <a:pt x="5828" y="2299"/>
                  </a:lnTo>
                  <a:cubicBezTo>
                    <a:pt x="5972" y="2212"/>
                    <a:pt x="5982" y="2010"/>
                    <a:pt x="5847" y="1914"/>
                  </a:cubicBezTo>
                  <a:lnTo>
                    <a:pt x="5462" y="1587"/>
                  </a:lnTo>
                  <a:cubicBezTo>
                    <a:pt x="4645" y="904"/>
                    <a:pt x="3626" y="491"/>
                    <a:pt x="2568" y="424"/>
                  </a:cubicBezTo>
                  <a:cubicBezTo>
                    <a:pt x="2078" y="404"/>
                    <a:pt x="1587" y="327"/>
                    <a:pt x="1116" y="212"/>
                  </a:cubicBezTo>
                  <a:lnTo>
                    <a:pt x="356" y="10"/>
                  </a:lnTo>
                  <a:cubicBezTo>
                    <a:pt x="337" y="10"/>
                    <a:pt x="318" y="10"/>
                    <a:pt x="289" y="1"/>
                  </a:cubicBezTo>
                  <a:close/>
                </a:path>
              </a:pathLst>
            </a:custGeom>
            <a:solidFill>
              <a:srgbClr val="96A4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583" name="Google Shape;17583;p45"/>
            <p:cNvSpPr/>
            <p:nvPr/>
          </p:nvSpPr>
          <p:spPr>
            <a:xfrm>
              <a:off x="5763184" y="2465697"/>
              <a:ext cx="131185" cy="64600"/>
            </a:xfrm>
            <a:custGeom>
              <a:rect b="b" l="l" r="r" t="t"/>
              <a:pathLst>
                <a:path extrusionOk="0" h="2472" w="5020">
                  <a:moveTo>
                    <a:pt x="0" y="0"/>
                  </a:moveTo>
                  <a:lnTo>
                    <a:pt x="240" y="500"/>
                  </a:lnTo>
                  <a:cubicBezTo>
                    <a:pt x="587" y="1250"/>
                    <a:pt x="1067" y="1808"/>
                    <a:pt x="1673" y="2145"/>
                  </a:cubicBezTo>
                  <a:cubicBezTo>
                    <a:pt x="2039" y="2356"/>
                    <a:pt x="2462" y="2472"/>
                    <a:pt x="2894" y="2472"/>
                  </a:cubicBezTo>
                  <a:cubicBezTo>
                    <a:pt x="2952" y="2472"/>
                    <a:pt x="3010" y="2472"/>
                    <a:pt x="3068" y="2462"/>
                  </a:cubicBezTo>
                  <a:cubicBezTo>
                    <a:pt x="3731" y="2414"/>
                    <a:pt x="4337" y="2106"/>
                    <a:pt x="4721" y="1856"/>
                  </a:cubicBezTo>
                  <a:lnTo>
                    <a:pt x="5020" y="1674"/>
                  </a:lnTo>
                  <a:lnTo>
                    <a:pt x="4750" y="1443"/>
                  </a:lnTo>
                  <a:cubicBezTo>
                    <a:pt x="3991" y="808"/>
                    <a:pt x="3048" y="433"/>
                    <a:pt x="2058" y="366"/>
                  </a:cubicBezTo>
                  <a:cubicBezTo>
                    <a:pt x="1539" y="347"/>
                    <a:pt x="1029" y="270"/>
                    <a:pt x="539" y="145"/>
                  </a:cubicBezTo>
                  <a:lnTo>
                    <a:pt x="0" y="0"/>
                  </a:lnTo>
                  <a:close/>
                </a:path>
              </a:pathLst>
            </a:custGeom>
            <a:solidFill>
              <a:srgbClr val="E0E6E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584" name="Google Shape;17584;p45"/>
            <p:cNvSpPr/>
            <p:nvPr/>
          </p:nvSpPr>
          <p:spPr>
            <a:xfrm>
              <a:off x="5926016" y="2455375"/>
              <a:ext cx="156298" cy="84486"/>
            </a:xfrm>
            <a:custGeom>
              <a:rect b="b" l="l" r="r" t="t"/>
              <a:pathLst>
                <a:path extrusionOk="0" h="3233" w="5981">
                  <a:moveTo>
                    <a:pt x="5695" y="1"/>
                  </a:moveTo>
                  <a:cubicBezTo>
                    <a:pt x="5673" y="1"/>
                    <a:pt x="5649" y="4"/>
                    <a:pt x="5626" y="11"/>
                  </a:cubicBezTo>
                  <a:lnTo>
                    <a:pt x="4866" y="203"/>
                  </a:lnTo>
                  <a:cubicBezTo>
                    <a:pt x="4395" y="328"/>
                    <a:pt x="3904" y="395"/>
                    <a:pt x="3414" y="424"/>
                  </a:cubicBezTo>
                  <a:cubicBezTo>
                    <a:pt x="2356" y="492"/>
                    <a:pt x="1337" y="895"/>
                    <a:pt x="519" y="1588"/>
                  </a:cubicBezTo>
                  <a:lnTo>
                    <a:pt x="135" y="1905"/>
                  </a:lnTo>
                  <a:cubicBezTo>
                    <a:pt x="0" y="2011"/>
                    <a:pt x="19" y="2203"/>
                    <a:pt x="154" y="2299"/>
                  </a:cubicBezTo>
                  <a:lnTo>
                    <a:pt x="577" y="2569"/>
                  </a:lnTo>
                  <a:cubicBezTo>
                    <a:pt x="1000" y="2838"/>
                    <a:pt x="1664" y="3174"/>
                    <a:pt x="2404" y="3222"/>
                  </a:cubicBezTo>
                  <a:cubicBezTo>
                    <a:pt x="2472" y="3232"/>
                    <a:pt x="2539" y="3232"/>
                    <a:pt x="2597" y="3232"/>
                  </a:cubicBezTo>
                  <a:cubicBezTo>
                    <a:pt x="3087" y="3232"/>
                    <a:pt x="3568" y="3097"/>
                    <a:pt x="3991" y="2857"/>
                  </a:cubicBezTo>
                  <a:cubicBezTo>
                    <a:pt x="4654" y="2482"/>
                    <a:pt x="5193" y="1876"/>
                    <a:pt x="5577" y="1059"/>
                  </a:cubicBezTo>
                  <a:lnTo>
                    <a:pt x="5904" y="347"/>
                  </a:lnTo>
                  <a:cubicBezTo>
                    <a:pt x="5981" y="178"/>
                    <a:pt x="5863" y="1"/>
                    <a:pt x="5695" y="1"/>
                  </a:cubicBezTo>
                  <a:close/>
                </a:path>
              </a:pathLst>
            </a:custGeom>
            <a:solidFill>
              <a:srgbClr val="96A4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585" name="Google Shape;17585;p45"/>
            <p:cNvSpPr/>
            <p:nvPr/>
          </p:nvSpPr>
          <p:spPr>
            <a:xfrm>
              <a:off x="5938324" y="2465697"/>
              <a:ext cx="131185" cy="64600"/>
            </a:xfrm>
            <a:custGeom>
              <a:rect b="b" l="l" r="r" t="t"/>
              <a:pathLst>
                <a:path extrusionOk="0" h="2472" w="5020">
                  <a:moveTo>
                    <a:pt x="5020" y="0"/>
                  </a:moveTo>
                  <a:lnTo>
                    <a:pt x="4491" y="145"/>
                  </a:lnTo>
                  <a:cubicBezTo>
                    <a:pt x="3991" y="270"/>
                    <a:pt x="3481" y="347"/>
                    <a:pt x="2962" y="366"/>
                  </a:cubicBezTo>
                  <a:cubicBezTo>
                    <a:pt x="1972" y="433"/>
                    <a:pt x="1029" y="808"/>
                    <a:pt x="270" y="1443"/>
                  </a:cubicBezTo>
                  <a:lnTo>
                    <a:pt x="0" y="1674"/>
                  </a:lnTo>
                  <a:lnTo>
                    <a:pt x="298" y="1856"/>
                  </a:lnTo>
                  <a:cubicBezTo>
                    <a:pt x="683" y="2106"/>
                    <a:pt x="1289" y="2414"/>
                    <a:pt x="1952" y="2462"/>
                  </a:cubicBezTo>
                  <a:cubicBezTo>
                    <a:pt x="2010" y="2472"/>
                    <a:pt x="2068" y="2472"/>
                    <a:pt x="2126" y="2472"/>
                  </a:cubicBezTo>
                  <a:cubicBezTo>
                    <a:pt x="2558" y="2472"/>
                    <a:pt x="2981" y="2356"/>
                    <a:pt x="3347" y="2145"/>
                  </a:cubicBezTo>
                  <a:cubicBezTo>
                    <a:pt x="3953" y="1808"/>
                    <a:pt x="4433" y="1250"/>
                    <a:pt x="4789" y="500"/>
                  </a:cubicBezTo>
                  <a:lnTo>
                    <a:pt x="5020" y="0"/>
                  </a:lnTo>
                  <a:close/>
                </a:path>
              </a:pathLst>
            </a:custGeom>
            <a:solidFill>
              <a:srgbClr val="E0E6E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586" name="Google Shape;17586;p45"/>
            <p:cNvSpPr/>
            <p:nvPr/>
          </p:nvSpPr>
          <p:spPr>
            <a:xfrm>
              <a:off x="6000389" y="2465932"/>
              <a:ext cx="69382" cy="64129"/>
            </a:xfrm>
            <a:custGeom>
              <a:rect b="b" l="l" r="r" t="t"/>
              <a:pathLst>
                <a:path extrusionOk="0" h="2454" w="2655">
                  <a:moveTo>
                    <a:pt x="2655" y="1"/>
                  </a:moveTo>
                  <a:lnTo>
                    <a:pt x="2116" y="136"/>
                  </a:lnTo>
                  <a:cubicBezTo>
                    <a:pt x="1780" y="222"/>
                    <a:pt x="1433" y="289"/>
                    <a:pt x="1087" y="328"/>
                  </a:cubicBezTo>
                  <a:cubicBezTo>
                    <a:pt x="1020" y="818"/>
                    <a:pt x="789" y="1790"/>
                    <a:pt x="1" y="2453"/>
                  </a:cubicBezTo>
                  <a:cubicBezTo>
                    <a:pt x="347" y="2424"/>
                    <a:pt x="683" y="2309"/>
                    <a:pt x="981" y="2136"/>
                  </a:cubicBezTo>
                  <a:cubicBezTo>
                    <a:pt x="1587" y="1799"/>
                    <a:pt x="2068" y="1251"/>
                    <a:pt x="2414" y="491"/>
                  </a:cubicBezTo>
                  <a:lnTo>
                    <a:pt x="2655" y="1"/>
                  </a:lnTo>
                  <a:close/>
                </a:path>
              </a:pathLst>
            </a:custGeom>
            <a:solidFill>
              <a:srgbClr val="CCD6D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587" name="Google Shape;17587;p45"/>
            <p:cNvSpPr/>
            <p:nvPr/>
          </p:nvSpPr>
          <p:spPr>
            <a:xfrm>
              <a:off x="5816703" y="2491333"/>
              <a:ext cx="77666" cy="38964"/>
            </a:xfrm>
            <a:custGeom>
              <a:rect b="b" l="l" r="r" t="t"/>
              <a:pathLst>
                <a:path extrusionOk="0" h="1491" w="2972">
                  <a:moveTo>
                    <a:pt x="2020" y="0"/>
                  </a:moveTo>
                  <a:cubicBezTo>
                    <a:pt x="1645" y="414"/>
                    <a:pt x="866" y="1173"/>
                    <a:pt x="0" y="1337"/>
                  </a:cubicBezTo>
                  <a:cubicBezTo>
                    <a:pt x="269" y="1443"/>
                    <a:pt x="558" y="1491"/>
                    <a:pt x="846" y="1491"/>
                  </a:cubicBezTo>
                  <a:cubicBezTo>
                    <a:pt x="904" y="1491"/>
                    <a:pt x="962" y="1491"/>
                    <a:pt x="1020" y="1481"/>
                  </a:cubicBezTo>
                  <a:cubicBezTo>
                    <a:pt x="1683" y="1443"/>
                    <a:pt x="2289" y="1135"/>
                    <a:pt x="2673" y="885"/>
                  </a:cubicBezTo>
                  <a:lnTo>
                    <a:pt x="2972" y="693"/>
                  </a:lnTo>
                  <a:lnTo>
                    <a:pt x="2702" y="471"/>
                  </a:lnTo>
                  <a:cubicBezTo>
                    <a:pt x="2481" y="298"/>
                    <a:pt x="2260" y="135"/>
                    <a:pt x="2020" y="0"/>
                  </a:cubicBezTo>
                  <a:close/>
                </a:path>
              </a:pathLst>
            </a:custGeom>
            <a:solidFill>
              <a:srgbClr val="CCD6D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588" name="Google Shape;17588;p45"/>
            <p:cNvSpPr/>
            <p:nvPr/>
          </p:nvSpPr>
          <p:spPr>
            <a:xfrm>
              <a:off x="5828751" y="2603990"/>
              <a:ext cx="175192" cy="72831"/>
            </a:xfrm>
            <a:custGeom>
              <a:rect b="b" l="l" r="r" t="t"/>
              <a:pathLst>
                <a:path extrusionOk="0" h="2787" w="6704">
                  <a:moveTo>
                    <a:pt x="2494" y="1"/>
                  </a:moveTo>
                  <a:cubicBezTo>
                    <a:pt x="2150" y="1"/>
                    <a:pt x="1772" y="116"/>
                    <a:pt x="1453" y="430"/>
                  </a:cubicBezTo>
                  <a:cubicBezTo>
                    <a:pt x="703" y="1180"/>
                    <a:pt x="1" y="1286"/>
                    <a:pt x="1" y="1286"/>
                  </a:cubicBezTo>
                  <a:cubicBezTo>
                    <a:pt x="559" y="1565"/>
                    <a:pt x="1068" y="1930"/>
                    <a:pt x="1520" y="2353"/>
                  </a:cubicBezTo>
                  <a:cubicBezTo>
                    <a:pt x="1930" y="2763"/>
                    <a:pt x="3062" y="2786"/>
                    <a:pt x="3309" y="2786"/>
                  </a:cubicBezTo>
                  <a:cubicBezTo>
                    <a:pt x="3340" y="2786"/>
                    <a:pt x="3357" y="2786"/>
                    <a:pt x="3357" y="2786"/>
                  </a:cubicBezTo>
                  <a:cubicBezTo>
                    <a:pt x="3357" y="2786"/>
                    <a:pt x="3374" y="2786"/>
                    <a:pt x="3404" y="2786"/>
                  </a:cubicBezTo>
                  <a:cubicBezTo>
                    <a:pt x="3649" y="2786"/>
                    <a:pt x="4774" y="2763"/>
                    <a:pt x="5184" y="2353"/>
                  </a:cubicBezTo>
                  <a:cubicBezTo>
                    <a:pt x="5636" y="1930"/>
                    <a:pt x="6145" y="1565"/>
                    <a:pt x="6703" y="1286"/>
                  </a:cubicBezTo>
                  <a:cubicBezTo>
                    <a:pt x="6703" y="1286"/>
                    <a:pt x="6001" y="1180"/>
                    <a:pt x="5251" y="430"/>
                  </a:cubicBezTo>
                  <a:cubicBezTo>
                    <a:pt x="4934" y="118"/>
                    <a:pt x="4558" y="4"/>
                    <a:pt x="4217" y="4"/>
                  </a:cubicBezTo>
                  <a:cubicBezTo>
                    <a:pt x="3854" y="4"/>
                    <a:pt x="3530" y="132"/>
                    <a:pt x="3357" y="286"/>
                  </a:cubicBezTo>
                  <a:cubicBezTo>
                    <a:pt x="3179" y="128"/>
                    <a:pt x="2855" y="1"/>
                    <a:pt x="2494" y="1"/>
                  </a:cubicBezTo>
                  <a:close/>
                </a:path>
              </a:pathLst>
            </a:custGeom>
            <a:solidFill>
              <a:srgbClr val="7084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589" name="Google Shape;17589;p45"/>
            <p:cNvSpPr/>
            <p:nvPr/>
          </p:nvSpPr>
          <p:spPr>
            <a:xfrm>
              <a:off x="5828751" y="2636316"/>
              <a:ext cx="175192" cy="40505"/>
            </a:xfrm>
            <a:custGeom>
              <a:rect b="b" l="l" r="r" t="t"/>
              <a:pathLst>
                <a:path extrusionOk="0" h="1550" w="6704">
                  <a:moveTo>
                    <a:pt x="3357" y="1"/>
                  </a:moveTo>
                  <a:lnTo>
                    <a:pt x="3241" y="49"/>
                  </a:lnTo>
                  <a:cubicBezTo>
                    <a:pt x="2860" y="193"/>
                    <a:pt x="2373" y="241"/>
                    <a:pt x="1893" y="241"/>
                  </a:cubicBezTo>
                  <a:cubicBezTo>
                    <a:pt x="933" y="241"/>
                    <a:pt x="1" y="49"/>
                    <a:pt x="1" y="49"/>
                  </a:cubicBezTo>
                  <a:lnTo>
                    <a:pt x="1" y="49"/>
                  </a:lnTo>
                  <a:cubicBezTo>
                    <a:pt x="559" y="328"/>
                    <a:pt x="1068" y="693"/>
                    <a:pt x="1520" y="1116"/>
                  </a:cubicBezTo>
                  <a:cubicBezTo>
                    <a:pt x="1930" y="1526"/>
                    <a:pt x="3062" y="1549"/>
                    <a:pt x="3309" y="1549"/>
                  </a:cubicBezTo>
                  <a:cubicBezTo>
                    <a:pt x="3340" y="1549"/>
                    <a:pt x="3357" y="1549"/>
                    <a:pt x="3357" y="1549"/>
                  </a:cubicBezTo>
                  <a:cubicBezTo>
                    <a:pt x="3357" y="1549"/>
                    <a:pt x="3374" y="1549"/>
                    <a:pt x="3404" y="1549"/>
                  </a:cubicBezTo>
                  <a:cubicBezTo>
                    <a:pt x="3649" y="1549"/>
                    <a:pt x="4774" y="1526"/>
                    <a:pt x="5184" y="1116"/>
                  </a:cubicBezTo>
                  <a:cubicBezTo>
                    <a:pt x="5636" y="693"/>
                    <a:pt x="6145" y="328"/>
                    <a:pt x="6703" y="49"/>
                  </a:cubicBezTo>
                  <a:lnTo>
                    <a:pt x="6703" y="49"/>
                  </a:lnTo>
                  <a:cubicBezTo>
                    <a:pt x="6703" y="49"/>
                    <a:pt x="5776" y="241"/>
                    <a:pt x="4816" y="241"/>
                  </a:cubicBezTo>
                  <a:cubicBezTo>
                    <a:pt x="4335" y="241"/>
                    <a:pt x="3847" y="193"/>
                    <a:pt x="3463" y="49"/>
                  </a:cubicBezTo>
                  <a:lnTo>
                    <a:pt x="3357" y="1"/>
                  </a:lnTo>
                  <a:close/>
                </a:path>
              </a:pathLst>
            </a:custGeom>
            <a:solidFill>
              <a:srgbClr val="546C8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590" name="Google Shape;17590;p45"/>
            <p:cNvSpPr/>
            <p:nvPr/>
          </p:nvSpPr>
          <p:spPr>
            <a:xfrm>
              <a:off x="5872993" y="2648624"/>
              <a:ext cx="86472" cy="16620"/>
            </a:xfrm>
            <a:custGeom>
              <a:rect b="b" l="l" r="r" t="t"/>
              <a:pathLst>
                <a:path extrusionOk="0" h="636" w="3309">
                  <a:moveTo>
                    <a:pt x="1654" y="1"/>
                  </a:moveTo>
                  <a:cubicBezTo>
                    <a:pt x="1212" y="145"/>
                    <a:pt x="754" y="213"/>
                    <a:pt x="286" y="213"/>
                  </a:cubicBezTo>
                  <a:cubicBezTo>
                    <a:pt x="255" y="213"/>
                    <a:pt x="224" y="213"/>
                    <a:pt x="193" y="212"/>
                  </a:cubicBezTo>
                  <a:lnTo>
                    <a:pt x="0" y="212"/>
                  </a:lnTo>
                  <a:cubicBezTo>
                    <a:pt x="48" y="251"/>
                    <a:pt x="96" y="289"/>
                    <a:pt x="135" y="337"/>
                  </a:cubicBezTo>
                  <a:cubicBezTo>
                    <a:pt x="308" y="510"/>
                    <a:pt x="923" y="636"/>
                    <a:pt x="1596" y="636"/>
                  </a:cubicBezTo>
                  <a:lnTo>
                    <a:pt x="1721" y="636"/>
                  </a:lnTo>
                  <a:cubicBezTo>
                    <a:pt x="2395" y="636"/>
                    <a:pt x="3010" y="510"/>
                    <a:pt x="3173" y="337"/>
                  </a:cubicBezTo>
                  <a:cubicBezTo>
                    <a:pt x="3222" y="289"/>
                    <a:pt x="3270" y="251"/>
                    <a:pt x="3308" y="212"/>
                  </a:cubicBezTo>
                  <a:lnTo>
                    <a:pt x="3116" y="212"/>
                  </a:lnTo>
                  <a:cubicBezTo>
                    <a:pt x="3085" y="213"/>
                    <a:pt x="3055" y="213"/>
                    <a:pt x="3024" y="213"/>
                  </a:cubicBezTo>
                  <a:cubicBezTo>
                    <a:pt x="2563" y="213"/>
                    <a:pt x="2096" y="145"/>
                    <a:pt x="1654" y="1"/>
                  </a:cubicBezTo>
                  <a:close/>
                </a:path>
              </a:pathLst>
            </a:custGeom>
            <a:solidFill>
              <a:srgbClr val="7084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591" name="Google Shape;17591;p45"/>
            <p:cNvSpPr/>
            <p:nvPr/>
          </p:nvSpPr>
          <p:spPr>
            <a:xfrm>
              <a:off x="5920972" y="2616717"/>
              <a:ext cx="50540" cy="17404"/>
            </a:xfrm>
            <a:custGeom>
              <a:rect b="b" l="l" r="r" t="t"/>
              <a:pathLst>
                <a:path extrusionOk="0" h="666" w="1934">
                  <a:moveTo>
                    <a:pt x="828" y="1"/>
                  </a:moveTo>
                  <a:cubicBezTo>
                    <a:pt x="616" y="1"/>
                    <a:pt x="405" y="58"/>
                    <a:pt x="241" y="183"/>
                  </a:cubicBezTo>
                  <a:lnTo>
                    <a:pt x="1" y="395"/>
                  </a:lnTo>
                  <a:lnTo>
                    <a:pt x="232" y="491"/>
                  </a:lnTo>
                  <a:cubicBezTo>
                    <a:pt x="589" y="607"/>
                    <a:pt x="963" y="665"/>
                    <a:pt x="1345" y="665"/>
                  </a:cubicBezTo>
                  <a:cubicBezTo>
                    <a:pt x="1375" y="665"/>
                    <a:pt x="1404" y="665"/>
                    <a:pt x="1434" y="664"/>
                  </a:cubicBezTo>
                  <a:cubicBezTo>
                    <a:pt x="1607" y="664"/>
                    <a:pt x="1780" y="664"/>
                    <a:pt x="1934" y="645"/>
                  </a:cubicBezTo>
                  <a:cubicBezTo>
                    <a:pt x="1809" y="539"/>
                    <a:pt x="1684" y="433"/>
                    <a:pt x="1568" y="318"/>
                  </a:cubicBezTo>
                  <a:cubicBezTo>
                    <a:pt x="1376" y="116"/>
                    <a:pt x="1107" y="1"/>
                    <a:pt x="828" y="1"/>
                  </a:cubicBezTo>
                  <a:close/>
                </a:path>
              </a:pathLst>
            </a:custGeom>
            <a:solidFill>
              <a:srgbClr val="7F91A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592" name="Google Shape;17592;p45"/>
            <p:cNvSpPr/>
            <p:nvPr/>
          </p:nvSpPr>
          <p:spPr>
            <a:xfrm>
              <a:off x="5860920" y="2616717"/>
              <a:ext cx="50802" cy="17404"/>
            </a:xfrm>
            <a:custGeom>
              <a:rect b="b" l="l" r="r" t="t"/>
              <a:pathLst>
                <a:path extrusionOk="0" h="666" w="1944">
                  <a:moveTo>
                    <a:pt x="1116" y="1"/>
                  </a:moveTo>
                  <a:cubicBezTo>
                    <a:pt x="837" y="1"/>
                    <a:pt x="568" y="116"/>
                    <a:pt x="366" y="318"/>
                  </a:cubicBezTo>
                  <a:cubicBezTo>
                    <a:pt x="251" y="433"/>
                    <a:pt x="135" y="539"/>
                    <a:pt x="1" y="645"/>
                  </a:cubicBezTo>
                  <a:cubicBezTo>
                    <a:pt x="164" y="655"/>
                    <a:pt x="337" y="664"/>
                    <a:pt x="510" y="664"/>
                  </a:cubicBezTo>
                  <a:cubicBezTo>
                    <a:pt x="539" y="665"/>
                    <a:pt x="568" y="665"/>
                    <a:pt x="597" y="665"/>
                  </a:cubicBezTo>
                  <a:cubicBezTo>
                    <a:pt x="973" y="665"/>
                    <a:pt x="1355" y="607"/>
                    <a:pt x="1712" y="491"/>
                  </a:cubicBezTo>
                  <a:lnTo>
                    <a:pt x="1943" y="395"/>
                  </a:lnTo>
                  <a:lnTo>
                    <a:pt x="1703" y="183"/>
                  </a:lnTo>
                  <a:cubicBezTo>
                    <a:pt x="1530" y="58"/>
                    <a:pt x="1328" y="1"/>
                    <a:pt x="1116" y="1"/>
                  </a:cubicBezTo>
                  <a:close/>
                </a:path>
              </a:pathLst>
            </a:custGeom>
            <a:solidFill>
              <a:srgbClr val="7F91A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7593" name="Google Shape;17593;p45"/>
          <p:cNvGrpSpPr/>
          <p:nvPr/>
        </p:nvGrpSpPr>
        <p:grpSpPr>
          <a:xfrm>
            <a:off x="4877867" y="1811344"/>
            <a:ext cx="360629" cy="331779"/>
            <a:chOff x="4877867" y="1995991"/>
            <a:chExt cx="360629" cy="331779"/>
          </a:xfrm>
        </p:grpSpPr>
        <p:sp>
          <p:nvSpPr>
            <p:cNvPr id="17594" name="Google Shape;17594;p45"/>
            <p:cNvSpPr/>
            <p:nvPr/>
          </p:nvSpPr>
          <p:spPr>
            <a:xfrm>
              <a:off x="5151527" y="2172699"/>
              <a:ext cx="17613" cy="155070"/>
            </a:xfrm>
            <a:custGeom>
              <a:rect b="b" l="l" r="r" t="t"/>
              <a:pathLst>
                <a:path extrusionOk="0" h="5934" w="674">
                  <a:moveTo>
                    <a:pt x="1" y="0"/>
                  </a:moveTo>
                  <a:lnTo>
                    <a:pt x="1" y="5597"/>
                  </a:lnTo>
                  <a:cubicBezTo>
                    <a:pt x="1" y="5779"/>
                    <a:pt x="145" y="5933"/>
                    <a:pt x="337" y="5933"/>
                  </a:cubicBezTo>
                  <a:cubicBezTo>
                    <a:pt x="520" y="5933"/>
                    <a:pt x="674" y="5779"/>
                    <a:pt x="674" y="5597"/>
                  </a:cubicBezTo>
                  <a:lnTo>
                    <a:pt x="674" y="0"/>
                  </a:lnTo>
                  <a:close/>
                </a:path>
              </a:pathLst>
            </a:custGeom>
            <a:solidFill>
              <a:srgbClr val="ADBEC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595" name="Google Shape;17595;p45"/>
            <p:cNvSpPr/>
            <p:nvPr/>
          </p:nvSpPr>
          <p:spPr>
            <a:xfrm>
              <a:off x="5155813" y="2172699"/>
              <a:ext cx="13328" cy="155070"/>
            </a:xfrm>
            <a:custGeom>
              <a:rect b="b" l="l" r="r" t="t"/>
              <a:pathLst>
                <a:path extrusionOk="0" h="5934" w="510">
                  <a:moveTo>
                    <a:pt x="173" y="0"/>
                  </a:moveTo>
                  <a:lnTo>
                    <a:pt x="173" y="5597"/>
                  </a:lnTo>
                  <a:cubicBezTo>
                    <a:pt x="173" y="5712"/>
                    <a:pt x="106" y="5827"/>
                    <a:pt x="0" y="5885"/>
                  </a:cubicBezTo>
                  <a:cubicBezTo>
                    <a:pt x="58" y="5914"/>
                    <a:pt x="115" y="5933"/>
                    <a:pt x="173" y="5933"/>
                  </a:cubicBezTo>
                  <a:cubicBezTo>
                    <a:pt x="356" y="5933"/>
                    <a:pt x="510" y="5779"/>
                    <a:pt x="510" y="5597"/>
                  </a:cubicBezTo>
                  <a:lnTo>
                    <a:pt x="510" y="0"/>
                  </a:lnTo>
                  <a:close/>
                </a:path>
              </a:pathLst>
            </a:custGeom>
            <a:solidFill>
              <a:srgbClr val="9BAFB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596" name="Google Shape;17596;p45"/>
            <p:cNvSpPr/>
            <p:nvPr/>
          </p:nvSpPr>
          <p:spPr>
            <a:xfrm>
              <a:off x="4941709" y="2135748"/>
              <a:ext cx="233206" cy="58877"/>
            </a:xfrm>
            <a:custGeom>
              <a:rect b="b" l="l" r="r" t="t"/>
              <a:pathLst>
                <a:path extrusionOk="0" h="2253" w="8924">
                  <a:moveTo>
                    <a:pt x="3260" y="1"/>
                  </a:moveTo>
                  <a:cubicBezTo>
                    <a:pt x="2173" y="1"/>
                    <a:pt x="1558" y="1376"/>
                    <a:pt x="741" y="1376"/>
                  </a:cubicBezTo>
                  <a:cubicBezTo>
                    <a:pt x="106" y="1376"/>
                    <a:pt x="193" y="914"/>
                    <a:pt x="269" y="703"/>
                  </a:cubicBezTo>
                  <a:cubicBezTo>
                    <a:pt x="276" y="688"/>
                    <a:pt x="263" y="680"/>
                    <a:pt x="251" y="680"/>
                  </a:cubicBezTo>
                  <a:cubicBezTo>
                    <a:pt x="247" y="680"/>
                    <a:pt x="243" y="681"/>
                    <a:pt x="241" y="683"/>
                  </a:cubicBezTo>
                  <a:cubicBezTo>
                    <a:pt x="58" y="895"/>
                    <a:pt x="0" y="1174"/>
                    <a:pt x="96" y="1433"/>
                  </a:cubicBezTo>
                  <a:cubicBezTo>
                    <a:pt x="262" y="1845"/>
                    <a:pt x="828" y="2253"/>
                    <a:pt x="1580" y="2253"/>
                  </a:cubicBezTo>
                  <a:cubicBezTo>
                    <a:pt x="1917" y="2253"/>
                    <a:pt x="2291" y="2171"/>
                    <a:pt x="2683" y="1972"/>
                  </a:cubicBezTo>
                  <a:cubicBezTo>
                    <a:pt x="3553" y="1533"/>
                    <a:pt x="4066" y="1458"/>
                    <a:pt x="4302" y="1458"/>
                  </a:cubicBezTo>
                  <a:cubicBezTo>
                    <a:pt x="4340" y="1458"/>
                    <a:pt x="4371" y="1460"/>
                    <a:pt x="4395" y="1462"/>
                  </a:cubicBezTo>
                  <a:lnTo>
                    <a:pt x="4529" y="1462"/>
                  </a:lnTo>
                  <a:cubicBezTo>
                    <a:pt x="4553" y="1460"/>
                    <a:pt x="4584" y="1458"/>
                    <a:pt x="4622" y="1458"/>
                  </a:cubicBezTo>
                  <a:cubicBezTo>
                    <a:pt x="4860" y="1458"/>
                    <a:pt x="5379" y="1533"/>
                    <a:pt x="6241" y="1972"/>
                  </a:cubicBezTo>
                  <a:cubicBezTo>
                    <a:pt x="6633" y="2171"/>
                    <a:pt x="7007" y="2253"/>
                    <a:pt x="7344" y="2253"/>
                  </a:cubicBezTo>
                  <a:cubicBezTo>
                    <a:pt x="8096" y="2253"/>
                    <a:pt x="8662" y="1845"/>
                    <a:pt x="8828" y="1433"/>
                  </a:cubicBezTo>
                  <a:cubicBezTo>
                    <a:pt x="8924" y="1174"/>
                    <a:pt x="8866" y="885"/>
                    <a:pt x="8674" y="683"/>
                  </a:cubicBezTo>
                  <a:cubicBezTo>
                    <a:pt x="8671" y="681"/>
                    <a:pt x="8668" y="680"/>
                    <a:pt x="8665" y="680"/>
                  </a:cubicBezTo>
                  <a:cubicBezTo>
                    <a:pt x="8655" y="680"/>
                    <a:pt x="8645" y="688"/>
                    <a:pt x="8645" y="703"/>
                  </a:cubicBezTo>
                  <a:cubicBezTo>
                    <a:pt x="8722" y="914"/>
                    <a:pt x="8808" y="1376"/>
                    <a:pt x="8174" y="1376"/>
                  </a:cubicBezTo>
                  <a:cubicBezTo>
                    <a:pt x="7356" y="1376"/>
                    <a:pt x="6741" y="1"/>
                    <a:pt x="5654" y="1"/>
                  </a:cubicBezTo>
                  <a:cubicBezTo>
                    <a:pt x="4779" y="1"/>
                    <a:pt x="4539" y="520"/>
                    <a:pt x="4481" y="722"/>
                  </a:cubicBezTo>
                  <a:cubicBezTo>
                    <a:pt x="4476" y="731"/>
                    <a:pt x="4467" y="736"/>
                    <a:pt x="4458" y="736"/>
                  </a:cubicBezTo>
                  <a:cubicBezTo>
                    <a:pt x="4450" y="736"/>
                    <a:pt x="4443" y="731"/>
                    <a:pt x="4443" y="722"/>
                  </a:cubicBezTo>
                  <a:cubicBezTo>
                    <a:pt x="4375" y="520"/>
                    <a:pt x="4145" y="1"/>
                    <a:pt x="3260" y="1"/>
                  </a:cubicBezTo>
                  <a:close/>
                </a:path>
              </a:pathLst>
            </a:custGeom>
            <a:solidFill>
              <a:srgbClr val="30496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597" name="Google Shape;17597;p45"/>
            <p:cNvSpPr/>
            <p:nvPr/>
          </p:nvSpPr>
          <p:spPr>
            <a:xfrm>
              <a:off x="5217119" y="2012873"/>
              <a:ext cx="17613" cy="314897"/>
            </a:xfrm>
            <a:custGeom>
              <a:rect b="b" l="l" r="r" t="t"/>
              <a:pathLst>
                <a:path extrusionOk="0" h="12050" w="674">
                  <a:moveTo>
                    <a:pt x="337" y="0"/>
                  </a:moveTo>
                  <a:cubicBezTo>
                    <a:pt x="145" y="0"/>
                    <a:pt x="0" y="145"/>
                    <a:pt x="0" y="337"/>
                  </a:cubicBezTo>
                  <a:lnTo>
                    <a:pt x="0" y="11713"/>
                  </a:lnTo>
                  <a:cubicBezTo>
                    <a:pt x="0" y="11895"/>
                    <a:pt x="145" y="12049"/>
                    <a:pt x="337" y="12049"/>
                  </a:cubicBezTo>
                  <a:cubicBezTo>
                    <a:pt x="520" y="12049"/>
                    <a:pt x="673" y="11895"/>
                    <a:pt x="673" y="11713"/>
                  </a:cubicBezTo>
                  <a:lnTo>
                    <a:pt x="673" y="337"/>
                  </a:lnTo>
                  <a:cubicBezTo>
                    <a:pt x="673" y="145"/>
                    <a:pt x="520" y="0"/>
                    <a:pt x="337" y="0"/>
                  </a:cubicBezTo>
                  <a:close/>
                </a:path>
              </a:pathLst>
            </a:custGeom>
            <a:solidFill>
              <a:srgbClr val="ADBEC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598" name="Google Shape;17598;p45"/>
            <p:cNvSpPr/>
            <p:nvPr/>
          </p:nvSpPr>
          <p:spPr>
            <a:xfrm>
              <a:off x="5221379" y="2012873"/>
              <a:ext cx="13354" cy="314897"/>
            </a:xfrm>
            <a:custGeom>
              <a:rect b="b" l="l" r="r" t="t"/>
              <a:pathLst>
                <a:path extrusionOk="0" h="12050" w="511">
                  <a:moveTo>
                    <a:pt x="174" y="0"/>
                  </a:moveTo>
                  <a:cubicBezTo>
                    <a:pt x="107" y="0"/>
                    <a:pt x="49" y="10"/>
                    <a:pt x="1" y="39"/>
                  </a:cubicBezTo>
                  <a:cubicBezTo>
                    <a:pt x="107" y="106"/>
                    <a:pt x="164" y="212"/>
                    <a:pt x="164" y="337"/>
                  </a:cubicBezTo>
                  <a:lnTo>
                    <a:pt x="164" y="11713"/>
                  </a:lnTo>
                  <a:cubicBezTo>
                    <a:pt x="164" y="11828"/>
                    <a:pt x="107" y="11943"/>
                    <a:pt x="1" y="12001"/>
                  </a:cubicBezTo>
                  <a:cubicBezTo>
                    <a:pt x="55" y="12034"/>
                    <a:pt x="114" y="12049"/>
                    <a:pt x="171" y="12049"/>
                  </a:cubicBezTo>
                  <a:cubicBezTo>
                    <a:pt x="347" y="12049"/>
                    <a:pt x="510" y="11908"/>
                    <a:pt x="510" y="11713"/>
                  </a:cubicBezTo>
                  <a:lnTo>
                    <a:pt x="510" y="337"/>
                  </a:lnTo>
                  <a:cubicBezTo>
                    <a:pt x="510" y="145"/>
                    <a:pt x="357" y="0"/>
                    <a:pt x="174" y="0"/>
                  </a:cubicBezTo>
                  <a:close/>
                </a:path>
              </a:pathLst>
            </a:custGeom>
            <a:solidFill>
              <a:srgbClr val="9BAFB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599" name="Google Shape;17599;p45"/>
            <p:cNvSpPr/>
            <p:nvPr/>
          </p:nvSpPr>
          <p:spPr>
            <a:xfrm>
              <a:off x="4877867" y="1995991"/>
              <a:ext cx="360393" cy="119478"/>
            </a:xfrm>
            <a:custGeom>
              <a:rect b="b" l="l" r="r" t="t"/>
              <a:pathLst>
                <a:path extrusionOk="0" h="4572" w="13791">
                  <a:moveTo>
                    <a:pt x="3397" y="1"/>
                  </a:moveTo>
                  <a:cubicBezTo>
                    <a:pt x="3358" y="1"/>
                    <a:pt x="3319" y="1"/>
                    <a:pt x="3280" y="2"/>
                  </a:cubicBezTo>
                  <a:cubicBezTo>
                    <a:pt x="2222" y="2"/>
                    <a:pt x="1174" y="60"/>
                    <a:pt x="135" y="175"/>
                  </a:cubicBezTo>
                  <a:cubicBezTo>
                    <a:pt x="58" y="185"/>
                    <a:pt x="1" y="252"/>
                    <a:pt x="1" y="329"/>
                  </a:cubicBezTo>
                  <a:lnTo>
                    <a:pt x="1" y="810"/>
                  </a:lnTo>
                  <a:cubicBezTo>
                    <a:pt x="1" y="839"/>
                    <a:pt x="10" y="877"/>
                    <a:pt x="30" y="896"/>
                  </a:cubicBezTo>
                  <a:cubicBezTo>
                    <a:pt x="78" y="973"/>
                    <a:pt x="193" y="1194"/>
                    <a:pt x="193" y="1646"/>
                  </a:cubicBezTo>
                  <a:cubicBezTo>
                    <a:pt x="193" y="2368"/>
                    <a:pt x="280" y="3281"/>
                    <a:pt x="780" y="3848"/>
                  </a:cubicBezTo>
                  <a:cubicBezTo>
                    <a:pt x="1058" y="4156"/>
                    <a:pt x="1434" y="4368"/>
                    <a:pt x="1837" y="4454"/>
                  </a:cubicBezTo>
                  <a:cubicBezTo>
                    <a:pt x="2201" y="4532"/>
                    <a:pt x="2572" y="4571"/>
                    <a:pt x="2944" y="4571"/>
                  </a:cubicBezTo>
                  <a:cubicBezTo>
                    <a:pt x="2986" y="4571"/>
                    <a:pt x="3027" y="4571"/>
                    <a:pt x="3068" y="4570"/>
                  </a:cubicBezTo>
                  <a:cubicBezTo>
                    <a:pt x="3578" y="4570"/>
                    <a:pt x="4097" y="4560"/>
                    <a:pt x="4559" y="4339"/>
                  </a:cubicBezTo>
                  <a:cubicBezTo>
                    <a:pt x="5116" y="4060"/>
                    <a:pt x="5482" y="3531"/>
                    <a:pt x="5761" y="2993"/>
                  </a:cubicBezTo>
                  <a:cubicBezTo>
                    <a:pt x="5905" y="2714"/>
                    <a:pt x="6030" y="2425"/>
                    <a:pt x="6117" y="2118"/>
                  </a:cubicBezTo>
                  <a:cubicBezTo>
                    <a:pt x="6203" y="1800"/>
                    <a:pt x="6492" y="1579"/>
                    <a:pt x="6818" y="1579"/>
                  </a:cubicBezTo>
                  <a:lnTo>
                    <a:pt x="6972" y="1579"/>
                  </a:lnTo>
                  <a:cubicBezTo>
                    <a:pt x="7299" y="1579"/>
                    <a:pt x="7588" y="1800"/>
                    <a:pt x="7674" y="2118"/>
                  </a:cubicBezTo>
                  <a:cubicBezTo>
                    <a:pt x="7761" y="2425"/>
                    <a:pt x="7886" y="2714"/>
                    <a:pt x="8030" y="2993"/>
                  </a:cubicBezTo>
                  <a:cubicBezTo>
                    <a:pt x="8309" y="3531"/>
                    <a:pt x="8674" y="4070"/>
                    <a:pt x="9232" y="4339"/>
                  </a:cubicBezTo>
                  <a:cubicBezTo>
                    <a:pt x="9637" y="4533"/>
                    <a:pt x="10087" y="4572"/>
                    <a:pt x="10536" y="4572"/>
                  </a:cubicBezTo>
                  <a:cubicBezTo>
                    <a:pt x="10598" y="4572"/>
                    <a:pt x="10660" y="4571"/>
                    <a:pt x="10723" y="4570"/>
                  </a:cubicBezTo>
                  <a:cubicBezTo>
                    <a:pt x="10764" y="4571"/>
                    <a:pt x="10805" y="4571"/>
                    <a:pt x="10847" y="4571"/>
                  </a:cubicBezTo>
                  <a:cubicBezTo>
                    <a:pt x="11219" y="4571"/>
                    <a:pt x="11590" y="4532"/>
                    <a:pt x="11953" y="4454"/>
                  </a:cubicBezTo>
                  <a:cubicBezTo>
                    <a:pt x="12357" y="4368"/>
                    <a:pt x="12732" y="4156"/>
                    <a:pt x="13011" y="3848"/>
                  </a:cubicBezTo>
                  <a:cubicBezTo>
                    <a:pt x="13511" y="3281"/>
                    <a:pt x="13598" y="2368"/>
                    <a:pt x="13598" y="1646"/>
                  </a:cubicBezTo>
                  <a:cubicBezTo>
                    <a:pt x="13598" y="1194"/>
                    <a:pt x="13713" y="973"/>
                    <a:pt x="13761" y="896"/>
                  </a:cubicBezTo>
                  <a:cubicBezTo>
                    <a:pt x="13780" y="877"/>
                    <a:pt x="13790" y="839"/>
                    <a:pt x="13790" y="810"/>
                  </a:cubicBezTo>
                  <a:lnTo>
                    <a:pt x="13790" y="329"/>
                  </a:lnTo>
                  <a:cubicBezTo>
                    <a:pt x="13790" y="252"/>
                    <a:pt x="13732" y="185"/>
                    <a:pt x="13655" y="175"/>
                  </a:cubicBezTo>
                  <a:cubicBezTo>
                    <a:pt x="12617" y="60"/>
                    <a:pt x="11569" y="2"/>
                    <a:pt x="10521" y="2"/>
                  </a:cubicBezTo>
                  <a:cubicBezTo>
                    <a:pt x="10481" y="1"/>
                    <a:pt x="10442" y="1"/>
                    <a:pt x="10403" y="1"/>
                  </a:cubicBezTo>
                  <a:cubicBezTo>
                    <a:pt x="9540" y="1"/>
                    <a:pt x="8697" y="202"/>
                    <a:pt x="7924" y="589"/>
                  </a:cubicBezTo>
                  <a:cubicBezTo>
                    <a:pt x="7751" y="675"/>
                    <a:pt x="7559" y="742"/>
                    <a:pt x="7367" y="791"/>
                  </a:cubicBezTo>
                  <a:cubicBezTo>
                    <a:pt x="7213" y="824"/>
                    <a:pt x="7054" y="841"/>
                    <a:pt x="6895" y="841"/>
                  </a:cubicBezTo>
                  <a:cubicBezTo>
                    <a:pt x="6737" y="841"/>
                    <a:pt x="6578" y="824"/>
                    <a:pt x="6424" y="791"/>
                  </a:cubicBezTo>
                  <a:cubicBezTo>
                    <a:pt x="6232" y="742"/>
                    <a:pt x="6049" y="675"/>
                    <a:pt x="5867" y="589"/>
                  </a:cubicBezTo>
                  <a:cubicBezTo>
                    <a:pt x="5103" y="202"/>
                    <a:pt x="4252" y="1"/>
                    <a:pt x="3397" y="1"/>
                  </a:cubicBezTo>
                  <a:close/>
                </a:path>
              </a:pathLst>
            </a:custGeom>
            <a:solidFill>
              <a:srgbClr val="30496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600" name="Google Shape;17600;p45"/>
            <p:cNvSpPr/>
            <p:nvPr/>
          </p:nvSpPr>
          <p:spPr>
            <a:xfrm>
              <a:off x="5138461" y="1997533"/>
              <a:ext cx="100035" cy="117675"/>
            </a:xfrm>
            <a:custGeom>
              <a:rect b="b" l="l" r="r" t="t"/>
              <a:pathLst>
                <a:path extrusionOk="0" h="4503" w="3828">
                  <a:moveTo>
                    <a:pt x="2366" y="1"/>
                  </a:moveTo>
                  <a:lnTo>
                    <a:pt x="2366" y="799"/>
                  </a:lnTo>
                  <a:cubicBezTo>
                    <a:pt x="2366" y="799"/>
                    <a:pt x="2174" y="991"/>
                    <a:pt x="2174" y="1578"/>
                  </a:cubicBezTo>
                  <a:cubicBezTo>
                    <a:pt x="2174" y="2299"/>
                    <a:pt x="2087" y="3222"/>
                    <a:pt x="1587" y="3789"/>
                  </a:cubicBezTo>
                  <a:cubicBezTo>
                    <a:pt x="1299" y="4088"/>
                    <a:pt x="933" y="4299"/>
                    <a:pt x="529" y="4386"/>
                  </a:cubicBezTo>
                  <a:cubicBezTo>
                    <a:pt x="356" y="4424"/>
                    <a:pt x="174" y="4453"/>
                    <a:pt x="1" y="4472"/>
                  </a:cubicBezTo>
                  <a:cubicBezTo>
                    <a:pt x="251" y="4491"/>
                    <a:pt x="501" y="4501"/>
                    <a:pt x="751" y="4501"/>
                  </a:cubicBezTo>
                  <a:cubicBezTo>
                    <a:pt x="792" y="4502"/>
                    <a:pt x="833" y="4502"/>
                    <a:pt x="875" y="4502"/>
                  </a:cubicBezTo>
                  <a:cubicBezTo>
                    <a:pt x="1247" y="4502"/>
                    <a:pt x="1618" y="4464"/>
                    <a:pt x="1981" y="4386"/>
                  </a:cubicBezTo>
                  <a:cubicBezTo>
                    <a:pt x="2385" y="4299"/>
                    <a:pt x="2760" y="4088"/>
                    <a:pt x="3039" y="3789"/>
                  </a:cubicBezTo>
                  <a:cubicBezTo>
                    <a:pt x="3539" y="3222"/>
                    <a:pt x="3626" y="2299"/>
                    <a:pt x="3626" y="1578"/>
                  </a:cubicBezTo>
                  <a:cubicBezTo>
                    <a:pt x="3626" y="1126"/>
                    <a:pt x="3741" y="914"/>
                    <a:pt x="3789" y="837"/>
                  </a:cubicBezTo>
                  <a:cubicBezTo>
                    <a:pt x="3808" y="808"/>
                    <a:pt x="3818" y="780"/>
                    <a:pt x="3818" y="741"/>
                  </a:cubicBezTo>
                  <a:lnTo>
                    <a:pt x="3818" y="260"/>
                  </a:lnTo>
                  <a:lnTo>
                    <a:pt x="3828" y="270"/>
                  </a:lnTo>
                  <a:cubicBezTo>
                    <a:pt x="3818" y="193"/>
                    <a:pt x="3760" y="126"/>
                    <a:pt x="3683" y="116"/>
                  </a:cubicBezTo>
                  <a:cubicBezTo>
                    <a:pt x="3472" y="97"/>
                    <a:pt x="3001" y="39"/>
                    <a:pt x="2366" y="1"/>
                  </a:cubicBezTo>
                  <a:close/>
                </a:path>
              </a:pathLst>
            </a:custGeom>
            <a:solidFill>
              <a:srgbClr val="203B5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601" name="Google Shape;17601;p45"/>
            <p:cNvSpPr/>
            <p:nvPr/>
          </p:nvSpPr>
          <p:spPr>
            <a:xfrm>
              <a:off x="5085438" y="2010077"/>
              <a:ext cx="137222" cy="91568"/>
            </a:xfrm>
            <a:custGeom>
              <a:rect b="b" l="l" r="r" t="t"/>
              <a:pathLst>
                <a:path extrusionOk="0" h="3504" w="5251">
                  <a:moveTo>
                    <a:pt x="2461" y="0"/>
                  </a:moveTo>
                  <a:cubicBezTo>
                    <a:pt x="1683" y="0"/>
                    <a:pt x="918" y="182"/>
                    <a:pt x="222" y="521"/>
                  </a:cubicBezTo>
                  <a:lnTo>
                    <a:pt x="212" y="521"/>
                  </a:lnTo>
                  <a:cubicBezTo>
                    <a:pt x="126" y="569"/>
                    <a:pt x="49" y="655"/>
                    <a:pt x="29" y="761"/>
                  </a:cubicBezTo>
                  <a:cubicBezTo>
                    <a:pt x="1" y="867"/>
                    <a:pt x="20" y="982"/>
                    <a:pt x="77" y="1069"/>
                  </a:cubicBezTo>
                  <a:cubicBezTo>
                    <a:pt x="154" y="1175"/>
                    <a:pt x="212" y="1300"/>
                    <a:pt x="251" y="1434"/>
                  </a:cubicBezTo>
                  <a:cubicBezTo>
                    <a:pt x="328" y="1694"/>
                    <a:pt x="433" y="1954"/>
                    <a:pt x="558" y="2204"/>
                  </a:cubicBezTo>
                  <a:cubicBezTo>
                    <a:pt x="876" y="2800"/>
                    <a:pt x="1174" y="3146"/>
                    <a:pt x="1520" y="3319"/>
                  </a:cubicBezTo>
                  <a:cubicBezTo>
                    <a:pt x="1828" y="3463"/>
                    <a:pt x="2193" y="3492"/>
                    <a:pt x="2655" y="3492"/>
                  </a:cubicBezTo>
                  <a:lnTo>
                    <a:pt x="2780" y="3502"/>
                  </a:lnTo>
                  <a:cubicBezTo>
                    <a:pt x="2826" y="3503"/>
                    <a:pt x="2872" y="3504"/>
                    <a:pt x="2918" y="3504"/>
                  </a:cubicBezTo>
                  <a:cubicBezTo>
                    <a:pt x="3247" y="3504"/>
                    <a:pt x="3575" y="3473"/>
                    <a:pt x="3895" y="3406"/>
                  </a:cubicBezTo>
                  <a:cubicBezTo>
                    <a:pt x="4193" y="3338"/>
                    <a:pt x="4472" y="3194"/>
                    <a:pt x="4684" y="2973"/>
                  </a:cubicBezTo>
                  <a:cubicBezTo>
                    <a:pt x="4982" y="2627"/>
                    <a:pt x="5136" y="2002"/>
                    <a:pt x="5136" y="1107"/>
                  </a:cubicBezTo>
                  <a:cubicBezTo>
                    <a:pt x="5136" y="915"/>
                    <a:pt x="5155" y="732"/>
                    <a:pt x="5193" y="550"/>
                  </a:cubicBezTo>
                  <a:cubicBezTo>
                    <a:pt x="5251" y="328"/>
                    <a:pt x="5087" y="107"/>
                    <a:pt x="4857" y="88"/>
                  </a:cubicBezTo>
                  <a:cubicBezTo>
                    <a:pt x="4328" y="50"/>
                    <a:pt x="3510" y="2"/>
                    <a:pt x="2578" y="2"/>
                  </a:cubicBezTo>
                  <a:cubicBezTo>
                    <a:pt x="2539" y="1"/>
                    <a:pt x="2500" y="0"/>
                    <a:pt x="2461" y="0"/>
                  </a:cubicBezTo>
                  <a:close/>
                </a:path>
              </a:pathLst>
            </a:custGeom>
            <a:solidFill>
              <a:srgbClr val="203B5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602" name="Google Shape;17602;p45"/>
            <p:cNvSpPr/>
            <p:nvPr/>
          </p:nvSpPr>
          <p:spPr>
            <a:xfrm>
              <a:off x="5089959" y="2014336"/>
              <a:ext cx="127683" cy="83023"/>
            </a:xfrm>
            <a:custGeom>
              <a:rect b="b" l="l" r="r" t="t"/>
              <a:pathLst>
                <a:path extrusionOk="0" h="3177" w="4886">
                  <a:moveTo>
                    <a:pt x="2286" y="1"/>
                  </a:moveTo>
                  <a:cubicBezTo>
                    <a:pt x="1538" y="1"/>
                    <a:pt x="802" y="173"/>
                    <a:pt x="126" y="502"/>
                  </a:cubicBezTo>
                  <a:cubicBezTo>
                    <a:pt x="68" y="531"/>
                    <a:pt x="30" y="579"/>
                    <a:pt x="10" y="637"/>
                  </a:cubicBezTo>
                  <a:cubicBezTo>
                    <a:pt x="1" y="694"/>
                    <a:pt x="10" y="762"/>
                    <a:pt x="49" y="810"/>
                  </a:cubicBezTo>
                  <a:cubicBezTo>
                    <a:pt x="126" y="935"/>
                    <a:pt x="193" y="1079"/>
                    <a:pt x="231" y="1223"/>
                  </a:cubicBezTo>
                  <a:cubicBezTo>
                    <a:pt x="308" y="1483"/>
                    <a:pt x="414" y="1733"/>
                    <a:pt x="539" y="1964"/>
                  </a:cubicBezTo>
                  <a:cubicBezTo>
                    <a:pt x="828" y="2521"/>
                    <a:pt x="1106" y="2848"/>
                    <a:pt x="1424" y="3002"/>
                  </a:cubicBezTo>
                  <a:cubicBezTo>
                    <a:pt x="1703" y="3137"/>
                    <a:pt x="2049" y="3166"/>
                    <a:pt x="2482" y="3166"/>
                  </a:cubicBezTo>
                  <a:lnTo>
                    <a:pt x="2607" y="3175"/>
                  </a:lnTo>
                  <a:cubicBezTo>
                    <a:pt x="2644" y="3176"/>
                    <a:pt x="2681" y="3177"/>
                    <a:pt x="2718" y="3177"/>
                  </a:cubicBezTo>
                  <a:cubicBezTo>
                    <a:pt x="3045" y="3177"/>
                    <a:pt x="3364" y="3140"/>
                    <a:pt x="3684" y="3079"/>
                  </a:cubicBezTo>
                  <a:cubicBezTo>
                    <a:pt x="3943" y="3021"/>
                    <a:pt x="4193" y="2887"/>
                    <a:pt x="4386" y="2694"/>
                  </a:cubicBezTo>
                  <a:cubicBezTo>
                    <a:pt x="4655" y="2387"/>
                    <a:pt x="4799" y="1791"/>
                    <a:pt x="4799" y="944"/>
                  </a:cubicBezTo>
                  <a:cubicBezTo>
                    <a:pt x="4789" y="742"/>
                    <a:pt x="4818" y="541"/>
                    <a:pt x="4857" y="348"/>
                  </a:cubicBezTo>
                  <a:cubicBezTo>
                    <a:pt x="4886" y="223"/>
                    <a:pt x="4799" y="98"/>
                    <a:pt x="4674" y="89"/>
                  </a:cubicBezTo>
                  <a:cubicBezTo>
                    <a:pt x="4145" y="50"/>
                    <a:pt x="3328" y="2"/>
                    <a:pt x="2405" y="2"/>
                  </a:cubicBezTo>
                  <a:cubicBezTo>
                    <a:pt x="2365" y="1"/>
                    <a:pt x="2326" y="1"/>
                    <a:pt x="2286" y="1"/>
                  </a:cubicBezTo>
                  <a:close/>
                </a:path>
              </a:pathLst>
            </a:custGeom>
            <a:solidFill>
              <a:srgbClr val="E0E6E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603" name="Google Shape;17603;p45"/>
            <p:cNvSpPr/>
            <p:nvPr/>
          </p:nvSpPr>
          <p:spPr>
            <a:xfrm>
              <a:off x="4893704" y="2009815"/>
              <a:ext cx="136987" cy="91568"/>
            </a:xfrm>
            <a:custGeom>
              <a:rect b="b" l="l" r="r" t="t"/>
              <a:pathLst>
                <a:path extrusionOk="0" h="3504" w="5242">
                  <a:moveTo>
                    <a:pt x="2781" y="1"/>
                  </a:moveTo>
                  <a:cubicBezTo>
                    <a:pt x="2742" y="1"/>
                    <a:pt x="2703" y="1"/>
                    <a:pt x="2664" y="2"/>
                  </a:cubicBezTo>
                  <a:cubicBezTo>
                    <a:pt x="1731" y="2"/>
                    <a:pt x="914" y="50"/>
                    <a:pt x="385" y="98"/>
                  </a:cubicBezTo>
                  <a:cubicBezTo>
                    <a:pt x="154" y="108"/>
                    <a:pt x="1" y="329"/>
                    <a:pt x="49" y="550"/>
                  </a:cubicBezTo>
                  <a:cubicBezTo>
                    <a:pt x="87" y="733"/>
                    <a:pt x="106" y="925"/>
                    <a:pt x="106" y="1108"/>
                  </a:cubicBezTo>
                  <a:cubicBezTo>
                    <a:pt x="106" y="2002"/>
                    <a:pt x="260" y="2627"/>
                    <a:pt x="568" y="2973"/>
                  </a:cubicBezTo>
                  <a:cubicBezTo>
                    <a:pt x="779" y="3194"/>
                    <a:pt x="1049" y="3348"/>
                    <a:pt x="1356" y="3406"/>
                  </a:cubicBezTo>
                  <a:cubicBezTo>
                    <a:pt x="1677" y="3473"/>
                    <a:pt x="1997" y="3504"/>
                    <a:pt x="2324" y="3504"/>
                  </a:cubicBezTo>
                  <a:cubicBezTo>
                    <a:pt x="2370" y="3504"/>
                    <a:pt x="2416" y="3503"/>
                    <a:pt x="2462" y="3502"/>
                  </a:cubicBezTo>
                  <a:lnTo>
                    <a:pt x="2587" y="3502"/>
                  </a:lnTo>
                  <a:cubicBezTo>
                    <a:pt x="3049" y="3502"/>
                    <a:pt x="3414" y="3473"/>
                    <a:pt x="3722" y="3319"/>
                  </a:cubicBezTo>
                  <a:cubicBezTo>
                    <a:pt x="4068" y="3146"/>
                    <a:pt x="4366" y="2810"/>
                    <a:pt x="4684" y="2214"/>
                  </a:cubicBezTo>
                  <a:cubicBezTo>
                    <a:pt x="4809" y="1964"/>
                    <a:pt x="4914" y="1704"/>
                    <a:pt x="4991" y="1435"/>
                  </a:cubicBezTo>
                  <a:cubicBezTo>
                    <a:pt x="5030" y="1300"/>
                    <a:pt x="5087" y="1185"/>
                    <a:pt x="5164" y="1069"/>
                  </a:cubicBezTo>
                  <a:cubicBezTo>
                    <a:pt x="5222" y="983"/>
                    <a:pt x="5241" y="867"/>
                    <a:pt x="5222" y="762"/>
                  </a:cubicBezTo>
                  <a:cubicBezTo>
                    <a:pt x="5193" y="656"/>
                    <a:pt x="5126" y="569"/>
                    <a:pt x="5030" y="521"/>
                  </a:cubicBezTo>
                  <a:lnTo>
                    <a:pt x="5020" y="521"/>
                  </a:lnTo>
                  <a:cubicBezTo>
                    <a:pt x="4324" y="182"/>
                    <a:pt x="3559" y="1"/>
                    <a:pt x="2781" y="1"/>
                  </a:cubicBezTo>
                  <a:close/>
                </a:path>
              </a:pathLst>
            </a:custGeom>
            <a:solidFill>
              <a:srgbClr val="203B5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604" name="Google Shape;17604;p45"/>
            <p:cNvSpPr/>
            <p:nvPr/>
          </p:nvSpPr>
          <p:spPr>
            <a:xfrm>
              <a:off x="4898721" y="2014101"/>
              <a:ext cx="127683" cy="83023"/>
            </a:xfrm>
            <a:custGeom>
              <a:rect b="b" l="l" r="r" t="t"/>
              <a:pathLst>
                <a:path extrusionOk="0" h="3177" w="4886">
                  <a:moveTo>
                    <a:pt x="2595" y="0"/>
                  </a:moveTo>
                  <a:cubicBezTo>
                    <a:pt x="2557" y="0"/>
                    <a:pt x="2520" y="0"/>
                    <a:pt x="2482" y="1"/>
                  </a:cubicBezTo>
                  <a:cubicBezTo>
                    <a:pt x="1559" y="1"/>
                    <a:pt x="732" y="49"/>
                    <a:pt x="212" y="98"/>
                  </a:cubicBezTo>
                  <a:cubicBezTo>
                    <a:pt x="87" y="107"/>
                    <a:pt x="1" y="223"/>
                    <a:pt x="30" y="348"/>
                  </a:cubicBezTo>
                  <a:cubicBezTo>
                    <a:pt x="68" y="550"/>
                    <a:pt x="87" y="742"/>
                    <a:pt x="87" y="953"/>
                  </a:cubicBezTo>
                  <a:cubicBezTo>
                    <a:pt x="87" y="1800"/>
                    <a:pt x="232" y="2386"/>
                    <a:pt x="501" y="2703"/>
                  </a:cubicBezTo>
                  <a:cubicBezTo>
                    <a:pt x="693" y="2896"/>
                    <a:pt x="943" y="3030"/>
                    <a:pt x="1203" y="3079"/>
                  </a:cubicBezTo>
                  <a:cubicBezTo>
                    <a:pt x="1515" y="3146"/>
                    <a:pt x="1827" y="3176"/>
                    <a:pt x="2145" y="3176"/>
                  </a:cubicBezTo>
                  <a:cubicBezTo>
                    <a:pt x="2190" y="3176"/>
                    <a:pt x="2235" y="3176"/>
                    <a:pt x="2280" y="3175"/>
                  </a:cubicBezTo>
                  <a:lnTo>
                    <a:pt x="2395" y="3175"/>
                  </a:lnTo>
                  <a:cubicBezTo>
                    <a:pt x="2838" y="3175"/>
                    <a:pt x="3184" y="3146"/>
                    <a:pt x="3463" y="3011"/>
                  </a:cubicBezTo>
                  <a:cubicBezTo>
                    <a:pt x="3780" y="2857"/>
                    <a:pt x="4059" y="2530"/>
                    <a:pt x="4347" y="1973"/>
                  </a:cubicBezTo>
                  <a:cubicBezTo>
                    <a:pt x="4472" y="1732"/>
                    <a:pt x="4578" y="1482"/>
                    <a:pt x="4655" y="1223"/>
                  </a:cubicBezTo>
                  <a:cubicBezTo>
                    <a:pt x="4693" y="1078"/>
                    <a:pt x="4761" y="934"/>
                    <a:pt x="4838" y="809"/>
                  </a:cubicBezTo>
                  <a:cubicBezTo>
                    <a:pt x="4876" y="761"/>
                    <a:pt x="4886" y="703"/>
                    <a:pt x="4876" y="646"/>
                  </a:cubicBezTo>
                  <a:cubicBezTo>
                    <a:pt x="4857" y="578"/>
                    <a:pt x="4818" y="530"/>
                    <a:pt x="4761" y="511"/>
                  </a:cubicBezTo>
                  <a:cubicBezTo>
                    <a:pt x="4083" y="181"/>
                    <a:pt x="3345" y="0"/>
                    <a:pt x="2595" y="0"/>
                  </a:cubicBezTo>
                  <a:close/>
                </a:path>
              </a:pathLst>
            </a:custGeom>
            <a:solidFill>
              <a:srgbClr val="E0E6E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605" name="Google Shape;17605;p45"/>
            <p:cNvSpPr/>
            <p:nvPr/>
          </p:nvSpPr>
          <p:spPr>
            <a:xfrm>
              <a:off x="4940690" y="2017133"/>
              <a:ext cx="85479" cy="79939"/>
            </a:xfrm>
            <a:custGeom>
              <a:rect b="b" l="l" r="r" t="t"/>
              <a:pathLst>
                <a:path extrusionOk="0" h="3059" w="3271">
                  <a:moveTo>
                    <a:pt x="2010" y="1"/>
                  </a:moveTo>
                  <a:cubicBezTo>
                    <a:pt x="1943" y="222"/>
                    <a:pt x="1847" y="568"/>
                    <a:pt x="1684" y="1107"/>
                  </a:cubicBezTo>
                  <a:cubicBezTo>
                    <a:pt x="1607" y="1366"/>
                    <a:pt x="1510" y="1616"/>
                    <a:pt x="1385" y="1857"/>
                  </a:cubicBezTo>
                  <a:cubicBezTo>
                    <a:pt x="1087" y="2424"/>
                    <a:pt x="808" y="2741"/>
                    <a:pt x="491" y="2895"/>
                  </a:cubicBezTo>
                  <a:cubicBezTo>
                    <a:pt x="337" y="2972"/>
                    <a:pt x="174" y="3011"/>
                    <a:pt x="1" y="3030"/>
                  </a:cubicBezTo>
                  <a:cubicBezTo>
                    <a:pt x="212" y="3049"/>
                    <a:pt x="433" y="3059"/>
                    <a:pt x="664" y="3059"/>
                  </a:cubicBezTo>
                  <a:lnTo>
                    <a:pt x="789" y="3059"/>
                  </a:lnTo>
                  <a:cubicBezTo>
                    <a:pt x="1222" y="3059"/>
                    <a:pt x="1568" y="3030"/>
                    <a:pt x="1847" y="2895"/>
                  </a:cubicBezTo>
                  <a:cubicBezTo>
                    <a:pt x="2164" y="2741"/>
                    <a:pt x="2434" y="2414"/>
                    <a:pt x="2732" y="1857"/>
                  </a:cubicBezTo>
                  <a:cubicBezTo>
                    <a:pt x="2857" y="1616"/>
                    <a:pt x="2962" y="1366"/>
                    <a:pt x="3030" y="1107"/>
                  </a:cubicBezTo>
                  <a:cubicBezTo>
                    <a:pt x="3078" y="962"/>
                    <a:pt x="3136" y="828"/>
                    <a:pt x="3222" y="703"/>
                  </a:cubicBezTo>
                  <a:cubicBezTo>
                    <a:pt x="3261" y="655"/>
                    <a:pt x="3270" y="587"/>
                    <a:pt x="3261" y="530"/>
                  </a:cubicBezTo>
                  <a:cubicBezTo>
                    <a:pt x="3241" y="462"/>
                    <a:pt x="3203" y="414"/>
                    <a:pt x="3155" y="395"/>
                  </a:cubicBezTo>
                  <a:lnTo>
                    <a:pt x="3145" y="395"/>
                  </a:lnTo>
                  <a:cubicBezTo>
                    <a:pt x="2780" y="212"/>
                    <a:pt x="2405" y="78"/>
                    <a:pt x="2010" y="1"/>
                  </a:cubicBezTo>
                  <a:close/>
                </a:path>
              </a:pathLst>
            </a:custGeom>
            <a:solidFill>
              <a:srgbClr val="CCD6D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606" name="Google Shape;17606;p45"/>
            <p:cNvSpPr/>
            <p:nvPr/>
          </p:nvSpPr>
          <p:spPr>
            <a:xfrm>
              <a:off x="5139715" y="2014624"/>
              <a:ext cx="77431" cy="82500"/>
            </a:xfrm>
            <a:custGeom>
              <a:rect b="b" l="l" r="r" t="t"/>
              <a:pathLst>
                <a:path extrusionOk="0" h="3157" w="2963">
                  <a:moveTo>
                    <a:pt x="1510" y="1"/>
                  </a:moveTo>
                  <a:cubicBezTo>
                    <a:pt x="1501" y="299"/>
                    <a:pt x="1501" y="760"/>
                    <a:pt x="1501" y="924"/>
                  </a:cubicBezTo>
                  <a:cubicBezTo>
                    <a:pt x="1501" y="1780"/>
                    <a:pt x="1366" y="2366"/>
                    <a:pt x="1087" y="2674"/>
                  </a:cubicBezTo>
                  <a:cubicBezTo>
                    <a:pt x="895" y="2876"/>
                    <a:pt x="655" y="3001"/>
                    <a:pt x="385" y="3059"/>
                  </a:cubicBezTo>
                  <a:cubicBezTo>
                    <a:pt x="260" y="3087"/>
                    <a:pt x="126" y="3116"/>
                    <a:pt x="1" y="3126"/>
                  </a:cubicBezTo>
                  <a:cubicBezTo>
                    <a:pt x="193" y="3145"/>
                    <a:pt x="385" y="3155"/>
                    <a:pt x="578" y="3155"/>
                  </a:cubicBezTo>
                  <a:lnTo>
                    <a:pt x="703" y="3155"/>
                  </a:lnTo>
                  <a:cubicBezTo>
                    <a:pt x="746" y="3156"/>
                    <a:pt x="790" y="3156"/>
                    <a:pt x="834" y="3156"/>
                  </a:cubicBezTo>
                  <a:cubicBezTo>
                    <a:pt x="1146" y="3156"/>
                    <a:pt x="1458" y="3126"/>
                    <a:pt x="1770" y="3059"/>
                  </a:cubicBezTo>
                  <a:cubicBezTo>
                    <a:pt x="2030" y="3010"/>
                    <a:pt x="2280" y="2876"/>
                    <a:pt x="2472" y="2683"/>
                  </a:cubicBezTo>
                  <a:cubicBezTo>
                    <a:pt x="2741" y="2366"/>
                    <a:pt x="2885" y="1780"/>
                    <a:pt x="2885" y="924"/>
                  </a:cubicBezTo>
                  <a:cubicBezTo>
                    <a:pt x="2885" y="722"/>
                    <a:pt x="2905" y="530"/>
                    <a:pt x="2943" y="328"/>
                  </a:cubicBezTo>
                  <a:cubicBezTo>
                    <a:pt x="2962" y="270"/>
                    <a:pt x="2953" y="212"/>
                    <a:pt x="2914" y="164"/>
                  </a:cubicBezTo>
                  <a:cubicBezTo>
                    <a:pt x="2885" y="106"/>
                    <a:pt x="2828" y="78"/>
                    <a:pt x="2770" y="78"/>
                  </a:cubicBezTo>
                  <a:cubicBezTo>
                    <a:pt x="2443" y="49"/>
                    <a:pt x="2010" y="20"/>
                    <a:pt x="1510" y="1"/>
                  </a:cubicBezTo>
                  <a:close/>
                </a:path>
              </a:pathLst>
            </a:custGeom>
            <a:solidFill>
              <a:srgbClr val="CCD6D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607" name="Google Shape;17607;p45"/>
            <p:cNvSpPr/>
            <p:nvPr/>
          </p:nvSpPr>
          <p:spPr>
            <a:xfrm>
              <a:off x="4969096" y="2146802"/>
              <a:ext cx="177675" cy="36716"/>
            </a:xfrm>
            <a:custGeom>
              <a:rect b="b" l="l" r="r" t="t"/>
              <a:pathLst>
                <a:path extrusionOk="0" h="1405" w="6799">
                  <a:moveTo>
                    <a:pt x="4587" y="1"/>
                  </a:moveTo>
                  <a:cubicBezTo>
                    <a:pt x="4020" y="1"/>
                    <a:pt x="3856" y="260"/>
                    <a:pt x="3818" y="424"/>
                  </a:cubicBezTo>
                  <a:cubicBezTo>
                    <a:pt x="3789" y="501"/>
                    <a:pt x="3751" y="568"/>
                    <a:pt x="3693" y="616"/>
                  </a:cubicBezTo>
                  <a:cubicBezTo>
                    <a:pt x="4049" y="645"/>
                    <a:pt x="4587" y="770"/>
                    <a:pt x="5376" y="1174"/>
                  </a:cubicBezTo>
                  <a:cubicBezTo>
                    <a:pt x="5653" y="1327"/>
                    <a:pt x="5969" y="1404"/>
                    <a:pt x="6284" y="1405"/>
                  </a:cubicBezTo>
                  <a:lnTo>
                    <a:pt x="6284" y="1405"/>
                  </a:lnTo>
                  <a:cubicBezTo>
                    <a:pt x="6456" y="1404"/>
                    <a:pt x="6627" y="1375"/>
                    <a:pt x="6799" y="1318"/>
                  </a:cubicBezTo>
                  <a:cubicBezTo>
                    <a:pt x="6405" y="1212"/>
                    <a:pt x="6087" y="933"/>
                    <a:pt x="5770" y="655"/>
                  </a:cubicBezTo>
                  <a:cubicBezTo>
                    <a:pt x="5385" y="318"/>
                    <a:pt x="5020" y="1"/>
                    <a:pt x="4587" y="1"/>
                  </a:cubicBezTo>
                  <a:close/>
                  <a:moveTo>
                    <a:pt x="2212" y="1"/>
                  </a:moveTo>
                  <a:cubicBezTo>
                    <a:pt x="1779" y="1"/>
                    <a:pt x="1424" y="318"/>
                    <a:pt x="1029" y="655"/>
                  </a:cubicBezTo>
                  <a:cubicBezTo>
                    <a:pt x="722" y="933"/>
                    <a:pt x="395" y="1212"/>
                    <a:pt x="0" y="1318"/>
                  </a:cubicBezTo>
                  <a:cubicBezTo>
                    <a:pt x="173" y="1376"/>
                    <a:pt x="347" y="1405"/>
                    <a:pt x="520" y="1405"/>
                  </a:cubicBezTo>
                  <a:cubicBezTo>
                    <a:pt x="837" y="1405"/>
                    <a:pt x="1145" y="1318"/>
                    <a:pt x="1424" y="1174"/>
                  </a:cubicBezTo>
                  <a:cubicBezTo>
                    <a:pt x="2222" y="770"/>
                    <a:pt x="2760" y="645"/>
                    <a:pt x="3106" y="616"/>
                  </a:cubicBezTo>
                  <a:cubicBezTo>
                    <a:pt x="3049" y="568"/>
                    <a:pt x="3010" y="501"/>
                    <a:pt x="2981" y="424"/>
                  </a:cubicBezTo>
                  <a:cubicBezTo>
                    <a:pt x="2943" y="260"/>
                    <a:pt x="2779" y="1"/>
                    <a:pt x="2212" y="1"/>
                  </a:cubicBezTo>
                  <a:close/>
                  <a:moveTo>
                    <a:pt x="6284" y="1405"/>
                  </a:moveTo>
                  <a:cubicBezTo>
                    <a:pt x="6283" y="1405"/>
                    <a:pt x="6281" y="1405"/>
                    <a:pt x="6280" y="1405"/>
                  </a:cubicBezTo>
                  <a:lnTo>
                    <a:pt x="6289" y="1405"/>
                  </a:lnTo>
                  <a:cubicBezTo>
                    <a:pt x="6288" y="1405"/>
                    <a:pt x="6286" y="1405"/>
                    <a:pt x="6284" y="1405"/>
                  </a:cubicBezTo>
                  <a:close/>
                </a:path>
              </a:pathLst>
            </a:custGeom>
            <a:solidFill>
              <a:srgbClr val="3B536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7608" name="Google Shape;17608;p45"/>
          <p:cNvGrpSpPr/>
          <p:nvPr/>
        </p:nvGrpSpPr>
        <p:grpSpPr>
          <a:xfrm>
            <a:off x="7050889" y="2728856"/>
            <a:ext cx="363530" cy="339514"/>
            <a:chOff x="7050889" y="2913503"/>
            <a:chExt cx="363530" cy="339514"/>
          </a:xfrm>
        </p:grpSpPr>
        <p:sp>
          <p:nvSpPr>
            <p:cNvPr id="17609" name="Google Shape;17609;p45"/>
            <p:cNvSpPr/>
            <p:nvPr/>
          </p:nvSpPr>
          <p:spPr>
            <a:xfrm>
              <a:off x="7057814" y="2913503"/>
              <a:ext cx="217893" cy="268146"/>
            </a:xfrm>
            <a:custGeom>
              <a:rect b="b" l="l" r="r" t="t"/>
              <a:pathLst>
                <a:path extrusionOk="0" h="10261" w="8338">
                  <a:moveTo>
                    <a:pt x="8338" y="0"/>
                  </a:moveTo>
                  <a:lnTo>
                    <a:pt x="1818" y="1443"/>
                  </a:lnTo>
                  <a:lnTo>
                    <a:pt x="1818" y="3741"/>
                  </a:lnTo>
                  <a:lnTo>
                    <a:pt x="1818" y="8655"/>
                  </a:lnTo>
                  <a:cubicBezTo>
                    <a:pt x="1597" y="8558"/>
                    <a:pt x="1357" y="8510"/>
                    <a:pt x="1126" y="8501"/>
                  </a:cubicBezTo>
                  <a:cubicBezTo>
                    <a:pt x="501" y="8501"/>
                    <a:pt x="1" y="8895"/>
                    <a:pt x="1" y="9385"/>
                  </a:cubicBezTo>
                  <a:cubicBezTo>
                    <a:pt x="1" y="9866"/>
                    <a:pt x="501" y="10260"/>
                    <a:pt x="1126" y="10260"/>
                  </a:cubicBezTo>
                  <a:cubicBezTo>
                    <a:pt x="2251" y="10260"/>
                    <a:pt x="2578" y="9405"/>
                    <a:pt x="2578" y="9068"/>
                  </a:cubicBezTo>
                  <a:lnTo>
                    <a:pt x="2578" y="3577"/>
                  </a:lnTo>
                  <a:lnTo>
                    <a:pt x="7578" y="2462"/>
                  </a:lnTo>
                  <a:lnTo>
                    <a:pt x="7578" y="7154"/>
                  </a:lnTo>
                  <a:cubicBezTo>
                    <a:pt x="7357" y="7058"/>
                    <a:pt x="7126" y="7010"/>
                    <a:pt x="6886" y="7001"/>
                  </a:cubicBezTo>
                  <a:cubicBezTo>
                    <a:pt x="6270" y="7001"/>
                    <a:pt x="5770" y="7395"/>
                    <a:pt x="5770" y="7876"/>
                  </a:cubicBezTo>
                  <a:cubicBezTo>
                    <a:pt x="5770" y="8366"/>
                    <a:pt x="6270" y="8760"/>
                    <a:pt x="6886" y="8760"/>
                  </a:cubicBezTo>
                  <a:cubicBezTo>
                    <a:pt x="7886" y="8760"/>
                    <a:pt x="8338" y="8020"/>
                    <a:pt x="8338" y="7529"/>
                  </a:cubicBezTo>
                  <a:cubicBezTo>
                    <a:pt x="8338" y="7241"/>
                    <a:pt x="8338" y="2298"/>
                    <a:pt x="8338" y="2298"/>
                  </a:cubicBezTo>
                  <a:lnTo>
                    <a:pt x="8338" y="0"/>
                  </a:lnTo>
                  <a:close/>
                </a:path>
              </a:pathLst>
            </a:custGeom>
            <a:solidFill>
              <a:srgbClr val="A9BBC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610" name="Google Shape;17610;p45"/>
            <p:cNvSpPr/>
            <p:nvPr/>
          </p:nvSpPr>
          <p:spPr>
            <a:xfrm>
              <a:off x="7262118" y="2972223"/>
              <a:ext cx="152300" cy="280794"/>
            </a:xfrm>
            <a:custGeom>
              <a:rect b="b" l="l" r="r" t="t"/>
              <a:pathLst>
                <a:path extrusionOk="0" h="10745" w="5828">
                  <a:moveTo>
                    <a:pt x="2252" y="1"/>
                  </a:moveTo>
                  <a:cubicBezTo>
                    <a:pt x="2222" y="1"/>
                    <a:pt x="2193" y="25"/>
                    <a:pt x="2193" y="61"/>
                  </a:cubicBezTo>
                  <a:lnTo>
                    <a:pt x="2193" y="8946"/>
                  </a:lnTo>
                  <a:cubicBezTo>
                    <a:pt x="1905" y="8812"/>
                    <a:pt x="1597" y="8735"/>
                    <a:pt x="1280" y="8725"/>
                  </a:cubicBezTo>
                  <a:cubicBezTo>
                    <a:pt x="578" y="8725"/>
                    <a:pt x="1" y="9177"/>
                    <a:pt x="1" y="9735"/>
                  </a:cubicBezTo>
                  <a:cubicBezTo>
                    <a:pt x="1" y="10292"/>
                    <a:pt x="578" y="10744"/>
                    <a:pt x="1280" y="10744"/>
                  </a:cubicBezTo>
                  <a:cubicBezTo>
                    <a:pt x="2347" y="10744"/>
                    <a:pt x="2953" y="9725"/>
                    <a:pt x="2953" y="9167"/>
                  </a:cubicBezTo>
                  <a:lnTo>
                    <a:pt x="2953" y="3552"/>
                  </a:lnTo>
                  <a:cubicBezTo>
                    <a:pt x="4107" y="3994"/>
                    <a:pt x="5097" y="4802"/>
                    <a:pt x="5761" y="5859"/>
                  </a:cubicBezTo>
                  <a:cubicBezTo>
                    <a:pt x="5768" y="5871"/>
                    <a:pt x="5780" y="5876"/>
                    <a:pt x="5792" y="5876"/>
                  </a:cubicBezTo>
                  <a:cubicBezTo>
                    <a:pt x="5810" y="5876"/>
                    <a:pt x="5828" y="5864"/>
                    <a:pt x="5828" y="5840"/>
                  </a:cubicBezTo>
                  <a:cubicBezTo>
                    <a:pt x="5828" y="5282"/>
                    <a:pt x="5761" y="3167"/>
                    <a:pt x="4684" y="2715"/>
                  </a:cubicBezTo>
                  <a:cubicBezTo>
                    <a:pt x="4030" y="2446"/>
                    <a:pt x="3376" y="1676"/>
                    <a:pt x="2914" y="1003"/>
                  </a:cubicBezTo>
                  <a:cubicBezTo>
                    <a:pt x="2895" y="965"/>
                    <a:pt x="2876" y="936"/>
                    <a:pt x="2847" y="907"/>
                  </a:cubicBezTo>
                  <a:cubicBezTo>
                    <a:pt x="2607" y="551"/>
                    <a:pt x="2414" y="234"/>
                    <a:pt x="2299" y="32"/>
                  </a:cubicBezTo>
                  <a:cubicBezTo>
                    <a:pt x="2288" y="10"/>
                    <a:pt x="2270" y="1"/>
                    <a:pt x="2252" y="1"/>
                  </a:cubicBezTo>
                  <a:close/>
                </a:path>
              </a:pathLst>
            </a:custGeom>
            <a:solidFill>
              <a:srgbClr val="A1B0B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611" name="Google Shape;17611;p45"/>
            <p:cNvSpPr/>
            <p:nvPr/>
          </p:nvSpPr>
          <p:spPr>
            <a:xfrm>
              <a:off x="7263373" y="3037136"/>
              <a:ext cx="151046" cy="214626"/>
            </a:xfrm>
            <a:custGeom>
              <a:rect b="b" l="l" r="r" t="t"/>
              <a:pathLst>
                <a:path extrusionOk="0" h="8213" w="5780">
                  <a:moveTo>
                    <a:pt x="2491" y="0"/>
                  </a:moveTo>
                  <a:lnTo>
                    <a:pt x="2491" y="6212"/>
                  </a:lnTo>
                  <a:cubicBezTo>
                    <a:pt x="2491" y="6760"/>
                    <a:pt x="1895" y="7780"/>
                    <a:pt x="828" y="7780"/>
                  </a:cubicBezTo>
                  <a:cubicBezTo>
                    <a:pt x="539" y="7780"/>
                    <a:pt x="251" y="7703"/>
                    <a:pt x="1" y="7539"/>
                  </a:cubicBezTo>
                  <a:lnTo>
                    <a:pt x="1" y="7539"/>
                  </a:lnTo>
                  <a:lnTo>
                    <a:pt x="20" y="7578"/>
                  </a:lnTo>
                  <a:lnTo>
                    <a:pt x="30" y="7616"/>
                  </a:lnTo>
                  <a:cubicBezTo>
                    <a:pt x="58" y="7664"/>
                    <a:pt x="87" y="7712"/>
                    <a:pt x="116" y="7760"/>
                  </a:cubicBezTo>
                  <a:lnTo>
                    <a:pt x="145" y="7789"/>
                  </a:lnTo>
                  <a:lnTo>
                    <a:pt x="164" y="7818"/>
                  </a:lnTo>
                  <a:cubicBezTo>
                    <a:pt x="193" y="7847"/>
                    <a:pt x="222" y="7876"/>
                    <a:pt x="260" y="7905"/>
                  </a:cubicBezTo>
                  <a:lnTo>
                    <a:pt x="289" y="7933"/>
                  </a:lnTo>
                  <a:lnTo>
                    <a:pt x="299" y="7943"/>
                  </a:lnTo>
                  <a:lnTo>
                    <a:pt x="328" y="7962"/>
                  </a:lnTo>
                  <a:lnTo>
                    <a:pt x="337" y="7972"/>
                  </a:lnTo>
                  <a:lnTo>
                    <a:pt x="366" y="7991"/>
                  </a:lnTo>
                  <a:lnTo>
                    <a:pt x="376" y="7991"/>
                  </a:lnTo>
                  <a:lnTo>
                    <a:pt x="433" y="8030"/>
                  </a:lnTo>
                  <a:lnTo>
                    <a:pt x="443" y="8039"/>
                  </a:lnTo>
                  <a:lnTo>
                    <a:pt x="472" y="8049"/>
                  </a:lnTo>
                  <a:lnTo>
                    <a:pt x="491" y="8068"/>
                  </a:lnTo>
                  <a:lnTo>
                    <a:pt x="520" y="8078"/>
                  </a:lnTo>
                  <a:lnTo>
                    <a:pt x="539" y="8087"/>
                  </a:lnTo>
                  <a:lnTo>
                    <a:pt x="558" y="8097"/>
                  </a:lnTo>
                  <a:lnTo>
                    <a:pt x="587" y="8107"/>
                  </a:lnTo>
                  <a:lnTo>
                    <a:pt x="616" y="8126"/>
                  </a:lnTo>
                  <a:lnTo>
                    <a:pt x="655" y="8135"/>
                  </a:lnTo>
                  <a:lnTo>
                    <a:pt x="683" y="8145"/>
                  </a:lnTo>
                  <a:lnTo>
                    <a:pt x="712" y="8164"/>
                  </a:lnTo>
                  <a:lnTo>
                    <a:pt x="732" y="8164"/>
                  </a:lnTo>
                  <a:lnTo>
                    <a:pt x="770" y="8174"/>
                  </a:lnTo>
                  <a:lnTo>
                    <a:pt x="789" y="8183"/>
                  </a:lnTo>
                  <a:lnTo>
                    <a:pt x="828" y="8193"/>
                  </a:lnTo>
                  <a:lnTo>
                    <a:pt x="847" y="8193"/>
                  </a:lnTo>
                  <a:lnTo>
                    <a:pt x="885" y="8203"/>
                  </a:lnTo>
                  <a:lnTo>
                    <a:pt x="905" y="8203"/>
                  </a:lnTo>
                  <a:lnTo>
                    <a:pt x="953" y="8212"/>
                  </a:lnTo>
                  <a:lnTo>
                    <a:pt x="1222" y="8212"/>
                  </a:lnTo>
                  <a:cubicBezTo>
                    <a:pt x="2280" y="8212"/>
                    <a:pt x="2886" y="7193"/>
                    <a:pt x="2886" y="6635"/>
                  </a:cubicBezTo>
                  <a:lnTo>
                    <a:pt x="2886" y="1068"/>
                  </a:lnTo>
                  <a:cubicBezTo>
                    <a:pt x="4049" y="1510"/>
                    <a:pt x="5040" y="2318"/>
                    <a:pt x="5713" y="3375"/>
                  </a:cubicBezTo>
                  <a:cubicBezTo>
                    <a:pt x="5719" y="3382"/>
                    <a:pt x="5729" y="3385"/>
                    <a:pt x="5738" y="3385"/>
                  </a:cubicBezTo>
                  <a:cubicBezTo>
                    <a:pt x="5755" y="3385"/>
                    <a:pt x="5774" y="3375"/>
                    <a:pt x="5780" y="3356"/>
                  </a:cubicBezTo>
                  <a:cubicBezTo>
                    <a:pt x="5780" y="3260"/>
                    <a:pt x="5780" y="3116"/>
                    <a:pt x="5770" y="2933"/>
                  </a:cubicBezTo>
                  <a:cubicBezTo>
                    <a:pt x="5482" y="2029"/>
                    <a:pt x="4809" y="827"/>
                    <a:pt x="2491" y="0"/>
                  </a:cubicBezTo>
                  <a:close/>
                </a:path>
              </a:pathLst>
            </a:custGeom>
            <a:solidFill>
              <a:srgbClr val="A5B7C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612" name="Google Shape;17612;p45"/>
            <p:cNvSpPr/>
            <p:nvPr/>
          </p:nvSpPr>
          <p:spPr>
            <a:xfrm>
              <a:off x="7105323" y="2913739"/>
              <a:ext cx="170384" cy="97788"/>
            </a:xfrm>
            <a:custGeom>
              <a:rect b="b" l="l" r="r" t="t"/>
              <a:pathLst>
                <a:path extrusionOk="0" h="3742" w="6520">
                  <a:moveTo>
                    <a:pt x="6520" y="1"/>
                  </a:moveTo>
                  <a:lnTo>
                    <a:pt x="0" y="1443"/>
                  </a:lnTo>
                  <a:lnTo>
                    <a:pt x="0" y="3741"/>
                  </a:lnTo>
                  <a:lnTo>
                    <a:pt x="6520" y="2289"/>
                  </a:lnTo>
                  <a:lnTo>
                    <a:pt x="6520" y="1"/>
                  </a:lnTo>
                  <a:close/>
                </a:path>
              </a:pathLst>
            </a:custGeom>
            <a:solidFill>
              <a:srgbClr val="9BAFB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613" name="Google Shape;17613;p45"/>
            <p:cNvSpPr/>
            <p:nvPr/>
          </p:nvSpPr>
          <p:spPr>
            <a:xfrm>
              <a:off x="7082196" y="2913503"/>
              <a:ext cx="193511" cy="267884"/>
            </a:xfrm>
            <a:custGeom>
              <a:rect b="b" l="l" r="r" t="t"/>
              <a:pathLst>
                <a:path extrusionOk="0" h="10251" w="7405">
                  <a:moveTo>
                    <a:pt x="7405" y="0"/>
                  </a:moveTo>
                  <a:lnTo>
                    <a:pt x="885" y="1443"/>
                  </a:lnTo>
                  <a:lnTo>
                    <a:pt x="885" y="3741"/>
                  </a:lnTo>
                  <a:lnTo>
                    <a:pt x="1231" y="3664"/>
                  </a:lnTo>
                  <a:lnTo>
                    <a:pt x="1231" y="9058"/>
                  </a:lnTo>
                  <a:cubicBezTo>
                    <a:pt x="1231" y="9376"/>
                    <a:pt x="953" y="10135"/>
                    <a:pt x="1" y="10241"/>
                  </a:cubicBezTo>
                  <a:cubicBezTo>
                    <a:pt x="68" y="10251"/>
                    <a:pt x="126" y="10251"/>
                    <a:pt x="193" y="10251"/>
                  </a:cubicBezTo>
                  <a:cubicBezTo>
                    <a:pt x="1318" y="10251"/>
                    <a:pt x="1645" y="9395"/>
                    <a:pt x="1645" y="9058"/>
                  </a:cubicBezTo>
                  <a:lnTo>
                    <a:pt x="1645" y="3577"/>
                  </a:lnTo>
                  <a:lnTo>
                    <a:pt x="6241" y="2558"/>
                  </a:lnTo>
                  <a:lnTo>
                    <a:pt x="6991" y="2395"/>
                  </a:lnTo>
                  <a:lnTo>
                    <a:pt x="6991" y="7529"/>
                  </a:lnTo>
                  <a:cubicBezTo>
                    <a:pt x="6991" y="7981"/>
                    <a:pt x="6607" y="8645"/>
                    <a:pt x="5761" y="8751"/>
                  </a:cubicBezTo>
                  <a:cubicBezTo>
                    <a:pt x="5828" y="8751"/>
                    <a:pt x="5886" y="8760"/>
                    <a:pt x="5953" y="8760"/>
                  </a:cubicBezTo>
                  <a:cubicBezTo>
                    <a:pt x="6953" y="8760"/>
                    <a:pt x="7405" y="8020"/>
                    <a:pt x="7405" y="7529"/>
                  </a:cubicBezTo>
                  <a:lnTo>
                    <a:pt x="7405" y="2298"/>
                  </a:lnTo>
                  <a:lnTo>
                    <a:pt x="7405" y="0"/>
                  </a:lnTo>
                  <a:close/>
                </a:path>
              </a:pathLst>
            </a:custGeom>
            <a:solidFill>
              <a:srgbClr val="9BAFB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614" name="Google Shape;17614;p45"/>
            <p:cNvSpPr/>
            <p:nvPr/>
          </p:nvSpPr>
          <p:spPr>
            <a:xfrm>
              <a:off x="7354601" y="3215961"/>
              <a:ext cx="50775" cy="17195"/>
            </a:xfrm>
            <a:custGeom>
              <a:rect b="b" l="l" r="r" t="t"/>
              <a:pathLst>
                <a:path extrusionOk="0" h="658" w="1943">
                  <a:moveTo>
                    <a:pt x="1689" y="0"/>
                  </a:moveTo>
                  <a:cubicBezTo>
                    <a:pt x="1664" y="0"/>
                    <a:pt x="1639" y="5"/>
                    <a:pt x="1616" y="13"/>
                  </a:cubicBezTo>
                  <a:cubicBezTo>
                    <a:pt x="1424" y="90"/>
                    <a:pt x="1000" y="215"/>
                    <a:pt x="202" y="254"/>
                  </a:cubicBezTo>
                  <a:cubicBezTo>
                    <a:pt x="96" y="254"/>
                    <a:pt x="0" y="340"/>
                    <a:pt x="0" y="456"/>
                  </a:cubicBezTo>
                  <a:cubicBezTo>
                    <a:pt x="0" y="571"/>
                    <a:pt x="96" y="658"/>
                    <a:pt x="202" y="658"/>
                  </a:cubicBezTo>
                  <a:lnTo>
                    <a:pt x="212" y="658"/>
                  </a:lnTo>
                  <a:cubicBezTo>
                    <a:pt x="1039" y="619"/>
                    <a:pt x="1510" y="504"/>
                    <a:pt x="1760" y="408"/>
                  </a:cubicBezTo>
                  <a:cubicBezTo>
                    <a:pt x="1904" y="350"/>
                    <a:pt x="1943" y="187"/>
                    <a:pt x="1847" y="71"/>
                  </a:cubicBezTo>
                  <a:cubicBezTo>
                    <a:pt x="1806" y="24"/>
                    <a:pt x="1747" y="0"/>
                    <a:pt x="1689" y="0"/>
                  </a:cubicBezTo>
                  <a:close/>
                </a:path>
              </a:pathLst>
            </a:custGeom>
            <a:solidFill>
              <a:srgbClr val="CDD8D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615" name="Google Shape;17615;p45"/>
            <p:cNvSpPr/>
            <p:nvPr/>
          </p:nvSpPr>
          <p:spPr>
            <a:xfrm>
              <a:off x="7050889" y="3195813"/>
              <a:ext cx="197431" cy="26786"/>
            </a:xfrm>
            <a:custGeom>
              <a:rect b="b" l="l" r="r" t="t"/>
              <a:pathLst>
                <a:path extrusionOk="0" h="1025" w="7555">
                  <a:moveTo>
                    <a:pt x="2504" y="0"/>
                  </a:moveTo>
                  <a:cubicBezTo>
                    <a:pt x="1357" y="0"/>
                    <a:pt x="655" y="173"/>
                    <a:pt x="227" y="371"/>
                  </a:cubicBezTo>
                  <a:cubicBezTo>
                    <a:pt x="1" y="463"/>
                    <a:pt x="111" y="767"/>
                    <a:pt x="308" y="767"/>
                  </a:cubicBezTo>
                  <a:cubicBezTo>
                    <a:pt x="337" y="767"/>
                    <a:pt x="368" y="761"/>
                    <a:pt x="400" y="746"/>
                  </a:cubicBezTo>
                  <a:cubicBezTo>
                    <a:pt x="927" y="505"/>
                    <a:pt x="1669" y="416"/>
                    <a:pt x="2477" y="416"/>
                  </a:cubicBezTo>
                  <a:cubicBezTo>
                    <a:pt x="3826" y="416"/>
                    <a:pt x="5360" y="663"/>
                    <a:pt x="6382" y="861"/>
                  </a:cubicBezTo>
                  <a:cubicBezTo>
                    <a:pt x="6670" y="919"/>
                    <a:pt x="6959" y="977"/>
                    <a:pt x="7237" y="1025"/>
                  </a:cubicBezTo>
                  <a:lnTo>
                    <a:pt x="7276" y="1025"/>
                  </a:lnTo>
                  <a:cubicBezTo>
                    <a:pt x="7526" y="1025"/>
                    <a:pt x="7555" y="669"/>
                    <a:pt x="7305" y="621"/>
                  </a:cubicBezTo>
                  <a:cubicBezTo>
                    <a:pt x="7035" y="573"/>
                    <a:pt x="6747" y="515"/>
                    <a:pt x="6459" y="458"/>
                  </a:cubicBezTo>
                  <a:cubicBezTo>
                    <a:pt x="4755" y="123"/>
                    <a:pt x="3471" y="0"/>
                    <a:pt x="2504" y="0"/>
                  </a:cubicBezTo>
                  <a:close/>
                </a:path>
              </a:pathLst>
            </a:custGeom>
            <a:solidFill>
              <a:srgbClr val="CDD8D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616" name="Google Shape;17616;p45"/>
            <p:cNvSpPr/>
            <p:nvPr/>
          </p:nvSpPr>
          <p:spPr>
            <a:xfrm>
              <a:off x="7357371" y="3166361"/>
              <a:ext cx="47509" cy="16803"/>
            </a:xfrm>
            <a:custGeom>
              <a:rect b="b" l="l" r="r" t="t"/>
              <a:pathLst>
                <a:path extrusionOk="0" h="643" w="1818">
                  <a:moveTo>
                    <a:pt x="1579" y="0"/>
                  </a:moveTo>
                  <a:cubicBezTo>
                    <a:pt x="1553" y="0"/>
                    <a:pt x="1526" y="6"/>
                    <a:pt x="1500" y="17"/>
                  </a:cubicBezTo>
                  <a:cubicBezTo>
                    <a:pt x="1096" y="152"/>
                    <a:pt x="673" y="219"/>
                    <a:pt x="250" y="238"/>
                  </a:cubicBezTo>
                  <a:cubicBezTo>
                    <a:pt x="0" y="257"/>
                    <a:pt x="10" y="633"/>
                    <a:pt x="269" y="642"/>
                  </a:cubicBezTo>
                  <a:lnTo>
                    <a:pt x="279" y="642"/>
                  </a:lnTo>
                  <a:cubicBezTo>
                    <a:pt x="741" y="623"/>
                    <a:pt x="1202" y="546"/>
                    <a:pt x="1644" y="392"/>
                  </a:cubicBezTo>
                  <a:cubicBezTo>
                    <a:pt x="1769" y="344"/>
                    <a:pt x="1818" y="190"/>
                    <a:pt x="1741" y="84"/>
                  </a:cubicBezTo>
                  <a:cubicBezTo>
                    <a:pt x="1700" y="30"/>
                    <a:pt x="1641" y="0"/>
                    <a:pt x="1579" y="0"/>
                  </a:cubicBezTo>
                  <a:close/>
                </a:path>
              </a:pathLst>
            </a:custGeom>
            <a:solidFill>
              <a:srgbClr val="8C9EA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617" name="Google Shape;17617;p45"/>
            <p:cNvSpPr/>
            <p:nvPr/>
          </p:nvSpPr>
          <p:spPr>
            <a:xfrm>
              <a:off x="7145855" y="3147938"/>
              <a:ext cx="145872" cy="31464"/>
            </a:xfrm>
            <a:custGeom>
              <a:rect b="b" l="l" r="r" t="t"/>
              <a:pathLst>
                <a:path extrusionOk="0" h="1204" w="5582">
                  <a:moveTo>
                    <a:pt x="286" y="1"/>
                  </a:moveTo>
                  <a:cubicBezTo>
                    <a:pt x="35" y="1"/>
                    <a:pt x="1" y="376"/>
                    <a:pt x="257" y="414"/>
                  </a:cubicBezTo>
                  <a:cubicBezTo>
                    <a:pt x="1007" y="482"/>
                    <a:pt x="1844" y="616"/>
                    <a:pt x="2748" y="789"/>
                  </a:cubicBezTo>
                  <a:cubicBezTo>
                    <a:pt x="3652" y="962"/>
                    <a:pt x="4498" y="1107"/>
                    <a:pt x="5277" y="1203"/>
                  </a:cubicBezTo>
                  <a:lnTo>
                    <a:pt x="5296" y="1203"/>
                  </a:lnTo>
                  <a:cubicBezTo>
                    <a:pt x="5299" y="1203"/>
                    <a:pt x="5302" y="1203"/>
                    <a:pt x="5305" y="1203"/>
                  </a:cubicBezTo>
                  <a:cubicBezTo>
                    <a:pt x="5556" y="1203"/>
                    <a:pt x="5581" y="818"/>
                    <a:pt x="5325" y="799"/>
                  </a:cubicBezTo>
                  <a:cubicBezTo>
                    <a:pt x="4555" y="703"/>
                    <a:pt x="3719" y="559"/>
                    <a:pt x="2825" y="386"/>
                  </a:cubicBezTo>
                  <a:cubicBezTo>
                    <a:pt x="1911" y="203"/>
                    <a:pt x="1055" y="78"/>
                    <a:pt x="296" y="1"/>
                  </a:cubicBezTo>
                  <a:cubicBezTo>
                    <a:pt x="292" y="1"/>
                    <a:pt x="289" y="1"/>
                    <a:pt x="286" y="1"/>
                  </a:cubicBezTo>
                  <a:close/>
                </a:path>
              </a:pathLst>
            </a:custGeom>
            <a:solidFill>
              <a:srgbClr val="8C9EA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7618" name="Google Shape;17618;p45"/>
          <p:cNvGrpSpPr/>
          <p:nvPr/>
        </p:nvGrpSpPr>
        <p:grpSpPr>
          <a:xfrm>
            <a:off x="7510900" y="1796814"/>
            <a:ext cx="372937" cy="360629"/>
            <a:chOff x="7510900" y="1981462"/>
            <a:chExt cx="372937" cy="360629"/>
          </a:xfrm>
        </p:grpSpPr>
        <p:sp>
          <p:nvSpPr>
            <p:cNvPr id="17619" name="Google Shape;17619;p45"/>
            <p:cNvSpPr/>
            <p:nvPr/>
          </p:nvSpPr>
          <p:spPr>
            <a:xfrm>
              <a:off x="7617207" y="2027455"/>
              <a:ext cx="160584" cy="264121"/>
            </a:xfrm>
            <a:custGeom>
              <a:rect b="b" l="l" r="r" t="t"/>
              <a:pathLst>
                <a:path extrusionOk="0" h="10107" w="6145">
                  <a:moveTo>
                    <a:pt x="0" y="0"/>
                  </a:moveTo>
                  <a:lnTo>
                    <a:pt x="0" y="10106"/>
                  </a:lnTo>
                  <a:lnTo>
                    <a:pt x="6145" y="10106"/>
                  </a:lnTo>
                  <a:lnTo>
                    <a:pt x="6145" y="0"/>
                  </a:lnTo>
                  <a:close/>
                </a:path>
              </a:pathLst>
            </a:custGeom>
            <a:solidFill>
              <a:srgbClr val="E8EDF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620" name="Google Shape;17620;p45"/>
            <p:cNvSpPr/>
            <p:nvPr/>
          </p:nvSpPr>
          <p:spPr>
            <a:xfrm>
              <a:off x="7739585" y="2027455"/>
              <a:ext cx="38206" cy="264121"/>
            </a:xfrm>
            <a:custGeom>
              <a:rect b="b" l="l" r="r" t="t"/>
              <a:pathLst>
                <a:path extrusionOk="0" h="10107" w="1462">
                  <a:moveTo>
                    <a:pt x="0" y="0"/>
                  </a:moveTo>
                  <a:lnTo>
                    <a:pt x="0" y="10106"/>
                  </a:lnTo>
                  <a:lnTo>
                    <a:pt x="1462" y="10106"/>
                  </a:lnTo>
                  <a:lnTo>
                    <a:pt x="1462" y="0"/>
                  </a:lnTo>
                  <a:close/>
                </a:path>
              </a:pathLst>
            </a:custGeom>
            <a:solidFill>
              <a:srgbClr val="DDE4E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621" name="Google Shape;17621;p45"/>
            <p:cNvSpPr/>
            <p:nvPr/>
          </p:nvSpPr>
          <p:spPr>
            <a:xfrm>
              <a:off x="7576231" y="2011619"/>
              <a:ext cx="243529" cy="64861"/>
            </a:xfrm>
            <a:custGeom>
              <a:rect b="b" l="l" r="r" t="t"/>
              <a:pathLst>
                <a:path extrusionOk="0" h="2482" w="9319">
                  <a:moveTo>
                    <a:pt x="1" y="0"/>
                  </a:moveTo>
                  <a:lnTo>
                    <a:pt x="626" y="1741"/>
                  </a:lnTo>
                  <a:cubicBezTo>
                    <a:pt x="789" y="2183"/>
                    <a:pt x="1203" y="2481"/>
                    <a:pt x="1674" y="2481"/>
                  </a:cubicBezTo>
                  <a:lnTo>
                    <a:pt x="7655" y="2481"/>
                  </a:lnTo>
                  <a:cubicBezTo>
                    <a:pt x="8117" y="2472"/>
                    <a:pt x="8530" y="2183"/>
                    <a:pt x="8694" y="1741"/>
                  </a:cubicBezTo>
                  <a:lnTo>
                    <a:pt x="9319" y="0"/>
                  </a:lnTo>
                  <a:close/>
                </a:path>
              </a:pathLst>
            </a:custGeom>
            <a:solidFill>
              <a:srgbClr val="D3DCE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622" name="Google Shape;17622;p45"/>
            <p:cNvSpPr/>
            <p:nvPr/>
          </p:nvSpPr>
          <p:spPr>
            <a:xfrm>
              <a:off x="7576231" y="2011619"/>
              <a:ext cx="243529" cy="63842"/>
            </a:xfrm>
            <a:custGeom>
              <a:rect b="b" l="l" r="r" t="t"/>
              <a:pathLst>
                <a:path extrusionOk="0" h="2443" w="9319">
                  <a:moveTo>
                    <a:pt x="1" y="0"/>
                  </a:moveTo>
                  <a:lnTo>
                    <a:pt x="635" y="1741"/>
                  </a:lnTo>
                  <a:cubicBezTo>
                    <a:pt x="751" y="2077"/>
                    <a:pt x="1020" y="2327"/>
                    <a:pt x="1357" y="2433"/>
                  </a:cubicBezTo>
                  <a:cubicBezTo>
                    <a:pt x="1732" y="2116"/>
                    <a:pt x="2010" y="1693"/>
                    <a:pt x="2135" y="1221"/>
                  </a:cubicBezTo>
                  <a:lnTo>
                    <a:pt x="7126" y="1221"/>
                  </a:lnTo>
                  <a:cubicBezTo>
                    <a:pt x="7261" y="1702"/>
                    <a:pt x="7540" y="2125"/>
                    <a:pt x="7924" y="2443"/>
                  </a:cubicBezTo>
                  <a:cubicBezTo>
                    <a:pt x="8280" y="2356"/>
                    <a:pt x="8569" y="2087"/>
                    <a:pt x="8694" y="1741"/>
                  </a:cubicBezTo>
                  <a:lnTo>
                    <a:pt x="9319" y="0"/>
                  </a:lnTo>
                  <a:close/>
                </a:path>
              </a:pathLst>
            </a:custGeom>
            <a:solidFill>
              <a:srgbClr val="C9D4D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623" name="Google Shape;17623;p45"/>
            <p:cNvSpPr/>
            <p:nvPr/>
          </p:nvSpPr>
          <p:spPr>
            <a:xfrm>
              <a:off x="7510900" y="1981462"/>
              <a:ext cx="372937" cy="92169"/>
            </a:xfrm>
            <a:custGeom>
              <a:rect b="b" l="l" r="r" t="t"/>
              <a:pathLst>
                <a:path extrusionOk="0" h="3527" w="14271">
                  <a:moveTo>
                    <a:pt x="2347" y="0"/>
                  </a:moveTo>
                  <a:cubicBezTo>
                    <a:pt x="779" y="0"/>
                    <a:pt x="1" y="1895"/>
                    <a:pt x="1106" y="3010"/>
                  </a:cubicBezTo>
                  <a:cubicBezTo>
                    <a:pt x="1463" y="3367"/>
                    <a:pt x="1902" y="3526"/>
                    <a:pt x="2332" y="3526"/>
                  </a:cubicBezTo>
                  <a:cubicBezTo>
                    <a:pt x="3237" y="3526"/>
                    <a:pt x="4107" y="2822"/>
                    <a:pt x="4107" y="1760"/>
                  </a:cubicBezTo>
                  <a:lnTo>
                    <a:pt x="10165" y="1760"/>
                  </a:lnTo>
                  <a:cubicBezTo>
                    <a:pt x="10165" y="2824"/>
                    <a:pt x="11034" y="3525"/>
                    <a:pt x="11938" y="3525"/>
                  </a:cubicBezTo>
                  <a:cubicBezTo>
                    <a:pt x="12365" y="3525"/>
                    <a:pt x="12800" y="3369"/>
                    <a:pt x="13155" y="3020"/>
                  </a:cubicBezTo>
                  <a:cubicBezTo>
                    <a:pt x="14271" y="1924"/>
                    <a:pt x="13511" y="29"/>
                    <a:pt x="11953" y="10"/>
                  </a:cubicBezTo>
                  <a:lnTo>
                    <a:pt x="11953" y="0"/>
                  </a:lnTo>
                  <a:close/>
                </a:path>
              </a:pathLst>
            </a:custGeom>
            <a:solidFill>
              <a:srgbClr val="E8EDF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624" name="Google Shape;17624;p45"/>
            <p:cNvSpPr/>
            <p:nvPr/>
          </p:nvSpPr>
          <p:spPr>
            <a:xfrm>
              <a:off x="7785056" y="1981462"/>
              <a:ext cx="88746" cy="91986"/>
            </a:xfrm>
            <a:custGeom>
              <a:rect b="b" l="l" r="r" t="t"/>
              <a:pathLst>
                <a:path extrusionOk="0" h="3520" w="3396">
                  <a:moveTo>
                    <a:pt x="1" y="0"/>
                  </a:moveTo>
                  <a:cubicBezTo>
                    <a:pt x="828" y="20"/>
                    <a:pt x="1530" y="596"/>
                    <a:pt x="1703" y="1404"/>
                  </a:cubicBezTo>
                  <a:cubicBezTo>
                    <a:pt x="1866" y="2202"/>
                    <a:pt x="1453" y="3020"/>
                    <a:pt x="703" y="3366"/>
                  </a:cubicBezTo>
                  <a:cubicBezTo>
                    <a:pt x="939" y="3471"/>
                    <a:pt x="1183" y="3520"/>
                    <a:pt x="1423" y="3520"/>
                  </a:cubicBezTo>
                  <a:cubicBezTo>
                    <a:pt x="2219" y="3520"/>
                    <a:pt x="2960" y="2980"/>
                    <a:pt x="3145" y="2145"/>
                  </a:cubicBezTo>
                  <a:cubicBezTo>
                    <a:pt x="3395" y="1058"/>
                    <a:pt x="2578" y="20"/>
                    <a:pt x="1462" y="0"/>
                  </a:cubicBezTo>
                  <a:close/>
                </a:path>
              </a:pathLst>
            </a:custGeom>
            <a:solidFill>
              <a:srgbClr val="DDE4E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625" name="Google Shape;17625;p45"/>
            <p:cNvSpPr/>
            <p:nvPr/>
          </p:nvSpPr>
          <p:spPr>
            <a:xfrm>
              <a:off x="7553365" y="2027455"/>
              <a:ext cx="64861" cy="46124"/>
            </a:xfrm>
            <a:custGeom>
              <a:rect b="b" l="l" r="r" t="t"/>
              <a:pathLst>
                <a:path extrusionOk="0" h="1765" w="2482">
                  <a:moveTo>
                    <a:pt x="1030" y="0"/>
                  </a:moveTo>
                  <a:cubicBezTo>
                    <a:pt x="1030" y="692"/>
                    <a:pt x="626" y="1317"/>
                    <a:pt x="1" y="1606"/>
                  </a:cubicBezTo>
                  <a:cubicBezTo>
                    <a:pt x="240" y="1715"/>
                    <a:pt x="486" y="1765"/>
                    <a:pt x="725" y="1765"/>
                  </a:cubicBezTo>
                  <a:cubicBezTo>
                    <a:pt x="1650" y="1765"/>
                    <a:pt x="2482" y="1016"/>
                    <a:pt x="2482" y="0"/>
                  </a:cubicBezTo>
                  <a:close/>
                </a:path>
              </a:pathLst>
            </a:custGeom>
            <a:solidFill>
              <a:srgbClr val="DDE4E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626" name="Google Shape;17626;p45"/>
            <p:cNvSpPr/>
            <p:nvPr/>
          </p:nvSpPr>
          <p:spPr>
            <a:xfrm>
              <a:off x="7584280" y="2275478"/>
              <a:ext cx="226438" cy="40479"/>
            </a:xfrm>
            <a:custGeom>
              <a:rect b="b" l="l" r="r" t="t"/>
              <a:pathLst>
                <a:path extrusionOk="0" h="1549" w="8665">
                  <a:moveTo>
                    <a:pt x="500" y="0"/>
                  </a:moveTo>
                  <a:cubicBezTo>
                    <a:pt x="222" y="0"/>
                    <a:pt x="0" y="221"/>
                    <a:pt x="0" y="500"/>
                  </a:cubicBezTo>
                  <a:lnTo>
                    <a:pt x="0" y="1548"/>
                  </a:lnTo>
                  <a:lnTo>
                    <a:pt x="8664" y="1548"/>
                  </a:lnTo>
                  <a:lnTo>
                    <a:pt x="8664" y="500"/>
                  </a:lnTo>
                  <a:cubicBezTo>
                    <a:pt x="8664" y="221"/>
                    <a:pt x="8434" y="0"/>
                    <a:pt x="8164" y="0"/>
                  </a:cubicBezTo>
                  <a:close/>
                </a:path>
              </a:pathLst>
            </a:custGeom>
            <a:solidFill>
              <a:srgbClr val="DDE4E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627" name="Google Shape;17627;p45"/>
            <p:cNvSpPr/>
            <p:nvPr/>
          </p:nvSpPr>
          <p:spPr>
            <a:xfrm>
              <a:off x="7584018" y="2275478"/>
              <a:ext cx="226438" cy="40479"/>
            </a:xfrm>
            <a:custGeom>
              <a:rect b="b" l="l" r="r" t="t"/>
              <a:pathLst>
                <a:path extrusionOk="0" h="1549" w="8665">
                  <a:moveTo>
                    <a:pt x="7213" y="0"/>
                  </a:moveTo>
                  <a:lnTo>
                    <a:pt x="7213" y="490"/>
                  </a:lnTo>
                  <a:cubicBezTo>
                    <a:pt x="7213" y="721"/>
                    <a:pt x="7011" y="923"/>
                    <a:pt x="6770" y="923"/>
                  </a:cubicBezTo>
                  <a:lnTo>
                    <a:pt x="1" y="923"/>
                  </a:lnTo>
                  <a:lnTo>
                    <a:pt x="1" y="1548"/>
                  </a:lnTo>
                  <a:lnTo>
                    <a:pt x="8665" y="1548"/>
                  </a:lnTo>
                  <a:lnTo>
                    <a:pt x="8665" y="500"/>
                  </a:lnTo>
                  <a:cubicBezTo>
                    <a:pt x="8665" y="231"/>
                    <a:pt x="8444" y="0"/>
                    <a:pt x="8174" y="0"/>
                  </a:cubicBezTo>
                  <a:close/>
                </a:path>
              </a:pathLst>
            </a:custGeom>
            <a:solidFill>
              <a:srgbClr val="D3DCE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628" name="Google Shape;17628;p45"/>
            <p:cNvSpPr/>
            <p:nvPr/>
          </p:nvSpPr>
          <p:spPr>
            <a:xfrm>
              <a:off x="7549837" y="2308876"/>
              <a:ext cx="295062" cy="33214"/>
            </a:xfrm>
            <a:custGeom>
              <a:rect b="b" l="l" r="r" t="t"/>
              <a:pathLst>
                <a:path extrusionOk="0" h="1271" w="11291">
                  <a:moveTo>
                    <a:pt x="780" y="1"/>
                  </a:moveTo>
                  <a:cubicBezTo>
                    <a:pt x="357" y="1"/>
                    <a:pt x="1" y="347"/>
                    <a:pt x="1" y="780"/>
                  </a:cubicBezTo>
                  <a:lnTo>
                    <a:pt x="1" y="1270"/>
                  </a:lnTo>
                  <a:lnTo>
                    <a:pt x="11290" y="1270"/>
                  </a:lnTo>
                  <a:lnTo>
                    <a:pt x="11290" y="780"/>
                  </a:lnTo>
                  <a:cubicBezTo>
                    <a:pt x="11290" y="347"/>
                    <a:pt x="10944" y="1"/>
                    <a:pt x="10511" y="1"/>
                  </a:cubicBezTo>
                  <a:close/>
                </a:path>
              </a:pathLst>
            </a:custGeom>
            <a:solidFill>
              <a:srgbClr val="E8EDF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629" name="Google Shape;17629;p45"/>
            <p:cNvSpPr/>
            <p:nvPr/>
          </p:nvSpPr>
          <p:spPr>
            <a:xfrm>
              <a:off x="7549837" y="2308641"/>
              <a:ext cx="295062" cy="33450"/>
            </a:xfrm>
            <a:custGeom>
              <a:rect b="b" l="l" r="r" t="t"/>
              <a:pathLst>
                <a:path extrusionOk="0" h="1280" w="11291">
                  <a:moveTo>
                    <a:pt x="9675" y="0"/>
                  </a:moveTo>
                  <a:cubicBezTo>
                    <a:pt x="9771" y="135"/>
                    <a:pt x="9829" y="308"/>
                    <a:pt x="9829" y="481"/>
                  </a:cubicBezTo>
                  <a:lnTo>
                    <a:pt x="9829" y="664"/>
                  </a:lnTo>
                  <a:cubicBezTo>
                    <a:pt x="9829" y="818"/>
                    <a:pt x="9704" y="952"/>
                    <a:pt x="9540" y="952"/>
                  </a:cubicBezTo>
                  <a:lnTo>
                    <a:pt x="1" y="952"/>
                  </a:lnTo>
                  <a:lnTo>
                    <a:pt x="1" y="1279"/>
                  </a:lnTo>
                  <a:lnTo>
                    <a:pt x="11290" y="1279"/>
                  </a:lnTo>
                  <a:lnTo>
                    <a:pt x="11290" y="789"/>
                  </a:lnTo>
                  <a:cubicBezTo>
                    <a:pt x="11290" y="356"/>
                    <a:pt x="10944" y="10"/>
                    <a:pt x="10511" y="0"/>
                  </a:cubicBezTo>
                  <a:close/>
                </a:path>
              </a:pathLst>
            </a:custGeom>
            <a:solidFill>
              <a:srgbClr val="DDE4E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630" name="Google Shape;17630;p45"/>
            <p:cNvSpPr/>
            <p:nvPr/>
          </p:nvSpPr>
          <p:spPr>
            <a:xfrm>
              <a:off x="7550098" y="2006078"/>
              <a:ext cx="42988" cy="42753"/>
            </a:xfrm>
            <a:custGeom>
              <a:rect b="b" l="l" r="r" t="t"/>
              <a:pathLst>
                <a:path extrusionOk="0" h="1636" w="1645">
                  <a:moveTo>
                    <a:pt x="818" y="1"/>
                  </a:moveTo>
                  <a:cubicBezTo>
                    <a:pt x="366" y="1"/>
                    <a:pt x="1" y="366"/>
                    <a:pt x="1" y="818"/>
                  </a:cubicBezTo>
                  <a:cubicBezTo>
                    <a:pt x="1" y="1270"/>
                    <a:pt x="366" y="1635"/>
                    <a:pt x="818" y="1635"/>
                  </a:cubicBezTo>
                  <a:cubicBezTo>
                    <a:pt x="1270" y="1635"/>
                    <a:pt x="1645" y="1270"/>
                    <a:pt x="1645" y="818"/>
                  </a:cubicBezTo>
                  <a:cubicBezTo>
                    <a:pt x="1645" y="366"/>
                    <a:pt x="1270" y="1"/>
                    <a:pt x="818" y="1"/>
                  </a:cubicBezTo>
                  <a:close/>
                </a:path>
              </a:pathLst>
            </a:custGeom>
            <a:solidFill>
              <a:srgbClr val="D3DCE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631" name="Google Shape;17631;p45"/>
            <p:cNvSpPr/>
            <p:nvPr/>
          </p:nvSpPr>
          <p:spPr>
            <a:xfrm>
              <a:off x="7801885" y="2006078"/>
              <a:ext cx="42753" cy="42753"/>
            </a:xfrm>
            <a:custGeom>
              <a:rect b="b" l="l" r="r" t="t"/>
              <a:pathLst>
                <a:path extrusionOk="0" h="1636" w="1636">
                  <a:moveTo>
                    <a:pt x="818" y="1"/>
                  </a:moveTo>
                  <a:cubicBezTo>
                    <a:pt x="366" y="1"/>
                    <a:pt x="1" y="366"/>
                    <a:pt x="1" y="818"/>
                  </a:cubicBezTo>
                  <a:cubicBezTo>
                    <a:pt x="1" y="1270"/>
                    <a:pt x="366" y="1635"/>
                    <a:pt x="818" y="1635"/>
                  </a:cubicBezTo>
                  <a:cubicBezTo>
                    <a:pt x="1270" y="1635"/>
                    <a:pt x="1636" y="1270"/>
                    <a:pt x="1636" y="818"/>
                  </a:cubicBezTo>
                  <a:cubicBezTo>
                    <a:pt x="1636" y="366"/>
                    <a:pt x="1270" y="1"/>
                    <a:pt x="818" y="1"/>
                  </a:cubicBezTo>
                  <a:close/>
                </a:path>
              </a:pathLst>
            </a:custGeom>
            <a:solidFill>
              <a:srgbClr val="D3DCE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632" name="Google Shape;17632;p45"/>
            <p:cNvSpPr/>
            <p:nvPr/>
          </p:nvSpPr>
          <p:spPr>
            <a:xfrm>
              <a:off x="7642816" y="2097804"/>
              <a:ext cx="20906" cy="153319"/>
            </a:xfrm>
            <a:custGeom>
              <a:rect b="b" l="l" r="r" t="t"/>
              <a:pathLst>
                <a:path extrusionOk="0" h="5867" w="800">
                  <a:moveTo>
                    <a:pt x="395" y="1"/>
                  </a:moveTo>
                  <a:cubicBezTo>
                    <a:pt x="184" y="1"/>
                    <a:pt x="1" y="183"/>
                    <a:pt x="1" y="404"/>
                  </a:cubicBezTo>
                  <a:lnTo>
                    <a:pt x="1" y="5472"/>
                  </a:lnTo>
                  <a:cubicBezTo>
                    <a:pt x="1" y="5684"/>
                    <a:pt x="184" y="5866"/>
                    <a:pt x="395" y="5866"/>
                  </a:cubicBezTo>
                  <a:cubicBezTo>
                    <a:pt x="616" y="5866"/>
                    <a:pt x="799" y="5684"/>
                    <a:pt x="799" y="5472"/>
                  </a:cubicBezTo>
                  <a:lnTo>
                    <a:pt x="799" y="404"/>
                  </a:lnTo>
                  <a:cubicBezTo>
                    <a:pt x="799" y="183"/>
                    <a:pt x="616" y="1"/>
                    <a:pt x="395" y="1"/>
                  </a:cubicBezTo>
                  <a:close/>
                </a:path>
              </a:pathLst>
            </a:custGeom>
            <a:solidFill>
              <a:srgbClr val="D3DCE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633" name="Google Shape;17633;p45"/>
            <p:cNvSpPr/>
            <p:nvPr/>
          </p:nvSpPr>
          <p:spPr>
            <a:xfrm>
              <a:off x="7687059" y="2097804"/>
              <a:ext cx="20880" cy="153319"/>
            </a:xfrm>
            <a:custGeom>
              <a:rect b="b" l="l" r="r" t="t"/>
              <a:pathLst>
                <a:path extrusionOk="0" h="5867" w="799">
                  <a:moveTo>
                    <a:pt x="395" y="1"/>
                  </a:moveTo>
                  <a:cubicBezTo>
                    <a:pt x="173" y="1"/>
                    <a:pt x="0" y="183"/>
                    <a:pt x="0" y="404"/>
                  </a:cubicBezTo>
                  <a:lnTo>
                    <a:pt x="0" y="5472"/>
                  </a:lnTo>
                  <a:cubicBezTo>
                    <a:pt x="0" y="5684"/>
                    <a:pt x="173" y="5866"/>
                    <a:pt x="395" y="5866"/>
                  </a:cubicBezTo>
                  <a:cubicBezTo>
                    <a:pt x="616" y="5866"/>
                    <a:pt x="798" y="5684"/>
                    <a:pt x="798" y="5472"/>
                  </a:cubicBezTo>
                  <a:lnTo>
                    <a:pt x="798" y="404"/>
                  </a:lnTo>
                  <a:cubicBezTo>
                    <a:pt x="798" y="183"/>
                    <a:pt x="616" y="1"/>
                    <a:pt x="395" y="1"/>
                  </a:cubicBezTo>
                  <a:close/>
                </a:path>
              </a:pathLst>
            </a:custGeom>
            <a:solidFill>
              <a:srgbClr val="D3DCE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634" name="Google Shape;17634;p45"/>
            <p:cNvSpPr/>
            <p:nvPr/>
          </p:nvSpPr>
          <p:spPr>
            <a:xfrm>
              <a:off x="7731275" y="2097804"/>
              <a:ext cx="20880" cy="153319"/>
            </a:xfrm>
            <a:custGeom>
              <a:rect b="b" l="l" r="r" t="t"/>
              <a:pathLst>
                <a:path extrusionOk="0" h="5867" w="799">
                  <a:moveTo>
                    <a:pt x="395" y="1"/>
                  </a:moveTo>
                  <a:cubicBezTo>
                    <a:pt x="174" y="1"/>
                    <a:pt x="1" y="183"/>
                    <a:pt x="1" y="404"/>
                  </a:cubicBezTo>
                  <a:lnTo>
                    <a:pt x="1" y="5472"/>
                  </a:lnTo>
                  <a:cubicBezTo>
                    <a:pt x="1" y="5684"/>
                    <a:pt x="174" y="5866"/>
                    <a:pt x="395" y="5866"/>
                  </a:cubicBezTo>
                  <a:cubicBezTo>
                    <a:pt x="616" y="5866"/>
                    <a:pt x="799" y="5684"/>
                    <a:pt x="799" y="5472"/>
                  </a:cubicBezTo>
                  <a:lnTo>
                    <a:pt x="799" y="404"/>
                  </a:lnTo>
                  <a:cubicBezTo>
                    <a:pt x="799" y="183"/>
                    <a:pt x="616" y="1"/>
                    <a:pt x="395" y="1"/>
                  </a:cubicBezTo>
                  <a:close/>
                </a:path>
              </a:pathLst>
            </a:custGeom>
            <a:solidFill>
              <a:srgbClr val="D3DCE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7635" name="Google Shape;17635;p45"/>
          <p:cNvGrpSpPr/>
          <p:nvPr/>
        </p:nvGrpSpPr>
        <p:grpSpPr>
          <a:xfrm>
            <a:off x="6599476" y="2733612"/>
            <a:ext cx="360629" cy="329975"/>
            <a:chOff x="6599476" y="2918260"/>
            <a:chExt cx="360629" cy="329975"/>
          </a:xfrm>
        </p:grpSpPr>
        <p:sp>
          <p:nvSpPr>
            <p:cNvPr id="17636" name="Google Shape;17636;p45"/>
            <p:cNvSpPr/>
            <p:nvPr/>
          </p:nvSpPr>
          <p:spPr>
            <a:xfrm>
              <a:off x="6604990" y="2918521"/>
              <a:ext cx="349313" cy="329714"/>
            </a:xfrm>
            <a:custGeom>
              <a:rect b="b" l="l" r="r" t="t"/>
              <a:pathLst>
                <a:path extrusionOk="0" h="12617" w="13367">
                  <a:moveTo>
                    <a:pt x="1" y="0"/>
                  </a:moveTo>
                  <a:lnTo>
                    <a:pt x="1" y="12617"/>
                  </a:lnTo>
                  <a:lnTo>
                    <a:pt x="13367" y="12617"/>
                  </a:lnTo>
                  <a:lnTo>
                    <a:pt x="13367" y="0"/>
                  </a:lnTo>
                  <a:close/>
                </a:path>
              </a:pathLst>
            </a:custGeom>
            <a:solidFill>
              <a:srgbClr val="41586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637" name="Google Shape;17637;p45"/>
            <p:cNvSpPr/>
            <p:nvPr/>
          </p:nvSpPr>
          <p:spPr>
            <a:xfrm>
              <a:off x="6604990" y="2918521"/>
              <a:ext cx="349078" cy="329714"/>
            </a:xfrm>
            <a:custGeom>
              <a:rect b="b" l="l" r="r" t="t"/>
              <a:pathLst>
                <a:path extrusionOk="0" h="12617" w="13358">
                  <a:moveTo>
                    <a:pt x="5645" y="0"/>
                  </a:moveTo>
                  <a:cubicBezTo>
                    <a:pt x="5645" y="5780"/>
                    <a:pt x="1" y="12617"/>
                    <a:pt x="1" y="12617"/>
                  </a:cubicBezTo>
                  <a:lnTo>
                    <a:pt x="13357" y="12617"/>
                  </a:lnTo>
                  <a:cubicBezTo>
                    <a:pt x="13357" y="12617"/>
                    <a:pt x="7722" y="5780"/>
                    <a:pt x="7722" y="0"/>
                  </a:cubicBezTo>
                  <a:close/>
                </a:path>
              </a:pathLst>
            </a:custGeom>
            <a:solidFill>
              <a:srgbClr val="4D627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638" name="Google Shape;17638;p45"/>
            <p:cNvSpPr/>
            <p:nvPr/>
          </p:nvSpPr>
          <p:spPr>
            <a:xfrm>
              <a:off x="6604990" y="3145926"/>
              <a:ext cx="349313" cy="102309"/>
            </a:xfrm>
            <a:custGeom>
              <a:rect b="b" l="l" r="r" t="t"/>
              <a:pathLst>
                <a:path extrusionOk="0" h="3915" w="13367">
                  <a:moveTo>
                    <a:pt x="1" y="1"/>
                  </a:moveTo>
                  <a:lnTo>
                    <a:pt x="1" y="3915"/>
                  </a:lnTo>
                  <a:lnTo>
                    <a:pt x="13367" y="3915"/>
                  </a:lnTo>
                  <a:lnTo>
                    <a:pt x="13367" y="1"/>
                  </a:lnTo>
                  <a:close/>
                </a:path>
              </a:pathLst>
            </a:custGeom>
            <a:solidFill>
              <a:srgbClr val="B3C3C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639" name="Google Shape;17639;p45"/>
            <p:cNvSpPr/>
            <p:nvPr/>
          </p:nvSpPr>
          <p:spPr>
            <a:xfrm>
              <a:off x="6604990" y="3145926"/>
              <a:ext cx="277449" cy="29687"/>
            </a:xfrm>
            <a:custGeom>
              <a:rect b="b" l="l" r="r" t="t"/>
              <a:pathLst>
                <a:path extrusionOk="0" h="1136" w="10617">
                  <a:moveTo>
                    <a:pt x="1" y="1"/>
                  </a:moveTo>
                  <a:lnTo>
                    <a:pt x="1" y="1136"/>
                  </a:lnTo>
                  <a:lnTo>
                    <a:pt x="8963" y="1136"/>
                  </a:lnTo>
                  <a:cubicBezTo>
                    <a:pt x="9694" y="1136"/>
                    <a:pt x="10357" y="684"/>
                    <a:pt x="10617" y="1"/>
                  </a:cubicBezTo>
                  <a:close/>
                </a:path>
              </a:pathLst>
            </a:custGeom>
            <a:solidFill>
              <a:srgbClr val="BFCCD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640" name="Google Shape;17640;p45"/>
            <p:cNvSpPr/>
            <p:nvPr/>
          </p:nvSpPr>
          <p:spPr>
            <a:xfrm>
              <a:off x="6604990" y="2918260"/>
              <a:ext cx="150811" cy="329975"/>
            </a:xfrm>
            <a:custGeom>
              <a:rect b="b" l="l" r="r" t="t"/>
              <a:pathLst>
                <a:path extrusionOk="0" h="12627" w="5771">
                  <a:moveTo>
                    <a:pt x="1" y="1"/>
                  </a:moveTo>
                  <a:lnTo>
                    <a:pt x="1" y="12627"/>
                  </a:lnTo>
                  <a:lnTo>
                    <a:pt x="1943" y="12627"/>
                  </a:lnTo>
                  <a:cubicBezTo>
                    <a:pt x="2068" y="12627"/>
                    <a:pt x="2184" y="12550"/>
                    <a:pt x="2241" y="12444"/>
                  </a:cubicBezTo>
                  <a:cubicBezTo>
                    <a:pt x="2943" y="11165"/>
                    <a:pt x="1212" y="6444"/>
                    <a:pt x="1212" y="6444"/>
                  </a:cubicBezTo>
                  <a:cubicBezTo>
                    <a:pt x="1212" y="6444"/>
                    <a:pt x="5770" y="2328"/>
                    <a:pt x="4549" y="1"/>
                  </a:cubicBezTo>
                  <a:close/>
                </a:path>
              </a:pathLst>
            </a:custGeom>
            <a:solidFill>
              <a:srgbClr val="4C657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641" name="Google Shape;17641;p45"/>
            <p:cNvSpPr/>
            <p:nvPr/>
          </p:nvSpPr>
          <p:spPr>
            <a:xfrm>
              <a:off x="6604990" y="2918521"/>
              <a:ext cx="54800" cy="329714"/>
            </a:xfrm>
            <a:custGeom>
              <a:rect b="b" l="l" r="r" t="t"/>
              <a:pathLst>
                <a:path extrusionOk="0" h="12617" w="2097">
                  <a:moveTo>
                    <a:pt x="1" y="0"/>
                  </a:moveTo>
                  <a:lnTo>
                    <a:pt x="1" y="12617"/>
                  </a:lnTo>
                  <a:lnTo>
                    <a:pt x="953" y="12617"/>
                  </a:lnTo>
                  <a:cubicBezTo>
                    <a:pt x="1078" y="12617"/>
                    <a:pt x="1193" y="12549"/>
                    <a:pt x="1251" y="12444"/>
                  </a:cubicBezTo>
                  <a:cubicBezTo>
                    <a:pt x="1953" y="11165"/>
                    <a:pt x="385" y="6443"/>
                    <a:pt x="385" y="6443"/>
                  </a:cubicBezTo>
                  <a:cubicBezTo>
                    <a:pt x="385" y="6443"/>
                    <a:pt x="2097" y="2414"/>
                    <a:pt x="1376" y="0"/>
                  </a:cubicBezTo>
                  <a:close/>
                </a:path>
              </a:pathLst>
            </a:custGeom>
            <a:solidFill>
              <a:srgbClr val="7084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642" name="Google Shape;17642;p45"/>
            <p:cNvSpPr/>
            <p:nvPr/>
          </p:nvSpPr>
          <p:spPr>
            <a:xfrm>
              <a:off x="6615051" y="2918521"/>
              <a:ext cx="140750" cy="329714"/>
            </a:xfrm>
            <a:custGeom>
              <a:rect b="b" l="l" r="r" t="t"/>
              <a:pathLst>
                <a:path extrusionOk="0" h="12617" w="5386">
                  <a:moveTo>
                    <a:pt x="3183" y="0"/>
                  </a:moveTo>
                  <a:cubicBezTo>
                    <a:pt x="2876" y="3741"/>
                    <a:pt x="0" y="6443"/>
                    <a:pt x="0" y="6443"/>
                  </a:cubicBezTo>
                  <a:cubicBezTo>
                    <a:pt x="0" y="6443"/>
                    <a:pt x="1568" y="11165"/>
                    <a:pt x="866" y="12434"/>
                  </a:cubicBezTo>
                  <a:cubicBezTo>
                    <a:pt x="808" y="12549"/>
                    <a:pt x="693" y="12617"/>
                    <a:pt x="568" y="12617"/>
                  </a:cubicBezTo>
                  <a:lnTo>
                    <a:pt x="1558" y="12617"/>
                  </a:lnTo>
                  <a:cubicBezTo>
                    <a:pt x="1683" y="12617"/>
                    <a:pt x="1799" y="12549"/>
                    <a:pt x="1856" y="12434"/>
                  </a:cubicBezTo>
                  <a:cubicBezTo>
                    <a:pt x="2558" y="11155"/>
                    <a:pt x="827" y="6443"/>
                    <a:pt x="827" y="6443"/>
                  </a:cubicBezTo>
                  <a:cubicBezTo>
                    <a:pt x="827" y="6443"/>
                    <a:pt x="5385" y="2328"/>
                    <a:pt x="4164" y="0"/>
                  </a:cubicBezTo>
                  <a:close/>
                </a:path>
              </a:pathLst>
            </a:custGeom>
            <a:solidFill>
              <a:srgbClr val="7084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643" name="Google Shape;17643;p45"/>
            <p:cNvSpPr/>
            <p:nvPr/>
          </p:nvSpPr>
          <p:spPr>
            <a:xfrm>
              <a:off x="6599476" y="3080359"/>
              <a:ext cx="46516" cy="21638"/>
            </a:xfrm>
            <a:custGeom>
              <a:rect b="b" l="l" r="r" t="t"/>
              <a:pathLst>
                <a:path extrusionOk="0" h="828" w="1780">
                  <a:moveTo>
                    <a:pt x="192" y="0"/>
                  </a:moveTo>
                  <a:cubicBezTo>
                    <a:pt x="87" y="0"/>
                    <a:pt x="0" y="87"/>
                    <a:pt x="0" y="202"/>
                  </a:cubicBezTo>
                  <a:lnTo>
                    <a:pt x="0" y="625"/>
                  </a:lnTo>
                  <a:cubicBezTo>
                    <a:pt x="0" y="741"/>
                    <a:pt x="87" y="827"/>
                    <a:pt x="192" y="827"/>
                  </a:cubicBezTo>
                  <a:lnTo>
                    <a:pt x="1577" y="827"/>
                  </a:lnTo>
                  <a:cubicBezTo>
                    <a:pt x="1693" y="827"/>
                    <a:pt x="1779" y="741"/>
                    <a:pt x="1779" y="625"/>
                  </a:cubicBezTo>
                  <a:lnTo>
                    <a:pt x="1779" y="202"/>
                  </a:lnTo>
                  <a:cubicBezTo>
                    <a:pt x="1779" y="87"/>
                    <a:pt x="1693" y="0"/>
                    <a:pt x="1577" y="0"/>
                  </a:cubicBezTo>
                  <a:close/>
                </a:path>
              </a:pathLst>
            </a:custGeom>
            <a:solidFill>
              <a:srgbClr val="CDD8D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644" name="Google Shape;17644;p45"/>
            <p:cNvSpPr/>
            <p:nvPr/>
          </p:nvSpPr>
          <p:spPr>
            <a:xfrm>
              <a:off x="6803519" y="2918260"/>
              <a:ext cx="150785" cy="329975"/>
            </a:xfrm>
            <a:custGeom>
              <a:rect b="b" l="l" r="r" t="t"/>
              <a:pathLst>
                <a:path extrusionOk="0" h="12627" w="5770">
                  <a:moveTo>
                    <a:pt x="1222" y="1"/>
                  </a:moveTo>
                  <a:cubicBezTo>
                    <a:pt x="0" y="2328"/>
                    <a:pt x="4558" y="6444"/>
                    <a:pt x="4558" y="6444"/>
                  </a:cubicBezTo>
                  <a:cubicBezTo>
                    <a:pt x="4558" y="6444"/>
                    <a:pt x="2827" y="11165"/>
                    <a:pt x="3529" y="12444"/>
                  </a:cubicBezTo>
                  <a:cubicBezTo>
                    <a:pt x="3587" y="12550"/>
                    <a:pt x="3703" y="12627"/>
                    <a:pt x="3828" y="12627"/>
                  </a:cubicBezTo>
                  <a:lnTo>
                    <a:pt x="5770" y="12627"/>
                  </a:lnTo>
                  <a:lnTo>
                    <a:pt x="5770" y="1"/>
                  </a:lnTo>
                  <a:close/>
                </a:path>
              </a:pathLst>
            </a:custGeom>
            <a:solidFill>
              <a:srgbClr val="4C657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645" name="Google Shape;17645;p45"/>
            <p:cNvSpPr/>
            <p:nvPr/>
          </p:nvSpPr>
          <p:spPr>
            <a:xfrm>
              <a:off x="6899765" y="2918521"/>
              <a:ext cx="54539" cy="329714"/>
            </a:xfrm>
            <a:custGeom>
              <a:rect b="b" l="l" r="r" t="t"/>
              <a:pathLst>
                <a:path extrusionOk="0" h="12617" w="2087">
                  <a:moveTo>
                    <a:pt x="712" y="0"/>
                  </a:moveTo>
                  <a:cubicBezTo>
                    <a:pt x="0" y="2414"/>
                    <a:pt x="1702" y="6443"/>
                    <a:pt x="1702" y="6443"/>
                  </a:cubicBezTo>
                  <a:cubicBezTo>
                    <a:pt x="1702" y="6443"/>
                    <a:pt x="135" y="11165"/>
                    <a:pt x="837" y="12444"/>
                  </a:cubicBezTo>
                  <a:cubicBezTo>
                    <a:pt x="895" y="12549"/>
                    <a:pt x="1010" y="12617"/>
                    <a:pt x="1135" y="12617"/>
                  </a:cubicBezTo>
                  <a:lnTo>
                    <a:pt x="2087" y="12617"/>
                  </a:lnTo>
                  <a:lnTo>
                    <a:pt x="2087" y="0"/>
                  </a:lnTo>
                  <a:close/>
                </a:path>
              </a:pathLst>
            </a:custGeom>
            <a:solidFill>
              <a:srgbClr val="7084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646" name="Google Shape;17646;p45"/>
            <p:cNvSpPr/>
            <p:nvPr/>
          </p:nvSpPr>
          <p:spPr>
            <a:xfrm>
              <a:off x="6803519" y="2918521"/>
              <a:ext cx="140750" cy="329714"/>
            </a:xfrm>
            <a:custGeom>
              <a:rect b="b" l="l" r="r" t="t"/>
              <a:pathLst>
                <a:path extrusionOk="0" h="12617" w="5386">
                  <a:moveTo>
                    <a:pt x="1222" y="0"/>
                  </a:moveTo>
                  <a:cubicBezTo>
                    <a:pt x="0" y="2328"/>
                    <a:pt x="4558" y="6443"/>
                    <a:pt x="4558" y="6443"/>
                  </a:cubicBezTo>
                  <a:cubicBezTo>
                    <a:pt x="4558" y="6443"/>
                    <a:pt x="2827" y="11155"/>
                    <a:pt x="3529" y="12434"/>
                  </a:cubicBezTo>
                  <a:cubicBezTo>
                    <a:pt x="3587" y="12549"/>
                    <a:pt x="3703" y="12617"/>
                    <a:pt x="3828" y="12617"/>
                  </a:cubicBezTo>
                  <a:lnTo>
                    <a:pt x="4828" y="12617"/>
                  </a:lnTo>
                  <a:cubicBezTo>
                    <a:pt x="4703" y="12617"/>
                    <a:pt x="4587" y="12549"/>
                    <a:pt x="4520" y="12434"/>
                  </a:cubicBezTo>
                  <a:cubicBezTo>
                    <a:pt x="3828" y="11165"/>
                    <a:pt x="5385" y="6443"/>
                    <a:pt x="5385" y="6443"/>
                  </a:cubicBezTo>
                  <a:cubicBezTo>
                    <a:pt x="5385" y="6443"/>
                    <a:pt x="2510" y="3741"/>
                    <a:pt x="2202" y="0"/>
                  </a:cubicBezTo>
                  <a:close/>
                </a:path>
              </a:pathLst>
            </a:custGeom>
            <a:solidFill>
              <a:srgbClr val="7084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647" name="Google Shape;17647;p45"/>
            <p:cNvSpPr/>
            <p:nvPr/>
          </p:nvSpPr>
          <p:spPr>
            <a:xfrm>
              <a:off x="6913328" y="3080359"/>
              <a:ext cx="46777" cy="21638"/>
            </a:xfrm>
            <a:custGeom>
              <a:rect b="b" l="l" r="r" t="t"/>
              <a:pathLst>
                <a:path extrusionOk="0" h="828" w="1790">
                  <a:moveTo>
                    <a:pt x="203" y="0"/>
                  </a:moveTo>
                  <a:cubicBezTo>
                    <a:pt x="87" y="0"/>
                    <a:pt x="1" y="87"/>
                    <a:pt x="1" y="202"/>
                  </a:cubicBezTo>
                  <a:lnTo>
                    <a:pt x="1" y="625"/>
                  </a:lnTo>
                  <a:cubicBezTo>
                    <a:pt x="1" y="741"/>
                    <a:pt x="87" y="827"/>
                    <a:pt x="203" y="827"/>
                  </a:cubicBezTo>
                  <a:lnTo>
                    <a:pt x="1587" y="827"/>
                  </a:lnTo>
                  <a:cubicBezTo>
                    <a:pt x="1693" y="827"/>
                    <a:pt x="1789" y="741"/>
                    <a:pt x="1789" y="625"/>
                  </a:cubicBezTo>
                  <a:lnTo>
                    <a:pt x="1789" y="202"/>
                  </a:lnTo>
                  <a:cubicBezTo>
                    <a:pt x="1789" y="87"/>
                    <a:pt x="1693" y="0"/>
                    <a:pt x="1587" y="0"/>
                  </a:cubicBezTo>
                  <a:close/>
                </a:path>
              </a:pathLst>
            </a:custGeom>
            <a:solidFill>
              <a:srgbClr val="CDD8D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648" name="Google Shape;17648;p45"/>
            <p:cNvSpPr/>
            <p:nvPr/>
          </p:nvSpPr>
          <p:spPr>
            <a:xfrm>
              <a:off x="6913328" y="3085873"/>
              <a:ext cx="46777" cy="16124"/>
            </a:xfrm>
            <a:custGeom>
              <a:rect b="b" l="l" r="r" t="t"/>
              <a:pathLst>
                <a:path extrusionOk="0" h="617" w="1790">
                  <a:moveTo>
                    <a:pt x="1" y="1"/>
                  </a:moveTo>
                  <a:lnTo>
                    <a:pt x="1" y="414"/>
                  </a:lnTo>
                  <a:cubicBezTo>
                    <a:pt x="1" y="520"/>
                    <a:pt x="97" y="616"/>
                    <a:pt x="203" y="616"/>
                  </a:cubicBezTo>
                  <a:lnTo>
                    <a:pt x="1587" y="616"/>
                  </a:lnTo>
                  <a:cubicBezTo>
                    <a:pt x="1693" y="616"/>
                    <a:pt x="1789" y="520"/>
                    <a:pt x="1789" y="414"/>
                  </a:cubicBezTo>
                  <a:lnTo>
                    <a:pt x="1789" y="1"/>
                  </a:lnTo>
                  <a:cubicBezTo>
                    <a:pt x="1789" y="107"/>
                    <a:pt x="1693" y="203"/>
                    <a:pt x="1587" y="203"/>
                  </a:cubicBezTo>
                  <a:lnTo>
                    <a:pt x="203" y="203"/>
                  </a:lnTo>
                  <a:cubicBezTo>
                    <a:pt x="97" y="203"/>
                    <a:pt x="1" y="107"/>
                    <a:pt x="1" y="1"/>
                  </a:cubicBezTo>
                  <a:close/>
                </a:path>
              </a:pathLst>
            </a:custGeom>
            <a:solidFill>
              <a:srgbClr val="BFCCD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649" name="Google Shape;17649;p45"/>
            <p:cNvSpPr/>
            <p:nvPr/>
          </p:nvSpPr>
          <p:spPr>
            <a:xfrm>
              <a:off x="6881420" y="3101971"/>
              <a:ext cx="58066" cy="146264"/>
            </a:xfrm>
            <a:custGeom>
              <a:rect b="b" l="l" r="r" t="t"/>
              <a:pathLst>
                <a:path extrusionOk="0" h="5597" w="2222">
                  <a:moveTo>
                    <a:pt x="1385" y="0"/>
                  </a:moveTo>
                  <a:cubicBezTo>
                    <a:pt x="943" y="1298"/>
                    <a:pt x="0" y="4424"/>
                    <a:pt x="548" y="5424"/>
                  </a:cubicBezTo>
                  <a:cubicBezTo>
                    <a:pt x="606" y="5529"/>
                    <a:pt x="722" y="5597"/>
                    <a:pt x="847" y="5597"/>
                  </a:cubicBezTo>
                  <a:lnTo>
                    <a:pt x="1837" y="5597"/>
                  </a:lnTo>
                  <a:cubicBezTo>
                    <a:pt x="1712" y="5597"/>
                    <a:pt x="1597" y="5529"/>
                    <a:pt x="1539" y="5424"/>
                  </a:cubicBezTo>
                  <a:cubicBezTo>
                    <a:pt x="991" y="4414"/>
                    <a:pt x="1837" y="1298"/>
                    <a:pt x="2222" y="0"/>
                  </a:cubicBezTo>
                  <a:close/>
                </a:path>
              </a:pathLst>
            </a:custGeom>
            <a:solidFill>
              <a:srgbClr val="4C657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650" name="Google Shape;17650;p45"/>
            <p:cNvSpPr/>
            <p:nvPr/>
          </p:nvSpPr>
          <p:spPr>
            <a:xfrm>
              <a:off x="6599476" y="3085873"/>
              <a:ext cx="46516" cy="16124"/>
            </a:xfrm>
            <a:custGeom>
              <a:rect b="b" l="l" r="r" t="t"/>
              <a:pathLst>
                <a:path extrusionOk="0" h="617" w="1780">
                  <a:moveTo>
                    <a:pt x="0" y="1"/>
                  </a:moveTo>
                  <a:lnTo>
                    <a:pt x="0" y="414"/>
                  </a:lnTo>
                  <a:cubicBezTo>
                    <a:pt x="0" y="520"/>
                    <a:pt x="87" y="616"/>
                    <a:pt x="192" y="616"/>
                  </a:cubicBezTo>
                  <a:lnTo>
                    <a:pt x="1577" y="616"/>
                  </a:lnTo>
                  <a:cubicBezTo>
                    <a:pt x="1693" y="616"/>
                    <a:pt x="1779" y="520"/>
                    <a:pt x="1779" y="414"/>
                  </a:cubicBezTo>
                  <a:lnTo>
                    <a:pt x="1779" y="1"/>
                  </a:lnTo>
                  <a:cubicBezTo>
                    <a:pt x="1779" y="107"/>
                    <a:pt x="1693" y="203"/>
                    <a:pt x="1577" y="203"/>
                  </a:cubicBezTo>
                  <a:lnTo>
                    <a:pt x="192" y="203"/>
                  </a:lnTo>
                  <a:cubicBezTo>
                    <a:pt x="87" y="203"/>
                    <a:pt x="0" y="107"/>
                    <a:pt x="0" y="1"/>
                  </a:cubicBezTo>
                  <a:close/>
                </a:path>
              </a:pathLst>
            </a:custGeom>
            <a:solidFill>
              <a:srgbClr val="BFCCD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651" name="Google Shape;17651;p45"/>
            <p:cNvSpPr/>
            <p:nvPr/>
          </p:nvSpPr>
          <p:spPr>
            <a:xfrm>
              <a:off x="6619834" y="3101971"/>
              <a:ext cx="58302" cy="146264"/>
            </a:xfrm>
            <a:custGeom>
              <a:rect b="b" l="l" r="r" t="t"/>
              <a:pathLst>
                <a:path extrusionOk="0" h="5597" w="2231">
                  <a:moveTo>
                    <a:pt x="0" y="0"/>
                  </a:moveTo>
                  <a:cubicBezTo>
                    <a:pt x="394" y="1298"/>
                    <a:pt x="1231" y="4424"/>
                    <a:pt x="683" y="5424"/>
                  </a:cubicBezTo>
                  <a:cubicBezTo>
                    <a:pt x="625" y="5529"/>
                    <a:pt x="510" y="5597"/>
                    <a:pt x="385" y="5597"/>
                  </a:cubicBezTo>
                  <a:lnTo>
                    <a:pt x="1375" y="5597"/>
                  </a:lnTo>
                  <a:cubicBezTo>
                    <a:pt x="1500" y="5597"/>
                    <a:pt x="1616" y="5529"/>
                    <a:pt x="1673" y="5424"/>
                  </a:cubicBezTo>
                  <a:cubicBezTo>
                    <a:pt x="2231" y="4414"/>
                    <a:pt x="1279" y="1298"/>
                    <a:pt x="846" y="0"/>
                  </a:cubicBezTo>
                  <a:close/>
                </a:path>
              </a:pathLst>
            </a:custGeom>
            <a:solidFill>
              <a:srgbClr val="4C657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652" name="Google Shape;17652;p45"/>
            <p:cNvSpPr/>
            <p:nvPr/>
          </p:nvSpPr>
          <p:spPr>
            <a:xfrm>
              <a:off x="6604990" y="2918521"/>
              <a:ext cx="349313" cy="53807"/>
            </a:xfrm>
            <a:custGeom>
              <a:rect b="b" l="l" r="r" t="t"/>
              <a:pathLst>
                <a:path extrusionOk="0" h="2059" w="13367">
                  <a:moveTo>
                    <a:pt x="1" y="0"/>
                  </a:moveTo>
                  <a:cubicBezTo>
                    <a:pt x="1" y="933"/>
                    <a:pt x="3001" y="2058"/>
                    <a:pt x="6684" y="2058"/>
                  </a:cubicBezTo>
                  <a:cubicBezTo>
                    <a:pt x="10376" y="2058"/>
                    <a:pt x="13367" y="933"/>
                    <a:pt x="13367" y="0"/>
                  </a:cubicBezTo>
                  <a:close/>
                </a:path>
              </a:pathLst>
            </a:custGeom>
            <a:solidFill>
              <a:srgbClr val="4C657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653" name="Google Shape;17653;p45"/>
            <p:cNvSpPr/>
            <p:nvPr/>
          </p:nvSpPr>
          <p:spPr>
            <a:xfrm>
              <a:off x="6717073" y="3195447"/>
              <a:ext cx="62849" cy="52788"/>
            </a:xfrm>
            <a:custGeom>
              <a:rect b="b" l="l" r="r" t="t"/>
              <a:pathLst>
                <a:path extrusionOk="0" h="2020" w="2405">
                  <a:moveTo>
                    <a:pt x="1758" y="0"/>
                  </a:moveTo>
                  <a:cubicBezTo>
                    <a:pt x="1752" y="0"/>
                    <a:pt x="1747" y="0"/>
                    <a:pt x="1741" y="0"/>
                  </a:cubicBezTo>
                  <a:lnTo>
                    <a:pt x="654" y="0"/>
                  </a:lnTo>
                  <a:cubicBezTo>
                    <a:pt x="289" y="0"/>
                    <a:pt x="0" y="289"/>
                    <a:pt x="0" y="654"/>
                  </a:cubicBezTo>
                  <a:lnTo>
                    <a:pt x="0" y="2020"/>
                  </a:lnTo>
                  <a:lnTo>
                    <a:pt x="2404" y="2020"/>
                  </a:lnTo>
                  <a:lnTo>
                    <a:pt x="2404" y="654"/>
                  </a:lnTo>
                  <a:cubicBezTo>
                    <a:pt x="2404" y="295"/>
                    <a:pt x="2116" y="0"/>
                    <a:pt x="1758" y="0"/>
                  </a:cubicBezTo>
                  <a:close/>
                </a:path>
              </a:pathLst>
            </a:custGeom>
            <a:solidFill>
              <a:srgbClr val="4C657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654" name="Google Shape;17654;p45"/>
            <p:cNvSpPr/>
            <p:nvPr/>
          </p:nvSpPr>
          <p:spPr>
            <a:xfrm>
              <a:off x="6654250" y="3195447"/>
              <a:ext cx="62849" cy="52788"/>
            </a:xfrm>
            <a:custGeom>
              <a:rect b="b" l="l" r="r" t="t"/>
              <a:pathLst>
                <a:path extrusionOk="0" h="2020" w="2405">
                  <a:moveTo>
                    <a:pt x="1758" y="0"/>
                  </a:moveTo>
                  <a:cubicBezTo>
                    <a:pt x="1752" y="0"/>
                    <a:pt x="1747" y="0"/>
                    <a:pt x="1741" y="0"/>
                  </a:cubicBezTo>
                  <a:lnTo>
                    <a:pt x="654" y="0"/>
                  </a:lnTo>
                  <a:cubicBezTo>
                    <a:pt x="289" y="0"/>
                    <a:pt x="0" y="289"/>
                    <a:pt x="0" y="654"/>
                  </a:cubicBezTo>
                  <a:lnTo>
                    <a:pt x="0" y="2020"/>
                  </a:lnTo>
                  <a:lnTo>
                    <a:pt x="2404" y="2020"/>
                  </a:lnTo>
                  <a:lnTo>
                    <a:pt x="2404" y="654"/>
                  </a:lnTo>
                  <a:cubicBezTo>
                    <a:pt x="2404" y="295"/>
                    <a:pt x="2116" y="0"/>
                    <a:pt x="1758" y="0"/>
                  </a:cubicBezTo>
                  <a:close/>
                </a:path>
              </a:pathLst>
            </a:custGeom>
            <a:solidFill>
              <a:srgbClr val="4C657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655" name="Google Shape;17655;p45"/>
            <p:cNvSpPr/>
            <p:nvPr/>
          </p:nvSpPr>
          <p:spPr>
            <a:xfrm>
              <a:off x="6669825" y="3195447"/>
              <a:ext cx="47274" cy="52552"/>
            </a:xfrm>
            <a:custGeom>
              <a:rect b="b" l="l" r="r" t="t"/>
              <a:pathLst>
                <a:path extrusionOk="0" h="2011" w="1809">
                  <a:moveTo>
                    <a:pt x="1" y="0"/>
                  </a:moveTo>
                  <a:cubicBezTo>
                    <a:pt x="337" y="29"/>
                    <a:pt x="606" y="318"/>
                    <a:pt x="606" y="654"/>
                  </a:cubicBezTo>
                  <a:lnTo>
                    <a:pt x="606" y="2010"/>
                  </a:lnTo>
                  <a:lnTo>
                    <a:pt x="1808" y="2010"/>
                  </a:lnTo>
                  <a:lnTo>
                    <a:pt x="1808" y="654"/>
                  </a:lnTo>
                  <a:cubicBezTo>
                    <a:pt x="1808" y="289"/>
                    <a:pt x="1510" y="0"/>
                    <a:pt x="1145" y="0"/>
                  </a:cubicBezTo>
                  <a:close/>
                </a:path>
              </a:pathLst>
            </a:custGeom>
            <a:solidFill>
              <a:srgbClr val="47607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656" name="Google Shape;17656;p45"/>
            <p:cNvSpPr/>
            <p:nvPr/>
          </p:nvSpPr>
          <p:spPr>
            <a:xfrm>
              <a:off x="6732648" y="3195447"/>
              <a:ext cx="47274" cy="52552"/>
            </a:xfrm>
            <a:custGeom>
              <a:rect b="b" l="l" r="r" t="t"/>
              <a:pathLst>
                <a:path extrusionOk="0" h="2011" w="1809">
                  <a:moveTo>
                    <a:pt x="1" y="0"/>
                  </a:moveTo>
                  <a:cubicBezTo>
                    <a:pt x="337" y="29"/>
                    <a:pt x="606" y="318"/>
                    <a:pt x="606" y="654"/>
                  </a:cubicBezTo>
                  <a:lnTo>
                    <a:pt x="606" y="2010"/>
                  </a:lnTo>
                  <a:lnTo>
                    <a:pt x="1808" y="2010"/>
                  </a:lnTo>
                  <a:lnTo>
                    <a:pt x="1808" y="654"/>
                  </a:lnTo>
                  <a:cubicBezTo>
                    <a:pt x="1808" y="289"/>
                    <a:pt x="1510" y="0"/>
                    <a:pt x="1145" y="0"/>
                  </a:cubicBezTo>
                  <a:close/>
                </a:path>
              </a:pathLst>
            </a:custGeom>
            <a:solidFill>
              <a:srgbClr val="47607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657" name="Google Shape;17657;p45"/>
            <p:cNvSpPr/>
            <p:nvPr/>
          </p:nvSpPr>
          <p:spPr>
            <a:xfrm>
              <a:off x="6779634" y="3195447"/>
              <a:ext cx="62849" cy="52788"/>
            </a:xfrm>
            <a:custGeom>
              <a:rect b="b" l="l" r="r" t="t"/>
              <a:pathLst>
                <a:path extrusionOk="0" h="2020" w="2405">
                  <a:moveTo>
                    <a:pt x="1759" y="0"/>
                  </a:moveTo>
                  <a:cubicBezTo>
                    <a:pt x="1753" y="0"/>
                    <a:pt x="1747" y="0"/>
                    <a:pt x="1741" y="0"/>
                  </a:cubicBezTo>
                  <a:lnTo>
                    <a:pt x="655" y="0"/>
                  </a:lnTo>
                  <a:cubicBezTo>
                    <a:pt x="289" y="0"/>
                    <a:pt x="1" y="289"/>
                    <a:pt x="1" y="654"/>
                  </a:cubicBezTo>
                  <a:lnTo>
                    <a:pt x="1" y="2020"/>
                  </a:lnTo>
                  <a:lnTo>
                    <a:pt x="2405" y="2020"/>
                  </a:lnTo>
                  <a:lnTo>
                    <a:pt x="2405" y="654"/>
                  </a:lnTo>
                  <a:cubicBezTo>
                    <a:pt x="2405" y="295"/>
                    <a:pt x="2116" y="0"/>
                    <a:pt x="1759" y="0"/>
                  </a:cubicBezTo>
                  <a:close/>
                </a:path>
              </a:pathLst>
            </a:custGeom>
            <a:solidFill>
              <a:srgbClr val="4C657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658" name="Google Shape;17658;p45"/>
            <p:cNvSpPr/>
            <p:nvPr/>
          </p:nvSpPr>
          <p:spPr>
            <a:xfrm>
              <a:off x="6842221" y="3195447"/>
              <a:ext cx="62849" cy="52788"/>
            </a:xfrm>
            <a:custGeom>
              <a:rect b="b" l="l" r="r" t="t"/>
              <a:pathLst>
                <a:path extrusionOk="0" h="2020" w="2405">
                  <a:moveTo>
                    <a:pt x="1758" y="0"/>
                  </a:moveTo>
                  <a:cubicBezTo>
                    <a:pt x="1752" y="0"/>
                    <a:pt x="1746" y="0"/>
                    <a:pt x="1741" y="0"/>
                  </a:cubicBezTo>
                  <a:lnTo>
                    <a:pt x="664" y="0"/>
                  </a:lnTo>
                  <a:cubicBezTo>
                    <a:pt x="298" y="0"/>
                    <a:pt x="0" y="289"/>
                    <a:pt x="0" y="654"/>
                  </a:cubicBezTo>
                  <a:lnTo>
                    <a:pt x="0" y="2020"/>
                  </a:lnTo>
                  <a:lnTo>
                    <a:pt x="2404" y="2020"/>
                  </a:lnTo>
                  <a:lnTo>
                    <a:pt x="2404" y="654"/>
                  </a:lnTo>
                  <a:cubicBezTo>
                    <a:pt x="2404" y="295"/>
                    <a:pt x="2115" y="0"/>
                    <a:pt x="1758" y="0"/>
                  </a:cubicBezTo>
                  <a:close/>
                </a:path>
              </a:pathLst>
            </a:custGeom>
            <a:solidFill>
              <a:srgbClr val="4C657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659" name="Google Shape;17659;p45"/>
            <p:cNvSpPr/>
            <p:nvPr/>
          </p:nvSpPr>
          <p:spPr>
            <a:xfrm>
              <a:off x="6795235" y="3195447"/>
              <a:ext cx="47248" cy="52552"/>
            </a:xfrm>
            <a:custGeom>
              <a:rect b="b" l="l" r="r" t="t"/>
              <a:pathLst>
                <a:path extrusionOk="0" h="2011" w="1808">
                  <a:moveTo>
                    <a:pt x="0" y="0"/>
                  </a:moveTo>
                  <a:cubicBezTo>
                    <a:pt x="337" y="29"/>
                    <a:pt x="606" y="318"/>
                    <a:pt x="606" y="654"/>
                  </a:cubicBezTo>
                  <a:lnTo>
                    <a:pt x="606" y="2010"/>
                  </a:lnTo>
                  <a:lnTo>
                    <a:pt x="1808" y="2010"/>
                  </a:lnTo>
                  <a:lnTo>
                    <a:pt x="1808" y="654"/>
                  </a:lnTo>
                  <a:cubicBezTo>
                    <a:pt x="1808" y="289"/>
                    <a:pt x="1510" y="0"/>
                    <a:pt x="1144" y="0"/>
                  </a:cubicBezTo>
                  <a:close/>
                </a:path>
              </a:pathLst>
            </a:custGeom>
            <a:solidFill>
              <a:srgbClr val="47607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660" name="Google Shape;17660;p45"/>
            <p:cNvSpPr/>
            <p:nvPr/>
          </p:nvSpPr>
          <p:spPr>
            <a:xfrm>
              <a:off x="6858057" y="3195447"/>
              <a:ext cx="47012" cy="52552"/>
            </a:xfrm>
            <a:custGeom>
              <a:rect b="b" l="l" r="r" t="t"/>
              <a:pathLst>
                <a:path extrusionOk="0" h="2011" w="1799">
                  <a:moveTo>
                    <a:pt x="0" y="0"/>
                  </a:moveTo>
                  <a:cubicBezTo>
                    <a:pt x="337" y="29"/>
                    <a:pt x="596" y="318"/>
                    <a:pt x="596" y="654"/>
                  </a:cubicBezTo>
                  <a:lnTo>
                    <a:pt x="596" y="2010"/>
                  </a:lnTo>
                  <a:lnTo>
                    <a:pt x="1798" y="2010"/>
                  </a:lnTo>
                  <a:lnTo>
                    <a:pt x="1798" y="654"/>
                  </a:lnTo>
                  <a:cubicBezTo>
                    <a:pt x="1798" y="289"/>
                    <a:pt x="1500" y="0"/>
                    <a:pt x="1135" y="0"/>
                  </a:cubicBezTo>
                  <a:close/>
                </a:path>
              </a:pathLst>
            </a:custGeom>
            <a:solidFill>
              <a:srgbClr val="47607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7661" name="Google Shape;17661;p45"/>
          <p:cNvGrpSpPr/>
          <p:nvPr/>
        </p:nvGrpSpPr>
        <p:grpSpPr>
          <a:xfrm>
            <a:off x="5290499" y="2296886"/>
            <a:ext cx="360628" cy="247293"/>
            <a:chOff x="5290499" y="2481533"/>
            <a:chExt cx="360628" cy="247293"/>
          </a:xfrm>
        </p:grpSpPr>
        <p:sp>
          <p:nvSpPr>
            <p:cNvPr id="17662" name="Google Shape;17662;p45"/>
            <p:cNvSpPr/>
            <p:nvPr/>
          </p:nvSpPr>
          <p:spPr>
            <a:xfrm>
              <a:off x="5540013" y="2624008"/>
              <a:ext cx="76673" cy="48763"/>
            </a:xfrm>
            <a:custGeom>
              <a:rect b="b" l="l" r="r" t="t"/>
              <a:pathLst>
                <a:path extrusionOk="0" h="1866" w="2934">
                  <a:moveTo>
                    <a:pt x="1" y="0"/>
                  </a:moveTo>
                  <a:lnTo>
                    <a:pt x="1" y="1866"/>
                  </a:lnTo>
                  <a:lnTo>
                    <a:pt x="2934" y="1866"/>
                  </a:lnTo>
                  <a:lnTo>
                    <a:pt x="2934" y="0"/>
                  </a:lnTo>
                  <a:close/>
                </a:path>
              </a:pathLst>
            </a:custGeom>
            <a:solidFill>
              <a:srgbClr val="A9BBC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663" name="Google Shape;17663;p45"/>
            <p:cNvSpPr/>
            <p:nvPr/>
          </p:nvSpPr>
          <p:spPr>
            <a:xfrm>
              <a:off x="5540013" y="2648389"/>
              <a:ext cx="76673" cy="24382"/>
            </a:xfrm>
            <a:custGeom>
              <a:rect b="b" l="l" r="r" t="t"/>
              <a:pathLst>
                <a:path extrusionOk="0" h="933" w="2934">
                  <a:moveTo>
                    <a:pt x="1" y="0"/>
                  </a:moveTo>
                  <a:lnTo>
                    <a:pt x="1" y="933"/>
                  </a:lnTo>
                  <a:lnTo>
                    <a:pt x="2934" y="933"/>
                  </a:lnTo>
                  <a:lnTo>
                    <a:pt x="2934" y="0"/>
                  </a:lnTo>
                  <a:close/>
                </a:path>
              </a:pathLst>
            </a:custGeom>
            <a:solidFill>
              <a:srgbClr val="9BAFB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664" name="Google Shape;17664;p45"/>
            <p:cNvSpPr/>
            <p:nvPr/>
          </p:nvSpPr>
          <p:spPr>
            <a:xfrm>
              <a:off x="5597582" y="2591290"/>
              <a:ext cx="53545" cy="114121"/>
            </a:xfrm>
            <a:custGeom>
              <a:rect b="b" l="l" r="r" t="t"/>
              <a:pathLst>
                <a:path extrusionOk="0" h="4367" w="2049">
                  <a:moveTo>
                    <a:pt x="1827" y="1"/>
                  </a:moveTo>
                  <a:cubicBezTo>
                    <a:pt x="1805" y="1"/>
                    <a:pt x="1782" y="4"/>
                    <a:pt x="1760" y="12"/>
                  </a:cubicBezTo>
                  <a:lnTo>
                    <a:pt x="164" y="445"/>
                  </a:lnTo>
                  <a:cubicBezTo>
                    <a:pt x="67" y="474"/>
                    <a:pt x="0" y="560"/>
                    <a:pt x="0" y="666"/>
                  </a:cubicBezTo>
                  <a:lnTo>
                    <a:pt x="0" y="3705"/>
                  </a:lnTo>
                  <a:cubicBezTo>
                    <a:pt x="0" y="3801"/>
                    <a:pt x="67" y="3887"/>
                    <a:pt x="164" y="3916"/>
                  </a:cubicBezTo>
                  <a:lnTo>
                    <a:pt x="1760" y="4358"/>
                  </a:lnTo>
                  <a:cubicBezTo>
                    <a:pt x="1780" y="4364"/>
                    <a:pt x="1800" y="4366"/>
                    <a:pt x="1819" y="4366"/>
                  </a:cubicBezTo>
                  <a:cubicBezTo>
                    <a:pt x="1939" y="4366"/>
                    <a:pt x="2040" y="4270"/>
                    <a:pt x="2048" y="4137"/>
                  </a:cubicBezTo>
                  <a:lnTo>
                    <a:pt x="2048" y="224"/>
                  </a:lnTo>
                  <a:cubicBezTo>
                    <a:pt x="2048" y="102"/>
                    <a:pt x="1946" y="1"/>
                    <a:pt x="1827" y="1"/>
                  </a:cubicBezTo>
                  <a:close/>
                </a:path>
              </a:pathLst>
            </a:custGeom>
            <a:solidFill>
              <a:srgbClr val="CDD8D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665" name="Google Shape;17665;p45"/>
            <p:cNvSpPr/>
            <p:nvPr/>
          </p:nvSpPr>
          <p:spPr>
            <a:xfrm>
              <a:off x="5317886" y="2567980"/>
              <a:ext cx="246037" cy="160584"/>
            </a:xfrm>
            <a:custGeom>
              <a:rect b="b" l="l" r="r" t="t"/>
              <a:pathLst>
                <a:path extrusionOk="0" h="6145" w="9415">
                  <a:moveTo>
                    <a:pt x="318" y="0"/>
                  </a:moveTo>
                  <a:cubicBezTo>
                    <a:pt x="145" y="0"/>
                    <a:pt x="0" y="144"/>
                    <a:pt x="0" y="317"/>
                  </a:cubicBezTo>
                  <a:lnTo>
                    <a:pt x="0" y="5827"/>
                  </a:lnTo>
                  <a:cubicBezTo>
                    <a:pt x="0" y="6001"/>
                    <a:pt x="145" y="6145"/>
                    <a:pt x="318" y="6145"/>
                  </a:cubicBezTo>
                  <a:lnTo>
                    <a:pt x="9097" y="6145"/>
                  </a:lnTo>
                  <a:cubicBezTo>
                    <a:pt x="9270" y="6145"/>
                    <a:pt x="9414" y="6001"/>
                    <a:pt x="9414" y="5827"/>
                  </a:cubicBezTo>
                  <a:lnTo>
                    <a:pt x="9414" y="317"/>
                  </a:lnTo>
                  <a:cubicBezTo>
                    <a:pt x="9414" y="144"/>
                    <a:pt x="9270" y="0"/>
                    <a:pt x="9097" y="0"/>
                  </a:cubicBezTo>
                  <a:close/>
                </a:path>
              </a:pathLst>
            </a:custGeom>
            <a:solidFill>
              <a:srgbClr val="41586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666" name="Google Shape;17666;p45"/>
            <p:cNvSpPr/>
            <p:nvPr/>
          </p:nvSpPr>
          <p:spPr>
            <a:xfrm>
              <a:off x="5317886" y="2567980"/>
              <a:ext cx="246037" cy="160846"/>
            </a:xfrm>
            <a:custGeom>
              <a:rect b="b" l="l" r="r" t="t"/>
              <a:pathLst>
                <a:path extrusionOk="0" h="6155" w="9415">
                  <a:moveTo>
                    <a:pt x="7645" y="0"/>
                  </a:moveTo>
                  <a:cubicBezTo>
                    <a:pt x="7818" y="0"/>
                    <a:pt x="7962" y="144"/>
                    <a:pt x="7962" y="317"/>
                  </a:cubicBezTo>
                  <a:lnTo>
                    <a:pt x="7962" y="5308"/>
                  </a:lnTo>
                  <a:cubicBezTo>
                    <a:pt x="7962" y="5539"/>
                    <a:pt x="7770" y="5731"/>
                    <a:pt x="7530" y="5731"/>
                  </a:cubicBezTo>
                  <a:lnTo>
                    <a:pt x="308" y="5731"/>
                  </a:lnTo>
                  <a:cubicBezTo>
                    <a:pt x="154" y="5731"/>
                    <a:pt x="29" y="5625"/>
                    <a:pt x="0" y="5472"/>
                  </a:cubicBezTo>
                  <a:lnTo>
                    <a:pt x="0" y="5837"/>
                  </a:lnTo>
                  <a:cubicBezTo>
                    <a:pt x="0" y="6010"/>
                    <a:pt x="145" y="6154"/>
                    <a:pt x="318" y="6154"/>
                  </a:cubicBezTo>
                  <a:lnTo>
                    <a:pt x="9088" y="6154"/>
                  </a:lnTo>
                  <a:cubicBezTo>
                    <a:pt x="9270" y="6154"/>
                    <a:pt x="9405" y="6010"/>
                    <a:pt x="9405" y="5837"/>
                  </a:cubicBezTo>
                  <a:lnTo>
                    <a:pt x="9405" y="317"/>
                  </a:lnTo>
                  <a:cubicBezTo>
                    <a:pt x="9405" y="308"/>
                    <a:pt x="9414" y="298"/>
                    <a:pt x="9414" y="289"/>
                  </a:cubicBezTo>
                  <a:cubicBezTo>
                    <a:pt x="9395" y="125"/>
                    <a:pt x="9261" y="0"/>
                    <a:pt x="9097" y="0"/>
                  </a:cubicBezTo>
                  <a:close/>
                </a:path>
              </a:pathLst>
            </a:custGeom>
            <a:solidFill>
              <a:srgbClr val="324B6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667" name="Google Shape;17667;p45"/>
            <p:cNvSpPr/>
            <p:nvPr/>
          </p:nvSpPr>
          <p:spPr>
            <a:xfrm>
              <a:off x="5290499" y="2481533"/>
              <a:ext cx="146760" cy="147021"/>
            </a:xfrm>
            <a:custGeom>
              <a:rect b="b" l="l" r="r" t="t"/>
              <a:pathLst>
                <a:path extrusionOk="0" h="5626" w="5616">
                  <a:moveTo>
                    <a:pt x="2808" y="0"/>
                  </a:moveTo>
                  <a:cubicBezTo>
                    <a:pt x="1250" y="0"/>
                    <a:pt x="0" y="1260"/>
                    <a:pt x="0" y="2818"/>
                  </a:cubicBezTo>
                  <a:cubicBezTo>
                    <a:pt x="0" y="4366"/>
                    <a:pt x="1250" y="5626"/>
                    <a:pt x="2808" y="5626"/>
                  </a:cubicBezTo>
                  <a:cubicBezTo>
                    <a:pt x="4356" y="5626"/>
                    <a:pt x="5616" y="4366"/>
                    <a:pt x="5616" y="2818"/>
                  </a:cubicBezTo>
                  <a:cubicBezTo>
                    <a:pt x="5616" y="1260"/>
                    <a:pt x="4356" y="0"/>
                    <a:pt x="2808" y="0"/>
                  </a:cubicBezTo>
                  <a:close/>
                </a:path>
              </a:pathLst>
            </a:custGeom>
            <a:solidFill>
              <a:srgbClr val="39516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668" name="Google Shape;17668;p45"/>
            <p:cNvSpPr/>
            <p:nvPr/>
          </p:nvSpPr>
          <p:spPr>
            <a:xfrm>
              <a:off x="5311850" y="2503145"/>
              <a:ext cx="132701" cy="125279"/>
            </a:xfrm>
            <a:custGeom>
              <a:rect b="b" l="l" r="r" t="t"/>
              <a:pathLst>
                <a:path extrusionOk="0" h="4794" w="5078">
                  <a:moveTo>
                    <a:pt x="3982" y="0"/>
                  </a:moveTo>
                  <a:lnTo>
                    <a:pt x="1" y="3972"/>
                  </a:lnTo>
                  <a:cubicBezTo>
                    <a:pt x="549" y="4520"/>
                    <a:pt x="1268" y="4794"/>
                    <a:pt x="1986" y="4794"/>
                  </a:cubicBezTo>
                  <a:cubicBezTo>
                    <a:pt x="2705" y="4794"/>
                    <a:pt x="3424" y="4520"/>
                    <a:pt x="3972" y="3972"/>
                  </a:cubicBezTo>
                  <a:cubicBezTo>
                    <a:pt x="5078" y="2875"/>
                    <a:pt x="5078" y="1096"/>
                    <a:pt x="3982" y="0"/>
                  </a:cubicBezTo>
                  <a:close/>
                </a:path>
              </a:pathLst>
            </a:custGeom>
            <a:solidFill>
              <a:srgbClr val="27415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669" name="Google Shape;17669;p45"/>
            <p:cNvSpPr/>
            <p:nvPr/>
          </p:nvSpPr>
          <p:spPr>
            <a:xfrm>
              <a:off x="5476693" y="2650401"/>
              <a:ext cx="53807" cy="53781"/>
            </a:xfrm>
            <a:custGeom>
              <a:rect b="b" l="l" r="r" t="t"/>
              <a:pathLst>
                <a:path extrusionOk="0" h="2058" w="2059">
                  <a:moveTo>
                    <a:pt x="97" y="0"/>
                  </a:moveTo>
                  <a:cubicBezTo>
                    <a:pt x="39" y="0"/>
                    <a:pt x="1" y="39"/>
                    <a:pt x="1" y="96"/>
                  </a:cubicBezTo>
                  <a:lnTo>
                    <a:pt x="1" y="1962"/>
                  </a:lnTo>
                  <a:cubicBezTo>
                    <a:pt x="1" y="2010"/>
                    <a:pt x="39" y="2058"/>
                    <a:pt x="97" y="2058"/>
                  </a:cubicBezTo>
                  <a:lnTo>
                    <a:pt x="1962" y="2058"/>
                  </a:lnTo>
                  <a:cubicBezTo>
                    <a:pt x="2010" y="2058"/>
                    <a:pt x="2059" y="2010"/>
                    <a:pt x="2059" y="1962"/>
                  </a:cubicBezTo>
                  <a:lnTo>
                    <a:pt x="2059" y="96"/>
                  </a:lnTo>
                  <a:cubicBezTo>
                    <a:pt x="2059" y="39"/>
                    <a:pt x="2010" y="0"/>
                    <a:pt x="1962" y="0"/>
                  </a:cubicBezTo>
                  <a:close/>
                </a:path>
              </a:pathLst>
            </a:custGeom>
            <a:solidFill>
              <a:srgbClr val="A9BBC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670" name="Google Shape;17670;p45"/>
            <p:cNvSpPr/>
            <p:nvPr/>
          </p:nvSpPr>
          <p:spPr>
            <a:xfrm>
              <a:off x="5330953" y="2530401"/>
              <a:ext cx="57570" cy="49155"/>
            </a:xfrm>
            <a:custGeom>
              <a:rect b="b" l="l" r="r" t="t"/>
              <a:pathLst>
                <a:path extrusionOk="0" h="1881" w="2203">
                  <a:moveTo>
                    <a:pt x="1251" y="0"/>
                  </a:moveTo>
                  <a:cubicBezTo>
                    <a:pt x="1020" y="0"/>
                    <a:pt x="786" y="85"/>
                    <a:pt x="597" y="275"/>
                  </a:cubicBezTo>
                  <a:cubicBezTo>
                    <a:pt x="0" y="871"/>
                    <a:pt x="424" y="1880"/>
                    <a:pt x="1260" y="1880"/>
                  </a:cubicBezTo>
                  <a:cubicBezTo>
                    <a:pt x="1779" y="1880"/>
                    <a:pt x="2202" y="1467"/>
                    <a:pt x="2202" y="948"/>
                  </a:cubicBezTo>
                  <a:cubicBezTo>
                    <a:pt x="2202" y="375"/>
                    <a:pt x="1735" y="0"/>
                    <a:pt x="1251" y="0"/>
                  </a:cubicBezTo>
                  <a:close/>
                </a:path>
              </a:pathLst>
            </a:custGeom>
            <a:solidFill>
              <a:srgbClr val="CDD8D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671" name="Google Shape;17671;p45"/>
            <p:cNvSpPr/>
            <p:nvPr/>
          </p:nvSpPr>
          <p:spPr>
            <a:xfrm>
              <a:off x="5456598" y="2498624"/>
              <a:ext cx="112866" cy="112840"/>
            </a:xfrm>
            <a:custGeom>
              <a:rect b="b" l="l" r="r" t="t"/>
              <a:pathLst>
                <a:path extrusionOk="0" h="4318" w="4319">
                  <a:moveTo>
                    <a:pt x="2164" y="0"/>
                  </a:moveTo>
                  <a:cubicBezTo>
                    <a:pt x="972" y="0"/>
                    <a:pt x="0" y="971"/>
                    <a:pt x="0" y="2164"/>
                  </a:cubicBezTo>
                  <a:cubicBezTo>
                    <a:pt x="0" y="3356"/>
                    <a:pt x="972" y="4318"/>
                    <a:pt x="2164" y="4318"/>
                  </a:cubicBezTo>
                  <a:cubicBezTo>
                    <a:pt x="3356" y="4318"/>
                    <a:pt x="4318" y="3356"/>
                    <a:pt x="4318" y="2164"/>
                  </a:cubicBezTo>
                  <a:cubicBezTo>
                    <a:pt x="4318" y="971"/>
                    <a:pt x="3356" y="0"/>
                    <a:pt x="2164" y="0"/>
                  </a:cubicBezTo>
                  <a:close/>
                </a:path>
              </a:pathLst>
            </a:custGeom>
            <a:solidFill>
              <a:srgbClr val="39516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672" name="Google Shape;17672;p45"/>
            <p:cNvSpPr/>
            <p:nvPr/>
          </p:nvSpPr>
          <p:spPr>
            <a:xfrm>
              <a:off x="5473427" y="2515192"/>
              <a:ext cx="101551" cy="96272"/>
            </a:xfrm>
            <a:custGeom>
              <a:rect b="b" l="l" r="r" t="t"/>
              <a:pathLst>
                <a:path extrusionOk="0" h="3684" w="3886">
                  <a:moveTo>
                    <a:pt x="3049" y="1"/>
                  </a:moveTo>
                  <a:lnTo>
                    <a:pt x="1" y="3049"/>
                  </a:lnTo>
                  <a:cubicBezTo>
                    <a:pt x="419" y="3472"/>
                    <a:pt x="970" y="3684"/>
                    <a:pt x="1521" y="3684"/>
                  </a:cubicBezTo>
                  <a:cubicBezTo>
                    <a:pt x="2073" y="3684"/>
                    <a:pt x="2626" y="3472"/>
                    <a:pt x="3049" y="3049"/>
                  </a:cubicBezTo>
                  <a:cubicBezTo>
                    <a:pt x="3886" y="2203"/>
                    <a:pt x="3886" y="847"/>
                    <a:pt x="3049" y="1"/>
                  </a:cubicBezTo>
                  <a:close/>
                </a:path>
              </a:pathLst>
            </a:custGeom>
            <a:solidFill>
              <a:srgbClr val="27415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673" name="Google Shape;17673;p45"/>
            <p:cNvSpPr/>
            <p:nvPr/>
          </p:nvSpPr>
          <p:spPr>
            <a:xfrm>
              <a:off x="5493026" y="2539992"/>
              <a:ext cx="35200" cy="30261"/>
            </a:xfrm>
            <a:custGeom>
              <a:rect b="b" l="l" r="r" t="t"/>
              <a:pathLst>
                <a:path extrusionOk="0" h="1158" w="1347">
                  <a:moveTo>
                    <a:pt x="761" y="1"/>
                  </a:moveTo>
                  <a:cubicBezTo>
                    <a:pt x="619" y="1"/>
                    <a:pt x="474" y="52"/>
                    <a:pt x="357" y="167"/>
                  </a:cubicBezTo>
                  <a:cubicBezTo>
                    <a:pt x="1" y="533"/>
                    <a:pt x="251" y="1158"/>
                    <a:pt x="770" y="1158"/>
                  </a:cubicBezTo>
                  <a:cubicBezTo>
                    <a:pt x="1087" y="1148"/>
                    <a:pt x="1347" y="898"/>
                    <a:pt x="1347" y="581"/>
                  </a:cubicBezTo>
                  <a:cubicBezTo>
                    <a:pt x="1347" y="229"/>
                    <a:pt x="1060" y="1"/>
                    <a:pt x="761" y="1"/>
                  </a:cubicBezTo>
                  <a:close/>
                </a:path>
              </a:pathLst>
            </a:custGeom>
            <a:solidFill>
              <a:srgbClr val="CDD8D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674" name="Google Shape;17674;p45"/>
            <p:cNvSpPr/>
            <p:nvPr/>
          </p:nvSpPr>
          <p:spPr>
            <a:xfrm>
              <a:off x="5384890" y="2509782"/>
              <a:ext cx="26603" cy="22160"/>
            </a:xfrm>
            <a:custGeom>
              <a:rect b="b" l="l" r="r" t="t"/>
              <a:pathLst>
                <a:path extrusionOk="0" h="848" w="1018">
                  <a:moveTo>
                    <a:pt x="718" y="0"/>
                  </a:moveTo>
                  <a:cubicBezTo>
                    <a:pt x="669" y="0"/>
                    <a:pt x="618" y="19"/>
                    <a:pt x="571" y="63"/>
                  </a:cubicBezTo>
                  <a:lnTo>
                    <a:pt x="148" y="487"/>
                  </a:lnTo>
                  <a:cubicBezTo>
                    <a:pt x="0" y="642"/>
                    <a:pt x="136" y="848"/>
                    <a:pt x="299" y="848"/>
                  </a:cubicBezTo>
                  <a:cubicBezTo>
                    <a:pt x="348" y="848"/>
                    <a:pt x="399" y="829"/>
                    <a:pt x="446" y="785"/>
                  </a:cubicBezTo>
                  <a:lnTo>
                    <a:pt x="869" y="362"/>
                  </a:lnTo>
                  <a:cubicBezTo>
                    <a:pt x="1017" y="206"/>
                    <a:pt x="881" y="0"/>
                    <a:pt x="718" y="0"/>
                  </a:cubicBezTo>
                  <a:close/>
                </a:path>
              </a:pathLst>
            </a:custGeom>
            <a:solidFill>
              <a:srgbClr val="203B5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675" name="Google Shape;17675;p45"/>
            <p:cNvSpPr/>
            <p:nvPr/>
          </p:nvSpPr>
          <p:spPr>
            <a:xfrm>
              <a:off x="5316109" y="2578276"/>
              <a:ext cx="26760" cy="22134"/>
            </a:xfrm>
            <a:custGeom>
              <a:rect b="b" l="l" r="r" t="t"/>
              <a:pathLst>
                <a:path extrusionOk="0" h="847" w="1024">
                  <a:moveTo>
                    <a:pt x="724" y="0"/>
                  </a:moveTo>
                  <a:cubicBezTo>
                    <a:pt x="675" y="0"/>
                    <a:pt x="623" y="20"/>
                    <a:pt x="578" y="68"/>
                  </a:cubicBezTo>
                  <a:lnTo>
                    <a:pt x="155" y="491"/>
                  </a:lnTo>
                  <a:cubicBezTo>
                    <a:pt x="1" y="638"/>
                    <a:pt x="138" y="847"/>
                    <a:pt x="302" y="847"/>
                  </a:cubicBezTo>
                  <a:cubicBezTo>
                    <a:pt x="353" y="847"/>
                    <a:pt x="405" y="827"/>
                    <a:pt x="453" y="779"/>
                  </a:cubicBezTo>
                  <a:lnTo>
                    <a:pt x="876" y="356"/>
                  </a:lnTo>
                  <a:cubicBezTo>
                    <a:pt x="1023" y="209"/>
                    <a:pt x="884" y="0"/>
                    <a:pt x="724" y="0"/>
                  </a:cubicBezTo>
                  <a:close/>
                </a:path>
              </a:pathLst>
            </a:custGeom>
            <a:solidFill>
              <a:srgbClr val="203B5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676" name="Google Shape;17676;p45"/>
            <p:cNvSpPr/>
            <p:nvPr/>
          </p:nvSpPr>
          <p:spPr>
            <a:xfrm>
              <a:off x="5384916" y="2578276"/>
              <a:ext cx="26551" cy="22134"/>
            </a:xfrm>
            <a:custGeom>
              <a:rect b="b" l="l" r="r" t="t"/>
              <a:pathLst>
                <a:path extrusionOk="0" h="847" w="1016">
                  <a:moveTo>
                    <a:pt x="296" y="0"/>
                  </a:moveTo>
                  <a:cubicBezTo>
                    <a:pt x="134" y="0"/>
                    <a:pt x="0" y="209"/>
                    <a:pt x="147" y="356"/>
                  </a:cubicBezTo>
                  <a:lnTo>
                    <a:pt x="570" y="779"/>
                  </a:lnTo>
                  <a:cubicBezTo>
                    <a:pt x="618" y="827"/>
                    <a:pt x="670" y="847"/>
                    <a:pt x="720" y="847"/>
                  </a:cubicBezTo>
                  <a:cubicBezTo>
                    <a:pt x="881" y="847"/>
                    <a:pt x="1015" y="638"/>
                    <a:pt x="868" y="491"/>
                  </a:cubicBezTo>
                  <a:lnTo>
                    <a:pt x="445" y="68"/>
                  </a:lnTo>
                  <a:cubicBezTo>
                    <a:pt x="398" y="20"/>
                    <a:pt x="345" y="0"/>
                    <a:pt x="296" y="0"/>
                  </a:cubicBezTo>
                  <a:close/>
                </a:path>
              </a:pathLst>
            </a:custGeom>
            <a:solidFill>
              <a:srgbClr val="203B5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677" name="Google Shape;17677;p45"/>
            <p:cNvSpPr/>
            <p:nvPr/>
          </p:nvSpPr>
          <p:spPr>
            <a:xfrm>
              <a:off x="5316083" y="2509782"/>
              <a:ext cx="26786" cy="22160"/>
            </a:xfrm>
            <a:custGeom>
              <a:rect b="b" l="l" r="r" t="t"/>
              <a:pathLst>
                <a:path extrusionOk="0" h="848" w="1025">
                  <a:moveTo>
                    <a:pt x="306" y="0"/>
                  </a:moveTo>
                  <a:cubicBezTo>
                    <a:pt x="141" y="0"/>
                    <a:pt x="1" y="206"/>
                    <a:pt x="156" y="362"/>
                  </a:cubicBezTo>
                  <a:lnTo>
                    <a:pt x="579" y="785"/>
                  </a:lnTo>
                  <a:cubicBezTo>
                    <a:pt x="624" y="829"/>
                    <a:pt x="674" y="848"/>
                    <a:pt x="722" y="848"/>
                  </a:cubicBezTo>
                  <a:cubicBezTo>
                    <a:pt x="883" y="848"/>
                    <a:pt x="1025" y="642"/>
                    <a:pt x="877" y="487"/>
                  </a:cubicBezTo>
                  <a:lnTo>
                    <a:pt x="454" y="63"/>
                  </a:lnTo>
                  <a:cubicBezTo>
                    <a:pt x="407" y="19"/>
                    <a:pt x="355" y="0"/>
                    <a:pt x="306" y="0"/>
                  </a:cubicBezTo>
                  <a:close/>
                </a:path>
              </a:pathLst>
            </a:custGeom>
            <a:solidFill>
              <a:srgbClr val="203B5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678" name="Google Shape;17678;p45"/>
            <p:cNvSpPr/>
            <p:nvPr/>
          </p:nvSpPr>
          <p:spPr>
            <a:xfrm>
              <a:off x="5528802" y="2520340"/>
              <a:ext cx="21324" cy="17012"/>
            </a:xfrm>
            <a:custGeom>
              <a:rect b="b" l="l" r="r" t="t"/>
              <a:pathLst>
                <a:path extrusionOk="0" h="651" w="816">
                  <a:moveTo>
                    <a:pt x="515" y="0"/>
                  </a:moveTo>
                  <a:cubicBezTo>
                    <a:pt x="467" y="0"/>
                    <a:pt x="417" y="19"/>
                    <a:pt x="372" y="63"/>
                  </a:cubicBezTo>
                  <a:lnTo>
                    <a:pt x="141" y="294"/>
                  </a:lnTo>
                  <a:cubicBezTo>
                    <a:pt x="0" y="417"/>
                    <a:pt x="90" y="650"/>
                    <a:pt x="275" y="650"/>
                  </a:cubicBezTo>
                  <a:cubicBezTo>
                    <a:pt x="278" y="650"/>
                    <a:pt x="282" y="650"/>
                    <a:pt x="286" y="650"/>
                  </a:cubicBezTo>
                  <a:cubicBezTo>
                    <a:pt x="343" y="650"/>
                    <a:pt x="392" y="631"/>
                    <a:pt x="440" y="592"/>
                  </a:cubicBezTo>
                  <a:lnTo>
                    <a:pt x="661" y="361"/>
                  </a:lnTo>
                  <a:cubicBezTo>
                    <a:pt x="816" y="206"/>
                    <a:pt x="676" y="0"/>
                    <a:pt x="515" y="0"/>
                  </a:cubicBezTo>
                  <a:close/>
                </a:path>
              </a:pathLst>
            </a:custGeom>
            <a:solidFill>
              <a:srgbClr val="203B5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679" name="Google Shape;17679;p45"/>
            <p:cNvSpPr/>
            <p:nvPr/>
          </p:nvSpPr>
          <p:spPr>
            <a:xfrm>
              <a:off x="5476119" y="2572736"/>
              <a:ext cx="21533" cy="17117"/>
            </a:xfrm>
            <a:custGeom>
              <a:rect b="b" l="l" r="r" t="t"/>
              <a:pathLst>
                <a:path extrusionOk="0" h="655" w="824">
                  <a:moveTo>
                    <a:pt x="524" y="1"/>
                  </a:moveTo>
                  <a:cubicBezTo>
                    <a:pt x="475" y="1"/>
                    <a:pt x="424" y="21"/>
                    <a:pt x="379" y="68"/>
                  </a:cubicBezTo>
                  <a:lnTo>
                    <a:pt x="148" y="299"/>
                  </a:lnTo>
                  <a:cubicBezTo>
                    <a:pt x="1" y="446"/>
                    <a:pt x="135" y="655"/>
                    <a:pt x="296" y="655"/>
                  </a:cubicBezTo>
                  <a:cubicBezTo>
                    <a:pt x="346" y="655"/>
                    <a:pt x="398" y="635"/>
                    <a:pt x="446" y="587"/>
                  </a:cubicBezTo>
                  <a:lnTo>
                    <a:pt x="677" y="357"/>
                  </a:lnTo>
                  <a:cubicBezTo>
                    <a:pt x="824" y="210"/>
                    <a:pt x="684" y="1"/>
                    <a:pt x="524" y="1"/>
                  </a:cubicBezTo>
                  <a:close/>
                </a:path>
              </a:pathLst>
            </a:custGeom>
            <a:solidFill>
              <a:srgbClr val="203B5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680" name="Google Shape;17680;p45"/>
            <p:cNvSpPr/>
            <p:nvPr/>
          </p:nvSpPr>
          <p:spPr>
            <a:xfrm>
              <a:off x="5528462" y="2572736"/>
              <a:ext cx="21664" cy="17117"/>
            </a:xfrm>
            <a:custGeom>
              <a:rect b="b" l="l" r="r" t="t"/>
              <a:pathLst>
                <a:path extrusionOk="0" h="655" w="829">
                  <a:moveTo>
                    <a:pt x="302" y="1"/>
                  </a:moveTo>
                  <a:cubicBezTo>
                    <a:pt x="138" y="1"/>
                    <a:pt x="0" y="210"/>
                    <a:pt x="154" y="357"/>
                  </a:cubicBezTo>
                  <a:lnTo>
                    <a:pt x="385" y="587"/>
                  </a:lnTo>
                  <a:cubicBezTo>
                    <a:pt x="431" y="635"/>
                    <a:pt x="482" y="655"/>
                    <a:pt x="531" y="655"/>
                  </a:cubicBezTo>
                  <a:cubicBezTo>
                    <a:pt x="690" y="655"/>
                    <a:pt x="828" y="446"/>
                    <a:pt x="674" y="299"/>
                  </a:cubicBezTo>
                  <a:lnTo>
                    <a:pt x="453" y="68"/>
                  </a:lnTo>
                  <a:cubicBezTo>
                    <a:pt x="405" y="21"/>
                    <a:pt x="352" y="1"/>
                    <a:pt x="302" y="1"/>
                  </a:cubicBezTo>
                  <a:close/>
                </a:path>
              </a:pathLst>
            </a:custGeom>
            <a:solidFill>
              <a:srgbClr val="203B5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681" name="Google Shape;17681;p45"/>
            <p:cNvSpPr/>
            <p:nvPr/>
          </p:nvSpPr>
          <p:spPr>
            <a:xfrm>
              <a:off x="5476092" y="2520340"/>
              <a:ext cx="21612" cy="17117"/>
            </a:xfrm>
            <a:custGeom>
              <a:rect b="b" l="l" r="r" t="t"/>
              <a:pathLst>
                <a:path extrusionOk="0" h="655" w="827">
                  <a:moveTo>
                    <a:pt x="300" y="0"/>
                  </a:moveTo>
                  <a:cubicBezTo>
                    <a:pt x="137" y="0"/>
                    <a:pt x="1" y="206"/>
                    <a:pt x="149" y="361"/>
                  </a:cubicBezTo>
                  <a:lnTo>
                    <a:pt x="380" y="592"/>
                  </a:lnTo>
                  <a:cubicBezTo>
                    <a:pt x="425" y="636"/>
                    <a:pt x="476" y="654"/>
                    <a:pt x="524" y="654"/>
                  </a:cubicBezTo>
                  <a:cubicBezTo>
                    <a:pt x="688" y="654"/>
                    <a:pt x="826" y="443"/>
                    <a:pt x="678" y="294"/>
                  </a:cubicBezTo>
                  <a:lnTo>
                    <a:pt x="447" y="63"/>
                  </a:lnTo>
                  <a:cubicBezTo>
                    <a:pt x="400" y="19"/>
                    <a:pt x="349" y="0"/>
                    <a:pt x="300" y="0"/>
                  </a:cubicBezTo>
                  <a:close/>
                </a:path>
              </a:pathLst>
            </a:custGeom>
            <a:solidFill>
              <a:srgbClr val="203B5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682" name="Google Shape;17682;p45"/>
            <p:cNvSpPr/>
            <p:nvPr/>
          </p:nvSpPr>
          <p:spPr>
            <a:xfrm>
              <a:off x="5339994" y="2645123"/>
              <a:ext cx="104556" cy="10819"/>
            </a:xfrm>
            <a:custGeom>
              <a:rect b="b" l="l" r="r" t="t"/>
              <a:pathLst>
                <a:path extrusionOk="0" h="414" w="4001">
                  <a:moveTo>
                    <a:pt x="279" y="0"/>
                  </a:moveTo>
                  <a:cubicBezTo>
                    <a:pt x="1" y="0"/>
                    <a:pt x="1" y="414"/>
                    <a:pt x="279" y="414"/>
                  </a:cubicBezTo>
                  <a:lnTo>
                    <a:pt x="3722" y="414"/>
                  </a:lnTo>
                  <a:cubicBezTo>
                    <a:pt x="4001" y="414"/>
                    <a:pt x="4001" y="0"/>
                    <a:pt x="3722" y="0"/>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683" name="Google Shape;17683;p45"/>
            <p:cNvSpPr/>
            <p:nvPr/>
          </p:nvSpPr>
          <p:spPr>
            <a:xfrm>
              <a:off x="5339994" y="2698642"/>
              <a:ext cx="104556" cy="11080"/>
            </a:xfrm>
            <a:custGeom>
              <a:rect b="b" l="l" r="r" t="t"/>
              <a:pathLst>
                <a:path extrusionOk="0" h="424" w="4001">
                  <a:moveTo>
                    <a:pt x="279" y="0"/>
                  </a:moveTo>
                  <a:cubicBezTo>
                    <a:pt x="1" y="0"/>
                    <a:pt x="1" y="424"/>
                    <a:pt x="279" y="424"/>
                  </a:cubicBezTo>
                  <a:lnTo>
                    <a:pt x="3722" y="424"/>
                  </a:lnTo>
                  <a:cubicBezTo>
                    <a:pt x="4001" y="424"/>
                    <a:pt x="4001" y="0"/>
                    <a:pt x="3722" y="0"/>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684" name="Google Shape;17684;p45"/>
            <p:cNvSpPr/>
            <p:nvPr/>
          </p:nvSpPr>
          <p:spPr>
            <a:xfrm>
              <a:off x="5339994" y="2671752"/>
              <a:ext cx="104556" cy="11080"/>
            </a:xfrm>
            <a:custGeom>
              <a:rect b="b" l="l" r="r" t="t"/>
              <a:pathLst>
                <a:path extrusionOk="0" h="424" w="4001">
                  <a:moveTo>
                    <a:pt x="279" y="1"/>
                  </a:moveTo>
                  <a:cubicBezTo>
                    <a:pt x="1" y="1"/>
                    <a:pt x="1" y="424"/>
                    <a:pt x="279" y="424"/>
                  </a:cubicBezTo>
                  <a:lnTo>
                    <a:pt x="3722" y="424"/>
                  </a:lnTo>
                  <a:cubicBezTo>
                    <a:pt x="4001" y="424"/>
                    <a:pt x="4001" y="1"/>
                    <a:pt x="3722" y="1"/>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685" name="Google Shape;17685;p45"/>
            <p:cNvSpPr/>
            <p:nvPr/>
          </p:nvSpPr>
          <p:spPr>
            <a:xfrm>
              <a:off x="5503584" y="2650401"/>
              <a:ext cx="26916" cy="53781"/>
            </a:xfrm>
            <a:custGeom>
              <a:rect b="b" l="l" r="r" t="t"/>
              <a:pathLst>
                <a:path extrusionOk="0" h="2058" w="1030">
                  <a:moveTo>
                    <a:pt x="1" y="0"/>
                  </a:moveTo>
                  <a:lnTo>
                    <a:pt x="1" y="2058"/>
                  </a:lnTo>
                  <a:lnTo>
                    <a:pt x="933" y="2058"/>
                  </a:lnTo>
                  <a:cubicBezTo>
                    <a:pt x="981" y="2058"/>
                    <a:pt x="1030" y="2020"/>
                    <a:pt x="1030" y="1962"/>
                  </a:cubicBezTo>
                  <a:lnTo>
                    <a:pt x="1030" y="96"/>
                  </a:lnTo>
                  <a:cubicBezTo>
                    <a:pt x="1030" y="39"/>
                    <a:pt x="981" y="0"/>
                    <a:pt x="933" y="0"/>
                  </a:cubicBezTo>
                  <a:close/>
                </a:path>
              </a:pathLst>
            </a:custGeom>
            <a:solidFill>
              <a:srgbClr val="9BAFB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686" name="Google Shape;17686;p45"/>
            <p:cNvSpPr/>
            <p:nvPr/>
          </p:nvSpPr>
          <p:spPr>
            <a:xfrm>
              <a:off x="5597582" y="2648128"/>
              <a:ext cx="53545" cy="57282"/>
            </a:xfrm>
            <a:custGeom>
              <a:rect b="b" l="l" r="r" t="t"/>
              <a:pathLst>
                <a:path extrusionOk="0" h="2192" w="2049">
                  <a:moveTo>
                    <a:pt x="2048" y="1"/>
                  </a:moveTo>
                  <a:lnTo>
                    <a:pt x="0" y="10"/>
                  </a:lnTo>
                  <a:lnTo>
                    <a:pt x="0" y="1530"/>
                  </a:lnTo>
                  <a:cubicBezTo>
                    <a:pt x="0" y="1626"/>
                    <a:pt x="67" y="1712"/>
                    <a:pt x="164" y="1741"/>
                  </a:cubicBezTo>
                  <a:lnTo>
                    <a:pt x="1760" y="2183"/>
                  </a:lnTo>
                  <a:cubicBezTo>
                    <a:pt x="1780" y="2189"/>
                    <a:pt x="1800" y="2191"/>
                    <a:pt x="1820" y="2191"/>
                  </a:cubicBezTo>
                  <a:cubicBezTo>
                    <a:pt x="1942" y="2191"/>
                    <a:pt x="2048" y="2095"/>
                    <a:pt x="2048" y="1962"/>
                  </a:cubicBezTo>
                  <a:lnTo>
                    <a:pt x="2048" y="1"/>
                  </a:lnTo>
                  <a:close/>
                </a:path>
              </a:pathLst>
            </a:custGeom>
            <a:solidFill>
              <a:srgbClr val="BFCCD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687" name="Google Shape;17687;p45"/>
            <p:cNvSpPr/>
            <p:nvPr/>
          </p:nvSpPr>
          <p:spPr>
            <a:xfrm>
              <a:off x="5363879" y="2530532"/>
              <a:ext cx="23650" cy="49025"/>
            </a:xfrm>
            <a:custGeom>
              <a:rect b="b" l="l" r="r" t="t"/>
              <a:pathLst>
                <a:path extrusionOk="0" h="1876" w="905">
                  <a:moveTo>
                    <a:pt x="0" y="0"/>
                  </a:moveTo>
                  <a:lnTo>
                    <a:pt x="0" y="1875"/>
                  </a:lnTo>
                  <a:cubicBezTo>
                    <a:pt x="510" y="1856"/>
                    <a:pt x="904" y="1443"/>
                    <a:pt x="904" y="943"/>
                  </a:cubicBezTo>
                  <a:cubicBezTo>
                    <a:pt x="904" y="433"/>
                    <a:pt x="510" y="20"/>
                    <a:pt x="0" y="0"/>
                  </a:cubicBezTo>
                  <a:close/>
                </a:path>
              </a:pathLst>
            </a:custGeom>
            <a:solidFill>
              <a:srgbClr val="BFCCD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688" name="Google Shape;17688;p45"/>
            <p:cNvSpPr/>
            <p:nvPr/>
          </p:nvSpPr>
          <p:spPr>
            <a:xfrm>
              <a:off x="5513148" y="2540070"/>
              <a:ext cx="15078" cy="29948"/>
            </a:xfrm>
            <a:custGeom>
              <a:rect b="b" l="l" r="r" t="t"/>
              <a:pathLst>
                <a:path extrusionOk="0" h="1146" w="577">
                  <a:moveTo>
                    <a:pt x="0" y="1"/>
                  </a:moveTo>
                  <a:lnTo>
                    <a:pt x="0" y="1145"/>
                  </a:lnTo>
                  <a:cubicBezTo>
                    <a:pt x="317" y="1145"/>
                    <a:pt x="577" y="895"/>
                    <a:pt x="577" y="578"/>
                  </a:cubicBezTo>
                  <a:cubicBezTo>
                    <a:pt x="577" y="251"/>
                    <a:pt x="317" y="1"/>
                    <a:pt x="0" y="1"/>
                  </a:cubicBezTo>
                  <a:close/>
                </a:path>
              </a:pathLst>
            </a:custGeom>
            <a:solidFill>
              <a:srgbClr val="BFCCD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7689" name="Google Shape;17689;p45"/>
          <p:cNvGrpSpPr/>
          <p:nvPr/>
        </p:nvGrpSpPr>
        <p:grpSpPr>
          <a:xfrm>
            <a:off x="6201923" y="1796866"/>
            <a:ext cx="351325" cy="360576"/>
            <a:chOff x="6201923" y="1981514"/>
            <a:chExt cx="351325" cy="360576"/>
          </a:xfrm>
        </p:grpSpPr>
        <p:sp>
          <p:nvSpPr>
            <p:cNvPr id="17690" name="Google Shape;17690;p45"/>
            <p:cNvSpPr/>
            <p:nvPr/>
          </p:nvSpPr>
          <p:spPr>
            <a:xfrm>
              <a:off x="6201923" y="2195304"/>
              <a:ext cx="351325" cy="146786"/>
            </a:xfrm>
            <a:custGeom>
              <a:rect b="b" l="l" r="r" t="t"/>
              <a:pathLst>
                <a:path extrusionOk="0" h="5617" w="13444">
                  <a:moveTo>
                    <a:pt x="6732" y="1"/>
                  </a:moveTo>
                  <a:cubicBezTo>
                    <a:pt x="5328" y="1"/>
                    <a:pt x="3934" y="68"/>
                    <a:pt x="2539" y="202"/>
                  </a:cubicBezTo>
                  <a:lnTo>
                    <a:pt x="1" y="443"/>
                  </a:lnTo>
                  <a:cubicBezTo>
                    <a:pt x="1" y="597"/>
                    <a:pt x="49" y="741"/>
                    <a:pt x="145" y="866"/>
                  </a:cubicBezTo>
                  <a:cubicBezTo>
                    <a:pt x="337" y="1154"/>
                    <a:pt x="453" y="1481"/>
                    <a:pt x="472" y="1828"/>
                  </a:cubicBezTo>
                  <a:lnTo>
                    <a:pt x="472" y="1885"/>
                  </a:lnTo>
                  <a:cubicBezTo>
                    <a:pt x="472" y="2299"/>
                    <a:pt x="751" y="2683"/>
                    <a:pt x="1183" y="2933"/>
                  </a:cubicBezTo>
                  <a:cubicBezTo>
                    <a:pt x="1433" y="3058"/>
                    <a:pt x="1606" y="3308"/>
                    <a:pt x="1645" y="3587"/>
                  </a:cubicBezTo>
                  <a:cubicBezTo>
                    <a:pt x="1674" y="4020"/>
                    <a:pt x="2116" y="4357"/>
                    <a:pt x="2664" y="4357"/>
                  </a:cubicBezTo>
                  <a:cubicBezTo>
                    <a:pt x="3020" y="4366"/>
                    <a:pt x="3357" y="4539"/>
                    <a:pt x="3568" y="4818"/>
                  </a:cubicBezTo>
                  <a:cubicBezTo>
                    <a:pt x="3773" y="5114"/>
                    <a:pt x="4169" y="5290"/>
                    <a:pt x="4587" y="5290"/>
                  </a:cubicBezTo>
                  <a:cubicBezTo>
                    <a:pt x="4699" y="5290"/>
                    <a:pt x="4812" y="5277"/>
                    <a:pt x="4924" y="5251"/>
                  </a:cubicBezTo>
                  <a:cubicBezTo>
                    <a:pt x="5033" y="5222"/>
                    <a:pt x="5145" y="5207"/>
                    <a:pt x="5257" y="5207"/>
                  </a:cubicBezTo>
                  <a:cubicBezTo>
                    <a:pt x="5513" y="5207"/>
                    <a:pt x="5771" y="5281"/>
                    <a:pt x="5991" y="5414"/>
                  </a:cubicBezTo>
                  <a:cubicBezTo>
                    <a:pt x="6213" y="5549"/>
                    <a:pt x="6465" y="5616"/>
                    <a:pt x="6719" y="5616"/>
                  </a:cubicBezTo>
                  <a:cubicBezTo>
                    <a:pt x="6972" y="5616"/>
                    <a:pt x="7227" y="5549"/>
                    <a:pt x="7453" y="5414"/>
                  </a:cubicBezTo>
                  <a:cubicBezTo>
                    <a:pt x="7674" y="5281"/>
                    <a:pt x="7927" y="5207"/>
                    <a:pt x="8183" y="5207"/>
                  </a:cubicBezTo>
                  <a:cubicBezTo>
                    <a:pt x="8296" y="5207"/>
                    <a:pt x="8409" y="5222"/>
                    <a:pt x="8520" y="5251"/>
                  </a:cubicBezTo>
                  <a:cubicBezTo>
                    <a:pt x="8632" y="5277"/>
                    <a:pt x="8746" y="5290"/>
                    <a:pt x="8858" y="5290"/>
                  </a:cubicBezTo>
                  <a:cubicBezTo>
                    <a:pt x="9275" y="5290"/>
                    <a:pt x="9670" y="5114"/>
                    <a:pt x="9867" y="4818"/>
                  </a:cubicBezTo>
                  <a:cubicBezTo>
                    <a:pt x="10088" y="4539"/>
                    <a:pt x="10415" y="4366"/>
                    <a:pt x="10780" y="4357"/>
                  </a:cubicBezTo>
                  <a:cubicBezTo>
                    <a:pt x="11328" y="4357"/>
                    <a:pt x="11771" y="4020"/>
                    <a:pt x="11799" y="3587"/>
                  </a:cubicBezTo>
                  <a:cubicBezTo>
                    <a:pt x="11828" y="3308"/>
                    <a:pt x="12001" y="3058"/>
                    <a:pt x="12261" y="2933"/>
                  </a:cubicBezTo>
                  <a:cubicBezTo>
                    <a:pt x="12694" y="2683"/>
                    <a:pt x="12963" y="2299"/>
                    <a:pt x="12963" y="1885"/>
                  </a:cubicBezTo>
                  <a:lnTo>
                    <a:pt x="12963" y="1828"/>
                  </a:lnTo>
                  <a:cubicBezTo>
                    <a:pt x="12992" y="1481"/>
                    <a:pt x="13107" y="1145"/>
                    <a:pt x="13300" y="866"/>
                  </a:cubicBezTo>
                  <a:cubicBezTo>
                    <a:pt x="13396" y="741"/>
                    <a:pt x="13444" y="587"/>
                    <a:pt x="13444" y="433"/>
                  </a:cubicBezTo>
                  <a:lnTo>
                    <a:pt x="10924" y="202"/>
                  </a:lnTo>
                  <a:cubicBezTo>
                    <a:pt x="9530" y="68"/>
                    <a:pt x="8126" y="1"/>
                    <a:pt x="6732" y="1"/>
                  </a:cubicBezTo>
                  <a:close/>
                </a:path>
              </a:pathLst>
            </a:custGeom>
            <a:solidFill>
              <a:srgbClr val="AAB6C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691" name="Google Shape;17691;p45"/>
            <p:cNvSpPr/>
            <p:nvPr/>
          </p:nvSpPr>
          <p:spPr>
            <a:xfrm>
              <a:off x="6231583" y="2195304"/>
              <a:ext cx="292527" cy="117126"/>
            </a:xfrm>
            <a:custGeom>
              <a:rect b="b" l="l" r="r" t="t"/>
              <a:pathLst>
                <a:path extrusionOk="0" h="4482" w="11194">
                  <a:moveTo>
                    <a:pt x="5597" y="1"/>
                  </a:moveTo>
                  <a:cubicBezTo>
                    <a:pt x="4193" y="1"/>
                    <a:pt x="2799" y="68"/>
                    <a:pt x="1404" y="202"/>
                  </a:cubicBezTo>
                  <a:lnTo>
                    <a:pt x="0" y="327"/>
                  </a:lnTo>
                  <a:cubicBezTo>
                    <a:pt x="173" y="2645"/>
                    <a:pt x="2616" y="4482"/>
                    <a:pt x="5597" y="4482"/>
                  </a:cubicBezTo>
                  <a:cubicBezTo>
                    <a:pt x="8578" y="4482"/>
                    <a:pt x="11011" y="2645"/>
                    <a:pt x="11193" y="337"/>
                  </a:cubicBezTo>
                  <a:lnTo>
                    <a:pt x="9789" y="202"/>
                  </a:lnTo>
                  <a:cubicBezTo>
                    <a:pt x="8395" y="68"/>
                    <a:pt x="6991" y="1"/>
                    <a:pt x="5597" y="1"/>
                  </a:cubicBezTo>
                  <a:close/>
                </a:path>
              </a:pathLst>
            </a:custGeom>
            <a:solidFill>
              <a:srgbClr val="96A4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692" name="Google Shape;17692;p45"/>
            <p:cNvSpPr/>
            <p:nvPr/>
          </p:nvSpPr>
          <p:spPr>
            <a:xfrm>
              <a:off x="6377820" y="2195304"/>
              <a:ext cx="146290" cy="116891"/>
            </a:xfrm>
            <a:custGeom>
              <a:rect b="b" l="l" r="r" t="t"/>
              <a:pathLst>
                <a:path extrusionOk="0" h="4473" w="5598">
                  <a:moveTo>
                    <a:pt x="1" y="1"/>
                  </a:moveTo>
                  <a:lnTo>
                    <a:pt x="1" y="4472"/>
                  </a:lnTo>
                  <a:cubicBezTo>
                    <a:pt x="9" y="4472"/>
                    <a:pt x="16" y="4472"/>
                    <a:pt x="24" y="4472"/>
                  </a:cubicBezTo>
                  <a:cubicBezTo>
                    <a:pt x="2994" y="4472"/>
                    <a:pt x="5415" y="2639"/>
                    <a:pt x="5597" y="337"/>
                  </a:cubicBezTo>
                  <a:lnTo>
                    <a:pt x="4193" y="202"/>
                  </a:lnTo>
                  <a:cubicBezTo>
                    <a:pt x="2799" y="68"/>
                    <a:pt x="1395" y="1"/>
                    <a:pt x="1" y="1"/>
                  </a:cubicBezTo>
                  <a:close/>
                </a:path>
              </a:pathLst>
            </a:custGeom>
            <a:solidFill>
              <a:srgbClr val="8C9CA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693" name="Google Shape;17693;p45"/>
            <p:cNvSpPr/>
            <p:nvPr/>
          </p:nvSpPr>
          <p:spPr>
            <a:xfrm>
              <a:off x="6280843" y="2023666"/>
              <a:ext cx="194008" cy="226961"/>
            </a:xfrm>
            <a:custGeom>
              <a:rect b="b" l="l" r="r" t="t"/>
              <a:pathLst>
                <a:path extrusionOk="0" h="8685" w="7424">
                  <a:moveTo>
                    <a:pt x="933" y="1"/>
                  </a:moveTo>
                  <a:cubicBezTo>
                    <a:pt x="892" y="1"/>
                    <a:pt x="851" y="20"/>
                    <a:pt x="827" y="58"/>
                  </a:cubicBezTo>
                  <a:lnTo>
                    <a:pt x="0" y="1270"/>
                  </a:lnTo>
                  <a:cubicBezTo>
                    <a:pt x="1048" y="5703"/>
                    <a:pt x="750" y="7271"/>
                    <a:pt x="664" y="7742"/>
                  </a:cubicBezTo>
                  <a:cubicBezTo>
                    <a:pt x="644" y="7771"/>
                    <a:pt x="635" y="7809"/>
                    <a:pt x="635" y="7847"/>
                  </a:cubicBezTo>
                  <a:cubicBezTo>
                    <a:pt x="635" y="8309"/>
                    <a:pt x="2010" y="8684"/>
                    <a:pt x="3702" y="8684"/>
                  </a:cubicBezTo>
                  <a:cubicBezTo>
                    <a:pt x="5404" y="8684"/>
                    <a:pt x="6779" y="8309"/>
                    <a:pt x="6779" y="7847"/>
                  </a:cubicBezTo>
                  <a:cubicBezTo>
                    <a:pt x="6779" y="7809"/>
                    <a:pt x="6770" y="7771"/>
                    <a:pt x="6750" y="7742"/>
                  </a:cubicBezTo>
                  <a:cubicBezTo>
                    <a:pt x="6664" y="7271"/>
                    <a:pt x="6366" y="5703"/>
                    <a:pt x="7424" y="1270"/>
                  </a:cubicBezTo>
                  <a:lnTo>
                    <a:pt x="6587" y="58"/>
                  </a:lnTo>
                  <a:cubicBezTo>
                    <a:pt x="6563" y="20"/>
                    <a:pt x="6522" y="1"/>
                    <a:pt x="6481" y="1"/>
                  </a:cubicBezTo>
                  <a:cubicBezTo>
                    <a:pt x="6440" y="1"/>
                    <a:pt x="6399" y="20"/>
                    <a:pt x="6375" y="58"/>
                  </a:cubicBezTo>
                  <a:cubicBezTo>
                    <a:pt x="6125" y="405"/>
                    <a:pt x="5375" y="1212"/>
                    <a:pt x="3712" y="1212"/>
                  </a:cubicBezTo>
                  <a:cubicBezTo>
                    <a:pt x="3702" y="1212"/>
                    <a:pt x="3692" y="1213"/>
                    <a:pt x="3682" y="1213"/>
                  </a:cubicBezTo>
                  <a:cubicBezTo>
                    <a:pt x="2030" y="1213"/>
                    <a:pt x="1287" y="412"/>
                    <a:pt x="1039" y="58"/>
                  </a:cubicBezTo>
                  <a:cubicBezTo>
                    <a:pt x="1015" y="20"/>
                    <a:pt x="974" y="1"/>
                    <a:pt x="933" y="1"/>
                  </a:cubicBezTo>
                  <a:close/>
                </a:path>
              </a:pathLst>
            </a:custGeom>
            <a:solidFill>
              <a:srgbClr val="AAB6C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694" name="Google Shape;17694;p45"/>
            <p:cNvSpPr/>
            <p:nvPr/>
          </p:nvSpPr>
          <p:spPr>
            <a:xfrm>
              <a:off x="6298169" y="2023927"/>
              <a:ext cx="176943" cy="226935"/>
            </a:xfrm>
            <a:custGeom>
              <a:rect b="b" l="l" r="r" t="t"/>
              <a:pathLst>
                <a:path extrusionOk="0" h="8684" w="6771">
                  <a:moveTo>
                    <a:pt x="5837" y="0"/>
                  </a:moveTo>
                  <a:cubicBezTo>
                    <a:pt x="5797" y="0"/>
                    <a:pt x="5756" y="20"/>
                    <a:pt x="5732" y="58"/>
                  </a:cubicBezTo>
                  <a:cubicBezTo>
                    <a:pt x="5539" y="327"/>
                    <a:pt x="5289" y="549"/>
                    <a:pt x="5010" y="722"/>
                  </a:cubicBezTo>
                  <a:lnTo>
                    <a:pt x="5386" y="1279"/>
                  </a:lnTo>
                  <a:cubicBezTo>
                    <a:pt x="4337" y="5703"/>
                    <a:pt x="4635" y="7270"/>
                    <a:pt x="4722" y="7741"/>
                  </a:cubicBezTo>
                  <a:cubicBezTo>
                    <a:pt x="4741" y="7770"/>
                    <a:pt x="4751" y="7809"/>
                    <a:pt x="4751" y="7847"/>
                  </a:cubicBezTo>
                  <a:cubicBezTo>
                    <a:pt x="4741" y="7934"/>
                    <a:pt x="4684" y="8001"/>
                    <a:pt x="4607" y="8011"/>
                  </a:cubicBezTo>
                  <a:cubicBezTo>
                    <a:pt x="4097" y="8087"/>
                    <a:pt x="3587" y="8126"/>
                    <a:pt x="3068" y="8126"/>
                  </a:cubicBezTo>
                  <a:cubicBezTo>
                    <a:pt x="1606" y="8126"/>
                    <a:pt x="376" y="7837"/>
                    <a:pt x="68" y="7462"/>
                  </a:cubicBezTo>
                  <a:cubicBezTo>
                    <a:pt x="58" y="7578"/>
                    <a:pt x="39" y="7674"/>
                    <a:pt x="20" y="7741"/>
                  </a:cubicBezTo>
                  <a:cubicBezTo>
                    <a:pt x="10" y="7770"/>
                    <a:pt x="1" y="7809"/>
                    <a:pt x="1" y="7847"/>
                  </a:cubicBezTo>
                  <a:cubicBezTo>
                    <a:pt x="1" y="8261"/>
                    <a:pt x="1097" y="8607"/>
                    <a:pt x="2539" y="8674"/>
                  </a:cubicBezTo>
                  <a:lnTo>
                    <a:pt x="2549" y="8674"/>
                  </a:lnTo>
                  <a:lnTo>
                    <a:pt x="2703" y="8684"/>
                  </a:lnTo>
                  <a:lnTo>
                    <a:pt x="3068" y="8684"/>
                  </a:lnTo>
                  <a:cubicBezTo>
                    <a:pt x="4760" y="8684"/>
                    <a:pt x="6136" y="8309"/>
                    <a:pt x="6136" y="7847"/>
                  </a:cubicBezTo>
                  <a:cubicBezTo>
                    <a:pt x="6136" y="7809"/>
                    <a:pt x="6126" y="7770"/>
                    <a:pt x="6116" y="7741"/>
                  </a:cubicBezTo>
                  <a:lnTo>
                    <a:pt x="6087" y="7703"/>
                  </a:lnTo>
                  <a:lnTo>
                    <a:pt x="6087" y="7674"/>
                  </a:lnTo>
                  <a:lnTo>
                    <a:pt x="6087" y="7655"/>
                  </a:lnTo>
                  <a:lnTo>
                    <a:pt x="6087" y="7616"/>
                  </a:lnTo>
                  <a:cubicBezTo>
                    <a:pt x="6078" y="7568"/>
                    <a:pt x="6068" y="7520"/>
                    <a:pt x="6059" y="7462"/>
                  </a:cubicBezTo>
                  <a:cubicBezTo>
                    <a:pt x="5962" y="6751"/>
                    <a:pt x="5876" y="5058"/>
                    <a:pt x="6770" y="1270"/>
                  </a:cubicBezTo>
                  <a:lnTo>
                    <a:pt x="5943" y="58"/>
                  </a:lnTo>
                  <a:cubicBezTo>
                    <a:pt x="5919" y="20"/>
                    <a:pt x="5878" y="0"/>
                    <a:pt x="5837" y="0"/>
                  </a:cubicBezTo>
                  <a:close/>
                </a:path>
              </a:pathLst>
            </a:custGeom>
            <a:solidFill>
              <a:srgbClr val="A3B0B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695" name="Google Shape;17695;p45"/>
            <p:cNvSpPr/>
            <p:nvPr/>
          </p:nvSpPr>
          <p:spPr>
            <a:xfrm>
              <a:off x="6280843" y="1981514"/>
              <a:ext cx="193746" cy="103746"/>
            </a:xfrm>
            <a:custGeom>
              <a:rect b="b" l="l" r="r" t="t"/>
              <a:pathLst>
                <a:path extrusionOk="0" h="3970" w="7414">
                  <a:moveTo>
                    <a:pt x="942" y="1"/>
                  </a:moveTo>
                  <a:cubicBezTo>
                    <a:pt x="837" y="1"/>
                    <a:pt x="731" y="70"/>
                    <a:pt x="731" y="210"/>
                  </a:cubicBezTo>
                  <a:lnTo>
                    <a:pt x="731" y="1806"/>
                  </a:lnTo>
                  <a:lnTo>
                    <a:pt x="0" y="2893"/>
                  </a:lnTo>
                  <a:cubicBezTo>
                    <a:pt x="87" y="3268"/>
                    <a:pt x="173" y="3633"/>
                    <a:pt x="240" y="3970"/>
                  </a:cubicBezTo>
                  <a:lnTo>
                    <a:pt x="1029" y="2797"/>
                  </a:lnTo>
                  <a:cubicBezTo>
                    <a:pt x="1510" y="3181"/>
                    <a:pt x="2375" y="3624"/>
                    <a:pt x="3702" y="3633"/>
                  </a:cubicBezTo>
                  <a:cubicBezTo>
                    <a:pt x="5039" y="3633"/>
                    <a:pt x="5895" y="3181"/>
                    <a:pt x="6375" y="2797"/>
                  </a:cubicBezTo>
                  <a:lnTo>
                    <a:pt x="7174" y="3970"/>
                  </a:lnTo>
                  <a:cubicBezTo>
                    <a:pt x="7241" y="3633"/>
                    <a:pt x="7318" y="3268"/>
                    <a:pt x="7414" y="2893"/>
                  </a:cubicBezTo>
                  <a:lnTo>
                    <a:pt x="6683" y="1806"/>
                  </a:lnTo>
                  <a:lnTo>
                    <a:pt x="6683" y="210"/>
                  </a:lnTo>
                  <a:cubicBezTo>
                    <a:pt x="6683" y="70"/>
                    <a:pt x="6580" y="1"/>
                    <a:pt x="6476" y="1"/>
                  </a:cubicBezTo>
                  <a:cubicBezTo>
                    <a:pt x="6373" y="1"/>
                    <a:pt x="6270" y="70"/>
                    <a:pt x="6270" y="210"/>
                  </a:cubicBezTo>
                  <a:lnTo>
                    <a:pt x="6270" y="1806"/>
                  </a:lnTo>
                  <a:cubicBezTo>
                    <a:pt x="5943" y="2191"/>
                    <a:pt x="5183" y="2816"/>
                    <a:pt x="3712" y="2816"/>
                  </a:cubicBezTo>
                  <a:cubicBezTo>
                    <a:pt x="3701" y="2816"/>
                    <a:pt x="3690" y="2816"/>
                    <a:pt x="3679" y="2816"/>
                  </a:cubicBezTo>
                  <a:cubicBezTo>
                    <a:pt x="2220" y="2816"/>
                    <a:pt x="1478" y="2188"/>
                    <a:pt x="1154" y="1806"/>
                  </a:cubicBezTo>
                  <a:lnTo>
                    <a:pt x="1154" y="210"/>
                  </a:lnTo>
                  <a:cubicBezTo>
                    <a:pt x="1154" y="70"/>
                    <a:pt x="1048" y="1"/>
                    <a:pt x="942" y="1"/>
                  </a:cubicBezTo>
                  <a:close/>
                </a:path>
              </a:pathLst>
            </a:custGeom>
            <a:solidFill>
              <a:srgbClr val="96A4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696" name="Google Shape;17696;p45"/>
            <p:cNvSpPr/>
            <p:nvPr/>
          </p:nvSpPr>
          <p:spPr>
            <a:xfrm>
              <a:off x="6428335" y="2023666"/>
              <a:ext cx="46255" cy="61594"/>
            </a:xfrm>
            <a:custGeom>
              <a:rect b="b" l="l" r="r" t="t"/>
              <a:pathLst>
                <a:path extrusionOk="0" h="2357" w="1770">
                  <a:moveTo>
                    <a:pt x="837" y="1"/>
                  </a:moveTo>
                  <a:cubicBezTo>
                    <a:pt x="799" y="1"/>
                    <a:pt x="751" y="20"/>
                    <a:pt x="731" y="58"/>
                  </a:cubicBezTo>
                  <a:lnTo>
                    <a:pt x="703" y="87"/>
                  </a:lnTo>
                  <a:lnTo>
                    <a:pt x="693" y="97"/>
                  </a:lnTo>
                  <a:lnTo>
                    <a:pt x="674" y="126"/>
                  </a:lnTo>
                  <a:lnTo>
                    <a:pt x="664" y="135"/>
                  </a:lnTo>
                  <a:lnTo>
                    <a:pt x="645" y="164"/>
                  </a:lnTo>
                  <a:lnTo>
                    <a:pt x="635" y="174"/>
                  </a:lnTo>
                  <a:lnTo>
                    <a:pt x="616" y="203"/>
                  </a:lnTo>
                  <a:lnTo>
                    <a:pt x="597" y="222"/>
                  </a:lnTo>
                  <a:lnTo>
                    <a:pt x="578" y="241"/>
                  </a:lnTo>
                  <a:lnTo>
                    <a:pt x="558" y="260"/>
                  </a:lnTo>
                  <a:lnTo>
                    <a:pt x="539" y="280"/>
                  </a:lnTo>
                  <a:lnTo>
                    <a:pt x="520" y="309"/>
                  </a:lnTo>
                  <a:lnTo>
                    <a:pt x="501" y="328"/>
                  </a:lnTo>
                  <a:lnTo>
                    <a:pt x="472" y="347"/>
                  </a:lnTo>
                  <a:lnTo>
                    <a:pt x="453" y="376"/>
                  </a:lnTo>
                  <a:lnTo>
                    <a:pt x="424" y="395"/>
                  </a:lnTo>
                  <a:lnTo>
                    <a:pt x="405" y="414"/>
                  </a:lnTo>
                  <a:lnTo>
                    <a:pt x="376" y="443"/>
                  </a:lnTo>
                  <a:lnTo>
                    <a:pt x="356" y="462"/>
                  </a:lnTo>
                  <a:lnTo>
                    <a:pt x="328" y="491"/>
                  </a:lnTo>
                  <a:lnTo>
                    <a:pt x="299" y="510"/>
                  </a:lnTo>
                  <a:lnTo>
                    <a:pt x="270" y="539"/>
                  </a:lnTo>
                  <a:lnTo>
                    <a:pt x="241" y="559"/>
                  </a:lnTo>
                  <a:lnTo>
                    <a:pt x="203" y="578"/>
                  </a:lnTo>
                  <a:lnTo>
                    <a:pt x="174" y="607"/>
                  </a:lnTo>
                  <a:lnTo>
                    <a:pt x="145" y="626"/>
                  </a:lnTo>
                  <a:lnTo>
                    <a:pt x="106" y="645"/>
                  </a:lnTo>
                  <a:lnTo>
                    <a:pt x="78" y="674"/>
                  </a:lnTo>
                  <a:lnTo>
                    <a:pt x="39" y="693"/>
                  </a:lnTo>
                  <a:lnTo>
                    <a:pt x="1" y="722"/>
                  </a:lnTo>
                  <a:lnTo>
                    <a:pt x="385" y="1270"/>
                  </a:lnTo>
                  <a:lnTo>
                    <a:pt x="337" y="1453"/>
                  </a:lnTo>
                  <a:cubicBezTo>
                    <a:pt x="481" y="1376"/>
                    <a:pt x="616" y="1289"/>
                    <a:pt x="741" y="1193"/>
                  </a:cubicBezTo>
                  <a:lnTo>
                    <a:pt x="1530" y="2357"/>
                  </a:lnTo>
                  <a:cubicBezTo>
                    <a:pt x="1568" y="2193"/>
                    <a:pt x="1607" y="2011"/>
                    <a:pt x="1645" y="1837"/>
                  </a:cubicBezTo>
                  <a:lnTo>
                    <a:pt x="1645" y="1828"/>
                  </a:lnTo>
                  <a:lnTo>
                    <a:pt x="1664" y="1732"/>
                  </a:lnTo>
                  <a:lnTo>
                    <a:pt x="1683" y="1674"/>
                  </a:lnTo>
                  <a:lnTo>
                    <a:pt x="1703" y="1587"/>
                  </a:lnTo>
                  <a:lnTo>
                    <a:pt x="1722" y="1501"/>
                  </a:lnTo>
                  <a:lnTo>
                    <a:pt x="1732" y="1434"/>
                  </a:lnTo>
                  <a:lnTo>
                    <a:pt x="1770" y="1280"/>
                  </a:lnTo>
                  <a:lnTo>
                    <a:pt x="1501" y="866"/>
                  </a:lnTo>
                  <a:lnTo>
                    <a:pt x="943" y="58"/>
                  </a:lnTo>
                  <a:cubicBezTo>
                    <a:pt x="924" y="20"/>
                    <a:pt x="876" y="1"/>
                    <a:pt x="837" y="1"/>
                  </a:cubicBezTo>
                  <a:close/>
                </a:path>
              </a:pathLst>
            </a:custGeom>
            <a:solidFill>
              <a:srgbClr val="8C9CA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7697" name="Google Shape;17697;p45"/>
          <p:cNvGrpSpPr/>
          <p:nvPr/>
        </p:nvGrpSpPr>
        <p:grpSpPr>
          <a:xfrm>
            <a:off x="4894461" y="3156044"/>
            <a:ext cx="312884" cy="360785"/>
            <a:chOff x="4894461" y="3340691"/>
            <a:chExt cx="312884" cy="360785"/>
          </a:xfrm>
        </p:grpSpPr>
        <p:sp>
          <p:nvSpPr>
            <p:cNvPr id="17698" name="Google Shape;17698;p45"/>
            <p:cNvSpPr/>
            <p:nvPr/>
          </p:nvSpPr>
          <p:spPr>
            <a:xfrm>
              <a:off x="4894461" y="3503732"/>
              <a:ext cx="312884" cy="76202"/>
            </a:xfrm>
            <a:custGeom>
              <a:rect b="b" l="l" r="r" t="t"/>
              <a:pathLst>
                <a:path extrusionOk="0" h="2916" w="11973">
                  <a:moveTo>
                    <a:pt x="4758" y="0"/>
                  </a:moveTo>
                  <a:cubicBezTo>
                    <a:pt x="3833" y="0"/>
                    <a:pt x="2910" y="10"/>
                    <a:pt x="1991" y="69"/>
                  </a:cubicBezTo>
                  <a:cubicBezTo>
                    <a:pt x="1549" y="98"/>
                    <a:pt x="270" y="118"/>
                    <a:pt x="145" y="646"/>
                  </a:cubicBezTo>
                  <a:cubicBezTo>
                    <a:pt x="0" y="1223"/>
                    <a:pt x="1991" y="2916"/>
                    <a:pt x="5991" y="2916"/>
                  </a:cubicBezTo>
                  <a:cubicBezTo>
                    <a:pt x="9982" y="2916"/>
                    <a:pt x="11972" y="1223"/>
                    <a:pt x="11828" y="646"/>
                  </a:cubicBezTo>
                  <a:cubicBezTo>
                    <a:pt x="11703" y="118"/>
                    <a:pt x="10424" y="98"/>
                    <a:pt x="9982" y="69"/>
                  </a:cubicBezTo>
                  <a:cubicBezTo>
                    <a:pt x="9070" y="10"/>
                    <a:pt x="8144" y="0"/>
                    <a:pt x="7220" y="0"/>
                  </a:cubicBezTo>
                  <a:cubicBezTo>
                    <a:pt x="6810" y="0"/>
                    <a:pt x="6399" y="2"/>
                    <a:pt x="5991" y="2"/>
                  </a:cubicBezTo>
                  <a:cubicBezTo>
                    <a:pt x="5580" y="2"/>
                    <a:pt x="5169" y="0"/>
                    <a:pt x="4758" y="0"/>
                  </a:cubicBezTo>
                  <a:close/>
                </a:path>
              </a:pathLst>
            </a:custGeom>
            <a:solidFill>
              <a:srgbClr val="203B5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699" name="Google Shape;17699;p45"/>
            <p:cNvSpPr/>
            <p:nvPr/>
          </p:nvSpPr>
          <p:spPr>
            <a:xfrm>
              <a:off x="4939200" y="3362042"/>
              <a:ext cx="223407" cy="178694"/>
            </a:xfrm>
            <a:custGeom>
              <a:rect b="b" l="l" r="r" t="t"/>
              <a:pathLst>
                <a:path extrusionOk="0" h="6838" w="8549">
                  <a:moveTo>
                    <a:pt x="0" y="1"/>
                  </a:moveTo>
                  <a:cubicBezTo>
                    <a:pt x="0" y="1"/>
                    <a:pt x="1212" y="2049"/>
                    <a:pt x="1115" y="6251"/>
                  </a:cubicBezTo>
                  <a:cubicBezTo>
                    <a:pt x="1115" y="6261"/>
                    <a:pt x="1115" y="6270"/>
                    <a:pt x="1115" y="6280"/>
                  </a:cubicBezTo>
                  <a:cubicBezTo>
                    <a:pt x="1115" y="6588"/>
                    <a:pt x="2529" y="6838"/>
                    <a:pt x="4279" y="6838"/>
                  </a:cubicBezTo>
                  <a:cubicBezTo>
                    <a:pt x="6020" y="6838"/>
                    <a:pt x="7443" y="6588"/>
                    <a:pt x="7443" y="6280"/>
                  </a:cubicBezTo>
                  <a:cubicBezTo>
                    <a:pt x="7337" y="2059"/>
                    <a:pt x="8549" y="1"/>
                    <a:pt x="8549" y="1"/>
                  </a:cubicBezTo>
                  <a:close/>
                </a:path>
              </a:pathLst>
            </a:custGeom>
            <a:solidFill>
              <a:srgbClr val="3D546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700" name="Google Shape;17700;p45"/>
            <p:cNvSpPr/>
            <p:nvPr/>
          </p:nvSpPr>
          <p:spPr>
            <a:xfrm>
              <a:off x="5033173" y="3362042"/>
              <a:ext cx="129434" cy="178694"/>
            </a:xfrm>
            <a:custGeom>
              <a:rect b="b" l="l" r="r" t="t"/>
              <a:pathLst>
                <a:path extrusionOk="0" h="6838" w="4953">
                  <a:moveTo>
                    <a:pt x="3606" y="1"/>
                  </a:moveTo>
                  <a:cubicBezTo>
                    <a:pt x="3606" y="1"/>
                    <a:pt x="2385" y="2059"/>
                    <a:pt x="2491" y="6280"/>
                  </a:cubicBezTo>
                  <a:cubicBezTo>
                    <a:pt x="2491" y="6549"/>
                    <a:pt x="1424" y="6770"/>
                    <a:pt x="0" y="6828"/>
                  </a:cubicBezTo>
                  <a:cubicBezTo>
                    <a:pt x="222" y="6838"/>
                    <a:pt x="443" y="6838"/>
                    <a:pt x="674" y="6838"/>
                  </a:cubicBezTo>
                  <a:cubicBezTo>
                    <a:pt x="2424" y="6838"/>
                    <a:pt x="3837" y="6588"/>
                    <a:pt x="3837" y="6280"/>
                  </a:cubicBezTo>
                  <a:cubicBezTo>
                    <a:pt x="3741" y="2059"/>
                    <a:pt x="4953" y="1"/>
                    <a:pt x="4953" y="1"/>
                  </a:cubicBezTo>
                  <a:close/>
                </a:path>
              </a:pathLst>
            </a:custGeom>
            <a:solidFill>
              <a:srgbClr val="2D476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701" name="Google Shape;17701;p45"/>
            <p:cNvSpPr/>
            <p:nvPr/>
          </p:nvSpPr>
          <p:spPr>
            <a:xfrm>
              <a:off x="4968338" y="3499995"/>
              <a:ext cx="165366" cy="40741"/>
            </a:xfrm>
            <a:custGeom>
              <a:rect b="b" l="l" r="r" t="t"/>
              <a:pathLst>
                <a:path extrusionOk="0" h="1559" w="6328">
                  <a:moveTo>
                    <a:pt x="0" y="1"/>
                  </a:moveTo>
                  <a:cubicBezTo>
                    <a:pt x="0" y="309"/>
                    <a:pt x="0" y="636"/>
                    <a:pt x="0" y="972"/>
                  </a:cubicBezTo>
                  <a:cubicBezTo>
                    <a:pt x="0" y="982"/>
                    <a:pt x="0" y="991"/>
                    <a:pt x="0" y="991"/>
                  </a:cubicBezTo>
                  <a:cubicBezTo>
                    <a:pt x="0" y="1309"/>
                    <a:pt x="1414" y="1559"/>
                    <a:pt x="3164" y="1559"/>
                  </a:cubicBezTo>
                  <a:cubicBezTo>
                    <a:pt x="4905" y="1559"/>
                    <a:pt x="6328" y="1309"/>
                    <a:pt x="6328" y="991"/>
                  </a:cubicBezTo>
                  <a:cubicBezTo>
                    <a:pt x="6318" y="645"/>
                    <a:pt x="6318" y="318"/>
                    <a:pt x="6328" y="1"/>
                  </a:cubicBezTo>
                  <a:lnTo>
                    <a:pt x="6328" y="1"/>
                  </a:lnTo>
                  <a:cubicBezTo>
                    <a:pt x="5597" y="174"/>
                    <a:pt x="4453" y="280"/>
                    <a:pt x="3155" y="280"/>
                  </a:cubicBezTo>
                  <a:cubicBezTo>
                    <a:pt x="1866" y="280"/>
                    <a:pt x="722" y="164"/>
                    <a:pt x="0" y="1"/>
                  </a:cubicBezTo>
                  <a:close/>
                </a:path>
              </a:pathLst>
            </a:custGeom>
            <a:solidFill>
              <a:srgbClr val="7084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702" name="Google Shape;17702;p45"/>
            <p:cNvSpPr/>
            <p:nvPr/>
          </p:nvSpPr>
          <p:spPr>
            <a:xfrm>
              <a:off x="4968338" y="3499995"/>
              <a:ext cx="26" cy="6324"/>
            </a:xfrm>
            <a:custGeom>
              <a:rect b="b" l="l" r="r" t="t"/>
              <a:pathLst>
                <a:path extrusionOk="0" h="242" w="1">
                  <a:moveTo>
                    <a:pt x="0" y="1"/>
                  </a:moveTo>
                  <a:lnTo>
                    <a:pt x="0" y="1"/>
                  </a:lnTo>
                  <a:lnTo>
                    <a:pt x="0" y="241"/>
                  </a:lnTo>
                  <a:close/>
                </a:path>
              </a:pathLst>
            </a:custGeom>
            <a:solidFill>
              <a:srgbClr val="5F758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703" name="Google Shape;17703;p45"/>
            <p:cNvSpPr/>
            <p:nvPr/>
          </p:nvSpPr>
          <p:spPr>
            <a:xfrm>
              <a:off x="4968338" y="3499995"/>
              <a:ext cx="165366" cy="40741"/>
            </a:xfrm>
            <a:custGeom>
              <a:rect b="b" l="l" r="r" t="t"/>
              <a:pathLst>
                <a:path extrusionOk="0" h="1559" w="6328">
                  <a:moveTo>
                    <a:pt x="0" y="1"/>
                  </a:moveTo>
                  <a:cubicBezTo>
                    <a:pt x="0" y="309"/>
                    <a:pt x="0" y="636"/>
                    <a:pt x="0" y="972"/>
                  </a:cubicBezTo>
                  <a:cubicBezTo>
                    <a:pt x="0" y="982"/>
                    <a:pt x="0" y="991"/>
                    <a:pt x="0" y="991"/>
                  </a:cubicBezTo>
                  <a:cubicBezTo>
                    <a:pt x="0" y="1309"/>
                    <a:pt x="1414" y="1559"/>
                    <a:pt x="3164" y="1559"/>
                  </a:cubicBezTo>
                  <a:cubicBezTo>
                    <a:pt x="4905" y="1559"/>
                    <a:pt x="6328" y="1309"/>
                    <a:pt x="6328" y="991"/>
                  </a:cubicBezTo>
                  <a:cubicBezTo>
                    <a:pt x="6318" y="645"/>
                    <a:pt x="6318" y="318"/>
                    <a:pt x="6328" y="1"/>
                  </a:cubicBezTo>
                  <a:lnTo>
                    <a:pt x="6328" y="1"/>
                  </a:lnTo>
                  <a:cubicBezTo>
                    <a:pt x="5597" y="174"/>
                    <a:pt x="4453" y="280"/>
                    <a:pt x="3155" y="280"/>
                  </a:cubicBezTo>
                  <a:cubicBezTo>
                    <a:pt x="1866" y="280"/>
                    <a:pt x="722" y="164"/>
                    <a:pt x="0" y="1"/>
                  </a:cubicBezTo>
                  <a:close/>
                </a:path>
              </a:pathLst>
            </a:custGeom>
            <a:solidFill>
              <a:srgbClr val="7084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704" name="Google Shape;17704;p45"/>
            <p:cNvSpPr/>
            <p:nvPr/>
          </p:nvSpPr>
          <p:spPr>
            <a:xfrm>
              <a:off x="4968077" y="3499995"/>
              <a:ext cx="165393" cy="40741"/>
            </a:xfrm>
            <a:custGeom>
              <a:rect b="b" l="l" r="r" t="t"/>
              <a:pathLst>
                <a:path extrusionOk="0" h="1559" w="6329">
                  <a:moveTo>
                    <a:pt x="6319" y="1"/>
                  </a:moveTo>
                  <a:cubicBezTo>
                    <a:pt x="5876" y="97"/>
                    <a:pt x="5434" y="164"/>
                    <a:pt x="4982" y="203"/>
                  </a:cubicBezTo>
                  <a:lnTo>
                    <a:pt x="4982" y="309"/>
                  </a:lnTo>
                  <a:cubicBezTo>
                    <a:pt x="4972" y="684"/>
                    <a:pt x="4684" y="991"/>
                    <a:pt x="4309" y="1011"/>
                  </a:cubicBezTo>
                  <a:cubicBezTo>
                    <a:pt x="3953" y="1039"/>
                    <a:pt x="3568" y="1049"/>
                    <a:pt x="3165" y="1049"/>
                  </a:cubicBezTo>
                  <a:cubicBezTo>
                    <a:pt x="1491" y="1049"/>
                    <a:pt x="126" y="818"/>
                    <a:pt x="10" y="530"/>
                  </a:cubicBezTo>
                  <a:lnTo>
                    <a:pt x="10" y="751"/>
                  </a:lnTo>
                  <a:lnTo>
                    <a:pt x="10" y="972"/>
                  </a:lnTo>
                  <a:cubicBezTo>
                    <a:pt x="10" y="982"/>
                    <a:pt x="10" y="991"/>
                    <a:pt x="10" y="991"/>
                  </a:cubicBezTo>
                  <a:cubicBezTo>
                    <a:pt x="10" y="1001"/>
                    <a:pt x="10" y="1011"/>
                    <a:pt x="10" y="1011"/>
                  </a:cubicBezTo>
                  <a:lnTo>
                    <a:pt x="10" y="1020"/>
                  </a:lnTo>
                  <a:cubicBezTo>
                    <a:pt x="1" y="1020"/>
                    <a:pt x="1" y="1020"/>
                    <a:pt x="10" y="1030"/>
                  </a:cubicBezTo>
                  <a:cubicBezTo>
                    <a:pt x="87" y="1328"/>
                    <a:pt x="1472" y="1559"/>
                    <a:pt x="3165" y="1559"/>
                  </a:cubicBezTo>
                  <a:cubicBezTo>
                    <a:pt x="4915" y="1559"/>
                    <a:pt x="6328" y="1309"/>
                    <a:pt x="6328" y="1001"/>
                  </a:cubicBezTo>
                  <a:cubicBezTo>
                    <a:pt x="6319" y="655"/>
                    <a:pt x="6319" y="318"/>
                    <a:pt x="6328" y="1"/>
                  </a:cubicBezTo>
                  <a:close/>
                </a:path>
              </a:pathLst>
            </a:custGeom>
            <a:solidFill>
              <a:srgbClr val="5F758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705" name="Google Shape;17705;p45"/>
            <p:cNvSpPr/>
            <p:nvPr/>
          </p:nvSpPr>
          <p:spPr>
            <a:xfrm>
              <a:off x="4939200" y="3340691"/>
              <a:ext cx="223407" cy="43484"/>
            </a:xfrm>
            <a:custGeom>
              <a:rect b="b" l="l" r="r" t="t"/>
              <a:pathLst>
                <a:path extrusionOk="0" h="1664" w="8549">
                  <a:moveTo>
                    <a:pt x="4270" y="0"/>
                  </a:moveTo>
                  <a:cubicBezTo>
                    <a:pt x="1914" y="0"/>
                    <a:pt x="0" y="375"/>
                    <a:pt x="0" y="837"/>
                  </a:cubicBezTo>
                  <a:cubicBezTo>
                    <a:pt x="0" y="1289"/>
                    <a:pt x="1914" y="1664"/>
                    <a:pt x="4270" y="1664"/>
                  </a:cubicBezTo>
                  <a:cubicBezTo>
                    <a:pt x="6635" y="1664"/>
                    <a:pt x="8549" y="1289"/>
                    <a:pt x="8549" y="837"/>
                  </a:cubicBezTo>
                  <a:cubicBezTo>
                    <a:pt x="8549" y="375"/>
                    <a:pt x="6635" y="0"/>
                    <a:pt x="4270" y="0"/>
                  </a:cubicBezTo>
                  <a:close/>
                </a:path>
              </a:pathLst>
            </a:custGeom>
            <a:solidFill>
              <a:srgbClr val="203B5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706" name="Google Shape;17706;p45"/>
            <p:cNvSpPr/>
            <p:nvPr/>
          </p:nvSpPr>
          <p:spPr>
            <a:xfrm>
              <a:off x="4936927" y="3599847"/>
              <a:ext cx="113859" cy="101629"/>
            </a:xfrm>
            <a:custGeom>
              <a:rect b="b" l="l" r="r" t="t"/>
              <a:pathLst>
                <a:path extrusionOk="0" h="3889" w="4357">
                  <a:moveTo>
                    <a:pt x="1431" y="1"/>
                  </a:moveTo>
                  <a:cubicBezTo>
                    <a:pt x="1287" y="1"/>
                    <a:pt x="1152" y="23"/>
                    <a:pt x="1029" y="74"/>
                  </a:cubicBezTo>
                  <a:cubicBezTo>
                    <a:pt x="0" y="498"/>
                    <a:pt x="510" y="1757"/>
                    <a:pt x="597" y="1940"/>
                  </a:cubicBezTo>
                  <a:cubicBezTo>
                    <a:pt x="510" y="2123"/>
                    <a:pt x="0" y="3382"/>
                    <a:pt x="1029" y="3815"/>
                  </a:cubicBezTo>
                  <a:cubicBezTo>
                    <a:pt x="1152" y="3866"/>
                    <a:pt x="1286" y="3888"/>
                    <a:pt x="1429" y="3888"/>
                  </a:cubicBezTo>
                  <a:cubicBezTo>
                    <a:pt x="2611" y="3888"/>
                    <a:pt x="4357" y="2334"/>
                    <a:pt x="4357" y="2334"/>
                  </a:cubicBezTo>
                  <a:lnTo>
                    <a:pt x="4357" y="1546"/>
                  </a:lnTo>
                  <a:cubicBezTo>
                    <a:pt x="4357" y="1546"/>
                    <a:pt x="2613" y="1"/>
                    <a:pt x="1431" y="1"/>
                  </a:cubicBezTo>
                  <a:close/>
                </a:path>
              </a:pathLst>
            </a:custGeom>
            <a:solidFill>
              <a:srgbClr val="7084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707" name="Google Shape;17707;p45"/>
            <p:cNvSpPr/>
            <p:nvPr/>
          </p:nvSpPr>
          <p:spPr>
            <a:xfrm>
              <a:off x="5051021" y="3599847"/>
              <a:ext cx="113859" cy="101629"/>
            </a:xfrm>
            <a:custGeom>
              <a:rect b="b" l="l" r="r" t="t"/>
              <a:pathLst>
                <a:path extrusionOk="0" h="3889" w="4357">
                  <a:moveTo>
                    <a:pt x="2926" y="1"/>
                  </a:moveTo>
                  <a:cubicBezTo>
                    <a:pt x="1744" y="1"/>
                    <a:pt x="0" y="1546"/>
                    <a:pt x="0" y="1546"/>
                  </a:cubicBezTo>
                  <a:lnTo>
                    <a:pt x="0" y="2344"/>
                  </a:lnTo>
                  <a:cubicBezTo>
                    <a:pt x="0" y="2344"/>
                    <a:pt x="1744" y="3889"/>
                    <a:pt x="2926" y="3889"/>
                  </a:cubicBezTo>
                  <a:cubicBezTo>
                    <a:pt x="3069" y="3889"/>
                    <a:pt x="3205" y="3866"/>
                    <a:pt x="3327" y="3815"/>
                  </a:cubicBezTo>
                  <a:cubicBezTo>
                    <a:pt x="4356" y="3382"/>
                    <a:pt x="3847" y="2132"/>
                    <a:pt x="3760" y="1940"/>
                  </a:cubicBezTo>
                  <a:cubicBezTo>
                    <a:pt x="3847" y="1757"/>
                    <a:pt x="4356" y="498"/>
                    <a:pt x="3327" y="74"/>
                  </a:cubicBezTo>
                  <a:cubicBezTo>
                    <a:pt x="3205" y="23"/>
                    <a:pt x="3069" y="1"/>
                    <a:pt x="2926" y="1"/>
                  </a:cubicBezTo>
                  <a:close/>
                </a:path>
              </a:pathLst>
            </a:custGeom>
            <a:solidFill>
              <a:srgbClr val="7084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708" name="Google Shape;17708;p45"/>
            <p:cNvSpPr/>
            <p:nvPr/>
          </p:nvSpPr>
          <p:spPr>
            <a:xfrm>
              <a:off x="5059044" y="3628672"/>
              <a:ext cx="46437" cy="19364"/>
            </a:xfrm>
            <a:custGeom>
              <a:rect b="b" l="l" r="r" t="t"/>
              <a:pathLst>
                <a:path extrusionOk="0" h="741" w="1777">
                  <a:moveTo>
                    <a:pt x="1479" y="0"/>
                  </a:moveTo>
                  <a:cubicBezTo>
                    <a:pt x="1459" y="0"/>
                    <a:pt x="1437" y="3"/>
                    <a:pt x="1414" y="10"/>
                  </a:cubicBezTo>
                  <a:lnTo>
                    <a:pt x="241" y="327"/>
                  </a:lnTo>
                  <a:cubicBezTo>
                    <a:pt x="1" y="395"/>
                    <a:pt x="49" y="741"/>
                    <a:pt x="299" y="741"/>
                  </a:cubicBezTo>
                  <a:lnTo>
                    <a:pt x="347" y="741"/>
                  </a:lnTo>
                  <a:lnTo>
                    <a:pt x="1530" y="414"/>
                  </a:lnTo>
                  <a:cubicBezTo>
                    <a:pt x="1776" y="352"/>
                    <a:pt x="1700" y="0"/>
                    <a:pt x="1479" y="0"/>
                  </a:cubicBezTo>
                  <a:close/>
                </a:path>
              </a:pathLst>
            </a:custGeom>
            <a:solidFill>
              <a:srgbClr val="5F758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709" name="Google Shape;17709;p45"/>
            <p:cNvSpPr/>
            <p:nvPr/>
          </p:nvSpPr>
          <p:spPr>
            <a:xfrm>
              <a:off x="5058913" y="3653053"/>
              <a:ext cx="46542" cy="19364"/>
            </a:xfrm>
            <a:custGeom>
              <a:rect b="b" l="l" r="r" t="t"/>
              <a:pathLst>
                <a:path extrusionOk="0" h="741" w="1781">
                  <a:moveTo>
                    <a:pt x="286" y="0"/>
                  </a:moveTo>
                  <a:cubicBezTo>
                    <a:pt x="67" y="0"/>
                    <a:pt x="0" y="343"/>
                    <a:pt x="246" y="414"/>
                  </a:cubicBezTo>
                  <a:lnTo>
                    <a:pt x="1419" y="731"/>
                  </a:lnTo>
                  <a:cubicBezTo>
                    <a:pt x="1443" y="738"/>
                    <a:pt x="1465" y="741"/>
                    <a:pt x="1486" y="741"/>
                  </a:cubicBezTo>
                  <a:cubicBezTo>
                    <a:pt x="1706" y="741"/>
                    <a:pt x="1781" y="397"/>
                    <a:pt x="1535" y="327"/>
                  </a:cubicBezTo>
                  <a:lnTo>
                    <a:pt x="352" y="10"/>
                  </a:lnTo>
                  <a:cubicBezTo>
                    <a:pt x="329" y="3"/>
                    <a:pt x="307" y="0"/>
                    <a:pt x="286" y="0"/>
                  </a:cubicBezTo>
                  <a:close/>
                </a:path>
              </a:pathLst>
            </a:custGeom>
            <a:solidFill>
              <a:srgbClr val="5F758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710" name="Google Shape;17710;p45"/>
            <p:cNvSpPr/>
            <p:nvPr/>
          </p:nvSpPr>
          <p:spPr>
            <a:xfrm>
              <a:off x="4996326" y="3628672"/>
              <a:ext cx="46568" cy="19364"/>
            </a:xfrm>
            <a:custGeom>
              <a:rect b="b" l="l" r="r" t="t"/>
              <a:pathLst>
                <a:path extrusionOk="0" h="741" w="1782">
                  <a:moveTo>
                    <a:pt x="294" y="0"/>
                  </a:moveTo>
                  <a:cubicBezTo>
                    <a:pt x="68" y="0"/>
                    <a:pt x="1" y="344"/>
                    <a:pt x="247" y="414"/>
                  </a:cubicBezTo>
                  <a:lnTo>
                    <a:pt x="1430" y="731"/>
                  </a:lnTo>
                  <a:cubicBezTo>
                    <a:pt x="1453" y="738"/>
                    <a:pt x="1475" y="741"/>
                    <a:pt x="1496" y="741"/>
                  </a:cubicBezTo>
                  <a:cubicBezTo>
                    <a:pt x="1714" y="741"/>
                    <a:pt x="1781" y="398"/>
                    <a:pt x="1535" y="327"/>
                  </a:cubicBezTo>
                  <a:lnTo>
                    <a:pt x="362" y="10"/>
                  </a:lnTo>
                  <a:cubicBezTo>
                    <a:pt x="338" y="3"/>
                    <a:pt x="315" y="0"/>
                    <a:pt x="294" y="0"/>
                  </a:cubicBezTo>
                  <a:close/>
                </a:path>
              </a:pathLst>
            </a:custGeom>
            <a:solidFill>
              <a:srgbClr val="5F758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711" name="Google Shape;17711;p45"/>
            <p:cNvSpPr/>
            <p:nvPr/>
          </p:nvSpPr>
          <p:spPr>
            <a:xfrm>
              <a:off x="4996326" y="3653053"/>
              <a:ext cx="46568" cy="19364"/>
            </a:xfrm>
            <a:custGeom>
              <a:rect b="b" l="l" r="r" t="t"/>
              <a:pathLst>
                <a:path extrusionOk="0" h="741" w="1782">
                  <a:moveTo>
                    <a:pt x="1496" y="0"/>
                  </a:moveTo>
                  <a:cubicBezTo>
                    <a:pt x="1475" y="0"/>
                    <a:pt x="1453" y="3"/>
                    <a:pt x="1430" y="10"/>
                  </a:cubicBezTo>
                  <a:lnTo>
                    <a:pt x="247" y="327"/>
                  </a:lnTo>
                  <a:cubicBezTo>
                    <a:pt x="1" y="397"/>
                    <a:pt x="68" y="741"/>
                    <a:pt x="294" y="741"/>
                  </a:cubicBezTo>
                  <a:cubicBezTo>
                    <a:pt x="315" y="741"/>
                    <a:pt x="338" y="738"/>
                    <a:pt x="362" y="731"/>
                  </a:cubicBezTo>
                  <a:lnTo>
                    <a:pt x="1535" y="414"/>
                  </a:lnTo>
                  <a:cubicBezTo>
                    <a:pt x="1781" y="343"/>
                    <a:pt x="1714" y="0"/>
                    <a:pt x="1496" y="0"/>
                  </a:cubicBezTo>
                  <a:close/>
                </a:path>
              </a:pathLst>
            </a:custGeom>
            <a:solidFill>
              <a:srgbClr val="5F758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712" name="Google Shape;17712;p45"/>
            <p:cNvSpPr/>
            <p:nvPr/>
          </p:nvSpPr>
          <p:spPr>
            <a:xfrm>
              <a:off x="5033434" y="3619630"/>
              <a:ext cx="34939" cy="61829"/>
            </a:xfrm>
            <a:custGeom>
              <a:rect b="b" l="l" r="r" t="t"/>
              <a:pathLst>
                <a:path extrusionOk="0" h="2366" w="1337">
                  <a:moveTo>
                    <a:pt x="404" y="0"/>
                  </a:moveTo>
                  <a:cubicBezTo>
                    <a:pt x="183" y="0"/>
                    <a:pt x="0" y="183"/>
                    <a:pt x="0" y="404"/>
                  </a:cubicBezTo>
                  <a:lnTo>
                    <a:pt x="0" y="1962"/>
                  </a:lnTo>
                  <a:cubicBezTo>
                    <a:pt x="0" y="2183"/>
                    <a:pt x="183" y="2366"/>
                    <a:pt x="404" y="2366"/>
                  </a:cubicBezTo>
                  <a:lnTo>
                    <a:pt x="933" y="2366"/>
                  </a:lnTo>
                  <a:cubicBezTo>
                    <a:pt x="1154" y="2366"/>
                    <a:pt x="1337" y="2183"/>
                    <a:pt x="1337" y="1962"/>
                  </a:cubicBezTo>
                  <a:lnTo>
                    <a:pt x="1337" y="404"/>
                  </a:lnTo>
                  <a:cubicBezTo>
                    <a:pt x="1337" y="183"/>
                    <a:pt x="1154" y="0"/>
                    <a:pt x="933" y="0"/>
                  </a:cubicBezTo>
                  <a:close/>
                </a:path>
              </a:pathLst>
            </a:custGeom>
            <a:solidFill>
              <a:srgbClr val="7084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713" name="Google Shape;17713;p45"/>
            <p:cNvSpPr/>
            <p:nvPr/>
          </p:nvSpPr>
          <p:spPr>
            <a:xfrm>
              <a:off x="5042215" y="3619682"/>
              <a:ext cx="26159" cy="61542"/>
            </a:xfrm>
            <a:custGeom>
              <a:rect b="b" l="l" r="r" t="t"/>
              <a:pathLst>
                <a:path extrusionOk="0" h="2355" w="1001">
                  <a:moveTo>
                    <a:pt x="34" y="1"/>
                  </a:moveTo>
                  <a:cubicBezTo>
                    <a:pt x="22" y="1"/>
                    <a:pt x="10" y="3"/>
                    <a:pt x="1" y="8"/>
                  </a:cubicBezTo>
                  <a:cubicBezTo>
                    <a:pt x="193" y="37"/>
                    <a:pt x="328" y="200"/>
                    <a:pt x="337" y="392"/>
                  </a:cubicBezTo>
                  <a:lnTo>
                    <a:pt x="337" y="1960"/>
                  </a:lnTo>
                  <a:cubicBezTo>
                    <a:pt x="328" y="2152"/>
                    <a:pt x="193" y="2316"/>
                    <a:pt x="1" y="2354"/>
                  </a:cubicBezTo>
                  <a:lnTo>
                    <a:pt x="597" y="2354"/>
                  </a:lnTo>
                  <a:cubicBezTo>
                    <a:pt x="818" y="2354"/>
                    <a:pt x="1001" y="2171"/>
                    <a:pt x="1001" y="1950"/>
                  </a:cubicBezTo>
                  <a:lnTo>
                    <a:pt x="1001" y="392"/>
                  </a:lnTo>
                  <a:cubicBezTo>
                    <a:pt x="991" y="171"/>
                    <a:pt x="818" y="8"/>
                    <a:pt x="597" y="8"/>
                  </a:cubicBezTo>
                  <a:lnTo>
                    <a:pt x="68" y="8"/>
                  </a:lnTo>
                  <a:cubicBezTo>
                    <a:pt x="58" y="3"/>
                    <a:pt x="46" y="1"/>
                    <a:pt x="34" y="1"/>
                  </a:cubicBezTo>
                  <a:close/>
                </a:path>
              </a:pathLst>
            </a:custGeom>
            <a:solidFill>
              <a:srgbClr val="5F758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7714" name="Google Shape;17714;p45"/>
          <p:cNvGrpSpPr/>
          <p:nvPr/>
        </p:nvGrpSpPr>
        <p:grpSpPr>
          <a:xfrm>
            <a:off x="5339237" y="1316603"/>
            <a:ext cx="245541" cy="360628"/>
            <a:chOff x="5339237" y="1501251"/>
            <a:chExt cx="245541" cy="360628"/>
          </a:xfrm>
        </p:grpSpPr>
        <p:sp>
          <p:nvSpPr>
            <p:cNvPr id="17715" name="Google Shape;17715;p45"/>
            <p:cNvSpPr/>
            <p:nvPr/>
          </p:nvSpPr>
          <p:spPr>
            <a:xfrm>
              <a:off x="5349794" y="1654021"/>
              <a:ext cx="220402" cy="10845"/>
            </a:xfrm>
            <a:custGeom>
              <a:rect b="b" l="l" r="r" t="t"/>
              <a:pathLst>
                <a:path extrusionOk="0" h="415" w="8434">
                  <a:moveTo>
                    <a:pt x="1" y="1"/>
                  </a:moveTo>
                  <a:lnTo>
                    <a:pt x="1" y="414"/>
                  </a:lnTo>
                  <a:lnTo>
                    <a:pt x="8434" y="414"/>
                  </a:lnTo>
                  <a:lnTo>
                    <a:pt x="8434" y="1"/>
                  </a:lnTo>
                  <a:close/>
                </a:path>
              </a:pathLst>
            </a:custGeom>
            <a:solidFill>
              <a:srgbClr val="EDF1F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716" name="Google Shape;17716;p45"/>
            <p:cNvSpPr/>
            <p:nvPr/>
          </p:nvSpPr>
          <p:spPr>
            <a:xfrm>
              <a:off x="5349794" y="1659562"/>
              <a:ext cx="220402" cy="5305"/>
            </a:xfrm>
            <a:custGeom>
              <a:rect b="b" l="l" r="r" t="t"/>
              <a:pathLst>
                <a:path extrusionOk="0" h="203" w="8434">
                  <a:moveTo>
                    <a:pt x="1" y="0"/>
                  </a:moveTo>
                  <a:lnTo>
                    <a:pt x="1" y="202"/>
                  </a:lnTo>
                  <a:lnTo>
                    <a:pt x="8434" y="202"/>
                  </a:lnTo>
                  <a:lnTo>
                    <a:pt x="8434" y="0"/>
                  </a:lnTo>
                  <a:close/>
                </a:path>
              </a:pathLst>
            </a:custGeom>
            <a:solidFill>
              <a:srgbClr val="AABAC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717" name="Google Shape;17717;p45"/>
            <p:cNvSpPr/>
            <p:nvPr/>
          </p:nvSpPr>
          <p:spPr>
            <a:xfrm>
              <a:off x="5447791" y="1779170"/>
              <a:ext cx="28432" cy="70636"/>
            </a:xfrm>
            <a:custGeom>
              <a:rect b="b" l="l" r="r" t="t"/>
              <a:pathLst>
                <a:path extrusionOk="0" h="2703" w="1088">
                  <a:moveTo>
                    <a:pt x="1" y="0"/>
                  </a:moveTo>
                  <a:lnTo>
                    <a:pt x="1" y="2703"/>
                  </a:lnTo>
                  <a:lnTo>
                    <a:pt x="1087" y="2703"/>
                  </a:lnTo>
                  <a:lnTo>
                    <a:pt x="1087" y="0"/>
                  </a:lnTo>
                  <a:close/>
                </a:path>
              </a:pathLst>
            </a:custGeom>
            <a:solidFill>
              <a:srgbClr val="41586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718" name="Google Shape;17718;p45"/>
            <p:cNvSpPr/>
            <p:nvPr/>
          </p:nvSpPr>
          <p:spPr>
            <a:xfrm>
              <a:off x="5462112" y="1779170"/>
              <a:ext cx="14112" cy="70636"/>
            </a:xfrm>
            <a:custGeom>
              <a:rect b="b" l="l" r="r" t="t"/>
              <a:pathLst>
                <a:path extrusionOk="0" h="2703" w="540">
                  <a:moveTo>
                    <a:pt x="1" y="0"/>
                  </a:moveTo>
                  <a:lnTo>
                    <a:pt x="1" y="2703"/>
                  </a:lnTo>
                  <a:lnTo>
                    <a:pt x="539" y="2703"/>
                  </a:lnTo>
                  <a:lnTo>
                    <a:pt x="539" y="0"/>
                  </a:lnTo>
                  <a:close/>
                </a:path>
              </a:pathLst>
            </a:custGeom>
            <a:solidFill>
              <a:srgbClr val="324B6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719" name="Google Shape;17719;p45"/>
            <p:cNvSpPr/>
            <p:nvPr/>
          </p:nvSpPr>
          <p:spPr>
            <a:xfrm>
              <a:off x="5378958" y="1501251"/>
              <a:ext cx="166359" cy="249539"/>
            </a:xfrm>
            <a:custGeom>
              <a:rect b="b" l="l" r="r" t="t"/>
              <a:pathLst>
                <a:path extrusionOk="0" h="9549" w="6366">
                  <a:moveTo>
                    <a:pt x="1923" y="0"/>
                  </a:moveTo>
                  <a:cubicBezTo>
                    <a:pt x="856" y="0"/>
                    <a:pt x="0" y="866"/>
                    <a:pt x="0" y="1923"/>
                  </a:cubicBezTo>
                  <a:lnTo>
                    <a:pt x="0" y="7626"/>
                  </a:lnTo>
                  <a:cubicBezTo>
                    <a:pt x="0" y="8693"/>
                    <a:pt x="856" y="9549"/>
                    <a:pt x="1923" y="9549"/>
                  </a:cubicBezTo>
                  <a:lnTo>
                    <a:pt x="4433" y="9549"/>
                  </a:lnTo>
                  <a:cubicBezTo>
                    <a:pt x="5500" y="9549"/>
                    <a:pt x="6366" y="8693"/>
                    <a:pt x="6356" y="7626"/>
                  </a:cubicBezTo>
                  <a:lnTo>
                    <a:pt x="6356" y="1923"/>
                  </a:lnTo>
                  <a:cubicBezTo>
                    <a:pt x="6356" y="866"/>
                    <a:pt x="5500" y="0"/>
                    <a:pt x="4433" y="0"/>
                  </a:cubicBezTo>
                  <a:close/>
                </a:path>
              </a:pathLst>
            </a:custGeom>
            <a:solidFill>
              <a:srgbClr val="EDF1F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720" name="Google Shape;17720;p45"/>
            <p:cNvSpPr/>
            <p:nvPr/>
          </p:nvSpPr>
          <p:spPr>
            <a:xfrm>
              <a:off x="5457094" y="1501251"/>
              <a:ext cx="88223" cy="249539"/>
            </a:xfrm>
            <a:custGeom>
              <a:rect b="b" l="l" r="r" t="t"/>
              <a:pathLst>
                <a:path extrusionOk="0" h="9549" w="3376">
                  <a:moveTo>
                    <a:pt x="1" y="0"/>
                  </a:moveTo>
                  <a:cubicBezTo>
                    <a:pt x="1068" y="0"/>
                    <a:pt x="1924" y="866"/>
                    <a:pt x="1924" y="1923"/>
                  </a:cubicBezTo>
                  <a:lnTo>
                    <a:pt x="1924" y="7626"/>
                  </a:lnTo>
                  <a:cubicBezTo>
                    <a:pt x="1924" y="8683"/>
                    <a:pt x="1068" y="9549"/>
                    <a:pt x="1" y="9549"/>
                  </a:cubicBezTo>
                  <a:lnTo>
                    <a:pt x="1443" y="9549"/>
                  </a:lnTo>
                  <a:cubicBezTo>
                    <a:pt x="2510" y="9549"/>
                    <a:pt x="3366" y="8683"/>
                    <a:pt x="3366" y="7626"/>
                  </a:cubicBezTo>
                  <a:lnTo>
                    <a:pt x="3366" y="1923"/>
                  </a:lnTo>
                  <a:cubicBezTo>
                    <a:pt x="3376" y="866"/>
                    <a:pt x="2510" y="0"/>
                    <a:pt x="1443" y="0"/>
                  </a:cubicBez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721" name="Google Shape;17721;p45"/>
            <p:cNvSpPr/>
            <p:nvPr/>
          </p:nvSpPr>
          <p:spPr>
            <a:xfrm>
              <a:off x="5446798" y="1611060"/>
              <a:ext cx="30418" cy="30183"/>
            </a:xfrm>
            <a:custGeom>
              <a:rect b="b" l="l" r="r" t="t"/>
              <a:pathLst>
                <a:path extrusionOk="0" h="1155" w="1164">
                  <a:moveTo>
                    <a:pt x="587" y="0"/>
                  </a:moveTo>
                  <a:cubicBezTo>
                    <a:pt x="260" y="0"/>
                    <a:pt x="0" y="250"/>
                    <a:pt x="0" y="577"/>
                  </a:cubicBezTo>
                  <a:cubicBezTo>
                    <a:pt x="0" y="895"/>
                    <a:pt x="260" y="1154"/>
                    <a:pt x="587" y="1154"/>
                  </a:cubicBezTo>
                  <a:cubicBezTo>
                    <a:pt x="904" y="1154"/>
                    <a:pt x="1164" y="895"/>
                    <a:pt x="1164" y="577"/>
                  </a:cubicBezTo>
                  <a:cubicBezTo>
                    <a:pt x="1164" y="250"/>
                    <a:pt x="904" y="0"/>
                    <a:pt x="587" y="0"/>
                  </a:cubicBez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722" name="Google Shape;17722;p45"/>
            <p:cNvSpPr/>
            <p:nvPr/>
          </p:nvSpPr>
          <p:spPr>
            <a:xfrm>
              <a:off x="5356092" y="1836975"/>
              <a:ext cx="212091" cy="24904"/>
            </a:xfrm>
            <a:custGeom>
              <a:rect b="b" l="l" r="r" t="t"/>
              <a:pathLst>
                <a:path extrusionOk="0" h="953" w="8116">
                  <a:moveTo>
                    <a:pt x="952" y="0"/>
                  </a:moveTo>
                  <a:cubicBezTo>
                    <a:pt x="423" y="0"/>
                    <a:pt x="0" y="423"/>
                    <a:pt x="0" y="952"/>
                  </a:cubicBezTo>
                  <a:lnTo>
                    <a:pt x="8116" y="952"/>
                  </a:lnTo>
                  <a:cubicBezTo>
                    <a:pt x="8116" y="423"/>
                    <a:pt x="7683" y="0"/>
                    <a:pt x="7154" y="0"/>
                  </a:cubicBezTo>
                  <a:close/>
                </a:path>
              </a:pathLst>
            </a:custGeom>
            <a:solidFill>
              <a:srgbClr val="A5B8C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723" name="Google Shape;17723;p45"/>
            <p:cNvSpPr/>
            <p:nvPr/>
          </p:nvSpPr>
          <p:spPr>
            <a:xfrm>
              <a:off x="5339237" y="1637192"/>
              <a:ext cx="245541" cy="155332"/>
            </a:xfrm>
            <a:custGeom>
              <a:rect b="b" l="l" r="r" t="t"/>
              <a:pathLst>
                <a:path extrusionOk="0" h="5944" w="9396">
                  <a:moveTo>
                    <a:pt x="395" y="0"/>
                  </a:moveTo>
                  <a:cubicBezTo>
                    <a:pt x="174" y="0"/>
                    <a:pt x="1" y="183"/>
                    <a:pt x="1" y="404"/>
                  </a:cubicBezTo>
                  <a:lnTo>
                    <a:pt x="1" y="2549"/>
                  </a:lnTo>
                  <a:cubicBezTo>
                    <a:pt x="1" y="4424"/>
                    <a:pt x="1520" y="5943"/>
                    <a:pt x="3395" y="5943"/>
                  </a:cubicBezTo>
                  <a:lnTo>
                    <a:pt x="6001" y="5943"/>
                  </a:lnTo>
                  <a:cubicBezTo>
                    <a:pt x="7876" y="5943"/>
                    <a:pt x="9396" y="4424"/>
                    <a:pt x="9396" y="2549"/>
                  </a:cubicBezTo>
                  <a:lnTo>
                    <a:pt x="9396" y="404"/>
                  </a:lnTo>
                  <a:cubicBezTo>
                    <a:pt x="9396" y="183"/>
                    <a:pt x="9223" y="0"/>
                    <a:pt x="9001" y="0"/>
                  </a:cubicBezTo>
                  <a:cubicBezTo>
                    <a:pt x="8780" y="0"/>
                    <a:pt x="8597" y="183"/>
                    <a:pt x="8597" y="404"/>
                  </a:cubicBezTo>
                  <a:lnTo>
                    <a:pt x="8597" y="2549"/>
                  </a:lnTo>
                  <a:cubicBezTo>
                    <a:pt x="8597" y="3981"/>
                    <a:pt x="7434" y="5145"/>
                    <a:pt x="6001" y="5145"/>
                  </a:cubicBezTo>
                  <a:lnTo>
                    <a:pt x="3395" y="5145"/>
                  </a:lnTo>
                  <a:cubicBezTo>
                    <a:pt x="1962" y="5145"/>
                    <a:pt x="799" y="3981"/>
                    <a:pt x="799" y="2549"/>
                  </a:cubicBezTo>
                  <a:lnTo>
                    <a:pt x="799" y="404"/>
                  </a:lnTo>
                  <a:cubicBezTo>
                    <a:pt x="799" y="183"/>
                    <a:pt x="616" y="0"/>
                    <a:pt x="395" y="0"/>
                  </a:cubicBezTo>
                  <a:close/>
                </a:path>
              </a:pathLst>
            </a:custGeom>
            <a:solidFill>
              <a:srgbClr val="D3DCE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724" name="Google Shape;17724;p45"/>
            <p:cNvSpPr/>
            <p:nvPr/>
          </p:nvSpPr>
          <p:spPr>
            <a:xfrm>
              <a:off x="5378697" y="1609544"/>
              <a:ext cx="56577" cy="10845"/>
            </a:xfrm>
            <a:custGeom>
              <a:rect b="b" l="l" r="r" t="t"/>
              <a:pathLst>
                <a:path extrusionOk="0" h="415" w="2165">
                  <a:moveTo>
                    <a:pt x="0" y="1"/>
                  </a:moveTo>
                  <a:lnTo>
                    <a:pt x="0" y="414"/>
                  </a:lnTo>
                  <a:lnTo>
                    <a:pt x="1914" y="414"/>
                  </a:lnTo>
                  <a:cubicBezTo>
                    <a:pt x="2164" y="395"/>
                    <a:pt x="2164" y="20"/>
                    <a:pt x="1914" y="1"/>
                  </a:cubicBez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725" name="Google Shape;17725;p45"/>
            <p:cNvSpPr/>
            <p:nvPr/>
          </p:nvSpPr>
          <p:spPr>
            <a:xfrm>
              <a:off x="5378697" y="1631913"/>
              <a:ext cx="55296" cy="10819"/>
            </a:xfrm>
            <a:custGeom>
              <a:rect b="b" l="l" r="r" t="t"/>
              <a:pathLst>
                <a:path extrusionOk="0" h="414" w="2116">
                  <a:moveTo>
                    <a:pt x="0" y="0"/>
                  </a:moveTo>
                  <a:lnTo>
                    <a:pt x="0" y="414"/>
                  </a:lnTo>
                  <a:lnTo>
                    <a:pt x="1914" y="414"/>
                  </a:lnTo>
                  <a:cubicBezTo>
                    <a:pt x="2020" y="414"/>
                    <a:pt x="2116" y="318"/>
                    <a:pt x="2116" y="202"/>
                  </a:cubicBezTo>
                  <a:cubicBezTo>
                    <a:pt x="2116" y="87"/>
                    <a:pt x="2020" y="0"/>
                    <a:pt x="1914" y="0"/>
                  </a:cubicBez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726" name="Google Shape;17726;p45"/>
            <p:cNvSpPr/>
            <p:nvPr/>
          </p:nvSpPr>
          <p:spPr>
            <a:xfrm>
              <a:off x="5378697" y="1654021"/>
              <a:ext cx="71394" cy="10845"/>
            </a:xfrm>
            <a:custGeom>
              <a:rect b="b" l="l" r="r" t="t"/>
              <a:pathLst>
                <a:path extrusionOk="0" h="415" w="2732">
                  <a:moveTo>
                    <a:pt x="0" y="1"/>
                  </a:moveTo>
                  <a:lnTo>
                    <a:pt x="0" y="414"/>
                  </a:lnTo>
                  <a:lnTo>
                    <a:pt x="2529" y="414"/>
                  </a:lnTo>
                  <a:cubicBezTo>
                    <a:pt x="2645" y="414"/>
                    <a:pt x="2731" y="328"/>
                    <a:pt x="2731" y="212"/>
                  </a:cubicBezTo>
                  <a:cubicBezTo>
                    <a:pt x="2731" y="97"/>
                    <a:pt x="2645" y="1"/>
                    <a:pt x="2529" y="1"/>
                  </a:cubicBez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727" name="Google Shape;17727;p45"/>
            <p:cNvSpPr/>
            <p:nvPr/>
          </p:nvSpPr>
          <p:spPr>
            <a:xfrm>
              <a:off x="5378697" y="1564805"/>
              <a:ext cx="72648" cy="10845"/>
            </a:xfrm>
            <a:custGeom>
              <a:rect b="b" l="l" r="r" t="t"/>
              <a:pathLst>
                <a:path extrusionOk="0" h="415" w="2780">
                  <a:moveTo>
                    <a:pt x="0" y="1"/>
                  </a:moveTo>
                  <a:lnTo>
                    <a:pt x="0" y="414"/>
                  </a:lnTo>
                  <a:lnTo>
                    <a:pt x="2529" y="414"/>
                  </a:lnTo>
                  <a:cubicBezTo>
                    <a:pt x="2780" y="395"/>
                    <a:pt x="2780" y="20"/>
                    <a:pt x="2529" y="1"/>
                  </a:cubicBez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728" name="Google Shape;17728;p45"/>
            <p:cNvSpPr/>
            <p:nvPr/>
          </p:nvSpPr>
          <p:spPr>
            <a:xfrm>
              <a:off x="5378697" y="1587175"/>
              <a:ext cx="72648" cy="10845"/>
            </a:xfrm>
            <a:custGeom>
              <a:rect b="b" l="l" r="r" t="t"/>
              <a:pathLst>
                <a:path extrusionOk="0" h="415" w="2780">
                  <a:moveTo>
                    <a:pt x="0" y="1"/>
                  </a:moveTo>
                  <a:lnTo>
                    <a:pt x="0" y="414"/>
                  </a:lnTo>
                  <a:lnTo>
                    <a:pt x="2529" y="414"/>
                  </a:lnTo>
                  <a:cubicBezTo>
                    <a:pt x="2780" y="395"/>
                    <a:pt x="2780" y="20"/>
                    <a:pt x="2529" y="1"/>
                  </a:cubicBez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729" name="Google Shape;17729;p45"/>
            <p:cNvSpPr/>
            <p:nvPr/>
          </p:nvSpPr>
          <p:spPr>
            <a:xfrm>
              <a:off x="5378697" y="1676391"/>
              <a:ext cx="71394" cy="10819"/>
            </a:xfrm>
            <a:custGeom>
              <a:rect b="b" l="l" r="r" t="t"/>
              <a:pathLst>
                <a:path extrusionOk="0" h="414" w="2732">
                  <a:moveTo>
                    <a:pt x="0" y="0"/>
                  </a:moveTo>
                  <a:lnTo>
                    <a:pt x="0" y="414"/>
                  </a:lnTo>
                  <a:lnTo>
                    <a:pt x="2529" y="414"/>
                  </a:lnTo>
                  <a:cubicBezTo>
                    <a:pt x="2645" y="414"/>
                    <a:pt x="2731" y="327"/>
                    <a:pt x="2731" y="212"/>
                  </a:cubicBezTo>
                  <a:cubicBezTo>
                    <a:pt x="2731" y="97"/>
                    <a:pt x="2645" y="0"/>
                    <a:pt x="2529" y="0"/>
                  </a:cubicBez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730" name="Google Shape;17730;p45"/>
            <p:cNvSpPr/>
            <p:nvPr/>
          </p:nvSpPr>
          <p:spPr>
            <a:xfrm>
              <a:off x="5473923" y="1654257"/>
              <a:ext cx="71394" cy="10610"/>
            </a:xfrm>
            <a:custGeom>
              <a:rect b="b" l="l" r="r" t="t"/>
              <a:pathLst>
                <a:path extrusionOk="0" h="406" w="2732">
                  <a:moveTo>
                    <a:pt x="187" y="1"/>
                  </a:moveTo>
                  <a:cubicBezTo>
                    <a:pt x="80" y="1"/>
                    <a:pt x="1" y="93"/>
                    <a:pt x="1" y="203"/>
                  </a:cubicBezTo>
                  <a:cubicBezTo>
                    <a:pt x="1" y="319"/>
                    <a:pt x="87" y="405"/>
                    <a:pt x="203" y="405"/>
                  </a:cubicBezTo>
                  <a:lnTo>
                    <a:pt x="2732" y="405"/>
                  </a:lnTo>
                  <a:lnTo>
                    <a:pt x="2732" y="1"/>
                  </a:lnTo>
                  <a:lnTo>
                    <a:pt x="203" y="1"/>
                  </a:lnTo>
                  <a:cubicBezTo>
                    <a:pt x="198" y="1"/>
                    <a:pt x="192" y="1"/>
                    <a:pt x="187" y="1"/>
                  </a:cubicBez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731" name="Google Shape;17731;p45"/>
            <p:cNvSpPr/>
            <p:nvPr/>
          </p:nvSpPr>
          <p:spPr>
            <a:xfrm>
              <a:off x="5490021" y="1631913"/>
              <a:ext cx="55296" cy="10819"/>
            </a:xfrm>
            <a:custGeom>
              <a:rect b="b" l="l" r="r" t="t"/>
              <a:pathLst>
                <a:path extrusionOk="0" h="414" w="2116">
                  <a:moveTo>
                    <a:pt x="212" y="0"/>
                  </a:moveTo>
                  <a:cubicBezTo>
                    <a:pt x="97" y="0"/>
                    <a:pt x="0" y="87"/>
                    <a:pt x="0" y="202"/>
                  </a:cubicBezTo>
                  <a:cubicBezTo>
                    <a:pt x="0" y="318"/>
                    <a:pt x="97" y="414"/>
                    <a:pt x="212" y="414"/>
                  </a:cubicBezTo>
                  <a:lnTo>
                    <a:pt x="2116" y="414"/>
                  </a:lnTo>
                  <a:lnTo>
                    <a:pt x="2116" y="0"/>
                  </a:ln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732" name="Google Shape;17732;p45"/>
            <p:cNvSpPr/>
            <p:nvPr/>
          </p:nvSpPr>
          <p:spPr>
            <a:xfrm>
              <a:off x="5472669" y="1676391"/>
              <a:ext cx="72648" cy="10819"/>
            </a:xfrm>
            <a:custGeom>
              <a:rect b="b" l="l" r="r" t="t"/>
              <a:pathLst>
                <a:path extrusionOk="0" h="414" w="2780">
                  <a:moveTo>
                    <a:pt x="251" y="0"/>
                  </a:moveTo>
                  <a:cubicBezTo>
                    <a:pt x="1" y="20"/>
                    <a:pt x="1" y="395"/>
                    <a:pt x="251" y="414"/>
                  </a:cubicBezTo>
                  <a:lnTo>
                    <a:pt x="2780" y="414"/>
                  </a:lnTo>
                  <a:lnTo>
                    <a:pt x="2780" y="0"/>
                  </a:ln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733" name="Google Shape;17733;p45"/>
            <p:cNvSpPr/>
            <p:nvPr/>
          </p:nvSpPr>
          <p:spPr>
            <a:xfrm>
              <a:off x="5473923" y="1587175"/>
              <a:ext cx="71394" cy="10845"/>
            </a:xfrm>
            <a:custGeom>
              <a:rect b="b" l="l" r="r" t="t"/>
              <a:pathLst>
                <a:path extrusionOk="0" h="415" w="2732">
                  <a:moveTo>
                    <a:pt x="203" y="1"/>
                  </a:moveTo>
                  <a:cubicBezTo>
                    <a:pt x="87" y="1"/>
                    <a:pt x="1" y="97"/>
                    <a:pt x="1" y="203"/>
                  </a:cubicBezTo>
                  <a:cubicBezTo>
                    <a:pt x="1" y="318"/>
                    <a:pt x="87" y="414"/>
                    <a:pt x="203" y="414"/>
                  </a:cubicBezTo>
                  <a:lnTo>
                    <a:pt x="2732" y="414"/>
                  </a:lnTo>
                  <a:lnTo>
                    <a:pt x="2732" y="1"/>
                  </a:ln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734" name="Google Shape;17734;p45"/>
            <p:cNvSpPr/>
            <p:nvPr/>
          </p:nvSpPr>
          <p:spPr>
            <a:xfrm>
              <a:off x="5473923" y="1564805"/>
              <a:ext cx="71394" cy="10845"/>
            </a:xfrm>
            <a:custGeom>
              <a:rect b="b" l="l" r="r" t="t"/>
              <a:pathLst>
                <a:path extrusionOk="0" h="415" w="2732">
                  <a:moveTo>
                    <a:pt x="203" y="1"/>
                  </a:moveTo>
                  <a:cubicBezTo>
                    <a:pt x="87" y="1"/>
                    <a:pt x="1" y="97"/>
                    <a:pt x="1" y="212"/>
                  </a:cubicBezTo>
                  <a:cubicBezTo>
                    <a:pt x="1" y="318"/>
                    <a:pt x="87" y="414"/>
                    <a:pt x="203" y="414"/>
                  </a:cubicBezTo>
                  <a:lnTo>
                    <a:pt x="2732" y="414"/>
                  </a:lnTo>
                  <a:lnTo>
                    <a:pt x="2732" y="1"/>
                  </a:ln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735" name="Google Shape;17735;p45"/>
            <p:cNvSpPr/>
            <p:nvPr/>
          </p:nvSpPr>
          <p:spPr>
            <a:xfrm>
              <a:off x="5490021" y="1609544"/>
              <a:ext cx="55296" cy="10845"/>
            </a:xfrm>
            <a:custGeom>
              <a:rect b="b" l="l" r="r" t="t"/>
              <a:pathLst>
                <a:path extrusionOk="0" h="415" w="2116">
                  <a:moveTo>
                    <a:pt x="212" y="1"/>
                  </a:moveTo>
                  <a:cubicBezTo>
                    <a:pt x="97" y="1"/>
                    <a:pt x="0" y="87"/>
                    <a:pt x="0" y="203"/>
                  </a:cubicBezTo>
                  <a:cubicBezTo>
                    <a:pt x="0" y="318"/>
                    <a:pt x="97" y="414"/>
                    <a:pt x="212" y="414"/>
                  </a:cubicBezTo>
                  <a:lnTo>
                    <a:pt x="2116" y="414"/>
                  </a:lnTo>
                  <a:lnTo>
                    <a:pt x="2116" y="1"/>
                  </a:ln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736" name="Google Shape;17736;p45"/>
            <p:cNvSpPr/>
            <p:nvPr/>
          </p:nvSpPr>
          <p:spPr>
            <a:xfrm>
              <a:off x="5490021" y="1501251"/>
              <a:ext cx="10819" cy="39852"/>
            </a:xfrm>
            <a:custGeom>
              <a:rect b="b" l="l" r="r" t="t"/>
              <a:pathLst>
                <a:path extrusionOk="0" h="1525" w="414">
                  <a:moveTo>
                    <a:pt x="0" y="0"/>
                  </a:moveTo>
                  <a:lnTo>
                    <a:pt x="0" y="1337"/>
                  </a:lnTo>
                  <a:cubicBezTo>
                    <a:pt x="10" y="1462"/>
                    <a:pt x="109" y="1524"/>
                    <a:pt x="207" y="1524"/>
                  </a:cubicBezTo>
                  <a:cubicBezTo>
                    <a:pt x="306" y="1524"/>
                    <a:pt x="404" y="1462"/>
                    <a:pt x="414" y="1337"/>
                  </a:cubicBezTo>
                  <a:lnTo>
                    <a:pt x="414" y="10"/>
                  </a:lnTo>
                  <a:cubicBezTo>
                    <a:pt x="337" y="0"/>
                    <a:pt x="260" y="0"/>
                    <a:pt x="183" y="0"/>
                  </a:cubicBez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737" name="Google Shape;17737;p45"/>
            <p:cNvSpPr/>
            <p:nvPr/>
          </p:nvSpPr>
          <p:spPr>
            <a:xfrm>
              <a:off x="5423435" y="1501251"/>
              <a:ext cx="10558" cy="39852"/>
            </a:xfrm>
            <a:custGeom>
              <a:rect b="b" l="l" r="r" t="t"/>
              <a:pathLst>
                <a:path extrusionOk="0" h="1525" w="404">
                  <a:moveTo>
                    <a:pt x="221" y="0"/>
                  </a:moveTo>
                  <a:cubicBezTo>
                    <a:pt x="144" y="0"/>
                    <a:pt x="67" y="0"/>
                    <a:pt x="0" y="10"/>
                  </a:cubicBezTo>
                  <a:lnTo>
                    <a:pt x="0" y="1337"/>
                  </a:lnTo>
                  <a:cubicBezTo>
                    <a:pt x="10" y="1462"/>
                    <a:pt x="106" y="1524"/>
                    <a:pt x="202" y="1524"/>
                  </a:cubicBezTo>
                  <a:cubicBezTo>
                    <a:pt x="298" y="1524"/>
                    <a:pt x="394" y="1462"/>
                    <a:pt x="404" y="1337"/>
                  </a:cubicBezTo>
                  <a:lnTo>
                    <a:pt x="404" y="0"/>
                  </a:ln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738" name="Google Shape;17738;p45"/>
            <p:cNvSpPr/>
            <p:nvPr/>
          </p:nvSpPr>
          <p:spPr>
            <a:xfrm>
              <a:off x="5467652" y="1501251"/>
              <a:ext cx="10845" cy="40479"/>
            </a:xfrm>
            <a:custGeom>
              <a:rect b="b" l="l" r="r" t="t"/>
              <a:pathLst>
                <a:path extrusionOk="0" h="1549" w="415">
                  <a:moveTo>
                    <a:pt x="1" y="0"/>
                  </a:moveTo>
                  <a:lnTo>
                    <a:pt x="1" y="1337"/>
                  </a:lnTo>
                  <a:cubicBezTo>
                    <a:pt x="1" y="1452"/>
                    <a:pt x="97" y="1539"/>
                    <a:pt x="212" y="1548"/>
                  </a:cubicBezTo>
                  <a:cubicBezTo>
                    <a:pt x="327" y="1548"/>
                    <a:pt x="414" y="1452"/>
                    <a:pt x="414" y="1337"/>
                  </a:cubicBezTo>
                  <a:lnTo>
                    <a:pt x="414" y="0"/>
                  </a:ln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739" name="Google Shape;17739;p45"/>
            <p:cNvSpPr/>
            <p:nvPr/>
          </p:nvSpPr>
          <p:spPr>
            <a:xfrm>
              <a:off x="5490021" y="1501486"/>
              <a:ext cx="10819" cy="24904"/>
            </a:xfrm>
            <a:custGeom>
              <a:rect b="b" l="l" r="r" t="t"/>
              <a:pathLst>
                <a:path extrusionOk="0" h="953" w="414">
                  <a:moveTo>
                    <a:pt x="0" y="1"/>
                  </a:moveTo>
                  <a:lnTo>
                    <a:pt x="0" y="453"/>
                  </a:lnTo>
                  <a:cubicBezTo>
                    <a:pt x="164" y="597"/>
                    <a:pt x="298" y="760"/>
                    <a:pt x="414" y="953"/>
                  </a:cubicBezTo>
                  <a:lnTo>
                    <a:pt x="414" y="1"/>
                  </a:lnTo>
                  <a:close/>
                </a:path>
              </a:pathLst>
            </a:custGeom>
            <a:solidFill>
              <a:srgbClr val="AABAC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740" name="Google Shape;17740;p45"/>
            <p:cNvSpPr/>
            <p:nvPr/>
          </p:nvSpPr>
          <p:spPr>
            <a:xfrm>
              <a:off x="5467652" y="1501251"/>
              <a:ext cx="10845" cy="4782"/>
            </a:xfrm>
            <a:custGeom>
              <a:rect b="b" l="l" r="r" t="t"/>
              <a:pathLst>
                <a:path extrusionOk="0" h="183" w="415">
                  <a:moveTo>
                    <a:pt x="1" y="0"/>
                  </a:moveTo>
                  <a:lnTo>
                    <a:pt x="1" y="39"/>
                  </a:lnTo>
                  <a:cubicBezTo>
                    <a:pt x="145" y="77"/>
                    <a:pt x="279" y="115"/>
                    <a:pt x="414" y="183"/>
                  </a:cubicBezTo>
                  <a:lnTo>
                    <a:pt x="414" y="0"/>
                  </a:lnTo>
                  <a:close/>
                </a:path>
              </a:pathLst>
            </a:custGeom>
            <a:solidFill>
              <a:srgbClr val="AABAC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741" name="Google Shape;17741;p45"/>
            <p:cNvSpPr/>
            <p:nvPr/>
          </p:nvSpPr>
          <p:spPr>
            <a:xfrm>
              <a:off x="5445544" y="1501251"/>
              <a:ext cx="10819" cy="40479"/>
            </a:xfrm>
            <a:custGeom>
              <a:rect b="b" l="l" r="r" t="t"/>
              <a:pathLst>
                <a:path extrusionOk="0" h="1549" w="414">
                  <a:moveTo>
                    <a:pt x="0" y="0"/>
                  </a:moveTo>
                  <a:lnTo>
                    <a:pt x="0" y="1337"/>
                  </a:lnTo>
                  <a:cubicBezTo>
                    <a:pt x="0" y="1452"/>
                    <a:pt x="87" y="1539"/>
                    <a:pt x="202" y="1548"/>
                  </a:cubicBezTo>
                  <a:cubicBezTo>
                    <a:pt x="318" y="1548"/>
                    <a:pt x="414" y="1452"/>
                    <a:pt x="414" y="1337"/>
                  </a:cubicBezTo>
                  <a:lnTo>
                    <a:pt x="414" y="0"/>
                  </a:ln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742" name="Google Shape;17742;p45"/>
            <p:cNvSpPr/>
            <p:nvPr/>
          </p:nvSpPr>
          <p:spPr>
            <a:xfrm>
              <a:off x="5490021" y="1710572"/>
              <a:ext cx="10819" cy="40218"/>
            </a:xfrm>
            <a:custGeom>
              <a:rect b="b" l="l" r="r" t="t"/>
              <a:pathLst>
                <a:path extrusionOk="0" h="1539" w="414">
                  <a:moveTo>
                    <a:pt x="202" y="0"/>
                  </a:moveTo>
                  <a:cubicBezTo>
                    <a:pt x="87" y="0"/>
                    <a:pt x="0" y="87"/>
                    <a:pt x="0" y="202"/>
                  </a:cubicBezTo>
                  <a:lnTo>
                    <a:pt x="0" y="1539"/>
                  </a:lnTo>
                  <a:lnTo>
                    <a:pt x="183" y="1539"/>
                  </a:lnTo>
                  <a:cubicBezTo>
                    <a:pt x="260" y="1539"/>
                    <a:pt x="337" y="1539"/>
                    <a:pt x="404" y="1529"/>
                  </a:cubicBezTo>
                  <a:lnTo>
                    <a:pt x="404" y="202"/>
                  </a:lnTo>
                  <a:cubicBezTo>
                    <a:pt x="414" y="87"/>
                    <a:pt x="318" y="0"/>
                    <a:pt x="202" y="0"/>
                  </a:cubicBez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743" name="Google Shape;17743;p45"/>
            <p:cNvSpPr/>
            <p:nvPr/>
          </p:nvSpPr>
          <p:spPr>
            <a:xfrm>
              <a:off x="5457094" y="1501251"/>
              <a:ext cx="88223" cy="249539"/>
            </a:xfrm>
            <a:custGeom>
              <a:rect b="b" l="l" r="r" t="t"/>
              <a:pathLst>
                <a:path extrusionOk="0" h="9549" w="3376">
                  <a:moveTo>
                    <a:pt x="1" y="0"/>
                  </a:moveTo>
                  <a:cubicBezTo>
                    <a:pt x="1068" y="0"/>
                    <a:pt x="1924" y="866"/>
                    <a:pt x="1924" y="1923"/>
                  </a:cubicBezTo>
                  <a:lnTo>
                    <a:pt x="1924" y="7626"/>
                  </a:lnTo>
                  <a:cubicBezTo>
                    <a:pt x="1924" y="8683"/>
                    <a:pt x="1068" y="9549"/>
                    <a:pt x="1" y="9549"/>
                  </a:cubicBezTo>
                  <a:lnTo>
                    <a:pt x="1443" y="9549"/>
                  </a:lnTo>
                  <a:cubicBezTo>
                    <a:pt x="2510" y="9549"/>
                    <a:pt x="3366" y="8683"/>
                    <a:pt x="3366" y="7626"/>
                  </a:cubicBezTo>
                  <a:lnTo>
                    <a:pt x="3366" y="1923"/>
                  </a:lnTo>
                  <a:cubicBezTo>
                    <a:pt x="3376" y="866"/>
                    <a:pt x="2510" y="0"/>
                    <a:pt x="1443" y="0"/>
                  </a:cubicBez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744" name="Google Shape;17744;p45"/>
            <p:cNvSpPr/>
            <p:nvPr/>
          </p:nvSpPr>
          <p:spPr>
            <a:xfrm>
              <a:off x="5490021" y="1725886"/>
              <a:ext cx="10819" cy="24904"/>
            </a:xfrm>
            <a:custGeom>
              <a:rect b="b" l="l" r="r" t="t"/>
              <a:pathLst>
                <a:path extrusionOk="0" h="953" w="414">
                  <a:moveTo>
                    <a:pt x="414" y="1"/>
                  </a:moveTo>
                  <a:cubicBezTo>
                    <a:pt x="298" y="184"/>
                    <a:pt x="164" y="347"/>
                    <a:pt x="0" y="491"/>
                  </a:cubicBezTo>
                  <a:lnTo>
                    <a:pt x="0" y="953"/>
                  </a:lnTo>
                  <a:lnTo>
                    <a:pt x="414" y="953"/>
                  </a:lnTo>
                  <a:lnTo>
                    <a:pt x="414" y="1"/>
                  </a:lnTo>
                  <a:close/>
                </a:path>
              </a:pathLst>
            </a:custGeom>
            <a:solidFill>
              <a:srgbClr val="AABAC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745" name="Google Shape;17745;p45"/>
            <p:cNvSpPr/>
            <p:nvPr/>
          </p:nvSpPr>
          <p:spPr>
            <a:xfrm>
              <a:off x="5423174" y="1710938"/>
              <a:ext cx="10819" cy="39852"/>
            </a:xfrm>
            <a:custGeom>
              <a:rect b="b" l="l" r="r" t="t"/>
              <a:pathLst>
                <a:path extrusionOk="0" h="1525" w="414">
                  <a:moveTo>
                    <a:pt x="211" y="1"/>
                  </a:moveTo>
                  <a:cubicBezTo>
                    <a:pt x="114" y="1"/>
                    <a:pt x="15" y="63"/>
                    <a:pt x="1" y="188"/>
                  </a:cubicBezTo>
                  <a:lnTo>
                    <a:pt x="1" y="1515"/>
                  </a:lnTo>
                  <a:cubicBezTo>
                    <a:pt x="77" y="1525"/>
                    <a:pt x="154" y="1525"/>
                    <a:pt x="231" y="1525"/>
                  </a:cubicBezTo>
                  <a:lnTo>
                    <a:pt x="414" y="1525"/>
                  </a:lnTo>
                  <a:lnTo>
                    <a:pt x="414" y="188"/>
                  </a:lnTo>
                  <a:cubicBezTo>
                    <a:pt x="404" y="63"/>
                    <a:pt x="308" y="1"/>
                    <a:pt x="211" y="1"/>
                  </a:cubicBez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746" name="Google Shape;17746;p45"/>
            <p:cNvSpPr/>
            <p:nvPr/>
          </p:nvSpPr>
          <p:spPr>
            <a:xfrm>
              <a:off x="5445544" y="1710938"/>
              <a:ext cx="10819" cy="39852"/>
            </a:xfrm>
            <a:custGeom>
              <a:rect b="b" l="l" r="r" t="t"/>
              <a:pathLst>
                <a:path extrusionOk="0" h="1525" w="414">
                  <a:moveTo>
                    <a:pt x="207" y="1"/>
                  </a:moveTo>
                  <a:cubicBezTo>
                    <a:pt x="109" y="1"/>
                    <a:pt x="10" y="63"/>
                    <a:pt x="0" y="188"/>
                  </a:cubicBezTo>
                  <a:lnTo>
                    <a:pt x="0" y="1525"/>
                  </a:lnTo>
                  <a:lnTo>
                    <a:pt x="414" y="1525"/>
                  </a:lnTo>
                  <a:lnTo>
                    <a:pt x="414" y="188"/>
                  </a:lnTo>
                  <a:cubicBezTo>
                    <a:pt x="404" y="63"/>
                    <a:pt x="306" y="1"/>
                    <a:pt x="207" y="1"/>
                  </a:cubicBez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747" name="Google Shape;17747;p45"/>
            <p:cNvSpPr/>
            <p:nvPr/>
          </p:nvSpPr>
          <p:spPr>
            <a:xfrm>
              <a:off x="5467652" y="1710546"/>
              <a:ext cx="10845" cy="40244"/>
            </a:xfrm>
            <a:custGeom>
              <a:rect b="b" l="l" r="r" t="t"/>
              <a:pathLst>
                <a:path extrusionOk="0" h="1540" w="415">
                  <a:moveTo>
                    <a:pt x="196" y="1"/>
                  </a:moveTo>
                  <a:cubicBezTo>
                    <a:pt x="88" y="1"/>
                    <a:pt x="1" y="93"/>
                    <a:pt x="1" y="203"/>
                  </a:cubicBezTo>
                  <a:lnTo>
                    <a:pt x="1" y="1540"/>
                  </a:lnTo>
                  <a:lnTo>
                    <a:pt x="414" y="1540"/>
                  </a:lnTo>
                  <a:lnTo>
                    <a:pt x="414" y="203"/>
                  </a:lnTo>
                  <a:cubicBezTo>
                    <a:pt x="414" y="88"/>
                    <a:pt x="327" y="1"/>
                    <a:pt x="212" y="1"/>
                  </a:cubicBezTo>
                  <a:cubicBezTo>
                    <a:pt x="207" y="1"/>
                    <a:pt x="201" y="1"/>
                    <a:pt x="196" y="1"/>
                  </a:cubicBez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748" name="Google Shape;17748;p45"/>
            <p:cNvSpPr/>
            <p:nvPr/>
          </p:nvSpPr>
          <p:spPr>
            <a:xfrm>
              <a:off x="5467652" y="1746243"/>
              <a:ext cx="10845" cy="4547"/>
            </a:xfrm>
            <a:custGeom>
              <a:rect b="b" l="l" r="r" t="t"/>
              <a:pathLst>
                <a:path extrusionOk="0" h="174" w="415">
                  <a:moveTo>
                    <a:pt x="414" y="1"/>
                  </a:moveTo>
                  <a:cubicBezTo>
                    <a:pt x="279" y="58"/>
                    <a:pt x="145" y="106"/>
                    <a:pt x="1" y="135"/>
                  </a:cubicBezTo>
                  <a:lnTo>
                    <a:pt x="1" y="174"/>
                  </a:lnTo>
                  <a:lnTo>
                    <a:pt x="414" y="174"/>
                  </a:lnTo>
                  <a:lnTo>
                    <a:pt x="414" y="1"/>
                  </a:lnTo>
                  <a:close/>
                </a:path>
              </a:pathLst>
            </a:custGeom>
            <a:solidFill>
              <a:srgbClr val="AABAC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749" name="Google Shape;17749;p45"/>
            <p:cNvSpPr/>
            <p:nvPr/>
          </p:nvSpPr>
          <p:spPr>
            <a:xfrm>
              <a:off x="5507608" y="1609544"/>
              <a:ext cx="37709" cy="10845"/>
            </a:xfrm>
            <a:custGeom>
              <a:rect b="b" l="l" r="r" t="t"/>
              <a:pathLst>
                <a:path extrusionOk="0" h="415" w="1443">
                  <a:moveTo>
                    <a:pt x="0" y="1"/>
                  </a:moveTo>
                  <a:lnTo>
                    <a:pt x="0" y="414"/>
                  </a:lnTo>
                  <a:lnTo>
                    <a:pt x="1443" y="414"/>
                  </a:lnTo>
                  <a:lnTo>
                    <a:pt x="1443" y="1"/>
                  </a:lnTo>
                  <a:close/>
                </a:path>
              </a:pathLst>
            </a:custGeom>
            <a:solidFill>
              <a:srgbClr val="AABAC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750" name="Google Shape;17750;p45"/>
            <p:cNvSpPr/>
            <p:nvPr/>
          </p:nvSpPr>
          <p:spPr>
            <a:xfrm>
              <a:off x="5507608" y="1654021"/>
              <a:ext cx="37709" cy="10845"/>
            </a:xfrm>
            <a:custGeom>
              <a:rect b="b" l="l" r="r" t="t"/>
              <a:pathLst>
                <a:path extrusionOk="0" h="415" w="1443">
                  <a:moveTo>
                    <a:pt x="0" y="1"/>
                  </a:moveTo>
                  <a:lnTo>
                    <a:pt x="0" y="414"/>
                  </a:lnTo>
                  <a:lnTo>
                    <a:pt x="1443" y="414"/>
                  </a:lnTo>
                  <a:lnTo>
                    <a:pt x="1443" y="1"/>
                  </a:lnTo>
                  <a:close/>
                </a:path>
              </a:pathLst>
            </a:custGeom>
            <a:solidFill>
              <a:srgbClr val="AABAC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751" name="Google Shape;17751;p45"/>
            <p:cNvSpPr/>
            <p:nvPr/>
          </p:nvSpPr>
          <p:spPr>
            <a:xfrm>
              <a:off x="5507608" y="1631913"/>
              <a:ext cx="37709" cy="10819"/>
            </a:xfrm>
            <a:custGeom>
              <a:rect b="b" l="l" r="r" t="t"/>
              <a:pathLst>
                <a:path extrusionOk="0" h="414" w="1443">
                  <a:moveTo>
                    <a:pt x="0" y="0"/>
                  </a:moveTo>
                  <a:lnTo>
                    <a:pt x="0" y="414"/>
                  </a:lnTo>
                  <a:lnTo>
                    <a:pt x="1443" y="414"/>
                  </a:lnTo>
                  <a:lnTo>
                    <a:pt x="1443" y="0"/>
                  </a:lnTo>
                  <a:close/>
                </a:path>
              </a:pathLst>
            </a:custGeom>
            <a:solidFill>
              <a:srgbClr val="AABAC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752" name="Google Shape;17752;p45"/>
            <p:cNvSpPr/>
            <p:nvPr/>
          </p:nvSpPr>
          <p:spPr>
            <a:xfrm>
              <a:off x="5507608" y="1676391"/>
              <a:ext cx="37709" cy="10819"/>
            </a:xfrm>
            <a:custGeom>
              <a:rect b="b" l="l" r="r" t="t"/>
              <a:pathLst>
                <a:path extrusionOk="0" h="414" w="1443">
                  <a:moveTo>
                    <a:pt x="0" y="0"/>
                  </a:moveTo>
                  <a:lnTo>
                    <a:pt x="0" y="414"/>
                  </a:lnTo>
                  <a:lnTo>
                    <a:pt x="1443" y="414"/>
                  </a:lnTo>
                  <a:lnTo>
                    <a:pt x="1443" y="0"/>
                  </a:lnTo>
                  <a:close/>
                </a:path>
              </a:pathLst>
            </a:custGeom>
            <a:solidFill>
              <a:srgbClr val="AABAC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753" name="Google Shape;17753;p45"/>
            <p:cNvSpPr/>
            <p:nvPr/>
          </p:nvSpPr>
          <p:spPr>
            <a:xfrm>
              <a:off x="5507608" y="1564805"/>
              <a:ext cx="37709" cy="10845"/>
            </a:xfrm>
            <a:custGeom>
              <a:rect b="b" l="l" r="r" t="t"/>
              <a:pathLst>
                <a:path extrusionOk="0" h="415" w="1443">
                  <a:moveTo>
                    <a:pt x="0" y="1"/>
                  </a:moveTo>
                  <a:lnTo>
                    <a:pt x="0" y="414"/>
                  </a:lnTo>
                  <a:lnTo>
                    <a:pt x="1443" y="414"/>
                  </a:lnTo>
                  <a:lnTo>
                    <a:pt x="1443" y="1"/>
                  </a:lnTo>
                  <a:close/>
                </a:path>
              </a:pathLst>
            </a:custGeom>
            <a:solidFill>
              <a:srgbClr val="AABAC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754" name="Google Shape;17754;p45"/>
            <p:cNvSpPr/>
            <p:nvPr/>
          </p:nvSpPr>
          <p:spPr>
            <a:xfrm>
              <a:off x="5507608" y="1587175"/>
              <a:ext cx="37709" cy="10845"/>
            </a:xfrm>
            <a:custGeom>
              <a:rect b="b" l="l" r="r" t="t"/>
              <a:pathLst>
                <a:path extrusionOk="0" h="415" w="1443">
                  <a:moveTo>
                    <a:pt x="0" y="1"/>
                  </a:moveTo>
                  <a:lnTo>
                    <a:pt x="0" y="414"/>
                  </a:lnTo>
                  <a:lnTo>
                    <a:pt x="1443" y="414"/>
                  </a:lnTo>
                  <a:lnTo>
                    <a:pt x="1443" y="1"/>
                  </a:lnTo>
                  <a:close/>
                </a:path>
              </a:pathLst>
            </a:custGeom>
            <a:solidFill>
              <a:srgbClr val="AABAC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755" name="Google Shape;17755;p45"/>
            <p:cNvSpPr/>
            <p:nvPr/>
          </p:nvSpPr>
          <p:spPr>
            <a:xfrm>
              <a:off x="5462112" y="1637192"/>
              <a:ext cx="122666" cy="155332"/>
            </a:xfrm>
            <a:custGeom>
              <a:rect b="b" l="l" r="r" t="t"/>
              <a:pathLst>
                <a:path extrusionOk="0" h="5944" w="4694">
                  <a:moveTo>
                    <a:pt x="4299" y="0"/>
                  </a:moveTo>
                  <a:cubicBezTo>
                    <a:pt x="4078" y="0"/>
                    <a:pt x="3895" y="183"/>
                    <a:pt x="3895" y="404"/>
                  </a:cubicBezTo>
                  <a:lnTo>
                    <a:pt x="3895" y="2549"/>
                  </a:lnTo>
                  <a:cubicBezTo>
                    <a:pt x="3895" y="3981"/>
                    <a:pt x="2732" y="5145"/>
                    <a:pt x="1299" y="5145"/>
                  </a:cubicBezTo>
                  <a:lnTo>
                    <a:pt x="1" y="5145"/>
                  </a:lnTo>
                  <a:lnTo>
                    <a:pt x="1" y="5943"/>
                  </a:lnTo>
                  <a:lnTo>
                    <a:pt x="1299" y="5943"/>
                  </a:lnTo>
                  <a:cubicBezTo>
                    <a:pt x="3174" y="5943"/>
                    <a:pt x="4694" y="4424"/>
                    <a:pt x="4694" y="2549"/>
                  </a:cubicBezTo>
                  <a:lnTo>
                    <a:pt x="4694" y="404"/>
                  </a:lnTo>
                  <a:cubicBezTo>
                    <a:pt x="4694" y="183"/>
                    <a:pt x="4521" y="0"/>
                    <a:pt x="4299" y="0"/>
                  </a:cubicBezTo>
                  <a:close/>
                </a:path>
              </a:pathLst>
            </a:custGeom>
            <a:solidFill>
              <a:srgbClr val="C9D4D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756" name="Google Shape;17756;p45"/>
            <p:cNvSpPr/>
            <p:nvPr/>
          </p:nvSpPr>
          <p:spPr>
            <a:xfrm>
              <a:off x="5462112" y="1836975"/>
              <a:ext cx="106072" cy="24904"/>
            </a:xfrm>
            <a:custGeom>
              <a:rect b="b" l="l" r="r" t="t"/>
              <a:pathLst>
                <a:path extrusionOk="0" h="953" w="4059">
                  <a:moveTo>
                    <a:pt x="1" y="0"/>
                  </a:moveTo>
                  <a:lnTo>
                    <a:pt x="1" y="952"/>
                  </a:lnTo>
                  <a:lnTo>
                    <a:pt x="4059" y="952"/>
                  </a:lnTo>
                  <a:cubicBezTo>
                    <a:pt x="4059" y="423"/>
                    <a:pt x="3626" y="0"/>
                    <a:pt x="3097" y="0"/>
                  </a:cubicBezTo>
                  <a:close/>
                </a:path>
              </a:pathLst>
            </a:custGeom>
            <a:solidFill>
              <a:srgbClr val="798FA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7757" name="Google Shape;17757;p45"/>
          <p:cNvGrpSpPr/>
          <p:nvPr/>
        </p:nvGrpSpPr>
        <p:grpSpPr>
          <a:xfrm>
            <a:off x="7959464" y="2289568"/>
            <a:ext cx="370428" cy="261926"/>
            <a:chOff x="7959464" y="2474216"/>
            <a:chExt cx="370428" cy="261926"/>
          </a:xfrm>
        </p:grpSpPr>
        <p:sp>
          <p:nvSpPr>
            <p:cNvPr id="17758" name="Google Shape;17758;p45"/>
            <p:cNvSpPr/>
            <p:nvPr/>
          </p:nvSpPr>
          <p:spPr>
            <a:xfrm>
              <a:off x="8125301" y="2474216"/>
              <a:ext cx="204591" cy="234252"/>
            </a:xfrm>
            <a:custGeom>
              <a:rect b="b" l="l" r="r" t="t"/>
              <a:pathLst>
                <a:path extrusionOk="0" h="8964" w="7829">
                  <a:moveTo>
                    <a:pt x="2748" y="0"/>
                  </a:moveTo>
                  <a:cubicBezTo>
                    <a:pt x="1947" y="0"/>
                    <a:pt x="1256" y="559"/>
                    <a:pt x="1078" y="1338"/>
                  </a:cubicBezTo>
                  <a:lnTo>
                    <a:pt x="962" y="1905"/>
                  </a:lnTo>
                  <a:cubicBezTo>
                    <a:pt x="885" y="2232"/>
                    <a:pt x="751" y="2540"/>
                    <a:pt x="558" y="2819"/>
                  </a:cubicBezTo>
                  <a:cubicBezTo>
                    <a:pt x="145" y="3396"/>
                    <a:pt x="1" y="4127"/>
                    <a:pt x="145" y="4819"/>
                  </a:cubicBezTo>
                  <a:lnTo>
                    <a:pt x="578" y="7242"/>
                  </a:lnTo>
                  <a:cubicBezTo>
                    <a:pt x="693" y="7886"/>
                    <a:pt x="1155" y="8415"/>
                    <a:pt x="1770" y="8627"/>
                  </a:cubicBezTo>
                  <a:lnTo>
                    <a:pt x="2126" y="8742"/>
                  </a:lnTo>
                  <a:lnTo>
                    <a:pt x="2491" y="8867"/>
                  </a:lnTo>
                  <a:cubicBezTo>
                    <a:pt x="2680" y="8932"/>
                    <a:pt x="2874" y="8963"/>
                    <a:pt x="3068" y="8963"/>
                  </a:cubicBezTo>
                  <a:cubicBezTo>
                    <a:pt x="3507" y="8963"/>
                    <a:pt x="3940" y="8802"/>
                    <a:pt x="4280" y="8502"/>
                  </a:cubicBezTo>
                  <a:lnTo>
                    <a:pt x="6097" y="6848"/>
                  </a:lnTo>
                  <a:cubicBezTo>
                    <a:pt x="6645" y="6386"/>
                    <a:pt x="6972" y="5723"/>
                    <a:pt x="7001" y="5011"/>
                  </a:cubicBezTo>
                  <a:cubicBezTo>
                    <a:pt x="7020" y="4675"/>
                    <a:pt x="7097" y="4348"/>
                    <a:pt x="7232" y="4050"/>
                  </a:cubicBezTo>
                  <a:lnTo>
                    <a:pt x="7472" y="3530"/>
                  </a:lnTo>
                  <a:cubicBezTo>
                    <a:pt x="7828" y="2780"/>
                    <a:pt x="7597" y="1886"/>
                    <a:pt x="6934" y="1405"/>
                  </a:cubicBezTo>
                  <a:cubicBezTo>
                    <a:pt x="5732" y="530"/>
                    <a:pt x="4289" y="40"/>
                    <a:pt x="2809" y="1"/>
                  </a:cubicBezTo>
                  <a:cubicBezTo>
                    <a:pt x="2788" y="1"/>
                    <a:pt x="2768" y="0"/>
                    <a:pt x="2748" y="0"/>
                  </a:cubicBezTo>
                  <a:close/>
                </a:path>
              </a:pathLst>
            </a:custGeom>
            <a:solidFill>
              <a:srgbClr val="DAE1E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759" name="Google Shape;17759;p45"/>
            <p:cNvSpPr/>
            <p:nvPr/>
          </p:nvSpPr>
          <p:spPr>
            <a:xfrm>
              <a:off x="8142653" y="2500375"/>
              <a:ext cx="187239" cy="208093"/>
            </a:xfrm>
            <a:custGeom>
              <a:rect b="b" l="l" r="r" t="t"/>
              <a:pathLst>
                <a:path extrusionOk="0" h="7963" w="7165">
                  <a:moveTo>
                    <a:pt x="5654" y="0"/>
                  </a:moveTo>
                  <a:lnTo>
                    <a:pt x="5654" y="0"/>
                  </a:lnTo>
                  <a:cubicBezTo>
                    <a:pt x="5856" y="462"/>
                    <a:pt x="5856" y="981"/>
                    <a:pt x="5645" y="1433"/>
                  </a:cubicBezTo>
                  <a:lnTo>
                    <a:pt x="5404" y="1952"/>
                  </a:lnTo>
                  <a:cubicBezTo>
                    <a:pt x="5260" y="2251"/>
                    <a:pt x="5174" y="2587"/>
                    <a:pt x="5164" y="2924"/>
                  </a:cubicBezTo>
                  <a:cubicBezTo>
                    <a:pt x="5126" y="3635"/>
                    <a:pt x="4799" y="4299"/>
                    <a:pt x="4251" y="4760"/>
                  </a:cubicBezTo>
                  <a:lnTo>
                    <a:pt x="2433" y="6405"/>
                  </a:lnTo>
                  <a:cubicBezTo>
                    <a:pt x="2095" y="6709"/>
                    <a:pt x="1666" y="6868"/>
                    <a:pt x="1230" y="6868"/>
                  </a:cubicBezTo>
                  <a:cubicBezTo>
                    <a:pt x="1034" y="6868"/>
                    <a:pt x="836" y="6836"/>
                    <a:pt x="644" y="6770"/>
                  </a:cubicBezTo>
                  <a:lnTo>
                    <a:pt x="289" y="6655"/>
                  </a:lnTo>
                  <a:lnTo>
                    <a:pt x="0" y="6559"/>
                  </a:lnTo>
                  <a:lnTo>
                    <a:pt x="0" y="6559"/>
                  </a:lnTo>
                  <a:cubicBezTo>
                    <a:pt x="193" y="7059"/>
                    <a:pt x="596" y="7453"/>
                    <a:pt x="1106" y="7626"/>
                  </a:cubicBezTo>
                  <a:lnTo>
                    <a:pt x="1462" y="7751"/>
                  </a:lnTo>
                  <a:lnTo>
                    <a:pt x="1827" y="7866"/>
                  </a:lnTo>
                  <a:cubicBezTo>
                    <a:pt x="2016" y="7931"/>
                    <a:pt x="2210" y="7962"/>
                    <a:pt x="2404" y="7962"/>
                  </a:cubicBezTo>
                  <a:cubicBezTo>
                    <a:pt x="2842" y="7962"/>
                    <a:pt x="3273" y="7801"/>
                    <a:pt x="3606" y="7501"/>
                  </a:cubicBezTo>
                  <a:lnTo>
                    <a:pt x="5433" y="5847"/>
                  </a:lnTo>
                  <a:cubicBezTo>
                    <a:pt x="5972" y="5385"/>
                    <a:pt x="6299" y="4722"/>
                    <a:pt x="6337" y="4010"/>
                  </a:cubicBezTo>
                  <a:cubicBezTo>
                    <a:pt x="6356" y="3674"/>
                    <a:pt x="6433" y="3347"/>
                    <a:pt x="6578" y="3039"/>
                  </a:cubicBezTo>
                  <a:lnTo>
                    <a:pt x="6818" y="2520"/>
                  </a:lnTo>
                  <a:cubicBezTo>
                    <a:pt x="7164" y="1779"/>
                    <a:pt x="6933" y="885"/>
                    <a:pt x="6270" y="404"/>
                  </a:cubicBezTo>
                  <a:cubicBezTo>
                    <a:pt x="6068" y="260"/>
                    <a:pt x="5866" y="125"/>
                    <a:pt x="5654" y="0"/>
                  </a:cubicBezTo>
                  <a:close/>
                </a:path>
              </a:pathLst>
            </a:custGeom>
            <a:solidFill>
              <a:srgbClr val="D3DCE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760" name="Google Shape;17760;p45"/>
            <p:cNvSpPr/>
            <p:nvPr/>
          </p:nvSpPr>
          <p:spPr>
            <a:xfrm>
              <a:off x="8159743" y="2625053"/>
              <a:ext cx="76411" cy="48998"/>
            </a:xfrm>
            <a:custGeom>
              <a:rect b="b" l="l" r="r" t="t"/>
              <a:pathLst>
                <a:path extrusionOk="0" h="1875" w="2924">
                  <a:moveTo>
                    <a:pt x="1343" y="1"/>
                  </a:moveTo>
                  <a:cubicBezTo>
                    <a:pt x="752" y="1"/>
                    <a:pt x="199" y="371"/>
                    <a:pt x="0" y="961"/>
                  </a:cubicBezTo>
                  <a:cubicBezTo>
                    <a:pt x="206" y="911"/>
                    <a:pt x="414" y="886"/>
                    <a:pt x="619" y="886"/>
                  </a:cubicBezTo>
                  <a:cubicBezTo>
                    <a:pt x="1364" y="886"/>
                    <a:pt x="2082" y="1205"/>
                    <a:pt x="2587" y="1778"/>
                  </a:cubicBezTo>
                  <a:lnTo>
                    <a:pt x="2673" y="1874"/>
                  </a:lnTo>
                  <a:cubicBezTo>
                    <a:pt x="2923" y="1134"/>
                    <a:pt x="2529" y="336"/>
                    <a:pt x="1798" y="76"/>
                  </a:cubicBezTo>
                  <a:cubicBezTo>
                    <a:pt x="1648" y="25"/>
                    <a:pt x="1494" y="1"/>
                    <a:pt x="1343" y="1"/>
                  </a:cubicBezTo>
                  <a:close/>
                </a:path>
              </a:pathLst>
            </a:custGeom>
            <a:solidFill>
              <a:srgbClr val="ACB8C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761" name="Google Shape;17761;p45"/>
            <p:cNvSpPr/>
            <p:nvPr/>
          </p:nvSpPr>
          <p:spPr>
            <a:xfrm>
              <a:off x="8196433" y="2565157"/>
              <a:ext cx="38206" cy="52082"/>
            </a:xfrm>
            <a:custGeom>
              <a:rect b="b" l="l" r="r" t="t"/>
              <a:pathLst>
                <a:path extrusionOk="0" h="1993" w="1462">
                  <a:moveTo>
                    <a:pt x="1178" y="1"/>
                  </a:moveTo>
                  <a:cubicBezTo>
                    <a:pt x="1128" y="1"/>
                    <a:pt x="1075" y="21"/>
                    <a:pt x="1029" y="70"/>
                  </a:cubicBezTo>
                  <a:lnTo>
                    <a:pt x="212" y="1050"/>
                  </a:lnTo>
                  <a:cubicBezTo>
                    <a:pt x="0" y="1300"/>
                    <a:pt x="115" y="1685"/>
                    <a:pt x="423" y="1791"/>
                  </a:cubicBezTo>
                  <a:lnTo>
                    <a:pt x="962" y="1974"/>
                  </a:lnTo>
                  <a:cubicBezTo>
                    <a:pt x="981" y="1983"/>
                    <a:pt x="1010" y="1993"/>
                    <a:pt x="1029" y="1993"/>
                  </a:cubicBezTo>
                  <a:cubicBezTo>
                    <a:pt x="1269" y="1983"/>
                    <a:pt x="1317" y="1656"/>
                    <a:pt x="1096" y="1579"/>
                  </a:cubicBezTo>
                  <a:lnTo>
                    <a:pt x="558" y="1397"/>
                  </a:lnTo>
                  <a:cubicBezTo>
                    <a:pt x="529" y="1387"/>
                    <a:pt x="519" y="1349"/>
                    <a:pt x="539" y="1320"/>
                  </a:cubicBezTo>
                  <a:lnTo>
                    <a:pt x="1346" y="339"/>
                  </a:lnTo>
                  <a:cubicBezTo>
                    <a:pt x="1461" y="181"/>
                    <a:pt x="1329" y="1"/>
                    <a:pt x="1178" y="1"/>
                  </a:cubicBezTo>
                  <a:close/>
                </a:path>
              </a:pathLst>
            </a:custGeom>
            <a:solidFill>
              <a:srgbClr val="D3DCE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762" name="Google Shape;17762;p45"/>
            <p:cNvSpPr/>
            <p:nvPr/>
          </p:nvSpPr>
          <p:spPr>
            <a:xfrm>
              <a:off x="8161259" y="2530427"/>
              <a:ext cx="55532" cy="22082"/>
            </a:xfrm>
            <a:custGeom>
              <a:rect b="b" l="l" r="r" t="t"/>
              <a:pathLst>
                <a:path extrusionOk="0" h="845" w="2125">
                  <a:moveTo>
                    <a:pt x="1083" y="1"/>
                  </a:moveTo>
                  <a:cubicBezTo>
                    <a:pt x="1041" y="1"/>
                    <a:pt x="997" y="2"/>
                    <a:pt x="952" y="4"/>
                  </a:cubicBezTo>
                  <a:cubicBezTo>
                    <a:pt x="711" y="14"/>
                    <a:pt x="461" y="52"/>
                    <a:pt x="231" y="120"/>
                  </a:cubicBezTo>
                  <a:cubicBezTo>
                    <a:pt x="1" y="199"/>
                    <a:pt x="80" y="531"/>
                    <a:pt x="289" y="531"/>
                  </a:cubicBezTo>
                  <a:cubicBezTo>
                    <a:pt x="307" y="531"/>
                    <a:pt x="326" y="529"/>
                    <a:pt x="346" y="524"/>
                  </a:cubicBezTo>
                  <a:cubicBezTo>
                    <a:pt x="558" y="466"/>
                    <a:pt x="769" y="427"/>
                    <a:pt x="981" y="418"/>
                  </a:cubicBezTo>
                  <a:cubicBezTo>
                    <a:pt x="1007" y="417"/>
                    <a:pt x="1034" y="416"/>
                    <a:pt x="1062" y="416"/>
                  </a:cubicBezTo>
                  <a:cubicBezTo>
                    <a:pt x="1285" y="416"/>
                    <a:pt x="1534" y="455"/>
                    <a:pt x="1654" y="601"/>
                  </a:cubicBezTo>
                  <a:cubicBezTo>
                    <a:pt x="1631" y="738"/>
                    <a:pt x="1741" y="845"/>
                    <a:pt x="1860" y="845"/>
                  </a:cubicBezTo>
                  <a:cubicBezTo>
                    <a:pt x="1891" y="845"/>
                    <a:pt x="1922" y="838"/>
                    <a:pt x="1952" y="822"/>
                  </a:cubicBezTo>
                  <a:cubicBezTo>
                    <a:pt x="2077" y="754"/>
                    <a:pt x="2125" y="601"/>
                    <a:pt x="2058" y="476"/>
                  </a:cubicBezTo>
                  <a:cubicBezTo>
                    <a:pt x="1950" y="251"/>
                    <a:pt x="1690" y="1"/>
                    <a:pt x="1083" y="1"/>
                  </a:cubicBezTo>
                  <a:close/>
                </a:path>
              </a:pathLst>
            </a:custGeom>
            <a:solidFill>
              <a:srgbClr val="C3CFD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763" name="Google Shape;17763;p45"/>
            <p:cNvSpPr/>
            <p:nvPr/>
          </p:nvSpPr>
          <p:spPr>
            <a:xfrm>
              <a:off x="8246686" y="2553450"/>
              <a:ext cx="50880" cy="32352"/>
            </a:xfrm>
            <a:custGeom>
              <a:rect b="b" l="l" r="r" t="t"/>
              <a:pathLst>
                <a:path extrusionOk="0" h="1238" w="1947">
                  <a:moveTo>
                    <a:pt x="516" y="0"/>
                  </a:moveTo>
                  <a:cubicBezTo>
                    <a:pt x="386" y="0"/>
                    <a:pt x="278" y="32"/>
                    <a:pt x="193" y="75"/>
                  </a:cubicBezTo>
                  <a:cubicBezTo>
                    <a:pt x="58" y="133"/>
                    <a:pt x="0" y="287"/>
                    <a:pt x="68" y="412"/>
                  </a:cubicBezTo>
                  <a:cubicBezTo>
                    <a:pt x="103" y="493"/>
                    <a:pt x="178" y="534"/>
                    <a:pt x="254" y="534"/>
                  </a:cubicBezTo>
                  <a:cubicBezTo>
                    <a:pt x="322" y="534"/>
                    <a:pt x="392" y="500"/>
                    <a:pt x="433" y="431"/>
                  </a:cubicBezTo>
                  <a:cubicBezTo>
                    <a:pt x="461" y="424"/>
                    <a:pt x="489" y="421"/>
                    <a:pt x="518" y="421"/>
                  </a:cubicBezTo>
                  <a:cubicBezTo>
                    <a:pt x="885" y="421"/>
                    <a:pt x="1359" y="948"/>
                    <a:pt x="1520" y="1162"/>
                  </a:cubicBezTo>
                  <a:cubicBezTo>
                    <a:pt x="1565" y="1215"/>
                    <a:pt x="1620" y="1237"/>
                    <a:pt x="1673" y="1237"/>
                  </a:cubicBezTo>
                  <a:cubicBezTo>
                    <a:pt x="1815" y="1237"/>
                    <a:pt x="1947" y="1082"/>
                    <a:pt x="1856" y="922"/>
                  </a:cubicBezTo>
                  <a:cubicBezTo>
                    <a:pt x="1702" y="720"/>
                    <a:pt x="1539" y="537"/>
                    <a:pt x="1346" y="383"/>
                  </a:cubicBezTo>
                  <a:cubicBezTo>
                    <a:pt x="1014" y="93"/>
                    <a:pt x="735" y="0"/>
                    <a:pt x="516" y="0"/>
                  </a:cubicBezTo>
                  <a:close/>
                </a:path>
              </a:pathLst>
            </a:custGeom>
            <a:solidFill>
              <a:srgbClr val="C3CFD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764" name="Google Shape;17764;p45"/>
            <p:cNvSpPr/>
            <p:nvPr/>
          </p:nvSpPr>
          <p:spPr>
            <a:xfrm>
              <a:off x="7959464" y="2502126"/>
              <a:ext cx="203311" cy="233990"/>
            </a:xfrm>
            <a:custGeom>
              <a:rect b="b" l="l" r="r" t="t"/>
              <a:pathLst>
                <a:path extrusionOk="0" h="8954" w="7780">
                  <a:moveTo>
                    <a:pt x="5023" y="0"/>
                  </a:moveTo>
                  <a:cubicBezTo>
                    <a:pt x="3574" y="0"/>
                    <a:pt x="2157" y="441"/>
                    <a:pt x="952" y="1251"/>
                  </a:cubicBezTo>
                  <a:cubicBezTo>
                    <a:pt x="269" y="1703"/>
                    <a:pt x="0" y="2587"/>
                    <a:pt x="327" y="3347"/>
                  </a:cubicBezTo>
                  <a:lnTo>
                    <a:pt x="548" y="3876"/>
                  </a:lnTo>
                  <a:cubicBezTo>
                    <a:pt x="683" y="4184"/>
                    <a:pt x="750" y="4520"/>
                    <a:pt x="760" y="4857"/>
                  </a:cubicBezTo>
                  <a:cubicBezTo>
                    <a:pt x="769" y="5568"/>
                    <a:pt x="1068" y="6242"/>
                    <a:pt x="1596" y="6722"/>
                  </a:cubicBezTo>
                  <a:lnTo>
                    <a:pt x="3356" y="8444"/>
                  </a:lnTo>
                  <a:cubicBezTo>
                    <a:pt x="3699" y="8773"/>
                    <a:pt x="4149" y="8954"/>
                    <a:pt x="4610" y="8954"/>
                  </a:cubicBezTo>
                  <a:cubicBezTo>
                    <a:pt x="4782" y="8954"/>
                    <a:pt x="4956" y="8929"/>
                    <a:pt x="5125" y="8876"/>
                  </a:cubicBezTo>
                  <a:lnTo>
                    <a:pt x="5491" y="8771"/>
                  </a:lnTo>
                  <a:lnTo>
                    <a:pt x="5847" y="8665"/>
                  </a:lnTo>
                  <a:cubicBezTo>
                    <a:pt x="6472" y="8472"/>
                    <a:pt x="6943" y="7963"/>
                    <a:pt x="7087" y="7328"/>
                  </a:cubicBezTo>
                  <a:lnTo>
                    <a:pt x="7606" y="4924"/>
                  </a:lnTo>
                  <a:cubicBezTo>
                    <a:pt x="7779" y="4232"/>
                    <a:pt x="7664" y="3501"/>
                    <a:pt x="7270" y="2905"/>
                  </a:cubicBezTo>
                  <a:cubicBezTo>
                    <a:pt x="7087" y="2616"/>
                    <a:pt x="6962" y="2299"/>
                    <a:pt x="6904" y="1972"/>
                  </a:cubicBezTo>
                  <a:lnTo>
                    <a:pt x="6799" y="1405"/>
                  </a:lnTo>
                  <a:cubicBezTo>
                    <a:pt x="6654" y="587"/>
                    <a:pt x="5943" y="1"/>
                    <a:pt x="5116" y="1"/>
                  </a:cubicBezTo>
                  <a:cubicBezTo>
                    <a:pt x="5085" y="0"/>
                    <a:pt x="5054" y="0"/>
                    <a:pt x="5023" y="0"/>
                  </a:cubicBezTo>
                  <a:close/>
                </a:path>
              </a:pathLst>
            </a:custGeom>
            <a:solidFill>
              <a:srgbClr val="DAE1E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765" name="Google Shape;17765;p45"/>
            <p:cNvSpPr/>
            <p:nvPr/>
          </p:nvSpPr>
          <p:spPr>
            <a:xfrm>
              <a:off x="8061485" y="2502073"/>
              <a:ext cx="101290" cy="234069"/>
            </a:xfrm>
            <a:custGeom>
              <a:rect b="b" l="l" r="r" t="t"/>
              <a:pathLst>
                <a:path extrusionOk="0" h="8957" w="3876">
                  <a:moveTo>
                    <a:pt x="1048" y="0"/>
                  </a:moveTo>
                  <a:cubicBezTo>
                    <a:pt x="773" y="0"/>
                    <a:pt x="494" y="20"/>
                    <a:pt x="221" y="60"/>
                  </a:cubicBezTo>
                  <a:cubicBezTo>
                    <a:pt x="856" y="233"/>
                    <a:pt x="1337" y="753"/>
                    <a:pt x="1462" y="1407"/>
                  </a:cubicBezTo>
                  <a:lnTo>
                    <a:pt x="1558" y="1974"/>
                  </a:lnTo>
                  <a:cubicBezTo>
                    <a:pt x="1625" y="2301"/>
                    <a:pt x="1750" y="2618"/>
                    <a:pt x="1933" y="2907"/>
                  </a:cubicBezTo>
                  <a:cubicBezTo>
                    <a:pt x="2318" y="3503"/>
                    <a:pt x="2433" y="4234"/>
                    <a:pt x="2260" y="4926"/>
                  </a:cubicBezTo>
                  <a:lnTo>
                    <a:pt x="1741" y="7330"/>
                  </a:lnTo>
                  <a:cubicBezTo>
                    <a:pt x="1596" y="7965"/>
                    <a:pt x="1125" y="8474"/>
                    <a:pt x="500" y="8667"/>
                  </a:cubicBezTo>
                  <a:lnTo>
                    <a:pt x="135" y="8773"/>
                  </a:lnTo>
                  <a:lnTo>
                    <a:pt x="0" y="8821"/>
                  </a:lnTo>
                  <a:cubicBezTo>
                    <a:pt x="222" y="8909"/>
                    <a:pt x="457" y="8957"/>
                    <a:pt x="693" y="8957"/>
                  </a:cubicBezTo>
                  <a:cubicBezTo>
                    <a:pt x="867" y="8957"/>
                    <a:pt x="1041" y="8931"/>
                    <a:pt x="1212" y="8878"/>
                  </a:cubicBezTo>
                  <a:lnTo>
                    <a:pt x="1568" y="8773"/>
                  </a:lnTo>
                  <a:lnTo>
                    <a:pt x="1933" y="8667"/>
                  </a:lnTo>
                  <a:cubicBezTo>
                    <a:pt x="2558" y="8484"/>
                    <a:pt x="3039" y="7965"/>
                    <a:pt x="3183" y="7330"/>
                  </a:cubicBezTo>
                  <a:lnTo>
                    <a:pt x="3702" y="4926"/>
                  </a:lnTo>
                  <a:cubicBezTo>
                    <a:pt x="3875" y="4234"/>
                    <a:pt x="3750" y="3503"/>
                    <a:pt x="3366" y="2897"/>
                  </a:cubicBezTo>
                  <a:cubicBezTo>
                    <a:pt x="3183" y="2618"/>
                    <a:pt x="3058" y="2301"/>
                    <a:pt x="3000" y="1974"/>
                  </a:cubicBezTo>
                  <a:lnTo>
                    <a:pt x="2895" y="1407"/>
                  </a:lnTo>
                  <a:cubicBezTo>
                    <a:pt x="2750" y="589"/>
                    <a:pt x="2039" y="3"/>
                    <a:pt x="1212" y="3"/>
                  </a:cubicBezTo>
                  <a:cubicBezTo>
                    <a:pt x="1157" y="1"/>
                    <a:pt x="1103" y="0"/>
                    <a:pt x="1048" y="0"/>
                  </a:cubicBezTo>
                  <a:close/>
                </a:path>
              </a:pathLst>
            </a:custGeom>
            <a:solidFill>
              <a:srgbClr val="D3DCE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766" name="Google Shape;17766;p45"/>
            <p:cNvSpPr/>
            <p:nvPr/>
          </p:nvSpPr>
          <p:spPr>
            <a:xfrm>
              <a:off x="8045388" y="2647370"/>
              <a:ext cx="76438" cy="47561"/>
            </a:xfrm>
            <a:custGeom>
              <a:rect b="b" l="l" r="r" t="t"/>
              <a:pathLst>
                <a:path extrusionOk="0" h="1820" w="2925">
                  <a:moveTo>
                    <a:pt x="2703" y="1"/>
                  </a:moveTo>
                  <a:lnTo>
                    <a:pt x="2616" y="97"/>
                  </a:lnTo>
                  <a:cubicBezTo>
                    <a:pt x="2110" y="625"/>
                    <a:pt x="1413" y="914"/>
                    <a:pt x="702" y="914"/>
                  </a:cubicBezTo>
                  <a:cubicBezTo>
                    <a:pt x="468" y="914"/>
                    <a:pt x="232" y="882"/>
                    <a:pt x="1" y="818"/>
                  </a:cubicBezTo>
                  <a:lnTo>
                    <a:pt x="1" y="818"/>
                  </a:lnTo>
                  <a:cubicBezTo>
                    <a:pt x="182" y="1425"/>
                    <a:pt x="745" y="1819"/>
                    <a:pt x="1356" y="1819"/>
                  </a:cubicBezTo>
                  <a:cubicBezTo>
                    <a:pt x="1490" y="1819"/>
                    <a:pt x="1626" y="1800"/>
                    <a:pt x="1761" y="1761"/>
                  </a:cubicBezTo>
                  <a:cubicBezTo>
                    <a:pt x="2501" y="1530"/>
                    <a:pt x="2924" y="751"/>
                    <a:pt x="2703" y="1"/>
                  </a:cubicBezTo>
                  <a:close/>
                </a:path>
              </a:pathLst>
            </a:custGeom>
            <a:solidFill>
              <a:srgbClr val="ACB8C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767" name="Google Shape;17767;p45"/>
            <p:cNvSpPr/>
            <p:nvPr/>
          </p:nvSpPr>
          <p:spPr>
            <a:xfrm>
              <a:off x="8055449" y="2591002"/>
              <a:ext cx="36246" cy="51376"/>
            </a:xfrm>
            <a:custGeom>
              <a:rect b="b" l="l" r="r" t="t"/>
              <a:pathLst>
                <a:path extrusionOk="0" h="1966" w="1387">
                  <a:moveTo>
                    <a:pt x="321" y="1"/>
                  </a:moveTo>
                  <a:cubicBezTo>
                    <a:pt x="223" y="1"/>
                    <a:pt x="125" y="64"/>
                    <a:pt x="116" y="196"/>
                  </a:cubicBezTo>
                  <a:lnTo>
                    <a:pt x="20" y="1465"/>
                  </a:lnTo>
                  <a:cubicBezTo>
                    <a:pt x="0" y="1735"/>
                    <a:pt x="212" y="1965"/>
                    <a:pt x="481" y="1965"/>
                  </a:cubicBezTo>
                  <a:cubicBezTo>
                    <a:pt x="529" y="1965"/>
                    <a:pt x="577" y="1956"/>
                    <a:pt x="616" y="1946"/>
                  </a:cubicBezTo>
                  <a:lnTo>
                    <a:pt x="1164" y="1783"/>
                  </a:lnTo>
                  <a:cubicBezTo>
                    <a:pt x="1387" y="1694"/>
                    <a:pt x="1312" y="1382"/>
                    <a:pt x="1102" y="1382"/>
                  </a:cubicBezTo>
                  <a:cubicBezTo>
                    <a:pt x="1085" y="1382"/>
                    <a:pt x="1067" y="1384"/>
                    <a:pt x="1049" y="1388"/>
                  </a:cubicBezTo>
                  <a:lnTo>
                    <a:pt x="500" y="1552"/>
                  </a:lnTo>
                  <a:cubicBezTo>
                    <a:pt x="462" y="1552"/>
                    <a:pt x="433" y="1533"/>
                    <a:pt x="433" y="1494"/>
                  </a:cubicBezTo>
                  <a:lnTo>
                    <a:pt x="529" y="225"/>
                  </a:lnTo>
                  <a:cubicBezTo>
                    <a:pt x="539" y="78"/>
                    <a:pt x="430" y="1"/>
                    <a:pt x="321" y="1"/>
                  </a:cubicBezTo>
                  <a:close/>
                </a:path>
              </a:pathLst>
            </a:custGeom>
            <a:solidFill>
              <a:srgbClr val="D3DCE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768" name="Google Shape;17768;p45"/>
            <p:cNvSpPr/>
            <p:nvPr/>
          </p:nvSpPr>
          <p:spPr>
            <a:xfrm>
              <a:off x="7988758" y="2585854"/>
              <a:ext cx="54643" cy="23859"/>
            </a:xfrm>
            <a:custGeom>
              <a:rect b="b" l="l" r="r" t="t"/>
              <a:pathLst>
                <a:path extrusionOk="0" h="913" w="2091">
                  <a:moveTo>
                    <a:pt x="1494" y="1"/>
                  </a:moveTo>
                  <a:cubicBezTo>
                    <a:pt x="819" y="1"/>
                    <a:pt x="191" y="484"/>
                    <a:pt x="158" y="508"/>
                  </a:cubicBezTo>
                  <a:cubicBezTo>
                    <a:pt x="1" y="650"/>
                    <a:pt x="127" y="882"/>
                    <a:pt x="294" y="882"/>
                  </a:cubicBezTo>
                  <a:cubicBezTo>
                    <a:pt x="331" y="882"/>
                    <a:pt x="370" y="871"/>
                    <a:pt x="408" y="845"/>
                  </a:cubicBezTo>
                  <a:cubicBezTo>
                    <a:pt x="552" y="730"/>
                    <a:pt x="716" y="643"/>
                    <a:pt x="879" y="566"/>
                  </a:cubicBezTo>
                  <a:cubicBezTo>
                    <a:pt x="1081" y="470"/>
                    <a:pt x="1312" y="422"/>
                    <a:pt x="1543" y="422"/>
                  </a:cubicBezTo>
                  <a:lnTo>
                    <a:pt x="1447" y="605"/>
                  </a:lnTo>
                  <a:cubicBezTo>
                    <a:pt x="1379" y="749"/>
                    <a:pt x="1475" y="912"/>
                    <a:pt x="1639" y="912"/>
                  </a:cubicBezTo>
                  <a:cubicBezTo>
                    <a:pt x="1716" y="912"/>
                    <a:pt x="1783" y="864"/>
                    <a:pt x="1822" y="797"/>
                  </a:cubicBezTo>
                  <a:lnTo>
                    <a:pt x="2014" y="412"/>
                  </a:lnTo>
                  <a:cubicBezTo>
                    <a:pt x="2091" y="268"/>
                    <a:pt x="2014" y="95"/>
                    <a:pt x="1870" y="57"/>
                  </a:cubicBezTo>
                  <a:cubicBezTo>
                    <a:pt x="1745" y="18"/>
                    <a:pt x="1619" y="1"/>
                    <a:pt x="1494" y="1"/>
                  </a:cubicBezTo>
                  <a:close/>
                </a:path>
              </a:pathLst>
            </a:custGeom>
            <a:solidFill>
              <a:srgbClr val="C3CFD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769" name="Google Shape;17769;p45"/>
            <p:cNvSpPr/>
            <p:nvPr/>
          </p:nvSpPr>
          <p:spPr>
            <a:xfrm>
              <a:off x="8075309" y="2560349"/>
              <a:ext cx="53284" cy="31019"/>
            </a:xfrm>
            <a:custGeom>
              <a:rect b="b" l="l" r="r" t="t"/>
              <a:pathLst>
                <a:path extrusionOk="0" h="1187" w="2039">
                  <a:moveTo>
                    <a:pt x="1642" y="1"/>
                  </a:moveTo>
                  <a:cubicBezTo>
                    <a:pt x="1321" y="1"/>
                    <a:pt x="522" y="51"/>
                    <a:pt x="96" y="561"/>
                  </a:cubicBezTo>
                  <a:cubicBezTo>
                    <a:pt x="0" y="686"/>
                    <a:pt x="29" y="869"/>
                    <a:pt x="173" y="946"/>
                  </a:cubicBezTo>
                  <a:lnTo>
                    <a:pt x="548" y="1158"/>
                  </a:lnTo>
                  <a:cubicBezTo>
                    <a:pt x="577" y="1177"/>
                    <a:pt x="616" y="1186"/>
                    <a:pt x="644" y="1186"/>
                  </a:cubicBezTo>
                  <a:lnTo>
                    <a:pt x="654" y="1186"/>
                  </a:lnTo>
                  <a:cubicBezTo>
                    <a:pt x="866" y="1186"/>
                    <a:pt x="942" y="908"/>
                    <a:pt x="760" y="792"/>
                  </a:cubicBezTo>
                  <a:lnTo>
                    <a:pt x="567" y="696"/>
                  </a:lnTo>
                  <a:cubicBezTo>
                    <a:pt x="902" y="443"/>
                    <a:pt x="1420" y="415"/>
                    <a:pt x="1643" y="415"/>
                  </a:cubicBezTo>
                  <a:cubicBezTo>
                    <a:pt x="1708" y="415"/>
                    <a:pt x="1748" y="417"/>
                    <a:pt x="1750" y="417"/>
                  </a:cubicBezTo>
                  <a:cubicBezTo>
                    <a:pt x="2010" y="417"/>
                    <a:pt x="2039" y="42"/>
                    <a:pt x="1779" y="4"/>
                  </a:cubicBezTo>
                  <a:cubicBezTo>
                    <a:pt x="1770" y="4"/>
                    <a:pt x="1720" y="1"/>
                    <a:pt x="1642" y="1"/>
                  </a:cubicBezTo>
                  <a:close/>
                </a:path>
              </a:pathLst>
            </a:custGeom>
            <a:solidFill>
              <a:srgbClr val="C3CFD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7770" name="Google Shape;17770;p45"/>
          <p:cNvGrpSpPr/>
          <p:nvPr/>
        </p:nvGrpSpPr>
        <p:grpSpPr>
          <a:xfrm>
            <a:off x="7518687" y="2273262"/>
            <a:ext cx="360629" cy="294461"/>
            <a:chOff x="7518687" y="2457909"/>
            <a:chExt cx="360629" cy="294461"/>
          </a:xfrm>
        </p:grpSpPr>
        <p:sp>
          <p:nvSpPr>
            <p:cNvPr id="17771" name="Google Shape;17771;p45"/>
            <p:cNvSpPr/>
            <p:nvPr/>
          </p:nvSpPr>
          <p:spPr>
            <a:xfrm>
              <a:off x="7671222" y="2457909"/>
              <a:ext cx="55558" cy="265376"/>
            </a:xfrm>
            <a:custGeom>
              <a:rect b="b" l="l" r="r" t="t"/>
              <a:pathLst>
                <a:path extrusionOk="0" h="10155" w="2126">
                  <a:moveTo>
                    <a:pt x="1068" y="0"/>
                  </a:moveTo>
                  <a:cubicBezTo>
                    <a:pt x="1068" y="0"/>
                    <a:pt x="1" y="2433"/>
                    <a:pt x="1" y="4645"/>
                  </a:cubicBezTo>
                  <a:cubicBezTo>
                    <a:pt x="1" y="6866"/>
                    <a:pt x="1068" y="10155"/>
                    <a:pt x="1068" y="10155"/>
                  </a:cubicBezTo>
                  <a:cubicBezTo>
                    <a:pt x="1068" y="10155"/>
                    <a:pt x="2126" y="6866"/>
                    <a:pt x="2126" y="4645"/>
                  </a:cubicBezTo>
                  <a:cubicBezTo>
                    <a:pt x="2126" y="2433"/>
                    <a:pt x="1068" y="0"/>
                    <a:pt x="1068" y="0"/>
                  </a:cubicBezTo>
                  <a:close/>
                </a:path>
              </a:pathLst>
            </a:custGeom>
            <a:solidFill>
              <a:srgbClr val="CDD8D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772" name="Google Shape;17772;p45"/>
            <p:cNvSpPr/>
            <p:nvPr/>
          </p:nvSpPr>
          <p:spPr>
            <a:xfrm>
              <a:off x="7699106" y="2457909"/>
              <a:ext cx="27674" cy="265376"/>
            </a:xfrm>
            <a:custGeom>
              <a:rect b="b" l="l" r="r" t="t"/>
              <a:pathLst>
                <a:path extrusionOk="0" h="10155" w="1059">
                  <a:moveTo>
                    <a:pt x="1" y="0"/>
                  </a:moveTo>
                  <a:lnTo>
                    <a:pt x="1" y="10155"/>
                  </a:lnTo>
                  <a:cubicBezTo>
                    <a:pt x="1" y="10155"/>
                    <a:pt x="1059" y="6866"/>
                    <a:pt x="1059" y="4645"/>
                  </a:cubicBezTo>
                  <a:cubicBezTo>
                    <a:pt x="1059" y="2433"/>
                    <a:pt x="1" y="0"/>
                    <a:pt x="1" y="0"/>
                  </a:cubicBezTo>
                  <a:close/>
                </a:path>
              </a:pathLst>
            </a:custGeom>
            <a:solidFill>
              <a:srgbClr val="BECBD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773" name="Google Shape;17773;p45"/>
            <p:cNvSpPr/>
            <p:nvPr/>
          </p:nvSpPr>
          <p:spPr>
            <a:xfrm>
              <a:off x="7694088" y="2574251"/>
              <a:ext cx="9826" cy="149034"/>
            </a:xfrm>
            <a:custGeom>
              <a:rect b="b" l="l" r="r" t="t"/>
              <a:pathLst>
                <a:path extrusionOk="0" h="5703" w="376">
                  <a:moveTo>
                    <a:pt x="193" y="1"/>
                  </a:moveTo>
                  <a:cubicBezTo>
                    <a:pt x="106" y="1"/>
                    <a:pt x="39" y="3270"/>
                    <a:pt x="1" y="5078"/>
                  </a:cubicBezTo>
                  <a:cubicBezTo>
                    <a:pt x="116" y="5472"/>
                    <a:pt x="193" y="5703"/>
                    <a:pt x="193" y="5703"/>
                  </a:cubicBezTo>
                  <a:cubicBezTo>
                    <a:pt x="193" y="5703"/>
                    <a:pt x="260" y="5462"/>
                    <a:pt x="376" y="5078"/>
                  </a:cubicBezTo>
                  <a:cubicBezTo>
                    <a:pt x="347" y="3270"/>
                    <a:pt x="270" y="1"/>
                    <a:pt x="193" y="1"/>
                  </a:cubicBezTo>
                  <a:close/>
                </a:path>
              </a:pathLst>
            </a:custGeom>
            <a:solidFill>
              <a:srgbClr val="AFC0C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774" name="Google Shape;17774;p45"/>
            <p:cNvSpPr/>
            <p:nvPr/>
          </p:nvSpPr>
          <p:spPr>
            <a:xfrm>
              <a:off x="7554384" y="2551516"/>
              <a:ext cx="148014" cy="171769"/>
            </a:xfrm>
            <a:custGeom>
              <a:rect b="b" l="l" r="r" t="t"/>
              <a:pathLst>
                <a:path extrusionOk="0" h="6573" w="5664">
                  <a:moveTo>
                    <a:pt x="669" y="0"/>
                  </a:moveTo>
                  <a:cubicBezTo>
                    <a:pt x="446" y="0"/>
                    <a:pt x="222" y="20"/>
                    <a:pt x="0" y="63"/>
                  </a:cubicBezTo>
                  <a:cubicBezTo>
                    <a:pt x="846" y="899"/>
                    <a:pt x="856" y="1919"/>
                    <a:pt x="1885" y="2515"/>
                  </a:cubicBezTo>
                  <a:cubicBezTo>
                    <a:pt x="4270" y="3900"/>
                    <a:pt x="5116" y="5352"/>
                    <a:pt x="5539" y="6573"/>
                  </a:cubicBezTo>
                  <a:cubicBezTo>
                    <a:pt x="5664" y="4861"/>
                    <a:pt x="5020" y="2409"/>
                    <a:pt x="3760" y="1265"/>
                  </a:cubicBezTo>
                  <a:cubicBezTo>
                    <a:pt x="2940" y="525"/>
                    <a:pt x="1810" y="0"/>
                    <a:pt x="669" y="0"/>
                  </a:cubicBezTo>
                  <a:close/>
                </a:path>
              </a:pathLst>
            </a:custGeom>
            <a:solidFill>
              <a:srgbClr val="C7D2D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775" name="Google Shape;17775;p45"/>
            <p:cNvSpPr/>
            <p:nvPr/>
          </p:nvSpPr>
          <p:spPr>
            <a:xfrm>
              <a:off x="7554384" y="2553136"/>
              <a:ext cx="148014" cy="170149"/>
            </a:xfrm>
            <a:custGeom>
              <a:rect b="b" l="l" r="r" t="t"/>
              <a:pathLst>
                <a:path extrusionOk="0" h="6511" w="5664">
                  <a:moveTo>
                    <a:pt x="0" y="1"/>
                  </a:moveTo>
                  <a:cubicBezTo>
                    <a:pt x="846" y="837"/>
                    <a:pt x="856" y="1857"/>
                    <a:pt x="1885" y="2453"/>
                  </a:cubicBezTo>
                  <a:cubicBezTo>
                    <a:pt x="4270" y="3838"/>
                    <a:pt x="5116" y="5299"/>
                    <a:pt x="5539" y="6511"/>
                  </a:cubicBezTo>
                  <a:cubicBezTo>
                    <a:pt x="5664" y="4799"/>
                    <a:pt x="2837" y="433"/>
                    <a:pt x="0" y="1"/>
                  </a:cubicBezTo>
                  <a:close/>
                </a:path>
              </a:pathLst>
            </a:custGeom>
            <a:solidFill>
              <a:srgbClr val="B3C2C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776" name="Google Shape;17776;p45"/>
            <p:cNvSpPr/>
            <p:nvPr/>
          </p:nvSpPr>
          <p:spPr>
            <a:xfrm>
              <a:off x="7695604" y="2551516"/>
              <a:ext cx="148041" cy="171769"/>
            </a:xfrm>
            <a:custGeom>
              <a:rect b="b" l="l" r="r" t="t"/>
              <a:pathLst>
                <a:path extrusionOk="0" h="6573" w="5665">
                  <a:moveTo>
                    <a:pt x="4995" y="0"/>
                  </a:moveTo>
                  <a:cubicBezTo>
                    <a:pt x="3854" y="0"/>
                    <a:pt x="2725" y="525"/>
                    <a:pt x="1904" y="1265"/>
                  </a:cubicBezTo>
                  <a:cubicBezTo>
                    <a:pt x="645" y="2409"/>
                    <a:pt x="0" y="4861"/>
                    <a:pt x="135" y="6573"/>
                  </a:cubicBezTo>
                  <a:cubicBezTo>
                    <a:pt x="548" y="5352"/>
                    <a:pt x="1395" y="3900"/>
                    <a:pt x="3779" y="2515"/>
                  </a:cubicBezTo>
                  <a:cubicBezTo>
                    <a:pt x="4808" y="1919"/>
                    <a:pt x="4818" y="899"/>
                    <a:pt x="5664" y="63"/>
                  </a:cubicBezTo>
                  <a:cubicBezTo>
                    <a:pt x="5442" y="20"/>
                    <a:pt x="5219" y="0"/>
                    <a:pt x="4995" y="0"/>
                  </a:cubicBezTo>
                  <a:close/>
                </a:path>
              </a:pathLst>
            </a:custGeom>
            <a:solidFill>
              <a:srgbClr val="7D8F9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777" name="Google Shape;17777;p45"/>
            <p:cNvSpPr/>
            <p:nvPr/>
          </p:nvSpPr>
          <p:spPr>
            <a:xfrm>
              <a:off x="7695604" y="2553136"/>
              <a:ext cx="148041" cy="170149"/>
            </a:xfrm>
            <a:custGeom>
              <a:rect b="b" l="l" r="r" t="t"/>
              <a:pathLst>
                <a:path extrusionOk="0" h="6511" w="5665">
                  <a:moveTo>
                    <a:pt x="5664" y="1"/>
                  </a:moveTo>
                  <a:lnTo>
                    <a:pt x="5664" y="1"/>
                  </a:lnTo>
                  <a:cubicBezTo>
                    <a:pt x="2472" y="962"/>
                    <a:pt x="0" y="4799"/>
                    <a:pt x="135" y="6511"/>
                  </a:cubicBezTo>
                  <a:cubicBezTo>
                    <a:pt x="548" y="5299"/>
                    <a:pt x="1395" y="3838"/>
                    <a:pt x="3779" y="2453"/>
                  </a:cubicBezTo>
                  <a:cubicBezTo>
                    <a:pt x="4808" y="1857"/>
                    <a:pt x="4818" y="837"/>
                    <a:pt x="5664" y="1"/>
                  </a:cubicBezTo>
                  <a:close/>
                </a:path>
              </a:pathLst>
            </a:custGeom>
            <a:solidFill>
              <a:srgbClr val="7084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778" name="Google Shape;17778;p45"/>
            <p:cNvSpPr/>
            <p:nvPr/>
          </p:nvSpPr>
          <p:spPr>
            <a:xfrm>
              <a:off x="7518687" y="2588833"/>
              <a:ext cx="180445" cy="148772"/>
            </a:xfrm>
            <a:custGeom>
              <a:rect b="b" l="l" r="r" t="t"/>
              <a:pathLst>
                <a:path extrusionOk="0" h="5693" w="6905">
                  <a:moveTo>
                    <a:pt x="1" y="0"/>
                  </a:moveTo>
                  <a:lnTo>
                    <a:pt x="1" y="0"/>
                  </a:lnTo>
                  <a:cubicBezTo>
                    <a:pt x="1" y="0"/>
                    <a:pt x="106" y="1577"/>
                    <a:pt x="722" y="2270"/>
                  </a:cubicBezTo>
                  <a:cubicBezTo>
                    <a:pt x="722" y="2270"/>
                    <a:pt x="713" y="2269"/>
                    <a:pt x="698" y="2269"/>
                  </a:cubicBezTo>
                  <a:cubicBezTo>
                    <a:pt x="582" y="2269"/>
                    <a:pt x="94" y="2284"/>
                    <a:pt x="145" y="2539"/>
                  </a:cubicBezTo>
                  <a:cubicBezTo>
                    <a:pt x="193" y="2808"/>
                    <a:pt x="1106" y="3539"/>
                    <a:pt x="1193" y="3808"/>
                  </a:cubicBezTo>
                  <a:cubicBezTo>
                    <a:pt x="1193" y="3808"/>
                    <a:pt x="568" y="3943"/>
                    <a:pt x="722" y="4212"/>
                  </a:cubicBezTo>
                  <a:cubicBezTo>
                    <a:pt x="914" y="4558"/>
                    <a:pt x="1174" y="4866"/>
                    <a:pt x="1481" y="5116"/>
                  </a:cubicBezTo>
                  <a:cubicBezTo>
                    <a:pt x="1924" y="5471"/>
                    <a:pt x="2496" y="5692"/>
                    <a:pt x="3235" y="5692"/>
                  </a:cubicBezTo>
                  <a:cubicBezTo>
                    <a:pt x="3717" y="5692"/>
                    <a:pt x="4271" y="5598"/>
                    <a:pt x="4905" y="5385"/>
                  </a:cubicBezTo>
                  <a:cubicBezTo>
                    <a:pt x="5113" y="5313"/>
                    <a:pt x="5568" y="5294"/>
                    <a:pt x="5992" y="5294"/>
                  </a:cubicBezTo>
                  <a:cubicBezTo>
                    <a:pt x="6468" y="5294"/>
                    <a:pt x="6905" y="5318"/>
                    <a:pt x="6905" y="5318"/>
                  </a:cubicBezTo>
                  <a:cubicBezTo>
                    <a:pt x="6905" y="5318"/>
                    <a:pt x="6039" y="2260"/>
                    <a:pt x="3559" y="1741"/>
                  </a:cubicBezTo>
                  <a:lnTo>
                    <a:pt x="2049" y="1510"/>
                  </a:lnTo>
                  <a:cubicBezTo>
                    <a:pt x="1578" y="1423"/>
                    <a:pt x="1135" y="1183"/>
                    <a:pt x="808" y="837"/>
                  </a:cubicBezTo>
                  <a:lnTo>
                    <a:pt x="1" y="0"/>
                  </a:lnTo>
                  <a:close/>
                </a:path>
              </a:pathLst>
            </a:custGeom>
            <a:solidFill>
              <a:srgbClr val="BAC8D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779" name="Google Shape;17779;p45"/>
            <p:cNvSpPr/>
            <p:nvPr/>
          </p:nvSpPr>
          <p:spPr>
            <a:xfrm>
              <a:off x="7518687" y="2588833"/>
              <a:ext cx="180445" cy="138973"/>
            </a:xfrm>
            <a:custGeom>
              <a:rect b="b" l="l" r="r" t="t"/>
              <a:pathLst>
                <a:path extrusionOk="0" h="5318" w="6905">
                  <a:moveTo>
                    <a:pt x="1" y="0"/>
                  </a:moveTo>
                  <a:cubicBezTo>
                    <a:pt x="279" y="1760"/>
                    <a:pt x="2501" y="2135"/>
                    <a:pt x="2501" y="2135"/>
                  </a:cubicBezTo>
                  <a:cubicBezTo>
                    <a:pt x="4712" y="2597"/>
                    <a:pt x="5347" y="4837"/>
                    <a:pt x="5482" y="5308"/>
                  </a:cubicBezTo>
                  <a:cubicBezTo>
                    <a:pt x="5658" y="5297"/>
                    <a:pt x="5849" y="5293"/>
                    <a:pt x="6033" y="5293"/>
                  </a:cubicBezTo>
                  <a:cubicBezTo>
                    <a:pt x="6493" y="5293"/>
                    <a:pt x="6905" y="5318"/>
                    <a:pt x="6905" y="5318"/>
                  </a:cubicBezTo>
                  <a:cubicBezTo>
                    <a:pt x="6905" y="5318"/>
                    <a:pt x="6857" y="5174"/>
                    <a:pt x="6770" y="4933"/>
                  </a:cubicBezTo>
                  <a:lnTo>
                    <a:pt x="6732" y="4827"/>
                  </a:lnTo>
                  <a:cubicBezTo>
                    <a:pt x="6501" y="4270"/>
                    <a:pt x="6203" y="3731"/>
                    <a:pt x="5828" y="3250"/>
                  </a:cubicBezTo>
                  <a:cubicBezTo>
                    <a:pt x="5751" y="3154"/>
                    <a:pt x="5664" y="3049"/>
                    <a:pt x="5578" y="2943"/>
                  </a:cubicBezTo>
                  <a:cubicBezTo>
                    <a:pt x="5414" y="2770"/>
                    <a:pt x="5232" y="2597"/>
                    <a:pt x="5049" y="2452"/>
                  </a:cubicBezTo>
                  <a:cubicBezTo>
                    <a:pt x="4905" y="2337"/>
                    <a:pt x="4761" y="2241"/>
                    <a:pt x="4607" y="2145"/>
                  </a:cubicBezTo>
                  <a:cubicBezTo>
                    <a:pt x="4549" y="2106"/>
                    <a:pt x="4482" y="2077"/>
                    <a:pt x="4414" y="2039"/>
                  </a:cubicBezTo>
                  <a:cubicBezTo>
                    <a:pt x="4145" y="1904"/>
                    <a:pt x="3857" y="1798"/>
                    <a:pt x="3559" y="1741"/>
                  </a:cubicBezTo>
                  <a:lnTo>
                    <a:pt x="2049" y="1510"/>
                  </a:lnTo>
                  <a:cubicBezTo>
                    <a:pt x="1991" y="1500"/>
                    <a:pt x="1933" y="1491"/>
                    <a:pt x="1885" y="1471"/>
                  </a:cubicBezTo>
                  <a:cubicBezTo>
                    <a:pt x="1472" y="1366"/>
                    <a:pt x="1106" y="1145"/>
                    <a:pt x="818" y="837"/>
                  </a:cubicBezTo>
                  <a:lnTo>
                    <a:pt x="1" y="0"/>
                  </a:lnTo>
                  <a:close/>
                </a:path>
              </a:pathLst>
            </a:custGeom>
            <a:solidFill>
              <a:srgbClr val="95A6B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780" name="Google Shape;17780;p45"/>
            <p:cNvSpPr/>
            <p:nvPr/>
          </p:nvSpPr>
          <p:spPr>
            <a:xfrm>
              <a:off x="7699106" y="2588833"/>
              <a:ext cx="180210" cy="148772"/>
            </a:xfrm>
            <a:custGeom>
              <a:rect b="b" l="l" r="r" t="t"/>
              <a:pathLst>
                <a:path extrusionOk="0" h="5693" w="6896">
                  <a:moveTo>
                    <a:pt x="6896" y="0"/>
                  </a:moveTo>
                  <a:lnTo>
                    <a:pt x="6088" y="837"/>
                  </a:lnTo>
                  <a:cubicBezTo>
                    <a:pt x="5761" y="1183"/>
                    <a:pt x="5328" y="1423"/>
                    <a:pt x="4857" y="1510"/>
                  </a:cubicBezTo>
                  <a:lnTo>
                    <a:pt x="3338" y="1741"/>
                  </a:lnTo>
                  <a:cubicBezTo>
                    <a:pt x="866" y="2260"/>
                    <a:pt x="1" y="5318"/>
                    <a:pt x="1" y="5318"/>
                  </a:cubicBezTo>
                  <a:cubicBezTo>
                    <a:pt x="1" y="5318"/>
                    <a:pt x="435" y="5294"/>
                    <a:pt x="909" y="5294"/>
                  </a:cubicBezTo>
                  <a:cubicBezTo>
                    <a:pt x="1330" y="5294"/>
                    <a:pt x="1783" y="5313"/>
                    <a:pt x="1991" y="5385"/>
                  </a:cubicBezTo>
                  <a:cubicBezTo>
                    <a:pt x="2626" y="5598"/>
                    <a:pt x="3179" y="5692"/>
                    <a:pt x="3662" y="5692"/>
                  </a:cubicBezTo>
                  <a:cubicBezTo>
                    <a:pt x="4402" y="5692"/>
                    <a:pt x="4976" y="5471"/>
                    <a:pt x="5424" y="5116"/>
                  </a:cubicBezTo>
                  <a:cubicBezTo>
                    <a:pt x="5732" y="4866"/>
                    <a:pt x="5982" y="4558"/>
                    <a:pt x="6174" y="4212"/>
                  </a:cubicBezTo>
                  <a:cubicBezTo>
                    <a:pt x="6328" y="3943"/>
                    <a:pt x="5703" y="3808"/>
                    <a:pt x="5703" y="3808"/>
                  </a:cubicBezTo>
                  <a:cubicBezTo>
                    <a:pt x="5790" y="3539"/>
                    <a:pt x="6703" y="2808"/>
                    <a:pt x="6751" y="2539"/>
                  </a:cubicBezTo>
                  <a:cubicBezTo>
                    <a:pt x="6802" y="2284"/>
                    <a:pt x="6314" y="2269"/>
                    <a:pt x="6199" y="2269"/>
                  </a:cubicBezTo>
                  <a:cubicBezTo>
                    <a:pt x="6183" y="2269"/>
                    <a:pt x="6174" y="2270"/>
                    <a:pt x="6174" y="2270"/>
                  </a:cubicBezTo>
                  <a:cubicBezTo>
                    <a:pt x="6790" y="1577"/>
                    <a:pt x="6896" y="0"/>
                    <a:pt x="6896" y="0"/>
                  </a:cubicBezTo>
                  <a:close/>
                </a:path>
              </a:pathLst>
            </a:custGeom>
            <a:solidFill>
              <a:srgbClr val="BAC8D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781" name="Google Shape;17781;p45"/>
            <p:cNvSpPr/>
            <p:nvPr/>
          </p:nvSpPr>
          <p:spPr>
            <a:xfrm>
              <a:off x="7773244" y="2588833"/>
              <a:ext cx="106072" cy="148720"/>
            </a:xfrm>
            <a:custGeom>
              <a:rect b="b" l="l" r="r" t="t"/>
              <a:pathLst>
                <a:path extrusionOk="0" h="5691" w="4059">
                  <a:moveTo>
                    <a:pt x="4059" y="0"/>
                  </a:moveTo>
                  <a:lnTo>
                    <a:pt x="3251" y="837"/>
                  </a:lnTo>
                  <a:cubicBezTo>
                    <a:pt x="3049" y="1039"/>
                    <a:pt x="2828" y="1202"/>
                    <a:pt x="2578" y="1327"/>
                  </a:cubicBezTo>
                  <a:cubicBezTo>
                    <a:pt x="2568" y="2154"/>
                    <a:pt x="2510" y="3779"/>
                    <a:pt x="953" y="5116"/>
                  </a:cubicBezTo>
                  <a:cubicBezTo>
                    <a:pt x="683" y="5356"/>
                    <a:pt x="356" y="5520"/>
                    <a:pt x="1" y="5606"/>
                  </a:cubicBezTo>
                  <a:cubicBezTo>
                    <a:pt x="300" y="5664"/>
                    <a:pt x="578" y="5691"/>
                    <a:pt x="835" y="5691"/>
                  </a:cubicBezTo>
                  <a:cubicBezTo>
                    <a:pt x="1569" y="5691"/>
                    <a:pt x="2136" y="5472"/>
                    <a:pt x="2578" y="5116"/>
                  </a:cubicBezTo>
                  <a:cubicBezTo>
                    <a:pt x="2885" y="4866"/>
                    <a:pt x="3145" y="4558"/>
                    <a:pt x="3337" y="4212"/>
                  </a:cubicBezTo>
                  <a:cubicBezTo>
                    <a:pt x="3491" y="3943"/>
                    <a:pt x="2866" y="3808"/>
                    <a:pt x="2866" y="3808"/>
                  </a:cubicBezTo>
                  <a:cubicBezTo>
                    <a:pt x="2953" y="3539"/>
                    <a:pt x="3866" y="2808"/>
                    <a:pt x="3914" y="2539"/>
                  </a:cubicBezTo>
                  <a:cubicBezTo>
                    <a:pt x="3965" y="2284"/>
                    <a:pt x="3477" y="2269"/>
                    <a:pt x="3362" y="2269"/>
                  </a:cubicBezTo>
                  <a:cubicBezTo>
                    <a:pt x="3346" y="2269"/>
                    <a:pt x="3337" y="2270"/>
                    <a:pt x="3337" y="2270"/>
                  </a:cubicBezTo>
                  <a:cubicBezTo>
                    <a:pt x="3953" y="1577"/>
                    <a:pt x="4059" y="0"/>
                    <a:pt x="4059" y="0"/>
                  </a:cubicBezTo>
                  <a:close/>
                </a:path>
              </a:pathLst>
            </a:custGeom>
            <a:solidFill>
              <a:srgbClr val="95A6B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782" name="Google Shape;17782;p45"/>
            <p:cNvSpPr/>
            <p:nvPr/>
          </p:nvSpPr>
          <p:spPr>
            <a:xfrm>
              <a:off x="7693592" y="2625732"/>
              <a:ext cx="51298" cy="103093"/>
            </a:xfrm>
            <a:custGeom>
              <a:rect b="b" l="l" r="r" t="t"/>
              <a:pathLst>
                <a:path extrusionOk="0" h="3945" w="1963">
                  <a:moveTo>
                    <a:pt x="1861" y="0"/>
                  </a:moveTo>
                  <a:cubicBezTo>
                    <a:pt x="1727" y="0"/>
                    <a:pt x="0" y="2198"/>
                    <a:pt x="0" y="3733"/>
                  </a:cubicBezTo>
                  <a:cubicBezTo>
                    <a:pt x="0" y="3848"/>
                    <a:pt x="97" y="3944"/>
                    <a:pt x="212" y="3944"/>
                  </a:cubicBezTo>
                  <a:cubicBezTo>
                    <a:pt x="318" y="3944"/>
                    <a:pt x="414" y="3848"/>
                    <a:pt x="414" y="3733"/>
                  </a:cubicBezTo>
                  <a:cubicBezTo>
                    <a:pt x="414" y="2310"/>
                    <a:pt x="1962" y="69"/>
                    <a:pt x="1866" y="2"/>
                  </a:cubicBezTo>
                  <a:cubicBezTo>
                    <a:pt x="1865" y="1"/>
                    <a:pt x="1863" y="0"/>
                    <a:pt x="1861" y="0"/>
                  </a:cubicBezTo>
                  <a:close/>
                </a:path>
              </a:pathLst>
            </a:custGeom>
            <a:solidFill>
              <a:srgbClr val="6A7F9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783" name="Google Shape;17783;p45"/>
            <p:cNvSpPr/>
            <p:nvPr/>
          </p:nvSpPr>
          <p:spPr>
            <a:xfrm>
              <a:off x="7653139" y="2625732"/>
              <a:ext cx="51272" cy="103093"/>
            </a:xfrm>
            <a:custGeom>
              <a:rect b="b" l="l" r="r" t="t"/>
              <a:pathLst>
                <a:path extrusionOk="0" h="3945" w="1962">
                  <a:moveTo>
                    <a:pt x="102" y="0"/>
                  </a:moveTo>
                  <a:cubicBezTo>
                    <a:pt x="100" y="0"/>
                    <a:pt x="98" y="1"/>
                    <a:pt x="96" y="2"/>
                  </a:cubicBezTo>
                  <a:cubicBezTo>
                    <a:pt x="0" y="69"/>
                    <a:pt x="1548" y="2310"/>
                    <a:pt x="1548" y="3733"/>
                  </a:cubicBezTo>
                  <a:cubicBezTo>
                    <a:pt x="1548" y="3848"/>
                    <a:pt x="1645" y="3944"/>
                    <a:pt x="1760" y="3944"/>
                  </a:cubicBezTo>
                  <a:cubicBezTo>
                    <a:pt x="1875" y="3944"/>
                    <a:pt x="1962" y="3848"/>
                    <a:pt x="1962" y="3733"/>
                  </a:cubicBezTo>
                  <a:cubicBezTo>
                    <a:pt x="1962" y="2189"/>
                    <a:pt x="244" y="0"/>
                    <a:pt x="102" y="0"/>
                  </a:cubicBezTo>
                  <a:close/>
                </a:path>
              </a:pathLst>
            </a:custGeom>
            <a:solidFill>
              <a:srgbClr val="8FA1B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784" name="Google Shape;17784;p45"/>
            <p:cNvSpPr/>
            <p:nvPr/>
          </p:nvSpPr>
          <p:spPr>
            <a:xfrm>
              <a:off x="7677494" y="2691168"/>
              <a:ext cx="43014" cy="61202"/>
            </a:xfrm>
            <a:custGeom>
              <a:rect b="b" l="l" r="r" t="t"/>
              <a:pathLst>
                <a:path extrusionOk="0" h="2342" w="1646">
                  <a:moveTo>
                    <a:pt x="823" y="0"/>
                  </a:moveTo>
                  <a:cubicBezTo>
                    <a:pt x="777" y="0"/>
                    <a:pt x="732" y="12"/>
                    <a:pt x="693" y="36"/>
                  </a:cubicBezTo>
                  <a:lnTo>
                    <a:pt x="174" y="306"/>
                  </a:lnTo>
                  <a:cubicBezTo>
                    <a:pt x="49" y="363"/>
                    <a:pt x="1" y="508"/>
                    <a:pt x="49" y="633"/>
                  </a:cubicBezTo>
                  <a:lnTo>
                    <a:pt x="732" y="2277"/>
                  </a:lnTo>
                  <a:cubicBezTo>
                    <a:pt x="751" y="2320"/>
                    <a:pt x="787" y="2342"/>
                    <a:pt x="823" y="2342"/>
                  </a:cubicBezTo>
                  <a:cubicBezTo>
                    <a:pt x="859" y="2342"/>
                    <a:pt x="895" y="2320"/>
                    <a:pt x="914" y="2277"/>
                  </a:cubicBezTo>
                  <a:lnTo>
                    <a:pt x="1597" y="633"/>
                  </a:lnTo>
                  <a:cubicBezTo>
                    <a:pt x="1645" y="508"/>
                    <a:pt x="1597" y="363"/>
                    <a:pt x="1472" y="306"/>
                  </a:cubicBezTo>
                  <a:lnTo>
                    <a:pt x="953" y="36"/>
                  </a:lnTo>
                  <a:cubicBezTo>
                    <a:pt x="914" y="12"/>
                    <a:pt x="869" y="0"/>
                    <a:pt x="823" y="0"/>
                  </a:cubicBezTo>
                  <a:close/>
                </a:path>
              </a:pathLst>
            </a:custGeom>
            <a:solidFill>
              <a:srgbClr val="CDD8D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785" name="Google Shape;17785;p45"/>
            <p:cNvSpPr/>
            <p:nvPr/>
          </p:nvSpPr>
          <p:spPr>
            <a:xfrm>
              <a:off x="7699106" y="2691351"/>
              <a:ext cx="21403" cy="60836"/>
            </a:xfrm>
            <a:custGeom>
              <a:rect b="b" l="l" r="r" t="t"/>
              <a:pathLst>
                <a:path extrusionOk="0" h="2328" w="819">
                  <a:moveTo>
                    <a:pt x="1" y="1"/>
                  </a:moveTo>
                  <a:lnTo>
                    <a:pt x="1" y="2328"/>
                  </a:lnTo>
                  <a:cubicBezTo>
                    <a:pt x="39" y="2328"/>
                    <a:pt x="68" y="2308"/>
                    <a:pt x="87" y="2270"/>
                  </a:cubicBezTo>
                  <a:lnTo>
                    <a:pt x="770" y="626"/>
                  </a:lnTo>
                  <a:cubicBezTo>
                    <a:pt x="818" y="501"/>
                    <a:pt x="770" y="356"/>
                    <a:pt x="645" y="299"/>
                  </a:cubicBezTo>
                  <a:lnTo>
                    <a:pt x="136" y="29"/>
                  </a:lnTo>
                  <a:cubicBezTo>
                    <a:pt x="87" y="10"/>
                    <a:pt x="39" y="1"/>
                    <a:pt x="1" y="1"/>
                  </a:cubicBezTo>
                  <a:close/>
                </a:path>
              </a:pathLst>
            </a:custGeom>
            <a:solidFill>
              <a:srgbClr val="BECBD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786" name="Google Shape;17786;p45"/>
            <p:cNvSpPr/>
            <p:nvPr/>
          </p:nvSpPr>
          <p:spPr>
            <a:xfrm>
              <a:off x="7575734" y="2657745"/>
              <a:ext cx="88981" cy="53493"/>
            </a:xfrm>
            <a:custGeom>
              <a:rect b="b" l="l" r="r" t="t"/>
              <a:pathLst>
                <a:path extrusionOk="0" h="2047" w="3405">
                  <a:moveTo>
                    <a:pt x="1328" y="0"/>
                  </a:moveTo>
                  <a:cubicBezTo>
                    <a:pt x="702" y="0"/>
                    <a:pt x="155" y="303"/>
                    <a:pt x="125" y="325"/>
                  </a:cubicBezTo>
                  <a:cubicBezTo>
                    <a:pt x="39" y="373"/>
                    <a:pt x="0" y="488"/>
                    <a:pt x="39" y="585"/>
                  </a:cubicBezTo>
                  <a:cubicBezTo>
                    <a:pt x="58" y="633"/>
                    <a:pt x="472" y="1546"/>
                    <a:pt x="1308" y="1883"/>
                  </a:cubicBezTo>
                  <a:cubicBezTo>
                    <a:pt x="1510" y="1969"/>
                    <a:pt x="1722" y="2008"/>
                    <a:pt x="1943" y="2008"/>
                  </a:cubicBezTo>
                  <a:cubicBezTo>
                    <a:pt x="2299" y="1998"/>
                    <a:pt x="2654" y="1921"/>
                    <a:pt x="2991" y="1777"/>
                  </a:cubicBezTo>
                  <a:cubicBezTo>
                    <a:pt x="2991" y="1777"/>
                    <a:pt x="3326" y="2046"/>
                    <a:pt x="3364" y="2046"/>
                  </a:cubicBezTo>
                  <a:cubicBezTo>
                    <a:pt x="3365" y="2046"/>
                    <a:pt x="3366" y="2046"/>
                    <a:pt x="3366" y="2046"/>
                  </a:cubicBezTo>
                  <a:cubicBezTo>
                    <a:pt x="3405" y="2027"/>
                    <a:pt x="3405" y="1912"/>
                    <a:pt x="3376" y="1787"/>
                  </a:cubicBezTo>
                  <a:cubicBezTo>
                    <a:pt x="3328" y="1537"/>
                    <a:pt x="3222" y="1306"/>
                    <a:pt x="3078" y="1094"/>
                  </a:cubicBezTo>
                  <a:cubicBezTo>
                    <a:pt x="2856" y="787"/>
                    <a:pt x="2472" y="325"/>
                    <a:pt x="1943" y="113"/>
                  </a:cubicBezTo>
                  <a:cubicBezTo>
                    <a:pt x="1739" y="32"/>
                    <a:pt x="1530" y="0"/>
                    <a:pt x="1328" y="0"/>
                  </a:cubicBezTo>
                  <a:close/>
                </a:path>
              </a:pathLst>
            </a:custGeom>
            <a:solidFill>
              <a:srgbClr val="95A6B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787" name="Google Shape;17787;p45"/>
            <p:cNvSpPr/>
            <p:nvPr/>
          </p:nvSpPr>
          <p:spPr>
            <a:xfrm>
              <a:off x="7581771" y="2663128"/>
              <a:ext cx="74661" cy="41446"/>
            </a:xfrm>
            <a:custGeom>
              <a:rect b="b" l="l" r="r" t="t"/>
              <a:pathLst>
                <a:path extrusionOk="0" h="1586" w="2857">
                  <a:moveTo>
                    <a:pt x="1100" y="1"/>
                  </a:moveTo>
                  <a:cubicBezTo>
                    <a:pt x="517" y="1"/>
                    <a:pt x="0" y="302"/>
                    <a:pt x="0" y="302"/>
                  </a:cubicBezTo>
                  <a:cubicBezTo>
                    <a:pt x="0" y="302"/>
                    <a:pt x="394" y="1177"/>
                    <a:pt x="1154" y="1484"/>
                  </a:cubicBezTo>
                  <a:cubicBezTo>
                    <a:pt x="1336" y="1558"/>
                    <a:pt x="1527" y="1586"/>
                    <a:pt x="1714" y="1586"/>
                  </a:cubicBezTo>
                  <a:cubicBezTo>
                    <a:pt x="2310" y="1586"/>
                    <a:pt x="2856" y="1302"/>
                    <a:pt x="2856" y="1302"/>
                  </a:cubicBezTo>
                  <a:cubicBezTo>
                    <a:pt x="2856" y="1302"/>
                    <a:pt x="2395" y="407"/>
                    <a:pt x="1635" y="100"/>
                  </a:cubicBezTo>
                  <a:cubicBezTo>
                    <a:pt x="1459" y="28"/>
                    <a:pt x="1276" y="1"/>
                    <a:pt x="1100" y="1"/>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788" name="Google Shape;17788;p45"/>
            <p:cNvSpPr/>
            <p:nvPr/>
          </p:nvSpPr>
          <p:spPr>
            <a:xfrm>
              <a:off x="7733287" y="2657745"/>
              <a:ext cx="88981" cy="53493"/>
            </a:xfrm>
            <a:custGeom>
              <a:rect b="b" l="l" r="r" t="t"/>
              <a:pathLst>
                <a:path extrusionOk="0" h="2047" w="3405">
                  <a:moveTo>
                    <a:pt x="2077" y="0"/>
                  </a:moveTo>
                  <a:cubicBezTo>
                    <a:pt x="1875" y="0"/>
                    <a:pt x="1666" y="32"/>
                    <a:pt x="1462" y="113"/>
                  </a:cubicBezTo>
                  <a:cubicBezTo>
                    <a:pt x="933" y="325"/>
                    <a:pt x="549" y="787"/>
                    <a:pt x="337" y="1094"/>
                  </a:cubicBezTo>
                  <a:cubicBezTo>
                    <a:pt x="183" y="1306"/>
                    <a:pt x="87" y="1537"/>
                    <a:pt x="30" y="1787"/>
                  </a:cubicBezTo>
                  <a:cubicBezTo>
                    <a:pt x="10" y="1912"/>
                    <a:pt x="1" y="2027"/>
                    <a:pt x="39" y="2046"/>
                  </a:cubicBezTo>
                  <a:cubicBezTo>
                    <a:pt x="40" y="2046"/>
                    <a:pt x="40" y="2046"/>
                    <a:pt x="41" y="2046"/>
                  </a:cubicBezTo>
                  <a:cubicBezTo>
                    <a:pt x="80" y="2046"/>
                    <a:pt x="414" y="1777"/>
                    <a:pt x="414" y="1777"/>
                  </a:cubicBezTo>
                  <a:cubicBezTo>
                    <a:pt x="751" y="1921"/>
                    <a:pt x="1107" y="1998"/>
                    <a:pt x="1462" y="2008"/>
                  </a:cubicBezTo>
                  <a:cubicBezTo>
                    <a:pt x="1684" y="2008"/>
                    <a:pt x="1905" y="1969"/>
                    <a:pt x="2107" y="1883"/>
                  </a:cubicBezTo>
                  <a:cubicBezTo>
                    <a:pt x="2934" y="1546"/>
                    <a:pt x="3347" y="633"/>
                    <a:pt x="3366" y="585"/>
                  </a:cubicBezTo>
                  <a:cubicBezTo>
                    <a:pt x="3405" y="488"/>
                    <a:pt x="3376" y="373"/>
                    <a:pt x="3280" y="325"/>
                  </a:cubicBezTo>
                  <a:cubicBezTo>
                    <a:pt x="3251" y="303"/>
                    <a:pt x="2704" y="0"/>
                    <a:pt x="2077" y="0"/>
                  </a:cubicBezTo>
                  <a:close/>
                </a:path>
              </a:pathLst>
            </a:custGeom>
            <a:solidFill>
              <a:srgbClr val="95A6B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789" name="Google Shape;17789;p45"/>
            <p:cNvSpPr/>
            <p:nvPr/>
          </p:nvSpPr>
          <p:spPr>
            <a:xfrm>
              <a:off x="7741597" y="2663128"/>
              <a:ext cx="74634" cy="41446"/>
            </a:xfrm>
            <a:custGeom>
              <a:rect b="b" l="l" r="r" t="t"/>
              <a:pathLst>
                <a:path extrusionOk="0" h="1586" w="2856">
                  <a:moveTo>
                    <a:pt x="1756" y="1"/>
                  </a:moveTo>
                  <a:cubicBezTo>
                    <a:pt x="1580" y="1"/>
                    <a:pt x="1397" y="28"/>
                    <a:pt x="1221" y="100"/>
                  </a:cubicBezTo>
                  <a:cubicBezTo>
                    <a:pt x="462" y="407"/>
                    <a:pt x="0" y="1302"/>
                    <a:pt x="0" y="1302"/>
                  </a:cubicBezTo>
                  <a:cubicBezTo>
                    <a:pt x="0" y="1302"/>
                    <a:pt x="552" y="1586"/>
                    <a:pt x="1150" y="1586"/>
                  </a:cubicBezTo>
                  <a:cubicBezTo>
                    <a:pt x="1338" y="1586"/>
                    <a:pt x="1530" y="1558"/>
                    <a:pt x="1712" y="1484"/>
                  </a:cubicBezTo>
                  <a:cubicBezTo>
                    <a:pt x="2471" y="1177"/>
                    <a:pt x="2856" y="302"/>
                    <a:pt x="2856" y="302"/>
                  </a:cubicBezTo>
                  <a:cubicBezTo>
                    <a:pt x="2856" y="302"/>
                    <a:pt x="2340" y="1"/>
                    <a:pt x="1756" y="1"/>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7790" name="Google Shape;17790;p45"/>
          <p:cNvGrpSpPr/>
          <p:nvPr/>
        </p:nvGrpSpPr>
        <p:grpSpPr>
          <a:xfrm>
            <a:off x="7086220" y="1796919"/>
            <a:ext cx="343799" cy="360525"/>
            <a:chOff x="7086220" y="1981566"/>
            <a:chExt cx="343799" cy="360525"/>
          </a:xfrm>
        </p:grpSpPr>
        <p:sp>
          <p:nvSpPr>
            <p:cNvPr id="17791" name="Google Shape;17791;p45"/>
            <p:cNvSpPr/>
            <p:nvPr/>
          </p:nvSpPr>
          <p:spPr>
            <a:xfrm>
              <a:off x="7111098" y="2115156"/>
              <a:ext cx="222414" cy="226935"/>
            </a:xfrm>
            <a:custGeom>
              <a:rect b="b" l="l" r="r" t="t"/>
              <a:pathLst>
                <a:path extrusionOk="0" h="8684" w="8511">
                  <a:moveTo>
                    <a:pt x="1279" y="0"/>
                  </a:moveTo>
                  <a:cubicBezTo>
                    <a:pt x="1279" y="4116"/>
                    <a:pt x="0" y="7837"/>
                    <a:pt x="0" y="7837"/>
                  </a:cubicBezTo>
                  <a:cubicBezTo>
                    <a:pt x="0" y="7847"/>
                    <a:pt x="0" y="7856"/>
                    <a:pt x="0" y="7876"/>
                  </a:cubicBezTo>
                  <a:cubicBezTo>
                    <a:pt x="0" y="8318"/>
                    <a:pt x="1904" y="8683"/>
                    <a:pt x="4251" y="8683"/>
                  </a:cubicBezTo>
                  <a:cubicBezTo>
                    <a:pt x="6607" y="8683"/>
                    <a:pt x="8511" y="8328"/>
                    <a:pt x="8511" y="7876"/>
                  </a:cubicBezTo>
                  <a:cubicBezTo>
                    <a:pt x="8511" y="7856"/>
                    <a:pt x="8511" y="7847"/>
                    <a:pt x="8511" y="7837"/>
                  </a:cubicBezTo>
                  <a:lnTo>
                    <a:pt x="8501" y="7837"/>
                  </a:lnTo>
                  <a:cubicBezTo>
                    <a:pt x="8501" y="7837"/>
                    <a:pt x="7222" y="4116"/>
                    <a:pt x="7222" y="0"/>
                  </a:cubicBezTo>
                  <a:close/>
                </a:path>
              </a:pathLst>
            </a:custGeom>
            <a:solidFill>
              <a:srgbClr val="3D546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792" name="Google Shape;17792;p45"/>
            <p:cNvSpPr/>
            <p:nvPr/>
          </p:nvSpPr>
          <p:spPr>
            <a:xfrm>
              <a:off x="7111098" y="2115156"/>
              <a:ext cx="222414" cy="226673"/>
            </a:xfrm>
            <a:custGeom>
              <a:rect b="b" l="l" r="r" t="t"/>
              <a:pathLst>
                <a:path extrusionOk="0" h="8674" w="8511">
                  <a:moveTo>
                    <a:pt x="5760" y="0"/>
                  </a:moveTo>
                  <a:cubicBezTo>
                    <a:pt x="5760" y="2356"/>
                    <a:pt x="6174" y="4587"/>
                    <a:pt x="6539" y="6058"/>
                  </a:cubicBezTo>
                  <a:cubicBezTo>
                    <a:pt x="6780" y="7049"/>
                    <a:pt x="6049" y="8001"/>
                    <a:pt x="5030" y="8029"/>
                  </a:cubicBezTo>
                  <a:cubicBezTo>
                    <a:pt x="4799" y="8039"/>
                    <a:pt x="4539" y="8039"/>
                    <a:pt x="4260" y="8039"/>
                  </a:cubicBezTo>
                  <a:cubicBezTo>
                    <a:pt x="2270" y="8039"/>
                    <a:pt x="597" y="7779"/>
                    <a:pt x="135" y="7424"/>
                  </a:cubicBezTo>
                  <a:cubicBezTo>
                    <a:pt x="58" y="7693"/>
                    <a:pt x="0" y="7837"/>
                    <a:pt x="0" y="7837"/>
                  </a:cubicBezTo>
                  <a:cubicBezTo>
                    <a:pt x="0" y="7847"/>
                    <a:pt x="0" y="7856"/>
                    <a:pt x="0" y="7876"/>
                  </a:cubicBezTo>
                  <a:cubicBezTo>
                    <a:pt x="0" y="8270"/>
                    <a:pt x="1520" y="8606"/>
                    <a:pt x="3520" y="8674"/>
                  </a:cubicBezTo>
                  <a:lnTo>
                    <a:pt x="4260" y="8674"/>
                  </a:lnTo>
                  <a:cubicBezTo>
                    <a:pt x="6607" y="8674"/>
                    <a:pt x="8511" y="8308"/>
                    <a:pt x="8511" y="7866"/>
                  </a:cubicBezTo>
                  <a:cubicBezTo>
                    <a:pt x="8511" y="7847"/>
                    <a:pt x="8511" y="7837"/>
                    <a:pt x="8511" y="7818"/>
                  </a:cubicBezTo>
                  <a:lnTo>
                    <a:pt x="8501" y="7837"/>
                  </a:lnTo>
                  <a:lnTo>
                    <a:pt x="8501" y="7827"/>
                  </a:lnTo>
                  <a:lnTo>
                    <a:pt x="8501" y="7818"/>
                  </a:lnTo>
                  <a:cubicBezTo>
                    <a:pt x="8491" y="7779"/>
                    <a:pt x="8443" y="7635"/>
                    <a:pt x="8386" y="7433"/>
                  </a:cubicBezTo>
                  <a:cubicBezTo>
                    <a:pt x="8059" y="6356"/>
                    <a:pt x="7232" y="3308"/>
                    <a:pt x="7232" y="0"/>
                  </a:cubicBezTo>
                  <a:close/>
                </a:path>
              </a:pathLst>
            </a:custGeom>
            <a:solidFill>
              <a:srgbClr val="2D476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793" name="Google Shape;17793;p45"/>
            <p:cNvSpPr/>
            <p:nvPr/>
          </p:nvSpPr>
          <p:spPr>
            <a:xfrm>
              <a:off x="7140236" y="2115156"/>
              <a:ext cx="163616" cy="73641"/>
            </a:xfrm>
            <a:custGeom>
              <a:rect b="b" l="l" r="r" t="t"/>
              <a:pathLst>
                <a:path extrusionOk="0" h="2818" w="6261">
                  <a:moveTo>
                    <a:pt x="155" y="0"/>
                  </a:moveTo>
                  <a:cubicBezTo>
                    <a:pt x="155" y="865"/>
                    <a:pt x="107" y="1731"/>
                    <a:pt x="1" y="2596"/>
                  </a:cubicBezTo>
                  <a:cubicBezTo>
                    <a:pt x="1039" y="2741"/>
                    <a:pt x="2088" y="2818"/>
                    <a:pt x="3136" y="2818"/>
                  </a:cubicBezTo>
                  <a:cubicBezTo>
                    <a:pt x="4184" y="2818"/>
                    <a:pt x="5222" y="2741"/>
                    <a:pt x="6261" y="2596"/>
                  </a:cubicBezTo>
                  <a:cubicBezTo>
                    <a:pt x="6165" y="1731"/>
                    <a:pt x="6107" y="865"/>
                    <a:pt x="6107" y="0"/>
                  </a:cubicBezTo>
                  <a:close/>
                </a:path>
              </a:pathLst>
            </a:custGeom>
            <a:solidFill>
              <a:srgbClr val="7084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794" name="Google Shape;17794;p45"/>
            <p:cNvSpPr/>
            <p:nvPr/>
          </p:nvSpPr>
          <p:spPr>
            <a:xfrm>
              <a:off x="7261622" y="2115156"/>
              <a:ext cx="42230" cy="71891"/>
            </a:xfrm>
            <a:custGeom>
              <a:rect b="b" l="l" r="r" t="t"/>
              <a:pathLst>
                <a:path extrusionOk="0" h="2751" w="1616">
                  <a:moveTo>
                    <a:pt x="0" y="0"/>
                  </a:moveTo>
                  <a:cubicBezTo>
                    <a:pt x="0" y="923"/>
                    <a:pt x="58" y="1837"/>
                    <a:pt x="173" y="2750"/>
                  </a:cubicBezTo>
                  <a:cubicBezTo>
                    <a:pt x="683" y="2721"/>
                    <a:pt x="1174" y="2664"/>
                    <a:pt x="1616" y="2596"/>
                  </a:cubicBezTo>
                  <a:cubicBezTo>
                    <a:pt x="1587" y="2289"/>
                    <a:pt x="1558" y="1971"/>
                    <a:pt x="1529" y="1654"/>
                  </a:cubicBezTo>
                  <a:lnTo>
                    <a:pt x="1529" y="1644"/>
                  </a:lnTo>
                  <a:cubicBezTo>
                    <a:pt x="1520" y="1539"/>
                    <a:pt x="1510" y="1442"/>
                    <a:pt x="1510" y="1337"/>
                  </a:cubicBezTo>
                  <a:lnTo>
                    <a:pt x="1510" y="1317"/>
                  </a:lnTo>
                  <a:cubicBezTo>
                    <a:pt x="1501" y="1212"/>
                    <a:pt x="1501" y="1115"/>
                    <a:pt x="1491" y="1019"/>
                  </a:cubicBezTo>
                  <a:lnTo>
                    <a:pt x="1491" y="981"/>
                  </a:lnTo>
                  <a:cubicBezTo>
                    <a:pt x="1491" y="885"/>
                    <a:pt x="1481" y="779"/>
                    <a:pt x="1481" y="683"/>
                  </a:cubicBezTo>
                  <a:lnTo>
                    <a:pt x="1481" y="654"/>
                  </a:lnTo>
                  <a:cubicBezTo>
                    <a:pt x="1481" y="548"/>
                    <a:pt x="1481" y="452"/>
                    <a:pt x="1472" y="346"/>
                  </a:cubicBezTo>
                  <a:lnTo>
                    <a:pt x="1472" y="327"/>
                  </a:lnTo>
                  <a:lnTo>
                    <a:pt x="1472" y="0"/>
                  </a:lnTo>
                  <a:close/>
                </a:path>
              </a:pathLst>
            </a:custGeom>
            <a:solidFill>
              <a:srgbClr val="5F758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795" name="Google Shape;17795;p45"/>
            <p:cNvSpPr/>
            <p:nvPr/>
          </p:nvSpPr>
          <p:spPr>
            <a:xfrm>
              <a:off x="7086220" y="2087743"/>
              <a:ext cx="271909" cy="65619"/>
            </a:xfrm>
            <a:custGeom>
              <a:rect b="b" l="l" r="r" t="t"/>
              <a:pathLst>
                <a:path extrusionOk="0" h="2511" w="10405">
                  <a:moveTo>
                    <a:pt x="5203" y="1"/>
                  </a:moveTo>
                  <a:cubicBezTo>
                    <a:pt x="2327" y="1"/>
                    <a:pt x="0" y="568"/>
                    <a:pt x="0" y="1261"/>
                  </a:cubicBezTo>
                  <a:cubicBezTo>
                    <a:pt x="0" y="1953"/>
                    <a:pt x="2327" y="2511"/>
                    <a:pt x="5203" y="2511"/>
                  </a:cubicBezTo>
                  <a:cubicBezTo>
                    <a:pt x="8078" y="2511"/>
                    <a:pt x="10405" y="1953"/>
                    <a:pt x="10405" y="1261"/>
                  </a:cubicBezTo>
                  <a:cubicBezTo>
                    <a:pt x="10405" y="568"/>
                    <a:pt x="8078" y="1"/>
                    <a:pt x="5203" y="1"/>
                  </a:cubicBezTo>
                  <a:close/>
                </a:path>
              </a:pathLst>
            </a:custGeom>
            <a:solidFill>
              <a:srgbClr val="30496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796" name="Google Shape;17796;p45"/>
            <p:cNvSpPr/>
            <p:nvPr/>
          </p:nvSpPr>
          <p:spPr>
            <a:xfrm>
              <a:off x="7125916" y="2108622"/>
              <a:ext cx="192518" cy="23911"/>
            </a:xfrm>
            <a:custGeom>
              <a:rect b="b" l="l" r="r" t="t"/>
              <a:pathLst>
                <a:path extrusionOk="0" h="915" w="7367">
                  <a:moveTo>
                    <a:pt x="3684" y="0"/>
                  </a:moveTo>
                  <a:cubicBezTo>
                    <a:pt x="2652" y="0"/>
                    <a:pt x="1621" y="87"/>
                    <a:pt x="597" y="260"/>
                  </a:cubicBezTo>
                  <a:cubicBezTo>
                    <a:pt x="405" y="298"/>
                    <a:pt x="232" y="337"/>
                    <a:pt x="87" y="375"/>
                  </a:cubicBezTo>
                  <a:cubicBezTo>
                    <a:pt x="1" y="394"/>
                    <a:pt x="1" y="519"/>
                    <a:pt x="87" y="548"/>
                  </a:cubicBezTo>
                  <a:cubicBezTo>
                    <a:pt x="232" y="587"/>
                    <a:pt x="405" y="625"/>
                    <a:pt x="597" y="664"/>
                  </a:cubicBezTo>
                  <a:cubicBezTo>
                    <a:pt x="1565" y="828"/>
                    <a:pt x="2542" y="914"/>
                    <a:pt x="3528" y="914"/>
                  </a:cubicBezTo>
                  <a:cubicBezTo>
                    <a:pt x="3580" y="914"/>
                    <a:pt x="3632" y="914"/>
                    <a:pt x="3684" y="914"/>
                  </a:cubicBezTo>
                  <a:cubicBezTo>
                    <a:pt x="3736" y="914"/>
                    <a:pt x="3788" y="914"/>
                    <a:pt x="3840" y="914"/>
                  </a:cubicBezTo>
                  <a:cubicBezTo>
                    <a:pt x="4825" y="914"/>
                    <a:pt x="5802" y="828"/>
                    <a:pt x="6770" y="664"/>
                  </a:cubicBezTo>
                  <a:cubicBezTo>
                    <a:pt x="6963" y="625"/>
                    <a:pt x="7136" y="587"/>
                    <a:pt x="7280" y="548"/>
                  </a:cubicBezTo>
                  <a:cubicBezTo>
                    <a:pt x="7367" y="519"/>
                    <a:pt x="7367" y="394"/>
                    <a:pt x="7280" y="375"/>
                  </a:cubicBezTo>
                  <a:cubicBezTo>
                    <a:pt x="7136" y="337"/>
                    <a:pt x="6963" y="298"/>
                    <a:pt x="6770" y="260"/>
                  </a:cubicBezTo>
                  <a:cubicBezTo>
                    <a:pt x="5746" y="87"/>
                    <a:pt x="4715" y="0"/>
                    <a:pt x="3684" y="0"/>
                  </a:cubicBezTo>
                  <a:close/>
                </a:path>
              </a:pathLst>
            </a:custGeom>
            <a:solidFill>
              <a:srgbClr val="223D5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797" name="Google Shape;17797;p45"/>
            <p:cNvSpPr/>
            <p:nvPr/>
          </p:nvSpPr>
          <p:spPr>
            <a:xfrm>
              <a:off x="7182701" y="1981566"/>
              <a:ext cx="247318" cy="90758"/>
            </a:xfrm>
            <a:custGeom>
              <a:rect b="b" l="l" r="r" t="t"/>
              <a:pathLst>
                <a:path extrusionOk="0" h="3473" w="9464">
                  <a:moveTo>
                    <a:pt x="8979" y="1"/>
                  </a:moveTo>
                  <a:cubicBezTo>
                    <a:pt x="8961" y="1"/>
                    <a:pt x="8943" y="2"/>
                    <a:pt x="8925" y="6"/>
                  </a:cubicBezTo>
                  <a:lnTo>
                    <a:pt x="203" y="2843"/>
                  </a:lnTo>
                  <a:cubicBezTo>
                    <a:pt x="68" y="2910"/>
                    <a:pt x="1" y="3073"/>
                    <a:pt x="49" y="3218"/>
                  </a:cubicBezTo>
                  <a:lnTo>
                    <a:pt x="59" y="3237"/>
                  </a:lnTo>
                  <a:cubicBezTo>
                    <a:pt x="84" y="3374"/>
                    <a:pt x="209" y="3472"/>
                    <a:pt x="344" y="3472"/>
                  </a:cubicBezTo>
                  <a:cubicBezTo>
                    <a:pt x="361" y="3472"/>
                    <a:pt x="378" y="3471"/>
                    <a:pt x="395" y="3468"/>
                  </a:cubicBezTo>
                  <a:lnTo>
                    <a:pt x="9242" y="1093"/>
                  </a:lnTo>
                  <a:cubicBezTo>
                    <a:pt x="9386" y="1035"/>
                    <a:pt x="9463" y="862"/>
                    <a:pt x="9405" y="718"/>
                  </a:cubicBezTo>
                  <a:lnTo>
                    <a:pt x="9261" y="237"/>
                  </a:lnTo>
                  <a:cubicBezTo>
                    <a:pt x="9236" y="93"/>
                    <a:pt x="9113" y="1"/>
                    <a:pt x="8979" y="1"/>
                  </a:cubicBezTo>
                  <a:close/>
                </a:path>
              </a:pathLst>
            </a:custGeom>
            <a:solidFill>
              <a:srgbClr val="41586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798" name="Google Shape;17798;p45"/>
            <p:cNvSpPr/>
            <p:nvPr/>
          </p:nvSpPr>
          <p:spPr>
            <a:xfrm>
              <a:off x="7184478" y="1993012"/>
              <a:ext cx="245541" cy="79312"/>
            </a:xfrm>
            <a:custGeom>
              <a:rect b="b" l="l" r="r" t="t"/>
              <a:pathLst>
                <a:path extrusionOk="0" h="3035" w="9396">
                  <a:moveTo>
                    <a:pt x="9251" y="1"/>
                  </a:moveTo>
                  <a:lnTo>
                    <a:pt x="0" y="2818"/>
                  </a:lnTo>
                  <a:cubicBezTo>
                    <a:pt x="34" y="2945"/>
                    <a:pt x="142" y="3035"/>
                    <a:pt x="273" y="3035"/>
                  </a:cubicBezTo>
                  <a:cubicBezTo>
                    <a:pt x="291" y="3035"/>
                    <a:pt x="309" y="3033"/>
                    <a:pt x="327" y="3030"/>
                  </a:cubicBezTo>
                  <a:lnTo>
                    <a:pt x="9174" y="655"/>
                  </a:lnTo>
                  <a:cubicBezTo>
                    <a:pt x="9318" y="587"/>
                    <a:pt x="9395" y="424"/>
                    <a:pt x="9337" y="270"/>
                  </a:cubicBezTo>
                  <a:lnTo>
                    <a:pt x="9251" y="1"/>
                  </a:lnTo>
                  <a:close/>
                </a:path>
              </a:pathLst>
            </a:custGeom>
            <a:solidFill>
              <a:srgbClr val="324B6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799" name="Google Shape;17799;p45"/>
            <p:cNvSpPr/>
            <p:nvPr/>
          </p:nvSpPr>
          <p:spPr>
            <a:xfrm>
              <a:off x="7182466" y="2042507"/>
              <a:ext cx="52291" cy="30000"/>
            </a:xfrm>
            <a:custGeom>
              <a:rect b="b" l="l" r="r" t="t"/>
              <a:pathLst>
                <a:path extrusionOk="0" h="1148" w="2001">
                  <a:moveTo>
                    <a:pt x="1789" y="1"/>
                  </a:moveTo>
                  <a:lnTo>
                    <a:pt x="212" y="520"/>
                  </a:lnTo>
                  <a:cubicBezTo>
                    <a:pt x="68" y="578"/>
                    <a:pt x="0" y="741"/>
                    <a:pt x="58" y="886"/>
                  </a:cubicBezTo>
                  <a:lnTo>
                    <a:pt x="68" y="915"/>
                  </a:lnTo>
                  <a:cubicBezTo>
                    <a:pt x="94" y="1055"/>
                    <a:pt x="217" y="1148"/>
                    <a:pt x="363" y="1148"/>
                  </a:cubicBezTo>
                  <a:cubicBezTo>
                    <a:pt x="377" y="1148"/>
                    <a:pt x="390" y="1147"/>
                    <a:pt x="404" y="1145"/>
                  </a:cubicBezTo>
                  <a:lnTo>
                    <a:pt x="2000" y="713"/>
                  </a:lnTo>
                  <a:lnTo>
                    <a:pt x="1789" y="1"/>
                  </a:lnTo>
                  <a:close/>
                </a:path>
              </a:pathLst>
            </a:custGeom>
            <a:solidFill>
              <a:srgbClr val="CDD8D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800" name="Google Shape;17800;p45"/>
            <p:cNvSpPr/>
            <p:nvPr/>
          </p:nvSpPr>
          <p:spPr>
            <a:xfrm>
              <a:off x="7184478" y="2052333"/>
              <a:ext cx="50279" cy="19103"/>
            </a:xfrm>
            <a:custGeom>
              <a:rect b="b" l="l" r="r" t="t"/>
              <a:pathLst>
                <a:path extrusionOk="0" h="731" w="1924">
                  <a:moveTo>
                    <a:pt x="1827" y="0"/>
                  </a:moveTo>
                  <a:lnTo>
                    <a:pt x="0" y="548"/>
                  </a:lnTo>
                  <a:lnTo>
                    <a:pt x="10" y="577"/>
                  </a:lnTo>
                  <a:lnTo>
                    <a:pt x="20" y="606"/>
                  </a:lnTo>
                  <a:lnTo>
                    <a:pt x="39" y="635"/>
                  </a:lnTo>
                  <a:lnTo>
                    <a:pt x="48" y="654"/>
                  </a:lnTo>
                  <a:lnTo>
                    <a:pt x="68" y="673"/>
                  </a:lnTo>
                  <a:lnTo>
                    <a:pt x="87" y="683"/>
                  </a:lnTo>
                  <a:lnTo>
                    <a:pt x="106" y="702"/>
                  </a:lnTo>
                  <a:lnTo>
                    <a:pt x="116" y="712"/>
                  </a:lnTo>
                  <a:lnTo>
                    <a:pt x="135" y="721"/>
                  </a:lnTo>
                  <a:lnTo>
                    <a:pt x="145" y="721"/>
                  </a:lnTo>
                  <a:lnTo>
                    <a:pt x="154" y="731"/>
                  </a:lnTo>
                  <a:lnTo>
                    <a:pt x="308" y="731"/>
                  </a:lnTo>
                  <a:lnTo>
                    <a:pt x="1923" y="327"/>
                  </a:lnTo>
                  <a:lnTo>
                    <a:pt x="1827" y="0"/>
                  </a:lnTo>
                  <a:close/>
                </a:path>
              </a:pathLst>
            </a:custGeom>
            <a:solidFill>
              <a:srgbClr val="BECBD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801" name="Google Shape;17801;p45"/>
            <p:cNvSpPr/>
            <p:nvPr/>
          </p:nvSpPr>
          <p:spPr>
            <a:xfrm>
              <a:off x="7113607" y="2030460"/>
              <a:ext cx="37213" cy="33685"/>
            </a:xfrm>
            <a:custGeom>
              <a:rect b="b" l="l" r="r" t="t"/>
              <a:pathLst>
                <a:path extrusionOk="0" h="1289" w="1424">
                  <a:moveTo>
                    <a:pt x="712" y="0"/>
                  </a:moveTo>
                  <a:cubicBezTo>
                    <a:pt x="611" y="0"/>
                    <a:pt x="510" y="68"/>
                    <a:pt x="510" y="202"/>
                  </a:cubicBezTo>
                  <a:lnTo>
                    <a:pt x="510" y="443"/>
                  </a:lnTo>
                  <a:lnTo>
                    <a:pt x="270" y="443"/>
                  </a:lnTo>
                  <a:cubicBezTo>
                    <a:pt x="1" y="443"/>
                    <a:pt x="1" y="847"/>
                    <a:pt x="270" y="847"/>
                  </a:cubicBezTo>
                  <a:lnTo>
                    <a:pt x="510" y="847"/>
                  </a:lnTo>
                  <a:lnTo>
                    <a:pt x="510" y="1087"/>
                  </a:lnTo>
                  <a:cubicBezTo>
                    <a:pt x="510" y="1222"/>
                    <a:pt x="611" y="1289"/>
                    <a:pt x="712" y="1289"/>
                  </a:cubicBezTo>
                  <a:cubicBezTo>
                    <a:pt x="813" y="1289"/>
                    <a:pt x="914" y="1222"/>
                    <a:pt x="914" y="1087"/>
                  </a:cubicBezTo>
                  <a:lnTo>
                    <a:pt x="914" y="847"/>
                  </a:lnTo>
                  <a:lnTo>
                    <a:pt x="1154" y="847"/>
                  </a:lnTo>
                  <a:cubicBezTo>
                    <a:pt x="1424" y="847"/>
                    <a:pt x="1424" y="443"/>
                    <a:pt x="1154" y="443"/>
                  </a:cubicBezTo>
                  <a:lnTo>
                    <a:pt x="914" y="443"/>
                  </a:lnTo>
                  <a:lnTo>
                    <a:pt x="914" y="202"/>
                  </a:lnTo>
                  <a:cubicBezTo>
                    <a:pt x="914" y="68"/>
                    <a:pt x="813" y="0"/>
                    <a:pt x="712" y="0"/>
                  </a:cubicBezTo>
                  <a:close/>
                </a:path>
              </a:pathLst>
            </a:custGeom>
            <a:solidFill>
              <a:srgbClr val="CBD5D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802" name="Google Shape;17802;p45"/>
            <p:cNvSpPr/>
            <p:nvPr/>
          </p:nvSpPr>
          <p:spPr>
            <a:xfrm>
              <a:off x="7312371" y="2051314"/>
              <a:ext cx="37213" cy="33711"/>
            </a:xfrm>
            <a:custGeom>
              <a:rect b="b" l="l" r="r" t="t"/>
              <a:pathLst>
                <a:path extrusionOk="0" h="1290" w="1424">
                  <a:moveTo>
                    <a:pt x="712" y="1"/>
                  </a:moveTo>
                  <a:cubicBezTo>
                    <a:pt x="597" y="1"/>
                    <a:pt x="510" y="97"/>
                    <a:pt x="510" y="202"/>
                  </a:cubicBezTo>
                  <a:lnTo>
                    <a:pt x="510" y="443"/>
                  </a:lnTo>
                  <a:lnTo>
                    <a:pt x="270" y="443"/>
                  </a:lnTo>
                  <a:cubicBezTo>
                    <a:pt x="1" y="443"/>
                    <a:pt x="1" y="847"/>
                    <a:pt x="270" y="847"/>
                  </a:cubicBezTo>
                  <a:lnTo>
                    <a:pt x="510" y="847"/>
                  </a:lnTo>
                  <a:lnTo>
                    <a:pt x="510" y="1087"/>
                  </a:lnTo>
                  <a:cubicBezTo>
                    <a:pt x="510" y="1222"/>
                    <a:pt x="611" y="1289"/>
                    <a:pt x="712" y="1289"/>
                  </a:cubicBezTo>
                  <a:cubicBezTo>
                    <a:pt x="813" y="1289"/>
                    <a:pt x="914" y="1222"/>
                    <a:pt x="914" y="1087"/>
                  </a:cubicBezTo>
                  <a:lnTo>
                    <a:pt x="914" y="847"/>
                  </a:lnTo>
                  <a:lnTo>
                    <a:pt x="1155" y="847"/>
                  </a:lnTo>
                  <a:cubicBezTo>
                    <a:pt x="1424" y="847"/>
                    <a:pt x="1424" y="443"/>
                    <a:pt x="1155" y="443"/>
                  </a:cubicBezTo>
                  <a:lnTo>
                    <a:pt x="914" y="443"/>
                  </a:lnTo>
                  <a:lnTo>
                    <a:pt x="914" y="202"/>
                  </a:lnTo>
                  <a:cubicBezTo>
                    <a:pt x="914" y="97"/>
                    <a:pt x="828" y="1"/>
                    <a:pt x="712" y="1"/>
                  </a:cubicBezTo>
                  <a:close/>
                </a:path>
              </a:pathLst>
            </a:custGeom>
            <a:solidFill>
              <a:srgbClr val="CBD5D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803" name="Google Shape;17803;p45"/>
            <p:cNvSpPr/>
            <p:nvPr/>
          </p:nvSpPr>
          <p:spPr>
            <a:xfrm>
              <a:off x="7235489" y="1982455"/>
              <a:ext cx="37213" cy="33711"/>
            </a:xfrm>
            <a:custGeom>
              <a:rect b="b" l="l" r="r" t="t"/>
              <a:pathLst>
                <a:path extrusionOk="0" h="1290" w="1424">
                  <a:moveTo>
                    <a:pt x="712" y="1"/>
                  </a:moveTo>
                  <a:cubicBezTo>
                    <a:pt x="611" y="1"/>
                    <a:pt x="510" y="68"/>
                    <a:pt x="510" y="203"/>
                  </a:cubicBezTo>
                  <a:lnTo>
                    <a:pt x="510" y="443"/>
                  </a:lnTo>
                  <a:lnTo>
                    <a:pt x="270" y="443"/>
                  </a:lnTo>
                  <a:cubicBezTo>
                    <a:pt x="0" y="443"/>
                    <a:pt x="0" y="847"/>
                    <a:pt x="270" y="847"/>
                  </a:cubicBezTo>
                  <a:lnTo>
                    <a:pt x="510" y="847"/>
                  </a:lnTo>
                  <a:lnTo>
                    <a:pt x="510" y="1087"/>
                  </a:lnTo>
                  <a:cubicBezTo>
                    <a:pt x="510" y="1222"/>
                    <a:pt x="611" y="1289"/>
                    <a:pt x="712" y="1289"/>
                  </a:cubicBezTo>
                  <a:cubicBezTo>
                    <a:pt x="813" y="1289"/>
                    <a:pt x="914" y="1222"/>
                    <a:pt x="914" y="1087"/>
                  </a:cubicBezTo>
                  <a:lnTo>
                    <a:pt x="914" y="847"/>
                  </a:lnTo>
                  <a:lnTo>
                    <a:pt x="1154" y="847"/>
                  </a:lnTo>
                  <a:cubicBezTo>
                    <a:pt x="1424" y="847"/>
                    <a:pt x="1424" y="443"/>
                    <a:pt x="1154" y="443"/>
                  </a:cubicBezTo>
                  <a:lnTo>
                    <a:pt x="914" y="443"/>
                  </a:lnTo>
                  <a:lnTo>
                    <a:pt x="914" y="203"/>
                  </a:lnTo>
                  <a:cubicBezTo>
                    <a:pt x="914" y="68"/>
                    <a:pt x="813" y="1"/>
                    <a:pt x="712" y="1"/>
                  </a:cubicBezTo>
                  <a:close/>
                </a:path>
              </a:pathLst>
            </a:custGeom>
            <a:solidFill>
              <a:srgbClr val="CBD5D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804" name="Google Shape;17804;p45"/>
            <p:cNvSpPr/>
            <p:nvPr/>
          </p:nvSpPr>
          <p:spPr>
            <a:xfrm>
              <a:off x="7132213" y="2030460"/>
              <a:ext cx="18606" cy="33685"/>
            </a:xfrm>
            <a:custGeom>
              <a:rect b="b" l="l" r="r" t="t"/>
              <a:pathLst>
                <a:path extrusionOk="0" h="1289" w="712">
                  <a:moveTo>
                    <a:pt x="0" y="0"/>
                  </a:moveTo>
                  <a:lnTo>
                    <a:pt x="0" y="1289"/>
                  </a:lnTo>
                  <a:cubicBezTo>
                    <a:pt x="116" y="1289"/>
                    <a:pt x="202" y="1202"/>
                    <a:pt x="202" y="1087"/>
                  </a:cubicBezTo>
                  <a:lnTo>
                    <a:pt x="202" y="847"/>
                  </a:lnTo>
                  <a:lnTo>
                    <a:pt x="442" y="847"/>
                  </a:lnTo>
                  <a:cubicBezTo>
                    <a:pt x="712" y="847"/>
                    <a:pt x="712" y="443"/>
                    <a:pt x="442" y="443"/>
                  </a:cubicBezTo>
                  <a:lnTo>
                    <a:pt x="202" y="443"/>
                  </a:lnTo>
                  <a:lnTo>
                    <a:pt x="202" y="202"/>
                  </a:lnTo>
                  <a:cubicBezTo>
                    <a:pt x="202" y="87"/>
                    <a:pt x="116" y="0"/>
                    <a:pt x="0" y="0"/>
                  </a:cubicBezTo>
                  <a:close/>
                </a:path>
              </a:pathLst>
            </a:custGeom>
            <a:solidFill>
              <a:srgbClr val="B7C5D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805" name="Google Shape;17805;p45"/>
            <p:cNvSpPr/>
            <p:nvPr/>
          </p:nvSpPr>
          <p:spPr>
            <a:xfrm>
              <a:off x="7254069" y="1982455"/>
              <a:ext cx="18632" cy="33711"/>
            </a:xfrm>
            <a:custGeom>
              <a:rect b="b" l="l" r="r" t="t"/>
              <a:pathLst>
                <a:path extrusionOk="0" h="1290" w="713">
                  <a:moveTo>
                    <a:pt x="1" y="1"/>
                  </a:moveTo>
                  <a:lnTo>
                    <a:pt x="1" y="1289"/>
                  </a:lnTo>
                  <a:cubicBezTo>
                    <a:pt x="116" y="1289"/>
                    <a:pt x="203" y="1203"/>
                    <a:pt x="203" y="1087"/>
                  </a:cubicBezTo>
                  <a:lnTo>
                    <a:pt x="203" y="847"/>
                  </a:lnTo>
                  <a:lnTo>
                    <a:pt x="443" y="847"/>
                  </a:lnTo>
                  <a:cubicBezTo>
                    <a:pt x="713" y="847"/>
                    <a:pt x="713" y="443"/>
                    <a:pt x="443" y="443"/>
                  </a:cubicBezTo>
                  <a:lnTo>
                    <a:pt x="203" y="443"/>
                  </a:lnTo>
                  <a:lnTo>
                    <a:pt x="203" y="203"/>
                  </a:lnTo>
                  <a:cubicBezTo>
                    <a:pt x="203" y="97"/>
                    <a:pt x="116" y="1"/>
                    <a:pt x="1" y="1"/>
                  </a:cubicBezTo>
                  <a:close/>
                </a:path>
              </a:pathLst>
            </a:custGeom>
            <a:solidFill>
              <a:srgbClr val="B7C5D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806" name="Google Shape;17806;p45"/>
            <p:cNvSpPr/>
            <p:nvPr/>
          </p:nvSpPr>
          <p:spPr>
            <a:xfrm>
              <a:off x="7330977" y="2051314"/>
              <a:ext cx="18606" cy="33946"/>
            </a:xfrm>
            <a:custGeom>
              <a:rect b="b" l="l" r="r" t="t"/>
              <a:pathLst>
                <a:path extrusionOk="0" h="1299" w="712">
                  <a:moveTo>
                    <a:pt x="0" y="1"/>
                  </a:moveTo>
                  <a:lnTo>
                    <a:pt x="0" y="1299"/>
                  </a:lnTo>
                  <a:cubicBezTo>
                    <a:pt x="116" y="1299"/>
                    <a:pt x="202" y="1203"/>
                    <a:pt x="202" y="1097"/>
                  </a:cubicBezTo>
                  <a:lnTo>
                    <a:pt x="202" y="856"/>
                  </a:lnTo>
                  <a:lnTo>
                    <a:pt x="443" y="856"/>
                  </a:lnTo>
                  <a:cubicBezTo>
                    <a:pt x="712" y="856"/>
                    <a:pt x="712" y="443"/>
                    <a:pt x="443" y="443"/>
                  </a:cubicBezTo>
                  <a:lnTo>
                    <a:pt x="202" y="443"/>
                  </a:lnTo>
                  <a:lnTo>
                    <a:pt x="202" y="202"/>
                  </a:lnTo>
                  <a:cubicBezTo>
                    <a:pt x="202" y="97"/>
                    <a:pt x="106" y="1"/>
                    <a:pt x="0" y="1"/>
                  </a:cubicBezTo>
                  <a:close/>
                </a:path>
              </a:pathLst>
            </a:custGeom>
            <a:solidFill>
              <a:srgbClr val="B7C5D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7807" name="Google Shape;17807;p45"/>
          <p:cNvGrpSpPr/>
          <p:nvPr/>
        </p:nvGrpSpPr>
        <p:grpSpPr>
          <a:xfrm>
            <a:off x="6141112" y="2742915"/>
            <a:ext cx="368416" cy="311369"/>
            <a:chOff x="6141112" y="2927563"/>
            <a:chExt cx="368416" cy="311369"/>
          </a:xfrm>
        </p:grpSpPr>
        <p:sp>
          <p:nvSpPr>
            <p:cNvPr id="17808" name="Google Shape;17808;p45"/>
            <p:cNvSpPr/>
            <p:nvPr/>
          </p:nvSpPr>
          <p:spPr>
            <a:xfrm>
              <a:off x="6141112" y="3157163"/>
              <a:ext cx="368416" cy="81769"/>
            </a:xfrm>
            <a:custGeom>
              <a:rect b="b" l="l" r="r" t="t"/>
              <a:pathLst>
                <a:path extrusionOk="0" h="3129" w="14098">
                  <a:moveTo>
                    <a:pt x="5387" y="0"/>
                  </a:moveTo>
                  <a:cubicBezTo>
                    <a:pt x="4371" y="0"/>
                    <a:pt x="3355" y="12"/>
                    <a:pt x="2347" y="81"/>
                  </a:cubicBezTo>
                  <a:cubicBezTo>
                    <a:pt x="1818" y="119"/>
                    <a:pt x="318" y="129"/>
                    <a:pt x="164" y="783"/>
                  </a:cubicBezTo>
                  <a:cubicBezTo>
                    <a:pt x="1" y="1475"/>
                    <a:pt x="1491" y="2071"/>
                    <a:pt x="1991" y="2263"/>
                  </a:cubicBezTo>
                  <a:cubicBezTo>
                    <a:pt x="3597" y="2898"/>
                    <a:pt x="5357" y="3129"/>
                    <a:pt x="7049" y="3129"/>
                  </a:cubicBezTo>
                  <a:cubicBezTo>
                    <a:pt x="8741" y="3129"/>
                    <a:pt x="10511" y="2898"/>
                    <a:pt x="12107" y="2263"/>
                  </a:cubicBezTo>
                  <a:cubicBezTo>
                    <a:pt x="12617" y="2071"/>
                    <a:pt x="14098" y="1475"/>
                    <a:pt x="13934" y="783"/>
                  </a:cubicBezTo>
                  <a:cubicBezTo>
                    <a:pt x="13780" y="138"/>
                    <a:pt x="12280" y="119"/>
                    <a:pt x="11761" y="81"/>
                  </a:cubicBezTo>
                  <a:cubicBezTo>
                    <a:pt x="10747" y="12"/>
                    <a:pt x="9728" y="0"/>
                    <a:pt x="8711" y="0"/>
                  </a:cubicBezTo>
                  <a:cubicBezTo>
                    <a:pt x="8157" y="0"/>
                    <a:pt x="7602" y="4"/>
                    <a:pt x="7049" y="4"/>
                  </a:cubicBezTo>
                  <a:cubicBezTo>
                    <a:pt x="6496" y="4"/>
                    <a:pt x="5941" y="0"/>
                    <a:pt x="5387" y="0"/>
                  </a:cubicBezTo>
                  <a:close/>
                </a:path>
              </a:pathLst>
            </a:custGeom>
            <a:solidFill>
              <a:srgbClr val="39516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809" name="Google Shape;17809;p45"/>
            <p:cNvSpPr/>
            <p:nvPr/>
          </p:nvSpPr>
          <p:spPr>
            <a:xfrm>
              <a:off x="6192619" y="2953460"/>
              <a:ext cx="265402" cy="248781"/>
            </a:xfrm>
            <a:custGeom>
              <a:rect b="b" l="l" r="r" t="t"/>
              <a:pathLst>
                <a:path extrusionOk="0" h="9520" w="10156">
                  <a:moveTo>
                    <a:pt x="1" y="0"/>
                  </a:moveTo>
                  <a:cubicBezTo>
                    <a:pt x="1" y="0"/>
                    <a:pt x="1443" y="3683"/>
                    <a:pt x="1328" y="8808"/>
                  </a:cubicBezTo>
                  <a:cubicBezTo>
                    <a:pt x="1318" y="8818"/>
                    <a:pt x="1318" y="8828"/>
                    <a:pt x="1328" y="8837"/>
                  </a:cubicBezTo>
                  <a:cubicBezTo>
                    <a:pt x="1328" y="9212"/>
                    <a:pt x="3011" y="9520"/>
                    <a:pt x="5078" y="9520"/>
                  </a:cubicBezTo>
                  <a:cubicBezTo>
                    <a:pt x="7155" y="9520"/>
                    <a:pt x="8838" y="9212"/>
                    <a:pt x="8838" y="8837"/>
                  </a:cubicBezTo>
                  <a:cubicBezTo>
                    <a:pt x="8703" y="3702"/>
                    <a:pt x="10155" y="0"/>
                    <a:pt x="10155" y="0"/>
                  </a:cubicBezTo>
                  <a:close/>
                </a:path>
              </a:pathLst>
            </a:custGeom>
            <a:solidFill>
              <a:srgbClr val="3D546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810" name="Google Shape;17810;p45"/>
            <p:cNvSpPr/>
            <p:nvPr/>
          </p:nvSpPr>
          <p:spPr>
            <a:xfrm>
              <a:off x="6306453" y="2953460"/>
              <a:ext cx="151568" cy="248781"/>
            </a:xfrm>
            <a:custGeom>
              <a:rect b="b" l="l" r="r" t="t"/>
              <a:pathLst>
                <a:path extrusionOk="0" h="9520" w="5800">
                  <a:moveTo>
                    <a:pt x="4357" y="0"/>
                  </a:moveTo>
                  <a:cubicBezTo>
                    <a:pt x="4357" y="0"/>
                    <a:pt x="2915" y="3702"/>
                    <a:pt x="3040" y="8837"/>
                  </a:cubicBezTo>
                  <a:cubicBezTo>
                    <a:pt x="3040" y="9164"/>
                    <a:pt x="1732" y="9443"/>
                    <a:pt x="1" y="9501"/>
                  </a:cubicBezTo>
                  <a:cubicBezTo>
                    <a:pt x="232" y="9510"/>
                    <a:pt x="482" y="9520"/>
                    <a:pt x="722" y="9520"/>
                  </a:cubicBezTo>
                  <a:cubicBezTo>
                    <a:pt x="2799" y="9520"/>
                    <a:pt x="4482" y="9212"/>
                    <a:pt x="4482" y="8837"/>
                  </a:cubicBezTo>
                  <a:cubicBezTo>
                    <a:pt x="4347" y="3702"/>
                    <a:pt x="5799" y="0"/>
                    <a:pt x="5799" y="0"/>
                  </a:cubicBezTo>
                  <a:close/>
                </a:path>
              </a:pathLst>
            </a:custGeom>
            <a:solidFill>
              <a:srgbClr val="2D476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811" name="Google Shape;17811;p45"/>
            <p:cNvSpPr/>
            <p:nvPr/>
          </p:nvSpPr>
          <p:spPr>
            <a:xfrm>
              <a:off x="6192619" y="2927563"/>
              <a:ext cx="265402" cy="52788"/>
            </a:xfrm>
            <a:custGeom>
              <a:rect b="b" l="l" r="r" t="t"/>
              <a:pathLst>
                <a:path extrusionOk="0" h="2020" w="10156">
                  <a:moveTo>
                    <a:pt x="5078" y="1"/>
                  </a:moveTo>
                  <a:cubicBezTo>
                    <a:pt x="2270" y="1"/>
                    <a:pt x="1" y="453"/>
                    <a:pt x="1" y="1010"/>
                  </a:cubicBezTo>
                  <a:cubicBezTo>
                    <a:pt x="1" y="1568"/>
                    <a:pt x="2270" y="2020"/>
                    <a:pt x="5078" y="2020"/>
                  </a:cubicBezTo>
                  <a:cubicBezTo>
                    <a:pt x="7886" y="2020"/>
                    <a:pt x="10155" y="1568"/>
                    <a:pt x="10155" y="1010"/>
                  </a:cubicBezTo>
                  <a:cubicBezTo>
                    <a:pt x="10155" y="453"/>
                    <a:pt x="7886" y="1"/>
                    <a:pt x="5078" y="1"/>
                  </a:cubicBezTo>
                  <a:close/>
                </a:path>
              </a:pathLst>
            </a:custGeom>
            <a:solidFill>
              <a:srgbClr val="39516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812" name="Google Shape;17812;p45"/>
            <p:cNvSpPr/>
            <p:nvPr/>
          </p:nvSpPr>
          <p:spPr>
            <a:xfrm>
              <a:off x="6227062" y="3142921"/>
              <a:ext cx="196778" cy="59321"/>
            </a:xfrm>
            <a:custGeom>
              <a:rect b="b" l="l" r="r" t="t"/>
              <a:pathLst>
                <a:path extrusionOk="0" h="2270" w="7530">
                  <a:moveTo>
                    <a:pt x="0" y="1"/>
                  </a:moveTo>
                  <a:cubicBezTo>
                    <a:pt x="10" y="501"/>
                    <a:pt x="19" y="1020"/>
                    <a:pt x="10" y="1558"/>
                  </a:cubicBezTo>
                  <a:cubicBezTo>
                    <a:pt x="10" y="1568"/>
                    <a:pt x="10" y="1578"/>
                    <a:pt x="10" y="1587"/>
                  </a:cubicBezTo>
                  <a:cubicBezTo>
                    <a:pt x="10" y="1962"/>
                    <a:pt x="1693" y="2270"/>
                    <a:pt x="3760" y="2270"/>
                  </a:cubicBezTo>
                  <a:cubicBezTo>
                    <a:pt x="5837" y="2270"/>
                    <a:pt x="7520" y="1962"/>
                    <a:pt x="7520" y="1587"/>
                  </a:cubicBezTo>
                  <a:cubicBezTo>
                    <a:pt x="7510" y="1039"/>
                    <a:pt x="7510" y="501"/>
                    <a:pt x="7530" y="1"/>
                  </a:cubicBezTo>
                  <a:lnTo>
                    <a:pt x="7530" y="1"/>
                  </a:lnTo>
                  <a:cubicBezTo>
                    <a:pt x="6385" y="205"/>
                    <a:pt x="5215" y="311"/>
                    <a:pt x="4052" y="311"/>
                  </a:cubicBezTo>
                  <a:cubicBezTo>
                    <a:pt x="3954" y="311"/>
                    <a:pt x="3857" y="310"/>
                    <a:pt x="3760" y="308"/>
                  </a:cubicBezTo>
                  <a:cubicBezTo>
                    <a:pt x="3663" y="310"/>
                    <a:pt x="3566" y="311"/>
                    <a:pt x="3469" y="311"/>
                  </a:cubicBezTo>
                  <a:cubicBezTo>
                    <a:pt x="2306" y="311"/>
                    <a:pt x="1145" y="205"/>
                    <a:pt x="0" y="1"/>
                  </a:cubicBezTo>
                  <a:close/>
                </a:path>
              </a:pathLst>
            </a:custGeom>
            <a:solidFill>
              <a:srgbClr val="7084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813" name="Google Shape;17813;p45"/>
            <p:cNvSpPr/>
            <p:nvPr/>
          </p:nvSpPr>
          <p:spPr>
            <a:xfrm>
              <a:off x="6227062" y="3142921"/>
              <a:ext cx="523" cy="18868"/>
            </a:xfrm>
            <a:custGeom>
              <a:rect b="b" l="l" r="r" t="t"/>
              <a:pathLst>
                <a:path extrusionOk="0" h="722" w="20">
                  <a:moveTo>
                    <a:pt x="0" y="1"/>
                  </a:moveTo>
                  <a:cubicBezTo>
                    <a:pt x="10" y="231"/>
                    <a:pt x="10" y="472"/>
                    <a:pt x="10" y="722"/>
                  </a:cubicBezTo>
                  <a:cubicBezTo>
                    <a:pt x="19" y="481"/>
                    <a:pt x="10" y="241"/>
                    <a:pt x="10" y="1"/>
                  </a:cubicBezTo>
                  <a:close/>
                </a:path>
              </a:pathLst>
            </a:custGeom>
            <a:solidFill>
              <a:srgbClr val="5F758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814" name="Google Shape;17814;p45"/>
            <p:cNvSpPr/>
            <p:nvPr/>
          </p:nvSpPr>
          <p:spPr>
            <a:xfrm>
              <a:off x="6226801" y="3142921"/>
              <a:ext cx="196778" cy="59321"/>
            </a:xfrm>
            <a:custGeom>
              <a:rect b="b" l="l" r="r" t="t"/>
              <a:pathLst>
                <a:path extrusionOk="0" h="2270" w="7530">
                  <a:moveTo>
                    <a:pt x="7530" y="1"/>
                  </a:moveTo>
                  <a:lnTo>
                    <a:pt x="7530" y="1"/>
                  </a:lnTo>
                  <a:cubicBezTo>
                    <a:pt x="7097" y="87"/>
                    <a:pt x="6607" y="154"/>
                    <a:pt x="6078" y="203"/>
                  </a:cubicBezTo>
                  <a:cubicBezTo>
                    <a:pt x="6078" y="366"/>
                    <a:pt x="6068" y="597"/>
                    <a:pt x="6068" y="828"/>
                  </a:cubicBezTo>
                  <a:cubicBezTo>
                    <a:pt x="6068" y="1289"/>
                    <a:pt x="5713" y="1674"/>
                    <a:pt x="5251" y="1712"/>
                  </a:cubicBezTo>
                  <a:cubicBezTo>
                    <a:pt x="4789" y="1751"/>
                    <a:pt x="4289" y="1770"/>
                    <a:pt x="3760" y="1770"/>
                  </a:cubicBezTo>
                  <a:cubicBezTo>
                    <a:pt x="1770" y="1770"/>
                    <a:pt x="154" y="1491"/>
                    <a:pt x="10" y="1135"/>
                  </a:cubicBezTo>
                  <a:cubicBezTo>
                    <a:pt x="10" y="1279"/>
                    <a:pt x="10" y="1414"/>
                    <a:pt x="10" y="1558"/>
                  </a:cubicBezTo>
                  <a:cubicBezTo>
                    <a:pt x="1" y="1568"/>
                    <a:pt x="1" y="1578"/>
                    <a:pt x="10" y="1587"/>
                  </a:cubicBezTo>
                  <a:cubicBezTo>
                    <a:pt x="10" y="1933"/>
                    <a:pt x="1405" y="2212"/>
                    <a:pt x="3212" y="2260"/>
                  </a:cubicBezTo>
                  <a:lnTo>
                    <a:pt x="3578" y="2270"/>
                  </a:lnTo>
                  <a:lnTo>
                    <a:pt x="3760" y="2270"/>
                  </a:lnTo>
                  <a:cubicBezTo>
                    <a:pt x="5838" y="2270"/>
                    <a:pt x="7520" y="1962"/>
                    <a:pt x="7520" y="1587"/>
                  </a:cubicBezTo>
                  <a:lnTo>
                    <a:pt x="7520" y="1356"/>
                  </a:lnTo>
                  <a:cubicBezTo>
                    <a:pt x="7520" y="1356"/>
                    <a:pt x="7520" y="1347"/>
                    <a:pt x="7520" y="1347"/>
                  </a:cubicBezTo>
                  <a:lnTo>
                    <a:pt x="7520" y="1126"/>
                  </a:lnTo>
                  <a:lnTo>
                    <a:pt x="7520" y="1049"/>
                  </a:lnTo>
                  <a:lnTo>
                    <a:pt x="7520" y="924"/>
                  </a:lnTo>
                  <a:lnTo>
                    <a:pt x="7520" y="818"/>
                  </a:lnTo>
                  <a:lnTo>
                    <a:pt x="7520" y="722"/>
                  </a:lnTo>
                  <a:lnTo>
                    <a:pt x="7520" y="414"/>
                  </a:lnTo>
                  <a:lnTo>
                    <a:pt x="7520" y="318"/>
                  </a:lnTo>
                  <a:cubicBezTo>
                    <a:pt x="7520" y="212"/>
                    <a:pt x="7520" y="106"/>
                    <a:pt x="7530" y="1"/>
                  </a:cubicBezTo>
                  <a:close/>
                </a:path>
              </a:pathLst>
            </a:custGeom>
            <a:solidFill>
              <a:srgbClr val="5F758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7815" name="Google Shape;17815;p45"/>
          <p:cNvGrpSpPr/>
          <p:nvPr/>
        </p:nvGrpSpPr>
        <p:grpSpPr>
          <a:xfrm>
            <a:off x="7520699" y="2718298"/>
            <a:ext cx="335489" cy="360629"/>
            <a:chOff x="7520699" y="2902946"/>
            <a:chExt cx="335489" cy="360629"/>
          </a:xfrm>
        </p:grpSpPr>
        <p:sp>
          <p:nvSpPr>
            <p:cNvPr id="17816" name="Google Shape;17816;p45"/>
            <p:cNvSpPr/>
            <p:nvPr/>
          </p:nvSpPr>
          <p:spPr>
            <a:xfrm>
              <a:off x="7520699" y="2946666"/>
              <a:ext cx="128441" cy="174173"/>
            </a:xfrm>
            <a:custGeom>
              <a:rect b="b" l="l" r="r" t="t"/>
              <a:pathLst>
                <a:path extrusionOk="0" h="6665" w="4915">
                  <a:moveTo>
                    <a:pt x="683" y="0"/>
                  </a:moveTo>
                  <a:cubicBezTo>
                    <a:pt x="299" y="0"/>
                    <a:pt x="1" y="299"/>
                    <a:pt x="1" y="683"/>
                  </a:cubicBezTo>
                  <a:lnTo>
                    <a:pt x="1" y="1001"/>
                  </a:lnTo>
                  <a:cubicBezTo>
                    <a:pt x="1" y="2741"/>
                    <a:pt x="981" y="4328"/>
                    <a:pt x="2530" y="5107"/>
                  </a:cubicBezTo>
                  <a:lnTo>
                    <a:pt x="4184" y="5934"/>
                  </a:lnTo>
                  <a:cubicBezTo>
                    <a:pt x="4337" y="6010"/>
                    <a:pt x="4280" y="6251"/>
                    <a:pt x="4107" y="6251"/>
                  </a:cubicBezTo>
                  <a:lnTo>
                    <a:pt x="3876" y="6251"/>
                  </a:lnTo>
                  <a:cubicBezTo>
                    <a:pt x="3597" y="6251"/>
                    <a:pt x="3597" y="6664"/>
                    <a:pt x="3876" y="6664"/>
                  </a:cubicBezTo>
                  <a:lnTo>
                    <a:pt x="4107" y="6664"/>
                  </a:lnTo>
                  <a:cubicBezTo>
                    <a:pt x="4722" y="6664"/>
                    <a:pt x="4914" y="5837"/>
                    <a:pt x="4366" y="5559"/>
                  </a:cubicBezTo>
                  <a:lnTo>
                    <a:pt x="2712" y="4732"/>
                  </a:lnTo>
                  <a:cubicBezTo>
                    <a:pt x="1299" y="4020"/>
                    <a:pt x="404" y="2578"/>
                    <a:pt x="404" y="1001"/>
                  </a:cubicBezTo>
                  <a:lnTo>
                    <a:pt x="404" y="683"/>
                  </a:lnTo>
                  <a:cubicBezTo>
                    <a:pt x="404" y="529"/>
                    <a:pt x="529" y="414"/>
                    <a:pt x="674" y="414"/>
                  </a:cubicBezTo>
                  <a:lnTo>
                    <a:pt x="3145" y="414"/>
                  </a:lnTo>
                  <a:cubicBezTo>
                    <a:pt x="3424" y="414"/>
                    <a:pt x="3424" y="0"/>
                    <a:pt x="3145" y="0"/>
                  </a:cubicBezTo>
                  <a:close/>
                </a:path>
              </a:pathLst>
            </a:custGeom>
            <a:solidFill>
              <a:srgbClr val="B9C7D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817" name="Google Shape;17817;p45"/>
            <p:cNvSpPr/>
            <p:nvPr/>
          </p:nvSpPr>
          <p:spPr>
            <a:xfrm>
              <a:off x="7727512" y="2946404"/>
              <a:ext cx="128676" cy="174434"/>
            </a:xfrm>
            <a:custGeom>
              <a:rect b="b" l="l" r="r" t="t"/>
              <a:pathLst>
                <a:path extrusionOk="0" h="6675" w="4924">
                  <a:moveTo>
                    <a:pt x="1779" y="1"/>
                  </a:moveTo>
                  <a:cubicBezTo>
                    <a:pt x="1501" y="1"/>
                    <a:pt x="1501" y="424"/>
                    <a:pt x="1779" y="424"/>
                  </a:cubicBezTo>
                  <a:lnTo>
                    <a:pt x="4241" y="424"/>
                  </a:lnTo>
                  <a:cubicBezTo>
                    <a:pt x="4385" y="424"/>
                    <a:pt x="4510" y="539"/>
                    <a:pt x="4510" y="684"/>
                  </a:cubicBezTo>
                  <a:lnTo>
                    <a:pt x="4510" y="1011"/>
                  </a:lnTo>
                  <a:cubicBezTo>
                    <a:pt x="4510" y="2588"/>
                    <a:pt x="3616" y="4030"/>
                    <a:pt x="2203" y="4742"/>
                  </a:cubicBezTo>
                  <a:lnTo>
                    <a:pt x="549" y="5569"/>
                  </a:lnTo>
                  <a:cubicBezTo>
                    <a:pt x="1" y="5847"/>
                    <a:pt x="193" y="6674"/>
                    <a:pt x="818" y="6674"/>
                  </a:cubicBezTo>
                  <a:lnTo>
                    <a:pt x="1049" y="6674"/>
                  </a:lnTo>
                  <a:cubicBezTo>
                    <a:pt x="1328" y="6674"/>
                    <a:pt x="1328" y="6261"/>
                    <a:pt x="1049" y="6261"/>
                  </a:cubicBezTo>
                  <a:lnTo>
                    <a:pt x="818" y="6261"/>
                  </a:lnTo>
                  <a:cubicBezTo>
                    <a:pt x="635" y="6261"/>
                    <a:pt x="577" y="6020"/>
                    <a:pt x="741" y="5944"/>
                  </a:cubicBezTo>
                  <a:lnTo>
                    <a:pt x="2395" y="5117"/>
                  </a:lnTo>
                  <a:cubicBezTo>
                    <a:pt x="3943" y="4338"/>
                    <a:pt x="4924" y="2751"/>
                    <a:pt x="4924" y="1011"/>
                  </a:cubicBezTo>
                  <a:lnTo>
                    <a:pt x="4924" y="684"/>
                  </a:lnTo>
                  <a:cubicBezTo>
                    <a:pt x="4924" y="309"/>
                    <a:pt x="4616" y="1"/>
                    <a:pt x="4241" y="1"/>
                  </a:cubicBezTo>
                  <a:close/>
                </a:path>
              </a:pathLst>
            </a:custGeom>
            <a:solidFill>
              <a:srgbClr val="B9C7D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818" name="Google Shape;17818;p45"/>
            <p:cNvSpPr/>
            <p:nvPr/>
          </p:nvSpPr>
          <p:spPr>
            <a:xfrm>
              <a:off x="7639315" y="3118800"/>
              <a:ext cx="98284" cy="97030"/>
            </a:xfrm>
            <a:custGeom>
              <a:rect b="b" l="l" r="r" t="t"/>
              <a:pathLst>
                <a:path extrusionOk="0" h="3713" w="3761">
                  <a:moveTo>
                    <a:pt x="1164" y="0"/>
                  </a:moveTo>
                  <a:lnTo>
                    <a:pt x="1164" y="904"/>
                  </a:lnTo>
                  <a:cubicBezTo>
                    <a:pt x="1164" y="1308"/>
                    <a:pt x="943" y="1674"/>
                    <a:pt x="577" y="1856"/>
                  </a:cubicBezTo>
                  <a:lnTo>
                    <a:pt x="443" y="1933"/>
                  </a:lnTo>
                  <a:cubicBezTo>
                    <a:pt x="164" y="2068"/>
                    <a:pt x="0" y="2347"/>
                    <a:pt x="0" y="2654"/>
                  </a:cubicBezTo>
                  <a:lnTo>
                    <a:pt x="0" y="3712"/>
                  </a:lnTo>
                  <a:lnTo>
                    <a:pt x="3760" y="3712"/>
                  </a:lnTo>
                  <a:lnTo>
                    <a:pt x="3760" y="2654"/>
                  </a:lnTo>
                  <a:cubicBezTo>
                    <a:pt x="3760" y="2347"/>
                    <a:pt x="3587" y="2068"/>
                    <a:pt x="3318" y="1933"/>
                  </a:cubicBezTo>
                  <a:lnTo>
                    <a:pt x="3174" y="1856"/>
                  </a:lnTo>
                  <a:cubicBezTo>
                    <a:pt x="2818" y="1674"/>
                    <a:pt x="2587" y="1308"/>
                    <a:pt x="2587" y="904"/>
                  </a:cubicBezTo>
                  <a:lnTo>
                    <a:pt x="2587" y="0"/>
                  </a:lnTo>
                  <a:close/>
                </a:path>
              </a:pathLst>
            </a:custGeom>
            <a:solidFill>
              <a:srgbClr val="CDD8D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819" name="Google Shape;17819;p45"/>
            <p:cNvSpPr/>
            <p:nvPr/>
          </p:nvSpPr>
          <p:spPr>
            <a:xfrm>
              <a:off x="7688313" y="3118800"/>
              <a:ext cx="49286" cy="96769"/>
            </a:xfrm>
            <a:custGeom>
              <a:rect b="b" l="l" r="r" t="t"/>
              <a:pathLst>
                <a:path extrusionOk="0" h="3703" w="1886">
                  <a:moveTo>
                    <a:pt x="0" y="0"/>
                  </a:moveTo>
                  <a:lnTo>
                    <a:pt x="0" y="3703"/>
                  </a:lnTo>
                  <a:lnTo>
                    <a:pt x="1885" y="3703"/>
                  </a:lnTo>
                  <a:lnTo>
                    <a:pt x="1885" y="2645"/>
                  </a:lnTo>
                  <a:cubicBezTo>
                    <a:pt x="1885" y="2337"/>
                    <a:pt x="1712" y="2068"/>
                    <a:pt x="1443" y="1933"/>
                  </a:cubicBezTo>
                  <a:lnTo>
                    <a:pt x="1299" y="1856"/>
                  </a:lnTo>
                  <a:cubicBezTo>
                    <a:pt x="943" y="1674"/>
                    <a:pt x="712" y="1308"/>
                    <a:pt x="712" y="904"/>
                  </a:cubicBezTo>
                  <a:lnTo>
                    <a:pt x="712" y="0"/>
                  </a:lnTo>
                  <a:close/>
                </a:path>
              </a:pathLst>
            </a:custGeom>
            <a:solidFill>
              <a:srgbClr val="BFCCD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820" name="Google Shape;17820;p45"/>
            <p:cNvSpPr/>
            <p:nvPr/>
          </p:nvSpPr>
          <p:spPr>
            <a:xfrm>
              <a:off x="7600351" y="2917502"/>
              <a:ext cx="175950" cy="221421"/>
            </a:xfrm>
            <a:custGeom>
              <a:rect b="b" l="l" r="r" t="t"/>
              <a:pathLst>
                <a:path extrusionOk="0" h="8473" w="6733">
                  <a:moveTo>
                    <a:pt x="1" y="1"/>
                  </a:moveTo>
                  <a:lnTo>
                    <a:pt x="328" y="4309"/>
                  </a:lnTo>
                  <a:cubicBezTo>
                    <a:pt x="462" y="6165"/>
                    <a:pt x="1645" y="7780"/>
                    <a:pt x="3366" y="8473"/>
                  </a:cubicBezTo>
                  <a:cubicBezTo>
                    <a:pt x="5097" y="7780"/>
                    <a:pt x="6280" y="6165"/>
                    <a:pt x="6415" y="4309"/>
                  </a:cubicBezTo>
                  <a:lnTo>
                    <a:pt x="6732" y="1"/>
                  </a:lnTo>
                  <a:close/>
                </a:path>
              </a:pathLst>
            </a:custGeom>
            <a:solidFill>
              <a:srgbClr val="CDD8D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821" name="Google Shape;17821;p45"/>
            <p:cNvSpPr/>
            <p:nvPr/>
          </p:nvSpPr>
          <p:spPr>
            <a:xfrm>
              <a:off x="7688313" y="2917502"/>
              <a:ext cx="87988" cy="221421"/>
            </a:xfrm>
            <a:custGeom>
              <a:rect b="b" l="l" r="r" t="t"/>
              <a:pathLst>
                <a:path extrusionOk="0" h="8473" w="3367">
                  <a:moveTo>
                    <a:pt x="2029" y="1"/>
                  </a:moveTo>
                  <a:lnTo>
                    <a:pt x="1712" y="4309"/>
                  </a:lnTo>
                  <a:cubicBezTo>
                    <a:pt x="1616" y="5636"/>
                    <a:pt x="981" y="7348"/>
                    <a:pt x="0" y="8473"/>
                  </a:cubicBezTo>
                  <a:cubicBezTo>
                    <a:pt x="1731" y="7780"/>
                    <a:pt x="2914" y="6165"/>
                    <a:pt x="3049" y="4309"/>
                  </a:cubicBezTo>
                  <a:lnTo>
                    <a:pt x="3366" y="1"/>
                  </a:lnTo>
                  <a:close/>
                </a:path>
              </a:pathLst>
            </a:custGeom>
            <a:solidFill>
              <a:srgbClr val="BFCCD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822" name="Google Shape;17822;p45"/>
            <p:cNvSpPr/>
            <p:nvPr/>
          </p:nvSpPr>
          <p:spPr>
            <a:xfrm>
              <a:off x="7585534" y="2902946"/>
              <a:ext cx="205820" cy="25139"/>
            </a:xfrm>
            <a:custGeom>
              <a:rect b="b" l="l" r="r" t="t"/>
              <a:pathLst>
                <a:path extrusionOk="0" h="962" w="7876">
                  <a:moveTo>
                    <a:pt x="260" y="0"/>
                  </a:moveTo>
                  <a:cubicBezTo>
                    <a:pt x="116" y="0"/>
                    <a:pt x="0" y="116"/>
                    <a:pt x="0" y="260"/>
                  </a:cubicBezTo>
                  <a:lnTo>
                    <a:pt x="0" y="702"/>
                  </a:lnTo>
                  <a:cubicBezTo>
                    <a:pt x="0" y="846"/>
                    <a:pt x="116" y="962"/>
                    <a:pt x="260" y="962"/>
                  </a:cubicBezTo>
                  <a:lnTo>
                    <a:pt x="7616" y="962"/>
                  </a:lnTo>
                  <a:cubicBezTo>
                    <a:pt x="7761" y="962"/>
                    <a:pt x="7876" y="846"/>
                    <a:pt x="7876" y="702"/>
                  </a:cubicBezTo>
                  <a:lnTo>
                    <a:pt x="7876" y="260"/>
                  </a:lnTo>
                  <a:cubicBezTo>
                    <a:pt x="7876" y="116"/>
                    <a:pt x="7761" y="0"/>
                    <a:pt x="7616" y="0"/>
                  </a:cubicBezTo>
                  <a:close/>
                </a:path>
              </a:pathLst>
            </a:custGeom>
            <a:solidFill>
              <a:srgbClr val="B9C7D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823" name="Google Shape;17823;p45"/>
            <p:cNvSpPr/>
            <p:nvPr/>
          </p:nvSpPr>
          <p:spPr>
            <a:xfrm>
              <a:off x="7585534" y="2909218"/>
              <a:ext cx="205820" cy="18868"/>
            </a:xfrm>
            <a:custGeom>
              <a:rect b="b" l="l" r="r" t="t"/>
              <a:pathLst>
                <a:path extrusionOk="0" h="722" w="7876">
                  <a:moveTo>
                    <a:pt x="0" y="1"/>
                  </a:moveTo>
                  <a:lnTo>
                    <a:pt x="0" y="20"/>
                  </a:lnTo>
                  <a:lnTo>
                    <a:pt x="0" y="462"/>
                  </a:lnTo>
                  <a:cubicBezTo>
                    <a:pt x="0" y="597"/>
                    <a:pt x="116" y="722"/>
                    <a:pt x="260" y="722"/>
                  </a:cubicBezTo>
                  <a:lnTo>
                    <a:pt x="7616" y="722"/>
                  </a:lnTo>
                  <a:cubicBezTo>
                    <a:pt x="7761" y="722"/>
                    <a:pt x="7876" y="597"/>
                    <a:pt x="7876" y="462"/>
                  </a:cubicBezTo>
                  <a:lnTo>
                    <a:pt x="7876" y="20"/>
                  </a:lnTo>
                  <a:lnTo>
                    <a:pt x="7876" y="1"/>
                  </a:lnTo>
                  <a:cubicBezTo>
                    <a:pt x="7866" y="135"/>
                    <a:pt x="7751" y="241"/>
                    <a:pt x="7616" y="241"/>
                  </a:cubicBezTo>
                  <a:lnTo>
                    <a:pt x="260" y="241"/>
                  </a:lnTo>
                  <a:cubicBezTo>
                    <a:pt x="125" y="241"/>
                    <a:pt x="10" y="135"/>
                    <a:pt x="0" y="1"/>
                  </a:cubicBezTo>
                  <a:close/>
                </a:path>
              </a:pathLst>
            </a:custGeom>
            <a:solidFill>
              <a:srgbClr val="ACBDC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824" name="Google Shape;17824;p45"/>
            <p:cNvSpPr/>
            <p:nvPr/>
          </p:nvSpPr>
          <p:spPr>
            <a:xfrm>
              <a:off x="7602625" y="3194689"/>
              <a:ext cx="171664" cy="49521"/>
            </a:xfrm>
            <a:custGeom>
              <a:rect b="b" l="l" r="r" t="t"/>
              <a:pathLst>
                <a:path extrusionOk="0" h="1895" w="6569">
                  <a:moveTo>
                    <a:pt x="712" y="0"/>
                  </a:moveTo>
                  <a:cubicBezTo>
                    <a:pt x="318" y="0"/>
                    <a:pt x="0" y="318"/>
                    <a:pt x="0" y="712"/>
                  </a:cubicBezTo>
                  <a:lnTo>
                    <a:pt x="0" y="1895"/>
                  </a:lnTo>
                  <a:lnTo>
                    <a:pt x="6568" y="1895"/>
                  </a:lnTo>
                  <a:lnTo>
                    <a:pt x="6568" y="712"/>
                  </a:lnTo>
                  <a:cubicBezTo>
                    <a:pt x="6568" y="318"/>
                    <a:pt x="6251" y="0"/>
                    <a:pt x="5857" y="0"/>
                  </a:cubicBezTo>
                  <a:close/>
                </a:path>
              </a:pathLst>
            </a:custGeom>
            <a:solidFill>
              <a:srgbClr val="B9C7D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825" name="Google Shape;17825;p45"/>
            <p:cNvSpPr/>
            <p:nvPr/>
          </p:nvSpPr>
          <p:spPr>
            <a:xfrm>
              <a:off x="7602625" y="3194689"/>
              <a:ext cx="171664" cy="49521"/>
            </a:xfrm>
            <a:custGeom>
              <a:rect b="b" l="l" r="r" t="t"/>
              <a:pathLst>
                <a:path extrusionOk="0" h="1895" w="6569">
                  <a:moveTo>
                    <a:pt x="5116" y="0"/>
                  </a:moveTo>
                  <a:lnTo>
                    <a:pt x="5116" y="837"/>
                  </a:lnTo>
                  <a:cubicBezTo>
                    <a:pt x="5116" y="1135"/>
                    <a:pt x="4876" y="1366"/>
                    <a:pt x="4587" y="1366"/>
                  </a:cubicBezTo>
                  <a:lnTo>
                    <a:pt x="0" y="1366"/>
                  </a:lnTo>
                  <a:lnTo>
                    <a:pt x="0" y="1895"/>
                  </a:lnTo>
                  <a:lnTo>
                    <a:pt x="6568" y="1895"/>
                  </a:lnTo>
                  <a:lnTo>
                    <a:pt x="6568" y="712"/>
                  </a:lnTo>
                  <a:cubicBezTo>
                    <a:pt x="6568" y="318"/>
                    <a:pt x="6251" y="0"/>
                    <a:pt x="5857" y="0"/>
                  </a:cubicBezTo>
                  <a:close/>
                </a:path>
              </a:pathLst>
            </a:custGeom>
            <a:solidFill>
              <a:srgbClr val="ACBDC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826" name="Google Shape;17826;p45"/>
            <p:cNvSpPr/>
            <p:nvPr/>
          </p:nvSpPr>
          <p:spPr>
            <a:xfrm>
              <a:off x="7585795" y="3240421"/>
              <a:ext cx="205323" cy="23153"/>
            </a:xfrm>
            <a:custGeom>
              <a:rect b="b" l="l" r="r" t="t"/>
              <a:pathLst>
                <a:path extrusionOk="0" h="886" w="7857">
                  <a:moveTo>
                    <a:pt x="77" y="1"/>
                  </a:moveTo>
                  <a:cubicBezTo>
                    <a:pt x="29" y="1"/>
                    <a:pt x="0" y="29"/>
                    <a:pt x="0" y="78"/>
                  </a:cubicBezTo>
                  <a:lnTo>
                    <a:pt x="0" y="808"/>
                  </a:lnTo>
                  <a:cubicBezTo>
                    <a:pt x="0" y="856"/>
                    <a:pt x="29" y="885"/>
                    <a:pt x="77" y="885"/>
                  </a:cubicBezTo>
                  <a:lnTo>
                    <a:pt x="7770" y="885"/>
                  </a:lnTo>
                  <a:cubicBezTo>
                    <a:pt x="7818" y="885"/>
                    <a:pt x="7856" y="856"/>
                    <a:pt x="7856" y="808"/>
                  </a:cubicBezTo>
                  <a:lnTo>
                    <a:pt x="7856" y="78"/>
                  </a:lnTo>
                  <a:cubicBezTo>
                    <a:pt x="7856" y="29"/>
                    <a:pt x="7818" y="1"/>
                    <a:pt x="7770" y="1"/>
                  </a:cubicBezTo>
                  <a:close/>
                </a:path>
              </a:pathLst>
            </a:custGeom>
            <a:solidFill>
              <a:srgbClr val="CDD8D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827" name="Google Shape;17827;p45"/>
            <p:cNvSpPr/>
            <p:nvPr/>
          </p:nvSpPr>
          <p:spPr>
            <a:xfrm>
              <a:off x="7655647" y="3121806"/>
              <a:ext cx="65357" cy="23650"/>
            </a:xfrm>
            <a:custGeom>
              <a:rect b="b" l="l" r="r" t="t"/>
              <a:pathLst>
                <a:path extrusionOk="0" h="905" w="2501">
                  <a:moveTo>
                    <a:pt x="395" y="1"/>
                  </a:moveTo>
                  <a:cubicBezTo>
                    <a:pt x="173" y="1"/>
                    <a:pt x="0" y="174"/>
                    <a:pt x="0" y="395"/>
                  </a:cubicBezTo>
                  <a:lnTo>
                    <a:pt x="0" y="510"/>
                  </a:lnTo>
                  <a:cubicBezTo>
                    <a:pt x="0" y="732"/>
                    <a:pt x="173" y="905"/>
                    <a:pt x="395" y="905"/>
                  </a:cubicBezTo>
                  <a:lnTo>
                    <a:pt x="2116" y="905"/>
                  </a:lnTo>
                  <a:cubicBezTo>
                    <a:pt x="2327" y="905"/>
                    <a:pt x="2501" y="732"/>
                    <a:pt x="2501" y="510"/>
                  </a:cubicBezTo>
                  <a:lnTo>
                    <a:pt x="2501" y="395"/>
                  </a:lnTo>
                  <a:cubicBezTo>
                    <a:pt x="2501" y="174"/>
                    <a:pt x="2327" y="1"/>
                    <a:pt x="2116" y="1"/>
                  </a:cubicBezTo>
                  <a:close/>
                </a:path>
              </a:pathLst>
            </a:custGeom>
            <a:solidFill>
              <a:srgbClr val="A9BBC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828" name="Google Shape;17828;p45"/>
            <p:cNvSpPr/>
            <p:nvPr/>
          </p:nvSpPr>
          <p:spPr>
            <a:xfrm>
              <a:off x="7655647" y="3127581"/>
              <a:ext cx="65357" cy="17639"/>
            </a:xfrm>
            <a:custGeom>
              <a:rect b="b" l="l" r="r" t="t"/>
              <a:pathLst>
                <a:path extrusionOk="0" h="675" w="2501">
                  <a:moveTo>
                    <a:pt x="39" y="1"/>
                  </a:moveTo>
                  <a:cubicBezTo>
                    <a:pt x="10" y="59"/>
                    <a:pt x="0" y="107"/>
                    <a:pt x="0" y="164"/>
                  </a:cubicBezTo>
                  <a:lnTo>
                    <a:pt x="0" y="289"/>
                  </a:lnTo>
                  <a:cubicBezTo>
                    <a:pt x="0" y="501"/>
                    <a:pt x="173" y="674"/>
                    <a:pt x="395" y="674"/>
                  </a:cubicBezTo>
                  <a:lnTo>
                    <a:pt x="2116" y="674"/>
                  </a:lnTo>
                  <a:cubicBezTo>
                    <a:pt x="2327" y="674"/>
                    <a:pt x="2501" y="501"/>
                    <a:pt x="2501" y="289"/>
                  </a:cubicBezTo>
                  <a:lnTo>
                    <a:pt x="2501" y="164"/>
                  </a:lnTo>
                  <a:cubicBezTo>
                    <a:pt x="2501" y="107"/>
                    <a:pt x="2491" y="59"/>
                    <a:pt x="2462" y="1"/>
                  </a:cubicBezTo>
                  <a:cubicBezTo>
                    <a:pt x="2404" y="145"/>
                    <a:pt x="2270" y="232"/>
                    <a:pt x="2116" y="232"/>
                  </a:cubicBezTo>
                  <a:lnTo>
                    <a:pt x="395" y="232"/>
                  </a:lnTo>
                  <a:cubicBezTo>
                    <a:pt x="241" y="232"/>
                    <a:pt x="97" y="145"/>
                    <a:pt x="39" y="1"/>
                  </a:cubicBezTo>
                  <a:close/>
                </a:path>
              </a:pathLst>
            </a:custGeom>
            <a:solidFill>
              <a:srgbClr val="9BAFB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829" name="Google Shape;17829;p45"/>
            <p:cNvSpPr/>
            <p:nvPr/>
          </p:nvSpPr>
          <p:spPr>
            <a:xfrm>
              <a:off x="7634794" y="2953878"/>
              <a:ext cx="107065" cy="101081"/>
            </a:xfrm>
            <a:custGeom>
              <a:rect b="b" l="l" r="r" t="t"/>
              <a:pathLst>
                <a:path extrusionOk="0" h="3868" w="4097">
                  <a:moveTo>
                    <a:pt x="2052" y="1"/>
                  </a:moveTo>
                  <a:cubicBezTo>
                    <a:pt x="2024" y="1"/>
                    <a:pt x="1996" y="18"/>
                    <a:pt x="1981" y="51"/>
                  </a:cubicBezTo>
                  <a:lnTo>
                    <a:pt x="1500" y="1378"/>
                  </a:lnTo>
                  <a:lnTo>
                    <a:pt x="87" y="1426"/>
                  </a:lnTo>
                  <a:cubicBezTo>
                    <a:pt x="29" y="1436"/>
                    <a:pt x="0" y="1513"/>
                    <a:pt x="48" y="1551"/>
                  </a:cubicBezTo>
                  <a:lnTo>
                    <a:pt x="1164" y="2417"/>
                  </a:lnTo>
                  <a:lnTo>
                    <a:pt x="779" y="3782"/>
                  </a:lnTo>
                  <a:cubicBezTo>
                    <a:pt x="764" y="3828"/>
                    <a:pt x="803" y="3868"/>
                    <a:pt x="844" y="3868"/>
                  </a:cubicBezTo>
                  <a:cubicBezTo>
                    <a:pt x="855" y="3868"/>
                    <a:pt x="865" y="3865"/>
                    <a:pt x="875" y="3859"/>
                  </a:cubicBezTo>
                  <a:lnTo>
                    <a:pt x="2048" y="3061"/>
                  </a:lnTo>
                  <a:lnTo>
                    <a:pt x="3222" y="3859"/>
                  </a:lnTo>
                  <a:cubicBezTo>
                    <a:pt x="3231" y="3865"/>
                    <a:pt x="3243" y="3868"/>
                    <a:pt x="3254" y="3868"/>
                  </a:cubicBezTo>
                  <a:cubicBezTo>
                    <a:pt x="3297" y="3868"/>
                    <a:pt x="3343" y="3828"/>
                    <a:pt x="3327" y="3782"/>
                  </a:cubicBezTo>
                  <a:lnTo>
                    <a:pt x="2933" y="2417"/>
                  </a:lnTo>
                  <a:lnTo>
                    <a:pt x="4049" y="1551"/>
                  </a:lnTo>
                  <a:cubicBezTo>
                    <a:pt x="4097" y="1513"/>
                    <a:pt x="4068" y="1436"/>
                    <a:pt x="4010" y="1426"/>
                  </a:cubicBezTo>
                  <a:lnTo>
                    <a:pt x="2597" y="1378"/>
                  </a:lnTo>
                  <a:lnTo>
                    <a:pt x="2116" y="51"/>
                  </a:lnTo>
                  <a:cubicBezTo>
                    <a:pt x="2106" y="18"/>
                    <a:pt x="2080" y="1"/>
                    <a:pt x="2052" y="1"/>
                  </a:cubicBezTo>
                  <a:close/>
                </a:path>
              </a:pathLst>
            </a:custGeom>
            <a:solidFill>
              <a:srgbClr val="E8EDF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830" name="Google Shape;17830;p45"/>
            <p:cNvSpPr/>
            <p:nvPr/>
          </p:nvSpPr>
          <p:spPr>
            <a:xfrm>
              <a:off x="7585795" y="3240160"/>
              <a:ext cx="205323" cy="23415"/>
            </a:xfrm>
            <a:custGeom>
              <a:rect b="b" l="l" r="r" t="t"/>
              <a:pathLst>
                <a:path extrusionOk="0" h="896" w="7857">
                  <a:moveTo>
                    <a:pt x="6395" y="1"/>
                  </a:moveTo>
                  <a:lnTo>
                    <a:pt x="6395" y="289"/>
                  </a:lnTo>
                  <a:cubicBezTo>
                    <a:pt x="6395" y="463"/>
                    <a:pt x="6260" y="597"/>
                    <a:pt x="6087" y="597"/>
                  </a:cubicBezTo>
                  <a:lnTo>
                    <a:pt x="77" y="597"/>
                  </a:lnTo>
                  <a:cubicBezTo>
                    <a:pt x="39" y="597"/>
                    <a:pt x="0" y="559"/>
                    <a:pt x="0" y="520"/>
                  </a:cubicBezTo>
                  <a:lnTo>
                    <a:pt x="0" y="809"/>
                  </a:lnTo>
                  <a:cubicBezTo>
                    <a:pt x="0" y="857"/>
                    <a:pt x="39" y="895"/>
                    <a:pt x="77" y="895"/>
                  </a:cubicBezTo>
                  <a:lnTo>
                    <a:pt x="7770" y="895"/>
                  </a:lnTo>
                  <a:cubicBezTo>
                    <a:pt x="7818" y="895"/>
                    <a:pt x="7856" y="857"/>
                    <a:pt x="7856" y="809"/>
                  </a:cubicBezTo>
                  <a:lnTo>
                    <a:pt x="7856" y="88"/>
                  </a:lnTo>
                  <a:cubicBezTo>
                    <a:pt x="7856" y="39"/>
                    <a:pt x="7818" y="1"/>
                    <a:pt x="7770" y="1"/>
                  </a:cubicBezTo>
                  <a:close/>
                </a:path>
              </a:pathLst>
            </a:custGeom>
            <a:solidFill>
              <a:srgbClr val="BFCCD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7831" name="Google Shape;17831;p45"/>
          <p:cNvGrpSpPr/>
          <p:nvPr/>
        </p:nvGrpSpPr>
        <p:grpSpPr>
          <a:xfrm>
            <a:off x="7988340" y="2718298"/>
            <a:ext cx="308886" cy="360628"/>
            <a:chOff x="7988340" y="2902946"/>
            <a:chExt cx="308886" cy="360628"/>
          </a:xfrm>
        </p:grpSpPr>
        <p:sp>
          <p:nvSpPr>
            <p:cNvPr id="17832" name="Google Shape;17832;p45"/>
            <p:cNvSpPr/>
            <p:nvPr/>
          </p:nvSpPr>
          <p:spPr>
            <a:xfrm>
              <a:off x="8048654" y="3170072"/>
              <a:ext cx="27413" cy="88223"/>
            </a:xfrm>
            <a:custGeom>
              <a:rect b="b" l="l" r="r" t="t"/>
              <a:pathLst>
                <a:path extrusionOk="0" h="3376" w="1049">
                  <a:moveTo>
                    <a:pt x="1" y="0"/>
                  </a:moveTo>
                  <a:lnTo>
                    <a:pt x="1" y="3375"/>
                  </a:lnTo>
                  <a:lnTo>
                    <a:pt x="1049" y="3375"/>
                  </a:lnTo>
                  <a:lnTo>
                    <a:pt x="1049" y="0"/>
                  </a:lnTo>
                  <a:close/>
                </a:path>
              </a:pathLst>
            </a:custGeom>
            <a:solidFill>
              <a:srgbClr val="41586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833" name="Google Shape;17833;p45"/>
            <p:cNvSpPr/>
            <p:nvPr/>
          </p:nvSpPr>
          <p:spPr>
            <a:xfrm>
              <a:off x="8062478" y="3170072"/>
              <a:ext cx="13589" cy="88223"/>
            </a:xfrm>
            <a:custGeom>
              <a:rect b="b" l="l" r="r" t="t"/>
              <a:pathLst>
                <a:path extrusionOk="0" h="3376" w="520">
                  <a:moveTo>
                    <a:pt x="1" y="0"/>
                  </a:moveTo>
                  <a:lnTo>
                    <a:pt x="1" y="3375"/>
                  </a:lnTo>
                  <a:lnTo>
                    <a:pt x="520" y="3375"/>
                  </a:lnTo>
                  <a:lnTo>
                    <a:pt x="520" y="0"/>
                  </a:lnTo>
                  <a:close/>
                </a:path>
              </a:pathLst>
            </a:custGeom>
            <a:solidFill>
              <a:srgbClr val="324B6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834" name="Google Shape;17834;p45"/>
            <p:cNvSpPr/>
            <p:nvPr/>
          </p:nvSpPr>
          <p:spPr>
            <a:xfrm>
              <a:off x="8207984" y="3170072"/>
              <a:ext cx="27413" cy="88223"/>
            </a:xfrm>
            <a:custGeom>
              <a:rect b="b" l="l" r="r" t="t"/>
              <a:pathLst>
                <a:path extrusionOk="0" h="3376" w="1049">
                  <a:moveTo>
                    <a:pt x="0" y="0"/>
                  </a:moveTo>
                  <a:lnTo>
                    <a:pt x="0" y="3375"/>
                  </a:lnTo>
                  <a:lnTo>
                    <a:pt x="1049" y="3375"/>
                  </a:lnTo>
                  <a:lnTo>
                    <a:pt x="1049" y="0"/>
                  </a:lnTo>
                  <a:close/>
                </a:path>
              </a:pathLst>
            </a:custGeom>
            <a:solidFill>
              <a:srgbClr val="41586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835" name="Google Shape;17835;p45"/>
            <p:cNvSpPr/>
            <p:nvPr/>
          </p:nvSpPr>
          <p:spPr>
            <a:xfrm>
              <a:off x="8221808" y="3170072"/>
              <a:ext cx="13589" cy="88223"/>
            </a:xfrm>
            <a:custGeom>
              <a:rect b="b" l="l" r="r" t="t"/>
              <a:pathLst>
                <a:path extrusionOk="0" h="3376" w="520">
                  <a:moveTo>
                    <a:pt x="0" y="0"/>
                  </a:moveTo>
                  <a:lnTo>
                    <a:pt x="0" y="3375"/>
                  </a:lnTo>
                  <a:lnTo>
                    <a:pt x="520" y="3375"/>
                  </a:lnTo>
                  <a:lnTo>
                    <a:pt x="520" y="0"/>
                  </a:lnTo>
                  <a:close/>
                </a:path>
              </a:pathLst>
            </a:custGeom>
            <a:solidFill>
              <a:srgbClr val="324B6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836" name="Google Shape;17836;p45"/>
            <p:cNvSpPr/>
            <p:nvPr/>
          </p:nvSpPr>
          <p:spPr>
            <a:xfrm>
              <a:off x="8021032" y="3149715"/>
              <a:ext cx="242248" cy="46516"/>
            </a:xfrm>
            <a:custGeom>
              <a:rect b="b" l="l" r="r" t="t"/>
              <a:pathLst>
                <a:path extrusionOk="0" h="1780" w="9270">
                  <a:moveTo>
                    <a:pt x="0" y="0"/>
                  </a:moveTo>
                  <a:lnTo>
                    <a:pt x="0" y="1395"/>
                  </a:lnTo>
                  <a:cubicBezTo>
                    <a:pt x="0" y="1606"/>
                    <a:pt x="164" y="1779"/>
                    <a:pt x="385" y="1779"/>
                  </a:cubicBezTo>
                  <a:lnTo>
                    <a:pt x="8876" y="1779"/>
                  </a:lnTo>
                  <a:cubicBezTo>
                    <a:pt x="9097" y="1779"/>
                    <a:pt x="9270" y="1606"/>
                    <a:pt x="9260" y="1395"/>
                  </a:cubicBezTo>
                  <a:lnTo>
                    <a:pt x="9260" y="0"/>
                  </a:lnTo>
                  <a:close/>
                </a:path>
              </a:pathLst>
            </a:custGeom>
            <a:solidFill>
              <a:srgbClr val="41586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837" name="Google Shape;17837;p45"/>
            <p:cNvSpPr/>
            <p:nvPr/>
          </p:nvSpPr>
          <p:spPr>
            <a:xfrm>
              <a:off x="8028062" y="2902946"/>
              <a:ext cx="227954" cy="267153"/>
            </a:xfrm>
            <a:custGeom>
              <a:rect b="b" l="l" r="r" t="t"/>
              <a:pathLst>
                <a:path extrusionOk="0" h="10223" w="8723">
                  <a:moveTo>
                    <a:pt x="1481" y="0"/>
                  </a:moveTo>
                  <a:cubicBezTo>
                    <a:pt x="664" y="0"/>
                    <a:pt x="0" y="664"/>
                    <a:pt x="0" y="1491"/>
                  </a:cubicBezTo>
                  <a:lnTo>
                    <a:pt x="0" y="10222"/>
                  </a:lnTo>
                  <a:lnTo>
                    <a:pt x="8722" y="10222"/>
                  </a:lnTo>
                  <a:lnTo>
                    <a:pt x="8722" y="1491"/>
                  </a:lnTo>
                  <a:cubicBezTo>
                    <a:pt x="8722" y="664"/>
                    <a:pt x="8059" y="0"/>
                    <a:pt x="7241" y="0"/>
                  </a:cubicBezTo>
                  <a:close/>
                </a:path>
              </a:pathLst>
            </a:custGeom>
            <a:solidFill>
              <a:srgbClr val="7084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838" name="Google Shape;17838;p45"/>
            <p:cNvSpPr/>
            <p:nvPr/>
          </p:nvSpPr>
          <p:spPr>
            <a:xfrm>
              <a:off x="8179578" y="2902946"/>
              <a:ext cx="76438" cy="267153"/>
            </a:xfrm>
            <a:custGeom>
              <a:rect b="b" l="l" r="r" t="t"/>
              <a:pathLst>
                <a:path extrusionOk="0" h="10223" w="2925">
                  <a:moveTo>
                    <a:pt x="1" y="0"/>
                  </a:moveTo>
                  <a:cubicBezTo>
                    <a:pt x="818" y="0"/>
                    <a:pt x="1482" y="664"/>
                    <a:pt x="1482" y="1491"/>
                  </a:cubicBezTo>
                  <a:lnTo>
                    <a:pt x="1482" y="10222"/>
                  </a:lnTo>
                  <a:lnTo>
                    <a:pt x="2924" y="10222"/>
                  </a:lnTo>
                  <a:lnTo>
                    <a:pt x="2924" y="1491"/>
                  </a:lnTo>
                  <a:cubicBezTo>
                    <a:pt x="2924" y="664"/>
                    <a:pt x="2261" y="0"/>
                    <a:pt x="1443" y="0"/>
                  </a:cubicBezTo>
                  <a:close/>
                </a:path>
              </a:pathLst>
            </a:custGeom>
            <a:solidFill>
              <a:srgbClr val="5F758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839" name="Google Shape;17839;p45"/>
            <p:cNvSpPr/>
            <p:nvPr/>
          </p:nvSpPr>
          <p:spPr>
            <a:xfrm>
              <a:off x="8001668" y="3072572"/>
              <a:ext cx="55558" cy="97526"/>
            </a:xfrm>
            <a:custGeom>
              <a:rect b="b" l="l" r="r" t="t"/>
              <a:pathLst>
                <a:path extrusionOk="0" h="3732" w="2126">
                  <a:moveTo>
                    <a:pt x="1" y="0"/>
                  </a:moveTo>
                  <a:lnTo>
                    <a:pt x="1" y="3125"/>
                  </a:lnTo>
                  <a:cubicBezTo>
                    <a:pt x="1" y="3462"/>
                    <a:pt x="270" y="3731"/>
                    <a:pt x="606" y="3731"/>
                  </a:cubicBezTo>
                  <a:lnTo>
                    <a:pt x="2126" y="3731"/>
                  </a:lnTo>
                  <a:lnTo>
                    <a:pt x="2116" y="0"/>
                  </a:lnTo>
                  <a:close/>
                </a:path>
              </a:pathLst>
            </a:custGeom>
            <a:solidFill>
              <a:srgbClr val="7084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840" name="Google Shape;17840;p45"/>
            <p:cNvSpPr/>
            <p:nvPr/>
          </p:nvSpPr>
          <p:spPr>
            <a:xfrm>
              <a:off x="8029577" y="3072572"/>
              <a:ext cx="27648" cy="97526"/>
            </a:xfrm>
            <a:custGeom>
              <a:rect b="b" l="l" r="r" t="t"/>
              <a:pathLst>
                <a:path extrusionOk="0" h="3732" w="1058">
                  <a:moveTo>
                    <a:pt x="0" y="0"/>
                  </a:moveTo>
                  <a:lnTo>
                    <a:pt x="0" y="3731"/>
                  </a:lnTo>
                  <a:lnTo>
                    <a:pt x="1058" y="3731"/>
                  </a:lnTo>
                  <a:lnTo>
                    <a:pt x="1058" y="0"/>
                  </a:lnTo>
                  <a:close/>
                </a:path>
              </a:pathLst>
            </a:custGeom>
            <a:solidFill>
              <a:srgbClr val="5F758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841" name="Google Shape;17841;p45"/>
            <p:cNvSpPr/>
            <p:nvPr/>
          </p:nvSpPr>
          <p:spPr>
            <a:xfrm>
              <a:off x="8226826" y="3072572"/>
              <a:ext cx="55558" cy="97526"/>
            </a:xfrm>
            <a:custGeom>
              <a:rect b="b" l="l" r="r" t="t"/>
              <a:pathLst>
                <a:path extrusionOk="0" h="3732" w="2126">
                  <a:moveTo>
                    <a:pt x="1" y="0"/>
                  </a:moveTo>
                  <a:lnTo>
                    <a:pt x="1" y="3731"/>
                  </a:lnTo>
                  <a:lnTo>
                    <a:pt x="1530" y="3731"/>
                  </a:lnTo>
                  <a:cubicBezTo>
                    <a:pt x="1856" y="3731"/>
                    <a:pt x="2126" y="3462"/>
                    <a:pt x="2126" y="3125"/>
                  </a:cubicBezTo>
                  <a:lnTo>
                    <a:pt x="2126" y="0"/>
                  </a:lnTo>
                  <a:close/>
                </a:path>
              </a:pathLst>
            </a:custGeom>
            <a:solidFill>
              <a:srgbClr val="7084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842" name="Google Shape;17842;p45"/>
            <p:cNvSpPr/>
            <p:nvPr/>
          </p:nvSpPr>
          <p:spPr>
            <a:xfrm>
              <a:off x="8238899" y="3072572"/>
              <a:ext cx="43249" cy="97526"/>
            </a:xfrm>
            <a:custGeom>
              <a:rect b="b" l="l" r="r" t="t"/>
              <a:pathLst>
                <a:path extrusionOk="0" h="3732" w="1655">
                  <a:moveTo>
                    <a:pt x="596" y="0"/>
                  </a:moveTo>
                  <a:lnTo>
                    <a:pt x="596" y="3125"/>
                  </a:lnTo>
                  <a:cubicBezTo>
                    <a:pt x="596" y="3462"/>
                    <a:pt x="327" y="3731"/>
                    <a:pt x="0" y="3731"/>
                  </a:cubicBezTo>
                  <a:lnTo>
                    <a:pt x="1058" y="3731"/>
                  </a:lnTo>
                  <a:cubicBezTo>
                    <a:pt x="1385" y="3731"/>
                    <a:pt x="1654" y="3462"/>
                    <a:pt x="1654" y="3125"/>
                  </a:cubicBezTo>
                  <a:lnTo>
                    <a:pt x="1654" y="0"/>
                  </a:lnTo>
                  <a:close/>
                </a:path>
              </a:pathLst>
            </a:custGeom>
            <a:solidFill>
              <a:srgbClr val="5F758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843" name="Google Shape;17843;p45"/>
            <p:cNvSpPr/>
            <p:nvPr/>
          </p:nvSpPr>
          <p:spPr>
            <a:xfrm>
              <a:off x="8057199" y="3109759"/>
              <a:ext cx="169652" cy="60340"/>
            </a:xfrm>
            <a:custGeom>
              <a:rect b="b" l="l" r="r" t="t"/>
              <a:pathLst>
                <a:path extrusionOk="0" h="2309" w="6492">
                  <a:moveTo>
                    <a:pt x="866" y="0"/>
                  </a:moveTo>
                  <a:cubicBezTo>
                    <a:pt x="395" y="0"/>
                    <a:pt x="1" y="385"/>
                    <a:pt x="1" y="866"/>
                  </a:cubicBezTo>
                  <a:lnTo>
                    <a:pt x="1" y="2308"/>
                  </a:lnTo>
                  <a:lnTo>
                    <a:pt x="6492" y="2308"/>
                  </a:lnTo>
                  <a:lnTo>
                    <a:pt x="6492" y="866"/>
                  </a:lnTo>
                  <a:cubicBezTo>
                    <a:pt x="6492" y="385"/>
                    <a:pt x="6107" y="0"/>
                    <a:pt x="5626" y="0"/>
                  </a:cubicBezTo>
                  <a:close/>
                </a:path>
              </a:pathLst>
            </a:custGeom>
            <a:solidFill>
              <a:srgbClr val="5F758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844" name="Google Shape;17844;p45"/>
            <p:cNvSpPr/>
            <p:nvPr/>
          </p:nvSpPr>
          <p:spPr>
            <a:xfrm>
              <a:off x="8028297" y="3252729"/>
              <a:ext cx="68127" cy="10845"/>
            </a:xfrm>
            <a:custGeom>
              <a:rect b="b" l="l" r="r" t="t"/>
              <a:pathLst>
                <a:path extrusionOk="0" h="415" w="2607">
                  <a:moveTo>
                    <a:pt x="280" y="1"/>
                  </a:moveTo>
                  <a:cubicBezTo>
                    <a:pt x="1" y="1"/>
                    <a:pt x="1" y="414"/>
                    <a:pt x="280" y="414"/>
                  </a:cubicBezTo>
                  <a:lnTo>
                    <a:pt x="2328" y="414"/>
                  </a:lnTo>
                  <a:cubicBezTo>
                    <a:pt x="2607" y="414"/>
                    <a:pt x="2607" y="1"/>
                    <a:pt x="2328" y="1"/>
                  </a:cubicBezTo>
                  <a:close/>
                </a:path>
              </a:pathLst>
            </a:custGeom>
            <a:solidFill>
              <a:srgbClr val="41586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845" name="Google Shape;17845;p45"/>
            <p:cNvSpPr/>
            <p:nvPr/>
          </p:nvSpPr>
          <p:spPr>
            <a:xfrm>
              <a:off x="8187627" y="3252729"/>
              <a:ext cx="67866" cy="10845"/>
            </a:xfrm>
            <a:custGeom>
              <a:rect b="b" l="l" r="r" t="t"/>
              <a:pathLst>
                <a:path extrusionOk="0" h="415" w="2597">
                  <a:moveTo>
                    <a:pt x="279" y="1"/>
                  </a:moveTo>
                  <a:cubicBezTo>
                    <a:pt x="0" y="1"/>
                    <a:pt x="0" y="414"/>
                    <a:pt x="279" y="414"/>
                  </a:cubicBezTo>
                  <a:lnTo>
                    <a:pt x="2328" y="414"/>
                  </a:lnTo>
                  <a:cubicBezTo>
                    <a:pt x="2597" y="414"/>
                    <a:pt x="2597" y="1"/>
                    <a:pt x="2328" y="1"/>
                  </a:cubicBezTo>
                  <a:close/>
                </a:path>
              </a:pathLst>
            </a:custGeom>
            <a:solidFill>
              <a:srgbClr val="41586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846" name="Google Shape;17846;p45"/>
            <p:cNvSpPr/>
            <p:nvPr/>
          </p:nvSpPr>
          <p:spPr>
            <a:xfrm>
              <a:off x="7988340" y="3054723"/>
              <a:ext cx="82213" cy="25897"/>
            </a:xfrm>
            <a:custGeom>
              <a:rect b="b" l="l" r="r" t="t"/>
              <a:pathLst>
                <a:path extrusionOk="0" h="991" w="3146">
                  <a:moveTo>
                    <a:pt x="213" y="0"/>
                  </a:moveTo>
                  <a:cubicBezTo>
                    <a:pt x="97" y="10"/>
                    <a:pt x="1" y="106"/>
                    <a:pt x="1" y="222"/>
                  </a:cubicBezTo>
                  <a:lnTo>
                    <a:pt x="1" y="779"/>
                  </a:lnTo>
                  <a:cubicBezTo>
                    <a:pt x="1" y="895"/>
                    <a:pt x="97" y="991"/>
                    <a:pt x="213" y="991"/>
                  </a:cubicBezTo>
                  <a:lnTo>
                    <a:pt x="2934" y="991"/>
                  </a:lnTo>
                  <a:cubicBezTo>
                    <a:pt x="3049" y="991"/>
                    <a:pt x="3145" y="895"/>
                    <a:pt x="3145" y="779"/>
                  </a:cubicBezTo>
                  <a:lnTo>
                    <a:pt x="3145" y="222"/>
                  </a:lnTo>
                  <a:cubicBezTo>
                    <a:pt x="3145" y="106"/>
                    <a:pt x="3049" y="0"/>
                    <a:pt x="2934" y="0"/>
                  </a:cubicBezTo>
                  <a:close/>
                </a:path>
              </a:pathLst>
            </a:custGeom>
            <a:solidFill>
              <a:srgbClr val="7084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847" name="Google Shape;17847;p45"/>
            <p:cNvSpPr/>
            <p:nvPr/>
          </p:nvSpPr>
          <p:spPr>
            <a:xfrm>
              <a:off x="7988340" y="3062014"/>
              <a:ext cx="82213" cy="18606"/>
            </a:xfrm>
            <a:custGeom>
              <a:rect b="b" l="l" r="r" t="t"/>
              <a:pathLst>
                <a:path extrusionOk="0" h="712" w="3146">
                  <a:moveTo>
                    <a:pt x="1" y="0"/>
                  </a:moveTo>
                  <a:lnTo>
                    <a:pt x="1" y="500"/>
                  </a:lnTo>
                  <a:cubicBezTo>
                    <a:pt x="1" y="616"/>
                    <a:pt x="97" y="712"/>
                    <a:pt x="213" y="712"/>
                  </a:cubicBezTo>
                  <a:lnTo>
                    <a:pt x="2934" y="712"/>
                  </a:lnTo>
                  <a:cubicBezTo>
                    <a:pt x="3049" y="712"/>
                    <a:pt x="3145" y="616"/>
                    <a:pt x="3145" y="500"/>
                  </a:cubicBezTo>
                  <a:lnTo>
                    <a:pt x="3145" y="0"/>
                  </a:lnTo>
                  <a:cubicBezTo>
                    <a:pt x="3145" y="125"/>
                    <a:pt x="3049" y="221"/>
                    <a:pt x="2934" y="221"/>
                  </a:cubicBezTo>
                  <a:lnTo>
                    <a:pt x="213" y="221"/>
                  </a:lnTo>
                  <a:cubicBezTo>
                    <a:pt x="97" y="221"/>
                    <a:pt x="1" y="125"/>
                    <a:pt x="1" y="0"/>
                  </a:cubicBezTo>
                  <a:close/>
                </a:path>
              </a:pathLst>
            </a:custGeom>
            <a:solidFill>
              <a:srgbClr val="5F758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848" name="Google Shape;17848;p45"/>
            <p:cNvSpPr/>
            <p:nvPr/>
          </p:nvSpPr>
          <p:spPr>
            <a:xfrm>
              <a:off x="8214778" y="3054959"/>
              <a:ext cx="82448" cy="25662"/>
            </a:xfrm>
            <a:custGeom>
              <a:rect b="b" l="l" r="r" t="t"/>
              <a:pathLst>
                <a:path extrusionOk="0" h="982" w="3155">
                  <a:moveTo>
                    <a:pt x="221" y="1"/>
                  </a:moveTo>
                  <a:cubicBezTo>
                    <a:pt x="96" y="1"/>
                    <a:pt x="0" y="97"/>
                    <a:pt x="0" y="213"/>
                  </a:cubicBezTo>
                  <a:lnTo>
                    <a:pt x="0" y="770"/>
                  </a:lnTo>
                  <a:cubicBezTo>
                    <a:pt x="0" y="886"/>
                    <a:pt x="96" y="982"/>
                    <a:pt x="221" y="982"/>
                  </a:cubicBezTo>
                  <a:lnTo>
                    <a:pt x="2933" y="982"/>
                  </a:lnTo>
                  <a:cubicBezTo>
                    <a:pt x="3058" y="982"/>
                    <a:pt x="3154" y="886"/>
                    <a:pt x="3154" y="770"/>
                  </a:cubicBezTo>
                  <a:lnTo>
                    <a:pt x="3154" y="213"/>
                  </a:lnTo>
                  <a:cubicBezTo>
                    <a:pt x="3154" y="97"/>
                    <a:pt x="3058" y="1"/>
                    <a:pt x="2933" y="1"/>
                  </a:cubicBezTo>
                  <a:close/>
                </a:path>
              </a:pathLst>
            </a:custGeom>
            <a:solidFill>
              <a:srgbClr val="7084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849" name="Google Shape;17849;p45"/>
            <p:cNvSpPr/>
            <p:nvPr/>
          </p:nvSpPr>
          <p:spPr>
            <a:xfrm>
              <a:off x="8214778" y="3062250"/>
              <a:ext cx="82448" cy="18371"/>
            </a:xfrm>
            <a:custGeom>
              <a:rect b="b" l="l" r="r" t="t"/>
              <a:pathLst>
                <a:path extrusionOk="0" h="703" w="3155">
                  <a:moveTo>
                    <a:pt x="0" y="1"/>
                  </a:moveTo>
                  <a:lnTo>
                    <a:pt x="0" y="491"/>
                  </a:lnTo>
                  <a:cubicBezTo>
                    <a:pt x="0" y="607"/>
                    <a:pt x="96" y="703"/>
                    <a:pt x="221" y="703"/>
                  </a:cubicBezTo>
                  <a:lnTo>
                    <a:pt x="2933" y="703"/>
                  </a:lnTo>
                  <a:cubicBezTo>
                    <a:pt x="3058" y="703"/>
                    <a:pt x="3154" y="607"/>
                    <a:pt x="3154" y="491"/>
                  </a:cubicBezTo>
                  <a:lnTo>
                    <a:pt x="3154" y="1"/>
                  </a:lnTo>
                  <a:cubicBezTo>
                    <a:pt x="3154" y="116"/>
                    <a:pt x="3058" y="212"/>
                    <a:pt x="2933" y="212"/>
                  </a:cubicBezTo>
                  <a:lnTo>
                    <a:pt x="221" y="212"/>
                  </a:lnTo>
                  <a:cubicBezTo>
                    <a:pt x="96" y="212"/>
                    <a:pt x="0" y="116"/>
                    <a:pt x="0" y="1"/>
                  </a:cubicBezTo>
                  <a:close/>
                </a:path>
              </a:pathLst>
            </a:custGeom>
            <a:solidFill>
              <a:srgbClr val="5F758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850" name="Google Shape;17850;p45"/>
            <p:cNvSpPr/>
            <p:nvPr/>
          </p:nvSpPr>
          <p:spPr>
            <a:xfrm>
              <a:off x="8057461" y="3109759"/>
              <a:ext cx="169130" cy="30183"/>
            </a:xfrm>
            <a:custGeom>
              <a:rect b="b" l="l" r="r" t="t"/>
              <a:pathLst>
                <a:path extrusionOk="0" h="1155" w="6472">
                  <a:moveTo>
                    <a:pt x="856" y="0"/>
                  </a:moveTo>
                  <a:cubicBezTo>
                    <a:pt x="433" y="0"/>
                    <a:pt x="68" y="308"/>
                    <a:pt x="0" y="731"/>
                  </a:cubicBezTo>
                  <a:cubicBezTo>
                    <a:pt x="750" y="991"/>
                    <a:pt x="1933" y="1154"/>
                    <a:pt x="3260" y="1154"/>
                  </a:cubicBezTo>
                  <a:cubicBezTo>
                    <a:pt x="4558" y="1154"/>
                    <a:pt x="5722" y="991"/>
                    <a:pt x="6472" y="750"/>
                  </a:cubicBezTo>
                  <a:cubicBezTo>
                    <a:pt x="6414" y="318"/>
                    <a:pt x="6049" y="0"/>
                    <a:pt x="5616" y="0"/>
                  </a:cubicBezTo>
                  <a:close/>
                </a:path>
              </a:pathLst>
            </a:custGeom>
            <a:solidFill>
              <a:srgbClr val="7A8C9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851" name="Google Shape;17851;p45"/>
            <p:cNvSpPr/>
            <p:nvPr/>
          </p:nvSpPr>
          <p:spPr>
            <a:xfrm>
              <a:off x="8076564" y="2952937"/>
              <a:ext cx="34939" cy="31385"/>
            </a:xfrm>
            <a:custGeom>
              <a:rect b="b" l="l" r="r" t="t"/>
              <a:pathLst>
                <a:path extrusionOk="0" h="1201" w="1337">
                  <a:moveTo>
                    <a:pt x="669" y="1"/>
                  </a:moveTo>
                  <a:cubicBezTo>
                    <a:pt x="565" y="1"/>
                    <a:pt x="462" y="68"/>
                    <a:pt x="462" y="203"/>
                  </a:cubicBezTo>
                  <a:lnTo>
                    <a:pt x="462" y="395"/>
                  </a:lnTo>
                  <a:lnTo>
                    <a:pt x="279" y="395"/>
                  </a:lnTo>
                  <a:cubicBezTo>
                    <a:pt x="0" y="395"/>
                    <a:pt x="0" y="809"/>
                    <a:pt x="279" y="809"/>
                  </a:cubicBezTo>
                  <a:lnTo>
                    <a:pt x="462" y="809"/>
                  </a:lnTo>
                  <a:lnTo>
                    <a:pt x="462" y="991"/>
                  </a:lnTo>
                  <a:cubicBezTo>
                    <a:pt x="462" y="1131"/>
                    <a:pt x="565" y="1200"/>
                    <a:pt x="669" y="1200"/>
                  </a:cubicBezTo>
                  <a:cubicBezTo>
                    <a:pt x="772" y="1200"/>
                    <a:pt x="875" y="1131"/>
                    <a:pt x="875" y="991"/>
                  </a:cubicBezTo>
                  <a:lnTo>
                    <a:pt x="875" y="809"/>
                  </a:lnTo>
                  <a:lnTo>
                    <a:pt x="1068" y="809"/>
                  </a:lnTo>
                  <a:cubicBezTo>
                    <a:pt x="1337" y="809"/>
                    <a:pt x="1337" y="395"/>
                    <a:pt x="1068" y="395"/>
                  </a:cubicBezTo>
                  <a:lnTo>
                    <a:pt x="875" y="395"/>
                  </a:lnTo>
                  <a:lnTo>
                    <a:pt x="875" y="203"/>
                  </a:lnTo>
                  <a:cubicBezTo>
                    <a:pt x="875" y="68"/>
                    <a:pt x="772" y="1"/>
                    <a:pt x="669" y="1"/>
                  </a:cubicBezTo>
                  <a:close/>
                </a:path>
              </a:pathLst>
            </a:custGeom>
            <a:solidFill>
              <a:srgbClr val="5F758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852" name="Google Shape;17852;p45"/>
            <p:cNvSpPr/>
            <p:nvPr/>
          </p:nvSpPr>
          <p:spPr>
            <a:xfrm>
              <a:off x="8173803" y="2952937"/>
              <a:ext cx="34965" cy="31202"/>
            </a:xfrm>
            <a:custGeom>
              <a:rect b="b" l="l" r="r" t="t"/>
              <a:pathLst>
                <a:path extrusionOk="0" h="1194" w="1338">
                  <a:moveTo>
                    <a:pt x="674" y="1"/>
                  </a:moveTo>
                  <a:cubicBezTo>
                    <a:pt x="573" y="1"/>
                    <a:pt x="472" y="68"/>
                    <a:pt x="472" y="203"/>
                  </a:cubicBezTo>
                  <a:lnTo>
                    <a:pt x="472" y="395"/>
                  </a:lnTo>
                  <a:lnTo>
                    <a:pt x="279" y="395"/>
                  </a:lnTo>
                  <a:cubicBezTo>
                    <a:pt x="1" y="395"/>
                    <a:pt x="1" y="799"/>
                    <a:pt x="279" y="799"/>
                  </a:cubicBezTo>
                  <a:lnTo>
                    <a:pt x="472" y="799"/>
                  </a:lnTo>
                  <a:lnTo>
                    <a:pt x="472" y="991"/>
                  </a:lnTo>
                  <a:cubicBezTo>
                    <a:pt x="472" y="1126"/>
                    <a:pt x="573" y="1193"/>
                    <a:pt x="674" y="1193"/>
                  </a:cubicBezTo>
                  <a:cubicBezTo>
                    <a:pt x="775" y="1193"/>
                    <a:pt x="876" y="1126"/>
                    <a:pt x="876" y="991"/>
                  </a:cubicBezTo>
                  <a:lnTo>
                    <a:pt x="876" y="799"/>
                  </a:lnTo>
                  <a:lnTo>
                    <a:pt x="1068" y="799"/>
                  </a:lnTo>
                  <a:cubicBezTo>
                    <a:pt x="1337" y="799"/>
                    <a:pt x="1337" y="395"/>
                    <a:pt x="1068" y="395"/>
                  </a:cubicBezTo>
                  <a:lnTo>
                    <a:pt x="876" y="395"/>
                  </a:lnTo>
                  <a:lnTo>
                    <a:pt x="876" y="203"/>
                  </a:lnTo>
                  <a:cubicBezTo>
                    <a:pt x="876" y="68"/>
                    <a:pt x="775" y="1"/>
                    <a:pt x="674" y="1"/>
                  </a:cubicBezTo>
                  <a:close/>
                </a:path>
              </a:pathLst>
            </a:custGeom>
            <a:solidFill>
              <a:srgbClr val="5F758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853" name="Google Shape;17853;p45"/>
            <p:cNvSpPr/>
            <p:nvPr/>
          </p:nvSpPr>
          <p:spPr>
            <a:xfrm>
              <a:off x="8076564" y="3026579"/>
              <a:ext cx="34939" cy="31359"/>
            </a:xfrm>
            <a:custGeom>
              <a:rect b="b" l="l" r="r" t="t"/>
              <a:pathLst>
                <a:path extrusionOk="0" h="1200" w="1337">
                  <a:moveTo>
                    <a:pt x="669" y="0"/>
                  </a:moveTo>
                  <a:cubicBezTo>
                    <a:pt x="565" y="0"/>
                    <a:pt x="462" y="68"/>
                    <a:pt x="462" y="202"/>
                  </a:cubicBezTo>
                  <a:lnTo>
                    <a:pt x="462" y="395"/>
                  </a:lnTo>
                  <a:lnTo>
                    <a:pt x="279" y="395"/>
                  </a:lnTo>
                  <a:cubicBezTo>
                    <a:pt x="0" y="395"/>
                    <a:pt x="0" y="808"/>
                    <a:pt x="279" y="808"/>
                  </a:cubicBezTo>
                  <a:lnTo>
                    <a:pt x="462" y="808"/>
                  </a:lnTo>
                  <a:lnTo>
                    <a:pt x="462" y="991"/>
                  </a:lnTo>
                  <a:cubicBezTo>
                    <a:pt x="462" y="1130"/>
                    <a:pt x="565" y="1200"/>
                    <a:pt x="669" y="1200"/>
                  </a:cubicBezTo>
                  <a:cubicBezTo>
                    <a:pt x="772" y="1200"/>
                    <a:pt x="875" y="1130"/>
                    <a:pt x="875" y="991"/>
                  </a:cubicBezTo>
                  <a:lnTo>
                    <a:pt x="875" y="808"/>
                  </a:lnTo>
                  <a:lnTo>
                    <a:pt x="1068" y="808"/>
                  </a:lnTo>
                  <a:cubicBezTo>
                    <a:pt x="1337" y="808"/>
                    <a:pt x="1337" y="395"/>
                    <a:pt x="1068" y="395"/>
                  </a:cubicBezTo>
                  <a:lnTo>
                    <a:pt x="875" y="395"/>
                  </a:lnTo>
                  <a:lnTo>
                    <a:pt x="875" y="202"/>
                  </a:lnTo>
                  <a:cubicBezTo>
                    <a:pt x="875" y="68"/>
                    <a:pt x="772" y="0"/>
                    <a:pt x="669" y="0"/>
                  </a:cubicBezTo>
                  <a:close/>
                </a:path>
              </a:pathLst>
            </a:custGeom>
            <a:solidFill>
              <a:srgbClr val="5F758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854" name="Google Shape;17854;p45"/>
            <p:cNvSpPr/>
            <p:nvPr/>
          </p:nvSpPr>
          <p:spPr>
            <a:xfrm>
              <a:off x="8173803" y="3026579"/>
              <a:ext cx="34965" cy="31359"/>
            </a:xfrm>
            <a:custGeom>
              <a:rect b="b" l="l" r="r" t="t"/>
              <a:pathLst>
                <a:path extrusionOk="0" h="1200" w="1338">
                  <a:moveTo>
                    <a:pt x="669" y="0"/>
                  </a:moveTo>
                  <a:cubicBezTo>
                    <a:pt x="566" y="0"/>
                    <a:pt x="462" y="68"/>
                    <a:pt x="462" y="202"/>
                  </a:cubicBezTo>
                  <a:lnTo>
                    <a:pt x="462" y="395"/>
                  </a:lnTo>
                  <a:lnTo>
                    <a:pt x="279" y="395"/>
                  </a:lnTo>
                  <a:cubicBezTo>
                    <a:pt x="1" y="395"/>
                    <a:pt x="1" y="808"/>
                    <a:pt x="279" y="808"/>
                  </a:cubicBezTo>
                  <a:lnTo>
                    <a:pt x="462" y="808"/>
                  </a:lnTo>
                  <a:lnTo>
                    <a:pt x="462" y="991"/>
                  </a:lnTo>
                  <a:cubicBezTo>
                    <a:pt x="462" y="1130"/>
                    <a:pt x="566" y="1200"/>
                    <a:pt x="669" y="1200"/>
                  </a:cubicBezTo>
                  <a:cubicBezTo>
                    <a:pt x="772" y="1200"/>
                    <a:pt x="876" y="1130"/>
                    <a:pt x="876" y="991"/>
                  </a:cubicBezTo>
                  <a:lnTo>
                    <a:pt x="876" y="808"/>
                  </a:lnTo>
                  <a:lnTo>
                    <a:pt x="1068" y="808"/>
                  </a:lnTo>
                  <a:cubicBezTo>
                    <a:pt x="1337" y="808"/>
                    <a:pt x="1337" y="395"/>
                    <a:pt x="1068" y="395"/>
                  </a:cubicBezTo>
                  <a:lnTo>
                    <a:pt x="876" y="395"/>
                  </a:lnTo>
                  <a:lnTo>
                    <a:pt x="876" y="202"/>
                  </a:lnTo>
                  <a:cubicBezTo>
                    <a:pt x="876" y="68"/>
                    <a:pt x="772" y="0"/>
                    <a:pt x="669" y="0"/>
                  </a:cubicBezTo>
                  <a:close/>
                </a:path>
              </a:pathLst>
            </a:custGeom>
            <a:solidFill>
              <a:srgbClr val="5F758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7855" name="Google Shape;17855;p45"/>
          <p:cNvGrpSpPr/>
          <p:nvPr/>
        </p:nvGrpSpPr>
        <p:grpSpPr>
          <a:xfrm>
            <a:off x="5690039" y="2718351"/>
            <a:ext cx="362902" cy="360498"/>
            <a:chOff x="5690039" y="2902998"/>
            <a:chExt cx="362902" cy="360498"/>
          </a:xfrm>
        </p:grpSpPr>
        <p:sp>
          <p:nvSpPr>
            <p:cNvPr id="17856" name="Google Shape;17856;p45"/>
            <p:cNvSpPr/>
            <p:nvPr/>
          </p:nvSpPr>
          <p:spPr>
            <a:xfrm>
              <a:off x="5690039" y="2902998"/>
              <a:ext cx="361883" cy="360498"/>
            </a:xfrm>
            <a:custGeom>
              <a:rect b="b" l="l" r="r" t="t"/>
              <a:pathLst>
                <a:path extrusionOk="0" h="13795" w="13848">
                  <a:moveTo>
                    <a:pt x="8235" y="2316"/>
                  </a:moveTo>
                  <a:cubicBezTo>
                    <a:pt x="8286" y="2316"/>
                    <a:pt x="8339" y="2336"/>
                    <a:pt x="8386" y="2383"/>
                  </a:cubicBezTo>
                  <a:lnTo>
                    <a:pt x="8886" y="2883"/>
                  </a:lnTo>
                  <a:cubicBezTo>
                    <a:pt x="9040" y="3038"/>
                    <a:pt x="8902" y="3248"/>
                    <a:pt x="8738" y="3248"/>
                  </a:cubicBezTo>
                  <a:cubicBezTo>
                    <a:pt x="8688" y="3248"/>
                    <a:pt x="8635" y="3229"/>
                    <a:pt x="8588" y="3181"/>
                  </a:cubicBezTo>
                  <a:lnTo>
                    <a:pt x="8088" y="2681"/>
                  </a:lnTo>
                  <a:cubicBezTo>
                    <a:pt x="7933" y="2527"/>
                    <a:pt x="8072" y="2316"/>
                    <a:pt x="8235" y="2316"/>
                  </a:cubicBezTo>
                  <a:close/>
                  <a:moveTo>
                    <a:pt x="9514" y="3595"/>
                  </a:moveTo>
                  <a:cubicBezTo>
                    <a:pt x="9565" y="3595"/>
                    <a:pt x="9617" y="3615"/>
                    <a:pt x="9665" y="3662"/>
                  </a:cubicBezTo>
                  <a:lnTo>
                    <a:pt x="10165" y="4162"/>
                  </a:lnTo>
                  <a:cubicBezTo>
                    <a:pt x="10320" y="4310"/>
                    <a:pt x="10180" y="4526"/>
                    <a:pt x="10015" y="4526"/>
                  </a:cubicBezTo>
                  <a:cubicBezTo>
                    <a:pt x="9965" y="4526"/>
                    <a:pt x="9913" y="4507"/>
                    <a:pt x="9867" y="4460"/>
                  </a:cubicBezTo>
                  <a:lnTo>
                    <a:pt x="9367" y="3960"/>
                  </a:lnTo>
                  <a:cubicBezTo>
                    <a:pt x="9212" y="3806"/>
                    <a:pt x="9350" y="3595"/>
                    <a:pt x="9514" y="3595"/>
                  </a:cubicBezTo>
                  <a:close/>
                  <a:moveTo>
                    <a:pt x="10793" y="4874"/>
                  </a:moveTo>
                  <a:cubicBezTo>
                    <a:pt x="10844" y="4874"/>
                    <a:pt x="10896" y="4893"/>
                    <a:pt x="10944" y="4941"/>
                  </a:cubicBezTo>
                  <a:lnTo>
                    <a:pt x="11444" y="5441"/>
                  </a:lnTo>
                  <a:cubicBezTo>
                    <a:pt x="11600" y="5589"/>
                    <a:pt x="11452" y="5801"/>
                    <a:pt x="11288" y="5801"/>
                  </a:cubicBezTo>
                  <a:cubicBezTo>
                    <a:pt x="11239" y="5801"/>
                    <a:pt x="11189" y="5783"/>
                    <a:pt x="11146" y="5739"/>
                  </a:cubicBezTo>
                  <a:lnTo>
                    <a:pt x="10646" y="5239"/>
                  </a:lnTo>
                  <a:cubicBezTo>
                    <a:pt x="10491" y="5084"/>
                    <a:pt x="10629" y="4874"/>
                    <a:pt x="10793" y="4874"/>
                  </a:cubicBezTo>
                  <a:close/>
                  <a:moveTo>
                    <a:pt x="8727" y="1"/>
                  </a:moveTo>
                  <a:cubicBezTo>
                    <a:pt x="8670" y="1"/>
                    <a:pt x="8612" y="22"/>
                    <a:pt x="8569" y="66"/>
                  </a:cubicBezTo>
                  <a:lnTo>
                    <a:pt x="7319" y="1316"/>
                  </a:lnTo>
                  <a:lnTo>
                    <a:pt x="7607" y="1604"/>
                  </a:lnTo>
                  <a:cubicBezTo>
                    <a:pt x="7762" y="1759"/>
                    <a:pt x="7623" y="1969"/>
                    <a:pt x="7459" y="1969"/>
                  </a:cubicBezTo>
                  <a:cubicBezTo>
                    <a:pt x="7409" y="1969"/>
                    <a:pt x="7356" y="1950"/>
                    <a:pt x="7309" y="1902"/>
                  </a:cubicBezTo>
                  <a:lnTo>
                    <a:pt x="7020" y="1614"/>
                  </a:lnTo>
                  <a:lnTo>
                    <a:pt x="87" y="8547"/>
                  </a:lnTo>
                  <a:cubicBezTo>
                    <a:pt x="1" y="8633"/>
                    <a:pt x="1" y="8778"/>
                    <a:pt x="87" y="8864"/>
                  </a:cubicBezTo>
                  <a:lnTo>
                    <a:pt x="318" y="9095"/>
                  </a:lnTo>
                  <a:cubicBezTo>
                    <a:pt x="364" y="9135"/>
                    <a:pt x="420" y="9158"/>
                    <a:pt x="476" y="9158"/>
                  </a:cubicBezTo>
                  <a:cubicBezTo>
                    <a:pt x="514" y="9158"/>
                    <a:pt x="552" y="9147"/>
                    <a:pt x="587" y="9124"/>
                  </a:cubicBezTo>
                  <a:cubicBezTo>
                    <a:pt x="681" y="9075"/>
                    <a:pt x="775" y="9054"/>
                    <a:pt x="866" y="9054"/>
                  </a:cubicBezTo>
                  <a:cubicBezTo>
                    <a:pt x="1280" y="9054"/>
                    <a:pt x="1614" y="9504"/>
                    <a:pt x="1385" y="9922"/>
                  </a:cubicBezTo>
                  <a:cubicBezTo>
                    <a:pt x="1337" y="10009"/>
                    <a:pt x="1347" y="10124"/>
                    <a:pt x="1424" y="10191"/>
                  </a:cubicBezTo>
                  <a:lnTo>
                    <a:pt x="1972" y="10749"/>
                  </a:lnTo>
                  <a:cubicBezTo>
                    <a:pt x="2020" y="10791"/>
                    <a:pt x="2079" y="10814"/>
                    <a:pt x="2138" y="10814"/>
                  </a:cubicBezTo>
                  <a:cubicBezTo>
                    <a:pt x="2173" y="10814"/>
                    <a:pt x="2209" y="10806"/>
                    <a:pt x="2241" y="10787"/>
                  </a:cubicBezTo>
                  <a:cubicBezTo>
                    <a:pt x="2337" y="10736"/>
                    <a:pt x="2434" y="10713"/>
                    <a:pt x="2527" y="10713"/>
                  </a:cubicBezTo>
                  <a:cubicBezTo>
                    <a:pt x="2938" y="10713"/>
                    <a:pt x="3267" y="11160"/>
                    <a:pt x="3039" y="11576"/>
                  </a:cubicBezTo>
                  <a:cubicBezTo>
                    <a:pt x="2991" y="11663"/>
                    <a:pt x="3011" y="11778"/>
                    <a:pt x="3078" y="11845"/>
                  </a:cubicBezTo>
                  <a:lnTo>
                    <a:pt x="3636" y="12403"/>
                  </a:lnTo>
                  <a:cubicBezTo>
                    <a:pt x="3677" y="12445"/>
                    <a:pt x="3734" y="12468"/>
                    <a:pt x="3794" y="12468"/>
                  </a:cubicBezTo>
                  <a:cubicBezTo>
                    <a:pt x="3831" y="12468"/>
                    <a:pt x="3869" y="12460"/>
                    <a:pt x="3905" y="12441"/>
                  </a:cubicBezTo>
                  <a:cubicBezTo>
                    <a:pt x="3999" y="12390"/>
                    <a:pt x="4095" y="12367"/>
                    <a:pt x="4187" y="12367"/>
                  </a:cubicBezTo>
                  <a:cubicBezTo>
                    <a:pt x="4592" y="12367"/>
                    <a:pt x="4921" y="12814"/>
                    <a:pt x="4693" y="13230"/>
                  </a:cubicBezTo>
                  <a:cubicBezTo>
                    <a:pt x="4645" y="13326"/>
                    <a:pt x="4665" y="13432"/>
                    <a:pt x="4732" y="13499"/>
                  </a:cubicBezTo>
                  <a:lnTo>
                    <a:pt x="4963" y="13730"/>
                  </a:lnTo>
                  <a:cubicBezTo>
                    <a:pt x="5006" y="13773"/>
                    <a:pt x="5064" y="13795"/>
                    <a:pt x="5121" y="13795"/>
                  </a:cubicBezTo>
                  <a:cubicBezTo>
                    <a:pt x="5179" y="13795"/>
                    <a:pt x="5237" y="13773"/>
                    <a:pt x="5280" y="13730"/>
                  </a:cubicBezTo>
                  <a:lnTo>
                    <a:pt x="12213" y="6806"/>
                  </a:lnTo>
                  <a:lnTo>
                    <a:pt x="11915" y="6508"/>
                  </a:lnTo>
                  <a:cubicBezTo>
                    <a:pt x="11766" y="6360"/>
                    <a:pt x="11911" y="6148"/>
                    <a:pt x="12077" y="6148"/>
                  </a:cubicBezTo>
                  <a:cubicBezTo>
                    <a:pt x="12126" y="6148"/>
                    <a:pt x="12177" y="6166"/>
                    <a:pt x="12223" y="6210"/>
                  </a:cubicBezTo>
                  <a:lnTo>
                    <a:pt x="12511" y="6499"/>
                  </a:lnTo>
                  <a:lnTo>
                    <a:pt x="13761" y="5258"/>
                  </a:lnTo>
                  <a:cubicBezTo>
                    <a:pt x="13848" y="5172"/>
                    <a:pt x="13848" y="5027"/>
                    <a:pt x="13761" y="4941"/>
                  </a:cubicBezTo>
                  <a:lnTo>
                    <a:pt x="13530" y="4710"/>
                  </a:lnTo>
                  <a:cubicBezTo>
                    <a:pt x="13483" y="4668"/>
                    <a:pt x="13424" y="4645"/>
                    <a:pt x="13365" y="4645"/>
                  </a:cubicBezTo>
                  <a:cubicBezTo>
                    <a:pt x="13329" y="4645"/>
                    <a:pt x="13294" y="4654"/>
                    <a:pt x="13261" y="4672"/>
                  </a:cubicBezTo>
                  <a:cubicBezTo>
                    <a:pt x="13165" y="4723"/>
                    <a:pt x="13068" y="4746"/>
                    <a:pt x="12975" y="4746"/>
                  </a:cubicBezTo>
                  <a:cubicBezTo>
                    <a:pt x="12565" y="4746"/>
                    <a:pt x="12236" y="4297"/>
                    <a:pt x="12463" y="3874"/>
                  </a:cubicBezTo>
                  <a:cubicBezTo>
                    <a:pt x="12511" y="3787"/>
                    <a:pt x="12502" y="3681"/>
                    <a:pt x="12425" y="3604"/>
                  </a:cubicBezTo>
                  <a:lnTo>
                    <a:pt x="11877" y="3056"/>
                  </a:lnTo>
                  <a:cubicBezTo>
                    <a:pt x="11831" y="3010"/>
                    <a:pt x="11774" y="2988"/>
                    <a:pt x="11718" y="2988"/>
                  </a:cubicBezTo>
                  <a:cubicBezTo>
                    <a:pt x="11680" y="2988"/>
                    <a:pt x="11642" y="2998"/>
                    <a:pt x="11607" y="3018"/>
                  </a:cubicBezTo>
                  <a:cubicBezTo>
                    <a:pt x="11512" y="3069"/>
                    <a:pt x="11414" y="3092"/>
                    <a:pt x="11321" y="3092"/>
                  </a:cubicBezTo>
                  <a:cubicBezTo>
                    <a:pt x="10911" y="3092"/>
                    <a:pt x="10582" y="2643"/>
                    <a:pt x="10809" y="2220"/>
                  </a:cubicBezTo>
                  <a:cubicBezTo>
                    <a:pt x="10857" y="2133"/>
                    <a:pt x="10838" y="2027"/>
                    <a:pt x="10771" y="1950"/>
                  </a:cubicBezTo>
                  <a:lnTo>
                    <a:pt x="10223" y="1402"/>
                  </a:lnTo>
                  <a:cubicBezTo>
                    <a:pt x="10177" y="1356"/>
                    <a:pt x="10120" y="1334"/>
                    <a:pt x="10062" y="1334"/>
                  </a:cubicBezTo>
                  <a:cubicBezTo>
                    <a:pt x="10023" y="1334"/>
                    <a:pt x="9982" y="1344"/>
                    <a:pt x="9944" y="1364"/>
                  </a:cubicBezTo>
                  <a:cubicBezTo>
                    <a:pt x="9850" y="1415"/>
                    <a:pt x="9754" y="1438"/>
                    <a:pt x="9662" y="1438"/>
                  </a:cubicBezTo>
                  <a:cubicBezTo>
                    <a:pt x="9257" y="1438"/>
                    <a:pt x="8928" y="989"/>
                    <a:pt x="9155" y="566"/>
                  </a:cubicBezTo>
                  <a:cubicBezTo>
                    <a:pt x="9203" y="479"/>
                    <a:pt x="9184" y="373"/>
                    <a:pt x="9117" y="296"/>
                  </a:cubicBezTo>
                  <a:lnTo>
                    <a:pt x="8886" y="66"/>
                  </a:lnTo>
                  <a:cubicBezTo>
                    <a:pt x="8843" y="22"/>
                    <a:pt x="8785" y="1"/>
                    <a:pt x="8727" y="1"/>
                  </a:cubicBezTo>
                  <a:close/>
                </a:path>
              </a:pathLst>
            </a:custGeom>
            <a:solidFill>
              <a:srgbClr val="9BAFB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857" name="Google Shape;17857;p45"/>
            <p:cNvSpPr/>
            <p:nvPr/>
          </p:nvSpPr>
          <p:spPr>
            <a:xfrm>
              <a:off x="5808158" y="2902998"/>
              <a:ext cx="244783" cy="360498"/>
            </a:xfrm>
            <a:custGeom>
              <a:rect b="b" l="l" r="r" t="t"/>
              <a:pathLst>
                <a:path extrusionOk="0" h="13795" w="9367">
                  <a:moveTo>
                    <a:pt x="4207" y="1"/>
                  </a:moveTo>
                  <a:cubicBezTo>
                    <a:pt x="4150" y="1"/>
                    <a:pt x="4092" y="22"/>
                    <a:pt x="4049" y="66"/>
                  </a:cubicBezTo>
                  <a:lnTo>
                    <a:pt x="2799" y="1316"/>
                  </a:lnTo>
                  <a:lnTo>
                    <a:pt x="3087" y="1604"/>
                  </a:lnTo>
                  <a:cubicBezTo>
                    <a:pt x="3174" y="1691"/>
                    <a:pt x="3174" y="1825"/>
                    <a:pt x="3087" y="1902"/>
                  </a:cubicBezTo>
                  <a:lnTo>
                    <a:pt x="3568" y="2383"/>
                  </a:lnTo>
                  <a:cubicBezTo>
                    <a:pt x="3611" y="2345"/>
                    <a:pt x="3666" y="2325"/>
                    <a:pt x="3722" y="2325"/>
                  </a:cubicBezTo>
                  <a:cubicBezTo>
                    <a:pt x="3777" y="2325"/>
                    <a:pt x="3832" y="2345"/>
                    <a:pt x="3876" y="2383"/>
                  </a:cubicBezTo>
                  <a:lnTo>
                    <a:pt x="4376" y="2883"/>
                  </a:lnTo>
                  <a:cubicBezTo>
                    <a:pt x="4452" y="2970"/>
                    <a:pt x="4452" y="3104"/>
                    <a:pt x="4376" y="3181"/>
                  </a:cubicBezTo>
                  <a:lnTo>
                    <a:pt x="4856" y="3662"/>
                  </a:lnTo>
                  <a:cubicBezTo>
                    <a:pt x="4895" y="3624"/>
                    <a:pt x="4948" y="3604"/>
                    <a:pt x="5002" y="3604"/>
                  </a:cubicBezTo>
                  <a:cubicBezTo>
                    <a:pt x="5056" y="3604"/>
                    <a:pt x="5111" y="3624"/>
                    <a:pt x="5154" y="3662"/>
                  </a:cubicBezTo>
                  <a:lnTo>
                    <a:pt x="5654" y="4162"/>
                  </a:lnTo>
                  <a:cubicBezTo>
                    <a:pt x="5731" y="4249"/>
                    <a:pt x="5731" y="4383"/>
                    <a:pt x="5654" y="4470"/>
                  </a:cubicBezTo>
                  <a:lnTo>
                    <a:pt x="6135" y="4951"/>
                  </a:lnTo>
                  <a:cubicBezTo>
                    <a:pt x="6174" y="4907"/>
                    <a:pt x="6227" y="4886"/>
                    <a:pt x="6281" y="4886"/>
                  </a:cubicBezTo>
                  <a:cubicBezTo>
                    <a:pt x="6335" y="4886"/>
                    <a:pt x="6390" y="4907"/>
                    <a:pt x="6433" y="4951"/>
                  </a:cubicBezTo>
                  <a:lnTo>
                    <a:pt x="6933" y="5451"/>
                  </a:lnTo>
                  <a:lnTo>
                    <a:pt x="6953" y="5470"/>
                  </a:lnTo>
                  <a:cubicBezTo>
                    <a:pt x="6972" y="5499"/>
                    <a:pt x="6991" y="5537"/>
                    <a:pt x="6991" y="5576"/>
                  </a:cubicBezTo>
                  <a:lnTo>
                    <a:pt x="6991" y="5585"/>
                  </a:lnTo>
                  <a:lnTo>
                    <a:pt x="6991" y="5604"/>
                  </a:lnTo>
                  <a:lnTo>
                    <a:pt x="6991" y="5624"/>
                  </a:lnTo>
                  <a:lnTo>
                    <a:pt x="6991" y="5633"/>
                  </a:lnTo>
                  <a:lnTo>
                    <a:pt x="6991" y="5643"/>
                  </a:lnTo>
                  <a:lnTo>
                    <a:pt x="6991" y="5652"/>
                  </a:lnTo>
                  <a:lnTo>
                    <a:pt x="6991" y="5662"/>
                  </a:lnTo>
                  <a:lnTo>
                    <a:pt x="6991" y="5672"/>
                  </a:lnTo>
                  <a:lnTo>
                    <a:pt x="6991" y="5681"/>
                  </a:lnTo>
                  <a:lnTo>
                    <a:pt x="6991" y="5691"/>
                  </a:lnTo>
                  <a:lnTo>
                    <a:pt x="6991" y="5701"/>
                  </a:lnTo>
                  <a:lnTo>
                    <a:pt x="6991" y="5710"/>
                  </a:lnTo>
                  <a:lnTo>
                    <a:pt x="6982" y="5720"/>
                  </a:lnTo>
                  <a:lnTo>
                    <a:pt x="6972" y="5739"/>
                  </a:lnTo>
                  <a:cubicBezTo>
                    <a:pt x="6929" y="5777"/>
                    <a:pt x="6871" y="5796"/>
                    <a:pt x="6815" y="5796"/>
                  </a:cubicBezTo>
                  <a:cubicBezTo>
                    <a:pt x="6771" y="5796"/>
                    <a:pt x="6727" y="5784"/>
                    <a:pt x="6693" y="5758"/>
                  </a:cubicBezTo>
                  <a:lnTo>
                    <a:pt x="0" y="12451"/>
                  </a:lnTo>
                  <a:cubicBezTo>
                    <a:pt x="270" y="12605"/>
                    <a:pt x="375" y="12951"/>
                    <a:pt x="221" y="13230"/>
                  </a:cubicBezTo>
                  <a:cubicBezTo>
                    <a:pt x="173" y="13316"/>
                    <a:pt x="183" y="13432"/>
                    <a:pt x="260" y="13499"/>
                  </a:cubicBezTo>
                  <a:lnTo>
                    <a:pt x="491" y="13730"/>
                  </a:lnTo>
                  <a:cubicBezTo>
                    <a:pt x="534" y="13773"/>
                    <a:pt x="592" y="13795"/>
                    <a:pt x="649" y="13795"/>
                  </a:cubicBezTo>
                  <a:cubicBezTo>
                    <a:pt x="707" y="13795"/>
                    <a:pt x="765" y="13773"/>
                    <a:pt x="808" y="13730"/>
                  </a:cubicBezTo>
                  <a:lnTo>
                    <a:pt x="7732" y="6797"/>
                  </a:lnTo>
                  <a:lnTo>
                    <a:pt x="7443" y="6508"/>
                  </a:lnTo>
                  <a:cubicBezTo>
                    <a:pt x="7366" y="6431"/>
                    <a:pt x="7366" y="6297"/>
                    <a:pt x="7443" y="6210"/>
                  </a:cubicBezTo>
                  <a:lnTo>
                    <a:pt x="7462" y="6191"/>
                  </a:lnTo>
                  <a:cubicBezTo>
                    <a:pt x="7482" y="6181"/>
                    <a:pt x="7491" y="6181"/>
                    <a:pt x="7510" y="6172"/>
                  </a:cubicBezTo>
                  <a:lnTo>
                    <a:pt x="7530" y="6162"/>
                  </a:lnTo>
                  <a:lnTo>
                    <a:pt x="7587" y="6162"/>
                  </a:lnTo>
                  <a:cubicBezTo>
                    <a:pt x="7626" y="6162"/>
                    <a:pt x="7655" y="6172"/>
                    <a:pt x="7683" y="6191"/>
                  </a:cubicBezTo>
                  <a:lnTo>
                    <a:pt x="7703" y="6201"/>
                  </a:lnTo>
                  <a:cubicBezTo>
                    <a:pt x="7722" y="6201"/>
                    <a:pt x="7732" y="6210"/>
                    <a:pt x="7741" y="6229"/>
                  </a:cubicBezTo>
                  <a:lnTo>
                    <a:pt x="8030" y="6518"/>
                  </a:lnTo>
                  <a:lnTo>
                    <a:pt x="9280" y="5268"/>
                  </a:lnTo>
                  <a:cubicBezTo>
                    <a:pt x="9366" y="5181"/>
                    <a:pt x="9366" y="5037"/>
                    <a:pt x="9280" y="4951"/>
                  </a:cubicBezTo>
                  <a:lnTo>
                    <a:pt x="9049" y="4720"/>
                  </a:lnTo>
                  <a:cubicBezTo>
                    <a:pt x="9001" y="4678"/>
                    <a:pt x="8942" y="4655"/>
                    <a:pt x="8883" y="4655"/>
                  </a:cubicBezTo>
                  <a:cubicBezTo>
                    <a:pt x="8848" y="4655"/>
                    <a:pt x="8812" y="4663"/>
                    <a:pt x="8780" y="4681"/>
                  </a:cubicBezTo>
                  <a:cubicBezTo>
                    <a:pt x="8689" y="4730"/>
                    <a:pt x="8592" y="4754"/>
                    <a:pt x="8495" y="4754"/>
                  </a:cubicBezTo>
                  <a:cubicBezTo>
                    <a:pt x="8345" y="4754"/>
                    <a:pt x="8199" y="4696"/>
                    <a:pt x="8087" y="4585"/>
                  </a:cubicBezTo>
                  <a:lnTo>
                    <a:pt x="8049" y="4556"/>
                  </a:lnTo>
                  <a:lnTo>
                    <a:pt x="8039" y="4537"/>
                  </a:lnTo>
                  <a:lnTo>
                    <a:pt x="8030" y="4518"/>
                  </a:lnTo>
                  <a:lnTo>
                    <a:pt x="8010" y="4499"/>
                  </a:lnTo>
                  <a:lnTo>
                    <a:pt x="8001" y="4489"/>
                  </a:lnTo>
                  <a:lnTo>
                    <a:pt x="7991" y="4460"/>
                  </a:lnTo>
                  <a:cubicBezTo>
                    <a:pt x="7885" y="4287"/>
                    <a:pt x="7885" y="4066"/>
                    <a:pt x="7982" y="3893"/>
                  </a:cubicBezTo>
                  <a:cubicBezTo>
                    <a:pt x="8030" y="3797"/>
                    <a:pt x="8020" y="3691"/>
                    <a:pt x="7943" y="3624"/>
                  </a:cubicBezTo>
                  <a:lnTo>
                    <a:pt x="7395" y="3066"/>
                  </a:lnTo>
                  <a:cubicBezTo>
                    <a:pt x="7347" y="3024"/>
                    <a:pt x="7288" y="3001"/>
                    <a:pt x="7229" y="3001"/>
                  </a:cubicBezTo>
                  <a:cubicBezTo>
                    <a:pt x="7194" y="3001"/>
                    <a:pt x="7158" y="3009"/>
                    <a:pt x="7126" y="3027"/>
                  </a:cubicBezTo>
                  <a:cubicBezTo>
                    <a:pt x="7030" y="3079"/>
                    <a:pt x="6933" y="3102"/>
                    <a:pt x="6840" y="3102"/>
                  </a:cubicBezTo>
                  <a:cubicBezTo>
                    <a:pt x="6429" y="3102"/>
                    <a:pt x="6100" y="2654"/>
                    <a:pt x="6328" y="2239"/>
                  </a:cubicBezTo>
                  <a:cubicBezTo>
                    <a:pt x="6376" y="2143"/>
                    <a:pt x="6356" y="2037"/>
                    <a:pt x="6289" y="1960"/>
                  </a:cubicBezTo>
                  <a:lnTo>
                    <a:pt x="5741" y="1412"/>
                  </a:lnTo>
                  <a:cubicBezTo>
                    <a:pt x="5695" y="1366"/>
                    <a:pt x="5639" y="1344"/>
                    <a:pt x="5581" y="1344"/>
                  </a:cubicBezTo>
                  <a:cubicBezTo>
                    <a:pt x="5541" y="1344"/>
                    <a:pt x="5501" y="1354"/>
                    <a:pt x="5462" y="1373"/>
                  </a:cubicBezTo>
                  <a:cubicBezTo>
                    <a:pt x="5368" y="1425"/>
                    <a:pt x="5273" y="1448"/>
                    <a:pt x="5181" y="1448"/>
                  </a:cubicBezTo>
                  <a:cubicBezTo>
                    <a:pt x="4775" y="1448"/>
                    <a:pt x="4446" y="999"/>
                    <a:pt x="4674" y="575"/>
                  </a:cubicBezTo>
                  <a:lnTo>
                    <a:pt x="4635" y="566"/>
                  </a:lnTo>
                  <a:cubicBezTo>
                    <a:pt x="4683" y="479"/>
                    <a:pt x="4664" y="373"/>
                    <a:pt x="4597" y="296"/>
                  </a:cubicBezTo>
                  <a:lnTo>
                    <a:pt x="4366" y="66"/>
                  </a:lnTo>
                  <a:cubicBezTo>
                    <a:pt x="4323" y="22"/>
                    <a:pt x="4265" y="1"/>
                    <a:pt x="4207" y="1"/>
                  </a:cubicBezTo>
                  <a:close/>
                </a:path>
              </a:pathLst>
            </a:custGeom>
            <a:solidFill>
              <a:srgbClr val="8BA3B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858" name="Google Shape;17858;p45"/>
            <p:cNvSpPr/>
            <p:nvPr/>
          </p:nvSpPr>
          <p:spPr>
            <a:xfrm>
              <a:off x="5740292" y="2985551"/>
              <a:ext cx="228450" cy="228398"/>
            </a:xfrm>
            <a:custGeom>
              <a:rect b="b" l="l" r="r" t="t"/>
              <a:pathLst>
                <a:path extrusionOk="0" h="8740" w="8742">
                  <a:moveTo>
                    <a:pt x="5070" y="1"/>
                  </a:moveTo>
                  <a:cubicBezTo>
                    <a:pt x="5054" y="1"/>
                    <a:pt x="5040" y="8"/>
                    <a:pt x="5030" y="22"/>
                  </a:cubicBezTo>
                  <a:lnTo>
                    <a:pt x="20" y="5023"/>
                  </a:lnTo>
                  <a:cubicBezTo>
                    <a:pt x="1" y="5051"/>
                    <a:pt x="1" y="5090"/>
                    <a:pt x="20" y="5119"/>
                  </a:cubicBezTo>
                  <a:lnTo>
                    <a:pt x="3626" y="8725"/>
                  </a:lnTo>
                  <a:cubicBezTo>
                    <a:pt x="3641" y="8734"/>
                    <a:pt x="3657" y="8739"/>
                    <a:pt x="3673" y="8739"/>
                  </a:cubicBezTo>
                  <a:cubicBezTo>
                    <a:pt x="3689" y="8739"/>
                    <a:pt x="3703" y="8734"/>
                    <a:pt x="3713" y="8725"/>
                  </a:cubicBezTo>
                  <a:lnTo>
                    <a:pt x="8723" y="3715"/>
                  </a:lnTo>
                  <a:cubicBezTo>
                    <a:pt x="8742" y="3686"/>
                    <a:pt x="8742" y="3647"/>
                    <a:pt x="8723" y="3628"/>
                  </a:cubicBezTo>
                  <a:lnTo>
                    <a:pt x="5117" y="22"/>
                  </a:lnTo>
                  <a:cubicBezTo>
                    <a:pt x="5102" y="8"/>
                    <a:pt x="5085" y="1"/>
                    <a:pt x="5070" y="1"/>
                  </a:cubicBezTo>
                  <a:close/>
                </a:path>
              </a:pathLst>
            </a:custGeom>
            <a:solidFill>
              <a:srgbClr val="CDD8D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859" name="Google Shape;17859;p45"/>
            <p:cNvSpPr/>
            <p:nvPr/>
          </p:nvSpPr>
          <p:spPr>
            <a:xfrm>
              <a:off x="5826007" y="2985551"/>
              <a:ext cx="142997" cy="228398"/>
            </a:xfrm>
            <a:custGeom>
              <a:rect b="b" l="l" r="r" t="t"/>
              <a:pathLst>
                <a:path extrusionOk="0" h="8740" w="5472">
                  <a:moveTo>
                    <a:pt x="1797" y="1"/>
                  </a:moveTo>
                  <a:cubicBezTo>
                    <a:pt x="1781" y="1"/>
                    <a:pt x="1765" y="8"/>
                    <a:pt x="1750" y="22"/>
                  </a:cubicBezTo>
                  <a:lnTo>
                    <a:pt x="875" y="897"/>
                  </a:lnTo>
                  <a:lnTo>
                    <a:pt x="4135" y="4157"/>
                  </a:lnTo>
                  <a:cubicBezTo>
                    <a:pt x="4154" y="4186"/>
                    <a:pt x="4154" y="4224"/>
                    <a:pt x="4135" y="4253"/>
                  </a:cubicBezTo>
                  <a:lnTo>
                    <a:pt x="0" y="8378"/>
                  </a:lnTo>
                  <a:lnTo>
                    <a:pt x="346" y="8725"/>
                  </a:lnTo>
                  <a:cubicBezTo>
                    <a:pt x="361" y="8734"/>
                    <a:pt x="377" y="8739"/>
                    <a:pt x="393" y="8739"/>
                  </a:cubicBezTo>
                  <a:cubicBezTo>
                    <a:pt x="409" y="8739"/>
                    <a:pt x="423" y="8734"/>
                    <a:pt x="433" y="8725"/>
                  </a:cubicBezTo>
                  <a:lnTo>
                    <a:pt x="5443" y="3715"/>
                  </a:lnTo>
                  <a:cubicBezTo>
                    <a:pt x="5472" y="3686"/>
                    <a:pt x="5472" y="3647"/>
                    <a:pt x="5443" y="3628"/>
                  </a:cubicBezTo>
                  <a:lnTo>
                    <a:pt x="1837" y="22"/>
                  </a:lnTo>
                  <a:cubicBezTo>
                    <a:pt x="1827" y="8"/>
                    <a:pt x="1813" y="1"/>
                    <a:pt x="1797" y="1"/>
                  </a:cubicBezTo>
                  <a:close/>
                </a:path>
              </a:pathLst>
            </a:custGeom>
            <a:solidFill>
              <a:srgbClr val="BECBD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860" name="Google Shape;17860;p45"/>
            <p:cNvSpPr/>
            <p:nvPr/>
          </p:nvSpPr>
          <p:spPr>
            <a:xfrm>
              <a:off x="5767940" y="3015028"/>
              <a:ext cx="116708" cy="112579"/>
            </a:xfrm>
            <a:custGeom>
              <a:rect b="b" l="l" r="r" t="t"/>
              <a:pathLst>
                <a:path extrusionOk="0" h="4308" w="4466">
                  <a:moveTo>
                    <a:pt x="4165" y="0"/>
                  </a:moveTo>
                  <a:cubicBezTo>
                    <a:pt x="4116" y="0"/>
                    <a:pt x="4065" y="20"/>
                    <a:pt x="4020" y="67"/>
                  </a:cubicBezTo>
                  <a:lnTo>
                    <a:pt x="135" y="3943"/>
                  </a:lnTo>
                  <a:cubicBezTo>
                    <a:pt x="1" y="4077"/>
                    <a:pt x="97" y="4308"/>
                    <a:pt x="289" y="4308"/>
                  </a:cubicBezTo>
                  <a:cubicBezTo>
                    <a:pt x="337" y="4308"/>
                    <a:pt x="395" y="4279"/>
                    <a:pt x="433" y="4241"/>
                  </a:cubicBezTo>
                  <a:lnTo>
                    <a:pt x="4318" y="365"/>
                  </a:lnTo>
                  <a:cubicBezTo>
                    <a:pt x="4465" y="211"/>
                    <a:pt x="4325" y="0"/>
                    <a:pt x="4165" y="0"/>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861" name="Google Shape;17861;p45"/>
            <p:cNvSpPr/>
            <p:nvPr/>
          </p:nvSpPr>
          <p:spPr>
            <a:xfrm>
              <a:off x="5796581" y="3043669"/>
              <a:ext cx="116917" cy="112605"/>
            </a:xfrm>
            <a:custGeom>
              <a:rect b="b" l="l" r="r" t="t"/>
              <a:pathLst>
                <a:path extrusionOk="0" h="4309" w="4474">
                  <a:moveTo>
                    <a:pt x="4167" y="0"/>
                  </a:moveTo>
                  <a:cubicBezTo>
                    <a:pt x="4117" y="0"/>
                    <a:pt x="4066" y="20"/>
                    <a:pt x="4020" y="68"/>
                  </a:cubicBezTo>
                  <a:lnTo>
                    <a:pt x="136" y="3943"/>
                  </a:lnTo>
                  <a:cubicBezTo>
                    <a:pt x="1" y="4077"/>
                    <a:pt x="97" y="4308"/>
                    <a:pt x="289" y="4308"/>
                  </a:cubicBezTo>
                  <a:cubicBezTo>
                    <a:pt x="347" y="4308"/>
                    <a:pt x="395" y="4289"/>
                    <a:pt x="434" y="4251"/>
                  </a:cubicBezTo>
                  <a:lnTo>
                    <a:pt x="4319" y="366"/>
                  </a:lnTo>
                  <a:cubicBezTo>
                    <a:pt x="4473" y="211"/>
                    <a:pt x="4329" y="0"/>
                    <a:pt x="4167" y="0"/>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862" name="Google Shape;17862;p45"/>
            <p:cNvSpPr/>
            <p:nvPr/>
          </p:nvSpPr>
          <p:spPr>
            <a:xfrm>
              <a:off x="5825249" y="3072311"/>
              <a:ext cx="116682" cy="112605"/>
            </a:xfrm>
            <a:custGeom>
              <a:rect b="b" l="l" r="r" t="t"/>
              <a:pathLst>
                <a:path extrusionOk="0" h="4309" w="4465">
                  <a:moveTo>
                    <a:pt x="4161" y="1"/>
                  </a:moveTo>
                  <a:cubicBezTo>
                    <a:pt x="4110" y="1"/>
                    <a:pt x="4057" y="20"/>
                    <a:pt x="4010" y="68"/>
                  </a:cubicBezTo>
                  <a:lnTo>
                    <a:pt x="135" y="3943"/>
                  </a:lnTo>
                  <a:cubicBezTo>
                    <a:pt x="0" y="4078"/>
                    <a:pt x="96" y="4308"/>
                    <a:pt x="289" y="4308"/>
                  </a:cubicBezTo>
                  <a:cubicBezTo>
                    <a:pt x="337" y="4308"/>
                    <a:pt x="394" y="4289"/>
                    <a:pt x="433" y="4251"/>
                  </a:cubicBezTo>
                  <a:lnTo>
                    <a:pt x="4318" y="366"/>
                  </a:lnTo>
                  <a:cubicBezTo>
                    <a:pt x="4465" y="211"/>
                    <a:pt x="4325" y="1"/>
                    <a:pt x="4161" y="1"/>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7863" name="Google Shape;17863;p45"/>
          <p:cNvGrpSpPr/>
          <p:nvPr/>
        </p:nvGrpSpPr>
        <p:grpSpPr>
          <a:xfrm>
            <a:off x="4871935" y="1316342"/>
            <a:ext cx="258503" cy="360890"/>
            <a:chOff x="4871935" y="1500990"/>
            <a:chExt cx="258503" cy="360890"/>
          </a:xfrm>
        </p:grpSpPr>
        <p:sp>
          <p:nvSpPr>
            <p:cNvPr id="17864" name="Google Shape;17864;p45"/>
            <p:cNvSpPr/>
            <p:nvPr/>
          </p:nvSpPr>
          <p:spPr>
            <a:xfrm>
              <a:off x="4871935" y="1500990"/>
              <a:ext cx="258503" cy="147570"/>
            </a:xfrm>
            <a:custGeom>
              <a:rect b="b" l="l" r="r" t="t"/>
              <a:pathLst>
                <a:path extrusionOk="0" h="5647" w="9892">
                  <a:moveTo>
                    <a:pt x="4920" y="0"/>
                  </a:moveTo>
                  <a:cubicBezTo>
                    <a:pt x="4661" y="29"/>
                    <a:pt x="4430" y="154"/>
                    <a:pt x="4276" y="356"/>
                  </a:cubicBezTo>
                  <a:cubicBezTo>
                    <a:pt x="4190" y="337"/>
                    <a:pt x="4093" y="318"/>
                    <a:pt x="3997" y="318"/>
                  </a:cubicBezTo>
                  <a:cubicBezTo>
                    <a:pt x="3449" y="318"/>
                    <a:pt x="2997" y="731"/>
                    <a:pt x="2988" y="1241"/>
                  </a:cubicBezTo>
                  <a:lnTo>
                    <a:pt x="2988" y="1251"/>
                  </a:lnTo>
                  <a:cubicBezTo>
                    <a:pt x="2939" y="1251"/>
                    <a:pt x="2901" y="1241"/>
                    <a:pt x="2853" y="1241"/>
                  </a:cubicBezTo>
                  <a:cubicBezTo>
                    <a:pt x="2257" y="1241"/>
                    <a:pt x="1766" y="1683"/>
                    <a:pt x="1766" y="2231"/>
                  </a:cubicBezTo>
                  <a:cubicBezTo>
                    <a:pt x="1766" y="2376"/>
                    <a:pt x="1795" y="2510"/>
                    <a:pt x="1853" y="2635"/>
                  </a:cubicBezTo>
                  <a:lnTo>
                    <a:pt x="1766" y="2635"/>
                  </a:lnTo>
                  <a:cubicBezTo>
                    <a:pt x="1170" y="2635"/>
                    <a:pt x="689" y="3078"/>
                    <a:pt x="689" y="3626"/>
                  </a:cubicBezTo>
                  <a:cubicBezTo>
                    <a:pt x="680" y="3760"/>
                    <a:pt x="718" y="3895"/>
                    <a:pt x="776" y="4020"/>
                  </a:cubicBezTo>
                  <a:lnTo>
                    <a:pt x="641" y="4020"/>
                  </a:lnTo>
                  <a:cubicBezTo>
                    <a:pt x="638" y="4020"/>
                    <a:pt x="634" y="4020"/>
                    <a:pt x="631" y="4020"/>
                  </a:cubicBezTo>
                  <a:cubicBezTo>
                    <a:pt x="111" y="4020"/>
                    <a:pt x="0" y="4752"/>
                    <a:pt x="507" y="4905"/>
                  </a:cubicBezTo>
                  <a:cubicBezTo>
                    <a:pt x="478" y="4962"/>
                    <a:pt x="459" y="5039"/>
                    <a:pt x="459" y="5107"/>
                  </a:cubicBezTo>
                  <a:cubicBezTo>
                    <a:pt x="477" y="5403"/>
                    <a:pt x="719" y="5646"/>
                    <a:pt x="1020" y="5646"/>
                  </a:cubicBezTo>
                  <a:cubicBezTo>
                    <a:pt x="1032" y="5646"/>
                    <a:pt x="1043" y="5646"/>
                    <a:pt x="1055" y="5645"/>
                  </a:cubicBezTo>
                  <a:lnTo>
                    <a:pt x="8844" y="5645"/>
                  </a:lnTo>
                  <a:cubicBezTo>
                    <a:pt x="8855" y="5646"/>
                    <a:pt x="8867" y="5646"/>
                    <a:pt x="8878" y="5646"/>
                  </a:cubicBezTo>
                  <a:cubicBezTo>
                    <a:pt x="9180" y="5646"/>
                    <a:pt x="9421" y="5403"/>
                    <a:pt x="9430" y="5107"/>
                  </a:cubicBezTo>
                  <a:cubicBezTo>
                    <a:pt x="9430" y="5039"/>
                    <a:pt x="9421" y="4962"/>
                    <a:pt x="9392" y="4905"/>
                  </a:cubicBezTo>
                  <a:cubicBezTo>
                    <a:pt x="9892" y="4760"/>
                    <a:pt x="9786" y="4020"/>
                    <a:pt x="9267" y="4020"/>
                  </a:cubicBezTo>
                  <a:lnTo>
                    <a:pt x="9132" y="4020"/>
                  </a:lnTo>
                  <a:cubicBezTo>
                    <a:pt x="9190" y="3895"/>
                    <a:pt x="9219" y="3760"/>
                    <a:pt x="9219" y="3626"/>
                  </a:cubicBezTo>
                  <a:cubicBezTo>
                    <a:pt x="9219" y="3078"/>
                    <a:pt x="8728" y="2635"/>
                    <a:pt x="8142" y="2635"/>
                  </a:cubicBezTo>
                  <a:lnTo>
                    <a:pt x="8046" y="2635"/>
                  </a:lnTo>
                  <a:cubicBezTo>
                    <a:pt x="8103" y="2510"/>
                    <a:pt x="8132" y="2376"/>
                    <a:pt x="8132" y="2231"/>
                  </a:cubicBezTo>
                  <a:cubicBezTo>
                    <a:pt x="8132" y="1683"/>
                    <a:pt x="7651" y="1241"/>
                    <a:pt x="7055" y="1241"/>
                  </a:cubicBezTo>
                  <a:cubicBezTo>
                    <a:pt x="7007" y="1241"/>
                    <a:pt x="6959" y="1251"/>
                    <a:pt x="6911" y="1251"/>
                  </a:cubicBezTo>
                  <a:lnTo>
                    <a:pt x="6911" y="1241"/>
                  </a:lnTo>
                  <a:cubicBezTo>
                    <a:pt x="6911" y="731"/>
                    <a:pt x="6459" y="318"/>
                    <a:pt x="5901" y="318"/>
                  </a:cubicBezTo>
                  <a:cubicBezTo>
                    <a:pt x="5805" y="318"/>
                    <a:pt x="5718" y="337"/>
                    <a:pt x="5622" y="356"/>
                  </a:cubicBezTo>
                  <a:cubicBezTo>
                    <a:pt x="5468" y="154"/>
                    <a:pt x="5238" y="29"/>
                    <a:pt x="4988" y="0"/>
                  </a:cubicBezTo>
                  <a:close/>
                </a:path>
              </a:pathLst>
            </a:custGeom>
            <a:solidFill>
              <a:srgbClr val="CDD8D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865" name="Google Shape;17865;p45"/>
            <p:cNvSpPr/>
            <p:nvPr/>
          </p:nvSpPr>
          <p:spPr>
            <a:xfrm>
              <a:off x="4984671" y="1500990"/>
              <a:ext cx="145271" cy="147544"/>
            </a:xfrm>
            <a:custGeom>
              <a:rect b="b" l="l" r="r" t="t"/>
              <a:pathLst>
                <a:path extrusionOk="0" h="5646" w="5559">
                  <a:moveTo>
                    <a:pt x="2943" y="5645"/>
                  </a:moveTo>
                  <a:cubicBezTo>
                    <a:pt x="2949" y="5645"/>
                    <a:pt x="2955" y="5645"/>
                    <a:pt x="2961" y="5645"/>
                  </a:cubicBezTo>
                  <a:cubicBezTo>
                    <a:pt x="2967" y="5645"/>
                    <a:pt x="2973" y="5645"/>
                    <a:pt x="2979" y="5645"/>
                  </a:cubicBezTo>
                  <a:close/>
                  <a:moveTo>
                    <a:pt x="606" y="0"/>
                  </a:moveTo>
                  <a:cubicBezTo>
                    <a:pt x="366" y="29"/>
                    <a:pt x="145" y="135"/>
                    <a:pt x="1" y="327"/>
                  </a:cubicBezTo>
                  <a:cubicBezTo>
                    <a:pt x="3068" y="1501"/>
                    <a:pt x="3385" y="4597"/>
                    <a:pt x="3491" y="4895"/>
                  </a:cubicBezTo>
                  <a:cubicBezTo>
                    <a:pt x="3520" y="4962"/>
                    <a:pt x="3530" y="5030"/>
                    <a:pt x="3530" y="5097"/>
                  </a:cubicBezTo>
                  <a:cubicBezTo>
                    <a:pt x="3520" y="5402"/>
                    <a:pt x="3271" y="5636"/>
                    <a:pt x="2979" y="5645"/>
                  </a:cubicBezTo>
                  <a:lnTo>
                    <a:pt x="4530" y="5645"/>
                  </a:lnTo>
                  <a:cubicBezTo>
                    <a:pt x="4536" y="5645"/>
                    <a:pt x="4542" y="5645"/>
                    <a:pt x="4548" y="5645"/>
                  </a:cubicBezTo>
                  <a:cubicBezTo>
                    <a:pt x="4857" y="5645"/>
                    <a:pt x="5107" y="5408"/>
                    <a:pt x="5116" y="5097"/>
                  </a:cubicBezTo>
                  <a:cubicBezTo>
                    <a:pt x="5116" y="5030"/>
                    <a:pt x="5107" y="4962"/>
                    <a:pt x="5078" y="4895"/>
                  </a:cubicBezTo>
                  <a:cubicBezTo>
                    <a:pt x="5559" y="4741"/>
                    <a:pt x="5453" y="4030"/>
                    <a:pt x="4953" y="4020"/>
                  </a:cubicBezTo>
                  <a:lnTo>
                    <a:pt x="4818" y="4020"/>
                  </a:lnTo>
                  <a:cubicBezTo>
                    <a:pt x="4876" y="3895"/>
                    <a:pt x="4905" y="3760"/>
                    <a:pt x="4905" y="3626"/>
                  </a:cubicBezTo>
                  <a:cubicBezTo>
                    <a:pt x="4905" y="3078"/>
                    <a:pt x="4414" y="2635"/>
                    <a:pt x="3828" y="2635"/>
                  </a:cubicBezTo>
                  <a:lnTo>
                    <a:pt x="3732" y="2635"/>
                  </a:lnTo>
                  <a:cubicBezTo>
                    <a:pt x="3789" y="2510"/>
                    <a:pt x="3818" y="2376"/>
                    <a:pt x="3818" y="2231"/>
                  </a:cubicBezTo>
                  <a:cubicBezTo>
                    <a:pt x="3818" y="1683"/>
                    <a:pt x="3337" y="1241"/>
                    <a:pt x="2741" y="1241"/>
                  </a:cubicBezTo>
                  <a:cubicBezTo>
                    <a:pt x="2693" y="1241"/>
                    <a:pt x="2645" y="1251"/>
                    <a:pt x="2597" y="1251"/>
                  </a:cubicBezTo>
                  <a:lnTo>
                    <a:pt x="2597" y="1241"/>
                  </a:lnTo>
                  <a:cubicBezTo>
                    <a:pt x="2597" y="731"/>
                    <a:pt x="2145" y="318"/>
                    <a:pt x="1587" y="318"/>
                  </a:cubicBezTo>
                  <a:cubicBezTo>
                    <a:pt x="1491" y="318"/>
                    <a:pt x="1404" y="337"/>
                    <a:pt x="1308" y="356"/>
                  </a:cubicBezTo>
                  <a:cubicBezTo>
                    <a:pt x="1154" y="154"/>
                    <a:pt x="924" y="29"/>
                    <a:pt x="674" y="0"/>
                  </a:cubicBezTo>
                  <a:close/>
                </a:path>
              </a:pathLst>
            </a:custGeom>
            <a:solidFill>
              <a:srgbClr val="BECBD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866" name="Google Shape;17866;p45"/>
            <p:cNvSpPr/>
            <p:nvPr/>
          </p:nvSpPr>
          <p:spPr>
            <a:xfrm>
              <a:off x="4882911" y="1623107"/>
              <a:ext cx="237205" cy="238773"/>
            </a:xfrm>
            <a:custGeom>
              <a:rect b="b" l="l" r="r" t="t"/>
              <a:pathLst>
                <a:path extrusionOk="0" h="9137" w="9077">
                  <a:moveTo>
                    <a:pt x="4529" y="1"/>
                  </a:moveTo>
                  <a:cubicBezTo>
                    <a:pt x="4052" y="1"/>
                    <a:pt x="3662" y="386"/>
                    <a:pt x="3644" y="856"/>
                  </a:cubicBezTo>
                  <a:lnTo>
                    <a:pt x="3644" y="856"/>
                  </a:lnTo>
                  <a:cubicBezTo>
                    <a:pt x="3625" y="391"/>
                    <a:pt x="3250" y="10"/>
                    <a:pt x="2777" y="10"/>
                  </a:cubicBezTo>
                  <a:cubicBezTo>
                    <a:pt x="2772" y="10"/>
                    <a:pt x="2766" y="10"/>
                    <a:pt x="2760" y="10"/>
                  </a:cubicBezTo>
                  <a:lnTo>
                    <a:pt x="2750" y="10"/>
                  </a:lnTo>
                  <a:cubicBezTo>
                    <a:pt x="2745" y="10"/>
                    <a:pt x="2739" y="10"/>
                    <a:pt x="2734" y="10"/>
                  </a:cubicBezTo>
                  <a:cubicBezTo>
                    <a:pt x="2221" y="10"/>
                    <a:pt x="1821" y="453"/>
                    <a:pt x="1863" y="966"/>
                  </a:cubicBezTo>
                  <a:lnTo>
                    <a:pt x="1863" y="966"/>
                  </a:lnTo>
                  <a:lnTo>
                    <a:pt x="1846" y="789"/>
                  </a:lnTo>
                  <a:cubicBezTo>
                    <a:pt x="1799" y="353"/>
                    <a:pt x="1424" y="10"/>
                    <a:pt x="989" y="10"/>
                  </a:cubicBezTo>
                  <a:cubicBezTo>
                    <a:pt x="983" y="10"/>
                    <a:pt x="977" y="10"/>
                    <a:pt x="971" y="10"/>
                  </a:cubicBezTo>
                  <a:cubicBezTo>
                    <a:pt x="966" y="10"/>
                    <a:pt x="961" y="10"/>
                    <a:pt x="956" y="10"/>
                  </a:cubicBezTo>
                  <a:cubicBezTo>
                    <a:pt x="406" y="10"/>
                    <a:pt x="1" y="516"/>
                    <a:pt x="96" y="1049"/>
                  </a:cubicBezTo>
                  <a:lnTo>
                    <a:pt x="1510" y="8655"/>
                  </a:lnTo>
                  <a:cubicBezTo>
                    <a:pt x="1558" y="8934"/>
                    <a:pt x="1808" y="9136"/>
                    <a:pt x="2087" y="9136"/>
                  </a:cubicBezTo>
                  <a:lnTo>
                    <a:pt x="6991" y="9136"/>
                  </a:lnTo>
                  <a:cubicBezTo>
                    <a:pt x="7279" y="9136"/>
                    <a:pt x="7520" y="8934"/>
                    <a:pt x="7568" y="8655"/>
                  </a:cubicBezTo>
                  <a:lnTo>
                    <a:pt x="8981" y="1049"/>
                  </a:lnTo>
                  <a:cubicBezTo>
                    <a:pt x="9077" y="506"/>
                    <a:pt x="8672" y="10"/>
                    <a:pt x="8122" y="10"/>
                  </a:cubicBezTo>
                  <a:cubicBezTo>
                    <a:pt x="8117" y="10"/>
                    <a:pt x="8112" y="10"/>
                    <a:pt x="8106" y="10"/>
                  </a:cubicBezTo>
                  <a:cubicBezTo>
                    <a:pt x="8100" y="10"/>
                    <a:pt x="8094" y="10"/>
                    <a:pt x="8088" y="10"/>
                  </a:cubicBezTo>
                  <a:cubicBezTo>
                    <a:pt x="7644" y="10"/>
                    <a:pt x="7279" y="353"/>
                    <a:pt x="7231" y="789"/>
                  </a:cubicBezTo>
                  <a:lnTo>
                    <a:pt x="7214" y="966"/>
                  </a:lnTo>
                  <a:lnTo>
                    <a:pt x="7214" y="966"/>
                  </a:lnTo>
                  <a:cubicBezTo>
                    <a:pt x="7256" y="453"/>
                    <a:pt x="6856" y="10"/>
                    <a:pt x="6344" y="10"/>
                  </a:cubicBezTo>
                  <a:cubicBezTo>
                    <a:pt x="6338" y="10"/>
                    <a:pt x="6333" y="10"/>
                    <a:pt x="6327" y="10"/>
                  </a:cubicBezTo>
                  <a:lnTo>
                    <a:pt x="6318" y="10"/>
                  </a:lnTo>
                  <a:cubicBezTo>
                    <a:pt x="6312" y="10"/>
                    <a:pt x="6306" y="10"/>
                    <a:pt x="6300" y="10"/>
                  </a:cubicBezTo>
                  <a:cubicBezTo>
                    <a:pt x="5828" y="10"/>
                    <a:pt x="5452" y="391"/>
                    <a:pt x="5433" y="856"/>
                  </a:cubicBezTo>
                  <a:lnTo>
                    <a:pt x="5433" y="856"/>
                  </a:lnTo>
                  <a:cubicBezTo>
                    <a:pt x="5415" y="386"/>
                    <a:pt x="5026" y="1"/>
                    <a:pt x="4548" y="1"/>
                  </a:cubicBezTo>
                  <a:close/>
                </a:path>
              </a:pathLst>
            </a:custGeom>
            <a:solidFill>
              <a:srgbClr val="7084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867" name="Google Shape;17867;p45"/>
            <p:cNvSpPr/>
            <p:nvPr/>
          </p:nvSpPr>
          <p:spPr>
            <a:xfrm>
              <a:off x="4919575" y="1623316"/>
              <a:ext cx="200828" cy="238564"/>
            </a:xfrm>
            <a:custGeom>
              <a:rect b="b" l="l" r="r" t="t"/>
              <a:pathLst>
                <a:path extrusionOk="0" h="9129" w="7685">
                  <a:moveTo>
                    <a:pt x="6697" y="1"/>
                  </a:moveTo>
                  <a:cubicBezTo>
                    <a:pt x="6391" y="1"/>
                    <a:pt x="6117" y="152"/>
                    <a:pt x="5963" y="406"/>
                  </a:cubicBezTo>
                  <a:cubicBezTo>
                    <a:pt x="6078" y="599"/>
                    <a:pt x="6117" y="820"/>
                    <a:pt x="6078" y="1041"/>
                  </a:cubicBezTo>
                  <a:lnTo>
                    <a:pt x="4896" y="7484"/>
                  </a:lnTo>
                  <a:cubicBezTo>
                    <a:pt x="4790" y="8032"/>
                    <a:pt x="4309" y="8426"/>
                    <a:pt x="3761" y="8426"/>
                  </a:cubicBezTo>
                  <a:lnTo>
                    <a:pt x="549" y="8426"/>
                  </a:lnTo>
                  <a:cubicBezTo>
                    <a:pt x="318" y="8426"/>
                    <a:pt x="107" y="8301"/>
                    <a:pt x="1" y="8090"/>
                  </a:cubicBezTo>
                  <a:lnTo>
                    <a:pt x="1" y="8090"/>
                  </a:lnTo>
                  <a:lnTo>
                    <a:pt x="97" y="8647"/>
                  </a:lnTo>
                  <a:cubicBezTo>
                    <a:pt x="155" y="8926"/>
                    <a:pt x="395" y="9128"/>
                    <a:pt x="684" y="9128"/>
                  </a:cubicBezTo>
                  <a:lnTo>
                    <a:pt x="5588" y="9128"/>
                  </a:lnTo>
                  <a:cubicBezTo>
                    <a:pt x="5867" y="9128"/>
                    <a:pt x="6107" y="8926"/>
                    <a:pt x="6165" y="8647"/>
                  </a:cubicBezTo>
                  <a:lnTo>
                    <a:pt x="6261" y="8090"/>
                  </a:lnTo>
                  <a:lnTo>
                    <a:pt x="7569" y="1060"/>
                  </a:lnTo>
                  <a:cubicBezTo>
                    <a:pt x="7684" y="531"/>
                    <a:pt x="7290" y="22"/>
                    <a:pt x="6751" y="2"/>
                  </a:cubicBezTo>
                  <a:cubicBezTo>
                    <a:pt x="6733" y="1"/>
                    <a:pt x="6715" y="1"/>
                    <a:pt x="6697" y="1"/>
                  </a:cubicBezTo>
                  <a:close/>
                </a:path>
              </a:pathLst>
            </a:custGeom>
            <a:solidFill>
              <a:srgbClr val="546C8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868" name="Google Shape;17868;p45"/>
            <p:cNvSpPr/>
            <p:nvPr/>
          </p:nvSpPr>
          <p:spPr>
            <a:xfrm>
              <a:off x="5016840" y="1623107"/>
              <a:ext cx="56054" cy="238773"/>
            </a:xfrm>
            <a:custGeom>
              <a:rect b="b" l="l" r="r" t="t"/>
              <a:pathLst>
                <a:path extrusionOk="0" h="9137" w="2145">
                  <a:moveTo>
                    <a:pt x="1193" y="1"/>
                  </a:moveTo>
                  <a:cubicBezTo>
                    <a:pt x="712" y="1"/>
                    <a:pt x="327" y="385"/>
                    <a:pt x="308" y="857"/>
                  </a:cubicBezTo>
                  <a:lnTo>
                    <a:pt x="0" y="9136"/>
                  </a:lnTo>
                  <a:lnTo>
                    <a:pt x="1174" y="9136"/>
                  </a:lnTo>
                  <a:lnTo>
                    <a:pt x="2077" y="991"/>
                  </a:lnTo>
                  <a:cubicBezTo>
                    <a:pt x="2145" y="462"/>
                    <a:pt x="1731" y="1"/>
                    <a:pt x="1202" y="1"/>
                  </a:cubicBezTo>
                  <a:close/>
                </a:path>
              </a:pathLst>
            </a:custGeom>
            <a:solidFill>
              <a:srgbClr val="E8EDF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869" name="Google Shape;17869;p45"/>
            <p:cNvSpPr/>
            <p:nvPr/>
          </p:nvSpPr>
          <p:spPr>
            <a:xfrm>
              <a:off x="4919575" y="1623316"/>
              <a:ext cx="200828" cy="238564"/>
            </a:xfrm>
            <a:custGeom>
              <a:rect b="b" l="l" r="r" t="t"/>
              <a:pathLst>
                <a:path extrusionOk="0" h="9129" w="7685">
                  <a:moveTo>
                    <a:pt x="6697" y="1"/>
                  </a:moveTo>
                  <a:cubicBezTo>
                    <a:pt x="6391" y="1"/>
                    <a:pt x="6117" y="152"/>
                    <a:pt x="5963" y="406"/>
                  </a:cubicBezTo>
                  <a:cubicBezTo>
                    <a:pt x="6078" y="599"/>
                    <a:pt x="6117" y="820"/>
                    <a:pt x="6078" y="1041"/>
                  </a:cubicBezTo>
                  <a:lnTo>
                    <a:pt x="4896" y="7484"/>
                  </a:lnTo>
                  <a:cubicBezTo>
                    <a:pt x="4790" y="8032"/>
                    <a:pt x="4309" y="8426"/>
                    <a:pt x="3761" y="8426"/>
                  </a:cubicBezTo>
                  <a:lnTo>
                    <a:pt x="549" y="8426"/>
                  </a:lnTo>
                  <a:cubicBezTo>
                    <a:pt x="318" y="8426"/>
                    <a:pt x="107" y="8301"/>
                    <a:pt x="1" y="8090"/>
                  </a:cubicBezTo>
                  <a:lnTo>
                    <a:pt x="1" y="8090"/>
                  </a:lnTo>
                  <a:lnTo>
                    <a:pt x="97" y="8647"/>
                  </a:lnTo>
                  <a:cubicBezTo>
                    <a:pt x="155" y="8926"/>
                    <a:pt x="395" y="9128"/>
                    <a:pt x="684" y="9128"/>
                  </a:cubicBezTo>
                  <a:lnTo>
                    <a:pt x="5588" y="9128"/>
                  </a:lnTo>
                  <a:cubicBezTo>
                    <a:pt x="5867" y="9128"/>
                    <a:pt x="6107" y="8926"/>
                    <a:pt x="6165" y="8647"/>
                  </a:cubicBezTo>
                  <a:lnTo>
                    <a:pt x="6261" y="8090"/>
                  </a:lnTo>
                  <a:lnTo>
                    <a:pt x="7569" y="1060"/>
                  </a:lnTo>
                  <a:cubicBezTo>
                    <a:pt x="7684" y="531"/>
                    <a:pt x="7290" y="22"/>
                    <a:pt x="6751" y="2"/>
                  </a:cubicBezTo>
                  <a:cubicBezTo>
                    <a:pt x="6733" y="1"/>
                    <a:pt x="6715" y="1"/>
                    <a:pt x="6697" y="1"/>
                  </a:cubicBezTo>
                  <a:close/>
                </a:path>
              </a:pathLst>
            </a:custGeom>
            <a:solidFill>
              <a:srgbClr val="546C8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870" name="Google Shape;17870;p45"/>
            <p:cNvSpPr/>
            <p:nvPr/>
          </p:nvSpPr>
          <p:spPr>
            <a:xfrm>
              <a:off x="5016840" y="1623107"/>
              <a:ext cx="56054" cy="238773"/>
            </a:xfrm>
            <a:custGeom>
              <a:rect b="b" l="l" r="r" t="t"/>
              <a:pathLst>
                <a:path extrusionOk="0" h="9137" w="2145">
                  <a:moveTo>
                    <a:pt x="1193" y="1"/>
                  </a:moveTo>
                  <a:cubicBezTo>
                    <a:pt x="712" y="1"/>
                    <a:pt x="327" y="385"/>
                    <a:pt x="308" y="857"/>
                  </a:cubicBezTo>
                  <a:lnTo>
                    <a:pt x="0" y="9136"/>
                  </a:lnTo>
                  <a:lnTo>
                    <a:pt x="1174" y="9136"/>
                  </a:lnTo>
                  <a:lnTo>
                    <a:pt x="2077" y="991"/>
                  </a:lnTo>
                  <a:cubicBezTo>
                    <a:pt x="2145" y="462"/>
                    <a:pt x="1731" y="1"/>
                    <a:pt x="1202" y="1"/>
                  </a:cubicBezTo>
                  <a:close/>
                </a:path>
              </a:pathLst>
            </a:custGeom>
            <a:solidFill>
              <a:srgbClr val="E8EDF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871" name="Google Shape;17871;p45"/>
            <p:cNvSpPr/>
            <p:nvPr/>
          </p:nvSpPr>
          <p:spPr>
            <a:xfrm>
              <a:off x="5017101" y="1750529"/>
              <a:ext cx="42988" cy="111351"/>
            </a:xfrm>
            <a:custGeom>
              <a:rect b="b" l="l" r="r" t="t"/>
              <a:pathLst>
                <a:path extrusionOk="0" h="4261" w="1645">
                  <a:moveTo>
                    <a:pt x="1644" y="0"/>
                  </a:moveTo>
                  <a:lnTo>
                    <a:pt x="1164" y="2616"/>
                  </a:lnTo>
                  <a:cubicBezTo>
                    <a:pt x="1058" y="3164"/>
                    <a:pt x="577" y="3558"/>
                    <a:pt x="29" y="3558"/>
                  </a:cubicBezTo>
                  <a:lnTo>
                    <a:pt x="0" y="4260"/>
                  </a:lnTo>
                  <a:lnTo>
                    <a:pt x="1173" y="4260"/>
                  </a:lnTo>
                  <a:lnTo>
                    <a:pt x="1644" y="0"/>
                  </a:lnTo>
                  <a:close/>
                </a:path>
              </a:pathLst>
            </a:custGeom>
            <a:solidFill>
              <a:srgbClr val="E1E7E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872" name="Google Shape;17872;p45"/>
            <p:cNvSpPr/>
            <p:nvPr/>
          </p:nvSpPr>
          <p:spPr>
            <a:xfrm>
              <a:off x="4927624" y="1567836"/>
              <a:ext cx="34207" cy="32195"/>
            </a:xfrm>
            <a:custGeom>
              <a:rect b="b" l="l" r="r" t="t"/>
              <a:pathLst>
                <a:path extrusionOk="0" h="1232" w="1309">
                  <a:moveTo>
                    <a:pt x="1030" y="0"/>
                  </a:moveTo>
                  <a:cubicBezTo>
                    <a:pt x="462" y="0"/>
                    <a:pt x="1" y="452"/>
                    <a:pt x="1" y="1020"/>
                  </a:cubicBezTo>
                  <a:cubicBezTo>
                    <a:pt x="1" y="1135"/>
                    <a:pt x="97" y="1231"/>
                    <a:pt x="212" y="1231"/>
                  </a:cubicBezTo>
                  <a:cubicBezTo>
                    <a:pt x="328" y="1231"/>
                    <a:pt x="424" y="1135"/>
                    <a:pt x="424" y="1020"/>
                  </a:cubicBezTo>
                  <a:cubicBezTo>
                    <a:pt x="424" y="683"/>
                    <a:pt x="693" y="414"/>
                    <a:pt x="1030" y="414"/>
                  </a:cubicBezTo>
                  <a:cubicBezTo>
                    <a:pt x="1308" y="414"/>
                    <a:pt x="1308" y="0"/>
                    <a:pt x="1030" y="0"/>
                  </a:cubicBezTo>
                  <a:close/>
                </a:path>
              </a:pathLst>
            </a:custGeom>
            <a:solidFill>
              <a:srgbClr val="E1E7E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873" name="Google Shape;17873;p45"/>
            <p:cNvSpPr/>
            <p:nvPr/>
          </p:nvSpPr>
          <p:spPr>
            <a:xfrm>
              <a:off x="5039967" y="1589187"/>
              <a:ext cx="33946" cy="32195"/>
            </a:xfrm>
            <a:custGeom>
              <a:rect b="b" l="l" r="r" t="t"/>
              <a:pathLst>
                <a:path extrusionOk="0" h="1232" w="1299">
                  <a:moveTo>
                    <a:pt x="279" y="1"/>
                  </a:moveTo>
                  <a:cubicBezTo>
                    <a:pt x="0" y="1"/>
                    <a:pt x="0" y="414"/>
                    <a:pt x="279" y="414"/>
                  </a:cubicBezTo>
                  <a:cubicBezTo>
                    <a:pt x="615" y="414"/>
                    <a:pt x="885" y="683"/>
                    <a:pt x="885" y="1020"/>
                  </a:cubicBezTo>
                  <a:cubicBezTo>
                    <a:pt x="885" y="1135"/>
                    <a:pt x="981" y="1232"/>
                    <a:pt x="1096" y="1232"/>
                  </a:cubicBezTo>
                  <a:cubicBezTo>
                    <a:pt x="1212" y="1232"/>
                    <a:pt x="1298" y="1135"/>
                    <a:pt x="1298" y="1020"/>
                  </a:cubicBezTo>
                  <a:cubicBezTo>
                    <a:pt x="1298" y="453"/>
                    <a:pt x="846" y="1"/>
                    <a:pt x="279" y="1"/>
                  </a:cubicBezTo>
                  <a:close/>
                </a:path>
              </a:pathLst>
            </a:custGeom>
            <a:solidFill>
              <a:srgbClr val="E1E7E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874" name="Google Shape;17874;p45"/>
            <p:cNvSpPr/>
            <p:nvPr/>
          </p:nvSpPr>
          <p:spPr>
            <a:xfrm>
              <a:off x="4988146" y="1526469"/>
              <a:ext cx="39277" cy="27570"/>
            </a:xfrm>
            <a:custGeom>
              <a:rect b="b" l="l" r="r" t="t"/>
              <a:pathLst>
                <a:path extrusionOk="0" h="1055" w="1503">
                  <a:moveTo>
                    <a:pt x="481" y="0"/>
                  </a:moveTo>
                  <a:cubicBezTo>
                    <a:pt x="406" y="0"/>
                    <a:pt x="329" y="8"/>
                    <a:pt x="252" y="26"/>
                  </a:cubicBezTo>
                  <a:cubicBezTo>
                    <a:pt x="1" y="79"/>
                    <a:pt x="60" y="435"/>
                    <a:pt x="295" y="435"/>
                  </a:cubicBezTo>
                  <a:cubicBezTo>
                    <a:pt x="312" y="435"/>
                    <a:pt x="330" y="433"/>
                    <a:pt x="348" y="429"/>
                  </a:cubicBezTo>
                  <a:cubicBezTo>
                    <a:pt x="389" y="421"/>
                    <a:pt x="431" y="416"/>
                    <a:pt x="472" y="416"/>
                  </a:cubicBezTo>
                  <a:cubicBezTo>
                    <a:pt x="746" y="416"/>
                    <a:pt x="1003" y="606"/>
                    <a:pt x="1070" y="891"/>
                  </a:cubicBezTo>
                  <a:cubicBezTo>
                    <a:pt x="1089" y="987"/>
                    <a:pt x="1166" y="1054"/>
                    <a:pt x="1271" y="1054"/>
                  </a:cubicBezTo>
                  <a:cubicBezTo>
                    <a:pt x="1406" y="1054"/>
                    <a:pt x="1502" y="929"/>
                    <a:pt x="1473" y="804"/>
                  </a:cubicBezTo>
                  <a:cubicBezTo>
                    <a:pt x="1366" y="324"/>
                    <a:pt x="951" y="0"/>
                    <a:pt x="481" y="0"/>
                  </a:cubicBezTo>
                  <a:close/>
                </a:path>
              </a:pathLst>
            </a:custGeom>
            <a:solidFill>
              <a:srgbClr val="E1E7E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875" name="Google Shape;17875;p45"/>
            <p:cNvSpPr/>
            <p:nvPr/>
          </p:nvSpPr>
          <p:spPr>
            <a:xfrm>
              <a:off x="4930132" y="1623107"/>
              <a:ext cx="56080" cy="238773"/>
            </a:xfrm>
            <a:custGeom>
              <a:rect b="b" l="l" r="r" t="t"/>
              <a:pathLst>
                <a:path extrusionOk="0" h="9137" w="2146">
                  <a:moveTo>
                    <a:pt x="934" y="1"/>
                  </a:moveTo>
                  <a:cubicBezTo>
                    <a:pt x="405" y="1"/>
                    <a:pt x="1" y="462"/>
                    <a:pt x="59" y="982"/>
                  </a:cubicBezTo>
                  <a:lnTo>
                    <a:pt x="962" y="9136"/>
                  </a:lnTo>
                  <a:lnTo>
                    <a:pt x="2145" y="9136"/>
                  </a:lnTo>
                  <a:lnTo>
                    <a:pt x="1838" y="857"/>
                  </a:lnTo>
                  <a:cubicBezTo>
                    <a:pt x="1818" y="376"/>
                    <a:pt x="1424" y="1"/>
                    <a:pt x="953" y="1"/>
                  </a:cubicBezTo>
                  <a:close/>
                </a:path>
              </a:pathLst>
            </a:custGeom>
            <a:solidFill>
              <a:srgbClr val="E8EDF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876" name="Google Shape;17876;p45"/>
            <p:cNvSpPr/>
            <p:nvPr/>
          </p:nvSpPr>
          <p:spPr>
            <a:xfrm>
              <a:off x="4953260" y="1843508"/>
              <a:ext cx="32953" cy="18371"/>
            </a:xfrm>
            <a:custGeom>
              <a:rect b="b" l="l" r="r" t="t"/>
              <a:pathLst>
                <a:path extrusionOk="0" h="703" w="1261">
                  <a:moveTo>
                    <a:pt x="1" y="0"/>
                  </a:moveTo>
                  <a:lnTo>
                    <a:pt x="77" y="702"/>
                  </a:lnTo>
                  <a:lnTo>
                    <a:pt x="1260" y="702"/>
                  </a:lnTo>
                  <a:lnTo>
                    <a:pt x="1231" y="0"/>
                  </a:lnTo>
                  <a:close/>
                </a:path>
              </a:pathLst>
            </a:custGeom>
            <a:solidFill>
              <a:srgbClr val="E1E7E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877" name="Google Shape;17877;p45"/>
            <p:cNvSpPr/>
            <p:nvPr/>
          </p:nvSpPr>
          <p:spPr>
            <a:xfrm>
              <a:off x="4929636" y="1696748"/>
              <a:ext cx="143520" cy="99042"/>
            </a:xfrm>
            <a:custGeom>
              <a:rect b="b" l="l" r="r" t="t"/>
              <a:pathLst>
                <a:path extrusionOk="0" h="3790" w="5492">
                  <a:moveTo>
                    <a:pt x="2751" y="0"/>
                  </a:moveTo>
                  <a:cubicBezTo>
                    <a:pt x="1231" y="0"/>
                    <a:pt x="1" y="847"/>
                    <a:pt x="1" y="1895"/>
                  </a:cubicBezTo>
                  <a:cubicBezTo>
                    <a:pt x="1" y="2943"/>
                    <a:pt x="1231" y="3789"/>
                    <a:pt x="2751" y="3789"/>
                  </a:cubicBezTo>
                  <a:cubicBezTo>
                    <a:pt x="4261" y="3789"/>
                    <a:pt x="5491" y="2943"/>
                    <a:pt x="5491" y="1895"/>
                  </a:cubicBezTo>
                  <a:cubicBezTo>
                    <a:pt x="5491" y="847"/>
                    <a:pt x="4261" y="0"/>
                    <a:pt x="2751" y="0"/>
                  </a:cubicBezTo>
                  <a:close/>
                </a:path>
              </a:pathLst>
            </a:custGeom>
            <a:solidFill>
              <a:srgbClr val="CBD5D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17878" name="Google Shape;17878;p45"/>
          <p:cNvSpPr/>
          <p:nvPr/>
        </p:nvSpPr>
        <p:spPr>
          <a:xfrm>
            <a:off x="6342646" y="1664375"/>
            <a:ext cx="27413" cy="12857"/>
          </a:xfrm>
          <a:custGeom>
            <a:rect b="b" l="l" r="r" t="t"/>
            <a:pathLst>
              <a:path extrusionOk="0" h="492" w="1049">
                <a:moveTo>
                  <a:pt x="1" y="1"/>
                </a:moveTo>
                <a:lnTo>
                  <a:pt x="39" y="491"/>
                </a:lnTo>
                <a:lnTo>
                  <a:pt x="1049" y="491"/>
                </a:lnTo>
                <a:lnTo>
                  <a:pt x="1039" y="1"/>
                </a:lnTo>
                <a:close/>
              </a:path>
            </a:pathLst>
          </a:custGeom>
          <a:solidFill>
            <a:srgbClr val="E1E7E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nvGrpSpPr>
          <p:cNvPr id="17879" name="Google Shape;17879;p45"/>
          <p:cNvGrpSpPr/>
          <p:nvPr/>
        </p:nvGrpSpPr>
        <p:grpSpPr>
          <a:xfrm>
            <a:off x="6265764" y="1316603"/>
            <a:ext cx="234983" cy="360628"/>
            <a:chOff x="6265764" y="1501251"/>
            <a:chExt cx="234983" cy="360628"/>
          </a:xfrm>
        </p:grpSpPr>
        <p:sp>
          <p:nvSpPr>
            <p:cNvPr id="17880" name="Google Shape;17880;p45"/>
            <p:cNvSpPr/>
            <p:nvPr/>
          </p:nvSpPr>
          <p:spPr>
            <a:xfrm>
              <a:off x="6347167" y="1501251"/>
              <a:ext cx="118642" cy="179687"/>
            </a:xfrm>
            <a:custGeom>
              <a:rect b="b" l="l" r="r" t="t"/>
              <a:pathLst>
                <a:path extrusionOk="0" h="6876" w="4540">
                  <a:moveTo>
                    <a:pt x="1905" y="0"/>
                  </a:moveTo>
                  <a:cubicBezTo>
                    <a:pt x="1808" y="0"/>
                    <a:pt x="1732" y="67"/>
                    <a:pt x="1712" y="154"/>
                  </a:cubicBezTo>
                  <a:lnTo>
                    <a:pt x="30" y="6616"/>
                  </a:lnTo>
                  <a:cubicBezTo>
                    <a:pt x="1" y="6751"/>
                    <a:pt x="97" y="6876"/>
                    <a:pt x="231" y="6876"/>
                  </a:cubicBezTo>
                  <a:cubicBezTo>
                    <a:pt x="328" y="6876"/>
                    <a:pt x="405" y="6808"/>
                    <a:pt x="433" y="6722"/>
                  </a:cubicBezTo>
                  <a:lnTo>
                    <a:pt x="2058" y="414"/>
                  </a:lnTo>
                  <a:lnTo>
                    <a:pt x="4270" y="414"/>
                  </a:lnTo>
                  <a:cubicBezTo>
                    <a:pt x="4539" y="414"/>
                    <a:pt x="4539" y="0"/>
                    <a:pt x="4270" y="0"/>
                  </a:cubicBezTo>
                  <a:close/>
                </a:path>
              </a:pathLst>
            </a:custGeom>
            <a:solidFill>
              <a:srgbClr val="41586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881" name="Google Shape;17881;p45"/>
            <p:cNvSpPr/>
            <p:nvPr/>
          </p:nvSpPr>
          <p:spPr>
            <a:xfrm>
              <a:off x="6288369" y="1614561"/>
              <a:ext cx="189487" cy="247318"/>
            </a:xfrm>
            <a:custGeom>
              <a:rect b="b" l="l" r="r" t="t"/>
              <a:pathLst>
                <a:path extrusionOk="0" h="9464" w="7251">
                  <a:moveTo>
                    <a:pt x="1" y="1"/>
                  </a:moveTo>
                  <a:lnTo>
                    <a:pt x="1029" y="8838"/>
                  </a:lnTo>
                  <a:cubicBezTo>
                    <a:pt x="1078" y="9194"/>
                    <a:pt x="1376" y="9463"/>
                    <a:pt x="1731" y="9463"/>
                  </a:cubicBezTo>
                  <a:lnTo>
                    <a:pt x="5520" y="9463"/>
                  </a:lnTo>
                  <a:cubicBezTo>
                    <a:pt x="5876" y="9463"/>
                    <a:pt x="6184" y="9194"/>
                    <a:pt x="6222" y="8838"/>
                  </a:cubicBezTo>
                  <a:lnTo>
                    <a:pt x="7251" y="1"/>
                  </a:lnTo>
                  <a:close/>
                </a:path>
              </a:pathLst>
            </a:custGeom>
            <a:solidFill>
              <a:srgbClr val="7084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882" name="Google Shape;17882;p45"/>
            <p:cNvSpPr/>
            <p:nvPr/>
          </p:nvSpPr>
          <p:spPr>
            <a:xfrm>
              <a:off x="6314005" y="1614561"/>
              <a:ext cx="163851" cy="247318"/>
            </a:xfrm>
            <a:custGeom>
              <a:rect b="b" l="l" r="r" t="t"/>
              <a:pathLst>
                <a:path extrusionOk="0" h="9464" w="6270">
                  <a:moveTo>
                    <a:pt x="4828" y="1"/>
                  </a:moveTo>
                  <a:lnTo>
                    <a:pt x="3789" y="8838"/>
                  </a:lnTo>
                  <a:cubicBezTo>
                    <a:pt x="3779" y="8915"/>
                    <a:pt x="3712" y="8973"/>
                    <a:pt x="3635" y="8973"/>
                  </a:cubicBezTo>
                  <a:lnTo>
                    <a:pt x="702" y="8973"/>
                  </a:lnTo>
                  <a:cubicBezTo>
                    <a:pt x="375" y="8973"/>
                    <a:pt x="87" y="8751"/>
                    <a:pt x="0" y="8434"/>
                  </a:cubicBezTo>
                  <a:lnTo>
                    <a:pt x="0" y="8434"/>
                  </a:lnTo>
                  <a:lnTo>
                    <a:pt x="48" y="8838"/>
                  </a:lnTo>
                  <a:cubicBezTo>
                    <a:pt x="97" y="9194"/>
                    <a:pt x="395" y="9463"/>
                    <a:pt x="750" y="9463"/>
                  </a:cubicBezTo>
                  <a:lnTo>
                    <a:pt x="4539" y="9463"/>
                  </a:lnTo>
                  <a:cubicBezTo>
                    <a:pt x="4895" y="9463"/>
                    <a:pt x="5203" y="9194"/>
                    <a:pt x="5241" y="8838"/>
                  </a:cubicBezTo>
                  <a:lnTo>
                    <a:pt x="6270" y="1"/>
                  </a:lnTo>
                  <a:close/>
                </a:path>
              </a:pathLst>
            </a:custGeom>
            <a:solidFill>
              <a:srgbClr val="546C8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883" name="Google Shape;17883;p45"/>
            <p:cNvSpPr/>
            <p:nvPr/>
          </p:nvSpPr>
          <p:spPr>
            <a:xfrm>
              <a:off x="6326313" y="1614561"/>
              <a:ext cx="43746" cy="247318"/>
            </a:xfrm>
            <a:custGeom>
              <a:rect b="b" l="l" r="r" t="t"/>
              <a:pathLst>
                <a:path extrusionOk="0" h="9464" w="1674">
                  <a:moveTo>
                    <a:pt x="1" y="1"/>
                  </a:moveTo>
                  <a:lnTo>
                    <a:pt x="664" y="9463"/>
                  </a:lnTo>
                  <a:lnTo>
                    <a:pt x="1674" y="9463"/>
                  </a:lnTo>
                  <a:lnTo>
                    <a:pt x="1453" y="1"/>
                  </a:lnTo>
                  <a:close/>
                </a:path>
              </a:pathLst>
            </a:custGeom>
            <a:solidFill>
              <a:srgbClr val="E8EDF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884" name="Google Shape;17884;p45"/>
            <p:cNvSpPr/>
            <p:nvPr/>
          </p:nvSpPr>
          <p:spPr>
            <a:xfrm>
              <a:off x="6326313" y="1614561"/>
              <a:ext cx="43746" cy="247318"/>
            </a:xfrm>
            <a:custGeom>
              <a:rect b="b" l="l" r="r" t="t"/>
              <a:pathLst>
                <a:path extrusionOk="0" h="9464" w="1674">
                  <a:moveTo>
                    <a:pt x="1" y="1"/>
                  </a:moveTo>
                  <a:lnTo>
                    <a:pt x="664" y="9463"/>
                  </a:lnTo>
                  <a:lnTo>
                    <a:pt x="1674" y="9463"/>
                  </a:lnTo>
                  <a:lnTo>
                    <a:pt x="1453" y="1"/>
                  </a:lnTo>
                  <a:close/>
                </a:path>
              </a:pathLst>
            </a:custGeom>
            <a:solidFill>
              <a:srgbClr val="E8EDF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885" name="Google Shape;17885;p45"/>
            <p:cNvSpPr/>
            <p:nvPr/>
          </p:nvSpPr>
          <p:spPr>
            <a:xfrm>
              <a:off x="6396427" y="1614561"/>
              <a:ext cx="43746" cy="247318"/>
            </a:xfrm>
            <a:custGeom>
              <a:rect b="b" l="l" r="r" t="t"/>
              <a:pathLst>
                <a:path extrusionOk="0" h="9464" w="1674">
                  <a:moveTo>
                    <a:pt x="222" y="1"/>
                  </a:moveTo>
                  <a:lnTo>
                    <a:pt x="0" y="9463"/>
                  </a:lnTo>
                  <a:lnTo>
                    <a:pt x="1010" y="9463"/>
                  </a:lnTo>
                  <a:lnTo>
                    <a:pt x="1674" y="1"/>
                  </a:lnTo>
                  <a:close/>
                </a:path>
              </a:pathLst>
            </a:custGeom>
            <a:solidFill>
              <a:srgbClr val="E8EDF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886" name="Google Shape;17886;p45"/>
            <p:cNvSpPr/>
            <p:nvPr/>
          </p:nvSpPr>
          <p:spPr>
            <a:xfrm>
              <a:off x="6396427" y="1614561"/>
              <a:ext cx="43746" cy="247318"/>
            </a:xfrm>
            <a:custGeom>
              <a:rect b="b" l="l" r="r" t="t"/>
              <a:pathLst>
                <a:path extrusionOk="0" h="9464" w="1674">
                  <a:moveTo>
                    <a:pt x="1674" y="1"/>
                  </a:moveTo>
                  <a:lnTo>
                    <a:pt x="635" y="8838"/>
                  </a:lnTo>
                  <a:cubicBezTo>
                    <a:pt x="625" y="8915"/>
                    <a:pt x="558" y="8973"/>
                    <a:pt x="481" y="8973"/>
                  </a:cubicBezTo>
                  <a:lnTo>
                    <a:pt x="10" y="8973"/>
                  </a:lnTo>
                  <a:lnTo>
                    <a:pt x="0" y="9463"/>
                  </a:lnTo>
                  <a:lnTo>
                    <a:pt x="1010" y="9463"/>
                  </a:lnTo>
                  <a:lnTo>
                    <a:pt x="1674" y="1"/>
                  </a:lnTo>
                  <a:close/>
                </a:path>
              </a:pathLst>
            </a:custGeom>
            <a:solidFill>
              <a:srgbClr val="E1E7E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887" name="Google Shape;17887;p45"/>
            <p:cNvSpPr/>
            <p:nvPr/>
          </p:nvSpPr>
          <p:spPr>
            <a:xfrm>
              <a:off x="6299919" y="1575624"/>
              <a:ext cx="166647" cy="33450"/>
            </a:xfrm>
            <a:custGeom>
              <a:rect b="b" l="l" r="r" t="t"/>
              <a:pathLst>
                <a:path extrusionOk="0" h="1280" w="6377">
                  <a:moveTo>
                    <a:pt x="607" y="0"/>
                  </a:moveTo>
                  <a:cubicBezTo>
                    <a:pt x="443" y="0"/>
                    <a:pt x="309" y="97"/>
                    <a:pt x="270" y="250"/>
                  </a:cubicBezTo>
                  <a:lnTo>
                    <a:pt x="1" y="1279"/>
                  </a:lnTo>
                  <a:lnTo>
                    <a:pt x="6376" y="1279"/>
                  </a:lnTo>
                  <a:lnTo>
                    <a:pt x="6097" y="250"/>
                  </a:lnTo>
                  <a:cubicBezTo>
                    <a:pt x="6059" y="97"/>
                    <a:pt x="5924" y="0"/>
                    <a:pt x="5770" y="0"/>
                  </a:cubicBezTo>
                  <a:close/>
                </a:path>
              </a:pathLst>
            </a:custGeom>
            <a:solidFill>
              <a:srgbClr val="E8EDF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888" name="Google Shape;17888;p45"/>
            <p:cNvSpPr/>
            <p:nvPr/>
          </p:nvSpPr>
          <p:spPr>
            <a:xfrm>
              <a:off x="6299919" y="1575624"/>
              <a:ext cx="166647" cy="33450"/>
            </a:xfrm>
            <a:custGeom>
              <a:rect b="b" l="l" r="r" t="t"/>
              <a:pathLst>
                <a:path extrusionOk="0" h="1280" w="6377">
                  <a:moveTo>
                    <a:pt x="4299" y="0"/>
                  </a:moveTo>
                  <a:cubicBezTo>
                    <a:pt x="4453" y="0"/>
                    <a:pt x="4588" y="97"/>
                    <a:pt x="4626" y="250"/>
                  </a:cubicBezTo>
                  <a:lnTo>
                    <a:pt x="4684" y="481"/>
                  </a:lnTo>
                  <a:cubicBezTo>
                    <a:pt x="4742" y="674"/>
                    <a:pt x="4588" y="866"/>
                    <a:pt x="4386" y="875"/>
                  </a:cubicBezTo>
                  <a:lnTo>
                    <a:pt x="107" y="875"/>
                  </a:lnTo>
                  <a:lnTo>
                    <a:pt x="1" y="1279"/>
                  </a:lnTo>
                  <a:lnTo>
                    <a:pt x="6376" y="1279"/>
                  </a:lnTo>
                  <a:lnTo>
                    <a:pt x="6107" y="250"/>
                  </a:lnTo>
                  <a:cubicBezTo>
                    <a:pt x="6059" y="97"/>
                    <a:pt x="5924" y="0"/>
                    <a:pt x="5770" y="0"/>
                  </a:cubicBezTo>
                  <a:close/>
                </a:path>
              </a:pathLst>
            </a:custGeom>
            <a:solidFill>
              <a:srgbClr val="E1E7E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889" name="Google Shape;17889;p45"/>
            <p:cNvSpPr/>
            <p:nvPr/>
          </p:nvSpPr>
          <p:spPr>
            <a:xfrm>
              <a:off x="6265764" y="1605781"/>
              <a:ext cx="234983" cy="29425"/>
            </a:xfrm>
            <a:custGeom>
              <a:rect b="b" l="l" r="r" t="t"/>
              <a:pathLst>
                <a:path extrusionOk="0" h="1126" w="8992">
                  <a:moveTo>
                    <a:pt x="202" y="0"/>
                  </a:moveTo>
                  <a:cubicBezTo>
                    <a:pt x="87" y="0"/>
                    <a:pt x="0" y="87"/>
                    <a:pt x="0" y="193"/>
                  </a:cubicBezTo>
                  <a:lnTo>
                    <a:pt x="0" y="923"/>
                  </a:lnTo>
                  <a:cubicBezTo>
                    <a:pt x="0" y="1029"/>
                    <a:pt x="87" y="1116"/>
                    <a:pt x="202" y="1125"/>
                  </a:cubicBezTo>
                  <a:lnTo>
                    <a:pt x="8789" y="1125"/>
                  </a:lnTo>
                  <a:cubicBezTo>
                    <a:pt x="8895" y="1125"/>
                    <a:pt x="8991" y="1029"/>
                    <a:pt x="8991" y="923"/>
                  </a:cubicBezTo>
                  <a:lnTo>
                    <a:pt x="8991" y="193"/>
                  </a:lnTo>
                  <a:cubicBezTo>
                    <a:pt x="8991" y="87"/>
                    <a:pt x="8895" y="0"/>
                    <a:pt x="8789" y="0"/>
                  </a:cubicBezTo>
                  <a:close/>
                </a:path>
              </a:pathLst>
            </a:custGeom>
            <a:solidFill>
              <a:srgbClr val="D8E0E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890" name="Google Shape;17890;p45"/>
            <p:cNvSpPr/>
            <p:nvPr/>
          </p:nvSpPr>
          <p:spPr>
            <a:xfrm>
              <a:off x="6265764" y="1605781"/>
              <a:ext cx="234983" cy="29425"/>
            </a:xfrm>
            <a:custGeom>
              <a:rect b="b" l="l" r="r" t="t"/>
              <a:pathLst>
                <a:path extrusionOk="0" h="1126" w="8992">
                  <a:moveTo>
                    <a:pt x="7558" y="0"/>
                  </a:moveTo>
                  <a:lnTo>
                    <a:pt x="7558" y="654"/>
                  </a:lnTo>
                  <a:cubicBezTo>
                    <a:pt x="7558" y="770"/>
                    <a:pt x="7472" y="856"/>
                    <a:pt x="7366" y="856"/>
                  </a:cubicBezTo>
                  <a:lnTo>
                    <a:pt x="0" y="856"/>
                  </a:lnTo>
                  <a:lnTo>
                    <a:pt x="0" y="923"/>
                  </a:lnTo>
                  <a:cubicBezTo>
                    <a:pt x="0" y="1029"/>
                    <a:pt x="87" y="1125"/>
                    <a:pt x="202" y="1125"/>
                  </a:cubicBezTo>
                  <a:lnTo>
                    <a:pt x="8789" y="1125"/>
                  </a:lnTo>
                  <a:cubicBezTo>
                    <a:pt x="8895" y="1125"/>
                    <a:pt x="8991" y="1029"/>
                    <a:pt x="8991" y="923"/>
                  </a:cubicBezTo>
                  <a:lnTo>
                    <a:pt x="8991" y="193"/>
                  </a:lnTo>
                  <a:cubicBezTo>
                    <a:pt x="8991" y="87"/>
                    <a:pt x="8895" y="0"/>
                    <a:pt x="8789" y="0"/>
                  </a:cubicBezTo>
                  <a:close/>
                </a:path>
              </a:pathLst>
            </a:custGeom>
            <a:solidFill>
              <a:srgbClr val="CCD7D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891" name="Google Shape;17891;p45"/>
            <p:cNvSpPr/>
            <p:nvPr/>
          </p:nvSpPr>
          <p:spPr>
            <a:xfrm>
              <a:off x="6325817" y="1708795"/>
              <a:ext cx="113859" cy="78450"/>
            </a:xfrm>
            <a:custGeom>
              <a:rect b="b" l="l" r="r" t="t"/>
              <a:pathLst>
                <a:path extrusionOk="0" h="3002" w="4357">
                  <a:moveTo>
                    <a:pt x="2174" y="1"/>
                  </a:moveTo>
                  <a:cubicBezTo>
                    <a:pt x="972" y="1"/>
                    <a:pt x="0" y="674"/>
                    <a:pt x="0" y="1501"/>
                  </a:cubicBezTo>
                  <a:cubicBezTo>
                    <a:pt x="0" y="2328"/>
                    <a:pt x="972" y="3001"/>
                    <a:pt x="2174" y="3001"/>
                  </a:cubicBezTo>
                  <a:cubicBezTo>
                    <a:pt x="3376" y="3001"/>
                    <a:pt x="4356" y="2328"/>
                    <a:pt x="4356" y="1501"/>
                  </a:cubicBezTo>
                  <a:cubicBezTo>
                    <a:pt x="4356" y="674"/>
                    <a:pt x="3376" y="1"/>
                    <a:pt x="2174" y="1"/>
                  </a:cubicBezTo>
                  <a:close/>
                </a:path>
              </a:pathLst>
            </a:custGeom>
            <a:solidFill>
              <a:srgbClr val="CBD5D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7892" name="Google Shape;17892;p45"/>
          <p:cNvGrpSpPr/>
          <p:nvPr/>
        </p:nvGrpSpPr>
        <p:grpSpPr>
          <a:xfrm>
            <a:off x="6193639" y="3217351"/>
            <a:ext cx="360628" cy="238251"/>
            <a:chOff x="6193639" y="3401998"/>
            <a:chExt cx="360628" cy="238251"/>
          </a:xfrm>
        </p:grpSpPr>
        <p:sp>
          <p:nvSpPr>
            <p:cNvPr id="17893" name="Google Shape;17893;p45"/>
            <p:cNvSpPr/>
            <p:nvPr/>
          </p:nvSpPr>
          <p:spPr>
            <a:xfrm>
              <a:off x="6417542" y="3401998"/>
              <a:ext cx="136725" cy="145532"/>
            </a:xfrm>
            <a:custGeom>
              <a:rect b="b" l="l" r="r" t="t"/>
              <a:pathLst>
                <a:path extrusionOk="0" h="5569" w="5232">
                  <a:moveTo>
                    <a:pt x="654" y="1"/>
                  </a:moveTo>
                  <a:cubicBezTo>
                    <a:pt x="289" y="1"/>
                    <a:pt x="0" y="289"/>
                    <a:pt x="0" y="655"/>
                  </a:cubicBezTo>
                  <a:lnTo>
                    <a:pt x="0" y="2068"/>
                  </a:lnTo>
                  <a:cubicBezTo>
                    <a:pt x="0" y="2328"/>
                    <a:pt x="212" y="2539"/>
                    <a:pt x="471" y="2539"/>
                  </a:cubicBezTo>
                  <a:cubicBezTo>
                    <a:pt x="731" y="2539"/>
                    <a:pt x="943" y="2328"/>
                    <a:pt x="943" y="2068"/>
                  </a:cubicBezTo>
                  <a:lnTo>
                    <a:pt x="943" y="1482"/>
                  </a:lnTo>
                  <a:lnTo>
                    <a:pt x="3952" y="5568"/>
                  </a:lnTo>
                  <a:lnTo>
                    <a:pt x="5231" y="5568"/>
                  </a:lnTo>
                  <a:lnTo>
                    <a:pt x="5231" y="5030"/>
                  </a:lnTo>
                  <a:cubicBezTo>
                    <a:pt x="5231" y="4761"/>
                    <a:pt x="5125" y="4491"/>
                    <a:pt x="4943" y="4289"/>
                  </a:cubicBezTo>
                  <a:lnTo>
                    <a:pt x="1135" y="203"/>
                  </a:lnTo>
                  <a:cubicBezTo>
                    <a:pt x="1010" y="68"/>
                    <a:pt x="837" y="1"/>
                    <a:pt x="654" y="1"/>
                  </a:cubicBezTo>
                  <a:close/>
                </a:path>
              </a:pathLst>
            </a:custGeom>
            <a:solidFill>
              <a:srgbClr val="41586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894" name="Google Shape;17894;p45"/>
            <p:cNvSpPr/>
            <p:nvPr/>
          </p:nvSpPr>
          <p:spPr>
            <a:xfrm>
              <a:off x="6429850" y="3421781"/>
              <a:ext cx="118380" cy="125750"/>
            </a:xfrm>
            <a:custGeom>
              <a:rect b="b" l="l" r="r" t="t"/>
              <a:pathLst>
                <a:path extrusionOk="0" h="4812" w="4530">
                  <a:moveTo>
                    <a:pt x="244" y="1"/>
                  </a:moveTo>
                  <a:cubicBezTo>
                    <a:pt x="119" y="1"/>
                    <a:pt x="0" y="97"/>
                    <a:pt x="0" y="244"/>
                  </a:cubicBezTo>
                  <a:lnTo>
                    <a:pt x="0" y="1782"/>
                  </a:lnTo>
                  <a:cubicBezTo>
                    <a:pt x="260" y="1782"/>
                    <a:pt x="472" y="1571"/>
                    <a:pt x="472" y="1311"/>
                  </a:cubicBezTo>
                  <a:lnTo>
                    <a:pt x="472" y="725"/>
                  </a:lnTo>
                  <a:lnTo>
                    <a:pt x="3481" y="4811"/>
                  </a:lnTo>
                  <a:lnTo>
                    <a:pt x="4529" y="4811"/>
                  </a:lnTo>
                  <a:lnTo>
                    <a:pt x="423" y="80"/>
                  </a:lnTo>
                  <a:cubicBezTo>
                    <a:pt x="372" y="25"/>
                    <a:pt x="307" y="1"/>
                    <a:pt x="244" y="1"/>
                  </a:cubicBezTo>
                  <a:close/>
                </a:path>
              </a:pathLst>
            </a:custGeom>
            <a:solidFill>
              <a:srgbClr val="324B6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895" name="Google Shape;17895;p45"/>
            <p:cNvSpPr/>
            <p:nvPr/>
          </p:nvSpPr>
          <p:spPr>
            <a:xfrm>
              <a:off x="6193639" y="3401998"/>
              <a:ext cx="136725" cy="145532"/>
            </a:xfrm>
            <a:custGeom>
              <a:rect b="b" l="l" r="r" t="t"/>
              <a:pathLst>
                <a:path extrusionOk="0" h="5569" w="5232">
                  <a:moveTo>
                    <a:pt x="4577" y="1"/>
                  </a:moveTo>
                  <a:cubicBezTo>
                    <a:pt x="4395" y="1"/>
                    <a:pt x="4222" y="68"/>
                    <a:pt x="4097" y="203"/>
                  </a:cubicBezTo>
                  <a:lnTo>
                    <a:pt x="289" y="4289"/>
                  </a:lnTo>
                  <a:cubicBezTo>
                    <a:pt x="106" y="4491"/>
                    <a:pt x="0" y="4761"/>
                    <a:pt x="0" y="5030"/>
                  </a:cubicBezTo>
                  <a:lnTo>
                    <a:pt x="0" y="5568"/>
                  </a:lnTo>
                  <a:lnTo>
                    <a:pt x="1279" y="5568"/>
                  </a:lnTo>
                  <a:lnTo>
                    <a:pt x="4289" y="1482"/>
                  </a:lnTo>
                  <a:lnTo>
                    <a:pt x="4289" y="2068"/>
                  </a:lnTo>
                  <a:cubicBezTo>
                    <a:pt x="4289" y="2328"/>
                    <a:pt x="4501" y="2539"/>
                    <a:pt x="4760" y="2539"/>
                  </a:cubicBezTo>
                  <a:cubicBezTo>
                    <a:pt x="5020" y="2539"/>
                    <a:pt x="5231" y="2328"/>
                    <a:pt x="5231" y="2068"/>
                  </a:cubicBezTo>
                  <a:lnTo>
                    <a:pt x="5231" y="655"/>
                  </a:lnTo>
                  <a:cubicBezTo>
                    <a:pt x="5231" y="289"/>
                    <a:pt x="4943" y="1"/>
                    <a:pt x="4577" y="1"/>
                  </a:cubicBezTo>
                  <a:close/>
                </a:path>
              </a:pathLst>
            </a:custGeom>
            <a:solidFill>
              <a:srgbClr val="41586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896" name="Google Shape;17896;p45"/>
            <p:cNvSpPr/>
            <p:nvPr/>
          </p:nvSpPr>
          <p:spPr>
            <a:xfrm>
              <a:off x="6199910" y="3421781"/>
              <a:ext cx="118380" cy="125750"/>
            </a:xfrm>
            <a:custGeom>
              <a:rect b="b" l="l" r="r" t="t"/>
              <a:pathLst>
                <a:path extrusionOk="0" h="4812" w="4530">
                  <a:moveTo>
                    <a:pt x="4280" y="1"/>
                  </a:moveTo>
                  <a:cubicBezTo>
                    <a:pt x="4218" y="1"/>
                    <a:pt x="4155" y="25"/>
                    <a:pt x="4107" y="80"/>
                  </a:cubicBezTo>
                  <a:lnTo>
                    <a:pt x="1" y="4811"/>
                  </a:lnTo>
                  <a:lnTo>
                    <a:pt x="1039" y="4811"/>
                  </a:lnTo>
                  <a:lnTo>
                    <a:pt x="4059" y="715"/>
                  </a:lnTo>
                  <a:lnTo>
                    <a:pt x="4059" y="1311"/>
                  </a:lnTo>
                  <a:cubicBezTo>
                    <a:pt x="4059" y="1571"/>
                    <a:pt x="4270" y="1773"/>
                    <a:pt x="4530" y="1782"/>
                  </a:cubicBezTo>
                  <a:lnTo>
                    <a:pt x="4530" y="244"/>
                  </a:lnTo>
                  <a:cubicBezTo>
                    <a:pt x="4523" y="97"/>
                    <a:pt x="4402" y="1"/>
                    <a:pt x="4280" y="1"/>
                  </a:cubicBezTo>
                  <a:close/>
                </a:path>
              </a:pathLst>
            </a:custGeom>
            <a:solidFill>
              <a:srgbClr val="324B6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897" name="Google Shape;17897;p45"/>
            <p:cNvSpPr/>
            <p:nvPr/>
          </p:nvSpPr>
          <p:spPr>
            <a:xfrm>
              <a:off x="6193639" y="3522365"/>
              <a:ext cx="360628" cy="117884"/>
            </a:xfrm>
            <a:custGeom>
              <a:rect b="b" l="l" r="r" t="t"/>
              <a:pathLst>
                <a:path extrusionOk="0" h="4511" w="13800">
                  <a:moveTo>
                    <a:pt x="500" y="1"/>
                  </a:moveTo>
                  <a:cubicBezTo>
                    <a:pt x="221" y="1"/>
                    <a:pt x="0" y="222"/>
                    <a:pt x="0" y="491"/>
                  </a:cubicBezTo>
                  <a:lnTo>
                    <a:pt x="0" y="4020"/>
                  </a:lnTo>
                  <a:cubicBezTo>
                    <a:pt x="0" y="4290"/>
                    <a:pt x="221" y="4511"/>
                    <a:pt x="500" y="4511"/>
                  </a:cubicBezTo>
                  <a:lnTo>
                    <a:pt x="5279" y="4511"/>
                  </a:lnTo>
                  <a:cubicBezTo>
                    <a:pt x="5472" y="4511"/>
                    <a:pt x="5664" y="4434"/>
                    <a:pt x="5808" y="4309"/>
                  </a:cubicBezTo>
                  <a:lnTo>
                    <a:pt x="6905" y="3299"/>
                  </a:lnTo>
                  <a:lnTo>
                    <a:pt x="8001" y="4309"/>
                  </a:lnTo>
                  <a:cubicBezTo>
                    <a:pt x="8145" y="4434"/>
                    <a:pt x="8328" y="4511"/>
                    <a:pt x="8530" y="4511"/>
                  </a:cubicBezTo>
                  <a:lnTo>
                    <a:pt x="13309" y="4511"/>
                  </a:lnTo>
                  <a:cubicBezTo>
                    <a:pt x="13578" y="4511"/>
                    <a:pt x="13799" y="4290"/>
                    <a:pt x="13799" y="4020"/>
                  </a:cubicBezTo>
                  <a:lnTo>
                    <a:pt x="13799" y="491"/>
                  </a:lnTo>
                  <a:cubicBezTo>
                    <a:pt x="13799" y="222"/>
                    <a:pt x="13578" y="1"/>
                    <a:pt x="13309" y="1"/>
                  </a:cubicBezTo>
                  <a:close/>
                </a:path>
              </a:pathLst>
            </a:custGeom>
            <a:solidFill>
              <a:srgbClr val="E8EDF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898" name="Google Shape;17898;p45"/>
            <p:cNvSpPr/>
            <p:nvPr/>
          </p:nvSpPr>
          <p:spPr>
            <a:xfrm>
              <a:off x="6219510" y="3548001"/>
              <a:ext cx="128938" cy="66377"/>
            </a:xfrm>
            <a:custGeom>
              <a:rect b="b" l="l" r="r" t="t"/>
              <a:pathLst>
                <a:path extrusionOk="0" h="2540" w="4934">
                  <a:moveTo>
                    <a:pt x="126" y="1"/>
                  </a:moveTo>
                  <a:cubicBezTo>
                    <a:pt x="58" y="1"/>
                    <a:pt x="1" y="58"/>
                    <a:pt x="1" y="126"/>
                  </a:cubicBezTo>
                  <a:lnTo>
                    <a:pt x="1" y="2424"/>
                  </a:lnTo>
                  <a:cubicBezTo>
                    <a:pt x="10" y="2491"/>
                    <a:pt x="58" y="2539"/>
                    <a:pt x="126" y="2539"/>
                  </a:cubicBezTo>
                  <a:lnTo>
                    <a:pt x="4174" y="2539"/>
                  </a:lnTo>
                  <a:cubicBezTo>
                    <a:pt x="4203" y="2539"/>
                    <a:pt x="4232" y="2530"/>
                    <a:pt x="4251" y="2510"/>
                  </a:cubicBezTo>
                  <a:lnTo>
                    <a:pt x="4895" y="1914"/>
                  </a:lnTo>
                  <a:cubicBezTo>
                    <a:pt x="4915" y="1895"/>
                    <a:pt x="4934" y="1866"/>
                    <a:pt x="4934" y="1828"/>
                  </a:cubicBezTo>
                  <a:lnTo>
                    <a:pt x="4934" y="126"/>
                  </a:lnTo>
                  <a:cubicBezTo>
                    <a:pt x="4934" y="58"/>
                    <a:pt x="4876" y="1"/>
                    <a:pt x="4809" y="1"/>
                  </a:cubicBezTo>
                  <a:close/>
                </a:path>
              </a:pathLst>
            </a:custGeom>
            <a:solidFill>
              <a:srgbClr val="A5B7C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899" name="Google Shape;17899;p45"/>
            <p:cNvSpPr/>
            <p:nvPr/>
          </p:nvSpPr>
          <p:spPr>
            <a:xfrm>
              <a:off x="6306975" y="3548262"/>
              <a:ext cx="41237" cy="66350"/>
            </a:xfrm>
            <a:custGeom>
              <a:rect b="b" l="l" r="r" t="t"/>
              <a:pathLst>
                <a:path extrusionOk="0" h="2539" w="1578">
                  <a:moveTo>
                    <a:pt x="0" y="0"/>
                  </a:moveTo>
                  <a:cubicBezTo>
                    <a:pt x="67" y="0"/>
                    <a:pt x="125" y="48"/>
                    <a:pt x="125" y="116"/>
                  </a:cubicBezTo>
                  <a:lnTo>
                    <a:pt x="125" y="2423"/>
                  </a:lnTo>
                  <a:cubicBezTo>
                    <a:pt x="125" y="2491"/>
                    <a:pt x="67" y="2539"/>
                    <a:pt x="0" y="2539"/>
                  </a:cubicBezTo>
                  <a:lnTo>
                    <a:pt x="817" y="2539"/>
                  </a:lnTo>
                  <a:cubicBezTo>
                    <a:pt x="846" y="2539"/>
                    <a:pt x="875" y="2529"/>
                    <a:pt x="894" y="2510"/>
                  </a:cubicBezTo>
                  <a:lnTo>
                    <a:pt x="1539" y="1914"/>
                  </a:lnTo>
                  <a:cubicBezTo>
                    <a:pt x="1558" y="1895"/>
                    <a:pt x="1577" y="1866"/>
                    <a:pt x="1577" y="1837"/>
                  </a:cubicBezTo>
                  <a:lnTo>
                    <a:pt x="1577" y="116"/>
                  </a:lnTo>
                  <a:cubicBezTo>
                    <a:pt x="1568" y="48"/>
                    <a:pt x="1519" y="0"/>
                    <a:pt x="1462" y="0"/>
                  </a:cubicBezTo>
                  <a:close/>
                </a:path>
              </a:pathLst>
            </a:custGeom>
            <a:solidFill>
              <a:srgbClr val="889CA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900" name="Google Shape;17900;p45"/>
            <p:cNvSpPr/>
            <p:nvPr/>
          </p:nvSpPr>
          <p:spPr>
            <a:xfrm>
              <a:off x="6394911" y="3522365"/>
              <a:ext cx="159356" cy="117884"/>
            </a:xfrm>
            <a:custGeom>
              <a:rect b="b" l="l" r="r" t="t"/>
              <a:pathLst>
                <a:path extrusionOk="0" h="4511" w="6098">
                  <a:moveTo>
                    <a:pt x="4645" y="1"/>
                  </a:moveTo>
                  <a:lnTo>
                    <a:pt x="4645" y="10"/>
                  </a:lnTo>
                  <a:lnTo>
                    <a:pt x="4645" y="3539"/>
                  </a:lnTo>
                  <a:cubicBezTo>
                    <a:pt x="4645" y="3809"/>
                    <a:pt x="4424" y="4030"/>
                    <a:pt x="4155" y="4030"/>
                  </a:cubicBezTo>
                  <a:lnTo>
                    <a:pt x="1" y="4030"/>
                  </a:lnTo>
                  <a:lnTo>
                    <a:pt x="299" y="4309"/>
                  </a:lnTo>
                  <a:cubicBezTo>
                    <a:pt x="443" y="4434"/>
                    <a:pt x="626" y="4511"/>
                    <a:pt x="828" y="4511"/>
                  </a:cubicBezTo>
                  <a:lnTo>
                    <a:pt x="5607" y="4511"/>
                  </a:lnTo>
                  <a:cubicBezTo>
                    <a:pt x="5876" y="4511"/>
                    <a:pt x="6097" y="4290"/>
                    <a:pt x="6097" y="4020"/>
                  </a:cubicBezTo>
                  <a:lnTo>
                    <a:pt x="6097" y="491"/>
                  </a:lnTo>
                  <a:cubicBezTo>
                    <a:pt x="6097" y="222"/>
                    <a:pt x="5876" y="1"/>
                    <a:pt x="5607" y="1"/>
                  </a:cubicBezTo>
                  <a:close/>
                </a:path>
              </a:pathLst>
            </a:custGeom>
            <a:solidFill>
              <a:srgbClr val="D8E0E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901" name="Google Shape;17901;p45"/>
            <p:cNvSpPr/>
            <p:nvPr/>
          </p:nvSpPr>
          <p:spPr>
            <a:xfrm>
              <a:off x="6399955" y="3548001"/>
              <a:ext cx="128676" cy="66377"/>
            </a:xfrm>
            <a:custGeom>
              <a:rect b="b" l="l" r="r" t="t"/>
              <a:pathLst>
                <a:path extrusionOk="0" h="2540" w="4924">
                  <a:moveTo>
                    <a:pt x="115" y="1"/>
                  </a:moveTo>
                  <a:cubicBezTo>
                    <a:pt x="48" y="1"/>
                    <a:pt x="0" y="58"/>
                    <a:pt x="0" y="126"/>
                  </a:cubicBezTo>
                  <a:lnTo>
                    <a:pt x="0" y="1837"/>
                  </a:lnTo>
                  <a:cubicBezTo>
                    <a:pt x="0" y="1866"/>
                    <a:pt x="10" y="1895"/>
                    <a:pt x="38" y="1914"/>
                  </a:cubicBezTo>
                  <a:lnTo>
                    <a:pt x="683" y="2510"/>
                  </a:lnTo>
                  <a:cubicBezTo>
                    <a:pt x="702" y="2530"/>
                    <a:pt x="731" y="2539"/>
                    <a:pt x="760" y="2539"/>
                  </a:cubicBezTo>
                  <a:lnTo>
                    <a:pt x="4808" y="2539"/>
                  </a:lnTo>
                  <a:cubicBezTo>
                    <a:pt x="4875" y="2539"/>
                    <a:pt x="4923" y="2491"/>
                    <a:pt x="4923" y="2424"/>
                  </a:cubicBezTo>
                  <a:lnTo>
                    <a:pt x="4923" y="126"/>
                  </a:lnTo>
                  <a:cubicBezTo>
                    <a:pt x="4923" y="58"/>
                    <a:pt x="4875" y="1"/>
                    <a:pt x="4808" y="1"/>
                  </a:cubicBezTo>
                  <a:close/>
                </a:path>
              </a:pathLst>
            </a:custGeom>
            <a:solidFill>
              <a:srgbClr val="7084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902" name="Google Shape;17902;p45"/>
            <p:cNvSpPr/>
            <p:nvPr/>
          </p:nvSpPr>
          <p:spPr>
            <a:xfrm>
              <a:off x="6487394" y="3548262"/>
              <a:ext cx="41237" cy="66350"/>
            </a:xfrm>
            <a:custGeom>
              <a:rect b="b" l="l" r="r" t="t"/>
              <a:pathLst>
                <a:path extrusionOk="0" h="2539" w="1578">
                  <a:moveTo>
                    <a:pt x="0" y="0"/>
                  </a:moveTo>
                  <a:cubicBezTo>
                    <a:pt x="68" y="0"/>
                    <a:pt x="125" y="48"/>
                    <a:pt x="125" y="116"/>
                  </a:cubicBezTo>
                  <a:lnTo>
                    <a:pt x="125" y="2423"/>
                  </a:lnTo>
                  <a:cubicBezTo>
                    <a:pt x="125" y="2491"/>
                    <a:pt x="68" y="2539"/>
                    <a:pt x="0" y="2539"/>
                  </a:cubicBezTo>
                  <a:lnTo>
                    <a:pt x="1452" y="2539"/>
                  </a:lnTo>
                  <a:cubicBezTo>
                    <a:pt x="1520" y="2539"/>
                    <a:pt x="1577" y="2491"/>
                    <a:pt x="1577" y="2423"/>
                  </a:cubicBezTo>
                  <a:lnTo>
                    <a:pt x="1577" y="116"/>
                  </a:lnTo>
                  <a:cubicBezTo>
                    <a:pt x="1568" y="48"/>
                    <a:pt x="1520" y="0"/>
                    <a:pt x="1452" y="0"/>
                  </a:cubicBezTo>
                  <a:close/>
                </a:path>
              </a:pathLst>
            </a:custGeom>
            <a:solidFill>
              <a:srgbClr val="546C8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903" name="Google Shape;17903;p45"/>
            <p:cNvSpPr/>
            <p:nvPr/>
          </p:nvSpPr>
          <p:spPr>
            <a:xfrm>
              <a:off x="6193874" y="3627652"/>
              <a:ext cx="159356" cy="12596"/>
            </a:xfrm>
            <a:custGeom>
              <a:rect b="b" l="l" r="r" t="t"/>
              <a:pathLst>
                <a:path extrusionOk="0" h="482" w="6098">
                  <a:moveTo>
                    <a:pt x="1" y="1"/>
                  </a:moveTo>
                  <a:lnTo>
                    <a:pt x="1" y="1"/>
                  </a:lnTo>
                  <a:cubicBezTo>
                    <a:pt x="10" y="270"/>
                    <a:pt x="232" y="482"/>
                    <a:pt x="491" y="482"/>
                  </a:cubicBezTo>
                  <a:lnTo>
                    <a:pt x="5280" y="482"/>
                  </a:lnTo>
                  <a:cubicBezTo>
                    <a:pt x="5472" y="482"/>
                    <a:pt x="5655" y="414"/>
                    <a:pt x="5799" y="280"/>
                  </a:cubicBezTo>
                  <a:lnTo>
                    <a:pt x="6097" y="10"/>
                  </a:lnTo>
                  <a:lnTo>
                    <a:pt x="1" y="1"/>
                  </a:lnTo>
                  <a:close/>
                </a:path>
              </a:pathLst>
            </a:custGeom>
            <a:solidFill>
              <a:srgbClr val="D8E0E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7904" name="Google Shape;17904;p45"/>
          <p:cNvGrpSpPr/>
          <p:nvPr/>
        </p:nvGrpSpPr>
        <p:grpSpPr>
          <a:xfrm>
            <a:off x="5801625" y="1316603"/>
            <a:ext cx="246038" cy="360628"/>
            <a:chOff x="5801625" y="1501251"/>
            <a:chExt cx="246038" cy="360628"/>
          </a:xfrm>
        </p:grpSpPr>
        <p:sp>
          <p:nvSpPr>
            <p:cNvPr id="17905" name="Google Shape;17905;p45"/>
            <p:cNvSpPr/>
            <p:nvPr/>
          </p:nvSpPr>
          <p:spPr>
            <a:xfrm>
              <a:off x="5872470" y="1548054"/>
              <a:ext cx="10845" cy="307527"/>
            </a:xfrm>
            <a:custGeom>
              <a:rect b="b" l="l" r="r" t="t"/>
              <a:pathLst>
                <a:path extrusionOk="0" h="11768" w="415">
                  <a:moveTo>
                    <a:pt x="208" y="0"/>
                  </a:moveTo>
                  <a:cubicBezTo>
                    <a:pt x="104" y="0"/>
                    <a:pt x="1" y="70"/>
                    <a:pt x="1" y="209"/>
                  </a:cubicBezTo>
                  <a:lnTo>
                    <a:pt x="1" y="11556"/>
                  </a:lnTo>
                  <a:cubicBezTo>
                    <a:pt x="1" y="11672"/>
                    <a:pt x="88" y="11768"/>
                    <a:pt x="203" y="11768"/>
                  </a:cubicBezTo>
                  <a:cubicBezTo>
                    <a:pt x="328" y="11768"/>
                    <a:pt x="414" y="11672"/>
                    <a:pt x="414" y="11556"/>
                  </a:cubicBezTo>
                  <a:lnTo>
                    <a:pt x="414" y="209"/>
                  </a:lnTo>
                  <a:cubicBezTo>
                    <a:pt x="414" y="70"/>
                    <a:pt x="311" y="0"/>
                    <a:pt x="208" y="0"/>
                  </a:cubicBezTo>
                  <a:close/>
                </a:path>
              </a:pathLst>
            </a:custGeom>
            <a:solidFill>
              <a:srgbClr val="A7B8C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906" name="Google Shape;17906;p45"/>
            <p:cNvSpPr/>
            <p:nvPr/>
          </p:nvSpPr>
          <p:spPr>
            <a:xfrm>
              <a:off x="5901634" y="1556077"/>
              <a:ext cx="11080" cy="244966"/>
            </a:xfrm>
            <a:custGeom>
              <a:rect b="b" l="l" r="r" t="t"/>
              <a:pathLst>
                <a:path extrusionOk="0" h="9374" w="424">
                  <a:moveTo>
                    <a:pt x="212" y="1"/>
                  </a:moveTo>
                  <a:cubicBezTo>
                    <a:pt x="106" y="1"/>
                    <a:pt x="0" y="70"/>
                    <a:pt x="0" y="210"/>
                  </a:cubicBezTo>
                  <a:lnTo>
                    <a:pt x="0" y="9162"/>
                  </a:lnTo>
                  <a:cubicBezTo>
                    <a:pt x="0" y="9278"/>
                    <a:pt x="97" y="9374"/>
                    <a:pt x="212" y="9374"/>
                  </a:cubicBezTo>
                  <a:cubicBezTo>
                    <a:pt x="327" y="9374"/>
                    <a:pt x="424" y="9278"/>
                    <a:pt x="424" y="9162"/>
                  </a:cubicBezTo>
                  <a:lnTo>
                    <a:pt x="424" y="210"/>
                  </a:lnTo>
                  <a:cubicBezTo>
                    <a:pt x="424" y="70"/>
                    <a:pt x="318" y="1"/>
                    <a:pt x="212" y="1"/>
                  </a:cubicBezTo>
                  <a:close/>
                </a:path>
              </a:pathLst>
            </a:custGeom>
            <a:solidFill>
              <a:srgbClr val="A7B8C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907" name="Google Shape;17907;p45"/>
            <p:cNvSpPr/>
            <p:nvPr/>
          </p:nvSpPr>
          <p:spPr>
            <a:xfrm>
              <a:off x="5930772" y="1577688"/>
              <a:ext cx="11080" cy="178380"/>
            </a:xfrm>
            <a:custGeom>
              <a:rect b="b" l="l" r="r" t="t"/>
              <a:pathLst>
                <a:path extrusionOk="0" h="6826" w="424">
                  <a:moveTo>
                    <a:pt x="212" y="1"/>
                  </a:moveTo>
                  <a:cubicBezTo>
                    <a:pt x="107" y="1"/>
                    <a:pt x="1" y="70"/>
                    <a:pt x="1" y="210"/>
                  </a:cubicBezTo>
                  <a:lnTo>
                    <a:pt x="1" y="6624"/>
                  </a:lnTo>
                  <a:cubicBezTo>
                    <a:pt x="1" y="6739"/>
                    <a:pt x="97" y="6826"/>
                    <a:pt x="212" y="6826"/>
                  </a:cubicBezTo>
                  <a:cubicBezTo>
                    <a:pt x="328" y="6826"/>
                    <a:pt x="424" y="6739"/>
                    <a:pt x="424" y="6624"/>
                  </a:cubicBezTo>
                  <a:lnTo>
                    <a:pt x="424" y="210"/>
                  </a:lnTo>
                  <a:cubicBezTo>
                    <a:pt x="424" y="70"/>
                    <a:pt x="318" y="1"/>
                    <a:pt x="212" y="1"/>
                  </a:cubicBezTo>
                  <a:close/>
                </a:path>
              </a:pathLst>
            </a:custGeom>
            <a:solidFill>
              <a:srgbClr val="A7B8C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908" name="Google Shape;17908;p45"/>
            <p:cNvSpPr/>
            <p:nvPr/>
          </p:nvSpPr>
          <p:spPr>
            <a:xfrm>
              <a:off x="5960171" y="1611870"/>
              <a:ext cx="10845" cy="107509"/>
            </a:xfrm>
            <a:custGeom>
              <a:rect b="b" l="l" r="r" t="t"/>
              <a:pathLst>
                <a:path extrusionOk="0" h="4114" w="415">
                  <a:moveTo>
                    <a:pt x="208" y="1"/>
                  </a:moveTo>
                  <a:cubicBezTo>
                    <a:pt x="104" y="1"/>
                    <a:pt x="1" y="70"/>
                    <a:pt x="1" y="210"/>
                  </a:cubicBezTo>
                  <a:lnTo>
                    <a:pt x="1" y="3912"/>
                  </a:lnTo>
                  <a:cubicBezTo>
                    <a:pt x="1" y="4027"/>
                    <a:pt x="97" y="4114"/>
                    <a:pt x="213" y="4114"/>
                  </a:cubicBezTo>
                  <a:cubicBezTo>
                    <a:pt x="318" y="4114"/>
                    <a:pt x="414" y="4027"/>
                    <a:pt x="414" y="3912"/>
                  </a:cubicBezTo>
                  <a:lnTo>
                    <a:pt x="414" y="210"/>
                  </a:lnTo>
                  <a:cubicBezTo>
                    <a:pt x="414" y="70"/>
                    <a:pt x="311" y="1"/>
                    <a:pt x="208" y="1"/>
                  </a:cubicBezTo>
                  <a:close/>
                </a:path>
              </a:pathLst>
            </a:custGeom>
            <a:solidFill>
              <a:srgbClr val="A7B8C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909" name="Google Shape;17909;p45"/>
            <p:cNvSpPr/>
            <p:nvPr/>
          </p:nvSpPr>
          <p:spPr>
            <a:xfrm>
              <a:off x="5989335" y="1607845"/>
              <a:ext cx="11080" cy="67317"/>
            </a:xfrm>
            <a:custGeom>
              <a:rect b="b" l="l" r="r" t="t"/>
              <a:pathLst>
                <a:path extrusionOk="0" h="2576" w="424">
                  <a:moveTo>
                    <a:pt x="212" y="1"/>
                  </a:moveTo>
                  <a:cubicBezTo>
                    <a:pt x="106" y="1"/>
                    <a:pt x="0" y="70"/>
                    <a:pt x="0" y="210"/>
                  </a:cubicBezTo>
                  <a:lnTo>
                    <a:pt x="0" y="2373"/>
                  </a:lnTo>
                  <a:cubicBezTo>
                    <a:pt x="0" y="2489"/>
                    <a:pt x="97" y="2575"/>
                    <a:pt x="212" y="2575"/>
                  </a:cubicBezTo>
                  <a:cubicBezTo>
                    <a:pt x="327" y="2575"/>
                    <a:pt x="424" y="2489"/>
                    <a:pt x="424" y="2373"/>
                  </a:cubicBezTo>
                  <a:lnTo>
                    <a:pt x="424" y="210"/>
                  </a:lnTo>
                  <a:cubicBezTo>
                    <a:pt x="424" y="70"/>
                    <a:pt x="318" y="1"/>
                    <a:pt x="212" y="1"/>
                  </a:cubicBezTo>
                  <a:close/>
                </a:path>
              </a:pathLst>
            </a:custGeom>
            <a:solidFill>
              <a:srgbClr val="A7B8C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910" name="Google Shape;17910;p45"/>
            <p:cNvSpPr/>
            <p:nvPr/>
          </p:nvSpPr>
          <p:spPr>
            <a:xfrm>
              <a:off x="5839805" y="1522366"/>
              <a:ext cx="207858" cy="329452"/>
            </a:xfrm>
            <a:custGeom>
              <a:rect b="b" l="l" r="r" t="t"/>
              <a:pathLst>
                <a:path extrusionOk="0" h="12607" w="7954">
                  <a:moveTo>
                    <a:pt x="1413" y="1"/>
                  </a:moveTo>
                  <a:cubicBezTo>
                    <a:pt x="957" y="1"/>
                    <a:pt x="458" y="15"/>
                    <a:pt x="1" y="19"/>
                  </a:cubicBezTo>
                  <a:lnTo>
                    <a:pt x="1" y="1788"/>
                  </a:lnTo>
                  <a:cubicBezTo>
                    <a:pt x="335" y="1785"/>
                    <a:pt x="777" y="1745"/>
                    <a:pt x="1246" y="1745"/>
                  </a:cubicBezTo>
                  <a:cubicBezTo>
                    <a:pt x="2195" y="1745"/>
                    <a:pt x="3249" y="1909"/>
                    <a:pt x="3713" y="2875"/>
                  </a:cubicBezTo>
                  <a:cubicBezTo>
                    <a:pt x="3896" y="3262"/>
                    <a:pt x="4167" y="3928"/>
                    <a:pt x="4986" y="3928"/>
                  </a:cubicBezTo>
                  <a:cubicBezTo>
                    <a:pt x="5285" y="3928"/>
                    <a:pt x="5658" y="3839"/>
                    <a:pt x="6126" y="3615"/>
                  </a:cubicBezTo>
                  <a:cubicBezTo>
                    <a:pt x="6396" y="3490"/>
                    <a:pt x="6624" y="3420"/>
                    <a:pt x="6793" y="3420"/>
                  </a:cubicBezTo>
                  <a:cubicBezTo>
                    <a:pt x="6895" y="3420"/>
                    <a:pt x="6976" y="3446"/>
                    <a:pt x="7030" y="3500"/>
                  </a:cubicBezTo>
                  <a:cubicBezTo>
                    <a:pt x="7174" y="3644"/>
                    <a:pt x="7184" y="3923"/>
                    <a:pt x="6703" y="4481"/>
                  </a:cubicBezTo>
                  <a:cubicBezTo>
                    <a:pt x="6290" y="4962"/>
                    <a:pt x="1597" y="10664"/>
                    <a:pt x="1241" y="12606"/>
                  </a:cubicBezTo>
                  <a:lnTo>
                    <a:pt x="3251" y="12606"/>
                  </a:lnTo>
                  <a:cubicBezTo>
                    <a:pt x="3540" y="10866"/>
                    <a:pt x="4001" y="9452"/>
                    <a:pt x="7184" y="4991"/>
                  </a:cubicBezTo>
                  <a:cubicBezTo>
                    <a:pt x="7819" y="4096"/>
                    <a:pt x="7953" y="3654"/>
                    <a:pt x="7617" y="3125"/>
                  </a:cubicBezTo>
                  <a:cubicBezTo>
                    <a:pt x="7463" y="2885"/>
                    <a:pt x="7203" y="2721"/>
                    <a:pt x="6905" y="2683"/>
                  </a:cubicBezTo>
                  <a:cubicBezTo>
                    <a:pt x="6846" y="2678"/>
                    <a:pt x="6787" y="2675"/>
                    <a:pt x="6727" y="2675"/>
                  </a:cubicBezTo>
                  <a:cubicBezTo>
                    <a:pt x="6432" y="2675"/>
                    <a:pt x="6139" y="2736"/>
                    <a:pt x="5867" y="2856"/>
                  </a:cubicBezTo>
                  <a:cubicBezTo>
                    <a:pt x="5493" y="3008"/>
                    <a:pt x="5224" y="3081"/>
                    <a:pt x="5052" y="3081"/>
                  </a:cubicBezTo>
                  <a:cubicBezTo>
                    <a:pt x="4985" y="3081"/>
                    <a:pt x="4933" y="3070"/>
                    <a:pt x="4895" y="3048"/>
                  </a:cubicBezTo>
                  <a:cubicBezTo>
                    <a:pt x="4761" y="2971"/>
                    <a:pt x="4626" y="2654"/>
                    <a:pt x="4472" y="2260"/>
                  </a:cubicBezTo>
                  <a:cubicBezTo>
                    <a:pt x="4386" y="2038"/>
                    <a:pt x="4280" y="1798"/>
                    <a:pt x="4155" y="1529"/>
                  </a:cubicBezTo>
                  <a:cubicBezTo>
                    <a:pt x="3742" y="615"/>
                    <a:pt x="3136" y="250"/>
                    <a:pt x="2713" y="106"/>
                  </a:cubicBezTo>
                  <a:cubicBezTo>
                    <a:pt x="2449" y="21"/>
                    <a:pt x="1964" y="1"/>
                    <a:pt x="1413" y="1"/>
                  </a:cubicBezTo>
                  <a:close/>
                </a:path>
              </a:pathLst>
            </a:custGeom>
            <a:solidFill>
              <a:srgbClr val="CDD8D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911" name="Google Shape;17911;p45"/>
            <p:cNvSpPr/>
            <p:nvPr/>
          </p:nvSpPr>
          <p:spPr>
            <a:xfrm>
              <a:off x="5839805" y="1542383"/>
              <a:ext cx="199809" cy="309435"/>
            </a:xfrm>
            <a:custGeom>
              <a:rect b="b" l="l" r="r" t="t"/>
              <a:pathLst>
                <a:path extrusionOk="0" h="11841" w="7646">
                  <a:moveTo>
                    <a:pt x="1071" y="1"/>
                  </a:moveTo>
                  <a:cubicBezTo>
                    <a:pt x="466" y="1"/>
                    <a:pt x="16" y="104"/>
                    <a:pt x="1" y="109"/>
                  </a:cubicBezTo>
                  <a:lnTo>
                    <a:pt x="1" y="1022"/>
                  </a:lnTo>
                  <a:cubicBezTo>
                    <a:pt x="338" y="1019"/>
                    <a:pt x="783" y="979"/>
                    <a:pt x="1252" y="979"/>
                  </a:cubicBezTo>
                  <a:cubicBezTo>
                    <a:pt x="2203" y="979"/>
                    <a:pt x="3256" y="1143"/>
                    <a:pt x="3713" y="2109"/>
                  </a:cubicBezTo>
                  <a:cubicBezTo>
                    <a:pt x="3903" y="2496"/>
                    <a:pt x="4176" y="3162"/>
                    <a:pt x="4992" y="3162"/>
                  </a:cubicBezTo>
                  <a:cubicBezTo>
                    <a:pt x="5290" y="3162"/>
                    <a:pt x="5661" y="3073"/>
                    <a:pt x="6126" y="2849"/>
                  </a:cubicBezTo>
                  <a:cubicBezTo>
                    <a:pt x="6402" y="2724"/>
                    <a:pt x="6629" y="2654"/>
                    <a:pt x="6798" y="2654"/>
                  </a:cubicBezTo>
                  <a:cubicBezTo>
                    <a:pt x="6900" y="2654"/>
                    <a:pt x="6982" y="2680"/>
                    <a:pt x="7040" y="2734"/>
                  </a:cubicBezTo>
                  <a:cubicBezTo>
                    <a:pt x="7184" y="2878"/>
                    <a:pt x="7184" y="3157"/>
                    <a:pt x="6713" y="3715"/>
                  </a:cubicBezTo>
                  <a:cubicBezTo>
                    <a:pt x="6299" y="4196"/>
                    <a:pt x="1597" y="9898"/>
                    <a:pt x="1251" y="11840"/>
                  </a:cubicBezTo>
                  <a:lnTo>
                    <a:pt x="2145" y="11840"/>
                  </a:lnTo>
                  <a:cubicBezTo>
                    <a:pt x="2145" y="11840"/>
                    <a:pt x="3290" y="8023"/>
                    <a:pt x="6896" y="4013"/>
                  </a:cubicBezTo>
                  <a:cubicBezTo>
                    <a:pt x="7444" y="3417"/>
                    <a:pt x="7646" y="2792"/>
                    <a:pt x="7338" y="2523"/>
                  </a:cubicBezTo>
                  <a:cubicBezTo>
                    <a:pt x="7197" y="2396"/>
                    <a:pt x="7030" y="2350"/>
                    <a:pt x="6845" y="2350"/>
                  </a:cubicBezTo>
                  <a:cubicBezTo>
                    <a:pt x="6326" y="2350"/>
                    <a:pt x="5667" y="2720"/>
                    <a:pt x="5049" y="2734"/>
                  </a:cubicBezTo>
                  <a:cubicBezTo>
                    <a:pt x="4963" y="2734"/>
                    <a:pt x="4867" y="2715"/>
                    <a:pt x="4780" y="2667"/>
                  </a:cubicBezTo>
                  <a:cubicBezTo>
                    <a:pt x="4443" y="2446"/>
                    <a:pt x="4184" y="2138"/>
                    <a:pt x="4030" y="1772"/>
                  </a:cubicBezTo>
                  <a:cubicBezTo>
                    <a:pt x="3742" y="1147"/>
                    <a:pt x="3338" y="638"/>
                    <a:pt x="2838" y="378"/>
                  </a:cubicBezTo>
                  <a:cubicBezTo>
                    <a:pt x="2256" y="81"/>
                    <a:pt x="1604" y="1"/>
                    <a:pt x="1071" y="1"/>
                  </a:cubicBezTo>
                  <a:close/>
                </a:path>
              </a:pathLst>
            </a:custGeom>
            <a:solidFill>
              <a:srgbClr val="BECBD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912" name="Google Shape;17912;p45"/>
            <p:cNvSpPr/>
            <p:nvPr/>
          </p:nvSpPr>
          <p:spPr>
            <a:xfrm>
              <a:off x="5826738" y="1530389"/>
              <a:ext cx="24146" cy="313381"/>
            </a:xfrm>
            <a:custGeom>
              <a:rect b="b" l="l" r="r" t="t"/>
              <a:pathLst>
                <a:path extrusionOk="0" h="11992" w="924">
                  <a:moveTo>
                    <a:pt x="1" y="1"/>
                  </a:moveTo>
                  <a:lnTo>
                    <a:pt x="1" y="11992"/>
                  </a:lnTo>
                  <a:lnTo>
                    <a:pt x="924" y="11992"/>
                  </a:lnTo>
                  <a:lnTo>
                    <a:pt x="924" y="1"/>
                  </a:lnTo>
                  <a:close/>
                </a:path>
              </a:pathLst>
            </a:custGeom>
            <a:solidFill>
              <a:srgbClr val="B9C7D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913" name="Google Shape;17913;p45"/>
            <p:cNvSpPr/>
            <p:nvPr/>
          </p:nvSpPr>
          <p:spPr>
            <a:xfrm>
              <a:off x="5838812" y="1530389"/>
              <a:ext cx="12073" cy="313381"/>
            </a:xfrm>
            <a:custGeom>
              <a:rect b="b" l="l" r="r" t="t"/>
              <a:pathLst>
                <a:path extrusionOk="0" h="11992" w="462">
                  <a:moveTo>
                    <a:pt x="0" y="1"/>
                  </a:moveTo>
                  <a:lnTo>
                    <a:pt x="0" y="11992"/>
                  </a:lnTo>
                  <a:lnTo>
                    <a:pt x="462" y="11992"/>
                  </a:lnTo>
                  <a:lnTo>
                    <a:pt x="462" y="1"/>
                  </a:lnTo>
                  <a:close/>
                </a:path>
              </a:pathLst>
            </a:custGeom>
            <a:solidFill>
              <a:srgbClr val="AABCC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914" name="Google Shape;17914;p45"/>
            <p:cNvSpPr/>
            <p:nvPr/>
          </p:nvSpPr>
          <p:spPr>
            <a:xfrm>
              <a:off x="5818951" y="1541443"/>
              <a:ext cx="39486" cy="17613"/>
            </a:xfrm>
            <a:custGeom>
              <a:rect b="b" l="l" r="r" t="t"/>
              <a:pathLst>
                <a:path extrusionOk="0" h="674" w="1511">
                  <a:moveTo>
                    <a:pt x="97" y="1"/>
                  </a:moveTo>
                  <a:cubicBezTo>
                    <a:pt x="49" y="1"/>
                    <a:pt x="1" y="49"/>
                    <a:pt x="1" y="97"/>
                  </a:cubicBezTo>
                  <a:lnTo>
                    <a:pt x="1" y="578"/>
                  </a:lnTo>
                  <a:cubicBezTo>
                    <a:pt x="1" y="635"/>
                    <a:pt x="49" y="674"/>
                    <a:pt x="97" y="674"/>
                  </a:cubicBezTo>
                  <a:lnTo>
                    <a:pt x="1414" y="674"/>
                  </a:lnTo>
                  <a:cubicBezTo>
                    <a:pt x="1472" y="674"/>
                    <a:pt x="1510" y="626"/>
                    <a:pt x="1510" y="578"/>
                  </a:cubicBezTo>
                  <a:lnTo>
                    <a:pt x="1510" y="97"/>
                  </a:lnTo>
                  <a:cubicBezTo>
                    <a:pt x="1510" y="49"/>
                    <a:pt x="1472" y="1"/>
                    <a:pt x="1414" y="1"/>
                  </a:cubicBezTo>
                  <a:close/>
                </a:path>
              </a:pathLst>
            </a:custGeom>
            <a:solidFill>
              <a:srgbClr val="9BAFB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915" name="Google Shape;17915;p45"/>
            <p:cNvSpPr/>
            <p:nvPr/>
          </p:nvSpPr>
          <p:spPr>
            <a:xfrm>
              <a:off x="5819447" y="1501251"/>
              <a:ext cx="38728" cy="40479"/>
            </a:xfrm>
            <a:custGeom>
              <a:rect b="b" l="l" r="r" t="t"/>
              <a:pathLst>
                <a:path extrusionOk="0" h="1549" w="1482">
                  <a:moveTo>
                    <a:pt x="30" y="0"/>
                  </a:moveTo>
                  <a:cubicBezTo>
                    <a:pt x="11" y="0"/>
                    <a:pt x="1" y="19"/>
                    <a:pt x="1" y="39"/>
                  </a:cubicBezTo>
                  <a:lnTo>
                    <a:pt x="241" y="1548"/>
                  </a:lnTo>
                  <a:lnTo>
                    <a:pt x="1232" y="1548"/>
                  </a:lnTo>
                  <a:lnTo>
                    <a:pt x="1472" y="39"/>
                  </a:lnTo>
                  <a:cubicBezTo>
                    <a:pt x="1482" y="19"/>
                    <a:pt x="1463" y="0"/>
                    <a:pt x="1453" y="0"/>
                  </a:cubicBezTo>
                  <a:close/>
                </a:path>
              </a:pathLst>
            </a:custGeom>
            <a:solidFill>
              <a:srgbClr val="CDD8D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916" name="Google Shape;17916;p45"/>
            <p:cNvSpPr/>
            <p:nvPr/>
          </p:nvSpPr>
          <p:spPr>
            <a:xfrm>
              <a:off x="5818951" y="1780921"/>
              <a:ext cx="39486" cy="17378"/>
            </a:xfrm>
            <a:custGeom>
              <a:rect b="b" l="l" r="r" t="t"/>
              <a:pathLst>
                <a:path extrusionOk="0" h="665" w="1511">
                  <a:moveTo>
                    <a:pt x="97" y="1"/>
                  </a:moveTo>
                  <a:cubicBezTo>
                    <a:pt x="49" y="1"/>
                    <a:pt x="1" y="39"/>
                    <a:pt x="1" y="87"/>
                  </a:cubicBezTo>
                  <a:lnTo>
                    <a:pt x="1" y="568"/>
                  </a:lnTo>
                  <a:cubicBezTo>
                    <a:pt x="1" y="626"/>
                    <a:pt x="49" y="664"/>
                    <a:pt x="97" y="664"/>
                  </a:cubicBezTo>
                  <a:lnTo>
                    <a:pt x="1414" y="664"/>
                  </a:lnTo>
                  <a:cubicBezTo>
                    <a:pt x="1472" y="664"/>
                    <a:pt x="1510" y="626"/>
                    <a:pt x="1510" y="568"/>
                  </a:cubicBezTo>
                  <a:lnTo>
                    <a:pt x="1510" y="87"/>
                  </a:lnTo>
                  <a:cubicBezTo>
                    <a:pt x="1510" y="39"/>
                    <a:pt x="1472" y="1"/>
                    <a:pt x="1414" y="1"/>
                  </a:cubicBezTo>
                  <a:close/>
                </a:path>
              </a:pathLst>
            </a:custGeom>
            <a:solidFill>
              <a:srgbClr val="9BAFB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917" name="Google Shape;17917;p45"/>
            <p:cNvSpPr/>
            <p:nvPr/>
          </p:nvSpPr>
          <p:spPr>
            <a:xfrm>
              <a:off x="5819447" y="1798508"/>
              <a:ext cx="38728" cy="40244"/>
            </a:xfrm>
            <a:custGeom>
              <a:rect b="b" l="l" r="r" t="t"/>
              <a:pathLst>
                <a:path extrusionOk="0" h="1540" w="1482">
                  <a:moveTo>
                    <a:pt x="241" y="1"/>
                  </a:moveTo>
                  <a:lnTo>
                    <a:pt x="1" y="1501"/>
                  </a:lnTo>
                  <a:cubicBezTo>
                    <a:pt x="1" y="1520"/>
                    <a:pt x="11" y="1539"/>
                    <a:pt x="30" y="1539"/>
                  </a:cubicBezTo>
                  <a:lnTo>
                    <a:pt x="1453" y="1539"/>
                  </a:lnTo>
                  <a:cubicBezTo>
                    <a:pt x="1463" y="1539"/>
                    <a:pt x="1482" y="1520"/>
                    <a:pt x="1472" y="1501"/>
                  </a:cubicBezTo>
                  <a:lnTo>
                    <a:pt x="1232" y="1"/>
                  </a:lnTo>
                  <a:close/>
                </a:path>
              </a:pathLst>
            </a:custGeom>
            <a:solidFill>
              <a:srgbClr val="CDD8D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918" name="Google Shape;17918;p45"/>
            <p:cNvSpPr/>
            <p:nvPr/>
          </p:nvSpPr>
          <p:spPr>
            <a:xfrm>
              <a:off x="5838812" y="1541704"/>
              <a:ext cx="19626" cy="17352"/>
            </a:xfrm>
            <a:custGeom>
              <a:rect b="b" l="l" r="r" t="t"/>
              <a:pathLst>
                <a:path extrusionOk="0" h="664" w="751">
                  <a:moveTo>
                    <a:pt x="0" y="0"/>
                  </a:moveTo>
                  <a:lnTo>
                    <a:pt x="0" y="664"/>
                  </a:lnTo>
                  <a:lnTo>
                    <a:pt x="654" y="664"/>
                  </a:lnTo>
                  <a:cubicBezTo>
                    <a:pt x="712" y="664"/>
                    <a:pt x="750" y="625"/>
                    <a:pt x="750" y="568"/>
                  </a:cubicBezTo>
                  <a:lnTo>
                    <a:pt x="750" y="87"/>
                  </a:lnTo>
                  <a:cubicBezTo>
                    <a:pt x="750" y="39"/>
                    <a:pt x="712" y="0"/>
                    <a:pt x="654" y="0"/>
                  </a:cubicBezTo>
                  <a:close/>
                </a:path>
              </a:pathLst>
            </a:custGeom>
            <a:solidFill>
              <a:srgbClr val="869FB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919" name="Google Shape;17919;p45"/>
            <p:cNvSpPr/>
            <p:nvPr/>
          </p:nvSpPr>
          <p:spPr>
            <a:xfrm>
              <a:off x="5838812" y="1780921"/>
              <a:ext cx="19626" cy="17613"/>
            </a:xfrm>
            <a:custGeom>
              <a:rect b="b" l="l" r="r" t="t"/>
              <a:pathLst>
                <a:path extrusionOk="0" h="674" w="751">
                  <a:moveTo>
                    <a:pt x="0" y="1"/>
                  </a:moveTo>
                  <a:lnTo>
                    <a:pt x="0" y="674"/>
                  </a:lnTo>
                  <a:lnTo>
                    <a:pt x="654" y="674"/>
                  </a:lnTo>
                  <a:cubicBezTo>
                    <a:pt x="712" y="674"/>
                    <a:pt x="750" y="626"/>
                    <a:pt x="750" y="578"/>
                  </a:cubicBezTo>
                  <a:lnTo>
                    <a:pt x="750" y="97"/>
                  </a:lnTo>
                  <a:cubicBezTo>
                    <a:pt x="750" y="39"/>
                    <a:pt x="712" y="1"/>
                    <a:pt x="654" y="1"/>
                  </a:cubicBezTo>
                  <a:close/>
                </a:path>
              </a:pathLst>
            </a:custGeom>
            <a:solidFill>
              <a:srgbClr val="869FB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920" name="Google Shape;17920;p45"/>
            <p:cNvSpPr/>
            <p:nvPr/>
          </p:nvSpPr>
          <p:spPr>
            <a:xfrm>
              <a:off x="5838812" y="1501251"/>
              <a:ext cx="19364" cy="40479"/>
            </a:xfrm>
            <a:custGeom>
              <a:rect b="b" l="l" r="r" t="t"/>
              <a:pathLst>
                <a:path extrusionOk="0" h="1549" w="741">
                  <a:moveTo>
                    <a:pt x="0" y="0"/>
                  </a:moveTo>
                  <a:lnTo>
                    <a:pt x="0" y="1548"/>
                  </a:lnTo>
                  <a:lnTo>
                    <a:pt x="491" y="1548"/>
                  </a:lnTo>
                  <a:lnTo>
                    <a:pt x="731" y="39"/>
                  </a:lnTo>
                  <a:cubicBezTo>
                    <a:pt x="741" y="19"/>
                    <a:pt x="731" y="0"/>
                    <a:pt x="712" y="0"/>
                  </a:cubicBezTo>
                  <a:close/>
                </a:path>
              </a:pathLst>
            </a:custGeom>
            <a:solidFill>
              <a:srgbClr val="BECBD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921" name="Google Shape;17921;p45"/>
            <p:cNvSpPr/>
            <p:nvPr/>
          </p:nvSpPr>
          <p:spPr>
            <a:xfrm>
              <a:off x="5838812" y="1798508"/>
              <a:ext cx="19364" cy="40244"/>
            </a:xfrm>
            <a:custGeom>
              <a:rect b="b" l="l" r="r" t="t"/>
              <a:pathLst>
                <a:path extrusionOk="0" h="1540" w="741">
                  <a:moveTo>
                    <a:pt x="0" y="1"/>
                  </a:moveTo>
                  <a:lnTo>
                    <a:pt x="0" y="1539"/>
                  </a:lnTo>
                  <a:lnTo>
                    <a:pt x="712" y="1539"/>
                  </a:lnTo>
                  <a:cubicBezTo>
                    <a:pt x="731" y="1539"/>
                    <a:pt x="741" y="1520"/>
                    <a:pt x="731" y="1501"/>
                  </a:cubicBezTo>
                  <a:lnTo>
                    <a:pt x="491" y="1"/>
                  </a:lnTo>
                  <a:close/>
                </a:path>
              </a:pathLst>
            </a:custGeom>
            <a:solidFill>
              <a:srgbClr val="BECBD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922" name="Google Shape;17922;p45"/>
            <p:cNvSpPr/>
            <p:nvPr/>
          </p:nvSpPr>
          <p:spPr>
            <a:xfrm>
              <a:off x="5801625" y="1837210"/>
              <a:ext cx="141246" cy="24669"/>
            </a:xfrm>
            <a:custGeom>
              <a:rect b="b" l="l" r="r" t="t"/>
              <a:pathLst>
                <a:path extrusionOk="0" h="944" w="5405">
                  <a:moveTo>
                    <a:pt x="250" y="1"/>
                  </a:moveTo>
                  <a:cubicBezTo>
                    <a:pt x="106" y="1"/>
                    <a:pt x="0" y="116"/>
                    <a:pt x="0" y="251"/>
                  </a:cubicBezTo>
                  <a:lnTo>
                    <a:pt x="0" y="693"/>
                  </a:lnTo>
                  <a:cubicBezTo>
                    <a:pt x="0" y="828"/>
                    <a:pt x="106" y="943"/>
                    <a:pt x="250" y="943"/>
                  </a:cubicBezTo>
                  <a:lnTo>
                    <a:pt x="5154" y="943"/>
                  </a:lnTo>
                  <a:cubicBezTo>
                    <a:pt x="5289" y="943"/>
                    <a:pt x="5404" y="828"/>
                    <a:pt x="5404" y="693"/>
                  </a:cubicBezTo>
                  <a:lnTo>
                    <a:pt x="5404" y="251"/>
                  </a:lnTo>
                  <a:cubicBezTo>
                    <a:pt x="5404" y="116"/>
                    <a:pt x="5289" y="1"/>
                    <a:pt x="5154" y="1"/>
                  </a:cubicBezTo>
                  <a:close/>
                </a:path>
              </a:pathLst>
            </a:custGeom>
            <a:solidFill>
              <a:srgbClr val="9BAFB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923" name="Google Shape;17923;p45"/>
            <p:cNvSpPr/>
            <p:nvPr/>
          </p:nvSpPr>
          <p:spPr>
            <a:xfrm>
              <a:off x="5801625" y="1843743"/>
              <a:ext cx="141246" cy="18136"/>
            </a:xfrm>
            <a:custGeom>
              <a:rect b="b" l="l" r="r" t="t"/>
              <a:pathLst>
                <a:path extrusionOk="0" h="694" w="5405">
                  <a:moveTo>
                    <a:pt x="0" y="1"/>
                  </a:moveTo>
                  <a:lnTo>
                    <a:pt x="0" y="10"/>
                  </a:lnTo>
                  <a:lnTo>
                    <a:pt x="0" y="443"/>
                  </a:lnTo>
                  <a:cubicBezTo>
                    <a:pt x="0" y="578"/>
                    <a:pt x="116" y="693"/>
                    <a:pt x="250" y="693"/>
                  </a:cubicBezTo>
                  <a:lnTo>
                    <a:pt x="5154" y="693"/>
                  </a:lnTo>
                  <a:cubicBezTo>
                    <a:pt x="5289" y="693"/>
                    <a:pt x="5404" y="578"/>
                    <a:pt x="5404" y="443"/>
                  </a:cubicBezTo>
                  <a:lnTo>
                    <a:pt x="5404" y="10"/>
                  </a:lnTo>
                  <a:cubicBezTo>
                    <a:pt x="5404" y="10"/>
                    <a:pt x="5404" y="1"/>
                    <a:pt x="5404" y="1"/>
                  </a:cubicBezTo>
                  <a:cubicBezTo>
                    <a:pt x="5404" y="135"/>
                    <a:pt x="5289" y="241"/>
                    <a:pt x="5154" y="241"/>
                  </a:cubicBezTo>
                  <a:lnTo>
                    <a:pt x="250" y="241"/>
                  </a:lnTo>
                  <a:cubicBezTo>
                    <a:pt x="116" y="241"/>
                    <a:pt x="10" y="135"/>
                    <a:pt x="0" y="1"/>
                  </a:cubicBezTo>
                  <a:close/>
                </a:path>
              </a:pathLst>
            </a:custGeom>
            <a:solidFill>
              <a:srgbClr val="869FB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7924" name="Google Shape;17924;p45"/>
          <p:cNvGrpSpPr/>
          <p:nvPr/>
        </p:nvGrpSpPr>
        <p:grpSpPr>
          <a:xfrm>
            <a:off x="6641680" y="1796814"/>
            <a:ext cx="352084" cy="360863"/>
            <a:chOff x="6641680" y="1981462"/>
            <a:chExt cx="352084" cy="360863"/>
          </a:xfrm>
        </p:grpSpPr>
        <p:sp>
          <p:nvSpPr>
            <p:cNvPr id="17925" name="Google Shape;17925;p45"/>
            <p:cNvSpPr/>
            <p:nvPr/>
          </p:nvSpPr>
          <p:spPr>
            <a:xfrm>
              <a:off x="6641680" y="1981462"/>
              <a:ext cx="351848" cy="351587"/>
            </a:xfrm>
            <a:custGeom>
              <a:rect b="b" l="l" r="r" t="t"/>
              <a:pathLst>
                <a:path extrusionOk="0" h="13454" w="13464">
                  <a:moveTo>
                    <a:pt x="5222" y="0"/>
                  </a:moveTo>
                  <a:cubicBezTo>
                    <a:pt x="2337" y="0"/>
                    <a:pt x="1" y="2347"/>
                    <a:pt x="1" y="5231"/>
                  </a:cubicBezTo>
                  <a:lnTo>
                    <a:pt x="1" y="13232"/>
                  </a:lnTo>
                  <a:cubicBezTo>
                    <a:pt x="1" y="13357"/>
                    <a:pt x="97" y="13453"/>
                    <a:pt x="222" y="13453"/>
                  </a:cubicBezTo>
                  <a:lnTo>
                    <a:pt x="13242" y="13453"/>
                  </a:lnTo>
                  <a:cubicBezTo>
                    <a:pt x="13367" y="13453"/>
                    <a:pt x="13463" y="13357"/>
                    <a:pt x="13463" y="13232"/>
                  </a:cubicBezTo>
                  <a:lnTo>
                    <a:pt x="13463" y="9155"/>
                  </a:lnTo>
                  <a:cubicBezTo>
                    <a:pt x="13463" y="8385"/>
                    <a:pt x="12838" y="7770"/>
                    <a:pt x="12078" y="7770"/>
                  </a:cubicBezTo>
                  <a:lnTo>
                    <a:pt x="11838" y="7770"/>
                  </a:lnTo>
                  <a:cubicBezTo>
                    <a:pt x="11069" y="7760"/>
                    <a:pt x="10453" y="7145"/>
                    <a:pt x="10453" y="6376"/>
                  </a:cubicBezTo>
                  <a:lnTo>
                    <a:pt x="10453" y="5231"/>
                  </a:lnTo>
                  <a:cubicBezTo>
                    <a:pt x="10453" y="2347"/>
                    <a:pt x="8107" y="0"/>
                    <a:pt x="5222" y="0"/>
                  </a:cubicBezTo>
                  <a:close/>
                </a:path>
              </a:pathLst>
            </a:custGeom>
            <a:solidFill>
              <a:srgbClr val="30496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926" name="Google Shape;17926;p45"/>
            <p:cNvSpPr/>
            <p:nvPr/>
          </p:nvSpPr>
          <p:spPr>
            <a:xfrm>
              <a:off x="6759041" y="1981462"/>
              <a:ext cx="234722" cy="351587"/>
            </a:xfrm>
            <a:custGeom>
              <a:rect b="b" l="l" r="r" t="t"/>
              <a:pathLst>
                <a:path extrusionOk="0" h="13454" w="8982">
                  <a:moveTo>
                    <a:pt x="731" y="0"/>
                  </a:moveTo>
                  <a:cubicBezTo>
                    <a:pt x="491" y="0"/>
                    <a:pt x="241" y="20"/>
                    <a:pt x="0" y="58"/>
                  </a:cubicBezTo>
                  <a:cubicBezTo>
                    <a:pt x="2577" y="414"/>
                    <a:pt x="4501" y="2625"/>
                    <a:pt x="4501" y="5222"/>
                  </a:cubicBezTo>
                  <a:lnTo>
                    <a:pt x="4501" y="7732"/>
                  </a:lnTo>
                  <a:cubicBezTo>
                    <a:pt x="4501" y="8357"/>
                    <a:pt x="5010" y="8876"/>
                    <a:pt x="5645" y="8876"/>
                  </a:cubicBezTo>
                  <a:lnTo>
                    <a:pt x="6385" y="8876"/>
                  </a:lnTo>
                  <a:cubicBezTo>
                    <a:pt x="7010" y="8876"/>
                    <a:pt x="7530" y="9386"/>
                    <a:pt x="7530" y="10020"/>
                  </a:cubicBezTo>
                  <a:lnTo>
                    <a:pt x="7530" y="13222"/>
                  </a:lnTo>
                  <a:cubicBezTo>
                    <a:pt x="7530" y="13347"/>
                    <a:pt x="7424" y="13453"/>
                    <a:pt x="7299" y="13453"/>
                  </a:cubicBezTo>
                  <a:lnTo>
                    <a:pt x="8751" y="13453"/>
                  </a:lnTo>
                  <a:cubicBezTo>
                    <a:pt x="8876" y="13453"/>
                    <a:pt x="8982" y="13347"/>
                    <a:pt x="8982" y="13222"/>
                  </a:cubicBezTo>
                  <a:lnTo>
                    <a:pt x="8982" y="9155"/>
                  </a:lnTo>
                  <a:cubicBezTo>
                    <a:pt x="8982" y="8391"/>
                    <a:pt x="8366" y="7770"/>
                    <a:pt x="7605" y="7770"/>
                  </a:cubicBezTo>
                  <a:cubicBezTo>
                    <a:pt x="7599" y="7770"/>
                    <a:pt x="7593" y="7770"/>
                    <a:pt x="7587" y="7770"/>
                  </a:cubicBezTo>
                  <a:lnTo>
                    <a:pt x="7347" y="7770"/>
                  </a:lnTo>
                  <a:cubicBezTo>
                    <a:pt x="6578" y="7770"/>
                    <a:pt x="5953" y="7145"/>
                    <a:pt x="5953" y="6376"/>
                  </a:cubicBezTo>
                  <a:lnTo>
                    <a:pt x="5953" y="5231"/>
                  </a:lnTo>
                  <a:cubicBezTo>
                    <a:pt x="5953" y="2347"/>
                    <a:pt x="3616" y="10"/>
                    <a:pt x="731" y="0"/>
                  </a:cubicBezTo>
                  <a:close/>
                </a:path>
              </a:pathLst>
            </a:custGeom>
            <a:solidFill>
              <a:srgbClr val="203B5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927" name="Google Shape;17927;p45"/>
            <p:cNvSpPr/>
            <p:nvPr/>
          </p:nvSpPr>
          <p:spPr>
            <a:xfrm>
              <a:off x="6641680" y="2266410"/>
              <a:ext cx="352083" cy="66873"/>
            </a:xfrm>
            <a:custGeom>
              <a:rect b="b" l="l" r="r" t="t"/>
              <a:pathLst>
                <a:path extrusionOk="0" h="2559" w="13473">
                  <a:moveTo>
                    <a:pt x="1" y="1"/>
                  </a:moveTo>
                  <a:lnTo>
                    <a:pt x="1" y="2318"/>
                  </a:lnTo>
                  <a:cubicBezTo>
                    <a:pt x="1" y="2443"/>
                    <a:pt x="106" y="2549"/>
                    <a:pt x="231" y="2559"/>
                  </a:cubicBezTo>
                  <a:lnTo>
                    <a:pt x="13232" y="2559"/>
                  </a:lnTo>
                  <a:cubicBezTo>
                    <a:pt x="13367" y="2549"/>
                    <a:pt x="13463" y="2443"/>
                    <a:pt x="13473" y="2318"/>
                  </a:cubicBezTo>
                  <a:lnTo>
                    <a:pt x="13473" y="1"/>
                  </a:lnTo>
                  <a:close/>
                </a:path>
              </a:pathLst>
            </a:custGeom>
            <a:solidFill>
              <a:srgbClr val="203B5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928" name="Google Shape;17928;p45"/>
            <p:cNvSpPr/>
            <p:nvPr/>
          </p:nvSpPr>
          <p:spPr>
            <a:xfrm>
              <a:off x="6641680" y="2266410"/>
              <a:ext cx="34469" cy="75915"/>
            </a:xfrm>
            <a:custGeom>
              <a:rect b="b" l="l" r="r" t="t"/>
              <a:pathLst>
                <a:path extrusionOk="0" h="2905" w="1319">
                  <a:moveTo>
                    <a:pt x="1" y="1"/>
                  </a:moveTo>
                  <a:lnTo>
                    <a:pt x="1" y="2665"/>
                  </a:lnTo>
                  <a:cubicBezTo>
                    <a:pt x="1" y="2790"/>
                    <a:pt x="106" y="2895"/>
                    <a:pt x="231" y="2905"/>
                  </a:cubicBezTo>
                  <a:lnTo>
                    <a:pt x="1318" y="2905"/>
                  </a:lnTo>
                  <a:lnTo>
                    <a:pt x="1318" y="1"/>
                  </a:lnTo>
                  <a:close/>
                </a:path>
              </a:pathLst>
            </a:custGeom>
            <a:solidFill>
              <a:srgbClr val="30496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929" name="Google Shape;17929;p45"/>
            <p:cNvSpPr/>
            <p:nvPr/>
          </p:nvSpPr>
          <p:spPr>
            <a:xfrm>
              <a:off x="6659032" y="2266410"/>
              <a:ext cx="17117" cy="75680"/>
            </a:xfrm>
            <a:custGeom>
              <a:rect b="b" l="l" r="r" t="t"/>
              <a:pathLst>
                <a:path extrusionOk="0" h="2896" w="655">
                  <a:moveTo>
                    <a:pt x="0" y="1"/>
                  </a:moveTo>
                  <a:lnTo>
                    <a:pt x="0" y="2895"/>
                  </a:lnTo>
                  <a:lnTo>
                    <a:pt x="654" y="2895"/>
                  </a:lnTo>
                  <a:lnTo>
                    <a:pt x="654" y="1"/>
                  </a:lnTo>
                  <a:close/>
                </a:path>
              </a:pathLst>
            </a:custGeom>
            <a:solidFill>
              <a:srgbClr val="203B5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930" name="Google Shape;17930;p45"/>
            <p:cNvSpPr/>
            <p:nvPr/>
          </p:nvSpPr>
          <p:spPr>
            <a:xfrm>
              <a:off x="6959060" y="2266410"/>
              <a:ext cx="34469" cy="75680"/>
            </a:xfrm>
            <a:custGeom>
              <a:rect b="b" l="l" r="r" t="t"/>
              <a:pathLst>
                <a:path extrusionOk="0" h="2896" w="1319">
                  <a:moveTo>
                    <a:pt x="1" y="1"/>
                  </a:moveTo>
                  <a:lnTo>
                    <a:pt x="1" y="2895"/>
                  </a:lnTo>
                  <a:lnTo>
                    <a:pt x="1087" y="2895"/>
                  </a:lnTo>
                  <a:cubicBezTo>
                    <a:pt x="1212" y="2895"/>
                    <a:pt x="1318" y="2790"/>
                    <a:pt x="1318" y="2665"/>
                  </a:cubicBezTo>
                  <a:lnTo>
                    <a:pt x="1318" y="1"/>
                  </a:lnTo>
                  <a:close/>
                </a:path>
              </a:pathLst>
            </a:custGeom>
            <a:solidFill>
              <a:srgbClr val="30496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931" name="Google Shape;17931;p45"/>
            <p:cNvSpPr/>
            <p:nvPr/>
          </p:nvSpPr>
          <p:spPr>
            <a:xfrm>
              <a:off x="6970375" y="2266410"/>
              <a:ext cx="23389" cy="75915"/>
            </a:xfrm>
            <a:custGeom>
              <a:rect b="b" l="l" r="r" t="t"/>
              <a:pathLst>
                <a:path extrusionOk="0" h="2905" w="895">
                  <a:moveTo>
                    <a:pt x="231" y="1"/>
                  </a:moveTo>
                  <a:lnTo>
                    <a:pt x="231" y="2665"/>
                  </a:lnTo>
                  <a:cubicBezTo>
                    <a:pt x="231" y="2790"/>
                    <a:pt x="125" y="2895"/>
                    <a:pt x="0" y="2905"/>
                  </a:cubicBezTo>
                  <a:lnTo>
                    <a:pt x="654" y="2905"/>
                  </a:lnTo>
                  <a:cubicBezTo>
                    <a:pt x="779" y="2895"/>
                    <a:pt x="885" y="2790"/>
                    <a:pt x="895" y="2665"/>
                  </a:cubicBezTo>
                  <a:lnTo>
                    <a:pt x="895" y="1"/>
                  </a:lnTo>
                  <a:close/>
                </a:path>
              </a:pathLst>
            </a:custGeom>
            <a:solidFill>
              <a:srgbClr val="203B5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932" name="Google Shape;17932;p45"/>
            <p:cNvSpPr/>
            <p:nvPr/>
          </p:nvSpPr>
          <p:spPr>
            <a:xfrm>
              <a:off x="6676123" y="2259146"/>
              <a:ext cx="28406" cy="73903"/>
            </a:xfrm>
            <a:custGeom>
              <a:rect b="b" l="l" r="r" t="t"/>
              <a:pathLst>
                <a:path extrusionOk="0" h="2828" w="1087">
                  <a:moveTo>
                    <a:pt x="0" y="0"/>
                  </a:moveTo>
                  <a:lnTo>
                    <a:pt x="0" y="2827"/>
                  </a:lnTo>
                  <a:lnTo>
                    <a:pt x="1087" y="2827"/>
                  </a:lnTo>
                  <a:lnTo>
                    <a:pt x="1087" y="0"/>
                  </a:lnTo>
                  <a:close/>
                </a:path>
              </a:pathLst>
            </a:custGeom>
            <a:solidFill>
              <a:srgbClr val="DDE4E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933" name="Google Shape;17933;p45"/>
            <p:cNvSpPr/>
            <p:nvPr/>
          </p:nvSpPr>
          <p:spPr>
            <a:xfrm>
              <a:off x="6704503" y="2259146"/>
              <a:ext cx="28171" cy="73903"/>
            </a:xfrm>
            <a:custGeom>
              <a:rect b="b" l="l" r="r" t="t"/>
              <a:pathLst>
                <a:path extrusionOk="0" h="2828" w="1078">
                  <a:moveTo>
                    <a:pt x="1" y="0"/>
                  </a:moveTo>
                  <a:lnTo>
                    <a:pt x="1" y="2827"/>
                  </a:lnTo>
                  <a:lnTo>
                    <a:pt x="1078" y="2827"/>
                  </a:lnTo>
                  <a:lnTo>
                    <a:pt x="1078" y="0"/>
                  </a:lnTo>
                  <a:close/>
                </a:path>
              </a:pathLst>
            </a:custGeom>
            <a:solidFill>
              <a:srgbClr val="E8EDF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934" name="Google Shape;17934;p45"/>
            <p:cNvSpPr/>
            <p:nvPr/>
          </p:nvSpPr>
          <p:spPr>
            <a:xfrm>
              <a:off x="6732648" y="2259146"/>
              <a:ext cx="28432" cy="73903"/>
            </a:xfrm>
            <a:custGeom>
              <a:rect b="b" l="l" r="r" t="t"/>
              <a:pathLst>
                <a:path extrusionOk="0" h="2828" w="1088">
                  <a:moveTo>
                    <a:pt x="1" y="0"/>
                  </a:moveTo>
                  <a:lnTo>
                    <a:pt x="1" y="2827"/>
                  </a:lnTo>
                  <a:lnTo>
                    <a:pt x="1087" y="2827"/>
                  </a:lnTo>
                  <a:lnTo>
                    <a:pt x="1087" y="0"/>
                  </a:lnTo>
                  <a:close/>
                </a:path>
              </a:pathLst>
            </a:custGeom>
            <a:solidFill>
              <a:srgbClr val="DDE4E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935" name="Google Shape;17935;p45"/>
            <p:cNvSpPr/>
            <p:nvPr/>
          </p:nvSpPr>
          <p:spPr>
            <a:xfrm>
              <a:off x="6761054" y="2259146"/>
              <a:ext cx="28406" cy="73903"/>
            </a:xfrm>
            <a:custGeom>
              <a:rect b="b" l="l" r="r" t="t"/>
              <a:pathLst>
                <a:path extrusionOk="0" h="2828" w="1087">
                  <a:moveTo>
                    <a:pt x="0" y="0"/>
                  </a:moveTo>
                  <a:lnTo>
                    <a:pt x="0" y="2827"/>
                  </a:lnTo>
                  <a:lnTo>
                    <a:pt x="1087" y="2827"/>
                  </a:lnTo>
                  <a:lnTo>
                    <a:pt x="1087" y="0"/>
                  </a:lnTo>
                  <a:close/>
                </a:path>
              </a:pathLst>
            </a:custGeom>
            <a:solidFill>
              <a:srgbClr val="E8EDF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936" name="Google Shape;17936;p45"/>
            <p:cNvSpPr/>
            <p:nvPr/>
          </p:nvSpPr>
          <p:spPr>
            <a:xfrm>
              <a:off x="6789433" y="2259146"/>
              <a:ext cx="28171" cy="73903"/>
            </a:xfrm>
            <a:custGeom>
              <a:rect b="b" l="l" r="r" t="t"/>
              <a:pathLst>
                <a:path extrusionOk="0" h="2828" w="1078">
                  <a:moveTo>
                    <a:pt x="1" y="0"/>
                  </a:moveTo>
                  <a:lnTo>
                    <a:pt x="1" y="2827"/>
                  </a:lnTo>
                  <a:lnTo>
                    <a:pt x="1078" y="2827"/>
                  </a:lnTo>
                  <a:lnTo>
                    <a:pt x="1078" y="0"/>
                  </a:lnTo>
                  <a:close/>
                </a:path>
              </a:pathLst>
            </a:custGeom>
            <a:solidFill>
              <a:srgbClr val="DDE4E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937" name="Google Shape;17937;p45"/>
            <p:cNvSpPr/>
            <p:nvPr/>
          </p:nvSpPr>
          <p:spPr>
            <a:xfrm>
              <a:off x="6817578" y="2259146"/>
              <a:ext cx="28432" cy="73903"/>
            </a:xfrm>
            <a:custGeom>
              <a:rect b="b" l="l" r="r" t="t"/>
              <a:pathLst>
                <a:path extrusionOk="0" h="2828" w="1088">
                  <a:moveTo>
                    <a:pt x="1" y="0"/>
                  </a:moveTo>
                  <a:lnTo>
                    <a:pt x="1" y="2827"/>
                  </a:lnTo>
                  <a:lnTo>
                    <a:pt x="1087" y="2827"/>
                  </a:lnTo>
                  <a:lnTo>
                    <a:pt x="1087" y="0"/>
                  </a:lnTo>
                  <a:close/>
                </a:path>
              </a:pathLst>
            </a:custGeom>
            <a:solidFill>
              <a:srgbClr val="E8EDF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938" name="Google Shape;17938;p45"/>
            <p:cNvSpPr/>
            <p:nvPr/>
          </p:nvSpPr>
          <p:spPr>
            <a:xfrm>
              <a:off x="6845984" y="2259146"/>
              <a:ext cx="28171" cy="73903"/>
            </a:xfrm>
            <a:custGeom>
              <a:rect b="b" l="l" r="r" t="t"/>
              <a:pathLst>
                <a:path extrusionOk="0" h="2828" w="1078">
                  <a:moveTo>
                    <a:pt x="0" y="0"/>
                  </a:moveTo>
                  <a:lnTo>
                    <a:pt x="0" y="2827"/>
                  </a:lnTo>
                  <a:lnTo>
                    <a:pt x="1077" y="2827"/>
                  </a:lnTo>
                  <a:lnTo>
                    <a:pt x="1077" y="0"/>
                  </a:lnTo>
                  <a:close/>
                </a:path>
              </a:pathLst>
            </a:custGeom>
            <a:solidFill>
              <a:srgbClr val="DDE4E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939" name="Google Shape;17939;p45"/>
            <p:cNvSpPr/>
            <p:nvPr/>
          </p:nvSpPr>
          <p:spPr>
            <a:xfrm>
              <a:off x="6874129" y="2259146"/>
              <a:ext cx="28432" cy="73903"/>
            </a:xfrm>
            <a:custGeom>
              <a:rect b="b" l="l" r="r" t="t"/>
              <a:pathLst>
                <a:path extrusionOk="0" h="2828" w="1088">
                  <a:moveTo>
                    <a:pt x="0" y="0"/>
                  </a:moveTo>
                  <a:lnTo>
                    <a:pt x="0" y="2827"/>
                  </a:lnTo>
                  <a:lnTo>
                    <a:pt x="1087" y="2827"/>
                  </a:lnTo>
                  <a:lnTo>
                    <a:pt x="1087" y="0"/>
                  </a:lnTo>
                  <a:close/>
                </a:path>
              </a:pathLst>
            </a:custGeom>
            <a:solidFill>
              <a:srgbClr val="E8EDF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940" name="Google Shape;17940;p45"/>
            <p:cNvSpPr/>
            <p:nvPr/>
          </p:nvSpPr>
          <p:spPr>
            <a:xfrm>
              <a:off x="6902535" y="2259146"/>
              <a:ext cx="28406" cy="73903"/>
            </a:xfrm>
            <a:custGeom>
              <a:rect b="b" l="l" r="r" t="t"/>
              <a:pathLst>
                <a:path extrusionOk="0" h="2828" w="1087">
                  <a:moveTo>
                    <a:pt x="0" y="0"/>
                  </a:moveTo>
                  <a:lnTo>
                    <a:pt x="0" y="2827"/>
                  </a:lnTo>
                  <a:lnTo>
                    <a:pt x="1087" y="2827"/>
                  </a:lnTo>
                  <a:lnTo>
                    <a:pt x="1087" y="0"/>
                  </a:lnTo>
                  <a:close/>
                </a:path>
              </a:pathLst>
            </a:custGeom>
            <a:solidFill>
              <a:srgbClr val="DDE4E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941" name="Google Shape;17941;p45"/>
            <p:cNvSpPr/>
            <p:nvPr/>
          </p:nvSpPr>
          <p:spPr>
            <a:xfrm>
              <a:off x="6930915" y="2259146"/>
              <a:ext cx="28171" cy="73903"/>
            </a:xfrm>
            <a:custGeom>
              <a:rect b="b" l="l" r="r" t="t"/>
              <a:pathLst>
                <a:path extrusionOk="0" h="2828" w="1078">
                  <a:moveTo>
                    <a:pt x="1" y="0"/>
                  </a:moveTo>
                  <a:lnTo>
                    <a:pt x="1" y="2827"/>
                  </a:lnTo>
                  <a:lnTo>
                    <a:pt x="1078" y="2827"/>
                  </a:lnTo>
                  <a:lnTo>
                    <a:pt x="1078" y="0"/>
                  </a:lnTo>
                  <a:close/>
                </a:path>
              </a:pathLst>
            </a:custGeom>
            <a:solidFill>
              <a:srgbClr val="E8EDF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942" name="Google Shape;17942;p45"/>
            <p:cNvSpPr/>
            <p:nvPr/>
          </p:nvSpPr>
          <p:spPr>
            <a:xfrm>
              <a:off x="6694207" y="2259146"/>
              <a:ext cx="20619" cy="38964"/>
            </a:xfrm>
            <a:custGeom>
              <a:rect b="b" l="l" r="r" t="t"/>
              <a:pathLst>
                <a:path extrusionOk="0" h="1491" w="789">
                  <a:moveTo>
                    <a:pt x="0" y="0"/>
                  </a:moveTo>
                  <a:lnTo>
                    <a:pt x="0" y="1164"/>
                  </a:lnTo>
                  <a:cubicBezTo>
                    <a:pt x="0" y="1346"/>
                    <a:pt x="145" y="1490"/>
                    <a:pt x="327" y="1490"/>
                  </a:cubicBezTo>
                  <a:lnTo>
                    <a:pt x="462" y="1490"/>
                  </a:lnTo>
                  <a:cubicBezTo>
                    <a:pt x="467" y="1491"/>
                    <a:pt x="473" y="1491"/>
                    <a:pt x="478" y="1491"/>
                  </a:cubicBezTo>
                  <a:cubicBezTo>
                    <a:pt x="653" y="1491"/>
                    <a:pt x="789" y="1341"/>
                    <a:pt x="789" y="1164"/>
                  </a:cubicBezTo>
                  <a:lnTo>
                    <a:pt x="789" y="0"/>
                  </a:lnTo>
                  <a:close/>
                </a:path>
              </a:pathLst>
            </a:custGeom>
            <a:solidFill>
              <a:srgbClr val="30496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943" name="Google Shape;17943;p45"/>
            <p:cNvSpPr/>
            <p:nvPr/>
          </p:nvSpPr>
          <p:spPr>
            <a:xfrm>
              <a:off x="6699224" y="2259146"/>
              <a:ext cx="15601" cy="39068"/>
            </a:xfrm>
            <a:custGeom>
              <a:rect b="b" l="l" r="r" t="t"/>
              <a:pathLst>
                <a:path extrusionOk="0" h="1495" w="597">
                  <a:moveTo>
                    <a:pt x="203" y="0"/>
                  </a:moveTo>
                  <a:lnTo>
                    <a:pt x="203" y="1164"/>
                  </a:lnTo>
                  <a:cubicBezTo>
                    <a:pt x="203" y="1298"/>
                    <a:pt x="126" y="1414"/>
                    <a:pt x="1" y="1471"/>
                  </a:cubicBezTo>
                  <a:cubicBezTo>
                    <a:pt x="36" y="1485"/>
                    <a:pt x="66" y="1494"/>
                    <a:pt x="98" y="1494"/>
                  </a:cubicBezTo>
                  <a:cubicBezTo>
                    <a:pt x="110" y="1494"/>
                    <a:pt x="122" y="1493"/>
                    <a:pt x="135" y="1490"/>
                  </a:cubicBezTo>
                  <a:lnTo>
                    <a:pt x="270" y="1490"/>
                  </a:lnTo>
                  <a:cubicBezTo>
                    <a:pt x="453" y="1490"/>
                    <a:pt x="597" y="1346"/>
                    <a:pt x="597" y="1164"/>
                  </a:cubicBezTo>
                  <a:lnTo>
                    <a:pt x="597" y="0"/>
                  </a:lnTo>
                  <a:close/>
                </a:path>
              </a:pathLst>
            </a:custGeom>
            <a:solidFill>
              <a:srgbClr val="203B5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944" name="Google Shape;17944;p45"/>
            <p:cNvSpPr/>
            <p:nvPr/>
          </p:nvSpPr>
          <p:spPr>
            <a:xfrm>
              <a:off x="6750757" y="2259146"/>
              <a:ext cx="20619" cy="38964"/>
            </a:xfrm>
            <a:custGeom>
              <a:rect b="b" l="l" r="r" t="t"/>
              <a:pathLst>
                <a:path extrusionOk="0" h="1491" w="789">
                  <a:moveTo>
                    <a:pt x="0" y="0"/>
                  </a:moveTo>
                  <a:lnTo>
                    <a:pt x="0" y="1164"/>
                  </a:lnTo>
                  <a:cubicBezTo>
                    <a:pt x="0" y="1346"/>
                    <a:pt x="144" y="1490"/>
                    <a:pt x="327" y="1490"/>
                  </a:cubicBezTo>
                  <a:lnTo>
                    <a:pt x="462" y="1490"/>
                  </a:lnTo>
                  <a:cubicBezTo>
                    <a:pt x="467" y="1491"/>
                    <a:pt x="472" y="1491"/>
                    <a:pt x="478" y="1491"/>
                  </a:cubicBezTo>
                  <a:cubicBezTo>
                    <a:pt x="653" y="1491"/>
                    <a:pt x="789" y="1341"/>
                    <a:pt x="789" y="1164"/>
                  </a:cubicBezTo>
                  <a:lnTo>
                    <a:pt x="789" y="0"/>
                  </a:lnTo>
                  <a:close/>
                </a:path>
              </a:pathLst>
            </a:custGeom>
            <a:solidFill>
              <a:srgbClr val="30496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945" name="Google Shape;17945;p45"/>
            <p:cNvSpPr/>
            <p:nvPr/>
          </p:nvSpPr>
          <p:spPr>
            <a:xfrm>
              <a:off x="6807282" y="2259146"/>
              <a:ext cx="20645" cy="38964"/>
            </a:xfrm>
            <a:custGeom>
              <a:rect b="b" l="l" r="r" t="t"/>
              <a:pathLst>
                <a:path extrusionOk="0" h="1491" w="790">
                  <a:moveTo>
                    <a:pt x="1" y="0"/>
                  </a:moveTo>
                  <a:lnTo>
                    <a:pt x="1" y="1164"/>
                  </a:lnTo>
                  <a:cubicBezTo>
                    <a:pt x="1" y="1346"/>
                    <a:pt x="145" y="1490"/>
                    <a:pt x="328" y="1490"/>
                  </a:cubicBezTo>
                  <a:lnTo>
                    <a:pt x="462" y="1490"/>
                  </a:lnTo>
                  <a:cubicBezTo>
                    <a:pt x="468" y="1491"/>
                    <a:pt x="473" y="1491"/>
                    <a:pt x="478" y="1491"/>
                  </a:cubicBezTo>
                  <a:cubicBezTo>
                    <a:pt x="653" y="1491"/>
                    <a:pt x="789" y="1341"/>
                    <a:pt x="789" y="1164"/>
                  </a:cubicBezTo>
                  <a:lnTo>
                    <a:pt x="789" y="0"/>
                  </a:lnTo>
                  <a:close/>
                </a:path>
              </a:pathLst>
            </a:custGeom>
            <a:solidFill>
              <a:srgbClr val="30496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946" name="Google Shape;17946;p45"/>
            <p:cNvSpPr/>
            <p:nvPr/>
          </p:nvSpPr>
          <p:spPr>
            <a:xfrm>
              <a:off x="6863833" y="2259146"/>
              <a:ext cx="20619" cy="38964"/>
            </a:xfrm>
            <a:custGeom>
              <a:rect b="b" l="l" r="r" t="t"/>
              <a:pathLst>
                <a:path extrusionOk="0" h="1491" w="789">
                  <a:moveTo>
                    <a:pt x="0" y="0"/>
                  </a:moveTo>
                  <a:lnTo>
                    <a:pt x="0" y="1164"/>
                  </a:lnTo>
                  <a:cubicBezTo>
                    <a:pt x="0" y="1346"/>
                    <a:pt x="154" y="1490"/>
                    <a:pt x="327" y="1490"/>
                  </a:cubicBezTo>
                  <a:lnTo>
                    <a:pt x="462" y="1490"/>
                  </a:lnTo>
                  <a:cubicBezTo>
                    <a:pt x="644" y="1490"/>
                    <a:pt x="789" y="1346"/>
                    <a:pt x="789" y="1164"/>
                  </a:cubicBezTo>
                  <a:lnTo>
                    <a:pt x="789" y="0"/>
                  </a:lnTo>
                  <a:close/>
                </a:path>
              </a:pathLst>
            </a:custGeom>
            <a:solidFill>
              <a:srgbClr val="30496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947" name="Google Shape;17947;p45"/>
            <p:cNvSpPr/>
            <p:nvPr/>
          </p:nvSpPr>
          <p:spPr>
            <a:xfrm>
              <a:off x="6920619" y="2259146"/>
              <a:ext cx="20619" cy="38964"/>
            </a:xfrm>
            <a:custGeom>
              <a:rect b="b" l="l" r="r" t="t"/>
              <a:pathLst>
                <a:path extrusionOk="0" h="1491" w="789">
                  <a:moveTo>
                    <a:pt x="0" y="0"/>
                  </a:moveTo>
                  <a:lnTo>
                    <a:pt x="0" y="1164"/>
                  </a:lnTo>
                  <a:cubicBezTo>
                    <a:pt x="0" y="1346"/>
                    <a:pt x="145" y="1490"/>
                    <a:pt x="327" y="1490"/>
                  </a:cubicBezTo>
                  <a:lnTo>
                    <a:pt x="462" y="1490"/>
                  </a:lnTo>
                  <a:cubicBezTo>
                    <a:pt x="467" y="1491"/>
                    <a:pt x="472" y="1491"/>
                    <a:pt x="477" y="1491"/>
                  </a:cubicBezTo>
                  <a:cubicBezTo>
                    <a:pt x="644" y="1491"/>
                    <a:pt x="789" y="1341"/>
                    <a:pt x="789" y="1164"/>
                  </a:cubicBezTo>
                  <a:lnTo>
                    <a:pt x="789" y="0"/>
                  </a:lnTo>
                  <a:close/>
                </a:path>
              </a:pathLst>
            </a:custGeom>
            <a:solidFill>
              <a:srgbClr val="30496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948" name="Google Shape;17948;p45"/>
            <p:cNvSpPr/>
            <p:nvPr/>
          </p:nvSpPr>
          <p:spPr>
            <a:xfrm>
              <a:off x="6755775" y="2259146"/>
              <a:ext cx="15601" cy="39068"/>
            </a:xfrm>
            <a:custGeom>
              <a:rect b="b" l="l" r="r" t="t"/>
              <a:pathLst>
                <a:path extrusionOk="0" h="1495" w="597">
                  <a:moveTo>
                    <a:pt x="202" y="0"/>
                  </a:moveTo>
                  <a:lnTo>
                    <a:pt x="202" y="1164"/>
                  </a:lnTo>
                  <a:cubicBezTo>
                    <a:pt x="202" y="1298"/>
                    <a:pt x="125" y="1414"/>
                    <a:pt x="0" y="1471"/>
                  </a:cubicBezTo>
                  <a:cubicBezTo>
                    <a:pt x="36" y="1485"/>
                    <a:pt x="66" y="1494"/>
                    <a:pt x="98" y="1494"/>
                  </a:cubicBezTo>
                  <a:cubicBezTo>
                    <a:pt x="110" y="1494"/>
                    <a:pt x="122" y="1493"/>
                    <a:pt x="135" y="1490"/>
                  </a:cubicBezTo>
                  <a:lnTo>
                    <a:pt x="270" y="1490"/>
                  </a:lnTo>
                  <a:cubicBezTo>
                    <a:pt x="452" y="1490"/>
                    <a:pt x="597" y="1346"/>
                    <a:pt x="597" y="1164"/>
                  </a:cubicBezTo>
                  <a:lnTo>
                    <a:pt x="597" y="0"/>
                  </a:lnTo>
                  <a:close/>
                </a:path>
              </a:pathLst>
            </a:custGeom>
            <a:solidFill>
              <a:srgbClr val="203B5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949" name="Google Shape;17949;p45"/>
            <p:cNvSpPr/>
            <p:nvPr/>
          </p:nvSpPr>
          <p:spPr>
            <a:xfrm>
              <a:off x="6812561" y="2259146"/>
              <a:ext cx="15366" cy="39068"/>
            </a:xfrm>
            <a:custGeom>
              <a:rect b="b" l="l" r="r" t="t"/>
              <a:pathLst>
                <a:path extrusionOk="0" h="1495" w="588">
                  <a:moveTo>
                    <a:pt x="193" y="0"/>
                  </a:moveTo>
                  <a:lnTo>
                    <a:pt x="193" y="1164"/>
                  </a:lnTo>
                  <a:cubicBezTo>
                    <a:pt x="193" y="1298"/>
                    <a:pt x="116" y="1414"/>
                    <a:pt x="1" y="1471"/>
                  </a:cubicBezTo>
                  <a:cubicBezTo>
                    <a:pt x="29" y="1485"/>
                    <a:pt x="57" y="1494"/>
                    <a:pt x="89" y="1494"/>
                  </a:cubicBezTo>
                  <a:cubicBezTo>
                    <a:pt x="100" y="1494"/>
                    <a:pt x="113" y="1493"/>
                    <a:pt x="126" y="1490"/>
                  </a:cubicBezTo>
                  <a:lnTo>
                    <a:pt x="260" y="1490"/>
                  </a:lnTo>
                  <a:cubicBezTo>
                    <a:pt x="266" y="1491"/>
                    <a:pt x="271" y="1491"/>
                    <a:pt x="276" y="1491"/>
                  </a:cubicBezTo>
                  <a:cubicBezTo>
                    <a:pt x="451" y="1491"/>
                    <a:pt x="587" y="1341"/>
                    <a:pt x="587" y="1164"/>
                  </a:cubicBezTo>
                  <a:lnTo>
                    <a:pt x="587" y="0"/>
                  </a:lnTo>
                  <a:close/>
                </a:path>
              </a:pathLst>
            </a:custGeom>
            <a:solidFill>
              <a:srgbClr val="203B5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950" name="Google Shape;17950;p45"/>
            <p:cNvSpPr/>
            <p:nvPr/>
          </p:nvSpPr>
          <p:spPr>
            <a:xfrm>
              <a:off x="6869111" y="2259146"/>
              <a:ext cx="15340" cy="39068"/>
            </a:xfrm>
            <a:custGeom>
              <a:rect b="b" l="l" r="r" t="t"/>
              <a:pathLst>
                <a:path extrusionOk="0" h="1495" w="587">
                  <a:moveTo>
                    <a:pt x="192" y="0"/>
                  </a:moveTo>
                  <a:lnTo>
                    <a:pt x="192" y="1164"/>
                  </a:lnTo>
                  <a:cubicBezTo>
                    <a:pt x="192" y="1298"/>
                    <a:pt x="116" y="1414"/>
                    <a:pt x="0" y="1471"/>
                  </a:cubicBezTo>
                  <a:cubicBezTo>
                    <a:pt x="28" y="1485"/>
                    <a:pt x="62" y="1494"/>
                    <a:pt x="93" y="1494"/>
                  </a:cubicBezTo>
                  <a:cubicBezTo>
                    <a:pt x="104" y="1494"/>
                    <a:pt x="115" y="1493"/>
                    <a:pt x="125" y="1490"/>
                  </a:cubicBezTo>
                  <a:lnTo>
                    <a:pt x="260" y="1490"/>
                  </a:lnTo>
                  <a:cubicBezTo>
                    <a:pt x="442" y="1490"/>
                    <a:pt x="587" y="1346"/>
                    <a:pt x="587" y="1164"/>
                  </a:cubicBezTo>
                  <a:lnTo>
                    <a:pt x="587" y="0"/>
                  </a:lnTo>
                  <a:close/>
                </a:path>
              </a:pathLst>
            </a:custGeom>
            <a:solidFill>
              <a:srgbClr val="203B5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951" name="Google Shape;17951;p45"/>
            <p:cNvSpPr/>
            <p:nvPr/>
          </p:nvSpPr>
          <p:spPr>
            <a:xfrm>
              <a:off x="6925636" y="2259146"/>
              <a:ext cx="15601" cy="39068"/>
            </a:xfrm>
            <a:custGeom>
              <a:rect b="b" l="l" r="r" t="t"/>
              <a:pathLst>
                <a:path extrusionOk="0" h="1495" w="597">
                  <a:moveTo>
                    <a:pt x="203" y="0"/>
                  </a:moveTo>
                  <a:lnTo>
                    <a:pt x="203" y="1164"/>
                  </a:lnTo>
                  <a:cubicBezTo>
                    <a:pt x="203" y="1298"/>
                    <a:pt x="126" y="1414"/>
                    <a:pt x="1" y="1471"/>
                  </a:cubicBezTo>
                  <a:cubicBezTo>
                    <a:pt x="29" y="1485"/>
                    <a:pt x="62" y="1494"/>
                    <a:pt x="97" y="1494"/>
                  </a:cubicBezTo>
                  <a:cubicBezTo>
                    <a:pt x="110" y="1494"/>
                    <a:pt x="123" y="1493"/>
                    <a:pt x="135" y="1490"/>
                  </a:cubicBezTo>
                  <a:lnTo>
                    <a:pt x="270" y="1490"/>
                  </a:lnTo>
                  <a:cubicBezTo>
                    <a:pt x="443" y="1490"/>
                    <a:pt x="597" y="1346"/>
                    <a:pt x="597" y="1164"/>
                  </a:cubicBezTo>
                  <a:lnTo>
                    <a:pt x="597" y="0"/>
                  </a:lnTo>
                  <a:close/>
                </a:path>
              </a:pathLst>
            </a:custGeom>
            <a:solidFill>
              <a:srgbClr val="203B5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952" name="Google Shape;17952;p45"/>
            <p:cNvSpPr/>
            <p:nvPr/>
          </p:nvSpPr>
          <p:spPr>
            <a:xfrm>
              <a:off x="6641680" y="2239781"/>
              <a:ext cx="352083" cy="26655"/>
            </a:xfrm>
            <a:custGeom>
              <a:rect b="b" l="l" r="r" t="t"/>
              <a:pathLst>
                <a:path extrusionOk="0" h="1020" w="13473">
                  <a:moveTo>
                    <a:pt x="1" y="1"/>
                  </a:moveTo>
                  <a:lnTo>
                    <a:pt x="1" y="1020"/>
                  </a:lnTo>
                  <a:lnTo>
                    <a:pt x="13473" y="1020"/>
                  </a:lnTo>
                  <a:lnTo>
                    <a:pt x="13473" y="1"/>
                  </a:lnTo>
                  <a:close/>
                </a:path>
              </a:pathLst>
            </a:custGeom>
            <a:solidFill>
              <a:srgbClr val="203B5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7953" name="Google Shape;17953;p45"/>
          <p:cNvGrpSpPr/>
          <p:nvPr/>
        </p:nvGrpSpPr>
        <p:grpSpPr>
          <a:xfrm>
            <a:off x="7205332" y="1316603"/>
            <a:ext cx="198032" cy="360629"/>
            <a:chOff x="7205332" y="1501251"/>
            <a:chExt cx="198032" cy="360629"/>
          </a:xfrm>
        </p:grpSpPr>
        <p:sp>
          <p:nvSpPr>
            <p:cNvPr id="17954" name="Google Shape;17954;p45"/>
            <p:cNvSpPr/>
            <p:nvPr/>
          </p:nvSpPr>
          <p:spPr>
            <a:xfrm>
              <a:off x="7237005" y="1701766"/>
              <a:ext cx="38467" cy="10845"/>
            </a:xfrm>
            <a:custGeom>
              <a:rect b="b" l="l" r="r" t="t"/>
              <a:pathLst>
                <a:path extrusionOk="0" h="415" w="1472">
                  <a:moveTo>
                    <a:pt x="0" y="1"/>
                  </a:moveTo>
                  <a:lnTo>
                    <a:pt x="0" y="414"/>
                  </a:lnTo>
                  <a:lnTo>
                    <a:pt x="1192" y="414"/>
                  </a:lnTo>
                  <a:cubicBezTo>
                    <a:pt x="1471" y="414"/>
                    <a:pt x="1471" y="1"/>
                    <a:pt x="1192" y="1"/>
                  </a:cubicBezTo>
                  <a:close/>
                </a:path>
              </a:pathLst>
            </a:custGeom>
            <a:solidFill>
              <a:srgbClr val="B9C7D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955" name="Google Shape;17955;p45"/>
            <p:cNvSpPr/>
            <p:nvPr/>
          </p:nvSpPr>
          <p:spPr>
            <a:xfrm>
              <a:off x="7231465" y="1688778"/>
              <a:ext cx="11080" cy="36821"/>
            </a:xfrm>
            <a:custGeom>
              <a:rect b="b" l="l" r="r" t="t"/>
              <a:pathLst>
                <a:path extrusionOk="0" h="1409" w="424">
                  <a:moveTo>
                    <a:pt x="212" y="0"/>
                  </a:moveTo>
                  <a:cubicBezTo>
                    <a:pt x="106" y="0"/>
                    <a:pt x="0" y="70"/>
                    <a:pt x="0" y="209"/>
                  </a:cubicBezTo>
                  <a:lnTo>
                    <a:pt x="0" y="1200"/>
                  </a:lnTo>
                  <a:cubicBezTo>
                    <a:pt x="0" y="1339"/>
                    <a:pt x="106" y="1409"/>
                    <a:pt x="212" y="1409"/>
                  </a:cubicBezTo>
                  <a:cubicBezTo>
                    <a:pt x="318" y="1409"/>
                    <a:pt x="424" y="1339"/>
                    <a:pt x="424" y="1200"/>
                  </a:cubicBezTo>
                  <a:lnTo>
                    <a:pt x="424" y="911"/>
                  </a:lnTo>
                  <a:lnTo>
                    <a:pt x="424" y="498"/>
                  </a:lnTo>
                  <a:lnTo>
                    <a:pt x="424" y="209"/>
                  </a:lnTo>
                  <a:cubicBezTo>
                    <a:pt x="424" y="70"/>
                    <a:pt x="318" y="0"/>
                    <a:pt x="212" y="0"/>
                  </a:cubicBezTo>
                  <a:close/>
                </a:path>
              </a:pathLst>
            </a:custGeom>
            <a:solidFill>
              <a:srgbClr val="CDD8D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956" name="Google Shape;17956;p45"/>
            <p:cNvSpPr/>
            <p:nvPr/>
          </p:nvSpPr>
          <p:spPr>
            <a:xfrm>
              <a:off x="7237005" y="1753273"/>
              <a:ext cx="38467" cy="10845"/>
            </a:xfrm>
            <a:custGeom>
              <a:rect b="b" l="l" r="r" t="t"/>
              <a:pathLst>
                <a:path extrusionOk="0" h="415" w="1472">
                  <a:moveTo>
                    <a:pt x="0" y="1"/>
                  </a:moveTo>
                  <a:lnTo>
                    <a:pt x="0" y="414"/>
                  </a:lnTo>
                  <a:lnTo>
                    <a:pt x="1192" y="414"/>
                  </a:lnTo>
                  <a:cubicBezTo>
                    <a:pt x="1196" y="415"/>
                    <a:pt x="1199" y="415"/>
                    <a:pt x="1202" y="415"/>
                  </a:cubicBezTo>
                  <a:cubicBezTo>
                    <a:pt x="1471" y="415"/>
                    <a:pt x="1468" y="1"/>
                    <a:pt x="1192" y="1"/>
                  </a:cubicBezTo>
                  <a:close/>
                </a:path>
              </a:pathLst>
            </a:custGeom>
            <a:solidFill>
              <a:srgbClr val="B9C7D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957" name="Google Shape;17957;p45"/>
            <p:cNvSpPr/>
            <p:nvPr/>
          </p:nvSpPr>
          <p:spPr>
            <a:xfrm>
              <a:off x="7231465" y="1740285"/>
              <a:ext cx="11080" cy="36899"/>
            </a:xfrm>
            <a:custGeom>
              <a:rect b="b" l="l" r="r" t="t"/>
              <a:pathLst>
                <a:path extrusionOk="0" h="1412" w="424">
                  <a:moveTo>
                    <a:pt x="212" y="0"/>
                  </a:moveTo>
                  <a:cubicBezTo>
                    <a:pt x="106" y="0"/>
                    <a:pt x="0" y="70"/>
                    <a:pt x="0" y="209"/>
                  </a:cubicBezTo>
                  <a:lnTo>
                    <a:pt x="0" y="1210"/>
                  </a:lnTo>
                  <a:cubicBezTo>
                    <a:pt x="0" y="1344"/>
                    <a:pt x="106" y="1411"/>
                    <a:pt x="212" y="1411"/>
                  </a:cubicBezTo>
                  <a:cubicBezTo>
                    <a:pt x="318" y="1411"/>
                    <a:pt x="424" y="1344"/>
                    <a:pt x="424" y="1210"/>
                  </a:cubicBezTo>
                  <a:lnTo>
                    <a:pt x="424" y="921"/>
                  </a:lnTo>
                  <a:lnTo>
                    <a:pt x="424" y="498"/>
                  </a:lnTo>
                  <a:lnTo>
                    <a:pt x="424" y="209"/>
                  </a:lnTo>
                  <a:cubicBezTo>
                    <a:pt x="424" y="70"/>
                    <a:pt x="318" y="0"/>
                    <a:pt x="212" y="0"/>
                  </a:cubicBezTo>
                  <a:close/>
                </a:path>
              </a:pathLst>
            </a:custGeom>
            <a:solidFill>
              <a:srgbClr val="CDD8D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958" name="Google Shape;17958;p45"/>
            <p:cNvSpPr/>
            <p:nvPr/>
          </p:nvSpPr>
          <p:spPr>
            <a:xfrm>
              <a:off x="7237005" y="1649997"/>
              <a:ext cx="38467" cy="11080"/>
            </a:xfrm>
            <a:custGeom>
              <a:rect b="b" l="l" r="r" t="t"/>
              <a:pathLst>
                <a:path extrusionOk="0" h="424" w="1472">
                  <a:moveTo>
                    <a:pt x="0" y="1"/>
                  </a:moveTo>
                  <a:lnTo>
                    <a:pt x="0" y="424"/>
                  </a:lnTo>
                  <a:lnTo>
                    <a:pt x="1192" y="424"/>
                  </a:lnTo>
                  <a:cubicBezTo>
                    <a:pt x="1471" y="424"/>
                    <a:pt x="1471" y="1"/>
                    <a:pt x="1192" y="1"/>
                  </a:cubicBezTo>
                  <a:close/>
                </a:path>
              </a:pathLst>
            </a:custGeom>
            <a:solidFill>
              <a:srgbClr val="B9C7D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959" name="Google Shape;17959;p45"/>
            <p:cNvSpPr/>
            <p:nvPr/>
          </p:nvSpPr>
          <p:spPr>
            <a:xfrm>
              <a:off x="7231465" y="1637192"/>
              <a:ext cx="11080" cy="36899"/>
            </a:xfrm>
            <a:custGeom>
              <a:rect b="b" l="l" r="r" t="t"/>
              <a:pathLst>
                <a:path extrusionOk="0" h="1412" w="424">
                  <a:moveTo>
                    <a:pt x="212" y="0"/>
                  </a:moveTo>
                  <a:cubicBezTo>
                    <a:pt x="106" y="0"/>
                    <a:pt x="0" y="68"/>
                    <a:pt x="0" y="202"/>
                  </a:cubicBezTo>
                  <a:lnTo>
                    <a:pt x="0" y="1202"/>
                  </a:lnTo>
                  <a:cubicBezTo>
                    <a:pt x="0" y="1342"/>
                    <a:pt x="106" y="1412"/>
                    <a:pt x="212" y="1412"/>
                  </a:cubicBezTo>
                  <a:cubicBezTo>
                    <a:pt x="318" y="1412"/>
                    <a:pt x="424" y="1342"/>
                    <a:pt x="424" y="1202"/>
                  </a:cubicBezTo>
                  <a:lnTo>
                    <a:pt x="424" y="914"/>
                  </a:lnTo>
                  <a:lnTo>
                    <a:pt x="424" y="491"/>
                  </a:lnTo>
                  <a:lnTo>
                    <a:pt x="424" y="202"/>
                  </a:lnTo>
                  <a:cubicBezTo>
                    <a:pt x="424" y="68"/>
                    <a:pt x="318" y="0"/>
                    <a:pt x="212" y="0"/>
                  </a:cubicBezTo>
                  <a:close/>
                </a:path>
              </a:pathLst>
            </a:custGeom>
            <a:solidFill>
              <a:srgbClr val="CDD8D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960" name="Google Shape;17960;p45"/>
            <p:cNvSpPr/>
            <p:nvPr/>
          </p:nvSpPr>
          <p:spPr>
            <a:xfrm>
              <a:off x="7273669" y="1594230"/>
              <a:ext cx="107091" cy="227170"/>
            </a:xfrm>
            <a:custGeom>
              <a:rect b="b" l="l" r="r" t="t"/>
              <a:pathLst>
                <a:path extrusionOk="0" h="8693" w="4098">
                  <a:moveTo>
                    <a:pt x="2040" y="1048"/>
                  </a:moveTo>
                  <a:cubicBezTo>
                    <a:pt x="2597" y="1048"/>
                    <a:pt x="3040" y="1490"/>
                    <a:pt x="3040" y="2048"/>
                  </a:cubicBezTo>
                  <a:lnTo>
                    <a:pt x="3040" y="6645"/>
                  </a:lnTo>
                  <a:cubicBezTo>
                    <a:pt x="3059" y="7212"/>
                    <a:pt x="2607" y="7683"/>
                    <a:pt x="2040" y="7683"/>
                  </a:cubicBezTo>
                  <a:cubicBezTo>
                    <a:pt x="1472" y="7683"/>
                    <a:pt x="1020" y="7212"/>
                    <a:pt x="1040" y="6645"/>
                  </a:cubicBezTo>
                  <a:lnTo>
                    <a:pt x="1040" y="2048"/>
                  </a:lnTo>
                  <a:cubicBezTo>
                    <a:pt x="1040" y="1490"/>
                    <a:pt x="1491" y="1048"/>
                    <a:pt x="2040" y="1048"/>
                  </a:cubicBezTo>
                  <a:close/>
                  <a:moveTo>
                    <a:pt x="2049" y="0"/>
                  </a:moveTo>
                  <a:cubicBezTo>
                    <a:pt x="914" y="0"/>
                    <a:pt x="1" y="914"/>
                    <a:pt x="1" y="2048"/>
                  </a:cubicBezTo>
                  <a:lnTo>
                    <a:pt x="1" y="6654"/>
                  </a:lnTo>
                  <a:cubicBezTo>
                    <a:pt x="1" y="7779"/>
                    <a:pt x="914" y="8693"/>
                    <a:pt x="2040" y="8693"/>
                  </a:cubicBezTo>
                  <a:cubicBezTo>
                    <a:pt x="2045" y="8693"/>
                    <a:pt x="2051" y="8693"/>
                    <a:pt x="2057" y="8693"/>
                  </a:cubicBezTo>
                  <a:cubicBezTo>
                    <a:pt x="3184" y="8693"/>
                    <a:pt x="4097" y="7774"/>
                    <a:pt x="4097" y="6645"/>
                  </a:cubicBezTo>
                  <a:lnTo>
                    <a:pt x="4097" y="2048"/>
                  </a:lnTo>
                  <a:cubicBezTo>
                    <a:pt x="4097" y="914"/>
                    <a:pt x="3174" y="0"/>
                    <a:pt x="2049" y="0"/>
                  </a:cubicBezTo>
                  <a:close/>
                </a:path>
              </a:pathLst>
            </a:custGeom>
            <a:solidFill>
              <a:srgbClr val="BECBD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961" name="Google Shape;17961;p45"/>
            <p:cNvSpPr/>
            <p:nvPr/>
          </p:nvSpPr>
          <p:spPr>
            <a:xfrm>
              <a:off x="7280724" y="1601495"/>
              <a:ext cx="92483" cy="212640"/>
            </a:xfrm>
            <a:custGeom>
              <a:rect b="b" l="l" r="r" t="t"/>
              <a:pathLst>
                <a:path extrusionOk="0" h="8137" w="3539">
                  <a:moveTo>
                    <a:pt x="1770" y="482"/>
                  </a:moveTo>
                  <a:lnTo>
                    <a:pt x="1770" y="491"/>
                  </a:lnTo>
                  <a:cubicBezTo>
                    <a:pt x="2481" y="491"/>
                    <a:pt x="3049" y="1059"/>
                    <a:pt x="3049" y="1770"/>
                  </a:cubicBezTo>
                  <a:lnTo>
                    <a:pt x="3049" y="6367"/>
                  </a:lnTo>
                  <a:cubicBezTo>
                    <a:pt x="3068" y="7088"/>
                    <a:pt x="2491" y="7684"/>
                    <a:pt x="1770" y="7684"/>
                  </a:cubicBezTo>
                  <a:cubicBezTo>
                    <a:pt x="1048" y="7684"/>
                    <a:pt x="471" y="7088"/>
                    <a:pt x="500" y="6367"/>
                  </a:cubicBezTo>
                  <a:lnTo>
                    <a:pt x="500" y="1770"/>
                  </a:lnTo>
                  <a:cubicBezTo>
                    <a:pt x="491" y="1059"/>
                    <a:pt x="1068" y="482"/>
                    <a:pt x="1770" y="482"/>
                  </a:cubicBezTo>
                  <a:close/>
                  <a:moveTo>
                    <a:pt x="1770" y="1"/>
                  </a:moveTo>
                  <a:cubicBezTo>
                    <a:pt x="789" y="1"/>
                    <a:pt x="0" y="789"/>
                    <a:pt x="0" y="1770"/>
                  </a:cubicBezTo>
                  <a:lnTo>
                    <a:pt x="0" y="6367"/>
                  </a:lnTo>
                  <a:cubicBezTo>
                    <a:pt x="0" y="7348"/>
                    <a:pt x="798" y="8136"/>
                    <a:pt x="1770" y="8136"/>
                  </a:cubicBezTo>
                  <a:cubicBezTo>
                    <a:pt x="2750" y="8136"/>
                    <a:pt x="3539" y="7348"/>
                    <a:pt x="3539" y="6367"/>
                  </a:cubicBezTo>
                  <a:lnTo>
                    <a:pt x="3539" y="1770"/>
                  </a:lnTo>
                  <a:cubicBezTo>
                    <a:pt x="3539" y="789"/>
                    <a:pt x="2750" y="1"/>
                    <a:pt x="1770" y="1"/>
                  </a:cubicBezTo>
                  <a:close/>
                </a:path>
              </a:pathLst>
            </a:custGeom>
            <a:solidFill>
              <a:srgbClr val="CDD8D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962" name="Google Shape;17962;p45"/>
            <p:cNvSpPr/>
            <p:nvPr/>
          </p:nvSpPr>
          <p:spPr>
            <a:xfrm>
              <a:off x="7219156" y="1515807"/>
              <a:ext cx="136229" cy="332484"/>
            </a:xfrm>
            <a:custGeom>
              <a:rect b="b" l="l" r="r" t="t"/>
              <a:pathLst>
                <a:path extrusionOk="0" h="12723" w="5213">
                  <a:moveTo>
                    <a:pt x="0" y="1"/>
                  </a:moveTo>
                  <a:cubicBezTo>
                    <a:pt x="0" y="1"/>
                    <a:pt x="2020" y="1895"/>
                    <a:pt x="2068" y="3703"/>
                  </a:cubicBezTo>
                  <a:lnTo>
                    <a:pt x="2068" y="12723"/>
                  </a:lnTo>
                  <a:lnTo>
                    <a:pt x="3145" y="12723"/>
                  </a:lnTo>
                  <a:lnTo>
                    <a:pt x="3145" y="3703"/>
                  </a:lnTo>
                  <a:cubicBezTo>
                    <a:pt x="3183" y="1895"/>
                    <a:pt x="5212" y="1"/>
                    <a:pt x="5212" y="1"/>
                  </a:cubicBezTo>
                  <a:close/>
                </a:path>
              </a:pathLst>
            </a:custGeom>
            <a:solidFill>
              <a:srgbClr val="CDD8D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963" name="Google Shape;17963;p45"/>
            <p:cNvSpPr/>
            <p:nvPr/>
          </p:nvSpPr>
          <p:spPr>
            <a:xfrm>
              <a:off x="7286996" y="1515807"/>
              <a:ext cx="68389" cy="332484"/>
            </a:xfrm>
            <a:custGeom>
              <a:rect b="b" l="l" r="r" t="t"/>
              <a:pathLst>
                <a:path extrusionOk="0" h="12723" w="2617">
                  <a:moveTo>
                    <a:pt x="943" y="1"/>
                  </a:moveTo>
                  <a:cubicBezTo>
                    <a:pt x="943" y="1"/>
                    <a:pt x="39" y="1895"/>
                    <a:pt x="1" y="3703"/>
                  </a:cubicBezTo>
                  <a:lnTo>
                    <a:pt x="1" y="12723"/>
                  </a:lnTo>
                  <a:lnTo>
                    <a:pt x="549" y="12723"/>
                  </a:lnTo>
                  <a:lnTo>
                    <a:pt x="549" y="3703"/>
                  </a:lnTo>
                  <a:cubicBezTo>
                    <a:pt x="597" y="1895"/>
                    <a:pt x="2616" y="1"/>
                    <a:pt x="2616" y="1"/>
                  </a:cubicBezTo>
                  <a:close/>
                </a:path>
              </a:pathLst>
            </a:custGeom>
            <a:solidFill>
              <a:srgbClr val="BECBD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964" name="Google Shape;17964;p45"/>
            <p:cNvSpPr/>
            <p:nvPr/>
          </p:nvSpPr>
          <p:spPr>
            <a:xfrm>
              <a:off x="7208599" y="1501251"/>
              <a:ext cx="157344" cy="25139"/>
            </a:xfrm>
            <a:custGeom>
              <a:rect b="b" l="l" r="r" t="t"/>
              <a:pathLst>
                <a:path extrusionOk="0" h="962" w="6021">
                  <a:moveTo>
                    <a:pt x="481" y="0"/>
                  </a:moveTo>
                  <a:cubicBezTo>
                    <a:pt x="212" y="0"/>
                    <a:pt x="0" y="212"/>
                    <a:pt x="0" y="481"/>
                  </a:cubicBezTo>
                  <a:cubicBezTo>
                    <a:pt x="0" y="750"/>
                    <a:pt x="212" y="962"/>
                    <a:pt x="481" y="962"/>
                  </a:cubicBezTo>
                  <a:lnTo>
                    <a:pt x="5539" y="962"/>
                  </a:lnTo>
                  <a:cubicBezTo>
                    <a:pt x="5809" y="962"/>
                    <a:pt x="6020" y="750"/>
                    <a:pt x="6020" y="481"/>
                  </a:cubicBezTo>
                  <a:cubicBezTo>
                    <a:pt x="6020" y="212"/>
                    <a:pt x="5809" y="0"/>
                    <a:pt x="5539" y="0"/>
                  </a:cubicBezTo>
                  <a:close/>
                </a:path>
              </a:pathLst>
            </a:custGeom>
            <a:solidFill>
              <a:srgbClr val="AEBFC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965" name="Google Shape;17965;p45"/>
            <p:cNvSpPr/>
            <p:nvPr/>
          </p:nvSpPr>
          <p:spPr>
            <a:xfrm>
              <a:off x="7205332" y="1507523"/>
              <a:ext cx="163877" cy="18868"/>
            </a:xfrm>
            <a:custGeom>
              <a:rect b="b" l="l" r="r" t="t"/>
              <a:pathLst>
                <a:path extrusionOk="0" h="722" w="6271">
                  <a:moveTo>
                    <a:pt x="183" y="0"/>
                  </a:moveTo>
                  <a:cubicBezTo>
                    <a:pt x="0" y="327"/>
                    <a:pt x="231" y="722"/>
                    <a:pt x="606" y="722"/>
                  </a:cubicBezTo>
                  <a:lnTo>
                    <a:pt x="5664" y="722"/>
                  </a:lnTo>
                  <a:cubicBezTo>
                    <a:pt x="6039" y="722"/>
                    <a:pt x="6270" y="327"/>
                    <a:pt x="6087" y="0"/>
                  </a:cubicBezTo>
                  <a:lnTo>
                    <a:pt x="6087" y="0"/>
                  </a:lnTo>
                  <a:cubicBezTo>
                    <a:pt x="6001" y="154"/>
                    <a:pt x="5837" y="241"/>
                    <a:pt x="5664" y="241"/>
                  </a:cubicBezTo>
                  <a:lnTo>
                    <a:pt x="606" y="241"/>
                  </a:lnTo>
                  <a:cubicBezTo>
                    <a:pt x="433" y="241"/>
                    <a:pt x="270" y="154"/>
                    <a:pt x="183" y="0"/>
                  </a:cubicBezTo>
                  <a:close/>
                </a:path>
              </a:pathLst>
            </a:custGeom>
            <a:solidFill>
              <a:srgbClr val="9BAFB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966" name="Google Shape;17966;p45"/>
            <p:cNvSpPr/>
            <p:nvPr/>
          </p:nvSpPr>
          <p:spPr>
            <a:xfrm>
              <a:off x="7254592" y="1643725"/>
              <a:ext cx="145767" cy="23650"/>
            </a:xfrm>
            <a:custGeom>
              <a:rect b="b" l="l" r="r" t="t"/>
              <a:pathLst>
                <a:path extrusionOk="0" h="905" w="5578">
                  <a:moveTo>
                    <a:pt x="125" y="0"/>
                  </a:moveTo>
                  <a:cubicBezTo>
                    <a:pt x="58" y="0"/>
                    <a:pt x="10" y="48"/>
                    <a:pt x="0" y="116"/>
                  </a:cubicBezTo>
                  <a:lnTo>
                    <a:pt x="0" y="789"/>
                  </a:lnTo>
                  <a:cubicBezTo>
                    <a:pt x="0" y="856"/>
                    <a:pt x="58" y="904"/>
                    <a:pt x="125" y="904"/>
                  </a:cubicBezTo>
                  <a:lnTo>
                    <a:pt x="5116" y="904"/>
                  </a:lnTo>
                  <a:cubicBezTo>
                    <a:pt x="5366" y="904"/>
                    <a:pt x="5577" y="702"/>
                    <a:pt x="5577" y="452"/>
                  </a:cubicBezTo>
                  <a:cubicBezTo>
                    <a:pt x="5577" y="202"/>
                    <a:pt x="5366" y="0"/>
                    <a:pt x="5116" y="0"/>
                  </a:cubicBezTo>
                  <a:close/>
                </a:path>
              </a:pathLst>
            </a:custGeom>
            <a:solidFill>
              <a:srgbClr val="AEBFC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967" name="Google Shape;17967;p45"/>
            <p:cNvSpPr/>
            <p:nvPr/>
          </p:nvSpPr>
          <p:spPr>
            <a:xfrm>
              <a:off x="7254592" y="1649501"/>
              <a:ext cx="148772" cy="18110"/>
            </a:xfrm>
            <a:custGeom>
              <a:rect b="b" l="l" r="r" t="t"/>
              <a:pathLst>
                <a:path extrusionOk="0" h="693" w="5693">
                  <a:moveTo>
                    <a:pt x="5510" y="1"/>
                  </a:moveTo>
                  <a:lnTo>
                    <a:pt x="5510" y="1"/>
                  </a:lnTo>
                  <a:cubicBezTo>
                    <a:pt x="5433" y="145"/>
                    <a:pt x="5279" y="231"/>
                    <a:pt x="5116" y="231"/>
                  </a:cubicBezTo>
                  <a:lnTo>
                    <a:pt x="125" y="231"/>
                  </a:lnTo>
                  <a:cubicBezTo>
                    <a:pt x="58" y="231"/>
                    <a:pt x="0" y="183"/>
                    <a:pt x="0" y="116"/>
                  </a:cubicBezTo>
                  <a:lnTo>
                    <a:pt x="0" y="568"/>
                  </a:lnTo>
                  <a:cubicBezTo>
                    <a:pt x="0" y="635"/>
                    <a:pt x="58" y="693"/>
                    <a:pt x="125" y="693"/>
                  </a:cubicBezTo>
                  <a:lnTo>
                    <a:pt x="5116" y="693"/>
                  </a:lnTo>
                  <a:cubicBezTo>
                    <a:pt x="5472" y="693"/>
                    <a:pt x="5693" y="308"/>
                    <a:pt x="5510" y="1"/>
                  </a:cubicBezTo>
                  <a:close/>
                </a:path>
              </a:pathLst>
            </a:custGeom>
            <a:solidFill>
              <a:srgbClr val="9BAFB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968" name="Google Shape;17968;p45"/>
            <p:cNvSpPr/>
            <p:nvPr/>
          </p:nvSpPr>
          <p:spPr>
            <a:xfrm>
              <a:off x="7254592" y="1695232"/>
              <a:ext cx="145506" cy="23911"/>
            </a:xfrm>
            <a:custGeom>
              <a:rect b="b" l="l" r="r" t="t"/>
              <a:pathLst>
                <a:path extrusionOk="0" h="915" w="5568">
                  <a:moveTo>
                    <a:pt x="125" y="1"/>
                  </a:moveTo>
                  <a:cubicBezTo>
                    <a:pt x="58" y="1"/>
                    <a:pt x="0" y="49"/>
                    <a:pt x="0" y="116"/>
                  </a:cubicBezTo>
                  <a:lnTo>
                    <a:pt x="0" y="799"/>
                  </a:lnTo>
                  <a:cubicBezTo>
                    <a:pt x="0" y="866"/>
                    <a:pt x="48" y="914"/>
                    <a:pt x="116" y="914"/>
                  </a:cubicBezTo>
                  <a:lnTo>
                    <a:pt x="5116" y="914"/>
                  </a:lnTo>
                  <a:cubicBezTo>
                    <a:pt x="5366" y="914"/>
                    <a:pt x="5568" y="712"/>
                    <a:pt x="5568" y="462"/>
                  </a:cubicBezTo>
                  <a:cubicBezTo>
                    <a:pt x="5568" y="212"/>
                    <a:pt x="5366" y="1"/>
                    <a:pt x="5116" y="1"/>
                  </a:cubicBezTo>
                  <a:close/>
                </a:path>
              </a:pathLst>
            </a:custGeom>
            <a:solidFill>
              <a:srgbClr val="AEBFC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969" name="Google Shape;17969;p45"/>
            <p:cNvSpPr/>
            <p:nvPr/>
          </p:nvSpPr>
          <p:spPr>
            <a:xfrm>
              <a:off x="7254592" y="1701530"/>
              <a:ext cx="148537" cy="17613"/>
            </a:xfrm>
            <a:custGeom>
              <a:rect b="b" l="l" r="r" t="t"/>
              <a:pathLst>
                <a:path extrusionOk="0" h="674" w="5684">
                  <a:moveTo>
                    <a:pt x="5520" y="0"/>
                  </a:moveTo>
                  <a:cubicBezTo>
                    <a:pt x="5433" y="135"/>
                    <a:pt x="5279" y="231"/>
                    <a:pt x="5116" y="231"/>
                  </a:cubicBezTo>
                  <a:lnTo>
                    <a:pt x="125" y="231"/>
                  </a:lnTo>
                  <a:cubicBezTo>
                    <a:pt x="58" y="231"/>
                    <a:pt x="0" y="173"/>
                    <a:pt x="0" y="106"/>
                  </a:cubicBezTo>
                  <a:lnTo>
                    <a:pt x="0" y="548"/>
                  </a:lnTo>
                  <a:cubicBezTo>
                    <a:pt x="0" y="615"/>
                    <a:pt x="58" y="673"/>
                    <a:pt x="125" y="673"/>
                  </a:cubicBezTo>
                  <a:lnTo>
                    <a:pt x="5116" y="673"/>
                  </a:lnTo>
                  <a:cubicBezTo>
                    <a:pt x="5462" y="673"/>
                    <a:pt x="5683" y="298"/>
                    <a:pt x="5520" y="0"/>
                  </a:cubicBezTo>
                  <a:close/>
                </a:path>
              </a:pathLst>
            </a:custGeom>
            <a:solidFill>
              <a:srgbClr val="9BAFB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970" name="Google Shape;17970;p45"/>
            <p:cNvSpPr/>
            <p:nvPr/>
          </p:nvSpPr>
          <p:spPr>
            <a:xfrm>
              <a:off x="7254592" y="1746740"/>
              <a:ext cx="145767" cy="23911"/>
            </a:xfrm>
            <a:custGeom>
              <a:rect b="b" l="l" r="r" t="t"/>
              <a:pathLst>
                <a:path extrusionOk="0" h="915" w="5578">
                  <a:moveTo>
                    <a:pt x="125" y="1"/>
                  </a:moveTo>
                  <a:cubicBezTo>
                    <a:pt x="58" y="1"/>
                    <a:pt x="10" y="59"/>
                    <a:pt x="0" y="126"/>
                  </a:cubicBezTo>
                  <a:lnTo>
                    <a:pt x="0" y="799"/>
                  </a:lnTo>
                  <a:cubicBezTo>
                    <a:pt x="0" y="866"/>
                    <a:pt x="58" y="914"/>
                    <a:pt x="125" y="914"/>
                  </a:cubicBezTo>
                  <a:lnTo>
                    <a:pt x="5116" y="914"/>
                  </a:lnTo>
                  <a:cubicBezTo>
                    <a:pt x="5366" y="914"/>
                    <a:pt x="5577" y="713"/>
                    <a:pt x="5577" y="463"/>
                  </a:cubicBezTo>
                  <a:cubicBezTo>
                    <a:pt x="5577" y="212"/>
                    <a:pt x="5366" y="1"/>
                    <a:pt x="5116" y="1"/>
                  </a:cubicBezTo>
                  <a:close/>
                </a:path>
              </a:pathLst>
            </a:custGeom>
            <a:solidFill>
              <a:srgbClr val="AEBFC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971" name="Google Shape;17971;p45"/>
            <p:cNvSpPr/>
            <p:nvPr/>
          </p:nvSpPr>
          <p:spPr>
            <a:xfrm>
              <a:off x="7254592" y="1752776"/>
              <a:ext cx="148772" cy="17875"/>
            </a:xfrm>
            <a:custGeom>
              <a:rect b="b" l="l" r="r" t="t"/>
              <a:pathLst>
                <a:path extrusionOk="0" h="684" w="5693">
                  <a:moveTo>
                    <a:pt x="5510" y="1"/>
                  </a:moveTo>
                  <a:lnTo>
                    <a:pt x="5510" y="1"/>
                  </a:lnTo>
                  <a:cubicBezTo>
                    <a:pt x="5433" y="145"/>
                    <a:pt x="5279" y="232"/>
                    <a:pt x="5116" y="232"/>
                  </a:cubicBezTo>
                  <a:lnTo>
                    <a:pt x="125" y="232"/>
                  </a:lnTo>
                  <a:cubicBezTo>
                    <a:pt x="58" y="232"/>
                    <a:pt x="0" y="174"/>
                    <a:pt x="0" y="106"/>
                  </a:cubicBezTo>
                  <a:lnTo>
                    <a:pt x="0" y="568"/>
                  </a:lnTo>
                  <a:cubicBezTo>
                    <a:pt x="0" y="635"/>
                    <a:pt x="58" y="683"/>
                    <a:pt x="125" y="683"/>
                  </a:cubicBezTo>
                  <a:lnTo>
                    <a:pt x="5116" y="683"/>
                  </a:lnTo>
                  <a:cubicBezTo>
                    <a:pt x="5472" y="683"/>
                    <a:pt x="5693" y="308"/>
                    <a:pt x="5510" y="1"/>
                  </a:cubicBezTo>
                  <a:close/>
                </a:path>
              </a:pathLst>
            </a:custGeom>
            <a:solidFill>
              <a:srgbClr val="9BAFB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972" name="Google Shape;17972;p45"/>
            <p:cNvSpPr/>
            <p:nvPr/>
          </p:nvSpPr>
          <p:spPr>
            <a:xfrm>
              <a:off x="7260864" y="1836714"/>
              <a:ext cx="52788" cy="25166"/>
            </a:xfrm>
            <a:custGeom>
              <a:rect b="b" l="l" r="r" t="t"/>
              <a:pathLst>
                <a:path extrusionOk="0" h="963" w="2020">
                  <a:moveTo>
                    <a:pt x="366" y="0"/>
                  </a:moveTo>
                  <a:cubicBezTo>
                    <a:pt x="318" y="0"/>
                    <a:pt x="279" y="29"/>
                    <a:pt x="260" y="77"/>
                  </a:cubicBezTo>
                  <a:lnTo>
                    <a:pt x="20" y="808"/>
                  </a:lnTo>
                  <a:cubicBezTo>
                    <a:pt x="1" y="885"/>
                    <a:pt x="49" y="962"/>
                    <a:pt x="126" y="962"/>
                  </a:cubicBezTo>
                  <a:lnTo>
                    <a:pt x="1895" y="962"/>
                  </a:lnTo>
                  <a:cubicBezTo>
                    <a:pt x="1972" y="962"/>
                    <a:pt x="2020" y="885"/>
                    <a:pt x="2001" y="808"/>
                  </a:cubicBezTo>
                  <a:lnTo>
                    <a:pt x="1760" y="77"/>
                  </a:lnTo>
                  <a:cubicBezTo>
                    <a:pt x="1741" y="39"/>
                    <a:pt x="1703" y="0"/>
                    <a:pt x="1655" y="0"/>
                  </a:cubicBezTo>
                  <a:close/>
                </a:path>
              </a:pathLst>
            </a:custGeom>
            <a:solidFill>
              <a:srgbClr val="AEBFC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973" name="Google Shape;17973;p45"/>
            <p:cNvSpPr/>
            <p:nvPr/>
          </p:nvSpPr>
          <p:spPr>
            <a:xfrm>
              <a:off x="7287258" y="1836714"/>
              <a:ext cx="26394" cy="25166"/>
            </a:xfrm>
            <a:custGeom>
              <a:rect b="b" l="l" r="r" t="t"/>
              <a:pathLst>
                <a:path extrusionOk="0" h="963" w="1010">
                  <a:moveTo>
                    <a:pt x="0" y="0"/>
                  </a:moveTo>
                  <a:lnTo>
                    <a:pt x="0" y="962"/>
                  </a:lnTo>
                  <a:lnTo>
                    <a:pt x="885" y="962"/>
                  </a:lnTo>
                  <a:cubicBezTo>
                    <a:pt x="962" y="962"/>
                    <a:pt x="1010" y="885"/>
                    <a:pt x="991" y="808"/>
                  </a:cubicBezTo>
                  <a:lnTo>
                    <a:pt x="750" y="77"/>
                  </a:lnTo>
                  <a:cubicBezTo>
                    <a:pt x="731" y="39"/>
                    <a:pt x="693" y="0"/>
                    <a:pt x="645" y="0"/>
                  </a:cubicBezTo>
                  <a:close/>
                </a:path>
              </a:pathLst>
            </a:custGeom>
            <a:solidFill>
              <a:srgbClr val="9BAFB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7974" name="Google Shape;17974;p45"/>
          <p:cNvGrpSpPr/>
          <p:nvPr/>
        </p:nvGrpSpPr>
        <p:grpSpPr>
          <a:xfrm>
            <a:off x="7688313" y="1316603"/>
            <a:ext cx="153058" cy="360628"/>
            <a:chOff x="7688313" y="1501251"/>
            <a:chExt cx="153058" cy="360628"/>
          </a:xfrm>
        </p:grpSpPr>
        <p:sp>
          <p:nvSpPr>
            <p:cNvPr id="17975" name="Google Shape;17975;p45"/>
            <p:cNvSpPr/>
            <p:nvPr/>
          </p:nvSpPr>
          <p:spPr>
            <a:xfrm>
              <a:off x="7688313" y="1637192"/>
              <a:ext cx="153058" cy="211098"/>
            </a:xfrm>
            <a:custGeom>
              <a:rect b="b" l="l" r="r" t="t"/>
              <a:pathLst>
                <a:path extrusionOk="0" h="8078" w="5857">
                  <a:moveTo>
                    <a:pt x="2328" y="0"/>
                  </a:moveTo>
                  <a:cubicBezTo>
                    <a:pt x="1270" y="0"/>
                    <a:pt x="404" y="866"/>
                    <a:pt x="404" y="1924"/>
                  </a:cubicBezTo>
                  <a:lnTo>
                    <a:pt x="404" y="3183"/>
                  </a:lnTo>
                  <a:cubicBezTo>
                    <a:pt x="404" y="3327"/>
                    <a:pt x="500" y="3453"/>
                    <a:pt x="645" y="3481"/>
                  </a:cubicBezTo>
                  <a:cubicBezTo>
                    <a:pt x="895" y="3529"/>
                    <a:pt x="1077" y="3751"/>
                    <a:pt x="1077" y="4001"/>
                  </a:cubicBezTo>
                  <a:lnTo>
                    <a:pt x="1077" y="4241"/>
                  </a:lnTo>
                  <a:cubicBezTo>
                    <a:pt x="1077" y="4520"/>
                    <a:pt x="866" y="4751"/>
                    <a:pt x="597" y="4780"/>
                  </a:cubicBezTo>
                  <a:cubicBezTo>
                    <a:pt x="260" y="4818"/>
                    <a:pt x="0" y="5097"/>
                    <a:pt x="0" y="5433"/>
                  </a:cubicBezTo>
                  <a:lnTo>
                    <a:pt x="0" y="5847"/>
                  </a:lnTo>
                  <a:cubicBezTo>
                    <a:pt x="0" y="7078"/>
                    <a:pt x="1000" y="8078"/>
                    <a:pt x="2231" y="8078"/>
                  </a:cubicBezTo>
                  <a:lnTo>
                    <a:pt x="3616" y="8078"/>
                  </a:lnTo>
                  <a:cubicBezTo>
                    <a:pt x="4857" y="8078"/>
                    <a:pt x="5857" y="7078"/>
                    <a:pt x="5857" y="5847"/>
                  </a:cubicBezTo>
                  <a:lnTo>
                    <a:pt x="5857" y="5433"/>
                  </a:lnTo>
                  <a:cubicBezTo>
                    <a:pt x="5847" y="5097"/>
                    <a:pt x="5597" y="4808"/>
                    <a:pt x="5260" y="4780"/>
                  </a:cubicBezTo>
                  <a:cubicBezTo>
                    <a:pt x="4991" y="4751"/>
                    <a:pt x="4789" y="4520"/>
                    <a:pt x="4789" y="4251"/>
                  </a:cubicBezTo>
                  <a:lnTo>
                    <a:pt x="4789" y="4010"/>
                  </a:lnTo>
                  <a:cubicBezTo>
                    <a:pt x="4780" y="3751"/>
                    <a:pt x="4962" y="3529"/>
                    <a:pt x="5212" y="3481"/>
                  </a:cubicBezTo>
                  <a:cubicBezTo>
                    <a:pt x="5357" y="3453"/>
                    <a:pt x="5453" y="3327"/>
                    <a:pt x="5453" y="3183"/>
                  </a:cubicBezTo>
                  <a:lnTo>
                    <a:pt x="5453" y="1924"/>
                  </a:lnTo>
                  <a:cubicBezTo>
                    <a:pt x="5453" y="866"/>
                    <a:pt x="4597" y="0"/>
                    <a:pt x="3530" y="0"/>
                  </a:cubicBezTo>
                  <a:close/>
                </a:path>
              </a:pathLst>
            </a:custGeom>
            <a:solidFill>
              <a:srgbClr val="CDD8D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976" name="Google Shape;17976;p45"/>
            <p:cNvSpPr/>
            <p:nvPr/>
          </p:nvSpPr>
          <p:spPr>
            <a:xfrm>
              <a:off x="7745857" y="1637192"/>
              <a:ext cx="95514" cy="211098"/>
            </a:xfrm>
            <a:custGeom>
              <a:rect b="b" l="l" r="r" t="t"/>
              <a:pathLst>
                <a:path extrusionOk="0" h="8078" w="3655">
                  <a:moveTo>
                    <a:pt x="1" y="0"/>
                  </a:moveTo>
                  <a:cubicBezTo>
                    <a:pt x="1010" y="68"/>
                    <a:pt x="1808" y="904"/>
                    <a:pt x="1799" y="1924"/>
                  </a:cubicBezTo>
                  <a:lnTo>
                    <a:pt x="1799" y="3183"/>
                  </a:lnTo>
                  <a:cubicBezTo>
                    <a:pt x="1799" y="3327"/>
                    <a:pt x="1703" y="3453"/>
                    <a:pt x="1558" y="3481"/>
                  </a:cubicBezTo>
                  <a:cubicBezTo>
                    <a:pt x="1308" y="3529"/>
                    <a:pt x="1135" y="3751"/>
                    <a:pt x="1135" y="4001"/>
                  </a:cubicBezTo>
                  <a:lnTo>
                    <a:pt x="1135" y="4241"/>
                  </a:lnTo>
                  <a:cubicBezTo>
                    <a:pt x="1135" y="4520"/>
                    <a:pt x="1337" y="4751"/>
                    <a:pt x="1616" y="4780"/>
                  </a:cubicBezTo>
                  <a:cubicBezTo>
                    <a:pt x="1953" y="4818"/>
                    <a:pt x="2203" y="5097"/>
                    <a:pt x="2203" y="5433"/>
                  </a:cubicBezTo>
                  <a:lnTo>
                    <a:pt x="2203" y="5847"/>
                  </a:lnTo>
                  <a:cubicBezTo>
                    <a:pt x="2203" y="7059"/>
                    <a:pt x="1222" y="8059"/>
                    <a:pt x="10" y="8078"/>
                  </a:cubicBezTo>
                  <a:lnTo>
                    <a:pt x="1424" y="8078"/>
                  </a:lnTo>
                  <a:cubicBezTo>
                    <a:pt x="2655" y="8078"/>
                    <a:pt x="3655" y="7078"/>
                    <a:pt x="3655" y="5847"/>
                  </a:cubicBezTo>
                  <a:lnTo>
                    <a:pt x="3655" y="5433"/>
                  </a:lnTo>
                  <a:cubicBezTo>
                    <a:pt x="3655" y="5097"/>
                    <a:pt x="3405" y="4808"/>
                    <a:pt x="3068" y="4780"/>
                  </a:cubicBezTo>
                  <a:cubicBezTo>
                    <a:pt x="2789" y="4751"/>
                    <a:pt x="2587" y="4520"/>
                    <a:pt x="2587" y="4241"/>
                  </a:cubicBezTo>
                  <a:lnTo>
                    <a:pt x="2587" y="4010"/>
                  </a:lnTo>
                  <a:cubicBezTo>
                    <a:pt x="2587" y="3751"/>
                    <a:pt x="2760" y="3529"/>
                    <a:pt x="3010" y="3481"/>
                  </a:cubicBezTo>
                  <a:cubicBezTo>
                    <a:pt x="3155" y="3453"/>
                    <a:pt x="3251" y="3327"/>
                    <a:pt x="3251" y="3183"/>
                  </a:cubicBezTo>
                  <a:lnTo>
                    <a:pt x="3251" y="1924"/>
                  </a:lnTo>
                  <a:cubicBezTo>
                    <a:pt x="3251" y="866"/>
                    <a:pt x="2395" y="0"/>
                    <a:pt x="1328" y="0"/>
                  </a:cubicBezTo>
                  <a:close/>
                </a:path>
              </a:pathLst>
            </a:custGeom>
            <a:solidFill>
              <a:srgbClr val="BECBD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977" name="Google Shape;17977;p45"/>
            <p:cNvSpPr/>
            <p:nvPr/>
          </p:nvSpPr>
          <p:spPr>
            <a:xfrm>
              <a:off x="7750143" y="1792210"/>
              <a:ext cx="29634" cy="69669"/>
            </a:xfrm>
            <a:custGeom>
              <a:rect b="b" l="l" r="r" t="t"/>
              <a:pathLst>
                <a:path extrusionOk="0" h="2666" w="1134">
                  <a:moveTo>
                    <a:pt x="101" y="0"/>
                  </a:moveTo>
                  <a:cubicBezTo>
                    <a:pt x="41" y="0"/>
                    <a:pt x="1" y="54"/>
                    <a:pt x="10" y="117"/>
                  </a:cubicBezTo>
                  <a:lnTo>
                    <a:pt x="154" y="2559"/>
                  </a:lnTo>
                  <a:cubicBezTo>
                    <a:pt x="154" y="2617"/>
                    <a:pt x="202" y="2665"/>
                    <a:pt x="260" y="2665"/>
                  </a:cubicBezTo>
                  <a:lnTo>
                    <a:pt x="875" y="2665"/>
                  </a:lnTo>
                  <a:cubicBezTo>
                    <a:pt x="933" y="2665"/>
                    <a:pt x="981" y="2617"/>
                    <a:pt x="981" y="2559"/>
                  </a:cubicBezTo>
                  <a:lnTo>
                    <a:pt x="1125" y="117"/>
                  </a:lnTo>
                  <a:cubicBezTo>
                    <a:pt x="1134" y="54"/>
                    <a:pt x="1085" y="0"/>
                    <a:pt x="1032" y="0"/>
                  </a:cubicBezTo>
                  <a:cubicBezTo>
                    <a:pt x="1028" y="0"/>
                    <a:pt x="1024" y="1"/>
                    <a:pt x="1019" y="1"/>
                  </a:cubicBezTo>
                  <a:lnTo>
                    <a:pt x="115" y="1"/>
                  </a:lnTo>
                  <a:cubicBezTo>
                    <a:pt x="110" y="1"/>
                    <a:pt x="106" y="0"/>
                    <a:pt x="101" y="0"/>
                  </a:cubicBezTo>
                  <a:close/>
                </a:path>
              </a:pathLst>
            </a:custGeom>
            <a:solidFill>
              <a:srgbClr val="B3C3C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978" name="Google Shape;17978;p45"/>
            <p:cNvSpPr/>
            <p:nvPr/>
          </p:nvSpPr>
          <p:spPr>
            <a:xfrm>
              <a:off x="7766214" y="1504256"/>
              <a:ext cx="23389" cy="11080"/>
            </a:xfrm>
            <a:custGeom>
              <a:rect b="b" l="l" r="r" t="t"/>
              <a:pathLst>
                <a:path extrusionOk="0" h="424" w="895">
                  <a:moveTo>
                    <a:pt x="270" y="0"/>
                  </a:moveTo>
                  <a:cubicBezTo>
                    <a:pt x="0" y="0"/>
                    <a:pt x="0" y="424"/>
                    <a:pt x="270" y="424"/>
                  </a:cubicBezTo>
                  <a:lnTo>
                    <a:pt x="616" y="424"/>
                  </a:lnTo>
                  <a:cubicBezTo>
                    <a:pt x="895" y="424"/>
                    <a:pt x="895" y="0"/>
                    <a:pt x="616" y="0"/>
                  </a:cubicBezTo>
                  <a:close/>
                </a:path>
              </a:pathLst>
            </a:custGeom>
            <a:solidFill>
              <a:srgbClr val="B3C3C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979" name="Google Shape;17979;p45"/>
            <p:cNvSpPr/>
            <p:nvPr/>
          </p:nvSpPr>
          <p:spPr>
            <a:xfrm>
              <a:off x="7741075" y="1503995"/>
              <a:ext cx="22657" cy="11080"/>
            </a:xfrm>
            <a:custGeom>
              <a:rect b="b" l="l" r="r" t="t"/>
              <a:pathLst>
                <a:path extrusionOk="0" h="424" w="867">
                  <a:moveTo>
                    <a:pt x="280" y="1"/>
                  </a:moveTo>
                  <a:cubicBezTo>
                    <a:pt x="1" y="1"/>
                    <a:pt x="1" y="424"/>
                    <a:pt x="280" y="424"/>
                  </a:cubicBezTo>
                  <a:lnTo>
                    <a:pt x="587" y="424"/>
                  </a:lnTo>
                  <a:cubicBezTo>
                    <a:pt x="866" y="424"/>
                    <a:pt x="866" y="1"/>
                    <a:pt x="587" y="1"/>
                  </a:cubicBezTo>
                  <a:close/>
                </a:path>
              </a:pathLst>
            </a:custGeom>
            <a:solidFill>
              <a:srgbClr val="B3C3C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980" name="Google Shape;17980;p45"/>
            <p:cNvSpPr/>
            <p:nvPr/>
          </p:nvSpPr>
          <p:spPr>
            <a:xfrm>
              <a:off x="7765953" y="1529134"/>
              <a:ext cx="27178" cy="10819"/>
            </a:xfrm>
            <a:custGeom>
              <a:rect b="b" l="l" r="r" t="t"/>
              <a:pathLst>
                <a:path extrusionOk="0" h="414" w="1040">
                  <a:moveTo>
                    <a:pt x="280" y="0"/>
                  </a:moveTo>
                  <a:cubicBezTo>
                    <a:pt x="1" y="0"/>
                    <a:pt x="1" y="414"/>
                    <a:pt x="280" y="414"/>
                  </a:cubicBezTo>
                  <a:lnTo>
                    <a:pt x="760" y="414"/>
                  </a:lnTo>
                  <a:cubicBezTo>
                    <a:pt x="1039" y="414"/>
                    <a:pt x="1039" y="0"/>
                    <a:pt x="760" y="0"/>
                  </a:cubicBezTo>
                  <a:close/>
                </a:path>
              </a:pathLst>
            </a:custGeom>
            <a:solidFill>
              <a:srgbClr val="B3C3C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981" name="Google Shape;17981;p45"/>
            <p:cNvSpPr/>
            <p:nvPr/>
          </p:nvSpPr>
          <p:spPr>
            <a:xfrm>
              <a:off x="7737573" y="1528873"/>
              <a:ext cx="26159" cy="10845"/>
            </a:xfrm>
            <a:custGeom>
              <a:rect b="b" l="l" r="r" t="t"/>
              <a:pathLst>
                <a:path extrusionOk="0" h="415" w="1001">
                  <a:moveTo>
                    <a:pt x="269" y="1"/>
                  </a:moveTo>
                  <a:cubicBezTo>
                    <a:pt x="0" y="1"/>
                    <a:pt x="0" y="414"/>
                    <a:pt x="269" y="414"/>
                  </a:cubicBezTo>
                  <a:lnTo>
                    <a:pt x="721" y="414"/>
                  </a:lnTo>
                  <a:cubicBezTo>
                    <a:pt x="1000" y="414"/>
                    <a:pt x="1000" y="1"/>
                    <a:pt x="721" y="1"/>
                  </a:cubicBezTo>
                  <a:close/>
                </a:path>
              </a:pathLst>
            </a:custGeom>
            <a:solidFill>
              <a:srgbClr val="B3C3C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982" name="Google Shape;17982;p45"/>
            <p:cNvSpPr/>
            <p:nvPr/>
          </p:nvSpPr>
          <p:spPr>
            <a:xfrm>
              <a:off x="7751632" y="1523594"/>
              <a:ext cx="26420" cy="186482"/>
            </a:xfrm>
            <a:custGeom>
              <a:rect b="b" l="l" r="r" t="t"/>
              <a:pathLst>
                <a:path extrusionOk="0" h="7136" w="1011">
                  <a:moveTo>
                    <a:pt x="251" y="1"/>
                  </a:moveTo>
                  <a:lnTo>
                    <a:pt x="10" y="6896"/>
                  </a:lnTo>
                  <a:cubicBezTo>
                    <a:pt x="1" y="7030"/>
                    <a:pt x="106" y="7136"/>
                    <a:pt x="241" y="7136"/>
                  </a:cubicBezTo>
                  <a:lnTo>
                    <a:pt x="780" y="7136"/>
                  </a:lnTo>
                  <a:cubicBezTo>
                    <a:pt x="905" y="7136"/>
                    <a:pt x="1010" y="7030"/>
                    <a:pt x="1010" y="6896"/>
                  </a:cubicBezTo>
                  <a:lnTo>
                    <a:pt x="770" y="1"/>
                  </a:lnTo>
                  <a:close/>
                </a:path>
              </a:pathLst>
            </a:custGeom>
            <a:solidFill>
              <a:srgbClr val="B3C3C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983" name="Google Shape;17983;p45"/>
            <p:cNvSpPr/>
            <p:nvPr/>
          </p:nvSpPr>
          <p:spPr>
            <a:xfrm>
              <a:off x="7764960" y="1523594"/>
              <a:ext cx="13092" cy="186482"/>
            </a:xfrm>
            <a:custGeom>
              <a:rect b="b" l="l" r="r" t="t"/>
              <a:pathLst>
                <a:path extrusionOk="0" h="7136" w="501">
                  <a:moveTo>
                    <a:pt x="0" y="1"/>
                  </a:moveTo>
                  <a:lnTo>
                    <a:pt x="0" y="7136"/>
                  </a:lnTo>
                  <a:lnTo>
                    <a:pt x="270" y="7136"/>
                  </a:lnTo>
                  <a:cubicBezTo>
                    <a:pt x="395" y="7136"/>
                    <a:pt x="500" y="7021"/>
                    <a:pt x="500" y="6896"/>
                  </a:cubicBezTo>
                  <a:lnTo>
                    <a:pt x="260" y="1"/>
                  </a:lnTo>
                  <a:close/>
                </a:path>
              </a:pathLst>
            </a:custGeom>
            <a:solidFill>
              <a:srgbClr val="A5B8C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984" name="Google Shape;17984;p45"/>
            <p:cNvSpPr/>
            <p:nvPr/>
          </p:nvSpPr>
          <p:spPr>
            <a:xfrm>
              <a:off x="7749881" y="1501251"/>
              <a:ext cx="30418" cy="41498"/>
            </a:xfrm>
            <a:custGeom>
              <a:rect b="b" l="l" r="r" t="t"/>
              <a:pathLst>
                <a:path extrusionOk="0" h="1588" w="1164">
                  <a:moveTo>
                    <a:pt x="279" y="0"/>
                  </a:moveTo>
                  <a:cubicBezTo>
                    <a:pt x="241" y="0"/>
                    <a:pt x="202" y="29"/>
                    <a:pt x="202" y="77"/>
                  </a:cubicBezTo>
                  <a:lnTo>
                    <a:pt x="10" y="1500"/>
                  </a:lnTo>
                  <a:cubicBezTo>
                    <a:pt x="0" y="1548"/>
                    <a:pt x="39" y="1587"/>
                    <a:pt x="87" y="1587"/>
                  </a:cubicBezTo>
                  <a:lnTo>
                    <a:pt x="1068" y="1587"/>
                  </a:lnTo>
                  <a:cubicBezTo>
                    <a:pt x="1072" y="1588"/>
                    <a:pt x="1076" y="1588"/>
                    <a:pt x="1080" y="1588"/>
                  </a:cubicBezTo>
                  <a:cubicBezTo>
                    <a:pt x="1124" y="1588"/>
                    <a:pt x="1163" y="1544"/>
                    <a:pt x="1154" y="1500"/>
                  </a:cubicBezTo>
                  <a:lnTo>
                    <a:pt x="962" y="77"/>
                  </a:lnTo>
                  <a:cubicBezTo>
                    <a:pt x="952" y="29"/>
                    <a:pt x="923" y="0"/>
                    <a:pt x="875" y="0"/>
                  </a:cubicBezTo>
                  <a:close/>
                </a:path>
              </a:pathLst>
            </a:custGeom>
            <a:solidFill>
              <a:srgbClr val="D5DDE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985" name="Google Shape;17985;p45"/>
            <p:cNvSpPr/>
            <p:nvPr/>
          </p:nvSpPr>
          <p:spPr>
            <a:xfrm>
              <a:off x="7718967" y="1737201"/>
              <a:ext cx="24904" cy="60444"/>
            </a:xfrm>
            <a:custGeom>
              <a:rect b="b" l="l" r="r" t="t"/>
              <a:pathLst>
                <a:path extrusionOk="0" h="2313" w="953">
                  <a:moveTo>
                    <a:pt x="741" y="1"/>
                  </a:moveTo>
                  <a:cubicBezTo>
                    <a:pt x="626" y="1"/>
                    <a:pt x="539" y="97"/>
                    <a:pt x="539" y="212"/>
                  </a:cubicBezTo>
                  <a:lnTo>
                    <a:pt x="539" y="635"/>
                  </a:lnTo>
                  <a:cubicBezTo>
                    <a:pt x="529" y="779"/>
                    <a:pt x="472" y="914"/>
                    <a:pt x="376" y="1020"/>
                  </a:cubicBezTo>
                  <a:cubicBezTo>
                    <a:pt x="78" y="1299"/>
                    <a:pt x="1" y="1731"/>
                    <a:pt x="174" y="2097"/>
                  </a:cubicBezTo>
                  <a:lnTo>
                    <a:pt x="222" y="2193"/>
                  </a:lnTo>
                  <a:cubicBezTo>
                    <a:pt x="264" y="2277"/>
                    <a:pt x="334" y="2312"/>
                    <a:pt x="404" y="2312"/>
                  </a:cubicBezTo>
                  <a:cubicBezTo>
                    <a:pt x="543" y="2312"/>
                    <a:pt x="680" y="2176"/>
                    <a:pt x="597" y="2010"/>
                  </a:cubicBezTo>
                  <a:lnTo>
                    <a:pt x="549" y="1914"/>
                  </a:lnTo>
                  <a:cubicBezTo>
                    <a:pt x="453" y="1712"/>
                    <a:pt x="501" y="1472"/>
                    <a:pt x="664" y="1318"/>
                  </a:cubicBezTo>
                  <a:cubicBezTo>
                    <a:pt x="847" y="1135"/>
                    <a:pt x="953" y="895"/>
                    <a:pt x="953" y="635"/>
                  </a:cubicBezTo>
                  <a:lnTo>
                    <a:pt x="953" y="202"/>
                  </a:lnTo>
                  <a:cubicBezTo>
                    <a:pt x="953" y="97"/>
                    <a:pt x="856" y="1"/>
                    <a:pt x="741" y="1"/>
                  </a:cubicBezTo>
                  <a:close/>
                </a:path>
              </a:pathLst>
            </a:custGeom>
            <a:solidFill>
              <a:srgbClr val="B9C7D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986" name="Google Shape;17986;p45"/>
            <p:cNvSpPr/>
            <p:nvPr/>
          </p:nvSpPr>
          <p:spPr>
            <a:xfrm>
              <a:off x="7786075" y="1737201"/>
              <a:ext cx="24904" cy="60444"/>
            </a:xfrm>
            <a:custGeom>
              <a:rect b="b" l="l" r="r" t="t"/>
              <a:pathLst>
                <a:path extrusionOk="0" h="2313" w="953">
                  <a:moveTo>
                    <a:pt x="207" y="1"/>
                  </a:moveTo>
                  <a:cubicBezTo>
                    <a:pt x="103" y="1"/>
                    <a:pt x="0" y="68"/>
                    <a:pt x="0" y="202"/>
                  </a:cubicBezTo>
                  <a:lnTo>
                    <a:pt x="0" y="635"/>
                  </a:lnTo>
                  <a:cubicBezTo>
                    <a:pt x="0" y="895"/>
                    <a:pt x="106" y="1135"/>
                    <a:pt x="289" y="1318"/>
                  </a:cubicBezTo>
                  <a:cubicBezTo>
                    <a:pt x="452" y="1472"/>
                    <a:pt x="500" y="1712"/>
                    <a:pt x="404" y="1914"/>
                  </a:cubicBezTo>
                  <a:lnTo>
                    <a:pt x="356" y="2010"/>
                  </a:lnTo>
                  <a:cubicBezTo>
                    <a:pt x="273" y="2176"/>
                    <a:pt x="410" y="2312"/>
                    <a:pt x="548" y="2312"/>
                  </a:cubicBezTo>
                  <a:cubicBezTo>
                    <a:pt x="618" y="2312"/>
                    <a:pt x="689" y="2277"/>
                    <a:pt x="731" y="2193"/>
                  </a:cubicBezTo>
                  <a:lnTo>
                    <a:pt x="779" y="2097"/>
                  </a:lnTo>
                  <a:cubicBezTo>
                    <a:pt x="952" y="1731"/>
                    <a:pt x="866" y="1299"/>
                    <a:pt x="577" y="1020"/>
                  </a:cubicBezTo>
                  <a:cubicBezTo>
                    <a:pt x="471" y="924"/>
                    <a:pt x="414" y="789"/>
                    <a:pt x="414" y="645"/>
                  </a:cubicBezTo>
                  <a:lnTo>
                    <a:pt x="414" y="202"/>
                  </a:lnTo>
                  <a:cubicBezTo>
                    <a:pt x="414" y="68"/>
                    <a:pt x="310" y="1"/>
                    <a:pt x="207" y="1"/>
                  </a:cubicBezTo>
                  <a:close/>
                </a:path>
              </a:pathLst>
            </a:custGeom>
            <a:solidFill>
              <a:srgbClr val="B9C7D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987" name="Google Shape;17987;p45"/>
            <p:cNvSpPr/>
            <p:nvPr/>
          </p:nvSpPr>
          <p:spPr>
            <a:xfrm>
              <a:off x="7764960" y="1792210"/>
              <a:ext cx="14608" cy="69669"/>
            </a:xfrm>
            <a:custGeom>
              <a:rect b="b" l="l" r="r" t="t"/>
              <a:pathLst>
                <a:path extrusionOk="0" h="2666" w="559">
                  <a:moveTo>
                    <a:pt x="465" y="0"/>
                  </a:moveTo>
                  <a:cubicBezTo>
                    <a:pt x="461" y="0"/>
                    <a:pt x="457" y="1"/>
                    <a:pt x="452" y="1"/>
                  </a:cubicBezTo>
                  <a:lnTo>
                    <a:pt x="0" y="1"/>
                  </a:lnTo>
                  <a:lnTo>
                    <a:pt x="0" y="2665"/>
                  </a:lnTo>
                  <a:lnTo>
                    <a:pt x="308" y="2665"/>
                  </a:lnTo>
                  <a:cubicBezTo>
                    <a:pt x="366" y="2665"/>
                    <a:pt x="414" y="2617"/>
                    <a:pt x="414" y="2559"/>
                  </a:cubicBezTo>
                  <a:lnTo>
                    <a:pt x="558" y="117"/>
                  </a:lnTo>
                  <a:cubicBezTo>
                    <a:pt x="558" y="54"/>
                    <a:pt x="517" y="0"/>
                    <a:pt x="465" y="0"/>
                  </a:cubicBezTo>
                  <a:close/>
                </a:path>
              </a:pathLst>
            </a:custGeom>
            <a:solidFill>
              <a:srgbClr val="A5B8C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988" name="Google Shape;17988;p45"/>
            <p:cNvSpPr/>
            <p:nvPr/>
          </p:nvSpPr>
          <p:spPr>
            <a:xfrm>
              <a:off x="7751397" y="1814109"/>
              <a:ext cx="27152" cy="11080"/>
            </a:xfrm>
            <a:custGeom>
              <a:rect b="b" l="l" r="r" t="t"/>
              <a:pathLst>
                <a:path extrusionOk="0" h="424" w="1039">
                  <a:moveTo>
                    <a:pt x="0" y="0"/>
                  </a:moveTo>
                  <a:lnTo>
                    <a:pt x="29" y="423"/>
                  </a:lnTo>
                  <a:lnTo>
                    <a:pt x="1010" y="423"/>
                  </a:lnTo>
                  <a:lnTo>
                    <a:pt x="1039" y="0"/>
                  </a:lnTo>
                  <a:close/>
                </a:path>
              </a:pathLst>
            </a:custGeom>
            <a:solidFill>
              <a:srgbClr val="D5DDE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989" name="Google Shape;17989;p45"/>
            <p:cNvSpPr/>
            <p:nvPr/>
          </p:nvSpPr>
          <p:spPr>
            <a:xfrm>
              <a:off x="7764960" y="1814109"/>
              <a:ext cx="13589" cy="11080"/>
            </a:xfrm>
            <a:custGeom>
              <a:rect b="b" l="l" r="r" t="t"/>
              <a:pathLst>
                <a:path extrusionOk="0" h="424" w="520">
                  <a:moveTo>
                    <a:pt x="0" y="0"/>
                  </a:moveTo>
                  <a:lnTo>
                    <a:pt x="0" y="423"/>
                  </a:lnTo>
                  <a:lnTo>
                    <a:pt x="491" y="423"/>
                  </a:lnTo>
                  <a:lnTo>
                    <a:pt x="520" y="0"/>
                  </a:lnTo>
                  <a:close/>
                </a:path>
              </a:pathLst>
            </a:custGeom>
            <a:solidFill>
              <a:srgbClr val="CAD5D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990" name="Google Shape;17990;p45"/>
            <p:cNvSpPr/>
            <p:nvPr/>
          </p:nvSpPr>
          <p:spPr>
            <a:xfrm>
              <a:off x="7764960" y="1501251"/>
              <a:ext cx="15105" cy="41472"/>
            </a:xfrm>
            <a:custGeom>
              <a:rect b="b" l="l" r="r" t="t"/>
              <a:pathLst>
                <a:path extrusionOk="0" h="1587" w="578">
                  <a:moveTo>
                    <a:pt x="0" y="0"/>
                  </a:moveTo>
                  <a:lnTo>
                    <a:pt x="0" y="1587"/>
                  </a:lnTo>
                  <a:lnTo>
                    <a:pt x="491" y="1587"/>
                  </a:lnTo>
                  <a:cubicBezTo>
                    <a:pt x="539" y="1587"/>
                    <a:pt x="577" y="1548"/>
                    <a:pt x="568" y="1500"/>
                  </a:cubicBezTo>
                  <a:lnTo>
                    <a:pt x="375" y="77"/>
                  </a:lnTo>
                  <a:cubicBezTo>
                    <a:pt x="375" y="29"/>
                    <a:pt x="337" y="0"/>
                    <a:pt x="298" y="0"/>
                  </a:cubicBezTo>
                  <a:close/>
                </a:path>
              </a:pathLst>
            </a:custGeom>
            <a:solidFill>
              <a:srgbClr val="CAD5D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7991" name="Google Shape;17991;p45"/>
          <p:cNvGrpSpPr/>
          <p:nvPr/>
        </p:nvGrpSpPr>
        <p:grpSpPr>
          <a:xfrm>
            <a:off x="8150179" y="1316603"/>
            <a:ext cx="150810" cy="360629"/>
            <a:chOff x="8150179" y="1501251"/>
            <a:chExt cx="150810" cy="360629"/>
          </a:xfrm>
        </p:grpSpPr>
        <p:sp>
          <p:nvSpPr>
            <p:cNvPr id="17992" name="Google Shape;17992;p45"/>
            <p:cNvSpPr/>
            <p:nvPr/>
          </p:nvSpPr>
          <p:spPr>
            <a:xfrm>
              <a:off x="8150179" y="1656034"/>
              <a:ext cx="150549" cy="205846"/>
            </a:xfrm>
            <a:custGeom>
              <a:rect b="b" l="l" r="r" t="t"/>
              <a:pathLst>
                <a:path extrusionOk="0" h="7877" w="5761">
                  <a:moveTo>
                    <a:pt x="2886" y="1"/>
                  </a:moveTo>
                  <a:cubicBezTo>
                    <a:pt x="2799" y="1"/>
                    <a:pt x="2626" y="1"/>
                    <a:pt x="2549" y="10"/>
                  </a:cubicBezTo>
                  <a:cubicBezTo>
                    <a:pt x="1520" y="87"/>
                    <a:pt x="722" y="626"/>
                    <a:pt x="722" y="1693"/>
                  </a:cubicBezTo>
                  <a:cubicBezTo>
                    <a:pt x="722" y="1962"/>
                    <a:pt x="770" y="2241"/>
                    <a:pt x="885" y="2491"/>
                  </a:cubicBezTo>
                  <a:cubicBezTo>
                    <a:pt x="1058" y="2933"/>
                    <a:pt x="982" y="3433"/>
                    <a:pt x="674" y="3789"/>
                  </a:cubicBezTo>
                  <a:cubicBezTo>
                    <a:pt x="241" y="4299"/>
                    <a:pt x="1" y="4943"/>
                    <a:pt x="1" y="5607"/>
                  </a:cubicBezTo>
                  <a:cubicBezTo>
                    <a:pt x="1" y="7068"/>
                    <a:pt x="1116" y="7790"/>
                    <a:pt x="2549" y="7866"/>
                  </a:cubicBezTo>
                  <a:cubicBezTo>
                    <a:pt x="2626" y="7866"/>
                    <a:pt x="2799" y="7876"/>
                    <a:pt x="2886" y="7876"/>
                  </a:cubicBezTo>
                  <a:cubicBezTo>
                    <a:pt x="2962" y="7876"/>
                    <a:pt x="3136" y="7876"/>
                    <a:pt x="3222" y="7866"/>
                  </a:cubicBezTo>
                  <a:cubicBezTo>
                    <a:pt x="4645" y="7790"/>
                    <a:pt x="5761" y="7068"/>
                    <a:pt x="5761" y="5607"/>
                  </a:cubicBezTo>
                  <a:cubicBezTo>
                    <a:pt x="5761" y="4943"/>
                    <a:pt x="5530" y="4299"/>
                    <a:pt x="5097" y="3789"/>
                  </a:cubicBezTo>
                  <a:cubicBezTo>
                    <a:pt x="4780" y="3433"/>
                    <a:pt x="4703" y="2933"/>
                    <a:pt x="4886" y="2491"/>
                  </a:cubicBezTo>
                  <a:cubicBezTo>
                    <a:pt x="4991" y="2241"/>
                    <a:pt x="5049" y="1962"/>
                    <a:pt x="5049" y="1693"/>
                  </a:cubicBezTo>
                  <a:cubicBezTo>
                    <a:pt x="5049" y="626"/>
                    <a:pt x="4251" y="87"/>
                    <a:pt x="3222" y="10"/>
                  </a:cubicBezTo>
                  <a:cubicBezTo>
                    <a:pt x="3136" y="10"/>
                    <a:pt x="2972" y="1"/>
                    <a:pt x="2886" y="1"/>
                  </a:cubicBezTo>
                  <a:close/>
                </a:path>
              </a:pathLst>
            </a:custGeom>
            <a:solidFill>
              <a:srgbClr val="B3C3C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993" name="Google Shape;17993;p45"/>
            <p:cNvSpPr/>
            <p:nvPr/>
          </p:nvSpPr>
          <p:spPr>
            <a:xfrm>
              <a:off x="8206468" y="1656034"/>
              <a:ext cx="94521" cy="205846"/>
            </a:xfrm>
            <a:custGeom>
              <a:rect b="b" l="l" r="r" t="t"/>
              <a:pathLst>
                <a:path extrusionOk="0" h="7877" w="3617">
                  <a:moveTo>
                    <a:pt x="732" y="1"/>
                  </a:moveTo>
                  <a:cubicBezTo>
                    <a:pt x="645" y="1"/>
                    <a:pt x="472" y="1"/>
                    <a:pt x="395" y="10"/>
                  </a:cubicBezTo>
                  <a:cubicBezTo>
                    <a:pt x="308" y="20"/>
                    <a:pt x="231" y="29"/>
                    <a:pt x="155" y="39"/>
                  </a:cubicBezTo>
                  <a:cubicBezTo>
                    <a:pt x="991" y="77"/>
                    <a:pt x="2135" y="327"/>
                    <a:pt x="2135" y="1049"/>
                  </a:cubicBezTo>
                  <a:cubicBezTo>
                    <a:pt x="2145" y="2010"/>
                    <a:pt x="1645" y="1962"/>
                    <a:pt x="1280" y="2491"/>
                  </a:cubicBezTo>
                  <a:cubicBezTo>
                    <a:pt x="1010" y="2885"/>
                    <a:pt x="1183" y="3433"/>
                    <a:pt x="1491" y="3789"/>
                  </a:cubicBezTo>
                  <a:cubicBezTo>
                    <a:pt x="1924" y="4299"/>
                    <a:pt x="2155" y="4943"/>
                    <a:pt x="2155" y="5607"/>
                  </a:cubicBezTo>
                  <a:cubicBezTo>
                    <a:pt x="2155" y="6934"/>
                    <a:pt x="1241" y="7655"/>
                    <a:pt x="1" y="7828"/>
                  </a:cubicBezTo>
                  <a:cubicBezTo>
                    <a:pt x="135" y="7847"/>
                    <a:pt x="260" y="7857"/>
                    <a:pt x="395" y="7866"/>
                  </a:cubicBezTo>
                  <a:cubicBezTo>
                    <a:pt x="481" y="7866"/>
                    <a:pt x="645" y="7876"/>
                    <a:pt x="732" y="7876"/>
                  </a:cubicBezTo>
                  <a:cubicBezTo>
                    <a:pt x="818" y="7876"/>
                    <a:pt x="982" y="7876"/>
                    <a:pt x="1068" y="7866"/>
                  </a:cubicBezTo>
                  <a:cubicBezTo>
                    <a:pt x="2491" y="7790"/>
                    <a:pt x="3616" y="7068"/>
                    <a:pt x="3616" y="5607"/>
                  </a:cubicBezTo>
                  <a:cubicBezTo>
                    <a:pt x="3616" y="4943"/>
                    <a:pt x="3376" y="4299"/>
                    <a:pt x="2943" y="3789"/>
                  </a:cubicBezTo>
                  <a:cubicBezTo>
                    <a:pt x="2626" y="3433"/>
                    <a:pt x="2549" y="2933"/>
                    <a:pt x="2732" y="2491"/>
                  </a:cubicBezTo>
                  <a:cubicBezTo>
                    <a:pt x="2837" y="2241"/>
                    <a:pt x="2895" y="1962"/>
                    <a:pt x="2895" y="1693"/>
                  </a:cubicBezTo>
                  <a:cubicBezTo>
                    <a:pt x="2895" y="626"/>
                    <a:pt x="2097" y="87"/>
                    <a:pt x="1068" y="10"/>
                  </a:cubicBezTo>
                  <a:cubicBezTo>
                    <a:pt x="982" y="10"/>
                    <a:pt x="818" y="1"/>
                    <a:pt x="732" y="1"/>
                  </a:cubicBezTo>
                  <a:close/>
                </a:path>
              </a:pathLst>
            </a:custGeom>
            <a:solidFill>
              <a:srgbClr val="A5B8C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994" name="Google Shape;17994;p45"/>
            <p:cNvSpPr/>
            <p:nvPr/>
          </p:nvSpPr>
          <p:spPr>
            <a:xfrm>
              <a:off x="8209996" y="1513559"/>
              <a:ext cx="30941" cy="168894"/>
            </a:xfrm>
            <a:custGeom>
              <a:rect b="b" l="l" r="r" t="t"/>
              <a:pathLst>
                <a:path extrusionOk="0" h="6463" w="1184">
                  <a:moveTo>
                    <a:pt x="250" y="0"/>
                  </a:moveTo>
                  <a:lnTo>
                    <a:pt x="10" y="6347"/>
                  </a:lnTo>
                  <a:cubicBezTo>
                    <a:pt x="0" y="6414"/>
                    <a:pt x="58" y="6462"/>
                    <a:pt x="116" y="6462"/>
                  </a:cubicBezTo>
                  <a:lnTo>
                    <a:pt x="1068" y="6462"/>
                  </a:lnTo>
                  <a:cubicBezTo>
                    <a:pt x="1135" y="6462"/>
                    <a:pt x="1183" y="6405"/>
                    <a:pt x="1173" y="6347"/>
                  </a:cubicBezTo>
                  <a:lnTo>
                    <a:pt x="933" y="0"/>
                  </a:lnTo>
                  <a:close/>
                </a:path>
              </a:pathLst>
            </a:custGeom>
            <a:solidFill>
              <a:srgbClr val="D5DDE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995" name="Google Shape;17995;p45"/>
            <p:cNvSpPr/>
            <p:nvPr/>
          </p:nvSpPr>
          <p:spPr>
            <a:xfrm>
              <a:off x="8198419" y="1702785"/>
              <a:ext cx="54329" cy="54303"/>
            </a:xfrm>
            <a:custGeom>
              <a:rect b="b" l="l" r="r" t="t"/>
              <a:pathLst>
                <a:path extrusionOk="0" h="2078" w="2079">
                  <a:moveTo>
                    <a:pt x="1040" y="0"/>
                  </a:moveTo>
                  <a:cubicBezTo>
                    <a:pt x="463" y="0"/>
                    <a:pt x="1" y="471"/>
                    <a:pt x="1" y="1039"/>
                  </a:cubicBezTo>
                  <a:cubicBezTo>
                    <a:pt x="1" y="1616"/>
                    <a:pt x="463" y="2077"/>
                    <a:pt x="1040" y="2077"/>
                  </a:cubicBezTo>
                  <a:cubicBezTo>
                    <a:pt x="1607" y="2077"/>
                    <a:pt x="2078" y="1616"/>
                    <a:pt x="2078" y="1039"/>
                  </a:cubicBezTo>
                  <a:cubicBezTo>
                    <a:pt x="2078" y="471"/>
                    <a:pt x="1607" y="0"/>
                    <a:pt x="1040" y="0"/>
                  </a:cubicBez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996" name="Google Shape;17996;p45"/>
            <p:cNvSpPr/>
            <p:nvPr/>
          </p:nvSpPr>
          <p:spPr>
            <a:xfrm>
              <a:off x="8189639" y="1809327"/>
              <a:ext cx="71629" cy="21141"/>
            </a:xfrm>
            <a:custGeom>
              <a:rect b="b" l="l" r="r" t="t"/>
              <a:pathLst>
                <a:path extrusionOk="0" h="809" w="2741">
                  <a:moveTo>
                    <a:pt x="106" y="0"/>
                  </a:moveTo>
                  <a:cubicBezTo>
                    <a:pt x="48" y="0"/>
                    <a:pt x="0" y="48"/>
                    <a:pt x="0" y="106"/>
                  </a:cubicBezTo>
                  <a:lnTo>
                    <a:pt x="0" y="702"/>
                  </a:lnTo>
                  <a:cubicBezTo>
                    <a:pt x="0" y="760"/>
                    <a:pt x="48" y="808"/>
                    <a:pt x="106" y="808"/>
                  </a:cubicBezTo>
                  <a:lnTo>
                    <a:pt x="2635" y="808"/>
                  </a:lnTo>
                  <a:cubicBezTo>
                    <a:pt x="2693" y="808"/>
                    <a:pt x="2741" y="760"/>
                    <a:pt x="2741" y="702"/>
                  </a:cubicBezTo>
                  <a:lnTo>
                    <a:pt x="2741" y="106"/>
                  </a:lnTo>
                  <a:cubicBezTo>
                    <a:pt x="2741" y="48"/>
                    <a:pt x="2693" y="0"/>
                    <a:pt x="2635" y="0"/>
                  </a:cubicBezTo>
                  <a:close/>
                </a:path>
              </a:pathLst>
            </a:custGeom>
            <a:solidFill>
              <a:srgbClr val="D5DDE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997" name="Google Shape;17997;p45"/>
            <p:cNvSpPr/>
            <p:nvPr/>
          </p:nvSpPr>
          <p:spPr>
            <a:xfrm>
              <a:off x="8189639" y="1817114"/>
              <a:ext cx="71629" cy="13354"/>
            </a:xfrm>
            <a:custGeom>
              <a:rect b="b" l="l" r="r" t="t"/>
              <a:pathLst>
                <a:path extrusionOk="0" h="511" w="2741">
                  <a:moveTo>
                    <a:pt x="0" y="0"/>
                  </a:moveTo>
                  <a:lnTo>
                    <a:pt x="0" y="404"/>
                  </a:lnTo>
                  <a:cubicBezTo>
                    <a:pt x="0" y="462"/>
                    <a:pt x="48" y="510"/>
                    <a:pt x="106" y="510"/>
                  </a:cubicBezTo>
                  <a:lnTo>
                    <a:pt x="2635" y="510"/>
                  </a:lnTo>
                  <a:cubicBezTo>
                    <a:pt x="2693" y="510"/>
                    <a:pt x="2741" y="462"/>
                    <a:pt x="2741" y="404"/>
                  </a:cubicBezTo>
                  <a:lnTo>
                    <a:pt x="2741" y="10"/>
                  </a:lnTo>
                  <a:cubicBezTo>
                    <a:pt x="2741" y="58"/>
                    <a:pt x="2693" y="106"/>
                    <a:pt x="2635" y="106"/>
                  </a:cubicBezTo>
                  <a:lnTo>
                    <a:pt x="106" y="106"/>
                  </a:lnTo>
                  <a:cubicBezTo>
                    <a:pt x="48" y="106"/>
                    <a:pt x="0" y="58"/>
                    <a:pt x="0" y="0"/>
                  </a:cubicBezTo>
                  <a:close/>
                </a:path>
              </a:pathLst>
            </a:custGeom>
            <a:solidFill>
              <a:srgbClr val="C1CED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998" name="Google Shape;17998;p45"/>
            <p:cNvSpPr/>
            <p:nvPr/>
          </p:nvSpPr>
          <p:spPr>
            <a:xfrm>
              <a:off x="8225571" y="1513559"/>
              <a:ext cx="15366" cy="168894"/>
            </a:xfrm>
            <a:custGeom>
              <a:rect b="b" l="l" r="r" t="t"/>
              <a:pathLst>
                <a:path extrusionOk="0" h="6463" w="588">
                  <a:moveTo>
                    <a:pt x="1" y="0"/>
                  </a:moveTo>
                  <a:lnTo>
                    <a:pt x="1" y="10"/>
                  </a:lnTo>
                  <a:lnTo>
                    <a:pt x="1" y="6462"/>
                  </a:lnTo>
                  <a:lnTo>
                    <a:pt x="472" y="6462"/>
                  </a:lnTo>
                  <a:cubicBezTo>
                    <a:pt x="539" y="6462"/>
                    <a:pt x="587" y="6414"/>
                    <a:pt x="587" y="6347"/>
                  </a:cubicBezTo>
                  <a:lnTo>
                    <a:pt x="347" y="0"/>
                  </a:lnTo>
                  <a:close/>
                </a:path>
              </a:pathLst>
            </a:custGeom>
            <a:solidFill>
              <a:srgbClr val="C1CED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999" name="Google Shape;17999;p45"/>
            <p:cNvSpPr/>
            <p:nvPr/>
          </p:nvSpPr>
          <p:spPr>
            <a:xfrm>
              <a:off x="8204456" y="1501251"/>
              <a:ext cx="41995" cy="50018"/>
            </a:xfrm>
            <a:custGeom>
              <a:rect b="b" l="l" r="r" t="t"/>
              <a:pathLst>
                <a:path extrusionOk="0" h="1914" w="1607">
                  <a:moveTo>
                    <a:pt x="193" y="0"/>
                  </a:moveTo>
                  <a:cubicBezTo>
                    <a:pt x="87" y="0"/>
                    <a:pt x="1" y="96"/>
                    <a:pt x="10" y="202"/>
                  </a:cubicBezTo>
                  <a:lnTo>
                    <a:pt x="155" y="1741"/>
                  </a:lnTo>
                  <a:cubicBezTo>
                    <a:pt x="164" y="1837"/>
                    <a:pt x="241" y="1914"/>
                    <a:pt x="337" y="1914"/>
                  </a:cubicBezTo>
                  <a:lnTo>
                    <a:pt x="1280" y="1914"/>
                  </a:lnTo>
                  <a:cubicBezTo>
                    <a:pt x="1376" y="1914"/>
                    <a:pt x="1453" y="1837"/>
                    <a:pt x="1462" y="1741"/>
                  </a:cubicBezTo>
                  <a:lnTo>
                    <a:pt x="1597" y="202"/>
                  </a:lnTo>
                  <a:cubicBezTo>
                    <a:pt x="1607" y="96"/>
                    <a:pt x="1520" y="0"/>
                    <a:pt x="1414" y="0"/>
                  </a:cubicBezTo>
                  <a:close/>
                </a:path>
              </a:pathLst>
            </a:custGeom>
            <a:solidFill>
              <a:srgbClr val="B3C3C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000" name="Google Shape;18000;p45"/>
            <p:cNvSpPr/>
            <p:nvPr/>
          </p:nvSpPr>
          <p:spPr>
            <a:xfrm>
              <a:off x="8225571" y="1501251"/>
              <a:ext cx="20880" cy="50018"/>
            </a:xfrm>
            <a:custGeom>
              <a:rect b="b" l="l" r="r" t="t"/>
              <a:pathLst>
                <a:path extrusionOk="0" h="1914" w="799">
                  <a:moveTo>
                    <a:pt x="1" y="0"/>
                  </a:moveTo>
                  <a:lnTo>
                    <a:pt x="1" y="1914"/>
                  </a:lnTo>
                  <a:lnTo>
                    <a:pt x="472" y="1914"/>
                  </a:lnTo>
                  <a:cubicBezTo>
                    <a:pt x="568" y="1914"/>
                    <a:pt x="645" y="1837"/>
                    <a:pt x="654" y="1741"/>
                  </a:cubicBezTo>
                  <a:lnTo>
                    <a:pt x="789" y="202"/>
                  </a:lnTo>
                  <a:cubicBezTo>
                    <a:pt x="799" y="96"/>
                    <a:pt x="712" y="0"/>
                    <a:pt x="606" y="0"/>
                  </a:cubicBezTo>
                  <a:close/>
                </a:path>
              </a:pathLst>
            </a:custGeom>
            <a:solidFill>
              <a:srgbClr val="A5B8C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18001" name="Google Shape;18001;p45"/>
          <p:cNvSpPr/>
          <p:nvPr/>
        </p:nvSpPr>
        <p:spPr>
          <a:xfrm>
            <a:off x="4948085" y="2722297"/>
            <a:ext cx="32744" cy="15889"/>
          </a:xfrm>
          <a:custGeom>
            <a:rect b="b" l="l" r="r" t="t"/>
            <a:pathLst>
              <a:path extrusionOk="0" h="608" w="1253">
                <a:moveTo>
                  <a:pt x="295" y="1"/>
                </a:moveTo>
                <a:cubicBezTo>
                  <a:pt x="75" y="1"/>
                  <a:pt x="0" y="336"/>
                  <a:pt x="237" y="415"/>
                </a:cubicBezTo>
                <a:lnTo>
                  <a:pt x="891" y="597"/>
                </a:lnTo>
                <a:cubicBezTo>
                  <a:pt x="915" y="604"/>
                  <a:pt x="937" y="607"/>
                  <a:pt x="958" y="607"/>
                </a:cubicBezTo>
                <a:cubicBezTo>
                  <a:pt x="1178" y="607"/>
                  <a:pt x="1253" y="272"/>
                  <a:pt x="1016" y="193"/>
                </a:cubicBezTo>
                <a:lnTo>
                  <a:pt x="362" y="11"/>
                </a:lnTo>
                <a:cubicBezTo>
                  <a:pt x="338" y="4"/>
                  <a:pt x="316" y="1"/>
                  <a:pt x="295" y="1"/>
                </a:cubicBezTo>
                <a:close/>
              </a:path>
            </a:pathLst>
          </a:custGeom>
          <a:solidFill>
            <a:srgbClr val="98ADB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nvGrpSpPr>
          <p:cNvPr id="18002" name="Google Shape;18002;p45"/>
          <p:cNvGrpSpPr/>
          <p:nvPr/>
        </p:nvGrpSpPr>
        <p:grpSpPr>
          <a:xfrm>
            <a:off x="4877867" y="2718298"/>
            <a:ext cx="170149" cy="360629"/>
            <a:chOff x="4877867" y="2902946"/>
            <a:chExt cx="170149" cy="360629"/>
          </a:xfrm>
        </p:grpSpPr>
        <p:sp>
          <p:nvSpPr>
            <p:cNvPr id="18003" name="Google Shape;18003;p45"/>
            <p:cNvSpPr/>
            <p:nvPr/>
          </p:nvSpPr>
          <p:spPr>
            <a:xfrm>
              <a:off x="4942780" y="2925315"/>
              <a:ext cx="32692" cy="15915"/>
            </a:xfrm>
            <a:custGeom>
              <a:rect b="b" l="l" r="r" t="t"/>
              <a:pathLst>
                <a:path extrusionOk="0" h="609" w="1251">
                  <a:moveTo>
                    <a:pt x="297" y="0"/>
                  </a:moveTo>
                  <a:cubicBezTo>
                    <a:pt x="77" y="0"/>
                    <a:pt x="1" y="343"/>
                    <a:pt x="238" y="414"/>
                  </a:cubicBezTo>
                  <a:lnTo>
                    <a:pt x="892" y="596"/>
                  </a:lnTo>
                  <a:cubicBezTo>
                    <a:pt x="917" y="605"/>
                    <a:pt x="941" y="608"/>
                    <a:pt x="963" y="608"/>
                  </a:cubicBezTo>
                  <a:cubicBezTo>
                    <a:pt x="1172" y="608"/>
                    <a:pt x="1251" y="272"/>
                    <a:pt x="1007" y="202"/>
                  </a:cubicBezTo>
                  <a:lnTo>
                    <a:pt x="363" y="10"/>
                  </a:lnTo>
                  <a:cubicBezTo>
                    <a:pt x="340" y="3"/>
                    <a:pt x="318" y="0"/>
                    <a:pt x="297" y="0"/>
                  </a:cubicBezTo>
                  <a:close/>
                </a:path>
              </a:pathLst>
            </a:custGeom>
            <a:solidFill>
              <a:srgbClr val="98ADB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004" name="Google Shape;18004;p45"/>
            <p:cNvSpPr/>
            <p:nvPr/>
          </p:nvSpPr>
          <p:spPr>
            <a:xfrm>
              <a:off x="4937345" y="2943843"/>
              <a:ext cx="32927" cy="15915"/>
            </a:xfrm>
            <a:custGeom>
              <a:rect b="b" l="l" r="r" t="t"/>
              <a:pathLst>
                <a:path extrusionOk="0" h="609" w="1260">
                  <a:moveTo>
                    <a:pt x="296" y="0"/>
                  </a:moveTo>
                  <a:cubicBezTo>
                    <a:pt x="80" y="0"/>
                    <a:pt x="1" y="337"/>
                    <a:pt x="244" y="407"/>
                  </a:cubicBezTo>
                  <a:lnTo>
                    <a:pt x="898" y="599"/>
                  </a:lnTo>
                  <a:cubicBezTo>
                    <a:pt x="920" y="606"/>
                    <a:pt x="942" y="609"/>
                    <a:pt x="962" y="609"/>
                  </a:cubicBezTo>
                  <a:cubicBezTo>
                    <a:pt x="1176" y="609"/>
                    <a:pt x="1259" y="265"/>
                    <a:pt x="1013" y="195"/>
                  </a:cubicBezTo>
                  <a:lnTo>
                    <a:pt x="369" y="12"/>
                  </a:lnTo>
                  <a:cubicBezTo>
                    <a:pt x="343" y="4"/>
                    <a:pt x="319" y="0"/>
                    <a:pt x="296" y="0"/>
                  </a:cubicBezTo>
                  <a:close/>
                </a:path>
              </a:pathLst>
            </a:custGeom>
            <a:solidFill>
              <a:srgbClr val="98ADB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005" name="Google Shape;18005;p45"/>
            <p:cNvSpPr/>
            <p:nvPr/>
          </p:nvSpPr>
          <p:spPr>
            <a:xfrm>
              <a:off x="4877867" y="3063164"/>
              <a:ext cx="170149" cy="200410"/>
            </a:xfrm>
            <a:custGeom>
              <a:rect b="b" l="l" r="r" t="t"/>
              <a:pathLst>
                <a:path extrusionOk="0" h="7669" w="6511">
                  <a:moveTo>
                    <a:pt x="1064" y="0"/>
                  </a:moveTo>
                  <a:cubicBezTo>
                    <a:pt x="676" y="0"/>
                    <a:pt x="586" y="1024"/>
                    <a:pt x="1357" y="2629"/>
                  </a:cubicBezTo>
                  <a:cubicBezTo>
                    <a:pt x="1693" y="3351"/>
                    <a:pt x="1366" y="3293"/>
                    <a:pt x="683" y="4245"/>
                  </a:cubicBezTo>
                  <a:cubicBezTo>
                    <a:pt x="1" y="5207"/>
                    <a:pt x="405" y="7534"/>
                    <a:pt x="2905" y="7659"/>
                  </a:cubicBezTo>
                  <a:cubicBezTo>
                    <a:pt x="2982" y="7659"/>
                    <a:pt x="3136" y="7668"/>
                    <a:pt x="3222" y="7668"/>
                  </a:cubicBezTo>
                  <a:cubicBezTo>
                    <a:pt x="3299" y="7668"/>
                    <a:pt x="3424" y="7668"/>
                    <a:pt x="3501" y="7659"/>
                  </a:cubicBezTo>
                  <a:cubicBezTo>
                    <a:pt x="6011" y="7534"/>
                    <a:pt x="6511" y="5168"/>
                    <a:pt x="5751" y="4255"/>
                  </a:cubicBezTo>
                  <a:cubicBezTo>
                    <a:pt x="5203" y="3610"/>
                    <a:pt x="4924" y="3428"/>
                    <a:pt x="4915" y="3101"/>
                  </a:cubicBezTo>
                  <a:cubicBezTo>
                    <a:pt x="4915" y="2908"/>
                    <a:pt x="5934" y="1677"/>
                    <a:pt x="5549" y="1004"/>
                  </a:cubicBezTo>
                  <a:cubicBezTo>
                    <a:pt x="5517" y="947"/>
                    <a:pt x="5476" y="922"/>
                    <a:pt x="5428" y="922"/>
                  </a:cubicBezTo>
                  <a:cubicBezTo>
                    <a:pt x="5128" y="922"/>
                    <a:pt x="4547" y="1898"/>
                    <a:pt x="4014" y="1898"/>
                  </a:cubicBezTo>
                  <a:cubicBezTo>
                    <a:pt x="3822" y="1898"/>
                    <a:pt x="3636" y="1771"/>
                    <a:pt x="3472" y="1427"/>
                  </a:cubicBezTo>
                  <a:lnTo>
                    <a:pt x="3472" y="1206"/>
                  </a:lnTo>
                  <a:lnTo>
                    <a:pt x="2780" y="1206"/>
                  </a:lnTo>
                  <a:cubicBezTo>
                    <a:pt x="1587" y="1206"/>
                    <a:pt x="1674" y="110"/>
                    <a:pt x="1107" y="4"/>
                  </a:cubicBezTo>
                  <a:cubicBezTo>
                    <a:pt x="1092" y="2"/>
                    <a:pt x="1078" y="0"/>
                    <a:pt x="1064" y="0"/>
                  </a:cubicBezTo>
                  <a:close/>
                </a:path>
              </a:pathLst>
            </a:custGeom>
            <a:solidFill>
              <a:srgbClr val="BAC8D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006" name="Google Shape;18006;p45"/>
            <p:cNvSpPr/>
            <p:nvPr/>
          </p:nvSpPr>
          <p:spPr>
            <a:xfrm>
              <a:off x="4942963" y="3088905"/>
              <a:ext cx="105053" cy="174670"/>
            </a:xfrm>
            <a:custGeom>
              <a:rect b="b" l="l" r="r" t="t"/>
              <a:pathLst>
                <a:path extrusionOk="0" h="6684" w="4020">
                  <a:moveTo>
                    <a:pt x="3039" y="0"/>
                  </a:moveTo>
                  <a:cubicBezTo>
                    <a:pt x="3039" y="1029"/>
                    <a:pt x="991" y="1779"/>
                    <a:pt x="991" y="2270"/>
                  </a:cubicBezTo>
                  <a:cubicBezTo>
                    <a:pt x="991" y="2587"/>
                    <a:pt x="1279" y="2635"/>
                    <a:pt x="1827" y="3260"/>
                  </a:cubicBezTo>
                  <a:cubicBezTo>
                    <a:pt x="2539" y="4135"/>
                    <a:pt x="2145" y="6279"/>
                    <a:pt x="0" y="6626"/>
                  </a:cubicBezTo>
                  <a:cubicBezTo>
                    <a:pt x="135" y="6654"/>
                    <a:pt x="279" y="6664"/>
                    <a:pt x="414" y="6674"/>
                  </a:cubicBezTo>
                  <a:cubicBezTo>
                    <a:pt x="500" y="6674"/>
                    <a:pt x="645" y="6683"/>
                    <a:pt x="731" y="6683"/>
                  </a:cubicBezTo>
                  <a:cubicBezTo>
                    <a:pt x="808" y="6683"/>
                    <a:pt x="933" y="6683"/>
                    <a:pt x="1020" y="6674"/>
                  </a:cubicBezTo>
                  <a:cubicBezTo>
                    <a:pt x="3520" y="6549"/>
                    <a:pt x="4020" y="4183"/>
                    <a:pt x="3260" y="3270"/>
                  </a:cubicBezTo>
                  <a:cubicBezTo>
                    <a:pt x="2712" y="2625"/>
                    <a:pt x="2433" y="2443"/>
                    <a:pt x="2424" y="2116"/>
                  </a:cubicBezTo>
                  <a:cubicBezTo>
                    <a:pt x="2424" y="1923"/>
                    <a:pt x="3443" y="692"/>
                    <a:pt x="3058" y="19"/>
                  </a:cubicBezTo>
                  <a:cubicBezTo>
                    <a:pt x="3058" y="10"/>
                    <a:pt x="3049" y="0"/>
                    <a:pt x="3039" y="0"/>
                  </a:cubicBezTo>
                  <a:close/>
                </a:path>
              </a:pathLst>
            </a:custGeom>
            <a:solidFill>
              <a:srgbClr val="95A6B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007" name="Google Shape;18007;p45"/>
            <p:cNvSpPr/>
            <p:nvPr/>
          </p:nvSpPr>
          <p:spPr>
            <a:xfrm>
              <a:off x="4949496" y="2966761"/>
              <a:ext cx="25662" cy="161368"/>
            </a:xfrm>
            <a:custGeom>
              <a:rect b="b" l="l" r="r" t="t"/>
              <a:pathLst>
                <a:path extrusionOk="0" h="6175" w="982">
                  <a:moveTo>
                    <a:pt x="202" y="1"/>
                  </a:moveTo>
                  <a:lnTo>
                    <a:pt x="0" y="5982"/>
                  </a:lnTo>
                  <a:cubicBezTo>
                    <a:pt x="0" y="6088"/>
                    <a:pt x="77" y="6174"/>
                    <a:pt x="183" y="6174"/>
                  </a:cubicBezTo>
                  <a:lnTo>
                    <a:pt x="798" y="6174"/>
                  </a:lnTo>
                  <a:cubicBezTo>
                    <a:pt x="904" y="6165"/>
                    <a:pt x="981" y="6088"/>
                    <a:pt x="981" y="5982"/>
                  </a:cubicBezTo>
                  <a:lnTo>
                    <a:pt x="779" y="1"/>
                  </a:lnTo>
                  <a:close/>
                </a:path>
              </a:pathLst>
            </a:custGeom>
            <a:solidFill>
              <a:srgbClr val="B3C3C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008" name="Google Shape;18008;p45"/>
            <p:cNvSpPr/>
            <p:nvPr/>
          </p:nvSpPr>
          <p:spPr>
            <a:xfrm>
              <a:off x="4962301" y="2967023"/>
              <a:ext cx="12857" cy="161107"/>
            </a:xfrm>
            <a:custGeom>
              <a:rect b="b" l="l" r="r" t="t"/>
              <a:pathLst>
                <a:path extrusionOk="0" h="6165" w="492">
                  <a:moveTo>
                    <a:pt x="1" y="0"/>
                  </a:moveTo>
                  <a:lnTo>
                    <a:pt x="1" y="6164"/>
                  </a:lnTo>
                  <a:lnTo>
                    <a:pt x="308" y="6164"/>
                  </a:lnTo>
                  <a:cubicBezTo>
                    <a:pt x="414" y="6164"/>
                    <a:pt x="491" y="6078"/>
                    <a:pt x="491" y="5982"/>
                  </a:cubicBezTo>
                  <a:lnTo>
                    <a:pt x="289" y="0"/>
                  </a:lnTo>
                  <a:close/>
                </a:path>
              </a:pathLst>
            </a:custGeom>
            <a:solidFill>
              <a:srgbClr val="98ADB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009" name="Google Shape;18009;p45"/>
            <p:cNvSpPr/>
            <p:nvPr/>
          </p:nvSpPr>
          <p:spPr>
            <a:xfrm>
              <a:off x="4948739" y="2902946"/>
              <a:ext cx="33685" cy="71394"/>
            </a:xfrm>
            <a:custGeom>
              <a:rect b="b" l="l" r="r" t="t"/>
              <a:pathLst>
                <a:path extrusionOk="0" h="2732" w="1289">
                  <a:moveTo>
                    <a:pt x="914" y="0"/>
                  </a:moveTo>
                  <a:cubicBezTo>
                    <a:pt x="818" y="0"/>
                    <a:pt x="731" y="68"/>
                    <a:pt x="702" y="154"/>
                  </a:cubicBezTo>
                  <a:lnTo>
                    <a:pt x="39" y="2452"/>
                  </a:lnTo>
                  <a:cubicBezTo>
                    <a:pt x="0" y="2587"/>
                    <a:pt x="106" y="2731"/>
                    <a:pt x="260" y="2731"/>
                  </a:cubicBezTo>
                  <a:lnTo>
                    <a:pt x="702" y="2731"/>
                  </a:lnTo>
                  <a:cubicBezTo>
                    <a:pt x="799" y="2731"/>
                    <a:pt x="885" y="2664"/>
                    <a:pt x="914" y="2577"/>
                  </a:cubicBezTo>
                  <a:cubicBezTo>
                    <a:pt x="962" y="2433"/>
                    <a:pt x="1049" y="2308"/>
                    <a:pt x="1154" y="2212"/>
                  </a:cubicBezTo>
                  <a:cubicBezTo>
                    <a:pt x="1241" y="2135"/>
                    <a:pt x="1289" y="2020"/>
                    <a:pt x="1270" y="1914"/>
                  </a:cubicBezTo>
                  <a:lnTo>
                    <a:pt x="1154" y="1221"/>
                  </a:lnTo>
                  <a:cubicBezTo>
                    <a:pt x="1116" y="952"/>
                    <a:pt x="1126" y="673"/>
                    <a:pt x="1193" y="414"/>
                  </a:cubicBezTo>
                  <a:lnTo>
                    <a:pt x="1212" y="327"/>
                  </a:lnTo>
                  <a:cubicBezTo>
                    <a:pt x="1251" y="164"/>
                    <a:pt x="1126" y="0"/>
                    <a:pt x="952" y="0"/>
                  </a:cubicBezTo>
                  <a:close/>
                </a:path>
              </a:pathLst>
            </a:custGeom>
            <a:solidFill>
              <a:srgbClr val="CDD8D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010" name="Google Shape;18010;p45"/>
            <p:cNvSpPr/>
            <p:nvPr/>
          </p:nvSpPr>
          <p:spPr>
            <a:xfrm>
              <a:off x="4937423" y="3148199"/>
              <a:ext cx="49782" cy="11080"/>
            </a:xfrm>
            <a:custGeom>
              <a:rect b="b" l="l" r="r" t="t"/>
              <a:pathLst>
                <a:path extrusionOk="0" h="424" w="1905">
                  <a:moveTo>
                    <a:pt x="280" y="1"/>
                  </a:moveTo>
                  <a:cubicBezTo>
                    <a:pt x="1" y="1"/>
                    <a:pt x="1" y="424"/>
                    <a:pt x="280" y="424"/>
                  </a:cubicBezTo>
                  <a:lnTo>
                    <a:pt x="1626" y="424"/>
                  </a:lnTo>
                  <a:cubicBezTo>
                    <a:pt x="1905" y="424"/>
                    <a:pt x="1905" y="1"/>
                    <a:pt x="1626" y="1"/>
                  </a:cubicBezTo>
                  <a:close/>
                </a:path>
              </a:pathLst>
            </a:custGeom>
            <a:solidFill>
              <a:srgbClr val="E8EDF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011" name="Google Shape;18011;p45"/>
            <p:cNvSpPr/>
            <p:nvPr/>
          </p:nvSpPr>
          <p:spPr>
            <a:xfrm>
              <a:off x="4937423" y="3177102"/>
              <a:ext cx="49782" cy="11080"/>
            </a:xfrm>
            <a:custGeom>
              <a:rect b="b" l="l" r="r" t="t"/>
              <a:pathLst>
                <a:path extrusionOk="0" h="424" w="1905">
                  <a:moveTo>
                    <a:pt x="280" y="0"/>
                  </a:moveTo>
                  <a:cubicBezTo>
                    <a:pt x="1" y="0"/>
                    <a:pt x="1" y="423"/>
                    <a:pt x="280" y="423"/>
                  </a:cubicBezTo>
                  <a:lnTo>
                    <a:pt x="1626" y="423"/>
                  </a:lnTo>
                  <a:cubicBezTo>
                    <a:pt x="1905" y="423"/>
                    <a:pt x="1905" y="0"/>
                    <a:pt x="1626" y="0"/>
                  </a:cubicBezTo>
                  <a:close/>
                </a:path>
              </a:pathLst>
            </a:custGeom>
            <a:solidFill>
              <a:srgbClr val="E8EDF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012" name="Google Shape;18012;p45"/>
            <p:cNvSpPr/>
            <p:nvPr/>
          </p:nvSpPr>
          <p:spPr>
            <a:xfrm>
              <a:off x="4937423" y="3205247"/>
              <a:ext cx="49782" cy="10819"/>
            </a:xfrm>
            <a:custGeom>
              <a:rect b="b" l="l" r="r" t="t"/>
              <a:pathLst>
                <a:path extrusionOk="0" h="414" w="1905">
                  <a:moveTo>
                    <a:pt x="280" y="0"/>
                  </a:moveTo>
                  <a:cubicBezTo>
                    <a:pt x="1" y="0"/>
                    <a:pt x="1" y="414"/>
                    <a:pt x="280" y="414"/>
                  </a:cubicBezTo>
                  <a:lnTo>
                    <a:pt x="1626" y="414"/>
                  </a:lnTo>
                  <a:cubicBezTo>
                    <a:pt x="1905" y="414"/>
                    <a:pt x="1905" y="0"/>
                    <a:pt x="1626" y="0"/>
                  </a:cubicBezTo>
                  <a:close/>
                </a:path>
              </a:pathLst>
            </a:custGeom>
            <a:solidFill>
              <a:srgbClr val="E8EDF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013" name="Google Shape;18013;p45"/>
            <p:cNvSpPr/>
            <p:nvPr/>
          </p:nvSpPr>
          <p:spPr>
            <a:xfrm>
              <a:off x="4999253" y="3176841"/>
              <a:ext cx="11080" cy="11342"/>
            </a:xfrm>
            <a:custGeom>
              <a:rect b="b" l="l" r="r" t="t"/>
              <a:pathLst>
                <a:path extrusionOk="0" h="434" w="424">
                  <a:moveTo>
                    <a:pt x="212" y="1"/>
                  </a:moveTo>
                  <a:cubicBezTo>
                    <a:pt x="96" y="1"/>
                    <a:pt x="0" y="97"/>
                    <a:pt x="0" y="222"/>
                  </a:cubicBezTo>
                  <a:cubicBezTo>
                    <a:pt x="0" y="337"/>
                    <a:pt x="96" y="433"/>
                    <a:pt x="212" y="433"/>
                  </a:cubicBezTo>
                  <a:cubicBezTo>
                    <a:pt x="327" y="433"/>
                    <a:pt x="423" y="337"/>
                    <a:pt x="423" y="222"/>
                  </a:cubicBezTo>
                  <a:cubicBezTo>
                    <a:pt x="423" y="97"/>
                    <a:pt x="327" y="1"/>
                    <a:pt x="212" y="1"/>
                  </a:cubicBezTo>
                  <a:close/>
                </a:path>
              </a:pathLst>
            </a:custGeom>
            <a:solidFill>
              <a:srgbClr val="D5DDE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014" name="Google Shape;18014;p45"/>
            <p:cNvSpPr/>
            <p:nvPr/>
          </p:nvSpPr>
          <p:spPr>
            <a:xfrm>
              <a:off x="4999253" y="3204985"/>
              <a:ext cx="11080" cy="11342"/>
            </a:xfrm>
            <a:custGeom>
              <a:rect b="b" l="l" r="r" t="t"/>
              <a:pathLst>
                <a:path extrusionOk="0" h="434" w="424">
                  <a:moveTo>
                    <a:pt x="212" y="1"/>
                  </a:moveTo>
                  <a:cubicBezTo>
                    <a:pt x="96" y="1"/>
                    <a:pt x="0" y="97"/>
                    <a:pt x="0" y="212"/>
                  </a:cubicBezTo>
                  <a:cubicBezTo>
                    <a:pt x="0" y="337"/>
                    <a:pt x="96" y="433"/>
                    <a:pt x="212" y="433"/>
                  </a:cubicBezTo>
                  <a:cubicBezTo>
                    <a:pt x="327" y="433"/>
                    <a:pt x="423" y="337"/>
                    <a:pt x="423" y="212"/>
                  </a:cubicBezTo>
                  <a:cubicBezTo>
                    <a:pt x="423" y="97"/>
                    <a:pt x="327" y="1"/>
                    <a:pt x="212" y="1"/>
                  </a:cubicBezTo>
                  <a:close/>
                </a:path>
              </a:pathLst>
            </a:custGeom>
            <a:solidFill>
              <a:srgbClr val="D5DDE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015" name="Google Shape;18015;p45"/>
            <p:cNvSpPr/>
            <p:nvPr/>
          </p:nvSpPr>
          <p:spPr>
            <a:xfrm>
              <a:off x="4957284" y="2914235"/>
              <a:ext cx="18110" cy="53572"/>
            </a:xfrm>
            <a:custGeom>
              <a:rect b="b" l="l" r="r" t="t"/>
              <a:pathLst>
                <a:path extrusionOk="0" h="2050" w="693">
                  <a:moveTo>
                    <a:pt x="577" y="1"/>
                  </a:moveTo>
                  <a:cubicBezTo>
                    <a:pt x="568" y="1"/>
                    <a:pt x="558" y="11"/>
                    <a:pt x="558" y="20"/>
                  </a:cubicBezTo>
                  <a:lnTo>
                    <a:pt x="29" y="1809"/>
                  </a:lnTo>
                  <a:cubicBezTo>
                    <a:pt x="0" y="1934"/>
                    <a:pt x="97" y="2049"/>
                    <a:pt x="222" y="2049"/>
                  </a:cubicBezTo>
                  <a:cubicBezTo>
                    <a:pt x="298" y="2049"/>
                    <a:pt x="366" y="2011"/>
                    <a:pt x="395" y="1943"/>
                  </a:cubicBezTo>
                  <a:cubicBezTo>
                    <a:pt x="462" y="1809"/>
                    <a:pt x="549" y="1693"/>
                    <a:pt x="664" y="1597"/>
                  </a:cubicBezTo>
                  <a:cubicBezTo>
                    <a:pt x="683" y="1578"/>
                    <a:pt x="693" y="1540"/>
                    <a:pt x="693" y="1511"/>
                  </a:cubicBezTo>
                  <a:lnTo>
                    <a:pt x="577" y="828"/>
                  </a:lnTo>
                  <a:cubicBezTo>
                    <a:pt x="539" y="559"/>
                    <a:pt x="539" y="289"/>
                    <a:pt x="597" y="30"/>
                  </a:cubicBezTo>
                  <a:cubicBezTo>
                    <a:pt x="597" y="11"/>
                    <a:pt x="587" y="1"/>
                    <a:pt x="577" y="1"/>
                  </a:cubicBezTo>
                  <a:close/>
                </a:path>
              </a:pathLst>
            </a:custGeom>
            <a:solidFill>
              <a:srgbClr val="D9E1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8016" name="Google Shape;18016;p45"/>
          <p:cNvGrpSpPr/>
          <p:nvPr/>
        </p:nvGrpSpPr>
        <p:grpSpPr>
          <a:xfrm>
            <a:off x="6741689" y="1316028"/>
            <a:ext cx="207963" cy="361203"/>
            <a:chOff x="6741689" y="1500676"/>
            <a:chExt cx="207963" cy="361203"/>
          </a:xfrm>
        </p:grpSpPr>
        <p:sp>
          <p:nvSpPr>
            <p:cNvPr id="18017" name="Google Shape;18017;p45"/>
            <p:cNvSpPr/>
            <p:nvPr/>
          </p:nvSpPr>
          <p:spPr>
            <a:xfrm>
              <a:off x="6749242" y="1500676"/>
              <a:ext cx="184469" cy="361203"/>
            </a:xfrm>
            <a:custGeom>
              <a:rect b="b" l="l" r="r" t="t"/>
              <a:pathLst>
                <a:path extrusionOk="0" h="13822" w="7059">
                  <a:moveTo>
                    <a:pt x="1293" y="0"/>
                  </a:moveTo>
                  <a:cubicBezTo>
                    <a:pt x="1145" y="0"/>
                    <a:pt x="993" y="35"/>
                    <a:pt x="847" y="109"/>
                  </a:cubicBezTo>
                  <a:lnTo>
                    <a:pt x="0" y="522"/>
                  </a:lnTo>
                  <a:lnTo>
                    <a:pt x="991" y="551"/>
                  </a:lnTo>
                  <a:cubicBezTo>
                    <a:pt x="1279" y="589"/>
                    <a:pt x="1500" y="849"/>
                    <a:pt x="1481" y="1147"/>
                  </a:cubicBezTo>
                  <a:lnTo>
                    <a:pt x="991" y="11792"/>
                  </a:lnTo>
                  <a:cubicBezTo>
                    <a:pt x="933" y="12898"/>
                    <a:pt x="1818" y="13821"/>
                    <a:pt x="2924" y="13821"/>
                  </a:cubicBezTo>
                  <a:cubicBezTo>
                    <a:pt x="4001" y="13821"/>
                    <a:pt x="4876" y="12946"/>
                    <a:pt x="4876" y="11879"/>
                  </a:cubicBezTo>
                  <a:lnTo>
                    <a:pt x="4876" y="10388"/>
                  </a:lnTo>
                  <a:cubicBezTo>
                    <a:pt x="4876" y="9090"/>
                    <a:pt x="5501" y="7869"/>
                    <a:pt x="6558" y="7119"/>
                  </a:cubicBezTo>
                  <a:lnTo>
                    <a:pt x="7058" y="6753"/>
                  </a:lnTo>
                  <a:lnTo>
                    <a:pt x="4799" y="3811"/>
                  </a:lnTo>
                  <a:lnTo>
                    <a:pt x="3789" y="5494"/>
                  </a:lnTo>
                  <a:cubicBezTo>
                    <a:pt x="3414" y="6119"/>
                    <a:pt x="3222" y="6821"/>
                    <a:pt x="3222" y="7551"/>
                  </a:cubicBezTo>
                  <a:lnTo>
                    <a:pt x="3222" y="11398"/>
                  </a:lnTo>
                  <a:cubicBezTo>
                    <a:pt x="3222" y="11657"/>
                    <a:pt x="3010" y="11879"/>
                    <a:pt x="2741" y="11879"/>
                  </a:cubicBezTo>
                  <a:cubicBezTo>
                    <a:pt x="2481" y="11869"/>
                    <a:pt x="2270" y="11657"/>
                    <a:pt x="2270" y="11398"/>
                  </a:cubicBezTo>
                  <a:lnTo>
                    <a:pt x="2289" y="993"/>
                  </a:lnTo>
                  <a:lnTo>
                    <a:pt x="2289" y="955"/>
                  </a:lnTo>
                  <a:cubicBezTo>
                    <a:pt x="2259" y="397"/>
                    <a:pt x="1798" y="0"/>
                    <a:pt x="1293" y="0"/>
                  </a:cubicBezTo>
                  <a:close/>
                </a:path>
              </a:pathLst>
            </a:custGeom>
            <a:solidFill>
              <a:srgbClr val="9BAFB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018" name="Google Shape;18018;p45"/>
            <p:cNvSpPr/>
            <p:nvPr/>
          </p:nvSpPr>
          <p:spPr>
            <a:xfrm>
              <a:off x="6775113" y="1501199"/>
              <a:ext cx="37735" cy="310167"/>
            </a:xfrm>
            <a:custGeom>
              <a:rect b="b" l="l" r="r" t="t"/>
              <a:pathLst>
                <a:path extrusionOk="0" h="11869" w="1444">
                  <a:moveTo>
                    <a:pt x="307" y="1"/>
                  </a:moveTo>
                  <a:cubicBezTo>
                    <a:pt x="206" y="1"/>
                    <a:pt x="103" y="17"/>
                    <a:pt x="1" y="50"/>
                  </a:cubicBezTo>
                  <a:cubicBezTo>
                    <a:pt x="366" y="175"/>
                    <a:pt x="885" y="502"/>
                    <a:pt x="905" y="944"/>
                  </a:cubicBezTo>
                  <a:cubicBezTo>
                    <a:pt x="905" y="954"/>
                    <a:pt x="664" y="11387"/>
                    <a:pt x="664" y="11387"/>
                  </a:cubicBezTo>
                  <a:cubicBezTo>
                    <a:pt x="664" y="11647"/>
                    <a:pt x="866" y="11859"/>
                    <a:pt x="1126" y="11868"/>
                  </a:cubicBezTo>
                  <a:cubicBezTo>
                    <a:pt x="1241" y="11868"/>
                    <a:pt x="1357" y="11830"/>
                    <a:pt x="1443" y="11753"/>
                  </a:cubicBezTo>
                  <a:cubicBezTo>
                    <a:pt x="1337" y="11657"/>
                    <a:pt x="1280" y="11532"/>
                    <a:pt x="1280" y="11387"/>
                  </a:cubicBezTo>
                  <a:lnTo>
                    <a:pt x="1289" y="983"/>
                  </a:lnTo>
                  <a:lnTo>
                    <a:pt x="1289" y="944"/>
                  </a:lnTo>
                  <a:cubicBezTo>
                    <a:pt x="1265" y="399"/>
                    <a:pt x="813" y="1"/>
                    <a:pt x="307" y="1"/>
                  </a:cubicBezTo>
                  <a:close/>
                </a:path>
              </a:pathLst>
            </a:custGeom>
            <a:solidFill>
              <a:srgbClr val="869FB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019" name="Google Shape;18019;p45"/>
            <p:cNvSpPr/>
            <p:nvPr/>
          </p:nvSpPr>
          <p:spPr>
            <a:xfrm>
              <a:off x="6773623" y="1645241"/>
              <a:ext cx="159330" cy="216638"/>
            </a:xfrm>
            <a:custGeom>
              <a:rect b="b" l="l" r="r" t="t"/>
              <a:pathLst>
                <a:path extrusionOk="0" h="8290" w="6097">
                  <a:moveTo>
                    <a:pt x="5183" y="0"/>
                  </a:moveTo>
                  <a:lnTo>
                    <a:pt x="4500" y="462"/>
                  </a:lnTo>
                  <a:cubicBezTo>
                    <a:pt x="3443" y="1221"/>
                    <a:pt x="3135" y="2433"/>
                    <a:pt x="3135" y="3731"/>
                  </a:cubicBezTo>
                  <a:lnTo>
                    <a:pt x="3135" y="6741"/>
                  </a:lnTo>
                  <a:cubicBezTo>
                    <a:pt x="3145" y="7289"/>
                    <a:pt x="2731" y="7741"/>
                    <a:pt x="2193" y="7808"/>
                  </a:cubicBezTo>
                  <a:cubicBezTo>
                    <a:pt x="2125" y="7808"/>
                    <a:pt x="2068" y="7818"/>
                    <a:pt x="2000" y="7818"/>
                  </a:cubicBezTo>
                  <a:cubicBezTo>
                    <a:pt x="1000" y="7808"/>
                    <a:pt x="173" y="7058"/>
                    <a:pt x="67" y="6068"/>
                  </a:cubicBezTo>
                  <a:lnTo>
                    <a:pt x="58" y="6260"/>
                  </a:lnTo>
                  <a:cubicBezTo>
                    <a:pt x="0" y="7366"/>
                    <a:pt x="885" y="8289"/>
                    <a:pt x="1991" y="8289"/>
                  </a:cubicBezTo>
                  <a:lnTo>
                    <a:pt x="2039" y="8289"/>
                  </a:lnTo>
                  <a:cubicBezTo>
                    <a:pt x="2356" y="8279"/>
                    <a:pt x="2664" y="8193"/>
                    <a:pt x="2943" y="8039"/>
                  </a:cubicBezTo>
                  <a:lnTo>
                    <a:pt x="3020" y="7991"/>
                  </a:lnTo>
                  <a:lnTo>
                    <a:pt x="3096" y="7943"/>
                  </a:lnTo>
                  <a:lnTo>
                    <a:pt x="3164" y="7895"/>
                  </a:lnTo>
                  <a:lnTo>
                    <a:pt x="3231" y="7837"/>
                  </a:lnTo>
                  <a:lnTo>
                    <a:pt x="3241" y="7837"/>
                  </a:lnTo>
                  <a:lnTo>
                    <a:pt x="3298" y="7779"/>
                  </a:lnTo>
                  <a:lnTo>
                    <a:pt x="3308" y="7779"/>
                  </a:lnTo>
                  <a:lnTo>
                    <a:pt x="3366" y="7722"/>
                  </a:lnTo>
                  <a:lnTo>
                    <a:pt x="3375" y="7712"/>
                  </a:lnTo>
                  <a:lnTo>
                    <a:pt x="3433" y="7654"/>
                  </a:lnTo>
                  <a:lnTo>
                    <a:pt x="3443" y="7645"/>
                  </a:lnTo>
                  <a:lnTo>
                    <a:pt x="3491" y="7587"/>
                  </a:lnTo>
                  <a:lnTo>
                    <a:pt x="3500" y="7568"/>
                  </a:lnTo>
                  <a:lnTo>
                    <a:pt x="3548" y="7510"/>
                  </a:lnTo>
                  <a:lnTo>
                    <a:pt x="3558" y="7501"/>
                  </a:lnTo>
                  <a:lnTo>
                    <a:pt x="3596" y="7443"/>
                  </a:lnTo>
                  <a:lnTo>
                    <a:pt x="3616" y="7414"/>
                  </a:lnTo>
                  <a:lnTo>
                    <a:pt x="3645" y="7356"/>
                  </a:lnTo>
                  <a:lnTo>
                    <a:pt x="3664" y="7337"/>
                  </a:lnTo>
                  <a:lnTo>
                    <a:pt x="3693" y="7279"/>
                  </a:lnTo>
                  <a:lnTo>
                    <a:pt x="3712" y="7251"/>
                  </a:lnTo>
                  <a:lnTo>
                    <a:pt x="3741" y="7202"/>
                  </a:lnTo>
                  <a:lnTo>
                    <a:pt x="3750" y="7164"/>
                  </a:lnTo>
                  <a:lnTo>
                    <a:pt x="3779" y="7116"/>
                  </a:lnTo>
                  <a:lnTo>
                    <a:pt x="3789" y="7077"/>
                  </a:lnTo>
                  <a:lnTo>
                    <a:pt x="3808" y="7029"/>
                  </a:lnTo>
                  <a:lnTo>
                    <a:pt x="3827" y="6991"/>
                  </a:lnTo>
                  <a:cubicBezTo>
                    <a:pt x="3827" y="6972"/>
                    <a:pt x="3837" y="6952"/>
                    <a:pt x="3837" y="6943"/>
                  </a:cubicBezTo>
                  <a:lnTo>
                    <a:pt x="3856" y="6895"/>
                  </a:lnTo>
                  <a:cubicBezTo>
                    <a:pt x="3856" y="6876"/>
                    <a:pt x="3866" y="6866"/>
                    <a:pt x="3866" y="6847"/>
                  </a:cubicBezTo>
                  <a:cubicBezTo>
                    <a:pt x="3866" y="6827"/>
                    <a:pt x="3875" y="6818"/>
                    <a:pt x="3875" y="6799"/>
                  </a:cubicBezTo>
                  <a:cubicBezTo>
                    <a:pt x="3875" y="6789"/>
                    <a:pt x="3885" y="6770"/>
                    <a:pt x="3885" y="6760"/>
                  </a:cubicBezTo>
                  <a:cubicBezTo>
                    <a:pt x="3895" y="6741"/>
                    <a:pt x="3895" y="6722"/>
                    <a:pt x="3895" y="6702"/>
                  </a:cubicBezTo>
                  <a:cubicBezTo>
                    <a:pt x="3895" y="6693"/>
                    <a:pt x="3895" y="6674"/>
                    <a:pt x="3904" y="6664"/>
                  </a:cubicBezTo>
                  <a:cubicBezTo>
                    <a:pt x="3914" y="6645"/>
                    <a:pt x="3904" y="6626"/>
                    <a:pt x="3914" y="6606"/>
                  </a:cubicBezTo>
                  <a:cubicBezTo>
                    <a:pt x="3914" y="6587"/>
                    <a:pt x="3914" y="6577"/>
                    <a:pt x="3914" y="6568"/>
                  </a:cubicBezTo>
                  <a:lnTo>
                    <a:pt x="3914" y="6500"/>
                  </a:lnTo>
                  <a:lnTo>
                    <a:pt x="3914" y="6472"/>
                  </a:lnTo>
                  <a:lnTo>
                    <a:pt x="3914" y="6366"/>
                  </a:lnTo>
                  <a:lnTo>
                    <a:pt x="3914" y="4856"/>
                  </a:lnTo>
                  <a:cubicBezTo>
                    <a:pt x="3914" y="3558"/>
                    <a:pt x="4539" y="2337"/>
                    <a:pt x="5597" y="1587"/>
                  </a:cubicBezTo>
                  <a:lnTo>
                    <a:pt x="6097" y="1221"/>
                  </a:lnTo>
                  <a:lnTo>
                    <a:pt x="5183" y="0"/>
                  </a:lnTo>
                  <a:close/>
                </a:path>
              </a:pathLst>
            </a:custGeom>
            <a:solidFill>
              <a:srgbClr val="869FB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020" name="Google Shape;18020;p45"/>
            <p:cNvSpPr/>
            <p:nvPr/>
          </p:nvSpPr>
          <p:spPr>
            <a:xfrm>
              <a:off x="6854530" y="1589082"/>
              <a:ext cx="93006" cy="108502"/>
            </a:xfrm>
            <a:custGeom>
              <a:rect b="b" l="l" r="r" t="t"/>
              <a:pathLst>
                <a:path extrusionOk="0" h="4152" w="3559">
                  <a:moveTo>
                    <a:pt x="563" y="0"/>
                  </a:moveTo>
                  <a:cubicBezTo>
                    <a:pt x="457" y="0"/>
                    <a:pt x="351" y="33"/>
                    <a:pt x="260" y="101"/>
                  </a:cubicBezTo>
                  <a:cubicBezTo>
                    <a:pt x="49" y="274"/>
                    <a:pt x="0" y="582"/>
                    <a:pt x="174" y="803"/>
                  </a:cubicBezTo>
                  <a:lnTo>
                    <a:pt x="2597" y="3957"/>
                  </a:lnTo>
                  <a:cubicBezTo>
                    <a:pt x="2697" y="4085"/>
                    <a:pt x="2842" y="4152"/>
                    <a:pt x="2990" y="4152"/>
                  </a:cubicBezTo>
                  <a:cubicBezTo>
                    <a:pt x="3097" y="4152"/>
                    <a:pt x="3206" y="4116"/>
                    <a:pt x="3299" y="4043"/>
                  </a:cubicBezTo>
                  <a:cubicBezTo>
                    <a:pt x="3520" y="3880"/>
                    <a:pt x="3558" y="3563"/>
                    <a:pt x="3385" y="3351"/>
                  </a:cubicBezTo>
                  <a:lnTo>
                    <a:pt x="962" y="197"/>
                  </a:lnTo>
                  <a:cubicBezTo>
                    <a:pt x="860" y="67"/>
                    <a:pt x="712" y="0"/>
                    <a:pt x="563" y="0"/>
                  </a:cubicBezTo>
                  <a:close/>
                </a:path>
              </a:pathLst>
            </a:custGeom>
            <a:solidFill>
              <a:srgbClr val="CDD8D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021" name="Google Shape;18021;p45"/>
            <p:cNvSpPr/>
            <p:nvPr/>
          </p:nvSpPr>
          <p:spPr>
            <a:xfrm>
              <a:off x="6857796" y="1589134"/>
              <a:ext cx="91856" cy="108398"/>
            </a:xfrm>
            <a:custGeom>
              <a:rect b="b" l="l" r="r" t="t"/>
              <a:pathLst>
                <a:path extrusionOk="0" h="4148" w="3515">
                  <a:moveTo>
                    <a:pt x="444" y="0"/>
                  </a:moveTo>
                  <a:cubicBezTo>
                    <a:pt x="337" y="0"/>
                    <a:pt x="228" y="36"/>
                    <a:pt x="135" y="108"/>
                  </a:cubicBezTo>
                  <a:cubicBezTo>
                    <a:pt x="77" y="147"/>
                    <a:pt x="29" y="205"/>
                    <a:pt x="0" y="272"/>
                  </a:cubicBezTo>
                  <a:cubicBezTo>
                    <a:pt x="154" y="272"/>
                    <a:pt x="289" y="339"/>
                    <a:pt x="385" y="464"/>
                  </a:cubicBezTo>
                  <a:lnTo>
                    <a:pt x="2808" y="3618"/>
                  </a:lnTo>
                  <a:cubicBezTo>
                    <a:pt x="2924" y="3772"/>
                    <a:pt x="2943" y="3974"/>
                    <a:pt x="2856" y="4147"/>
                  </a:cubicBezTo>
                  <a:cubicBezTo>
                    <a:pt x="2865" y="4148"/>
                    <a:pt x="2873" y="4148"/>
                    <a:pt x="2881" y="4148"/>
                  </a:cubicBezTo>
                  <a:cubicBezTo>
                    <a:pt x="3289" y="4148"/>
                    <a:pt x="3515" y="3679"/>
                    <a:pt x="3260" y="3349"/>
                  </a:cubicBezTo>
                  <a:lnTo>
                    <a:pt x="837" y="195"/>
                  </a:lnTo>
                  <a:cubicBezTo>
                    <a:pt x="737" y="67"/>
                    <a:pt x="592" y="0"/>
                    <a:pt x="444" y="0"/>
                  </a:cubicBezTo>
                  <a:close/>
                </a:path>
              </a:pathLst>
            </a:custGeom>
            <a:solidFill>
              <a:srgbClr val="BAC8D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022" name="Google Shape;18022;p45"/>
            <p:cNvSpPr/>
            <p:nvPr/>
          </p:nvSpPr>
          <p:spPr>
            <a:xfrm>
              <a:off x="6801245" y="1635441"/>
              <a:ext cx="31699" cy="11315"/>
            </a:xfrm>
            <a:custGeom>
              <a:rect b="b" l="l" r="r" t="t"/>
              <a:pathLst>
                <a:path extrusionOk="0" h="433" w="1213">
                  <a:moveTo>
                    <a:pt x="289" y="0"/>
                  </a:moveTo>
                  <a:cubicBezTo>
                    <a:pt x="1" y="0"/>
                    <a:pt x="1" y="433"/>
                    <a:pt x="289" y="433"/>
                  </a:cubicBezTo>
                  <a:lnTo>
                    <a:pt x="924" y="433"/>
                  </a:lnTo>
                  <a:cubicBezTo>
                    <a:pt x="1212" y="433"/>
                    <a:pt x="1212" y="0"/>
                    <a:pt x="924" y="0"/>
                  </a:cubicBezTo>
                  <a:close/>
                </a:path>
              </a:pathLst>
            </a:custGeom>
            <a:solidFill>
              <a:srgbClr val="BAC8D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023" name="Google Shape;18023;p45"/>
            <p:cNvSpPr/>
            <p:nvPr/>
          </p:nvSpPr>
          <p:spPr>
            <a:xfrm>
              <a:off x="6819852" y="1626765"/>
              <a:ext cx="11342" cy="28537"/>
            </a:xfrm>
            <a:custGeom>
              <a:rect b="b" l="l" r="r" t="t"/>
              <a:pathLst>
                <a:path extrusionOk="0" h="1092" w="434">
                  <a:moveTo>
                    <a:pt x="217" y="0"/>
                  </a:moveTo>
                  <a:cubicBezTo>
                    <a:pt x="109" y="0"/>
                    <a:pt x="0" y="72"/>
                    <a:pt x="0" y="217"/>
                  </a:cubicBezTo>
                  <a:lnTo>
                    <a:pt x="0" y="880"/>
                  </a:lnTo>
                  <a:cubicBezTo>
                    <a:pt x="0" y="996"/>
                    <a:pt x="97" y="1092"/>
                    <a:pt x="212" y="1092"/>
                  </a:cubicBezTo>
                  <a:cubicBezTo>
                    <a:pt x="337" y="1092"/>
                    <a:pt x="433" y="996"/>
                    <a:pt x="433" y="880"/>
                  </a:cubicBezTo>
                  <a:lnTo>
                    <a:pt x="433" y="217"/>
                  </a:lnTo>
                  <a:cubicBezTo>
                    <a:pt x="433" y="72"/>
                    <a:pt x="325" y="0"/>
                    <a:pt x="217" y="0"/>
                  </a:cubicBezTo>
                  <a:close/>
                </a:path>
              </a:pathLst>
            </a:custGeom>
            <a:solidFill>
              <a:srgbClr val="CDD8D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024" name="Google Shape;18024;p45"/>
            <p:cNvSpPr/>
            <p:nvPr/>
          </p:nvSpPr>
          <p:spPr>
            <a:xfrm>
              <a:off x="6754756" y="1761583"/>
              <a:ext cx="29687" cy="11315"/>
            </a:xfrm>
            <a:custGeom>
              <a:rect b="b" l="l" r="r" t="t"/>
              <a:pathLst>
                <a:path extrusionOk="0" h="433" w="1136">
                  <a:moveTo>
                    <a:pt x="299" y="0"/>
                  </a:moveTo>
                  <a:cubicBezTo>
                    <a:pt x="1" y="0"/>
                    <a:pt x="1" y="433"/>
                    <a:pt x="299" y="433"/>
                  </a:cubicBezTo>
                  <a:lnTo>
                    <a:pt x="847" y="433"/>
                  </a:lnTo>
                  <a:cubicBezTo>
                    <a:pt x="1136" y="433"/>
                    <a:pt x="1136" y="0"/>
                    <a:pt x="847" y="0"/>
                  </a:cubicBezTo>
                  <a:close/>
                </a:path>
              </a:pathLst>
            </a:custGeom>
            <a:solidFill>
              <a:srgbClr val="BAC8D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025" name="Google Shape;18025;p45"/>
            <p:cNvSpPr/>
            <p:nvPr/>
          </p:nvSpPr>
          <p:spPr>
            <a:xfrm>
              <a:off x="6756768" y="1752907"/>
              <a:ext cx="11342" cy="28537"/>
            </a:xfrm>
            <a:custGeom>
              <a:rect b="b" l="l" r="r" t="t"/>
              <a:pathLst>
                <a:path extrusionOk="0" h="1092" w="434">
                  <a:moveTo>
                    <a:pt x="217" y="1"/>
                  </a:moveTo>
                  <a:cubicBezTo>
                    <a:pt x="109" y="1"/>
                    <a:pt x="1" y="73"/>
                    <a:pt x="1" y="217"/>
                  </a:cubicBezTo>
                  <a:lnTo>
                    <a:pt x="1" y="880"/>
                  </a:lnTo>
                  <a:cubicBezTo>
                    <a:pt x="1" y="996"/>
                    <a:pt x="97" y="1092"/>
                    <a:pt x="222" y="1092"/>
                  </a:cubicBezTo>
                  <a:cubicBezTo>
                    <a:pt x="337" y="1092"/>
                    <a:pt x="434" y="996"/>
                    <a:pt x="434" y="880"/>
                  </a:cubicBezTo>
                  <a:lnTo>
                    <a:pt x="434" y="217"/>
                  </a:lnTo>
                  <a:cubicBezTo>
                    <a:pt x="434" y="73"/>
                    <a:pt x="325" y="1"/>
                    <a:pt x="217" y="1"/>
                  </a:cubicBezTo>
                  <a:close/>
                </a:path>
              </a:pathLst>
            </a:custGeom>
            <a:solidFill>
              <a:srgbClr val="CDD8D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026" name="Google Shape;18026;p45"/>
            <p:cNvSpPr/>
            <p:nvPr/>
          </p:nvSpPr>
          <p:spPr>
            <a:xfrm>
              <a:off x="6754756" y="1717863"/>
              <a:ext cx="31699" cy="11577"/>
            </a:xfrm>
            <a:custGeom>
              <a:rect b="b" l="l" r="r" t="t"/>
              <a:pathLst>
                <a:path extrusionOk="0" h="443" w="1213">
                  <a:moveTo>
                    <a:pt x="299" y="0"/>
                  </a:moveTo>
                  <a:cubicBezTo>
                    <a:pt x="1" y="0"/>
                    <a:pt x="1" y="442"/>
                    <a:pt x="299" y="442"/>
                  </a:cubicBezTo>
                  <a:lnTo>
                    <a:pt x="924" y="442"/>
                  </a:lnTo>
                  <a:cubicBezTo>
                    <a:pt x="1212" y="442"/>
                    <a:pt x="1212" y="0"/>
                    <a:pt x="924" y="0"/>
                  </a:cubicBezTo>
                  <a:close/>
                </a:path>
              </a:pathLst>
            </a:custGeom>
            <a:solidFill>
              <a:srgbClr val="BAC8D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027" name="Google Shape;18027;p45"/>
            <p:cNvSpPr/>
            <p:nvPr/>
          </p:nvSpPr>
          <p:spPr>
            <a:xfrm>
              <a:off x="6756768" y="1709422"/>
              <a:ext cx="11342" cy="28563"/>
            </a:xfrm>
            <a:custGeom>
              <a:rect b="b" l="l" r="r" t="t"/>
              <a:pathLst>
                <a:path extrusionOk="0" h="1093" w="434">
                  <a:moveTo>
                    <a:pt x="217" y="1"/>
                  </a:moveTo>
                  <a:cubicBezTo>
                    <a:pt x="109" y="1"/>
                    <a:pt x="1" y="73"/>
                    <a:pt x="1" y="217"/>
                  </a:cubicBezTo>
                  <a:lnTo>
                    <a:pt x="1" y="871"/>
                  </a:lnTo>
                  <a:cubicBezTo>
                    <a:pt x="1" y="996"/>
                    <a:pt x="97" y="1092"/>
                    <a:pt x="222" y="1092"/>
                  </a:cubicBezTo>
                  <a:cubicBezTo>
                    <a:pt x="337" y="1092"/>
                    <a:pt x="434" y="996"/>
                    <a:pt x="434" y="871"/>
                  </a:cubicBezTo>
                  <a:lnTo>
                    <a:pt x="434" y="217"/>
                  </a:lnTo>
                  <a:cubicBezTo>
                    <a:pt x="434" y="73"/>
                    <a:pt x="325" y="1"/>
                    <a:pt x="217" y="1"/>
                  </a:cubicBezTo>
                  <a:close/>
                </a:path>
              </a:pathLst>
            </a:custGeom>
            <a:solidFill>
              <a:srgbClr val="CDD8D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028" name="Google Shape;18028;p45"/>
            <p:cNvSpPr/>
            <p:nvPr/>
          </p:nvSpPr>
          <p:spPr>
            <a:xfrm>
              <a:off x="6833414" y="1779431"/>
              <a:ext cx="43014" cy="11315"/>
            </a:xfrm>
            <a:custGeom>
              <a:rect b="b" l="l" r="r" t="t"/>
              <a:pathLst>
                <a:path extrusionOk="0" h="433" w="1646">
                  <a:moveTo>
                    <a:pt x="1" y="0"/>
                  </a:moveTo>
                  <a:lnTo>
                    <a:pt x="1" y="433"/>
                  </a:lnTo>
                  <a:lnTo>
                    <a:pt x="1645" y="433"/>
                  </a:lnTo>
                  <a:lnTo>
                    <a:pt x="1645" y="0"/>
                  </a:lnTo>
                  <a:close/>
                </a:path>
              </a:pathLst>
            </a:custGeom>
            <a:solidFill>
              <a:srgbClr val="869FB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029" name="Google Shape;18029;p45"/>
            <p:cNvSpPr/>
            <p:nvPr/>
          </p:nvSpPr>
          <p:spPr>
            <a:xfrm>
              <a:off x="6775871" y="1779431"/>
              <a:ext cx="32692" cy="11315"/>
            </a:xfrm>
            <a:custGeom>
              <a:rect b="b" l="l" r="r" t="t"/>
              <a:pathLst>
                <a:path extrusionOk="0" h="433" w="1251">
                  <a:moveTo>
                    <a:pt x="20" y="0"/>
                  </a:moveTo>
                  <a:lnTo>
                    <a:pt x="1" y="433"/>
                  </a:lnTo>
                  <a:lnTo>
                    <a:pt x="1251" y="433"/>
                  </a:lnTo>
                  <a:lnTo>
                    <a:pt x="1251" y="0"/>
                  </a:lnTo>
                  <a:close/>
                </a:path>
              </a:pathLst>
            </a:custGeom>
            <a:solidFill>
              <a:srgbClr val="869FB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030" name="Google Shape;18030;p45"/>
            <p:cNvSpPr/>
            <p:nvPr/>
          </p:nvSpPr>
          <p:spPr>
            <a:xfrm>
              <a:off x="6801245" y="1596974"/>
              <a:ext cx="31699" cy="11342"/>
            </a:xfrm>
            <a:custGeom>
              <a:rect b="b" l="l" r="r" t="t"/>
              <a:pathLst>
                <a:path extrusionOk="0" h="434" w="1213">
                  <a:moveTo>
                    <a:pt x="289" y="1"/>
                  </a:moveTo>
                  <a:cubicBezTo>
                    <a:pt x="1" y="1"/>
                    <a:pt x="1" y="434"/>
                    <a:pt x="289" y="434"/>
                  </a:cubicBezTo>
                  <a:lnTo>
                    <a:pt x="924" y="434"/>
                  </a:lnTo>
                  <a:cubicBezTo>
                    <a:pt x="1212" y="434"/>
                    <a:pt x="1212" y="1"/>
                    <a:pt x="924" y="1"/>
                  </a:cubicBezTo>
                  <a:close/>
                </a:path>
              </a:pathLst>
            </a:custGeom>
            <a:solidFill>
              <a:srgbClr val="BAC8D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031" name="Google Shape;18031;p45"/>
            <p:cNvSpPr/>
            <p:nvPr/>
          </p:nvSpPr>
          <p:spPr>
            <a:xfrm>
              <a:off x="6819852" y="1588560"/>
              <a:ext cx="11342" cy="28563"/>
            </a:xfrm>
            <a:custGeom>
              <a:rect b="b" l="l" r="r" t="t"/>
              <a:pathLst>
                <a:path extrusionOk="0" h="1093" w="434">
                  <a:moveTo>
                    <a:pt x="217" y="1"/>
                  </a:moveTo>
                  <a:cubicBezTo>
                    <a:pt x="109" y="1"/>
                    <a:pt x="0" y="73"/>
                    <a:pt x="0" y="217"/>
                  </a:cubicBezTo>
                  <a:lnTo>
                    <a:pt x="0" y="871"/>
                  </a:lnTo>
                  <a:cubicBezTo>
                    <a:pt x="0" y="986"/>
                    <a:pt x="97" y="1092"/>
                    <a:pt x="212" y="1092"/>
                  </a:cubicBezTo>
                  <a:cubicBezTo>
                    <a:pt x="327" y="1092"/>
                    <a:pt x="424" y="996"/>
                    <a:pt x="433" y="871"/>
                  </a:cubicBezTo>
                  <a:lnTo>
                    <a:pt x="433" y="217"/>
                  </a:lnTo>
                  <a:cubicBezTo>
                    <a:pt x="433" y="73"/>
                    <a:pt x="325" y="1"/>
                    <a:pt x="217" y="1"/>
                  </a:cubicBezTo>
                  <a:close/>
                </a:path>
              </a:pathLst>
            </a:custGeom>
            <a:solidFill>
              <a:srgbClr val="CDD8D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032" name="Google Shape;18032;p45"/>
            <p:cNvSpPr/>
            <p:nvPr/>
          </p:nvSpPr>
          <p:spPr>
            <a:xfrm>
              <a:off x="6789956" y="1657053"/>
              <a:ext cx="10558" cy="10558"/>
            </a:xfrm>
            <a:custGeom>
              <a:rect b="b" l="l" r="r" t="t"/>
              <a:pathLst>
                <a:path extrusionOk="0" h="404" w="404">
                  <a:moveTo>
                    <a:pt x="202" y="0"/>
                  </a:moveTo>
                  <a:cubicBezTo>
                    <a:pt x="87" y="0"/>
                    <a:pt x="0" y="87"/>
                    <a:pt x="0" y="202"/>
                  </a:cubicBezTo>
                  <a:cubicBezTo>
                    <a:pt x="0" y="317"/>
                    <a:pt x="87" y="404"/>
                    <a:pt x="202" y="404"/>
                  </a:cubicBezTo>
                  <a:cubicBezTo>
                    <a:pt x="317" y="404"/>
                    <a:pt x="404" y="317"/>
                    <a:pt x="404" y="202"/>
                  </a:cubicBezTo>
                  <a:cubicBezTo>
                    <a:pt x="404" y="87"/>
                    <a:pt x="317" y="0"/>
                    <a:pt x="202" y="0"/>
                  </a:cubicBezTo>
                  <a:close/>
                </a:path>
              </a:pathLst>
            </a:custGeom>
            <a:solidFill>
              <a:srgbClr val="CDD8D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033" name="Google Shape;18033;p45"/>
            <p:cNvSpPr/>
            <p:nvPr/>
          </p:nvSpPr>
          <p:spPr>
            <a:xfrm>
              <a:off x="6788702" y="1704536"/>
              <a:ext cx="10819" cy="10584"/>
            </a:xfrm>
            <a:custGeom>
              <a:rect b="b" l="l" r="r" t="t"/>
              <a:pathLst>
                <a:path extrusionOk="0" h="405" w="414">
                  <a:moveTo>
                    <a:pt x="202" y="0"/>
                  </a:moveTo>
                  <a:cubicBezTo>
                    <a:pt x="96" y="0"/>
                    <a:pt x="0" y="87"/>
                    <a:pt x="0" y="202"/>
                  </a:cubicBezTo>
                  <a:cubicBezTo>
                    <a:pt x="0" y="318"/>
                    <a:pt x="96" y="404"/>
                    <a:pt x="202" y="404"/>
                  </a:cubicBezTo>
                  <a:cubicBezTo>
                    <a:pt x="317" y="404"/>
                    <a:pt x="414" y="318"/>
                    <a:pt x="414" y="202"/>
                  </a:cubicBezTo>
                  <a:cubicBezTo>
                    <a:pt x="414" y="87"/>
                    <a:pt x="317" y="0"/>
                    <a:pt x="202" y="0"/>
                  </a:cubicBezTo>
                  <a:close/>
                </a:path>
              </a:pathLst>
            </a:custGeom>
            <a:solidFill>
              <a:srgbClr val="CDD8D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034" name="Google Shape;18034;p45"/>
            <p:cNvSpPr/>
            <p:nvPr/>
          </p:nvSpPr>
          <p:spPr>
            <a:xfrm>
              <a:off x="6787683" y="1755050"/>
              <a:ext cx="10584" cy="10819"/>
            </a:xfrm>
            <a:custGeom>
              <a:rect b="b" l="l" r="r" t="t"/>
              <a:pathLst>
                <a:path extrusionOk="0" h="414" w="405">
                  <a:moveTo>
                    <a:pt x="203" y="0"/>
                  </a:moveTo>
                  <a:cubicBezTo>
                    <a:pt x="87" y="0"/>
                    <a:pt x="1" y="96"/>
                    <a:pt x="1" y="202"/>
                  </a:cubicBezTo>
                  <a:cubicBezTo>
                    <a:pt x="1" y="318"/>
                    <a:pt x="87" y="414"/>
                    <a:pt x="203" y="414"/>
                  </a:cubicBezTo>
                  <a:cubicBezTo>
                    <a:pt x="318" y="414"/>
                    <a:pt x="404" y="318"/>
                    <a:pt x="404" y="202"/>
                  </a:cubicBezTo>
                  <a:cubicBezTo>
                    <a:pt x="404" y="96"/>
                    <a:pt x="318" y="0"/>
                    <a:pt x="203" y="0"/>
                  </a:cubicBezTo>
                  <a:close/>
                </a:path>
              </a:pathLst>
            </a:custGeom>
            <a:solidFill>
              <a:srgbClr val="CDD8D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035" name="Google Shape;18035;p45"/>
            <p:cNvSpPr/>
            <p:nvPr/>
          </p:nvSpPr>
          <p:spPr>
            <a:xfrm>
              <a:off x="6741689" y="1509509"/>
              <a:ext cx="42753" cy="11368"/>
            </a:xfrm>
            <a:custGeom>
              <a:rect b="b" l="l" r="r" t="t"/>
              <a:pathLst>
                <a:path extrusionOk="0" h="435" w="1636">
                  <a:moveTo>
                    <a:pt x="214" y="1"/>
                  </a:moveTo>
                  <a:cubicBezTo>
                    <a:pt x="98" y="1"/>
                    <a:pt x="10" y="93"/>
                    <a:pt x="1" y="203"/>
                  </a:cubicBezTo>
                  <a:cubicBezTo>
                    <a:pt x="1" y="328"/>
                    <a:pt x="97" y="434"/>
                    <a:pt x="222" y="434"/>
                  </a:cubicBezTo>
                  <a:lnTo>
                    <a:pt x="1636" y="434"/>
                  </a:lnTo>
                  <a:cubicBezTo>
                    <a:pt x="1636" y="194"/>
                    <a:pt x="1443" y="1"/>
                    <a:pt x="1203" y="1"/>
                  </a:cubicBezTo>
                  <a:lnTo>
                    <a:pt x="232" y="1"/>
                  </a:lnTo>
                  <a:cubicBezTo>
                    <a:pt x="226" y="1"/>
                    <a:pt x="220" y="1"/>
                    <a:pt x="214" y="1"/>
                  </a:cubicBezTo>
                  <a:close/>
                </a:path>
              </a:pathLst>
            </a:custGeom>
            <a:solidFill>
              <a:srgbClr val="CDD8D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8036" name="Google Shape;18036;p45"/>
          <p:cNvGrpSpPr/>
          <p:nvPr/>
        </p:nvGrpSpPr>
        <p:grpSpPr>
          <a:xfrm>
            <a:off x="5752627" y="3245757"/>
            <a:ext cx="360628" cy="181464"/>
            <a:chOff x="5752627" y="3430404"/>
            <a:chExt cx="360628" cy="181464"/>
          </a:xfrm>
        </p:grpSpPr>
        <p:sp>
          <p:nvSpPr>
            <p:cNvPr id="18037" name="Google Shape;18037;p45"/>
            <p:cNvSpPr/>
            <p:nvPr/>
          </p:nvSpPr>
          <p:spPr>
            <a:xfrm>
              <a:off x="5752627" y="3430404"/>
              <a:ext cx="360628" cy="181203"/>
            </a:xfrm>
            <a:custGeom>
              <a:rect b="b" l="l" r="r" t="t"/>
              <a:pathLst>
                <a:path extrusionOk="0" h="6934" w="13800">
                  <a:moveTo>
                    <a:pt x="269" y="0"/>
                  </a:moveTo>
                  <a:cubicBezTo>
                    <a:pt x="125" y="0"/>
                    <a:pt x="0" y="125"/>
                    <a:pt x="0" y="270"/>
                  </a:cubicBezTo>
                  <a:lnTo>
                    <a:pt x="0" y="6664"/>
                  </a:lnTo>
                  <a:cubicBezTo>
                    <a:pt x="0" y="6818"/>
                    <a:pt x="125" y="6933"/>
                    <a:pt x="269" y="6933"/>
                  </a:cubicBezTo>
                  <a:lnTo>
                    <a:pt x="13530" y="6933"/>
                  </a:lnTo>
                  <a:cubicBezTo>
                    <a:pt x="13684" y="6933"/>
                    <a:pt x="13799" y="6818"/>
                    <a:pt x="13799" y="6664"/>
                  </a:cubicBezTo>
                  <a:lnTo>
                    <a:pt x="13799" y="270"/>
                  </a:lnTo>
                  <a:cubicBezTo>
                    <a:pt x="13799" y="125"/>
                    <a:pt x="13684" y="0"/>
                    <a:pt x="13530" y="0"/>
                  </a:cubicBezTo>
                  <a:close/>
                </a:path>
              </a:pathLst>
            </a:custGeom>
            <a:solidFill>
              <a:srgbClr val="41586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038" name="Google Shape;18038;p45"/>
            <p:cNvSpPr/>
            <p:nvPr/>
          </p:nvSpPr>
          <p:spPr>
            <a:xfrm>
              <a:off x="5752627" y="3430404"/>
              <a:ext cx="360628" cy="96507"/>
            </a:xfrm>
            <a:custGeom>
              <a:rect b="b" l="l" r="r" t="t"/>
              <a:pathLst>
                <a:path extrusionOk="0" h="3693" w="13800">
                  <a:moveTo>
                    <a:pt x="269" y="0"/>
                  </a:moveTo>
                  <a:cubicBezTo>
                    <a:pt x="125" y="0"/>
                    <a:pt x="0" y="125"/>
                    <a:pt x="0" y="270"/>
                  </a:cubicBezTo>
                  <a:lnTo>
                    <a:pt x="0" y="3693"/>
                  </a:lnTo>
                  <a:lnTo>
                    <a:pt x="13799" y="3693"/>
                  </a:lnTo>
                  <a:lnTo>
                    <a:pt x="13799" y="270"/>
                  </a:lnTo>
                  <a:cubicBezTo>
                    <a:pt x="13799" y="125"/>
                    <a:pt x="13684" y="0"/>
                    <a:pt x="13530" y="0"/>
                  </a:cubicBezTo>
                  <a:close/>
                </a:path>
              </a:pathLst>
            </a:custGeom>
            <a:solidFill>
              <a:srgbClr val="41586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039" name="Google Shape;18039;p45"/>
            <p:cNvSpPr/>
            <p:nvPr/>
          </p:nvSpPr>
          <p:spPr>
            <a:xfrm>
              <a:off x="5752627" y="3430404"/>
              <a:ext cx="360628" cy="96507"/>
            </a:xfrm>
            <a:custGeom>
              <a:rect b="b" l="l" r="r" t="t"/>
              <a:pathLst>
                <a:path extrusionOk="0" h="3693" w="13800">
                  <a:moveTo>
                    <a:pt x="12347" y="0"/>
                  </a:moveTo>
                  <a:lnTo>
                    <a:pt x="12347" y="2741"/>
                  </a:lnTo>
                  <a:cubicBezTo>
                    <a:pt x="12347" y="2972"/>
                    <a:pt x="12155" y="3154"/>
                    <a:pt x="11934" y="3154"/>
                  </a:cubicBezTo>
                  <a:lnTo>
                    <a:pt x="0" y="3154"/>
                  </a:lnTo>
                  <a:lnTo>
                    <a:pt x="0" y="3693"/>
                  </a:lnTo>
                  <a:lnTo>
                    <a:pt x="13799" y="3693"/>
                  </a:lnTo>
                  <a:lnTo>
                    <a:pt x="13799" y="270"/>
                  </a:lnTo>
                  <a:cubicBezTo>
                    <a:pt x="13799" y="125"/>
                    <a:pt x="13684" y="0"/>
                    <a:pt x="13530" y="0"/>
                  </a:cubicBezTo>
                  <a:close/>
                </a:path>
              </a:pathLst>
            </a:custGeom>
            <a:solidFill>
              <a:srgbClr val="324B6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040" name="Google Shape;18040;p45"/>
            <p:cNvSpPr/>
            <p:nvPr/>
          </p:nvSpPr>
          <p:spPr>
            <a:xfrm>
              <a:off x="5788036" y="3526885"/>
              <a:ext cx="28929" cy="84722"/>
            </a:xfrm>
            <a:custGeom>
              <a:rect b="b" l="l" r="r" t="t"/>
              <a:pathLst>
                <a:path extrusionOk="0" h="3242" w="1107">
                  <a:moveTo>
                    <a:pt x="1" y="1"/>
                  </a:moveTo>
                  <a:lnTo>
                    <a:pt x="1" y="3241"/>
                  </a:lnTo>
                  <a:lnTo>
                    <a:pt x="1107" y="3241"/>
                  </a:lnTo>
                  <a:lnTo>
                    <a:pt x="1107" y="1"/>
                  </a:lnTo>
                  <a:close/>
                </a:path>
              </a:pathLst>
            </a:custGeom>
            <a:solidFill>
              <a:srgbClr val="E8EDF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041" name="Google Shape;18041;p45"/>
            <p:cNvSpPr/>
            <p:nvPr/>
          </p:nvSpPr>
          <p:spPr>
            <a:xfrm>
              <a:off x="5816939" y="3526885"/>
              <a:ext cx="29190" cy="84722"/>
            </a:xfrm>
            <a:custGeom>
              <a:rect b="b" l="l" r="r" t="t"/>
              <a:pathLst>
                <a:path extrusionOk="0" h="3242" w="1117">
                  <a:moveTo>
                    <a:pt x="1" y="1"/>
                  </a:moveTo>
                  <a:lnTo>
                    <a:pt x="1" y="3241"/>
                  </a:lnTo>
                  <a:lnTo>
                    <a:pt x="1116" y="3241"/>
                  </a:lnTo>
                  <a:lnTo>
                    <a:pt x="1116" y="1"/>
                  </a:lnTo>
                  <a:close/>
                </a:path>
              </a:pathLst>
            </a:custGeom>
            <a:solidFill>
              <a:srgbClr val="EAEFF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042" name="Google Shape;18042;p45"/>
            <p:cNvSpPr/>
            <p:nvPr/>
          </p:nvSpPr>
          <p:spPr>
            <a:xfrm>
              <a:off x="5846102" y="3526885"/>
              <a:ext cx="28929" cy="84722"/>
            </a:xfrm>
            <a:custGeom>
              <a:rect b="b" l="l" r="r" t="t"/>
              <a:pathLst>
                <a:path extrusionOk="0" h="3242" w="1107">
                  <a:moveTo>
                    <a:pt x="0" y="1"/>
                  </a:moveTo>
                  <a:lnTo>
                    <a:pt x="0" y="3241"/>
                  </a:lnTo>
                  <a:lnTo>
                    <a:pt x="1106" y="3241"/>
                  </a:lnTo>
                  <a:lnTo>
                    <a:pt x="1106" y="1"/>
                  </a:lnTo>
                  <a:close/>
                </a:path>
              </a:pathLst>
            </a:custGeom>
            <a:solidFill>
              <a:srgbClr val="E8EDF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043" name="Google Shape;18043;p45"/>
            <p:cNvSpPr/>
            <p:nvPr/>
          </p:nvSpPr>
          <p:spPr>
            <a:xfrm>
              <a:off x="5875005" y="3526885"/>
              <a:ext cx="28903" cy="84722"/>
            </a:xfrm>
            <a:custGeom>
              <a:rect b="b" l="l" r="r" t="t"/>
              <a:pathLst>
                <a:path extrusionOk="0" h="3242" w="1106">
                  <a:moveTo>
                    <a:pt x="0" y="1"/>
                  </a:moveTo>
                  <a:lnTo>
                    <a:pt x="0" y="3241"/>
                  </a:lnTo>
                  <a:lnTo>
                    <a:pt x="1106" y="3241"/>
                  </a:lnTo>
                  <a:lnTo>
                    <a:pt x="1106" y="1"/>
                  </a:lnTo>
                  <a:close/>
                </a:path>
              </a:pathLst>
            </a:custGeom>
            <a:solidFill>
              <a:srgbClr val="EAEFF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044" name="Google Shape;18044;p45"/>
            <p:cNvSpPr/>
            <p:nvPr/>
          </p:nvSpPr>
          <p:spPr>
            <a:xfrm>
              <a:off x="5903881" y="3526885"/>
              <a:ext cx="29190" cy="84722"/>
            </a:xfrm>
            <a:custGeom>
              <a:rect b="b" l="l" r="r" t="t"/>
              <a:pathLst>
                <a:path extrusionOk="0" h="3242" w="1117">
                  <a:moveTo>
                    <a:pt x="1" y="1"/>
                  </a:moveTo>
                  <a:lnTo>
                    <a:pt x="1" y="3241"/>
                  </a:lnTo>
                  <a:lnTo>
                    <a:pt x="1116" y="3241"/>
                  </a:lnTo>
                  <a:lnTo>
                    <a:pt x="1116" y="1"/>
                  </a:lnTo>
                  <a:close/>
                </a:path>
              </a:pathLst>
            </a:custGeom>
            <a:solidFill>
              <a:srgbClr val="E8EDF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045" name="Google Shape;18045;p45"/>
            <p:cNvSpPr/>
            <p:nvPr/>
          </p:nvSpPr>
          <p:spPr>
            <a:xfrm>
              <a:off x="5933045" y="3526885"/>
              <a:ext cx="28929" cy="84722"/>
            </a:xfrm>
            <a:custGeom>
              <a:rect b="b" l="l" r="r" t="t"/>
              <a:pathLst>
                <a:path extrusionOk="0" h="3242" w="1107">
                  <a:moveTo>
                    <a:pt x="0" y="1"/>
                  </a:moveTo>
                  <a:lnTo>
                    <a:pt x="0" y="3241"/>
                  </a:lnTo>
                  <a:lnTo>
                    <a:pt x="1106" y="3241"/>
                  </a:lnTo>
                  <a:lnTo>
                    <a:pt x="1106" y="1"/>
                  </a:lnTo>
                  <a:close/>
                </a:path>
              </a:pathLst>
            </a:custGeom>
            <a:solidFill>
              <a:srgbClr val="EAEFF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046" name="Google Shape;18046;p45"/>
            <p:cNvSpPr/>
            <p:nvPr/>
          </p:nvSpPr>
          <p:spPr>
            <a:xfrm>
              <a:off x="5961948" y="3526885"/>
              <a:ext cx="28929" cy="84722"/>
            </a:xfrm>
            <a:custGeom>
              <a:rect b="b" l="l" r="r" t="t"/>
              <a:pathLst>
                <a:path extrusionOk="0" h="3242" w="1107">
                  <a:moveTo>
                    <a:pt x="0" y="1"/>
                  </a:moveTo>
                  <a:lnTo>
                    <a:pt x="0" y="3241"/>
                  </a:lnTo>
                  <a:lnTo>
                    <a:pt x="1106" y="3241"/>
                  </a:lnTo>
                  <a:lnTo>
                    <a:pt x="1106" y="1"/>
                  </a:lnTo>
                  <a:close/>
                </a:path>
              </a:pathLst>
            </a:custGeom>
            <a:solidFill>
              <a:srgbClr val="E8EDF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047" name="Google Shape;18047;p45"/>
            <p:cNvSpPr/>
            <p:nvPr/>
          </p:nvSpPr>
          <p:spPr>
            <a:xfrm>
              <a:off x="5990850" y="3526885"/>
              <a:ext cx="29164" cy="84722"/>
            </a:xfrm>
            <a:custGeom>
              <a:rect b="b" l="l" r="r" t="t"/>
              <a:pathLst>
                <a:path extrusionOk="0" h="3242" w="1116">
                  <a:moveTo>
                    <a:pt x="0" y="1"/>
                  </a:moveTo>
                  <a:lnTo>
                    <a:pt x="0" y="3241"/>
                  </a:lnTo>
                  <a:lnTo>
                    <a:pt x="1116" y="3241"/>
                  </a:lnTo>
                  <a:lnTo>
                    <a:pt x="1116" y="1"/>
                  </a:lnTo>
                  <a:close/>
                </a:path>
              </a:pathLst>
            </a:custGeom>
            <a:solidFill>
              <a:srgbClr val="EAEFF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048" name="Google Shape;18048;p45"/>
            <p:cNvSpPr/>
            <p:nvPr/>
          </p:nvSpPr>
          <p:spPr>
            <a:xfrm>
              <a:off x="6019988" y="3526885"/>
              <a:ext cx="28929" cy="84722"/>
            </a:xfrm>
            <a:custGeom>
              <a:rect b="b" l="l" r="r" t="t"/>
              <a:pathLst>
                <a:path extrusionOk="0" h="3242" w="1107">
                  <a:moveTo>
                    <a:pt x="1" y="1"/>
                  </a:moveTo>
                  <a:lnTo>
                    <a:pt x="1" y="3241"/>
                  </a:lnTo>
                  <a:lnTo>
                    <a:pt x="1106" y="3241"/>
                  </a:lnTo>
                  <a:lnTo>
                    <a:pt x="1106" y="1"/>
                  </a:lnTo>
                  <a:close/>
                </a:path>
              </a:pathLst>
            </a:custGeom>
            <a:solidFill>
              <a:srgbClr val="E8EDF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049" name="Google Shape;18049;p45"/>
            <p:cNvSpPr/>
            <p:nvPr/>
          </p:nvSpPr>
          <p:spPr>
            <a:xfrm>
              <a:off x="6048891" y="3526885"/>
              <a:ext cx="28929" cy="84722"/>
            </a:xfrm>
            <a:custGeom>
              <a:rect b="b" l="l" r="r" t="t"/>
              <a:pathLst>
                <a:path extrusionOk="0" h="3242" w="1107">
                  <a:moveTo>
                    <a:pt x="0" y="1"/>
                  </a:moveTo>
                  <a:lnTo>
                    <a:pt x="0" y="3241"/>
                  </a:lnTo>
                  <a:lnTo>
                    <a:pt x="1106" y="3241"/>
                  </a:lnTo>
                  <a:lnTo>
                    <a:pt x="1106" y="1"/>
                  </a:lnTo>
                  <a:close/>
                </a:path>
              </a:pathLst>
            </a:custGeom>
            <a:solidFill>
              <a:srgbClr val="EAEFF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050" name="Google Shape;18050;p45"/>
            <p:cNvSpPr/>
            <p:nvPr/>
          </p:nvSpPr>
          <p:spPr>
            <a:xfrm>
              <a:off x="5806381" y="3526885"/>
              <a:ext cx="21403" cy="48032"/>
            </a:xfrm>
            <a:custGeom>
              <a:rect b="b" l="l" r="r" t="t"/>
              <a:pathLst>
                <a:path extrusionOk="0" h="1838" w="819">
                  <a:moveTo>
                    <a:pt x="1" y="1"/>
                  </a:moveTo>
                  <a:lnTo>
                    <a:pt x="1" y="1626"/>
                  </a:lnTo>
                  <a:cubicBezTo>
                    <a:pt x="1" y="1741"/>
                    <a:pt x="88" y="1838"/>
                    <a:pt x="203" y="1838"/>
                  </a:cubicBezTo>
                  <a:lnTo>
                    <a:pt x="616" y="1838"/>
                  </a:lnTo>
                  <a:cubicBezTo>
                    <a:pt x="732" y="1838"/>
                    <a:pt x="818" y="1741"/>
                    <a:pt x="818" y="1626"/>
                  </a:cubicBezTo>
                  <a:lnTo>
                    <a:pt x="818" y="1"/>
                  </a:lnTo>
                  <a:close/>
                </a:path>
              </a:pathLst>
            </a:custGeom>
            <a:solidFill>
              <a:srgbClr val="30496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051" name="Google Shape;18051;p45"/>
            <p:cNvSpPr/>
            <p:nvPr/>
          </p:nvSpPr>
          <p:spPr>
            <a:xfrm>
              <a:off x="5864186" y="3526885"/>
              <a:ext cx="21638" cy="48032"/>
            </a:xfrm>
            <a:custGeom>
              <a:rect b="b" l="l" r="r" t="t"/>
              <a:pathLst>
                <a:path extrusionOk="0" h="1838" w="828">
                  <a:moveTo>
                    <a:pt x="1" y="1"/>
                  </a:moveTo>
                  <a:lnTo>
                    <a:pt x="1" y="1626"/>
                  </a:lnTo>
                  <a:cubicBezTo>
                    <a:pt x="1" y="1741"/>
                    <a:pt x="97" y="1838"/>
                    <a:pt x="212" y="1838"/>
                  </a:cubicBezTo>
                  <a:lnTo>
                    <a:pt x="626" y="1838"/>
                  </a:lnTo>
                  <a:cubicBezTo>
                    <a:pt x="731" y="1838"/>
                    <a:pt x="828" y="1741"/>
                    <a:pt x="828" y="1626"/>
                  </a:cubicBezTo>
                  <a:lnTo>
                    <a:pt x="828" y="1"/>
                  </a:lnTo>
                  <a:close/>
                </a:path>
              </a:pathLst>
            </a:custGeom>
            <a:solidFill>
              <a:srgbClr val="30496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052" name="Google Shape;18052;p45"/>
            <p:cNvSpPr/>
            <p:nvPr/>
          </p:nvSpPr>
          <p:spPr>
            <a:xfrm>
              <a:off x="5922226" y="3526885"/>
              <a:ext cx="21638" cy="48032"/>
            </a:xfrm>
            <a:custGeom>
              <a:rect b="b" l="l" r="r" t="t"/>
              <a:pathLst>
                <a:path extrusionOk="0" h="1838" w="828">
                  <a:moveTo>
                    <a:pt x="1" y="1"/>
                  </a:moveTo>
                  <a:lnTo>
                    <a:pt x="1" y="1626"/>
                  </a:lnTo>
                  <a:cubicBezTo>
                    <a:pt x="1" y="1741"/>
                    <a:pt x="87" y="1838"/>
                    <a:pt x="203" y="1838"/>
                  </a:cubicBezTo>
                  <a:lnTo>
                    <a:pt x="616" y="1838"/>
                  </a:lnTo>
                  <a:cubicBezTo>
                    <a:pt x="732" y="1838"/>
                    <a:pt x="828" y="1741"/>
                    <a:pt x="828" y="1626"/>
                  </a:cubicBezTo>
                  <a:lnTo>
                    <a:pt x="828" y="1"/>
                  </a:lnTo>
                  <a:close/>
                </a:path>
              </a:pathLst>
            </a:custGeom>
            <a:solidFill>
              <a:srgbClr val="30496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053" name="Google Shape;18053;p45"/>
            <p:cNvSpPr/>
            <p:nvPr/>
          </p:nvSpPr>
          <p:spPr>
            <a:xfrm>
              <a:off x="5980293" y="3526885"/>
              <a:ext cx="21638" cy="48032"/>
            </a:xfrm>
            <a:custGeom>
              <a:rect b="b" l="l" r="r" t="t"/>
              <a:pathLst>
                <a:path extrusionOk="0" h="1838" w="828">
                  <a:moveTo>
                    <a:pt x="0" y="1"/>
                  </a:moveTo>
                  <a:lnTo>
                    <a:pt x="0" y="1626"/>
                  </a:lnTo>
                  <a:cubicBezTo>
                    <a:pt x="0" y="1741"/>
                    <a:pt x="96" y="1838"/>
                    <a:pt x="202" y="1838"/>
                  </a:cubicBezTo>
                  <a:lnTo>
                    <a:pt x="616" y="1838"/>
                  </a:lnTo>
                  <a:cubicBezTo>
                    <a:pt x="731" y="1838"/>
                    <a:pt x="827" y="1741"/>
                    <a:pt x="827" y="1626"/>
                  </a:cubicBezTo>
                  <a:lnTo>
                    <a:pt x="827" y="1"/>
                  </a:lnTo>
                  <a:close/>
                </a:path>
              </a:pathLst>
            </a:custGeom>
            <a:solidFill>
              <a:srgbClr val="30496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054" name="Google Shape;18054;p45"/>
            <p:cNvSpPr/>
            <p:nvPr/>
          </p:nvSpPr>
          <p:spPr>
            <a:xfrm>
              <a:off x="6038072" y="3526885"/>
              <a:ext cx="21638" cy="48032"/>
            </a:xfrm>
            <a:custGeom>
              <a:rect b="b" l="l" r="r" t="t"/>
              <a:pathLst>
                <a:path extrusionOk="0" h="1838" w="828">
                  <a:moveTo>
                    <a:pt x="1" y="1"/>
                  </a:moveTo>
                  <a:lnTo>
                    <a:pt x="1" y="1626"/>
                  </a:lnTo>
                  <a:cubicBezTo>
                    <a:pt x="1" y="1741"/>
                    <a:pt x="97" y="1838"/>
                    <a:pt x="212" y="1838"/>
                  </a:cubicBezTo>
                  <a:lnTo>
                    <a:pt x="626" y="1838"/>
                  </a:lnTo>
                  <a:cubicBezTo>
                    <a:pt x="732" y="1838"/>
                    <a:pt x="828" y="1741"/>
                    <a:pt x="828" y="1626"/>
                  </a:cubicBezTo>
                  <a:lnTo>
                    <a:pt x="828" y="1"/>
                  </a:lnTo>
                  <a:close/>
                </a:path>
              </a:pathLst>
            </a:custGeom>
            <a:solidFill>
              <a:srgbClr val="30496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055" name="Google Shape;18055;p45"/>
            <p:cNvSpPr/>
            <p:nvPr/>
          </p:nvSpPr>
          <p:spPr>
            <a:xfrm>
              <a:off x="5926774" y="3454995"/>
              <a:ext cx="139234" cy="42282"/>
            </a:xfrm>
            <a:custGeom>
              <a:rect b="b" l="l" r="r" t="t"/>
              <a:pathLst>
                <a:path extrusionOk="0" h="1618" w="5328">
                  <a:moveTo>
                    <a:pt x="157" y="1"/>
                  </a:moveTo>
                  <a:cubicBezTo>
                    <a:pt x="68" y="1"/>
                    <a:pt x="0" y="74"/>
                    <a:pt x="0" y="165"/>
                  </a:cubicBezTo>
                  <a:lnTo>
                    <a:pt x="0" y="1454"/>
                  </a:lnTo>
                  <a:cubicBezTo>
                    <a:pt x="0" y="1540"/>
                    <a:pt x="77" y="1617"/>
                    <a:pt x="173" y="1617"/>
                  </a:cubicBezTo>
                  <a:lnTo>
                    <a:pt x="5164" y="1617"/>
                  </a:lnTo>
                  <a:cubicBezTo>
                    <a:pt x="5250" y="1617"/>
                    <a:pt x="5327" y="1540"/>
                    <a:pt x="5327" y="1454"/>
                  </a:cubicBezTo>
                  <a:lnTo>
                    <a:pt x="5327" y="165"/>
                  </a:lnTo>
                  <a:cubicBezTo>
                    <a:pt x="5327" y="69"/>
                    <a:pt x="5250" y="2"/>
                    <a:pt x="5164" y="2"/>
                  </a:cubicBezTo>
                  <a:lnTo>
                    <a:pt x="173" y="2"/>
                  </a:lnTo>
                  <a:cubicBezTo>
                    <a:pt x="168" y="1"/>
                    <a:pt x="162" y="1"/>
                    <a:pt x="157" y="1"/>
                  </a:cubicBezTo>
                  <a:close/>
                </a:path>
              </a:pathLst>
            </a:custGeom>
            <a:solidFill>
              <a:srgbClr val="E8EDF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056" name="Google Shape;18056;p45"/>
            <p:cNvSpPr/>
            <p:nvPr/>
          </p:nvSpPr>
          <p:spPr>
            <a:xfrm>
              <a:off x="5926774" y="3471615"/>
              <a:ext cx="139234" cy="25662"/>
            </a:xfrm>
            <a:custGeom>
              <a:rect b="b" l="l" r="r" t="t"/>
              <a:pathLst>
                <a:path extrusionOk="0" h="982" w="5328">
                  <a:moveTo>
                    <a:pt x="0" y="0"/>
                  </a:moveTo>
                  <a:lnTo>
                    <a:pt x="0" y="818"/>
                  </a:lnTo>
                  <a:cubicBezTo>
                    <a:pt x="0" y="904"/>
                    <a:pt x="77" y="981"/>
                    <a:pt x="173" y="981"/>
                  </a:cubicBezTo>
                  <a:lnTo>
                    <a:pt x="5164" y="981"/>
                  </a:lnTo>
                  <a:cubicBezTo>
                    <a:pt x="5250" y="981"/>
                    <a:pt x="5327" y="904"/>
                    <a:pt x="5327" y="818"/>
                  </a:cubicBezTo>
                  <a:lnTo>
                    <a:pt x="5327" y="0"/>
                  </a:lnTo>
                  <a:cubicBezTo>
                    <a:pt x="5327" y="96"/>
                    <a:pt x="5250" y="173"/>
                    <a:pt x="5164" y="173"/>
                  </a:cubicBezTo>
                  <a:lnTo>
                    <a:pt x="173" y="173"/>
                  </a:lnTo>
                  <a:cubicBezTo>
                    <a:pt x="77" y="173"/>
                    <a:pt x="0" y="96"/>
                    <a:pt x="0" y="0"/>
                  </a:cubicBezTo>
                  <a:close/>
                </a:path>
              </a:pathLst>
            </a:custGeom>
            <a:solidFill>
              <a:srgbClr val="EAEFF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057" name="Google Shape;18057;p45"/>
            <p:cNvSpPr/>
            <p:nvPr/>
          </p:nvSpPr>
          <p:spPr>
            <a:xfrm>
              <a:off x="5870981" y="3449559"/>
              <a:ext cx="10819" cy="53232"/>
            </a:xfrm>
            <a:custGeom>
              <a:rect b="b" l="l" r="r" t="t"/>
              <a:pathLst>
                <a:path extrusionOk="0" h="2037" w="414">
                  <a:moveTo>
                    <a:pt x="207" y="1"/>
                  </a:moveTo>
                  <a:cubicBezTo>
                    <a:pt x="104" y="1"/>
                    <a:pt x="0" y="70"/>
                    <a:pt x="0" y="210"/>
                  </a:cubicBezTo>
                  <a:lnTo>
                    <a:pt x="0" y="1825"/>
                  </a:lnTo>
                  <a:cubicBezTo>
                    <a:pt x="0" y="1941"/>
                    <a:pt x="87" y="2037"/>
                    <a:pt x="202" y="2037"/>
                  </a:cubicBezTo>
                  <a:cubicBezTo>
                    <a:pt x="318" y="2037"/>
                    <a:pt x="414" y="1941"/>
                    <a:pt x="414" y="1825"/>
                  </a:cubicBezTo>
                  <a:lnTo>
                    <a:pt x="414" y="210"/>
                  </a:lnTo>
                  <a:cubicBezTo>
                    <a:pt x="414" y="70"/>
                    <a:pt x="310" y="1"/>
                    <a:pt x="207" y="1"/>
                  </a:cubicBezTo>
                  <a:close/>
                </a:path>
              </a:pathLst>
            </a:custGeom>
            <a:solidFill>
              <a:srgbClr val="324B6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058" name="Google Shape;18058;p45"/>
            <p:cNvSpPr/>
            <p:nvPr/>
          </p:nvSpPr>
          <p:spPr>
            <a:xfrm>
              <a:off x="5834787" y="3449559"/>
              <a:ext cx="10845" cy="53232"/>
            </a:xfrm>
            <a:custGeom>
              <a:rect b="b" l="l" r="r" t="t"/>
              <a:pathLst>
                <a:path extrusionOk="0" h="2037" w="415">
                  <a:moveTo>
                    <a:pt x="207" y="1"/>
                  </a:moveTo>
                  <a:cubicBezTo>
                    <a:pt x="104" y="1"/>
                    <a:pt x="1" y="70"/>
                    <a:pt x="1" y="210"/>
                  </a:cubicBezTo>
                  <a:lnTo>
                    <a:pt x="1" y="1825"/>
                  </a:lnTo>
                  <a:cubicBezTo>
                    <a:pt x="1" y="1941"/>
                    <a:pt x="97" y="2037"/>
                    <a:pt x="212" y="2037"/>
                  </a:cubicBezTo>
                  <a:cubicBezTo>
                    <a:pt x="328" y="2037"/>
                    <a:pt x="414" y="1941"/>
                    <a:pt x="414" y="1825"/>
                  </a:cubicBezTo>
                  <a:lnTo>
                    <a:pt x="414" y="210"/>
                  </a:lnTo>
                  <a:cubicBezTo>
                    <a:pt x="414" y="70"/>
                    <a:pt x="311" y="1"/>
                    <a:pt x="207" y="1"/>
                  </a:cubicBezTo>
                  <a:close/>
                </a:path>
              </a:pathLst>
            </a:custGeom>
            <a:solidFill>
              <a:srgbClr val="324B6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059" name="Google Shape;18059;p45"/>
            <p:cNvSpPr/>
            <p:nvPr/>
          </p:nvSpPr>
          <p:spPr>
            <a:xfrm>
              <a:off x="5797601" y="3449559"/>
              <a:ext cx="11080" cy="53232"/>
            </a:xfrm>
            <a:custGeom>
              <a:rect b="b" l="l" r="r" t="t"/>
              <a:pathLst>
                <a:path extrusionOk="0" h="2037" w="424">
                  <a:moveTo>
                    <a:pt x="212" y="1"/>
                  </a:moveTo>
                  <a:cubicBezTo>
                    <a:pt x="106" y="1"/>
                    <a:pt x="0" y="70"/>
                    <a:pt x="0" y="210"/>
                  </a:cubicBezTo>
                  <a:lnTo>
                    <a:pt x="0" y="1825"/>
                  </a:lnTo>
                  <a:cubicBezTo>
                    <a:pt x="0" y="1941"/>
                    <a:pt x="97" y="2037"/>
                    <a:pt x="212" y="2037"/>
                  </a:cubicBezTo>
                  <a:cubicBezTo>
                    <a:pt x="327" y="2037"/>
                    <a:pt x="424" y="1941"/>
                    <a:pt x="424" y="1825"/>
                  </a:cubicBezTo>
                  <a:lnTo>
                    <a:pt x="424" y="210"/>
                  </a:lnTo>
                  <a:cubicBezTo>
                    <a:pt x="424" y="70"/>
                    <a:pt x="318" y="1"/>
                    <a:pt x="212" y="1"/>
                  </a:cubicBezTo>
                  <a:close/>
                </a:path>
              </a:pathLst>
            </a:custGeom>
            <a:solidFill>
              <a:srgbClr val="324B6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060" name="Google Shape;18060;p45"/>
            <p:cNvSpPr/>
            <p:nvPr/>
          </p:nvSpPr>
          <p:spPr>
            <a:xfrm>
              <a:off x="6094361" y="3526885"/>
              <a:ext cx="18632" cy="84983"/>
            </a:xfrm>
            <a:custGeom>
              <a:rect b="b" l="l" r="r" t="t"/>
              <a:pathLst>
                <a:path extrusionOk="0" h="3252" w="713">
                  <a:moveTo>
                    <a:pt x="1" y="1"/>
                  </a:moveTo>
                  <a:lnTo>
                    <a:pt x="1" y="3241"/>
                  </a:lnTo>
                  <a:lnTo>
                    <a:pt x="1" y="3251"/>
                  </a:lnTo>
                  <a:lnTo>
                    <a:pt x="453" y="3251"/>
                  </a:lnTo>
                  <a:cubicBezTo>
                    <a:pt x="578" y="3251"/>
                    <a:pt x="684" y="3165"/>
                    <a:pt x="713" y="3049"/>
                  </a:cubicBezTo>
                  <a:lnTo>
                    <a:pt x="713" y="1"/>
                  </a:lnTo>
                  <a:close/>
                </a:path>
              </a:pathLst>
            </a:custGeom>
            <a:solidFill>
              <a:srgbClr val="324B6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061" name="Google Shape;18061;p45"/>
            <p:cNvSpPr/>
            <p:nvPr/>
          </p:nvSpPr>
          <p:spPr>
            <a:xfrm>
              <a:off x="5769456" y="3526885"/>
              <a:ext cx="18606" cy="84983"/>
            </a:xfrm>
            <a:custGeom>
              <a:rect b="b" l="l" r="r" t="t"/>
              <a:pathLst>
                <a:path extrusionOk="0" h="3252" w="712">
                  <a:moveTo>
                    <a:pt x="0" y="1"/>
                  </a:moveTo>
                  <a:lnTo>
                    <a:pt x="0" y="3251"/>
                  </a:lnTo>
                  <a:lnTo>
                    <a:pt x="712" y="3251"/>
                  </a:lnTo>
                  <a:lnTo>
                    <a:pt x="712" y="1"/>
                  </a:lnTo>
                  <a:close/>
                </a:path>
              </a:pathLst>
            </a:custGeom>
            <a:solidFill>
              <a:srgbClr val="324B6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062" name="Google Shape;18062;p45"/>
            <p:cNvSpPr/>
            <p:nvPr/>
          </p:nvSpPr>
          <p:spPr>
            <a:xfrm>
              <a:off x="5860684" y="3457530"/>
              <a:ext cx="31437" cy="10845"/>
            </a:xfrm>
            <a:custGeom>
              <a:rect b="b" l="l" r="r" t="t"/>
              <a:pathLst>
                <a:path extrusionOk="0" h="415" w="1203">
                  <a:moveTo>
                    <a:pt x="269" y="1"/>
                  </a:moveTo>
                  <a:cubicBezTo>
                    <a:pt x="0" y="1"/>
                    <a:pt x="0" y="414"/>
                    <a:pt x="269" y="414"/>
                  </a:cubicBezTo>
                  <a:lnTo>
                    <a:pt x="923" y="414"/>
                  </a:lnTo>
                  <a:cubicBezTo>
                    <a:pt x="1202" y="414"/>
                    <a:pt x="1202" y="1"/>
                    <a:pt x="923" y="1"/>
                  </a:cubicBezTo>
                  <a:close/>
                </a:path>
              </a:pathLst>
            </a:custGeom>
            <a:solidFill>
              <a:srgbClr val="CBD5D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063" name="Google Shape;18063;p45"/>
            <p:cNvSpPr/>
            <p:nvPr/>
          </p:nvSpPr>
          <p:spPr>
            <a:xfrm>
              <a:off x="5824491" y="3477652"/>
              <a:ext cx="31673" cy="11080"/>
            </a:xfrm>
            <a:custGeom>
              <a:rect b="b" l="l" r="r" t="t"/>
              <a:pathLst>
                <a:path extrusionOk="0" h="424" w="1212">
                  <a:moveTo>
                    <a:pt x="279" y="0"/>
                  </a:moveTo>
                  <a:cubicBezTo>
                    <a:pt x="0" y="0"/>
                    <a:pt x="0" y="423"/>
                    <a:pt x="279" y="423"/>
                  </a:cubicBezTo>
                  <a:lnTo>
                    <a:pt x="933" y="423"/>
                  </a:lnTo>
                  <a:cubicBezTo>
                    <a:pt x="1212" y="423"/>
                    <a:pt x="1212" y="0"/>
                    <a:pt x="933" y="0"/>
                  </a:cubicBezTo>
                  <a:close/>
                </a:path>
              </a:pathLst>
            </a:custGeom>
            <a:solidFill>
              <a:srgbClr val="CBD5D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064" name="Google Shape;18064;p45"/>
            <p:cNvSpPr/>
            <p:nvPr/>
          </p:nvSpPr>
          <p:spPr>
            <a:xfrm>
              <a:off x="5787304" y="3457530"/>
              <a:ext cx="31673" cy="10845"/>
            </a:xfrm>
            <a:custGeom>
              <a:rect b="b" l="l" r="r" t="t"/>
              <a:pathLst>
                <a:path extrusionOk="0" h="415" w="1212">
                  <a:moveTo>
                    <a:pt x="279" y="1"/>
                  </a:moveTo>
                  <a:cubicBezTo>
                    <a:pt x="0" y="1"/>
                    <a:pt x="0" y="414"/>
                    <a:pt x="279" y="414"/>
                  </a:cubicBezTo>
                  <a:lnTo>
                    <a:pt x="933" y="414"/>
                  </a:lnTo>
                  <a:cubicBezTo>
                    <a:pt x="1212" y="414"/>
                    <a:pt x="1212" y="1"/>
                    <a:pt x="933" y="1"/>
                  </a:cubicBezTo>
                  <a:close/>
                </a:path>
              </a:pathLst>
            </a:custGeom>
            <a:solidFill>
              <a:srgbClr val="CBD5D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8065" name="Google Shape;18065;p45"/>
          <p:cNvGrpSpPr/>
          <p:nvPr/>
        </p:nvGrpSpPr>
        <p:grpSpPr>
          <a:xfrm>
            <a:off x="5235700" y="2718351"/>
            <a:ext cx="361909" cy="360759"/>
            <a:chOff x="5235700" y="2902998"/>
            <a:chExt cx="361909" cy="360759"/>
          </a:xfrm>
        </p:grpSpPr>
        <p:sp>
          <p:nvSpPr>
            <p:cNvPr id="18066" name="Google Shape;18066;p45"/>
            <p:cNvSpPr/>
            <p:nvPr/>
          </p:nvSpPr>
          <p:spPr>
            <a:xfrm>
              <a:off x="5235700" y="2902998"/>
              <a:ext cx="361909" cy="360498"/>
            </a:xfrm>
            <a:custGeom>
              <a:rect b="b" l="l" r="r" t="t"/>
              <a:pathLst>
                <a:path extrusionOk="0" h="13795" w="13849">
                  <a:moveTo>
                    <a:pt x="8231" y="2325"/>
                  </a:moveTo>
                  <a:cubicBezTo>
                    <a:pt x="8280" y="2325"/>
                    <a:pt x="8331" y="2345"/>
                    <a:pt x="8377" y="2393"/>
                  </a:cubicBezTo>
                  <a:lnTo>
                    <a:pt x="8877" y="2893"/>
                  </a:lnTo>
                  <a:cubicBezTo>
                    <a:pt x="8963" y="2970"/>
                    <a:pt x="8963" y="3104"/>
                    <a:pt x="8886" y="3191"/>
                  </a:cubicBezTo>
                  <a:cubicBezTo>
                    <a:pt x="8843" y="3229"/>
                    <a:pt x="8788" y="3248"/>
                    <a:pt x="8732" y="3248"/>
                  </a:cubicBezTo>
                  <a:cubicBezTo>
                    <a:pt x="8677" y="3248"/>
                    <a:pt x="8622" y="3229"/>
                    <a:pt x="8578" y="3191"/>
                  </a:cubicBezTo>
                  <a:lnTo>
                    <a:pt x="8078" y="2691"/>
                  </a:lnTo>
                  <a:cubicBezTo>
                    <a:pt x="7931" y="2536"/>
                    <a:pt x="8071" y="2325"/>
                    <a:pt x="8231" y="2325"/>
                  </a:cubicBezTo>
                  <a:close/>
                  <a:moveTo>
                    <a:pt x="9510" y="3604"/>
                  </a:moveTo>
                  <a:cubicBezTo>
                    <a:pt x="9559" y="3604"/>
                    <a:pt x="9610" y="3624"/>
                    <a:pt x="9655" y="3672"/>
                  </a:cubicBezTo>
                  <a:lnTo>
                    <a:pt x="10155" y="4172"/>
                  </a:lnTo>
                  <a:cubicBezTo>
                    <a:pt x="10242" y="4249"/>
                    <a:pt x="10242" y="4383"/>
                    <a:pt x="10155" y="4470"/>
                  </a:cubicBezTo>
                  <a:cubicBezTo>
                    <a:pt x="10117" y="4508"/>
                    <a:pt x="10064" y="4527"/>
                    <a:pt x="10010" y="4527"/>
                  </a:cubicBezTo>
                  <a:cubicBezTo>
                    <a:pt x="9956" y="4527"/>
                    <a:pt x="9901" y="4508"/>
                    <a:pt x="9857" y="4470"/>
                  </a:cubicBezTo>
                  <a:lnTo>
                    <a:pt x="9357" y="3970"/>
                  </a:lnTo>
                  <a:cubicBezTo>
                    <a:pt x="9210" y="3815"/>
                    <a:pt x="9350" y="3604"/>
                    <a:pt x="9510" y="3604"/>
                  </a:cubicBezTo>
                  <a:close/>
                  <a:moveTo>
                    <a:pt x="10793" y="4879"/>
                  </a:moveTo>
                  <a:cubicBezTo>
                    <a:pt x="10841" y="4879"/>
                    <a:pt x="10891" y="4897"/>
                    <a:pt x="10934" y="4941"/>
                  </a:cubicBezTo>
                  <a:lnTo>
                    <a:pt x="11434" y="5441"/>
                  </a:lnTo>
                  <a:cubicBezTo>
                    <a:pt x="11521" y="5527"/>
                    <a:pt x="11521" y="5662"/>
                    <a:pt x="11434" y="5739"/>
                  </a:cubicBezTo>
                  <a:lnTo>
                    <a:pt x="11434" y="5749"/>
                  </a:lnTo>
                  <a:cubicBezTo>
                    <a:pt x="11396" y="5787"/>
                    <a:pt x="11343" y="5806"/>
                    <a:pt x="11289" y="5806"/>
                  </a:cubicBezTo>
                  <a:cubicBezTo>
                    <a:pt x="11235" y="5806"/>
                    <a:pt x="11180" y="5787"/>
                    <a:pt x="11136" y="5749"/>
                  </a:cubicBezTo>
                  <a:lnTo>
                    <a:pt x="10636" y="5249"/>
                  </a:lnTo>
                  <a:cubicBezTo>
                    <a:pt x="10480" y="5092"/>
                    <a:pt x="10629" y="4879"/>
                    <a:pt x="10793" y="4879"/>
                  </a:cubicBezTo>
                  <a:close/>
                  <a:moveTo>
                    <a:pt x="8728" y="1"/>
                  </a:moveTo>
                  <a:cubicBezTo>
                    <a:pt x="8670" y="1"/>
                    <a:pt x="8612" y="22"/>
                    <a:pt x="8569" y="66"/>
                  </a:cubicBezTo>
                  <a:lnTo>
                    <a:pt x="7319" y="1325"/>
                  </a:lnTo>
                  <a:lnTo>
                    <a:pt x="7607" y="1614"/>
                  </a:lnTo>
                  <a:cubicBezTo>
                    <a:pt x="7754" y="1768"/>
                    <a:pt x="7614" y="1979"/>
                    <a:pt x="7454" y="1979"/>
                  </a:cubicBezTo>
                  <a:cubicBezTo>
                    <a:pt x="7405" y="1979"/>
                    <a:pt x="7354" y="1959"/>
                    <a:pt x="7309" y="1912"/>
                  </a:cubicBezTo>
                  <a:lnTo>
                    <a:pt x="7021" y="1623"/>
                  </a:lnTo>
                  <a:lnTo>
                    <a:pt x="97" y="8547"/>
                  </a:lnTo>
                  <a:cubicBezTo>
                    <a:pt x="1" y="8633"/>
                    <a:pt x="1" y="8778"/>
                    <a:pt x="97" y="8864"/>
                  </a:cubicBezTo>
                  <a:lnTo>
                    <a:pt x="328" y="9095"/>
                  </a:lnTo>
                  <a:cubicBezTo>
                    <a:pt x="368" y="9135"/>
                    <a:pt x="421" y="9158"/>
                    <a:pt x="479" y="9158"/>
                  </a:cubicBezTo>
                  <a:cubicBezTo>
                    <a:pt x="518" y="9158"/>
                    <a:pt x="558" y="9147"/>
                    <a:pt x="597" y="9124"/>
                  </a:cubicBezTo>
                  <a:cubicBezTo>
                    <a:pt x="689" y="9075"/>
                    <a:pt x="782" y="9054"/>
                    <a:pt x="872" y="9054"/>
                  </a:cubicBezTo>
                  <a:cubicBezTo>
                    <a:pt x="1280" y="9054"/>
                    <a:pt x="1614" y="9504"/>
                    <a:pt x="1386" y="9922"/>
                  </a:cubicBezTo>
                  <a:cubicBezTo>
                    <a:pt x="1338" y="10009"/>
                    <a:pt x="1357" y="10124"/>
                    <a:pt x="1424" y="10191"/>
                  </a:cubicBezTo>
                  <a:lnTo>
                    <a:pt x="1982" y="10749"/>
                  </a:lnTo>
                  <a:cubicBezTo>
                    <a:pt x="2024" y="10791"/>
                    <a:pt x="2081" y="10814"/>
                    <a:pt x="2141" y="10814"/>
                  </a:cubicBezTo>
                  <a:cubicBezTo>
                    <a:pt x="2177" y="10814"/>
                    <a:pt x="2215" y="10806"/>
                    <a:pt x="2251" y="10787"/>
                  </a:cubicBezTo>
                  <a:cubicBezTo>
                    <a:pt x="2345" y="10736"/>
                    <a:pt x="2441" y="10713"/>
                    <a:pt x="2533" y="10713"/>
                  </a:cubicBezTo>
                  <a:cubicBezTo>
                    <a:pt x="2938" y="10713"/>
                    <a:pt x="3267" y="11160"/>
                    <a:pt x="3040" y="11576"/>
                  </a:cubicBezTo>
                  <a:cubicBezTo>
                    <a:pt x="2992" y="11663"/>
                    <a:pt x="3011" y="11778"/>
                    <a:pt x="3078" y="11845"/>
                  </a:cubicBezTo>
                  <a:lnTo>
                    <a:pt x="3636" y="12403"/>
                  </a:lnTo>
                  <a:cubicBezTo>
                    <a:pt x="3678" y="12445"/>
                    <a:pt x="3738" y="12468"/>
                    <a:pt x="3799" y="12468"/>
                  </a:cubicBezTo>
                  <a:cubicBezTo>
                    <a:pt x="3836" y="12468"/>
                    <a:pt x="3872" y="12460"/>
                    <a:pt x="3905" y="12441"/>
                  </a:cubicBezTo>
                  <a:cubicBezTo>
                    <a:pt x="3999" y="12390"/>
                    <a:pt x="4095" y="12367"/>
                    <a:pt x="4187" y="12367"/>
                  </a:cubicBezTo>
                  <a:cubicBezTo>
                    <a:pt x="4592" y="12367"/>
                    <a:pt x="4921" y="12814"/>
                    <a:pt x="4694" y="13230"/>
                  </a:cubicBezTo>
                  <a:cubicBezTo>
                    <a:pt x="4645" y="13326"/>
                    <a:pt x="4665" y="13432"/>
                    <a:pt x="4732" y="13499"/>
                  </a:cubicBezTo>
                  <a:lnTo>
                    <a:pt x="4963" y="13730"/>
                  </a:lnTo>
                  <a:cubicBezTo>
                    <a:pt x="5006" y="13773"/>
                    <a:pt x="5064" y="13795"/>
                    <a:pt x="5121" y="13795"/>
                  </a:cubicBezTo>
                  <a:cubicBezTo>
                    <a:pt x="5179" y="13795"/>
                    <a:pt x="5237" y="13773"/>
                    <a:pt x="5280" y="13730"/>
                  </a:cubicBezTo>
                  <a:lnTo>
                    <a:pt x="12204" y="6806"/>
                  </a:lnTo>
                  <a:lnTo>
                    <a:pt x="11915" y="6518"/>
                  </a:lnTo>
                  <a:cubicBezTo>
                    <a:pt x="11760" y="6370"/>
                    <a:pt x="11900" y="6154"/>
                    <a:pt x="12065" y="6154"/>
                  </a:cubicBezTo>
                  <a:cubicBezTo>
                    <a:pt x="12115" y="6154"/>
                    <a:pt x="12167" y="6173"/>
                    <a:pt x="12213" y="6220"/>
                  </a:cubicBezTo>
                  <a:lnTo>
                    <a:pt x="12502" y="6508"/>
                  </a:lnTo>
                  <a:lnTo>
                    <a:pt x="13761" y="5258"/>
                  </a:lnTo>
                  <a:cubicBezTo>
                    <a:pt x="13848" y="5162"/>
                    <a:pt x="13848" y="5027"/>
                    <a:pt x="13761" y="4941"/>
                  </a:cubicBezTo>
                  <a:lnTo>
                    <a:pt x="13531" y="4710"/>
                  </a:lnTo>
                  <a:cubicBezTo>
                    <a:pt x="13485" y="4664"/>
                    <a:pt x="13429" y="4642"/>
                    <a:pt x="13372" y="4642"/>
                  </a:cubicBezTo>
                  <a:cubicBezTo>
                    <a:pt x="13334" y="4642"/>
                    <a:pt x="13296" y="4652"/>
                    <a:pt x="13261" y="4672"/>
                  </a:cubicBezTo>
                  <a:cubicBezTo>
                    <a:pt x="13166" y="4723"/>
                    <a:pt x="13069" y="4746"/>
                    <a:pt x="12976" y="4746"/>
                  </a:cubicBezTo>
                  <a:cubicBezTo>
                    <a:pt x="12565" y="4746"/>
                    <a:pt x="12236" y="4297"/>
                    <a:pt x="12463" y="3874"/>
                  </a:cubicBezTo>
                  <a:cubicBezTo>
                    <a:pt x="12511" y="3787"/>
                    <a:pt x="12502" y="3681"/>
                    <a:pt x="12425" y="3604"/>
                  </a:cubicBezTo>
                  <a:lnTo>
                    <a:pt x="11877" y="3056"/>
                  </a:lnTo>
                  <a:cubicBezTo>
                    <a:pt x="11831" y="3010"/>
                    <a:pt x="11775" y="2988"/>
                    <a:pt x="11718" y="2988"/>
                  </a:cubicBezTo>
                  <a:cubicBezTo>
                    <a:pt x="11680" y="2988"/>
                    <a:pt x="11642" y="2998"/>
                    <a:pt x="11608" y="3018"/>
                  </a:cubicBezTo>
                  <a:cubicBezTo>
                    <a:pt x="11512" y="3069"/>
                    <a:pt x="11415" y="3092"/>
                    <a:pt x="11322" y="3092"/>
                  </a:cubicBezTo>
                  <a:cubicBezTo>
                    <a:pt x="10911" y="3092"/>
                    <a:pt x="10582" y="2643"/>
                    <a:pt x="10809" y="2220"/>
                  </a:cubicBezTo>
                  <a:cubicBezTo>
                    <a:pt x="10857" y="2133"/>
                    <a:pt x="10838" y="2027"/>
                    <a:pt x="10771" y="1950"/>
                  </a:cubicBezTo>
                  <a:lnTo>
                    <a:pt x="10223" y="1393"/>
                  </a:lnTo>
                  <a:cubicBezTo>
                    <a:pt x="10178" y="1353"/>
                    <a:pt x="10123" y="1334"/>
                    <a:pt x="10066" y="1334"/>
                  </a:cubicBezTo>
                  <a:cubicBezTo>
                    <a:pt x="10026" y="1334"/>
                    <a:pt x="9984" y="1344"/>
                    <a:pt x="9944" y="1364"/>
                  </a:cubicBezTo>
                  <a:cubicBezTo>
                    <a:pt x="9850" y="1415"/>
                    <a:pt x="9754" y="1438"/>
                    <a:pt x="9663" y="1438"/>
                  </a:cubicBezTo>
                  <a:cubicBezTo>
                    <a:pt x="9257" y="1438"/>
                    <a:pt x="8928" y="989"/>
                    <a:pt x="9155" y="566"/>
                  </a:cubicBezTo>
                  <a:cubicBezTo>
                    <a:pt x="9203" y="479"/>
                    <a:pt x="9184" y="373"/>
                    <a:pt x="9117" y="296"/>
                  </a:cubicBezTo>
                  <a:lnTo>
                    <a:pt x="8886" y="66"/>
                  </a:lnTo>
                  <a:cubicBezTo>
                    <a:pt x="8843" y="22"/>
                    <a:pt x="8785" y="1"/>
                    <a:pt x="8728" y="1"/>
                  </a:cubicBezTo>
                  <a:close/>
                </a:path>
              </a:pathLst>
            </a:custGeom>
            <a:solidFill>
              <a:srgbClr val="9BAFB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067" name="Google Shape;18067;p45"/>
            <p:cNvSpPr/>
            <p:nvPr/>
          </p:nvSpPr>
          <p:spPr>
            <a:xfrm>
              <a:off x="5353061" y="2902998"/>
              <a:ext cx="244287" cy="360759"/>
            </a:xfrm>
            <a:custGeom>
              <a:rect b="b" l="l" r="r" t="t"/>
              <a:pathLst>
                <a:path extrusionOk="0" h="13805" w="9348">
                  <a:moveTo>
                    <a:pt x="4237" y="1"/>
                  </a:moveTo>
                  <a:cubicBezTo>
                    <a:pt x="4179" y="1"/>
                    <a:pt x="4121" y="22"/>
                    <a:pt x="4078" y="66"/>
                  </a:cubicBezTo>
                  <a:lnTo>
                    <a:pt x="2828" y="1325"/>
                  </a:lnTo>
                  <a:lnTo>
                    <a:pt x="3116" y="1614"/>
                  </a:lnTo>
                  <a:cubicBezTo>
                    <a:pt x="3193" y="1691"/>
                    <a:pt x="3193" y="1825"/>
                    <a:pt x="3116" y="1902"/>
                  </a:cubicBezTo>
                  <a:lnTo>
                    <a:pt x="3597" y="2383"/>
                  </a:lnTo>
                  <a:cubicBezTo>
                    <a:pt x="3638" y="2347"/>
                    <a:pt x="3689" y="2330"/>
                    <a:pt x="3740" y="2330"/>
                  </a:cubicBezTo>
                  <a:cubicBezTo>
                    <a:pt x="3797" y="2330"/>
                    <a:pt x="3854" y="2352"/>
                    <a:pt x="3895" y="2393"/>
                  </a:cubicBezTo>
                  <a:lnTo>
                    <a:pt x="4395" y="2893"/>
                  </a:lnTo>
                  <a:cubicBezTo>
                    <a:pt x="4472" y="2970"/>
                    <a:pt x="4482" y="3104"/>
                    <a:pt x="4405" y="3191"/>
                  </a:cubicBezTo>
                  <a:lnTo>
                    <a:pt x="4886" y="3672"/>
                  </a:lnTo>
                  <a:cubicBezTo>
                    <a:pt x="4923" y="3630"/>
                    <a:pt x="4974" y="3610"/>
                    <a:pt x="5025" y="3610"/>
                  </a:cubicBezTo>
                  <a:cubicBezTo>
                    <a:pt x="5080" y="3610"/>
                    <a:pt x="5134" y="3632"/>
                    <a:pt x="5174" y="3672"/>
                  </a:cubicBezTo>
                  <a:lnTo>
                    <a:pt x="5674" y="4172"/>
                  </a:lnTo>
                  <a:cubicBezTo>
                    <a:pt x="5751" y="4249"/>
                    <a:pt x="5761" y="4383"/>
                    <a:pt x="5684" y="4470"/>
                  </a:cubicBezTo>
                  <a:lnTo>
                    <a:pt x="6165" y="4951"/>
                  </a:lnTo>
                  <a:cubicBezTo>
                    <a:pt x="6203" y="4912"/>
                    <a:pt x="6256" y="4893"/>
                    <a:pt x="6309" y="4893"/>
                  </a:cubicBezTo>
                  <a:cubicBezTo>
                    <a:pt x="6362" y="4893"/>
                    <a:pt x="6415" y="4912"/>
                    <a:pt x="6453" y="4951"/>
                  </a:cubicBezTo>
                  <a:lnTo>
                    <a:pt x="6953" y="5451"/>
                  </a:lnTo>
                  <a:lnTo>
                    <a:pt x="6972" y="5479"/>
                  </a:lnTo>
                  <a:cubicBezTo>
                    <a:pt x="7001" y="5508"/>
                    <a:pt x="7011" y="5547"/>
                    <a:pt x="7020" y="5595"/>
                  </a:cubicBezTo>
                  <a:lnTo>
                    <a:pt x="7020" y="5604"/>
                  </a:lnTo>
                  <a:lnTo>
                    <a:pt x="7020" y="5614"/>
                  </a:lnTo>
                  <a:lnTo>
                    <a:pt x="7020" y="5633"/>
                  </a:lnTo>
                  <a:lnTo>
                    <a:pt x="7020" y="5652"/>
                  </a:lnTo>
                  <a:cubicBezTo>
                    <a:pt x="7011" y="5681"/>
                    <a:pt x="6991" y="5710"/>
                    <a:pt x="6972" y="5739"/>
                  </a:cubicBezTo>
                  <a:lnTo>
                    <a:pt x="6963" y="5749"/>
                  </a:lnTo>
                  <a:cubicBezTo>
                    <a:pt x="6920" y="5791"/>
                    <a:pt x="6866" y="5813"/>
                    <a:pt x="6812" y="5813"/>
                  </a:cubicBezTo>
                  <a:cubicBezTo>
                    <a:pt x="6768" y="5813"/>
                    <a:pt x="6723" y="5798"/>
                    <a:pt x="6684" y="5768"/>
                  </a:cubicBezTo>
                  <a:lnTo>
                    <a:pt x="1" y="12451"/>
                  </a:lnTo>
                  <a:cubicBezTo>
                    <a:pt x="270" y="12614"/>
                    <a:pt x="366" y="12961"/>
                    <a:pt x="222" y="13240"/>
                  </a:cubicBezTo>
                  <a:cubicBezTo>
                    <a:pt x="174" y="13326"/>
                    <a:pt x="183" y="13432"/>
                    <a:pt x="260" y="13509"/>
                  </a:cubicBezTo>
                  <a:lnTo>
                    <a:pt x="491" y="13740"/>
                  </a:lnTo>
                  <a:cubicBezTo>
                    <a:pt x="534" y="13783"/>
                    <a:pt x="590" y="13804"/>
                    <a:pt x="646" y="13804"/>
                  </a:cubicBezTo>
                  <a:cubicBezTo>
                    <a:pt x="703" y="13804"/>
                    <a:pt x="760" y="13783"/>
                    <a:pt x="808" y="13740"/>
                  </a:cubicBezTo>
                  <a:lnTo>
                    <a:pt x="7732" y="6816"/>
                  </a:lnTo>
                  <a:lnTo>
                    <a:pt x="7434" y="6528"/>
                  </a:lnTo>
                  <a:cubicBezTo>
                    <a:pt x="7357" y="6441"/>
                    <a:pt x="7357" y="6306"/>
                    <a:pt x="7434" y="6220"/>
                  </a:cubicBezTo>
                  <a:lnTo>
                    <a:pt x="7443" y="6220"/>
                  </a:lnTo>
                  <a:cubicBezTo>
                    <a:pt x="7472" y="6191"/>
                    <a:pt x="7501" y="6181"/>
                    <a:pt x="7530" y="6172"/>
                  </a:cubicBezTo>
                  <a:lnTo>
                    <a:pt x="7703" y="6172"/>
                  </a:lnTo>
                  <a:lnTo>
                    <a:pt x="7713" y="6181"/>
                  </a:lnTo>
                  <a:lnTo>
                    <a:pt x="7732" y="6191"/>
                  </a:lnTo>
                  <a:lnTo>
                    <a:pt x="8020" y="6479"/>
                  </a:lnTo>
                  <a:lnTo>
                    <a:pt x="9280" y="5229"/>
                  </a:lnTo>
                  <a:cubicBezTo>
                    <a:pt x="9347" y="5143"/>
                    <a:pt x="9338" y="5018"/>
                    <a:pt x="9270" y="4941"/>
                  </a:cubicBezTo>
                  <a:lnTo>
                    <a:pt x="9040" y="4710"/>
                  </a:lnTo>
                  <a:cubicBezTo>
                    <a:pt x="8992" y="4662"/>
                    <a:pt x="8934" y="4643"/>
                    <a:pt x="8876" y="4643"/>
                  </a:cubicBezTo>
                  <a:cubicBezTo>
                    <a:pt x="8838" y="4643"/>
                    <a:pt x="8799" y="4652"/>
                    <a:pt x="8770" y="4672"/>
                  </a:cubicBezTo>
                  <a:cubicBezTo>
                    <a:pt x="8680" y="4721"/>
                    <a:pt x="8581" y="4744"/>
                    <a:pt x="8483" y="4744"/>
                  </a:cubicBezTo>
                  <a:cubicBezTo>
                    <a:pt x="8330" y="4744"/>
                    <a:pt x="8180" y="4687"/>
                    <a:pt x="8068" y="4575"/>
                  </a:cubicBezTo>
                  <a:lnTo>
                    <a:pt x="8040" y="4537"/>
                  </a:lnTo>
                  <a:lnTo>
                    <a:pt x="8030" y="4527"/>
                  </a:lnTo>
                  <a:lnTo>
                    <a:pt x="8020" y="4508"/>
                  </a:lnTo>
                  <a:lnTo>
                    <a:pt x="8001" y="4489"/>
                  </a:lnTo>
                  <a:lnTo>
                    <a:pt x="7992" y="4470"/>
                  </a:lnTo>
                  <a:lnTo>
                    <a:pt x="7982" y="4450"/>
                  </a:lnTo>
                  <a:cubicBezTo>
                    <a:pt x="7876" y="4277"/>
                    <a:pt x="7876" y="4056"/>
                    <a:pt x="7972" y="3874"/>
                  </a:cubicBezTo>
                  <a:cubicBezTo>
                    <a:pt x="8020" y="3787"/>
                    <a:pt x="8011" y="3681"/>
                    <a:pt x="7934" y="3604"/>
                  </a:cubicBezTo>
                  <a:lnTo>
                    <a:pt x="7386" y="3056"/>
                  </a:lnTo>
                  <a:cubicBezTo>
                    <a:pt x="7340" y="3010"/>
                    <a:pt x="7284" y="2988"/>
                    <a:pt x="7227" y="2988"/>
                  </a:cubicBezTo>
                  <a:cubicBezTo>
                    <a:pt x="7189" y="2988"/>
                    <a:pt x="7151" y="2998"/>
                    <a:pt x="7117" y="3018"/>
                  </a:cubicBezTo>
                  <a:cubicBezTo>
                    <a:pt x="7021" y="3069"/>
                    <a:pt x="6924" y="3092"/>
                    <a:pt x="6831" y="3092"/>
                  </a:cubicBezTo>
                  <a:cubicBezTo>
                    <a:pt x="6420" y="3092"/>
                    <a:pt x="6091" y="2643"/>
                    <a:pt x="6318" y="2220"/>
                  </a:cubicBezTo>
                  <a:cubicBezTo>
                    <a:pt x="6366" y="2133"/>
                    <a:pt x="6347" y="2027"/>
                    <a:pt x="6280" y="1950"/>
                  </a:cubicBezTo>
                  <a:lnTo>
                    <a:pt x="5732" y="1402"/>
                  </a:lnTo>
                  <a:cubicBezTo>
                    <a:pt x="5686" y="1356"/>
                    <a:pt x="5630" y="1334"/>
                    <a:pt x="5571" y="1334"/>
                  </a:cubicBezTo>
                  <a:cubicBezTo>
                    <a:pt x="5532" y="1334"/>
                    <a:pt x="5492" y="1344"/>
                    <a:pt x="5453" y="1364"/>
                  </a:cubicBezTo>
                  <a:cubicBezTo>
                    <a:pt x="5359" y="1415"/>
                    <a:pt x="5263" y="1438"/>
                    <a:pt x="5172" y="1438"/>
                  </a:cubicBezTo>
                  <a:cubicBezTo>
                    <a:pt x="4766" y="1438"/>
                    <a:pt x="4437" y="989"/>
                    <a:pt x="4664" y="566"/>
                  </a:cubicBezTo>
                  <a:cubicBezTo>
                    <a:pt x="4712" y="479"/>
                    <a:pt x="4693" y="373"/>
                    <a:pt x="4626" y="296"/>
                  </a:cubicBezTo>
                  <a:lnTo>
                    <a:pt x="4395" y="66"/>
                  </a:lnTo>
                  <a:cubicBezTo>
                    <a:pt x="4352" y="22"/>
                    <a:pt x="4294" y="1"/>
                    <a:pt x="4237" y="1"/>
                  </a:cubicBezTo>
                  <a:close/>
                </a:path>
              </a:pathLst>
            </a:custGeom>
            <a:solidFill>
              <a:srgbClr val="8BA3B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068" name="Google Shape;18068;p45"/>
            <p:cNvSpPr/>
            <p:nvPr/>
          </p:nvSpPr>
          <p:spPr>
            <a:xfrm>
              <a:off x="5294001" y="2977267"/>
              <a:ext cx="228712" cy="228372"/>
            </a:xfrm>
            <a:custGeom>
              <a:rect b="b" l="l" r="r" t="t"/>
              <a:pathLst>
                <a:path extrusionOk="0" h="8739" w="8752">
                  <a:moveTo>
                    <a:pt x="5079" y="0"/>
                  </a:moveTo>
                  <a:cubicBezTo>
                    <a:pt x="5064" y="0"/>
                    <a:pt x="5049" y="7"/>
                    <a:pt x="5040" y="22"/>
                  </a:cubicBezTo>
                  <a:lnTo>
                    <a:pt x="30" y="5032"/>
                  </a:lnTo>
                  <a:cubicBezTo>
                    <a:pt x="1" y="5051"/>
                    <a:pt x="1" y="5089"/>
                    <a:pt x="30" y="5118"/>
                  </a:cubicBezTo>
                  <a:lnTo>
                    <a:pt x="3636" y="8724"/>
                  </a:lnTo>
                  <a:cubicBezTo>
                    <a:pt x="3645" y="8734"/>
                    <a:pt x="3660" y="8739"/>
                    <a:pt x="3675" y="8739"/>
                  </a:cubicBezTo>
                  <a:cubicBezTo>
                    <a:pt x="3691" y="8739"/>
                    <a:pt x="3708" y="8734"/>
                    <a:pt x="3722" y="8724"/>
                  </a:cubicBezTo>
                  <a:lnTo>
                    <a:pt x="8732" y="3714"/>
                  </a:lnTo>
                  <a:cubicBezTo>
                    <a:pt x="8751" y="3686"/>
                    <a:pt x="8751" y="3647"/>
                    <a:pt x="8732" y="3628"/>
                  </a:cubicBezTo>
                  <a:lnTo>
                    <a:pt x="5126" y="22"/>
                  </a:lnTo>
                  <a:cubicBezTo>
                    <a:pt x="5112" y="7"/>
                    <a:pt x="5095" y="0"/>
                    <a:pt x="5079" y="0"/>
                  </a:cubicBezTo>
                  <a:close/>
                </a:path>
              </a:pathLst>
            </a:custGeom>
            <a:solidFill>
              <a:srgbClr val="CDD8D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069" name="Google Shape;18069;p45"/>
            <p:cNvSpPr/>
            <p:nvPr/>
          </p:nvSpPr>
          <p:spPr>
            <a:xfrm>
              <a:off x="5374672" y="2977267"/>
              <a:ext cx="148041" cy="228372"/>
            </a:xfrm>
            <a:custGeom>
              <a:rect b="b" l="l" r="r" t="t"/>
              <a:pathLst>
                <a:path extrusionOk="0" h="8739" w="5665">
                  <a:moveTo>
                    <a:pt x="1992" y="0"/>
                  </a:moveTo>
                  <a:cubicBezTo>
                    <a:pt x="1977" y="0"/>
                    <a:pt x="1962" y="7"/>
                    <a:pt x="1953" y="22"/>
                  </a:cubicBezTo>
                  <a:lnTo>
                    <a:pt x="953" y="1022"/>
                  </a:lnTo>
                  <a:lnTo>
                    <a:pt x="4011" y="4089"/>
                  </a:lnTo>
                  <a:cubicBezTo>
                    <a:pt x="4030" y="4109"/>
                    <a:pt x="4030" y="4147"/>
                    <a:pt x="4011" y="4176"/>
                  </a:cubicBezTo>
                  <a:lnTo>
                    <a:pt x="1" y="8176"/>
                  </a:lnTo>
                  <a:lnTo>
                    <a:pt x="549" y="8724"/>
                  </a:lnTo>
                  <a:cubicBezTo>
                    <a:pt x="558" y="8734"/>
                    <a:pt x="573" y="8739"/>
                    <a:pt x="588" y="8739"/>
                  </a:cubicBezTo>
                  <a:cubicBezTo>
                    <a:pt x="604" y="8739"/>
                    <a:pt x="621" y="8734"/>
                    <a:pt x="635" y="8724"/>
                  </a:cubicBezTo>
                  <a:lnTo>
                    <a:pt x="5645" y="3714"/>
                  </a:lnTo>
                  <a:cubicBezTo>
                    <a:pt x="5664" y="3686"/>
                    <a:pt x="5664" y="3647"/>
                    <a:pt x="5645" y="3628"/>
                  </a:cubicBezTo>
                  <a:lnTo>
                    <a:pt x="2039" y="22"/>
                  </a:lnTo>
                  <a:cubicBezTo>
                    <a:pt x="2025" y="7"/>
                    <a:pt x="2008" y="0"/>
                    <a:pt x="1992" y="0"/>
                  </a:cubicBezTo>
                  <a:close/>
                </a:path>
              </a:pathLst>
            </a:custGeom>
            <a:solidFill>
              <a:srgbClr val="BECBD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070" name="Google Shape;18070;p45"/>
            <p:cNvSpPr/>
            <p:nvPr/>
          </p:nvSpPr>
          <p:spPr>
            <a:xfrm>
              <a:off x="5335473" y="3083783"/>
              <a:ext cx="73145" cy="71499"/>
            </a:xfrm>
            <a:custGeom>
              <a:rect b="b" l="l" r="r" t="t"/>
              <a:pathLst>
                <a:path extrusionOk="0" h="2736" w="2799">
                  <a:moveTo>
                    <a:pt x="1441" y="1"/>
                  </a:moveTo>
                  <a:cubicBezTo>
                    <a:pt x="1369" y="1"/>
                    <a:pt x="1280" y="42"/>
                    <a:pt x="1222" y="100"/>
                  </a:cubicBezTo>
                  <a:cubicBezTo>
                    <a:pt x="1174" y="129"/>
                    <a:pt x="1164" y="196"/>
                    <a:pt x="1183" y="254"/>
                  </a:cubicBezTo>
                  <a:lnTo>
                    <a:pt x="2289" y="2244"/>
                  </a:lnTo>
                  <a:lnTo>
                    <a:pt x="2289" y="2244"/>
                  </a:lnTo>
                  <a:lnTo>
                    <a:pt x="299" y="1148"/>
                  </a:lnTo>
                  <a:cubicBezTo>
                    <a:pt x="280" y="1139"/>
                    <a:pt x="261" y="1135"/>
                    <a:pt x="241" y="1135"/>
                  </a:cubicBezTo>
                  <a:cubicBezTo>
                    <a:pt x="201" y="1135"/>
                    <a:pt x="161" y="1154"/>
                    <a:pt x="135" y="1187"/>
                  </a:cubicBezTo>
                  <a:cubicBezTo>
                    <a:pt x="58" y="1264"/>
                    <a:pt x="1" y="1417"/>
                    <a:pt x="77" y="1485"/>
                  </a:cubicBezTo>
                  <a:cubicBezTo>
                    <a:pt x="87" y="1494"/>
                    <a:pt x="97" y="1504"/>
                    <a:pt x="106" y="1504"/>
                  </a:cubicBezTo>
                  <a:lnTo>
                    <a:pt x="2405" y="2725"/>
                  </a:lnTo>
                  <a:cubicBezTo>
                    <a:pt x="2429" y="2732"/>
                    <a:pt x="2454" y="2736"/>
                    <a:pt x="2479" y="2736"/>
                  </a:cubicBezTo>
                  <a:cubicBezTo>
                    <a:pt x="2555" y="2736"/>
                    <a:pt x="2633" y="2703"/>
                    <a:pt x="2683" y="2639"/>
                  </a:cubicBezTo>
                  <a:cubicBezTo>
                    <a:pt x="2770" y="2571"/>
                    <a:pt x="2799" y="2456"/>
                    <a:pt x="2760" y="2360"/>
                  </a:cubicBezTo>
                  <a:lnTo>
                    <a:pt x="1549" y="61"/>
                  </a:lnTo>
                  <a:cubicBezTo>
                    <a:pt x="1539" y="52"/>
                    <a:pt x="1529" y="42"/>
                    <a:pt x="1529" y="33"/>
                  </a:cubicBezTo>
                  <a:cubicBezTo>
                    <a:pt x="1507" y="11"/>
                    <a:pt x="1476" y="1"/>
                    <a:pt x="1441" y="1"/>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071" name="Google Shape;18071;p45"/>
            <p:cNvSpPr/>
            <p:nvPr/>
          </p:nvSpPr>
          <p:spPr>
            <a:xfrm>
              <a:off x="5380447" y="3068025"/>
              <a:ext cx="57831" cy="56237"/>
            </a:xfrm>
            <a:custGeom>
              <a:rect b="b" l="l" r="r" t="t"/>
              <a:pathLst>
                <a:path extrusionOk="0" h="2152" w="2213">
                  <a:moveTo>
                    <a:pt x="269" y="0"/>
                  </a:moveTo>
                  <a:cubicBezTo>
                    <a:pt x="215" y="0"/>
                    <a:pt x="159" y="38"/>
                    <a:pt x="116" y="88"/>
                  </a:cubicBezTo>
                  <a:cubicBezTo>
                    <a:pt x="39" y="164"/>
                    <a:pt x="1" y="261"/>
                    <a:pt x="58" y="328"/>
                  </a:cubicBezTo>
                  <a:lnTo>
                    <a:pt x="1857" y="2117"/>
                  </a:lnTo>
                  <a:cubicBezTo>
                    <a:pt x="1881" y="2141"/>
                    <a:pt x="1910" y="2151"/>
                    <a:pt x="1941" y="2151"/>
                  </a:cubicBezTo>
                  <a:cubicBezTo>
                    <a:pt x="1995" y="2151"/>
                    <a:pt x="2054" y="2118"/>
                    <a:pt x="2097" y="2068"/>
                  </a:cubicBezTo>
                  <a:cubicBezTo>
                    <a:pt x="2174" y="2001"/>
                    <a:pt x="2212" y="1895"/>
                    <a:pt x="2145" y="1828"/>
                  </a:cubicBezTo>
                  <a:lnTo>
                    <a:pt x="357" y="39"/>
                  </a:lnTo>
                  <a:cubicBezTo>
                    <a:pt x="329" y="12"/>
                    <a:pt x="299" y="0"/>
                    <a:pt x="269" y="0"/>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072" name="Google Shape;18072;p45"/>
            <p:cNvSpPr/>
            <p:nvPr/>
          </p:nvSpPr>
          <p:spPr>
            <a:xfrm>
              <a:off x="5399289" y="3031309"/>
              <a:ext cx="58850" cy="74425"/>
            </a:xfrm>
            <a:custGeom>
              <a:rect b="b" l="l" r="r" t="t"/>
              <a:pathLst>
                <a:path extrusionOk="0" h="2848" w="2252">
                  <a:moveTo>
                    <a:pt x="1156" y="412"/>
                  </a:moveTo>
                  <a:cubicBezTo>
                    <a:pt x="1270" y="412"/>
                    <a:pt x="1389" y="467"/>
                    <a:pt x="1511" y="589"/>
                  </a:cubicBezTo>
                  <a:lnTo>
                    <a:pt x="1549" y="627"/>
                  </a:lnTo>
                  <a:cubicBezTo>
                    <a:pt x="1780" y="867"/>
                    <a:pt x="1780" y="1098"/>
                    <a:pt x="1578" y="1300"/>
                  </a:cubicBezTo>
                  <a:lnTo>
                    <a:pt x="1241" y="1637"/>
                  </a:lnTo>
                  <a:lnTo>
                    <a:pt x="501" y="906"/>
                  </a:lnTo>
                  <a:lnTo>
                    <a:pt x="838" y="560"/>
                  </a:lnTo>
                  <a:cubicBezTo>
                    <a:pt x="937" y="465"/>
                    <a:pt x="1044" y="412"/>
                    <a:pt x="1156" y="412"/>
                  </a:cubicBezTo>
                  <a:close/>
                  <a:moveTo>
                    <a:pt x="1195" y="1"/>
                  </a:moveTo>
                  <a:cubicBezTo>
                    <a:pt x="979" y="1"/>
                    <a:pt x="776" y="112"/>
                    <a:pt x="597" y="291"/>
                  </a:cubicBezTo>
                  <a:lnTo>
                    <a:pt x="68" y="819"/>
                  </a:lnTo>
                  <a:cubicBezTo>
                    <a:pt x="11" y="867"/>
                    <a:pt x="1" y="964"/>
                    <a:pt x="49" y="1021"/>
                  </a:cubicBezTo>
                  <a:lnTo>
                    <a:pt x="1847" y="2820"/>
                  </a:lnTo>
                  <a:cubicBezTo>
                    <a:pt x="1867" y="2839"/>
                    <a:pt x="1892" y="2848"/>
                    <a:pt x="1920" y="2848"/>
                  </a:cubicBezTo>
                  <a:cubicBezTo>
                    <a:pt x="1974" y="2848"/>
                    <a:pt x="2037" y="2816"/>
                    <a:pt x="2088" y="2771"/>
                  </a:cubicBezTo>
                  <a:cubicBezTo>
                    <a:pt x="2155" y="2695"/>
                    <a:pt x="2193" y="2589"/>
                    <a:pt x="2136" y="2531"/>
                  </a:cubicBezTo>
                  <a:lnTo>
                    <a:pt x="1463" y="1858"/>
                  </a:lnTo>
                  <a:lnTo>
                    <a:pt x="1799" y="1521"/>
                  </a:lnTo>
                  <a:cubicBezTo>
                    <a:pt x="2145" y="1175"/>
                    <a:pt x="2251" y="742"/>
                    <a:pt x="1809" y="310"/>
                  </a:cubicBezTo>
                  <a:lnTo>
                    <a:pt x="1790" y="291"/>
                  </a:lnTo>
                  <a:cubicBezTo>
                    <a:pt x="1587" y="88"/>
                    <a:pt x="1386" y="1"/>
                    <a:pt x="1195" y="1"/>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8073" name="Google Shape;18073;p45"/>
          <p:cNvGrpSpPr/>
          <p:nvPr/>
        </p:nvGrpSpPr>
        <p:grpSpPr>
          <a:xfrm>
            <a:off x="6634912" y="3210321"/>
            <a:ext cx="360367" cy="252309"/>
            <a:chOff x="6634912" y="3394969"/>
            <a:chExt cx="360367" cy="252309"/>
          </a:xfrm>
        </p:grpSpPr>
        <p:sp>
          <p:nvSpPr>
            <p:cNvPr id="18074" name="Google Shape;18074;p45"/>
            <p:cNvSpPr/>
            <p:nvPr/>
          </p:nvSpPr>
          <p:spPr>
            <a:xfrm>
              <a:off x="6784913" y="3403749"/>
              <a:ext cx="106830" cy="39748"/>
            </a:xfrm>
            <a:custGeom>
              <a:rect b="b" l="l" r="r" t="t"/>
              <a:pathLst>
                <a:path extrusionOk="0" h="1521" w="4088">
                  <a:moveTo>
                    <a:pt x="1184" y="1"/>
                  </a:moveTo>
                  <a:cubicBezTo>
                    <a:pt x="895" y="1"/>
                    <a:pt x="626" y="174"/>
                    <a:pt x="501" y="443"/>
                  </a:cubicBezTo>
                  <a:lnTo>
                    <a:pt x="1" y="1520"/>
                  </a:lnTo>
                  <a:lnTo>
                    <a:pt x="4088" y="1520"/>
                  </a:lnTo>
                  <a:lnTo>
                    <a:pt x="3588" y="443"/>
                  </a:lnTo>
                  <a:cubicBezTo>
                    <a:pt x="3463" y="174"/>
                    <a:pt x="3193" y="1"/>
                    <a:pt x="2905" y="1"/>
                  </a:cubicBezTo>
                  <a:close/>
                </a:path>
              </a:pathLst>
            </a:custGeom>
            <a:solidFill>
              <a:srgbClr val="485E7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075" name="Google Shape;18075;p45"/>
            <p:cNvSpPr/>
            <p:nvPr/>
          </p:nvSpPr>
          <p:spPr>
            <a:xfrm>
              <a:off x="6916333" y="3417835"/>
              <a:ext cx="56080" cy="30444"/>
            </a:xfrm>
            <a:custGeom>
              <a:rect b="b" l="l" r="r" t="t"/>
              <a:pathLst>
                <a:path extrusionOk="0" h="1165" w="2146">
                  <a:moveTo>
                    <a:pt x="338" y="0"/>
                  </a:moveTo>
                  <a:cubicBezTo>
                    <a:pt x="155" y="0"/>
                    <a:pt x="1" y="154"/>
                    <a:pt x="1" y="337"/>
                  </a:cubicBezTo>
                  <a:lnTo>
                    <a:pt x="1" y="1164"/>
                  </a:lnTo>
                  <a:lnTo>
                    <a:pt x="2145" y="1164"/>
                  </a:lnTo>
                  <a:lnTo>
                    <a:pt x="2145" y="337"/>
                  </a:lnTo>
                  <a:cubicBezTo>
                    <a:pt x="2145" y="154"/>
                    <a:pt x="1991" y="0"/>
                    <a:pt x="1809" y="0"/>
                  </a:cubicBezTo>
                  <a:close/>
                </a:path>
              </a:pathLst>
            </a:custGeom>
            <a:solidFill>
              <a:srgbClr val="485E7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076" name="Google Shape;18076;p45"/>
            <p:cNvSpPr/>
            <p:nvPr/>
          </p:nvSpPr>
          <p:spPr>
            <a:xfrm>
              <a:off x="6634912" y="3442974"/>
              <a:ext cx="360367" cy="204304"/>
            </a:xfrm>
            <a:custGeom>
              <a:rect b="b" l="l" r="r" t="t"/>
              <a:pathLst>
                <a:path extrusionOk="0" h="7818" w="13790">
                  <a:moveTo>
                    <a:pt x="837" y="0"/>
                  </a:moveTo>
                  <a:cubicBezTo>
                    <a:pt x="375" y="0"/>
                    <a:pt x="0" y="375"/>
                    <a:pt x="0" y="837"/>
                  </a:cubicBezTo>
                  <a:lnTo>
                    <a:pt x="0" y="6972"/>
                  </a:lnTo>
                  <a:cubicBezTo>
                    <a:pt x="0" y="7433"/>
                    <a:pt x="375" y="7818"/>
                    <a:pt x="837" y="7818"/>
                  </a:cubicBezTo>
                  <a:lnTo>
                    <a:pt x="12953" y="7818"/>
                  </a:lnTo>
                  <a:cubicBezTo>
                    <a:pt x="13414" y="7818"/>
                    <a:pt x="13789" y="7433"/>
                    <a:pt x="13789" y="6972"/>
                  </a:cubicBezTo>
                  <a:lnTo>
                    <a:pt x="13789" y="837"/>
                  </a:lnTo>
                  <a:cubicBezTo>
                    <a:pt x="13789" y="375"/>
                    <a:pt x="13414" y="0"/>
                    <a:pt x="12953" y="0"/>
                  </a:cubicBezTo>
                  <a:close/>
                </a:path>
              </a:pathLst>
            </a:custGeom>
            <a:solidFill>
              <a:srgbClr val="6C7E8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077" name="Google Shape;18077;p45"/>
            <p:cNvSpPr/>
            <p:nvPr/>
          </p:nvSpPr>
          <p:spPr>
            <a:xfrm>
              <a:off x="6943981" y="3477129"/>
              <a:ext cx="51298" cy="142762"/>
            </a:xfrm>
            <a:custGeom>
              <a:rect b="b" l="l" r="r" t="t"/>
              <a:pathLst>
                <a:path extrusionOk="0" h="5463" w="1963">
                  <a:moveTo>
                    <a:pt x="741" y="1"/>
                  </a:moveTo>
                  <a:cubicBezTo>
                    <a:pt x="318" y="30"/>
                    <a:pt x="1" y="376"/>
                    <a:pt x="1" y="789"/>
                  </a:cubicBezTo>
                  <a:lnTo>
                    <a:pt x="1" y="4674"/>
                  </a:lnTo>
                  <a:cubicBezTo>
                    <a:pt x="1" y="5107"/>
                    <a:pt x="347" y="5453"/>
                    <a:pt x="789" y="5463"/>
                  </a:cubicBezTo>
                  <a:lnTo>
                    <a:pt x="1962" y="5463"/>
                  </a:lnTo>
                  <a:lnTo>
                    <a:pt x="1962" y="1"/>
                  </a:lnTo>
                  <a:close/>
                </a:path>
              </a:pathLst>
            </a:custGeom>
            <a:solidFill>
              <a:srgbClr val="586C8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078" name="Google Shape;18078;p45"/>
            <p:cNvSpPr/>
            <p:nvPr/>
          </p:nvSpPr>
          <p:spPr>
            <a:xfrm>
              <a:off x="6723344" y="3457530"/>
              <a:ext cx="205846" cy="176081"/>
            </a:xfrm>
            <a:custGeom>
              <a:rect b="b" l="l" r="r" t="t"/>
              <a:pathLst>
                <a:path extrusionOk="0" h="6738" w="7877">
                  <a:moveTo>
                    <a:pt x="4519" y="1"/>
                  </a:moveTo>
                  <a:cubicBezTo>
                    <a:pt x="4513" y="1"/>
                    <a:pt x="4507" y="1"/>
                    <a:pt x="4501" y="1"/>
                  </a:cubicBezTo>
                  <a:cubicBezTo>
                    <a:pt x="1501" y="1"/>
                    <a:pt x="1" y="3626"/>
                    <a:pt x="2126" y="5751"/>
                  </a:cubicBezTo>
                  <a:cubicBezTo>
                    <a:pt x="2770" y="6395"/>
                    <a:pt x="3629" y="6737"/>
                    <a:pt x="4505" y="6737"/>
                  </a:cubicBezTo>
                  <a:cubicBezTo>
                    <a:pt x="4937" y="6737"/>
                    <a:pt x="5373" y="6654"/>
                    <a:pt x="5790" y="6482"/>
                  </a:cubicBezTo>
                  <a:cubicBezTo>
                    <a:pt x="7049" y="5963"/>
                    <a:pt x="7867" y="4732"/>
                    <a:pt x="7867" y="3366"/>
                  </a:cubicBezTo>
                  <a:cubicBezTo>
                    <a:pt x="7876" y="1516"/>
                    <a:pt x="6376" y="1"/>
                    <a:pt x="4519" y="1"/>
                  </a:cubicBezTo>
                  <a:close/>
                </a:path>
              </a:pathLst>
            </a:custGeom>
            <a:solidFill>
              <a:srgbClr val="485E7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079" name="Google Shape;18079;p45"/>
            <p:cNvSpPr/>
            <p:nvPr/>
          </p:nvSpPr>
          <p:spPr>
            <a:xfrm>
              <a:off x="6743702" y="3472870"/>
              <a:ext cx="170410" cy="145793"/>
            </a:xfrm>
            <a:custGeom>
              <a:rect b="b" l="l" r="r" t="t"/>
              <a:pathLst>
                <a:path extrusionOk="0" h="5579" w="6521">
                  <a:moveTo>
                    <a:pt x="3740" y="0"/>
                  </a:moveTo>
                  <a:cubicBezTo>
                    <a:pt x="3734" y="0"/>
                    <a:pt x="3728" y="0"/>
                    <a:pt x="3722" y="0"/>
                  </a:cubicBezTo>
                  <a:cubicBezTo>
                    <a:pt x="1241" y="0"/>
                    <a:pt x="1" y="3001"/>
                    <a:pt x="1751" y="4760"/>
                  </a:cubicBezTo>
                  <a:cubicBezTo>
                    <a:pt x="2319" y="5326"/>
                    <a:pt x="3017" y="5579"/>
                    <a:pt x="3701" y="5579"/>
                  </a:cubicBezTo>
                  <a:cubicBezTo>
                    <a:pt x="5136" y="5579"/>
                    <a:pt x="6511" y="4466"/>
                    <a:pt x="6511" y="2779"/>
                  </a:cubicBezTo>
                  <a:cubicBezTo>
                    <a:pt x="6520" y="1247"/>
                    <a:pt x="5280" y="0"/>
                    <a:pt x="3740" y="0"/>
                  </a:cubicBezTo>
                  <a:close/>
                </a:path>
              </a:pathLst>
            </a:custGeom>
            <a:solidFill>
              <a:srgbClr val="A5B7C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080" name="Google Shape;18080;p45"/>
            <p:cNvSpPr/>
            <p:nvPr/>
          </p:nvSpPr>
          <p:spPr>
            <a:xfrm>
              <a:off x="6781411" y="3491816"/>
              <a:ext cx="119373" cy="106046"/>
            </a:xfrm>
            <a:custGeom>
              <a:rect b="b" l="l" r="r" t="t"/>
              <a:pathLst>
                <a:path extrusionOk="0" h="4058" w="4568">
                  <a:moveTo>
                    <a:pt x="2277" y="0"/>
                  </a:moveTo>
                  <a:cubicBezTo>
                    <a:pt x="1674" y="0"/>
                    <a:pt x="1079" y="267"/>
                    <a:pt x="683" y="776"/>
                  </a:cubicBezTo>
                  <a:cubicBezTo>
                    <a:pt x="0" y="1651"/>
                    <a:pt x="135" y="2901"/>
                    <a:pt x="991" y="3593"/>
                  </a:cubicBezTo>
                  <a:cubicBezTo>
                    <a:pt x="1366" y="3905"/>
                    <a:pt x="1823" y="4057"/>
                    <a:pt x="2279" y="4057"/>
                  </a:cubicBezTo>
                  <a:cubicBezTo>
                    <a:pt x="2849" y="4057"/>
                    <a:pt x="3417" y="3818"/>
                    <a:pt x="3818" y="3353"/>
                  </a:cubicBezTo>
                  <a:lnTo>
                    <a:pt x="3818" y="3343"/>
                  </a:lnTo>
                  <a:cubicBezTo>
                    <a:pt x="3856" y="3295"/>
                    <a:pt x="3895" y="3256"/>
                    <a:pt x="3924" y="3208"/>
                  </a:cubicBezTo>
                  <a:cubicBezTo>
                    <a:pt x="4568" y="2304"/>
                    <a:pt x="4375" y="1064"/>
                    <a:pt x="3491" y="400"/>
                  </a:cubicBezTo>
                  <a:cubicBezTo>
                    <a:pt x="3126" y="131"/>
                    <a:pt x="2700" y="0"/>
                    <a:pt x="2277" y="0"/>
                  </a:cubicBezTo>
                  <a:close/>
                </a:path>
              </a:pathLst>
            </a:custGeom>
            <a:solidFill>
              <a:srgbClr val="C7D2D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081" name="Google Shape;18081;p45"/>
            <p:cNvSpPr/>
            <p:nvPr/>
          </p:nvSpPr>
          <p:spPr>
            <a:xfrm>
              <a:off x="6783867" y="3491711"/>
              <a:ext cx="116159" cy="106176"/>
            </a:xfrm>
            <a:custGeom>
              <a:rect b="b" l="l" r="r" t="t"/>
              <a:pathLst>
                <a:path extrusionOk="0" h="4063" w="4445">
                  <a:moveTo>
                    <a:pt x="2189" y="1"/>
                  </a:moveTo>
                  <a:cubicBezTo>
                    <a:pt x="1057" y="1"/>
                    <a:pt x="0" y="972"/>
                    <a:pt x="166" y="2289"/>
                  </a:cubicBezTo>
                  <a:cubicBezTo>
                    <a:pt x="307" y="3405"/>
                    <a:pt x="1245" y="4062"/>
                    <a:pt x="2196" y="4062"/>
                  </a:cubicBezTo>
                  <a:cubicBezTo>
                    <a:pt x="2803" y="4062"/>
                    <a:pt x="3414" y="3796"/>
                    <a:pt x="3830" y="3212"/>
                  </a:cubicBezTo>
                  <a:cubicBezTo>
                    <a:pt x="4445" y="2347"/>
                    <a:pt x="4291" y="1164"/>
                    <a:pt x="3493" y="491"/>
                  </a:cubicBezTo>
                  <a:cubicBezTo>
                    <a:pt x="3093" y="151"/>
                    <a:pt x="2635" y="1"/>
                    <a:pt x="2189" y="1"/>
                  </a:cubicBezTo>
                  <a:close/>
                </a:path>
              </a:pathLst>
            </a:custGeom>
            <a:solidFill>
              <a:srgbClr val="D2DBE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082" name="Google Shape;18082;p45"/>
            <p:cNvSpPr/>
            <p:nvPr/>
          </p:nvSpPr>
          <p:spPr>
            <a:xfrm>
              <a:off x="6833414" y="3519595"/>
              <a:ext cx="33450" cy="33450"/>
            </a:xfrm>
            <a:custGeom>
              <a:rect b="b" l="l" r="r" t="t"/>
              <a:pathLst>
                <a:path extrusionOk="0" h="1280" w="1280">
                  <a:moveTo>
                    <a:pt x="645" y="1"/>
                  </a:moveTo>
                  <a:cubicBezTo>
                    <a:pt x="289" y="1"/>
                    <a:pt x="1" y="280"/>
                    <a:pt x="1" y="636"/>
                  </a:cubicBezTo>
                  <a:cubicBezTo>
                    <a:pt x="1" y="991"/>
                    <a:pt x="289" y="1280"/>
                    <a:pt x="645" y="1280"/>
                  </a:cubicBezTo>
                  <a:cubicBezTo>
                    <a:pt x="991" y="1280"/>
                    <a:pt x="1280" y="991"/>
                    <a:pt x="1280" y="636"/>
                  </a:cubicBezTo>
                  <a:cubicBezTo>
                    <a:pt x="1280" y="280"/>
                    <a:pt x="991" y="1"/>
                    <a:pt x="645" y="1"/>
                  </a:cubicBezTo>
                  <a:close/>
                </a:path>
              </a:pathLst>
            </a:custGeom>
            <a:solidFill>
              <a:srgbClr val="F5F7F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083" name="Google Shape;18083;p45"/>
            <p:cNvSpPr/>
            <p:nvPr/>
          </p:nvSpPr>
          <p:spPr>
            <a:xfrm>
              <a:off x="6667055" y="3394969"/>
              <a:ext cx="34469" cy="30183"/>
            </a:xfrm>
            <a:custGeom>
              <a:rect b="b" l="l" r="r" t="t"/>
              <a:pathLst>
                <a:path extrusionOk="0" h="1155" w="1319">
                  <a:moveTo>
                    <a:pt x="337" y="0"/>
                  </a:moveTo>
                  <a:cubicBezTo>
                    <a:pt x="155" y="0"/>
                    <a:pt x="1" y="145"/>
                    <a:pt x="1" y="337"/>
                  </a:cubicBezTo>
                  <a:lnTo>
                    <a:pt x="1" y="818"/>
                  </a:lnTo>
                  <a:cubicBezTo>
                    <a:pt x="1" y="1001"/>
                    <a:pt x="155" y="1154"/>
                    <a:pt x="337" y="1154"/>
                  </a:cubicBezTo>
                  <a:lnTo>
                    <a:pt x="982" y="1154"/>
                  </a:lnTo>
                  <a:cubicBezTo>
                    <a:pt x="1164" y="1154"/>
                    <a:pt x="1318" y="1001"/>
                    <a:pt x="1318" y="818"/>
                  </a:cubicBezTo>
                  <a:lnTo>
                    <a:pt x="1318" y="337"/>
                  </a:lnTo>
                  <a:cubicBezTo>
                    <a:pt x="1318" y="145"/>
                    <a:pt x="1164" y="0"/>
                    <a:pt x="982" y="0"/>
                  </a:cubicBezTo>
                  <a:close/>
                </a:path>
              </a:pathLst>
            </a:custGeom>
            <a:solidFill>
              <a:srgbClr val="485E7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084" name="Google Shape;18084;p45"/>
            <p:cNvSpPr/>
            <p:nvPr/>
          </p:nvSpPr>
          <p:spPr>
            <a:xfrm>
              <a:off x="6634912" y="3416580"/>
              <a:ext cx="99016" cy="230463"/>
            </a:xfrm>
            <a:custGeom>
              <a:rect b="b" l="l" r="r" t="t"/>
              <a:pathLst>
                <a:path extrusionOk="0" h="8819" w="3789">
                  <a:moveTo>
                    <a:pt x="846" y="0"/>
                  </a:moveTo>
                  <a:cubicBezTo>
                    <a:pt x="375" y="0"/>
                    <a:pt x="0" y="375"/>
                    <a:pt x="0" y="837"/>
                  </a:cubicBezTo>
                  <a:lnTo>
                    <a:pt x="0" y="7982"/>
                  </a:lnTo>
                  <a:cubicBezTo>
                    <a:pt x="0" y="8443"/>
                    <a:pt x="375" y="8818"/>
                    <a:pt x="846" y="8818"/>
                  </a:cubicBezTo>
                  <a:lnTo>
                    <a:pt x="2943" y="8818"/>
                  </a:lnTo>
                  <a:cubicBezTo>
                    <a:pt x="3414" y="8818"/>
                    <a:pt x="3789" y="8443"/>
                    <a:pt x="3789" y="7982"/>
                  </a:cubicBezTo>
                  <a:lnTo>
                    <a:pt x="3789" y="837"/>
                  </a:lnTo>
                  <a:cubicBezTo>
                    <a:pt x="3789" y="385"/>
                    <a:pt x="3423" y="10"/>
                    <a:pt x="2971" y="0"/>
                  </a:cubicBezTo>
                  <a:close/>
                </a:path>
              </a:pathLst>
            </a:custGeom>
            <a:solidFill>
              <a:srgbClr val="485E7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085" name="Google Shape;18085;p45"/>
            <p:cNvSpPr/>
            <p:nvPr/>
          </p:nvSpPr>
          <p:spPr>
            <a:xfrm>
              <a:off x="6634912" y="3416580"/>
              <a:ext cx="77666" cy="204827"/>
            </a:xfrm>
            <a:custGeom>
              <a:rect b="b" l="l" r="r" t="t"/>
              <a:pathLst>
                <a:path extrusionOk="0" h="7838" w="2972">
                  <a:moveTo>
                    <a:pt x="837" y="0"/>
                  </a:moveTo>
                  <a:cubicBezTo>
                    <a:pt x="375" y="0"/>
                    <a:pt x="0" y="375"/>
                    <a:pt x="0" y="837"/>
                  </a:cubicBezTo>
                  <a:lnTo>
                    <a:pt x="0" y="7837"/>
                  </a:lnTo>
                  <a:lnTo>
                    <a:pt x="2125" y="7837"/>
                  </a:lnTo>
                  <a:cubicBezTo>
                    <a:pt x="2596" y="7837"/>
                    <a:pt x="2971" y="7462"/>
                    <a:pt x="2971" y="6991"/>
                  </a:cubicBezTo>
                  <a:lnTo>
                    <a:pt x="2971" y="0"/>
                  </a:lnTo>
                  <a:close/>
                </a:path>
              </a:pathLst>
            </a:custGeom>
            <a:solidFill>
              <a:srgbClr val="586C8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086" name="Google Shape;18086;p45"/>
            <p:cNvSpPr/>
            <p:nvPr/>
          </p:nvSpPr>
          <p:spPr>
            <a:xfrm>
              <a:off x="6915836" y="3461058"/>
              <a:ext cx="22134" cy="22134"/>
            </a:xfrm>
            <a:custGeom>
              <a:rect b="b" l="l" r="r" t="t"/>
              <a:pathLst>
                <a:path extrusionOk="0" h="847" w="847">
                  <a:moveTo>
                    <a:pt x="424" y="0"/>
                  </a:moveTo>
                  <a:cubicBezTo>
                    <a:pt x="193" y="0"/>
                    <a:pt x="1" y="193"/>
                    <a:pt x="1" y="424"/>
                  </a:cubicBezTo>
                  <a:cubicBezTo>
                    <a:pt x="1" y="654"/>
                    <a:pt x="193" y="847"/>
                    <a:pt x="424" y="847"/>
                  </a:cubicBezTo>
                  <a:cubicBezTo>
                    <a:pt x="655" y="847"/>
                    <a:pt x="847" y="654"/>
                    <a:pt x="847" y="424"/>
                  </a:cubicBezTo>
                  <a:cubicBezTo>
                    <a:pt x="847" y="193"/>
                    <a:pt x="655" y="0"/>
                    <a:pt x="424" y="0"/>
                  </a:cubicBezTo>
                  <a:close/>
                </a:path>
              </a:pathLst>
            </a:custGeom>
            <a:solidFill>
              <a:srgbClr val="B6C4C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8087" name="Google Shape;18087;p45"/>
          <p:cNvGrpSpPr/>
          <p:nvPr/>
        </p:nvGrpSpPr>
        <p:grpSpPr>
          <a:xfrm>
            <a:off x="7059330" y="3156148"/>
            <a:ext cx="377170" cy="360655"/>
            <a:chOff x="7059330" y="3340796"/>
            <a:chExt cx="377170" cy="360655"/>
          </a:xfrm>
        </p:grpSpPr>
        <p:sp>
          <p:nvSpPr>
            <p:cNvPr id="18088" name="Google Shape;18088;p45"/>
            <p:cNvSpPr/>
            <p:nvPr/>
          </p:nvSpPr>
          <p:spPr>
            <a:xfrm>
              <a:off x="7059330" y="3424629"/>
              <a:ext cx="317144" cy="276822"/>
            </a:xfrm>
            <a:custGeom>
              <a:rect b="b" l="l" r="r" t="t"/>
              <a:pathLst>
                <a:path extrusionOk="0" h="10593" w="12136">
                  <a:moveTo>
                    <a:pt x="9372" y="7197"/>
                  </a:moveTo>
                  <a:cubicBezTo>
                    <a:pt x="9552" y="7197"/>
                    <a:pt x="9734" y="7249"/>
                    <a:pt x="9895" y="7356"/>
                  </a:cubicBezTo>
                  <a:cubicBezTo>
                    <a:pt x="10578" y="7828"/>
                    <a:pt x="10357" y="8895"/>
                    <a:pt x="9540" y="9049"/>
                  </a:cubicBezTo>
                  <a:cubicBezTo>
                    <a:pt x="9477" y="9061"/>
                    <a:pt x="9416" y="9066"/>
                    <a:pt x="9357" y="9066"/>
                  </a:cubicBezTo>
                  <a:cubicBezTo>
                    <a:pt x="8638" y="9066"/>
                    <a:pt x="8162" y="8246"/>
                    <a:pt x="8597" y="7606"/>
                  </a:cubicBezTo>
                  <a:cubicBezTo>
                    <a:pt x="8778" y="7341"/>
                    <a:pt x="9072" y="7197"/>
                    <a:pt x="9372" y="7197"/>
                  </a:cubicBezTo>
                  <a:close/>
                  <a:moveTo>
                    <a:pt x="5251" y="0"/>
                  </a:moveTo>
                  <a:cubicBezTo>
                    <a:pt x="3714" y="0"/>
                    <a:pt x="2293" y="758"/>
                    <a:pt x="1433" y="2029"/>
                  </a:cubicBezTo>
                  <a:cubicBezTo>
                    <a:pt x="0" y="4145"/>
                    <a:pt x="549" y="7029"/>
                    <a:pt x="2664" y="8472"/>
                  </a:cubicBezTo>
                  <a:cubicBezTo>
                    <a:pt x="2664" y="8472"/>
                    <a:pt x="5489" y="10593"/>
                    <a:pt x="8272" y="10593"/>
                  </a:cubicBezTo>
                  <a:cubicBezTo>
                    <a:pt x="9499" y="10593"/>
                    <a:pt x="10719" y="10180"/>
                    <a:pt x="11684" y="8991"/>
                  </a:cubicBezTo>
                  <a:lnTo>
                    <a:pt x="11694" y="8972"/>
                  </a:lnTo>
                  <a:cubicBezTo>
                    <a:pt x="11771" y="8856"/>
                    <a:pt x="11828" y="8741"/>
                    <a:pt x="11876" y="8616"/>
                  </a:cubicBezTo>
                  <a:cubicBezTo>
                    <a:pt x="12136" y="7847"/>
                    <a:pt x="11761" y="7010"/>
                    <a:pt x="11020" y="6693"/>
                  </a:cubicBezTo>
                  <a:cubicBezTo>
                    <a:pt x="10857" y="6616"/>
                    <a:pt x="10694" y="6529"/>
                    <a:pt x="10540" y="6424"/>
                  </a:cubicBezTo>
                  <a:cubicBezTo>
                    <a:pt x="10540" y="6424"/>
                    <a:pt x="9193" y="5654"/>
                    <a:pt x="9251" y="4029"/>
                  </a:cubicBezTo>
                  <a:cubicBezTo>
                    <a:pt x="9251" y="3962"/>
                    <a:pt x="9251" y="3895"/>
                    <a:pt x="9261" y="3827"/>
                  </a:cubicBezTo>
                  <a:cubicBezTo>
                    <a:pt x="9347" y="3020"/>
                    <a:pt x="9136" y="2212"/>
                    <a:pt x="8665" y="1568"/>
                  </a:cubicBezTo>
                  <a:cubicBezTo>
                    <a:pt x="8443" y="1260"/>
                    <a:pt x="8174" y="1000"/>
                    <a:pt x="7866" y="798"/>
                  </a:cubicBezTo>
                  <a:cubicBezTo>
                    <a:pt x="7107" y="279"/>
                    <a:pt x="6203" y="0"/>
                    <a:pt x="5280" y="0"/>
                  </a:cubicBezTo>
                  <a:cubicBezTo>
                    <a:pt x="5270" y="0"/>
                    <a:pt x="5260" y="0"/>
                    <a:pt x="5251" y="0"/>
                  </a:cubicBezTo>
                  <a:close/>
                </a:path>
              </a:pathLst>
            </a:custGeom>
            <a:solidFill>
              <a:srgbClr val="D9E1E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089" name="Google Shape;18089;p45"/>
            <p:cNvSpPr/>
            <p:nvPr/>
          </p:nvSpPr>
          <p:spPr>
            <a:xfrm>
              <a:off x="7076917" y="3424629"/>
              <a:ext cx="299322" cy="254583"/>
            </a:xfrm>
            <a:custGeom>
              <a:rect b="b" l="l" r="r" t="t"/>
              <a:pathLst>
                <a:path extrusionOk="0" h="9742" w="11454">
                  <a:moveTo>
                    <a:pt x="8701" y="7195"/>
                  </a:moveTo>
                  <a:cubicBezTo>
                    <a:pt x="8876" y="7195"/>
                    <a:pt x="9055" y="7245"/>
                    <a:pt x="9222" y="7356"/>
                  </a:cubicBezTo>
                  <a:cubicBezTo>
                    <a:pt x="9645" y="7645"/>
                    <a:pt x="9761" y="8231"/>
                    <a:pt x="9472" y="8655"/>
                  </a:cubicBezTo>
                  <a:lnTo>
                    <a:pt x="9463" y="8655"/>
                  </a:lnTo>
                  <a:cubicBezTo>
                    <a:pt x="9275" y="8937"/>
                    <a:pt x="8986" y="9067"/>
                    <a:pt x="8699" y="9067"/>
                  </a:cubicBezTo>
                  <a:cubicBezTo>
                    <a:pt x="8283" y="9067"/>
                    <a:pt x="7871" y="8792"/>
                    <a:pt x="7780" y="8308"/>
                  </a:cubicBezTo>
                  <a:cubicBezTo>
                    <a:pt x="7656" y="7688"/>
                    <a:pt x="8152" y="7195"/>
                    <a:pt x="8701" y="7195"/>
                  </a:cubicBezTo>
                  <a:close/>
                  <a:moveTo>
                    <a:pt x="4607" y="0"/>
                  </a:moveTo>
                  <a:cubicBezTo>
                    <a:pt x="3309" y="0"/>
                    <a:pt x="2068" y="539"/>
                    <a:pt x="1193" y="1491"/>
                  </a:cubicBezTo>
                  <a:cubicBezTo>
                    <a:pt x="1" y="3587"/>
                    <a:pt x="616" y="6251"/>
                    <a:pt x="2607" y="7616"/>
                  </a:cubicBezTo>
                  <a:cubicBezTo>
                    <a:pt x="2607" y="7616"/>
                    <a:pt x="5435" y="9741"/>
                    <a:pt x="8218" y="9741"/>
                  </a:cubicBezTo>
                  <a:cubicBezTo>
                    <a:pt x="9272" y="9741"/>
                    <a:pt x="10319" y="9437"/>
                    <a:pt x="11203" y="8597"/>
                  </a:cubicBezTo>
                  <a:cubicBezTo>
                    <a:pt x="11453" y="7837"/>
                    <a:pt x="11088" y="7010"/>
                    <a:pt x="10347" y="6693"/>
                  </a:cubicBezTo>
                  <a:cubicBezTo>
                    <a:pt x="10184" y="6616"/>
                    <a:pt x="10021" y="6529"/>
                    <a:pt x="9867" y="6424"/>
                  </a:cubicBezTo>
                  <a:cubicBezTo>
                    <a:pt x="9867" y="6424"/>
                    <a:pt x="8520" y="5654"/>
                    <a:pt x="8578" y="4029"/>
                  </a:cubicBezTo>
                  <a:cubicBezTo>
                    <a:pt x="8578" y="3962"/>
                    <a:pt x="8578" y="3895"/>
                    <a:pt x="8588" y="3827"/>
                  </a:cubicBezTo>
                  <a:cubicBezTo>
                    <a:pt x="8674" y="3020"/>
                    <a:pt x="8463" y="2212"/>
                    <a:pt x="7992" y="1568"/>
                  </a:cubicBezTo>
                  <a:cubicBezTo>
                    <a:pt x="7770" y="1260"/>
                    <a:pt x="7501" y="1000"/>
                    <a:pt x="7193" y="798"/>
                  </a:cubicBezTo>
                  <a:cubicBezTo>
                    <a:pt x="6434" y="279"/>
                    <a:pt x="5530" y="0"/>
                    <a:pt x="4607" y="0"/>
                  </a:cubicBezTo>
                  <a:close/>
                </a:path>
              </a:pathLst>
            </a:custGeom>
            <a:solidFill>
              <a:srgbClr val="F5F7F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090" name="Google Shape;18090;p45"/>
            <p:cNvSpPr/>
            <p:nvPr/>
          </p:nvSpPr>
          <p:spPr>
            <a:xfrm>
              <a:off x="7155079" y="3466232"/>
              <a:ext cx="80671" cy="49390"/>
            </a:xfrm>
            <a:custGeom>
              <a:rect b="b" l="l" r="r" t="t"/>
              <a:pathLst>
                <a:path extrusionOk="0" h="1890" w="3087">
                  <a:moveTo>
                    <a:pt x="2645" y="1"/>
                  </a:moveTo>
                  <a:cubicBezTo>
                    <a:pt x="2628" y="1"/>
                    <a:pt x="2612" y="2"/>
                    <a:pt x="2597" y="4"/>
                  </a:cubicBezTo>
                  <a:lnTo>
                    <a:pt x="1577" y="52"/>
                  </a:lnTo>
                  <a:lnTo>
                    <a:pt x="991" y="81"/>
                  </a:lnTo>
                  <a:cubicBezTo>
                    <a:pt x="741" y="101"/>
                    <a:pt x="558" y="302"/>
                    <a:pt x="558" y="543"/>
                  </a:cubicBezTo>
                  <a:lnTo>
                    <a:pt x="558" y="562"/>
                  </a:lnTo>
                  <a:cubicBezTo>
                    <a:pt x="558" y="668"/>
                    <a:pt x="606" y="774"/>
                    <a:pt x="673" y="841"/>
                  </a:cubicBezTo>
                  <a:cubicBezTo>
                    <a:pt x="712" y="889"/>
                    <a:pt x="673" y="956"/>
                    <a:pt x="616" y="966"/>
                  </a:cubicBezTo>
                  <a:lnTo>
                    <a:pt x="462" y="976"/>
                  </a:lnTo>
                  <a:cubicBezTo>
                    <a:pt x="202" y="985"/>
                    <a:pt x="0" y="1206"/>
                    <a:pt x="10" y="1456"/>
                  </a:cubicBezTo>
                  <a:cubicBezTo>
                    <a:pt x="29" y="1700"/>
                    <a:pt x="231" y="1889"/>
                    <a:pt x="473" y="1889"/>
                  </a:cubicBezTo>
                  <a:cubicBezTo>
                    <a:pt x="479" y="1889"/>
                    <a:pt x="485" y="1889"/>
                    <a:pt x="491" y="1889"/>
                  </a:cubicBezTo>
                  <a:lnTo>
                    <a:pt x="991" y="1860"/>
                  </a:lnTo>
                  <a:lnTo>
                    <a:pt x="1116" y="1860"/>
                  </a:lnTo>
                  <a:lnTo>
                    <a:pt x="2096" y="1812"/>
                  </a:lnTo>
                  <a:cubicBezTo>
                    <a:pt x="2337" y="1803"/>
                    <a:pt x="2529" y="1610"/>
                    <a:pt x="2539" y="1370"/>
                  </a:cubicBezTo>
                  <a:cubicBezTo>
                    <a:pt x="2548" y="1254"/>
                    <a:pt x="2510" y="1149"/>
                    <a:pt x="2443" y="1062"/>
                  </a:cubicBezTo>
                  <a:cubicBezTo>
                    <a:pt x="2395" y="1014"/>
                    <a:pt x="2433" y="928"/>
                    <a:pt x="2500" y="928"/>
                  </a:cubicBezTo>
                  <a:lnTo>
                    <a:pt x="2654" y="918"/>
                  </a:lnTo>
                  <a:cubicBezTo>
                    <a:pt x="2895" y="899"/>
                    <a:pt x="3087" y="706"/>
                    <a:pt x="3087" y="456"/>
                  </a:cubicBezTo>
                  <a:cubicBezTo>
                    <a:pt x="3087" y="447"/>
                    <a:pt x="3087" y="447"/>
                    <a:pt x="3077" y="437"/>
                  </a:cubicBezTo>
                  <a:cubicBezTo>
                    <a:pt x="3068" y="254"/>
                    <a:pt x="2952" y="91"/>
                    <a:pt x="2779" y="24"/>
                  </a:cubicBezTo>
                  <a:cubicBezTo>
                    <a:pt x="2737" y="10"/>
                    <a:pt x="2690" y="1"/>
                    <a:pt x="2645" y="1"/>
                  </a:cubicBezTo>
                  <a:close/>
                </a:path>
              </a:pathLst>
            </a:custGeom>
            <a:solidFill>
              <a:srgbClr val="BAC8D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091" name="Google Shape;18091;p45"/>
            <p:cNvSpPr/>
            <p:nvPr/>
          </p:nvSpPr>
          <p:spPr>
            <a:xfrm>
              <a:off x="7175437" y="3466336"/>
              <a:ext cx="60575" cy="48528"/>
            </a:xfrm>
            <a:custGeom>
              <a:rect b="b" l="l" r="r" t="t"/>
              <a:pathLst>
                <a:path extrusionOk="0" h="1857" w="2318">
                  <a:moveTo>
                    <a:pt x="1837" y="0"/>
                  </a:moveTo>
                  <a:lnTo>
                    <a:pt x="817" y="48"/>
                  </a:lnTo>
                  <a:cubicBezTo>
                    <a:pt x="664" y="135"/>
                    <a:pt x="577" y="298"/>
                    <a:pt x="577" y="472"/>
                  </a:cubicBezTo>
                  <a:lnTo>
                    <a:pt x="577" y="491"/>
                  </a:lnTo>
                  <a:cubicBezTo>
                    <a:pt x="577" y="606"/>
                    <a:pt x="625" y="702"/>
                    <a:pt x="692" y="789"/>
                  </a:cubicBezTo>
                  <a:cubicBezTo>
                    <a:pt x="731" y="837"/>
                    <a:pt x="702" y="914"/>
                    <a:pt x="635" y="914"/>
                  </a:cubicBezTo>
                  <a:lnTo>
                    <a:pt x="471" y="924"/>
                  </a:lnTo>
                  <a:cubicBezTo>
                    <a:pt x="202" y="943"/>
                    <a:pt x="0" y="1164"/>
                    <a:pt x="10" y="1433"/>
                  </a:cubicBezTo>
                  <a:cubicBezTo>
                    <a:pt x="29" y="1625"/>
                    <a:pt x="154" y="1789"/>
                    <a:pt x="337" y="1856"/>
                  </a:cubicBezTo>
                  <a:lnTo>
                    <a:pt x="1317" y="1808"/>
                  </a:lnTo>
                  <a:cubicBezTo>
                    <a:pt x="1558" y="1799"/>
                    <a:pt x="1750" y="1606"/>
                    <a:pt x="1760" y="1366"/>
                  </a:cubicBezTo>
                  <a:cubicBezTo>
                    <a:pt x="1769" y="1250"/>
                    <a:pt x="1731" y="1145"/>
                    <a:pt x="1664" y="1058"/>
                  </a:cubicBezTo>
                  <a:cubicBezTo>
                    <a:pt x="1616" y="1010"/>
                    <a:pt x="1654" y="924"/>
                    <a:pt x="1721" y="924"/>
                  </a:cubicBezTo>
                  <a:lnTo>
                    <a:pt x="1875" y="914"/>
                  </a:lnTo>
                  <a:cubicBezTo>
                    <a:pt x="2116" y="895"/>
                    <a:pt x="2308" y="702"/>
                    <a:pt x="2308" y="452"/>
                  </a:cubicBezTo>
                  <a:cubicBezTo>
                    <a:pt x="2308" y="443"/>
                    <a:pt x="2308" y="443"/>
                    <a:pt x="2318" y="433"/>
                  </a:cubicBezTo>
                  <a:cubicBezTo>
                    <a:pt x="2298" y="250"/>
                    <a:pt x="2183" y="87"/>
                    <a:pt x="2010" y="29"/>
                  </a:cubicBezTo>
                  <a:cubicBezTo>
                    <a:pt x="1952" y="10"/>
                    <a:pt x="1894" y="0"/>
                    <a:pt x="1837" y="0"/>
                  </a:cubicBezTo>
                  <a:close/>
                </a:path>
              </a:pathLst>
            </a:custGeom>
            <a:solidFill>
              <a:srgbClr val="C7D2D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092" name="Google Shape;18092;p45"/>
            <p:cNvSpPr/>
            <p:nvPr/>
          </p:nvSpPr>
          <p:spPr>
            <a:xfrm>
              <a:off x="7199296" y="3550457"/>
              <a:ext cx="64103" cy="71838"/>
            </a:xfrm>
            <a:custGeom>
              <a:rect b="b" l="l" r="r" t="t"/>
              <a:pathLst>
                <a:path extrusionOk="0" h="2749" w="2453">
                  <a:moveTo>
                    <a:pt x="1996" y="1"/>
                  </a:moveTo>
                  <a:cubicBezTo>
                    <a:pt x="1920" y="1"/>
                    <a:pt x="1842" y="20"/>
                    <a:pt x="1770" y="60"/>
                  </a:cubicBezTo>
                  <a:lnTo>
                    <a:pt x="943" y="532"/>
                  </a:lnTo>
                  <a:lnTo>
                    <a:pt x="366" y="849"/>
                  </a:lnTo>
                  <a:cubicBezTo>
                    <a:pt x="222" y="926"/>
                    <a:pt x="135" y="1080"/>
                    <a:pt x="135" y="1253"/>
                  </a:cubicBezTo>
                  <a:cubicBezTo>
                    <a:pt x="135" y="1387"/>
                    <a:pt x="203" y="1522"/>
                    <a:pt x="318" y="1609"/>
                  </a:cubicBezTo>
                  <a:cubicBezTo>
                    <a:pt x="404" y="1676"/>
                    <a:pt x="395" y="1830"/>
                    <a:pt x="299" y="1888"/>
                  </a:cubicBezTo>
                  <a:lnTo>
                    <a:pt x="289" y="1888"/>
                  </a:lnTo>
                  <a:cubicBezTo>
                    <a:pt x="97" y="2003"/>
                    <a:pt x="1" y="2234"/>
                    <a:pt x="78" y="2445"/>
                  </a:cubicBezTo>
                  <a:cubicBezTo>
                    <a:pt x="145" y="2635"/>
                    <a:pt x="318" y="2748"/>
                    <a:pt x="502" y="2748"/>
                  </a:cubicBezTo>
                  <a:cubicBezTo>
                    <a:pt x="579" y="2748"/>
                    <a:pt x="658" y="2728"/>
                    <a:pt x="731" y="2686"/>
                  </a:cubicBezTo>
                  <a:lnTo>
                    <a:pt x="1174" y="2445"/>
                  </a:lnTo>
                  <a:lnTo>
                    <a:pt x="2126" y="1897"/>
                  </a:lnTo>
                  <a:cubicBezTo>
                    <a:pt x="2328" y="1791"/>
                    <a:pt x="2414" y="1551"/>
                    <a:pt x="2337" y="1330"/>
                  </a:cubicBezTo>
                  <a:cubicBezTo>
                    <a:pt x="2289" y="1205"/>
                    <a:pt x="2193" y="1109"/>
                    <a:pt x="2068" y="1070"/>
                  </a:cubicBezTo>
                  <a:cubicBezTo>
                    <a:pt x="2020" y="1041"/>
                    <a:pt x="2010" y="974"/>
                    <a:pt x="2058" y="945"/>
                  </a:cubicBezTo>
                  <a:lnTo>
                    <a:pt x="2222" y="849"/>
                  </a:lnTo>
                  <a:cubicBezTo>
                    <a:pt x="2366" y="772"/>
                    <a:pt x="2453" y="618"/>
                    <a:pt x="2453" y="455"/>
                  </a:cubicBezTo>
                  <a:cubicBezTo>
                    <a:pt x="2453" y="378"/>
                    <a:pt x="2433" y="301"/>
                    <a:pt x="2395" y="234"/>
                  </a:cubicBezTo>
                  <a:cubicBezTo>
                    <a:pt x="2311" y="84"/>
                    <a:pt x="2156" y="1"/>
                    <a:pt x="1996" y="1"/>
                  </a:cubicBezTo>
                  <a:close/>
                </a:path>
              </a:pathLst>
            </a:custGeom>
            <a:solidFill>
              <a:srgbClr val="223D5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093" name="Google Shape;18093;p45"/>
            <p:cNvSpPr/>
            <p:nvPr/>
          </p:nvSpPr>
          <p:spPr>
            <a:xfrm>
              <a:off x="7216648" y="3550457"/>
              <a:ext cx="47012" cy="63920"/>
            </a:xfrm>
            <a:custGeom>
              <a:rect b="b" l="l" r="r" t="t"/>
              <a:pathLst>
                <a:path extrusionOk="0" h="2446" w="1799">
                  <a:moveTo>
                    <a:pt x="1335" y="1"/>
                  </a:moveTo>
                  <a:cubicBezTo>
                    <a:pt x="1260" y="1"/>
                    <a:pt x="1184" y="20"/>
                    <a:pt x="1116" y="60"/>
                  </a:cubicBezTo>
                  <a:lnTo>
                    <a:pt x="279" y="532"/>
                  </a:lnTo>
                  <a:cubicBezTo>
                    <a:pt x="192" y="618"/>
                    <a:pt x="135" y="743"/>
                    <a:pt x="135" y="868"/>
                  </a:cubicBezTo>
                  <a:cubicBezTo>
                    <a:pt x="135" y="955"/>
                    <a:pt x="164" y="1032"/>
                    <a:pt x="202" y="1109"/>
                  </a:cubicBezTo>
                  <a:cubicBezTo>
                    <a:pt x="231" y="1166"/>
                    <a:pt x="269" y="1214"/>
                    <a:pt x="317" y="1253"/>
                  </a:cubicBezTo>
                  <a:cubicBezTo>
                    <a:pt x="423" y="1330"/>
                    <a:pt x="414" y="1474"/>
                    <a:pt x="298" y="1541"/>
                  </a:cubicBezTo>
                  <a:cubicBezTo>
                    <a:pt x="87" y="1657"/>
                    <a:pt x="0" y="1907"/>
                    <a:pt x="67" y="2128"/>
                  </a:cubicBezTo>
                  <a:cubicBezTo>
                    <a:pt x="144" y="2311"/>
                    <a:pt x="308" y="2436"/>
                    <a:pt x="510" y="2445"/>
                  </a:cubicBezTo>
                  <a:lnTo>
                    <a:pt x="1462" y="1897"/>
                  </a:lnTo>
                  <a:cubicBezTo>
                    <a:pt x="1664" y="1791"/>
                    <a:pt x="1750" y="1551"/>
                    <a:pt x="1673" y="1330"/>
                  </a:cubicBezTo>
                  <a:cubicBezTo>
                    <a:pt x="1625" y="1205"/>
                    <a:pt x="1529" y="1109"/>
                    <a:pt x="1404" y="1070"/>
                  </a:cubicBezTo>
                  <a:cubicBezTo>
                    <a:pt x="1356" y="1041"/>
                    <a:pt x="1346" y="974"/>
                    <a:pt x="1394" y="945"/>
                  </a:cubicBezTo>
                  <a:lnTo>
                    <a:pt x="1558" y="849"/>
                  </a:lnTo>
                  <a:cubicBezTo>
                    <a:pt x="1702" y="772"/>
                    <a:pt x="1798" y="618"/>
                    <a:pt x="1798" y="455"/>
                  </a:cubicBezTo>
                  <a:cubicBezTo>
                    <a:pt x="1798" y="378"/>
                    <a:pt x="1769" y="301"/>
                    <a:pt x="1731" y="234"/>
                  </a:cubicBezTo>
                  <a:cubicBezTo>
                    <a:pt x="1647" y="84"/>
                    <a:pt x="1492" y="1"/>
                    <a:pt x="1335" y="1"/>
                  </a:cubicBezTo>
                  <a:close/>
                </a:path>
              </a:pathLst>
            </a:custGeom>
            <a:solidFill>
              <a:srgbClr val="51667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094" name="Google Shape;18094;p45"/>
            <p:cNvSpPr/>
            <p:nvPr/>
          </p:nvSpPr>
          <p:spPr>
            <a:xfrm>
              <a:off x="7106316" y="3524690"/>
              <a:ext cx="68127" cy="69565"/>
            </a:xfrm>
            <a:custGeom>
              <a:rect b="b" l="l" r="r" t="t"/>
              <a:pathLst>
                <a:path extrusionOk="0" h="2662" w="2607">
                  <a:moveTo>
                    <a:pt x="507" y="1"/>
                  </a:moveTo>
                  <a:cubicBezTo>
                    <a:pt x="480" y="1"/>
                    <a:pt x="452" y="3"/>
                    <a:pt x="424" y="8"/>
                  </a:cubicBezTo>
                  <a:cubicBezTo>
                    <a:pt x="155" y="75"/>
                    <a:pt x="1" y="364"/>
                    <a:pt x="97" y="623"/>
                  </a:cubicBezTo>
                  <a:lnTo>
                    <a:pt x="280" y="1085"/>
                  </a:lnTo>
                  <a:lnTo>
                    <a:pt x="376" y="1335"/>
                  </a:lnTo>
                  <a:lnTo>
                    <a:pt x="683" y="2114"/>
                  </a:lnTo>
                  <a:cubicBezTo>
                    <a:pt x="749" y="2303"/>
                    <a:pt x="921" y="2422"/>
                    <a:pt x="1114" y="2422"/>
                  </a:cubicBezTo>
                  <a:cubicBezTo>
                    <a:pt x="1146" y="2422"/>
                    <a:pt x="1179" y="2419"/>
                    <a:pt x="1212" y="2412"/>
                  </a:cubicBezTo>
                  <a:cubicBezTo>
                    <a:pt x="1337" y="2383"/>
                    <a:pt x="1443" y="2297"/>
                    <a:pt x="1510" y="2181"/>
                  </a:cubicBezTo>
                  <a:cubicBezTo>
                    <a:pt x="1523" y="2159"/>
                    <a:pt x="1544" y="2150"/>
                    <a:pt x="1565" y="2150"/>
                  </a:cubicBezTo>
                  <a:cubicBezTo>
                    <a:pt x="1590" y="2150"/>
                    <a:pt x="1615" y="2164"/>
                    <a:pt x="1626" y="2191"/>
                  </a:cubicBezTo>
                  <a:lnTo>
                    <a:pt x="1703" y="2373"/>
                  </a:lnTo>
                  <a:cubicBezTo>
                    <a:pt x="1770" y="2547"/>
                    <a:pt x="1934" y="2662"/>
                    <a:pt x="2126" y="2662"/>
                  </a:cubicBezTo>
                  <a:cubicBezTo>
                    <a:pt x="2184" y="2662"/>
                    <a:pt x="2241" y="2652"/>
                    <a:pt x="2289" y="2633"/>
                  </a:cubicBezTo>
                  <a:cubicBezTo>
                    <a:pt x="2491" y="2556"/>
                    <a:pt x="2607" y="2354"/>
                    <a:pt x="2578" y="2143"/>
                  </a:cubicBezTo>
                  <a:cubicBezTo>
                    <a:pt x="2578" y="2104"/>
                    <a:pt x="2568" y="2066"/>
                    <a:pt x="2559" y="2037"/>
                  </a:cubicBezTo>
                  <a:lnTo>
                    <a:pt x="2155" y="1018"/>
                  </a:lnTo>
                  <a:lnTo>
                    <a:pt x="1972" y="537"/>
                  </a:lnTo>
                  <a:cubicBezTo>
                    <a:pt x="1905" y="354"/>
                    <a:pt x="1732" y="239"/>
                    <a:pt x="1539" y="239"/>
                  </a:cubicBezTo>
                  <a:cubicBezTo>
                    <a:pt x="1376" y="239"/>
                    <a:pt x="1232" y="325"/>
                    <a:pt x="1145" y="469"/>
                  </a:cubicBezTo>
                  <a:cubicBezTo>
                    <a:pt x="1132" y="496"/>
                    <a:pt x="1108" y="508"/>
                    <a:pt x="1085" y="508"/>
                  </a:cubicBezTo>
                  <a:cubicBezTo>
                    <a:pt x="1058" y="508"/>
                    <a:pt x="1030" y="491"/>
                    <a:pt x="1020" y="460"/>
                  </a:cubicBezTo>
                  <a:lnTo>
                    <a:pt x="953" y="296"/>
                  </a:lnTo>
                  <a:cubicBezTo>
                    <a:pt x="877" y="119"/>
                    <a:pt x="704" y="1"/>
                    <a:pt x="507" y="1"/>
                  </a:cubicBezTo>
                  <a:close/>
                </a:path>
              </a:pathLst>
            </a:custGeom>
            <a:solidFill>
              <a:srgbClr val="7E8D9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095" name="Google Shape;18095;p45"/>
            <p:cNvSpPr/>
            <p:nvPr/>
          </p:nvSpPr>
          <p:spPr>
            <a:xfrm>
              <a:off x="7113607" y="3541049"/>
              <a:ext cx="60836" cy="53206"/>
            </a:xfrm>
            <a:custGeom>
              <a:rect b="b" l="l" r="r" t="t"/>
              <a:pathLst>
                <a:path extrusionOk="0" h="2036" w="2328">
                  <a:moveTo>
                    <a:pt x="459" y="0"/>
                  </a:moveTo>
                  <a:cubicBezTo>
                    <a:pt x="431" y="0"/>
                    <a:pt x="404" y="2"/>
                    <a:pt x="376" y="7"/>
                  </a:cubicBezTo>
                  <a:cubicBezTo>
                    <a:pt x="154" y="55"/>
                    <a:pt x="10" y="247"/>
                    <a:pt x="1" y="459"/>
                  </a:cubicBezTo>
                  <a:lnTo>
                    <a:pt x="97" y="709"/>
                  </a:lnTo>
                  <a:lnTo>
                    <a:pt x="404" y="1488"/>
                  </a:lnTo>
                  <a:cubicBezTo>
                    <a:pt x="470" y="1677"/>
                    <a:pt x="642" y="1796"/>
                    <a:pt x="835" y="1796"/>
                  </a:cubicBezTo>
                  <a:cubicBezTo>
                    <a:pt x="867" y="1796"/>
                    <a:pt x="900" y="1793"/>
                    <a:pt x="933" y="1786"/>
                  </a:cubicBezTo>
                  <a:cubicBezTo>
                    <a:pt x="1058" y="1757"/>
                    <a:pt x="1164" y="1671"/>
                    <a:pt x="1231" y="1555"/>
                  </a:cubicBezTo>
                  <a:cubicBezTo>
                    <a:pt x="1244" y="1533"/>
                    <a:pt x="1265" y="1524"/>
                    <a:pt x="1286" y="1524"/>
                  </a:cubicBezTo>
                  <a:cubicBezTo>
                    <a:pt x="1311" y="1524"/>
                    <a:pt x="1336" y="1538"/>
                    <a:pt x="1347" y="1565"/>
                  </a:cubicBezTo>
                  <a:lnTo>
                    <a:pt x="1424" y="1747"/>
                  </a:lnTo>
                  <a:cubicBezTo>
                    <a:pt x="1491" y="1921"/>
                    <a:pt x="1655" y="2036"/>
                    <a:pt x="1847" y="2036"/>
                  </a:cubicBezTo>
                  <a:cubicBezTo>
                    <a:pt x="1905" y="2036"/>
                    <a:pt x="1962" y="2026"/>
                    <a:pt x="2010" y="2007"/>
                  </a:cubicBezTo>
                  <a:cubicBezTo>
                    <a:pt x="2203" y="1930"/>
                    <a:pt x="2328" y="1728"/>
                    <a:pt x="2299" y="1517"/>
                  </a:cubicBezTo>
                  <a:cubicBezTo>
                    <a:pt x="2299" y="1478"/>
                    <a:pt x="2289" y="1449"/>
                    <a:pt x="2280" y="1411"/>
                  </a:cubicBezTo>
                  <a:lnTo>
                    <a:pt x="1876" y="392"/>
                  </a:lnTo>
                  <a:cubicBezTo>
                    <a:pt x="1789" y="295"/>
                    <a:pt x="1664" y="238"/>
                    <a:pt x="1530" y="238"/>
                  </a:cubicBezTo>
                  <a:cubicBezTo>
                    <a:pt x="1366" y="238"/>
                    <a:pt x="1203" y="334"/>
                    <a:pt x="1126" y="478"/>
                  </a:cubicBezTo>
                  <a:cubicBezTo>
                    <a:pt x="1111" y="507"/>
                    <a:pt x="1082" y="521"/>
                    <a:pt x="1055" y="521"/>
                  </a:cubicBezTo>
                  <a:cubicBezTo>
                    <a:pt x="1027" y="521"/>
                    <a:pt x="1001" y="507"/>
                    <a:pt x="991" y="478"/>
                  </a:cubicBezTo>
                  <a:lnTo>
                    <a:pt x="924" y="305"/>
                  </a:lnTo>
                  <a:cubicBezTo>
                    <a:pt x="848" y="119"/>
                    <a:pt x="660" y="0"/>
                    <a:pt x="459" y="0"/>
                  </a:cubicBezTo>
                  <a:close/>
                </a:path>
              </a:pathLst>
            </a:custGeom>
            <a:solidFill>
              <a:srgbClr val="8291A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096" name="Google Shape;18096;p45"/>
            <p:cNvSpPr/>
            <p:nvPr/>
          </p:nvSpPr>
          <p:spPr>
            <a:xfrm>
              <a:off x="7312632" y="3340796"/>
              <a:ext cx="123868" cy="140645"/>
            </a:xfrm>
            <a:custGeom>
              <a:rect b="b" l="l" r="r" t="t"/>
              <a:pathLst>
                <a:path extrusionOk="0" h="5382" w="4740">
                  <a:moveTo>
                    <a:pt x="4685" y="1"/>
                  </a:moveTo>
                  <a:cubicBezTo>
                    <a:pt x="4678" y="1"/>
                    <a:pt x="4671" y="2"/>
                    <a:pt x="4664" y="6"/>
                  </a:cubicBezTo>
                  <a:cubicBezTo>
                    <a:pt x="3231" y="621"/>
                    <a:pt x="2078" y="1746"/>
                    <a:pt x="1251" y="2785"/>
                  </a:cubicBezTo>
                  <a:cubicBezTo>
                    <a:pt x="1058" y="3025"/>
                    <a:pt x="885" y="3256"/>
                    <a:pt x="731" y="3477"/>
                  </a:cubicBezTo>
                  <a:cubicBezTo>
                    <a:pt x="404" y="3949"/>
                    <a:pt x="164" y="4352"/>
                    <a:pt x="0" y="4641"/>
                  </a:cubicBezTo>
                  <a:cubicBezTo>
                    <a:pt x="154" y="4679"/>
                    <a:pt x="308" y="4747"/>
                    <a:pt x="433" y="4843"/>
                  </a:cubicBezTo>
                  <a:lnTo>
                    <a:pt x="452" y="4862"/>
                  </a:lnTo>
                  <a:lnTo>
                    <a:pt x="500" y="4901"/>
                  </a:lnTo>
                  <a:lnTo>
                    <a:pt x="520" y="4910"/>
                  </a:lnTo>
                  <a:lnTo>
                    <a:pt x="539" y="4929"/>
                  </a:lnTo>
                  <a:lnTo>
                    <a:pt x="587" y="4968"/>
                  </a:lnTo>
                  <a:cubicBezTo>
                    <a:pt x="702" y="5083"/>
                    <a:pt x="808" y="5227"/>
                    <a:pt x="876" y="5381"/>
                  </a:cubicBezTo>
                  <a:cubicBezTo>
                    <a:pt x="1126" y="5179"/>
                    <a:pt x="1491" y="4872"/>
                    <a:pt x="1904" y="4477"/>
                  </a:cubicBezTo>
                  <a:cubicBezTo>
                    <a:pt x="2097" y="4295"/>
                    <a:pt x="2299" y="4093"/>
                    <a:pt x="2510" y="3862"/>
                  </a:cubicBezTo>
                  <a:cubicBezTo>
                    <a:pt x="3405" y="2891"/>
                    <a:pt x="4347" y="1573"/>
                    <a:pt x="4732" y="64"/>
                  </a:cubicBezTo>
                  <a:cubicBezTo>
                    <a:pt x="4739" y="32"/>
                    <a:pt x="4715" y="1"/>
                    <a:pt x="4685" y="1"/>
                  </a:cubicBezTo>
                  <a:close/>
                </a:path>
              </a:pathLst>
            </a:custGeom>
            <a:solidFill>
              <a:srgbClr val="B9C6D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097" name="Google Shape;18097;p45"/>
            <p:cNvSpPr/>
            <p:nvPr/>
          </p:nvSpPr>
          <p:spPr>
            <a:xfrm>
              <a:off x="7331735" y="3413575"/>
              <a:ext cx="46516" cy="44242"/>
            </a:xfrm>
            <a:custGeom>
              <a:rect b="b" l="l" r="r" t="t"/>
              <a:pathLst>
                <a:path extrusionOk="0" h="1693" w="1780">
                  <a:moveTo>
                    <a:pt x="520" y="0"/>
                  </a:moveTo>
                  <a:cubicBezTo>
                    <a:pt x="327" y="240"/>
                    <a:pt x="154" y="471"/>
                    <a:pt x="0" y="692"/>
                  </a:cubicBezTo>
                  <a:lnTo>
                    <a:pt x="1173" y="1692"/>
                  </a:lnTo>
                  <a:cubicBezTo>
                    <a:pt x="1366" y="1510"/>
                    <a:pt x="1568" y="1308"/>
                    <a:pt x="1779" y="1077"/>
                  </a:cubicBezTo>
                  <a:lnTo>
                    <a:pt x="520" y="0"/>
                  </a:lnTo>
                  <a:close/>
                </a:path>
              </a:pathLst>
            </a:custGeom>
            <a:solidFill>
              <a:srgbClr val="B6C4C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098" name="Google Shape;18098;p45"/>
            <p:cNvSpPr/>
            <p:nvPr/>
          </p:nvSpPr>
          <p:spPr>
            <a:xfrm>
              <a:off x="7231465" y="3453140"/>
              <a:ext cx="117622" cy="80122"/>
            </a:xfrm>
            <a:custGeom>
              <a:rect b="b" l="l" r="r" t="t"/>
              <a:pathLst>
                <a:path extrusionOk="0" h="3066" w="4501">
                  <a:moveTo>
                    <a:pt x="3068" y="1"/>
                  </a:moveTo>
                  <a:cubicBezTo>
                    <a:pt x="2808" y="1"/>
                    <a:pt x="2549" y="82"/>
                    <a:pt x="2328" y="246"/>
                  </a:cubicBezTo>
                  <a:cubicBezTo>
                    <a:pt x="2145" y="371"/>
                    <a:pt x="2010" y="534"/>
                    <a:pt x="1904" y="727"/>
                  </a:cubicBezTo>
                  <a:cubicBezTo>
                    <a:pt x="1876" y="784"/>
                    <a:pt x="1856" y="842"/>
                    <a:pt x="1837" y="900"/>
                  </a:cubicBezTo>
                  <a:cubicBezTo>
                    <a:pt x="1799" y="1054"/>
                    <a:pt x="1741" y="1207"/>
                    <a:pt x="1664" y="1352"/>
                  </a:cubicBezTo>
                  <a:cubicBezTo>
                    <a:pt x="1549" y="1544"/>
                    <a:pt x="1385" y="1707"/>
                    <a:pt x="1183" y="1823"/>
                  </a:cubicBezTo>
                  <a:cubicBezTo>
                    <a:pt x="991" y="1938"/>
                    <a:pt x="779" y="2025"/>
                    <a:pt x="558" y="2073"/>
                  </a:cubicBezTo>
                  <a:lnTo>
                    <a:pt x="529" y="2073"/>
                  </a:lnTo>
                  <a:cubicBezTo>
                    <a:pt x="481" y="2092"/>
                    <a:pt x="299" y="2130"/>
                    <a:pt x="145" y="2169"/>
                  </a:cubicBezTo>
                  <a:cubicBezTo>
                    <a:pt x="39" y="2188"/>
                    <a:pt x="0" y="2313"/>
                    <a:pt x="77" y="2390"/>
                  </a:cubicBezTo>
                  <a:cubicBezTo>
                    <a:pt x="627" y="2901"/>
                    <a:pt x="1237" y="3065"/>
                    <a:pt x="1793" y="3065"/>
                  </a:cubicBezTo>
                  <a:cubicBezTo>
                    <a:pt x="2785" y="3065"/>
                    <a:pt x="3606" y="2544"/>
                    <a:pt x="3606" y="2544"/>
                  </a:cubicBezTo>
                  <a:cubicBezTo>
                    <a:pt x="3703" y="2477"/>
                    <a:pt x="3808" y="2400"/>
                    <a:pt x="3895" y="2313"/>
                  </a:cubicBezTo>
                  <a:cubicBezTo>
                    <a:pt x="4395" y="1823"/>
                    <a:pt x="4501" y="1073"/>
                    <a:pt x="4126" y="553"/>
                  </a:cubicBezTo>
                  <a:cubicBezTo>
                    <a:pt x="4068" y="486"/>
                    <a:pt x="4020" y="428"/>
                    <a:pt x="3962" y="371"/>
                  </a:cubicBezTo>
                  <a:lnTo>
                    <a:pt x="3914" y="332"/>
                  </a:lnTo>
                  <a:lnTo>
                    <a:pt x="3895" y="313"/>
                  </a:lnTo>
                  <a:lnTo>
                    <a:pt x="3876" y="294"/>
                  </a:lnTo>
                  <a:lnTo>
                    <a:pt x="3828" y="255"/>
                  </a:lnTo>
                  <a:lnTo>
                    <a:pt x="3808" y="246"/>
                  </a:lnTo>
                  <a:cubicBezTo>
                    <a:pt x="3587" y="82"/>
                    <a:pt x="3328" y="1"/>
                    <a:pt x="3068" y="1"/>
                  </a:cubicBezTo>
                  <a:close/>
                </a:path>
              </a:pathLst>
            </a:custGeom>
            <a:solidFill>
              <a:srgbClr val="BFCBD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099" name="Google Shape;18099;p45"/>
            <p:cNvSpPr/>
            <p:nvPr/>
          </p:nvSpPr>
          <p:spPr>
            <a:xfrm>
              <a:off x="7245785" y="3452878"/>
              <a:ext cx="93502" cy="59713"/>
            </a:xfrm>
            <a:custGeom>
              <a:rect b="b" l="l" r="r" t="t"/>
              <a:pathLst>
                <a:path extrusionOk="0" h="2285" w="3578">
                  <a:moveTo>
                    <a:pt x="2520" y="1"/>
                  </a:moveTo>
                  <a:cubicBezTo>
                    <a:pt x="2260" y="1"/>
                    <a:pt x="2001" y="83"/>
                    <a:pt x="1780" y="246"/>
                  </a:cubicBezTo>
                  <a:cubicBezTo>
                    <a:pt x="1597" y="371"/>
                    <a:pt x="1462" y="535"/>
                    <a:pt x="1356" y="727"/>
                  </a:cubicBezTo>
                  <a:cubicBezTo>
                    <a:pt x="1328" y="785"/>
                    <a:pt x="1308" y="842"/>
                    <a:pt x="1289" y="900"/>
                  </a:cubicBezTo>
                  <a:cubicBezTo>
                    <a:pt x="1251" y="1054"/>
                    <a:pt x="1193" y="1208"/>
                    <a:pt x="1116" y="1352"/>
                  </a:cubicBezTo>
                  <a:cubicBezTo>
                    <a:pt x="1001" y="1544"/>
                    <a:pt x="837" y="1708"/>
                    <a:pt x="635" y="1823"/>
                  </a:cubicBezTo>
                  <a:cubicBezTo>
                    <a:pt x="443" y="1939"/>
                    <a:pt x="231" y="2025"/>
                    <a:pt x="1" y="2083"/>
                  </a:cubicBezTo>
                  <a:cubicBezTo>
                    <a:pt x="341" y="2229"/>
                    <a:pt x="685" y="2285"/>
                    <a:pt x="1011" y="2285"/>
                  </a:cubicBezTo>
                  <a:cubicBezTo>
                    <a:pt x="2008" y="2285"/>
                    <a:pt x="2828" y="1765"/>
                    <a:pt x="2828" y="1765"/>
                  </a:cubicBezTo>
                  <a:cubicBezTo>
                    <a:pt x="2933" y="1698"/>
                    <a:pt x="3030" y="1621"/>
                    <a:pt x="3116" y="1535"/>
                  </a:cubicBezTo>
                  <a:cubicBezTo>
                    <a:pt x="3385" y="1275"/>
                    <a:pt x="3549" y="929"/>
                    <a:pt x="3578" y="554"/>
                  </a:cubicBezTo>
                  <a:cubicBezTo>
                    <a:pt x="3530" y="487"/>
                    <a:pt x="3472" y="429"/>
                    <a:pt x="3405" y="371"/>
                  </a:cubicBezTo>
                  <a:lnTo>
                    <a:pt x="3366" y="333"/>
                  </a:lnTo>
                  <a:lnTo>
                    <a:pt x="3347" y="313"/>
                  </a:lnTo>
                  <a:lnTo>
                    <a:pt x="3328" y="294"/>
                  </a:lnTo>
                  <a:lnTo>
                    <a:pt x="3280" y="256"/>
                  </a:lnTo>
                  <a:lnTo>
                    <a:pt x="3260" y="246"/>
                  </a:lnTo>
                  <a:cubicBezTo>
                    <a:pt x="3039" y="83"/>
                    <a:pt x="2780" y="1"/>
                    <a:pt x="2520" y="1"/>
                  </a:cubicBezTo>
                  <a:close/>
                </a:path>
              </a:pathLst>
            </a:custGeom>
            <a:solidFill>
              <a:srgbClr val="CCD6D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8100" name="Google Shape;18100;p45"/>
          <p:cNvGrpSpPr/>
          <p:nvPr/>
        </p:nvGrpSpPr>
        <p:grpSpPr>
          <a:xfrm>
            <a:off x="7957948" y="3190983"/>
            <a:ext cx="360629" cy="291011"/>
            <a:chOff x="7957948" y="3375631"/>
            <a:chExt cx="360629" cy="291011"/>
          </a:xfrm>
        </p:grpSpPr>
        <p:sp>
          <p:nvSpPr>
            <p:cNvPr id="18101" name="Google Shape;18101;p45"/>
            <p:cNvSpPr/>
            <p:nvPr/>
          </p:nvSpPr>
          <p:spPr>
            <a:xfrm>
              <a:off x="7957948" y="3393714"/>
              <a:ext cx="360629" cy="261116"/>
            </a:xfrm>
            <a:custGeom>
              <a:rect b="b" l="l" r="r" t="t"/>
              <a:pathLst>
                <a:path extrusionOk="0" h="9992" w="13800">
                  <a:moveTo>
                    <a:pt x="385" y="0"/>
                  </a:moveTo>
                  <a:cubicBezTo>
                    <a:pt x="174" y="0"/>
                    <a:pt x="0" y="173"/>
                    <a:pt x="0" y="395"/>
                  </a:cubicBezTo>
                  <a:lnTo>
                    <a:pt x="0" y="9607"/>
                  </a:lnTo>
                  <a:cubicBezTo>
                    <a:pt x="0" y="9818"/>
                    <a:pt x="174" y="9991"/>
                    <a:pt x="385" y="9991"/>
                  </a:cubicBezTo>
                  <a:lnTo>
                    <a:pt x="13405" y="9991"/>
                  </a:lnTo>
                  <a:cubicBezTo>
                    <a:pt x="13626" y="9991"/>
                    <a:pt x="13799" y="9818"/>
                    <a:pt x="13799" y="9607"/>
                  </a:cubicBezTo>
                  <a:lnTo>
                    <a:pt x="13799" y="395"/>
                  </a:lnTo>
                  <a:cubicBezTo>
                    <a:pt x="13799" y="173"/>
                    <a:pt x="13626" y="0"/>
                    <a:pt x="13405" y="0"/>
                  </a:cubicBezTo>
                  <a:close/>
                </a:path>
              </a:pathLst>
            </a:custGeom>
            <a:solidFill>
              <a:srgbClr val="7B8E9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102" name="Google Shape;18102;p45"/>
            <p:cNvSpPr/>
            <p:nvPr/>
          </p:nvSpPr>
          <p:spPr>
            <a:xfrm>
              <a:off x="8286643" y="3393714"/>
              <a:ext cx="31934" cy="261116"/>
            </a:xfrm>
            <a:custGeom>
              <a:rect b="b" l="l" r="r" t="t"/>
              <a:pathLst>
                <a:path extrusionOk="0" h="9992" w="1222">
                  <a:moveTo>
                    <a:pt x="0" y="0"/>
                  </a:moveTo>
                  <a:cubicBezTo>
                    <a:pt x="212" y="0"/>
                    <a:pt x="385" y="173"/>
                    <a:pt x="385" y="395"/>
                  </a:cubicBezTo>
                  <a:lnTo>
                    <a:pt x="385" y="9607"/>
                  </a:lnTo>
                  <a:cubicBezTo>
                    <a:pt x="385" y="9818"/>
                    <a:pt x="212" y="9991"/>
                    <a:pt x="0" y="9991"/>
                  </a:cubicBezTo>
                  <a:lnTo>
                    <a:pt x="827" y="9991"/>
                  </a:lnTo>
                  <a:cubicBezTo>
                    <a:pt x="1048" y="9991"/>
                    <a:pt x="1221" y="9818"/>
                    <a:pt x="1221" y="9607"/>
                  </a:cubicBezTo>
                  <a:lnTo>
                    <a:pt x="1221" y="395"/>
                  </a:lnTo>
                  <a:cubicBezTo>
                    <a:pt x="1221" y="173"/>
                    <a:pt x="1048" y="0"/>
                    <a:pt x="827" y="0"/>
                  </a:cubicBezTo>
                  <a:close/>
                </a:path>
              </a:pathLst>
            </a:custGeom>
            <a:solidFill>
              <a:srgbClr val="7084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103" name="Google Shape;18103;p45"/>
            <p:cNvSpPr/>
            <p:nvPr/>
          </p:nvSpPr>
          <p:spPr>
            <a:xfrm>
              <a:off x="7978541" y="3597757"/>
              <a:ext cx="159853" cy="33946"/>
            </a:xfrm>
            <a:custGeom>
              <a:rect b="b" l="l" r="r" t="t"/>
              <a:pathLst>
                <a:path extrusionOk="0" h="1299" w="6117">
                  <a:moveTo>
                    <a:pt x="1" y="1"/>
                  </a:moveTo>
                  <a:lnTo>
                    <a:pt x="1" y="1193"/>
                  </a:lnTo>
                  <a:cubicBezTo>
                    <a:pt x="1" y="1251"/>
                    <a:pt x="49" y="1299"/>
                    <a:pt x="116" y="1299"/>
                  </a:cubicBezTo>
                  <a:lnTo>
                    <a:pt x="6117" y="1299"/>
                  </a:lnTo>
                  <a:lnTo>
                    <a:pt x="6117" y="1"/>
                  </a:lnTo>
                  <a:close/>
                </a:path>
              </a:pathLst>
            </a:custGeom>
            <a:solidFill>
              <a:srgbClr val="DFE6E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104" name="Google Shape;18104;p45"/>
            <p:cNvSpPr/>
            <p:nvPr/>
          </p:nvSpPr>
          <p:spPr>
            <a:xfrm>
              <a:off x="8138367" y="3597757"/>
              <a:ext cx="159591" cy="33946"/>
            </a:xfrm>
            <a:custGeom>
              <a:rect b="b" l="l" r="r" t="t"/>
              <a:pathLst>
                <a:path extrusionOk="0" h="1299" w="6107">
                  <a:moveTo>
                    <a:pt x="1" y="1"/>
                  </a:moveTo>
                  <a:lnTo>
                    <a:pt x="1" y="1299"/>
                  </a:lnTo>
                  <a:lnTo>
                    <a:pt x="6001" y="1299"/>
                  </a:lnTo>
                  <a:cubicBezTo>
                    <a:pt x="6059" y="1299"/>
                    <a:pt x="6107" y="1251"/>
                    <a:pt x="6107" y="1193"/>
                  </a:cubicBezTo>
                  <a:lnTo>
                    <a:pt x="6107" y="1"/>
                  </a:lnTo>
                  <a:close/>
                </a:path>
              </a:pathLst>
            </a:custGeom>
            <a:solidFill>
              <a:srgbClr val="CED7D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105" name="Google Shape;18105;p45"/>
            <p:cNvSpPr/>
            <p:nvPr/>
          </p:nvSpPr>
          <p:spPr>
            <a:xfrm>
              <a:off x="8122531" y="3631677"/>
              <a:ext cx="31202" cy="34965"/>
            </a:xfrm>
            <a:custGeom>
              <a:rect b="b" l="l" r="r" t="t"/>
              <a:pathLst>
                <a:path extrusionOk="0" h="1338" w="1194">
                  <a:moveTo>
                    <a:pt x="1" y="1"/>
                  </a:moveTo>
                  <a:lnTo>
                    <a:pt x="1" y="1107"/>
                  </a:lnTo>
                  <a:cubicBezTo>
                    <a:pt x="1" y="1232"/>
                    <a:pt x="97" y="1328"/>
                    <a:pt x="222" y="1337"/>
                  </a:cubicBezTo>
                  <a:lnTo>
                    <a:pt x="972" y="1337"/>
                  </a:lnTo>
                  <a:cubicBezTo>
                    <a:pt x="1097" y="1328"/>
                    <a:pt x="1193" y="1232"/>
                    <a:pt x="1193" y="1107"/>
                  </a:cubicBezTo>
                  <a:lnTo>
                    <a:pt x="1193" y="1"/>
                  </a:lnTo>
                  <a:close/>
                </a:path>
              </a:pathLst>
            </a:custGeom>
            <a:solidFill>
              <a:srgbClr val="657A8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106" name="Google Shape;18106;p45"/>
            <p:cNvSpPr/>
            <p:nvPr/>
          </p:nvSpPr>
          <p:spPr>
            <a:xfrm>
              <a:off x="7978541" y="3375631"/>
              <a:ext cx="159853" cy="234226"/>
            </a:xfrm>
            <a:custGeom>
              <a:rect b="b" l="l" r="r" t="t"/>
              <a:pathLst>
                <a:path extrusionOk="0" h="8963" w="6117">
                  <a:moveTo>
                    <a:pt x="116" y="0"/>
                  </a:moveTo>
                  <a:cubicBezTo>
                    <a:pt x="49" y="0"/>
                    <a:pt x="1" y="48"/>
                    <a:pt x="1" y="106"/>
                  </a:cubicBezTo>
                  <a:lnTo>
                    <a:pt x="1" y="8856"/>
                  </a:lnTo>
                  <a:cubicBezTo>
                    <a:pt x="1" y="8914"/>
                    <a:pt x="49" y="8962"/>
                    <a:pt x="116" y="8962"/>
                  </a:cubicBezTo>
                  <a:lnTo>
                    <a:pt x="6117" y="8962"/>
                  </a:lnTo>
                  <a:lnTo>
                    <a:pt x="6117" y="0"/>
                  </a:lnTo>
                  <a:close/>
                </a:path>
              </a:pathLst>
            </a:custGeom>
            <a:solidFill>
              <a:srgbClr val="F9FAF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107" name="Google Shape;18107;p45"/>
            <p:cNvSpPr/>
            <p:nvPr/>
          </p:nvSpPr>
          <p:spPr>
            <a:xfrm>
              <a:off x="8138367" y="3375631"/>
              <a:ext cx="159591" cy="234252"/>
            </a:xfrm>
            <a:custGeom>
              <a:rect b="b" l="l" r="r" t="t"/>
              <a:pathLst>
                <a:path extrusionOk="0" h="8964" w="6107">
                  <a:moveTo>
                    <a:pt x="1" y="0"/>
                  </a:moveTo>
                  <a:lnTo>
                    <a:pt x="1" y="8962"/>
                  </a:lnTo>
                  <a:lnTo>
                    <a:pt x="5992" y="8962"/>
                  </a:lnTo>
                  <a:cubicBezTo>
                    <a:pt x="5997" y="8963"/>
                    <a:pt x="6003" y="8963"/>
                    <a:pt x="6008" y="8963"/>
                  </a:cubicBezTo>
                  <a:cubicBezTo>
                    <a:pt x="6067" y="8963"/>
                    <a:pt x="6107" y="8918"/>
                    <a:pt x="6107" y="8856"/>
                  </a:cubicBezTo>
                  <a:lnTo>
                    <a:pt x="6107" y="106"/>
                  </a:lnTo>
                  <a:cubicBezTo>
                    <a:pt x="6107" y="48"/>
                    <a:pt x="6059" y="0"/>
                    <a:pt x="6001" y="0"/>
                  </a:cubicBezTo>
                  <a:close/>
                </a:path>
              </a:pathLst>
            </a:custGeom>
            <a:solidFill>
              <a:srgbClr val="E5EAE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108" name="Google Shape;18108;p45"/>
            <p:cNvSpPr/>
            <p:nvPr/>
          </p:nvSpPr>
          <p:spPr>
            <a:xfrm>
              <a:off x="8033576" y="3407277"/>
              <a:ext cx="80958" cy="10584"/>
            </a:xfrm>
            <a:custGeom>
              <a:rect b="b" l="l" r="r" t="t"/>
              <a:pathLst>
                <a:path extrusionOk="0" h="405" w="3098">
                  <a:moveTo>
                    <a:pt x="270" y="1"/>
                  </a:moveTo>
                  <a:cubicBezTo>
                    <a:pt x="1" y="1"/>
                    <a:pt x="1" y="404"/>
                    <a:pt x="270" y="404"/>
                  </a:cubicBezTo>
                  <a:lnTo>
                    <a:pt x="2828" y="404"/>
                  </a:lnTo>
                  <a:cubicBezTo>
                    <a:pt x="3097" y="404"/>
                    <a:pt x="3097" y="1"/>
                    <a:pt x="2828" y="1"/>
                  </a:cubicBezTo>
                  <a:close/>
                </a:path>
              </a:pathLst>
            </a:custGeom>
            <a:solidFill>
              <a:srgbClr val="6A829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109" name="Google Shape;18109;p45"/>
            <p:cNvSpPr/>
            <p:nvPr/>
          </p:nvSpPr>
          <p:spPr>
            <a:xfrm>
              <a:off x="8003184" y="3428889"/>
              <a:ext cx="111351" cy="10584"/>
            </a:xfrm>
            <a:custGeom>
              <a:rect b="b" l="l" r="r" t="t"/>
              <a:pathLst>
                <a:path extrusionOk="0" h="405" w="4261">
                  <a:moveTo>
                    <a:pt x="270" y="1"/>
                  </a:moveTo>
                  <a:cubicBezTo>
                    <a:pt x="0" y="1"/>
                    <a:pt x="0" y="404"/>
                    <a:pt x="270" y="404"/>
                  </a:cubicBezTo>
                  <a:lnTo>
                    <a:pt x="3991" y="404"/>
                  </a:lnTo>
                  <a:cubicBezTo>
                    <a:pt x="4260" y="404"/>
                    <a:pt x="4260" y="1"/>
                    <a:pt x="3991" y="1"/>
                  </a:cubicBezTo>
                  <a:close/>
                </a:path>
              </a:pathLst>
            </a:custGeom>
            <a:solidFill>
              <a:srgbClr val="6A829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110" name="Google Shape;18110;p45"/>
            <p:cNvSpPr/>
            <p:nvPr/>
          </p:nvSpPr>
          <p:spPr>
            <a:xfrm>
              <a:off x="8003184" y="3450761"/>
              <a:ext cx="111351" cy="10584"/>
            </a:xfrm>
            <a:custGeom>
              <a:rect b="b" l="l" r="r" t="t"/>
              <a:pathLst>
                <a:path extrusionOk="0" h="405" w="4261">
                  <a:moveTo>
                    <a:pt x="4000" y="0"/>
                  </a:moveTo>
                  <a:cubicBezTo>
                    <a:pt x="3997" y="0"/>
                    <a:pt x="3994" y="0"/>
                    <a:pt x="3991" y="0"/>
                  </a:cubicBezTo>
                  <a:lnTo>
                    <a:pt x="270" y="0"/>
                  </a:lnTo>
                  <a:cubicBezTo>
                    <a:pt x="0" y="0"/>
                    <a:pt x="0" y="404"/>
                    <a:pt x="270" y="404"/>
                  </a:cubicBezTo>
                  <a:lnTo>
                    <a:pt x="3991" y="404"/>
                  </a:lnTo>
                  <a:cubicBezTo>
                    <a:pt x="4257" y="395"/>
                    <a:pt x="4260" y="0"/>
                    <a:pt x="4000" y="0"/>
                  </a:cubicBezTo>
                  <a:close/>
                </a:path>
              </a:pathLst>
            </a:custGeom>
            <a:solidFill>
              <a:srgbClr val="6A829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111" name="Google Shape;18111;p45"/>
            <p:cNvSpPr/>
            <p:nvPr/>
          </p:nvSpPr>
          <p:spPr>
            <a:xfrm>
              <a:off x="8003184" y="3472608"/>
              <a:ext cx="88720" cy="10584"/>
            </a:xfrm>
            <a:custGeom>
              <a:rect b="b" l="l" r="r" t="t"/>
              <a:pathLst>
                <a:path extrusionOk="0" h="405" w="3395">
                  <a:moveTo>
                    <a:pt x="270" y="1"/>
                  </a:moveTo>
                  <a:cubicBezTo>
                    <a:pt x="0" y="1"/>
                    <a:pt x="0" y="405"/>
                    <a:pt x="270" y="405"/>
                  </a:cubicBezTo>
                  <a:lnTo>
                    <a:pt x="3126" y="405"/>
                  </a:lnTo>
                  <a:cubicBezTo>
                    <a:pt x="3395" y="405"/>
                    <a:pt x="3395" y="1"/>
                    <a:pt x="3126" y="1"/>
                  </a:cubicBezTo>
                  <a:close/>
                </a:path>
              </a:pathLst>
            </a:custGeom>
            <a:solidFill>
              <a:srgbClr val="6A829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112" name="Google Shape;18112;p45"/>
            <p:cNvSpPr/>
            <p:nvPr/>
          </p:nvSpPr>
          <p:spPr>
            <a:xfrm>
              <a:off x="8033576" y="3515831"/>
              <a:ext cx="80958" cy="10584"/>
            </a:xfrm>
            <a:custGeom>
              <a:rect b="b" l="l" r="r" t="t"/>
              <a:pathLst>
                <a:path extrusionOk="0" h="405" w="3098">
                  <a:moveTo>
                    <a:pt x="270" y="1"/>
                  </a:moveTo>
                  <a:cubicBezTo>
                    <a:pt x="1" y="1"/>
                    <a:pt x="1" y="405"/>
                    <a:pt x="270" y="405"/>
                  </a:cubicBezTo>
                  <a:lnTo>
                    <a:pt x="2828" y="405"/>
                  </a:lnTo>
                  <a:cubicBezTo>
                    <a:pt x="3097" y="405"/>
                    <a:pt x="3097" y="1"/>
                    <a:pt x="2828" y="1"/>
                  </a:cubicBezTo>
                  <a:close/>
                </a:path>
              </a:pathLst>
            </a:custGeom>
            <a:solidFill>
              <a:srgbClr val="6A829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113" name="Google Shape;18113;p45"/>
            <p:cNvSpPr/>
            <p:nvPr/>
          </p:nvSpPr>
          <p:spPr>
            <a:xfrm>
              <a:off x="8003184" y="3537443"/>
              <a:ext cx="111351" cy="10584"/>
            </a:xfrm>
            <a:custGeom>
              <a:rect b="b" l="l" r="r" t="t"/>
              <a:pathLst>
                <a:path extrusionOk="0" h="405" w="4261">
                  <a:moveTo>
                    <a:pt x="270" y="1"/>
                  </a:moveTo>
                  <a:cubicBezTo>
                    <a:pt x="0" y="1"/>
                    <a:pt x="0" y="405"/>
                    <a:pt x="270" y="405"/>
                  </a:cubicBezTo>
                  <a:lnTo>
                    <a:pt x="3991" y="405"/>
                  </a:lnTo>
                  <a:cubicBezTo>
                    <a:pt x="4260" y="405"/>
                    <a:pt x="4260" y="1"/>
                    <a:pt x="3991" y="1"/>
                  </a:cubicBezTo>
                  <a:close/>
                </a:path>
              </a:pathLst>
            </a:custGeom>
            <a:solidFill>
              <a:srgbClr val="6A829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114" name="Google Shape;18114;p45"/>
            <p:cNvSpPr/>
            <p:nvPr/>
          </p:nvSpPr>
          <p:spPr>
            <a:xfrm>
              <a:off x="8003184" y="3559316"/>
              <a:ext cx="55296" cy="10584"/>
            </a:xfrm>
            <a:custGeom>
              <a:rect b="b" l="l" r="r" t="t"/>
              <a:pathLst>
                <a:path extrusionOk="0" h="405" w="2116">
                  <a:moveTo>
                    <a:pt x="270" y="0"/>
                  </a:moveTo>
                  <a:cubicBezTo>
                    <a:pt x="0" y="0"/>
                    <a:pt x="0" y="404"/>
                    <a:pt x="270" y="404"/>
                  </a:cubicBezTo>
                  <a:lnTo>
                    <a:pt x="1847" y="404"/>
                  </a:lnTo>
                  <a:cubicBezTo>
                    <a:pt x="2116" y="404"/>
                    <a:pt x="2116" y="0"/>
                    <a:pt x="1847" y="0"/>
                  </a:cubicBezTo>
                  <a:close/>
                </a:path>
              </a:pathLst>
            </a:custGeom>
            <a:solidFill>
              <a:srgbClr val="6A829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115" name="Google Shape;18115;p45"/>
            <p:cNvSpPr/>
            <p:nvPr/>
          </p:nvSpPr>
          <p:spPr>
            <a:xfrm>
              <a:off x="8190632" y="3479664"/>
              <a:ext cx="81194" cy="10558"/>
            </a:xfrm>
            <a:custGeom>
              <a:rect b="b" l="l" r="r" t="t"/>
              <a:pathLst>
                <a:path extrusionOk="0" h="404" w="3107">
                  <a:moveTo>
                    <a:pt x="270" y="0"/>
                  </a:moveTo>
                  <a:cubicBezTo>
                    <a:pt x="1" y="0"/>
                    <a:pt x="1" y="404"/>
                    <a:pt x="270" y="404"/>
                  </a:cubicBezTo>
                  <a:lnTo>
                    <a:pt x="2838" y="404"/>
                  </a:lnTo>
                  <a:cubicBezTo>
                    <a:pt x="3107" y="404"/>
                    <a:pt x="3107" y="0"/>
                    <a:pt x="2838" y="0"/>
                  </a:cubicBezTo>
                  <a:close/>
                </a:path>
              </a:pathLst>
            </a:custGeom>
            <a:solidFill>
              <a:srgbClr val="6A829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116" name="Google Shape;18116;p45"/>
            <p:cNvSpPr/>
            <p:nvPr/>
          </p:nvSpPr>
          <p:spPr>
            <a:xfrm>
              <a:off x="8160240" y="3501511"/>
              <a:ext cx="111586" cy="10584"/>
            </a:xfrm>
            <a:custGeom>
              <a:rect b="b" l="l" r="r" t="t"/>
              <a:pathLst>
                <a:path extrusionOk="0" h="405" w="4270">
                  <a:moveTo>
                    <a:pt x="270" y="1"/>
                  </a:moveTo>
                  <a:cubicBezTo>
                    <a:pt x="0" y="1"/>
                    <a:pt x="0" y="405"/>
                    <a:pt x="270" y="405"/>
                  </a:cubicBezTo>
                  <a:lnTo>
                    <a:pt x="4001" y="405"/>
                  </a:lnTo>
                  <a:cubicBezTo>
                    <a:pt x="4270" y="405"/>
                    <a:pt x="4270" y="1"/>
                    <a:pt x="4001" y="1"/>
                  </a:cubicBezTo>
                  <a:close/>
                </a:path>
              </a:pathLst>
            </a:custGeom>
            <a:solidFill>
              <a:srgbClr val="6A829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117" name="Google Shape;18117;p45"/>
            <p:cNvSpPr/>
            <p:nvPr/>
          </p:nvSpPr>
          <p:spPr>
            <a:xfrm>
              <a:off x="8160475" y="3523122"/>
              <a:ext cx="55061" cy="10584"/>
            </a:xfrm>
            <a:custGeom>
              <a:rect b="b" l="l" r="r" t="t"/>
              <a:pathLst>
                <a:path extrusionOk="0" h="405" w="2107">
                  <a:moveTo>
                    <a:pt x="270" y="1"/>
                  </a:moveTo>
                  <a:cubicBezTo>
                    <a:pt x="1" y="1"/>
                    <a:pt x="1" y="404"/>
                    <a:pt x="270" y="404"/>
                  </a:cubicBezTo>
                  <a:lnTo>
                    <a:pt x="1847" y="404"/>
                  </a:lnTo>
                  <a:cubicBezTo>
                    <a:pt x="2107" y="404"/>
                    <a:pt x="2107" y="1"/>
                    <a:pt x="1847" y="1"/>
                  </a:cubicBezTo>
                  <a:close/>
                </a:path>
              </a:pathLst>
            </a:custGeom>
            <a:solidFill>
              <a:srgbClr val="6A829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118" name="Google Shape;18118;p45"/>
            <p:cNvSpPr/>
            <p:nvPr/>
          </p:nvSpPr>
          <p:spPr>
            <a:xfrm>
              <a:off x="8169778" y="3412556"/>
              <a:ext cx="97291" cy="36220"/>
            </a:xfrm>
            <a:custGeom>
              <a:rect b="b" l="l" r="r" t="t"/>
              <a:pathLst>
                <a:path extrusionOk="0" h="1386" w="3723">
                  <a:moveTo>
                    <a:pt x="107" y="1"/>
                  </a:moveTo>
                  <a:cubicBezTo>
                    <a:pt x="49" y="1"/>
                    <a:pt x="1" y="49"/>
                    <a:pt x="1" y="106"/>
                  </a:cubicBezTo>
                  <a:lnTo>
                    <a:pt x="1" y="1279"/>
                  </a:lnTo>
                  <a:cubicBezTo>
                    <a:pt x="1" y="1337"/>
                    <a:pt x="49" y="1385"/>
                    <a:pt x="107" y="1385"/>
                  </a:cubicBezTo>
                  <a:lnTo>
                    <a:pt x="3616" y="1385"/>
                  </a:lnTo>
                  <a:cubicBezTo>
                    <a:pt x="3674" y="1385"/>
                    <a:pt x="3722" y="1337"/>
                    <a:pt x="3722" y="1279"/>
                  </a:cubicBezTo>
                  <a:lnTo>
                    <a:pt x="3722" y="106"/>
                  </a:lnTo>
                  <a:cubicBezTo>
                    <a:pt x="3722" y="49"/>
                    <a:pt x="3674" y="1"/>
                    <a:pt x="3616" y="1"/>
                  </a:cubicBezTo>
                  <a:close/>
                </a:path>
              </a:pathLst>
            </a:custGeom>
            <a:solidFill>
              <a:srgbClr val="D5DDE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8119" name="Google Shape;18119;p45"/>
          <p:cNvGrpSpPr/>
          <p:nvPr/>
        </p:nvGrpSpPr>
        <p:grpSpPr>
          <a:xfrm>
            <a:off x="6198656" y="3683241"/>
            <a:ext cx="347562" cy="227954"/>
            <a:chOff x="6198656" y="3867888"/>
            <a:chExt cx="347562" cy="227954"/>
          </a:xfrm>
        </p:grpSpPr>
        <p:sp>
          <p:nvSpPr>
            <p:cNvPr id="18120" name="Google Shape;18120;p45"/>
            <p:cNvSpPr/>
            <p:nvPr/>
          </p:nvSpPr>
          <p:spPr>
            <a:xfrm>
              <a:off x="6198656" y="3867888"/>
              <a:ext cx="347562" cy="227954"/>
            </a:xfrm>
            <a:custGeom>
              <a:rect b="b" l="l" r="r" t="t"/>
              <a:pathLst>
                <a:path extrusionOk="0" h="8723" w="13300">
                  <a:moveTo>
                    <a:pt x="453" y="1"/>
                  </a:moveTo>
                  <a:cubicBezTo>
                    <a:pt x="203" y="1"/>
                    <a:pt x="1" y="212"/>
                    <a:pt x="1" y="462"/>
                  </a:cubicBezTo>
                  <a:lnTo>
                    <a:pt x="1" y="8261"/>
                  </a:lnTo>
                  <a:cubicBezTo>
                    <a:pt x="1" y="8521"/>
                    <a:pt x="203" y="8723"/>
                    <a:pt x="453" y="8723"/>
                  </a:cubicBezTo>
                  <a:lnTo>
                    <a:pt x="12848" y="8723"/>
                  </a:lnTo>
                  <a:cubicBezTo>
                    <a:pt x="13098" y="8723"/>
                    <a:pt x="13300" y="8521"/>
                    <a:pt x="13300" y="8261"/>
                  </a:cubicBezTo>
                  <a:lnTo>
                    <a:pt x="13300" y="462"/>
                  </a:lnTo>
                  <a:cubicBezTo>
                    <a:pt x="13300" y="212"/>
                    <a:pt x="13098" y="1"/>
                    <a:pt x="12848" y="1"/>
                  </a:cubicBezTo>
                  <a:close/>
                </a:path>
              </a:pathLst>
            </a:custGeom>
            <a:solidFill>
              <a:srgbClr val="F5F7F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121" name="Google Shape;18121;p45"/>
            <p:cNvSpPr/>
            <p:nvPr/>
          </p:nvSpPr>
          <p:spPr>
            <a:xfrm>
              <a:off x="6234353" y="3885998"/>
              <a:ext cx="275933" cy="191760"/>
            </a:xfrm>
            <a:custGeom>
              <a:rect b="b" l="l" r="r" t="t"/>
              <a:pathLst>
                <a:path extrusionOk="0" h="7338" w="10559">
                  <a:moveTo>
                    <a:pt x="231" y="0"/>
                  </a:moveTo>
                  <a:cubicBezTo>
                    <a:pt x="106" y="0"/>
                    <a:pt x="0" y="106"/>
                    <a:pt x="0" y="231"/>
                  </a:cubicBezTo>
                  <a:lnTo>
                    <a:pt x="0" y="7116"/>
                  </a:lnTo>
                  <a:cubicBezTo>
                    <a:pt x="0" y="7241"/>
                    <a:pt x="106" y="7337"/>
                    <a:pt x="231" y="7337"/>
                  </a:cubicBezTo>
                  <a:lnTo>
                    <a:pt x="10328" y="7337"/>
                  </a:lnTo>
                  <a:cubicBezTo>
                    <a:pt x="10462" y="7337"/>
                    <a:pt x="10558" y="7241"/>
                    <a:pt x="10558" y="7116"/>
                  </a:cubicBezTo>
                  <a:lnTo>
                    <a:pt x="10558" y="231"/>
                  </a:lnTo>
                  <a:cubicBezTo>
                    <a:pt x="10558" y="106"/>
                    <a:pt x="10462" y="0"/>
                    <a:pt x="10328" y="0"/>
                  </a:cubicBezTo>
                  <a:close/>
                </a:path>
              </a:pathLst>
            </a:custGeom>
            <a:solidFill>
              <a:srgbClr val="B1C0C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122" name="Google Shape;18122;p45"/>
            <p:cNvSpPr/>
            <p:nvPr/>
          </p:nvSpPr>
          <p:spPr>
            <a:xfrm>
              <a:off x="6210468" y="3970119"/>
              <a:ext cx="12335" cy="23964"/>
            </a:xfrm>
            <a:custGeom>
              <a:rect b="b" l="l" r="r" t="t"/>
              <a:pathLst>
                <a:path extrusionOk="0" h="917" w="472">
                  <a:moveTo>
                    <a:pt x="231" y="0"/>
                  </a:moveTo>
                  <a:cubicBezTo>
                    <a:pt x="116" y="0"/>
                    <a:pt x="1" y="75"/>
                    <a:pt x="1" y="224"/>
                  </a:cubicBezTo>
                  <a:lnTo>
                    <a:pt x="1" y="685"/>
                  </a:lnTo>
                  <a:cubicBezTo>
                    <a:pt x="1" y="810"/>
                    <a:pt x="106" y="916"/>
                    <a:pt x="231" y="916"/>
                  </a:cubicBezTo>
                  <a:cubicBezTo>
                    <a:pt x="366" y="916"/>
                    <a:pt x="472" y="810"/>
                    <a:pt x="462" y="676"/>
                  </a:cubicBezTo>
                  <a:lnTo>
                    <a:pt x="462" y="224"/>
                  </a:lnTo>
                  <a:cubicBezTo>
                    <a:pt x="462" y="75"/>
                    <a:pt x="347" y="0"/>
                    <a:pt x="231" y="0"/>
                  </a:cubicBezTo>
                  <a:close/>
                </a:path>
              </a:pathLst>
            </a:custGeom>
            <a:solidFill>
              <a:srgbClr val="C0CDD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123" name="Google Shape;18123;p45"/>
            <p:cNvSpPr/>
            <p:nvPr/>
          </p:nvSpPr>
          <p:spPr>
            <a:xfrm>
              <a:off x="6522333" y="3963899"/>
              <a:ext cx="12073" cy="35958"/>
            </a:xfrm>
            <a:custGeom>
              <a:rect b="b" l="l" r="r" t="t"/>
              <a:pathLst>
                <a:path extrusionOk="0" h="1376" w="462">
                  <a:moveTo>
                    <a:pt x="231" y="0"/>
                  </a:moveTo>
                  <a:cubicBezTo>
                    <a:pt x="115" y="0"/>
                    <a:pt x="0" y="77"/>
                    <a:pt x="0" y="231"/>
                  </a:cubicBezTo>
                  <a:lnTo>
                    <a:pt x="0" y="1144"/>
                  </a:lnTo>
                  <a:cubicBezTo>
                    <a:pt x="0" y="1279"/>
                    <a:pt x="106" y="1375"/>
                    <a:pt x="231" y="1375"/>
                  </a:cubicBezTo>
                  <a:cubicBezTo>
                    <a:pt x="356" y="1375"/>
                    <a:pt x="452" y="1279"/>
                    <a:pt x="462" y="1154"/>
                  </a:cubicBezTo>
                  <a:lnTo>
                    <a:pt x="462" y="231"/>
                  </a:lnTo>
                  <a:cubicBezTo>
                    <a:pt x="462" y="77"/>
                    <a:pt x="346" y="0"/>
                    <a:pt x="231" y="0"/>
                  </a:cubicBezTo>
                  <a:close/>
                </a:path>
              </a:pathLst>
            </a:custGeom>
            <a:solidFill>
              <a:srgbClr val="C0CDD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124" name="Google Shape;18124;p45"/>
            <p:cNvSpPr/>
            <p:nvPr/>
          </p:nvSpPr>
          <p:spPr>
            <a:xfrm>
              <a:off x="6520321" y="3885998"/>
              <a:ext cx="16098" cy="12073"/>
            </a:xfrm>
            <a:custGeom>
              <a:rect b="b" l="l" r="r" t="t"/>
              <a:pathLst>
                <a:path extrusionOk="0" h="462" w="616">
                  <a:moveTo>
                    <a:pt x="308" y="0"/>
                  </a:moveTo>
                  <a:cubicBezTo>
                    <a:pt x="0" y="0"/>
                    <a:pt x="0" y="462"/>
                    <a:pt x="308" y="462"/>
                  </a:cubicBezTo>
                  <a:cubicBezTo>
                    <a:pt x="616" y="462"/>
                    <a:pt x="616" y="0"/>
                    <a:pt x="308" y="0"/>
                  </a:cubicBezTo>
                  <a:close/>
                </a:path>
              </a:pathLst>
            </a:custGeom>
            <a:solidFill>
              <a:srgbClr val="808F9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125" name="Google Shape;18125;p45"/>
            <p:cNvSpPr/>
            <p:nvPr/>
          </p:nvSpPr>
          <p:spPr>
            <a:xfrm>
              <a:off x="6210468" y="3940014"/>
              <a:ext cx="12099" cy="17875"/>
            </a:xfrm>
            <a:custGeom>
              <a:rect b="b" l="l" r="r" t="t"/>
              <a:pathLst>
                <a:path extrusionOk="0" h="684" w="463">
                  <a:moveTo>
                    <a:pt x="231" y="1"/>
                  </a:moveTo>
                  <a:cubicBezTo>
                    <a:pt x="116" y="1"/>
                    <a:pt x="1" y="78"/>
                    <a:pt x="1" y="231"/>
                  </a:cubicBezTo>
                  <a:lnTo>
                    <a:pt x="1" y="453"/>
                  </a:lnTo>
                  <a:cubicBezTo>
                    <a:pt x="1" y="587"/>
                    <a:pt x="106" y="683"/>
                    <a:pt x="231" y="683"/>
                  </a:cubicBezTo>
                  <a:cubicBezTo>
                    <a:pt x="356" y="683"/>
                    <a:pt x="462" y="587"/>
                    <a:pt x="462" y="453"/>
                  </a:cubicBezTo>
                  <a:lnTo>
                    <a:pt x="462" y="231"/>
                  </a:lnTo>
                  <a:cubicBezTo>
                    <a:pt x="462" y="78"/>
                    <a:pt x="347" y="1"/>
                    <a:pt x="231" y="1"/>
                  </a:cubicBezTo>
                  <a:close/>
                </a:path>
              </a:pathLst>
            </a:custGeom>
            <a:solidFill>
              <a:srgbClr val="D3DCE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126" name="Google Shape;18126;p45"/>
            <p:cNvSpPr/>
            <p:nvPr/>
          </p:nvSpPr>
          <p:spPr>
            <a:xfrm>
              <a:off x="6210468" y="4005842"/>
              <a:ext cx="12099" cy="18136"/>
            </a:xfrm>
            <a:custGeom>
              <a:rect b="b" l="l" r="r" t="t"/>
              <a:pathLst>
                <a:path extrusionOk="0" h="694" w="463">
                  <a:moveTo>
                    <a:pt x="231" y="1"/>
                  </a:moveTo>
                  <a:cubicBezTo>
                    <a:pt x="116" y="1"/>
                    <a:pt x="1" y="78"/>
                    <a:pt x="1" y="232"/>
                  </a:cubicBezTo>
                  <a:lnTo>
                    <a:pt x="1" y="463"/>
                  </a:lnTo>
                  <a:cubicBezTo>
                    <a:pt x="1" y="588"/>
                    <a:pt x="106" y="693"/>
                    <a:pt x="231" y="693"/>
                  </a:cubicBezTo>
                  <a:cubicBezTo>
                    <a:pt x="356" y="693"/>
                    <a:pt x="462" y="588"/>
                    <a:pt x="462" y="463"/>
                  </a:cubicBezTo>
                  <a:lnTo>
                    <a:pt x="462" y="232"/>
                  </a:lnTo>
                  <a:cubicBezTo>
                    <a:pt x="462" y="78"/>
                    <a:pt x="347" y="1"/>
                    <a:pt x="231" y="1"/>
                  </a:cubicBezTo>
                  <a:close/>
                </a:path>
              </a:pathLst>
            </a:custGeom>
            <a:solidFill>
              <a:srgbClr val="D3DCE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127" name="Google Shape;18127;p45"/>
            <p:cNvSpPr/>
            <p:nvPr/>
          </p:nvSpPr>
          <p:spPr>
            <a:xfrm>
              <a:off x="6312489" y="3915894"/>
              <a:ext cx="119896" cy="95776"/>
            </a:xfrm>
            <a:custGeom>
              <a:rect b="b" l="l" r="r" t="t"/>
              <a:pathLst>
                <a:path extrusionOk="0" h="3665" w="4588">
                  <a:moveTo>
                    <a:pt x="1841" y="1063"/>
                  </a:moveTo>
                  <a:cubicBezTo>
                    <a:pt x="1875" y="1063"/>
                    <a:pt x="1910" y="1070"/>
                    <a:pt x="1943" y="1087"/>
                  </a:cubicBezTo>
                  <a:lnTo>
                    <a:pt x="3030" y="1635"/>
                  </a:lnTo>
                  <a:cubicBezTo>
                    <a:pt x="3193" y="1722"/>
                    <a:pt x="3203" y="1953"/>
                    <a:pt x="3039" y="2049"/>
                  </a:cubicBezTo>
                  <a:lnTo>
                    <a:pt x="3030" y="2049"/>
                  </a:lnTo>
                  <a:lnTo>
                    <a:pt x="1943" y="2597"/>
                  </a:lnTo>
                  <a:cubicBezTo>
                    <a:pt x="1910" y="2613"/>
                    <a:pt x="1875" y="2621"/>
                    <a:pt x="1841" y="2621"/>
                  </a:cubicBezTo>
                  <a:cubicBezTo>
                    <a:pt x="1719" y="2621"/>
                    <a:pt x="1607" y="2521"/>
                    <a:pt x="1607" y="2385"/>
                  </a:cubicBezTo>
                  <a:lnTo>
                    <a:pt x="1607" y="1299"/>
                  </a:lnTo>
                  <a:cubicBezTo>
                    <a:pt x="1607" y="1163"/>
                    <a:pt x="1719" y="1063"/>
                    <a:pt x="1841" y="1063"/>
                  </a:cubicBezTo>
                  <a:close/>
                  <a:moveTo>
                    <a:pt x="914" y="0"/>
                  </a:moveTo>
                  <a:cubicBezTo>
                    <a:pt x="414" y="0"/>
                    <a:pt x="1" y="414"/>
                    <a:pt x="1" y="924"/>
                  </a:cubicBezTo>
                  <a:lnTo>
                    <a:pt x="1" y="2751"/>
                  </a:lnTo>
                  <a:cubicBezTo>
                    <a:pt x="1" y="3260"/>
                    <a:pt x="414" y="3664"/>
                    <a:pt x="914" y="3664"/>
                  </a:cubicBezTo>
                  <a:lnTo>
                    <a:pt x="3674" y="3664"/>
                  </a:lnTo>
                  <a:cubicBezTo>
                    <a:pt x="4174" y="3664"/>
                    <a:pt x="4587" y="3260"/>
                    <a:pt x="4587" y="2751"/>
                  </a:cubicBezTo>
                  <a:lnTo>
                    <a:pt x="4587" y="924"/>
                  </a:lnTo>
                  <a:cubicBezTo>
                    <a:pt x="4587" y="414"/>
                    <a:pt x="4174" y="0"/>
                    <a:pt x="3674" y="0"/>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128" name="Google Shape;18128;p45"/>
            <p:cNvSpPr/>
            <p:nvPr/>
          </p:nvSpPr>
          <p:spPr>
            <a:xfrm>
              <a:off x="6252437" y="4035764"/>
              <a:ext cx="240001" cy="12073"/>
            </a:xfrm>
            <a:custGeom>
              <a:rect b="b" l="l" r="r" t="t"/>
              <a:pathLst>
                <a:path extrusionOk="0" h="462" w="9184">
                  <a:moveTo>
                    <a:pt x="231" y="0"/>
                  </a:moveTo>
                  <a:cubicBezTo>
                    <a:pt x="106" y="0"/>
                    <a:pt x="0" y="106"/>
                    <a:pt x="0" y="231"/>
                  </a:cubicBezTo>
                  <a:cubicBezTo>
                    <a:pt x="0" y="356"/>
                    <a:pt x="106" y="462"/>
                    <a:pt x="231" y="462"/>
                  </a:cubicBezTo>
                  <a:lnTo>
                    <a:pt x="8953" y="462"/>
                  </a:lnTo>
                  <a:cubicBezTo>
                    <a:pt x="9078" y="462"/>
                    <a:pt x="9184" y="356"/>
                    <a:pt x="9184" y="231"/>
                  </a:cubicBezTo>
                  <a:cubicBezTo>
                    <a:pt x="9184" y="106"/>
                    <a:pt x="9078" y="0"/>
                    <a:pt x="8953" y="0"/>
                  </a:cubicBezTo>
                  <a:close/>
                </a:path>
              </a:pathLst>
            </a:custGeom>
            <a:solidFill>
              <a:srgbClr val="8D9BA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129" name="Google Shape;18129;p45"/>
            <p:cNvSpPr/>
            <p:nvPr/>
          </p:nvSpPr>
          <p:spPr>
            <a:xfrm>
              <a:off x="6252437" y="4035764"/>
              <a:ext cx="54042" cy="12073"/>
            </a:xfrm>
            <a:custGeom>
              <a:rect b="b" l="l" r="r" t="t"/>
              <a:pathLst>
                <a:path extrusionOk="0" h="462" w="2068">
                  <a:moveTo>
                    <a:pt x="231" y="0"/>
                  </a:moveTo>
                  <a:cubicBezTo>
                    <a:pt x="106" y="0"/>
                    <a:pt x="0" y="106"/>
                    <a:pt x="0" y="231"/>
                  </a:cubicBezTo>
                  <a:cubicBezTo>
                    <a:pt x="0" y="356"/>
                    <a:pt x="106" y="462"/>
                    <a:pt x="231" y="462"/>
                  </a:cubicBezTo>
                  <a:lnTo>
                    <a:pt x="2068" y="462"/>
                  </a:lnTo>
                  <a:lnTo>
                    <a:pt x="2068" y="0"/>
                  </a:lnTo>
                  <a:close/>
                </a:path>
              </a:pathLst>
            </a:custGeom>
            <a:solidFill>
              <a:srgbClr val="F5F7F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130" name="Google Shape;18130;p45"/>
            <p:cNvSpPr/>
            <p:nvPr/>
          </p:nvSpPr>
          <p:spPr>
            <a:xfrm>
              <a:off x="6294406" y="4029727"/>
              <a:ext cx="24146" cy="24146"/>
            </a:xfrm>
            <a:custGeom>
              <a:rect b="b" l="l" r="r" t="t"/>
              <a:pathLst>
                <a:path extrusionOk="0" h="924" w="924">
                  <a:moveTo>
                    <a:pt x="462" y="1"/>
                  </a:moveTo>
                  <a:cubicBezTo>
                    <a:pt x="212" y="1"/>
                    <a:pt x="0" y="212"/>
                    <a:pt x="0" y="462"/>
                  </a:cubicBezTo>
                  <a:cubicBezTo>
                    <a:pt x="0" y="722"/>
                    <a:pt x="212" y="924"/>
                    <a:pt x="462" y="924"/>
                  </a:cubicBezTo>
                  <a:cubicBezTo>
                    <a:pt x="712" y="924"/>
                    <a:pt x="923" y="722"/>
                    <a:pt x="923" y="462"/>
                  </a:cubicBezTo>
                  <a:cubicBezTo>
                    <a:pt x="923" y="212"/>
                    <a:pt x="712" y="1"/>
                    <a:pt x="462" y="1"/>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8131" name="Google Shape;18131;p45"/>
          <p:cNvGrpSpPr/>
          <p:nvPr/>
        </p:nvGrpSpPr>
        <p:grpSpPr>
          <a:xfrm>
            <a:off x="5706895" y="3634504"/>
            <a:ext cx="349391" cy="325455"/>
            <a:chOff x="5706895" y="3819151"/>
            <a:chExt cx="349391" cy="325455"/>
          </a:xfrm>
        </p:grpSpPr>
        <p:sp>
          <p:nvSpPr>
            <p:cNvPr id="18132" name="Google Shape;18132;p45"/>
            <p:cNvSpPr/>
            <p:nvPr/>
          </p:nvSpPr>
          <p:spPr>
            <a:xfrm>
              <a:off x="5761172" y="4052332"/>
              <a:ext cx="43484" cy="43511"/>
            </a:xfrm>
            <a:custGeom>
              <a:rect b="b" l="l" r="r" t="t"/>
              <a:pathLst>
                <a:path extrusionOk="0" h="1665" w="1664">
                  <a:moveTo>
                    <a:pt x="212" y="1"/>
                  </a:moveTo>
                  <a:cubicBezTo>
                    <a:pt x="96" y="1"/>
                    <a:pt x="0" y="97"/>
                    <a:pt x="0" y="213"/>
                  </a:cubicBezTo>
                  <a:lnTo>
                    <a:pt x="0" y="1453"/>
                  </a:lnTo>
                  <a:cubicBezTo>
                    <a:pt x="0" y="1568"/>
                    <a:pt x="96" y="1665"/>
                    <a:pt x="212" y="1665"/>
                  </a:cubicBezTo>
                  <a:lnTo>
                    <a:pt x="1462" y="1665"/>
                  </a:lnTo>
                  <a:cubicBezTo>
                    <a:pt x="1567" y="1665"/>
                    <a:pt x="1664" y="1568"/>
                    <a:pt x="1664" y="1453"/>
                  </a:cubicBezTo>
                  <a:lnTo>
                    <a:pt x="1664" y="213"/>
                  </a:lnTo>
                  <a:cubicBezTo>
                    <a:pt x="1664" y="97"/>
                    <a:pt x="1567" y="1"/>
                    <a:pt x="1452" y="1"/>
                  </a:cubicBezTo>
                  <a:close/>
                </a:path>
              </a:pathLst>
            </a:custGeom>
            <a:solidFill>
              <a:srgbClr val="B3C2C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133" name="Google Shape;18133;p45"/>
            <p:cNvSpPr/>
            <p:nvPr/>
          </p:nvSpPr>
          <p:spPr>
            <a:xfrm>
              <a:off x="5903881" y="3938498"/>
              <a:ext cx="101316" cy="86995"/>
            </a:xfrm>
            <a:custGeom>
              <a:rect b="b" l="l" r="r" t="t"/>
              <a:pathLst>
                <a:path extrusionOk="0" h="3329" w="3877">
                  <a:moveTo>
                    <a:pt x="2213" y="1"/>
                  </a:moveTo>
                  <a:cubicBezTo>
                    <a:pt x="741" y="1"/>
                    <a:pt x="1" y="1789"/>
                    <a:pt x="1040" y="2838"/>
                  </a:cubicBezTo>
                  <a:cubicBezTo>
                    <a:pt x="1379" y="3177"/>
                    <a:pt x="1796" y="3329"/>
                    <a:pt x="2204" y="3329"/>
                  </a:cubicBezTo>
                  <a:cubicBezTo>
                    <a:pt x="3058" y="3329"/>
                    <a:pt x="3876" y="2666"/>
                    <a:pt x="3876" y="1664"/>
                  </a:cubicBezTo>
                  <a:cubicBezTo>
                    <a:pt x="3876" y="741"/>
                    <a:pt x="3136" y="1"/>
                    <a:pt x="2213" y="1"/>
                  </a:cubicBezTo>
                  <a:close/>
                </a:path>
              </a:pathLst>
            </a:custGeom>
            <a:solidFill>
              <a:srgbClr val="929FA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134" name="Google Shape;18134;p45"/>
            <p:cNvSpPr/>
            <p:nvPr/>
          </p:nvSpPr>
          <p:spPr>
            <a:xfrm>
              <a:off x="5913942" y="3973699"/>
              <a:ext cx="95514" cy="51795"/>
            </a:xfrm>
            <a:custGeom>
              <a:rect b="b" l="l" r="r" t="t"/>
              <a:pathLst>
                <a:path extrusionOk="0" h="1982" w="3655">
                  <a:moveTo>
                    <a:pt x="203" y="0"/>
                  </a:moveTo>
                  <a:lnTo>
                    <a:pt x="203" y="0"/>
                  </a:lnTo>
                  <a:cubicBezTo>
                    <a:pt x="1" y="1029"/>
                    <a:pt x="789" y="1981"/>
                    <a:pt x="1828" y="1981"/>
                  </a:cubicBezTo>
                  <a:cubicBezTo>
                    <a:pt x="2876" y="1981"/>
                    <a:pt x="3655" y="1029"/>
                    <a:pt x="3462" y="0"/>
                  </a:cubicBezTo>
                  <a:lnTo>
                    <a:pt x="3462" y="0"/>
                  </a:lnTo>
                  <a:cubicBezTo>
                    <a:pt x="3309" y="789"/>
                    <a:pt x="2626" y="1346"/>
                    <a:pt x="1828" y="1356"/>
                  </a:cubicBezTo>
                  <a:cubicBezTo>
                    <a:pt x="1039" y="1346"/>
                    <a:pt x="356" y="789"/>
                    <a:pt x="203" y="0"/>
                  </a:cubicBezTo>
                  <a:close/>
                </a:path>
              </a:pathLst>
            </a:custGeom>
            <a:solidFill>
              <a:srgbClr val="C5D0D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135" name="Google Shape;18135;p45"/>
            <p:cNvSpPr/>
            <p:nvPr/>
          </p:nvSpPr>
          <p:spPr>
            <a:xfrm>
              <a:off x="5788297" y="3840998"/>
              <a:ext cx="146525" cy="281891"/>
            </a:xfrm>
            <a:custGeom>
              <a:rect b="b" l="l" r="r" t="t"/>
              <a:pathLst>
                <a:path extrusionOk="0" h="10787" w="5607">
                  <a:moveTo>
                    <a:pt x="5388" y="1"/>
                  </a:moveTo>
                  <a:cubicBezTo>
                    <a:pt x="5316" y="1"/>
                    <a:pt x="5250" y="37"/>
                    <a:pt x="5212" y="97"/>
                  </a:cubicBezTo>
                  <a:cubicBezTo>
                    <a:pt x="4818" y="732"/>
                    <a:pt x="4347" y="1309"/>
                    <a:pt x="3818" y="1828"/>
                  </a:cubicBezTo>
                  <a:cubicBezTo>
                    <a:pt x="3020" y="2607"/>
                    <a:pt x="1741" y="3530"/>
                    <a:pt x="212" y="3530"/>
                  </a:cubicBezTo>
                  <a:cubicBezTo>
                    <a:pt x="97" y="3530"/>
                    <a:pt x="1" y="3617"/>
                    <a:pt x="1" y="3732"/>
                  </a:cubicBezTo>
                  <a:lnTo>
                    <a:pt x="1" y="7049"/>
                  </a:lnTo>
                  <a:cubicBezTo>
                    <a:pt x="1" y="7165"/>
                    <a:pt x="97" y="7261"/>
                    <a:pt x="212" y="7261"/>
                  </a:cubicBezTo>
                  <a:cubicBezTo>
                    <a:pt x="1751" y="7261"/>
                    <a:pt x="3020" y="8184"/>
                    <a:pt x="3818" y="8963"/>
                  </a:cubicBezTo>
                  <a:cubicBezTo>
                    <a:pt x="4347" y="9473"/>
                    <a:pt x="4818" y="10059"/>
                    <a:pt x="5212" y="10684"/>
                  </a:cubicBezTo>
                  <a:cubicBezTo>
                    <a:pt x="5257" y="10755"/>
                    <a:pt x="5325" y="10787"/>
                    <a:pt x="5392" y="10787"/>
                  </a:cubicBezTo>
                  <a:cubicBezTo>
                    <a:pt x="5498" y="10787"/>
                    <a:pt x="5601" y="10708"/>
                    <a:pt x="5607" y="10579"/>
                  </a:cubicBezTo>
                  <a:lnTo>
                    <a:pt x="5607" y="212"/>
                  </a:lnTo>
                  <a:cubicBezTo>
                    <a:pt x="5607" y="116"/>
                    <a:pt x="5539" y="30"/>
                    <a:pt x="5453" y="11"/>
                  </a:cubicBezTo>
                  <a:cubicBezTo>
                    <a:pt x="5431" y="4"/>
                    <a:pt x="5410" y="1"/>
                    <a:pt x="5388" y="1"/>
                  </a:cubicBezTo>
                  <a:close/>
                </a:path>
              </a:pathLst>
            </a:custGeom>
            <a:solidFill>
              <a:srgbClr val="F9FAF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136" name="Google Shape;18136;p45"/>
            <p:cNvSpPr/>
            <p:nvPr/>
          </p:nvSpPr>
          <p:spPr>
            <a:xfrm>
              <a:off x="5788297" y="4009135"/>
              <a:ext cx="146525" cy="113755"/>
            </a:xfrm>
            <a:custGeom>
              <a:rect b="b" l="l" r="r" t="t"/>
              <a:pathLst>
                <a:path extrusionOk="0" h="4353" w="5607">
                  <a:moveTo>
                    <a:pt x="1" y="0"/>
                  </a:moveTo>
                  <a:lnTo>
                    <a:pt x="1" y="615"/>
                  </a:lnTo>
                  <a:cubicBezTo>
                    <a:pt x="1" y="731"/>
                    <a:pt x="97" y="827"/>
                    <a:pt x="212" y="827"/>
                  </a:cubicBezTo>
                  <a:cubicBezTo>
                    <a:pt x="1751" y="827"/>
                    <a:pt x="3020" y="1750"/>
                    <a:pt x="3818" y="2529"/>
                  </a:cubicBezTo>
                  <a:cubicBezTo>
                    <a:pt x="4347" y="3039"/>
                    <a:pt x="4818" y="3625"/>
                    <a:pt x="5212" y="4250"/>
                  </a:cubicBezTo>
                  <a:cubicBezTo>
                    <a:pt x="5257" y="4321"/>
                    <a:pt x="5325" y="4353"/>
                    <a:pt x="5392" y="4353"/>
                  </a:cubicBezTo>
                  <a:cubicBezTo>
                    <a:pt x="5498" y="4353"/>
                    <a:pt x="5601" y="4274"/>
                    <a:pt x="5607" y="4145"/>
                  </a:cubicBezTo>
                  <a:lnTo>
                    <a:pt x="5607" y="3106"/>
                  </a:lnTo>
                  <a:cubicBezTo>
                    <a:pt x="5597" y="3193"/>
                    <a:pt x="5549" y="3279"/>
                    <a:pt x="5463" y="3308"/>
                  </a:cubicBezTo>
                  <a:cubicBezTo>
                    <a:pt x="5441" y="3314"/>
                    <a:pt x="5420" y="3317"/>
                    <a:pt x="5399" y="3317"/>
                  </a:cubicBezTo>
                  <a:cubicBezTo>
                    <a:pt x="5326" y="3317"/>
                    <a:pt x="5257" y="3279"/>
                    <a:pt x="5212" y="3212"/>
                  </a:cubicBezTo>
                  <a:cubicBezTo>
                    <a:pt x="5212" y="3202"/>
                    <a:pt x="4693" y="2750"/>
                    <a:pt x="3818" y="1904"/>
                  </a:cubicBezTo>
                  <a:cubicBezTo>
                    <a:pt x="3020" y="1125"/>
                    <a:pt x="1741" y="202"/>
                    <a:pt x="212" y="202"/>
                  </a:cubicBezTo>
                  <a:cubicBezTo>
                    <a:pt x="97" y="202"/>
                    <a:pt x="1" y="115"/>
                    <a:pt x="1" y="0"/>
                  </a:cubicBezTo>
                  <a:close/>
                </a:path>
              </a:pathLst>
            </a:custGeom>
            <a:solidFill>
              <a:srgbClr val="E5EAE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137" name="Google Shape;18137;p45"/>
            <p:cNvSpPr/>
            <p:nvPr/>
          </p:nvSpPr>
          <p:spPr>
            <a:xfrm>
              <a:off x="5923742" y="3819151"/>
              <a:ext cx="43511" cy="325454"/>
            </a:xfrm>
            <a:custGeom>
              <a:rect b="b" l="l" r="r" t="t"/>
              <a:pathLst>
                <a:path extrusionOk="0" h="12454" w="1665">
                  <a:moveTo>
                    <a:pt x="212" y="0"/>
                  </a:moveTo>
                  <a:cubicBezTo>
                    <a:pt x="97" y="0"/>
                    <a:pt x="1" y="96"/>
                    <a:pt x="1" y="212"/>
                  </a:cubicBezTo>
                  <a:lnTo>
                    <a:pt x="1" y="12241"/>
                  </a:lnTo>
                  <a:cubicBezTo>
                    <a:pt x="1" y="12357"/>
                    <a:pt x="97" y="12453"/>
                    <a:pt x="212" y="12453"/>
                  </a:cubicBezTo>
                  <a:lnTo>
                    <a:pt x="1453" y="12453"/>
                  </a:lnTo>
                  <a:cubicBezTo>
                    <a:pt x="1568" y="12453"/>
                    <a:pt x="1664" y="12357"/>
                    <a:pt x="1664" y="12241"/>
                  </a:cubicBezTo>
                  <a:lnTo>
                    <a:pt x="1664" y="212"/>
                  </a:lnTo>
                  <a:cubicBezTo>
                    <a:pt x="1664" y="96"/>
                    <a:pt x="1568" y="0"/>
                    <a:pt x="1453" y="0"/>
                  </a:cubicBezTo>
                  <a:close/>
                </a:path>
              </a:pathLst>
            </a:custGeom>
            <a:solidFill>
              <a:srgbClr val="8B99A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138" name="Google Shape;18138;p45"/>
            <p:cNvSpPr/>
            <p:nvPr/>
          </p:nvSpPr>
          <p:spPr>
            <a:xfrm>
              <a:off x="5923742" y="4117428"/>
              <a:ext cx="43511" cy="27178"/>
            </a:xfrm>
            <a:custGeom>
              <a:rect b="b" l="l" r="r" t="t"/>
              <a:pathLst>
                <a:path extrusionOk="0" h="1040" w="1665">
                  <a:moveTo>
                    <a:pt x="1" y="1"/>
                  </a:moveTo>
                  <a:lnTo>
                    <a:pt x="1" y="827"/>
                  </a:lnTo>
                  <a:cubicBezTo>
                    <a:pt x="1" y="943"/>
                    <a:pt x="97" y="1039"/>
                    <a:pt x="212" y="1039"/>
                  </a:cubicBezTo>
                  <a:lnTo>
                    <a:pt x="1453" y="1039"/>
                  </a:lnTo>
                  <a:cubicBezTo>
                    <a:pt x="1568" y="1039"/>
                    <a:pt x="1664" y="943"/>
                    <a:pt x="1664" y="827"/>
                  </a:cubicBezTo>
                  <a:lnTo>
                    <a:pt x="1664" y="1"/>
                  </a:lnTo>
                  <a:cubicBezTo>
                    <a:pt x="1664" y="116"/>
                    <a:pt x="1568" y="212"/>
                    <a:pt x="1453" y="212"/>
                  </a:cubicBezTo>
                  <a:lnTo>
                    <a:pt x="212" y="212"/>
                  </a:lnTo>
                  <a:cubicBezTo>
                    <a:pt x="97" y="212"/>
                    <a:pt x="1" y="116"/>
                    <a:pt x="1" y="1"/>
                  </a:cubicBezTo>
                  <a:close/>
                </a:path>
              </a:pathLst>
            </a:custGeom>
            <a:solidFill>
              <a:srgbClr val="6E809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139" name="Google Shape;18139;p45"/>
            <p:cNvSpPr/>
            <p:nvPr/>
          </p:nvSpPr>
          <p:spPr>
            <a:xfrm>
              <a:off x="5706895" y="3933220"/>
              <a:ext cx="43484" cy="97291"/>
            </a:xfrm>
            <a:custGeom>
              <a:rect b="b" l="l" r="r" t="t"/>
              <a:pathLst>
                <a:path extrusionOk="0" h="3723" w="1664">
                  <a:moveTo>
                    <a:pt x="1039" y="1"/>
                  </a:moveTo>
                  <a:cubicBezTo>
                    <a:pt x="471" y="1"/>
                    <a:pt x="0" y="463"/>
                    <a:pt x="0" y="1030"/>
                  </a:cubicBezTo>
                  <a:lnTo>
                    <a:pt x="0" y="2693"/>
                  </a:lnTo>
                  <a:cubicBezTo>
                    <a:pt x="0" y="3261"/>
                    <a:pt x="471" y="3722"/>
                    <a:pt x="1039" y="3722"/>
                  </a:cubicBezTo>
                  <a:lnTo>
                    <a:pt x="1452" y="3722"/>
                  </a:lnTo>
                  <a:cubicBezTo>
                    <a:pt x="1567" y="3722"/>
                    <a:pt x="1664" y="3636"/>
                    <a:pt x="1664" y="3520"/>
                  </a:cubicBezTo>
                  <a:lnTo>
                    <a:pt x="1664" y="203"/>
                  </a:lnTo>
                  <a:cubicBezTo>
                    <a:pt x="1664" y="88"/>
                    <a:pt x="1567" y="1"/>
                    <a:pt x="1452" y="1"/>
                  </a:cubicBezTo>
                  <a:close/>
                </a:path>
              </a:pathLst>
            </a:custGeom>
            <a:solidFill>
              <a:srgbClr val="B3C2C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140" name="Google Shape;18140;p45"/>
            <p:cNvSpPr/>
            <p:nvPr/>
          </p:nvSpPr>
          <p:spPr>
            <a:xfrm>
              <a:off x="5706895" y="3938002"/>
              <a:ext cx="43484" cy="92509"/>
            </a:xfrm>
            <a:custGeom>
              <a:rect b="b" l="l" r="r" t="t"/>
              <a:pathLst>
                <a:path extrusionOk="0" h="3540" w="1664">
                  <a:moveTo>
                    <a:pt x="442" y="1"/>
                  </a:moveTo>
                  <a:lnTo>
                    <a:pt x="442" y="1"/>
                  </a:lnTo>
                  <a:cubicBezTo>
                    <a:pt x="173" y="193"/>
                    <a:pt x="10" y="510"/>
                    <a:pt x="0" y="847"/>
                  </a:cubicBezTo>
                  <a:lnTo>
                    <a:pt x="0" y="2510"/>
                  </a:lnTo>
                  <a:cubicBezTo>
                    <a:pt x="0" y="3078"/>
                    <a:pt x="471" y="3539"/>
                    <a:pt x="1039" y="3539"/>
                  </a:cubicBezTo>
                  <a:lnTo>
                    <a:pt x="1452" y="3539"/>
                  </a:lnTo>
                  <a:cubicBezTo>
                    <a:pt x="1567" y="3539"/>
                    <a:pt x="1664" y="3453"/>
                    <a:pt x="1664" y="3337"/>
                  </a:cubicBezTo>
                  <a:lnTo>
                    <a:pt x="1664" y="2924"/>
                  </a:lnTo>
                  <a:lnTo>
                    <a:pt x="1039" y="2924"/>
                  </a:lnTo>
                  <a:cubicBezTo>
                    <a:pt x="692" y="2924"/>
                    <a:pt x="414" y="2645"/>
                    <a:pt x="414" y="2299"/>
                  </a:cubicBezTo>
                  <a:lnTo>
                    <a:pt x="414" y="231"/>
                  </a:lnTo>
                  <a:cubicBezTo>
                    <a:pt x="423" y="155"/>
                    <a:pt x="423" y="78"/>
                    <a:pt x="442" y="1"/>
                  </a:cubicBezTo>
                  <a:close/>
                </a:path>
              </a:pathLst>
            </a:custGeom>
            <a:solidFill>
              <a:srgbClr val="B1C0C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141" name="Google Shape;18141;p45"/>
            <p:cNvSpPr/>
            <p:nvPr/>
          </p:nvSpPr>
          <p:spPr>
            <a:xfrm>
              <a:off x="5744839" y="3932985"/>
              <a:ext cx="54303" cy="97762"/>
            </a:xfrm>
            <a:custGeom>
              <a:rect b="b" l="l" r="r" t="t"/>
              <a:pathLst>
                <a:path extrusionOk="0" h="3741" w="2078">
                  <a:moveTo>
                    <a:pt x="0" y="0"/>
                  </a:moveTo>
                  <a:lnTo>
                    <a:pt x="0" y="3741"/>
                  </a:lnTo>
                  <a:lnTo>
                    <a:pt x="2077" y="3741"/>
                  </a:lnTo>
                  <a:lnTo>
                    <a:pt x="2077" y="0"/>
                  </a:lnTo>
                  <a:close/>
                </a:path>
              </a:pathLst>
            </a:custGeom>
            <a:solidFill>
              <a:srgbClr val="8B99A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142" name="Google Shape;18142;p45"/>
            <p:cNvSpPr/>
            <p:nvPr/>
          </p:nvSpPr>
          <p:spPr>
            <a:xfrm>
              <a:off x="5744839" y="4014387"/>
              <a:ext cx="54303" cy="16359"/>
            </a:xfrm>
            <a:custGeom>
              <a:rect b="b" l="l" r="r" t="t"/>
              <a:pathLst>
                <a:path extrusionOk="0" h="626" w="2078">
                  <a:moveTo>
                    <a:pt x="0" y="1"/>
                  </a:moveTo>
                  <a:lnTo>
                    <a:pt x="0" y="626"/>
                  </a:lnTo>
                  <a:lnTo>
                    <a:pt x="2077" y="626"/>
                  </a:lnTo>
                  <a:lnTo>
                    <a:pt x="2077" y="1"/>
                  </a:lnTo>
                  <a:close/>
                </a:path>
              </a:pathLst>
            </a:custGeom>
            <a:solidFill>
              <a:srgbClr val="6E809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143" name="Google Shape;18143;p45"/>
            <p:cNvSpPr/>
            <p:nvPr/>
          </p:nvSpPr>
          <p:spPr>
            <a:xfrm>
              <a:off x="5744839" y="4030720"/>
              <a:ext cx="54539" cy="86734"/>
            </a:xfrm>
            <a:custGeom>
              <a:rect b="b" l="l" r="r" t="t"/>
              <a:pathLst>
                <a:path extrusionOk="0" h="3319" w="2087">
                  <a:moveTo>
                    <a:pt x="10" y="1"/>
                  </a:moveTo>
                  <a:lnTo>
                    <a:pt x="0" y="3117"/>
                  </a:lnTo>
                  <a:cubicBezTo>
                    <a:pt x="0" y="3222"/>
                    <a:pt x="96" y="3319"/>
                    <a:pt x="212" y="3319"/>
                  </a:cubicBezTo>
                  <a:lnTo>
                    <a:pt x="1039" y="3319"/>
                  </a:lnTo>
                  <a:cubicBezTo>
                    <a:pt x="1135" y="3319"/>
                    <a:pt x="1221" y="3261"/>
                    <a:pt x="1241" y="3165"/>
                  </a:cubicBezTo>
                  <a:lnTo>
                    <a:pt x="2087" y="1"/>
                  </a:lnTo>
                  <a:close/>
                </a:path>
              </a:pathLst>
            </a:custGeom>
            <a:solidFill>
              <a:srgbClr val="8795A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144" name="Google Shape;18144;p45"/>
            <p:cNvSpPr/>
            <p:nvPr/>
          </p:nvSpPr>
          <p:spPr>
            <a:xfrm>
              <a:off x="6025528" y="3976443"/>
              <a:ext cx="30758" cy="10871"/>
            </a:xfrm>
            <a:custGeom>
              <a:rect b="b" l="l" r="r" t="t"/>
              <a:pathLst>
                <a:path extrusionOk="0" h="416" w="1177">
                  <a:moveTo>
                    <a:pt x="903" y="0"/>
                  </a:moveTo>
                  <a:cubicBezTo>
                    <a:pt x="897" y="0"/>
                    <a:pt x="891" y="1"/>
                    <a:pt x="885" y="1"/>
                  </a:cubicBezTo>
                  <a:lnTo>
                    <a:pt x="260" y="1"/>
                  </a:lnTo>
                  <a:cubicBezTo>
                    <a:pt x="0" y="20"/>
                    <a:pt x="0" y="395"/>
                    <a:pt x="260" y="414"/>
                  </a:cubicBezTo>
                  <a:lnTo>
                    <a:pt x="885" y="414"/>
                  </a:lnTo>
                  <a:cubicBezTo>
                    <a:pt x="894" y="415"/>
                    <a:pt x="903" y="416"/>
                    <a:pt x="911" y="416"/>
                  </a:cubicBezTo>
                  <a:cubicBezTo>
                    <a:pt x="1177" y="416"/>
                    <a:pt x="1174" y="0"/>
                    <a:pt x="903" y="0"/>
                  </a:cubicBezTo>
                  <a:close/>
                </a:path>
              </a:pathLst>
            </a:custGeom>
            <a:solidFill>
              <a:srgbClr val="B6C5D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145" name="Google Shape;18145;p45"/>
            <p:cNvSpPr/>
            <p:nvPr/>
          </p:nvSpPr>
          <p:spPr>
            <a:xfrm>
              <a:off x="6004675" y="3914718"/>
              <a:ext cx="26786" cy="22814"/>
            </a:xfrm>
            <a:custGeom>
              <a:rect b="b" l="l" r="r" t="t"/>
              <a:pathLst>
                <a:path extrusionOk="0" h="873" w="1025">
                  <a:moveTo>
                    <a:pt x="716" y="0"/>
                  </a:moveTo>
                  <a:cubicBezTo>
                    <a:pt x="665" y="0"/>
                    <a:pt x="613" y="22"/>
                    <a:pt x="567" y="74"/>
                  </a:cubicBezTo>
                  <a:lnTo>
                    <a:pt x="125" y="517"/>
                  </a:lnTo>
                  <a:cubicBezTo>
                    <a:pt x="0" y="651"/>
                    <a:pt x="87" y="872"/>
                    <a:pt x="269" y="872"/>
                  </a:cubicBezTo>
                  <a:cubicBezTo>
                    <a:pt x="327" y="872"/>
                    <a:pt x="375" y="853"/>
                    <a:pt x="413" y="815"/>
                  </a:cubicBezTo>
                  <a:lnTo>
                    <a:pt x="856" y="372"/>
                  </a:lnTo>
                  <a:cubicBezTo>
                    <a:pt x="1025" y="226"/>
                    <a:pt x="880" y="0"/>
                    <a:pt x="716" y="0"/>
                  </a:cubicBezTo>
                  <a:close/>
                </a:path>
              </a:pathLst>
            </a:custGeom>
            <a:solidFill>
              <a:srgbClr val="B6C5D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146" name="Google Shape;18146;p45"/>
            <p:cNvSpPr/>
            <p:nvPr/>
          </p:nvSpPr>
          <p:spPr>
            <a:xfrm>
              <a:off x="6003368" y="4025886"/>
              <a:ext cx="26943" cy="22709"/>
            </a:xfrm>
            <a:custGeom>
              <a:rect b="b" l="l" r="r" t="t"/>
              <a:pathLst>
                <a:path extrusionOk="0" h="869" w="1031">
                  <a:moveTo>
                    <a:pt x="309" y="1"/>
                  </a:moveTo>
                  <a:cubicBezTo>
                    <a:pt x="145" y="1"/>
                    <a:pt x="0" y="223"/>
                    <a:pt x="175" y="369"/>
                  </a:cubicBezTo>
                  <a:lnTo>
                    <a:pt x="608" y="811"/>
                  </a:lnTo>
                  <a:cubicBezTo>
                    <a:pt x="646" y="849"/>
                    <a:pt x="704" y="869"/>
                    <a:pt x="762" y="869"/>
                  </a:cubicBezTo>
                  <a:cubicBezTo>
                    <a:pt x="944" y="869"/>
                    <a:pt x="1031" y="648"/>
                    <a:pt x="906" y="523"/>
                  </a:cubicBezTo>
                  <a:lnTo>
                    <a:pt x="463" y="80"/>
                  </a:lnTo>
                  <a:cubicBezTo>
                    <a:pt x="417" y="24"/>
                    <a:pt x="362" y="1"/>
                    <a:pt x="309" y="1"/>
                  </a:cubicBezTo>
                  <a:close/>
                </a:path>
              </a:pathLst>
            </a:custGeom>
            <a:solidFill>
              <a:srgbClr val="B6C5D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8147" name="Google Shape;18147;p45"/>
          <p:cNvGrpSpPr/>
          <p:nvPr/>
        </p:nvGrpSpPr>
        <p:grpSpPr>
          <a:xfrm>
            <a:off x="7648618" y="3156096"/>
            <a:ext cx="97265" cy="360393"/>
            <a:chOff x="7648618" y="3340744"/>
            <a:chExt cx="97265" cy="360393"/>
          </a:xfrm>
        </p:grpSpPr>
        <p:sp>
          <p:nvSpPr>
            <p:cNvPr id="18148" name="Google Shape;18148;p45"/>
            <p:cNvSpPr/>
            <p:nvPr/>
          </p:nvSpPr>
          <p:spPr>
            <a:xfrm>
              <a:off x="7648618" y="3340744"/>
              <a:ext cx="97265" cy="307057"/>
            </a:xfrm>
            <a:custGeom>
              <a:rect b="b" l="l" r="r" t="t"/>
              <a:pathLst>
                <a:path extrusionOk="0" h="11750" w="3722">
                  <a:moveTo>
                    <a:pt x="1928" y="1"/>
                  </a:moveTo>
                  <a:cubicBezTo>
                    <a:pt x="1764" y="1"/>
                    <a:pt x="1599" y="68"/>
                    <a:pt x="1481" y="200"/>
                  </a:cubicBezTo>
                  <a:lnTo>
                    <a:pt x="885" y="883"/>
                  </a:lnTo>
                  <a:cubicBezTo>
                    <a:pt x="317" y="1527"/>
                    <a:pt x="0" y="2364"/>
                    <a:pt x="0" y="3220"/>
                  </a:cubicBezTo>
                  <a:lnTo>
                    <a:pt x="0" y="5585"/>
                  </a:lnTo>
                  <a:lnTo>
                    <a:pt x="260" y="5797"/>
                  </a:lnTo>
                  <a:cubicBezTo>
                    <a:pt x="519" y="6008"/>
                    <a:pt x="548" y="6412"/>
                    <a:pt x="308" y="6662"/>
                  </a:cubicBezTo>
                  <a:lnTo>
                    <a:pt x="0" y="6980"/>
                  </a:lnTo>
                  <a:lnTo>
                    <a:pt x="0" y="8451"/>
                  </a:lnTo>
                  <a:cubicBezTo>
                    <a:pt x="0" y="8932"/>
                    <a:pt x="144" y="9393"/>
                    <a:pt x="423" y="9787"/>
                  </a:cubicBezTo>
                  <a:lnTo>
                    <a:pt x="1827" y="11749"/>
                  </a:lnTo>
                  <a:lnTo>
                    <a:pt x="2289" y="11115"/>
                  </a:lnTo>
                  <a:lnTo>
                    <a:pt x="3279" y="9759"/>
                  </a:lnTo>
                  <a:cubicBezTo>
                    <a:pt x="3558" y="9364"/>
                    <a:pt x="3712" y="8893"/>
                    <a:pt x="3722" y="8403"/>
                  </a:cubicBezTo>
                  <a:lnTo>
                    <a:pt x="3722" y="5306"/>
                  </a:lnTo>
                  <a:lnTo>
                    <a:pt x="3221" y="4903"/>
                  </a:lnTo>
                  <a:cubicBezTo>
                    <a:pt x="2952" y="4681"/>
                    <a:pt x="2933" y="4278"/>
                    <a:pt x="3173" y="4027"/>
                  </a:cubicBezTo>
                  <a:lnTo>
                    <a:pt x="3712" y="3470"/>
                  </a:lnTo>
                  <a:lnTo>
                    <a:pt x="3712" y="3114"/>
                  </a:lnTo>
                  <a:cubicBezTo>
                    <a:pt x="3712" y="2297"/>
                    <a:pt x="3433" y="1508"/>
                    <a:pt x="2923" y="883"/>
                  </a:cubicBezTo>
                  <a:lnTo>
                    <a:pt x="2385" y="220"/>
                  </a:lnTo>
                  <a:cubicBezTo>
                    <a:pt x="2267" y="73"/>
                    <a:pt x="2098" y="1"/>
                    <a:pt x="1928" y="1"/>
                  </a:cubicBezTo>
                  <a:close/>
                </a:path>
              </a:pathLst>
            </a:custGeom>
            <a:solidFill>
              <a:srgbClr val="BCC9D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149" name="Google Shape;18149;p45"/>
            <p:cNvSpPr/>
            <p:nvPr/>
          </p:nvSpPr>
          <p:spPr>
            <a:xfrm>
              <a:off x="7672477" y="3346467"/>
              <a:ext cx="73406" cy="284740"/>
            </a:xfrm>
            <a:custGeom>
              <a:rect b="b" l="l" r="r" t="t"/>
              <a:pathLst>
                <a:path extrusionOk="0" h="10896" w="2809">
                  <a:moveTo>
                    <a:pt x="1472" y="1"/>
                  </a:moveTo>
                  <a:lnTo>
                    <a:pt x="885" y="664"/>
                  </a:lnTo>
                  <a:cubicBezTo>
                    <a:pt x="308" y="1308"/>
                    <a:pt x="1" y="2145"/>
                    <a:pt x="1" y="3001"/>
                  </a:cubicBezTo>
                  <a:lnTo>
                    <a:pt x="1" y="5366"/>
                  </a:lnTo>
                  <a:lnTo>
                    <a:pt x="260" y="5578"/>
                  </a:lnTo>
                  <a:cubicBezTo>
                    <a:pt x="520" y="5789"/>
                    <a:pt x="549" y="6193"/>
                    <a:pt x="308" y="6443"/>
                  </a:cubicBezTo>
                  <a:lnTo>
                    <a:pt x="1" y="6761"/>
                  </a:lnTo>
                  <a:lnTo>
                    <a:pt x="1" y="8232"/>
                  </a:lnTo>
                  <a:cubicBezTo>
                    <a:pt x="1" y="8713"/>
                    <a:pt x="145" y="9174"/>
                    <a:pt x="424" y="9559"/>
                  </a:cubicBezTo>
                  <a:lnTo>
                    <a:pt x="1376" y="10896"/>
                  </a:lnTo>
                  <a:lnTo>
                    <a:pt x="2366" y="9540"/>
                  </a:lnTo>
                  <a:cubicBezTo>
                    <a:pt x="2645" y="9145"/>
                    <a:pt x="2799" y="8674"/>
                    <a:pt x="2809" y="8184"/>
                  </a:cubicBezTo>
                  <a:lnTo>
                    <a:pt x="2809" y="5087"/>
                  </a:lnTo>
                  <a:lnTo>
                    <a:pt x="2308" y="4684"/>
                  </a:lnTo>
                  <a:cubicBezTo>
                    <a:pt x="2039" y="4462"/>
                    <a:pt x="2020" y="4059"/>
                    <a:pt x="2260" y="3808"/>
                  </a:cubicBezTo>
                  <a:lnTo>
                    <a:pt x="2799" y="3251"/>
                  </a:lnTo>
                  <a:lnTo>
                    <a:pt x="2799" y="2895"/>
                  </a:lnTo>
                  <a:cubicBezTo>
                    <a:pt x="2799" y="2078"/>
                    <a:pt x="2520" y="1289"/>
                    <a:pt x="2010" y="664"/>
                  </a:cubicBezTo>
                  <a:lnTo>
                    <a:pt x="1472" y="1"/>
                  </a:lnTo>
                  <a:close/>
                </a:path>
              </a:pathLst>
            </a:custGeom>
            <a:solidFill>
              <a:srgbClr val="CDD7D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150" name="Google Shape;18150;p45"/>
            <p:cNvSpPr/>
            <p:nvPr/>
          </p:nvSpPr>
          <p:spPr>
            <a:xfrm>
              <a:off x="7656562" y="3376571"/>
              <a:ext cx="80018" cy="324566"/>
            </a:xfrm>
            <a:custGeom>
              <a:rect b="b" l="l" r="r" t="t"/>
              <a:pathLst>
                <a:path extrusionOk="0" h="12420" w="3062">
                  <a:moveTo>
                    <a:pt x="1560" y="0"/>
                  </a:moveTo>
                  <a:cubicBezTo>
                    <a:pt x="1451" y="0"/>
                    <a:pt x="1340" y="75"/>
                    <a:pt x="1350" y="224"/>
                  </a:cubicBezTo>
                  <a:lnTo>
                    <a:pt x="1350" y="1560"/>
                  </a:lnTo>
                  <a:lnTo>
                    <a:pt x="860" y="1128"/>
                  </a:lnTo>
                  <a:cubicBezTo>
                    <a:pt x="815" y="1083"/>
                    <a:pt x="765" y="1064"/>
                    <a:pt x="717" y="1064"/>
                  </a:cubicBezTo>
                  <a:cubicBezTo>
                    <a:pt x="551" y="1064"/>
                    <a:pt x="409" y="1293"/>
                    <a:pt x="581" y="1435"/>
                  </a:cubicBezTo>
                  <a:lnTo>
                    <a:pt x="1340" y="2108"/>
                  </a:lnTo>
                  <a:lnTo>
                    <a:pt x="1350" y="2118"/>
                  </a:lnTo>
                  <a:lnTo>
                    <a:pt x="1350" y="6061"/>
                  </a:lnTo>
                  <a:lnTo>
                    <a:pt x="917" y="5666"/>
                  </a:lnTo>
                  <a:cubicBezTo>
                    <a:pt x="871" y="5618"/>
                    <a:pt x="819" y="5598"/>
                    <a:pt x="770" y="5598"/>
                  </a:cubicBezTo>
                  <a:cubicBezTo>
                    <a:pt x="603" y="5598"/>
                    <a:pt x="461" y="5826"/>
                    <a:pt x="638" y="5974"/>
                  </a:cubicBezTo>
                  <a:lnTo>
                    <a:pt x="1350" y="6628"/>
                  </a:lnTo>
                  <a:lnTo>
                    <a:pt x="1350" y="10955"/>
                  </a:lnTo>
                  <a:lnTo>
                    <a:pt x="465" y="10109"/>
                  </a:lnTo>
                  <a:cubicBezTo>
                    <a:pt x="418" y="10057"/>
                    <a:pt x="363" y="10035"/>
                    <a:pt x="311" y="10035"/>
                  </a:cubicBezTo>
                  <a:cubicBezTo>
                    <a:pt x="144" y="10035"/>
                    <a:pt x="1" y="10260"/>
                    <a:pt x="177" y="10407"/>
                  </a:cubicBezTo>
                  <a:lnTo>
                    <a:pt x="1350" y="11542"/>
                  </a:lnTo>
                  <a:lnTo>
                    <a:pt x="1350" y="12224"/>
                  </a:lnTo>
                  <a:cubicBezTo>
                    <a:pt x="1360" y="12354"/>
                    <a:pt x="1458" y="12419"/>
                    <a:pt x="1557" y="12419"/>
                  </a:cubicBezTo>
                  <a:cubicBezTo>
                    <a:pt x="1655" y="12419"/>
                    <a:pt x="1754" y="12354"/>
                    <a:pt x="1764" y="12224"/>
                  </a:cubicBezTo>
                  <a:lnTo>
                    <a:pt x="1764" y="11532"/>
                  </a:lnTo>
                  <a:lnTo>
                    <a:pt x="2975" y="10311"/>
                  </a:lnTo>
                  <a:cubicBezTo>
                    <a:pt x="3062" y="10234"/>
                    <a:pt x="3062" y="10090"/>
                    <a:pt x="2975" y="10013"/>
                  </a:cubicBezTo>
                  <a:cubicBezTo>
                    <a:pt x="2932" y="9969"/>
                    <a:pt x="2877" y="9948"/>
                    <a:pt x="2823" y="9948"/>
                  </a:cubicBezTo>
                  <a:cubicBezTo>
                    <a:pt x="2768" y="9948"/>
                    <a:pt x="2716" y="9969"/>
                    <a:pt x="2677" y="10013"/>
                  </a:cubicBezTo>
                  <a:lnTo>
                    <a:pt x="1764" y="10936"/>
                  </a:lnTo>
                  <a:lnTo>
                    <a:pt x="1764" y="4926"/>
                  </a:lnTo>
                  <a:lnTo>
                    <a:pt x="2706" y="4234"/>
                  </a:lnTo>
                  <a:cubicBezTo>
                    <a:pt x="2859" y="4096"/>
                    <a:pt x="2735" y="3870"/>
                    <a:pt x="2565" y="3870"/>
                  </a:cubicBezTo>
                  <a:cubicBezTo>
                    <a:pt x="2533" y="3870"/>
                    <a:pt x="2499" y="3879"/>
                    <a:pt x="2466" y="3897"/>
                  </a:cubicBezTo>
                  <a:lnTo>
                    <a:pt x="1764" y="4407"/>
                  </a:lnTo>
                  <a:lnTo>
                    <a:pt x="1764" y="224"/>
                  </a:lnTo>
                  <a:cubicBezTo>
                    <a:pt x="1778" y="75"/>
                    <a:pt x="1670" y="0"/>
                    <a:pt x="1560" y="0"/>
                  </a:cubicBezTo>
                  <a:close/>
                </a:path>
              </a:pathLst>
            </a:custGeom>
            <a:solidFill>
              <a:srgbClr val="B9C6D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8151" name="Google Shape;18151;p45"/>
          <p:cNvGrpSpPr/>
          <p:nvPr/>
        </p:nvGrpSpPr>
        <p:grpSpPr>
          <a:xfrm>
            <a:off x="7164356" y="3606019"/>
            <a:ext cx="385507" cy="382502"/>
            <a:chOff x="7164356" y="3790667"/>
            <a:chExt cx="385507" cy="382502"/>
          </a:xfrm>
        </p:grpSpPr>
        <p:sp>
          <p:nvSpPr>
            <p:cNvPr id="18152" name="Google Shape;18152;p45"/>
            <p:cNvSpPr/>
            <p:nvPr/>
          </p:nvSpPr>
          <p:spPr>
            <a:xfrm>
              <a:off x="7241526" y="3981983"/>
              <a:ext cx="114852" cy="114852"/>
            </a:xfrm>
            <a:custGeom>
              <a:rect b="b" l="l" r="r" t="t"/>
              <a:pathLst>
                <a:path extrusionOk="0" h="4395" w="4395">
                  <a:moveTo>
                    <a:pt x="1212" y="0"/>
                  </a:moveTo>
                  <a:lnTo>
                    <a:pt x="0" y="1202"/>
                  </a:lnTo>
                  <a:lnTo>
                    <a:pt x="3183" y="4395"/>
                  </a:lnTo>
                  <a:lnTo>
                    <a:pt x="4395" y="3183"/>
                  </a:lnTo>
                  <a:lnTo>
                    <a:pt x="1212" y="0"/>
                  </a:lnTo>
                  <a:close/>
                </a:path>
              </a:pathLst>
            </a:custGeom>
            <a:solidFill>
              <a:srgbClr val="AABBC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153" name="Google Shape;18153;p45"/>
            <p:cNvSpPr/>
            <p:nvPr/>
          </p:nvSpPr>
          <p:spPr>
            <a:xfrm>
              <a:off x="7247536" y="3984988"/>
              <a:ext cx="56838" cy="56577"/>
            </a:xfrm>
            <a:custGeom>
              <a:rect b="b" l="l" r="r" t="t"/>
              <a:pathLst>
                <a:path extrusionOk="0" h="2165" w="2175">
                  <a:moveTo>
                    <a:pt x="1097" y="1"/>
                  </a:moveTo>
                  <a:lnTo>
                    <a:pt x="1" y="1328"/>
                  </a:lnTo>
                  <a:lnTo>
                    <a:pt x="847" y="2164"/>
                  </a:lnTo>
                  <a:lnTo>
                    <a:pt x="2174" y="1078"/>
                  </a:lnTo>
                  <a:lnTo>
                    <a:pt x="1097" y="1"/>
                  </a:lnTo>
                  <a:close/>
                </a:path>
              </a:pathLst>
            </a:custGeom>
            <a:solidFill>
              <a:srgbClr val="7E8D9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154" name="Google Shape;18154;p45"/>
            <p:cNvSpPr/>
            <p:nvPr/>
          </p:nvSpPr>
          <p:spPr>
            <a:xfrm>
              <a:off x="7296561" y="4033987"/>
              <a:ext cx="56812" cy="56838"/>
            </a:xfrm>
            <a:custGeom>
              <a:rect b="b" l="l" r="r" t="t"/>
              <a:pathLst>
                <a:path extrusionOk="0" h="2175" w="2174">
                  <a:moveTo>
                    <a:pt x="1096" y="1"/>
                  </a:moveTo>
                  <a:lnTo>
                    <a:pt x="0" y="1328"/>
                  </a:lnTo>
                  <a:lnTo>
                    <a:pt x="846" y="2174"/>
                  </a:lnTo>
                  <a:lnTo>
                    <a:pt x="2173" y="1078"/>
                  </a:lnTo>
                  <a:lnTo>
                    <a:pt x="1096" y="1"/>
                  </a:lnTo>
                  <a:close/>
                </a:path>
              </a:pathLst>
            </a:custGeom>
            <a:solidFill>
              <a:srgbClr val="7E8D9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155" name="Google Shape;18155;p45"/>
            <p:cNvSpPr/>
            <p:nvPr/>
          </p:nvSpPr>
          <p:spPr>
            <a:xfrm>
              <a:off x="7445307" y="3826468"/>
              <a:ext cx="68859" cy="64312"/>
            </a:xfrm>
            <a:custGeom>
              <a:rect b="b" l="l" r="r" t="t"/>
              <a:pathLst>
                <a:path extrusionOk="0" h="2461" w="2635">
                  <a:moveTo>
                    <a:pt x="2318" y="1"/>
                  </a:moveTo>
                  <a:cubicBezTo>
                    <a:pt x="2267" y="1"/>
                    <a:pt x="2213" y="20"/>
                    <a:pt x="2164" y="66"/>
                  </a:cubicBezTo>
                  <a:lnTo>
                    <a:pt x="145" y="2086"/>
                  </a:lnTo>
                  <a:cubicBezTo>
                    <a:pt x="1" y="2230"/>
                    <a:pt x="106" y="2461"/>
                    <a:pt x="299" y="2461"/>
                  </a:cubicBezTo>
                  <a:cubicBezTo>
                    <a:pt x="357" y="2461"/>
                    <a:pt x="414" y="2442"/>
                    <a:pt x="453" y="2403"/>
                  </a:cubicBezTo>
                  <a:lnTo>
                    <a:pt x="2472" y="374"/>
                  </a:lnTo>
                  <a:cubicBezTo>
                    <a:pt x="2635" y="219"/>
                    <a:pt x="2490" y="1"/>
                    <a:pt x="2318" y="1"/>
                  </a:cubicBezTo>
                  <a:close/>
                </a:path>
              </a:pathLst>
            </a:custGeom>
            <a:solidFill>
              <a:srgbClr val="C0CCD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156" name="Google Shape;18156;p45"/>
            <p:cNvSpPr/>
            <p:nvPr/>
          </p:nvSpPr>
          <p:spPr>
            <a:xfrm>
              <a:off x="7423957" y="3793097"/>
              <a:ext cx="33789" cy="83363"/>
            </a:xfrm>
            <a:custGeom>
              <a:rect b="b" l="l" r="r" t="t"/>
              <a:pathLst>
                <a:path extrusionOk="0" h="3190" w="1293">
                  <a:moveTo>
                    <a:pt x="1029" y="1"/>
                  </a:moveTo>
                  <a:cubicBezTo>
                    <a:pt x="941" y="1"/>
                    <a:pt x="852" y="49"/>
                    <a:pt x="818" y="161"/>
                  </a:cubicBezTo>
                  <a:lnTo>
                    <a:pt x="39" y="2911"/>
                  </a:lnTo>
                  <a:cubicBezTo>
                    <a:pt x="0" y="3046"/>
                    <a:pt x="106" y="3190"/>
                    <a:pt x="250" y="3190"/>
                  </a:cubicBezTo>
                  <a:cubicBezTo>
                    <a:pt x="347" y="3190"/>
                    <a:pt x="433" y="3122"/>
                    <a:pt x="462" y="3026"/>
                  </a:cubicBezTo>
                  <a:lnTo>
                    <a:pt x="1241" y="276"/>
                  </a:lnTo>
                  <a:cubicBezTo>
                    <a:pt x="1293" y="109"/>
                    <a:pt x="1161" y="1"/>
                    <a:pt x="1029" y="1"/>
                  </a:cubicBezTo>
                  <a:close/>
                </a:path>
              </a:pathLst>
            </a:custGeom>
            <a:solidFill>
              <a:srgbClr val="C0CCD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157" name="Google Shape;18157;p45"/>
            <p:cNvSpPr/>
            <p:nvPr/>
          </p:nvSpPr>
          <p:spPr>
            <a:xfrm>
              <a:off x="7378852" y="3790667"/>
              <a:ext cx="35331" cy="82788"/>
            </a:xfrm>
            <a:custGeom>
              <a:rect b="b" l="l" r="r" t="t"/>
              <a:pathLst>
                <a:path extrusionOk="0" h="3168" w="1352">
                  <a:moveTo>
                    <a:pt x="263" y="1"/>
                  </a:moveTo>
                  <a:cubicBezTo>
                    <a:pt x="132" y="1"/>
                    <a:pt x="1" y="113"/>
                    <a:pt x="53" y="283"/>
                  </a:cubicBezTo>
                  <a:lnTo>
                    <a:pt x="890" y="3013"/>
                  </a:lnTo>
                  <a:cubicBezTo>
                    <a:pt x="919" y="3110"/>
                    <a:pt x="1005" y="3167"/>
                    <a:pt x="1101" y="3167"/>
                  </a:cubicBezTo>
                  <a:cubicBezTo>
                    <a:pt x="1246" y="3167"/>
                    <a:pt x="1351" y="3023"/>
                    <a:pt x="1313" y="2888"/>
                  </a:cubicBezTo>
                  <a:lnTo>
                    <a:pt x="467" y="158"/>
                  </a:lnTo>
                  <a:cubicBezTo>
                    <a:pt x="433" y="48"/>
                    <a:pt x="348" y="1"/>
                    <a:pt x="263" y="1"/>
                  </a:cubicBezTo>
                  <a:close/>
                </a:path>
              </a:pathLst>
            </a:custGeom>
            <a:solidFill>
              <a:srgbClr val="C0CCD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158" name="Google Shape;18158;p45"/>
            <p:cNvSpPr/>
            <p:nvPr/>
          </p:nvSpPr>
          <p:spPr>
            <a:xfrm>
              <a:off x="7459392" y="3881477"/>
              <a:ext cx="88354" cy="32169"/>
            </a:xfrm>
            <a:custGeom>
              <a:rect b="b" l="l" r="r" t="t"/>
              <a:pathLst>
                <a:path extrusionOk="0" h="1231" w="3381">
                  <a:moveTo>
                    <a:pt x="3066" y="0"/>
                  </a:moveTo>
                  <a:cubicBezTo>
                    <a:pt x="3046" y="0"/>
                    <a:pt x="3023" y="3"/>
                    <a:pt x="3000" y="10"/>
                  </a:cubicBezTo>
                  <a:lnTo>
                    <a:pt x="250" y="798"/>
                  </a:lnTo>
                  <a:cubicBezTo>
                    <a:pt x="0" y="866"/>
                    <a:pt x="48" y="1231"/>
                    <a:pt x="308" y="1231"/>
                  </a:cubicBezTo>
                  <a:cubicBezTo>
                    <a:pt x="337" y="1231"/>
                    <a:pt x="356" y="1221"/>
                    <a:pt x="375" y="1221"/>
                  </a:cubicBezTo>
                  <a:lnTo>
                    <a:pt x="3116" y="433"/>
                  </a:lnTo>
                  <a:cubicBezTo>
                    <a:pt x="3380" y="362"/>
                    <a:pt x="3297" y="0"/>
                    <a:pt x="3066" y="0"/>
                  </a:cubicBezTo>
                  <a:close/>
                </a:path>
              </a:pathLst>
            </a:custGeom>
            <a:solidFill>
              <a:srgbClr val="C0CCD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159" name="Google Shape;18159;p45"/>
            <p:cNvSpPr/>
            <p:nvPr/>
          </p:nvSpPr>
          <p:spPr>
            <a:xfrm>
              <a:off x="7462084" y="3924883"/>
              <a:ext cx="87779" cy="33502"/>
            </a:xfrm>
            <a:custGeom>
              <a:rect b="b" l="l" r="r" t="t"/>
              <a:pathLst>
                <a:path extrusionOk="0" h="1282" w="3359">
                  <a:moveTo>
                    <a:pt x="313" y="0"/>
                  </a:moveTo>
                  <a:cubicBezTo>
                    <a:pt x="87" y="0"/>
                    <a:pt x="0" y="347"/>
                    <a:pt x="253" y="426"/>
                  </a:cubicBezTo>
                  <a:lnTo>
                    <a:pt x="2994" y="1272"/>
                  </a:lnTo>
                  <a:cubicBezTo>
                    <a:pt x="3013" y="1272"/>
                    <a:pt x="3032" y="1282"/>
                    <a:pt x="3051" y="1282"/>
                  </a:cubicBezTo>
                  <a:cubicBezTo>
                    <a:pt x="3311" y="1282"/>
                    <a:pt x="3359" y="916"/>
                    <a:pt x="3119" y="849"/>
                  </a:cubicBezTo>
                  <a:lnTo>
                    <a:pt x="388" y="12"/>
                  </a:lnTo>
                  <a:cubicBezTo>
                    <a:pt x="361" y="4"/>
                    <a:pt x="337" y="0"/>
                    <a:pt x="313" y="0"/>
                  </a:cubicBezTo>
                  <a:close/>
                </a:path>
              </a:pathLst>
            </a:custGeom>
            <a:solidFill>
              <a:srgbClr val="C0CCD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160" name="Google Shape;18160;p45"/>
            <p:cNvSpPr/>
            <p:nvPr/>
          </p:nvSpPr>
          <p:spPr>
            <a:xfrm>
              <a:off x="7325202" y="3850406"/>
              <a:ext cx="74399" cy="66167"/>
            </a:xfrm>
            <a:custGeom>
              <a:rect b="b" l="l" r="r" t="t"/>
              <a:pathLst>
                <a:path extrusionOk="0" h="2532" w="2847">
                  <a:moveTo>
                    <a:pt x="1139" y="1"/>
                  </a:moveTo>
                  <a:cubicBezTo>
                    <a:pt x="869" y="1"/>
                    <a:pt x="618" y="91"/>
                    <a:pt x="433" y="276"/>
                  </a:cubicBezTo>
                  <a:cubicBezTo>
                    <a:pt x="0" y="708"/>
                    <a:pt x="87" y="1506"/>
                    <a:pt x="635" y="2055"/>
                  </a:cubicBezTo>
                  <a:cubicBezTo>
                    <a:pt x="949" y="2369"/>
                    <a:pt x="1345" y="2531"/>
                    <a:pt x="1708" y="2531"/>
                  </a:cubicBezTo>
                  <a:cubicBezTo>
                    <a:pt x="1978" y="2531"/>
                    <a:pt x="2229" y="2441"/>
                    <a:pt x="2414" y="2256"/>
                  </a:cubicBezTo>
                  <a:cubicBezTo>
                    <a:pt x="2847" y="1824"/>
                    <a:pt x="2760" y="1026"/>
                    <a:pt x="2212" y="477"/>
                  </a:cubicBezTo>
                  <a:cubicBezTo>
                    <a:pt x="1898" y="163"/>
                    <a:pt x="1501" y="1"/>
                    <a:pt x="1139" y="1"/>
                  </a:cubicBezTo>
                  <a:close/>
                </a:path>
              </a:pathLst>
            </a:custGeom>
            <a:solidFill>
              <a:srgbClr val="C0CCD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161" name="Google Shape;18161;p45"/>
            <p:cNvSpPr/>
            <p:nvPr/>
          </p:nvSpPr>
          <p:spPr>
            <a:xfrm>
              <a:off x="7309627" y="3852392"/>
              <a:ext cx="84460" cy="83885"/>
            </a:xfrm>
            <a:custGeom>
              <a:rect b="b" l="l" r="r" t="t"/>
              <a:pathLst>
                <a:path extrusionOk="0" h="3210" w="3232">
                  <a:moveTo>
                    <a:pt x="958" y="0"/>
                  </a:moveTo>
                  <a:cubicBezTo>
                    <a:pt x="899" y="0"/>
                    <a:pt x="841" y="22"/>
                    <a:pt x="798" y="65"/>
                  </a:cubicBezTo>
                  <a:lnTo>
                    <a:pt x="0" y="863"/>
                  </a:lnTo>
                  <a:lnTo>
                    <a:pt x="2346" y="3209"/>
                  </a:lnTo>
                  <a:lnTo>
                    <a:pt x="3145" y="2421"/>
                  </a:lnTo>
                  <a:cubicBezTo>
                    <a:pt x="3231" y="2325"/>
                    <a:pt x="3231" y="2180"/>
                    <a:pt x="3145" y="2084"/>
                  </a:cubicBezTo>
                  <a:lnTo>
                    <a:pt x="1125" y="65"/>
                  </a:lnTo>
                  <a:cubicBezTo>
                    <a:pt x="1077" y="22"/>
                    <a:pt x="1017" y="0"/>
                    <a:pt x="958" y="0"/>
                  </a:cubicBezTo>
                  <a:close/>
                </a:path>
              </a:pathLst>
            </a:custGeom>
            <a:solidFill>
              <a:srgbClr val="AABBC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162" name="Google Shape;18162;p45"/>
            <p:cNvSpPr/>
            <p:nvPr/>
          </p:nvSpPr>
          <p:spPr>
            <a:xfrm>
              <a:off x="7309627" y="3859604"/>
              <a:ext cx="76647" cy="76673"/>
            </a:xfrm>
            <a:custGeom>
              <a:rect b="b" l="l" r="r" t="t"/>
              <a:pathLst>
                <a:path extrusionOk="0" h="2934" w="2933">
                  <a:moveTo>
                    <a:pt x="577" y="0"/>
                  </a:moveTo>
                  <a:lnTo>
                    <a:pt x="0" y="587"/>
                  </a:lnTo>
                  <a:lnTo>
                    <a:pt x="2346" y="2933"/>
                  </a:lnTo>
                  <a:lnTo>
                    <a:pt x="2933" y="2347"/>
                  </a:lnTo>
                  <a:lnTo>
                    <a:pt x="577" y="0"/>
                  </a:lnTo>
                  <a:close/>
                </a:path>
              </a:pathLst>
            </a:custGeom>
            <a:solidFill>
              <a:srgbClr val="7E8D9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163" name="Google Shape;18163;p45"/>
            <p:cNvSpPr/>
            <p:nvPr/>
          </p:nvSpPr>
          <p:spPr>
            <a:xfrm>
              <a:off x="7187980" y="3869927"/>
              <a:ext cx="188755" cy="187971"/>
            </a:xfrm>
            <a:custGeom>
              <a:rect b="b" l="l" r="r" t="t"/>
              <a:pathLst>
                <a:path extrusionOk="0" h="7193" w="7223">
                  <a:moveTo>
                    <a:pt x="4814" y="1"/>
                  </a:moveTo>
                  <a:cubicBezTo>
                    <a:pt x="4748" y="1"/>
                    <a:pt x="4682" y="30"/>
                    <a:pt x="4636" y="86"/>
                  </a:cubicBezTo>
                  <a:lnTo>
                    <a:pt x="1" y="5702"/>
                  </a:lnTo>
                  <a:lnTo>
                    <a:pt x="1491" y="7193"/>
                  </a:lnTo>
                  <a:lnTo>
                    <a:pt x="7117" y="2567"/>
                  </a:lnTo>
                  <a:cubicBezTo>
                    <a:pt x="7223" y="2481"/>
                    <a:pt x="7223" y="2317"/>
                    <a:pt x="7126" y="2221"/>
                  </a:cubicBezTo>
                  <a:lnTo>
                    <a:pt x="4972" y="67"/>
                  </a:lnTo>
                  <a:cubicBezTo>
                    <a:pt x="4928" y="22"/>
                    <a:pt x="4871" y="1"/>
                    <a:pt x="4814" y="1"/>
                  </a:cubicBezTo>
                  <a:close/>
                </a:path>
              </a:pathLst>
            </a:custGeom>
            <a:solidFill>
              <a:srgbClr val="A9BAC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164" name="Google Shape;18164;p45"/>
            <p:cNvSpPr/>
            <p:nvPr/>
          </p:nvSpPr>
          <p:spPr>
            <a:xfrm>
              <a:off x="7187980" y="3922924"/>
              <a:ext cx="188755" cy="134974"/>
            </a:xfrm>
            <a:custGeom>
              <a:rect b="b" l="l" r="r" t="t"/>
              <a:pathLst>
                <a:path extrusionOk="0" h="5165" w="7223">
                  <a:moveTo>
                    <a:pt x="6934" y="1"/>
                  </a:moveTo>
                  <a:lnTo>
                    <a:pt x="1809" y="4232"/>
                  </a:lnTo>
                  <a:lnTo>
                    <a:pt x="559" y="2991"/>
                  </a:lnTo>
                  <a:lnTo>
                    <a:pt x="1" y="3674"/>
                  </a:lnTo>
                  <a:lnTo>
                    <a:pt x="1491" y="5165"/>
                  </a:lnTo>
                  <a:lnTo>
                    <a:pt x="7107" y="539"/>
                  </a:lnTo>
                  <a:cubicBezTo>
                    <a:pt x="7213" y="453"/>
                    <a:pt x="7223" y="289"/>
                    <a:pt x="7126" y="193"/>
                  </a:cubicBezTo>
                  <a:lnTo>
                    <a:pt x="6934" y="1"/>
                  </a:lnTo>
                  <a:close/>
                </a:path>
              </a:pathLst>
            </a:custGeom>
            <a:solidFill>
              <a:srgbClr val="6E809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165" name="Google Shape;18165;p45"/>
            <p:cNvSpPr/>
            <p:nvPr/>
          </p:nvSpPr>
          <p:spPr>
            <a:xfrm>
              <a:off x="7164356" y="4005215"/>
              <a:ext cx="76934" cy="75680"/>
            </a:xfrm>
            <a:custGeom>
              <a:rect b="b" l="l" r="r" t="t"/>
              <a:pathLst>
                <a:path extrusionOk="0" h="2896" w="2944">
                  <a:moveTo>
                    <a:pt x="890" y="1"/>
                  </a:moveTo>
                  <a:cubicBezTo>
                    <a:pt x="830" y="1"/>
                    <a:pt x="770" y="25"/>
                    <a:pt x="722" y="73"/>
                  </a:cubicBezTo>
                  <a:lnTo>
                    <a:pt x="97" y="698"/>
                  </a:lnTo>
                  <a:cubicBezTo>
                    <a:pt x="1" y="794"/>
                    <a:pt x="1" y="939"/>
                    <a:pt x="97" y="1035"/>
                  </a:cubicBezTo>
                  <a:lnTo>
                    <a:pt x="1886" y="2823"/>
                  </a:lnTo>
                  <a:cubicBezTo>
                    <a:pt x="1934" y="2871"/>
                    <a:pt x="1994" y="2895"/>
                    <a:pt x="2054" y="2895"/>
                  </a:cubicBezTo>
                  <a:cubicBezTo>
                    <a:pt x="2114" y="2895"/>
                    <a:pt x="2174" y="2871"/>
                    <a:pt x="2222" y="2823"/>
                  </a:cubicBezTo>
                  <a:lnTo>
                    <a:pt x="2847" y="2198"/>
                  </a:lnTo>
                  <a:cubicBezTo>
                    <a:pt x="2944" y="2102"/>
                    <a:pt x="2944" y="1958"/>
                    <a:pt x="2847" y="1862"/>
                  </a:cubicBezTo>
                  <a:lnTo>
                    <a:pt x="1059" y="73"/>
                  </a:lnTo>
                  <a:cubicBezTo>
                    <a:pt x="1011" y="25"/>
                    <a:pt x="951" y="1"/>
                    <a:pt x="890" y="1"/>
                  </a:cubicBezTo>
                  <a:close/>
                </a:path>
              </a:pathLst>
            </a:custGeom>
            <a:solidFill>
              <a:srgbClr val="AABBC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166" name="Google Shape;18166;p45"/>
            <p:cNvSpPr/>
            <p:nvPr/>
          </p:nvSpPr>
          <p:spPr>
            <a:xfrm>
              <a:off x="7164356" y="4015406"/>
              <a:ext cx="66115" cy="65488"/>
            </a:xfrm>
            <a:custGeom>
              <a:rect b="b" l="l" r="r" t="t"/>
              <a:pathLst>
                <a:path extrusionOk="0" h="2506" w="2530">
                  <a:moveTo>
                    <a:pt x="405" y="0"/>
                  </a:moveTo>
                  <a:lnTo>
                    <a:pt x="97" y="308"/>
                  </a:lnTo>
                  <a:cubicBezTo>
                    <a:pt x="1" y="404"/>
                    <a:pt x="1" y="549"/>
                    <a:pt x="97" y="645"/>
                  </a:cubicBezTo>
                  <a:lnTo>
                    <a:pt x="1886" y="2433"/>
                  </a:lnTo>
                  <a:cubicBezTo>
                    <a:pt x="1929" y="2481"/>
                    <a:pt x="1989" y="2505"/>
                    <a:pt x="2049" y="2505"/>
                  </a:cubicBezTo>
                  <a:cubicBezTo>
                    <a:pt x="2109" y="2505"/>
                    <a:pt x="2169" y="2481"/>
                    <a:pt x="2213" y="2433"/>
                  </a:cubicBezTo>
                  <a:lnTo>
                    <a:pt x="2530" y="2126"/>
                  </a:lnTo>
                  <a:lnTo>
                    <a:pt x="405" y="0"/>
                  </a:lnTo>
                  <a:close/>
                </a:path>
              </a:pathLst>
            </a:custGeom>
            <a:solidFill>
              <a:srgbClr val="7E8D9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167" name="Google Shape;18167;p45"/>
            <p:cNvSpPr/>
            <p:nvPr/>
          </p:nvSpPr>
          <p:spPr>
            <a:xfrm>
              <a:off x="7217379" y="3915580"/>
              <a:ext cx="86211" cy="94835"/>
            </a:xfrm>
            <a:custGeom>
              <a:rect b="b" l="l" r="r" t="t"/>
              <a:pathLst>
                <a:path extrusionOk="0" h="3629" w="3299">
                  <a:moveTo>
                    <a:pt x="2981" y="0"/>
                  </a:moveTo>
                  <a:cubicBezTo>
                    <a:pt x="2925" y="0"/>
                    <a:pt x="2867" y="24"/>
                    <a:pt x="2818" y="80"/>
                  </a:cubicBezTo>
                  <a:lnTo>
                    <a:pt x="126" y="3263"/>
                  </a:lnTo>
                  <a:cubicBezTo>
                    <a:pt x="1" y="3407"/>
                    <a:pt x="107" y="3628"/>
                    <a:pt x="289" y="3628"/>
                  </a:cubicBezTo>
                  <a:cubicBezTo>
                    <a:pt x="357" y="3628"/>
                    <a:pt x="414" y="3599"/>
                    <a:pt x="463" y="3551"/>
                  </a:cubicBezTo>
                  <a:lnTo>
                    <a:pt x="3155" y="368"/>
                  </a:lnTo>
                  <a:cubicBezTo>
                    <a:pt x="3299" y="203"/>
                    <a:pt x="3147" y="0"/>
                    <a:pt x="2981" y="0"/>
                  </a:cubicBezTo>
                  <a:close/>
                </a:path>
              </a:pathLst>
            </a:custGeom>
            <a:solidFill>
              <a:srgbClr val="6E809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168" name="Google Shape;18168;p45"/>
            <p:cNvSpPr/>
            <p:nvPr/>
          </p:nvSpPr>
          <p:spPr>
            <a:xfrm>
              <a:off x="7417424" y="3942732"/>
              <a:ext cx="74661" cy="66220"/>
            </a:xfrm>
            <a:custGeom>
              <a:rect b="b" l="l" r="r" t="t"/>
              <a:pathLst>
                <a:path extrusionOk="0" h="2534" w="2857">
                  <a:moveTo>
                    <a:pt x="1130" y="1"/>
                  </a:moveTo>
                  <a:cubicBezTo>
                    <a:pt x="863" y="1"/>
                    <a:pt x="616" y="89"/>
                    <a:pt x="433" y="272"/>
                  </a:cubicBezTo>
                  <a:cubicBezTo>
                    <a:pt x="0" y="714"/>
                    <a:pt x="97" y="1502"/>
                    <a:pt x="645" y="2051"/>
                  </a:cubicBezTo>
                  <a:cubicBezTo>
                    <a:pt x="961" y="2367"/>
                    <a:pt x="1358" y="2533"/>
                    <a:pt x="1723" y="2533"/>
                  </a:cubicBezTo>
                  <a:cubicBezTo>
                    <a:pt x="1989" y="2533"/>
                    <a:pt x="2237" y="2445"/>
                    <a:pt x="2424" y="2262"/>
                  </a:cubicBezTo>
                  <a:cubicBezTo>
                    <a:pt x="2856" y="1820"/>
                    <a:pt x="2760" y="1031"/>
                    <a:pt x="2212" y="483"/>
                  </a:cubicBezTo>
                  <a:cubicBezTo>
                    <a:pt x="1895" y="166"/>
                    <a:pt x="1495" y="1"/>
                    <a:pt x="1130" y="1"/>
                  </a:cubicBezTo>
                  <a:close/>
                </a:path>
              </a:pathLst>
            </a:custGeom>
            <a:solidFill>
              <a:srgbClr val="C0CCD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169" name="Google Shape;18169;p45"/>
            <p:cNvSpPr/>
            <p:nvPr/>
          </p:nvSpPr>
          <p:spPr>
            <a:xfrm>
              <a:off x="7402084" y="3944666"/>
              <a:ext cx="84460" cy="84094"/>
            </a:xfrm>
            <a:custGeom>
              <a:rect b="b" l="l" r="r" t="t"/>
              <a:pathLst>
                <a:path extrusionOk="0" h="3218" w="3232">
                  <a:moveTo>
                    <a:pt x="958" y="0"/>
                  </a:moveTo>
                  <a:cubicBezTo>
                    <a:pt x="897" y="0"/>
                    <a:pt x="837" y="25"/>
                    <a:pt x="789" y="73"/>
                  </a:cubicBezTo>
                  <a:lnTo>
                    <a:pt x="1" y="861"/>
                  </a:lnTo>
                  <a:lnTo>
                    <a:pt x="2347" y="3217"/>
                  </a:lnTo>
                  <a:lnTo>
                    <a:pt x="3136" y="2419"/>
                  </a:lnTo>
                  <a:cubicBezTo>
                    <a:pt x="3232" y="2332"/>
                    <a:pt x="3232" y="2179"/>
                    <a:pt x="3145" y="2092"/>
                  </a:cubicBezTo>
                  <a:lnTo>
                    <a:pt x="1126" y="73"/>
                  </a:lnTo>
                  <a:cubicBezTo>
                    <a:pt x="1078" y="25"/>
                    <a:pt x="1018" y="0"/>
                    <a:pt x="958" y="0"/>
                  </a:cubicBezTo>
                  <a:close/>
                </a:path>
              </a:pathLst>
            </a:custGeom>
            <a:solidFill>
              <a:srgbClr val="AABBC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170" name="Google Shape;18170;p45"/>
            <p:cNvSpPr/>
            <p:nvPr/>
          </p:nvSpPr>
          <p:spPr>
            <a:xfrm>
              <a:off x="7402084" y="3952087"/>
              <a:ext cx="76438" cy="76673"/>
            </a:xfrm>
            <a:custGeom>
              <a:rect b="b" l="l" r="r" t="t"/>
              <a:pathLst>
                <a:path extrusionOk="0" h="2934" w="2925">
                  <a:moveTo>
                    <a:pt x="578" y="0"/>
                  </a:moveTo>
                  <a:lnTo>
                    <a:pt x="1" y="577"/>
                  </a:lnTo>
                  <a:lnTo>
                    <a:pt x="2347" y="2933"/>
                  </a:lnTo>
                  <a:lnTo>
                    <a:pt x="2924" y="2346"/>
                  </a:lnTo>
                  <a:lnTo>
                    <a:pt x="578" y="0"/>
                  </a:lnTo>
                  <a:close/>
                </a:path>
              </a:pathLst>
            </a:custGeom>
            <a:solidFill>
              <a:srgbClr val="7E8D9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171" name="Google Shape;18171;p45"/>
            <p:cNvSpPr/>
            <p:nvPr/>
          </p:nvSpPr>
          <p:spPr>
            <a:xfrm>
              <a:off x="7280202" y="3962279"/>
              <a:ext cx="189016" cy="188102"/>
            </a:xfrm>
            <a:custGeom>
              <a:rect b="b" l="l" r="r" t="t"/>
              <a:pathLst>
                <a:path extrusionOk="0" h="7198" w="7233">
                  <a:moveTo>
                    <a:pt x="4806" y="1"/>
                  </a:moveTo>
                  <a:cubicBezTo>
                    <a:pt x="4742" y="1"/>
                    <a:pt x="4680" y="27"/>
                    <a:pt x="4636" y="81"/>
                  </a:cubicBezTo>
                  <a:lnTo>
                    <a:pt x="1" y="5707"/>
                  </a:lnTo>
                  <a:lnTo>
                    <a:pt x="1501" y="7197"/>
                  </a:lnTo>
                  <a:lnTo>
                    <a:pt x="7117" y="2562"/>
                  </a:lnTo>
                  <a:cubicBezTo>
                    <a:pt x="7223" y="2476"/>
                    <a:pt x="7232" y="2322"/>
                    <a:pt x="7136" y="2226"/>
                  </a:cubicBezTo>
                  <a:lnTo>
                    <a:pt x="4982" y="72"/>
                  </a:lnTo>
                  <a:cubicBezTo>
                    <a:pt x="4930" y="25"/>
                    <a:pt x="4867" y="1"/>
                    <a:pt x="4806" y="1"/>
                  </a:cubicBezTo>
                  <a:close/>
                </a:path>
              </a:pathLst>
            </a:custGeom>
            <a:solidFill>
              <a:srgbClr val="A9BAC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172" name="Google Shape;18172;p45"/>
            <p:cNvSpPr/>
            <p:nvPr/>
          </p:nvSpPr>
          <p:spPr>
            <a:xfrm>
              <a:off x="7280202" y="4015406"/>
              <a:ext cx="188755" cy="134974"/>
            </a:xfrm>
            <a:custGeom>
              <a:rect b="b" l="l" r="r" t="t"/>
              <a:pathLst>
                <a:path extrusionOk="0" h="5165" w="7223">
                  <a:moveTo>
                    <a:pt x="6944" y="0"/>
                  </a:moveTo>
                  <a:lnTo>
                    <a:pt x="1809" y="4231"/>
                  </a:lnTo>
                  <a:lnTo>
                    <a:pt x="568" y="2991"/>
                  </a:lnTo>
                  <a:lnTo>
                    <a:pt x="1" y="3674"/>
                  </a:lnTo>
                  <a:lnTo>
                    <a:pt x="1501" y="5164"/>
                  </a:lnTo>
                  <a:lnTo>
                    <a:pt x="7117" y="529"/>
                  </a:lnTo>
                  <a:cubicBezTo>
                    <a:pt x="7223" y="443"/>
                    <a:pt x="7223" y="289"/>
                    <a:pt x="7126" y="193"/>
                  </a:cubicBezTo>
                  <a:lnTo>
                    <a:pt x="6944" y="0"/>
                  </a:lnTo>
                  <a:close/>
                </a:path>
              </a:pathLst>
            </a:custGeom>
            <a:solidFill>
              <a:srgbClr val="6E809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173" name="Google Shape;18173;p45"/>
            <p:cNvSpPr/>
            <p:nvPr/>
          </p:nvSpPr>
          <p:spPr>
            <a:xfrm>
              <a:off x="7256839" y="4097698"/>
              <a:ext cx="76673" cy="75471"/>
            </a:xfrm>
            <a:custGeom>
              <a:rect b="b" l="l" r="r" t="t"/>
              <a:pathLst>
                <a:path extrusionOk="0" h="2888" w="2934">
                  <a:moveTo>
                    <a:pt x="885" y="1"/>
                  </a:moveTo>
                  <a:cubicBezTo>
                    <a:pt x="825" y="1"/>
                    <a:pt x="765" y="25"/>
                    <a:pt x="722" y="73"/>
                  </a:cubicBezTo>
                  <a:lnTo>
                    <a:pt x="87" y="698"/>
                  </a:lnTo>
                  <a:cubicBezTo>
                    <a:pt x="1" y="784"/>
                    <a:pt x="1" y="938"/>
                    <a:pt x="87" y="1025"/>
                  </a:cubicBezTo>
                  <a:lnTo>
                    <a:pt x="1885" y="2823"/>
                  </a:lnTo>
                  <a:cubicBezTo>
                    <a:pt x="1929" y="2866"/>
                    <a:pt x="1989" y="2888"/>
                    <a:pt x="2049" y="2888"/>
                  </a:cubicBezTo>
                  <a:cubicBezTo>
                    <a:pt x="2109" y="2888"/>
                    <a:pt x="2169" y="2866"/>
                    <a:pt x="2212" y="2823"/>
                  </a:cubicBezTo>
                  <a:lnTo>
                    <a:pt x="2847" y="2188"/>
                  </a:lnTo>
                  <a:cubicBezTo>
                    <a:pt x="2934" y="2102"/>
                    <a:pt x="2934" y="1948"/>
                    <a:pt x="2847" y="1861"/>
                  </a:cubicBezTo>
                  <a:lnTo>
                    <a:pt x="1049" y="73"/>
                  </a:lnTo>
                  <a:cubicBezTo>
                    <a:pt x="1006" y="25"/>
                    <a:pt x="945" y="1"/>
                    <a:pt x="885" y="1"/>
                  </a:cubicBezTo>
                  <a:close/>
                </a:path>
              </a:pathLst>
            </a:custGeom>
            <a:solidFill>
              <a:srgbClr val="AABBC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174" name="Google Shape;18174;p45"/>
            <p:cNvSpPr/>
            <p:nvPr/>
          </p:nvSpPr>
          <p:spPr>
            <a:xfrm>
              <a:off x="7256839" y="4107628"/>
              <a:ext cx="66115" cy="65540"/>
            </a:xfrm>
            <a:custGeom>
              <a:rect b="b" l="l" r="r" t="t"/>
              <a:pathLst>
                <a:path extrusionOk="0" h="2508" w="2530">
                  <a:moveTo>
                    <a:pt x="405" y="0"/>
                  </a:moveTo>
                  <a:lnTo>
                    <a:pt x="97" y="318"/>
                  </a:lnTo>
                  <a:cubicBezTo>
                    <a:pt x="1" y="404"/>
                    <a:pt x="1" y="558"/>
                    <a:pt x="97" y="645"/>
                  </a:cubicBezTo>
                  <a:lnTo>
                    <a:pt x="1885" y="2443"/>
                  </a:lnTo>
                  <a:cubicBezTo>
                    <a:pt x="1929" y="2486"/>
                    <a:pt x="1989" y="2508"/>
                    <a:pt x="2049" y="2508"/>
                  </a:cubicBezTo>
                  <a:cubicBezTo>
                    <a:pt x="2109" y="2508"/>
                    <a:pt x="2169" y="2486"/>
                    <a:pt x="2212" y="2443"/>
                  </a:cubicBezTo>
                  <a:lnTo>
                    <a:pt x="2530" y="2126"/>
                  </a:lnTo>
                  <a:lnTo>
                    <a:pt x="405" y="0"/>
                  </a:lnTo>
                  <a:close/>
                </a:path>
              </a:pathLst>
            </a:custGeom>
            <a:solidFill>
              <a:srgbClr val="7E8D9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175" name="Google Shape;18175;p45"/>
            <p:cNvSpPr/>
            <p:nvPr/>
          </p:nvSpPr>
          <p:spPr>
            <a:xfrm>
              <a:off x="7309862" y="4008011"/>
              <a:ext cx="86002" cy="94626"/>
            </a:xfrm>
            <a:custGeom>
              <a:rect b="b" l="l" r="r" t="t"/>
              <a:pathLst>
                <a:path extrusionOk="0" h="3621" w="3291">
                  <a:moveTo>
                    <a:pt x="2979" y="1"/>
                  </a:moveTo>
                  <a:cubicBezTo>
                    <a:pt x="2923" y="1"/>
                    <a:pt x="2865" y="24"/>
                    <a:pt x="2818" y="81"/>
                  </a:cubicBezTo>
                  <a:lnTo>
                    <a:pt x="126" y="3264"/>
                  </a:lnTo>
                  <a:cubicBezTo>
                    <a:pt x="1" y="3409"/>
                    <a:pt x="106" y="3620"/>
                    <a:pt x="289" y="3620"/>
                  </a:cubicBezTo>
                  <a:cubicBezTo>
                    <a:pt x="356" y="3620"/>
                    <a:pt x="414" y="3591"/>
                    <a:pt x="453" y="3543"/>
                  </a:cubicBezTo>
                  <a:lnTo>
                    <a:pt x="3155" y="360"/>
                  </a:lnTo>
                  <a:cubicBezTo>
                    <a:pt x="3290" y="196"/>
                    <a:pt x="3140" y="1"/>
                    <a:pt x="2979" y="1"/>
                  </a:cubicBezTo>
                  <a:close/>
                </a:path>
              </a:pathLst>
            </a:custGeom>
            <a:solidFill>
              <a:srgbClr val="6E809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8176" name="Google Shape;18176;p45"/>
          <p:cNvGrpSpPr/>
          <p:nvPr/>
        </p:nvGrpSpPr>
        <p:grpSpPr>
          <a:xfrm>
            <a:off x="6670400" y="3641821"/>
            <a:ext cx="387911" cy="310847"/>
            <a:chOff x="6670400" y="3826468"/>
            <a:chExt cx="387911" cy="310847"/>
          </a:xfrm>
        </p:grpSpPr>
        <p:sp>
          <p:nvSpPr>
            <p:cNvPr id="18177" name="Google Shape;18177;p45"/>
            <p:cNvSpPr/>
            <p:nvPr/>
          </p:nvSpPr>
          <p:spPr>
            <a:xfrm>
              <a:off x="6732648" y="3971687"/>
              <a:ext cx="263625" cy="165628"/>
            </a:xfrm>
            <a:custGeom>
              <a:rect b="b" l="l" r="r" t="t"/>
              <a:pathLst>
                <a:path extrusionOk="0" h="6338" w="10088">
                  <a:moveTo>
                    <a:pt x="1" y="0"/>
                  </a:moveTo>
                  <a:lnTo>
                    <a:pt x="1" y="4856"/>
                  </a:lnTo>
                  <a:cubicBezTo>
                    <a:pt x="1" y="5202"/>
                    <a:pt x="414" y="5520"/>
                    <a:pt x="1097" y="5779"/>
                  </a:cubicBezTo>
                  <a:cubicBezTo>
                    <a:pt x="1232" y="5828"/>
                    <a:pt x="1366" y="5866"/>
                    <a:pt x="1520" y="5914"/>
                  </a:cubicBezTo>
                  <a:cubicBezTo>
                    <a:pt x="1655" y="5953"/>
                    <a:pt x="1799" y="5991"/>
                    <a:pt x="1943" y="6020"/>
                  </a:cubicBezTo>
                  <a:cubicBezTo>
                    <a:pt x="2039" y="6049"/>
                    <a:pt x="2145" y="6068"/>
                    <a:pt x="2260" y="6087"/>
                  </a:cubicBezTo>
                  <a:cubicBezTo>
                    <a:pt x="2914" y="6212"/>
                    <a:pt x="3578" y="6289"/>
                    <a:pt x="4251" y="6318"/>
                  </a:cubicBezTo>
                  <a:cubicBezTo>
                    <a:pt x="4443" y="6328"/>
                    <a:pt x="4636" y="6337"/>
                    <a:pt x="4828" y="6337"/>
                  </a:cubicBezTo>
                  <a:lnTo>
                    <a:pt x="5261" y="6337"/>
                  </a:lnTo>
                  <a:cubicBezTo>
                    <a:pt x="6232" y="6328"/>
                    <a:pt x="7193" y="6222"/>
                    <a:pt x="8145" y="6020"/>
                  </a:cubicBezTo>
                  <a:cubicBezTo>
                    <a:pt x="8290" y="5991"/>
                    <a:pt x="8434" y="5953"/>
                    <a:pt x="8569" y="5914"/>
                  </a:cubicBezTo>
                  <a:cubicBezTo>
                    <a:pt x="9511" y="5645"/>
                    <a:pt x="10088" y="5270"/>
                    <a:pt x="10088" y="4847"/>
                  </a:cubicBezTo>
                  <a:lnTo>
                    <a:pt x="10088" y="0"/>
                  </a:lnTo>
                  <a:close/>
                </a:path>
              </a:pathLst>
            </a:custGeom>
            <a:solidFill>
              <a:srgbClr val="BAC8D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178" name="Google Shape;18178;p45"/>
            <p:cNvSpPr/>
            <p:nvPr/>
          </p:nvSpPr>
          <p:spPr>
            <a:xfrm>
              <a:off x="6980175" y="3971687"/>
              <a:ext cx="16098" cy="145271"/>
            </a:xfrm>
            <a:custGeom>
              <a:rect b="b" l="l" r="r" t="t"/>
              <a:pathLst>
                <a:path extrusionOk="0" h="5559" w="616">
                  <a:moveTo>
                    <a:pt x="0" y="0"/>
                  </a:moveTo>
                  <a:lnTo>
                    <a:pt x="0" y="5558"/>
                  </a:lnTo>
                  <a:cubicBezTo>
                    <a:pt x="395" y="5347"/>
                    <a:pt x="616" y="5106"/>
                    <a:pt x="616" y="4847"/>
                  </a:cubicBezTo>
                  <a:lnTo>
                    <a:pt x="616" y="0"/>
                  </a:lnTo>
                  <a:close/>
                </a:path>
              </a:pathLst>
            </a:custGeom>
            <a:solidFill>
              <a:srgbClr val="B1C0C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179" name="Google Shape;18179;p45"/>
            <p:cNvSpPr/>
            <p:nvPr/>
          </p:nvSpPr>
          <p:spPr>
            <a:xfrm>
              <a:off x="6858789" y="3989823"/>
              <a:ext cx="11342" cy="147492"/>
            </a:xfrm>
            <a:custGeom>
              <a:rect b="b" l="l" r="r" t="t"/>
              <a:pathLst>
                <a:path extrusionOk="0" h="5644" w="434">
                  <a:moveTo>
                    <a:pt x="214" y="1"/>
                  </a:moveTo>
                  <a:cubicBezTo>
                    <a:pt x="107" y="1"/>
                    <a:pt x="1" y="71"/>
                    <a:pt x="1" y="210"/>
                  </a:cubicBezTo>
                  <a:lnTo>
                    <a:pt x="1" y="5643"/>
                  </a:lnTo>
                  <a:lnTo>
                    <a:pt x="434" y="5643"/>
                  </a:lnTo>
                  <a:lnTo>
                    <a:pt x="434" y="210"/>
                  </a:lnTo>
                  <a:cubicBezTo>
                    <a:pt x="429" y="71"/>
                    <a:pt x="321" y="1"/>
                    <a:pt x="214" y="1"/>
                  </a:cubicBezTo>
                  <a:close/>
                </a:path>
              </a:pathLst>
            </a:custGeom>
            <a:solidFill>
              <a:srgbClr val="F8F9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180" name="Google Shape;18180;p45"/>
            <p:cNvSpPr/>
            <p:nvPr/>
          </p:nvSpPr>
          <p:spPr>
            <a:xfrm>
              <a:off x="6772108" y="3989770"/>
              <a:ext cx="11342" cy="72910"/>
            </a:xfrm>
            <a:custGeom>
              <a:rect b="b" l="l" r="r" t="t"/>
              <a:pathLst>
                <a:path extrusionOk="0" h="2790" w="434">
                  <a:moveTo>
                    <a:pt x="222" y="1"/>
                  </a:moveTo>
                  <a:cubicBezTo>
                    <a:pt x="97" y="1"/>
                    <a:pt x="0" y="97"/>
                    <a:pt x="0" y="212"/>
                  </a:cubicBezTo>
                  <a:lnTo>
                    <a:pt x="0" y="2568"/>
                  </a:lnTo>
                  <a:cubicBezTo>
                    <a:pt x="0" y="2693"/>
                    <a:pt x="97" y="2789"/>
                    <a:pt x="222" y="2789"/>
                  </a:cubicBezTo>
                  <a:cubicBezTo>
                    <a:pt x="337" y="2789"/>
                    <a:pt x="433" y="2683"/>
                    <a:pt x="433" y="2568"/>
                  </a:cubicBezTo>
                  <a:lnTo>
                    <a:pt x="433" y="212"/>
                  </a:lnTo>
                  <a:cubicBezTo>
                    <a:pt x="433" y="97"/>
                    <a:pt x="337" y="1"/>
                    <a:pt x="222" y="1"/>
                  </a:cubicBezTo>
                  <a:close/>
                </a:path>
              </a:pathLst>
            </a:custGeom>
            <a:solidFill>
              <a:srgbClr val="F8F9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181" name="Google Shape;18181;p45"/>
            <p:cNvSpPr/>
            <p:nvPr/>
          </p:nvSpPr>
          <p:spPr>
            <a:xfrm>
              <a:off x="6772108" y="4074701"/>
              <a:ext cx="11342" cy="54303"/>
            </a:xfrm>
            <a:custGeom>
              <a:rect b="b" l="l" r="r" t="t"/>
              <a:pathLst>
                <a:path extrusionOk="0" h="2078" w="434">
                  <a:moveTo>
                    <a:pt x="222" y="1"/>
                  </a:moveTo>
                  <a:cubicBezTo>
                    <a:pt x="97" y="1"/>
                    <a:pt x="10" y="97"/>
                    <a:pt x="0" y="212"/>
                  </a:cubicBezTo>
                  <a:lnTo>
                    <a:pt x="0" y="1972"/>
                  </a:lnTo>
                  <a:cubicBezTo>
                    <a:pt x="135" y="2011"/>
                    <a:pt x="279" y="2049"/>
                    <a:pt x="423" y="2078"/>
                  </a:cubicBezTo>
                  <a:cubicBezTo>
                    <a:pt x="433" y="2059"/>
                    <a:pt x="433" y="2049"/>
                    <a:pt x="433" y="2030"/>
                  </a:cubicBezTo>
                  <a:cubicBezTo>
                    <a:pt x="433" y="1414"/>
                    <a:pt x="433" y="818"/>
                    <a:pt x="433" y="212"/>
                  </a:cubicBezTo>
                  <a:cubicBezTo>
                    <a:pt x="433" y="97"/>
                    <a:pt x="337" y="1"/>
                    <a:pt x="222" y="1"/>
                  </a:cubicBezTo>
                  <a:close/>
                </a:path>
              </a:pathLst>
            </a:custGeom>
            <a:solidFill>
              <a:srgbClr val="F8F9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182" name="Google Shape;18182;p45"/>
            <p:cNvSpPr/>
            <p:nvPr/>
          </p:nvSpPr>
          <p:spPr>
            <a:xfrm>
              <a:off x="6945235" y="3989823"/>
              <a:ext cx="11342" cy="139182"/>
            </a:xfrm>
            <a:custGeom>
              <a:rect b="b" l="l" r="r" t="t"/>
              <a:pathLst>
                <a:path extrusionOk="0" h="5326" w="434">
                  <a:moveTo>
                    <a:pt x="217" y="1"/>
                  </a:moveTo>
                  <a:cubicBezTo>
                    <a:pt x="109" y="1"/>
                    <a:pt x="1" y="71"/>
                    <a:pt x="1" y="210"/>
                  </a:cubicBezTo>
                  <a:lnTo>
                    <a:pt x="1" y="5278"/>
                  </a:lnTo>
                  <a:cubicBezTo>
                    <a:pt x="1" y="5297"/>
                    <a:pt x="10" y="5307"/>
                    <a:pt x="10" y="5326"/>
                  </a:cubicBezTo>
                  <a:cubicBezTo>
                    <a:pt x="155" y="5297"/>
                    <a:pt x="299" y="5259"/>
                    <a:pt x="434" y="5220"/>
                  </a:cubicBezTo>
                  <a:lnTo>
                    <a:pt x="434" y="210"/>
                  </a:lnTo>
                  <a:cubicBezTo>
                    <a:pt x="434" y="71"/>
                    <a:pt x="325" y="1"/>
                    <a:pt x="217" y="1"/>
                  </a:cubicBezTo>
                  <a:close/>
                </a:path>
              </a:pathLst>
            </a:custGeom>
            <a:solidFill>
              <a:srgbClr val="F8F9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183" name="Google Shape;18183;p45"/>
            <p:cNvSpPr/>
            <p:nvPr/>
          </p:nvSpPr>
          <p:spPr>
            <a:xfrm>
              <a:off x="6732412" y="3961887"/>
              <a:ext cx="263860" cy="63084"/>
            </a:xfrm>
            <a:custGeom>
              <a:rect b="b" l="l" r="r" t="t"/>
              <a:pathLst>
                <a:path extrusionOk="0" h="2414" w="10097">
                  <a:moveTo>
                    <a:pt x="0" y="0"/>
                  </a:moveTo>
                  <a:lnTo>
                    <a:pt x="0" y="933"/>
                  </a:lnTo>
                  <a:cubicBezTo>
                    <a:pt x="0" y="1673"/>
                    <a:pt x="1846" y="2279"/>
                    <a:pt x="4250" y="2395"/>
                  </a:cubicBezTo>
                  <a:cubicBezTo>
                    <a:pt x="4510" y="2404"/>
                    <a:pt x="4779" y="2414"/>
                    <a:pt x="5048" y="2414"/>
                  </a:cubicBezTo>
                  <a:cubicBezTo>
                    <a:pt x="7837" y="2414"/>
                    <a:pt x="10097" y="1750"/>
                    <a:pt x="10097" y="933"/>
                  </a:cubicBezTo>
                  <a:lnTo>
                    <a:pt x="10097" y="0"/>
                  </a:lnTo>
                  <a:close/>
                </a:path>
              </a:pathLst>
            </a:custGeom>
            <a:solidFill>
              <a:srgbClr val="D3DCE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184" name="Google Shape;18184;p45"/>
            <p:cNvSpPr/>
            <p:nvPr/>
          </p:nvSpPr>
          <p:spPr>
            <a:xfrm>
              <a:off x="6980175" y="3961887"/>
              <a:ext cx="16098" cy="42727"/>
            </a:xfrm>
            <a:custGeom>
              <a:rect b="b" l="l" r="r" t="t"/>
              <a:pathLst>
                <a:path extrusionOk="0" h="1635" w="616">
                  <a:moveTo>
                    <a:pt x="0" y="0"/>
                  </a:moveTo>
                  <a:lnTo>
                    <a:pt x="0" y="1635"/>
                  </a:lnTo>
                  <a:cubicBezTo>
                    <a:pt x="395" y="1423"/>
                    <a:pt x="616" y="1183"/>
                    <a:pt x="616" y="933"/>
                  </a:cubicBezTo>
                  <a:lnTo>
                    <a:pt x="616" y="0"/>
                  </a:lnTo>
                  <a:close/>
                </a:path>
              </a:pathLst>
            </a:custGeom>
            <a:solidFill>
              <a:srgbClr val="B0C0C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185" name="Google Shape;18185;p45"/>
            <p:cNvSpPr/>
            <p:nvPr/>
          </p:nvSpPr>
          <p:spPr>
            <a:xfrm>
              <a:off x="6732412" y="3922924"/>
              <a:ext cx="263860" cy="77692"/>
            </a:xfrm>
            <a:custGeom>
              <a:rect b="b" l="l" r="r" t="t"/>
              <a:pathLst>
                <a:path extrusionOk="0" h="2973" w="10097">
                  <a:moveTo>
                    <a:pt x="5048" y="1"/>
                  </a:moveTo>
                  <a:cubicBezTo>
                    <a:pt x="2260" y="1"/>
                    <a:pt x="0" y="664"/>
                    <a:pt x="0" y="1482"/>
                  </a:cubicBezTo>
                  <a:cubicBezTo>
                    <a:pt x="0" y="2309"/>
                    <a:pt x="2260" y="2972"/>
                    <a:pt x="5048" y="2972"/>
                  </a:cubicBezTo>
                  <a:cubicBezTo>
                    <a:pt x="7837" y="2972"/>
                    <a:pt x="10097" y="2309"/>
                    <a:pt x="10097" y="1482"/>
                  </a:cubicBezTo>
                  <a:cubicBezTo>
                    <a:pt x="10097" y="664"/>
                    <a:pt x="7837" y="1"/>
                    <a:pt x="5048" y="1"/>
                  </a:cubicBezTo>
                  <a:close/>
                </a:path>
              </a:pathLst>
            </a:custGeom>
            <a:solidFill>
              <a:srgbClr val="F8F9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186" name="Google Shape;18186;p45"/>
            <p:cNvSpPr/>
            <p:nvPr/>
          </p:nvSpPr>
          <p:spPr>
            <a:xfrm>
              <a:off x="6843475" y="3922924"/>
              <a:ext cx="152797" cy="77692"/>
            </a:xfrm>
            <a:custGeom>
              <a:rect b="b" l="l" r="r" t="t"/>
              <a:pathLst>
                <a:path extrusionOk="0" h="2973" w="5847">
                  <a:moveTo>
                    <a:pt x="798" y="1"/>
                  </a:moveTo>
                  <a:cubicBezTo>
                    <a:pt x="529" y="1"/>
                    <a:pt x="260" y="10"/>
                    <a:pt x="0" y="20"/>
                  </a:cubicBezTo>
                  <a:cubicBezTo>
                    <a:pt x="2404" y="135"/>
                    <a:pt x="4251" y="741"/>
                    <a:pt x="4251" y="1491"/>
                  </a:cubicBezTo>
                  <a:cubicBezTo>
                    <a:pt x="4251" y="2232"/>
                    <a:pt x="2414" y="2837"/>
                    <a:pt x="0" y="2953"/>
                  </a:cubicBezTo>
                  <a:cubicBezTo>
                    <a:pt x="260" y="2962"/>
                    <a:pt x="529" y="2972"/>
                    <a:pt x="798" y="2972"/>
                  </a:cubicBezTo>
                  <a:cubicBezTo>
                    <a:pt x="3587" y="2972"/>
                    <a:pt x="5847" y="2309"/>
                    <a:pt x="5847" y="1491"/>
                  </a:cubicBezTo>
                  <a:cubicBezTo>
                    <a:pt x="5847" y="664"/>
                    <a:pt x="3587" y="1"/>
                    <a:pt x="798" y="1"/>
                  </a:cubicBezTo>
                  <a:close/>
                </a:path>
              </a:pathLst>
            </a:custGeom>
            <a:solidFill>
              <a:srgbClr val="CAD5D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187" name="Google Shape;18187;p45"/>
            <p:cNvSpPr/>
            <p:nvPr/>
          </p:nvSpPr>
          <p:spPr>
            <a:xfrm>
              <a:off x="6884190" y="3826678"/>
              <a:ext cx="131708" cy="127448"/>
            </a:xfrm>
            <a:custGeom>
              <a:rect b="b" l="l" r="r" t="t"/>
              <a:pathLst>
                <a:path extrusionOk="0" h="4877" w="5040">
                  <a:moveTo>
                    <a:pt x="4729" y="1"/>
                  </a:moveTo>
                  <a:cubicBezTo>
                    <a:pt x="4678" y="1"/>
                    <a:pt x="4625" y="21"/>
                    <a:pt x="4577" y="68"/>
                  </a:cubicBezTo>
                  <a:lnTo>
                    <a:pt x="135" y="4511"/>
                  </a:lnTo>
                  <a:cubicBezTo>
                    <a:pt x="0" y="4645"/>
                    <a:pt x="96" y="4866"/>
                    <a:pt x="279" y="4876"/>
                  </a:cubicBezTo>
                  <a:cubicBezTo>
                    <a:pt x="337" y="4876"/>
                    <a:pt x="394" y="4857"/>
                    <a:pt x="433" y="4818"/>
                  </a:cubicBezTo>
                  <a:lnTo>
                    <a:pt x="4885" y="366"/>
                  </a:lnTo>
                  <a:cubicBezTo>
                    <a:pt x="5040" y="212"/>
                    <a:pt x="4896" y="1"/>
                    <a:pt x="4729" y="1"/>
                  </a:cubicBezTo>
                  <a:close/>
                </a:path>
              </a:pathLst>
            </a:custGeom>
            <a:solidFill>
              <a:srgbClr val="6E809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188" name="Google Shape;18188;p45"/>
            <p:cNvSpPr/>
            <p:nvPr/>
          </p:nvSpPr>
          <p:spPr>
            <a:xfrm>
              <a:off x="6878153" y="3942026"/>
              <a:ext cx="19861" cy="19887"/>
            </a:xfrm>
            <a:custGeom>
              <a:rect b="b" l="l" r="r" t="t"/>
              <a:pathLst>
                <a:path extrusionOk="0" h="761" w="760">
                  <a:moveTo>
                    <a:pt x="385" y="1"/>
                  </a:moveTo>
                  <a:cubicBezTo>
                    <a:pt x="173" y="1"/>
                    <a:pt x="0" y="174"/>
                    <a:pt x="0" y="376"/>
                  </a:cubicBezTo>
                  <a:cubicBezTo>
                    <a:pt x="0" y="587"/>
                    <a:pt x="173" y="760"/>
                    <a:pt x="385" y="760"/>
                  </a:cubicBezTo>
                  <a:cubicBezTo>
                    <a:pt x="587" y="760"/>
                    <a:pt x="760" y="587"/>
                    <a:pt x="760" y="376"/>
                  </a:cubicBezTo>
                  <a:cubicBezTo>
                    <a:pt x="760" y="174"/>
                    <a:pt x="587" y="1"/>
                    <a:pt x="385" y="1"/>
                  </a:cubicBezTo>
                  <a:close/>
                </a:path>
              </a:pathLst>
            </a:custGeom>
            <a:solidFill>
              <a:srgbClr val="B1C0C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189" name="Google Shape;18189;p45"/>
            <p:cNvSpPr/>
            <p:nvPr/>
          </p:nvSpPr>
          <p:spPr>
            <a:xfrm>
              <a:off x="6712996" y="3826468"/>
              <a:ext cx="131499" cy="127657"/>
            </a:xfrm>
            <a:custGeom>
              <a:rect b="b" l="l" r="r" t="t"/>
              <a:pathLst>
                <a:path extrusionOk="0" h="4885" w="5032">
                  <a:moveTo>
                    <a:pt x="307" y="1"/>
                  </a:moveTo>
                  <a:cubicBezTo>
                    <a:pt x="142" y="1"/>
                    <a:pt x="1" y="219"/>
                    <a:pt x="156" y="374"/>
                  </a:cubicBezTo>
                  <a:lnTo>
                    <a:pt x="4599" y="4817"/>
                  </a:lnTo>
                  <a:cubicBezTo>
                    <a:pt x="4638" y="4855"/>
                    <a:pt x="4695" y="4884"/>
                    <a:pt x="4753" y="4884"/>
                  </a:cubicBezTo>
                  <a:lnTo>
                    <a:pt x="4753" y="4874"/>
                  </a:lnTo>
                  <a:cubicBezTo>
                    <a:pt x="4936" y="4874"/>
                    <a:pt x="5032" y="4653"/>
                    <a:pt x="4907" y="4519"/>
                  </a:cubicBezTo>
                  <a:lnTo>
                    <a:pt x="455" y="66"/>
                  </a:lnTo>
                  <a:cubicBezTo>
                    <a:pt x="408" y="20"/>
                    <a:pt x="357" y="1"/>
                    <a:pt x="307" y="1"/>
                  </a:cubicBezTo>
                  <a:close/>
                </a:path>
              </a:pathLst>
            </a:custGeom>
            <a:solidFill>
              <a:srgbClr val="6E809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190" name="Google Shape;18190;p45"/>
            <p:cNvSpPr/>
            <p:nvPr/>
          </p:nvSpPr>
          <p:spPr>
            <a:xfrm>
              <a:off x="6830906" y="3942026"/>
              <a:ext cx="19626" cy="19887"/>
            </a:xfrm>
            <a:custGeom>
              <a:rect b="b" l="l" r="r" t="t"/>
              <a:pathLst>
                <a:path extrusionOk="0" h="761" w="751">
                  <a:moveTo>
                    <a:pt x="376" y="1"/>
                  </a:moveTo>
                  <a:cubicBezTo>
                    <a:pt x="164" y="1"/>
                    <a:pt x="1" y="174"/>
                    <a:pt x="1" y="376"/>
                  </a:cubicBezTo>
                  <a:cubicBezTo>
                    <a:pt x="1" y="587"/>
                    <a:pt x="164" y="760"/>
                    <a:pt x="376" y="760"/>
                  </a:cubicBezTo>
                  <a:cubicBezTo>
                    <a:pt x="587" y="760"/>
                    <a:pt x="751" y="587"/>
                    <a:pt x="751" y="376"/>
                  </a:cubicBezTo>
                  <a:cubicBezTo>
                    <a:pt x="751" y="174"/>
                    <a:pt x="587" y="1"/>
                    <a:pt x="376" y="1"/>
                  </a:cubicBezTo>
                  <a:close/>
                </a:path>
              </a:pathLst>
            </a:custGeom>
            <a:solidFill>
              <a:srgbClr val="B1C0C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191" name="Google Shape;18191;p45"/>
            <p:cNvSpPr/>
            <p:nvPr/>
          </p:nvSpPr>
          <p:spPr>
            <a:xfrm>
              <a:off x="6706933" y="3869822"/>
              <a:ext cx="45601" cy="58903"/>
            </a:xfrm>
            <a:custGeom>
              <a:rect b="b" l="l" r="r" t="t"/>
              <a:pathLst>
                <a:path extrusionOk="0" h="2254" w="1745">
                  <a:moveTo>
                    <a:pt x="303" y="0"/>
                  </a:moveTo>
                  <a:cubicBezTo>
                    <a:pt x="151" y="0"/>
                    <a:pt x="1" y="168"/>
                    <a:pt x="110" y="331"/>
                  </a:cubicBezTo>
                  <a:lnTo>
                    <a:pt x="1292" y="2148"/>
                  </a:lnTo>
                  <a:cubicBezTo>
                    <a:pt x="1331" y="2215"/>
                    <a:pt x="1398" y="2254"/>
                    <a:pt x="1465" y="2254"/>
                  </a:cubicBezTo>
                  <a:lnTo>
                    <a:pt x="1465" y="2244"/>
                  </a:lnTo>
                  <a:cubicBezTo>
                    <a:pt x="1639" y="2244"/>
                    <a:pt x="1744" y="2062"/>
                    <a:pt x="1648" y="1917"/>
                  </a:cubicBezTo>
                  <a:lnTo>
                    <a:pt x="475" y="100"/>
                  </a:lnTo>
                  <a:cubicBezTo>
                    <a:pt x="430" y="29"/>
                    <a:pt x="366" y="0"/>
                    <a:pt x="303" y="0"/>
                  </a:cubicBezTo>
                  <a:close/>
                </a:path>
              </a:pathLst>
            </a:custGeom>
            <a:solidFill>
              <a:srgbClr val="C0CCD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192" name="Google Shape;18192;p45"/>
            <p:cNvSpPr/>
            <p:nvPr/>
          </p:nvSpPr>
          <p:spPr>
            <a:xfrm>
              <a:off x="6670400" y="3912653"/>
              <a:ext cx="65201" cy="31673"/>
            </a:xfrm>
            <a:custGeom>
              <a:rect b="b" l="l" r="r" t="t"/>
              <a:pathLst>
                <a:path extrusionOk="0" h="1212" w="2495">
                  <a:moveTo>
                    <a:pt x="312" y="1"/>
                  </a:moveTo>
                  <a:cubicBezTo>
                    <a:pt x="100" y="1"/>
                    <a:pt x="0" y="319"/>
                    <a:pt x="238" y="413"/>
                  </a:cubicBezTo>
                  <a:lnTo>
                    <a:pt x="2123" y="1201"/>
                  </a:lnTo>
                  <a:cubicBezTo>
                    <a:pt x="2142" y="1211"/>
                    <a:pt x="2171" y="1211"/>
                    <a:pt x="2200" y="1211"/>
                  </a:cubicBezTo>
                  <a:cubicBezTo>
                    <a:pt x="2203" y="1211"/>
                    <a:pt x="2207" y="1211"/>
                    <a:pt x="2210" y="1211"/>
                  </a:cubicBezTo>
                  <a:cubicBezTo>
                    <a:pt x="2442" y="1211"/>
                    <a:pt x="2495" y="892"/>
                    <a:pt x="2286" y="798"/>
                  </a:cubicBezTo>
                  <a:lnTo>
                    <a:pt x="402" y="19"/>
                  </a:lnTo>
                  <a:cubicBezTo>
                    <a:pt x="370" y="6"/>
                    <a:pt x="340" y="1"/>
                    <a:pt x="312" y="1"/>
                  </a:cubicBezTo>
                  <a:close/>
                </a:path>
              </a:pathLst>
            </a:custGeom>
            <a:solidFill>
              <a:srgbClr val="C0CCD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193" name="Google Shape;18193;p45"/>
            <p:cNvSpPr/>
            <p:nvPr/>
          </p:nvSpPr>
          <p:spPr>
            <a:xfrm>
              <a:off x="6976412" y="3869822"/>
              <a:ext cx="45340" cy="58903"/>
            </a:xfrm>
            <a:custGeom>
              <a:rect b="b" l="l" r="r" t="t"/>
              <a:pathLst>
                <a:path extrusionOk="0" h="2254" w="1735">
                  <a:moveTo>
                    <a:pt x="1435" y="0"/>
                  </a:moveTo>
                  <a:cubicBezTo>
                    <a:pt x="1372" y="0"/>
                    <a:pt x="1308" y="29"/>
                    <a:pt x="1260" y="100"/>
                  </a:cubicBezTo>
                  <a:lnTo>
                    <a:pt x="87" y="1917"/>
                  </a:lnTo>
                  <a:cubicBezTo>
                    <a:pt x="0" y="2062"/>
                    <a:pt x="96" y="2254"/>
                    <a:pt x="269" y="2254"/>
                  </a:cubicBezTo>
                  <a:cubicBezTo>
                    <a:pt x="346" y="2254"/>
                    <a:pt x="414" y="2215"/>
                    <a:pt x="452" y="2148"/>
                  </a:cubicBezTo>
                  <a:lnTo>
                    <a:pt x="1625" y="340"/>
                  </a:lnTo>
                  <a:cubicBezTo>
                    <a:pt x="1734" y="170"/>
                    <a:pt x="1588" y="0"/>
                    <a:pt x="1435" y="0"/>
                  </a:cubicBezTo>
                  <a:close/>
                </a:path>
              </a:pathLst>
            </a:custGeom>
            <a:solidFill>
              <a:srgbClr val="C0CCD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194" name="Google Shape;18194;p45"/>
            <p:cNvSpPr/>
            <p:nvPr/>
          </p:nvSpPr>
          <p:spPr>
            <a:xfrm>
              <a:off x="6993084" y="3912653"/>
              <a:ext cx="65227" cy="31673"/>
            </a:xfrm>
            <a:custGeom>
              <a:rect b="b" l="l" r="r" t="t"/>
              <a:pathLst>
                <a:path extrusionOk="0" h="1212" w="2496">
                  <a:moveTo>
                    <a:pt x="2189" y="1"/>
                  </a:moveTo>
                  <a:cubicBezTo>
                    <a:pt x="2162" y="1"/>
                    <a:pt x="2133" y="6"/>
                    <a:pt x="2103" y="19"/>
                  </a:cubicBezTo>
                  <a:lnTo>
                    <a:pt x="218" y="807"/>
                  </a:lnTo>
                  <a:cubicBezTo>
                    <a:pt x="0" y="892"/>
                    <a:pt x="62" y="1211"/>
                    <a:pt x="285" y="1211"/>
                  </a:cubicBezTo>
                  <a:cubicBezTo>
                    <a:pt x="288" y="1211"/>
                    <a:pt x="292" y="1211"/>
                    <a:pt x="295" y="1211"/>
                  </a:cubicBezTo>
                  <a:cubicBezTo>
                    <a:pt x="324" y="1211"/>
                    <a:pt x="353" y="1201"/>
                    <a:pt x="382" y="1192"/>
                  </a:cubicBezTo>
                  <a:lnTo>
                    <a:pt x="2266" y="413"/>
                  </a:lnTo>
                  <a:cubicBezTo>
                    <a:pt x="2496" y="319"/>
                    <a:pt x="2395" y="1"/>
                    <a:pt x="2189" y="1"/>
                  </a:cubicBezTo>
                  <a:close/>
                </a:path>
              </a:pathLst>
            </a:custGeom>
            <a:solidFill>
              <a:srgbClr val="C0CCD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8195" name="Google Shape;18195;p45"/>
          <p:cNvGrpSpPr/>
          <p:nvPr/>
        </p:nvGrpSpPr>
        <p:grpSpPr>
          <a:xfrm>
            <a:off x="7662181" y="3618798"/>
            <a:ext cx="302823" cy="360497"/>
            <a:chOff x="7662181" y="3803446"/>
            <a:chExt cx="302823" cy="360497"/>
          </a:xfrm>
        </p:grpSpPr>
        <p:sp>
          <p:nvSpPr>
            <p:cNvPr id="18196" name="Google Shape;18196;p45"/>
            <p:cNvSpPr/>
            <p:nvPr/>
          </p:nvSpPr>
          <p:spPr>
            <a:xfrm>
              <a:off x="7801388" y="4144161"/>
              <a:ext cx="22683" cy="19782"/>
            </a:xfrm>
            <a:custGeom>
              <a:rect b="b" l="l" r="r" t="t"/>
              <a:pathLst>
                <a:path extrusionOk="0" h="757" w="868">
                  <a:moveTo>
                    <a:pt x="567" y="1"/>
                  </a:moveTo>
                  <a:cubicBezTo>
                    <a:pt x="519" y="1"/>
                    <a:pt x="468" y="20"/>
                    <a:pt x="424" y="64"/>
                  </a:cubicBezTo>
                  <a:lnTo>
                    <a:pt x="87" y="401"/>
                  </a:lnTo>
                  <a:cubicBezTo>
                    <a:pt x="1" y="487"/>
                    <a:pt x="1" y="622"/>
                    <a:pt x="87" y="699"/>
                  </a:cubicBezTo>
                  <a:cubicBezTo>
                    <a:pt x="126" y="737"/>
                    <a:pt x="179" y="756"/>
                    <a:pt x="231" y="756"/>
                  </a:cubicBezTo>
                  <a:cubicBezTo>
                    <a:pt x="284" y="756"/>
                    <a:pt x="337" y="737"/>
                    <a:pt x="376" y="699"/>
                  </a:cubicBezTo>
                  <a:lnTo>
                    <a:pt x="712" y="362"/>
                  </a:lnTo>
                  <a:cubicBezTo>
                    <a:pt x="867" y="207"/>
                    <a:pt x="727" y="1"/>
                    <a:pt x="567" y="1"/>
                  </a:cubicBezTo>
                  <a:close/>
                </a:path>
              </a:pathLst>
            </a:custGeom>
            <a:solidFill>
              <a:srgbClr val="CDD8D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197" name="Google Shape;18197;p45"/>
            <p:cNvSpPr/>
            <p:nvPr/>
          </p:nvSpPr>
          <p:spPr>
            <a:xfrm>
              <a:off x="7662181" y="4059283"/>
              <a:ext cx="199286" cy="89399"/>
            </a:xfrm>
            <a:custGeom>
              <a:rect b="b" l="l" r="r" t="t"/>
              <a:pathLst>
                <a:path extrusionOk="0" h="3421" w="7626">
                  <a:moveTo>
                    <a:pt x="5930" y="1"/>
                  </a:moveTo>
                  <a:cubicBezTo>
                    <a:pt x="5533" y="1"/>
                    <a:pt x="5137" y="152"/>
                    <a:pt x="4837" y="456"/>
                  </a:cubicBezTo>
                  <a:lnTo>
                    <a:pt x="2616" y="2677"/>
                  </a:lnTo>
                  <a:cubicBezTo>
                    <a:pt x="2400" y="2894"/>
                    <a:pt x="2113" y="3002"/>
                    <a:pt x="1826" y="3002"/>
                  </a:cubicBezTo>
                  <a:cubicBezTo>
                    <a:pt x="1539" y="3002"/>
                    <a:pt x="1250" y="2894"/>
                    <a:pt x="1029" y="2677"/>
                  </a:cubicBezTo>
                  <a:lnTo>
                    <a:pt x="895" y="2543"/>
                  </a:lnTo>
                  <a:cubicBezTo>
                    <a:pt x="462" y="2101"/>
                    <a:pt x="462" y="1389"/>
                    <a:pt x="895" y="956"/>
                  </a:cubicBezTo>
                  <a:lnTo>
                    <a:pt x="1193" y="658"/>
                  </a:lnTo>
                  <a:cubicBezTo>
                    <a:pt x="1340" y="511"/>
                    <a:pt x="1200" y="302"/>
                    <a:pt x="1040" y="302"/>
                  </a:cubicBezTo>
                  <a:cubicBezTo>
                    <a:pt x="991" y="302"/>
                    <a:pt x="940" y="322"/>
                    <a:pt x="895" y="370"/>
                  </a:cubicBezTo>
                  <a:lnTo>
                    <a:pt x="606" y="658"/>
                  </a:lnTo>
                  <a:cubicBezTo>
                    <a:pt x="0" y="1264"/>
                    <a:pt x="0" y="2235"/>
                    <a:pt x="606" y="2841"/>
                  </a:cubicBezTo>
                  <a:lnTo>
                    <a:pt x="731" y="2966"/>
                  </a:lnTo>
                  <a:cubicBezTo>
                    <a:pt x="1034" y="3269"/>
                    <a:pt x="1428" y="3420"/>
                    <a:pt x="1823" y="3420"/>
                  </a:cubicBezTo>
                  <a:cubicBezTo>
                    <a:pt x="2217" y="3420"/>
                    <a:pt x="2611" y="3269"/>
                    <a:pt x="2914" y="2966"/>
                  </a:cubicBezTo>
                  <a:lnTo>
                    <a:pt x="5135" y="754"/>
                  </a:lnTo>
                  <a:cubicBezTo>
                    <a:pt x="5352" y="533"/>
                    <a:pt x="5638" y="423"/>
                    <a:pt x="5925" y="423"/>
                  </a:cubicBezTo>
                  <a:cubicBezTo>
                    <a:pt x="6212" y="423"/>
                    <a:pt x="6501" y="533"/>
                    <a:pt x="6722" y="754"/>
                  </a:cubicBezTo>
                  <a:cubicBezTo>
                    <a:pt x="7164" y="1187"/>
                    <a:pt x="7164" y="1899"/>
                    <a:pt x="6722" y="2341"/>
                  </a:cubicBezTo>
                  <a:lnTo>
                    <a:pt x="6049" y="3014"/>
                  </a:lnTo>
                  <a:cubicBezTo>
                    <a:pt x="5902" y="3161"/>
                    <a:pt x="6036" y="3370"/>
                    <a:pt x="6197" y="3370"/>
                  </a:cubicBezTo>
                  <a:cubicBezTo>
                    <a:pt x="6247" y="3370"/>
                    <a:pt x="6299" y="3350"/>
                    <a:pt x="6347" y="3303"/>
                  </a:cubicBezTo>
                  <a:lnTo>
                    <a:pt x="7020" y="2639"/>
                  </a:lnTo>
                  <a:cubicBezTo>
                    <a:pt x="7626" y="2033"/>
                    <a:pt x="7626" y="1052"/>
                    <a:pt x="7020" y="447"/>
                  </a:cubicBezTo>
                  <a:cubicBezTo>
                    <a:pt x="6718" y="150"/>
                    <a:pt x="6324" y="1"/>
                    <a:pt x="5930" y="1"/>
                  </a:cubicBezTo>
                  <a:close/>
                </a:path>
              </a:pathLst>
            </a:custGeom>
            <a:solidFill>
              <a:srgbClr val="9BAFB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198" name="Google Shape;18198;p45"/>
            <p:cNvSpPr/>
            <p:nvPr/>
          </p:nvSpPr>
          <p:spPr>
            <a:xfrm>
              <a:off x="7673731" y="4032497"/>
              <a:ext cx="55819" cy="55401"/>
            </a:xfrm>
            <a:custGeom>
              <a:rect b="b" l="l" r="r" t="t"/>
              <a:pathLst>
                <a:path extrusionOk="0" h="2120" w="2136">
                  <a:moveTo>
                    <a:pt x="1347" y="0"/>
                  </a:moveTo>
                  <a:lnTo>
                    <a:pt x="68" y="1472"/>
                  </a:lnTo>
                  <a:cubicBezTo>
                    <a:pt x="1" y="1539"/>
                    <a:pt x="10" y="1645"/>
                    <a:pt x="78" y="1722"/>
                  </a:cubicBezTo>
                  <a:lnTo>
                    <a:pt x="424" y="2068"/>
                  </a:lnTo>
                  <a:cubicBezTo>
                    <a:pt x="459" y="2103"/>
                    <a:pt x="504" y="2119"/>
                    <a:pt x="550" y="2119"/>
                  </a:cubicBezTo>
                  <a:cubicBezTo>
                    <a:pt x="593" y="2119"/>
                    <a:pt x="637" y="2105"/>
                    <a:pt x="674" y="2077"/>
                  </a:cubicBezTo>
                  <a:lnTo>
                    <a:pt x="2135" y="798"/>
                  </a:lnTo>
                  <a:lnTo>
                    <a:pt x="1347" y="0"/>
                  </a:lnTo>
                  <a:close/>
                </a:path>
              </a:pathLst>
            </a:custGeom>
            <a:solidFill>
              <a:srgbClr val="41586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199" name="Google Shape;18199;p45"/>
            <p:cNvSpPr/>
            <p:nvPr/>
          </p:nvSpPr>
          <p:spPr>
            <a:xfrm>
              <a:off x="7680264" y="4043055"/>
              <a:ext cx="49286" cy="44948"/>
            </a:xfrm>
            <a:custGeom>
              <a:rect b="b" l="l" r="r" t="t"/>
              <a:pathLst>
                <a:path extrusionOk="0" h="1720" w="1886">
                  <a:moveTo>
                    <a:pt x="1491" y="0"/>
                  </a:moveTo>
                  <a:lnTo>
                    <a:pt x="1" y="1491"/>
                  </a:lnTo>
                  <a:lnTo>
                    <a:pt x="174" y="1664"/>
                  </a:lnTo>
                  <a:cubicBezTo>
                    <a:pt x="210" y="1700"/>
                    <a:pt x="257" y="1719"/>
                    <a:pt x="305" y="1719"/>
                  </a:cubicBezTo>
                  <a:cubicBezTo>
                    <a:pt x="346" y="1719"/>
                    <a:pt x="388" y="1705"/>
                    <a:pt x="424" y="1673"/>
                  </a:cubicBezTo>
                  <a:lnTo>
                    <a:pt x="1885" y="394"/>
                  </a:lnTo>
                  <a:lnTo>
                    <a:pt x="1491" y="0"/>
                  </a:lnTo>
                  <a:close/>
                </a:path>
              </a:pathLst>
            </a:custGeom>
            <a:solidFill>
              <a:srgbClr val="324B6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200" name="Google Shape;18200;p45"/>
            <p:cNvSpPr/>
            <p:nvPr/>
          </p:nvSpPr>
          <p:spPr>
            <a:xfrm>
              <a:off x="7693331" y="3857096"/>
              <a:ext cx="211882" cy="211072"/>
            </a:xfrm>
            <a:custGeom>
              <a:rect b="b" l="l" r="r" t="t"/>
              <a:pathLst>
                <a:path extrusionOk="0" h="8077" w="8108">
                  <a:moveTo>
                    <a:pt x="6126" y="0"/>
                  </a:moveTo>
                  <a:lnTo>
                    <a:pt x="97" y="6991"/>
                  </a:lnTo>
                  <a:cubicBezTo>
                    <a:pt x="1" y="7107"/>
                    <a:pt x="10" y="7270"/>
                    <a:pt x="116" y="7376"/>
                  </a:cubicBezTo>
                  <a:lnTo>
                    <a:pt x="732" y="7991"/>
                  </a:lnTo>
                  <a:cubicBezTo>
                    <a:pt x="788" y="8048"/>
                    <a:pt x="861" y="8077"/>
                    <a:pt x="935" y="8077"/>
                  </a:cubicBezTo>
                  <a:cubicBezTo>
                    <a:pt x="999" y="8077"/>
                    <a:pt x="1063" y="8055"/>
                    <a:pt x="1116" y="8010"/>
                  </a:cubicBezTo>
                  <a:lnTo>
                    <a:pt x="8107" y="1981"/>
                  </a:lnTo>
                  <a:lnTo>
                    <a:pt x="8049" y="1943"/>
                  </a:lnTo>
                  <a:cubicBezTo>
                    <a:pt x="7261" y="1491"/>
                    <a:pt x="6617" y="837"/>
                    <a:pt x="6165" y="58"/>
                  </a:cubicBezTo>
                  <a:lnTo>
                    <a:pt x="6126" y="0"/>
                  </a:lnTo>
                  <a:close/>
                </a:path>
              </a:pathLst>
            </a:custGeom>
            <a:solidFill>
              <a:srgbClr val="CBD5D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201" name="Google Shape;18201;p45"/>
            <p:cNvSpPr/>
            <p:nvPr/>
          </p:nvSpPr>
          <p:spPr>
            <a:xfrm>
              <a:off x="7704385" y="3886495"/>
              <a:ext cx="200828" cy="181542"/>
            </a:xfrm>
            <a:custGeom>
              <a:rect b="b" l="l" r="r" t="t"/>
              <a:pathLst>
                <a:path extrusionOk="0" h="6947" w="7685">
                  <a:moveTo>
                    <a:pt x="6559" y="0"/>
                  </a:moveTo>
                  <a:lnTo>
                    <a:pt x="1" y="6559"/>
                  </a:lnTo>
                  <a:lnTo>
                    <a:pt x="309" y="6866"/>
                  </a:lnTo>
                  <a:cubicBezTo>
                    <a:pt x="363" y="6920"/>
                    <a:pt x="432" y="6947"/>
                    <a:pt x="502" y="6947"/>
                  </a:cubicBezTo>
                  <a:cubicBezTo>
                    <a:pt x="569" y="6947"/>
                    <a:pt x="637" y="6923"/>
                    <a:pt x="693" y="6876"/>
                  </a:cubicBezTo>
                  <a:lnTo>
                    <a:pt x="7684" y="847"/>
                  </a:lnTo>
                  <a:lnTo>
                    <a:pt x="7626" y="818"/>
                  </a:lnTo>
                  <a:cubicBezTo>
                    <a:pt x="7232" y="587"/>
                    <a:pt x="6876" y="318"/>
                    <a:pt x="6559" y="0"/>
                  </a:cubicBezTo>
                  <a:close/>
                </a:path>
              </a:pathLst>
            </a:custGeom>
            <a:solidFill>
              <a:srgbClr val="B7C5D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202" name="Google Shape;18202;p45"/>
            <p:cNvSpPr/>
            <p:nvPr/>
          </p:nvSpPr>
          <p:spPr>
            <a:xfrm>
              <a:off x="7799376" y="3803446"/>
              <a:ext cx="165628" cy="138555"/>
            </a:xfrm>
            <a:custGeom>
              <a:rect b="b" l="l" r="r" t="t"/>
              <a:pathLst>
                <a:path extrusionOk="0" h="5302" w="6338">
                  <a:moveTo>
                    <a:pt x="3678" y="0"/>
                  </a:moveTo>
                  <a:cubicBezTo>
                    <a:pt x="3059" y="0"/>
                    <a:pt x="2438" y="236"/>
                    <a:pt x="1962" y="707"/>
                  </a:cubicBezTo>
                  <a:cubicBezTo>
                    <a:pt x="1" y="2669"/>
                    <a:pt x="953" y="3448"/>
                    <a:pt x="1799" y="4294"/>
                  </a:cubicBezTo>
                  <a:cubicBezTo>
                    <a:pt x="2297" y="4791"/>
                    <a:pt x="2749" y="5301"/>
                    <a:pt x="3398" y="5301"/>
                  </a:cubicBezTo>
                  <a:cubicBezTo>
                    <a:pt x="3903" y="5301"/>
                    <a:pt x="4527" y="4993"/>
                    <a:pt x="5386" y="4130"/>
                  </a:cubicBezTo>
                  <a:cubicBezTo>
                    <a:pt x="6338" y="3188"/>
                    <a:pt x="6338" y="1649"/>
                    <a:pt x="5386" y="707"/>
                  </a:cubicBezTo>
                  <a:cubicBezTo>
                    <a:pt x="4915" y="236"/>
                    <a:pt x="4297" y="0"/>
                    <a:pt x="3678" y="0"/>
                  </a:cubicBezTo>
                  <a:close/>
                </a:path>
              </a:pathLst>
            </a:custGeom>
            <a:solidFill>
              <a:srgbClr val="41586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203" name="Google Shape;18203;p45"/>
            <p:cNvSpPr/>
            <p:nvPr/>
          </p:nvSpPr>
          <p:spPr>
            <a:xfrm>
              <a:off x="7833296" y="3810606"/>
              <a:ext cx="131708" cy="131394"/>
            </a:xfrm>
            <a:custGeom>
              <a:rect b="b" l="l" r="r" t="t"/>
              <a:pathLst>
                <a:path extrusionOk="0" h="5028" w="5040">
                  <a:moveTo>
                    <a:pt x="3501" y="0"/>
                  </a:moveTo>
                  <a:lnTo>
                    <a:pt x="3501" y="0"/>
                  </a:lnTo>
                  <a:cubicBezTo>
                    <a:pt x="3982" y="933"/>
                    <a:pt x="3809" y="2077"/>
                    <a:pt x="3059" y="2827"/>
                  </a:cubicBezTo>
                  <a:cubicBezTo>
                    <a:pt x="2202" y="3689"/>
                    <a:pt x="1575" y="3999"/>
                    <a:pt x="1068" y="3999"/>
                  </a:cubicBezTo>
                  <a:cubicBezTo>
                    <a:pt x="652" y="3999"/>
                    <a:pt x="317" y="3792"/>
                    <a:pt x="1" y="3510"/>
                  </a:cubicBezTo>
                  <a:lnTo>
                    <a:pt x="1" y="3510"/>
                  </a:lnTo>
                  <a:cubicBezTo>
                    <a:pt x="155" y="3683"/>
                    <a:pt x="328" y="3856"/>
                    <a:pt x="501" y="4020"/>
                  </a:cubicBezTo>
                  <a:cubicBezTo>
                    <a:pt x="999" y="4517"/>
                    <a:pt x="1451" y="5027"/>
                    <a:pt x="2100" y="5027"/>
                  </a:cubicBezTo>
                  <a:cubicBezTo>
                    <a:pt x="2605" y="5027"/>
                    <a:pt x="3229" y="4719"/>
                    <a:pt x="4088" y="3856"/>
                  </a:cubicBezTo>
                  <a:cubicBezTo>
                    <a:pt x="5040" y="2914"/>
                    <a:pt x="5040" y="1375"/>
                    <a:pt x="4088" y="433"/>
                  </a:cubicBezTo>
                  <a:cubicBezTo>
                    <a:pt x="3915" y="260"/>
                    <a:pt x="3713" y="116"/>
                    <a:pt x="3501" y="0"/>
                  </a:cubicBezTo>
                  <a:close/>
                </a:path>
              </a:pathLst>
            </a:custGeom>
            <a:solidFill>
              <a:srgbClr val="324B6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204" name="Google Shape;18204;p45"/>
            <p:cNvSpPr/>
            <p:nvPr/>
          </p:nvSpPr>
          <p:spPr>
            <a:xfrm>
              <a:off x="7804158" y="3929457"/>
              <a:ext cx="28667" cy="28432"/>
            </a:xfrm>
            <a:custGeom>
              <a:rect b="b" l="l" r="r" t="t"/>
              <a:pathLst>
                <a:path extrusionOk="0" h="1088" w="1097">
                  <a:moveTo>
                    <a:pt x="549" y="1"/>
                  </a:moveTo>
                  <a:cubicBezTo>
                    <a:pt x="250" y="1"/>
                    <a:pt x="0" y="241"/>
                    <a:pt x="0" y="539"/>
                  </a:cubicBezTo>
                  <a:cubicBezTo>
                    <a:pt x="0" y="847"/>
                    <a:pt x="250" y="1087"/>
                    <a:pt x="549" y="1087"/>
                  </a:cubicBezTo>
                  <a:cubicBezTo>
                    <a:pt x="847" y="1087"/>
                    <a:pt x="1097" y="847"/>
                    <a:pt x="1097" y="539"/>
                  </a:cubicBezTo>
                  <a:cubicBezTo>
                    <a:pt x="1097" y="241"/>
                    <a:pt x="847" y="1"/>
                    <a:pt x="549" y="1"/>
                  </a:cubicBezTo>
                  <a:close/>
                </a:path>
              </a:pathLst>
            </a:custGeom>
            <a:solidFill>
              <a:srgbClr val="41586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205" name="Google Shape;18205;p45"/>
            <p:cNvSpPr/>
            <p:nvPr/>
          </p:nvSpPr>
          <p:spPr>
            <a:xfrm>
              <a:off x="7806929" y="4129710"/>
              <a:ext cx="29922" cy="28929"/>
            </a:xfrm>
            <a:custGeom>
              <a:rect b="b" l="l" r="r" t="t"/>
              <a:pathLst>
                <a:path extrusionOk="0" h="1107" w="1145">
                  <a:moveTo>
                    <a:pt x="581" y="0"/>
                  </a:moveTo>
                  <a:cubicBezTo>
                    <a:pt x="525" y="0"/>
                    <a:pt x="469" y="27"/>
                    <a:pt x="433" y="79"/>
                  </a:cubicBezTo>
                  <a:lnTo>
                    <a:pt x="58" y="579"/>
                  </a:lnTo>
                  <a:cubicBezTo>
                    <a:pt x="0" y="656"/>
                    <a:pt x="10" y="752"/>
                    <a:pt x="68" y="819"/>
                  </a:cubicBezTo>
                  <a:lnTo>
                    <a:pt x="298" y="1050"/>
                  </a:lnTo>
                  <a:cubicBezTo>
                    <a:pt x="336" y="1087"/>
                    <a:pt x="385" y="1107"/>
                    <a:pt x="435" y="1107"/>
                  </a:cubicBezTo>
                  <a:cubicBezTo>
                    <a:pt x="475" y="1107"/>
                    <a:pt x="514" y="1095"/>
                    <a:pt x="548" y="1069"/>
                  </a:cubicBezTo>
                  <a:lnTo>
                    <a:pt x="1048" y="694"/>
                  </a:lnTo>
                  <a:cubicBezTo>
                    <a:pt x="1135" y="617"/>
                    <a:pt x="1145" y="482"/>
                    <a:pt x="1068" y="406"/>
                  </a:cubicBezTo>
                  <a:lnTo>
                    <a:pt x="712" y="59"/>
                  </a:lnTo>
                  <a:cubicBezTo>
                    <a:pt x="676" y="20"/>
                    <a:pt x="629" y="0"/>
                    <a:pt x="581" y="0"/>
                  </a:cubicBezTo>
                  <a:close/>
                </a:path>
              </a:pathLst>
            </a:custGeom>
            <a:solidFill>
              <a:srgbClr val="41586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8206" name="Google Shape;18206;p45"/>
          <p:cNvGrpSpPr/>
          <p:nvPr/>
        </p:nvGrpSpPr>
        <p:grpSpPr>
          <a:xfrm>
            <a:off x="5206562" y="3619347"/>
            <a:ext cx="363895" cy="355664"/>
            <a:chOff x="5206562" y="3803994"/>
            <a:chExt cx="363895" cy="355664"/>
          </a:xfrm>
        </p:grpSpPr>
        <p:sp>
          <p:nvSpPr>
            <p:cNvPr id="18207" name="Google Shape;18207;p45"/>
            <p:cNvSpPr/>
            <p:nvPr/>
          </p:nvSpPr>
          <p:spPr>
            <a:xfrm>
              <a:off x="5284724" y="3924701"/>
              <a:ext cx="212849" cy="192753"/>
            </a:xfrm>
            <a:custGeom>
              <a:rect b="b" l="l" r="r" t="t"/>
              <a:pathLst>
                <a:path extrusionOk="0" h="7376" w="8145">
                  <a:moveTo>
                    <a:pt x="0" y="0"/>
                  </a:moveTo>
                  <a:lnTo>
                    <a:pt x="0" y="7376"/>
                  </a:lnTo>
                  <a:lnTo>
                    <a:pt x="8145" y="7376"/>
                  </a:lnTo>
                  <a:lnTo>
                    <a:pt x="8145" y="0"/>
                  </a:lnTo>
                  <a:close/>
                </a:path>
              </a:pathLst>
            </a:custGeom>
            <a:solidFill>
              <a:srgbClr val="A7B8C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208" name="Google Shape;18208;p45"/>
            <p:cNvSpPr/>
            <p:nvPr/>
          </p:nvSpPr>
          <p:spPr>
            <a:xfrm>
              <a:off x="5241240" y="3803994"/>
              <a:ext cx="294539" cy="96586"/>
            </a:xfrm>
            <a:custGeom>
              <a:rect b="b" l="l" r="r" t="t"/>
              <a:pathLst>
                <a:path extrusionOk="0" h="3696" w="11271">
                  <a:moveTo>
                    <a:pt x="5645" y="1"/>
                  </a:moveTo>
                  <a:cubicBezTo>
                    <a:pt x="5619" y="1"/>
                    <a:pt x="5592" y="8"/>
                    <a:pt x="5568" y="23"/>
                  </a:cubicBezTo>
                  <a:lnTo>
                    <a:pt x="1" y="3254"/>
                  </a:lnTo>
                  <a:lnTo>
                    <a:pt x="414" y="3696"/>
                  </a:lnTo>
                  <a:lnTo>
                    <a:pt x="10876" y="3696"/>
                  </a:lnTo>
                  <a:lnTo>
                    <a:pt x="11270" y="3273"/>
                  </a:lnTo>
                  <a:lnTo>
                    <a:pt x="5722" y="23"/>
                  </a:lnTo>
                  <a:cubicBezTo>
                    <a:pt x="5698" y="8"/>
                    <a:pt x="5672" y="1"/>
                    <a:pt x="5645" y="1"/>
                  </a:cubicBezTo>
                  <a:close/>
                </a:path>
              </a:pathLst>
            </a:custGeom>
            <a:solidFill>
              <a:srgbClr val="DAE1E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209" name="Google Shape;18209;p45"/>
            <p:cNvSpPr/>
            <p:nvPr/>
          </p:nvSpPr>
          <p:spPr>
            <a:xfrm>
              <a:off x="5277172" y="3828820"/>
              <a:ext cx="222675" cy="73014"/>
            </a:xfrm>
            <a:custGeom>
              <a:rect b="b" l="l" r="r" t="t"/>
              <a:pathLst>
                <a:path extrusionOk="0" h="2794" w="8521">
                  <a:moveTo>
                    <a:pt x="4267" y="1"/>
                  </a:moveTo>
                  <a:cubicBezTo>
                    <a:pt x="4246" y="1"/>
                    <a:pt x="4227" y="5"/>
                    <a:pt x="4212" y="15"/>
                  </a:cubicBezTo>
                  <a:lnTo>
                    <a:pt x="1" y="2457"/>
                  </a:lnTo>
                  <a:lnTo>
                    <a:pt x="308" y="2794"/>
                  </a:lnTo>
                  <a:lnTo>
                    <a:pt x="8213" y="2794"/>
                  </a:lnTo>
                  <a:lnTo>
                    <a:pt x="8520" y="2467"/>
                  </a:lnTo>
                  <a:lnTo>
                    <a:pt x="4328" y="15"/>
                  </a:lnTo>
                  <a:cubicBezTo>
                    <a:pt x="4309" y="5"/>
                    <a:pt x="4287" y="1"/>
                    <a:pt x="4267" y="1"/>
                  </a:cubicBezTo>
                  <a:close/>
                </a:path>
              </a:pathLst>
            </a:custGeom>
            <a:solidFill>
              <a:srgbClr val="E9EDF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210" name="Google Shape;18210;p45"/>
            <p:cNvSpPr/>
            <p:nvPr/>
          </p:nvSpPr>
          <p:spPr>
            <a:xfrm>
              <a:off x="5238731" y="3888507"/>
              <a:ext cx="299557" cy="36220"/>
            </a:xfrm>
            <a:custGeom>
              <a:rect b="b" l="l" r="r" t="t"/>
              <a:pathLst>
                <a:path extrusionOk="0" h="1386" w="11463">
                  <a:moveTo>
                    <a:pt x="193" y="0"/>
                  </a:moveTo>
                  <a:cubicBezTo>
                    <a:pt x="87" y="0"/>
                    <a:pt x="0" y="87"/>
                    <a:pt x="0" y="193"/>
                  </a:cubicBezTo>
                  <a:lnTo>
                    <a:pt x="0" y="1202"/>
                  </a:lnTo>
                  <a:cubicBezTo>
                    <a:pt x="0" y="1308"/>
                    <a:pt x="87" y="1385"/>
                    <a:pt x="193" y="1385"/>
                  </a:cubicBezTo>
                  <a:lnTo>
                    <a:pt x="11270" y="1385"/>
                  </a:lnTo>
                  <a:cubicBezTo>
                    <a:pt x="11376" y="1385"/>
                    <a:pt x="11463" y="1298"/>
                    <a:pt x="11463" y="1193"/>
                  </a:cubicBezTo>
                  <a:lnTo>
                    <a:pt x="11463" y="193"/>
                  </a:lnTo>
                  <a:cubicBezTo>
                    <a:pt x="11463" y="87"/>
                    <a:pt x="11376" y="0"/>
                    <a:pt x="11270" y="0"/>
                  </a:cubicBezTo>
                  <a:close/>
                </a:path>
              </a:pathLst>
            </a:custGeom>
            <a:solidFill>
              <a:srgbClr val="CFD9E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211" name="Google Shape;18211;p45"/>
            <p:cNvSpPr/>
            <p:nvPr/>
          </p:nvSpPr>
          <p:spPr>
            <a:xfrm>
              <a:off x="5284724" y="3924701"/>
              <a:ext cx="212849" cy="186978"/>
            </a:xfrm>
            <a:custGeom>
              <a:rect b="b" l="l" r="r" t="t"/>
              <a:pathLst>
                <a:path extrusionOk="0" h="7155" w="8145">
                  <a:moveTo>
                    <a:pt x="0" y="0"/>
                  </a:moveTo>
                  <a:lnTo>
                    <a:pt x="0" y="1202"/>
                  </a:lnTo>
                  <a:lnTo>
                    <a:pt x="4712" y="1202"/>
                  </a:lnTo>
                  <a:cubicBezTo>
                    <a:pt x="6452" y="1202"/>
                    <a:pt x="7866" y="2616"/>
                    <a:pt x="7866" y="4356"/>
                  </a:cubicBezTo>
                  <a:lnTo>
                    <a:pt x="7866" y="7154"/>
                  </a:lnTo>
                  <a:lnTo>
                    <a:pt x="8145" y="7154"/>
                  </a:lnTo>
                  <a:lnTo>
                    <a:pt x="8145" y="0"/>
                  </a:lnTo>
                  <a:close/>
                </a:path>
              </a:pathLst>
            </a:custGeom>
            <a:solidFill>
              <a:srgbClr val="808F9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212" name="Google Shape;18212;p45"/>
            <p:cNvSpPr/>
            <p:nvPr/>
          </p:nvSpPr>
          <p:spPr>
            <a:xfrm>
              <a:off x="5245421" y="3924701"/>
              <a:ext cx="77012" cy="170645"/>
            </a:xfrm>
            <a:custGeom>
              <a:rect b="b" l="l" r="r" t="t"/>
              <a:pathLst>
                <a:path extrusionOk="0" h="6530" w="2947">
                  <a:moveTo>
                    <a:pt x="427" y="0"/>
                  </a:moveTo>
                  <a:cubicBezTo>
                    <a:pt x="216" y="0"/>
                    <a:pt x="33" y="163"/>
                    <a:pt x="14" y="385"/>
                  </a:cubicBezTo>
                  <a:cubicBezTo>
                    <a:pt x="1" y="636"/>
                    <a:pt x="204" y="806"/>
                    <a:pt x="415" y="806"/>
                  </a:cubicBezTo>
                  <a:cubicBezTo>
                    <a:pt x="518" y="806"/>
                    <a:pt x="624" y="765"/>
                    <a:pt x="706" y="673"/>
                  </a:cubicBezTo>
                  <a:cubicBezTo>
                    <a:pt x="718" y="661"/>
                    <a:pt x="734" y="655"/>
                    <a:pt x="749" y="655"/>
                  </a:cubicBezTo>
                  <a:cubicBezTo>
                    <a:pt x="781" y="655"/>
                    <a:pt x="812" y="679"/>
                    <a:pt x="812" y="712"/>
                  </a:cubicBezTo>
                  <a:lnTo>
                    <a:pt x="812" y="6529"/>
                  </a:lnTo>
                  <a:lnTo>
                    <a:pt x="2014" y="6529"/>
                  </a:lnTo>
                  <a:lnTo>
                    <a:pt x="2014" y="712"/>
                  </a:lnTo>
                  <a:cubicBezTo>
                    <a:pt x="2014" y="679"/>
                    <a:pt x="2045" y="655"/>
                    <a:pt x="2076" y="655"/>
                  </a:cubicBezTo>
                  <a:cubicBezTo>
                    <a:pt x="2092" y="655"/>
                    <a:pt x="2107" y="661"/>
                    <a:pt x="2120" y="673"/>
                  </a:cubicBezTo>
                  <a:cubicBezTo>
                    <a:pt x="2190" y="752"/>
                    <a:pt x="2285" y="799"/>
                    <a:pt x="2389" y="799"/>
                  </a:cubicBezTo>
                  <a:cubicBezTo>
                    <a:pt x="2398" y="799"/>
                    <a:pt x="2408" y="799"/>
                    <a:pt x="2418" y="798"/>
                  </a:cubicBezTo>
                  <a:cubicBezTo>
                    <a:pt x="2946" y="798"/>
                    <a:pt x="2946" y="0"/>
                    <a:pt x="2408" y="0"/>
                  </a:cubicBezTo>
                  <a:close/>
                </a:path>
              </a:pathLst>
            </a:custGeom>
            <a:solidFill>
              <a:srgbClr val="DAE1E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213" name="Google Shape;18213;p45"/>
            <p:cNvSpPr/>
            <p:nvPr/>
          </p:nvSpPr>
          <p:spPr>
            <a:xfrm>
              <a:off x="5262093" y="4095058"/>
              <a:ext cx="40479" cy="20880"/>
            </a:xfrm>
            <a:custGeom>
              <a:rect b="b" l="l" r="r" t="t"/>
              <a:pathLst>
                <a:path extrusionOk="0" h="799" w="1549">
                  <a:moveTo>
                    <a:pt x="145" y="1"/>
                  </a:moveTo>
                  <a:cubicBezTo>
                    <a:pt x="68" y="1"/>
                    <a:pt x="1" y="68"/>
                    <a:pt x="1" y="155"/>
                  </a:cubicBezTo>
                  <a:lnTo>
                    <a:pt x="1" y="799"/>
                  </a:lnTo>
                  <a:lnTo>
                    <a:pt x="1549" y="799"/>
                  </a:lnTo>
                  <a:lnTo>
                    <a:pt x="1549" y="155"/>
                  </a:lnTo>
                  <a:cubicBezTo>
                    <a:pt x="1549" y="68"/>
                    <a:pt x="1482" y="1"/>
                    <a:pt x="1405" y="1"/>
                  </a:cubicBezTo>
                  <a:close/>
                </a:path>
              </a:pathLst>
            </a:custGeom>
            <a:solidFill>
              <a:srgbClr val="CFD9E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214" name="Google Shape;18214;p45"/>
            <p:cNvSpPr/>
            <p:nvPr/>
          </p:nvSpPr>
          <p:spPr>
            <a:xfrm>
              <a:off x="5353479" y="3924701"/>
              <a:ext cx="77012" cy="170645"/>
            </a:xfrm>
            <a:custGeom>
              <a:rect b="b" l="l" r="r" t="t"/>
              <a:pathLst>
                <a:path extrusionOk="0" h="6530" w="2947">
                  <a:moveTo>
                    <a:pt x="427" y="0"/>
                  </a:moveTo>
                  <a:cubicBezTo>
                    <a:pt x="215" y="0"/>
                    <a:pt x="33" y="163"/>
                    <a:pt x="13" y="385"/>
                  </a:cubicBezTo>
                  <a:cubicBezTo>
                    <a:pt x="1" y="636"/>
                    <a:pt x="204" y="806"/>
                    <a:pt x="415" y="806"/>
                  </a:cubicBezTo>
                  <a:cubicBezTo>
                    <a:pt x="518" y="806"/>
                    <a:pt x="624" y="765"/>
                    <a:pt x="706" y="673"/>
                  </a:cubicBezTo>
                  <a:cubicBezTo>
                    <a:pt x="718" y="661"/>
                    <a:pt x="734" y="655"/>
                    <a:pt x="749" y="655"/>
                  </a:cubicBezTo>
                  <a:cubicBezTo>
                    <a:pt x="781" y="655"/>
                    <a:pt x="812" y="679"/>
                    <a:pt x="812" y="712"/>
                  </a:cubicBezTo>
                  <a:lnTo>
                    <a:pt x="812" y="6529"/>
                  </a:lnTo>
                  <a:lnTo>
                    <a:pt x="2014" y="6529"/>
                  </a:lnTo>
                  <a:lnTo>
                    <a:pt x="2014" y="712"/>
                  </a:lnTo>
                  <a:cubicBezTo>
                    <a:pt x="2014" y="679"/>
                    <a:pt x="2044" y="655"/>
                    <a:pt x="2076" y="655"/>
                  </a:cubicBezTo>
                  <a:cubicBezTo>
                    <a:pt x="2092" y="655"/>
                    <a:pt x="2107" y="661"/>
                    <a:pt x="2119" y="673"/>
                  </a:cubicBezTo>
                  <a:cubicBezTo>
                    <a:pt x="2190" y="752"/>
                    <a:pt x="2284" y="799"/>
                    <a:pt x="2388" y="799"/>
                  </a:cubicBezTo>
                  <a:cubicBezTo>
                    <a:pt x="2398" y="799"/>
                    <a:pt x="2408" y="799"/>
                    <a:pt x="2417" y="798"/>
                  </a:cubicBezTo>
                  <a:cubicBezTo>
                    <a:pt x="2946" y="798"/>
                    <a:pt x="2946" y="0"/>
                    <a:pt x="2408" y="0"/>
                  </a:cubicBezTo>
                  <a:close/>
                </a:path>
              </a:pathLst>
            </a:custGeom>
            <a:solidFill>
              <a:srgbClr val="DAE1E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215" name="Google Shape;18215;p45"/>
            <p:cNvSpPr/>
            <p:nvPr/>
          </p:nvSpPr>
          <p:spPr>
            <a:xfrm>
              <a:off x="5370151" y="4095058"/>
              <a:ext cx="40741" cy="20880"/>
            </a:xfrm>
            <a:custGeom>
              <a:rect b="b" l="l" r="r" t="t"/>
              <a:pathLst>
                <a:path extrusionOk="0" h="799" w="1559">
                  <a:moveTo>
                    <a:pt x="154" y="1"/>
                  </a:moveTo>
                  <a:cubicBezTo>
                    <a:pt x="68" y="1"/>
                    <a:pt x="1" y="68"/>
                    <a:pt x="1" y="155"/>
                  </a:cubicBezTo>
                  <a:lnTo>
                    <a:pt x="1" y="799"/>
                  </a:lnTo>
                  <a:lnTo>
                    <a:pt x="1558" y="799"/>
                  </a:lnTo>
                  <a:lnTo>
                    <a:pt x="1558" y="155"/>
                  </a:lnTo>
                  <a:cubicBezTo>
                    <a:pt x="1558" y="68"/>
                    <a:pt x="1491" y="1"/>
                    <a:pt x="1404" y="1"/>
                  </a:cubicBezTo>
                  <a:close/>
                </a:path>
              </a:pathLst>
            </a:custGeom>
            <a:solidFill>
              <a:srgbClr val="CFD9E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216" name="Google Shape;18216;p45"/>
            <p:cNvSpPr/>
            <p:nvPr/>
          </p:nvSpPr>
          <p:spPr>
            <a:xfrm>
              <a:off x="5462033" y="3924701"/>
              <a:ext cx="77012" cy="170645"/>
            </a:xfrm>
            <a:custGeom>
              <a:rect b="b" l="l" r="r" t="t"/>
              <a:pathLst>
                <a:path extrusionOk="0" h="6530" w="2947">
                  <a:moveTo>
                    <a:pt x="427" y="0"/>
                  </a:moveTo>
                  <a:cubicBezTo>
                    <a:pt x="206" y="0"/>
                    <a:pt x="23" y="163"/>
                    <a:pt x="14" y="385"/>
                  </a:cubicBezTo>
                  <a:cubicBezTo>
                    <a:pt x="1" y="636"/>
                    <a:pt x="204" y="806"/>
                    <a:pt x="415" y="806"/>
                  </a:cubicBezTo>
                  <a:cubicBezTo>
                    <a:pt x="519" y="806"/>
                    <a:pt x="624" y="765"/>
                    <a:pt x="706" y="673"/>
                  </a:cubicBezTo>
                  <a:cubicBezTo>
                    <a:pt x="718" y="661"/>
                    <a:pt x="734" y="655"/>
                    <a:pt x="749" y="655"/>
                  </a:cubicBezTo>
                  <a:cubicBezTo>
                    <a:pt x="781" y="655"/>
                    <a:pt x="812" y="679"/>
                    <a:pt x="812" y="712"/>
                  </a:cubicBezTo>
                  <a:lnTo>
                    <a:pt x="812" y="6529"/>
                  </a:lnTo>
                  <a:lnTo>
                    <a:pt x="2014" y="6529"/>
                  </a:lnTo>
                  <a:lnTo>
                    <a:pt x="2014" y="712"/>
                  </a:lnTo>
                  <a:cubicBezTo>
                    <a:pt x="2014" y="679"/>
                    <a:pt x="2045" y="655"/>
                    <a:pt x="2076" y="655"/>
                  </a:cubicBezTo>
                  <a:cubicBezTo>
                    <a:pt x="2092" y="655"/>
                    <a:pt x="2107" y="661"/>
                    <a:pt x="2120" y="673"/>
                  </a:cubicBezTo>
                  <a:cubicBezTo>
                    <a:pt x="2190" y="752"/>
                    <a:pt x="2285" y="799"/>
                    <a:pt x="2389" y="799"/>
                  </a:cubicBezTo>
                  <a:cubicBezTo>
                    <a:pt x="2398" y="799"/>
                    <a:pt x="2408" y="799"/>
                    <a:pt x="2418" y="798"/>
                  </a:cubicBezTo>
                  <a:cubicBezTo>
                    <a:pt x="2947" y="798"/>
                    <a:pt x="2937" y="0"/>
                    <a:pt x="2408" y="0"/>
                  </a:cubicBezTo>
                  <a:close/>
                </a:path>
              </a:pathLst>
            </a:custGeom>
            <a:solidFill>
              <a:srgbClr val="DAE1E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217" name="Google Shape;18217;p45"/>
            <p:cNvSpPr/>
            <p:nvPr/>
          </p:nvSpPr>
          <p:spPr>
            <a:xfrm>
              <a:off x="5478470" y="4095058"/>
              <a:ext cx="40479" cy="20880"/>
            </a:xfrm>
            <a:custGeom>
              <a:rect b="b" l="l" r="r" t="t"/>
              <a:pathLst>
                <a:path extrusionOk="0" h="799" w="1549">
                  <a:moveTo>
                    <a:pt x="154" y="1"/>
                  </a:moveTo>
                  <a:cubicBezTo>
                    <a:pt x="67" y="1"/>
                    <a:pt x="0" y="68"/>
                    <a:pt x="0" y="155"/>
                  </a:cubicBezTo>
                  <a:lnTo>
                    <a:pt x="0" y="799"/>
                  </a:lnTo>
                  <a:lnTo>
                    <a:pt x="1548" y="799"/>
                  </a:lnTo>
                  <a:lnTo>
                    <a:pt x="1548" y="155"/>
                  </a:lnTo>
                  <a:cubicBezTo>
                    <a:pt x="1548" y="68"/>
                    <a:pt x="1481" y="1"/>
                    <a:pt x="1404" y="1"/>
                  </a:cubicBezTo>
                  <a:close/>
                </a:path>
              </a:pathLst>
            </a:custGeom>
            <a:solidFill>
              <a:srgbClr val="CFD9E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218" name="Google Shape;18218;p45"/>
            <p:cNvSpPr/>
            <p:nvPr/>
          </p:nvSpPr>
          <p:spPr>
            <a:xfrm>
              <a:off x="5240247" y="4111652"/>
              <a:ext cx="296525" cy="25139"/>
            </a:xfrm>
            <a:custGeom>
              <a:rect b="b" l="l" r="r" t="t"/>
              <a:pathLst>
                <a:path extrusionOk="0" h="962" w="11347">
                  <a:moveTo>
                    <a:pt x="385" y="0"/>
                  </a:moveTo>
                  <a:cubicBezTo>
                    <a:pt x="173" y="0"/>
                    <a:pt x="0" y="173"/>
                    <a:pt x="0" y="385"/>
                  </a:cubicBezTo>
                  <a:lnTo>
                    <a:pt x="0" y="962"/>
                  </a:lnTo>
                  <a:lnTo>
                    <a:pt x="11347" y="962"/>
                  </a:lnTo>
                  <a:lnTo>
                    <a:pt x="11347" y="385"/>
                  </a:lnTo>
                  <a:cubicBezTo>
                    <a:pt x="11347" y="173"/>
                    <a:pt x="11174" y="0"/>
                    <a:pt x="10962" y="0"/>
                  </a:cubicBezTo>
                  <a:close/>
                </a:path>
              </a:pathLst>
            </a:custGeom>
            <a:solidFill>
              <a:srgbClr val="E9EDF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219" name="Google Shape;18219;p45"/>
            <p:cNvSpPr/>
            <p:nvPr/>
          </p:nvSpPr>
          <p:spPr>
            <a:xfrm>
              <a:off x="5229166" y="4133003"/>
              <a:ext cx="318686" cy="21403"/>
            </a:xfrm>
            <a:custGeom>
              <a:rect b="b" l="l" r="r" t="t"/>
              <a:pathLst>
                <a:path extrusionOk="0" h="819" w="12195">
                  <a:moveTo>
                    <a:pt x="405" y="1"/>
                  </a:moveTo>
                  <a:cubicBezTo>
                    <a:pt x="184" y="1"/>
                    <a:pt x="1" y="183"/>
                    <a:pt x="1" y="395"/>
                  </a:cubicBezTo>
                  <a:lnTo>
                    <a:pt x="1" y="818"/>
                  </a:lnTo>
                  <a:lnTo>
                    <a:pt x="12194" y="818"/>
                  </a:lnTo>
                  <a:lnTo>
                    <a:pt x="12194" y="395"/>
                  </a:lnTo>
                  <a:cubicBezTo>
                    <a:pt x="12194" y="183"/>
                    <a:pt x="12011" y="1"/>
                    <a:pt x="11800" y="1"/>
                  </a:cubicBezTo>
                  <a:close/>
                </a:path>
              </a:pathLst>
            </a:custGeom>
            <a:solidFill>
              <a:srgbClr val="CFD9E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220" name="Google Shape;18220;p45"/>
            <p:cNvSpPr/>
            <p:nvPr/>
          </p:nvSpPr>
          <p:spPr>
            <a:xfrm>
              <a:off x="5206562" y="4149100"/>
              <a:ext cx="363895" cy="10558"/>
            </a:xfrm>
            <a:custGeom>
              <a:rect b="b" l="l" r="r" t="t"/>
              <a:pathLst>
                <a:path extrusionOk="0" h="404" w="13925">
                  <a:moveTo>
                    <a:pt x="270" y="0"/>
                  </a:moveTo>
                  <a:cubicBezTo>
                    <a:pt x="0" y="0"/>
                    <a:pt x="0" y="404"/>
                    <a:pt x="270" y="404"/>
                  </a:cubicBezTo>
                  <a:lnTo>
                    <a:pt x="13665" y="404"/>
                  </a:lnTo>
                  <a:cubicBezTo>
                    <a:pt x="13925" y="404"/>
                    <a:pt x="13925" y="0"/>
                    <a:pt x="13665" y="0"/>
                  </a:cubicBezTo>
                  <a:close/>
                </a:path>
              </a:pathLst>
            </a:custGeom>
            <a:solidFill>
              <a:srgbClr val="65788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18221" name="Google Shape;18221;p45"/>
          <p:cNvSpPr txBox="1"/>
          <p:nvPr/>
        </p:nvSpPr>
        <p:spPr>
          <a:xfrm>
            <a:off x="849675" y="715200"/>
            <a:ext cx="3482100" cy="482400"/>
          </a:xfrm>
          <a:prstGeom prst="rect">
            <a:avLst/>
          </a:prstGeom>
          <a:noFill/>
          <a:ln>
            <a:noFill/>
          </a:ln>
        </p:spPr>
        <p:txBody>
          <a:bodyPr anchorCtr="0" anchor="t"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2400"/>
              <a:buFont typeface="Arial"/>
              <a:buNone/>
            </a:pPr>
            <a:r>
              <a:rPr b="0" i="0" lang="en" sz="2400" u="none" cap="none" strike="noStrike">
                <a:solidFill>
                  <a:srgbClr val="FFFFFF"/>
                </a:solidFill>
                <a:latin typeface="Arial"/>
                <a:ea typeface="Arial"/>
                <a:cs typeface="Arial"/>
                <a:sym typeface="Arial"/>
              </a:rPr>
              <a:t>Creative Process Icons</a:t>
            </a:r>
            <a:endParaRPr b="0" i="0" sz="2400" u="none" cap="none" strike="noStrike">
              <a:solidFill>
                <a:srgbClr val="FFFFFF"/>
              </a:solidFill>
              <a:latin typeface="Arial"/>
              <a:ea typeface="Arial"/>
              <a:cs typeface="Arial"/>
              <a:sym typeface="Arial"/>
            </a:endParaRPr>
          </a:p>
        </p:txBody>
      </p:sp>
      <p:sp>
        <p:nvSpPr>
          <p:cNvPr id="18222" name="Google Shape;18222;p45"/>
          <p:cNvSpPr txBox="1"/>
          <p:nvPr/>
        </p:nvSpPr>
        <p:spPr>
          <a:xfrm>
            <a:off x="4858400" y="715200"/>
            <a:ext cx="3482100" cy="482400"/>
          </a:xfrm>
          <a:prstGeom prst="rect">
            <a:avLst/>
          </a:prstGeom>
          <a:noFill/>
          <a:ln>
            <a:noFill/>
          </a:ln>
        </p:spPr>
        <p:txBody>
          <a:bodyPr anchorCtr="0" anchor="t"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2400"/>
              <a:buFont typeface="Arial"/>
              <a:buNone/>
            </a:pPr>
            <a:r>
              <a:rPr b="0" i="0" lang="en" sz="2400" u="none" cap="none" strike="noStrike">
                <a:solidFill>
                  <a:srgbClr val="FFFFFF"/>
                </a:solidFill>
                <a:latin typeface="Arial"/>
                <a:ea typeface="Arial"/>
                <a:cs typeface="Arial"/>
                <a:sym typeface="Arial"/>
              </a:rPr>
              <a:t>Performing Arts Icons</a:t>
            </a:r>
            <a:endParaRPr b="0" i="0" sz="2400" u="none" cap="none" strike="noStrike">
              <a:solidFill>
                <a:srgbClr val="FFFFFF"/>
              </a:solidFill>
              <a:latin typeface="Arial"/>
              <a:ea typeface="Arial"/>
              <a:cs typeface="Arial"/>
              <a:sym typeface="Arial"/>
            </a:endParaRPr>
          </a:p>
        </p:txBody>
      </p:sp>
    </p:spTree>
  </p:cSld>
  <p:clrMapOvr>
    <a:masterClrMapping/>
  </p:clrMapOvr>
</p:sld>
</file>

<file path=ppt/slides/slide5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0">
  <p:cSld>
    <p:bg>
      <p:bgPr>
        <a:solidFill>
          <a:srgbClr val="0E2A47"/>
        </a:solidFill>
      </p:bgPr>
    </p:bg>
    <p:spTree>
      <p:nvGrpSpPr>
        <p:cNvPr id="18226" name="Shape 18226"/>
        <p:cNvGrpSpPr/>
        <p:nvPr/>
      </p:nvGrpSpPr>
      <p:grpSpPr>
        <a:xfrm>
          <a:off x="0" y="0"/>
          <a:ext cx="0" cy="0"/>
          <a:chOff x="0" y="0"/>
          <a:chExt cx="0" cy="0"/>
        </a:xfrm>
      </p:grpSpPr>
      <p:grpSp>
        <p:nvGrpSpPr>
          <p:cNvPr id="18227" name="Google Shape;18227;p46"/>
          <p:cNvGrpSpPr/>
          <p:nvPr/>
        </p:nvGrpSpPr>
        <p:grpSpPr>
          <a:xfrm>
            <a:off x="4682526" y="1512217"/>
            <a:ext cx="369947" cy="370131"/>
            <a:chOff x="4682526" y="1512217"/>
            <a:chExt cx="369947" cy="370131"/>
          </a:xfrm>
        </p:grpSpPr>
        <p:sp>
          <p:nvSpPr>
            <p:cNvPr id="18228" name="Google Shape;18228;p46"/>
            <p:cNvSpPr/>
            <p:nvPr/>
          </p:nvSpPr>
          <p:spPr>
            <a:xfrm>
              <a:off x="4921192" y="1512217"/>
              <a:ext cx="131281" cy="131281"/>
            </a:xfrm>
            <a:custGeom>
              <a:rect b="b" l="l" r="r" t="t"/>
              <a:pathLst>
                <a:path extrusionOk="0" h="5005" w="5005">
                  <a:moveTo>
                    <a:pt x="2503" y="0"/>
                  </a:moveTo>
                  <a:cubicBezTo>
                    <a:pt x="1120" y="0"/>
                    <a:pt x="1" y="1119"/>
                    <a:pt x="1" y="2502"/>
                  </a:cubicBezTo>
                  <a:cubicBezTo>
                    <a:pt x="1" y="3885"/>
                    <a:pt x="1120" y="5004"/>
                    <a:pt x="2503" y="5004"/>
                  </a:cubicBezTo>
                  <a:cubicBezTo>
                    <a:pt x="3886" y="5004"/>
                    <a:pt x="5005" y="3885"/>
                    <a:pt x="5005" y="2502"/>
                  </a:cubicBezTo>
                  <a:cubicBezTo>
                    <a:pt x="5005" y="1119"/>
                    <a:pt x="3886" y="0"/>
                    <a:pt x="2503" y="0"/>
                  </a:cubicBezTo>
                  <a:close/>
                </a:path>
              </a:pathLst>
            </a:custGeom>
            <a:solidFill>
              <a:srgbClr val="B2C2C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229" name="Google Shape;18229;p46"/>
            <p:cNvSpPr/>
            <p:nvPr/>
          </p:nvSpPr>
          <p:spPr>
            <a:xfrm>
              <a:off x="4945036" y="1536034"/>
              <a:ext cx="83621" cy="83621"/>
            </a:xfrm>
            <a:custGeom>
              <a:rect b="b" l="l" r="r" t="t"/>
              <a:pathLst>
                <a:path extrusionOk="0" h="3188" w="3188">
                  <a:moveTo>
                    <a:pt x="1594" y="1"/>
                  </a:moveTo>
                  <a:cubicBezTo>
                    <a:pt x="712" y="1"/>
                    <a:pt x="0" y="713"/>
                    <a:pt x="0" y="1594"/>
                  </a:cubicBezTo>
                  <a:cubicBezTo>
                    <a:pt x="0" y="2476"/>
                    <a:pt x="712" y="3187"/>
                    <a:pt x="1594" y="3187"/>
                  </a:cubicBezTo>
                  <a:cubicBezTo>
                    <a:pt x="2475" y="3187"/>
                    <a:pt x="3187" y="2476"/>
                    <a:pt x="3187" y="1594"/>
                  </a:cubicBezTo>
                  <a:cubicBezTo>
                    <a:pt x="3187" y="713"/>
                    <a:pt x="2475" y="1"/>
                    <a:pt x="1594" y="1"/>
                  </a:cubicBezTo>
                  <a:close/>
                </a:path>
              </a:pathLst>
            </a:custGeom>
            <a:solidFill>
              <a:srgbClr val="869FB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230" name="Google Shape;18230;p46"/>
            <p:cNvSpPr/>
            <p:nvPr/>
          </p:nvSpPr>
          <p:spPr>
            <a:xfrm>
              <a:off x="4682526" y="1512217"/>
              <a:ext cx="131281" cy="131281"/>
            </a:xfrm>
            <a:custGeom>
              <a:rect b="b" l="l" r="r" t="t"/>
              <a:pathLst>
                <a:path extrusionOk="0" h="5005" w="5005">
                  <a:moveTo>
                    <a:pt x="2502" y="0"/>
                  </a:moveTo>
                  <a:cubicBezTo>
                    <a:pt x="1119" y="0"/>
                    <a:pt x="0" y="1119"/>
                    <a:pt x="0" y="2502"/>
                  </a:cubicBezTo>
                  <a:cubicBezTo>
                    <a:pt x="0" y="3885"/>
                    <a:pt x="1119" y="5004"/>
                    <a:pt x="2502" y="5004"/>
                  </a:cubicBezTo>
                  <a:cubicBezTo>
                    <a:pt x="3886" y="5004"/>
                    <a:pt x="5004" y="3885"/>
                    <a:pt x="5004" y="2502"/>
                  </a:cubicBezTo>
                  <a:cubicBezTo>
                    <a:pt x="5004" y="1119"/>
                    <a:pt x="3886" y="0"/>
                    <a:pt x="2502" y="0"/>
                  </a:cubicBezTo>
                  <a:close/>
                </a:path>
              </a:pathLst>
            </a:custGeom>
            <a:solidFill>
              <a:srgbClr val="B2C2C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231" name="Google Shape;18231;p46"/>
            <p:cNvSpPr/>
            <p:nvPr/>
          </p:nvSpPr>
          <p:spPr>
            <a:xfrm>
              <a:off x="4706343" y="1536034"/>
              <a:ext cx="83621" cy="83621"/>
            </a:xfrm>
            <a:custGeom>
              <a:rect b="b" l="l" r="r" t="t"/>
              <a:pathLst>
                <a:path extrusionOk="0" h="3188" w="3188">
                  <a:moveTo>
                    <a:pt x="1594" y="1"/>
                  </a:moveTo>
                  <a:cubicBezTo>
                    <a:pt x="713" y="1"/>
                    <a:pt x="1" y="713"/>
                    <a:pt x="1" y="1594"/>
                  </a:cubicBezTo>
                  <a:cubicBezTo>
                    <a:pt x="1" y="2476"/>
                    <a:pt x="713" y="3187"/>
                    <a:pt x="1594" y="3187"/>
                  </a:cubicBezTo>
                  <a:cubicBezTo>
                    <a:pt x="2476" y="3187"/>
                    <a:pt x="3188" y="2476"/>
                    <a:pt x="3188" y="1594"/>
                  </a:cubicBezTo>
                  <a:cubicBezTo>
                    <a:pt x="3188" y="713"/>
                    <a:pt x="2476" y="1"/>
                    <a:pt x="1594" y="1"/>
                  </a:cubicBezTo>
                  <a:close/>
                </a:path>
              </a:pathLst>
            </a:custGeom>
            <a:solidFill>
              <a:srgbClr val="869FB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232" name="Google Shape;18232;p46"/>
            <p:cNvSpPr/>
            <p:nvPr/>
          </p:nvSpPr>
          <p:spPr>
            <a:xfrm>
              <a:off x="4694434" y="1547942"/>
              <a:ext cx="346131" cy="320006"/>
            </a:xfrm>
            <a:custGeom>
              <a:rect b="b" l="l" r="r" t="t"/>
              <a:pathLst>
                <a:path extrusionOk="0" h="12200" w="13196">
                  <a:moveTo>
                    <a:pt x="6598" y="1"/>
                  </a:moveTo>
                  <a:cubicBezTo>
                    <a:pt x="2957" y="1"/>
                    <a:pt x="1" y="2754"/>
                    <a:pt x="1" y="6151"/>
                  </a:cubicBezTo>
                  <a:cubicBezTo>
                    <a:pt x="1" y="8097"/>
                    <a:pt x="977" y="9833"/>
                    <a:pt x="2496" y="10958"/>
                  </a:cubicBezTo>
                  <a:cubicBezTo>
                    <a:pt x="3621" y="11792"/>
                    <a:pt x="5011" y="12199"/>
                    <a:pt x="6408" y="12199"/>
                  </a:cubicBezTo>
                  <a:lnTo>
                    <a:pt x="6768" y="12199"/>
                  </a:lnTo>
                  <a:cubicBezTo>
                    <a:pt x="8171" y="12199"/>
                    <a:pt x="9568" y="11799"/>
                    <a:pt x="10694" y="10965"/>
                  </a:cubicBezTo>
                  <a:cubicBezTo>
                    <a:pt x="12219" y="9840"/>
                    <a:pt x="13196" y="8097"/>
                    <a:pt x="13196" y="6151"/>
                  </a:cubicBezTo>
                  <a:cubicBezTo>
                    <a:pt x="13196" y="2754"/>
                    <a:pt x="10246" y="1"/>
                    <a:pt x="6598" y="1"/>
                  </a:cubicBezTo>
                  <a:close/>
                </a:path>
              </a:pathLst>
            </a:custGeom>
            <a:solidFill>
              <a:srgbClr val="BECBD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233" name="Google Shape;18233;p46"/>
            <p:cNvSpPr/>
            <p:nvPr/>
          </p:nvSpPr>
          <p:spPr>
            <a:xfrm>
              <a:off x="4694434" y="1547942"/>
              <a:ext cx="174849" cy="320163"/>
            </a:xfrm>
            <a:custGeom>
              <a:rect b="b" l="l" r="r" t="t"/>
              <a:pathLst>
                <a:path extrusionOk="0" h="12206" w="6666">
                  <a:moveTo>
                    <a:pt x="6598" y="1"/>
                  </a:moveTo>
                  <a:cubicBezTo>
                    <a:pt x="2957" y="1"/>
                    <a:pt x="1" y="2754"/>
                    <a:pt x="1" y="6151"/>
                  </a:cubicBezTo>
                  <a:cubicBezTo>
                    <a:pt x="1" y="8097"/>
                    <a:pt x="977" y="9833"/>
                    <a:pt x="2496" y="10958"/>
                  </a:cubicBezTo>
                  <a:cubicBezTo>
                    <a:pt x="3621" y="11792"/>
                    <a:pt x="5011" y="12199"/>
                    <a:pt x="6408" y="12206"/>
                  </a:cubicBezTo>
                  <a:lnTo>
                    <a:pt x="6503" y="12206"/>
                  </a:lnTo>
                  <a:cubicBezTo>
                    <a:pt x="5710" y="11996"/>
                    <a:pt x="4964" y="11636"/>
                    <a:pt x="4313" y="11141"/>
                  </a:cubicBezTo>
                  <a:cubicBezTo>
                    <a:pt x="2794" y="9975"/>
                    <a:pt x="1818" y="8171"/>
                    <a:pt x="1818" y="6151"/>
                  </a:cubicBezTo>
                  <a:cubicBezTo>
                    <a:pt x="1818" y="3215"/>
                    <a:pt x="3872" y="747"/>
                    <a:pt x="6666" y="1"/>
                  </a:cubicBezTo>
                  <a:close/>
                </a:path>
              </a:pathLst>
            </a:custGeom>
            <a:solidFill>
              <a:srgbClr val="B2C2C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234" name="Google Shape;18234;p46"/>
            <p:cNvSpPr/>
            <p:nvPr/>
          </p:nvSpPr>
          <p:spPr>
            <a:xfrm>
              <a:off x="4826397" y="1738975"/>
              <a:ext cx="82021" cy="143373"/>
            </a:xfrm>
            <a:custGeom>
              <a:rect b="b" l="l" r="r" t="t"/>
              <a:pathLst>
                <a:path extrusionOk="0" h="5466" w="3127">
                  <a:moveTo>
                    <a:pt x="1567" y="0"/>
                  </a:moveTo>
                  <a:cubicBezTo>
                    <a:pt x="699" y="0"/>
                    <a:pt x="1" y="726"/>
                    <a:pt x="41" y="1594"/>
                  </a:cubicBezTo>
                  <a:lnTo>
                    <a:pt x="143" y="4096"/>
                  </a:lnTo>
                  <a:cubicBezTo>
                    <a:pt x="177" y="4862"/>
                    <a:pt x="801" y="5465"/>
                    <a:pt x="1567" y="5465"/>
                  </a:cubicBezTo>
                  <a:cubicBezTo>
                    <a:pt x="2327" y="5465"/>
                    <a:pt x="2957" y="4862"/>
                    <a:pt x="2991" y="4096"/>
                  </a:cubicBezTo>
                  <a:lnTo>
                    <a:pt x="3093" y="1594"/>
                  </a:lnTo>
                  <a:cubicBezTo>
                    <a:pt x="3127" y="726"/>
                    <a:pt x="2435" y="0"/>
                    <a:pt x="1567" y="0"/>
                  </a:cubicBezTo>
                  <a:close/>
                </a:path>
              </a:pathLst>
            </a:custGeom>
            <a:solidFill>
              <a:srgbClr val="D1DCE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235" name="Google Shape;18235;p46"/>
            <p:cNvSpPr/>
            <p:nvPr/>
          </p:nvSpPr>
          <p:spPr>
            <a:xfrm>
              <a:off x="4826397" y="1738975"/>
              <a:ext cx="82205" cy="101484"/>
            </a:xfrm>
            <a:custGeom>
              <a:rect b="b" l="l" r="r" t="t"/>
              <a:pathLst>
                <a:path extrusionOk="0" h="3869" w="3134">
                  <a:moveTo>
                    <a:pt x="1567" y="0"/>
                  </a:moveTo>
                  <a:cubicBezTo>
                    <a:pt x="699" y="0"/>
                    <a:pt x="1" y="726"/>
                    <a:pt x="41" y="1594"/>
                  </a:cubicBezTo>
                  <a:lnTo>
                    <a:pt x="130" y="3614"/>
                  </a:lnTo>
                  <a:cubicBezTo>
                    <a:pt x="594" y="3784"/>
                    <a:pt x="1081" y="3869"/>
                    <a:pt x="1568" y="3869"/>
                  </a:cubicBezTo>
                  <a:cubicBezTo>
                    <a:pt x="2055" y="3869"/>
                    <a:pt x="2544" y="3784"/>
                    <a:pt x="3011" y="3614"/>
                  </a:cubicBezTo>
                  <a:lnTo>
                    <a:pt x="3093" y="1594"/>
                  </a:lnTo>
                  <a:cubicBezTo>
                    <a:pt x="3133" y="726"/>
                    <a:pt x="2435" y="0"/>
                    <a:pt x="1567" y="0"/>
                  </a:cubicBezTo>
                  <a:close/>
                </a:path>
              </a:pathLst>
            </a:custGeom>
            <a:solidFill>
              <a:srgbClr val="405C7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236" name="Google Shape;18236;p46"/>
            <p:cNvSpPr/>
            <p:nvPr/>
          </p:nvSpPr>
          <p:spPr>
            <a:xfrm>
              <a:off x="4766121" y="1685256"/>
              <a:ext cx="41811" cy="53745"/>
            </a:xfrm>
            <a:custGeom>
              <a:rect b="b" l="l" r="r" t="t"/>
              <a:pathLst>
                <a:path extrusionOk="0" h="2049" w="1594">
                  <a:moveTo>
                    <a:pt x="793" y="1"/>
                  </a:moveTo>
                  <a:cubicBezTo>
                    <a:pt x="353" y="1"/>
                    <a:pt x="0" y="360"/>
                    <a:pt x="0" y="801"/>
                  </a:cubicBezTo>
                  <a:lnTo>
                    <a:pt x="0" y="1255"/>
                  </a:lnTo>
                  <a:cubicBezTo>
                    <a:pt x="0" y="1689"/>
                    <a:pt x="353" y="2048"/>
                    <a:pt x="793" y="2048"/>
                  </a:cubicBezTo>
                  <a:cubicBezTo>
                    <a:pt x="1234" y="2048"/>
                    <a:pt x="1587" y="1689"/>
                    <a:pt x="1594" y="1255"/>
                  </a:cubicBezTo>
                  <a:lnTo>
                    <a:pt x="1594" y="801"/>
                  </a:lnTo>
                  <a:cubicBezTo>
                    <a:pt x="1587" y="360"/>
                    <a:pt x="1234" y="1"/>
                    <a:pt x="793" y="1"/>
                  </a:cubicBezTo>
                  <a:close/>
                </a:path>
              </a:pathLst>
            </a:custGeom>
            <a:solidFill>
              <a:srgbClr val="203B5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237" name="Google Shape;18237;p46"/>
            <p:cNvSpPr/>
            <p:nvPr/>
          </p:nvSpPr>
          <p:spPr>
            <a:xfrm>
              <a:off x="4783905" y="1685256"/>
              <a:ext cx="24027" cy="41811"/>
            </a:xfrm>
            <a:custGeom>
              <a:rect b="b" l="l" r="r" t="t"/>
              <a:pathLst>
                <a:path extrusionOk="0" h="1594" w="916">
                  <a:moveTo>
                    <a:pt x="115" y="1"/>
                  </a:moveTo>
                  <a:cubicBezTo>
                    <a:pt x="75" y="1"/>
                    <a:pt x="41" y="7"/>
                    <a:pt x="0" y="14"/>
                  </a:cubicBezTo>
                  <a:lnTo>
                    <a:pt x="0" y="1140"/>
                  </a:lnTo>
                  <a:cubicBezTo>
                    <a:pt x="0" y="1391"/>
                    <a:pt x="204" y="1594"/>
                    <a:pt x="455" y="1594"/>
                  </a:cubicBezTo>
                  <a:cubicBezTo>
                    <a:pt x="705" y="1594"/>
                    <a:pt x="916" y="1391"/>
                    <a:pt x="916" y="1140"/>
                  </a:cubicBezTo>
                  <a:lnTo>
                    <a:pt x="916" y="801"/>
                  </a:lnTo>
                  <a:cubicBezTo>
                    <a:pt x="916" y="360"/>
                    <a:pt x="556" y="1"/>
                    <a:pt x="115" y="1"/>
                  </a:cubicBezTo>
                  <a:close/>
                </a:path>
              </a:pathLst>
            </a:custGeom>
            <a:solidFill>
              <a:srgbClr val="405C7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238" name="Google Shape;18238;p46"/>
            <p:cNvSpPr/>
            <p:nvPr/>
          </p:nvSpPr>
          <p:spPr>
            <a:xfrm>
              <a:off x="4778029" y="1691315"/>
              <a:ext cx="17810" cy="17810"/>
            </a:xfrm>
            <a:custGeom>
              <a:rect b="b" l="l" r="r" t="t"/>
              <a:pathLst>
                <a:path extrusionOk="0" h="679" w="679">
                  <a:moveTo>
                    <a:pt x="339" y="0"/>
                  </a:moveTo>
                  <a:cubicBezTo>
                    <a:pt x="150" y="0"/>
                    <a:pt x="0" y="149"/>
                    <a:pt x="0" y="339"/>
                  </a:cubicBezTo>
                  <a:cubicBezTo>
                    <a:pt x="0" y="529"/>
                    <a:pt x="150" y="678"/>
                    <a:pt x="339" y="678"/>
                  </a:cubicBezTo>
                  <a:cubicBezTo>
                    <a:pt x="529" y="678"/>
                    <a:pt x="679" y="529"/>
                    <a:pt x="679" y="339"/>
                  </a:cubicBezTo>
                  <a:cubicBezTo>
                    <a:pt x="679" y="149"/>
                    <a:pt x="529" y="0"/>
                    <a:pt x="339" y="0"/>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239" name="Google Shape;18239;p46"/>
            <p:cNvSpPr/>
            <p:nvPr/>
          </p:nvSpPr>
          <p:spPr>
            <a:xfrm>
              <a:off x="4927252" y="1685256"/>
              <a:ext cx="41811" cy="53745"/>
            </a:xfrm>
            <a:custGeom>
              <a:rect b="b" l="l" r="r" t="t"/>
              <a:pathLst>
                <a:path extrusionOk="0" h="2049" w="1594">
                  <a:moveTo>
                    <a:pt x="801" y="1"/>
                  </a:moveTo>
                  <a:cubicBezTo>
                    <a:pt x="360" y="1"/>
                    <a:pt x="0" y="360"/>
                    <a:pt x="0" y="801"/>
                  </a:cubicBezTo>
                  <a:lnTo>
                    <a:pt x="0" y="1255"/>
                  </a:lnTo>
                  <a:cubicBezTo>
                    <a:pt x="0" y="1689"/>
                    <a:pt x="360" y="2048"/>
                    <a:pt x="801" y="2048"/>
                  </a:cubicBezTo>
                  <a:cubicBezTo>
                    <a:pt x="1235" y="2048"/>
                    <a:pt x="1594" y="1689"/>
                    <a:pt x="1594" y="1255"/>
                  </a:cubicBezTo>
                  <a:lnTo>
                    <a:pt x="1594" y="801"/>
                  </a:lnTo>
                  <a:cubicBezTo>
                    <a:pt x="1594" y="360"/>
                    <a:pt x="1235" y="1"/>
                    <a:pt x="801" y="1"/>
                  </a:cubicBezTo>
                  <a:close/>
                </a:path>
              </a:pathLst>
            </a:custGeom>
            <a:solidFill>
              <a:srgbClr val="203B5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240" name="Google Shape;18240;p46"/>
            <p:cNvSpPr/>
            <p:nvPr/>
          </p:nvSpPr>
          <p:spPr>
            <a:xfrm>
              <a:off x="4945219" y="1685256"/>
              <a:ext cx="23843" cy="41811"/>
            </a:xfrm>
            <a:custGeom>
              <a:rect b="b" l="l" r="r" t="t"/>
              <a:pathLst>
                <a:path extrusionOk="0" h="1594" w="909">
                  <a:moveTo>
                    <a:pt x="116" y="1"/>
                  </a:moveTo>
                  <a:cubicBezTo>
                    <a:pt x="75" y="1"/>
                    <a:pt x="34" y="7"/>
                    <a:pt x="0" y="14"/>
                  </a:cubicBezTo>
                  <a:lnTo>
                    <a:pt x="0" y="1140"/>
                  </a:lnTo>
                  <a:cubicBezTo>
                    <a:pt x="0" y="1391"/>
                    <a:pt x="204" y="1594"/>
                    <a:pt x="455" y="1594"/>
                  </a:cubicBezTo>
                  <a:cubicBezTo>
                    <a:pt x="705" y="1594"/>
                    <a:pt x="909" y="1391"/>
                    <a:pt x="909" y="1140"/>
                  </a:cubicBezTo>
                  <a:lnTo>
                    <a:pt x="909" y="801"/>
                  </a:lnTo>
                  <a:cubicBezTo>
                    <a:pt x="909" y="360"/>
                    <a:pt x="550" y="1"/>
                    <a:pt x="116" y="1"/>
                  </a:cubicBezTo>
                  <a:close/>
                </a:path>
              </a:pathLst>
            </a:custGeom>
            <a:solidFill>
              <a:srgbClr val="405C7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241" name="Google Shape;18241;p46"/>
            <p:cNvSpPr/>
            <p:nvPr/>
          </p:nvSpPr>
          <p:spPr>
            <a:xfrm>
              <a:off x="4939160" y="1691315"/>
              <a:ext cx="17810" cy="17810"/>
            </a:xfrm>
            <a:custGeom>
              <a:rect b="b" l="l" r="r" t="t"/>
              <a:pathLst>
                <a:path extrusionOk="0" h="679" w="679">
                  <a:moveTo>
                    <a:pt x="340" y="0"/>
                  </a:moveTo>
                  <a:cubicBezTo>
                    <a:pt x="150" y="0"/>
                    <a:pt x="1" y="149"/>
                    <a:pt x="1" y="339"/>
                  </a:cubicBezTo>
                  <a:cubicBezTo>
                    <a:pt x="1" y="529"/>
                    <a:pt x="150" y="678"/>
                    <a:pt x="340" y="678"/>
                  </a:cubicBezTo>
                  <a:cubicBezTo>
                    <a:pt x="530" y="678"/>
                    <a:pt x="679" y="529"/>
                    <a:pt x="679" y="339"/>
                  </a:cubicBezTo>
                  <a:cubicBezTo>
                    <a:pt x="679" y="149"/>
                    <a:pt x="530" y="0"/>
                    <a:pt x="340" y="0"/>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242" name="Google Shape;18242;p46"/>
            <p:cNvSpPr/>
            <p:nvPr/>
          </p:nvSpPr>
          <p:spPr>
            <a:xfrm>
              <a:off x="4810922" y="1739001"/>
              <a:ext cx="111005" cy="107412"/>
            </a:xfrm>
            <a:custGeom>
              <a:rect b="b" l="l" r="r" t="t"/>
              <a:pathLst>
                <a:path extrusionOk="0" h="4095" w="4232">
                  <a:moveTo>
                    <a:pt x="2156" y="1"/>
                  </a:moveTo>
                  <a:cubicBezTo>
                    <a:pt x="2026" y="1"/>
                    <a:pt x="1897" y="18"/>
                    <a:pt x="1771" y="53"/>
                  </a:cubicBezTo>
                  <a:cubicBezTo>
                    <a:pt x="1059" y="243"/>
                    <a:pt x="604" y="935"/>
                    <a:pt x="631" y="1667"/>
                  </a:cubicBezTo>
                  <a:lnTo>
                    <a:pt x="699" y="3362"/>
                  </a:lnTo>
                  <a:cubicBezTo>
                    <a:pt x="618" y="3328"/>
                    <a:pt x="543" y="3281"/>
                    <a:pt x="469" y="3234"/>
                  </a:cubicBezTo>
                  <a:cubicBezTo>
                    <a:pt x="421" y="3199"/>
                    <a:pt x="374" y="3184"/>
                    <a:pt x="329" y="3184"/>
                  </a:cubicBezTo>
                  <a:cubicBezTo>
                    <a:pt x="136" y="3184"/>
                    <a:pt x="1" y="3457"/>
                    <a:pt x="204" y="3600"/>
                  </a:cubicBezTo>
                  <a:cubicBezTo>
                    <a:pt x="638" y="3912"/>
                    <a:pt x="1364" y="4095"/>
                    <a:pt x="2150" y="4095"/>
                  </a:cubicBezTo>
                  <a:cubicBezTo>
                    <a:pt x="2937" y="4095"/>
                    <a:pt x="3669" y="3912"/>
                    <a:pt x="4103" y="3600"/>
                  </a:cubicBezTo>
                  <a:cubicBezTo>
                    <a:pt x="4205" y="3532"/>
                    <a:pt x="4232" y="3390"/>
                    <a:pt x="4164" y="3281"/>
                  </a:cubicBezTo>
                  <a:cubicBezTo>
                    <a:pt x="4119" y="3219"/>
                    <a:pt x="4048" y="3187"/>
                    <a:pt x="3977" y="3187"/>
                  </a:cubicBezTo>
                  <a:cubicBezTo>
                    <a:pt x="3931" y="3187"/>
                    <a:pt x="3885" y="3200"/>
                    <a:pt x="3846" y="3227"/>
                  </a:cubicBezTo>
                  <a:cubicBezTo>
                    <a:pt x="3493" y="3484"/>
                    <a:pt x="2842" y="3640"/>
                    <a:pt x="2157" y="3640"/>
                  </a:cubicBezTo>
                  <a:cubicBezTo>
                    <a:pt x="2022" y="3640"/>
                    <a:pt x="1886" y="3634"/>
                    <a:pt x="1750" y="3620"/>
                  </a:cubicBezTo>
                  <a:cubicBezTo>
                    <a:pt x="1642" y="3613"/>
                    <a:pt x="1554" y="3518"/>
                    <a:pt x="1554" y="3403"/>
                  </a:cubicBezTo>
                  <a:lnTo>
                    <a:pt x="1479" y="1593"/>
                  </a:lnTo>
                  <a:cubicBezTo>
                    <a:pt x="1445" y="887"/>
                    <a:pt x="1899" y="257"/>
                    <a:pt x="2578" y="60"/>
                  </a:cubicBezTo>
                  <a:cubicBezTo>
                    <a:pt x="2439" y="21"/>
                    <a:pt x="2297" y="1"/>
                    <a:pt x="2156" y="1"/>
                  </a:cubicBezTo>
                  <a:close/>
                </a:path>
              </a:pathLst>
            </a:custGeom>
            <a:solidFill>
              <a:srgbClr val="203B5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8243" name="Google Shape;18243;p46"/>
          <p:cNvGrpSpPr/>
          <p:nvPr/>
        </p:nvGrpSpPr>
        <p:grpSpPr>
          <a:xfrm>
            <a:off x="3592433" y="1980212"/>
            <a:ext cx="381542" cy="370079"/>
            <a:chOff x="3592433" y="1980212"/>
            <a:chExt cx="381542" cy="370079"/>
          </a:xfrm>
        </p:grpSpPr>
        <p:sp>
          <p:nvSpPr>
            <p:cNvPr id="18244" name="Google Shape;18244;p46"/>
            <p:cNvSpPr/>
            <p:nvPr/>
          </p:nvSpPr>
          <p:spPr>
            <a:xfrm>
              <a:off x="3790916" y="1980212"/>
              <a:ext cx="165800" cy="370079"/>
            </a:xfrm>
            <a:custGeom>
              <a:rect b="b" l="l" r="r" t="t"/>
              <a:pathLst>
                <a:path extrusionOk="0" h="14109" w="6321">
                  <a:moveTo>
                    <a:pt x="3366" y="0"/>
                  </a:moveTo>
                  <a:cubicBezTo>
                    <a:pt x="3080" y="0"/>
                    <a:pt x="2766" y="51"/>
                    <a:pt x="2422" y="167"/>
                  </a:cubicBezTo>
                  <a:cubicBezTo>
                    <a:pt x="1" y="981"/>
                    <a:pt x="801" y="4351"/>
                    <a:pt x="1479" y="6087"/>
                  </a:cubicBezTo>
                  <a:lnTo>
                    <a:pt x="2218" y="14108"/>
                  </a:lnTo>
                  <a:cubicBezTo>
                    <a:pt x="4720" y="14108"/>
                    <a:pt x="6320" y="12284"/>
                    <a:pt x="6320" y="9782"/>
                  </a:cubicBezTo>
                  <a:cubicBezTo>
                    <a:pt x="6320" y="7138"/>
                    <a:pt x="3757" y="5320"/>
                    <a:pt x="3588" y="3496"/>
                  </a:cubicBezTo>
                  <a:cubicBezTo>
                    <a:pt x="3492" y="2453"/>
                    <a:pt x="4090" y="1945"/>
                    <a:pt x="4879" y="1945"/>
                  </a:cubicBezTo>
                  <a:cubicBezTo>
                    <a:pt x="5095" y="1945"/>
                    <a:pt x="5326" y="1983"/>
                    <a:pt x="5561" y="2059"/>
                  </a:cubicBezTo>
                  <a:cubicBezTo>
                    <a:pt x="5580" y="2066"/>
                    <a:pt x="5598" y="2069"/>
                    <a:pt x="5617" y="2069"/>
                  </a:cubicBezTo>
                  <a:cubicBezTo>
                    <a:pt x="5723" y="2069"/>
                    <a:pt x="5811" y="1959"/>
                    <a:pt x="5764" y="1849"/>
                  </a:cubicBezTo>
                  <a:cubicBezTo>
                    <a:pt x="5494" y="1234"/>
                    <a:pt x="4777" y="0"/>
                    <a:pt x="3366" y="0"/>
                  </a:cubicBezTo>
                  <a:close/>
                </a:path>
              </a:pathLst>
            </a:custGeom>
            <a:solidFill>
              <a:srgbClr val="697D9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245" name="Google Shape;18245;p46"/>
            <p:cNvSpPr/>
            <p:nvPr/>
          </p:nvSpPr>
          <p:spPr>
            <a:xfrm>
              <a:off x="3601509" y="2157448"/>
              <a:ext cx="11935" cy="19777"/>
            </a:xfrm>
            <a:custGeom>
              <a:rect b="b" l="l" r="r" t="t"/>
              <a:pathLst>
                <a:path extrusionOk="0" h="754" w="455">
                  <a:moveTo>
                    <a:pt x="228" y="1"/>
                  </a:moveTo>
                  <a:cubicBezTo>
                    <a:pt x="114" y="1"/>
                    <a:pt x="0" y="76"/>
                    <a:pt x="0" y="225"/>
                  </a:cubicBezTo>
                  <a:lnTo>
                    <a:pt x="0" y="523"/>
                  </a:lnTo>
                  <a:cubicBezTo>
                    <a:pt x="0" y="652"/>
                    <a:pt x="102" y="754"/>
                    <a:pt x="224" y="754"/>
                  </a:cubicBezTo>
                  <a:cubicBezTo>
                    <a:pt x="353" y="754"/>
                    <a:pt x="455" y="652"/>
                    <a:pt x="455" y="523"/>
                  </a:cubicBezTo>
                  <a:lnTo>
                    <a:pt x="455" y="225"/>
                  </a:lnTo>
                  <a:cubicBezTo>
                    <a:pt x="455" y="76"/>
                    <a:pt x="341" y="1"/>
                    <a:pt x="228" y="1"/>
                  </a:cubicBezTo>
                  <a:close/>
                </a:path>
              </a:pathLst>
            </a:custGeom>
            <a:solidFill>
              <a:srgbClr val="C7D3D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246" name="Google Shape;18246;p46"/>
            <p:cNvSpPr/>
            <p:nvPr/>
          </p:nvSpPr>
          <p:spPr>
            <a:xfrm>
              <a:off x="3592433" y="2165291"/>
              <a:ext cx="29902" cy="35778"/>
            </a:xfrm>
            <a:custGeom>
              <a:rect b="b" l="l" r="r" t="t"/>
              <a:pathLst>
                <a:path extrusionOk="0" h="1364" w="1140">
                  <a:moveTo>
                    <a:pt x="570" y="0"/>
                  </a:moveTo>
                  <a:cubicBezTo>
                    <a:pt x="258" y="0"/>
                    <a:pt x="1" y="251"/>
                    <a:pt x="1" y="563"/>
                  </a:cubicBezTo>
                  <a:lnTo>
                    <a:pt x="1" y="794"/>
                  </a:lnTo>
                  <a:cubicBezTo>
                    <a:pt x="1" y="1106"/>
                    <a:pt x="258" y="1363"/>
                    <a:pt x="570" y="1363"/>
                  </a:cubicBezTo>
                  <a:cubicBezTo>
                    <a:pt x="889" y="1363"/>
                    <a:pt x="1140" y="1106"/>
                    <a:pt x="1140" y="794"/>
                  </a:cubicBezTo>
                  <a:lnTo>
                    <a:pt x="1140" y="563"/>
                  </a:lnTo>
                  <a:cubicBezTo>
                    <a:pt x="1140" y="251"/>
                    <a:pt x="889" y="0"/>
                    <a:pt x="570" y="0"/>
                  </a:cubicBezTo>
                  <a:close/>
                </a:path>
              </a:pathLst>
            </a:custGeom>
            <a:solidFill>
              <a:srgbClr val="4F647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247" name="Google Shape;18247;p46"/>
            <p:cNvSpPr/>
            <p:nvPr/>
          </p:nvSpPr>
          <p:spPr>
            <a:xfrm>
              <a:off x="3722088" y="2190551"/>
              <a:ext cx="61404" cy="80054"/>
            </a:xfrm>
            <a:custGeom>
              <a:rect b="b" l="l" r="r" t="t"/>
              <a:pathLst>
                <a:path extrusionOk="0" h="3052" w="2341">
                  <a:moveTo>
                    <a:pt x="1757" y="0"/>
                  </a:moveTo>
                  <a:lnTo>
                    <a:pt x="1" y="793"/>
                  </a:lnTo>
                  <a:cubicBezTo>
                    <a:pt x="1" y="793"/>
                    <a:pt x="448" y="2061"/>
                    <a:pt x="1337" y="3051"/>
                  </a:cubicBezTo>
                  <a:lnTo>
                    <a:pt x="2340" y="1648"/>
                  </a:lnTo>
                  <a:lnTo>
                    <a:pt x="1757" y="0"/>
                  </a:lnTo>
                  <a:close/>
                </a:path>
              </a:pathLst>
            </a:custGeom>
            <a:solidFill>
              <a:srgbClr val="D7E1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248" name="Google Shape;18248;p46"/>
            <p:cNvSpPr/>
            <p:nvPr/>
          </p:nvSpPr>
          <p:spPr>
            <a:xfrm>
              <a:off x="3701471" y="2022364"/>
              <a:ext cx="15004" cy="26440"/>
            </a:xfrm>
            <a:custGeom>
              <a:rect b="b" l="l" r="r" t="t"/>
              <a:pathLst>
                <a:path extrusionOk="0" h="1008" w="572">
                  <a:moveTo>
                    <a:pt x="326" y="1"/>
                  </a:moveTo>
                  <a:cubicBezTo>
                    <a:pt x="229" y="1"/>
                    <a:pt x="133" y="57"/>
                    <a:pt x="109" y="181"/>
                  </a:cubicBezTo>
                  <a:lnTo>
                    <a:pt x="21" y="750"/>
                  </a:lnTo>
                  <a:cubicBezTo>
                    <a:pt x="0" y="872"/>
                    <a:pt x="88" y="988"/>
                    <a:pt x="210" y="1008"/>
                  </a:cubicBezTo>
                  <a:lnTo>
                    <a:pt x="244" y="1008"/>
                  </a:lnTo>
                  <a:cubicBezTo>
                    <a:pt x="360" y="1008"/>
                    <a:pt x="455" y="927"/>
                    <a:pt x="468" y="818"/>
                  </a:cubicBezTo>
                  <a:lnTo>
                    <a:pt x="556" y="249"/>
                  </a:lnTo>
                  <a:cubicBezTo>
                    <a:pt x="571" y="90"/>
                    <a:pt x="448" y="1"/>
                    <a:pt x="326" y="1"/>
                  </a:cubicBezTo>
                  <a:close/>
                </a:path>
              </a:pathLst>
            </a:custGeom>
            <a:solidFill>
              <a:srgbClr val="697D9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249" name="Google Shape;18249;p46"/>
            <p:cNvSpPr/>
            <p:nvPr/>
          </p:nvSpPr>
          <p:spPr>
            <a:xfrm>
              <a:off x="3611109" y="2065040"/>
              <a:ext cx="319455" cy="285068"/>
            </a:xfrm>
            <a:custGeom>
              <a:rect b="b" l="l" r="r" t="t"/>
              <a:pathLst>
                <a:path extrusionOk="0" h="10868" w="12179">
                  <a:moveTo>
                    <a:pt x="3130" y="0"/>
                  </a:moveTo>
                  <a:cubicBezTo>
                    <a:pt x="2544" y="0"/>
                    <a:pt x="1974" y="212"/>
                    <a:pt x="1526" y="608"/>
                  </a:cubicBezTo>
                  <a:cubicBezTo>
                    <a:pt x="1011" y="1110"/>
                    <a:pt x="658" y="1754"/>
                    <a:pt x="509" y="2459"/>
                  </a:cubicBezTo>
                  <a:cubicBezTo>
                    <a:pt x="482" y="2595"/>
                    <a:pt x="536" y="2737"/>
                    <a:pt x="645" y="2826"/>
                  </a:cubicBezTo>
                  <a:cubicBezTo>
                    <a:pt x="835" y="2975"/>
                    <a:pt x="1058" y="3083"/>
                    <a:pt x="1296" y="3131"/>
                  </a:cubicBezTo>
                  <a:cubicBezTo>
                    <a:pt x="1465" y="3456"/>
                    <a:pt x="1703" y="3734"/>
                    <a:pt x="2001" y="3958"/>
                  </a:cubicBezTo>
                  <a:cubicBezTo>
                    <a:pt x="1450" y="3958"/>
                    <a:pt x="978" y="3875"/>
                    <a:pt x="672" y="3875"/>
                  </a:cubicBezTo>
                  <a:cubicBezTo>
                    <a:pt x="568" y="3875"/>
                    <a:pt x="483" y="3885"/>
                    <a:pt x="421" y="3910"/>
                  </a:cubicBezTo>
                  <a:cubicBezTo>
                    <a:pt x="190" y="4005"/>
                    <a:pt x="35" y="4222"/>
                    <a:pt x="14" y="4466"/>
                  </a:cubicBezTo>
                  <a:cubicBezTo>
                    <a:pt x="1" y="4602"/>
                    <a:pt x="96" y="4724"/>
                    <a:pt x="231" y="4744"/>
                  </a:cubicBezTo>
                  <a:cubicBezTo>
                    <a:pt x="597" y="4812"/>
                    <a:pt x="1418" y="4934"/>
                    <a:pt x="2279" y="5307"/>
                  </a:cubicBezTo>
                  <a:cubicBezTo>
                    <a:pt x="3022" y="5628"/>
                    <a:pt x="3583" y="5731"/>
                    <a:pt x="4009" y="5731"/>
                  </a:cubicBezTo>
                  <a:cubicBezTo>
                    <a:pt x="4473" y="5731"/>
                    <a:pt x="4776" y="5609"/>
                    <a:pt x="4978" y="5517"/>
                  </a:cubicBezTo>
                  <a:cubicBezTo>
                    <a:pt x="5187" y="5420"/>
                    <a:pt x="5394" y="5374"/>
                    <a:pt x="5575" y="5374"/>
                  </a:cubicBezTo>
                  <a:cubicBezTo>
                    <a:pt x="6088" y="5374"/>
                    <a:pt x="6397" y="5738"/>
                    <a:pt x="5981" y="6324"/>
                  </a:cubicBezTo>
                  <a:cubicBezTo>
                    <a:pt x="4754" y="8080"/>
                    <a:pt x="6117" y="9491"/>
                    <a:pt x="6903" y="9959"/>
                  </a:cubicBezTo>
                  <a:lnTo>
                    <a:pt x="5886" y="9959"/>
                  </a:lnTo>
                  <a:cubicBezTo>
                    <a:pt x="5493" y="9959"/>
                    <a:pt x="5147" y="10210"/>
                    <a:pt x="5018" y="10576"/>
                  </a:cubicBezTo>
                  <a:cubicBezTo>
                    <a:pt x="4979" y="10722"/>
                    <a:pt x="5081" y="10868"/>
                    <a:pt x="5232" y="10868"/>
                  </a:cubicBezTo>
                  <a:cubicBezTo>
                    <a:pt x="5235" y="10868"/>
                    <a:pt x="5239" y="10867"/>
                    <a:pt x="5242" y="10867"/>
                  </a:cubicBezTo>
                  <a:lnTo>
                    <a:pt x="8883" y="10867"/>
                  </a:lnTo>
                  <a:cubicBezTo>
                    <a:pt x="9351" y="10867"/>
                    <a:pt x="9785" y="10623"/>
                    <a:pt x="10029" y="10223"/>
                  </a:cubicBezTo>
                  <a:lnTo>
                    <a:pt x="10321" y="9735"/>
                  </a:lnTo>
                  <a:cubicBezTo>
                    <a:pt x="12179" y="5945"/>
                    <a:pt x="9297" y="1544"/>
                    <a:pt x="5045" y="1402"/>
                  </a:cubicBezTo>
                  <a:cubicBezTo>
                    <a:pt x="5032" y="1347"/>
                    <a:pt x="5018" y="1300"/>
                    <a:pt x="5005" y="1246"/>
                  </a:cubicBezTo>
                  <a:cubicBezTo>
                    <a:pt x="4815" y="649"/>
                    <a:pt x="4103" y="113"/>
                    <a:pt x="3479" y="25"/>
                  </a:cubicBezTo>
                  <a:cubicBezTo>
                    <a:pt x="3363" y="8"/>
                    <a:pt x="3246" y="0"/>
                    <a:pt x="3130" y="0"/>
                  </a:cubicBezTo>
                  <a:close/>
                </a:path>
              </a:pathLst>
            </a:custGeom>
            <a:solidFill>
              <a:srgbClr val="8C9CA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250" name="Google Shape;18250;p46"/>
            <p:cNvSpPr/>
            <p:nvPr/>
          </p:nvSpPr>
          <p:spPr>
            <a:xfrm>
              <a:off x="3685628" y="2035636"/>
              <a:ext cx="34361" cy="50886"/>
            </a:xfrm>
            <a:custGeom>
              <a:rect b="b" l="l" r="r" t="t"/>
              <a:pathLst>
                <a:path extrusionOk="0" h="1940" w="1310">
                  <a:moveTo>
                    <a:pt x="863" y="1"/>
                  </a:moveTo>
                  <a:cubicBezTo>
                    <a:pt x="812" y="1"/>
                    <a:pt x="761" y="20"/>
                    <a:pt x="719" y="61"/>
                  </a:cubicBezTo>
                  <a:cubicBezTo>
                    <a:pt x="455" y="312"/>
                    <a:pt x="265" y="875"/>
                    <a:pt x="150" y="1139"/>
                  </a:cubicBezTo>
                  <a:cubicBezTo>
                    <a:pt x="1" y="1506"/>
                    <a:pt x="252" y="1912"/>
                    <a:pt x="652" y="1939"/>
                  </a:cubicBezTo>
                  <a:cubicBezTo>
                    <a:pt x="656" y="1940"/>
                    <a:pt x="660" y="1940"/>
                    <a:pt x="664" y="1940"/>
                  </a:cubicBezTo>
                  <a:cubicBezTo>
                    <a:pt x="1024" y="1940"/>
                    <a:pt x="1309" y="1651"/>
                    <a:pt x="1309" y="1295"/>
                  </a:cubicBezTo>
                  <a:cubicBezTo>
                    <a:pt x="1303" y="895"/>
                    <a:pt x="1181" y="299"/>
                    <a:pt x="1038" y="95"/>
                  </a:cubicBezTo>
                  <a:cubicBezTo>
                    <a:pt x="996" y="34"/>
                    <a:pt x="930" y="1"/>
                    <a:pt x="863" y="1"/>
                  </a:cubicBezTo>
                  <a:close/>
                </a:path>
              </a:pathLst>
            </a:custGeom>
            <a:solidFill>
              <a:srgbClr val="49627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251" name="Google Shape;18251;p46"/>
            <p:cNvSpPr/>
            <p:nvPr/>
          </p:nvSpPr>
          <p:spPr>
            <a:xfrm>
              <a:off x="3658244" y="2099480"/>
              <a:ext cx="17810" cy="17994"/>
            </a:xfrm>
            <a:custGeom>
              <a:rect b="b" l="l" r="r" t="t"/>
              <a:pathLst>
                <a:path extrusionOk="0" h="686" w="679">
                  <a:moveTo>
                    <a:pt x="340" y="0"/>
                  </a:moveTo>
                  <a:cubicBezTo>
                    <a:pt x="150" y="0"/>
                    <a:pt x="1" y="156"/>
                    <a:pt x="1" y="346"/>
                  </a:cubicBezTo>
                  <a:cubicBezTo>
                    <a:pt x="1" y="529"/>
                    <a:pt x="150" y="685"/>
                    <a:pt x="340" y="685"/>
                  </a:cubicBezTo>
                  <a:cubicBezTo>
                    <a:pt x="529" y="685"/>
                    <a:pt x="679" y="529"/>
                    <a:pt x="679" y="346"/>
                  </a:cubicBezTo>
                  <a:cubicBezTo>
                    <a:pt x="679" y="156"/>
                    <a:pt x="529" y="0"/>
                    <a:pt x="340" y="0"/>
                  </a:cubicBezTo>
                  <a:close/>
                </a:path>
              </a:pathLst>
            </a:custGeom>
            <a:solidFill>
              <a:srgbClr val="203B5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252" name="Google Shape;18252;p46"/>
            <p:cNvSpPr/>
            <p:nvPr/>
          </p:nvSpPr>
          <p:spPr>
            <a:xfrm>
              <a:off x="3645077" y="2133264"/>
              <a:ext cx="89497" cy="35594"/>
            </a:xfrm>
            <a:custGeom>
              <a:rect b="b" l="l" r="r" t="t"/>
              <a:pathLst>
                <a:path extrusionOk="0" h="1357" w="3412">
                  <a:moveTo>
                    <a:pt x="2788" y="0"/>
                  </a:moveTo>
                  <a:cubicBezTo>
                    <a:pt x="2216" y="0"/>
                    <a:pt x="1622" y="358"/>
                    <a:pt x="991" y="496"/>
                  </a:cubicBezTo>
                  <a:cubicBezTo>
                    <a:pt x="798" y="540"/>
                    <a:pt x="601" y="563"/>
                    <a:pt x="404" y="563"/>
                  </a:cubicBezTo>
                  <a:cubicBezTo>
                    <a:pt x="269" y="563"/>
                    <a:pt x="134" y="552"/>
                    <a:pt x="1" y="530"/>
                  </a:cubicBezTo>
                  <a:lnTo>
                    <a:pt x="1" y="530"/>
                  </a:lnTo>
                  <a:cubicBezTo>
                    <a:pt x="170" y="855"/>
                    <a:pt x="408" y="1140"/>
                    <a:pt x="706" y="1357"/>
                  </a:cubicBezTo>
                  <a:cubicBezTo>
                    <a:pt x="1486" y="1357"/>
                    <a:pt x="2428" y="1201"/>
                    <a:pt x="3303" y="414"/>
                  </a:cubicBezTo>
                  <a:cubicBezTo>
                    <a:pt x="3411" y="326"/>
                    <a:pt x="3391" y="157"/>
                    <a:pt x="3262" y="96"/>
                  </a:cubicBezTo>
                  <a:cubicBezTo>
                    <a:pt x="3106" y="28"/>
                    <a:pt x="2948" y="0"/>
                    <a:pt x="2788" y="0"/>
                  </a:cubicBezTo>
                  <a:close/>
                </a:path>
              </a:pathLst>
            </a:custGeom>
            <a:solidFill>
              <a:srgbClr val="D7E1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253" name="Google Shape;18253;p46"/>
            <p:cNvSpPr/>
            <p:nvPr/>
          </p:nvSpPr>
          <p:spPr>
            <a:xfrm>
              <a:off x="3623752" y="2119231"/>
              <a:ext cx="20459" cy="24394"/>
            </a:xfrm>
            <a:custGeom>
              <a:rect b="b" l="l" r="r" t="t"/>
              <a:pathLst>
                <a:path extrusionOk="0" h="930" w="780">
                  <a:moveTo>
                    <a:pt x="136" y="0"/>
                  </a:moveTo>
                  <a:cubicBezTo>
                    <a:pt x="88" y="122"/>
                    <a:pt x="54" y="258"/>
                    <a:pt x="27" y="387"/>
                  </a:cubicBezTo>
                  <a:cubicBezTo>
                    <a:pt x="0" y="529"/>
                    <a:pt x="54" y="671"/>
                    <a:pt x="163" y="760"/>
                  </a:cubicBezTo>
                  <a:cubicBezTo>
                    <a:pt x="244" y="827"/>
                    <a:pt x="339" y="882"/>
                    <a:pt x="427" y="929"/>
                  </a:cubicBezTo>
                  <a:cubicBezTo>
                    <a:pt x="780" y="407"/>
                    <a:pt x="414" y="109"/>
                    <a:pt x="136" y="0"/>
                  </a:cubicBezTo>
                  <a:close/>
                </a:path>
              </a:pathLst>
            </a:custGeom>
            <a:solidFill>
              <a:srgbClr val="697D9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254" name="Google Shape;18254;p46"/>
            <p:cNvSpPr/>
            <p:nvPr/>
          </p:nvSpPr>
          <p:spPr>
            <a:xfrm>
              <a:off x="3744856" y="2237660"/>
              <a:ext cx="88421" cy="88789"/>
            </a:xfrm>
            <a:custGeom>
              <a:rect b="b" l="l" r="r" t="t"/>
              <a:pathLst>
                <a:path extrusionOk="0" h="3385" w="3371">
                  <a:moveTo>
                    <a:pt x="719" y="1"/>
                  </a:moveTo>
                  <a:lnTo>
                    <a:pt x="719" y="1"/>
                  </a:lnTo>
                  <a:cubicBezTo>
                    <a:pt x="1" y="1249"/>
                    <a:pt x="570" y="2300"/>
                    <a:pt x="1214" y="2930"/>
                  </a:cubicBezTo>
                  <a:lnTo>
                    <a:pt x="1221" y="2930"/>
                  </a:lnTo>
                  <a:cubicBezTo>
                    <a:pt x="1397" y="3100"/>
                    <a:pt x="1587" y="3256"/>
                    <a:pt x="1798" y="3384"/>
                  </a:cubicBezTo>
                  <a:lnTo>
                    <a:pt x="3066" y="3384"/>
                  </a:lnTo>
                  <a:cubicBezTo>
                    <a:pt x="3371" y="3384"/>
                    <a:pt x="3371" y="2930"/>
                    <a:pt x="3066" y="2930"/>
                  </a:cubicBezTo>
                  <a:lnTo>
                    <a:pt x="3011" y="2930"/>
                  </a:lnTo>
                  <a:cubicBezTo>
                    <a:pt x="2999" y="2930"/>
                    <a:pt x="2988" y="2930"/>
                    <a:pt x="2976" y="2930"/>
                  </a:cubicBezTo>
                  <a:cubicBezTo>
                    <a:pt x="2561" y="2930"/>
                    <a:pt x="2154" y="2815"/>
                    <a:pt x="1798" y="2598"/>
                  </a:cubicBezTo>
                  <a:cubicBezTo>
                    <a:pt x="760" y="1927"/>
                    <a:pt x="618" y="618"/>
                    <a:pt x="719" y="1"/>
                  </a:cubicBezTo>
                  <a:close/>
                </a:path>
              </a:pathLst>
            </a:custGeom>
            <a:solidFill>
              <a:srgbClr val="697D9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255" name="Google Shape;18255;p46"/>
            <p:cNvSpPr/>
            <p:nvPr/>
          </p:nvSpPr>
          <p:spPr>
            <a:xfrm>
              <a:off x="3829159" y="1998626"/>
              <a:ext cx="144816" cy="333147"/>
            </a:xfrm>
            <a:custGeom>
              <a:rect b="b" l="l" r="r" t="t"/>
              <a:pathLst>
                <a:path extrusionOk="0" h="12701" w="5521">
                  <a:moveTo>
                    <a:pt x="2155" y="0"/>
                  </a:moveTo>
                  <a:cubicBezTo>
                    <a:pt x="1629" y="0"/>
                    <a:pt x="1147" y="218"/>
                    <a:pt x="848" y="665"/>
                  </a:cubicBezTo>
                  <a:cubicBezTo>
                    <a:pt x="1" y="1920"/>
                    <a:pt x="516" y="3764"/>
                    <a:pt x="1899" y="5215"/>
                  </a:cubicBezTo>
                  <a:cubicBezTo>
                    <a:pt x="2747" y="6097"/>
                    <a:pt x="5520" y="9989"/>
                    <a:pt x="3147" y="12701"/>
                  </a:cubicBezTo>
                  <a:cubicBezTo>
                    <a:pt x="4232" y="11948"/>
                    <a:pt x="4862" y="10646"/>
                    <a:pt x="4862" y="9080"/>
                  </a:cubicBezTo>
                  <a:cubicBezTo>
                    <a:pt x="4862" y="6436"/>
                    <a:pt x="2299" y="4618"/>
                    <a:pt x="2130" y="2794"/>
                  </a:cubicBezTo>
                  <a:cubicBezTo>
                    <a:pt x="2034" y="1751"/>
                    <a:pt x="2632" y="1243"/>
                    <a:pt x="3421" y="1243"/>
                  </a:cubicBezTo>
                  <a:cubicBezTo>
                    <a:pt x="3637" y="1243"/>
                    <a:pt x="3868" y="1281"/>
                    <a:pt x="4103" y="1357"/>
                  </a:cubicBezTo>
                  <a:cubicBezTo>
                    <a:pt x="4120" y="1362"/>
                    <a:pt x="4137" y="1365"/>
                    <a:pt x="4154" y="1365"/>
                  </a:cubicBezTo>
                  <a:cubicBezTo>
                    <a:pt x="4206" y="1365"/>
                    <a:pt x="4256" y="1342"/>
                    <a:pt x="4286" y="1296"/>
                  </a:cubicBezTo>
                  <a:cubicBezTo>
                    <a:pt x="3748" y="443"/>
                    <a:pt x="2906" y="0"/>
                    <a:pt x="2155" y="0"/>
                  </a:cubicBezTo>
                  <a:close/>
                </a:path>
              </a:pathLst>
            </a:custGeom>
            <a:solidFill>
              <a:srgbClr val="8C9CA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8256" name="Google Shape;18256;p46"/>
          <p:cNvGrpSpPr/>
          <p:nvPr/>
        </p:nvGrpSpPr>
        <p:grpSpPr>
          <a:xfrm>
            <a:off x="1398582" y="2973490"/>
            <a:ext cx="371390" cy="235126"/>
            <a:chOff x="1398582" y="2973490"/>
            <a:chExt cx="371390" cy="235126"/>
          </a:xfrm>
        </p:grpSpPr>
        <p:sp>
          <p:nvSpPr>
            <p:cNvPr id="18257" name="Google Shape;18257;p46"/>
            <p:cNvSpPr/>
            <p:nvPr/>
          </p:nvSpPr>
          <p:spPr>
            <a:xfrm>
              <a:off x="1398582" y="2973490"/>
              <a:ext cx="44302" cy="114704"/>
            </a:xfrm>
            <a:custGeom>
              <a:rect b="b" l="l" r="r" t="t"/>
              <a:pathLst>
                <a:path extrusionOk="0" h="4373" w="1689">
                  <a:moveTo>
                    <a:pt x="689" y="1"/>
                  </a:moveTo>
                  <a:cubicBezTo>
                    <a:pt x="633" y="1"/>
                    <a:pt x="574" y="24"/>
                    <a:pt x="523" y="81"/>
                  </a:cubicBezTo>
                  <a:cubicBezTo>
                    <a:pt x="509" y="101"/>
                    <a:pt x="0" y="616"/>
                    <a:pt x="0" y="1850"/>
                  </a:cubicBezTo>
                  <a:cubicBezTo>
                    <a:pt x="0" y="3315"/>
                    <a:pt x="1180" y="4285"/>
                    <a:pt x="1234" y="4325"/>
                  </a:cubicBezTo>
                  <a:cubicBezTo>
                    <a:pt x="1275" y="4352"/>
                    <a:pt x="1323" y="4373"/>
                    <a:pt x="1377" y="4373"/>
                  </a:cubicBezTo>
                  <a:cubicBezTo>
                    <a:pt x="1594" y="4373"/>
                    <a:pt x="1689" y="4101"/>
                    <a:pt x="1519" y="3966"/>
                  </a:cubicBezTo>
                  <a:cubicBezTo>
                    <a:pt x="1506" y="3952"/>
                    <a:pt x="455" y="3098"/>
                    <a:pt x="455" y="1844"/>
                  </a:cubicBezTo>
                  <a:cubicBezTo>
                    <a:pt x="455" y="826"/>
                    <a:pt x="848" y="406"/>
                    <a:pt x="848" y="406"/>
                  </a:cubicBezTo>
                  <a:cubicBezTo>
                    <a:pt x="1024" y="241"/>
                    <a:pt x="869" y="1"/>
                    <a:pt x="689" y="1"/>
                  </a:cubicBezTo>
                  <a:close/>
                </a:path>
              </a:pathLst>
            </a:custGeom>
            <a:solidFill>
              <a:srgbClr val="E1E6E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258" name="Google Shape;18258;p46"/>
            <p:cNvSpPr/>
            <p:nvPr/>
          </p:nvSpPr>
          <p:spPr>
            <a:xfrm>
              <a:off x="1403907" y="2991903"/>
              <a:ext cx="38847" cy="96290"/>
            </a:xfrm>
            <a:custGeom>
              <a:rect b="b" l="l" r="r" t="t"/>
              <a:pathLst>
                <a:path extrusionOk="0" h="3671" w="1481">
                  <a:moveTo>
                    <a:pt x="1163" y="0"/>
                  </a:moveTo>
                  <a:cubicBezTo>
                    <a:pt x="1104" y="0"/>
                    <a:pt x="1042" y="25"/>
                    <a:pt x="991" y="84"/>
                  </a:cubicBezTo>
                  <a:cubicBezTo>
                    <a:pt x="950" y="138"/>
                    <a:pt x="1" y="1365"/>
                    <a:pt x="964" y="3535"/>
                  </a:cubicBezTo>
                  <a:cubicBezTo>
                    <a:pt x="998" y="3616"/>
                    <a:pt x="1079" y="3671"/>
                    <a:pt x="1174" y="3671"/>
                  </a:cubicBezTo>
                  <a:cubicBezTo>
                    <a:pt x="1337" y="3671"/>
                    <a:pt x="1452" y="3494"/>
                    <a:pt x="1384" y="3345"/>
                  </a:cubicBezTo>
                  <a:cubicBezTo>
                    <a:pt x="543" y="1453"/>
                    <a:pt x="1316" y="416"/>
                    <a:pt x="1350" y="369"/>
                  </a:cubicBezTo>
                  <a:cubicBezTo>
                    <a:pt x="1480" y="194"/>
                    <a:pt x="1330" y="0"/>
                    <a:pt x="1163" y="0"/>
                  </a:cubicBezTo>
                  <a:close/>
                </a:path>
              </a:pathLst>
            </a:custGeom>
            <a:solidFill>
              <a:srgbClr val="E1E6E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259" name="Google Shape;18259;p46"/>
            <p:cNvSpPr/>
            <p:nvPr/>
          </p:nvSpPr>
          <p:spPr>
            <a:xfrm>
              <a:off x="1459226" y="3099210"/>
              <a:ext cx="280320" cy="80001"/>
            </a:xfrm>
            <a:custGeom>
              <a:rect b="b" l="l" r="r" t="t"/>
              <a:pathLst>
                <a:path extrusionOk="0" h="3050" w="10687">
                  <a:moveTo>
                    <a:pt x="1" y="0"/>
                  </a:moveTo>
                  <a:lnTo>
                    <a:pt x="1" y="2529"/>
                  </a:lnTo>
                  <a:cubicBezTo>
                    <a:pt x="1424" y="2882"/>
                    <a:pt x="3038" y="3050"/>
                    <a:pt x="4601" y="3050"/>
                  </a:cubicBezTo>
                  <a:cubicBezTo>
                    <a:pt x="6948" y="3050"/>
                    <a:pt x="9177" y="2671"/>
                    <a:pt x="10463" y="1966"/>
                  </a:cubicBezTo>
                  <a:cubicBezTo>
                    <a:pt x="10653" y="1865"/>
                    <a:pt x="10687" y="1600"/>
                    <a:pt x="10524" y="1458"/>
                  </a:cubicBezTo>
                  <a:lnTo>
                    <a:pt x="9683" y="705"/>
                  </a:lnTo>
                  <a:lnTo>
                    <a:pt x="1" y="0"/>
                  </a:lnTo>
                  <a:close/>
                </a:path>
              </a:pathLst>
            </a:custGeom>
            <a:solidFill>
              <a:srgbClr val="C1CDD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260" name="Google Shape;18260;p46"/>
            <p:cNvSpPr/>
            <p:nvPr/>
          </p:nvSpPr>
          <p:spPr>
            <a:xfrm>
              <a:off x="1459226" y="3099210"/>
              <a:ext cx="276071" cy="71870"/>
            </a:xfrm>
            <a:custGeom>
              <a:rect b="b" l="l" r="r" t="t"/>
              <a:pathLst>
                <a:path extrusionOk="0" h="2740" w="10525">
                  <a:moveTo>
                    <a:pt x="1" y="0"/>
                  </a:moveTo>
                  <a:lnTo>
                    <a:pt x="1" y="2522"/>
                  </a:lnTo>
                  <a:cubicBezTo>
                    <a:pt x="326" y="2611"/>
                    <a:pt x="665" y="2678"/>
                    <a:pt x="1011" y="2739"/>
                  </a:cubicBezTo>
                  <a:cubicBezTo>
                    <a:pt x="1377" y="2305"/>
                    <a:pt x="1703" y="1838"/>
                    <a:pt x="1981" y="1343"/>
                  </a:cubicBezTo>
                  <a:cubicBezTo>
                    <a:pt x="2057" y="1196"/>
                    <a:pt x="2209" y="1105"/>
                    <a:pt x="2372" y="1105"/>
                  </a:cubicBezTo>
                  <a:cubicBezTo>
                    <a:pt x="2397" y="1105"/>
                    <a:pt x="2423" y="1107"/>
                    <a:pt x="2448" y="1112"/>
                  </a:cubicBezTo>
                  <a:cubicBezTo>
                    <a:pt x="4238" y="1390"/>
                    <a:pt x="6273" y="1532"/>
                    <a:pt x="8524" y="1532"/>
                  </a:cubicBezTo>
                  <a:cubicBezTo>
                    <a:pt x="8623" y="1533"/>
                    <a:pt x="8721" y="1534"/>
                    <a:pt x="8817" y="1534"/>
                  </a:cubicBezTo>
                  <a:cubicBezTo>
                    <a:pt x="9441" y="1534"/>
                    <a:pt x="10011" y="1516"/>
                    <a:pt x="10504" y="1499"/>
                  </a:cubicBezTo>
                  <a:lnTo>
                    <a:pt x="10524" y="1451"/>
                  </a:lnTo>
                  <a:lnTo>
                    <a:pt x="9677" y="705"/>
                  </a:lnTo>
                  <a:lnTo>
                    <a:pt x="1" y="0"/>
                  </a:lnTo>
                  <a:close/>
                </a:path>
              </a:pathLst>
            </a:custGeom>
            <a:solidFill>
              <a:srgbClr val="AFBEC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261" name="Google Shape;18261;p46"/>
            <p:cNvSpPr/>
            <p:nvPr/>
          </p:nvSpPr>
          <p:spPr>
            <a:xfrm>
              <a:off x="1446609" y="3061780"/>
              <a:ext cx="323363" cy="65732"/>
            </a:xfrm>
            <a:custGeom>
              <a:rect b="b" l="l" r="r" t="t"/>
              <a:pathLst>
                <a:path extrusionOk="0" h="2506" w="12328">
                  <a:moveTo>
                    <a:pt x="4457" y="1"/>
                  </a:moveTo>
                  <a:cubicBezTo>
                    <a:pt x="3088" y="1"/>
                    <a:pt x="1594" y="188"/>
                    <a:pt x="0" y="661"/>
                  </a:cubicBezTo>
                  <a:lnTo>
                    <a:pt x="949" y="1664"/>
                  </a:lnTo>
                  <a:cubicBezTo>
                    <a:pt x="3625" y="2344"/>
                    <a:pt x="6667" y="2506"/>
                    <a:pt x="9020" y="2506"/>
                  </a:cubicBezTo>
                  <a:cubicBezTo>
                    <a:pt x="10328" y="2506"/>
                    <a:pt x="11424" y="2456"/>
                    <a:pt x="12124" y="2417"/>
                  </a:cubicBezTo>
                  <a:cubicBezTo>
                    <a:pt x="12280" y="2403"/>
                    <a:pt x="12327" y="2200"/>
                    <a:pt x="12192" y="2125"/>
                  </a:cubicBezTo>
                  <a:cubicBezTo>
                    <a:pt x="10769" y="1287"/>
                    <a:pt x="8040" y="1"/>
                    <a:pt x="4457" y="1"/>
                  </a:cubicBezTo>
                  <a:close/>
                </a:path>
              </a:pathLst>
            </a:custGeom>
            <a:solidFill>
              <a:srgbClr val="E1E6E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262" name="Google Shape;18262;p46"/>
            <p:cNvSpPr/>
            <p:nvPr/>
          </p:nvSpPr>
          <p:spPr>
            <a:xfrm>
              <a:off x="1404615" y="3076076"/>
              <a:ext cx="72237" cy="102481"/>
            </a:xfrm>
            <a:custGeom>
              <a:rect b="b" l="l" r="r" t="t"/>
              <a:pathLst>
                <a:path extrusionOk="0" h="3907" w="2754">
                  <a:moveTo>
                    <a:pt x="1377" y="1"/>
                  </a:moveTo>
                  <a:cubicBezTo>
                    <a:pt x="611" y="1"/>
                    <a:pt x="1" y="468"/>
                    <a:pt x="1" y="1608"/>
                  </a:cubicBezTo>
                  <a:cubicBezTo>
                    <a:pt x="1" y="2754"/>
                    <a:pt x="686" y="3906"/>
                    <a:pt x="1377" y="3906"/>
                  </a:cubicBezTo>
                  <a:cubicBezTo>
                    <a:pt x="2062" y="3906"/>
                    <a:pt x="2754" y="2754"/>
                    <a:pt x="2754" y="1608"/>
                  </a:cubicBezTo>
                  <a:cubicBezTo>
                    <a:pt x="2754" y="475"/>
                    <a:pt x="2137" y="1"/>
                    <a:pt x="1377" y="1"/>
                  </a:cubicBezTo>
                  <a:close/>
                </a:path>
              </a:pathLst>
            </a:custGeom>
            <a:solidFill>
              <a:srgbClr val="C1CDD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263" name="Google Shape;18263;p46"/>
            <p:cNvSpPr/>
            <p:nvPr/>
          </p:nvSpPr>
          <p:spPr>
            <a:xfrm>
              <a:off x="1650967" y="3040324"/>
              <a:ext cx="110455" cy="168292"/>
            </a:xfrm>
            <a:custGeom>
              <a:rect b="b" l="l" r="r" t="t"/>
              <a:pathLst>
                <a:path extrusionOk="0" h="6416" w="4211">
                  <a:moveTo>
                    <a:pt x="285" y="1"/>
                  </a:moveTo>
                  <a:lnTo>
                    <a:pt x="0" y="570"/>
                  </a:lnTo>
                  <a:lnTo>
                    <a:pt x="1973" y="5961"/>
                  </a:lnTo>
                  <a:cubicBezTo>
                    <a:pt x="2068" y="6232"/>
                    <a:pt x="2326" y="6415"/>
                    <a:pt x="2617" y="6415"/>
                  </a:cubicBezTo>
                  <a:lnTo>
                    <a:pt x="3906" y="6415"/>
                  </a:lnTo>
                  <a:cubicBezTo>
                    <a:pt x="4211" y="6415"/>
                    <a:pt x="4211" y="5954"/>
                    <a:pt x="3906" y="5954"/>
                  </a:cubicBezTo>
                  <a:lnTo>
                    <a:pt x="2617" y="5954"/>
                  </a:lnTo>
                  <a:cubicBezTo>
                    <a:pt x="2523" y="5954"/>
                    <a:pt x="2434" y="5893"/>
                    <a:pt x="2400" y="5805"/>
                  </a:cubicBezTo>
                  <a:lnTo>
                    <a:pt x="285" y="1"/>
                  </a:lnTo>
                  <a:close/>
                </a:path>
              </a:pathLst>
            </a:custGeom>
            <a:solidFill>
              <a:srgbClr val="E1E6E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264" name="Google Shape;18264;p46"/>
            <p:cNvSpPr/>
            <p:nvPr/>
          </p:nvSpPr>
          <p:spPr>
            <a:xfrm>
              <a:off x="1521312" y="3032953"/>
              <a:ext cx="138730" cy="154259"/>
            </a:xfrm>
            <a:custGeom>
              <a:rect b="b" l="l" r="r" t="t"/>
              <a:pathLst>
                <a:path extrusionOk="0" h="5881" w="5289">
                  <a:moveTo>
                    <a:pt x="4796" y="0"/>
                  </a:moveTo>
                  <a:cubicBezTo>
                    <a:pt x="4672" y="0"/>
                    <a:pt x="4548" y="49"/>
                    <a:pt x="4455" y="153"/>
                  </a:cubicBezTo>
                  <a:lnTo>
                    <a:pt x="115" y="5089"/>
                  </a:lnTo>
                  <a:cubicBezTo>
                    <a:pt x="0" y="5218"/>
                    <a:pt x="20" y="5415"/>
                    <a:pt x="170" y="5510"/>
                  </a:cubicBezTo>
                  <a:cubicBezTo>
                    <a:pt x="416" y="5674"/>
                    <a:pt x="807" y="5881"/>
                    <a:pt x="1210" y="5881"/>
                  </a:cubicBezTo>
                  <a:cubicBezTo>
                    <a:pt x="1472" y="5881"/>
                    <a:pt x="1738" y="5793"/>
                    <a:pt x="1973" y="5550"/>
                  </a:cubicBezTo>
                  <a:cubicBezTo>
                    <a:pt x="2251" y="5265"/>
                    <a:pt x="4048" y="2533"/>
                    <a:pt x="5174" y="790"/>
                  </a:cubicBezTo>
                  <a:cubicBezTo>
                    <a:pt x="5269" y="641"/>
                    <a:pt x="5289" y="465"/>
                    <a:pt x="5235" y="302"/>
                  </a:cubicBezTo>
                  <a:cubicBezTo>
                    <a:pt x="5162" y="108"/>
                    <a:pt x="4980" y="0"/>
                    <a:pt x="4796" y="0"/>
                  </a:cubicBezTo>
                  <a:close/>
                </a:path>
              </a:pathLst>
            </a:custGeom>
            <a:solidFill>
              <a:srgbClr val="D2DAE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265" name="Google Shape;18265;p46"/>
            <p:cNvSpPr/>
            <p:nvPr/>
          </p:nvSpPr>
          <p:spPr>
            <a:xfrm>
              <a:off x="1428642" y="3100260"/>
              <a:ext cx="30086" cy="36145"/>
            </a:xfrm>
            <a:custGeom>
              <a:rect b="b" l="l" r="r" t="t"/>
              <a:pathLst>
                <a:path extrusionOk="0" h="1378" w="1147">
                  <a:moveTo>
                    <a:pt x="577" y="1"/>
                  </a:moveTo>
                  <a:cubicBezTo>
                    <a:pt x="258" y="1"/>
                    <a:pt x="0" y="258"/>
                    <a:pt x="0" y="570"/>
                  </a:cubicBezTo>
                  <a:lnTo>
                    <a:pt x="0" y="801"/>
                  </a:lnTo>
                  <a:cubicBezTo>
                    <a:pt x="0" y="1120"/>
                    <a:pt x="258" y="1377"/>
                    <a:pt x="577" y="1377"/>
                  </a:cubicBezTo>
                  <a:cubicBezTo>
                    <a:pt x="889" y="1377"/>
                    <a:pt x="1146" y="1120"/>
                    <a:pt x="1146" y="801"/>
                  </a:cubicBezTo>
                  <a:lnTo>
                    <a:pt x="1146" y="570"/>
                  </a:lnTo>
                  <a:cubicBezTo>
                    <a:pt x="1146" y="258"/>
                    <a:pt x="889" y="1"/>
                    <a:pt x="577" y="1"/>
                  </a:cubicBezTo>
                  <a:close/>
                </a:path>
              </a:pathLst>
            </a:custGeom>
            <a:solidFill>
              <a:srgbClr val="203B5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266" name="Google Shape;18266;p46"/>
            <p:cNvSpPr/>
            <p:nvPr/>
          </p:nvSpPr>
          <p:spPr>
            <a:xfrm>
              <a:off x="1446609" y="3100443"/>
              <a:ext cx="12118" cy="23948"/>
            </a:xfrm>
            <a:custGeom>
              <a:rect b="b" l="l" r="r" t="t"/>
              <a:pathLst>
                <a:path extrusionOk="0" h="913" w="462">
                  <a:moveTo>
                    <a:pt x="0" y="1"/>
                  </a:moveTo>
                  <a:lnTo>
                    <a:pt x="0" y="679"/>
                  </a:lnTo>
                  <a:cubicBezTo>
                    <a:pt x="0" y="835"/>
                    <a:pt x="115" y="913"/>
                    <a:pt x="231" y="913"/>
                  </a:cubicBezTo>
                  <a:cubicBezTo>
                    <a:pt x="346" y="913"/>
                    <a:pt x="461" y="835"/>
                    <a:pt x="461" y="679"/>
                  </a:cubicBezTo>
                  <a:lnTo>
                    <a:pt x="461" y="570"/>
                  </a:lnTo>
                  <a:cubicBezTo>
                    <a:pt x="461" y="292"/>
                    <a:pt x="265" y="55"/>
                    <a:pt x="0" y="1"/>
                  </a:cubicBezTo>
                  <a:close/>
                </a:path>
              </a:pathLst>
            </a:custGeom>
            <a:solidFill>
              <a:srgbClr val="405C7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267" name="Google Shape;18267;p46"/>
            <p:cNvSpPr/>
            <p:nvPr/>
          </p:nvSpPr>
          <p:spPr>
            <a:xfrm>
              <a:off x="1440734" y="3106319"/>
              <a:ext cx="11935" cy="11935"/>
            </a:xfrm>
            <a:custGeom>
              <a:rect b="b" l="l" r="r" t="t"/>
              <a:pathLst>
                <a:path extrusionOk="0" h="455" w="455">
                  <a:moveTo>
                    <a:pt x="231" y="0"/>
                  </a:moveTo>
                  <a:cubicBezTo>
                    <a:pt x="102" y="0"/>
                    <a:pt x="0" y="102"/>
                    <a:pt x="0" y="224"/>
                  </a:cubicBezTo>
                  <a:cubicBezTo>
                    <a:pt x="0" y="353"/>
                    <a:pt x="102" y="455"/>
                    <a:pt x="231" y="455"/>
                  </a:cubicBezTo>
                  <a:cubicBezTo>
                    <a:pt x="353" y="455"/>
                    <a:pt x="455" y="353"/>
                    <a:pt x="455" y="224"/>
                  </a:cubicBezTo>
                  <a:cubicBezTo>
                    <a:pt x="455" y="102"/>
                    <a:pt x="353" y="0"/>
                    <a:pt x="231" y="0"/>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268" name="Google Shape;18268;p46"/>
            <p:cNvSpPr/>
            <p:nvPr/>
          </p:nvSpPr>
          <p:spPr>
            <a:xfrm>
              <a:off x="1404615" y="3081584"/>
              <a:ext cx="56054" cy="96972"/>
            </a:xfrm>
            <a:custGeom>
              <a:rect b="b" l="l" r="r" t="t"/>
              <a:pathLst>
                <a:path extrusionOk="0" h="3697" w="2137">
                  <a:moveTo>
                    <a:pt x="604" y="1"/>
                  </a:moveTo>
                  <a:cubicBezTo>
                    <a:pt x="238" y="238"/>
                    <a:pt x="1" y="686"/>
                    <a:pt x="1" y="1398"/>
                  </a:cubicBezTo>
                  <a:cubicBezTo>
                    <a:pt x="1" y="2544"/>
                    <a:pt x="686" y="3696"/>
                    <a:pt x="1377" y="3696"/>
                  </a:cubicBezTo>
                  <a:cubicBezTo>
                    <a:pt x="1642" y="3696"/>
                    <a:pt x="1913" y="3513"/>
                    <a:pt x="2137" y="3235"/>
                  </a:cubicBezTo>
                  <a:cubicBezTo>
                    <a:pt x="1296" y="3201"/>
                    <a:pt x="455" y="1994"/>
                    <a:pt x="455" y="808"/>
                  </a:cubicBezTo>
                  <a:cubicBezTo>
                    <a:pt x="448" y="530"/>
                    <a:pt x="503" y="252"/>
                    <a:pt x="604" y="1"/>
                  </a:cubicBezTo>
                  <a:close/>
                </a:path>
              </a:pathLst>
            </a:custGeom>
            <a:solidFill>
              <a:srgbClr val="AFBEC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269" name="Google Shape;18269;p46"/>
            <p:cNvSpPr/>
            <p:nvPr/>
          </p:nvSpPr>
          <p:spPr>
            <a:xfrm>
              <a:off x="1414582" y="3154005"/>
              <a:ext cx="76513" cy="54611"/>
            </a:xfrm>
            <a:custGeom>
              <a:rect b="b" l="l" r="r" t="t"/>
              <a:pathLst>
                <a:path extrusionOk="0" h="2082" w="2917">
                  <a:moveTo>
                    <a:pt x="2597" y="1"/>
                  </a:moveTo>
                  <a:cubicBezTo>
                    <a:pt x="2523" y="1"/>
                    <a:pt x="2448" y="38"/>
                    <a:pt x="2401" y="128"/>
                  </a:cubicBezTo>
                  <a:lnTo>
                    <a:pt x="1553" y="1620"/>
                  </a:lnTo>
                  <a:lnTo>
                    <a:pt x="306" y="1620"/>
                  </a:lnTo>
                  <a:cubicBezTo>
                    <a:pt x="1" y="1620"/>
                    <a:pt x="1" y="2081"/>
                    <a:pt x="306" y="2081"/>
                  </a:cubicBezTo>
                  <a:lnTo>
                    <a:pt x="1553" y="2081"/>
                  </a:lnTo>
                  <a:cubicBezTo>
                    <a:pt x="1716" y="2081"/>
                    <a:pt x="1865" y="1993"/>
                    <a:pt x="1947" y="1851"/>
                  </a:cubicBezTo>
                  <a:lnTo>
                    <a:pt x="2801" y="359"/>
                  </a:lnTo>
                  <a:cubicBezTo>
                    <a:pt x="2917" y="174"/>
                    <a:pt x="2757" y="1"/>
                    <a:pt x="2597" y="1"/>
                  </a:cubicBezTo>
                  <a:close/>
                </a:path>
              </a:pathLst>
            </a:custGeom>
            <a:solidFill>
              <a:srgbClr val="D2DAE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270" name="Google Shape;18270;p46"/>
            <p:cNvSpPr/>
            <p:nvPr/>
          </p:nvSpPr>
          <p:spPr>
            <a:xfrm>
              <a:off x="1474702" y="3154372"/>
              <a:ext cx="32210" cy="54244"/>
            </a:xfrm>
            <a:custGeom>
              <a:rect b="b" l="l" r="r" t="t"/>
              <a:pathLst>
                <a:path extrusionOk="0" h="2068" w="1228">
                  <a:moveTo>
                    <a:pt x="997" y="1"/>
                  </a:moveTo>
                  <a:cubicBezTo>
                    <a:pt x="882" y="1"/>
                    <a:pt x="767" y="77"/>
                    <a:pt x="767" y="230"/>
                  </a:cubicBezTo>
                  <a:lnTo>
                    <a:pt x="767" y="1606"/>
                  </a:lnTo>
                  <a:lnTo>
                    <a:pt x="312" y="1606"/>
                  </a:lnTo>
                  <a:cubicBezTo>
                    <a:pt x="1" y="1606"/>
                    <a:pt x="1" y="2067"/>
                    <a:pt x="312" y="2067"/>
                  </a:cubicBezTo>
                  <a:lnTo>
                    <a:pt x="767" y="2067"/>
                  </a:lnTo>
                  <a:cubicBezTo>
                    <a:pt x="1024" y="2067"/>
                    <a:pt x="1228" y="1857"/>
                    <a:pt x="1228" y="1606"/>
                  </a:cubicBezTo>
                  <a:lnTo>
                    <a:pt x="1228" y="230"/>
                  </a:lnTo>
                  <a:cubicBezTo>
                    <a:pt x="1228" y="77"/>
                    <a:pt x="1113" y="1"/>
                    <a:pt x="997" y="1"/>
                  </a:cubicBezTo>
                  <a:close/>
                </a:path>
              </a:pathLst>
            </a:custGeom>
            <a:solidFill>
              <a:srgbClr val="D2DAE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271" name="Google Shape;18271;p46"/>
            <p:cNvSpPr/>
            <p:nvPr/>
          </p:nvSpPr>
          <p:spPr>
            <a:xfrm>
              <a:off x="1469534" y="3061859"/>
              <a:ext cx="102664" cy="48027"/>
            </a:xfrm>
            <a:custGeom>
              <a:rect b="b" l="l" r="r" t="t"/>
              <a:pathLst>
                <a:path extrusionOk="0" h="1831" w="3914">
                  <a:moveTo>
                    <a:pt x="3405" y="0"/>
                  </a:moveTo>
                  <a:cubicBezTo>
                    <a:pt x="2998" y="604"/>
                    <a:pt x="1303" y="1227"/>
                    <a:pt x="1" y="1580"/>
                  </a:cubicBezTo>
                  <a:lnTo>
                    <a:pt x="75" y="1661"/>
                  </a:lnTo>
                  <a:cubicBezTo>
                    <a:pt x="320" y="1722"/>
                    <a:pt x="564" y="1777"/>
                    <a:pt x="808" y="1831"/>
                  </a:cubicBezTo>
                  <a:cubicBezTo>
                    <a:pt x="3242" y="1099"/>
                    <a:pt x="3791" y="312"/>
                    <a:pt x="3913" y="0"/>
                  </a:cubicBezTo>
                  <a:close/>
                </a:path>
              </a:pathLst>
            </a:custGeom>
            <a:solidFill>
              <a:srgbClr val="C1CDD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8272" name="Google Shape;18272;p46"/>
          <p:cNvGrpSpPr/>
          <p:nvPr/>
        </p:nvGrpSpPr>
        <p:grpSpPr>
          <a:xfrm>
            <a:off x="850795" y="1512217"/>
            <a:ext cx="370132" cy="370131"/>
            <a:chOff x="850795" y="1512217"/>
            <a:chExt cx="370132" cy="370131"/>
          </a:xfrm>
        </p:grpSpPr>
        <p:sp>
          <p:nvSpPr>
            <p:cNvPr id="18273" name="Google Shape;18273;p46"/>
            <p:cNvSpPr/>
            <p:nvPr/>
          </p:nvSpPr>
          <p:spPr>
            <a:xfrm>
              <a:off x="1089462" y="1512217"/>
              <a:ext cx="131465" cy="131281"/>
            </a:xfrm>
            <a:custGeom>
              <a:rect b="b" l="l" r="r" t="t"/>
              <a:pathLst>
                <a:path extrusionOk="0" h="5005" w="5012">
                  <a:moveTo>
                    <a:pt x="2503" y="0"/>
                  </a:moveTo>
                  <a:cubicBezTo>
                    <a:pt x="1126" y="0"/>
                    <a:pt x="1" y="1119"/>
                    <a:pt x="1" y="2502"/>
                  </a:cubicBezTo>
                  <a:cubicBezTo>
                    <a:pt x="1" y="3885"/>
                    <a:pt x="1126" y="5004"/>
                    <a:pt x="2503" y="5004"/>
                  </a:cubicBezTo>
                  <a:cubicBezTo>
                    <a:pt x="3886" y="5004"/>
                    <a:pt x="5012" y="3885"/>
                    <a:pt x="5012" y="2502"/>
                  </a:cubicBezTo>
                  <a:cubicBezTo>
                    <a:pt x="5012" y="1119"/>
                    <a:pt x="3886" y="0"/>
                    <a:pt x="2503" y="0"/>
                  </a:cubicBezTo>
                  <a:close/>
                </a:path>
              </a:pathLst>
            </a:custGeom>
            <a:solidFill>
              <a:srgbClr val="203B5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274" name="Google Shape;18274;p46"/>
            <p:cNvSpPr/>
            <p:nvPr/>
          </p:nvSpPr>
          <p:spPr>
            <a:xfrm>
              <a:off x="1113488" y="1536034"/>
              <a:ext cx="83438" cy="83621"/>
            </a:xfrm>
            <a:custGeom>
              <a:rect b="b" l="l" r="r" t="t"/>
              <a:pathLst>
                <a:path extrusionOk="0" h="3188" w="3181">
                  <a:moveTo>
                    <a:pt x="1587" y="1"/>
                  </a:moveTo>
                  <a:cubicBezTo>
                    <a:pt x="712" y="1"/>
                    <a:pt x="0" y="713"/>
                    <a:pt x="0" y="1594"/>
                  </a:cubicBezTo>
                  <a:cubicBezTo>
                    <a:pt x="0" y="2476"/>
                    <a:pt x="712" y="3187"/>
                    <a:pt x="1587" y="3187"/>
                  </a:cubicBezTo>
                  <a:cubicBezTo>
                    <a:pt x="2468" y="3187"/>
                    <a:pt x="3180" y="2476"/>
                    <a:pt x="3180" y="1594"/>
                  </a:cubicBezTo>
                  <a:cubicBezTo>
                    <a:pt x="3180" y="713"/>
                    <a:pt x="2468" y="1"/>
                    <a:pt x="1587" y="1"/>
                  </a:cubicBezTo>
                  <a:close/>
                </a:path>
              </a:pathLst>
            </a:custGeom>
            <a:solidFill>
              <a:srgbClr val="556E8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275" name="Google Shape;18275;p46"/>
            <p:cNvSpPr/>
            <p:nvPr/>
          </p:nvSpPr>
          <p:spPr>
            <a:xfrm>
              <a:off x="850795" y="1512217"/>
              <a:ext cx="131281" cy="131281"/>
            </a:xfrm>
            <a:custGeom>
              <a:rect b="b" l="l" r="r" t="t"/>
              <a:pathLst>
                <a:path extrusionOk="0" h="5005" w="5005">
                  <a:moveTo>
                    <a:pt x="2502" y="0"/>
                  </a:moveTo>
                  <a:cubicBezTo>
                    <a:pt x="1119" y="0"/>
                    <a:pt x="0" y="1119"/>
                    <a:pt x="0" y="2502"/>
                  </a:cubicBezTo>
                  <a:cubicBezTo>
                    <a:pt x="0" y="3885"/>
                    <a:pt x="1119" y="5004"/>
                    <a:pt x="2502" y="5004"/>
                  </a:cubicBezTo>
                  <a:cubicBezTo>
                    <a:pt x="3885" y="5004"/>
                    <a:pt x="5004" y="3885"/>
                    <a:pt x="5004" y="2502"/>
                  </a:cubicBezTo>
                  <a:cubicBezTo>
                    <a:pt x="5004" y="1119"/>
                    <a:pt x="3885" y="0"/>
                    <a:pt x="2502" y="0"/>
                  </a:cubicBezTo>
                  <a:close/>
                </a:path>
              </a:pathLst>
            </a:custGeom>
            <a:solidFill>
              <a:srgbClr val="203B5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276" name="Google Shape;18276;p46"/>
            <p:cNvSpPr/>
            <p:nvPr/>
          </p:nvSpPr>
          <p:spPr>
            <a:xfrm>
              <a:off x="874612" y="1536034"/>
              <a:ext cx="83621" cy="83621"/>
            </a:xfrm>
            <a:custGeom>
              <a:rect b="b" l="l" r="r" t="t"/>
              <a:pathLst>
                <a:path extrusionOk="0" h="3188" w="3188">
                  <a:moveTo>
                    <a:pt x="1594" y="1"/>
                  </a:moveTo>
                  <a:cubicBezTo>
                    <a:pt x="713" y="1"/>
                    <a:pt x="1" y="713"/>
                    <a:pt x="1" y="1594"/>
                  </a:cubicBezTo>
                  <a:cubicBezTo>
                    <a:pt x="1" y="2476"/>
                    <a:pt x="713" y="3187"/>
                    <a:pt x="1594" y="3187"/>
                  </a:cubicBezTo>
                  <a:cubicBezTo>
                    <a:pt x="2476" y="3187"/>
                    <a:pt x="3188" y="2476"/>
                    <a:pt x="3188" y="1594"/>
                  </a:cubicBezTo>
                  <a:cubicBezTo>
                    <a:pt x="3188" y="713"/>
                    <a:pt x="2476" y="1"/>
                    <a:pt x="1594" y="1"/>
                  </a:cubicBezTo>
                  <a:close/>
                </a:path>
              </a:pathLst>
            </a:custGeom>
            <a:solidFill>
              <a:srgbClr val="556E8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277" name="Google Shape;18277;p46"/>
            <p:cNvSpPr/>
            <p:nvPr/>
          </p:nvSpPr>
          <p:spPr>
            <a:xfrm>
              <a:off x="862703" y="1547942"/>
              <a:ext cx="346315" cy="334406"/>
            </a:xfrm>
            <a:custGeom>
              <a:rect b="b" l="l" r="r" t="t"/>
              <a:pathLst>
                <a:path extrusionOk="0" h="12749" w="13203">
                  <a:moveTo>
                    <a:pt x="6598" y="1"/>
                  </a:moveTo>
                  <a:cubicBezTo>
                    <a:pt x="2957" y="1"/>
                    <a:pt x="0" y="2856"/>
                    <a:pt x="0" y="6375"/>
                  </a:cubicBezTo>
                  <a:cubicBezTo>
                    <a:pt x="0" y="9894"/>
                    <a:pt x="2957" y="12748"/>
                    <a:pt x="6598" y="12748"/>
                  </a:cubicBezTo>
                  <a:cubicBezTo>
                    <a:pt x="10246" y="12748"/>
                    <a:pt x="13202" y="9894"/>
                    <a:pt x="13202" y="6375"/>
                  </a:cubicBezTo>
                  <a:cubicBezTo>
                    <a:pt x="13202" y="2856"/>
                    <a:pt x="10246" y="1"/>
                    <a:pt x="6598" y="1"/>
                  </a:cubicBezTo>
                  <a:close/>
                </a:path>
              </a:pathLst>
            </a:custGeom>
            <a:solidFill>
              <a:srgbClr val="E7EDF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278" name="Google Shape;18278;p46"/>
            <p:cNvSpPr/>
            <p:nvPr/>
          </p:nvSpPr>
          <p:spPr>
            <a:xfrm>
              <a:off x="1058353" y="1661387"/>
              <a:ext cx="120789" cy="115202"/>
            </a:xfrm>
            <a:custGeom>
              <a:rect b="b" l="l" r="r" t="t"/>
              <a:pathLst>
                <a:path extrusionOk="0" h="4392" w="4605">
                  <a:moveTo>
                    <a:pt x="2016" y="1"/>
                  </a:moveTo>
                  <a:cubicBezTo>
                    <a:pt x="1720" y="1"/>
                    <a:pt x="1429" y="73"/>
                    <a:pt x="1166" y="226"/>
                  </a:cubicBezTo>
                  <a:cubicBezTo>
                    <a:pt x="244" y="761"/>
                    <a:pt x="0" y="2077"/>
                    <a:pt x="631" y="3162"/>
                  </a:cubicBezTo>
                  <a:cubicBezTo>
                    <a:pt x="1081" y="3940"/>
                    <a:pt x="1848" y="4391"/>
                    <a:pt x="2588" y="4391"/>
                  </a:cubicBezTo>
                  <a:cubicBezTo>
                    <a:pt x="2885" y="4391"/>
                    <a:pt x="3178" y="4319"/>
                    <a:pt x="3445" y="4165"/>
                  </a:cubicBezTo>
                  <a:cubicBezTo>
                    <a:pt x="4367" y="3636"/>
                    <a:pt x="4604" y="2321"/>
                    <a:pt x="3980" y="1229"/>
                  </a:cubicBezTo>
                  <a:cubicBezTo>
                    <a:pt x="3530" y="454"/>
                    <a:pt x="2757" y="1"/>
                    <a:pt x="2016" y="1"/>
                  </a:cubicBezTo>
                  <a:close/>
                </a:path>
              </a:pathLst>
            </a:custGeom>
            <a:solidFill>
              <a:srgbClr val="203B5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279" name="Google Shape;18279;p46"/>
            <p:cNvSpPr/>
            <p:nvPr/>
          </p:nvSpPr>
          <p:spPr>
            <a:xfrm>
              <a:off x="862703" y="1552034"/>
              <a:ext cx="165249" cy="330131"/>
            </a:xfrm>
            <a:custGeom>
              <a:rect b="b" l="l" r="r" t="t"/>
              <a:pathLst>
                <a:path extrusionOk="0" h="12586" w="6300">
                  <a:moveTo>
                    <a:pt x="5167" y="1"/>
                  </a:moveTo>
                  <a:lnTo>
                    <a:pt x="5167" y="1"/>
                  </a:lnTo>
                  <a:cubicBezTo>
                    <a:pt x="2211" y="631"/>
                    <a:pt x="0" y="3174"/>
                    <a:pt x="0" y="6219"/>
                  </a:cubicBezTo>
                  <a:cubicBezTo>
                    <a:pt x="0" y="9636"/>
                    <a:pt x="2794" y="12430"/>
                    <a:pt x="6300" y="12586"/>
                  </a:cubicBezTo>
                  <a:cubicBezTo>
                    <a:pt x="3811" y="11569"/>
                    <a:pt x="2048" y="8999"/>
                    <a:pt x="2048" y="5995"/>
                  </a:cubicBezTo>
                  <a:cubicBezTo>
                    <a:pt x="2048" y="3459"/>
                    <a:pt x="3296" y="1242"/>
                    <a:pt x="5167" y="1"/>
                  </a:cubicBezTo>
                  <a:close/>
                </a:path>
              </a:pathLst>
            </a:custGeom>
            <a:solidFill>
              <a:srgbClr val="D1DCE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280" name="Google Shape;18280;p46"/>
            <p:cNvSpPr/>
            <p:nvPr/>
          </p:nvSpPr>
          <p:spPr>
            <a:xfrm>
              <a:off x="1089462" y="1691315"/>
              <a:ext cx="35961" cy="41811"/>
            </a:xfrm>
            <a:custGeom>
              <a:rect b="b" l="l" r="r" t="t"/>
              <a:pathLst>
                <a:path extrusionOk="0" h="1594" w="1371">
                  <a:moveTo>
                    <a:pt x="685" y="0"/>
                  </a:moveTo>
                  <a:cubicBezTo>
                    <a:pt x="306" y="0"/>
                    <a:pt x="1" y="305"/>
                    <a:pt x="1" y="685"/>
                  </a:cubicBezTo>
                  <a:lnTo>
                    <a:pt x="1" y="909"/>
                  </a:lnTo>
                  <a:cubicBezTo>
                    <a:pt x="1" y="1288"/>
                    <a:pt x="306" y="1593"/>
                    <a:pt x="685" y="1593"/>
                  </a:cubicBezTo>
                  <a:cubicBezTo>
                    <a:pt x="1065" y="1593"/>
                    <a:pt x="1370" y="1288"/>
                    <a:pt x="1370" y="909"/>
                  </a:cubicBezTo>
                  <a:lnTo>
                    <a:pt x="1370" y="685"/>
                  </a:lnTo>
                  <a:cubicBezTo>
                    <a:pt x="1370" y="305"/>
                    <a:pt x="1065" y="0"/>
                    <a:pt x="685" y="0"/>
                  </a:cubicBezTo>
                  <a:close/>
                </a:path>
              </a:pathLst>
            </a:custGeom>
            <a:solidFill>
              <a:srgbClr val="405C7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281" name="Google Shape;18281;p46"/>
            <p:cNvSpPr/>
            <p:nvPr/>
          </p:nvSpPr>
          <p:spPr>
            <a:xfrm>
              <a:off x="1107429" y="1691315"/>
              <a:ext cx="17994" cy="29771"/>
            </a:xfrm>
            <a:custGeom>
              <a:rect b="b" l="l" r="r" t="t"/>
              <a:pathLst>
                <a:path extrusionOk="0" h="1135" w="686">
                  <a:moveTo>
                    <a:pt x="0" y="0"/>
                  </a:moveTo>
                  <a:lnTo>
                    <a:pt x="0" y="793"/>
                  </a:lnTo>
                  <a:cubicBezTo>
                    <a:pt x="0" y="1021"/>
                    <a:pt x="172" y="1134"/>
                    <a:pt x="343" y="1134"/>
                  </a:cubicBezTo>
                  <a:cubicBezTo>
                    <a:pt x="514" y="1134"/>
                    <a:pt x="685" y="1021"/>
                    <a:pt x="685" y="793"/>
                  </a:cubicBezTo>
                  <a:lnTo>
                    <a:pt x="685" y="685"/>
                  </a:lnTo>
                  <a:cubicBezTo>
                    <a:pt x="685" y="305"/>
                    <a:pt x="380" y="0"/>
                    <a:pt x="0" y="0"/>
                  </a:cubicBezTo>
                  <a:close/>
                </a:path>
              </a:pathLst>
            </a:custGeom>
            <a:solidFill>
              <a:srgbClr val="556E8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282" name="Google Shape;18282;p46"/>
            <p:cNvSpPr/>
            <p:nvPr/>
          </p:nvSpPr>
          <p:spPr>
            <a:xfrm>
              <a:off x="1101554" y="1697164"/>
              <a:ext cx="11961" cy="11961"/>
            </a:xfrm>
            <a:custGeom>
              <a:rect b="b" l="l" r="r" t="t"/>
              <a:pathLst>
                <a:path extrusionOk="0" h="456" w="456">
                  <a:moveTo>
                    <a:pt x="224" y="1"/>
                  </a:moveTo>
                  <a:cubicBezTo>
                    <a:pt x="96" y="1"/>
                    <a:pt x="1" y="103"/>
                    <a:pt x="1" y="231"/>
                  </a:cubicBezTo>
                  <a:cubicBezTo>
                    <a:pt x="1" y="353"/>
                    <a:pt x="96" y="455"/>
                    <a:pt x="224" y="455"/>
                  </a:cubicBezTo>
                  <a:cubicBezTo>
                    <a:pt x="353" y="455"/>
                    <a:pt x="455" y="353"/>
                    <a:pt x="455" y="231"/>
                  </a:cubicBezTo>
                  <a:cubicBezTo>
                    <a:pt x="455" y="103"/>
                    <a:pt x="353" y="1"/>
                    <a:pt x="224" y="1"/>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283" name="Google Shape;18283;p46"/>
            <p:cNvSpPr/>
            <p:nvPr/>
          </p:nvSpPr>
          <p:spPr>
            <a:xfrm>
              <a:off x="976174" y="1780759"/>
              <a:ext cx="119373" cy="77562"/>
            </a:xfrm>
            <a:custGeom>
              <a:rect b="b" l="l" r="r" t="t"/>
              <a:pathLst>
                <a:path extrusionOk="0" h="2957" w="4551">
                  <a:moveTo>
                    <a:pt x="1390" y="1"/>
                  </a:moveTo>
                  <a:cubicBezTo>
                    <a:pt x="624" y="1"/>
                    <a:pt x="0" y="408"/>
                    <a:pt x="0" y="909"/>
                  </a:cubicBezTo>
                  <a:cubicBezTo>
                    <a:pt x="0" y="1214"/>
                    <a:pt x="224" y="1479"/>
                    <a:pt x="570" y="1648"/>
                  </a:cubicBezTo>
                  <a:cubicBezTo>
                    <a:pt x="604" y="2374"/>
                    <a:pt x="1356" y="2957"/>
                    <a:pt x="2272" y="2957"/>
                  </a:cubicBezTo>
                  <a:cubicBezTo>
                    <a:pt x="3194" y="2957"/>
                    <a:pt x="3940" y="2374"/>
                    <a:pt x="3981" y="1648"/>
                  </a:cubicBezTo>
                  <a:cubicBezTo>
                    <a:pt x="4326" y="1479"/>
                    <a:pt x="4550" y="1214"/>
                    <a:pt x="4550" y="909"/>
                  </a:cubicBezTo>
                  <a:cubicBezTo>
                    <a:pt x="4550" y="408"/>
                    <a:pt x="3926" y="1"/>
                    <a:pt x="3160" y="1"/>
                  </a:cubicBezTo>
                  <a:cubicBezTo>
                    <a:pt x="2848" y="1"/>
                    <a:pt x="2550" y="68"/>
                    <a:pt x="2272" y="211"/>
                  </a:cubicBezTo>
                  <a:cubicBezTo>
                    <a:pt x="2001" y="68"/>
                    <a:pt x="1696" y="1"/>
                    <a:pt x="1390" y="1"/>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284" name="Google Shape;18284;p46"/>
            <p:cNvSpPr/>
            <p:nvPr/>
          </p:nvSpPr>
          <p:spPr>
            <a:xfrm>
              <a:off x="1006050" y="1762976"/>
              <a:ext cx="59621" cy="41653"/>
            </a:xfrm>
            <a:custGeom>
              <a:rect b="b" l="l" r="r" t="t"/>
              <a:pathLst>
                <a:path extrusionOk="0" h="1588" w="2273">
                  <a:moveTo>
                    <a:pt x="1133" y="1"/>
                  </a:moveTo>
                  <a:cubicBezTo>
                    <a:pt x="509" y="1"/>
                    <a:pt x="1" y="306"/>
                    <a:pt x="1" y="679"/>
                  </a:cubicBezTo>
                  <a:cubicBezTo>
                    <a:pt x="1" y="1058"/>
                    <a:pt x="509" y="1587"/>
                    <a:pt x="1133" y="1587"/>
                  </a:cubicBezTo>
                  <a:cubicBezTo>
                    <a:pt x="1763" y="1587"/>
                    <a:pt x="2272" y="1058"/>
                    <a:pt x="2272" y="679"/>
                  </a:cubicBezTo>
                  <a:cubicBezTo>
                    <a:pt x="2272" y="306"/>
                    <a:pt x="1763" y="1"/>
                    <a:pt x="1133" y="1"/>
                  </a:cubicBezTo>
                  <a:close/>
                </a:path>
              </a:pathLst>
            </a:custGeom>
            <a:solidFill>
              <a:srgbClr val="405C7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285" name="Google Shape;18285;p46"/>
            <p:cNvSpPr/>
            <p:nvPr/>
          </p:nvSpPr>
          <p:spPr>
            <a:xfrm>
              <a:off x="975282" y="1798360"/>
              <a:ext cx="121156" cy="33024"/>
            </a:xfrm>
            <a:custGeom>
              <a:rect b="b" l="l" r="r" t="t"/>
              <a:pathLst>
                <a:path extrusionOk="0" h="1259" w="4619">
                  <a:moveTo>
                    <a:pt x="254" y="0"/>
                  </a:moveTo>
                  <a:cubicBezTo>
                    <a:pt x="154" y="0"/>
                    <a:pt x="55" y="61"/>
                    <a:pt x="34" y="198"/>
                  </a:cubicBezTo>
                  <a:cubicBezTo>
                    <a:pt x="0" y="448"/>
                    <a:pt x="75" y="706"/>
                    <a:pt x="251" y="889"/>
                  </a:cubicBezTo>
                  <a:cubicBezTo>
                    <a:pt x="475" y="1133"/>
                    <a:pt x="855" y="1255"/>
                    <a:pt x="1370" y="1255"/>
                  </a:cubicBezTo>
                  <a:cubicBezTo>
                    <a:pt x="1553" y="1255"/>
                    <a:pt x="1730" y="1242"/>
                    <a:pt x="1913" y="1221"/>
                  </a:cubicBezTo>
                  <a:cubicBezTo>
                    <a:pt x="2045" y="1201"/>
                    <a:pt x="2177" y="1191"/>
                    <a:pt x="2309" y="1191"/>
                  </a:cubicBezTo>
                  <a:cubicBezTo>
                    <a:pt x="2441" y="1191"/>
                    <a:pt x="2574" y="1201"/>
                    <a:pt x="2706" y="1221"/>
                  </a:cubicBezTo>
                  <a:cubicBezTo>
                    <a:pt x="2899" y="1246"/>
                    <a:pt x="3078" y="1258"/>
                    <a:pt x="3243" y="1258"/>
                  </a:cubicBezTo>
                  <a:cubicBezTo>
                    <a:pt x="3762" y="1258"/>
                    <a:pt x="4141" y="1136"/>
                    <a:pt x="4367" y="889"/>
                  </a:cubicBezTo>
                  <a:cubicBezTo>
                    <a:pt x="4543" y="706"/>
                    <a:pt x="4618" y="448"/>
                    <a:pt x="4577" y="198"/>
                  </a:cubicBezTo>
                  <a:cubicBezTo>
                    <a:pt x="4553" y="88"/>
                    <a:pt x="4458" y="11"/>
                    <a:pt x="4350" y="11"/>
                  </a:cubicBezTo>
                  <a:cubicBezTo>
                    <a:pt x="4338" y="11"/>
                    <a:pt x="4326" y="12"/>
                    <a:pt x="4313" y="15"/>
                  </a:cubicBezTo>
                  <a:cubicBezTo>
                    <a:pt x="4191" y="42"/>
                    <a:pt x="4110" y="157"/>
                    <a:pt x="4130" y="279"/>
                  </a:cubicBezTo>
                  <a:cubicBezTo>
                    <a:pt x="4143" y="394"/>
                    <a:pt x="4110" y="503"/>
                    <a:pt x="4028" y="584"/>
                  </a:cubicBezTo>
                  <a:cubicBezTo>
                    <a:pt x="3944" y="674"/>
                    <a:pt x="3735" y="801"/>
                    <a:pt x="3245" y="801"/>
                  </a:cubicBezTo>
                  <a:cubicBezTo>
                    <a:pt x="3107" y="801"/>
                    <a:pt x="2946" y="791"/>
                    <a:pt x="2760" y="767"/>
                  </a:cubicBezTo>
                  <a:cubicBezTo>
                    <a:pt x="2686" y="754"/>
                    <a:pt x="2611" y="747"/>
                    <a:pt x="2536" y="747"/>
                  </a:cubicBezTo>
                  <a:lnTo>
                    <a:pt x="2536" y="170"/>
                  </a:lnTo>
                  <a:cubicBezTo>
                    <a:pt x="2536" y="42"/>
                    <a:pt x="2435" y="8"/>
                    <a:pt x="2306" y="8"/>
                  </a:cubicBezTo>
                  <a:cubicBezTo>
                    <a:pt x="2184" y="8"/>
                    <a:pt x="2082" y="42"/>
                    <a:pt x="2082" y="170"/>
                  </a:cubicBezTo>
                  <a:lnTo>
                    <a:pt x="2082" y="747"/>
                  </a:lnTo>
                  <a:cubicBezTo>
                    <a:pt x="2001" y="747"/>
                    <a:pt x="1926" y="754"/>
                    <a:pt x="1852" y="767"/>
                  </a:cubicBezTo>
                  <a:cubicBezTo>
                    <a:pt x="1667" y="791"/>
                    <a:pt x="1507" y="801"/>
                    <a:pt x="1370" y="801"/>
                  </a:cubicBezTo>
                  <a:cubicBezTo>
                    <a:pt x="883" y="801"/>
                    <a:pt x="674" y="674"/>
                    <a:pt x="584" y="584"/>
                  </a:cubicBezTo>
                  <a:cubicBezTo>
                    <a:pt x="509" y="503"/>
                    <a:pt x="468" y="394"/>
                    <a:pt x="482" y="286"/>
                  </a:cubicBezTo>
                  <a:cubicBezTo>
                    <a:pt x="524" y="108"/>
                    <a:pt x="388" y="0"/>
                    <a:pt x="254" y="0"/>
                  </a:cubicBezTo>
                  <a:close/>
                </a:path>
              </a:pathLst>
            </a:custGeom>
            <a:solidFill>
              <a:srgbClr val="556E8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286" name="Google Shape;18286;p46"/>
            <p:cNvSpPr/>
            <p:nvPr/>
          </p:nvSpPr>
          <p:spPr>
            <a:xfrm>
              <a:off x="1006050" y="1765992"/>
              <a:ext cx="49470" cy="38820"/>
            </a:xfrm>
            <a:custGeom>
              <a:rect b="b" l="l" r="r" t="t"/>
              <a:pathLst>
                <a:path extrusionOk="0" h="1480" w="1886">
                  <a:moveTo>
                    <a:pt x="502" y="1"/>
                  </a:moveTo>
                  <a:cubicBezTo>
                    <a:pt x="197" y="123"/>
                    <a:pt x="1" y="333"/>
                    <a:pt x="1" y="564"/>
                  </a:cubicBezTo>
                  <a:cubicBezTo>
                    <a:pt x="1" y="943"/>
                    <a:pt x="509" y="1479"/>
                    <a:pt x="1133" y="1479"/>
                  </a:cubicBezTo>
                  <a:cubicBezTo>
                    <a:pt x="1411" y="1472"/>
                    <a:pt x="1675" y="1377"/>
                    <a:pt x="1886" y="1201"/>
                  </a:cubicBezTo>
                  <a:lnTo>
                    <a:pt x="1886" y="1201"/>
                  </a:lnTo>
                  <a:cubicBezTo>
                    <a:pt x="1791" y="1228"/>
                    <a:pt x="1689" y="1249"/>
                    <a:pt x="1594" y="1249"/>
                  </a:cubicBezTo>
                  <a:cubicBezTo>
                    <a:pt x="963" y="1249"/>
                    <a:pt x="455" y="638"/>
                    <a:pt x="455" y="211"/>
                  </a:cubicBezTo>
                  <a:cubicBezTo>
                    <a:pt x="455" y="136"/>
                    <a:pt x="468" y="62"/>
                    <a:pt x="502" y="1"/>
                  </a:cubicBezTo>
                  <a:close/>
                </a:path>
              </a:pathLst>
            </a:custGeom>
            <a:solidFill>
              <a:srgbClr val="203B5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287" name="Google Shape;18287;p46"/>
            <p:cNvSpPr/>
            <p:nvPr/>
          </p:nvSpPr>
          <p:spPr>
            <a:xfrm>
              <a:off x="892396" y="1661387"/>
              <a:ext cx="120789" cy="115202"/>
            </a:xfrm>
            <a:custGeom>
              <a:rect b="b" l="l" r="r" t="t"/>
              <a:pathLst>
                <a:path extrusionOk="0" h="4392" w="4605">
                  <a:moveTo>
                    <a:pt x="2593" y="1"/>
                  </a:moveTo>
                  <a:cubicBezTo>
                    <a:pt x="1851" y="1"/>
                    <a:pt x="1082" y="454"/>
                    <a:pt x="631" y="1229"/>
                  </a:cubicBezTo>
                  <a:cubicBezTo>
                    <a:pt x="1" y="2321"/>
                    <a:pt x="245" y="3636"/>
                    <a:pt x="1167" y="4165"/>
                  </a:cubicBezTo>
                  <a:cubicBezTo>
                    <a:pt x="1431" y="4319"/>
                    <a:pt x="1723" y="4391"/>
                    <a:pt x="2020" y="4391"/>
                  </a:cubicBezTo>
                  <a:cubicBezTo>
                    <a:pt x="2760" y="4391"/>
                    <a:pt x="3531" y="3940"/>
                    <a:pt x="3981" y="3162"/>
                  </a:cubicBezTo>
                  <a:cubicBezTo>
                    <a:pt x="4605" y="2077"/>
                    <a:pt x="4367" y="761"/>
                    <a:pt x="3445" y="226"/>
                  </a:cubicBezTo>
                  <a:cubicBezTo>
                    <a:pt x="3180" y="73"/>
                    <a:pt x="2889" y="1"/>
                    <a:pt x="2593" y="1"/>
                  </a:cubicBezTo>
                  <a:close/>
                </a:path>
              </a:pathLst>
            </a:custGeom>
            <a:solidFill>
              <a:srgbClr val="203B5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288" name="Google Shape;18288;p46"/>
            <p:cNvSpPr/>
            <p:nvPr/>
          </p:nvSpPr>
          <p:spPr>
            <a:xfrm>
              <a:off x="946298" y="1691315"/>
              <a:ext cx="35778" cy="41811"/>
            </a:xfrm>
            <a:custGeom>
              <a:rect b="b" l="l" r="r" t="t"/>
              <a:pathLst>
                <a:path extrusionOk="0" h="1594" w="1364">
                  <a:moveTo>
                    <a:pt x="685" y="0"/>
                  </a:moveTo>
                  <a:cubicBezTo>
                    <a:pt x="305" y="0"/>
                    <a:pt x="0" y="305"/>
                    <a:pt x="7" y="685"/>
                  </a:cubicBezTo>
                  <a:lnTo>
                    <a:pt x="7" y="909"/>
                  </a:lnTo>
                  <a:cubicBezTo>
                    <a:pt x="0" y="1282"/>
                    <a:pt x="305" y="1587"/>
                    <a:pt x="685" y="1593"/>
                  </a:cubicBezTo>
                  <a:cubicBezTo>
                    <a:pt x="1058" y="1593"/>
                    <a:pt x="1363" y="1288"/>
                    <a:pt x="1363" y="909"/>
                  </a:cubicBezTo>
                  <a:lnTo>
                    <a:pt x="1363" y="678"/>
                  </a:lnTo>
                  <a:cubicBezTo>
                    <a:pt x="1363" y="305"/>
                    <a:pt x="1058" y="0"/>
                    <a:pt x="685" y="0"/>
                  </a:cubicBezTo>
                  <a:close/>
                </a:path>
              </a:pathLst>
            </a:custGeom>
            <a:solidFill>
              <a:srgbClr val="405C7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289" name="Google Shape;18289;p46"/>
            <p:cNvSpPr/>
            <p:nvPr/>
          </p:nvSpPr>
          <p:spPr>
            <a:xfrm>
              <a:off x="964266" y="1691315"/>
              <a:ext cx="17810" cy="29771"/>
            </a:xfrm>
            <a:custGeom>
              <a:rect b="b" l="l" r="r" t="t"/>
              <a:pathLst>
                <a:path extrusionOk="0" h="1135" w="679">
                  <a:moveTo>
                    <a:pt x="0" y="0"/>
                  </a:moveTo>
                  <a:lnTo>
                    <a:pt x="0" y="793"/>
                  </a:lnTo>
                  <a:cubicBezTo>
                    <a:pt x="0" y="1021"/>
                    <a:pt x="170" y="1134"/>
                    <a:pt x="339" y="1134"/>
                  </a:cubicBezTo>
                  <a:cubicBezTo>
                    <a:pt x="509" y="1134"/>
                    <a:pt x="678" y="1021"/>
                    <a:pt x="678" y="793"/>
                  </a:cubicBezTo>
                  <a:lnTo>
                    <a:pt x="678" y="685"/>
                  </a:lnTo>
                  <a:cubicBezTo>
                    <a:pt x="678" y="305"/>
                    <a:pt x="373" y="0"/>
                    <a:pt x="0" y="0"/>
                  </a:cubicBezTo>
                  <a:close/>
                </a:path>
              </a:pathLst>
            </a:custGeom>
            <a:solidFill>
              <a:srgbClr val="556E8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290" name="Google Shape;18290;p46"/>
            <p:cNvSpPr/>
            <p:nvPr/>
          </p:nvSpPr>
          <p:spPr>
            <a:xfrm>
              <a:off x="958207" y="1697164"/>
              <a:ext cx="11935" cy="11961"/>
            </a:xfrm>
            <a:custGeom>
              <a:rect b="b" l="l" r="r" t="t"/>
              <a:pathLst>
                <a:path extrusionOk="0" h="456" w="455">
                  <a:moveTo>
                    <a:pt x="231" y="1"/>
                  </a:moveTo>
                  <a:cubicBezTo>
                    <a:pt x="102" y="1"/>
                    <a:pt x="1" y="103"/>
                    <a:pt x="1" y="231"/>
                  </a:cubicBezTo>
                  <a:cubicBezTo>
                    <a:pt x="1" y="353"/>
                    <a:pt x="102" y="455"/>
                    <a:pt x="231" y="455"/>
                  </a:cubicBezTo>
                  <a:cubicBezTo>
                    <a:pt x="353" y="455"/>
                    <a:pt x="455" y="353"/>
                    <a:pt x="455" y="231"/>
                  </a:cubicBezTo>
                  <a:cubicBezTo>
                    <a:pt x="455" y="103"/>
                    <a:pt x="353" y="1"/>
                    <a:pt x="231" y="1"/>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8291" name="Google Shape;18291;p46"/>
          <p:cNvGrpSpPr/>
          <p:nvPr/>
        </p:nvGrpSpPr>
        <p:grpSpPr>
          <a:xfrm>
            <a:off x="8038497" y="2906079"/>
            <a:ext cx="236568" cy="370105"/>
            <a:chOff x="8038497" y="2906079"/>
            <a:chExt cx="236568" cy="370105"/>
          </a:xfrm>
        </p:grpSpPr>
        <p:sp>
          <p:nvSpPr>
            <p:cNvPr id="18292" name="Google Shape;18292;p46"/>
            <p:cNvSpPr/>
            <p:nvPr/>
          </p:nvSpPr>
          <p:spPr>
            <a:xfrm>
              <a:off x="8114616" y="3032508"/>
              <a:ext cx="55345" cy="237801"/>
            </a:xfrm>
            <a:custGeom>
              <a:rect b="b" l="l" r="r" t="t"/>
              <a:pathLst>
                <a:path extrusionOk="0" h="9066" w="2110">
                  <a:moveTo>
                    <a:pt x="1370" y="0"/>
                  </a:moveTo>
                  <a:cubicBezTo>
                    <a:pt x="0" y="3275"/>
                    <a:pt x="373" y="9066"/>
                    <a:pt x="373" y="9066"/>
                  </a:cubicBezTo>
                  <a:lnTo>
                    <a:pt x="1723" y="9066"/>
                  </a:lnTo>
                  <a:cubicBezTo>
                    <a:pt x="1723" y="9066"/>
                    <a:pt x="943" y="3696"/>
                    <a:pt x="2109" y="285"/>
                  </a:cubicBezTo>
                  <a:lnTo>
                    <a:pt x="1370" y="0"/>
                  </a:lnTo>
                  <a:close/>
                </a:path>
              </a:pathLst>
            </a:custGeom>
            <a:solidFill>
              <a:srgbClr val="697D9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293" name="Google Shape;18293;p46"/>
            <p:cNvSpPr/>
            <p:nvPr/>
          </p:nvSpPr>
          <p:spPr>
            <a:xfrm>
              <a:off x="8114800" y="2997123"/>
              <a:ext cx="83070" cy="273185"/>
            </a:xfrm>
            <a:custGeom>
              <a:rect b="b" l="l" r="r" t="t"/>
              <a:pathLst>
                <a:path extrusionOk="0" h="10415" w="3167">
                  <a:moveTo>
                    <a:pt x="1105" y="0"/>
                  </a:moveTo>
                  <a:cubicBezTo>
                    <a:pt x="848" y="454"/>
                    <a:pt x="949" y="1031"/>
                    <a:pt x="1356" y="1370"/>
                  </a:cubicBezTo>
                  <a:cubicBezTo>
                    <a:pt x="0" y="4651"/>
                    <a:pt x="366" y="10415"/>
                    <a:pt x="366" y="10415"/>
                  </a:cubicBezTo>
                  <a:lnTo>
                    <a:pt x="997" y="10415"/>
                  </a:lnTo>
                  <a:cubicBezTo>
                    <a:pt x="922" y="9357"/>
                    <a:pt x="692" y="4760"/>
                    <a:pt x="1594" y="1756"/>
                  </a:cubicBezTo>
                  <a:cubicBezTo>
                    <a:pt x="1622" y="1665"/>
                    <a:pt x="1708" y="1607"/>
                    <a:pt x="1803" y="1607"/>
                  </a:cubicBezTo>
                  <a:cubicBezTo>
                    <a:pt x="1821" y="1607"/>
                    <a:pt x="1840" y="1609"/>
                    <a:pt x="1858" y="1614"/>
                  </a:cubicBezTo>
                  <a:cubicBezTo>
                    <a:pt x="1926" y="1627"/>
                    <a:pt x="1994" y="1634"/>
                    <a:pt x="2068" y="1634"/>
                  </a:cubicBezTo>
                  <a:cubicBezTo>
                    <a:pt x="2665" y="1634"/>
                    <a:pt x="3146" y="1166"/>
                    <a:pt x="3167" y="570"/>
                  </a:cubicBezTo>
                  <a:cubicBezTo>
                    <a:pt x="2482" y="366"/>
                    <a:pt x="1797" y="170"/>
                    <a:pt x="1105" y="0"/>
                  </a:cubicBezTo>
                  <a:close/>
                </a:path>
              </a:pathLst>
            </a:custGeom>
            <a:solidFill>
              <a:srgbClr val="4F647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294" name="Google Shape;18294;p46"/>
            <p:cNvSpPr/>
            <p:nvPr/>
          </p:nvSpPr>
          <p:spPr>
            <a:xfrm>
              <a:off x="8104649" y="3264433"/>
              <a:ext cx="74729" cy="11751"/>
            </a:xfrm>
            <a:custGeom>
              <a:rect b="b" l="l" r="r" t="t"/>
              <a:pathLst>
                <a:path extrusionOk="0" h="448" w="2849">
                  <a:moveTo>
                    <a:pt x="299" y="0"/>
                  </a:moveTo>
                  <a:cubicBezTo>
                    <a:pt x="1" y="0"/>
                    <a:pt x="1" y="448"/>
                    <a:pt x="299" y="448"/>
                  </a:cubicBezTo>
                  <a:lnTo>
                    <a:pt x="2550" y="448"/>
                  </a:lnTo>
                  <a:cubicBezTo>
                    <a:pt x="2849" y="448"/>
                    <a:pt x="2849" y="0"/>
                    <a:pt x="2550" y="0"/>
                  </a:cubicBezTo>
                  <a:close/>
                </a:path>
              </a:pathLst>
            </a:custGeom>
            <a:solidFill>
              <a:srgbClr val="ADBCC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295" name="Google Shape;18295;p46"/>
            <p:cNvSpPr/>
            <p:nvPr/>
          </p:nvSpPr>
          <p:spPr>
            <a:xfrm>
              <a:off x="8139666" y="2906079"/>
              <a:ext cx="60355" cy="104763"/>
            </a:xfrm>
            <a:custGeom>
              <a:rect b="b" l="l" r="r" t="t"/>
              <a:pathLst>
                <a:path extrusionOk="0" h="3994" w="2301">
                  <a:moveTo>
                    <a:pt x="177" y="0"/>
                  </a:moveTo>
                  <a:cubicBezTo>
                    <a:pt x="75" y="0"/>
                    <a:pt x="1" y="107"/>
                    <a:pt x="49" y="203"/>
                  </a:cubicBezTo>
                  <a:cubicBezTo>
                    <a:pt x="327" y="833"/>
                    <a:pt x="1025" y="2508"/>
                    <a:pt x="1215" y="3993"/>
                  </a:cubicBezTo>
                  <a:cubicBezTo>
                    <a:pt x="2300" y="2644"/>
                    <a:pt x="2198" y="1871"/>
                    <a:pt x="1995" y="1444"/>
                  </a:cubicBezTo>
                  <a:cubicBezTo>
                    <a:pt x="1547" y="501"/>
                    <a:pt x="666" y="135"/>
                    <a:pt x="218" y="6"/>
                  </a:cubicBezTo>
                  <a:cubicBezTo>
                    <a:pt x="204" y="2"/>
                    <a:pt x="190" y="0"/>
                    <a:pt x="177" y="0"/>
                  </a:cubicBezTo>
                  <a:close/>
                </a:path>
              </a:pathLst>
            </a:custGeom>
            <a:solidFill>
              <a:srgbClr val="C1CDD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296" name="Google Shape;18296;p46"/>
            <p:cNvSpPr/>
            <p:nvPr/>
          </p:nvSpPr>
          <p:spPr>
            <a:xfrm>
              <a:off x="8038497" y="2975169"/>
              <a:ext cx="133065" cy="50598"/>
            </a:xfrm>
            <a:custGeom>
              <a:rect b="b" l="l" r="r" t="t"/>
              <a:pathLst>
                <a:path extrusionOk="0" h="1929" w="5073">
                  <a:moveTo>
                    <a:pt x="2830" y="0"/>
                  </a:moveTo>
                  <a:cubicBezTo>
                    <a:pt x="2617" y="0"/>
                    <a:pt x="2416" y="22"/>
                    <a:pt x="2238" y="57"/>
                  </a:cubicBezTo>
                  <a:cubicBezTo>
                    <a:pt x="1051" y="288"/>
                    <a:pt x="333" y="1278"/>
                    <a:pt x="48" y="1766"/>
                  </a:cubicBezTo>
                  <a:cubicBezTo>
                    <a:pt x="0" y="1837"/>
                    <a:pt x="61" y="1928"/>
                    <a:pt x="140" y="1928"/>
                  </a:cubicBezTo>
                  <a:cubicBezTo>
                    <a:pt x="152" y="1928"/>
                    <a:pt x="164" y="1926"/>
                    <a:pt x="177" y="1922"/>
                  </a:cubicBezTo>
                  <a:cubicBezTo>
                    <a:pt x="732" y="1710"/>
                    <a:pt x="2087" y="1270"/>
                    <a:pt x="3776" y="1270"/>
                  </a:cubicBezTo>
                  <a:cubicBezTo>
                    <a:pt x="4190" y="1270"/>
                    <a:pt x="4625" y="1296"/>
                    <a:pt x="5072" y="1359"/>
                  </a:cubicBezTo>
                  <a:cubicBezTo>
                    <a:pt x="4545" y="298"/>
                    <a:pt x="3611" y="0"/>
                    <a:pt x="2830" y="0"/>
                  </a:cubicBezTo>
                  <a:close/>
                </a:path>
              </a:pathLst>
            </a:custGeom>
            <a:solidFill>
              <a:srgbClr val="C1CDD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297" name="Google Shape;18297;p46"/>
            <p:cNvSpPr/>
            <p:nvPr/>
          </p:nvSpPr>
          <p:spPr>
            <a:xfrm>
              <a:off x="8171535" y="2996048"/>
              <a:ext cx="93221" cy="82152"/>
            </a:xfrm>
            <a:custGeom>
              <a:rect b="b" l="l" r="r" t="t"/>
              <a:pathLst>
                <a:path extrusionOk="0" h="3132" w="3554">
                  <a:moveTo>
                    <a:pt x="1261" y="0"/>
                  </a:moveTo>
                  <a:cubicBezTo>
                    <a:pt x="469" y="0"/>
                    <a:pt x="0" y="563"/>
                    <a:pt x="0" y="563"/>
                  </a:cubicBezTo>
                  <a:cubicBezTo>
                    <a:pt x="1736" y="1221"/>
                    <a:pt x="2835" y="2482"/>
                    <a:pt x="3282" y="3079"/>
                  </a:cubicBezTo>
                  <a:cubicBezTo>
                    <a:pt x="3313" y="3115"/>
                    <a:pt x="3354" y="3131"/>
                    <a:pt x="3394" y="3131"/>
                  </a:cubicBezTo>
                  <a:cubicBezTo>
                    <a:pt x="3466" y="3131"/>
                    <a:pt x="3535" y="3078"/>
                    <a:pt x="3540" y="2991"/>
                  </a:cubicBezTo>
                  <a:cubicBezTo>
                    <a:pt x="3553" y="2414"/>
                    <a:pt x="3499" y="1234"/>
                    <a:pt x="2740" y="617"/>
                  </a:cubicBezTo>
                  <a:cubicBezTo>
                    <a:pt x="2173" y="153"/>
                    <a:pt x="1673" y="0"/>
                    <a:pt x="1261" y="0"/>
                  </a:cubicBezTo>
                  <a:close/>
                </a:path>
              </a:pathLst>
            </a:custGeom>
            <a:solidFill>
              <a:srgbClr val="C1CDD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298" name="Google Shape;18298;p46"/>
            <p:cNvSpPr/>
            <p:nvPr/>
          </p:nvSpPr>
          <p:spPr>
            <a:xfrm>
              <a:off x="8067297" y="2917646"/>
              <a:ext cx="207768" cy="93195"/>
            </a:xfrm>
            <a:custGeom>
              <a:rect b="b" l="l" r="r" t="t"/>
              <a:pathLst>
                <a:path extrusionOk="0" h="3553" w="7921">
                  <a:moveTo>
                    <a:pt x="1147" y="0"/>
                  </a:moveTo>
                  <a:cubicBezTo>
                    <a:pt x="773" y="0"/>
                    <a:pt x="433" y="58"/>
                    <a:pt x="163" y="128"/>
                  </a:cubicBezTo>
                  <a:cubicBezTo>
                    <a:pt x="14" y="175"/>
                    <a:pt x="1" y="379"/>
                    <a:pt x="150" y="447"/>
                  </a:cubicBezTo>
                  <a:cubicBezTo>
                    <a:pt x="957" y="799"/>
                    <a:pt x="2930" y="2189"/>
                    <a:pt x="3974" y="3552"/>
                  </a:cubicBezTo>
                  <a:cubicBezTo>
                    <a:pt x="5032" y="2799"/>
                    <a:pt x="7019" y="1938"/>
                    <a:pt x="7751" y="1816"/>
                  </a:cubicBezTo>
                  <a:cubicBezTo>
                    <a:pt x="7887" y="1796"/>
                    <a:pt x="7921" y="1620"/>
                    <a:pt x="7798" y="1552"/>
                  </a:cubicBezTo>
                  <a:cubicBezTo>
                    <a:pt x="7422" y="1341"/>
                    <a:pt x="6789" y="1060"/>
                    <a:pt x="6112" y="1060"/>
                  </a:cubicBezTo>
                  <a:cubicBezTo>
                    <a:pt x="5874" y="1060"/>
                    <a:pt x="5631" y="1094"/>
                    <a:pt x="5391" y="1179"/>
                  </a:cubicBezTo>
                  <a:cubicBezTo>
                    <a:pt x="4618" y="1450"/>
                    <a:pt x="4252" y="1952"/>
                    <a:pt x="4089" y="2427"/>
                  </a:cubicBezTo>
                  <a:cubicBezTo>
                    <a:pt x="4022" y="1823"/>
                    <a:pt x="3737" y="1091"/>
                    <a:pt x="2862" y="501"/>
                  </a:cubicBezTo>
                  <a:cubicBezTo>
                    <a:pt x="2294" y="121"/>
                    <a:pt x="1686" y="0"/>
                    <a:pt x="1147" y="0"/>
                  </a:cubicBezTo>
                  <a:close/>
                </a:path>
              </a:pathLst>
            </a:custGeom>
            <a:solidFill>
              <a:srgbClr val="ADBCC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8299" name="Google Shape;18299;p46"/>
          <p:cNvGrpSpPr/>
          <p:nvPr/>
        </p:nvGrpSpPr>
        <p:grpSpPr>
          <a:xfrm>
            <a:off x="6324130" y="1566303"/>
            <a:ext cx="370630" cy="261801"/>
            <a:chOff x="6324130" y="1566303"/>
            <a:chExt cx="370630" cy="261801"/>
          </a:xfrm>
        </p:grpSpPr>
        <p:sp>
          <p:nvSpPr>
            <p:cNvPr id="18300" name="Google Shape;18300;p46"/>
            <p:cNvSpPr/>
            <p:nvPr/>
          </p:nvSpPr>
          <p:spPr>
            <a:xfrm>
              <a:off x="6536147" y="1780418"/>
              <a:ext cx="57286" cy="47686"/>
            </a:xfrm>
            <a:custGeom>
              <a:rect b="b" l="l" r="r" t="t"/>
              <a:pathLst>
                <a:path extrusionOk="0" h="1818" w="2184">
                  <a:moveTo>
                    <a:pt x="814" y="0"/>
                  </a:moveTo>
                  <a:lnTo>
                    <a:pt x="814" y="1051"/>
                  </a:lnTo>
                  <a:lnTo>
                    <a:pt x="448" y="1092"/>
                  </a:lnTo>
                  <a:cubicBezTo>
                    <a:pt x="0" y="1153"/>
                    <a:pt x="41" y="1811"/>
                    <a:pt x="495" y="1817"/>
                  </a:cubicBezTo>
                  <a:lnTo>
                    <a:pt x="1722" y="1817"/>
                  </a:lnTo>
                  <a:cubicBezTo>
                    <a:pt x="1973" y="1817"/>
                    <a:pt x="2184" y="1614"/>
                    <a:pt x="2184" y="1363"/>
                  </a:cubicBezTo>
                  <a:lnTo>
                    <a:pt x="2184" y="0"/>
                  </a:lnTo>
                  <a:close/>
                </a:path>
              </a:pathLst>
            </a:custGeom>
            <a:solidFill>
              <a:srgbClr val="70859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301" name="Google Shape;18301;p46"/>
            <p:cNvSpPr/>
            <p:nvPr/>
          </p:nvSpPr>
          <p:spPr>
            <a:xfrm>
              <a:off x="6404525" y="1787343"/>
              <a:ext cx="51253" cy="40761"/>
            </a:xfrm>
            <a:custGeom>
              <a:rect b="b" l="l" r="r" t="t"/>
              <a:pathLst>
                <a:path extrusionOk="0" h="1554" w="1954">
                  <a:moveTo>
                    <a:pt x="814" y="1"/>
                  </a:moveTo>
                  <a:lnTo>
                    <a:pt x="814" y="787"/>
                  </a:lnTo>
                  <a:lnTo>
                    <a:pt x="448" y="828"/>
                  </a:lnTo>
                  <a:cubicBezTo>
                    <a:pt x="0" y="889"/>
                    <a:pt x="41" y="1547"/>
                    <a:pt x="495" y="1553"/>
                  </a:cubicBezTo>
                  <a:lnTo>
                    <a:pt x="1499" y="1553"/>
                  </a:lnTo>
                  <a:cubicBezTo>
                    <a:pt x="1750" y="1553"/>
                    <a:pt x="1953" y="1350"/>
                    <a:pt x="1953" y="1099"/>
                  </a:cubicBezTo>
                  <a:lnTo>
                    <a:pt x="1953" y="1"/>
                  </a:lnTo>
                  <a:close/>
                </a:path>
              </a:pathLst>
            </a:custGeom>
            <a:solidFill>
              <a:srgbClr val="70859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302" name="Google Shape;18302;p46"/>
            <p:cNvSpPr/>
            <p:nvPr/>
          </p:nvSpPr>
          <p:spPr>
            <a:xfrm>
              <a:off x="6566023" y="1780418"/>
              <a:ext cx="57286" cy="47686"/>
            </a:xfrm>
            <a:custGeom>
              <a:rect b="b" l="l" r="r" t="t"/>
              <a:pathLst>
                <a:path extrusionOk="0" h="1818" w="2184">
                  <a:moveTo>
                    <a:pt x="814" y="0"/>
                  </a:moveTo>
                  <a:lnTo>
                    <a:pt x="814" y="1051"/>
                  </a:lnTo>
                  <a:lnTo>
                    <a:pt x="448" y="1092"/>
                  </a:lnTo>
                  <a:cubicBezTo>
                    <a:pt x="0" y="1153"/>
                    <a:pt x="41" y="1811"/>
                    <a:pt x="495" y="1817"/>
                  </a:cubicBezTo>
                  <a:lnTo>
                    <a:pt x="1723" y="1817"/>
                  </a:lnTo>
                  <a:cubicBezTo>
                    <a:pt x="1980" y="1817"/>
                    <a:pt x="2184" y="1614"/>
                    <a:pt x="2184" y="1363"/>
                  </a:cubicBezTo>
                  <a:lnTo>
                    <a:pt x="2184" y="0"/>
                  </a:lnTo>
                  <a:close/>
                </a:path>
              </a:pathLst>
            </a:custGeom>
            <a:solidFill>
              <a:srgbClr val="869FB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303" name="Google Shape;18303;p46"/>
            <p:cNvSpPr/>
            <p:nvPr/>
          </p:nvSpPr>
          <p:spPr>
            <a:xfrm>
              <a:off x="6434401" y="1787343"/>
              <a:ext cx="51253" cy="40761"/>
            </a:xfrm>
            <a:custGeom>
              <a:rect b="b" l="l" r="r" t="t"/>
              <a:pathLst>
                <a:path extrusionOk="0" h="1554" w="1954">
                  <a:moveTo>
                    <a:pt x="814" y="1"/>
                  </a:moveTo>
                  <a:lnTo>
                    <a:pt x="814" y="787"/>
                  </a:lnTo>
                  <a:lnTo>
                    <a:pt x="448" y="828"/>
                  </a:lnTo>
                  <a:cubicBezTo>
                    <a:pt x="1" y="889"/>
                    <a:pt x="41" y="1547"/>
                    <a:pt x="496" y="1553"/>
                  </a:cubicBezTo>
                  <a:lnTo>
                    <a:pt x="1499" y="1553"/>
                  </a:lnTo>
                  <a:cubicBezTo>
                    <a:pt x="1750" y="1553"/>
                    <a:pt x="1953" y="1350"/>
                    <a:pt x="1953" y="1099"/>
                  </a:cubicBezTo>
                  <a:lnTo>
                    <a:pt x="1953" y="1"/>
                  </a:lnTo>
                  <a:close/>
                </a:path>
              </a:pathLst>
            </a:custGeom>
            <a:solidFill>
              <a:srgbClr val="869FB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304" name="Google Shape;18304;p46"/>
            <p:cNvSpPr/>
            <p:nvPr/>
          </p:nvSpPr>
          <p:spPr>
            <a:xfrm>
              <a:off x="6324314" y="1684889"/>
              <a:ext cx="362315" cy="112212"/>
            </a:xfrm>
            <a:custGeom>
              <a:rect b="b" l="l" r="r" t="t"/>
              <a:pathLst>
                <a:path extrusionOk="0" h="4278" w="13813">
                  <a:moveTo>
                    <a:pt x="3722" y="0"/>
                  </a:moveTo>
                  <a:cubicBezTo>
                    <a:pt x="2781" y="0"/>
                    <a:pt x="2161" y="766"/>
                    <a:pt x="678" y="903"/>
                  </a:cubicBezTo>
                  <a:cubicBezTo>
                    <a:pt x="245" y="943"/>
                    <a:pt x="89" y="1215"/>
                    <a:pt x="28" y="1398"/>
                  </a:cubicBezTo>
                  <a:cubicBezTo>
                    <a:pt x="0" y="1506"/>
                    <a:pt x="7" y="1615"/>
                    <a:pt x="61" y="1710"/>
                  </a:cubicBezTo>
                  <a:cubicBezTo>
                    <a:pt x="1015" y="3349"/>
                    <a:pt x="4230" y="4277"/>
                    <a:pt x="7360" y="4277"/>
                  </a:cubicBezTo>
                  <a:cubicBezTo>
                    <a:pt x="10106" y="4277"/>
                    <a:pt x="12786" y="3563"/>
                    <a:pt x="13813" y="1988"/>
                  </a:cubicBezTo>
                  <a:lnTo>
                    <a:pt x="12497" y="672"/>
                  </a:lnTo>
                  <a:lnTo>
                    <a:pt x="3994" y="21"/>
                  </a:lnTo>
                  <a:cubicBezTo>
                    <a:pt x="3900" y="7"/>
                    <a:pt x="3809" y="0"/>
                    <a:pt x="3722" y="0"/>
                  </a:cubicBezTo>
                  <a:close/>
                </a:path>
              </a:pathLst>
            </a:custGeom>
            <a:solidFill>
              <a:srgbClr val="D7E1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305" name="Google Shape;18305;p46"/>
            <p:cNvSpPr/>
            <p:nvPr/>
          </p:nvSpPr>
          <p:spPr>
            <a:xfrm>
              <a:off x="6324314" y="1715316"/>
              <a:ext cx="362315" cy="81785"/>
            </a:xfrm>
            <a:custGeom>
              <a:rect b="b" l="l" r="r" t="t"/>
              <a:pathLst>
                <a:path extrusionOk="0" h="3118" w="13813">
                  <a:moveTo>
                    <a:pt x="156" y="0"/>
                  </a:moveTo>
                  <a:cubicBezTo>
                    <a:pt x="95" y="75"/>
                    <a:pt x="55" y="150"/>
                    <a:pt x="28" y="238"/>
                  </a:cubicBezTo>
                  <a:cubicBezTo>
                    <a:pt x="0" y="346"/>
                    <a:pt x="7" y="455"/>
                    <a:pt x="61" y="550"/>
                  </a:cubicBezTo>
                  <a:cubicBezTo>
                    <a:pt x="1015" y="2189"/>
                    <a:pt x="4230" y="3117"/>
                    <a:pt x="7360" y="3117"/>
                  </a:cubicBezTo>
                  <a:cubicBezTo>
                    <a:pt x="10106" y="3117"/>
                    <a:pt x="12786" y="2403"/>
                    <a:pt x="13813" y="828"/>
                  </a:cubicBezTo>
                  <a:lnTo>
                    <a:pt x="13602" y="617"/>
                  </a:lnTo>
                  <a:cubicBezTo>
                    <a:pt x="11662" y="1981"/>
                    <a:pt x="9562" y="2467"/>
                    <a:pt x="7604" y="2467"/>
                  </a:cubicBezTo>
                  <a:cubicBezTo>
                    <a:pt x="4042" y="2467"/>
                    <a:pt x="953" y="858"/>
                    <a:pt x="156" y="0"/>
                  </a:cubicBezTo>
                  <a:close/>
                </a:path>
              </a:pathLst>
            </a:custGeom>
            <a:solidFill>
              <a:srgbClr val="DBE2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306" name="Google Shape;18306;p46"/>
            <p:cNvSpPr/>
            <p:nvPr/>
          </p:nvSpPr>
          <p:spPr>
            <a:xfrm>
              <a:off x="6324130" y="1684836"/>
              <a:ext cx="117405" cy="98258"/>
            </a:xfrm>
            <a:custGeom>
              <a:rect b="b" l="l" r="r" t="t"/>
              <a:pathLst>
                <a:path extrusionOk="0" h="3746" w="4476">
                  <a:moveTo>
                    <a:pt x="3739" y="1"/>
                  </a:moveTo>
                  <a:cubicBezTo>
                    <a:pt x="3677" y="1"/>
                    <a:pt x="3615" y="4"/>
                    <a:pt x="3554" y="10"/>
                  </a:cubicBezTo>
                  <a:lnTo>
                    <a:pt x="3276" y="57"/>
                  </a:lnTo>
                  <a:cubicBezTo>
                    <a:pt x="2557" y="240"/>
                    <a:pt x="1920" y="789"/>
                    <a:pt x="685" y="905"/>
                  </a:cubicBezTo>
                  <a:cubicBezTo>
                    <a:pt x="252" y="945"/>
                    <a:pt x="96" y="1217"/>
                    <a:pt x="35" y="1407"/>
                  </a:cubicBezTo>
                  <a:cubicBezTo>
                    <a:pt x="1" y="1508"/>
                    <a:pt x="14" y="1623"/>
                    <a:pt x="68" y="1712"/>
                  </a:cubicBezTo>
                  <a:cubicBezTo>
                    <a:pt x="597" y="2620"/>
                    <a:pt x="1818" y="3312"/>
                    <a:pt x="3337" y="3746"/>
                  </a:cubicBezTo>
                  <a:cubicBezTo>
                    <a:pt x="3994" y="3278"/>
                    <a:pt x="4381" y="2519"/>
                    <a:pt x="4381" y="1712"/>
                  </a:cubicBezTo>
                  <a:cubicBezTo>
                    <a:pt x="4381" y="1108"/>
                    <a:pt x="4116" y="661"/>
                    <a:pt x="4476" y="64"/>
                  </a:cubicBezTo>
                  <a:lnTo>
                    <a:pt x="4001" y="23"/>
                  </a:lnTo>
                  <a:cubicBezTo>
                    <a:pt x="3914" y="7"/>
                    <a:pt x="3826" y="1"/>
                    <a:pt x="3739" y="1"/>
                  </a:cubicBezTo>
                  <a:close/>
                </a:path>
              </a:pathLst>
            </a:custGeom>
            <a:solidFill>
              <a:srgbClr val="869FB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307" name="Google Shape;18307;p46"/>
            <p:cNvSpPr/>
            <p:nvPr/>
          </p:nvSpPr>
          <p:spPr>
            <a:xfrm>
              <a:off x="6382833" y="1566303"/>
              <a:ext cx="311927" cy="177498"/>
            </a:xfrm>
            <a:custGeom>
              <a:rect b="b" l="l" r="r" t="t"/>
              <a:pathLst>
                <a:path extrusionOk="0" h="6767" w="11892">
                  <a:moveTo>
                    <a:pt x="5358" y="1"/>
                  </a:moveTo>
                  <a:cubicBezTo>
                    <a:pt x="5346" y="1"/>
                    <a:pt x="5335" y="2"/>
                    <a:pt x="5323" y="6"/>
                  </a:cubicBezTo>
                  <a:cubicBezTo>
                    <a:pt x="4835" y="155"/>
                    <a:pt x="3485" y="650"/>
                    <a:pt x="2367" y="1796"/>
                  </a:cubicBezTo>
                  <a:lnTo>
                    <a:pt x="2204" y="1335"/>
                  </a:lnTo>
                  <a:cubicBezTo>
                    <a:pt x="2186" y="1289"/>
                    <a:pt x="2142" y="1262"/>
                    <a:pt x="2097" y="1262"/>
                  </a:cubicBezTo>
                  <a:cubicBezTo>
                    <a:pt x="2076" y="1262"/>
                    <a:pt x="2054" y="1268"/>
                    <a:pt x="2034" y="1281"/>
                  </a:cubicBezTo>
                  <a:cubicBezTo>
                    <a:pt x="1587" y="1586"/>
                    <a:pt x="0" y="2806"/>
                    <a:pt x="448" y="4800"/>
                  </a:cubicBezTo>
                  <a:cubicBezTo>
                    <a:pt x="817" y="4689"/>
                    <a:pt x="1197" y="4641"/>
                    <a:pt x="1578" y="4641"/>
                  </a:cubicBezTo>
                  <a:cubicBezTo>
                    <a:pt x="3613" y="4641"/>
                    <a:pt x="5668" y="6013"/>
                    <a:pt x="6279" y="6448"/>
                  </a:cubicBezTo>
                  <a:cubicBezTo>
                    <a:pt x="6297" y="6459"/>
                    <a:pt x="6317" y="6464"/>
                    <a:pt x="6338" y="6464"/>
                  </a:cubicBezTo>
                  <a:cubicBezTo>
                    <a:pt x="6381" y="6464"/>
                    <a:pt x="6424" y="6441"/>
                    <a:pt x="6442" y="6400"/>
                  </a:cubicBezTo>
                  <a:lnTo>
                    <a:pt x="6889" y="5424"/>
                  </a:lnTo>
                  <a:cubicBezTo>
                    <a:pt x="6889" y="5424"/>
                    <a:pt x="7873" y="5803"/>
                    <a:pt x="9296" y="6665"/>
                  </a:cubicBezTo>
                  <a:cubicBezTo>
                    <a:pt x="9314" y="6675"/>
                    <a:pt x="9333" y="6679"/>
                    <a:pt x="9352" y="6679"/>
                  </a:cubicBezTo>
                  <a:cubicBezTo>
                    <a:pt x="9397" y="6679"/>
                    <a:pt x="9440" y="6652"/>
                    <a:pt x="9459" y="6604"/>
                  </a:cubicBezTo>
                  <a:lnTo>
                    <a:pt x="9697" y="5858"/>
                  </a:lnTo>
                  <a:cubicBezTo>
                    <a:pt x="10422" y="6034"/>
                    <a:pt x="11100" y="6339"/>
                    <a:pt x="11717" y="6746"/>
                  </a:cubicBezTo>
                  <a:cubicBezTo>
                    <a:pt x="11737" y="6760"/>
                    <a:pt x="11758" y="6766"/>
                    <a:pt x="11779" y="6766"/>
                  </a:cubicBezTo>
                  <a:cubicBezTo>
                    <a:pt x="11838" y="6766"/>
                    <a:pt x="11892" y="6716"/>
                    <a:pt x="11887" y="6651"/>
                  </a:cubicBezTo>
                  <a:cubicBezTo>
                    <a:pt x="11853" y="6251"/>
                    <a:pt x="11717" y="5417"/>
                    <a:pt x="11215" y="4739"/>
                  </a:cubicBezTo>
                  <a:lnTo>
                    <a:pt x="11812" y="4149"/>
                  </a:lnTo>
                  <a:cubicBezTo>
                    <a:pt x="11860" y="4102"/>
                    <a:pt x="11860" y="4020"/>
                    <a:pt x="11805" y="3979"/>
                  </a:cubicBezTo>
                  <a:cubicBezTo>
                    <a:pt x="11500" y="3756"/>
                    <a:pt x="10578" y="3098"/>
                    <a:pt x="9771" y="2901"/>
                  </a:cubicBezTo>
                  <a:lnTo>
                    <a:pt x="10429" y="2488"/>
                  </a:lnTo>
                  <a:cubicBezTo>
                    <a:pt x="10503" y="2447"/>
                    <a:pt x="10497" y="2339"/>
                    <a:pt x="10422" y="2298"/>
                  </a:cubicBezTo>
                  <a:cubicBezTo>
                    <a:pt x="9541" y="1891"/>
                    <a:pt x="8598" y="1667"/>
                    <a:pt x="7628" y="1633"/>
                  </a:cubicBezTo>
                  <a:lnTo>
                    <a:pt x="8259" y="1044"/>
                  </a:lnTo>
                  <a:cubicBezTo>
                    <a:pt x="8327" y="989"/>
                    <a:pt x="8300" y="888"/>
                    <a:pt x="8218" y="860"/>
                  </a:cubicBezTo>
                  <a:cubicBezTo>
                    <a:pt x="7970" y="790"/>
                    <a:pt x="7490" y="679"/>
                    <a:pt x="6891" y="679"/>
                  </a:cubicBezTo>
                  <a:cubicBezTo>
                    <a:pt x="6392" y="679"/>
                    <a:pt x="5812" y="756"/>
                    <a:pt x="5215" y="996"/>
                  </a:cubicBezTo>
                  <a:lnTo>
                    <a:pt x="5465" y="142"/>
                  </a:lnTo>
                  <a:cubicBezTo>
                    <a:pt x="5483" y="71"/>
                    <a:pt x="5429" y="1"/>
                    <a:pt x="5358" y="1"/>
                  </a:cubicBezTo>
                  <a:close/>
                </a:path>
              </a:pathLst>
            </a:custGeom>
            <a:solidFill>
              <a:srgbClr val="70859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308" name="Google Shape;18308;p46"/>
            <p:cNvSpPr/>
            <p:nvPr/>
          </p:nvSpPr>
          <p:spPr>
            <a:xfrm>
              <a:off x="6382833" y="1566303"/>
              <a:ext cx="275520" cy="125904"/>
            </a:xfrm>
            <a:custGeom>
              <a:rect b="b" l="l" r="r" t="t"/>
              <a:pathLst>
                <a:path extrusionOk="0" h="4800" w="10504">
                  <a:moveTo>
                    <a:pt x="5358" y="1"/>
                  </a:moveTo>
                  <a:cubicBezTo>
                    <a:pt x="5346" y="1"/>
                    <a:pt x="5335" y="2"/>
                    <a:pt x="5323" y="6"/>
                  </a:cubicBezTo>
                  <a:cubicBezTo>
                    <a:pt x="4835" y="155"/>
                    <a:pt x="3485" y="650"/>
                    <a:pt x="2367" y="1796"/>
                  </a:cubicBezTo>
                  <a:lnTo>
                    <a:pt x="2204" y="1335"/>
                  </a:lnTo>
                  <a:cubicBezTo>
                    <a:pt x="2186" y="1289"/>
                    <a:pt x="2142" y="1262"/>
                    <a:pt x="2097" y="1262"/>
                  </a:cubicBezTo>
                  <a:cubicBezTo>
                    <a:pt x="2076" y="1262"/>
                    <a:pt x="2054" y="1268"/>
                    <a:pt x="2034" y="1281"/>
                  </a:cubicBezTo>
                  <a:cubicBezTo>
                    <a:pt x="1587" y="1586"/>
                    <a:pt x="0" y="2806"/>
                    <a:pt x="448" y="4800"/>
                  </a:cubicBezTo>
                  <a:cubicBezTo>
                    <a:pt x="817" y="4689"/>
                    <a:pt x="1199" y="4641"/>
                    <a:pt x="1581" y="4641"/>
                  </a:cubicBezTo>
                  <a:cubicBezTo>
                    <a:pt x="1970" y="4641"/>
                    <a:pt x="2360" y="4691"/>
                    <a:pt x="2740" y="4773"/>
                  </a:cubicBezTo>
                  <a:cubicBezTo>
                    <a:pt x="2740" y="4773"/>
                    <a:pt x="3363" y="3342"/>
                    <a:pt x="4821" y="2671"/>
                  </a:cubicBezTo>
                  <a:lnTo>
                    <a:pt x="5106" y="3444"/>
                  </a:lnTo>
                  <a:cubicBezTo>
                    <a:pt x="5106" y="3444"/>
                    <a:pt x="6353" y="2798"/>
                    <a:pt x="8360" y="2798"/>
                  </a:cubicBezTo>
                  <a:cubicBezTo>
                    <a:pt x="8794" y="2798"/>
                    <a:pt x="9264" y="2828"/>
                    <a:pt x="9764" y="2901"/>
                  </a:cubicBezTo>
                  <a:lnTo>
                    <a:pt x="10429" y="2495"/>
                  </a:lnTo>
                  <a:cubicBezTo>
                    <a:pt x="10503" y="2447"/>
                    <a:pt x="10497" y="2339"/>
                    <a:pt x="10415" y="2298"/>
                  </a:cubicBezTo>
                  <a:cubicBezTo>
                    <a:pt x="9541" y="1891"/>
                    <a:pt x="8591" y="1667"/>
                    <a:pt x="7628" y="1633"/>
                  </a:cubicBezTo>
                  <a:lnTo>
                    <a:pt x="8259" y="1050"/>
                  </a:lnTo>
                  <a:cubicBezTo>
                    <a:pt x="8320" y="989"/>
                    <a:pt x="8300" y="888"/>
                    <a:pt x="8212" y="860"/>
                  </a:cubicBezTo>
                  <a:cubicBezTo>
                    <a:pt x="7967" y="790"/>
                    <a:pt x="7488" y="679"/>
                    <a:pt x="6890" y="679"/>
                  </a:cubicBezTo>
                  <a:cubicBezTo>
                    <a:pt x="6392" y="679"/>
                    <a:pt x="5812" y="756"/>
                    <a:pt x="5215" y="996"/>
                  </a:cubicBezTo>
                  <a:lnTo>
                    <a:pt x="5465" y="142"/>
                  </a:lnTo>
                  <a:cubicBezTo>
                    <a:pt x="5483" y="71"/>
                    <a:pt x="5429" y="1"/>
                    <a:pt x="5358" y="1"/>
                  </a:cubicBezTo>
                  <a:close/>
                </a:path>
              </a:pathLst>
            </a:custGeom>
            <a:solidFill>
              <a:srgbClr val="556E8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309" name="Google Shape;18309;p46"/>
            <p:cNvSpPr/>
            <p:nvPr/>
          </p:nvSpPr>
          <p:spPr>
            <a:xfrm>
              <a:off x="6389941" y="1714607"/>
              <a:ext cx="24027" cy="23843"/>
            </a:xfrm>
            <a:custGeom>
              <a:rect b="b" l="l" r="r" t="t"/>
              <a:pathLst>
                <a:path extrusionOk="0" h="909" w="916">
                  <a:moveTo>
                    <a:pt x="455" y="0"/>
                  </a:moveTo>
                  <a:cubicBezTo>
                    <a:pt x="204" y="0"/>
                    <a:pt x="0" y="204"/>
                    <a:pt x="0" y="455"/>
                  </a:cubicBezTo>
                  <a:cubicBezTo>
                    <a:pt x="0" y="705"/>
                    <a:pt x="204" y="909"/>
                    <a:pt x="455" y="909"/>
                  </a:cubicBezTo>
                  <a:cubicBezTo>
                    <a:pt x="712" y="909"/>
                    <a:pt x="916" y="705"/>
                    <a:pt x="916" y="455"/>
                  </a:cubicBezTo>
                  <a:cubicBezTo>
                    <a:pt x="916" y="204"/>
                    <a:pt x="712" y="0"/>
                    <a:pt x="455" y="0"/>
                  </a:cubicBezTo>
                  <a:close/>
                </a:path>
              </a:pathLst>
            </a:custGeom>
            <a:solidFill>
              <a:srgbClr val="203B5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310" name="Google Shape;18310;p46"/>
            <p:cNvSpPr/>
            <p:nvPr/>
          </p:nvSpPr>
          <p:spPr>
            <a:xfrm>
              <a:off x="6456644" y="1601792"/>
              <a:ext cx="49365" cy="43830"/>
            </a:xfrm>
            <a:custGeom>
              <a:rect b="b" l="l" r="r" t="t"/>
              <a:pathLst>
                <a:path extrusionOk="0" h="1671" w="1882">
                  <a:moveTo>
                    <a:pt x="1547" y="0"/>
                  </a:moveTo>
                  <a:cubicBezTo>
                    <a:pt x="1506" y="0"/>
                    <a:pt x="1461" y="13"/>
                    <a:pt x="1417" y="43"/>
                  </a:cubicBezTo>
                  <a:cubicBezTo>
                    <a:pt x="916" y="389"/>
                    <a:pt x="475" y="816"/>
                    <a:pt x="115" y="1304"/>
                  </a:cubicBezTo>
                  <a:cubicBezTo>
                    <a:pt x="0" y="1453"/>
                    <a:pt x="109" y="1670"/>
                    <a:pt x="299" y="1670"/>
                  </a:cubicBezTo>
                  <a:cubicBezTo>
                    <a:pt x="366" y="1670"/>
                    <a:pt x="434" y="1637"/>
                    <a:pt x="482" y="1582"/>
                  </a:cubicBezTo>
                  <a:cubicBezTo>
                    <a:pt x="807" y="1135"/>
                    <a:pt x="1214" y="741"/>
                    <a:pt x="1675" y="423"/>
                  </a:cubicBezTo>
                  <a:cubicBezTo>
                    <a:pt x="1882" y="283"/>
                    <a:pt x="1743" y="0"/>
                    <a:pt x="1547" y="0"/>
                  </a:cubicBezTo>
                  <a:close/>
                </a:path>
              </a:pathLst>
            </a:custGeom>
            <a:solidFill>
              <a:srgbClr val="70859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311" name="Google Shape;18311;p46"/>
            <p:cNvSpPr/>
            <p:nvPr/>
          </p:nvSpPr>
          <p:spPr>
            <a:xfrm>
              <a:off x="6516763" y="1605753"/>
              <a:ext cx="49286" cy="26519"/>
            </a:xfrm>
            <a:custGeom>
              <a:rect b="b" l="l" r="r" t="t"/>
              <a:pathLst>
                <a:path extrusionOk="0" h="1011" w="1879">
                  <a:moveTo>
                    <a:pt x="1558" y="0"/>
                  </a:moveTo>
                  <a:cubicBezTo>
                    <a:pt x="1539" y="0"/>
                    <a:pt x="1519" y="3"/>
                    <a:pt x="1499" y="7"/>
                  </a:cubicBezTo>
                  <a:cubicBezTo>
                    <a:pt x="1031" y="123"/>
                    <a:pt x="583" y="319"/>
                    <a:pt x="183" y="597"/>
                  </a:cubicBezTo>
                  <a:cubicBezTo>
                    <a:pt x="0" y="726"/>
                    <a:pt x="88" y="1011"/>
                    <a:pt x="312" y="1011"/>
                  </a:cubicBezTo>
                  <a:cubicBezTo>
                    <a:pt x="359" y="1011"/>
                    <a:pt x="407" y="997"/>
                    <a:pt x="441" y="970"/>
                  </a:cubicBezTo>
                  <a:cubicBezTo>
                    <a:pt x="793" y="726"/>
                    <a:pt x="1187" y="550"/>
                    <a:pt x="1607" y="455"/>
                  </a:cubicBezTo>
                  <a:cubicBezTo>
                    <a:pt x="1878" y="392"/>
                    <a:pt x="1809" y="0"/>
                    <a:pt x="1558" y="0"/>
                  </a:cubicBezTo>
                  <a:close/>
                </a:path>
              </a:pathLst>
            </a:custGeom>
            <a:solidFill>
              <a:srgbClr val="70859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312" name="Google Shape;18312;p46"/>
            <p:cNvSpPr/>
            <p:nvPr/>
          </p:nvSpPr>
          <p:spPr>
            <a:xfrm>
              <a:off x="6575440" y="1631012"/>
              <a:ext cx="44145" cy="13194"/>
            </a:xfrm>
            <a:custGeom>
              <a:rect b="b" l="l" r="r" t="t"/>
              <a:pathLst>
                <a:path extrusionOk="0" h="503" w="1683">
                  <a:moveTo>
                    <a:pt x="1049" y="0"/>
                  </a:moveTo>
                  <a:cubicBezTo>
                    <a:pt x="784" y="0"/>
                    <a:pt x="521" y="17"/>
                    <a:pt x="258" y="48"/>
                  </a:cubicBezTo>
                  <a:cubicBezTo>
                    <a:pt x="1" y="102"/>
                    <a:pt x="21" y="475"/>
                    <a:pt x="285" y="502"/>
                  </a:cubicBezTo>
                  <a:lnTo>
                    <a:pt x="313" y="502"/>
                  </a:lnTo>
                  <a:cubicBezTo>
                    <a:pt x="557" y="471"/>
                    <a:pt x="801" y="457"/>
                    <a:pt x="1043" y="457"/>
                  </a:cubicBezTo>
                  <a:cubicBezTo>
                    <a:pt x="1171" y="457"/>
                    <a:pt x="1298" y="461"/>
                    <a:pt x="1425" y="468"/>
                  </a:cubicBezTo>
                  <a:cubicBezTo>
                    <a:pt x="1429" y="469"/>
                    <a:pt x="1434" y="469"/>
                    <a:pt x="1438" y="469"/>
                  </a:cubicBezTo>
                  <a:cubicBezTo>
                    <a:pt x="1561" y="469"/>
                    <a:pt x="1662" y="383"/>
                    <a:pt x="1669" y="265"/>
                  </a:cubicBezTo>
                  <a:cubicBezTo>
                    <a:pt x="1682" y="136"/>
                    <a:pt x="1587" y="28"/>
                    <a:pt x="1465" y="14"/>
                  </a:cubicBezTo>
                  <a:cubicBezTo>
                    <a:pt x="1326" y="5"/>
                    <a:pt x="1187" y="0"/>
                    <a:pt x="1049" y="0"/>
                  </a:cubicBezTo>
                  <a:close/>
                </a:path>
              </a:pathLst>
            </a:custGeom>
            <a:solidFill>
              <a:srgbClr val="869FB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313" name="Google Shape;18313;p46"/>
            <p:cNvSpPr/>
            <p:nvPr/>
          </p:nvSpPr>
          <p:spPr>
            <a:xfrm>
              <a:off x="6632962" y="1667026"/>
              <a:ext cx="32499" cy="19856"/>
            </a:xfrm>
            <a:custGeom>
              <a:rect b="b" l="l" r="r" t="t"/>
              <a:pathLst>
                <a:path extrusionOk="0" h="757" w="1239">
                  <a:moveTo>
                    <a:pt x="330" y="1"/>
                  </a:moveTo>
                  <a:cubicBezTo>
                    <a:pt x="100" y="1"/>
                    <a:pt x="1" y="381"/>
                    <a:pt x="283" y="451"/>
                  </a:cubicBezTo>
                  <a:cubicBezTo>
                    <a:pt x="459" y="519"/>
                    <a:pt x="635" y="601"/>
                    <a:pt x="791" y="709"/>
                  </a:cubicBezTo>
                  <a:cubicBezTo>
                    <a:pt x="832" y="736"/>
                    <a:pt x="873" y="750"/>
                    <a:pt x="920" y="750"/>
                  </a:cubicBezTo>
                  <a:lnTo>
                    <a:pt x="927" y="757"/>
                  </a:lnTo>
                  <a:cubicBezTo>
                    <a:pt x="1151" y="757"/>
                    <a:pt x="1239" y="465"/>
                    <a:pt x="1056" y="336"/>
                  </a:cubicBezTo>
                  <a:cubicBezTo>
                    <a:pt x="866" y="214"/>
                    <a:pt x="662" y="106"/>
                    <a:pt x="445" y="31"/>
                  </a:cubicBezTo>
                  <a:cubicBezTo>
                    <a:pt x="404" y="10"/>
                    <a:pt x="365" y="1"/>
                    <a:pt x="330" y="1"/>
                  </a:cubicBezTo>
                  <a:close/>
                </a:path>
              </a:pathLst>
            </a:custGeom>
            <a:solidFill>
              <a:srgbClr val="869FB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314" name="Google Shape;18314;p46"/>
            <p:cNvSpPr/>
            <p:nvPr/>
          </p:nvSpPr>
          <p:spPr>
            <a:xfrm>
              <a:off x="6428526" y="1678594"/>
              <a:ext cx="52067" cy="35568"/>
            </a:xfrm>
            <a:custGeom>
              <a:rect b="b" l="l" r="r" t="t"/>
              <a:pathLst>
                <a:path extrusionOk="0" h="1356" w="1985">
                  <a:moveTo>
                    <a:pt x="940" y="1"/>
                  </a:moveTo>
                  <a:cubicBezTo>
                    <a:pt x="878" y="1"/>
                    <a:pt x="813" y="8"/>
                    <a:pt x="747" y="24"/>
                  </a:cubicBezTo>
                  <a:cubicBezTo>
                    <a:pt x="265" y="132"/>
                    <a:pt x="1" y="648"/>
                    <a:pt x="191" y="1102"/>
                  </a:cubicBezTo>
                  <a:cubicBezTo>
                    <a:pt x="210" y="1145"/>
                    <a:pt x="250" y="1168"/>
                    <a:pt x="290" y="1168"/>
                  </a:cubicBezTo>
                  <a:cubicBezTo>
                    <a:pt x="320" y="1168"/>
                    <a:pt x="351" y="1155"/>
                    <a:pt x="374" y="1129"/>
                  </a:cubicBezTo>
                  <a:cubicBezTo>
                    <a:pt x="488" y="989"/>
                    <a:pt x="649" y="923"/>
                    <a:pt x="809" y="923"/>
                  </a:cubicBezTo>
                  <a:cubicBezTo>
                    <a:pt x="1030" y="923"/>
                    <a:pt x="1249" y="1049"/>
                    <a:pt x="1343" y="1285"/>
                  </a:cubicBezTo>
                  <a:cubicBezTo>
                    <a:pt x="1363" y="1331"/>
                    <a:pt x="1406" y="1356"/>
                    <a:pt x="1450" y="1356"/>
                  </a:cubicBezTo>
                  <a:cubicBezTo>
                    <a:pt x="1483" y="1356"/>
                    <a:pt x="1517" y="1342"/>
                    <a:pt x="1540" y="1312"/>
                  </a:cubicBezTo>
                  <a:cubicBezTo>
                    <a:pt x="1985" y="775"/>
                    <a:pt x="1580" y="1"/>
                    <a:pt x="940" y="1"/>
                  </a:cubicBezTo>
                  <a:close/>
                </a:path>
              </a:pathLst>
            </a:custGeom>
            <a:solidFill>
              <a:srgbClr val="DBE2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315" name="Google Shape;18315;p46"/>
            <p:cNvSpPr/>
            <p:nvPr/>
          </p:nvSpPr>
          <p:spPr>
            <a:xfrm>
              <a:off x="6324314" y="1715316"/>
              <a:ext cx="103713" cy="67778"/>
            </a:xfrm>
            <a:custGeom>
              <a:rect b="b" l="l" r="r" t="t"/>
              <a:pathLst>
                <a:path extrusionOk="0" h="2584" w="3954">
                  <a:moveTo>
                    <a:pt x="156" y="0"/>
                  </a:moveTo>
                  <a:cubicBezTo>
                    <a:pt x="95" y="75"/>
                    <a:pt x="55" y="156"/>
                    <a:pt x="28" y="238"/>
                  </a:cubicBezTo>
                  <a:cubicBezTo>
                    <a:pt x="0" y="346"/>
                    <a:pt x="7" y="455"/>
                    <a:pt x="61" y="550"/>
                  </a:cubicBezTo>
                  <a:cubicBezTo>
                    <a:pt x="590" y="1458"/>
                    <a:pt x="1818" y="2143"/>
                    <a:pt x="3330" y="2584"/>
                  </a:cubicBezTo>
                  <a:cubicBezTo>
                    <a:pt x="3574" y="2408"/>
                    <a:pt x="3784" y="2184"/>
                    <a:pt x="3954" y="1933"/>
                  </a:cubicBezTo>
                  <a:cubicBezTo>
                    <a:pt x="2082" y="1384"/>
                    <a:pt x="658" y="543"/>
                    <a:pt x="156" y="0"/>
                  </a:cubicBezTo>
                  <a:close/>
                </a:path>
              </a:pathLst>
            </a:custGeom>
            <a:solidFill>
              <a:srgbClr val="70859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316" name="Google Shape;18316;p46"/>
            <p:cNvSpPr/>
            <p:nvPr/>
          </p:nvSpPr>
          <p:spPr>
            <a:xfrm>
              <a:off x="6324130" y="1708024"/>
              <a:ext cx="24210" cy="30086"/>
            </a:xfrm>
            <a:custGeom>
              <a:rect b="b" l="l" r="r" t="t"/>
              <a:pathLst>
                <a:path extrusionOk="0" h="1147" w="923">
                  <a:moveTo>
                    <a:pt x="875" y="0"/>
                  </a:moveTo>
                  <a:cubicBezTo>
                    <a:pt x="814" y="7"/>
                    <a:pt x="753" y="14"/>
                    <a:pt x="685" y="21"/>
                  </a:cubicBezTo>
                  <a:cubicBezTo>
                    <a:pt x="252" y="61"/>
                    <a:pt x="96" y="333"/>
                    <a:pt x="35" y="516"/>
                  </a:cubicBezTo>
                  <a:cubicBezTo>
                    <a:pt x="1" y="624"/>
                    <a:pt x="14" y="733"/>
                    <a:pt x="68" y="828"/>
                  </a:cubicBezTo>
                  <a:cubicBezTo>
                    <a:pt x="136" y="943"/>
                    <a:pt x="211" y="1045"/>
                    <a:pt x="285" y="1146"/>
                  </a:cubicBezTo>
                  <a:cubicBezTo>
                    <a:pt x="665" y="1018"/>
                    <a:pt x="923" y="665"/>
                    <a:pt x="923" y="265"/>
                  </a:cubicBezTo>
                  <a:cubicBezTo>
                    <a:pt x="923" y="177"/>
                    <a:pt x="909" y="82"/>
                    <a:pt x="875" y="0"/>
                  </a:cubicBezTo>
                  <a:close/>
                </a:path>
              </a:pathLst>
            </a:custGeom>
            <a:solidFill>
              <a:srgbClr val="405C7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8317" name="Google Shape;18317;p46"/>
          <p:cNvGrpSpPr/>
          <p:nvPr/>
        </p:nvGrpSpPr>
        <p:grpSpPr>
          <a:xfrm>
            <a:off x="5232280" y="2026587"/>
            <a:ext cx="370840" cy="353214"/>
            <a:chOff x="5232280" y="2026587"/>
            <a:chExt cx="370840" cy="353214"/>
          </a:xfrm>
        </p:grpSpPr>
        <p:sp>
          <p:nvSpPr>
            <p:cNvPr id="18318" name="Google Shape;18318;p46"/>
            <p:cNvSpPr/>
            <p:nvPr/>
          </p:nvSpPr>
          <p:spPr>
            <a:xfrm>
              <a:off x="5232280" y="2058561"/>
              <a:ext cx="370840" cy="321239"/>
            </a:xfrm>
            <a:custGeom>
              <a:rect b="b" l="l" r="r" t="t"/>
              <a:pathLst>
                <a:path extrusionOk="0" h="12247" w="14138">
                  <a:moveTo>
                    <a:pt x="4509" y="1"/>
                  </a:moveTo>
                  <a:lnTo>
                    <a:pt x="2414" y="62"/>
                  </a:lnTo>
                  <a:cubicBezTo>
                    <a:pt x="2197" y="69"/>
                    <a:pt x="1994" y="150"/>
                    <a:pt x="1838" y="292"/>
                  </a:cubicBezTo>
                  <a:cubicBezTo>
                    <a:pt x="1173" y="903"/>
                    <a:pt x="583" y="1594"/>
                    <a:pt x="82" y="2340"/>
                  </a:cubicBezTo>
                  <a:cubicBezTo>
                    <a:pt x="14" y="2442"/>
                    <a:pt x="0" y="2557"/>
                    <a:pt x="41" y="2666"/>
                  </a:cubicBezTo>
                  <a:lnTo>
                    <a:pt x="116" y="2889"/>
                  </a:lnTo>
                  <a:cubicBezTo>
                    <a:pt x="186" y="3076"/>
                    <a:pt x="361" y="3198"/>
                    <a:pt x="551" y="3198"/>
                  </a:cubicBezTo>
                  <a:cubicBezTo>
                    <a:pt x="582" y="3198"/>
                    <a:pt x="613" y="3194"/>
                    <a:pt x="644" y="3188"/>
                  </a:cubicBezTo>
                  <a:cubicBezTo>
                    <a:pt x="1519" y="3018"/>
                    <a:pt x="2251" y="3140"/>
                    <a:pt x="2807" y="2842"/>
                  </a:cubicBezTo>
                  <a:cubicBezTo>
                    <a:pt x="3391" y="3662"/>
                    <a:pt x="3404" y="6470"/>
                    <a:pt x="5316" y="7331"/>
                  </a:cubicBezTo>
                  <a:lnTo>
                    <a:pt x="5730" y="9087"/>
                  </a:lnTo>
                  <a:lnTo>
                    <a:pt x="5730" y="11108"/>
                  </a:lnTo>
                  <a:lnTo>
                    <a:pt x="5323" y="12050"/>
                  </a:lnTo>
                  <a:cubicBezTo>
                    <a:pt x="5282" y="12145"/>
                    <a:pt x="5350" y="12247"/>
                    <a:pt x="5452" y="12247"/>
                  </a:cubicBezTo>
                  <a:lnTo>
                    <a:pt x="6245" y="12247"/>
                  </a:lnTo>
                  <a:cubicBezTo>
                    <a:pt x="6320" y="12247"/>
                    <a:pt x="6381" y="12186"/>
                    <a:pt x="6388" y="12118"/>
                  </a:cubicBezTo>
                  <a:lnTo>
                    <a:pt x="6652" y="7758"/>
                  </a:lnTo>
                  <a:cubicBezTo>
                    <a:pt x="6920" y="7801"/>
                    <a:pt x="7242" y="7831"/>
                    <a:pt x="7614" y="7831"/>
                  </a:cubicBezTo>
                  <a:cubicBezTo>
                    <a:pt x="8542" y="7831"/>
                    <a:pt x="9782" y="7641"/>
                    <a:pt x="11263" y="6978"/>
                  </a:cubicBezTo>
                  <a:cubicBezTo>
                    <a:pt x="11575" y="7460"/>
                    <a:pt x="12171" y="8165"/>
                    <a:pt x="13297" y="8904"/>
                  </a:cubicBezTo>
                  <a:lnTo>
                    <a:pt x="12985" y="11108"/>
                  </a:lnTo>
                  <a:lnTo>
                    <a:pt x="12578" y="12050"/>
                  </a:lnTo>
                  <a:cubicBezTo>
                    <a:pt x="12538" y="12145"/>
                    <a:pt x="12605" y="12247"/>
                    <a:pt x="12707" y="12247"/>
                  </a:cubicBezTo>
                  <a:lnTo>
                    <a:pt x="13514" y="12247"/>
                  </a:lnTo>
                  <a:cubicBezTo>
                    <a:pt x="13582" y="12247"/>
                    <a:pt x="13643" y="12199"/>
                    <a:pt x="13650" y="12131"/>
                  </a:cubicBezTo>
                  <a:lnTo>
                    <a:pt x="14124" y="8938"/>
                  </a:lnTo>
                  <a:cubicBezTo>
                    <a:pt x="14138" y="8829"/>
                    <a:pt x="14111" y="8728"/>
                    <a:pt x="14043" y="8639"/>
                  </a:cubicBezTo>
                  <a:cubicBezTo>
                    <a:pt x="13894" y="8450"/>
                    <a:pt x="13623" y="8063"/>
                    <a:pt x="13541" y="7622"/>
                  </a:cubicBezTo>
                  <a:cubicBezTo>
                    <a:pt x="13372" y="6707"/>
                    <a:pt x="13894" y="6056"/>
                    <a:pt x="13894" y="5066"/>
                  </a:cubicBezTo>
                  <a:cubicBezTo>
                    <a:pt x="13894" y="4035"/>
                    <a:pt x="13277" y="3371"/>
                    <a:pt x="12321" y="3052"/>
                  </a:cubicBezTo>
                  <a:cubicBezTo>
                    <a:pt x="11807" y="2881"/>
                    <a:pt x="10990" y="2848"/>
                    <a:pt x="10078" y="2848"/>
                  </a:cubicBezTo>
                  <a:cubicBezTo>
                    <a:pt x="9489" y="2848"/>
                    <a:pt x="8861" y="2861"/>
                    <a:pt x="8249" y="2861"/>
                  </a:cubicBezTo>
                  <a:cubicBezTo>
                    <a:pt x="6952" y="2861"/>
                    <a:pt x="5728" y="2799"/>
                    <a:pt x="5106" y="2408"/>
                  </a:cubicBezTo>
                  <a:cubicBezTo>
                    <a:pt x="4970" y="2327"/>
                    <a:pt x="4876" y="2150"/>
                    <a:pt x="4794" y="1947"/>
                  </a:cubicBezTo>
                  <a:cubicBezTo>
                    <a:pt x="4699" y="1696"/>
                    <a:pt x="4638" y="1432"/>
                    <a:pt x="4618" y="1167"/>
                  </a:cubicBezTo>
                  <a:lnTo>
                    <a:pt x="4509" y="1"/>
                  </a:lnTo>
                  <a:close/>
                </a:path>
              </a:pathLst>
            </a:custGeom>
            <a:solidFill>
              <a:srgbClr val="DBE2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319" name="Google Shape;18319;p46"/>
            <p:cNvSpPr/>
            <p:nvPr/>
          </p:nvSpPr>
          <p:spPr>
            <a:xfrm>
              <a:off x="5287048" y="2026587"/>
              <a:ext cx="105550" cy="71687"/>
            </a:xfrm>
            <a:custGeom>
              <a:rect b="b" l="l" r="r" t="t"/>
              <a:pathLst>
                <a:path extrusionOk="0" h="2733" w="4024">
                  <a:moveTo>
                    <a:pt x="1983" y="1"/>
                  </a:moveTo>
                  <a:cubicBezTo>
                    <a:pt x="934" y="1"/>
                    <a:pt x="274" y="884"/>
                    <a:pt x="55" y="1233"/>
                  </a:cubicBezTo>
                  <a:cubicBezTo>
                    <a:pt x="1" y="1322"/>
                    <a:pt x="14" y="1437"/>
                    <a:pt x="96" y="1505"/>
                  </a:cubicBezTo>
                  <a:cubicBezTo>
                    <a:pt x="353" y="1739"/>
                    <a:pt x="692" y="1867"/>
                    <a:pt x="1037" y="1867"/>
                  </a:cubicBezTo>
                  <a:cubicBezTo>
                    <a:pt x="1092" y="1867"/>
                    <a:pt x="1146" y="1864"/>
                    <a:pt x="1201" y="1857"/>
                  </a:cubicBezTo>
                  <a:cubicBezTo>
                    <a:pt x="1289" y="1851"/>
                    <a:pt x="1370" y="1796"/>
                    <a:pt x="1404" y="1715"/>
                  </a:cubicBezTo>
                  <a:cubicBezTo>
                    <a:pt x="1537" y="1420"/>
                    <a:pt x="1756" y="1292"/>
                    <a:pt x="1956" y="1292"/>
                  </a:cubicBezTo>
                  <a:cubicBezTo>
                    <a:pt x="2175" y="1292"/>
                    <a:pt x="2372" y="1444"/>
                    <a:pt x="2415" y="1695"/>
                  </a:cubicBezTo>
                  <a:cubicBezTo>
                    <a:pt x="2516" y="2284"/>
                    <a:pt x="1906" y="2332"/>
                    <a:pt x="1689" y="2352"/>
                  </a:cubicBezTo>
                  <a:cubicBezTo>
                    <a:pt x="1479" y="2366"/>
                    <a:pt x="1547" y="2576"/>
                    <a:pt x="1547" y="2576"/>
                  </a:cubicBezTo>
                  <a:cubicBezTo>
                    <a:pt x="1689" y="2678"/>
                    <a:pt x="1859" y="2732"/>
                    <a:pt x="2035" y="2732"/>
                  </a:cubicBezTo>
                  <a:cubicBezTo>
                    <a:pt x="2048" y="2732"/>
                    <a:pt x="2061" y="2732"/>
                    <a:pt x="2074" y="2732"/>
                  </a:cubicBezTo>
                  <a:cubicBezTo>
                    <a:pt x="3868" y="2732"/>
                    <a:pt x="4024" y="444"/>
                    <a:pt x="2462" y="60"/>
                  </a:cubicBezTo>
                  <a:cubicBezTo>
                    <a:pt x="2294" y="19"/>
                    <a:pt x="2135" y="1"/>
                    <a:pt x="1983" y="1"/>
                  </a:cubicBezTo>
                  <a:close/>
                </a:path>
              </a:pathLst>
            </a:custGeom>
            <a:solidFill>
              <a:srgbClr val="8E9EA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320" name="Google Shape;18320;p46"/>
            <p:cNvSpPr/>
            <p:nvPr/>
          </p:nvSpPr>
          <p:spPr>
            <a:xfrm>
              <a:off x="5276740" y="2088621"/>
              <a:ext cx="15135" cy="11961"/>
            </a:xfrm>
            <a:custGeom>
              <a:rect b="b" l="l" r="r" t="t"/>
              <a:pathLst>
                <a:path extrusionOk="0" h="456" w="577">
                  <a:moveTo>
                    <a:pt x="285" y="1"/>
                  </a:moveTo>
                  <a:cubicBezTo>
                    <a:pt x="0" y="21"/>
                    <a:pt x="0" y="442"/>
                    <a:pt x="285" y="455"/>
                  </a:cubicBezTo>
                  <a:cubicBezTo>
                    <a:pt x="577" y="442"/>
                    <a:pt x="577" y="21"/>
                    <a:pt x="285" y="1"/>
                  </a:cubicBezTo>
                  <a:close/>
                </a:path>
              </a:pathLst>
            </a:custGeom>
            <a:solidFill>
              <a:srgbClr val="203B5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321" name="Google Shape;18321;p46"/>
            <p:cNvSpPr/>
            <p:nvPr/>
          </p:nvSpPr>
          <p:spPr>
            <a:xfrm>
              <a:off x="5370827" y="2355406"/>
              <a:ext cx="29902" cy="24394"/>
            </a:xfrm>
            <a:custGeom>
              <a:rect b="b" l="l" r="r" t="t"/>
              <a:pathLst>
                <a:path extrusionOk="0" h="930" w="1140">
                  <a:moveTo>
                    <a:pt x="360" y="1"/>
                  </a:moveTo>
                  <a:lnTo>
                    <a:pt x="41" y="733"/>
                  </a:lnTo>
                  <a:cubicBezTo>
                    <a:pt x="0" y="828"/>
                    <a:pt x="68" y="930"/>
                    <a:pt x="170" y="930"/>
                  </a:cubicBezTo>
                  <a:lnTo>
                    <a:pt x="963" y="930"/>
                  </a:lnTo>
                  <a:cubicBezTo>
                    <a:pt x="1038" y="930"/>
                    <a:pt x="1099" y="875"/>
                    <a:pt x="1106" y="801"/>
                  </a:cubicBezTo>
                  <a:lnTo>
                    <a:pt x="1140" y="258"/>
                  </a:lnTo>
                  <a:lnTo>
                    <a:pt x="360" y="1"/>
                  </a:lnTo>
                  <a:close/>
                </a:path>
              </a:pathLst>
            </a:custGeom>
            <a:solidFill>
              <a:srgbClr val="324B6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322" name="Google Shape;18322;p46"/>
            <p:cNvSpPr/>
            <p:nvPr/>
          </p:nvSpPr>
          <p:spPr>
            <a:xfrm>
              <a:off x="5561126" y="2355223"/>
              <a:ext cx="31345" cy="24578"/>
            </a:xfrm>
            <a:custGeom>
              <a:rect b="b" l="l" r="r" t="t"/>
              <a:pathLst>
                <a:path extrusionOk="0" h="937" w="1195">
                  <a:moveTo>
                    <a:pt x="360" y="1"/>
                  </a:moveTo>
                  <a:lnTo>
                    <a:pt x="41" y="740"/>
                  </a:lnTo>
                  <a:cubicBezTo>
                    <a:pt x="1" y="835"/>
                    <a:pt x="68" y="937"/>
                    <a:pt x="170" y="937"/>
                  </a:cubicBezTo>
                  <a:lnTo>
                    <a:pt x="977" y="937"/>
                  </a:lnTo>
                  <a:cubicBezTo>
                    <a:pt x="1045" y="937"/>
                    <a:pt x="1106" y="889"/>
                    <a:pt x="1113" y="821"/>
                  </a:cubicBezTo>
                  <a:lnTo>
                    <a:pt x="1194" y="292"/>
                  </a:lnTo>
                  <a:lnTo>
                    <a:pt x="360" y="1"/>
                  </a:lnTo>
                  <a:close/>
                </a:path>
              </a:pathLst>
            </a:custGeom>
            <a:solidFill>
              <a:srgbClr val="324B6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323" name="Google Shape;18323;p46"/>
            <p:cNvSpPr/>
            <p:nvPr/>
          </p:nvSpPr>
          <p:spPr>
            <a:xfrm>
              <a:off x="5232280" y="2095756"/>
              <a:ext cx="46978" cy="46689"/>
            </a:xfrm>
            <a:custGeom>
              <a:rect b="b" l="l" r="r" t="t"/>
              <a:pathLst>
                <a:path extrusionOk="0" h="1780" w="1791">
                  <a:moveTo>
                    <a:pt x="773" y="0"/>
                  </a:moveTo>
                  <a:cubicBezTo>
                    <a:pt x="448" y="400"/>
                    <a:pt x="204" y="739"/>
                    <a:pt x="82" y="929"/>
                  </a:cubicBezTo>
                  <a:cubicBezTo>
                    <a:pt x="14" y="1024"/>
                    <a:pt x="0" y="1146"/>
                    <a:pt x="41" y="1254"/>
                  </a:cubicBezTo>
                  <a:lnTo>
                    <a:pt x="116" y="1471"/>
                  </a:lnTo>
                  <a:cubicBezTo>
                    <a:pt x="186" y="1658"/>
                    <a:pt x="361" y="1780"/>
                    <a:pt x="551" y="1780"/>
                  </a:cubicBezTo>
                  <a:cubicBezTo>
                    <a:pt x="582" y="1780"/>
                    <a:pt x="613" y="1776"/>
                    <a:pt x="644" y="1770"/>
                  </a:cubicBezTo>
                  <a:cubicBezTo>
                    <a:pt x="1004" y="1709"/>
                    <a:pt x="1370" y="1668"/>
                    <a:pt x="1743" y="1655"/>
                  </a:cubicBezTo>
                  <a:cubicBezTo>
                    <a:pt x="1790" y="1438"/>
                    <a:pt x="1756" y="1214"/>
                    <a:pt x="1648" y="1017"/>
                  </a:cubicBezTo>
                  <a:cubicBezTo>
                    <a:pt x="1370" y="556"/>
                    <a:pt x="909" y="265"/>
                    <a:pt x="773" y="0"/>
                  </a:cubicBezTo>
                  <a:close/>
                </a:path>
              </a:pathLst>
            </a:custGeom>
            <a:solidFill>
              <a:srgbClr val="E7EDF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324" name="Google Shape;18324;p46"/>
            <p:cNvSpPr/>
            <p:nvPr/>
          </p:nvSpPr>
          <p:spPr>
            <a:xfrm>
              <a:off x="5232621" y="2121933"/>
              <a:ext cx="9469" cy="9574"/>
            </a:xfrm>
            <a:custGeom>
              <a:rect b="b" l="l" r="r" t="t"/>
              <a:pathLst>
                <a:path extrusionOk="0" h="365" w="361">
                  <a:moveTo>
                    <a:pt x="147" y="1"/>
                  </a:moveTo>
                  <a:cubicBezTo>
                    <a:pt x="109" y="1"/>
                    <a:pt x="69" y="7"/>
                    <a:pt x="28" y="19"/>
                  </a:cubicBezTo>
                  <a:cubicBezTo>
                    <a:pt x="1" y="94"/>
                    <a:pt x="1" y="175"/>
                    <a:pt x="28" y="250"/>
                  </a:cubicBezTo>
                  <a:lnTo>
                    <a:pt x="69" y="365"/>
                  </a:lnTo>
                  <a:cubicBezTo>
                    <a:pt x="82" y="365"/>
                    <a:pt x="103" y="365"/>
                    <a:pt x="123" y="358"/>
                  </a:cubicBezTo>
                  <a:cubicBezTo>
                    <a:pt x="265" y="311"/>
                    <a:pt x="360" y="195"/>
                    <a:pt x="326" y="101"/>
                  </a:cubicBezTo>
                  <a:cubicBezTo>
                    <a:pt x="307" y="34"/>
                    <a:pt x="235" y="1"/>
                    <a:pt x="147" y="1"/>
                  </a:cubicBezTo>
                  <a:close/>
                </a:path>
              </a:pathLst>
            </a:custGeom>
            <a:solidFill>
              <a:srgbClr val="CBD5D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325" name="Google Shape;18325;p46"/>
            <p:cNvSpPr/>
            <p:nvPr/>
          </p:nvSpPr>
          <p:spPr>
            <a:xfrm>
              <a:off x="5305908" y="2118235"/>
              <a:ext cx="65654" cy="132802"/>
            </a:xfrm>
            <a:custGeom>
              <a:rect b="b" l="l" r="r" t="t"/>
              <a:pathLst>
                <a:path extrusionOk="0" h="5063" w="2503">
                  <a:moveTo>
                    <a:pt x="723" y="1"/>
                  </a:moveTo>
                  <a:cubicBezTo>
                    <a:pt x="683" y="1"/>
                    <a:pt x="647" y="9"/>
                    <a:pt x="617" y="25"/>
                  </a:cubicBezTo>
                  <a:cubicBezTo>
                    <a:pt x="434" y="126"/>
                    <a:pt x="367" y="377"/>
                    <a:pt x="0" y="567"/>
                  </a:cubicBezTo>
                  <a:cubicBezTo>
                    <a:pt x="584" y="1387"/>
                    <a:pt x="597" y="4188"/>
                    <a:pt x="2502" y="5063"/>
                  </a:cubicBezTo>
                  <a:cubicBezTo>
                    <a:pt x="956" y="3815"/>
                    <a:pt x="990" y="770"/>
                    <a:pt x="1031" y="418"/>
                  </a:cubicBezTo>
                  <a:cubicBezTo>
                    <a:pt x="1063" y="122"/>
                    <a:pt x="874" y="1"/>
                    <a:pt x="723" y="1"/>
                  </a:cubicBezTo>
                  <a:close/>
                </a:path>
              </a:pathLst>
            </a:custGeom>
            <a:solidFill>
              <a:srgbClr val="CBD5D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326" name="Google Shape;18326;p46"/>
            <p:cNvSpPr/>
            <p:nvPr/>
          </p:nvSpPr>
          <p:spPr>
            <a:xfrm>
              <a:off x="5406762" y="2226302"/>
              <a:ext cx="120947" cy="37745"/>
            </a:xfrm>
            <a:custGeom>
              <a:rect b="b" l="l" r="r" t="t"/>
              <a:pathLst>
                <a:path extrusionOk="0" h="1439" w="4611">
                  <a:moveTo>
                    <a:pt x="4021" y="0"/>
                  </a:moveTo>
                  <a:cubicBezTo>
                    <a:pt x="3976" y="0"/>
                    <a:pt x="3930" y="7"/>
                    <a:pt x="3885" y="20"/>
                  </a:cubicBezTo>
                  <a:cubicBezTo>
                    <a:pt x="2825" y="359"/>
                    <a:pt x="1452" y="408"/>
                    <a:pt x="731" y="408"/>
                  </a:cubicBezTo>
                  <a:cubicBezTo>
                    <a:pt x="673" y="408"/>
                    <a:pt x="619" y="407"/>
                    <a:pt x="570" y="407"/>
                  </a:cubicBezTo>
                  <a:cubicBezTo>
                    <a:pt x="359" y="407"/>
                    <a:pt x="176" y="536"/>
                    <a:pt x="115" y="732"/>
                  </a:cubicBezTo>
                  <a:cubicBezTo>
                    <a:pt x="48" y="943"/>
                    <a:pt x="7" y="1153"/>
                    <a:pt x="0" y="1370"/>
                  </a:cubicBezTo>
                  <a:cubicBezTo>
                    <a:pt x="263" y="1410"/>
                    <a:pt x="579" y="1439"/>
                    <a:pt x="942" y="1439"/>
                  </a:cubicBezTo>
                  <a:cubicBezTo>
                    <a:pt x="1871" y="1439"/>
                    <a:pt x="3115" y="1251"/>
                    <a:pt x="4611" y="583"/>
                  </a:cubicBezTo>
                  <a:cubicBezTo>
                    <a:pt x="4543" y="488"/>
                    <a:pt x="4489" y="380"/>
                    <a:pt x="4441" y="271"/>
                  </a:cubicBezTo>
                  <a:cubicBezTo>
                    <a:pt x="4366" y="103"/>
                    <a:pt x="4199" y="0"/>
                    <a:pt x="4021" y="0"/>
                  </a:cubicBezTo>
                  <a:close/>
                </a:path>
              </a:pathLst>
            </a:custGeom>
            <a:solidFill>
              <a:srgbClr val="CBD5D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327" name="Google Shape;18327;p46"/>
            <p:cNvSpPr/>
            <p:nvPr/>
          </p:nvSpPr>
          <p:spPr>
            <a:xfrm>
              <a:off x="5302524" y="2046207"/>
              <a:ext cx="73680" cy="48001"/>
            </a:xfrm>
            <a:custGeom>
              <a:rect b="b" l="l" r="r" t="t"/>
              <a:pathLst>
                <a:path extrusionOk="0" h="1830" w="2809">
                  <a:moveTo>
                    <a:pt x="1402" y="0"/>
                  </a:moveTo>
                  <a:cubicBezTo>
                    <a:pt x="775" y="0"/>
                    <a:pt x="271" y="420"/>
                    <a:pt x="1" y="1048"/>
                  </a:cubicBezTo>
                  <a:cubicBezTo>
                    <a:pt x="148" y="1094"/>
                    <a:pt x="303" y="1117"/>
                    <a:pt x="457" y="1117"/>
                  </a:cubicBezTo>
                  <a:cubicBezTo>
                    <a:pt x="509" y="1117"/>
                    <a:pt x="560" y="1114"/>
                    <a:pt x="611" y="1109"/>
                  </a:cubicBezTo>
                  <a:cubicBezTo>
                    <a:pt x="699" y="1096"/>
                    <a:pt x="780" y="1041"/>
                    <a:pt x="814" y="967"/>
                  </a:cubicBezTo>
                  <a:cubicBezTo>
                    <a:pt x="948" y="671"/>
                    <a:pt x="1167" y="542"/>
                    <a:pt x="1368" y="542"/>
                  </a:cubicBezTo>
                  <a:cubicBezTo>
                    <a:pt x="1586" y="542"/>
                    <a:pt x="1782" y="693"/>
                    <a:pt x="1825" y="947"/>
                  </a:cubicBezTo>
                  <a:cubicBezTo>
                    <a:pt x="1926" y="1536"/>
                    <a:pt x="1316" y="1584"/>
                    <a:pt x="1099" y="1604"/>
                  </a:cubicBezTo>
                  <a:cubicBezTo>
                    <a:pt x="889" y="1618"/>
                    <a:pt x="957" y="1828"/>
                    <a:pt x="957" y="1828"/>
                  </a:cubicBezTo>
                  <a:cubicBezTo>
                    <a:pt x="986" y="1829"/>
                    <a:pt x="1016" y="1829"/>
                    <a:pt x="1045" y="1829"/>
                  </a:cubicBezTo>
                  <a:cubicBezTo>
                    <a:pt x="2808" y="1829"/>
                    <a:pt x="2610" y="218"/>
                    <a:pt x="1703" y="31"/>
                  </a:cubicBezTo>
                  <a:cubicBezTo>
                    <a:pt x="1600" y="10"/>
                    <a:pt x="1500" y="0"/>
                    <a:pt x="1402" y="0"/>
                  </a:cubicBezTo>
                  <a:close/>
                </a:path>
              </a:pathLst>
            </a:custGeom>
            <a:solidFill>
              <a:srgbClr val="788A9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8328" name="Google Shape;18328;p46"/>
          <p:cNvGrpSpPr/>
          <p:nvPr/>
        </p:nvGrpSpPr>
        <p:grpSpPr>
          <a:xfrm>
            <a:off x="7968961" y="2435329"/>
            <a:ext cx="379549" cy="365332"/>
            <a:chOff x="7968961" y="2435329"/>
            <a:chExt cx="379549" cy="365332"/>
          </a:xfrm>
        </p:grpSpPr>
        <p:sp>
          <p:nvSpPr>
            <p:cNvPr id="18329" name="Google Shape;18329;p46"/>
            <p:cNvSpPr/>
            <p:nvPr/>
          </p:nvSpPr>
          <p:spPr>
            <a:xfrm>
              <a:off x="8154276" y="2638638"/>
              <a:ext cx="118297" cy="162023"/>
            </a:xfrm>
            <a:custGeom>
              <a:rect b="b" l="l" r="r" t="t"/>
              <a:pathLst>
                <a:path extrusionOk="0" h="6177" w="4510">
                  <a:moveTo>
                    <a:pt x="462" y="1"/>
                  </a:moveTo>
                  <a:cubicBezTo>
                    <a:pt x="409" y="1"/>
                    <a:pt x="355" y="47"/>
                    <a:pt x="360" y="113"/>
                  </a:cubicBezTo>
                  <a:cubicBezTo>
                    <a:pt x="590" y="1720"/>
                    <a:pt x="0" y="3700"/>
                    <a:pt x="590" y="5035"/>
                  </a:cubicBezTo>
                  <a:cubicBezTo>
                    <a:pt x="911" y="5752"/>
                    <a:pt x="1613" y="6176"/>
                    <a:pt x="2350" y="6176"/>
                  </a:cubicBezTo>
                  <a:cubicBezTo>
                    <a:pt x="2609" y="6176"/>
                    <a:pt x="2873" y="6123"/>
                    <a:pt x="3126" y="6012"/>
                  </a:cubicBezTo>
                  <a:lnTo>
                    <a:pt x="3133" y="6005"/>
                  </a:lnTo>
                  <a:cubicBezTo>
                    <a:pt x="4089" y="5564"/>
                    <a:pt x="4510" y="4425"/>
                    <a:pt x="4076" y="3462"/>
                  </a:cubicBezTo>
                  <a:cubicBezTo>
                    <a:pt x="3459" y="2133"/>
                    <a:pt x="1594" y="1272"/>
                    <a:pt x="529" y="31"/>
                  </a:cubicBezTo>
                  <a:cubicBezTo>
                    <a:pt x="510" y="10"/>
                    <a:pt x="486" y="1"/>
                    <a:pt x="462" y="1"/>
                  </a:cubicBezTo>
                  <a:close/>
                </a:path>
              </a:pathLst>
            </a:custGeom>
            <a:solidFill>
              <a:srgbClr val="D5DFE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330" name="Google Shape;18330;p46"/>
            <p:cNvSpPr/>
            <p:nvPr/>
          </p:nvSpPr>
          <p:spPr>
            <a:xfrm>
              <a:off x="8154276" y="2638638"/>
              <a:ext cx="107805" cy="162023"/>
            </a:xfrm>
            <a:custGeom>
              <a:rect b="b" l="l" r="r" t="t"/>
              <a:pathLst>
                <a:path extrusionOk="0" h="6177" w="4110">
                  <a:moveTo>
                    <a:pt x="462" y="1"/>
                  </a:moveTo>
                  <a:cubicBezTo>
                    <a:pt x="409" y="1"/>
                    <a:pt x="355" y="47"/>
                    <a:pt x="360" y="113"/>
                  </a:cubicBezTo>
                  <a:cubicBezTo>
                    <a:pt x="590" y="1720"/>
                    <a:pt x="0" y="3700"/>
                    <a:pt x="590" y="5035"/>
                  </a:cubicBezTo>
                  <a:cubicBezTo>
                    <a:pt x="911" y="5752"/>
                    <a:pt x="1613" y="6176"/>
                    <a:pt x="2350" y="6176"/>
                  </a:cubicBezTo>
                  <a:cubicBezTo>
                    <a:pt x="2609" y="6176"/>
                    <a:pt x="2873" y="6123"/>
                    <a:pt x="3126" y="6012"/>
                  </a:cubicBezTo>
                  <a:lnTo>
                    <a:pt x="3133" y="6005"/>
                  </a:lnTo>
                  <a:cubicBezTo>
                    <a:pt x="3581" y="5802"/>
                    <a:pt x="3933" y="5429"/>
                    <a:pt x="4110" y="4968"/>
                  </a:cubicBezTo>
                  <a:lnTo>
                    <a:pt x="4110" y="4968"/>
                  </a:lnTo>
                  <a:cubicBezTo>
                    <a:pt x="4035" y="5022"/>
                    <a:pt x="3947" y="5069"/>
                    <a:pt x="3865" y="5103"/>
                  </a:cubicBezTo>
                  <a:lnTo>
                    <a:pt x="3852" y="5110"/>
                  </a:lnTo>
                  <a:cubicBezTo>
                    <a:pt x="3601" y="5221"/>
                    <a:pt x="3338" y="5274"/>
                    <a:pt x="3079" y="5274"/>
                  </a:cubicBezTo>
                  <a:cubicBezTo>
                    <a:pt x="2346" y="5274"/>
                    <a:pt x="1643" y="4850"/>
                    <a:pt x="1323" y="4134"/>
                  </a:cubicBezTo>
                  <a:cubicBezTo>
                    <a:pt x="902" y="3171"/>
                    <a:pt x="1079" y="1882"/>
                    <a:pt x="1133" y="635"/>
                  </a:cubicBezTo>
                  <a:cubicBezTo>
                    <a:pt x="923" y="452"/>
                    <a:pt x="719" y="248"/>
                    <a:pt x="529" y="31"/>
                  </a:cubicBezTo>
                  <a:cubicBezTo>
                    <a:pt x="510" y="10"/>
                    <a:pt x="486" y="1"/>
                    <a:pt x="462" y="1"/>
                  </a:cubicBezTo>
                  <a:close/>
                </a:path>
              </a:pathLst>
            </a:custGeom>
            <a:solidFill>
              <a:srgbClr val="ADB9C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331" name="Google Shape;18331;p46"/>
            <p:cNvSpPr/>
            <p:nvPr/>
          </p:nvSpPr>
          <p:spPr>
            <a:xfrm>
              <a:off x="8145332" y="2435382"/>
              <a:ext cx="203178" cy="195886"/>
            </a:xfrm>
            <a:custGeom>
              <a:rect b="b" l="l" r="r" t="t"/>
              <a:pathLst>
                <a:path extrusionOk="0" h="7468" w="7746">
                  <a:moveTo>
                    <a:pt x="182" y="1"/>
                  </a:moveTo>
                  <a:cubicBezTo>
                    <a:pt x="83" y="1"/>
                    <a:pt x="1" y="106"/>
                    <a:pt x="57" y="206"/>
                  </a:cubicBezTo>
                  <a:cubicBezTo>
                    <a:pt x="1162" y="2241"/>
                    <a:pt x="1365" y="5163"/>
                    <a:pt x="2823" y="6655"/>
                  </a:cubicBezTo>
                  <a:cubicBezTo>
                    <a:pt x="3358" y="7196"/>
                    <a:pt x="4063" y="7468"/>
                    <a:pt x="4768" y="7468"/>
                  </a:cubicBezTo>
                  <a:cubicBezTo>
                    <a:pt x="5458" y="7468"/>
                    <a:pt x="6148" y="7208"/>
                    <a:pt x="6681" y="6689"/>
                  </a:cubicBezTo>
                  <a:lnTo>
                    <a:pt x="6695" y="6675"/>
                  </a:lnTo>
                  <a:cubicBezTo>
                    <a:pt x="7746" y="5604"/>
                    <a:pt x="7739" y="3881"/>
                    <a:pt x="6681" y="2817"/>
                  </a:cubicBezTo>
                  <a:cubicBezTo>
                    <a:pt x="5196" y="1346"/>
                    <a:pt x="2274" y="1135"/>
                    <a:pt x="247" y="17"/>
                  </a:cubicBezTo>
                  <a:cubicBezTo>
                    <a:pt x="225" y="6"/>
                    <a:pt x="203" y="1"/>
                    <a:pt x="182" y="1"/>
                  </a:cubicBezTo>
                  <a:close/>
                </a:path>
              </a:pathLst>
            </a:custGeom>
            <a:solidFill>
              <a:srgbClr val="D5DFE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332" name="Google Shape;18332;p46"/>
            <p:cNvSpPr/>
            <p:nvPr/>
          </p:nvSpPr>
          <p:spPr>
            <a:xfrm>
              <a:off x="8145489" y="2435329"/>
              <a:ext cx="196095" cy="195886"/>
            </a:xfrm>
            <a:custGeom>
              <a:rect b="b" l="l" r="r" t="t"/>
              <a:pathLst>
                <a:path extrusionOk="0" h="7468" w="7476">
                  <a:moveTo>
                    <a:pt x="173" y="0"/>
                  </a:moveTo>
                  <a:cubicBezTo>
                    <a:pt x="77" y="0"/>
                    <a:pt x="1" y="109"/>
                    <a:pt x="51" y="208"/>
                  </a:cubicBezTo>
                  <a:cubicBezTo>
                    <a:pt x="1163" y="2243"/>
                    <a:pt x="1359" y="5165"/>
                    <a:pt x="2824" y="6657"/>
                  </a:cubicBezTo>
                  <a:cubicBezTo>
                    <a:pt x="3360" y="7196"/>
                    <a:pt x="4066" y="7467"/>
                    <a:pt x="4772" y="7467"/>
                  </a:cubicBezTo>
                  <a:cubicBezTo>
                    <a:pt x="5461" y="7467"/>
                    <a:pt x="6150" y="7209"/>
                    <a:pt x="6682" y="6691"/>
                  </a:cubicBezTo>
                  <a:lnTo>
                    <a:pt x="6696" y="6677"/>
                  </a:lnTo>
                  <a:cubicBezTo>
                    <a:pt x="7191" y="6182"/>
                    <a:pt x="7469" y="5511"/>
                    <a:pt x="7475" y="4806"/>
                  </a:cubicBezTo>
                  <a:lnTo>
                    <a:pt x="7475" y="4806"/>
                  </a:lnTo>
                  <a:cubicBezTo>
                    <a:pt x="7401" y="4914"/>
                    <a:pt x="7313" y="5016"/>
                    <a:pt x="7218" y="5111"/>
                  </a:cubicBezTo>
                  <a:lnTo>
                    <a:pt x="7204" y="5124"/>
                  </a:lnTo>
                  <a:cubicBezTo>
                    <a:pt x="6671" y="5641"/>
                    <a:pt x="5981" y="5898"/>
                    <a:pt x="5291" y="5898"/>
                  </a:cubicBezTo>
                  <a:cubicBezTo>
                    <a:pt x="4586" y="5898"/>
                    <a:pt x="3881" y="5629"/>
                    <a:pt x="3346" y="5090"/>
                  </a:cubicBezTo>
                  <a:cubicBezTo>
                    <a:pt x="2295" y="4019"/>
                    <a:pt x="1895" y="2209"/>
                    <a:pt x="1346" y="520"/>
                  </a:cubicBezTo>
                  <a:cubicBezTo>
                    <a:pt x="966" y="378"/>
                    <a:pt x="600" y="208"/>
                    <a:pt x="241" y="19"/>
                  </a:cubicBezTo>
                  <a:cubicBezTo>
                    <a:pt x="218" y="6"/>
                    <a:pt x="195" y="0"/>
                    <a:pt x="173" y="0"/>
                  </a:cubicBezTo>
                  <a:close/>
                </a:path>
              </a:pathLst>
            </a:custGeom>
            <a:solidFill>
              <a:srgbClr val="ADB9C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333" name="Google Shape;18333;p46"/>
            <p:cNvSpPr/>
            <p:nvPr/>
          </p:nvSpPr>
          <p:spPr>
            <a:xfrm>
              <a:off x="7968961" y="2488183"/>
              <a:ext cx="136606" cy="226968"/>
            </a:xfrm>
            <a:custGeom>
              <a:rect b="b" l="l" r="r" t="t"/>
              <a:pathLst>
                <a:path extrusionOk="0" h="8653" w="5208">
                  <a:moveTo>
                    <a:pt x="2251" y="1"/>
                  </a:moveTo>
                  <a:cubicBezTo>
                    <a:pt x="2194" y="1"/>
                    <a:pt x="2137" y="37"/>
                    <a:pt x="2122" y="106"/>
                  </a:cubicBezTo>
                  <a:cubicBezTo>
                    <a:pt x="1648" y="2187"/>
                    <a:pt x="0" y="4343"/>
                    <a:pt x="102" y="6262"/>
                  </a:cubicBezTo>
                  <a:cubicBezTo>
                    <a:pt x="181" y="7610"/>
                    <a:pt x="1299" y="8652"/>
                    <a:pt x="2634" y="8652"/>
                  </a:cubicBezTo>
                  <a:cubicBezTo>
                    <a:pt x="2676" y="8652"/>
                    <a:pt x="2718" y="8651"/>
                    <a:pt x="2760" y="8649"/>
                  </a:cubicBezTo>
                  <a:lnTo>
                    <a:pt x="2773" y="8649"/>
                  </a:lnTo>
                  <a:cubicBezTo>
                    <a:pt x="4157" y="8547"/>
                    <a:pt x="5208" y="7347"/>
                    <a:pt x="5119" y="5964"/>
                  </a:cubicBezTo>
                  <a:cubicBezTo>
                    <a:pt x="4991" y="4038"/>
                    <a:pt x="3092" y="2099"/>
                    <a:pt x="2373" y="85"/>
                  </a:cubicBezTo>
                  <a:cubicBezTo>
                    <a:pt x="2351" y="28"/>
                    <a:pt x="2301" y="1"/>
                    <a:pt x="2251" y="1"/>
                  </a:cubicBezTo>
                  <a:close/>
                </a:path>
              </a:pathLst>
            </a:custGeom>
            <a:solidFill>
              <a:srgbClr val="D5DFE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334" name="Google Shape;18334;p46"/>
            <p:cNvSpPr/>
            <p:nvPr/>
          </p:nvSpPr>
          <p:spPr>
            <a:xfrm>
              <a:off x="7968961" y="2488104"/>
              <a:ext cx="117038" cy="227047"/>
            </a:xfrm>
            <a:custGeom>
              <a:rect b="b" l="l" r="r" t="t"/>
              <a:pathLst>
                <a:path extrusionOk="0" h="8656" w="4462">
                  <a:moveTo>
                    <a:pt x="2247" y="1"/>
                  </a:moveTo>
                  <a:cubicBezTo>
                    <a:pt x="2191" y="1"/>
                    <a:pt x="2136" y="35"/>
                    <a:pt x="2122" y="102"/>
                  </a:cubicBezTo>
                  <a:cubicBezTo>
                    <a:pt x="1648" y="2190"/>
                    <a:pt x="0" y="4340"/>
                    <a:pt x="102" y="6265"/>
                  </a:cubicBezTo>
                  <a:cubicBezTo>
                    <a:pt x="181" y="7613"/>
                    <a:pt x="1299" y="8655"/>
                    <a:pt x="2634" y="8655"/>
                  </a:cubicBezTo>
                  <a:cubicBezTo>
                    <a:pt x="2676" y="8655"/>
                    <a:pt x="2718" y="8654"/>
                    <a:pt x="2760" y="8652"/>
                  </a:cubicBezTo>
                  <a:lnTo>
                    <a:pt x="2773" y="8652"/>
                  </a:lnTo>
                  <a:cubicBezTo>
                    <a:pt x="3417" y="8605"/>
                    <a:pt x="4028" y="8313"/>
                    <a:pt x="4462" y="7832"/>
                  </a:cubicBezTo>
                  <a:lnTo>
                    <a:pt x="4462" y="7832"/>
                  </a:lnTo>
                  <a:cubicBezTo>
                    <a:pt x="4340" y="7859"/>
                    <a:pt x="4218" y="7872"/>
                    <a:pt x="4096" y="7879"/>
                  </a:cubicBezTo>
                  <a:lnTo>
                    <a:pt x="4082" y="7879"/>
                  </a:lnTo>
                  <a:cubicBezTo>
                    <a:pt x="4040" y="7881"/>
                    <a:pt x="3998" y="7882"/>
                    <a:pt x="3956" y="7882"/>
                  </a:cubicBezTo>
                  <a:cubicBezTo>
                    <a:pt x="2621" y="7882"/>
                    <a:pt x="1503" y="6840"/>
                    <a:pt x="1424" y="5499"/>
                  </a:cubicBezTo>
                  <a:cubicBezTo>
                    <a:pt x="1356" y="4116"/>
                    <a:pt x="2183" y="2617"/>
                    <a:pt x="2828" y="1112"/>
                  </a:cubicBezTo>
                  <a:cubicBezTo>
                    <a:pt x="2651" y="780"/>
                    <a:pt x="2502" y="434"/>
                    <a:pt x="2373" y="88"/>
                  </a:cubicBezTo>
                  <a:cubicBezTo>
                    <a:pt x="2351" y="30"/>
                    <a:pt x="2298" y="1"/>
                    <a:pt x="2247" y="1"/>
                  </a:cubicBezTo>
                  <a:close/>
                </a:path>
              </a:pathLst>
            </a:custGeom>
            <a:solidFill>
              <a:srgbClr val="ADB9C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8335" name="Google Shape;18335;p46"/>
          <p:cNvGrpSpPr/>
          <p:nvPr/>
        </p:nvGrpSpPr>
        <p:grpSpPr>
          <a:xfrm>
            <a:off x="4136679" y="2115323"/>
            <a:ext cx="373306" cy="223218"/>
            <a:chOff x="4136679" y="2115323"/>
            <a:chExt cx="373306" cy="223218"/>
          </a:xfrm>
        </p:grpSpPr>
        <p:sp>
          <p:nvSpPr>
            <p:cNvPr id="18336" name="Google Shape;18336;p46"/>
            <p:cNvSpPr/>
            <p:nvPr/>
          </p:nvSpPr>
          <p:spPr>
            <a:xfrm>
              <a:off x="4453092" y="2115323"/>
              <a:ext cx="56893" cy="53903"/>
            </a:xfrm>
            <a:custGeom>
              <a:rect b="b" l="l" r="r" t="t"/>
              <a:pathLst>
                <a:path extrusionOk="0" h="2055" w="2169">
                  <a:moveTo>
                    <a:pt x="1265" y="452"/>
                  </a:moveTo>
                  <a:cubicBezTo>
                    <a:pt x="1293" y="452"/>
                    <a:pt x="1320" y="466"/>
                    <a:pt x="1343" y="488"/>
                  </a:cubicBezTo>
                  <a:cubicBezTo>
                    <a:pt x="1383" y="542"/>
                    <a:pt x="1397" y="617"/>
                    <a:pt x="1370" y="678"/>
                  </a:cubicBezTo>
                  <a:cubicBezTo>
                    <a:pt x="1329" y="773"/>
                    <a:pt x="1268" y="861"/>
                    <a:pt x="1194" y="936"/>
                  </a:cubicBezTo>
                  <a:lnTo>
                    <a:pt x="1180" y="922"/>
                  </a:lnTo>
                  <a:cubicBezTo>
                    <a:pt x="1099" y="827"/>
                    <a:pt x="1058" y="698"/>
                    <a:pt x="1078" y="569"/>
                  </a:cubicBezTo>
                  <a:cubicBezTo>
                    <a:pt x="1092" y="515"/>
                    <a:pt x="1133" y="475"/>
                    <a:pt x="1187" y="461"/>
                  </a:cubicBezTo>
                  <a:cubicBezTo>
                    <a:pt x="1207" y="454"/>
                    <a:pt x="1228" y="454"/>
                    <a:pt x="1248" y="454"/>
                  </a:cubicBezTo>
                  <a:cubicBezTo>
                    <a:pt x="1254" y="453"/>
                    <a:pt x="1259" y="452"/>
                    <a:pt x="1265" y="452"/>
                  </a:cubicBezTo>
                  <a:close/>
                  <a:moveTo>
                    <a:pt x="1242" y="1"/>
                  </a:moveTo>
                  <a:cubicBezTo>
                    <a:pt x="1176" y="1"/>
                    <a:pt x="1109" y="12"/>
                    <a:pt x="1044" y="34"/>
                  </a:cubicBezTo>
                  <a:cubicBezTo>
                    <a:pt x="848" y="102"/>
                    <a:pt x="699" y="251"/>
                    <a:pt x="644" y="447"/>
                  </a:cubicBezTo>
                  <a:cubicBezTo>
                    <a:pt x="590" y="719"/>
                    <a:pt x="658" y="1003"/>
                    <a:pt x="841" y="1207"/>
                  </a:cubicBezTo>
                  <a:lnTo>
                    <a:pt x="868" y="1234"/>
                  </a:lnTo>
                  <a:cubicBezTo>
                    <a:pt x="665" y="1390"/>
                    <a:pt x="448" y="1519"/>
                    <a:pt x="217" y="1627"/>
                  </a:cubicBezTo>
                  <a:cubicBezTo>
                    <a:pt x="0" y="1729"/>
                    <a:pt x="68" y="2054"/>
                    <a:pt x="312" y="2054"/>
                  </a:cubicBezTo>
                  <a:cubicBezTo>
                    <a:pt x="346" y="2054"/>
                    <a:pt x="380" y="2048"/>
                    <a:pt x="407" y="2034"/>
                  </a:cubicBezTo>
                  <a:cubicBezTo>
                    <a:pt x="685" y="1905"/>
                    <a:pt x="950" y="1743"/>
                    <a:pt x="1194" y="1546"/>
                  </a:cubicBezTo>
                  <a:cubicBezTo>
                    <a:pt x="1363" y="1688"/>
                    <a:pt x="1546" y="1817"/>
                    <a:pt x="1736" y="1926"/>
                  </a:cubicBezTo>
                  <a:cubicBezTo>
                    <a:pt x="1773" y="1944"/>
                    <a:pt x="1810" y="1953"/>
                    <a:pt x="1844" y="1953"/>
                  </a:cubicBezTo>
                  <a:cubicBezTo>
                    <a:pt x="2045" y="1953"/>
                    <a:pt x="2168" y="1666"/>
                    <a:pt x="1960" y="1532"/>
                  </a:cubicBezTo>
                  <a:cubicBezTo>
                    <a:pt x="1804" y="1444"/>
                    <a:pt x="1661" y="1349"/>
                    <a:pt x="1526" y="1241"/>
                  </a:cubicBezTo>
                  <a:cubicBezTo>
                    <a:pt x="1641" y="1119"/>
                    <a:pt x="1736" y="983"/>
                    <a:pt x="1797" y="827"/>
                  </a:cubicBezTo>
                  <a:cubicBezTo>
                    <a:pt x="1885" y="597"/>
                    <a:pt x="1831" y="346"/>
                    <a:pt x="1661" y="169"/>
                  </a:cubicBezTo>
                  <a:cubicBezTo>
                    <a:pt x="1547" y="60"/>
                    <a:pt x="1397" y="1"/>
                    <a:pt x="1242" y="1"/>
                  </a:cubicBezTo>
                  <a:close/>
                </a:path>
              </a:pathLst>
            </a:custGeom>
            <a:solidFill>
              <a:srgbClr val="788A9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337" name="Google Shape;18337;p46"/>
            <p:cNvSpPr/>
            <p:nvPr/>
          </p:nvSpPr>
          <p:spPr>
            <a:xfrm>
              <a:off x="4136679" y="2131691"/>
              <a:ext cx="367823" cy="206850"/>
            </a:xfrm>
            <a:custGeom>
              <a:rect b="b" l="l" r="r" t="t"/>
              <a:pathLst>
                <a:path extrusionOk="0" h="7886" w="14023">
                  <a:moveTo>
                    <a:pt x="8857" y="0"/>
                  </a:moveTo>
                  <a:cubicBezTo>
                    <a:pt x="6600" y="0"/>
                    <a:pt x="4208" y="696"/>
                    <a:pt x="3120" y="1003"/>
                  </a:cubicBezTo>
                  <a:cubicBezTo>
                    <a:pt x="2848" y="1078"/>
                    <a:pt x="2265" y="1274"/>
                    <a:pt x="1933" y="1383"/>
                  </a:cubicBezTo>
                  <a:cubicBezTo>
                    <a:pt x="1784" y="1437"/>
                    <a:pt x="1668" y="1546"/>
                    <a:pt x="1607" y="1688"/>
                  </a:cubicBezTo>
                  <a:cubicBezTo>
                    <a:pt x="1309" y="2278"/>
                    <a:pt x="502" y="2712"/>
                    <a:pt x="150" y="2875"/>
                  </a:cubicBezTo>
                  <a:cubicBezTo>
                    <a:pt x="55" y="2922"/>
                    <a:pt x="0" y="3024"/>
                    <a:pt x="28" y="3126"/>
                  </a:cubicBezTo>
                  <a:lnTo>
                    <a:pt x="170" y="3702"/>
                  </a:lnTo>
                  <a:cubicBezTo>
                    <a:pt x="190" y="3790"/>
                    <a:pt x="265" y="3858"/>
                    <a:pt x="353" y="3871"/>
                  </a:cubicBezTo>
                  <a:cubicBezTo>
                    <a:pt x="421" y="3878"/>
                    <a:pt x="502" y="3885"/>
                    <a:pt x="590" y="3892"/>
                  </a:cubicBezTo>
                  <a:cubicBezTo>
                    <a:pt x="712" y="4658"/>
                    <a:pt x="3757" y="5038"/>
                    <a:pt x="3757" y="5038"/>
                  </a:cubicBezTo>
                  <a:lnTo>
                    <a:pt x="4306" y="6896"/>
                  </a:lnTo>
                  <a:lnTo>
                    <a:pt x="4089" y="7662"/>
                  </a:lnTo>
                  <a:cubicBezTo>
                    <a:pt x="4055" y="7770"/>
                    <a:pt x="4143" y="7886"/>
                    <a:pt x="4259" y="7886"/>
                  </a:cubicBezTo>
                  <a:lnTo>
                    <a:pt x="4760" y="7886"/>
                  </a:lnTo>
                  <a:cubicBezTo>
                    <a:pt x="4849" y="7886"/>
                    <a:pt x="4930" y="7818"/>
                    <a:pt x="4937" y="7730"/>
                  </a:cubicBezTo>
                  <a:lnTo>
                    <a:pt x="5120" y="6048"/>
                  </a:lnTo>
                  <a:cubicBezTo>
                    <a:pt x="5140" y="5804"/>
                    <a:pt x="5140" y="5567"/>
                    <a:pt x="5113" y="5322"/>
                  </a:cubicBezTo>
                  <a:lnTo>
                    <a:pt x="5113" y="5322"/>
                  </a:lnTo>
                  <a:cubicBezTo>
                    <a:pt x="5942" y="5556"/>
                    <a:pt x="7251" y="5684"/>
                    <a:pt x="8554" y="5684"/>
                  </a:cubicBezTo>
                  <a:cubicBezTo>
                    <a:pt x="9639" y="5684"/>
                    <a:pt x="10719" y="5595"/>
                    <a:pt x="11514" y="5404"/>
                  </a:cubicBezTo>
                  <a:lnTo>
                    <a:pt x="12016" y="5872"/>
                  </a:lnTo>
                  <a:lnTo>
                    <a:pt x="12185" y="7018"/>
                  </a:lnTo>
                  <a:lnTo>
                    <a:pt x="11778" y="7608"/>
                  </a:lnTo>
                  <a:cubicBezTo>
                    <a:pt x="11697" y="7723"/>
                    <a:pt x="11778" y="7886"/>
                    <a:pt x="11928" y="7886"/>
                  </a:cubicBezTo>
                  <a:lnTo>
                    <a:pt x="12402" y="7886"/>
                  </a:lnTo>
                  <a:cubicBezTo>
                    <a:pt x="12484" y="7886"/>
                    <a:pt x="12551" y="7831"/>
                    <a:pt x="12572" y="7757"/>
                  </a:cubicBezTo>
                  <a:lnTo>
                    <a:pt x="13168" y="5723"/>
                  </a:lnTo>
                  <a:cubicBezTo>
                    <a:pt x="13216" y="5567"/>
                    <a:pt x="13202" y="5397"/>
                    <a:pt x="13135" y="5255"/>
                  </a:cubicBezTo>
                  <a:lnTo>
                    <a:pt x="12924" y="4821"/>
                  </a:lnTo>
                  <a:cubicBezTo>
                    <a:pt x="13399" y="4238"/>
                    <a:pt x="14023" y="3037"/>
                    <a:pt x="13236" y="1824"/>
                  </a:cubicBezTo>
                  <a:cubicBezTo>
                    <a:pt x="12328" y="432"/>
                    <a:pt x="10634" y="0"/>
                    <a:pt x="8857" y="0"/>
                  </a:cubicBezTo>
                  <a:close/>
                </a:path>
              </a:pathLst>
            </a:custGeom>
            <a:solidFill>
              <a:srgbClr val="B9C3C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338" name="Google Shape;18338;p46"/>
            <p:cNvSpPr/>
            <p:nvPr/>
          </p:nvSpPr>
          <p:spPr>
            <a:xfrm>
              <a:off x="4191998" y="2139481"/>
              <a:ext cx="33810" cy="38952"/>
            </a:xfrm>
            <a:custGeom>
              <a:rect b="b" l="l" r="r" t="t"/>
              <a:pathLst>
                <a:path extrusionOk="0" h="1485" w="1289">
                  <a:moveTo>
                    <a:pt x="407" y="0"/>
                  </a:moveTo>
                  <a:cubicBezTo>
                    <a:pt x="357" y="0"/>
                    <a:pt x="311" y="28"/>
                    <a:pt x="292" y="76"/>
                  </a:cubicBezTo>
                  <a:cubicBezTo>
                    <a:pt x="0" y="706"/>
                    <a:pt x="75" y="1174"/>
                    <a:pt x="143" y="1398"/>
                  </a:cubicBezTo>
                  <a:cubicBezTo>
                    <a:pt x="158" y="1449"/>
                    <a:pt x="208" y="1485"/>
                    <a:pt x="264" y="1485"/>
                  </a:cubicBezTo>
                  <a:cubicBezTo>
                    <a:pt x="282" y="1485"/>
                    <a:pt x="301" y="1481"/>
                    <a:pt x="319" y="1472"/>
                  </a:cubicBezTo>
                  <a:lnTo>
                    <a:pt x="1194" y="1079"/>
                  </a:lnTo>
                  <a:cubicBezTo>
                    <a:pt x="1261" y="1045"/>
                    <a:pt x="1289" y="964"/>
                    <a:pt x="1255" y="903"/>
                  </a:cubicBezTo>
                  <a:cubicBezTo>
                    <a:pt x="956" y="354"/>
                    <a:pt x="638" y="110"/>
                    <a:pt x="468" y="15"/>
                  </a:cubicBezTo>
                  <a:cubicBezTo>
                    <a:pt x="448" y="5"/>
                    <a:pt x="427" y="0"/>
                    <a:pt x="407" y="0"/>
                  </a:cubicBezTo>
                  <a:close/>
                </a:path>
              </a:pathLst>
            </a:custGeom>
            <a:solidFill>
              <a:srgbClr val="A9B4B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339" name="Google Shape;18339;p46"/>
            <p:cNvSpPr/>
            <p:nvPr/>
          </p:nvSpPr>
          <p:spPr>
            <a:xfrm>
              <a:off x="4178123" y="2194275"/>
              <a:ext cx="15686" cy="11777"/>
            </a:xfrm>
            <a:custGeom>
              <a:rect b="b" l="l" r="r" t="t"/>
              <a:pathLst>
                <a:path extrusionOk="0" h="449" w="598">
                  <a:moveTo>
                    <a:pt x="299" y="1"/>
                  </a:moveTo>
                  <a:cubicBezTo>
                    <a:pt x="0" y="1"/>
                    <a:pt x="0" y="448"/>
                    <a:pt x="299" y="448"/>
                  </a:cubicBezTo>
                  <a:cubicBezTo>
                    <a:pt x="597" y="448"/>
                    <a:pt x="597" y="1"/>
                    <a:pt x="299" y="1"/>
                  </a:cubicBezTo>
                  <a:close/>
                </a:path>
              </a:pathLst>
            </a:custGeom>
            <a:solidFill>
              <a:srgbClr val="203B5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340" name="Google Shape;18340;p46"/>
            <p:cNvSpPr/>
            <p:nvPr/>
          </p:nvSpPr>
          <p:spPr>
            <a:xfrm>
              <a:off x="4152339" y="2228637"/>
              <a:ext cx="29902" cy="15817"/>
            </a:xfrm>
            <a:custGeom>
              <a:rect b="b" l="l" r="r" t="t"/>
              <a:pathLst>
                <a:path extrusionOk="0" h="603" w="1140">
                  <a:moveTo>
                    <a:pt x="869" y="1"/>
                  </a:moveTo>
                  <a:cubicBezTo>
                    <a:pt x="839" y="1"/>
                    <a:pt x="809" y="7"/>
                    <a:pt x="780" y="19"/>
                  </a:cubicBezTo>
                  <a:cubicBezTo>
                    <a:pt x="529" y="114"/>
                    <a:pt x="265" y="175"/>
                    <a:pt x="0" y="196"/>
                  </a:cubicBezTo>
                  <a:cubicBezTo>
                    <a:pt x="20" y="345"/>
                    <a:pt x="156" y="481"/>
                    <a:pt x="360" y="603"/>
                  </a:cubicBezTo>
                  <a:cubicBezTo>
                    <a:pt x="563" y="569"/>
                    <a:pt x="766" y="508"/>
                    <a:pt x="963" y="433"/>
                  </a:cubicBezTo>
                  <a:cubicBezTo>
                    <a:pt x="1099" y="379"/>
                    <a:pt x="1139" y="209"/>
                    <a:pt x="1051" y="101"/>
                  </a:cubicBezTo>
                  <a:lnTo>
                    <a:pt x="1038" y="87"/>
                  </a:lnTo>
                  <a:cubicBezTo>
                    <a:pt x="995" y="31"/>
                    <a:pt x="934" y="1"/>
                    <a:pt x="869" y="1"/>
                  </a:cubicBezTo>
                  <a:close/>
                </a:path>
              </a:pathLst>
            </a:custGeom>
            <a:solidFill>
              <a:srgbClr val="8797A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341" name="Google Shape;18341;p46"/>
            <p:cNvSpPr/>
            <p:nvPr/>
          </p:nvSpPr>
          <p:spPr>
            <a:xfrm>
              <a:off x="4136863" y="2204584"/>
              <a:ext cx="15502" cy="29194"/>
            </a:xfrm>
            <a:custGeom>
              <a:rect b="b" l="l" r="r" t="t"/>
              <a:pathLst>
                <a:path extrusionOk="0" h="1113" w="591">
                  <a:moveTo>
                    <a:pt x="332" y="1"/>
                  </a:moveTo>
                  <a:cubicBezTo>
                    <a:pt x="258" y="41"/>
                    <a:pt x="197" y="69"/>
                    <a:pt x="143" y="96"/>
                  </a:cubicBezTo>
                  <a:cubicBezTo>
                    <a:pt x="48" y="143"/>
                    <a:pt x="0" y="245"/>
                    <a:pt x="21" y="347"/>
                  </a:cubicBezTo>
                  <a:lnTo>
                    <a:pt x="163" y="923"/>
                  </a:lnTo>
                  <a:cubicBezTo>
                    <a:pt x="183" y="1011"/>
                    <a:pt x="258" y="1079"/>
                    <a:pt x="353" y="1092"/>
                  </a:cubicBezTo>
                  <a:cubicBezTo>
                    <a:pt x="414" y="1099"/>
                    <a:pt x="495" y="1106"/>
                    <a:pt x="590" y="1113"/>
                  </a:cubicBezTo>
                  <a:lnTo>
                    <a:pt x="332" y="1"/>
                  </a:lnTo>
                  <a:close/>
                </a:path>
              </a:pathLst>
            </a:custGeom>
            <a:solidFill>
              <a:srgbClr val="788A9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342" name="Google Shape;18342;p46"/>
            <p:cNvSpPr/>
            <p:nvPr/>
          </p:nvSpPr>
          <p:spPr>
            <a:xfrm>
              <a:off x="4269246" y="2253477"/>
              <a:ext cx="169629" cy="27410"/>
            </a:xfrm>
            <a:custGeom>
              <a:rect b="b" l="l" r="r" t="t"/>
              <a:pathLst>
                <a:path extrusionOk="0" h="1045" w="6467">
                  <a:moveTo>
                    <a:pt x="249" y="1"/>
                  </a:moveTo>
                  <a:cubicBezTo>
                    <a:pt x="112" y="1"/>
                    <a:pt x="1" y="117"/>
                    <a:pt x="18" y="259"/>
                  </a:cubicBezTo>
                  <a:lnTo>
                    <a:pt x="66" y="686"/>
                  </a:lnTo>
                  <a:cubicBezTo>
                    <a:pt x="891" y="916"/>
                    <a:pt x="2198" y="1044"/>
                    <a:pt x="3501" y="1044"/>
                  </a:cubicBezTo>
                  <a:cubicBezTo>
                    <a:pt x="4586" y="1044"/>
                    <a:pt x="5669" y="955"/>
                    <a:pt x="6467" y="761"/>
                  </a:cubicBezTo>
                  <a:lnTo>
                    <a:pt x="6141" y="476"/>
                  </a:lnTo>
                  <a:cubicBezTo>
                    <a:pt x="6040" y="392"/>
                    <a:pt x="5912" y="340"/>
                    <a:pt x="5778" y="340"/>
                  </a:cubicBezTo>
                  <a:cubicBezTo>
                    <a:pt x="5750" y="340"/>
                    <a:pt x="5722" y="343"/>
                    <a:pt x="5694" y="347"/>
                  </a:cubicBezTo>
                  <a:cubicBezTo>
                    <a:pt x="5116" y="416"/>
                    <a:pt x="4555" y="444"/>
                    <a:pt x="4024" y="444"/>
                  </a:cubicBezTo>
                  <a:cubicBezTo>
                    <a:pt x="2311" y="444"/>
                    <a:pt x="916" y="153"/>
                    <a:pt x="310" y="8"/>
                  </a:cubicBezTo>
                  <a:cubicBezTo>
                    <a:pt x="289" y="3"/>
                    <a:pt x="269" y="1"/>
                    <a:pt x="249" y="1"/>
                  </a:cubicBezTo>
                  <a:close/>
                </a:path>
              </a:pathLst>
            </a:custGeom>
            <a:solidFill>
              <a:srgbClr val="A9B4B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343" name="Google Shape;18343;p46"/>
            <p:cNvSpPr/>
            <p:nvPr/>
          </p:nvSpPr>
          <p:spPr>
            <a:xfrm>
              <a:off x="4171355" y="2249044"/>
              <a:ext cx="63870" cy="14794"/>
            </a:xfrm>
            <a:custGeom>
              <a:rect b="b" l="l" r="r" t="t"/>
              <a:pathLst>
                <a:path extrusionOk="0" h="564" w="2435">
                  <a:moveTo>
                    <a:pt x="1" y="1"/>
                  </a:moveTo>
                  <a:lnTo>
                    <a:pt x="1" y="1"/>
                  </a:lnTo>
                  <a:cubicBezTo>
                    <a:pt x="936" y="374"/>
                    <a:pt x="2435" y="564"/>
                    <a:pt x="2435" y="564"/>
                  </a:cubicBezTo>
                  <a:lnTo>
                    <a:pt x="2354" y="272"/>
                  </a:lnTo>
                  <a:cubicBezTo>
                    <a:pt x="2310" y="110"/>
                    <a:pt x="2163" y="5"/>
                    <a:pt x="1997" y="5"/>
                  </a:cubicBezTo>
                  <a:cubicBezTo>
                    <a:pt x="1983" y="5"/>
                    <a:pt x="1968" y="6"/>
                    <a:pt x="1954" y="8"/>
                  </a:cubicBezTo>
                  <a:cubicBezTo>
                    <a:pt x="1638" y="48"/>
                    <a:pt x="1319" y="68"/>
                    <a:pt x="999" y="68"/>
                  </a:cubicBezTo>
                  <a:cubicBezTo>
                    <a:pt x="666" y="68"/>
                    <a:pt x="333" y="46"/>
                    <a:pt x="1" y="1"/>
                  </a:cubicBezTo>
                  <a:close/>
                </a:path>
              </a:pathLst>
            </a:custGeom>
            <a:solidFill>
              <a:srgbClr val="A9B4B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344" name="Google Shape;18344;p46"/>
            <p:cNvSpPr/>
            <p:nvPr/>
          </p:nvSpPr>
          <p:spPr>
            <a:xfrm>
              <a:off x="4443492" y="2324822"/>
              <a:ext cx="25994" cy="13718"/>
            </a:xfrm>
            <a:custGeom>
              <a:rect b="b" l="l" r="r" t="t"/>
              <a:pathLst>
                <a:path extrusionOk="0" h="523" w="991">
                  <a:moveTo>
                    <a:pt x="251" y="0"/>
                  </a:moveTo>
                  <a:lnTo>
                    <a:pt x="81" y="245"/>
                  </a:lnTo>
                  <a:cubicBezTo>
                    <a:pt x="0" y="360"/>
                    <a:pt x="81" y="523"/>
                    <a:pt x="231" y="523"/>
                  </a:cubicBezTo>
                  <a:lnTo>
                    <a:pt x="705" y="523"/>
                  </a:lnTo>
                  <a:cubicBezTo>
                    <a:pt x="787" y="523"/>
                    <a:pt x="854" y="468"/>
                    <a:pt x="875" y="394"/>
                  </a:cubicBezTo>
                  <a:lnTo>
                    <a:pt x="990" y="0"/>
                  </a:lnTo>
                  <a:close/>
                </a:path>
              </a:pathLst>
            </a:custGeom>
            <a:solidFill>
              <a:srgbClr val="50687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345" name="Google Shape;18345;p46"/>
            <p:cNvSpPr/>
            <p:nvPr/>
          </p:nvSpPr>
          <p:spPr>
            <a:xfrm>
              <a:off x="4243042" y="2324822"/>
              <a:ext cx="24210" cy="13718"/>
            </a:xfrm>
            <a:custGeom>
              <a:rect b="b" l="l" r="r" t="t"/>
              <a:pathLst>
                <a:path extrusionOk="0" h="523" w="923">
                  <a:moveTo>
                    <a:pt x="116" y="0"/>
                  </a:moveTo>
                  <a:lnTo>
                    <a:pt x="34" y="299"/>
                  </a:lnTo>
                  <a:cubicBezTo>
                    <a:pt x="0" y="414"/>
                    <a:pt x="88" y="523"/>
                    <a:pt x="210" y="523"/>
                  </a:cubicBezTo>
                  <a:lnTo>
                    <a:pt x="705" y="523"/>
                  </a:lnTo>
                  <a:cubicBezTo>
                    <a:pt x="800" y="523"/>
                    <a:pt x="875" y="455"/>
                    <a:pt x="889" y="367"/>
                  </a:cubicBezTo>
                  <a:lnTo>
                    <a:pt x="922" y="0"/>
                  </a:lnTo>
                  <a:close/>
                </a:path>
              </a:pathLst>
            </a:custGeom>
            <a:solidFill>
              <a:srgbClr val="50687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8346" name="Google Shape;18346;p46"/>
          <p:cNvGrpSpPr/>
          <p:nvPr/>
        </p:nvGrpSpPr>
        <p:grpSpPr>
          <a:xfrm>
            <a:off x="7423823" y="2464077"/>
            <a:ext cx="372047" cy="307730"/>
            <a:chOff x="7423823" y="2464077"/>
            <a:chExt cx="372047" cy="307730"/>
          </a:xfrm>
        </p:grpSpPr>
        <p:sp>
          <p:nvSpPr>
            <p:cNvPr id="18347" name="Google Shape;18347;p46"/>
            <p:cNvSpPr/>
            <p:nvPr/>
          </p:nvSpPr>
          <p:spPr>
            <a:xfrm>
              <a:off x="7423823" y="2464077"/>
              <a:ext cx="212909" cy="149249"/>
            </a:xfrm>
            <a:custGeom>
              <a:rect b="b" l="l" r="r" t="t"/>
              <a:pathLst>
                <a:path extrusionOk="0" h="5690" w="8117">
                  <a:moveTo>
                    <a:pt x="5929" y="0"/>
                  </a:moveTo>
                  <a:cubicBezTo>
                    <a:pt x="5761" y="0"/>
                    <a:pt x="5579" y="11"/>
                    <a:pt x="5384" y="35"/>
                  </a:cubicBezTo>
                  <a:cubicBezTo>
                    <a:pt x="3133" y="319"/>
                    <a:pt x="0" y="3004"/>
                    <a:pt x="0" y="5690"/>
                  </a:cubicBezTo>
                  <a:lnTo>
                    <a:pt x="0" y="5690"/>
                  </a:lnTo>
                  <a:lnTo>
                    <a:pt x="8117" y="1479"/>
                  </a:lnTo>
                  <a:cubicBezTo>
                    <a:pt x="8117" y="1479"/>
                    <a:pt x="7898" y="0"/>
                    <a:pt x="5929" y="0"/>
                  </a:cubicBezTo>
                  <a:close/>
                </a:path>
              </a:pathLst>
            </a:custGeom>
            <a:solidFill>
              <a:srgbClr val="F3F5F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348" name="Google Shape;18348;p46"/>
            <p:cNvSpPr/>
            <p:nvPr/>
          </p:nvSpPr>
          <p:spPr>
            <a:xfrm>
              <a:off x="7434840" y="2507645"/>
              <a:ext cx="359115" cy="258287"/>
            </a:xfrm>
            <a:custGeom>
              <a:rect b="b" l="l" r="r" t="t"/>
              <a:pathLst>
                <a:path extrusionOk="0" h="9847" w="13691">
                  <a:moveTo>
                    <a:pt x="4056" y="1"/>
                  </a:moveTo>
                  <a:lnTo>
                    <a:pt x="1" y="2883"/>
                  </a:lnTo>
                  <a:lnTo>
                    <a:pt x="1" y="7215"/>
                  </a:lnTo>
                  <a:lnTo>
                    <a:pt x="7636" y="9846"/>
                  </a:lnTo>
                  <a:lnTo>
                    <a:pt x="13691" y="9846"/>
                  </a:lnTo>
                  <a:lnTo>
                    <a:pt x="13684" y="8443"/>
                  </a:lnTo>
                  <a:cubicBezTo>
                    <a:pt x="13684" y="8226"/>
                    <a:pt x="13528" y="8043"/>
                    <a:pt x="13311" y="8002"/>
                  </a:cubicBezTo>
                  <a:cubicBezTo>
                    <a:pt x="9643" y="7385"/>
                    <a:pt x="4279" y="4646"/>
                    <a:pt x="5452" y="2069"/>
                  </a:cubicBezTo>
                  <a:cubicBezTo>
                    <a:pt x="5886" y="1126"/>
                    <a:pt x="7093" y="991"/>
                    <a:pt x="7093" y="991"/>
                  </a:cubicBezTo>
                  <a:lnTo>
                    <a:pt x="7093" y="1"/>
                  </a:lnTo>
                  <a:close/>
                </a:path>
              </a:pathLst>
            </a:custGeom>
            <a:solidFill>
              <a:srgbClr val="D5DFE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349" name="Google Shape;18349;p46"/>
            <p:cNvSpPr/>
            <p:nvPr/>
          </p:nvSpPr>
          <p:spPr>
            <a:xfrm>
              <a:off x="7434656" y="2507645"/>
              <a:ext cx="302406" cy="223060"/>
            </a:xfrm>
            <a:custGeom>
              <a:rect b="b" l="l" r="r" t="t"/>
              <a:pathLst>
                <a:path extrusionOk="0" h="8504" w="11529">
                  <a:moveTo>
                    <a:pt x="4063" y="1"/>
                  </a:moveTo>
                  <a:lnTo>
                    <a:pt x="1" y="2883"/>
                  </a:lnTo>
                  <a:lnTo>
                    <a:pt x="1" y="6612"/>
                  </a:lnTo>
                  <a:lnTo>
                    <a:pt x="4076" y="5276"/>
                  </a:lnTo>
                  <a:cubicBezTo>
                    <a:pt x="4524" y="5846"/>
                    <a:pt x="5059" y="6347"/>
                    <a:pt x="5663" y="6754"/>
                  </a:cubicBezTo>
                  <a:cubicBezTo>
                    <a:pt x="5709" y="6790"/>
                    <a:pt x="5755" y="6805"/>
                    <a:pt x="5799" y="6805"/>
                  </a:cubicBezTo>
                  <a:cubicBezTo>
                    <a:pt x="5990" y="6805"/>
                    <a:pt x="6129" y="6520"/>
                    <a:pt x="5914" y="6388"/>
                  </a:cubicBezTo>
                  <a:cubicBezTo>
                    <a:pt x="4958" y="5724"/>
                    <a:pt x="4286" y="4944"/>
                    <a:pt x="3913" y="4130"/>
                  </a:cubicBezTo>
                  <a:cubicBezTo>
                    <a:pt x="3859" y="4015"/>
                    <a:pt x="3907" y="3886"/>
                    <a:pt x="4015" y="3825"/>
                  </a:cubicBezTo>
                  <a:cubicBezTo>
                    <a:pt x="4045" y="3810"/>
                    <a:pt x="4078" y="3803"/>
                    <a:pt x="4110" y="3803"/>
                  </a:cubicBezTo>
                  <a:cubicBezTo>
                    <a:pt x="4193" y="3803"/>
                    <a:pt x="4274" y="3851"/>
                    <a:pt x="4313" y="3934"/>
                  </a:cubicBezTo>
                  <a:cubicBezTo>
                    <a:pt x="5371" y="6117"/>
                    <a:pt x="8992" y="7799"/>
                    <a:pt x="11148" y="8490"/>
                  </a:cubicBezTo>
                  <a:cubicBezTo>
                    <a:pt x="11169" y="8497"/>
                    <a:pt x="11189" y="8504"/>
                    <a:pt x="11216" y="8504"/>
                  </a:cubicBezTo>
                  <a:cubicBezTo>
                    <a:pt x="11474" y="8504"/>
                    <a:pt x="11528" y="8144"/>
                    <a:pt x="11284" y="8063"/>
                  </a:cubicBezTo>
                  <a:lnTo>
                    <a:pt x="11291" y="8063"/>
                  </a:lnTo>
                  <a:cubicBezTo>
                    <a:pt x="8314" y="7107"/>
                    <a:pt x="4924" y="5147"/>
                    <a:pt x="4510" y="3120"/>
                  </a:cubicBezTo>
                  <a:cubicBezTo>
                    <a:pt x="4327" y="2238"/>
                    <a:pt x="4734" y="896"/>
                    <a:pt x="6300" y="1"/>
                  </a:cubicBezTo>
                  <a:close/>
                </a:path>
              </a:pathLst>
            </a:custGeom>
            <a:solidFill>
              <a:srgbClr val="7F92A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350" name="Google Shape;18350;p46"/>
            <p:cNvSpPr/>
            <p:nvPr/>
          </p:nvSpPr>
          <p:spPr>
            <a:xfrm>
              <a:off x="7434840" y="2507645"/>
              <a:ext cx="129865" cy="173433"/>
            </a:xfrm>
            <a:custGeom>
              <a:rect b="b" l="l" r="r" t="t"/>
              <a:pathLst>
                <a:path extrusionOk="0" h="6612" w="4951">
                  <a:moveTo>
                    <a:pt x="4056" y="1"/>
                  </a:moveTo>
                  <a:lnTo>
                    <a:pt x="1" y="2883"/>
                  </a:lnTo>
                  <a:lnTo>
                    <a:pt x="1" y="6612"/>
                  </a:lnTo>
                  <a:lnTo>
                    <a:pt x="2998" y="5629"/>
                  </a:lnTo>
                  <a:cubicBezTo>
                    <a:pt x="2896" y="5405"/>
                    <a:pt x="2801" y="5168"/>
                    <a:pt x="2713" y="4930"/>
                  </a:cubicBezTo>
                  <a:cubicBezTo>
                    <a:pt x="1370" y="1343"/>
                    <a:pt x="4951" y="1"/>
                    <a:pt x="4951" y="1"/>
                  </a:cubicBezTo>
                  <a:close/>
                </a:path>
              </a:pathLst>
            </a:custGeom>
            <a:solidFill>
              <a:srgbClr val="6C81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351" name="Google Shape;18351;p46"/>
            <p:cNvSpPr/>
            <p:nvPr/>
          </p:nvSpPr>
          <p:spPr>
            <a:xfrm>
              <a:off x="7459915" y="2490045"/>
              <a:ext cx="205932" cy="82729"/>
            </a:xfrm>
            <a:custGeom>
              <a:rect b="b" l="l" r="r" t="t"/>
              <a:pathLst>
                <a:path extrusionOk="0" h="3154" w="7851">
                  <a:moveTo>
                    <a:pt x="5181" y="1"/>
                  </a:moveTo>
                  <a:cubicBezTo>
                    <a:pt x="1811" y="1"/>
                    <a:pt x="1" y="3154"/>
                    <a:pt x="1" y="3154"/>
                  </a:cubicBezTo>
                  <a:lnTo>
                    <a:pt x="659" y="3059"/>
                  </a:lnTo>
                  <a:cubicBezTo>
                    <a:pt x="659" y="3059"/>
                    <a:pt x="1465" y="1621"/>
                    <a:pt x="2923" y="1031"/>
                  </a:cubicBezTo>
                  <a:cubicBezTo>
                    <a:pt x="3340" y="862"/>
                    <a:pt x="3761" y="777"/>
                    <a:pt x="4165" y="777"/>
                  </a:cubicBezTo>
                  <a:cubicBezTo>
                    <a:pt x="4978" y="777"/>
                    <a:pt x="5718" y="1125"/>
                    <a:pt x="6198" y="1845"/>
                  </a:cubicBezTo>
                  <a:cubicBezTo>
                    <a:pt x="6346" y="2067"/>
                    <a:pt x="6531" y="2160"/>
                    <a:pt x="6713" y="2160"/>
                  </a:cubicBezTo>
                  <a:cubicBezTo>
                    <a:pt x="7301" y="2160"/>
                    <a:pt x="7851" y="1192"/>
                    <a:pt x="6944" y="529"/>
                  </a:cubicBezTo>
                  <a:cubicBezTo>
                    <a:pt x="6680" y="340"/>
                    <a:pt x="5914" y="1"/>
                    <a:pt x="5181" y="1"/>
                  </a:cubicBezTo>
                  <a:close/>
                </a:path>
              </a:pathLst>
            </a:custGeom>
            <a:solidFill>
              <a:srgbClr val="E6ECF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352" name="Google Shape;18352;p46"/>
            <p:cNvSpPr/>
            <p:nvPr/>
          </p:nvSpPr>
          <p:spPr>
            <a:xfrm>
              <a:off x="7423823" y="2553469"/>
              <a:ext cx="102192" cy="177236"/>
            </a:xfrm>
            <a:custGeom>
              <a:rect b="b" l="l" r="r" t="t"/>
              <a:pathLst>
                <a:path extrusionOk="0" h="6757" w="3896">
                  <a:moveTo>
                    <a:pt x="2643" y="1"/>
                  </a:moveTo>
                  <a:cubicBezTo>
                    <a:pt x="2298" y="1"/>
                    <a:pt x="1882" y="67"/>
                    <a:pt x="1445" y="207"/>
                  </a:cubicBezTo>
                  <a:cubicBezTo>
                    <a:pt x="583" y="491"/>
                    <a:pt x="0" y="1292"/>
                    <a:pt x="0" y="2200"/>
                  </a:cubicBezTo>
                  <a:lnTo>
                    <a:pt x="0" y="5190"/>
                  </a:lnTo>
                  <a:cubicBezTo>
                    <a:pt x="0" y="6058"/>
                    <a:pt x="699" y="6757"/>
                    <a:pt x="1567" y="6757"/>
                  </a:cubicBezTo>
                  <a:lnTo>
                    <a:pt x="1024" y="3678"/>
                  </a:lnTo>
                  <a:cubicBezTo>
                    <a:pt x="50" y="2921"/>
                    <a:pt x="302" y="1044"/>
                    <a:pt x="1818" y="1044"/>
                  </a:cubicBezTo>
                  <a:cubicBezTo>
                    <a:pt x="2012" y="1044"/>
                    <a:pt x="2226" y="1075"/>
                    <a:pt x="2462" y="1142"/>
                  </a:cubicBezTo>
                  <a:cubicBezTo>
                    <a:pt x="2622" y="1189"/>
                    <a:pt x="2769" y="1210"/>
                    <a:pt x="2899" y="1210"/>
                  </a:cubicBezTo>
                  <a:cubicBezTo>
                    <a:pt x="3663" y="1210"/>
                    <a:pt x="3895" y="506"/>
                    <a:pt x="3357" y="152"/>
                  </a:cubicBezTo>
                  <a:cubicBezTo>
                    <a:pt x="3200" y="53"/>
                    <a:pt x="2950" y="1"/>
                    <a:pt x="2643" y="1"/>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353" name="Google Shape;18353;p46"/>
            <p:cNvSpPr/>
            <p:nvPr/>
          </p:nvSpPr>
          <p:spPr>
            <a:xfrm>
              <a:off x="7423823" y="2581456"/>
              <a:ext cx="41102" cy="149249"/>
            </a:xfrm>
            <a:custGeom>
              <a:rect b="b" l="l" r="r" t="t"/>
              <a:pathLst>
                <a:path extrusionOk="0" h="5690" w="1567">
                  <a:moveTo>
                    <a:pt x="1533" y="1"/>
                  </a:moveTo>
                  <a:cubicBezTo>
                    <a:pt x="990" y="62"/>
                    <a:pt x="0" y="360"/>
                    <a:pt x="0" y="2110"/>
                  </a:cubicBezTo>
                  <a:cubicBezTo>
                    <a:pt x="0" y="4476"/>
                    <a:pt x="1567" y="5690"/>
                    <a:pt x="1567" y="5690"/>
                  </a:cubicBezTo>
                  <a:lnTo>
                    <a:pt x="1024" y="2611"/>
                  </a:lnTo>
                  <a:cubicBezTo>
                    <a:pt x="109" y="1899"/>
                    <a:pt x="278" y="218"/>
                    <a:pt x="1540" y="1"/>
                  </a:cubicBezTo>
                  <a:close/>
                </a:path>
              </a:pathLst>
            </a:custGeom>
            <a:solidFill>
              <a:srgbClr val="E6ECF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354" name="Google Shape;18354;p46"/>
            <p:cNvSpPr/>
            <p:nvPr/>
          </p:nvSpPr>
          <p:spPr>
            <a:xfrm>
              <a:off x="7445882" y="2660251"/>
              <a:ext cx="347915" cy="111556"/>
            </a:xfrm>
            <a:custGeom>
              <a:rect b="b" l="l" r="r" t="t"/>
              <a:pathLst>
                <a:path extrusionOk="0" h="4253" w="13264">
                  <a:moveTo>
                    <a:pt x="271" y="1"/>
                  </a:moveTo>
                  <a:cubicBezTo>
                    <a:pt x="271" y="1"/>
                    <a:pt x="0" y="1757"/>
                    <a:pt x="719" y="2686"/>
                  </a:cubicBezTo>
                  <a:cubicBezTo>
                    <a:pt x="1580" y="3805"/>
                    <a:pt x="2950" y="4252"/>
                    <a:pt x="3967" y="4252"/>
                  </a:cubicBezTo>
                  <a:lnTo>
                    <a:pt x="13039" y="4252"/>
                  </a:lnTo>
                  <a:cubicBezTo>
                    <a:pt x="13161" y="4252"/>
                    <a:pt x="13263" y="4157"/>
                    <a:pt x="13263" y="4028"/>
                  </a:cubicBezTo>
                  <a:cubicBezTo>
                    <a:pt x="13256" y="3906"/>
                    <a:pt x="13161" y="3805"/>
                    <a:pt x="13039" y="3805"/>
                  </a:cubicBezTo>
                  <a:cubicBezTo>
                    <a:pt x="5594" y="3730"/>
                    <a:pt x="2909" y="21"/>
                    <a:pt x="2909" y="21"/>
                  </a:cubicBezTo>
                  <a:lnTo>
                    <a:pt x="271" y="1"/>
                  </a:lnTo>
                  <a:close/>
                </a:path>
              </a:pathLst>
            </a:custGeom>
            <a:solidFill>
              <a:srgbClr val="7F92A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355" name="Google Shape;18355;p46"/>
            <p:cNvSpPr/>
            <p:nvPr/>
          </p:nvSpPr>
          <p:spPr>
            <a:xfrm>
              <a:off x="7446040" y="2660251"/>
              <a:ext cx="349830" cy="111556"/>
            </a:xfrm>
            <a:custGeom>
              <a:rect b="b" l="l" r="r" t="t"/>
              <a:pathLst>
                <a:path extrusionOk="0" h="4253" w="13337">
                  <a:moveTo>
                    <a:pt x="272" y="1"/>
                  </a:moveTo>
                  <a:cubicBezTo>
                    <a:pt x="272" y="1"/>
                    <a:pt x="1" y="1750"/>
                    <a:pt x="720" y="2686"/>
                  </a:cubicBezTo>
                  <a:cubicBezTo>
                    <a:pt x="1574" y="3805"/>
                    <a:pt x="2951" y="4252"/>
                    <a:pt x="3961" y="4252"/>
                  </a:cubicBezTo>
                  <a:lnTo>
                    <a:pt x="13033" y="4252"/>
                  </a:lnTo>
                  <a:cubicBezTo>
                    <a:pt x="13036" y="4252"/>
                    <a:pt x="13038" y="4252"/>
                    <a:pt x="13040" y="4252"/>
                  </a:cubicBezTo>
                  <a:cubicBezTo>
                    <a:pt x="13332" y="4252"/>
                    <a:pt x="13336" y="3811"/>
                    <a:pt x="13040" y="3805"/>
                  </a:cubicBezTo>
                  <a:lnTo>
                    <a:pt x="6314" y="3805"/>
                  </a:lnTo>
                  <a:cubicBezTo>
                    <a:pt x="4497" y="3805"/>
                    <a:pt x="3195" y="3187"/>
                    <a:pt x="2361" y="2374"/>
                  </a:cubicBezTo>
                  <a:cubicBezTo>
                    <a:pt x="2051" y="2064"/>
                    <a:pt x="2270" y="1547"/>
                    <a:pt x="2698" y="1547"/>
                  </a:cubicBezTo>
                  <a:cubicBezTo>
                    <a:pt x="2701" y="1547"/>
                    <a:pt x="2704" y="1547"/>
                    <a:pt x="2706" y="1547"/>
                  </a:cubicBezTo>
                  <a:cubicBezTo>
                    <a:pt x="3120" y="1547"/>
                    <a:pt x="3513" y="1269"/>
                    <a:pt x="3703" y="841"/>
                  </a:cubicBezTo>
                  <a:cubicBezTo>
                    <a:pt x="3405" y="597"/>
                    <a:pt x="3134" y="319"/>
                    <a:pt x="2896" y="21"/>
                  </a:cubicBezTo>
                  <a:lnTo>
                    <a:pt x="272" y="1"/>
                  </a:lnTo>
                  <a:close/>
                </a:path>
              </a:pathLst>
            </a:custGeom>
            <a:solidFill>
              <a:srgbClr val="6C81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356" name="Google Shape;18356;p46"/>
            <p:cNvSpPr/>
            <p:nvPr/>
          </p:nvSpPr>
          <p:spPr>
            <a:xfrm>
              <a:off x="7433423" y="2624133"/>
              <a:ext cx="118533" cy="106572"/>
            </a:xfrm>
            <a:custGeom>
              <a:rect b="b" l="l" r="r" t="t"/>
              <a:pathLst>
                <a:path extrusionOk="0" h="4063" w="4519">
                  <a:moveTo>
                    <a:pt x="2572" y="0"/>
                  </a:moveTo>
                  <a:cubicBezTo>
                    <a:pt x="1620" y="0"/>
                    <a:pt x="606" y="422"/>
                    <a:pt x="326" y="1581"/>
                  </a:cubicBezTo>
                  <a:cubicBezTo>
                    <a:pt x="1" y="2903"/>
                    <a:pt x="1201" y="4063"/>
                    <a:pt x="1201" y="4063"/>
                  </a:cubicBezTo>
                  <a:cubicBezTo>
                    <a:pt x="1201" y="4063"/>
                    <a:pt x="557" y="2951"/>
                    <a:pt x="1045" y="2151"/>
                  </a:cubicBezTo>
                  <a:cubicBezTo>
                    <a:pt x="1207" y="1884"/>
                    <a:pt x="1451" y="1723"/>
                    <a:pt x="1746" y="1723"/>
                  </a:cubicBezTo>
                  <a:cubicBezTo>
                    <a:pt x="2045" y="1723"/>
                    <a:pt x="2396" y="1888"/>
                    <a:pt x="2767" y="2273"/>
                  </a:cubicBezTo>
                  <a:cubicBezTo>
                    <a:pt x="2902" y="2414"/>
                    <a:pt x="3050" y="2474"/>
                    <a:pt x="3191" y="2474"/>
                  </a:cubicBezTo>
                  <a:cubicBezTo>
                    <a:pt x="3639" y="2474"/>
                    <a:pt x="4023" y="1879"/>
                    <a:pt x="3750" y="1405"/>
                  </a:cubicBezTo>
                  <a:lnTo>
                    <a:pt x="3750" y="1405"/>
                  </a:lnTo>
                  <a:cubicBezTo>
                    <a:pt x="3801" y="1413"/>
                    <a:pt x="3852" y="1418"/>
                    <a:pt x="3902" y="1418"/>
                  </a:cubicBezTo>
                  <a:cubicBezTo>
                    <a:pt x="4167" y="1418"/>
                    <a:pt x="4408" y="1296"/>
                    <a:pt x="4442" y="1045"/>
                  </a:cubicBezTo>
                  <a:cubicBezTo>
                    <a:pt x="4519" y="473"/>
                    <a:pt x="3580" y="0"/>
                    <a:pt x="2572" y="0"/>
                  </a:cubicBezTo>
                  <a:close/>
                </a:path>
              </a:pathLst>
            </a:custGeom>
            <a:solidFill>
              <a:srgbClr val="F3F5F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357" name="Google Shape;18357;p46"/>
            <p:cNvSpPr/>
            <p:nvPr/>
          </p:nvSpPr>
          <p:spPr>
            <a:xfrm>
              <a:off x="7439823" y="2642126"/>
              <a:ext cx="99149" cy="88579"/>
            </a:xfrm>
            <a:custGeom>
              <a:rect b="b" l="l" r="r" t="t"/>
              <a:pathLst>
                <a:path extrusionOk="0" h="3377" w="3780">
                  <a:moveTo>
                    <a:pt x="1956" y="0"/>
                  </a:moveTo>
                  <a:cubicBezTo>
                    <a:pt x="1403" y="0"/>
                    <a:pt x="869" y="220"/>
                    <a:pt x="591" y="692"/>
                  </a:cubicBezTo>
                  <a:cubicBezTo>
                    <a:pt x="1" y="1709"/>
                    <a:pt x="509" y="2780"/>
                    <a:pt x="957" y="3377"/>
                  </a:cubicBezTo>
                  <a:cubicBezTo>
                    <a:pt x="957" y="3377"/>
                    <a:pt x="313" y="2271"/>
                    <a:pt x="801" y="1465"/>
                  </a:cubicBezTo>
                  <a:cubicBezTo>
                    <a:pt x="963" y="1198"/>
                    <a:pt x="1207" y="1037"/>
                    <a:pt x="1502" y="1037"/>
                  </a:cubicBezTo>
                  <a:cubicBezTo>
                    <a:pt x="1801" y="1037"/>
                    <a:pt x="2152" y="1202"/>
                    <a:pt x="2523" y="1587"/>
                  </a:cubicBezTo>
                  <a:cubicBezTo>
                    <a:pt x="2658" y="1728"/>
                    <a:pt x="2806" y="1788"/>
                    <a:pt x="2947" y="1788"/>
                  </a:cubicBezTo>
                  <a:cubicBezTo>
                    <a:pt x="3395" y="1788"/>
                    <a:pt x="3779" y="1193"/>
                    <a:pt x="3506" y="719"/>
                  </a:cubicBezTo>
                  <a:cubicBezTo>
                    <a:pt x="3163" y="252"/>
                    <a:pt x="2549" y="0"/>
                    <a:pt x="1956" y="0"/>
                  </a:cubicBezTo>
                  <a:close/>
                </a:path>
              </a:pathLst>
            </a:custGeom>
            <a:solidFill>
              <a:srgbClr val="E6ECF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358" name="Google Shape;18358;p46"/>
            <p:cNvSpPr/>
            <p:nvPr/>
          </p:nvSpPr>
          <p:spPr>
            <a:xfrm>
              <a:off x="7744196" y="2725669"/>
              <a:ext cx="26650" cy="14112"/>
            </a:xfrm>
            <a:custGeom>
              <a:rect b="b" l="l" r="r" t="t"/>
              <a:pathLst>
                <a:path extrusionOk="0" h="538" w="1016">
                  <a:moveTo>
                    <a:pt x="313" y="0"/>
                  </a:moveTo>
                  <a:cubicBezTo>
                    <a:pt x="72" y="0"/>
                    <a:pt x="1" y="374"/>
                    <a:pt x="270" y="443"/>
                  </a:cubicBezTo>
                  <a:cubicBezTo>
                    <a:pt x="405" y="476"/>
                    <a:pt x="534" y="510"/>
                    <a:pt x="663" y="538"/>
                  </a:cubicBezTo>
                  <a:lnTo>
                    <a:pt x="710" y="538"/>
                  </a:lnTo>
                  <a:cubicBezTo>
                    <a:pt x="975" y="538"/>
                    <a:pt x="1015" y="151"/>
                    <a:pt x="751" y="97"/>
                  </a:cubicBezTo>
                  <a:cubicBezTo>
                    <a:pt x="636" y="70"/>
                    <a:pt x="507" y="43"/>
                    <a:pt x="378" y="9"/>
                  </a:cubicBezTo>
                  <a:cubicBezTo>
                    <a:pt x="355" y="3"/>
                    <a:pt x="333" y="0"/>
                    <a:pt x="313" y="0"/>
                  </a:cubicBezTo>
                  <a:close/>
                </a:path>
              </a:pathLst>
            </a:custGeom>
            <a:solidFill>
              <a:srgbClr val="ADB9C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359" name="Google Shape;18359;p46"/>
            <p:cNvSpPr/>
            <p:nvPr/>
          </p:nvSpPr>
          <p:spPr>
            <a:xfrm>
              <a:off x="7596679" y="2685694"/>
              <a:ext cx="24578" cy="16027"/>
            </a:xfrm>
            <a:custGeom>
              <a:rect b="b" l="l" r="r" t="t"/>
              <a:pathLst>
                <a:path extrusionOk="0" h="611" w="937">
                  <a:moveTo>
                    <a:pt x="322" y="0"/>
                  </a:moveTo>
                  <a:cubicBezTo>
                    <a:pt x="121" y="0"/>
                    <a:pt x="1" y="295"/>
                    <a:pt x="218" y="421"/>
                  </a:cubicBezTo>
                  <a:cubicBezTo>
                    <a:pt x="313" y="475"/>
                    <a:pt x="415" y="529"/>
                    <a:pt x="516" y="583"/>
                  </a:cubicBezTo>
                  <a:cubicBezTo>
                    <a:pt x="544" y="597"/>
                    <a:pt x="584" y="610"/>
                    <a:pt x="618" y="610"/>
                  </a:cubicBezTo>
                  <a:cubicBezTo>
                    <a:pt x="856" y="610"/>
                    <a:pt x="937" y="292"/>
                    <a:pt x="720" y="183"/>
                  </a:cubicBezTo>
                  <a:cubicBezTo>
                    <a:pt x="625" y="136"/>
                    <a:pt x="530" y="82"/>
                    <a:pt x="442" y="34"/>
                  </a:cubicBezTo>
                  <a:cubicBezTo>
                    <a:pt x="400" y="11"/>
                    <a:pt x="360" y="0"/>
                    <a:pt x="322" y="0"/>
                  </a:cubicBezTo>
                  <a:close/>
                </a:path>
              </a:pathLst>
            </a:custGeom>
            <a:solidFill>
              <a:srgbClr val="ADB9C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8360" name="Google Shape;18360;p46"/>
          <p:cNvGrpSpPr/>
          <p:nvPr/>
        </p:nvGrpSpPr>
        <p:grpSpPr>
          <a:xfrm>
            <a:off x="3882511" y="3365156"/>
            <a:ext cx="295061" cy="370263"/>
            <a:chOff x="3882511" y="3365156"/>
            <a:chExt cx="295061" cy="370263"/>
          </a:xfrm>
        </p:grpSpPr>
        <p:sp>
          <p:nvSpPr>
            <p:cNvPr id="18361" name="Google Shape;18361;p46"/>
            <p:cNvSpPr/>
            <p:nvPr/>
          </p:nvSpPr>
          <p:spPr>
            <a:xfrm>
              <a:off x="3882511" y="3365156"/>
              <a:ext cx="295061" cy="282209"/>
            </a:xfrm>
            <a:custGeom>
              <a:rect b="b" l="l" r="r" t="t"/>
              <a:pathLst>
                <a:path extrusionOk="0" h="10759" w="11249">
                  <a:moveTo>
                    <a:pt x="5807" y="1"/>
                  </a:moveTo>
                  <a:cubicBezTo>
                    <a:pt x="4891" y="1"/>
                    <a:pt x="3981" y="502"/>
                    <a:pt x="3554" y="1469"/>
                  </a:cubicBezTo>
                  <a:cubicBezTo>
                    <a:pt x="964" y="2141"/>
                    <a:pt x="1" y="5321"/>
                    <a:pt x="1791" y="7314"/>
                  </a:cubicBezTo>
                  <a:cubicBezTo>
                    <a:pt x="1784" y="7416"/>
                    <a:pt x="1777" y="7518"/>
                    <a:pt x="1777" y="7619"/>
                  </a:cubicBezTo>
                  <a:cubicBezTo>
                    <a:pt x="1777" y="9355"/>
                    <a:pt x="3181" y="10759"/>
                    <a:pt x="4910" y="10759"/>
                  </a:cubicBezTo>
                  <a:cubicBezTo>
                    <a:pt x="5100" y="10759"/>
                    <a:pt x="5853" y="10738"/>
                    <a:pt x="6029" y="10705"/>
                  </a:cubicBezTo>
                  <a:lnTo>
                    <a:pt x="6110" y="9932"/>
                  </a:lnTo>
                  <a:cubicBezTo>
                    <a:pt x="6579" y="10183"/>
                    <a:pt x="7088" y="10304"/>
                    <a:pt x="7592" y="10304"/>
                  </a:cubicBezTo>
                  <a:cubicBezTo>
                    <a:pt x="8501" y="10304"/>
                    <a:pt x="9394" y="9909"/>
                    <a:pt x="10009" y="9172"/>
                  </a:cubicBezTo>
                  <a:cubicBezTo>
                    <a:pt x="10958" y="8019"/>
                    <a:pt x="10972" y="6358"/>
                    <a:pt x="10029" y="5199"/>
                  </a:cubicBezTo>
                  <a:cubicBezTo>
                    <a:pt x="11248" y="3492"/>
                    <a:pt x="10033" y="1130"/>
                    <a:pt x="7943" y="1130"/>
                  </a:cubicBezTo>
                  <a:cubicBezTo>
                    <a:pt x="7940" y="1130"/>
                    <a:pt x="7937" y="1130"/>
                    <a:pt x="7934" y="1130"/>
                  </a:cubicBezTo>
                  <a:lnTo>
                    <a:pt x="7873" y="1130"/>
                  </a:lnTo>
                  <a:cubicBezTo>
                    <a:pt x="7382" y="370"/>
                    <a:pt x="6592" y="1"/>
                    <a:pt x="5807" y="1"/>
                  </a:cubicBezTo>
                  <a:close/>
                </a:path>
              </a:pathLst>
            </a:custGeom>
            <a:solidFill>
              <a:srgbClr val="C1CDD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362" name="Google Shape;18362;p46"/>
            <p:cNvSpPr/>
            <p:nvPr/>
          </p:nvSpPr>
          <p:spPr>
            <a:xfrm>
              <a:off x="3882511" y="3365314"/>
              <a:ext cx="166875" cy="282051"/>
            </a:xfrm>
            <a:custGeom>
              <a:rect b="b" l="l" r="r" t="t"/>
              <a:pathLst>
                <a:path extrusionOk="0" h="10753" w="6362">
                  <a:moveTo>
                    <a:pt x="6029" y="9573"/>
                  </a:moveTo>
                  <a:lnTo>
                    <a:pt x="6029" y="9575"/>
                  </a:lnTo>
                  <a:lnTo>
                    <a:pt x="6029" y="9575"/>
                  </a:lnTo>
                  <a:cubicBezTo>
                    <a:pt x="6031" y="9574"/>
                    <a:pt x="6033" y="9574"/>
                    <a:pt x="6036" y="9573"/>
                  </a:cubicBezTo>
                  <a:close/>
                  <a:moveTo>
                    <a:pt x="5794" y="1"/>
                  </a:moveTo>
                  <a:cubicBezTo>
                    <a:pt x="4840" y="1"/>
                    <a:pt x="3951" y="557"/>
                    <a:pt x="3554" y="1463"/>
                  </a:cubicBezTo>
                  <a:cubicBezTo>
                    <a:pt x="957" y="2135"/>
                    <a:pt x="1" y="5315"/>
                    <a:pt x="1791" y="7315"/>
                  </a:cubicBezTo>
                  <a:cubicBezTo>
                    <a:pt x="1777" y="7417"/>
                    <a:pt x="1771" y="7518"/>
                    <a:pt x="1771" y="7620"/>
                  </a:cubicBezTo>
                  <a:cubicBezTo>
                    <a:pt x="1771" y="9349"/>
                    <a:pt x="3174" y="10753"/>
                    <a:pt x="4910" y="10753"/>
                  </a:cubicBezTo>
                  <a:cubicBezTo>
                    <a:pt x="5100" y="10753"/>
                    <a:pt x="5846" y="10739"/>
                    <a:pt x="6029" y="10705"/>
                  </a:cubicBezTo>
                  <a:lnTo>
                    <a:pt x="6029" y="9575"/>
                  </a:lnTo>
                  <a:lnTo>
                    <a:pt x="6029" y="9575"/>
                  </a:lnTo>
                  <a:cubicBezTo>
                    <a:pt x="5884" y="9613"/>
                    <a:pt x="5737" y="9632"/>
                    <a:pt x="5591" y="9632"/>
                  </a:cubicBezTo>
                  <a:cubicBezTo>
                    <a:pt x="5335" y="9632"/>
                    <a:pt x="5081" y="9574"/>
                    <a:pt x="4849" y="9458"/>
                  </a:cubicBezTo>
                  <a:cubicBezTo>
                    <a:pt x="4266" y="9193"/>
                    <a:pt x="3866" y="8637"/>
                    <a:pt x="3798" y="8000"/>
                  </a:cubicBezTo>
                  <a:cubicBezTo>
                    <a:pt x="3778" y="7763"/>
                    <a:pt x="3798" y="7518"/>
                    <a:pt x="3873" y="7295"/>
                  </a:cubicBezTo>
                  <a:cubicBezTo>
                    <a:pt x="3900" y="7207"/>
                    <a:pt x="3866" y="7112"/>
                    <a:pt x="3798" y="7057"/>
                  </a:cubicBezTo>
                  <a:cubicBezTo>
                    <a:pt x="2381" y="5898"/>
                    <a:pt x="2672" y="3667"/>
                    <a:pt x="4334" y="2914"/>
                  </a:cubicBezTo>
                  <a:cubicBezTo>
                    <a:pt x="4422" y="2874"/>
                    <a:pt x="4483" y="2786"/>
                    <a:pt x="4469" y="2684"/>
                  </a:cubicBezTo>
                  <a:cubicBezTo>
                    <a:pt x="4463" y="2609"/>
                    <a:pt x="4463" y="2535"/>
                    <a:pt x="4463" y="2467"/>
                  </a:cubicBezTo>
                  <a:cubicBezTo>
                    <a:pt x="4463" y="1321"/>
                    <a:pt x="5249" y="331"/>
                    <a:pt x="6361" y="67"/>
                  </a:cubicBezTo>
                  <a:cubicBezTo>
                    <a:pt x="6172" y="22"/>
                    <a:pt x="5982" y="1"/>
                    <a:pt x="5794" y="1"/>
                  </a:cubicBezTo>
                  <a:close/>
                </a:path>
              </a:pathLst>
            </a:custGeom>
            <a:solidFill>
              <a:srgbClr val="ADBCC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363" name="Google Shape;18363;p46"/>
            <p:cNvSpPr/>
            <p:nvPr/>
          </p:nvSpPr>
          <p:spPr>
            <a:xfrm>
              <a:off x="4023208" y="3614656"/>
              <a:ext cx="35227" cy="114887"/>
            </a:xfrm>
            <a:custGeom>
              <a:rect b="b" l="l" r="r" t="t"/>
              <a:pathLst>
                <a:path extrusionOk="0" h="4380" w="1343">
                  <a:moveTo>
                    <a:pt x="920" y="1"/>
                  </a:moveTo>
                  <a:cubicBezTo>
                    <a:pt x="896" y="1"/>
                    <a:pt x="872" y="5"/>
                    <a:pt x="848" y="13"/>
                  </a:cubicBezTo>
                  <a:cubicBezTo>
                    <a:pt x="645" y="87"/>
                    <a:pt x="434" y="128"/>
                    <a:pt x="224" y="128"/>
                  </a:cubicBezTo>
                  <a:lnTo>
                    <a:pt x="204" y="128"/>
                  </a:lnTo>
                  <a:lnTo>
                    <a:pt x="0" y="4379"/>
                  </a:lnTo>
                  <a:lnTo>
                    <a:pt x="1343" y="4379"/>
                  </a:lnTo>
                  <a:lnTo>
                    <a:pt x="1140" y="216"/>
                  </a:lnTo>
                  <a:cubicBezTo>
                    <a:pt x="1140" y="92"/>
                    <a:pt x="1036" y="1"/>
                    <a:pt x="920" y="1"/>
                  </a:cubicBezTo>
                  <a:close/>
                </a:path>
              </a:pathLst>
            </a:custGeom>
            <a:solidFill>
              <a:srgbClr val="697D9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364" name="Google Shape;18364;p46"/>
            <p:cNvSpPr/>
            <p:nvPr/>
          </p:nvSpPr>
          <p:spPr>
            <a:xfrm>
              <a:off x="4023208" y="3614656"/>
              <a:ext cx="30269" cy="114887"/>
            </a:xfrm>
            <a:custGeom>
              <a:rect b="b" l="l" r="r" t="t"/>
              <a:pathLst>
                <a:path extrusionOk="0" h="4380" w="1154">
                  <a:moveTo>
                    <a:pt x="920" y="1"/>
                  </a:moveTo>
                  <a:cubicBezTo>
                    <a:pt x="896" y="1"/>
                    <a:pt x="872" y="5"/>
                    <a:pt x="848" y="13"/>
                  </a:cubicBezTo>
                  <a:cubicBezTo>
                    <a:pt x="645" y="87"/>
                    <a:pt x="434" y="128"/>
                    <a:pt x="224" y="128"/>
                  </a:cubicBezTo>
                  <a:lnTo>
                    <a:pt x="204" y="128"/>
                  </a:lnTo>
                  <a:lnTo>
                    <a:pt x="0" y="4379"/>
                  </a:lnTo>
                  <a:lnTo>
                    <a:pt x="672" y="4379"/>
                  </a:lnTo>
                  <a:lnTo>
                    <a:pt x="672" y="738"/>
                  </a:lnTo>
                  <a:cubicBezTo>
                    <a:pt x="672" y="637"/>
                    <a:pt x="733" y="555"/>
                    <a:pt x="821" y="521"/>
                  </a:cubicBezTo>
                  <a:lnTo>
                    <a:pt x="1153" y="413"/>
                  </a:lnTo>
                  <a:lnTo>
                    <a:pt x="1146" y="216"/>
                  </a:lnTo>
                  <a:cubicBezTo>
                    <a:pt x="1141" y="92"/>
                    <a:pt x="1037" y="1"/>
                    <a:pt x="920" y="1"/>
                  </a:cubicBezTo>
                  <a:close/>
                </a:path>
              </a:pathLst>
            </a:custGeom>
            <a:solidFill>
              <a:srgbClr val="4F647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365" name="Google Shape;18365;p46"/>
            <p:cNvSpPr/>
            <p:nvPr/>
          </p:nvSpPr>
          <p:spPr>
            <a:xfrm>
              <a:off x="4003641" y="3723642"/>
              <a:ext cx="74362" cy="11777"/>
            </a:xfrm>
            <a:custGeom>
              <a:rect b="b" l="l" r="r" t="t"/>
              <a:pathLst>
                <a:path extrusionOk="0" h="449" w="2835">
                  <a:moveTo>
                    <a:pt x="299" y="1"/>
                  </a:moveTo>
                  <a:cubicBezTo>
                    <a:pt x="1" y="1"/>
                    <a:pt x="1" y="448"/>
                    <a:pt x="299" y="448"/>
                  </a:cubicBezTo>
                  <a:lnTo>
                    <a:pt x="2536" y="448"/>
                  </a:lnTo>
                  <a:cubicBezTo>
                    <a:pt x="2835" y="448"/>
                    <a:pt x="2835" y="1"/>
                    <a:pt x="2536" y="1"/>
                  </a:cubicBezTo>
                  <a:close/>
                </a:path>
              </a:pathLst>
            </a:custGeom>
            <a:solidFill>
              <a:srgbClr val="ADBCC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8366" name="Google Shape;18366;p46"/>
          <p:cNvGrpSpPr/>
          <p:nvPr/>
        </p:nvGrpSpPr>
        <p:grpSpPr>
          <a:xfrm>
            <a:off x="5229788" y="1512217"/>
            <a:ext cx="370132" cy="370131"/>
            <a:chOff x="5229788" y="1512217"/>
            <a:chExt cx="370132" cy="370131"/>
          </a:xfrm>
        </p:grpSpPr>
        <p:sp>
          <p:nvSpPr>
            <p:cNvPr id="18367" name="Google Shape;18367;p46"/>
            <p:cNvSpPr/>
            <p:nvPr/>
          </p:nvSpPr>
          <p:spPr>
            <a:xfrm>
              <a:off x="5468639" y="1512217"/>
              <a:ext cx="131281" cy="131281"/>
            </a:xfrm>
            <a:custGeom>
              <a:rect b="b" l="l" r="r" t="t"/>
              <a:pathLst>
                <a:path extrusionOk="0" h="5005" w="5005">
                  <a:moveTo>
                    <a:pt x="2503" y="0"/>
                  </a:moveTo>
                  <a:cubicBezTo>
                    <a:pt x="1120" y="0"/>
                    <a:pt x="1" y="1119"/>
                    <a:pt x="1" y="2502"/>
                  </a:cubicBezTo>
                  <a:cubicBezTo>
                    <a:pt x="1" y="3885"/>
                    <a:pt x="1120" y="5004"/>
                    <a:pt x="2503" y="5004"/>
                  </a:cubicBezTo>
                  <a:cubicBezTo>
                    <a:pt x="3886" y="5004"/>
                    <a:pt x="5005" y="3885"/>
                    <a:pt x="5005" y="2502"/>
                  </a:cubicBezTo>
                  <a:cubicBezTo>
                    <a:pt x="5005" y="1119"/>
                    <a:pt x="3886" y="0"/>
                    <a:pt x="2503" y="0"/>
                  </a:cubicBezTo>
                  <a:close/>
                </a:path>
              </a:pathLst>
            </a:custGeom>
            <a:solidFill>
              <a:srgbClr val="364F6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368" name="Google Shape;18368;p46"/>
            <p:cNvSpPr/>
            <p:nvPr/>
          </p:nvSpPr>
          <p:spPr>
            <a:xfrm>
              <a:off x="5492482" y="1536034"/>
              <a:ext cx="83621" cy="83621"/>
            </a:xfrm>
            <a:custGeom>
              <a:rect b="b" l="l" r="r" t="t"/>
              <a:pathLst>
                <a:path extrusionOk="0" h="3188" w="3188">
                  <a:moveTo>
                    <a:pt x="1594" y="1"/>
                  </a:moveTo>
                  <a:cubicBezTo>
                    <a:pt x="712" y="1"/>
                    <a:pt x="0" y="713"/>
                    <a:pt x="0" y="1594"/>
                  </a:cubicBezTo>
                  <a:cubicBezTo>
                    <a:pt x="0" y="2476"/>
                    <a:pt x="712" y="3187"/>
                    <a:pt x="1594" y="3187"/>
                  </a:cubicBezTo>
                  <a:cubicBezTo>
                    <a:pt x="2475" y="3187"/>
                    <a:pt x="3187" y="2476"/>
                    <a:pt x="3187" y="1594"/>
                  </a:cubicBezTo>
                  <a:cubicBezTo>
                    <a:pt x="3187" y="713"/>
                    <a:pt x="2475" y="1"/>
                    <a:pt x="1594" y="1"/>
                  </a:cubicBezTo>
                  <a:close/>
                </a:path>
              </a:pathLst>
            </a:custGeom>
            <a:solidFill>
              <a:srgbClr val="243F5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369" name="Google Shape;18369;p46"/>
            <p:cNvSpPr/>
            <p:nvPr/>
          </p:nvSpPr>
          <p:spPr>
            <a:xfrm>
              <a:off x="5229788" y="1512217"/>
              <a:ext cx="131465" cy="131281"/>
            </a:xfrm>
            <a:custGeom>
              <a:rect b="b" l="l" r="r" t="t"/>
              <a:pathLst>
                <a:path extrusionOk="0" h="5005" w="5012">
                  <a:moveTo>
                    <a:pt x="2502" y="0"/>
                  </a:moveTo>
                  <a:cubicBezTo>
                    <a:pt x="1126" y="0"/>
                    <a:pt x="0" y="1119"/>
                    <a:pt x="0" y="2502"/>
                  </a:cubicBezTo>
                  <a:cubicBezTo>
                    <a:pt x="0" y="3885"/>
                    <a:pt x="1126" y="5004"/>
                    <a:pt x="2502" y="5004"/>
                  </a:cubicBezTo>
                  <a:cubicBezTo>
                    <a:pt x="3886" y="5004"/>
                    <a:pt x="5011" y="3885"/>
                    <a:pt x="5011" y="2502"/>
                  </a:cubicBezTo>
                  <a:cubicBezTo>
                    <a:pt x="5011" y="1119"/>
                    <a:pt x="3886" y="0"/>
                    <a:pt x="2502" y="0"/>
                  </a:cubicBezTo>
                  <a:close/>
                </a:path>
              </a:pathLst>
            </a:custGeom>
            <a:solidFill>
              <a:srgbClr val="364F6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370" name="Google Shape;18370;p46"/>
            <p:cNvSpPr/>
            <p:nvPr/>
          </p:nvSpPr>
          <p:spPr>
            <a:xfrm>
              <a:off x="5253789" y="1536034"/>
              <a:ext cx="83438" cy="83621"/>
            </a:xfrm>
            <a:custGeom>
              <a:rect b="b" l="l" r="r" t="t"/>
              <a:pathLst>
                <a:path extrusionOk="0" h="3188" w="3181">
                  <a:moveTo>
                    <a:pt x="1587" y="1"/>
                  </a:moveTo>
                  <a:cubicBezTo>
                    <a:pt x="713" y="1"/>
                    <a:pt x="1" y="713"/>
                    <a:pt x="1" y="1594"/>
                  </a:cubicBezTo>
                  <a:cubicBezTo>
                    <a:pt x="1" y="2476"/>
                    <a:pt x="713" y="3187"/>
                    <a:pt x="1587" y="3187"/>
                  </a:cubicBezTo>
                  <a:cubicBezTo>
                    <a:pt x="2469" y="3187"/>
                    <a:pt x="3181" y="2476"/>
                    <a:pt x="3181" y="1594"/>
                  </a:cubicBezTo>
                  <a:cubicBezTo>
                    <a:pt x="3181" y="713"/>
                    <a:pt x="2469" y="1"/>
                    <a:pt x="1587" y="1"/>
                  </a:cubicBezTo>
                  <a:close/>
                </a:path>
              </a:pathLst>
            </a:custGeom>
            <a:solidFill>
              <a:srgbClr val="243F5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371" name="Google Shape;18371;p46"/>
            <p:cNvSpPr/>
            <p:nvPr/>
          </p:nvSpPr>
          <p:spPr>
            <a:xfrm>
              <a:off x="5241697" y="1547942"/>
              <a:ext cx="346315" cy="334406"/>
            </a:xfrm>
            <a:custGeom>
              <a:rect b="b" l="l" r="r" t="t"/>
              <a:pathLst>
                <a:path extrusionOk="0" h="12749" w="13203">
                  <a:moveTo>
                    <a:pt x="6605" y="1"/>
                  </a:moveTo>
                  <a:cubicBezTo>
                    <a:pt x="2957" y="1"/>
                    <a:pt x="1" y="2856"/>
                    <a:pt x="1" y="6375"/>
                  </a:cubicBezTo>
                  <a:cubicBezTo>
                    <a:pt x="1" y="9894"/>
                    <a:pt x="2957" y="12748"/>
                    <a:pt x="6605" y="12748"/>
                  </a:cubicBezTo>
                  <a:cubicBezTo>
                    <a:pt x="10246" y="12748"/>
                    <a:pt x="13203" y="9894"/>
                    <a:pt x="13203" y="6375"/>
                  </a:cubicBezTo>
                  <a:cubicBezTo>
                    <a:pt x="13203" y="2856"/>
                    <a:pt x="10246" y="1"/>
                    <a:pt x="6605" y="1"/>
                  </a:cubicBezTo>
                  <a:close/>
                </a:path>
              </a:pathLst>
            </a:custGeom>
            <a:solidFill>
              <a:srgbClr val="4F647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372" name="Google Shape;18372;p46"/>
            <p:cNvSpPr/>
            <p:nvPr/>
          </p:nvSpPr>
          <p:spPr>
            <a:xfrm>
              <a:off x="5370119" y="1786819"/>
              <a:ext cx="89471" cy="71687"/>
            </a:xfrm>
            <a:custGeom>
              <a:rect b="b" l="l" r="r" t="t"/>
              <a:pathLst>
                <a:path extrusionOk="0" h="2733" w="3411">
                  <a:moveTo>
                    <a:pt x="1709" y="0"/>
                  </a:moveTo>
                  <a:cubicBezTo>
                    <a:pt x="766" y="0"/>
                    <a:pt x="0" y="610"/>
                    <a:pt x="0" y="1363"/>
                  </a:cubicBezTo>
                  <a:cubicBezTo>
                    <a:pt x="0" y="2116"/>
                    <a:pt x="766" y="2733"/>
                    <a:pt x="1709" y="2733"/>
                  </a:cubicBezTo>
                  <a:cubicBezTo>
                    <a:pt x="2651" y="2733"/>
                    <a:pt x="3411" y="2116"/>
                    <a:pt x="3411" y="1363"/>
                  </a:cubicBezTo>
                  <a:cubicBezTo>
                    <a:pt x="3411" y="610"/>
                    <a:pt x="2651" y="0"/>
                    <a:pt x="1709" y="0"/>
                  </a:cubicBezTo>
                  <a:close/>
                </a:path>
              </a:pathLst>
            </a:custGeom>
            <a:solidFill>
              <a:srgbClr val="DBE2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373" name="Google Shape;18373;p46"/>
            <p:cNvSpPr/>
            <p:nvPr/>
          </p:nvSpPr>
          <p:spPr>
            <a:xfrm>
              <a:off x="5241880" y="1552034"/>
              <a:ext cx="165065" cy="330131"/>
            </a:xfrm>
            <a:custGeom>
              <a:rect b="b" l="l" r="r" t="t"/>
              <a:pathLst>
                <a:path extrusionOk="0" h="12586" w="6293">
                  <a:moveTo>
                    <a:pt x="5160" y="1"/>
                  </a:moveTo>
                  <a:lnTo>
                    <a:pt x="5160" y="1"/>
                  </a:lnTo>
                  <a:cubicBezTo>
                    <a:pt x="2204" y="631"/>
                    <a:pt x="0" y="3174"/>
                    <a:pt x="0" y="6219"/>
                  </a:cubicBezTo>
                  <a:cubicBezTo>
                    <a:pt x="0" y="9643"/>
                    <a:pt x="2787" y="12430"/>
                    <a:pt x="6293" y="12586"/>
                  </a:cubicBezTo>
                  <a:cubicBezTo>
                    <a:pt x="3811" y="11569"/>
                    <a:pt x="2048" y="8999"/>
                    <a:pt x="2048" y="5995"/>
                  </a:cubicBezTo>
                  <a:cubicBezTo>
                    <a:pt x="2048" y="3459"/>
                    <a:pt x="3289" y="1242"/>
                    <a:pt x="5160" y="1"/>
                  </a:cubicBezTo>
                  <a:close/>
                </a:path>
              </a:pathLst>
            </a:custGeom>
            <a:solidFill>
              <a:srgbClr val="364F6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374" name="Google Shape;18374;p46"/>
            <p:cNvSpPr/>
            <p:nvPr/>
          </p:nvSpPr>
          <p:spPr>
            <a:xfrm>
              <a:off x="5325292" y="1691315"/>
              <a:ext cx="35961" cy="41811"/>
            </a:xfrm>
            <a:custGeom>
              <a:rect b="b" l="l" r="r" t="t"/>
              <a:pathLst>
                <a:path extrusionOk="0" h="1594" w="1371">
                  <a:moveTo>
                    <a:pt x="685" y="0"/>
                  </a:moveTo>
                  <a:cubicBezTo>
                    <a:pt x="306" y="0"/>
                    <a:pt x="1" y="305"/>
                    <a:pt x="1" y="685"/>
                  </a:cubicBezTo>
                  <a:lnTo>
                    <a:pt x="1" y="909"/>
                  </a:lnTo>
                  <a:cubicBezTo>
                    <a:pt x="1" y="1288"/>
                    <a:pt x="306" y="1593"/>
                    <a:pt x="685" y="1593"/>
                  </a:cubicBezTo>
                  <a:cubicBezTo>
                    <a:pt x="1065" y="1593"/>
                    <a:pt x="1370" y="1288"/>
                    <a:pt x="1370" y="909"/>
                  </a:cubicBezTo>
                  <a:lnTo>
                    <a:pt x="1370" y="685"/>
                  </a:lnTo>
                  <a:cubicBezTo>
                    <a:pt x="1370" y="305"/>
                    <a:pt x="1065" y="0"/>
                    <a:pt x="685" y="0"/>
                  </a:cubicBezTo>
                  <a:close/>
                </a:path>
              </a:pathLst>
            </a:custGeom>
            <a:solidFill>
              <a:srgbClr val="203B5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375" name="Google Shape;18375;p46"/>
            <p:cNvSpPr/>
            <p:nvPr/>
          </p:nvSpPr>
          <p:spPr>
            <a:xfrm>
              <a:off x="5343259" y="1691315"/>
              <a:ext cx="17994" cy="29771"/>
            </a:xfrm>
            <a:custGeom>
              <a:rect b="b" l="l" r="r" t="t"/>
              <a:pathLst>
                <a:path extrusionOk="0" h="1135" w="686">
                  <a:moveTo>
                    <a:pt x="0" y="0"/>
                  </a:moveTo>
                  <a:lnTo>
                    <a:pt x="0" y="793"/>
                  </a:lnTo>
                  <a:cubicBezTo>
                    <a:pt x="0" y="1021"/>
                    <a:pt x="172" y="1134"/>
                    <a:pt x="343" y="1134"/>
                  </a:cubicBezTo>
                  <a:cubicBezTo>
                    <a:pt x="514" y="1134"/>
                    <a:pt x="685" y="1021"/>
                    <a:pt x="685" y="793"/>
                  </a:cubicBezTo>
                  <a:lnTo>
                    <a:pt x="685" y="685"/>
                  </a:lnTo>
                  <a:cubicBezTo>
                    <a:pt x="685" y="305"/>
                    <a:pt x="380" y="0"/>
                    <a:pt x="0" y="0"/>
                  </a:cubicBezTo>
                  <a:close/>
                </a:path>
              </a:pathLst>
            </a:custGeom>
            <a:solidFill>
              <a:srgbClr val="405C7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376" name="Google Shape;18376;p46"/>
            <p:cNvSpPr/>
            <p:nvPr/>
          </p:nvSpPr>
          <p:spPr>
            <a:xfrm>
              <a:off x="5337200" y="1697164"/>
              <a:ext cx="11961" cy="11961"/>
            </a:xfrm>
            <a:custGeom>
              <a:rect b="b" l="l" r="r" t="t"/>
              <a:pathLst>
                <a:path extrusionOk="0" h="456" w="456">
                  <a:moveTo>
                    <a:pt x="231" y="1"/>
                  </a:moveTo>
                  <a:cubicBezTo>
                    <a:pt x="103" y="1"/>
                    <a:pt x="1" y="103"/>
                    <a:pt x="1" y="231"/>
                  </a:cubicBezTo>
                  <a:cubicBezTo>
                    <a:pt x="1" y="353"/>
                    <a:pt x="103" y="455"/>
                    <a:pt x="231" y="455"/>
                  </a:cubicBezTo>
                  <a:cubicBezTo>
                    <a:pt x="353" y="455"/>
                    <a:pt x="455" y="353"/>
                    <a:pt x="455" y="231"/>
                  </a:cubicBezTo>
                  <a:cubicBezTo>
                    <a:pt x="455" y="103"/>
                    <a:pt x="353" y="1"/>
                    <a:pt x="231" y="1"/>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377" name="Google Shape;18377;p46"/>
            <p:cNvSpPr/>
            <p:nvPr/>
          </p:nvSpPr>
          <p:spPr>
            <a:xfrm>
              <a:off x="5468639" y="1691315"/>
              <a:ext cx="35778" cy="41811"/>
            </a:xfrm>
            <a:custGeom>
              <a:rect b="b" l="l" r="r" t="t"/>
              <a:pathLst>
                <a:path extrusionOk="0" h="1594" w="1364">
                  <a:moveTo>
                    <a:pt x="679" y="0"/>
                  </a:moveTo>
                  <a:cubicBezTo>
                    <a:pt x="306" y="0"/>
                    <a:pt x="1" y="305"/>
                    <a:pt x="1" y="685"/>
                  </a:cubicBezTo>
                  <a:lnTo>
                    <a:pt x="1" y="909"/>
                  </a:lnTo>
                  <a:cubicBezTo>
                    <a:pt x="1" y="1288"/>
                    <a:pt x="306" y="1593"/>
                    <a:pt x="679" y="1593"/>
                  </a:cubicBezTo>
                  <a:cubicBezTo>
                    <a:pt x="1058" y="1593"/>
                    <a:pt x="1364" y="1288"/>
                    <a:pt x="1364" y="909"/>
                  </a:cubicBezTo>
                  <a:lnTo>
                    <a:pt x="1364" y="685"/>
                  </a:lnTo>
                  <a:cubicBezTo>
                    <a:pt x="1364" y="305"/>
                    <a:pt x="1058" y="0"/>
                    <a:pt x="679" y="0"/>
                  </a:cubicBezTo>
                  <a:close/>
                </a:path>
              </a:pathLst>
            </a:custGeom>
            <a:solidFill>
              <a:srgbClr val="203B5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378" name="Google Shape;18378;p46"/>
            <p:cNvSpPr/>
            <p:nvPr/>
          </p:nvSpPr>
          <p:spPr>
            <a:xfrm>
              <a:off x="5486423" y="1691315"/>
              <a:ext cx="17994" cy="29771"/>
            </a:xfrm>
            <a:custGeom>
              <a:rect b="b" l="l" r="r" t="t"/>
              <a:pathLst>
                <a:path extrusionOk="0" h="1135" w="686">
                  <a:moveTo>
                    <a:pt x="1" y="0"/>
                  </a:moveTo>
                  <a:lnTo>
                    <a:pt x="1" y="793"/>
                  </a:lnTo>
                  <a:cubicBezTo>
                    <a:pt x="1" y="1021"/>
                    <a:pt x="172" y="1134"/>
                    <a:pt x="343" y="1134"/>
                  </a:cubicBezTo>
                  <a:cubicBezTo>
                    <a:pt x="514" y="1134"/>
                    <a:pt x="686" y="1021"/>
                    <a:pt x="686" y="793"/>
                  </a:cubicBezTo>
                  <a:lnTo>
                    <a:pt x="686" y="685"/>
                  </a:lnTo>
                  <a:cubicBezTo>
                    <a:pt x="686" y="305"/>
                    <a:pt x="380" y="0"/>
                    <a:pt x="1" y="0"/>
                  </a:cubicBezTo>
                  <a:close/>
                </a:path>
              </a:pathLst>
            </a:custGeom>
            <a:solidFill>
              <a:srgbClr val="405C7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379" name="Google Shape;18379;p46"/>
            <p:cNvSpPr/>
            <p:nvPr/>
          </p:nvSpPr>
          <p:spPr>
            <a:xfrm>
              <a:off x="5480573" y="1697164"/>
              <a:ext cx="11935" cy="11961"/>
            </a:xfrm>
            <a:custGeom>
              <a:rect b="b" l="l" r="r" t="t"/>
              <a:pathLst>
                <a:path extrusionOk="0" h="456" w="455">
                  <a:moveTo>
                    <a:pt x="224" y="1"/>
                  </a:moveTo>
                  <a:cubicBezTo>
                    <a:pt x="102" y="1"/>
                    <a:pt x="0" y="103"/>
                    <a:pt x="0" y="231"/>
                  </a:cubicBezTo>
                  <a:cubicBezTo>
                    <a:pt x="0" y="353"/>
                    <a:pt x="102" y="455"/>
                    <a:pt x="224" y="455"/>
                  </a:cubicBezTo>
                  <a:cubicBezTo>
                    <a:pt x="353" y="455"/>
                    <a:pt x="454" y="353"/>
                    <a:pt x="454" y="231"/>
                  </a:cubicBezTo>
                  <a:cubicBezTo>
                    <a:pt x="454" y="103"/>
                    <a:pt x="353" y="1"/>
                    <a:pt x="224" y="1"/>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380" name="Google Shape;18380;p46"/>
            <p:cNvSpPr/>
            <p:nvPr/>
          </p:nvSpPr>
          <p:spPr>
            <a:xfrm>
              <a:off x="5355168" y="1780759"/>
              <a:ext cx="119373" cy="47870"/>
            </a:xfrm>
            <a:custGeom>
              <a:rect b="b" l="l" r="r" t="t"/>
              <a:pathLst>
                <a:path extrusionOk="0" h="1825" w="4551">
                  <a:moveTo>
                    <a:pt x="1391" y="1"/>
                  </a:moveTo>
                  <a:cubicBezTo>
                    <a:pt x="624" y="1"/>
                    <a:pt x="1" y="408"/>
                    <a:pt x="1" y="909"/>
                  </a:cubicBezTo>
                  <a:cubicBezTo>
                    <a:pt x="1" y="1418"/>
                    <a:pt x="624" y="1825"/>
                    <a:pt x="1391" y="1825"/>
                  </a:cubicBezTo>
                  <a:cubicBezTo>
                    <a:pt x="1669" y="1686"/>
                    <a:pt x="1972" y="1616"/>
                    <a:pt x="2276" y="1616"/>
                  </a:cubicBezTo>
                  <a:cubicBezTo>
                    <a:pt x="2579" y="1616"/>
                    <a:pt x="2882" y="1686"/>
                    <a:pt x="3160" y="1825"/>
                  </a:cubicBezTo>
                  <a:cubicBezTo>
                    <a:pt x="3927" y="1825"/>
                    <a:pt x="4550" y="1418"/>
                    <a:pt x="4550" y="909"/>
                  </a:cubicBezTo>
                  <a:cubicBezTo>
                    <a:pt x="4550" y="408"/>
                    <a:pt x="3927" y="1"/>
                    <a:pt x="3160" y="1"/>
                  </a:cubicBezTo>
                  <a:cubicBezTo>
                    <a:pt x="2882" y="140"/>
                    <a:pt x="2579" y="209"/>
                    <a:pt x="2276" y="209"/>
                  </a:cubicBezTo>
                  <a:cubicBezTo>
                    <a:pt x="1972" y="209"/>
                    <a:pt x="1669" y="140"/>
                    <a:pt x="1391" y="1"/>
                  </a:cubicBezTo>
                  <a:close/>
                </a:path>
              </a:pathLst>
            </a:custGeom>
            <a:solidFill>
              <a:srgbClr val="D7E1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381" name="Google Shape;18381;p46"/>
            <p:cNvSpPr/>
            <p:nvPr/>
          </p:nvSpPr>
          <p:spPr>
            <a:xfrm>
              <a:off x="5385044" y="1762976"/>
              <a:ext cx="59804" cy="41653"/>
            </a:xfrm>
            <a:custGeom>
              <a:rect b="b" l="l" r="r" t="t"/>
              <a:pathLst>
                <a:path extrusionOk="0" h="1588" w="2280">
                  <a:moveTo>
                    <a:pt x="1140" y="1"/>
                  </a:moveTo>
                  <a:cubicBezTo>
                    <a:pt x="509" y="1"/>
                    <a:pt x="1" y="306"/>
                    <a:pt x="1" y="679"/>
                  </a:cubicBezTo>
                  <a:cubicBezTo>
                    <a:pt x="1" y="1058"/>
                    <a:pt x="509" y="1587"/>
                    <a:pt x="1140" y="1587"/>
                  </a:cubicBezTo>
                  <a:cubicBezTo>
                    <a:pt x="1771" y="1587"/>
                    <a:pt x="2279" y="1058"/>
                    <a:pt x="2279" y="679"/>
                  </a:cubicBezTo>
                  <a:cubicBezTo>
                    <a:pt x="2279" y="306"/>
                    <a:pt x="1771" y="1"/>
                    <a:pt x="1140" y="1"/>
                  </a:cubicBezTo>
                  <a:close/>
                </a:path>
              </a:pathLst>
            </a:custGeom>
            <a:solidFill>
              <a:srgbClr val="405C7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382" name="Google Shape;18382;p46"/>
            <p:cNvSpPr/>
            <p:nvPr/>
          </p:nvSpPr>
          <p:spPr>
            <a:xfrm>
              <a:off x="5354276" y="1798543"/>
              <a:ext cx="121340" cy="32761"/>
            </a:xfrm>
            <a:custGeom>
              <a:rect b="b" l="l" r="r" t="t"/>
              <a:pathLst>
                <a:path extrusionOk="0" h="1249" w="4626">
                  <a:moveTo>
                    <a:pt x="2313" y="1"/>
                  </a:moveTo>
                  <a:cubicBezTo>
                    <a:pt x="2184" y="1"/>
                    <a:pt x="2082" y="1"/>
                    <a:pt x="2082" y="123"/>
                  </a:cubicBezTo>
                  <a:lnTo>
                    <a:pt x="2082" y="733"/>
                  </a:lnTo>
                  <a:cubicBezTo>
                    <a:pt x="2008" y="740"/>
                    <a:pt x="1933" y="747"/>
                    <a:pt x="1859" y="760"/>
                  </a:cubicBezTo>
                  <a:cubicBezTo>
                    <a:pt x="1672" y="784"/>
                    <a:pt x="1512" y="794"/>
                    <a:pt x="1374" y="794"/>
                  </a:cubicBezTo>
                  <a:cubicBezTo>
                    <a:pt x="884" y="794"/>
                    <a:pt x="675" y="667"/>
                    <a:pt x="591" y="577"/>
                  </a:cubicBezTo>
                  <a:cubicBezTo>
                    <a:pt x="509" y="496"/>
                    <a:pt x="475" y="387"/>
                    <a:pt x="489" y="272"/>
                  </a:cubicBezTo>
                  <a:cubicBezTo>
                    <a:pt x="520" y="105"/>
                    <a:pt x="388" y="4"/>
                    <a:pt x="259" y="4"/>
                  </a:cubicBezTo>
                  <a:cubicBezTo>
                    <a:pt x="162" y="4"/>
                    <a:pt x="67" y="60"/>
                    <a:pt x="41" y="184"/>
                  </a:cubicBezTo>
                  <a:cubicBezTo>
                    <a:pt x="1" y="441"/>
                    <a:pt x="82" y="699"/>
                    <a:pt x="252" y="882"/>
                  </a:cubicBezTo>
                  <a:cubicBezTo>
                    <a:pt x="482" y="1126"/>
                    <a:pt x="855" y="1248"/>
                    <a:pt x="1370" y="1248"/>
                  </a:cubicBezTo>
                  <a:cubicBezTo>
                    <a:pt x="1554" y="1248"/>
                    <a:pt x="1737" y="1235"/>
                    <a:pt x="1920" y="1208"/>
                  </a:cubicBezTo>
                  <a:cubicBezTo>
                    <a:pt x="2049" y="1191"/>
                    <a:pt x="2179" y="1182"/>
                    <a:pt x="2310" y="1182"/>
                  </a:cubicBezTo>
                  <a:cubicBezTo>
                    <a:pt x="2442" y="1182"/>
                    <a:pt x="2574" y="1191"/>
                    <a:pt x="2706" y="1208"/>
                  </a:cubicBezTo>
                  <a:cubicBezTo>
                    <a:pt x="2904" y="1234"/>
                    <a:pt x="3087" y="1247"/>
                    <a:pt x="3254" y="1247"/>
                  </a:cubicBezTo>
                  <a:cubicBezTo>
                    <a:pt x="3771" y="1247"/>
                    <a:pt x="4144" y="1123"/>
                    <a:pt x="4374" y="882"/>
                  </a:cubicBezTo>
                  <a:cubicBezTo>
                    <a:pt x="4544" y="692"/>
                    <a:pt x="4625" y="441"/>
                    <a:pt x="4584" y="191"/>
                  </a:cubicBezTo>
                  <a:cubicBezTo>
                    <a:pt x="4560" y="81"/>
                    <a:pt x="4465" y="4"/>
                    <a:pt x="4358" y="4"/>
                  </a:cubicBezTo>
                  <a:cubicBezTo>
                    <a:pt x="4345" y="4"/>
                    <a:pt x="4333" y="5"/>
                    <a:pt x="4320" y="8"/>
                  </a:cubicBezTo>
                  <a:cubicBezTo>
                    <a:pt x="4198" y="35"/>
                    <a:pt x="4117" y="150"/>
                    <a:pt x="4137" y="272"/>
                  </a:cubicBezTo>
                  <a:cubicBezTo>
                    <a:pt x="4151" y="387"/>
                    <a:pt x="4110" y="496"/>
                    <a:pt x="4035" y="577"/>
                  </a:cubicBezTo>
                  <a:cubicBezTo>
                    <a:pt x="3945" y="667"/>
                    <a:pt x="3736" y="794"/>
                    <a:pt x="3249" y="794"/>
                  </a:cubicBezTo>
                  <a:cubicBezTo>
                    <a:pt x="3111" y="794"/>
                    <a:pt x="2952" y="784"/>
                    <a:pt x="2767" y="760"/>
                  </a:cubicBezTo>
                  <a:cubicBezTo>
                    <a:pt x="2693" y="747"/>
                    <a:pt x="2611" y="740"/>
                    <a:pt x="2537" y="740"/>
                  </a:cubicBezTo>
                  <a:lnTo>
                    <a:pt x="2537" y="123"/>
                  </a:lnTo>
                  <a:cubicBezTo>
                    <a:pt x="2537" y="1"/>
                    <a:pt x="2435" y="1"/>
                    <a:pt x="2313" y="1"/>
                  </a:cubicBezTo>
                  <a:close/>
                </a:path>
              </a:pathLst>
            </a:custGeom>
            <a:solidFill>
              <a:srgbClr val="C9D4D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383" name="Google Shape;18383;p46"/>
            <p:cNvSpPr/>
            <p:nvPr/>
          </p:nvSpPr>
          <p:spPr>
            <a:xfrm>
              <a:off x="5385044" y="1765992"/>
              <a:ext cx="49470" cy="38820"/>
            </a:xfrm>
            <a:custGeom>
              <a:rect b="b" l="l" r="r" t="t"/>
              <a:pathLst>
                <a:path extrusionOk="0" h="1480" w="1886">
                  <a:moveTo>
                    <a:pt x="503" y="1"/>
                  </a:moveTo>
                  <a:lnTo>
                    <a:pt x="503" y="1"/>
                  </a:lnTo>
                  <a:cubicBezTo>
                    <a:pt x="197" y="123"/>
                    <a:pt x="1" y="333"/>
                    <a:pt x="1" y="564"/>
                  </a:cubicBezTo>
                  <a:cubicBezTo>
                    <a:pt x="1" y="943"/>
                    <a:pt x="509" y="1479"/>
                    <a:pt x="1140" y="1479"/>
                  </a:cubicBezTo>
                  <a:cubicBezTo>
                    <a:pt x="1411" y="1472"/>
                    <a:pt x="1676" y="1377"/>
                    <a:pt x="1886" y="1201"/>
                  </a:cubicBezTo>
                  <a:lnTo>
                    <a:pt x="1886" y="1201"/>
                  </a:lnTo>
                  <a:cubicBezTo>
                    <a:pt x="1791" y="1228"/>
                    <a:pt x="1696" y="1249"/>
                    <a:pt x="1594" y="1249"/>
                  </a:cubicBezTo>
                  <a:cubicBezTo>
                    <a:pt x="964" y="1249"/>
                    <a:pt x="455" y="638"/>
                    <a:pt x="455" y="211"/>
                  </a:cubicBezTo>
                  <a:cubicBezTo>
                    <a:pt x="455" y="136"/>
                    <a:pt x="475" y="62"/>
                    <a:pt x="503" y="1"/>
                  </a:cubicBezTo>
                  <a:close/>
                </a:path>
              </a:pathLst>
            </a:custGeom>
            <a:solidFill>
              <a:srgbClr val="203B5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8384" name="Google Shape;18384;p46"/>
          <p:cNvGrpSpPr/>
          <p:nvPr/>
        </p:nvGrpSpPr>
        <p:grpSpPr>
          <a:xfrm>
            <a:off x="6041869" y="3365392"/>
            <a:ext cx="373882" cy="370053"/>
            <a:chOff x="6041869" y="3365392"/>
            <a:chExt cx="373882" cy="370053"/>
          </a:xfrm>
        </p:grpSpPr>
        <p:sp>
          <p:nvSpPr>
            <p:cNvPr id="18385" name="Google Shape;18385;p46"/>
            <p:cNvSpPr/>
            <p:nvPr/>
          </p:nvSpPr>
          <p:spPr>
            <a:xfrm>
              <a:off x="6082080" y="3626355"/>
              <a:ext cx="70795" cy="68854"/>
            </a:xfrm>
            <a:custGeom>
              <a:rect b="b" l="l" r="r" t="t"/>
              <a:pathLst>
                <a:path extrusionOk="0" h="2625" w="2699">
                  <a:moveTo>
                    <a:pt x="299" y="1"/>
                  </a:moveTo>
                  <a:cubicBezTo>
                    <a:pt x="0" y="1"/>
                    <a:pt x="0" y="441"/>
                    <a:pt x="299" y="441"/>
                  </a:cubicBezTo>
                  <a:lnTo>
                    <a:pt x="2258" y="441"/>
                  </a:lnTo>
                  <a:lnTo>
                    <a:pt x="2258" y="2401"/>
                  </a:lnTo>
                  <a:cubicBezTo>
                    <a:pt x="2258" y="2523"/>
                    <a:pt x="2353" y="2625"/>
                    <a:pt x="2475" y="2625"/>
                  </a:cubicBezTo>
                  <a:cubicBezTo>
                    <a:pt x="2597" y="2625"/>
                    <a:pt x="2699" y="2523"/>
                    <a:pt x="2699" y="2401"/>
                  </a:cubicBezTo>
                  <a:lnTo>
                    <a:pt x="2699" y="224"/>
                  </a:lnTo>
                  <a:cubicBezTo>
                    <a:pt x="2699" y="102"/>
                    <a:pt x="2597" y="1"/>
                    <a:pt x="2475" y="1"/>
                  </a:cubicBezTo>
                  <a:close/>
                </a:path>
              </a:pathLst>
            </a:custGeom>
            <a:solidFill>
              <a:srgbClr val="E6ECF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386" name="Google Shape;18386;p46"/>
            <p:cNvSpPr/>
            <p:nvPr/>
          </p:nvSpPr>
          <p:spPr>
            <a:xfrm>
              <a:off x="6304746" y="3405603"/>
              <a:ext cx="70821" cy="68723"/>
            </a:xfrm>
            <a:custGeom>
              <a:rect b="b" l="l" r="r" t="t"/>
              <a:pathLst>
                <a:path extrusionOk="0" h="2620" w="2700">
                  <a:moveTo>
                    <a:pt x="221" y="0"/>
                  </a:moveTo>
                  <a:cubicBezTo>
                    <a:pt x="111" y="0"/>
                    <a:pt x="1" y="73"/>
                    <a:pt x="1" y="219"/>
                  </a:cubicBezTo>
                  <a:lnTo>
                    <a:pt x="1" y="2402"/>
                  </a:lnTo>
                  <a:cubicBezTo>
                    <a:pt x="1" y="2524"/>
                    <a:pt x="102" y="2619"/>
                    <a:pt x="224" y="2619"/>
                  </a:cubicBezTo>
                  <a:lnTo>
                    <a:pt x="2408" y="2619"/>
                  </a:lnTo>
                  <a:cubicBezTo>
                    <a:pt x="2699" y="2619"/>
                    <a:pt x="2699" y="2179"/>
                    <a:pt x="2408" y="2179"/>
                  </a:cubicBezTo>
                  <a:lnTo>
                    <a:pt x="441" y="2179"/>
                  </a:lnTo>
                  <a:lnTo>
                    <a:pt x="441" y="219"/>
                  </a:lnTo>
                  <a:cubicBezTo>
                    <a:pt x="441" y="73"/>
                    <a:pt x="331" y="0"/>
                    <a:pt x="221" y="0"/>
                  </a:cubicBezTo>
                  <a:close/>
                </a:path>
              </a:pathLst>
            </a:custGeom>
            <a:solidFill>
              <a:srgbClr val="E6ECF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387" name="Google Shape;18387;p46"/>
            <p:cNvSpPr/>
            <p:nvPr/>
          </p:nvSpPr>
          <p:spPr>
            <a:xfrm>
              <a:off x="6180128" y="3388344"/>
              <a:ext cx="97418" cy="52171"/>
            </a:xfrm>
            <a:custGeom>
              <a:rect b="b" l="l" r="r" t="t"/>
              <a:pathLst>
                <a:path extrusionOk="0" h="1989" w="3714">
                  <a:moveTo>
                    <a:pt x="314" y="0"/>
                  </a:moveTo>
                  <a:cubicBezTo>
                    <a:pt x="145" y="0"/>
                    <a:pt x="0" y="221"/>
                    <a:pt x="161" y="382"/>
                  </a:cubicBezTo>
                  <a:lnTo>
                    <a:pt x="1700" y="1928"/>
                  </a:lnTo>
                  <a:cubicBezTo>
                    <a:pt x="1741" y="1969"/>
                    <a:pt x="1795" y="1989"/>
                    <a:pt x="1856" y="1989"/>
                  </a:cubicBezTo>
                  <a:cubicBezTo>
                    <a:pt x="1917" y="1989"/>
                    <a:pt x="1971" y="1969"/>
                    <a:pt x="2012" y="1928"/>
                  </a:cubicBezTo>
                  <a:lnTo>
                    <a:pt x="3558" y="382"/>
                  </a:lnTo>
                  <a:cubicBezTo>
                    <a:pt x="3714" y="221"/>
                    <a:pt x="3567" y="0"/>
                    <a:pt x="3399" y="0"/>
                  </a:cubicBezTo>
                  <a:cubicBezTo>
                    <a:pt x="3347" y="0"/>
                    <a:pt x="3294" y="21"/>
                    <a:pt x="3246" y="70"/>
                  </a:cubicBezTo>
                  <a:lnTo>
                    <a:pt x="1856" y="1460"/>
                  </a:lnTo>
                  <a:lnTo>
                    <a:pt x="466" y="70"/>
                  </a:lnTo>
                  <a:cubicBezTo>
                    <a:pt x="419" y="21"/>
                    <a:pt x="365" y="0"/>
                    <a:pt x="314" y="0"/>
                  </a:cubicBezTo>
                  <a:close/>
                </a:path>
              </a:pathLst>
            </a:custGeom>
            <a:solidFill>
              <a:srgbClr val="E6ECF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388" name="Google Shape;18388;p46"/>
            <p:cNvSpPr/>
            <p:nvPr/>
          </p:nvSpPr>
          <p:spPr>
            <a:xfrm>
              <a:off x="6180075" y="3660375"/>
              <a:ext cx="96946" cy="52093"/>
            </a:xfrm>
            <a:custGeom>
              <a:rect b="b" l="l" r="r" t="t"/>
              <a:pathLst>
                <a:path extrusionOk="0" h="1986" w="3696">
                  <a:moveTo>
                    <a:pt x="1858" y="0"/>
                  </a:moveTo>
                  <a:cubicBezTo>
                    <a:pt x="1802" y="0"/>
                    <a:pt x="1746" y="23"/>
                    <a:pt x="1702" y="67"/>
                  </a:cubicBezTo>
                  <a:lnTo>
                    <a:pt x="163" y="1606"/>
                  </a:lnTo>
                  <a:cubicBezTo>
                    <a:pt x="1" y="1763"/>
                    <a:pt x="149" y="1984"/>
                    <a:pt x="322" y="1984"/>
                  </a:cubicBezTo>
                  <a:cubicBezTo>
                    <a:pt x="373" y="1984"/>
                    <a:pt x="427" y="1964"/>
                    <a:pt x="475" y="1918"/>
                  </a:cubicBezTo>
                  <a:lnTo>
                    <a:pt x="1858" y="528"/>
                  </a:lnTo>
                  <a:lnTo>
                    <a:pt x="3248" y="1918"/>
                  </a:lnTo>
                  <a:cubicBezTo>
                    <a:pt x="3289" y="1958"/>
                    <a:pt x="3343" y="1979"/>
                    <a:pt x="3404" y="1979"/>
                  </a:cubicBezTo>
                  <a:lnTo>
                    <a:pt x="3404" y="1985"/>
                  </a:lnTo>
                  <a:cubicBezTo>
                    <a:pt x="3601" y="1985"/>
                    <a:pt x="3696" y="1748"/>
                    <a:pt x="3560" y="1606"/>
                  </a:cubicBezTo>
                  <a:lnTo>
                    <a:pt x="2014" y="67"/>
                  </a:lnTo>
                  <a:cubicBezTo>
                    <a:pt x="1970" y="23"/>
                    <a:pt x="1914" y="0"/>
                    <a:pt x="1858" y="0"/>
                  </a:cubicBezTo>
                  <a:close/>
                </a:path>
              </a:pathLst>
            </a:custGeom>
            <a:solidFill>
              <a:srgbClr val="E6ECF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389" name="Google Shape;18389;p46"/>
            <p:cNvSpPr/>
            <p:nvPr/>
          </p:nvSpPr>
          <p:spPr>
            <a:xfrm>
              <a:off x="6338190" y="3503939"/>
              <a:ext cx="55109" cy="92749"/>
            </a:xfrm>
            <a:custGeom>
              <a:rect b="b" l="l" r="r" t="t"/>
              <a:pathLst>
                <a:path extrusionOk="0" h="3536" w="2101">
                  <a:moveTo>
                    <a:pt x="1784" y="1"/>
                  </a:moveTo>
                  <a:cubicBezTo>
                    <a:pt x="1732" y="1"/>
                    <a:pt x="1677" y="21"/>
                    <a:pt x="1628" y="70"/>
                  </a:cubicBezTo>
                  <a:lnTo>
                    <a:pt x="82" y="1616"/>
                  </a:lnTo>
                  <a:cubicBezTo>
                    <a:pt x="0" y="1698"/>
                    <a:pt x="0" y="1840"/>
                    <a:pt x="82" y="1928"/>
                  </a:cubicBezTo>
                  <a:lnTo>
                    <a:pt x="1628" y="3468"/>
                  </a:lnTo>
                  <a:cubicBezTo>
                    <a:pt x="1668" y="3508"/>
                    <a:pt x="1723" y="3535"/>
                    <a:pt x="1784" y="3535"/>
                  </a:cubicBezTo>
                  <a:cubicBezTo>
                    <a:pt x="1980" y="3535"/>
                    <a:pt x="2082" y="3298"/>
                    <a:pt x="1940" y="3156"/>
                  </a:cubicBezTo>
                  <a:lnTo>
                    <a:pt x="550" y="1772"/>
                  </a:lnTo>
                  <a:lnTo>
                    <a:pt x="1940" y="382"/>
                  </a:lnTo>
                  <a:cubicBezTo>
                    <a:pt x="2101" y="221"/>
                    <a:pt x="1955" y="1"/>
                    <a:pt x="1784" y="1"/>
                  </a:cubicBezTo>
                  <a:close/>
                </a:path>
              </a:pathLst>
            </a:custGeom>
            <a:solidFill>
              <a:srgbClr val="E6ECF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390" name="Google Shape;18390;p46"/>
            <p:cNvSpPr/>
            <p:nvPr/>
          </p:nvSpPr>
          <p:spPr>
            <a:xfrm>
              <a:off x="6064506" y="3503939"/>
              <a:ext cx="55109" cy="92749"/>
            </a:xfrm>
            <a:custGeom>
              <a:rect b="b" l="l" r="r" t="t"/>
              <a:pathLst>
                <a:path extrusionOk="0" h="3536" w="2101">
                  <a:moveTo>
                    <a:pt x="314" y="1"/>
                  </a:moveTo>
                  <a:cubicBezTo>
                    <a:pt x="146" y="1"/>
                    <a:pt x="1" y="221"/>
                    <a:pt x="162" y="382"/>
                  </a:cubicBezTo>
                  <a:lnTo>
                    <a:pt x="1545" y="1772"/>
                  </a:lnTo>
                  <a:lnTo>
                    <a:pt x="155" y="3156"/>
                  </a:lnTo>
                  <a:cubicBezTo>
                    <a:pt x="19" y="3298"/>
                    <a:pt x="114" y="3535"/>
                    <a:pt x="311" y="3535"/>
                  </a:cubicBezTo>
                  <a:cubicBezTo>
                    <a:pt x="372" y="3535"/>
                    <a:pt x="426" y="3508"/>
                    <a:pt x="467" y="3468"/>
                  </a:cubicBezTo>
                  <a:lnTo>
                    <a:pt x="2013" y="1928"/>
                  </a:lnTo>
                  <a:cubicBezTo>
                    <a:pt x="2101" y="1840"/>
                    <a:pt x="2101" y="1698"/>
                    <a:pt x="2013" y="1616"/>
                  </a:cubicBezTo>
                  <a:lnTo>
                    <a:pt x="467" y="70"/>
                  </a:lnTo>
                  <a:cubicBezTo>
                    <a:pt x="419" y="21"/>
                    <a:pt x="366" y="1"/>
                    <a:pt x="314" y="1"/>
                  </a:cubicBezTo>
                  <a:close/>
                </a:path>
              </a:pathLst>
            </a:custGeom>
            <a:solidFill>
              <a:srgbClr val="E6ECF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391" name="Google Shape;18391;p46"/>
            <p:cNvSpPr/>
            <p:nvPr/>
          </p:nvSpPr>
          <p:spPr>
            <a:xfrm>
              <a:off x="6304746" y="3626355"/>
              <a:ext cx="70821" cy="68854"/>
            </a:xfrm>
            <a:custGeom>
              <a:rect b="b" l="l" r="r" t="t"/>
              <a:pathLst>
                <a:path extrusionOk="0" h="2625" w="2700">
                  <a:moveTo>
                    <a:pt x="224" y="1"/>
                  </a:moveTo>
                  <a:cubicBezTo>
                    <a:pt x="102" y="1"/>
                    <a:pt x="7" y="102"/>
                    <a:pt x="7" y="224"/>
                  </a:cubicBezTo>
                  <a:lnTo>
                    <a:pt x="7" y="2401"/>
                  </a:lnTo>
                  <a:cubicBezTo>
                    <a:pt x="1" y="2523"/>
                    <a:pt x="102" y="2625"/>
                    <a:pt x="224" y="2625"/>
                  </a:cubicBezTo>
                  <a:cubicBezTo>
                    <a:pt x="346" y="2625"/>
                    <a:pt x="448" y="2523"/>
                    <a:pt x="448" y="2401"/>
                  </a:cubicBezTo>
                  <a:lnTo>
                    <a:pt x="448" y="441"/>
                  </a:lnTo>
                  <a:lnTo>
                    <a:pt x="2408" y="441"/>
                  </a:lnTo>
                  <a:cubicBezTo>
                    <a:pt x="2699" y="441"/>
                    <a:pt x="2699" y="1"/>
                    <a:pt x="2408" y="1"/>
                  </a:cubicBezTo>
                  <a:close/>
                </a:path>
              </a:pathLst>
            </a:custGeom>
            <a:solidFill>
              <a:srgbClr val="E6ECF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392" name="Google Shape;18392;p46"/>
            <p:cNvSpPr/>
            <p:nvPr/>
          </p:nvSpPr>
          <p:spPr>
            <a:xfrm>
              <a:off x="6082080" y="3405603"/>
              <a:ext cx="70795" cy="68723"/>
            </a:xfrm>
            <a:custGeom>
              <a:rect b="b" l="l" r="r" t="t"/>
              <a:pathLst>
                <a:path extrusionOk="0" h="2620" w="2699">
                  <a:moveTo>
                    <a:pt x="2478" y="0"/>
                  </a:moveTo>
                  <a:cubicBezTo>
                    <a:pt x="2368" y="0"/>
                    <a:pt x="2258" y="73"/>
                    <a:pt x="2258" y="219"/>
                  </a:cubicBezTo>
                  <a:lnTo>
                    <a:pt x="2258" y="2179"/>
                  </a:lnTo>
                  <a:lnTo>
                    <a:pt x="299" y="2179"/>
                  </a:lnTo>
                  <a:cubicBezTo>
                    <a:pt x="0" y="2179"/>
                    <a:pt x="0" y="2619"/>
                    <a:pt x="299" y="2619"/>
                  </a:cubicBezTo>
                  <a:lnTo>
                    <a:pt x="2475" y="2619"/>
                  </a:lnTo>
                  <a:cubicBezTo>
                    <a:pt x="2597" y="2619"/>
                    <a:pt x="2699" y="2524"/>
                    <a:pt x="2699" y="2402"/>
                  </a:cubicBezTo>
                  <a:lnTo>
                    <a:pt x="2699" y="219"/>
                  </a:lnTo>
                  <a:cubicBezTo>
                    <a:pt x="2699" y="73"/>
                    <a:pt x="2589" y="0"/>
                    <a:pt x="2478" y="0"/>
                  </a:cubicBezTo>
                  <a:close/>
                </a:path>
              </a:pathLst>
            </a:custGeom>
            <a:solidFill>
              <a:srgbClr val="E6ECF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393" name="Google Shape;18393;p46"/>
            <p:cNvSpPr/>
            <p:nvPr/>
          </p:nvSpPr>
          <p:spPr>
            <a:xfrm>
              <a:off x="6041869" y="3365392"/>
              <a:ext cx="373882" cy="370053"/>
            </a:xfrm>
            <a:custGeom>
              <a:rect b="b" l="l" r="r" t="t"/>
              <a:pathLst>
                <a:path extrusionOk="0" h="14108" w="14254">
                  <a:moveTo>
                    <a:pt x="7131" y="1"/>
                  </a:moveTo>
                  <a:cubicBezTo>
                    <a:pt x="7020" y="1"/>
                    <a:pt x="6910" y="74"/>
                    <a:pt x="6910" y="220"/>
                  </a:cubicBezTo>
                  <a:lnTo>
                    <a:pt x="6910" y="6519"/>
                  </a:lnTo>
                  <a:lnTo>
                    <a:pt x="2455" y="2064"/>
                  </a:lnTo>
                  <a:cubicBezTo>
                    <a:pt x="2406" y="2015"/>
                    <a:pt x="2351" y="1994"/>
                    <a:pt x="2299" y="1994"/>
                  </a:cubicBezTo>
                  <a:cubicBezTo>
                    <a:pt x="2128" y="1994"/>
                    <a:pt x="1982" y="2215"/>
                    <a:pt x="2143" y="2376"/>
                  </a:cubicBezTo>
                  <a:lnTo>
                    <a:pt x="6598" y="6831"/>
                  </a:lnTo>
                  <a:lnTo>
                    <a:pt x="292" y="6831"/>
                  </a:lnTo>
                  <a:cubicBezTo>
                    <a:pt x="1" y="6831"/>
                    <a:pt x="1" y="7271"/>
                    <a:pt x="292" y="7271"/>
                  </a:cubicBezTo>
                  <a:lnTo>
                    <a:pt x="6598" y="7271"/>
                  </a:lnTo>
                  <a:lnTo>
                    <a:pt x="2143" y="11726"/>
                  </a:lnTo>
                  <a:cubicBezTo>
                    <a:pt x="1982" y="11887"/>
                    <a:pt x="2128" y="12108"/>
                    <a:pt x="2299" y="12108"/>
                  </a:cubicBezTo>
                  <a:cubicBezTo>
                    <a:pt x="2351" y="12108"/>
                    <a:pt x="2406" y="12087"/>
                    <a:pt x="2455" y="12038"/>
                  </a:cubicBezTo>
                  <a:lnTo>
                    <a:pt x="6910" y="7583"/>
                  </a:lnTo>
                  <a:lnTo>
                    <a:pt x="6910" y="13889"/>
                  </a:lnTo>
                  <a:cubicBezTo>
                    <a:pt x="6910" y="14035"/>
                    <a:pt x="7020" y="14108"/>
                    <a:pt x="7131" y="14108"/>
                  </a:cubicBezTo>
                  <a:cubicBezTo>
                    <a:pt x="7241" y="14108"/>
                    <a:pt x="7351" y="14035"/>
                    <a:pt x="7351" y="13889"/>
                  </a:cubicBezTo>
                  <a:lnTo>
                    <a:pt x="7351" y="7583"/>
                  </a:lnTo>
                  <a:lnTo>
                    <a:pt x="11806" y="12038"/>
                  </a:lnTo>
                  <a:cubicBezTo>
                    <a:pt x="11853" y="12087"/>
                    <a:pt x="11907" y="12108"/>
                    <a:pt x="11958" y="12108"/>
                  </a:cubicBezTo>
                  <a:cubicBezTo>
                    <a:pt x="12127" y="12108"/>
                    <a:pt x="12274" y="11887"/>
                    <a:pt x="12118" y="11726"/>
                  </a:cubicBezTo>
                  <a:lnTo>
                    <a:pt x="7663" y="7271"/>
                  </a:lnTo>
                  <a:lnTo>
                    <a:pt x="13962" y="7271"/>
                  </a:lnTo>
                  <a:cubicBezTo>
                    <a:pt x="14254" y="7271"/>
                    <a:pt x="14254" y="6831"/>
                    <a:pt x="13962" y="6831"/>
                  </a:cubicBezTo>
                  <a:lnTo>
                    <a:pt x="7663" y="6831"/>
                  </a:lnTo>
                  <a:lnTo>
                    <a:pt x="12118" y="2376"/>
                  </a:lnTo>
                  <a:cubicBezTo>
                    <a:pt x="12274" y="2215"/>
                    <a:pt x="12127" y="1994"/>
                    <a:pt x="11958" y="1994"/>
                  </a:cubicBezTo>
                  <a:cubicBezTo>
                    <a:pt x="11907" y="1994"/>
                    <a:pt x="11853" y="2015"/>
                    <a:pt x="11806" y="2064"/>
                  </a:cubicBezTo>
                  <a:lnTo>
                    <a:pt x="7351" y="6519"/>
                  </a:lnTo>
                  <a:lnTo>
                    <a:pt x="7351" y="220"/>
                  </a:lnTo>
                  <a:cubicBezTo>
                    <a:pt x="7351" y="74"/>
                    <a:pt x="7241" y="1"/>
                    <a:pt x="7131" y="1"/>
                  </a:cubicBezTo>
                  <a:close/>
                </a:path>
              </a:pathLst>
            </a:custGeom>
            <a:solidFill>
              <a:srgbClr val="B5BFC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394" name="Google Shape;18394;p46"/>
            <p:cNvSpPr/>
            <p:nvPr/>
          </p:nvSpPr>
          <p:spPr>
            <a:xfrm>
              <a:off x="6141832" y="3463755"/>
              <a:ext cx="173957" cy="173302"/>
            </a:xfrm>
            <a:custGeom>
              <a:rect b="b" l="l" r="r" t="t"/>
              <a:pathLst>
                <a:path extrusionOk="0" h="6607" w="6632">
                  <a:moveTo>
                    <a:pt x="3316" y="457"/>
                  </a:moveTo>
                  <a:lnTo>
                    <a:pt x="5330" y="1291"/>
                  </a:lnTo>
                  <a:lnTo>
                    <a:pt x="6164" y="3304"/>
                  </a:lnTo>
                  <a:lnTo>
                    <a:pt x="5330" y="5318"/>
                  </a:lnTo>
                  <a:lnTo>
                    <a:pt x="3316" y="6152"/>
                  </a:lnTo>
                  <a:lnTo>
                    <a:pt x="1302" y="5318"/>
                  </a:lnTo>
                  <a:lnTo>
                    <a:pt x="468" y="3304"/>
                  </a:lnTo>
                  <a:lnTo>
                    <a:pt x="1302" y="1291"/>
                  </a:lnTo>
                  <a:lnTo>
                    <a:pt x="3316" y="457"/>
                  </a:lnTo>
                  <a:close/>
                  <a:moveTo>
                    <a:pt x="3320" y="1"/>
                  </a:moveTo>
                  <a:cubicBezTo>
                    <a:pt x="3291" y="1"/>
                    <a:pt x="3262" y="6"/>
                    <a:pt x="3235" y="16"/>
                  </a:cubicBezTo>
                  <a:lnTo>
                    <a:pt x="1051" y="911"/>
                  </a:lnTo>
                  <a:cubicBezTo>
                    <a:pt x="997" y="938"/>
                    <a:pt x="957" y="979"/>
                    <a:pt x="929" y="1033"/>
                  </a:cubicBezTo>
                  <a:lnTo>
                    <a:pt x="28" y="3216"/>
                  </a:lnTo>
                  <a:cubicBezTo>
                    <a:pt x="0" y="3270"/>
                    <a:pt x="0" y="3332"/>
                    <a:pt x="28" y="3386"/>
                  </a:cubicBezTo>
                  <a:lnTo>
                    <a:pt x="929" y="5569"/>
                  </a:lnTo>
                  <a:cubicBezTo>
                    <a:pt x="950" y="5623"/>
                    <a:pt x="997" y="5664"/>
                    <a:pt x="1051" y="5691"/>
                  </a:cubicBezTo>
                  <a:lnTo>
                    <a:pt x="3235" y="6593"/>
                  </a:lnTo>
                  <a:cubicBezTo>
                    <a:pt x="3262" y="6607"/>
                    <a:pt x="3289" y="6607"/>
                    <a:pt x="3316" y="6607"/>
                  </a:cubicBezTo>
                  <a:cubicBezTo>
                    <a:pt x="3343" y="6607"/>
                    <a:pt x="3370" y="6600"/>
                    <a:pt x="3398" y="6593"/>
                  </a:cubicBezTo>
                  <a:lnTo>
                    <a:pt x="5588" y="5691"/>
                  </a:lnTo>
                  <a:cubicBezTo>
                    <a:pt x="5642" y="5671"/>
                    <a:pt x="5683" y="5630"/>
                    <a:pt x="5703" y="5576"/>
                  </a:cubicBezTo>
                  <a:lnTo>
                    <a:pt x="6612" y="3393"/>
                  </a:lnTo>
                  <a:cubicBezTo>
                    <a:pt x="6632" y="3338"/>
                    <a:pt x="6632" y="3277"/>
                    <a:pt x="6612" y="3223"/>
                  </a:cubicBezTo>
                  <a:lnTo>
                    <a:pt x="5703" y="1040"/>
                  </a:lnTo>
                  <a:cubicBezTo>
                    <a:pt x="5683" y="985"/>
                    <a:pt x="5642" y="945"/>
                    <a:pt x="5588" y="918"/>
                  </a:cubicBezTo>
                  <a:lnTo>
                    <a:pt x="3404" y="16"/>
                  </a:lnTo>
                  <a:cubicBezTo>
                    <a:pt x="3377" y="6"/>
                    <a:pt x="3348" y="1"/>
                    <a:pt x="3320" y="1"/>
                  </a:cubicBezTo>
                  <a:close/>
                </a:path>
              </a:pathLst>
            </a:custGeom>
            <a:solidFill>
              <a:srgbClr val="7F92A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8395" name="Google Shape;18395;p46"/>
          <p:cNvGrpSpPr/>
          <p:nvPr/>
        </p:nvGrpSpPr>
        <p:grpSpPr>
          <a:xfrm>
            <a:off x="4684309" y="2087493"/>
            <a:ext cx="374748" cy="279140"/>
            <a:chOff x="4684309" y="2087493"/>
            <a:chExt cx="374748" cy="279140"/>
          </a:xfrm>
        </p:grpSpPr>
        <p:sp>
          <p:nvSpPr>
            <p:cNvPr id="18396" name="Google Shape;18396;p46"/>
            <p:cNvSpPr/>
            <p:nvPr/>
          </p:nvSpPr>
          <p:spPr>
            <a:xfrm>
              <a:off x="4994977" y="2140268"/>
              <a:ext cx="64080" cy="144029"/>
            </a:xfrm>
            <a:custGeom>
              <a:rect b="b" l="l" r="r" t="t"/>
              <a:pathLst>
                <a:path extrusionOk="0" h="5491" w="2443">
                  <a:moveTo>
                    <a:pt x="457" y="1"/>
                  </a:moveTo>
                  <a:cubicBezTo>
                    <a:pt x="394" y="1"/>
                    <a:pt x="332" y="7"/>
                    <a:pt x="273" y="19"/>
                  </a:cubicBezTo>
                  <a:cubicBezTo>
                    <a:pt x="0" y="76"/>
                    <a:pt x="66" y="465"/>
                    <a:pt x="314" y="465"/>
                  </a:cubicBezTo>
                  <a:cubicBezTo>
                    <a:pt x="331" y="465"/>
                    <a:pt x="349" y="463"/>
                    <a:pt x="368" y="459"/>
                  </a:cubicBezTo>
                  <a:cubicBezTo>
                    <a:pt x="399" y="452"/>
                    <a:pt x="432" y="448"/>
                    <a:pt x="469" y="448"/>
                  </a:cubicBezTo>
                  <a:cubicBezTo>
                    <a:pt x="705" y="448"/>
                    <a:pt x="1046" y="602"/>
                    <a:pt x="1311" y="914"/>
                  </a:cubicBezTo>
                  <a:cubicBezTo>
                    <a:pt x="1568" y="1219"/>
                    <a:pt x="1941" y="1910"/>
                    <a:pt x="1480" y="3097"/>
                  </a:cubicBezTo>
                  <a:cubicBezTo>
                    <a:pt x="999" y="4351"/>
                    <a:pt x="1860" y="5368"/>
                    <a:pt x="1900" y="5409"/>
                  </a:cubicBezTo>
                  <a:cubicBezTo>
                    <a:pt x="1941" y="5463"/>
                    <a:pt x="2002" y="5490"/>
                    <a:pt x="2070" y="5490"/>
                  </a:cubicBezTo>
                  <a:cubicBezTo>
                    <a:pt x="2260" y="5490"/>
                    <a:pt x="2368" y="5260"/>
                    <a:pt x="2239" y="5118"/>
                  </a:cubicBezTo>
                  <a:cubicBezTo>
                    <a:pt x="2233" y="5111"/>
                    <a:pt x="1514" y="4263"/>
                    <a:pt x="1900" y="3260"/>
                  </a:cubicBezTo>
                  <a:cubicBezTo>
                    <a:pt x="2443" y="1856"/>
                    <a:pt x="1975" y="1009"/>
                    <a:pt x="1650" y="622"/>
                  </a:cubicBezTo>
                  <a:cubicBezTo>
                    <a:pt x="1327" y="235"/>
                    <a:pt x="859" y="1"/>
                    <a:pt x="457" y="1"/>
                  </a:cubicBezTo>
                  <a:close/>
                </a:path>
              </a:pathLst>
            </a:custGeom>
            <a:solidFill>
              <a:srgbClr val="697D9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397" name="Google Shape;18397;p46"/>
            <p:cNvSpPr/>
            <p:nvPr/>
          </p:nvSpPr>
          <p:spPr>
            <a:xfrm>
              <a:off x="4684309" y="2118707"/>
              <a:ext cx="342931" cy="247926"/>
            </a:xfrm>
            <a:custGeom>
              <a:rect b="b" l="l" r="r" t="t"/>
              <a:pathLst>
                <a:path extrusionOk="0" h="9452" w="13074">
                  <a:moveTo>
                    <a:pt x="3031" y="1"/>
                  </a:moveTo>
                  <a:cubicBezTo>
                    <a:pt x="2604" y="1"/>
                    <a:pt x="2185" y="174"/>
                    <a:pt x="1878" y="495"/>
                  </a:cubicBezTo>
                  <a:lnTo>
                    <a:pt x="149" y="2305"/>
                  </a:lnTo>
                  <a:cubicBezTo>
                    <a:pt x="41" y="2420"/>
                    <a:pt x="0" y="2576"/>
                    <a:pt x="41" y="2732"/>
                  </a:cubicBezTo>
                  <a:lnTo>
                    <a:pt x="142" y="3119"/>
                  </a:lnTo>
                  <a:cubicBezTo>
                    <a:pt x="197" y="3322"/>
                    <a:pt x="380" y="3458"/>
                    <a:pt x="590" y="3458"/>
                  </a:cubicBezTo>
                  <a:cubicBezTo>
                    <a:pt x="1126" y="3458"/>
                    <a:pt x="1661" y="3397"/>
                    <a:pt x="2183" y="3288"/>
                  </a:cubicBezTo>
                  <a:cubicBezTo>
                    <a:pt x="3167" y="4746"/>
                    <a:pt x="4645" y="5614"/>
                    <a:pt x="4645" y="5614"/>
                  </a:cubicBezTo>
                  <a:lnTo>
                    <a:pt x="4672" y="8557"/>
                  </a:lnTo>
                  <a:lnTo>
                    <a:pt x="4014" y="8720"/>
                  </a:lnTo>
                  <a:cubicBezTo>
                    <a:pt x="3865" y="8753"/>
                    <a:pt x="3743" y="8869"/>
                    <a:pt x="3696" y="9011"/>
                  </a:cubicBezTo>
                  <a:lnTo>
                    <a:pt x="3634" y="9208"/>
                  </a:lnTo>
                  <a:cubicBezTo>
                    <a:pt x="3594" y="9323"/>
                    <a:pt x="3682" y="9452"/>
                    <a:pt x="3811" y="9452"/>
                  </a:cubicBezTo>
                  <a:lnTo>
                    <a:pt x="4658" y="9452"/>
                  </a:lnTo>
                  <a:cubicBezTo>
                    <a:pt x="4808" y="9452"/>
                    <a:pt x="4950" y="9377"/>
                    <a:pt x="5031" y="9248"/>
                  </a:cubicBezTo>
                  <a:lnTo>
                    <a:pt x="5262" y="8903"/>
                  </a:lnTo>
                  <a:cubicBezTo>
                    <a:pt x="5316" y="8821"/>
                    <a:pt x="5357" y="8726"/>
                    <a:pt x="5370" y="8631"/>
                  </a:cubicBezTo>
                  <a:lnTo>
                    <a:pt x="5825" y="5960"/>
                  </a:lnTo>
                  <a:cubicBezTo>
                    <a:pt x="6427" y="6210"/>
                    <a:pt x="7097" y="6317"/>
                    <a:pt x="7782" y="6317"/>
                  </a:cubicBezTo>
                  <a:cubicBezTo>
                    <a:pt x="9009" y="6317"/>
                    <a:pt x="10284" y="5975"/>
                    <a:pt x="11310" y="5506"/>
                  </a:cubicBezTo>
                  <a:lnTo>
                    <a:pt x="12205" y="7208"/>
                  </a:lnTo>
                  <a:lnTo>
                    <a:pt x="12205" y="8509"/>
                  </a:lnTo>
                  <a:lnTo>
                    <a:pt x="11663" y="8706"/>
                  </a:lnTo>
                  <a:cubicBezTo>
                    <a:pt x="11527" y="8753"/>
                    <a:pt x="11425" y="8855"/>
                    <a:pt x="11378" y="8991"/>
                  </a:cubicBezTo>
                  <a:lnTo>
                    <a:pt x="11310" y="9201"/>
                  </a:lnTo>
                  <a:cubicBezTo>
                    <a:pt x="11269" y="9323"/>
                    <a:pt x="11358" y="9452"/>
                    <a:pt x="11486" y="9452"/>
                  </a:cubicBezTo>
                  <a:lnTo>
                    <a:pt x="12273" y="9452"/>
                  </a:lnTo>
                  <a:cubicBezTo>
                    <a:pt x="12456" y="9452"/>
                    <a:pt x="12612" y="9343"/>
                    <a:pt x="12687" y="9181"/>
                  </a:cubicBezTo>
                  <a:lnTo>
                    <a:pt x="12924" y="8625"/>
                  </a:lnTo>
                  <a:cubicBezTo>
                    <a:pt x="12985" y="8489"/>
                    <a:pt x="13019" y="8333"/>
                    <a:pt x="13019" y="8184"/>
                  </a:cubicBezTo>
                  <a:lnTo>
                    <a:pt x="13019" y="6713"/>
                  </a:lnTo>
                  <a:cubicBezTo>
                    <a:pt x="13019" y="6597"/>
                    <a:pt x="12999" y="6489"/>
                    <a:pt x="12951" y="6380"/>
                  </a:cubicBezTo>
                  <a:cubicBezTo>
                    <a:pt x="12829" y="6068"/>
                    <a:pt x="12571" y="5329"/>
                    <a:pt x="12571" y="4651"/>
                  </a:cubicBezTo>
                  <a:cubicBezTo>
                    <a:pt x="12571" y="3844"/>
                    <a:pt x="13073" y="3607"/>
                    <a:pt x="13019" y="2542"/>
                  </a:cubicBezTo>
                  <a:cubicBezTo>
                    <a:pt x="12992" y="2095"/>
                    <a:pt x="12626" y="881"/>
                    <a:pt x="11588" y="542"/>
                  </a:cubicBezTo>
                  <a:cubicBezTo>
                    <a:pt x="11304" y="450"/>
                    <a:pt x="11006" y="416"/>
                    <a:pt x="10687" y="416"/>
                  </a:cubicBezTo>
                  <a:cubicBezTo>
                    <a:pt x="9700" y="416"/>
                    <a:pt x="8513" y="747"/>
                    <a:pt x="6933" y="747"/>
                  </a:cubicBezTo>
                  <a:cubicBezTo>
                    <a:pt x="6267" y="747"/>
                    <a:pt x="5532" y="689"/>
                    <a:pt x="4713" y="522"/>
                  </a:cubicBezTo>
                  <a:lnTo>
                    <a:pt x="3587" y="101"/>
                  </a:lnTo>
                  <a:cubicBezTo>
                    <a:pt x="3406" y="34"/>
                    <a:pt x="3218" y="1"/>
                    <a:pt x="3031" y="1"/>
                  </a:cubicBezTo>
                  <a:close/>
                </a:path>
              </a:pathLst>
            </a:custGeom>
            <a:solidFill>
              <a:srgbClr val="7D8F9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398" name="Google Shape;18398;p46"/>
            <p:cNvSpPr/>
            <p:nvPr/>
          </p:nvSpPr>
          <p:spPr>
            <a:xfrm>
              <a:off x="4716494" y="2087493"/>
              <a:ext cx="48762" cy="52198"/>
            </a:xfrm>
            <a:custGeom>
              <a:rect b="b" l="l" r="r" t="t"/>
              <a:pathLst>
                <a:path extrusionOk="0" h="1990" w="1859">
                  <a:moveTo>
                    <a:pt x="162" y="1"/>
                  </a:moveTo>
                  <a:cubicBezTo>
                    <a:pt x="115" y="1"/>
                    <a:pt x="69" y="32"/>
                    <a:pt x="61" y="91"/>
                  </a:cubicBezTo>
                  <a:cubicBezTo>
                    <a:pt x="0" y="654"/>
                    <a:pt x="89" y="1597"/>
                    <a:pt x="1255" y="1976"/>
                  </a:cubicBezTo>
                  <a:cubicBezTo>
                    <a:pt x="1281" y="1985"/>
                    <a:pt x="1309" y="1990"/>
                    <a:pt x="1337" y="1990"/>
                  </a:cubicBezTo>
                  <a:cubicBezTo>
                    <a:pt x="1395" y="1990"/>
                    <a:pt x="1453" y="1970"/>
                    <a:pt x="1499" y="1929"/>
                  </a:cubicBezTo>
                  <a:cubicBezTo>
                    <a:pt x="1648" y="1814"/>
                    <a:pt x="1763" y="1651"/>
                    <a:pt x="1824" y="1475"/>
                  </a:cubicBezTo>
                  <a:cubicBezTo>
                    <a:pt x="1858" y="1325"/>
                    <a:pt x="1770" y="1176"/>
                    <a:pt x="1621" y="1142"/>
                  </a:cubicBezTo>
                  <a:cubicBezTo>
                    <a:pt x="1112" y="1020"/>
                    <a:pt x="529" y="702"/>
                    <a:pt x="258" y="64"/>
                  </a:cubicBezTo>
                  <a:cubicBezTo>
                    <a:pt x="240" y="21"/>
                    <a:pt x="201" y="1"/>
                    <a:pt x="162" y="1"/>
                  </a:cubicBezTo>
                  <a:close/>
                </a:path>
              </a:pathLst>
            </a:custGeom>
            <a:solidFill>
              <a:srgbClr val="D7E1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399" name="Google Shape;18399;p46"/>
            <p:cNvSpPr/>
            <p:nvPr/>
          </p:nvSpPr>
          <p:spPr>
            <a:xfrm>
              <a:off x="4759721" y="2118681"/>
              <a:ext cx="36827" cy="23948"/>
            </a:xfrm>
            <a:custGeom>
              <a:rect b="b" l="l" r="r" t="t"/>
              <a:pathLst>
                <a:path extrusionOk="0" h="913" w="1404">
                  <a:moveTo>
                    <a:pt x="193" y="0"/>
                  </a:moveTo>
                  <a:cubicBezTo>
                    <a:pt x="89" y="0"/>
                    <a:pt x="0" y="93"/>
                    <a:pt x="7" y="197"/>
                  </a:cubicBezTo>
                  <a:lnTo>
                    <a:pt x="27" y="530"/>
                  </a:lnTo>
                  <a:cubicBezTo>
                    <a:pt x="33" y="745"/>
                    <a:pt x="218" y="912"/>
                    <a:pt x="424" y="912"/>
                  </a:cubicBezTo>
                  <a:cubicBezTo>
                    <a:pt x="452" y="912"/>
                    <a:pt x="480" y="909"/>
                    <a:pt x="509" y="903"/>
                  </a:cubicBezTo>
                  <a:cubicBezTo>
                    <a:pt x="807" y="848"/>
                    <a:pt x="1173" y="713"/>
                    <a:pt x="1356" y="414"/>
                  </a:cubicBezTo>
                  <a:cubicBezTo>
                    <a:pt x="1404" y="340"/>
                    <a:pt x="1370" y="238"/>
                    <a:pt x="1288" y="204"/>
                  </a:cubicBezTo>
                  <a:cubicBezTo>
                    <a:pt x="936" y="75"/>
                    <a:pt x="570" y="8"/>
                    <a:pt x="203" y="1"/>
                  </a:cubicBezTo>
                  <a:cubicBezTo>
                    <a:pt x="200" y="1"/>
                    <a:pt x="196" y="0"/>
                    <a:pt x="193" y="0"/>
                  </a:cubicBezTo>
                  <a:close/>
                </a:path>
              </a:pathLst>
            </a:custGeom>
            <a:solidFill>
              <a:srgbClr val="697D9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400" name="Google Shape;18400;p46"/>
            <p:cNvSpPr/>
            <p:nvPr/>
          </p:nvSpPr>
          <p:spPr>
            <a:xfrm>
              <a:off x="4778554" y="2342973"/>
              <a:ext cx="43620" cy="23502"/>
            </a:xfrm>
            <a:custGeom>
              <a:rect b="b" l="l" r="r" t="t"/>
              <a:pathLst>
                <a:path extrusionOk="0" h="896" w="1663">
                  <a:moveTo>
                    <a:pt x="1079" y="0"/>
                  </a:moveTo>
                  <a:lnTo>
                    <a:pt x="428" y="163"/>
                  </a:lnTo>
                  <a:cubicBezTo>
                    <a:pt x="279" y="203"/>
                    <a:pt x="157" y="312"/>
                    <a:pt x="109" y="461"/>
                  </a:cubicBezTo>
                  <a:lnTo>
                    <a:pt x="41" y="651"/>
                  </a:lnTo>
                  <a:cubicBezTo>
                    <a:pt x="1" y="773"/>
                    <a:pt x="96" y="895"/>
                    <a:pt x="225" y="895"/>
                  </a:cubicBezTo>
                  <a:lnTo>
                    <a:pt x="1072" y="895"/>
                  </a:lnTo>
                  <a:cubicBezTo>
                    <a:pt x="1221" y="895"/>
                    <a:pt x="1357" y="821"/>
                    <a:pt x="1445" y="698"/>
                  </a:cubicBezTo>
                  <a:lnTo>
                    <a:pt x="1662" y="366"/>
                  </a:lnTo>
                  <a:lnTo>
                    <a:pt x="1079" y="0"/>
                  </a:lnTo>
                  <a:close/>
                </a:path>
              </a:pathLst>
            </a:custGeom>
            <a:solidFill>
              <a:srgbClr val="203B5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401" name="Google Shape;18401;p46"/>
            <p:cNvSpPr/>
            <p:nvPr/>
          </p:nvSpPr>
          <p:spPr>
            <a:xfrm>
              <a:off x="4979895" y="2341714"/>
              <a:ext cx="40211" cy="24761"/>
            </a:xfrm>
            <a:custGeom>
              <a:rect b="b" l="l" r="r" t="t"/>
              <a:pathLst>
                <a:path extrusionOk="0" h="944" w="1533">
                  <a:moveTo>
                    <a:pt x="943" y="1"/>
                  </a:moveTo>
                  <a:lnTo>
                    <a:pt x="394" y="204"/>
                  </a:lnTo>
                  <a:cubicBezTo>
                    <a:pt x="265" y="245"/>
                    <a:pt x="156" y="353"/>
                    <a:pt x="116" y="482"/>
                  </a:cubicBezTo>
                  <a:lnTo>
                    <a:pt x="41" y="699"/>
                  </a:lnTo>
                  <a:cubicBezTo>
                    <a:pt x="0" y="814"/>
                    <a:pt x="89" y="943"/>
                    <a:pt x="217" y="943"/>
                  </a:cubicBezTo>
                  <a:lnTo>
                    <a:pt x="1004" y="943"/>
                  </a:lnTo>
                  <a:cubicBezTo>
                    <a:pt x="1180" y="943"/>
                    <a:pt x="1343" y="835"/>
                    <a:pt x="1418" y="672"/>
                  </a:cubicBezTo>
                  <a:lnTo>
                    <a:pt x="1533" y="401"/>
                  </a:lnTo>
                  <a:lnTo>
                    <a:pt x="943" y="1"/>
                  </a:lnTo>
                  <a:close/>
                </a:path>
              </a:pathLst>
            </a:custGeom>
            <a:solidFill>
              <a:srgbClr val="203B5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402" name="Google Shape;18402;p46"/>
            <p:cNvSpPr/>
            <p:nvPr/>
          </p:nvSpPr>
          <p:spPr>
            <a:xfrm>
              <a:off x="4731969" y="2155140"/>
              <a:ext cx="11751" cy="11777"/>
            </a:xfrm>
            <a:custGeom>
              <a:rect b="b" l="l" r="r" t="t"/>
              <a:pathLst>
                <a:path extrusionOk="0" h="449" w="448">
                  <a:moveTo>
                    <a:pt x="224" y="1"/>
                  </a:moveTo>
                  <a:cubicBezTo>
                    <a:pt x="102" y="1"/>
                    <a:pt x="0" y="102"/>
                    <a:pt x="0" y="225"/>
                  </a:cubicBezTo>
                  <a:cubicBezTo>
                    <a:pt x="0" y="347"/>
                    <a:pt x="102" y="448"/>
                    <a:pt x="224" y="448"/>
                  </a:cubicBezTo>
                  <a:cubicBezTo>
                    <a:pt x="346" y="448"/>
                    <a:pt x="448" y="347"/>
                    <a:pt x="448" y="225"/>
                  </a:cubicBezTo>
                  <a:cubicBezTo>
                    <a:pt x="448" y="102"/>
                    <a:pt x="346" y="1"/>
                    <a:pt x="224" y="1"/>
                  </a:cubicBezTo>
                  <a:close/>
                </a:path>
              </a:pathLst>
            </a:custGeom>
            <a:solidFill>
              <a:srgbClr val="203B5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403" name="Google Shape;18403;p46"/>
            <p:cNvSpPr/>
            <p:nvPr/>
          </p:nvSpPr>
          <p:spPr>
            <a:xfrm>
              <a:off x="4741569" y="2191311"/>
              <a:ext cx="64578" cy="74493"/>
            </a:xfrm>
            <a:custGeom>
              <a:rect b="b" l="l" r="r" t="t"/>
              <a:pathLst>
                <a:path extrusionOk="0" h="2840" w="2462">
                  <a:moveTo>
                    <a:pt x="894" y="0"/>
                  </a:moveTo>
                  <a:cubicBezTo>
                    <a:pt x="834" y="0"/>
                    <a:pt x="773" y="22"/>
                    <a:pt x="726" y="66"/>
                  </a:cubicBezTo>
                  <a:cubicBezTo>
                    <a:pt x="523" y="269"/>
                    <a:pt x="272" y="419"/>
                    <a:pt x="0" y="514"/>
                  </a:cubicBezTo>
                  <a:cubicBezTo>
                    <a:pt x="984" y="1971"/>
                    <a:pt x="2462" y="2839"/>
                    <a:pt x="2462" y="2839"/>
                  </a:cubicBezTo>
                  <a:cubicBezTo>
                    <a:pt x="2462" y="2032"/>
                    <a:pt x="2340" y="1768"/>
                    <a:pt x="2184" y="1612"/>
                  </a:cubicBezTo>
                  <a:cubicBezTo>
                    <a:pt x="1763" y="1164"/>
                    <a:pt x="1404" y="670"/>
                    <a:pt x="1112" y="134"/>
                  </a:cubicBezTo>
                  <a:cubicBezTo>
                    <a:pt x="1068" y="46"/>
                    <a:pt x="981" y="0"/>
                    <a:pt x="894" y="0"/>
                  </a:cubicBezTo>
                  <a:close/>
                </a:path>
              </a:pathLst>
            </a:custGeom>
            <a:solidFill>
              <a:srgbClr val="697D9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404" name="Google Shape;18404;p46"/>
            <p:cNvSpPr/>
            <p:nvPr/>
          </p:nvSpPr>
          <p:spPr>
            <a:xfrm>
              <a:off x="4837073" y="2244716"/>
              <a:ext cx="143924" cy="39581"/>
            </a:xfrm>
            <a:custGeom>
              <a:rect b="b" l="l" r="r" t="t"/>
              <a:pathLst>
                <a:path extrusionOk="0" h="1509" w="5487">
                  <a:moveTo>
                    <a:pt x="4893" y="1"/>
                  </a:moveTo>
                  <a:cubicBezTo>
                    <a:pt x="4847" y="1"/>
                    <a:pt x="4800" y="8"/>
                    <a:pt x="4754" y="24"/>
                  </a:cubicBezTo>
                  <a:cubicBezTo>
                    <a:pt x="3840" y="314"/>
                    <a:pt x="2850" y="395"/>
                    <a:pt x="2026" y="395"/>
                  </a:cubicBezTo>
                  <a:cubicBezTo>
                    <a:pt x="1427" y="395"/>
                    <a:pt x="915" y="352"/>
                    <a:pt x="584" y="315"/>
                  </a:cubicBezTo>
                  <a:cubicBezTo>
                    <a:pt x="566" y="313"/>
                    <a:pt x="549" y="312"/>
                    <a:pt x="532" y="312"/>
                  </a:cubicBezTo>
                  <a:cubicBezTo>
                    <a:pt x="321" y="312"/>
                    <a:pt x="133" y="461"/>
                    <a:pt x="96" y="674"/>
                  </a:cubicBezTo>
                  <a:lnTo>
                    <a:pt x="1" y="1156"/>
                  </a:lnTo>
                  <a:cubicBezTo>
                    <a:pt x="601" y="1403"/>
                    <a:pt x="1269" y="1508"/>
                    <a:pt x="1952" y="1508"/>
                  </a:cubicBezTo>
                  <a:cubicBezTo>
                    <a:pt x="3180" y="1508"/>
                    <a:pt x="4458" y="1168"/>
                    <a:pt x="5486" y="702"/>
                  </a:cubicBezTo>
                  <a:lnTo>
                    <a:pt x="5303" y="274"/>
                  </a:lnTo>
                  <a:cubicBezTo>
                    <a:pt x="5233" y="108"/>
                    <a:pt x="5070" y="1"/>
                    <a:pt x="4893" y="1"/>
                  </a:cubicBezTo>
                  <a:close/>
                </a:path>
              </a:pathLst>
            </a:custGeom>
            <a:solidFill>
              <a:srgbClr val="697D9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405" name="Google Shape;18405;p46"/>
            <p:cNvSpPr/>
            <p:nvPr/>
          </p:nvSpPr>
          <p:spPr>
            <a:xfrm>
              <a:off x="4684309" y="2161199"/>
              <a:ext cx="47503" cy="48237"/>
            </a:xfrm>
            <a:custGeom>
              <a:rect b="b" l="l" r="r" t="t"/>
              <a:pathLst>
                <a:path extrusionOk="0" h="1839" w="1811">
                  <a:moveTo>
                    <a:pt x="800" y="0"/>
                  </a:moveTo>
                  <a:lnTo>
                    <a:pt x="149" y="685"/>
                  </a:lnTo>
                  <a:cubicBezTo>
                    <a:pt x="41" y="800"/>
                    <a:pt x="0" y="963"/>
                    <a:pt x="41" y="1112"/>
                  </a:cubicBezTo>
                  <a:lnTo>
                    <a:pt x="142" y="1499"/>
                  </a:lnTo>
                  <a:cubicBezTo>
                    <a:pt x="195" y="1698"/>
                    <a:pt x="371" y="1838"/>
                    <a:pt x="576" y="1838"/>
                  </a:cubicBezTo>
                  <a:cubicBezTo>
                    <a:pt x="580" y="1838"/>
                    <a:pt x="585" y="1838"/>
                    <a:pt x="590" y="1838"/>
                  </a:cubicBezTo>
                  <a:cubicBezTo>
                    <a:pt x="963" y="1831"/>
                    <a:pt x="1336" y="1804"/>
                    <a:pt x="1709" y="1756"/>
                  </a:cubicBezTo>
                  <a:cubicBezTo>
                    <a:pt x="1810" y="1417"/>
                    <a:pt x="1634" y="1058"/>
                    <a:pt x="1390" y="828"/>
                  </a:cubicBezTo>
                  <a:cubicBezTo>
                    <a:pt x="1146" y="590"/>
                    <a:pt x="949" y="312"/>
                    <a:pt x="800" y="0"/>
                  </a:cubicBezTo>
                  <a:close/>
                </a:path>
              </a:pathLst>
            </a:custGeom>
            <a:solidFill>
              <a:srgbClr val="697D9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406" name="Google Shape;18406;p46"/>
            <p:cNvSpPr/>
            <p:nvPr/>
          </p:nvSpPr>
          <p:spPr>
            <a:xfrm>
              <a:off x="4716494" y="2087913"/>
              <a:ext cx="44670" cy="51935"/>
            </a:xfrm>
            <a:custGeom>
              <a:rect b="b" l="l" r="r" t="t"/>
              <a:pathLst>
                <a:path extrusionOk="0" h="1980" w="1703">
                  <a:moveTo>
                    <a:pt x="116" y="1"/>
                  </a:moveTo>
                  <a:cubicBezTo>
                    <a:pt x="82" y="14"/>
                    <a:pt x="61" y="48"/>
                    <a:pt x="61" y="82"/>
                  </a:cubicBezTo>
                  <a:cubicBezTo>
                    <a:pt x="0" y="638"/>
                    <a:pt x="89" y="1587"/>
                    <a:pt x="1255" y="1967"/>
                  </a:cubicBezTo>
                  <a:cubicBezTo>
                    <a:pt x="1279" y="1975"/>
                    <a:pt x="1305" y="1979"/>
                    <a:pt x="1330" y="1979"/>
                  </a:cubicBezTo>
                  <a:cubicBezTo>
                    <a:pt x="1390" y="1979"/>
                    <a:pt x="1451" y="1958"/>
                    <a:pt x="1499" y="1920"/>
                  </a:cubicBezTo>
                  <a:cubicBezTo>
                    <a:pt x="1573" y="1852"/>
                    <a:pt x="1641" y="1784"/>
                    <a:pt x="1702" y="1696"/>
                  </a:cubicBezTo>
                  <a:lnTo>
                    <a:pt x="1689" y="1696"/>
                  </a:lnTo>
                  <a:cubicBezTo>
                    <a:pt x="461" y="1411"/>
                    <a:pt x="156" y="611"/>
                    <a:pt x="116" y="1"/>
                  </a:cubicBezTo>
                  <a:close/>
                </a:path>
              </a:pathLst>
            </a:custGeom>
            <a:solidFill>
              <a:srgbClr val="DBE2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407" name="Google Shape;18407;p46"/>
            <p:cNvSpPr/>
            <p:nvPr/>
          </p:nvSpPr>
          <p:spPr>
            <a:xfrm>
              <a:off x="4684309" y="2177200"/>
              <a:ext cx="10518" cy="17102"/>
            </a:xfrm>
            <a:custGeom>
              <a:rect b="b" l="l" r="r" t="t"/>
              <a:pathLst>
                <a:path extrusionOk="0" h="652" w="401">
                  <a:moveTo>
                    <a:pt x="224" y="1"/>
                  </a:moveTo>
                  <a:lnTo>
                    <a:pt x="149" y="75"/>
                  </a:lnTo>
                  <a:cubicBezTo>
                    <a:pt x="41" y="190"/>
                    <a:pt x="0" y="353"/>
                    <a:pt x="41" y="502"/>
                  </a:cubicBezTo>
                  <a:lnTo>
                    <a:pt x="81" y="652"/>
                  </a:lnTo>
                  <a:cubicBezTo>
                    <a:pt x="265" y="597"/>
                    <a:pt x="400" y="455"/>
                    <a:pt x="400" y="292"/>
                  </a:cubicBezTo>
                  <a:cubicBezTo>
                    <a:pt x="393" y="170"/>
                    <a:pt x="326" y="62"/>
                    <a:pt x="224" y="1"/>
                  </a:cubicBezTo>
                  <a:close/>
                </a:path>
              </a:pathLst>
            </a:custGeom>
            <a:solidFill>
              <a:srgbClr val="465C7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8408" name="Google Shape;18408;p46"/>
          <p:cNvGrpSpPr/>
          <p:nvPr/>
        </p:nvGrpSpPr>
        <p:grpSpPr>
          <a:xfrm>
            <a:off x="7521110" y="2906131"/>
            <a:ext cx="175400" cy="370053"/>
            <a:chOff x="7521110" y="2906131"/>
            <a:chExt cx="175400" cy="370053"/>
          </a:xfrm>
        </p:grpSpPr>
        <p:sp>
          <p:nvSpPr>
            <p:cNvPr id="18409" name="Google Shape;18409;p46"/>
            <p:cNvSpPr/>
            <p:nvPr/>
          </p:nvSpPr>
          <p:spPr>
            <a:xfrm>
              <a:off x="7590646" y="3215698"/>
              <a:ext cx="36302" cy="54453"/>
            </a:xfrm>
            <a:custGeom>
              <a:rect b="b" l="l" r="r" t="t"/>
              <a:pathLst>
                <a:path extrusionOk="0" h="2076" w="1384">
                  <a:moveTo>
                    <a:pt x="1" y="0"/>
                  </a:moveTo>
                  <a:lnTo>
                    <a:pt x="1" y="2075"/>
                  </a:lnTo>
                  <a:lnTo>
                    <a:pt x="1384" y="2075"/>
                  </a:lnTo>
                  <a:lnTo>
                    <a:pt x="1384" y="0"/>
                  </a:lnTo>
                  <a:close/>
                </a:path>
              </a:pathLst>
            </a:custGeom>
            <a:solidFill>
              <a:srgbClr val="4F647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410" name="Google Shape;18410;p46"/>
            <p:cNvSpPr/>
            <p:nvPr/>
          </p:nvSpPr>
          <p:spPr>
            <a:xfrm>
              <a:off x="7608797" y="3233823"/>
              <a:ext cx="18151" cy="36329"/>
            </a:xfrm>
            <a:custGeom>
              <a:rect b="b" l="l" r="r" t="t"/>
              <a:pathLst>
                <a:path extrusionOk="0" h="1385" w="692">
                  <a:moveTo>
                    <a:pt x="231" y="1"/>
                  </a:moveTo>
                  <a:cubicBezTo>
                    <a:pt x="102" y="1"/>
                    <a:pt x="0" y="103"/>
                    <a:pt x="0" y="231"/>
                  </a:cubicBezTo>
                  <a:lnTo>
                    <a:pt x="0" y="1384"/>
                  </a:lnTo>
                  <a:lnTo>
                    <a:pt x="692" y="1384"/>
                  </a:lnTo>
                  <a:lnTo>
                    <a:pt x="692" y="1"/>
                  </a:lnTo>
                  <a:close/>
                </a:path>
              </a:pathLst>
            </a:custGeom>
            <a:solidFill>
              <a:srgbClr val="697D9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411" name="Google Shape;18411;p46"/>
            <p:cNvSpPr/>
            <p:nvPr/>
          </p:nvSpPr>
          <p:spPr>
            <a:xfrm>
              <a:off x="7570554" y="3264066"/>
              <a:ext cx="76513" cy="12118"/>
            </a:xfrm>
            <a:custGeom>
              <a:rect b="b" l="l" r="r" t="t"/>
              <a:pathLst>
                <a:path extrusionOk="0" h="462" w="2917">
                  <a:moveTo>
                    <a:pt x="306" y="1"/>
                  </a:moveTo>
                  <a:cubicBezTo>
                    <a:pt x="0" y="1"/>
                    <a:pt x="0" y="462"/>
                    <a:pt x="306" y="462"/>
                  </a:cubicBezTo>
                  <a:lnTo>
                    <a:pt x="2611" y="462"/>
                  </a:lnTo>
                  <a:cubicBezTo>
                    <a:pt x="2916" y="462"/>
                    <a:pt x="2916" y="1"/>
                    <a:pt x="2611" y="1"/>
                  </a:cubicBezTo>
                  <a:close/>
                </a:path>
              </a:pathLst>
            </a:custGeom>
            <a:solidFill>
              <a:srgbClr val="ADBCC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412" name="Google Shape;18412;p46"/>
            <p:cNvSpPr/>
            <p:nvPr/>
          </p:nvSpPr>
          <p:spPr>
            <a:xfrm>
              <a:off x="7526094" y="3064351"/>
              <a:ext cx="165433" cy="109038"/>
            </a:xfrm>
            <a:custGeom>
              <a:rect b="b" l="l" r="r" t="t"/>
              <a:pathLst>
                <a:path extrusionOk="0" h="4157" w="6307">
                  <a:moveTo>
                    <a:pt x="1770" y="0"/>
                  </a:moveTo>
                  <a:lnTo>
                    <a:pt x="68" y="3831"/>
                  </a:lnTo>
                  <a:cubicBezTo>
                    <a:pt x="0" y="3987"/>
                    <a:pt x="109" y="4157"/>
                    <a:pt x="278" y="4157"/>
                  </a:cubicBezTo>
                  <a:lnTo>
                    <a:pt x="6028" y="4157"/>
                  </a:lnTo>
                  <a:cubicBezTo>
                    <a:pt x="6198" y="4157"/>
                    <a:pt x="6306" y="3987"/>
                    <a:pt x="6238" y="3831"/>
                  </a:cubicBezTo>
                  <a:lnTo>
                    <a:pt x="4536" y="0"/>
                  </a:lnTo>
                  <a:close/>
                </a:path>
              </a:pathLst>
            </a:custGeom>
            <a:solidFill>
              <a:srgbClr val="C1CDD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413" name="Google Shape;18413;p46"/>
            <p:cNvSpPr/>
            <p:nvPr/>
          </p:nvSpPr>
          <p:spPr>
            <a:xfrm>
              <a:off x="7521110" y="3173363"/>
              <a:ext cx="175400" cy="48394"/>
            </a:xfrm>
            <a:custGeom>
              <a:rect b="b" l="l" r="r" t="t"/>
              <a:pathLst>
                <a:path extrusionOk="0" h="1845" w="6687">
                  <a:moveTo>
                    <a:pt x="1004" y="1"/>
                  </a:moveTo>
                  <a:lnTo>
                    <a:pt x="95" y="1492"/>
                  </a:lnTo>
                  <a:cubicBezTo>
                    <a:pt x="0" y="1648"/>
                    <a:pt x="109" y="1845"/>
                    <a:pt x="292" y="1845"/>
                  </a:cubicBezTo>
                  <a:lnTo>
                    <a:pt x="6395" y="1845"/>
                  </a:lnTo>
                  <a:cubicBezTo>
                    <a:pt x="6578" y="1845"/>
                    <a:pt x="6686" y="1648"/>
                    <a:pt x="6591" y="1492"/>
                  </a:cubicBezTo>
                  <a:lnTo>
                    <a:pt x="5683" y="1"/>
                  </a:lnTo>
                  <a:close/>
                </a:path>
              </a:pathLst>
            </a:custGeom>
            <a:solidFill>
              <a:srgbClr val="C1CDD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414" name="Google Shape;18414;p46"/>
            <p:cNvSpPr/>
            <p:nvPr/>
          </p:nvSpPr>
          <p:spPr>
            <a:xfrm>
              <a:off x="7521110" y="3173363"/>
              <a:ext cx="156541" cy="48421"/>
            </a:xfrm>
            <a:custGeom>
              <a:rect b="b" l="l" r="r" t="t"/>
              <a:pathLst>
                <a:path extrusionOk="0" h="1846" w="5968">
                  <a:moveTo>
                    <a:pt x="1004" y="1"/>
                  </a:moveTo>
                  <a:lnTo>
                    <a:pt x="95" y="1499"/>
                  </a:lnTo>
                  <a:cubicBezTo>
                    <a:pt x="0" y="1648"/>
                    <a:pt x="116" y="1845"/>
                    <a:pt x="292" y="1845"/>
                  </a:cubicBezTo>
                  <a:lnTo>
                    <a:pt x="2484" y="1845"/>
                  </a:lnTo>
                  <a:cubicBezTo>
                    <a:pt x="2432" y="1838"/>
                    <a:pt x="2402" y="1643"/>
                    <a:pt x="2435" y="1492"/>
                  </a:cubicBezTo>
                  <a:lnTo>
                    <a:pt x="2577" y="651"/>
                  </a:lnTo>
                  <a:cubicBezTo>
                    <a:pt x="2591" y="543"/>
                    <a:pt x="2692" y="462"/>
                    <a:pt x="2801" y="462"/>
                  </a:cubicBezTo>
                  <a:lnTo>
                    <a:pt x="5967" y="462"/>
                  </a:lnTo>
                  <a:lnTo>
                    <a:pt x="5683" y="1"/>
                  </a:lnTo>
                  <a:close/>
                  <a:moveTo>
                    <a:pt x="2484" y="1845"/>
                  </a:moveTo>
                  <a:cubicBezTo>
                    <a:pt x="2484" y="1845"/>
                    <a:pt x="2485" y="1845"/>
                    <a:pt x="2486" y="1845"/>
                  </a:cubicBezTo>
                  <a:cubicBezTo>
                    <a:pt x="2487" y="1845"/>
                    <a:pt x="2488" y="1845"/>
                    <a:pt x="2489" y="1845"/>
                  </a:cubicBezTo>
                  <a:close/>
                </a:path>
              </a:pathLst>
            </a:custGeom>
            <a:solidFill>
              <a:srgbClr val="ADBCC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415" name="Google Shape;18415;p46"/>
            <p:cNvSpPr/>
            <p:nvPr/>
          </p:nvSpPr>
          <p:spPr>
            <a:xfrm>
              <a:off x="7526094" y="3064351"/>
              <a:ext cx="135189" cy="109038"/>
            </a:xfrm>
            <a:custGeom>
              <a:rect b="b" l="l" r="r" t="t"/>
              <a:pathLst>
                <a:path extrusionOk="0" h="4157" w="5154">
                  <a:moveTo>
                    <a:pt x="1770" y="0"/>
                  </a:moveTo>
                  <a:lnTo>
                    <a:pt x="68" y="3831"/>
                  </a:lnTo>
                  <a:cubicBezTo>
                    <a:pt x="0" y="3987"/>
                    <a:pt x="109" y="4157"/>
                    <a:pt x="278" y="4157"/>
                  </a:cubicBezTo>
                  <a:lnTo>
                    <a:pt x="2346" y="4157"/>
                  </a:lnTo>
                  <a:cubicBezTo>
                    <a:pt x="2299" y="4157"/>
                    <a:pt x="2265" y="3980"/>
                    <a:pt x="2285" y="3831"/>
                  </a:cubicBezTo>
                  <a:lnTo>
                    <a:pt x="2563" y="1587"/>
                  </a:lnTo>
                  <a:cubicBezTo>
                    <a:pt x="2583" y="1476"/>
                    <a:pt x="2672" y="1390"/>
                    <a:pt x="2781" y="1390"/>
                  </a:cubicBezTo>
                  <a:cubicBezTo>
                    <a:pt x="2786" y="1390"/>
                    <a:pt x="2790" y="1390"/>
                    <a:pt x="2794" y="1390"/>
                  </a:cubicBezTo>
                  <a:lnTo>
                    <a:pt x="5154" y="1390"/>
                  </a:lnTo>
                  <a:lnTo>
                    <a:pt x="4536" y="0"/>
                  </a:lnTo>
                  <a:close/>
                </a:path>
              </a:pathLst>
            </a:custGeom>
            <a:solidFill>
              <a:srgbClr val="ADBCC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416" name="Google Shape;18416;p46"/>
            <p:cNvSpPr/>
            <p:nvPr/>
          </p:nvSpPr>
          <p:spPr>
            <a:xfrm>
              <a:off x="7537635" y="2906131"/>
              <a:ext cx="142140" cy="182587"/>
            </a:xfrm>
            <a:custGeom>
              <a:rect b="b" l="l" r="r" t="t"/>
              <a:pathLst>
                <a:path extrusionOk="0" h="6961" w="5419">
                  <a:moveTo>
                    <a:pt x="2713" y="1"/>
                  </a:moveTo>
                  <a:cubicBezTo>
                    <a:pt x="2623" y="1"/>
                    <a:pt x="2534" y="52"/>
                    <a:pt x="2496" y="153"/>
                  </a:cubicBezTo>
                  <a:lnTo>
                    <a:pt x="62" y="6649"/>
                  </a:lnTo>
                  <a:cubicBezTo>
                    <a:pt x="1" y="6798"/>
                    <a:pt x="116" y="6961"/>
                    <a:pt x="279" y="6961"/>
                  </a:cubicBezTo>
                  <a:lnTo>
                    <a:pt x="5147" y="6961"/>
                  </a:lnTo>
                  <a:cubicBezTo>
                    <a:pt x="5310" y="6961"/>
                    <a:pt x="5419" y="6798"/>
                    <a:pt x="5364" y="6649"/>
                  </a:cubicBezTo>
                  <a:lnTo>
                    <a:pt x="2930" y="153"/>
                  </a:lnTo>
                  <a:cubicBezTo>
                    <a:pt x="2893" y="52"/>
                    <a:pt x="2803" y="1"/>
                    <a:pt x="2713" y="1"/>
                  </a:cubicBezTo>
                  <a:close/>
                </a:path>
              </a:pathLst>
            </a:custGeom>
            <a:solidFill>
              <a:srgbClr val="C1CDD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417" name="Google Shape;18417;p46"/>
            <p:cNvSpPr/>
            <p:nvPr/>
          </p:nvSpPr>
          <p:spPr>
            <a:xfrm>
              <a:off x="7537635" y="2906210"/>
              <a:ext cx="71188" cy="182508"/>
            </a:xfrm>
            <a:custGeom>
              <a:rect b="b" l="l" r="r" t="t"/>
              <a:pathLst>
                <a:path extrusionOk="0" h="6958" w="2714">
                  <a:moveTo>
                    <a:pt x="2699" y="1"/>
                  </a:moveTo>
                  <a:cubicBezTo>
                    <a:pt x="2610" y="1"/>
                    <a:pt x="2528" y="60"/>
                    <a:pt x="2496" y="150"/>
                  </a:cubicBezTo>
                  <a:lnTo>
                    <a:pt x="62" y="6646"/>
                  </a:lnTo>
                  <a:cubicBezTo>
                    <a:pt x="1" y="6795"/>
                    <a:pt x="116" y="6958"/>
                    <a:pt x="279" y="6958"/>
                  </a:cubicBezTo>
                  <a:lnTo>
                    <a:pt x="2028" y="6958"/>
                  </a:lnTo>
                  <a:cubicBezTo>
                    <a:pt x="1981" y="6958"/>
                    <a:pt x="1954" y="6795"/>
                    <a:pt x="1967" y="6646"/>
                  </a:cubicBezTo>
                  <a:lnTo>
                    <a:pt x="2652" y="150"/>
                  </a:lnTo>
                  <a:cubicBezTo>
                    <a:pt x="2666" y="49"/>
                    <a:pt x="2686" y="1"/>
                    <a:pt x="2713" y="1"/>
                  </a:cubicBezTo>
                  <a:cubicBezTo>
                    <a:pt x="2708" y="1"/>
                    <a:pt x="2704" y="1"/>
                    <a:pt x="2699" y="1"/>
                  </a:cubicBezTo>
                  <a:close/>
                </a:path>
              </a:pathLst>
            </a:custGeom>
            <a:solidFill>
              <a:srgbClr val="ADBCC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8418" name="Google Shape;18418;p46"/>
          <p:cNvGrpSpPr/>
          <p:nvPr/>
        </p:nvGrpSpPr>
        <p:grpSpPr>
          <a:xfrm>
            <a:off x="3586925" y="1523286"/>
            <a:ext cx="371023" cy="347914"/>
            <a:chOff x="3586925" y="1523286"/>
            <a:chExt cx="371023" cy="347914"/>
          </a:xfrm>
        </p:grpSpPr>
        <p:sp>
          <p:nvSpPr>
            <p:cNvPr id="18419" name="Google Shape;18419;p46"/>
            <p:cNvSpPr/>
            <p:nvPr/>
          </p:nvSpPr>
          <p:spPr>
            <a:xfrm>
              <a:off x="3732580" y="1530158"/>
              <a:ext cx="225211" cy="212935"/>
            </a:xfrm>
            <a:custGeom>
              <a:rect b="b" l="l" r="r" t="t"/>
              <a:pathLst>
                <a:path extrusionOk="0" h="8118" w="8586">
                  <a:moveTo>
                    <a:pt x="2543" y="0"/>
                  </a:moveTo>
                  <a:cubicBezTo>
                    <a:pt x="1781" y="0"/>
                    <a:pt x="990" y="157"/>
                    <a:pt x="177" y="503"/>
                  </a:cubicBezTo>
                  <a:cubicBezTo>
                    <a:pt x="48" y="557"/>
                    <a:pt x="1" y="713"/>
                    <a:pt x="75" y="828"/>
                  </a:cubicBezTo>
                  <a:lnTo>
                    <a:pt x="1079" y="2428"/>
                  </a:lnTo>
                  <a:lnTo>
                    <a:pt x="8585" y="8117"/>
                  </a:lnTo>
                  <a:lnTo>
                    <a:pt x="8585" y="3805"/>
                  </a:lnTo>
                  <a:cubicBezTo>
                    <a:pt x="8585" y="3649"/>
                    <a:pt x="8531" y="3500"/>
                    <a:pt x="8436" y="3378"/>
                  </a:cubicBezTo>
                  <a:cubicBezTo>
                    <a:pt x="6841" y="1402"/>
                    <a:pt x="4820" y="0"/>
                    <a:pt x="2543" y="0"/>
                  </a:cubicBezTo>
                  <a:close/>
                </a:path>
              </a:pathLst>
            </a:custGeom>
            <a:solidFill>
              <a:srgbClr val="B2C2C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420" name="Google Shape;18420;p46"/>
            <p:cNvSpPr/>
            <p:nvPr/>
          </p:nvSpPr>
          <p:spPr>
            <a:xfrm>
              <a:off x="3732580" y="1530263"/>
              <a:ext cx="138573" cy="126560"/>
            </a:xfrm>
            <a:custGeom>
              <a:rect b="b" l="l" r="r" t="t"/>
              <a:pathLst>
                <a:path extrusionOk="0" h="4825" w="5283">
                  <a:moveTo>
                    <a:pt x="2537" y="0"/>
                  </a:moveTo>
                  <a:cubicBezTo>
                    <a:pt x="1777" y="0"/>
                    <a:pt x="988" y="156"/>
                    <a:pt x="177" y="499"/>
                  </a:cubicBezTo>
                  <a:cubicBezTo>
                    <a:pt x="55" y="553"/>
                    <a:pt x="1" y="709"/>
                    <a:pt x="75" y="824"/>
                  </a:cubicBezTo>
                  <a:lnTo>
                    <a:pt x="1079" y="2424"/>
                  </a:lnTo>
                  <a:lnTo>
                    <a:pt x="4239" y="4825"/>
                  </a:lnTo>
                  <a:cubicBezTo>
                    <a:pt x="4876" y="4696"/>
                    <a:pt x="5283" y="4364"/>
                    <a:pt x="5229" y="3713"/>
                  </a:cubicBezTo>
                  <a:cubicBezTo>
                    <a:pt x="5080" y="1970"/>
                    <a:pt x="4456" y="804"/>
                    <a:pt x="4049" y="207"/>
                  </a:cubicBezTo>
                  <a:cubicBezTo>
                    <a:pt x="3560" y="72"/>
                    <a:pt x="3055" y="0"/>
                    <a:pt x="2537" y="0"/>
                  </a:cubicBezTo>
                  <a:close/>
                </a:path>
              </a:pathLst>
            </a:custGeom>
            <a:solidFill>
              <a:srgbClr val="203B5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421" name="Google Shape;18421;p46"/>
            <p:cNvSpPr/>
            <p:nvPr/>
          </p:nvSpPr>
          <p:spPr>
            <a:xfrm>
              <a:off x="3881094" y="1554185"/>
              <a:ext cx="38453" cy="145498"/>
            </a:xfrm>
            <a:custGeom>
              <a:rect b="b" l="l" r="r" t="t"/>
              <a:pathLst>
                <a:path extrusionOk="0" h="5547" w="1466">
                  <a:moveTo>
                    <a:pt x="28" y="0"/>
                  </a:moveTo>
                  <a:lnTo>
                    <a:pt x="28" y="0"/>
                  </a:lnTo>
                  <a:cubicBezTo>
                    <a:pt x="563" y="2211"/>
                    <a:pt x="421" y="3818"/>
                    <a:pt x="1" y="4984"/>
                  </a:cubicBezTo>
                  <a:lnTo>
                    <a:pt x="740" y="5547"/>
                  </a:lnTo>
                  <a:cubicBezTo>
                    <a:pt x="1228" y="4387"/>
                    <a:pt x="1465" y="2834"/>
                    <a:pt x="1113" y="766"/>
                  </a:cubicBezTo>
                  <a:cubicBezTo>
                    <a:pt x="767" y="482"/>
                    <a:pt x="407" y="231"/>
                    <a:pt x="28" y="0"/>
                  </a:cubicBezTo>
                  <a:close/>
                </a:path>
              </a:pathLst>
            </a:custGeom>
            <a:solidFill>
              <a:srgbClr val="203B5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422" name="Google Shape;18422;p46"/>
            <p:cNvSpPr/>
            <p:nvPr/>
          </p:nvSpPr>
          <p:spPr>
            <a:xfrm>
              <a:off x="3910262" y="1590828"/>
              <a:ext cx="43070" cy="130730"/>
            </a:xfrm>
            <a:custGeom>
              <a:rect b="b" l="l" r="r" t="t"/>
              <a:pathLst>
                <a:path extrusionOk="0" h="4984" w="1642">
                  <a:moveTo>
                    <a:pt x="699" y="0"/>
                  </a:moveTo>
                  <a:cubicBezTo>
                    <a:pt x="855" y="1885"/>
                    <a:pt x="530" y="3329"/>
                    <a:pt x="1" y="4435"/>
                  </a:cubicBezTo>
                  <a:lnTo>
                    <a:pt x="733" y="4984"/>
                  </a:lnTo>
                  <a:cubicBezTo>
                    <a:pt x="1248" y="3980"/>
                    <a:pt x="1628" y="2685"/>
                    <a:pt x="1642" y="1044"/>
                  </a:cubicBezTo>
                  <a:cubicBezTo>
                    <a:pt x="1350" y="678"/>
                    <a:pt x="1031" y="332"/>
                    <a:pt x="699" y="0"/>
                  </a:cubicBezTo>
                  <a:close/>
                </a:path>
              </a:pathLst>
            </a:custGeom>
            <a:solidFill>
              <a:srgbClr val="203B5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423" name="Google Shape;18423;p46"/>
            <p:cNvSpPr/>
            <p:nvPr/>
          </p:nvSpPr>
          <p:spPr>
            <a:xfrm>
              <a:off x="3586925" y="1573569"/>
              <a:ext cx="370866" cy="297527"/>
            </a:xfrm>
            <a:custGeom>
              <a:rect b="b" l="l" r="r" t="t"/>
              <a:pathLst>
                <a:path extrusionOk="0" h="11343" w="14139">
                  <a:moveTo>
                    <a:pt x="8358" y="0"/>
                  </a:moveTo>
                  <a:cubicBezTo>
                    <a:pt x="7796" y="0"/>
                    <a:pt x="6845" y="161"/>
                    <a:pt x="5717" y="1004"/>
                  </a:cubicBezTo>
                  <a:cubicBezTo>
                    <a:pt x="4699" y="1763"/>
                    <a:pt x="1072" y="4984"/>
                    <a:pt x="184" y="5777"/>
                  </a:cubicBezTo>
                  <a:cubicBezTo>
                    <a:pt x="55" y="5893"/>
                    <a:pt x="0" y="6069"/>
                    <a:pt x="48" y="6232"/>
                  </a:cubicBezTo>
                  <a:cubicBezTo>
                    <a:pt x="184" y="6767"/>
                    <a:pt x="631" y="7927"/>
                    <a:pt x="1472" y="8015"/>
                  </a:cubicBezTo>
                  <a:cubicBezTo>
                    <a:pt x="1607" y="8008"/>
                    <a:pt x="1730" y="7967"/>
                    <a:pt x="1845" y="7900"/>
                  </a:cubicBezTo>
                  <a:lnTo>
                    <a:pt x="2631" y="8429"/>
                  </a:lnTo>
                  <a:cubicBezTo>
                    <a:pt x="2706" y="8486"/>
                    <a:pt x="2798" y="8514"/>
                    <a:pt x="2891" y="8514"/>
                  </a:cubicBezTo>
                  <a:cubicBezTo>
                    <a:pt x="2941" y="8514"/>
                    <a:pt x="2991" y="8506"/>
                    <a:pt x="3038" y="8490"/>
                  </a:cubicBezTo>
                  <a:cubicBezTo>
                    <a:pt x="4008" y="8151"/>
                    <a:pt x="6625" y="7100"/>
                    <a:pt x="8395" y="6428"/>
                  </a:cubicBezTo>
                  <a:cubicBezTo>
                    <a:pt x="8890" y="7520"/>
                    <a:pt x="9724" y="9419"/>
                    <a:pt x="10341" y="11046"/>
                  </a:cubicBezTo>
                  <a:cubicBezTo>
                    <a:pt x="10409" y="11228"/>
                    <a:pt x="10581" y="11343"/>
                    <a:pt x="10764" y="11343"/>
                  </a:cubicBezTo>
                  <a:cubicBezTo>
                    <a:pt x="10820" y="11343"/>
                    <a:pt x="10876" y="11332"/>
                    <a:pt x="10931" y="11310"/>
                  </a:cubicBezTo>
                  <a:cubicBezTo>
                    <a:pt x="11595" y="11059"/>
                    <a:pt x="12897" y="10463"/>
                    <a:pt x="13874" y="9473"/>
                  </a:cubicBezTo>
                  <a:cubicBezTo>
                    <a:pt x="14043" y="9303"/>
                    <a:pt x="14138" y="9073"/>
                    <a:pt x="14138" y="8835"/>
                  </a:cubicBezTo>
                  <a:lnTo>
                    <a:pt x="14138" y="5513"/>
                  </a:lnTo>
                  <a:cubicBezTo>
                    <a:pt x="14138" y="5228"/>
                    <a:pt x="14064" y="4950"/>
                    <a:pt x="13921" y="4713"/>
                  </a:cubicBezTo>
                  <a:cubicBezTo>
                    <a:pt x="11480" y="516"/>
                    <a:pt x="8903" y="61"/>
                    <a:pt x="8903" y="61"/>
                  </a:cubicBezTo>
                  <a:cubicBezTo>
                    <a:pt x="8903" y="61"/>
                    <a:pt x="8705" y="0"/>
                    <a:pt x="8358" y="0"/>
                  </a:cubicBezTo>
                  <a:close/>
                </a:path>
              </a:pathLst>
            </a:custGeom>
            <a:solidFill>
              <a:srgbClr val="D1DCE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424" name="Google Shape;18424;p46"/>
            <p:cNvSpPr/>
            <p:nvPr/>
          </p:nvSpPr>
          <p:spPr>
            <a:xfrm>
              <a:off x="3586925" y="1687381"/>
              <a:ext cx="144973" cy="109536"/>
            </a:xfrm>
            <a:custGeom>
              <a:rect b="b" l="l" r="r" t="t"/>
              <a:pathLst>
                <a:path extrusionOk="0" h="4176" w="5527">
                  <a:moveTo>
                    <a:pt x="1804" y="1"/>
                  </a:moveTo>
                  <a:cubicBezTo>
                    <a:pt x="1092" y="631"/>
                    <a:pt x="482" y="1174"/>
                    <a:pt x="184" y="1438"/>
                  </a:cubicBezTo>
                  <a:cubicBezTo>
                    <a:pt x="55" y="1554"/>
                    <a:pt x="0" y="1730"/>
                    <a:pt x="48" y="1893"/>
                  </a:cubicBezTo>
                  <a:cubicBezTo>
                    <a:pt x="184" y="2428"/>
                    <a:pt x="631" y="3588"/>
                    <a:pt x="1472" y="3676"/>
                  </a:cubicBezTo>
                  <a:cubicBezTo>
                    <a:pt x="1607" y="3669"/>
                    <a:pt x="1730" y="3628"/>
                    <a:pt x="1845" y="3561"/>
                  </a:cubicBezTo>
                  <a:lnTo>
                    <a:pt x="2631" y="4090"/>
                  </a:lnTo>
                  <a:cubicBezTo>
                    <a:pt x="2706" y="4147"/>
                    <a:pt x="2798" y="4175"/>
                    <a:pt x="2891" y="4175"/>
                  </a:cubicBezTo>
                  <a:cubicBezTo>
                    <a:pt x="2941" y="4175"/>
                    <a:pt x="2991" y="4167"/>
                    <a:pt x="3038" y="4151"/>
                  </a:cubicBezTo>
                  <a:cubicBezTo>
                    <a:pt x="3540" y="3974"/>
                    <a:pt x="4482" y="3608"/>
                    <a:pt x="5527" y="3201"/>
                  </a:cubicBezTo>
                  <a:cubicBezTo>
                    <a:pt x="5472" y="2883"/>
                    <a:pt x="5154" y="1825"/>
                    <a:pt x="3160" y="1262"/>
                  </a:cubicBezTo>
                  <a:cubicBezTo>
                    <a:pt x="2136" y="977"/>
                    <a:pt x="1858" y="204"/>
                    <a:pt x="1804" y="1"/>
                  </a:cubicBezTo>
                  <a:close/>
                </a:path>
              </a:pathLst>
            </a:custGeom>
            <a:solidFill>
              <a:srgbClr val="405C7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425" name="Google Shape;18425;p46"/>
            <p:cNvSpPr/>
            <p:nvPr/>
          </p:nvSpPr>
          <p:spPr>
            <a:xfrm>
              <a:off x="3601692" y="1735224"/>
              <a:ext cx="26886" cy="21377"/>
            </a:xfrm>
            <a:custGeom>
              <a:rect b="b" l="l" r="r" t="t"/>
              <a:pathLst>
                <a:path extrusionOk="0" h="815" w="1025">
                  <a:moveTo>
                    <a:pt x="609" y="1"/>
                  </a:moveTo>
                  <a:cubicBezTo>
                    <a:pt x="540" y="1"/>
                    <a:pt x="469" y="29"/>
                    <a:pt x="407" y="96"/>
                  </a:cubicBezTo>
                  <a:lnTo>
                    <a:pt x="177" y="326"/>
                  </a:lnTo>
                  <a:cubicBezTo>
                    <a:pt x="0" y="503"/>
                    <a:pt x="122" y="808"/>
                    <a:pt x="380" y="815"/>
                  </a:cubicBezTo>
                  <a:cubicBezTo>
                    <a:pt x="455" y="815"/>
                    <a:pt x="522" y="781"/>
                    <a:pt x="577" y="726"/>
                  </a:cubicBezTo>
                  <a:lnTo>
                    <a:pt x="807" y="503"/>
                  </a:lnTo>
                  <a:cubicBezTo>
                    <a:pt x="1025" y="295"/>
                    <a:pt x="830" y="1"/>
                    <a:pt x="609" y="1"/>
                  </a:cubicBezTo>
                  <a:close/>
                </a:path>
              </a:pathLst>
            </a:custGeom>
            <a:solidFill>
              <a:srgbClr val="203B5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426" name="Google Shape;18426;p46"/>
            <p:cNvSpPr/>
            <p:nvPr/>
          </p:nvSpPr>
          <p:spPr>
            <a:xfrm>
              <a:off x="3775807" y="1523286"/>
              <a:ext cx="44670" cy="70585"/>
            </a:xfrm>
            <a:custGeom>
              <a:rect b="b" l="l" r="r" t="t"/>
              <a:pathLst>
                <a:path extrusionOk="0" h="2691" w="1703">
                  <a:moveTo>
                    <a:pt x="444" y="1"/>
                  </a:moveTo>
                  <a:cubicBezTo>
                    <a:pt x="376" y="1"/>
                    <a:pt x="313" y="45"/>
                    <a:pt x="292" y="114"/>
                  </a:cubicBezTo>
                  <a:cubicBezTo>
                    <a:pt x="1" y="1138"/>
                    <a:pt x="190" y="2127"/>
                    <a:pt x="292" y="2521"/>
                  </a:cubicBezTo>
                  <a:cubicBezTo>
                    <a:pt x="319" y="2616"/>
                    <a:pt x="407" y="2690"/>
                    <a:pt x="509" y="2690"/>
                  </a:cubicBezTo>
                  <a:lnTo>
                    <a:pt x="1472" y="2690"/>
                  </a:lnTo>
                  <a:cubicBezTo>
                    <a:pt x="1601" y="2684"/>
                    <a:pt x="1702" y="2575"/>
                    <a:pt x="1696" y="2446"/>
                  </a:cubicBezTo>
                  <a:cubicBezTo>
                    <a:pt x="1628" y="690"/>
                    <a:pt x="855" y="161"/>
                    <a:pt x="502" y="12"/>
                  </a:cubicBezTo>
                  <a:cubicBezTo>
                    <a:pt x="483" y="4"/>
                    <a:pt x="463" y="1"/>
                    <a:pt x="444" y="1"/>
                  </a:cubicBezTo>
                  <a:close/>
                </a:path>
              </a:pathLst>
            </a:custGeom>
            <a:solidFill>
              <a:srgbClr val="B2C2C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427" name="Google Shape;18427;p46"/>
            <p:cNvSpPr/>
            <p:nvPr/>
          </p:nvSpPr>
          <p:spPr>
            <a:xfrm>
              <a:off x="3635477" y="1755054"/>
              <a:ext cx="49837" cy="33574"/>
            </a:xfrm>
            <a:custGeom>
              <a:rect b="b" l="l" r="r" t="t"/>
              <a:pathLst>
                <a:path extrusionOk="0" h="1280" w="1900">
                  <a:moveTo>
                    <a:pt x="1640" y="1"/>
                  </a:moveTo>
                  <a:cubicBezTo>
                    <a:pt x="1593" y="1"/>
                    <a:pt x="1546" y="15"/>
                    <a:pt x="1506" y="45"/>
                  </a:cubicBezTo>
                  <a:cubicBezTo>
                    <a:pt x="1024" y="391"/>
                    <a:pt x="523" y="709"/>
                    <a:pt x="1" y="987"/>
                  </a:cubicBezTo>
                  <a:lnTo>
                    <a:pt x="421" y="1279"/>
                  </a:lnTo>
                  <a:cubicBezTo>
                    <a:pt x="889" y="1015"/>
                    <a:pt x="1336" y="730"/>
                    <a:pt x="1770" y="411"/>
                  </a:cubicBezTo>
                  <a:cubicBezTo>
                    <a:pt x="1872" y="343"/>
                    <a:pt x="1899" y="201"/>
                    <a:pt x="1825" y="99"/>
                  </a:cubicBezTo>
                  <a:cubicBezTo>
                    <a:pt x="1780" y="34"/>
                    <a:pt x="1710" y="1"/>
                    <a:pt x="1640" y="1"/>
                  </a:cubicBezTo>
                  <a:close/>
                </a:path>
              </a:pathLst>
            </a:custGeom>
            <a:solidFill>
              <a:srgbClr val="203B5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428" name="Google Shape;18428;p46"/>
            <p:cNvSpPr/>
            <p:nvPr/>
          </p:nvSpPr>
          <p:spPr>
            <a:xfrm>
              <a:off x="3656120" y="1655905"/>
              <a:ext cx="139098" cy="103189"/>
            </a:xfrm>
            <a:custGeom>
              <a:rect b="b" l="l" r="r" t="t"/>
              <a:pathLst>
                <a:path extrusionOk="0" h="3934" w="5303">
                  <a:moveTo>
                    <a:pt x="529" y="1"/>
                  </a:moveTo>
                  <a:lnTo>
                    <a:pt x="0" y="462"/>
                  </a:lnTo>
                  <a:cubicBezTo>
                    <a:pt x="475" y="1567"/>
                    <a:pt x="1668" y="1845"/>
                    <a:pt x="1844" y="1879"/>
                  </a:cubicBezTo>
                  <a:cubicBezTo>
                    <a:pt x="3750" y="2286"/>
                    <a:pt x="4048" y="3540"/>
                    <a:pt x="4089" y="3933"/>
                  </a:cubicBezTo>
                  <a:cubicBezTo>
                    <a:pt x="4509" y="3771"/>
                    <a:pt x="4916" y="3615"/>
                    <a:pt x="5303" y="3466"/>
                  </a:cubicBezTo>
                  <a:cubicBezTo>
                    <a:pt x="5262" y="2489"/>
                    <a:pt x="4645" y="1350"/>
                    <a:pt x="2814" y="1126"/>
                  </a:cubicBezTo>
                  <a:cubicBezTo>
                    <a:pt x="1105" y="909"/>
                    <a:pt x="631" y="204"/>
                    <a:pt x="529" y="1"/>
                  </a:cubicBezTo>
                  <a:close/>
                </a:path>
              </a:pathLst>
            </a:custGeom>
            <a:solidFill>
              <a:srgbClr val="405C7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429" name="Google Shape;18429;p46"/>
            <p:cNvSpPr/>
            <p:nvPr/>
          </p:nvSpPr>
          <p:spPr>
            <a:xfrm>
              <a:off x="3742915" y="1626737"/>
              <a:ext cx="35751" cy="41837"/>
            </a:xfrm>
            <a:custGeom>
              <a:rect b="b" l="l" r="r" t="t"/>
              <a:pathLst>
                <a:path extrusionOk="0" h="1595" w="1363">
                  <a:moveTo>
                    <a:pt x="685" y="1"/>
                  </a:moveTo>
                  <a:cubicBezTo>
                    <a:pt x="305" y="1"/>
                    <a:pt x="0" y="306"/>
                    <a:pt x="0" y="679"/>
                  </a:cubicBezTo>
                  <a:lnTo>
                    <a:pt x="0" y="909"/>
                  </a:lnTo>
                  <a:cubicBezTo>
                    <a:pt x="0" y="1282"/>
                    <a:pt x="305" y="1594"/>
                    <a:pt x="685" y="1594"/>
                  </a:cubicBezTo>
                  <a:cubicBezTo>
                    <a:pt x="1058" y="1594"/>
                    <a:pt x="1363" y="1282"/>
                    <a:pt x="1363" y="909"/>
                  </a:cubicBezTo>
                  <a:lnTo>
                    <a:pt x="1363" y="679"/>
                  </a:lnTo>
                  <a:cubicBezTo>
                    <a:pt x="1363" y="306"/>
                    <a:pt x="1058" y="1"/>
                    <a:pt x="685" y="1"/>
                  </a:cubicBezTo>
                  <a:close/>
                </a:path>
              </a:pathLst>
            </a:custGeom>
            <a:solidFill>
              <a:srgbClr val="203B5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430" name="Google Shape;18430;p46"/>
            <p:cNvSpPr/>
            <p:nvPr/>
          </p:nvSpPr>
          <p:spPr>
            <a:xfrm>
              <a:off x="3760856" y="1626737"/>
              <a:ext cx="17810" cy="29771"/>
            </a:xfrm>
            <a:custGeom>
              <a:rect b="b" l="l" r="r" t="t"/>
              <a:pathLst>
                <a:path extrusionOk="0" h="1135" w="679">
                  <a:moveTo>
                    <a:pt x="13" y="1"/>
                  </a:moveTo>
                  <a:cubicBezTo>
                    <a:pt x="9" y="1"/>
                    <a:pt x="5" y="1"/>
                    <a:pt x="1" y="1"/>
                  </a:cubicBezTo>
                  <a:lnTo>
                    <a:pt x="1" y="794"/>
                  </a:lnTo>
                  <a:cubicBezTo>
                    <a:pt x="1" y="1021"/>
                    <a:pt x="170" y="1135"/>
                    <a:pt x="340" y="1135"/>
                  </a:cubicBezTo>
                  <a:cubicBezTo>
                    <a:pt x="509" y="1135"/>
                    <a:pt x="679" y="1021"/>
                    <a:pt x="679" y="794"/>
                  </a:cubicBezTo>
                  <a:lnTo>
                    <a:pt x="679" y="679"/>
                  </a:lnTo>
                  <a:cubicBezTo>
                    <a:pt x="679" y="310"/>
                    <a:pt x="380" y="1"/>
                    <a:pt x="13" y="1"/>
                  </a:cubicBezTo>
                  <a:close/>
                </a:path>
              </a:pathLst>
            </a:custGeom>
            <a:solidFill>
              <a:srgbClr val="405C7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431" name="Google Shape;18431;p46"/>
            <p:cNvSpPr/>
            <p:nvPr/>
          </p:nvSpPr>
          <p:spPr>
            <a:xfrm>
              <a:off x="3754823" y="1632612"/>
              <a:ext cx="11935" cy="11935"/>
            </a:xfrm>
            <a:custGeom>
              <a:rect b="b" l="l" r="r" t="t"/>
              <a:pathLst>
                <a:path extrusionOk="0" h="455" w="455">
                  <a:moveTo>
                    <a:pt x="231" y="0"/>
                  </a:moveTo>
                  <a:cubicBezTo>
                    <a:pt x="102" y="0"/>
                    <a:pt x="0" y="102"/>
                    <a:pt x="0" y="231"/>
                  </a:cubicBezTo>
                  <a:cubicBezTo>
                    <a:pt x="0" y="353"/>
                    <a:pt x="102" y="455"/>
                    <a:pt x="231" y="455"/>
                  </a:cubicBezTo>
                  <a:cubicBezTo>
                    <a:pt x="353" y="455"/>
                    <a:pt x="455" y="353"/>
                    <a:pt x="455" y="231"/>
                  </a:cubicBezTo>
                  <a:cubicBezTo>
                    <a:pt x="455" y="102"/>
                    <a:pt x="353" y="0"/>
                    <a:pt x="231" y="0"/>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432" name="Google Shape;18432;p46"/>
            <p:cNvSpPr/>
            <p:nvPr/>
          </p:nvSpPr>
          <p:spPr>
            <a:xfrm>
              <a:off x="3807283" y="1622252"/>
              <a:ext cx="57654" cy="131150"/>
            </a:xfrm>
            <a:custGeom>
              <a:rect b="b" l="l" r="r" t="t"/>
              <a:pathLst>
                <a:path extrusionOk="0" h="5000" w="2198">
                  <a:moveTo>
                    <a:pt x="598" y="0"/>
                  </a:moveTo>
                  <a:cubicBezTo>
                    <a:pt x="553" y="0"/>
                    <a:pt x="508" y="14"/>
                    <a:pt x="469" y="43"/>
                  </a:cubicBezTo>
                  <a:cubicBezTo>
                    <a:pt x="367" y="117"/>
                    <a:pt x="340" y="260"/>
                    <a:pt x="414" y="362"/>
                  </a:cubicBezTo>
                  <a:cubicBezTo>
                    <a:pt x="428" y="375"/>
                    <a:pt x="1689" y="2179"/>
                    <a:pt x="1269" y="3474"/>
                  </a:cubicBezTo>
                  <a:cubicBezTo>
                    <a:pt x="1099" y="3982"/>
                    <a:pt x="679" y="4362"/>
                    <a:pt x="1" y="4586"/>
                  </a:cubicBezTo>
                  <a:lnTo>
                    <a:pt x="184" y="4999"/>
                  </a:lnTo>
                  <a:cubicBezTo>
                    <a:pt x="977" y="4721"/>
                    <a:pt x="1492" y="4260"/>
                    <a:pt x="1703" y="3616"/>
                  </a:cubicBezTo>
                  <a:cubicBezTo>
                    <a:pt x="2198" y="2104"/>
                    <a:pt x="841" y="178"/>
                    <a:pt x="787" y="97"/>
                  </a:cubicBezTo>
                  <a:cubicBezTo>
                    <a:pt x="741" y="35"/>
                    <a:pt x="670" y="0"/>
                    <a:pt x="598" y="0"/>
                  </a:cubicBezTo>
                  <a:close/>
                </a:path>
              </a:pathLst>
            </a:custGeom>
            <a:solidFill>
              <a:srgbClr val="BECBD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433" name="Google Shape;18433;p46"/>
            <p:cNvSpPr/>
            <p:nvPr/>
          </p:nvSpPr>
          <p:spPr>
            <a:xfrm>
              <a:off x="3801958" y="1653859"/>
              <a:ext cx="32027" cy="90467"/>
            </a:xfrm>
            <a:custGeom>
              <a:rect b="b" l="l" r="r" t="t"/>
              <a:pathLst>
                <a:path extrusionOk="0" h="3449" w="1221">
                  <a:moveTo>
                    <a:pt x="283" y="1"/>
                  </a:moveTo>
                  <a:cubicBezTo>
                    <a:pt x="209" y="1"/>
                    <a:pt x="140" y="73"/>
                    <a:pt x="170" y="153"/>
                  </a:cubicBezTo>
                  <a:cubicBezTo>
                    <a:pt x="522" y="1238"/>
                    <a:pt x="461" y="2411"/>
                    <a:pt x="0" y="3449"/>
                  </a:cubicBezTo>
                  <a:lnTo>
                    <a:pt x="204" y="3374"/>
                  </a:lnTo>
                  <a:lnTo>
                    <a:pt x="217" y="3374"/>
                  </a:lnTo>
                  <a:cubicBezTo>
                    <a:pt x="773" y="3177"/>
                    <a:pt x="1160" y="2662"/>
                    <a:pt x="1187" y="2065"/>
                  </a:cubicBezTo>
                  <a:cubicBezTo>
                    <a:pt x="1221" y="1299"/>
                    <a:pt x="916" y="560"/>
                    <a:pt x="360" y="31"/>
                  </a:cubicBezTo>
                  <a:cubicBezTo>
                    <a:pt x="336" y="10"/>
                    <a:pt x="310" y="1"/>
                    <a:pt x="283" y="1"/>
                  </a:cubicBezTo>
                  <a:close/>
                </a:path>
              </a:pathLst>
            </a:custGeom>
            <a:solidFill>
              <a:srgbClr val="405C7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434" name="Google Shape;18434;p46"/>
            <p:cNvSpPr/>
            <p:nvPr/>
          </p:nvSpPr>
          <p:spPr>
            <a:xfrm>
              <a:off x="3817434" y="1617845"/>
              <a:ext cx="96605" cy="162233"/>
            </a:xfrm>
            <a:custGeom>
              <a:rect b="b" l="l" r="r" t="t"/>
              <a:pathLst>
                <a:path extrusionOk="0" h="6185" w="3683">
                  <a:moveTo>
                    <a:pt x="2794" y="1"/>
                  </a:moveTo>
                  <a:lnTo>
                    <a:pt x="2794" y="1"/>
                  </a:lnTo>
                  <a:cubicBezTo>
                    <a:pt x="2882" y="3364"/>
                    <a:pt x="1316" y="4923"/>
                    <a:pt x="0" y="5629"/>
                  </a:cubicBezTo>
                  <a:cubicBezTo>
                    <a:pt x="82" y="5805"/>
                    <a:pt x="163" y="5995"/>
                    <a:pt x="251" y="6185"/>
                  </a:cubicBezTo>
                  <a:cubicBezTo>
                    <a:pt x="1343" y="5608"/>
                    <a:pt x="3431" y="4055"/>
                    <a:pt x="3682" y="943"/>
                  </a:cubicBezTo>
                  <a:lnTo>
                    <a:pt x="3641" y="896"/>
                  </a:lnTo>
                  <a:cubicBezTo>
                    <a:pt x="3587" y="828"/>
                    <a:pt x="3533" y="767"/>
                    <a:pt x="3479" y="706"/>
                  </a:cubicBezTo>
                  <a:lnTo>
                    <a:pt x="3411" y="638"/>
                  </a:lnTo>
                  <a:cubicBezTo>
                    <a:pt x="3363" y="577"/>
                    <a:pt x="3309" y="523"/>
                    <a:pt x="3262" y="469"/>
                  </a:cubicBezTo>
                  <a:lnTo>
                    <a:pt x="3187" y="387"/>
                  </a:lnTo>
                  <a:cubicBezTo>
                    <a:pt x="3140" y="340"/>
                    <a:pt x="3092" y="292"/>
                    <a:pt x="3045" y="245"/>
                  </a:cubicBezTo>
                  <a:lnTo>
                    <a:pt x="2963" y="163"/>
                  </a:lnTo>
                  <a:cubicBezTo>
                    <a:pt x="2916" y="123"/>
                    <a:pt x="2875" y="75"/>
                    <a:pt x="2828" y="35"/>
                  </a:cubicBezTo>
                  <a:lnTo>
                    <a:pt x="2794" y="1"/>
                  </a:lnTo>
                  <a:close/>
                </a:path>
              </a:pathLst>
            </a:custGeom>
            <a:solidFill>
              <a:srgbClr val="405C7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435" name="Google Shape;18435;p46"/>
            <p:cNvSpPr/>
            <p:nvPr/>
          </p:nvSpPr>
          <p:spPr>
            <a:xfrm>
              <a:off x="3830943" y="1657872"/>
              <a:ext cx="113130" cy="152265"/>
            </a:xfrm>
            <a:custGeom>
              <a:rect b="b" l="l" r="r" t="t"/>
              <a:pathLst>
                <a:path extrusionOk="0" h="5805" w="4313">
                  <a:moveTo>
                    <a:pt x="3621" y="0"/>
                  </a:moveTo>
                  <a:cubicBezTo>
                    <a:pt x="3099" y="2930"/>
                    <a:pt x="1302" y="4591"/>
                    <a:pt x="1" y="5289"/>
                  </a:cubicBezTo>
                  <a:cubicBezTo>
                    <a:pt x="75" y="5459"/>
                    <a:pt x="150" y="5628"/>
                    <a:pt x="224" y="5804"/>
                  </a:cubicBezTo>
                  <a:cubicBezTo>
                    <a:pt x="801" y="5513"/>
                    <a:pt x="1675" y="4998"/>
                    <a:pt x="2353" y="4333"/>
                  </a:cubicBezTo>
                  <a:cubicBezTo>
                    <a:pt x="3289" y="3411"/>
                    <a:pt x="3960" y="2265"/>
                    <a:pt x="4313" y="1004"/>
                  </a:cubicBezTo>
                  <a:lnTo>
                    <a:pt x="4306" y="990"/>
                  </a:lnTo>
                  <a:cubicBezTo>
                    <a:pt x="4191" y="807"/>
                    <a:pt x="4082" y="638"/>
                    <a:pt x="3967" y="482"/>
                  </a:cubicBezTo>
                  <a:cubicBezTo>
                    <a:pt x="3859" y="319"/>
                    <a:pt x="3743" y="163"/>
                    <a:pt x="3635" y="14"/>
                  </a:cubicBezTo>
                  <a:lnTo>
                    <a:pt x="3621" y="0"/>
                  </a:lnTo>
                  <a:close/>
                </a:path>
              </a:pathLst>
            </a:custGeom>
            <a:solidFill>
              <a:srgbClr val="405C7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436" name="Google Shape;18436;p46"/>
            <p:cNvSpPr/>
            <p:nvPr/>
          </p:nvSpPr>
          <p:spPr>
            <a:xfrm>
              <a:off x="3843743" y="1701624"/>
              <a:ext cx="114048" cy="138914"/>
            </a:xfrm>
            <a:custGeom>
              <a:rect b="b" l="l" r="r" t="t"/>
              <a:pathLst>
                <a:path extrusionOk="0" h="5296" w="4348">
                  <a:moveTo>
                    <a:pt x="4218" y="0"/>
                  </a:moveTo>
                  <a:cubicBezTo>
                    <a:pt x="3222" y="2645"/>
                    <a:pt x="1377" y="4170"/>
                    <a:pt x="1" y="4767"/>
                  </a:cubicBezTo>
                  <a:cubicBezTo>
                    <a:pt x="69" y="4943"/>
                    <a:pt x="143" y="5120"/>
                    <a:pt x="211" y="5296"/>
                  </a:cubicBezTo>
                  <a:cubicBezTo>
                    <a:pt x="774" y="5059"/>
                    <a:pt x="1628" y="4638"/>
                    <a:pt x="2340" y="4082"/>
                  </a:cubicBezTo>
                  <a:cubicBezTo>
                    <a:pt x="3140" y="3445"/>
                    <a:pt x="3818" y="2672"/>
                    <a:pt x="4347" y="1797"/>
                  </a:cubicBezTo>
                  <a:lnTo>
                    <a:pt x="4347" y="631"/>
                  </a:lnTo>
                  <a:cubicBezTo>
                    <a:pt x="4347" y="563"/>
                    <a:pt x="4340" y="502"/>
                    <a:pt x="4334" y="441"/>
                  </a:cubicBezTo>
                  <a:cubicBezTo>
                    <a:pt x="4334" y="421"/>
                    <a:pt x="4327" y="400"/>
                    <a:pt x="4327" y="373"/>
                  </a:cubicBezTo>
                  <a:cubicBezTo>
                    <a:pt x="4320" y="339"/>
                    <a:pt x="4306" y="299"/>
                    <a:pt x="4300" y="258"/>
                  </a:cubicBezTo>
                  <a:cubicBezTo>
                    <a:pt x="4293" y="231"/>
                    <a:pt x="4286" y="204"/>
                    <a:pt x="4279" y="183"/>
                  </a:cubicBezTo>
                  <a:cubicBezTo>
                    <a:pt x="4273" y="156"/>
                    <a:pt x="4259" y="116"/>
                    <a:pt x="4245" y="75"/>
                  </a:cubicBezTo>
                  <a:cubicBezTo>
                    <a:pt x="4232" y="41"/>
                    <a:pt x="4225" y="27"/>
                    <a:pt x="4218" y="0"/>
                  </a:cubicBezTo>
                  <a:close/>
                </a:path>
              </a:pathLst>
            </a:custGeom>
            <a:solidFill>
              <a:srgbClr val="405C7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437" name="Google Shape;18437;p46"/>
            <p:cNvSpPr/>
            <p:nvPr/>
          </p:nvSpPr>
          <p:spPr>
            <a:xfrm>
              <a:off x="3856018" y="1769926"/>
              <a:ext cx="101930" cy="101274"/>
            </a:xfrm>
            <a:custGeom>
              <a:rect b="b" l="l" r="r" t="t"/>
              <a:pathLst>
                <a:path extrusionOk="0" h="3861" w="3886">
                  <a:moveTo>
                    <a:pt x="3886" y="0"/>
                  </a:moveTo>
                  <a:cubicBezTo>
                    <a:pt x="2991" y="1573"/>
                    <a:pt x="1519" y="2719"/>
                    <a:pt x="1" y="3350"/>
                  </a:cubicBezTo>
                  <a:lnTo>
                    <a:pt x="89" y="3567"/>
                  </a:lnTo>
                  <a:cubicBezTo>
                    <a:pt x="157" y="3750"/>
                    <a:pt x="330" y="3861"/>
                    <a:pt x="512" y="3861"/>
                  </a:cubicBezTo>
                  <a:cubicBezTo>
                    <a:pt x="565" y="3861"/>
                    <a:pt x="620" y="3851"/>
                    <a:pt x="672" y="3831"/>
                  </a:cubicBezTo>
                  <a:cubicBezTo>
                    <a:pt x="1343" y="3573"/>
                    <a:pt x="2638" y="2984"/>
                    <a:pt x="3621" y="1994"/>
                  </a:cubicBezTo>
                  <a:cubicBezTo>
                    <a:pt x="3791" y="1824"/>
                    <a:pt x="3886" y="1593"/>
                    <a:pt x="3886" y="1349"/>
                  </a:cubicBezTo>
                  <a:lnTo>
                    <a:pt x="3886" y="0"/>
                  </a:lnTo>
                  <a:close/>
                </a:path>
              </a:pathLst>
            </a:custGeom>
            <a:solidFill>
              <a:srgbClr val="405C7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8438" name="Google Shape;18438;p46"/>
          <p:cNvGrpSpPr/>
          <p:nvPr/>
        </p:nvGrpSpPr>
        <p:grpSpPr>
          <a:xfrm>
            <a:off x="6876009" y="2475461"/>
            <a:ext cx="370158" cy="285120"/>
            <a:chOff x="6876009" y="2475461"/>
            <a:chExt cx="370158" cy="285120"/>
          </a:xfrm>
        </p:grpSpPr>
        <p:sp>
          <p:nvSpPr>
            <p:cNvPr id="18439" name="Google Shape;18439;p46"/>
            <p:cNvSpPr/>
            <p:nvPr/>
          </p:nvSpPr>
          <p:spPr>
            <a:xfrm>
              <a:off x="6876009" y="2510688"/>
              <a:ext cx="370158" cy="241001"/>
            </a:xfrm>
            <a:custGeom>
              <a:rect b="b" l="l" r="r" t="t"/>
              <a:pathLst>
                <a:path extrusionOk="0" h="9188" w="14112">
                  <a:moveTo>
                    <a:pt x="10470" y="0"/>
                  </a:moveTo>
                  <a:lnTo>
                    <a:pt x="10470" y="909"/>
                  </a:lnTo>
                  <a:lnTo>
                    <a:pt x="10809" y="909"/>
                  </a:lnTo>
                  <a:cubicBezTo>
                    <a:pt x="10818" y="909"/>
                    <a:pt x="10826" y="909"/>
                    <a:pt x="10834" y="909"/>
                  </a:cubicBezTo>
                  <a:cubicBezTo>
                    <a:pt x="11521" y="909"/>
                    <a:pt x="12091" y="1466"/>
                    <a:pt x="12091" y="2163"/>
                  </a:cubicBezTo>
                  <a:cubicBezTo>
                    <a:pt x="12091" y="2856"/>
                    <a:pt x="11528" y="3411"/>
                    <a:pt x="10846" y="3411"/>
                  </a:cubicBezTo>
                  <a:cubicBezTo>
                    <a:pt x="10834" y="3411"/>
                    <a:pt x="10822" y="3411"/>
                    <a:pt x="10809" y="3411"/>
                  </a:cubicBezTo>
                  <a:lnTo>
                    <a:pt x="910" y="3411"/>
                  </a:lnTo>
                  <a:cubicBezTo>
                    <a:pt x="408" y="3411"/>
                    <a:pt x="1" y="3818"/>
                    <a:pt x="1" y="4326"/>
                  </a:cubicBezTo>
                  <a:cubicBezTo>
                    <a:pt x="1" y="7082"/>
                    <a:pt x="2254" y="9187"/>
                    <a:pt x="4850" y="9187"/>
                  </a:cubicBezTo>
                  <a:cubicBezTo>
                    <a:pt x="5275" y="9187"/>
                    <a:pt x="5709" y="9131"/>
                    <a:pt x="6144" y="9012"/>
                  </a:cubicBezTo>
                  <a:lnTo>
                    <a:pt x="7900" y="8530"/>
                  </a:lnTo>
                  <a:lnTo>
                    <a:pt x="9521" y="8083"/>
                  </a:lnTo>
                  <a:lnTo>
                    <a:pt x="11033" y="7669"/>
                  </a:lnTo>
                  <a:cubicBezTo>
                    <a:pt x="12850" y="7174"/>
                    <a:pt x="14111" y="5520"/>
                    <a:pt x="14111" y="3641"/>
                  </a:cubicBezTo>
                  <a:cubicBezTo>
                    <a:pt x="14105" y="1627"/>
                    <a:pt x="12477" y="0"/>
                    <a:pt x="10470" y="0"/>
                  </a:cubicBezTo>
                  <a:close/>
                </a:path>
              </a:pathLst>
            </a:custGeom>
            <a:solidFill>
              <a:srgbClr val="70859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440" name="Google Shape;18440;p46"/>
            <p:cNvSpPr/>
            <p:nvPr/>
          </p:nvSpPr>
          <p:spPr>
            <a:xfrm>
              <a:off x="6876009" y="2600132"/>
              <a:ext cx="158324" cy="151452"/>
            </a:xfrm>
            <a:custGeom>
              <a:rect b="b" l="l" r="r" t="t"/>
              <a:pathLst>
                <a:path extrusionOk="0" h="5774" w="6036">
                  <a:moveTo>
                    <a:pt x="910" y="1"/>
                  </a:moveTo>
                  <a:cubicBezTo>
                    <a:pt x="408" y="1"/>
                    <a:pt x="1" y="408"/>
                    <a:pt x="1" y="916"/>
                  </a:cubicBezTo>
                  <a:cubicBezTo>
                    <a:pt x="1" y="3661"/>
                    <a:pt x="2247" y="5774"/>
                    <a:pt x="4854" y="5774"/>
                  </a:cubicBezTo>
                  <a:cubicBezTo>
                    <a:pt x="5242" y="5774"/>
                    <a:pt x="5638" y="5727"/>
                    <a:pt x="6036" y="5629"/>
                  </a:cubicBezTo>
                  <a:cubicBezTo>
                    <a:pt x="3873" y="5086"/>
                    <a:pt x="2361" y="3140"/>
                    <a:pt x="2361" y="916"/>
                  </a:cubicBezTo>
                  <a:cubicBezTo>
                    <a:pt x="2361" y="408"/>
                    <a:pt x="2767" y="1"/>
                    <a:pt x="3269" y="1"/>
                  </a:cubicBezTo>
                  <a:close/>
                </a:path>
              </a:pathLst>
            </a:custGeom>
            <a:solidFill>
              <a:srgbClr val="556E8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441" name="Google Shape;18441;p46"/>
            <p:cNvSpPr/>
            <p:nvPr/>
          </p:nvSpPr>
          <p:spPr>
            <a:xfrm>
              <a:off x="6876193" y="2630008"/>
              <a:ext cx="222352" cy="121655"/>
            </a:xfrm>
            <a:custGeom>
              <a:rect b="b" l="l" r="r" t="t"/>
              <a:pathLst>
                <a:path extrusionOk="0" h="4638" w="8477">
                  <a:moveTo>
                    <a:pt x="1" y="1"/>
                  </a:moveTo>
                  <a:cubicBezTo>
                    <a:pt x="123" y="2664"/>
                    <a:pt x="2335" y="4637"/>
                    <a:pt x="4848" y="4637"/>
                  </a:cubicBezTo>
                  <a:cubicBezTo>
                    <a:pt x="5272" y="4637"/>
                    <a:pt x="5705" y="4581"/>
                    <a:pt x="6137" y="4463"/>
                  </a:cubicBezTo>
                  <a:lnTo>
                    <a:pt x="7893" y="3981"/>
                  </a:lnTo>
                  <a:lnTo>
                    <a:pt x="8477" y="3818"/>
                  </a:lnTo>
                  <a:cubicBezTo>
                    <a:pt x="4985" y="3120"/>
                    <a:pt x="4985" y="1"/>
                    <a:pt x="4985" y="1"/>
                  </a:cubicBezTo>
                  <a:close/>
                </a:path>
              </a:pathLst>
            </a:custGeom>
            <a:solidFill>
              <a:srgbClr val="D1DCE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442" name="Google Shape;18442;p46"/>
            <p:cNvSpPr/>
            <p:nvPr/>
          </p:nvSpPr>
          <p:spPr>
            <a:xfrm>
              <a:off x="6904128" y="2629851"/>
              <a:ext cx="194417" cy="119347"/>
            </a:xfrm>
            <a:custGeom>
              <a:rect b="b" l="l" r="r" t="t"/>
              <a:pathLst>
                <a:path extrusionOk="0" h="4550" w="7412">
                  <a:moveTo>
                    <a:pt x="7" y="0"/>
                  </a:moveTo>
                  <a:cubicBezTo>
                    <a:pt x="7" y="27"/>
                    <a:pt x="0" y="48"/>
                    <a:pt x="7" y="75"/>
                  </a:cubicBezTo>
                  <a:cubicBezTo>
                    <a:pt x="177" y="1383"/>
                    <a:pt x="889" y="2577"/>
                    <a:pt x="2007" y="3424"/>
                  </a:cubicBezTo>
                  <a:cubicBezTo>
                    <a:pt x="2801" y="4021"/>
                    <a:pt x="3723" y="4401"/>
                    <a:pt x="4706" y="4550"/>
                  </a:cubicBezTo>
                  <a:cubicBezTo>
                    <a:pt x="4828" y="4523"/>
                    <a:pt x="4950" y="4496"/>
                    <a:pt x="5072" y="4462"/>
                  </a:cubicBezTo>
                  <a:lnTo>
                    <a:pt x="6828" y="3980"/>
                  </a:lnTo>
                  <a:lnTo>
                    <a:pt x="7412" y="3824"/>
                  </a:lnTo>
                  <a:lnTo>
                    <a:pt x="7412" y="3824"/>
                  </a:lnTo>
                  <a:cubicBezTo>
                    <a:pt x="7301" y="3830"/>
                    <a:pt x="7190" y="3833"/>
                    <a:pt x="7079" y="3833"/>
                  </a:cubicBezTo>
                  <a:cubicBezTo>
                    <a:pt x="5850" y="3833"/>
                    <a:pt x="4581" y="3489"/>
                    <a:pt x="3648" y="2780"/>
                  </a:cubicBezTo>
                  <a:cubicBezTo>
                    <a:pt x="2713" y="2075"/>
                    <a:pt x="2123" y="1092"/>
                    <a:pt x="1980" y="14"/>
                  </a:cubicBezTo>
                  <a:lnTo>
                    <a:pt x="1980" y="7"/>
                  </a:lnTo>
                  <a:lnTo>
                    <a:pt x="1533" y="7"/>
                  </a:lnTo>
                  <a:cubicBezTo>
                    <a:pt x="1526" y="27"/>
                    <a:pt x="1526" y="54"/>
                    <a:pt x="1526" y="75"/>
                  </a:cubicBezTo>
                  <a:cubicBezTo>
                    <a:pt x="1689" y="1275"/>
                    <a:pt x="2346" y="2360"/>
                    <a:pt x="3377" y="3140"/>
                  </a:cubicBezTo>
                  <a:cubicBezTo>
                    <a:pt x="4062" y="3655"/>
                    <a:pt x="4855" y="4007"/>
                    <a:pt x="5696" y="4163"/>
                  </a:cubicBezTo>
                  <a:cubicBezTo>
                    <a:pt x="5656" y="4164"/>
                    <a:pt x="5617" y="4165"/>
                    <a:pt x="5577" y="4165"/>
                  </a:cubicBezTo>
                  <a:cubicBezTo>
                    <a:pt x="4391" y="4165"/>
                    <a:pt x="3230" y="3774"/>
                    <a:pt x="2279" y="3065"/>
                  </a:cubicBezTo>
                  <a:cubicBezTo>
                    <a:pt x="1262" y="2292"/>
                    <a:pt x="611" y="1207"/>
                    <a:pt x="455" y="14"/>
                  </a:cubicBezTo>
                  <a:lnTo>
                    <a:pt x="455" y="0"/>
                  </a:lnTo>
                  <a:close/>
                </a:path>
              </a:pathLst>
            </a:custGeom>
            <a:solidFill>
              <a:srgbClr val="B2C2C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443" name="Google Shape;18443;p46"/>
            <p:cNvSpPr/>
            <p:nvPr/>
          </p:nvSpPr>
          <p:spPr>
            <a:xfrm>
              <a:off x="7043199" y="2618100"/>
              <a:ext cx="23869" cy="23869"/>
            </a:xfrm>
            <a:custGeom>
              <a:rect b="b" l="l" r="r" t="t"/>
              <a:pathLst>
                <a:path extrusionOk="0" h="910" w="910">
                  <a:moveTo>
                    <a:pt x="455" y="1"/>
                  </a:moveTo>
                  <a:cubicBezTo>
                    <a:pt x="204" y="1"/>
                    <a:pt x="1" y="204"/>
                    <a:pt x="1" y="455"/>
                  </a:cubicBezTo>
                  <a:cubicBezTo>
                    <a:pt x="1" y="706"/>
                    <a:pt x="204" y="909"/>
                    <a:pt x="455" y="909"/>
                  </a:cubicBezTo>
                  <a:cubicBezTo>
                    <a:pt x="706" y="909"/>
                    <a:pt x="909" y="706"/>
                    <a:pt x="909" y="455"/>
                  </a:cubicBezTo>
                  <a:cubicBezTo>
                    <a:pt x="909" y="204"/>
                    <a:pt x="706" y="1"/>
                    <a:pt x="455" y="1"/>
                  </a:cubicBezTo>
                  <a:close/>
                </a:path>
              </a:pathLst>
            </a:custGeom>
            <a:solidFill>
              <a:srgbClr val="203B5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444" name="Google Shape;18444;p46"/>
            <p:cNvSpPr/>
            <p:nvPr/>
          </p:nvSpPr>
          <p:spPr>
            <a:xfrm>
              <a:off x="7072210" y="2697524"/>
              <a:ext cx="58152" cy="63057"/>
            </a:xfrm>
            <a:custGeom>
              <a:rect b="b" l="l" r="r" t="t"/>
              <a:pathLst>
                <a:path extrusionOk="0" h="2404" w="2217">
                  <a:moveTo>
                    <a:pt x="1410" y="0"/>
                  </a:moveTo>
                  <a:cubicBezTo>
                    <a:pt x="1368" y="0"/>
                    <a:pt x="1325" y="6"/>
                    <a:pt x="1282" y="17"/>
                  </a:cubicBezTo>
                  <a:lnTo>
                    <a:pt x="475" y="221"/>
                  </a:lnTo>
                  <a:cubicBezTo>
                    <a:pt x="156" y="302"/>
                    <a:pt x="0" y="661"/>
                    <a:pt x="156" y="946"/>
                  </a:cubicBezTo>
                  <a:cubicBezTo>
                    <a:pt x="407" y="1394"/>
                    <a:pt x="834" y="1983"/>
                    <a:pt x="1499" y="2350"/>
                  </a:cubicBezTo>
                  <a:cubicBezTo>
                    <a:pt x="1569" y="2386"/>
                    <a:pt x="1642" y="2403"/>
                    <a:pt x="1713" y="2403"/>
                  </a:cubicBezTo>
                  <a:cubicBezTo>
                    <a:pt x="1982" y="2403"/>
                    <a:pt x="2217" y="2163"/>
                    <a:pt x="2163" y="1868"/>
                  </a:cubicBezTo>
                  <a:lnTo>
                    <a:pt x="1899" y="410"/>
                  </a:lnTo>
                  <a:cubicBezTo>
                    <a:pt x="1853" y="169"/>
                    <a:pt x="1646" y="0"/>
                    <a:pt x="1410" y="0"/>
                  </a:cubicBezTo>
                  <a:close/>
                </a:path>
              </a:pathLst>
            </a:custGeom>
            <a:solidFill>
              <a:srgbClr val="556E8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445" name="Google Shape;18445;p46"/>
            <p:cNvSpPr/>
            <p:nvPr/>
          </p:nvSpPr>
          <p:spPr>
            <a:xfrm>
              <a:off x="6876009" y="2624159"/>
              <a:ext cx="151216" cy="11935"/>
            </a:xfrm>
            <a:custGeom>
              <a:rect b="b" l="l" r="r" t="t"/>
              <a:pathLst>
                <a:path extrusionOk="0" h="455" w="5765">
                  <a:moveTo>
                    <a:pt x="1" y="0"/>
                  </a:moveTo>
                  <a:cubicBezTo>
                    <a:pt x="1" y="149"/>
                    <a:pt x="8" y="305"/>
                    <a:pt x="21" y="454"/>
                  </a:cubicBezTo>
                  <a:lnTo>
                    <a:pt x="5459" y="454"/>
                  </a:lnTo>
                  <a:cubicBezTo>
                    <a:pt x="5765" y="454"/>
                    <a:pt x="5765" y="0"/>
                    <a:pt x="5459" y="0"/>
                  </a:cubicBezTo>
                  <a:close/>
                </a:path>
              </a:pathLst>
            </a:custGeom>
            <a:solidFill>
              <a:srgbClr val="405C7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446" name="Google Shape;18446;p46"/>
            <p:cNvSpPr/>
            <p:nvPr/>
          </p:nvSpPr>
          <p:spPr>
            <a:xfrm>
              <a:off x="7051934" y="2621483"/>
              <a:ext cx="12118" cy="11935"/>
            </a:xfrm>
            <a:custGeom>
              <a:rect b="b" l="l" r="r" t="t"/>
              <a:pathLst>
                <a:path extrusionOk="0" h="455" w="462">
                  <a:moveTo>
                    <a:pt x="231" y="0"/>
                  </a:moveTo>
                  <a:cubicBezTo>
                    <a:pt x="102" y="0"/>
                    <a:pt x="0" y="102"/>
                    <a:pt x="0" y="231"/>
                  </a:cubicBezTo>
                  <a:cubicBezTo>
                    <a:pt x="0" y="353"/>
                    <a:pt x="102" y="455"/>
                    <a:pt x="231" y="455"/>
                  </a:cubicBezTo>
                  <a:cubicBezTo>
                    <a:pt x="359" y="455"/>
                    <a:pt x="461" y="353"/>
                    <a:pt x="461" y="231"/>
                  </a:cubicBezTo>
                  <a:cubicBezTo>
                    <a:pt x="461" y="102"/>
                    <a:pt x="359" y="0"/>
                    <a:pt x="231" y="0"/>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447" name="Google Shape;18447;p46"/>
            <p:cNvSpPr/>
            <p:nvPr/>
          </p:nvSpPr>
          <p:spPr>
            <a:xfrm>
              <a:off x="7096551" y="2475461"/>
              <a:ext cx="72421" cy="94480"/>
            </a:xfrm>
            <a:custGeom>
              <a:rect b="b" l="l" r="r" t="t"/>
              <a:pathLst>
                <a:path extrusionOk="0" h="3602" w="2761">
                  <a:moveTo>
                    <a:pt x="103" y="1"/>
                  </a:moveTo>
                  <a:cubicBezTo>
                    <a:pt x="35" y="1"/>
                    <a:pt x="1" y="75"/>
                    <a:pt x="35" y="129"/>
                  </a:cubicBezTo>
                  <a:cubicBezTo>
                    <a:pt x="143" y="265"/>
                    <a:pt x="245" y="516"/>
                    <a:pt x="245" y="991"/>
                  </a:cubicBezTo>
                  <a:cubicBezTo>
                    <a:pt x="245" y="1594"/>
                    <a:pt x="699" y="1797"/>
                    <a:pt x="699" y="1797"/>
                  </a:cubicBezTo>
                  <a:cubicBezTo>
                    <a:pt x="699" y="1797"/>
                    <a:pt x="245" y="2001"/>
                    <a:pt x="245" y="2611"/>
                  </a:cubicBezTo>
                  <a:cubicBezTo>
                    <a:pt x="245" y="3079"/>
                    <a:pt x="143" y="3330"/>
                    <a:pt x="35" y="3465"/>
                  </a:cubicBezTo>
                  <a:cubicBezTo>
                    <a:pt x="1" y="3520"/>
                    <a:pt x="35" y="3594"/>
                    <a:pt x="103" y="3601"/>
                  </a:cubicBezTo>
                  <a:cubicBezTo>
                    <a:pt x="882" y="3506"/>
                    <a:pt x="1554" y="2984"/>
                    <a:pt x="1839" y="2252"/>
                  </a:cubicBezTo>
                  <a:lnTo>
                    <a:pt x="2259" y="2252"/>
                  </a:lnTo>
                  <a:cubicBezTo>
                    <a:pt x="2263" y="2252"/>
                    <a:pt x="2268" y="2252"/>
                    <a:pt x="2273" y="2252"/>
                  </a:cubicBezTo>
                  <a:cubicBezTo>
                    <a:pt x="2511" y="2252"/>
                    <a:pt x="2707" y="2078"/>
                    <a:pt x="2740" y="1838"/>
                  </a:cubicBezTo>
                  <a:cubicBezTo>
                    <a:pt x="2761" y="1621"/>
                    <a:pt x="2618" y="1418"/>
                    <a:pt x="2401" y="1363"/>
                  </a:cubicBezTo>
                  <a:cubicBezTo>
                    <a:pt x="2286" y="1350"/>
                    <a:pt x="2171" y="1343"/>
                    <a:pt x="2056" y="1343"/>
                  </a:cubicBezTo>
                  <a:lnTo>
                    <a:pt x="1839" y="1343"/>
                  </a:lnTo>
                  <a:cubicBezTo>
                    <a:pt x="1554" y="611"/>
                    <a:pt x="882" y="89"/>
                    <a:pt x="103" y="1"/>
                  </a:cubicBezTo>
                  <a:close/>
                </a:path>
              </a:pathLst>
            </a:custGeom>
            <a:solidFill>
              <a:srgbClr val="556E8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8448" name="Google Shape;18448;p46"/>
          <p:cNvGrpSpPr/>
          <p:nvPr/>
        </p:nvGrpSpPr>
        <p:grpSpPr>
          <a:xfrm>
            <a:off x="6328222" y="2445847"/>
            <a:ext cx="370158" cy="344269"/>
            <a:chOff x="6328222" y="2445847"/>
            <a:chExt cx="370158" cy="344269"/>
          </a:xfrm>
        </p:grpSpPr>
        <p:sp>
          <p:nvSpPr>
            <p:cNvPr id="18449" name="Google Shape;18449;p46"/>
            <p:cNvSpPr/>
            <p:nvPr/>
          </p:nvSpPr>
          <p:spPr>
            <a:xfrm>
              <a:off x="6556423" y="2453585"/>
              <a:ext cx="128081" cy="56237"/>
            </a:xfrm>
            <a:custGeom>
              <a:rect b="b" l="l" r="r" t="t"/>
              <a:pathLst>
                <a:path extrusionOk="0" h="2144" w="4883">
                  <a:moveTo>
                    <a:pt x="2535" y="0"/>
                  </a:moveTo>
                  <a:cubicBezTo>
                    <a:pt x="1205" y="0"/>
                    <a:pt x="0" y="184"/>
                    <a:pt x="0" y="184"/>
                  </a:cubicBezTo>
                  <a:lnTo>
                    <a:pt x="3323" y="2143"/>
                  </a:lnTo>
                  <a:cubicBezTo>
                    <a:pt x="3729" y="1519"/>
                    <a:pt x="4326" y="984"/>
                    <a:pt x="4719" y="672"/>
                  </a:cubicBezTo>
                  <a:cubicBezTo>
                    <a:pt x="4882" y="536"/>
                    <a:pt x="4828" y="272"/>
                    <a:pt x="4625" y="218"/>
                  </a:cubicBezTo>
                  <a:cubicBezTo>
                    <a:pt x="4005" y="54"/>
                    <a:pt x="3252" y="0"/>
                    <a:pt x="2535" y="0"/>
                  </a:cubicBezTo>
                  <a:close/>
                </a:path>
              </a:pathLst>
            </a:custGeom>
            <a:solidFill>
              <a:srgbClr val="556E8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450" name="Google Shape;18450;p46"/>
            <p:cNvSpPr/>
            <p:nvPr/>
          </p:nvSpPr>
          <p:spPr>
            <a:xfrm>
              <a:off x="6328222" y="2445847"/>
              <a:ext cx="370158" cy="344269"/>
            </a:xfrm>
            <a:custGeom>
              <a:rect b="b" l="l" r="r" t="t"/>
              <a:pathLst>
                <a:path extrusionOk="0" h="13125" w="14112">
                  <a:moveTo>
                    <a:pt x="5734" y="0"/>
                  </a:moveTo>
                  <a:cubicBezTo>
                    <a:pt x="5254" y="0"/>
                    <a:pt x="4784" y="36"/>
                    <a:pt x="4333" y="106"/>
                  </a:cubicBezTo>
                  <a:cubicBezTo>
                    <a:pt x="2231" y="424"/>
                    <a:pt x="1" y="1014"/>
                    <a:pt x="1" y="1706"/>
                  </a:cubicBezTo>
                  <a:cubicBezTo>
                    <a:pt x="1" y="2065"/>
                    <a:pt x="468" y="2526"/>
                    <a:pt x="1147" y="2832"/>
                  </a:cubicBezTo>
                  <a:cubicBezTo>
                    <a:pt x="1345" y="2918"/>
                    <a:pt x="1559" y="2947"/>
                    <a:pt x="1803" y="2947"/>
                  </a:cubicBezTo>
                  <a:cubicBezTo>
                    <a:pt x="1959" y="2947"/>
                    <a:pt x="2128" y="2936"/>
                    <a:pt x="2313" y="2920"/>
                  </a:cubicBezTo>
                  <a:cubicBezTo>
                    <a:pt x="2611" y="3767"/>
                    <a:pt x="4096" y="4066"/>
                    <a:pt x="6578" y="4316"/>
                  </a:cubicBezTo>
                  <a:cubicBezTo>
                    <a:pt x="11080" y="4764"/>
                    <a:pt x="13006" y="8019"/>
                    <a:pt x="10985" y="10141"/>
                  </a:cubicBezTo>
                  <a:cubicBezTo>
                    <a:pt x="10233" y="10934"/>
                    <a:pt x="8639" y="11307"/>
                    <a:pt x="7710" y="11463"/>
                  </a:cubicBezTo>
                  <a:cubicBezTo>
                    <a:pt x="6259" y="10895"/>
                    <a:pt x="4638" y="10797"/>
                    <a:pt x="3655" y="10797"/>
                  </a:cubicBezTo>
                  <a:cubicBezTo>
                    <a:pt x="3581" y="10797"/>
                    <a:pt x="3511" y="10798"/>
                    <a:pt x="3445" y="10799"/>
                  </a:cubicBezTo>
                  <a:cubicBezTo>
                    <a:pt x="3269" y="10805"/>
                    <a:pt x="3221" y="11043"/>
                    <a:pt x="3377" y="11117"/>
                  </a:cubicBezTo>
                  <a:lnTo>
                    <a:pt x="5242" y="11965"/>
                  </a:lnTo>
                  <a:lnTo>
                    <a:pt x="3391" y="12806"/>
                  </a:lnTo>
                  <a:cubicBezTo>
                    <a:pt x="3235" y="12880"/>
                    <a:pt x="3282" y="13118"/>
                    <a:pt x="3459" y="13124"/>
                  </a:cubicBezTo>
                  <a:cubicBezTo>
                    <a:pt x="3488" y="13125"/>
                    <a:pt x="3517" y="13125"/>
                    <a:pt x="3548" y="13125"/>
                  </a:cubicBezTo>
                  <a:cubicBezTo>
                    <a:pt x="4555" y="13125"/>
                    <a:pt x="6322" y="13008"/>
                    <a:pt x="7744" y="12311"/>
                  </a:cubicBezTo>
                  <a:cubicBezTo>
                    <a:pt x="9609" y="12162"/>
                    <a:pt x="14111" y="11829"/>
                    <a:pt x="14111" y="7151"/>
                  </a:cubicBezTo>
                  <a:cubicBezTo>
                    <a:pt x="14111" y="6608"/>
                    <a:pt x="14050" y="6073"/>
                    <a:pt x="13935" y="5544"/>
                  </a:cubicBezTo>
                  <a:cubicBezTo>
                    <a:pt x="13826" y="5110"/>
                    <a:pt x="13670" y="4689"/>
                    <a:pt x="13480" y="4289"/>
                  </a:cubicBezTo>
                  <a:cubicBezTo>
                    <a:pt x="13250" y="3794"/>
                    <a:pt x="12965" y="3333"/>
                    <a:pt x="12619" y="2920"/>
                  </a:cubicBezTo>
                  <a:cubicBezTo>
                    <a:pt x="10976" y="952"/>
                    <a:pt x="8226" y="0"/>
                    <a:pt x="5734" y="0"/>
                  </a:cubicBezTo>
                  <a:close/>
                </a:path>
              </a:pathLst>
            </a:custGeom>
            <a:solidFill>
              <a:srgbClr val="70859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451" name="Google Shape;18451;p46"/>
            <p:cNvSpPr/>
            <p:nvPr/>
          </p:nvSpPr>
          <p:spPr>
            <a:xfrm>
              <a:off x="6328222" y="2465546"/>
              <a:ext cx="367115" cy="303219"/>
            </a:xfrm>
            <a:custGeom>
              <a:rect b="b" l="l" r="r" t="t"/>
              <a:pathLst>
                <a:path extrusionOk="0" h="11560" w="13996">
                  <a:moveTo>
                    <a:pt x="4168" y="0"/>
                  </a:moveTo>
                  <a:cubicBezTo>
                    <a:pt x="3649" y="0"/>
                    <a:pt x="3141" y="34"/>
                    <a:pt x="2652" y="101"/>
                  </a:cubicBezTo>
                  <a:cubicBezTo>
                    <a:pt x="1845" y="216"/>
                    <a:pt x="1011" y="358"/>
                    <a:pt x="279" y="528"/>
                  </a:cubicBezTo>
                  <a:cubicBezTo>
                    <a:pt x="102" y="663"/>
                    <a:pt x="1" y="806"/>
                    <a:pt x="1" y="955"/>
                  </a:cubicBezTo>
                  <a:cubicBezTo>
                    <a:pt x="1" y="1314"/>
                    <a:pt x="468" y="1775"/>
                    <a:pt x="1153" y="2081"/>
                  </a:cubicBezTo>
                  <a:cubicBezTo>
                    <a:pt x="1348" y="2167"/>
                    <a:pt x="1560" y="2196"/>
                    <a:pt x="1804" y="2196"/>
                  </a:cubicBezTo>
                  <a:cubicBezTo>
                    <a:pt x="1959" y="2196"/>
                    <a:pt x="2128" y="2185"/>
                    <a:pt x="2313" y="2169"/>
                  </a:cubicBezTo>
                  <a:cubicBezTo>
                    <a:pt x="2611" y="3016"/>
                    <a:pt x="4103" y="3315"/>
                    <a:pt x="6578" y="3565"/>
                  </a:cubicBezTo>
                  <a:cubicBezTo>
                    <a:pt x="9697" y="3877"/>
                    <a:pt x="11582" y="5532"/>
                    <a:pt x="11772" y="7227"/>
                  </a:cubicBezTo>
                  <a:cubicBezTo>
                    <a:pt x="12511" y="10109"/>
                    <a:pt x="8768" y="11404"/>
                    <a:pt x="7744" y="11560"/>
                  </a:cubicBezTo>
                  <a:cubicBezTo>
                    <a:pt x="8741" y="11485"/>
                    <a:pt x="10497" y="11350"/>
                    <a:pt x="11914" y="10522"/>
                  </a:cubicBezTo>
                  <a:cubicBezTo>
                    <a:pt x="12775" y="9783"/>
                    <a:pt x="13372" y="8692"/>
                    <a:pt x="13372" y="7085"/>
                  </a:cubicBezTo>
                  <a:cubicBezTo>
                    <a:pt x="13372" y="6549"/>
                    <a:pt x="13311" y="6013"/>
                    <a:pt x="13175" y="5491"/>
                  </a:cubicBezTo>
                  <a:cubicBezTo>
                    <a:pt x="13060" y="5057"/>
                    <a:pt x="12891" y="4637"/>
                    <a:pt x="12674" y="4244"/>
                  </a:cubicBezTo>
                  <a:cubicBezTo>
                    <a:pt x="12633" y="4155"/>
                    <a:pt x="12585" y="4081"/>
                    <a:pt x="12538" y="3999"/>
                  </a:cubicBezTo>
                  <a:lnTo>
                    <a:pt x="13840" y="3918"/>
                  </a:lnTo>
                  <a:cubicBezTo>
                    <a:pt x="13948" y="3904"/>
                    <a:pt x="13996" y="3776"/>
                    <a:pt x="13921" y="3694"/>
                  </a:cubicBezTo>
                  <a:cubicBezTo>
                    <a:pt x="12979" y="2731"/>
                    <a:pt x="11772" y="2067"/>
                    <a:pt x="10450" y="1796"/>
                  </a:cubicBezTo>
                  <a:cubicBezTo>
                    <a:pt x="8672" y="587"/>
                    <a:pt x="6333" y="0"/>
                    <a:pt x="4168" y="0"/>
                  </a:cubicBezTo>
                  <a:close/>
                </a:path>
              </a:pathLst>
            </a:custGeom>
            <a:solidFill>
              <a:srgbClr val="9BAFB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452" name="Google Shape;18452;p46"/>
            <p:cNvSpPr/>
            <p:nvPr/>
          </p:nvSpPr>
          <p:spPr>
            <a:xfrm>
              <a:off x="6441877" y="2460536"/>
              <a:ext cx="23843" cy="23843"/>
            </a:xfrm>
            <a:custGeom>
              <a:rect b="b" l="l" r="r" t="t"/>
              <a:pathLst>
                <a:path extrusionOk="0" h="909" w="909">
                  <a:moveTo>
                    <a:pt x="455" y="0"/>
                  </a:moveTo>
                  <a:cubicBezTo>
                    <a:pt x="204" y="0"/>
                    <a:pt x="0" y="203"/>
                    <a:pt x="0" y="454"/>
                  </a:cubicBezTo>
                  <a:cubicBezTo>
                    <a:pt x="0" y="705"/>
                    <a:pt x="204" y="909"/>
                    <a:pt x="455" y="909"/>
                  </a:cubicBezTo>
                  <a:cubicBezTo>
                    <a:pt x="706" y="909"/>
                    <a:pt x="909" y="705"/>
                    <a:pt x="909" y="454"/>
                  </a:cubicBezTo>
                  <a:cubicBezTo>
                    <a:pt x="909" y="203"/>
                    <a:pt x="706" y="0"/>
                    <a:pt x="455" y="0"/>
                  </a:cubicBezTo>
                  <a:close/>
                </a:path>
              </a:pathLst>
            </a:custGeom>
            <a:solidFill>
              <a:srgbClr val="203B5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453" name="Google Shape;18453;p46"/>
            <p:cNvSpPr/>
            <p:nvPr/>
          </p:nvSpPr>
          <p:spPr>
            <a:xfrm>
              <a:off x="6511071" y="2472051"/>
              <a:ext cx="30978" cy="38820"/>
            </a:xfrm>
            <a:custGeom>
              <a:rect b="b" l="l" r="r" t="t"/>
              <a:pathLst>
                <a:path extrusionOk="0" h="1480" w="1181">
                  <a:moveTo>
                    <a:pt x="940" y="1"/>
                  </a:moveTo>
                  <a:cubicBezTo>
                    <a:pt x="835" y="1"/>
                    <a:pt x="731" y="66"/>
                    <a:pt x="719" y="205"/>
                  </a:cubicBezTo>
                  <a:cubicBezTo>
                    <a:pt x="671" y="714"/>
                    <a:pt x="197" y="1060"/>
                    <a:pt x="183" y="1066"/>
                  </a:cubicBezTo>
                  <a:cubicBezTo>
                    <a:pt x="0" y="1195"/>
                    <a:pt x="95" y="1480"/>
                    <a:pt x="319" y="1480"/>
                  </a:cubicBezTo>
                  <a:cubicBezTo>
                    <a:pt x="366" y="1480"/>
                    <a:pt x="414" y="1460"/>
                    <a:pt x="448" y="1432"/>
                  </a:cubicBezTo>
                  <a:cubicBezTo>
                    <a:pt x="475" y="1419"/>
                    <a:pt x="1105" y="971"/>
                    <a:pt x="1166" y="246"/>
                  </a:cubicBezTo>
                  <a:cubicBezTo>
                    <a:pt x="1181" y="87"/>
                    <a:pt x="1060" y="1"/>
                    <a:pt x="940" y="1"/>
                  </a:cubicBezTo>
                  <a:close/>
                </a:path>
              </a:pathLst>
            </a:custGeom>
            <a:solidFill>
              <a:srgbClr val="556E8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454" name="Google Shape;18454;p46"/>
            <p:cNvSpPr/>
            <p:nvPr/>
          </p:nvSpPr>
          <p:spPr>
            <a:xfrm>
              <a:off x="6537905" y="2480261"/>
              <a:ext cx="24945" cy="34702"/>
            </a:xfrm>
            <a:custGeom>
              <a:rect b="b" l="l" r="r" t="t"/>
              <a:pathLst>
                <a:path extrusionOk="0" h="1323" w="951">
                  <a:moveTo>
                    <a:pt x="718" y="0"/>
                  </a:moveTo>
                  <a:cubicBezTo>
                    <a:pt x="714" y="0"/>
                    <a:pt x="710" y="0"/>
                    <a:pt x="706" y="1"/>
                  </a:cubicBezTo>
                  <a:cubicBezTo>
                    <a:pt x="577" y="1"/>
                    <a:pt x="482" y="109"/>
                    <a:pt x="482" y="231"/>
                  </a:cubicBezTo>
                  <a:cubicBezTo>
                    <a:pt x="489" y="618"/>
                    <a:pt x="164" y="916"/>
                    <a:pt x="157" y="923"/>
                  </a:cubicBezTo>
                  <a:cubicBezTo>
                    <a:pt x="1" y="1065"/>
                    <a:pt x="103" y="1323"/>
                    <a:pt x="306" y="1323"/>
                  </a:cubicBezTo>
                  <a:cubicBezTo>
                    <a:pt x="367" y="1316"/>
                    <a:pt x="421" y="1296"/>
                    <a:pt x="462" y="1262"/>
                  </a:cubicBezTo>
                  <a:cubicBezTo>
                    <a:pt x="482" y="1242"/>
                    <a:pt x="950" y="821"/>
                    <a:pt x="937" y="218"/>
                  </a:cubicBezTo>
                  <a:cubicBezTo>
                    <a:pt x="937" y="99"/>
                    <a:pt x="835" y="0"/>
                    <a:pt x="718" y="0"/>
                  </a:cubicBezTo>
                  <a:close/>
                </a:path>
              </a:pathLst>
            </a:custGeom>
            <a:solidFill>
              <a:srgbClr val="556E8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455" name="Google Shape;18455;p46"/>
            <p:cNvSpPr/>
            <p:nvPr/>
          </p:nvSpPr>
          <p:spPr>
            <a:xfrm>
              <a:off x="6561407" y="2488655"/>
              <a:ext cx="22610" cy="29876"/>
            </a:xfrm>
            <a:custGeom>
              <a:rect b="b" l="l" r="r" t="t"/>
              <a:pathLst>
                <a:path extrusionOk="0" h="1139" w="862">
                  <a:moveTo>
                    <a:pt x="623" y="0"/>
                  </a:moveTo>
                  <a:cubicBezTo>
                    <a:pt x="507" y="0"/>
                    <a:pt x="393" y="78"/>
                    <a:pt x="400" y="230"/>
                  </a:cubicBezTo>
                  <a:cubicBezTo>
                    <a:pt x="407" y="508"/>
                    <a:pt x="163" y="738"/>
                    <a:pt x="156" y="738"/>
                  </a:cubicBezTo>
                  <a:cubicBezTo>
                    <a:pt x="0" y="881"/>
                    <a:pt x="95" y="1138"/>
                    <a:pt x="305" y="1138"/>
                  </a:cubicBezTo>
                  <a:cubicBezTo>
                    <a:pt x="359" y="1138"/>
                    <a:pt x="414" y="1118"/>
                    <a:pt x="454" y="1084"/>
                  </a:cubicBezTo>
                  <a:cubicBezTo>
                    <a:pt x="475" y="1071"/>
                    <a:pt x="861" y="718"/>
                    <a:pt x="854" y="223"/>
                  </a:cubicBezTo>
                  <a:cubicBezTo>
                    <a:pt x="848" y="73"/>
                    <a:pt x="735" y="0"/>
                    <a:pt x="623" y="0"/>
                  </a:cubicBezTo>
                  <a:close/>
                </a:path>
              </a:pathLst>
            </a:custGeom>
            <a:solidFill>
              <a:srgbClr val="556E8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456" name="Google Shape;18456;p46"/>
            <p:cNvSpPr/>
            <p:nvPr/>
          </p:nvSpPr>
          <p:spPr>
            <a:xfrm>
              <a:off x="6388866" y="2518242"/>
              <a:ext cx="86244" cy="15240"/>
            </a:xfrm>
            <a:custGeom>
              <a:rect b="b" l="l" r="r" t="t"/>
              <a:pathLst>
                <a:path extrusionOk="0" h="581" w="3288">
                  <a:moveTo>
                    <a:pt x="1914" y="1"/>
                  </a:moveTo>
                  <a:cubicBezTo>
                    <a:pt x="1320" y="1"/>
                    <a:pt x="727" y="47"/>
                    <a:pt x="136" y="139"/>
                  </a:cubicBezTo>
                  <a:lnTo>
                    <a:pt x="1" y="153"/>
                  </a:lnTo>
                  <a:cubicBezTo>
                    <a:pt x="55" y="316"/>
                    <a:pt x="157" y="465"/>
                    <a:pt x="286" y="580"/>
                  </a:cubicBezTo>
                  <a:cubicBezTo>
                    <a:pt x="813" y="499"/>
                    <a:pt x="1346" y="459"/>
                    <a:pt x="1879" y="459"/>
                  </a:cubicBezTo>
                  <a:cubicBezTo>
                    <a:pt x="2236" y="459"/>
                    <a:pt x="2594" y="477"/>
                    <a:pt x="2950" y="512"/>
                  </a:cubicBezTo>
                  <a:cubicBezTo>
                    <a:pt x="2959" y="513"/>
                    <a:pt x="2967" y="513"/>
                    <a:pt x="2976" y="513"/>
                  </a:cubicBezTo>
                  <a:cubicBezTo>
                    <a:pt x="3251" y="513"/>
                    <a:pt x="3288" y="84"/>
                    <a:pt x="2998" y="58"/>
                  </a:cubicBezTo>
                  <a:lnTo>
                    <a:pt x="2998" y="51"/>
                  </a:lnTo>
                  <a:cubicBezTo>
                    <a:pt x="2636" y="18"/>
                    <a:pt x="2275" y="1"/>
                    <a:pt x="1914" y="1"/>
                  </a:cubicBezTo>
                  <a:close/>
                </a:path>
              </a:pathLst>
            </a:custGeom>
            <a:solidFill>
              <a:srgbClr val="70859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8457" name="Google Shape;18457;p46"/>
          <p:cNvGrpSpPr/>
          <p:nvPr/>
        </p:nvGrpSpPr>
        <p:grpSpPr>
          <a:xfrm>
            <a:off x="5249540" y="2432942"/>
            <a:ext cx="351639" cy="370185"/>
            <a:chOff x="5249540" y="2432942"/>
            <a:chExt cx="351639" cy="370185"/>
          </a:xfrm>
        </p:grpSpPr>
        <p:sp>
          <p:nvSpPr>
            <p:cNvPr id="18458" name="Google Shape;18458;p46"/>
            <p:cNvSpPr/>
            <p:nvPr/>
          </p:nvSpPr>
          <p:spPr>
            <a:xfrm>
              <a:off x="5268556" y="2532721"/>
              <a:ext cx="131281" cy="68854"/>
            </a:xfrm>
            <a:custGeom>
              <a:rect b="b" l="l" r="r" t="t"/>
              <a:pathLst>
                <a:path extrusionOk="0" h="2625" w="5005">
                  <a:moveTo>
                    <a:pt x="3994" y="1"/>
                  </a:moveTo>
                  <a:lnTo>
                    <a:pt x="0" y="2266"/>
                  </a:lnTo>
                  <a:cubicBezTo>
                    <a:pt x="419" y="2521"/>
                    <a:pt x="877" y="2624"/>
                    <a:pt x="1335" y="2624"/>
                  </a:cubicBezTo>
                  <a:cubicBezTo>
                    <a:pt x="2080" y="2624"/>
                    <a:pt x="2824" y="2351"/>
                    <a:pt x="3391" y="2015"/>
                  </a:cubicBezTo>
                  <a:cubicBezTo>
                    <a:pt x="4021" y="1642"/>
                    <a:pt x="4469" y="1391"/>
                    <a:pt x="5005" y="1310"/>
                  </a:cubicBezTo>
                  <a:lnTo>
                    <a:pt x="3994" y="1"/>
                  </a:lnTo>
                  <a:close/>
                </a:path>
              </a:pathLst>
            </a:custGeom>
            <a:solidFill>
              <a:srgbClr val="D1DCE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459" name="Google Shape;18459;p46"/>
            <p:cNvSpPr/>
            <p:nvPr/>
          </p:nvSpPr>
          <p:spPr>
            <a:xfrm>
              <a:off x="5476482" y="2439054"/>
              <a:ext cx="96946" cy="67726"/>
            </a:xfrm>
            <a:custGeom>
              <a:rect b="b" l="l" r="r" t="t"/>
              <a:pathLst>
                <a:path extrusionOk="0" h="2582" w="3696">
                  <a:moveTo>
                    <a:pt x="1932" y="0"/>
                  </a:moveTo>
                  <a:cubicBezTo>
                    <a:pt x="725" y="0"/>
                    <a:pt x="0" y="304"/>
                    <a:pt x="0" y="304"/>
                  </a:cubicBezTo>
                  <a:lnTo>
                    <a:pt x="2489" y="2582"/>
                  </a:lnTo>
                  <a:lnTo>
                    <a:pt x="3533" y="799"/>
                  </a:lnTo>
                  <a:cubicBezTo>
                    <a:pt x="3696" y="514"/>
                    <a:pt x="3519" y="155"/>
                    <a:pt x="3194" y="107"/>
                  </a:cubicBezTo>
                  <a:cubicBezTo>
                    <a:pt x="2731" y="30"/>
                    <a:pt x="2308" y="0"/>
                    <a:pt x="1932" y="0"/>
                  </a:cubicBezTo>
                  <a:close/>
                </a:path>
              </a:pathLst>
            </a:custGeom>
            <a:solidFill>
              <a:srgbClr val="6C81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460" name="Google Shape;18460;p46"/>
            <p:cNvSpPr/>
            <p:nvPr/>
          </p:nvSpPr>
          <p:spPr>
            <a:xfrm>
              <a:off x="5249540" y="2432942"/>
              <a:ext cx="342931" cy="370184"/>
            </a:xfrm>
            <a:custGeom>
              <a:rect b="b" l="l" r="r" t="t"/>
              <a:pathLst>
                <a:path extrusionOk="0" h="14113" w="13074">
                  <a:moveTo>
                    <a:pt x="6472" y="0"/>
                  </a:moveTo>
                  <a:cubicBezTo>
                    <a:pt x="5312" y="0"/>
                    <a:pt x="3885" y="383"/>
                    <a:pt x="3119" y="998"/>
                  </a:cubicBezTo>
                  <a:cubicBezTo>
                    <a:pt x="1858" y="2001"/>
                    <a:pt x="1641" y="2896"/>
                    <a:pt x="1621" y="3337"/>
                  </a:cubicBezTo>
                  <a:cubicBezTo>
                    <a:pt x="1614" y="3540"/>
                    <a:pt x="1512" y="3730"/>
                    <a:pt x="1349" y="3852"/>
                  </a:cubicBezTo>
                  <a:cubicBezTo>
                    <a:pt x="298" y="4646"/>
                    <a:pt x="34" y="5283"/>
                    <a:pt x="7" y="5703"/>
                  </a:cubicBezTo>
                  <a:cubicBezTo>
                    <a:pt x="1" y="5972"/>
                    <a:pt x="216" y="6175"/>
                    <a:pt x="465" y="6175"/>
                  </a:cubicBezTo>
                  <a:cubicBezTo>
                    <a:pt x="506" y="6175"/>
                    <a:pt x="548" y="6169"/>
                    <a:pt x="590" y="6158"/>
                  </a:cubicBezTo>
                  <a:cubicBezTo>
                    <a:pt x="1939" y="5792"/>
                    <a:pt x="3200" y="5141"/>
                    <a:pt x="4299" y="4266"/>
                  </a:cubicBezTo>
                  <a:cubicBezTo>
                    <a:pt x="4385" y="4196"/>
                    <a:pt x="4488" y="4162"/>
                    <a:pt x="4589" y="4162"/>
                  </a:cubicBezTo>
                  <a:cubicBezTo>
                    <a:pt x="4734" y="4162"/>
                    <a:pt x="4876" y="4232"/>
                    <a:pt x="4963" y="4368"/>
                  </a:cubicBezTo>
                  <a:cubicBezTo>
                    <a:pt x="5933" y="5859"/>
                    <a:pt x="7635" y="6382"/>
                    <a:pt x="8666" y="6571"/>
                  </a:cubicBezTo>
                  <a:lnTo>
                    <a:pt x="8666" y="6599"/>
                  </a:lnTo>
                  <a:cubicBezTo>
                    <a:pt x="8903" y="6931"/>
                    <a:pt x="9079" y="7304"/>
                    <a:pt x="9174" y="7704"/>
                  </a:cubicBezTo>
                  <a:cubicBezTo>
                    <a:pt x="9723" y="9819"/>
                    <a:pt x="8130" y="11881"/>
                    <a:pt x="5940" y="11887"/>
                  </a:cubicBezTo>
                  <a:cubicBezTo>
                    <a:pt x="5519" y="11887"/>
                    <a:pt x="5004" y="11867"/>
                    <a:pt x="4563" y="11820"/>
                  </a:cubicBezTo>
                  <a:lnTo>
                    <a:pt x="2563" y="10721"/>
                  </a:lnTo>
                  <a:cubicBezTo>
                    <a:pt x="2544" y="10710"/>
                    <a:pt x="2524" y="10705"/>
                    <a:pt x="2505" y="10705"/>
                  </a:cubicBezTo>
                  <a:cubicBezTo>
                    <a:pt x="2431" y="10705"/>
                    <a:pt x="2368" y="10782"/>
                    <a:pt x="2400" y="10864"/>
                  </a:cubicBezTo>
                  <a:cubicBezTo>
                    <a:pt x="2536" y="11223"/>
                    <a:pt x="2834" y="11840"/>
                    <a:pt x="3350" y="12260"/>
                  </a:cubicBezTo>
                  <a:cubicBezTo>
                    <a:pt x="3451" y="12348"/>
                    <a:pt x="3465" y="12504"/>
                    <a:pt x="3370" y="12599"/>
                  </a:cubicBezTo>
                  <a:cubicBezTo>
                    <a:pt x="2977" y="12993"/>
                    <a:pt x="2658" y="13447"/>
                    <a:pt x="2427" y="13949"/>
                  </a:cubicBezTo>
                  <a:cubicBezTo>
                    <a:pt x="2389" y="14031"/>
                    <a:pt x="2452" y="14113"/>
                    <a:pt x="2532" y="14113"/>
                  </a:cubicBezTo>
                  <a:cubicBezTo>
                    <a:pt x="2551" y="14113"/>
                    <a:pt x="2571" y="14108"/>
                    <a:pt x="2590" y="14098"/>
                  </a:cubicBezTo>
                  <a:lnTo>
                    <a:pt x="4807" y="12871"/>
                  </a:lnTo>
                  <a:cubicBezTo>
                    <a:pt x="5397" y="12911"/>
                    <a:pt x="6055" y="12932"/>
                    <a:pt x="6360" y="12932"/>
                  </a:cubicBezTo>
                  <a:cubicBezTo>
                    <a:pt x="10110" y="12932"/>
                    <a:pt x="13073" y="9751"/>
                    <a:pt x="12809" y="6009"/>
                  </a:cubicBezTo>
                  <a:cubicBezTo>
                    <a:pt x="12564" y="2774"/>
                    <a:pt x="9981" y="211"/>
                    <a:pt x="6747" y="8"/>
                  </a:cubicBezTo>
                  <a:cubicBezTo>
                    <a:pt x="6657" y="3"/>
                    <a:pt x="6565" y="0"/>
                    <a:pt x="6472" y="0"/>
                  </a:cubicBezTo>
                  <a:close/>
                </a:path>
              </a:pathLst>
            </a:custGeom>
            <a:solidFill>
              <a:srgbClr val="7F92A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461" name="Google Shape;18461;p46"/>
            <p:cNvSpPr/>
            <p:nvPr/>
          </p:nvSpPr>
          <p:spPr>
            <a:xfrm>
              <a:off x="5249540" y="2484196"/>
              <a:ext cx="351639" cy="318931"/>
            </a:xfrm>
            <a:custGeom>
              <a:rect b="b" l="l" r="r" t="t"/>
              <a:pathLst>
                <a:path extrusionOk="0" h="12159" w="13406">
                  <a:moveTo>
                    <a:pt x="6290" y="0"/>
                  </a:moveTo>
                  <a:cubicBezTo>
                    <a:pt x="4288" y="0"/>
                    <a:pt x="2413" y="969"/>
                    <a:pt x="1349" y="1898"/>
                  </a:cubicBezTo>
                  <a:cubicBezTo>
                    <a:pt x="298" y="2699"/>
                    <a:pt x="34" y="3329"/>
                    <a:pt x="7" y="3749"/>
                  </a:cubicBezTo>
                  <a:cubicBezTo>
                    <a:pt x="1" y="4018"/>
                    <a:pt x="216" y="4221"/>
                    <a:pt x="465" y="4221"/>
                  </a:cubicBezTo>
                  <a:cubicBezTo>
                    <a:pt x="506" y="4221"/>
                    <a:pt x="548" y="4215"/>
                    <a:pt x="590" y="4204"/>
                  </a:cubicBezTo>
                  <a:cubicBezTo>
                    <a:pt x="1939" y="3831"/>
                    <a:pt x="3207" y="3187"/>
                    <a:pt x="4299" y="2312"/>
                  </a:cubicBezTo>
                  <a:cubicBezTo>
                    <a:pt x="4386" y="2242"/>
                    <a:pt x="4489" y="2208"/>
                    <a:pt x="4592" y="2208"/>
                  </a:cubicBezTo>
                  <a:cubicBezTo>
                    <a:pt x="4736" y="2208"/>
                    <a:pt x="4879" y="2276"/>
                    <a:pt x="4970" y="2407"/>
                  </a:cubicBezTo>
                  <a:cubicBezTo>
                    <a:pt x="5933" y="3905"/>
                    <a:pt x="7642" y="4428"/>
                    <a:pt x="8666" y="4611"/>
                  </a:cubicBezTo>
                  <a:lnTo>
                    <a:pt x="8672" y="4645"/>
                  </a:lnTo>
                  <a:cubicBezTo>
                    <a:pt x="8910" y="4977"/>
                    <a:pt x="9079" y="5350"/>
                    <a:pt x="9181" y="5750"/>
                  </a:cubicBezTo>
                  <a:cubicBezTo>
                    <a:pt x="9730" y="7865"/>
                    <a:pt x="8130" y="9927"/>
                    <a:pt x="5947" y="9933"/>
                  </a:cubicBezTo>
                  <a:cubicBezTo>
                    <a:pt x="5519" y="9933"/>
                    <a:pt x="5004" y="9906"/>
                    <a:pt x="4570" y="9866"/>
                  </a:cubicBezTo>
                  <a:lnTo>
                    <a:pt x="2563" y="8767"/>
                  </a:lnTo>
                  <a:cubicBezTo>
                    <a:pt x="2544" y="8756"/>
                    <a:pt x="2524" y="8751"/>
                    <a:pt x="2505" y="8751"/>
                  </a:cubicBezTo>
                  <a:cubicBezTo>
                    <a:pt x="2431" y="8751"/>
                    <a:pt x="2368" y="8828"/>
                    <a:pt x="2400" y="8910"/>
                  </a:cubicBezTo>
                  <a:cubicBezTo>
                    <a:pt x="2536" y="9269"/>
                    <a:pt x="2834" y="9886"/>
                    <a:pt x="3350" y="10306"/>
                  </a:cubicBezTo>
                  <a:cubicBezTo>
                    <a:pt x="3451" y="10388"/>
                    <a:pt x="3465" y="10550"/>
                    <a:pt x="3370" y="10645"/>
                  </a:cubicBezTo>
                  <a:cubicBezTo>
                    <a:pt x="2983" y="11039"/>
                    <a:pt x="2665" y="11493"/>
                    <a:pt x="2427" y="11995"/>
                  </a:cubicBezTo>
                  <a:cubicBezTo>
                    <a:pt x="2389" y="12077"/>
                    <a:pt x="2452" y="12159"/>
                    <a:pt x="2532" y="12159"/>
                  </a:cubicBezTo>
                  <a:cubicBezTo>
                    <a:pt x="2551" y="12159"/>
                    <a:pt x="2571" y="12154"/>
                    <a:pt x="2590" y="12144"/>
                  </a:cubicBezTo>
                  <a:lnTo>
                    <a:pt x="4807" y="10917"/>
                  </a:lnTo>
                  <a:cubicBezTo>
                    <a:pt x="5397" y="10957"/>
                    <a:pt x="6055" y="10978"/>
                    <a:pt x="6360" y="10978"/>
                  </a:cubicBezTo>
                  <a:cubicBezTo>
                    <a:pt x="7228" y="10978"/>
                    <a:pt x="8089" y="10801"/>
                    <a:pt x="8889" y="10462"/>
                  </a:cubicBezTo>
                  <a:cubicBezTo>
                    <a:pt x="13405" y="7669"/>
                    <a:pt x="11690" y="2407"/>
                    <a:pt x="9405" y="915"/>
                  </a:cubicBezTo>
                  <a:cubicBezTo>
                    <a:pt x="8395" y="259"/>
                    <a:pt x="7326" y="0"/>
                    <a:pt x="6290" y="0"/>
                  </a:cubicBezTo>
                  <a:close/>
                </a:path>
              </a:pathLst>
            </a:custGeom>
            <a:solidFill>
              <a:srgbClr val="6C81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462" name="Google Shape;18462;p46"/>
            <p:cNvSpPr/>
            <p:nvPr/>
          </p:nvSpPr>
          <p:spPr>
            <a:xfrm>
              <a:off x="5369227" y="2515540"/>
              <a:ext cx="191820" cy="234549"/>
            </a:xfrm>
            <a:custGeom>
              <a:rect b="b" l="l" r="r" t="t"/>
              <a:pathLst>
                <a:path extrusionOk="0" h="8942" w="7313">
                  <a:moveTo>
                    <a:pt x="3181" y="1"/>
                  </a:moveTo>
                  <a:cubicBezTo>
                    <a:pt x="3077" y="1"/>
                    <a:pt x="2994" y="93"/>
                    <a:pt x="3018" y="202"/>
                  </a:cubicBezTo>
                  <a:cubicBezTo>
                    <a:pt x="3350" y="1653"/>
                    <a:pt x="5181" y="1924"/>
                    <a:pt x="4964" y="3409"/>
                  </a:cubicBezTo>
                  <a:cubicBezTo>
                    <a:pt x="4957" y="3465"/>
                    <a:pt x="4910" y="3505"/>
                    <a:pt x="4855" y="3505"/>
                  </a:cubicBezTo>
                  <a:cubicBezTo>
                    <a:pt x="4851" y="3505"/>
                    <a:pt x="4846" y="3504"/>
                    <a:pt x="4842" y="3504"/>
                  </a:cubicBezTo>
                  <a:cubicBezTo>
                    <a:pt x="4699" y="3497"/>
                    <a:pt x="4415" y="3463"/>
                    <a:pt x="4069" y="3409"/>
                  </a:cubicBezTo>
                  <a:lnTo>
                    <a:pt x="4069" y="3409"/>
                  </a:lnTo>
                  <a:cubicBezTo>
                    <a:pt x="4320" y="3755"/>
                    <a:pt x="4503" y="4141"/>
                    <a:pt x="4611" y="4555"/>
                  </a:cubicBezTo>
                  <a:cubicBezTo>
                    <a:pt x="5160" y="6670"/>
                    <a:pt x="3567" y="8738"/>
                    <a:pt x="1377" y="8738"/>
                  </a:cubicBezTo>
                  <a:cubicBezTo>
                    <a:pt x="956" y="8738"/>
                    <a:pt x="441" y="8718"/>
                    <a:pt x="0" y="8677"/>
                  </a:cubicBezTo>
                  <a:lnTo>
                    <a:pt x="0" y="8677"/>
                  </a:lnTo>
                  <a:cubicBezTo>
                    <a:pt x="679" y="8859"/>
                    <a:pt x="1305" y="8942"/>
                    <a:pt x="1877" y="8942"/>
                  </a:cubicBezTo>
                  <a:cubicBezTo>
                    <a:pt x="5971" y="8942"/>
                    <a:pt x="7312" y="4695"/>
                    <a:pt x="5438" y="1815"/>
                  </a:cubicBezTo>
                  <a:cubicBezTo>
                    <a:pt x="4998" y="1124"/>
                    <a:pt x="4381" y="561"/>
                    <a:pt x="3655" y="175"/>
                  </a:cubicBezTo>
                  <a:cubicBezTo>
                    <a:pt x="3519" y="100"/>
                    <a:pt x="3370" y="46"/>
                    <a:pt x="3221" y="5"/>
                  </a:cubicBezTo>
                  <a:cubicBezTo>
                    <a:pt x="3208" y="2"/>
                    <a:pt x="3194" y="1"/>
                    <a:pt x="3181" y="1"/>
                  </a:cubicBezTo>
                  <a:close/>
                </a:path>
              </a:pathLst>
            </a:custGeom>
            <a:solidFill>
              <a:srgbClr val="D1DCE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463" name="Google Shape;18463;p46"/>
            <p:cNvSpPr/>
            <p:nvPr/>
          </p:nvSpPr>
          <p:spPr>
            <a:xfrm>
              <a:off x="5352335" y="2493245"/>
              <a:ext cx="24027" cy="30086"/>
            </a:xfrm>
            <a:custGeom>
              <a:rect b="b" l="l" r="r" t="t"/>
              <a:pathLst>
                <a:path extrusionOk="0" h="1147" w="916">
                  <a:moveTo>
                    <a:pt x="467" y="0"/>
                  </a:moveTo>
                  <a:cubicBezTo>
                    <a:pt x="463" y="0"/>
                    <a:pt x="459" y="1"/>
                    <a:pt x="454" y="1"/>
                  </a:cubicBezTo>
                  <a:cubicBezTo>
                    <a:pt x="204" y="1"/>
                    <a:pt x="0" y="204"/>
                    <a:pt x="0" y="455"/>
                  </a:cubicBezTo>
                  <a:lnTo>
                    <a:pt x="0" y="685"/>
                  </a:lnTo>
                  <a:cubicBezTo>
                    <a:pt x="0" y="943"/>
                    <a:pt x="204" y="1147"/>
                    <a:pt x="454" y="1147"/>
                  </a:cubicBezTo>
                  <a:cubicBezTo>
                    <a:pt x="712" y="1147"/>
                    <a:pt x="916" y="943"/>
                    <a:pt x="916" y="685"/>
                  </a:cubicBezTo>
                  <a:lnTo>
                    <a:pt x="916" y="455"/>
                  </a:lnTo>
                  <a:cubicBezTo>
                    <a:pt x="916" y="208"/>
                    <a:pt x="718" y="0"/>
                    <a:pt x="467" y="0"/>
                  </a:cubicBezTo>
                  <a:close/>
                </a:path>
              </a:pathLst>
            </a:custGeom>
            <a:solidFill>
              <a:srgbClr val="203B5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464" name="Google Shape;18464;p46"/>
            <p:cNvSpPr/>
            <p:nvPr/>
          </p:nvSpPr>
          <p:spPr>
            <a:xfrm>
              <a:off x="5358184" y="2499304"/>
              <a:ext cx="12118" cy="11935"/>
            </a:xfrm>
            <a:custGeom>
              <a:rect b="b" l="l" r="r" t="t"/>
              <a:pathLst>
                <a:path extrusionOk="0" h="455" w="462">
                  <a:moveTo>
                    <a:pt x="231" y="0"/>
                  </a:moveTo>
                  <a:cubicBezTo>
                    <a:pt x="109" y="0"/>
                    <a:pt x="1" y="102"/>
                    <a:pt x="1" y="224"/>
                  </a:cubicBezTo>
                  <a:cubicBezTo>
                    <a:pt x="1" y="353"/>
                    <a:pt x="109" y="454"/>
                    <a:pt x="231" y="454"/>
                  </a:cubicBezTo>
                  <a:cubicBezTo>
                    <a:pt x="360" y="454"/>
                    <a:pt x="462" y="353"/>
                    <a:pt x="462" y="224"/>
                  </a:cubicBezTo>
                  <a:cubicBezTo>
                    <a:pt x="462" y="102"/>
                    <a:pt x="360" y="0"/>
                    <a:pt x="231" y="0"/>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8465" name="Google Shape;18465;p46"/>
          <p:cNvGrpSpPr/>
          <p:nvPr/>
        </p:nvGrpSpPr>
        <p:grpSpPr>
          <a:xfrm>
            <a:off x="4137047" y="2482176"/>
            <a:ext cx="371102" cy="271585"/>
            <a:chOff x="4137047" y="2482176"/>
            <a:chExt cx="371102" cy="271585"/>
          </a:xfrm>
        </p:grpSpPr>
        <p:sp>
          <p:nvSpPr>
            <p:cNvPr id="18466" name="Google Shape;18466;p46"/>
            <p:cNvSpPr/>
            <p:nvPr/>
          </p:nvSpPr>
          <p:spPr>
            <a:xfrm>
              <a:off x="4264367" y="2702062"/>
              <a:ext cx="108540" cy="51699"/>
            </a:xfrm>
            <a:custGeom>
              <a:rect b="b" l="l" r="r" t="t"/>
              <a:pathLst>
                <a:path extrusionOk="0" h="1971" w="4138">
                  <a:moveTo>
                    <a:pt x="3927" y="0"/>
                  </a:moveTo>
                  <a:lnTo>
                    <a:pt x="1" y="1160"/>
                  </a:lnTo>
                  <a:cubicBezTo>
                    <a:pt x="1" y="1160"/>
                    <a:pt x="1711" y="1970"/>
                    <a:pt x="3364" y="1970"/>
                  </a:cubicBezTo>
                  <a:cubicBezTo>
                    <a:pt x="3544" y="1970"/>
                    <a:pt x="3723" y="1961"/>
                    <a:pt x="3900" y="1939"/>
                  </a:cubicBezTo>
                  <a:cubicBezTo>
                    <a:pt x="4049" y="1926"/>
                    <a:pt x="4137" y="1770"/>
                    <a:pt x="4090" y="1627"/>
                  </a:cubicBezTo>
                  <a:cubicBezTo>
                    <a:pt x="3954" y="1282"/>
                    <a:pt x="3771" y="631"/>
                    <a:pt x="3927" y="0"/>
                  </a:cubicBezTo>
                  <a:close/>
                </a:path>
              </a:pathLst>
            </a:custGeom>
            <a:solidFill>
              <a:srgbClr val="5D748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467" name="Google Shape;18467;p46"/>
            <p:cNvSpPr/>
            <p:nvPr/>
          </p:nvSpPr>
          <p:spPr>
            <a:xfrm>
              <a:off x="4240026" y="2482176"/>
              <a:ext cx="181958" cy="104841"/>
            </a:xfrm>
            <a:custGeom>
              <a:rect b="b" l="l" r="r" t="t"/>
              <a:pathLst>
                <a:path extrusionOk="0" h="3997" w="6937">
                  <a:moveTo>
                    <a:pt x="1310" y="1"/>
                  </a:moveTo>
                  <a:cubicBezTo>
                    <a:pt x="1233" y="1"/>
                    <a:pt x="1156" y="41"/>
                    <a:pt x="1119" y="111"/>
                  </a:cubicBezTo>
                  <a:lnTo>
                    <a:pt x="0" y="1914"/>
                  </a:lnTo>
                  <a:lnTo>
                    <a:pt x="6937" y="3996"/>
                  </a:lnTo>
                  <a:cubicBezTo>
                    <a:pt x="5628" y="2036"/>
                    <a:pt x="3648" y="619"/>
                    <a:pt x="1370" y="9"/>
                  </a:cubicBezTo>
                  <a:cubicBezTo>
                    <a:pt x="1350" y="3"/>
                    <a:pt x="1330" y="1"/>
                    <a:pt x="1310" y="1"/>
                  </a:cubicBezTo>
                  <a:close/>
                </a:path>
              </a:pathLst>
            </a:custGeom>
            <a:solidFill>
              <a:srgbClr val="5D748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468" name="Google Shape;18468;p46"/>
            <p:cNvSpPr/>
            <p:nvPr/>
          </p:nvSpPr>
          <p:spPr>
            <a:xfrm>
              <a:off x="4415924" y="2545049"/>
              <a:ext cx="92225" cy="168528"/>
            </a:xfrm>
            <a:custGeom>
              <a:rect b="b" l="l" r="r" t="t"/>
              <a:pathLst>
                <a:path extrusionOk="0" h="6425" w="3516">
                  <a:moveTo>
                    <a:pt x="3267" y="1"/>
                  </a:moveTo>
                  <a:cubicBezTo>
                    <a:pt x="3209" y="1"/>
                    <a:pt x="3150" y="25"/>
                    <a:pt x="3106" y="80"/>
                  </a:cubicBezTo>
                  <a:cubicBezTo>
                    <a:pt x="2522" y="758"/>
                    <a:pt x="1505" y="1674"/>
                    <a:pt x="0" y="2060"/>
                  </a:cubicBezTo>
                  <a:lnTo>
                    <a:pt x="41" y="4372"/>
                  </a:lnTo>
                  <a:cubicBezTo>
                    <a:pt x="1519" y="4759"/>
                    <a:pt x="2522" y="5667"/>
                    <a:pt x="3106" y="6345"/>
                  </a:cubicBezTo>
                  <a:cubicBezTo>
                    <a:pt x="3150" y="6401"/>
                    <a:pt x="3209" y="6425"/>
                    <a:pt x="3266" y="6425"/>
                  </a:cubicBezTo>
                  <a:cubicBezTo>
                    <a:pt x="3391" y="6425"/>
                    <a:pt x="3511" y="6311"/>
                    <a:pt x="3479" y="6162"/>
                  </a:cubicBezTo>
                  <a:lnTo>
                    <a:pt x="2950" y="3728"/>
                  </a:lnTo>
                  <a:cubicBezTo>
                    <a:pt x="2895" y="3389"/>
                    <a:pt x="2895" y="3043"/>
                    <a:pt x="2950" y="2697"/>
                  </a:cubicBezTo>
                  <a:lnTo>
                    <a:pt x="3479" y="263"/>
                  </a:lnTo>
                  <a:cubicBezTo>
                    <a:pt x="3516" y="114"/>
                    <a:pt x="3394" y="1"/>
                    <a:pt x="3267" y="1"/>
                  </a:cubicBezTo>
                  <a:close/>
                </a:path>
              </a:pathLst>
            </a:custGeom>
            <a:solidFill>
              <a:srgbClr val="BEC7C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469" name="Google Shape;18469;p46"/>
            <p:cNvSpPr/>
            <p:nvPr/>
          </p:nvSpPr>
          <p:spPr>
            <a:xfrm>
              <a:off x="4137047" y="2520104"/>
              <a:ext cx="315363" cy="218443"/>
            </a:xfrm>
            <a:custGeom>
              <a:rect b="b" l="l" r="r" t="t"/>
              <a:pathLst>
                <a:path extrusionOk="0" h="8328" w="12023">
                  <a:moveTo>
                    <a:pt x="4157" y="1"/>
                  </a:moveTo>
                  <a:cubicBezTo>
                    <a:pt x="678" y="1"/>
                    <a:pt x="95" y="3269"/>
                    <a:pt x="14" y="4015"/>
                  </a:cubicBezTo>
                  <a:cubicBezTo>
                    <a:pt x="0" y="4110"/>
                    <a:pt x="47" y="4204"/>
                    <a:pt x="136" y="4245"/>
                  </a:cubicBezTo>
                  <a:cubicBezTo>
                    <a:pt x="335" y="4345"/>
                    <a:pt x="763" y="4503"/>
                    <a:pt x="1440" y="4503"/>
                  </a:cubicBezTo>
                  <a:cubicBezTo>
                    <a:pt x="1594" y="4503"/>
                    <a:pt x="1760" y="4495"/>
                    <a:pt x="1939" y="4476"/>
                  </a:cubicBezTo>
                  <a:lnTo>
                    <a:pt x="1939" y="4476"/>
                  </a:lnTo>
                  <a:cubicBezTo>
                    <a:pt x="1709" y="4957"/>
                    <a:pt x="1166" y="5283"/>
                    <a:pt x="658" y="5398"/>
                  </a:cubicBezTo>
                  <a:cubicBezTo>
                    <a:pt x="529" y="5425"/>
                    <a:pt x="454" y="5554"/>
                    <a:pt x="488" y="5683"/>
                  </a:cubicBezTo>
                  <a:cubicBezTo>
                    <a:pt x="678" y="6381"/>
                    <a:pt x="1458" y="8327"/>
                    <a:pt x="4163" y="8327"/>
                  </a:cubicBezTo>
                  <a:cubicBezTo>
                    <a:pt x="6462" y="8327"/>
                    <a:pt x="12022" y="6462"/>
                    <a:pt x="12022" y="4164"/>
                  </a:cubicBezTo>
                  <a:cubicBezTo>
                    <a:pt x="12022" y="1865"/>
                    <a:pt x="6455" y="1"/>
                    <a:pt x="4157" y="1"/>
                  </a:cubicBezTo>
                  <a:close/>
                </a:path>
              </a:pathLst>
            </a:custGeom>
            <a:solidFill>
              <a:srgbClr val="7F92A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470" name="Google Shape;18470;p46"/>
            <p:cNvSpPr/>
            <p:nvPr/>
          </p:nvSpPr>
          <p:spPr>
            <a:xfrm>
              <a:off x="4148955" y="2618283"/>
              <a:ext cx="303455" cy="120265"/>
            </a:xfrm>
            <a:custGeom>
              <a:rect b="b" l="l" r="r" t="t"/>
              <a:pathLst>
                <a:path extrusionOk="0" h="4585" w="11569">
                  <a:moveTo>
                    <a:pt x="11507" y="0"/>
                  </a:moveTo>
                  <a:cubicBezTo>
                    <a:pt x="10063" y="1316"/>
                    <a:pt x="6035" y="2272"/>
                    <a:pt x="4170" y="2272"/>
                  </a:cubicBezTo>
                  <a:cubicBezTo>
                    <a:pt x="2570" y="2272"/>
                    <a:pt x="1648" y="1743"/>
                    <a:pt x="1119" y="1201"/>
                  </a:cubicBezTo>
                  <a:cubicBezTo>
                    <a:pt x="855" y="1424"/>
                    <a:pt x="536" y="1580"/>
                    <a:pt x="204" y="1655"/>
                  </a:cubicBezTo>
                  <a:cubicBezTo>
                    <a:pt x="75" y="1682"/>
                    <a:pt x="0" y="1811"/>
                    <a:pt x="34" y="1940"/>
                  </a:cubicBezTo>
                  <a:cubicBezTo>
                    <a:pt x="224" y="2638"/>
                    <a:pt x="997" y="4584"/>
                    <a:pt x="3703" y="4584"/>
                  </a:cubicBezTo>
                  <a:cubicBezTo>
                    <a:pt x="6001" y="4584"/>
                    <a:pt x="11568" y="2719"/>
                    <a:pt x="11568" y="421"/>
                  </a:cubicBezTo>
                  <a:cubicBezTo>
                    <a:pt x="11568" y="278"/>
                    <a:pt x="11548" y="136"/>
                    <a:pt x="11507" y="0"/>
                  </a:cubicBezTo>
                  <a:close/>
                </a:path>
              </a:pathLst>
            </a:custGeom>
            <a:solidFill>
              <a:srgbClr val="6C81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471" name="Google Shape;18471;p46"/>
            <p:cNvSpPr/>
            <p:nvPr/>
          </p:nvSpPr>
          <p:spPr>
            <a:xfrm>
              <a:off x="4137047" y="2520996"/>
              <a:ext cx="151714" cy="216817"/>
            </a:xfrm>
            <a:custGeom>
              <a:rect b="b" l="l" r="r" t="t"/>
              <a:pathLst>
                <a:path extrusionOk="0" h="8266" w="5784">
                  <a:moveTo>
                    <a:pt x="3634" y="0"/>
                  </a:moveTo>
                  <a:cubicBezTo>
                    <a:pt x="624" y="312"/>
                    <a:pt x="102" y="3269"/>
                    <a:pt x="14" y="3981"/>
                  </a:cubicBezTo>
                  <a:cubicBezTo>
                    <a:pt x="0" y="4076"/>
                    <a:pt x="54" y="4170"/>
                    <a:pt x="136" y="4211"/>
                  </a:cubicBezTo>
                  <a:cubicBezTo>
                    <a:pt x="341" y="4314"/>
                    <a:pt x="771" y="4470"/>
                    <a:pt x="1450" y="4470"/>
                  </a:cubicBezTo>
                  <a:cubicBezTo>
                    <a:pt x="1534" y="4470"/>
                    <a:pt x="1623" y="4467"/>
                    <a:pt x="1716" y="4462"/>
                  </a:cubicBezTo>
                  <a:cubicBezTo>
                    <a:pt x="1718" y="4462"/>
                    <a:pt x="1721" y="4462"/>
                    <a:pt x="1724" y="4462"/>
                  </a:cubicBezTo>
                  <a:cubicBezTo>
                    <a:pt x="1821" y="4462"/>
                    <a:pt x="1877" y="4573"/>
                    <a:pt x="1824" y="4652"/>
                  </a:cubicBezTo>
                  <a:cubicBezTo>
                    <a:pt x="1546" y="5018"/>
                    <a:pt x="1092" y="5269"/>
                    <a:pt x="665" y="5371"/>
                  </a:cubicBezTo>
                  <a:cubicBezTo>
                    <a:pt x="536" y="5398"/>
                    <a:pt x="454" y="5527"/>
                    <a:pt x="495" y="5655"/>
                  </a:cubicBezTo>
                  <a:cubicBezTo>
                    <a:pt x="671" y="6306"/>
                    <a:pt x="1363" y="8029"/>
                    <a:pt x="3628" y="8266"/>
                  </a:cubicBezTo>
                  <a:cubicBezTo>
                    <a:pt x="4916" y="7412"/>
                    <a:pt x="5784" y="5886"/>
                    <a:pt x="5784" y="4137"/>
                  </a:cubicBezTo>
                  <a:cubicBezTo>
                    <a:pt x="5784" y="2387"/>
                    <a:pt x="4916" y="855"/>
                    <a:pt x="3634" y="0"/>
                  </a:cubicBezTo>
                  <a:close/>
                </a:path>
              </a:pathLst>
            </a:custGeom>
            <a:solidFill>
              <a:srgbClr val="BEC7C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472" name="Google Shape;18472;p46"/>
            <p:cNvSpPr/>
            <p:nvPr/>
          </p:nvSpPr>
          <p:spPr>
            <a:xfrm>
              <a:off x="4148771" y="2649759"/>
              <a:ext cx="131281" cy="88054"/>
            </a:xfrm>
            <a:custGeom>
              <a:rect b="b" l="l" r="r" t="t"/>
              <a:pathLst>
                <a:path extrusionOk="0" h="3357" w="5005">
                  <a:moveTo>
                    <a:pt x="1126" y="1"/>
                  </a:moveTo>
                  <a:cubicBezTo>
                    <a:pt x="862" y="224"/>
                    <a:pt x="543" y="380"/>
                    <a:pt x="211" y="455"/>
                  </a:cubicBezTo>
                  <a:cubicBezTo>
                    <a:pt x="82" y="482"/>
                    <a:pt x="1" y="618"/>
                    <a:pt x="41" y="740"/>
                  </a:cubicBezTo>
                  <a:cubicBezTo>
                    <a:pt x="218" y="1391"/>
                    <a:pt x="909" y="3113"/>
                    <a:pt x="3174" y="3357"/>
                  </a:cubicBezTo>
                  <a:cubicBezTo>
                    <a:pt x="4015" y="2787"/>
                    <a:pt x="4659" y="1974"/>
                    <a:pt x="5005" y="1024"/>
                  </a:cubicBezTo>
                  <a:lnTo>
                    <a:pt x="5005" y="1024"/>
                  </a:lnTo>
                  <a:cubicBezTo>
                    <a:pt x="4700" y="1058"/>
                    <a:pt x="4422" y="1072"/>
                    <a:pt x="4177" y="1072"/>
                  </a:cubicBezTo>
                  <a:cubicBezTo>
                    <a:pt x="2577" y="1072"/>
                    <a:pt x="1655" y="543"/>
                    <a:pt x="1126" y="1"/>
                  </a:cubicBezTo>
                  <a:close/>
                </a:path>
              </a:pathLst>
            </a:custGeom>
            <a:solidFill>
              <a:srgbClr val="7F92A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473" name="Google Shape;18473;p46"/>
            <p:cNvSpPr/>
            <p:nvPr/>
          </p:nvSpPr>
          <p:spPr>
            <a:xfrm>
              <a:off x="4315411" y="2615608"/>
              <a:ext cx="77588" cy="55109"/>
            </a:xfrm>
            <a:custGeom>
              <a:rect b="b" l="l" r="r" t="t"/>
              <a:pathLst>
                <a:path extrusionOk="0" h="2101" w="2958">
                  <a:moveTo>
                    <a:pt x="937" y="1"/>
                  </a:moveTo>
                  <a:cubicBezTo>
                    <a:pt x="835" y="1"/>
                    <a:pt x="727" y="48"/>
                    <a:pt x="659" y="130"/>
                  </a:cubicBezTo>
                  <a:lnTo>
                    <a:pt x="137" y="706"/>
                  </a:lnTo>
                  <a:cubicBezTo>
                    <a:pt x="1" y="855"/>
                    <a:pt x="8" y="1092"/>
                    <a:pt x="157" y="1235"/>
                  </a:cubicBezTo>
                  <a:cubicBezTo>
                    <a:pt x="595" y="1654"/>
                    <a:pt x="1201" y="2101"/>
                    <a:pt x="1591" y="2101"/>
                  </a:cubicBezTo>
                  <a:cubicBezTo>
                    <a:pt x="1636" y="2101"/>
                    <a:pt x="1678" y="2095"/>
                    <a:pt x="1717" y="2082"/>
                  </a:cubicBezTo>
                  <a:cubicBezTo>
                    <a:pt x="2178" y="1933"/>
                    <a:pt x="2957" y="530"/>
                    <a:pt x="2829" y="292"/>
                  </a:cubicBezTo>
                  <a:cubicBezTo>
                    <a:pt x="2693" y="28"/>
                    <a:pt x="1405" y="1"/>
                    <a:pt x="937" y="1"/>
                  </a:cubicBezTo>
                  <a:close/>
                </a:path>
              </a:pathLst>
            </a:custGeom>
            <a:solidFill>
              <a:srgbClr val="BEC7C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474" name="Google Shape;18474;p46"/>
            <p:cNvSpPr/>
            <p:nvPr/>
          </p:nvSpPr>
          <p:spPr>
            <a:xfrm>
              <a:off x="4173323" y="2580748"/>
              <a:ext cx="24394" cy="30453"/>
            </a:xfrm>
            <a:custGeom>
              <a:rect b="b" l="l" r="r" t="t"/>
              <a:pathLst>
                <a:path extrusionOk="0" h="1161" w="930">
                  <a:moveTo>
                    <a:pt x="461" y="1"/>
                  </a:moveTo>
                  <a:cubicBezTo>
                    <a:pt x="210" y="1"/>
                    <a:pt x="0" y="211"/>
                    <a:pt x="0" y="469"/>
                  </a:cubicBezTo>
                  <a:lnTo>
                    <a:pt x="0" y="699"/>
                  </a:lnTo>
                  <a:cubicBezTo>
                    <a:pt x="0" y="950"/>
                    <a:pt x="210" y="1160"/>
                    <a:pt x="461" y="1160"/>
                  </a:cubicBezTo>
                  <a:cubicBezTo>
                    <a:pt x="719" y="1160"/>
                    <a:pt x="929" y="950"/>
                    <a:pt x="929" y="699"/>
                  </a:cubicBezTo>
                  <a:lnTo>
                    <a:pt x="929" y="469"/>
                  </a:lnTo>
                  <a:cubicBezTo>
                    <a:pt x="929" y="211"/>
                    <a:pt x="719" y="1"/>
                    <a:pt x="461" y="1"/>
                  </a:cubicBezTo>
                  <a:close/>
                </a:path>
              </a:pathLst>
            </a:custGeom>
            <a:solidFill>
              <a:srgbClr val="203B5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475" name="Google Shape;18475;p46"/>
            <p:cNvSpPr/>
            <p:nvPr/>
          </p:nvSpPr>
          <p:spPr>
            <a:xfrm>
              <a:off x="4179356" y="2586807"/>
              <a:ext cx="12118" cy="12302"/>
            </a:xfrm>
            <a:custGeom>
              <a:rect b="b" l="l" r="r" t="t"/>
              <a:pathLst>
                <a:path extrusionOk="0" h="469" w="462">
                  <a:moveTo>
                    <a:pt x="231" y="0"/>
                  </a:moveTo>
                  <a:cubicBezTo>
                    <a:pt x="103" y="0"/>
                    <a:pt x="1" y="109"/>
                    <a:pt x="1" y="231"/>
                  </a:cubicBezTo>
                  <a:cubicBezTo>
                    <a:pt x="1" y="360"/>
                    <a:pt x="103" y="468"/>
                    <a:pt x="231" y="468"/>
                  </a:cubicBezTo>
                  <a:cubicBezTo>
                    <a:pt x="360" y="468"/>
                    <a:pt x="462" y="360"/>
                    <a:pt x="462" y="231"/>
                  </a:cubicBezTo>
                  <a:cubicBezTo>
                    <a:pt x="462" y="109"/>
                    <a:pt x="360" y="0"/>
                    <a:pt x="231" y="0"/>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476" name="Google Shape;18476;p46"/>
            <p:cNvSpPr/>
            <p:nvPr/>
          </p:nvSpPr>
          <p:spPr>
            <a:xfrm>
              <a:off x="4334978" y="2629300"/>
              <a:ext cx="52145" cy="16918"/>
            </a:xfrm>
            <a:custGeom>
              <a:rect b="b" l="l" r="r" t="t"/>
              <a:pathLst>
                <a:path extrusionOk="0" h="645" w="1988">
                  <a:moveTo>
                    <a:pt x="313" y="1"/>
                  </a:moveTo>
                  <a:cubicBezTo>
                    <a:pt x="1" y="1"/>
                    <a:pt x="1" y="469"/>
                    <a:pt x="313" y="469"/>
                  </a:cubicBezTo>
                  <a:cubicBezTo>
                    <a:pt x="808" y="475"/>
                    <a:pt x="1296" y="536"/>
                    <a:pt x="1777" y="645"/>
                  </a:cubicBezTo>
                  <a:cubicBezTo>
                    <a:pt x="1859" y="509"/>
                    <a:pt x="1927" y="367"/>
                    <a:pt x="1988" y="218"/>
                  </a:cubicBezTo>
                  <a:cubicBezTo>
                    <a:pt x="1438" y="82"/>
                    <a:pt x="876" y="8"/>
                    <a:pt x="313" y="1"/>
                  </a:cubicBezTo>
                  <a:close/>
                </a:path>
              </a:pathLst>
            </a:custGeom>
            <a:solidFill>
              <a:srgbClr val="6C81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8477" name="Google Shape;18477;p46"/>
          <p:cNvGrpSpPr/>
          <p:nvPr/>
        </p:nvGrpSpPr>
        <p:grpSpPr>
          <a:xfrm>
            <a:off x="4686434" y="2432916"/>
            <a:ext cx="367377" cy="370079"/>
            <a:chOff x="4686434" y="2432916"/>
            <a:chExt cx="367377" cy="370079"/>
          </a:xfrm>
        </p:grpSpPr>
        <p:sp>
          <p:nvSpPr>
            <p:cNvPr id="18478" name="Google Shape;18478;p46"/>
            <p:cNvSpPr/>
            <p:nvPr/>
          </p:nvSpPr>
          <p:spPr>
            <a:xfrm>
              <a:off x="4795105" y="2432916"/>
              <a:ext cx="175426" cy="76198"/>
            </a:xfrm>
            <a:custGeom>
              <a:rect b="b" l="l" r="r" t="t"/>
              <a:pathLst>
                <a:path extrusionOk="0" h="2905" w="6688">
                  <a:moveTo>
                    <a:pt x="6451" y="1"/>
                  </a:moveTo>
                  <a:cubicBezTo>
                    <a:pt x="6444" y="1"/>
                    <a:pt x="6436" y="1"/>
                    <a:pt x="6428" y="2"/>
                  </a:cubicBezTo>
                  <a:cubicBezTo>
                    <a:pt x="5215" y="172"/>
                    <a:pt x="2258" y="741"/>
                    <a:pt x="0" y="2463"/>
                  </a:cubicBezTo>
                  <a:lnTo>
                    <a:pt x="4842" y="2904"/>
                  </a:lnTo>
                  <a:cubicBezTo>
                    <a:pt x="5120" y="1772"/>
                    <a:pt x="6028" y="795"/>
                    <a:pt x="6571" y="294"/>
                  </a:cubicBezTo>
                  <a:cubicBezTo>
                    <a:pt x="6687" y="190"/>
                    <a:pt x="6600" y="1"/>
                    <a:pt x="6451" y="1"/>
                  </a:cubicBezTo>
                  <a:close/>
                </a:path>
              </a:pathLst>
            </a:custGeom>
            <a:solidFill>
              <a:srgbClr val="C8D3D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479" name="Google Shape;18479;p46"/>
            <p:cNvSpPr/>
            <p:nvPr/>
          </p:nvSpPr>
          <p:spPr>
            <a:xfrm>
              <a:off x="4795105" y="2726771"/>
              <a:ext cx="175374" cy="76224"/>
            </a:xfrm>
            <a:custGeom>
              <a:rect b="b" l="l" r="r" t="t"/>
              <a:pathLst>
                <a:path extrusionOk="0" h="2906" w="6686">
                  <a:moveTo>
                    <a:pt x="4842" y="1"/>
                  </a:moveTo>
                  <a:lnTo>
                    <a:pt x="0" y="441"/>
                  </a:lnTo>
                  <a:cubicBezTo>
                    <a:pt x="2258" y="2164"/>
                    <a:pt x="5215" y="2733"/>
                    <a:pt x="6428" y="2903"/>
                  </a:cubicBezTo>
                  <a:cubicBezTo>
                    <a:pt x="6438" y="2904"/>
                    <a:pt x="6448" y="2905"/>
                    <a:pt x="6458" y="2905"/>
                  </a:cubicBezTo>
                  <a:cubicBezTo>
                    <a:pt x="6603" y="2905"/>
                    <a:pt x="6685" y="2719"/>
                    <a:pt x="6571" y="2611"/>
                  </a:cubicBezTo>
                  <a:cubicBezTo>
                    <a:pt x="6028" y="2109"/>
                    <a:pt x="5120" y="1133"/>
                    <a:pt x="4842" y="1"/>
                  </a:cubicBezTo>
                  <a:close/>
                </a:path>
              </a:pathLst>
            </a:custGeom>
            <a:solidFill>
              <a:srgbClr val="C8D3D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480" name="Google Shape;18480;p46"/>
            <p:cNvSpPr/>
            <p:nvPr/>
          </p:nvSpPr>
          <p:spPr>
            <a:xfrm>
              <a:off x="4686434" y="2485428"/>
              <a:ext cx="367377" cy="265028"/>
            </a:xfrm>
            <a:custGeom>
              <a:rect b="b" l="l" r="r" t="t"/>
              <a:pathLst>
                <a:path extrusionOk="0" h="10104" w="14006">
                  <a:moveTo>
                    <a:pt x="6503" y="0"/>
                  </a:moveTo>
                  <a:cubicBezTo>
                    <a:pt x="2523" y="0"/>
                    <a:pt x="1723" y="2767"/>
                    <a:pt x="150" y="4740"/>
                  </a:cubicBezTo>
                  <a:cubicBezTo>
                    <a:pt x="0" y="4923"/>
                    <a:pt x="0" y="5181"/>
                    <a:pt x="150" y="5371"/>
                  </a:cubicBezTo>
                  <a:cubicBezTo>
                    <a:pt x="1723" y="7344"/>
                    <a:pt x="2530" y="10103"/>
                    <a:pt x="6503" y="10103"/>
                  </a:cubicBezTo>
                  <a:cubicBezTo>
                    <a:pt x="6508" y="10103"/>
                    <a:pt x="6513" y="10103"/>
                    <a:pt x="6519" y="10103"/>
                  </a:cubicBezTo>
                  <a:cubicBezTo>
                    <a:pt x="8757" y="10103"/>
                    <a:pt x="10729" y="8634"/>
                    <a:pt x="11372" y="6489"/>
                  </a:cubicBezTo>
                  <a:cubicBezTo>
                    <a:pt x="11433" y="6294"/>
                    <a:pt x="11616" y="6173"/>
                    <a:pt x="11807" y="6173"/>
                  </a:cubicBezTo>
                  <a:cubicBezTo>
                    <a:pt x="11868" y="6173"/>
                    <a:pt x="11930" y="6185"/>
                    <a:pt x="11989" y="6211"/>
                  </a:cubicBezTo>
                  <a:lnTo>
                    <a:pt x="13657" y="6923"/>
                  </a:lnTo>
                  <a:cubicBezTo>
                    <a:pt x="13687" y="6936"/>
                    <a:pt x="13717" y="6942"/>
                    <a:pt x="13746" y="6942"/>
                  </a:cubicBezTo>
                  <a:cubicBezTo>
                    <a:pt x="13888" y="6942"/>
                    <a:pt x="14006" y="6804"/>
                    <a:pt x="13955" y="6652"/>
                  </a:cubicBezTo>
                  <a:lnTo>
                    <a:pt x="13541" y="5418"/>
                  </a:lnTo>
                  <a:cubicBezTo>
                    <a:pt x="13460" y="5181"/>
                    <a:pt x="13467" y="4923"/>
                    <a:pt x="13541" y="4692"/>
                  </a:cubicBezTo>
                  <a:lnTo>
                    <a:pt x="13955" y="3452"/>
                  </a:lnTo>
                  <a:cubicBezTo>
                    <a:pt x="14006" y="3305"/>
                    <a:pt x="13887" y="3162"/>
                    <a:pt x="13744" y="3162"/>
                  </a:cubicBezTo>
                  <a:cubicBezTo>
                    <a:pt x="13715" y="3162"/>
                    <a:pt x="13686" y="3168"/>
                    <a:pt x="13657" y="3180"/>
                  </a:cubicBezTo>
                  <a:lnTo>
                    <a:pt x="11995" y="3899"/>
                  </a:lnTo>
                  <a:cubicBezTo>
                    <a:pt x="11937" y="3923"/>
                    <a:pt x="11877" y="3934"/>
                    <a:pt x="11818" y="3934"/>
                  </a:cubicBezTo>
                  <a:cubicBezTo>
                    <a:pt x="11623" y="3934"/>
                    <a:pt x="11441" y="3812"/>
                    <a:pt x="11378" y="3614"/>
                  </a:cubicBezTo>
                  <a:cubicBezTo>
                    <a:pt x="10727" y="1465"/>
                    <a:pt x="8747" y="0"/>
                    <a:pt x="6503" y="0"/>
                  </a:cubicBezTo>
                  <a:close/>
                </a:path>
              </a:pathLst>
            </a:custGeom>
            <a:solidFill>
              <a:srgbClr val="E3E8E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481" name="Google Shape;18481;p46"/>
            <p:cNvSpPr/>
            <p:nvPr/>
          </p:nvSpPr>
          <p:spPr>
            <a:xfrm>
              <a:off x="4686434" y="2517980"/>
              <a:ext cx="238719" cy="232476"/>
            </a:xfrm>
            <a:custGeom>
              <a:rect b="b" l="l" r="r" t="t"/>
              <a:pathLst>
                <a:path extrusionOk="0" h="8863" w="9101">
                  <a:moveTo>
                    <a:pt x="2835" y="0"/>
                  </a:moveTo>
                  <a:lnTo>
                    <a:pt x="2835" y="0"/>
                  </a:lnTo>
                  <a:cubicBezTo>
                    <a:pt x="1702" y="983"/>
                    <a:pt x="1051" y="2367"/>
                    <a:pt x="143" y="3499"/>
                  </a:cubicBezTo>
                  <a:cubicBezTo>
                    <a:pt x="0" y="3682"/>
                    <a:pt x="0" y="3946"/>
                    <a:pt x="143" y="4130"/>
                  </a:cubicBezTo>
                  <a:cubicBezTo>
                    <a:pt x="1723" y="6103"/>
                    <a:pt x="2523" y="8862"/>
                    <a:pt x="6503" y="8862"/>
                  </a:cubicBezTo>
                  <a:cubicBezTo>
                    <a:pt x="7412" y="8862"/>
                    <a:pt x="8314" y="8618"/>
                    <a:pt x="9100" y="8150"/>
                  </a:cubicBezTo>
                  <a:cubicBezTo>
                    <a:pt x="5459" y="7527"/>
                    <a:pt x="2808" y="4374"/>
                    <a:pt x="2808" y="685"/>
                  </a:cubicBezTo>
                  <a:cubicBezTo>
                    <a:pt x="2808" y="454"/>
                    <a:pt x="2814" y="224"/>
                    <a:pt x="2835" y="0"/>
                  </a:cubicBezTo>
                  <a:close/>
                </a:path>
              </a:pathLst>
            </a:custGeom>
            <a:solidFill>
              <a:srgbClr val="D8E0E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482" name="Google Shape;18482;p46"/>
            <p:cNvSpPr/>
            <p:nvPr/>
          </p:nvSpPr>
          <p:spPr>
            <a:xfrm>
              <a:off x="4725386" y="2593916"/>
              <a:ext cx="30086" cy="30086"/>
            </a:xfrm>
            <a:custGeom>
              <a:rect b="b" l="l" r="r" t="t"/>
              <a:pathLst>
                <a:path extrusionOk="0" h="1147" w="1147">
                  <a:moveTo>
                    <a:pt x="577" y="0"/>
                  </a:moveTo>
                  <a:cubicBezTo>
                    <a:pt x="258" y="0"/>
                    <a:pt x="0" y="258"/>
                    <a:pt x="0" y="577"/>
                  </a:cubicBezTo>
                  <a:cubicBezTo>
                    <a:pt x="0" y="889"/>
                    <a:pt x="258" y="1146"/>
                    <a:pt x="577" y="1146"/>
                  </a:cubicBezTo>
                  <a:cubicBezTo>
                    <a:pt x="889" y="1146"/>
                    <a:pt x="1146" y="889"/>
                    <a:pt x="1146" y="577"/>
                  </a:cubicBezTo>
                  <a:cubicBezTo>
                    <a:pt x="1146" y="258"/>
                    <a:pt x="889" y="0"/>
                    <a:pt x="577" y="0"/>
                  </a:cubicBezTo>
                  <a:close/>
                </a:path>
              </a:pathLst>
            </a:custGeom>
            <a:solidFill>
              <a:srgbClr val="203B5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483" name="Google Shape;18483;p46"/>
            <p:cNvSpPr/>
            <p:nvPr/>
          </p:nvSpPr>
          <p:spPr>
            <a:xfrm>
              <a:off x="4737478" y="2599949"/>
              <a:ext cx="12118" cy="11961"/>
            </a:xfrm>
            <a:custGeom>
              <a:rect b="b" l="l" r="r" t="t"/>
              <a:pathLst>
                <a:path extrusionOk="0" h="456" w="462">
                  <a:moveTo>
                    <a:pt x="231" y="1"/>
                  </a:moveTo>
                  <a:cubicBezTo>
                    <a:pt x="102" y="1"/>
                    <a:pt x="0" y="103"/>
                    <a:pt x="0" y="225"/>
                  </a:cubicBezTo>
                  <a:cubicBezTo>
                    <a:pt x="0" y="354"/>
                    <a:pt x="102" y="455"/>
                    <a:pt x="231" y="455"/>
                  </a:cubicBezTo>
                  <a:cubicBezTo>
                    <a:pt x="353" y="455"/>
                    <a:pt x="462" y="354"/>
                    <a:pt x="462" y="225"/>
                  </a:cubicBezTo>
                  <a:cubicBezTo>
                    <a:pt x="462" y="103"/>
                    <a:pt x="353" y="1"/>
                    <a:pt x="231" y="1"/>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484" name="Google Shape;18484;p46"/>
            <p:cNvSpPr/>
            <p:nvPr/>
          </p:nvSpPr>
          <p:spPr>
            <a:xfrm>
              <a:off x="4772862" y="2488261"/>
              <a:ext cx="51253" cy="259336"/>
            </a:xfrm>
            <a:custGeom>
              <a:rect b="b" l="l" r="r" t="t"/>
              <a:pathLst>
                <a:path extrusionOk="0" h="9887" w="1954">
                  <a:moveTo>
                    <a:pt x="1954" y="1"/>
                  </a:moveTo>
                  <a:cubicBezTo>
                    <a:pt x="1560" y="69"/>
                    <a:pt x="1167" y="184"/>
                    <a:pt x="794" y="340"/>
                  </a:cubicBezTo>
                  <a:cubicBezTo>
                    <a:pt x="299" y="1642"/>
                    <a:pt x="1" y="3222"/>
                    <a:pt x="1" y="4944"/>
                  </a:cubicBezTo>
                  <a:cubicBezTo>
                    <a:pt x="1" y="6659"/>
                    <a:pt x="299" y="8246"/>
                    <a:pt x="794" y="9548"/>
                  </a:cubicBezTo>
                  <a:cubicBezTo>
                    <a:pt x="1167" y="9704"/>
                    <a:pt x="1560" y="9812"/>
                    <a:pt x="1954" y="9887"/>
                  </a:cubicBezTo>
                  <a:cubicBezTo>
                    <a:pt x="1628" y="8497"/>
                    <a:pt x="1432" y="6795"/>
                    <a:pt x="1432" y="4944"/>
                  </a:cubicBezTo>
                  <a:cubicBezTo>
                    <a:pt x="1432" y="3100"/>
                    <a:pt x="1628" y="1391"/>
                    <a:pt x="1954" y="1"/>
                  </a:cubicBezTo>
                  <a:close/>
                </a:path>
              </a:pathLst>
            </a:custGeom>
            <a:solidFill>
              <a:srgbClr val="7F92A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485" name="Google Shape;18485;p46"/>
            <p:cNvSpPr/>
            <p:nvPr/>
          </p:nvSpPr>
          <p:spPr>
            <a:xfrm>
              <a:off x="4772862" y="2606900"/>
              <a:ext cx="51253" cy="140698"/>
            </a:xfrm>
            <a:custGeom>
              <a:rect b="b" l="l" r="r" t="t"/>
              <a:pathLst>
                <a:path extrusionOk="0" h="5364" w="1954">
                  <a:moveTo>
                    <a:pt x="8" y="0"/>
                  </a:moveTo>
                  <a:cubicBezTo>
                    <a:pt x="8" y="143"/>
                    <a:pt x="1" y="278"/>
                    <a:pt x="1" y="428"/>
                  </a:cubicBezTo>
                  <a:cubicBezTo>
                    <a:pt x="1" y="2143"/>
                    <a:pt x="299" y="3730"/>
                    <a:pt x="794" y="5025"/>
                  </a:cubicBezTo>
                  <a:cubicBezTo>
                    <a:pt x="1167" y="5188"/>
                    <a:pt x="1560" y="5296"/>
                    <a:pt x="1954" y="5364"/>
                  </a:cubicBezTo>
                  <a:cubicBezTo>
                    <a:pt x="1737" y="4401"/>
                    <a:pt x="1587" y="3418"/>
                    <a:pt x="1513" y="2428"/>
                  </a:cubicBezTo>
                  <a:cubicBezTo>
                    <a:pt x="862" y="1716"/>
                    <a:pt x="353" y="895"/>
                    <a:pt x="8" y="0"/>
                  </a:cubicBezTo>
                  <a:close/>
                </a:path>
              </a:pathLst>
            </a:custGeom>
            <a:solidFill>
              <a:srgbClr val="6C81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486" name="Google Shape;18486;p46"/>
            <p:cNvSpPr/>
            <p:nvPr/>
          </p:nvSpPr>
          <p:spPr>
            <a:xfrm>
              <a:off x="4847381" y="2485769"/>
              <a:ext cx="47529" cy="264503"/>
            </a:xfrm>
            <a:custGeom>
              <a:rect b="b" l="l" r="r" t="t"/>
              <a:pathLst>
                <a:path extrusionOk="0" h="10084" w="1812">
                  <a:moveTo>
                    <a:pt x="584" y="1"/>
                  </a:moveTo>
                  <a:cubicBezTo>
                    <a:pt x="218" y="1371"/>
                    <a:pt x="1" y="3127"/>
                    <a:pt x="1" y="5039"/>
                  </a:cubicBezTo>
                  <a:cubicBezTo>
                    <a:pt x="1" y="6958"/>
                    <a:pt x="218" y="8707"/>
                    <a:pt x="584" y="10084"/>
                  </a:cubicBezTo>
                  <a:cubicBezTo>
                    <a:pt x="998" y="10063"/>
                    <a:pt x="1411" y="9995"/>
                    <a:pt x="1811" y="9880"/>
                  </a:cubicBezTo>
                  <a:cubicBezTo>
                    <a:pt x="1513" y="8558"/>
                    <a:pt x="1337" y="6876"/>
                    <a:pt x="1337" y="5039"/>
                  </a:cubicBezTo>
                  <a:cubicBezTo>
                    <a:pt x="1337" y="3201"/>
                    <a:pt x="1513" y="1520"/>
                    <a:pt x="1811" y="198"/>
                  </a:cubicBezTo>
                  <a:cubicBezTo>
                    <a:pt x="1411" y="82"/>
                    <a:pt x="998" y="14"/>
                    <a:pt x="584" y="1"/>
                  </a:cubicBezTo>
                  <a:close/>
                </a:path>
              </a:pathLst>
            </a:custGeom>
            <a:solidFill>
              <a:srgbClr val="7F92A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487" name="Google Shape;18487;p46"/>
            <p:cNvSpPr/>
            <p:nvPr/>
          </p:nvSpPr>
          <p:spPr>
            <a:xfrm>
              <a:off x="4853440" y="2704528"/>
              <a:ext cx="41470" cy="45745"/>
            </a:xfrm>
            <a:custGeom>
              <a:rect b="b" l="l" r="r" t="t"/>
              <a:pathLst>
                <a:path extrusionOk="0" h="1744" w="1581">
                  <a:moveTo>
                    <a:pt x="0" y="1"/>
                  </a:moveTo>
                  <a:lnTo>
                    <a:pt x="0" y="1"/>
                  </a:lnTo>
                  <a:cubicBezTo>
                    <a:pt x="82" y="584"/>
                    <a:pt x="204" y="1167"/>
                    <a:pt x="353" y="1744"/>
                  </a:cubicBezTo>
                  <a:cubicBezTo>
                    <a:pt x="767" y="1723"/>
                    <a:pt x="1180" y="1655"/>
                    <a:pt x="1580" y="1540"/>
                  </a:cubicBezTo>
                  <a:cubicBezTo>
                    <a:pt x="1519" y="1269"/>
                    <a:pt x="1465" y="984"/>
                    <a:pt x="1418" y="693"/>
                  </a:cubicBezTo>
                  <a:cubicBezTo>
                    <a:pt x="923" y="510"/>
                    <a:pt x="448" y="279"/>
                    <a:pt x="0" y="1"/>
                  </a:cubicBezTo>
                  <a:close/>
                </a:path>
              </a:pathLst>
            </a:custGeom>
            <a:solidFill>
              <a:srgbClr val="6C81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488" name="Google Shape;18488;p46"/>
            <p:cNvSpPr/>
            <p:nvPr/>
          </p:nvSpPr>
          <p:spPr>
            <a:xfrm>
              <a:off x="4915868" y="2510845"/>
              <a:ext cx="46611" cy="214168"/>
            </a:xfrm>
            <a:custGeom>
              <a:rect b="b" l="l" r="r" t="t"/>
              <a:pathLst>
                <a:path extrusionOk="0" h="8165" w="1777">
                  <a:moveTo>
                    <a:pt x="740" y="1"/>
                  </a:moveTo>
                  <a:cubicBezTo>
                    <a:pt x="0" y="2672"/>
                    <a:pt x="0" y="5493"/>
                    <a:pt x="740" y="8165"/>
                  </a:cubicBezTo>
                  <a:cubicBezTo>
                    <a:pt x="1133" y="7887"/>
                    <a:pt x="1479" y="7554"/>
                    <a:pt x="1777" y="7175"/>
                  </a:cubicBezTo>
                  <a:cubicBezTo>
                    <a:pt x="1289" y="5141"/>
                    <a:pt x="1289" y="3025"/>
                    <a:pt x="1777" y="998"/>
                  </a:cubicBezTo>
                  <a:cubicBezTo>
                    <a:pt x="1479" y="618"/>
                    <a:pt x="1133" y="279"/>
                    <a:pt x="740" y="1"/>
                  </a:cubicBezTo>
                  <a:close/>
                </a:path>
              </a:pathLst>
            </a:custGeom>
            <a:solidFill>
              <a:srgbClr val="7F92A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8489" name="Google Shape;18489;p46"/>
          <p:cNvGrpSpPr/>
          <p:nvPr/>
        </p:nvGrpSpPr>
        <p:grpSpPr>
          <a:xfrm>
            <a:off x="6328222" y="2056306"/>
            <a:ext cx="372099" cy="293986"/>
            <a:chOff x="6328222" y="2056306"/>
            <a:chExt cx="372099" cy="293986"/>
          </a:xfrm>
        </p:grpSpPr>
        <p:sp>
          <p:nvSpPr>
            <p:cNvPr id="18490" name="Google Shape;18490;p46"/>
            <p:cNvSpPr/>
            <p:nvPr/>
          </p:nvSpPr>
          <p:spPr>
            <a:xfrm>
              <a:off x="6581656" y="2179875"/>
              <a:ext cx="58021" cy="170416"/>
            </a:xfrm>
            <a:custGeom>
              <a:rect b="b" l="l" r="r" t="t"/>
              <a:pathLst>
                <a:path extrusionOk="0" h="6497" w="2212">
                  <a:moveTo>
                    <a:pt x="2150" y="0"/>
                  </a:moveTo>
                  <a:lnTo>
                    <a:pt x="415" y="448"/>
                  </a:lnTo>
                  <a:cubicBezTo>
                    <a:pt x="415" y="448"/>
                    <a:pt x="1371" y="2536"/>
                    <a:pt x="1316" y="3357"/>
                  </a:cubicBezTo>
                  <a:cubicBezTo>
                    <a:pt x="1235" y="4475"/>
                    <a:pt x="638" y="5825"/>
                    <a:pt x="638" y="5825"/>
                  </a:cubicBezTo>
                  <a:lnTo>
                    <a:pt x="516" y="5825"/>
                  </a:lnTo>
                  <a:cubicBezTo>
                    <a:pt x="326" y="5825"/>
                    <a:pt x="150" y="5947"/>
                    <a:pt x="89" y="6130"/>
                  </a:cubicBezTo>
                  <a:lnTo>
                    <a:pt x="28" y="6320"/>
                  </a:lnTo>
                  <a:cubicBezTo>
                    <a:pt x="1" y="6401"/>
                    <a:pt x="62" y="6496"/>
                    <a:pt x="157" y="6496"/>
                  </a:cubicBezTo>
                  <a:lnTo>
                    <a:pt x="1005" y="6496"/>
                  </a:lnTo>
                  <a:cubicBezTo>
                    <a:pt x="1059" y="6496"/>
                    <a:pt x="1106" y="6462"/>
                    <a:pt x="1127" y="6408"/>
                  </a:cubicBezTo>
                  <a:lnTo>
                    <a:pt x="2211" y="3804"/>
                  </a:lnTo>
                  <a:lnTo>
                    <a:pt x="2150" y="0"/>
                  </a:lnTo>
                  <a:close/>
                </a:path>
              </a:pathLst>
            </a:custGeom>
            <a:solidFill>
              <a:srgbClr val="4F647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491" name="Google Shape;18491;p46"/>
            <p:cNvSpPr/>
            <p:nvPr/>
          </p:nvSpPr>
          <p:spPr>
            <a:xfrm>
              <a:off x="6488461" y="2209227"/>
              <a:ext cx="51253" cy="141065"/>
            </a:xfrm>
            <a:custGeom>
              <a:rect b="b" l="l" r="r" t="t"/>
              <a:pathLst>
                <a:path extrusionOk="0" h="5378" w="1954">
                  <a:moveTo>
                    <a:pt x="1004" y="0"/>
                  </a:moveTo>
                  <a:lnTo>
                    <a:pt x="1" y="115"/>
                  </a:lnTo>
                  <a:cubicBezTo>
                    <a:pt x="740" y="1933"/>
                    <a:pt x="1289" y="4706"/>
                    <a:pt x="1289" y="4706"/>
                  </a:cubicBezTo>
                  <a:lnTo>
                    <a:pt x="1160" y="4706"/>
                  </a:lnTo>
                  <a:cubicBezTo>
                    <a:pt x="1155" y="4706"/>
                    <a:pt x="1151" y="4706"/>
                    <a:pt x="1146" y="4706"/>
                  </a:cubicBezTo>
                  <a:cubicBezTo>
                    <a:pt x="955" y="4706"/>
                    <a:pt x="793" y="4832"/>
                    <a:pt x="733" y="5011"/>
                  </a:cubicBezTo>
                  <a:lnTo>
                    <a:pt x="672" y="5201"/>
                  </a:lnTo>
                  <a:cubicBezTo>
                    <a:pt x="638" y="5289"/>
                    <a:pt x="706" y="5377"/>
                    <a:pt x="794" y="5377"/>
                  </a:cubicBezTo>
                  <a:lnTo>
                    <a:pt x="1811" y="5377"/>
                  </a:lnTo>
                  <a:cubicBezTo>
                    <a:pt x="1893" y="5377"/>
                    <a:pt x="1954" y="5309"/>
                    <a:pt x="1947" y="5235"/>
                  </a:cubicBezTo>
                  <a:lnTo>
                    <a:pt x="1737" y="2644"/>
                  </a:lnTo>
                  <a:lnTo>
                    <a:pt x="1004" y="0"/>
                  </a:lnTo>
                  <a:close/>
                </a:path>
              </a:pathLst>
            </a:custGeom>
            <a:solidFill>
              <a:srgbClr val="4F647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492" name="Google Shape;18492;p46"/>
            <p:cNvSpPr/>
            <p:nvPr/>
          </p:nvSpPr>
          <p:spPr>
            <a:xfrm>
              <a:off x="6642720" y="2150524"/>
              <a:ext cx="57601" cy="88238"/>
            </a:xfrm>
            <a:custGeom>
              <a:rect b="b" l="l" r="r" t="t"/>
              <a:pathLst>
                <a:path extrusionOk="0" h="3364" w="2196">
                  <a:moveTo>
                    <a:pt x="326" y="1"/>
                  </a:moveTo>
                  <a:cubicBezTo>
                    <a:pt x="132" y="1"/>
                    <a:pt x="0" y="279"/>
                    <a:pt x="202" y="414"/>
                  </a:cubicBezTo>
                  <a:lnTo>
                    <a:pt x="1151" y="1038"/>
                  </a:lnTo>
                  <a:cubicBezTo>
                    <a:pt x="1335" y="1167"/>
                    <a:pt x="1450" y="1377"/>
                    <a:pt x="1450" y="1601"/>
                  </a:cubicBezTo>
                  <a:lnTo>
                    <a:pt x="1450" y="2631"/>
                  </a:lnTo>
                  <a:cubicBezTo>
                    <a:pt x="1450" y="2869"/>
                    <a:pt x="1545" y="3099"/>
                    <a:pt x="1714" y="3269"/>
                  </a:cubicBezTo>
                  <a:lnTo>
                    <a:pt x="1741" y="3296"/>
                  </a:lnTo>
                  <a:cubicBezTo>
                    <a:pt x="1782" y="3337"/>
                    <a:pt x="1836" y="3357"/>
                    <a:pt x="1897" y="3357"/>
                  </a:cubicBezTo>
                  <a:lnTo>
                    <a:pt x="1897" y="3364"/>
                  </a:lnTo>
                  <a:cubicBezTo>
                    <a:pt x="2094" y="3364"/>
                    <a:pt x="2196" y="3120"/>
                    <a:pt x="2053" y="2984"/>
                  </a:cubicBezTo>
                  <a:lnTo>
                    <a:pt x="2026" y="2957"/>
                  </a:lnTo>
                  <a:cubicBezTo>
                    <a:pt x="1945" y="2869"/>
                    <a:pt x="1897" y="2753"/>
                    <a:pt x="1897" y="2638"/>
                  </a:cubicBezTo>
                  <a:lnTo>
                    <a:pt x="1897" y="1601"/>
                  </a:lnTo>
                  <a:cubicBezTo>
                    <a:pt x="1897" y="1228"/>
                    <a:pt x="1707" y="875"/>
                    <a:pt x="1396" y="672"/>
                  </a:cubicBezTo>
                  <a:lnTo>
                    <a:pt x="453" y="41"/>
                  </a:lnTo>
                  <a:cubicBezTo>
                    <a:pt x="410" y="13"/>
                    <a:pt x="367" y="1"/>
                    <a:pt x="326" y="1"/>
                  </a:cubicBezTo>
                  <a:close/>
                </a:path>
              </a:pathLst>
            </a:custGeom>
            <a:solidFill>
              <a:srgbClr val="697D9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493" name="Google Shape;18493;p46"/>
            <p:cNvSpPr/>
            <p:nvPr/>
          </p:nvSpPr>
          <p:spPr>
            <a:xfrm>
              <a:off x="6328222" y="2056620"/>
              <a:ext cx="352190" cy="293671"/>
            </a:xfrm>
            <a:custGeom>
              <a:rect b="b" l="l" r="r" t="t"/>
              <a:pathLst>
                <a:path extrusionOk="0" h="11196" w="13427">
                  <a:moveTo>
                    <a:pt x="2069" y="0"/>
                  </a:moveTo>
                  <a:cubicBezTo>
                    <a:pt x="1892" y="0"/>
                    <a:pt x="1723" y="68"/>
                    <a:pt x="1601" y="197"/>
                  </a:cubicBezTo>
                  <a:lnTo>
                    <a:pt x="1343" y="448"/>
                  </a:lnTo>
                  <a:lnTo>
                    <a:pt x="563" y="577"/>
                  </a:lnTo>
                  <a:cubicBezTo>
                    <a:pt x="238" y="631"/>
                    <a:pt x="1" y="916"/>
                    <a:pt x="1" y="1241"/>
                  </a:cubicBezTo>
                  <a:lnTo>
                    <a:pt x="1" y="1343"/>
                  </a:lnTo>
                  <a:cubicBezTo>
                    <a:pt x="1" y="1465"/>
                    <a:pt x="102" y="1567"/>
                    <a:pt x="224" y="1567"/>
                  </a:cubicBezTo>
                  <a:lnTo>
                    <a:pt x="1994" y="1567"/>
                  </a:lnTo>
                  <a:lnTo>
                    <a:pt x="1994" y="3506"/>
                  </a:lnTo>
                  <a:cubicBezTo>
                    <a:pt x="1994" y="4760"/>
                    <a:pt x="3255" y="5927"/>
                    <a:pt x="5147" y="5927"/>
                  </a:cubicBezTo>
                  <a:cubicBezTo>
                    <a:pt x="5269" y="5927"/>
                    <a:pt x="5371" y="6028"/>
                    <a:pt x="5378" y="6150"/>
                  </a:cubicBezTo>
                  <a:lnTo>
                    <a:pt x="5378" y="10524"/>
                  </a:lnTo>
                  <a:lnTo>
                    <a:pt x="5249" y="10524"/>
                  </a:lnTo>
                  <a:cubicBezTo>
                    <a:pt x="5059" y="10524"/>
                    <a:pt x="4883" y="10646"/>
                    <a:pt x="4822" y="10829"/>
                  </a:cubicBezTo>
                  <a:lnTo>
                    <a:pt x="4794" y="10910"/>
                  </a:lnTo>
                  <a:cubicBezTo>
                    <a:pt x="4747" y="11046"/>
                    <a:pt x="4856" y="11195"/>
                    <a:pt x="4998" y="11195"/>
                  </a:cubicBezTo>
                  <a:lnTo>
                    <a:pt x="5845" y="11195"/>
                  </a:lnTo>
                  <a:cubicBezTo>
                    <a:pt x="5954" y="11188"/>
                    <a:pt x="6049" y="11107"/>
                    <a:pt x="6056" y="10992"/>
                  </a:cubicBezTo>
                  <a:lnTo>
                    <a:pt x="6395" y="6313"/>
                  </a:lnTo>
                  <a:cubicBezTo>
                    <a:pt x="7561" y="6299"/>
                    <a:pt x="9595" y="6049"/>
                    <a:pt x="10978" y="5079"/>
                  </a:cubicBezTo>
                  <a:lnTo>
                    <a:pt x="11094" y="5608"/>
                  </a:lnTo>
                  <a:cubicBezTo>
                    <a:pt x="11162" y="5893"/>
                    <a:pt x="11263" y="6171"/>
                    <a:pt x="11406" y="6428"/>
                  </a:cubicBezTo>
                  <a:lnTo>
                    <a:pt x="12538" y="8503"/>
                  </a:lnTo>
                  <a:lnTo>
                    <a:pt x="12538" y="10524"/>
                  </a:lnTo>
                  <a:lnTo>
                    <a:pt x="12409" y="10524"/>
                  </a:lnTo>
                  <a:cubicBezTo>
                    <a:pt x="12219" y="10524"/>
                    <a:pt x="12050" y="10646"/>
                    <a:pt x="11989" y="10829"/>
                  </a:cubicBezTo>
                  <a:lnTo>
                    <a:pt x="11962" y="10910"/>
                  </a:lnTo>
                  <a:cubicBezTo>
                    <a:pt x="11914" y="11046"/>
                    <a:pt x="12016" y="11195"/>
                    <a:pt x="12158" y="11195"/>
                  </a:cubicBezTo>
                  <a:lnTo>
                    <a:pt x="13006" y="11195"/>
                  </a:lnTo>
                  <a:cubicBezTo>
                    <a:pt x="13121" y="11188"/>
                    <a:pt x="13216" y="11107"/>
                    <a:pt x="13223" y="10992"/>
                  </a:cubicBezTo>
                  <a:lnTo>
                    <a:pt x="13419" y="7981"/>
                  </a:lnTo>
                  <a:cubicBezTo>
                    <a:pt x="13426" y="7886"/>
                    <a:pt x="13406" y="7791"/>
                    <a:pt x="13358" y="7710"/>
                  </a:cubicBezTo>
                  <a:lnTo>
                    <a:pt x="13141" y="7391"/>
                  </a:lnTo>
                  <a:cubicBezTo>
                    <a:pt x="13047" y="7242"/>
                    <a:pt x="12992" y="7066"/>
                    <a:pt x="12992" y="6889"/>
                  </a:cubicBezTo>
                  <a:lnTo>
                    <a:pt x="12992" y="4476"/>
                  </a:lnTo>
                  <a:cubicBezTo>
                    <a:pt x="12992" y="4326"/>
                    <a:pt x="12979" y="4177"/>
                    <a:pt x="12958" y="4028"/>
                  </a:cubicBezTo>
                  <a:cubicBezTo>
                    <a:pt x="12802" y="3018"/>
                    <a:pt x="12118" y="2414"/>
                    <a:pt x="11460" y="1933"/>
                  </a:cubicBezTo>
                  <a:cubicBezTo>
                    <a:pt x="10450" y="1194"/>
                    <a:pt x="10287" y="407"/>
                    <a:pt x="9541" y="407"/>
                  </a:cubicBezTo>
                  <a:cubicBezTo>
                    <a:pt x="8832" y="407"/>
                    <a:pt x="9112" y="1268"/>
                    <a:pt x="8269" y="1268"/>
                  </a:cubicBezTo>
                  <a:cubicBezTo>
                    <a:pt x="8266" y="1268"/>
                    <a:pt x="8263" y="1268"/>
                    <a:pt x="8259" y="1268"/>
                  </a:cubicBezTo>
                  <a:cubicBezTo>
                    <a:pt x="7576" y="1262"/>
                    <a:pt x="7647" y="322"/>
                    <a:pt x="7067" y="322"/>
                  </a:cubicBezTo>
                  <a:cubicBezTo>
                    <a:pt x="7008" y="322"/>
                    <a:pt x="6943" y="332"/>
                    <a:pt x="6869" y="353"/>
                  </a:cubicBezTo>
                  <a:cubicBezTo>
                    <a:pt x="6198" y="550"/>
                    <a:pt x="5893" y="2516"/>
                    <a:pt x="5208" y="3411"/>
                  </a:cubicBezTo>
                  <a:cubicBezTo>
                    <a:pt x="5032" y="3648"/>
                    <a:pt x="4645" y="4028"/>
                    <a:pt x="4150" y="4028"/>
                  </a:cubicBezTo>
                  <a:lnTo>
                    <a:pt x="4035" y="4028"/>
                  </a:lnTo>
                  <a:cubicBezTo>
                    <a:pt x="3540" y="4028"/>
                    <a:pt x="3140" y="3628"/>
                    <a:pt x="3140" y="3133"/>
                  </a:cubicBezTo>
                  <a:lnTo>
                    <a:pt x="3140" y="0"/>
                  </a:lnTo>
                  <a:close/>
                </a:path>
              </a:pathLst>
            </a:custGeom>
            <a:solidFill>
              <a:srgbClr val="7D8F9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494" name="Google Shape;18494;p46"/>
            <p:cNvSpPr/>
            <p:nvPr/>
          </p:nvSpPr>
          <p:spPr>
            <a:xfrm>
              <a:off x="6371633" y="2068896"/>
              <a:ext cx="18151" cy="11751"/>
            </a:xfrm>
            <a:custGeom>
              <a:rect b="b" l="l" r="r" t="t"/>
              <a:pathLst>
                <a:path extrusionOk="0" h="448" w="692">
                  <a:moveTo>
                    <a:pt x="298" y="0"/>
                  </a:moveTo>
                  <a:cubicBezTo>
                    <a:pt x="0" y="0"/>
                    <a:pt x="0" y="448"/>
                    <a:pt x="298" y="448"/>
                  </a:cubicBezTo>
                  <a:lnTo>
                    <a:pt x="393" y="448"/>
                  </a:lnTo>
                  <a:cubicBezTo>
                    <a:pt x="692" y="448"/>
                    <a:pt x="692" y="0"/>
                    <a:pt x="393" y="0"/>
                  </a:cubicBezTo>
                  <a:close/>
                </a:path>
              </a:pathLst>
            </a:custGeom>
            <a:solidFill>
              <a:srgbClr val="203B5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495" name="Google Shape;18495;p46"/>
            <p:cNvSpPr/>
            <p:nvPr/>
          </p:nvSpPr>
          <p:spPr>
            <a:xfrm>
              <a:off x="6396158" y="2056306"/>
              <a:ext cx="25102" cy="18702"/>
            </a:xfrm>
            <a:custGeom>
              <a:rect b="b" l="l" r="r" t="t"/>
              <a:pathLst>
                <a:path extrusionOk="0" h="713" w="957">
                  <a:moveTo>
                    <a:pt x="455" y="1"/>
                  </a:moveTo>
                  <a:cubicBezTo>
                    <a:pt x="361" y="1"/>
                    <a:pt x="255" y="20"/>
                    <a:pt x="136" y="67"/>
                  </a:cubicBezTo>
                  <a:cubicBezTo>
                    <a:pt x="35" y="114"/>
                    <a:pt x="1" y="236"/>
                    <a:pt x="62" y="324"/>
                  </a:cubicBezTo>
                  <a:lnTo>
                    <a:pt x="258" y="629"/>
                  </a:lnTo>
                  <a:cubicBezTo>
                    <a:pt x="290" y="685"/>
                    <a:pt x="345" y="712"/>
                    <a:pt x="402" y="712"/>
                  </a:cubicBezTo>
                  <a:cubicBezTo>
                    <a:pt x="444" y="712"/>
                    <a:pt x="486" y="698"/>
                    <a:pt x="523" y="670"/>
                  </a:cubicBezTo>
                  <a:lnTo>
                    <a:pt x="903" y="351"/>
                  </a:lnTo>
                  <a:cubicBezTo>
                    <a:pt x="957" y="311"/>
                    <a:pt x="957" y="229"/>
                    <a:pt x="909" y="182"/>
                  </a:cubicBezTo>
                  <a:cubicBezTo>
                    <a:pt x="824" y="101"/>
                    <a:pt x="673" y="1"/>
                    <a:pt x="455" y="1"/>
                  </a:cubicBezTo>
                  <a:close/>
                </a:path>
              </a:pathLst>
            </a:custGeom>
            <a:solidFill>
              <a:srgbClr val="697D9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496" name="Google Shape;18496;p46"/>
            <p:cNvSpPr/>
            <p:nvPr/>
          </p:nvSpPr>
          <p:spPr>
            <a:xfrm>
              <a:off x="6380682" y="2097697"/>
              <a:ext cx="88605" cy="117589"/>
            </a:xfrm>
            <a:custGeom>
              <a:rect b="b" l="l" r="r" t="t"/>
              <a:pathLst>
                <a:path extrusionOk="0" h="4483" w="3378">
                  <a:moveTo>
                    <a:pt x="1" y="1"/>
                  </a:moveTo>
                  <a:lnTo>
                    <a:pt x="1" y="1940"/>
                  </a:lnTo>
                  <a:cubicBezTo>
                    <a:pt x="1" y="3188"/>
                    <a:pt x="1255" y="4354"/>
                    <a:pt x="3147" y="4361"/>
                  </a:cubicBezTo>
                  <a:cubicBezTo>
                    <a:pt x="3152" y="4360"/>
                    <a:pt x="3157" y="4360"/>
                    <a:pt x="3162" y="4360"/>
                  </a:cubicBezTo>
                  <a:cubicBezTo>
                    <a:pt x="3244" y="4360"/>
                    <a:pt x="3319" y="4412"/>
                    <a:pt x="3351" y="4483"/>
                  </a:cubicBezTo>
                  <a:lnTo>
                    <a:pt x="3378" y="4476"/>
                  </a:lnTo>
                  <a:lnTo>
                    <a:pt x="3378" y="4252"/>
                  </a:lnTo>
                  <a:cubicBezTo>
                    <a:pt x="3378" y="3886"/>
                    <a:pt x="3072" y="3581"/>
                    <a:pt x="2706" y="3581"/>
                  </a:cubicBezTo>
                  <a:cubicBezTo>
                    <a:pt x="1594" y="3581"/>
                    <a:pt x="692" y="2679"/>
                    <a:pt x="692" y="1567"/>
                  </a:cubicBezTo>
                  <a:lnTo>
                    <a:pt x="692" y="672"/>
                  </a:lnTo>
                  <a:cubicBezTo>
                    <a:pt x="692" y="299"/>
                    <a:pt x="387" y="1"/>
                    <a:pt x="14" y="1"/>
                  </a:cubicBezTo>
                  <a:close/>
                </a:path>
              </a:pathLst>
            </a:custGeom>
            <a:solidFill>
              <a:srgbClr val="697D9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497" name="Google Shape;18497;p46"/>
            <p:cNvSpPr/>
            <p:nvPr/>
          </p:nvSpPr>
          <p:spPr>
            <a:xfrm>
              <a:off x="6328406" y="2070496"/>
              <a:ext cx="23318" cy="27227"/>
            </a:xfrm>
            <a:custGeom>
              <a:rect b="b" l="l" r="r" t="t"/>
              <a:pathLst>
                <a:path extrusionOk="0" h="1038" w="889">
                  <a:moveTo>
                    <a:pt x="814" y="0"/>
                  </a:moveTo>
                  <a:lnTo>
                    <a:pt x="556" y="48"/>
                  </a:lnTo>
                  <a:cubicBezTo>
                    <a:pt x="238" y="102"/>
                    <a:pt x="0" y="380"/>
                    <a:pt x="0" y="712"/>
                  </a:cubicBezTo>
                  <a:lnTo>
                    <a:pt x="0" y="814"/>
                  </a:lnTo>
                  <a:cubicBezTo>
                    <a:pt x="0" y="936"/>
                    <a:pt x="95" y="1038"/>
                    <a:pt x="224" y="1038"/>
                  </a:cubicBezTo>
                  <a:lnTo>
                    <a:pt x="767" y="1038"/>
                  </a:lnTo>
                  <a:cubicBezTo>
                    <a:pt x="848" y="895"/>
                    <a:pt x="889" y="739"/>
                    <a:pt x="889" y="583"/>
                  </a:cubicBezTo>
                  <a:lnTo>
                    <a:pt x="889" y="366"/>
                  </a:lnTo>
                  <a:cubicBezTo>
                    <a:pt x="889" y="238"/>
                    <a:pt x="861" y="115"/>
                    <a:pt x="814" y="0"/>
                  </a:cubicBezTo>
                  <a:close/>
                </a:path>
              </a:pathLst>
            </a:custGeom>
            <a:solidFill>
              <a:srgbClr val="697D9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498" name="Google Shape;18498;p46"/>
            <p:cNvSpPr/>
            <p:nvPr/>
          </p:nvSpPr>
          <p:spPr>
            <a:xfrm>
              <a:off x="6495937" y="2180347"/>
              <a:ext cx="120448" cy="41889"/>
            </a:xfrm>
            <a:custGeom>
              <a:rect b="b" l="l" r="r" t="t"/>
              <a:pathLst>
                <a:path extrusionOk="0" h="1597" w="4592">
                  <a:moveTo>
                    <a:pt x="4239" y="0"/>
                  </a:moveTo>
                  <a:cubicBezTo>
                    <a:pt x="4199" y="0"/>
                    <a:pt x="4157" y="8"/>
                    <a:pt x="4117" y="23"/>
                  </a:cubicBezTo>
                  <a:cubicBezTo>
                    <a:pt x="2944" y="430"/>
                    <a:pt x="1459" y="579"/>
                    <a:pt x="631" y="626"/>
                  </a:cubicBezTo>
                  <a:cubicBezTo>
                    <a:pt x="279" y="647"/>
                    <a:pt x="1" y="945"/>
                    <a:pt x="1" y="1298"/>
                  </a:cubicBezTo>
                  <a:lnTo>
                    <a:pt x="1" y="1596"/>
                  </a:lnTo>
                  <a:cubicBezTo>
                    <a:pt x="1174" y="1582"/>
                    <a:pt x="3208" y="1332"/>
                    <a:pt x="4591" y="362"/>
                  </a:cubicBezTo>
                  <a:lnTo>
                    <a:pt x="4584" y="315"/>
                  </a:lnTo>
                  <a:cubicBezTo>
                    <a:pt x="4568" y="133"/>
                    <a:pt x="4413" y="0"/>
                    <a:pt x="4239" y="0"/>
                  </a:cubicBezTo>
                  <a:close/>
                </a:path>
              </a:pathLst>
            </a:custGeom>
            <a:solidFill>
              <a:srgbClr val="697D9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8499" name="Google Shape;18499;p46"/>
          <p:cNvGrpSpPr/>
          <p:nvPr/>
        </p:nvGrpSpPr>
        <p:grpSpPr>
          <a:xfrm>
            <a:off x="5789327" y="2432968"/>
            <a:ext cx="352531" cy="370132"/>
            <a:chOff x="5789327" y="2432968"/>
            <a:chExt cx="352531" cy="370132"/>
          </a:xfrm>
        </p:grpSpPr>
        <p:sp>
          <p:nvSpPr>
            <p:cNvPr id="18500" name="Google Shape;18500;p46"/>
            <p:cNvSpPr/>
            <p:nvPr/>
          </p:nvSpPr>
          <p:spPr>
            <a:xfrm>
              <a:off x="5794651" y="2568132"/>
              <a:ext cx="341882" cy="228935"/>
            </a:xfrm>
            <a:custGeom>
              <a:rect b="b" l="l" r="r" t="t"/>
              <a:pathLst>
                <a:path extrusionOk="0" h="8728" w="13034">
                  <a:moveTo>
                    <a:pt x="1921" y="0"/>
                  </a:moveTo>
                  <a:cubicBezTo>
                    <a:pt x="1916" y="0"/>
                    <a:pt x="1912" y="0"/>
                    <a:pt x="1908" y="0"/>
                  </a:cubicBezTo>
                  <a:lnTo>
                    <a:pt x="1933" y="0"/>
                  </a:lnTo>
                  <a:cubicBezTo>
                    <a:pt x="1929" y="0"/>
                    <a:pt x="1925" y="0"/>
                    <a:pt x="1921" y="0"/>
                  </a:cubicBezTo>
                  <a:close/>
                  <a:moveTo>
                    <a:pt x="11120" y="0"/>
                  </a:moveTo>
                  <a:cubicBezTo>
                    <a:pt x="11116" y="0"/>
                    <a:pt x="11111" y="0"/>
                    <a:pt x="11107" y="0"/>
                  </a:cubicBezTo>
                  <a:lnTo>
                    <a:pt x="11132" y="0"/>
                  </a:lnTo>
                  <a:cubicBezTo>
                    <a:pt x="11128" y="0"/>
                    <a:pt x="11124" y="0"/>
                    <a:pt x="11120" y="0"/>
                  </a:cubicBezTo>
                  <a:close/>
                  <a:moveTo>
                    <a:pt x="9873" y="7161"/>
                  </a:moveTo>
                  <a:lnTo>
                    <a:pt x="9873" y="7182"/>
                  </a:lnTo>
                  <a:lnTo>
                    <a:pt x="9873" y="7182"/>
                  </a:lnTo>
                  <a:cubicBezTo>
                    <a:pt x="9873" y="7175"/>
                    <a:pt x="9873" y="7168"/>
                    <a:pt x="9873" y="7161"/>
                  </a:cubicBezTo>
                  <a:close/>
                  <a:moveTo>
                    <a:pt x="3160" y="7161"/>
                  </a:moveTo>
                  <a:lnTo>
                    <a:pt x="3160" y="7161"/>
                  </a:lnTo>
                  <a:cubicBezTo>
                    <a:pt x="3160" y="7168"/>
                    <a:pt x="3160" y="7175"/>
                    <a:pt x="3160" y="7182"/>
                  </a:cubicBezTo>
                  <a:lnTo>
                    <a:pt x="3160" y="7182"/>
                  </a:lnTo>
                  <a:lnTo>
                    <a:pt x="3160" y="7161"/>
                  </a:lnTo>
                  <a:close/>
                  <a:moveTo>
                    <a:pt x="1777" y="0"/>
                  </a:moveTo>
                  <a:cubicBezTo>
                    <a:pt x="862" y="0"/>
                    <a:pt x="62" y="705"/>
                    <a:pt x="28" y="1628"/>
                  </a:cubicBezTo>
                  <a:cubicBezTo>
                    <a:pt x="1" y="2570"/>
                    <a:pt x="760" y="3357"/>
                    <a:pt x="1709" y="3357"/>
                  </a:cubicBezTo>
                  <a:lnTo>
                    <a:pt x="4727" y="3357"/>
                  </a:lnTo>
                  <a:cubicBezTo>
                    <a:pt x="4311" y="3921"/>
                    <a:pt x="3642" y="4252"/>
                    <a:pt x="2944" y="4252"/>
                  </a:cubicBezTo>
                  <a:cubicBezTo>
                    <a:pt x="2937" y="4252"/>
                    <a:pt x="2930" y="4252"/>
                    <a:pt x="2923" y="4252"/>
                  </a:cubicBezTo>
                  <a:cubicBezTo>
                    <a:pt x="2919" y="4252"/>
                    <a:pt x="2915" y="4252"/>
                    <a:pt x="2911" y="4252"/>
                  </a:cubicBezTo>
                  <a:cubicBezTo>
                    <a:pt x="2049" y="4252"/>
                    <a:pt x="1377" y="4988"/>
                    <a:pt x="1377" y="5845"/>
                  </a:cubicBezTo>
                  <a:lnTo>
                    <a:pt x="1377" y="6272"/>
                  </a:lnTo>
                  <a:cubicBezTo>
                    <a:pt x="1377" y="5655"/>
                    <a:pt x="1872" y="5154"/>
                    <a:pt x="2496" y="5154"/>
                  </a:cubicBezTo>
                  <a:lnTo>
                    <a:pt x="3391" y="5154"/>
                  </a:lnTo>
                  <a:cubicBezTo>
                    <a:pt x="3683" y="5154"/>
                    <a:pt x="4550" y="4957"/>
                    <a:pt x="5181" y="4448"/>
                  </a:cubicBezTo>
                  <a:lnTo>
                    <a:pt x="5181" y="7127"/>
                  </a:lnTo>
                  <a:cubicBezTo>
                    <a:pt x="5188" y="7601"/>
                    <a:pt x="4869" y="8022"/>
                    <a:pt x="4408" y="8144"/>
                  </a:cubicBezTo>
                  <a:cubicBezTo>
                    <a:pt x="4326" y="8164"/>
                    <a:pt x="4245" y="8173"/>
                    <a:pt x="4165" y="8173"/>
                  </a:cubicBezTo>
                  <a:cubicBezTo>
                    <a:pt x="3629" y="8173"/>
                    <a:pt x="3166" y="7745"/>
                    <a:pt x="3160" y="7182"/>
                  </a:cubicBezTo>
                  <a:lnTo>
                    <a:pt x="3160" y="7182"/>
                  </a:lnTo>
                  <a:lnTo>
                    <a:pt x="3160" y="7215"/>
                  </a:lnTo>
                  <a:cubicBezTo>
                    <a:pt x="3160" y="8008"/>
                    <a:pt x="3771" y="8707"/>
                    <a:pt x="4571" y="8727"/>
                  </a:cubicBezTo>
                  <a:cubicBezTo>
                    <a:pt x="4587" y="8727"/>
                    <a:pt x="4603" y="8728"/>
                    <a:pt x="4620" y="8728"/>
                  </a:cubicBezTo>
                  <a:cubicBezTo>
                    <a:pt x="5418" y="8728"/>
                    <a:pt x="6069" y="8080"/>
                    <a:pt x="6069" y="7276"/>
                  </a:cubicBezTo>
                  <a:lnTo>
                    <a:pt x="6069" y="4496"/>
                  </a:lnTo>
                  <a:cubicBezTo>
                    <a:pt x="6063" y="4272"/>
                    <a:pt x="6218" y="4075"/>
                    <a:pt x="6442" y="4028"/>
                  </a:cubicBezTo>
                  <a:cubicBezTo>
                    <a:pt x="6465" y="4025"/>
                    <a:pt x="6487" y="4023"/>
                    <a:pt x="6510" y="4023"/>
                  </a:cubicBezTo>
                  <a:cubicBezTo>
                    <a:pt x="6754" y="4023"/>
                    <a:pt x="6964" y="4221"/>
                    <a:pt x="6964" y="4475"/>
                  </a:cubicBezTo>
                  <a:lnTo>
                    <a:pt x="6964" y="7208"/>
                  </a:lnTo>
                  <a:cubicBezTo>
                    <a:pt x="6964" y="8008"/>
                    <a:pt x="7581" y="8700"/>
                    <a:pt x="8375" y="8727"/>
                  </a:cubicBezTo>
                  <a:cubicBezTo>
                    <a:pt x="8391" y="8727"/>
                    <a:pt x="8407" y="8728"/>
                    <a:pt x="8424" y="8728"/>
                  </a:cubicBezTo>
                  <a:cubicBezTo>
                    <a:pt x="9222" y="8728"/>
                    <a:pt x="9873" y="8080"/>
                    <a:pt x="9873" y="7269"/>
                  </a:cubicBezTo>
                  <a:lnTo>
                    <a:pt x="9873" y="7182"/>
                  </a:lnTo>
                  <a:lnTo>
                    <a:pt x="9873" y="7182"/>
                  </a:lnTo>
                  <a:cubicBezTo>
                    <a:pt x="9867" y="7742"/>
                    <a:pt x="9400" y="8171"/>
                    <a:pt x="8865" y="8171"/>
                  </a:cubicBezTo>
                  <a:cubicBezTo>
                    <a:pt x="8788" y="8171"/>
                    <a:pt x="8711" y="8162"/>
                    <a:pt x="8632" y="8144"/>
                  </a:cubicBezTo>
                  <a:cubicBezTo>
                    <a:pt x="8171" y="8022"/>
                    <a:pt x="7853" y="7601"/>
                    <a:pt x="7859" y="7127"/>
                  </a:cubicBezTo>
                  <a:lnTo>
                    <a:pt x="7859" y="4442"/>
                  </a:lnTo>
                  <a:cubicBezTo>
                    <a:pt x="8490" y="4950"/>
                    <a:pt x="9358" y="5147"/>
                    <a:pt x="9649" y="5147"/>
                  </a:cubicBezTo>
                  <a:lnTo>
                    <a:pt x="10545" y="5147"/>
                  </a:lnTo>
                  <a:cubicBezTo>
                    <a:pt x="11168" y="5147"/>
                    <a:pt x="11670" y="5648"/>
                    <a:pt x="11670" y="6266"/>
                  </a:cubicBezTo>
                  <a:lnTo>
                    <a:pt x="11670" y="5845"/>
                  </a:lnTo>
                  <a:cubicBezTo>
                    <a:pt x="11670" y="4992"/>
                    <a:pt x="10998" y="4252"/>
                    <a:pt x="10147" y="4252"/>
                  </a:cubicBezTo>
                  <a:cubicBezTo>
                    <a:pt x="10140" y="4252"/>
                    <a:pt x="10132" y="4252"/>
                    <a:pt x="10124" y="4252"/>
                  </a:cubicBezTo>
                  <a:cubicBezTo>
                    <a:pt x="9412" y="4252"/>
                    <a:pt x="8734" y="3919"/>
                    <a:pt x="8314" y="3350"/>
                  </a:cubicBezTo>
                  <a:lnTo>
                    <a:pt x="11331" y="3350"/>
                  </a:lnTo>
                  <a:cubicBezTo>
                    <a:pt x="12280" y="3350"/>
                    <a:pt x="13033" y="2570"/>
                    <a:pt x="13006" y="1628"/>
                  </a:cubicBezTo>
                  <a:cubicBezTo>
                    <a:pt x="12979" y="705"/>
                    <a:pt x="12179" y="0"/>
                    <a:pt x="11263" y="0"/>
                  </a:cubicBezTo>
                  <a:lnTo>
                    <a:pt x="11132" y="0"/>
                  </a:lnTo>
                  <a:cubicBezTo>
                    <a:pt x="11786" y="7"/>
                    <a:pt x="12321" y="537"/>
                    <a:pt x="12341" y="1194"/>
                  </a:cubicBezTo>
                  <a:cubicBezTo>
                    <a:pt x="12355" y="1865"/>
                    <a:pt x="11780" y="2402"/>
                    <a:pt x="11114" y="2402"/>
                  </a:cubicBezTo>
                  <a:cubicBezTo>
                    <a:pt x="11094" y="2402"/>
                    <a:pt x="11073" y="2402"/>
                    <a:pt x="11053" y="2401"/>
                  </a:cubicBezTo>
                  <a:lnTo>
                    <a:pt x="8734" y="2299"/>
                  </a:lnTo>
                  <a:cubicBezTo>
                    <a:pt x="8497" y="2285"/>
                    <a:pt x="8314" y="2089"/>
                    <a:pt x="8314" y="1851"/>
                  </a:cubicBezTo>
                  <a:lnTo>
                    <a:pt x="8314" y="1343"/>
                  </a:lnTo>
                  <a:lnTo>
                    <a:pt x="4727" y="1343"/>
                  </a:lnTo>
                  <a:lnTo>
                    <a:pt x="4727" y="1851"/>
                  </a:lnTo>
                  <a:cubicBezTo>
                    <a:pt x="4727" y="2089"/>
                    <a:pt x="4544" y="2285"/>
                    <a:pt x="4306" y="2299"/>
                  </a:cubicBezTo>
                  <a:lnTo>
                    <a:pt x="1987" y="2401"/>
                  </a:lnTo>
                  <a:cubicBezTo>
                    <a:pt x="1967" y="2402"/>
                    <a:pt x="1947" y="2402"/>
                    <a:pt x="1927" y="2402"/>
                  </a:cubicBezTo>
                  <a:cubicBezTo>
                    <a:pt x="1260" y="2402"/>
                    <a:pt x="686" y="1865"/>
                    <a:pt x="699" y="1194"/>
                  </a:cubicBezTo>
                  <a:cubicBezTo>
                    <a:pt x="719" y="537"/>
                    <a:pt x="1255" y="7"/>
                    <a:pt x="1908" y="0"/>
                  </a:cubicBezTo>
                  <a:close/>
                </a:path>
              </a:pathLst>
            </a:custGeom>
            <a:solidFill>
              <a:srgbClr val="788A9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501" name="Google Shape;18501;p46"/>
            <p:cNvSpPr/>
            <p:nvPr/>
          </p:nvSpPr>
          <p:spPr>
            <a:xfrm>
              <a:off x="5998826" y="2544656"/>
              <a:ext cx="143032" cy="117405"/>
            </a:xfrm>
            <a:custGeom>
              <a:rect b="b" l="l" r="r" t="t"/>
              <a:pathLst>
                <a:path extrusionOk="0" h="4476" w="5453">
                  <a:moveTo>
                    <a:pt x="2537" y="0"/>
                  </a:moveTo>
                  <a:cubicBezTo>
                    <a:pt x="2425" y="0"/>
                    <a:pt x="2313" y="75"/>
                    <a:pt x="2313" y="224"/>
                  </a:cubicBezTo>
                  <a:cubicBezTo>
                    <a:pt x="2313" y="712"/>
                    <a:pt x="2713" y="1119"/>
                    <a:pt x="3208" y="1119"/>
                  </a:cubicBezTo>
                  <a:lnTo>
                    <a:pt x="3547" y="1119"/>
                  </a:lnTo>
                  <a:cubicBezTo>
                    <a:pt x="4354" y="1119"/>
                    <a:pt x="5005" y="1770"/>
                    <a:pt x="5005" y="2570"/>
                  </a:cubicBezTo>
                  <a:cubicBezTo>
                    <a:pt x="5005" y="3377"/>
                    <a:pt x="4354" y="4028"/>
                    <a:pt x="3547" y="4028"/>
                  </a:cubicBezTo>
                  <a:lnTo>
                    <a:pt x="299" y="4028"/>
                  </a:lnTo>
                  <a:cubicBezTo>
                    <a:pt x="1" y="4028"/>
                    <a:pt x="1" y="4475"/>
                    <a:pt x="299" y="4475"/>
                  </a:cubicBezTo>
                  <a:lnTo>
                    <a:pt x="3547" y="4475"/>
                  </a:lnTo>
                  <a:cubicBezTo>
                    <a:pt x="4598" y="4475"/>
                    <a:pt x="5452" y="3621"/>
                    <a:pt x="5452" y="2570"/>
                  </a:cubicBezTo>
                  <a:cubicBezTo>
                    <a:pt x="5452" y="1519"/>
                    <a:pt x="4598" y="672"/>
                    <a:pt x="3547" y="672"/>
                  </a:cubicBezTo>
                  <a:lnTo>
                    <a:pt x="3208" y="672"/>
                  </a:lnTo>
                  <a:cubicBezTo>
                    <a:pt x="2957" y="665"/>
                    <a:pt x="2761" y="468"/>
                    <a:pt x="2761" y="224"/>
                  </a:cubicBezTo>
                  <a:cubicBezTo>
                    <a:pt x="2761" y="75"/>
                    <a:pt x="2649" y="0"/>
                    <a:pt x="2537" y="0"/>
                  </a:cubicBezTo>
                  <a:close/>
                </a:path>
              </a:pathLst>
            </a:custGeom>
            <a:solidFill>
              <a:srgbClr val="5B728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502" name="Google Shape;18502;p46"/>
            <p:cNvSpPr/>
            <p:nvPr/>
          </p:nvSpPr>
          <p:spPr>
            <a:xfrm>
              <a:off x="5846062" y="2667360"/>
              <a:ext cx="238877" cy="135740"/>
            </a:xfrm>
            <a:custGeom>
              <a:rect b="b" l="l" r="r" t="t"/>
              <a:pathLst>
                <a:path extrusionOk="0" h="5175" w="9107">
                  <a:moveTo>
                    <a:pt x="4557" y="1"/>
                  </a:moveTo>
                  <a:cubicBezTo>
                    <a:pt x="4177" y="1"/>
                    <a:pt x="3872" y="313"/>
                    <a:pt x="3886" y="692"/>
                  </a:cubicBezTo>
                  <a:lnTo>
                    <a:pt x="3886" y="3493"/>
                  </a:lnTo>
                  <a:cubicBezTo>
                    <a:pt x="3886" y="4171"/>
                    <a:pt x="3330" y="4720"/>
                    <a:pt x="2651" y="4720"/>
                  </a:cubicBezTo>
                  <a:cubicBezTo>
                    <a:pt x="1973" y="4720"/>
                    <a:pt x="1417" y="4171"/>
                    <a:pt x="1417" y="3493"/>
                  </a:cubicBezTo>
                  <a:lnTo>
                    <a:pt x="1417" y="3154"/>
                  </a:lnTo>
                  <a:cubicBezTo>
                    <a:pt x="1417" y="2537"/>
                    <a:pt x="916" y="2035"/>
                    <a:pt x="299" y="2035"/>
                  </a:cubicBezTo>
                  <a:cubicBezTo>
                    <a:pt x="0" y="2035"/>
                    <a:pt x="0" y="2483"/>
                    <a:pt x="299" y="2483"/>
                  </a:cubicBezTo>
                  <a:cubicBezTo>
                    <a:pt x="672" y="2483"/>
                    <a:pt x="970" y="2781"/>
                    <a:pt x="970" y="3154"/>
                  </a:cubicBezTo>
                  <a:lnTo>
                    <a:pt x="970" y="3493"/>
                  </a:lnTo>
                  <a:cubicBezTo>
                    <a:pt x="990" y="4408"/>
                    <a:pt x="1736" y="5134"/>
                    <a:pt x="2651" y="5134"/>
                  </a:cubicBezTo>
                  <a:cubicBezTo>
                    <a:pt x="3567" y="5134"/>
                    <a:pt x="4313" y="4408"/>
                    <a:pt x="4333" y="3493"/>
                  </a:cubicBezTo>
                  <a:lnTo>
                    <a:pt x="4333" y="692"/>
                  </a:lnTo>
                  <a:cubicBezTo>
                    <a:pt x="4333" y="543"/>
                    <a:pt x="4445" y="469"/>
                    <a:pt x="4557" y="469"/>
                  </a:cubicBezTo>
                  <a:cubicBezTo>
                    <a:pt x="4669" y="469"/>
                    <a:pt x="4781" y="543"/>
                    <a:pt x="4781" y="692"/>
                  </a:cubicBezTo>
                  <a:lnTo>
                    <a:pt x="4781" y="3493"/>
                  </a:lnTo>
                  <a:cubicBezTo>
                    <a:pt x="4781" y="4422"/>
                    <a:pt x="5533" y="5168"/>
                    <a:pt x="6462" y="5174"/>
                  </a:cubicBezTo>
                  <a:cubicBezTo>
                    <a:pt x="7384" y="5168"/>
                    <a:pt x="8137" y="4422"/>
                    <a:pt x="8137" y="3493"/>
                  </a:cubicBezTo>
                  <a:lnTo>
                    <a:pt x="8137" y="3154"/>
                  </a:lnTo>
                  <a:cubicBezTo>
                    <a:pt x="8137" y="2781"/>
                    <a:pt x="8435" y="2483"/>
                    <a:pt x="8808" y="2483"/>
                  </a:cubicBezTo>
                  <a:cubicBezTo>
                    <a:pt x="9107" y="2483"/>
                    <a:pt x="9107" y="2035"/>
                    <a:pt x="8808" y="2035"/>
                  </a:cubicBezTo>
                  <a:cubicBezTo>
                    <a:pt x="8191" y="2035"/>
                    <a:pt x="7689" y="2537"/>
                    <a:pt x="7689" y="3154"/>
                  </a:cubicBezTo>
                  <a:lnTo>
                    <a:pt x="7689" y="3493"/>
                  </a:lnTo>
                  <a:cubicBezTo>
                    <a:pt x="7689" y="4171"/>
                    <a:pt x="7140" y="4720"/>
                    <a:pt x="6455" y="4720"/>
                  </a:cubicBezTo>
                  <a:cubicBezTo>
                    <a:pt x="5777" y="4720"/>
                    <a:pt x="5228" y="4171"/>
                    <a:pt x="5228" y="3493"/>
                  </a:cubicBezTo>
                  <a:lnTo>
                    <a:pt x="5228" y="692"/>
                  </a:lnTo>
                  <a:cubicBezTo>
                    <a:pt x="5242" y="313"/>
                    <a:pt x="4937" y="1"/>
                    <a:pt x="4557" y="1"/>
                  </a:cubicBezTo>
                  <a:close/>
                </a:path>
              </a:pathLst>
            </a:custGeom>
            <a:solidFill>
              <a:srgbClr val="5B728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503" name="Google Shape;18503;p46"/>
            <p:cNvSpPr/>
            <p:nvPr/>
          </p:nvSpPr>
          <p:spPr>
            <a:xfrm>
              <a:off x="5898339" y="2432968"/>
              <a:ext cx="134481" cy="211492"/>
            </a:xfrm>
            <a:custGeom>
              <a:rect b="b" l="l" r="r" t="t"/>
              <a:pathLst>
                <a:path extrusionOk="0" h="8063" w="5127">
                  <a:moveTo>
                    <a:pt x="2564" y="0"/>
                  </a:moveTo>
                  <a:cubicBezTo>
                    <a:pt x="1126" y="0"/>
                    <a:pt x="1" y="1241"/>
                    <a:pt x="143" y="2672"/>
                  </a:cubicBezTo>
                  <a:lnTo>
                    <a:pt x="550" y="6720"/>
                  </a:lnTo>
                  <a:lnTo>
                    <a:pt x="1669" y="6720"/>
                  </a:lnTo>
                  <a:lnTo>
                    <a:pt x="1669" y="7167"/>
                  </a:lnTo>
                  <a:cubicBezTo>
                    <a:pt x="1669" y="7662"/>
                    <a:pt x="2069" y="8062"/>
                    <a:pt x="2564" y="8062"/>
                  </a:cubicBezTo>
                  <a:cubicBezTo>
                    <a:pt x="3059" y="8062"/>
                    <a:pt x="3459" y="7662"/>
                    <a:pt x="3459" y="7167"/>
                  </a:cubicBezTo>
                  <a:lnTo>
                    <a:pt x="3459" y="6720"/>
                  </a:lnTo>
                  <a:lnTo>
                    <a:pt x="4578" y="6720"/>
                  </a:lnTo>
                  <a:lnTo>
                    <a:pt x="4985" y="2672"/>
                  </a:lnTo>
                  <a:cubicBezTo>
                    <a:pt x="5127" y="1241"/>
                    <a:pt x="4001" y="0"/>
                    <a:pt x="2564" y="0"/>
                  </a:cubicBezTo>
                  <a:close/>
                </a:path>
              </a:pathLst>
            </a:custGeom>
            <a:solidFill>
              <a:srgbClr val="98A6B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504" name="Google Shape;18504;p46"/>
            <p:cNvSpPr/>
            <p:nvPr/>
          </p:nvSpPr>
          <p:spPr>
            <a:xfrm>
              <a:off x="5898522" y="2433309"/>
              <a:ext cx="59962" cy="175925"/>
            </a:xfrm>
            <a:custGeom>
              <a:rect b="b" l="l" r="r" t="t"/>
              <a:pathLst>
                <a:path extrusionOk="0" h="6707" w="2286">
                  <a:moveTo>
                    <a:pt x="2286" y="1"/>
                  </a:moveTo>
                  <a:cubicBezTo>
                    <a:pt x="963" y="150"/>
                    <a:pt x="1" y="1336"/>
                    <a:pt x="136" y="2659"/>
                  </a:cubicBezTo>
                  <a:lnTo>
                    <a:pt x="543" y="6707"/>
                  </a:lnTo>
                  <a:lnTo>
                    <a:pt x="1601" y="6707"/>
                  </a:lnTo>
                  <a:lnTo>
                    <a:pt x="1228" y="2509"/>
                  </a:lnTo>
                  <a:cubicBezTo>
                    <a:pt x="1133" y="1479"/>
                    <a:pt x="1574" y="536"/>
                    <a:pt x="2286" y="1"/>
                  </a:cubicBezTo>
                  <a:close/>
                </a:path>
              </a:pathLst>
            </a:custGeom>
            <a:solidFill>
              <a:srgbClr val="788A9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505" name="Google Shape;18505;p46"/>
            <p:cNvSpPr/>
            <p:nvPr/>
          </p:nvSpPr>
          <p:spPr>
            <a:xfrm>
              <a:off x="5804960" y="2667045"/>
              <a:ext cx="141065" cy="88920"/>
            </a:xfrm>
            <a:custGeom>
              <a:rect b="b" l="l" r="r" t="t"/>
              <a:pathLst>
                <a:path extrusionOk="0" h="3390" w="5378">
                  <a:moveTo>
                    <a:pt x="5113" y="1"/>
                  </a:moveTo>
                  <a:cubicBezTo>
                    <a:pt x="5041" y="1"/>
                    <a:pt x="4972" y="37"/>
                    <a:pt x="4930" y="101"/>
                  </a:cubicBezTo>
                  <a:cubicBezTo>
                    <a:pt x="4449" y="820"/>
                    <a:pt x="3384" y="1152"/>
                    <a:pt x="2767" y="1152"/>
                  </a:cubicBezTo>
                  <a:lnTo>
                    <a:pt x="2089" y="1152"/>
                  </a:lnTo>
                  <a:cubicBezTo>
                    <a:pt x="1350" y="1152"/>
                    <a:pt x="747" y="1749"/>
                    <a:pt x="747" y="2495"/>
                  </a:cubicBezTo>
                  <a:cubicBezTo>
                    <a:pt x="747" y="2739"/>
                    <a:pt x="550" y="2942"/>
                    <a:pt x="299" y="2942"/>
                  </a:cubicBezTo>
                  <a:cubicBezTo>
                    <a:pt x="1" y="2942"/>
                    <a:pt x="1" y="3390"/>
                    <a:pt x="299" y="3390"/>
                  </a:cubicBezTo>
                  <a:cubicBezTo>
                    <a:pt x="787" y="3390"/>
                    <a:pt x="1188" y="2996"/>
                    <a:pt x="1194" y="2508"/>
                  </a:cubicBezTo>
                  <a:cubicBezTo>
                    <a:pt x="1208" y="2006"/>
                    <a:pt x="1581" y="1593"/>
                    <a:pt x="2076" y="1593"/>
                  </a:cubicBezTo>
                  <a:lnTo>
                    <a:pt x="2767" y="1593"/>
                  </a:lnTo>
                  <a:cubicBezTo>
                    <a:pt x="3507" y="1593"/>
                    <a:pt x="4720" y="1206"/>
                    <a:pt x="5303" y="345"/>
                  </a:cubicBezTo>
                  <a:cubicBezTo>
                    <a:pt x="5378" y="237"/>
                    <a:pt x="5337" y="81"/>
                    <a:pt x="5215" y="20"/>
                  </a:cubicBezTo>
                  <a:lnTo>
                    <a:pt x="5215" y="26"/>
                  </a:lnTo>
                  <a:cubicBezTo>
                    <a:pt x="5182" y="9"/>
                    <a:pt x="5147" y="1"/>
                    <a:pt x="5113" y="1"/>
                  </a:cubicBezTo>
                  <a:close/>
                </a:path>
              </a:pathLst>
            </a:custGeom>
            <a:solidFill>
              <a:srgbClr val="5B728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506" name="Google Shape;18506;p46"/>
            <p:cNvSpPr/>
            <p:nvPr/>
          </p:nvSpPr>
          <p:spPr>
            <a:xfrm>
              <a:off x="5912739" y="2597483"/>
              <a:ext cx="29378" cy="23502"/>
            </a:xfrm>
            <a:custGeom>
              <a:rect b="b" l="l" r="r" t="t"/>
              <a:pathLst>
                <a:path extrusionOk="0" h="896" w="1120">
                  <a:moveTo>
                    <a:pt x="449" y="0"/>
                  </a:moveTo>
                  <a:cubicBezTo>
                    <a:pt x="198" y="0"/>
                    <a:pt x="1" y="197"/>
                    <a:pt x="1" y="448"/>
                  </a:cubicBezTo>
                  <a:cubicBezTo>
                    <a:pt x="1" y="692"/>
                    <a:pt x="198" y="895"/>
                    <a:pt x="449" y="895"/>
                  </a:cubicBezTo>
                  <a:lnTo>
                    <a:pt x="672" y="895"/>
                  </a:lnTo>
                  <a:cubicBezTo>
                    <a:pt x="916" y="895"/>
                    <a:pt x="1120" y="692"/>
                    <a:pt x="1120" y="448"/>
                  </a:cubicBezTo>
                  <a:cubicBezTo>
                    <a:pt x="1120" y="197"/>
                    <a:pt x="916" y="0"/>
                    <a:pt x="672" y="0"/>
                  </a:cubicBezTo>
                  <a:close/>
                </a:path>
              </a:pathLst>
            </a:custGeom>
            <a:solidFill>
              <a:srgbClr val="203B5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507" name="Google Shape;18507;p46"/>
            <p:cNvSpPr/>
            <p:nvPr/>
          </p:nvSpPr>
          <p:spPr>
            <a:xfrm>
              <a:off x="5989042" y="2597483"/>
              <a:ext cx="29378" cy="23502"/>
            </a:xfrm>
            <a:custGeom>
              <a:rect b="b" l="l" r="r" t="t"/>
              <a:pathLst>
                <a:path extrusionOk="0" h="896" w="1120">
                  <a:moveTo>
                    <a:pt x="448" y="0"/>
                  </a:moveTo>
                  <a:cubicBezTo>
                    <a:pt x="204" y="0"/>
                    <a:pt x="1" y="197"/>
                    <a:pt x="1" y="448"/>
                  </a:cubicBezTo>
                  <a:cubicBezTo>
                    <a:pt x="1" y="692"/>
                    <a:pt x="204" y="895"/>
                    <a:pt x="448" y="895"/>
                  </a:cubicBezTo>
                  <a:lnTo>
                    <a:pt x="672" y="895"/>
                  </a:lnTo>
                  <a:cubicBezTo>
                    <a:pt x="916" y="895"/>
                    <a:pt x="1120" y="692"/>
                    <a:pt x="1120" y="448"/>
                  </a:cubicBezTo>
                  <a:cubicBezTo>
                    <a:pt x="1120" y="197"/>
                    <a:pt x="916" y="0"/>
                    <a:pt x="672" y="0"/>
                  </a:cubicBezTo>
                  <a:close/>
                </a:path>
              </a:pathLst>
            </a:custGeom>
            <a:solidFill>
              <a:srgbClr val="203B5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508" name="Google Shape;18508;p46"/>
            <p:cNvSpPr/>
            <p:nvPr/>
          </p:nvSpPr>
          <p:spPr>
            <a:xfrm>
              <a:off x="5789327" y="2544656"/>
              <a:ext cx="142849" cy="117405"/>
            </a:xfrm>
            <a:custGeom>
              <a:rect b="b" l="l" r="r" t="t"/>
              <a:pathLst>
                <a:path extrusionOk="0" h="4476" w="5446">
                  <a:moveTo>
                    <a:pt x="2916" y="0"/>
                  </a:moveTo>
                  <a:cubicBezTo>
                    <a:pt x="2804" y="0"/>
                    <a:pt x="2692" y="75"/>
                    <a:pt x="2692" y="224"/>
                  </a:cubicBezTo>
                  <a:cubicBezTo>
                    <a:pt x="2692" y="468"/>
                    <a:pt x="2489" y="665"/>
                    <a:pt x="2245" y="672"/>
                  </a:cubicBezTo>
                  <a:lnTo>
                    <a:pt x="1906" y="672"/>
                  </a:lnTo>
                  <a:cubicBezTo>
                    <a:pt x="855" y="672"/>
                    <a:pt x="0" y="1519"/>
                    <a:pt x="0" y="2570"/>
                  </a:cubicBezTo>
                  <a:cubicBezTo>
                    <a:pt x="0" y="3621"/>
                    <a:pt x="855" y="4475"/>
                    <a:pt x="1906" y="4475"/>
                  </a:cubicBezTo>
                  <a:lnTo>
                    <a:pt x="5154" y="4475"/>
                  </a:lnTo>
                  <a:cubicBezTo>
                    <a:pt x="5445" y="4475"/>
                    <a:pt x="5445" y="4028"/>
                    <a:pt x="5154" y="4028"/>
                  </a:cubicBezTo>
                  <a:lnTo>
                    <a:pt x="1906" y="4028"/>
                  </a:lnTo>
                  <a:cubicBezTo>
                    <a:pt x="1099" y="4028"/>
                    <a:pt x="448" y="3377"/>
                    <a:pt x="448" y="2570"/>
                  </a:cubicBezTo>
                  <a:cubicBezTo>
                    <a:pt x="448" y="1770"/>
                    <a:pt x="1099" y="1119"/>
                    <a:pt x="1906" y="1119"/>
                  </a:cubicBezTo>
                  <a:lnTo>
                    <a:pt x="2245" y="1119"/>
                  </a:lnTo>
                  <a:cubicBezTo>
                    <a:pt x="2740" y="1119"/>
                    <a:pt x="3140" y="712"/>
                    <a:pt x="3140" y="224"/>
                  </a:cubicBezTo>
                  <a:cubicBezTo>
                    <a:pt x="3140" y="75"/>
                    <a:pt x="3028" y="0"/>
                    <a:pt x="2916" y="0"/>
                  </a:cubicBezTo>
                  <a:close/>
                </a:path>
              </a:pathLst>
            </a:custGeom>
            <a:solidFill>
              <a:srgbClr val="5B728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509" name="Google Shape;18509;p46"/>
            <p:cNvSpPr/>
            <p:nvPr/>
          </p:nvSpPr>
          <p:spPr>
            <a:xfrm>
              <a:off x="5985134" y="2666940"/>
              <a:ext cx="141065" cy="89025"/>
            </a:xfrm>
            <a:custGeom>
              <a:rect b="b" l="l" r="r" t="t"/>
              <a:pathLst>
                <a:path extrusionOk="0" h="3394" w="5378">
                  <a:moveTo>
                    <a:pt x="261" y="1"/>
                  </a:moveTo>
                  <a:cubicBezTo>
                    <a:pt x="228" y="1"/>
                    <a:pt x="194" y="8"/>
                    <a:pt x="163" y="24"/>
                  </a:cubicBezTo>
                  <a:cubicBezTo>
                    <a:pt x="41" y="85"/>
                    <a:pt x="1" y="241"/>
                    <a:pt x="75" y="349"/>
                  </a:cubicBezTo>
                  <a:cubicBezTo>
                    <a:pt x="658" y="1210"/>
                    <a:pt x="1872" y="1603"/>
                    <a:pt x="2611" y="1603"/>
                  </a:cubicBezTo>
                  <a:lnTo>
                    <a:pt x="3303" y="1603"/>
                  </a:lnTo>
                  <a:cubicBezTo>
                    <a:pt x="3798" y="1603"/>
                    <a:pt x="4171" y="2017"/>
                    <a:pt x="4184" y="2512"/>
                  </a:cubicBezTo>
                  <a:cubicBezTo>
                    <a:pt x="4191" y="3000"/>
                    <a:pt x="4591" y="3394"/>
                    <a:pt x="5079" y="3394"/>
                  </a:cubicBezTo>
                  <a:cubicBezTo>
                    <a:pt x="5378" y="3394"/>
                    <a:pt x="5378" y="2946"/>
                    <a:pt x="5079" y="2946"/>
                  </a:cubicBezTo>
                  <a:cubicBezTo>
                    <a:pt x="4829" y="2946"/>
                    <a:pt x="4632" y="2749"/>
                    <a:pt x="4632" y="2499"/>
                  </a:cubicBezTo>
                  <a:cubicBezTo>
                    <a:pt x="4632" y="1759"/>
                    <a:pt x="4028" y="1156"/>
                    <a:pt x="3283" y="1156"/>
                  </a:cubicBezTo>
                  <a:lnTo>
                    <a:pt x="2611" y="1156"/>
                  </a:lnTo>
                  <a:cubicBezTo>
                    <a:pt x="1994" y="1156"/>
                    <a:pt x="923" y="817"/>
                    <a:pt x="441" y="98"/>
                  </a:cubicBezTo>
                  <a:cubicBezTo>
                    <a:pt x="400" y="34"/>
                    <a:pt x="331" y="1"/>
                    <a:pt x="261" y="1"/>
                  </a:cubicBezTo>
                  <a:close/>
                </a:path>
              </a:pathLst>
            </a:custGeom>
            <a:solidFill>
              <a:srgbClr val="5B728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8510" name="Google Shape;18510;p46"/>
          <p:cNvGrpSpPr/>
          <p:nvPr/>
        </p:nvGrpSpPr>
        <p:grpSpPr>
          <a:xfrm>
            <a:off x="874612" y="1980134"/>
            <a:ext cx="322314" cy="370158"/>
            <a:chOff x="874612" y="1980134"/>
            <a:chExt cx="322314" cy="370158"/>
          </a:xfrm>
        </p:grpSpPr>
        <p:sp>
          <p:nvSpPr>
            <p:cNvPr id="18511" name="Google Shape;18511;p46"/>
            <p:cNvSpPr/>
            <p:nvPr/>
          </p:nvSpPr>
          <p:spPr>
            <a:xfrm>
              <a:off x="1067586" y="1980134"/>
              <a:ext cx="129340" cy="193709"/>
            </a:xfrm>
            <a:custGeom>
              <a:rect b="b" l="l" r="r" t="t"/>
              <a:pathLst>
                <a:path extrusionOk="0" h="7385" w="4931">
                  <a:moveTo>
                    <a:pt x="4930" y="1"/>
                  </a:moveTo>
                  <a:cubicBezTo>
                    <a:pt x="4930" y="1"/>
                    <a:pt x="1838" y="1838"/>
                    <a:pt x="1" y="5737"/>
                  </a:cubicBezTo>
                  <a:lnTo>
                    <a:pt x="2035" y="7385"/>
                  </a:lnTo>
                  <a:cubicBezTo>
                    <a:pt x="4822" y="5066"/>
                    <a:pt x="4930" y="1"/>
                    <a:pt x="4930" y="1"/>
                  </a:cubicBezTo>
                  <a:close/>
                </a:path>
              </a:pathLst>
            </a:custGeom>
            <a:solidFill>
              <a:srgbClr val="9BAFB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512" name="Google Shape;18512;p46"/>
            <p:cNvSpPr/>
            <p:nvPr/>
          </p:nvSpPr>
          <p:spPr>
            <a:xfrm>
              <a:off x="1095521" y="1980317"/>
              <a:ext cx="101405" cy="193525"/>
            </a:xfrm>
            <a:custGeom>
              <a:rect b="b" l="l" r="r" t="t"/>
              <a:pathLst>
                <a:path extrusionOk="0" h="7378" w="3866">
                  <a:moveTo>
                    <a:pt x="3865" y="0"/>
                  </a:moveTo>
                  <a:cubicBezTo>
                    <a:pt x="3865" y="0"/>
                    <a:pt x="3865" y="0"/>
                    <a:pt x="3865" y="0"/>
                  </a:cubicBezTo>
                  <a:lnTo>
                    <a:pt x="3865" y="0"/>
                  </a:lnTo>
                  <a:cubicBezTo>
                    <a:pt x="3865" y="0"/>
                    <a:pt x="3865" y="0"/>
                    <a:pt x="3865" y="0"/>
                  </a:cubicBezTo>
                  <a:cubicBezTo>
                    <a:pt x="3865" y="0"/>
                    <a:pt x="3865" y="0"/>
                    <a:pt x="3865" y="0"/>
                  </a:cubicBezTo>
                  <a:close/>
                  <a:moveTo>
                    <a:pt x="3865" y="0"/>
                  </a:moveTo>
                  <a:cubicBezTo>
                    <a:pt x="1777" y="2258"/>
                    <a:pt x="488" y="4923"/>
                    <a:pt x="0" y="6049"/>
                  </a:cubicBezTo>
                  <a:lnTo>
                    <a:pt x="68" y="6652"/>
                  </a:lnTo>
                  <a:lnTo>
                    <a:pt x="970" y="7378"/>
                  </a:lnTo>
                  <a:cubicBezTo>
                    <a:pt x="3753" y="5062"/>
                    <a:pt x="3865" y="8"/>
                    <a:pt x="3865" y="0"/>
                  </a:cubicBezTo>
                  <a:close/>
                </a:path>
              </a:pathLst>
            </a:custGeom>
            <a:solidFill>
              <a:srgbClr val="869FB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513" name="Google Shape;18513;p46"/>
            <p:cNvSpPr/>
            <p:nvPr/>
          </p:nvSpPr>
          <p:spPr>
            <a:xfrm>
              <a:off x="874612" y="1980134"/>
              <a:ext cx="129681" cy="193709"/>
            </a:xfrm>
            <a:custGeom>
              <a:rect b="b" l="l" r="r" t="t"/>
              <a:pathLst>
                <a:path extrusionOk="0" h="7385" w="4944">
                  <a:moveTo>
                    <a:pt x="1" y="1"/>
                  </a:moveTo>
                  <a:lnTo>
                    <a:pt x="1" y="1"/>
                  </a:lnTo>
                  <a:cubicBezTo>
                    <a:pt x="1" y="1"/>
                    <a:pt x="109" y="5066"/>
                    <a:pt x="2910" y="7385"/>
                  </a:cubicBezTo>
                  <a:lnTo>
                    <a:pt x="4944" y="5737"/>
                  </a:lnTo>
                  <a:cubicBezTo>
                    <a:pt x="3099" y="1838"/>
                    <a:pt x="1" y="1"/>
                    <a:pt x="1" y="1"/>
                  </a:cubicBezTo>
                  <a:close/>
                </a:path>
              </a:pathLst>
            </a:custGeom>
            <a:solidFill>
              <a:srgbClr val="9BAFB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514" name="Google Shape;18514;p46"/>
            <p:cNvSpPr/>
            <p:nvPr/>
          </p:nvSpPr>
          <p:spPr>
            <a:xfrm>
              <a:off x="874612" y="1980317"/>
              <a:ext cx="101589" cy="193525"/>
            </a:xfrm>
            <a:custGeom>
              <a:rect b="b" l="l" r="r" t="t"/>
              <a:pathLst>
                <a:path extrusionOk="0" h="7378" w="3873">
                  <a:moveTo>
                    <a:pt x="1" y="0"/>
                  </a:moveTo>
                  <a:cubicBezTo>
                    <a:pt x="1" y="0"/>
                    <a:pt x="1" y="0"/>
                    <a:pt x="1" y="0"/>
                  </a:cubicBezTo>
                  <a:cubicBezTo>
                    <a:pt x="1" y="0"/>
                    <a:pt x="1" y="0"/>
                    <a:pt x="1" y="0"/>
                  </a:cubicBezTo>
                  <a:lnTo>
                    <a:pt x="1" y="0"/>
                  </a:lnTo>
                  <a:cubicBezTo>
                    <a:pt x="1" y="0"/>
                    <a:pt x="1" y="0"/>
                    <a:pt x="1" y="0"/>
                  </a:cubicBezTo>
                  <a:close/>
                  <a:moveTo>
                    <a:pt x="1" y="0"/>
                  </a:moveTo>
                  <a:lnTo>
                    <a:pt x="1" y="0"/>
                  </a:lnTo>
                  <a:cubicBezTo>
                    <a:pt x="1" y="8"/>
                    <a:pt x="113" y="5062"/>
                    <a:pt x="2910" y="7378"/>
                  </a:cubicBezTo>
                  <a:lnTo>
                    <a:pt x="3805" y="6652"/>
                  </a:lnTo>
                  <a:lnTo>
                    <a:pt x="3872" y="6049"/>
                  </a:lnTo>
                  <a:cubicBezTo>
                    <a:pt x="3384" y="4923"/>
                    <a:pt x="2096" y="2258"/>
                    <a:pt x="1" y="0"/>
                  </a:cubicBezTo>
                  <a:close/>
                </a:path>
              </a:pathLst>
            </a:custGeom>
            <a:solidFill>
              <a:srgbClr val="869FB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515" name="Google Shape;18515;p46"/>
            <p:cNvSpPr/>
            <p:nvPr/>
          </p:nvSpPr>
          <p:spPr>
            <a:xfrm>
              <a:off x="922455" y="2123481"/>
              <a:ext cx="226785" cy="226811"/>
            </a:xfrm>
            <a:custGeom>
              <a:rect b="b" l="l" r="r" t="t"/>
              <a:pathLst>
                <a:path extrusionOk="0" h="8647" w="8646">
                  <a:moveTo>
                    <a:pt x="4320" y="1"/>
                  </a:moveTo>
                  <a:cubicBezTo>
                    <a:pt x="2299" y="1"/>
                    <a:pt x="672" y="1357"/>
                    <a:pt x="672" y="3025"/>
                  </a:cubicBezTo>
                  <a:lnTo>
                    <a:pt x="672" y="3113"/>
                  </a:lnTo>
                  <a:cubicBezTo>
                    <a:pt x="685" y="3601"/>
                    <a:pt x="557" y="4076"/>
                    <a:pt x="313" y="4496"/>
                  </a:cubicBezTo>
                  <a:cubicBezTo>
                    <a:pt x="109" y="4835"/>
                    <a:pt x="1" y="5222"/>
                    <a:pt x="1" y="5622"/>
                  </a:cubicBezTo>
                  <a:cubicBezTo>
                    <a:pt x="1" y="7290"/>
                    <a:pt x="1933" y="8646"/>
                    <a:pt x="4320" y="8646"/>
                  </a:cubicBezTo>
                  <a:cubicBezTo>
                    <a:pt x="6707" y="8646"/>
                    <a:pt x="8646" y="7290"/>
                    <a:pt x="8646" y="5622"/>
                  </a:cubicBezTo>
                  <a:cubicBezTo>
                    <a:pt x="8639" y="5222"/>
                    <a:pt x="8537" y="4835"/>
                    <a:pt x="8334" y="4496"/>
                  </a:cubicBezTo>
                  <a:cubicBezTo>
                    <a:pt x="8083" y="4083"/>
                    <a:pt x="7954" y="3601"/>
                    <a:pt x="7961" y="3113"/>
                  </a:cubicBezTo>
                  <a:lnTo>
                    <a:pt x="7961" y="3025"/>
                  </a:lnTo>
                  <a:cubicBezTo>
                    <a:pt x="7961" y="1357"/>
                    <a:pt x="6334" y="1"/>
                    <a:pt x="4320" y="1"/>
                  </a:cubicBezTo>
                  <a:close/>
                </a:path>
              </a:pathLst>
            </a:custGeom>
            <a:solidFill>
              <a:srgbClr val="BECBD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516" name="Google Shape;18516;p46"/>
            <p:cNvSpPr/>
            <p:nvPr/>
          </p:nvSpPr>
          <p:spPr>
            <a:xfrm>
              <a:off x="922455" y="2123664"/>
              <a:ext cx="106205" cy="222876"/>
            </a:xfrm>
            <a:custGeom>
              <a:rect b="b" l="l" r="r" t="t"/>
              <a:pathLst>
                <a:path extrusionOk="0" h="8497" w="4049">
                  <a:moveTo>
                    <a:pt x="4049" y="1"/>
                  </a:moveTo>
                  <a:lnTo>
                    <a:pt x="4049" y="1"/>
                  </a:lnTo>
                  <a:cubicBezTo>
                    <a:pt x="2164" y="116"/>
                    <a:pt x="679" y="1425"/>
                    <a:pt x="679" y="3018"/>
                  </a:cubicBezTo>
                  <a:lnTo>
                    <a:pt x="679" y="3099"/>
                  </a:lnTo>
                  <a:cubicBezTo>
                    <a:pt x="685" y="3588"/>
                    <a:pt x="563" y="4069"/>
                    <a:pt x="313" y="4489"/>
                  </a:cubicBezTo>
                  <a:cubicBezTo>
                    <a:pt x="109" y="4828"/>
                    <a:pt x="1" y="5215"/>
                    <a:pt x="1" y="5615"/>
                  </a:cubicBezTo>
                  <a:cubicBezTo>
                    <a:pt x="1" y="6957"/>
                    <a:pt x="1255" y="8103"/>
                    <a:pt x="2998" y="8497"/>
                  </a:cubicBezTo>
                  <a:cubicBezTo>
                    <a:pt x="2177" y="7853"/>
                    <a:pt x="1669" y="6957"/>
                    <a:pt x="1669" y="5968"/>
                  </a:cubicBezTo>
                  <a:cubicBezTo>
                    <a:pt x="1669" y="5513"/>
                    <a:pt x="1777" y="5072"/>
                    <a:pt x="1981" y="4666"/>
                  </a:cubicBezTo>
                  <a:cubicBezTo>
                    <a:pt x="2231" y="4171"/>
                    <a:pt x="2360" y="3621"/>
                    <a:pt x="2353" y="3065"/>
                  </a:cubicBezTo>
                  <a:lnTo>
                    <a:pt x="2353" y="2964"/>
                  </a:lnTo>
                  <a:cubicBezTo>
                    <a:pt x="2360" y="1750"/>
                    <a:pt x="3004" y="624"/>
                    <a:pt x="4049" y="1"/>
                  </a:cubicBezTo>
                  <a:close/>
                </a:path>
              </a:pathLst>
            </a:custGeom>
            <a:solidFill>
              <a:srgbClr val="B2C2C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517" name="Google Shape;18517;p46"/>
            <p:cNvSpPr/>
            <p:nvPr/>
          </p:nvSpPr>
          <p:spPr>
            <a:xfrm>
              <a:off x="964082" y="2219010"/>
              <a:ext cx="35935" cy="41627"/>
            </a:xfrm>
            <a:custGeom>
              <a:rect b="b" l="l" r="r" t="t"/>
              <a:pathLst>
                <a:path extrusionOk="0" h="1587" w="1370">
                  <a:moveTo>
                    <a:pt x="685" y="0"/>
                  </a:moveTo>
                  <a:cubicBezTo>
                    <a:pt x="312" y="0"/>
                    <a:pt x="0" y="305"/>
                    <a:pt x="7" y="678"/>
                  </a:cubicBezTo>
                  <a:lnTo>
                    <a:pt x="7" y="909"/>
                  </a:lnTo>
                  <a:cubicBezTo>
                    <a:pt x="0" y="1282"/>
                    <a:pt x="312" y="1587"/>
                    <a:pt x="685" y="1587"/>
                  </a:cubicBezTo>
                  <a:cubicBezTo>
                    <a:pt x="1065" y="1587"/>
                    <a:pt x="1370" y="1282"/>
                    <a:pt x="1370" y="909"/>
                  </a:cubicBezTo>
                  <a:lnTo>
                    <a:pt x="1370" y="678"/>
                  </a:lnTo>
                  <a:cubicBezTo>
                    <a:pt x="1370" y="305"/>
                    <a:pt x="1065" y="0"/>
                    <a:pt x="685" y="0"/>
                  </a:cubicBezTo>
                  <a:close/>
                </a:path>
              </a:pathLst>
            </a:custGeom>
            <a:solidFill>
              <a:srgbClr val="203B5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518" name="Google Shape;18518;p46"/>
            <p:cNvSpPr/>
            <p:nvPr/>
          </p:nvSpPr>
          <p:spPr>
            <a:xfrm>
              <a:off x="982050" y="2218984"/>
              <a:ext cx="17968" cy="29797"/>
            </a:xfrm>
            <a:custGeom>
              <a:rect b="b" l="l" r="r" t="t"/>
              <a:pathLst>
                <a:path extrusionOk="0" h="1136" w="685">
                  <a:moveTo>
                    <a:pt x="12" y="1"/>
                  </a:moveTo>
                  <a:cubicBezTo>
                    <a:pt x="8" y="1"/>
                    <a:pt x="4" y="1"/>
                    <a:pt x="0" y="1"/>
                  </a:cubicBezTo>
                  <a:lnTo>
                    <a:pt x="0" y="794"/>
                  </a:lnTo>
                  <a:cubicBezTo>
                    <a:pt x="0" y="1021"/>
                    <a:pt x="171" y="1135"/>
                    <a:pt x="343" y="1135"/>
                  </a:cubicBezTo>
                  <a:cubicBezTo>
                    <a:pt x="514" y="1135"/>
                    <a:pt x="685" y="1021"/>
                    <a:pt x="685" y="794"/>
                  </a:cubicBezTo>
                  <a:lnTo>
                    <a:pt x="685" y="679"/>
                  </a:lnTo>
                  <a:cubicBezTo>
                    <a:pt x="685" y="310"/>
                    <a:pt x="386" y="1"/>
                    <a:pt x="12" y="1"/>
                  </a:cubicBezTo>
                  <a:close/>
                </a:path>
              </a:pathLst>
            </a:custGeom>
            <a:solidFill>
              <a:srgbClr val="405C7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519" name="Google Shape;18519;p46"/>
            <p:cNvSpPr/>
            <p:nvPr/>
          </p:nvSpPr>
          <p:spPr>
            <a:xfrm>
              <a:off x="976174" y="2224860"/>
              <a:ext cx="11935" cy="11961"/>
            </a:xfrm>
            <a:custGeom>
              <a:rect b="b" l="l" r="r" t="t"/>
              <a:pathLst>
                <a:path extrusionOk="0" h="456" w="455">
                  <a:moveTo>
                    <a:pt x="224" y="1"/>
                  </a:moveTo>
                  <a:cubicBezTo>
                    <a:pt x="102" y="1"/>
                    <a:pt x="0" y="102"/>
                    <a:pt x="0" y="231"/>
                  </a:cubicBezTo>
                  <a:cubicBezTo>
                    <a:pt x="0" y="353"/>
                    <a:pt x="102" y="455"/>
                    <a:pt x="224" y="455"/>
                  </a:cubicBezTo>
                  <a:cubicBezTo>
                    <a:pt x="353" y="455"/>
                    <a:pt x="455" y="353"/>
                    <a:pt x="455" y="231"/>
                  </a:cubicBezTo>
                  <a:cubicBezTo>
                    <a:pt x="455" y="102"/>
                    <a:pt x="353" y="1"/>
                    <a:pt x="224" y="1"/>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520" name="Google Shape;18520;p46"/>
            <p:cNvSpPr/>
            <p:nvPr/>
          </p:nvSpPr>
          <p:spPr>
            <a:xfrm>
              <a:off x="1071678" y="2219010"/>
              <a:ext cx="35778" cy="41627"/>
            </a:xfrm>
            <a:custGeom>
              <a:rect b="b" l="l" r="r" t="t"/>
              <a:pathLst>
                <a:path extrusionOk="0" h="1587" w="1364">
                  <a:moveTo>
                    <a:pt x="679" y="0"/>
                  </a:moveTo>
                  <a:cubicBezTo>
                    <a:pt x="306" y="0"/>
                    <a:pt x="1" y="305"/>
                    <a:pt x="1" y="678"/>
                  </a:cubicBezTo>
                  <a:lnTo>
                    <a:pt x="1" y="909"/>
                  </a:lnTo>
                  <a:cubicBezTo>
                    <a:pt x="1" y="1282"/>
                    <a:pt x="306" y="1587"/>
                    <a:pt x="679" y="1587"/>
                  </a:cubicBezTo>
                  <a:cubicBezTo>
                    <a:pt x="1058" y="1587"/>
                    <a:pt x="1363" y="1282"/>
                    <a:pt x="1363" y="909"/>
                  </a:cubicBezTo>
                  <a:lnTo>
                    <a:pt x="1363" y="678"/>
                  </a:lnTo>
                  <a:cubicBezTo>
                    <a:pt x="1363" y="305"/>
                    <a:pt x="1058" y="0"/>
                    <a:pt x="679" y="0"/>
                  </a:cubicBezTo>
                  <a:close/>
                </a:path>
              </a:pathLst>
            </a:custGeom>
            <a:solidFill>
              <a:srgbClr val="203B5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521" name="Google Shape;18521;p46"/>
            <p:cNvSpPr/>
            <p:nvPr/>
          </p:nvSpPr>
          <p:spPr>
            <a:xfrm>
              <a:off x="1089462" y="2218984"/>
              <a:ext cx="17994" cy="29797"/>
            </a:xfrm>
            <a:custGeom>
              <a:rect b="b" l="l" r="r" t="t"/>
              <a:pathLst>
                <a:path extrusionOk="0" h="1136" w="686">
                  <a:moveTo>
                    <a:pt x="13" y="1"/>
                  </a:moveTo>
                  <a:cubicBezTo>
                    <a:pt x="9" y="1"/>
                    <a:pt x="5" y="1"/>
                    <a:pt x="1" y="1"/>
                  </a:cubicBezTo>
                  <a:lnTo>
                    <a:pt x="1" y="794"/>
                  </a:lnTo>
                  <a:cubicBezTo>
                    <a:pt x="1" y="1021"/>
                    <a:pt x="172" y="1135"/>
                    <a:pt x="343" y="1135"/>
                  </a:cubicBezTo>
                  <a:cubicBezTo>
                    <a:pt x="514" y="1135"/>
                    <a:pt x="685" y="1021"/>
                    <a:pt x="685" y="794"/>
                  </a:cubicBezTo>
                  <a:lnTo>
                    <a:pt x="685" y="679"/>
                  </a:lnTo>
                  <a:cubicBezTo>
                    <a:pt x="685" y="310"/>
                    <a:pt x="387" y="1"/>
                    <a:pt x="13" y="1"/>
                  </a:cubicBezTo>
                  <a:close/>
                </a:path>
              </a:pathLst>
            </a:custGeom>
            <a:solidFill>
              <a:srgbClr val="405C7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522" name="Google Shape;18522;p46"/>
            <p:cNvSpPr/>
            <p:nvPr/>
          </p:nvSpPr>
          <p:spPr>
            <a:xfrm>
              <a:off x="1083586" y="2224860"/>
              <a:ext cx="11961" cy="11961"/>
            </a:xfrm>
            <a:custGeom>
              <a:rect b="b" l="l" r="r" t="t"/>
              <a:pathLst>
                <a:path extrusionOk="0" h="456" w="456">
                  <a:moveTo>
                    <a:pt x="225" y="1"/>
                  </a:moveTo>
                  <a:cubicBezTo>
                    <a:pt x="103" y="1"/>
                    <a:pt x="1" y="102"/>
                    <a:pt x="1" y="231"/>
                  </a:cubicBezTo>
                  <a:cubicBezTo>
                    <a:pt x="1" y="353"/>
                    <a:pt x="103" y="455"/>
                    <a:pt x="225" y="455"/>
                  </a:cubicBezTo>
                  <a:cubicBezTo>
                    <a:pt x="353" y="455"/>
                    <a:pt x="455" y="353"/>
                    <a:pt x="455" y="231"/>
                  </a:cubicBezTo>
                  <a:cubicBezTo>
                    <a:pt x="455" y="102"/>
                    <a:pt x="353" y="1"/>
                    <a:pt x="225" y="1"/>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523" name="Google Shape;18523;p46"/>
            <p:cNvSpPr/>
            <p:nvPr/>
          </p:nvSpPr>
          <p:spPr>
            <a:xfrm>
              <a:off x="949682" y="2219010"/>
              <a:ext cx="172357" cy="131281"/>
            </a:xfrm>
            <a:custGeom>
              <a:rect b="b" l="l" r="r" t="t"/>
              <a:pathLst>
                <a:path extrusionOk="0" h="5005" w="6571">
                  <a:moveTo>
                    <a:pt x="3282" y="0"/>
                  </a:moveTo>
                  <a:cubicBezTo>
                    <a:pt x="3058" y="0"/>
                    <a:pt x="2828" y="224"/>
                    <a:pt x="2828" y="678"/>
                  </a:cubicBezTo>
                  <a:cubicBezTo>
                    <a:pt x="2828" y="1132"/>
                    <a:pt x="2604" y="1817"/>
                    <a:pt x="1234" y="2271"/>
                  </a:cubicBezTo>
                  <a:cubicBezTo>
                    <a:pt x="285" y="2590"/>
                    <a:pt x="0" y="3241"/>
                    <a:pt x="68" y="3994"/>
                  </a:cubicBezTo>
                  <a:cubicBezTo>
                    <a:pt x="854" y="4611"/>
                    <a:pt x="2007" y="5004"/>
                    <a:pt x="3289" y="5004"/>
                  </a:cubicBezTo>
                  <a:cubicBezTo>
                    <a:pt x="4570" y="5004"/>
                    <a:pt x="5716" y="4611"/>
                    <a:pt x="6509" y="3994"/>
                  </a:cubicBezTo>
                  <a:cubicBezTo>
                    <a:pt x="6570" y="3241"/>
                    <a:pt x="6286" y="2590"/>
                    <a:pt x="5330" y="2271"/>
                  </a:cubicBezTo>
                  <a:cubicBezTo>
                    <a:pt x="3967" y="1817"/>
                    <a:pt x="3743" y="1132"/>
                    <a:pt x="3743" y="678"/>
                  </a:cubicBezTo>
                  <a:cubicBezTo>
                    <a:pt x="3743" y="224"/>
                    <a:pt x="3512" y="0"/>
                    <a:pt x="3282" y="0"/>
                  </a:cubicBezTo>
                  <a:close/>
                </a:path>
              </a:pathLst>
            </a:custGeom>
            <a:solidFill>
              <a:srgbClr val="D1DCE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524" name="Google Shape;18524;p46"/>
            <p:cNvSpPr/>
            <p:nvPr/>
          </p:nvSpPr>
          <p:spPr>
            <a:xfrm>
              <a:off x="985984" y="2318238"/>
              <a:ext cx="99700" cy="24027"/>
            </a:xfrm>
            <a:custGeom>
              <a:rect b="b" l="l" r="r" t="t"/>
              <a:pathLst>
                <a:path extrusionOk="0" h="916" w="3801">
                  <a:moveTo>
                    <a:pt x="314" y="1"/>
                  </a:moveTo>
                  <a:cubicBezTo>
                    <a:pt x="154" y="1"/>
                    <a:pt x="0" y="179"/>
                    <a:pt x="115" y="360"/>
                  </a:cubicBezTo>
                  <a:cubicBezTo>
                    <a:pt x="338" y="706"/>
                    <a:pt x="718" y="916"/>
                    <a:pt x="1125" y="916"/>
                  </a:cubicBezTo>
                  <a:cubicBezTo>
                    <a:pt x="1396" y="916"/>
                    <a:pt x="1661" y="821"/>
                    <a:pt x="1871" y="658"/>
                  </a:cubicBezTo>
                  <a:cubicBezTo>
                    <a:pt x="1878" y="648"/>
                    <a:pt x="1888" y="643"/>
                    <a:pt x="1899" y="643"/>
                  </a:cubicBezTo>
                  <a:cubicBezTo>
                    <a:pt x="1910" y="643"/>
                    <a:pt x="1922" y="648"/>
                    <a:pt x="1932" y="658"/>
                  </a:cubicBezTo>
                  <a:cubicBezTo>
                    <a:pt x="2142" y="821"/>
                    <a:pt x="2400" y="916"/>
                    <a:pt x="2671" y="916"/>
                  </a:cubicBezTo>
                  <a:cubicBezTo>
                    <a:pt x="3084" y="916"/>
                    <a:pt x="3464" y="706"/>
                    <a:pt x="3681" y="360"/>
                  </a:cubicBezTo>
                  <a:cubicBezTo>
                    <a:pt x="3801" y="179"/>
                    <a:pt x="3644" y="4"/>
                    <a:pt x="3485" y="4"/>
                  </a:cubicBezTo>
                  <a:cubicBezTo>
                    <a:pt x="3417" y="4"/>
                    <a:pt x="3350" y="35"/>
                    <a:pt x="3301" y="109"/>
                  </a:cubicBezTo>
                  <a:cubicBezTo>
                    <a:pt x="3166" y="326"/>
                    <a:pt x="2929" y="462"/>
                    <a:pt x="2671" y="462"/>
                  </a:cubicBezTo>
                  <a:cubicBezTo>
                    <a:pt x="2508" y="462"/>
                    <a:pt x="2345" y="407"/>
                    <a:pt x="2217" y="299"/>
                  </a:cubicBezTo>
                  <a:cubicBezTo>
                    <a:pt x="2125" y="228"/>
                    <a:pt x="2013" y="192"/>
                    <a:pt x="1901" y="192"/>
                  </a:cubicBezTo>
                  <a:cubicBezTo>
                    <a:pt x="1789" y="192"/>
                    <a:pt x="1678" y="228"/>
                    <a:pt x="1586" y="299"/>
                  </a:cubicBezTo>
                  <a:cubicBezTo>
                    <a:pt x="1457" y="407"/>
                    <a:pt x="1294" y="462"/>
                    <a:pt x="1132" y="462"/>
                  </a:cubicBezTo>
                  <a:cubicBezTo>
                    <a:pt x="874" y="462"/>
                    <a:pt x="637" y="326"/>
                    <a:pt x="501" y="109"/>
                  </a:cubicBezTo>
                  <a:cubicBezTo>
                    <a:pt x="451" y="33"/>
                    <a:pt x="382" y="1"/>
                    <a:pt x="314" y="1"/>
                  </a:cubicBezTo>
                  <a:close/>
                </a:path>
              </a:pathLst>
            </a:custGeom>
            <a:solidFill>
              <a:srgbClr val="B2C2C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525" name="Google Shape;18525;p46"/>
            <p:cNvSpPr/>
            <p:nvPr/>
          </p:nvSpPr>
          <p:spPr>
            <a:xfrm>
              <a:off x="1008726" y="2278579"/>
              <a:ext cx="54270" cy="41784"/>
            </a:xfrm>
            <a:custGeom>
              <a:rect b="b" l="l" r="r" t="t"/>
              <a:pathLst>
                <a:path extrusionOk="0" h="1593" w="2069">
                  <a:moveTo>
                    <a:pt x="1031" y="0"/>
                  </a:moveTo>
                  <a:cubicBezTo>
                    <a:pt x="461" y="0"/>
                    <a:pt x="0" y="340"/>
                    <a:pt x="0" y="753"/>
                  </a:cubicBezTo>
                  <a:cubicBezTo>
                    <a:pt x="0" y="1160"/>
                    <a:pt x="434" y="1370"/>
                    <a:pt x="746" y="1526"/>
                  </a:cubicBezTo>
                  <a:cubicBezTo>
                    <a:pt x="838" y="1570"/>
                    <a:pt x="936" y="1592"/>
                    <a:pt x="1034" y="1592"/>
                  </a:cubicBezTo>
                  <a:cubicBezTo>
                    <a:pt x="1133" y="1592"/>
                    <a:pt x="1231" y="1570"/>
                    <a:pt x="1322" y="1526"/>
                  </a:cubicBezTo>
                  <a:cubicBezTo>
                    <a:pt x="1634" y="1370"/>
                    <a:pt x="2068" y="1160"/>
                    <a:pt x="2068" y="753"/>
                  </a:cubicBezTo>
                  <a:cubicBezTo>
                    <a:pt x="2068" y="340"/>
                    <a:pt x="1607" y="0"/>
                    <a:pt x="1031" y="0"/>
                  </a:cubicBezTo>
                  <a:close/>
                </a:path>
              </a:pathLst>
            </a:custGeom>
            <a:solidFill>
              <a:srgbClr val="A9B4B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526" name="Google Shape;18526;p46"/>
            <p:cNvSpPr/>
            <p:nvPr/>
          </p:nvSpPr>
          <p:spPr>
            <a:xfrm>
              <a:off x="1008726" y="2279811"/>
              <a:ext cx="36827" cy="40552"/>
            </a:xfrm>
            <a:custGeom>
              <a:rect b="b" l="l" r="r" t="t"/>
              <a:pathLst>
                <a:path extrusionOk="0" h="1546" w="1404">
                  <a:moveTo>
                    <a:pt x="671" y="1"/>
                  </a:moveTo>
                  <a:cubicBezTo>
                    <a:pt x="278" y="109"/>
                    <a:pt x="0" y="387"/>
                    <a:pt x="0" y="706"/>
                  </a:cubicBezTo>
                  <a:cubicBezTo>
                    <a:pt x="0" y="1113"/>
                    <a:pt x="434" y="1323"/>
                    <a:pt x="753" y="1479"/>
                  </a:cubicBezTo>
                  <a:cubicBezTo>
                    <a:pt x="841" y="1523"/>
                    <a:pt x="938" y="1545"/>
                    <a:pt x="1035" y="1545"/>
                  </a:cubicBezTo>
                  <a:cubicBezTo>
                    <a:pt x="1133" y="1545"/>
                    <a:pt x="1231" y="1523"/>
                    <a:pt x="1322" y="1479"/>
                  </a:cubicBezTo>
                  <a:lnTo>
                    <a:pt x="1404" y="1438"/>
                  </a:lnTo>
                  <a:cubicBezTo>
                    <a:pt x="1356" y="1425"/>
                    <a:pt x="1309" y="1405"/>
                    <a:pt x="1268" y="1384"/>
                  </a:cubicBezTo>
                  <a:cubicBezTo>
                    <a:pt x="956" y="1194"/>
                    <a:pt x="516" y="943"/>
                    <a:pt x="516" y="469"/>
                  </a:cubicBezTo>
                  <a:cubicBezTo>
                    <a:pt x="522" y="299"/>
                    <a:pt x="570" y="137"/>
                    <a:pt x="671" y="1"/>
                  </a:cubicBezTo>
                  <a:close/>
                </a:path>
              </a:pathLst>
            </a:custGeom>
            <a:solidFill>
              <a:srgbClr val="98A6B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527" name="Google Shape;18527;p46"/>
            <p:cNvSpPr/>
            <p:nvPr/>
          </p:nvSpPr>
          <p:spPr>
            <a:xfrm>
              <a:off x="950023" y="2286395"/>
              <a:ext cx="51070" cy="59962"/>
            </a:xfrm>
            <a:custGeom>
              <a:rect b="b" l="l" r="r" t="t"/>
              <a:pathLst>
                <a:path extrusionOk="0" h="2286" w="1947">
                  <a:moveTo>
                    <a:pt x="631" y="1"/>
                  </a:moveTo>
                  <a:cubicBezTo>
                    <a:pt x="150" y="353"/>
                    <a:pt x="1" y="855"/>
                    <a:pt x="48" y="1425"/>
                  </a:cubicBezTo>
                  <a:cubicBezTo>
                    <a:pt x="611" y="1845"/>
                    <a:pt x="1255" y="2144"/>
                    <a:pt x="1947" y="2286"/>
                  </a:cubicBezTo>
                  <a:cubicBezTo>
                    <a:pt x="1194" y="1703"/>
                    <a:pt x="706" y="896"/>
                    <a:pt x="631" y="1"/>
                  </a:cubicBezTo>
                  <a:close/>
                </a:path>
              </a:pathLst>
            </a:custGeom>
            <a:solidFill>
              <a:srgbClr val="BECBD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8528" name="Google Shape;18528;p46"/>
          <p:cNvGrpSpPr/>
          <p:nvPr/>
        </p:nvGrpSpPr>
        <p:grpSpPr>
          <a:xfrm>
            <a:off x="3039662" y="2514780"/>
            <a:ext cx="374224" cy="329763"/>
            <a:chOff x="3039662" y="2514780"/>
            <a:chExt cx="374224" cy="329763"/>
          </a:xfrm>
        </p:grpSpPr>
        <p:sp>
          <p:nvSpPr>
            <p:cNvPr id="18529" name="Google Shape;18529;p46"/>
            <p:cNvSpPr/>
            <p:nvPr/>
          </p:nvSpPr>
          <p:spPr>
            <a:xfrm>
              <a:off x="3270171" y="2554964"/>
              <a:ext cx="64395" cy="72762"/>
            </a:xfrm>
            <a:custGeom>
              <a:rect b="b" l="l" r="r" t="t"/>
              <a:pathLst>
                <a:path extrusionOk="0" h="2774" w="2455">
                  <a:moveTo>
                    <a:pt x="0" y="1"/>
                  </a:moveTo>
                  <a:cubicBezTo>
                    <a:pt x="204" y="1784"/>
                    <a:pt x="2380" y="2774"/>
                    <a:pt x="2380" y="2774"/>
                  </a:cubicBezTo>
                  <a:lnTo>
                    <a:pt x="2455" y="2014"/>
                  </a:lnTo>
                  <a:lnTo>
                    <a:pt x="1716" y="231"/>
                  </a:lnTo>
                  <a:lnTo>
                    <a:pt x="0" y="1"/>
                  </a:lnTo>
                  <a:close/>
                </a:path>
              </a:pathLst>
            </a:custGeom>
            <a:solidFill>
              <a:srgbClr val="5B728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530" name="Google Shape;18530;p46"/>
            <p:cNvSpPr/>
            <p:nvPr/>
          </p:nvSpPr>
          <p:spPr>
            <a:xfrm>
              <a:off x="3245804" y="2514780"/>
              <a:ext cx="97838" cy="179571"/>
            </a:xfrm>
            <a:custGeom>
              <a:rect b="b" l="l" r="r" t="t"/>
              <a:pathLst>
                <a:path extrusionOk="0" h="6846" w="3730">
                  <a:moveTo>
                    <a:pt x="803" y="1"/>
                  </a:moveTo>
                  <a:cubicBezTo>
                    <a:pt x="595" y="1"/>
                    <a:pt x="487" y="328"/>
                    <a:pt x="732" y="427"/>
                  </a:cubicBezTo>
                  <a:cubicBezTo>
                    <a:pt x="1207" y="651"/>
                    <a:pt x="1648" y="963"/>
                    <a:pt x="2014" y="1343"/>
                  </a:cubicBezTo>
                  <a:cubicBezTo>
                    <a:pt x="2014" y="1417"/>
                    <a:pt x="1980" y="1492"/>
                    <a:pt x="1919" y="1533"/>
                  </a:cubicBezTo>
                  <a:cubicBezTo>
                    <a:pt x="1897" y="1545"/>
                    <a:pt x="1855" y="1560"/>
                    <a:pt x="1784" y="1560"/>
                  </a:cubicBezTo>
                  <a:cubicBezTo>
                    <a:pt x="1591" y="1560"/>
                    <a:pt x="1183" y="1448"/>
                    <a:pt x="380" y="868"/>
                  </a:cubicBezTo>
                  <a:cubicBezTo>
                    <a:pt x="340" y="839"/>
                    <a:pt x="295" y="825"/>
                    <a:pt x="250" y="825"/>
                  </a:cubicBezTo>
                  <a:cubicBezTo>
                    <a:pt x="181" y="825"/>
                    <a:pt x="113" y="858"/>
                    <a:pt x="68" y="915"/>
                  </a:cubicBezTo>
                  <a:cubicBezTo>
                    <a:pt x="0" y="1017"/>
                    <a:pt x="27" y="1146"/>
                    <a:pt x="122" y="1221"/>
                  </a:cubicBezTo>
                  <a:cubicBezTo>
                    <a:pt x="841" y="1743"/>
                    <a:pt x="1397" y="1994"/>
                    <a:pt x="1790" y="1994"/>
                  </a:cubicBezTo>
                  <a:cubicBezTo>
                    <a:pt x="1800" y="1994"/>
                    <a:pt x="1810" y="1994"/>
                    <a:pt x="1820" y="1994"/>
                  </a:cubicBezTo>
                  <a:cubicBezTo>
                    <a:pt x="1945" y="1994"/>
                    <a:pt x="2069" y="1955"/>
                    <a:pt x="2170" y="1892"/>
                  </a:cubicBezTo>
                  <a:cubicBezTo>
                    <a:pt x="2214" y="1865"/>
                    <a:pt x="2262" y="1852"/>
                    <a:pt x="2310" y="1852"/>
                  </a:cubicBezTo>
                  <a:cubicBezTo>
                    <a:pt x="2395" y="1852"/>
                    <a:pt x="2477" y="1893"/>
                    <a:pt x="2529" y="1966"/>
                  </a:cubicBezTo>
                  <a:cubicBezTo>
                    <a:pt x="2848" y="2421"/>
                    <a:pt x="3058" y="2943"/>
                    <a:pt x="3153" y="3492"/>
                  </a:cubicBezTo>
                  <a:cubicBezTo>
                    <a:pt x="3329" y="4570"/>
                    <a:pt x="2929" y="5601"/>
                    <a:pt x="1994" y="6455"/>
                  </a:cubicBezTo>
                  <a:cubicBezTo>
                    <a:pt x="1825" y="6613"/>
                    <a:pt x="1968" y="6845"/>
                    <a:pt x="2141" y="6845"/>
                  </a:cubicBezTo>
                  <a:cubicBezTo>
                    <a:pt x="2191" y="6845"/>
                    <a:pt x="2244" y="6826"/>
                    <a:pt x="2292" y="6781"/>
                  </a:cubicBezTo>
                  <a:cubicBezTo>
                    <a:pt x="3621" y="5567"/>
                    <a:pt x="3730" y="4285"/>
                    <a:pt x="3587" y="3424"/>
                  </a:cubicBezTo>
                  <a:cubicBezTo>
                    <a:pt x="3323" y="1790"/>
                    <a:pt x="2007" y="515"/>
                    <a:pt x="909" y="27"/>
                  </a:cubicBezTo>
                  <a:cubicBezTo>
                    <a:pt x="872" y="9"/>
                    <a:pt x="836" y="1"/>
                    <a:pt x="803" y="1"/>
                  </a:cubicBezTo>
                  <a:close/>
                </a:path>
              </a:pathLst>
            </a:custGeom>
            <a:solidFill>
              <a:srgbClr val="435D7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531" name="Google Shape;18531;p46"/>
            <p:cNvSpPr/>
            <p:nvPr/>
          </p:nvSpPr>
          <p:spPr>
            <a:xfrm>
              <a:off x="3119165" y="2554964"/>
              <a:ext cx="64395" cy="72762"/>
            </a:xfrm>
            <a:custGeom>
              <a:rect b="b" l="l" r="r" t="t"/>
              <a:pathLst>
                <a:path extrusionOk="0" h="2774" w="2455">
                  <a:moveTo>
                    <a:pt x="2455" y="1"/>
                  </a:moveTo>
                  <a:lnTo>
                    <a:pt x="739" y="231"/>
                  </a:lnTo>
                  <a:lnTo>
                    <a:pt x="0" y="2014"/>
                  </a:lnTo>
                  <a:lnTo>
                    <a:pt x="75" y="2774"/>
                  </a:lnTo>
                  <a:cubicBezTo>
                    <a:pt x="75" y="2774"/>
                    <a:pt x="2252" y="1784"/>
                    <a:pt x="2455" y="1"/>
                  </a:cubicBezTo>
                  <a:close/>
                </a:path>
              </a:pathLst>
            </a:custGeom>
            <a:solidFill>
              <a:srgbClr val="5B728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532" name="Google Shape;18532;p46"/>
            <p:cNvSpPr/>
            <p:nvPr/>
          </p:nvSpPr>
          <p:spPr>
            <a:xfrm>
              <a:off x="3254512" y="2624867"/>
              <a:ext cx="17627" cy="28827"/>
            </a:xfrm>
            <a:custGeom>
              <a:rect b="b" l="l" r="r" t="t"/>
              <a:pathLst>
                <a:path extrusionOk="0" h="1099" w="672">
                  <a:moveTo>
                    <a:pt x="217" y="0"/>
                  </a:moveTo>
                  <a:lnTo>
                    <a:pt x="0" y="1099"/>
                  </a:lnTo>
                  <a:lnTo>
                    <a:pt x="448" y="1099"/>
                  </a:lnTo>
                  <a:lnTo>
                    <a:pt x="672" y="0"/>
                  </a:lnTo>
                  <a:close/>
                </a:path>
              </a:pathLst>
            </a:custGeom>
            <a:solidFill>
              <a:srgbClr val="435D7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533" name="Google Shape;18533;p46"/>
            <p:cNvSpPr/>
            <p:nvPr/>
          </p:nvSpPr>
          <p:spPr>
            <a:xfrm>
              <a:off x="3255745" y="2607424"/>
              <a:ext cx="23161" cy="23161"/>
            </a:xfrm>
            <a:custGeom>
              <a:rect b="b" l="l" r="r" t="t"/>
              <a:pathLst>
                <a:path extrusionOk="0" h="883" w="883">
                  <a:moveTo>
                    <a:pt x="442" y="1"/>
                  </a:moveTo>
                  <a:cubicBezTo>
                    <a:pt x="198" y="1"/>
                    <a:pt x="1" y="197"/>
                    <a:pt x="1" y="442"/>
                  </a:cubicBezTo>
                  <a:cubicBezTo>
                    <a:pt x="1" y="686"/>
                    <a:pt x="198" y="882"/>
                    <a:pt x="442" y="882"/>
                  </a:cubicBezTo>
                  <a:cubicBezTo>
                    <a:pt x="686" y="882"/>
                    <a:pt x="882" y="686"/>
                    <a:pt x="882" y="442"/>
                  </a:cubicBezTo>
                  <a:cubicBezTo>
                    <a:pt x="882" y="197"/>
                    <a:pt x="686" y="1"/>
                    <a:pt x="442" y="1"/>
                  </a:cubicBezTo>
                  <a:close/>
                </a:path>
              </a:pathLst>
            </a:custGeom>
            <a:solidFill>
              <a:srgbClr val="203B5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534" name="Google Shape;18534;p46"/>
            <p:cNvSpPr/>
            <p:nvPr/>
          </p:nvSpPr>
          <p:spPr>
            <a:xfrm>
              <a:off x="3181593" y="2624867"/>
              <a:ext cx="17627" cy="28827"/>
            </a:xfrm>
            <a:custGeom>
              <a:rect b="b" l="l" r="r" t="t"/>
              <a:pathLst>
                <a:path extrusionOk="0" h="1099" w="672">
                  <a:moveTo>
                    <a:pt x="0" y="0"/>
                  </a:moveTo>
                  <a:lnTo>
                    <a:pt x="224" y="1099"/>
                  </a:lnTo>
                  <a:lnTo>
                    <a:pt x="672" y="1099"/>
                  </a:lnTo>
                  <a:lnTo>
                    <a:pt x="448" y="0"/>
                  </a:lnTo>
                  <a:close/>
                </a:path>
              </a:pathLst>
            </a:custGeom>
            <a:solidFill>
              <a:srgbClr val="435D7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535" name="Google Shape;18535;p46"/>
            <p:cNvSpPr/>
            <p:nvPr/>
          </p:nvSpPr>
          <p:spPr>
            <a:xfrm>
              <a:off x="3288480" y="2694219"/>
              <a:ext cx="125406" cy="52145"/>
            </a:xfrm>
            <a:custGeom>
              <a:rect b="b" l="l" r="r" t="t"/>
              <a:pathLst>
                <a:path extrusionOk="0" h="1988" w="4781">
                  <a:moveTo>
                    <a:pt x="292" y="1"/>
                  </a:moveTo>
                  <a:cubicBezTo>
                    <a:pt x="1" y="1"/>
                    <a:pt x="1" y="441"/>
                    <a:pt x="292" y="441"/>
                  </a:cubicBezTo>
                  <a:lnTo>
                    <a:pt x="2550" y="441"/>
                  </a:lnTo>
                  <a:cubicBezTo>
                    <a:pt x="2604" y="441"/>
                    <a:pt x="2659" y="462"/>
                    <a:pt x="2699" y="496"/>
                  </a:cubicBezTo>
                  <a:lnTo>
                    <a:pt x="4333" y="1926"/>
                  </a:lnTo>
                  <a:cubicBezTo>
                    <a:pt x="4374" y="1967"/>
                    <a:pt x="4428" y="1987"/>
                    <a:pt x="4483" y="1987"/>
                  </a:cubicBezTo>
                  <a:cubicBezTo>
                    <a:pt x="4686" y="1987"/>
                    <a:pt x="4781" y="1730"/>
                    <a:pt x="4625" y="1601"/>
                  </a:cubicBezTo>
                  <a:lnTo>
                    <a:pt x="2991" y="163"/>
                  </a:lnTo>
                  <a:cubicBezTo>
                    <a:pt x="2869" y="55"/>
                    <a:pt x="2713" y="1"/>
                    <a:pt x="2550" y="1"/>
                  </a:cubicBezTo>
                  <a:close/>
                </a:path>
              </a:pathLst>
            </a:custGeom>
            <a:solidFill>
              <a:srgbClr val="435D7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536" name="Google Shape;18536;p46"/>
            <p:cNvSpPr/>
            <p:nvPr/>
          </p:nvSpPr>
          <p:spPr>
            <a:xfrm>
              <a:off x="3276204" y="2705813"/>
              <a:ext cx="118140" cy="78952"/>
            </a:xfrm>
            <a:custGeom>
              <a:rect b="b" l="l" r="r" t="t"/>
              <a:pathLst>
                <a:path extrusionOk="0" h="3010" w="4504">
                  <a:moveTo>
                    <a:pt x="313" y="1"/>
                  </a:moveTo>
                  <a:cubicBezTo>
                    <a:pt x="87" y="1"/>
                    <a:pt x="0" y="354"/>
                    <a:pt x="258" y="433"/>
                  </a:cubicBezTo>
                  <a:lnTo>
                    <a:pt x="2679" y="1200"/>
                  </a:lnTo>
                  <a:cubicBezTo>
                    <a:pt x="2720" y="1213"/>
                    <a:pt x="2760" y="1240"/>
                    <a:pt x="2788" y="1274"/>
                  </a:cubicBezTo>
                  <a:lnTo>
                    <a:pt x="4042" y="2929"/>
                  </a:lnTo>
                  <a:cubicBezTo>
                    <a:pt x="4083" y="2983"/>
                    <a:pt x="4150" y="3010"/>
                    <a:pt x="4218" y="3010"/>
                  </a:cubicBezTo>
                  <a:cubicBezTo>
                    <a:pt x="4401" y="3010"/>
                    <a:pt x="4503" y="2800"/>
                    <a:pt x="4395" y="2657"/>
                  </a:cubicBezTo>
                  <a:lnTo>
                    <a:pt x="3133" y="1003"/>
                  </a:lnTo>
                  <a:cubicBezTo>
                    <a:pt x="3052" y="894"/>
                    <a:pt x="2943" y="813"/>
                    <a:pt x="2815" y="772"/>
                  </a:cubicBezTo>
                  <a:lnTo>
                    <a:pt x="387" y="13"/>
                  </a:lnTo>
                  <a:cubicBezTo>
                    <a:pt x="361" y="5"/>
                    <a:pt x="336" y="1"/>
                    <a:pt x="313" y="1"/>
                  </a:cubicBezTo>
                  <a:close/>
                </a:path>
              </a:pathLst>
            </a:custGeom>
            <a:solidFill>
              <a:srgbClr val="435D7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537" name="Google Shape;18537;p46"/>
            <p:cNvSpPr/>
            <p:nvPr/>
          </p:nvSpPr>
          <p:spPr>
            <a:xfrm>
              <a:off x="3265240" y="2711793"/>
              <a:ext cx="104186" cy="103399"/>
            </a:xfrm>
            <a:custGeom>
              <a:rect b="b" l="l" r="r" t="t"/>
              <a:pathLst>
                <a:path extrusionOk="0" h="3942" w="3972">
                  <a:moveTo>
                    <a:pt x="309" y="1"/>
                  </a:moveTo>
                  <a:cubicBezTo>
                    <a:pt x="129" y="1"/>
                    <a:pt x="0" y="249"/>
                    <a:pt x="175" y="395"/>
                  </a:cubicBezTo>
                  <a:lnTo>
                    <a:pt x="2602" y="2131"/>
                  </a:lnTo>
                  <a:cubicBezTo>
                    <a:pt x="2629" y="2151"/>
                    <a:pt x="2656" y="2179"/>
                    <a:pt x="2670" y="2212"/>
                  </a:cubicBezTo>
                  <a:lnTo>
                    <a:pt x="3504" y="3819"/>
                  </a:lnTo>
                  <a:cubicBezTo>
                    <a:pt x="3538" y="3894"/>
                    <a:pt x="3612" y="3941"/>
                    <a:pt x="3701" y="3941"/>
                  </a:cubicBezTo>
                  <a:cubicBezTo>
                    <a:pt x="3863" y="3941"/>
                    <a:pt x="3972" y="3765"/>
                    <a:pt x="3890" y="3623"/>
                  </a:cubicBezTo>
                  <a:lnTo>
                    <a:pt x="3063" y="2009"/>
                  </a:lnTo>
                  <a:cubicBezTo>
                    <a:pt x="3009" y="1914"/>
                    <a:pt x="2941" y="1840"/>
                    <a:pt x="2860" y="1778"/>
                  </a:cubicBezTo>
                  <a:lnTo>
                    <a:pt x="425" y="36"/>
                  </a:lnTo>
                  <a:cubicBezTo>
                    <a:pt x="386" y="11"/>
                    <a:pt x="346" y="1"/>
                    <a:pt x="309" y="1"/>
                  </a:cubicBezTo>
                  <a:close/>
                </a:path>
              </a:pathLst>
            </a:custGeom>
            <a:solidFill>
              <a:srgbClr val="435D7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538" name="Google Shape;18538;p46"/>
            <p:cNvSpPr/>
            <p:nvPr/>
          </p:nvSpPr>
          <p:spPr>
            <a:xfrm>
              <a:off x="3247430" y="2717223"/>
              <a:ext cx="88920" cy="127320"/>
            </a:xfrm>
            <a:custGeom>
              <a:rect b="b" l="l" r="r" t="t"/>
              <a:pathLst>
                <a:path extrusionOk="0" h="4854" w="3390">
                  <a:moveTo>
                    <a:pt x="320" y="1"/>
                  </a:moveTo>
                  <a:cubicBezTo>
                    <a:pt x="146" y="1"/>
                    <a:pt x="1" y="227"/>
                    <a:pt x="169" y="385"/>
                  </a:cubicBezTo>
                  <a:lnTo>
                    <a:pt x="2400" y="2494"/>
                  </a:lnTo>
                  <a:cubicBezTo>
                    <a:pt x="2433" y="2528"/>
                    <a:pt x="2454" y="2568"/>
                    <a:pt x="2467" y="2616"/>
                  </a:cubicBezTo>
                  <a:lnTo>
                    <a:pt x="2935" y="4684"/>
                  </a:lnTo>
                  <a:cubicBezTo>
                    <a:pt x="2956" y="4779"/>
                    <a:pt x="3044" y="4853"/>
                    <a:pt x="3145" y="4853"/>
                  </a:cubicBezTo>
                  <a:cubicBezTo>
                    <a:pt x="3159" y="4853"/>
                    <a:pt x="3179" y="4853"/>
                    <a:pt x="3193" y="4846"/>
                  </a:cubicBezTo>
                  <a:cubicBezTo>
                    <a:pt x="3315" y="4826"/>
                    <a:pt x="3390" y="4704"/>
                    <a:pt x="3362" y="4589"/>
                  </a:cubicBezTo>
                  <a:lnTo>
                    <a:pt x="2895" y="2514"/>
                  </a:lnTo>
                  <a:cubicBezTo>
                    <a:pt x="2867" y="2385"/>
                    <a:pt x="2800" y="2263"/>
                    <a:pt x="2698" y="2175"/>
                  </a:cubicBezTo>
                  <a:lnTo>
                    <a:pt x="474" y="66"/>
                  </a:lnTo>
                  <a:cubicBezTo>
                    <a:pt x="425" y="20"/>
                    <a:pt x="371" y="1"/>
                    <a:pt x="320" y="1"/>
                  </a:cubicBezTo>
                  <a:close/>
                </a:path>
              </a:pathLst>
            </a:custGeom>
            <a:solidFill>
              <a:srgbClr val="435D7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539" name="Google Shape;18539;p46"/>
            <p:cNvSpPr/>
            <p:nvPr/>
          </p:nvSpPr>
          <p:spPr>
            <a:xfrm>
              <a:off x="3039662" y="2694219"/>
              <a:ext cx="125406" cy="52145"/>
            </a:xfrm>
            <a:custGeom>
              <a:rect b="b" l="l" r="r" t="t"/>
              <a:pathLst>
                <a:path extrusionOk="0" h="1988" w="4781">
                  <a:moveTo>
                    <a:pt x="2231" y="1"/>
                  </a:moveTo>
                  <a:cubicBezTo>
                    <a:pt x="2069" y="1"/>
                    <a:pt x="1919" y="55"/>
                    <a:pt x="1797" y="163"/>
                  </a:cubicBezTo>
                  <a:lnTo>
                    <a:pt x="156" y="1601"/>
                  </a:lnTo>
                  <a:cubicBezTo>
                    <a:pt x="0" y="1730"/>
                    <a:pt x="95" y="1987"/>
                    <a:pt x="299" y="1987"/>
                  </a:cubicBezTo>
                  <a:cubicBezTo>
                    <a:pt x="353" y="1987"/>
                    <a:pt x="407" y="1967"/>
                    <a:pt x="448" y="1926"/>
                  </a:cubicBezTo>
                  <a:lnTo>
                    <a:pt x="2089" y="496"/>
                  </a:lnTo>
                  <a:cubicBezTo>
                    <a:pt x="2130" y="462"/>
                    <a:pt x="2177" y="441"/>
                    <a:pt x="2231" y="441"/>
                  </a:cubicBezTo>
                  <a:lnTo>
                    <a:pt x="4489" y="441"/>
                  </a:lnTo>
                  <a:cubicBezTo>
                    <a:pt x="4781" y="441"/>
                    <a:pt x="4781" y="1"/>
                    <a:pt x="4489" y="1"/>
                  </a:cubicBezTo>
                  <a:close/>
                </a:path>
              </a:pathLst>
            </a:custGeom>
            <a:solidFill>
              <a:srgbClr val="435D7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540" name="Google Shape;18540;p46"/>
            <p:cNvSpPr/>
            <p:nvPr/>
          </p:nvSpPr>
          <p:spPr>
            <a:xfrm>
              <a:off x="3059230" y="2705813"/>
              <a:ext cx="118297" cy="78952"/>
            </a:xfrm>
            <a:custGeom>
              <a:rect b="b" l="l" r="r" t="t"/>
              <a:pathLst>
                <a:path extrusionOk="0" h="3010" w="4510">
                  <a:moveTo>
                    <a:pt x="4192" y="1"/>
                  </a:moveTo>
                  <a:cubicBezTo>
                    <a:pt x="4168" y="1"/>
                    <a:pt x="4143" y="5"/>
                    <a:pt x="4116" y="13"/>
                  </a:cubicBezTo>
                  <a:lnTo>
                    <a:pt x="1695" y="772"/>
                  </a:lnTo>
                  <a:cubicBezTo>
                    <a:pt x="1567" y="813"/>
                    <a:pt x="1451" y="894"/>
                    <a:pt x="1370" y="1003"/>
                  </a:cubicBezTo>
                  <a:lnTo>
                    <a:pt x="116" y="2657"/>
                  </a:lnTo>
                  <a:cubicBezTo>
                    <a:pt x="0" y="2800"/>
                    <a:pt x="109" y="3010"/>
                    <a:pt x="292" y="3010"/>
                  </a:cubicBezTo>
                  <a:cubicBezTo>
                    <a:pt x="360" y="3010"/>
                    <a:pt x="421" y="2983"/>
                    <a:pt x="468" y="2929"/>
                  </a:cubicBezTo>
                  <a:lnTo>
                    <a:pt x="1723" y="1274"/>
                  </a:lnTo>
                  <a:cubicBezTo>
                    <a:pt x="1750" y="1240"/>
                    <a:pt x="1784" y="1213"/>
                    <a:pt x="1831" y="1200"/>
                  </a:cubicBezTo>
                  <a:lnTo>
                    <a:pt x="4252" y="433"/>
                  </a:lnTo>
                  <a:cubicBezTo>
                    <a:pt x="4510" y="354"/>
                    <a:pt x="4423" y="1"/>
                    <a:pt x="4192" y="1"/>
                  </a:cubicBezTo>
                  <a:close/>
                </a:path>
              </a:pathLst>
            </a:custGeom>
            <a:solidFill>
              <a:srgbClr val="435D7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541" name="Google Shape;18541;p46"/>
            <p:cNvSpPr/>
            <p:nvPr/>
          </p:nvSpPr>
          <p:spPr>
            <a:xfrm>
              <a:off x="3084306" y="2711793"/>
              <a:ext cx="104186" cy="103399"/>
            </a:xfrm>
            <a:custGeom>
              <a:rect b="b" l="l" r="r" t="t"/>
              <a:pathLst>
                <a:path extrusionOk="0" h="3942" w="3972">
                  <a:moveTo>
                    <a:pt x="3659" y="1"/>
                  </a:moveTo>
                  <a:cubicBezTo>
                    <a:pt x="3621" y="1"/>
                    <a:pt x="3581" y="11"/>
                    <a:pt x="3540" y="36"/>
                  </a:cubicBezTo>
                  <a:lnTo>
                    <a:pt x="1112" y="1778"/>
                  </a:lnTo>
                  <a:cubicBezTo>
                    <a:pt x="1024" y="1840"/>
                    <a:pt x="956" y="1914"/>
                    <a:pt x="909" y="2009"/>
                  </a:cubicBezTo>
                  <a:lnTo>
                    <a:pt x="75" y="3623"/>
                  </a:lnTo>
                  <a:cubicBezTo>
                    <a:pt x="0" y="3765"/>
                    <a:pt x="109" y="3941"/>
                    <a:pt x="272" y="3941"/>
                  </a:cubicBezTo>
                  <a:cubicBezTo>
                    <a:pt x="353" y="3941"/>
                    <a:pt x="428" y="3894"/>
                    <a:pt x="468" y="3819"/>
                  </a:cubicBezTo>
                  <a:lnTo>
                    <a:pt x="1295" y="2212"/>
                  </a:lnTo>
                  <a:cubicBezTo>
                    <a:pt x="1316" y="2179"/>
                    <a:pt x="1336" y="2151"/>
                    <a:pt x="1363" y="2131"/>
                  </a:cubicBezTo>
                  <a:lnTo>
                    <a:pt x="3798" y="395"/>
                  </a:lnTo>
                  <a:cubicBezTo>
                    <a:pt x="3972" y="249"/>
                    <a:pt x="3843" y="1"/>
                    <a:pt x="3659" y="1"/>
                  </a:cubicBezTo>
                  <a:close/>
                </a:path>
              </a:pathLst>
            </a:custGeom>
            <a:solidFill>
              <a:srgbClr val="435D7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542" name="Google Shape;18542;p46"/>
            <p:cNvSpPr/>
            <p:nvPr/>
          </p:nvSpPr>
          <p:spPr>
            <a:xfrm>
              <a:off x="3117198" y="2717223"/>
              <a:ext cx="88972" cy="127320"/>
            </a:xfrm>
            <a:custGeom>
              <a:rect b="b" l="l" r="r" t="t"/>
              <a:pathLst>
                <a:path extrusionOk="0" h="4854" w="3392">
                  <a:moveTo>
                    <a:pt x="3073" y="1"/>
                  </a:moveTo>
                  <a:cubicBezTo>
                    <a:pt x="3023" y="1"/>
                    <a:pt x="2971" y="20"/>
                    <a:pt x="2923" y="66"/>
                  </a:cubicBezTo>
                  <a:lnTo>
                    <a:pt x="692" y="2175"/>
                  </a:lnTo>
                  <a:cubicBezTo>
                    <a:pt x="597" y="2263"/>
                    <a:pt x="523" y="2385"/>
                    <a:pt x="496" y="2514"/>
                  </a:cubicBezTo>
                  <a:lnTo>
                    <a:pt x="28" y="4589"/>
                  </a:lnTo>
                  <a:cubicBezTo>
                    <a:pt x="1" y="4704"/>
                    <a:pt x="82" y="4826"/>
                    <a:pt x="197" y="4846"/>
                  </a:cubicBezTo>
                  <a:cubicBezTo>
                    <a:pt x="218" y="4853"/>
                    <a:pt x="231" y="4853"/>
                    <a:pt x="252" y="4853"/>
                  </a:cubicBezTo>
                  <a:cubicBezTo>
                    <a:pt x="353" y="4853"/>
                    <a:pt x="442" y="4779"/>
                    <a:pt x="462" y="4684"/>
                  </a:cubicBezTo>
                  <a:lnTo>
                    <a:pt x="923" y="2616"/>
                  </a:lnTo>
                  <a:cubicBezTo>
                    <a:pt x="937" y="2568"/>
                    <a:pt x="964" y="2528"/>
                    <a:pt x="998" y="2494"/>
                  </a:cubicBezTo>
                  <a:lnTo>
                    <a:pt x="3228" y="385"/>
                  </a:lnTo>
                  <a:cubicBezTo>
                    <a:pt x="3391" y="227"/>
                    <a:pt x="3245" y="1"/>
                    <a:pt x="3073" y="1"/>
                  </a:cubicBezTo>
                  <a:close/>
                </a:path>
              </a:pathLst>
            </a:custGeom>
            <a:solidFill>
              <a:srgbClr val="435D7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543" name="Google Shape;18543;p46"/>
            <p:cNvSpPr/>
            <p:nvPr/>
          </p:nvSpPr>
          <p:spPr>
            <a:xfrm>
              <a:off x="3145841" y="2642100"/>
              <a:ext cx="161865" cy="121524"/>
            </a:xfrm>
            <a:custGeom>
              <a:rect b="b" l="l" r="r" t="t"/>
              <a:pathLst>
                <a:path extrusionOk="0" h="4633" w="6171">
                  <a:moveTo>
                    <a:pt x="3086" y="1"/>
                  </a:moveTo>
                  <a:cubicBezTo>
                    <a:pt x="1384" y="1"/>
                    <a:pt x="0" y="1038"/>
                    <a:pt x="0" y="2320"/>
                  </a:cubicBezTo>
                  <a:cubicBezTo>
                    <a:pt x="0" y="3595"/>
                    <a:pt x="2204" y="4632"/>
                    <a:pt x="3086" y="4632"/>
                  </a:cubicBezTo>
                  <a:cubicBezTo>
                    <a:pt x="3967" y="4632"/>
                    <a:pt x="6171" y="3595"/>
                    <a:pt x="6171" y="2320"/>
                  </a:cubicBezTo>
                  <a:cubicBezTo>
                    <a:pt x="6171" y="1038"/>
                    <a:pt x="4794" y="1"/>
                    <a:pt x="3086" y="1"/>
                  </a:cubicBezTo>
                  <a:close/>
                </a:path>
              </a:pathLst>
            </a:custGeom>
            <a:solidFill>
              <a:srgbClr val="788A9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544" name="Google Shape;18544;p46"/>
            <p:cNvSpPr/>
            <p:nvPr/>
          </p:nvSpPr>
          <p:spPr>
            <a:xfrm>
              <a:off x="3109906" y="2514780"/>
              <a:ext cx="97864" cy="179571"/>
            </a:xfrm>
            <a:custGeom>
              <a:rect b="b" l="l" r="r" t="t"/>
              <a:pathLst>
                <a:path extrusionOk="0" h="6846" w="3731">
                  <a:moveTo>
                    <a:pt x="2929" y="1"/>
                  </a:moveTo>
                  <a:cubicBezTo>
                    <a:pt x="2896" y="1"/>
                    <a:pt x="2859" y="9"/>
                    <a:pt x="2822" y="27"/>
                  </a:cubicBezTo>
                  <a:cubicBezTo>
                    <a:pt x="1723" y="515"/>
                    <a:pt x="408" y="1790"/>
                    <a:pt x="143" y="3424"/>
                  </a:cubicBezTo>
                  <a:cubicBezTo>
                    <a:pt x="1" y="4285"/>
                    <a:pt x="116" y="5567"/>
                    <a:pt x="1445" y="6781"/>
                  </a:cubicBezTo>
                  <a:cubicBezTo>
                    <a:pt x="1493" y="6826"/>
                    <a:pt x="1546" y="6845"/>
                    <a:pt x="1596" y="6845"/>
                  </a:cubicBezTo>
                  <a:cubicBezTo>
                    <a:pt x="1769" y="6845"/>
                    <a:pt x="1912" y="6613"/>
                    <a:pt x="1743" y="6455"/>
                  </a:cubicBezTo>
                  <a:cubicBezTo>
                    <a:pt x="801" y="5601"/>
                    <a:pt x="401" y="4570"/>
                    <a:pt x="577" y="3492"/>
                  </a:cubicBezTo>
                  <a:cubicBezTo>
                    <a:pt x="672" y="2943"/>
                    <a:pt x="889" y="2421"/>
                    <a:pt x="1208" y="1966"/>
                  </a:cubicBezTo>
                  <a:cubicBezTo>
                    <a:pt x="1255" y="1893"/>
                    <a:pt x="1337" y="1852"/>
                    <a:pt x="1421" y="1852"/>
                  </a:cubicBezTo>
                  <a:cubicBezTo>
                    <a:pt x="1468" y="1852"/>
                    <a:pt x="1516" y="1865"/>
                    <a:pt x="1560" y="1892"/>
                  </a:cubicBezTo>
                  <a:cubicBezTo>
                    <a:pt x="1667" y="1955"/>
                    <a:pt x="1786" y="1994"/>
                    <a:pt x="1911" y="1994"/>
                  </a:cubicBezTo>
                  <a:cubicBezTo>
                    <a:pt x="1920" y="1994"/>
                    <a:pt x="1930" y="1994"/>
                    <a:pt x="1940" y="1994"/>
                  </a:cubicBezTo>
                  <a:cubicBezTo>
                    <a:pt x="2340" y="1994"/>
                    <a:pt x="2889" y="1743"/>
                    <a:pt x="3615" y="1221"/>
                  </a:cubicBezTo>
                  <a:cubicBezTo>
                    <a:pt x="3710" y="1146"/>
                    <a:pt x="3730" y="1017"/>
                    <a:pt x="3662" y="915"/>
                  </a:cubicBezTo>
                  <a:cubicBezTo>
                    <a:pt x="3621" y="858"/>
                    <a:pt x="3552" y="825"/>
                    <a:pt x="3483" y="825"/>
                  </a:cubicBezTo>
                  <a:cubicBezTo>
                    <a:pt x="3439" y="825"/>
                    <a:pt x="3394" y="839"/>
                    <a:pt x="3357" y="868"/>
                  </a:cubicBezTo>
                  <a:cubicBezTo>
                    <a:pt x="2549" y="1448"/>
                    <a:pt x="2140" y="1560"/>
                    <a:pt x="1946" y="1560"/>
                  </a:cubicBezTo>
                  <a:cubicBezTo>
                    <a:pt x="1875" y="1560"/>
                    <a:pt x="1833" y="1545"/>
                    <a:pt x="1811" y="1533"/>
                  </a:cubicBezTo>
                  <a:cubicBezTo>
                    <a:pt x="1750" y="1492"/>
                    <a:pt x="1716" y="1417"/>
                    <a:pt x="1716" y="1343"/>
                  </a:cubicBezTo>
                  <a:cubicBezTo>
                    <a:pt x="2089" y="963"/>
                    <a:pt x="2523" y="651"/>
                    <a:pt x="3005" y="427"/>
                  </a:cubicBezTo>
                  <a:cubicBezTo>
                    <a:pt x="3245" y="328"/>
                    <a:pt x="3141" y="1"/>
                    <a:pt x="2929" y="1"/>
                  </a:cubicBezTo>
                  <a:close/>
                </a:path>
              </a:pathLst>
            </a:custGeom>
            <a:solidFill>
              <a:srgbClr val="435D7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545" name="Google Shape;18545;p46"/>
            <p:cNvSpPr/>
            <p:nvPr/>
          </p:nvSpPr>
          <p:spPr>
            <a:xfrm>
              <a:off x="3174825" y="2607424"/>
              <a:ext cx="23161" cy="23161"/>
            </a:xfrm>
            <a:custGeom>
              <a:rect b="b" l="l" r="r" t="t"/>
              <a:pathLst>
                <a:path extrusionOk="0" h="883" w="883">
                  <a:moveTo>
                    <a:pt x="441" y="1"/>
                  </a:moveTo>
                  <a:cubicBezTo>
                    <a:pt x="197" y="1"/>
                    <a:pt x="1" y="197"/>
                    <a:pt x="1" y="442"/>
                  </a:cubicBezTo>
                  <a:cubicBezTo>
                    <a:pt x="1" y="686"/>
                    <a:pt x="197" y="882"/>
                    <a:pt x="441" y="882"/>
                  </a:cubicBezTo>
                  <a:cubicBezTo>
                    <a:pt x="686" y="882"/>
                    <a:pt x="882" y="686"/>
                    <a:pt x="882" y="442"/>
                  </a:cubicBezTo>
                  <a:cubicBezTo>
                    <a:pt x="882" y="197"/>
                    <a:pt x="686" y="1"/>
                    <a:pt x="441" y="1"/>
                  </a:cubicBezTo>
                  <a:close/>
                </a:path>
              </a:pathLst>
            </a:custGeom>
            <a:solidFill>
              <a:srgbClr val="203B5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546" name="Google Shape;18546;p46"/>
            <p:cNvSpPr/>
            <p:nvPr/>
          </p:nvSpPr>
          <p:spPr>
            <a:xfrm>
              <a:off x="3145841" y="2642651"/>
              <a:ext cx="79529" cy="120973"/>
            </a:xfrm>
            <a:custGeom>
              <a:rect b="b" l="l" r="r" t="t"/>
              <a:pathLst>
                <a:path extrusionOk="0" h="4612" w="3032">
                  <a:moveTo>
                    <a:pt x="2726" y="0"/>
                  </a:moveTo>
                  <a:lnTo>
                    <a:pt x="2726" y="0"/>
                  </a:lnTo>
                  <a:cubicBezTo>
                    <a:pt x="1194" y="129"/>
                    <a:pt x="0" y="1112"/>
                    <a:pt x="0" y="2299"/>
                  </a:cubicBezTo>
                  <a:cubicBezTo>
                    <a:pt x="0" y="3553"/>
                    <a:pt x="2123" y="4570"/>
                    <a:pt x="3031" y="4611"/>
                  </a:cubicBezTo>
                  <a:cubicBezTo>
                    <a:pt x="2265" y="4211"/>
                    <a:pt x="1323" y="3330"/>
                    <a:pt x="1323" y="2299"/>
                  </a:cubicBezTo>
                  <a:cubicBezTo>
                    <a:pt x="1316" y="1323"/>
                    <a:pt x="1858" y="434"/>
                    <a:pt x="2726" y="0"/>
                  </a:cubicBezTo>
                  <a:close/>
                </a:path>
              </a:pathLst>
            </a:custGeom>
            <a:solidFill>
              <a:srgbClr val="5B728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8547" name="Google Shape;18547;p46"/>
          <p:cNvGrpSpPr/>
          <p:nvPr/>
        </p:nvGrpSpPr>
        <p:grpSpPr>
          <a:xfrm>
            <a:off x="1946369" y="2563122"/>
            <a:ext cx="374067" cy="233394"/>
            <a:chOff x="1946369" y="2563122"/>
            <a:chExt cx="374067" cy="233394"/>
          </a:xfrm>
        </p:grpSpPr>
        <p:sp>
          <p:nvSpPr>
            <p:cNvPr id="18548" name="Google Shape;18548;p46"/>
            <p:cNvSpPr/>
            <p:nvPr/>
          </p:nvSpPr>
          <p:spPr>
            <a:xfrm>
              <a:off x="1946369" y="2563148"/>
              <a:ext cx="334223" cy="215401"/>
            </a:xfrm>
            <a:custGeom>
              <a:rect b="b" l="l" r="r" t="t"/>
              <a:pathLst>
                <a:path extrusionOk="0" h="8212" w="12742">
                  <a:moveTo>
                    <a:pt x="1820" y="0"/>
                  </a:moveTo>
                  <a:cubicBezTo>
                    <a:pt x="1757" y="0"/>
                    <a:pt x="1693" y="5"/>
                    <a:pt x="1628" y="14"/>
                  </a:cubicBezTo>
                  <a:lnTo>
                    <a:pt x="781" y="136"/>
                  </a:lnTo>
                  <a:cubicBezTo>
                    <a:pt x="333" y="197"/>
                    <a:pt x="1" y="584"/>
                    <a:pt x="1" y="1038"/>
                  </a:cubicBezTo>
                  <a:lnTo>
                    <a:pt x="1" y="1838"/>
                  </a:lnTo>
                  <a:cubicBezTo>
                    <a:pt x="1" y="1967"/>
                    <a:pt x="102" y="2068"/>
                    <a:pt x="231" y="2068"/>
                  </a:cubicBezTo>
                  <a:lnTo>
                    <a:pt x="231" y="2387"/>
                  </a:lnTo>
                  <a:cubicBezTo>
                    <a:pt x="231" y="2597"/>
                    <a:pt x="374" y="2787"/>
                    <a:pt x="577" y="2835"/>
                  </a:cubicBezTo>
                  <a:lnTo>
                    <a:pt x="991" y="2936"/>
                  </a:lnTo>
                  <a:cubicBezTo>
                    <a:pt x="1086" y="2957"/>
                    <a:pt x="1153" y="3038"/>
                    <a:pt x="1160" y="3140"/>
                  </a:cubicBezTo>
                  <a:cubicBezTo>
                    <a:pt x="1221" y="4021"/>
                    <a:pt x="1832" y="8212"/>
                    <a:pt x="7738" y="8212"/>
                  </a:cubicBezTo>
                  <a:cubicBezTo>
                    <a:pt x="12742" y="8212"/>
                    <a:pt x="12742" y="6618"/>
                    <a:pt x="12742" y="6618"/>
                  </a:cubicBezTo>
                  <a:lnTo>
                    <a:pt x="12742" y="6164"/>
                  </a:lnTo>
                  <a:lnTo>
                    <a:pt x="3181" y="3431"/>
                  </a:lnTo>
                  <a:lnTo>
                    <a:pt x="3181" y="1363"/>
                  </a:lnTo>
                  <a:cubicBezTo>
                    <a:pt x="3181" y="601"/>
                    <a:pt x="2560" y="0"/>
                    <a:pt x="1820" y="0"/>
                  </a:cubicBezTo>
                  <a:close/>
                </a:path>
              </a:pathLst>
            </a:custGeom>
            <a:solidFill>
              <a:srgbClr val="C1CDD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549" name="Google Shape;18549;p46"/>
            <p:cNvSpPr/>
            <p:nvPr/>
          </p:nvSpPr>
          <p:spPr>
            <a:xfrm>
              <a:off x="1995656" y="2698836"/>
              <a:ext cx="107254" cy="97497"/>
            </a:xfrm>
            <a:custGeom>
              <a:rect b="b" l="l" r="r" t="t"/>
              <a:pathLst>
                <a:path extrusionOk="0" h="3717" w="4089">
                  <a:moveTo>
                    <a:pt x="2224" y="1"/>
                  </a:moveTo>
                  <a:lnTo>
                    <a:pt x="1722" y="164"/>
                  </a:lnTo>
                  <a:cubicBezTo>
                    <a:pt x="1471" y="252"/>
                    <a:pt x="1288" y="476"/>
                    <a:pt x="1261" y="747"/>
                  </a:cubicBezTo>
                  <a:lnTo>
                    <a:pt x="1078" y="2584"/>
                  </a:lnTo>
                  <a:lnTo>
                    <a:pt x="854" y="2584"/>
                  </a:lnTo>
                  <a:cubicBezTo>
                    <a:pt x="570" y="2584"/>
                    <a:pt x="319" y="2754"/>
                    <a:pt x="217" y="3012"/>
                  </a:cubicBezTo>
                  <a:lnTo>
                    <a:pt x="61" y="3405"/>
                  </a:lnTo>
                  <a:cubicBezTo>
                    <a:pt x="0" y="3554"/>
                    <a:pt x="109" y="3717"/>
                    <a:pt x="271" y="3717"/>
                  </a:cubicBezTo>
                  <a:lnTo>
                    <a:pt x="1431" y="3717"/>
                  </a:lnTo>
                  <a:cubicBezTo>
                    <a:pt x="1756" y="3717"/>
                    <a:pt x="2034" y="3493"/>
                    <a:pt x="2095" y="3168"/>
                  </a:cubicBezTo>
                  <a:lnTo>
                    <a:pt x="2339" y="1961"/>
                  </a:lnTo>
                  <a:cubicBezTo>
                    <a:pt x="2644" y="1961"/>
                    <a:pt x="3648" y="1866"/>
                    <a:pt x="4089" y="1371"/>
                  </a:cubicBezTo>
                  <a:lnTo>
                    <a:pt x="2224" y="1"/>
                  </a:lnTo>
                  <a:close/>
                </a:path>
              </a:pathLst>
            </a:custGeom>
            <a:solidFill>
              <a:srgbClr val="ADBCC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550" name="Google Shape;18550;p46"/>
            <p:cNvSpPr/>
            <p:nvPr/>
          </p:nvSpPr>
          <p:spPr>
            <a:xfrm>
              <a:off x="2186846" y="2736738"/>
              <a:ext cx="57811" cy="59778"/>
            </a:xfrm>
            <a:custGeom>
              <a:rect b="b" l="l" r="r" t="t"/>
              <a:pathLst>
                <a:path extrusionOk="0" h="2279" w="2204">
                  <a:moveTo>
                    <a:pt x="1065" y="0"/>
                  </a:moveTo>
                  <a:lnTo>
                    <a:pt x="1065" y="1133"/>
                  </a:lnTo>
                  <a:lnTo>
                    <a:pt x="882" y="1133"/>
                  </a:lnTo>
                  <a:cubicBezTo>
                    <a:pt x="610" y="1133"/>
                    <a:pt x="366" y="1295"/>
                    <a:pt x="258" y="1546"/>
                  </a:cubicBezTo>
                  <a:lnTo>
                    <a:pt x="68" y="1960"/>
                  </a:lnTo>
                  <a:cubicBezTo>
                    <a:pt x="0" y="2109"/>
                    <a:pt x="115" y="2279"/>
                    <a:pt x="278" y="2279"/>
                  </a:cubicBezTo>
                  <a:lnTo>
                    <a:pt x="1750" y="2279"/>
                  </a:lnTo>
                  <a:cubicBezTo>
                    <a:pt x="2001" y="2279"/>
                    <a:pt x="2204" y="2075"/>
                    <a:pt x="2204" y="1824"/>
                  </a:cubicBezTo>
                  <a:lnTo>
                    <a:pt x="2204" y="0"/>
                  </a:lnTo>
                  <a:close/>
                </a:path>
              </a:pathLst>
            </a:custGeom>
            <a:solidFill>
              <a:srgbClr val="ADBCC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551" name="Google Shape;18551;p46"/>
            <p:cNvSpPr/>
            <p:nvPr/>
          </p:nvSpPr>
          <p:spPr>
            <a:xfrm>
              <a:off x="1974645" y="2580433"/>
              <a:ext cx="14977" cy="20433"/>
            </a:xfrm>
            <a:custGeom>
              <a:rect b="b" l="l" r="r" t="t"/>
              <a:pathLst>
                <a:path extrusionOk="0" h="779" w="571">
                  <a:moveTo>
                    <a:pt x="286" y="1"/>
                  </a:moveTo>
                  <a:cubicBezTo>
                    <a:pt x="148" y="1"/>
                    <a:pt x="11" y="91"/>
                    <a:pt x="1" y="270"/>
                  </a:cubicBezTo>
                  <a:lnTo>
                    <a:pt x="1" y="494"/>
                  </a:lnTo>
                  <a:cubicBezTo>
                    <a:pt x="1" y="657"/>
                    <a:pt x="130" y="779"/>
                    <a:pt x="286" y="779"/>
                  </a:cubicBezTo>
                  <a:cubicBezTo>
                    <a:pt x="442" y="779"/>
                    <a:pt x="570" y="657"/>
                    <a:pt x="570" y="494"/>
                  </a:cubicBezTo>
                  <a:lnTo>
                    <a:pt x="570" y="270"/>
                  </a:lnTo>
                  <a:cubicBezTo>
                    <a:pt x="560" y="91"/>
                    <a:pt x="423" y="1"/>
                    <a:pt x="286" y="1"/>
                  </a:cubicBezTo>
                  <a:close/>
                </a:path>
              </a:pathLst>
            </a:custGeom>
            <a:solidFill>
              <a:srgbClr val="203B5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552" name="Google Shape;18552;p46"/>
            <p:cNvSpPr/>
            <p:nvPr/>
          </p:nvSpPr>
          <p:spPr>
            <a:xfrm>
              <a:off x="1952429" y="2612408"/>
              <a:ext cx="38506" cy="16918"/>
            </a:xfrm>
            <a:custGeom>
              <a:rect b="b" l="l" r="r" t="t"/>
              <a:pathLst>
                <a:path extrusionOk="0" h="645" w="1468">
                  <a:moveTo>
                    <a:pt x="1140" y="0"/>
                  </a:moveTo>
                  <a:cubicBezTo>
                    <a:pt x="1105" y="0"/>
                    <a:pt x="1069" y="9"/>
                    <a:pt x="1031" y="28"/>
                  </a:cubicBezTo>
                  <a:cubicBezTo>
                    <a:pt x="861" y="116"/>
                    <a:pt x="482" y="170"/>
                    <a:pt x="0" y="190"/>
                  </a:cubicBezTo>
                  <a:lnTo>
                    <a:pt x="0" y="509"/>
                  </a:lnTo>
                  <a:cubicBezTo>
                    <a:pt x="0" y="557"/>
                    <a:pt x="7" y="597"/>
                    <a:pt x="14" y="645"/>
                  </a:cubicBezTo>
                  <a:cubicBezTo>
                    <a:pt x="414" y="631"/>
                    <a:pt x="943" y="577"/>
                    <a:pt x="1234" y="435"/>
                  </a:cubicBezTo>
                  <a:cubicBezTo>
                    <a:pt x="1468" y="318"/>
                    <a:pt x="1350" y="0"/>
                    <a:pt x="1140" y="0"/>
                  </a:cubicBezTo>
                  <a:close/>
                </a:path>
              </a:pathLst>
            </a:custGeom>
            <a:solidFill>
              <a:srgbClr val="93A7B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553" name="Google Shape;18553;p46"/>
            <p:cNvSpPr/>
            <p:nvPr/>
          </p:nvSpPr>
          <p:spPr>
            <a:xfrm>
              <a:off x="1978029" y="2563122"/>
              <a:ext cx="51962" cy="90048"/>
            </a:xfrm>
            <a:custGeom>
              <a:rect b="b" l="l" r="r" t="t"/>
              <a:pathLst>
                <a:path extrusionOk="0" h="3433" w="1981">
                  <a:moveTo>
                    <a:pt x="621" y="0"/>
                  </a:moveTo>
                  <a:cubicBezTo>
                    <a:pt x="556" y="0"/>
                    <a:pt x="489" y="5"/>
                    <a:pt x="421" y="15"/>
                  </a:cubicBezTo>
                  <a:lnTo>
                    <a:pt x="1" y="76"/>
                  </a:lnTo>
                  <a:cubicBezTo>
                    <a:pt x="550" y="266"/>
                    <a:pt x="923" y="781"/>
                    <a:pt x="923" y="1364"/>
                  </a:cubicBezTo>
                  <a:lnTo>
                    <a:pt x="923" y="2368"/>
                  </a:lnTo>
                  <a:cubicBezTo>
                    <a:pt x="923" y="2958"/>
                    <a:pt x="1398" y="3432"/>
                    <a:pt x="1981" y="3432"/>
                  </a:cubicBezTo>
                  <a:lnTo>
                    <a:pt x="1981" y="1364"/>
                  </a:lnTo>
                  <a:cubicBezTo>
                    <a:pt x="1981" y="605"/>
                    <a:pt x="1358" y="0"/>
                    <a:pt x="621" y="0"/>
                  </a:cubicBezTo>
                  <a:close/>
                </a:path>
              </a:pathLst>
            </a:custGeom>
            <a:solidFill>
              <a:srgbClr val="D2DAE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554" name="Google Shape;18554;p46"/>
            <p:cNvSpPr/>
            <p:nvPr/>
          </p:nvSpPr>
          <p:spPr>
            <a:xfrm>
              <a:off x="2029781" y="2601417"/>
              <a:ext cx="290655" cy="147098"/>
            </a:xfrm>
            <a:custGeom>
              <a:rect b="b" l="l" r="r" t="t"/>
              <a:pathLst>
                <a:path extrusionOk="0" h="5608" w="11081">
                  <a:moveTo>
                    <a:pt x="4780" y="1"/>
                  </a:moveTo>
                  <a:cubicBezTo>
                    <a:pt x="3382" y="1"/>
                    <a:pt x="1781" y="537"/>
                    <a:pt x="1" y="1972"/>
                  </a:cubicBezTo>
                  <a:cubicBezTo>
                    <a:pt x="1" y="1972"/>
                    <a:pt x="154" y="5607"/>
                    <a:pt x="5730" y="5607"/>
                  </a:cubicBezTo>
                  <a:cubicBezTo>
                    <a:pt x="6987" y="5607"/>
                    <a:pt x="8520" y="5422"/>
                    <a:pt x="10389" y="4969"/>
                  </a:cubicBezTo>
                  <a:cubicBezTo>
                    <a:pt x="10864" y="4854"/>
                    <a:pt x="11080" y="4305"/>
                    <a:pt x="10809" y="3905"/>
                  </a:cubicBezTo>
                  <a:cubicBezTo>
                    <a:pt x="9930" y="2569"/>
                    <a:pt x="7839" y="1"/>
                    <a:pt x="4780" y="1"/>
                  </a:cubicBezTo>
                  <a:close/>
                </a:path>
              </a:pathLst>
            </a:custGeom>
            <a:solidFill>
              <a:srgbClr val="697D9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555" name="Google Shape;18555;p46"/>
            <p:cNvSpPr/>
            <p:nvPr/>
          </p:nvSpPr>
          <p:spPr>
            <a:xfrm>
              <a:off x="2029781" y="2604932"/>
              <a:ext cx="286379" cy="143635"/>
            </a:xfrm>
            <a:custGeom>
              <a:rect b="b" l="l" r="r" t="t"/>
              <a:pathLst>
                <a:path extrusionOk="0" h="5476" w="10918">
                  <a:moveTo>
                    <a:pt x="5808" y="1913"/>
                  </a:moveTo>
                  <a:cubicBezTo>
                    <a:pt x="5894" y="1913"/>
                    <a:pt x="5980" y="1937"/>
                    <a:pt x="6056" y="1988"/>
                  </a:cubicBezTo>
                  <a:lnTo>
                    <a:pt x="7053" y="2645"/>
                  </a:lnTo>
                  <a:cubicBezTo>
                    <a:pt x="7148" y="2713"/>
                    <a:pt x="7216" y="2808"/>
                    <a:pt x="7243" y="2923"/>
                  </a:cubicBezTo>
                  <a:lnTo>
                    <a:pt x="7677" y="4720"/>
                  </a:lnTo>
                  <a:cubicBezTo>
                    <a:pt x="7144" y="4770"/>
                    <a:pt x="6648" y="4793"/>
                    <a:pt x="6188" y="4793"/>
                  </a:cubicBezTo>
                  <a:cubicBezTo>
                    <a:pt x="5151" y="4793"/>
                    <a:pt x="4293" y="4675"/>
                    <a:pt x="3588" y="4483"/>
                  </a:cubicBezTo>
                  <a:cubicBezTo>
                    <a:pt x="3296" y="4408"/>
                    <a:pt x="3154" y="4090"/>
                    <a:pt x="3296" y="3825"/>
                  </a:cubicBezTo>
                  <a:lnTo>
                    <a:pt x="3913" y="2672"/>
                  </a:lnTo>
                  <a:cubicBezTo>
                    <a:pt x="3968" y="2571"/>
                    <a:pt x="4056" y="2496"/>
                    <a:pt x="4164" y="2455"/>
                  </a:cubicBezTo>
                  <a:lnTo>
                    <a:pt x="5649" y="1940"/>
                  </a:lnTo>
                  <a:cubicBezTo>
                    <a:pt x="5701" y="1922"/>
                    <a:pt x="5754" y="1913"/>
                    <a:pt x="5808" y="1913"/>
                  </a:cubicBezTo>
                  <a:close/>
                  <a:moveTo>
                    <a:pt x="5968" y="1"/>
                  </a:moveTo>
                  <a:lnTo>
                    <a:pt x="5737" y="1187"/>
                  </a:lnTo>
                  <a:cubicBezTo>
                    <a:pt x="5710" y="1343"/>
                    <a:pt x="5595" y="1472"/>
                    <a:pt x="5446" y="1526"/>
                  </a:cubicBezTo>
                  <a:lnTo>
                    <a:pt x="4347" y="1906"/>
                  </a:lnTo>
                  <a:cubicBezTo>
                    <a:pt x="4297" y="1925"/>
                    <a:pt x="4246" y="1933"/>
                    <a:pt x="4195" y="1933"/>
                  </a:cubicBezTo>
                  <a:cubicBezTo>
                    <a:pt x="4021" y="1933"/>
                    <a:pt x="3858" y="1830"/>
                    <a:pt x="3785" y="1662"/>
                  </a:cubicBezTo>
                  <a:lnTo>
                    <a:pt x="3086" y="130"/>
                  </a:lnTo>
                  <a:cubicBezTo>
                    <a:pt x="2944" y="170"/>
                    <a:pt x="2801" y="218"/>
                    <a:pt x="2652" y="272"/>
                  </a:cubicBezTo>
                  <a:lnTo>
                    <a:pt x="3486" y="2123"/>
                  </a:lnTo>
                  <a:cubicBezTo>
                    <a:pt x="3547" y="2252"/>
                    <a:pt x="3540" y="2401"/>
                    <a:pt x="3473" y="2523"/>
                  </a:cubicBezTo>
                  <a:lnTo>
                    <a:pt x="2822" y="3751"/>
                  </a:lnTo>
                  <a:cubicBezTo>
                    <a:pt x="2743" y="3904"/>
                    <a:pt x="2584" y="3990"/>
                    <a:pt x="2422" y="3990"/>
                  </a:cubicBezTo>
                  <a:cubicBezTo>
                    <a:pt x="2348" y="3990"/>
                    <a:pt x="2273" y="3972"/>
                    <a:pt x="2205" y="3934"/>
                  </a:cubicBezTo>
                  <a:cubicBezTo>
                    <a:pt x="910" y="3201"/>
                    <a:pt x="462" y="2177"/>
                    <a:pt x="306" y="1601"/>
                  </a:cubicBezTo>
                  <a:cubicBezTo>
                    <a:pt x="204" y="1682"/>
                    <a:pt x="103" y="1757"/>
                    <a:pt x="1" y="1838"/>
                  </a:cubicBezTo>
                  <a:cubicBezTo>
                    <a:pt x="1" y="1838"/>
                    <a:pt x="154" y="5476"/>
                    <a:pt x="5726" y="5476"/>
                  </a:cubicBezTo>
                  <a:cubicBezTo>
                    <a:pt x="6984" y="5476"/>
                    <a:pt x="8518" y="5290"/>
                    <a:pt x="10389" y="4835"/>
                  </a:cubicBezTo>
                  <a:cubicBezTo>
                    <a:pt x="10694" y="4761"/>
                    <a:pt x="10911" y="4496"/>
                    <a:pt x="10918" y="4191"/>
                  </a:cubicBezTo>
                  <a:lnTo>
                    <a:pt x="10918" y="4191"/>
                  </a:lnTo>
                  <a:cubicBezTo>
                    <a:pt x="9996" y="4401"/>
                    <a:pt x="9067" y="4564"/>
                    <a:pt x="8124" y="4673"/>
                  </a:cubicBezTo>
                  <a:lnTo>
                    <a:pt x="7724" y="2998"/>
                  </a:lnTo>
                  <a:cubicBezTo>
                    <a:pt x="7683" y="2815"/>
                    <a:pt x="7751" y="2632"/>
                    <a:pt x="7900" y="2523"/>
                  </a:cubicBezTo>
                  <a:lnTo>
                    <a:pt x="9046" y="1689"/>
                  </a:lnTo>
                  <a:cubicBezTo>
                    <a:pt x="8931" y="1588"/>
                    <a:pt x="8809" y="1486"/>
                    <a:pt x="8687" y="1384"/>
                  </a:cubicBezTo>
                  <a:lnTo>
                    <a:pt x="7643" y="2144"/>
                  </a:lnTo>
                  <a:cubicBezTo>
                    <a:pt x="7566" y="2203"/>
                    <a:pt x="7473" y="2232"/>
                    <a:pt x="7379" y="2232"/>
                  </a:cubicBezTo>
                  <a:cubicBezTo>
                    <a:pt x="7291" y="2232"/>
                    <a:pt x="7203" y="2206"/>
                    <a:pt x="7127" y="2157"/>
                  </a:cubicBezTo>
                  <a:lnTo>
                    <a:pt x="6395" y="1676"/>
                  </a:lnTo>
                  <a:cubicBezTo>
                    <a:pt x="6239" y="1574"/>
                    <a:pt x="6165" y="1391"/>
                    <a:pt x="6198" y="1208"/>
                  </a:cubicBezTo>
                  <a:lnTo>
                    <a:pt x="6409" y="116"/>
                  </a:lnTo>
                  <a:cubicBezTo>
                    <a:pt x="6266" y="69"/>
                    <a:pt x="6117" y="35"/>
                    <a:pt x="5968" y="1"/>
                  </a:cubicBezTo>
                  <a:close/>
                </a:path>
              </a:pathLst>
            </a:custGeom>
            <a:solidFill>
              <a:srgbClr val="4F647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8556" name="Google Shape;18556;p46"/>
          <p:cNvGrpSpPr/>
          <p:nvPr/>
        </p:nvGrpSpPr>
        <p:grpSpPr>
          <a:xfrm>
            <a:off x="4135263" y="2906184"/>
            <a:ext cx="374040" cy="370184"/>
            <a:chOff x="4135263" y="2906184"/>
            <a:chExt cx="374040" cy="370184"/>
          </a:xfrm>
        </p:grpSpPr>
        <p:sp>
          <p:nvSpPr>
            <p:cNvPr id="18557" name="Google Shape;18557;p46"/>
            <p:cNvSpPr/>
            <p:nvPr/>
          </p:nvSpPr>
          <p:spPr>
            <a:xfrm>
              <a:off x="4165139" y="2935037"/>
              <a:ext cx="314288" cy="312347"/>
            </a:xfrm>
            <a:custGeom>
              <a:rect b="b" l="l" r="r" t="t"/>
              <a:pathLst>
                <a:path extrusionOk="0" h="11908" w="11982">
                  <a:moveTo>
                    <a:pt x="5994" y="658"/>
                  </a:moveTo>
                  <a:cubicBezTo>
                    <a:pt x="6672" y="1686"/>
                    <a:pt x="7814" y="2285"/>
                    <a:pt x="9011" y="2285"/>
                  </a:cubicBezTo>
                  <a:cubicBezTo>
                    <a:pt x="9252" y="2285"/>
                    <a:pt x="9495" y="2261"/>
                    <a:pt x="9737" y="2211"/>
                  </a:cubicBezTo>
                  <a:lnTo>
                    <a:pt x="9737" y="2211"/>
                  </a:lnTo>
                  <a:cubicBezTo>
                    <a:pt x="9439" y="3655"/>
                    <a:pt x="10049" y="5140"/>
                    <a:pt x="11290" y="5954"/>
                  </a:cubicBezTo>
                  <a:cubicBezTo>
                    <a:pt x="10056" y="6761"/>
                    <a:pt x="9439" y="8246"/>
                    <a:pt x="9737" y="9697"/>
                  </a:cubicBezTo>
                  <a:cubicBezTo>
                    <a:pt x="9494" y="9647"/>
                    <a:pt x="9249" y="9622"/>
                    <a:pt x="9007" y="9622"/>
                  </a:cubicBezTo>
                  <a:cubicBezTo>
                    <a:pt x="7812" y="9622"/>
                    <a:pt x="6671" y="10218"/>
                    <a:pt x="5994" y="11250"/>
                  </a:cubicBezTo>
                  <a:cubicBezTo>
                    <a:pt x="5330" y="10232"/>
                    <a:pt x="4198" y="9622"/>
                    <a:pt x="2984" y="9622"/>
                  </a:cubicBezTo>
                  <a:cubicBezTo>
                    <a:pt x="2740" y="9622"/>
                    <a:pt x="2489" y="9649"/>
                    <a:pt x="2252" y="9697"/>
                  </a:cubicBezTo>
                  <a:cubicBezTo>
                    <a:pt x="2550" y="8246"/>
                    <a:pt x="1933" y="6761"/>
                    <a:pt x="699" y="5954"/>
                  </a:cubicBezTo>
                  <a:cubicBezTo>
                    <a:pt x="1933" y="5140"/>
                    <a:pt x="2550" y="3655"/>
                    <a:pt x="2252" y="2211"/>
                  </a:cubicBezTo>
                  <a:lnTo>
                    <a:pt x="2252" y="2211"/>
                  </a:lnTo>
                  <a:cubicBezTo>
                    <a:pt x="2493" y="2261"/>
                    <a:pt x="2737" y="2285"/>
                    <a:pt x="2978" y="2285"/>
                  </a:cubicBezTo>
                  <a:cubicBezTo>
                    <a:pt x="4175" y="2285"/>
                    <a:pt x="5317" y="1686"/>
                    <a:pt x="5994" y="658"/>
                  </a:cubicBezTo>
                  <a:close/>
                  <a:moveTo>
                    <a:pt x="5994" y="1"/>
                  </a:moveTo>
                  <a:cubicBezTo>
                    <a:pt x="5906" y="1"/>
                    <a:pt x="5832" y="48"/>
                    <a:pt x="5798" y="123"/>
                  </a:cubicBezTo>
                  <a:cubicBezTo>
                    <a:pt x="5242" y="1203"/>
                    <a:pt x="4144" y="1845"/>
                    <a:pt x="2986" y="1845"/>
                  </a:cubicBezTo>
                  <a:cubicBezTo>
                    <a:pt x="2661" y="1845"/>
                    <a:pt x="2331" y="1794"/>
                    <a:pt x="2007" y="1689"/>
                  </a:cubicBezTo>
                  <a:cubicBezTo>
                    <a:pt x="1985" y="1682"/>
                    <a:pt x="1962" y="1678"/>
                    <a:pt x="1940" y="1678"/>
                  </a:cubicBezTo>
                  <a:cubicBezTo>
                    <a:pt x="1798" y="1678"/>
                    <a:pt x="1682" y="1820"/>
                    <a:pt x="1729" y="1967"/>
                  </a:cubicBezTo>
                  <a:cubicBezTo>
                    <a:pt x="2204" y="3445"/>
                    <a:pt x="1540" y="5052"/>
                    <a:pt x="163" y="5757"/>
                  </a:cubicBezTo>
                  <a:cubicBezTo>
                    <a:pt x="0" y="5839"/>
                    <a:pt x="0" y="6069"/>
                    <a:pt x="163" y="6151"/>
                  </a:cubicBezTo>
                  <a:cubicBezTo>
                    <a:pt x="1540" y="6856"/>
                    <a:pt x="2204" y="8463"/>
                    <a:pt x="1729" y="9941"/>
                  </a:cubicBezTo>
                  <a:cubicBezTo>
                    <a:pt x="1682" y="10088"/>
                    <a:pt x="1798" y="10230"/>
                    <a:pt x="1940" y="10230"/>
                  </a:cubicBezTo>
                  <a:cubicBezTo>
                    <a:pt x="1962" y="10230"/>
                    <a:pt x="1985" y="10226"/>
                    <a:pt x="2007" y="10219"/>
                  </a:cubicBezTo>
                  <a:cubicBezTo>
                    <a:pt x="2331" y="10113"/>
                    <a:pt x="2661" y="10063"/>
                    <a:pt x="2986" y="10063"/>
                  </a:cubicBezTo>
                  <a:cubicBezTo>
                    <a:pt x="4144" y="10063"/>
                    <a:pt x="5242" y="10705"/>
                    <a:pt x="5798" y="11785"/>
                  </a:cubicBezTo>
                  <a:cubicBezTo>
                    <a:pt x="5832" y="11860"/>
                    <a:pt x="5906" y="11907"/>
                    <a:pt x="5994" y="11907"/>
                  </a:cubicBezTo>
                  <a:cubicBezTo>
                    <a:pt x="6076" y="11907"/>
                    <a:pt x="6150" y="11860"/>
                    <a:pt x="6191" y="11785"/>
                  </a:cubicBezTo>
                  <a:cubicBezTo>
                    <a:pt x="6742" y="10705"/>
                    <a:pt x="7843" y="10063"/>
                    <a:pt x="8999" y="10063"/>
                  </a:cubicBezTo>
                  <a:cubicBezTo>
                    <a:pt x="9324" y="10063"/>
                    <a:pt x="9652" y="10113"/>
                    <a:pt x="9975" y="10219"/>
                  </a:cubicBezTo>
                  <a:cubicBezTo>
                    <a:pt x="9998" y="10226"/>
                    <a:pt x="10021" y="10230"/>
                    <a:pt x="10044" y="10230"/>
                  </a:cubicBezTo>
                  <a:cubicBezTo>
                    <a:pt x="10189" y="10230"/>
                    <a:pt x="10300" y="10088"/>
                    <a:pt x="10253" y="9941"/>
                  </a:cubicBezTo>
                  <a:cubicBezTo>
                    <a:pt x="9778" y="8463"/>
                    <a:pt x="10443" y="6856"/>
                    <a:pt x="11826" y="6151"/>
                  </a:cubicBezTo>
                  <a:cubicBezTo>
                    <a:pt x="11982" y="6069"/>
                    <a:pt x="11982" y="5839"/>
                    <a:pt x="11826" y="5757"/>
                  </a:cubicBezTo>
                  <a:cubicBezTo>
                    <a:pt x="10443" y="5052"/>
                    <a:pt x="9778" y="3445"/>
                    <a:pt x="10253" y="1967"/>
                  </a:cubicBezTo>
                  <a:cubicBezTo>
                    <a:pt x="10300" y="1820"/>
                    <a:pt x="10189" y="1678"/>
                    <a:pt x="10044" y="1678"/>
                  </a:cubicBezTo>
                  <a:cubicBezTo>
                    <a:pt x="10021" y="1678"/>
                    <a:pt x="9998" y="1682"/>
                    <a:pt x="9975" y="1689"/>
                  </a:cubicBezTo>
                  <a:cubicBezTo>
                    <a:pt x="9652" y="1794"/>
                    <a:pt x="9324" y="1845"/>
                    <a:pt x="8999" y="1845"/>
                  </a:cubicBezTo>
                  <a:cubicBezTo>
                    <a:pt x="7843" y="1845"/>
                    <a:pt x="6742" y="1203"/>
                    <a:pt x="6191" y="123"/>
                  </a:cubicBezTo>
                  <a:cubicBezTo>
                    <a:pt x="6150" y="48"/>
                    <a:pt x="6076" y="1"/>
                    <a:pt x="5994" y="1"/>
                  </a:cubicBezTo>
                  <a:close/>
                </a:path>
              </a:pathLst>
            </a:custGeom>
            <a:solidFill>
              <a:srgbClr val="869FB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558" name="Google Shape;18558;p46"/>
            <p:cNvSpPr/>
            <p:nvPr/>
          </p:nvSpPr>
          <p:spPr>
            <a:xfrm>
              <a:off x="4228799" y="2998802"/>
              <a:ext cx="187151" cy="184895"/>
            </a:xfrm>
            <a:custGeom>
              <a:rect b="b" l="l" r="r" t="t"/>
              <a:pathLst>
                <a:path extrusionOk="0" h="7049" w="7135">
                  <a:moveTo>
                    <a:pt x="3567" y="628"/>
                  </a:moveTo>
                  <a:cubicBezTo>
                    <a:pt x="3979" y="1180"/>
                    <a:pt x="4619" y="1498"/>
                    <a:pt x="5295" y="1498"/>
                  </a:cubicBezTo>
                  <a:cubicBezTo>
                    <a:pt x="5399" y="1498"/>
                    <a:pt x="5504" y="1491"/>
                    <a:pt x="5608" y="1475"/>
                  </a:cubicBezTo>
                  <a:lnTo>
                    <a:pt x="5608" y="1475"/>
                  </a:lnTo>
                  <a:cubicBezTo>
                    <a:pt x="5500" y="2262"/>
                    <a:pt x="5825" y="3048"/>
                    <a:pt x="6456" y="3523"/>
                  </a:cubicBezTo>
                  <a:cubicBezTo>
                    <a:pt x="5825" y="3998"/>
                    <a:pt x="5500" y="4784"/>
                    <a:pt x="5608" y="5571"/>
                  </a:cubicBezTo>
                  <a:cubicBezTo>
                    <a:pt x="5504" y="5555"/>
                    <a:pt x="5399" y="5548"/>
                    <a:pt x="5295" y="5548"/>
                  </a:cubicBezTo>
                  <a:cubicBezTo>
                    <a:pt x="4619" y="5548"/>
                    <a:pt x="3979" y="5866"/>
                    <a:pt x="3567" y="6418"/>
                  </a:cubicBezTo>
                  <a:cubicBezTo>
                    <a:pt x="3154" y="5869"/>
                    <a:pt x="2510" y="5544"/>
                    <a:pt x="1832" y="5544"/>
                  </a:cubicBezTo>
                  <a:cubicBezTo>
                    <a:pt x="1723" y="5544"/>
                    <a:pt x="1621" y="5550"/>
                    <a:pt x="1520" y="5571"/>
                  </a:cubicBezTo>
                  <a:cubicBezTo>
                    <a:pt x="1635" y="4784"/>
                    <a:pt x="1309" y="3998"/>
                    <a:pt x="672" y="3523"/>
                  </a:cubicBezTo>
                  <a:cubicBezTo>
                    <a:pt x="1309" y="3048"/>
                    <a:pt x="1635" y="2262"/>
                    <a:pt x="1520" y="1475"/>
                  </a:cubicBezTo>
                  <a:lnTo>
                    <a:pt x="1520" y="1475"/>
                  </a:lnTo>
                  <a:cubicBezTo>
                    <a:pt x="1625" y="1491"/>
                    <a:pt x="1729" y="1498"/>
                    <a:pt x="1833" y="1498"/>
                  </a:cubicBezTo>
                  <a:cubicBezTo>
                    <a:pt x="2509" y="1498"/>
                    <a:pt x="3150" y="1180"/>
                    <a:pt x="3567" y="628"/>
                  </a:cubicBezTo>
                  <a:close/>
                  <a:moveTo>
                    <a:pt x="3565" y="0"/>
                  </a:moveTo>
                  <a:cubicBezTo>
                    <a:pt x="3489" y="0"/>
                    <a:pt x="3415" y="38"/>
                    <a:pt x="3371" y="112"/>
                  </a:cubicBezTo>
                  <a:cubicBezTo>
                    <a:pt x="3069" y="706"/>
                    <a:pt x="2465" y="1059"/>
                    <a:pt x="1830" y="1059"/>
                  </a:cubicBezTo>
                  <a:cubicBezTo>
                    <a:pt x="1652" y="1059"/>
                    <a:pt x="1472" y="1031"/>
                    <a:pt x="1296" y="973"/>
                  </a:cubicBezTo>
                  <a:cubicBezTo>
                    <a:pt x="1273" y="966"/>
                    <a:pt x="1251" y="963"/>
                    <a:pt x="1229" y="963"/>
                  </a:cubicBezTo>
                  <a:cubicBezTo>
                    <a:pt x="1087" y="963"/>
                    <a:pt x="971" y="1105"/>
                    <a:pt x="1018" y="1251"/>
                  </a:cubicBezTo>
                  <a:cubicBezTo>
                    <a:pt x="1276" y="2058"/>
                    <a:pt x="916" y="2940"/>
                    <a:pt x="157" y="3326"/>
                  </a:cubicBezTo>
                  <a:cubicBezTo>
                    <a:pt x="1" y="3408"/>
                    <a:pt x="1" y="3638"/>
                    <a:pt x="157" y="3720"/>
                  </a:cubicBezTo>
                  <a:cubicBezTo>
                    <a:pt x="916" y="4106"/>
                    <a:pt x="1276" y="4981"/>
                    <a:pt x="1018" y="5794"/>
                  </a:cubicBezTo>
                  <a:cubicBezTo>
                    <a:pt x="971" y="5941"/>
                    <a:pt x="1087" y="6083"/>
                    <a:pt x="1229" y="6083"/>
                  </a:cubicBezTo>
                  <a:cubicBezTo>
                    <a:pt x="1251" y="6083"/>
                    <a:pt x="1273" y="6080"/>
                    <a:pt x="1296" y="6072"/>
                  </a:cubicBezTo>
                  <a:cubicBezTo>
                    <a:pt x="1473" y="6015"/>
                    <a:pt x="1653" y="5987"/>
                    <a:pt x="1831" y="5987"/>
                  </a:cubicBezTo>
                  <a:cubicBezTo>
                    <a:pt x="2465" y="5987"/>
                    <a:pt x="3069" y="6339"/>
                    <a:pt x="3371" y="6927"/>
                  </a:cubicBezTo>
                  <a:cubicBezTo>
                    <a:pt x="3405" y="7001"/>
                    <a:pt x="3479" y="7049"/>
                    <a:pt x="3567" y="7049"/>
                  </a:cubicBezTo>
                  <a:cubicBezTo>
                    <a:pt x="3649" y="7049"/>
                    <a:pt x="3723" y="7001"/>
                    <a:pt x="3764" y="6927"/>
                  </a:cubicBezTo>
                  <a:cubicBezTo>
                    <a:pt x="4067" y="6336"/>
                    <a:pt x="4671" y="5984"/>
                    <a:pt x="5310" y="5984"/>
                  </a:cubicBezTo>
                  <a:cubicBezTo>
                    <a:pt x="5486" y="5984"/>
                    <a:pt x="5664" y="6010"/>
                    <a:pt x="5839" y="6066"/>
                  </a:cubicBezTo>
                  <a:cubicBezTo>
                    <a:pt x="5862" y="6073"/>
                    <a:pt x="5886" y="6077"/>
                    <a:pt x="5908" y="6077"/>
                  </a:cubicBezTo>
                  <a:cubicBezTo>
                    <a:pt x="6049" y="6077"/>
                    <a:pt x="6164" y="5941"/>
                    <a:pt x="6117" y="5794"/>
                  </a:cubicBezTo>
                  <a:cubicBezTo>
                    <a:pt x="5853" y="4981"/>
                    <a:pt x="6219" y="4106"/>
                    <a:pt x="6971" y="3713"/>
                  </a:cubicBezTo>
                  <a:cubicBezTo>
                    <a:pt x="7134" y="3631"/>
                    <a:pt x="7134" y="3408"/>
                    <a:pt x="6971" y="3326"/>
                  </a:cubicBezTo>
                  <a:cubicBezTo>
                    <a:pt x="6219" y="2933"/>
                    <a:pt x="5853" y="2058"/>
                    <a:pt x="6117" y="1251"/>
                  </a:cubicBezTo>
                  <a:cubicBezTo>
                    <a:pt x="6164" y="1099"/>
                    <a:pt x="6049" y="962"/>
                    <a:pt x="5908" y="962"/>
                  </a:cubicBezTo>
                  <a:cubicBezTo>
                    <a:pt x="5885" y="962"/>
                    <a:pt x="5862" y="966"/>
                    <a:pt x="5839" y="973"/>
                  </a:cubicBezTo>
                  <a:cubicBezTo>
                    <a:pt x="5662" y="1029"/>
                    <a:pt x="5483" y="1056"/>
                    <a:pt x="5306" y="1056"/>
                  </a:cubicBezTo>
                  <a:cubicBezTo>
                    <a:pt x="4669" y="1056"/>
                    <a:pt x="4067" y="707"/>
                    <a:pt x="3764" y="112"/>
                  </a:cubicBezTo>
                  <a:cubicBezTo>
                    <a:pt x="3717" y="38"/>
                    <a:pt x="3640" y="0"/>
                    <a:pt x="3565" y="0"/>
                  </a:cubicBezTo>
                  <a:close/>
                </a:path>
              </a:pathLst>
            </a:custGeom>
            <a:solidFill>
              <a:srgbClr val="70859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559" name="Google Shape;18559;p46"/>
            <p:cNvSpPr/>
            <p:nvPr/>
          </p:nvSpPr>
          <p:spPr>
            <a:xfrm>
              <a:off x="4135263" y="2906184"/>
              <a:ext cx="374040" cy="370184"/>
            </a:xfrm>
            <a:custGeom>
              <a:rect b="b" l="l" r="r" t="t"/>
              <a:pathLst>
                <a:path extrusionOk="0" h="14113" w="14260">
                  <a:moveTo>
                    <a:pt x="7130" y="0"/>
                  </a:moveTo>
                  <a:cubicBezTo>
                    <a:pt x="7020" y="0"/>
                    <a:pt x="6910" y="73"/>
                    <a:pt x="6910" y="219"/>
                  </a:cubicBezTo>
                  <a:lnTo>
                    <a:pt x="6910" y="6525"/>
                  </a:lnTo>
                  <a:lnTo>
                    <a:pt x="2455" y="2070"/>
                  </a:lnTo>
                  <a:cubicBezTo>
                    <a:pt x="2406" y="2021"/>
                    <a:pt x="2351" y="2000"/>
                    <a:pt x="2299" y="2000"/>
                  </a:cubicBezTo>
                  <a:cubicBezTo>
                    <a:pt x="2127" y="2000"/>
                    <a:pt x="1982" y="2221"/>
                    <a:pt x="2143" y="2382"/>
                  </a:cubicBezTo>
                  <a:lnTo>
                    <a:pt x="6598" y="6837"/>
                  </a:lnTo>
                  <a:lnTo>
                    <a:pt x="299" y="6837"/>
                  </a:lnTo>
                  <a:cubicBezTo>
                    <a:pt x="0" y="6837"/>
                    <a:pt x="0" y="7278"/>
                    <a:pt x="299" y="7278"/>
                  </a:cubicBezTo>
                  <a:lnTo>
                    <a:pt x="6598" y="7278"/>
                  </a:lnTo>
                  <a:lnTo>
                    <a:pt x="2143" y="11733"/>
                  </a:lnTo>
                  <a:cubicBezTo>
                    <a:pt x="1982" y="11894"/>
                    <a:pt x="2127" y="12114"/>
                    <a:pt x="2299" y="12114"/>
                  </a:cubicBezTo>
                  <a:cubicBezTo>
                    <a:pt x="2351" y="12114"/>
                    <a:pt x="2406" y="12094"/>
                    <a:pt x="2455" y="12044"/>
                  </a:cubicBezTo>
                  <a:lnTo>
                    <a:pt x="6910" y="7590"/>
                  </a:lnTo>
                  <a:lnTo>
                    <a:pt x="6910" y="13889"/>
                  </a:lnTo>
                  <a:cubicBezTo>
                    <a:pt x="6910" y="14038"/>
                    <a:pt x="7020" y="14113"/>
                    <a:pt x="7130" y="14113"/>
                  </a:cubicBezTo>
                  <a:cubicBezTo>
                    <a:pt x="7240" y="14113"/>
                    <a:pt x="7350" y="14038"/>
                    <a:pt x="7350" y="13889"/>
                  </a:cubicBezTo>
                  <a:lnTo>
                    <a:pt x="7350" y="7583"/>
                  </a:lnTo>
                  <a:lnTo>
                    <a:pt x="11805" y="12044"/>
                  </a:lnTo>
                  <a:cubicBezTo>
                    <a:pt x="11853" y="12091"/>
                    <a:pt x="11907" y="12111"/>
                    <a:pt x="11958" y="12111"/>
                  </a:cubicBezTo>
                  <a:cubicBezTo>
                    <a:pt x="12131" y="12111"/>
                    <a:pt x="12279" y="11889"/>
                    <a:pt x="12117" y="11733"/>
                  </a:cubicBezTo>
                  <a:lnTo>
                    <a:pt x="7662" y="7271"/>
                  </a:lnTo>
                  <a:lnTo>
                    <a:pt x="13968" y="7271"/>
                  </a:lnTo>
                  <a:cubicBezTo>
                    <a:pt x="14260" y="7271"/>
                    <a:pt x="14260" y="6830"/>
                    <a:pt x="13968" y="6830"/>
                  </a:cubicBezTo>
                  <a:lnTo>
                    <a:pt x="7662" y="6830"/>
                  </a:lnTo>
                  <a:lnTo>
                    <a:pt x="12117" y="2375"/>
                  </a:lnTo>
                  <a:cubicBezTo>
                    <a:pt x="12279" y="2219"/>
                    <a:pt x="12131" y="1997"/>
                    <a:pt x="11958" y="1997"/>
                  </a:cubicBezTo>
                  <a:cubicBezTo>
                    <a:pt x="11907" y="1997"/>
                    <a:pt x="11853" y="2017"/>
                    <a:pt x="11805" y="2063"/>
                  </a:cubicBezTo>
                  <a:lnTo>
                    <a:pt x="7350" y="6518"/>
                  </a:lnTo>
                  <a:lnTo>
                    <a:pt x="7350" y="219"/>
                  </a:lnTo>
                  <a:cubicBezTo>
                    <a:pt x="7350" y="73"/>
                    <a:pt x="7240" y="0"/>
                    <a:pt x="7130" y="0"/>
                  </a:cubicBezTo>
                  <a:close/>
                </a:path>
              </a:pathLst>
            </a:custGeom>
            <a:solidFill>
              <a:srgbClr val="405C7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8560" name="Google Shape;18560;p46"/>
          <p:cNvGrpSpPr/>
          <p:nvPr/>
        </p:nvGrpSpPr>
        <p:grpSpPr>
          <a:xfrm>
            <a:off x="4683601" y="2906184"/>
            <a:ext cx="372676" cy="370184"/>
            <a:chOff x="4683601" y="2906184"/>
            <a:chExt cx="372676" cy="370184"/>
          </a:xfrm>
        </p:grpSpPr>
        <p:sp>
          <p:nvSpPr>
            <p:cNvPr id="18561" name="Google Shape;18561;p46"/>
            <p:cNvSpPr/>
            <p:nvPr/>
          </p:nvSpPr>
          <p:spPr>
            <a:xfrm>
              <a:off x="4846516" y="3004205"/>
              <a:ext cx="20538" cy="69588"/>
            </a:xfrm>
            <a:custGeom>
              <a:rect b="b" l="l" r="r" t="t"/>
              <a:pathLst>
                <a:path extrusionOk="0" h="2653" w="783">
                  <a:moveTo>
                    <a:pt x="461" y="0"/>
                  </a:moveTo>
                  <a:cubicBezTo>
                    <a:pt x="427" y="0"/>
                    <a:pt x="391" y="9"/>
                    <a:pt x="353" y="28"/>
                  </a:cubicBezTo>
                  <a:cubicBezTo>
                    <a:pt x="136" y="164"/>
                    <a:pt x="0" y="408"/>
                    <a:pt x="14" y="673"/>
                  </a:cubicBezTo>
                  <a:lnTo>
                    <a:pt x="14" y="2435"/>
                  </a:lnTo>
                  <a:cubicBezTo>
                    <a:pt x="14" y="2558"/>
                    <a:pt x="115" y="2652"/>
                    <a:pt x="237" y="2652"/>
                  </a:cubicBezTo>
                  <a:cubicBezTo>
                    <a:pt x="359" y="2652"/>
                    <a:pt x="454" y="2551"/>
                    <a:pt x="454" y="2435"/>
                  </a:cubicBezTo>
                  <a:lnTo>
                    <a:pt x="454" y="673"/>
                  </a:lnTo>
                  <a:cubicBezTo>
                    <a:pt x="441" y="578"/>
                    <a:pt x="481" y="483"/>
                    <a:pt x="556" y="422"/>
                  </a:cubicBezTo>
                  <a:cubicBezTo>
                    <a:pt x="783" y="305"/>
                    <a:pt x="666" y="0"/>
                    <a:pt x="461" y="0"/>
                  </a:cubicBezTo>
                  <a:close/>
                </a:path>
              </a:pathLst>
            </a:custGeom>
            <a:solidFill>
              <a:srgbClr val="203B5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562" name="Google Shape;18562;p46"/>
            <p:cNvSpPr/>
            <p:nvPr/>
          </p:nvSpPr>
          <p:spPr>
            <a:xfrm>
              <a:off x="4875133" y="3004415"/>
              <a:ext cx="18361" cy="69378"/>
            </a:xfrm>
            <a:custGeom>
              <a:rect b="b" l="l" r="r" t="t"/>
              <a:pathLst>
                <a:path extrusionOk="0" h="2645" w="700">
                  <a:moveTo>
                    <a:pt x="252" y="1"/>
                  </a:moveTo>
                  <a:cubicBezTo>
                    <a:pt x="171" y="1"/>
                    <a:pt x="94" y="42"/>
                    <a:pt x="55" y="115"/>
                  </a:cubicBezTo>
                  <a:cubicBezTo>
                    <a:pt x="1" y="224"/>
                    <a:pt x="41" y="353"/>
                    <a:pt x="143" y="414"/>
                  </a:cubicBezTo>
                  <a:cubicBezTo>
                    <a:pt x="218" y="475"/>
                    <a:pt x="258" y="563"/>
                    <a:pt x="245" y="665"/>
                  </a:cubicBezTo>
                  <a:lnTo>
                    <a:pt x="245" y="2427"/>
                  </a:lnTo>
                  <a:cubicBezTo>
                    <a:pt x="245" y="2550"/>
                    <a:pt x="347" y="2644"/>
                    <a:pt x="469" y="2644"/>
                  </a:cubicBezTo>
                  <a:cubicBezTo>
                    <a:pt x="591" y="2644"/>
                    <a:pt x="686" y="2543"/>
                    <a:pt x="686" y="2427"/>
                  </a:cubicBezTo>
                  <a:lnTo>
                    <a:pt x="686" y="665"/>
                  </a:lnTo>
                  <a:cubicBezTo>
                    <a:pt x="699" y="400"/>
                    <a:pt x="570" y="156"/>
                    <a:pt x="347" y="20"/>
                  </a:cubicBezTo>
                  <a:cubicBezTo>
                    <a:pt x="316" y="7"/>
                    <a:pt x="284" y="1"/>
                    <a:pt x="252" y="1"/>
                  </a:cubicBezTo>
                  <a:close/>
                </a:path>
              </a:pathLst>
            </a:custGeom>
            <a:solidFill>
              <a:srgbClr val="203B5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563" name="Google Shape;18563;p46"/>
            <p:cNvSpPr/>
            <p:nvPr/>
          </p:nvSpPr>
          <p:spPr>
            <a:xfrm>
              <a:off x="4846857" y="3027524"/>
              <a:ext cx="46270" cy="46270"/>
            </a:xfrm>
            <a:custGeom>
              <a:rect b="b" l="l" r="r" t="t"/>
              <a:pathLst>
                <a:path extrusionOk="0" h="1764" w="1764">
                  <a:moveTo>
                    <a:pt x="882" y="0"/>
                  </a:moveTo>
                  <a:cubicBezTo>
                    <a:pt x="401" y="0"/>
                    <a:pt x="7" y="401"/>
                    <a:pt x="1" y="882"/>
                  </a:cubicBezTo>
                  <a:lnTo>
                    <a:pt x="1" y="1763"/>
                  </a:lnTo>
                  <a:lnTo>
                    <a:pt x="1764" y="1763"/>
                  </a:lnTo>
                  <a:lnTo>
                    <a:pt x="1764" y="882"/>
                  </a:lnTo>
                  <a:cubicBezTo>
                    <a:pt x="1764" y="394"/>
                    <a:pt x="1370" y="0"/>
                    <a:pt x="882" y="0"/>
                  </a:cubicBezTo>
                  <a:close/>
                </a:path>
              </a:pathLst>
            </a:custGeom>
            <a:solidFill>
              <a:srgbClr val="405C7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564" name="Google Shape;18564;p46"/>
            <p:cNvSpPr/>
            <p:nvPr/>
          </p:nvSpPr>
          <p:spPr>
            <a:xfrm>
              <a:off x="4683601" y="2906184"/>
              <a:ext cx="372676" cy="370184"/>
            </a:xfrm>
            <a:custGeom>
              <a:rect b="b" l="l" r="r" t="t"/>
              <a:pathLst>
                <a:path extrusionOk="0" h="14113" w="14208">
                  <a:moveTo>
                    <a:pt x="4682" y="0"/>
                  </a:moveTo>
                  <a:cubicBezTo>
                    <a:pt x="4572" y="0"/>
                    <a:pt x="4462" y="73"/>
                    <a:pt x="4462" y="219"/>
                  </a:cubicBezTo>
                  <a:lnTo>
                    <a:pt x="4462" y="3616"/>
                  </a:lnTo>
                  <a:cubicBezTo>
                    <a:pt x="4462" y="3745"/>
                    <a:pt x="4502" y="3867"/>
                    <a:pt x="4570" y="3976"/>
                  </a:cubicBezTo>
                  <a:lnTo>
                    <a:pt x="6035" y="6281"/>
                  </a:lnTo>
                  <a:cubicBezTo>
                    <a:pt x="6028" y="6295"/>
                    <a:pt x="6014" y="6315"/>
                    <a:pt x="6001" y="6328"/>
                  </a:cubicBezTo>
                  <a:lnTo>
                    <a:pt x="3153" y="4091"/>
                  </a:lnTo>
                  <a:cubicBezTo>
                    <a:pt x="3119" y="4064"/>
                    <a:pt x="3099" y="4030"/>
                    <a:pt x="3085" y="3996"/>
                  </a:cubicBezTo>
                  <a:lnTo>
                    <a:pt x="2027" y="1243"/>
                  </a:lnTo>
                  <a:cubicBezTo>
                    <a:pt x="1988" y="1144"/>
                    <a:pt x="1907" y="1102"/>
                    <a:pt x="1826" y="1102"/>
                  </a:cubicBezTo>
                  <a:cubicBezTo>
                    <a:pt x="1686" y="1102"/>
                    <a:pt x="1545" y="1227"/>
                    <a:pt x="1614" y="1399"/>
                  </a:cubicBezTo>
                  <a:lnTo>
                    <a:pt x="2672" y="4152"/>
                  </a:lnTo>
                  <a:cubicBezTo>
                    <a:pt x="2712" y="4260"/>
                    <a:pt x="2787" y="4362"/>
                    <a:pt x="2882" y="4437"/>
                  </a:cubicBezTo>
                  <a:lnTo>
                    <a:pt x="5825" y="6749"/>
                  </a:lnTo>
                  <a:cubicBezTo>
                    <a:pt x="5825" y="6756"/>
                    <a:pt x="5818" y="6769"/>
                    <a:pt x="5811" y="6783"/>
                  </a:cubicBezTo>
                  <a:lnTo>
                    <a:pt x="4238" y="6437"/>
                  </a:lnTo>
                  <a:cubicBezTo>
                    <a:pt x="4188" y="6425"/>
                    <a:pt x="4138" y="6418"/>
                    <a:pt x="4088" y="6418"/>
                  </a:cubicBezTo>
                  <a:cubicBezTo>
                    <a:pt x="3974" y="6418"/>
                    <a:pt x="3862" y="6450"/>
                    <a:pt x="3763" y="6511"/>
                  </a:cubicBezTo>
                  <a:lnTo>
                    <a:pt x="1397" y="7888"/>
                  </a:lnTo>
                  <a:cubicBezTo>
                    <a:pt x="1268" y="7963"/>
                    <a:pt x="1173" y="8078"/>
                    <a:pt x="1119" y="8207"/>
                  </a:cubicBezTo>
                  <a:lnTo>
                    <a:pt x="75" y="10715"/>
                  </a:lnTo>
                  <a:cubicBezTo>
                    <a:pt x="0" y="10890"/>
                    <a:pt x="142" y="11022"/>
                    <a:pt x="284" y="11022"/>
                  </a:cubicBezTo>
                  <a:cubicBezTo>
                    <a:pt x="362" y="11022"/>
                    <a:pt x="440" y="10982"/>
                    <a:pt x="481" y="10885"/>
                  </a:cubicBezTo>
                  <a:lnTo>
                    <a:pt x="1526" y="8376"/>
                  </a:lnTo>
                  <a:cubicBezTo>
                    <a:pt x="1539" y="8335"/>
                    <a:pt x="1573" y="8295"/>
                    <a:pt x="1614" y="8268"/>
                  </a:cubicBezTo>
                  <a:lnTo>
                    <a:pt x="3987" y="6891"/>
                  </a:lnTo>
                  <a:cubicBezTo>
                    <a:pt x="4022" y="6871"/>
                    <a:pt x="4060" y="6859"/>
                    <a:pt x="4099" y="6859"/>
                  </a:cubicBezTo>
                  <a:cubicBezTo>
                    <a:pt x="4114" y="6859"/>
                    <a:pt x="4128" y="6860"/>
                    <a:pt x="4143" y="6864"/>
                  </a:cubicBezTo>
                  <a:lnTo>
                    <a:pt x="5797" y="7230"/>
                  </a:lnTo>
                  <a:cubicBezTo>
                    <a:pt x="5804" y="7264"/>
                    <a:pt x="5804" y="7298"/>
                    <a:pt x="5811" y="7325"/>
                  </a:cubicBezTo>
                  <a:lnTo>
                    <a:pt x="4814" y="7657"/>
                  </a:lnTo>
                  <a:cubicBezTo>
                    <a:pt x="4624" y="7718"/>
                    <a:pt x="4468" y="7868"/>
                    <a:pt x="4401" y="8064"/>
                  </a:cubicBezTo>
                  <a:lnTo>
                    <a:pt x="3404" y="10858"/>
                  </a:lnTo>
                  <a:cubicBezTo>
                    <a:pt x="3370" y="10946"/>
                    <a:pt x="3363" y="11041"/>
                    <a:pt x="3370" y="11136"/>
                  </a:cubicBezTo>
                  <a:lnTo>
                    <a:pt x="3580" y="13902"/>
                  </a:lnTo>
                  <a:cubicBezTo>
                    <a:pt x="3587" y="14018"/>
                    <a:pt x="3689" y="14106"/>
                    <a:pt x="3797" y="14106"/>
                  </a:cubicBezTo>
                  <a:lnTo>
                    <a:pt x="3817" y="14106"/>
                  </a:lnTo>
                  <a:cubicBezTo>
                    <a:pt x="3939" y="14099"/>
                    <a:pt x="4028" y="13990"/>
                    <a:pt x="4021" y="13875"/>
                  </a:cubicBezTo>
                  <a:lnTo>
                    <a:pt x="3804" y="11102"/>
                  </a:lnTo>
                  <a:cubicBezTo>
                    <a:pt x="3804" y="11068"/>
                    <a:pt x="3811" y="11041"/>
                    <a:pt x="3817" y="11007"/>
                  </a:cubicBezTo>
                  <a:lnTo>
                    <a:pt x="4814" y="8213"/>
                  </a:lnTo>
                  <a:cubicBezTo>
                    <a:pt x="4841" y="8146"/>
                    <a:pt x="4889" y="8098"/>
                    <a:pt x="4957" y="8078"/>
                  </a:cubicBezTo>
                  <a:lnTo>
                    <a:pt x="5974" y="7739"/>
                  </a:lnTo>
                  <a:cubicBezTo>
                    <a:pt x="6228" y="8166"/>
                    <a:pt x="6665" y="8380"/>
                    <a:pt x="7103" y="8380"/>
                  </a:cubicBezTo>
                  <a:cubicBezTo>
                    <a:pt x="7540" y="8380"/>
                    <a:pt x="7977" y="8166"/>
                    <a:pt x="8232" y="7739"/>
                  </a:cubicBezTo>
                  <a:lnTo>
                    <a:pt x="9249" y="8078"/>
                  </a:lnTo>
                  <a:cubicBezTo>
                    <a:pt x="9317" y="8098"/>
                    <a:pt x="9364" y="8146"/>
                    <a:pt x="9391" y="8213"/>
                  </a:cubicBezTo>
                  <a:lnTo>
                    <a:pt x="10388" y="11007"/>
                  </a:lnTo>
                  <a:cubicBezTo>
                    <a:pt x="10401" y="11041"/>
                    <a:pt x="10401" y="11068"/>
                    <a:pt x="10401" y="11102"/>
                  </a:cubicBezTo>
                  <a:lnTo>
                    <a:pt x="10184" y="13875"/>
                  </a:lnTo>
                  <a:cubicBezTo>
                    <a:pt x="10178" y="13990"/>
                    <a:pt x="10266" y="14099"/>
                    <a:pt x="10388" y="14113"/>
                  </a:cubicBezTo>
                  <a:lnTo>
                    <a:pt x="10408" y="14113"/>
                  </a:lnTo>
                  <a:cubicBezTo>
                    <a:pt x="10524" y="14106"/>
                    <a:pt x="10618" y="14018"/>
                    <a:pt x="10625" y="13909"/>
                  </a:cubicBezTo>
                  <a:lnTo>
                    <a:pt x="10842" y="11136"/>
                  </a:lnTo>
                  <a:cubicBezTo>
                    <a:pt x="10849" y="11041"/>
                    <a:pt x="10835" y="10946"/>
                    <a:pt x="10802" y="10858"/>
                  </a:cubicBezTo>
                  <a:lnTo>
                    <a:pt x="9805" y="8064"/>
                  </a:lnTo>
                  <a:cubicBezTo>
                    <a:pt x="9737" y="7874"/>
                    <a:pt x="9581" y="7725"/>
                    <a:pt x="9391" y="7657"/>
                  </a:cubicBezTo>
                  <a:lnTo>
                    <a:pt x="8394" y="7325"/>
                  </a:lnTo>
                  <a:cubicBezTo>
                    <a:pt x="8401" y="7298"/>
                    <a:pt x="8401" y="7264"/>
                    <a:pt x="8408" y="7237"/>
                  </a:cubicBezTo>
                  <a:lnTo>
                    <a:pt x="10062" y="6864"/>
                  </a:lnTo>
                  <a:cubicBezTo>
                    <a:pt x="10077" y="6860"/>
                    <a:pt x="10092" y="6859"/>
                    <a:pt x="10107" y="6859"/>
                  </a:cubicBezTo>
                  <a:cubicBezTo>
                    <a:pt x="10148" y="6859"/>
                    <a:pt x="10190" y="6871"/>
                    <a:pt x="10225" y="6891"/>
                  </a:cubicBezTo>
                  <a:lnTo>
                    <a:pt x="12592" y="8274"/>
                  </a:lnTo>
                  <a:cubicBezTo>
                    <a:pt x="12632" y="8295"/>
                    <a:pt x="12666" y="8335"/>
                    <a:pt x="12687" y="8376"/>
                  </a:cubicBezTo>
                  <a:lnTo>
                    <a:pt x="13731" y="10885"/>
                  </a:lnTo>
                  <a:cubicBezTo>
                    <a:pt x="13769" y="10982"/>
                    <a:pt x="13846" y="11022"/>
                    <a:pt x="13924" y="11022"/>
                  </a:cubicBezTo>
                  <a:cubicBezTo>
                    <a:pt x="14064" y="11022"/>
                    <a:pt x="14207" y="10890"/>
                    <a:pt x="14138" y="10715"/>
                  </a:cubicBezTo>
                  <a:lnTo>
                    <a:pt x="14144" y="10715"/>
                  </a:lnTo>
                  <a:lnTo>
                    <a:pt x="13100" y="8207"/>
                  </a:lnTo>
                  <a:cubicBezTo>
                    <a:pt x="13046" y="8071"/>
                    <a:pt x="12951" y="7963"/>
                    <a:pt x="12822" y="7888"/>
                  </a:cubicBezTo>
                  <a:lnTo>
                    <a:pt x="10456" y="6511"/>
                  </a:lnTo>
                  <a:cubicBezTo>
                    <a:pt x="10357" y="6450"/>
                    <a:pt x="10245" y="6418"/>
                    <a:pt x="10131" y="6418"/>
                  </a:cubicBezTo>
                  <a:cubicBezTo>
                    <a:pt x="10081" y="6418"/>
                    <a:pt x="10031" y="6425"/>
                    <a:pt x="9981" y="6437"/>
                  </a:cubicBezTo>
                  <a:lnTo>
                    <a:pt x="8408" y="6783"/>
                  </a:lnTo>
                  <a:cubicBezTo>
                    <a:pt x="8408" y="6769"/>
                    <a:pt x="8401" y="6762"/>
                    <a:pt x="8394" y="6749"/>
                  </a:cubicBezTo>
                  <a:lnTo>
                    <a:pt x="11337" y="4437"/>
                  </a:lnTo>
                  <a:cubicBezTo>
                    <a:pt x="11432" y="4362"/>
                    <a:pt x="11507" y="4267"/>
                    <a:pt x="11547" y="4152"/>
                  </a:cubicBezTo>
                  <a:lnTo>
                    <a:pt x="12605" y="1399"/>
                  </a:lnTo>
                  <a:cubicBezTo>
                    <a:pt x="12674" y="1227"/>
                    <a:pt x="12533" y="1099"/>
                    <a:pt x="12393" y="1099"/>
                  </a:cubicBezTo>
                  <a:cubicBezTo>
                    <a:pt x="12312" y="1099"/>
                    <a:pt x="12231" y="1141"/>
                    <a:pt x="12192" y="1243"/>
                  </a:cubicBezTo>
                  <a:lnTo>
                    <a:pt x="11134" y="3996"/>
                  </a:lnTo>
                  <a:cubicBezTo>
                    <a:pt x="11120" y="4030"/>
                    <a:pt x="11100" y="4064"/>
                    <a:pt x="11066" y="4091"/>
                  </a:cubicBezTo>
                  <a:lnTo>
                    <a:pt x="8218" y="6328"/>
                  </a:lnTo>
                  <a:cubicBezTo>
                    <a:pt x="8205" y="6315"/>
                    <a:pt x="8191" y="6295"/>
                    <a:pt x="8184" y="6281"/>
                  </a:cubicBezTo>
                  <a:lnTo>
                    <a:pt x="9649" y="3976"/>
                  </a:lnTo>
                  <a:cubicBezTo>
                    <a:pt x="9717" y="3867"/>
                    <a:pt x="9757" y="3745"/>
                    <a:pt x="9757" y="3616"/>
                  </a:cubicBezTo>
                  <a:lnTo>
                    <a:pt x="9757" y="219"/>
                  </a:lnTo>
                  <a:cubicBezTo>
                    <a:pt x="9757" y="73"/>
                    <a:pt x="9647" y="0"/>
                    <a:pt x="9537" y="0"/>
                  </a:cubicBezTo>
                  <a:cubicBezTo>
                    <a:pt x="9427" y="0"/>
                    <a:pt x="9317" y="73"/>
                    <a:pt x="9317" y="219"/>
                  </a:cubicBezTo>
                  <a:lnTo>
                    <a:pt x="9317" y="3616"/>
                  </a:lnTo>
                  <a:cubicBezTo>
                    <a:pt x="9317" y="3657"/>
                    <a:pt x="9303" y="3704"/>
                    <a:pt x="9283" y="3738"/>
                  </a:cubicBezTo>
                  <a:lnTo>
                    <a:pt x="7859" y="5969"/>
                  </a:lnTo>
                  <a:cubicBezTo>
                    <a:pt x="7635" y="5810"/>
                    <a:pt x="7372" y="5730"/>
                    <a:pt x="7109" y="5730"/>
                  </a:cubicBezTo>
                  <a:cubicBezTo>
                    <a:pt x="6847" y="5730"/>
                    <a:pt x="6584" y="5810"/>
                    <a:pt x="6360" y="5969"/>
                  </a:cubicBezTo>
                  <a:lnTo>
                    <a:pt x="4936" y="3738"/>
                  </a:lnTo>
                  <a:cubicBezTo>
                    <a:pt x="4916" y="3704"/>
                    <a:pt x="4902" y="3657"/>
                    <a:pt x="4902" y="3616"/>
                  </a:cubicBezTo>
                  <a:lnTo>
                    <a:pt x="4902" y="219"/>
                  </a:lnTo>
                  <a:cubicBezTo>
                    <a:pt x="4902" y="73"/>
                    <a:pt x="4792" y="0"/>
                    <a:pt x="4682" y="0"/>
                  </a:cubicBezTo>
                  <a:close/>
                </a:path>
              </a:pathLst>
            </a:custGeom>
            <a:solidFill>
              <a:srgbClr val="203B5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565" name="Google Shape;18565;p46"/>
            <p:cNvSpPr/>
            <p:nvPr/>
          </p:nvSpPr>
          <p:spPr>
            <a:xfrm>
              <a:off x="4818056" y="3102751"/>
              <a:ext cx="104054" cy="104081"/>
            </a:xfrm>
            <a:custGeom>
              <a:rect b="b" l="l" r="r" t="t"/>
              <a:pathLst>
                <a:path extrusionOk="0" h="3968" w="3967">
                  <a:moveTo>
                    <a:pt x="1980" y="1"/>
                  </a:moveTo>
                  <a:cubicBezTo>
                    <a:pt x="888" y="1"/>
                    <a:pt x="0" y="604"/>
                    <a:pt x="0" y="1703"/>
                  </a:cubicBezTo>
                  <a:cubicBezTo>
                    <a:pt x="0" y="2794"/>
                    <a:pt x="888" y="3967"/>
                    <a:pt x="1980" y="3967"/>
                  </a:cubicBezTo>
                  <a:cubicBezTo>
                    <a:pt x="3079" y="3967"/>
                    <a:pt x="3967" y="2794"/>
                    <a:pt x="3967" y="1703"/>
                  </a:cubicBezTo>
                  <a:cubicBezTo>
                    <a:pt x="3967" y="604"/>
                    <a:pt x="3079" y="1"/>
                    <a:pt x="1980" y="1"/>
                  </a:cubicBezTo>
                  <a:close/>
                </a:path>
              </a:pathLst>
            </a:custGeom>
            <a:solidFill>
              <a:srgbClr val="405C7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566" name="Google Shape;18566;p46"/>
            <p:cNvSpPr/>
            <p:nvPr/>
          </p:nvSpPr>
          <p:spPr>
            <a:xfrm>
              <a:off x="4817872" y="3102935"/>
              <a:ext cx="54086" cy="103897"/>
            </a:xfrm>
            <a:custGeom>
              <a:rect b="b" l="l" r="r" t="t"/>
              <a:pathLst>
                <a:path extrusionOk="0" h="3961" w="2062">
                  <a:moveTo>
                    <a:pt x="1784" y="0"/>
                  </a:moveTo>
                  <a:lnTo>
                    <a:pt x="1784" y="0"/>
                  </a:lnTo>
                  <a:cubicBezTo>
                    <a:pt x="787" y="68"/>
                    <a:pt x="0" y="665"/>
                    <a:pt x="0" y="1696"/>
                  </a:cubicBezTo>
                  <a:cubicBezTo>
                    <a:pt x="0" y="2794"/>
                    <a:pt x="889" y="3960"/>
                    <a:pt x="1987" y="3960"/>
                  </a:cubicBezTo>
                  <a:lnTo>
                    <a:pt x="2062" y="3960"/>
                  </a:lnTo>
                  <a:cubicBezTo>
                    <a:pt x="1492" y="3431"/>
                    <a:pt x="1106" y="2509"/>
                    <a:pt x="1106" y="1628"/>
                  </a:cubicBezTo>
                  <a:cubicBezTo>
                    <a:pt x="1106" y="902"/>
                    <a:pt x="1377" y="353"/>
                    <a:pt x="1784" y="0"/>
                  </a:cubicBezTo>
                  <a:close/>
                </a:path>
              </a:pathLst>
            </a:custGeom>
            <a:solidFill>
              <a:srgbClr val="203B5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8567" name="Google Shape;18567;p46"/>
          <p:cNvGrpSpPr/>
          <p:nvPr/>
        </p:nvGrpSpPr>
        <p:grpSpPr>
          <a:xfrm>
            <a:off x="870808" y="2906053"/>
            <a:ext cx="329134" cy="370131"/>
            <a:chOff x="870808" y="2906053"/>
            <a:chExt cx="329134" cy="370131"/>
          </a:xfrm>
        </p:grpSpPr>
        <p:sp>
          <p:nvSpPr>
            <p:cNvPr id="18568" name="Google Shape;18568;p46"/>
            <p:cNvSpPr/>
            <p:nvPr/>
          </p:nvSpPr>
          <p:spPr>
            <a:xfrm>
              <a:off x="907530" y="3114004"/>
              <a:ext cx="113943" cy="162180"/>
            </a:xfrm>
            <a:custGeom>
              <a:rect b="b" l="l" r="r" t="t"/>
              <a:pathLst>
                <a:path extrusionOk="0" h="6183" w="4344">
                  <a:moveTo>
                    <a:pt x="4017" y="1"/>
                  </a:moveTo>
                  <a:cubicBezTo>
                    <a:pt x="3972" y="1"/>
                    <a:pt x="3925" y="16"/>
                    <a:pt x="3879" y="53"/>
                  </a:cubicBezTo>
                  <a:lnTo>
                    <a:pt x="1634" y="1687"/>
                  </a:lnTo>
                  <a:cubicBezTo>
                    <a:pt x="1478" y="1796"/>
                    <a:pt x="1363" y="1952"/>
                    <a:pt x="1309" y="2128"/>
                  </a:cubicBezTo>
                  <a:lnTo>
                    <a:pt x="54" y="5891"/>
                  </a:lnTo>
                  <a:cubicBezTo>
                    <a:pt x="0" y="6034"/>
                    <a:pt x="109" y="6183"/>
                    <a:pt x="264" y="6183"/>
                  </a:cubicBezTo>
                  <a:cubicBezTo>
                    <a:pt x="359" y="6183"/>
                    <a:pt x="441" y="6122"/>
                    <a:pt x="475" y="6034"/>
                  </a:cubicBezTo>
                  <a:lnTo>
                    <a:pt x="1729" y="2270"/>
                  </a:lnTo>
                  <a:cubicBezTo>
                    <a:pt x="1756" y="2182"/>
                    <a:pt x="1810" y="2101"/>
                    <a:pt x="1892" y="2047"/>
                  </a:cubicBezTo>
                  <a:lnTo>
                    <a:pt x="4136" y="406"/>
                  </a:lnTo>
                  <a:cubicBezTo>
                    <a:pt x="4344" y="269"/>
                    <a:pt x="4204" y="1"/>
                    <a:pt x="4017" y="1"/>
                  </a:cubicBezTo>
                  <a:close/>
                </a:path>
              </a:pathLst>
            </a:custGeom>
            <a:solidFill>
              <a:srgbClr val="203B5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569" name="Google Shape;18569;p46"/>
            <p:cNvSpPr/>
            <p:nvPr/>
          </p:nvSpPr>
          <p:spPr>
            <a:xfrm>
              <a:off x="1050169" y="3114030"/>
              <a:ext cx="113838" cy="162154"/>
            </a:xfrm>
            <a:custGeom>
              <a:rect b="b" l="l" r="r" t="t"/>
              <a:pathLst>
                <a:path extrusionOk="0" h="6182" w="4340">
                  <a:moveTo>
                    <a:pt x="328" y="0"/>
                  </a:moveTo>
                  <a:cubicBezTo>
                    <a:pt x="139" y="0"/>
                    <a:pt x="1" y="274"/>
                    <a:pt x="204" y="411"/>
                  </a:cubicBezTo>
                  <a:lnTo>
                    <a:pt x="2455" y="2052"/>
                  </a:lnTo>
                  <a:cubicBezTo>
                    <a:pt x="2529" y="2100"/>
                    <a:pt x="2590" y="2181"/>
                    <a:pt x="2617" y="2269"/>
                  </a:cubicBezTo>
                  <a:lnTo>
                    <a:pt x="3872" y="6033"/>
                  </a:lnTo>
                  <a:cubicBezTo>
                    <a:pt x="3906" y="6121"/>
                    <a:pt x="3987" y="6182"/>
                    <a:pt x="4082" y="6182"/>
                  </a:cubicBezTo>
                  <a:cubicBezTo>
                    <a:pt x="4231" y="6182"/>
                    <a:pt x="4340" y="6033"/>
                    <a:pt x="4292" y="5890"/>
                  </a:cubicBezTo>
                  <a:lnTo>
                    <a:pt x="3038" y="2127"/>
                  </a:lnTo>
                  <a:cubicBezTo>
                    <a:pt x="2977" y="1951"/>
                    <a:pt x="2868" y="1801"/>
                    <a:pt x="2712" y="1693"/>
                  </a:cubicBezTo>
                  <a:lnTo>
                    <a:pt x="468" y="52"/>
                  </a:lnTo>
                  <a:cubicBezTo>
                    <a:pt x="421" y="16"/>
                    <a:pt x="373" y="0"/>
                    <a:pt x="328" y="0"/>
                  </a:cubicBezTo>
                  <a:close/>
                </a:path>
              </a:pathLst>
            </a:custGeom>
            <a:solidFill>
              <a:srgbClr val="203B5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570" name="Google Shape;18570;p46"/>
            <p:cNvSpPr/>
            <p:nvPr/>
          </p:nvSpPr>
          <p:spPr>
            <a:xfrm>
              <a:off x="870808" y="3073951"/>
              <a:ext cx="329134" cy="52250"/>
            </a:xfrm>
            <a:custGeom>
              <a:rect b="b" l="l" r="r" t="t"/>
              <a:pathLst>
                <a:path extrusionOk="0" h="1992" w="12548">
                  <a:moveTo>
                    <a:pt x="3163" y="0"/>
                  </a:moveTo>
                  <a:cubicBezTo>
                    <a:pt x="3007" y="0"/>
                    <a:pt x="2851" y="41"/>
                    <a:pt x="2722" y="115"/>
                  </a:cubicBezTo>
                  <a:lnTo>
                    <a:pt x="227" y="1573"/>
                  </a:lnTo>
                  <a:cubicBezTo>
                    <a:pt x="0" y="1692"/>
                    <a:pt x="129" y="1991"/>
                    <a:pt x="328" y="1991"/>
                  </a:cubicBezTo>
                  <a:cubicBezTo>
                    <a:pt x="367" y="1991"/>
                    <a:pt x="408" y="1980"/>
                    <a:pt x="451" y="1953"/>
                  </a:cubicBezTo>
                  <a:lnTo>
                    <a:pt x="2939" y="495"/>
                  </a:lnTo>
                  <a:cubicBezTo>
                    <a:pt x="3007" y="455"/>
                    <a:pt x="3082" y="434"/>
                    <a:pt x="3163" y="434"/>
                  </a:cubicBezTo>
                  <a:lnTo>
                    <a:pt x="9422" y="434"/>
                  </a:lnTo>
                  <a:cubicBezTo>
                    <a:pt x="9496" y="434"/>
                    <a:pt x="9571" y="455"/>
                    <a:pt x="9639" y="495"/>
                  </a:cubicBezTo>
                  <a:lnTo>
                    <a:pt x="12134" y="1953"/>
                  </a:lnTo>
                  <a:cubicBezTo>
                    <a:pt x="12168" y="1967"/>
                    <a:pt x="12202" y="1980"/>
                    <a:pt x="12242" y="1980"/>
                  </a:cubicBezTo>
                  <a:cubicBezTo>
                    <a:pt x="12466" y="1980"/>
                    <a:pt x="12547" y="1682"/>
                    <a:pt x="12358" y="1573"/>
                  </a:cubicBezTo>
                  <a:lnTo>
                    <a:pt x="9862" y="115"/>
                  </a:lnTo>
                  <a:cubicBezTo>
                    <a:pt x="9727" y="41"/>
                    <a:pt x="9577" y="0"/>
                    <a:pt x="9422" y="0"/>
                  </a:cubicBezTo>
                  <a:close/>
                </a:path>
              </a:pathLst>
            </a:custGeom>
            <a:solidFill>
              <a:srgbClr val="203B5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571" name="Google Shape;18571;p46"/>
            <p:cNvSpPr/>
            <p:nvPr/>
          </p:nvSpPr>
          <p:spPr>
            <a:xfrm>
              <a:off x="889038" y="2975536"/>
              <a:ext cx="293828" cy="86690"/>
            </a:xfrm>
            <a:custGeom>
              <a:rect b="b" l="l" r="r" t="t"/>
              <a:pathLst>
                <a:path extrusionOk="0" h="3305" w="11202">
                  <a:moveTo>
                    <a:pt x="10886" y="1"/>
                  </a:moveTo>
                  <a:cubicBezTo>
                    <a:pt x="10835" y="1"/>
                    <a:pt x="10781" y="21"/>
                    <a:pt x="10734" y="70"/>
                  </a:cubicBezTo>
                  <a:lnTo>
                    <a:pt x="8869" y="1928"/>
                  </a:lnTo>
                  <a:cubicBezTo>
                    <a:pt x="8815" y="1982"/>
                    <a:pt x="8747" y="2016"/>
                    <a:pt x="8679" y="2044"/>
                  </a:cubicBezTo>
                  <a:lnTo>
                    <a:pt x="5594" y="2864"/>
                  </a:lnTo>
                  <a:lnTo>
                    <a:pt x="2515" y="2044"/>
                  </a:lnTo>
                  <a:cubicBezTo>
                    <a:pt x="2441" y="2023"/>
                    <a:pt x="2373" y="1982"/>
                    <a:pt x="2319" y="1928"/>
                  </a:cubicBezTo>
                  <a:lnTo>
                    <a:pt x="461" y="70"/>
                  </a:lnTo>
                  <a:cubicBezTo>
                    <a:pt x="430" y="29"/>
                    <a:pt x="390" y="12"/>
                    <a:pt x="348" y="12"/>
                  </a:cubicBezTo>
                  <a:cubicBezTo>
                    <a:pt x="188" y="12"/>
                    <a:pt x="0" y="257"/>
                    <a:pt x="156" y="375"/>
                  </a:cubicBezTo>
                  <a:lnTo>
                    <a:pt x="2014" y="2233"/>
                  </a:lnTo>
                  <a:cubicBezTo>
                    <a:pt x="2122" y="2342"/>
                    <a:pt x="2258" y="2423"/>
                    <a:pt x="2407" y="2464"/>
                  </a:cubicBezTo>
                  <a:lnTo>
                    <a:pt x="5540" y="3298"/>
                  </a:lnTo>
                  <a:cubicBezTo>
                    <a:pt x="5560" y="3305"/>
                    <a:pt x="5580" y="3305"/>
                    <a:pt x="5594" y="3305"/>
                  </a:cubicBezTo>
                  <a:lnTo>
                    <a:pt x="5655" y="3305"/>
                  </a:lnTo>
                  <a:lnTo>
                    <a:pt x="8794" y="2464"/>
                  </a:lnTo>
                  <a:cubicBezTo>
                    <a:pt x="8937" y="2423"/>
                    <a:pt x="9072" y="2349"/>
                    <a:pt x="9181" y="2240"/>
                  </a:cubicBezTo>
                  <a:lnTo>
                    <a:pt x="11046" y="382"/>
                  </a:lnTo>
                  <a:cubicBezTo>
                    <a:pt x="11201" y="221"/>
                    <a:pt x="11055" y="1"/>
                    <a:pt x="10886" y="1"/>
                  </a:cubicBezTo>
                  <a:close/>
                </a:path>
              </a:pathLst>
            </a:custGeom>
            <a:solidFill>
              <a:srgbClr val="203B5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572" name="Google Shape;18572;p46"/>
            <p:cNvSpPr/>
            <p:nvPr/>
          </p:nvSpPr>
          <p:spPr>
            <a:xfrm>
              <a:off x="983807" y="3021832"/>
              <a:ext cx="104081" cy="225368"/>
            </a:xfrm>
            <a:custGeom>
              <a:rect b="b" l="l" r="r" t="t"/>
              <a:pathLst>
                <a:path extrusionOk="0" h="8592" w="3968">
                  <a:moveTo>
                    <a:pt x="1981" y="1"/>
                  </a:moveTo>
                  <a:cubicBezTo>
                    <a:pt x="1493" y="1"/>
                    <a:pt x="1099" y="787"/>
                    <a:pt x="1099" y="1763"/>
                  </a:cubicBezTo>
                  <a:cubicBezTo>
                    <a:pt x="1099" y="2448"/>
                    <a:pt x="1303" y="3045"/>
                    <a:pt x="1588" y="3337"/>
                  </a:cubicBezTo>
                  <a:cubicBezTo>
                    <a:pt x="686" y="3493"/>
                    <a:pt x="1" y="4184"/>
                    <a:pt x="1" y="5466"/>
                  </a:cubicBezTo>
                  <a:cubicBezTo>
                    <a:pt x="1" y="6930"/>
                    <a:pt x="1099" y="8592"/>
                    <a:pt x="1988" y="8592"/>
                  </a:cubicBezTo>
                  <a:cubicBezTo>
                    <a:pt x="2869" y="8592"/>
                    <a:pt x="3968" y="6930"/>
                    <a:pt x="3968" y="5466"/>
                  </a:cubicBezTo>
                  <a:cubicBezTo>
                    <a:pt x="3968" y="4191"/>
                    <a:pt x="3283" y="3493"/>
                    <a:pt x="2381" y="3337"/>
                  </a:cubicBezTo>
                  <a:cubicBezTo>
                    <a:pt x="2666" y="3045"/>
                    <a:pt x="2862" y="2448"/>
                    <a:pt x="2862" y="1763"/>
                  </a:cubicBezTo>
                  <a:cubicBezTo>
                    <a:pt x="2862" y="787"/>
                    <a:pt x="2476" y="1"/>
                    <a:pt x="1981" y="1"/>
                  </a:cubicBezTo>
                  <a:close/>
                </a:path>
              </a:pathLst>
            </a:custGeom>
            <a:solidFill>
              <a:srgbClr val="405C7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573" name="Google Shape;18573;p46"/>
            <p:cNvSpPr/>
            <p:nvPr/>
          </p:nvSpPr>
          <p:spPr>
            <a:xfrm>
              <a:off x="1042326" y="3108968"/>
              <a:ext cx="210" cy="26"/>
            </a:xfrm>
            <a:custGeom>
              <a:rect b="b" l="l" r="r" t="t"/>
              <a:pathLst>
                <a:path extrusionOk="0" h="1" w="8">
                  <a:moveTo>
                    <a:pt x="1" y="1"/>
                  </a:moveTo>
                  <a:lnTo>
                    <a:pt x="1" y="1"/>
                  </a:lnTo>
                  <a:cubicBezTo>
                    <a:pt x="8" y="1"/>
                    <a:pt x="8" y="1"/>
                    <a:pt x="1" y="1"/>
                  </a:cubicBezTo>
                  <a:close/>
                </a:path>
              </a:pathLst>
            </a:custGeom>
            <a:solidFill>
              <a:srgbClr val="203B5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574" name="Google Shape;18574;p46"/>
            <p:cNvSpPr/>
            <p:nvPr/>
          </p:nvSpPr>
          <p:spPr>
            <a:xfrm>
              <a:off x="983650" y="3021648"/>
              <a:ext cx="70270" cy="225552"/>
            </a:xfrm>
            <a:custGeom>
              <a:rect b="b" l="l" r="r" t="t"/>
              <a:pathLst>
                <a:path extrusionOk="0" h="8599" w="2679">
                  <a:moveTo>
                    <a:pt x="1987" y="1"/>
                  </a:moveTo>
                  <a:cubicBezTo>
                    <a:pt x="1499" y="1"/>
                    <a:pt x="1105" y="794"/>
                    <a:pt x="1105" y="1770"/>
                  </a:cubicBezTo>
                  <a:cubicBezTo>
                    <a:pt x="1105" y="2455"/>
                    <a:pt x="1302" y="3052"/>
                    <a:pt x="1594" y="3344"/>
                  </a:cubicBezTo>
                  <a:cubicBezTo>
                    <a:pt x="685" y="3493"/>
                    <a:pt x="0" y="4191"/>
                    <a:pt x="0" y="5473"/>
                  </a:cubicBezTo>
                  <a:cubicBezTo>
                    <a:pt x="0" y="6937"/>
                    <a:pt x="1105" y="8599"/>
                    <a:pt x="1987" y="8599"/>
                  </a:cubicBezTo>
                  <a:cubicBezTo>
                    <a:pt x="2089" y="8599"/>
                    <a:pt x="2197" y="8578"/>
                    <a:pt x="2292" y="8537"/>
                  </a:cubicBezTo>
                  <a:cubicBezTo>
                    <a:pt x="1892" y="7873"/>
                    <a:pt x="1546" y="6646"/>
                    <a:pt x="1546" y="5527"/>
                  </a:cubicBezTo>
                  <a:cubicBezTo>
                    <a:pt x="1546" y="4679"/>
                    <a:pt x="1702" y="4056"/>
                    <a:pt x="1960" y="3649"/>
                  </a:cubicBezTo>
                  <a:cubicBezTo>
                    <a:pt x="2089" y="3452"/>
                    <a:pt x="2095" y="3194"/>
                    <a:pt x="1980" y="2984"/>
                  </a:cubicBezTo>
                  <a:cubicBezTo>
                    <a:pt x="1838" y="2713"/>
                    <a:pt x="1763" y="2408"/>
                    <a:pt x="1763" y="2103"/>
                  </a:cubicBezTo>
                  <a:cubicBezTo>
                    <a:pt x="1770" y="1309"/>
                    <a:pt x="2163" y="665"/>
                    <a:pt x="2651" y="665"/>
                  </a:cubicBezTo>
                  <a:lnTo>
                    <a:pt x="2678" y="665"/>
                  </a:lnTo>
                  <a:cubicBezTo>
                    <a:pt x="2516" y="265"/>
                    <a:pt x="2265" y="1"/>
                    <a:pt x="1987" y="1"/>
                  </a:cubicBezTo>
                  <a:close/>
                </a:path>
              </a:pathLst>
            </a:custGeom>
            <a:solidFill>
              <a:srgbClr val="203B5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575" name="Google Shape;18575;p46"/>
            <p:cNvSpPr/>
            <p:nvPr/>
          </p:nvSpPr>
          <p:spPr>
            <a:xfrm>
              <a:off x="983807" y="3151120"/>
              <a:ext cx="104081" cy="26728"/>
            </a:xfrm>
            <a:custGeom>
              <a:rect b="b" l="l" r="r" t="t"/>
              <a:pathLst>
                <a:path extrusionOk="0" h="1019" w="3968">
                  <a:moveTo>
                    <a:pt x="48" y="1"/>
                  </a:moveTo>
                  <a:cubicBezTo>
                    <a:pt x="14" y="171"/>
                    <a:pt x="1" y="340"/>
                    <a:pt x="1" y="510"/>
                  </a:cubicBezTo>
                  <a:cubicBezTo>
                    <a:pt x="482" y="821"/>
                    <a:pt x="1188" y="1018"/>
                    <a:pt x="1981" y="1018"/>
                  </a:cubicBezTo>
                  <a:cubicBezTo>
                    <a:pt x="2781" y="1018"/>
                    <a:pt x="3486" y="821"/>
                    <a:pt x="3968" y="510"/>
                  </a:cubicBezTo>
                  <a:cubicBezTo>
                    <a:pt x="3968" y="340"/>
                    <a:pt x="3947" y="171"/>
                    <a:pt x="3920" y="1"/>
                  </a:cubicBezTo>
                  <a:cubicBezTo>
                    <a:pt x="3540" y="340"/>
                    <a:pt x="2808" y="584"/>
                    <a:pt x="1981" y="584"/>
                  </a:cubicBezTo>
                  <a:cubicBezTo>
                    <a:pt x="1160" y="584"/>
                    <a:pt x="428" y="340"/>
                    <a:pt x="48" y="1"/>
                  </a:cubicBezTo>
                  <a:close/>
                </a:path>
              </a:pathLst>
            </a:custGeom>
            <a:solidFill>
              <a:srgbClr val="405C7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576" name="Google Shape;18576;p46"/>
            <p:cNvSpPr/>
            <p:nvPr/>
          </p:nvSpPr>
          <p:spPr>
            <a:xfrm>
              <a:off x="988633" y="3194347"/>
              <a:ext cx="94271" cy="24053"/>
            </a:xfrm>
            <a:custGeom>
              <a:rect b="b" l="l" r="r" t="t"/>
              <a:pathLst>
                <a:path extrusionOk="0" h="917" w="3594">
                  <a:moveTo>
                    <a:pt x="0" y="1"/>
                  </a:moveTo>
                  <a:cubicBezTo>
                    <a:pt x="75" y="218"/>
                    <a:pt x="163" y="435"/>
                    <a:pt x="264" y="638"/>
                  </a:cubicBezTo>
                  <a:cubicBezTo>
                    <a:pt x="736" y="822"/>
                    <a:pt x="1234" y="916"/>
                    <a:pt x="1738" y="916"/>
                  </a:cubicBezTo>
                  <a:cubicBezTo>
                    <a:pt x="1755" y="916"/>
                    <a:pt x="1773" y="916"/>
                    <a:pt x="1790" y="916"/>
                  </a:cubicBezTo>
                  <a:cubicBezTo>
                    <a:pt x="1808" y="916"/>
                    <a:pt x="1825" y="916"/>
                    <a:pt x="1843" y="916"/>
                  </a:cubicBezTo>
                  <a:cubicBezTo>
                    <a:pt x="2354" y="916"/>
                    <a:pt x="2857" y="822"/>
                    <a:pt x="3329" y="638"/>
                  </a:cubicBezTo>
                  <a:cubicBezTo>
                    <a:pt x="3431" y="435"/>
                    <a:pt x="3526" y="218"/>
                    <a:pt x="3594" y="1"/>
                  </a:cubicBezTo>
                  <a:lnTo>
                    <a:pt x="3594" y="1"/>
                  </a:lnTo>
                  <a:cubicBezTo>
                    <a:pt x="3194" y="285"/>
                    <a:pt x="2529" y="475"/>
                    <a:pt x="1797" y="475"/>
                  </a:cubicBezTo>
                  <a:cubicBezTo>
                    <a:pt x="1071" y="475"/>
                    <a:pt x="407" y="285"/>
                    <a:pt x="0" y="1"/>
                  </a:cubicBezTo>
                  <a:close/>
                </a:path>
              </a:pathLst>
            </a:custGeom>
            <a:solidFill>
              <a:srgbClr val="405C7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577" name="Google Shape;18577;p46"/>
            <p:cNvSpPr/>
            <p:nvPr/>
          </p:nvSpPr>
          <p:spPr>
            <a:xfrm>
              <a:off x="1024201" y="3151120"/>
              <a:ext cx="63503" cy="26728"/>
            </a:xfrm>
            <a:custGeom>
              <a:rect b="b" l="l" r="r" t="t"/>
              <a:pathLst>
                <a:path extrusionOk="0" h="1019" w="2421">
                  <a:moveTo>
                    <a:pt x="2373" y="1"/>
                  </a:moveTo>
                  <a:cubicBezTo>
                    <a:pt x="1994" y="340"/>
                    <a:pt x="1261" y="584"/>
                    <a:pt x="441" y="584"/>
                  </a:cubicBezTo>
                  <a:cubicBezTo>
                    <a:pt x="292" y="584"/>
                    <a:pt x="143" y="571"/>
                    <a:pt x="0" y="557"/>
                  </a:cubicBezTo>
                  <a:lnTo>
                    <a:pt x="0" y="591"/>
                  </a:lnTo>
                  <a:cubicBezTo>
                    <a:pt x="0" y="727"/>
                    <a:pt x="7" y="862"/>
                    <a:pt x="14" y="998"/>
                  </a:cubicBezTo>
                  <a:cubicBezTo>
                    <a:pt x="156" y="1011"/>
                    <a:pt x="298" y="1018"/>
                    <a:pt x="441" y="1018"/>
                  </a:cubicBezTo>
                  <a:cubicBezTo>
                    <a:pt x="1234" y="1018"/>
                    <a:pt x="1939" y="821"/>
                    <a:pt x="2421" y="510"/>
                  </a:cubicBezTo>
                  <a:cubicBezTo>
                    <a:pt x="2421" y="333"/>
                    <a:pt x="2407" y="164"/>
                    <a:pt x="2373" y="1"/>
                  </a:cubicBezTo>
                  <a:close/>
                </a:path>
              </a:pathLst>
            </a:custGeom>
            <a:solidFill>
              <a:srgbClr val="203B5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578" name="Google Shape;18578;p46"/>
            <p:cNvSpPr/>
            <p:nvPr/>
          </p:nvSpPr>
          <p:spPr>
            <a:xfrm>
              <a:off x="985066" y="3150962"/>
              <a:ext cx="26" cy="26"/>
            </a:xfrm>
            <a:custGeom>
              <a:rect b="b" l="l" r="r" t="t"/>
              <a:pathLst>
                <a:path extrusionOk="0" h="1" w="1">
                  <a:moveTo>
                    <a:pt x="0" y="0"/>
                  </a:moveTo>
                  <a:lnTo>
                    <a:pt x="0" y="0"/>
                  </a:lnTo>
                  <a:close/>
                </a:path>
              </a:pathLst>
            </a:custGeom>
            <a:solidFill>
              <a:srgbClr val="203B5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579" name="Google Shape;18579;p46"/>
            <p:cNvSpPr/>
            <p:nvPr/>
          </p:nvSpPr>
          <p:spPr>
            <a:xfrm>
              <a:off x="984174" y="3157362"/>
              <a:ext cx="26" cy="26"/>
            </a:xfrm>
            <a:custGeom>
              <a:rect b="b" l="l" r="r" t="t"/>
              <a:pathLst>
                <a:path extrusionOk="0" h="1" w="1">
                  <a:moveTo>
                    <a:pt x="0" y="0"/>
                  </a:moveTo>
                  <a:close/>
                </a:path>
              </a:pathLst>
            </a:custGeom>
            <a:solidFill>
              <a:srgbClr val="203B5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580" name="Google Shape;18580;p46"/>
            <p:cNvSpPr/>
            <p:nvPr/>
          </p:nvSpPr>
          <p:spPr>
            <a:xfrm>
              <a:off x="991834" y="3202714"/>
              <a:ext cx="367" cy="734"/>
            </a:xfrm>
            <a:custGeom>
              <a:rect b="b" l="l" r="r" t="t"/>
              <a:pathLst>
                <a:path extrusionOk="0" h="28" w="14">
                  <a:moveTo>
                    <a:pt x="0" y="0"/>
                  </a:moveTo>
                  <a:lnTo>
                    <a:pt x="14" y="27"/>
                  </a:lnTo>
                  <a:close/>
                </a:path>
              </a:pathLst>
            </a:custGeom>
            <a:solidFill>
              <a:srgbClr val="203B5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581" name="Google Shape;18581;p46"/>
            <p:cNvSpPr/>
            <p:nvPr/>
          </p:nvSpPr>
          <p:spPr>
            <a:xfrm>
              <a:off x="1029159" y="3194347"/>
              <a:ext cx="53745" cy="24053"/>
            </a:xfrm>
            <a:custGeom>
              <a:rect b="b" l="l" r="r" t="t"/>
              <a:pathLst>
                <a:path extrusionOk="0" h="917" w="2049">
                  <a:moveTo>
                    <a:pt x="2049" y="1"/>
                  </a:moveTo>
                  <a:lnTo>
                    <a:pt x="2049" y="1"/>
                  </a:lnTo>
                  <a:cubicBezTo>
                    <a:pt x="1649" y="285"/>
                    <a:pt x="984" y="475"/>
                    <a:pt x="252" y="475"/>
                  </a:cubicBezTo>
                  <a:cubicBezTo>
                    <a:pt x="171" y="475"/>
                    <a:pt x="82" y="475"/>
                    <a:pt x="1" y="469"/>
                  </a:cubicBezTo>
                  <a:lnTo>
                    <a:pt x="1" y="469"/>
                  </a:lnTo>
                  <a:cubicBezTo>
                    <a:pt x="35" y="618"/>
                    <a:pt x="76" y="767"/>
                    <a:pt x="116" y="909"/>
                  </a:cubicBezTo>
                  <a:cubicBezTo>
                    <a:pt x="164" y="909"/>
                    <a:pt x="211" y="916"/>
                    <a:pt x="259" y="916"/>
                  </a:cubicBezTo>
                  <a:cubicBezTo>
                    <a:pt x="276" y="916"/>
                    <a:pt x="293" y="916"/>
                    <a:pt x="311" y="916"/>
                  </a:cubicBezTo>
                  <a:cubicBezTo>
                    <a:pt x="815" y="916"/>
                    <a:pt x="1312" y="822"/>
                    <a:pt x="1784" y="638"/>
                  </a:cubicBezTo>
                  <a:cubicBezTo>
                    <a:pt x="1886" y="435"/>
                    <a:pt x="1974" y="218"/>
                    <a:pt x="2049" y="1"/>
                  </a:cubicBezTo>
                  <a:close/>
                </a:path>
              </a:pathLst>
            </a:custGeom>
            <a:solidFill>
              <a:srgbClr val="203B5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582" name="Google Shape;18582;p46"/>
            <p:cNvSpPr/>
            <p:nvPr/>
          </p:nvSpPr>
          <p:spPr>
            <a:xfrm>
              <a:off x="935282" y="2906053"/>
              <a:ext cx="201341" cy="63686"/>
            </a:xfrm>
            <a:custGeom>
              <a:rect b="b" l="l" r="r" t="t"/>
              <a:pathLst>
                <a:path extrusionOk="0" h="2428" w="7676">
                  <a:moveTo>
                    <a:pt x="7374" y="0"/>
                  </a:moveTo>
                  <a:cubicBezTo>
                    <a:pt x="7356" y="0"/>
                    <a:pt x="7336" y="2"/>
                    <a:pt x="7316" y="7"/>
                  </a:cubicBezTo>
                  <a:cubicBezTo>
                    <a:pt x="6313" y="211"/>
                    <a:pt x="5533" y="1458"/>
                    <a:pt x="5241" y="1987"/>
                  </a:cubicBezTo>
                  <a:lnTo>
                    <a:pt x="2420" y="1987"/>
                  </a:lnTo>
                  <a:cubicBezTo>
                    <a:pt x="2122" y="1458"/>
                    <a:pt x="1342" y="211"/>
                    <a:pt x="346" y="7"/>
                  </a:cubicBezTo>
                  <a:cubicBezTo>
                    <a:pt x="330" y="5"/>
                    <a:pt x="315" y="3"/>
                    <a:pt x="301" y="3"/>
                  </a:cubicBezTo>
                  <a:cubicBezTo>
                    <a:pt x="54" y="3"/>
                    <a:pt x="1" y="377"/>
                    <a:pt x="257" y="441"/>
                  </a:cubicBezTo>
                  <a:cubicBezTo>
                    <a:pt x="929" y="570"/>
                    <a:pt x="1614" y="1438"/>
                    <a:pt x="2034" y="2204"/>
                  </a:cubicBezTo>
                  <a:cubicBezTo>
                    <a:pt x="2109" y="2340"/>
                    <a:pt x="2258" y="2428"/>
                    <a:pt x="2420" y="2428"/>
                  </a:cubicBezTo>
                  <a:lnTo>
                    <a:pt x="5241" y="2428"/>
                  </a:lnTo>
                  <a:cubicBezTo>
                    <a:pt x="5404" y="2428"/>
                    <a:pt x="5546" y="2340"/>
                    <a:pt x="5621" y="2204"/>
                  </a:cubicBezTo>
                  <a:cubicBezTo>
                    <a:pt x="6041" y="1438"/>
                    <a:pt x="6733" y="577"/>
                    <a:pt x="7397" y="441"/>
                  </a:cubicBezTo>
                  <a:cubicBezTo>
                    <a:pt x="7675" y="397"/>
                    <a:pt x="7618" y="0"/>
                    <a:pt x="7374" y="0"/>
                  </a:cubicBezTo>
                  <a:close/>
                </a:path>
              </a:pathLst>
            </a:custGeom>
            <a:solidFill>
              <a:srgbClr val="203B5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583" name="Google Shape;18583;p46"/>
            <p:cNvSpPr/>
            <p:nvPr/>
          </p:nvSpPr>
          <p:spPr>
            <a:xfrm>
              <a:off x="1001066" y="2958172"/>
              <a:ext cx="69405" cy="69378"/>
            </a:xfrm>
            <a:custGeom>
              <a:rect b="b" l="l" r="r" t="t"/>
              <a:pathLst>
                <a:path extrusionOk="0" h="2645" w="2646">
                  <a:moveTo>
                    <a:pt x="1323" y="0"/>
                  </a:moveTo>
                  <a:cubicBezTo>
                    <a:pt x="597" y="0"/>
                    <a:pt x="1" y="814"/>
                    <a:pt x="1" y="1546"/>
                  </a:cubicBezTo>
                  <a:cubicBezTo>
                    <a:pt x="1" y="2272"/>
                    <a:pt x="597" y="2644"/>
                    <a:pt x="1323" y="2644"/>
                  </a:cubicBezTo>
                  <a:cubicBezTo>
                    <a:pt x="2055" y="2644"/>
                    <a:pt x="2645" y="2278"/>
                    <a:pt x="2645" y="1546"/>
                  </a:cubicBezTo>
                  <a:cubicBezTo>
                    <a:pt x="2645" y="814"/>
                    <a:pt x="2055" y="0"/>
                    <a:pt x="1323" y="0"/>
                  </a:cubicBezTo>
                  <a:close/>
                </a:path>
              </a:pathLst>
            </a:custGeom>
            <a:solidFill>
              <a:srgbClr val="556E8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584" name="Google Shape;18584;p46"/>
            <p:cNvSpPr/>
            <p:nvPr/>
          </p:nvSpPr>
          <p:spPr>
            <a:xfrm>
              <a:off x="1001066" y="2958172"/>
              <a:ext cx="37378" cy="69378"/>
            </a:xfrm>
            <a:custGeom>
              <a:rect b="b" l="l" r="r" t="t"/>
              <a:pathLst>
                <a:path extrusionOk="0" h="2645" w="1425">
                  <a:moveTo>
                    <a:pt x="1323" y="0"/>
                  </a:moveTo>
                  <a:cubicBezTo>
                    <a:pt x="591" y="0"/>
                    <a:pt x="1" y="814"/>
                    <a:pt x="1" y="1546"/>
                  </a:cubicBezTo>
                  <a:cubicBezTo>
                    <a:pt x="1" y="2231"/>
                    <a:pt x="530" y="2604"/>
                    <a:pt x="1208" y="2644"/>
                  </a:cubicBezTo>
                  <a:cubicBezTo>
                    <a:pt x="1004" y="2400"/>
                    <a:pt x="882" y="2061"/>
                    <a:pt x="882" y="1621"/>
                  </a:cubicBezTo>
                  <a:cubicBezTo>
                    <a:pt x="882" y="1037"/>
                    <a:pt x="1072" y="468"/>
                    <a:pt x="1425" y="7"/>
                  </a:cubicBezTo>
                  <a:cubicBezTo>
                    <a:pt x="1391" y="0"/>
                    <a:pt x="1357" y="0"/>
                    <a:pt x="1323" y="0"/>
                  </a:cubicBezTo>
                  <a:close/>
                </a:path>
              </a:pathLst>
            </a:custGeom>
            <a:solidFill>
              <a:srgbClr val="405C7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585" name="Google Shape;18585;p46"/>
            <p:cNvSpPr/>
            <p:nvPr/>
          </p:nvSpPr>
          <p:spPr>
            <a:xfrm>
              <a:off x="1001066" y="2987156"/>
              <a:ext cx="23161" cy="23135"/>
            </a:xfrm>
            <a:custGeom>
              <a:rect b="b" l="l" r="r" t="t"/>
              <a:pathLst>
                <a:path extrusionOk="0" h="882" w="883">
                  <a:moveTo>
                    <a:pt x="441" y="0"/>
                  </a:moveTo>
                  <a:cubicBezTo>
                    <a:pt x="197" y="0"/>
                    <a:pt x="1" y="197"/>
                    <a:pt x="1" y="441"/>
                  </a:cubicBezTo>
                  <a:cubicBezTo>
                    <a:pt x="1" y="685"/>
                    <a:pt x="197" y="882"/>
                    <a:pt x="441" y="882"/>
                  </a:cubicBezTo>
                  <a:cubicBezTo>
                    <a:pt x="685" y="882"/>
                    <a:pt x="882" y="685"/>
                    <a:pt x="882" y="441"/>
                  </a:cubicBezTo>
                  <a:cubicBezTo>
                    <a:pt x="882" y="197"/>
                    <a:pt x="685" y="0"/>
                    <a:pt x="441" y="0"/>
                  </a:cubicBezTo>
                  <a:close/>
                </a:path>
              </a:pathLst>
            </a:custGeom>
            <a:solidFill>
              <a:srgbClr val="203B5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586" name="Google Shape;18586;p46"/>
            <p:cNvSpPr/>
            <p:nvPr/>
          </p:nvSpPr>
          <p:spPr>
            <a:xfrm>
              <a:off x="1047310" y="2987156"/>
              <a:ext cx="23161" cy="23135"/>
            </a:xfrm>
            <a:custGeom>
              <a:rect b="b" l="l" r="r" t="t"/>
              <a:pathLst>
                <a:path extrusionOk="0" h="882" w="883">
                  <a:moveTo>
                    <a:pt x="441" y="0"/>
                  </a:moveTo>
                  <a:cubicBezTo>
                    <a:pt x="197" y="0"/>
                    <a:pt x="1" y="197"/>
                    <a:pt x="1" y="441"/>
                  </a:cubicBezTo>
                  <a:cubicBezTo>
                    <a:pt x="1" y="685"/>
                    <a:pt x="197" y="882"/>
                    <a:pt x="441" y="882"/>
                  </a:cubicBezTo>
                  <a:cubicBezTo>
                    <a:pt x="685" y="882"/>
                    <a:pt x="882" y="685"/>
                    <a:pt x="882" y="441"/>
                  </a:cubicBezTo>
                  <a:cubicBezTo>
                    <a:pt x="882" y="197"/>
                    <a:pt x="685" y="0"/>
                    <a:pt x="441" y="0"/>
                  </a:cubicBezTo>
                  <a:close/>
                </a:path>
              </a:pathLst>
            </a:custGeom>
            <a:solidFill>
              <a:srgbClr val="203B5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8587" name="Google Shape;18587;p46"/>
          <p:cNvGrpSpPr/>
          <p:nvPr/>
        </p:nvGrpSpPr>
        <p:grpSpPr>
          <a:xfrm>
            <a:off x="1943878" y="2909069"/>
            <a:ext cx="374774" cy="364283"/>
            <a:chOff x="1943878" y="2909069"/>
            <a:chExt cx="374774" cy="364283"/>
          </a:xfrm>
        </p:grpSpPr>
        <p:sp>
          <p:nvSpPr>
            <p:cNvPr id="18588" name="Google Shape;18588;p46"/>
            <p:cNvSpPr/>
            <p:nvPr/>
          </p:nvSpPr>
          <p:spPr>
            <a:xfrm>
              <a:off x="2142911" y="2909069"/>
              <a:ext cx="65470" cy="50178"/>
            </a:xfrm>
            <a:custGeom>
              <a:rect b="b" l="l" r="r" t="t"/>
              <a:pathLst>
                <a:path extrusionOk="0" h="1913" w="2496">
                  <a:moveTo>
                    <a:pt x="2204" y="1"/>
                  </a:moveTo>
                  <a:cubicBezTo>
                    <a:pt x="1824" y="1"/>
                    <a:pt x="1668" y="1"/>
                    <a:pt x="1411" y="190"/>
                  </a:cubicBezTo>
                  <a:cubicBezTo>
                    <a:pt x="1323" y="258"/>
                    <a:pt x="929" y="577"/>
                    <a:pt x="475" y="950"/>
                  </a:cubicBezTo>
                  <a:lnTo>
                    <a:pt x="0" y="1343"/>
                  </a:lnTo>
                  <a:lnTo>
                    <a:pt x="0" y="1913"/>
                  </a:lnTo>
                  <a:cubicBezTo>
                    <a:pt x="224" y="1730"/>
                    <a:pt x="495" y="1506"/>
                    <a:pt x="753" y="1289"/>
                  </a:cubicBezTo>
                  <a:cubicBezTo>
                    <a:pt x="1167" y="957"/>
                    <a:pt x="1594" y="604"/>
                    <a:pt x="1675" y="543"/>
                  </a:cubicBezTo>
                  <a:cubicBezTo>
                    <a:pt x="1811" y="441"/>
                    <a:pt x="1845" y="441"/>
                    <a:pt x="2204" y="441"/>
                  </a:cubicBezTo>
                  <a:cubicBezTo>
                    <a:pt x="2496" y="441"/>
                    <a:pt x="2496" y="1"/>
                    <a:pt x="2204" y="1"/>
                  </a:cubicBezTo>
                  <a:close/>
                </a:path>
              </a:pathLst>
            </a:custGeom>
            <a:solidFill>
              <a:srgbClr val="203B5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589" name="Google Shape;18589;p46"/>
            <p:cNvSpPr/>
            <p:nvPr/>
          </p:nvSpPr>
          <p:spPr>
            <a:xfrm>
              <a:off x="2193063" y="2938316"/>
              <a:ext cx="90231" cy="51699"/>
            </a:xfrm>
            <a:custGeom>
              <a:rect b="b" l="l" r="r" t="t"/>
              <a:pathLst>
                <a:path extrusionOk="0" h="1971" w="3440">
                  <a:moveTo>
                    <a:pt x="3146" y="0"/>
                  </a:moveTo>
                  <a:cubicBezTo>
                    <a:pt x="3087" y="0"/>
                    <a:pt x="3026" y="25"/>
                    <a:pt x="2977" y="86"/>
                  </a:cubicBezTo>
                  <a:lnTo>
                    <a:pt x="2008" y="1442"/>
                  </a:lnTo>
                  <a:cubicBezTo>
                    <a:pt x="1967" y="1496"/>
                    <a:pt x="1899" y="1530"/>
                    <a:pt x="1831" y="1530"/>
                  </a:cubicBezTo>
                  <a:lnTo>
                    <a:pt x="292" y="1530"/>
                  </a:lnTo>
                  <a:cubicBezTo>
                    <a:pt x="1" y="1530"/>
                    <a:pt x="1" y="1971"/>
                    <a:pt x="292" y="1971"/>
                  </a:cubicBezTo>
                  <a:lnTo>
                    <a:pt x="1831" y="1971"/>
                  </a:lnTo>
                  <a:cubicBezTo>
                    <a:pt x="2042" y="1971"/>
                    <a:pt x="2245" y="1869"/>
                    <a:pt x="2367" y="1693"/>
                  </a:cubicBezTo>
                  <a:lnTo>
                    <a:pt x="3337" y="337"/>
                  </a:lnTo>
                  <a:cubicBezTo>
                    <a:pt x="3439" y="170"/>
                    <a:pt x="3298" y="0"/>
                    <a:pt x="3146" y="0"/>
                  </a:cubicBezTo>
                  <a:close/>
                </a:path>
              </a:pathLst>
            </a:custGeom>
            <a:solidFill>
              <a:srgbClr val="203B5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590" name="Google Shape;18590;p46"/>
            <p:cNvSpPr/>
            <p:nvPr/>
          </p:nvSpPr>
          <p:spPr>
            <a:xfrm>
              <a:off x="2239306" y="3065216"/>
              <a:ext cx="79346" cy="75096"/>
            </a:xfrm>
            <a:custGeom>
              <a:rect b="b" l="l" r="r" t="t"/>
              <a:pathLst>
                <a:path extrusionOk="0" h="2863" w="3025">
                  <a:moveTo>
                    <a:pt x="1052" y="1"/>
                  </a:moveTo>
                  <a:cubicBezTo>
                    <a:pt x="1047" y="1"/>
                    <a:pt x="1043" y="1"/>
                    <a:pt x="1038" y="1"/>
                  </a:cubicBezTo>
                  <a:lnTo>
                    <a:pt x="292" y="1"/>
                  </a:lnTo>
                  <a:cubicBezTo>
                    <a:pt x="1" y="1"/>
                    <a:pt x="1" y="442"/>
                    <a:pt x="292" y="442"/>
                  </a:cubicBezTo>
                  <a:lnTo>
                    <a:pt x="1038" y="442"/>
                  </a:lnTo>
                  <a:cubicBezTo>
                    <a:pt x="1140" y="442"/>
                    <a:pt x="1235" y="510"/>
                    <a:pt x="1255" y="611"/>
                  </a:cubicBezTo>
                  <a:lnTo>
                    <a:pt x="1574" y="2042"/>
                  </a:lnTo>
                  <a:cubicBezTo>
                    <a:pt x="1614" y="2239"/>
                    <a:pt x="1743" y="2401"/>
                    <a:pt x="1926" y="2489"/>
                  </a:cubicBezTo>
                  <a:lnTo>
                    <a:pt x="2618" y="2842"/>
                  </a:lnTo>
                  <a:cubicBezTo>
                    <a:pt x="2652" y="2856"/>
                    <a:pt x="2679" y="2862"/>
                    <a:pt x="2720" y="2862"/>
                  </a:cubicBezTo>
                  <a:cubicBezTo>
                    <a:pt x="2950" y="2862"/>
                    <a:pt x="3025" y="2550"/>
                    <a:pt x="2814" y="2449"/>
                  </a:cubicBezTo>
                  <a:lnTo>
                    <a:pt x="2123" y="2103"/>
                  </a:lnTo>
                  <a:cubicBezTo>
                    <a:pt x="2062" y="2069"/>
                    <a:pt x="2021" y="2015"/>
                    <a:pt x="2001" y="1954"/>
                  </a:cubicBezTo>
                  <a:lnTo>
                    <a:pt x="1682" y="516"/>
                  </a:lnTo>
                  <a:cubicBezTo>
                    <a:pt x="1622" y="216"/>
                    <a:pt x="1358" y="1"/>
                    <a:pt x="1052" y="1"/>
                  </a:cubicBezTo>
                  <a:close/>
                </a:path>
              </a:pathLst>
            </a:custGeom>
            <a:solidFill>
              <a:srgbClr val="203B5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591" name="Google Shape;18591;p46"/>
            <p:cNvSpPr/>
            <p:nvPr/>
          </p:nvSpPr>
          <p:spPr>
            <a:xfrm>
              <a:off x="2232696" y="3151723"/>
              <a:ext cx="43096" cy="98494"/>
            </a:xfrm>
            <a:custGeom>
              <a:rect b="b" l="l" r="r" t="t"/>
              <a:pathLst>
                <a:path extrusionOk="0" h="3755" w="1643">
                  <a:moveTo>
                    <a:pt x="324" y="1"/>
                  </a:moveTo>
                  <a:cubicBezTo>
                    <a:pt x="142" y="1"/>
                    <a:pt x="0" y="252"/>
                    <a:pt x="185" y="398"/>
                  </a:cubicBezTo>
                  <a:lnTo>
                    <a:pt x="1114" y="1137"/>
                  </a:lnTo>
                  <a:cubicBezTo>
                    <a:pt x="1168" y="1178"/>
                    <a:pt x="1195" y="1246"/>
                    <a:pt x="1188" y="1321"/>
                  </a:cubicBezTo>
                  <a:lnTo>
                    <a:pt x="985" y="3517"/>
                  </a:lnTo>
                  <a:cubicBezTo>
                    <a:pt x="971" y="3640"/>
                    <a:pt x="1066" y="3741"/>
                    <a:pt x="1188" y="3755"/>
                  </a:cubicBezTo>
                  <a:lnTo>
                    <a:pt x="1202" y="3755"/>
                  </a:lnTo>
                  <a:cubicBezTo>
                    <a:pt x="1317" y="3755"/>
                    <a:pt x="1412" y="3667"/>
                    <a:pt x="1426" y="3551"/>
                  </a:cubicBezTo>
                  <a:lnTo>
                    <a:pt x="1622" y="1354"/>
                  </a:lnTo>
                  <a:cubicBezTo>
                    <a:pt x="1643" y="1144"/>
                    <a:pt x="1554" y="934"/>
                    <a:pt x="1392" y="792"/>
                  </a:cubicBezTo>
                  <a:lnTo>
                    <a:pt x="463" y="53"/>
                  </a:lnTo>
                  <a:cubicBezTo>
                    <a:pt x="417" y="16"/>
                    <a:pt x="369" y="1"/>
                    <a:pt x="324" y="1"/>
                  </a:cubicBezTo>
                  <a:close/>
                </a:path>
              </a:pathLst>
            </a:custGeom>
            <a:solidFill>
              <a:srgbClr val="203B5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592" name="Google Shape;18592;p46"/>
            <p:cNvSpPr/>
            <p:nvPr/>
          </p:nvSpPr>
          <p:spPr>
            <a:xfrm>
              <a:off x="2054149" y="2909069"/>
              <a:ext cx="65654" cy="50178"/>
            </a:xfrm>
            <a:custGeom>
              <a:rect b="b" l="l" r="r" t="t"/>
              <a:pathLst>
                <a:path extrusionOk="0" h="1913" w="2503">
                  <a:moveTo>
                    <a:pt x="299" y="1"/>
                  </a:moveTo>
                  <a:cubicBezTo>
                    <a:pt x="1" y="1"/>
                    <a:pt x="1" y="441"/>
                    <a:pt x="299" y="441"/>
                  </a:cubicBezTo>
                  <a:cubicBezTo>
                    <a:pt x="659" y="441"/>
                    <a:pt x="686" y="441"/>
                    <a:pt x="828" y="543"/>
                  </a:cubicBezTo>
                  <a:cubicBezTo>
                    <a:pt x="909" y="604"/>
                    <a:pt x="1337" y="957"/>
                    <a:pt x="1743" y="1289"/>
                  </a:cubicBezTo>
                  <a:cubicBezTo>
                    <a:pt x="2008" y="1506"/>
                    <a:pt x="2279" y="1730"/>
                    <a:pt x="2503" y="1913"/>
                  </a:cubicBezTo>
                  <a:lnTo>
                    <a:pt x="2503" y="1343"/>
                  </a:lnTo>
                  <a:lnTo>
                    <a:pt x="2021" y="950"/>
                  </a:lnTo>
                  <a:cubicBezTo>
                    <a:pt x="1567" y="577"/>
                    <a:pt x="1174" y="258"/>
                    <a:pt x="1093" y="190"/>
                  </a:cubicBezTo>
                  <a:cubicBezTo>
                    <a:pt x="835" y="1"/>
                    <a:pt x="679" y="1"/>
                    <a:pt x="299" y="1"/>
                  </a:cubicBezTo>
                  <a:close/>
                </a:path>
              </a:pathLst>
            </a:custGeom>
            <a:solidFill>
              <a:srgbClr val="203B5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593" name="Google Shape;18593;p46"/>
            <p:cNvSpPr/>
            <p:nvPr/>
          </p:nvSpPr>
          <p:spPr>
            <a:xfrm>
              <a:off x="1978344" y="2937634"/>
              <a:ext cx="91307" cy="52381"/>
            </a:xfrm>
            <a:custGeom>
              <a:rect b="b" l="l" r="r" t="t"/>
              <a:pathLst>
                <a:path extrusionOk="0" h="1997" w="3481">
                  <a:moveTo>
                    <a:pt x="316" y="0"/>
                  </a:moveTo>
                  <a:cubicBezTo>
                    <a:pt x="156" y="0"/>
                    <a:pt x="1" y="190"/>
                    <a:pt x="145" y="363"/>
                  </a:cubicBezTo>
                  <a:lnTo>
                    <a:pt x="1114" y="1719"/>
                  </a:lnTo>
                  <a:cubicBezTo>
                    <a:pt x="1236" y="1895"/>
                    <a:pt x="1440" y="1997"/>
                    <a:pt x="1650" y="1997"/>
                  </a:cubicBezTo>
                  <a:lnTo>
                    <a:pt x="3189" y="1997"/>
                  </a:lnTo>
                  <a:cubicBezTo>
                    <a:pt x="3481" y="1997"/>
                    <a:pt x="3481" y="1556"/>
                    <a:pt x="3189" y="1556"/>
                  </a:cubicBezTo>
                  <a:lnTo>
                    <a:pt x="1650" y="1556"/>
                  </a:lnTo>
                  <a:cubicBezTo>
                    <a:pt x="1575" y="1556"/>
                    <a:pt x="1514" y="1522"/>
                    <a:pt x="1474" y="1468"/>
                  </a:cubicBezTo>
                  <a:lnTo>
                    <a:pt x="497" y="112"/>
                  </a:lnTo>
                  <a:cubicBezTo>
                    <a:pt x="450" y="33"/>
                    <a:pt x="382" y="0"/>
                    <a:pt x="316" y="0"/>
                  </a:cubicBezTo>
                  <a:close/>
                </a:path>
              </a:pathLst>
            </a:custGeom>
            <a:solidFill>
              <a:srgbClr val="203B5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594" name="Google Shape;18594;p46"/>
            <p:cNvSpPr/>
            <p:nvPr/>
          </p:nvSpPr>
          <p:spPr>
            <a:xfrm>
              <a:off x="1943878" y="3065216"/>
              <a:ext cx="79529" cy="75096"/>
            </a:xfrm>
            <a:custGeom>
              <a:rect b="b" l="l" r="r" t="t"/>
              <a:pathLst>
                <a:path extrusionOk="0" h="2863" w="3032">
                  <a:moveTo>
                    <a:pt x="1973" y="1"/>
                  </a:moveTo>
                  <a:cubicBezTo>
                    <a:pt x="1668" y="1"/>
                    <a:pt x="1410" y="216"/>
                    <a:pt x="1343" y="516"/>
                  </a:cubicBezTo>
                  <a:lnTo>
                    <a:pt x="1025" y="1954"/>
                  </a:lnTo>
                  <a:cubicBezTo>
                    <a:pt x="1011" y="2015"/>
                    <a:pt x="970" y="2069"/>
                    <a:pt x="909" y="2103"/>
                  </a:cubicBezTo>
                  <a:lnTo>
                    <a:pt x="211" y="2449"/>
                  </a:lnTo>
                  <a:cubicBezTo>
                    <a:pt x="1" y="2550"/>
                    <a:pt x="82" y="2862"/>
                    <a:pt x="313" y="2862"/>
                  </a:cubicBezTo>
                  <a:cubicBezTo>
                    <a:pt x="347" y="2862"/>
                    <a:pt x="381" y="2856"/>
                    <a:pt x="414" y="2842"/>
                  </a:cubicBezTo>
                  <a:lnTo>
                    <a:pt x="1106" y="2489"/>
                  </a:lnTo>
                  <a:cubicBezTo>
                    <a:pt x="1289" y="2401"/>
                    <a:pt x="1418" y="2239"/>
                    <a:pt x="1459" y="2042"/>
                  </a:cubicBezTo>
                  <a:lnTo>
                    <a:pt x="1777" y="611"/>
                  </a:lnTo>
                  <a:cubicBezTo>
                    <a:pt x="1798" y="510"/>
                    <a:pt x="1893" y="442"/>
                    <a:pt x="1994" y="442"/>
                  </a:cubicBezTo>
                  <a:lnTo>
                    <a:pt x="2740" y="442"/>
                  </a:lnTo>
                  <a:cubicBezTo>
                    <a:pt x="3032" y="442"/>
                    <a:pt x="3032" y="1"/>
                    <a:pt x="2740" y="1"/>
                  </a:cubicBezTo>
                  <a:lnTo>
                    <a:pt x="1988" y="1"/>
                  </a:lnTo>
                  <a:cubicBezTo>
                    <a:pt x="1983" y="1"/>
                    <a:pt x="1978" y="1"/>
                    <a:pt x="1973" y="1"/>
                  </a:cubicBezTo>
                  <a:close/>
                </a:path>
              </a:pathLst>
            </a:custGeom>
            <a:solidFill>
              <a:srgbClr val="203B5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595" name="Google Shape;18595;p46"/>
            <p:cNvSpPr/>
            <p:nvPr/>
          </p:nvSpPr>
          <p:spPr>
            <a:xfrm>
              <a:off x="1986737" y="3151723"/>
              <a:ext cx="43122" cy="98494"/>
            </a:xfrm>
            <a:custGeom>
              <a:rect b="b" l="l" r="r" t="t"/>
              <a:pathLst>
                <a:path extrusionOk="0" h="3755" w="1644">
                  <a:moveTo>
                    <a:pt x="1326" y="1"/>
                  </a:moveTo>
                  <a:cubicBezTo>
                    <a:pt x="1281" y="1"/>
                    <a:pt x="1233" y="16"/>
                    <a:pt x="1188" y="53"/>
                  </a:cubicBezTo>
                  <a:lnTo>
                    <a:pt x="252" y="792"/>
                  </a:lnTo>
                  <a:cubicBezTo>
                    <a:pt x="89" y="934"/>
                    <a:pt x="1" y="1144"/>
                    <a:pt x="21" y="1354"/>
                  </a:cubicBezTo>
                  <a:lnTo>
                    <a:pt x="225" y="3551"/>
                  </a:lnTo>
                  <a:cubicBezTo>
                    <a:pt x="232" y="3667"/>
                    <a:pt x="326" y="3755"/>
                    <a:pt x="442" y="3755"/>
                  </a:cubicBezTo>
                  <a:lnTo>
                    <a:pt x="462" y="3755"/>
                  </a:lnTo>
                  <a:cubicBezTo>
                    <a:pt x="584" y="3741"/>
                    <a:pt x="672" y="3640"/>
                    <a:pt x="659" y="3517"/>
                  </a:cubicBezTo>
                  <a:lnTo>
                    <a:pt x="462" y="1321"/>
                  </a:lnTo>
                  <a:cubicBezTo>
                    <a:pt x="455" y="1246"/>
                    <a:pt x="482" y="1178"/>
                    <a:pt x="530" y="1137"/>
                  </a:cubicBezTo>
                  <a:lnTo>
                    <a:pt x="1459" y="398"/>
                  </a:lnTo>
                  <a:cubicBezTo>
                    <a:pt x="1644" y="252"/>
                    <a:pt x="1506" y="1"/>
                    <a:pt x="1326" y="1"/>
                  </a:cubicBezTo>
                  <a:close/>
                </a:path>
              </a:pathLst>
            </a:custGeom>
            <a:solidFill>
              <a:srgbClr val="203B5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596" name="Google Shape;18596;p46"/>
            <p:cNvSpPr/>
            <p:nvPr/>
          </p:nvSpPr>
          <p:spPr>
            <a:xfrm>
              <a:off x="2003813" y="3007432"/>
              <a:ext cx="254903" cy="265920"/>
            </a:xfrm>
            <a:custGeom>
              <a:rect b="b" l="l" r="r" t="t"/>
              <a:pathLst>
                <a:path extrusionOk="0" h="10138" w="9718">
                  <a:moveTo>
                    <a:pt x="1543" y="0"/>
                  </a:moveTo>
                  <a:cubicBezTo>
                    <a:pt x="1211" y="0"/>
                    <a:pt x="914" y="189"/>
                    <a:pt x="767" y="482"/>
                  </a:cubicBezTo>
                  <a:cubicBezTo>
                    <a:pt x="259" y="1533"/>
                    <a:pt x="1" y="2685"/>
                    <a:pt x="8" y="3852"/>
                  </a:cubicBezTo>
                  <a:cubicBezTo>
                    <a:pt x="8" y="7323"/>
                    <a:pt x="2178" y="10137"/>
                    <a:pt x="4856" y="10137"/>
                  </a:cubicBezTo>
                  <a:cubicBezTo>
                    <a:pt x="7534" y="10137"/>
                    <a:pt x="9711" y="7330"/>
                    <a:pt x="9711" y="3852"/>
                  </a:cubicBezTo>
                  <a:cubicBezTo>
                    <a:pt x="9718" y="2685"/>
                    <a:pt x="9460" y="1533"/>
                    <a:pt x="8951" y="482"/>
                  </a:cubicBezTo>
                  <a:cubicBezTo>
                    <a:pt x="8805" y="189"/>
                    <a:pt x="8508" y="0"/>
                    <a:pt x="8182" y="0"/>
                  </a:cubicBezTo>
                  <a:cubicBezTo>
                    <a:pt x="8176" y="0"/>
                    <a:pt x="8171" y="0"/>
                    <a:pt x="8165" y="0"/>
                  </a:cubicBezTo>
                  <a:lnTo>
                    <a:pt x="1560" y="0"/>
                  </a:lnTo>
                  <a:cubicBezTo>
                    <a:pt x="1555" y="0"/>
                    <a:pt x="1549" y="0"/>
                    <a:pt x="1543" y="0"/>
                  </a:cubicBezTo>
                  <a:close/>
                </a:path>
              </a:pathLst>
            </a:custGeom>
            <a:solidFill>
              <a:srgbClr val="788A9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597" name="Google Shape;18597;p46"/>
            <p:cNvSpPr/>
            <p:nvPr/>
          </p:nvSpPr>
          <p:spPr>
            <a:xfrm>
              <a:off x="2125468" y="3007432"/>
              <a:ext cx="11594" cy="248529"/>
            </a:xfrm>
            <a:custGeom>
              <a:rect b="b" l="l" r="r" t="t"/>
              <a:pathLst>
                <a:path extrusionOk="0" h="9475" w="442">
                  <a:moveTo>
                    <a:pt x="1" y="0"/>
                  </a:moveTo>
                  <a:lnTo>
                    <a:pt x="1" y="9256"/>
                  </a:lnTo>
                  <a:cubicBezTo>
                    <a:pt x="1" y="9402"/>
                    <a:pt x="111" y="9474"/>
                    <a:pt x="221" y="9474"/>
                  </a:cubicBezTo>
                  <a:cubicBezTo>
                    <a:pt x="331" y="9474"/>
                    <a:pt x="442" y="9402"/>
                    <a:pt x="442" y="9256"/>
                  </a:cubicBezTo>
                  <a:lnTo>
                    <a:pt x="442" y="0"/>
                  </a:lnTo>
                  <a:close/>
                </a:path>
              </a:pathLst>
            </a:custGeom>
            <a:solidFill>
              <a:srgbClr val="203B5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598" name="Google Shape;18598;p46"/>
            <p:cNvSpPr/>
            <p:nvPr/>
          </p:nvSpPr>
          <p:spPr>
            <a:xfrm>
              <a:off x="2003813" y="3007432"/>
              <a:ext cx="129865" cy="265736"/>
            </a:xfrm>
            <a:custGeom>
              <a:rect b="b" l="l" r="r" t="t"/>
              <a:pathLst>
                <a:path extrusionOk="0" h="10131" w="4951">
                  <a:moveTo>
                    <a:pt x="1543" y="0"/>
                  </a:moveTo>
                  <a:cubicBezTo>
                    <a:pt x="1211" y="0"/>
                    <a:pt x="914" y="189"/>
                    <a:pt x="767" y="482"/>
                  </a:cubicBezTo>
                  <a:cubicBezTo>
                    <a:pt x="265" y="1526"/>
                    <a:pt x="1" y="2672"/>
                    <a:pt x="8" y="3831"/>
                  </a:cubicBezTo>
                  <a:cubicBezTo>
                    <a:pt x="8" y="4035"/>
                    <a:pt x="14" y="4231"/>
                    <a:pt x="28" y="4428"/>
                  </a:cubicBezTo>
                  <a:lnTo>
                    <a:pt x="28" y="4475"/>
                  </a:lnTo>
                  <a:cubicBezTo>
                    <a:pt x="28" y="4496"/>
                    <a:pt x="28" y="4516"/>
                    <a:pt x="35" y="4536"/>
                  </a:cubicBezTo>
                  <a:cubicBezTo>
                    <a:pt x="299" y="7683"/>
                    <a:pt x="2354" y="10130"/>
                    <a:pt x="4856" y="10130"/>
                  </a:cubicBezTo>
                  <a:lnTo>
                    <a:pt x="4951" y="10130"/>
                  </a:lnTo>
                  <a:cubicBezTo>
                    <a:pt x="3296" y="9385"/>
                    <a:pt x="2069" y="6835"/>
                    <a:pt x="2069" y="3804"/>
                  </a:cubicBezTo>
                  <a:cubicBezTo>
                    <a:pt x="2055" y="2597"/>
                    <a:pt x="2266" y="1404"/>
                    <a:pt x="2679" y="278"/>
                  </a:cubicBezTo>
                  <a:cubicBezTo>
                    <a:pt x="2713" y="177"/>
                    <a:pt x="2774" y="82"/>
                    <a:pt x="2849" y="0"/>
                  </a:cubicBezTo>
                  <a:lnTo>
                    <a:pt x="1560" y="0"/>
                  </a:lnTo>
                  <a:cubicBezTo>
                    <a:pt x="1555" y="0"/>
                    <a:pt x="1549" y="0"/>
                    <a:pt x="1543" y="0"/>
                  </a:cubicBezTo>
                  <a:close/>
                </a:path>
              </a:pathLst>
            </a:custGeom>
            <a:solidFill>
              <a:srgbClr val="5B728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599" name="Google Shape;18599;p46"/>
            <p:cNvSpPr/>
            <p:nvPr/>
          </p:nvSpPr>
          <p:spPr>
            <a:xfrm>
              <a:off x="2044732" y="2937896"/>
              <a:ext cx="173433" cy="92487"/>
            </a:xfrm>
            <a:custGeom>
              <a:rect b="b" l="l" r="r" t="t"/>
              <a:pathLst>
                <a:path extrusionOk="0" h="3526" w="6612">
                  <a:moveTo>
                    <a:pt x="3303" y="0"/>
                  </a:moveTo>
                  <a:cubicBezTo>
                    <a:pt x="1479" y="0"/>
                    <a:pt x="0" y="1038"/>
                    <a:pt x="0" y="2319"/>
                  </a:cubicBezTo>
                  <a:cubicBezTo>
                    <a:pt x="0" y="3309"/>
                    <a:pt x="1479" y="3526"/>
                    <a:pt x="3303" y="3526"/>
                  </a:cubicBezTo>
                  <a:cubicBezTo>
                    <a:pt x="5127" y="3526"/>
                    <a:pt x="6612" y="3309"/>
                    <a:pt x="6612" y="2319"/>
                  </a:cubicBezTo>
                  <a:cubicBezTo>
                    <a:pt x="6612" y="1038"/>
                    <a:pt x="5127" y="0"/>
                    <a:pt x="3303" y="0"/>
                  </a:cubicBezTo>
                  <a:close/>
                </a:path>
              </a:pathLst>
            </a:custGeom>
            <a:solidFill>
              <a:srgbClr val="405C7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600" name="Google Shape;18600;p46"/>
            <p:cNvSpPr/>
            <p:nvPr/>
          </p:nvSpPr>
          <p:spPr>
            <a:xfrm>
              <a:off x="2044548" y="2937896"/>
              <a:ext cx="99805" cy="91962"/>
            </a:xfrm>
            <a:custGeom>
              <a:rect b="b" l="l" r="r" t="t"/>
              <a:pathLst>
                <a:path extrusionOk="0" h="3506" w="3805">
                  <a:moveTo>
                    <a:pt x="3310" y="0"/>
                  </a:moveTo>
                  <a:cubicBezTo>
                    <a:pt x="1479" y="0"/>
                    <a:pt x="1" y="1038"/>
                    <a:pt x="1" y="2319"/>
                  </a:cubicBezTo>
                  <a:cubicBezTo>
                    <a:pt x="1" y="3126"/>
                    <a:pt x="977" y="3417"/>
                    <a:pt x="2326" y="3506"/>
                  </a:cubicBezTo>
                  <a:cubicBezTo>
                    <a:pt x="1845" y="3316"/>
                    <a:pt x="1547" y="2990"/>
                    <a:pt x="1547" y="2461"/>
                  </a:cubicBezTo>
                  <a:cubicBezTo>
                    <a:pt x="1547" y="1227"/>
                    <a:pt x="2530" y="203"/>
                    <a:pt x="3805" y="34"/>
                  </a:cubicBezTo>
                  <a:cubicBezTo>
                    <a:pt x="3642" y="14"/>
                    <a:pt x="3472" y="0"/>
                    <a:pt x="3310" y="0"/>
                  </a:cubicBezTo>
                  <a:close/>
                </a:path>
              </a:pathLst>
            </a:custGeom>
            <a:solidFill>
              <a:srgbClr val="203B5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601" name="Google Shape;18601;p46"/>
            <p:cNvSpPr/>
            <p:nvPr/>
          </p:nvSpPr>
          <p:spPr>
            <a:xfrm>
              <a:off x="2153219" y="2943404"/>
              <a:ext cx="47162" cy="35070"/>
            </a:xfrm>
            <a:custGeom>
              <a:rect b="b" l="l" r="r" t="t"/>
              <a:pathLst>
                <a:path extrusionOk="0" h="1337" w="1798">
                  <a:moveTo>
                    <a:pt x="523" y="0"/>
                  </a:moveTo>
                  <a:cubicBezTo>
                    <a:pt x="1" y="468"/>
                    <a:pt x="333" y="1336"/>
                    <a:pt x="1038" y="1336"/>
                  </a:cubicBezTo>
                  <a:cubicBezTo>
                    <a:pt x="1411" y="1336"/>
                    <a:pt x="1730" y="1072"/>
                    <a:pt x="1798" y="712"/>
                  </a:cubicBezTo>
                  <a:cubicBezTo>
                    <a:pt x="1425" y="380"/>
                    <a:pt x="991" y="136"/>
                    <a:pt x="523" y="0"/>
                  </a:cubicBezTo>
                  <a:close/>
                </a:path>
              </a:pathLst>
            </a:custGeom>
            <a:solidFill>
              <a:srgbClr val="E7EDF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602" name="Google Shape;18602;p46"/>
            <p:cNvSpPr/>
            <p:nvPr/>
          </p:nvSpPr>
          <p:spPr>
            <a:xfrm>
              <a:off x="2062332" y="2943404"/>
              <a:ext cx="47162" cy="35070"/>
            </a:xfrm>
            <a:custGeom>
              <a:rect b="b" l="l" r="r" t="t"/>
              <a:pathLst>
                <a:path extrusionOk="0" h="1337" w="1798">
                  <a:moveTo>
                    <a:pt x="1276" y="0"/>
                  </a:moveTo>
                  <a:lnTo>
                    <a:pt x="1276" y="0"/>
                  </a:lnTo>
                  <a:cubicBezTo>
                    <a:pt x="801" y="136"/>
                    <a:pt x="367" y="380"/>
                    <a:pt x="1" y="712"/>
                  </a:cubicBezTo>
                  <a:cubicBezTo>
                    <a:pt x="69" y="1072"/>
                    <a:pt x="387" y="1336"/>
                    <a:pt x="760" y="1336"/>
                  </a:cubicBezTo>
                  <a:cubicBezTo>
                    <a:pt x="1459" y="1336"/>
                    <a:pt x="1798" y="468"/>
                    <a:pt x="1276" y="0"/>
                  </a:cubicBezTo>
                  <a:close/>
                </a:path>
              </a:pathLst>
            </a:custGeom>
            <a:solidFill>
              <a:srgbClr val="E7EDF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603" name="Google Shape;18603;p46"/>
            <p:cNvSpPr/>
            <p:nvPr/>
          </p:nvSpPr>
          <p:spPr>
            <a:xfrm>
              <a:off x="2061991" y="3123027"/>
              <a:ext cx="40394" cy="40394"/>
            </a:xfrm>
            <a:custGeom>
              <a:rect b="b" l="l" r="r" t="t"/>
              <a:pathLst>
                <a:path extrusionOk="0" h="1540" w="1540">
                  <a:moveTo>
                    <a:pt x="766" y="1"/>
                  </a:moveTo>
                  <a:cubicBezTo>
                    <a:pt x="346" y="1"/>
                    <a:pt x="0" y="346"/>
                    <a:pt x="0" y="774"/>
                  </a:cubicBezTo>
                  <a:cubicBezTo>
                    <a:pt x="0" y="1194"/>
                    <a:pt x="346" y="1540"/>
                    <a:pt x="766" y="1540"/>
                  </a:cubicBezTo>
                  <a:cubicBezTo>
                    <a:pt x="1194" y="1540"/>
                    <a:pt x="1539" y="1194"/>
                    <a:pt x="1539" y="774"/>
                  </a:cubicBezTo>
                  <a:cubicBezTo>
                    <a:pt x="1539" y="346"/>
                    <a:pt x="1194" y="1"/>
                    <a:pt x="766" y="1"/>
                  </a:cubicBezTo>
                  <a:close/>
                </a:path>
              </a:pathLst>
            </a:custGeom>
            <a:solidFill>
              <a:srgbClr val="405C7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604" name="Google Shape;18604;p46"/>
            <p:cNvSpPr/>
            <p:nvPr/>
          </p:nvSpPr>
          <p:spPr>
            <a:xfrm>
              <a:off x="2039407" y="3209665"/>
              <a:ext cx="38794" cy="34519"/>
            </a:xfrm>
            <a:custGeom>
              <a:rect b="b" l="l" r="r" t="t"/>
              <a:pathLst>
                <a:path extrusionOk="0" h="1316" w="1479">
                  <a:moveTo>
                    <a:pt x="646" y="0"/>
                  </a:moveTo>
                  <a:cubicBezTo>
                    <a:pt x="364" y="0"/>
                    <a:pt x="88" y="178"/>
                    <a:pt x="0" y="488"/>
                  </a:cubicBezTo>
                  <a:cubicBezTo>
                    <a:pt x="224" y="786"/>
                    <a:pt x="475" y="1064"/>
                    <a:pt x="746" y="1315"/>
                  </a:cubicBezTo>
                  <a:cubicBezTo>
                    <a:pt x="1261" y="1227"/>
                    <a:pt x="1478" y="603"/>
                    <a:pt x="1132" y="217"/>
                  </a:cubicBezTo>
                  <a:cubicBezTo>
                    <a:pt x="997" y="69"/>
                    <a:pt x="821" y="0"/>
                    <a:pt x="646" y="0"/>
                  </a:cubicBezTo>
                  <a:close/>
                </a:path>
              </a:pathLst>
            </a:custGeom>
            <a:solidFill>
              <a:srgbClr val="203B5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605" name="Google Shape;18605;p46"/>
            <p:cNvSpPr/>
            <p:nvPr/>
          </p:nvSpPr>
          <p:spPr>
            <a:xfrm>
              <a:off x="2015748" y="3065216"/>
              <a:ext cx="28827" cy="28853"/>
            </a:xfrm>
            <a:custGeom>
              <a:rect b="b" l="l" r="r" t="t"/>
              <a:pathLst>
                <a:path extrusionOk="0" h="1100" w="1099">
                  <a:moveTo>
                    <a:pt x="549" y="1"/>
                  </a:moveTo>
                  <a:cubicBezTo>
                    <a:pt x="244" y="1"/>
                    <a:pt x="0" y="245"/>
                    <a:pt x="0" y="550"/>
                  </a:cubicBezTo>
                  <a:cubicBezTo>
                    <a:pt x="0" y="855"/>
                    <a:pt x="244" y="1099"/>
                    <a:pt x="549" y="1099"/>
                  </a:cubicBezTo>
                  <a:cubicBezTo>
                    <a:pt x="855" y="1099"/>
                    <a:pt x="1099" y="855"/>
                    <a:pt x="1099" y="550"/>
                  </a:cubicBezTo>
                  <a:cubicBezTo>
                    <a:pt x="1099" y="245"/>
                    <a:pt x="855" y="1"/>
                    <a:pt x="549" y="1"/>
                  </a:cubicBezTo>
                  <a:close/>
                </a:path>
              </a:pathLst>
            </a:custGeom>
            <a:solidFill>
              <a:srgbClr val="203B5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606" name="Google Shape;18606;p46"/>
            <p:cNvSpPr/>
            <p:nvPr/>
          </p:nvSpPr>
          <p:spPr>
            <a:xfrm>
              <a:off x="2160170" y="3123027"/>
              <a:ext cx="40578" cy="40394"/>
            </a:xfrm>
            <a:custGeom>
              <a:rect b="b" l="l" r="r" t="t"/>
              <a:pathLst>
                <a:path extrusionOk="0" h="1540" w="1547">
                  <a:moveTo>
                    <a:pt x="773" y="1"/>
                  </a:moveTo>
                  <a:cubicBezTo>
                    <a:pt x="346" y="1"/>
                    <a:pt x="0" y="346"/>
                    <a:pt x="0" y="774"/>
                  </a:cubicBezTo>
                  <a:cubicBezTo>
                    <a:pt x="0" y="1194"/>
                    <a:pt x="346" y="1540"/>
                    <a:pt x="773" y="1540"/>
                  </a:cubicBezTo>
                  <a:cubicBezTo>
                    <a:pt x="1200" y="1540"/>
                    <a:pt x="1546" y="1194"/>
                    <a:pt x="1546" y="774"/>
                  </a:cubicBezTo>
                  <a:cubicBezTo>
                    <a:pt x="1546" y="346"/>
                    <a:pt x="1200" y="1"/>
                    <a:pt x="773" y="1"/>
                  </a:cubicBezTo>
                  <a:close/>
                </a:path>
              </a:pathLst>
            </a:custGeom>
            <a:solidFill>
              <a:srgbClr val="405C7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607" name="Google Shape;18607;p46"/>
            <p:cNvSpPr/>
            <p:nvPr/>
          </p:nvSpPr>
          <p:spPr>
            <a:xfrm>
              <a:off x="2184354" y="3209665"/>
              <a:ext cx="38794" cy="34519"/>
            </a:xfrm>
            <a:custGeom>
              <a:rect b="b" l="l" r="r" t="t"/>
              <a:pathLst>
                <a:path extrusionOk="0" h="1316" w="1479">
                  <a:moveTo>
                    <a:pt x="839" y="0"/>
                  </a:moveTo>
                  <a:cubicBezTo>
                    <a:pt x="665" y="0"/>
                    <a:pt x="488" y="69"/>
                    <a:pt x="353" y="217"/>
                  </a:cubicBezTo>
                  <a:cubicBezTo>
                    <a:pt x="0" y="603"/>
                    <a:pt x="217" y="1227"/>
                    <a:pt x="733" y="1315"/>
                  </a:cubicBezTo>
                  <a:cubicBezTo>
                    <a:pt x="1011" y="1064"/>
                    <a:pt x="1261" y="786"/>
                    <a:pt x="1478" y="488"/>
                  </a:cubicBezTo>
                  <a:cubicBezTo>
                    <a:pt x="1395" y="178"/>
                    <a:pt x="1120" y="0"/>
                    <a:pt x="839" y="0"/>
                  </a:cubicBezTo>
                  <a:close/>
                </a:path>
              </a:pathLst>
            </a:custGeom>
            <a:solidFill>
              <a:srgbClr val="405C7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608" name="Google Shape;18608;p46"/>
            <p:cNvSpPr/>
            <p:nvPr/>
          </p:nvSpPr>
          <p:spPr>
            <a:xfrm>
              <a:off x="2218138" y="3065216"/>
              <a:ext cx="28853" cy="28853"/>
            </a:xfrm>
            <a:custGeom>
              <a:rect b="b" l="l" r="r" t="t"/>
              <a:pathLst>
                <a:path extrusionOk="0" h="1100" w="1100">
                  <a:moveTo>
                    <a:pt x="550" y="1"/>
                  </a:moveTo>
                  <a:cubicBezTo>
                    <a:pt x="245" y="1"/>
                    <a:pt x="1" y="245"/>
                    <a:pt x="1" y="550"/>
                  </a:cubicBezTo>
                  <a:cubicBezTo>
                    <a:pt x="1" y="855"/>
                    <a:pt x="245" y="1099"/>
                    <a:pt x="550" y="1099"/>
                  </a:cubicBezTo>
                  <a:cubicBezTo>
                    <a:pt x="855" y="1099"/>
                    <a:pt x="1099" y="855"/>
                    <a:pt x="1099" y="550"/>
                  </a:cubicBezTo>
                  <a:cubicBezTo>
                    <a:pt x="1099" y="245"/>
                    <a:pt x="855" y="1"/>
                    <a:pt x="550" y="1"/>
                  </a:cubicBezTo>
                  <a:close/>
                </a:path>
              </a:pathLst>
            </a:custGeom>
            <a:solidFill>
              <a:srgbClr val="405C7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8609" name="Google Shape;18609;p46"/>
          <p:cNvGrpSpPr/>
          <p:nvPr/>
        </p:nvGrpSpPr>
        <p:grpSpPr>
          <a:xfrm>
            <a:off x="1128072" y="3365261"/>
            <a:ext cx="328872" cy="370158"/>
            <a:chOff x="1128072" y="3365261"/>
            <a:chExt cx="328872" cy="370158"/>
          </a:xfrm>
        </p:grpSpPr>
        <p:sp>
          <p:nvSpPr>
            <p:cNvPr id="18610" name="Google Shape;18610;p46"/>
            <p:cNvSpPr/>
            <p:nvPr/>
          </p:nvSpPr>
          <p:spPr>
            <a:xfrm>
              <a:off x="1128072" y="3641306"/>
              <a:ext cx="23502" cy="11935"/>
            </a:xfrm>
            <a:custGeom>
              <a:rect b="b" l="l" r="r" t="t"/>
              <a:pathLst>
                <a:path extrusionOk="0" h="455" w="896">
                  <a:moveTo>
                    <a:pt x="895" y="0"/>
                  </a:moveTo>
                  <a:lnTo>
                    <a:pt x="109" y="102"/>
                  </a:lnTo>
                  <a:cubicBezTo>
                    <a:pt x="47" y="109"/>
                    <a:pt x="0" y="163"/>
                    <a:pt x="0" y="231"/>
                  </a:cubicBezTo>
                  <a:cubicBezTo>
                    <a:pt x="0" y="292"/>
                    <a:pt x="47" y="346"/>
                    <a:pt x="109" y="353"/>
                  </a:cubicBezTo>
                  <a:lnTo>
                    <a:pt x="895" y="455"/>
                  </a:lnTo>
                  <a:lnTo>
                    <a:pt x="895" y="0"/>
                  </a:lnTo>
                  <a:close/>
                </a:path>
              </a:pathLst>
            </a:custGeom>
            <a:solidFill>
              <a:srgbClr val="93A7B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611" name="Google Shape;18611;p46"/>
            <p:cNvSpPr/>
            <p:nvPr/>
          </p:nvSpPr>
          <p:spPr>
            <a:xfrm>
              <a:off x="1128072" y="3600203"/>
              <a:ext cx="23502" cy="11777"/>
            </a:xfrm>
            <a:custGeom>
              <a:rect b="b" l="l" r="r" t="t"/>
              <a:pathLst>
                <a:path extrusionOk="0" h="449" w="896">
                  <a:moveTo>
                    <a:pt x="895" y="1"/>
                  </a:moveTo>
                  <a:lnTo>
                    <a:pt x="109" y="103"/>
                  </a:lnTo>
                  <a:cubicBezTo>
                    <a:pt x="47" y="109"/>
                    <a:pt x="0" y="164"/>
                    <a:pt x="0" y="225"/>
                  </a:cubicBezTo>
                  <a:cubicBezTo>
                    <a:pt x="0" y="293"/>
                    <a:pt x="47" y="347"/>
                    <a:pt x="109" y="354"/>
                  </a:cubicBezTo>
                  <a:lnTo>
                    <a:pt x="895" y="448"/>
                  </a:lnTo>
                  <a:lnTo>
                    <a:pt x="895" y="1"/>
                  </a:lnTo>
                  <a:close/>
                </a:path>
              </a:pathLst>
            </a:custGeom>
            <a:solidFill>
              <a:srgbClr val="93A7B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612" name="Google Shape;18612;p46"/>
            <p:cNvSpPr/>
            <p:nvPr/>
          </p:nvSpPr>
          <p:spPr>
            <a:xfrm>
              <a:off x="1186749" y="3600203"/>
              <a:ext cx="23502" cy="11961"/>
            </a:xfrm>
            <a:custGeom>
              <a:rect b="b" l="l" r="r" t="t"/>
              <a:pathLst>
                <a:path extrusionOk="0" h="456" w="896">
                  <a:moveTo>
                    <a:pt x="1" y="1"/>
                  </a:moveTo>
                  <a:lnTo>
                    <a:pt x="1" y="455"/>
                  </a:lnTo>
                  <a:lnTo>
                    <a:pt x="780" y="354"/>
                  </a:lnTo>
                  <a:cubicBezTo>
                    <a:pt x="848" y="347"/>
                    <a:pt x="896" y="293"/>
                    <a:pt x="896" y="231"/>
                  </a:cubicBezTo>
                  <a:cubicBezTo>
                    <a:pt x="896" y="164"/>
                    <a:pt x="848" y="109"/>
                    <a:pt x="780" y="103"/>
                  </a:cubicBezTo>
                  <a:lnTo>
                    <a:pt x="1" y="1"/>
                  </a:lnTo>
                  <a:close/>
                </a:path>
              </a:pathLst>
            </a:custGeom>
            <a:solidFill>
              <a:srgbClr val="93A7B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613" name="Google Shape;18613;p46"/>
            <p:cNvSpPr/>
            <p:nvPr/>
          </p:nvSpPr>
          <p:spPr>
            <a:xfrm>
              <a:off x="1128072" y="3559127"/>
              <a:ext cx="23502" cy="11777"/>
            </a:xfrm>
            <a:custGeom>
              <a:rect b="b" l="l" r="r" t="t"/>
              <a:pathLst>
                <a:path extrusionOk="0" h="449" w="896">
                  <a:moveTo>
                    <a:pt x="895" y="1"/>
                  </a:moveTo>
                  <a:lnTo>
                    <a:pt x="109" y="102"/>
                  </a:lnTo>
                  <a:cubicBezTo>
                    <a:pt x="47" y="109"/>
                    <a:pt x="0" y="163"/>
                    <a:pt x="0" y="224"/>
                  </a:cubicBezTo>
                  <a:cubicBezTo>
                    <a:pt x="0" y="292"/>
                    <a:pt x="47" y="346"/>
                    <a:pt x="109" y="353"/>
                  </a:cubicBezTo>
                  <a:lnTo>
                    <a:pt x="895" y="448"/>
                  </a:lnTo>
                  <a:lnTo>
                    <a:pt x="895" y="1"/>
                  </a:lnTo>
                  <a:close/>
                </a:path>
              </a:pathLst>
            </a:custGeom>
            <a:solidFill>
              <a:srgbClr val="93A7B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614" name="Google Shape;18614;p46"/>
            <p:cNvSpPr/>
            <p:nvPr/>
          </p:nvSpPr>
          <p:spPr>
            <a:xfrm>
              <a:off x="1186749" y="3559127"/>
              <a:ext cx="23502" cy="11777"/>
            </a:xfrm>
            <a:custGeom>
              <a:rect b="b" l="l" r="r" t="t"/>
              <a:pathLst>
                <a:path extrusionOk="0" h="449" w="896">
                  <a:moveTo>
                    <a:pt x="1" y="1"/>
                  </a:moveTo>
                  <a:lnTo>
                    <a:pt x="1" y="448"/>
                  </a:lnTo>
                  <a:lnTo>
                    <a:pt x="780" y="353"/>
                  </a:lnTo>
                  <a:cubicBezTo>
                    <a:pt x="848" y="346"/>
                    <a:pt x="896" y="292"/>
                    <a:pt x="896" y="224"/>
                  </a:cubicBezTo>
                  <a:cubicBezTo>
                    <a:pt x="896" y="163"/>
                    <a:pt x="848" y="109"/>
                    <a:pt x="780" y="102"/>
                  </a:cubicBezTo>
                  <a:lnTo>
                    <a:pt x="1" y="1"/>
                  </a:lnTo>
                  <a:close/>
                </a:path>
              </a:pathLst>
            </a:custGeom>
            <a:solidFill>
              <a:srgbClr val="93A7B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615" name="Google Shape;18615;p46"/>
            <p:cNvSpPr/>
            <p:nvPr/>
          </p:nvSpPr>
          <p:spPr>
            <a:xfrm>
              <a:off x="1128072" y="3518051"/>
              <a:ext cx="23502" cy="11751"/>
            </a:xfrm>
            <a:custGeom>
              <a:rect b="b" l="l" r="r" t="t"/>
              <a:pathLst>
                <a:path extrusionOk="0" h="448" w="896">
                  <a:moveTo>
                    <a:pt x="895" y="0"/>
                  </a:moveTo>
                  <a:lnTo>
                    <a:pt x="109" y="102"/>
                  </a:lnTo>
                  <a:cubicBezTo>
                    <a:pt x="47" y="109"/>
                    <a:pt x="0" y="163"/>
                    <a:pt x="0" y="224"/>
                  </a:cubicBezTo>
                  <a:cubicBezTo>
                    <a:pt x="0" y="285"/>
                    <a:pt x="47" y="339"/>
                    <a:pt x="109" y="353"/>
                  </a:cubicBezTo>
                  <a:lnTo>
                    <a:pt x="895" y="448"/>
                  </a:lnTo>
                  <a:lnTo>
                    <a:pt x="895" y="0"/>
                  </a:lnTo>
                  <a:close/>
                </a:path>
              </a:pathLst>
            </a:custGeom>
            <a:solidFill>
              <a:srgbClr val="93A7B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616" name="Google Shape;18616;p46"/>
            <p:cNvSpPr/>
            <p:nvPr/>
          </p:nvSpPr>
          <p:spPr>
            <a:xfrm>
              <a:off x="1186749" y="3518051"/>
              <a:ext cx="23502" cy="11751"/>
            </a:xfrm>
            <a:custGeom>
              <a:rect b="b" l="l" r="r" t="t"/>
              <a:pathLst>
                <a:path extrusionOk="0" h="448" w="896">
                  <a:moveTo>
                    <a:pt x="1" y="0"/>
                  </a:moveTo>
                  <a:lnTo>
                    <a:pt x="1" y="448"/>
                  </a:lnTo>
                  <a:lnTo>
                    <a:pt x="780" y="353"/>
                  </a:lnTo>
                  <a:cubicBezTo>
                    <a:pt x="848" y="346"/>
                    <a:pt x="896" y="292"/>
                    <a:pt x="896" y="224"/>
                  </a:cubicBezTo>
                  <a:cubicBezTo>
                    <a:pt x="896" y="163"/>
                    <a:pt x="848" y="109"/>
                    <a:pt x="780" y="102"/>
                  </a:cubicBezTo>
                  <a:lnTo>
                    <a:pt x="1" y="0"/>
                  </a:lnTo>
                  <a:close/>
                </a:path>
              </a:pathLst>
            </a:custGeom>
            <a:solidFill>
              <a:srgbClr val="93A7B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617" name="Google Shape;18617;p46"/>
            <p:cNvSpPr/>
            <p:nvPr/>
          </p:nvSpPr>
          <p:spPr>
            <a:xfrm>
              <a:off x="1163273" y="3476975"/>
              <a:ext cx="11777" cy="23502"/>
            </a:xfrm>
            <a:custGeom>
              <a:rect b="b" l="l" r="r" t="t"/>
              <a:pathLst>
                <a:path extrusionOk="0" h="896" w="449">
                  <a:moveTo>
                    <a:pt x="224" y="0"/>
                  </a:moveTo>
                  <a:cubicBezTo>
                    <a:pt x="157" y="0"/>
                    <a:pt x="102" y="47"/>
                    <a:pt x="96" y="108"/>
                  </a:cubicBezTo>
                  <a:lnTo>
                    <a:pt x="1" y="895"/>
                  </a:lnTo>
                  <a:lnTo>
                    <a:pt x="448" y="895"/>
                  </a:lnTo>
                  <a:lnTo>
                    <a:pt x="346" y="108"/>
                  </a:lnTo>
                  <a:cubicBezTo>
                    <a:pt x="340" y="47"/>
                    <a:pt x="285" y="0"/>
                    <a:pt x="224" y="0"/>
                  </a:cubicBezTo>
                  <a:close/>
                </a:path>
              </a:pathLst>
            </a:custGeom>
            <a:solidFill>
              <a:srgbClr val="93A7B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618" name="Google Shape;18618;p46"/>
            <p:cNvSpPr/>
            <p:nvPr/>
          </p:nvSpPr>
          <p:spPr>
            <a:xfrm>
              <a:off x="1374739" y="3512176"/>
              <a:ext cx="23502" cy="11777"/>
            </a:xfrm>
            <a:custGeom>
              <a:rect b="b" l="l" r="r" t="t"/>
              <a:pathLst>
                <a:path extrusionOk="0" h="449" w="896">
                  <a:moveTo>
                    <a:pt x="896" y="1"/>
                  </a:moveTo>
                  <a:lnTo>
                    <a:pt x="116" y="95"/>
                  </a:lnTo>
                  <a:cubicBezTo>
                    <a:pt x="48" y="109"/>
                    <a:pt x="1" y="163"/>
                    <a:pt x="1" y="224"/>
                  </a:cubicBezTo>
                  <a:cubicBezTo>
                    <a:pt x="1" y="285"/>
                    <a:pt x="48" y="340"/>
                    <a:pt x="116" y="353"/>
                  </a:cubicBezTo>
                  <a:lnTo>
                    <a:pt x="896" y="448"/>
                  </a:lnTo>
                  <a:lnTo>
                    <a:pt x="896" y="1"/>
                  </a:lnTo>
                  <a:close/>
                </a:path>
              </a:pathLst>
            </a:custGeom>
            <a:solidFill>
              <a:srgbClr val="93A7B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619" name="Google Shape;18619;p46"/>
            <p:cNvSpPr/>
            <p:nvPr/>
          </p:nvSpPr>
          <p:spPr>
            <a:xfrm>
              <a:off x="1433442" y="3512176"/>
              <a:ext cx="23502" cy="11777"/>
            </a:xfrm>
            <a:custGeom>
              <a:rect b="b" l="l" r="r" t="t"/>
              <a:pathLst>
                <a:path extrusionOk="0" h="449" w="896">
                  <a:moveTo>
                    <a:pt x="0" y="1"/>
                  </a:moveTo>
                  <a:lnTo>
                    <a:pt x="0" y="448"/>
                  </a:lnTo>
                  <a:lnTo>
                    <a:pt x="787" y="353"/>
                  </a:lnTo>
                  <a:cubicBezTo>
                    <a:pt x="848" y="346"/>
                    <a:pt x="895" y="292"/>
                    <a:pt x="895" y="224"/>
                  </a:cubicBezTo>
                  <a:cubicBezTo>
                    <a:pt x="895" y="163"/>
                    <a:pt x="848" y="109"/>
                    <a:pt x="787" y="102"/>
                  </a:cubicBezTo>
                  <a:lnTo>
                    <a:pt x="0" y="1"/>
                  </a:lnTo>
                  <a:close/>
                </a:path>
              </a:pathLst>
            </a:custGeom>
            <a:solidFill>
              <a:srgbClr val="93A7B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620" name="Google Shape;18620;p46"/>
            <p:cNvSpPr/>
            <p:nvPr/>
          </p:nvSpPr>
          <p:spPr>
            <a:xfrm>
              <a:off x="1433442" y="3553252"/>
              <a:ext cx="23502" cy="11777"/>
            </a:xfrm>
            <a:custGeom>
              <a:rect b="b" l="l" r="r" t="t"/>
              <a:pathLst>
                <a:path extrusionOk="0" h="449" w="896">
                  <a:moveTo>
                    <a:pt x="0" y="1"/>
                  </a:moveTo>
                  <a:lnTo>
                    <a:pt x="0" y="448"/>
                  </a:lnTo>
                  <a:lnTo>
                    <a:pt x="787" y="353"/>
                  </a:lnTo>
                  <a:cubicBezTo>
                    <a:pt x="848" y="347"/>
                    <a:pt x="895" y="292"/>
                    <a:pt x="895" y="225"/>
                  </a:cubicBezTo>
                  <a:cubicBezTo>
                    <a:pt x="895" y="164"/>
                    <a:pt x="848" y="109"/>
                    <a:pt x="787" y="103"/>
                  </a:cubicBezTo>
                  <a:lnTo>
                    <a:pt x="0" y="1"/>
                  </a:lnTo>
                  <a:close/>
                </a:path>
              </a:pathLst>
            </a:custGeom>
            <a:solidFill>
              <a:srgbClr val="93A7B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621" name="Google Shape;18621;p46"/>
            <p:cNvSpPr/>
            <p:nvPr/>
          </p:nvSpPr>
          <p:spPr>
            <a:xfrm>
              <a:off x="1374739" y="3471099"/>
              <a:ext cx="23502" cy="11751"/>
            </a:xfrm>
            <a:custGeom>
              <a:rect b="b" l="l" r="r" t="t"/>
              <a:pathLst>
                <a:path extrusionOk="0" h="448" w="896">
                  <a:moveTo>
                    <a:pt x="896" y="0"/>
                  </a:moveTo>
                  <a:lnTo>
                    <a:pt x="116" y="95"/>
                  </a:lnTo>
                  <a:cubicBezTo>
                    <a:pt x="48" y="102"/>
                    <a:pt x="1" y="156"/>
                    <a:pt x="1" y="224"/>
                  </a:cubicBezTo>
                  <a:cubicBezTo>
                    <a:pt x="1" y="285"/>
                    <a:pt x="48" y="339"/>
                    <a:pt x="116" y="346"/>
                  </a:cubicBezTo>
                  <a:lnTo>
                    <a:pt x="896" y="448"/>
                  </a:lnTo>
                  <a:lnTo>
                    <a:pt x="896" y="0"/>
                  </a:lnTo>
                  <a:close/>
                </a:path>
              </a:pathLst>
            </a:custGeom>
            <a:solidFill>
              <a:srgbClr val="93A7B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622" name="Google Shape;18622;p46"/>
            <p:cNvSpPr/>
            <p:nvPr/>
          </p:nvSpPr>
          <p:spPr>
            <a:xfrm>
              <a:off x="1433442" y="3471099"/>
              <a:ext cx="23502" cy="11751"/>
            </a:xfrm>
            <a:custGeom>
              <a:rect b="b" l="l" r="r" t="t"/>
              <a:pathLst>
                <a:path extrusionOk="0" h="448" w="896">
                  <a:moveTo>
                    <a:pt x="0" y="0"/>
                  </a:moveTo>
                  <a:lnTo>
                    <a:pt x="0" y="448"/>
                  </a:lnTo>
                  <a:lnTo>
                    <a:pt x="787" y="346"/>
                  </a:lnTo>
                  <a:cubicBezTo>
                    <a:pt x="848" y="339"/>
                    <a:pt x="895" y="285"/>
                    <a:pt x="895" y="224"/>
                  </a:cubicBezTo>
                  <a:cubicBezTo>
                    <a:pt x="895" y="156"/>
                    <a:pt x="848" y="102"/>
                    <a:pt x="787" y="95"/>
                  </a:cubicBezTo>
                  <a:lnTo>
                    <a:pt x="0" y="0"/>
                  </a:lnTo>
                  <a:close/>
                </a:path>
              </a:pathLst>
            </a:custGeom>
            <a:solidFill>
              <a:srgbClr val="93A7B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623" name="Google Shape;18623;p46"/>
            <p:cNvSpPr/>
            <p:nvPr/>
          </p:nvSpPr>
          <p:spPr>
            <a:xfrm>
              <a:off x="1409966" y="3429997"/>
              <a:ext cx="11751" cy="23502"/>
            </a:xfrm>
            <a:custGeom>
              <a:rect b="b" l="l" r="r" t="t"/>
              <a:pathLst>
                <a:path extrusionOk="0" h="896" w="448">
                  <a:moveTo>
                    <a:pt x="224" y="1"/>
                  </a:moveTo>
                  <a:cubicBezTo>
                    <a:pt x="156" y="1"/>
                    <a:pt x="102" y="48"/>
                    <a:pt x="95" y="109"/>
                  </a:cubicBezTo>
                  <a:lnTo>
                    <a:pt x="0" y="896"/>
                  </a:lnTo>
                  <a:lnTo>
                    <a:pt x="448" y="896"/>
                  </a:lnTo>
                  <a:lnTo>
                    <a:pt x="353" y="109"/>
                  </a:lnTo>
                  <a:cubicBezTo>
                    <a:pt x="339" y="48"/>
                    <a:pt x="285" y="1"/>
                    <a:pt x="224" y="1"/>
                  </a:cubicBezTo>
                  <a:close/>
                </a:path>
              </a:pathLst>
            </a:custGeom>
            <a:solidFill>
              <a:srgbClr val="93A7B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624" name="Google Shape;18624;p46"/>
            <p:cNvSpPr/>
            <p:nvPr/>
          </p:nvSpPr>
          <p:spPr>
            <a:xfrm>
              <a:off x="1210225" y="3582603"/>
              <a:ext cx="29378" cy="11777"/>
            </a:xfrm>
            <a:custGeom>
              <a:rect b="b" l="l" r="r" t="t"/>
              <a:pathLst>
                <a:path extrusionOk="0" h="449" w="1120">
                  <a:moveTo>
                    <a:pt x="1119" y="1"/>
                  </a:moveTo>
                  <a:lnTo>
                    <a:pt x="116" y="102"/>
                  </a:lnTo>
                  <a:cubicBezTo>
                    <a:pt x="48" y="109"/>
                    <a:pt x="1" y="163"/>
                    <a:pt x="1" y="224"/>
                  </a:cubicBezTo>
                  <a:cubicBezTo>
                    <a:pt x="1" y="292"/>
                    <a:pt x="48" y="346"/>
                    <a:pt x="116" y="353"/>
                  </a:cubicBezTo>
                  <a:lnTo>
                    <a:pt x="1119" y="448"/>
                  </a:lnTo>
                  <a:lnTo>
                    <a:pt x="1119" y="1"/>
                  </a:lnTo>
                  <a:close/>
                </a:path>
              </a:pathLst>
            </a:custGeom>
            <a:solidFill>
              <a:srgbClr val="93A7B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625" name="Google Shape;18625;p46"/>
            <p:cNvSpPr/>
            <p:nvPr/>
          </p:nvSpPr>
          <p:spPr>
            <a:xfrm>
              <a:off x="1210225" y="3535651"/>
              <a:ext cx="29378" cy="11777"/>
            </a:xfrm>
            <a:custGeom>
              <a:rect b="b" l="l" r="r" t="t"/>
              <a:pathLst>
                <a:path extrusionOk="0" h="449" w="1120">
                  <a:moveTo>
                    <a:pt x="1119" y="1"/>
                  </a:moveTo>
                  <a:lnTo>
                    <a:pt x="116" y="102"/>
                  </a:lnTo>
                  <a:cubicBezTo>
                    <a:pt x="48" y="109"/>
                    <a:pt x="1" y="163"/>
                    <a:pt x="1" y="224"/>
                  </a:cubicBezTo>
                  <a:cubicBezTo>
                    <a:pt x="1" y="285"/>
                    <a:pt x="48" y="340"/>
                    <a:pt x="116" y="346"/>
                  </a:cubicBezTo>
                  <a:lnTo>
                    <a:pt x="1119" y="448"/>
                  </a:lnTo>
                  <a:lnTo>
                    <a:pt x="1119" y="1"/>
                  </a:lnTo>
                  <a:close/>
                </a:path>
              </a:pathLst>
            </a:custGeom>
            <a:solidFill>
              <a:srgbClr val="93A7B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626" name="Google Shape;18626;p46"/>
            <p:cNvSpPr/>
            <p:nvPr/>
          </p:nvSpPr>
          <p:spPr>
            <a:xfrm>
              <a:off x="1345230" y="3676690"/>
              <a:ext cx="29535" cy="11777"/>
            </a:xfrm>
            <a:custGeom>
              <a:rect b="b" l="l" r="r" t="t"/>
              <a:pathLst>
                <a:path extrusionOk="0" h="449" w="1126">
                  <a:moveTo>
                    <a:pt x="0" y="1"/>
                  </a:moveTo>
                  <a:lnTo>
                    <a:pt x="0" y="448"/>
                  </a:lnTo>
                  <a:lnTo>
                    <a:pt x="1011" y="346"/>
                  </a:lnTo>
                  <a:cubicBezTo>
                    <a:pt x="1072" y="340"/>
                    <a:pt x="1119" y="285"/>
                    <a:pt x="1126" y="224"/>
                  </a:cubicBezTo>
                  <a:cubicBezTo>
                    <a:pt x="1119" y="157"/>
                    <a:pt x="1072" y="109"/>
                    <a:pt x="1011" y="102"/>
                  </a:cubicBezTo>
                  <a:lnTo>
                    <a:pt x="0" y="1"/>
                  </a:lnTo>
                  <a:close/>
                </a:path>
              </a:pathLst>
            </a:custGeom>
            <a:solidFill>
              <a:srgbClr val="93A7B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627" name="Google Shape;18627;p46"/>
            <p:cNvSpPr/>
            <p:nvPr/>
          </p:nvSpPr>
          <p:spPr>
            <a:xfrm>
              <a:off x="1345230" y="3629738"/>
              <a:ext cx="29535" cy="11777"/>
            </a:xfrm>
            <a:custGeom>
              <a:rect b="b" l="l" r="r" t="t"/>
              <a:pathLst>
                <a:path extrusionOk="0" h="449" w="1126">
                  <a:moveTo>
                    <a:pt x="0" y="1"/>
                  </a:moveTo>
                  <a:lnTo>
                    <a:pt x="0" y="448"/>
                  </a:lnTo>
                  <a:lnTo>
                    <a:pt x="1011" y="346"/>
                  </a:lnTo>
                  <a:cubicBezTo>
                    <a:pt x="1072" y="340"/>
                    <a:pt x="1119" y="285"/>
                    <a:pt x="1126" y="224"/>
                  </a:cubicBezTo>
                  <a:cubicBezTo>
                    <a:pt x="1119" y="156"/>
                    <a:pt x="1072" y="102"/>
                    <a:pt x="1011" y="95"/>
                  </a:cubicBezTo>
                  <a:lnTo>
                    <a:pt x="0" y="1"/>
                  </a:lnTo>
                  <a:close/>
                </a:path>
              </a:pathLst>
            </a:custGeom>
            <a:solidFill>
              <a:srgbClr val="93A7B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628" name="Google Shape;18628;p46"/>
            <p:cNvSpPr/>
            <p:nvPr/>
          </p:nvSpPr>
          <p:spPr>
            <a:xfrm>
              <a:off x="1210225" y="3488700"/>
              <a:ext cx="29378" cy="11777"/>
            </a:xfrm>
            <a:custGeom>
              <a:rect b="b" l="l" r="r" t="t"/>
              <a:pathLst>
                <a:path extrusionOk="0" h="449" w="1120">
                  <a:moveTo>
                    <a:pt x="1119" y="1"/>
                  </a:moveTo>
                  <a:lnTo>
                    <a:pt x="116" y="102"/>
                  </a:lnTo>
                  <a:cubicBezTo>
                    <a:pt x="48" y="109"/>
                    <a:pt x="1" y="163"/>
                    <a:pt x="1" y="224"/>
                  </a:cubicBezTo>
                  <a:cubicBezTo>
                    <a:pt x="1" y="285"/>
                    <a:pt x="48" y="340"/>
                    <a:pt x="116" y="346"/>
                  </a:cubicBezTo>
                  <a:lnTo>
                    <a:pt x="1119" y="448"/>
                  </a:lnTo>
                  <a:lnTo>
                    <a:pt x="1119" y="1"/>
                  </a:lnTo>
                  <a:close/>
                </a:path>
              </a:pathLst>
            </a:custGeom>
            <a:solidFill>
              <a:srgbClr val="93A7B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629" name="Google Shape;18629;p46"/>
            <p:cNvSpPr/>
            <p:nvPr/>
          </p:nvSpPr>
          <p:spPr>
            <a:xfrm>
              <a:off x="1345230" y="3488700"/>
              <a:ext cx="29535" cy="11777"/>
            </a:xfrm>
            <a:custGeom>
              <a:rect b="b" l="l" r="r" t="t"/>
              <a:pathLst>
                <a:path extrusionOk="0" h="449" w="1126">
                  <a:moveTo>
                    <a:pt x="0" y="1"/>
                  </a:moveTo>
                  <a:lnTo>
                    <a:pt x="0" y="448"/>
                  </a:lnTo>
                  <a:lnTo>
                    <a:pt x="1011" y="346"/>
                  </a:lnTo>
                  <a:cubicBezTo>
                    <a:pt x="1072" y="340"/>
                    <a:pt x="1119" y="285"/>
                    <a:pt x="1126" y="224"/>
                  </a:cubicBezTo>
                  <a:cubicBezTo>
                    <a:pt x="1119" y="163"/>
                    <a:pt x="1072" y="109"/>
                    <a:pt x="1011" y="102"/>
                  </a:cubicBezTo>
                  <a:lnTo>
                    <a:pt x="0" y="1"/>
                  </a:lnTo>
                  <a:close/>
                </a:path>
              </a:pathLst>
            </a:custGeom>
            <a:solidFill>
              <a:srgbClr val="93A7B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630" name="Google Shape;18630;p46"/>
            <p:cNvSpPr/>
            <p:nvPr/>
          </p:nvSpPr>
          <p:spPr>
            <a:xfrm>
              <a:off x="1210225" y="3441748"/>
              <a:ext cx="29378" cy="11751"/>
            </a:xfrm>
            <a:custGeom>
              <a:rect b="b" l="l" r="r" t="t"/>
              <a:pathLst>
                <a:path extrusionOk="0" h="448" w="1120">
                  <a:moveTo>
                    <a:pt x="1119" y="0"/>
                  </a:moveTo>
                  <a:lnTo>
                    <a:pt x="116" y="102"/>
                  </a:lnTo>
                  <a:cubicBezTo>
                    <a:pt x="48" y="109"/>
                    <a:pt x="1" y="163"/>
                    <a:pt x="1" y="224"/>
                  </a:cubicBezTo>
                  <a:cubicBezTo>
                    <a:pt x="1" y="285"/>
                    <a:pt x="48" y="339"/>
                    <a:pt x="116" y="346"/>
                  </a:cubicBezTo>
                  <a:lnTo>
                    <a:pt x="1119" y="448"/>
                  </a:lnTo>
                  <a:lnTo>
                    <a:pt x="1119" y="0"/>
                  </a:lnTo>
                  <a:close/>
                </a:path>
              </a:pathLst>
            </a:custGeom>
            <a:solidFill>
              <a:srgbClr val="93A7B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631" name="Google Shape;18631;p46"/>
            <p:cNvSpPr/>
            <p:nvPr/>
          </p:nvSpPr>
          <p:spPr>
            <a:xfrm>
              <a:off x="1286528" y="3365261"/>
              <a:ext cx="11777" cy="29561"/>
            </a:xfrm>
            <a:custGeom>
              <a:rect b="b" l="l" r="r" t="t"/>
              <a:pathLst>
                <a:path extrusionOk="0" h="1127" w="449">
                  <a:moveTo>
                    <a:pt x="224" y="1"/>
                  </a:moveTo>
                  <a:cubicBezTo>
                    <a:pt x="163" y="1"/>
                    <a:pt x="109" y="48"/>
                    <a:pt x="102" y="116"/>
                  </a:cubicBezTo>
                  <a:lnTo>
                    <a:pt x="1" y="1126"/>
                  </a:lnTo>
                  <a:lnTo>
                    <a:pt x="448" y="1126"/>
                  </a:lnTo>
                  <a:lnTo>
                    <a:pt x="346" y="116"/>
                  </a:lnTo>
                  <a:cubicBezTo>
                    <a:pt x="340" y="48"/>
                    <a:pt x="285" y="1"/>
                    <a:pt x="224" y="1"/>
                  </a:cubicBezTo>
                  <a:close/>
                </a:path>
              </a:pathLst>
            </a:custGeom>
            <a:solidFill>
              <a:srgbClr val="93A7B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632" name="Google Shape;18632;p46"/>
            <p:cNvSpPr/>
            <p:nvPr/>
          </p:nvSpPr>
          <p:spPr>
            <a:xfrm>
              <a:off x="1233359" y="3388685"/>
              <a:ext cx="26335" cy="26046"/>
            </a:xfrm>
            <a:custGeom>
              <a:rect b="b" l="l" r="r" t="t"/>
              <a:pathLst>
                <a:path extrusionOk="0" h="993" w="1004">
                  <a:moveTo>
                    <a:pt x="136" y="0"/>
                  </a:moveTo>
                  <a:cubicBezTo>
                    <a:pt x="104" y="0"/>
                    <a:pt x="72" y="12"/>
                    <a:pt x="48" y="37"/>
                  </a:cubicBezTo>
                  <a:cubicBezTo>
                    <a:pt x="0" y="84"/>
                    <a:pt x="0" y="159"/>
                    <a:pt x="41" y="206"/>
                  </a:cubicBezTo>
                  <a:lnTo>
                    <a:pt x="685" y="993"/>
                  </a:lnTo>
                  <a:lnTo>
                    <a:pt x="1004" y="674"/>
                  </a:lnTo>
                  <a:lnTo>
                    <a:pt x="217" y="30"/>
                  </a:lnTo>
                  <a:cubicBezTo>
                    <a:pt x="194" y="10"/>
                    <a:pt x="165" y="0"/>
                    <a:pt x="136" y="0"/>
                  </a:cubicBezTo>
                  <a:close/>
                </a:path>
              </a:pathLst>
            </a:custGeom>
            <a:solidFill>
              <a:srgbClr val="93A7B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633" name="Google Shape;18633;p46"/>
            <p:cNvSpPr/>
            <p:nvPr/>
          </p:nvSpPr>
          <p:spPr>
            <a:xfrm>
              <a:off x="1325296" y="3388685"/>
              <a:ext cx="26361" cy="26046"/>
            </a:xfrm>
            <a:custGeom>
              <a:rect b="b" l="l" r="r" t="t"/>
              <a:pathLst>
                <a:path extrusionOk="0" h="993" w="1005">
                  <a:moveTo>
                    <a:pt x="862" y="0"/>
                  </a:moveTo>
                  <a:cubicBezTo>
                    <a:pt x="832" y="0"/>
                    <a:pt x="803" y="10"/>
                    <a:pt x="781" y="30"/>
                  </a:cubicBezTo>
                  <a:lnTo>
                    <a:pt x="1" y="674"/>
                  </a:lnTo>
                  <a:lnTo>
                    <a:pt x="319" y="993"/>
                  </a:lnTo>
                  <a:lnTo>
                    <a:pt x="957" y="206"/>
                  </a:lnTo>
                  <a:cubicBezTo>
                    <a:pt x="1004" y="159"/>
                    <a:pt x="998" y="84"/>
                    <a:pt x="950" y="37"/>
                  </a:cubicBezTo>
                  <a:cubicBezTo>
                    <a:pt x="925" y="12"/>
                    <a:pt x="893" y="0"/>
                    <a:pt x="862" y="0"/>
                  </a:cubicBezTo>
                  <a:close/>
                </a:path>
              </a:pathLst>
            </a:custGeom>
            <a:solidFill>
              <a:srgbClr val="93A7B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634" name="Google Shape;18634;p46"/>
            <p:cNvSpPr/>
            <p:nvPr/>
          </p:nvSpPr>
          <p:spPr>
            <a:xfrm>
              <a:off x="1345230" y="3441748"/>
              <a:ext cx="29535" cy="11751"/>
            </a:xfrm>
            <a:custGeom>
              <a:rect b="b" l="l" r="r" t="t"/>
              <a:pathLst>
                <a:path extrusionOk="0" h="448" w="1126">
                  <a:moveTo>
                    <a:pt x="0" y="0"/>
                  </a:moveTo>
                  <a:lnTo>
                    <a:pt x="0" y="448"/>
                  </a:lnTo>
                  <a:lnTo>
                    <a:pt x="1011" y="346"/>
                  </a:lnTo>
                  <a:cubicBezTo>
                    <a:pt x="1072" y="339"/>
                    <a:pt x="1119" y="285"/>
                    <a:pt x="1126" y="224"/>
                  </a:cubicBezTo>
                  <a:cubicBezTo>
                    <a:pt x="1119" y="156"/>
                    <a:pt x="1072" y="109"/>
                    <a:pt x="1011" y="102"/>
                  </a:cubicBezTo>
                  <a:lnTo>
                    <a:pt x="0" y="0"/>
                  </a:lnTo>
                  <a:close/>
                </a:path>
              </a:pathLst>
            </a:custGeom>
            <a:solidFill>
              <a:srgbClr val="93A7B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635" name="Google Shape;18635;p46"/>
            <p:cNvSpPr/>
            <p:nvPr/>
          </p:nvSpPr>
          <p:spPr>
            <a:xfrm>
              <a:off x="1233700" y="3388816"/>
              <a:ext cx="205643" cy="346603"/>
            </a:xfrm>
            <a:custGeom>
              <a:rect b="b" l="l" r="r" t="t"/>
              <a:pathLst>
                <a:path extrusionOk="0" h="13214" w="7840">
                  <a:moveTo>
                    <a:pt x="2233" y="0"/>
                  </a:moveTo>
                  <a:cubicBezTo>
                    <a:pt x="2186" y="0"/>
                    <a:pt x="2138" y="2"/>
                    <a:pt x="2089" y="5"/>
                  </a:cubicBezTo>
                  <a:cubicBezTo>
                    <a:pt x="903" y="86"/>
                    <a:pt x="1" y="1123"/>
                    <a:pt x="1" y="2317"/>
                  </a:cubicBezTo>
                  <a:lnTo>
                    <a:pt x="1" y="12766"/>
                  </a:lnTo>
                  <a:cubicBezTo>
                    <a:pt x="1" y="13010"/>
                    <a:pt x="204" y="13213"/>
                    <a:pt x="448" y="13213"/>
                  </a:cubicBezTo>
                  <a:lnTo>
                    <a:pt x="4028" y="13213"/>
                  </a:lnTo>
                  <a:cubicBezTo>
                    <a:pt x="4279" y="13213"/>
                    <a:pt x="4476" y="13010"/>
                    <a:pt x="4476" y="12766"/>
                  </a:cubicBezTo>
                  <a:lnTo>
                    <a:pt x="4476" y="7836"/>
                  </a:lnTo>
                  <a:cubicBezTo>
                    <a:pt x="4476" y="7714"/>
                    <a:pt x="4578" y="7612"/>
                    <a:pt x="4700" y="7612"/>
                  </a:cubicBezTo>
                  <a:lnTo>
                    <a:pt x="6273" y="7612"/>
                  </a:lnTo>
                  <a:cubicBezTo>
                    <a:pt x="7134" y="7612"/>
                    <a:pt x="7839" y="6914"/>
                    <a:pt x="7839" y="6046"/>
                  </a:cubicBezTo>
                  <a:lnTo>
                    <a:pt x="7839" y="3137"/>
                  </a:lnTo>
                  <a:cubicBezTo>
                    <a:pt x="7839" y="2636"/>
                    <a:pt x="7425" y="2238"/>
                    <a:pt x="6938" y="2238"/>
                  </a:cubicBezTo>
                  <a:cubicBezTo>
                    <a:pt x="6911" y="2238"/>
                    <a:pt x="6883" y="2240"/>
                    <a:pt x="6856" y="2242"/>
                  </a:cubicBezTo>
                  <a:cubicBezTo>
                    <a:pt x="6388" y="2303"/>
                    <a:pt x="6036" y="2703"/>
                    <a:pt x="6049" y="3178"/>
                  </a:cubicBezTo>
                  <a:lnTo>
                    <a:pt x="6049" y="5382"/>
                  </a:lnTo>
                  <a:cubicBezTo>
                    <a:pt x="6049" y="5626"/>
                    <a:pt x="5846" y="5829"/>
                    <a:pt x="5602" y="5829"/>
                  </a:cubicBezTo>
                  <a:lnTo>
                    <a:pt x="4707" y="5829"/>
                  </a:lnTo>
                  <a:cubicBezTo>
                    <a:pt x="4578" y="5829"/>
                    <a:pt x="4483" y="5727"/>
                    <a:pt x="4483" y="5605"/>
                  </a:cubicBezTo>
                  <a:lnTo>
                    <a:pt x="4483" y="2242"/>
                  </a:lnTo>
                  <a:cubicBezTo>
                    <a:pt x="4476" y="995"/>
                    <a:pt x="3464" y="0"/>
                    <a:pt x="2233" y="0"/>
                  </a:cubicBezTo>
                  <a:close/>
                </a:path>
              </a:pathLst>
            </a:custGeom>
            <a:solidFill>
              <a:srgbClr val="C1CDD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636" name="Google Shape;18636;p46"/>
            <p:cNvSpPr/>
            <p:nvPr/>
          </p:nvSpPr>
          <p:spPr>
            <a:xfrm>
              <a:off x="1145489" y="3388816"/>
              <a:ext cx="164724" cy="346603"/>
            </a:xfrm>
            <a:custGeom>
              <a:rect b="b" l="l" r="r" t="t"/>
              <a:pathLst>
                <a:path extrusionOk="0" h="13214" w="6280">
                  <a:moveTo>
                    <a:pt x="5591" y="1"/>
                  </a:moveTo>
                  <a:cubicBezTo>
                    <a:pt x="5413" y="1"/>
                    <a:pt x="5235" y="22"/>
                    <a:pt x="5059" y="66"/>
                  </a:cubicBezTo>
                  <a:cubicBezTo>
                    <a:pt x="4042" y="317"/>
                    <a:pt x="3364" y="1273"/>
                    <a:pt x="3364" y="2317"/>
                  </a:cubicBezTo>
                  <a:lnTo>
                    <a:pt x="3364" y="9186"/>
                  </a:lnTo>
                  <a:cubicBezTo>
                    <a:pt x="3364" y="9308"/>
                    <a:pt x="3269" y="9409"/>
                    <a:pt x="3140" y="9409"/>
                  </a:cubicBezTo>
                  <a:lnTo>
                    <a:pt x="2245" y="9409"/>
                  </a:lnTo>
                  <a:cubicBezTo>
                    <a:pt x="1994" y="9409"/>
                    <a:pt x="1797" y="9206"/>
                    <a:pt x="1797" y="8962"/>
                  </a:cubicBezTo>
                  <a:lnTo>
                    <a:pt x="1797" y="4968"/>
                  </a:lnTo>
                  <a:cubicBezTo>
                    <a:pt x="1804" y="4493"/>
                    <a:pt x="1452" y="4093"/>
                    <a:pt x="984" y="4032"/>
                  </a:cubicBezTo>
                  <a:cubicBezTo>
                    <a:pt x="956" y="4030"/>
                    <a:pt x="929" y="4029"/>
                    <a:pt x="902" y="4029"/>
                  </a:cubicBezTo>
                  <a:cubicBezTo>
                    <a:pt x="414" y="4029"/>
                    <a:pt x="1" y="4426"/>
                    <a:pt x="1" y="4927"/>
                  </a:cubicBezTo>
                  <a:lnTo>
                    <a:pt x="1" y="9626"/>
                  </a:lnTo>
                  <a:cubicBezTo>
                    <a:pt x="1" y="10494"/>
                    <a:pt x="706" y="11193"/>
                    <a:pt x="1567" y="11193"/>
                  </a:cubicBezTo>
                  <a:lnTo>
                    <a:pt x="3140" y="11193"/>
                  </a:lnTo>
                  <a:cubicBezTo>
                    <a:pt x="3262" y="11193"/>
                    <a:pt x="3364" y="11294"/>
                    <a:pt x="3364" y="11416"/>
                  </a:cubicBezTo>
                  <a:lnTo>
                    <a:pt x="3364" y="12766"/>
                  </a:lnTo>
                  <a:cubicBezTo>
                    <a:pt x="3364" y="13010"/>
                    <a:pt x="3560" y="13213"/>
                    <a:pt x="3811" y="13213"/>
                  </a:cubicBezTo>
                  <a:lnTo>
                    <a:pt x="5154" y="13213"/>
                  </a:lnTo>
                  <a:cubicBezTo>
                    <a:pt x="4903" y="13213"/>
                    <a:pt x="4706" y="13010"/>
                    <a:pt x="4706" y="12766"/>
                  </a:cubicBezTo>
                  <a:lnTo>
                    <a:pt x="4706" y="2317"/>
                  </a:lnTo>
                  <a:cubicBezTo>
                    <a:pt x="4706" y="1306"/>
                    <a:pt x="5357" y="405"/>
                    <a:pt x="6279" y="106"/>
                  </a:cubicBezTo>
                  <a:cubicBezTo>
                    <a:pt x="6056" y="37"/>
                    <a:pt x="5824" y="1"/>
                    <a:pt x="5591" y="1"/>
                  </a:cubicBezTo>
                  <a:close/>
                </a:path>
              </a:pathLst>
            </a:custGeom>
            <a:solidFill>
              <a:srgbClr val="ADBCC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637" name="Google Shape;18637;p46"/>
            <p:cNvSpPr/>
            <p:nvPr/>
          </p:nvSpPr>
          <p:spPr>
            <a:xfrm>
              <a:off x="1175024" y="3495283"/>
              <a:ext cx="29351" cy="140173"/>
            </a:xfrm>
            <a:custGeom>
              <a:rect b="b" l="l" r="r" t="t"/>
              <a:pathLst>
                <a:path extrusionOk="0" h="5344" w="1119">
                  <a:moveTo>
                    <a:pt x="0" y="0"/>
                  </a:moveTo>
                  <a:lnTo>
                    <a:pt x="0" y="4672"/>
                  </a:lnTo>
                  <a:cubicBezTo>
                    <a:pt x="0" y="5045"/>
                    <a:pt x="298" y="5343"/>
                    <a:pt x="671" y="5343"/>
                  </a:cubicBezTo>
                  <a:lnTo>
                    <a:pt x="1119" y="5343"/>
                  </a:lnTo>
                  <a:cubicBezTo>
                    <a:pt x="868" y="5343"/>
                    <a:pt x="671" y="5147"/>
                    <a:pt x="671" y="4903"/>
                  </a:cubicBezTo>
                  <a:lnTo>
                    <a:pt x="671" y="868"/>
                  </a:lnTo>
                  <a:cubicBezTo>
                    <a:pt x="671" y="461"/>
                    <a:pt x="393" y="102"/>
                    <a:pt x="0" y="0"/>
                  </a:cubicBezTo>
                  <a:close/>
                </a:path>
              </a:pathLst>
            </a:custGeom>
            <a:solidFill>
              <a:srgbClr val="C1CDD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638" name="Google Shape;18638;p46"/>
            <p:cNvSpPr/>
            <p:nvPr/>
          </p:nvSpPr>
          <p:spPr>
            <a:xfrm>
              <a:off x="1286528" y="3435872"/>
              <a:ext cx="11777" cy="17627"/>
            </a:xfrm>
            <a:custGeom>
              <a:rect b="b" l="l" r="r" t="t"/>
              <a:pathLst>
                <a:path extrusionOk="0" h="672" w="449">
                  <a:moveTo>
                    <a:pt x="224" y="1"/>
                  </a:moveTo>
                  <a:cubicBezTo>
                    <a:pt x="112" y="1"/>
                    <a:pt x="1" y="75"/>
                    <a:pt x="1" y="224"/>
                  </a:cubicBezTo>
                  <a:lnTo>
                    <a:pt x="1" y="448"/>
                  </a:lnTo>
                  <a:cubicBezTo>
                    <a:pt x="1" y="570"/>
                    <a:pt x="102" y="672"/>
                    <a:pt x="224" y="672"/>
                  </a:cubicBezTo>
                  <a:cubicBezTo>
                    <a:pt x="346" y="672"/>
                    <a:pt x="448" y="570"/>
                    <a:pt x="448" y="448"/>
                  </a:cubicBezTo>
                  <a:lnTo>
                    <a:pt x="448" y="224"/>
                  </a:lnTo>
                  <a:cubicBezTo>
                    <a:pt x="448" y="75"/>
                    <a:pt x="336" y="1"/>
                    <a:pt x="224" y="1"/>
                  </a:cubicBezTo>
                  <a:close/>
                </a:path>
              </a:pathLst>
            </a:custGeom>
            <a:solidFill>
              <a:srgbClr val="93A7B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639" name="Google Shape;18639;p46"/>
            <p:cNvSpPr/>
            <p:nvPr/>
          </p:nvSpPr>
          <p:spPr>
            <a:xfrm>
              <a:off x="1286528" y="3482824"/>
              <a:ext cx="11777" cy="17653"/>
            </a:xfrm>
            <a:custGeom>
              <a:rect b="b" l="l" r="r" t="t"/>
              <a:pathLst>
                <a:path extrusionOk="0" h="673" w="449">
                  <a:moveTo>
                    <a:pt x="224" y="1"/>
                  </a:moveTo>
                  <a:cubicBezTo>
                    <a:pt x="112" y="1"/>
                    <a:pt x="1" y="75"/>
                    <a:pt x="1" y="225"/>
                  </a:cubicBezTo>
                  <a:lnTo>
                    <a:pt x="1" y="448"/>
                  </a:lnTo>
                  <a:cubicBezTo>
                    <a:pt x="1" y="570"/>
                    <a:pt x="102" y="672"/>
                    <a:pt x="224" y="672"/>
                  </a:cubicBezTo>
                  <a:cubicBezTo>
                    <a:pt x="346" y="672"/>
                    <a:pt x="448" y="570"/>
                    <a:pt x="448" y="448"/>
                  </a:cubicBezTo>
                  <a:lnTo>
                    <a:pt x="448" y="225"/>
                  </a:lnTo>
                  <a:cubicBezTo>
                    <a:pt x="448" y="75"/>
                    <a:pt x="336" y="1"/>
                    <a:pt x="224" y="1"/>
                  </a:cubicBezTo>
                  <a:close/>
                </a:path>
              </a:pathLst>
            </a:custGeom>
            <a:solidFill>
              <a:srgbClr val="93A7B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640" name="Google Shape;18640;p46"/>
            <p:cNvSpPr/>
            <p:nvPr/>
          </p:nvSpPr>
          <p:spPr>
            <a:xfrm>
              <a:off x="1163273" y="3518051"/>
              <a:ext cx="11777" cy="17627"/>
            </a:xfrm>
            <a:custGeom>
              <a:rect b="b" l="l" r="r" t="t"/>
              <a:pathLst>
                <a:path extrusionOk="0" h="672" w="449">
                  <a:moveTo>
                    <a:pt x="224" y="0"/>
                  </a:moveTo>
                  <a:cubicBezTo>
                    <a:pt x="112" y="0"/>
                    <a:pt x="1" y="75"/>
                    <a:pt x="1" y="224"/>
                  </a:cubicBezTo>
                  <a:lnTo>
                    <a:pt x="1" y="448"/>
                  </a:lnTo>
                  <a:cubicBezTo>
                    <a:pt x="1" y="570"/>
                    <a:pt x="96" y="672"/>
                    <a:pt x="224" y="672"/>
                  </a:cubicBezTo>
                  <a:cubicBezTo>
                    <a:pt x="346" y="672"/>
                    <a:pt x="448" y="570"/>
                    <a:pt x="448" y="448"/>
                  </a:cubicBezTo>
                  <a:lnTo>
                    <a:pt x="448" y="224"/>
                  </a:lnTo>
                  <a:cubicBezTo>
                    <a:pt x="448" y="75"/>
                    <a:pt x="336" y="0"/>
                    <a:pt x="224" y="0"/>
                  </a:cubicBezTo>
                  <a:close/>
                </a:path>
              </a:pathLst>
            </a:custGeom>
            <a:solidFill>
              <a:srgbClr val="93A7B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641" name="Google Shape;18641;p46"/>
            <p:cNvSpPr/>
            <p:nvPr/>
          </p:nvSpPr>
          <p:spPr>
            <a:xfrm>
              <a:off x="1163273" y="3559127"/>
              <a:ext cx="11777" cy="17627"/>
            </a:xfrm>
            <a:custGeom>
              <a:rect b="b" l="l" r="r" t="t"/>
              <a:pathLst>
                <a:path extrusionOk="0" h="672" w="449">
                  <a:moveTo>
                    <a:pt x="224" y="1"/>
                  </a:moveTo>
                  <a:cubicBezTo>
                    <a:pt x="112" y="1"/>
                    <a:pt x="1" y="75"/>
                    <a:pt x="1" y="224"/>
                  </a:cubicBezTo>
                  <a:lnTo>
                    <a:pt x="1" y="448"/>
                  </a:lnTo>
                  <a:cubicBezTo>
                    <a:pt x="1" y="570"/>
                    <a:pt x="96" y="672"/>
                    <a:pt x="224" y="672"/>
                  </a:cubicBezTo>
                  <a:cubicBezTo>
                    <a:pt x="346" y="672"/>
                    <a:pt x="448" y="570"/>
                    <a:pt x="448" y="448"/>
                  </a:cubicBezTo>
                  <a:lnTo>
                    <a:pt x="448" y="224"/>
                  </a:lnTo>
                  <a:cubicBezTo>
                    <a:pt x="448" y="75"/>
                    <a:pt x="336" y="1"/>
                    <a:pt x="224" y="1"/>
                  </a:cubicBezTo>
                  <a:close/>
                </a:path>
              </a:pathLst>
            </a:custGeom>
            <a:solidFill>
              <a:srgbClr val="93A7B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642" name="Google Shape;18642;p46"/>
            <p:cNvSpPr/>
            <p:nvPr/>
          </p:nvSpPr>
          <p:spPr>
            <a:xfrm>
              <a:off x="1163273" y="3600387"/>
              <a:ext cx="11777" cy="17627"/>
            </a:xfrm>
            <a:custGeom>
              <a:rect b="b" l="l" r="r" t="t"/>
              <a:pathLst>
                <a:path extrusionOk="0" h="672" w="449">
                  <a:moveTo>
                    <a:pt x="224" y="1"/>
                  </a:moveTo>
                  <a:cubicBezTo>
                    <a:pt x="112" y="1"/>
                    <a:pt x="1" y="75"/>
                    <a:pt x="1" y="224"/>
                  </a:cubicBezTo>
                  <a:lnTo>
                    <a:pt x="1" y="448"/>
                  </a:lnTo>
                  <a:cubicBezTo>
                    <a:pt x="1" y="570"/>
                    <a:pt x="96" y="672"/>
                    <a:pt x="224" y="672"/>
                  </a:cubicBezTo>
                  <a:cubicBezTo>
                    <a:pt x="346" y="672"/>
                    <a:pt x="448" y="570"/>
                    <a:pt x="448" y="448"/>
                  </a:cubicBezTo>
                  <a:lnTo>
                    <a:pt x="448" y="224"/>
                  </a:lnTo>
                  <a:cubicBezTo>
                    <a:pt x="448" y="75"/>
                    <a:pt x="336" y="1"/>
                    <a:pt x="224" y="1"/>
                  </a:cubicBezTo>
                  <a:close/>
                </a:path>
              </a:pathLst>
            </a:custGeom>
            <a:solidFill>
              <a:srgbClr val="93A7B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643" name="Google Shape;18643;p46"/>
            <p:cNvSpPr/>
            <p:nvPr/>
          </p:nvSpPr>
          <p:spPr>
            <a:xfrm>
              <a:off x="1165109" y="3637581"/>
              <a:ext cx="19882" cy="16368"/>
            </a:xfrm>
            <a:custGeom>
              <a:rect b="b" l="l" r="r" t="t"/>
              <a:pathLst>
                <a:path extrusionOk="0" h="624" w="758">
                  <a:moveTo>
                    <a:pt x="321" y="1"/>
                  </a:moveTo>
                  <a:cubicBezTo>
                    <a:pt x="153" y="1"/>
                    <a:pt x="1" y="206"/>
                    <a:pt x="148" y="373"/>
                  </a:cubicBezTo>
                  <a:lnTo>
                    <a:pt x="297" y="542"/>
                  </a:lnTo>
                  <a:cubicBezTo>
                    <a:pt x="337" y="590"/>
                    <a:pt x="398" y="624"/>
                    <a:pt x="466" y="624"/>
                  </a:cubicBezTo>
                  <a:cubicBezTo>
                    <a:pt x="656" y="624"/>
                    <a:pt x="758" y="393"/>
                    <a:pt x="636" y="251"/>
                  </a:cubicBezTo>
                  <a:lnTo>
                    <a:pt x="487" y="81"/>
                  </a:lnTo>
                  <a:cubicBezTo>
                    <a:pt x="437" y="25"/>
                    <a:pt x="378" y="1"/>
                    <a:pt x="321" y="1"/>
                  </a:cubicBezTo>
                  <a:close/>
                </a:path>
              </a:pathLst>
            </a:custGeom>
            <a:solidFill>
              <a:srgbClr val="93A7B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644" name="Google Shape;18644;p46"/>
            <p:cNvSpPr/>
            <p:nvPr/>
          </p:nvSpPr>
          <p:spPr>
            <a:xfrm>
              <a:off x="1196532" y="3653214"/>
              <a:ext cx="21377" cy="11777"/>
            </a:xfrm>
            <a:custGeom>
              <a:rect b="b" l="l" r="r" t="t"/>
              <a:pathLst>
                <a:path extrusionOk="0" h="449" w="815">
                  <a:moveTo>
                    <a:pt x="299" y="1"/>
                  </a:moveTo>
                  <a:cubicBezTo>
                    <a:pt x="1" y="1"/>
                    <a:pt x="1" y="448"/>
                    <a:pt x="299" y="448"/>
                  </a:cubicBezTo>
                  <a:lnTo>
                    <a:pt x="516" y="448"/>
                  </a:lnTo>
                  <a:cubicBezTo>
                    <a:pt x="814" y="448"/>
                    <a:pt x="814" y="1"/>
                    <a:pt x="516" y="1"/>
                  </a:cubicBezTo>
                  <a:close/>
                </a:path>
              </a:pathLst>
            </a:custGeom>
            <a:solidFill>
              <a:srgbClr val="93A7B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645" name="Google Shape;18645;p46"/>
            <p:cNvSpPr/>
            <p:nvPr/>
          </p:nvSpPr>
          <p:spPr>
            <a:xfrm>
              <a:off x="1286528" y="3529776"/>
              <a:ext cx="11777" cy="17653"/>
            </a:xfrm>
            <a:custGeom>
              <a:rect b="b" l="l" r="r" t="t"/>
              <a:pathLst>
                <a:path extrusionOk="0" h="673" w="449">
                  <a:moveTo>
                    <a:pt x="224" y="1"/>
                  </a:moveTo>
                  <a:cubicBezTo>
                    <a:pt x="112" y="1"/>
                    <a:pt x="1" y="75"/>
                    <a:pt x="1" y="225"/>
                  </a:cubicBezTo>
                  <a:lnTo>
                    <a:pt x="1" y="448"/>
                  </a:lnTo>
                  <a:cubicBezTo>
                    <a:pt x="1" y="570"/>
                    <a:pt x="102" y="672"/>
                    <a:pt x="224" y="672"/>
                  </a:cubicBezTo>
                  <a:cubicBezTo>
                    <a:pt x="346" y="672"/>
                    <a:pt x="448" y="570"/>
                    <a:pt x="448" y="448"/>
                  </a:cubicBezTo>
                  <a:lnTo>
                    <a:pt x="448" y="225"/>
                  </a:lnTo>
                  <a:cubicBezTo>
                    <a:pt x="448" y="75"/>
                    <a:pt x="336" y="1"/>
                    <a:pt x="224" y="1"/>
                  </a:cubicBezTo>
                  <a:close/>
                </a:path>
              </a:pathLst>
            </a:custGeom>
            <a:solidFill>
              <a:srgbClr val="93A7B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646" name="Google Shape;18646;p46"/>
            <p:cNvSpPr/>
            <p:nvPr/>
          </p:nvSpPr>
          <p:spPr>
            <a:xfrm>
              <a:off x="1286528" y="3576728"/>
              <a:ext cx="11777" cy="17653"/>
            </a:xfrm>
            <a:custGeom>
              <a:rect b="b" l="l" r="r" t="t"/>
              <a:pathLst>
                <a:path extrusionOk="0" h="673" w="449">
                  <a:moveTo>
                    <a:pt x="224" y="1"/>
                  </a:moveTo>
                  <a:cubicBezTo>
                    <a:pt x="112" y="1"/>
                    <a:pt x="1" y="75"/>
                    <a:pt x="1" y="225"/>
                  </a:cubicBezTo>
                  <a:lnTo>
                    <a:pt x="1" y="448"/>
                  </a:lnTo>
                  <a:cubicBezTo>
                    <a:pt x="1" y="577"/>
                    <a:pt x="102" y="672"/>
                    <a:pt x="224" y="672"/>
                  </a:cubicBezTo>
                  <a:cubicBezTo>
                    <a:pt x="346" y="672"/>
                    <a:pt x="448" y="577"/>
                    <a:pt x="448" y="448"/>
                  </a:cubicBezTo>
                  <a:lnTo>
                    <a:pt x="448" y="225"/>
                  </a:lnTo>
                  <a:cubicBezTo>
                    <a:pt x="448" y="75"/>
                    <a:pt x="336" y="1"/>
                    <a:pt x="224" y="1"/>
                  </a:cubicBezTo>
                  <a:close/>
                </a:path>
              </a:pathLst>
            </a:custGeom>
            <a:solidFill>
              <a:srgbClr val="93A7B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647" name="Google Shape;18647;p46"/>
            <p:cNvSpPr/>
            <p:nvPr/>
          </p:nvSpPr>
          <p:spPr>
            <a:xfrm>
              <a:off x="1286528" y="3623863"/>
              <a:ext cx="11777" cy="17653"/>
            </a:xfrm>
            <a:custGeom>
              <a:rect b="b" l="l" r="r" t="t"/>
              <a:pathLst>
                <a:path extrusionOk="0" h="673" w="449">
                  <a:moveTo>
                    <a:pt x="224" y="1"/>
                  </a:moveTo>
                  <a:cubicBezTo>
                    <a:pt x="112" y="1"/>
                    <a:pt x="1" y="75"/>
                    <a:pt x="1" y="225"/>
                  </a:cubicBezTo>
                  <a:lnTo>
                    <a:pt x="1" y="448"/>
                  </a:lnTo>
                  <a:cubicBezTo>
                    <a:pt x="1" y="570"/>
                    <a:pt x="102" y="672"/>
                    <a:pt x="224" y="672"/>
                  </a:cubicBezTo>
                  <a:cubicBezTo>
                    <a:pt x="346" y="672"/>
                    <a:pt x="448" y="570"/>
                    <a:pt x="448" y="448"/>
                  </a:cubicBezTo>
                  <a:lnTo>
                    <a:pt x="448" y="225"/>
                  </a:lnTo>
                  <a:cubicBezTo>
                    <a:pt x="448" y="75"/>
                    <a:pt x="336" y="1"/>
                    <a:pt x="224" y="1"/>
                  </a:cubicBezTo>
                  <a:close/>
                </a:path>
              </a:pathLst>
            </a:custGeom>
            <a:solidFill>
              <a:srgbClr val="93A7B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648" name="Google Shape;18648;p46"/>
            <p:cNvSpPr/>
            <p:nvPr/>
          </p:nvSpPr>
          <p:spPr>
            <a:xfrm>
              <a:off x="1286528" y="3670815"/>
              <a:ext cx="11777" cy="17653"/>
            </a:xfrm>
            <a:custGeom>
              <a:rect b="b" l="l" r="r" t="t"/>
              <a:pathLst>
                <a:path extrusionOk="0" h="673" w="449">
                  <a:moveTo>
                    <a:pt x="224" y="1"/>
                  </a:moveTo>
                  <a:cubicBezTo>
                    <a:pt x="112" y="1"/>
                    <a:pt x="1" y="75"/>
                    <a:pt x="1" y="225"/>
                  </a:cubicBezTo>
                  <a:lnTo>
                    <a:pt x="1" y="448"/>
                  </a:lnTo>
                  <a:cubicBezTo>
                    <a:pt x="1" y="570"/>
                    <a:pt x="102" y="672"/>
                    <a:pt x="224" y="672"/>
                  </a:cubicBezTo>
                  <a:cubicBezTo>
                    <a:pt x="346" y="672"/>
                    <a:pt x="448" y="570"/>
                    <a:pt x="448" y="448"/>
                  </a:cubicBezTo>
                  <a:lnTo>
                    <a:pt x="448" y="225"/>
                  </a:lnTo>
                  <a:cubicBezTo>
                    <a:pt x="448" y="75"/>
                    <a:pt x="336" y="1"/>
                    <a:pt x="224" y="1"/>
                  </a:cubicBezTo>
                  <a:close/>
                </a:path>
              </a:pathLst>
            </a:custGeom>
            <a:solidFill>
              <a:srgbClr val="93A7B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649" name="Google Shape;18649;p46"/>
            <p:cNvSpPr/>
            <p:nvPr/>
          </p:nvSpPr>
          <p:spPr>
            <a:xfrm>
              <a:off x="1380615" y="3448332"/>
              <a:ext cx="29378" cy="93221"/>
            </a:xfrm>
            <a:custGeom>
              <a:rect b="b" l="l" r="r" t="t"/>
              <a:pathLst>
                <a:path extrusionOk="0" h="3554" w="1120">
                  <a:moveTo>
                    <a:pt x="1119" y="0"/>
                  </a:moveTo>
                  <a:cubicBezTo>
                    <a:pt x="726" y="102"/>
                    <a:pt x="448" y="455"/>
                    <a:pt x="448" y="861"/>
                  </a:cubicBezTo>
                  <a:lnTo>
                    <a:pt x="448" y="3106"/>
                  </a:lnTo>
                  <a:cubicBezTo>
                    <a:pt x="448" y="3350"/>
                    <a:pt x="245" y="3553"/>
                    <a:pt x="1" y="3553"/>
                  </a:cubicBezTo>
                  <a:lnTo>
                    <a:pt x="448" y="3553"/>
                  </a:lnTo>
                  <a:cubicBezTo>
                    <a:pt x="814" y="3553"/>
                    <a:pt x="1113" y="3255"/>
                    <a:pt x="1119" y="2882"/>
                  </a:cubicBezTo>
                  <a:lnTo>
                    <a:pt x="1119" y="0"/>
                  </a:lnTo>
                  <a:close/>
                </a:path>
              </a:pathLst>
            </a:custGeom>
            <a:solidFill>
              <a:srgbClr val="ADBCC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650" name="Google Shape;18650;p46"/>
            <p:cNvSpPr/>
            <p:nvPr/>
          </p:nvSpPr>
          <p:spPr>
            <a:xfrm>
              <a:off x="1409966" y="3471099"/>
              <a:ext cx="11751" cy="17627"/>
            </a:xfrm>
            <a:custGeom>
              <a:rect b="b" l="l" r="r" t="t"/>
              <a:pathLst>
                <a:path extrusionOk="0" h="672" w="448">
                  <a:moveTo>
                    <a:pt x="224" y="0"/>
                  </a:moveTo>
                  <a:cubicBezTo>
                    <a:pt x="112" y="0"/>
                    <a:pt x="0" y="75"/>
                    <a:pt x="0" y="224"/>
                  </a:cubicBezTo>
                  <a:lnTo>
                    <a:pt x="0" y="448"/>
                  </a:lnTo>
                  <a:cubicBezTo>
                    <a:pt x="0" y="570"/>
                    <a:pt x="102" y="672"/>
                    <a:pt x="224" y="672"/>
                  </a:cubicBezTo>
                  <a:cubicBezTo>
                    <a:pt x="346" y="672"/>
                    <a:pt x="448" y="570"/>
                    <a:pt x="448" y="448"/>
                  </a:cubicBezTo>
                  <a:lnTo>
                    <a:pt x="448" y="224"/>
                  </a:lnTo>
                  <a:cubicBezTo>
                    <a:pt x="448" y="75"/>
                    <a:pt x="336" y="0"/>
                    <a:pt x="224" y="0"/>
                  </a:cubicBezTo>
                  <a:close/>
                </a:path>
              </a:pathLst>
            </a:custGeom>
            <a:solidFill>
              <a:srgbClr val="93A7B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651" name="Google Shape;18651;p46"/>
            <p:cNvSpPr/>
            <p:nvPr/>
          </p:nvSpPr>
          <p:spPr>
            <a:xfrm>
              <a:off x="1409966" y="3512176"/>
              <a:ext cx="11751" cy="17627"/>
            </a:xfrm>
            <a:custGeom>
              <a:rect b="b" l="l" r="r" t="t"/>
              <a:pathLst>
                <a:path extrusionOk="0" h="672" w="448">
                  <a:moveTo>
                    <a:pt x="224" y="1"/>
                  </a:moveTo>
                  <a:cubicBezTo>
                    <a:pt x="112" y="1"/>
                    <a:pt x="0" y="75"/>
                    <a:pt x="0" y="224"/>
                  </a:cubicBezTo>
                  <a:lnTo>
                    <a:pt x="0" y="448"/>
                  </a:lnTo>
                  <a:cubicBezTo>
                    <a:pt x="0" y="570"/>
                    <a:pt x="102" y="672"/>
                    <a:pt x="224" y="672"/>
                  </a:cubicBezTo>
                  <a:cubicBezTo>
                    <a:pt x="346" y="672"/>
                    <a:pt x="448" y="570"/>
                    <a:pt x="448" y="448"/>
                  </a:cubicBezTo>
                  <a:lnTo>
                    <a:pt x="448" y="224"/>
                  </a:lnTo>
                  <a:cubicBezTo>
                    <a:pt x="448" y="75"/>
                    <a:pt x="336" y="1"/>
                    <a:pt x="224" y="1"/>
                  </a:cubicBezTo>
                  <a:close/>
                </a:path>
              </a:pathLst>
            </a:custGeom>
            <a:solidFill>
              <a:srgbClr val="93A7B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652" name="Google Shape;18652;p46"/>
            <p:cNvSpPr/>
            <p:nvPr/>
          </p:nvSpPr>
          <p:spPr>
            <a:xfrm>
              <a:off x="1368706" y="3559127"/>
              <a:ext cx="19594" cy="11777"/>
            </a:xfrm>
            <a:custGeom>
              <a:rect b="b" l="l" r="r" t="t"/>
              <a:pathLst>
                <a:path extrusionOk="0" h="449" w="747">
                  <a:moveTo>
                    <a:pt x="231" y="1"/>
                  </a:moveTo>
                  <a:cubicBezTo>
                    <a:pt x="102" y="1"/>
                    <a:pt x="0" y="102"/>
                    <a:pt x="7" y="224"/>
                  </a:cubicBezTo>
                  <a:cubicBezTo>
                    <a:pt x="7" y="346"/>
                    <a:pt x="102" y="448"/>
                    <a:pt x="231" y="448"/>
                  </a:cubicBezTo>
                  <a:lnTo>
                    <a:pt x="448" y="448"/>
                  </a:lnTo>
                  <a:cubicBezTo>
                    <a:pt x="746" y="448"/>
                    <a:pt x="746" y="1"/>
                    <a:pt x="448" y="1"/>
                  </a:cubicBezTo>
                  <a:close/>
                </a:path>
              </a:pathLst>
            </a:custGeom>
            <a:solidFill>
              <a:srgbClr val="93A7B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653" name="Google Shape;18653;p46"/>
            <p:cNvSpPr/>
            <p:nvPr/>
          </p:nvSpPr>
          <p:spPr>
            <a:xfrm>
              <a:off x="1399815" y="3547691"/>
              <a:ext cx="19017" cy="16053"/>
            </a:xfrm>
            <a:custGeom>
              <a:rect b="b" l="l" r="r" t="t"/>
              <a:pathLst>
                <a:path extrusionOk="0" h="612" w="725">
                  <a:moveTo>
                    <a:pt x="405" y="1"/>
                  </a:moveTo>
                  <a:cubicBezTo>
                    <a:pt x="351" y="1"/>
                    <a:pt x="296" y="21"/>
                    <a:pt x="245" y="70"/>
                  </a:cubicBezTo>
                  <a:lnTo>
                    <a:pt x="89" y="226"/>
                  </a:lnTo>
                  <a:cubicBezTo>
                    <a:pt x="1" y="315"/>
                    <a:pt x="1" y="457"/>
                    <a:pt x="89" y="545"/>
                  </a:cubicBezTo>
                  <a:cubicBezTo>
                    <a:pt x="133" y="589"/>
                    <a:pt x="191" y="611"/>
                    <a:pt x="248" y="611"/>
                  </a:cubicBezTo>
                  <a:cubicBezTo>
                    <a:pt x="306" y="611"/>
                    <a:pt x="364" y="589"/>
                    <a:pt x="408" y="545"/>
                  </a:cubicBezTo>
                  <a:lnTo>
                    <a:pt x="564" y="389"/>
                  </a:lnTo>
                  <a:cubicBezTo>
                    <a:pt x="725" y="223"/>
                    <a:pt x="579" y="1"/>
                    <a:pt x="405" y="1"/>
                  </a:cubicBezTo>
                  <a:close/>
                </a:path>
              </a:pathLst>
            </a:custGeom>
            <a:solidFill>
              <a:srgbClr val="93A7B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8654" name="Google Shape;18654;p46"/>
          <p:cNvGrpSpPr/>
          <p:nvPr/>
        </p:nvGrpSpPr>
        <p:grpSpPr>
          <a:xfrm>
            <a:off x="5776868" y="1515181"/>
            <a:ext cx="370865" cy="364151"/>
            <a:chOff x="5776868" y="1515181"/>
            <a:chExt cx="370865" cy="364151"/>
          </a:xfrm>
        </p:grpSpPr>
        <p:sp>
          <p:nvSpPr>
            <p:cNvPr id="18655" name="Google Shape;18655;p46"/>
            <p:cNvSpPr/>
            <p:nvPr/>
          </p:nvSpPr>
          <p:spPr>
            <a:xfrm>
              <a:off x="5776868" y="1515181"/>
              <a:ext cx="176213" cy="156147"/>
            </a:xfrm>
            <a:custGeom>
              <a:rect b="b" l="l" r="r" t="t"/>
              <a:pathLst>
                <a:path extrusionOk="0" h="5953" w="6718">
                  <a:moveTo>
                    <a:pt x="2004" y="1"/>
                  </a:moveTo>
                  <a:cubicBezTo>
                    <a:pt x="1894" y="1"/>
                    <a:pt x="1784" y="73"/>
                    <a:pt x="1784" y="219"/>
                  </a:cubicBezTo>
                  <a:cubicBezTo>
                    <a:pt x="1784" y="674"/>
                    <a:pt x="1716" y="1935"/>
                    <a:pt x="1411" y="2464"/>
                  </a:cubicBezTo>
                  <a:cubicBezTo>
                    <a:pt x="367" y="1596"/>
                    <a:pt x="455" y="524"/>
                    <a:pt x="462" y="463"/>
                  </a:cubicBezTo>
                  <a:cubicBezTo>
                    <a:pt x="473" y="309"/>
                    <a:pt x="355" y="225"/>
                    <a:pt x="237" y="225"/>
                  </a:cubicBezTo>
                  <a:cubicBezTo>
                    <a:pt x="138" y="225"/>
                    <a:pt x="40" y="285"/>
                    <a:pt x="21" y="416"/>
                  </a:cubicBezTo>
                  <a:cubicBezTo>
                    <a:pt x="1" y="823"/>
                    <a:pt x="75" y="1230"/>
                    <a:pt x="238" y="1609"/>
                  </a:cubicBezTo>
                  <a:cubicBezTo>
                    <a:pt x="482" y="2199"/>
                    <a:pt x="1052" y="3006"/>
                    <a:pt x="2367" y="3508"/>
                  </a:cubicBezTo>
                  <a:cubicBezTo>
                    <a:pt x="5134" y="4572"/>
                    <a:pt x="6232" y="5854"/>
                    <a:pt x="6239" y="5867"/>
                  </a:cubicBezTo>
                  <a:cubicBezTo>
                    <a:pt x="6289" y="5928"/>
                    <a:pt x="6349" y="5953"/>
                    <a:pt x="6407" y="5953"/>
                  </a:cubicBezTo>
                  <a:cubicBezTo>
                    <a:pt x="6570" y="5953"/>
                    <a:pt x="6718" y="5755"/>
                    <a:pt x="6578" y="5589"/>
                  </a:cubicBezTo>
                  <a:cubicBezTo>
                    <a:pt x="6544" y="5549"/>
                    <a:pt x="5900" y="4789"/>
                    <a:pt x="4367" y="3949"/>
                  </a:cubicBezTo>
                  <a:lnTo>
                    <a:pt x="4177" y="3765"/>
                  </a:lnTo>
                  <a:cubicBezTo>
                    <a:pt x="3974" y="3501"/>
                    <a:pt x="3798" y="3264"/>
                    <a:pt x="3662" y="3033"/>
                  </a:cubicBezTo>
                  <a:cubicBezTo>
                    <a:pt x="4042" y="2803"/>
                    <a:pt x="4367" y="2484"/>
                    <a:pt x="4611" y="2104"/>
                  </a:cubicBezTo>
                  <a:cubicBezTo>
                    <a:pt x="4726" y="1932"/>
                    <a:pt x="4577" y="1759"/>
                    <a:pt x="4422" y="1759"/>
                  </a:cubicBezTo>
                  <a:cubicBezTo>
                    <a:pt x="4358" y="1759"/>
                    <a:pt x="4293" y="1789"/>
                    <a:pt x="4245" y="1860"/>
                  </a:cubicBezTo>
                  <a:cubicBezTo>
                    <a:pt x="4042" y="2172"/>
                    <a:pt x="3777" y="2436"/>
                    <a:pt x="3465" y="2640"/>
                  </a:cubicBezTo>
                  <a:cubicBezTo>
                    <a:pt x="3323" y="2274"/>
                    <a:pt x="3316" y="1867"/>
                    <a:pt x="3445" y="1494"/>
                  </a:cubicBezTo>
                  <a:cubicBezTo>
                    <a:pt x="3499" y="1324"/>
                    <a:pt x="3360" y="1207"/>
                    <a:pt x="3226" y="1207"/>
                  </a:cubicBezTo>
                  <a:cubicBezTo>
                    <a:pt x="3140" y="1207"/>
                    <a:pt x="3056" y="1254"/>
                    <a:pt x="3025" y="1365"/>
                  </a:cubicBezTo>
                  <a:cubicBezTo>
                    <a:pt x="2747" y="2247"/>
                    <a:pt x="2991" y="2850"/>
                    <a:pt x="3418" y="3474"/>
                  </a:cubicBezTo>
                  <a:cubicBezTo>
                    <a:pt x="3140" y="3345"/>
                    <a:pt x="2842" y="3223"/>
                    <a:pt x="2523" y="3101"/>
                  </a:cubicBezTo>
                  <a:cubicBezTo>
                    <a:pt x="2259" y="2999"/>
                    <a:pt x="2008" y="2870"/>
                    <a:pt x="1770" y="2728"/>
                  </a:cubicBezTo>
                  <a:cubicBezTo>
                    <a:pt x="2218" y="1996"/>
                    <a:pt x="2225" y="294"/>
                    <a:pt x="2225" y="219"/>
                  </a:cubicBezTo>
                  <a:cubicBezTo>
                    <a:pt x="2225" y="73"/>
                    <a:pt x="2114" y="1"/>
                    <a:pt x="2004" y="1"/>
                  </a:cubicBezTo>
                  <a:close/>
                </a:path>
              </a:pathLst>
            </a:custGeom>
            <a:solidFill>
              <a:srgbClr val="465C7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656" name="Google Shape;18656;p46"/>
            <p:cNvSpPr/>
            <p:nvPr/>
          </p:nvSpPr>
          <p:spPr>
            <a:xfrm>
              <a:off x="5971494" y="1515181"/>
              <a:ext cx="176239" cy="156147"/>
            </a:xfrm>
            <a:custGeom>
              <a:rect b="b" l="l" r="r" t="t"/>
              <a:pathLst>
                <a:path extrusionOk="0" h="5953" w="6719">
                  <a:moveTo>
                    <a:pt x="4715" y="1"/>
                  </a:moveTo>
                  <a:cubicBezTo>
                    <a:pt x="4604" y="1"/>
                    <a:pt x="4494" y="73"/>
                    <a:pt x="4494" y="219"/>
                  </a:cubicBezTo>
                  <a:cubicBezTo>
                    <a:pt x="4494" y="294"/>
                    <a:pt x="4501" y="1996"/>
                    <a:pt x="4948" y="2721"/>
                  </a:cubicBezTo>
                  <a:cubicBezTo>
                    <a:pt x="4711" y="2870"/>
                    <a:pt x="4460" y="2999"/>
                    <a:pt x="4196" y="3101"/>
                  </a:cubicBezTo>
                  <a:cubicBezTo>
                    <a:pt x="3877" y="3223"/>
                    <a:pt x="3579" y="3345"/>
                    <a:pt x="3301" y="3474"/>
                  </a:cubicBezTo>
                  <a:cubicBezTo>
                    <a:pt x="3728" y="2850"/>
                    <a:pt x="3972" y="2247"/>
                    <a:pt x="3694" y="1365"/>
                  </a:cubicBezTo>
                  <a:cubicBezTo>
                    <a:pt x="3662" y="1253"/>
                    <a:pt x="3577" y="1205"/>
                    <a:pt x="3491" y="1205"/>
                  </a:cubicBezTo>
                  <a:cubicBezTo>
                    <a:pt x="3357" y="1205"/>
                    <a:pt x="3220" y="1321"/>
                    <a:pt x="3274" y="1494"/>
                  </a:cubicBezTo>
                  <a:cubicBezTo>
                    <a:pt x="3402" y="1867"/>
                    <a:pt x="3396" y="2274"/>
                    <a:pt x="3253" y="2640"/>
                  </a:cubicBezTo>
                  <a:cubicBezTo>
                    <a:pt x="2941" y="2436"/>
                    <a:pt x="2677" y="2172"/>
                    <a:pt x="2474" y="1860"/>
                  </a:cubicBezTo>
                  <a:cubicBezTo>
                    <a:pt x="2426" y="1789"/>
                    <a:pt x="2361" y="1759"/>
                    <a:pt x="2297" y="1759"/>
                  </a:cubicBezTo>
                  <a:cubicBezTo>
                    <a:pt x="2142" y="1759"/>
                    <a:pt x="1992" y="1932"/>
                    <a:pt x="2107" y="2104"/>
                  </a:cubicBezTo>
                  <a:cubicBezTo>
                    <a:pt x="2351" y="2484"/>
                    <a:pt x="2677" y="2796"/>
                    <a:pt x="3057" y="3033"/>
                  </a:cubicBezTo>
                  <a:cubicBezTo>
                    <a:pt x="2921" y="3264"/>
                    <a:pt x="2745" y="3501"/>
                    <a:pt x="2541" y="3765"/>
                  </a:cubicBezTo>
                  <a:lnTo>
                    <a:pt x="2351" y="3949"/>
                  </a:lnTo>
                  <a:cubicBezTo>
                    <a:pt x="819" y="4789"/>
                    <a:pt x="175" y="5549"/>
                    <a:pt x="141" y="5589"/>
                  </a:cubicBezTo>
                  <a:cubicBezTo>
                    <a:pt x="1" y="5755"/>
                    <a:pt x="149" y="5953"/>
                    <a:pt x="312" y="5953"/>
                  </a:cubicBezTo>
                  <a:cubicBezTo>
                    <a:pt x="370" y="5953"/>
                    <a:pt x="430" y="5928"/>
                    <a:pt x="480" y="5867"/>
                  </a:cubicBezTo>
                  <a:cubicBezTo>
                    <a:pt x="487" y="5861"/>
                    <a:pt x="1585" y="4572"/>
                    <a:pt x="4352" y="3508"/>
                  </a:cubicBezTo>
                  <a:cubicBezTo>
                    <a:pt x="5667" y="2999"/>
                    <a:pt x="6237" y="2192"/>
                    <a:pt x="6481" y="1609"/>
                  </a:cubicBezTo>
                  <a:cubicBezTo>
                    <a:pt x="6644" y="1230"/>
                    <a:pt x="6718" y="823"/>
                    <a:pt x="6698" y="416"/>
                  </a:cubicBezTo>
                  <a:cubicBezTo>
                    <a:pt x="6679" y="285"/>
                    <a:pt x="6581" y="225"/>
                    <a:pt x="6481" y="225"/>
                  </a:cubicBezTo>
                  <a:cubicBezTo>
                    <a:pt x="6364" y="225"/>
                    <a:pt x="6246" y="309"/>
                    <a:pt x="6257" y="463"/>
                  </a:cubicBezTo>
                  <a:cubicBezTo>
                    <a:pt x="6264" y="524"/>
                    <a:pt x="6352" y="1596"/>
                    <a:pt x="5308" y="2464"/>
                  </a:cubicBezTo>
                  <a:cubicBezTo>
                    <a:pt x="5003" y="1935"/>
                    <a:pt x="4935" y="674"/>
                    <a:pt x="4935" y="219"/>
                  </a:cubicBezTo>
                  <a:cubicBezTo>
                    <a:pt x="4935" y="73"/>
                    <a:pt x="4825" y="1"/>
                    <a:pt x="4715" y="1"/>
                  </a:cubicBezTo>
                  <a:close/>
                </a:path>
              </a:pathLst>
            </a:custGeom>
            <a:solidFill>
              <a:srgbClr val="465C7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657" name="Google Shape;18657;p46"/>
            <p:cNvSpPr/>
            <p:nvPr/>
          </p:nvSpPr>
          <p:spPr>
            <a:xfrm>
              <a:off x="5818180" y="1637360"/>
              <a:ext cx="97969" cy="62873"/>
            </a:xfrm>
            <a:custGeom>
              <a:rect b="b" l="l" r="r" t="t"/>
              <a:pathLst>
                <a:path extrusionOk="0" h="2397" w="3735">
                  <a:moveTo>
                    <a:pt x="227" y="0"/>
                  </a:moveTo>
                  <a:cubicBezTo>
                    <a:pt x="104" y="0"/>
                    <a:pt x="1" y="114"/>
                    <a:pt x="26" y="240"/>
                  </a:cubicBezTo>
                  <a:cubicBezTo>
                    <a:pt x="161" y="857"/>
                    <a:pt x="677" y="2308"/>
                    <a:pt x="2630" y="2396"/>
                  </a:cubicBezTo>
                  <a:lnTo>
                    <a:pt x="3735" y="1291"/>
                  </a:lnTo>
                  <a:cubicBezTo>
                    <a:pt x="3735" y="1291"/>
                    <a:pt x="1918" y="240"/>
                    <a:pt x="256" y="3"/>
                  </a:cubicBezTo>
                  <a:cubicBezTo>
                    <a:pt x="246" y="1"/>
                    <a:pt x="236" y="0"/>
                    <a:pt x="227" y="0"/>
                  </a:cubicBezTo>
                  <a:close/>
                </a:path>
              </a:pathLst>
            </a:custGeom>
            <a:solidFill>
              <a:srgbClr val="697D9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658" name="Google Shape;18658;p46"/>
            <p:cNvSpPr/>
            <p:nvPr/>
          </p:nvSpPr>
          <p:spPr>
            <a:xfrm>
              <a:off x="5821327" y="1637360"/>
              <a:ext cx="94821" cy="52906"/>
            </a:xfrm>
            <a:custGeom>
              <a:rect b="b" l="l" r="r" t="t"/>
              <a:pathLst>
                <a:path extrusionOk="0" h="2017" w="3615">
                  <a:moveTo>
                    <a:pt x="109" y="0"/>
                  </a:moveTo>
                  <a:cubicBezTo>
                    <a:pt x="71" y="0"/>
                    <a:pt x="32" y="9"/>
                    <a:pt x="1" y="30"/>
                  </a:cubicBezTo>
                  <a:cubicBezTo>
                    <a:pt x="435" y="220"/>
                    <a:pt x="1798" y="884"/>
                    <a:pt x="2883" y="2016"/>
                  </a:cubicBezTo>
                  <a:lnTo>
                    <a:pt x="3615" y="1291"/>
                  </a:lnTo>
                  <a:cubicBezTo>
                    <a:pt x="3615" y="1291"/>
                    <a:pt x="1804" y="233"/>
                    <a:pt x="143" y="3"/>
                  </a:cubicBezTo>
                  <a:cubicBezTo>
                    <a:pt x="132" y="1"/>
                    <a:pt x="120" y="0"/>
                    <a:pt x="109" y="0"/>
                  </a:cubicBezTo>
                  <a:close/>
                </a:path>
              </a:pathLst>
            </a:custGeom>
            <a:solidFill>
              <a:srgbClr val="7D8F9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659" name="Google Shape;18659;p46"/>
            <p:cNvSpPr/>
            <p:nvPr/>
          </p:nvSpPr>
          <p:spPr>
            <a:xfrm>
              <a:off x="6008610" y="1637360"/>
              <a:ext cx="97812" cy="62873"/>
            </a:xfrm>
            <a:custGeom>
              <a:rect b="b" l="l" r="r" t="t"/>
              <a:pathLst>
                <a:path extrusionOk="0" h="2397" w="3729">
                  <a:moveTo>
                    <a:pt x="3502" y="0"/>
                  </a:moveTo>
                  <a:cubicBezTo>
                    <a:pt x="3492" y="0"/>
                    <a:pt x="3482" y="1"/>
                    <a:pt x="3472" y="3"/>
                  </a:cubicBezTo>
                  <a:cubicBezTo>
                    <a:pt x="1811" y="240"/>
                    <a:pt x="1" y="1291"/>
                    <a:pt x="1" y="1291"/>
                  </a:cubicBezTo>
                  <a:lnTo>
                    <a:pt x="1099" y="2396"/>
                  </a:lnTo>
                  <a:cubicBezTo>
                    <a:pt x="3052" y="2308"/>
                    <a:pt x="3567" y="857"/>
                    <a:pt x="3703" y="240"/>
                  </a:cubicBezTo>
                  <a:cubicBezTo>
                    <a:pt x="3728" y="114"/>
                    <a:pt x="3625" y="0"/>
                    <a:pt x="3502" y="0"/>
                  </a:cubicBezTo>
                  <a:close/>
                </a:path>
              </a:pathLst>
            </a:custGeom>
            <a:solidFill>
              <a:srgbClr val="697D9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660" name="Google Shape;18660;p46"/>
            <p:cNvSpPr/>
            <p:nvPr/>
          </p:nvSpPr>
          <p:spPr>
            <a:xfrm>
              <a:off x="6008610" y="1637360"/>
              <a:ext cx="94664" cy="52906"/>
            </a:xfrm>
            <a:custGeom>
              <a:rect b="b" l="l" r="r" t="t"/>
              <a:pathLst>
                <a:path extrusionOk="0" h="2017" w="3609">
                  <a:moveTo>
                    <a:pt x="3506" y="0"/>
                  </a:moveTo>
                  <a:cubicBezTo>
                    <a:pt x="3495" y="0"/>
                    <a:pt x="3484" y="1"/>
                    <a:pt x="3472" y="3"/>
                  </a:cubicBezTo>
                  <a:cubicBezTo>
                    <a:pt x="1811" y="233"/>
                    <a:pt x="1" y="1291"/>
                    <a:pt x="1" y="1291"/>
                  </a:cubicBezTo>
                  <a:lnTo>
                    <a:pt x="726" y="2016"/>
                  </a:lnTo>
                  <a:cubicBezTo>
                    <a:pt x="1818" y="884"/>
                    <a:pt x="3181" y="220"/>
                    <a:pt x="3608" y="30"/>
                  </a:cubicBezTo>
                  <a:cubicBezTo>
                    <a:pt x="3577" y="9"/>
                    <a:pt x="3542" y="0"/>
                    <a:pt x="3506" y="0"/>
                  </a:cubicBezTo>
                  <a:close/>
                </a:path>
              </a:pathLst>
            </a:custGeom>
            <a:solidFill>
              <a:srgbClr val="7D8F9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661" name="Google Shape;18661;p46"/>
            <p:cNvSpPr/>
            <p:nvPr/>
          </p:nvSpPr>
          <p:spPr>
            <a:xfrm>
              <a:off x="5927690" y="1844603"/>
              <a:ext cx="69378" cy="34729"/>
            </a:xfrm>
            <a:custGeom>
              <a:rect b="b" l="l" r="r" t="t"/>
              <a:pathLst>
                <a:path extrusionOk="0" h="1324" w="2645">
                  <a:moveTo>
                    <a:pt x="1" y="1"/>
                  </a:moveTo>
                  <a:cubicBezTo>
                    <a:pt x="1" y="733"/>
                    <a:pt x="319" y="1323"/>
                    <a:pt x="1323" y="1323"/>
                  </a:cubicBezTo>
                  <a:cubicBezTo>
                    <a:pt x="2326" y="1323"/>
                    <a:pt x="2645" y="733"/>
                    <a:pt x="2645" y="1"/>
                  </a:cubicBezTo>
                  <a:close/>
                </a:path>
              </a:pathLst>
            </a:custGeom>
            <a:solidFill>
              <a:srgbClr val="465C7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662" name="Google Shape;18662;p46"/>
            <p:cNvSpPr/>
            <p:nvPr/>
          </p:nvSpPr>
          <p:spPr>
            <a:xfrm>
              <a:off x="5875571" y="1653964"/>
              <a:ext cx="173433" cy="167557"/>
            </a:xfrm>
            <a:custGeom>
              <a:rect b="b" l="l" r="r" t="t"/>
              <a:pathLst>
                <a:path extrusionOk="0" h="6388" w="6612">
                  <a:moveTo>
                    <a:pt x="3310" y="0"/>
                  </a:moveTo>
                  <a:cubicBezTo>
                    <a:pt x="753" y="0"/>
                    <a:pt x="1" y="1478"/>
                    <a:pt x="1" y="3302"/>
                  </a:cubicBezTo>
                  <a:cubicBezTo>
                    <a:pt x="1" y="4848"/>
                    <a:pt x="442" y="4848"/>
                    <a:pt x="1547" y="6387"/>
                  </a:cubicBezTo>
                  <a:lnTo>
                    <a:pt x="5073" y="6387"/>
                  </a:lnTo>
                  <a:cubicBezTo>
                    <a:pt x="6178" y="4848"/>
                    <a:pt x="6612" y="4848"/>
                    <a:pt x="6612" y="3302"/>
                  </a:cubicBezTo>
                  <a:cubicBezTo>
                    <a:pt x="6612" y="1478"/>
                    <a:pt x="5866" y="0"/>
                    <a:pt x="3310" y="0"/>
                  </a:cubicBezTo>
                  <a:close/>
                </a:path>
              </a:pathLst>
            </a:custGeom>
            <a:solidFill>
              <a:srgbClr val="7D8F9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663" name="Google Shape;18663;p46"/>
            <p:cNvSpPr/>
            <p:nvPr/>
          </p:nvSpPr>
          <p:spPr>
            <a:xfrm>
              <a:off x="5875571" y="1653964"/>
              <a:ext cx="88264" cy="167557"/>
            </a:xfrm>
            <a:custGeom>
              <a:rect b="b" l="l" r="r" t="t"/>
              <a:pathLst>
                <a:path extrusionOk="0" h="6388" w="3365">
                  <a:moveTo>
                    <a:pt x="3310" y="0"/>
                  </a:moveTo>
                  <a:cubicBezTo>
                    <a:pt x="753" y="0"/>
                    <a:pt x="1" y="1478"/>
                    <a:pt x="1" y="3302"/>
                  </a:cubicBezTo>
                  <a:cubicBezTo>
                    <a:pt x="1" y="4848"/>
                    <a:pt x="442" y="4848"/>
                    <a:pt x="1547" y="6387"/>
                  </a:cubicBezTo>
                  <a:lnTo>
                    <a:pt x="3208" y="6387"/>
                  </a:lnTo>
                  <a:cubicBezTo>
                    <a:pt x="2577" y="5045"/>
                    <a:pt x="2313" y="4909"/>
                    <a:pt x="2313" y="3316"/>
                  </a:cubicBezTo>
                  <a:cubicBezTo>
                    <a:pt x="2313" y="1865"/>
                    <a:pt x="2577" y="610"/>
                    <a:pt x="3364" y="0"/>
                  </a:cubicBezTo>
                  <a:close/>
                </a:path>
              </a:pathLst>
            </a:custGeom>
            <a:solidFill>
              <a:srgbClr val="697D9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664" name="Google Shape;18664;p46"/>
            <p:cNvSpPr/>
            <p:nvPr/>
          </p:nvSpPr>
          <p:spPr>
            <a:xfrm>
              <a:off x="5898706" y="1729008"/>
              <a:ext cx="23135" cy="29010"/>
            </a:xfrm>
            <a:custGeom>
              <a:rect b="b" l="l" r="r" t="t"/>
              <a:pathLst>
                <a:path extrusionOk="0" h="1106" w="882">
                  <a:moveTo>
                    <a:pt x="441" y="1"/>
                  </a:moveTo>
                  <a:cubicBezTo>
                    <a:pt x="197" y="1"/>
                    <a:pt x="0" y="197"/>
                    <a:pt x="0" y="441"/>
                  </a:cubicBezTo>
                  <a:lnTo>
                    <a:pt x="0" y="665"/>
                  </a:lnTo>
                  <a:cubicBezTo>
                    <a:pt x="0" y="909"/>
                    <a:pt x="197" y="1106"/>
                    <a:pt x="441" y="1106"/>
                  </a:cubicBezTo>
                  <a:cubicBezTo>
                    <a:pt x="685" y="1106"/>
                    <a:pt x="882" y="909"/>
                    <a:pt x="882" y="665"/>
                  </a:cubicBezTo>
                  <a:lnTo>
                    <a:pt x="882" y="441"/>
                  </a:lnTo>
                  <a:cubicBezTo>
                    <a:pt x="882" y="197"/>
                    <a:pt x="685" y="1"/>
                    <a:pt x="441" y="1"/>
                  </a:cubicBezTo>
                  <a:close/>
                </a:path>
              </a:pathLst>
            </a:custGeom>
            <a:solidFill>
              <a:srgbClr val="203B5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665" name="Google Shape;18665;p46"/>
            <p:cNvSpPr/>
            <p:nvPr/>
          </p:nvSpPr>
          <p:spPr>
            <a:xfrm>
              <a:off x="6002734" y="1729008"/>
              <a:ext cx="23161" cy="29010"/>
            </a:xfrm>
            <a:custGeom>
              <a:rect b="b" l="l" r="r" t="t"/>
              <a:pathLst>
                <a:path extrusionOk="0" h="1106" w="883">
                  <a:moveTo>
                    <a:pt x="442" y="1"/>
                  </a:moveTo>
                  <a:cubicBezTo>
                    <a:pt x="198" y="1"/>
                    <a:pt x="1" y="197"/>
                    <a:pt x="1" y="441"/>
                  </a:cubicBezTo>
                  <a:lnTo>
                    <a:pt x="1" y="665"/>
                  </a:lnTo>
                  <a:cubicBezTo>
                    <a:pt x="1" y="909"/>
                    <a:pt x="198" y="1106"/>
                    <a:pt x="442" y="1106"/>
                  </a:cubicBezTo>
                  <a:cubicBezTo>
                    <a:pt x="686" y="1106"/>
                    <a:pt x="882" y="909"/>
                    <a:pt x="882" y="665"/>
                  </a:cubicBezTo>
                  <a:lnTo>
                    <a:pt x="882" y="441"/>
                  </a:lnTo>
                  <a:cubicBezTo>
                    <a:pt x="882" y="197"/>
                    <a:pt x="686" y="1"/>
                    <a:pt x="442" y="1"/>
                  </a:cubicBezTo>
                  <a:close/>
                </a:path>
              </a:pathLst>
            </a:custGeom>
            <a:solidFill>
              <a:srgbClr val="203B5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666" name="Google Shape;18666;p46"/>
            <p:cNvSpPr/>
            <p:nvPr/>
          </p:nvSpPr>
          <p:spPr>
            <a:xfrm>
              <a:off x="5913814" y="1781127"/>
              <a:ext cx="96972" cy="75070"/>
            </a:xfrm>
            <a:custGeom>
              <a:rect b="b" l="l" r="r" t="t"/>
              <a:pathLst>
                <a:path extrusionOk="0" h="2862" w="3697">
                  <a:moveTo>
                    <a:pt x="1852" y="0"/>
                  </a:moveTo>
                  <a:cubicBezTo>
                    <a:pt x="828" y="0"/>
                    <a:pt x="1" y="638"/>
                    <a:pt x="1" y="1431"/>
                  </a:cubicBezTo>
                  <a:cubicBezTo>
                    <a:pt x="1" y="2224"/>
                    <a:pt x="448" y="2862"/>
                    <a:pt x="1852" y="2862"/>
                  </a:cubicBezTo>
                  <a:cubicBezTo>
                    <a:pt x="3249" y="2862"/>
                    <a:pt x="3696" y="2224"/>
                    <a:pt x="3696" y="1431"/>
                  </a:cubicBezTo>
                  <a:cubicBezTo>
                    <a:pt x="3696" y="638"/>
                    <a:pt x="2869" y="0"/>
                    <a:pt x="1852" y="0"/>
                  </a:cubicBezTo>
                  <a:close/>
                </a:path>
              </a:pathLst>
            </a:custGeom>
            <a:solidFill>
              <a:srgbClr val="98A6B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667" name="Google Shape;18667;p46"/>
            <p:cNvSpPr/>
            <p:nvPr/>
          </p:nvSpPr>
          <p:spPr>
            <a:xfrm>
              <a:off x="5904581" y="1734883"/>
              <a:ext cx="11567" cy="11594"/>
            </a:xfrm>
            <a:custGeom>
              <a:rect b="b" l="l" r="r" t="t"/>
              <a:pathLst>
                <a:path extrusionOk="0" h="442" w="441">
                  <a:moveTo>
                    <a:pt x="217" y="0"/>
                  </a:moveTo>
                  <a:cubicBezTo>
                    <a:pt x="95" y="0"/>
                    <a:pt x="0" y="95"/>
                    <a:pt x="0" y="217"/>
                  </a:cubicBezTo>
                  <a:cubicBezTo>
                    <a:pt x="0" y="339"/>
                    <a:pt x="95" y="441"/>
                    <a:pt x="217" y="441"/>
                  </a:cubicBezTo>
                  <a:cubicBezTo>
                    <a:pt x="339" y="441"/>
                    <a:pt x="441" y="339"/>
                    <a:pt x="441" y="217"/>
                  </a:cubicBezTo>
                  <a:cubicBezTo>
                    <a:pt x="441" y="95"/>
                    <a:pt x="339" y="0"/>
                    <a:pt x="217" y="0"/>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668" name="Google Shape;18668;p46"/>
            <p:cNvSpPr/>
            <p:nvPr/>
          </p:nvSpPr>
          <p:spPr>
            <a:xfrm>
              <a:off x="6008610" y="1734883"/>
              <a:ext cx="11594" cy="11594"/>
            </a:xfrm>
            <a:custGeom>
              <a:rect b="b" l="l" r="r" t="t"/>
              <a:pathLst>
                <a:path extrusionOk="0" h="442" w="442">
                  <a:moveTo>
                    <a:pt x="218" y="0"/>
                  </a:moveTo>
                  <a:cubicBezTo>
                    <a:pt x="96" y="0"/>
                    <a:pt x="1" y="95"/>
                    <a:pt x="1" y="217"/>
                  </a:cubicBezTo>
                  <a:cubicBezTo>
                    <a:pt x="1" y="339"/>
                    <a:pt x="96" y="441"/>
                    <a:pt x="218" y="441"/>
                  </a:cubicBezTo>
                  <a:cubicBezTo>
                    <a:pt x="340" y="441"/>
                    <a:pt x="441" y="339"/>
                    <a:pt x="441" y="217"/>
                  </a:cubicBezTo>
                  <a:cubicBezTo>
                    <a:pt x="441" y="95"/>
                    <a:pt x="340" y="0"/>
                    <a:pt x="218" y="0"/>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669" name="Google Shape;18669;p46"/>
            <p:cNvSpPr/>
            <p:nvPr/>
          </p:nvSpPr>
          <p:spPr>
            <a:xfrm>
              <a:off x="5913998" y="1785376"/>
              <a:ext cx="80238" cy="70821"/>
            </a:xfrm>
            <a:custGeom>
              <a:rect b="b" l="l" r="r" t="t"/>
              <a:pathLst>
                <a:path extrusionOk="0" h="2700" w="3059">
                  <a:moveTo>
                    <a:pt x="997" y="1"/>
                  </a:moveTo>
                  <a:lnTo>
                    <a:pt x="997" y="1"/>
                  </a:lnTo>
                  <a:cubicBezTo>
                    <a:pt x="401" y="238"/>
                    <a:pt x="0" y="713"/>
                    <a:pt x="0" y="1269"/>
                  </a:cubicBezTo>
                  <a:cubicBezTo>
                    <a:pt x="0" y="2062"/>
                    <a:pt x="441" y="2700"/>
                    <a:pt x="1845" y="2700"/>
                  </a:cubicBezTo>
                  <a:cubicBezTo>
                    <a:pt x="2380" y="2700"/>
                    <a:pt x="2781" y="2611"/>
                    <a:pt x="3059" y="2449"/>
                  </a:cubicBezTo>
                  <a:lnTo>
                    <a:pt x="3059" y="2449"/>
                  </a:lnTo>
                  <a:cubicBezTo>
                    <a:pt x="2903" y="2469"/>
                    <a:pt x="2747" y="2483"/>
                    <a:pt x="2584" y="2483"/>
                  </a:cubicBezTo>
                  <a:cubicBezTo>
                    <a:pt x="1187" y="2483"/>
                    <a:pt x="740" y="1744"/>
                    <a:pt x="740" y="828"/>
                  </a:cubicBezTo>
                  <a:cubicBezTo>
                    <a:pt x="740" y="530"/>
                    <a:pt x="828" y="245"/>
                    <a:pt x="997" y="1"/>
                  </a:cubicBezTo>
                  <a:close/>
                </a:path>
              </a:pathLst>
            </a:custGeom>
            <a:solidFill>
              <a:srgbClr val="7D8F9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670" name="Google Shape;18670;p46"/>
            <p:cNvSpPr/>
            <p:nvPr/>
          </p:nvSpPr>
          <p:spPr>
            <a:xfrm>
              <a:off x="5939257" y="1809927"/>
              <a:ext cx="46270" cy="29010"/>
            </a:xfrm>
            <a:custGeom>
              <a:rect b="b" l="l" r="r" t="t"/>
              <a:pathLst>
                <a:path extrusionOk="0" h="1106" w="1764">
                  <a:moveTo>
                    <a:pt x="882" y="1"/>
                  </a:moveTo>
                  <a:cubicBezTo>
                    <a:pt x="394" y="1"/>
                    <a:pt x="0" y="211"/>
                    <a:pt x="0" y="475"/>
                  </a:cubicBezTo>
                  <a:cubicBezTo>
                    <a:pt x="0" y="733"/>
                    <a:pt x="394" y="1106"/>
                    <a:pt x="882" y="1106"/>
                  </a:cubicBezTo>
                  <a:cubicBezTo>
                    <a:pt x="1363" y="1106"/>
                    <a:pt x="1763" y="733"/>
                    <a:pt x="1763" y="475"/>
                  </a:cubicBezTo>
                  <a:cubicBezTo>
                    <a:pt x="1763" y="211"/>
                    <a:pt x="1363" y="1"/>
                    <a:pt x="882" y="1"/>
                  </a:cubicBezTo>
                  <a:close/>
                </a:path>
              </a:pathLst>
            </a:custGeom>
            <a:solidFill>
              <a:srgbClr val="405C7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671" name="Google Shape;18671;p46"/>
            <p:cNvSpPr/>
            <p:nvPr/>
          </p:nvSpPr>
          <p:spPr>
            <a:xfrm>
              <a:off x="5939074" y="1811527"/>
              <a:ext cx="30794" cy="44670"/>
            </a:xfrm>
            <a:custGeom>
              <a:rect b="b" l="l" r="r" t="t"/>
              <a:pathLst>
                <a:path extrusionOk="0" h="1703" w="1174">
                  <a:moveTo>
                    <a:pt x="448" y="1"/>
                  </a:moveTo>
                  <a:cubicBezTo>
                    <a:pt x="184" y="89"/>
                    <a:pt x="1" y="238"/>
                    <a:pt x="1" y="414"/>
                  </a:cubicBezTo>
                  <a:cubicBezTo>
                    <a:pt x="1" y="631"/>
                    <a:pt x="285" y="923"/>
                    <a:pt x="665" y="1011"/>
                  </a:cubicBezTo>
                  <a:lnTo>
                    <a:pt x="665" y="1696"/>
                  </a:lnTo>
                  <a:cubicBezTo>
                    <a:pt x="733" y="1696"/>
                    <a:pt x="807" y="1703"/>
                    <a:pt x="882" y="1703"/>
                  </a:cubicBezTo>
                  <a:cubicBezTo>
                    <a:pt x="957" y="1703"/>
                    <a:pt x="1031" y="1703"/>
                    <a:pt x="1106" y="1696"/>
                  </a:cubicBezTo>
                  <a:lnTo>
                    <a:pt x="1106" y="1011"/>
                  </a:lnTo>
                  <a:cubicBezTo>
                    <a:pt x="1126" y="1004"/>
                    <a:pt x="1153" y="1004"/>
                    <a:pt x="1174" y="997"/>
                  </a:cubicBezTo>
                  <a:cubicBezTo>
                    <a:pt x="753" y="848"/>
                    <a:pt x="448" y="380"/>
                    <a:pt x="448" y="35"/>
                  </a:cubicBezTo>
                  <a:lnTo>
                    <a:pt x="448" y="1"/>
                  </a:lnTo>
                  <a:close/>
                </a:path>
              </a:pathLst>
            </a:custGeom>
            <a:solidFill>
              <a:srgbClr val="203B5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8672" name="Google Shape;18672;p46"/>
          <p:cNvGrpSpPr/>
          <p:nvPr/>
        </p:nvGrpSpPr>
        <p:grpSpPr>
          <a:xfrm>
            <a:off x="3577849" y="2432942"/>
            <a:ext cx="393660" cy="370080"/>
            <a:chOff x="3577849" y="2432942"/>
            <a:chExt cx="393660" cy="370080"/>
          </a:xfrm>
        </p:grpSpPr>
        <p:sp>
          <p:nvSpPr>
            <p:cNvPr id="18673" name="Google Shape;18673;p46"/>
            <p:cNvSpPr/>
            <p:nvPr/>
          </p:nvSpPr>
          <p:spPr>
            <a:xfrm>
              <a:off x="3803558" y="2571279"/>
              <a:ext cx="167951" cy="223007"/>
            </a:xfrm>
            <a:custGeom>
              <a:rect b="b" l="l" r="r" t="t"/>
              <a:pathLst>
                <a:path extrusionOk="0" h="8502" w="6403">
                  <a:moveTo>
                    <a:pt x="2326" y="0"/>
                  </a:moveTo>
                  <a:cubicBezTo>
                    <a:pt x="2087" y="0"/>
                    <a:pt x="1853" y="26"/>
                    <a:pt x="1634" y="77"/>
                  </a:cubicBezTo>
                  <a:lnTo>
                    <a:pt x="0" y="5874"/>
                  </a:lnTo>
                  <a:lnTo>
                    <a:pt x="421" y="7427"/>
                  </a:lnTo>
                  <a:cubicBezTo>
                    <a:pt x="1393" y="8351"/>
                    <a:pt x="2110" y="8404"/>
                    <a:pt x="2262" y="8404"/>
                  </a:cubicBezTo>
                  <a:cubicBezTo>
                    <a:pt x="2282" y="8404"/>
                    <a:pt x="2292" y="8403"/>
                    <a:pt x="2292" y="8403"/>
                  </a:cubicBezTo>
                  <a:cubicBezTo>
                    <a:pt x="2538" y="8470"/>
                    <a:pt x="2770" y="8502"/>
                    <a:pt x="2990" y="8502"/>
                  </a:cubicBezTo>
                  <a:cubicBezTo>
                    <a:pt x="5602" y="8502"/>
                    <a:pt x="6403" y="4053"/>
                    <a:pt x="5052" y="1514"/>
                  </a:cubicBezTo>
                  <a:cubicBezTo>
                    <a:pt x="4507" y="484"/>
                    <a:pt x="3362" y="0"/>
                    <a:pt x="2326" y="0"/>
                  </a:cubicBezTo>
                  <a:close/>
                </a:path>
              </a:pathLst>
            </a:custGeom>
            <a:solidFill>
              <a:srgbClr val="CBD5D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674" name="Google Shape;18674;p46"/>
            <p:cNvSpPr/>
            <p:nvPr/>
          </p:nvSpPr>
          <p:spPr>
            <a:xfrm>
              <a:off x="3805867" y="2590348"/>
              <a:ext cx="145813" cy="180567"/>
            </a:xfrm>
            <a:custGeom>
              <a:rect b="b" l="l" r="r" t="t"/>
              <a:pathLst>
                <a:path extrusionOk="0" h="6884" w="5559">
                  <a:moveTo>
                    <a:pt x="2247" y="0"/>
                  </a:moveTo>
                  <a:cubicBezTo>
                    <a:pt x="1893" y="0"/>
                    <a:pt x="1530" y="57"/>
                    <a:pt x="1173" y="164"/>
                  </a:cubicBezTo>
                  <a:lnTo>
                    <a:pt x="0" y="6253"/>
                  </a:lnTo>
                  <a:cubicBezTo>
                    <a:pt x="799" y="6695"/>
                    <a:pt x="1493" y="6884"/>
                    <a:pt x="2086" y="6884"/>
                  </a:cubicBezTo>
                  <a:cubicBezTo>
                    <a:pt x="5189" y="6884"/>
                    <a:pt x="5558" y="1715"/>
                    <a:pt x="3811" y="469"/>
                  </a:cubicBezTo>
                  <a:cubicBezTo>
                    <a:pt x="3360" y="147"/>
                    <a:pt x="2815" y="0"/>
                    <a:pt x="2247" y="0"/>
                  </a:cubicBezTo>
                  <a:close/>
                </a:path>
              </a:pathLst>
            </a:custGeom>
            <a:solidFill>
              <a:srgbClr val="677C8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675" name="Google Shape;18675;p46"/>
            <p:cNvSpPr/>
            <p:nvPr/>
          </p:nvSpPr>
          <p:spPr>
            <a:xfrm>
              <a:off x="3809591" y="2603568"/>
              <a:ext cx="117694" cy="135111"/>
            </a:xfrm>
            <a:custGeom>
              <a:rect b="b" l="l" r="r" t="t"/>
              <a:pathLst>
                <a:path extrusionOk="0" h="5151" w="4487">
                  <a:moveTo>
                    <a:pt x="1272" y="1"/>
                  </a:moveTo>
                  <a:cubicBezTo>
                    <a:pt x="1170" y="1"/>
                    <a:pt x="1067" y="5"/>
                    <a:pt x="964" y="12"/>
                  </a:cubicBezTo>
                  <a:lnTo>
                    <a:pt x="1" y="5003"/>
                  </a:lnTo>
                  <a:cubicBezTo>
                    <a:pt x="398" y="5104"/>
                    <a:pt x="761" y="5151"/>
                    <a:pt x="1093" y="5151"/>
                  </a:cubicBezTo>
                  <a:cubicBezTo>
                    <a:pt x="4125" y="5151"/>
                    <a:pt x="4486" y="1279"/>
                    <a:pt x="2781" y="344"/>
                  </a:cubicBezTo>
                  <a:cubicBezTo>
                    <a:pt x="2346" y="110"/>
                    <a:pt x="1820" y="1"/>
                    <a:pt x="1272" y="1"/>
                  </a:cubicBezTo>
                  <a:close/>
                </a:path>
              </a:pathLst>
            </a:custGeom>
            <a:solidFill>
              <a:srgbClr val="203B5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676" name="Google Shape;18676;p46"/>
            <p:cNvSpPr/>
            <p:nvPr/>
          </p:nvSpPr>
          <p:spPr>
            <a:xfrm>
              <a:off x="3584066" y="2432942"/>
              <a:ext cx="62637" cy="48945"/>
            </a:xfrm>
            <a:custGeom>
              <a:rect b="b" l="l" r="r" t="t"/>
              <a:pathLst>
                <a:path extrusionOk="0" h="1866" w="2388">
                  <a:moveTo>
                    <a:pt x="1320" y="0"/>
                  </a:moveTo>
                  <a:cubicBezTo>
                    <a:pt x="1145" y="0"/>
                    <a:pt x="966" y="45"/>
                    <a:pt x="801" y="164"/>
                  </a:cubicBezTo>
                  <a:cubicBezTo>
                    <a:pt x="1" y="754"/>
                    <a:pt x="862" y="1866"/>
                    <a:pt x="862" y="1866"/>
                  </a:cubicBezTo>
                  <a:lnTo>
                    <a:pt x="2388" y="435"/>
                  </a:lnTo>
                  <a:cubicBezTo>
                    <a:pt x="2388" y="435"/>
                    <a:pt x="1867" y="0"/>
                    <a:pt x="1320" y="0"/>
                  </a:cubicBezTo>
                  <a:close/>
                </a:path>
              </a:pathLst>
            </a:custGeom>
            <a:solidFill>
              <a:srgbClr val="DBE2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677" name="Google Shape;18677;p46"/>
            <p:cNvSpPr/>
            <p:nvPr/>
          </p:nvSpPr>
          <p:spPr>
            <a:xfrm>
              <a:off x="3577849" y="2441887"/>
              <a:ext cx="117064" cy="105445"/>
            </a:xfrm>
            <a:custGeom>
              <a:rect b="b" l="l" r="r" t="t"/>
              <a:pathLst>
                <a:path extrusionOk="0" h="4020" w="4463">
                  <a:moveTo>
                    <a:pt x="2866" y="0"/>
                  </a:moveTo>
                  <a:cubicBezTo>
                    <a:pt x="2505" y="0"/>
                    <a:pt x="2106" y="127"/>
                    <a:pt x="1696" y="480"/>
                  </a:cubicBezTo>
                  <a:cubicBezTo>
                    <a:pt x="1" y="1945"/>
                    <a:pt x="1581" y="4020"/>
                    <a:pt x="1581" y="4020"/>
                  </a:cubicBezTo>
                  <a:lnTo>
                    <a:pt x="4462" y="826"/>
                  </a:lnTo>
                  <a:cubicBezTo>
                    <a:pt x="4462" y="826"/>
                    <a:pt x="3787" y="0"/>
                    <a:pt x="2866" y="0"/>
                  </a:cubicBezTo>
                  <a:close/>
                </a:path>
              </a:pathLst>
            </a:custGeom>
            <a:solidFill>
              <a:srgbClr val="D7E1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678" name="Google Shape;18678;p46"/>
            <p:cNvSpPr/>
            <p:nvPr/>
          </p:nvSpPr>
          <p:spPr>
            <a:xfrm>
              <a:off x="3580000" y="2457310"/>
              <a:ext cx="65470" cy="90021"/>
            </a:xfrm>
            <a:custGeom>
              <a:rect b="b" l="l" r="r" t="t"/>
              <a:pathLst>
                <a:path extrusionOk="0" h="3432" w="2496">
                  <a:moveTo>
                    <a:pt x="1499" y="1"/>
                  </a:moveTo>
                  <a:cubicBezTo>
                    <a:pt x="0" y="1459"/>
                    <a:pt x="1499" y="3432"/>
                    <a:pt x="1499" y="3432"/>
                  </a:cubicBezTo>
                  <a:lnTo>
                    <a:pt x="2495" y="2333"/>
                  </a:lnTo>
                  <a:lnTo>
                    <a:pt x="2082" y="1845"/>
                  </a:lnTo>
                  <a:cubicBezTo>
                    <a:pt x="1675" y="1405"/>
                    <a:pt x="1404" y="652"/>
                    <a:pt x="1499" y="1"/>
                  </a:cubicBezTo>
                  <a:close/>
                </a:path>
              </a:pathLst>
            </a:custGeom>
            <a:solidFill>
              <a:srgbClr val="DBE2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679" name="Google Shape;18679;p46"/>
            <p:cNvSpPr/>
            <p:nvPr/>
          </p:nvSpPr>
          <p:spPr>
            <a:xfrm>
              <a:off x="3581417" y="2460562"/>
              <a:ext cx="173066" cy="174272"/>
            </a:xfrm>
            <a:custGeom>
              <a:rect b="b" l="l" r="r" t="t"/>
              <a:pathLst>
                <a:path extrusionOk="0" h="6644" w="6598">
                  <a:moveTo>
                    <a:pt x="4657" y="1"/>
                  </a:moveTo>
                  <a:cubicBezTo>
                    <a:pt x="4493" y="1"/>
                    <a:pt x="4319" y="21"/>
                    <a:pt x="4136" y="67"/>
                  </a:cubicBezTo>
                  <a:cubicBezTo>
                    <a:pt x="3899" y="128"/>
                    <a:pt x="3669" y="230"/>
                    <a:pt x="3465" y="365"/>
                  </a:cubicBezTo>
                  <a:lnTo>
                    <a:pt x="3282" y="487"/>
                  </a:lnTo>
                  <a:cubicBezTo>
                    <a:pt x="3011" y="650"/>
                    <a:pt x="2767" y="853"/>
                    <a:pt x="2550" y="1077"/>
                  </a:cubicBezTo>
                  <a:lnTo>
                    <a:pt x="2543" y="1084"/>
                  </a:lnTo>
                  <a:cubicBezTo>
                    <a:pt x="0" y="3749"/>
                    <a:pt x="2197" y="6644"/>
                    <a:pt x="2197" y="6644"/>
                  </a:cubicBezTo>
                  <a:lnTo>
                    <a:pt x="6598" y="1118"/>
                  </a:lnTo>
                  <a:cubicBezTo>
                    <a:pt x="6598" y="1118"/>
                    <a:pt x="5881" y="1"/>
                    <a:pt x="4657" y="1"/>
                  </a:cubicBezTo>
                  <a:close/>
                </a:path>
              </a:pathLst>
            </a:custGeom>
            <a:solidFill>
              <a:srgbClr val="DBE2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680" name="Google Shape;18680;p46"/>
            <p:cNvSpPr/>
            <p:nvPr/>
          </p:nvSpPr>
          <p:spPr>
            <a:xfrm>
              <a:off x="3590125" y="2505704"/>
              <a:ext cx="95530" cy="129130"/>
            </a:xfrm>
            <a:custGeom>
              <a:rect b="b" l="l" r="r" t="t"/>
              <a:pathLst>
                <a:path extrusionOk="0" h="4923" w="3642">
                  <a:moveTo>
                    <a:pt x="1696" y="0"/>
                  </a:moveTo>
                  <a:lnTo>
                    <a:pt x="1696" y="0"/>
                  </a:lnTo>
                  <a:cubicBezTo>
                    <a:pt x="1" y="2475"/>
                    <a:pt x="1865" y="4923"/>
                    <a:pt x="1865" y="4923"/>
                  </a:cubicBezTo>
                  <a:lnTo>
                    <a:pt x="3642" y="2699"/>
                  </a:lnTo>
                  <a:lnTo>
                    <a:pt x="2530" y="2333"/>
                  </a:lnTo>
                  <a:cubicBezTo>
                    <a:pt x="1635" y="1729"/>
                    <a:pt x="1601" y="705"/>
                    <a:pt x="1696" y="0"/>
                  </a:cubicBezTo>
                  <a:close/>
                </a:path>
              </a:pathLst>
            </a:custGeom>
            <a:solidFill>
              <a:srgbClr val="CBD5D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681" name="Google Shape;18681;p46"/>
            <p:cNvSpPr/>
            <p:nvPr/>
          </p:nvSpPr>
          <p:spPr>
            <a:xfrm>
              <a:off x="3617509" y="2486661"/>
              <a:ext cx="253670" cy="316360"/>
            </a:xfrm>
            <a:custGeom>
              <a:rect b="b" l="l" r="r" t="t"/>
              <a:pathLst>
                <a:path extrusionOk="0" h="12061" w="9671">
                  <a:moveTo>
                    <a:pt x="5451" y="0"/>
                  </a:moveTo>
                  <a:cubicBezTo>
                    <a:pt x="5226" y="0"/>
                    <a:pt x="5004" y="27"/>
                    <a:pt x="4788" y="82"/>
                  </a:cubicBezTo>
                  <a:cubicBezTo>
                    <a:pt x="4578" y="143"/>
                    <a:pt x="4381" y="225"/>
                    <a:pt x="4198" y="333"/>
                  </a:cubicBezTo>
                  <a:cubicBezTo>
                    <a:pt x="3506" y="699"/>
                    <a:pt x="2889" y="1187"/>
                    <a:pt x="2374" y="1770"/>
                  </a:cubicBezTo>
                  <a:cubicBezTo>
                    <a:pt x="896" y="3466"/>
                    <a:pt x="1" y="6137"/>
                    <a:pt x="1703" y="8836"/>
                  </a:cubicBezTo>
                  <a:cubicBezTo>
                    <a:pt x="3231" y="11263"/>
                    <a:pt x="5260" y="12061"/>
                    <a:pt x="7073" y="12061"/>
                  </a:cubicBezTo>
                  <a:cubicBezTo>
                    <a:pt x="7914" y="12061"/>
                    <a:pt x="8709" y="11889"/>
                    <a:pt x="9385" y="11629"/>
                  </a:cubicBezTo>
                  <a:cubicBezTo>
                    <a:pt x="9385" y="11629"/>
                    <a:pt x="8544" y="11460"/>
                    <a:pt x="8056" y="10504"/>
                  </a:cubicBezTo>
                  <a:cubicBezTo>
                    <a:pt x="7365" y="9141"/>
                    <a:pt x="7900" y="6944"/>
                    <a:pt x="8578" y="5107"/>
                  </a:cubicBezTo>
                  <a:cubicBezTo>
                    <a:pt x="9670" y="2142"/>
                    <a:pt x="7469" y="0"/>
                    <a:pt x="5451" y="0"/>
                  </a:cubicBezTo>
                  <a:close/>
                </a:path>
              </a:pathLst>
            </a:custGeom>
            <a:solidFill>
              <a:srgbClr val="D7E1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682" name="Google Shape;18682;p46"/>
            <p:cNvSpPr/>
            <p:nvPr/>
          </p:nvSpPr>
          <p:spPr>
            <a:xfrm>
              <a:off x="3627476" y="2566873"/>
              <a:ext cx="236227" cy="236149"/>
            </a:xfrm>
            <a:custGeom>
              <a:rect b="b" l="l" r="r" t="t"/>
              <a:pathLst>
                <a:path extrusionOk="0" h="9003" w="9006">
                  <a:moveTo>
                    <a:pt x="1099" y="1"/>
                  </a:moveTo>
                  <a:lnTo>
                    <a:pt x="1099" y="1"/>
                  </a:lnTo>
                  <a:cubicBezTo>
                    <a:pt x="245" y="1615"/>
                    <a:pt x="0" y="3689"/>
                    <a:pt x="1323" y="5778"/>
                  </a:cubicBezTo>
                  <a:cubicBezTo>
                    <a:pt x="2851" y="8205"/>
                    <a:pt x="4877" y="9003"/>
                    <a:pt x="6688" y="9003"/>
                  </a:cubicBezTo>
                  <a:cubicBezTo>
                    <a:pt x="7528" y="9003"/>
                    <a:pt x="8322" y="8831"/>
                    <a:pt x="8998" y="8571"/>
                  </a:cubicBezTo>
                  <a:cubicBezTo>
                    <a:pt x="9005" y="8571"/>
                    <a:pt x="8164" y="8402"/>
                    <a:pt x="7676" y="7446"/>
                  </a:cubicBezTo>
                  <a:cubicBezTo>
                    <a:pt x="7561" y="7209"/>
                    <a:pt x="7473" y="6951"/>
                    <a:pt x="7425" y="6686"/>
                  </a:cubicBezTo>
                  <a:cubicBezTo>
                    <a:pt x="3581" y="6266"/>
                    <a:pt x="1465" y="2659"/>
                    <a:pt x="1099" y="1"/>
                  </a:cubicBezTo>
                  <a:close/>
                </a:path>
              </a:pathLst>
            </a:custGeom>
            <a:solidFill>
              <a:srgbClr val="DBE2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8683" name="Google Shape;18683;p46"/>
          <p:cNvGrpSpPr/>
          <p:nvPr/>
        </p:nvGrpSpPr>
        <p:grpSpPr>
          <a:xfrm>
            <a:off x="2493999" y="2927037"/>
            <a:ext cx="370132" cy="328164"/>
            <a:chOff x="2493999" y="2927037"/>
            <a:chExt cx="370132" cy="328164"/>
          </a:xfrm>
        </p:grpSpPr>
        <p:sp>
          <p:nvSpPr>
            <p:cNvPr id="18684" name="Google Shape;18684;p46"/>
            <p:cNvSpPr/>
            <p:nvPr/>
          </p:nvSpPr>
          <p:spPr>
            <a:xfrm>
              <a:off x="2538826" y="2932807"/>
              <a:ext cx="27804" cy="89759"/>
            </a:xfrm>
            <a:custGeom>
              <a:rect b="b" l="l" r="r" t="t"/>
              <a:pathLst>
                <a:path extrusionOk="0" h="3422" w="1060">
                  <a:moveTo>
                    <a:pt x="793" y="1"/>
                  </a:moveTo>
                  <a:cubicBezTo>
                    <a:pt x="691" y="1"/>
                    <a:pt x="590" y="63"/>
                    <a:pt x="570" y="201"/>
                  </a:cubicBezTo>
                  <a:lnTo>
                    <a:pt x="20" y="3157"/>
                  </a:lnTo>
                  <a:cubicBezTo>
                    <a:pt x="0" y="3279"/>
                    <a:pt x="81" y="3395"/>
                    <a:pt x="204" y="3422"/>
                  </a:cubicBezTo>
                  <a:lnTo>
                    <a:pt x="244" y="3422"/>
                  </a:lnTo>
                  <a:cubicBezTo>
                    <a:pt x="353" y="3422"/>
                    <a:pt x="448" y="3347"/>
                    <a:pt x="468" y="3239"/>
                  </a:cubicBezTo>
                  <a:lnTo>
                    <a:pt x="1017" y="282"/>
                  </a:lnTo>
                  <a:cubicBezTo>
                    <a:pt x="1059" y="106"/>
                    <a:pt x="926" y="1"/>
                    <a:pt x="793" y="1"/>
                  </a:cubicBezTo>
                  <a:close/>
                </a:path>
              </a:pathLst>
            </a:custGeom>
            <a:solidFill>
              <a:srgbClr val="C3CFD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685" name="Google Shape;18685;p46"/>
            <p:cNvSpPr/>
            <p:nvPr/>
          </p:nvSpPr>
          <p:spPr>
            <a:xfrm>
              <a:off x="2505173" y="2932965"/>
              <a:ext cx="27804" cy="89602"/>
            </a:xfrm>
            <a:custGeom>
              <a:rect b="b" l="l" r="r" t="t"/>
              <a:pathLst>
                <a:path extrusionOk="0" h="3416" w="1060">
                  <a:moveTo>
                    <a:pt x="259" y="1"/>
                  </a:moveTo>
                  <a:cubicBezTo>
                    <a:pt x="130" y="1"/>
                    <a:pt x="1" y="100"/>
                    <a:pt x="35" y="269"/>
                  </a:cubicBezTo>
                  <a:lnTo>
                    <a:pt x="591" y="3233"/>
                  </a:lnTo>
                  <a:cubicBezTo>
                    <a:pt x="612" y="3334"/>
                    <a:pt x="700" y="3416"/>
                    <a:pt x="815" y="3416"/>
                  </a:cubicBezTo>
                  <a:cubicBezTo>
                    <a:pt x="958" y="3416"/>
                    <a:pt x="1059" y="3287"/>
                    <a:pt x="1039" y="3144"/>
                  </a:cubicBezTo>
                  <a:lnTo>
                    <a:pt x="483" y="188"/>
                  </a:lnTo>
                  <a:cubicBezTo>
                    <a:pt x="457" y="59"/>
                    <a:pt x="358" y="1"/>
                    <a:pt x="259" y="1"/>
                  </a:cubicBezTo>
                  <a:close/>
                </a:path>
              </a:pathLst>
            </a:custGeom>
            <a:solidFill>
              <a:srgbClr val="C3CFD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686" name="Google Shape;18686;p46"/>
            <p:cNvSpPr/>
            <p:nvPr/>
          </p:nvSpPr>
          <p:spPr>
            <a:xfrm>
              <a:off x="2493999" y="3004573"/>
              <a:ext cx="362682" cy="250628"/>
            </a:xfrm>
            <a:custGeom>
              <a:rect b="b" l="l" r="r" t="t"/>
              <a:pathLst>
                <a:path extrusionOk="0" h="9555" w="13827">
                  <a:moveTo>
                    <a:pt x="685" y="1"/>
                  </a:moveTo>
                  <a:cubicBezTo>
                    <a:pt x="306" y="1"/>
                    <a:pt x="0" y="306"/>
                    <a:pt x="0" y="686"/>
                  </a:cubicBezTo>
                  <a:lnTo>
                    <a:pt x="0" y="909"/>
                  </a:lnTo>
                  <a:cubicBezTo>
                    <a:pt x="0" y="1486"/>
                    <a:pt x="367" y="2001"/>
                    <a:pt x="916" y="2198"/>
                  </a:cubicBezTo>
                  <a:lnTo>
                    <a:pt x="916" y="5005"/>
                  </a:lnTo>
                  <a:cubicBezTo>
                    <a:pt x="916" y="7520"/>
                    <a:pt x="2950" y="9555"/>
                    <a:pt x="5466" y="9555"/>
                  </a:cubicBezTo>
                  <a:lnTo>
                    <a:pt x="13216" y="9555"/>
                  </a:lnTo>
                  <a:cubicBezTo>
                    <a:pt x="13650" y="9555"/>
                    <a:pt x="13826" y="8985"/>
                    <a:pt x="13460" y="8741"/>
                  </a:cubicBezTo>
                  <a:lnTo>
                    <a:pt x="13460" y="8741"/>
                  </a:lnTo>
                  <a:lnTo>
                    <a:pt x="13460" y="8748"/>
                  </a:lnTo>
                  <a:lnTo>
                    <a:pt x="12287" y="7968"/>
                  </a:lnTo>
                  <a:lnTo>
                    <a:pt x="3391" y="5263"/>
                  </a:lnTo>
                  <a:cubicBezTo>
                    <a:pt x="2984" y="5018"/>
                    <a:pt x="2733" y="4578"/>
                    <a:pt x="2733" y="4096"/>
                  </a:cubicBezTo>
                  <a:lnTo>
                    <a:pt x="2733" y="1140"/>
                  </a:lnTo>
                  <a:cubicBezTo>
                    <a:pt x="2733" y="509"/>
                    <a:pt x="2224" y="1"/>
                    <a:pt x="1601" y="1"/>
                  </a:cubicBezTo>
                  <a:close/>
                </a:path>
              </a:pathLst>
            </a:custGeom>
            <a:solidFill>
              <a:srgbClr val="D7E1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687" name="Google Shape;18687;p46"/>
            <p:cNvSpPr/>
            <p:nvPr/>
          </p:nvSpPr>
          <p:spPr>
            <a:xfrm>
              <a:off x="2547718" y="2927037"/>
              <a:ext cx="23843" cy="23869"/>
            </a:xfrm>
            <a:custGeom>
              <a:rect b="b" l="l" r="r" t="t"/>
              <a:pathLst>
                <a:path extrusionOk="0" h="910" w="909">
                  <a:moveTo>
                    <a:pt x="454" y="0"/>
                  </a:moveTo>
                  <a:cubicBezTo>
                    <a:pt x="204" y="0"/>
                    <a:pt x="0" y="204"/>
                    <a:pt x="0" y="455"/>
                  </a:cubicBezTo>
                  <a:cubicBezTo>
                    <a:pt x="0" y="706"/>
                    <a:pt x="204" y="909"/>
                    <a:pt x="454" y="909"/>
                  </a:cubicBezTo>
                  <a:cubicBezTo>
                    <a:pt x="705" y="909"/>
                    <a:pt x="909" y="706"/>
                    <a:pt x="909" y="455"/>
                  </a:cubicBezTo>
                  <a:cubicBezTo>
                    <a:pt x="909" y="204"/>
                    <a:pt x="705" y="0"/>
                    <a:pt x="454" y="0"/>
                  </a:cubicBezTo>
                  <a:close/>
                </a:path>
              </a:pathLst>
            </a:custGeom>
            <a:solidFill>
              <a:srgbClr val="405C7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688" name="Google Shape;18688;p46"/>
            <p:cNvSpPr/>
            <p:nvPr/>
          </p:nvSpPr>
          <p:spPr>
            <a:xfrm>
              <a:off x="2557135" y="2932204"/>
              <a:ext cx="10177" cy="10151"/>
            </a:xfrm>
            <a:custGeom>
              <a:rect b="b" l="l" r="r" t="t"/>
              <a:pathLst>
                <a:path extrusionOk="0" h="387" w="388">
                  <a:moveTo>
                    <a:pt x="190" y="0"/>
                  </a:moveTo>
                  <a:cubicBezTo>
                    <a:pt x="89" y="0"/>
                    <a:pt x="1" y="88"/>
                    <a:pt x="1" y="197"/>
                  </a:cubicBezTo>
                  <a:cubicBezTo>
                    <a:pt x="1" y="298"/>
                    <a:pt x="89" y="387"/>
                    <a:pt x="190" y="387"/>
                  </a:cubicBezTo>
                  <a:cubicBezTo>
                    <a:pt x="299" y="387"/>
                    <a:pt x="387" y="298"/>
                    <a:pt x="387" y="197"/>
                  </a:cubicBezTo>
                  <a:cubicBezTo>
                    <a:pt x="387" y="88"/>
                    <a:pt x="299" y="0"/>
                    <a:pt x="190" y="0"/>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689" name="Google Shape;18689;p46"/>
            <p:cNvSpPr/>
            <p:nvPr/>
          </p:nvSpPr>
          <p:spPr>
            <a:xfrm>
              <a:off x="2500032" y="2927037"/>
              <a:ext cx="23869" cy="23869"/>
            </a:xfrm>
            <a:custGeom>
              <a:rect b="b" l="l" r="r" t="t"/>
              <a:pathLst>
                <a:path extrusionOk="0" h="910" w="910">
                  <a:moveTo>
                    <a:pt x="455" y="0"/>
                  </a:moveTo>
                  <a:cubicBezTo>
                    <a:pt x="204" y="0"/>
                    <a:pt x="1" y="204"/>
                    <a:pt x="1" y="455"/>
                  </a:cubicBezTo>
                  <a:cubicBezTo>
                    <a:pt x="1" y="706"/>
                    <a:pt x="204" y="909"/>
                    <a:pt x="455" y="909"/>
                  </a:cubicBezTo>
                  <a:cubicBezTo>
                    <a:pt x="706" y="909"/>
                    <a:pt x="910" y="706"/>
                    <a:pt x="910" y="455"/>
                  </a:cubicBezTo>
                  <a:cubicBezTo>
                    <a:pt x="910" y="204"/>
                    <a:pt x="706" y="0"/>
                    <a:pt x="455" y="0"/>
                  </a:cubicBezTo>
                  <a:close/>
                </a:path>
              </a:pathLst>
            </a:custGeom>
            <a:solidFill>
              <a:srgbClr val="405C7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690" name="Google Shape;18690;p46"/>
            <p:cNvSpPr/>
            <p:nvPr/>
          </p:nvSpPr>
          <p:spPr>
            <a:xfrm>
              <a:off x="2508583" y="2932204"/>
              <a:ext cx="10151" cy="10151"/>
            </a:xfrm>
            <a:custGeom>
              <a:rect b="b" l="l" r="r" t="t"/>
              <a:pathLst>
                <a:path extrusionOk="0" h="387" w="387">
                  <a:moveTo>
                    <a:pt x="190" y="0"/>
                  </a:moveTo>
                  <a:cubicBezTo>
                    <a:pt x="89" y="0"/>
                    <a:pt x="0" y="88"/>
                    <a:pt x="0" y="197"/>
                  </a:cubicBezTo>
                  <a:cubicBezTo>
                    <a:pt x="0" y="298"/>
                    <a:pt x="89" y="387"/>
                    <a:pt x="190" y="387"/>
                  </a:cubicBezTo>
                  <a:cubicBezTo>
                    <a:pt x="299" y="387"/>
                    <a:pt x="387" y="298"/>
                    <a:pt x="387" y="197"/>
                  </a:cubicBezTo>
                  <a:cubicBezTo>
                    <a:pt x="387" y="88"/>
                    <a:pt x="299" y="0"/>
                    <a:pt x="190" y="0"/>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691" name="Google Shape;18691;p46"/>
            <p:cNvSpPr/>
            <p:nvPr/>
          </p:nvSpPr>
          <p:spPr>
            <a:xfrm>
              <a:off x="2493999" y="3004573"/>
              <a:ext cx="342223" cy="250628"/>
            </a:xfrm>
            <a:custGeom>
              <a:rect b="b" l="l" r="r" t="t"/>
              <a:pathLst>
                <a:path extrusionOk="0" h="9555" w="13047">
                  <a:moveTo>
                    <a:pt x="685" y="1"/>
                  </a:moveTo>
                  <a:cubicBezTo>
                    <a:pt x="306" y="1"/>
                    <a:pt x="0" y="306"/>
                    <a:pt x="0" y="686"/>
                  </a:cubicBezTo>
                  <a:lnTo>
                    <a:pt x="0" y="909"/>
                  </a:lnTo>
                  <a:cubicBezTo>
                    <a:pt x="0" y="1486"/>
                    <a:pt x="367" y="2001"/>
                    <a:pt x="916" y="2198"/>
                  </a:cubicBezTo>
                  <a:lnTo>
                    <a:pt x="916" y="5005"/>
                  </a:lnTo>
                  <a:cubicBezTo>
                    <a:pt x="916" y="7520"/>
                    <a:pt x="2950" y="9555"/>
                    <a:pt x="5466" y="9555"/>
                  </a:cubicBezTo>
                  <a:lnTo>
                    <a:pt x="12748" y="9555"/>
                  </a:lnTo>
                  <a:cubicBezTo>
                    <a:pt x="13046" y="9555"/>
                    <a:pt x="13046" y="9100"/>
                    <a:pt x="12748" y="9100"/>
                  </a:cubicBezTo>
                  <a:lnTo>
                    <a:pt x="12748" y="9107"/>
                  </a:lnTo>
                  <a:lnTo>
                    <a:pt x="6374" y="9107"/>
                  </a:lnTo>
                  <a:cubicBezTo>
                    <a:pt x="3859" y="9107"/>
                    <a:pt x="1824" y="7066"/>
                    <a:pt x="1824" y="4557"/>
                  </a:cubicBezTo>
                  <a:lnTo>
                    <a:pt x="1824" y="2340"/>
                  </a:lnTo>
                  <a:cubicBezTo>
                    <a:pt x="1818" y="2171"/>
                    <a:pt x="1729" y="2021"/>
                    <a:pt x="1580" y="1940"/>
                  </a:cubicBezTo>
                  <a:cubicBezTo>
                    <a:pt x="1167" y="1696"/>
                    <a:pt x="909" y="1248"/>
                    <a:pt x="909" y="767"/>
                  </a:cubicBezTo>
                  <a:lnTo>
                    <a:pt x="909" y="1"/>
                  </a:lnTo>
                  <a:close/>
                </a:path>
              </a:pathLst>
            </a:custGeom>
            <a:solidFill>
              <a:srgbClr val="DBE2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692" name="Google Shape;18692;p46"/>
            <p:cNvSpPr/>
            <p:nvPr/>
          </p:nvSpPr>
          <p:spPr>
            <a:xfrm>
              <a:off x="2576519" y="2987497"/>
              <a:ext cx="287612" cy="244044"/>
            </a:xfrm>
            <a:custGeom>
              <a:rect b="b" l="l" r="r" t="t"/>
              <a:pathLst>
                <a:path extrusionOk="0" h="9304" w="10965">
                  <a:moveTo>
                    <a:pt x="5798" y="1"/>
                  </a:moveTo>
                  <a:cubicBezTo>
                    <a:pt x="2231" y="1"/>
                    <a:pt x="1" y="2896"/>
                    <a:pt x="292" y="6131"/>
                  </a:cubicBezTo>
                  <a:cubicBezTo>
                    <a:pt x="359" y="6810"/>
                    <a:pt x="1048" y="8074"/>
                    <a:pt x="2399" y="8074"/>
                  </a:cubicBezTo>
                  <a:cubicBezTo>
                    <a:pt x="2841" y="8074"/>
                    <a:pt x="3355" y="7938"/>
                    <a:pt x="3940" y="7602"/>
                  </a:cubicBezTo>
                  <a:cubicBezTo>
                    <a:pt x="4523" y="8646"/>
                    <a:pt x="5629" y="9297"/>
                    <a:pt x="6829" y="9304"/>
                  </a:cubicBezTo>
                  <a:cubicBezTo>
                    <a:pt x="9114" y="9304"/>
                    <a:pt x="10965" y="7453"/>
                    <a:pt x="10965" y="5168"/>
                  </a:cubicBezTo>
                  <a:cubicBezTo>
                    <a:pt x="10958" y="2313"/>
                    <a:pt x="8646" y="1"/>
                    <a:pt x="5798" y="1"/>
                  </a:cubicBezTo>
                  <a:close/>
                </a:path>
              </a:pathLst>
            </a:custGeom>
            <a:solidFill>
              <a:srgbClr val="697D9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693" name="Google Shape;18693;p46"/>
            <p:cNvSpPr/>
            <p:nvPr/>
          </p:nvSpPr>
          <p:spPr>
            <a:xfrm>
              <a:off x="2576519" y="2987497"/>
              <a:ext cx="227860" cy="211676"/>
            </a:xfrm>
            <a:custGeom>
              <a:rect b="b" l="l" r="r" t="t"/>
              <a:pathLst>
                <a:path extrusionOk="0" h="8070" w="8687">
                  <a:moveTo>
                    <a:pt x="5798" y="1"/>
                  </a:moveTo>
                  <a:cubicBezTo>
                    <a:pt x="2231" y="1"/>
                    <a:pt x="1" y="2896"/>
                    <a:pt x="299" y="6131"/>
                  </a:cubicBezTo>
                  <a:cubicBezTo>
                    <a:pt x="360" y="6788"/>
                    <a:pt x="1011" y="7995"/>
                    <a:pt x="2286" y="8070"/>
                  </a:cubicBezTo>
                  <a:cubicBezTo>
                    <a:pt x="1899" y="7656"/>
                    <a:pt x="1696" y="7141"/>
                    <a:pt x="1662" y="6788"/>
                  </a:cubicBezTo>
                  <a:cubicBezTo>
                    <a:pt x="1364" y="3547"/>
                    <a:pt x="3594" y="652"/>
                    <a:pt x="7161" y="652"/>
                  </a:cubicBezTo>
                  <a:cubicBezTo>
                    <a:pt x="7676" y="652"/>
                    <a:pt x="8192" y="733"/>
                    <a:pt x="8687" y="882"/>
                  </a:cubicBezTo>
                  <a:cubicBezTo>
                    <a:pt x="7832" y="306"/>
                    <a:pt x="6829" y="1"/>
                    <a:pt x="5798" y="1"/>
                  </a:cubicBezTo>
                  <a:close/>
                </a:path>
              </a:pathLst>
            </a:custGeom>
            <a:solidFill>
              <a:srgbClr val="4F647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694" name="Google Shape;18694;p46"/>
            <p:cNvSpPr/>
            <p:nvPr/>
          </p:nvSpPr>
          <p:spPr>
            <a:xfrm>
              <a:off x="2651930" y="3069308"/>
              <a:ext cx="146573" cy="122940"/>
            </a:xfrm>
            <a:custGeom>
              <a:rect b="b" l="l" r="r" t="t"/>
              <a:pathLst>
                <a:path extrusionOk="0" h="4687" w="5588">
                  <a:moveTo>
                    <a:pt x="3249" y="1"/>
                  </a:moveTo>
                  <a:cubicBezTo>
                    <a:pt x="2259" y="1"/>
                    <a:pt x="1275" y="591"/>
                    <a:pt x="740" y="1499"/>
                  </a:cubicBezTo>
                  <a:cubicBezTo>
                    <a:pt x="407" y="2049"/>
                    <a:pt x="1" y="3167"/>
                    <a:pt x="658" y="4686"/>
                  </a:cubicBezTo>
                  <a:cubicBezTo>
                    <a:pt x="801" y="4625"/>
                    <a:pt x="936" y="4557"/>
                    <a:pt x="1065" y="4476"/>
                  </a:cubicBezTo>
                  <a:cubicBezTo>
                    <a:pt x="645" y="3479"/>
                    <a:pt x="658" y="2517"/>
                    <a:pt x="1126" y="1730"/>
                  </a:cubicBezTo>
                  <a:cubicBezTo>
                    <a:pt x="1581" y="971"/>
                    <a:pt x="2435" y="462"/>
                    <a:pt x="3249" y="462"/>
                  </a:cubicBezTo>
                  <a:cubicBezTo>
                    <a:pt x="4293" y="462"/>
                    <a:pt x="5134" y="1303"/>
                    <a:pt x="5134" y="2347"/>
                  </a:cubicBezTo>
                  <a:cubicBezTo>
                    <a:pt x="5134" y="3154"/>
                    <a:pt x="4483" y="3812"/>
                    <a:pt x="3669" y="3812"/>
                  </a:cubicBezTo>
                  <a:cubicBezTo>
                    <a:pt x="3045" y="3812"/>
                    <a:pt x="2543" y="3310"/>
                    <a:pt x="2543" y="2686"/>
                  </a:cubicBezTo>
                  <a:cubicBezTo>
                    <a:pt x="2523" y="2252"/>
                    <a:pt x="2855" y="1879"/>
                    <a:pt x="3289" y="1852"/>
                  </a:cubicBezTo>
                  <a:cubicBezTo>
                    <a:pt x="3311" y="1850"/>
                    <a:pt x="3333" y="1849"/>
                    <a:pt x="3355" y="1849"/>
                  </a:cubicBezTo>
                  <a:cubicBezTo>
                    <a:pt x="3651" y="1849"/>
                    <a:pt x="3972" y="2023"/>
                    <a:pt x="4042" y="2503"/>
                  </a:cubicBezTo>
                  <a:cubicBezTo>
                    <a:pt x="4060" y="2635"/>
                    <a:pt x="4159" y="2696"/>
                    <a:pt x="4260" y="2696"/>
                  </a:cubicBezTo>
                  <a:cubicBezTo>
                    <a:pt x="4387" y="2696"/>
                    <a:pt x="4516" y="2601"/>
                    <a:pt x="4489" y="2435"/>
                  </a:cubicBezTo>
                  <a:cubicBezTo>
                    <a:pt x="4387" y="1707"/>
                    <a:pt x="3858" y="1394"/>
                    <a:pt x="3349" y="1394"/>
                  </a:cubicBezTo>
                  <a:cubicBezTo>
                    <a:pt x="3318" y="1394"/>
                    <a:pt x="3287" y="1395"/>
                    <a:pt x="3255" y="1398"/>
                  </a:cubicBezTo>
                  <a:cubicBezTo>
                    <a:pt x="2584" y="1438"/>
                    <a:pt x="2069" y="2008"/>
                    <a:pt x="2089" y="2686"/>
                  </a:cubicBezTo>
                  <a:cubicBezTo>
                    <a:pt x="2089" y="3561"/>
                    <a:pt x="2794" y="4266"/>
                    <a:pt x="3669" y="4266"/>
                  </a:cubicBezTo>
                  <a:cubicBezTo>
                    <a:pt x="4734" y="4266"/>
                    <a:pt x="5588" y="3405"/>
                    <a:pt x="5588" y="2347"/>
                  </a:cubicBezTo>
                  <a:cubicBezTo>
                    <a:pt x="5588" y="1052"/>
                    <a:pt x="4537" y="1"/>
                    <a:pt x="3249" y="1"/>
                  </a:cubicBezTo>
                  <a:close/>
                </a:path>
              </a:pathLst>
            </a:custGeom>
            <a:solidFill>
              <a:srgbClr val="4F647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695" name="Google Shape;18695;p46"/>
            <p:cNvSpPr/>
            <p:nvPr/>
          </p:nvSpPr>
          <p:spPr>
            <a:xfrm>
              <a:off x="2517842" y="3062200"/>
              <a:ext cx="19935" cy="14610"/>
            </a:xfrm>
            <a:custGeom>
              <a:rect b="b" l="l" r="r" t="t"/>
              <a:pathLst>
                <a:path extrusionOk="0" h="557" w="760">
                  <a:moveTo>
                    <a:pt x="0" y="1"/>
                  </a:moveTo>
                  <a:lnTo>
                    <a:pt x="0" y="489"/>
                  </a:lnTo>
                  <a:cubicBezTo>
                    <a:pt x="149" y="530"/>
                    <a:pt x="305" y="550"/>
                    <a:pt x="461" y="557"/>
                  </a:cubicBezTo>
                  <a:cubicBezTo>
                    <a:pt x="759" y="557"/>
                    <a:pt x="759" y="96"/>
                    <a:pt x="461" y="96"/>
                  </a:cubicBezTo>
                  <a:cubicBezTo>
                    <a:pt x="298" y="96"/>
                    <a:pt x="149" y="62"/>
                    <a:pt x="0" y="1"/>
                  </a:cubicBezTo>
                  <a:close/>
                </a:path>
              </a:pathLst>
            </a:custGeom>
            <a:solidFill>
              <a:srgbClr val="C3CFD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8696" name="Google Shape;18696;p46"/>
          <p:cNvGrpSpPr/>
          <p:nvPr/>
        </p:nvGrpSpPr>
        <p:grpSpPr>
          <a:xfrm>
            <a:off x="3589417" y="2950696"/>
            <a:ext cx="370315" cy="281029"/>
            <a:chOff x="3589417" y="2950696"/>
            <a:chExt cx="370315" cy="281029"/>
          </a:xfrm>
        </p:grpSpPr>
        <p:sp>
          <p:nvSpPr>
            <p:cNvPr id="18697" name="Google Shape;18697;p46"/>
            <p:cNvSpPr/>
            <p:nvPr/>
          </p:nvSpPr>
          <p:spPr>
            <a:xfrm>
              <a:off x="3719098" y="2969083"/>
              <a:ext cx="110612" cy="83018"/>
            </a:xfrm>
            <a:custGeom>
              <a:rect b="b" l="l" r="r" t="t"/>
              <a:pathLst>
                <a:path extrusionOk="0" h="3165" w="4217">
                  <a:moveTo>
                    <a:pt x="566" y="0"/>
                  </a:moveTo>
                  <a:cubicBezTo>
                    <a:pt x="424" y="0"/>
                    <a:pt x="247" y="66"/>
                    <a:pt x="94" y="323"/>
                  </a:cubicBezTo>
                  <a:cubicBezTo>
                    <a:pt x="0" y="498"/>
                    <a:pt x="149" y="656"/>
                    <a:pt x="303" y="656"/>
                  </a:cubicBezTo>
                  <a:cubicBezTo>
                    <a:pt x="370" y="656"/>
                    <a:pt x="438" y="626"/>
                    <a:pt x="488" y="554"/>
                  </a:cubicBezTo>
                  <a:cubicBezTo>
                    <a:pt x="528" y="479"/>
                    <a:pt x="562" y="459"/>
                    <a:pt x="569" y="452"/>
                  </a:cubicBezTo>
                  <a:cubicBezTo>
                    <a:pt x="800" y="452"/>
                    <a:pt x="1403" y="1605"/>
                    <a:pt x="1871" y="3164"/>
                  </a:cubicBezTo>
                  <a:lnTo>
                    <a:pt x="2346" y="3164"/>
                  </a:lnTo>
                  <a:cubicBezTo>
                    <a:pt x="2813" y="1605"/>
                    <a:pt x="3417" y="452"/>
                    <a:pt x="3647" y="452"/>
                  </a:cubicBezTo>
                  <a:cubicBezTo>
                    <a:pt x="3654" y="452"/>
                    <a:pt x="3688" y="479"/>
                    <a:pt x="3736" y="554"/>
                  </a:cubicBezTo>
                  <a:cubicBezTo>
                    <a:pt x="3783" y="626"/>
                    <a:pt x="3850" y="656"/>
                    <a:pt x="3916" y="656"/>
                  </a:cubicBezTo>
                  <a:cubicBezTo>
                    <a:pt x="4068" y="656"/>
                    <a:pt x="4217" y="498"/>
                    <a:pt x="4122" y="323"/>
                  </a:cubicBezTo>
                  <a:lnTo>
                    <a:pt x="4129" y="323"/>
                  </a:lnTo>
                  <a:cubicBezTo>
                    <a:pt x="3977" y="66"/>
                    <a:pt x="3799" y="0"/>
                    <a:pt x="3658" y="0"/>
                  </a:cubicBezTo>
                  <a:cubicBezTo>
                    <a:pt x="3635" y="0"/>
                    <a:pt x="3614" y="2"/>
                    <a:pt x="3593" y="4"/>
                  </a:cubicBezTo>
                  <a:cubicBezTo>
                    <a:pt x="3010" y="79"/>
                    <a:pt x="2454" y="1415"/>
                    <a:pt x="2108" y="2418"/>
                  </a:cubicBezTo>
                  <a:cubicBezTo>
                    <a:pt x="1769" y="1415"/>
                    <a:pt x="1206" y="79"/>
                    <a:pt x="630" y="4"/>
                  </a:cubicBezTo>
                  <a:cubicBezTo>
                    <a:pt x="610" y="2"/>
                    <a:pt x="588" y="0"/>
                    <a:pt x="566" y="0"/>
                  </a:cubicBezTo>
                  <a:close/>
                </a:path>
              </a:pathLst>
            </a:custGeom>
            <a:solidFill>
              <a:srgbClr val="203B5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698" name="Google Shape;18698;p46"/>
            <p:cNvSpPr/>
            <p:nvPr/>
          </p:nvSpPr>
          <p:spPr>
            <a:xfrm>
              <a:off x="3589417" y="2950696"/>
              <a:ext cx="370315" cy="137865"/>
            </a:xfrm>
            <a:custGeom>
              <a:rect b="b" l="l" r="r" t="t"/>
              <a:pathLst>
                <a:path extrusionOk="0" h="5256" w="14118">
                  <a:moveTo>
                    <a:pt x="909" y="0"/>
                  </a:moveTo>
                  <a:cubicBezTo>
                    <a:pt x="0" y="0"/>
                    <a:pt x="7" y="455"/>
                    <a:pt x="7" y="685"/>
                  </a:cubicBezTo>
                  <a:cubicBezTo>
                    <a:pt x="7" y="1370"/>
                    <a:pt x="1418" y="2570"/>
                    <a:pt x="909" y="4096"/>
                  </a:cubicBezTo>
                  <a:cubicBezTo>
                    <a:pt x="570" y="5126"/>
                    <a:pt x="3818" y="5248"/>
                    <a:pt x="5459" y="5248"/>
                  </a:cubicBezTo>
                  <a:cubicBezTo>
                    <a:pt x="6008" y="5248"/>
                    <a:pt x="6571" y="5235"/>
                    <a:pt x="6571" y="5235"/>
                  </a:cubicBezTo>
                  <a:lnTo>
                    <a:pt x="6727" y="4923"/>
                  </a:lnTo>
                  <a:cubicBezTo>
                    <a:pt x="6829" y="4981"/>
                    <a:pt x="6942" y="5009"/>
                    <a:pt x="7056" y="5009"/>
                  </a:cubicBezTo>
                  <a:cubicBezTo>
                    <a:pt x="7169" y="5009"/>
                    <a:pt x="7283" y="4981"/>
                    <a:pt x="7385" y="4923"/>
                  </a:cubicBezTo>
                  <a:lnTo>
                    <a:pt x="7547" y="5242"/>
                  </a:lnTo>
                  <a:cubicBezTo>
                    <a:pt x="7547" y="5242"/>
                    <a:pt x="8110" y="5255"/>
                    <a:pt x="8659" y="5255"/>
                  </a:cubicBezTo>
                  <a:cubicBezTo>
                    <a:pt x="10300" y="5255"/>
                    <a:pt x="13548" y="5126"/>
                    <a:pt x="13209" y="4103"/>
                  </a:cubicBezTo>
                  <a:cubicBezTo>
                    <a:pt x="12701" y="2570"/>
                    <a:pt x="14111" y="1363"/>
                    <a:pt x="14111" y="685"/>
                  </a:cubicBezTo>
                  <a:cubicBezTo>
                    <a:pt x="14111" y="455"/>
                    <a:pt x="14118" y="0"/>
                    <a:pt x="13209" y="0"/>
                  </a:cubicBezTo>
                  <a:cubicBezTo>
                    <a:pt x="10565" y="0"/>
                    <a:pt x="8571" y="2577"/>
                    <a:pt x="7757" y="3980"/>
                  </a:cubicBezTo>
                  <a:cubicBezTo>
                    <a:pt x="7744" y="4004"/>
                    <a:pt x="7722" y="4016"/>
                    <a:pt x="7700" y="4016"/>
                  </a:cubicBezTo>
                  <a:cubicBezTo>
                    <a:pt x="7678" y="4016"/>
                    <a:pt x="7656" y="4004"/>
                    <a:pt x="7642" y="3980"/>
                  </a:cubicBezTo>
                  <a:cubicBezTo>
                    <a:pt x="7512" y="3755"/>
                    <a:pt x="7283" y="3641"/>
                    <a:pt x="7053" y="3641"/>
                  </a:cubicBezTo>
                  <a:cubicBezTo>
                    <a:pt x="6827" y="3641"/>
                    <a:pt x="6600" y="3752"/>
                    <a:pt x="6469" y="3974"/>
                  </a:cubicBezTo>
                  <a:cubicBezTo>
                    <a:pt x="6459" y="3997"/>
                    <a:pt x="6437" y="4009"/>
                    <a:pt x="6414" y="4009"/>
                  </a:cubicBezTo>
                  <a:cubicBezTo>
                    <a:pt x="6391" y="4009"/>
                    <a:pt x="6367" y="3997"/>
                    <a:pt x="6354" y="3974"/>
                  </a:cubicBezTo>
                  <a:cubicBezTo>
                    <a:pt x="5540" y="2570"/>
                    <a:pt x="3553" y="0"/>
                    <a:pt x="909" y="0"/>
                  </a:cubicBezTo>
                  <a:close/>
                </a:path>
              </a:pathLst>
            </a:custGeom>
            <a:solidFill>
              <a:srgbClr val="405C7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699" name="Google Shape;18699;p46"/>
            <p:cNvSpPr/>
            <p:nvPr/>
          </p:nvSpPr>
          <p:spPr>
            <a:xfrm>
              <a:off x="3774574" y="3080535"/>
              <a:ext cx="162206" cy="151190"/>
            </a:xfrm>
            <a:custGeom>
              <a:rect b="b" l="l" r="r" t="t"/>
              <a:pathLst>
                <a:path extrusionOk="0" h="5764" w="6184">
                  <a:moveTo>
                    <a:pt x="4218" y="0"/>
                  </a:moveTo>
                  <a:lnTo>
                    <a:pt x="0" y="54"/>
                  </a:lnTo>
                  <a:lnTo>
                    <a:pt x="0" y="2428"/>
                  </a:lnTo>
                  <a:cubicBezTo>
                    <a:pt x="0" y="2428"/>
                    <a:pt x="1153" y="5675"/>
                    <a:pt x="2048" y="5750"/>
                  </a:cubicBezTo>
                  <a:cubicBezTo>
                    <a:pt x="2156" y="5757"/>
                    <a:pt x="2272" y="5764"/>
                    <a:pt x="2394" y="5764"/>
                  </a:cubicBezTo>
                  <a:cubicBezTo>
                    <a:pt x="3241" y="5764"/>
                    <a:pt x="4299" y="5479"/>
                    <a:pt x="5235" y="4157"/>
                  </a:cubicBezTo>
                  <a:cubicBezTo>
                    <a:pt x="6184" y="2807"/>
                    <a:pt x="5845" y="1024"/>
                    <a:pt x="4218" y="0"/>
                  </a:cubicBezTo>
                  <a:close/>
                </a:path>
              </a:pathLst>
            </a:custGeom>
            <a:solidFill>
              <a:srgbClr val="203B5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700" name="Google Shape;18700;p46"/>
            <p:cNvSpPr/>
            <p:nvPr/>
          </p:nvSpPr>
          <p:spPr>
            <a:xfrm>
              <a:off x="3786483" y="3097191"/>
              <a:ext cx="129157" cy="122809"/>
            </a:xfrm>
            <a:custGeom>
              <a:rect b="b" l="l" r="r" t="t"/>
              <a:pathLst>
                <a:path extrusionOk="0" h="4682" w="4924">
                  <a:moveTo>
                    <a:pt x="3688" y="0"/>
                  </a:moveTo>
                  <a:cubicBezTo>
                    <a:pt x="3672" y="0"/>
                    <a:pt x="3657" y="1"/>
                    <a:pt x="3642" y="2"/>
                  </a:cubicBezTo>
                  <a:cubicBezTo>
                    <a:pt x="2874" y="78"/>
                    <a:pt x="2100" y="118"/>
                    <a:pt x="1326" y="118"/>
                  </a:cubicBezTo>
                  <a:cubicBezTo>
                    <a:pt x="1266" y="118"/>
                    <a:pt x="1206" y="118"/>
                    <a:pt x="1146" y="118"/>
                  </a:cubicBezTo>
                  <a:cubicBezTo>
                    <a:pt x="597" y="118"/>
                    <a:pt x="27" y="104"/>
                    <a:pt x="21" y="104"/>
                  </a:cubicBezTo>
                  <a:lnTo>
                    <a:pt x="0" y="111"/>
                  </a:lnTo>
                  <a:lnTo>
                    <a:pt x="0" y="1718"/>
                  </a:lnTo>
                  <a:cubicBezTo>
                    <a:pt x="577" y="3318"/>
                    <a:pt x="1336" y="4593"/>
                    <a:pt x="1634" y="4668"/>
                  </a:cubicBezTo>
                  <a:cubicBezTo>
                    <a:pt x="1736" y="4674"/>
                    <a:pt x="1838" y="4681"/>
                    <a:pt x="1940" y="4681"/>
                  </a:cubicBezTo>
                  <a:cubicBezTo>
                    <a:pt x="2930" y="4681"/>
                    <a:pt x="3736" y="4213"/>
                    <a:pt x="4408" y="3264"/>
                  </a:cubicBezTo>
                  <a:cubicBezTo>
                    <a:pt x="4781" y="2749"/>
                    <a:pt x="4923" y="2104"/>
                    <a:pt x="4808" y="1481"/>
                  </a:cubicBezTo>
                  <a:cubicBezTo>
                    <a:pt x="4693" y="959"/>
                    <a:pt x="4415" y="484"/>
                    <a:pt x="4014" y="125"/>
                  </a:cubicBezTo>
                  <a:cubicBezTo>
                    <a:pt x="3924" y="46"/>
                    <a:pt x="3807" y="0"/>
                    <a:pt x="3688" y="0"/>
                  </a:cubicBezTo>
                  <a:close/>
                </a:path>
              </a:pathLst>
            </a:custGeom>
            <a:solidFill>
              <a:srgbClr val="7F92A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701" name="Google Shape;18701;p46"/>
            <p:cNvSpPr/>
            <p:nvPr/>
          </p:nvSpPr>
          <p:spPr>
            <a:xfrm>
              <a:off x="3801591" y="2978054"/>
              <a:ext cx="130757" cy="98415"/>
            </a:xfrm>
            <a:custGeom>
              <a:rect b="b" l="l" r="r" t="t"/>
              <a:pathLst>
                <a:path extrusionOk="0" h="3752" w="4985">
                  <a:moveTo>
                    <a:pt x="3253" y="1"/>
                  </a:moveTo>
                  <a:cubicBezTo>
                    <a:pt x="3229" y="1"/>
                    <a:pt x="3205" y="1"/>
                    <a:pt x="3181" y="1"/>
                  </a:cubicBezTo>
                  <a:cubicBezTo>
                    <a:pt x="3099" y="1"/>
                    <a:pt x="3018" y="29"/>
                    <a:pt x="2944" y="69"/>
                  </a:cubicBezTo>
                  <a:cubicBezTo>
                    <a:pt x="1547" y="930"/>
                    <a:pt x="564" y="2429"/>
                    <a:pt x="123" y="3243"/>
                  </a:cubicBezTo>
                  <a:cubicBezTo>
                    <a:pt x="1" y="3466"/>
                    <a:pt x="157" y="3744"/>
                    <a:pt x="414" y="3751"/>
                  </a:cubicBezTo>
                  <a:lnTo>
                    <a:pt x="570" y="3751"/>
                  </a:lnTo>
                  <a:cubicBezTo>
                    <a:pt x="3561" y="3751"/>
                    <a:pt x="4537" y="3351"/>
                    <a:pt x="4686" y="3182"/>
                  </a:cubicBezTo>
                  <a:cubicBezTo>
                    <a:pt x="4408" y="2334"/>
                    <a:pt x="4612" y="1595"/>
                    <a:pt x="4896" y="978"/>
                  </a:cubicBezTo>
                  <a:cubicBezTo>
                    <a:pt x="4984" y="802"/>
                    <a:pt x="4944" y="585"/>
                    <a:pt x="4795" y="456"/>
                  </a:cubicBezTo>
                  <a:cubicBezTo>
                    <a:pt x="4531" y="225"/>
                    <a:pt x="4069" y="1"/>
                    <a:pt x="3253" y="1"/>
                  </a:cubicBezTo>
                  <a:close/>
                </a:path>
              </a:pathLst>
            </a:custGeom>
            <a:solidFill>
              <a:srgbClr val="7F92A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702" name="Google Shape;18702;p46"/>
            <p:cNvSpPr/>
            <p:nvPr/>
          </p:nvSpPr>
          <p:spPr>
            <a:xfrm>
              <a:off x="3803558" y="2978054"/>
              <a:ext cx="127556" cy="90415"/>
            </a:xfrm>
            <a:custGeom>
              <a:rect b="b" l="l" r="r" t="t"/>
              <a:pathLst>
                <a:path extrusionOk="0" h="3447" w="4863">
                  <a:moveTo>
                    <a:pt x="3177" y="1"/>
                  </a:moveTo>
                  <a:cubicBezTo>
                    <a:pt x="3154" y="1"/>
                    <a:pt x="3130" y="1"/>
                    <a:pt x="3106" y="1"/>
                  </a:cubicBezTo>
                  <a:cubicBezTo>
                    <a:pt x="3018" y="1"/>
                    <a:pt x="2936" y="29"/>
                    <a:pt x="2869" y="69"/>
                  </a:cubicBezTo>
                  <a:cubicBezTo>
                    <a:pt x="1472" y="930"/>
                    <a:pt x="489" y="2429"/>
                    <a:pt x="48" y="3243"/>
                  </a:cubicBezTo>
                  <a:cubicBezTo>
                    <a:pt x="14" y="3304"/>
                    <a:pt x="0" y="3378"/>
                    <a:pt x="14" y="3446"/>
                  </a:cubicBezTo>
                  <a:cubicBezTo>
                    <a:pt x="1736" y="2700"/>
                    <a:pt x="3648" y="1547"/>
                    <a:pt x="4862" y="774"/>
                  </a:cubicBezTo>
                  <a:cubicBezTo>
                    <a:pt x="4862" y="652"/>
                    <a:pt x="4808" y="537"/>
                    <a:pt x="4720" y="456"/>
                  </a:cubicBezTo>
                  <a:cubicBezTo>
                    <a:pt x="4456" y="225"/>
                    <a:pt x="3988" y="1"/>
                    <a:pt x="3177" y="1"/>
                  </a:cubicBezTo>
                  <a:close/>
                </a:path>
              </a:pathLst>
            </a:custGeom>
            <a:solidFill>
              <a:srgbClr val="C0C9D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703" name="Google Shape;18703;p46"/>
            <p:cNvSpPr/>
            <p:nvPr/>
          </p:nvSpPr>
          <p:spPr>
            <a:xfrm>
              <a:off x="3926813" y="2960637"/>
              <a:ext cx="20302" cy="20486"/>
            </a:xfrm>
            <a:custGeom>
              <a:rect b="b" l="l" r="r" t="t"/>
              <a:pathLst>
                <a:path extrusionOk="0" h="781" w="774">
                  <a:moveTo>
                    <a:pt x="387" y="1"/>
                  </a:moveTo>
                  <a:cubicBezTo>
                    <a:pt x="170" y="1"/>
                    <a:pt x="0" y="177"/>
                    <a:pt x="0" y="387"/>
                  </a:cubicBezTo>
                  <a:cubicBezTo>
                    <a:pt x="0" y="604"/>
                    <a:pt x="170" y="781"/>
                    <a:pt x="387" y="781"/>
                  </a:cubicBezTo>
                  <a:cubicBezTo>
                    <a:pt x="597" y="781"/>
                    <a:pt x="773" y="604"/>
                    <a:pt x="773" y="387"/>
                  </a:cubicBezTo>
                  <a:cubicBezTo>
                    <a:pt x="773" y="177"/>
                    <a:pt x="597" y="1"/>
                    <a:pt x="387" y="1"/>
                  </a:cubicBezTo>
                  <a:close/>
                </a:path>
              </a:pathLst>
            </a:custGeom>
            <a:solidFill>
              <a:srgbClr val="203B5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704" name="Google Shape;18704;p46"/>
            <p:cNvSpPr/>
            <p:nvPr/>
          </p:nvSpPr>
          <p:spPr>
            <a:xfrm>
              <a:off x="3786483" y="3099919"/>
              <a:ext cx="127373" cy="111530"/>
            </a:xfrm>
            <a:custGeom>
              <a:rect b="b" l="l" r="r" t="t"/>
              <a:pathLst>
                <a:path extrusionOk="0" h="4252" w="4856">
                  <a:moveTo>
                    <a:pt x="0" y="0"/>
                  </a:moveTo>
                  <a:lnTo>
                    <a:pt x="0" y="427"/>
                  </a:lnTo>
                  <a:lnTo>
                    <a:pt x="3228" y="4252"/>
                  </a:lnTo>
                  <a:cubicBezTo>
                    <a:pt x="3364" y="4177"/>
                    <a:pt x="3492" y="4096"/>
                    <a:pt x="3614" y="4001"/>
                  </a:cubicBezTo>
                  <a:lnTo>
                    <a:pt x="1641" y="1661"/>
                  </a:lnTo>
                  <a:lnTo>
                    <a:pt x="4849" y="1872"/>
                  </a:lnTo>
                  <a:cubicBezTo>
                    <a:pt x="4855" y="1716"/>
                    <a:pt x="4842" y="1567"/>
                    <a:pt x="4815" y="1411"/>
                  </a:cubicBezTo>
                  <a:lnTo>
                    <a:pt x="4245" y="1377"/>
                  </a:lnTo>
                  <a:lnTo>
                    <a:pt x="1940" y="7"/>
                  </a:lnTo>
                  <a:cubicBezTo>
                    <a:pt x="1689" y="14"/>
                    <a:pt x="1424" y="14"/>
                    <a:pt x="1146" y="14"/>
                  </a:cubicBezTo>
                  <a:lnTo>
                    <a:pt x="1065" y="14"/>
                  </a:lnTo>
                  <a:lnTo>
                    <a:pt x="3242" y="1309"/>
                  </a:lnTo>
                  <a:lnTo>
                    <a:pt x="1234" y="1173"/>
                  </a:lnTo>
                  <a:lnTo>
                    <a:pt x="238" y="7"/>
                  </a:lnTo>
                  <a:lnTo>
                    <a:pt x="21" y="0"/>
                  </a:lnTo>
                  <a:close/>
                </a:path>
              </a:pathLst>
            </a:custGeom>
            <a:solidFill>
              <a:srgbClr val="5D748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705" name="Google Shape;18705;p46"/>
            <p:cNvSpPr/>
            <p:nvPr/>
          </p:nvSpPr>
          <p:spPr>
            <a:xfrm>
              <a:off x="3859979" y="3157887"/>
              <a:ext cx="51909" cy="38978"/>
            </a:xfrm>
            <a:custGeom>
              <a:rect b="b" l="l" r="r" t="t"/>
              <a:pathLst>
                <a:path extrusionOk="0" h="1486" w="1979">
                  <a:moveTo>
                    <a:pt x="160" y="0"/>
                  </a:moveTo>
                  <a:cubicBezTo>
                    <a:pt x="57" y="0"/>
                    <a:pt x="0" y="125"/>
                    <a:pt x="67" y="211"/>
                  </a:cubicBezTo>
                  <a:lnTo>
                    <a:pt x="1145" y="1486"/>
                  </a:lnTo>
                  <a:cubicBezTo>
                    <a:pt x="1314" y="1316"/>
                    <a:pt x="1470" y="1140"/>
                    <a:pt x="1606" y="943"/>
                  </a:cubicBezTo>
                  <a:cubicBezTo>
                    <a:pt x="1782" y="692"/>
                    <a:pt x="1904" y="414"/>
                    <a:pt x="1979" y="123"/>
                  </a:cubicBezTo>
                  <a:lnTo>
                    <a:pt x="168" y="1"/>
                  </a:lnTo>
                  <a:cubicBezTo>
                    <a:pt x="166" y="0"/>
                    <a:pt x="163" y="0"/>
                    <a:pt x="160" y="0"/>
                  </a:cubicBezTo>
                  <a:close/>
                </a:path>
              </a:pathLst>
            </a:custGeom>
            <a:solidFill>
              <a:srgbClr val="C0C9D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706" name="Google Shape;18706;p46"/>
            <p:cNvSpPr/>
            <p:nvPr/>
          </p:nvSpPr>
          <p:spPr>
            <a:xfrm>
              <a:off x="3811191" y="3046200"/>
              <a:ext cx="113340" cy="30269"/>
            </a:xfrm>
            <a:custGeom>
              <a:rect b="b" l="l" r="r" t="t"/>
              <a:pathLst>
                <a:path extrusionOk="0" h="1154" w="4321">
                  <a:moveTo>
                    <a:pt x="4198" y="0"/>
                  </a:moveTo>
                  <a:cubicBezTo>
                    <a:pt x="2849" y="543"/>
                    <a:pt x="1438" y="923"/>
                    <a:pt x="1" y="1146"/>
                  </a:cubicBezTo>
                  <a:cubicBezTo>
                    <a:pt x="21" y="1146"/>
                    <a:pt x="35" y="1146"/>
                    <a:pt x="48" y="1153"/>
                  </a:cubicBezTo>
                  <a:lnTo>
                    <a:pt x="204" y="1153"/>
                  </a:lnTo>
                  <a:cubicBezTo>
                    <a:pt x="3201" y="1153"/>
                    <a:pt x="4171" y="760"/>
                    <a:pt x="4320" y="590"/>
                  </a:cubicBezTo>
                  <a:cubicBezTo>
                    <a:pt x="4259" y="394"/>
                    <a:pt x="4218" y="197"/>
                    <a:pt x="4198" y="0"/>
                  </a:cubicBezTo>
                  <a:close/>
                </a:path>
              </a:pathLst>
            </a:custGeom>
            <a:solidFill>
              <a:srgbClr val="6C81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707" name="Google Shape;18707;p46"/>
            <p:cNvSpPr/>
            <p:nvPr/>
          </p:nvSpPr>
          <p:spPr>
            <a:xfrm>
              <a:off x="3612368" y="3080535"/>
              <a:ext cx="162233" cy="151190"/>
            </a:xfrm>
            <a:custGeom>
              <a:rect b="b" l="l" r="r" t="t"/>
              <a:pathLst>
                <a:path extrusionOk="0" h="5764" w="6185">
                  <a:moveTo>
                    <a:pt x="1966" y="0"/>
                  </a:moveTo>
                  <a:cubicBezTo>
                    <a:pt x="339" y="1024"/>
                    <a:pt x="0" y="2807"/>
                    <a:pt x="949" y="4157"/>
                  </a:cubicBezTo>
                  <a:cubicBezTo>
                    <a:pt x="1885" y="5472"/>
                    <a:pt x="2943" y="5764"/>
                    <a:pt x="3790" y="5764"/>
                  </a:cubicBezTo>
                  <a:cubicBezTo>
                    <a:pt x="3913" y="5764"/>
                    <a:pt x="4028" y="5757"/>
                    <a:pt x="4136" y="5750"/>
                  </a:cubicBezTo>
                  <a:cubicBezTo>
                    <a:pt x="5031" y="5675"/>
                    <a:pt x="6184" y="2428"/>
                    <a:pt x="6184" y="2428"/>
                  </a:cubicBezTo>
                  <a:lnTo>
                    <a:pt x="6184" y="54"/>
                  </a:lnTo>
                  <a:lnTo>
                    <a:pt x="1966" y="0"/>
                  </a:lnTo>
                  <a:close/>
                </a:path>
              </a:pathLst>
            </a:custGeom>
            <a:solidFill>
              <a:srgbClr val="203B5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708" name="Google Shape;18708;p46"/>
            <p:cNvSpPr/>
            <p:nvPr/>
          </p:nvSpPr>
          <p:spPr>
            <a:xfrm>
              <a:off x="3633509" y="3097296"/>
              <a:ext cx="129157" cy="122704"/>
            </a:xfrm>
            <a:custGeom>
              <a:rect b="b" l="l" r="r" t="t"/>
              <a:pathLst>
                <a:path extrusionOk="0" h="4678" w="4924">
                  <a:moveTo>
                    <a:pt x="1220" y="1"/>
                  </a:moveTo>
                  <a:cubicBezTo>
                    <a:pt x="1106" y="1"/>
                    <a:pt x="996" y="47"/>
                    <a:pt x="910" y="127"/>
                  </a:cubicBezTo>
                  <a:cubicBezTo>
                    <a:pt x="510" y="480"/>
                    <a:pt x="232" y="955"/>
                    <a:pt x="116" y="1483"/>
                  </a:cubicBezTo>
                  <a:cubicBezTo>
                    <a:pt x="1" y="2107"/>
                    <a:pt x="143" y="2751"/>
                    <a:pt x="516" y="3260"/>
                  </a:cubicBezTo>
                  <a:cubicBezTo>
                    <a:pt x="1188" y="4216"/>
                    <a:pt x="1995" y="4677"/>
                    <a:pt x="2984" y="4677"/>
                  </a:cubicBezTo>
                  <a:cubicBezTo>
                    <a:pt x="3086" y="4677"/>
                    <a:pt x="3188" y="4670"/>
                    <a:pt x="3296" y="4664"/>
                  </a:cubicBezTo>
                  <a:cubicBezTo>
                    <a:pt x="3588" y="4589"/>
                    <a:pt x="4347" y="3321"/>
                    <a:pt x="4924" y="1721"/>
                  </a:cubicBezTo>
                  <a:lnTo>
                    <a:pt x="4924" y="107"/>
                  </a:lnTo>
                  <a:lnTo>
                    <a:pt x="4903" y="100"/>
                  </a:lnTo>
                  <a:cubicBezTo>
                    <a:pt x="4897" y="100"/>
                    <a:pt x="4327" y="114"/>
                    <a:pt x="3778" y="114"/>
                  </a:cubicBezTo>
                  <a:cubicBezTo>
                    <a:pt x="3709" y="114"/>
                    <a:pt x="3640" y="115"/>
                    <a:pt x="3571" y="115"/>
                  </a:cubicBezTo>
                  <a:cubicBezTo>
                    <a:pt x="2806" y="115"/>
                    <a:pt x="2041" y="80"/>
                    <a:pt x="1283" y="5"/>
                  </a:cubicBezTo>
                  <a:cubicBezTo>
                    <a:pt x="1262" y="2"/>
                    <a:pt x="1241" y="1"/>
                    <a:pt x="1220" y="1"/>
                  </a:cubicBezTo>
                  <a:close/>
                </a:path>
              </a:pathLst>
            </a:custGeom>
            <a:solidFill>
              <a:srgbClr val="7F92A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709" name="Google Shape;18709;p46"/>
            <p:cNvSpPr/>
            <p:nvPr/>
          </p:nvSpPr>
          <p:spPr>
            <a:xfrm>
              <a:off x="3616801" y="2978054"/>
              <a:ext cx="130757" cy="98415"/>
            </a:xfrm>
            <a:custGeom>
              <a:rect b="b" l="l" r="r" t="t"/>
              <a:pathLst>
                <a:path extrusionOk="0" h="3752" w="4985">
                  <a:moveTo>
                    <a:pt x="1732" y="1"/>
                  </a:moveTo>
                  <a:cubicBezTo>
                    <a:pt x="916" y="1"/>
                    <a:pt x="454" y="225"/>
                    <a:pt x="190" y="456"/>
                  </a:cubicBezTo>
                  <a:cubicBezTo>
                    <a:pt x="41" y="591"/>
                    <a:pt x="1" y="802"/>
                    <a:pt x="89" y="985"/>
                  </a:cubicBezTo>
                  <a:cubicBezTo>
                    <a:pt x="374" y="1595"/>
                    <a:pt x="577" y="2341"/>
                    <a:pt x="299" y="3188"/>
                  </a:cubicBezTo>
                  <a:cubicBezTo>
                    <a:pt x="448" y="3358"/>
                    <a:pt x="1418" y="3751"/>
                    <a:pt x="4415" y="3751"/>
                  </a:cubicBezTo>
                  <a:lnTo>
                    <a:pt x="4571" y="3751"/>
                  </a:lnTo>
                  <a:cubicBezTo>
                    <a:pt x="4828" y="3744"/>
                    <a:pt x="4984" y="3473"/>
                    <a:pt x="4862" y="3249"/>
                  </a:cubicBezTo>
                  <a:cubicBezTo>
                    <a:pt x="4422" y="2429"/>
                    <a:pt x="3438" y="937"/>
                    <a:pt x="2042" y="76"/>
                  </a:cubicBezTo>
                  <a:cubicBezTo>
                    <a:pt x="1967" y="29"/>
                    <a:pt x="1886" y="8"/>
                    <a:pt x="1804" y="1"/>
                  </a:cubicBezTo>
                  <a:cubicBezTo>
                    <a:pt x="1780" y="1"/>
                    <a:pt x="1756" y="1"/>
                    <a:pt x="1732" y="1"/>
                  </a:cubicBezTo>
                  <a:close/>
                </a:path>
              </a:pathLst>
            </a:custGeom>
            <a:solidFill>
              <a:srgbClr val="7F92A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710" name="Google Shape;18710;p46"/>
            <p:cNvSpPr/>
            <p:nvPr/>
          </p:nvSpPr>
          <p:spPr>
            <a:xfrm>
              <a:off x="3618060" y="2978054"/>
              <a:ext cx="127373" cy="90415"/>
            </a:xfrm>
            <a:custGeom>
              <a:rect b="b" l="l" r="r" t="t"/>
              <a:pathLst>
                <a:path extrusionOk="0" h="3447" w="4856">
                  <a:moveTo>
                    <a:pt x="1684" y="1"/>
                  </a:moveTo>
                  <a:cubicBezTo>
                    <a:pt x="868" y="1"/>
                    <a:pt x="406" y="225"/>
                    <a:pt x="142" y="456"/>
                  </a:cubicBezTo>
                  <a:cubicBezTo>
                    <a:pt x="48" y="537"/>
                    <a:pt x="0" y="652"/>
                    <a:pt x="0" y="774"/>
                  </a:cubicBezTo>
                  <a:cubicBezTo>
                    <a:pt x="1214" y="1547"/>
                    <a:pt x="3126" y="2700"/>
                    <a:pt x="4848" y="3446"/>
                  </a:cubicBezTo>
                  <a:cubicBezTo>
                    <a:pt x="4855" y="3378"/>
                    <a:pt x="4841" y="3304"/>
                    <a:pt x="4814" y="3243"/>
                  </a:cubicBezTo>
                  <a:cubicBezTo>
                    <a:pt x="4374" y="2429"/>
                    <a:pt x="3390" y="930"/>
                    <a:pt x="1994" y="69"/>
                  </a:cubicBezTo>
                  <a:cubicBezTo>
                    <a:pt x="1919" y="29"/>
                    <a:pt x="1838" y="1"/>
                    <a:pt x="1756" y="1"/>
                  </a:cubicBezTo>
                  <a:cubicBezTo>
                    <a:pt x="1732" y="1"/>
                    <a:pt x="1708" y="1"/>
                    <a:pt x="1684" y="1"/>
                  </a:cubicBezTo>
                  <a:close/>
                </a:path>
              </a:pathLst>
            </a:custGeom>
            <a:solidFill>
              <a:srgbClr val="C0C9D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711" name="Google Shape;18711;p46"/>
            <p:cNvSpPr/>
            <p:nvPr/>
          </p:nvSpPr>
          <p:spPr>
            <a:xfrm>
              <a:off x="3768699" y="3136142"/>
              <a:ext cx="11935" cy="65339"/>
            </a:xfrm>
            <a:custGeom>
              <a:rect b="b" l="l" r="r" t="t"/>
              <a:pathLst>
                <a:path extrusionOk="0" h="2491" w="455">
                  <a:moveTo>
                    <a:pt x="225" y="1"/>
                  </a:moveTo>
                  <a:cubicBezTo>
                    <a:pt x="116" y="1"/>
                    <a:pt x="7" y="74"/>
                    <a:pt x="0" y="219"/>
                  </a:cubicBezTo>
                  <a:lnTo>
                    <a:pt x="0" y="2260"/>
                  </a:lnTo>
                  <a:cubicBezTo>
                    <a:pt x="0" y="2389"/>
                    <a:pt x="102" y="2491"/>
                    <a:pt x="231" y="2491"/>
                  </a:cubicBezTo>
                  <a:cubicBezTo>
                    <a:pt x="353" y="2491"/>
                    <a:pt x="455" y="2389"/>
                    <a:pt x="455" y="2267"/>
                  </a:cubicBezTo>
                  <a:lnTo>
                    <a:pt x="455" y="219"/>
                  </a:lnTo>
                  <a:cubicBezTo>
                    <a:pt x="444" y="74"/>
                    <a:pt x="334" y="1"/>
                    <a:pt x="225" y="1"/>
                  </a:cubicBezTo>
                  <a:close/>
                </a:path>
              </a:pathLst>
            </a:custGeom>
            <a:solidFill>
              <a:srgbClr val="405C7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712" name="Google Shape;18712;p46"/>
            <p:cNvSpPr/>
            <p:nvPr/>
          </p:nvSpPr>
          <p:spPr>
            <a:xfrm>
              <a:off x="3602033" y="2960637"/>
              <a:ext cx="20302" cy="20486"/>
            </a:xfrm>
            <a:custGeom>
              <a:rect b="b" l="l" r="r" t="t"/>
              <a:pathLst>
                <a:path extrusionOk="0" h="781" w="774">
                  <a:moveTo>
                    <a:pt x="387" y="1"/>
                  </a:moveTo>
                  <a:cubicBezTo>
                    <a:pt x="177" y="1"/>
                    <a:pt x="1" y="177"/>
                    <a:pt x="1" y="387"/>
                  </a:cubicBezTo>
                  <a:cubicBezTo>
                    <a:pt x="1" y="604"/>
                    <a:pt x="177" y="781"/>
                    <a:pt x="387" y="781"/>
                  </a:cubicBezTo>
                  <a:cubicBezTo>
                    <a:pt x="604" y="781"/>
                    <a:pt x="774" y="604"/>
                    <a:pt x="774" y="387"/>
                  </a:cubicBezTo>
                  <a:cubicBezTo>
                    <a:pt x="774" y="177"/>
                    <a:pt x="604" y="1"/>
                    <a:pt x="387" y="1"/>
                  </a:cubicBezTo>
                  <a:close/>
                </a:path>
              </a:pathLst>
            </a:custGeom>
            <a:solidFill>
              <a:srgbClr val="203B5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713" name="Google Shape;18713;p46"/>
            <p:cNvSpPr/>
            <p:nvPr/>
          </p:nvSpPr>
          <p:spPr>
            <a:xfrm>
              <a:off x="3635293" y="3099919"/>
              <a:ext cx="127373" cy="111530"/>
            </a:xfrm>
            <a:custGeom>
              <a:rect b="b" l="l" r="r" t="t"/>
              <a:pathLst>
                <a:path extrusionOk="0" h="4252" w="4856">
                  <a:moveTo>
                    <a:pt x="2916" y="0"/>
                  </a:moveTo>
                  <a:lnTo>
                    <a:pt x="611" y="1370"/>
                  </a:lnTo>
                  <a:lnTo>
                    <a:pt x="41" y="1411"/>
                  </a:lnTo>
                  <a:cubicBezTo>
                    <a:pt x="14" y="1560"/>
                    <a:pt x="1" y="1716"/>
                    <a:pt x="8" y="1872"/>
                  </a:cubicBezTo>
                  <a:lnTo>
                    <a:pt x="3215" y="1655"/>
                  </a:lnTo>
                  <a:lnTo>
                    <a:pt x="1242" y="4001"/>
                  </a:lnTo>
                  <a:cubicBezTo>
                    <a:pt x="1364" y="4089"/>
                    <a:pt x="1493" y="4177"/>
                    <a:pt x="1628" y="4252"/>
                  </a:cubicBezTo>
                  <a:lnTo>
                    <a:pt x="4856" y="427"/>
                  </a:lnTo>
                  <a:lnTo>
                    <a:pt x="4856" y="0"/>
                  </a:lnTo>
                  <a:lnTo>
                    <a:pt x="4835" y="0"/>
                  </a:lnTo>
                  <a:lnTo>
                    <a:pt x="4618" y="7"/>
                  </a:lnTo>
                  <a:lnTo>
                    <a:pt x="3628" y="1173"/>
                  </a:lnTo>
                  <a:lnTo>
                    <a:pt x="1615" y="1309"/>
                  </a:lnTo>
                  <a:lnTo>
                    <a:pt x="3791" y="14"/>
                  </a:lnTo>
                  <a:lnTo>
                    <a:pt x="3710" y="14"/>
                  </a:lnTo>
                  <a:cubicBezTo>
                    <a:pt x="3432" y="14"/>
                    <a:pt x="3167" y="14"/>
                    <a:pt x="2916" y="0"/>
                  </a:cubicBezTo>
                  <a:close/>
                </a:path>
              </a:pathLst>
            </a:custGeom>
            <a:solidFill>
              <a:srgbClr val="5D748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714" name="Google Shape;18714;p46"/>
            <p:cNvSpPr/>
            <p:nvPr/>
          </p:nvSpPr>
          <p:spPr>
            <a:xfrm>
              <a:off x="3756764" y="3070043"/>
              <a:ext cx="35778" cy="77746"/>
            </a:xfrm>
            <a:custGeom>
              <a:rect b="b" l="l" r="r" t="t"/>
              <a:pathLst>
                <a:path extrusionOk="0" h="2964" w="1364">
                  <a:moveTo>
                    <a:pt x="686" y="0"/>
                  </a:moveTo>
                  <a:cubicBezTo>
                    <a:pt x="306" y="0"/>
                    <a:pt x="1" y="665"/>
                    <a:pt x="1" y="1485"/>
                  </a:cubicBezTo>
                  <a:cubicBezTo>
                    <a:pt x="1" y="2299"/>
                    <a:pt x="306" y="2963"/>
                    <a:pt x="686" y="2963"/>
                  </a:cubicBezTo>
                  <a:cubicBezTo>
                    <a:pt x="1059" y="2963"/>
                    <a:pt x="1364" y="2299"/>
                    <a:pt x="1364" y="1485"/>
                  </a:cubicBezTo>
                  <a:cubicBezTo>
                    <a:pt x="1364" y="665"/>
                    <a:pt x="1059" y="0"/>
                    <a:pt x="686" y="0"/>
                  </a:cubicBezTo>
                  <a:close/>
                </a:path>
              </a:pathLst>
            </a:custGeom>
            <a:solidFill>
              <a:srgbClr val="203B5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715" name="Google Shape;18715;p46"/>
            <p:cNvSpPr/>
            <p:nvPr/>
          </p:nvSpPr>
          <p:spPr>
            <a:xfrm>
              <a:off x="3637260" y="3157887"/>
              <a:ext cx="51909" cy="38978"/>
            </a:xfrm>
            <a:custGeom>
              <a:rect b="b" l="l" r="r" t="t"/>
              <a:pathLst>
                <a:path extrusionOk="0" h="1486" w="1979">
                  <a:moveTo>
                    <a:pt x="1819" y="0"/>
                  </a:moveTo>
                  <a:cubicBezTo>
                    <a:pt x="1816" y="0"/>
                    <a:pt x="1814" y="0"/>
                    <a:pt x="1811" y="1"/>
                  </a:cubicBezTo>
                  <a:lnTo>
                    <a:pt x="0" y="123"/>
                  </a:lnTo>
                  <a:cubicBezTo>
                    <a:pt x="68" y="414"/>
                    <a:pt x="197" y="692"/>
                    <a:pt x="373" y="943"/>
                  </a:cubicBezTo>
                  <a:cubicBezTo>
                    <a:pt x="509" y="1140"/>
                    <a:pt x="665" y="1316"/>
                    <a:pt x="834" y="1486"/>
                  </a:cubicBezTo>
                  <a:lnTo>
                    <a:pt x="1913" y="211"/>
                  </a:lnTo>
                  <a:cubicBezTo>
                    <a:pt x="1979" y="125"/>
                    <a:pt x="1922" y="0"/>
                    <a:pt x="1819" y="0"/>
                  </a:cubicBezTo>
                  <a:close/>
                </a:path>
              </a:pathLst>
            </a:custGeom>
            <a:solidFill>
              <a:srgbClr val="C0C9D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716" name="Google Shape;18716;p46"/>
            <p:cNvSpPr/>
            <p:nvPr/>
          </p:nvSpPr>
          <p:spPr>
            <a:xfrm>
              <a:off x="3624617" y="3046200"/>
              <a:ext cx="113156" cy="30269"/>
            </a:xfrm>
            <a:custGeom>
              <a:rect b="b" l="l" r="r" t="t"/>
              <a:pathLst>
                <a:path extrusionOk="0" h="1154" w="4314">
                  <a:moveTo>
                    <a:pt x="123" y="0"/>
                  </a:moveTo>
                  <a:cubicBezTo>
                    <a:pt x="103" y="197"/>
                    <a:pt x="62" y="394"/>
                    <a:pt x="1" y="590"/>
                  </a:cubicBezTo>
                  <a:cubicBezTo>
                    <a:pt x="150" y="760"/>
                    <a:pt x="1120" y="1153"/>
                    <a:pt x="4117" y="1153"/>
                  </a:cubicBezTo>
                  <a:lnTo>
                    <a:pt x="4273" y="1153"/>
                  </a:lnTo>
                  <a:cubicBezTo>
                    <a:pt x="4286" y="1146"/>
                    <a:pt x="4300" y="1146"/>
                    <a:pt x="4313" y="1146"/>
                  </a:cubicBezTo>
                  <a:cubicBezTo>
                    <a:pt x="2883" y="923"/>
                    <a:pt x="1472" y="543"/>
                    <a:pt x="123" y="0"/>
                  </a:cubicBezTo>
                  <a:close/>
                </a:path>
              </a:pathLst>
            </a:custGeom>
            <a:solidFill>
              <a:srgbClr val="6C81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8717" name="Google Shape;18717;p46"/>
          <p:cNvGrpSpPr/>
          <p:nvPr/>
        </p:nvGrpSpPr>
        <p:grpSpPr>
          <a:xfrm>
            <a:off x="3032711" y="2911718"/>
            <a:ext cx="396125" cy="359063"/>
            <a:chOff x="3032711" y="2911718"/>
            <a:chExt cx="396125" cy="359063"/>
          </a:xfrm>
        </p:grpSpPr>
        <p:sp>
          <p:nvSpPr>
            <p:cNvPr id="18718" name="Google Shape;18718;p46"/>
            <p:cNvSpPr/>
            <p:nvPr/>
          </p:nvSpPr>
          <p:spPr>
            <a:xfrm>
              <a:off x="3075781" y="2911718"/>
              <a:ext cx="25810" cy="46821"/>
            </a:xfrm>
            <a:custGeom>
              <a:rect b="b" l="l" r="r" t="t"/>
              <a:pathLst>
                <a:path extrusionOk="0" h="1785" w="984">
                  <a:moveTo>
                    <a:pt x="312" y="1"/>
                  </a:moveTo>
                  <a:cubicBezTo>
                    <a:pt x="150" y="1"/>
                    <a:pt x="1" y="186"/>
                    <a:pt x="115" y="361"/>
                  </a:cubicBezTo>
                  <a:cubicBezTo>
                    <a:pt x="495" y="862"/>
                    <a:pt x="529" y="1561"/>
                    <a:pt x="529" y="1568"/>
                  </a:cubicBezTo>
                  <a:cubicBezTo>
                    <a:pt x="529" y="1690"/>
                    <a:pt x="630" y="1785"/>
                    <a:pt x="753" y="1785"/>
                  </a:cubicBezTo>
                  <a:lnTo>
                    <a:pt x="759" y="1785"/>
                  </a:lnTo>
                  <a:cubicBezTo>
                    <a:pt x="888" y="1785"/>
                    <a:pt x="983" y="1676"/>
                    <a:pt x="983" y="1547"/>
                  </a:cubicBezTo>
                  <a:cubicBezTo>
                    <a:pt x="976" y="1513"/>
                    <a:pt x="942" y="700"/>
                    <a:pt x="481" y="83"/>
                  </a:cubicBezTo>
                  <a:cubicBezTo>
                    <a:pt x="431" y="25"/>
                    <a:pt x="371" y="1"/>
                    <a:pt x="312" y="1"/>
                  </a:cubicBezTo>
                  <a:close/>
                </a:path>
              </a:pathLst>
            </a:custGeom>
            <a:solidFill>
              <a:srgbClr val="C1CED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719" name="Google Shape;18719;p46"/>
            <p:cNvSpPr/>
            <p:nvPr/>
          </p:nvSpPr>
          <p:spPr>
            <a:xfrm>
              <a:off x="3051098" y="2926066"/>
              <a:ext cx="35542" cy="32473"/>
            </a:xfrm>
            <a:custGeom>
              <a:rect b="b" l="l" r="r" t="t"/>
              <a:pathLst>
                <a:path extrusionOk="0" h="1238" w="1355">
                  <a:moveTo>
                    <a:pt x="324" y="0"/>
                  </a:moveTo>
                  <a:cubicBezTo>
                    <a:pt x="112" y="0"/>
                    <a:pt x="0" y="311"/>
                    <a:pt x="222" y="431"/>
                  </a:cubicBezTo>
                  <a:cubicBezTo>
                    <a:pt x="500" y="587"/>
                    <a:pt x="724" y="824"/>
                    <a:pt x="866" y="1109"/>
                  </a:cubicBezTo>
                  <a:cubicBezTo>
                    <a:pt x="907" y="1183"/>
                    <a:pt x="982" y="1224"/>
                    <a:pt x="1070" y="1224"/>
                  </a:cubicBezTo>
                  <a:lnTo>
                    <a:pt x="1070" y="1238"/>
                  </a:lnTo>
                  <a:cubicBezTo>
                    <a:pt x="1246" y="1238"/>
                    <a:pt x="1355" y="1048"/>
                    <a:pt x="1266" y="899"/>
                  </a:cubicBezTo>
                  <a:cubicBezTo>
                    <a:pt x="921" y="254"/>
                    <a:pt x="432" y="24"/>
                    <a:pt x="412" y="17"/>
                  </a:cubicBezTo>
                  <a:cubicBezTo>
                    <a:pt x="381" y="5"/>
                    <a:pt x="352" y="0"/>
                    <a:pt x="324" y="0"/>
                  </a:cubicBezTo>
                  <a:close/>
                </a:path>
              </a:pathLst>
            </a:custGeom>
            <a:solidFill>
              <a:srgbClr val="C1CED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720" name="Google Shape;18720;p46"/>
            <p:cNvSpPr/>
            <p:nvPr/>
          </p:nvSpPr>
          <p:spPr>
            <a:xfrm>
              <a:off x="3168897" y="3190622"/>
              <a:ext cx="35122" cy="32289"/>
            </a:xfrm>
            <a:custGeom>
              <a:rect b="b" l="l" r="r" t="t"/>
              <a:pathLst>
                <a:path extrusionOk="0" h="1231" w="1339">
                  <a:moveTo>
                    <a:pt x="552" y="0"/>
                  </a:moveTo>
                  <a:lnTo>
                    <a:pt x="125" y="760"/>
                  </a:lnTo>
                  <a:cubicBezTo>
                    <a:pt x="0" y="979"/>
                    <a:pt x="167" y="1230"/>
                    <a:pt x="392" y="1230"/>
                  </a:cubicBezTo>
                  <a:cubicBezTo>
                    <a:pt x="424" y="1230"/>
                    <a:pt x="457" y="1225"/>
                    <a:pt x="491" y="1214"/>
                  </a:cubicBezTo>
                  <a:lnTo>
                    <a:pt x="1339" y="950"/>
                  </a:lnTo>
                  <a:lnTo>
                    <a:pt x="552" y="0"/>
                  </a:lnTo>
                  <a:close/>
                </a:path>
              </a:pathLst>
            </a:custGeom>
            <a:solidFill>
              <a:srgbClr val="C8D3D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721" name="Google Shape;18721;p46"/>
            <p:cNvSpPr/>
            <p:nvPr/>
          </p:nvSpPr>
          <p:spPr>
            <a:xfrm>
              <a:off x="3277280" y="3245941"/>
              <a:ext cx="29719" cy="24840"/>
            </a:xfrm>
            <a:custGeom>
              <a:rect b="b" l="l" r="r" t="t"/>
              <a:pathLst>
                <a:path extrusionOk="0" h="947" w="1133">
                  <a:moveTo>
                    <a:pt x="0" y="0"/>
                  </a:moveTo>
                  <a:lnTo>
                    <a:pt x="190" y="719"/>
                  </a:lnTo>
                  <a:cubicBezTo>
                    <a:pt x="231" y="868"/>
                    <a:pt x="362" y="947"/>
                    <a:pt x="494" y="947"/>
                  </a:cubicBezTo>
                  <a:cubicBezTo>
                    <a:pt x="602" y="947"/>
                    <a:pt x="712" y="893"/>
                    <a:pt x="773" y="780"/>
                  </a:cubicBezTo>
                  <a:lnTo>
                    <a:pt x="1133" y="115"/>
                  </a:lnTo>
                  <a:lnTo>
                    <a:pt x="0" y="0"/>
                  </a:lnTo>
                  <a:close/>
                </a:path>
              </a:pathLst>
            </a:custGeom>
            <a:solidFill>
              <a:srgbClr val="C8D3D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722" name="Google Shape;18722;p46"/>
            <p:cNvSpPr/>
            <p:nvPr/>
          </p:nvSpPr>
          <p:spPr>
            <a:xfrm>
              <a:off x="3367799" y="3209822"/>
              <a:ext cx="28564" cy="26728"/>
            </a:xfrm>
            <a:custGeom>
              <a:rect b="b" l="l" r="r" t="t"/>
              <a:pathLst>
                <a:path extrusionOk="0" h="1019" w="1089">
                  <a:moveTo>
                    <a:pt x="1025" y="1"/>
                  </a:moveTo>
                  <a:lnTo>
                    <a:pt x="1" y="428"/>
                  </a:lnTo>
                  <a:lnTo>
                    <a:pt x="550" y="936"/>
                  </a:lnTo>
                  <a:cubicBezTo>
                    <a:pt x="613" y="993"/>
                    <a:pt x="686" y="1018"/>
                    <a:pt x="758" y="1018"/>
                  </a:cubicBezTo>
                  <a:cubicBezTo>
                    <a:pt x="928" y="1018"/>
                    <a:pt x="1088" y="878"/>
                    <a:pt x="1079" y="679"/>
                  </a:cubicBezTo>
                  <a:lnTo>
                    <a:pt x="1025" y="1"/>
                  </a:lnTo>
                  <a:close/>
                </a:path>
              </a:pathLst>
            </a:custGeom>
            <a:solidFill>
              <a:srgbClr val="C8D3D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723" name="Google Shape;18723;p46"/>
            <p:cNvSpPr/>
            <p:nvPr/>
          </p:nvSpPr>
          <p:spPr>
            <a:xfrm>
              <a:off x="3155441" y="3089059"/>
              <a:ext cx="28486" cy="30978"/>
            </a:xfrm>
            <a:custGeom>
              <a:rect b="b" l="l" r="r" t="t"/>
              <a:pathLst>
                <a:path extrusionOk="0" h="1181" w="1086">
                  <a:moveTo>
                    <a:pt x="991" y="1"/>
                  </a:moveTo>
                  <a:lnTo>
                    <a:pt x="258" y="353"/>
                  </a:lnTo>
                  <a:cubicBezTo>
                    <a:pt x="1" y="475"/>
                    <a:pt x="28" y="848"/>
                    <a:pt x="299" y="936"/>
                  </a:cubicBezTo>
                  <a:lnTo>
                    <a:pt x="1086" y="1180"/>
                  </a:lnTo>
                  <a:lnTo>
                    <a:pt x="991" y="1"/>
                  </a:lnTo>
                  <a:close/>
                </a:path>
              </a:pathLst>
            </a:custGeom>
            <a:solidFill>
              <a:srgbClr val="C8D3D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724" name="Google Shape;18724;p46"/>
            <p:cNvSpPr/>
            <p:nvPr/>
          </p:nvSpPr>
          <p:spPr>
            <a:xfrm>
              <a:off x="3096581" y="2941280"/>
              <a:ext cx="332255" cy="310432"/>
            </a:xfrm>
            <a:custGeom>
              <a:rect b="b" l="l" r="r" t="t"/>
              <a:pathLst>
                <a:path extrusionOk="0" h="11835" w="12667">
                  <a:moveTo>
                    <a:pt x="2462" y="0"/>
                  </a:moveTo>
                  <a:cubicBezTo>
                    <a:pt x="2046" y="0"/>
                    <a:pt x="1598" y="139"/>
                    <a:pt x="1160" y="461"/>
                  </a:cubicBezTo>
                  <a:cubicBezTo>
                    <a:pt x="1139" y="475"/>
                    <a:pt x="1119" y="495"/>
                    <a:pt x="1105" y="515"/>
                  </a:cubicBezTo>
                  <a:cubicBezTo>
                    <a:pt x="0" y="2014"/>
                    <a:pt x="1038" y="3641"/>
                    <a:pt x="2462" y="3641"/>
                  </a:cubicBezTo>
                  <a:cubicBezTo>
                    <a:pt x="2624" y="3641"/>
                    <a:pt x="2794" y="3621"/>
                    <a:pt x="2957" y="3580"/>
                  </a:cubicBezTo>
                  <a:cubicBezTo>
                    <a:pt x="2979" y="3572"/>
                    <a:pt x="3002" y="3568"/>
                    <a:pt x="3025" y="3568"/>
                  </a:cubicBezTo>
                  <a:cubicBezTo>
                    <a:pt x="3117" y="3568"/>
                    <a:pt x="3202" y="3631"/>
                    <a:pt x="3235" y="3729"/>
                  </a:cubicBezTo>
                  <a:cubicBezTo>
                    <a:pt x="3323" y="4021"/>
                    <a:pt x="3485" y="4285"/>
                    <a:pt x="3709" y="4502"/>
                  </a:cubicBezTo>
                  <a:cubicBezTo>
                    <a:pt x="3804" y="4590"/>
                    <a:pt x="3804" y="4746"/>
                    <a:pt x="3709" y="4834"/>
                  </a:cubicBezTo>
                  <a:cubicBezTo>
                    <a:pt x="3004" y="5513"/>
                    <a:pt x="2963" y="6631"/>
                    <a:pt x="3621" y="7357"/>
                  </a:cubicBezTo>
                  <a:cubicBezTo>
                    <a:pt x="3696" y="7445"/>
                    <a:pt x="3696" y="7574"/>
                    <a:pt x="3621" y="7662"/>
                  </a:cubicBezTo>
                  <a:cubicBezTo>
                    <a:pt x="3072" y="8265"/>
                    <a:pt x="2929" y="9235"/>
                    <a:pt x="3608" y="10164"/>
                  </a:cubicBezTo>
                  <a:cubicBezTo>
                    <a:pt x="3621" y="10184"/>
                    <a:pt x="3635" y="10205"/>
                    <a:pt x="3662" y="10218"/>
                  </a:cubicBezTo>
                  <a:cubicBezTo>
                    <a:pt x="4106" y="10553"/>
                    <a:pt x="4558" y="10697"/>
                    <a:pt x="4974" y="10697"/>
                  </a:cubicBezTo>
                  <a:cubicBezTo>
                    <a:pt x="5232" y="10697"/>
                    <a:pt x="5476" y="10642"/>
                    <a:pt x="5696" y="10544"/>
                  </a:cubicBezTo>
                  <a:cubicBezTo>
                    <a:pt x="5726" y="10530"/>
                    <a:pt x="5758" y="10524"/>
                    <a:pt x="5790" y="10524"/>
                  </a:cubicBezTo>
                  <a:cubicBezTo>
                    <a:pt x="5883" y="10524"/>
                    <a:pt x="5972" y="10581"/>
                    <a:pt x="6008" y="10673"/>
                  </a:cubicBezTo>
                  <a:cubicBezTo>
                    <a:pt x="6304" y="11445"/>
                    <a:pt x="7002" y="11835"/>
                    <a:pt x="7701" y="11835"/>
                  </a:cubicBezTo>
                  <a:cubicBezTo>
                    <a:pt x="8377" y="11835"/>
                    <a:pt x="9054" y="11470"/>
                    <a:pt x="9371" y="10734"/>
                  </a:cubicBezTo>
                  <a:cubicBezTo>
                    <a:pt x="9409" y="10647"/>
                    <a:pt x="9490" y="10595"/>
                    <a:pt x="9580" y="10595"/>
                  </a:cubicBezTo>
                  <a:cubicBezTo>
                    <a:pt x="9603" y="10595"/>
                    <a:pt x="9626" y="10598"/>
                    <a:pt x="9649" y="10605"/>
                  </a:cubicBezTo>
                  <a:cubicBezTo>
                    <a:pt x="9825" y="10666"/>
                    <a:pt x="10015" y="10693"/>
                    <a:pt x="10205" y="10693"/>
                  </a:cubicBezTo>
                  <a:cubicBezTo>
                    <a:pt x="11629" y="10693"/>
                    <a:pt x="12666" y="9059"/>
                    <a:pt x="11561" y="7567"/>
                  </a:cubicBezTo>
                  <a:cubicBezTo>
                    <a:pt x="11541" y="7547"/>
                    <a:pt x="11521" y="7533"/>
                    <a:pt x="11500" y="7520"/>
                  </a:cubicBezTo>
                  <a:cubicBezTo>
                    <a:pt x="11063" y="7198"/>
                    <a:pt x="10614" y="7059"/>
                    <a:pt x="10198" y="7059"/>
                  </a:cubicBezTo>
                  <a:cubicBezTo>
                    <a:pt x="9448" y="7059"/>
                    <a:pt x="8805" y="7511"/>
                    <a:pt x="8530" y="8157"/>
                  </a:cubicBezTo>
                  <a:cubicBezTo>
                    <a:pt x="8492" y="8244"/>
                    <a:pt x="8407" y="8296"/>
                    <a:pt x="8318" y="8296"/>
                  </a:cubicBezTo>
                  <a:cubicBezTo>
                    <a:pt x="8296" y="8296"/>
                    <a:pt x="8274" y="8293"/>
                    <a:pt x="8252" y="8286"/>
                  </a:cubicBezTo>
                  <a:cubicBezTo>
                    <a:pt x="8071" y="8224"/>
                    <a:pt x="7882" y="8195"/>
                    <a:pt x="7694" y="8195"/>
                  </a:cubicBezTo>
                  <a:cubicBezTo>
                    <a:pt x="7446" y="8195"/>
                    <a:pt x="7198" y="8247"/>
                    <a:pt x="6971" y="8347"/>
                  </a:cubicBezTo>
                  <a:cubicBezTo>
                    <a:pt x="6939" y="8361"/>
                    <a:pt x="6905" y="8368"/>
                    <a:pt x="6872" y="8368"/>
                  </a:cubicBezTo>
                  <a:cubicBezTo>
                    <a:pt x="6780" y="8368"/>
                    <a:pt x="6694" y="8315"/>
                    <a:pt x="6659" y="8225"/>
                  </a:cubicBezTo>
                  <a:cubicBezTo>
                    <a:pt x="6584" y="8015"/>
                    <a:pt x="6462" y="7825"/>
                    <a:pt x="6313" y="7662"/>
                  </a:cubicBezTo>
                  <a:cubicBezTo>
                    <a:pt x="6238" y="7574"/>
                    <a:pt x="6238" y="7445"/>
                    <a:pt x="6313" y="7364"/>
                  </a:cubicBezTo>
                  <a:cubicBezTo>
                    <a:pt x="6971" y="6631"/>
                    <a:pt x="6930" y="5513"/>
                    <a:pt x="6225" y="4834"/>
                  </a:cubicBezTo>
                  <a:cubicBezTo>
                    <a:pt x="6123" y="4746"/>
                    <a:pt x="6123" y="4590"/>
                    <a:pt x="6225" y="4495"/>
                  </a:cubicBezTo>
                  <a:cubicBezTo>
                    <a:pt x="6849" y="3906"/>
                    <a:pt x="7045" y="2868"/>
                    <a:pt x="6327" y="1885"/>
                  </a:cubicBezTo>
                  <a:cubicBezTo>
                    <a:pt x="6306" y="1865"/>
                    <a:pt x="6286" y="1844"/>
                    <a:pt x="6266" y="1831"/>
                  </a:cubicBezTo>
                  <a:cubicBezTo>
                    <a:pt x="5825" y="1506"/>
                    <a:pt x="5374" y="1365"/>
                    <a:pt x="4958" y="1365"/>
                  </a:cubicBezTo>
                  <a:cubicBezTo>
                    <a:pt x="4790" y="1365"/>
                    <a:pt x="4629" y="1388"/>
                    <a:pt x="4475" y="1431"/>
                  </a:cubicBezTo>
                  <a:cubicBezTo>
                    <a:pt x="4454" y="1437"/>
                    <a:pt x="4433" y="1439"/>
                    <a:pt x="4412" y="1439"/>
                  </a:cubicBezTo>
                  <a:cubicBezTo>
                    <a:pt x="4313" y="1439"/>
                    <a:pt x="4225" y="1377"/>
                    <a:pt x="4197" y="1281"/>
                  </a:cubicBezTo>
                  <a:cubicBezTo>
                    <a:pt x="3968" y="539"/>
                    <a:pt x="3279" y="0"/>
                    <a:pt x="2462" y="0"/>
                  </a:cubicBezTo>
                  <a:close/>
                </a:path>
              </a:pathLst>
            </a:custGeom>
            <a:solidFill>
              <a:srgbClr val="E1E6E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725" name="Google Shape;18725;p46"/>
            <p:cNvSpPr/>
            <p:nvPr/>
          </p:nvSpPr>
          <p:spPr>
            <a:xfrm>
              <a:off x="3109067" y="2981464"/>
              <a:ext cx="301986" cy="270117"/>
            </a:xfrm>
            <a:custGeom>
              <a:rect b="b" l="l" r="r" t="t"/>
              <a:pathLst>
                <a:path extrusionOk="0" h="10298" w="11513">
                  <a:moveTo>
                    <a:pt x="189" y="0"/>
                  </a:moveTo>
                  <a:cubicBezTo>
                    <a:pt x="0" y="1143"/>
                    <a:pt x="902" y="2117"/>
                    <a:pt x="1982" y="2117"/>
                  </a:cubicBezTo>
                  <a:cubicBezTo>
                    <a:pt x="2145" y="2117"/>
                    <a:pt x="2313" y="2095"/>
                    <a:pt x="2481" y="2048"/>
                  </a:cubicBezTo>
                  <a:cubicBezTo>
                    <a:pt x="2502" y="2042"/>
                    <a:pt x="2523" y="2039"/>
                    <a:pt x="2545" y="2039"/>
                  </a:cubicBezTo>
                  <a:cubicBezTo>
                    <a:pt x="2638" y="2039"/>
                    <a:pt x="2725" y="2098"/>
                    <a:pt x="2759" y="2197"/>
                  </a:cubicBezTo>
                  <a:cubicBezTo>
                    <a:pt x="2847" y="2489"/>
                    <a:pt x="3009" y="2753"/>
                    <a:pt x="3233" y="2970"/>
                  </a:cubicBezTo>
                  <a:cubicBezTo>
                    <a:pt x="3328" y="3058"/>
                    <a:pt x="3328" y="3214"/>
                    <a:pt x="3233" y="3302"/>
                  </a:cubicBezTo>
                  <a:cubicBezTo>
                    <a:pt x="2528" y="3981"/>
                    <a:pt x="2481" y="5099"/>
                    <a:pt x="3138" y="5825"/>
                  </a:cubicBezTo>
                  <a:cubicBezTo>
                    <a:pt x="3220" y="5913"/>
                    <a:pt x="3220" y="6042"/>
                    <a:pt x="3138" y="6130"/>
                  </a:cubicBezTo>
                  <a:cubicBezTo>
                    <a:pt x="2596" y="6733"/>
                    <a:pt x="2453" y="7703"/>
                    <a:pt x="3125" y="8625"/>
                  </a:cubicBezTo>
                  <a:lnTo>
                    <a:pt x="3186" y="8686"/>
                  </a:lnTo>
                  <a:cubicBezTo>
                    <a:pt x="3630" y="9021"/>
                    <a:pt x="4082" y="9165"/>
                    <a:pt x="4498" y="9165"/>
                  </a:cubicBezTo>
                  <a:cubicBezTo>
                    <a:pt x="4756" y="9165"/>
                    <a:pt x="5000" y="9110"/>
                    <a:pt x="5220" y="9012"/>
                  </a:cubicBezTo>
                  <a:cubicBezTo>
                    <a:pt x="5250" y="8998"/>
                    <a:pt x="5282" y="8992"/>
                    <a:pt x="5312" y="8992"/>
                  </a:cubicBezTo>
                  <a:cubicBezTo>
                    <a:pt x="5404" y="8992"/>
                    <a:pt x="5489" y="9049"/>
                    <a:pt x="5525" y="9141"/>
                  </a:cubicBezTo>
                  <a:cubicBezTo>
                    <a:pt x="5822" y="9909"/>
                    <a:pt x="6520" y="10298"/>
                    <a:pt x="7219" y="10298"/>
                  </a:cubicBezTo>
                  <a:cubicBezTo>
                    <a:pt x="7895" y="10298"/>
                    <a:pt x="8572" y="9935"/>
                    <a:pt x="8888" y="9202"/>
                  </a:cubicBezTo>
                  <a:cubicBezTo>
                    <a:pt x="8925" y="9118"/>
                    <a:pt x="9007" y="9066"/>
                    <a:pt x="9095" y="9066"/>
                  </a:cubicBezTo>
                  <a:cubicBezTo>
                    <a:pt x="9121" y="9066"/>
                    <a:pt x="9147" y="9070"/>
                    <a:pt x="9173" y="9080"/>
                  </a:cubicBezTo>
                  <a:cubicBezTo>
                    <a:pt x="9349" y="9134"/>
                    <a:pt x="9539" y="9168"/>
                    <a:pt x="9722" y="9168"/>
                  </a:cubicBezTo>
                  <a:cubicBezTo>
                    <a:pt x="10604" y="9161"/>
                    <a:pt x="11356" y="8537"/>
                    <a:pt x="11512" y="7669"/>
                  </a:cubicBezTo>
                  <a:lnTo>
                    <a:pt x="11512" y="7669"/>
                  </a:lnTo>
                  <a:cubicBezTo>
                    <a:pt x="11173" y="8042"/>
                    <a:pt x="10685" y="8259"/>
                    <a:pt x="10177" y="8259"/>
                  </a:cubicBezTo>
                  <a:cubicBezTo>
                    <a:pt x="10109" y="8259"/>
                    <a:pt x="10034" y="8252"/>
                    <a:pt x="9966" y="8246"/>
                  </a:cubicBezTo>
                  <a:cubicBezTo>
                    <a:pt x="9934" y="8241"/>
                    <a:pt x="9901" y="8239"/>
                    <a:pt x="9868" y="8239"/>
                  </a:cubicBezTo>
                  <a:cubicBezTo>
                    <a:pt x="9646" y="8239"/>
                    <a:pt x="9437" y="8338"/>
                    <a:pt x="9295" y="8510"/>
                  </a:cubicBezTo>
                  <a:cubicBezTo>
                    <a:pt x="9160" y="8673"/>
                    <a:pt x="9004" y="8808"/>
                    <a:pt x="8820" y="8910"/>
                  </a:cubicBezTo>
                  <a:cubicBezTo>
                    <a:pt x="8542" y="9080"/>
                    <a:pt x="8224" y="9168"/>
                    <a:pt x="7905" y="9168"/>
                  </a:cubicBezTo>
                  <a:cubicBezTo>
                    <a:pt x="7071" y="9168"/>
                    <a:pt x="6346" y="8605"/>
                    <a:pt x="6142" y="7798"/>
                  </a:cubicBezTo>
                  <a:cubicBezTo>
                    <a:pt x="6109" y="7681"/>
                    <a:pt x="5968" y="7562"/>
                    <a:pt x="5822" y="7562"/>
                  </a:cubicBezTo>
                  <a:cubicBezTo>
                    <a:pt x="5696" y="7562"/>
                    <a:pt x="5567" y="7649"/>
                    <a:pt x="5498" y="7900"/>
                  </a:cubicBezTo>
                  <a:cubicBezTo>
                    <a:pt x="5444" y="8091"/>
                    <a:pt x="5269" y="8219"/>
                    <a:pt x="5076" y="8219"/>
                  </a:cubicBezTo>
                  <a:cubicBezTo>
                    <a:pt x="5049" y="8219"/>
                    <a:pt x="5023" y="8216"/>
                    <a:pt x="4996" y="8212"/>
                  </a:cubicBezTo>
                  <a:cubicBezTo>
                    <a:pt x="4352" y="8062"/>
                    <a:pt x="3837" y="7581"/>
                    <a:pt x="3654" y="6950"/>
                  </a:cubicBezTo>
                  <a:cubicBezTo>
                    <a:pt x="3579" y="6693"/>
                    <a:pt x="3769" y="6435"/>
                    <a:pt x="4040" y="6435"/>
                  </a:cubicBezTo>
                  <a:lnTo>
                    <a:pt x="4488" y="6435"/>
                  </a:lnTo>
                  <a:cubicBezTo>
                    <a:pt x="5084" y="6435"/>
                    <a:pt x="5640" y="6144"/>
                    <a:pt x="5979" y="5655"/>
                  </a:cubicBezTo>
                  <a:lnTo>
                    <a:pt x="5979" y="5655"/>
                  </a:lnTo>
                  <a:cubicBezTo>
                    <a:pt x="5787" y="5721"/>
                    <a:pt x="5589" y="5753"/>
                    <a:pt x="5391" y="5753"/>
                  </a:cubicBezTo>
                  <a:cubicBezTo>
                    <a:pt x="5240" y="5753"/>
                    <a:pt x="5089" y="5734"/>
                    <a:pt x="4942" y="5696"/>
                  </a:cubicBezTo>
                  <a:cubicBezTo>
                    <a:pt x="4298" y="5520"/>
                    <a:pt x="3796" y="5018"/>
                    <a:pt x="3633" y="4374"/>
                  </a:cubicBezTo>
                  <a:cubicBezTo>
                    <a:pt x="3572" y="4123"/>
                    <a:pt x="3565" y="3865"/>
                    <a:pt x="3606" y="3608"/>
                  </a:cubicBezTo>
                  <a:cubicBezTo>
                    <a:pt x="3634" y="3475"/>
                    <a:pt x="3747" y="3383"/>
                    <a:pt x="3873" y="3383"/>
                  </a:cubicBezTo>
                  <a:cubicBezTo>
                    <a:pt x="3901" y="3383"/>
                    <a:pt x="3930" y="3387"/>
                    <a:pt x="3959" y="3397"/>
                  </a:cubicBezTo>
                  <a:cubicBezTo>
                    <a:pt x="4133" y="3451"/>
                    <a:pt x="4311" y="3476"/>
                    <a:pt x="4489" y="3476"/>
                  </a:cubicBezTo>
                  <a:cubicBezTo>
                    <a:pt x="4967" y="3476"/>
                    <a:pt x="5435" y="3288"/>
                    <a:pt x="5776" y="2936"/>
                  </a:cubicBezTo>
                  <a:lnTo>
                    <a:pt x="5796" y="2923"/>
                  </a:lnTo>
                  <a:cubicBezTo>
                    <a:pt x="5898" y="2814"/>
                    <a:pt x="5993" y="2685"/>
                    <a:pt x="6068" y="2557"/>
                  </a:cubicBezTo>
                  <a:lnTo>
                    <a:pt x="6068" y="2557"/>
                  </a:lnTo>
                  <a:cubicBezTo>
                    <a:pt x="5781" y="2719"/>
                    <a:pt x="5473" y="2795"/>
                    <a:pt x="5171" y="2795"/>
                  </a:cubicBezTo>
                  <a:cubicBezTo>
                    <a:pt x="4400" y="2795"/>
                    <a:pt x="3669" y="2302"/>
                    <a:pt x="3430" y="1499"/>
                  </a:cubicBezTo>
                  <a:cubicBezTo>
                    <a:pt x="3394" y="1368"/>
                    <a:pt x="3275" y="1284"/>
                    <a:pt x="3145" y="1284"/>
                  </a:cubicBezTo>
                  <a:cubicBezTo>
                    <a:pt x="3127" y="1284"/>
                    <a:pt x="3109" y="1285"/>
                    <a:pt x="3091" y="1289"/>
                  </a:cubicBezTo>
                  <a:cubicBezTo>
                    <a:pt x="2948" y="1323"/>
                    <a:pt x="2804" y="1339"/>
                    <a:pt x="2660" y="1339"/>
                  </a:cubicBezTo>
                  <a:cubicBezTo>
                    <a:pt x="2516" y="1339"/>
                    <a:pt x="2372" y="1323"/>
                    <a:pt x="2230" y="1289"/>
                  </a:cubicBezTo>
                  <a:cubicBezTo>
                    <a:pt x="1511" y="1119"/>
                    <a:pt x="1070" y="387"/>
                    <a:pt x="1070" y="387"/>
                  </a:cubicBezTo>
                  <a:lnTo>
                    <a:pt x="189" y="0"/>
                  </a:lnTo>
                  <a:close/>
                </a:path>
              </a:pathLst>
            </a:custGeom>
            <a:solidFill>
              <a:srgbClr val="D2DAE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726" name="Google Shape;18726;p46"/>
            <p:cNvSpPr/>
            <p:nvPr/>
          </p:nvSpPr>
          <p:spPr>
            <a:xfrm>
              <a:off x="3041787" y="2947312"/>
              <a:ext cx="95530" cy="95530"/>
            </a:xfrm>
            <a:custGeom>
              <a:rect b="b" l="l" r="r" t="t"/>
              <a:pathLst>
                <a:path extrusionOk="0" h="3642" w="3642">
                  <a:moveTo>
                    <a:pt x="1818" y="0"/>
                  </a:moveTo>
                  <a:cubicBezTo>
                    <a:pt x="814" y="0"/>
                    <a:pt x="1" y="814"/>
                    <a:pt x="1" y="1824"/>
                  </a:cubicBezTo>
                  <a:cubicBezTo>
                    <a:pt x="1" y="2828"/>
                    <a:pt x="814" y="3642"/>
                    <a:pt x="1818" y="3642"/>
                  </a:cubicBezTo>
                  <a:cubicBezTo>
                    <a:pt x="2828" y="3642"/>
                    <a:pt x="3642" y="2828"/>
                    <a:pt x="3642" y="1824"/>
                  </a:cubicBezTo>
                  <a:cubicBezTo>
                    <a:pt x="3642" y="814"/>
                    <a:pt x="2828" y="0"/>
                    <a:pt x="1818" y="0"/>
                  </a:cubicBezTo>
                  <a:close/>
                </a:path>
              </a:pathLst>
            </a:custGeom>
            <a:solidFill>
              <a:srgbClr val="E3E8E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727" name="Google Shape;18727;p46"/>
            <p:cNvSpPr/>
            <p:nvPr/>
          </p:nvSpPr>
          <p:spPr>
            <a:xfrm>
              <a:off x="3032711" y="2952637"/>
              <a:ext cx="99281" cy="90284"/>
            </a:xfrm>
            <a:custGeom>
              <a:rect b="b" l="l" r="r" t="t"/>
              <a:pathLst>
                <a:path extrusionOk="0" h="3442" w="3785">
                  <a:moveTo>
                    <a:pt x="1344" y="1"/>
                  </a:moveTo>
                  <a:lnTo>
                    <a:pt x="1344" y="1"/>
                  </a:lnTo>
                  <a:cubicBezTo>
                    <a:pt x="238" y="557"/>
                    <a:pt x="1" y="2035"/>
                    <a:pt x="876" y="2910"/>
                  </a:cubicBezTo>
                  <a:cubicBezTo>
                    <a:pt x="1236" y="3270"/>
                    <a:pt x="1699" y="3442"/>
                    <a:pt x="2157" y="3442"/>
                  </a:cubicBezTo>
                  <a:cubicBezTo>
                    <a:pt x="2812" y="3442"/>
                    <a:pt x="3458" y="3092"/>
                    <a:pt x="3785" y="2442"/>
                  </a:cubicBezTo>
                  <a:lnTo>
                    <a:pt x="3785" y="2442"/>
                  </a:lnTo>
                  <a:cubicBezTo>
                    <a:pt x="3534" y="2577"/>
                    <a:pt x="3249" y="2645"/>
                    <a:pt x="2964" y="2645"/>
                  </a:cubicBezTo>
                  <a:cubicBezTo>
                    <a:pt x="1601" y="2645"/>
                    <a:pt x="727" y="1208"/>
                    <a:pt x="1344" y="1"/>
                  </a:cubicBezTo>
                  <a:close/>
                </a:path>
              </a:pathLst>
            </a:custGeom>
            <a:solidFill>
              <a:srgbClr val="D8E0E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728" name="Google Shape;18728;p46"/>
            <p:cNvSpPr/>
            <p:nvPr/>
          </p:nvSpPr>
          <p:spPr>
            <a:xfrm>
              <a:off x="3071663" y="2971156"/>
              <a:ext cx="23869" cy="24027"/>
            </a:xfrm>
            <a:custGeom>
              <a:rect b="b" l="l" r="r" t="t"/>
              <a:pathLst>
                <a:path extrusionOk="0" h="916" w="910">
                  <a:moveTo>
                    <a:pt x="455" y="0"/>
                  </a:moveTo>
                  <a:cubicBezTo>
                    <a:pt x="204" y="0"/>
                    <a:pt x="1" y="203"/>
                    <a:pt x="1" y="461"/>
                  </a:cubicBezTo>
                  <a:cubicBezTo>
                    <a:pt x="1" y="712"/>
                    <a:pt x="204" y="915"/>
                    <a:pt x="455" y="915"/>
                  </a:cubicBezTo>
                  <a:cubicBezTo>
                    <a:pt x="706" y="915"/>
                    <a:pt x="910" y="712"/>
                    <a:pt x="910" y="461"/>
                  </a:cubicBezTo>
                  <a:cubicBezTo>
                    <a:pt x="910" y="203"/>
                    <a:pt x="706" y="0"/>
                    <a:pt x="455" y="0"/>
                  </a:cubicBezTo>
                  <a:close/>
                </a:path>
              </a:pathLst>
            </a:custGeom>
            <a:solidFill>
              <a:srgbClr val="203B5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729" name="Google Shape;18729;p46"/>
            <p:cNvSpPr/>
            <p:nvPr/>
          </p:nvSpPr>
          <p:spPr>
            <a:xfrm>
              <a:off x="3083597" y="2971156"/>
              <a:ext cx="11935" cy="11935"/>
            </a:xfrm>
            <a:custGeom>
              <a:rect b="b" l="l" r="r" t="t"/>
              <a:pathLst>
                <a:path extrusionOk="0" h="455" w="455">
                  <a:moveTo>
                    <a:pt x="224" y="0"/>
                  </a:moveTo>
                  <a:cubicBezTo>
                    <a:pt x="102" y="0"/>
                    <a:pt x="0" y="102"/>
                    <a:pt x="0" y="231"/>
                  </a:cubicBezTo>
                  <a:cubicBezTo>
                    <a:pt x="0" y="353"/>
                    <a:pt x="102" y="454"/>
                    <a:pt x="224" y="454"/>
                  </a:cubicBezTo>
                  <a:cubicBezTo>
                    <a:pt x="353" y="454"/>
                    <a:pt x="455" y="353"/>
                    <a:pt x="455" y="231"/>
                  </a:cubicBezTo>
                  <a:cubicBezTo>
                    <a:pt x="455" y="102"/>
                    <a:pt x="353" y="0"/>
                    <a:pt x="224" y="0"/>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8730" name="Google Shape;18730;p46"/>
          <p:cNvGrpSpPr/>
          <p:nvPr/>
        </p:nvGrpSpPr>
        <p:grpSpPr>
          <a:xfrm>
            <a:off x="7417764" y="1513397"/>
            <a:ext cx="373175" cy="367692"/>
            <a:chOff x="7417764" y="1513397"/>
            <a:chExt cx="373175" cy="367692"/>
          </a:xfrm>
        </p:grpSpPr>
        <p:sp>
          <p:nvSpPr>
            <p:cNvPr id="18731" name="Google Shape;18731;p46"/>
            <p:cNvSpPr/>
            <p:nvPr/>
          </p:nvSpPr>
          <p:spPr>
            <a:xfrm>
              <a:off x="7659841" y="1513397"/>
              <a:ext cx="131098" cy="139517"/>
            </a:xfrm>
            <a:custGeom>
              <a:rect b="b" l="l" r="r" t="t"/>
              <a:pathLst>
                <a:path extrusionOk="0" h="5319" w="4998">
                  <a:moveTo>
                    <a:pt x="4565" y="0"/>
                  </a:moveTo>
                  <a:cubicBezTo>
                    <a:pt x="2402" y="0"/>
                    <a:pt x="564" y="1656"/>
                    <a:pt x="0" y="2260"/>
                  </a:cubicBezTo>
                  <a:lnTo>
                    <a:pt x="2821" y="5318"/>
                  </a:lnTo>
                  <a:cubicBezTo>
                    <a:pt x="4476" y="4376"/>
                    <a:pt x="4842" y="3162"/>
                    <a:pt x="4686" y="1650"/>
                  </a:cubicBezTo>
                  <a:cubicBezTo>
                    <a:pt x="4625" y="1040"/>
                    <a:pt x="4760" y="626"/>
                    <a:pt x="4909" y="369"/>
                  </a:cubicBezTo>
                  <a:cubicBezTo>
                    <a:pt x="4998" y="213"/>
                    <a:pt x="4889" y="9"/>
                    <a:pt x="4706" y="2"/>
                  </a:cubicBezTo>
                  <a:cubicBezTo>
                    <a:pt x="4659" y="1"/>
                    <a:pt x="4612" y="0"/>
                    <a:pt x="4565" y="0"/>
                  </a:cubicBezTo>
                  <a:close/>
                </a:path>
              </a:pathLst>
            </a:custGeom>
            <a:solidFill>
              <a:srgbClr val="4F647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732" name="Google Shape;18732;p46"/>
            <p:cNvSpPr/>
            <p:nvPr/>
          </p:nvSpPr>
          <p:spPr>
            <a:xfrm>
              <a:off x="7693441" y="1515941"/>
              <a:ext cx="96421" cy="136973"/>
            </a:xfrm>
            <a:custGeom>
              <a:rect b="b" l="l" r="r" t="t"/>
              <a:pathLst>
                <a:path extrusionOk="0" h="5222" w="3676">
                  <a:moveTo>
                    <a:pt x="3608" y="0"/>
                  </a:moveTo>
                  <a:cubicBezTo>
                    <a:pt x="2489" y="265"/>
                    <a:pt x="950" y="1214"/>
                    <a:pt x="1" y="3547"/>
                  </a:cubicBezTo>
                  <a:lnTo>
                    <a:pt x="1540" y="5221"/>
                  </a:lnTo>
                  <a:cubicBezTo>
                    <a:pt x="3195" y="4279"/>
                    <a:pt x="3561" y="3065"/>
                    <a:pt x="3405" y="1553"/>
                  </a:cubicBezTo>
                  <a:cubicBezTo>
                    <a:pt x="3344" y="943"/>
                    <a:pt x="3479" y="529"/>
                    <a:pt x="3628" y="272"/>
                  </a:cubicBezTo>
                  <a:cubicBezTo>
                    <a:pt x="3676" y="183"/>
                    <a:pt x="3669" y="82"/>
                    <a:pt x="3608" y="0"/>
                  </a:cubicBezTo>
                  <a:close/>
                </a:path>
              </a:pathLst>
            </a:custGeom>
            <a:solidFill>
              <a:srgbClr val="3D546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733" name="Google Shape;18733;p46"/>
            <p:cNvSpPr/>
            <p:nvPr/>
          </p:nvSpPr>
          <p:spPr>
            <a:xfrm>
              <a:off x="7417764" y="1513397"/>
              <a:ext cx="131281" cy="139517"/>
            </a:xfrm>
            <a:custGeom>
              <a:rect b="b" l="l" r="r" t="t"/>
              <a:pathLst>
                <a:path extrusionOk="0" h="5319" w="5005">
                  <a:moveTo>
                    <a:pt x="440" y="0"/>
                  </a:moveTo>
                  <a:cubicBezTo>
                    <a:pt x="393" y="0"/>
                    <a:pt x="346" y="1"/>
                    <a:pt x="299" y="2"/>
                  </a:cubicBezTo>
                  <a:cubicBezTo>
                    <a:pt x="109" y="9"/>
                    <a:pt x="1" y="213"/>
                    <a:pt x="96" y="369"/>
                  </a:cubicBezTo>
                  <a:cubicBezTo>
                    <a:pt x="238" y="626"/>
                    <a:pt x="381" y="1040"/>
                    <a:pt x="313" y="1650"/>
                  </a:cubicBezTo>
                  <a:cubicBezTo>
                    <a:pt x="157" y="3162"/>
                    <a:pt x="530" y="4376"/>
                    <a:pt x="2177" y="5318"/>
                  </a:cubicBezTo>
                  <a:lnTo>
                    <a:pt x="5005" y="2260"/>
                  </a:lnTo>
                  <a:cubicBezTo>
                    <a:pt x="4441" y="1656"/>
                    <a:pt x="2603" y="0"/>
                    <a:pt x="440" y="0"/>
                  </a:cubicBezTo>
                  <a:close/>
                </a:path>
              </a:pathLst>
            </a:custGeom>
            <a:solidFill>
              <a:srgbClr val="4F647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734" name="Google Shape;18734;p46"/>
            <p:cNvSpPr/>
            <p:nvPr/>
          </p:nvSpPr>
          <p:spPr>
            <a:xfrm>
              <a:off x="7419023" y="1515941"/>
              <a:ext cx="96421" cy="136973"/>
            </a:xfrm>
            <a:custGeom>
              <a:rect b="b" l="l" r="r" t="t"/>
              <a:pathLst>
                <a:path extrusionOk="0" h="5222" w="3676">
                  <a:moveTo>
                    <a:pt x="68" y="0"/>
                  </a:moveTo>
                  <a:cubicBezTo>
                    <a:pt x="7" y="82"/>
                    <a:pt x="0" y="183"/>
                    <a:pt x="48" y="272"/>
                  </a:cubicBezTo>
                  <a:cubicBezTo>
                    <a:pt x="190" y="529"/>
                    <a:pt x="333" y="943"/>
                    <a:pt x="265" y="1553"/>
                  </a:cubicBezTo>
                  <a:cubicBezTo>
                    <a:pt x="109" y="3065"/>
                    <a:pt x="482" y="4279"/>
                    <a:pt x="2129" y="5221"/>
                  </a:cubicBezTo>
                  <a:lnTo>
                    <a:pt x="3675" y="3547"/>
                  </a:lnTo>
                  <a:cubicBezTo>
                    <a:pt x="2726" y="1214"/>
                    <a:pt x="1180" y="265"/>
                    <a:pt x="68" y="0"/>
                  </a:cubicBezTo>
                  <a:close/>
                </a:path>
              </a:pathLst>
            </a:custGeom>
            <a:solidFill>
              <a:srgbClr val="3D546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735" name="Google Shape;18735;p46"/>
            <p:cNvSpPr/>
            <p:nvPr/>
          </p:nvSpPr>
          <p:spPr>
            <a:xfrm>
              <a:off x="7447115" y="1547942"/>
              <a:ext cx="314655" cy="333147"/>
            </a:xfrm>
            <a:custGeom>
              <a:rect b="b" l="l" r="r" t="t"/>
              <a:pathLst>
                <a:path extrusionOk="0" h="12701" w="11996">
                  <a:moveTo>
                    <a:pt x="5995" y="1"/>
                  </a:moveTo>
                  <a:cubicBezTo>
                    <a:pt x="2937" y="1"/>
                    <a:pt x="1" y="3818"/>
                    <a:pt x="1" y="6998"/>
                  </a:cubicBezTo>
                  <a:cubicBezTo>
                    <a:pt x="1" y="10179"/>
                    <a:pt x="2469" y="12701"/>
                    <a:pt x="5995" y="12701"/>
                  </a:cubicBezTo>
                  <a:cubicBezTo>
                    <a:pt x="9527" y="12701"/>
                    <a:pt x="11996" y="10179"/>
                    <a:pt x="11996" y="6998"/>
                  </a:cubicBezTo>
                  <a:cubicBezTo>
                    <a:pt x="11996" y="3818"/>
                    <a:pt x="9053" y="1"/>
                    <a:pt x="5995" y="1"/>
                  </a:cubicBezTo>
                  <a:close/>
                </a:path>
              </a:pathLst>
            </a:custGeom>
            <a:solidFill>
              <a:srgbClr val="697D9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736" name="Google Shape;18736;p46"/>
            <p:cNvSpPr/>
            <p:nvPr/>
          </p:nvSpPr>
          <p:spPr>
            <a:xfrm>
              <a:off x="7447115" y="1550617"/>
              <a:ext cx="134298" cy="324622"/>
            </a:xfrm>
            <a:custGeom>
              <a:rect b="b" l="l" r="r" t="t"/>
              <a:pathLst>
                <a:path extrusionOk="0" h="12376" w="5120">
                  <a:moveTo>
                    <a:pt x="5120" y="1"/>
                  </a:moveTo>
                  <a:cubicBezTo>
                    <a:pt x="2401" y="624"/>
                    <a:pt x="1" y="4021"/>
                    <a:pt x="1" y="6896"/>
                  </a:cubicBezTo>
                  <a:cubicBezTo>
                    <a:pt x="1" y="9514"/>
                    <a:pt x="1675" y="11690"/>
                    <a:pt x="4239" y="12375"/>
                  </a:cubicBezTo>
                  <a:cubicBezTo>
                    <a:pt x="2835" y="11141"/>
                    <a:pt x="2001" y="9215"/>
                    <a:pt x="2001" y="7019"/>
                  </a:cubicBezTo>
                  <a:cubicBezTo>
                    <a:pt x="2001" y="4483"/>
                    <a:pt x="3323" y="1614"/>
                    <a:pt x="5120" y="1"/>
                  </a:cubicBezTo>
                  <a:close/>
                </a:path>
              </a:pathLst>
            </a:custGeom>
            <a:solidFill>
              <a:srgbClr val="4F647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737" name="Google Shape;18737;p46"/>
            <p:cNvSpPr/>
            <p:nvPr/>
          </p:nvSpPr>
          <p:spPr>
            <a:xfrm>
              <a:off x="7518094" y="1665164"/>
              <a:ext cx="37011" cy="43227"/>
            </a:xfrm>
            <a:custGeom>
              <a:rect b="b" l="l" r="r" t="t"/>
              <a:pathLst>
                <a:path extrusionOk="0" h="1648" w="1411">
                  <a:moveTo>
                    <a:pt x="705" y="0"/>
                  </a:moveTo>
                  <a:cubicBezTo>
                    <a:pt x="312" y="0"/>
                    <a:pt x="0" y="319"/>
                    <a:pt x="0" y="705"/>
                  </a:cubicBezTo>
                  <a:lnTo>
                    <a:pt x="0" y="943"/>
                  </a:lnTo>
                  <a:cubicBezTo>
                    <a:pt x="0" y="1329"/>
                    <a:pt x="312" y="1648"/>
                    <a:pt x="705" y="1648"/>
                  </a:cubicBezTo>
                  <a:cubicBezTo>
                    <a:pt x="1092" y="1648"/>
                    <a:pt x="1410" y="1329"/>
                    <a:pt x="1410" y="943"/>
                  </a:cubicBezTo>
                  <a:lnTo>
                    <a:pt x="1410" y="705"/>
                  </a:lnTo>
                  <a:cubicBezTo>
                    <a:pt x="1410" y="319"/>
                    <a:pt x="1092" y="0"/>
                    <a:pt x="705" y="0"/>
                  </a:cubicBezTo>
                  <a:close/>
                </a:path>
              </a:pathLst>
            </a:custGeom>
            <a:solidFill>
              <a:srgbClr val="203B5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738" name="Google Shape;18738;p46"/>
            <p:cNvSpPr/>
            <p:nvPr/>
          </p:nvSpPr>
          <p:spPr>
            <a:xfrm>
              <a:off x="7536586" y="1665164"/>
              <a:ext cx="18518" cy="30925"/>
            </a:xfrm>
            <a:custGeom>
              <a:rect b="b" l="l" r="r" t="t"/>
              <a:pathLst>
                <a:path extrusionOk="0" h="1179" w="706">
                  <a:moveTo>
                    <a:pt x="0" y="0"/>
                  </a:moveTo>
                  <a:lnTo>
                    <a:pt x="0" y="828"/>
                  </a:lnTo>
                  <a:cubicBezTo>
                    <a:pt x="0" y="1061"/>
                    <a:pt x="177" y="1178"/>
                    <a:pt x="353" y="1178"/>
                  </a:cubicBezTo>
                  <a:cubicBezTo>
                    <a:pt x="529" y="1178"/>
                    <a:pt x="705" y="1061"/>
                    <a:pt x="705" y="828"/>
                  </a:cubicBezTo>
                  <a:lnTo>
                    <a:pt x="705" y="705"/>
                  </a:lnTo>
                  <a:cubicBezTo>
                    <a:pt x="705" y="319"/>
                    <a:pt x="387" y="0"/>
                    <a:pt x="0" y="0"/>
                  </a:cubicBezTo>
                  <a:close/>
                </a:path>
              </a:pathLst>
            </a:custGeom>
            <a:solidFill>
              <a:srgbClr val="405C7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739" name="Google Shape;18739;p46"/>
            <p:cNvSpPr/>
            <p:nvPr/>
          </p:nvSpPr>
          <p:spPr>
            <a:xfrm>
              <a:off x="7530343" y="1671380"/>
              <a:ext cx="12485" cy="12302"/>
            </a:xfrm>
            <a:custGeom>
              <a:rect b="b" l="l" r="r" t="t"/>
              <a:pathLst>
                <a:path extrusionOk="0" h="469" w="476">
                  <a:moveTo>
                    <a:pt x="238" y="1"/>
                  </a:moveTo>
                  <a:cubicBezTo>
                    <a:pt x="109" y="1"/>
                    <a:pt x="1" y="102"/>
                    <a:pt x="1" y="238"/>
                  </a:cubicBezTo>
                  <a:cubicBezTo>
                    <a:pt x="1" y="367"/>
                    <a:pt x="109" y="468"/>
                    <a:pt x="238" y="468"/>
                  </a:cubicBezTo>
                  <a:cubicBezTo>
                    <a:pt x="367" y="468"/>
                    <a:pt x="476" y="367"/>
                    <a:pt x="476" y="238"/>
                  </a:cubicBezTo>
                  <a:cubicBezTo>
                    <a:pt x="476" y="102"/>
                    <a:pt x="367" y="1"/>
                    <a:pt x="238" y="1"/>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740" name="Google Shape;18740;p46"/>
            <p:cNvSpPr/>
            <p:nvPr/>
          </p:nvSpPr>
          <p:spPr>
            <a:xfrm>
              <a:off x="7653781" y="1665164"/>
              <a:ext cx="37037" cy="43227"/>
            </a:xfrm>
            <a:custGeom>
              <a:rect b="b" l="l" r="r" t="t"/>
              <a:pathLst>
                <a:path extrusionOk="0" h="1648" w="1412">
                  <a:moveTo>
                    <a:pt x="706" y="0"/>
                  </a:moveTo>
                  <a:cubicBezTo>
                    <a:pt x="313" y="0"/>
                    <a:pt x="1" y="319"/>
                    <a:pt x="1" y="705"/>
                  </a:cubicBezTo>
                  <a:lnTo>
                    <a:pt x="1" y="943"/>
                  </a:lnTo>
                  <a:cubicBezTo>
                    <a:pt x="1" y="1329"/>
                    <a:pt x="313" y="1648"/>
                    <a:pt x="706" y="1648"/>
                  </a:cubicBezTo>
                  <a:cubicBezTo>
                    <a:pt x="1092" y="1648"/>
                    <a:pt x="1411" y="1329"/>
                    <a:pt x="1411" y="943"/>
                  </a:cubicBezTo>
                  <a:lnTo>
                    <a:pt x="1411" y="705"/>
                  </a:lnTo>
                  <a:cubicBezTo>
                    <a:pt x="1411" y="319"/>
                    <a:pt x="1092" y="0"/>
                    <a:pt x="706" y="0"/>
                  </a:cubicBezTo>
                  <a:close/>
                </a:path>
              </a:pathLst>
            </a:custGeom>
            <a:solidFill>
              <a:srgbClr val="203B5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741" name="Google Shape;18741;p46"/>
            <p:cNvSpPr/>
            <p:nvPr/>
          </p:nvSpPr>
          <p:spPr>
            <a:xfrm>
              <a:off x="7672274" y="1665164"/>
              <a:ext cx="18545" cy="30925"/>
            </a:xfrm>
            <a:custGeom>
              <a:rect b="b" l="l" r="r" t="t"/>
              <a:pathLst>
                <a:path extrusionOk="0" h="1179" w="707">
                  <a:moveTo>
                    <a:pt x="1" y="0"/>
                  </a:moveTo>
                  <a:lnTo>
                    <a:pt x="1" y="828"/>
                  </a:lnTo>
                  <a:cubicBezTo>
                    <a:pt x="1" y="1061"/>
                    <a:pt x="177" y="1178"/>
                    <a:pt x="354" y="1178"/>
                  </a:cubicBezTo>
                  <a:cubicBezTo>
                    <a:pt x="530" y="1178"/>
                    <a:pt x="706" y="1061"/>
                    <a:pt x="706" y="828"/>
                  </a:cubicBezTo>
                  <a:lnTo>
                    <a:pt x="706" y="705"/>
                  </a:lnTo>
                  <a:cubicBezTo>
                    <a:pt x="706" y="319"/>
                    <a:pt x="387" y="0"/>
                    <a:pt x="1" y="0"/>
                  </a:cubicBezTo>
                  <a:close/>
                </a:path>
              </a:pathLst>
            </a:custGeom>
            <a:solidFill>
              <a:srgbClr val="405C7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742" name="Google Shape;18742;p46"/>
            <p:cNvSpPr/>
            <p:nvPr/>
          </p:nvSpPr>
          <p:spPr>
            <a:xfrm>
              <a:off x="7666057" y="1671380"/>
              <a:ext cx="12485" cy="12302"/>
            </a:xfrm>
            <a:custGeom>
              <a:rect b="b" l="l" r="r" t="t"/>
              <a:pathLst>
                <a:path extrusionOk="0" h="469" w="476">
                  <a:moveTo>
                    <a:pt x="238" y="1"/>
                  </a:moveTo>
                  <a:cubicBezTo>
                    <a:pt x="109" y="1"/>
                    <a:pt x="1" y="102"/>
                    <a:pt x="1" y="238"/>
                  </a:cubicBezTo>
                  <a:cubicBezTo>
                    <a:pt x="1" y="367"/>
                    <a:pt x="109" y="468"/>
                    <a:pt x="238" y="468"/>
                  </a:cubicBezTo>
                  <a:cubicBezTo>
                    <a:pt x="367" y="468"/>
                    <a:pt x="475" y="367"/>
                    <a:pt x="475" y="238"/>
                  </a:cubicBezTo>
                  <a:cubicBezTo>
                    <a:pt x="475" y="102"/>
                    <a:pt x="367" y="1"/>
                    <a:pt x="238" y="1"/>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743" name="Google Shape;18743;p46"/>
            <p:cNvSpPr/>
            <p:nvPr/>
          </p:nvSpPr>
          <p:spPr>
            <a:xfrm>
              <a:off x="7432479" y="1722922"/>
              <a:ext cx="110350" cy="98782"/>
            </a:xfrm>
            <a:custGeom>
              <a:rect b="b" l="l" r="r" t="t"/>
              <a:pathLst>
                <a:path extrusionOk="0" h="3766" w="4207">
                  <a:moveTo>
                    <a:pt x="135" y="0"/>
                  </a:moveTo>
                  <a:cubicBezTo>
                    <a:pt x="66" y="0"/>
                    <a:pt x="0" y="59"/>
                    <a:pt x="9" y="144"/>
                  </a:cubicBezTo>
                  <a:cubicBezTo>
                    <a:pt x="159" y="1121"/>
                    <a:pt x="816" y="3338"/>
                    <a:pt x="3732" y="3765"/>
                  </a:cubicBezTo>
                  <a:lnTo>
                    <a:pt x="4207" y="2036"/>
                  </a:lnTo>
                  <a:cubicBezTo>
                    <a:pt x="4207" y="2036"/>
                    <a:pt x="1549" y="1623"/>
                    <a:pt x="233" y="49"/>
                  </a:cubicBezTo>
                  <a:cubicBezTo>
                    <a:pt x="206" y="15"/>
                    <a:pt x="170" y="0"/>
                    <a:pt x="135" y="0"/>
                  </a:cubicBezTo>
                  <a:close/>
                </a:path>
              </a:pathLst>
            </a:custGeom>
            <a:solidFill>
              <a:srgbClr val="BECBD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744" name="Google Shape;18744;p46"/>
            <p:cNvSpPr/>
            <p:nvPr/>
          </p:nvSpPr>
          <p:spPr>
            <a:xfrm>
              <a:off x="7432531" y="1723132"/>
              <a:ext cx="102664" cy="98572"/>
            </a:xfrm>
            <a:custGeom>
              <a:rect b="b" l="l" r="r" t="t"/>
              <a:pathLst>
                <a:path extrusionOk="0" h="3758" w="3914">
                  <a:moveTo>
                    <a:pt x="82" y="1"/>
                  </a:moveTo>
                  <a:cubicBezTo>
                    <a:pt x="28" y="21"/>
                    <a:pt x="1" y="75"/>
                    <a:pt x="7" y="136"/>
                  </a:cubicBezTo>
                  <a:cubicBezTo>
                    <a:pt x="157" y="1113"/>
                    <a:pt x="814" y="3330"/>
                    <a:pt x="3730" y="3757"/>
                  </a:cubicBezTo>
                  <a:lnTo>
                    <a:pt x="3913" y="3093"/>
                  </a:lnTo>
                  <a:cubicBezTo>
                    <a:pt x="2184" y="2794"/>
                    <a:pt x="740" y="1621"/>
                    <a:pt x="82" y="1"/>
                  </a:cubicBezTo>
                  <a:close/>
                </a:path>
              </a:pathLst>
            </a:custGeom>
            <a:solidFill>
              <a:srgbClr val="9BAFB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745" name="Google Shape;18745;p46"/>
            <p:cNvSpPr/>
            <p:nvPr/>
          </p:nvSpPr>
          <p:spPr>
            <a:xfrm>
              <a:off x="7666057" y="1722922"/>
              <a:ext cx="110350" cy="98782"/>
            </a:xfrm>
            <a:custGeom>
              <a:rect b="b" l="l" r="r" t="t"/>
              <a:pathLst>
                <a:path extrusionOk="0" h="3766" w="4207">
                  <a:moveTo>
                    <a:pt x="4072" y="0"/>
                  </a:moveTo>
                  <a:cubicBezTo>
                    <a:pt x="4037" y="0"/>
                    <a:pt x="4001" y="15"/>
                    <a:pt x="3974" y="49"/>
                  </a:cubicBezTo>
                  <a:cubicBezTo>
                    <a:pt x="2659" y="1623"/>
                    <a:pt x="1" y="2036"/>
                    <a:pt x="1" y="2036"/>
                  </a:cubicBezTo>
                  <a:lnTo>
                    <a:pt x="475" y="3765"/>
                  </a:lnTo>
                  <a:cubicBezTo>
                    <a:pt x="3391" y="3338"/>
                    <a:pt x="4049" y="1121"/>
                    <a:pt x="4198" y="144"/>
                  </a:cubicBezTo>
                  <a:cubicBezTo>
                    <a:pt x="4207" y="59"/>
                    <a:pt x="4141" y="0"/>
                    <a:pt x="4072" y="0"/>
                  </a:cubicBezTo>
                  <a:close/>
                </a:path>
              </a:pathLst>
            </a:custGeom>
            <a:solidFill>
              <a:srgbClr val="BECBD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746" name="Google Shape;18746;p46"/>
            <p:cNvSpPr/>
            <p:nvPr/>
          </p:nvSpPr>
          <p:spPr>
            <a:xfrm>
              <a:off x="7673716" y="1723132"/>
              <a:ext cx="102638" cy="98572"/>
            </a:xfrm>
            <a:custGeom>
              <a:rect b="b" l="l" r="r" t="t"/>
              <a:pathLst>
                <a:path extrusionOk="0" h="3758" w="3913">
                  <a:moveTo>
                    <a:pt x="3831" y="1"/>
                  </a:moveTo>
                  <a:cubicBezTo>
                    <a:pt x="3174" y="1621"/>
                    <a:pt x="1722" y="2794"/>
                    <a:pt x="0" y="3093"/>
                  </a:cubicBezTo>
                  <a:lnTo>
                    <a:pt x="183" y="3757"/>
                  </a:lnTo>
                  <a:cubicBezTo>
                    <a:pt x="3099" y="3330"/>
                    <a:pt x="3757" y="1113"/>
                    <a:pt x="3899" y="136"/>
                  </a:cubicBezTo>
                  <a:cubicBezTo>
                    <a:pt x="3913" y="75"/>
                    <a:pt x="3879" y="21"/>
                    <a:pt x="3831" y="1"/>
                  </a:cubicBezTo>
                  <a:close/>
                </a:path>
              </a:pathLst>
            </a:custGeom>
            <a:solidFill>
              <a:srgbClr val="9BAFB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747" name="Google Shape;18747;p46"/>
            <p:cNvSpPr/>
            <p:nvPr/>
          </p:nvSpPr>
          <p:spPr>
            <a:xfrm>
              <a:off x="7527327" y="1740208"/>
              <a:ext cx="154232" cy="104999"/>
            </a:xfrm>
            <a:custGeom>
              <a:rect b="b" l="l" r="r" t="t"/>
              <a:pathLst>
                <a:path extrusionOk="0" h="4003" w="5880">
                  <a:moveTo>
                    <a:pt x="2944" y="1"/>
                  </a:moveTo>
                  <a:cubicBezTo>
                    <a:pt x="1316" y="1"/>
                    <a:pt x="1" y="1160"/>
                    <a:pt x="1" y="2815"/>
                  </a:cubicBezTo>
                  <a:cubicBezTo>
                    <a:pt x="1" y="3810"/>
                    <a:pt x="784" y="4002"/>
                    <a:pt x="1589" y="4002"/>
                  </a:cubicBezTo>
                  <a:cubicBezTo>
                    <a:pt x="2095" y="4002"/>
                    <a:pt x="2609" y="3927"/>
                    <a:pt x="2944" y="3927"/>
                  </a:cubicBezTo>
                  <a:cubicBezTo>
                    <a:pt x="3283" y="3927"/>
                    <a:pt x="3798" y="4002"/>
                    <a:pt x="4301" y="4002"/>
                  </a:cubicBezTo>
                  <a:cubicBezTo>
                    <a:pt x="5104" y="4002"/>
                    <a:pt x="5880" y="3810"/>
                    <a:pt x="5880" y="2815"/>
                  </a:cubicBezTo>
                  <a:cubicBezTo>
                    <a:pt x="5880" y="1167"/>
                    <a:pt x="4564" y="1"/>
                    <a:pt x="2944" y="1"/>
                  </a:cubicBezTo>
                  <a:close/>
                </a:path>
              </a:pathLst>
            </a:custGeom>
            <a:solidFill>
              <a:srgbClr val="556E8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748" name="Google Shape;18748;p46"/>
            <p:cNvSpPr/>
            <p:nvPr/>
          </p:nvSpPr>
          <p:spPr>
            <a:xfrm>
              <a:off x="7561294" y="1788602"/>
              <a:ext cx="31869" cy="33181"/>
            </a:xfrm>
            <a:custGeom>
              <a:rect b="b" l="l" r="r" t="t"/>
              <a:pathLst>
                <a:path extrusionOk="0" h="1265" w="1215">
                  <a:moveTo>
                    <a:pt x="700" y="0"/>
                  </a:moveTo>
                  <a:cubicBezTo>
                    <a:pt x="498" y="0"/>
                    <a:pt x="284" y="143"/>
                    <a:pt x="164" y="380"/>
                  </a:cubicBezTo>
                  <a:cubicBezTo>
                    <a:pt x="1" y="698"/>
                    <a:pt x="69" y="1071"/>
                    <a:pt x="313" y="1214"/>
                  </a:cubicBezTo>
                  <a:cubicBezTo>
                    <a:pt x="377" y="1248"/>
                    <a:pt x="446" y="1265"/>
                    <a:pt x="516" y="1265"/>
                  </a:cubicBezTo>
                  <a:cubicBezTo>
                    <a:pt x="720" y="1265"/>
                    <a:pt x="931" y="1125"/>
                    <a:pt x="1052" y="888"/>
                  </a:cubicBezTo>
                  <a:cubicBezTo>
                    <a:pt x="1215" y="570"/>
                    <a:pt x="1147" y="190"/>
                    <a:pt x="903" y="54"/>
                  </a:cubicBezTo>
                  <a:cubicBezTo>
                    <a:pt x="840" y="18"/>
                    <a:pt x="771" y="0"/>
                    <a:pt x="700" y="0"/>
                  </a:cubicBezTo>
                  <a:close/>
                </a:path>
              </a:pathLst>
            </a:custGeom>
            <a:solidFill>
              <a:srgbClr val="203B5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749" name="Google Shape;18749;p46"/>
            <p:cNvSpPr/>
            <p:nvPr/>
          </p:nvSpPr>
          <p:spPr>
            <a:xfrm>
              <a:off x="7615538" y="1788602"/>
              <a:ext cx="32053" cy="33181"/>
            </a:xfrm>
            <a:custGeom>
              <a:rect b="b" l="l" r="r" t="t"/>
              <a:pathLst>
                <a:path extrusionOk="0" h="1265" w="1222">
                  <a:moveTo>
                    <a:pt x="522" y="0"/>
                  </a:moveTo>
                  <a:cubicBezTo>
                    <a:pt x="451" y="0"/>
                    <a:pt x="383" y="18"/>
                    <a:pt x="320" y="54"/>
                  </a:cubicBezTo>
                  <a:cubicBezTo>
                    <a:pt x="69" y="190"/>
                    <a:pt x="1" y="570"/>
                    <a:pt x="164" y="888"/>
                  </a:cubicBezTo>
                  <a:cubicBezTo>
                    <a:pt x="285" y="1125"/>
                    <a:pt x="500" y="1265"/>
                    <a:pt x="702" y="1265"/>
                  </a:cubicBezTo>
                  <a:cubicBezTo>
                    <a:pt x="772" y="1265"/>
                    <a:pt x="840" y="1248"/>
                    <a:pt x="903" y="1214"/>
                  </a:cubicBezTo>
                  <a:cubicBezTo>
                    <a:pt x="1154" y="1071"/>
                    <a:pt x="1221" y="698"/>
                    <a:pt x="1059" y="380"/>
                  </a:cubicBezTo>
                  <a:cubicBezTo>
                    <a:pt x="938" y="143"/>
                    <a:pt x="724" y="0"/>
                    <a:pt x="522" y="0"/>
                  </a:cubicBezTo>
                  <a:close/>
                </a:path>
              </a:pathLst>
            </a:custGeom>
            <a:solidFill>
              <a:srgbClr val="203B5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8750" name="Google Shape;18750;p46"/>
          <p:cNvGrpSpPr/>
          <p:nvPr/>
        </p:nvGrpSpPr>
        <p:grpSpPr>
          <a:xfrm>
            <a:off x="6871944" y="1514368"/>
            <a:ext cx="370132" cy="365672"/>
            <a:chOff x="6871944" y="1514368"/>
            <a:chExt cx="370132" cy="365672"/>
          </a:xfrm>
        </p:grpSpPr>
        <p:sp>
          <p:nvSpPr>
            <p:cNvPr id="18751" name="Google Shape;18751;p46"/>
            <p:cNvSpPr/>
            <p:nvPr/>
          </p:nvSpPr>
          <p:spPr>
            <a:xfrm>
              <a:off x="7098702" y="1514368"/>
              <a:ext cx="119845" cy="138888"/>
            </a:xfrm>
            <a:custGeom>
              <a:rect b="b" l="l" r="r" t="t"/>
              <a:pathLst>
                <a:path extrusionOk="0" h="5295" w="4569">
                  <a:moveTo>
                    <a:pt x="4100" y="1"/>
                  </a:moveTo>
                  <a:cubicBezTo>
                    <a:pt x="4045" y="1"/>
                    <a:pt x="3989" y="11"/>
                    <a:pt x="3933" y="33"/>
                  </a:cubicBezTo>
                  <a:cubicBezTo>
                    <a:pt x="3126" y="345"/>
                    <a:pt x="1370" y="1369"/>
                    <a:pt x="0" y="3024"/>
                  </a:cubicBezTo>
                  <a:lnTo>
                    <a:pt x="3648" y="5295"/>
                  </a:lnTo>
                  <a:cubicBezTo>
                    <a:pt x="4170" y="3735"/>
                    <a:pt x="4476" y="2115"/>
                    <a:pt x="4557" y="474"/>
                  </a:cubicBezTo>
                  <a:cubicBezTo>
                    <a:pt x="4568" y="208"/>
                    <a:pt x="4348" y="1"/>
                    <a:pt x="4100" y="1"/>
                  </a:cubicBezTo>
                  <a:close/>
                </a:path>
              </a:pathLst>
            </a:custGeom>
            <a:solidFill>
              <a:srgbClr val="556E8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752" name="Google Shape;18752;p46"/>
            <p:cNvSpPr/>
            <p:nvPr/>
          </p:nvSpPr>
          <p:spPr>
            <a:xfrm>
              <a:off x="7133903" y="1535561"/>
              <a:ext cx="73969" cy="122153"/>
            </a:xfrm>
            <a:custGeom>
              <a:rect b="b" l="l" r="r" t="t"/>
              <a:pathLst>
                <a:path extrusionOk="0" h="4657" w="2820">
                  <a:moveTo>
                    <a:pt x="2540" y="1"/>
                  </a:moveTo>
                  <a:cubicBezTo>
                    <a:pt x="2510" y="1"/>
                    <a:pt x="2479" y="8"/>
                    <a:pt x="2449" y="25"/>
                  </a:cubicBezTo>
                  <a:cubicBezTo>
                    <a:pt x="1954" y="303"/>
                    <a:pt x="876" y="1246"/>
                    <a:pt x="1" y="2778"/>
                  </a:cubicBezTo>
                  <a:lnTo>
                    <a:pt x="1886" y="4657"/>
                  </a:lnTo>
                  <a:cubicBezTo>
                    <a:pt x="1886" y="4657"/>
                    <a:pt x="2659" y="2948"/>
                    <a:pt x="2808" y="453"/>
                  </a:cubicBezTo>
                  <a:cubicBezTo>
                    <a:pt x="2819" y="198"/>
                    <a:pt x="2689" y="1"/>
                    <a:pt x="2540" y="1"/>
                  </a:cubicBezTo>
                  <a:close/>
                </a:path>
              </a:pathLst>
            </a:custGeom>
            <a:solidFill>
              <a:srgbClr val="B2C2C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753" name="Google Shape;18753;p46"/>
            <p:cNvSpPr/>
            <p:nvPr/>
          </p:nvSpPr>
          <p:spPr>
            <a:xfrm>
              <a:off x="6895656" y="1514368"/>
              <a:ext cx="119661" cy="138888"/>
            </a:xfrm>
            <a:custGeom>
              <a:rect b="b" l="l" r="r" t="t"/>
              <a:pathLst>
                <a:path extrusionOk="0" h="5295" w="4562">
                  <a:moveTo>
                    <a:pt x="462" y="1"/>
                  </a:moveTo>
                  <a:cubicBezTo>
                    <a:pt x="216" y="1"/>
                    <a:pt x="0" y="208"/>
                    <a:pt x="11" y="474"/>
                  </a:cubicBezTo>
                  <a:cubicBezTo>
                    <a:pt x="93" y="2115"/>
                    <a:pt x="398" y="3735"/>
                    <a:pt x="920" y="5295"/>
                  </a:cubicBezTo>
                  <a:lnTo>
                    <a:pt x="4561" y="3024"/>
                  </a:lnTo>
                  <a:cubicBezTo>
                    <a:pt x="3192" y="1369"/>
                    <a:pt x="1442" y="345"/>
                    <a:pt x="628" y="33"/>
                  </a:cubicBezTo>
                  <a:cubicBezTo>
                    <a:pt x="573" y="11"/>
                    <a:pt x="516" y="1"/>
                    <a:pt x="462" y="1"/>
                  </a:cubicBezTo>
                  <a:close/>
                </a:path>
              </a:pathLst>
            </a:custGeom>
            <a:solidFill>
              <a:srgbClr val="556E8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754" name="Google Shape;18754;p46"/>
            <p:cNvSpPr/>
            <p:nvPr/>
          </p:nvSpPr>
          <p:spPr>
            <a:xfrm>
              <a:off x="6906174" y="1535561"/>
              <a:ext cx="74100" cy="122153"/>
            </a:xfrm>
            <a:custGeom>
              <a:rect b="b" l="l" r="r" t="t"/>
              <a:pathLst>
                <a:path extrusionOk="0" h="4657" w="2825">
                  <a:moveTo>
                    <a:pt x="283" y="1"/>
                  </a:moveTo>
                  <a:cubicBezTo>
                    <a:pt x="129" y="1"/>
                    <a:pt x="0" y="198"/>
                    <a:pt x="17" y="453"/>
                  </a:cubicBezTo>
                  <a:cubicBezTo>
                    <a:pt x="160" y="2948"/>
                    <a:pt x="933" y="4657"/>
                    <a:pt x="933" y="4657"/>
                  </a:cubicBezTo>
                  <a:lnTo>
                    <a:pt x="2824" y="2778"/>
                  </a:lnTo>
                  <a:cubicBezTo>
                    <a:pt x="1950" y="1246"/>
                    <a:pt x="872" y="303"/>
                    <a:pt x="377" y="25"/>
                  </a:cubicBezTo>
                  <a:cubicBezTo>
                    <a:pt x="345" y="8"/>
                    <a:pt x="313" y="1"/>
                    <a:pt x="283" y="1"/>
                  </a:cubicBezTo>
                  <a:close/>
                </a:path>
              </a:pathLst>
            </a:custGeom>
            <a:solidFill>
              <a:srgbClr val="B2C2C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755" name="Google Shape;18755;p46"/>
            <p:cNvSpPr/>
            <p:nvPr/>
          </p:nvSpPr>
          <p:spPr>
            <a:xfrm>
              <a:off x="7021140" y="1832354"/>
              <a:ext cx="71713" cy="47686"/>
            </a:xfrm>
            <a:custGeom>
              <a:rect b="b" l="l" r="r" t="t"/>
              <a:pathLst>
                <a:path extrusionOk="0" h="1818" w="2734">
                  <a:moveTo>
                    <a:pt x="1371" y="0"/>
                  </a:moveTo>
                  <a:cubicBezTo>
                    <a:pt x="611" y="0"/>
                    <a:pt x="1" y="407"/>
                    <a:pt x="1" y="909"/>
                  </a:cubicBezTo>
                  <a:cubicBezTo>
                    <a:pt x="1" y="1410"/>
                    <a:pt x="611" y="1817"/>
                    <a:pt x="1371" y="1817"/>
                  </a:cubicBezTo>
                  <a:cubicBezTo>
                    <a:pt x="2123" y="1817"/>
                    <a:pt x="2734" y="1410"/>
                    <a:pt x="2734" y="909"/>
                  </a:cubicBezTo>
                  <a:cubicBezTo>
                    <a:pt x="2734" y="407"/>
                    <a:pt x="2123" y="0"/>
                    <a:pt x="1371" y="0"/>
                  </a:cubicBezTo>
                  <a:close/>
                </a:path>
              </a:pathLst>
            </a:custGeom>
            <a:solidFill>
              <a:srgbClr val="405C7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756" name="Google Shape;18756;p46"/>
            <p:cNvSpPr/>
            <p:nvPr/>
          </p:nvSpPr>
          <p:spPr>
            <a:xfrm>
              <a:off x="6871944" y="1581569"/>
              <a:ext cx="370132" cy="257028"/>
            </a:xfrm>
            <a:custGeom>
              <a:rect b="b" l="l" r="r" t="t"/>
              <a:pathLst>
                <a:path extrusionOk="0" h="9799" w="14111">
                  <a:moveTo>
                    <a:pt x="7059" y="0"/>
                  </a:moveTo>
                  <a:cubicBezTo>
                    <a:pt x="3729" y="0"/>
                    <a:pt x="868" y="2441"/>
                    <a:pt x="0" y="6828"/>
                  </a:cubicBezTo>
                  <a:cubicBezTo>
                    <a:pt x="0" y="6828"/>
                    <a:pt x="1329" y="7208"/>
                    <a:pt x="1485" y="7283"/>
                  </a:cubicBezTo>
                  <a:lnTo>
                    <a:pt x="1268" y="8191"/>
                  </a:lnTo>
                  <a:cubicBezTo>
                    <a:pt x="1248" y="8273"/>
                    <a:pt x="1295" y="8361"/>
                    <a:pt x="1376" y="8388"/>
                  </a:cubicBezTo>
                  <a:cubicBezTo>
                    <a:pt x="1899" y="8551"/>
                    <a:pt x="3702" y="9141"/>
                    <a:pt x="4909" y="9798"/>
                  </a:cubicBezTo>
                  <a:lnTo>
                    <a:pt x="9208" y="9798"/>
                  </a:lnTo>
                  <a:cubicBezTo>
                    <a:pt x="10415" y="9141"/>
                    <a:pt x="12212" y="8551"/>
                    <a:pt x="12734" y="8388"/>
                  </a:cubicBezTo>
                  <a:cubicBezTo>
                    <a:pt x="12815" y="8361"/>
                    <a:pt x="12863" y="8273"/>
                    <a:pt x="12843" y="8191"/>
                  </a:cubicBezTo>
                  <a:lnTo>
                    <a:pt x="12626" y="7283"/>
                  </a:lnTo>
                  <a:cubicBezTo>
                    <a:pt x="12788" y="7208"/>
                    <a:pt x="14111" y="6828"/>
                    <a:pt x="14111" y="6828"/>
                  </a:cubicBezTo>
                  <a:cubicBezTo>
                    <a:pt x="13243" y="2441"/>
                    <a:pt x="10388" y="0"/>
                    <a:pt x="7059" y="0"/>
                  </a:cubicBezTo>
                  <a:close/>
                </a:path>
              </a:pathLst>
            </a:custGeom>
            <a:solidFill>
              <a:srgbClr val="70859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757" name="Google Shape;18757;p46"/>
            <p:cNvSpPr/>
            <p:nvPr/>
          </p:nvSpPr>
          <p:spPr>
            <a:xfrm>
              <a:off x="6997323" y="1742700"/>
              <a:ext cx="119373" cy="116540"/>
            </a:xfrm>
            <a:custGeom>
              <a:rect b="b" l="l" r="r" t="t"/>
              <a:pathLst>
                <a:path extrusionOk="0" h="4443" w="4551">
                  <a:moveTo>
                    <a:pt x="2279" y="1"/>
                  </a:moveTo>
                  <a:cubicBezTo>
                    <a:pt x="1533" y="1"/>
                    <a:pt x="855" y="455"/>
                    <a:pt x="570" y="1147"/>
                  </a:cubicBezTo>
                  <a:cubicBezTo>
                    <a:pt x="285" y="1831"/>
                    <a:pt x="0" y="2516"/>
                    <a:pt x="0" y="3187"/>
                  </a:cubicBezTo>
                  <a:cubicBezTo>
                    <a:pt x="0" y="3724"/>
                    <a:pt x="538" y="4443"/>
                    <a:pt x="1411" y="4443"/>
                  </a:cubicBezTo>
                  <a:cubicBezTo>
                    <a:pt x="1631" y="4443"/>
                    <a:pt x="1871" y="4397"/>
                    <a:pt x="2129" y="4293"/>
                  </a:cubicBezTo>
                  <a:cubicBezTo>
                    <a:pt x="2177" y="4272"/>
                    <a:pt x="2226" y="4262"/>
                    <a:pt x="2275" y="4262"/>
                  </a:cubicBezTo>
                  <a:cubicBezTo>
                    <a:pt x="2324" y="4262"/>
                    <a:pt x="2374" y="4272"/>
                    <a:pt x="2421" y="4293"/>
                  </a:cubicBezTo>
                  <a:cubicBezTo>
                    <a:pt x="2677" y="4397"/>
                    <a:pt x="2916" y="4441"/>
                    <a:pt x="3134" y="4441"/>
                  </a:cubicBezTo>
                  <a:cubicBezTo>
                    <a:pt x="4011" y="4441"/>
                    <a:pt x="4550" y="3714"/>
                    <a:pt x="4550" y="3187"/>
                  </a:cubicBezTo>
                  <a:cubicBezTo>
                    <a:pt x="4550" y="2530"/>
                    <a:pt x="4265" y="1831"/>
                    <a:pt x="3981" y="1147"/>
                  </a:cubicBezTo>
                  <a:cubicBezTo>
                    <a:pt x="3696" y="455"/>
                    <a:pt x="3025" y="1"/>
                    <a:pt x="2279" y="1"/>
                  </a:cubicBezTo>
                  <a:close/>
                </a:path>
              </a:pathLst>
            </a:custGeom>
            <a:solidFill>
              <a:srgbClr val="556E8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758" name="Google Shape;18758;p46"/>
            <p:cNvSpPr/>
            <p:nvPr/>
          </p:nvSpPr>
          <p:spPr>
            <a:xfrm>
              <a:off x="6871944" y="1670541"/>
              <a:ext cx="155282" cy="168056"/>
            </a:xfrm>
            <a:custGeom>
              <a:rect b="b" l="l" r="r" t="t"/>
              <a:pathLst>
                <a:path extrusionOk="0" h="6407" w="5920">
                  <a:moveTo>
                    <a:pt x="4201" y="0"/>
                  </a:moveTo>
                  <a:cubicBezTo>
                    <a:pt x="4096" y="0"/>
                    <a:pt x="3986" y="9"/>
                    <a:pt x="3872" y="26"/>
                  </a:cubicBezTo>
                  <a:cubicBezTo>
                    <a:pt x="2746" y="195"/>
                    <a:pt x="1309" y="989"/>
                    <a:pt x="0" y="3436"/>
                  </a:cubicBezTo>
                  <a:cubicBezTo>
                    <a:pt x="0" y="3436"/>
                    <a:pt x="1329" y="3816"/>
                    <a:pt x="1485" y="3891"/>
                  </a:cubicBezTo>
                  <a:lnTo>
                    <a:pt x="1268" y="4799"/>
                  </a:lnTo>
                  <a:cubicBezTo>
                    <a:pt x="1248" y="4881"/>
                    <a:pt x="1295" y="4969"/>
                    <a:pt x="1376" y="4996"/>
                  </a:cubicBezTo>
                  <a:cubicBezTo>
                    <a:pt x="1899" y="5159"/>
                    <a:pt x="3702" y="5749"/>
                    <a:pt x="4909" y="6406"/>
                  </a:cubicBezTo>
                  <a:cubicBezTo>
                    <a:pt x="4828" y="6264"/>
                    <a:pt x="4787" y="6101"/>
                    <a:pt x="4780" y="5938"/>
                  </a:cubicBezTo>
                  <a:cubicBezTo>
                    <a:pt x="4780" y="4603"/>
                    <a:pt x="5920" y="3206"/>
                    <a:pt x="5920" y="1843"/>
                  </a:cubicBezTo>
                  <a:cubicBezTo>
                    <a:pt x="5920" y="956"/>
                    <a:pt x="5335" y="0"/>
                    <a:pt x="4201" y="0"/>
                  </a:cubicBezTo>
                  <a:close/>
                </a:path>
              </a:pathLst>
            </a:custGeom>
            <a:solidFill>
              <a:srgbClr val="B2C2C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759" name="Google Shape;18759;p46"/>
            <p:cNvSpPr/>
            <p:nvPr/>
          </p:nvSpPr>
          <p:spPr>
            <a:xfrm>
              <a:off x="7086951" y="1670541"/>
              <a:ext cx="155124" cy="168056"/>
            </a:xfrm>
            <a:custGeom>
              <a:rect b="b" l="l" r="r" t="t"/>
              <a:pathLst>
                <a:path extrusionOk="0" h="6407" w="5914">
                  <a:moveTo>
                    <a:pt x="1717" y="0"/>
                  </a:moveTo>
                  <a:cubicBezTo>
                    <a:pt x="580" y="0"/>
                    <a:pt x="1" y="956"/>
                    <a:pt x="1" y="1843"/>
                  </a:cubicBezTo>
                  <a:cubicBezTo>
                    <a:pt x="1" y="3206"/>
                    <a:pt x="1133" y="4603"/>
                    <a:pt x="1133" y="5938"/>
                  </a:cubicBezTo>
                  <a:cubicBezTo>
                    <a:pt x="1133" y="6101"/>
                    <a:pt x="1086" y="6264"/>
                    <a:pt x="1011" y="6406"/>
                  </a:cubicBezTo>
                  <a:cubicBezTo>
                    <a:pt x="2218" y="5749"/>
                    <a:pt x="4015" y="5159"/>
                    <a:pt x="4537" y="4996"/>
                  </a:cubicBezTo>
                  <a:cubicBezTo>
                    <a:pt x="4618" y="4969"/>
                    <a:pt x="4666" y="4881"/>
                    <a:pt x="4646" y="4799"/>
                  </a:cubicBezTo>
                  <a:lnTo>
                    <a:pt x="4429" y="3891"/>
                  </a:lnTo>
                  <a:cubicBezTo>
                    <a:pt x="4591" y="3816"/>
                    <a:pt x="5914" y="3436"/>
                    <a:pt x="5914" y="3436"/>
                  </a:cubicBezTo>
                  <a:cubicBezTo>
                    <a:pt x="4605" y="989"/>
                    <a:pt x="3167" y="195"/>
                    <a:pt x="2049" y="26"/>
                  </a:cubicBezTo>
                  <a:cubicBezTo>
                    <a:pt x="1933" y="9"/>
                    <a:pt x="1823" y="0"/>
                    <a:pt x="1717" y="0"/>
                  </a:cubicBezTo>
                  <a:close/>
                </a:path>
              </a:pathLst>
            </a:custGeom>
            <a:solidFill>
              <a:srgbClr val="B2C2C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760" name="Google Shape;18760;p46"/>
            <p:cNvSpPr/>
            <p:nvPr/>
          </p:nvSpPr>
          <p:spPr>
            <a:xfrm>
              <a:off x="6961572" y="1695040"/>
              <a:ext cx="41811" cy="53745"/>
            </a:xfrm>
            <a:custGeom>
              <a:rect b="b" l="l" r="r" t="t"/>
              <a:pathLst>
                <a:path extrusionOk="0" h="2049" w="1594">
                  <a:moveTo>
                    <a:pt x="794" y="0"/>
                  </a:moveTo>
                  <a:cubicBezTo>
                    <a:pt x="353" y="0"/>
                    <a:pt x="0" y="360"/>
                    <a:pt x="0" y="794"/>
                  </a:cubicBezTo>
                  <a:lnTo>
                    <a:pt x="0" y="1255"/>
                  </a:lnTo>
                  <a:cubicBezTo>
                    <a:pt x="0" y="1689"/>
                    <a:pt x="353" y="2048"/>
                    <a:pt x="794" y="2048"/>
                  </a:cubicBezTo>
                  <a:cubicBezTo>
                    <a:pt x="1235" y="2048"/>
                    <a:pt x="1587" y="1689"/>
                    <a:pt x="1594" y="1255"/>
                  </a:cubicBezTo>
                  <a:lnTo>
                    <a:pt x="1594" y="794"/>
                  </a:lnTo>
                  <a:cubicBezTo>
                    <a:pt x="1587" y="360"/>
                    <a:pt x="1235" y="0"/>
                    <a:pt x="794" y="0"/>
                  </a:cubicBezTo>
                  <a:close/>
                </a:path>
              </a:pathLst>
            </a:custGeom>
            <a:solidFill>
              <a:srgbClr val="203B5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761" name="Google Shape;18761;p46"/>
            <p:cNvSpPr/>
            <p:nvPr/>
          </p:nvSpPr>
          <p:spPr>
            <a:xfrm>
              <a:off x="6979356" y="1695040"/>
              <a:ext cx="24027" cy="41811"/>
            </a:xfrm>
            <a:custGeom>
              <a:rect b="b" l="l" r="r" t="t"/>
              <a:pathLst>
                <a:path extrusionOk="0" h="1594" w="916">
                  <a:moveTo>
                    <a:pt x="116" y="0"/>
                  </a:moveTo>
                  <a:cubicBezTo>
                    <a:pt x="75" y="0"/>
                    <a:pt x="41" y="7"/>
                    <a:pt x="1" y="14"/>
                  </a:cubicBezTo>
                  <a:lnTo>
                    <a:pt x="1" y="1140"/>
                  </a:lnTo>
                  <a:cubicBezTo>
                    <a:pt x="1" y="1390"/>
                    <a:pt x="204" y="1594"/>
                    <a:pt x="455" y="1594"/>
                  </a:cubicBezTo>
                  <a:cubicBezTo>
                    <a:pt x="706" y="1594"/>
                    <a:pt x="909" y="1390"/>
                    <a:pt x="909" y="1140"/>
                  </a:cubicBezTo>
                  <a:lnTo>
                    <a:pt x="909" y="801"/>
                  </a:lnTo>
                  <a:cubicBezTo>
                    <a:pt x="916" y="360"/>
                    <a:pt x="557" y="0"/>
                    <a:pt x="116" y="0"/>
                  </a:cubicBezTo>
                  <a:close/>
                </a:path>
              </a:pathLst>
            </a:custGeom>
            <a:solidFill>
              <a:srgbClr val="405C7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762" name="Google Shape;18762;p46"/>
            <p:cNvSpPr/>
            <p:nvPr/>
          </p:nvSpPr>
          <p:spPr>
            <a:xfrm>
              <a:off x="6973480" y="1700915"/>
              <a:ext cx="17994" cy="17994"/>
            </a:xfrm>
            <a:custGeom>
              <a:rect b="b" l="l" r="r" t="t"/>
              <a:pathLst>
                <a:path extrusionOk="0" h="686" w="686">
                  <a:moveTo>
                    <a:pt x="340" y="0"/>
                  </a:moveTo>
                  <a:cubicBezTo>
                    <a:pt x="150" y="0"/>
                    <a:pt x="1" y="156"/>
                    <a:pt x="1" y="346"/>
                  </a:cubicBezTo>
                  <a:cubicBezTo>
                    <a:pt x="1" y="536"/>
                    <a:pt x="150" y="685"/>
                    <a:pt x="340" y="685"/>
                  </a:cubicBezTo>
                  <a:cubicBezTo>
                    <a:pt x="530" y="685"/>
                    <a:pt x="686" y="536"/>
                    <a:pt x="686" y="346"/>
                  </a:cubicBezTo>
                  <a:cubicBezTo>
                    <a:pt x="686" y="156"/>
                    <a:pt x="530" y="0"/>
                    <a:pt x="340" y="0"/>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763" name="Google Shape;18763;p46"/>
            <p:cNvSpPr/>
            <p:nvPr/>
          </p:nvSpPr>
          <p:spPr>
            <a:xfrm>
              <a:off x="7110794" y="1695040"/>
              <a:ext cx="41811" cy="53745"/>
            </a:xfrm>
            <a:custGeom>
              <a:rect b="b" l="l" r="r" t="t"/>
              <a:pathLst>
                <a:path extrusionOk="0" h="2049" w="1594">
                  <a:moveTo>
                    <a:pt x="794" y="0"/>
                  </a:moveTo>
                  <a:cubicBezTo>
                    <a:pt x="353" y="0"/>
                    <a:pt x="0" y="360"/>
                    <a:pt x="0" y="794"/>
                  </a:cubicBezTo>
                  <a:lnTo>
                    <a:pt x="0" y="1255"/>
                  </a:lnTo>
                  <a:cubicBezTo>
                    <a:pt x="0" y="1689"/>
                    <a:pt x="353" y="2048"/>
                    <a:pt x="794" y="2048"/>
                  </a:cubicBezTo>
                  <a:cubicBezTo>
                    <a:pt x="1234" y="2048"/>
                    <a:pt x="1587" y="1689"/>
                    <a:pt x="1594" y="1255"/>
                  </a:cubicBezTo>
                  <a:lnTo>
                    <a:pt x="1594" y="794"/>
                  </a:lnTo>
                  <a:cubicBezTo>
                    <a:pt x="1587" y="360"/>
                    <a:pt x="1234" y="0"/>
                    <a:pt x="794" y="0"/>
                  </a:cubicBezTo>
                  <a:close/>
                </a:path>
              </a:pathLst>
            </a:custGeom>
            <a:solidFill>
              <a:srgbClr val="203B5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764" name="Google Shape;18764;p46"/>
            <p:cNvSpPr/>
            <p:nvPr/>
          </p:nvSpPr>
          <p:spPr>
            <a:xfrm>
              <a:off x="7128578" y="1695040"/>
              <a:ext cx="24027" cy="41811"/>
            </a:xfrm>
            <a:custGeom>
              <a:rect b="b" l="l" r="r" t="t"/>
              <a:pathLst>
                <a:path extrusionOk="0" h="1594" w="916">
                  <a:moveTo>
                    <a:pt x="116" y="0"/>
                  </a:moveTo>
                  <a:cubicBezTo>
                    <a:pt x="82" y="0"/>
                    <a:pt x="41" y="7"/>
                    <a:pt x="0" y="14"/>
                  </a:cubicBezTo>
                  <a:lnTo>
                    <a:pt x="0" y="1140"/>
                  </a:lnTo>
                  <a:cubicBezTo>
                    <a:pt x="0" y="1390"/>
                    <a:pt x="204" y="1594"/>
                    <a:pt x="462" y="1594"/>
                  </a:cubicBezTo>
                  <a:cubicBezTo>
                    <a:pt x="712" y="1594"/>
                    <a:pt x="916" y="1390"/>
                    <a:pt x="916" y="1140"/>
                  </a:cubicBezTo>
                  <a:lnTo>
                    <a:pt x="916" y="801"/>
                  </a:lnTo>
                  <a:cubicBezTo>
                    <a:pt x="916" y="360"/>
                    <a:pt x="556" y="0"/>
                    <a:pt x="116" y="0"/>
                  </a:cubicBezTo>
                  <a:close/>
                </a:path>
              </a:pathLst>
            </a:custGeom>
            <a:solidFill>
              <a:srgbClr val="405C7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765" name="Google Shape;18765;p46"/>
            <p:cNvSpPr/>
            <p:nvPr/>
          </p:nvSpPr>
          <p:spPr>
            <a:xfrm>
              <a:off x="7122703" y="1700915"/>
              <a:ext cx="17810" cy="17994"/>
            </a:xfrm>
            <a:custGeom>
              <a:rect b="b" l="l" r="r" t="t"/>
              <a:pathLst>
                <a:path extrusionOk="0" h="686" w="679">
                  <a:moveTo>
                    <a:pt x="340" y="0"/>
                  </a:moveTo>
                  <a:cubicBezTo>
                    <a:pt x="150" y="0"/>
                    <a:pt x="1" y="156"/>
                    <a:pt x="1" y="346"/>
                  </a:cubicBezTo>
                  <a:cubicBezTo>
                    <a:pt x="1" y="536"/>
                    <a:pt x="150" y="685"/>
                    <a:pt x="340" y="685"/>
                  </a:cubicBezTo>
                  <a:cubicBezTo>
                    <a:pt x="530" y="685"/>
                    <a:pt x="679" y="536"/>
                    <a:pt x="679" y="346"/>
                  </a:cubicBezTo>
                  <a:cubicBezTo>
                    <a:pt x="679" y="156"/>
                    <a:pt x="530" y="0"/>
                    <a:pt x="340" y="0"/>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766" name="Google Shape;18766;p46"/>
            <p:cNvSpPr/>
            <p:nvPr/>
          </p:nvSpPr>
          <p:spPr>
            <a:xfrm>
              <a:off x="7026491" y="1796602"/>
              <a:ext cx="60486" cy="59411"/>
            </a:xfrm>
            <a:custGeom>
              <a:rect b="b" l="l" r="r" t="t"/>
              <a:pathLst>
                <a:path extrusionOk="0" h="2265" w="2306">
                  <a:moveTo>
                    <a:pt x="1153" y="0"/>
                  </a:moveTo>
                  <a:cubicBezTo>
                    <a:pt x="516" y="0"/>
                    <a:pt x="0" y="339"/>
                    <a:pt x="0" y="753"/>
                  </a:cubicBezTo>
                  <a:cubicBezTo>
                    <a:pt x="0" y="1031"/>
                    <a:pt x="400" y="1261"/>
                    <a:pt x="767" y="1417"/>
                  </a:cubicBezTo>
                  <a:cubicBezTo>
                    <a:pt x="868" y="1465"/>
                    <a:pt x="936" y="1573"/>
                    <a:pt x="936" y="1689"/>
                  </a:cubicBezTo>
                  <a:lnTo>
                    <a:pt x="936" y="2265"/>
                  </a:lnTo>
                  <a:cubicBezTo>
                    <a:pt x="963" y="2251"/>
                    <a:pt x="990" y="2245"/>
                    <a:pt x="1024" y="2231"/>
                  </a:cubicBezTo>
                  <a:cubicBezTo>
                    <a:pt x="1068" y="2214"/>
                    <a:pt x="1118" y="2206"/>
                    <a:pt x="1167" y="2206"/>
                  </a:cubicBezTo>
                  <a:cubicBezTo>
                    <a:pt x="1216" y="2206"/>
                    <a:pt x="1265" y="2214"/>
                    <a:pt x="1309" y="2231"/>
                  </a:cubicBezTo>
                  <a:cubicBezTo>
                    <a:pt x="1343" y="2245"/>
                    <a:pt x="1370" y="2251"/>
                    <a:pt x="1397" y="2265"/>
                  </a:cubicBezTo>
                  <a:lnTo>
                    <a:pt x="1397" y="1682"/>
                  </a:lnTo>
                  <a:cubicBezTo>
                    <a:pt x="1397" y="1566"/>
                    <a:pt x="1465" y="1465"/>
                    <a:pt x="1567" y="1417"/>
                  </a:cubicBezTo>
                  <a:cubicBezTo>
                    <a:pt x="1913" y="1255"/>
                    <a:pt x="2306" y="1031"/>
                    <a:pt x="2306" y="753"/>
                  </a:cubicBezTo>
                  <a:cubicBezTo>
                    <a:pt x="2306" y="332"/>
                    <a:pt x="1790" y="0"/>
                    <a:pt x="1153" y="0"/>
                  </a:cubicBezTo>
                  <a:close/>
                </a:path>
              </a:pathLst>
            </a:custGeom>
            <a:solidFill>
              <a:srgbClr val="203B5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767" name="Google Shape;18767;p46"/>
            <p:cNvSpPr/>
            <p:nvPr/>
          </p:nvSpPr>
          <p:spPr>
            <a:xfrm>
              <a:off x="6871944" y="1581569"/>
              <a:ext cx="185158" cy="232660"/>
            </a:xfrm>
            <a:custGeom>
              <a:rect b="b" l="l" r="r" t="t"/>
              <a:pathLst>
                <a:path extrusionOk="0" h="8870" w="7059">
                  <a:moveTo>
                    <a:pt x="7059" y="0"/>
                  </a:moveTo>
                  <a:cubicBezTo>
                    <a:pt x="3729" y="0"/>
                    <a:pt x="868" y="2441"/>
                    <a:pt x="0" y="6828"/>
                  </a:cubicBezTo>
                  <a:cubicBezTo>
                    <a:pt x="0" y="6828"/>
                    <a:pt x="1329" y="7208"/>
                    <a:pt x="1485" y="7283"/>
                  </a:cubicBezTo>
                  <a:lnTo>
                    <a:pt x="1268" y="8191"/>
                  </a:lnTo>
                  <a:cubicBezTo>
                    <a:pt x="1248" y="8273"/>
                    <a:pt x="1295" y="8361"/>
                    <a:pt x="1376" y="8388"/>
                  </a:cubicBezTo>
                  <a:cubicBezTo>
                    <a:pt x="1627" y="8463"/>
                    <a:pt x="2163" y="8639"/>
                    <a:pt x="2787" y="8869"/>
                  </a:cubicBezTo>
                  <a:cubicBezTo>
                    <a:pt x="1716" y="2130"/>
                    <a:pt x="6218" y="0"/>
                    <a:pt x="7059" y="0"/>
                  </a:cubicBezTo>
                  <a:close/>
                </a:path>
              </a:pathLst>
            </a:custGeom>
            <a:solidFill>
              <a:srgbClr val="556E8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768" name="Google Shape;18768;p46"/>
            <p:cNvSpPr/>
            <p:nvPr/>
          </p:nvSpPr>
          <p:spPr>
            <a:xfrm>
              <a:off x="6871944" y="1675289"/>
              <a:ext cx="84670" cy="138940"/>
            </a:xfrm>
            <a:custGeom>
              <a:rect b="b" l="l" r="r" t="t"/>
              <a:pathLst>
                <a:path extrusionOk="0" h="5297" w="3228">
                  <a:moveTo>
                    <a:pt x="3228" y="1"/>
                  </a:moveTo>
                  <a:lnTo>
                    <a:pt x="3228" y="1"/>
                  </a:lnTo>
                  <a:cubicBezTo>
                    <a:pt x="2231" y="353"/>
                    <a:pt x="1071" y="1255"/>
                    <a:pt x="0" y="3255"/>
                  </a:cubicBezTo>
                  <a:cubicBezTo>
                    <a:pt x="0" y="3255"/>
                    <a:pt x="1329" y="3635"/>
                    <a:pt x="1485" y="3710"/>
                  </a:cubicBezTo>
                  <a:lnTo>
                    <a:pt x="1268" y="4618"/>
                  </a:lnTo>
                  <a:cubicBezTo>
                    <a:pt x="1248" y="4700"/>
                    <a:pt x="1295" y="4788"/>
                    <a:pt x="1376" y="4815"/>
                  </a:cubicBezTo>
                  <a:cubicBezTo>
                    <a:pt x="1627" y="4890"/>
                    <a:pt x="2163" y="5066"/>
                    <a:pt x="2787" y="5296"/>
                  </a:cubicBezTo>
                  <a:cubicBezTo>
                    <a:pt x="2434" y="3052"/>
                    <a:pt x="2692" y="1316"/>
                    <a:pt x="3228" y="1"/>
                  </a:cubicBezTo>
                  <a:close/>
                </a:path>
              </a:pathLst>
            </a:custGeom>
            <a:solidFill>
              <a:srgbClr val="9BAFB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8769" name="Google Shape;18769;p46"/>
          <p:cNvGrpSpPr/>
          <p:nvPr/>
        </p:nvGrpSpPr>
        <p:grpSpPr>
          <a:xfrm>
            <a:off x="6561931" y="3365261"/>
            <a:ext cx="400375" cy="370185"/>
            <a:chOff x="6561931" y="3365261"/>
            <a:chExt cx="400375" cy="370185"/>
          </a:xfrm>
        </p:grpSpPr>
        <p:sp>
          <p:nvSpPr>
            <p:cNvPr id="18770" name="Google Shape;18770;p46"/>
            <p:cNvSpPr/>
            <p:nvPr/>
          </p:nvSpPr>
          <p:spPr>
            <a:xfrm>
              <a:off x="6592332" y="3365261"/>
              <a:ext cx="369974" cy="370158"/>
            </a:xfrm>
            <a:custGeom>
              <a:rect b="b" l="l" r="r" t="t"/>
              <a:pathLst>
                <a:path extrusionOk="0" h="14112" w="14105">
                  <a:moveTo>
                    <a:pt x="7053" y="1"/>
                  </a:moveTo>
                  <a:cubicBezTo>
                    <a:pt x="3154" y="1"/>
                    <a:pt x="1" y="3161"/>
                    <a:pt x="1" y="7059"/>
                  </a:cubicBezTo>
                  <a:cubicBezTo>
                    <a:pt x="1" y="10951"/>
                    <a:pt x="3154" y="14111"/>
                    <a:pt x="7053" y="14111"/>
                  </a:cubicBezTo>
                  <a:cubicBezTo>
                    <a:pt x="10952" y="14111"/>
                    <a:pt x="14105" y="10951"/>
                    <a:pt x="14105" y="7059"/>
                  </a:cubicBezTo>
                  <a:cubicBezTo>
                    <a:pt x="14105" y="3161"/>
                    <a:pt x="10952" y="1"/>
                    <a:pt x="7053" y="1"/>
                  </a:cubicBezTo>
                  <a:close/>
                </a:path>
              </a:pathLst>
            </a:custGeom>
            <a:solidFill>
              <a:srgbClr val="BEC7C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771" name="Google Shape;18771;p46"/>
            <p:cNvSpPr/>
            <p:nvPr/>
          </p:nvSpPr>
          <p:spPr>
            <a:xfrm>
              <a:off x="6561931" y="3392672"/>
              <a:ext cx="372991" cy="342774"/>
            </a:xfrm>
            <a:custGeom>
              <a:rect b="b" l="l" r="r" t="t"/>
              <a:pathLst>
                <a:path extrusionOk="0" h="13068" w="14220">
                  <a:moveTo>
                    <a:pt x="4516" y="0"/>
                  </a:moveTo>
                  <a:cubicBezTo>
                    <a:pt x="631" y="2387"/>
                    <a:pt x="0" y="7777"/>
                    <a:pt x="3221" y="10998"/>
                  </a:cubicBezTo>
                  <a:cubicBezTo>
                    <a:pt x="4618" y="12395"/>
                    <a:pt x="6418" y="13067"/>
                    <a:pt x="8204" y="13067"/>
                  </a:cubicBezTo>
                  <a:cubicBezTo>
                    <a:pt x="10546" y="13067"/>
                    <a:pt x="12865" y="11910"/>
                    <a:pt x="14219" y="9710"/>
                  </a:cubicBezTo>
                  <a:lnTo>
                    <a:pt x="14219" y="9710"/>
                  </a:lnTo>
                  <a:cubicBezTo>
                    <a:pt x="13107" y="10395"/>
                    <a:pt x="11833" y="10754"/>
                    <a:pt x="10524" y="10754"/>
                  </a:cubicBezTo>
                  <a:cubicBezTo>
                    <a:pt x="7968" y="10754"/>
                    <a:pt x="5615" y="9371"/>
                    <a:pt x="4367" y="7140"/>
                  </a:cubicBezTo>
                  <a:cubicBezTo>
                    <a:pt x="3119" y="4909"/>
                    <a:pt x="3180" y="2177"/>
                    <a:pt x="4516" y="0"/>
                  </a:cubicBezTo>
                  <a:close/>
                </a:path>
              </a:pathLst>
            </a:custGeom>
            <a:solidFill>
              <a:srgbClr val="7F92A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772" name="Google Shape;18772;p46"/>
            <p:cNvSpPr/>
            <p:nvPr/>
          </p:nvSpPr>
          <p:spPr>
            <a:xfrm>
              <a:off x="6756506" y="3585882"/>
              <a:ext cx="52539" cy="31083"/>
            </a:xfrm>
            <a:custGeom>
              <a:rect b="b" l="l" r="r" t="t"/>
              <a:pathLst>
                <a:path extrusionOk="0" h="1185" w="2003">
                  <a:moveTo>
                    <a:pt x="329" y="1"/>
                  </a:moveTo>
                  <a:cubicBezTo>
                    <a:pt x="146" y="1"/>
                    <a:pt x="1" y="254"/>
                    <a:pt x="183" y="405"/>
                  </a:cubicBezTo>
                  <a:lnTo>
                    <a:pt x="895" y="1001"/>
                  </a:lnTo>
                  <a:cubicBezTo>
                    <a:pt x="1004" y="1096"/>
                    <a:pt x="1140" y="1150"/>
                    <a:pt x="1289" y="1157"/>
                  </a:cubicBezTo>
                  <a:lnTo>
                    <a:pt x="1668" y="1184"/>
                  </a:lnTo>
                  <a:lnTo>
                    <a:pt x="1689" y="1184"/>
                  </a:lnTo>
                  <a:cubicBezTo>
                    <a:pt x="1693" y="1185"/>
                    <a:pt x="1697" y="1185"/>
                    <a:pt x="1702" y="1185"/>
                  </a:cubicBezTo>
                  <a:cubicBezTo>
                    <a:pt x="1988" y="1185"/>
                    <a:pt x="2003" y="743"/>
                    <a:pt x="1702" y="730"/>
                  </a:cubicBezTo>
                  <a:lnTo>
                    <a:pt x="1316" y="703"/>
                  </a:lnTo>
                  <a:cubicBezTo>
                    <a:pt x="1268" y="703"/>
                    <a:pt x="1221" y="683"/>
                    <a:pt x="1187" y="655"/>
                  </a:cubicBezTo>
                  <a:lnTo>
                    <a:pt x="475" y="59"/>
                  </a:lnTo>
                  <a:cubicBezTo>
                    <a:pt x="427" y="18"/>
                    <a:pt x="377" y="1"/>
                    <a:pt x="329" y="1"/>
                  </a:cubicBezTo>
                  <a:close/>
                </a:path>
              </a:pathLst>
            </a:custGeom>
            <a:solidFill>
              <a:srgbClr val="D2DAE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773" name="Google Shape;18773;p46"/>
            <p:cNvSpPr/>
            <p:nvPr/>
          </p:nvSpPr>
          <p:spPr>
            <a:xfrm>
              <a:off x="6853609" y="3448830"/>
              <a:ext cx="27882" cy="35096"/>
            </a:xfrm>
            <a:custGeom>
              <a:rect b="b" l="l" r="r" t="t"/>
              <a:pathLst>
                <a:path extrusionOk="0" h="1338" w="1063">
                  <a:moveTo>
                    <a:pt x="781" y="1"/>
                  </a:moveTo>
                  <a:cubicBezTo>
                    <a:pt x="694" y="1"/>
                    <a:pt x="607" y="48"/>
                    <a:pt x="570" y="158"/>
                  </a:cubicBezTo>
                  <a:lnTo>
                    <a:pt x="455" y="524"/>
                  </a:lnTo>
                  <a:lnTo>
                    <a:pt x="109" y="971"/>
                  </a:lnTo>
                  <a:cubicBezTo>
                    <a:pt x="1" y="1120"/>
                    <a:pt x="102" y="1337"/>
                    <a:pt x="292" y="1337"/>
                  </a:cubicBezTo>
                  <a:cubicBezTo>
                    <a:pt x="367" y="1337"/>
                    <a:pt x="428" y="1304"/>
                    <a:pt x="475" y="1249"/>
                  </a:cubicBezTo>
                  <a:lnTo>
                    <a:pt x="841" y="768"/>
                  </a:lnTo>
                  <a:cubicBezTo>
                    <a:pt x="862" y="748"/>
                    <a:pt x="869" y="720"/>
                    <a:pt x="875" y="700"/>
                  </a:cubicBezTo>
                  <a:lnTo>
                    <a:pt x="1004" y="300"/>
                  </a:lnTo>
                  <a:cubicBezTo>
                    <a:pt x="1062" y="121"/>
                    <a:pt x="921" y="1"/>
                    <a:pt x="781" y="1"/>
                  </a:cubicBezTo>
                  <a:close/>
                </a:path>
              </a:pathLst>
            </a:custGeom>
            <a:solidFill>
              <a:srgbClr val="D2DAE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774" name="Google Shape;18774;p46"/>
            <p:cNvSpPr/>
            <p:nvPr/>
          </p:nvSpPr>
          <p:spPr>
            <a:xfrm>
              <a:off x="6816441" y="3525920"/>
              <a:ext cx="19777" cy="30925"/>
            </a:xfrm>
            <a:custGeom>
              <a:rect b="b" l="l" r="r" t="t"/>
              <a:pathLst>
                <a:path extrusionOk="0" h="1179" w="754">
                  <a:moveTo>
                    <a:pt x="282" y="1"/>
                  </a:moveTo>
                  <a:cubicBezTo>
                    <a:pt x="143" y="1"/>
                    <a:pt x="1" y="122"/>
                    <a:pt x="55" y="297"/>
                  </a:cubicBezTo>
                  <a:lnTo>
                    <a:pt x="285" y="1023"/>
                  </a:lnTo>
                  <a:cubicBezTo>
                    <a:pt x="312" y="1111"/>
                    <a:pt x="401" y="1178"/>
                    <a:pt x="502" y="1178"/>
                  </a:cubicBezTo>
                  <a:cubicBezTo>
                    <a:pt x="523" y="1178"/>
                    <a:pt x="550" y="1172"/>
                    <a:pt x="570" y="1165"/>
                  </a:cubicBezTo>
                  <a:cubicBezTo>
                    <a:pt x="692" y="1131"/>
                    <a:pt x="753" y="1002"/>
                    <a:pt x="719" y="880"/>
                  </a:cubicBezTo>
                  <a:lnTo>
                    <a:pt x="489" y="161"/>
                  </a:lnTo>
                  <a:cubicBezTo>
                    <a:pt x="455" y="49"/>
                    <a:pt x="369" y="1"/>
                    <a:pt x="282" y="1"/>
                  </a:cubicBezTo>
                  <a:close/>
                </a:path>
              </a:pathLst>
            </a:custGeom>
            <a:solidFill>
              <a:srgbClr val="D2DAE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775" name="Google Shape;18775;p46"/>
            <p:cNvSpPr/>
            <p:nvPr/>
          </p:nvSpPr>
          <p:spPr>
            <a:xfrm>
              <a:off x="6787457" y="3566891"/>
              <a:ext cx="34519" cy="25548"/>
            </a:xfrm>
            <a:custGeom>
              <a:rect b="b" l="l" r="r" t="t"/>
              <a:pathLst>
                <a:path extrusionOk="0" h="974" w="1316">
                  <a:moveTo>
                    <a:pt x="442" y="1"/>
                  </a:moveTo>
                  <a:cubicBezTo>
                    <a:pt x="346" y="1"/>
                    <a:pt x="260" y="53"/>
                    <a:pt x="224" y="139"/>
                  </a:cubicBezTo>
                  <a:lnTo>
                    <a:pt x="41" y="573"/>
                  </a:lnTo>
                  <a:cubicBezTo>
                    <a:pt x="0" y="647"/>
                    <a:pt x="41" y="742"/>
                    <a:pt x="122" y="769"/>
                  </a:cubicBezTo>
                  <a:lnTo>
                    <a:pt x="631" y="959"/>
                  </a:lnTo>
                  <a:cubicBezTo>
                    <a:pt x="658" y="969"/>
                    <a:pt x="685" y="973"/>
                    <a:pt x="713" y="973"/>
                  </a:cubicBezTo>
                  <a:cubicBezTo>
                    <a:pt x="783" y="973"/>
                    <a:pt x="851" y="943"/>
                    <a:pt x="895" y="884"/>
                  </a:cubicBezTo>
                  <a:lnTo>
                    <a:pt x="1207" y="464"/>
                  </a:lnTo>
                  <a:cubicBezTo>
                    <a:pt x="1316" y="328"/>
                    <a:pt x="1234" y="132"/>
                    <a:pt x="1065" y="105"/>
                  </a:cubicBezTo>
                  <a:lnTo>
                    <a:pt x="475" y="3"/>
                  </a:lnTo>
                  <a:cubicBezTo>
                    <a:pt x="464" y="2"/>
                    <a:pt x="453" y="1"/>
                    <a:pt x="442" y="1"/>
                  </a:cubicBezTo>
                  <a:close/>
                </a:path>
              </a:pathLst>
            </a:custGeom>
            <a:solidFill>
              <a:srgbClr val="D2DAE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776" name="Google Shape;18776;p46"/>
            <p:cNvSpPr/>
            <p:nvPr/>
          </p:nvSpPr>
          <p:spPr>
            <a:xfrm>
              <a:off x="6844376" y="3570249"/>
              <a:ext cx="40027" cy="23450"/>
            </a:xfrm>
            <a:custGeom>
              <a:rect b="b" l="l" r="r" t="t"/>
              <a:pathLst>
                <a:path extrusionOk="0" h="894" w="1526">
                  <a:moveTo>
                    <a:pt x="750" y="0"/>
                  </a:moveTo>
                  <a:cubicBezTo>
                    <a:pt x="684" y="0"/>
                    <a:pt x="618" y="15"/>
                    <a:pt x="556" y="44"/>
                  </a:cubicBezTo>
                  <a:lnTo>
                    <a:pt x="115" y="248"/>
                  </a:lnTo>
                  <a:cubicBezTo>
                    <a:pt x="0" y="302"/>
                    <a:pt x="0" y="458"/>
                    <a:pt x="115" y="512"/>
                  </a:cubicBezTo>
                  <a:lnTo>
                    <a:pt x="854" y="851"/>
                  </a:lnTo>
                  <a:cubicBezTo>
                    <a:pt x="917" y="879"/>
                    <a:pt x="982" y="893"/>
                    <a:pt x="1047" y="893"/>
                  </a:cubicBezTo>
                  <a:cubicBezTo>
                    <a:pt x="1123" y="893"/>
                    <a:pt x="1199" y="874"/>
                    <a:pt x="1268" y="838"/>
                  </a:cubicBezTo>
                  <a:lnTo>
                    <a:pt x="1424" y="743"/>
                  </a:lnTo>
                  <a:cubicBezTo>
                    <a:pt x="1512" y="695"/>
                    <a:pt x="1526" y="580"/>
                    <a:pt x="1458" y="506"/>
                  </a:cubicBezTo>
                  <a:lnTo>
                    <a:pt x="1065" y="126"/>
                  </a:lnTo>
                  <a:cubicBezTo>
                    <a:pt x="978" y="44"/>
                    <a:pt x="865" y="0"/>
                    <a:pt x="750" y="0"/>
                  </a:cubicBezTo>
                  <a:close/>
                </a:path>
              </a:pathLst>
            </a:custGeom>
            <a:solidFill>
              <a:srgbClr val="D2DAE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777" name="Google Shape;18777;p46"/>
            <p:cNvSpPr/>
            <p:nvPr/>
          </p:nvSpPr>
          <p:spPr>
            <a:xfrm>
              <a:off x="6789791" y="3610381"/>
              <a:ext cx="97287" cy="68854"/>
            </a:xfrm>
            <a:custGeom>
              <a:rect b="b" l="l" r="r" t="t"/>
              <a:pathLst>
                <a:path extrusionOk="0" h="2625" w="3709">
                  <a:moveTo>
                    <a:pt x="2063" y="1"/>
                  </a:moveTo>
                  <a:cubicBezTo>
                    <a:pt x="2015" y="1"/>
                    <a:pt x="1967" y="17"/>
                    <a:pt x="1925" y="47"/>
                  </a:cubicBezTo>
                  <a:lnTo>
                    <a:pt x="874" y="786"/>
                  </a:lnTo>
                  <a:lnTo>
                    <a:pt x="420" y="867"/>
                  </a:lnTo>
                  <a:cubicBezTo>
                    <a:pt x="216" y="908"/>
                    <a:pt x="67" y="1078"/>
                    <a:pt x="54" y="1281"/>
                  </a:cubicBezTo>
                  <a:lnTo>
                    <a:pt x="13" y="1810"/>
                  </a:lnTo>
                  <a:cubicBezTo>
                    <a:pt x="0" y="2023"/>
                    <a:pt x="171" y="2211"/>
                    <a:pt x="387" y="2211"/>
                  </a:cubicBezTo>
                  <a:cubicBezTo>
                    <a:pt x="398" y="2211"/>
                    <a:pt x="409" y="2211"/>
                    <a:pt x="420" y="2210"/>
                  </a:cubicBezTo>
                  <a:lnTo>
                    <a:pt x="2088" y="2074"/>
                  </a:lnTo>
                  <a:lnTo>
                    <a:pt x="2481" y="2542"/>
                  </a:lnTo>
                  <a:cubicBezTo>
                    <a:pt x="2527" y="2597"/>
                    <a:pt x="2592" y="2625"/>
                    <a:pt x="2658" y="2625"/>
                  </a:cubicBezTo>
                  <a:cubicBezTo>
                    <a:pt x="2729" y="2625"/>
                    <a:pt x="2801" y="2592"/>
                    <a:pt x="2847" y="2529"/>
                  </a:cubicBezTo>
                  <a:lnTo>
                    <a:pt x="3661" y="1342"/>
                  </a:lnTo>
                  <a:cubicBezTo>
                    <a:pt x="3695" y="1288"/>
                    <a:pt x="3708" y="1220"/>
                    <a:pt x="3688" y="1159"/>
                  </a:cubicBezTo>
                  <a:lnTo>
                    <a:pt x="3437" y="216"/>
                  </a:lnTo>
                  <a:lnTo>
                    <a:pt x="2881" y="352"/>
                  </a:lnTo>
                  <a:lnTo>
                    <a:pt x="2149" y="20"/>
                  </a:lnTo>
                  <a:cubicBezTo>
                    <a:pt x="2121" y="7"/>
                    <a:pt x="2092" y="1"/>
                    <a:pt x="2063" y="1"/>
                  </a:cubicBezTo>
                  <a:close/>
                </a:path>
              </a:pathLst>
            </a:custGeom>
            <a:solidFill>
              <a:srgbClr val="D2DAE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778" name="Google Shape;18778;p46"/>
            <p:cNvSpPr/>
            <p:nvPr/>
          </p:nvSpPr>
          <p:spPr>
            <a:xfrm>
              <a:off x="6587716" y="3526576"/>
              <a:ext cx="38978" cy="131124"/>
            </a:xfrm>
            <a:custGeom>
              <a:rect b="b" l="l" r="r" t="t"/>
              <a:pathLst>
                <a:path extrusionOk="0" h="4999" w="1486">
                  <a:moveTo>
                    <a:pt x="245" y="1"/>
                  </a:moveTo>
                  <a:lnTo>
                    <a:pt x="245" y="1"/>
                  </a:lnTo>
                  <a:cubicBezTo>
                    <a:pt x="1" y="1764"/>
                    <a:pt x="441" y="3554"/>
                    <a:pt x="1485" y="4998"/>
                  </a:cubicBezTo>
                  <a:lnTo>
                    <a:pt x="1452" y="3215"/>
                  </a:lnTo>
                  <a:cubicBezTo>
                    <a:pt x="1445" y="3167"/>
                    <a:pt x="1438" y="3113"/>
                    <a:pt x="1424" y="3066"/>
                  </a:cubicBezTo>
                  <a:lnTo>
                    <a:pt x="984" y="1872"/>
                  </a:lnTo>
                  <a:cubicBezTo>
                    <a:pt x="936" y="1750"/>
                    <a:pt x="929" y="1621"/>
                    <a:pt x="957" y="1493"/>
                  </a:cubicBezTo>
                  <a:lnTo>
                    <a:pt x="1126" y="1031"/>
                  </a:lnTo>
                  <a:cubicBezTo>
                    <a:pt x="1180" y="875"/>
                    <a:pt x="1106" y="706"/>
                    <a:pt x="957" y="645"/>
                  </a:cubicBezTo>
                  <a:lnTo>
                    <a:pt x="875" y="611"/>
                  </a:lnTo>
                  <a:cubicBezTo>
                    <a:pt x="753" y="591"/>
                    <a:pt x="645" y="530"/>
                    <a:pt x="570" y="428"/>
                  </a:cubicBezTo>
                  <a:lnTo>
                    <a:pt x="245" y="1"/>
                  </a:lnTo>
                  <a:close/>
                </a:path>
              </a:pathLst>
            </a:custGeom>
            <a:solidFill>
              <a:srgbClr val="C1CDD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779" name="Google Shape;18779;p46"/>
            <p:cNvSpPr/>
            <p:nvPr/>
          </p:nvSpPr>
          <p:spPr>
            <a:xfrm>
              <a:off x="6596975" y="3365314"/>
              <a:ext cx="283520" cy="210207"/>
            </a:xfrm>
            <a:custGeom>
              <a:rect b="b" l="l" r="r" t="t"/>
              <a:pathLst>
                <a:path extrusionOk="0" h="8014" w="10809">
                  <a:moveTo>
                    <a:pt x="6883" y="0"/>
                  </a:moveTo>
                  <a:cubicBezTo>
                    <a:pt x="4731" y="0"/>
                    <a:pt x="2612" y="985"/>
                    <a:pt x="1234" y="2833"/>
                  </a:cubicBezTo>
                  <a:lnTo>
                    <a:pt x="1750" y="3599"/>
                  </a:lnTo>
                  <a:cubicBezTo>
                    <a:pt x="1851" y="3774"/>
                    <a:pt x="1704" y="3941"/>
                    <a:pt x="1550" y="3941"/>
                  </a:cubicBezTo>
                  <a:cubicBezTo>
                    <a:pt x="1488" y="3941"/>
                    <a:pt x="1425" y="3914"/>
                    <a:pt x="1377" y="3850"/>
                  </a:cubicBezTo>
                  <a:lnTo>
                    <a:pt x="956" y="3233"/>
                  </a:lnTo>
                  <a:cubicBezTo>
                    <a:pt x="502" y="3932"/>
                    <a:pt x="176" y="4705"/>
                    <a:pt x="0" y="5518"/>
                  </a:cubicBezTo>
                  <a:lnTo>
                    <a:pt x="488" y="6183"/>
                  </a:lnTo>
                  <a:cubicBezTo>
                    <a:pt x="516" y="6222"/>
                    <a:pt x="562" y="6243"/>
                    <a:pt x="608" y="6243"/>
                  </a:cubicBezTo>
                  <a:cubicBezTo>
                    <a:pt x="641" y="6243"/>
                    <a:pt x="673" y="6232"/>
                    <a:pt x="699" y="6210"/>
                  </a:cubicBezTo>
                  <a:lnTo>
                    <a:pt x="1017" y="5966"/>
                  </a:lnTo>
                  <a:cubicBezTo>
                    <a:pt x="1071" y="5918"/>
                    <a:pt x="1105" y="5850"/>
                    <a:pt x="1112" y="5769"/>
                  </a:cubicBezTo>
                  <a:lnTo>
                    <a:pt x="1112" y="5464"/>
                  </a:lnTo>
                  <a:cubicBezTo>
                    <a:pt x="1112" y="5410"/>
                    <a:pt x="1092" y="5362"/>
                    <a:pt x="1065" y="5315"/>
                  </a:cubicBezTo>
                  <a:lnTo>
                    <a:pt x="834" y="5003"/>
                  </a:lnTo>
                  <a:cubicBezTo>
                    <a:pt x="721" y="4826"/>
                    <a:pt x="869" y="4645"/>
                    <a:pt x="1028" y="4645"/>
                  </a:cubicBezTo>
                  <a:cubicBezTo>
                    <a:pt x="1088" y="4645"/>
                    <a:pt x="1150" y="4670"/>
                    <a:pt x="1200" y="4732"/>
                  </a:cubicBezTo>
                  <a:lnTo>
                    <a:pt x="1526" y="5166"/>
                  </a:lnTo>
                  <a:cubicBezTo>
                    <a:pt x="1607" y="5274"/>
                    <a:pt x="1729" y="5335"/>
                    <a:pt x="1865" y="5349"/>
                  </a:cubicBezTo>
                  <a:lnTo>
                    <a:pt x="2082" y="5362"/>
                  </a:lnTo>
                  <a:cubicBezTo>
                    <a:pt x="2177" y="5362"/>
                    <a:pt x="2251" y="5423"/>
                    <a:pt x="2285" y="5511"/>
                  </a:cubicBezTo>
                  <a:lnTo>
                    <a:pt x="2719" y="6745"/>
                  </a:lnTo>
                  <a:cubicBezTo>
                    <a:pt x="2766" y="6889"/>
                    <a:pt x="2894" y="6964"/>
                    <a:pt x="3022" y="6964"/>
                  </a:cubicBezTo>
                  <a:cubicBezTo>
                    <a:pt x="3137" y="6964"/>
                    <a:pt x="3252" y="6904"/>
                    <a:pt x="3309" y="6779"/>
                  </a:cubicBezTo>
                  <a:lnTo>
                    <a:pt x="3567" y="6278"/>
                  </a:lnTo>
                  <a:cubicBezTo>
                    <a:pt x="3601" y="6210"/>
                    <a:pt x="3648" y="6156"/>
                    <a:pt x="3716" y="6108"/>
                  </a:cubicBezTo>
                  <a:lnTo>
                    <a:pt x="4170" y="5796"/>
                  </a:lnTo>
                  <a:cubicBezTo>
                    <a:pt x="4247" y="5746"/>
                    <a:pt x="4335" y="5721"/>
                    <a:pt x="4422" y="5721"/>
                  </a:cubicBezTo>
                  <a:cubicBezTo>
                    <a:pt x="4557" y="5721"/>
                    <a:pt x="4690" y="5780"/>
                    <a:pt x="4780" y="5891"/>
                  </a:cubicBezTo>
                  <a:lnTo>
                    <a:pt x="5303" y="6576"/>
                  </a:lnTo>
                  <a:cubicBezTo>
                    <a:pt x="5343" y="6623"/>
                    <a:pt x="5404" y="6657"/>
                    <a:pt x="5472" y="6657"/>
                  </a:cubicBezTo>
                  <a:lnTo>
                    <a:pt x="5872" y="7844"/>
                  </a:lnTo>
                  <a:cubicBezTo>
                    <a:pt x="5893" y="7939"/>
                    <a:pt x="5987" y="8007"/>
                    <a:pt x="6089" y="8013"/>
                  </a:cubicBezTo>
                  <a:cubicBezTo>
                    <a:pt x="6109" y="8013"/>
                    <a:pt x="6130" y="8007"/>
                    <a:pt x="6150" y="8000"/>
                  </a:cubicBezTo>
                  <a:cubicBezTo>
                    <a:pt x="6272" y="7966"/>
                    <a:pt x="6340" y="7844"/>
                    <a:pt x="6306" y="7722"/>
                  </a:cubicBezTo>
                  <a:lnTo>
                    <a:pt x="6137" y="7098"/>
                  </a:lnTo>
                  <a:lnTo>
                    <a:pt x="6530" y="6976"/>
                  </a:lnTo>
                  <a:cubicBezTo>
                    <a:pt x="6720" y="6901"/>
                    <a:pt x="6835" y="6712"/>
                    <a:pt x="6821" y="6508"/>
                  </a:cubicBezTo>
                  <a:lnTo>
                    <a:pt x="6794" y="6122"/>
                  </a:lnTo>
                  <a:cubicBezTo>
                    <a:pt x="6774" y="5918"/>
                    <a:pt x="6903" y="5722"/>
                    <a:pt x="7093" y="5654"/>
                  </a:cubicBezTo>
                  <a:lnTo>
                    <a:pt x="8252" y="5254"/>
                  </a:lnTo>
                  <a:cubicBezTo>
                    <a:pt x="8334" y="5220"/>
                    <a:pt x="8395" y="5145"/>
                    <a:pt x="8401" y="5057"/>
                  </a:cubicBezTo>
                  <a:lnTo>
                    <a:pt x="8510" y="3993"/>
                  </a:lnTo>
                  <a:cubicBezTo>
                    <a:pt x="8523" y="3877"/>
                    <a:pt x="8584" y="3776"/>
                    <a:pt x="8686" y="3715"/>
                  </a:cubicBezTo>
                  <a:cubicBezTo>
                    <a:pt x="8723" y="3694"/>
                    <a:pt x="8762" y="3685"/>
                    <a:pt x="8799" y="3685"/>
                  </a:cubicBezTo>
                  <a:cubicBezTo>
                    <a:pt x="8925" y="3685"/>
                    <a:pt x="9036" y="3790"/>
                    <a:pt x="9025" y="3932"/>
                  </a:cubicBezTo>
                  <a:lnTo>
                    <a:pt x="9005" y="4128"/>
                  </a:lnTo>
                  <a:cubicBezTo>
                    <a:pt x="8991" y="4250"/>
                    <a:pt x="9079" y="4365"/>
                    <a:pt x="9208" y="4379"/>
                  </a:cubicBezTo>
                  <a:lnTo>
                    <a:pt x="9229" y="4379"/>
                  </a:lnTo>
                  <a:cubicBezTo>
                    <a:pt x="9351" y="4379"/>
                    <a:pt x="9446" y="4291"/>
                    <a:pt x="9459" y="4176"/>
                  </a:cubicBezTo>
                  <a:lnTo>
                    <a:pt x="9568" y="3084"/>
                  </a:lnTo>
                  <a:cubicBezTo>
                    <a:pt x="9574" y="3009"/>
                    <a:pt x="9622" y="2942"/>
                    <a:pt x="9690" y="2908"/>
                  </a:cubicBezTo>
                  <a:lnTo>
                    <a:pt x="9832" y="2833"/>
                  </a:lnTo>
                  <a:cubicBezTo>
                    <a:pt x="9947" y="2792"/>
                    <a:pt x="10002" y="2664"/>
                    <a:pt x="9961" y="2548"/>
                  </a:cubicBezTo>
                  <a:lnTo>
                    <a:pt x="9805" y="2128"/>
                  </a:lnTo>
                  <a:cubicBezTo>
                    <a:pt x="9771" y="2026"/>
                    <a:pt x="9805" y="1924"/>
                    <a:pt x="9893" y="1863"/>
                  </a:cubicBezTo>
                  <a:lnTo>
                    <a:pt x="10808" y="1199"/>
                  </a:lnTo>
                  <a:cubicBezTo>
                    <a:pt x="9604" y="390"/>
                    <a:pt x="8237" y="0"/>
                    <a:pt x="6883" y="0"/>
                  </a:cubicBezTo>
                  <a:close/>
                </a:path>
              </a:pathLst>
            </a:custGeom>
            <a:solidFill>
              <a:srgbClr val="D2DAE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780" name="Google Shape;18780;p46"/>
            <p:cNvSpPr/>
            <p:nvPr/>
          </p:nvSpPr>
          <p:spPr>
            <a:xfrm>
              <a:off x="6596791" y="3393013"/>
              <a:ext cx="83438" cy="136081"/>
            </a:xfrm>
            <a:custGeom>
              <a:rect b="b" l="l" r="r" t="t"/>
              <a:pathLst>
                <a:path extrusionOk="0" h="5188" w="3181">
                  <a:moveTo>
                    <a:pt x="3180" y="1"/>
                  </a:moveTo>
                  <a:lnTo>
                    <a:pt x="3180" y="1"/>
                  </a:lnTo>
                  <a:cubicBezTo>
                    <a:pt x="2428" y="462"/>
                    <a:pt x="1763" y="1065"/>
                    <a:pt x="1234" y="1777"/>
                  </a:cubicBezTo>
                  <a:lnTo>
                    <a:pt x="1750" y="2543"/>
                  </a:lnTo>
                  <a:cubicBezTo>
                    <a:pt x="1851" y="2699"/>
                    <a:pt x="1743" y="2903"/>
                    <a:pt x="1560" y="2903"/>
                  </a:cubicBezTo>
                  <a:lnTo>
                    <a:pt x="1567" y="2896"/>
                  </a:lnTo>
                  <a:cubicBezTo>
                    <a:pt x="1485" y="2896"/>
                    <a:pt x="1418" y="2862"/>
                    <a:pt x="1377" y="2801"/>
                  </a:cubicBezTo>
                  <a:lnTo>
                    <a:pt x="956" y="2177"/>
                  </a:lnTo>
                  <a:cubicBezTo>
                    <a:pt x="502" y="2876"/>
                    <a:pt x="177" y="3649"/>
                    <a:pt x="0" y="4462"/>
                  </a:cubicBezTo>
                  <a:lnTo>
                    <a:pt x="489" y="5127"/>
                  </a:lnTo>
                  <a:cubicBezTo>
                    <a:pt x="520" y="5166"/>
                    <a:pt x="566" y="5187"/>
                    <a:pt x="611" y="5187"/>
                  </a:cubicBezTo>
                  <a:cubicBezTo>
                    <a:pt x="644" y="5187"/>
                    <a:pt x="677" y="5176"/>
                    <a:pt x="706" y="5154"/>
                  </a:cubicBezTo>
                  <a:lnTo>
                    <a:pt x="1017" y="4910"/>
                  </a:lnTo>
                  <a:cubicBezTo>
                    <a:pt x="1072" y="4862"/>
                    <a:pt x="1112" y="4794"/>
                    <a:pt x="1112" y="4720"/>
                  </a:cubicBezTo>
                  <a:lnTo>
                    <a:pt x="1112" y="4415"/>
                  </a:lnTo>
                  <a:cubicBezTo>
                    <a:pt x="1112" y="4360"/>
                    <a:pt x="1092" y="4306"/>
                    <a:pt x="1065" y="4259"/>
                  </a:cubicBezTo>
                  <a:lnTo>
                    <a:pt x="834" y="3947"/>
                  </a:lnTo>
                  <a:cubicBezTo>
                    <a:pt x="721" y="3769"/>
                    <a:pt x="869" y="3592"/>
                    <a:pt x="1029" y="3592"/>
                  </a:cubicBezTo>
                  <a:cubicBezTo>
                    <a:pt x="1089" y="3592"/>
                    <a:pt x="1151" y="3617"/>
                    <a:pt x="1201" y="3676"/>
                  </a:cubicBezTo>
                  <a:lnTo>
                    <a:pt x="1526" y="4110"/>
                  </a:lnTo>
                  <a:cubicBezTo>
                    <a:pt x="1607" y="4218"/>
                    <a:pt x="1729" y="4286"/>
                    <a:pt x="1865" y="4293"/>
                  </a:cubicBezTo>
                  <a:lnTo>
                    <a:pt x="2082" y="4306"/>
                  </a:lnTo>
                  <a:cubicBezTo>
                    <a:pt x="2116" y="4306"/>
                    <a:pt x="2143" y="4313"/>
                    <a:pt x="2170" y="4333"/>
                  </a:cubicBezTo>
                  <a:cubicBezTo>
                    <a:pt x="2150" y="4116"/>
                    <a:pt x="2136" y="3906"/>
                    <a:pt x="2136" y="3689"/>
                  </a:cubicBezTo>
                  <a:cubicBezTo>
                    <a:pt x="2136" y="2387"/>
                    <a:pt x="2496" y="1106"/>
                    <a:pt x="3180" y="1"/>
                  </a:cubicBezTo>
                  <a:close/>
                </a:path>
              </a:pathLst>
            </a:custGeom>
            <a:solidFill>
              <a:srgbClr val="C1CDD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781" name="Google Shape;18781;p46"/>
            <p:cNvSpPr/>
            <p:nvPr/>
          </p:nvSpPr>
          <p:spPr>
            <a:xfrm>
              <a:off x="6852376" y="3672257"/>
              <a:ext cx="14951" cy="7082"/>
            </a:xfrm>
            <a:custGeom>
              <a:rect b="b" l="l" r="r" t="t"/>
              <a:pathLst>
                <a:path extrusionOk="0" h="270" w="570">
                  <a:moveTo>
                    <a:pt x="570" y="0"/>
                  </a:moveTo>
                  <a:cubicBezTo>
                    <a:pt x="380" y="34"/>
                    <a:pt x="190" y="54"/>
                    <a:pt x="0" y="75"/>
                  </a:cubicBezTo>
                  <a:lnTo>
                    <a:pt x="95" y="190"/>
                  </a:lnTo>
                  <a:cubicBezTo>
                    <a:pt x="139" y="243"/>
                    <a:pt x="202" y="269"/>
                    <a:pt x="265" y="269"/>
                  </a:cubicBezTo>
                  <a:cubicBezTo>
                    <a:pt x="338" y="269"/>
                    <a:pt x="411" y="235"/>
                    <a:pt x="454" y="170"/>
                  </a:cubicBezTo>
                  <a:lnTo>
                    <a:pt x="570" y="0"/>
                  </a:lnTo>
                  <a:close/>
                </a:path>
              </a:pathLst>
            </a:custGeom>
            <a:solidFill>
              <a:srgbClr val="C1CDD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8782" name="Google Shape;18782;p46"/>
          <p:cNvGrpSpPr/>
          <p:nvPr/>
        </p:nvGrpSpPr>
        <p:grpSpPr>
          <a:xfrm>
            <a:off x="1942120" y="1985852"/>
            <a:ext cx="378316" cy="358695"/>
            <a:chOff x="1942120" y="1985852"/>
            <a:chExt cx="378316" cy="358695"/>
          </a:xfrm>
        </p:grpSpPr>
        <p:sp>
          <p:nvSpPr>
            <p:cNvPr id="18783" name="Google Shape;18783;p46"/>
            <p:cNvSpPr/>
            <p:nvPr/>
          </p:nvSpPr>
          <p:spPr>
            <a:xfrm>
              <a:off x="2161928" y="1985852"/>
              <a:ext cx="158508" cy="158901"/>
            </a:xfrm>
            <a:custGeom>
              <a:rect b="b" l="l" r="r" t="t"/>
              <a:pathLst>
                <a:path extrusionOk="0" h="6058" w="6043">
                  <a:moveTo>
                    <a:pt x="3426" y="0"/>
                  </a:moveTo>
                  <a:cubicBezTo>
                    <a:pt x="2360" y="0"/>
                    <a:pt x="1253" y="761"/>
                    <a:pt x="706" y="1986"/>
                  </a:cubicBezTo>
                  <a:cubicBezTo>
                    <a:pt x="1" y="3559"/>
                    <a:pt x="462" y="5295"/>
                    <a:pt x="1744" y="5872"/>
                  </a:cubicBezTo>
                  <a:cubicBezTo>
                    <a:pt x="2024" y="5998"/>
                    <a:pt x="2321" y="6058"/>
                    <a:pt x="2620" y="6058"/>
                  </a:cubicBezTo>
                  <a:cubicBezTo>
                    <a:pt x="3686" y="6058"/>
                    <a:pt x="4787" y="5297"/>
                    <a:pt x="5337" y="4068"/>
                  </a:cubicBezTo>
                  <a:cubicBezTo>
                    <a:pt x="6042" y="2502"/>
                    <a:pt x="5575" y="759"/>
                    <a:pt x="4293" y="183"/>
                  </a:cubicBezTo>
                  <a:cubicBezTo>
                    <a:pt x="4016" y="59"/>
                    <a:pt x="3723" y="0"/>
                    <a:pt x="3426" y="0"/>
                  </a:cubicBezTo>
                  <a:close/>
                </a:path>
              </a:pathLst>
            </a:custGeom>
            <a:solidFill>
              <a:srgbClr val="B2C2C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784" name="Google Shape;18784;p46"/>
            <p:cNvSpPr/>
            <p:nvPr/>
          </p:nvSpPr>
          <p:spPr>
            <a:xfrm>
              <a:off x="2190571" y="2006888"/>
              <a:ext cx="115648" cy="123570"/>
            </a:xfrm>
            <a:custGeom>
              <a:rect b="b" l="l" r="r" t="t"/>
              <a:pathLst>
                <a:path extrusionOk="0" h="4711" w="4409">
                  <a:moveTo>
                    <a:pt x="2642" y="1"/>
                  </a:moveTo>
                  <a:cubicBezTo>
                    <a:pt x="1854" y="1"/>
                    <a:pt x="1003" y="629"/>
                    <a:pt x="557" y="1618"/>
                  </a:cubicBezTo>
                  <a:cubicBezTo>
                    <a:pt x="1" y="2852"/>
                    <a:pt x="292" y="4181"/>
                    <a:pt x="1201" y="4588"/>
                  </a:cubicBezTo>
                  <a:cubicBezTo>
                    <a:pt x="1383" y="4671"/>
                    <a:pt x="1576" y="4710"/>
                    <a:pt x="1773" y="4710"/>
                  </a:cubicBezTo>
                  <a:cubicBezTo>
                    <a:pt x="2559" y="4710"/>
                    <a:pt x="3407" y="4083"/>
                    <a:pt x="3852" y="3097"/>
                  </a:cubicBezTo>
                  <a:cubicBezTo>
                    <a:pt x="4408" y="1862"/>
                    <a:pt x="4116" y="533"/>
                    <a:pt x="3208" y="120"/>
                  </a:cubicBezTo>
                  <a:cubicBezTo>
                    <a:pt x="3028" y="39"/>
                    <a:pt x="2837" y="1"/>
                    <a:pt x="2642" y="1"/>
                  </a:cubicBezTo>
                  <a:close/>
                </a:path>
              </a:pathLst>
            </a:custGeom>
            <a:solidFill>
              <a:srgbClr val="9BAFB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785" name="Google Shape;18785;p46"/>
            <p:cNvSpPr/>
            <p:nvPr/>
          </p:nvSpPr>
          <p:spPr>
            <a:xfrm>
              <a:off x="1942120" y="1986009"/>
              <a:ext cx="158665" cy="158928"/>
            </a:xfrm>
            <a:custGeom>
              <a:rect b="b" l="l" r="r" t="t"/>
              <a:pathLst>
                <a:path extrusionOk="0" h="6059" w="6049">
                  <a:moveTo>
                    <a:pt x="2619" y="1"/>
                  </a:moveTo>
                  <a:cubicBezTo>
                    <a:pt x="2322" y="1"/>
                    <a:pt x="2028" y="60"/>
                    <a:pt x="1749" y="184"/>
                  </a:cubicBezTo>
                  <a:cubicBezTo>
                    <a:pt x="468" y="760"/>
                    <a:pt x="0" y="2496"/>
                    <a:pt x="705" y="4069"/>
                  </a:cubicBezTo>
                  <a:cubicBezTo>
                    <a:pt x="1256" y="5297"/>
                    <a:pt x="2361" y="6059"/>
                    <a:pt x="3426" y="6059"/>
                  </a:cubicBezTo>
                  <a:cubicBezTo>
                    <a:pt x="3724" y="6059"/>
                    <a:pt x="4020" y="5999"/>
                    <a:pt x="4299" y="5872"/>
                  </a:cubicBezTo>
                  <a:cubicBezTo>
                    <a:pt x="5581" y="5296"/>
                    <a:pt x="6048" y="3560"/>
                    <a:pt x="5343" y="1987"/>
                  </a:cubicBezTo>
                  <a:cubicBezTo>
                    <a:pt x="4791" y="762"/>
                    <a:pt x="3687" y="1"/>
                    <a:pt x="2619" y="1"/>
                  </a:cubicBezTo>
                  <a:close/>
                </a:path>
              </a:pathLst>
            </a:custGeom>
            <a:solidFill>
              <a:srgbClr val="B2C2C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786" name="Google Shape;18786;p46"/>
            <p:cNvSpPr/>
            <p:nvPr/>
          </p:nvSpPr>
          <p:spPr>
            <a:xfrm>
              <a:off x="1956520" y="2007072"/>
              <a:ext cx="115438" cy="123491"/>
            </a:xfrm>
            <a:custGeom>
              <a:rect b="b" l="l" r="r" t="t"/>
              <a:pathLst>
                <a:path extrusionOk="0" h="4708" w="4401">
                  <a:moveTo>
                    <a:pt x="1766" y="1"/>
                  </a:moveTo>
                  <a:cubicBezTo>
                    <a:pt x="1571" y="1"/>
                    <a:pt x="1380" y="39"/>
                    <a:pt x="1200" y="120"/>
                  </a:cubicBezTo>
                  <a:cubicBezTo>
                    <a:pt x="285" y="533"/>
                    <a:pt x="0" y="1862"/>
                    <a:pt x="550" y="3096"/>
                  </a:cubicBezTo>
                  <a:cubicBezTo>
                    <a:pt x="995" y="4085"/>
                    <a:pt x="1844" y="4708"/>
                    <a:pt x="2632" y="4708"/>
                  </a:cubicBezTo>
                  <a:cubicBezTo>
                    <a:pt x="2828" y="4708"/>
                    <a:pt x="3020" y="4669"/>
                    <a:pt x="3201" y="4588"/>
                  </a:cubicBezTo>
                  <a:cubicBezTo>
                    <a:pt x="4109" y="4181"/>
                    <a:pt x="4401" y="2852"/>
                    <a:pt x="3845" y="1618"/>
                  </a:cubicBezTo>
                  <a:cubicBezTo>
                    <a:pt x="3404" y="628"/>
                    <a:pt x="2554" y="1"/>
                    <a:pt x="1766" y="1"/>
                  </a:cubicBezTo>
                  <a:close/>
                </a:path>
              </a:pathLst>
            </a:custGeom>
            <a:solidFill>
              <a:srgbClr val="9BAFB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787" name="Google Shape;18787;p46"/>
            <p:cNvSpPr/>
            <p:nvPr/>
          </p:nvSpPr>
          <p:spPr>
            <a:xfrm>
              <a:off x="1986921" y="2043820"/>
              <a:ext cx="289055" cy="300727"/>
            </a:xfrm>
            <a:custGeom>
              <a:rect b="b" l="l" r="r" t="t"/>
              <a:pathLst>
                <a:path extrusionOk="0" h="11465" w="11020">
                  <a:moveTo>
                    <a:pt x="5507" y="0"/>
                  </a:moveTo>
                  <a:cubicBezTo>
                    <a:pt x="2645" y="0"/>
                    <a:pt x="1" y="3390"/>
                    <a:pt x="1" y="6781"/>
                  </a:cubicBezTo>
                  <a:cubicBezTo>
                    <a:pt x="1" y="8625"/>
                    <a:pt x="1506" y="10320"/>
                    <a:pt x="3900" y="10849"/>
                  </a:cubicBezTo>
                  <a:cubicBezTo>
                    <a:pt x="4357" y="11259"/>
                    <a:pt x="4932" y="11464"/>
                    <a:pt x="5507" y="11464"/>
                  </a:cubicBezTo>
                  <a:cubicBezTo>
                    <a:pt x="6081" y="11464"/>
                    <a:pt x="6656" y="11259"/>
                    <a:pt x="7114" y="10849"/>
                  </a:cubicBezTo>
                  <a:cubicBezTo>
                    <a:pt x="9507" y="10320"/>
                    <a:pt x="11019" y="8618"/>
                    <a:pt x="11019" y="6781"/>
                  </a:cubicBezTo>
                  <a:cubicBezTo>
                    <a:pt x="11019" y="3390"/>
                    <a:pt x="8368" y="0"/>
                    <a:pt x="5507" y="0"/>
                  </a:cubicBezTo>
                  <a:close/>
                </a:path>
              </a:pathLst>
            </a:custGeom>
            <a:solidFill>
              <a:srgbClr val="BECBD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788" name="Google Shape;18788;p46"/>
            <p:cNvSpPr/>
            <p:nvPr/>
          </p:nvSpPr>
          <p:spPr>
            <a:xfrm>
              <a:off x="1986737" y="2047178"/>
              <a:ext cx="119215" cy="280687"/>
            </a:xfrm>
            <a:custGeom>
              <a:rect b="b" l="l" r="r" t="t"/>
              <a:pathLst>
                <a:path extrusionOk="0" h="10701" w="4545">
                  <a:moveTo>
                    <a:pt x="4544" y="1"/>
                  </a:moveTo>
                  <a:cubicBezTo>
                    <a:pt x="2076" y="645"/>
                    <a:pt x="1" y="3642"/>
                    <a:pt x="1" y="6653"/>
                  </a:cubicBezTo>
                  <a:cubicBezTo>
                    <a:pt x="1" y="8470"/>
                    <a:pt x="1472" y="10145"/>
                    <a:pt x="3812" y="10701"/>
                  </a:cubicBezTo>
                  <a:cubicBezTo>
                    <a:pt x="2523" y="9812"/>
                    <a:pt x="1757" y="8341"/>
                    <a:pt x="1764" y="6775"/>
                  </a:cubicBezTo>
                  <a:cubicBezTo>
                    <a:pt x="1764" y="4035"/>
                    <a:pt x="2951" y="1303"/>
                    <a:pt x="4544" y="1"/>
                  </a:cubicBezTo>
                  <a:close/>
                </a:path>
              </a:pathLst>
            </a:custGeom>
            <a:solidFill>
              <a:srgbClr val="B2C2C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789" name="Google Shape;18789;p46"/>
            <p:cNvSpPr/>
            <p:nvPr/>
          </p:nvSpPr>
          <p:spPr>
            <a:xfrm>
              <a:off x="2084916" y="2316822"/>
              <a:ext cx="92697" cy="27725"/>
            </a:xfrm>
            <a:custGeom>
              <a:rect b="b" l="l" r="r" t="t"/>
              <a:pathLst>
                <a:path extrusionOk="0" h="1057" w="3534">
                  <a:moveTo>
                    <a:pt x="8" y="0"/>
                  </a:moveTo>
                  <a:cubicBezTo>
                    <a:pt x="1" y="197"/>
                    <a:pt x="89" y="380"/>
                    <a:pt x="231" y="502"/>
                  </a:cubicBezTo>
                  <a:cubicBezTo>
                    <a:pt x="679" y="872"/>
                    <a:pt x="1225" y="1056"/>
                    <a:pt x="1771" y="1056"/>
                  </a:cubicBezTo>
                  <a:cubicBezTo>
                    <a:pt x="2316" y="1056"/>
                    <a:pt x="2862" y="872"/>
                    <a:pt x="3310" y="502"/>
                  </a:cubicBezTo>
                  <a:cubicBezTo>
                    <a:pt x="3452" y="380"/>
                    <a:pt x="3534" y="197"/>
                    <a:pt x="3534" y="0"/>
                  </a:cubicBezTo>
                  <a:lnTo>
                    <a:pt x="3534" y="0"/>
                  </a:lnTo>
                  <a:lnTo>
                    <a:pt x="2652" y="265"/>
                  </a:lnTo>
                  <a:lnTo>
                    <a:pt x="889" y="265"/>
                  </a:lnTo>
                  <a:lnTo>
                    <a:pt x="8" y="0"/>
                  </a:lnTo>
                  <a:close/>
                </a:path>
              </a:pathLst>
            </a:custGeom>
            <a:solidFill>
              <a:srgbClr val="B2C2C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790" name="Google Shape;18790;p46"/>
            <p:cNvSpPr/>
            <p:nvPr/>
          </p:nvSpPr>
          <p:spPr>
            <a:xfrm>
              <a:off x="2102359" y="2257778"/>
              <a:ext cx="57995" cy="48762"/>
            </a:xfrm>
            <a:custGeom>
              <a:rect b="b" l="l" r="r" t="t"/>
              <a:pathLst>
                <a:path extrusionOk="0" h="1859" w="2211">
                  <a:moveTo>
                    <a:pt x="1106" y="0"/>
                  </a:moveTo>
                  <a:cubicBezTo>
                    <a:pt x="495" y="0"/>
                    <a:pt x="7" y="393"/>
                    <a:pt x="0" y="882"/>
                  </a:cubicBezTo>
                  <a:cubicBezTo>
                    <a:pt x="0" y="1350"/>
                    <a:pt x="468" y="1594"/>
                    <a:pt x="801" y="1777"/>
                  </a:cubicBezTo>
                  <a:cubicBezTo>
                    <a:pt x="895" y="1831"/>
                    <a:pt x="1001" y="1858"/>
                    <a:pt x="1106" y="1858"/>
                  </a:cubicBezTo>
                  <a:cubicBezTo>
                    <a:pt x="1211" y="1858"/>
                    <a:pt x="1316" y="1831"/>
                    <a:pt x="1411" y="1777"/>
                  </a:cubicBezTo>
                  <a:cubicBezTo>
                    <a:pt x="1743" y="1594"/>
                    <a:pt x="2211" y="1350"/>
                    <a:pt x="2211" y="882"/>
                  </a:cubicBezTo>
                  <a:cubicBezTo>
                    <a:pt x="2211" y="393"/>
                    <a:pt x="1716" y="0"/>
                    <a:pt x="1106" y="0"/>
                  </a:cubicBezTo>
                  <a:close/>
                </a:path>
              </a:pathLst>
            </a:custGeom>
            <a:solidFill>
              <a:srgbClr val="D7E1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791" name="Google Shape;18791;p46"/>
            <p:cNvSpPr/>
            <p:nvPr/>
          </p:nvSpPr>
          <p:spPr>
            <a:xfrm>
              <a:off x="2081611" y="2309714"/>
              <a:ext cx="99202" cy="23135"/>
            </a:xfrm>
            <a:custGeom>
              <a:rect b="b" l="l" r="r" t="t"/>
              <a:pathLst>
                <a:path extrusionOk="0" h="882" w="3782">
                  <a:moveTo>
                    <a:pt x="308" y="1"/>
                  </a:moveTo>
                  <a:cubicBezTo>
                    <a:pt x="152" y="1"/>
                    <a:pt x="0" y="173"/>
                    <a:pt x="120" y="346"/>
                  </a:cubicBezTo>
                  <a:cubicBezTo>
                    <a:pt x="344" y="685"/>
                    <a:pt x="717" y="882"/>
                    <a:pt x="1124" y="882"/>
                  </a:cubicBezTo>
                  <a:cubicBezTo>
                    <a:pt x="1354" y="882"/>
                    <a:pt x="1578" y="814"/>
                    <a:pt x="1775" y="692"/>
                  </a:cubicBezTo>
                  <a:cubicBezTo>
                    <a:pt x="1812" y="668"/>
                    <a:pt x="1854" y="656"/>
                    <a:pt x="1897" y="656"/>
                  </a:cubicBezTo>
                  <a:cubicBezTo>
                    <a:pt x="1939" y="656"/>
                    <a:pt x="1981" y="668"/>
                    <a:pt x="2019" y="692"/>
                  </a:cubicBezTo>
                  <a:cubicBezTo>
                    <a:pt x="2209" y="814"/>
                    <a:pt x="2439" y="882"/>
                    <a:pt x="2670" y="882"/>
                  </a:cubicBezTo>
                  <a:cubicBezTo>
                    <a:pt x="3070" y="882"/>
                    <a:pt x="3443" y="678"/>
                    <a:pt x="3666" y="346"/>
                  </a:cubicBezTo>
                  <a:cubicBezTo>
                    <a:pt x="3781" y="173"/>
                    <a:pt x="3632" y="1"/>
                    <a:pt x="3477" y="1"/>
                  </a:cubicBezTo>
                  <a:cubicBezTo>
                    <a:pt x="3413" y="1"/>
                    <a:pt x="3348" y="30"/>
                    <a:pt x="3300" y="102"/>
                  </a:cubicBezTo>
                  <a:cubicBezTo>
                    <a:pt x="3158" y="312"/>
                    <a:pt x="2921" y="441"/>
                    <a:pt x="2663" y="441"/>
                  </a:cubicBezTo>
                  <a:cubicBezTo>
                    <a:pt x="2520" y="441"/>
                    <a:pt x="2378" y="393"/>
                    <a:pt x="2256" y="319"/>
                  </a:cubicBezTo>
                  <a:cubicBezTo>
                    <a:pt x="2144" y="244"/>
                    <a:pt x="2017" y="207"/>
                    <a:pt x="1891" y="207"/>
                  </a:cubicBezTo>
                  <a:cubicBezTo>
                    <a:pt x="1764" y="207"/>
                    <a:pt x="1639" y="244"/>
                    <a:pt x="1531" y="319"/>
                  </a:cubicBezTo>
                  <a:cubicBezTo>
                    <a:pt x="1408" y="393"/>
                    <a:pt x="1266" y="441"/>
                    <a:pt x="1124" y="441"/>
                  </a:cubicBezTo>
                  <a:cubicBezTo>
                    <a:pt x="866" y="441"/>
                    <a:pt x="629" y="312"/>
                    <a:pt x="486" y="102"/>
                  </a:cubicBezTo>
                  <a:cubicBezTo>
                    <a:pt x="439" y="30"/>
                    <a:pt x="373" y="1"/>
                    <a:pt x="308" y="1"/>
                  </a:cubicBezTo>
                  <a:close/>
                </a:path>
              </a:pathLst>
            </a:custGeom>
            <a:solidFill>
              <a:srgbClr val="9BAFB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792" name="Google Shape;18792;p46"/>
            <p:cNvSpPr/>
            <p:nvPr/>
          </p:nvSpPr>
          <p:spPr>
            <a:xfrm>
              <a:off x="2180892" y="2280756"/>
              <a:ext cx="114809" cy="40709"/>
            </a:xfrm>
            <a:custGeom>
              <a:rect b="b" l="l" r="r" t="t"/>
              <a:pathLst>
                <a:path extrusionOk="0" h="1552" w="4377">
                  <a:moveTo>
                    <a:pt x="307" y="1"/>
                  </a:moveTo>
                  <a:cubicBezTo>
                    <a:pt x="56" y="1"/>
                    <a:pt x="0" y="389"/>
                    <a:pt x="275" y="440"/>
                  </a:cubicBezTo>
                  <a:cubicBezTo>
                    <a:pt x="295" y="446"/>
                    <a:pt x="2404" y="833"/>
                    <a:pt x="3970" y="1524"/>
                  </a:cubicBezTo>
                  <a:cubicBezTo>
                    <a:pt x="3997" y="1538"/>
                    <a:pt x="4031" y="1545"/>
                    <a:pt x="4065" y="1545"/>
                  </a:cubicBezTo>
                  <a:lnTo>
                    <a:pt x="4058" y="1552"/>
                  </a:lnTo>
                  <a:cubicBezTo>
                    <a:pt x="4302" y="1552"/>
                    <a:pt x="4377" y="1219"/>
                    <a:pt x="4153" y="1124"/>
                  </a:cubicBezTo>
                  <a:cubicBezTo>
                    <a:pt x="2539" y="406"/>
                    <a:pt x="437" y="26"/>
                    <a:pt x="356" y="6"/>
                  </a:cubicBezTo>
                  <a:cubicBezTo>
                    <a:pt x="339" y="2"/>
                    <a:pt x="323" y="1"/>
                    <a:pt x="307" y="1"/>
                  </a:cubicBezTo>
                  <a:close/>
                </a:path>
              </a:pathLst>
            </a:custGeom>
            <a:solidFill>
              <a:srgbClr val="869FB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793" name="Google Shape;18793;p46"/>
            <p:cNvSpPr/>
            <p:nvPr/>
          </p:nvSpPr>
          <p:spPr>
            <a:xfrm>
              <a:off x="2194846" y="2262841"/>
              <a:ext cx="123806" cy="18072"/>
            </a:xfrm>
            <a:custGeom>
              <a:rect b="b" l="l" r="r" t="t"/>
              <a:pathLst>
                <a:path extrusionOk="0" h="689" w="4720">
                  <a:moveTo>
                    <a:pt x="1368" y="0"/>
                  </a:moveTo>
                  <a:cubicBezTo>
                    <a:pt x="727" y="0"/>
                    <a:pt x="258" y="21"/>
                    <a:pt x="211" y="24"/>
                  </a:cubicBezTo>
                  <a:cubicBezTo>
                    <a:pt x="88" y="31"/>
                    <a:pt x="0" y="133"/>
                    <a:pt x="0" y="255"/>
                  </a:cubicBezTo>
                  <a:cubicBezTo>
                    <a:pt x="13" y="373"/>
                    <a:pt x="109" y="465"/>
                    <a:pt x="219" y="465"/>
                  </a:cubicBezTo>
                  <a:cubicBezTo>
                    <a:pt x="223" y="465"/>
                    <a:pt x="227" y="465"/>
                    <a:pt x="231" y="465"/>
                  </a:cubicBezTo>
                  <a:cubicBezTo>
                    <a:pt x="242" y="465"/>
                    <a:pt x="693" y="446"/>
                    <a:pt x="1322" y="446"/>
                  </a:cubicBezTo>
                  <a:cubicBezTo>
                    <a:pt x="2229" y="446"/>
                    <a:pt x="3504" y="486"/>
                    <a:pt x="4360" y="682"/>
                  </a:cubicBezTo>
                  <a:cubicBezTo>
                    <a:pt x="4381" y="682"/>
                    <a:pt x="4394" y="689"/>
                    <a:pt x="4415" y="689"/>
                  </a:cubicBezTo>
                  <a:cubicBezTo>
                    <a:pt x="4679" y="689"/>
                    <a:pt x="4720" y="309"/>
                    <a:pt x="4462" y="248"/>
                  </a:cubicBezTo>
                  <a:cubicBezTo>
                    <a:pt x="3570" y="44"/>
                    <a:pt x="2291" y="0"/>
                    <a:pt x="1368" y="0"/>
                  </a:cubicBezTo>
                  <a:close/>
                </a:path>
              </a:pathLst>
            </a:custGeom>
            <a:solidFill>
              <a:srgbClr val="869FB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794" name="Google Shape;18794;p46"/>
            <p:cNvSpPr/>
            <p:nvPr/>
          </p:nvSpPr>
          <p:spPr>
            <a:xfrm>
              <a:off x="1967065" y="2280756"/>
              <a:ext cx="114599" cy="40525"/>
            </a:xfrm>
            <a:custGeom>
              <a:rect b="b" l="l" r="r" t="t"/>
              <a:pathLst>
                <a:path extrusionOk="0" h="1545" w="4369">
                  <a:moveTo>
                    <a:pt x="4068" y="1"/>
                  </a:moveTo>
                  <a:cubicBezTo>
                    <a:pt x="4053" y="1"/>
                    <a:pt x="4036" y="2"/>
                    <a:pt x="4019" y="6"/>
                  </a:cubicBezTo>
                  <a:cubicBezTo>
                    <a:pt x="3931" y="19"/>
                    <a:pt x="1836" y="406"/>
                    <a:pt x="222" y="1124"/>
                  </a:cubicBezTo>
                  <a:cubicBezTo>
                    <a:pt x="1" y="1218"/>
                    <a:pt x="65" y="1545"/>
                    <a:pt x="303" y="1545"/>
                  </a:cubicBezTo>
                  <a:cubicBezTo>
                    <a:pt x="305" y="1545"/>
                    <a:pt x="308" y="1545"/>
                    <a:pt x="310" y="1545"/>
                  </a:cubicBezTo>
                  <a:cubicBezTo>
                    <a:pt x="344" y="1545"/>
                    <a:pt x="371" y="1538"/>
                    <a:pt x="398" y="1524"/>
                  </a:cubicBezTo>
                  <a:cubicBezTo>
                    <a:pt x="1965" y="826"/>
                    <a:pt x="4074" y="440"/>
                    <a:pt x="4094" y="440"/>
                  </a:cubicBezTo>
                  <a:cubicBezTo>
                    <a:pt x="4368" y="389"/>
                    <a:pt x="4318" y="1"/>
                    <a:pt x="4068" y="1"/>
                  </a:cubicBezTo>
                  <a:close/>
                </a:path>
              </a:pathLst>
            </a:custGeom>
            <a:solidFill>
              <a:srgbClr val="869FB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795" name="Google Shape;18795;p46"/>
            <p:cNvSpPr/>
            <p:nvPr/>
          </p:nvSpPr>
          <p:spPr>
            <a:xfrm>
              <a:off x="1943878" y="2262841"/>
              <a:ext cx="125852" cy="18072"/>
            </a:xfrm>
            <a:custGeom>
              <a:rect b="b" l="l" r="r" t="t"/>
              <a:pathLst>
                <a:path extrusionOk="0" h="689" w="4798">
                  <a:moveTo>
                    <a:pt x="3356" y="0"/>
                  </a:moveTo>
                  <a:cubicBezTo>
                    <a:pt x="2433" y="0"/>
                    <a:pt x="1153" y="44"/>
                    <a:pt x="265" y="248"/>
                  </a:cubicBezTo>
                  <a:cubicBezTo>
                    <a:pt x="1" y="309"/>
                    <a:pt x="48" y="689"/>
                    <a:pt x="313" y="689"/>
                  </a:cubicBezTo>
                  <a:cubicBezTo>
                    <a:pt x="326" y="689"/>
                    <a:pt x="347" y="682"/>
                    <a:pt x="360" y="682"/>
                  </a:cubicBezTo>
                  <a:cubicBezTo>
                    <a:pt x="1217" y="486"/>
                    <a:pt x="2492" y="446"/>
                    <a:pt x="3398" y="446"/>
                  </a:cubicBezTo>
                  <a:cubicBezTo>
                    <a:pt x="4027" y="446"/>
                    <a:pt x="4479" y="465"/>
                    <a:pt x="4490" y="465"/>
                  </a:cubicBezTo>
                  <a:cubicBezTo>
                    <a:pt x="4494" y="465"/>
                    <a:pt x="4498" y="465"/>
                    <a:pt x="4503" y="465"/>
                  </a:cubicBezTo>
                  <a:cubicBezTo>
                    <a:pt x="4782" y="465"/>
                    <a:pt x="4797" y="38"/>
                    <a:pt x="4510" y="24"/>
                  </a:cubicBezTo>
                  <a:cubicBezTo>
                    <a:pt x="4466" y="21"/>
                    <a:pt x="3997" y="0"/>
                    <a:pt x="3356" y="0"/>
                  </a:cubicBezTo>
                  <a:close/>
                </a:path>
              </a:pathLst>
            </a:custGeom>
            <a:solidFill>
              <a:srgbClr val="869FB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796" name="Google Shape;18796;p46"/>
            <p:cNvSpPr/>
            <p:nvPr/>
          </p:nvSpPr>
          <p:spPr>
            <a:xfrm>
              <a:off x="2050424" y="2182524"/>
              <a:ext cx="40394" cy="52145"/>
            </a:xfrm>
            <a:custGeom>
              <a:rect b="b" l="l" r="r" t="t"/>
              <a:pathLst>
                <a:path extrusionOk="0" h="1988" w="1540">
                  <a:moveTo>
                    <a:pt x="767" y="1"/>
                  </a:moveTo>
                  <a:cubicBezTo>
                    <a:pt x="346" y="1"/>
                    <a:pt x="0" y="347"/>
                    <a:pt x="0" y="774"/>
                  </a:cubicBezTo>
                  <a:lnTo>
                    <a:pt x="0" y="1215"/>
                  </a:lnTo>
                  <a:cubicBezTo>
                    <a:pt x="0" y="1642"/>
                    <a:pt x="346" y="1981"/>
                    <a:pt x="767" y="1988"/>
                  </a:cubicBezTo>
                  <a:cubicBezTo>
                    <a:pt x="1194" y="1981"/>
                    <a:pt x="1540" y="1642"/>
                    <a:pt x="1540" y="1215"/>
                  </a:cubicBezTo>
                  <a:lnTo>
                    <a:pt x="1540" y="774"/>
                  </a:lnTo>
                  <a:cubicBezTo>
                    <a:pt x="1540" y="347"/>
                    <a:pt x="1194" y="1"/>
                    <a:pt x="767" y="1"/>
                  </a:cubicBezTo>
                  <a:close/>
                </a:path>
              </a:pathLst>
            </a:custGeom>
            <a:solidFill>
              <a:srgbClr val="203B5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797" name="Google Shape;18797;p46"/>
            <p:cNvSpPr/>
            <p:nvPr/>
          </p:nvSpPr>
          <p:spPr>
            <a:xfrm>
              <a:off x="2067683" y="2182524"/>
              <a:ext cx="23135" cy="40420"/>
            </a:xfrm>
            <a:custGeom>
              <a:rect b="b" l="l" r="r" t="t"/>
              <a:pathLst>
                <a:path extrusionOk="0" h="1541" w="882">
                  <a:moveTo>
                    <a:pt x="109" y="1"/>
                  </a:moveTo>
                  <a:cubicBezTo>
                    <a:pt x="75" y="1"/>
                    <a:pt x="34" y="8"/>
                    <a:pt x="0" y="15"/>
                  </a:cubicBezTo>
                  <a:lnTo>
                    <a:pt x="0" y="1106"/>
                  </a:lnTo>
                  <a:cubicBezTo>
                    <a:pt x="0" y="1344"/>
                    <a:pt x="197" y="1540"/>
                    <a:pt x="441" y="1540"/>
                  </a:cubicBezTo>
                  <a:cubicBezTo>
                    <a:pt x="685" y="1540"/>
                    <a:pt x="882" y="1344"/>
                    <a:pt x="882" y="1106"/>
                  </a:cubicBezTo>
                  <a:lnTo>
                    <a:pt x="882" y="774"/>
                  </a:lnTo>
                  <a:cubicBezTo>
                    <a:pt x="882" y="347"/>
                    <a:pt x="536" y="1"/>
                    <a:pt x="109" y="1"/>
                  </a:cubicBezTo>
                  <a:close/>
                </a:path>
              </a:pathLst>
            </a:custGeom>
            <a:solidFill>
              <a:srgbClr val="405C7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798" name="Google Shape;18798;p46"/>
            <p:cNvSpPr/>
            <p:nvPr/>
          </p:nvSpPr>
          <p:spPr>
            <a:xfrm>
              <a:off x="2061991" y="2188216"/>
              <a:ext cx="17259" cy="17469"/>
            </a:xfrm>
            <a:custGeom>
              <a:rect b="b" l="l" r="r" t="t"/>
              <a:pathLst>
                <a:path extrusionOk="0" h="666" w="658">
                  <a:moveTo>
                    <a:pt x="326" y="1"/>
                  </a:moveTo>
                  <a:cubicBezTo>
                    <a:pt x="143" y="1"/>
                    <a:pt x="0" y="150"/>
                    <a:pt x="0" y="333"/>
                  </a:cubicBezTo>
                  <a:cubicBezTo>
                    <a:pt x="0" y="516"/>
                    <a:pt x="143" y="665"/>
                    <a:pt x="326" y="665"/>
                  </a:cubicBezTo>
                  <a:cubicBezTo>
                    <a:pt x="509" y="665"/>
                    <a:pt x="658" y="516"/>
                    <a:pt x="658" y="333"/>
                  </a:cubicBezTo>
                  <a:cubicBezTo>
                    <a:pt x="658" y="150"/>
                    <a:pt x="509" y="1"/>
                    <a:pt x="326" y="1"/>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799" name="Google Shape;18799;p46"/>
            <p:cNvSpPr/>
            <p:nvPr/>
          </p:nvSpPr>
          <p:spPr>
            <a:xfrm>
              <a:off x="2171711" y="2182524"/>
              <a:ext cx="40578" cy="52145"/>
            </a:xfrm>
            <a:custGeom>
              <a:rect b="b" l="l" r="r" t="t"/>
              <a:pathLst>
                <a:path extrusionOk="0" h="1988" w="1547">
                  <a:moveTo>
                    <a:pt x="774" y="1"/>
                  </a:moveTo>
                  <a:cubicBezTo>
                    <a:pt x="347" y="1"/>
                    <a:pt x="8" y="347"/>
                    <a:pt x="1" y="774"/>
                  </a:cubicBezTo>
                  <a:lnTo>
                    <a:pt x="1" y="1215"/>
                  </a:lnTo>
                  <a:cubicBezTo>
                    <a:pt x="8" y="1642"/>
                    <a:pt x="347" y="1981"/>
                    <a:pt x="774" y="1988"/>
                  </a:cubicBezTo>
                  <a:cubicBezTo>
                    <a:pt x="1201" y="1981"/>
                    <a:pt x="1547" y="1642"/>
                    <a:pt x="1547" y="1215"/>
                  </a:cubicBezTo>
                  <a:lnTo>
                    <a:pt x="1547" y="774"/>
                  </a:lnTo>
                  <a:cubicBezTo>
                    <a:pt x="1547" y="347"/>
                    <a:pt x="1201" y="1"/>
                    <a:pt x="774" y="1"/>
                  </a:cubicBezTo>
                  <a:close/>
                </a:path>
              </a:pathLst>
            </a:custGeom>
            <a:solidFill>
              <a:srgbClr val="203B5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800" name="Google Shape;18800;p46"/>
            <p:cNvSpPr/>
            <p:nvPr/>
          </p:nvSpPr>
          <p:spPr>
            <a:xfrm>
              <a:off x="2189154" y="2182524"/>
              <a:ext cx="23135" cy="40420"/>
            </a:xfrm>
            <a:custGeom>
              <a:rect b="b" l="l" r="r" t="t"/>
              <a:pathLst>
                <a:path extrusionOk="0" h="1541" w="882">
                  <a:moveTo>
                    <a:pt x="109" y="1"/>
                  </a:moveTo>
                  <a:cubicBezTo>
                    <a:pt x="75" y="1"/>
                    <a:pt x="34" y="8"/>
                    <a:pt x="0" y="15"/>
                  </a:cubicBezTo>
                  <a:lnTo>
                    <a:pt x="0" y="1106"/>
                  </a:lnTo>
                  <a:cubicBezTo>
                    <a:pt x="0" y="1344"/>
                    <a:pt x="197" y="1540"/>
                    <a:pt x="441" y="1540"/>
                  </a:cubicBezTo>
                  <a:cubicBezTo>
                    <a:pt x="685" y="1540"/>
                    <a:pt x="882" y="1344"/>
                    <a:pt x="882" y="1106"/>
                  </a:cubicBezTo>
                  <a:lnTo>
                    <a:pt x="882" y="774"/>
                  </a:lnTo>
                  <a:cubicBezTo>
                    <a:pt x="882" y="347"/>
                    <a:pt x="536" y="1"/>
                    <a:pt x="109" y="1"/>
                  </a:cubicBezTo>
                  <a:close/>
                </a:path>
              </a:pathLst>
            </a:custGeom>
            <a:solidFill>
              <a:srgbClr val="405C7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801" name="Google Shape;18801;p46"/>
            <p:cNvSpPr/>
            <p:nvPr/>
          </p:nvSpPr>
          <p:spPr>
            <a:xfrm>
              <a:off x="2183279" y="2188216"/>
              <a:ext cx="17469" cy="17469"/>
            </a:xfrm>
            <a:custGeom>
              <a:rect b="b" l="l" r="r" t="t"/>
              <a:pathLst>
                <a:path extrusionOk="0" h="666" w="666">
                  <a:moveTo>
                    <a:pt x="333" y="1"/>
                  </a:moveTo>
                  <a:cubicBezTo>
                    <a:pt x="150" y="1"/>
                    <a:pt x="1" y="150"/>
                    <a:pt x="1" y="333"/>
                  </a:cubicBezTo>
                  <a:cubicBezTo>
                    <a:pt x="1" y="516"/>
                    <a:pt x="150" y="665"/>
                    <a:pt x="333" y="665"/>
                  </a:cubicBezTo>
                  <a:cubicBezTo>
                    <a:pt x="516" y="665"/>
                    <a:pt x="665" y="516"/>
                    <a:pt x="665" y="333"/>
                  </a:cubicBezTo>
                  <a:cubicBezTo>
                    <a:pt x="665" y="150"/>
                    <a:pt x="516" y="1"/>
                    <a:pt x="333" y="1"/>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802" name="Google Shape;18802;p46"/>
            <p:cNvSpPr/>
            <p:nvPr/>
          </p:nvSpPr>
          <p:spPr>
            <a:xfrm>
              <a:off x="2102359" y="2258303"/>
              <a:ext cx="38086" cy="48237"/>
            </a:xfrm>
            <a:custGeom>
              <a:rect b="b" l="l" r="r" t="t"/>
              <a:pathLst>
                <a:path extrusionOk="0" h="1839" w="1452">
                  <a:moveTo>
                    <a:pt x="868" y="1"/>
                  </a:moveTo>
                  <a:lnTo>
                    <a:pt x="868" y="1"/>
                  </a:lnTo>
                  <a:cubicBezTo>
                    <a:pt x="373" y="82"/>
                    <a:pt x="0" y="441"/>
                    <a:pt x="0" y="862"/>
                  </a:cubicBezTo>
                  <a:cubicBezTo>
                    <a:pt x="0" y="1330"/>
                    <a:pt x="468" y="1574"/>
                    <a:pt x="801" y="1757"/>
                  </a:cubicBezTo>
                  <a:cubicBezTo>
                    <a:pt x="895" y="1811"/>
                    <a:pt x="1001" y="1838"/>
                    <a:pt x="1106" y="1838"/>
                  </a:cubicBezTo>
                  <a:cubicBezTo>
                    <a:pt x="1211" y="1838"/>
                    <a:pt x="1316" y="1811"/>
                    <a:pt x="1411" y="1757"/>
                  </a:cubicBezTo>
                  <a:lnTo>
                    <a:pt x="1451" y="1736"/>
                  </a:lnTo>
                  <a:cubicBezTo>
                    <a:pt x="1119" y="1513"/>
                    <a:pt x="665" y="1207"/>
                    <a:pt x="665" y="631"/>
                  </a:cubicBezTo>
                  <a:cubicBezTo>
                    <a:pt x="665" y="401"/>
                    <a:pt x="733" y="184"/>
                    <a:pt x="868" y="1"/>
                  </a:cubicBezTo>
                  <a:close/>
                </a:path>
              </a:pathLst>
            </a:custGeom>
            <a:solidFill>
              <a:srgbClr val="DBE2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8803" name="Google Shape;18803;p46"/>
          <p:cNvGrpSpPr/>
          <p:nvPr/>
        </p:nvGrpSpPr>
        <p:grpSpPr>
          <a:xfrm>
            <a:off x="1401415" y="2429218"/>
            <a:ext cx="364282" cy="374196"/>
            <a:chOff x="1401415" y="2429218"/>
            <a:chExt cx="364282" cy="374196"/>
          </a:xfrm>
        </p:grpSpPr>
        <p:sp>
          <p:nvSpPr>
            <p:cNvPr id="18804" name="Google Shape;18804;p46"/>
            <p:cNvSpPr/>
            <p:nvPr/>
          </p:nvSpPr>
          <p:spPr>
            <a:xfrm>
              <a:off x="1458596" y="2755938"/>
              <a:ext cx="89759" cy="47476"/>
            </a:xfrm>
            <a:custGeom>
              <a:rect b="b" l="l" r="r" t="t"/>
              <a:pathLst>
                <a:path extrusionOk="0" h="1810" w="3422">
                  <a:moveTo>
                    <a:pt x="3198" y="1"/>
                  </a:moveTo>
                  <a:cubicBezTo>
                    <a:pt x="3076" y="1"/>
                    <a:pt x="2974" y="102"/>
                    <a:pt x="2974" y="224"/>
                  </a:cubicBezTo>
                  <a:lnTo>
                    <a:pt x="2974" y="265"/>
                  </a:lnTo>
                  <a:cubicBezTo>
                    <a:pt x="2974" y="380"/>
                    <a:pt x="2886" y="475"/>
                    <a:pt x="2771" y="489"/>
                  </a:cubicBezTo>
                  <a:lnTo>
                    <a:pt x="784" y="651"/>
                  </a:lnTo>
                  <a:cubicBezTo>
                    <a:pt x="520" y="672"/>
                    <a:pt x="289" y="855"/>
                    <a:pt x="208" y="1106"/>
                  </a:cubicBezTo>
                  <a:lnTo>
                    <a:pt x="72" y="1499"/>
                  </a:lnTo>
                  <a:cubicBezTo>
                    <a:pt x="1" y="1679"/>
                    <a:pt x="149" y="1807"/>
                    <a:pt x="293" y="1807"/>
                  </a:cubicBezTo>
                  <a:cubicBezTo>
                    <a:pt x="381" y="1807"/>
                    <a:pt x="468" y="1758"/>
                    <a:pt x="499" y="1641"/>
                  </a:cubicBezTo>
                  <a:lnTo>
                    <a:pt x="628" y="1248"/>
                  </a:lnTo>
                  <a:cubicBezTo>
                    <a:pt x="655" y="1167"/>
                    <a:pt x="730" y="1106"/>
                    <a:pt x="825" y="1099"/>
                  </a:cubicBezTo>
                  <a:lnTo>
                    <a:pt x="960" y="1085"/>
                  </a:lnTo>
                  <a:lnTo>
                    <a:pt x="960" y="1574"/>
                  </a:lnTo>
                  <a:cubicBezTo>
                    <a:pt x="957" y="1723"/>
                    <a:pt x="1067" y="1797"/>
                    <a:pt x="1178" y="1797"/>
                  </a:cubicBezTo>
                  <a:cubicBezTo>
                    <a:pt x="1289" y="1797"/>
                    <a:pt x="1401" y="1723"/>
                    <a:pt x="1401" y="1574"/>
                  </a:cubicBezTo>
                  <a:lnTo>
                    <a:pt x="1401" y="1052"/>
                  </a:lnTo>
                  <a:lnTo>
                    <a:pt x="1659" y="1031"/>
                  </a:lnTo>
                  <a:lnTo>
                    <a:pt x="1862" y="1641"/>
                  </a:lnTo>
                  <a:cubicBezTo>
                    <a:pt x="1894" y="1760"/>
                    <a:pt x="1982" y="1810"/>
                    <a:pt x="2072" y="1810"/>
                  </a:cubicBezTo>
                  <a:cubicBezTo>
                    <a:pt x="2214" y="1810"/>
                    <a:pt x="2360" y="1684"/>
                    <a:pt x="2289" y="1506"/>
                  </a:cubicBezTo>
                  <a:lnTo>
                    <a:pt x="2120" y="997"/>
                  </a:lnTo>
                  <a:lnTo>
                    <a:pt x="2805" y="936"/>
                  </a:lnTo>
                  <a:cubicBezTo>
                    <a:pt x="3150" y="902"/>
                    <a:pt x="3415" y="618"/>
                    <a:pt x="3422" y="265"/>
                  </a:cubicBezTo>
                  <a:lnTo>
                    <a:pt x="3422" y="231"/>
                  </a:lnTo>
                  <a:cubicBezTo>
                    <a:pt x="3422" y="109"/>
                    <a:pt x="3320" y="7"/>
                    <a:pt x="3198" y="1"/>
                  </a:cubicBezTo>
                  <a:close/>
                </a:path>
              </a:pathLst>
            </a:custGeom>
            <a:solidFill>
              <a:srgbClr val="C8D3D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805" name="Google Shape;18805;p46"/>
            <p:cNvSpPr/>
            <p:nvPr/>
          </p:nvSpPr>
          <p:spPr>
            <a:xfrm>
              <a:off x="1618757" y="2755938"/>
              <a:ext cx="89759" cy="47476"/>
            </a:xfrm>
            <a:custGeom>
              <a:rect b="b" l="l" r="r" t="t"/>
              <a:pathLst>
                <a:path extrusionOk="0" h="1810" w="3422">
                  <a:moveTo>
                    <a:pt x="225" y="1"/>
                  </a:moveTo>
                  <a:cubicBezTo>
                    <a:pt x="103" y="7"/>
                    <a:pt x="1" y="109"/>
                    <a:pt x="8" y="231"/>
                  </a:cubicBezTo>
                  <a:lnTo>
                    <a:pt x="8" y="265"/>
                  </a:lnTo>
                  <a:cubicBezTo>
                    <a:pt x="8" y="618"/>
                    <a:pt x="272" y="902"/>
                    <a:pt x="618" y="936"/>
                  </a:cubicBezTo>
                  <a:lnTo>
                    <a:pt x="1309" y="997"/>
                  </a:lnTo>
                  <a:lnTo>
                    <a:pt x="1140" y="1506"/>
                  </a:lnTo>
                  <a:cubicBezTo>
                    <a:pt x="1065" y="1684"/>
                    <a:pt x="1209" y="1810"/>
                    <a:pt x="1351" y="1810"/>
                  </a:cubicBezTo>
                  <a:cubicBezTo>
                    <a:pt x="1440" y="1810"/>
                    <a:pt x="1529" y="1760"/>
                    <a:pt x="1560" y="1641"/>
                  </a:cubicBezTo>
                  <a:lnTo>
                    <a:pt x="1764" y="1031"/>
                  </a:lnTo>
                  <a:lnTo>
                    <a:pt x="2021" y="1052"/>
                  </a:lnTo>
                  <a:lnTo>
                    <a:pt x="2021" y="1574"/>
                  </a:lnTo>
                  <a:cubicBezTo>
                    <a:pt x="2021" y="1723"/>
                    <a:pt x="2133" y="1797"/>
                    <a:pt x="2245" y="1797"/>
                  </a:cubicBezTo>
                  <a:cubicBezTo>
                    <a:pt x="2357" y="1797"/>
                    <a:pt x="2469" y="1723"/>
                    <a:pt x="2469" y="1574"/>
                  </a:cubicBezTo>
                  <a:lnTo>
                    <a:pt x="2469" y="1085"/>
                  </a:lnTo>
                  <a:lnTo>
                    <a:pt x="2605" y="1099"/>
                  </a:lnTo>
                  <a:cubicBezTo>
                    <a:pt x="2693" y="1106"/>
                    <a:pt x="2767" y="1167"/>
                    <a:pt x="2794" y="1248"/>
                  </a:cubicBezTo>
                  <a:lnTo>
                    <a:pt x="2923" y="1641"/>
                  </a:lnTo>
                  <a:cubicBezTo>
                    <a:pt x="2957" y="1758"/>
                    <a:pt x="3044" y="1807"/>
                    <a:pt x="3133" y="1807"/>
                  </a:cubicBezTo>
                  <a:cubicBezTo>
                    <a:pt x="3276" y="1807"/>
                    <a:pt x="3422" y="1679"/>
                    <a:pt x="3350" y="1499"/>
                  </a:cubicBezTo>
                  <a:lnTo>
                    <a:pt x="3222" y="1106"/>
                  </a:lnTo>
                  <a:cubicBezTo>
                    <a:pt x="3133" y="855"/>
                    <a:pt x="2903" y="672"/>
                    <a:pt x="2639" y="651"/>
                  </a:cubicBezTo>
                  <a:lnTo>
                    <a:pt x="659" y="489"/>
                  </a:lnTo>
                  <a:cubicBezTo>
                    <a:pt x="537" y="475"/>
                    <a:pt x="448" y="380"/>
                    <a:pt x="448" y="265"/>
                  </a:cubicBezTo>
                  <a:lnTo>
                    <a:pt x="448" y="224"/>
                  </a:lnTo>
                  <a:cubicBezTo>
                    <a:pt x="448" y="102"/>
                    <a:pt x="347" y="1"/>
                    <a:pt x="225" y="1"/>
                  </a:cubicBezTo>
                  <a:close/>
                </a:path>
              </a:pathLst>
            </a:custGeom>
            <a:solidFill>
              <a:srgbClr val="C8D3D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806" name="Google Shape;18806;p46"/>
            <p:cNvSpPr/>
            <p:nvPr/>
          </p:nvSpPr>
          <p:spPr>
            <a:xfrm>
              <a:off x="1442517" y="2491645"/>
              <a:ext cx="282104" cy="287979"/>
            </a:xfrm>
            <a:custGeom>
              <a:rect b="b" l="l" r="r" t="t"/>
              <a:pathLst>
                <a:path extrusionOk="0" h="10979" w="10755">
                  <a:moveTo>
                    <a:pt x="5377" y="1"/>
                  </a:moveTo>
                  <a:cubicBezTo>
                    <a:pt x="2407" y="1"/>
                    <a:pt x="0" y="2462"/>
                    <a:pt x="0" y="5486"/>
                  </a:cubicBezTo>
                  <a:cubicBezTo>
                    <a:pt x="0" y="8517"/>
                    <a:pt x="2407" y="10978"/>
                    <a:pt x="5377" y="10978"/>
                  </a:cubicBezTo>
                  <a:cubicBezTo>
                    <a:pt x="8347" y="10978"/>
                    <a:pt x="10754" y="8517"/>
                    <a:pt x="10754" y="5486"/>
                  </a:cubicBezTo>
                  <a:cubicBezTo>
                    <a:pt x="10754" y="2462"/>
                    <a:pt x="8347" y="1"/>
                    <a:pt x="5377" y="1"/>
                  </a:cubicBezTo>
                  <a:close/>
                </a:path>
              </a:pathLst>
            </a:custGeom>
            <a:solidFill>
              <a:srgbClr val="3D546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807" name="Google Shape;18807;p46"/>
            <p:cNvSpPr/>
            <p:nvPr/>
          </p:nvSpPr>
          <p:spPr>
            <a:xfrm>
              <a:off x="1489653" y="2515121"/>
              <a:ext cx="187833" cy="252752"/>
            </a:xfrm>
            <a:custGeom>
              <a:rect b="b" l="l" r="r" t="t"/>
              <a:pathLst>
                <a:path extrusionOk="0" h="9636" w="7161">
                  <a:moveTo>
                    <a:pt x="3580" y="1"/>
                  </a:moveTo>
                  <a:cubicBezTo>
                    <a:pt x="1600" y="1"/>
                    <a:pt x="0" y="2157"/>
                    <a:pt x="0" y="4815"/>
                  </a:cubicBezTo>
                  <a:cubicBezTo>
                    <a:pt x="0" y="7480"/>
                    <a:pt x="1600" y="9636"/>
                    <a:pt x="3580" y="9636"/>
                  </a:cubicBezTo>
                  <a:cubicBezTo>
                    <a:pt x="5560" y="9636"/>
                    <a:pt x="7160" y="7480"/>
                    <a:pt x="7160" y="4815"/>
                  </a:cubicBezTo>
                  <a:cubicBezTo>
                    <a:pt x="7160" y="2157"/>
                    <a:pt x="5560" y="1"/>
                    <a:pt x="3580" y="1"/>
                  </a:cubicBezTo>
                  <a:close/>
                </a:path>
              </a:pathLst>
            </a:custGeom>
            <a:solidFill>
              <a:srgbClr val="7D8F9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808" name="Google Shape;18808;p46"/>
            <p:cNvSpPr/>
            <p:nvPr/>
          </p:nvSpPr>
          <p:spPr>
            <a:xfrm>
              <a:off x="1401415" y="2432968"/>
              <a:ext cx="364282" cy="212384"/>
            </a:xfrm>
            <a:custGeom>
              <a:rect b="b" l="l" r="r" t="t"/>
              <a:pathLst>
                <a:path extrusionOk="0" h="8097" w="13888">
                  <a:moveTo>
                    <a:pt x="6944" y="0"/>
                  </a:moveTo>
                  <a:cubicBezTo>
                    <a:pt x="3974" y="0"/>
                    <a:pt x="1567" y="1804"/>
                    <a:pt x="1567" y="4034"/>
                  </a:cubicBezTo>
                  <a:cubicBezTo>
                    <a:pt x="1567" y="4197"/>
                    <a:pt x="1581" y="4360"/>
                    <a:pt x="1608" y="4523"/>
                  </a:cubicBezTo>
                  <a:lnTo>
                    <a:pt x="896" y="3804"/>
                  </a:lnTo>
                  <a:cubicBezTo>
                    <a:pt x="896" y="3804"/>
                    <a:pt x="89" y="5831"/>
                    <a:pt x="8" y="7187"/>
                  </a:cubicBezTo>
                  <a:cubicBezTo>
                    <a:pt x="1" y="7296"/>
                    <a:pt x="89" y="7391"/>
                    <a:pt x="198" y="7391"/>
                  </a:cubicBezTo>
                  <a:lnTo>
                    <a:pt x="672" y="7391"/>
                  </a:lnTo>
                  <a:lnTo>
                    <a:pt x="672" y="7886"/>
                  </a:lnTo>
                  <a:cubicBezTo>
                    <a:pt x="672" y="7988"/>
                    <a:pt x="754" y="8069"/>
                    <a:pt x="855" y="8076"/>
                  </a:cubicBezTo>
                  <a:cubicBezTo>
                    <a:pt x="1001" y="8085"/>
                    <a:pt x="1229" y="8096"/>
                    <a:pt x="1517" y="8096"/>
                  </a:cubicBezTo>
                  <a:cubicBezTo>
                    <a:pt x="2264" y="8096"/>
                    <a:pt x="3415" y="8022"/>
                    <a:pt x="4585" y="7655"/>
                  </a:cubicBezTo>
                  <a:cubicBezTo>
                    <a:pt x="4483" y="7615"/>
                    <a:pt x="6944" y="6496"/>
                    <a:pt x="6944" y="6496"/>
                  </a:cubicBezTo>
                  <a:cubicBezTo>
                    <a:pt x="6944" y="6496"/>
                    <a:pt x="9182" y="7615"/>
                    <a:pt x="9311" y="7649"/>
                  </a:cubicBezTo>
                  <a:cubicBezTo>
                    <a:pt x="10490" y="8020"/>
                    <a:pt x="11656" y="8095"/>
                    <a:pt x="12404" y="8095"/>
                  </a:cubicBezTo>
                  <a:cubicBezTo>
                    <a:pt x="12679" y="8095"/>
                    <a:pt x="12898" y="8085"/>
                    <a:pt x="13040" y="8076"/>
                  </a:cubicBezTo>
                  <a:cubicBezTo>
                    <a:pt x="13135" y="8069"/>
                    <a:pt x="13216" y="7988"/>
                    <a:pt x="13216" y="7886"/>
                  </a:cubicBezTo>
                  <a:lnTo>
                    <a:pt x="13216" y="7391"/>
                  </a:lnTo>
                  <a:lnTo>
                    <a:pt x="13691" y="7391"/>
                  </a:lnTo>
                  <a:cubicBezTo>
                    <a:pt x="13799" y="7391"/>
                    <a:pt x="13888" y="7296"/>
                    <a:pt x="13881" y="7187"/>
                  </a:cubicBezTo>
                  <a:cubicBezTo>
                    <a:pt x="13799" y="5838"/>
                    <a:pt x="12993" y="3804"/>
                    <a:pt x="12993" y="3804"/>
                  </a:cubicBezTo>
                  <a:lnTo>
                    <a:pt x="12281" y="4523"/>
                  </a:lnTo>
                  <a:cubicBezTo>
                    <a:pt x="12308" y="4360"/>
                    <a:pt x="12321" y="4197"/>
                    <a:pt x="12321" y="4034"/>
                  </a:cubicBezTo>
                  <a:cubicBezTo>
                    <a:pt x="12321" y="1804"/>
                    <a:pt x="9914" y="0"/>
                    <a:pt x="6944" y="0"/>
                  </a:cubicBezTo>
                  <a:close/>
                </a:path>
              </a:pathLst>
            </a:custGeom>
            <a:solidFill>
              <a:srgbClr val="4F647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809" name="Google Shape;18809;p46"/>
            <p:cNvSpPr/>
            <p:nvPr/>
          </p:nvSpPr>
          <p:spPr>
            <a:xfrm>
              <a:off x="1407291" y="2429218"/>
              <a:ext cx="352531" cy="209368"/>
            </a:xfrm>
            <a:custGeom>
              <a:rect b="b" l="l" r="r" t="t"/>
              <a:pathLst>
                <a:path extrusionOk="0" h="7982" w="13440">
                  <a:moveTo>
                    <a:pt x="455" y="255"/>
                  </a:moveTo>
                  <a:cubicBezTo>
                    <a:pt x="343" y="255"/>
                    <a:pt x="250" y="360"/>
                    <a:pt x="279" y="475"/>
                  </a:cubicBezTo>
                  <a:cubicBezTo>
                    <a:pt x="374" y="848"/>
                    <a:pt x="645" y="1445"/>
                    <a:pt x="1404" y="1872"/>
                  </a:cubicBezTo>
                  <a:cubicBezTo>
                    <a:pt x="1540" y="1940"/>
                    <a:pt x="1567" y="2123"/>
                    <a:pt x="1458" y="2225"/>
                  </a:cubicBezTo>
                  <a:cubicBezTo>
                    <a:pt x="1" y="3649"/>
                    <a:pt x="143" y="6035"/>
                    <a:pt x="1757" y="7283"/>
                  </a:cubicBezTo>
                  <a:cubicBezTo>
                    <a:pt x="2370" y="7756"/>
                    <a:pt x="3090" y="7982"/>
                    <a:pt x="3803" y="7982"/>
                  </a:cubicBezTo>
                  <a:cubicBezTo>
                    <a:pt x="4959" y="7982"/>
                    <a:pt x="6095" y="7388"/>
                    <a:pt x="6720" y="6293"/>
                  </a:cubicBezTo>
                  <a:cubicBezTo>
                    <a:pt x="7349" y="7388"/>
                    <a:pt x="8485" y="7982"/>
                    <a:pt x="9641" y="7982"/>
                  </a:cubicBezTo>
                  <a:cubicBezTo>
                    <a:pt x="10354" y="7982"/>
                    <a:pt x="11075" y="7756"/>
                    <a:pt x="11690" y="7283"/>
                  </a:cubicBezTo>
                  <a:cubicBezTo>
                    <a:pt x="13297" y="6035"/>
                    <a:pt x="13440" y="3649"/>
                    <a:pt x="11989" y="2225"/>
                  </a:cubicBezTo>
                  <a:cubicBezTo>
                    <a:pt x="11880" y="2123"/>
                    <a:pt x="11901" y="1940"/>
                    <a:pt x="12036" y="1872"/>
                  </a:cubicBezTo>
                  <a:cubicBezTo>
                    <a:pt x="12796" y="1445"/>
                    <a:pt x="13067" y="848"/>
                    <a:pt x="13162" y="475"/>
                  </a:cubicBezTo>
                  <a:cubicBezTo>
                    <a:pt x="13191" y="360"/>
                    <a:pt x="13097" y="255"/>
                    <a:pt x="12985" y="255"/>
                  </a:cubicBezTo>
                  <a:cubicBezTo>
                    <a:pt x="12965" y="255"/>
                    <a:pt x="12945" y="258"/>
                    <a:pt x="12925" y="265"/>
                  </a:cubicBezTo>
                  <a:cubicBezTo>
                    <a:pt x="11209" y="869"/>
                    <a:pt x="8409" y="1"/>
                    <a:pt x="7005" y="2374"/>
                  </a:cubicBezTo>
                  <a:cubicBezTo>
                    <a:pt x="6941" y="2482"/>
                    <a:pt x="6830" y="2537"/>
                    <a:pt x="6720" y="2537"/>
                  </a:cubicBezTo>
                  <a:cubicBezTo>
                    <a:pt x="6610" y="2537"/>
                    <a:pt x="6500" y="2482"/>
                    <a:pt x="6435" y="2374"/>
                  </a:cubicBezTo>
                  <a:cubicBezTo>
                    <a:pt x="5032" y="1"/>
                    <a:pt x="2238" y="869"/>
                    <a:pt x="516" y="265"/>
                  </a:cubicBezTo>
                  <a:cubicBezTo>
                    <a:pt x="496" y="258"/>
                    <a:pt x="475" y="255"/>
                    <a:pt x="455" y="255"/>
                  </a:cubicBezTo>
                  <a:close/>
                </a:path>
              </a:pathLst>
            </a:custGeom>
            <a:solidFill>
              <a:srgbClr val="697D9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810" name="Google Shape;18810;p46"/>
            <p:cNvSpPr/>
            <p:nvPr/>
          </p:nvSpPr>
          <p:spPr>
            <a:xfrm>
              <a:off x="1448550" y="2491645"/>
              <a:ext cx="117405" cy="117589"/>
            </a:xfrm>
            <a:custGeom>
              <a:rect b="b" l="l" r="r" t="t"/>
              <a:pathLst>
                <a:path extrusionOk="0" h="4483" w="4476">
                  <a:moveTo>
                    <a:pt x="2238" y="1"/>
                  </a:moveTo>
                  <a:cubicBezTo>
                    <a:pt x="998" y="1"/>
                    <a:pt x="1" y="1004"/>
                    <a:pt x="1" y="2245"/>
                  </a:cubicBezTo>
                  <a:cubicBezTo>
                    <a:pt x="1" y="3479"/>
                    <a:pt x="998" y="4483"/>
                    <a:pt x="2238" y="4483"/>
                  </a:cubicBezTo>
                  <a:cubicBezTo>
                    <a:pt x="3472" y="4483"/>
                    <a:pt x="4476" y="3479"/>
                    <a:pt x="4476" y="2245"/>
                  </a:cubicBezTo>
                  <a:cubicBezTo>
                    <a:pt x="4476" y="1004"/>
                    <a:pt x="3472" y="1"/>
                    <a:pt x="2238" y="1"/>
                  </a:cubicBezTo>
                  <a:close/>
                </a:path>
              </a:pathLst>
            </a:custGeom>
            <a:solidFill>
              <a:srgbClr val="C8D3D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811" name="Google Shape;18811;p46"/>
            <p:cNvSpPr/>
            <p:nvPr/>
          </p:nvSpPr>
          <p:spPr>
            <a:xfrm>
              <a:off x="1466177" y="2509245"/>
              <a:ext cx="82179" cy="82388"/>
            </a:xfrm>
            <a:custGeom>
              <a:rect b="b" l="l" r="r" t="t"/>
              <a:pathLst>
                <a:path extrusionOk="0" h="3141" w="3133">
                  <a:moveTo>
                    <a:pt x="1566" y="1"/>
                  </a:moveTo>
                  <a:cubicBezTo>
                    <a:pt x="698" y="1"/>
                    <a:pt x="0" y="706"/>
                    <a:pt x="0" y="1574"/>
                  </a:cubicBezTo>
                  <a:cubicBezTo>
                    <a:pt x="0" y="2435"/>
                    <a:pt x="698" y="3140"/>
                    <a:pt x="1566" y="3140"/>
                  </a:cubicBezTo>
                  <a:cubicBezTo>
                    <a:pt x="2428" y="3140"/>
                    <a:pt x="3133" y="2435"/>
                    <a:pt x="3133" y="1574"/>
                  </a:cubicBezTo>
                  <a:cubicBezTo>
                    <a:pt x="3133" y="706"/>
                    <a:pt x="2428" y="1"/>
                    <a:pt x="1566" y="1"/>
                  </a:cubicBezTo>
                  <a:close/>
                </a:path>
              </a:pathLst>
            </a:custGeom>
            <a:solidFill>
              <a:srgbClr val="D8E0E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812" name="Google Shape;18812;p46"/>
            <p:cNvSpPr/>
            <p:nvPr/>
          </p:nvSpPr>
          <p:spPr>
            <a:xfrm>
              <a:off x="1566664" y="2590453"/>
              <a:ext cx="33627" cy="52486"/>
            </a:xfrm>
            <a:custGeom>
              <a:rect b="b" l="l" r="r" t="t"/>
              <a:pathLst>
                <a:path extrusionOk="0" h="2001" w="1282">
                  <a:moveTo>
                    <a:pt x="641" y="0"/>
                  </a:moveTo>
                  <a:cubicBezTo>
                    <a:pt x="527" y="0"/>
                    <a:pt x="414" y="44"/>
                    <a:pt x="326" y="132"/>
                  </a:cubicBezTo>
                  <a:lnTo>
                    <a:pt x="129" y="329"/>
                  </a:lnTo>
                  <a:cubicBezTo>
                    <a:pt x="34" y="424"/>
                    <a:pt x="0" y="573"/>
                    <a:pt x="48" y="702"/>
                  </a:cubicBezTo>
                  <a:lnTo>
                    <a:pt x="488" y="1889"/>
                  </a:lnTo>
                  <a:cubicBezTo>
                    <a:pt x="512" y="1963"/>
                    <a:pt x="576" y="2001"/>
                    <a:pt x="641" y="2001"/>
                  </a:cubicBezTo>
                  <a:cubicBezTo>
                    <a:pt x="705" y="2001"/>
                    <a:pt x="770" y="1963"/>
                    <a:pt x="793" y="1889"/>
                  </a:cubicBezTo>
                  <a:lnTo>
                    <a:pt x="1234" y="702"/>
                  </a:lnTo>
                  <a:cubicBezTo>
                    <a:pt x="1282" y="573"/>
                    <a:pt x="1255" y="424"/>
                    <a:pt x="1153" y="329"/>
                  </a:cubicBezTo>
                  <a:lnTo>
                    <a:pt x="956" y="132"/>
                  </a:lnTo>
                  <a:cubicBezTo>
                    <a:pt x="868" y="44"/>
                    <a:pt x="754" y="0"/>
                    <a:pt x="641" y="0"/>
                  </a:cubicBezTo>
                  <a:close/>
                </a:path>
              </a:pathLst>
            </a:custGeom>
            <a:solidFill>
              <a:srgbClr val="C8D3D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813" name="Google Shape;18813;p46"/>
            <p:cNvSpPr/>
            <p:nvPr/>
          </p:nvSpPr>
          <p:spPr>
            <a:xfrm>
              <a:off x="1483777" y="2520996"/>
              <a:ext cx="46978" cy="58886"/>
            </a:xfrm>
            <a:custGeom>
              <a:rect b="b" l="l" r="r" t="t"/>
              <a:pathLst>
                <a:path extrusionOk="0" h="2245" w="1791">
                  <a:moveTo>
                    <a:pt x="895" y="0"/>
                  </a:moveTo>
                  <a:cubicBezTo>
                    <a:pt x="400" y="0"/>
                    <a:pt x="0" y="407"/>
                    <a:pt x="0" y="902"/>
                  </a:cubicBezTo>
                  <a:lnTo>
                    <a:pt x="0" y="1350"/>
                  </a:lnTo>
                  <a:cubicBezTo>
                    <a:pt x="0" y="1838"/>
                    <a:pt x="400" y="2245"/>
                    <a:pt x="895" y="2245"/>
                  </a:cubicBezTo>
                  <a:cubicBezTo>
                    <a:pt x="1390" y="2245"/>
                    <a:pt x="1790" y="1838"/>
                    <a:pt x="1790" y="1350"/>
                  </a:cubicBezTo>
                  <a:lnTo>
                    <a:pt x="1790" y="902"/>
                  </a:lnTo>
                  <a:cubicBezTo>
                    <a:pt x="1790" y="407"/>
                    <a:pt x="1390" y="0"/>
                    <a:pt x="895" y="0"/>
                  </a:cubicBezTo>
                  <a:close/>
                </a:path>
              </a:pathLst>
            </a:custGeom>
            <a:solidFill>
              <a:srgbClr val="203B5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814" name="Google Shape;18814;p46"/>
            <p:cNvSpPr/>
            <p:nvPr/>
          </p:nvSpPr>
          <p:spPr>
            <a:xfrm>
              <a:off x="1501378" y="2532721"/>
              <a:ext cx="17627" cy="17653"/>
            </a:xfrm>
            <a:custGeom>
              <a:rect b="b" l="l" r="r" t="t"/>
              <a:pathLst>
                <a:path extrusionOk="0" h="673" w="672">
                  <a:moveTo>
                    <a:pt x="333" y="1"/>
                  </a:moveTo>
                  <a:cubicBezTo>
                    <a:pt x="150" y="1"/>
                    <a:pt x="1" y="157"/>
                    <a:pt x="1" y="340"/>
                  </a:cubicBezTo>
                  <a:cubicBezTo>
                    <a:pt x="1" y="523"/>
                    <a:pt x="150" y="672"/>
                    <a:pt x="333" y="672"/>
                  </a:cubicBezTo>
                  <a:cubicBezTo>
                    <a:pt x="523" y="672"/>
                    <a:pt x="672" y="523"/>
                    <a:pt x="672" y="340"/>
                  </a:cubicBezTo>
                  <a:cubicBezTo>
                    <a:pt x="672" y="157"/>
                    <a:pt x="523" y="1"/>
                    <a:pt x="333" y="1"/>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815" name="Google Shape;18815;p46"/>
            <p:cNvSpPr/>
            <p:nvPr/>
          </p:nvSpPr>
          <p:spPr>
            <a:xfrm>
              <a:off x="1601156" y="2491645"/>
              <a:ext cx="117589" cy="117589"/>
            </a:xfrm>
            <a:custGeom>
              <a:rect b="b" l="l" r="r" t="t"/>
              <a:pathLst>
                <a:path extrusionOk="0" h="4483" w="4483">
                  <a:moveTo>
                    <a:pt x="2238" y="1"/>
                  </a:moveTo>
                  <a:cubicBezTo>
                    <a:pt x="1004" y="1"/>
                    <a:pt x="1" y="1004"/>
                    <a:pt x="1" y="2245"/>
                  </a:cubicBezTo>
                  <a:cubicBezTo>
                    <a:pt x="1" y="3479"/>
                    <a:pt x="1004" y="4483"/>
                    <a:pt x="2238" y="4483"/>
                  </a:cubicBezTo>
                  <a:cubicBezTo>
                    <a:pt x="3479" y="4483"/>
                    <a:pt x="4483" y="3479"/>
                    <a:pt x="4483" y="2245"/>
                  </a:cubicBezTo>
                  <a:cubicBezTo>
                    <a:pt x="4483" y="1004"/>
                    <a:pt x="3479" y="1"/>
                    <a:pt x="2238" y="1"/>
                  </a:cubicBezTo>
                  <a:close/>
                </a:path>
              </a:pathLst>
            </a:custGeom>
            <a:solidFill>
              <a:srgbClr val="C8D3D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816" name="Google Shape;18816;p46"/>
            <p:cNvSpPr/>
            <p:nvPr/>
          </p:nvSpPr>
          <p:spPr>
            <a:xfrm>
              <a:off x="1618757" y="2509245"/>
              <a:ext cx="82388" cy="82388"/>
            </a:xfrm>
            <a:custGeom>
              <a:rect b="b" l="l" r="r" t="t"/>
              <a:pathLst>
                <a:path extrusionOk="0" h="3141" w="3141">
                  <a:moveTo>
                    <a:pt x="1567" y="1"/>
                  </a:moveTo>
                  <a:cubicBezTo>
                    <a:pt x="706" y="1"/>
                    <a:pt x="1" y="706"/>
                    <a:pt x="1" y="1574"/>
                  </a:cubicBezTo>
                  <a:cubicBezTo>
                    <a:pt x="1" y="2435"/>
                    <a:pt x="706" y="3140"/>
                    <a:pt x="1567" y="3140"/>
                  </a:cubicBezTo>
                  <a:cubicBezTo>
                    <a:pt x="2435" y="3140"/>
                    <a:pt x="3140" y="2435"/>
                    <a:pt x="3140" y="1574"/>
                  </a:cubicBezTo>
                  <a:cubicBezTo>
                    <a:pt x="3140" y="706"/>
                    <a:pt x="2435" y="1"/>
                    <a:pt x="1567" y="1"/>
                  </a:cubicBezTo>
                  <a:close/>
                </a:path>
              </a:pathLst>
            </a:custGeom>
            <a:solidFill>
              <a:srgbClr val="D8E0E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817" name="Google Shape;18817;p46"/>
            <p:cNvSpPr/>
            <p:nvPr/>
          </p:nvSpPr>
          <p:spPr>
            <a:xfrm>
              <a:off x="1636541" y="2520996"/>
              <a:ext cx="46978" cy="58886"/>
            </a:xfrm>
            <a:custGeom>
              <a:rect b="b" l="l" r="r" t="t"/>
              <a:pathLst>
                <a:path extrusionOk="0" h="2245" w="1791">
                  <a:moveTo>
                    <a:pt x="896" y="0"/>
                  </a:moveTo>
                  <a:cubicBezTo>
                    <a:pt x="401" y="0"/>
                    <a:pt x="1" y="400"/>
                    <a:pt x="1" y="902"/>
                  </a:cubicBezTo>
                  <a:lnTo>
                    <a:pt x="1" y="1350"/>
                  </a:lnTo>
                  <a:cubicBezTo>
                    <a:pt x="1" y="1838"/>
                    <a:pt x="401" y="2245"/>
                    <a:pt x="896" y="2245"/>
                  </a:cubicBezTo>
                  <a:cubicBezTo>
                    <a:pt x="1391" y="2245"/>
                    <a:pt x="1791" y="1838"/>
                    <a:pt x="1791" y="1343"/>
                  </a:cubicBezTo>
                  <a:lnTo>
                    <a:pt x="1791" y="895"/>
                  </a:lnTo>
                  <a:cubicBezTo>
                    <a:pt x="1791" y="400"/>
                    <a:pt x="1391" y="0"/>
                    <a:pt x="896" y="0"/>
                  </a:cubicBezTo>
                  <a:close/>
                </a:path>
              </a:pathLst>
            </a:custGeom>
            <a:solidFill>
              <a:srgbClr val="203B5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818" name="Google Shape;18818;p46"/>
            <p:cNvSpPr/>
            <p:nvPr/>
          </p:nvSpPr>
          <p:spPr>
            <a:xfrm>
              <a:off x="1653984" y="2532721"/>
              <a:ext cx="17627" cy="17653"/>
            </a:xfrm>
            <a:custGeom>
              <a:rect b="b" l="l" r="r" t="t"/>
              <a:pathLst>
                <a:path extrusionOk="0" h="673" w="672">
                  <a:moveTo>
                    <a:pt x="339" y="1"/>
                  </a:moveTo>
                  <a:cubicBezTo>
                    <a:pt x="156" y="1"/>
                    <a:pt x="0" y="157"/>
                    <a:pt x="0" y="340"/>
                  </a:cubicBezTo>
                  <a:cubicBezTo>
                    <a:pt x="0" y="523"/>
                    <a:pt x="156" y="672"/>
                    <a:pt x="339" y="672"/>
                  </a:cubicBezTo>
                  <a:cubicBezTo>
                    <a:pt x="523" y="672"/>
                    <a:pt x="672" y="523"/>
                    <a:pt x="672" y="340"/>
                  </a:cubicBezTo>
                  <a:cubicBezTo>
                    <a:pt x="672" y="157"/>
                    <a:pt x="523" y="1"/>
                    <a:pt x="339" y="1"/>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8819" name="Google Shape;18819;p46"/>
          <p:cNvGrpSpPr/>
          <p:nvPr/>
        </p:nvGrpSpPr>
        <p:grpSpPr>
          <a:xfrm>
            <a:off x="7110427" y="3365261"/>
            <a:ext cx="400401" cy="370185"/>
            <a:chOff x="7110427" y="3365261"/>
            <a:chExt cx="400401" cy="370185"/>
          </a:xfrm>
        </p:grpSpPr>
        <p:sp>
          <p:nvSpPr>
            <p:cNvPr id="18820" name="Google Shape;18820;p46"/>
            <p:cNvSpPr/>
            <p:nvPr/>
          </p:nvSpPr>
          <p:spPr>
            <a:xfrm>
              <a:off x="7140854" y="3365261"/>
              <a:ext cx="369974" cy="370158"/>
            </a:xfrm>
            <a:custGeom>
              <a:rect b="b" l="l" r="r" t="t"/>
              <a:pathLst>
                <a:path extrusionOk="0" h="14112" w="14105">
                  <a:moveTo>
                    <a:pt x="7052" y="1"/>
                  </a:moveTo>
                  <a:cubicBezTo>
                    <a:pt x="3153" y="1"/>
                    <a:pt x="0" y="3161"/>
                    <a:pt x="0" y="7059"/>
                  </a:cubicBezTo>
                  <a:cubicBezTo>
                    <a:pt x="0" y="10951"/>
                    <a:pt x="3153" y="14111"/>
                    <a:pt x="7052" y="14111"/>
                  </a:cubicBezTo>
                  <a:cubicBezTo>
                    <a:pt x="10951" y="14111"/>
                    <a:pt x="14104" y="10951"/>
                    <a:pt x="14104" y="7059"/>
                  </a:cubicBezTo>
                  <a:cubicBezTo>
                    <a:pt x="14104" y="3161"/>
                    <a:pt x="10951" y="1"/>
                    <a:pt x="7052" y="1"/>
                  </a:cubicBezTo>
                  <a:close/>
                </a:path>
              </a:pathLst>
            </a:custGeom>
            <a:solidFill>
              <a:srgbClr val="BEC7C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821" name="Google Shape;18821;p46"/>
            <p:cNvSpPr/>
            <p:nvPr/>
          </p:nvSpPr>
          <p:spPr>
            <a:xfrm>
              <a:off x="7216081" y="3366704"/>
              <a:ext cx="294747" cy="295901"/>
            </a:xfrm>
            <a:custGeom>
              <a:rect b="b" l="l" r="r" t="t"/>
              <a:pathLst>
                <a:path extrusionOk="0" h="11281" w="11237">
                  <a:moveTo>
                    <a:pt x="7357" y="2771"/>
                  </a:moveTo>
                  <a:cubicBezTo>
                    <a:pt x="7423" y="2771"/>
                    <a:pt x="7491" y="2802"/>
                    <a:pt x="7541" y="2875"/>
                  </a:cubicBezTo>
                  <a:lnTo>
                    <a:pt x="8015" y="3573"/>
                  </a:lnTo>
                  <a:cubicBezTo>
                    <a:pt x="8083" y="3682"/>
                    <a:pt x="8056" y="3824"/>
                    <a:pt x="7954" y="3892"/>
                  </a:cubicBezTo>
                  <a:cubicBezTo>
                    <a:pt x="7914" y="3917"/>
                    <a:pt x="7869" y="3929"/>
                    <a:pt x="7825" y="3929"/>
                  </a:cubicBezTo>
                  <a:cubicBezTo>
                    <a:pt x="7750" y="3929"/>
                    <a:pt x="7678" y="3895"/>
                    <a:pt x="7636" y="3831"/>
                  </a:cubicBezTo>
                  <a:lnTo>
                    <a:pt x="7161" y="3126"/>
                  </a:lnTo>
                  <a:cubicBezTo>
                    <a:pt x="7041" y="2948"/>
                    <a:pt x="7196" y="2771"/>
                    <a:pt x="7357" y="2771"/>
                  </a:cubicBezTo>
                  <a:close/>
                  <a:moveTo>
                    <a:pt x="5005" y="0"/>
                  </a:moveTo>
                  <a:lnTo>
                    <a:pt x="4713" y="909"/>
                  </a:lnTo>
                  <a:cubicBezTo>
                    <a:pt x="4645" y="1126"/>
                    <a:pt x="4469" y="1295"/>
                    <a:pt x="4245" y="1356"/>
                  </a:cubicBezTo>
                  <a:lnTo>
                    <a:pt x="3513" y="1553"/>
                  </a:lnTo>
                  <a:cubicBezTo>
                    <a:pt x="3452" y="1573"/>
                    <a:pt x="3391" y="1580"/>
                    <a:pt x="3337" y="1580"/>
                  </a:cubicBezTo>
                  <a:lnTo>
                    <a:pt x="2238" y="1580"/>
                  </a:lnTo>
                  <a:cubicBezTo>
                    <a:pt x="2123" y="1580"/>
                    <a:pt x="2028" y="1661"/>
                    <a:pt x="2014" y="1777"/>
                  </a:cubicBezTo>
                  <a:lnTo>
                    <a:pt x="1892" y="2719"/>
                  </a:lnTo>
                  <a:lnTo>
                    <a:pt x="1194" y="2753"/>
                  </a:lnTo>
                  <a:cubicBezTo>
                    <a:pt x="1072" y="2760"/>
                    <a:pt x="977" y="2855"/>
                    <a:pt x="977" y="2970"/>
                  </a:cubicBezTo>
                  <a:lnTo>
                    <a:pt x="950" y="3580"/>
                  </a:lnTo>
                  <a:cubicBezTo>
                    <a:pt x="943" y="3712"/>
                    <a:pt x="1052" y="3818"/>
                    <a:pt x="1188" y="3818"/>
                  </a:cubicBezTo>
                  <a:cubicBezTo>
                    <a:pt x="1192" y="3818"/>
                    <a:pt x="1196" y="3818"/>
                    <a:pt x="1201" y="3818"/>
                  </a:cubicBezTo>
                  <a:lnTo>
                    <a:pt x="1662" y="3777"/>
                  </a:lnTo>
                  <a:cubicBezTo>
                    <a:pt x="1784" y="3763"/>
                    <a:pt x="1892" y="3702"/>
                    <a:pt x="1960" y="3607"/>
                  </a:cubicBezTo>
                  <a:lnTo>
                    <a:pt x="2394" y="3004"/>
                  </a:lnTo>
                  <a:lnTo>
                    <a:pt x="3310" y="2970"/>
                  </a:lnTo>
                  <a:cubicBezTo>
                    <a:pt x="3313" y="2970"/>
                    <a:pt x="3316" y="2970"/>
                    <a:pt x="3319" y="2970"/>
                  </a:cubicBezTo>
                  <a:cubicBezTo>
                    <a:pt x="3511" y="2970"/>
                    <a:pt x="3647" y="3170"/>
                    <a:pt x="3574" y="3350"/>
                  </a:cubicBezTo>
                  <a:cubicBezTo>
                    <a:pt x="3418" y="3756"/>
                    <a:pt x="3418" y="3790"/>
                    <a:pt x="3418" y="3831"/>
                  </a:cubicBezTo>
                  <a:cubicBezTo>
                    <a:pt x="3414" y="3983"/>
                    <a:pt x="3530" y="4063"/>
                    <a:pt x="3645" y="4063"/>
                  </a:cubicBezTo>
                  <a:cubicBezTo>
                    <a:pt x="3746" y="4063"/>
                    <a:pt x="3847" y="4002"/>
                    <a:pt x="3866" y="3872"/>
                  </a:cubicBezTo>
                  <a:cubicBezTo>
                    <a:pt x="3886" y="3818"/>
                    <a:pt x="3954" y="3634"/>
                    <a:pt x="4042" y="3404"/>
                  </a:cubicBezTo>
                  <a:cubicBezTo>
                    <a:pt x="4064" y="3352"/>
                    <a:pt x="4113" y="3324"/>
                    <a:pt x="4162" y="3324"/>
                  </a:cubicBezTo>
                  <a:cubicBezTo>
                    <a:pt x="4203" y="3324"/>
                    <a:pt x="4245" y="3344"/>
                    <a:pt x="4272" y="3384"/>
                  </a:cubicBezTo>
                  <a:lnTo>
                    <a:pt x="4327" y="3472"/>
                  </a:lnTo>
                  <a:cubicBezTo>
                    <a:pt x="4411" y="3599"/>
                    <a:pt x="4554" y="3672"/>
                    <a:pt x="4703" y="3672"/>
                  </a:cubicBezTo>
                  <a:cubicBezTo>
                    <a:pt x="4745" y="3672"/>
                    <a:pt x="4787" y="3667"/>
                    <a:pt x="4828" y="3655"/>
                  </a:cubicBezTo>
                  <a:lnTo>
                    <a:pt x="5235" y="3546"/>
                  </a:lnTo>
                  <a:cubicBezTo>
                    <a:pt x="5350" y="3512"/>
                    <a:pt x="5439" y="3431"/>
                    <a:pt x="5486" y="3323"/>
                  </a:cubicBezTo>
                  <a:lnTo>
                    <a:pt x="5561" y="3112"/>
                  </a:lnTo>
                  <a:cubicBezTo>
                    <a:pt x="5615" y="2963"/>
                    <a:pt x="5744" y="2861"/>
                    <a:pt x="5893" y="2828"/>
                  </a:cubicBezTo>
                  <a:lnTo>
                    <a:pt x="6157" y="2773"/>
                  </a:lnTo>
                  <a:cubicBezTo>
                    <a:pt x="6182" y="2768"/>
                    <a:pt x="6207" y="2765"/>
                    <a:pt x="6231" y="2765"/>
                  </a:cubicBezTo>
                  <a:cubicBezTo>
                    <a:pt x="6386" y="2765"/>
                    <a:pt x="6522" y="2872"/>
                    <a:pt x="6557" y="3024"/>
                  </a:cubicBezTo>
                  <a:cubicBezTo>
                    <a:pt x="6591" y="3207"/>
                    <a:pt x="6463" y="3377"/>
                    <a:pt x="6279" y="3397"/>
                  </a:cubicBezTo>
                  <a:lnTo>
                    <a:pt x="5649" y="3417"/>
                  </a:lnTo>
                  <a:cubicBezTo>
                    <a:pt x="5520" y="3417"/>
                    <a:pt x="5412" y="3526"/>
                    <a:pt x="5412" y="3648"/>
                  </a:cubicBezTo>
                  <a:lnTo>
                    <a:pt x="5412" y="3709"/>
                  </a:lnTo>
                  <a:cubicBezTo>
                    <a:pt x="5412" y="3763"/>
                    <a:pt x="5439" y="3804"/>
                    <a:pt x="5479" y="3831"/>
                  </a:cubicBezTo>
                  <a:lnTo>
                    <a:pt x="5845" y="4014"/>
                  </a:lnTo>
                  <a:cubicBezTo>
                    <a:pt x="5988" y="4082"/>
                    <a:pt x="6035" y="4258"/>
                    <a:pt x="5940" y="4387"/>
                  </a:cubicBezTo>
                  <a:cubicBezTo>
                    <a:pt x="5893" y="4462"/>
                    <a:pt x="5812" y="4502"/>
                    <a:pt x="5730" y="4502"/>
                  </a:cubicBezTo>
                  <a:lnTo>
                    <a:pt x="3805" y="4502"/>
                  </a:lnTo>
                  <a:cubicBezTo>
                    <a:pt x="3757" y="4502"/>
                    <a:pt x="3703" y="4496"/>
                    <a:pt x="3655" y="4475"/>
                  </a:cubicBezTo>
                  <a:lnTo>
                    <a:pt x="2048" y="3838"/>
                  </a:lnTo>
                  <a:cubicBezTo>
                    <a:pt x="2008" y="3822"/>
                    <a:pt x="1967" y="3815"/>
                    <a:pt x="1926" y="3815"/>
                  </a:cubicBezTo>
                  <a:cubicBezTo>
                    <a:pt x="1842" y="3815"/>
                    <a:pt x="1760" y="3846"/>
                    <a:pt x="1696" y="3906"/>
                  </a:cubicBezTo>
                  <a:lnTo>
                    <a:pt x="170" y="5316"/>
                  </a:lnTo>
                  <a:cubicBezTo>
                    <a:pt x="48" y="5425"/>
                    <a:pt x="1" y="5601"/>
                    <a:pt x="41" y="5757"/>
                  </a:cubicBezTo>
                  <a:lnTo>
                    <a:pt x="353" y="7018"/>
                  </a:lnTo>
                  <a:cubicBezTo>
                    <a:pt x="401" y="7215"/>
                    <a:pt x="570" y="7357"/>
                    <a:pt x="767" y="7364"/>
                  </a:cubicBezTo>
                  <a:lnTo>
                    <a:pt x="2489" y="7459"/>
                  </a:lnTo>
                  <a:cubicBezTo>
                    <a:pt x="2828" y="7472"/>
                    <a:pt x="3099" y="7737"/>
                    <a:pt x="3133" y="8076"/>
                  </a:cubicBezTo>
                  <a:lnTo>
                    <a:pt x="3262" y="9493"/>
                  </a:lnTo>
                  <a:cubicBezTo>
                    <a:pt x="3269" y="9595"/>
                    <a:pt x="3303" y="9703"/>
                    <a:pt x="3343" y="9798"/>
                  </a:cubicBezTo>
                  <a:cubicBezTo>
                    <a:pt x="3493" y="10096"/>
                    <a:pt x="3832" y="10788"/>
                    <a:pt x="4015" y="11025"/>
                  </a:cubicBezTo>
                  <a:cubicBezTo>
                    <a:pt x="4156" y="11201"/>
                    <a:pt x="4414" y="11280"/>
                    <a:pt x="4645" y="11280"/>
                  </a:cubicBezTo>
                  <a:cubicBezTo>
                    <a:pt x="4815" y="11280"/>
                    <a:pt x="4969" y="11238"/>
                    <a:pt x="5052" y="11161"/>
                  </a:cubicBezTo>
                  <a:lnTo>
                    <a:pt x="6449" y="10015"/>
                  </a:lnTo>
                  <a:cubicBezTo>
                    <a:pt x="6571" y="9906"/>
                    <a:pt x="6646" y="9764"/>
                    <a:pt x="6666" y="9608"/>
                  </a:cubicBezTo>
                  <a:lnTo>
                    <a:pt x="6829" y="8483"/>
                  </a:lnTo>
                  <a:lnTo>
                    <a:pt x="7941" y="7262"/>
                  </a:lnTo>
                  <a:cubicBezTo>
                    <a:pt x="8049" y="7147"/>
                    <a:pt x="8009" y="6964"/>
                    <a:pt x="7866" y="6903"/>
                  </a:cubicBezTo>
                  <a:lnTo>
                    <a:pt x="7846" y="6916"/>
                  </a:lnTo>
                  <a:cubicBezTo>
                    <a:pt x="7758" y="6970"/>
                    <a:pt x="7663" y="7004"/>
                    <a:pt x="7561" y="7011"/>
                  </a:cubicBezTo>
                  <a:lnTo>
                    <a:pt x="7507" y="7011"/>
                  </a:lnTo>
                  <a:cubicBezTo>
                    <a:pt x="7303" y="7011"/>
                    <a:pt x="7113" y="6909"/>
                    <a:pt x="6998" y="6733"/>
                  </a:cubicBezTo>
                  <a:lnTo>
                    <a:pt x="6151" y="5384"/>
                  </a:lnTo>
                  <a:cubicBezTo>
                    <a:pt x="6028" y="5205"/>
                    <a:pt x="6187" y="5026"/>
                    <a:pt x="6347" y="5026"/>
                  </a:cubicBezTo>
                  <a:cubicBezTo>
                    <a:pt x="6418" y="5026"/>
                    <a:pt x="6489" y="5061"/>
                    <a:pt x="6537" y="5147"/>
                  </a:cubicBezTo>
                  <a:lnTo>
                    <a:pt x="7385" y="6489"/>
                  </a:lnTo>
                  <a:cubicBezTo>
                    <a:pt x="7415" y="6532"/>
                    <a:pt x="7457" y="6558"/>
                    <a:pt x="7504" y="6558"/>
                  </a:cubicBezTo>
                  <a:cubicBezTo>
                    <a:pt x="7509" y="6558"/>
                    <a:pt x="7515" y="6558"/>
                    <a:pt x="7520" y="6557"/>
                  </a:cubicBezTo>
                  <a:cubicBezTo>
                    <a:pt x="7547" y="6557"/>
                    <a:pt x="7568" y="6543"/>
                    <a:pt x="7588" y="6530"/>
                  </a:cubicBezTo>
                  <a:lnTo>
                    <a:pt x="8734" y="5906"/>
                  </a:lnTo>
                  <a:cubicBezTo>
                    <a:pt x="8856" y="5838"/>
                    <a:pt x="8890" y="5682"/>
                    <a:pt x="8802" y="5574"/>
                  </a:cubicBezTo>
                  <a:cubicBezTo>
                    <a:pt x="8759" y="5519"/>
                    <a:pt x="8694" y="5491"/>
                    <a:pt x="8628" y="5491"/>
                  </a:cubicBezTo>
                  <a:cubicBezTo>
                    <a:pt x="8620" y="5491"/>
                    <a:pt x="8613" y="5492"/>
                    <a:pt x="8605" y="5492"/>
                  </a:cubicBezTo>
                  <a:lnTo>
                    <a:pt x="8368" y="5519"/>
                  </a:lnTo>
                  <a:cubicBezTo>
                    <a:pt x="8359" y="5520"/>
                    <a:pt x="8351" y="5521"/>
                    <a:pt x="8342" y="5521"/>
                  </a:cubicBezTo>
                  <a:cubicBezTo>
                    <a:pt x="8285" y="5521"/>
                    <a:pt x="8232" y="5501"/>
                    <a:pt x="8185" y="5465"/>
                  </a:cubicBezTo>
                  <a:lnTo>
                    <a:pt x="7466" y="4821"/>
                  </a:lnTo>
                  <a:cubicBezTo>
                    <a:pt x="7291" y="4662"/>
                    <a:pt x="7440" y="4419"/>
                    <a:pt x="7620" y="4419"/>
                  </a:cubicBezTo>
                  <a:cubicBezTo>
                    <a:pt x="7670" y="4419"/>
                    <a:pt x="7723" y="4438"/>
                    <a:pt x="7771" y="4482"/>
                  </a:cubicBezTo>
                  <a:lnTo>
                    <a:pt x="8415" y="5058"/>
                  </a:lnTo>
                  <a:lnTo>
                    <a:pt x="8809" y="5011"/>
                  </a:lnTo>
                  <a:cubicBezTo>
                    <a:pt x="8819" y="5009"/>
                    <a:pt x="8830" y="5008"/>
                    <a:pt x="8840" y="5008"/>
                  </a:cubicBezTo>
                  <a:cubicBezTo>
                    <a:pt x="8911" y="5008"/>
                    <a:pt x="8978" y="5046"/>
                    <a:pt x="9019" y="5099"/>
                  </a:cubicBezTo>
                  <a:lnTo>
                    <a:pt x="9093" y="5208"/>
                  </a:lnTo>
                  <a:lnTo>
                    <a:pt x="9473" y="5160"/>
                  </a:lnTo>
                  <a:cubicBezTo>
                    <a:pt x="9490" y="5158"/>
                    <a:pt x="9508" y="5157"/>
                    <a:pt x="9525" y="5157"/>
                  </a:cubicBezTo>
                  <a:cubicBezTo>
                    <a:pt x="9690" y="5157"/>
                    <a:pt x="9848" y="5244"/>
                    <a:pt x="9927" y="5397"/>
                  </a:cubicBezTo>
                  <a:lnTo>
                    <a:pt x="10700" y="6821"/>
                  </a:lnTo>
                  <a:cubicBezTo>
                    <a:pt x="10755" y="6923"/>
                    <a:pt x="10850" y="6998"/>
                    <a:pt x="10958" y="7038"/>
                  </a:cubicBezTo>
                  <a:lnTo>
                    <a:pt x="11236" y="7133"/>
                  </a:lnTo>
                  <a:lnTo>
                    <a:pt x="11236" y="6998"/>
                  </a:lnTo>
                  <a:cubicBezTo>
                    <a:pt x="11236" y="3424"/>
                    <a:pt x="8558" y="414"/>
                    <a:pt x="5005" y="0"/>
                  </a:cubicBezTo>
                  <a:close/>
                </a:path>
              </a:pathLst>
            </a:custGeom>
            <a:solidFill>
              <a:srgbClr val="D2DAE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822" name="Google Shape;18822;p46"/>
            <p:cNvSpPr/>
            <p:nvPr/>
          </p:nvSpPr>
          <p:spPr>
            <a:xfrm>
              <a:off x="7110427" y="3392672"/>
              <a:ext cx="372991" cy="342774"/>
            </a:xfrm>
            <a:custGeom>
              <a:rect b="b" l="l" r="r" t="t"/>
              <a:pathLst>
                <a:path extrusionOk="0" h="13068" w="14220">
                  <a:moveTo>
                    <a:pt x="4517" y="0"/>
                  </a:moveTo>
                  <a:cubicBezTo>
                    <a:pt x="631" y="2387"/>
                    <a:pt x="1" y="7777"/>
                    <a:pt x="3222" y="10998"/>
                  </a:cubicBezTo>
                  <a:cubicBezTo>
                    <a:pt x="4615" y="12395"/>
                    <a:pt x="6415" y="13067"/>
                    <a:pt x="8202" y="13067"/>
                  </a:cubicBezTo>
                  <a:cubicBezTo>
                    <a:pt x="10545" y="13067"/>
                    <a:pt x="12866" y="11910"/>
                    <a:pt x="14220" y="9710"/>
                  </a:cubicBezTo>
                  <a:lnTo>
                    <a:pt x="14220" y="9710"/>
                  </a:lnTo>
                  <a:cubicBezTo>
                    <a:pt x="13108" y="10395"/>
                    <a:pt x="11833" y="10754"/>
                    <a:pt x="10524" y="10754"/>
                  </a:cubicBezTo>
                  <a:cubicBezTo>
                    <a:pt x="7968" y="10754"/>
                    <a:pt x="5615" y="9371"/>
                    <a:pt x="4368" y="7140"/>
                  </a:cubicBezTo>
                  <a:cubicBezTo>
                    <a:pt x="3120" y="4909"/>
                    <a:pt x="3181" y="2177"/>
                    <a:pt x="4517" y="0"/>
                  </a:cubicBezTo>
                  <a:close/>
                </a:path>
              </a:pathLst>
            </a:custGeom>
            <a:solidFill>
              <a:srgbClr val="7F92A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823" name="Google Shape;18823;p46"/>
            <p:cNvSpPr/>
            <p:nvPr/>
          </p:nvSpPr>
          <p:spPr>
            <a:xfrm>
              <a:off x="7398563" y="3617646"/>
              <a:ext cx="31424" cy="30427"/>
            </a:xfrm>
            <a:custGeom>
              <a:rect b="b" l="l" r="r" t="t"/>
              <a:pathLst>
                <a:path extrusionOk="0" h="1160" w="1198">
                  <a:moveTo>
                    <a:pt x="881" y="1"/>
                  </a:moveTo>
                  <a:cubicBezTo>
                    <a:pt x="825" y="1"/>
                    <a:pt x="768" y="23"/>
                    <a:pt x="719" y="75"/>
                  </a:cubicBezTo>
                  <a:lnTo>
                    <a:pt x="123" y="787"/>
                  </a:lnTo>
                  <a:cubicBezTo>
                    <a:pt x="1" y="936"/>
                    <a:pt x="102" y="1160"/>
                    <a:pt x="299" y="1160"/>
                  </a:cubicBezTo>
                  <a:cubicBezTo>
                    <a:pt x="367" y="1160"/>
                    <a:pt x="428" y="1133"/>
                    <a:pt x="475" y="1079"/>
                  </a:cubicBezTo>
                  <a:lnTo>
                    <a:pt x="1065" y="373"/>
                  </a:lnTo>
                  <a:cubicBezTo>
                    <a:pt x="1197" y="200"/>
                    <a:pt x="1047" y="1"/>
                    <a:pt x="881" y="1"/>
                  </a:cubicBezTo>
                  <a:close/>
                </a:path>
              </a:pathLst>
            </a:custGeom>
            <a:solidFill>
              <a:srgbClr val="D2DAE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824" name="Google Shape;18824;p46"/>
            <p:cNvSpPr/>
            <p:nvPr/>
          </p:nvSpPr>
          <p:spPr>
            <a:xfrm>
              <a:off x="7268410" y="3369012"/>
              <a:ext cx="20276" cy="26886"/>
            </a:xfrm>
            <a:custGeom>
              <a:rect b="b" l="l" r="r" t="t"/>
              <a:pathLst>
                <a:path extrusionOk="0" h="1025" w="773">
                  <a:moveTo>
                    <a:pt x="772" y="0"/>
                  </a:moveTo>
                  <a:lnTo>
                    <a:pt x="772" y="0"/>
                  </a:lnTo>
                  <a:cubicBezTo>
                    <a:pt x="596" y="41"/>
                    <a:pt x="419" y="82"/>
                    <a:pt x="250" y="136"/>
                  </a:cubicBezTo>
                  <a:lnTo>
                    <a:pt x="47" y="739"/>
                  </a:lnTo>
                  <a:cubicBezTo>
                    <a:pt x="0" y="908"/>
                    <a:pt x="138" y="1024"/>
                    <a:pt x="274" y="1024"/>
                  </a:cubicBezTo>
                  <a:cubicBezTo>
                    <a:pt x="357" y="1024"/>
                    <a:pt x="440" y="982"/>
                    <a:pt x="480" y="882"/>
                  </a:cubicBezTo>
                  <a:lnTo>
                    <a:pt x="772" y="0"/>
                  </a:lnTo>
                  <a:close/>
                </a:path>
              </a:pathLst>
            </a:custGeom>
            <a:solidFill>
              <a:srgbClr val="D2DAE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825" name="Google Shape;18825;p46"/>
            <p:cNvSpPr/>
            <p:nvPr/>
          </p:nvSpPr>
          <p:spPr>
            <a:xfrm>
              <a:off x="7141562" y="3566236"/>
              <a:ext cx="35778" cy="86638"/>
            </a:xfrm>
            <a:custGeom>
              <a:rect b="b" l="l" r="r" t="t"/>
              <a:pathLst>
                <a:path extrusionOk="0" h="3303" w="1364">
                  <a:moveTo>
                    <a:pt x="0" y="1"/>
                  </a:moveTo>
                  <a:lnTo>
                    <a:pt x="0" y="1"/>
                  </a:lnTo>
                  <a:cubicBezTo>
                    <a:pt x="95" y="1181"/>
                    <a:pt x="495" y="2320"/>
                    <a:pt x="1153" y="3303"/>
                  </a:cubicBezTo>
                  <a:lnTo>
                    <a:pt x="1350" y="1513"/>
                  </a:lnTo>
                  <a:cubicBezTo>
                    <a:pt x="1363" y="1377"/>
                    <a:pt x="1316" y="1235"/>
                    <a:pt x="1214" y="1140"/>
                  </a:cubicBezTo>
                  <a:lnTo>
                    <a:pt x="0" y="1"/>
                  </a:lnTo>
                  <a:close/>
                </a:path>
              </a:pathLst>
            </a:custGeom>
            <a:solidFill>
              <a:srgbClr val="C1CDD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826" name="Google Shape;18826;p46"/>
            <p:cNvSpPr/>
            <p:nvPr/>
          </p:nvSpPr>
          <p:spPr>
            <a:xfrm>
              <a:off x="7303060" y="3365261"/>
              <a:ext cx="26178" cy="27043"/>
            </a:xfrm>
            <a:custGeom>
              <a:rect b="b" l="l" r="r" t="t"/>
              <a:pathLst>
                <a:path extrusionOk="0" h="1031" w="998">
                  <a:moveTo>
                    <a:pt x="868" y="1"/>
                  </a:moveTo>
                  <a:cubicBezTo>
                    <a:pt x="617" y="1"/>
                    <a:pt x="366" y="14"/>
                    <a:pt x="116" y="41"/>
                  </a:cubicBezTo>
                  <a:lnTo>
                    <a:pt x="88" y="577"/>
                  </a:lnTo>
                  <a:cubicBezTo>
                    <a:pt x="0" y="845"/>
                    <a:pt x="213" y="1031"/>
                    <a:pt x="423" y="1031"/>
                  </a:cubicBezTo>
                  <a:cubicBezTo>
                    <a:pt x="553" y="1031"/>
                    <a:pt x="682" y="960"/>
                    <a:pt x="739" y="794"/>
                  </a:cubicBezTo>
                  <a:lnTo>
                    <a:pt x="997" y="8"/>
                  </a:lnTo>
                  <a:cubicBezTo>
                    <a:pt x="956" y="8"/>
                    <a:pt x="916" y="1"/>
                    <a:pt x="868" y="1"/>
                  </a:cubicBezTo>
                  <a:close/>
                </a:path>
              </a:pathLst>
            </a:custGeom>
            <a:solidFill>
              <a:srgbClr val="D2DAE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8827" name="Google Shape;18827;p46"/>
          <p:cNvGrpSpPr/>
          <p:nvPr/>
        </p:nvGrpSpPr>
        <p:grpSpPr>
          <a:xfrm>
            <a:off x="7658949" y="3363137"/>
            <a:ext cx="400375" cy="370132"/>
            <a:chOff x="7658949" y="3363137"/>
            <a:chExt cx="400375" cy="370132"/>
          </a:xfrm>
        </p:grpSpPr>
        <p:sp>
          <p:nvSpPr>
            <p:cNvPr id="18828" name="Google Shape;18828;p46"/>
            <p:cNvSpPr/>
            <p:nvPr/>
          </p:nvSpPr>
          <p:spPr>
            <a:xfrm>
              <a:off x="7689192" y="3363137"/>
              <a:ext cx="370132" cy="370132"/>
            </a:xfrm>
            <a:custGeom>
              <a:rect b="b" l="l" r="r" t="t"/>
              <a:pathLst>
                <a:path extrusionOk="0" h="14111" w="14111">
                  <a:moveTo>
                    <a:pt x="7059" y="0"/>
                  </a:moveTo>
                  <a:cubicBezTo>
                    <a:pt x="3160" y="0"/>
                    <a:pt x="0" y="3160"/>
                    <a:pt x="0" y="7052"/>
                  </a:cubicBezTo>
                  <a:cubicBezTo>
                    <a:pt x="0" y="10951"/>
                    <a:pt x="3160" y="14111"/>
                    <a:pt x="7059" y="14111"/>
                  </a:cubicBezTo>
                  <a:cubicBezTo>
                    <a:pt x="10951" y="14111"/>
                    <a:pt x="14111" y="10951"/>
                    <a:pt x="14111" y="7052"/>
                  </a:cubicBezTo>
                  <a:cubicBezTo>
                    <a:pt x="14111" y="3160"/>
                    <a:pt x="10951" y="0"/>
                    <a:pt x="7059" y="0"/>
                  </a:cubicBezTo>
                  <a:close/>
                </a:path>
              </a:pathLst>
            </a:custGeom>
            <a:solidFill>
              <a:srgbClr val="BEC7C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829" name="Google Shape;18829;p46"/>
            <p:cNvSpPr/>
            <p:nvPr/>
          </p:nvSpPr>
          <p:spPr>
            <a:xfrm>
              <a:off x="7658949" y="3390521"/>
              <a:ext cx="372991" cy="342695"/>
            </a:xfrm>
            <a:custGeom>
              <a:rect b="b" l="l" r="r" t="t"/>
              <a:pathLst>
                <a:path extrusionOk="0" h="13065" w="14220">
                  <a:moveTo>
                    <a:pt x="4516" y="1"/>
                  </a:moveTo>
                  <a:lnTo>
                    <a:pt x="4516" y="1"/>
                  </a:lnTo>
                  <a:cubicBezTo>
                    <a:pt x="631" y="2387"/>
                    <a:pt x="0" y="7778"/>
                    <a:pt x="3221" y="10999"/>
                  </a:cubicBezTo>
                  <a:cubicBezTo>
                    <a:pt x="4615" y="12392"/>
                    <a:pt x="6414" y="13065"/>
                    <a:pt x="8201" y="13065"/>
                  </a:cubicBezTo>
                  <a:cubicBezTo>
                    <a:pt x="10544" y="13065"/>
                    <a:pt x="12865" y="11908"/>
                    <a:pt x="14219" y="9704"/>
                  </a:cubicBezTo>
                  <a:lnTo>
                    <a:pt x="14219" y="9704"/>
                  </a:lnTo>
                  <a:cubicBezTo>
                    <a:pt x="13107" y="10388"/>
                    <a:pt x="11826" y="10748"/>
                    <a:pt x="10524" y="10748"/>
                  </a:cubicBezTo>
                  <a:cubicBezTo>
                    <a:pt x="7968" y="10748"/>
                    <a:pt x="5615" y="9365"/>
                    <a:pt x="4367" y="7134"/>
                  </a:cubicBezTo>
                  <a:cubicBezTo>
                    <a:pt x="3119" y="4910"/>
                    <a:pt x="3174" y="2177"/>
                    <a:pt x="4516" y="1"/>
                  </a:cubicBezTo>
                  <a:close/>
                </a:path>
              </a:pathLst>
            </a:custGeom>
            <a:solidFill>
              <a:srgbClr val="7F92A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830" name="Google Shape;18830;p46"/>
            <p:cNvSpPr/>
            <p:nvPr/>
          </p:nvSpPr>
          <p:spPr>
            <a:xfrm>
              <a:off x="7754111" y="3380029"/>
              <a:ext cx="244569" cy="330000"/>
            </a:xfrm>
            <a:custGeom>
              <a:rect b="b" l="l" r="r" t="t"/>
              <a:pathLst>
                <a:path extrusionOk="0" h="12581" w="9324">
                  <a:moveTo>
                    <a:pt x="1641" y="1"/>
                  </a:moveTo>
                  <a:cubicBezTo>
                    <a:pt x="1044" y="272"/>
                    <a:pt x="495" y="624"/>
                    <a:pt x="0" y="1052"/>
                  </a:cubicBezTo>
                  <a:lnTo>
                    <a:pt x="448" y="1743"/>
                  </a:lnTo>
                  <a:cubicBezTo>
                    <a:pt x="509" y="1845"/>
                    <a:pt x="529" y="1967"/>
                    <a:pt x="502" y="2082"/>
                  </a:cubicBezTo>
                  <a:lnTo>
                    <a:pt x="129" y="3730"/>
                  </a:lnTo>
                  <a:cubicBezTo>
                    <a:pt x="75" y="3954"/>
                    <a:pt x="142" y="4191"/>
                    <a:pt x="298" y="4360"/>
                  </a:cubicBezTo>
                  <a:lnTo>
                    <a:pt x="1851" y="5954"/>
                  </a:lnTo>
                  <a:cubicBezTo>
                    <a:pt x="1984" y="6087"/>
                    <a:pt x="2160" y="6161"/>
                    <a:pt x="2351" y="6161"/>
                  </a:cubicBezTo>
                  <a:cubicBezTo>
                    <a:pt x="2374" y="6161"/>
                    <a:pt x="2397" y="6160"/>
                    <a:pt x="2421" y="6157"/>
                  </a:cubicBezTo>
                  <a:lnTo>
                    <a:pt x="3573" y="6022"/>
                  </a:lnTo>
                  <a:lnTo>
                    <a:pt x="4652" y="6937"/>
                  </a:lnTo>
                  <a:cubicBezTo>
                    <a:pt x="4794" y="7059"/>
                    <a:pt x="4848" y="7263"/>
                    <a:pt x="4787" y="7439"/>
                  </a:cubicBezTo>
                  <a:lnTo>
                    <a:pt x="4692" y="7697"/>
                  </a:lnTo>
                  <a:cubicBezTo>
                    <a:pt x="4618" y="7886"/>
                    <a:pt x="4645" y="8103"/>
                    <a:pt x="4746" y="8280"/>
                  </a:cubicBezTo>
                  <a:lnTo>
                    <a:pt x="5553" y="9629"/>
                  </a:lnTo>
                  <a:cubicBezTo>
                    <a:pt x="5642" y="9771"/>
                    <a:pt x="5669" y="9941"/>
                    <a:pt x="5642" y="10104"/>
                  </a:cubicBezTo>
                  <a:lnTo>
                    <a:pt x="5262" y="12138"/>
                  </a:lnTo>
                  <a:cubicBezTo>
                    <a:pt x="5241" y="12226"/>
                    <a:pt x="5282" y="12314"/>
                    <a:pt x="5350" y="12362"/>
                  </a:cubicBezTo>
                  <a:lnTo>
                    <a:pt x="5587" y="12538"/>
                  </a:lnTo>
                  <a:cubicBezTo>
                    <a:pt x="5627" y="12566"/>
                    <a:pt x="5673" y="12580"/>
                    <a:pt x="5720" y="12580"/>
                  </a:cubicBezTo>
                  <a:cubicBezTo>
                    <a:pt x="5786" y="12580"/>
                    <a:pt x="5852" y="12553"/>
                    <a:pt x="5899" y="12497"/>
                  </a:cubicBezTo>
                  <a:lnTo>
                    <a:pt x="9154" y="8632"/>
                  </a:lnTo>
                  <a:cubicBezTo>
                    <a:pt x="9323" y="8436"/>
                    <a:pt x="9283" y="8124"/>
                    <a:pt x="9066" y="7975"/>
                  </a:cubicBezTo>
                  <a:lnTo>
                    <a:pt x="7506" y="6883"/>
                  </a:lnTo>
                  <a:cubicBezTo>
                    <a:pt x="7377" y="6795"/>
                    <a:pt x="7235" y="6734"/>
                    <a:pt x="7086" y="6707"/>
                  </a:cubicBezTo>
                  <a:lnTo>
                    <a:pt x="5628" y="6395"/>
                  </a:lnTo>
                  <a:cubicBezTo>
                    <a:pt x="5594" y="6388"/>
                    <a:pt x="5559" y="6384"/>
                    <a:pt x="5525" y="6384"/>
                  </a:cubicBezTo>
                  <a:cubicBezTo>
                    <a:pt x="5325" y="6384"/>
                    <a:pt x="5140" y="6501"/>
                    <a:pt x="5058" y="6686"/>
                  </a:cubicBezTo>
                  <a:lnTo>
                    <a:pt x="3790" y="5608"/>
                  </a:lnTo>
                  <a:cubicBezTo>
                    <a:pt x="3751" y="5574"/>
                    <a:pt x="3701" y="5559"/>
                    <a:pt x="3651" y="5559"/>
                  </a:cubicBezTo>
                  <a:cubicBezTo>
                    <a:pt x="3641" y="5559"/>
                    <a:pt x="3631" y="5560"/>
                    <a:pt x="3621" y="5561"/>
                  </a:cubicBezTo>
                  <a:lnTo>
                    <a:pt x="3072" y="5622"/>
                  </a:lnTo>
                  <a:cubicBezTo>
                    <a:pt x="3052" y="5624"/>
                    <a:pt x="3032" y="5625"/>
                    <a:pt x="3013" y="5625"/>
                  </a:cubicBezTo>
                  <a:cubicBezTo>
                    <a:pt x="2768" y="5625"/>
                    <a:pt x="2569" y="5432"/>
                    <a:pt x="2563" y="5181"/>
                  </a:cubicBezTo>
                  <a:lnTo>
                    <a:pt x="2556" y="4964"/>
                  </a:lnTo>
                  <a:cubicBezTo>
                    <a:pt x="2543" y="4733"/>
                    <a:pt x="2706" y="4530"/>
                    <a:pt x="2936" y="4496"/>
                  </a:cubicBezTo>
                  <a:lnTo>
                    <a:pt x="3912" y="4340"/>
                  </a:lnTo>
                  <a:cubicBezTo>
                    <a:pt x="3938" y="4336"/>
                    <a:pt x="3964" y="4333"/>
                    <a:pt x="3989" y="4333"/>
                  </a:cubicBezTo>
                  <a:cubicBezTo>
                    <a:pt x="4229" y="4333"/>
                    <a:pt x="4435" y="4529"/>
                    <a:pt x="4435" y="4781"/>
                  </a:cubicBezTo>
                  <a:lnTo>
                    <a:pt x="4435" y="4991"/>
                  </a:lnTo>
                  <a:cubicBezTo>
                    <a:pt x="4441" y="5113"/>
                    <a:pt x="4543" y="5215"/>
                    <a:pt x="4665" y="5215"/>
                  </a:cubicBezTo>
                  <a:cubicBezTo>
                    <a:pt x="4787" y="5208"/>
                    <a:pt x="4889" y="5106"/>
                    <a:pt x="4889" y="4984"/>
                  </a:cubicBezTo>
                  <a:lnTo>
                    <a:pt x="4875" y="4218"/>
                  </a:lnTo>
                  <a:cubicBezTo>
                    <a:pt x="4869" y="4049"/>
                    <a:pt x="4930" y="3879"/>
                    <a:pt x="5045" y="3750"/>
                  </a:cubicBezTo>
                  <a:lnTo>
                    <a:pt x="6109" y="2543"/>
                  </a:lnTo>
                  <a:lnTo>
                    <a:pt x="6760" y="2326"/>
                  </a:lnTo>
                  <a:cubicBezTo>
                    <a:pt x="6943" y="2265"/>
                    <a:pt x="6971" y="2014"/>
                    <a:pt x="6808" y="1919"/>
                  </a:cubicBezTo>
                  <a:lnTo>
                    <a:pt x="5574" y="1153"/>
                  </a:lnTo>
                  <a:cubicBezTo>
                    <a:pt x="5499" y="1106"/>
                    <a:pt x="5416" y="1084"/>
                    <a:pt x="5335" y="1084"/>
                  </a:cubicBezTo>
                  <a:cubicBezTo>
                    <a:pt x="5157" y="1084"/>
                    <a:pt x="4986" y="1189"/>
                    <a:pt x="4916" y="1370"/>
                  </a:cubicBezTo>
                  <a:lnTo>
                    <a:pt x="4882" y="1458"/>
                  </a:lnTo>
                  <a:cubicBezTo>
                    <a:pt x="4811" y="1638"/>
                    <a:pt x="4638" y="1745"/>
                    <a:pt x="4459" y="1745"/>
                  </a:cubicBezTo>
                  <a:cubicBezTo>
                    <a:pt x="4381" y="1745"/>
                    <a:pt x="4303" y="1725"/>
                    <a:pt x="4231" y="1682"/>
                  </a:cubicBezTo>
                  <a:lnTo>
                    <a:pt x="3723" y="1391"/>
                  </a:lnTo>
                  <a:cubicBezTo>
                    <a:pt x="3560" y="1302"/>
                    <a:pt x="3573" y="1072"/>
                    <a:pt x="3736" y="991"/>
                  </a:cubicBezTo>
                  <a:lnTo>
                    <a:pt x="4184" y="774"/>
                  </a:lnTo>
                  <a:cubicBezTo>
                    <a:pt x="4503" y="621"/>
                    <a:pt x="4392" y="142"/>
                    <a:pt x="4043" y="142"/>
                  </a:cubicBezTo>
                  <a:cubicBezTo>
                    <a:pt x="4036" y="142"/>
                    <a:pt x="4028" y="143"/>
                    <a:pt x="4021" y="143"/>
                  </a:cubicBezTo>
                  <a:lnTo>
                    <a:pt x="3038" y="184"/>
                  </a:lnTo>
                  <a:lnTo>
                    <a:pt x="2197" y="543"/>
                  </a:lnTo>
                  <a:cubicBezTo>
                    <a:pt x="2166" y="557"/>
                    <a:pt x="2134" y="563"/>
                    <a:pt x="2103" y="563"/>
                  </a:cubicBezTo>
                  <a:cubicBezTo>
                    <a:pt x="2024" y="563"/>
                    <a:pt x="1951" y="523"/>
                    <a:pt x="1912" y="455"/>
                  </a:cubicBezTo>
                  <a:lnTo>
                    <a:pt x="1641" y="1"/>
                  </a:lnTo>
                  <a:close/>
                </a:path>
              </a:pathLst>
            </a:custGeom>
            <a:solidFill>
              <a:srgbClr val="D2DAE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831" name="Google Shape;18831;p46"/>
            <p:cNvSpPr/>
            <p:nvPr/>
          </p:nvSpPr>
          <p:spPr>
            <a:xfrm>
              <a:off x="7754111" y="3390704"/>
              <a:ext cx="23135" cy="30086"/>
            </a:xfrm>
            <a:custGeom>
              <a:rect b="b" l="l" r="r" t="t"/>
              <a:pathLst>
                <a:path extrusionOk="0" h="1147" w="882">
                  <a:moveTo>
                    <a:pt x="882" y="0"/>
                  </a:moveTo>
                  <a:lnTo>
                    <a:pt x="882" y="0"/>
                  </a:lnTo>
                  <a:cubicBezTo>
                    <a:pt x="570" y="190"/>
                    <a:pt x="278" y="407"/>
                    <a:pt x="0" y="645"/>
                  </a:cubicBezTo>
                  <a:lnTo>
                    <a:pt x="319" y="1146"/>
                  </a:lnTo>
                  <a:cubicBezTo>
                    <a:pt x="475" y="746"/>
                    <a:pt x="665" y="367"/>
                    <a:pt x="882" y="0"/>
                  </a:cubicBezTo>
                  <a:close/>
                </a:path>
              </a:pathLst>
            </a:custGeom>
            <a:solidFill>
              <a:srgbClr val="C1CDD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832" name="Google Shape;18832;p46"/>
            <p:cNvSpPr/>
            <p:nvPr/>
          </p:nvSpPr>
          <p:spPr>
            <a:xfrm>
              <a:off x="7891766" y="3668690"/>
              <a:ext cx="47162" cy="41470"/>
            </a:xfrm>
            <a:custGeom>
              <a:rect b="b" l="l" r="r" t="t"/>
              <a:pathLst>
                <a:path extrusionOk="0" h="1581" w="1798">
                  <a:moveTo>
                    <a:pt x="231" y="0"/>
                  </a:moveTo>
                  <a:lnTo>
                    <a:pt x="14" y="1140"/>
                  </a:lnTo>
                  <a:cubicBezTo>
                    <a:pt x="0" y="1221"/>
                    <a:pt x="34" y="1309"/>
                    <a:pt x="102" y="1363"/>
                  </a:cubicBezTo>
                  <a:lnTo>
                    <a:pt x="346" y="1533"/>
                  </a:lnTo>
                  <a:cubicBezTo>
                    <a:pt x="387" y="1565"/>
                    <a:pt x="435" y="1581"/>
                    <a:pt x="483" y="1581"/>
                  </a:cubicBezTo>
                  <a:cubicBezTo>
                    <a:pt x="546" y="1581"/>
                    <a:pt x="609" y="1553"/>
                    <a:pt x="651" y="1499"/>
                  </a:cubicBezTo>
                  <a:lnTo>
                    <a:pt x="1797" y="143"/>
                  </a:lnTo>
                  <a:lnTo>
                    <a:pt x="1648" y="143"/>
                  </a:lnTo>
                  <a:cubicBezTo>
                    <a:pt x="1173" y="143"/>
                    <a:pt x="692" y="95"/>
                    <a:pt x="231" y="0"/>
                  </a:cubicBezTo>
                  <a:close/>
                </a:path>
              </a:pathLst>
            </a:custGeom>
            <a:solidFill>
              <a:srgbClr val="C1CDD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8833" name="Google Shape;18833;p46"/>
          <p:cNvGrpSpPr/>
          <p:nvPr/>
        </p:nvGrpSpPr>
        <p:grpSpPr>
          <a:xfrm>
            <a:off x="3304481" y="3379389"/>
            <a:ext cx="356623" cy="370105"/>
            <a:chOff x="3307156" y="3365314"/>
            <a:chExt cx="356623" cy="370105"/>
          </a:xfrm>
        </p:grpSpPr>
        <p:sp>
          <p:nvSpPr>
            <p:cNvPr id="18834" name="Google Shape;18834;p46"/>
            <p:cNvSpPr/>
            <p:nvPr/>
          </p:nvSpPr>
          <p:spPr>
            <a:xfrm>
              <a:off x="3534465" y="3485683"/>
              <a:ext cx="129314" cy="71346"/>
            </a:xfrm>
            <a:custGeom>
              <a:rect b="b" l="l" r="r" t="t"/>
              <a:pathLst>
                <a:path extrusionOk="0" h="2720" w="4930">
                  <a:moveTo>
                    <a:pt x="3248" y="0"/>
                  </a:moveTo>
                  <a:lnTo>
                    <a:pt x="0" y="1445"/>
                  </a:lnTo>
                  <a:lnTo>
                    <a:pt x="3607" y="2719"/>
                  </a:lnTo>
                  <a:cubicBezTo>
                    <a:pt x="4102" y="2360"/>
                    <a:pt x="4536" y="1912"/>
                    <a:pt x="4875" y="1404"/>
                  </a:cubicBezTo>
                  <a:cubicBezTo>
                    <a:pt x="4930" y="1316"/>
                    <a:pt x="4923" y="1207"/>
                    <a:pt x="4855" y="1133"/>
                  </a:cubicBezTo>
                  <a:cubicBezTo>
                    <a:pt x="4401" y="651"/>
                    <a:pt x="3858" y="265"/>
                    <a:pt x="3248" y="0"/>
                  </a:cubicBezTo>
                  <a:close/>
                </a:path>
              </a:pathLst>
            </a:custGeom>
            <a:solidFill>
              <a:srgbClr val="D2DAE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835" name="Google Shape;18835;p46"/>
            <p:cNvSpPr/>
            <p:nvPr/>
          </p:nvSpPr>
          <p:spPr>
            <a:xfrm>
              <a:off x="3545481" y="3518235"/>
              <a:ext cx="117956" cy="38794"/>
            </a:xfrm>
            <a:custGeom>
              <a:rect b="b" l="l" r="r" t="t"/>
              <a:pathLst>
                <a:path extrusionOk="0" h="1479" w="4497">
                  <a:moveTo>
                    <a:pt x="4483" y="0"/>
                  </a:moveTo>
                  <a:lnTo>
                    <a:pt x="1" y="353"/>
                  </a:lnTo>
                  <a:lnTo>
                    <a:pt x="3187" y="1478"/>
                  </a:lnTo>
                  <a:cubicBezTo>
                    <a:pt x="3682" y="1119"/>
                    <a:pt x="4116" y="671"/>
                    <a:pt x="4455" y="163"/>
                  </a:cubicBezTo>
                  <a:cubicBezTo>
                    <a:pt x="4489" y="115"/>
                    <a:pt x="4496" y="54"/>
                    <a:pt x="4483" y="0"/>
                  </a:cubicBezTo>
                  <a:close/>
                </a:path>
              </a:pathLst>
            </a:custGeom>
            <a:solidFill>
              <a:srgbClr val="C1CDD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836" name="Google Shape;18836;p46"/>
            <p:cNvSpPr/>
            <p:nvPr/>
          </p:nvSpPr>
          <p:spPr>
            <a:xfrm>
              <a:off x="3356075" y="3631522"/>
              <a:ext cx="96762" cy="103897"/>
            </a:xfrm>
            <a:custGeom>
              <a:rect b="b" l="l" r="r" t="t"/>
              <a:pathLst>
                <a:path extrusionOk="0" h="3961" w="3689">
                  <a:moveTo>
                    <a:pt x="963" y="0"/>
                  </a:moveTo>
                  <a:cubicBezTo>
                    <a:pt x="122" y="1133"/>
                    <a:pt x="0" y="2591"/>
                    <a:pt x="454" y="3818"/>
                  </a:cubicBezTo>
                  <a:cubicBezTo>
                    <a:pt x="487" y="3901"/>
                    <a:pt x="568" y="3961"/>
                    <a:pt x="663" y="3961"/>
                  </a:cubicBezTo>
                  <a:cubicBezTo>
                    <a:pt x="668" y="3961"/>
                    <a:pt x="673" y="3961"/>
                    <a:pt x="678" y="3960"/>
                  </a:cubicBezTo>
                  <a:cubicBezTo>
                    <a:pt x="1777" y="3892"/>
                    <a:pt x="2950" y="3302"/>
                    <a:pt x="3689" y="2509"/>
                  </a:cubicBezTo>
                  <a:lnTo>
                    <a:pt x="963" y="0"/>
                  </a:lnTo>
                  <a:close/>
                </a:path>
              </a:pathLst>
            </a:custGeom>
            <a:solidFill>
              <a:srgbClr val="D2DAE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837" name="Google Shape;18837;p46"/>
            <p:cNvSpPr/>
            <p:nvPr/>
          </p:nvSpPr>
          <p:spPr>
            <a:xfrm>
              <a:off x="3356075" y="3631522"/>
              <a:ext cx="59778" cy="102638"/>
            </a:xfrm>
            <a:custGeom>
              <a:rect b="b" l="l" r="r" t="t"/>
              <a:pathLst>
                <a:path extrusionOk="0" h="3913" w="2279">
                  <a:moveTo>
                    <a:pt x="963" y="0"/>
                  </a:moveTo>
                  <a:cubicBezTo>
                    <a:pt x="122" y="1133"/>
                    <a:pt x="0" y="2591"/>
                    <a:pt x="454" y="3818"/>
                  </a:cubicBezTo>
                  <a:cubicBezTo>
                    <a:pt x="468" y="3852"/>
                    <a:pt x="495" y="3886"/>
                    <a:pt x="529" y="3913"/>
                  </a:cubicBezTo>
                  <a:lnTo>
                    <a:pt x="2278" y="1214"/>
                  </a:lnTo>
                  <a:lnTo>
                    <a:pt x="963" y="0"/>
                  </a:lnTo>
                  <a:close/>
                </a:path>
              </a:pathLst>
            </a:custGeom>
            <a:solidFill>
              <a:srgbClr val="C1CDD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838" name="Google Shape;18838;p46"/>
            <p:cNvSpPr/>
            <p:nvPr/>
          </p:nvSpPr>
          <p:spPr>
            <a:xfrm>
              <a:off x="3478962" y="3563403"/>
              <a:ext cx="101222" cy="161236"/>
            </a:xfrm>
            <a:custGeom>
              <a:rect b="b" l="l" r="r" t="t"/>
              <a:pathLst>
                <a:path extrusionOk="0" h="6147" w="3859">
                  <a:moveTo>
                    <a:pt x="679" y="0"/>
                  </a:moveTo>
                  <a:lnTo>
                    <a:pt x="1" y="4672"/>
                  </a:lnTo>
                  <a:cubicBezTo>
                    <a:pt x="665" y="5303"/>
                    <a:pt x="1635" y="5947"/>
                    <a:pt x="2679" y="6144"/>
                  </a:cubicBezTo>
                  <a:cubicBezTo>
                    <a:pt x="2692" y="6146"/>
                    <a:pt x="2704" y="6146"/>
                    <a:pt x="2717" y="6146"/>
                  </a:cubicBezTo>
                  <a:cubicBezTo>
                    <a:pt x="2792" y="6146"/>
                    <a:pt x="2863" y="6112"/>
                    <a:pt x="2910" y="6049"/>
                  </a:cubicBezTo>
                  <a:cubicBezTo>
                    <a:pt x="3472" y="5249"/>
                    <a:pt x="3859" y="4292"/>
                    <a:pt x="3825" y="3282"/>
                  </a:cubicBezTo>
                  <a:lnTo>
                    <a:pt x="679" y="0"/>
                  </a:lnTo>
                  <a:close/>
                </a:path>
              </a:pathLst>
            </a:custGeom>
            <a:solidFill>
              <a:srgbClr val="D2DAE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839" name="Google Shape;18839;p46"/>
            <p:cNvSpPr/>
            <p:nvPr/>
          </p:nvSpPr>
          <p:spPr>
            <a:xfrm>
              <a:off x="3478962" y="3573711"/>
              <a:ext cx="68146" cy="150324"/>
            </a:xfrm>
            <a:custGeom>
              <a:rect b="b" l="l" r="r" t="t"/>
              <a:pathLst>
                <a:path extrusionOk="0" h="5731" w="2598">
                  <a:moveTo>
                    <a:pt x="618" y="1"/>
                  </a:moveTo>
                  <a:lnTo>
                    <a:pt x="1" y="4279"/>
                  </a:lnTo>
                  <a:cubicBezTo>
                    <a:pt x="652" y="4889"/>
                    <a:pt x="1581" y="5513"/>
                    <a:pt x="2598" y="5730"/>
                  </a:cubicBezTo>
                  <a:lnTo>
                    <a:pt x="618" y="1"/>
                  </a:lnTo>
                  <a:close/>
                </a:path>
              </a:pathLst>
            </a:custGeom>
            <a:solidFill>
              <a:srgbClr val="C1CDD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840" name="Google Shape;18840;p46"/>
            <p:cNvSpPr/>
            <p:nvPr/>
          </p:nvSpPr>
          <p:spPr>
            <a:xfrm>
              <a:off x="3382383" y="3674749"/>
              <a:ext cx="32368" cy="34151"/>
            </a:xfrm>
            <a:custGeom>
              <a:rect b="b" l="l" r="r" t="t"/>
              <a:pathLst>
                <a:path extrusionOk="0" h="1302" w="1234">
                  <a:moveTo>
                    <a:pt x="826" y="0"/>
                  </a:moveTo>
                  <a:cubicBezTo>
                    <a:pt x="739" y="0"/>
                    <a:pt x="651" y="41"/>
                    <a:pt x="591" y="142"/>
                  </a:cubicBezTo>
                  <a:lnTo>
                    <a:pt x="123" y="861"/>
                  </a:lnTo>
                  <a:cubicBezTo>
                    <a:pt x="1" y="1051"/>
                    <a:pt x="136" y="1302"/>
                    <a:pt x="367" y="1302"/>
                  </a:cubicBezTo>
                  <a:cubicBezTo>
                    <a:pt x="462" y="1302"/>
                    <a:pt x="550" y="1254"/>
                    <a:pt x="604" y="1173"/>
                  </a:cubicBezTo>
                  <a:lnTo>
                    <a:pt x="1072" y="454"/>
                  </a:lnTo>
                  <a:cubicBezTo>
                    <a:pt x="1234" y="231"/>
                    <a:pt x="1031" y="0"/>
                    <a:pt x="826" y="0"/>
                  </a:cubicBezTo>
                  <a:close/>
                </a:path>
              </a:pathLst>
            </a:custGeom>
            <a:solidFill>
              <a:srgbClr val="ADBCC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841" name="Google Shape;18841;p46"/>
            <p:cNvSpPr/>
            <p:nvPr/>
          </p:nvSpPr>
          <p:spPr>
            <a:xfrm>
              <a:off x="3551698" y="3514484"/>
              <a:ext cx="80972" cy="19069"/>
            </a:xfrm>
            <a:custGeom>
              <a:rect b="b" l="l" r="r" t="t"/>
              <a:pathLst>
                <a:path extrusionOk="0" h="727" w="3087">
                  <a:moveTo>
                    <a:pt x="2706" y="0"/>
                  </a:moveTo>
                  <a:cubicBezTo>
                    <a:pt x="2699" y="0"/>
                    <a:pt x="2693" y="0"/>
                    <a:pt x="2686" y="1"/>
                  </a:cubicBezTo>
                  <a:lnTo>
                    <a:pt x="360" y="163"/>
                  </a:lnTo>
                  <a:cubicBezTo>
                    <a:pt x="1" y="191"/>
                    <a:pt x="14" y="726"/>
                    <a:pt x="381" y="726"/>
                  </a:cubicBezTo>
                  <a:lnTo>
                    <a:pt x="401" y="726"/>
                  </a:lnTo>
                  <a:lnTo>
                    <a:pt x="2727" y="563"/>
                  </a:lnTo>
                  <a:cubicBezTo>
                    <a:pt x="3086" y="530"/>
                    <a:pt x="3054" y="0"/>
                    <a:pt x="2706" y="0"/>
                  </a:cubicBezTo>
                  <a:close/>
                </a:path>
              </a:pathLst>
            </a:custGeom>
            <a:solidFill>
              <a:srgbClr val="ADBCC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842" name="Google Shape;18842;p46"/>
            <p:cNvSpPr/>
            <p:nvPr/>
          </p:nvSpPr>
          <p:spPr>
            <a:xfrm>
              <a:off x="3490241" y="3574787"/>
              <a:ext cx="49575" cy="107254"/>
            </a:xfrm>
            <a:custGeom>
              <a:rect b="b" l="l" r="r" t="t"/>
              <a:pathLst>
                <a:path extrusionOk="0" h="4089" w="1890">
                  <a:moveTo>
                    <a:pt x="365" y="0"/>
                  </a:moveTo>
                  <a:cubicBezTo>
                    <a:pt x="185" y="0"/>
                    <a:pt x="1" y="163"/>
                    <a:pt x="93" y="394"/>
                  </a:cubicBezTo>
                  <a:lnTo>
                    <a:pt x="1286" y="3899"/>
                  </a:lnTo>
                  <a:cubicBezTo>
                    <a:pt x="1327" y="4014"/>
                    <a:pt x="1435" y="4089"/>
                    <a:pt x="1557" y="4089"/>
                  </a:cubicBezTo>
                  <a:cubicBezTo>
                    <a:pt x="1754" y="4089"/>
                    <a:pt x="1890" y="3899"/>
                    <a:pt x="1829" y="3716"/>
                  </a:cubicBezTo>
                  <a:lnTo>
                    <a:pt x="628" y="211"/>
                  </a:lnTo>
                  <a:cubicBezTo>
                    <a:pt x="587" y="63"/>
                    <a:pt x="477" y="0"/>
                    <a:pt x="365" y="0"/>
                  </a:cubicBezTo>
                  <a:close/>
                </a:path>
              </a:pathLst>
            </a:custGeom>
            <a:solidFill>
              <a:srgbClr val="ADBCC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843" name="Google Shape;18843;p46"/>
            <p:cNvSpPr/>
            <p:nvPr/>
          </p:nvSpPr>
          <p:spPr>
            <a:xfrm>
              <a:off x="3307156" y="3365314"/>
              <a:ext cx="345239" cy="335508"/>
            </a:xfrm>
            <a:custGeom>
              <a:rect b="b" l="l" r="r" t="t"/>
              <a:pathLst>
                <a:path extrusionOk="0" h="12791" w="13162">
                  <a:moveTo>
                    <a:pt x="5402" y="1"/>
                  </a:moveTo>
                  <a:cubicBezTo>
                    <a:pt x="5127" y="1"/>
                    <a:pt x="4843" y="46"/>
                    <a:pt x="4564" y="141"/>
                  </a:cubicBezTo>
                  <a:cubicBezTo>
                    <a:pt x="3330" y="562"/>
                    <a:pt x="2631" y="1809"/>
                    <a:pt x="3011" y="2921"/>
                  </a:cubicBezTo>
                  <a:cubicBezTo>
                    <a:pt x="3079" y="3091"/>
                    <a:pt x="3160" y="3247"/>
                    <a:pt x="3248" y="3409"/>
                  </a:cubicBezTo>
                  <a:lnTo>
                    <a:pt x="3052" y="3877"/>
                  </a:lnTo>
                  <a:cubicBezTo>
                    <a:pt x="2842" y="3809"/>
                    <a:pt x="2625" y="3769"/>
                    <a:pt x="2408" y="3748"/>
                  </a:cubicBezTo>
                  <a:cubicBezTo>
                    <a:pt x="2359" y="3745"/>
                    <a:pt x="2310" y="3743"/>
                    <a:pt x="2262" y="3743"/>
                  </a:cubicBezTo>
                  <a:cubicBezTo>
                    <a:pt x="1150" y="3743"/>
                    <a:pt x="200" y="4698"/>
                    <a:pt x="102" y="5945"/>
                  </a:cubicBezTo>
                  <a:cubicBezTo>
                    <a:pt x="1" y="7247"/>
                    <a:pt x="875" y="8380"/>
                    <a:pt x="2048" y="8468"/>
                  </a:cubicBezTo>
                  <a:cubicBezTo>
                    <a:pt x="2117" y="8473"/>
                    <a:pt x="2188" y="8476"/>
                    <a:pt x="2259" y="8476"/>
                  </a:cubicBezTo>
                  <a:cubicBezTo>
                    <a:pt x="2864" y="8476"/>
                    <a:pt x="3559" y="8279"/>
                    <a:pt x="4232" y="8000"/>
                  </a:cubicBezTo>
                  <a:lnTo>
                    <a:pt x="4232" y="8000"/>
                  </a:lnTo>
                  <a:cubicBezTo>
                    <a:pt x="3621" y="8542"/>
                    <a:pt x="3072" y="9166"/>
                    <a:pt x="2842" y="9756"/>
                  </a:cubicBezTo>
                  <a:cubicBezTo>
                    <a:pt x="2408" y="10848"/>
                    <a:pt x="3038" y="12129"/>
                    <a:pt x="4259" y="12611"/>
                  </a:cubicBezTo>
                  <a:cubicBezTo>
                    <a:pt x="4571" y="12733"/>
                    <a:pt x="4892" y="12791"/>
                    <a:pt x="5203" y="12791"/>
                  </a:cubicBezTo>
                  <a:cubicBezTo>
                    <a:pt x="6101" y="12791"/>
                    <a:pt x="6920" y="12309"/>
                    <a:pt x="7242" y="11499"/>
                  </a:cubicBezTo>
                  <a:cubicBezTo>
                    <a:pt x="7561" y="10692"/>
                    <a:pt x="7520" y="9363"/>
                    <a:pt x="7344" y="8291"/>
                  </a:cubicBezTo>
                  <a:lnTo>
                    <a:pt x="7344" y="8291"/>
                  </a:lnTo>
                  <a:cubicBezTo>
                    <a:pt x="7697" y="8976"/>
                    <a:pt x="8659" y="10271"/>
                    <a:pt x="9453" y="10739"/>
                  </a:cubicBezTo>
                  <a:cubicBezTo>
                    <a:pt x="9766" y="10925"/>
                    <a:pt x="10112" y="11013"/>
                    <a:pt x="10460" y="11013"/>
                  </a:cubicBezTo>
                  <a:cubicBezTo>
                    <a:pt x="11241" y="11013"/>
                    <a:pt x="12033" y="10570"/>
                    <a:pt x="12497" y="9797"/>
                  </a:cubicBezTo>
                  <a:cubicBezTo>
                    <a:pt x="13162" y="8671"/>
                    <a:pt x="12884" y="7274"/>
                    <a:pt x="11867" y="6671"/>
                  </a:cubicBezTo>
                  <a:cubicBezTo>
                    <a:pt x="11304" y="6332"/>
                    <a:pt x="10511" y="6183"/>
                    <a:pt x="9704" y="6128"/>
                  </a:cubicBezTo>
                  <a:lnTo>
                    <a:pt x="9758" y="6115"/>
                  </a:lnTo>
                  <a:cubicBezTo>
                    <a:pt x="10497" y="5898"/>
                    <a:pt x="11202" y="5593"/>
                    <a:pt x="11643" y="5193"/>
                  </a:cubicBezTo>
                  <a:cubicBezTo>
                    <a:pt x="12518" y="4406"/>
                    <a:pt x="12518" y="2975"/>
                    <a:pt x="11643" y="2006"/>
                  </a:cubicBezTo>
                  <a:cubicBezTo>
                    <a:pt x="11143" y="1456"/>
                    <a:pt x="10471" y="1170"/>
                    <a:pt x="9823" y="1170"/>
                  </a:cubicBezTo>
                  <a:cubicBezTo>
                    <a:pt x="9329" y="1170"/>
                    <a:pt x="8848" y="1337"/>
                    <a:pt x="8470" y="1680"/>
                  </a:cubicBezTo>
                  <a:cubicBezTo>
                    <a:pt x="8164" y="1952"/>
                    <a:pt x="7893" y="2358"/>
                    <a:pt x="7663" y="2813"/>
                  </a:cubicBezTo>
                  <a:cubicBezTo>
                    <a:pt x="7676" y="2304"/>
                    <a:pt x="7615" y="1769"/>
                    <a:pt x="7493" y="1389"/>
                  </a:cubicBezTo>
                  <a:cubicBezTo>
                    <a:pt x="7199" y="528"/>
                    <a:pt x="6345" y="1"/>
                    <a:pt x="5402" y="1"/>
                  </a:cubicBezTo>
                  <a:close/>
                </a:path>
              </a:pathLst>
            </a:custGeom>
            <a:solidFill>
              <a:srgbClr val="788A9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844" name="Google Shape;18844;p46"/>
            <p:cNvSpPr/>
            <p:nvPr/>
          </p:nvSpPr>
          <p:spPr>
            <a:xfrm>
              <a:off x="3376167" y="3431859"/>
              <a:ext cx="199453" cy="203623"/>
            </a:xfrm>
            <a:custGeom>
              <a:rect b="b" l="l" r="r" t="t"/>
              <a:pathLst>
                <a:path extrusionOk="0" h="7763" w="7604">
                  <a:moveTo>
                    <a:pt x="2874" y="0"/>
                  </a:moveTo>
                  <a:cubicBezTo>
                    <a:pt x="2663" y="0"/>
                    <a:pt x="2451" y="187"/>
                    <a:pt x="2543" y="452"/>
                  </a:cubicBezTo>
                  <a:lnTo>
                    <a:pt x="3594" y="3530"/>
                  </a:lnTo>
                  <a:lnTo>
                    <a:pt x="339" y="3585"/>
                  </a:lnTo>
                  <a:cubicBezTo>
                    <a:pt x="150" y="3585"/>
                    <a:pt x="0" y="3734"/>
                    <a:pt x="0" y="3924"/>
                  </a:cubicBezTo>
                  <a:cubicBezTo>
                    <a:pt x="0" y="4114"/>
                    <a:pt x="150" y="4263"/>
                    <a:pt x="339" y="4263"/>
                  </a:cubicBezTo>
                  <a:lnTo>
                    <a:pt x="346" y="4263"/>
                  </a:lnTo>
                  <a:lnTo>
                    <a:pt x="3594" y="4215"/>
                  </a:lnTo>
                  <a:lnTo>
                    <a:pt x="2638" y="7328"/>
                  </a:lnTo>
                  <a:cubicBezTo>
                    <a:pt x="2584" y="7504"/>
                    <a:pt x="2686" y="7694"/>
                    <a:pt x="2862" y="7748"/>
                  </a:cubicBezTo>
                  <a:cubicBezTo>
                    <a:pt x="2895" y="7758"/>
                    <a:pt x="2929" y="7763"/>
                    <a:pt x="2962" y="7763"/>
                  </a:cubicBezTo>
                  <a:cubicBezTo>
                    <a:pt x="3110" y="7763"/>
                    <a:pt x="3245" y="7668"/>
                    <a:pt x="3289" y="7524"/>
                  </a:cubicBezTo>
                  <a:lnTo>
                    <a:pt x="4245" y="4412"/>
                  </a:lnTo>
                  <a:lnTo>
                    <a:pt x="6910" y="6290"/>
                  </a:lnTo>
                  <a:cubicBezTo>
                    <a:pt x="6976" y="6337"/>
                    <a:pt x="7043" y="6357"/>
                    <a:pt x="7106" y="6357"/>
                  </a:cubicBezTo>
                  <a:cubicBezTo>
                    <a:pt x="7393" y="6357"/>
                    <a:pt x="7603" y="5944"/>
                    <a:pt x="7303" y="5727"/>
                  </a:cubicBezTo>
                  <a:lnTo>
                    <a:pt x="7303" y="5727"/>
                  </a:lnTo>
                  <a:lnTo>
                    <a:pt x="7310" y="5734"/>
                  </a:lnTo>
                  <a:lnTo>
                    <a:pt x="7310" y="5734"/>
                  </a:lnTo>
                  <a:lnTo>
                    <a:pt x="4652" y="3863"/>
                  </a:lnTo>
                  <a:lnTo>
                    <a:pt x="7249" y="1910"/>
                  </a:lnTo>
                  <a:cubicBezTo>
                    <a:pt x="7546" y="1690"/>
                    <a:pt x="7335" y="1287"/>
                    <a:pt x="7049" y="1287"/>
                  </a:cubicBezTo>
                  <a:cubicBezTo>
                    <a:pt x="6982" y="1287"/>
                    <a:pt x="6911" y="1309"/>
                    <a:pt x="6842" y="1361"/>
                  </a:cubicBezTo>
                  <a:lnTo>
                    <a:pt x="4238" y="3313"/>
                  </a:lnTo>
                  <a:lnTo>
                    <a:pt x="3187" y="235"/>
                  </a:lnTo>
                  <a:cubicBezTo>
                    <a:pt x="3131" y="70"/>
                    <a:pt x="3003" y="0"/>
                    <a:pt x="2874" y="0"/>
                  </a:cubicBezTo>
                  <a:close/>
                </a:path>
              </a:pathLst>
            </a:custGeom>
            <a:solidFill>
              <a:srgbClr val="5B728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845" name="Google Shape;18845;p46"/>
            <p:cNvSpPr/>
            <p:nvPr/>
          </p:nvSpPr>
          <p:spPr>
            <a:xfrm>
              <a:off x="3390803" y="3461499"/>
              <a:ext cx="99228" cy="74887"/>
            </a:xfrm>
            <a:custGeom>
              <a:rect b="b" l="l" r="r" t="t"/>
              <a:pathLst>
                <a:path extrusionOk="0" h="2855" w="3783">
                  <a:moveTo>
                    <a:pt x="558" y="0"/>
                  </a:moveTo>
                  <a:cubicBezTo>
                    <a:pt x="374" y="0"/>
                    <a:pt x="236" y="242"/>
                    <a:pt x="405" y="400"/>
                  </a:cubicBezTo>
                  <a:lnTo>
                    <a:pt x="1992" y="1709"/>
                  </a:lnTo>
                  <a:lnTo>
                    <a:pt x="453" y="949"/>
                  </a:lnTo>
                  <a:cubicBezTo>
                    <a:pt x="413" y="928"/>
                    <a:pt x="374" y="919"/>
                    <a:pt x="338" y="919"/>
                  </a:cubicBezTo>
                  <a:cubicBezTo>
                    <a:pt x="119" y="919"/>
                    <a:pt x="1" y="1264"/>
                    <a:pt x="263" y="1363"/>
                  </a:cubicBezTo>
                  <a:lnTo>
                    <a:pt x="3375" y="2834"/>
                  </a:lnTo>
                  <a:cubicBezTo>
                    <a:pt x="3409" y="2848"/>
                    <a:pt x="3436" y="2855"/>
                    <a:pt x="3470" y="2855"/>
                  </a:cubicBezTo>
                  <a:cubicBezTo>
                    <a:pt x="3687" y="2855"/>
                    <a:pt x="3782" y="2590"/>
                    <a:pt x="3619" y="2455"/>
                  </a:cubicBezTo>
                  <a:lnTo>
                    <a:pt x="697" y="48"/>
                  </a:lnTo>
                  <a:cubicBezTo>
                    <a:pt x="650" y="14"/>
                    <a:pt x="603" y="0"/>
                    <a:pt x="558" y="0"/>
                  </a:cubicBezTo>
                  <a:close/>
                </a:path>
              </a:pathLst>
            </a:custGeom>
            <a:solidFill>
              <a:srgbClr val="E3E8E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846" name="Google Shape;18846;p46"/>
            <p:cNvSpPr/>
            <p:nvPr/>
          </p:nvSpPr>
          <p:spPr>
            <a:xfrm>
              <a:off x="3369058" y="3464516"/>
              <a:ext cx="29902" cy="29719"/>
            </a:xfrm>
            <a:custGeom>
              <a:rect b="b" l="l" r="r" t="t"/>
              <a:pathLst>
                <a:path extrusionOk="0" h="1133" w="1140">
                  <a:moveTo>
                    <a:pt x="570" y="0"/>
                  </a:moveTo>
                  <a:cubicBezTo>
                    <a:pt x="258" y="0"/>
                    <a:pt x="0" y="251"/>
                    <a:pt x="0" y="563"/>
                  </a:cubicBezTo>
                  <a:cubicBezTo>
                    <a:pt x="0" y="882"/>
                    <a:pt x="258" y="1133"/>
                    <a:pt x="570" y="1133"/>
                  </a:cubicBezTo>
                  <a:cubicBezTo>
                    <a:pt x="888" y="1133"/>
                    <a:pt x="1139" y="882"/>
                    <a:pt x="1139" y="563"/>
                  </a:cubicBezTo>
                  <a:cubicBezTo>
                    <a:pt x="1139" y="251"/>
                    <a:pt x="888" y="0"/>
                    <a:pt x="570" y="0"/>
                  </a:cubicBezTo>
                  <a:close/>
                </a:path>
              </a:pathLst>
            </a:custGeom>
            <a:solidFill>
              <a:srgbClr val="D8E0E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847" name="Google Shape;18847;p46"/>
            <p:cNvSpPr/>
            <p:nvPr/>
          </p:nvSpPr>
          <p:spPr>
            <a:xfrm>
              <a:off x="3386475" y="3446732"/>
              <a:ext cx="29902" cy="29902"/>
            </a:xfrm>
            <a:custGeom>
              <a:rect b="b" l="l" r="r" t="t"/>
              <a:pathLst>
                <a:path extrusionOk="0" h="1140" w="1140">
                  <a:moveTo>
                    <a:pt x="570" y="0"/>
                  </a:moveTo>
                  <a:cubicBezTo>
                    <a:pt x="258" y="0"/>
                    <a:pt x="1" y="258"/>
                    <a:pt x="1" y="570"/>
                  </a:cubicBezTo>
                  <a:cubicBezTo>
                    <a:pt x="1" y="882"/>
                    <a:pt x="258" y="1139"/>
                    <a:pt x="570" y="1139"/>
                  </a:cubicBezTo>
                  <a:cubicBezTo>
                    <a:pt x="882" y="1139"/>
                    <a:pt x="1140" y="882"/>
                    <a:pt x="1140" y="570"/>
                  </a:cubicBezTo>
                  <a:cubicBezTo>
                    <a:pt x="1140" y="258"/>
                    <a:pt x="882" y="0"/>
                    <a:pt x="570" y="0"/>
                  </a:cubicBezTo>
                  <a:close/>
                </a:path>
              </a:pathLst>
            </a:custGeom>
            <a:solidFill>
              <a:srgbClr val="E3E8E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848" name="Google Shape;18848;p46"/>
            <p:cNvSpPr/>
            <p:nvPr/>
          </p:nvSpPr>
          <p:spPr>
            <a:xfrm>
              <a:off x="3390042" y="3471099"/>
              <a:ext cx="29719" cy="29719"/>
            </a:xfrm>
            <a:custGeom>
              <a:rect b="b" l="l" r="r" t="t"/>
              <a:pathLst>
                <a:path extrusionOk="0" h="1133" w="1133">
                  <a:moveTo>
                    <a:pt x="563" y="0"/>
                  </a:moveTo>
                  <a:cubicBezTo>
                    <a:pt x="251" y="0"/>
                    <a:pt x="0" y="251"/>
                    <a:pt x="0" y="570"/>
                  </a:cubicBezTo>
                  <a:cubicBezTo>
                    <a:pt x="0" y="882"/>
                    <a:pt x="251" y="1133"/>
                    <a:pt x="563" y="1133"/>
                  </a:cubicBezTo>
                  <a:cubicBezTo>
                    <a:pt x="882" y="1133"/>
                    <a:pt x="1133" y="882"/>
                    <a:pt x="1133" y="570"/>
                  </a:cubicBezTo>
                  <a:cubicBezTo>
                    <a:pt x="1133" y="251"/>
                    <a:pt x="882" y="0"/>
                    <a:pt x="563" y="0"/>
                  </a:cubicBezTo>
                  <a:close/>
                </a:path>
              </a:pathLst>
            </a:custGeom>
            <a:solidFill>
              <a:srgbClr val="EEF1F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8849" name="Google Shape;18849;p46"/>
          <p:cNvGrpSpPr/>
          <p:nvPr/>
        </p:nvGrpSpPr>
        <p:grpSpPr>
          <a:xfrm>
            <a:off x="7422407" y="1980107"/>
            <a:ext cx="372807" cy="370080"/>
            <a:chOff x="7422407" y="1980107"/>
            <a:chExt cx="372807" cy="370080"/>
          </a:xfrm>
        </p:grpSpPr>
        <p:sp>
          <p:nvSpPr>
            <p:cNvPr id="18850" name="Google Shape;18850;p46"/>
            <p:cNvSpPr/>
            <p:nvPr/>
          </p:nvSpPr>
          <p:spPr>
            <a:xfrm>
              <a:off x="7422407" y="2057670"/>
              <a:ext cx="90546" cy="89680"/>
            </a:xfrm>
            <a:custGeom>
              <a:rect b="b" l="l" r="r" t="t"/>
              <a:pathLst>
                <a:path extrusionOk="0" h="3419" w="3452">
                  <a:moveTo>
                    <a:pt x="319" y="1"/>
                  </a:moveTo>
                  <a:cubicBezTo>
                    <a:pt x="204" y="1"/>
                    <a:pt x="96" y="87"/>
                    <a:pt x="81" y="218"/>
                  </a:cubicBezTo>
                  <a:cubicBezTo>
                    <a:pt x="0" y="1181"/>
                    <a:pt x="95" y="3418"/>
                    <a:pt x="2767" y="3418"/>
                  </a:cubicBezTo>
                  <a:lnTo>
                    <a:pt x="3451" y="1825"/>
                  </a:lnTo>
                  <a:cubicBezTo>
                    <a:pt x="2373" y="1384"/>
                    <a:pt x="1370" y="788"/>
                    <a:pt x="468" y="55"/>
                  </a:cubicBezTo>
                  <a:cubicBezTo>
                    <a:pt x="422" y="18"/>
                    <a:pt x="370" y="1"/>
                    <a:pt x="319" y="1"/>
                  </a:cubicBezTo>
                  <a:close/>
                </a:path>
              </a:pathLst>
            </a:custGeom>
            <a:solidFill>
              <a:srgbClr val="C8D3D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851" name="Google Shape;18851;p46"/>
            <p:cNvSpPr/>
            <p:nvPr/>
          </p:nvSpPr>
          <p:spPr>
            <a:xfrm>
              <a:off x="7704668" y="2057670"/>
              <a:ext cx="90546" cy="89680"/>
            </a:xfrm>
            <a:custGeom>
              <a:rect b="b" l="l" r="r" t="t"/>
              <a:pathLst>
                <a:path extrusionOk="0" h="3419" w="3452">
                  <a:moveTo>
                    <a:pt x="3135" y="1"/>
                  </a:moveTo>
                  <a:cubicBezTo>
                    <a:pt x="3085" y="1"/>
                    <a:pt x="3034" y="18"/>
                    <a:pt x="2990" y="55"/>
                  </a:cubicBezTo>
                  <a:cubicBezTo>
                    <a:pt x="2082" y="788"/>
                    <a:pt x="1078" y="1384"/>
                    <a:pt x="0" y="1825"/>
                  </a:cubicBezTo>
                  <a:lnTo>
                    <a:pt x="685" y="3418"/>
                  </a:lnTo>
                  <a:cubicBezTo>
                    <a:pt x="3356" y="3418"/>
                    <a:pt x="3451" y="1181"/>
                    <a:pt x="3370" y="218"/>
                  </a:cubicBezTo>
                  <a:cubicBezTo>
                    <a:pt x="3356" y="87"/>
                    <a:pt x="3248" y="1"/>
                    <a:pt x="3135" y="1"/>
                  </a:cubicBezTo>
                  <a:close/>
                </a:path>
              </a:pathLst>
            </a:custGeom>
            <a:solidFill>
              <a:srgbClr val="C8D3D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852" name="Google Shape;18852;p46"/>
            <p:cNvSpPr/>
            <p:nvPr/>
          </p:nvSpPr>
          <p:spPr>
            <a:xfrm>
              <a:off x="7469175" y="1981340"/>
              <a:ext cx="278720" cy="350984"/>
            </a:xfrm>
            <a:custGeom>
              <a:rect b="b" l="l" r="r" t="t"/>
              <a:pathLst>
                <a:path extrusionOk="0" h="13381" w="10626">
                  <a:moveTo>
                    <a:pt x="5316" y="0"/>
                  </a:moveTo>
                  <a:cubicBezTo>
                    <a:pt x="5233" y="0"/>
                    <a:pt x="5150" y="3"/>
                    <a:pt x="5066" y="9"/>
                  </a:cubicBezTo>
                  <a:cubicBezTo>
                    <a:pt x="3174" y="138"/>
                    <a:pt x="1696" y="1697"/>
                    <a:pt x="1668" y="3596"/>
                  </a:cubicBezTo>
                  <a:cubicBezTo>
                    <a:pt x="1668" y="3691"/>
                    <a:pt x="1675" y="3786"/>
                    <a:pt x="1682" y="3874"/>
                  </a:cubicBezTo>
                  <a:cubicBezTo>
                    <a:pt x="1729" y="4430"/>
                    <a:pt x="1580" y="4986"/>
                    <a:pt x="1255" y="5440"/>
                  </a:cubicBezTo>
                  <a:cubicBezTo>
                    <a:pt x="156" y="6966"/>
                    <a:pt x="0" y="8980"/>
                    <a:pt x="855" y="10648"/>
                  </a:cubicBezTo>
                  <a:cubicBezTo>
                    <a:pt x="1709" y="12322"/>
                    <a:pt x="3425" y="13380"/>
                    <a:pt x="5303" y="13380"/>
                  </a:cubicBezTo>
                  <a:cubicBezTo>
                    <a:pt x="5309" y="13380"/>
                    <a:pt x="5315" y="13380"/>
                    <a:pt x="5321" y="13380"/>
                  </a:cubicBezTo>
                  <a:cubicBezTo>
                    <a:pt x="7192" y="13380"/>
                    <a:pt x="8906" y="12331"/>
                    <a:pt x="9765" y="10668"/>
                  </a:cubicBezTo>
                  <a:cubicBezTo>
                    <a:pt x="10626" y="8993"/>
                    <a:pt x="10477" y="6986"/>
                    <a:pt x="9378" y="5454"/>
                  </a:cubicBezTo>
                  <a:cubicBezTo>
                    <a:pt x="9053" y="5020"/>
                    <a:pt x="8890" y="4484"/>
                    <a:pt x="8937" y="3942"/>
                  </a:cubicBezTo>
                  <a:cubicBezTo>
                    <a:pt x="8958" y="3664"/>
                    <a:pt x="8958" y="3379"/>
                    <a:pt x="8917" y="3101"/>
                  </a:cubicBezTo>
                  <a:cubicBezTo>
                    <a:pt x="8645" y="1306"/>
                    <a:pt x="7103" y="0"/>
                    <a:pt x="5316" y="0"/>
                  </a:cubicBezTo>
                  <a:close/>
                </a:path>
              </a:pathLst>
            </a:custGeom>
            <a:solidFill>
              <a:srgbClr val="E3E8E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853" name="Google Shape;18853;p46"/>
            <p:cNvSpPr/>
            <p:nvPr/>
          </p:nvSpPr>
          <p:spPr>
            <a:xfrm>
              <a:off x="7443207" y="1980107"/>
              <a:ext cx="189276" cy="352295"/>
            </a:xfrm>
            <a:custGeom>
              <a:rect b="b" l="l" r="r" t="t"/>
              <a:pathLst>
                <a:path extrusionOk="0" h="13431" w="7216">
                  <a:moveTo>
                    <a:pt x="6300" y="1"/>
                  </a:moveTo>
                  <a:cubicBezTo>
                    <a:pt x="4293" y="1"/>
                    <a:pt x="2658" y="1627"/>
                    <a:pt x="2658" y="3643"/>
                  </a:cubicBezTo>
                  <a:cubicBezTo>
                    <a:pt x="2658" y="3738"/>
                    <a:pt x="2658" y="3833"/>
                    <a:pt x="2665" y="3921"/>
                  </a:cubicBezTo>
                  <a:cubicBezTo>
                    <a:pt x="2719" y="4477"/>
                    <a:pt x="2570" y="5033"/>
                    <a:pt x="2245" y="5487"/>
                  </a:cubicBezTo>
                  <a:cubicBezTo>
                    <a:pt x="0" y="8593"/>
                    <a:pt x="1926" y="12966"/>
                    <a:pt x="5730" y="13400"/>
                  </a:cubicBezTo>
                  <a:cubicBezTo>
                    <a:pt x="5913" y="13420"/>
                    <a:pt x="6097" y="13430"/>
                    <a:pt x="6281" y="13430"/>
                  </a:cubicBezTo>
                  <a:cubicBezTo>
                    <a:pt x="6594" y="13430"/>
                    <a:pt x="6907" y="13401"/>
                    <a:pt x="7215" y="13346"/>
                  </a:cubicBezTo>
                  <a:cubicBezTo>
                    <a:pt x="5018" y="12932"/>
                    <a:pt x="3357" y="11122"/>
                    <a:pt x="3140" y="8905"/>
                  </a:cubicBezTo>
                  <a:cubicBezTo>
                    <a:pt x="3018" y="7691"/>
                    <a:pt x="3350" y="6477"/>
                    <a:pt x="4062" y="5487"/>
                  </a:cubicBezTo>
                  <a:cubicBezTo>
                    <a:pt x="4388" y="5033"/>
                    <a:pt x="4537" y="4477"/>
                    <a:pt x="4489" y="3921"/>
                  </a:cubicBezTo>
                  <a:cubicBezTo>
                    <a:pt x="4482" y="3833"/>
                    <a:pt x="4476" y="3738"/>
                    <a:pt x="4476" y="3643"/>
                  </a:cubicBezTo>
                  <a:cubicBezTo>
                    <a:pt x="4476" y="1988"/>
                    <a:pt x="5601" y="537"/>
                    <a:pt x="7202" y="124"/>
                  </a:cubicBezTo>
                  <a:cubicBezTo>
                    <a:pt x="6930" y="49"/>
                    <a:pt x="6659" y="8"/>
                    <a:pt x="6374" y="2"/>
                  </a:cubicBezTo>
                  <a:cubicBezTo>
                    <a:pt x="6349" y="1"/>
                    <a:pt x="6325" y="1"/>
                    <a:pt x="6300" y="1"/>
                  </a:cubicBezTo>
                  <a:close/>
                </a:path>
              </a:pathLst>
            </a:custGeom>
            <a:solidFill>
              <a:srgbClr val="D8E0E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854" name="Google Shape;18854;p46"/>
            <p:cNvSpPr/>
            <p:nvPr/>
          </p:nvSpPr>
          <p:spPr>
            <a:xfrm>
              <a:off x="7456007" y="2181790"/>
              <a:ext cx="302038" cy="168370"/>
            </a:xfrm>
            <a:custGeom>
              <a:rect b="b" l="l" r="r" t="t"/>
              <a:pathLst>
                <a:path extrusionOk="0" h="6419" w="11515">
                  <a:moveTo>
                    <a:pt x="332" y="0"/>
                  </a:moveTo>
                  <a:cubicBezTo>
                    <a:pt x="241" y="0"/>
                    <a:pt x="155" y="68"/>
                    <a:pt x="150" y="171"/>
                  </a:cubicBezTo>
                  <a:lnTo>
                    <a:pt x="150" y="219"/>
                  </a:lnTo>
                  <a:cubicBezTo>
                    <a:pt x="1" y="3460"/>
                    <a:pt x="2428" y="6328"/>
                    <a:pt x="5669" y="6416"/>
                  </a:cubicBezTo>
                  <a:cubicBezTo>
                    <a:pt x="5723" y="6418"/>
                    <a:pt x="5776" y="6418"/>
                    <a:pt x="5829" y="6418"/>
                  </a:cubicBezTo>
                  <a:cubicBezTo>
                    <a:pt x="8957" y="6418"/>
                    <a:pt x="11514" y="3875"/>
                    <a:pt x="11514" y="727"/>
                  </a:cubicBezTo>
                  <a:lnTo>
                    <a:pt x="11514" y="565"/>
                  </a:lnTo>
                  <a:cubicBezTo>
                    <a:pt x="11514" y="458"/>
                    <a:pt x="11426" y="385"/>
                    <a:pt x="11329" y="385"/>
                  </a:cubicBezTo>
                  <a:cubicBezTo>
                    <a:pt x="11303" y="385"/>
                    <a:pt x="11276" y="390"/>
                    <a:pt x="11250" y="402"/>
                  </a:cubicBezTo>
                  <a:lnTo>
                    <a:pt x="9792" y="1134"/>
                  </a:lnTo>
                  <a:cubicBezTo>
                    <a:pt x="9764" y="1153"/>
                    <a:pt x="9732" y="1162"/>
                    <a:pt x="9700" y="1162"/>
                  </a:cubicBezTo>
                  <a:cubicBezTo>
                    <a:pt x="9662" y="1162"/>
                    <a:pt x="9625" y="1149"/>
                    <a:pt x="9595" y="1127"/>
                  </a:cubicBezTo>
                  <a:lnTo>
                    <a:pt x="8436" y="361"/>
                  </a:lnTo>
                  <a:cubicBezTo>
                    <a:pt x="8406" y="340"/>
                    <a:pt x="8371" y="330"/>
                    <a:pt x="8336" y="330"/>
                  </a:cubicBezTo>
                  <a:cubicBezTo>
                    <a:pt x="8290" y="330"/>
                    <a:pt x="8243" y="347"/>
                    <a:pt x="8205" y="382"/>
                  </a:cubicBezTo>
                  <a:lnTo>
                    <a:pt x="6849" y="1738"/>
                  </a:lnTo>
                  <a:cubicBezTo>
                    <a:pt x="6815" y="1772"/>
                    <a:pt x="6769" y="1789"/>
                    <a:pt x="6724" y="1789"/>
                  </a:cubicBezTo>
                  <a:cubicBezTo>
                    <a:pt x="6678" y="1789"/>
                    <a:pt x="6632" y="1772"/>
                    <a:pt x="6598" y="1738"/>
                  </a:cubicBezTo>
                  <a:lnTo>
                    <a:pt x="5493" y="639"/>
                  </a:lnTo>
                  <a:cubicBezTo>
                    <a:pt x="5459" y="602"/>
                    <a:pt x="5413" y="583"/>
                    <a:pt x="5367" y="583"/>
                  </a:cubicBezTo>
                  <a:cubicBezTo>
                    <a:pt x="5320" y="583"/>
                    <a:pt x="5273" y="602"/>
                    <a:pt x="5235" y="639"/>
                  </a:cubicBezTo>
                  <a:lnTo>
                    <a:pt x="4164" y="1772"/>
                  </a:lnTo>
                  <a:cubicBezTo>
                    <a:pt x="4130" y="1805"/>
                    <a:pt x="4083" y="1822"/>
                    <a:pt x="4035" y="1822"/>
                  </a:cubicBezTo>
                  <a:cubicBezTo>
                    <a:pt x="3988" y="1822"/>
                    <a:pt x="3940" y="1805"/>
                    <a:pt x="3906" y="1772"/>
                  </a:cubicBezTo>
                  <a:lnTo>
                    <a:pt x="2293" y="158"/>
                  </a:lnTo>
                  <a:cubicBezTo>
                    <a:pt x="2259" y="125"/>
                    <a:pt x="2214" y="107"/>
                    <a:pt x="2168" y="107"/>
                  </a:cubicBezTo>
                  <a:cubicBezTo>
                    <a:pt x="2129" y="107"/>
                    <a:pt x="2089" y="120"/>
                    <a:pt x="2055" y="144"/>
                  </a:cubicBezTo>
                  <a:lnTo>
                    <a:pt x="1384" y="646"/>
                  </a:lnTo>
                  <a:cubicBezTo>
                    <a:pt x="1351" y="669"/>
                    <a:pt x="1314" y="681"/>
                    <a:pt x="1276" y="681"/>
                  </a:cubicBezTo>
                  <a:cubicBezTo>
                    <a:pt x="1236" y="681"/>
                    <a:pt x="1195" y="667"/>
                    <a:pt x="1160" y="639"/>
                  </a:cubicBezTo>
                  <a:lnTo>
                    <a:pt x="448" y="43"/>
                  </a:lnTo>
                  <a:cubicBezTo>
                    <a:pt x="413" y="13"/>
                    <a:pt x="372" y="0"/>
                    <a:pt x="332" y="0"/>
                  </a:cubicBezTo>
                  <a:close/>
                </a:path>
              </a:pathLst>
            </a:custGeom>
            <a:solidFill>
              <a:srgbClr val="F2F6F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855" name="Google Shape;18855;p46"/>
            <p:cNvSpPr/>
            <p:nvPr/>
          </p:nvSpPr>
          <p:spPr>
            <a:xfrm>
              <a:off x="7757469" y="2189108"/>
              <a:ext cx="210" cy="26"/>
            </a:xfrm>
            <a:custGeom>
              <a:rect b="b" l="l" r="r" t="t"/>
              <a:pathLst>
                <a:path extrusionOk="0" h="1" w="8">
                  <a:moveTo>
                    <a:pt x="1" y="1"/>
                  </a:moveTo>
                  <a:lnTo>
                    <a:pt x="1" y="1"/>
                  </a:lnTo>
                  <a:lnTo>
                    <a:pt x="8" y="1"/>
                  </a:lnTo>
                  <a:close/>
                </a:path>
              </a:pathLst>
            </a:custGeom>
            <a:solidFill>
              <a:srgbClr val="F2F6F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856" name="Google Shape;18856;p46"/>
            <p:cNvSpPr/>
            <p:nvPr/>
          </p:nvSpPr>
          <p:spPr>
            <a:xfrm>
              <a:off x="7578554" y="2076896"/>
              <a:ext cx="59778" cy="57286"/>
            </a:xfrm>
            <a:custGeom>
              <a:rect b="b" l="l" r="r" t="t"/>
              <a:pathLst>
                <a:path extrusionOk="0" h="2184" w="2279">
                  <a:moveTo>
                    <a:pt x="1140" y="0"/>
                  </a:moveTo>
                  <a:cubicBezTo>
                    <a:pt x="767" y="0"/>
                    <a:pt x="1" y="590"/>
                    <a:pt x="1" y="1092"/>
                  </a:cubicBezTo>
                  <a:cubicBezTo>
                    <a:pt x="1" y="1594"/>
                    <a:pt x="767" y="2184"/>
                    <a:pt x="1140" y="2184"/>
                  </a:cubicBezTo>
                  <a:cubicBezTo>
                    <a:pt x="1513" y="2184"/>
                    <a:pt x="2279" y="1594"/>
                    <a:pt x="2279" y="1092"/>
                  </a:cubicBezTo>
                  <a:cubicBezTo>
                    <a:pt x="2279" y="590"/>
                    <a:pt x="1513" y="0"/>
                    <a:pt x="1140" y="0"/>
                  </a:cubicBezTo>
                  <a:close/>
                </a:path>
              </a:pathLst>
            </a:custGeom>
            <a:solidFill>
              <a:srgbClr val="BBC9D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857" name="Google Shape;18857;p46"/>
            <p:cNvSpPr/>
            <p:nvPr/>
          </p:nvSpPr>
          <p:spPr>
            <a:xfrm>
              <a:off x="7542802" y="2051820"/>
              <a:ext cx="23869" cy="29902"/>
            </a:xfrm>
            <a:custGeom>
              <a:rect b="b" l="l" r="r" t="t"/>
              <a:pathLst>
                <a:path extrusionOk="0" h="1140" w="910">
                  <a:moveTo>
                    <a:pt x="455" y="0"/>
                  </a:moveTo>
                  <a:cubicBezTo>
                    <a:pt x="204" y="0"/>
                    <a:pt x="1" y="204"/>
                    <a:pt x="1" y="455"/>
                  </a:cubicBezTo>
                  <a:lnTo>
                    <a:pt x="1" y="685"/>
                  </a:lnTo>
                  <a:cubicBezTo>
                    <a:pt x="1" y="936"/>
                    <a:pt x="204" y="1139"/>
                    <a:pt x="455" y="1139"/>
                  </a:cubicBezTo>
                  <a:cubicBezTo>
                    <a:pt x="706" y="1139"/>
                    <a:pt x="909" y="936"/>
                    <a:pt x="909" y="685"/>
                  </a:cubicBezTo>
                  <a:lnTo>
                    <a:pt x="909" y="455"/>
                  </a:lnTo>
                  <a:cubicBezTo>
                    <a:pt x="909" y="204"/>
                    <a:pt x="706" y="0"/>
                    <a:pt x="455" y="0"/>
                  </a:cubicBezTo>
                  <a:close/>
                </a:path>
              </a:pathLst>
            </a:custGeom>
            <a:solidFill>
              <a:srgbClr val="203B5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858" name="Google Shape;18858;p46"/>
            <p:cNvSpPr/>
            <p:nvPr/>
          </p:nvSpPr>
          <p:spPr>
            <a:xfrm>
              <a:off x="7650240" y="2051820"/>
              <a:ext cx="23843" cy="29902"/>
            </a:xfrm>
            <a:custGeom>
              <a:rect b="b" l="l" r="r" t="t"/>
              <a:pathLst>
                <a:path extrusionOk="0" h="1140" w="909">
                  <a:moveTo>
                    <a:pt x="454" y="0"/>
                  </a:moveTo>
                  <a:cubicBezTo>
                    <a:pt x="204" y="0"/>
                    <a:pt x="0" y="204"/>
                    <a:pt x="0" y="455"/>
                  </a:cubicBezTo>
                  <a:lnTo>
                    <a:pt x="0" y="685"/>
                  </a:lnTo>
                  <a:cubicBezTo>
                    <a:pt x="0" y="936"/>
                    <a:pt x="204" y="1139"/>
                    <a:pt x="454" y="1139"/>
                  </a:cubicBezTo>
                  <a:cubicBezTo>
                    <a:pt x="705" y="1139"/>
                    <a:pt x="909" y="936"/>
                    <a:pt x="909" y="685"/>
                  </a:cubicBezTo>
                  <a:lnTo>
                    <a:pt x="909" y="455"/>
                  </a:lnTo>
                  <a:cubicBezTo>
                    <a:pt x="909" y="204"/>
                    <a:pt x="705" y="0"/>
                    <a:pt x="454" y="0"/>
                  </a:cubicBezTo>
                  <a:close/>
                </a:path>
              </a:pathLst>
            </a:custGeom>
            <a:solidFill>
              <a:srgbClr val="203B5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859" name="Google Shape;18859;p46"/>
            <p:cNvSpPr/>
            <p:nvPr/>
          </p:nvSpPr>
          <p:spPr>
            <a:xfrm>
              <a:off x="7582462" y="2100582"/>
              <a:ext cx="51778" cy="22768"/>
            </a:xfrm>
            <a:custGeom>
              <a:rect b="b" l="l" r="r" t="t"/>
              <a:pathLst>
                <a:path extrusionOk="0" h="868" w="1974">
                  <a:moveTo>
                    <a:pt x="991" y="1"/>
                  </a:moveTo>
                  <a:cubicBezTo>
                    <a:pt x="726" y="1"/>
                    <a:pt x="462" y="50"/>
                    <a:pt x="211" y="148"/>
                  </a:cubicBezTo>
                  <a:cubicBezTo>
                    <a:pt x="41" y="209"/>
                    <a:pt x="1" y="433"/>
                    <a:pt x="150" y="542"/>
                  </a:cubicBezTo>
                  <a:cubicBezTo>
                    <a:pt x="401" y="725"/>
                    <a:pt x="767" y="867"/>
                    <a:pt x="991" y="867"/>
                  </a:cubicBezTo>
                  <a:cubicBezTo>
                    <a:pt x="1214" y="867"/>
                    <a:pt x="1574" y="731"/>
                    <a:pt x="1831" y="542"/>
                  </a:cubicBezTo>
                  <a:cubicBezTo>
                    <a:pt x="1974" y="433"/>
                    <a:pt x="1940" y="209"/>
                    <a:pt x="1770" y="148"/>
                  </a:cubicBezTo>
                  <a:cubicBezTo>
                    <a:pt x="1520" y="50"/>
                    <a:pt x="1255" y="1"/>
                    <a:pt x="991" y="1"/>
                  </a:cubicBezTo>
                  <a:close/>
                </a:path>
              </a:pathLst>
            </a:custGeom>
            <a:solidFill>
              <a:srgbClr val="203B5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860" name="Google Shape;18860;p46"/>
            <p:cNvSpPr/>
            <p:nvPr/>
          </p:nvSpPr>
          <p:spPr>
            <a:xfrm>
              <a:off x="7548678" y="2057853"/>
              <a:ext cx="11935" cy="11961"/>
            </a:xfrm>
            <a:custGeom>
              <a:rect b="b" l="l" r="r" t="t"/>
              <a:pathLst>
                <a:path extrusionOk="0" h="456" w="455">
                  <a:moveTo>
                    <a:pt x="231" y="1"/>
                  </a:moveTo>
                  <a:cubicBezTo>
                    <a:pt x="102" y="1"/>
                    <a:pt x="0" y="96"/>
                    <a:pt x="0" y="225"/>
                  </a:cubicBezTo>
                  <a:cubicBezTo>
                    <a:pt x="0" y="353"/>
                    <a:pt x="102" y="455"/>
                    <a:pt x="231" y="455"/>
                  </a:cubicBezTo>
                  <a:cubicBezTo>
                    <a:pt x="360" y="455"/>
                    <a:pt x="455" y="353"/>
                    <a:pt x="455" y="225"/>
                  </a:cubicBezTo>
                  <a:cubicBezTo>
                    <a:pt x="455" y="96"/>
                    <a:pt x="360" y="1"/>
                    <a:pt x="231" y="1"/>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861" name="Google Shape;18861;p46"/>
            <p:cNvSpPr/>
            <p:nvPr/>
          </p:nvSpPr>
          <p:spPr>
            <a:xfrm>
              <a:off x="7656273" y="2057853"/>
              <a:ext cx="11935" cy="11961"/>
            </a:xfrm>
            <a:custGeom>
              <a:rect b="b" l="l" r="r" t="t"/>
              <a:pathLst>
                <a:path extrusionOk="0" h="456" w="455">
                  <a:moveTo>
                    <a:pt x="224" y="1"/>
                  </a:moveTo>
                  <a:cubicBezTo>
                    <a:pt x="96" y="1"/>
                    <a:pt x="1" y="96"/>
                    <a:pt x="1" y="225"/>
                  </a:cubicBezTo>
                  <a:cubicBezTo>
                    <a:pt x="1" y="353"/>
                    <a:pt x="96" y="455"/>
                    <a:pt x="224" y="455"/>
                  </a:cubicBezTo>
                  <a:cubicBezTo>
                    <a:pt x="353" y="455"/>
                    <a:pt x="455" y="353"/>
                    <a:pt x="455" y="225"/>
                  </a:cubicBezTo>
                  <a:cubicBezTo>
                    <a:pt x="455" y="96"/>
                    <a:pt x="353" y="1"/>
                    <a:pt x="224" y="1"/>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862" name="Google Shape;18862;p46"/>
            <p:cNvSpPr/>
            <p:nvPr/>
          </p:nvSpPr>
          <p:spPr>
            <a:xfrm>
              <a:off x="7455824" y="2181974"/>
              <a:ext cx="194784" cy="168213"/>
            </a:xfrm>
            <a:custGeom>
              <a:rect b="b" l="l" r="r" t="t"/>
              <a:pathLst>
                <a:path extrusionOk="0" h="6413" w="7426">
                  <a:moveTo>
                    <a:pt x="332" y="0"/>
                  </a:moveTo>
                  <a:cubicBezTo>
                    <a:pt x="241" y="0"/>
                    <a:pt x="155" y="68"/>
                    <a:pt x="150" y="171"/>
                  </a:cubicBezTo>
                  <a:lnTo>
                    <a:pt x="150" y="212"/>
                  </a:lnTo>
                  <a:cubicBezTo>
                    <a:pt x="1" y="3453"/>
                    <a:pt x="2428" y="6328"/>
                    <a:pt x="5670" y="6409"/>
                  </a:cubicBezTo>
                  <a:cubicBezTo>
                    <a:pt x="5730" y="6411"/>
                    <a:pt x="5790" y="6412"/>
                    <a:pt x="5850" y="6412"/>
                  </a:cubicBezTo>
                  <a:cubicBezTo>
                    <a:pt x="6385" y="6412"/>
                    <a:pt x="6914" y="6332"/>
                    <a:pt x="7426" y="6186"/>
                  </a:cubicBezTo>
                  <a:cubicBezTo>
                    <a:pt x="5229" y="5535"/>
                    <a:pt x="3642" y="3555"/>
                    <a:pt x="3364" y="1229"/>
                  </a:cubicBezTo>
                  <a:lnTo>
                    <a:pt x="2293" y="158"/>
                  </a:lnTo>
                  <a:cubicBezTo>
                    <a:pt x="2259" y="120"/>
                    <a:pt x="2212" y="101"/>
                    <a:pt x="2165" y="101"/>
                  </a:cubicBezTo>
                  <a:cubicBezTo>
                    <a:pt x="2127" y="101"/>
                    <a:pt x="2089" y="113"/>
                    <a:pt x="2055" y="137"/>
                  </a:cubicBezTo>
                  <a:lnTo>
                    <a:pt x="1384" y="639"/>
                  </a:lnTo>
                  <a:cubicBezTo>
                    <a:pt x="1352" y="664"/>
                    <a:pt x="1316" y="676"/>
                    <a:pt x="1280" y="676"/>
                  </a:cubicBezTo>
                  <a:cubicBezTo>
                    <a:pt x="1238" y="676"/>
                    <a:pt x="1196" y="661"/>
                    <a:pt x="1160" y="632"/>
                  </a:cubicBezTo>
                  <a:lnTo>
                    <a:pt x="448" y="42"/>
                  </a:lnTo>
                  <a:cubicBezTo>
                    <a:pt x="413" y="13"/>
                    <a:pt x="372" y="0"/>
                    <a:pt x="332" y="0"/>
                  </a:cubicBezTo>
                  <a:close/>
                </a:path>
              </a:pathLst>
            </a:custGeom>
            <a:solidFill>
              <a:srgbClr val="D1DCE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8863" name="Google Shape;18863;p46"/>
          <p:cNvGrpSpPr/>
          <p:nvPr/>
        </p:nvGrpSpPr>
        <p:grpSpPr>
          <a:xfrm>
            <a:off x="6916141" y="2906184"/>
            <a:ext cx="289737" cy="370393"/>
            <a:chOff x="6916141" y="2906184"/>
            <a:chExt cx="289737" cy="370393"/>
          </a:xfrm>
        </p:grpSpPr>
        <p:sp>
          <p:nvSpPr>
            <p:cNvPr id="18864" name="Google Shape;18864;p46"/>
            <p:cNvSpPr/>
            <p:nvPr/>
          </p:nvSpPr>
          <p:spPr>
            <a:xfrm>
              <a:off x="7003199" y="2916073"/>
              <a:ext cx="44827" cy="64159"/>
            </a:xfrm>
            <a:custGeom>
              <a:rect b="b" l="l" r="r" t="t"/>
              <a:pathLst>
                <a:path extrusionOk="0" h="2446" w="1709">
                  <a:moveTo>
                    <a:pt x="294" y="0"/>
                  </a:moveTo>
                  <a:cubicBezTo>
                    <a:pt x="244" y="0"/>
                    <a:pt x="195" y="37"/>
                    <a:pt x="190" y="93"/>
                  </a:cubicBezTo>
                  <a:cubicBezTo>
                    <a:pt x="122" y="541"/>
                    <a:pt x="0" y="1747"/>
                    <a:pt x="631" y="2446"/>
                  </a:cubicBezTo>
                  <a:lnTo>
                    <a:pt x="1709" y="1998"/>
                  </a:lnTo>
                  <a:cubicBezTo>
                    <a:pt x="1661" y="1056"/>
                    <a:pt x="719" y="290"/>
                    <a:pt x="360" y="25"/>
                  </a:cubicBezTo>
                  <a:cubicBezTo>
                    <a:pt x="340" y="8"/>
                    <a:pt x="317" y="0"/>
                    <a:pt x="294" y="0"/>
                  </a:cubicBezTo>
                  <a:close/>
                </a:path>
              </a:pathLst>
            </a:custGeom>
            <a:solidFill>
              <a:srgbClr val="D8E0E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865" name="Google Shape;18865;p46"/>
            <p:cNvSpPr/>
            <p:nvPr/>
          </p:nvSpPr>
          <p:spPr>
            <a:xfrm>
              <a:off x="7073967" y="3099551"/>
              <a:ext cx="44853" cy="64159"/>
            </a:xfrm>
            <a:custGeom>
              <a:rect b="b" l="l" r="r" t="t"/>
              <a:pathLst>
                <a:path extrusionOk="0" h="2446" w="1710">
                  <a:moveTo>
                    <a:pt x="1079" y="1"/>
                  </a:moveTo>
                  <a:lnTo>
                    <a:pt x="1" y="448"/>
                  </a:lnTo>
                  <a:cubicBezTo>
                    <a:pt x="55" y="1391"/>
                    <a:pt x="991" y="2157"/>
                    <a:pt x="1350" y="2421"/>
                  </a:cubicBezTo>
                  <a:cubicBezTo>
                    <a:pt x="1371" y="2438"/>
                    <a:pt x="1395" y="2446"/>
                    <a:pt x="1419" y="2446"/>
                  </a:cubicBezTo>
                  <a:cubicBezTo>
                    <a:pt x="1470" y="2446"/>
                    <a:pt x="1517" y="2409"/>
                    <a:pt x="1526" y="2353"/>
                  </a:cubicBezTo>
                  <a:cubicBezTo>
                    <a:pt x="1594" y="1913"/>
                    <a:pt x="1710" y="706"/>
                    <a:pt x="1079" y="1"/>
                  </a:cubicBezTo>
                  <a:close/>
                </a:path>
              </a:pathLst>
            </a:custGeom>
            <a:solidFill>
              <a:srgbClr val="D8E0E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866" name="Google Shape;18866;p46"/>
            <p:cNvSpPr/>
            <p:nvPr/>
          </p:nvSpPr>
          <p:spPr>
            <a:xfrm>
              <a:off x="7120762" y="2985530"/>
              <a:ext cx="64945" cy="41496"/>
            </a:xfrm>
            <a:custGeom>
              <a:rect b="b" l="l" r="r" t="t"/>
              <a:pathLst>
                <a:path extrusionOk="0" h="1582" w="2476">
                  <a:moveTo>
                    <a:pt x="1643" y="1"/>
                  </a:moveTo>
                  <a:cubicBezTo>
                    <a:pt x="1112" y="1"/>
                    <a:pt x="453" y="98"/>
                    <a:pt x="0" y="503"/>
                  </a:cubicBezTo>
                  <a:lnTo>
                    <a:pt x="448" y="1581"/>
                  </a:lnTo>
                  <a:cubicBezTo>
                    <a:pt x="1390" y="1527"/>
                    <a:pt x="2163" y="591"/>
                    <a:pt x="2421" y="232"/>
                  </a:cubicBezTo>
                  <a:cubicBezTo>
                    <a:pt x="2475" y="164"/>
                    <a:pt x="2434" y="69"/>
                    <a:pt x="2353" y="56"/>
                  </a:cubicBezTo>
                  <a:cubicBezTo>
                    <a:pt x="2195" y="31"/>
                    <a:pt x="1939" y="1"/>
                    <a:pt x="1643" y="1"/>
                  </a:cubicBezTo>
                  <a:close/>
                </a:path>
              </a:pathLst>
            </a:custGeom>
            <a:solidFill>
              <a:srgbClr val="D8E0E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867" name="Google Shape;18867;p46"/>
            <p:cNvSpPr/>
            <p:nvPr/>
          </p:nvSpPr>
          <p:spPr>
            <a:xfrm>
              <a:off x="6936312" y="3052967"/>
              <a:ext cx="65129" cy="41470"/>
            </a:xfrm>
            <a:custGeom>
              <a:rect b="b" l="l" r="r" t="t"/>
              <a:pathLst>
                <a:path extrusionOk="0" h="1581" w="2483">
                  <a:moveTo>
                    <a:pt x="2035" y="0"/>
                  </a:moveTo>
                  <a:cubicBezTo>
                    <a:pt x="1092" y="48"/>
                    <a:pt x="326" y="983"/>
                    <a:pt x="62" y="1349"/>
                  </a:cubicBezTo>
                  <a:cubicBezTo>
                    <a:pt x="1" y="1410"/>
                    <a:pt x="41" y="1512"/>
                    <a:pt x="129" y="1526"/>
                  </a:cubicBezTo>
                  <a:cubicBezTo>
                    <a:pt x="287" y="1550"/>
                    <a:pt x="544" y="1580"/>
                    <a:pt x="840" y="1580"/>
                  </a:cubicBezTo>
                  <a:cubicBezTo>
                    <a:pt x="1371" y="1580"/>
                    <a:pt x="2030" y="1483"/>
                    <a:pt x="2482" y="1078"/>
                  </a:cubicBezTo>
                  <a:lnTo>
                    <a:pt x="2035" y="0"/>
                  </a:lnTo>
                  <a:close/>
                </a:path>
              </a:pathLst>
            </a:custGeom>
            <a:solidFill>
              <a:srgbClr val="D8E0E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868" name="Google Shape;18868;p46"/>
            <p:cNvSpPr/>
            <p:nvPr/>
          </p:nvSpPr>
          <p:spPr>
            <a:xfrm>
              <a:off x="7073967" y="2916073"/>
              <a:ext cx="44853" cy="64159"/>
            </a:xfrm>
            <a:custGeom>
              <a:rect b="b" l="l" r="r" t="t"/>
              <a:pathLst>
                <a:path extrusionOk="0" h="2446" w="1710">
                  <a:moveTo>
                    <a:pt x="1419" y="0"/>
                  </a:moveTo>
                  <a:cubicBezTo>
                    <a:pt x="1395" y="0"/>
                    <a:pt x="1371" y="8"/>
                    <a:pt x="1350" y="25"/>
                  </a:cubicBezTo>
                  <a:cubicBezTo>
                    <a:pt x="991" y="290"/>
                    <a:pt x="55" y="1056"/>
                    <a:pt x="1" y="1998"/>
                  </a:cubicBezTo>
                  <a:lnTo>
                    <a:pt x="1079" y="2446"/>
                  </a:lnTo>
                  <a:cubicBezTo>
                    <a:pt x="1710" y="1747"/>
                    <a:pt x="1587" y="534"/>
                    <a:pt x="1526" y="93"/>
                  </a:cubicBezTo>
                  <a:cubicBezTo>
                    <a:pt x="1517" y="37"/>
                    <a:pt x="1470" y="0"/>
                    <a:pt x="1419" y="0"/>
                  </a:cubicBezTo>
                  <a:close/>
                </a:path>
              </a:pathLst>
            </a:custGeom>
            <a:solidFill>
              <a:srgbClr val="D8E0E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869" name="Google Shape;18869;p46"/>
            <p:cNvSpPr/>
            <p:nvPr/>
          </p:nvSpPr>
          <p:spPr>
            <a:xfrm>
              <a:off x="7003199" y="3099551"/>
              <a:ext cx="44827" cy="64159"/>
            </a:xfrm>
            <a:custGeom>
              <a:rect b="b" l="l" r="r" t="t"/>
              <a:pathLst>
                <a:path extrusionOk="0" h="2446" w="1709">
                  <a:moveTo>
                    <a:pt x="631" y="1"/>
                  </a:moveTo>
                  <a:cubicBezTo>
                    <a:pt x="0" y="706"/>
                    <a:pt x="122" y="1913"/>
                    <a:pt x="190" y="2353"/>
                  </a:cubicBezTo>
                  <a:cubicBezTo>
                    <a:pt x="199" y="2409"/>
                    <a:pt x="247" y="2446"/>
                    <a:pt x="296" y="2446"/>
                  </a:cubicBezTo>
                  <a:cubicBezTo>
                    <a:pt x="318" y="2446"/>
                    <a:pt x="340" y="2438"/>
                    <a:pt x="360" y="2421"/>
                  </a:cubicBezTo>
                  <a:cubicBezTo>
                    <a:pt x="719" y="2164"/>
                    <a:pt x="1661" y="1391"/>
                    <a:pt x="1709" y="448"/>
                  </a:cubicBezTo>
                  <a:lnTo>
                    <a:pt x="631" y="1"/>
                  </a:lnTo>
                  <a:close/>
                </a:path>
              </a:pathLst>
            </a:custGeom>
            <a:solidFill>
              <a:srgbClr val="D8E0E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870" name="Google Shape;18870;p46"/>
            <p:cNvSpPr/>
            <p:nvPr/>
          </p:nvSpPr>
          <p:spPr>
            <a:xfrm>
              <a:off x="7120762" y="3052967"/>
              <a:ext cx="64945" cy="41338"/>
            </a:xfrm>
            <a:custGeom>
              <a:rect b="b" l="l" r="r" t="t"/>
              <a:pathLst>
                <a:path extrusionOk="0" h="1576" w="2476">
                  <a:moveTo>
                    <a:pt x="448" y="0"/>
                  </a:moveTo>
                  <a:lnTo>
                    <a:pt x="0" y="1078"/>
                  </a:lnTo>
                  <a:cubicBezTo>
                    <a:pt x="444" y="1479"/>
                    <a:pt x="1093" y="1576"/>
                    <a:pt x="1622" y="1576"/>
                  </a:cubicBezTo>
                  <a:cubicBezTo>
                    <a:pt x="1925" y="1576"/>
                    <a:pt x="2190" y="1544"/>
                    <a:pt x="2353" y="1519"/>
                  </a:cubicBezTo>
                  <a:cubicBezTo>
                    <a:pt x="2434" y="1512"/>
                    <a:pt x="2475" y="1410"/>
                    <a:pt x="2421" y="1349"/>
                  </a:cubicBezTo>
                  <a:cubicBezTo>
                    <a:pt x="2156" y="990"/>
                    <a:pt x="1390" y="48"/>
                    <a:pt x="448" y="0"/>
                  </a:cubicBezTo>
                  <a:close/>
                </a:path>
              </a:pathLst>
            </a:custGeom>
            <a:solidFill>
              <a:srgbClr val="D8E0E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871" name="Google Shape;18871;p46"/>
            <p:cNvSpPr/>
            <p:nvPr/>
          </p:nvSpPr>
          <p:spPr>
            <a:xfrm>
              <a:off x="6936496" y="2985477"/>
              <a:ext cx="64945" cy="41548"/>
            </a:xfrm>
            <a:custGeom>
              <a:rect b="b" l="l" r="r" t="t"/>
              <a:pathLst>
                <a:path extrusionOk="0" h="1584" w="2476">
                  <a:moveTo>
                    <a:pt x="854" y="1"/>
                  </a:moveTo>
                  <a:cubicBezTo>
                    <a:pt x="550" y="1"/>
                    <a:pt x="286" y="33"/>
                    <a:pt x="122" y="58"/>
                  </a:cubicBezTo>
                  <a:cubicBezTo>
                    <a:pt x="41" y="71"/>
                    <a:pt x="0" y="166"/>
                    <a:pt x="55" y="234"/>
                  </a:cubicBezTo>
                  <a:cubicBezTo>
                    <a:pt x="319" y="593"/>
                    <a:pt x="1085" y="1529"/>
                    <a:pt x="2028" y="1583"/>
                  </a:cubicBezTo>
                  <a:lnTo>
                    <a:pt x="2475" y="498"/>
                  </a:lnTo>
                  <a:cubicBezTo>
                    <a:pt x="2032" y="98"/>
                    <a:pt x="1383" y="1"/>
                    <a:pt x="854" y="1"/>
                  </a:cubicBezTo>
                  <a:close/>
                </a:path>
              </a:pathLst>
            </a:custGeom>
            <a:solidFill>
              <a:srgbClr val="D8E0E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872" name="Google Shape;18872;p46"/>
            <p:cNvSpPr/>
            <p:nvPr/>
          </p:nvSpPr>
          <p:spPr>
            <a:xfrm>
              <a:off x="7022032" y="3104902"/>
              <a:ext cx="77929" cy="171675"/>
            </a:xfrm>
            <a:custGeom>
              <a:rect b="b" l="l" r="r" t="t"/>
              <a:pathLst>
                <a:path extrusionOk="0" h="6545" w="2971">
                  <a:moveTo>
                    <a:pt x="1262" y="0"/>
                  </a:moveTo>
                  <a:lnTo>
                    <a:pt x="1262" y="5228"/>
                  </a:lnTo>
                  <a:cubicBezTo>
                    <a:pt x="957" y="4902"/>
                    <a:pt x="625" y="4597"/>
                    <a:pt x="272" y="4326"/>
                  </a:cubicBezTo>
                  <a:lnTo>
                    <a:pt x="1" y="4685"/>
                  </a:lnTo>
                  <a:cubicBezTo>
                    <a:pt x="8" y="4692"/>
                    <a:pt x="726" y="5235"/>
                    <a:pt x="1174" y="5838"/>
                  </a:cubicBezTo>
                  <a:cubicBezTo>
                    <a:pt x="1228" y="5913"/>
                    <a:pt x="1262" y="6001"/>
                    <a:pt x="1262" y="6096"/>
                  </a:cubicBezTo>
                  <a:lnTo>
                    <a:pt x="1262" y="6306"/>
                  </a:lnTo>
                  <a:cubicBezTo>
                    <a:pt x="1252" y="6465"/>
                    <a:pt x="1369" y="6545"/>
                    <a:pt x="1486" y="6545"/>
                  </a:cubicBezTo>
                  <a:cubicBezTo>
                    <a:pt x="1603" y="6545"/>
                    <a:pt x="1720" y="6465"/>
                    <a:pt x="1710" y="6306"/>
                  </a:cubicBezTo>
                  <a:lnTo>
                    <a:pt x="1710" y="6096"/>
                  </a:lnTo>
                  <a:cubicBezTo>
                    <a:pt x="1710" y="6001"/>
                    <a:pt x="1737" y="5913"/>
                    <a:pt x="1798" y="5838"/>
                  </a:cubicBezTo>
                  <a:cubicBezTo>
                    <a:pt x="2245" y="5235"/>
                    <a:pt x="2964" y="4692"/>
                    <a:pt x="2971" y="4685"/>
                  </a:cubicBezTo>
                  <a:lnTo>
                    <a:pt x="2706" y="4326"/>
                  </a:lnTo>
                  <a:cubicBezTo>
                    <a:pt x="2347" y="4597"/>
                    <a:pt x="2015" y="4902"/>
                    <a:pt x="1710" y="5228"/>
                  </a:cubicBezTo>
                  <a:lnTo>
                    <a:pt x="1710" y="0"/>
                  </a:lnTo>
                  <a:close/>
                </a:path>
              </a:pathLst>
            </a:custGeom>
            <a:solidFill>
              <a:srgbClr val="ADBCC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873" name="Google Shape;18873;p46"/>
            <p:cNvSpPr/>
            <p:nvPr/>
          </p:nvSpPr>
          <p:spPr>
            <a:xfrm>
              <a:off x="6916141" y="3148234"/>
              <a:ext cx="121471" cy="83359"/>
            </a:xfrm>
            <a:custGeom>
              <a:rect b="b" l="l" r="r" t="t"/>
              <a:pathLst>
                <a:path extrusionOk="0" h="3178" w="4631">
                  <a:moveTo>
                    <a:pt x="174" y="0"/>
                  </a:moveTo>
                  <a:cubicBezTo>
                    <a:pt x="77" y="0"/>
                    <a:pt x="1" y="99"/>
                    <a:pt x="44" y="192"/>
                  </a:cubicBezTo>
                  <a:cubicBezTo>
                    <a:pt x="349" y="850"/>
                    <a:pt x="1441" y="2640"/>
                    <a:pt x="4438" y="3176"/>
                  </a:cubicBezTo>
                  <a:cubicBezTo>
                    <a:pt x="4446" y="3177"/>
                    <a:pt x="4454" y="3178"/>
                    <a:pt x="4462" y="3178"/>
                  </a:cubicBezTo>
                  <a:cubicBezTo>
                    <a:pt x="4564" y="3178"/>
                    <a:pt x="4631" y="3061"/>
                    <a:pt x="4580" y="2972"/>
                  </a:cubicBezTo>
                  <a:cubicBezTo>
                    <a:pt x="4207" y="2342"/>
                    <a:pt x="3000" y="681"/>
                    <a:pt x="200" y="3"/>
                  </a:cubicBezTo>
                  <a:cubicBezTo>
                    <a:pt x="191" y="1"/>
                    <a:pt x="182" y="0"/>
                    <a:pt x="174" y="0"/>
                  </a:cubicBezTo>
                  <a:close/>
                </a:path>
              </a:pathLst>
            </a:custGeom>
            <a:solidFill>
              <a:srgbClr val="C1CDD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874" name="Google Shape;18874;p46"/>
            <p:cNvSpPr/>
            <p:nvPr/>
          </p:nvSpPr>
          <p:spPr>
            <a:xfrm>
              <a:off x="7084407" y="3148234"/>
              <a:ext cx="121471" cy="83359"/>
            </a:xfrm>
            <a:custGeom>
              <a:rect b="b" l="l" r="r" t="t"/>
              <a:pathLst>
                <a:path extrusionOk="0" h="3178" w="4631">
                  <a:moveTo>
                    <a:pt x="4457" y="0"/>
                  </a:moveTo>
                  <a:cubicBezTo>
                    <a:pt x="4448" y="0"/>
                    <a:pt x="4440" y="1"/>
                    <a:pt x="4431" y="3"/>
                  </a:cubicBezTo>
                  <a:cubicBezTo>
                    <a:pt x="1630" y="681"/>
                    <a:pt x="423" y="2342"/>
                    <a:pt x="57" y="2972"/>
                  </a:cubicBezTo>
                  <a:cubicBezTo>
                    <a:pt x="0" y="3061"/>
                    <a:pt x="67" y="3178"/>
                    <a:pt x="169" y="3178"/>
                  </a:cubicBezTo>
                  <a:cubicBezTo>
                    <a:pt x="176" y="3178"/>
                    <a:pt x="185" y="3177"/>
                    <a:pt x="193" y="3176"/>
                  </a:cubicBezTo>
                  <a:cubicBezTo>
                    <a:pt x="3190" y="2640"/>
                    <a:pt x="4281" y="850"/>
                    <a:pt x="4587" y="192"/>
                  </a:cubicBezTo>
                  <a:cubicBezTo>
                    <a:pt x="4630" y="99"/>
                    <a:pt x="4554" y="0"/>
                    <a:pt x="4457" y="0"/>
                  </a:cubicBezTo>
                  <a:close/>
                </a:path>
              </a:pathLst>
            </a:custGeom>
            <a:solidFill>
              <a:srgbClr val="D2DAE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875" name="Google Shape;18875;p46"/>
            <p:cNvSpPr/>
            <p:nvPr/>
          </p:nvSpPr>
          <p:spPr>
            <a:xfrm>
              <a:off x="7037508" y="2906184"/>
              <a:ext cx="46978" cy="62847"/>
            </a:xfrm>
            <a:custGeom>
              <a:rect b="b" l="l" r="r" t="t"/>
              <a:pathLst>
                <a:path extrusionOk="0" h="2396" w="1791">
                  <a:moveTo>
                    <a:pt x="899" y="0"/>
                  </a:moveTo>
                  <a:cubicBezTo>
                    <a:pt x="864" y="0"/>
                    <a:pt x="828" y="19"/>
                    <a:pt x="808" y="56"/>
                  </a:cubicBezTo>
                  <a:cubicBezTo>
                    <a:pt x="570" y="436"/>
                    <a:pt x="1" y="1507"/>
                    <a:pt x="313" y="2396"/>
                  </a:cubicBezTo>
                  <a:lnTo>
                    <a:pt x="1479" y="2396"/>
                  </a:lnTo>
                  <a:cubicBezTo>
                    <a:pt x="1791" y="1507"/>
                    <a:pt x="1228" y="436"/>
                    <a:pt x="991" y="56"/>
                  </a:cubicBezTo>
                  <a:cubicBezTo>
                    <a:pt x="970" y="19"/>
                    <a:pt x="935" y="0"/>
                    <a:pt x="899" y="0"/>
                  </a:cubicBezTo>
                  <a:close/>
                </a:path>
              </a:pathLst>
            </a:custGeom>
            <a:solidFill>
              <a:srgbClr val="E3E8E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876" name="Google Shape;18876;p46"/>
            <p:cNvSpPr/>
            <p:nvPr/>
          </p:nvSpPr>
          <p:spPr>
            <a:xfrm>
              <a:off x="7037508" y="3110752"/>
              <a:ext cx="47162" cy="62900"/>
            </a:xfrm>
            <a:custGeom>
              <a:rect b="b" l="l" r="r" t="t"/>
              <a:pathLst>
                <a:path extrusionOk="0" h="2398" w="1798">
                  <a:moveTo>
                    <a:pt x="313" y="1"/>
                  </a:moveTo>
                  <a:cubicBezTo>
                    <a:pt x="1" y="896"/>
                    <a:pt x="570" y="1960"/>
                    <a:pt x="808" y="2347"/>
                  </a:cubicBezTo>
                  <a:cubicBezTo>
                    <a:pt x="828" y="2381"/>
                    <a:pt x="864" y="2398"/>
                    <a:pt x="899" y="2398"/>
                  </a:cubicBezTo>
                  <a:cubicBezTo>
                    <a:pt x="935" y="2398"/>
                    <a:pt x="970" y="2381"/>
                    <a:pt x="991" y="2347"/>
                  </a:cubicBezTo>
                  <a:cubicBezTo>
                    <a:pt x="1221" y="1960"/>
                    <a:pt x="1798" y="896"/>
                    <a:pt x="1479" y="1"/>
                  </a:cubicBezTo>
                  <a:close/>
                </a:path>
              </a:pathLst>
            </a:custGeom>
            <a:solidFill>
              <a:srgbClr val="E3E8E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877" name="Google Shape;18877;p46"/>
            <p:cNvSpPr/>
            <p:nvPr/>
          </p:nvSpPr>
          <p:spPr>
            <a:xfrm>
              <a:off x="7131962" y="3022225"/>
              <a:ext cx="63345" cy="35463"/>
            </a:xfrm>
            <a:custGeom>
              <a:rect b="b" l="l" r="r" t="t"/>
              <a:pathLst>
                <a:path extrusionOk="0" h="1352" w="2415">
                  <a:moveTo>
                    <a:pt x="571" y="0"/>
                  </a:moveTo>
                  <a:cubicBezTo>
                    <a:pt x="378" y="0"/>
                    <a:pt x="185" y="28"/>
                    <a:pt x="0" y="94"/>
                  </a:cubicBezTo>
                  <a:lnTo>
                    <a:pt x="0" y="1260"/>
                  </a:lnTo>
                  <a:cubicBezTo>
                    <a:pt x="183" y="1325"/>
                    <a:pt x="374" y="1351"/>
                    <a:pt x="565" y="1351"/>
                  </a:cubicBezTo>
                  <a:cubicBezTo>
                    <a:pt x="1301" y="1351"/>
                    <a:pt x="2038" y="954"/>
                    <a:pt x="2340" y="765"/>
                  </a:cubicBezTo>
                  <a:cubicBezTo>
                    <a:pt x="2414" y="725"/>
                    <a:pt x="2414" y="623"/>
                    <a:pt x="2340" y="582"/>
                  </a:cubicBezTo>
                  <a:cubicBezTo>
                    <a:pt x="2039" y="400"/>
                    <a:pt x="1304" y="0"/>
                    <a:pt x="571" y="0"/>
                  </a:cubicBezTo>
                  <a:close/>
                </a:path>
              </a:pathLst>
            </a:custGeom>
            <a:solidFill>
              <a:srgbClr val="E3E8E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878" name="Google Shape;18878;p46"/>
            <p:cNvSpPr/>
            <p:nvPr/>
          </p:nvSpPr>
          <p:spPr>
            <a:xfrm>
              <a:off x="6926896" y="3022199"/>
              <a:ext cx="63345" cy="35489"/>
            </a:xfrm>
            <a:custGeom>
              <a:rect b="b" l="l" r="r" t="t"/>
              <a:pathLst>
                <a:path extrusionOk="0" h="1353" w="2415">
                  <a:moveTo>
                    <a:pt x="1837" y="0"/>
                  </a:moveTo>
                  <a:cubicBezTo>
                    <a:pt x="1103" y="0"/>
                    <a:pt x="374" y="396"/>
                    <a:pt x="68" y="583"/>
                  </a:cubicBezTo>
                  <a:cubicBezTo>
                    <a:pt x="0" y="624"/>
                    <a:pt x="0" y="726"/>
                    <a:pt x="68" y="766"/>
                  </a:cubicBezTo>
                  <a:cubicBezTo>
                    <a:pt x="375" y="955"/>
                    <a:pt x="1109" y="1352"/>
                    <a:pt x="1846" y="1352"/>
                  </a:cubicBezTo>
                  <a:cubicBezTo>
                    <a:pt x="2038" y="1352"/>
                    <a:pt x="2230" y="1326"/>
                    <a:pt x="2414" y="1261"/>
                  </a:cubicBezTo>
                  <a:lnTo>
                    <a:pt x="2414" y="95"/>
                  </a:lnTo>
                  <a:cubicBezTo>
                    <a:pt x="2227" y="28"/>
                    <a:pt x="2032" y="0"/>
                    <a:pt x="1837" y="0"/>
                  </a:cubicBezTo>
                  <a:close/>
                </a:path>
              </a:pathLst>
            </a:custGeom>
            <a:solidFill>
              <a:srgbClr val="E3E8E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879" name="Google Shape;18879;p46"/>
            <p:cNvSpPr/>
            <p:nvPr/>
          </p:nvSpPr>
          <p:spPr>
            <a:xfrm>
              <a:off x="7100302" y="2944558"/>
              <a:ext cx="56526" cy="56132"/>
            </a:xfrm>
            <a:custGeom>
              <a:rect b="b" l="l" r="r" t="t"/>
              <a:pathLst>
                <a:path extrusionOk="0" h="2140" w="2155">
                  <a:moveTo>
                    <a:pt x="2034" y="0"/>
                  </a:moveTo>
                  <a:cubicBezTo>
                    <a:pt x="2026" y="0"/>
                    <a:pt x="2017" y="1"/>
                    <a:pt x="2007" y="4"/>
                  </a:cubicBezTo>
                  <a:cubicBezTo>
                    <a:pt x="1573" y="105"/>
                    <a:pt x="407" y="458"/>
                    <a:pt x="0" y="1312"/>
                  </a:cubicBezTo>
                  <a:lnTo>
                    <a:pt x="828" y="2140"/>
                  </a:lnTo>
                  <a:cubicBezTo>
                    <a:pt x="1675" y="1733"/>
                    <a:pt x="2035" y="567"/>
                    <a:pt x="2136" y="133"/>
                  </a:cubicBezTo>
                  <a:cubicBezTo>
                    <a:pt x="2154" y="61"/>
                    <a:pt x="2099" y="0"/>
                    <a:pt x="2034" y="0"/>
                  </a:cubicBezTo>
                  <a:close/>
                </a:path>
              </a:pathLst>
            </a:custGeom>
            <a:solidFill>
              <a:srgbClr val="E3E8E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880" name="Google Shape;18880;p46"/>
            <p:cNvSpPr/>
            <p:nvPr/>
          </p:nvSpPr>
          <p:spPr>
            <a:xfrm>
              <a:off x="6965218" y="3079092"/>
              <a:ext cx="56499" cy="56158"/>
            </a:xfrm>
            <a:custGeom>
              <a:rect b="b" l="l" r="r" t="t"/>
              <a:pathLst>
                <a:path extrusionOk="0" h="2141" w="2154">
                  <a:moveTo>
                    <a:pt x="1333" y="1"/>
                  </a:moveTo>
                  <a:cubicBezTo>
                    <a:pt x="485" y="408"/>
                    <a:pt x="126" y="1574"/>
                    <a:pt x="24" y="2008"/>
                  </a:cubicBezTo>
                  <a:cubicBezTo>
                    <a:pt x="0" y="2074"/>
                    <a:pt x="56" y="2140"/>
                    <a:pt x="126" y="2140"/>
                  </a:cubicBezTo>
                  <a:cubicBezTo>
                    <a:pt x="135" y="2140"/>
                    <a:pt x="144" y="2139"/>
                    <a:pt x="153" y="2137"/>
                  </a:cubicBezTo>
                  <a:cubicBezTo>
                    <a:pt x="587" y="2035"/>
                    <a:pt x="1746" y="1682"/>
                    <a:pt x="2153" y="828"/>
                  </a:cubicBezTo>
                  <a:lnTo>
                    <a:pt x="1333" y="1"/>
                  </a:lnTo>
                  <a:close/>
                </a:path>
              </a:pathLst>
            </a:custGeom>
            <a:solidFill>
              <a:srgbClr val="E3E8E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881" name="Google Shape;18881;p46"/>
            <p:cNvSpPr/>
            <p:nvPr/>
          </p:nvSpPr>
          <p:spPr>
            <a:xfrm>
              <a:off x="7100302" y="3079276"/>
              <a:ext cx="56499" cy="56027"/>
            </a:xfrm>
            <a:custGeom>
              <a:rect b="b" l="l" r="r" t="t"/>
              <a:pathLst>
                <a:path extrusionOk="0" h="2136" w="2154">
                  <a:moveTo>
                    <a:pt x="828" y="1"/>
                  </a:moveTo>
                  <a:lnTo>
                    <a:pt x="0" y="821"/>
                  </a:lnTo>
                  <a:cubicBezTo>
                    <a:pt x="407" y="1669"/>
                    <a:pt x="1573" y="2028"/>
                    <a:pt x="2007" y="2130"/>
                  </a:cubicBezTo>
                  <a:cubicBezTo>
                    <a:pt x="2018" y="2134"/>
                    <a:pt x="2029" y="2135"/>
                    <a:pt x="2039" y="2135"/>
                  </a:cubicBezTo>
                  <a:cubicBezTo>
                    <a:pt x="2101" y="2135"/>
                    <a:pt x="2154" y="2071"/>
                    <a:pt x="2136" y="2001"/>
                  </a:cubicBezTo>
                  <a:cubicBezTo>
                    <a:pt x="2035" y="1567"/>
                    <a:pt x="1682" y="407"/>
                    <a:pt x="828" y="1"/>
                  </a:cubicBezTo>
                  <a:close/>
                </a:path>
              </a:pathLst>
            </a:custGeom>
            <a:solidFill>
              <a:srgbClr val="E3E8E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882" name="Google Shape;18882;p46"/>
            <p:cNvSpPr/>
            <p:nvPr/>
          </p:nvSpPr>
          <p:spPr>
            <a:xfrm>
              <a:off x="6965218" y="2944558"/>
              <a:ext cx="56499" cy="56132"/>
            </a:xfrm>
            <a:custGeom>
              <a:rect b="b" l="l" r="r" t="t"/>
              <a:pathLst>
                <a:path extrusionOk="0" h="2140" w="2154">
                  <a:moveTo>
                    <a:pt x="124" y="0"/>
                  </a:moveTo>
                  <a:cubicBezTo>
                    <a:pt x="55" y="0"/>
                    <a:pt x="0" y="61"/>
                    <a:pt x="24" y="133"/>
                  </a:cubicBezTo>
                  <a:cubicBezTo>
                    <a:pt x="126" y="567"/>
                    <a:pt x="478" y="1733"/>
                    <a:pt x="1333" y="2140"/>
                  </a:cubicBezTo>
                  <a:lnTo>
                    <a:pt x="2153" y="1312"/>
                  </a:lnTo>
                  <a:cubicBezTo>
                    <a:pt x="1746" y="465"/>
                    <a:pt x="587" y="105"/>
                    <a:pt x="153" y="4"/>
                  </a:cubicBezTo>
                  <a:cubicBezTo>
                    <a:pt x="143" y="1"/>
                    <a:pt x="133" y="0"/>
                    <a:pt x="124" y="0"/>
                  </a:cubicBezTo>
                  <a:close/>
                </a:path>
              </a:pathLst>
            </a:custGeom>
            <a:solidFill>
              <a:srgbClr val="E3E8E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883" name="Google Shape;18883;p46"/>
            <p:cNvSpPr/>
            <p:nvPr/>
          </p:nvSpPr>
          <p:spPr>
            <a:xfrm>
              <a:off x="6984156" y="2963129"/>
              <a:ext cx="153708" cy="153524"/>
            </a:xfrm>
            <a:custGeom>
              <a:rect b="b" l="l" r="r" t="t"/>
              <a:pathLst>
                <a:path extrusionOk="0" h="5853" w="5860">
                  <a:moveTo>
                    <a:pt x="2930" y="1"/>
                  </a:moveTo>
                  <a:cubicBezTo>
                    <a:pt x="1316" y="1"/>
                    <a:pt x="1" y="1310"/>
                    <a:pt x="1" y="2930"/>
                  </a:cubicBezTo>
                  <a:cubicBezTo>
                    <a:pt x="1" y="4544"/>
                    <a:pt x="1316" y="5853"/>
                    <a:pt x="2930" y="5853"/>
                  </a:cubicBezTo>
                  <a:cubicBezTo>
                    <a:pt x="4550" y="5853"/>
                    <a:pt x="5859" y="4544"/>
                    <a:pt x="5859" y="2930"/>
                  </a:cubicBezTo>
                  <a:cubicBezTo>
                    <a:pt x="5859" y="1310"/>
                    <a:pt x="4550" y="1"/>
                    <a:pt x="2930" y="1"/>
                  </a:cubicBezTo>
                  <a:close/>
                </a:path>
              </a:pathLst>
            </a:custGeom>
            <a:solidFill>
              <a:srgbClr val="4F647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884" name="Google Shape;18884;p46"/>
            <p:cNvSpPr/>
            <p:nvPr/>
          </p:nvSpPr>
          <p:spPr>
            <a:xfrm>
              <a:off x="7001940" y="2980756"/>
              <a:ext cx="118114" cy="118297"/>
            </a:xfrm>
            <a:custGeom>
              <a:rect b="b" l="l" r="r" t="t"/>
              <a:pathLst>
                <a:path extrusionOk="0" h="4510" w="4503">
                  <a:moveTo>
                    <a:pt x="2252" y="0"/>
                  </a:moveTo>
                  <a:cubicBezTo>
                    <a:pt x="1011" y="0"/>
                    <a:pt x="1" y="1011"/>
                    <a:pt x="1" y="2258"/>
                  </a:cubicBezTo>
                  <a:cubicBezTo>
                    <a:pt x="1" y="3499"/>
                    <a:pt x="1011" y="4509"/>
                    <a:pt x="2252" y="4509"/>
                  </a:cubicBezTo>
                  <a:cubicBezTo>
                    <a:pt x="3499" y="4509"/>
                    <a:pt x="4503" y="3499"/>
                    <a:pt x="4503" y="2258"/>
                  </a:cubicBezTo>
                  <a:cubicBezTo>
                    <a:pt x="4503" y="1011"/>
                    <a:pt x="3499" y="0"/>
                    <a:pt x="2252" y="0"/>
                  </a:cubicBezTo>
                  <a:close/>
                </a:path>
              </a:pathLst>
            </a:custGeom>
            <a:solidFill>
              <a:srgbClr val="243F5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8885" name="Google Shape;18885;p46"/>
          <p:cNvGrpSpPr/>
          <p:nvPr/>
        </p:nvGrpSpPr>
        <p:grpSpPr>
          <a:xfrm>
            <a:off x="7970194" y="2013577"/>
            <a:ext cx="372675" cy="331731"/>
            <a:chOff x="7970194" y="2013577"/>
            <a:chExt cx="372675" cy="331731"/>
          </a:xfrm>
        </p:grpSpPr>
        <p:sp>
          <p:nvSpPr>
            <p:cNvPr id="18886" name="Google Shape;18886;p46"/>
            <p:cNvSpPr/>
            <p:nvPr/>
          </p:nvSpPr>
          <p:spPr>
            <a:xfrm>
              <a:off x="8092032" y="2284533"/>
              <a:ext cx="102454" cy="60775"/>
            </a:xfrm>
            <a:custGeom>
              <a:rect b="b" l="l" r="r" t="t"/>
              <a:pathLst>
                <a:path extrusionOk="0" h="2317" w="3906">
                  <a:moveTo>
                    <a:pt x="2620" y="1"/>
                  </a:moveTo>
                  <a:cubicBezTo>
                    <a:pt x="2541" y="1"/>
                    <a:pt x="2462" y="40"/>
                    <a:pt x="2414" y="133"/>
                  </a:cubicBezTo>
                  <a:lnTo>
                    <a:pt x="1573" y="1848"/>
                  </a:lnTo>
                  <a:lnTo>
                    <a:pt x="312" y="1848"/>
                  </a:lnTo>
                  <a:cubicBezTo>
                    <a:pt x="0" y="1848"/>
                    <a:pt x="0" y="2316"/>
                    <a:pt x="312" y="2316"/>
                  </a:cubicBezTo>
                  <a:lnTo>
                    <a:pt x="3594" y="2316"/>
                  </a:lnTo>
                  <a:cubicBezTo>
                    <a:pt x="3906" y="2316"/>
                    <a:pt x="3906" y="1848"/>
                    <a:pt x="3594" y="1848"/>
                  </a:cubicBezTo>
                  <a:lnTo>
                    <a:pt x="2102" y="1848"/>
                  </a:lnTo>
                  <a:lnTo>
                    <a:pt x="2841" y="343"/>
                  </a:lnTo>
                  <a:cubicBezTo>
                    <a:pt x="2931" y="154"/>
                    <a:pt x="2776" y="1"/>
                    <a:pt x="2620" y="1"/>
                  </a:cubicBezTo>
                  <a:close/>
                </a:path>
              </a:pathLst>
            </a:custGeom>
            <a:solidFill>
              <a:srgbClr val="C8D3D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887" name="Google Shape;18887;p46"/>
            <p:cNvSpPr/>
            <p:nvPr/>
          </p:nvSpPr>
          <p:spPr>
            <a:xfrm>
              <a:off x="8116741" y="2284533"/>
              <a:ext cx="77746" cy="60775"/>
            </a:xfrm>
            <a:custGeom>
              <a:rect b="b" l="l" r="r" t="t"/>
              <a:pathLst>
                <a:path extrusionOk="0" h="2317" w="2964">
                  <a:moveTo>
                    <a:pt x="2616" y="1"/>
                  </a:moveTo>
                  <a:cubicBezTo>
                    <a:pt x="2538" y="1"/>
                    <a:pt x="2460" y="40"/>
                    <a:pt x="2415" y="133"/>
                  </a:cubicBezTo>
                  <a:lnTo>
                    <a:pt x="1567" y="1848"/>
                  </a:lnTo>
                  <a:lnTo>
                    <a:pt x="313" y="1848"/>
                  </a:lnTo>
                  <a:cubicBezTo>
                    <a:pt x="1" y="1848"/>
                    <a:pt x="1" y="2316"/>
                    <a:pt x="313" y="2316"/>
                  </a:cubicBezTo>
                  <a:lnTo>
                    <a:pt x="2652" y="2316"/>
                  </a:lnTo>
                  <a:cubicBezTo>
                    <a:pt x="2964" y="2316"/>
                    <a:pt x="2964" y="1848"/>
                    <a:pt x="2652" y="1848"/>
                  </a:cubicBezTo>
                  <a:lnTo>
                    <a:pt x="2096" y="1848"/>
                  </a:lnTo>
                  <a:lnTo>
                    <a:pt x="2835" y="343"/>
                  </a:lnTo>
                  <a:cubicBezTo>
                    <a:pt x="2925" y="154"/>
                    <a:pt x="2770" y="1"/>
                    <a:pt x="2616" y="1"/>
                  </a:cubicBezTo>
                  <a:close/>
                </a:path>
              </a:pathLst>
            </a:custGeom>
            <a:solidFill>
              <a:srgbClr val="D8E0E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888" name="Google Shape;18888;p46"/>
            <p:cNvSpPr/>
            <p:nvPr/>
          </p:nvSpPr>
          <p:spPr>
            <a:xfrm>
              <a:off x="7970194" y="2104805"/>
              <a:ext cx="38086" cy="48578"/>
            </a:xfrm>
            <a:custGeom>
              <a:rect b="b" l="l" r="r" t="t"/>
              <a:pathLst>
                <a:path extrusionOk="0" h="1852" w="1452">
                  <a:moveTo>
                    <a:pt x="1452" y="1"/>
                  </a:moveTo>
                  <a:lnTo>
                    <a:pt x="204" y="523"/>
                  </a:lnTo>
                  <a:cubicBezTo>
                    <a:pt x="34" y="598"/>
                    <a:pt x="1" y="828"/>
                    <a:pt x="143" y="950"/>
                  </a:cubicBezTo>
                  <a:lnTo>
                    <a:pt x="1282" y="1852"/>
                  </a:lnTo>
                  <a:lnTo>
                    <a:pt x="1452" y="1"/>
                  </a:lnTo>
                  <a:close/>
                </a:path>
              </a:pathLst>
            </a:custGeom>
            <a:solidFill>
              <a:srgbClr val="D8E0E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889" name="Google Shape;18889;p46"/>
            <p:cNvSpPr/>
            <p:nvPr/>
          </p:nvSpPr>
          <p:spPr>
            <a:xfrm>
              <a:off x="7984961" y="2013577"/>
              <a:ext cx="357908" cy="288687"/>
            </a:xfrm>
            <a:custGeom>
              <a:rect b="b" l="l" r="r" t="t"/>
              <a:pathLst>
                <a:path extrusionOk="0" h="11006" w="13645">
                  <a:moveTo>
                    <a:pt x="5405" y="0"/>
                  </a:moveTo>
                  <a:cubicBezTo>
                    <a:pt x="5148" y="0"/>
                    <a:pt x="1104" y="70"/>
                    <a:pt x="455" y="4455"/>
                  </a:cubicBezTo>
                  <a:cubicBezTo>
                    <a:pt x="0" y="8435"/>
                    <a:pt x="3235" y="11005"/>
                    <a:pt x="6978" y="11005"/>
                  </a:cubicBezTo>
                  <a:cubicBezTo>
                    <a:pt x="10015" y="11005"/>
                    <a:pt x="12653" y="9202"/>
                    <a:pt x="13582" y="6700"/>
                  </a:cubicBezTo>
                  <a:cubicBezTo>
                    <a:pt x="13644" y="6518"/>
                    <a:pt x="13508" y="6346"/>
                    <a:pt x="13338" y="6346"/>
                  </a:cubicBezTo>
                  <a:cubicBezTo>
                    <a:pt x="13305" y="6346"/>
                    <a:pt x="13271" y="6353"/>
                    <a:pt x="13236" y="6367"/>
                  </a:cubicBezTo>
                  <a:cubicBezTo>
                    <a:pt x="12738" y="6573"/>
                    <a:pt x="12201" y="6679"/>
                    <a:pt x="11663" y="6679"/>
                  </a:cubicBezTo>
                  <a:cubicBezTo>
                    <a:pt x="11527" y="6679"/>
                    <a:pt x="11392" y="6673"/>
                    <a:pt x="11256" y="6659"/>
                  </a:cubicBezTo>
                  <a:cubicBezTo>
                    <a:pt x="9337" y="6483"/>
                    <a:pt x="7954" y="4103"/>
                    <a:pt x="7127" y="2665"/>
                  </a:cubicBezTo>
                  <a:cubicBezTo>
                    <a:pt x="6571" y="1709"/>
                    <a:pt x="5825" y="1112"/>
                    <a:pt x="4726" y="902"/>
                  </a:cubicBezTo>
                  <a:lnTo>
                    <a:pt x="5418" y="0"/>
                  </a:lnTo>
                  <a:cubicBezTo>
                    <a:pt x="5418" y="0"/>
                    <a:pt x="5414" y="0"/>
                    <a:pt x="5405" y="0"/>
                  </a:cubicBezTo>
                  <a:close/>
                </a:path>
              </a:pathLst>
            </a:custGeom>
            <a:solidFill>
              <a:srgbClr val="7F92A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890" name="Google Shape;18890;p46"/>
            <p:cNvSpPr/>
            <p:nvPr/>
          </p:nvSpPr>
          <p:spPr>
            <a:xfrm>
              <a:off x="7984961" y="2013577"/>
              <a:ext cx="244385" cy="288687"/>
            </a:xfrm>
            <a:custGeom>
              <a:rect b="b" l="l" r="r" t="t"/>
              <a:pathLst>
                <a:path extrusionOk="0" h="11006" w="9317">
                  <a:moveTo>
                    <a:pt x="5398" y="0"/>
                  </a:moveTo>
                  <a:cubicBezTo>
                    <a:pt x="5141" y="0"/>
                    <a:pt x="1098" y="70"/>
                    <a:pt x="448" y="4455"/>
                  </a:cubicBezTo>
                  <a:cubicBezTo>
                    <a:pt x="0" y="8435"/>
                    <a:pt x="3228" y="11005"/>
                    <a:pt x="6978" y="11005"/>
                  </a:cubicBezTo>
                  <a:cubicBezTo>
                    <a:pt x="7771" y="11005"/>
                    <a:pt x="8564" y="10883"/>
                    <a:pt x="9317" y="10639"/>
                  </a:cubicBezTo>
                  <a:lnTo>
                    <a:pt x="9317" y="10639"/>
                  </a:lnTo>
                  <a:cubicBezTo>
                    <a:pt x="9147" y="10646"/>
                    <a:pt x="8971" y="10653"/>
                    <a:pt x="8795" y="10653"/>
                  </a:cubicBezTo>
                  <a:cubicBezTo>
                    <a:pt x="5045" y="10653"/>
                    <a:pt x="1818" y="8083"/>
                    <a:pt x="2265" y="4103"/>
                  </a:cubicBezTo>
                  <a:cubicBezTo>
                    <a:pt x="2645" y="1560"/>
                    <a:pt x="4157" y="475"/>
                    <a:pt x="5411" y="0"/>
                  </a:cubicBezTo>
                  <a:cubicBezTo>
                    <a:pt x="5411" y="0"/>
                    <a:pt x="5407" y="0"/>
                    <a:pt x="5398" y="0"/>
                  </a:cubicBezTo>
                  <a:close/>
                </a:path>
              </a:pathLst>
            </a:custGeom>
            <a:solidFill>
              <a:srgbClr val="6C81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891" name="Google Shape;18891;p46"/>
            <p:cNvSpPr/>
            <p:nvPr/>
          </p:nvSpPr>
          <p:spPr>
            <a:xfrm>
              <a:off x="8083875" y="2093447"/>
              <a:ext cx="208974" cy="129786"/>
            </a:xfrm>
            <a:custGeom>
              <a:rect b="b" l="l" r="r" t="t"/>
              <a:pathLst>
                <a:path extrusionOk="0" h="4948" w="7967">
                  <a:moveTo>
                    <a:pt x="2937" y="0"/>
                  </a:moveTo>
                  <a:cubicBezTo>
                    <a:pt x="2729" y="0"/>
                    <a:pt x="2519" y="51"/>
                    <a:pt x="2325" y="156"/>
                  </a:cubicBezTo>
                  <a:lnTo>
                    <a:pt x="2318" y="156"/>
                  </a:lnTo>
                  <a:cubicBezTo>
                    <a:pt x="0" y="1422"/>
                    <a:pt x="1203" y="4948"/>
                    <a:pt x="4061" y="4948"/>
                  </a:cubicBezTo>
                  <a:cubicBezTo>
                    <a:pt x="5106" y="4948"/>
                    <a:pt x="6373" y="4476"/>
                    <a:pt x="7770" y="3248"/>
                  </a:cubicBezTo>
                  <a:cubicBezTo>
                    <a:pt x="7967" y="3078"/>
                    <a:pt x="7845" y="2760"/>
                    <a:pt x="7587" y="2760"/>
                  </a:cubicBezTo>
                  <a:cubicBezTo>
                    <a:pt x="6753" y="2760"/>
                    <a:pt x="5410" y="2393"/>
                    <a:pt x="3966" y="515"/>
                  </a:cubicBezTo>
                  <a:cubicBezTo>
                    <a:pt x="3717" y="182"/>
                    <a:pt x="3332" y="0"/>
                    <a:pt x="2937" y="0"/>
                  </a:cubicBezTo>
                  <a:close/>
                </a:path>
              </a:pathLst>
            </a:custGeom>
            <a:solidFill>
              <a:srgbClr val="6C81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892" name="Google Shape;18892;p46"/>
            <p:cNvSpPr/>
            <p:nvPr/>
          </p:nvSpPr>
          <p:spPr>
            <a:xfrm>
              <a:off x="8108505" y="2142707"/>
              <a:ext cx="184292" cy="80552"/>
            </a:xfrm>
            <a:custGeom>
              <a:rect b="b" l="l" r="r" t="t"/>
              <a:pathLst>
                <a:path extrusionOk="0" h="3071" w="7026">
                  <a:moveTo>
                    <a:pt x="172" y="0"/>
                  </a:moveTo>
                  <a:cubicBezTo>
                    <a:pt x="0" y="1438"/>
                    <a:pt x="1179" y="3070"/>
                    <a:pt x="3125" y="3070"/>
                  </a:cubicBezTo>
                  <a:cubicBezTo>
                    <a:pt x="4171" y="3070"/>
                    <a:pt x="5439" y="2598"/>
                    <a:pt x="6838" y="1370"/>
                  </a:cubicBezTo>
                  <a:cubicBezTo>
                    <a:pt x="7026" y="1195"/>
                    <a:pt x="6908" y="882"/>
                    <a:pt x="6656" y="882"/>
                  </a:cubicBezTo>
                  <a:cubicBezTo>
                    <a:pt x="6653" y="882"/>
                    <a:pt x="6651" y="882"/>
                    <a:pt x="6648" y="882"/>
                  </a:cubicBezTo>
                  <a:cubicBezTo>
                    <a:pt x="6465" y="882"/>
                    <a:pt x="6289" y="861"/>
                    <a:pt x="6119" y="827"/>
                  </a:cubicBezTo>
                  <a:cubicBezTo>
                    <a:pt x="5293" y="1605"/>
                    <a:pt x="3857" y="2217"/>
                    <a:pt x="2601" y="2217"/>
                  </a:cubicBezTo>
                  <a:cubicBezTo>
                    <a:pt x="1361" y="2217"/>
                    <a:pt x="297" y="1621"/>
                    <a:pt x="172" y="0"/>
                  </a:cubicBezTo>
                  <a:close/>
                </a:path>
              </a:pathLst>
            </a:custGeom>
            <a:solidFill>
              <a:srgbClr val="5D748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893" name="Google Shape;18893;p46"/>
            <p:cNvSpPr/>
            <p:nvPr/>
          </p:nvSpPr>
          <p:spPr>
            <a:xfrm>
              <a:off x="8032805" y="2087388"/>
              <a:ext cx="36827" cy="42886"/>
            </a:xfrm>
            <a:custGeom>
              <a:rect b="b" l="l" r="r" t="t"/>
              <a:pathLst>
                <a:path extrusionOk="0" h="1635" w="1404">
                  <a:moveTo>
                    <a:pt x="705" y="0"/>
                  </a:moveTo>
                  <a:cubicBezTo>
                    <a:pt x="319" y="0"/>
                    <a:pt x="0" y="312"/>
                    <a:pt x="0" y="706"/>
                  </a:cubicBezTo>
                  <a:lnTo>
                    <a:pt x="0" y="929"/>
                  </a:lnTo>
                  <a:cubicBezTo>
                    <a:pt x="0" y="1323"/>
                    <a:pt x="319" y="1634"/>
                    <a:pt x="705" y="1634"/>
                  </a:cubicBezTo>
                  <a:cubicBezTo>
                    <a:pt x="1092" y="1634"/>
                    <a:pt x="1404" y="1323"/>
                    <a:pt x="1404" y="936"/>
                  </a:cubicBezTo>
                  <a:lnTo>
                    <a:pt x="1404" y="706"/>
                  </a:lnTo>
                  <a:cubicBezTo>
                    <a:pt x="1404" y="312"/>
                    <a:pt x="1092" y="0"/>
                    <a:pt x="705" y="0"/>
                  </a:cubicBezTo>
                  <a:close/>
                </a:path>
              </a:pathLst>
            </a:custGeom>
            <a:solidFill>
              <a:srgbClr val="203B5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894" name="Google Shape;18894;p46"/>
            <p:cNvSpPr/>
            <p:nvPr/>
          </p:nvSpPr>
          <p:spPr>
            <a:xfrm>
              <a:off x="8051297" y="2087388"/>
              <a:ext cx="18518" cy="30742"/>
            </a:xfrm>
            <a:custGeom>
              <a:rect b="b" l="l" r="r" t="t"/>
              <a:pathLst>
                <a:path extrusionOk="0" h="1172" w="706">
                  <a:moveTo>
                    <a:pt x="0" y="0"/>
                  </a:moveTo>
                  <a:lnTo>
                    <a:pt x="0" y="821"/>
                  </a:lnTo>
                  <a:cubicBezTo>
                    <a:pt x="0" y="1055"/>
                    <a:pt x="175" y="1172"/>
                    <a:pt x="350" y="1172"/>
                  </a:cubicBezTo>
                  <a:cubicBezTo>
                    <a:pt x="524" y="1172"/>
                    <a:pt x="699" y="1055"/>
                    <a:pt x="699" y="821"/>
                  </a:cubicBezTo>
                  <a:lnTo>
                    <a:pt x="699" y="706"/>
                  </a:lnTo>
                  <a:cubicBezTo>
                    <a:pt x="706" y="312"/>
                    <a:pt x="387" y="0"/>
                    <a:pt x="0" y="0"/>
                  </a:cubicBezTo>
                  <a:close/>
                </a:path>
              </a:pathLst>
            </a:custGeom>
            <a:solidFill>
              <a:srgbClr val="405C7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895" name="Google Shape;18895;p46"/>
            <p:cNvSpPr/>
            <p:nvPr/>
          </p:nvSpPr>
          <p:spPr>
            <a:xfrm>
              <a:off x="8045081" y="2093421"/>
              <a:ext cx="12276" cy="12302"/>
            </a:xfrm>
            <a:custGeom>
              <a:rect b="b" l="l" r="r" t="t"/>
              <a:pathLst>
                <a:path extrusionOk="0" h="469" w="468">
                  <a:moveTo>
                    <a:pt x="237" y="1"/>
                  </a:moveTo>
                  <a:cubicBezTo>
                    <a:pt x="109" y="1"/>
                    <a:pt x="0" y="109"/>
                    <a:pt x="0" y="238"/>
                  </a:cubicBezTo>
                  <a:cubicBezTo>
                    <a:pt x="0" y="367"/>
                    <a:pt x="109" y="469"/>
                    <a:pt x="237" y="469"/>
                  </a:cubicBezTo>
                  <a:cubicBezTo>
                    <a:pt x="366" y="469"/>
                    <a:pt x="468" y="367"/>
                    <a:pt x="468" y="238"/>
                  </a:cubicBezTo>
                  <a:cubicBezTo>
                    <a:pt x="468" y="109"/>
                    <a:pt x="366" y="1"/>
                    <a:pt x="237" y="1"/>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8896" name="Google Shape;18896;p46"/>
          <p:cNvGrpSpPr/>
          <p:nvPr/>
        </p:nvGrpSpPr>
        <p:grpSpPr>
          <a:xfrm>
            <a:off x="1416733" y="1512190"/>
            <a:ext cx="332964" cy="370159"/>
            <a:chOff x="1416733" y="1512190"/>
            <a:chExt cx="332964" cy="370159"/>
          </a:xfrm>
        </p:grpSpPr>
        <p:sp>
          <p:nvSpPr>
            <p:cNvPr id="18897" name="Google Shape;18897;p46"/>
            <p:cNvSpPr/>
            <p:nvPr/>
          </p:nvSpPr>
          <p:spPr>
            <a:xfrm>
              <a:off x="1416733" y="1637596"/>
              <a:ext cx="106913" cy="144134"/>
            </a:xfrm>
            <a:custGeom>
              <a:rect b="b" l="l" r="r" t="t"/>
              <a:pathLst>
                <a:path extrusionOk="0" h="5495" w="4076">
                  <a:moveTo>
                    <a:pt x="4075" y="0"/>
                  </a:moveTo>
                  <a:cubicBezTo>
                    <a:pt x="4075" y="0"/>
                    <a:pt x="1010" y="1092"/>
                    <a:pt x="34" y="5215"/>
                  </a:cubicBezTo>
                  <a:cubicBezTo>
                    <a:pt x="0" y="5343"/>
                    <a:pt x="95" y="5472"/>
                    <a:pt x="231" y="5486"/>
                  </a:cubicBezTo>
                  <a:cubicBezTo>
                    <a:pt x="310" y="5491"/>
                    <a:pt x="405" y="5494"/>
                    <a:pt x="510" y="5494"/>
                  </a:cubicBezTo>
                  <a:cubicBezTo>
                    <a:pt x="993" y="5494"/>
                    <a:pt x="1706" y="5416"/>
                    <a:pt x="2251" y="5004"/>
                  </a:cubicBezTo>
                  <a:lnTo>
                    <a:pt x="4075" y="0"/>
                  </a:lnTo>
                  <a:close/>
                </a:path>
              </a:pathLst>
            </a:custGeom>
            <a:solidFill>
              <a:srgbClr val="203B5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898" name="Google Shape;18898;p46"/>
            <p:cNvSpPr/>
            <p:nvPr/>
          </p:nvSpPr>
          <p:spPr>
            <a:xfrm>
              <a:off x="1642967" y="1637596"/>
              <a:ext cx="106730" cy="144134"/>
            </a:xfrm>
            <a:custGeom>
              <a:rect b="b" l="l" r="r" t="t"/>
              <a:pathLst>
                <a:path extrusionOk="0" h="5495" w="4069">
                  <a:moveTo>
                    <a:pt x="0" y="0"/>
                  </a:moveTo>
                  <a:lnTo>
                    <a:pt x="1817" y="5004"/>
                  </a:lnTo>
                  <a:cubicBezTo>
                    <a:pt x="2362" y="5416"/>
                    <a:pt x="3080" y="5494"/>
                    <a:pt x="3561" y="5494"/>
                  </a:cubicBezTo>
                  <a:cubicBezTo>
                    <a:pt x="3666" y="5494"/>
                    <a:pt x="3760" y="5491"/>
                    <a:pt x="3838" y="5486"/>
                  </a:cubicBezTo>
                  <a:cubicBezTo>
                    <a:pt x="3973" y="5472"/>
                    <a:pt x="4068" y="5343"/>
                    <a:pt x="4034" y="5215"/>
                  </a:cubicBezTo>
                  <a:cubicBezTo>
                    <a:pt x="3058" y="1092"/>
                    <a:pt x="0" y="0"/>
                    <a:pt x="0" y="0"/>
                  </a:cubicBezTo>
                  <a:close/>
                </a:path>
              </a:pathLst>
            </a:custGeom>
            <a:solidFill>
              <a:srgbClr val="203B5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899" name="Google Shape;18899;p46"/>
            <p:cNvSpPr/>
            <p:nvPr/>
          </p:nvSpPr>
          <p:spPr>
            <a:xfrm>
              <a:off x="1463685" y="1643472"/>
              <a:ext cx="238877" cy="238877"/>
            </a:xfrm>
            <a:custGeom>
              <a:rect b="b" l="l" r="r" t="t"/>
              <a:pathLst>
                <a:path extrusionOk="0" h="9107" w="9107">
                  <a:moveTo>
                    <a:pt x="1892" y="0"/>
                  </a:moveTo>
                  <a:cubicBezTo>
                    <a:pt x="746" y="1261"/>
                    <a:pt x="7" y="3221"/>
                    <a:pt x="7" y="5004"/>
                  </a:cubicBezTo>
                  <a:cubicBezTo>
                    <a:pt x="0" y="6272"/>
                    <a:pt x="529" y="7479"/>
                    <a:pt x="1458" y="8340"/>
                  </a:cubicBezTo>
                  <a:lnTo>
                    <a:pt x="3641" y="9106"/>
                  </a:lnTo>
                  <a:lnTo>
                    <a:pt x="5465" y="9106"/>
                  </a:lnTo>
                  <a:lnTo>
                    <a:pt x="7662" y="8333"/>
                  </a:lnTo>
                  <a:cubicBezTo>
                    <a:pt x="8578" y="7472"/>
                    <a:pt x="9100" y="6272"/>
                    <a:pt x="9100" y="5011"/>
                  </a:cubicBezTo>
                  <a:cubicBezTo>
                    <a:pt x="9107" y="3228"/>
                    <a:pt x="8367" y="1282"/>
                    <a:pt x="7235" y="14"/>
                  </a:cubicBezTo>
                  <a:lnTo>
                    <a:pt x="1892" y="0"/>
                  </a:lnTo>
                  <a:close/>
                </a:path>
              </a:pathLst>
            </a:custGeom>
            <a:solidFill>
              <a:srgbClr val="405C7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900" name="Google Shape;18900;p46"/>
            <p:cNvSpPr/>
            <p:nvPr/>
          </p:nvSpPr>
          <p:spPr>
            <a:xfrm>
              <a:off x="1506178" y="1643472"/>
              <a:ext cx="154049" cy="47765"/>
            </a:xfrm>
            <a:custGeom>
              <a:rect b="b" l="l" r="r" t="t"/>
              <a:pathLst>
                <a:path extrusionOk="0" h="1821" w="5873">
                  <a:moveTo>
                    <a:pt x="272" y="0"/>
                  </a:moveTo>
                  <a:cubicBezTo>
                    <a:pt x="184" y="102"/>
                    <a:pt x="89" y="210"/>
                    <a:pt x="1" y="326"/>
                  </a:cubicBezTo>
                  <a:cubicBezTo>
                    <a:pt x="726" y="1322"/>
                    <a:pt x="1831" y="1821"/>
                    <a:pt x="2937" y="1821"/>
                  </a:cubicBezTo>
                  <a:cubicBezTo>
                    <a:pt x="4042" y="1821"/>
                    <a:pt x="5147" y="1322"/>
                    <a:pt x="5873" y="326"/>
                  </a:cubicBezTo>
                  <a:cubicBezTo>
                    <a:pt x="5791" y="217"/>
                    <a:pt x="5703" y="115"/>
                    <a:pt x="5615" y="14"/>
                  </a:cubicBezTo>
                  <a:lnTo>
                    <a:pt x="272" y="0"/>
                  </a:lnTo>
                  <a:close/>
                </a:path>
              </a:pathLst>
            </a:custGeom>
            <a:solidFill>
              <a:srgbClr val="203B5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901" name="Google Shape;18901;p46"/>
            <p:cNvSpPr/>
            <p:nvPr/>
          </p:nvSpPr>
          <p:spPr>
            <a:xfrm>
              <a:off x="1499594" y="1643472"/>
              <a:ext cx="167216" cy="196909"/>
            </a:xfrm>
            <a:custGeom>
              <a:rect b="b" l="l" r="r" t="t"/>
              <a:pathLst>
                <a:path extrusionOk="0" h="7507" w="6375">
                  <a:moveTo>
                    <a:pt x="1140" y="0"/>
                  </a:moveTo>
                  <a:cubicBezTo>
                    <a:pt x="543" y="1004"/>
                    <a:pt x="1" y="2828"/>
                    <a:pt x="1" y="4096"/>
                  </a:cubicBezTo>
                  <a:cubicBezTo>
                    <a:pt x="1" y="5981"/>
                    <a:pt x="1425" y="7506"/>
                    <a:pt x="3188" y="7506"/>
                  </a:cubicBezTo>
                  <a:cubicBezTo>
                    <a:pt x="4944" y="7506"/>
                    <a:pt x="6375" y="5981"/>
                    <a:pt x="6375" y="4096"/>
                  </a:cubicBezTo>
                  <a:cubicBezTo>
                    <a:pt x="6375" y="2828"/>
                    <a:pt x="5825" y="1004"/>
                    <a:pt x="5235" y="0"/>
                  </a:cubicBezTo>
                  <a:close/>
                </a:path>
              </a:pathLst>
            </a:custGeom>
            <a:solidFill>
              <a:srgbClr val="D1DCE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902" name="Google Shape;18902;p46"/>
            <p:cNvSpPr/>
            <p:nvPr/>
          </p:nvSpPr>
          <p:spPr>
            <a:xfrm>
              <a:off x="1518637" y="1643472"/>
              <a:ext cx="129157" cy="47765"/>
            </a:xfrm>
            <a:custGeom>
              <a:rect b="b" l="l" r="r" t="t"/>
              <a:pathLst>
                <a:path extrusionOk="0" h="1821" w="4924">
                  <a:moveTo>
                    <a:pt x="414" y="0"/>
                  </a:moveTo>
                  <a:cubicBezTo>
                    <a:pt x="258" y="278"/>
                    <a:pt x="116" y="563"/>
                    <a:pt x="0" y="854"/>
                  </a:cubicBezTo>
                  <a:cubicBezTo>
                    <a:pt x="695" y="1499"/>
                    <a:pt x="1579" y="1821"/>
                    <a:pt x="2462" y="1821"/>
                  </a:cubicBezTo>
                  <a:cubicBezTo>
                    <a:pt x="3345" y="1821"/>
                    <a:pt x="4228" y="1499"/>
                    <a:pt x="4923" y="854"/>
                  </a:cubicBezTo>
                  <a:cubicBezTo>
                    <a:pt x="4808" y="563"/>
                    <a:pt x="4665" y="278"/>
                    <a:pt x="4509" y="0"/>
                  </a:cubicBezTo>
                  <a:close/>
                </a:path>
              </a:pathLst>
            </a:custGeom>
            <a:solidFill>
              <a:srgbClr val="BECBD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903" name="Google Shape;18903;p46"/>
            <p:cNvSpPr/>
            <p:nvPr/>
          </p:nvSpPr>
          <p:spPr>
            <a:xfrm>
              <a:off x="1493745" y="1858295"/>
              <a:ext cx="71687" cy="23869"/>
            </a:xfrm>
            <a:custGeom>
              <a:rect b="b" l="l" r="r" t="t"/>
              <a:pathLst>
                <a:path extrusionOk="0" h="910" w="2733">
                  <a:moveTo>
                    <a:pt x="909" y="1"/>
                  </a:moveTo>
                  <a:cubicBezTo>
                    <a:pt x="407" y="1"/>
                    <a:pt x="0" y="408"/>
                    <a:pt x="0" y="910"/>
                  </a:cubicBezTo>
                  <a:lnTo>
                    <a:pt x="2733" y="910"/>
                  </a:lnTo>
                  <a:cubicBezTo>
                    <a:pt x="2733" y="408"/>
                    <a:pt x="2319" y="1"/>
                    <a:pt x="1817" y="1"/>
                  </a:cubicBezTo>
                  <a:close/>
                </a:path>
              </a:pathLst>
            </a:custGeom>
            <a:solidFill>
              <a:srgbClr val="D8E0E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904" name="Google Shape;18904;p46"/>
            <p:cNvSpPr/>
            <p:nvPr/>
          </p:nvSpPr>
          <p:spPr>
            <a:xfrm>
              <a:off x="1493745" y="1858295"/>
              <a:ext cx="47686" cy="23869"/>
            </a:xfrm>
            <a:custGeom>
              <a:rect b="b" l="l" r="r" t="t"/>
              <a:pathLst>
                <a:path extrusionOk="0" h="910" w="1818">
                  <a:moveTo>
                    <a:pt x="909" y="1"/>
                  </a:moveTo>
                  <a:cubicBezTo>
                    <a:pt x="407" y="1"/>
                    <a:pt x="0" y="408"/>
                    <a:pt x="0" y="910"/>
                  </a:cubicBezTo>
                  <a:lnTo>
                    <a:pt x="909" y="910"/>
                  </a:lnTo>
                  <a:cubicBezTo>
                    <a:pt x="909" y="408"/>
                    <a:pt x="1315" y="1"/>
                    <a:pt x="1817" y="1"/>
                  </a:cubicBezTo>
                  <a:close/>
                </a:path>
              </a:pathLst>
            </a:custGeom>
            <a:solidFill>
              <a:srgbClr val="C8D3D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905" name="Google Shape;18905;p46"/>
            <p:cNvSpPr/>
            <p:nvPr/>
          </p:nvSpPr>
          <p:spPr>
            <a:xfrm>
              <a:off x="1601156" y="1858295"/>
              <a:ext cx="71713" cy="23869"/>
            </a:xfrm>
            <a:custGeom>
              <a:rect b="b" l="l" r="r" t="t"/>
              <a:pathLst>
                <a:path extrusionOk="0" h="910" w="2734">
                  <a:moveTo>
                    <a:pt x="909" y="1"/>
                  </a:moveTo>
                  <a:cubicBezTo>
                    <a:pt x="407" y="1"/>
                    <a:pt x="1" y="408"/>
                    <a:pt x="1" y="910"/>
                  </a:cubicBezTo>
                  <a:lnTo>
                    <a:pt x="2733" y="910"/>
                  </a:lnTo>
                  <a:cubicBezTo>
                    <a:pt x="2733" y="408"/>
                    <a:pt x="2326" y="1"/>
                    <a:pt x="1825" y="1"/>
                  </a:cubicBezTo>
                  <a:close/>
                </a:path>
              </a:pathLst>
            </a:custGeom>
            <a:solidFill>
              <a:srgbClr val="D8E0E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906" name="Google Shape;18906;p46"/>
            <p:cNvSpPr/>
            <p:nvPr/>
          </p:nvSpPr>
          <p:spPr>
            <a:xfrm>
              <a:off x="1601156" y="1858295"/>
              <a:ext cx="47870" cy="23869"/>
            </a:xfrm>
            <a:custGeom>
              <a:rect b="b" l="l" r="r" t="t"/>
              <a:pathLst>
                <a:path extrusionOk="0" h="910" w="1825">
                  <a:moveTo>
                    <a:pt x="909" y="1"/>
                  </a:moveTo>
                  <a:cubicBezTo>
                    <a:pt x="407" y="1"/>
                    <a:pt x="1" y="408"/>
                    <a:pt x="1" y="910"/>
                  </a:cubicBezTo>
                  <a:lnTo>
                    <a:pt x="909" y="910"/>
                  </a:lnTo>
                  <a:cubicBezTo>
                    <a:pt x="909" y="408"/>
                    <a:pt x="1316" y="1"/>
                    <a:pt x="1825" y="1"/>
                  </a:cubicBezTo>
                  <a:close/>
                </a:path>
              </a:pathLst>
            </a:custGeom>
            <a:solidFill>
              <a:srgbClr val="C8D3D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907" name="Google Shape;18907;p46"/>
            <p:cNvSpPr/>
            <p:nvPr/>
          </p:nvSpPr>
          <p:spPr>
            <a:xfrm>
              <a:off x="1499594" y="1512217"/>
              <a:ext cx="167216" cy="167190"/>
            </a:xfrm>
            <a:custGeom>
              <a:rect b="b" l="l" r="r" t="t"/>
              <a:pathLst>
                <a:path extrusionOk="0" h="6374" w="6375">
                  <a:moveTo>
                    <a:pt x="3188" y="0"/>
                  </a:moveTo>
                  <a:cubicBezTo>
                    <a:pt x="1432" y="0"/>
                    <a:pt x="1" y="1424"/>
                    <a:pt x="1" y="3187"/>
                  </a:cubicBezTo>
                  <a:cubicBezTo>
                    <a:pt x="1" y="4943"/>
                    <a:pt x="1432" y="6374"/>
                    <a:pt x="3188" y="6374"/>
                  </a:cubicBezTo>
                  <a:cubicBezTo>
                    <a:pt x="4944" y="6374"/>
                    <a:pt x="6375" y="4943"/>
                    <a:pt x="6375" y="3187"/>
                  </a:cubicBezTo>
                  <a:cubicBezTo>
                    <a:pt x="6375" y="1424"/>
                    <a:pt x="4944" y="0"/>
                    <a:pt x="3188" y="0"/>
                  </a:cubicBezTo>
                  <a:close/>
                </a:path>
              </a:pathLst>
            </a:custGeom>
            <a:solidFill>
              <a:srgbClr val="E7EDF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908" name="Google Shape;18908;p46"/>
            <p:cNvSpPr/>
            <p:nvPr/>
          </p:nvSpPr>
          <p:spPr>
            <a:xfrm>
              <a:off x="1566480" y="1620415"/>
              <a:ext cx="33286" cy="32263"/>
            </a:xfrm>
            <a:custGeom>
              <a:rect b="b" l="l" r="r" t="t"/>
              <a:pathLst>
                <a:path extrusionOk="0" h="1230" w="1269">
                  <a:moveTo>
                    <a:pt x="638" y="1"/>
                  </a:moveTo>
                  <a:cubicBezTo>
                    <a:pt x="607" y="1"/>
                    <a:pt x="577" y="11"/>
                    <a:pt x="550" y="31"/>
                  </a:cubicBezTo>
                  <a:lnTo>
                    <a:pt x="95" y="330"/>
                  </a:lnTo>
                  <a:cubicBezTo>
                    <a:pt x="14" y="384"/>
                    <a:pt x="0" y="486"/>
                    <a:pt x="55" y="560"/>
                  </a:cubicBezTo>
                  <a:lnTo>
                    <a:pt x="509" y="1164"/>
                  </a:lnTo>
                  <a:cubicBezTo>
                    <a:pt x="539" y="1208"/>
                    <a:pt x="587" y="1230"/>
                    <a:pt x="634" y="1230"/>
                  </a:cubicBezTo>
                  <a:cubicBezTo>
                    <a:pt x="682" y="1230"/>
                    <a:pt x="729" y="1208"/>
                    <a:pt x="760" y="1164"/>
                  </a:cubicBezTo>
                  <a:lnTo>
                    <a:pt x="1214" y="560"/>
                  </a:lnTo>
                  <a:cubicBezTo>
                    <a:pt x="1268" y="486"/>
                    <a:pt x="1255" y="384"/>
                    <a:pt x="1180" y="330"/>
                  </a:cubicBezTo>
                  <a:lnTo>
                    <a:pt x="726" y="31"/>
                  </a:lnTo>
                  <a:cubicBezTo>
                    <a:pt x="699" y="11"/>
                    <a:pt x="668" y="1"/>
                    <a:pt x="638" y="1"/>
                  </a:cubicBezTo>
                  <a:close/>
                </a:path>
              </a:pathLst>
            </a:custGeom>
            <a:solidFill>
              <a:srgbClr val="C8D3D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909" name="Google Shape;18909;p46"/>
            <p:cNvSpPr/>
            <p:nvPr/>
          </p:nvSpPr>
          <p:spPr>
            <a:xfrm>
              <a:off x="1499253" y="1512190"/>
              <a:ext cx="98913" cy="167190"/>
            </a:xfrm>
            <a:custGeom>
              <a:rect b="b" l="l" r="r" t="t"/>
              <a:pathLst>
                <a:path extrusionOk="0" h="6374" w="3771">
                  <a:moveTo>
                    <a:pt x="3179" y="0"/>
                  </a:moveTo>
                  <a:cubicBezTo>
                    <a:pt x="1461" y="0"/>
                    <a:pt x="0" y="1397"/>
                    <a:pt x="0" y="3188"/>
                  </a:cubicBezTo>
                  <a:cubicBezTo>
                    <a:pt x="0" y="4981"/>
                    <a:pt x="1465" y="6374"/>
                    <a:pt x="3186" y="6374"/>
                  </a:cubicBezTo>
                  <a:cubicBezTo>
                    <a:pt x="3378" y="6374"/>
                    <a:pt x="3574" y="6357"/>
                    <a:pt x="3770" y="6320"/>
                  </a:cubicBezTo>
                  <a:cubicBezTo>
                    <a:pt x="2258" y="6042"/>
                    <a:pt x="1153" y="4727"/>
                    <a:pt x="1153" y="3188"/>
                  </a:cubicBezTo>
                  <a:cubicBezTo>
                    <a:pt x="1153" y="1649"/>
                    <a:pt x="2258" y="326"/>
                    <a:pt x="3770" y="55"/>
                  </a:cubicBezTo>
                  <a:cubicBezTo>
                    <a:pt x="3571" y="18"/>
                    <a:pt x="3373" y="0"/>
                    <a:pt x="3179" y="0"/>
                  </a:cubicBezTo>
                  <a:close/>
                </a:path>
              </a:pathLst>
            </a:custGeom>
            <a:solidFill>
              <a:srgbClr val="D1DCE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910" name="Google Shape;18910;p46"/>
            <p:cNvSpPr/>
            <p:nvPr/>
          </p:nvSpPr>
          <p:spPr>
            <a:xfrm>
              <a:off x="1499594" y="1512217"/>
              <a:ext cx="167216" cy="86638"/>
            </a:xfrm>
            <a:custGeom>
              <a:rect b="b" l="l" r="r" t="t"/>
              <a:pathLst>
                <a:path extrusionOk="0" h="3303" w="6375">
                  <a:moveTo>
                    <a:pt x="3188" y="0"/>
                  </a:moveTo>
                  <a:cubicBezTo>
                    <a:pt x="1432" y="0"/>
                    <a:pt x="1" y="1424"/>
                    <a:pt x="1" y="3187"/>
                  </a:cubicBezTo>
                  <a:cubicBezTo>
                    <a:pt x="1" y="3221"/>
                    <a:pt x="8" y="3261"/>
                    <a:pt x="8" y="3302"/>
                  </a:cubicBezTo>
                  <a:cubicBezTo>
                    <a:pt x="72" y="2331"/>
                    <a:pt x="878" y="1704"/>
                    <a:pt x="1717" y="1704"/>
                  </a:cubicBezTo>
                  <a:cubicBezTo>
                    <a:pt x="2109" y="1704"/>
                    <a:pt x="2507" y="1841"/>
                    <a:pt x="2842" y="2143"/>
                  </a:cubicBezTo>
                  <a:cubicBezTo>
                    <a:pt x="2940" y="2231"/>
                    <a:pt x="3064" y="2275"/>
                    <a:pt x="3188" y="2275"/>
                  </a:cubicBezTo>
                  <a:cubicBezTo>
                    <a:pt x="3311" y="2275"/>
                    <a:pt x="3435" y="2231"/>
                    <a:pt x="3534" y="2143"/>
                  </a:cubicBezTo>
                  <a:cubicBezTo>
                    <a:pt x="3868" y="1838"/>
                    <a:pt x="4268" y="1701"/>
                    <a:pt x="4662" y="1701"/>
                  </a:cubicBezTo>
                  <a:cubicBezTo>
                    <a:pt x="5504" y="1701"/>
                    <a:pt x="6315" y="2331"/>
                    <a:pt x="6375" y="3302"/>
                  </a:cubicBezTo>
                  <a:cubicBezTo>
                    <a:pt x="6375" y="3261"/>
                    <a:pt x="6375" y="3221"/>
                    <a:pt x="6375" y="3187"/>
                  </a:cubicBezTo>
                  <a:cubicBezTo>
                    <a:pt x="6375" y="1424"/>
                    <a:pt x="4951" y="0"/>
                    <a:pt x="3188" y="0"/>
                  </a:cubicBezTo>
                  <a:close/>
                </a:path>
              </a:pathLst>
            </a:custGeom>
            <a:solidFill>
              <a:srgbClr val="405C7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911" name="Google Shape;18911;p46"/>
            <p:cNvSpPr/>
            <p:nvPr/>
          </p:nvSpPr>
          <p:spPr>
            <a:xfrm>
              <a:off x="1499594" y="1512217"/>
              <a:ext cx="98572" cy="86638"/>
            </a:xfrm>
            <a:custGeom>
              <a:rect b="b" l="l" r="r" t="t"/>
              <a:pathLst>
                <a:path extrusionOk="0" h="3303" w="3758">
                  <a:moveTo>
                    <a:pt x="3188" y="0"/>
                  </a:moveTo>
                  <a:cubicBezTo>
                    <a:pt x="1432" y="0"/>
                    <a:pt x="1" y="1424"/>
                    <a:pt x="1" y="3187"/>
                  </a:cubicBezTo>
                  <a:cubicBezTo>
                    <a:pt x="1" y="3221"/>
                    <a:pt x="8" y="3261"/>
                    <a:pt x="8" y="3302"/>
                  </a:cubicBezTo>
                  <a:cubicBezTo>
                    <a:pt x="62" y="2482"/>
                    <a:pt x="686" y="1824"/>
                    <a:pt x="1499" y="1722"/>
                  </a:cubicBezTo>
                  <a:cubicBezTo>
                    <a:pt x="1954" y="848"/>
                    <a:pt x="2788" y="231"/>
                    <a:pt x="3757" y="54"/>
                  </a:cubicBezTo>
                  <a:cubicBezTo>
                    <a:pt x="3567" y="20"/>
                    <a:pt x="3378" y="0"/>
                    <a:pt x="3188" y="0"/>
                  </a:cubicBezTo>
                  <a:close/>
                </a:path>
              </a:pathLst>
            </a:custGeom>
            <a:solidFill>
              <a:srgbClr val="203B5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912" name="Google Shape;18912;p46"/>
            <p:cNvSpPr/>
            <p:nvPr/>
          </p:nvSpPr>
          <p:spPr>
            <a:xfrm>
              <a:off x="1535529" y="1583877"/>
              <a:ext cx="23869" cy="29745"/>
            </a:xfrm>
            <a:custGeom>
              <a:rect b="b" l="l" r="r" t="t"/>
              <a:pathLst>
                <a:path extrusionOk="0" h="1134" w="910">
                  <a:moveTo>
                    <a:pt x="455" y="1"/>
                  </a:moveTo>
                  <a:cubicBezTo>
                    <a:pt x="204" y="1"/>
                    <a:pt x="0" y="204"/>
                    <a:pt x="0" y="455"/>
                  </a:cubicBezTo>
                  <a:lnTo>
                    <a:pt x="0" y="679"/>
                  </a:lnTo>
                  <a:cubicBezTo>
                    <a:pt x="0" y="930"/>
                    <a:pt x="204" y="1133"/>
                    <a:pt x="455" y="1133"/>
                  </a:cubicBezTo>
                  <a:cubicBezTo>
                    <a:pt x="459" y="1133"/>
                    <a:pt x="463" y="1133"/>
                    <a:pt x="467" y="1133"/>
                  </a:cubicBezTo>
                  <a:cubicBezTo>
                    <a:pt x="712" y="1133"/>
                    <a:pt x="909" y="926"/>
                    <a:pt x="909" y="679"/>
                  </a:cubicBezTo>
                  <a:lnTo>
                    <a:pt x="909" y="455"/>
                  </a:lnTo>
                  <a:cubicBezTo>
                    <a:pt x="909" y="204"/>
                    <a:pt x="706" y="1"/>
                    <a:pt x="455" y="1"/>
                  </a:cubicBezTo>
                  <a:close/>
                </a:path>
              </a:pathLst>
            </a:custGeom>
            <a:solidFill>
              <a:srgbClr val="203B5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913" name="Google Shape;18913;p46"/>
            <p:cNvSpPr/>
            <p:nvPr/>
          </p:nvSpPr>
          <p:spPr>
            <a:xfrm>
              <a:off x="1541404" y="1589753"/>
              <a:ext cx="11935" cy="11935"/>
            </a:xfrm>
            <a:custGeom>
              <a:rect b="b" l="l" r="r" t="t"/>
              <a:pathLst>
                <a:path extrusionOk="0" h="455" w="455">
                  <a:moveTo>
                    <a:pt x="231" y="0"/>
                  </a:moveTo>
                  <a:cubicBezTo>
                    <a:pt x="102" y="0"/>
                    <a:pt x="0" y="102"/>
                    <a:pt x="0" y="231"/>
                  </a:cubicBezTo>
                  <a:cubicBezTo>
                    <a:pt x="0" y="353"/>
                    <a:pt x="102" y="455"/>
                    <a:pt x="231" y="455"/>
                  </a:cubicBezTo>
                  <a:cubicBezTo>
                    <a:pt x="353" y="455"/>
                    <a:pt x="455" y="353"/>
                    <a:pt x="455" y="231"/>
                  </a:cubicBezTo>
                  <a:cubicBezTo>
                    <a:pt x="455" y="102"/>
                    <a:pt x="353" y="0"/>
                    <a:pt x="231" y="0"/>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914" name="Google Shape;18914;p46"/>
            <p:cNvSpPr/>
            <p:nvPr/>
          </p:nvSpPr>
          <p:spPr>
            <a:xfrm>
              <a:off x="1607032" y="1583877"/>
              <a:ext cx="23843" cy="29719"/>
            </a:xfrm>
            <a:custGeom>
              <a:rect b="b" l="l" r="r" t="t"/>
              <a:pathLst>
                <a:path extrusionOk="0" h="1133" w="909">
                  <a:moveTo>
                    <a:pt x="455" y="1"/>
                  </a:moveTo>
                  <a:cubicBezTo>
                    <a:pt x="204" y="1"/>
                    <a:pt x="0" y="204"/>
                    <a:pt x="0" y="455"/>
                  </a:cubicBezTo>
                  <a:lnTo>
                    <a:pt x="0" y="679"/>
                  </a:lnTo>
                  <a:cubicBezTo>
                    <a:pt x="0" y="930"/>
                    <a:pt x="204" y="1133"/>
                    <a:pt x="455" y="1133"/>
                  </a:cubicBezTo>
                  <a:cubicBezTo>
                    <a:pt x="705" y="1133"/>
                    <a:pt x="909" y="930"/>
                    <a:pt x="909" y="679"/>
                  </a:cubicBezTo>
                  <a:lnTo>
                    <a:pt x="909" y="455"/>
                  </a:lnTo>
                  <a:cubicBezTo>
                    <a:pt x="909" y="204"/>
                    <a:pt x="705" y="1"/>
                    <a:pt x="455" y="1"/>
                  </a:cubicBezTo>
                  <a:close/>
                </a:path>
              </a:pathLst>
            </a:custGeom>
            <a:solidFill>
              <a:srgbClr val="203B5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915" name="Google Shape;18915;p46"/>
            <p:cNvSpPr/>
            <p:nvPr/>
          </p:nvSpPr>
          <p:spPr>
            <a:xfrm>
              <a:off x="1613065" y="1589753"/>
              <a:ext cx="11961" cy="11935"/>
            </a:xfrm>
            <a:custGeom>
              <a:rect b="b" l="l" r="r" t="t"/>
              <a:pathLst>
                <a:path extrusionOk="0" h="455" w="456">
                  <a:moveTo>
                    <a:pt x="225" y="0"/>
                  </a:moveTo>
                  <a:cubicBezTo>
                    <a:pt x="103" y="0"/>
                    <a:pt x="1" y="102"/>
                    <a:pt x="1" y="231"/>
                  </a:cubicBezTo>
                  <a:cubicBezTo>
                    <a:pt x="1" y="353"/>
                    <a:pt x="103" y="455"/>
                    <a:pt x="225" y="455"/>
                  </a:cubicBezTo>
                  <a:cubicBezTo>
                    <a:pt x="353" y="455"/>
                    <a:pt x="455" y="353"/>
                    <a:pt x="455" y="231"/>
                  </a:cubicBezTo>
                  <a:cubicBezTo>
                    <a:pt x="455" y="102"/>
                    <a:pt x="353" y="0"/>
                    <a:pt x="225" y="0"/>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8916" name="Google Shape;18916;p46"/>
          <p:cNvGrpSpPr/>
          <p:nvPr/>
        </p:nvGrpSpPr>
        <p:grpSpPr>
          <a:xfrm>
            <a:off x="5246366" y="2906105"/>
            <a:ext cx="342852" cy="370079"/>
            <a:chOff x="5246366" y="2906105"/>
            <a:chExt cx="342852" cy="370079"/>
          </a:xfrm>
        </p:grpSpPr>
        <p:sp>
          <p:nvSpPr>
            <p:cNvPr id="18917" name="Google Shape;18917;p46"/>
            <p:cNvSpPr/>
            <p:nvPr/>
          </p:nvSpPr>
          <p:spPr>
            <a:xfrm>
              <a:off x="5410172" y="3089033"/>
              <a:ext cx="179046" cy="163701"/>
            </a:xfrm>
            <a:custGeom>
              <a:rect b="b" l="l" r="r" t="t"/>
              <a:pathLst>
                <a:path extrusionOk="0" h="6241" w="6826">
                  <a:moveTo>
                    <a:pt x="6548" y="1"/>
                  </a:moveTo>
                  <a:cubicBezTo>
                    <a:pt x="6513" y="1"/>
                    <a:pt x="6476" y="10"/>
                    <a:pt x="6440" y="29"/>
                  </a:cubicBezTo>
                  <a:cubicBezTo>
                    <a:pt x="2420" y="2029"/>
                    <a:pt x="677" y="4762"/>
                    <a:pt x="80" y="5907"/>
                  </a:cubicBezTo>
                  <a:cubicBezTo>
                    <a:pt x="1" y="6067"/>
                    <a:pt x="126" y="6240"/>
                    <a:pt x="284" y="6240"/>
                  </a:cubicBezTo>
                  <a:cubicBezTo>
                    <a:pt x="315" y="6240"/>
                    <a:pt x="347" y="6234"/>
                    <a:pt x="379" y="6219"/>
                  </a:cubicBezTo>
                  <a:cubicBezTo>
                    <a:pt x="4678" y="4348"/>
                    <a:pt x="6264" y="1500"/>
                    <a:pt x="6759" y="320"/>
                  </a:cubicBezTo>
                  <a:cubicBezTo>
                    <a:pt x="6825" y="161"/>
                    <a:pt x="6699" y="1"/>
                    <a:pt x="6548" y="1"/>
                  </a:cubicBezTo>
                  <a:close/>
                </a:path>
              </a:pathLst>
            </a:custGeom>
            <a:solidFill>
              <a:srgbClr val="D2DAE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918" name="Google Shape;18918;p46"/>
            <p:cNvSpPr/>
            <p:nvPr/>
          </p:nvSpPr>
          <p:spPr>
            <a:xfrm>
              <a:off x="5405687" y="3137611"/>
              <a:ext cx="24210" cy="138573"/>
            </a:xfrm>
            <a:custGeom>
              <a:rect b="b" l="l" r="r" t="t"/>
              <a:pathLst>
                <a:path extrusionOk="0" h="5283" w="923">
                  <a:moveTo>
                    <a:pt x="0" y="1"/>
                  </a:moveTo>
                  <a:lnTo>
                    <a:pt x="0" y="4828"/>
                  </a:lnTo>
                  <a:cubicBezTo>
                    <a:pt x="0" y="5079"/>
                    <a:pt x="211" y="5283"/>
                    <a:pt x="461" y="5283"/>
                  </a:cubicBezTo>
                  <a:cubicBezTo>
                    <a:pt x="719" y="5283"/>
                    <a:pt x="923" y="5079"/>
                    <a:pt x="923" y="4822"/>
                  </a:cubicBezTo>
                  <a:lnTo>
                    <a:pt x="923" y="1"/>
                  </a:lnTo>
                  <a:close/>
                </a:path>
              </a:pathLst>
            </a:custGeom>
            <a:solidFill>
              <a:srgbClr val="ADBCC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919" name="Google Shape;18919;p46"/>
            <p:cNvSpPr/>
            <p:nvPr/>
          </p:nvSpPr>
          <p:spPr>
            <a:xfrm>
              <a:off x="5381660" y="2906105"/>
              <a:ext cx="72237" cy="87110"/>
            </a:xfrm>
            <a:custGeom>
              <a:rect b="b" l="l" r="r" t="t"/>
              <a:pathLst>
                <a:path extrusionOk="0" h="3321" w="2754">
                  <a:moveTo>
                    <a:pt x="1378" y="0"/>
                  </a:moveTo>
                  <a:cubicBezTo>
                    <a:pt x="1311" y="0"/>
                    <a:pt x="1245" y="29"/>
                    <a:pt x="1201" y="87"/>
                  </a:cubicBezTo>
                  <a:cubicBezTo>
                    <a:pt x="971" y="371"/>
                    <a:pt x="550" y="921"/>
                    <a:pt x="1" y="1707"/>
                  </a:cubicBezTo>
                  <a:lnTo>
                    <a:pt x="693" y="3321"/>
                  </a:lnTo>
                  <a:lnTo>
                    <a:pt x="2300" y="3321"/>
                  </a:lnTo>
                  <a:lnTo>
                    <a:pt x="2754" y="1707"/>
                  </a:lnTo>
                  <a:cubicBezTo>
                    <a:pt x="2211" y="921"/>
                    <a:pt x="1784" y="371"/>
                    <a:pt x="1561" y="87"/>
                  </a:cubicBezTo>
                  <a:cubicBezTo>
                    <a:pt x="1513" y="29"/>
                    <a:pt x="1445" y="0"/>
                    <a:pt x="1378" y="0"/>
                  </a:cubicBezTo>
                  <a:close/>
                </a:path>
              </a:pathLst>
            </a:custGeom>
            <a:solidFill>
              <a:srgbClr val="B0BBC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920" name="Google Shape;18920;p46"/>
            <p:cNvSpPr/>
            <p:nvPr/>
          </p:nvSpPr>
          <p:spPr>
            <a:xfrm>
              <a:off x="5343076" y="2934093"/>
              <a:ext cx="168108" cy="215820"/>
            </a:xfrm>
            <a:custGeom>
              <a:rect b="b" l="l" r="r" t="t"/>
              <a:pathLst>
                <a:path extrusionOk="0" h="8228" w="6409">
                  <a:moveTo>
                    <a:pt x="4723" y="1"/>
                  </a:moveTo>
                  <a:cubicBezTo>
                    <a:pt x="4666" y="1"/>
                    <a:pt x="4609" y="23"/>
                    <a:pt x="4564" y="70"/>
                  </a:cubicBezTo>
                  <a:cubicBezTo>
                    <a:pt x="4069" y="559"/>
                    <a:pt x="2869" y="1800"/>
                    <a:pt x="2069" y="2952"/>
                  </a:cubicBezTo>
                  <a:cubicBezTo>
                    <a:pt x="1" y="5909"/>
                    <a:pt x="1357" y="8221"/>
                    <a:pt x="2848" y="8228"/>
                  </a:cubicBezTo>
                  <a:cubicBezTo>
                    <a:pt x="4815" y="8228"/>
                    <a:pt x="6408" y="6634"/>
                    <a:pt x="6408" y="4668"/>
                  </a:cubicBezTo>
                  <a:cubicBezTo>
                    <a:pt x="6408" y="3129"/>
                    <a:pt x="5323" y="898"/>
                    <a:pt x="4923" y="125"/>
                  </a:cubicBezTo>
                  <a:cubicBezTo>
                    <a:pt x="4884" y="45"/>
                    <a:pt x="4804" y="1"/>
                    <a:pt x="4723" y="1"/>
                  </a:cubicBezTo>
                  <a:close/>
                </a:path>
              </a:pathLst>
            </a:custGeom>
            <a:solidFill>
              <a:srgbClr val="98A6B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921" name="Google Shape;18921;p46"/>
            <p:cNvSpPr/>
            <p:nvPr/>
          </p:nvSpPr>
          <p:spPr>
            <a:xfrm>
              <a:off x="5324584" y="2934093"/>
              <a:ext cx="168108" cy="215820"/>
            </a:xfrm>
            <a:custGeom>
              <a:rect b="b" l="l" r="r" t="t"/>
              <a:pathLst>
                <a:path extrusionOk="0" h="8228" w="6409">
                  <a:moveTo>
                    <a:pt x="1685" y="1"/>
                  </a:moveTo>
                  <a:cubicBezTo>
                    <a:pt x="1603" y="1"/>
                    <a:pt x="1522" y="45"/>
                    <a:pt x="1479" y="125"/>
                  </a:cubicBezTo>
                  <a:cubicBezTo>
                    <a:pt x="1079" y="898"/>
                    <a:pt x="0" y="3129"/>
                    <a:pt x="0" y="4668"/>
                  </a:cubicBezTo>
                  <a:cubicBezTo>
                    <a:pt x="0" y="6634"/>
                    <a:pt x="1594" y="8228"/>
                    <a:pt x="3560" y="8228"/>
                  </a:cubicBezTo>
                  <a:cubicBezTo>
                    <a:pt x="5052" y="8221"/>
                    <a:pt x="6408" y="5909"/>
                    <a:pt x="4340" y="2952"/>
                  </a:cubicBezTo>
                  <a:cubicBezTo>
                    <a:pt x="3540" y="1800"/>
                    <a:pt x="2333" y="559"/>
                    <a:pt x="1845" y="70"/>
                  </a:cubicBezTo>
                  <a:cubicBezTo>
                    <a:pt x="1800" y="23"/>
                    <a:pt x="1742" y="1"/>
                    <a:pt x="1685" y="1"/>
                  </a:cubicBezTo>
                  <a:close/>
                </a:path>
              </a:pathLst>
            </a:custGeom>
            <a:solidFill>
              <a:srgbClr val="788A9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922" name="Google Shape;18922;p46"/>
            <p:cNvSpPr/>
            <p:nvPr/>
          </p:nvSpPr>
          <p:spPr>
            <a:xfrm>
              <a:off x="5246366" y="3089033"/>
              <a:ext cx="179046" cy="163701"/>
            </a:xfrm>
            <a:custGeom>
              <a:rect b="b" l="l" r="r" t="t"/>
              <a:pathLst>
                <a:path extrusionOk="0" h="6241" w="6826">
                  <a:moveTo>
                    <a:pt x="282" y="1"/>
                  </a:moveTo>
                  <a:cubicBezTo>
                    <a:pt x="127" y="1"/>
                    <a:pt x="1" y="161"/>
                    <a:pt x="67" y="320"/>
                  </a:cubicBezTo>
                  <a:cubicBezTo>
                    <a:pt x="562" y="1500"/>
                    <a:pt x="2148" y="4348"/>
                    <a:pt x="6447" y="6219"/>
                  </a:cubicBezTo>
                  <a:cubicBezTo>
                    <a:pt x="6479" y="6234"/>
                    <a:pt x="6511" y="6240"/>
                    <a:pt x="6541" y="6240"/>
                  </a:cubicBezTo>
                  <a:cubicBezTo>
                    <a:pt x="6700" y="6240"/>
                    <a:pt x="6825" y="6067"/>
                    <a:pt x="6746" y="5907"/>
                  </a:cubicBezTo>
                  <a:cubicBezTo>
                    <a:pt x="6156" y="4762"/>
                    <a:pt x="4406" y="2029"/>
                    <a:pt x="392" y="29"/>
                  </a:cubicBezTo>
                  <a:cubicBezTo>
                    <a:pt x="355" y="10"/>
                    <a:pt x="318" y="1"/>
                    <a:pt x="282" y="1"/>
                  </a:cubicBezTo>
                  <a:close/>
                </a:path>
              </a:pathLst>
            </a:custGeom>
            <a:solidFill>
              <a:srgbClr val="C1CDD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8923" name="Google Shape;18923;p46"/>
          <p:cNvGrpSpPr/>
          <p:nvPr/>
        </p:nvGrpSpPr>
        <p:grpSpPr>
          <a:xfrm>
            <a:off x="849667" y="2434883"/>
            <a:ext cx="371260" cy="366250"/>
            <a:chOff x="849667" y="2434883"/>
            <a:chExt cx="371260" cy="366250"/>
          </a:xfrm>
        </p:grpSpPr>
        <p:sp>
          <p:nvSpPr>
            <p:cNvPr id="18924" name="Google Shape;18924;p46"/>
            <p:cNvSpPr/>
            <p:nvPr/>
          </p:nvSpPr>
          <p:spPr>
            <a:xfrm>
              <a:off x="956607" y="2434883"/>
              <a:ext cx="258628" cy="145367"/>
            </a:xfrm>
            <a:custGeom>
              <a:rect b="b" l="l" r="r" t="t"/>
              <a:pathLst>
                <a:path extrusionOk="0" h="5542" w="9860">
                  <a:moveTo>
                    <a:pt x="3972" y="1"/>
                  </a:moveTo>
                  <a:cubicBezTo>
                    <a:pt x="3899" y="1"/>
                    <a:pt x="3825" y="19"/>
                    <a:pt x="3757" y="56"/>
                  </a:cubicBezTo>
                  <a:cubicBezTo>
                    <a:pt x="2469" y="768"/>
                    <a:pt x="1675" y="2009"/>
                    <a:pt x="1675" y="2009"/>
                  </a:cubicBezTo>
                  <a:lnTo>
                    <a:pt x="1397" y="1893"/>
                  </a:lnTo>
                  <a:cubicBezTo>
                    <a:pt x="1335" y="1864"/>
                    <a:pt x="1271" y="1851"/>
                    <a:pt x="1207" y="1851"/>
                  </a:cubicBezTo>
                  <a:cubicBezTo>
                    <a:pt x="1063" y="1851"/>
                    <a:pt x="926" y="1922"/>
                    <a:pt x="841" y="2049"/>
                  </a:cubicBezTo>
                  <a:cubicBezTo>
                    <a:pt x="21" y="3304"/>
                    <a:pt x="0" y="5541"/>
                    <a:pt x="0" y="5541"/>
                  </a:cubicBezTo>
                  <a:lnTo>
                    <a:pt x="7798" y="4172"/>
                  </a:lnTo>
                  <a:lnTo>
                    <a:pt x="9595" y="2897"/>
                  </a:lnTo>
                  <a:cubicBezTo>
                    <a:pt x="9853" y="2714"/>
                    <a:pt x="9860" y="2348"/>
                    <a:pt x="9615" y="2158"/>
                  </a:cubicBezTo>
                  <a:cubicBezTo>
                    <a:pt x="8598" y="1412"/>
                    <a:pt x="7269" y="1215"/>
                    <a:pt x="7269" y="1215"/>
                  </a:cubicBezTo>
                  <a:lnTo>
                    <a:pt x="7385" y="653"/>
                  </a:lnTo>
                  <a:cubicBezTo>
                    <a:pt x="7443" y="368"/>
                    <a:pt x="7217" y="108"/>
                    <a:pt x="6932" y="108"/>
                  </a:cubicBezTo>
                  <a:cubicBezTo>
                    <a:pt x="6918" y="108"/>
                    <a:pt x="6904" y="109"/>
                    <a:pt x="6890" y="110"/>
                  </a:cubicBezTo>
                  <a:cubicBezTo>
                    <a:pt x="6103" y="191"/>
                    <a:pt x="5344" y="415"/>
                    <a:pt x="4632" y="761"/>
                  </a:cubicBezTo>
                  <a:lnTo>
                    <a:pt x="4381" y="253"/>
                  </a:lnTo>
                  <a:cubicBezTo>
                    <a:pt x="4301" y="92"/>
                    <a:pt x="4139" y="1"/>
                    <a:pt x="3972" y="1"/>
                  </a:cubicBezTo>
                  <a:close/>
                </a:path>
              </a:pathLst>
            </a:custGeom>
            <a:solidFill>
              <a:srgbClr val="788A9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925" name="Google Shape;18925;p46"/>
            <p:cNvSpPr/>
            <p:nvPr/>
          </p:nvSpPr>
          <p:spPr>
            <a:xfrm>
              <a:off x="1078078" y="2454661"/>
              <a:ext cx="393" cy="210"/>
            </a:xfrm>
            <a:custGeom>
              <a:rect b="b" l="l" r="r" t="t"/>
              <a:pathLst>
                <a:path extrusionOk="0" h="8" w="15">
                  <a:moveTo>
                    <a:pt x="1" y="7"/>
                  </a:moveTo>
                  <a:lnTo>
                    <a:pt x="14" y="0"/>
                  </a:lnTo>
                  <a:close/>
                </a:path>
              </a:pathLst>
            </a:custGeom>
            <a:solidFill>
              <a:srgbClr val="5B728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926" name="Google Shape;18926;p46"/>
            <p:cNvSpPr/>
            <p:nvPr/>
          </p:nvSpPr>
          <p:spPr>
            <a:xfrm>
              <a:off x="956790" y="2434883"/>
              <a:ext cx="121314" cy="145183"/>
            </a:xfrm>
            <a:custGeom>
              <a:rect b="b" l="l" r="r" t="t"/>
              <a:pathLst>
                <a:path extrusionOk="0" h="5535" w="4625">
                  <a:moveTo>
                    <a:pt x="3968" y="1"/>
                  </a:moveTo>
                  <a:cubicBezTo>
                    <a:pt x="3895" y="1"/>
                    <a:pt x="3820" y="19"/>
                    <a:pt x="3750" y="56"/>
                  </a:cubicBezTo>
                  <a:cubicBezTo>
                    <a:pt x="2462" y="768"/>
                    <a:pt x="1668" y="2009"/>
                    <a:pt x="1668" y="2009"/>
                  </a:cubicBezTo>
                  <a:lnTo>
                    <a:pt x="1390" y="1893"/>
                  </a:lnTo>
                  <a:cubicBezTo>
                    <a:pt x="1332" y="1868"/>
                    <a:pt x="1272" y="1856"/>
                    <a:pt x="1212" y="1856"/>
                  </a:cubicBezTo>
                  <a:cubicBezTo>
                    <a:pt x="1061" y="1856"/>
                    <a:pt x="913" y="1932"/>
                    <a:pt x="821" y="2063"/>
                  </a:cubicBezTo>
                  <a:cubicBezTo>
                    <a:pt x="14" y="3317"/>
                    <a:pt x="0" y="5535"/>
                    <a:pt x="0" y="5535"/>
                  </a:cubicBezTo>
                  <a:lnTo>
                    <a:pt x="1648" y="5257"/>
                  </a:lnTo>
                  <a:cubicBezTo>
                    <a:pt x="1648" y="4456"/>
                    <a:pt x="2116" y="3473"/>
                    <a:pt x="2557" y="2809"/>
                  </a:cubicBezTo>
                  <a:cubicBezTo>
                    <a:pt x="3079" y="2036"/>
                    <a:pt x="3641" y="1263"/>
                    <a:pt x="4625" y="761"/>
                  </a:cubicBezTo>
                  <a:lnTo>
                    <a:pt x="4374" y="253"/>
                  </a:lnTo>
                  <a:cubicBezTo>
                    <a:pt x="4294" y="92"/>
                    <a:pt x="4135" y="1"/>
                    <a:pt x="3968" y="1"/>
                  </a:cubicBezTo>
                  <a:close/>
                </a:path>
              </a:pathLst>
            </a:custGeom>
            <a:solidFill>
              <a:srgbClr val="5B728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927" name="Google Shape;18927;p46"/>
            <p:cNvSpPr/>
            <p:nvPr/>
          </p:nvSpPr>
          <p:spPr>
            <a:xfrm>
              <a:off x="869287" y="2681944"/>
              <a:ext cx="100854" cy="95372"/>
            </a:xfrm>
            <a:custGeom>
              <a:rect b="b" l="l" r="r" t="t"/>
              <a:pathLst>
                <a:path extrusionOk="0" h="3636" w="3845">
                  <a:moveTo>
                    <a:pt x="2245" y="1"/>
                  </a:moveTo>
                  <a:lnTo>
                    <a:pt x="807" y="1432"/>
                  </a:lnTo>
                  <a:cubicBezTo>
                    <a:pt x="0" y="2245"/>
                    <a:pt x="570" y="3635"/>
                    <a:pt x="1722" y="3635"/>
                  </a:cubicBezTo>
                  <a:cubicBezTo>
                    <a:pt x="2896" y="3635"/>
                    <a:pt x="3845" y="2679"/>
                    <a:pt x="3845" y="1506"/>
                  </a:cubicBezTo>
                  <a:lnTo>
                    <a:pt x="3845" y="1"/>
                  </a:lnTo>
                  <a:close/>
                </a:path>
              </a:pathLst>
            </a:custGeom>
            <a:solidFill>
              <a:srgbClr val="788A9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928" name="Google Shape;18928;p46"/>
            <p:cNvSpPr/>
            <p:nvPr/>
          </p:nvSpPr>
          <p:spPr>
            <a:xfrm>
              <a:off x="880828" y="2681944"/>
              <a:ext cx="89313" cy="95372"/>
            </a:xfrm>
            <a:custGeom>
              <a:rect b="b" l="l" r="r" t="t"/>
              <a:pathLst>
                <a:path extrusionOk="0" h="3636" w="3405">
                  <a:moveTo>
                    <a:pt x="2951" y="1"/>
                  </a:moveTo>
                  <a:lnTo>
                    <a:pt x="2951" y="591"/>
                  </a:lnTo>
                  <a:cubicBezTo>
                    <a:pt x="2951" y="1771"/>
                    <a:pt x="2001" y="2720"/>
                    <a:pt x="828" y="2720"/>
                  </a:cubicBezTo>
                  <a:cubicBezTo>
                    <a:pt x="523" y="2720"/>
                    <a:pt x="231" y="2611"/>
                    <a:pt x="1" y="2415"/>
                  </a:cubicBezTo>
                  <a:lnTo>
                    <a:pt x="1" y="2415"/>
                  </a:lnTo>
                  <a:cubicBezTo>
                    <a:pt x="35" y="3100"/>
                    <a:pt x="598" y="3628"/>
                    <a:pt x="1282" y="3635"/>
                  </a:cubicBezTo>
                  <a:cubicBezTo>
                    <a:pt x="2456" y="3635"/>
                    <a:pt x="3405" y="2679"/>
                    <a:pt x="3405" y="1506"/>
                  </a:cubicBezTo>
                  <a:lnTo>
                    <a:pt x="3405" y="1"/>
                  </a:lnTo>
                  <a:close/>
                </a:path>
              </a:pathLst>
            </a:custGeom>
            <a:solidFill>
              <a:srgbClr val="5B728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929" name="Google Shape;18929;p46"/>
            <p:cNvSpPr/>
            <p:nvPr/>
          </p:nvSpPr>
          <p:spPr>
            <a:xfrm>
              <a:off x="946456" y="2490674"/>
              <a:ext cx="274471" cy="310458"/>
            </a:xfrm>
            <a:custGeom>
              <a:rect b="b" l="l" r="r" t="t"/>
              <a:pathLst>
                <a:path extrusionOk="0" h="11836" w="10464">
                  <a:moveTo>
                    <a:pt x="5234" y="0"/>
                  </a:moveTo>
                  <a:cubicBezTo>
                    <a:pt x="5169" y="0"/>
                    <a:pt x="5104" y="1"/>
                    <a:pt x="5039" y="4"/>
                  </a:cubicBezTo>
                  <a:cubicBezTo>
                    <a:pt x="2205" y="105"/>
                    <a:pt x="1" y="2519"/>
                    <a:pt x="1" y="5360"/>
                  </a:cubicBezTo>
                  <a:lnTo>
                    <a:pt x="1" y="7591"/>
                  </a:lnTo>
                  <a:cubicBezTo>
                    <a:pt x="543" y="7781"/>
                    <a:pt x="903" y="8296"/>
                    <a:pt x="903" y="8873"/>
                  </a:cubicBezTo>
                  <a:lnTo>
                    <a:pt x="903" y="11382"/>
                  </a:lnTo>
                  <a:cubicBezTo>
                    <a:pt x="903" y="11632"/>
                    <a:pt x="1106" y="11836"/>
                    <a:pt x="1357" y="11836"/>
                  </a:cubicBezTo>
                  <a:lnTo>
                    <a:pt x="10002" y="11836"/>
                  </a:lnTo>
                  <a:cubicBezTo>
                    <a:pt x="10253" y="11836"/>
                    <a:pt x="10464" y="11632"/>
                    <a:pt x="10464" y="11382"/>
                  </a:cubicBezTo>
                  <a:lnTo>
                    <a:pt x="10464" y="5232"/>
                  </a:lnTo>
                  <a:cubicBezTo>
                    <a:pt x="10464" y="2334"/>
                    <a:pt x="8109" y="0"/>
                    <a:pt x="5234" y="0"/>
                  </a:cubicBezTo>
                  <a:close/>
                </a:path>
              </a:pathLst>
            </a:custGeom>
            <a:solidFill>
              <a:srgbClr val="E7EDF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930" name="Google Shape;18930;p46"/>
            <p:cNvSpPr/>
            <p:nvPr/>
          </p:nvSpPr>
          <p:spPr>
            <a:xfrm>
              <a:off x="946456" y="2490753"/>
              <a:ext cx="172908" cy="310380"/>
            </a:xfrm>
            <a:custGeom>
              <a:rect b="b" l="l" r="r" t="t"/>
              <a:pathLst>
                <a:path extrusionOk="0" h="11833" w="6592">
                  <a:moveTo>
                    <a:pt x="5230" y="1"/>
                  </a:moveTo>
                  <a:cubicBezTo>
                    <a:pt x="5076" y="1"/>
                    <a:pt x="4922" y="7"/>
                    <a:pt x="4768" y="21"/>
                  </a:cubicBezTo>
                  <a:cubicBezTo>
                    <a:pt x="2042" y="258"/>
                    <a:pt x="1" y="2618"/>
                    <a:pt x="1" y="5351"/>
                  </a:cubicBezTo>
                  <a:lnTo>
                    <a:pt x="1" y="7588"/>
                  </a:lnTo>
                  <a:cubicBezTo>
                    <a:pt x="543" y="7778"/>
                    <a:pt x="903" y="8293"/>
                    <a:pt x="903" y="8870"/>
                  </a:cubicBezTo>
                  <a:lnTo>
                    <a:pt x="903" y="11379"/>
                  </a:lnTo>
                  <a:cubicBezTo>
                    <a:pt x="903" y="11629"/>
                    <a:pt x="1106" y="11833"/>
                    <a:pt x="1357" y="11833"/>
                  </a:cubicBezTo>
                  <a:lnTo>
                    <a:pt x="2727" y="11833"/>
                  </a:lnTo>
                  <a:lnTo>
                    <a:pt x="2727" y="5229"/>
                  </a:lnTo>
                  <a:cubicBezTo>
                    <a:pt x="2727" y="2869"/>
                    <a:pt x="4313" y="794"/>
                    <a:pt x="6592" y="177"/>
                  </a:cubicBezTo>
                  <a:cubicBezTo>
                    <a:pt x="6145" y="60"/>
                    <a:pt x="5688" y="1"/>
                    <a:pt x="5230" y="1"/>
                  </a:cubicBezTo>
                  <a:close/>
                </a:path>
              </a:pathLst>
            </a:custGeom>
            <a:solidFill>
              <a:srgbClr val="D1DCE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931" name="Google Shape;18931;p46"/>
            <p:cNvSpPr/>
            <p:nvPr/>
          </p:nvSpPr>
          <p:spPr>
            <a:xfrm>
              <a:off x="850952" y="2598506"/>
              <a:ext cx="156200" cy="100592"/>
            </a:xfrm>
            <a:custGeom>
              <a:rect b="b" l="l" r="r" t="t"/>
              <a:pathLst>
                <a:path extrusionOk="0" h="3835" w="5955">
                  <a:moveTo>
                    <a:pt x="4257" y="1"/>
                  </a:moveTo>
                  <a:cubicBezTo>
                    <a:pt x="4248" y="1"/>
                    <a:pt x="4240" y="1"/>
                    <a:pt x="4232" y="2"/>
                  </a:cubicBezTo>
                  <a:cubicBezTo>
                    <a:pt x="3242" y="103"/>
                    <a:pt x="191" y="510"/>
                    <a:pt x="1" y="3141"/>
                  </a:cubicBezTo>
                  <a:lnTo>
                    <a:pt x="306" y="3399"/>
                  </a:lnTo>
                  <a:lnTo>
                    <a:pt x="3181" y="3399"/>
                  </a:lnTo>
                  <a:cubicBezTo>
                    <a:pt x="3513" y="3399"/>
                    <a:pt x="3839" y="3521"/>
                    <a:pt x="4090" y="3745"/>
                  </a:cubicBezTo>
                  <a:cubicBezTo>
                    <a:pt x="4153" y="3805"/>
                    <a:pt x="4234" y="3834"/>
                    <a:pt x="4316" y="3834"/>
                  </a:cubicBezTo>
                  <a:cubicBezTo>
                    <a:pt x="4409" y="3834"/>
                    <a:pt x="4502" y="3796"/>
                    <a:pt x="4571" y="3724"/>
                  </a:cubicBezTo>
                  <a:cubicBezTo>
                    <a:pt x="5954" y="2246"/>
                    <a:pt x="4835" y="510"/>
                    <a:pt x="4679" y="259"/>
                  </a:cubicBezTo>
                  <a:cubicBezTo>
                    <a:pt x="4583" y="106"/>
                    <a:pt x="4397" y="1"/>
                    <a:pt x="4257" y="1"/>
                  </a:cubicBezTo>
                  <a:close/>
                </a:path>
              </a:pathLst>
            </a:custGeom>
            <a:solidFill>
              <a:srgbClr val="D8E0E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932" name="Google Shape;18932;p46"/>
            <p:cNvSpPr/>
            <p:nvPr/>
          </p:nvSpPr>
          <p:spPr>
            <a:xfrm>
              <a:off x="855936" y="2664160"/>
              <a:ext cx="131281" cy="34938"/>
            </a:xfrm>
            <a:custGeom>
              <a:rect b="b" l="l" r="r" t="t"/>
              <a:pathLst>
                <a:path extrusionOk="0" h="1332" w="5005">
                  <a:moveTo>
                    <a:pt x="4103" y="1"/>
                  </a:moveTo>
                  <a:cubicBezTo>
                    <a:pt x="1458" y="1"/>
                    <a:pt x="394" y="469"/>
                    <a:pt x="1" y="726"/>
                  </a:cubicBezTo>
                  <a:lnTo>
                    <a:pt x="96" y="896"/>
                  </a:lnTo>
                  <a:lnTo>
                    <a:pt x="2991" y="896"/>
                  </a:lnTo>
                  <a:cubicBezTo>
                    <a:pt x="3323" y="896"/>
                    <a:pt x="3649" y="1018"/>
                    <a:pt x="3900" y="1242"/>
                  </a:cubicBezTo>
                  <a:cubicBezTo>
                    <a:pt x="3963" y="1302"/>
                    <a:pt x="4044" y="1331"/>
                    <a:pt x="4126" y="1331"/>
                  </a:cubicBezTo>
                  <a:cubicBezTo>
                    <a:pt x="4219" y="1331"/>
                    <a:pt x="4312" y="1293"/>
                    <a:pt x="4381" y="1221"/>
                  </a:cubicBezTo>
                  <a:cubicBezTo>
                    <a:pt x="4686" y="909"/>
                    <a:pt x="4903" y="516"/>
                    <a:pt x="5005" y="89"/>
                  </a:cubicBezTo>
                  <a:cubicBezTo>
                    <a:pt x="4706" y="41"/>
                    <a:pt x="4401" y="14"/>
                    <a:pt x="4103" y="1"/>
                  </a:cubicBezTo>
                  <a:close/>
                </a:path>
              </a:pathLst>
            </a:custGeom>
            <a:solidFill>
              <a:srgbClr val="C8D3D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933" name="Google Shape;18933;p46"/>
            <p:cNvSpPr/>
            <p:nvPr/>
          </p:nvSpPr>
          <p:spPr>
            <a:xfrm>
              <a:off x="1011926" y="2574164"/>
              <a:ext cx="41811" cy="53745"/>
            </a:xfrm>
            <a:custGeom>
              <a:rect b="b" l="l" r="r" t="t"/>
              <a:pathLst>
                <a:path extrusionOk="0" h="2049" w="1594">
                  <a:moveTo>
                    <a:pt x="800" y="1"/>
                  </a:moveTo>
                  <a:cubicBezTo>
                    <a:pt x="360" y="1"/>
                    <a:pt x="0" y="360"/>
                    <a:pt x="0" y="801"/>
                  </a:cubicBezTo>
                  <a:lnTo>
                    <a:pt x="0" y="1255"/>
                  </a:lnTo>
                  <a:cubicBezTo>
                    <a:pt x="0" y="1696"/>
                    <a:pt x="360" y="2049"/>
                    <a:pt x="800" y="2049"/>
                  </a:cubicBezTo>
                  <a:cubicBezTo>
                    <a:pt x="1234" y="2049"/>
                    <a:pt x="1594" y="1696"/>
                    <a:pt x="1594" y="1255"/>
                  </a:cubicBezTo>
                  <a:lnTo>
                    <a:pt x="1594" y="801"/>
                  </a:lnTo>
                  <a:cubicBezTo>
                    <a:pt x="1594" y="360"/>
                    <a:pt x="1234" y="1"/>
                    <a:pt x="800" y="1"/>
                  </a:cubicBezTo>
                  <a:close/>
                </a:path>
              </a:pathLst>
            </a:custGeom>
            <a:solidFill>
              <a:srgbClr val="203B5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934" name="Google Shape;18934;p46"/>
            <p:cNvSpPr/>
            <p:nvPr/>
          </p:nvSpPr>
          <p:spPr>
            <a:xfrm>
              <a:off x="1029893" y="2574164"/>
              <a:ext cx="23843" cy="41837"/>
            </a:xfrm>
            <a:custGeom>
              <a:rect b="b" l="l" r="r" t="t"/>
              <a:pathLst>
                <a:path extrusionOk="0" h="1595" w="909">
                  <a:moveTo>
                    <a:pt x="115" y="1"/>
                  </a:moveTo>
                  <a:cubicBezTo>
                    <a:pt x="75" y="8"/>
                    <a:pt x="34" y="8"/>
                    <a:pt x="0" y="14"/>
                  </a:cubicBezTo>
                  <a:lnTo>
                    <a:pt x="0" y="1140"/>
                  </a:lnTo>
                  <a:cubicBezTo>
                    <a:pt x="0" y="1391"/>
                    <a:pt x="204" y="1594"/>
                    <a:pt x="454" y="1594"/>
                  </a:cubicBezTo>
                  <a:cubicBezTo>
                    <a:pt x="705" y="1594"/>
                    <a:pt x="909" y="1391"/>
                    <a:pt x="909" y="1140"/>
                  </a:cubicBezTo>
                  <a:lnTo>
                    <a:pt x="909" y="801"/>
                  </a:lnTo>
                  <a:cubicBezTo>
                    <a:pt x="909" y="360"/>
                    <a:pt x="556" y="8"/>
                    <a:pt x="115" y="1"/>
                  </a:cubicBezTo>
                  <a:close/>
                </a:path>
              </a:pathLst>
            </a:custGeom>
            <a:solidFill>
              <a:srgbClr val="405C7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935" name="Google Shape;18935;p46"/>
            <p:cNvSpPr/>
            <p:nvPr/>
          </p:nvSpPr>
          <p:spPr>
            <a:xfrm>
              <a:off x="1023834" y="2580224"/>
              <a:ext cx="17994" cy="17994"/>
            </a:xfrm>
            <a:custGeom>
              <a:rect b="b" l="l" r="r" t="t"/>
              <a:pathLst>
                <a:path extrusionOk="0" h="686" w="686">
                  <a:moveTo>
                    <a:pt x="346" y="0"/>
                  </a:moveTo>
                  <a:cubicBezTo>
                    <a:pt x="157" y="0"/>
                    <a:pt x="1" y="150"/>
                    <a:pt x="1" y="339"/>
                  </a:cubicBezTo>
                  <a:cubicBezTo>
                    <a:pt x="1" y="529"/>
                    <a:pt x="157" y="685"/>
                    <a:pt x="346" y="685"/>
                  </a:cubicBezTo>
                  <a:cubicBezTo>
                    <a:pt x="529" y="685"/>
                    <a:pt x="685" y="529"/>
                    <a:pt x="685" y="339"/>
                  </a:cubicBezTo>
                  <a:cubicBezTo>
                    <a:pt x="685" y="150"/>
                    <a:pt x="529" y="0"/>
                    <a:pt x="346" y="0"/>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936" name="Google Shape;18936;p46"/>
            <p:cNvSpPr/>
            <p:nvPr/>
          </p:nvSpPr>
          <p:spPr>
            <a:xfrm>
              <a:off x="849667" y="2658127"/>
              <a:ext cx="121733" cy="30138"/>
            </a:xfrm>
            <a:custGeom>
              <a:rect b="b" l="l" r="r" t="t"/>
              <a:pathLst>
                <a:path extrusionOk="0" h="1149" w="4641">
                  <a:moveTo>
                    <a:pt x="4342" y="0"/>
                  </a:moveTo>
                  <a:cubicBezTo>
                    <a:pt x="1555" y="0"/>
                    <a:pt x="457" y="516"/>
                    <a:pt x="57" y="807"/>
                  </a:cubicBezTo>
                  <a:lnTo>
                    <a:pt x="57" y="821"/>
                  </a:lnTo>
                  <a:cubicBezTo>
                    <a:pt x="1" y="994"/>
                    <a:pt x="138" y="1148"/>
                    <a:pt x="298" y="1148"/>
                  </a:cubicBezTo>
                  <a:cubicBezTo>
                    <a:pt x="332" y="1148"/>
                    <a:pt x="368" y="1141"/>
                    <a:pt x="402" y="1126"/>
                  </a:cubicBezTo>
                  <a:cubicBezTo>
                    <a:pt x="775" y="895"/>
                    <a:pt x="1806" y="455"/>
                    <a:pt x="4342" y="455"/>
                  </a:cubicBezTo>
                  <a:cubicBezTo>
                    <a:pt x="4640" y="455"/>
                    <a:pt x="4640" y="0"/>
                    <a:pt x="4342" y="0"/>
                  </a:cubicBezTo>
                  <a:close/>
                </a:path>
              </a:pathLst>
            </a:custGeom>
            <a:solidFill>
              <a:srgbClr val="C1CED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8937" name="Google Shape;18937;p46"/>
          <p:cNvGrpSpPr/>
          <p:nvPr/>
        </p:nvGrpSpPr>
        <p:grpSpPr>
          <a:xfrm>
            <a:off x="4417026" y="3365366"/>
            <a:ext cx="332727" cy="370053"/>
            <a:chOff x="4417026" y="3365366"/>
            <a:chExt cx="332727" cy="370053"/>
          </a:xfrm>
        </p:grpSpPr>
        <p:sp>
          <p:nvSpPr>
            <p:cNvPr id="18938" name="Google Shape;18938;p46"/>
            <p:cNvSpPr/>
            <p:nvPr/>
          </p:nvSpPr>
          <p:spPr>
            <a:xfrm>
              <a:off x="4486352" y="3547402"/>
              <a:ext cx="194050" cy="188017"/>
            </a:xfrm>
            <a:custGeom>
              <a:rect b="b" l="l" r="r" t="t"/>
              <a:pathLst>
                <a:path extrusionOk="0" h="7168" w="7398">
                  <a:moveTo>
                    <a:pt x="0" y="0"/>
                  </a:moveTo>
                  <a:lnTo>
                    <a:pt x="3465" y="3933"/>
                  </a:lnTo>
                  <a:lnTo>
                    <a:pt x="3045" y="6903"/>
                  </a:lnTo>
                  <a:cubicBezTo>
                    <a:pt x="3024" y="7045"/>
                    <a:pt x="3133" y="7167"/>
                    <a:pt x="3275" y="7167"/>
                  </a:cubicBezTo>
                  <a:lnTo>
                    <a:pt x="4130" y="7167"/>
                  </a:lnTo>
                  <a:cubicBezTo>
                    <a:pt x="4272" y="7167"/>
                    <a:pt x="4380" y="7045"/>
                    <a:pt x="4360" y="6903"/>
                  </a:cubicBezTo>
                  <a:lnTo>
                    <a:pt x="3933" y="3933"/>
                  </a:lnTo>
                  <a:lnTo>
                    <a:pt x="7398" y="0"/>
                  </a:lnTo>
                  <a:close/>
                </a:path>
              </a:pathLst>
            </a:custGeom>
            <a:solidFill>
              <a:srgbClr val="ADBCC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939" name="Google Shape;18939;p46"/>
            <p:cNvSpPr/>
            <p:nvPr/>
          </p:nvSpPr>
          <p:spPr>
            <a:xfrm>
              <a:off x="4572071" y="3656598"/>
              <a:ext cx="22610" cy="30269"/>
            </a:xfrm>
            <a:custGeom>
              <a:rect b="b" l="l" r="r" t="t"/>
              <a:pathLst>
                <a:path extrusionOk="0" h="1154" w="862">
                  <a:moveTo>
                    <a:pt x="170" y="0"/>
                  </a:moveTo>
                  <a:lnTo>
                    <a:pt x="0" y="1153"/>
                  </a:lnTo>
                  <a:lnTo>
                    <a:pt x="862" y="1153"/>
                  </a:lnTo>
                  <a:lnTo>
                    <a:pt x="699" y="0"/>
                  </a:lnTo>
                  <a:close/>
                </a:path>
              </a:pathLst>
            </a:custGeom>
            <a:solidFill>
              <a:srgbClr val="788A9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940" name="Google Shape;18940;p46"/>
            <p:cNvSpPr/>
            <p:nvPr/>
          </p:nvSpPr>
          <p:spPr>
            <a:xfrm>
              <a:off x="4583271" y="3619482"/>
              <a:ext cx="147465" cy="43175"/>
            </a:xfrm>
            <a:custGeom>
              <a:rect b="b" l="l" r="r" t="t"/>
              <a:pathLst>
                <a:path extrusionOk="0" h="1646" w="5622">
                  <a:moveTo>
                    <a:pt x="4170" y="0"/>
                  </a:moveTo>
                  <a:cubicBezTo>
                    <a:pt x="3937" y="0"/>
                    <a:pt x="3704" y="8"/>
                    <a:pt x="3472" y="25"/>
                  </a:cubicBezTo>
                  <a:lnTo>
                    <a:pt x="1" y="1185"/>
                  </a:lnTo>
                  <a:lnTo>
                    <a:pt x="1" y="1422"/>
                  </a:lnTo>
                  <a:cubicBezTo>
                    <a:pt x="646" y="1580"/>
                    <a:pt x="1240" y="1645"/>
                    <a:pt x="1782" y="1645"/>
                  </a:cubicBezTo>
                  <a:cubicBezTo>
                    <a:pt x="3729" y="1645"/>
                    <a:pt x="5000" y="801"/>
                    <a:pt x="5520" y="371"/>
                  </a:cubicBezTo>
                  <a:cubicBezTo>
                    <a:pt x="5622" y="276"/>
                    <a:pt x="5574" y="107"/>
                    <a:pt x="5432" y="80"/>
                  </a:cubicBezTo>
                  <a:cubicBezTo>
                    <a:pt x="5013" y="27"/>
                    <a:pt x="4591" y="0"/>
                    <a:pt x="4170" y="0"/>
                  </a:cubicBezTo>
                  <a:close/>
                </a:path>
              </a:pathLst>
            </a:custGeom>
            <a:solidFill>
              <a:srgbClr val="C1CDD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941" name="Google Shape;18941;p46"/>
            <p:cNvSpPr/>
            <p:nvPr/>
          </p:nvSpPr>
          <p:spPr>
            <a:xfrm>
              <a:off x="4583271" y="3555455"/>
              <a:ext cx="166482" cy="95110"/>
            </a:xfrm>
            <a:custGeom>
              <a:rect b="b" l="l" r="r" t="t"/>
              <a:pathLst>
                <a:path extrusionOk="0" h="3626" w="6347">
                  <a:moveTo>
                    <a:pt x="6154" y="0"/>
                  </a:moveTo>
                  <a:cubicBezTo>
                    <a:pt x="6142" y="0"/>
                    <a:pt x="6130" y="2"/>
                    <a:pt x="6117" y="5"/>
                  </a:cubicBezTo>
                  <a:cubicBezTo>
                    <a:pt x="1757" y="995"/>
                    <a:pt x="1" y="3626"/>
                    <a:pt x="1" y="3626"/>
                  </a:cubicBezTo>
                  <a:cubicBezTo>
                    <a:pt x="3893" y="3070"/>
                    <a:pt x="5703" y="1029"/>
                    <a:pt x="6273" y="242"/>
                  </a:cubicBezTo>
                  <a:cubicBezTo>
                    <a:pt x="6346" y="138"/>
                    <a:pt x="6270" y="0"/>
                    <a:pt x="6154" y="0"/>
                  </a:cubicBezTo>
                  <a:close/>
                </a:path>
              </a:pathLst>
            </a:custGeom>
            <a:solidFill>
              <a:srgbClr val="D2DAE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942" name="Google Shape;18942;p46"/>
            <p:cNvSpPr/>
            <p:nvPr/>
          </p:nvSpPr>
          <p:spPr>
            <a:xfrm>
              <a:off x="4436016" y="3619482"/>
              <a:ext cx="147465" cy="43175"/>
            </a:xfrm>
            <a:custGeom>
              <a:rect b="b" l="l" r="r" t="t"/>
              <a:pathLst>
                <a:path extrusionOk="0" h="1646" w="5622">
                  <a:moveTo>
                    <a:pt x="1452" y="0"/>
                  </a:moveTo>
                  <a:cubicBezTo>
                    <a:pt x="1031" y="0"/>
                    <a:pt x="609" y="27"/>
                    <a:pt x="190" y="80"/>
                  </a:cubicBezTo>
                  <a:cubicBezTo>
                    <a:pt x="48" y="107"/>
                    <a:pt x="0" y="276"/>
                    <a:pt x="102" y="371"/>
                  </a:cubicBezTo>
                  <a:cubicBezTo>
                    <a:pt x="622" y="801"/>
                    <a:pt x="1893" y="1645"/>
                    <a:pt x="3840" y="1645"/>
                  </a:cubicBezTo>
                  <a:cubicBezTo>
                    <a:pt x="4382" y="1645"/>
                    <a:pt x="4976" y="1580"/>
                    <a:pt x="5621" y="1422"/>
                  </a:cubicBezTo>
                  <a:lnTo>
                    <a:pt x="5621" y="1185"/>
                  </a:lnTo>
                  <a:lnTo>
                    <a:pt x="2150" y="25"/>
                  </a:lnTo>
                  <a:cubicBezTo>
                    <a:pt x="1918" y="8"/>
                    <a:pt x="1685" y="0"/>
                    <a:pt x="1452" y="0"/>
                  </a:cubicBezTo>
                  <a:close/>
                </a:path>
              </a:pathLst>
            </a:custGeom>
            <a:solidFill>
              <a:srgbClr val="C1CDD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943" name="Google Shape;18943;p46"/>
            <p:cNvSpPr/>
            <p:nvPr/>
          </p:nvSpPr>
          <p:spPr>
            <a:xfrm>
              <a:off x="4430928" y="3444082"/>
              <a:ext cx="46191" cy="45535"/>
            </a:xfrm>
            <a:custGeom>
              <a:rect b="b" l="l" r="r" t="t"/>
              <a:pathLst>
                <a:path extrusionOk="0" h="1736" w="1761">
                  <a:moveTo>
                    <a:pt x="203" y="1"/>
                  </a:moveTo>
                  <a:cubicBezTo>
                    <a:pt x="88" y="1"/>
                    <a:pt x="1" y="110"/>
                    <a:pt x="25" y="230"/>
                  </a:cubicBezTo>
                  <a:lnTo>
                    <a:pt x="330" y="1532"/>
                  </a:lnTo>
                  <a:lnTo>
                    <a:pt x="1761" y="1735"/>
                  </a:lnTo>
                  <a:lnTo>
                    <a:pt x="1557" y="305"/>
                  </a:lnTo>
                  <a:lnTo>
                    <a:pt x="249" y="6"/>
                  </a:lnTo>
                  <a:cubicBezTo>
                    <a:pt x="233" y="2"/>
                    <a:pt x="218" y="1"/>
                    <a:pt x="203" y="1"/>
                  </a:cubicBezTo>
                  <a:close/>
                </a:path>
              </a:pathLst>
            </a:custGeom>
            <a:solidFill>
              <a:srgbClr val="EEF1F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944" name="Google Shape;18944;p46"/>
            <p:cNvSpPr/>
            <p:nvPr/>
          </p:nvSpPr>
          <p:spPr>
            <a:xfrm>
              <a:off x="4464135" y="3435899"/>
              <a:ext cx="92487" cy="118874"/>
            </a:xfrm>
            <a:custGeom>
              <a:rect b="b" l="l" r="r" t="t"/>
              <a:pathLst>
                <a:path extrusionOk="0" h="4532" w="3526">
                  <a:moveTo>
                    <a:pt x="189" y="1"/>
                  </a:moveTo>
                  <a:cubicBezTo>
                    <a:pt x="87" y="1"/>
                    <a:pt x="1" y="84"/>
                    <a:pt x="6" y="190"/>
                  </a:cubicBezTo>
                  <a:cubicBezTo>
                    <a:pt x="20" y="786"/>
                    <a:pt x="88" y="2230"/>
                    <a:pt x="467" y="3187"/>
                  </a:cubicBezTo>
                  <a:cubicBezTo>
                    <a:pt x="739" y="3885"/>
                    <a:pt x="1152" y="4441"/>
                    <a:pt x="1810" y="4522"/>
                  </a:cubicBezTo>
                  <a:cubicBezTo>
                    <a:pt x="1860" y="4528"/>
                    <a:pt x="1910" y="4531"/>
                    <a:pt x="1960" y="4531"/>
                  </a:cubicBezTo>
                  <a:cubicBezTo>
                    <a:pt x="2577" y="4531"/>
                    <a:pt x="3120" y="4073"/>
                    <a:pt x="3302" y="3458"/>
                  </a:cubicBezTo>
                  <a:cubicBezTo>
                    <a:pt x="3526" y="2725"/>
                    <a:pt x="3322" y="1932"/>
                    <a:pt x="2780" y="1396"/>
                  </a:cubicBezTo>
                  <a:cubicBezTo>
                    <a:pt x="2142" y="759"/>
                    <a:pt x="813" y="217"/>
                    <a:pt x="257" y="13"/>
                  </a:cubicBezTo>
                  <a:cubicBezTo>
                    <a:pt x="234" y="5"/>
                    <a:pt x="211" y="1"/>
                    <a:pt x="189" y="1"/>
                  </a:cubicBezTo>
                  <a:close/>
                </a:path>
              </a:pathLst>
            </a:custGeom>
            <a:solidFill>
              <a:srgbClr val="E3E8E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945" name="Google Shape;18945;p46"/>
            <p:cNvSpPr/>
            <p:nvPr/>
          </p:nvSpPr>
          <p:spPr>
            <a:xfrm>
              <a:off x="4422481" y="3476791"/>
              <a:ext cx="121681" cy="88867"/>
            </a:xfrm>
            <a:custGeom>
              <a:rect b="b" l="l" r="r" t="t"/>
              <a:pathLst>
                <a:path extrusionOk="0" h="3388" w="4639">
                  <a:moveTo>
                    <a:pt x="225" y="0"/>
                  </a:moveTo>
                  <a:cubicBezTo>
                    <a:pt x="89" y="0"/>
                    <a:pt x="1" y="129"/>
                    <a:pt x="48" y="251"/>
                  </a:cubicBezTo>
                  <a:cubicBezTo>
                    <a:pt x="252" y="807"/>
                    <a:pt x="788" y="2143"/>
                    <a:pt x="1425" y="2780"/>
                  </a:cubicBezTo>
                  <a:cubicBezTo>
                    <a:pt x="1823" y="3174"/>
                    <a:pt x="2357" y="3388"/>
                    <a:pt x="2903" y="3388"/>
                  </a:cubicBezTo>
                  <a:cubicBezTo>
                    <a:pt x="3100" y="3388"/>
                    <a:pt x="3299" y="3360"/>
                    <a:pt x="3493" y="3302"/>
                  </a:cubicBezTo>
                  <a:cubicBezTo>
                    <a:pt x="4157" y="3106"/>
                    <a:pt x="4639" y="2489"/>
                    <a:pt x="4551" y="1804"/>
                  </a:cubicBezTo>
                  <a:cubicBezTo>
                    <a:pt x="4469" y="1153"/>
                    <a:pt x="3913" y="739"/>
                    <a:pt x="3222" y="461"/>
                  </a:cubicBezTo>
                  <a:cubicBezTo>
                    <a:pt x="2259" y="88"/>
                    <a:pt x="815" y="14"/>
                    <a:pt x="225" y="0"/>
                  </a:cubicBezTo>
                  <a:close/>
                </a:path>
              </a:pathLst>
            </a:custGeom>
            <a:solidFill>
              <a:srgbClr val="D8E0E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946" name="Google Shape;18946;p46"/>
            <p:cNvSpPr/>
            <p:nvPr/>
          </p:nvSpPr>
          <p:spPr>
            <a:xfrm>
              <a:off x="4689818" y="3444082"/>
              <a:ext cx="46007" cy="45535"/>
            </a:xfrm>
            <a:custGeom>
              <a:rect b="b" l="l" r="r" t="t"/>
              <a:pathLst>
                <a:path extrusionOk="0" h="1736" w="1754">
                  <a:moveTo>
                    <a:pt x="1551" y="1"/>
                  </a:moveTo>
                  <a:cubicBezTo>
                    <a:pt x="1536" y="1"/>
                    <a:pt x="1521" y="2"/>
                    <a:pt x="1506" y="6"/>
                  </a:cubicBezTo>
                  <a:lnTo>
                    <a:pt x="204" y="305"/>
                  </a:lnTo>
                  <a:lnTo>
                    <a:pt x="0" y="1735"/>
                  </a:lnTo>
                  <a:lnTo>
                    <a:pt x="1424" y="1532"/>
                  </a:lnTo>
                  <a:lnTo>
                    <a:pt x="1729" y="230"/>
                  </a:lnTo>
                  <a:cubicBezTo>
                    <a:pt x="1753" y="110"/>
                    <a:pt x="1666" y="1"/>
                    <a:pt x="1551" y="1"/>
                  </a:cubicBezTo>
                  <a:close/>
                </a:path>
              </a:pathLst>
            </a:custGeom>
            <a:solidFill>
              <a:srgbClr val="EEF1F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947" name="Google Shape;18947;p46"/>
            <p:cNvSpPr/>
            <p:nvPr/>
          </p:nvSpPr>
          <p:spPr>
            <a:xfrm>
              <a:off x="4610131" y="3435899"/>
              <a:ext cx="92487" cy="118874"/>
            </a:xfrm>
            <a:custGeom>
              <a:rect b="b" l="l" r="r" t="t"/>
              <a:pathLst>
                <a:path extrusionOk="0" h="4532" w="3526">
                  <a:moveTo>
                    <a:pt x="3337" y="1"/>
                  </a:moveTo>
                  <a:cubicBezTo>
                    <a:pt x="3315" y="1"/>
                    <a:pt x="3292" y="5"/>
                    <a:pt x="3269" y="13"/>
                  </a:cubicBezTo>
                  <a:cubicBezTo>
                    <a:pt x="2713" y="217"/>
                    <a:pt x="1384" y="759"/>
                    <a:pt x="746" y="1396"/>
                  </a:cubicBezTo>
                  <a:cubicBezTo>
                    <a:pt x="204" y="1932"/>
                    <a:pt x="1" y="2725"/>
                    <a:pt x="224" y="3458"/>
                  </a:cubicBezTo>
                  <a:cubicBezTo>
                    <a:pt x="406" y="4073"/>
                    <a:pt x="949" y="4531"/>
                    <a:pt x="1572" y="4531"/>
                  </a:cubicBezTo>
                  <a:cubicBezTo>
                    <a:pt x="1622" y="4531"/>
                    <a:pt x="1672" y="4528"/>
                    <a:pt x="1723" y="4522"/>
                  </a:cubicBezTo>
                  <a:cubicBezTo>
                    <a:pt x="2374" y="4441"/>
                    <a:pt x="2787" y="3885"/>
                    <a:pt x="3059" y="3187"/>
                  </a:cubicBezTo>
                  <a:cubicBezTo>
                    <a:pt x="3438" y="2230"/>
                    <a:pt x="3506" y="786"/>
                    <a:pt x="3520" y="190"/>
                  </a:cubicBezTo>
                  <a:cubicBezTo>
                    <a:pt x="3525" y="84"/>
                    <a:pt x="3439" y="1"/>
                    <a:pt x="3337" y="1"/>
                  </a:cubicBezTo>
                  <a:close/>
                </a:path>
              </a:pathLst>
            </a:custGeom>
            <a:solidFill>
              <a:srgbClr val="E3E8E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948" name="Google Shape;18948;p46"/>
            <p:cNvSpPr/>
            <p:nvPr/>
          </p:nvSpPr>
          <p:spPr>
            <a:xfrm>
              <a:off x="4622590" y="3476791"/>
              <a:ext cx="121681" cy="88867"/>
            </a:xfrm>
            <a:custGeom>
              <a:rect b="b" l="l" r="r" t="t"/>
              <a:pathLst>
                <a:path extrusionOk="0" h="3388" w="4639">
                  <a:moveTo>
                    <a:pt x="4414" y="0"/>
                  </a:moveTo>
                  <a:cubicBezTo>
                    <a:pt x="3824" y="14"/>
                    <a:pt x="2380" y="88"/>
                    <a:pt x="1417" y="461"/>
                  </a:cubicBezTo>
                  <a:cubicBezTo>
                    <a:pt x="726" y="739"/>
                    <a:pt x="170" y="1153"/>
                    <a:pt x="88" y="1804"/>
                  </a:cubicBezTo>
                  <a:cubicBezTo>
                    <a:pt x="0" y="2489"/>
                    <a:pt x="482" y="3106"/>
                    <a:pt x="1146" y="3302"/>
                  </a:cubicBezTo>
                  <a:cubicBezTo>
                    <a:pt x="1340" y="3360"/>
                    <a:pt x="1539" y="3388"/>
                    <a:pt x="1736" y="3388"/>
                  </a:cubicBezTo>
                  <a:cubicBezTo>
                    <a:pt x="2282" y="3388"/>
                    <a:pt x="2816" y="3174"/>
                    <a:pt x="3214" y="2780"/>
                  </a:cubicBezTo>
                  <a:cubicBezTo>
                    <a:pt x="3852" y="2143"/>
                    <a:pt x="4387" y="807"/>
                    <a:pt x="4591" y="251"/>
                  </a:cubicBezTo>
                  <a:cubicBezTo>
                    <a:pt x="4638" y="129"/>
                    <a:pt x="4550" y="0"/>
                    <a:pt x="4414" y="0"/>
                  </a:cubicBezTo>
                  <a:close/>
                </a:path>
              </a:pathLst>
            </a:custGeom>
            <a:solidFill>
              <a:srgbClr val="D8E0E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949" name="Google Shape;18949;p46"/>
            <p:cNvSpPr/>
            <p:nvPr/>
          </p:nvSpPr>
          <p:spPr>
            <a:xfrm>
              <a:off x="4560687" y="3365366"/>
              <a:ext cx="45378" cy="62532"/>
            </a:xfrm>
            <a:custGeom>
              <a:rect b="b" l="l" r="r" t="t"/>
              <a:pathLst>
                <a:path extrusionOk="0" h="2384" w="1730">
                  <a:moveTo>
                    <a:pt x="865" y="0"/>
                  </a:moveTo>
                  <a:cubicBezTo>
                    <a:pt x="804" y="0"/>
                    <a:pt x="743" y="31"/>
                    <a:pt x="706" y="92"/>
                  </a:cubicBezTo>
                  <a:lnTo>
                    <a:pt x="1" y="1224"/>
                  </a:lnTo>
                  <a:lnTo>
                    <a:pt x="862" y="2384"/>
                  </a:lnTo>
                  <a:lnTo>
                    <a:pt x="1730" y="1224"/>
                  </a:lnTo>
                  <a:lnTo>
                    <a:pt x="1024" y="92"/>
                  </a:lnTo>
                  <a:cubicBezTo>
                    <a:pt x="987" y="31"/>
                    <a:pt x="926" y="0"/>
                    <a:pt x="865" y="0"/>
                  </a:cubicBezTo>
                  <a:close/>
                </a:path>
              </a:pathLst>
            </a:custGeom>
            <a:solidFill>
              <a:srgbClr val="B0BBC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950" name="Google Shape;18950;p46"/>
            <p:cNvSpPr/>
            <p:nvPr/>
          </p:nvSpPr>
          <p:spPr>
            <a:xfrm>
              <a:off x="4551271" y="3382730"/>
              <a:ext cx="86638" cy="128343"/>
            </a:xfrm>
            <a:custGeom>
              <a:rect b="b" l="l" r="r" t="t"/>
              <a:pathLst>
                <a:path extrusionOk="0" h="4893" w="3303">
                  <a:moveTo>
                    <a:pt x="2331" y="1"/>
                  </a:moveTo>
                  <a:cubicBezTo>
                    <a:pt x="2281" y="1"/>
                    <a:pt x="2230" y="20"/>
                    <a:pt x="2190" y="60"/>
                  </a:cubicBezTo>
                  <a:cubicBezTo>
                    <a:pt x="1783" y="488"/>
                    <a:pt x="814" y="1559"/>
                    <a:pt x="400" y="2501"/>
                  </a:cubicBezTo>
                  <a:cubicBezTo>
                    <a:pt x="102" y="3193"/>
                    <a:pt x="0" y="3878"/>
                    <a:pt x="407" y="4393"/>
                  </a:cubicBezTo>
                  <a:cubicBezTo>
                    <a:pt x="667" y="4728"/>
                    <a:pt x="1063" y="4892"/>
                    <a:pt x="1471" y="4892"/>
                  </a:cubicBezTo>
                  <a:cubicBezTo>
                    <a:pt x="1723" y="4892"/>
                    <a:pt x="1980" y="4829"/>
                    <a:pt x="2211" y="4705"/>
                  </a:cubicBezTo>
                  <a:cubicBezTo>
                    <a:pt x="2889" y="4339"/>
                    <a:pt x="3302" y="3634"/>
                    <a:pt x="3302" y="2874"/>
                  </a:cubicBezTo>
                  <a:cubicBezTo>
                    <a:pt x="3302" y="1972"/>
                    <a:pt x="2740" y="650"/>
                    <a:pt x="2495" y="108"/>
                  </a:cubicBezTo>
                  <a:cubicBezTo>
                    <a:pt x="2464" y="37"/>
                    <a:pt x="2399" y="1"/>
                    <a:pt x="2331" y="1"/>
                  </a:cubicBezTo>
                  <a:close/>
                </a:path>
              </a:pathLst>
            </a:custGeom>
            <a:solidFill>
              <a:srgbClr val="98A6B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951" name="Google Shape;18951;p46"/>
            <p:cNvSpPr/>
            <p:nvPr/>
          </p:nvSpPr>
          <p:spPr>
            <a:xfrm>
              <a:off x="4528844" y="3382730"/>
              <a:ext cx="86638" cy="128343"/>
            </a:xfrm>
            <a:custGeom>
              <a:rect b="b" l="l" r="r" t="t"/>
              <a:pathLst>
                <a:path extrusionOk="0" h="4893" w="3303">
                  <a:moveTo>
                    <a:pt x="972" y="1"/>
                  </a:moveTo>
                  <a:cubicBezTo>
                    <a:pt x="904" y="1"/>
                    <a:pt x="839" y="37"/>
                    <a:pt x="808" y="108"/>
                  </a:cubicBezTo>
                  <a:cubicBezTo>
                    <a:pt x="564" y="650"/>
                    <a:pt x="1" y="1972"/>
                    <a:pt x="1" y="2874"/>
                  </a:cubicBezTo>
                  <a:cubicBezTo>
                    <a:pt x="1" y="3634"/>
                    <a:pt x="414" y="4339"/>
                    <a:pt x="1092" y="4705"/>
                  </a:cubicBezTo>
                  <a:cubicBezTo>
                    <a:pt x="1323" y="4829"/>
                    <a:pt x="1580" y="4892"/>
                    <a:pt x="1832" y="4892"/>
                  </a:cubicBezTo>
                  <a:cubicBezTo>
                    <a:pt x="2240" y="4892"/>
                    <a:pt x="2636" y="4728"/>
                    <a:pt x="2896" y="4393"/>
                  </a:cubicBezTo>
                  <a:cubicBezTo>
                    <a:pt x="3303" y="3878"/>
                    <a:pt x="3201" y="3193"/>
                    <a:pt x="2903" y="2501"/>
                  </a:cubicBezTo>
                  <a:cubicBezTo>
                    <a:pt x="2489" y="1559"/>
                    <a:pt x="1520" y="488"/>
                    <a:pt x="1113" y="60"/>
                  </a:cubicBezTo>
                  <a:cubicBezTo>
                    <a:pt x="1073" y="20"/>
                    <a:pt x="1022" y="1"/>
                    <a:pt x="972" y="1"/>
                  </a:cubicBezTo>
                  <a:close/>
                </a:path>
              </a:pathLst>
            </a:custGeom>
            <a:solidFill>
              <a:srgbClr val="788A9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952" name="Google Shape;18952;p46"/>
            <p:cNvSpPr/>
            <p:nvPr/>
          </p:nvSpPr>
          <p:spPr>
            <a:xfrm>
              <a:off x="4417026" y="3555455"/>
              <a:ext cx="166456" cy="95110"/>
            </a:xfrm>
            <a:custGeom>
              <a:rect b="b" l="l" r="r" t="t"/>
              <a:pathLst>
                <a:path extrusionOk="0" h="3626" w="6346">
                  <a:moveTo>
                    <a:pt x="197" y="0"/>
                  </a:moveTo>
                  <a:cubicBezTo>
                    <a:pt x="76" y="0"/>
                    <a:pt x="0" y="138"/>
                    <a:pt x="80" y="242"/>
                  </a:cubicBezTo>
                  <a:cubicBezTo>
                    <a:pt x="643" y="1029"/>
                    <a:pt x="2460" y="3070"/>
                    <a:pt x="6345" y="3626"/>
                  </a:cubicBezTo>
                  <a:cubicBezTo>
                    <a:pt x="6345" y="3626"/>
                    <a:pt x="4589" y="995"/>
                    <a:pt x="236" y="5"/>
                  </a:cubicBezTo>
                  <a:cubicBezTo>
                    <a:pt x="223" y="2"/>
                    <a:pt x="209" y="0"/>
                    <a:pt x="197" y="0"/>
                  </a:cubicBezTo>
                  <a:close/>
                </a:path>
              </a:pathLst>
            </a:custGeom>
            <a:solidFill>
              <a:srgbClr val="D2DAE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953" name="Google Shape;18953;p46"/>
            <p:cNvSpPr/>
            <p:nvPr/>
          </p:nvSpPr>
          <p:spPr>
            <a:xfrm>
              <a:off x="4560687" y="3478968"/>
              <a:ext cx="45378" cy="62401"/>
            </a:xfrm>
            <a:custGeom>
              <a:rect b="b" l="l" r="r" t="t"/>
              <a:pathLst>
                <a:path extrusionOk="0" h="2379" w="1730">
                  <a:moveTo>
                    <a:pt x="865" y="0"/>
                  </a:moveTo>
                  <a:cubicBezTo>
                    <a:pt x="804" y="0"/>
                    <a:pt x="743" y="29"/>
                    <a:pt x="706" y="87"/>
                  </a:cubicBezTo>
                  <a:lnTo>
                    <a:pt x="1" y="1226"/>
                  </a:lnTo>
                  <a:lnTo>
                    <a:pt x="862" y="2379"/>
                  </a:lnTo>
                  <a:lnTo>
                    <a:pt x="1730" y="1226"/>
                  </a:lnTo>
                  <a:lnTo>
                    <a:pt x="1024" y="87"/>
                  </a:lnTo>
                  <a:cubicBezTo>
                    <a:pt x="987" y="29"/>
                    <a:pt x="926" y="0"/>
                    <a:pt x="865" y="0"/>
                  </a:cubicBezTo>
                  <a:close/>
                </a:path>
              </a:pathLst>
            </a:custGeom>
            <a:solidFill>
              <a:srgbClr val="98A6B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954" name="Google Shape;18954;p46"/>
            <p:cNvSpPr/>
            <p:nvPr/>
          </p:nvSpPr>
          <p:spPr>
            <a:xfrm>
              <a:off x="4551271" y="3496306"/>
              <a:ext cx="86638" cy="128422"/>
            </a:xfrm>
            <a:custGeom>
              <a:rect b="b" l="l" r="r" t="t"/>
              <a:pathLst>
                <a:path extrusionOk="0" h="4896" w="3303">
                  <a:moveTo>
                    <a:pt x="2329" y="1"/>
                  </a:moveTo>
                  <a:cubicBezTo>
                    <a:pt x="2280" y="1"/>
                    <a:pt x="2230" y="21"/>
                    <a:pt x="2190" y="63"/>
                  </a:cubicBezTo>
                  <a:cubicBezTo>
                    <a:pt x="1783" y="490"/>
                    <a:pt x="814" y="1562"/>
                    <a:pt x="400" y="2504"/>
                  </a:cubicBezTo>
                  <a:cubicBezTo>
                    <a:pt x="102" y="3189"/>
                    <a:pt x="0" y="3874"/>
                    <a:pt x="407" y="4396"/>
                  </a:cubicBezTo>
                  <a:cubicBezTo>
                    <a:pt x="667" y="4731"/>
                    <a:pt x="1063" y="4895"/>
                    <a:pt x="1471" y="4895"/>
                  </a:cubicBezTo>
                  <a:cubicBezTo>
                    <a:pt x="1723" y="4895"/>
                    <a:pt x="1980" y="4832"/>
                    <a:pt x="2211" y="4708"/>
                  </a:cubicBezTo>
                  <a:cubicBezTo>
                    <a:pt x="2889" y="4342"/>
                    <a:pt x="3302" y="3636"/>
                    <a:pt x="3302" y="2877"/>
                  </a:cubicBezTo>
                  <a:cubicBezTo>
                    <a:pt x="3302" y="1975"/>
                    <a:pt x="2740" y="653"/>
                    <a:pt x="2495" y="111"/>
                  </a:cubicBezTo>
                  <a:cubicBezTo>
                    <a:pt x="2464" y="40"/>
                    <a:pt x="2398" y="1"/>
                    <a:pt x="2329" y="1"/>
                  </a:cubicBezTo>
                  <a:close/>
                </a:path>
              </a:pathLst>
            </a:custGeom>
            <a:solidFill>
              <a:srgbClr val="788A9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955" name="Google Shape;18955;p46"/>
            <p:cNvSpPr/>
            <p:nvPr/>
          </p:nvSpPr>
          <p:spPr>
            <a:xfrm>
              <a:off x="4528844" y="3496306"/>
              <a:ext cx="86638" cy="128422"/>
            </a:xfrm>
            <a:custGeom>
              <a:rect b="b" l="l" r="r" t="t"/>
              <a:pathLst>
                <a:path extrusionOk="0" h="4896" w="3303">
                  <a:moveTo>
                    <a:pt x="974" y="1"/>
                  </a:moveTo>
                  <a:cubicBezTo>
                    <a:pt x="905" y="1"/>
                    <a:pt x="839" y="40"/>
                    <a:pt x="808" y="111"/>
                  </a:cubicBezTo>
                  <a:cubicBezTo>
                    <a:pt x="564" y="653"/>
                    <a:pt x="1" y="1975"/>
                    <a:pt x="1" y="2877"/>
                  </a:cubicBezTo>
                  <a:cubicBezTo>
                    <a:pt x="1" y="3636"/>
                    <a:pt x="414" y="4342"/>
                    <a:pt x="1092" y="4708"/>
                  </a:cubicBezTo>
                  <a:cubicBezTo>
                    <a:pt x="1323" y="4832"/>
                    <a:pt x="1580" y="4895"/>
                    <a:pt x="1832" y="4895"/>
                  </a:cubicBezTo>
                  <a:cubicBezTo>
                    <a:pt x="2240" y="4895"/>
                    <a:pt x="2636" y="4731"/>
                    <a:pt x="2896" y="4396"/>
                  </a:cubicBezTo>
                  <a:cubicBezTo>
                    <a:pt x="3303" y="3874"/>
                    <a:pt x="3201" y="3189"/>
                    <a:pt x="2903" y="2504"/>
                  </a:cubicBezTo>
                  <a:cubicBezTo>
                    <a:pt x="2489" y="1562"/>
                    <a:pt x="1520" y="490"/>
                    <a:pt x="1113" y="63"/>
                  </a:cubicBezTo>
                  <a:cubicBezTo>
                    <a:pt x="1073" y="21"/>
                    <a:pt x="1023" y="1"/>
                    <a:pt x="974" y="1"/>
                  </a:cubicBezTo>
                  <a:close/>
                </a:path>
              </a:pathLst>
            </a:custGeom>
            <a:solidFill>
              <a:srgbClr val="5B728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8956" name="Google Shape;18956;p46"/>
          <p:cNvGrpSpPr/>
          <p:nvPr/>
        </p:nvGrpSpPr>
        <p:grpSpPr>
          <a:xfrm>
            <a:off x="2497068" y="1980186"/>
            <a:ext cx="363994" cy="370106"/>
            <a:chOff x="2497068" y="1980186"/>
            <a:chExt cx="363994" cy="370106"/>
          </a:xfrm>
        </p:grpSpPr>
        <p:sp>
          <p:nvSpPr>
            <p:cNvPr id="18957" name="Google Shape;18957;p46"/>
            <p:cNvSpPr/>
            <p:nvPr/>
          </p:nvSpPr>
          <p:spPr>
            <a:xfrm>
              <a:off x="2702974" y="1980186"/>
              <a:ext cx="131832" cy="172488"/>
            </a:xfrm>
            <a:custGeom>
              <a:rect b="b" l="l" r="r" t="t"/>
              <a:pathLst>
                <a:path extrusionOk="0" h="6576" w="5026">
                  <a:moveTo>
                    <a:pt x="4563" y="0"/>
                  </a:moveTo>
                  <a:cubicBezTo>
                    <a:pt x="4465" y="0"/>
                    <a:pt x="4366" y="31"/>
                    <a:pt x="4279" y="100"/>
                  </a:cubicBezTo>
                  <a:lnTo>
                    <a:pt x="1" y="3606"/>
                  </a:lnTo>
                  <a:lnTo>
                    <a:pt x="5025" y="6576"/>
                  </a:lnTo>
                  <a:lnTo>
                    <a:pt x="5025" y="460"/>
                  </a:lnTo>
                  <a:cubicBezTo>
                    <a:pt x="5025" y="186"/>
                    <a:pt x="4800" y="0"/>
                    <a:pt x="4563" y="0"/>
                  </a:cubicBezTo>
                  <a:close/>
                </a:path>
              </a:pathLst>
            </a:custGeom>
            <a:solidFill>
              <a:srgbClr val="D8E0E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958" name="Google Shape;18958;p46"/>
            <p:cNvSpPr/>
            <p:nvPr/>
          </p:nvSpPr>
          <p:spPr>
            <a:xfrm>
              <a:off x="2742634" y="2020292"/>
              <a:ext cx="80238" cy="125274"/>
            </a:xfrm>
            <a:custGeom>
              <a:rect b="b" l="l" r="r" t="t"/>
              <a:pathLst>
                <a:path extrusionOk="0" h="4776" w="3059">
                  <a:moveTo>
                    <a:pt x="2764" y="0"/>
                  </a:moveTo>
                  <a:cubicBezTo>
                    <a:pt x="2688" y="0"/>
                    <a:pt x="2610" y="30"/>
                    <a:pt x="2550" y="97"/>
                  </a:cubicBezTo>
                  <a:lnTo>
                    <a:pt x="1" y="2972"/>
                  </a:lnTo>
                  <a:lnTo>
                    <a:pt x="3059" y="4776"/>
                  </a:lnTo>
                  <a:lnTo>
                    <a:pt x="3059" y="287"/>
                  </a:lnTo>
                  <a:cubicBezTo>
                    <a:pt x="3054" y="113"/>
                    <a:pt x="2911" y="0"/>
                    <a:pt x="2764" y="0"/>
                  </a:cubicBezTo>
                  <a:close/>
                </a:path>
              </a:pathLst>
            </a:custGeom>
            <a:solidFill>
              <a:srgbClr val="C8D3D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959" name="Google Shape;18959;p46"/>
            <p:cNvSpPr/>
            <p:nvPr/>
          </p:nvSpPr>
          <p:spPr>
            <a:xfrm>
              <a:off x="2523351" y="1980186"/>
              <a:ext cx="131806" cy="172488"/>
            </a:xfrm>
            <a:custGeom>
              <a:rect b="b" l="l" r="r" t="t"/>
              <a:pathLst>
                <a:path extrusionOk="0" h="6576" w="5025">
                  <a:moveTo>
                    <a:pt x="463" y="0"/>
                  </a:moveTo>
                  <a:cubicBezTo>
                    <a:pt x="225" y="0"/>
                    <a:pt x="0" y="186"/>
                    <a:pt x="0" y="460"/>
                  </a:cubicBezTo>
                  <a:lnTo>
                    <a:pt x="0" y="6576"/>
                  </a:lnTo>
                  <a:lnTo>
                    <a:pt x="5025" y="3606"/>
                  </a:lnTo>
                  <a:lnTo>
                    <a:pt x="746" y="100"/>
                  </a:lnTo>
                  <a:cubicBezTo>
                    <a:pt x="659" y="31"/>
                    <a:pt x="560" y="0"/>
                    <a:pt x="463" y="0"/>
                  </a:cubicBezTo>
                  <a:close/>
                </a:path>
              </a:pathLst>
            </a:custGeom>
            <a:solidFill>
              <a:srgbClr val="D8E0E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960" name="Google Shape;18960;p46"/>
            <p:cNvSpPr/>
            <p:nvPr/>
          </p:nvSpPr>
          <p:spPr>
            <a:xfrm>
              <a:off x="2535443" y="2020292"/>
              <a:ext cx="80238" cy="125274"/>
            </a:xfrm>
            <a:custGeom>
              <a:rect b="b" l="l" r="r" t="t"/>
              <a:pathLst>
                <a:path extrusionOk="0" h="4776" w="3059">
                  <a:moveTo>
                    <a:pt x="291" y="0"/>
                  </a:moveTo>
                  <a:cubicBezTo>
                    <a:pt x="142" y="0"/>
                    <a:pt x="0" y="113"/>
                    <a:pt x="0" y="287"/>
                  </a:cubicBezTo>
                  <a:lnTo>
                    <a:pt x="0" y="4776"/>
                  </a:lnTo>
                  <a:lnTo>
                    <a:pt x="3058" y="2972"/>
                  </a:lnTo>
                  <a:lnTo>
                    <a:pt x="509" y="97"/>
                  </a:lnTo>
                  <a:cubicBezTo>
                    <a:pt x="446" y="30"/>
                    <a:pt x="368" y="0"/>
                    <a:pt x="291" y="0"/>
                  </a:cubicBezTo>
                  <a:close/>
                </a:path>
              </a:pathLst>
            </a:custGeom>
            <a:solidFill>
              <a:srgbClr val="C8D3D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961" name="Google Shape;18961;p46"/>
            <p:cNvSpPr/>
            <p:nvPr/>
          </p:nvSpPr>
          <p:spPr>
            <a:xfrm>
              <a:off x="2511416" y="2032961"/>
              <a:ext cx="335298" cy="317331"/>
            </a:xfrm>
            <a:custGeom>
              <a:rect b="b" l="l" r="r" t="t"/>
              <a:pathLst>
                <a:path extrusionOk="0" h="12098" w="12783">
                  <a:moveTo>
                    <a:pt x="6388" y="1"/>
                  </a:moveTo>
                  <a:cubicBezTo>
                    <a:pt x="2862" y="1"/>
                    <a:pt x="1" y="2706"/>
                    <a:pt x="1" y="6049"/>
                  </a:cubicBezTo>
                  <a:cubicBezTo>
                    <a:pt x="1" y="9385"/>
                    <a:pt x="2862" y="12097"/>
                    <a:pt x="6388" y="12097"/>
                  </a:cubicBezTo>
                  <a:cubicBezTo>
                    <a:pt x="9921" y="12097"/>
                    <a:pt x="12782" y="9385"/>
                    <a:pt x="12782" y="6049"/>
                  </a:cubicBezTo>
                  <a:cubicBezTo>
                    <a:pt x="12782" y="2706"/>
                    <a:pt x="9921" y="1"/>
                    <a:pt x="6388" y="1"/>
                  </a:cubicBezTo>
                  <a:close/>
                </a:path>
              </a:pathLst>
            </a:custGeom>
            <a:solidFill>
              <a:srgbClr val="E3E8E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962" name="Google Shape;18962;p46"/>
            <p:cNvSpPr/>
            <p:nvPr/>
          </p:nvSpPr>
          <p:spPr>
            <a:xfrm>
              <a:off x="2655130" y="2278395"/>
              <a:ext cx="47870" cy="47870"/>
            </a:xfrm>
            <a:custGeom>
              <a:rect b="b" l="l" r="r" t="t"/>
              <a:pathLst>
                <a:path extrusionOk="0" h="1825" w="1825">
                  <a:moveTo>
                    <a:pt x="916" y="1"/>
                  </a:moveTo>
                  <a:lnTo>
                    <a:pt x="1" y="455"/>
                  </a:lnTo>
                  <a:lnTo>
                    <a:pt x="1" y="909"/>
                  </a:lnTo>
                  <a:cubicBezTo>
                    <a:pt x="1" y="1418"/>
                    <a:pt x="408" y="1825"/>
                    <a:pt x="916" y="1825"/>
                  </a:cubicBezTo>
                  <a:cubicBezTo>
                    <a:pt x="1418" y="1825"/>
                    <a:pt x="1825" y="1418"/>
                    <a:pt x="1825" y="909"/>
                  </a:cubicBezTo>
                  <a:lnTo>
                    <a:pt x="1825" y="455"/>
                  </a:lnTo>
                  <a:lnTo>
                    <a:pt x="916" y="1"/>
                  </a:lnTo>
                  <a:close/>
                </a:path>
              </a:pathLst>
            </a:custGeom>
            <a:solidFill>
              <a:srgbClr val="98A6B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963" name="Google Shape;18963;p46"/>
            <p:cNvSpPr/>
            <p:nvPr/>
          </p:nvSpPr>
          <p:spPr>
            <a:xfrm>
              <a:off x="2656914" y="2228610"/>
              <a:ext cx="44302" cy="30112"/>
            </a:xfrm>
            <a:custGeom>
              <a:rect b="b" l="l" r="r" t="t"/>
              <a:pathLst>
                <a:path extrusionOk="0" h="1148" w="1689">
                  <a:moveTo>
                    <a:pt x="340" y="0"/>
                  </a:moveTo>
                  <a:cubicBezTo>
                    <a:pt x="123" y="0"/>
                    <a:pt x="0" y="258"/>
                    <a:pt x="136" y="427"/>
                  </a:cubicBezTo>
                  <a:lnTo>
                    <a:pt x="645" y="1051"/>
                  </a:lnTo>
                  <a:cubicBezTo>
                    <a:pt x="695" y="1116"/>
                    <a:pt x="770" y="1148"/>
                    <a:pt x="845" y="1148"/>
                  </a:cubicBezTo>
                  <a:cubicBezTo>
                    <a:pt x="919" y="1148"/>
                    <a:pt x="994" y="1116"/>
                    <a:pt x="1045" y="1051"/>
                  </a:cubicBezTo>
                  <a:lnTo>
                    <a:pt x="1553" y="427"/>
                  </a:lnTo>
                  <a:cubicBezTo>
                    <a:pt x="1689" y="258"/>
                    <a:pt x="1567" y="0"/>
                    <a:pt x="1350" y="0"/>
                  </a:cubicBezTo>
                  <a:close/>
                </a:path>
              </a:pathLst>
            </a:custGeom>
            <a:solidFill>
              <a:srgbClr val="405C7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964" name="Google Shape;18964;p46"/>
            <p:cNvSpPr/>
            <p:nvPr/>
          </p:nvSpPr>
          <p:spPr>
            <a:xfrm>
              <a:off x="2737204" y="2253555"/>
              <a:ext cx="111792" cy="42834"/>
            </a:xfrm>
            <a:custGeom>
              <a:rect b="b" l="l" r="r" t="t"/>
              <a:pathLst>
                <a:path extrusionOk="0" h="1633" w="4262">
                  <a:moveTo>
                    <a:pt x="321" y="1"/>
                  </a:moveTo>
                  <a:cubicBezTo>
                    <a:pt x="57" y="1"/>
                    <a:pt x="1" y="402"/>
                    <a:pt x="282" y="460"/>
                  </a:cubicBezTo>
                  <a:cubicBezTo>
                    <a:pt x="303" y="460"/>
                    <a:pt x="2459" y="887"/>
                    <a:pt x="3842" y="1605"/>
                  </a:cubicBezTo>
                  <a:cubicBezTo>
                    <a:pt x="3875" y="1619"/>
                    <a:pt x="3908" y="1632"/>
                    <a:pt x="3948" y="1633"/>
                  </a:cubicBezTo>
                  <a:lnTo>
                    <a:pt x="3948" y="1633"/>
                  </a:lnTo>
                  <a:cubicBezTo>
                    <a:pt x="4189" y="1629"/>
                    <a:pt x="4261" y="1307"/>
                    <a:pt x="4052" y="1199"/>
                  </a:cubicBezTo>
                  <a:cubicBezTo>
                    <a:pt x="2615" y="453"/>
                    <a:pt x="459" y="26"/>
                    <a:pt x="370" y="5"/>
                  </a:cubicBezTo>
                  <a:cubicBezTo>
                    <a:pt x="353" y="2"/>
                    <a:pt x="336" y="1"/>
                    <a:pt x="321" y="1"/>
                  </a:cubicBezTo>
                  <a:close/>
                  <a:moveTo>
                    <a:pt x="3948" y="1633"/>
                  </a:moveTo>
                  <a:lnTo>
                    <a:pt x="3948" y="1633"/>
                  </a:lnTo>
                  <a:cubicBezTo>
                    <a:pt x="3946" y="1633"/>
                    <a:pt x="3945" y="1633"/>
                    <a:pt x="3944" y="1633"/>
                  </a:cubicBezTo>
                  <a:lnTo>
                    <a:pt x="3951" y="1633"/>
                  </a:lnTo>
                  <a:cubicBezTo>
                    <a:pt x="3950" y="1633"/>
                    <a:pt x="3949" y="1633"/>
                    <a:pt x="3948" y="1633"/>
                  </a:cubicBezTo>
                  <a:close/>
                </a:path>
              </a:pathLst>
            </a:custGeom>
            <a:solidFill>
              <a:srgbClr val="C1CED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965" name="Google Shape;18965;p46"/>
            <p:cNvSpPr/>
            <p:nvPr/>
          </p:nvSpPr>
          <p:spPr>
            <a:xfrm>
              <a:off x="2747670" y="2234879"/>
              <a:ext cx="113392" cy="19541"/>
            </a:xfrm>
            <a:custGeom>
              <a:rect b="b" l="l" r="r" t="t"/>
              <a:pathLst>
                <a:path extrusionOk="0" h="745" w="4323">
                  <a:moveTo>
                    <a:pt x="817" y="0"/>
                  </a:moveTo>
                  <a:cubicBezTo>
                    <a:pt x="523" y="0"/>
                    <a:pt x="330" y="5"/>
                    <a:pt x="304" y="5"/>
                  </a:cubicBezTo>
                  <a:cubicBezTo>
                    <a:pt x="1" y="12"/>
                    <a:pt x="12" y="460"/>
                    <a:pt x="311" y="460"/>
                  </a:cubicBezTo>
                  <a:cubicBezTo>
                    <a:pt x="313" y="460"/>
                    <a:pt x="315" y="460"/>
                    <a:pt x="317" y="460"/>
                  </a:cubicBezTo>
                  <a:cubicBezTo>
                    <a:pt x="323" y="460"/>
                    <a:pt x="512" y="454"/>
                    <a:pt x="808" y="454"/>
                  </a:cubicBezTo>
                  <a:cubicBezTo>
                    <a:pt x="1565" y="454"/>
                    <a:pt x="3024" y="489"/>
                    <a:pt x="3945" y="738"/>
                  </a:cubicBezTo>
                  <a:cubicBezTo>
                    <a:pt x="3965" y="744"/>
                    <a:pt x="3986" y="744"/>
                    <a:pt x="4006" y="744"/>
                  </a:cubicBezTo>
                  <a:cubicBezTo>
                    <a:pt x="4008" y="744"/>
                    <a:pt x="4011" y="744"/>
                    <a:pt x="4013" y="744"/>
                  </a:cubicBezTo>
                  <a:cubicBezTo>
                    <a:pt x="4278" y="744"/>
                    <a:pt x="4322" y="364"/>
                    <a:pt x="4067" y="297"/>
                  </a:cubicBezTo>
                  <a:cubicBezTo>
                    <a:pt x="3087" y="36"/>
                    <a:pt x="1597" y="0"/>
                    <a:pt x="817" y="0"/>
                  </a:cubicBezTo>
                  <a:close/>
                </a:path>
              </a:pathLst>
            </a:custGeom>
            <a:solidFill>
              <a:srgbClr val="C1CED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966" name="Google Shape;18966;p46"/>
            <p:cNvSpPr/>
            <p:nvPr/>
          </p:nvSpPr>
          <p:spPr>
            <a:xfrm>
              <a:off x="2511416" y="2035086"/>
              <a:ext cx="236595" cy="315206"/>
            </a:xfrm>
            <a:custGeom>
              <a:rect b="b" l="l" r="r" t="t"/>
              <a:pathLst>
                <a:path extrusionOk="0" h="12017" w="9020">
                  <a:moveTo>
                    <a:pt x="5358" y="1"/>
                  </a:moveTo>
                  <a:cubicBezTo>
                    <a:pt x="2320" y="469"/>
                    <a:pt x="1" y="2964"/>
                    <a:pt x="1" y="5968"/>
                  </a:cubicBezTo>
                  <a:cubicBezTo>
                    <a:pt x="1" y="9311"/>
                    <a:pt x="2862" y="12016"/>
                    <a:pt x="6388" y="12016"/>
                  </a:cubicBezTo>
                  <a:cubicBezTo>
                    <a:pt x="6405" y="12016"/>
                    <a:pt x="6421" y="12016"/>
                    <a:pt x="6437" y="12016"/>
                  </a:cubicBezTo>
                  <a:cubicBezTo>
                    <a:pt x="7329" y="12016"/>
                    <a:pt x="8200" y="11833"/>
                    <a:pt x="9019" y="11480"/>
                  </a:cubicBezTo>
                  <a:lnTo>
                    <a:pt x="9019" y="11480"/>
                  </a:lnTo>
                  <a:cubicBezTo>
                    <a:pt x="8680" y="11535"/>
                    <a:pt x="8334" y="11562"/>
                    <a:pt x="7989" y="11562"/>
                  </a:cubicBezTo>
                  <a:cubicBezTo>
                    <a:pt x="4463" y="11562"/>
                    <a:pt x="1601" y="8850"/>
                    <a:pt x="1601" y="5507"/>
                  </a:cubicBezTo>
                  <a:cubicBezTo>
                    <a:pt x="1601" y="3059"/>
                    <a:pt x="3140" y="943"/>
                    <a:pt x="5358" y="1"/>
                  </a:cubicBezTo>
                  <a:close/>
                </a:path>
              </a:pathLst>
            </a:custGeom>
            <a:solidFill>
              <a:srgbClr val="D8E0E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967" name="Google Shape;18967;p46"/>
            <p:cNvSpPr/>
            <p:nvPr/>
          </p:nvSpPr>
          <p:spPr>
            <a:xfrm>
              <a:off x="2508924" y="2253713"/>
              <a:ext cx="111950" cy="42676"/>
            </a:xfrm>
            <a:custGeom>
              <a:rect b="b" l="l" r="r" t="t"/>
              <a:pathLst>
                <a:path extrusionOk="0" h="1627" w="4268">
                  <a:moveTo>
                    <a:pt x="3954" y="0"/>
                  </a:moveTo>
                  <a:cubicBezTo>
                    <a:pt x="3937" y="0"/>
                    <a:pt x="3919" y="2"/>
                    <a:pt x="3900" y="6"/>
                  </a:cubicBezTo>
                  <a:cubicBezTo>
                    <a:pt x="3812" y="20"/>
                    <a:pt x="1655" y="447"/>
                    <a:pt x="218" y="1193"/>
                  </a:cubicBezTo>
                  <a:cubicBezTo>
                    <a:pt x="1" y="1301"/>
                    <a:pt x="82" y="1627"/>
                    <a:pt x="326" y="1627"/>
                  </a:cubicBezTo>
                  <a:cubicBezTo>
                    <a:pt x="360" y="1627"/>
                    <a:pt x="394" y="1613"/>
                    <a:pt x="428" y="1599"/>
                  </a:cubicBezTo>
                  <a:cubicBezTo>
                    <a:pt x="1805" y="881"/>
                    <a:pt x="3968" y="454"/>
                    <a:pt x="3988" y="454"/>
                  </a:cubicBezTo>
                  <a:cubicBezTo>
                    <a:pt x="4267" y="396"/>
                    <a:pt x="4208" y="0"/>
                    <a:pt x="3954" y="0"/>
                  </a:cubicBezTo>
                  <a:close/>
                </a:path>
              </a:pathLst>
            </a:custGeom>
            <a:solidFill>
              <a:srgbClr val="C1CED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968" name="Google Shape;18968;p46"/>
            <p:cNvSpPr/>
            <p:nvPr/>
          </p:nvSpPr>
          <p:spPr>
            <a:xfrm>
              <a:off x="2497068" y="2234801"/>
              <a:ext cx="113392" cy="19620"/>
            </a:xfrm>
            <a:custGeom>
              <a:rect b="b" l="l" r="r" t="t"/>
              <a:pathLst>
                <a:path extrusionOk="0" h="748" w="4323">
                  <a:moveTo>
                    <a:pt x="3488" y="0"/>
                  </a:moveTo>
                  <a:cubicBezTo>
                    <a:pt x="2703" y="0"/>
                    <a:pt x="1228" y="41"/>
                    <a:pt x="256" y="300"/>
                  </a:cubicBezTo>
                  <a:cubicBezTo>
                    <a:pt x="1" y="367"/>
                    <a:pt x="45" y="747"/>
                    <a:pt x="310" y="747"/>
                  </a:cubicBezTo>
                  <a:cubicBezTo>
                    <a:pt x="313" y="747"/>
                    <a:pt x="315" y="747"/>
                    <a:pt x="317" y="747"/>
                  </a:cubicBezTo>
                  <a:cubicBezTo>
                    <a:pt x="338" y="747"/>
                    <a:pt x="358" y="747"/>
                    <a:pt x="378" y="741"/>
                  </a:cubicBezTo>
                  <a:cubicBezTo>
                    <a:pt x="1299" y="492"/>
                    <a:pt x="2758" y="457"/>
                    <a:pt x="3515" y="457"/>
                  </a:cubicBezTo>
                  <a:cubicBezTo>
                    <a:pt x="3812" y="457"/>
                    <a:pt x="4000" y="463"/>
                    <a:pt x="4006" y="463"/>
                  </a:cubicBezTo>
                  <a:cubicBezTo>
                    <a:pt x="4008" y="463"/>
                    <a:pt x="4011" y="463"/>
                    <a:pt x="4013" y="463"/>
                  </a:cubicBezTo>
                  <a:cubicBezTo>
                    <a:pt x="4311" y="463"/>
                    <a:pt x="4322" y="15"/>
                    <a:pt x="4020" y="8"/>
                  </a:cubicBezTo>
                  <a:cubicBezTo>
                    <a:pt x="3993" y="6"/>
                    <a:pt x="3793" y="0"/>
                    <a:pt x="3488" y="0"/>
                  </a:cubicBezTo>
                  <a:close/>
                </a:path>
              </a:pathLst>
            </a:custGeom>
            <a:solidFill>
              <a:srgbClr val="C1CED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969" name="Google Shape;18969;p46"/>
            <p:cNvSpPr/>
            <p:nvPr/>
          </p:nvSpPr>
          <p:spPr>
            <a:xfrm>
              <a:off x="2589319" y="2158524"/>
              <a:ext cx="41837" cy="54086"/>
            </a:xfrm>
            <a:custGeom>
              <a:rect b="b" l="l" r="r" t="t"/>
              <a:pathLst>
                <a:path extrusionOk="0" h="2062" w="1595">
                  <a:moveTo>
                    <a:pt x="794" y="1"/>
                  </a:moveTo>
                  <a:cubicBezTo>
                    <a:pt x="353" y="7"/>
                    <a:pt x="1" y="360"/>
                    <a:pt x="1" y="801"/>
                  </a:cubicBezTo>
                  <a:lnTo>
                    <a:pt x="1" y="1262"/>
                  </a:lnTo>
                  <a:cubicBezTo>
                    <a:pt x="1" y="1703"/>
                    <a:pt x="353" y="2055"/>
                    <a:pt x="794" y="2062"/>
                  </a:cubicBezTo>
                  <a:cubicBezTo>
                    <a:pt x="1235" y="2055"/>
                    <a:pt x="1594" y="1703"/>
                    <a:pt x="1594" y="1262"/>
                  </a:cubicBezTo>
                  <a:lnTo>
                    <a:pt x="1594" y="801"/>
                  </a:lnTo>
                  <a:cubicBezTo>
                    <a:pt x="1594" y="360"/>
                    <a:pt x="1235" y="7"/>
                    <a:pt x="794" y="1"/>
                  </a:cubicBezTo>
                  <a:close/>
                </a:path>
              </a:pathLst>
            </a:custGeom>
            <a:solidFill>
              <a:srgbClr val="203B5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970" name="Google Shape;18970;p46"/>
            <p:cNvSpPr/>
            <p:nvPr/>
          </p:nvSpPr>
          <p:spPr>
            <a:xfrm>
              <a:off x="2606946" y="2158708"/>
              <a:ext cx="24551" cy="42361"/>
            </a:xfrm>
            <a:custGeom>
              <a:rect b="b" l="l" r="r" t="t"/>
              <a:pathLst>
                <a:path extrusionOk="0" h="1615" w="936">
                  <a:moveTo>
                    <a:pt x="122" y="0"/>
                  </a:moveTo>
                  <a:cubicBezTo>
                    <a:pt x="88" y="0"/>
                    <a:pt x="48" y="0"/>
                    <a:pt x="14" y="7"/>
                  </a:cubicBezTo>
                  <a:lnTo>
                    <a:pt x="14" y="1140"/>
                  </a:lnTo>
                  <a:cubicBezTo>
                    <a:pt x="0" y="1397"/>
                    <a:pt x="204" y="1614"/>
                    <a:pt x="468" y="1614"/>
                  </a:cubicBezTo>
                  <a:cubicBezTo>
                    <a:pt x="726" y="1614"/>
                    <a:pt x="936" y="1397"/>
                    <a:pt x="922" y="1140"/>
                  </a:cubicBezTo>
                  <a:lnTo>
                    <a:pt x="922" y="800"/>
                  </a:lnTo>
                  <a:cubicBezTo>
                    <a:pt x="922" y="360"/>
                    <a:pt x="570" y="0"/>
                    <a:pt x="122" y="0"/>
                  </a:cubicBezTo>
                  <a:close/>
                </a:path>
              </a:pathLst>
            </a:custGeom>
            <a:solidFill>
              <a:srgbClr val="405C7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971" name="Google Shape;18971;p46"/>
            <p:cNvSpPr/>
            <p:nvPr/>
          </p:nvSpPr>
          <p:spPr>
            <a:xfrm>
              <a:off x="2601254" y="2164583"/>
              <a:ext cx="17968" cy="17968"/>
            </a:xfrm>
            <a:custGeom>
              <a:rect b="b" l="l" r="r" t="t"/>
              <a:pathLst>
                <a:path extrusionOk="0" h="685" w="685">
                  <a:moveTo>
                    <a:pt x="339" y="0"/>
                  </a:moveTo>
                  <a:cubicBezTo>
                    <a:pt x="149" y="0"/>
                    <a:pt x="0" y="156"/>
                    <a:pt x="0" y="346"/>
                  </a:cubicBezTo>
                  <a:cubicBezTo>
                    <a:pt x="0" y="536"/>
                    <a:pt x="149" y="685"/>
                    <a:pt x="339" y="685"/>
                  </a:cubicBezTo>
                  <a:cubicBezTo>
                    <a:pt x="529" y="685"/>
                    <a:pt x="685" y="536"/>
                    <a:pt x="685" y="346"/>
                  </a:cubicBezTo>
                  <a:cubicBezTo>
                    <a:pt x="685" y="156"/>
                    <a:pt x="529" y="0"/>
                    <a:pt x="339" y="0"/>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972" name="Google Shape;18972;p46"/>
            <p:cNvSpPr/>
            <p:nvPr/>
          </p:nvSpPr>
          <p:spPr>
            <a:xfrm>
              <a:off x="2727000" y="2158524"/>
              <a:ext cx="41994" cy="54086"/>
            </a:xfrm>
            <a:custGeom>
              <a:rect b="b" l="l" r="r" t="t"/>
              <a:pathLst>
                <a:path extrusionOk="0" h="2062" w="1601">
                  <a:moveTo>
                    <a:pt x="800" y="1"/>
                  </a:moveTo>
                  <a:cubicBezTo>
                    <a:pt x="359" y="7"/>
                    <a:pt x="0" y="360"/>
                    <a:pt x="0" y="801"/>
                  </a:cubicBezTo>
                  <a:lnTo>
                    <a:pt x="0" y="1262"/>
                  </a:lnTo>
                  <a:cubicBezTo>
                    <a:pt x="0" y="1703"/>
                    <a:pt x="359" y="2055"/>
                    <a:pt x="800" y="2062"/>
                  </a:cubicBezTo>
                  <a:cubicBezTo>
                    <a:pt x="1241" y="2055"/>
                    <a:pt x="1593" y="1703"/>
                    <a:pt x="1600" y="1262"/>
                  </a:cubicBezTo>
                  <a:lnTo>
                    <a:pt x="1600" y="801"/>
                  </a:lnTo>
                  <a:cubicBezTo>
                    <a:pt x="1593" y="360"/>
                    <a:pt x="1241" y="7"/>
                    <a:pt x="800" y="1"/>
                  </a:cubicBezTo>
                  <a:close/>
                </a:path>
              </a:pathLst>
            </a:custGeom>
            <a:solidFill>
              <a:srgbClr val="203B5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973" name="Google Shape;18973;p46"/>
            <p:cNvSpPr/>
            <p:nvPr/>
          </p:nvSpPr>
          <p:spPr>
            <a:xfrm>
              <a:off x="2744601" y="2158708"/>
              <a:ext cx="24578" cy="42361"/>
            </a:xfrm>
            <a:custGeom>
              <a:rect b="b" l="l" r="r" t="t"/>
              <a:pathLst>
                <a:path extrusionOk="0" h="1615" w="937">
                  <a:moveTo>
                    <a:pt x="129" y="0"/>
                  </a:moveTo>
                  <a:cubicBezTo>
                    <a:pt x="88" y="0"/>
                    <a:pt x="48" y="0"/>
                    <a:pt x="14" y="7"/>
                  </a:cubicBezTo>
                  <a:lnTo>
                    <a:pt x="14" y="1140"/>
                  </a:lnTo>
                  <a:cubicBezTo>
                    <a:pt x="0" y="1397"/>
                    <a:pt x="211" y="1614"/>
                    <a:pt x="468" y="1614"/>
                  </a:cubicBezTo>
                  <a:cubicBezTo>
                    <a:pt x="726" y="1614"/>
                    <a:pt x="936" y="1397"/>
                    <a:pt x="922" y="1140"/>
                  </a:cubicBezTo>
                  <a:lnTo>
                    <a:pt x="922" y="800"/>
                  </a:lnTo>
                  <a:cubicBezTo>
                    <a:pt x="929" y="360"/>
                    <a:pt x="570" y="0"/>
                    <a:pt x="129" y="0"/>
                  </a:cubicBezTo>
                  <a:close/>
                </a:path>
              </a:pathLst>
            </a:custGeom>
            <a:solidFill>
              <a:srgbClr val="405C7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974" name="Google Shape;18974;p46"/>
            <p:cNvSpPr/>
            <p:nvPr/>
          </p:nvSpPr>
          <p:spPr>
            <a:xfrm>
              <a:off x="2738909" y="2164583"/>
              <a:ext cx="17994" cy="17968"/>
            </a:xfrm>
            <a:custGeom>
              <a:rect b="b" l="l" r="r" t="t"/>
              <a:pathLst>
                <a:path extrusionOk="0" h="685" w="686">
                  <a:moveTo>
                    <a:pt x="346" y="0"/>
                  </a:moveTo>
                  <a:cubicBezTo>
                    <a:pt x="156" y="0"/>
                    <a:pt x="0" y="156"/>
                    <a:pt x="0" y="346"/>
                  </a:cubicBezTo>
                  <a:cubicBezTo>
                    <a:pt x="0" y="536"/>
                    <a:pt x="156" y="685"/>
                    <a:pt x="346" y="685"/>
                  </a:cubicBezTo>
                  <a:cubicBezTo>
                    <a:pt x="536" y="685"/>
                    <a:pt x="685" y="536"/>
                    <a:pt x="685" y="346"/>
                  </a:cubicBezTo>
                  <a:cubicBezTo>
                    <a:pt x="685" y="156"/>
                    <a:pt x="536" y="0"/>
                    <a:pt x="346" y="0"/>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975" name="Google Shape;18975;p46"/>
            <p:cNvSpPr/>
            <p:nvPr/>
          </p:nvSpPr>
          <p:spPr>
            <a:xfrm>
              <a:off x="2656914" y="2228768"/>
              <a:ext cx="26886" cy="29981"/>
            </a:xfrm>
            <a:custGeom>
              <a:rect b="b" l="l" r="r" t="t"/>
              <a:pathLst>
                <a:path extrusionOk="0" h="1143" w="1025">
                  <a:moveTo>
                    <a:pt x="340" y="1"/>
                  </a:moveTo>
                  <a:cubicBezTo>
                    <a:pt x="123" y="1"/>
                    <a:pt x="0" y="259"/>
                    <a:pt x="143" y="428"/>
                  </a:cubicBezTo>
                  <a:lnTo>
                    <a:pt x="645" y="1052"/>
                  </a:lnTo>
                  <a:cubicBezTo>
                    <a:pt x="694" y="1112"/>
                    <a:pt x="768" y="1143"/>
                    <a:pt x="842" y="1143"/>
                  </a:cubicBezTo>
                  <a:cubicBezTo>
                    <a:pt x="909" y="1143"/>
                    <a:pt x="976" y="1117"/>
                    <a:pt x="1024" y="1065"/>
                  </a:cubicBezTo>
                  <a:lnTo>
                    <a:pt x="1024" y="1052"/>
                  </a:lnTo>
                  <a:lnTo>
                    <a:pt x="516" y="62"/>
                  </a:lnTo>
                  <a:cubicBezTo>
                    <a:pt x="509" y="42"/>
                    <a:pt x="502" y="21"/>
                    <a:pt x="495" y="1"/>
                  </a:cubicBezTo>
                  <a:close/>
                </a:path>
              </a:pathLst>
            </a:custGeom>
            <a:solidFill>
              <a:srgbClr val="203B5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976" name="Google Shape;18976;p46"/>
            <p:cNvSpPr/>
            <p:nvPr/>
          </p:nvSpPr>
          <p:spPr>
            <a:xfrm>
              <a:off x="2655130" y="2278395"/>
              <a:ext cx="47870" cy="35909"/>
            </a:xfrm>
            <a:custGeom>
              <a:rect b="b" l="l" r="r" t="t"/>
              <a:pathLst>
                <a:path extrusionOk="0" h="1369" w="1825">
                  <a:moveTo>
                    <a:pt x="916" y="1"/>
                  </a:moveTo>
                  <a:lnTo>
                    <a:pt x="1" y="455"/>
                  </a:lnTo>
                  <a:lnTo>
                    <a:pt x="1" y="909"/>
                  </a:lnTo>
                  <a:cubicBezTo>
                    <a:pt x="1" y="984"/>
                    <a:pt x="7" y="1052"/>
                    <a:pt x="28" y="1120"/>
                  </a:cubicBezTo>
                  <a:cubicBezTo>
                    <a:pt x="258" y="1092"/>
                    <a:pt x="475" y="1025"/>
                    <a:pt x="686" y="923"/>
                  </a:cubicBezTo>
                  <a:lnTo>
                    <a:pt x="686" y="1140"/>
                  </a:lnTo>
                  <a:cubicBezTo>
                    <a:pt x="686" y="1292"/>
                    <a:pt x="799" y="1369"/>
                    <a:pt x="913" y="1369"/>
                  </a:cubicBezTo>
                  <a:cubicBezTo>
                    <a:pt x="1026" y="1369"/>
                    <a:pt x="1140" y="1292"/>
                    <a:pt x="1140" y="1140"/>
                  </a:cubicBezTo>
                  <a:lnTo>
                    <a:pt x="1140" y="923"/>
                  </a:lnTo>
                  <a:cubicBezTo>
                    <a:pt x="1350" y="1025"/>
                    <a:pt x="1574" y="1092"/>
                    <a:pt x="1798" y="1120"/>
                  </a:cubicBezTo>
                  <a:cubicBezTo>
                    <a:pt x="1818" y="1052"/>
                    <a:pt x="1825" y="984"/>
                    <a:pt x="1825" y="909"/>
                  </a:cubicBezTo>
                  <a:lnTo>
                    <a:pt x="1825" y="455"/>
                  </a:lnTo>
                  <a:lnTo>
                    <a:pt x="916" y="1"/>
                  </a:lnTo>
                  <a:close/>
                </a:path>
              </a:pathLst>
            </a:custGeom>
            <a:solidFill>
              <a:srgbClr val="788A9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977" name="Google Shape;18977;p46"/>
            <p:cNvSpPr/>
            <p:nvPr/>
          </p:nvSpPr>
          <p:spPr>
            <a:xfrm>
              <a:off x="2616572" y="2275142"/>
              <a:ext cx="124986" cy="21246"/>
            </a:xfrm>
            <a:custGeom>
              <a:rect b="b" l="l" r="r" t="t"/>
              <a:pathLst>
                <a:path extrusionOk="0" h="810" w="4765">
                  <a:moveTo>
                    <a:pt x="330" y="1"/>
                  </a:moveTo>
                  <a:cubicBezTo>
                    <a:pt x="149" y="1"/>
                    <a:pt x="0" y="243"/>
                    <a:pt x="176" y="403"/>
                  </a:cubicBezTo>
                  <a:cubicBezTo>
                    <a:pt x="478" y="672"/>
                    <a:pt x="859" y="809"/>
                    <a:pt x="1241" y="809"/>
                  </a:cubicBezTo>
                  <a:cubicBezTo>
                    <a:pt x="1554" y="809"/>
                    <a:pt x="1868" y="717"/>
                    <a:pt x="2142" y="532"/>
                  </a:cubicBezTo>
                  <a:cubicBezTo>
                    <a:pt x="2213" y="484"/>
                    <a:pt x="2298" y="460"/>
                    <a:pt x="2383" y="460"/>
                  </a:cubicBezTo>
                  <a:cubicBezTo>
                    <a:pt x="2467" y="460"/>
                    <a:pt x="2552" y="484"/>
                    <a:pt x="2623" y="532"/>
                  </a:cubicBezTo>
                  <a:cubicBezTo>
                    <a:pt x="2888" y="715"/>
                    <a:pt x="3207" y="810"/>
                    <a:pt x="3525" y="810"/>
                  </a:cubicBezTo>
                  <a:cubicBezTo>
                    <a:pt x="3918" y="810"/>
                    <a:pt x="4298" y="660"/>
                    <a:pt x="4590" y="403"/>
                  </a:cubicBezTo>
                  <a:cubicBezTo>
                    <a:pt x="4765" y="243"/>
                    <a:pt x="4616" y="1"/>
                    <a:pt x="4435" y="1"/>
                  </a:cubicBezTo>
                  <a:cubicBezTo>
                    <a:pt x="4386" y="1"/>
                    <a:pt x="4333" y="20"/>
                    <a:pt x="4285" y="64"/>
                  </a:cubicBezTo>
                  <a:cubicBezTo>
                    <a:pt x="4067" y="252"/>
                    <a:pt x="3792" y="348"/>
                    <a:pt x="3517" y="348"/>
                  </a:cubicBezTo>
                  <a:cubicBezTo>
                    <a:pt x="3296" y="348"/>
                    <a:pt x="3074" y="286"/>
                    <a:pt x="2881" y="159"/>
                  </a:cubicBezTo>
                  <a:cubicBezTo>
                    <a:pt x="2732" y="54"/>
                    <a:pt x="2557" y="1"/>
                    <a:pt x="2383" y="1"/>
                  </a:cubicBezTo>
                  <a:cubicBezTo>
                    <a:pt x="2208" y="1"/>
                    <a:pt x="2033" y="54"/>
                    <a:pt x="1884" y="159"/>
                  </a:cubicBezTo>
                  <a:cubicBezTo>
                    <a:pt x="1691" y="286"/>
                    <a:pt x="1469" y="348"/>
                    <a:pt x="1248" y="348"/>
                  </a:cubicBezTo>
                  <a:cubicBezTo>
                    <a:pt x="973" y="348"/>
                    <a:pt x="699" y="252"/>
                    <a:pt x="481" y="64"/>
                  </a:cubicBezTo>
                  <a:cubicBezTo>
                    <a:pt x="432" y="20"/>
                    <a:pt x="380" y="1"/>
                    <a:pt x="330" y="1"/>
                  </a:cubicBezTo>
                  <a:close/>
                </a:path>
              </a:pathLst>
            </a:custGeom>
            <a:solidFill>
              <a:srgbClr val="C8D3D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8978" name="Google Shape;18978;p46"/>
          <p:cNvGrpSpPr/>
          <p:nvPr/>
        </p:nvGrpSpPr>
        <p:grpSpPr>
          <a:xfrm>
            <a:off x="5820278" y="2906158"/>
            <a:ext cx="294904" cy="370027"/>
            <a:chOff x="5820278" y="2906158"/>
            <a:chExt cx="294904" cy="370027"/>
          </a:xfrm>
        </p:grpSpPr>
        <p:sp>
          <p:nvSpPr>
            <p:cNvPr id="18979" name="Google Shape;18979;p46"/>
            <p:cNvSpPr/>
            <p:nvPr/>
          </p:nvSpPr>
          <p:spPr>
            <a:xfrm>
              <a:off x="5893198" y="2987339"/>
              <a:ext cx="193158" cy="168790"/>
            </a:xfrm>
            <a:custGeom>
              <a:rect b="b" l="l" r="r" t="t"/>
              <a:pathLst>
                <a:path extrusionOk="0" h="6435" w="7364">
                  <a:moveTo>
                    <a:pt x="3769" y="1"/>
                  </a:moveTo>
                  <a:cubicBezTo>
                    <a:pt x="3669" y="1"/>
                    <a:pt x="3568" y="5"/>
                    <a:pt x="3465" y="14"/>
                  </a:cubicBezTo>
                  <a:cubicBezTo>
                    <a:pt x="1594" y="183"/>
                    <a:pt x="454" y="2509"/>
                    <a:pt x="0" y="3675"/>
                  </a:cubicBezTo>
                  <a:cubicBezTo>
                    <a:pt x="41" y="3980"/>
                    <a:pt x="68" y="4285"/>
                    <a:pt x="95" y="4591"/>
                  </a:cubicBezTo>
                  <a:cubicBezTo>
                    <a:pt x="149" y="4563"/>
                    <a:pt x="197" y="4516"/>
                    <a:pt x="210" y="4455"/>
                  </a:cubicBezTo>
                  <a:cubicBezTo>
                    <a:pt x="217" y="4435"/>
                    <a:pt x="665" y="2956"/>
                    <a:pt x="1526" y="1804"/>
                  </a:cubicBezTo>
                  <a:cubicBezTo>
                    <a:pt x="1783" y="1444"/>
                    <a:pt x="2197" y="1234"/>
                    <a:pt x="2638" y="1234"/>
                  </a:cubicBezTo>
                  <a:cubicBezTo>
                    <a:pt x="2649" y="1234"/>
                    <a:pt x="2661" y="1234"/>
                    <a:pt x="2672" y="1234"/>
                  </a:cubicBezTo>
                  <a:cubicBezTo>
                    <a:pt x="3026" y="1234"/>
                    <a:pt x="3366" y="1335"/>
                    <a:pt x="3668" y="1512"/>
                  </a:cubicBezTo>
                  <a:cubicBezTo>
                    <a:pt x="5581" y="2733"/>
                    <a:pt x="6638" y="6231"/>
                    <a:pt x="6645" y="6272"/>
                  </a:cubicBezTo>
                  <a:cubicBezTo>
                    <a:pt x="6672" y="6367"/>
                    <a:pt x="6760" y="6435"/>
                    <a:pt x="6862" y="6435"/>
                  </a:cubicBezTo>
                  <a:lnTo>
                    <a:pt x="6889" y="6435"/>
                  </a:lnTo>
                  <a:cubicBezTo>
                    <a:pt x="6998" y="6421"/>
                    <a:pt x="7086" y="6333"/>
                    <a:pt x="7093" y="6225"/>
                  </a:cubicBezTo>
                  <a:cubicBezTo>
                    <a:pt x="7106" y="6069"/>
                    <a:pt x="7364" y="2407"/>
                    <a:pt x="5709" y="773"/>
                  </a:cubicBezTo>
                  <a:cubicBezTo>
                    <a:pt x="5187" y="257"/>
                    <a:pt x="4537" y="1"/>
                    <a:pt x="3769" y="1"/>
                  </a:cubicBezTo>
                  <a:close/>
                </a:path>
              </a:pathLst>
            </a:custGeom>
            <a:solidFill>
              <a:srgbClr val="D8E0E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980" name="Google Shape;18980;p46"/>
            <p:cNvSpPr/>
            <p:nvPr/>
          </p:nvSpPr>
          <p:spPr>
            <a:xfrm>
              <a:off x="5885906" y="2906158"/>
              <a:ext cx="229276" cy="237880"/>
            </a:xfrm>
            <a:custGeom>
              <a:rect b="b" l="l" r="r" t="t"/>
              <a:pathLst>
                <a:path extrusionOk="0" h="9069" w="8741">
                  <a:moveTo>
                    <a:pt x="4950" y="1"/>
                  </a:moveTo>
                  <a:cubicBezTo>
                    <a:pt x="4558" y="1"/>
                    <a:pt x="4149" y="58"/>
                    <a:pt x="3729" y="173"/>
                  </a:cubicBezTo>
                  <a:cubicBezTo>
                    <a:pt x="2089" y="627"/>
                    <a:pt x="929" y="2281"/>
                    <a:pt x="373" y="4967"/>
                  </a:cubicBezTo>
                  <a:cubicBezTo>
                    <a:pt x="115" y="6241"/>
                    <a:pt x="0" y="7543"/>
                    <a:pt x="27" y="8845"/>
                  </a:cubicBezTo>
                  <a:cubicBezTo>
                    <a:pt x="27" y="8974"/>
                    <a:pt x="129" y="9069"/>
                    <a:pt x="251" y="9069"/>
                  </a:cubicBezTo>
                  <a:lnTo>
                    <a:pt x="258" y="9069"/>
                  </a:lnTo>
                  <a:cubicBezTo>
                    <a:pt x="380" y="9069"/>
                    <a:pt x="482" y="8960"/>
                    <a:pt x="475" y="8831"/>
                  </a:cubicBezTo>
                  <a:cubicBezTo>
                    <a:pt x="475" y="8770"/>
                    <a:pt x="326" y="3739"/>
                    <a:pt x="2394" y="1529"/>
                  </a:cubicBezTo>
                  <a:cubicBezTo>
                    <a:pt x="2495" y="1413"/>
                    <a:pt x="2645" y="1339"/>
                    <a:pt x="2801" y="1325"/>
                  </a:cubicBezTo>
                  <a:cubicBezTo>
                    <a:pt x="2920" y="1309"/>
                    <a:pt x="3044" y="1301"/>
                    <a:pt x="3171" y="1301"/>
                  </a:cubicBezTo>
                  <a:cubicBezTo>
                    <a:pt x="4962" y="1301"/>
                    <a:pt x="7379" y="2920"/>
                    <a:pt x="8069" y="5238"/>
                  </a:cubicBezTo>
                  <a:cubicBezTo>
                    <a:pt x="8104" y="5351"/>
                    <a:pt x="8197" y="5405"/>
                    <a:pt x="8290" y="5405"/>
                  </a:cubicBezTo>
                  <a:cubicBezTo>
                    <a:pt x="8397" y="5405"/>
                    <a:pt x="8502" y="5334"/>
                    <a:pt x="8517" y="5204"/>
                  </a:cubicBezTo>
                  <a:cubicBezTo>
                    <a:pt x="8740" y="3278"/>
                    <a:pt x="8272" y="1719"/>
                    <a:pt x="7208" y="803"/>
                  </a:cubicBezTo>
                  <a:cubicBezTo>
                    <a:pt x="6584" y="273"/>
                    <a:pt x="5808" y="1"/>
                    <a:pt x="4950" y="1"/>
                  </a:cubicBezTo>
                  <a:close/>
                </a:path>
              </a:pathLst>
            </a:custGeom>
            <a:solidFill>
              <a:srgbClr val="D8E0E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981" name="Google Shape;18981;p46"/>
            <p:cNvSpPr/>
            <p:nvPr/>
          </p:nvSpPr>
          <p:spPr>
            <a:xfrm>
              <a:off x="5836987" y="2915154"/>
              <a:ext cx="61562" cy="295061"/>
            </a:xfrm>
            <a:custGeom>
              <a:rect b="b" l="l" r="r" t="t"/>
              <a:pathLst>
                <a:path extrusionOk="0" h="11249" w="2347">
                  <a:moveTo>
                    <a:pt x="905" y="1"/>
                  </a:moveTo>
                  <a:cubicBezTo>
                    <a:pt x="869" y="1"/>
                    <a:pt x="833" y="22"/>
                    <a:pt x="821" y="67"/>
                  </a:cubicBezTo>
                  <a:cubicBezTo>
                    <a:pt x="523" y="1057"/>
                    <a:pt x="0" y="3457"/>
                    <a:pt x="516" y="6895"/>
                  </a:cubicBezTo>
                  <a:lnTo>
                    <a:pt x="1431" y="11248"/>
                  </a:lnTo>
                  <a:lnTo>
                    <a:pt x="2347" y="8956"/>
                  </a:lnTo>
                  <a:cubicBezTo>
                    <a:pt x="1235" y="5613"/>
                    <a:pt x="1031" y="1525"/>
                    <a:pt x="997" y="94"/>
                  </a:cubicBezTo>
                  <a:cubicBezTo>
                    <a:pt x="997" y="34"/>
                    <a:pt x="951" y="1"/>
                    <a:pt x="905" y="1"/>
                  </a:cubicBezTo>
                  <a:close/>
                </a:path>
              </a:pathLst>
            </a:custGeom>
            <a:solidFill>
              <a:srgbClr val="E1E6E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982" name="Google Shape;18982;p46"/>
            <p:cNvSpPr/>
            <p:nvPr/>
          </p:nvSpPr>
          <p:spPr>
            <a:xfrm>
              <a:off x="5880555" y="3094358"/>
              <a:ext cx="187990" cy="175951"/>
            </a:xfrm>
            <a:custGeom>
              <a:rect b="b" l="l" r="r" t="t"/>
              <a:pathLst>
                <a:path extrusionOk="0" h="6708" w="7167">
                  <a:moveTo>
                    <a:pt x="2037" y="1"/>
                  </a:moveTo>
                  <a:cubicBezTo>
                    <a:pt x="1961" y="1"/>
                    <a:pt x="1888" y="8"/>
                    <a:pt x="1818" y="22"/>
                  </a:cubicBezTo>
                  <a:cubicBezTo>
                    <a:pt x="231" y="341"/>
                    <a:pt x="1" y="3955"/>
                    <a:pt x="1" y="3955"/>
                  </a:cubicBezTo>
                  <a:lnTo>
                    <a:pt x="916" y="6708"/>
                  </a:lnTo>
                  <a:cubicBezTo>
                    <a:pt x="916" y="6708"/>
                    <a:pt x="1553" y="1439"/>
                    <a:pt x="2232" y="1324"/>
                  </a:cubicBezTo>
                  <a:cubicBezTo>
                    <a:pt x="2250" y="1321"/>
                    <a:pt x="2270" y="1319"/>
                    <a:pt x="2291" y="1319"/>
                  </a:cubicBezTo>
                  <a:cubicBezTo>
                    <a:pt x="3060" y="1319"/>
                    <a:pt x="5771" y="3426"/>
                    <a:pt x="6985" y="4396"/>
                  </a:cubicBezTo>
                  <a:cubicBezTo>
                    <a:pt x="7003" y="4411"/>
                    <a:pt x="7022" y="4417"/>
                    <a:pt x="7041" y="4417"/>
                  </a:cubicBezTo>
                  <a:cubicBezTo>
                    <a:pt x="7108" y="4417"/>
                    <a:pt x="7167" y="4336"/>
                    <a:pt x="7114" y="4267"/>
                  </a:cubicBezTo>
                  <a:cubicBezTo>
                    <a:pt x="6085" y="2961"/>
                    <a:pt x="3589" y="1"/>
                    <a:pt x="2037" y="1"/>
                  </a:cubicBezTo>
                  <a:close/>
                </a:path>
              </a:pathLst>
            </a:custGeom>
            <a:solidFill>
              <a:srgbClr val="C1CDD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983" name="Google Shape;18983;p46"/>
            <p:cNvSpPr/>
            <p:nvPr/>
          </p:nvSpPr>
          <p:spPr>
            <a:xfrm>
              <a:off x="5820278" y="2986343"/>
              <a:ext cx="94979" cy="289842"/>
            </a:xfrm>
            <a:custGeom>
              <a:rect b="b" l="l" r="r" t="t"/>
              <a:pathLst>
                <a:path extrusionOk="0" h="11050" w="3621">
                  <a:moveTo>
                    <a:pt x="100" y="0"/>
                  </a:moveTo>
                  <a:cubicBezTo>
                    <a:pt x="53" y="0"/>
                    <a:pt x="7" y="33"/>
                    <a:pt x="7" y="92"/>
                  </a:cubicBezTo>
                  <a:cubicBezTo>
                    <a:pt x="0" y="1787"/>
                    <a:pt x="163" y="6208"/>
                    <a:pt x="1878" y="10758"/>
                  </a:cubicBezTo>
                  <a:cubicBezTo>
                    <a:pt x="1946" y="10934"/>
                    <a:pt x="2116" y="11050"/>
                    <a:pt x="2305" y="11050"/>
                  </a:cubicBezTo>
                  <a:lnTo>
                    <a:pt x="3350" y="11050"/>
                  </a:lnTo>
                  <a:cubicBezTo>
                    <a:pt x="3512" y="11050"/>
                    <a:pt x="3621" y="10887"/>
                    <a:pt x="3560" y="10738"/>
                  </a:cubicBezTo>
                  <a:cubicBezTo>
                    <a:pt x="1790" y="6439"/>
                    <a:pt x="604" y="1801"/>
                    <a:pt x="190" y="72"/>
                  </a:cubicBezTo>
                  <a:cubicBezTo>
                    <a:pt x="178" y="23"/>
                    <a:pt x="139" y="0"/>
                    <a:pt x="100" y="0"/>
                  </a:cubicBezTo>
                  <a:close/>
                </a:path>
              </a:pathLst>
            </a:custGeom>
            <a:solidFill>
              <a:srgbClr val="D2DAE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984" name="Google Shape;18984;p46"/>
            <p:cNvSpPr/>
            <p:nvPr/>
          </p:nvSpPr>
          <p:spPr>
            <a:xfrm>
              <a:off x="5951166" y="2917804"/>
              <a:ext cx="156541" cy="130179"/>
            </a:xfrm>
            <a:custGeom>
              <a:rect b="b" l="l" r="r" t="t"/>
              <a:pathLst>
                <a:path extrusionOk="0" h="4963" w="5968">
                  <a:moveTo>
                    <a:pt x="2493" y="0"/>
                  </a:moveTo>
                  <a:cubicBezTo>
                    <a:pt x="1390" y="0"/>
                    <a:pt x="446" y="531"/>
                    <a:pt x="1" y="1003"/>
                  </a:cubicBezTo>
                  <a:cubicBezTo>
                    <a:pt x="89" y="936"/>
                    <a:pt x="197" y="895"/>
                    <a:pt x="306" y="881"/>
                  </a:cubicBezTo>
                  <a:cubicBezTo>
                    <a:pt x="426" y="865"/>
                    <a:pt x="550" y="857"/>
                    <a:pt x="678" y="857"/>
                  </a:cubicBezTo>
                  <a:cubicBezTo>
                    <a:pt x="2474" y="857"/>
                    <a:pt x="4891" y="2477"/>
                    <a:pt x="5581" y="4801"/>
                  </a:cubicBezTo>
                  <a:cubicBezTo>
                    <a:pt x="5610" y="4904"/>
                    <a:pt x="5702" y="4962"/>
                    <a:pt x="5798" y="4962"/>
                  </a:cubicBezTo>
                  <a:cubicBezTo>
                    <a:pt x="5858" y="4962"/>
                    <a:pt x="5920" y="4939"/>
                    <a:pt x="5968" y="4889"/>
                  </a:cubicBezTo>
                  <a:cubicBezTo>
                    <a:pt x="5886" y="2515"/>
                    <a:pt x="5059" y="522"/>
                    <a:pt x="3289" y="95"/>
                  </a:cubicBezTo>
                  <a:cubicBezTo>
                    <a:pt x="3018" y="29"/>
                    <a:pt x="2751" y="0"/>
                    <a:pt x="2493" y="0"/>
                  </a:cubicBezTo>
                  <a:close/>
                </a:path>
              </a:pathLst>
            </a:custGeom>
            <a:solidFill>
              <a:srgbClr val="E3E8E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985" name="Google Shape;18985;p46"/>
            <p:cNvSpPr/>
            <p:nvPr/>
          </p:nvSpPr>
          <p:spPr>
            <a:xfrm>
              <a:off x="5937290" y="2999589"/>
              <a:ext cx="141249" cy="156541"/>
            </a:xfrm>
            <a:custGeom>
              <a:rect b="b" l="l" r="r" t="t"/>
              <a:pathLst>
                <a:path extrusionOk="0" h="5968" w="5385">
                  <a:moveTo>
                    <a:pt x="2195" y="0"/>
                  </a:moveTo>
                  <a:cubicBezTo>
                    <a:pt x="1226" y="0"/>
                    <a:pt x="558" y="457"/>
                    <a:pt x="1" y="1167"/>
                  </a:cubicBezTo>
                  <a:cubicBezTo>
                    <a:pt x="252" y="910"/>
                    <a:pt x="597" y="767"/>
                    <a:pt x="957" y="767"/>
                  </a:cubicBezTo>
                  <a:cubicBezTo>
                    <a:pt x="968" y="767"/>
                    <a:pt x="980" y="767"/>
                    <a:pt x="991" y="767"/>
                  </a:cubicBezTo>
                  <a:cubicBezTo>
                    <a:pt x="1345" y="767"/>
                    <a:pt x="1685" y="868"/>
                    <a:pt x="1987" y="1052"/>
                  </a:cubicBezTo>
                  <a:cubicBezTo>
                    <a:pt x="3900" y="2266"/>
                    <a:pt x="4957" y="5771"/>
                    <a:pt x="4964" y="5805"/>
                  </a:cubicBezTo>
                  <a:cubicBezTo>
                    <a:pt x="4991" y="5900"/>
                    <a:pt x="5079" y="5968"/>
                    <a:pt x="5181" y="5968"/>
                  </a:cubicBezTo>
                  <a:lnTo>
                    <a:pt x="5208" y="5968"/>
                  </a:lnTo>
                  <a:cubicBezTo>
                    <a:pt x="5283" y="5961"/>
                    <a:pt x="5351" y="5914"/>
                    <a:pt x="5385" y="5846"/>
                  </a:cubicBezTo>
                  <a:cubicBezTo>
                    <a:pt x="5276" y="571"/>
                    <a:pt x="2977" y="8"/>
                    <a:pt x="2259" y="1"/>
                  </a:cubicBezTo>
                  <a:cubicBezTo>
                    <a:pt x="2237" y="1"/>
                    <a:pt x="2216" y="0"/>
                    <a:pt x="2195" y="0"/>
                  </a:cubicBezTo>
                  <a:close/>
                </a:path>
              </a:pathLst>
            </a:custGeom>
            <a:solidFill>
              <a:srgbClr val="E3E8E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8986" name="Google Shape;18986;p46"/>
          <p:cNvGrpSpPr/>
          <p:nvPr/>
        </p:nvGrpSpPr>
        <p:grpSpPr>
          <a:xfrm>
            <a:off x="4946819" y="3383229"/>
            <a:ext cx="370132" cy="334222"/>
            <a:chOff x="4946819" y="3383229"/>
            <a:chExt cx="370132" cy="334222"/>
          </a:xfrm>
        </p:grpSpPr>
        <p:sp>
          <p:nvSpPr>
            <p:cNvPr id="18987" name="Google Shape;18987;p46"/>
            <p:cNvSpPr/>
            <p:nvPr/>
          </p:nvSpPr>
          <p:spPr>
            <a:xfrm>
              <a:off x="4946819" y="3383229"/>
              <a:ext cx="370132" cy="179125"/>
            </a:xfrm>
            <a:custGeom>
              <a:rect b="b" l="l" r="r" t="t"/>
              <a:pathLst>
                <a:path extrusionOk="0" h="6829" w="14111">
                  <a:moveTo>
                    <a:pt x="7052" y="1"/>
                  </a:moveTo>
                  <a:cubicBezTo>
                    <a:pt x="3160" y="1"/>
                    <a:pt x="0" y="2550"/>
                    <a:pt x="0" y="5690"/>
                  </a:cubicBezTo>
                  <a:lnTo>
                    <a:pt x="0" y="5703"/>
                  </a:lnTo>
                  <a:cubicBezTo>
                    <a:pt x="14" y="6327"/>
                    <a:pt x="522" y="6829"/>
                    <a:pt x="1153" y="6829"/>
                  </a:cubicBezTo>
                  <a:lnTo>
                    <a:pt x="12951" y="6829"/>
                  </a:lnTo>
                  <a:cubicBezTo>
                    <a:pt x="12955" y="6829"/>
                    <a:pt x="12960" y="6829"/>
                    <a:pt x="12964" y="6829"/>
                  </a:cubicBezTo>
                  <a:cubicBezTo>
                    <a:pt x="13589" y="6829"/>
                    <a:pt x="14097" y="6323"/>
                    <a:pt x="14111" y="5703"/>
                  </a:cubicBezTo>
                  <a:lnTo>
                    <a:pt x="14111" y="5690"/>
                  </a:lnTo>
                  <a:cubicBezTo>
                    <a:pt x="14111" y="2550"/>
                    <a:pt x="10951" y="1"/>
                    <a:pt x="7052" y="1"/>
                  </a:cubicBezTo>
                  <a:close/>
                </a:path>
              </a:pathLst>
            </a:custGeom>
            <a:solidFill>
              <a:srgbClr val="788A9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988" name="Google Shape;18988;p46"/>
            <p:cNvSpPr/>
            <p:nvPr/>
          </p:nvSpPr>
          <p:spPr>
            <a:xfrm>
              <a:off x="4946819" y="3383229"/>
              <a:ext cx="200817" cy="179125"/>
            </a:xfrm>
            <a:custGeom>
              <a:rect b="b" l="l" r="r" t="t"/>
              <a:pathLst>
                <a:path extrusionOk="0" h="6829" w="7656">
                  <a:moveTo>
                    <a:pt x="7059" y="1"/>
                  </a:moveTo>
                  <a:cubicBezTo>
                    <a:pt x="3160" y="1"/>
                    <a:pt x="0" y="2543"/>
                    <a:pt x="0" y="5690"/>
                  </a:cubicBezTo>
                  <a:lnTo>
                    <a:pt x="0" y="5703"/>
                  </a:lnTo>
                  <a:cubicBezTo>
                    <a:pt x="14" y="6327"/>
                    <a:pt x="522" y="6829"/>
                    <a:pt x="1153" y="6829"/>
                  </a:cubicBezTo>
                  <a:lnTo>
                    <a:pt x="4916" y="6829"/>
                  </a:lnTo>
                  <a:cubicBezTo>
                    <a:pt x="4598" y="6829"/>
                    <a:pt x="4326" y="6327"/>
                    <a:pt x="4326" y="5703"/>
                  </a:cubicBezTo>
                  <a:lnTo>
                    <a:pt x="4326" y="5690"/>
                  </a:lnTo>
                  <a:cubicBezTo>
                    <a:pt x="4326" y="2713"/>
                    <a:pt x="5791" y="265"/>
                    <a:pt x="7656" y="21"/>
                  </a:cubicBezTo>
                  <a:cubicBezTo>
                    <a:pt x="7459" y="7"/>
                    <a:pt x="7256" y="1"/>
                    <a:pt x="7059" y="1"/>
                  </a:cubicBezTo>
                  <a:close/>
                </a:path>
              </a:pathLst>
            </a:custGeom>
            <a:solidFill>
              <a:srgbClr val="5B728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989" name="Google Shape;18989;p46"/>
            <p:cNvSpPr/>
            <p:nvPr/>
          </p:nvSpPr>
          <p:spPr>
            <a:xfrm>
              <a:off x="5063149" y="3562327"/>
              <a:ext cx="137314" cy="155124"/>
            </a:xfrm>
            <a:custGeom>
              <a:rect b="b" l="l" r="r" t="t"/>
              <a:pathLst>
                <a:path extrusionOk="0" h="5914" w="5235">
                  <a:moveTo>
                    <a:pt x="705" y="1"/>
                  </a:moveTo>
                  <a:lnTo>
                    <a:pt x="135" y="4103"/>
                  </a:lnTo>
                  <a:cubicBezTo>
                    <a:pt x="0" y="5062"/>
                    <a:pt x="747" y="5913"/>
                    <a:pt x="1711" y="5913"/>
                  </a:cubicBezTo>
                  <a:cubicBezTo>
                    <a:pt x="1714" y="5913"/>
                    <a:pt x="1718" y="5913"/>
                    <a:pt x="1722" y="5913"/>
                  </a:cubicBezTo>
                  <a:lnTo>
                    <a:pt x="3526" y="5913"/>
                  </a:lnTo>
                  <a:cubicBezTo>
                    <a:pt x="4489" y="5913"/>
                    <a:pt x="5234" y="5059"/>
                    <a:pt x="5099" y="4103"/>
                  </a:cubicBezTo>
                  <a:lnTo>
                    <a:pt x="4536" y="1"/>
                  </a:lnTo>
                  <a:close/>
                </a:path>
              </a:pathLst>
            </a:custGeom>
            <a:solidFill>
              <a:srgbClr val="D7E1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990" name="Google Shape;18990;p46"/>
            <p:cNvSpPr/>
            <p:nvPr/>
          </p:nvSpPr>
          <p:spPr>
            <a:xfrm>
              <a:off x="5063149" y="3562327"/>
              <a:ext cx="122206" cy="155124"/>
            </a:xfrm>
            <a:custGeom>
              <a:rect b="b" l="l" r="r" t="t"/>
              <a:pathLst>
                <a:path extrusionOk="0" h="5914" w="4659">
                  <a:moveTo>
                    <a:pt x="705" y="1"/>
                  </a:moveTo>
                  <a:lnTo>
                    <a:pt x="135" y="4103"/>
                  </a:lnTo>
                  <a:cubicBezTo>
                    <a:pt x="0" y="5062"/>
                    <a:pt x="747" y="5913"/>
                    <a:pt x="1711" y="5913"/>
                  </a:cubicBezTo>
                  <a:cubicBezTo>
                    <a:pt x="1714" y="5913"/>
                    <a:pt x="1718" y="5913"/>
                    <a:pt x="1722" y="5913"/>
                  </a:cubicBezTo>
                  <a:lnTo>
                    <a:pt x="1865" y="5913"/>
                  </a:lnTo>
                  <a:cubicBezTo>
                    <a:pt x="1729" y="5635"/>
                    <a:pt x="1681" y="5323"/>
                    <a:pt x="1722" y="5018"/>
                  </a:cubicBezTo>
                  <a:lnTo>
                    <a:pt x="2183" y="1696"/>
                  </a:lnTo>
                  <a:cubicBezTo>
                    <a:pt x="2244" y="1242"/>
                    <a:pt x="2631" y="909"/>
                    <a:pt x="3085" y="909"/>
                  </a:cubicBezTo>
                  <a:lnTo>
                    <a:pt x="4658" y="909"/>
                  </a:lnTo>
                  <a:lnTo>
                    <a:pt x="4536" y="1"/>
                  </a:lnTo>
                  <a:close/>
                </a:path>
              </a:pathLst>
            </a:custGeom>
            <a:solidFill>
              <a:srgbClr val="DBE2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991" name="Google Shape;18991;p46"/>
            <p:cNvSpPr/>
            <p:nvPr/>
          </p:nvSpPr>
          <p:spPr>
            <a:xfrm>
              <a:off x="5048382" y="3425039"/>
              <a:ext cx="95530" cy="83595"/>
            </a:xfrm>
            <a:custGeom>
              <a:rect b="b" l="l" r="r" t="t"/>
              <a:pathLst>
                <a:path extrusionOk="0" h="3187" w="3642">
                  <a:moveTo>
                    <a:pt x="1817" y="0"/>
                  </a:moveTo>
                  <a:cubicBezTo>
                    <a:pt x="814" y="0"/>
                    <a:pt x="0" y="712"/>
                    <a:pt x="0" y="1594"/>
                  </a:cubicBezTo>
                  <a:cubicBezTo>
                    <a:pt x="0" y="2475"/>
                    <a:pt x="814" y="3187"/>
                    <a:pt x="1817" y="3187"/>
                  </a:cubicBezTo>
                  <a:cubicBezTo>
                    <a:pt x="2821" y="3187"/>
                    <a:pt x="3641" y="2475"/>
                    <a:pt x="3641" y="1594"/>
                  </a:cubicBezTo>
                  <a:cubicBezTo>
                    <a:pt x="3641" y="712"/>
                    <a:pt x="2821" y="0"/>
                    <a:pt x="1817" y="0"/>
                  </a:cubicBezTo>
                  <a:close/>
                </a:path>
              </a:pathLst>
            </a:custGeom>
            <a:solidFill>
              <a:srgbClr val="E7EDF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992" name="Google Shape;18992;p46"/>
            <p:cNvSpPr/>
            <p:nvPr/>
          </p:nvSpPr>
          <p:spPr>
            <a:xfrm>
              <a:off x="5197604" y="3396580"/>
              <a:ext cx="82362" cy="64237"/>
            </a:xfrm>
            <a:custGeom>
              <a:rect b="b" l="l" r="r" t="t"/>
              <a:pathLst>
                <a:path extrusionOk="0" h="2449" w="3140">
                  <a:moveTo>
                    <a:pt x="414" y="0"/>
                  </a:moveTo>
                  <a:cubicBezTo>
                    <a:pt x="149" y="258"/>
                    <a:pt x="0" y="604"/>
                    <a:pt x="0" y="970"/>
                  </a:cubicBezTo>
                  <a:cubicBezTo>
                    <a:pt x="0" y="1790"/>
                    <a:pt x="759" y="2448"/>
                    <a:pt x="1702" y="2448"/>
                  </a:cubicBezTo>
                  <a:cubicBezTo>
                    <a:pt x="1716" y="2448"/>
                    <a:pt x="1731" y="2448"/>
                    <a:pt x="1745" y="2448"/>
                  </a:cubicBezTo>
                  <a:cubicBezTo>
                    <a:pt x="2292" y="2448"/>
                    <a:pt x="2803" y="2199"/>
                    <a:pt x="3139" y="1770"/>
                  </a:cubicBezTo>
                  <a:cubicBezTo>
                    <a:pt x="2380" y="977"/>
                    <a:pt x="1451" y="373"/>
                    <a:pt x="414" y="0"/>
                  </a:cubicBezTo>
                  <a:close/>
                </a:path>
              </a:pathLst>
            </a:custGeom>
            <a:solidFill>
              <a:srgbClr val="E7EDF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993" name="Google Shape;18993;p46"/>
            <p:cNvSpPr/>
            <p:nvPr/>
          </p:nvSpPr>
          <p:spPr>
            <a:xfrm>
              <a:off x="5157394" y="3496700"/>
              <a:ext cx="115989" cy="65654"/>
            </a:xfrm>
            <a:custGeom>
              <a:rect b="b" l="l" r="r" t="t"/>
              <a:pathLst>
                <a:path extrusionOk="0" h="2503" w="4422">
                  <a:moveTo>
                    <a:pt x="2211" y="1"/>
                  </a:moveTo>
                  <a:cubicBezTo>
                    <a:pt x="991" y="1"/>
                    <a:pt x="1" y="916"/>
                    <a:pt x="1" y="2048"/>
                  </a:cubicBezTo>
                  <a:cubicBezTo>
                    <a:pt x="1" y="2198"/>
                    <a:pt x="21" y="2354"/>
                    <a:pt x="62" y="2503"/>
                  </a:cubicBezTo>
                  <a:lnTo>
                    <a:pt x="4367" y="2503"/>
                  </a:lnTo>
                  <a:cubicBezTo>
                    <a:pt x="4401" y="2354"/>
                    <a:pt x="4422" y="2198"/>
                    <a:pt x="4422" y="2048"/>
                  </a:cubicBezTo>
                  <a:cubicBezTo>
                    <a:pt x="4422" y="916"/>
                    <a:pt x="3432" y="1"/>
                    <a:pt x="2211" y="1"/>
                  </a:cubicBezTo>
                  <a:close/>
                </a:path>
              </a:pathLst>
            </a:custGeom>
            <a:solidFill>
              <a:srgbClr val="E7EDF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994" name="Google Shape;18994;p46"/>
            <p:cNvSpPr/>
            <p:nvPr/>
          </p:nvSpPr>
          <p:spPr>
            <a:xfrm>
              <a:off x="4947344" y="3455807"/>
              <a:ext cx="58545" cy="70690"/>
            </a:xfrm>
            <a:custGeom>
              <a:rect b="b" l="l" r="r" t="t"/>
              <a:pathLst>
                <a:path extrusionOk="0" h="2695" w="2232">
                  <a:moveTo>
                    <a:pt x="984" y="0"/>
                  </a:moveTo>
                  <a:cubicBezTo>
                    <a:pt x="428" y="732"/>
                    <a:pt x="82" y="1607"/>
                    <a:pt x="1" y="2522"/>
                  </a:cubicBezTo>
                  <a:cubicBezTo>
                    <a:pt x="213" y="2639"/>
                    <a:pt x="440" y="2694"/>
                    <a:pt x="663" y="2694"/>
                  </a:cubicBezTo>
                  <a:cubicBezTo>
                    <a:pt x="1205" y="2694"/>
                    <a:pt x="1722" y="2371"/>
                    <a:pt x="1933" y="1824"/>
                  </a:cubicBezTo>
                  <a:cubicBezTo>
                    <a:pt x="2231" y="1051"/>
                    <a:pt x="1784" y="197"/>
                    <a:pt x="984" y="0"/>
                  </a:cubicBezTo>
                  <a:close/>
                </a:path>
              </a:pathLst>
            </a:custGeom>
            <a:solidFill>
              <a:srgbClr val="D7E1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995" name="Google Shape;18995;p46"/>
            <p:cNvSpPr/>
            <p:nvPr/>
          </p:nvSpPr>
          <p:spPr>
            <a:xfrm>
              <a:off x="5048198" y="3425564"/>
              <a:ext cx="41102" cy="71529"/>
            </a:xfrm>
            <a:custGeom>
              <a:rect b="b" l="l" r="r" t="t"/>
              <a:pathLst>
                <a:path extrusionOk="0" h="2727" w="1567">
                  <a:moveTo>
                    <a:pt x="1567" y="0"/>
                  </a:moveTo>
                  <a:lnTo>
                    <a:pt x="1567" y="0"/>
                  </a:lnTo>
                  <a:cubicBezTo>
                    <a:pt x="685" y="109"/>
                    <a:pt x="0" y="767"/>
                    <a:pt x="0" y="1574"/>
                  </a:cubicBezTo>
                  <a:cubicBezTo>
                    <a:pt x="7" y="2021"/>
                    <a:pt x="210" y="2441"/>
                    <a:pt x="563" y="2726"/>
                  </a:cubicBezTo>
                  <a:cubicBezTo>
                    <a:pt x="726" y="1668"/>
                    <a:pt x="1078" y="733"/>
                    <a:pt x="1567" y="0"/>
                  </a:cubicBezTo>
                  <a:close/>
                </a:path>
              </a:pathLst>
            </a:custGeom>
            <a:solidFill>
              <a:srgbClr val="D7E1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8996" name="Google Shape;18996;p46"/>
          <p:cNvGrpSpPr/>
          <p:nvPr/>
        </p:nvGrpSpPr>
        <p:grpSpPr>
          <a:xfrm>
            <a:off x="3038403" y="1539234"/>
            <a:ext cx="375483" cy="316072"/>
            <a:chOff x="3038403" y="1539234"/>
            <a:chExt cx="375483" cy="316072"/>
          </a:xfrm>
        </p:grpSpPr>
        <p:sp>
          <p:nvSpPr>
            <p:cNvPr id="18997" name="Google Shape;18997;p46"/>
            <p:cNvSpPr/>
            <p:nvPr/>
          </p:nvSpPr>
          <p:spPr>
            <a:xfrm>
              <a:off x="3137965" y="1548658"/>
              <a:ext cx="10688" cy="13760"/>
            </a:xfrm>
            <a:custGeom>
              <a:rect b="b" l="l" r="r" t="t"/>
              <a:pathLst>
                <a:path extrusionOk="0" h="430" w="334">
                  <a:moveTo>
                    <a:pt x="167" y="1"/>
                  </a:moveTo>
                  <a:cubicBezTo>
                    <a:pt x="72" y="1"/>
                    <a:pt x="0" y="72"/>
                    <a:pt x="0" y="167"/>
                  </a:cubicBezTo>
                  <a:lnTo>
                    <a:pt x="0" y="263"/>
                  </a:lnTo>
                  <a:cubicBezTo>
                    <a:pt x="0" y="358"/>
                    <a:pt x="72" y="429"/>
                    <a:pt x="167" y="429"/>
                  </a:cubicBezTo>
                  <a:cubicBezTo>
                    <a:pt x="262" y="429"/>
                    <a:pt x="334" y="358"/>
                    <a:pt x="334" y="263"/>
                  </a:cubicBezTo>
                  <a:lnTo>
                    <a:pt x="334" y="167"/>
                  </a:lnTo>
                  <a:cubicBezTo>
                    <a:pt x="310" y="60"/>
                    <a:pt x="262" y="1"/>
                    <a:pt x="167" y="1"/>
                  </a:cubicBez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nvGrpSpPr>
            <p:cNvPr id="18998" name="Google Shape;18998;p46"/>
            <p:cNvGrpSpPr/>
            <p:nvPr/>
          </p:nvGrpSpPr>
          <p:grpSpPr>
            <a:xfrm>
              <a:off x="3038403" y="1539234"/>
              <a:ext cx="375483" cy="316072"/>
              <a:chOff x="3038403" y="1539234"/>
              <a:chExt cx="375483" cy="316072"/>
            </a:xfrm>
          </p:grpSpPr>
          <p:sp>
            <p:nvSpPr>
              <p:cNvPr id="18999" name="Google Shape;18999;p46"/>
              <p:cNvSpPr/>
              <p:nvPr/>
            </p:nvSpPr>
            <p:spPr>
              <a:xfrm>
                <a:off x="3038403" y="1585792"/>
                <a:ext cx="72788" cy="58414"/>
              </a:xfrm>
              <a:custGeom>
                <a:rect b="b" l="l" r="r" t="t"/>
                <a:pathLst>
                  <a:path extrusionOk="0" h="2227" w="2775">
                    <a:moveTo>
                      <a:pt x="2517" y="0"/>
                    </a:moveTo>
                    <a:cubicBezTo>
                      <a:pt x="2472" y="0"/>
                      <a:pt x="2427" y="14"/>
                      <a:pt x="2388" y="43"/>
                    </a:cubicBezTo>
                    <a:lnTo>
                      <a:pt x="896" y="1094"/>
                    </a:lnTo>
                    <a:lnTo>
                      <a:pt x="299" y="1094"/>
                    </a:lnTo>
                    <a:cubicBezTo>
                      <a:pt x="1" y="1094"/>
                      <a:pt x="1" y="1541"/>
                      <a:pt x="299" y="1541"/>
                    </a:cubicBezTo>
                    <a:lnTo>
                      <a:pt x="659" y="1541"/>
                    </a:lnTo>
                    <a:lnTo>
                      <a:pt x="530" y="1921"/>
                    </a:lnTo>
                    <a:cubicBezTo>
                      <a:pt x="459" y="2101"/>
                      <a:pt x="607" y="2226"/>
                      <a:pt x="750" y="2226"/>
                    </a:cubicBezTo>
                    <a:cubicBezTo>
                      <a:pt x="839" y="2226"/>
                      <a:pt x="926" y="2178"/>
                      <a:pt x="957" y="2063"/>
                    </a:cubicBezTo>
                    <a:lnTo>
                      <a:pt x="1160" y="1460"/>
                    </a:lnTo>
                    <a:lnTo>
                      <a:pt x="2645" y="409"/>
                    </a:lnTo>
                    <a:cubicBezTo>
                      <a:pt x="2747" y="334"/>
                      <a:pt x="2774" y="199"/>
                      <a:pt x="2700" y="97"/>
                    </a:cubicBezTo>
                    <a:cubicBezTo>
                      <a:pt x="2658" y="35"/>
                      <a:pt x="2588" y="0"/>
                      <a:pt x="2517" y="0"/>
                    </a:cubicBezTo>
                    <a:close/>
                  </a:path>
                </a:pathLst>
              </a:custGeom>
              <a:solidFill>
                <a:srgbClr val="98A6B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000" name="Google Shape;19000;p46"/>
              <p:cNvSpPr/>
              <p:nvPr/>
            </p:nvSpPr>
            <p:spPr>
              <a:xfrm>
                <a:off x="3169317" y="1683420"/>
                <a:ext cx="244569" cy="169105"/>
              </a:xfrm>
              <a:custGeom>
                <a:rect b="b" l="l" r="r" t="t"/>
                <a:pathLst>
                  <a:path extrusionOk="0" h="6447" w="9324">
                    <a:moveTo>
                      <a:pt x="2774" y="1"/>
                    </a:moveTo>
                    <a:cubicBezTo>
                      <a:pt x="2352" y="1"/>
                      <a:pt x="1905" y="14"/>
                      <a:pt x="1431" y="43"/>
                    </a:cubicBezTo>
                    <a:lnTo>
                      <a:pt x="970" y="1115"/>
                    </a:lnTo>
                    <a:cubicBezTo>
                      <a:pt x="1587" y="1024"/>
                      <a:pt x="2189" y="981"/>
                      <a:pt x="2759" y="981"/>
                    </a:cubicBezTo>
                    <a:cubicBezTo>
                      <a:pt x="3468" y="981"/>
                      <a:pt x="4125" y="1048"/>
                      <a:pt x="4693" y="1176"/>
                    </a:cubicBezTo>
                    <a:cubicBezTo>
                      <a:pt x="6388" y="1549"/>
                      <a:pt x="7703" y="2267"/>
                      <a:pt x="7337" y="3217"/>
                    </a:cubicBezTo>
                    <a:cubicBezTo>
                      <a:pt x="6896" y="4363"/>
                      <a:pt x="4469" y="5115"/>
                      <a:pt x="2665" y="5122"/>
                    </a:cubicBezTo>
                    <a:cubicBezTo>
                      <a:pt x="2639" y="5122"/>
                      <a:pt x="2613" y="5123"/>
                      <a:pt x="2587" y="5123"/>
                    </a:cubicBezTo>
                    <a:cubicBezTo>
                      <a:pt x="2200" y="5123"/>
                      <a:pt x="1819" y="5076"/>
                      <a:pt x="1438" y="5000"/>
                    </a:cubicBezTo>
                    <a:lnTo>
                      <a:pt x="1" y="6010"/>
                    </a:lnTo>
                    <a:cubicBezTo>
                      <a:pt x="690" y="6300"/>
                      <a:pt x="1561" y="6447"/>
                      <a:pt x="2504" y="6447"/>
                    </a:cubicBezTo>
                    <a:cubicBezTo>
                      <a:pt x="3789" y="6447"/>
                      <a:pt x="5208" y="6175"/>
                      <a:pt x="6483" y="5624"/>
                    </a:cubicBezTo>
                    <a:cubicBezTo>
                      <a:pt x="9202" y="4451"/>
                      <a:pt x="9324" y="2939"/>
                      <a:pt x="9127" y="2322"/>
                    </a:cubicBezTo>
                    <a:cubicBezTo>
                      <a:pt x="8922" y="1669"/>
                      <a:pt x="7434" y="1"/>
                      <a:pt x="2774" y="1"/>
                    </a:cubicBezTo>
                    <a:close/>
                  </a:path>
                </a:pathLst>
              </a:custGeom>
              <a:solidFill>
                <a:srgbClr val="C1CDD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001" name="Google Shape;19001;p46"/>
              <p:cNvSpPr/>
              <p:nvPr/>
            </p:nvSpPr>
            <p:spPr>
              <a:xfrm>
                <a:off x="3194760" y="1700076"/>
                <a:ext cx="197800" cy="103294"/>
              </a:xfrm>
              <a:custGeom>
                <a:rect b="b" l="l" r="r" t="t"/>
                <a:pathLst>
                  <a:path extrusionOk="0" h="3938" w="7541">
                    <a:moveTo>
                      <a:pt x="2759" y="0"/>
                    </a:moveTo>
                    <a:cubicBezTo>
                      <a:pt x="1947" y="0"/>
                      <a:pt x="1043" y="93"/>
                      <a:pt x="61" y="310"/>
                    </a:cubicBezTo>
                    <a:lnTo>
                      <a:pt x="0" y="486"/>
                    </a:lnTo>
                    <a:cubicBezTo>
                      <a:pt x="617" y="393"/>
                      <a:pt x="1220" y="349"/>
                      <a:pt x="1790" y="349"/>
                    </a:cubicBezTo>
                    <a:cubicBezTo>
                      <a:pt x="2498" y="349"/>
                      <a:pt x="3155" y="417"/>
                      <a:pt x="3723" y="541"/>
                    </a:cubicBezTo>
                    <a:cubicBezTo>
                      <a:pt x="5418" y="920"/>
                      <a:pt x="6733" y="1632"/>
                      <a:pt x="6367" y="2582"/>
                    </a:cubicBezTo>
                    <a:cubicBezTo>
                      <a:pt x="6157" y="3144"/>
                      <a:pt x="5465" y="3612"/>
                      <a:pt x="4611" y="3938"/>
                    </a:cubicBezTo>
                    <a:cubicBezTo>
                      <a:pt x="6218" y="3409"/>
                      <a:pt x="7540" y="2568"/>
                      <a:pt x="7228" y="1687"/>
                    </a:cubicBezTo>
                    <a:cubicBezTo>
                      <a:pt x="6951" y="910"/>
                      <a:pt x="5311" y="0"/>
                      <a:pt x="2759" y="0"/>
                    </a:cubicBezTo>
                    <a:close/>
                  </a:path>
                </a:pathLst>
              </a:custGeom>
              <a:solidFill>
                <a:srgbClr val="ADBCC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002" name="Google Shape;19002;p46"/>
              <p:cNvSpPr/>
              <p:nvPr/>
            </p:nvSpPr>
            <p:spPr>
              <a:xfrm>
                <a:off x="3077905" y="1539234"/>
                <a:ext cx="153367" cy="300963"/>
              </a:xfrm>
              <a:custGeom>
                <a:rect b="b" l="l" r="r" t="t"/>
                <a:pathLst>
                  <a:path extrusionOk="0" h="11474" w="5847">
                    <a:moveTo>
                      <a:pt x="3034" y="1"/>
                    </a:moveTo>
                    <a:cubicBezTo>
                      <a:pt x="2100" y="1"/>
                      <a:pt x="1082" y="426"/>
                      <a:pt x="285" y="1303"/>
                    </a:cubicBezTo>
                    <a:cubicBezTo>
                      <a:pt x="0" y="1614"/>
                      <a:pt x="88" y="2028"/>
                      <a:pt x="611" y="2211"/>
                    </a:cubicBezTo>
                    <a:cubicBezTo>
                      <a:pt x="652" y="2342"/>
                      <a:pt x="919" y="2969"/>
                      <a:pt x="2038" y="2969"/>
                    </a:cubicBezTo>
                    <a:cubicBezTo>
                      <a:pt x="2194" y="2969"/>
                      <a:pt x="2366" y="2957"/>
                      <a:pt x="2557" y="2930"/>
                    </a:cubicBezTo>
                    <a:lnTo>
                      <a:pt x="2557" y="2930"/>
                    </a:lnTo>
                    <a:cubicBezTo>
                      <a:pt x="2557" y="2930"/>
                      <a:pt x="2618" y="3337"/>
                      <a:pt x="1858" y="6062"/>
                    </a:cubicBezTo>
                    <a:cubicBezTo>
                      <a:pt x="1485" y="7398"/>
                      <a:pt x="1119" y="9432"/>
                      <a:pt x="2489" y="10856"/>
                    </a:cubicBezTo>
                    <a:cubicBezTo>
                      <a:pt x="2753" y="11121"/>
                      <a:pt x="3065" y="11331"/>
                      <a:pt x="3404" y="11473"/>
                    </a:cubicBezTo>
                    <a:cubicBezTo>
                      <a:pt x="4055" y="11223"/>
                      <a:pt x="4692" y="10917"/>
                      <a:pt x="5296" y="10565"/>
                    </a:cubicBezTo>
                    <a:cubicBezTo>
                      <a:pt x="4943" y="10517"/>
                      <a:pt x="4584" y="10422"/>
                      <a:pt x="4333" y="10253"/>
                    </a:cubicBezTo>
                    <a:cubicBezTo>
                      <a:pt x="3160" y="9432"/>
                      <a:pt x="3764" y="8192"/>
                      <a:pt x="4503" y="6612"/>
                    </a:cubicBezTo>
                    <a:cubicBezTo>
                      <a:pt x="4706" y="6178"/>
                      <a:pt x="5506" y="4408"/>
                      <a:pt x="5628" y="3235"/>
                    </a:cubicBezTo>
                    <a:cubicBezTo>
                      <a:pt x="5846" y="1117"/>
                      <a:pt x="4550" y="1"/>
                      <a:pt x="3034" y="1"/>
                    </a:cubicBezTo>
                    <a:close/>
                  </a:path>
                </a:pathLst>
              </a:custGeom>
              <a:solidFill>
                <a:srgbClr val="C1CDD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003" name="Google Shape;19003;p46"/>
              <p:cNvSpPr/>
              <p:nvPr/>
            </p:nvSpPr>
            <p:spPr>
              <a:xfrm>
                <a:off x="3049315" y="1658633"/>
                <a:ext cx="284464" cy="196673"/>
              </a:xfrm>
              <a:custGeom>
                <a:rect b="b" l="l" r="r" t="t"/>
                <a:pathLst>
                  <a:path extrusionOk="0" h="7498" w="10845">
                    <a:moveTo>
                      <a:pt x="10727" y="1"/>
                    </a:moveTo>
                    <a:cubicBezTo>
                      <a:pt x="10718" y="1"/>
                      <a:pt x="10709" y="2"/>
                      <a:pt x="10698" y="5"/>
                    </a:cubicBezTo>
                    <a:cubicBezTo>
                      <a:pt x="8149" y="276"/>
                      <a:pt x="7993" y="4209"/>
                      <a:pt x="6264" y="5464"/>
                    </a:cubicBezTo>
                    <a:cubicBezTo>
                      <a:pt x="5494" y="6020"/>
                      <a:pt x="4695" y="6258"/>
                      <a:pt x="3995" y="6258"/>
                    </a:cubicBezTo>
                    <a:cubicBezTo>
                      <a:pt x="3007" y="6258"/>
                      <a:pt x="2214" y="5785"/>
                      <a:pt x="1972" y="5070"/>
                    </a:cubicBezTo>
                    <a:cubicBezTo>
                      <a:pt x="1653" y="4128"/>
                      <a:pt x="2202" y="3443"/>
                      <a:pt x="2697" y="3036"/>
                    </a:cubicBezTo>
                    <a:lnTo>
                      <a:pt x="3002" y="1592"/>
                    </a:lnTo>
                    <a:lnTo>
                      <a:pt x="3002" y="1592"/>
                    </a:lnTo>
                    <a:cubicBezTo>
                      <a:pt x="1965" y="1999"/>
                      <a:pt x="1097" y="2792"/>
                      <a:pt x="778" y="3524"/>
                    </a:cubicBezTo>
                    <a:cubicBezTo>
                      <a:pt x="0" y="5314"/>
                      <a:pt x="1231" y="7497"/>
                      <a:pt x="3650" y="7497"/>
                    </a:cubicBezTo>
                    <a:cubicBezTo>
                      <a:pt x="4392" y="7497"/>
                      <a:pt x="5247" y="7292"/>
                      <a:pt x="6189" y="6806"/>
                    </a:cubicBezTo>
                    <a:cubicBezTo>
                      <a:pt x="9458" y="5118"/>
                      <a:pt x="8420" y="1388"/>
                      <a:pt x="10746" y="168"/>
                    </a:cubicBezTo>
                    <a:cubicBezTo>
                      <a:pt x="10844" y="137"/>
                      <a:pt x="10814" y="1"/>
                      <a:pt x="10727" y="1"/>
                    </a:cubicBezTo>
                    <a:close/>
                  </a:path>
                </a:pathLst>
              </a:custGeom>
              <a:solidFill>
                <a:srgbClr val="C1CDD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004" name="Google Shape;19004;p46"/>
              <p:cNvSpPr/>
              <p:nvPr/>
            </p:nvSpPr>
            <p:spPr>
              <a:xfrm>
                <a:off x="3058207" y="1663013"/>
                <a:ext cx="272976" cy="192292"/>
              </a:xfrm>
              <a:custGeom>
                <a:rect b="b" l="l" r="r" t="t"/>
                <a:pathLst>
                  <a:path extrusionOk="0" h="7331" w="10407">
                    <a:moveTo>
                      <a:pt x="10407" y="1"/>
                    </a:moveTo>
                    <a:cubicBezTo>
                      <a:pt x="10081" y="21"/>
                      <a:pt x="8929" y="211"/>
                      <a:pt x="8088" y="2652"/>
                    </a:cubicBezTo>
                    <a:cubicBezTo>
                      <a:pt x="7786" y="3539"/>
                      <a:pt x="6964" y="6809"/>
                      <a:pt x="2938" y="6809"/>
                    </a:cubicBezTo>
                    <a:cubicBezTo>
                      <a:pt x="2901" y="6809"/>
                      <a:pt x="2864" y="6809"/>
                      <a:pt x="2826" y="6809"/>
                    </a:cubicBezTo>
                    <a:cubicBezTo>
                      <a:pt x="1206" y="6788"/>
                      <a:pt x="175" y="5412"/>
                      <a:pt x="236" y="4062"/>
                    </a:cubicBezTo>
                    <a:lnTo>
                      <a:pt x="236" y="4062"/>
                    </a:lnTo>
                    <a:cubicBezTo>
                      <a:pt x="0" y="5672"/>
                      <a:pt x="1207" y="7330"/>
                      <a:pt x="3314" y="7330"/>
                    </a:cubicBezTo>
                    <a:cubicBezTo>
                      <a:pt x="4056" y="7330"/>
                      <a:pt x="4909" y="7125"/>
                      <a:pt x="5850" y="6639"/>
                    </a:cubicBezTo>
                    <a:cubicBezTo>
                      <a:pt x="9119" y="4951"/>
                      <a:pt x="8081" y="1221"/>
                      <a:pt x="10407" y="1"/>
                    </a:cubicBezTo>
                    <a:close/>
                  </a:path>
                </a:pathLst>
              </a:custGeom>
              <a:solidFill>
                <a:srgbClr val="ADBCC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005" name="Google Shape;19005;p46"/>
              <p:cNvSpPr/>
              <p:nvPr/>
            </p:nvSpPr>
            <p:spPr>
              <a:xfrm>
                <a:off x="3107598" y="1603261"/>
                <a:ext cx="85405" cy="219309"/>
              </a:xfrm>
              <a:custGeom>
                <a:rect b="b" l="l" r="r" t="t"/>
                <a:pathLst>
                  <a:path extrusionOk="0" h="8361" w="3256">
                    <a:moveTo>
                      <a:pt x="3052" y="1"/>
                    </a:moveTo>
                    <a:lnTo>
                      <a:pt x="3052" y="1"/>
                    </a:lnTo>
                    <a:cubicBezTo>
                      <a:pt x="2659" y="252"/>
                      <a:pt x="1425" y="489"/>
                      <a:pt x="1425" y="489"/>
                    </a:cubicBezTo>
                    <a:cubicBezTo>
                      <a:pt x="1425" y="489"/>
                      <a:pt x="1479" y="896"/>
                      <a:pt x="719" y="3621"/>
                    </a:cubicBezTo>
                    <a:cubicBezTo>
                      <a:pt x="360" y="4930"/>
                      <a:pt x="1" y="6897"/>
                      <a:pt x="1269" y="8320"/>
                    </a:cubicBezTo>
                    <a:cubicBezTo>
                      <a:pt x="1439" y="8347"/>
                      <a:pt x="1609" y="8361"/>
                      <a:pt x="1779" y="8361"/>
                    </a:cubicBezTo>
                    <a:cubicBezTo>
                      <a:pt x="1914" y="8361"/>
                      <a:pt x="2049" y="8352"/>
                      <a:pt x="2184" y="8334"/>
                    </a:cubicBezTo>
                    <a:cubicBezTo>
                      <a:pt x="808" y="6442"/>
                      <a:pt x="2130" y="3764"/>
                      <a:pt x="2679" y="2659"/>
                    </a:cubicBezTo>
                    <a:cubicBezTo>
                      <a:pt x="3255" y="1479"/>
                      <a:pt x="3052" y="1"/>
                      <a:pt x="3052" y="1"/>
                    </a:cubicBezTo>
                    <a:close/>
                  </a:path>
                </a:pathLst>
              </a:custGeom>
              <a:solidFill>
                <a:srgbClr val="E3E8E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006" name="Google Shape;19006;p46"/>
              <p:cNvSpPr/>
              <p:nvPr/>
            </p:nvSpPr>
            <p:spPr>
              <a:xfrm>
                <a:off x="3093381" y="1585556"/>
                <a:ext cx="94271" cy="32289"/>
              </a:xfrm>
              <a:custGeom>
                <a:rect b="b" l="l" r="r" t="t"/>
                <a:pathLst>
                  <a:path extrusionOk="0" h="1231" w="3594">
                    <a:moveTo>
                      <a:pt x="2999" y="1"/>
                    </a:moveTo>
                    <a:cubicBezTo>
                      <a:pt x="2861" y="1"/>
                      <a:pt x="2708" y="33"/>
                      <a:pt x="2550" y="93"/>
                    </a:cubicBezTo>
                    <a:cubicBezTo>
                      <a:pt x="1735" y="405"/>
                      <a:pt x="1100" y="526"/>
                      <a:pt x="628" y="526"/>
                    </a:cubicBezTo>
                    <a:cubicBezTo>
                      <a:pt x="372" y="526"/>
                      <a:pt x="164" y="491"/>
                      <a:pt x="0" y="432"/>
                    </a:cubicBezTo>
                    <a:lnTo>
                      <a:pt x="0" y="432"/>
                    </a:lnTo>
                    <a:cubicBezTo>
                      <a:pt x="258" y="1039"/>
                      <a:pt x="831" y="1230"/>
                      <a:pt x="1445" y="1230"/>
                    </a:cubicBezTo>
                    <a:cubicBezTo>
                      <a:pt x="2463" y="1230"/>
                      <a:pt x="3594" y="705"/>
                      <a:pt x="3594" y="676"/>
                    </a:cubicBezTo>
                    <a:cubicBezTo>
                      <a:pt x="3584" y="195"/>
                      <a:pt x="3336" y="1"/>
                      <a:pt x="2999" y="1"/>
                    </a:cubicBezTo>
                    <a:close/>
                  </a:path>
                </a:pathLst>
              </a:custGeom>
              <a:solidFill>
                <a:srgbClr val="D8E0E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007" name="Google Shape;19007;p46"/>
              <p:cNvSpPr/>
              <p:nvPr/>
            </p:nvSpPr>
            <p:spPr>
              <a:xfrm>
                <a:off x="3137133" y="1559824"/>
                <a:ext cx="14767" cy="20512"/>
              </a:xfrm>
              <a:custGeom>
                <a:rect b="b" l="l" r="r" t="t"/>
                <a:pathLst>
                  <a:path extrusionOk="0" h="782" w="563">
                    <a:moveTo>
                      <a:pt x="282" y="1"/>
                    </a:moveTo>
                    <a:cubicBezTo>
                      <a:pt x="141" y="1"/>
                      <a:pt x="0" y="94"/>
                      <a:pt x="0" y="280"/>
                    </a:cubicBezTo>
                    <a:lnTo>
                      <a:pt x="0" y="504"/>
                    </a:lnTo>
                    <a:cubicBezTo>
                      <a:pt x="0" y="660"/>
                      <a:pt x="129" y="782"/>
                      <a:pt x="285" y="782"/>
                    </a:cubicBezTo>
                    <a:cubicBezTo>
                      <a:pt x="434" y="782"/>
                      <a:pt x="563" y="660"/>
                      <a:pt x="563" y="504"/>
                    </a:cubicBezTo>
                    <a:lnTo>
                      <a:pt x="563" y="280"/>
                    </a:lnTo>
                    <a:cubicBezTo>
                      <a:pt x="563" y="94"/>
                      <a:pt x="422" y="1"/>
                      <a:pt x="282" y="1"/>
                    </a:cubicBezTo>
                    <a:close/>
                  </a:path>
                </a:pathLst>
              </a:custGeom>
              <a:solidFill>
                <a:srgbClr val="203B5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grpSp>
        <p:nvGrpSpPr>
          <p:cNvPr id="19008" name="Google Shape;19008;p46"/>
          <p:cNvGrpSpPr/>
          <p:nvPr/>
        </p:nvGrpSpPr>
        <p:grpSpPr>
          <a:xfrm>
            <a:off x="6332865" y="2906131"/>
            <a:ext cx="360846" cy="370184"/>
            <a:chOff x="6332865" y="2906131"/>
            <a:chExt cx="360846" cy="370184"/>
          </a:xfrm>
        </p:grpSpPr>
        <p:sp>
          <p:nvSpPr>
            <p:cNvPr id="19009" name="Google Shape;19009;p46"/>
            <p:cNvSpPr/>
            <p:nvPr/>
          </p:nvSpPr>
          <p:spPr>
            <a:xfrm>
              <a:off x="6332865" y="2906131"/>
              <a:ext cx="360846" cy="327508"/>
            </a:xfrm>
            <a:custGeom>
              <a:rect b="b" l="l" r="r" t="t"/>
              <a:pathLst>
                <a:path extrusionOk="0" h="12486" w="13757">
                  <a:moveTo>
                    <a:pt x="6879" y="1"/>
                  </a:moveTo>
                  <a:cubicBezTo>
                    <a:pt x="6804" y="1"/>
                    <a:pt x="6730" y="38"/>
                    <a:pt x="6686" y="113"/>
                  </a:cubicBezTo>
                  <a:lnTo>
                    <a:pt x="5567" y="1977"/>
                  </a:lnTo>
                  <a:cubicBezTo>
                    <a:pt x="5533" y="2032"/>
                    <a:pt x="5479" y="2072"/>
                    <a:pt x="5418" y="2079"/>
                  </a:cubicBezTo>
                  <a:lnTo>
                    <a:pt x="4597" y="2249"/>
                  </a:lnTo>
                  <a:cubicBezTo>
                    <a:pt x="4475" y="2269"/>
                    <a:pt x="4394" y="2384"/>
                    <a:pt x="4414" y="2506"/>
                  </a:cubicBezTo>
                  <a:lnTo>
                    <a:pt x="4794" y="4873"/>
                  </a:lnTo>
                  <a:cubicBezTo>
                    <a:pt x="4821" y="5025"/>
                    <a:pt x="4698" y="5136"/>
                    <a:pt x="4570" y="5136"/>
                  </a:cubicBezTo>
                  <a:cubicBezTo>
                    <a:pt x="4510" y="5136"/>
                    <a:pt x="4448" y="5112"/>
                    <a:pt x="4401" y="5056"/>
                  </a:cubicBezTo>
                  <a:lnTo>
                    <a:pt x="3214" y="3652"/>
                  </a:lnTo>
                  <a:cubicBezTo>
                    <a:pt x="3167" y="3599"/>
                    <a:pt x="3105" y="3573"/>
                    <a:pt x="3043" y="3573"/>
                  </a:cubicBezTo>
                  <a:cubicBezTo>
                    <a:pt x="2969" y="3573"/>
                    <a:pt x="2895" y="3609"/>
                    <a:pt x="2848" y="3679"/>
                  </a:cubicBezTo>
                  <a:lnTo>
                    <a:pt x="2671" y="3944"/>
                  </a:lnTo>
                  <a:cubicBezTo>
                    <a:pt x="2630" y="4008"/>
                    <a:pt x="2558" y="4044"/>
                    <a:pt x="2484" y="4044"/>
                  </a:cubicBezTo>
                  <a:cubicBezTo>
                    <a:pt x="2449" y="4044"/>
                    <a:pt x="2413" y="4036"/>
                    <a:pt x="2380" y="4018"/>
                  </a:cubicBezTo>
                  <a:lnTo>
                    <a:pt x="380" y="3015"/>
                  </a:lnTo>
                  <a:cubicBezTo>
                    <a:pt x="346" y="2998"/>
                    <a:pt x="311" y="2990"/>
                    <a:pt x="278" y="2990"/>
                  </a:cubicBezTo>
                  <a:cubicBezTo>
                    <a:pt x="126" y="2990"/>
                    <a:pt x="1" y="3150"/>
                    <a:pt x="68" y="3306"/>
                  </a:cubicBezTo>
                  <a:lnTo>
                    <a:pt x="915" y="5334"/>
                  </a:lnTo>
                  <a:cubicBezTo>
                    <a:pt x="949" y="5415"/>
                    <a:pt x="929" y="5517"/>
                    <a:pt x="861" y="5578"/>
                  </a:cubicBezTo>
                  <a:lnTo>
                    <a:pt x="305" y="6134"/>
                  </a:lnTo>
                  <a:cubicBezTo>
                    <a:pt x="190" y="6256"/>
                    <a:pt x="230" y="6446"/>
                    <a:pt x="380" y="6507"/>
                  </a:cubicBezTo>
                  <a:lnTo>
                    <a:pt x="997" y="6758"/>
                  </a:lnTo>
                  <a:cubicBezTo>
                    <a:pt x="1112" y="6798"/>
                    <a:pt x="1166" y="6927"/>
                    <a:pt x="1132" y="7036"/>
                  </a:cubicBezTo>
                  <a:lnTo>
                    <a:pt x="1031" y="7334"/>
                  </a:lnTo>
                  <a:cubicBezTo>
                    <a:pt x="997" y="7442"/>
                    <a:pt x="1044" y="7558"/>
                    <a:pt x="1139" y="7605"/>
                  </a:cubicBezTo>
                  <a:lnTo>
                    <a:pt x="3017" y="8595"/>
                  </a:lnTo>
                  <a:cubicBezTo>
                    <a:pt x="3160" y="8670"/>
                    <a:pt x="3187" y="8866"/>
                    <a:pt x="3065" y="8968"/>
                  </a:cubicBezTo>
                  <a:lnTo>
                    <a:pt x="814" y="10901"/>
                  </a:lnTo>
                  <a:cubicBezTo>
                    <a:pt x="685" y="11016"/>
                    <a:pt x="719" y="11226"/>
                    <a:pt x="888" y="11287"/>
                  </a:cubicBezTo>
                  <a:lnTo>
                    <a:pt x="4251" y="12474"/>
                  </a:lnTo>
                  <a:cubicBezTo>
                    <a:pt x="4276" y="12482"/>
                    <a:pt x="4301" y="12486"/>
                    <a:pt x="4325" y="12486"/>
                  </a:cubicBezTo>
                  <a:cubicBezTo>
                    <a:pt x="4383" y="12486"/>
                    <a:pt x="4439" y="12464"/>
                    <a:pt x="4482" y="12426"/>
                  </a:cubicBezTo>
                  <a:lnTo>
                    <a:pt x="6733" y="10385"/>
                  </a:lnTo>
                  <a:cubicBezTo>
                    <a:pt x="6774" y="10345"/>
                    <a:pt x="6828" y="10324"/>
                    <a:pt x="6883" y="10324"/>
                  </a:cubicBezTo>
                  <a:cubicBezTo>
                    <a:pt x="6938" y="10324"/>
                    <a:pt x="6994" y="10345"/>
                    <a:pt x="7038" y="10385"/>
                  </a:cubicBezTo>
                  <a:lnTo>
                    <a:pt x="9283" y="12426"/>
                  </a:lnTo>
                  <a:cubicBezTo>
                    <a:pt x="9325" y="12464"/>
                    <a:pt x="9382" y="12486"/>
                    <a:pt x="9439" y="12486"/>
                  </a:cubicBezTo>
                  <a:cubicBezTo>
                    <a:pt x="9464" y="12486"/>
                    <a:pt x="9489" y="12482"/>
                    <a:pt x="9513" y="12474"/>
                  </a:cubicBezTo>
                  <a:lnTo>
                    <a:pt x="12876" y="11287"/>
                  </a:lnTo>
                  <a:cubicBezTo>
                    <a:pt x="13046" y="11226"/>
                    <a:pt x="13087" y="11016"/>
                    <a:pt x="12951" y="10901"/>
                  </a:cubicBezTo>
                  <a:lnTo>
                    <a:pt x="10707" y="8968"/>
                  </a:lnTo>
                  <a:cubicBezTo>
                    <a:pt x="10578" y="8866"/>
                    <a:pt x="10605" y="8670"/>
                    <a:pt x="10747" y="8595"/>
                  </a:cubicBezTo>
                  <a:lnTo>
                    <a:pt x="12625" y="7605"/>
                  </a:lnTo>
                  <a:cubicBezTo>
                    <a:pt x="12720" y="7558"/>
                    <a:pt x="12768" y="7442"/>
                    <a:pt x="12734" y="7334"/>
                  </a:cubicBezTo>
                  <a:lnTo>
                    <a:pt x="12632" y="7036"/>
                  </a:lnTo>
                  <a:cubicBezTo>
                    <a:pt x="12598" y="6927"/>
                    <a:pt x="12653" y="6798"/>
                    <a:pt x="12768" y="6758"/>
                  </a:cubicBezTo>
                  <a:lnTo>
                    <a:pt x="13385" y="6507"/>
                  </a:lnTo>
                  <a:cubicBezTo>
                    <a:pt x="13534" y="6446"/>
                    <a:pt x="13575" y="6256"/>
                    <a:pt x="13459" y="6134"/>
                  </a:cubicBezTo>
                  <a:lnTo>
                    <a:pt x="12897" y="5578"/>
                  </a:lnTo>
                  <a:cubicBezTo>
                    <a:pt x="12829" y="5510"/>
                    <a:pt x="12815" y="5415"/>
                    <a:pt x="12849" y="5327"/>
                  </a:cubicBezTo>
                  <a:lnTo>
                    <a:pt x="13690" y="3306"/>
                  </a:lnTo>
                  <a:cubicBezTo>
                    <a:pt x="13756" y="3146"/>
                    <a:pt x="13633" y="2990"/>
                    <a:pt x="13482" y="2990"/>
                  </a:cubicBezTo>
                  <a:cubicBezTo>
                    <a:pt x="13448" y="2990"/>
                    <a:pt x="13413" y="2997"/>
                    <a:pt x="13378" y="3015"/>
                  </a:cubicBezTo>
                  <a:lnTo>
                    <a:pt x="11378" y="4018"/>
                  </a:lnTo>
                  <a:cubicBezTo>
                    <a:pt x="11347" y="4033"/>
                    <a:pt x="11314" y="4040"/>
                    <a:pt x="11280" y="4040"/>
                  </a:cubicBezTo>
                  <a:cubicBezTo>
                    <a:pt x="11204" y="4040"/>
                    <a:pt x="11129" y="4003"/>
                    <a:pt x="11086" y="3937"/>
                  </a:cubicBezTo>
                  <a:lnTo>
                    <a:pt x="10910" y="3672"/>
                  </a:lnTo>
                  <a:cubicBezTo>
                    <a:pt x="10866" y="3607"/>
                    <a:pt x="10794" y="3573"/>
                    <a:pt x="10721" y="3573"/>
                  </a:cubicBezTo>
                  <a:cubicBezTo>
                    <a:pt x="10658" y="3573"/>
                    <a:pt x="10595" y="3599"/>
                    <a:pt x="10551" y="3652"/>
                  </a:cubicBezTo>
                  <a:lnTo>
                    <a:pt x="9432" y="4968"/>
                  </a:lnTo>
                  <a:cubicBezTo>
                    <a:pt x="9385" y="5024"/>
                    <a:pt x="9325" y="5049"/>
                    <a:pt x="9264" y="5049"/>
                  </a:cubicBezTo>
                  <a:cubicBezTo>
                    <a:pt x="9131" y="5049"/>
                    <a:pt x="9001" y="4928"/>
                    <a:pt x="9038" y="4764"/>
                  </a:cubicBezTo>
                  <a:lnTo>
                    <a:pt x="9554" y="2520"/>
                  </a:lnTo>
                  <a:cubicBezTo>
                    <a:pt x="9581" y="2398"/>
                    <a:pt x="9500" y="2269"/>
                    <a:pt x="9371" y="2249"/>
                  </a:cubicBezTo>
                  <a:lnTo>
                    <a:pt x="8347" y="2079"/>
                  </a:lnTo>
                  <a:cubicBezTo>
                    <a:pt x="8279" y="2065"/>
                    <a:pt x="8225" y="2025"/>
                    <a:pt x="8191" y="1971"/>
                  </a:cubicBezTo>
                  <a:lnTo>
                    <a:pt x="7072" y="113"/>
                  </a:lnTo>
                  <a:cubicBezTo>
                    <a:pt x="7028" y="38"/>
                    <a:pt x="6953" y="1"/>
                    <a:pt x="6879" y="1"/>
                  </a:cubicBezTo>
                  <a:close/>
                </a:path>
              </a:pathLst>
            </a:custGeom>
            <a:solidFill>
              <a:srgbClr val="788A9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010" name="Google Shape;19010;p46"/>
            <p:cNvSpPr/>
            <p:nvPr/>
          </p:nvSpPr>
          <p:spPr>
            <a:xfrm>
              <a:off x="6636005" y="3022855"/>
              <a:ext cx="21089" cy="18466"/>
            </a:xfrm>
            <a:custGeom>
              <a:rect b="b" l="l" r="r" t="t"/>
              <a:pathLst>
                <a:path extrusionOk="0" h="704" w="804">
                  <a:moveTo>
                    <a:pt x="551" y="0"/>
                  </a:moveTo>
                  <a:cubicBezTo>
                    <a:pt x="490" y="0"/>
                    <a:pt x="429" y="24"/>
                    <a:pt x="384" y="70"/>
                  </a:cubicBezTo>
                  <a:lnTo>
                    <a:pt x="160" y="314"/>
                  </a:lnTo>
                  <a:cubicBezTo>
                    <a:pt x="1" y="483"/>
                    <a:pt x="152" y="703"/>
                    <a:pt x="327" y="703"/>
                  </a:cubicBezTo>
                  <a:cubicBezTo>
                    <a:pt x="383" y="703"/>
                    <a:pt x="441" y="680"/>
                    <a:pt x="492" y="626"/>
                  </a:cubicBezTo>
                  <a:lnTo>
                    <a:pt x="716" y="382"/>
                  </a:lnTo>
                  <a:cubicBezTo>
                    <a:pt x="804" y="294"/>
                    <a:pt x="797" y="151"/>
                    <a:pt x="709" y="63"/>
                  </a:cubicBezTo>
                  <a:cubicBezTo>
                    <a:pt x="663" y="21"/>
                    <a:pt x="607" y="0"/>
                    <a:pt x="551" y="0"/>
                  </a:cubicBezTo>
                  <a:close/>
                </a:path>
              </a:pathLst>
            </a:custGeom>
            <a:solidFill>
              <a:srgbClr val="5B728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011" name="Google Shape;19011;p46"/>
            <p:cNvSpPr/>
            <p:nvPr/>
          </p:nvSpPr>
          <p:spPr>
            <a:xfrm>
              <a:off x="6391594" y="2960034"/>
              <a:ext cx="243546" cy="316281"/>
            </a:xfrm>
            <a:custGeom>
              <a:rect b="b" l="l" r="r" t="t"/>
              <a:pathLst>
                <a:path extrusionOk="0" h="12058" w="9285">
                  <a:moveTo>
                    <a:pt x="2146" y="1"/>
                  </a:moveTo>
                  <a:cubicBezTo>
                    <a:pt x="1975" y="1"/>
                    <a:pt x="1819" y="206"/>
                    <a:pt x="1965" y="377"/>
                  </a:cubicBezTo>
                  <a:lnTo>
                    <a:pt x="4413" y="3272"/>
                  </a:lnTo>
                  <a:lnTo>
                    <a:pt x="4413" y="7042"/>
                  </a:lnTo>
                  <a:cubicBezTo>
                    <a:pt x="4413" y="7178"/>
                    <a:pt x="4300" y="7269"/>
                    <a:pt x="4183" y="7269"/>
                  </a:cubicBezTo>
                  <a:cubicBezTo>
                    <a:pt x="4125" y="7269"/>
                    <a:pt x="4066" y="7247"/>
                    <a:pt x="4019" y="7198"/>
                  </a:cubicBezTo>
                  <a:lnTo>
                    <a:pt x="487" y="3435"/>
                  </a:lnTo>
                  <a:cubicBezTo>
                    <a:pt x="436" y="3382"/>
                    <a:pt x="378" y="3360"/>
                    <a:pt x="323" y="3360"/>
                  </a:cubicBezTo>
                  <a:cubicBezTo>
                    <a:pt x="150" y="3360"/>
                    <a:pt x="0" y="3577"/>
                    <a:pt x="154" y="3747"/>
                  </a:cubicBezTo>
                  <a:lnTo>
                    <a:pt x="3870" y="7700"/>
                  </a:lnTo>
                  <a:cubicBezTo>
                    <a:pt x="3999" y="7835"/>
                    <a:pt x="3918" y="8059"/>
                    <a:pt x="3735" y="8079"/>
                  </a:cubicBezTo>
                  <a:lnTo>
                    <a:pt x="975" y="8452"/>
                  </a:lnTo>
                  <a:cubicBezTo>
                    <a:pt x="692" y="8486"/>
                    <a:pt x="717" y="8900"/>
                    <a:pt x="995" y="8900"/>
                  </a:cubicBezTo>
                  <a:cubicBezTo>
                    <a:pt x="997" y="8900"/>
                    <a:pt x="1000" y="8900"/>
                    <a:pt x="1002" y="8900"/>
                  </a:cubicBezTo>
                  <a:lnTo>
                    <a:pt x="1036" y="8900"/>
                  </a:lnTo>
                  <a:lnTo>
                    <a:pt x="4155" y="8486"/>
                  </a:lnTo>
                  <a:cubicBezTo>
                    <a:pt x="4166" y="8484"/>
                    <a:pt x="4177" y="8484"/>
                    <a:pt x="4188" y="8484"/>
                  </a:cubicBezTo>
                  <a:cubicBezTo>
                    <a:pt x="4310" y="8484"/>
                    <a:pt x="4413" y="8585"/>
                    <a:pt x="4413" y="8710"/>
                  </a:cubicBezTo>
                  <a:lnTo>
                    <a:pt x="4413" y="11829"/>
                  </a:lnTo>
                  <a:cubicBezTo>
                    <a:pt x="4413" y="11982"/>
                    <a:pt x="4526" y="12058"/>
                    <a:pt x="4640" y="12058"/>
                  </a:cubicBezTo>
                  <a:cubicBezTo>
                    <a:pt x="4753" y="12058"/>
                    <a:pt x="4867" y="11982"/>
                    <a:pt x="4867" y="11829"/>
                  </a:cubicBezTo>
                  <a:lnTo>
                    <a:pt x="4867" y="8710"/>
                  </a:lnTo>
                  <a:cubicBezTo>
                    <a:pt x="4867" y="8585"/>
                    <a:pt x="4964" y="8484"/>
                    <a:pt x="5085" y="8484"/>
                  </a:cubicBezTo>
                  <a:cubicBezTo>
                    <a:pt x="5096" y="8484"/>
                    <a:pt x="5107" y="8484"/>
                    <a:pt x="5118" y="8486"/>
                  </a:cubicBezTo>
                  <a:lnTo>
                    <a:pt x="8244" y="8900"/>
                  </a:lnTo>
                  <a:lnTo>
                    <a:pt x="8271" y="8900"/>
                  </a:lnTo>
                  <a:cubicBezTo>
                    <a:pt x="8273" y="8900"/>
                    <a:pt x="8275" y="8900"/>
                    <a:pt x="8278" y="8900"/>
                  </a:cubicBezTo>
                  <a:cubicBezTo>
                    <a:pt x="8556" y="8900"/>
                    <a:pt x="8587" y="8486"/>
                    <a:pt x="8305" y="8445"/>
                  </a:cubicBezTo>
                  <a:lnTo>
                    <a:pt x="8305" y="8445"/>
                  </a:lnTo>
                  <a:lnTo>
                    <a:pt x="8312" y="8452"/>
                  </a:lnTo>
                  <a:lnTo>
                    <a:pt x="8312" y="8452"/>
                  </a:lnTo>
                  <a:lnTo>
                    <a:pt x="5545" y="8079"/>
                  </a:lnTo>
                  <a:cubicBezTo>
                    <a:pt x="5362" y="8059"/>
                    <a:pt x="5287" y="7835"/>
                    <a:pt x="5409" y="7700"/>
                  </a:cubicBezTo>
                  <a:lnTo>
                    <a:pt x="9125" y="3747"/>
                  </a:lnTo>
                  <a:cubicBezTo>
                    <a:pt x="9285" y="3577"/>
                    <a:pt x="9132" y="3360"/>
                    <a:pt x="8957" y="3360"/>
                  </a:cubicBezTo>
                  <a:cubicBezTo>
                    <a:pt x="8902" y="3360"/>
                    <a:pt x="8844" y="3382"/>
                    <a:pt x="8793" y="3435"/>
                  </a:cubicBezTo>
                  <a:lnTo>
                    <a:pt x="5260" y="7198"/>
                  </a:lnTo>
                  <a:cubicBezTo>
                    <a:pt x="5213" y="7247"/>
                    <a:pt x="5155" y="7269"/>
                    <a:pt x="5097" y="7269"/>
                  </a:cubicBezTo>
                  <a:cubicBezTo>
                    <a:pt x="4980" y="7269"/>
                    <a:pt x="4867" y="7178"/>
                    <a:pt x="4867" y="7042"/>
                  </a:cubicBezTo>
                  <a:lnTo>
                    <a:pt x="4867" y="3279"/>
                  </a:lnTo>
                  <a:lnTo>
                    <a:pt x="7539" y="383"/>
                  </a:lnTo>
                  <a:cubicBezTo>
                    <a:pt x="7692" y="219"/>
                    <a:pt x="7540" y="1"/>
                    <a:pt x="7366" y="1"/>
                  </a:cubicBezTo>
                  <a:cubicBezTo>
                    <a:pt x="7309" y="1"/>
                    <a:pt x="7251" y="24"/>
                    <a:pt x="7200" y="78"/>
                  </a:cubicBezTo>
                  <a:lnTo>
                    <a:pt x="4867" y="2607"/>
                  </a:lnTo>
                  <a:lnTo>
                    <a:pt x="4867" y="912"/>
                  </a:lnTo>
                  <a:cubicBezTo>
                    <a:pt x="4867" y="760"/>
                    <a:pt x="4753" y="683"/>
                    <a:pt x="4640" y="683"/>
                  </a:cubicBezTo>
                  <a:cubicBezTo>
                    <a:pt x="4526" y="683"/>
                    <a:pt x="4413" y="760"/>
                    <a:pt x="4413" y="912"/>
                  </a:cubicBezTo>
                  <a:lnTo>
                    <a:pt x="4413" y="2567"/>
                  </a:lnTo>
                  <a:lnTo>
                    <a:pt x="2317" y="85"/>
                  </a:lnTo>
                  <a:cubicBezTo>
                    <a:pt x="2267" y="26"/>
                    <a:pt x="2206" y="1"/>
                    <a:pt x="2146" y="1"/>
                  </a:cubicBezTo>
                  <a:close/>
                </a:path>
              </a:pathLst>
            </a:custGeom>
            <a:solidFill>
              <a:srgbClr val="5B728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012" name="Google Shape;19012;p46"/>
            <p:cNvSpPr/>
            <p:nvPr/>
          </p:nvSpPr>
          <p:spPr>
            <a:xfrm>
              <a:off x="6624333" y="3184510"/>
              <a:ext cx="22820" cy="12879"/>
            </a:xfrm>
            <a:custGeom>
              <a:rect b="b" l="l" r="r" t="t"/>
              <a:pathLst>
                <a:path extrusionOk="0" h="491" w="870">
                  <a:moveTo>
                    <a:pt x="310" y="0"/>
                  </a:moveTo>
                  <a:cubicBezTo>
                    <a:pt x="44" y="0"/>
                    <a:pt x="1" y="418"/>
                    <a:pt x="286" y="457"/>
                  </a:cubicBezTo>
                  <a:lnTo>
                    <a:pt x="523" y="491"/>
                  </a:lnTo>
                  <a:lnTo>
                    <a:pt x="551" y="491"/>
                  </a:lnTo>
                  <a:cubicBezTo>
                    <a:pt x="835" y="491"/>
                    <a:pt x="869" y="71"/>
                    <a:pt x="584" y="37"/>
                  </a:cubicBezTo>
                  <a:lnTo>
                    <a:pt x="347" y="3"/>
                  </a:lnTo>
                  <a:cubicBezTo>
                    <a:pt x="334" y="1"/>
                    <a:pt x="322" y="0"/>
                    <a:pt x="310" y="0"/>
                  </a:cubicBezTo>
                  <a:close/>
                </a:path>
              </a:pathLst>
            </a:custGeom>
            <a:solidFill>
              <a:srgbClr val="5B728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013" name="Google Shape;19013;p46"/>
            <p:cNvSpPr/>
            <p:nvPr/>
          </p:nvSpPr>
          <p:spPr>
            <a:xfrm>
              <a:off x="6367593" y="3022750"/>
              <a:ext cx="21115" cy="18387"/>
            </a:xfrm>
            <a:custGeom>
              <a:rect b="b" l="l" r="r" t="t"/>
              <a:pathLst>
                <a:path extrusionOk="0" h="701" w="805">
                  <a:moveTo>
                    <a:pt x="331" y="1"/>
                  </a:moveTo>
                  <a:cubicBezTo>
                    <a:pt x="155" y="1"/>
                    <a:pt x="1" y="221"/>
                    <a:pt x="161" y="386"/>
                  </a:cubicBezTo>
                  <a:lnTo>
                    <a:pt x="391" y="630"/>
                  </a:lnTo>
                  <a:cubicBezTo>
                    <a:pt x="434" y="677"/>
                    <a:pt x="495" y="701"/>
                    <a:pt x="556" y="701"/>
                  </a:cubicBezTo>
                  <a:cubicBezTo>
                    <a:pt x="610" y="701"/>
                    <a:pt x="665" y="682"/>
                    <a:pt x="710" y="644"/>
                  </a:cubicBezTo>
                  <a:cubicBezTo>
                    <a:pt x="798" y="555"/>
                    <a:pt x="805" y="413"/>
                    <a:pt x="717" y="318"/>
                  </a:cubicBezTo>
                  <a:lnTo>
                    <a:pt x="493" y="74"/>
                  </a:lnTo>
                  <a:cubicBezTo>
                    <a:pt x="443" y="22"/>
                    <a:pt x="386" y="1"/>
                    <a:pt x="331" y="1"/>
                  </a:cubicBezTo>
                  <a:close/>
                </a:path>
              </a:pathLst>
            </a:custGeom>
            <a:solidFill>
              <a:srgbClr val="5B728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014" name="Google Shape;19014;p46"/>
            <p:cNvSpPr/>
            <p:nvPr/>
          </p:nvSpPr>
          <p:spPr>
            <a:xfrm>
              <a:off x="6379633" y="3184563"/>
              <a:ext cx="22794" cy="12826"/>
            </a:xfrm>
            <a:custGeom>
              <a:rect b="b" l="l" r="r" t="t"/>
              <a:pathLst>
                <a:path extrusionOk="0" h="489" w="869">
                  <a:moveTo>
                    <a:pt x="522" y="1"/>
                  </a:moveTo>
                  <a:lnTo>
                    <a:pt x="285" y="35"/>
                  </a:lnTo>
                  <a:cubicBezTo>
                    <a:pt x="0" y="69"/>
                    <a:pt x="27" y="489"/>
                    <a:pt x="312" y="489"/>
                  </a:cubicBezTo>
                  <a:lnTo>
                    <a:pt x="346" y="489"/>
                  </a:lnTo>
                  <a:lnTo>
                    <a:pt x="577" y="455"/>
                  </a:lnTo>
                  <a:cubicBezTo>
                    <a:pt x="868" y="416"/>
                    <a:pt x="825" y="5"/>
                    <a:pt x="560" y="5"/>
                  </a:cubicBezTo>
                  <a:cubicBezTo>
                    <a:pt x="548" y="5"/>
                    <a:pt x="535" y="6"/>
                    <a:pt x="522" y="8"/>
                  </a:cubicBezTo>
                  <a:lnTo>
                    <a:pt x="522" y="1"/>
                  </a:lnTo>
                  <a:close/>
                </a:path>
              </a:pathLst>
            </a:custGeom>
            <a:solidFill>
              <a:srgbClr val="5B728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015" name="Google Shape;19015;p46"/>
            <p:cNvSpPr/>
            <p:nvPr/>
          </p:nvSpPr>
          <p:spPr>
            <a:xfrm>
              <a:off x="6507321" y="2948257"/>
              <a:ext cx="11935" cy="17941"/>
            </a:xfrm>
            <a:custGeom>
              <a:rect b="b" l="l" r="r" t="t"/>
              <a:pathLst>
                <a:path extrusionOk="0" h="684" w="455">
                  <a:moveTo>
                    <a:pt x="228" y="0"/>
                  </a:moveTo>
                  <a:cubicBezTo>
                    <a:pt x="114" y="0"/>
                    <a:pt x="1" y="76"/>
                    <a:pt x="1" y="229"/>
                  </a:cubicBezTo>
                  <a:lnTo>
                    <a:pt x="1" y="459"/>
                  </a:lnTo>
                  <a:cubicBezTo>
                    <a:pt x="1" y="581"/>
                    <a:pt x="102" y="683"/>
                    <a:pt x="231" y="683"/>
                  </a:cubicBezTo>
                  <a:cubicBezTo>
                    <a:pt x="353" y="683"/>
                    <a:pt x="455" y="581"/>
                    <a:pt x="455" y="459"/>
                  </a:cubicBezTo>
                  <a:lnTo>
                    <a:pt x="455" y="229"/>
                  </a:lnTo>
                  <a:cubicBezTo>
                    <a:pt x="455" y="76"/>
                    <a:pt x="341" y="0"/>
                    <a:pt x="228" y="0"/>
                  </a:cubicBezTo>
                  <a:close/>
                </a:path>
              </a:pathLst>
            </a:custGeom>
            <a:solidFill>
              <a:srgbClr val="5B728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016" name="Google Shape;19016;p46"/>
            <p:cNvSpPr/>
            <p:nvPr/>
          </p:nvSpPr>
          <p:spPr>
            <a:xfrm>
              <a:off x="6417142" y="3001923"/>
              <a:ext cx="72001" cy="84985"/>
            </a:xfrm>
            <a:custGeom>
              <a:rect b="b" l="l" r="r" t="t"/>
              <a:pathLst>
                <a:path extrusionOk="0" h="3240" w="2745">
                  <a:moveTo>
                    <a:pt x="1" y="0"/>
                  </a:moveTo>
                  <a:lnTo>
                    <a:pt x="1276" y="2685"/>
                  </a:lnTo>
                  <a:cubicBezTo>
                    <a:pt x="1364" y="2868"/>
                    <a:pt x="1527" y="3004"/>
                    <a:pt x="1723" y="3051"/>
                  </a:cubicBezTo>
                  <a:lnTo>
                    <a:pt x="2442" y="3234"/>
                  </a:lnTo>
                  <a:cubicBezTo>
                    <a:pt x="2458" y="3238"/>
                    <a:pt x="2475" y="3240"/>
                    <a:pt x="2491" y="3240"/>
                  </a:cubicBezTo>
                  <a:cubicBezTo>
                    <a:pt x="2627" y="3240"/>
                    <a:pt x="2744" y="3116"/>
                    <a:pt x="2720" y="2977"/>
                  </a:cubicBezTo>
                  <a:lnTo>
                    <a:pt x="2503" y="1614"/>
                  </a:lnTo>
                  <a:cubicBezTo>
                    <a:pt x="2483" y="1471"/>
                    <a:pt x="2422" y="1349"/>
                    <a:pt x="2327" y="1248"/>
                  </a:cubicBezTo>
                  <a:lnTo>
                    <a:pt x="1438" y="312"/>
                  </a:lnTo>
                  <a:lnTo>
                    <a:pt x="1581" y="1214"/>
                  </a:lnTo>
                  <a:cubicBezTo>
                    <a:pt x="1608" y="1370"/>
                    <a:pt x="1487" y="1479"/>
                    <a:pt x="1359" y="1479"/>
                  </a:cubicBezTo>
                  <a:cubicBezTo>
                    <a:pt x="1298" y="1479"/>
                    <a:pt x="1236" y="1454"/>
                    <a:pt x="1188" y="1397"/>
                  </a:cubicBezTo>
                  <a:lnTo>
                    <a:pt x="1" y="0"/>
                  </a:lnTo>
                  <a:close/>
                </a:path>
              </a:pathLst>
            </a:custGeom>
            <a:solidFill>
              <a:srgbClr val="98A6B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017" name="Google Shape;19017;p46"/>
            <p:cNvSpPr/>
            <p:nvPr/>
          </p:nvSpPr>
          <p:spPr>
            <a:xfrm>
              <a:off x="6358990" y="3090659"/>
              <a:ext cx="102481" cy="86113"/>
            </a:xfrm>
            <a:custGeom>
              <a:rect b="b" l="l" r="r" t="t"/>
              <a:pathLst>
                <a:path extrusionOk="0" h="3283" w="3907">
                  <a:moveTo>
                    <a:pt x="129" y="1"/>
                  </a:moveTo>
                  <a:lnTo>
                    <a:pt x="35" y="299"/>
                  </a:lnTo>
                  <a:cubicBezTo>
                    <a:pt x="1" y="401"/>
                    <a:pt x="41" y="516"/>
                    <a:pt x="143" y="570"/>
                  </a:cubicBezTo>
                  <a:lnTo>
                    <a:pt x="2021" y="1560"/>
                  </a:lnTo>
                  <a:cubicBezTo>
                    <a:pt x="2164" y="1635"/>
                    <a:pt x="2184" y="1831"/>
                    <a:pt x="2062" y="1933"/>
                  </a:cubicBezTo>
                  <a:lnTo>
                    <a:pt x="496" y="3282"/>
                  </a:lnTo>
                  <a:lnTo>
                    <a:pt x="3676" y="2496"/>
                  </a:lnTo>
                  <a:cubicBezTo>
                    <a:pt x="3838" y="2455"/>
                    <a:pt x="3906" y="2272"/>
                    <a:pt x="3805" y="2143"/>
                  </a:cubicBezTo>
                  <a:lnTo>
                    <a:pt x="3377" y="1547"/>
                  </a:lnTo>
                  <a:cubicBezTo>
                    <a:pt x="3303" y="1452"/>
                    <a:pt x="3215" y="1377"/>
                    <a:pt x="3106" y="1330"/>
                  </a:cubicBezTo>
                  <a:lnTo>
                    <a:pt x="129" y="1"/>
                  </a:lnTo>
                  <a:close/>
                </a:path>
              </a:pathLst>
            </a:custGeom>
            <a:solidFill>
              <a:srgbClr val="98A6B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018" name="Google Shape;19018;p46"/>
            <p:cNvSpPr/>
            <p:nvPr/>
          </p:nvSpPr>
          <p:spPr>
            <a:xfrm>
              <a:off x="6565131" y="3090659"/>
              <a:ext cx="102481" cy="86113"/>
            </a:xfrm>
            <a:custGeom>
              <a:rect b="b" l="l" r="r" t="t"/>
              <a:pathLst>
                <a:path extrusionOk="0" h="3283" w="3907">
                  <a:moveTo>
                    <a:pt x="3777" y="1"/>
                  </a:moveTo>
                  <a:lnTo>
                    <a:pt x="801" y="1330"/>
                  </a:lnTo>
                  <a:cubicBezTo>
                    <a:pt x="692" y="1377"/>
                    <a:pt x="597" y="1452"/>
                    <a:pt x="529" y="1547"/>
                  </a:cubicBezTo>
                  <a:lnTo>
                    <a:pt x="102" y="2136"/>
                  </a:lnTo>
                  <a:cubicBezTo>
                    <a:pt x="0" y="2272"/>
                    <a:pt x="68" y="2455"/>
                    <a:pt x="231" y="2496"/>
                  </a:cubicBezTo>
                  <a:lnTo>
                    <a:pt x="3411" y="3282"/>
                  </a:lnTo>
                  <a:lnTo>
                    <a:pt x="1845" y="1933"/>
                  </a:lnTo>
                  <a:cubicBezTo>
                    <a:pt x="1723" y="1831"/>
                    <a:pt x="1743" y="1635"/>
                    <a:pt x="1885" y="1560"/>
                  </a:cubicBezTo>
                  <a:lnTo>
                    <a:pt x="3764" y="570"/>
                  </a:lnTo>
                  <a:cubicBezTo>
                    <a:pt x="3865" y="516"/>
                    <a:pt x="3906" y="401"/>
                    <a:pt x="3872" y="299"/>
                  </a:cubicBezTo>
                  <a:lnTo>
                    <a:pt x="3777" y="1"/>
                  </a:lnTo>
                  <a:close/>
                </a:path>
              </a:pathLst>
            </a:custGeom>
            <a:solidFill>
              <a:srgbClr val="98A6B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019" name="Google Shape;19019;p46"/>
            <p:cNvSpPr/>
            <p:nvPr/>
          </p:nvSpPr>
          <p:spPr>
            <a:xfrm>
              <a:off x="6537459" y="3001740"/>
              <a:ext cx="72342" cy="85038"/>
            </a:xfrm>
            <a:custGeom>
              <a:rect b="b" l="l" r="r" t="t"/>
              <a:pathLst>
                <a:path extrusionOk="0" h="3242" w="2758">
                  <a:moveTo>
                    <a:pt x="2757" y="0"/>
                  </a:moveTo>
                  <a:cubicBezTo>
                    <a:pt x="2757" y="0"/>
                    <a:pt x="2751" y="7"/>
                    <a:pt x="2751" y="7"/>
                  </a:cubicBezTo>
                  <a:lnTo>
                    <a:pt x="1639" y="1323"/>
                  </a:lnTo>
                  <a:cubicBezTo>
                    <a:pt x="1590" y="1379"/>
                    <a:pt x="1528" y="1404"/>
                    <a:pt x="1467" y="1404"/>
                  </a:cubicBezTo>
                  <a:cubicBezTo>
                    <a:pt x="1331" y="1404"/>
                    <a:pt x="1201" y="1283"/>
                    <a:pt x="1238" y="1119"/>
                  </a:cubicBezTo>
                  <a:lnTo>
                    <a:pt x="1455" y="177"/>
                  </a:lnTo>
                  <a:lnTo>
                    <a:pt x="418" y="1255"/>
                  </a:lnTo>
                  <a:cubicBezTo>
                    <a:pt x="323" y="1356"/>
                    <a:pt x="262" y="1478"/>
                    <a:pt x="242" y="1621"/>
                  </a:cubicBezTo>
                  <a:lnTo>
                    <a:pt x="25" y="2984"/>
                  </a:lnTo>
                  <a:cubicBezTo>
                    <a:pt x="1" y="3121"/>
                    <a:pt x="113" y="3242"/>
                    <a:pt x="246" y="3242"/>
                  </a:cubicBezTo>
                  <a:cubicBezTo>
                    <a:pt x="265" y="3242"/>
                    <a:pt x="284" y="3240"/>
                    <a:pt x="303" y="3235"/>
                  </a:cubicBezTo>
                  <a:lnTo>
                    <a:pt x="1021" y="3058"/>
                  </a:lnTo>
                  <a:cubicBezTo>
                    <a:pt x="1218" y="3011"/>
                    <a:pt x="1388" y="2875"/>
                    <a:pt x="1469" y="2685"/>
                  </a:cubicBezTo>
                  <a:lnTo>
                    <a:pt x="2757" y="0"/>
                  </a:lnTo>
                  <a:close/>
                </a:path>
              </a:pathLst>
            </a:custGeom>
            <a:solidFill>
              <a:srgbClr val="98A6B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9020" name="Google Shape;19020;p46"/>
          <p:cNvGrpSpPr/>
          <p:nvPr/>
        </p:nvGrpSpPr>
        <p:grpSpPr>
          <a:xfrm>
            <a:off x="4135079" y="1518066"/>
            <a:ext cx="370132" cy="358224"/>
            <a:chOff x="4135079" y="1518066"/>
            <a:chExt cx="370132" cy="358224"/>
          </a:xfrm>
        </p:grpSpPr>
        <p:sp>
          <p:nvSpPr>
            <p:cNvPr id="19021" name="Google Shape;19021;p46"/>
            <p:cNvSpPr/>
            <p:nvPr/>
          </p:nvSpPr>
          <p:spPr>
            <a:xfrm>
              <a:off x="4135079" y="1625688"/>
              <a:ext cx="95530" cy="95530"/>
            </a:xfrm>
            <a:custGeom>
              <a:rect b="b" l="l" r="r" t="t"/>
              <a:pathLst>
                <a:path extrusionOk="0" h="3642" w="3642">
                  <a:moveTo>
                    <a:pt x="1824" y="0"/>
                  </a:moveTo>
                  <a:cubicBezTo>
                    <a:pt x="814" y="0"/>
                    <a:pt x="0" y="814"/>
                    <a:pt x="0" y="1817"/>
                  </a:cubicBezTo>
                  <a:cubicBezTo>
                    <a:pt x="0" y="2821"/>
                    <a:pt x="814" y="3641"/>
                    <a:pt x="1824" y="3641"/>
                  </a:cubicBezTo>
                  <a:cubicBezTo>
                    <a:pt x="2828" y="3641"/>
                    <a:pt x="3642" y="2821"/>
                    <a:pt x="3642" y="1817"/>
                  </a:cubicBezTo>
                  <a:cubicBezTo>
                    <a:pt x="3642" y="814"/>
                    <a:pt x="2828" y="0"/>
                    <a:pt x="1824" y="0"/>
                  </a:cubicBezTo>
                  <a:close/>
                </a:path>
              </a:pathLst>
            </a:custGeom>
            <a:solidFill>
              <a:srgbClr val="4F647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022" name="Google Shape;19022;p46"/>
            <p:cNvSpPr/>
            <p:nvPr/>
          </p:nvSpPr>
          <p:spPr>
            <a:xfrm>
              <a:off x="4153047" y="1643472"/>
              <a:ext cx="59595" cy="59778"/>
            </a:xfrm>
            <a:custGeom>
              <a:rect b="b" l="l" r="r" t="t"/>
              <a:pathLst>
                <a:path extrusionOk="0" h="2279" w="2272">
                  <a:moveTo>
                    <a:pt x="1139" y="0"/>
                  </a:moveTo>
                  <a:cubicBezTo>
                    <a:pt x="509" y="0"/>
                    <a:pt x="0" y="509"/>
                    <a:pt x="0" y="1139"/>
                  </a:cubicBezTo>
                  <a:cubicBezTo>
                    <a:pt x="0" y="1770"/>
                    <a:pt x="509" y="2278"/>
                    <a:pt x="1139" y="2278"/>
                  </a:cubicBezTo>
                  <a:cubicBezTo>
                    <a:pt x="1763" y="2278"/>
                    <a:pt x="2272" y="1770"/>
                    <a:pt x="2272" y="1139"/>
                  </a:cubicBezTo>
                  <a:cubicBezTo>
                    <a:pt x="2272" y="509"/>
                    <a:pt x="1763" y="0"/>
                    <a:pt x="1139" y="0"/>
                  </a:cubicBezTo>
                  <a:close/>
                </a:path>
              </a:pathLst>
            </a:custGeom>
            <a:solidFill>
              <a:srgbClr val="DBE2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023" name="Google Shape;19023;p46"/>
            <p:cNvSpPr/>
            <p:nvPr/>
          </p:nvSpPr>
          <p:spPr>
            <a:xfrm>
              <a:off x="4409681" y="1625688"/>
              <a:ext cx="95530" cy="95530"/>
            </a:xfrm>
            <a:custGeom>
              <a:rect b="b" l="l" r="r" t="t"/>
              <a:pathLst>
                <a:path extrusionOk="0" h="3642" w="3642">
                  <a:moveTo>
                    <a:pt x="1818" y="0"/>
                  </a:moveTo>
                  <a:cubicBezTo>
                    <a:pt x="814" y="0"/>
                    <a:pt x="1" y="814"/>
                    <a:pt x="1" y="1817"/>
                  </a:cubicBezTo>
                  <a:cubicBezTo>
                    <a:pt x="1" y="2821"/>
                    <a:pt x="814" y="3641"/>
                    <a:pt x="1818" y="3641"/>
                  </a:cubicBezTo>
                  <a:cubicBezTo>
                    <a:pt x="2828" y="3641"/>
                    <a:pt x="3642" y="2821"/>
                    <a:pt x="3642" y="1817"/>
                  </a:cubicBezTo>
                  <a:cubicBezTo>
                    <a:pt x="3642" y="814"/>
                    <a:pt x="2828" y="0"/>
                    <a:pt x="1818" y="0"/>
                  </a:cubicBezTo>
                  <a:close/>
                </a:path>
              </a:pathLst>
            </a:custGeom>
            <a:solidFill>
              <a:srgbClr val="4F647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024" name="Google Shape;19024;p46"/>
            <p:cNvSpPr/>
            <p:nvPr/>
          </p:nvSpPr>
          <p:spPr>
            <a:xfrm>
              <a:off x="4427649" y="1643472"/>
              <a:ext cx="59621" cy="59778"/>
            </a:xfrm>
            <a:custGeom>
              <a:rect b="b" l="l" r="r" t="t"/>
              <a:pathLst>
                <a:path extrusionOk="0" h="2279" w="2273">
                  <a:moveTo>
                    <a:pt x="1133" y="0"/>
                  </a:moveTo>
                  <a:cubicBezTo>
                    <a:pt x="509" y="0"/>
                    <a:pt x="1" y="509"/>
                    <a:pt x="1" y="1139"/>
                  </a:cubicBezTo>
                  <a:cubicBezTo>
                    <a:pt x="1" y="1770"/>
                    <a:pt x="509" y="2278"/>
                    <a:pt x="1133" y="2278"/>
                  </a:cubicBezTo>
                  <a:cubicBezTo>
                    <a:pt x="1764" y="2278"/>
                    <a:pt x="2272" y="1770"/>
                    <a:pt x="2272" y="1139"/>
                  </a:cubicBezTo>
                  <a:cubicBezTo>
                    <a:pt x="2272" y="509"/>
                    <a:pt x="1764" y="0"/>
                    <a:pt x="1133" y="0"/>
                  </a:cubicBezTo>
                  <a:close/>
                </a:path>
              </a:pathLst>
            </a:custGeom>
            <a:solidFill>
              <a:srgbClr val="DBE2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025" name="Google Shape;19025;p46"/>
            <p:cNvSpPr/>
            <p:nvPr/>
          </p:nvSpPr>
          <p:spPr>
            <a:xfrm>
              <a:off x="4170831" y="1518250"/>
              <a:ext cx="298471" cy="358040"/>
            </a:xfrm>
            <a:custGeom>
              <a:rect b="b" l="l" r="r" t="t"/>
              <a:pathLst>
                <a:path extrusionOk="0" h="13650" w="11379">
                  <a:moveTo>
                    <a:pt x="6150" y="1"/>
                  </a:moveTo>
                  <a:cubicBezTo>
                    <a:pt x="5547" y="197"/>
                    <a:pt x="5032" y="618"/>
                    <a:pt x="4652" y="1024"/>
                  </a:cubicBezTo>
                  <a:cubicBezTo>
                    <a:pt x="2468" y="1513"/>
                    <a:pt x="916" y="3452"/>
                    <a:pt x="916" y="5689"/>
                  </a:cubicBezTo>
                  <a:cubicBezTo>
                    <a:pt x="909" y="6144"/>
                    <a:pt x="780" y="6598"/>
                    <a:pt x="550" y="6991"/>
                  </a:cubicBezTo>
                  <a:cubicBezTo>
                    <a:pt x="190" y="7595"/>
                    <a:pt x="7" y="8286"/>
                    <a:pt x="0" y="8985"/>
                  </a:cubicBezTo>
                  <a:cubicBezTo>
                    <a:pt x="0" y="11561"/>
                    <a:pt x="2543" y="13650"/>
                    <a:pt x="5689" y="13650"/>
                  </a:cubicBezTo>
                  <a:cubicBezTo>
                    <a:pt x="8836" y="13650"/>
                    <a:pt x="11378" y="11561"/>
                    <a:pt x="11378" y="8985"/>
                  </a:cubicBezTo>
                  <a:cubicBezTo>
                    <a:pt x="11378" y="8286"/>
                    <a:pt x="11188" y="7595"/>
                    <a:pt x="10836" y="6991"/>
                  </a:cubicBezTo>
                  <a:cubicBezTo>
                    <a:pt x="10598" y="6598"/>
                    <a:pt x="10476" y="6144"/>
                    <a:pt x="10470" y="5689"/>
                  </a:cubicBezTo>
                  <a:cubicBezTo>
                    <a:pt x="10470" y="3750"/>
                    <a:pt x="9303" y="2008"/>
                    <a:pt x="7513" y="1269"/>
                  </a:cubicBezTo>
                  <a:lnTo>
                    <a:pt x="7513" y="455"/>
                  </a:lnTo>
                  <a:lnTo>
                    <a:pt x="6374" y="909"/>
                  </a:lnTo>
                  <a:lnTo>
                    <a:pt x="6150" y="1"/>
                  </a:lnTo>
                  <a:close/>
                </a:path>
              </a:pathLst>
            </a:custGeom>
            <a:solidFill>
              <a:srgbClr val="697D9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026" name="Google Shape;19026;p46"/>
            <p:cNvSpPr/>
            <p:nvPr/>
          </p:nvSpPr>
          <p:spPr>
            <a:xfrm>
              <a:off x="4170831" y="1518066"/>
              <a:ext cx="166665" cy="352374"/>
            </a:xfrm>
            <a:custGeom>
              <a:rect b="b" l="l" r="r" t="t"/>
              <a:pathLst>
                <a:path extrusionOk="0" h="13434" w="6354">
                  <a:moveTo>
                    <a:pt x="6150" y="1"/>
                  </a:moveTo>
                  <a:cubicBezTo>
                    <a:pt x="5547" y="204"/>
                    <a:pt x="5032" y="625"/>
                    <a:pt x="4652" y="1031"/>
                  </a:cubicBezTo>
                  <a:cubicBezTo>
                    <a:pt x="2468" y="1520"/>
                    <a:pt x="916" y="3459"/>
                    <a:pt x="916" y="5696"/>
                  </a:cubicBezTo>
                  <a:cubicBezTo>
                    <a:pt x="909" y="6151"/>
                    <a:pt x="780" y="6605"/>
                    <a:pt x="550" y="6998"/>
                  </a:cubicBezTo>
                  <a:cubicBezTo>
                    <a:pt x="190" y="7602"/>
                    <a:pt x="7" y="8293"/>
                    <a:pt x="0" y="8992"/>
                  </a:cubicBezTo>
                  <a:cubicBezTo>
                    <a:pt x="0" y="11073"/>
                    <a:pt x="1662" y="12836"/>
                    <a:pt x="3953" y="13433"/>
                  </a:cubicBezTo>
                  <a:cubicBezTo>
                    <a:pt x="3025" y="12457"/>
                    <a:pt x="2509" y="11155"/>
                    <a:pt x="2509" y="9805"/>
                  </a:cubicBezTo>
                  <a:cubicBezTo>
                    <a:pt x="2502" y="8999"/>
                    <a:pt x="2692" y="8205"/>
                    <a:pt x="3052" y="7480"/>
                  </a:cubicBezTo>
                  <a:cubicBezTo>
                    <a:pt x="3289" y="7005"/>
                    <a:pt x="3418" y="6483"/>
                    <a:pt x="3418" y="5954"/>
                  </a:cubicBezTo>
                  <a:cubicBezTo>
                    <a:pt x="3418" y="3642"/>
                    <a:pt x="4625" y="1655"/>
                    <a:pt x="6354" y="814"/>
                  </a:cubicBezTo>
                  <a:lnTo>
                    <a:pt x="6150" y="1"/>
                  </a:lnTo>
                  <a:close/>
                </a:path>
              </a:pathLst>
            </a:custGeom>
            <a:solidFill>
              <a:srgbClr val="4F647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027" name="Google Shape;19027;p46"/>
            <p:cNvSpPr/>
            <p:nvPr/>
          </p:nvSpPr>
          <p:spPr>
            <a:xfrm>
              <a:off x="4212615" y="1636914"/>
              <a:ext cx="214719" cy="215558"/>
            </a:xfrm>
            <a:custGeom>
              <a:rect b="b" l="l" r="r" t="t"/>
              <a:pathLst>
                <a:path extrusionOk="0" h="8218" w="8186">
                  <a:moveTo>
                    <a:pt x="2256" y="0"/>
                  </a:moveTo>
                  <a:cubicBezTo>
                    <a:pt x="1747" y="0"/>
                    <a:pt x="1238" y="190"/>
                    <a:pt x="842" y="569"/>
                  </a:cubicBezTo>
                  <a:cubicBezTo>
                    <a:pt x="55" y="1321"/>
                    <a:pt x="1" y="2555"/>
                    <a:pt x="706" y="3383"/>
                  </a:cubicBezTo>
                  <a:cubicBezTo>
                    <a:pt x="991" y="3722"/>
                    <a:pt x="1052" y="4190"/>
                    <a:pt x="875" y="4590"/>
                  </a:cubicBezTo>
                  <a:cubicBezTo>
                    <a:pt x="753" y="4874"/>
                    <a:pt x="686" y="5180"/>
                    <a:pt x="686" y="5485"/>
                  </a:cubicBezTo>
                  <a:cubicBezTo>
                    <a:pt x="686" y="6997"/>
                    <a:pt x="2211" y="8217"/>
                    <a:pt x="4096" y="8217"/>
                  </a:cubicBezTo>
                  <a:cubicBezTo>
                    <a:pt x="5981" y="8217"/>
                    <a:pt x="7514" y="6990"/>
                    <a:pt x="7514" y="5485"/>
                  </a:cubicBezTo>
                  <a:cubicBezTo>
                    <a:pt x="7514" y="5173"/>
                    <a:pt x="7446" y="4874"/>
                    <a:pt x="7324" y="4590"/>
                  </a:cubicBezTo>
                  <a:cubicBezTo>
                    <a:pt x="7148" y="4190"/>
                    <a:pt x="7209" y="3722"/>
                    <a:pt x="7493" y="3383"/>
                  </a:cubicBezTo>
                  <a:cubicBezTo>
                    <a:pt x="8185" y="2555"/>
                    <a:pt x="8117" y="1335"/>
                    <a:pt x="7337" y="589"/>
                  </a:cubicBezTo>
                  <a:cubicBezTo>
                    <a:pt x="6944" y="213"/>
                    <a:pt x="6434" y="23"/>
                    <a:pt x="5923" y="23"/>
                  </a:cubicBezTo>
                  <a:cubicBezTo>
                    <a:pt x="5430" y="23"/>
                    <a:pt x="4936" y="199"/>
                    <a:pt x="4544" y="555"/>
                  </a:cubicBezTo>
                  <a:cubicBezTo>
                    <a:pt x="4418" y="667"/>
                    <a:pt x="4261" y="723"/>
                    <a:pt x="4102" y="723"/>
                  </a:cubicBezTo>
                  <a:cubicBezTo>
                    <a:pt x="3944" y="723"/>
                    <a:pt x="3784" y="667"/>
                    <a:pt x="3656" y="555"/>
                  </a:cubicBezTo>
                  <a:cubicBezTo>
                    <a:pt x="3262" y="185"/>
                    <a:pt x="2759" y="0"/>
                    <a:pt x="2256" y="0"/>
                  </a:cubicBezTo>
                  <a:close/>
                </a:path>
              </a:pathLst>
            </a:custGeom>
            <a:solidFill>
              <a:srgbClr val="E7EDF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028" name="Google Shape;19028;p46"/>
            <p:cNvSpPr/>
            <p:nvPr/>
          </p:nvSpPr>
          <p:spPr>
            <a:xfrm>
              <a:off x="4204274" y="1638121"/>
              <a:ext cx="60119" cy="179308"/>
            </a:xfrm>
            <a:custGeom>
              <a:rect b="b" l="l" r="r" t="t"/>
              <a:pathLst>
                <a:path extrusionOk="0" h="6836" w="2292">
                  <a:moveTo>
                    <a:pt x="2272" y="1"/>
                  </a:moveTo>
                  <a:cubicBezTo>
                    <a:pt x="699" y="252"/>
                    <a:pt x="0" y="2116"/>
                    <a:pt x="1024" y="3337"/>
                  </a:cubicBezTo>
                  <a:cubicBezTo>
                    <a:pt x="1309" y="3676"/>
                    <a:pt x="1370" y="4144"/>
                    <a:pt x="1193" y="4544"/>
                  </a:cubicBezTo>
                  <a:cubicBezTo>
                    <a:pt x="1071" y="4828"/>
                    <a:pt x="1004" y="5134"/>
                    <a:pt x="1004" y="5439"/>
                  </a:cubicBezTo>
                  <a:cubicBezTo>
                    <a:pt x="1010" y="5947"/>
                    <a:pt x="1180" y="6435"/>
                    <a:pt x="1485" y="6835"/>
                  </a:cubicBezTo>
                  <a:cubicBezTo>
                    <a:pt x="1065" y="5534"/>
                    <a:pt x="1166" y="4123"/>
                    <a:pt x="1777" y="2903"/>
                  </a:cubicBezTo>
                  <a:cubicBezTo>
                    <a:pt x="2014" y="2428"/>
                    <a:pt x="2143" y="1906"/>
                    <a:pt x="2143" y="1377"/>
                  </a:cubicBezTo>
                  <a:cubicBezTo>
                    <a:pt x="2143" y="916"/>
                    <a:pt x="2190" y="448"/>
                    <a:pt x="2292" y="1"/>
                  </a:cubicBezTo>
                  <a:close/>
                </a:path>
              </a:pathLst>
            </a:custGeom>
            <a:solidFill>
              <a:srgbClr val="D7E1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029" name="Google Shape;19029;p46"/>
            <p:cNvSpPr/>
            <p:nvPr/>
          </p:nvSpPr>
          <p:spPr>
            <a:xfrm>
              <a:off x="4287948" y="1733126"/>
              <a:ext cx="28564" cy="17968"/>
            </a:xfrm>
            <a:custGeom>
              <a:rect b="b" l="l" r="r" t="t"/>
              <a:pathLst>
                <a:path extrusionOk="0" h="685" w="1089">
                  <a:moveTo>
                    <a:pt x="323" y="0"/>
                  </a:moveTo>
                  <a:cubicBezTo>
                    <a:pt x="114" y="0"/>
                    <a:pt x="0" y="302"/>
                    <a:pt x="214" y="427"/>
                  </a:cubicBezTo>
                  <a:lnTo>
                    <a:pt x="668" y="657"/>
                  </a:lnTo>
                  <a:cubicBezTo>
                    <a:pt x="702" y="671"/>
                    <a:pt x="736" y="678"/>
                    <a:pt x="770" y="678"/>
                  </a:cubicBezTo>
                  <a:lnTo>
                    <a:pt x="770" y="684"/>
                  </a:lnTo>
                  <a:cubicBezTo>
                    <a:pt x="1014" y="684"/>
                    <a:pt x="1089" y="359"/>
                    <a:pt x="872" y="250"/>
                  </a:cubicBezTo>
                  <a:lnTo>
                    <a:pt x="417" y="20"/>
                  </a:lnTo>
                  <a:cubicBezTo>
                    <a:pt x="385" y="6"/>
                    <a:pt x="353" y="0"/>
                    <a:pt x="323" y="0"/>
                  </a:cubicBezTo>
                  <a:close/>
                </a:path>
              </a:pathLst>
            </a:custGeom>
            <a:solidFill>
              <a:srgbClr val="405C7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030" name="Google Shape;19030;p46"/>
            <p:cNvSpPr/>
            <p:nvPr/>
          </p:nvSpPr>
          <p:spPr>
            <a:xfrm>
              <a:off x="4323673" y="1733126"/>
              <a:ext cx="28696" cy="17784"/>
            </a:xfrm>
            <a:custGeom>
              <a:rect b="b" l="l" r="r" t="t"/>
              <a:pathLst>
                <a:path extrusionOk="0" h="678" w="1094">
                  <a:moveTo>
                    <a:pt x="768" y="0"/>
                  </a:moveTo>
                  <a:cubicBezTo>
                    <a:pt x="739" y="0"/>
                    <a:pt x="708" y="6"/>
                    <a:pt x="676" y="20"/>
                  </a:cubicBezTo>
                  <a:lnTo>
                    <a:pt x="222" y="250"/>
                  </a:lnTo>
                  <a:cubicBezTo>
                    <a:pt x="0" y="351"/>
                    <a:pt x="78" y="678"/>
                    <a:pt x="316" y="678"/>
                  </a:cubicBezTo>
                  <a:cubicBezTo>
                    <a:pt x="318" y="678"/>
                    <a:pt x="321" y="678"/>
                    <a:pt x="323" y="678"/>
                  </a:cubicBezTo>
                  <a:cubicBezTo>
                    <a:pt x="357" y="678"/>
                    <a:pt x="391" y="671"/>
                    <a:pt x="425" y="657"/>
                  </a:cubicBezTo>
                  <a:lnTo>
                    <a:pt x="879" y="427"/>
                  </a:lnTo>
                  <a:cubicBezTo>
                    <a:pt x="1093" y="302"/>
                    <a:pt x="974" y="0"/>
                    <a:pt x="768" y="0"/>
                  </a:cubicBezTo>
                  <a:close/>
                </a:path>
              </a:pathLst>
            </a:custGeom>
            <a:solidFill>
              <a:srgbClr val="405C7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031" name="Google Shape;19031;p46"/>
            <p:cNvSpPr/>
            <p:nvPr/>
          </p:nvSpPr>
          <p:spPr>
            <a:xfrm>
              <a:off x="4260459" y="1774884"/>
              <a:ext cx="119373" cy="53745"/>
            </a:xfrm>
            <a:custGeom>
              <a:rect b="b" l="l" r="r" t="t"/>
              <a:pathLst>
                <a:path extrusionOk="0" h="2049" w="4551">
                  <a:moveTo>
                    <a:pt x="245" y="1"/>
                  </a:moveTo>
                  <a:cubicBezTo>
                    <a:pt x="102" y="1"/>
                    <a:pt x="1" y="123"/>
                    <a:pt x="14" y="259"/>
                  </a:cubicBezTo>
                  <a:cubicBezTo>
                    <a:pt x="157" y="1262"/>
                    <a:pt x="1120" y="2049"/>
                    <a:pt x="2272" y="2049"/>
                  </a:cubicBezTo>
                  <a:cubicBezTo>
                    <a:pt x="3432" y="2049"/>
                    <a:pt x="4395" y="1262"/>
                    <a:pt x="4530" y="259"/>
                  </a:cubicBezTo>
                  <a:cubicBezTo>
                    <a:pt x="4551" y="123"/>
                    <a:pt x="4442" y="1"/>
                    <a:pt x="4306" y="1"/>
                  </a:cubicBezTo>
                  <a:close/>
                </a:path>
              </a:pathLst>
            </a:custGeom>
            <a:solidFill>
              <a:srgbClr val="203B5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032" name="Google Shape;19032;p46"/>
            <p:cNvSpPr/>
            <p:nvPr/>
          </p:nvSpPr>
          <p:spPr>
            <a:xfrm>
              <a:off x="4285718" y="1792773"/>
              <a:ext cx="68670" cy="35778"/>
            </a:xfrm>
            <a:custGeom>
              <a:rect b="b" l="l" r="r" t="t"/>
              <a:pathLst>
                <a:path extrusionOk="0" h="1364" w="2618">
                  <a:moveTo>
                    <a:pt x="1309" y="0"/>
                  </a:moveTo>
                  <a:cubicBezTo>
                    <a:pt x="748" y="0"/>
                    <a:pt x="187" y="329"/>
                    <a:pt x="1" y="987"/>
                  </a:cubicBezTo>
                  <a:cubicBezTo>
                    <a:pt x="401" y="1238"/>
                    <a:pt x="855" y="1363"/>
                    <a:pt x="1309" y="1363"/>
                  </a:cubicBezTo>
                  <a:cubicBezTo>
                    <a:pt x="1764" y="1363"/>
                    <a:pt x="2218" y="1238"/>
                    <a:pt x="2618" y="987"/>
                  </a:cubicBezTo>
                  <a:cubicBezTo>
                    <a:pt x="2431" y="329"/>
                    <a:pt x="1870" y="0"/>
                    <a:pt x="1309" y="0"/>
                  </a:cubicBezTo>
                  <a:close/>
                </a:path>
              </a:pathLst>
            </a:custGeom>
            <a:solidFill>
              <a:srgbClr val="788A9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033" name="Google Shape;19033;p46"/>
            <p:cNvSpPr/>
            <p:nvPr/>
          </p:nvSpPr>
          <p:spPr>
            <a:xfrm>
              <a:off x="4248550" y="1667472"/>
              <a:ext cx="35778" cy="41811"/>
            </a:xfrm>
            <a:custGeom>
              <a:rect b="b" l="l" r="r" t="t"/>
              <a:pathLst>
                <a:path extrusionOk="0" h="1594" w="1364">
                  <a:moveTo>
                    <a:pt x="679" y="0"/>
                  </a:moveTo>
                  <a:cubicBezTo>
                    <a:pt x="306" y="0"/>
                    <a:pt x="0" y="306"/>
                    <a:pt x="0" y="679"/>
                  </a:cubicBezTo>
                  <a:lnTo>
                    <a:pt x="0" y="909"/>
                  </a:lnTo>
                  <a:cubicBezTo>
                    <a:pt x="0" y="1282"/>
                    <a:pt x="306" y="1587"/>
                    <a:pt x="679" y="1594"/>
                  </a:cubicBezTo>
                  <a:cubicBezTo>
                    <a:pt x="1058" y="1594"/>
                    <a:pt x="1363" y="1282"/>
                    <a:pt x="1363" y="909"/>
                  </a:cubicBezTo>
                  <a:lnTo>
                    <a:pt x="1363" y="679"/>
                  </a:lnTo>
                  <a:cubicBezTo>
                    <a:pt x="1363" y="306"/>
                    <a:pt x="1058" y="0"/>
                    <a:pt x="679" y="0"/>
                  </a:cubicBezTo>
                  <a:close/>
                </a:path>
              </a:pathLst>
            </a:custGeom>
            <a:solidFill>
              <a:srgbClr val="203B5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034" name="Google Shape;19034;p46"/>
            <p:cNvSpPr/>
            <p:nvPr/>
          </p:nvSpPr>
          <p:spPr>
            <a:xfrm>
              <a:off x="4266334" y="1667472"/>
              <a:ext cx="17994" cy="29771"/>
            </a:xfrm>
            <a:custGeom>
              <a:rect b="b" l="l" r="r" t="t"/>
              <a:pathLst>
                <a:path extrusionOk="0" h="1135" w="686">
                  <a:moveTo>
                    <a:pt x="13" y="0"/>
                  </a:moveTo>
                  <a:cubicBezTo>
                    <a:pt x="9" y="0"/>
                    <a:pt x="5" y="0"/>
                    <a:pt x="1" y="0"/>
                  </a:cubicBezTo>
                  <a:lnTo>
                    <a:pt x="1" y="794"/>
                  </a:lnTo>
                  <a:cubicBezTo>
                    <a:pt x="1" y="1021"/>
                    <a:pt x="172" y="1134"/>
                    <a:pt x="343" y="1134"/>
                  </a:cubicBezTo>
                  <a:cubicBezTo>
                    <a:pt x="514" y="1134"/>
                    <a:pt x="685" y="1021"/>
                    <a:pt x="685" y="794"/>
                  </a:cubicBezTo>
                  <a:lnTo>
                    <a:pt x="685" y="679"/>
                  </a:lnTo>
                  <a:cubicBezTo>
                    <a:pt x="685" y="310"/>
                    <a:pt x="387" y="0"/>
                    <a:pt x="13" y="0"/>
                  </a:cubicBezTo>
                  <a:close/>
                </a:path>
              </a:pathLst>
            </a:custGeom>
            <a:solidFill>
              <a:srgbClr val="405C7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035" name="Google Shape;19035;p46"/>
            <p:cNvSpPr/>
            <p:nvPr/>
          </p:nvSpPr>
          <p:spPr>
            <a:xfrm>
              <a:off x="4260459" y="1673348"/>
              <a:ext cx="11961" cy="11935"/>
            </a:xfrm>
            <a:custGeom>
              <a:rect b="b" l="l" r="r" t="t"/>
              <a:pathLst>
                <a:path extrusionOk="0" h="455" w="456">
                  <a:moveTo>
                    <a:pt x="225" y="0"/>
                  </a:moveTo>
                  <a:cubicBezTo>
                    <a:pt x="102" y="0"/>
                    <a:pt x="1" y="102"/>
                    <a:pt x="1" y="231"/>
                  </a:cubicBezTo>
                  <a:cubicBezTo>
                    <a:pt x="1" y="353"/>
                    <a:pt x="102" y="455"/>
                    <a:pt x="225" y="455"/>
                  </a:cubicBezTo>
                  <a:cubicBezTo>
                    <a:pt x="353" y="455"/>
                    <a:pt x="455" y="353"/>
                    <a:pt x="455" y="231"/>
                  </a:cubicBezTo>
                  <a:cubicBezTo>
                    <a:pt x="455" y="102"/>
                    <a:pt x="353" y="0"/>
                    <a:pt x="225" y="0"/>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036" name="Google Shape;19036;p46"/>
            <p:cNvSpPr/>
            <p:nvPr/>
          </p:nvSpPr>
          <p:spPr>
            <a:xfrm>
              <a:off x="4355962" y="1667472"/>
              <a:ext cx="35778" cy="41811"/>
            </a:xfrm>
            <a:custGeom>
              <a:rect b="b" l="l" r="r" t="t"/>
              <a:pathLst>
                <a:path extrusionOk="0" h="1594" w="1364">
                  <a:moveTo>
                    <a:pt x="679" y="0"/>
                  </a:moveTo>
                  <a:cubicBezTo>
                    <a:pt x="306" y="0"/>
                    <a:pt x="1" y="306"/>
                    <a:pt x="1" y="679"/>
                  </a:cubicBezTo>
                  <a:lnTo>
                    <a:pt x="1" y="909"/>
                  </a:lnTo>
                  <a:cubicBezTo>
                    <a:pt x="1" y="1282"/>
                    <a:pt x="306" y="1594"/>
                    <a:pt x="679" y="1594"/>
                  </a:cubicBezTo>
                  <a:cubicBezTo>
                    <a:pt x="1059" y="1594"/>
                    <a:pt x="1364" y="1282"/>
                    <a:pt x="1364" y="909"/>
                  </a:cubicBezTo>
                  <a:lnTo>
                    <a:pt x="1364" y="679"/>
                  </a:lnTo>
                  <a:cubicBezTo>
                    <a:pt x="1364" y="306"/>
                    <a:pt x="1059" y="0"/>
                    <a:pt x="679" y="0"/>
                  </a:cubicBezTo>
                  <a:close/>
                </a:path>
              </a:pathLst>
            </a:custGeom>
            <a:solidFill>
              <a:srgbClr val="203B5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037" name="Google Shape;19037;p46"/>
            <p:cNvSpPr/>
            <p:nvPr/>
          </p:nvSpPr>
          <p:spPr>
            <a:xfrm>
              <a:off x="4373772" y="1667472"/>
              <a:ext cx="17968" cy="29771"/>
            </a:xfrm>
            <a:custGeom>
              <a:rect b="b" l="l" r="r" t="t"/>
              <a:pathLst>
                <a:path extrusionOk="0" h="1135" w="685">
                  <a:moveTo>
                    <a:pt x="12" y="0"/>
                  </a:moveTo>
                  <a:cubicBezTo>
                    <a:pt x="8" y="0"/>
                    <a:pt x="4" y="0"/>
                    <a:pt x="0" y="0"/>
                  </a:cubicBezTo>
                  <a:lnTo>
                    <a:pt x="0" y="794"/>
                  </a:lnTo>
                  <a:cubicBezTo>
                    <a:pt x="0" y="1021"/>
                    <a:pt x="171" y="1134"/>
                    <a:pt x="342" y="1134"/>
                  </a:cubicBezTo>
                  <a:cubicBezTo>
                    <a:pt x="514" y="1134"/>
                    <a:pt x="685" y="1021"/>
                    <a:pt x="685" y="794"/>
                  </a:cubicBezTo>
                  <a:lnTo>
                    <a:pt x="685" y="679"/>
                  </a:lnTo>
                  <a:cubicBezTo>
                    <a:pt x="685" y="310"/>
                    <a:pt x="386" y="0"/>
                    <a:pt x="12" y="0"/>
                  </a:cubicBezTo>
                  <a:close/>
                </a:path>
              </a:pathLst>
            </a:custGeom>
            <a:solidFill>
              <a:srgbClr val="405C7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038" name="Google Shape;19038;p46"/>
            <p:cNvSpPr/>
            <p:nvPr/>
          </p:nvSpPr>
          <p:spPr>
            <a:xfrm>
              <a:off x="4367897" y="1673348"/>
              <a:ext cx="11935" cy="11935"/>
            </a:xfrm>
            <a:custGeom>
              <a:rect b="b" l="l" r="r" t="t"/>
              <a:pathLst>
                <a:path extrusionOk="0" h="455" w="455">
                  <a:moveTo>
                    <a:pt x="224" y="0"/>
                  </a:moveTo>
                  <a:cubicBezTo>
                    <a:pt x="102" y="0"/>
                    <a:pt x="0" y="102"/>
                    <a:pt x="0" y="231"/>
                  </a:cubicBezTo>
                  <a:cubicBezTo>
                    <a:pt x="0" y="353"/>
                    <a:pt x="102" y="455"/>
                    <a:pt x="224" y="455"/>
                  </a:cubicBezTo>
                  <a:cubicBezTo>
                    <a:pt x="353" y="455"/>
                    <a:pt x="455" y="353"/>
                    <a:pt x="455" y="231"/>
                  </a:cubicBezTo>
                  <a:cubicBezTo>
                    <a:pt x="455" y="102"/>
                    <a:pt x="353" y="0"/>
                    <a:pt x="224" y="0"/>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039" name="Google Shape;19039;p46"/>
            <p:cNvSpPr/>
            <p:nvPr/>
          </p:nvSpPr>
          <p:spPr>
            <a:xfrm>
              <a:off x="4314178" y="1810688"/>
              <a:ext cx="11935" cy="17941"/>
            </a:xfrm>
            <a:custGeom>
              <a:rect b="b" l="l" r="r" t="t"/>
              <a:pathLst>
                <a:path extrusionOk="0" h="684" w="455">
                  <a:moveTo>
                    <a:pt x="228" y="1"/>
                  </a:moveTo>
                  <a:cubicBezTo>
                    <a:pt x="114" y="1"/>
                    <a:pt x="1" y="77"/>
                    <a:pt x="1" y="229"/>
                  </a:cubicBezTo>
                  <a:lnTo>
                    <a:pt x="1" y="670"/>
                  </a:lnTo>
                  <a:cubicBezTo>
                    <a:pt x="75" y="677"/>
                    <a:pt x="150" y="684"/>
                    <a:pt x="224" y="684"/>
                  </a:cubicBezTo>
                  <a:cubicBezTo>
                    <a:pt x="306" y="684"/>
                    <a:pt x="380" y="677"/>
                    <a:pt x="455" y="670"/>
                  </a:cubicBezTo>
                  <a:lnTo>
                    <a:pt x="455" y="229"/>
                  </a:lnTo>
                  <a:cubicBezTo>
                    <a:pt x="455" y="77"/>
                    <a:pt x="341" y="1"/>
                    <a:pt x="228" y="1"/>
                  </a:cubicBezTo>
                  <a:close/>
                </a:path>
              </a:pathLst>
            </a:custGeom>
            <a:solidFill>
              <a:srgbClr val="98A6B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9040" name="Google Shape;19040;p46"/>
          <p:cNvGrpSpPr/>
          <p:nvPr/>
        </p:nvGrpSpPr>
        <p:grpSpPr>
          <a:xfrm>
            <a:off x="6878869" y="1980134"/>
            <a:ext cx="361239" cy="370157"/>
            <a:chOff x="6878869" y="1980134"/>
            <a:chExt cx="361239" cy="370157"/>
          </a:xfrm>
        </p:grpSpPr>
        <p:sp>
          <p:nvSpPr>
            <p:cNvPr id="19041" name="Google Shape;19041;p46"/>
            <p:cNvSpPr/>
            <p:nvPr/>
          </p:nvSpPr>
          <p:spPr>
            <a:xfrm>
              <a:off x="6878869" y="2012869"/>
              <a:ext cx="67437" cy="32027"/>
            </a:xfrm>
            <a:custGeom>
              <a:rect b="b" l="l" r="r" t="t"/>
              <a:pathLst>
                <a:path extrusionOk="0" h="1221" w="2571">
                  <a:moveTo>
                    <a:pt x="2258" y="0"/>
                  </a:moveTo>
                  <a:lnTo>
                    <a:pt x="434" y="475"/>
                  </a:lnTo>
                  <a:cubicBezTo>
                    <a:pt x="0" y="583"/>
                    <a:pt x="75" y="1221"/>
                    <a:pt x="523" y="1221"/>
                  </a:cubicBezTo>
                  <a:lnTo>
                    <a:pt x="2570" y="1221"/>
                  </a:lnTo>
                  <a:lnTo>
                    <a:pt x="2258" y="0"/>
                  </a:lnTo>
                  <a:close/>
                </a:path>
              </a:pathLst>
            </a:custGeom>
            <a:solidFill>
              <a:srgbClr val="BBC9D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042" name="Google Shape;19042;p46"/>
            <p:cNvSpPr/>
            <p:nvPr/>
          </p:nvSpPr>
          <p:spPr>
            <a:xfrm>
              <a:off x="6882777" y="2032961"/>
              <a:ext cx="63529" cy="11777"/>
            </a:xfrm>
            <a:custGeom>
              <a:rect b="b" l="l" r="r" t="t"/>
              <a:pathLst>
                <a:path extrusionOk="0" h="449" w="2422">
                  <a:moveTo>
                    <a:pt x="7" y="1"/>
                  </a:moveTo>
                  <a:cubicBezTo>
                    <a:pt x="1" y="28"/>
                    <a:pt x="1" y="48"/>
                    <a:pt x="1" y="75"/>
                  </a:cubicBezTo>
                  <a:cubicBezTo>
                    <a:pt x="1" y="279"/>
                    <a:pt x="170" y="448"/>
                    <a:pt x="374" y="448"/>
                  </a:cubicBezTo>
                  <a:lnTo>
                    <a:pt x="2421" y="448"/>
                  </a:lnTo>
                  <a:lnTo>
                    <a:pt x="2306" y="1"/>
                  </a:lnTo>
                  <a:close/>
                </a:path>
              </a:pathLst>
            </a:custGeom>
            <a:solidFill>
              <a:srgbClr val="A9BBC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043" name="Google Shape;19043;p46"/>
            <p:cNvSpPr/>
            <p:nvPr/>
          </p:nvSpPr>
          <p:spPr>
            <a:xfrm>
              <a:off x="6992339" y="2273962"/>
              <a:ext cx="91989" cy="76329"/>
            </a:xfrm>
            <a:custGeom>
              <a:rect b="b" l="l" r="r" t="t"/>
              <a:pathLst>
                <a:path extrusionOk="0" h="2910" w="3507">
                  <a:moveTo>
                    <a:pt x="1865" y="0"/>
                  </a:moveTo>
                  <a:cubicBezTo>
                    <a:pt x="1753" y="0"/>
                    <a:pt x="1641" y="75"/>
                    <a:pt x="1641" y="224"/>
                  </a:cubicBezTo>
                  <a:lnTo>
                    <a:pt x="1641" y="2462"/>
                  </a:lnTo>
                  <a:lnTo>
                    <a:pt x="299" y="2462"/>
                  </a:lnTo>
                  <a:cubicBezTo>
                    <a:pt x="1" y="2462"/>
                    <a:pt x="1" y="2909"/>
                    <a:pt x="299" y="2909"/>
                  </a:cubicBezTo>
                  <a:lnTo>
                    <a:pt x="3208" y="2909"/>
                  </a:lnTo>
                  <a:cubicBezTo>
                    <a:pt x="3506" y="2909"/>
                    <a:pt x="3506" y="2462"/>
                    <a:pt x="3208" y="2462"/>
                  </a:cubicBezTo>
                  <a:lnTo>
                    <a:pt x="2089" y="2462"/>
                  </a:lnTo>
                  <a:lnTo>
                    <a:pt x="2089" y="224"/>
                  </a:lnTo>
                  <a:cubicBezTo>
                    <a:pt x="2089" y="75"/>
                    <a:pt x="1977" y="0"/>
                    <a:pt x="1865" y="0"/>
                  </a:cubicBezTo>
                  <a:close/>
                </a:path>
              </a:pathLst>
            </a:custGeom>
            <a:solidFill>
              <a:srgbClr val="C8D3D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044" name="Google Shape;19044;p46"/>
            <p:cNvSpPr/>
            <p:nvPr/>
          </p:nvSpPr>
          <p:spPr>
            <a:xfrm>
              <a:off x="7015815" y="2273962"/>
              <a:ext cx="68670" cy="76329"/>
            </a:xfrm>
            <a:custGeom>
              <a:rect b="b" l="l" r="r" t="t"/>
              <a:pathLst>
                <a:path extrusionOk="0" h="2910" w="2618">
                  <a:moveTo>
                    <a:pt x="1872" y="0"/>
                  </a:moveTo>
                  <a:cubicBezTo>
                    <a:pt x="1760" y="0"/>
                    <a:pt x="1648" y="75"/>
                    <a:pt x="1648" y="224"/>
                  </a:cubicBezTo>
                  <a:lnTo>
                    <a:pt x="1648" y="2462"/>
                  </a:lnTo>
                  <a:lnTo>
                    <a:pt x="299" y="2462"/>
                  </a:lnTo>
                  <a:cubicBezTo>
                    <a:pt x="1" y="2462"/>
                    <a:pt x="1" y="2909"/>
                    <a:pt x="299" y="2909"/>
                  </a:cubicBezTo>
                  <a:lnTo>
                    <a:pt x="2320" y="2909"/>
                  </a:lnTo>
                  <a:cubicBezTo>
                    <a:pt x="2618" y="2909"/>
                    <a:pt x="2618" y="2462"/>
                    <a:pt x="2320" y="2462"/>
                  </a:cubicBezTo>
                  <a:lnTo>
                    <a:pt x="2096" y="2462"/>
                  </a:lnTo>
                  <a:lnTo>
                    <a:pt x="2096" y="224"/>
                  </a:lnTo>
                  <a:cubicBezTo>
                    <a:pt x="2096" y="75"/>
                    <a:pt x="1984" y="0"/>
                    <a:pt x="1872" y="0"/>
                  </a:cubicBezTo>
                  <a:close/>
                </a:path>
              </a:pathLst>
            </a:custGeom>
            <a:solidFill>
              <a:srgbClr val="D8E0E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045" name="Google Shape;19045;p46"/>
            <p:cNvSpPr/>
            <p:nvPr/>
          </p:nvSpPr>
          <p:spPr>
            <a:xfrm>
              <a:off x="6923696" y="1980134"/>
              <a:ext cx="316412" cy="317147"/>
            </a:xfrm>
            <a:custGeom>
              <a:rect b="b" l="l" r="r" t="t"/>
              <a:pathLst>
                <a:path extrusionOk="0" h="12091" w="12063">
                  <a:moveTo>
                    <a:pt x="1783" y="1"/>
                  </a:moveTo>
                  <a:cubicBezTo>
                    <a:pt x="922" y="7"/>
                    <a:pt x="224" y="713"/>
                    <a:pt x="224" y="1574"/>
                  </a:cubicBezTo>
                  <a:cubicBezTo>
                    <a:pt x="238" y="2320"/>
                    <a:pt x="841" y="2910"/>
                    <a:pt x="1580" y="2910"/>
                  </a:cubicBezTo>
                  <a:lnTo>
                    <a:pt x="1790" y="2910"/>
                  </a:lnTo>
                  <a:cubicBezTo>
                    <a:pt x="1790" y="4930"/>
                    <a:pt x="0" y="5825"/>
                    <a:pt x="0" y="7615"/>
                  </a:cubicBezTo>
                  <a:cubicBezTo>
                    <a:pt x="0" y="9405"/>
                    <a:pt x="1567" y="12090"/>
                    <a:pt x="7839" y="12090"/>
                  </a:cubicBezTo>
                  <a:lnTo>
                    <a:pt x="11480" y="12090"/>
                  </a:lnTo>
                  <a:cubicBezTo>
                    <a:pt x="11575" y="12090"/>
                    <a:pt x="11636" y="12009"/>
                    <a:pt x="11615" y="11921"/>
                  </a:cubicBezTo>
                  <a:cubicBezTo>
                    <a:pt x="11561" y="11677"/>
                    <a:pt x="11493" y="11433"/>
                    <a:pt x="11405" y="11195"/>
                  </a:cubicBezTo>
                  <a:lnTo>
                    <a:pt x="11392" y="11189"/>
                  </a:lnTo>
                  <a:cubicBezTo>
                    <a:pt x="11554" y="11189"/>
                    <a:pt x="11724" y="11195"/>
                    <a:pt x="11893" y="11195"/>
                  </a:cubicBezTo>
                  <a:cubicBezTo>
                    <a:pt x="11995" y="11195"/>
                    <a:pt x="12063" y="11100"/>
                    <a:pt x="12022" y="11006"/>
                  </a:cubicBezTo>
                  <a:cubicBezTo>
                    <a:pt x="11622" y="10050"/>
                    <a:pt x="9520" y="5771"/>
                    <a:pt x="3363" y="5378"/>
                  </a:cubicBezTo>
                  <a:lnTo>
                    <a:pt x="3363" y="1594"/>
                  </a:lnTo>
                  <a:cubicBezTo>
                    <a:pt x="3370" y="719"/>
                    <a:pt x="2658" y="7"/>
                    <a:pt x="1783" y="1"/>
                  </a:cubicBezTo>
                  <a:close/>
                </a:path>
              </a:pathLst>
            </a:custGeom>
            <a:solidFill>
              <a:srgbClr val="D2DAE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046" name="Google Shape;19046;p46"/>
            <p:cNvSpPr/>
            <p:nvPr/>
          </p:nvSpPr>
          <p:spPr>
            <a:xfrm>
              <a:off x="6923853" y="1987085"/>
              <a:ext cx="305239" cy="310380"/>
            </a:xfrm>
            <a:custGeom>
              <a:rect b="b" l="l" r="r" t="t"/>
              <a:pathLst>
                <a:path extrusionOk="0" h="11833" w="11637">
                  <a:moveTo>
                    <a:pt x="923" y="0"/>
                  </a:moveTo>
                  <a:lnTo>
                    <a:pt x="923" y="0"/>
                  </a:lnTo>
                  <a:cubicBezTo>
                    <a:pt x="489" y="285"/>
                    <a:pt x="232" y="773"/>
                    <a:pt x="225" y="1288"/>
                  </a:cubicBezTo>
                  <a:cubicBezTo>
                    <a:pt x="225" y="2041"/>
                    <a:pt x="835" y="2651"/>
                    <a:pt x="1594" y="2651"/>
                  </a:cubicBezTo>
                  <a:lnTo>
                    <a:pt x="1791" y="2651"/>
                  </a:lnTo>
                  <a:cubicBezTo>
                    <a:pt x="1791" y="4665"/>
                    <a:pt x="1" y="5560"/>
                    <a:pt x="1" y="7357"/>
                  </a:cubicBezTo>
                  <a:cubicBezTo>
                    <a:pt x="1" y="9147"/>
                    <a:pt x="1567" y="11832"/>
                    <a:pt x="7839" y="11832"/>
                  </a:cubicBezTo>
                  <a:lnTo>
                    <a:pt x="11481" y="11832"/>
                  </a:lnTo>
                  <a:cubicBezTo>
                    <a:pt x="11569" y="11832"/>
                    <a:pt x="11637" y="11751"/>
                    <a:pt x="11616" y="11663"/>
                  </a:cubicBezTo>
                  <a:cubicBezTo>
                    <a:pt x="11596" y="11554"/>
                    <a:pt x="11555" y="11398"/>
                    <a:pt x="11494" y="11202"/>
                  </a:cubicBezTo>
                  <a:cubicBezTo>
                    <a:pt x="11014" y="11234"/>
                    <a:pt x="10485" y="11252"/>
                    <a:pt x="9932" y="11252"/>
                  </a:cubicBezTo>
                  <a:cubicBezTo>
                    <a:pt x="7369" y="11252"/>
                    <a:pt x="4271" y="10871"/>
                    <a:pt x="2910" y="9812"/>
                  </a:cubicBezTo>
                  <a:cubicBezTo>
                    <a:pt x="998" y="8327"/>
                    <a:pt x="1079" y="6564"/>
                    <a:pt x="1791" y="5113"/>
                  </a:cubicBezTo>
                  <a:cubicBezTo>
                    <a:pt x="2164" y="4340"/>
                    <a:pt x="2401" y="3506"/>
                    <a:pt x="2489" y="2651"/>
                  </a:cubicBezTo>
                  <a:cubicBezTo>
                    <a:pt x="2517" y="2421"/>
                    <a:pt x="2354" y="2211"/>
                    <a:pt x="2130" y="2170"/>
                  </a:cubicBezTo>
                  <a:cubicBezTo>
                    <a:pt x="1147" y="2000"/>
                    <a:pt x="638" y="1166"/>
                    <a:pt x="923" y="0"/>
                  </a:cubicBezTo>
                  <a:close/>
                </a:path>
              </a:pathLst>
            </a:custGeom>
            <a:solidFill>
              <a:srgbClr val="C1CDD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047" name="Google Shape;19047;p46"/>
            <p:cNvSpPr/>
            <p:nvPr/>
          </p:nvSpPr>
          <p:spPr>
            <a:xfrm>
              <a:off x="6923853" y="2087388"/>
              <a:ext cx="316255" cy="210076"/>
            </a:xfrm>
            <a:custGeom>
              <a:rect b="b" l="l" r="r" t="t"/>
              <a:pathLst>
                <a:path extrusionOk="0" h="8009" w="12057">
                  <a:moveTo>
                    <a:pt x="1574" y="0"/>
                  </a:moveTo>
                  <a:cubicBezTo>
                    <a:pt x="1093" y="1275"/>
                    <a:pt x="1" y="2123"/>
                    <a:pt x="1" y="3526"/>
                  </a:cubicBezTo>
                  <a:cubicBezTo>
                    <a:pt x="1" y="5316"/>
                    <a:pt x="1567" y="8008"/>
                    <a:pt x="7839" y="8008"/>
                  </a:cubicBezTo>
                  <a:lnTo>
                    <a:pt x="11481" y="8008"/>
                  </a:lnTo>
                  <a:cubicBezTo>
                    <a:pt x="11569" y="8008"/>
                    <a:pt x="11637" y="7920"/>
                    <a:pt x="11616" y="7839"/>
                  </a:cubicBezTo>
                  <a:cubicBezTo>
                    <a:pt x="11562" y="7588"/>
                    <a:pt x="11494" y="7344"/>
                    <a:pt x="11406" y="7106"/>
                  </a:cubicBezTo>
                  <a:lnTo>
                    <a:pt x="11392" y="7100"/>
                  </a:lnTo>
                  <a:cubicBezTo>
                    <a:pt x="11555" y="7100"/>
                    <a:pt x="11725" y="7106"/>
                    <a:pt x="11894" y="7106"/>
                  </a:cubicBezTo>
                  <a:cubicBezTo>
                    <a:pt x="11989" y="7106"/>
                    <a:pt x="12057" y="7005"/>
                    <a:pt x="12023" y="6917"/>
                  </a:cubicBezTo>
                  <a:cubicBezTo>
                    <a:pt x="11623" y="5954"/>
                    <a:pt x="9521" y="1682"/>
                    <a:pt x="3364" y="1282"/>
                  </a:cubicBezTo>
                  <a:lnTo>
                    <a:pt x="3364" y="448"/>
                  </a:lnTo>
                  <a:cubicBezTo>
                    <a:pt x="2740" y="421"/>
                    <a:pt x="2130" y="272"/>
                    <a:pt x="1574" y="0"/>
                  </a:cubicBezTo>
                  <a:close/>
                </a:path>
              </a:pathLst>
            </a:custGeom>
            <a:solidFill>
              <a:srgbClr val="697D9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048" name="Google Shape;19048;p46"/>
            <p:cNvSpPr/>
            <p:nvPr/>
          </p:nvSpPr>
          <p:spPr>
            <a:xfrm>
              <a:off x="6923853" y="2087388"/>
              <a:ext cx="305239" cy="210076"/>
            </a:xfrm>
            <a:custGeom>
              <a:rect b="b" l="l" r="r" t="t"/>
              <a:pathLst>
                <a:path extrusionOk="0" h="8009" w="11637">
                  <a:moveTo>
                    <a:pt x="1567" y="0"/>
                  </a:moveTo>
                  <a:cubicBezTo>
                    <a:pt x="1093" y="1275"/>
                    <a:pt x="1" y="2123"/>
                    <a:pt x="1" y="3526"/>
                  </a:cubicBezTo>
                  <a:cubicBezTo>
                    <a:pt x="1" y="5316"/>
                    <a:pt x="1567" y="8008"/>
                    <a:pt x="7839" y="8008"/>
                  </a:cubicBezTo>
                  <a:lnTo>
                    <a:pt x="11481" y="8008"/>
                  </a:lnTo>
                  <a:cubicBezTo>
                    <a:pt x="11569" y="8008"/>
                    <a:pt x="11637" y="7920"/>
                    <a:pt x="11616" y="7839"/>
                  </a:cubicBezTo>
                  <a:cubicBezTo>
                    <a:pt x="11596" y="7730"/>
                    <a:pt x="11555" y="7574"/>
                    <a:pt x="11494" y="7378"/>
                  </a:cubicBezTo>
                  <a:cubicBezTo>
                    <a:pt x="11014" y="7410"/>
                    <a:pt x="10485" y="7428"/>
                    <a:pt x="9932" y="7428"/>
                  </a:cubicBezTo>
                  <a:cubicBezTo>
                    <a:pt x="7369" y="7428"/>
                    <a:pt x="4271" y="7047"/>
                    <a:pt x="2910" y="5988"/>
                  </a:cubicBezTo>
                  <a:cubicBezTo>
                    <a:pt x="998" y="4503"/>
                    <a:pt x="1079" y="2740"/>
                    <a:pt x="1791" y="1289"/>
                  </a:cubicBezTo>
                  <a:cubicBezTo>
                    <a:pt x="1954" y="950"/>
                    <a:pt x="2089" y="604"/>
                    <a:pt x="2198" y="251"/>
                  </a:cubicBezTo>
                  <a:cubicBezTo>
                    <a:pt x="1981" y="183"/>
                    <a:pt x="1771" y="102"/>
                    <a:pt x="1567" y="0"/>
                  </a:cubicBezTo>
                  <a:close/>
                </a:path>
              </a:pathLst>
            </a:custGeom>
            <a:solidFill>
              <a:srgbClr val="4F647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049" name="Google Shape;19049;p46"/>
            <p:cNvSpPr/>
            <p:nvPr/>
          </p:nvSpPr>
          <p:spPr>
            <a:xfrm>
              <a:off x="6941296" y="2121356"/>
              <a:ext cx="298812" cy="176108"/>
            </a:xfrm>
            <a:custGeom>
              <a:rect b="b" l="l" r="r" t="t"/>
              <a:pathLst>
                <a:path extrusionOk="0" h="6714" w="11392">
                  <a:moveTo>
                    <a:pt x="2753" y="0"/>
                  </a:moveTo>
                  <a:cubicBezTo>
                    <a:pt x="2225" y="184"/>
                    <a:pt x="1777" y="394"/>
                    <a:pt x="1492" y="638"/>
                  </a:cubicBezTo>
                  <a:cubicBezTo>
                    <a:pt x="387" y="1601"/>
                    <a:pt x="0" y="5527"/>
                    <a:pt x="3987" y="6401"/>
                  </a:cubicBezTo>
                  <a:cubicBezTo>
                    <a:pt x="4340" y="6483"/>
                    <a:pt x="4720" y="6544"/>
                    <a:pt x="5120" y="6598"/>
                  </a:cubicBezTo>
                  <a:cubicBezTo>
                    <a:pt x="5805" y="6679"/>
                    <a:pt x="6490" y="6713"/>
                    <a:pt x="7174" y="6713"/>
                  </a:cubicBezTo>
                  <a:lnTo>
                    <a:pt x="10822" y="6713"/>
                  </a:lnTo>
                  <a:cubicBezTo>
                    <a:pt x="10911" y="6713"/>
                    <a:pt x="10978" y="6632"/>
                    <a:pt x="10958" y="6544"/>
                  </a:cubicBezTo>
                  <a:cubicBezTo>
                    <a:pt x="10897" y="6293"/>
                    <a:pt x="10829" y="6049"/>
                    <a:pt x="10741" y="5811"/>
                  </a:cubicBezTo>
                  <a:lnTo>
                    <a:pt x="10727" y="5805"/>
                  </a:lnTo>
                  <a:cubicBezTo>
                    <a:pt x="10890" y="5805"/>
                    <a:pt x="11053" y="5811"/>
                    <a:pt x="11229" y="5811"/>
                  </a:cubicBezTo>
                  <a:cubicBezTo>
                    <a:pt x="11324" y="5811"/>
                    <a:pt x="11392" y="5716"/>
                    <a:pt x="11358" y="5622"/>
                  </a:cubicBezTo>
                  <a:cubicBezTo>
                    <a:pt x="10958" y="4666"/>
                    <a:pt x="8863" y="414"/>
                    <a:pt x="2753" y="0"/>
                  </a:cubicBezTo>
                  <a:close/>
                </a:path>
              </a:pathLst>
            </a:custGeom>
            <a:solidFill>
              <a:srgbClr val="DBE2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050" name="Google Shape;19050;p46"/>
            <p:cNvSpPr/>
            <p:nvPr/>
          </p:nvSpPr>
          <p:spPr>
            <a:xfrm>
              <a:off x="6953388" y="2121172"/>
              <a:ext cx="286720" cy="152632"/>
            </a:xfrm>
            <a:custGeom>
              <a:rect b="b" l="l" r="r" t="t"/>
              <a:pathLst>
                <a:path extrusionOk="0" h="5819" w="10931">
                  <a:moveTo>
                    <a:pt x="2191" y="0"/>
                  </a:moveTo>
                  <a:cubicBezTo>
                    <a:pt x="1284" y="0"/>
                    <a:pt x="665" y="682"/>
                    <a:pt x="665" y="1343"/>
                  </a:cubicBezTo>
                  <a:cubicBezTo>
                    <a:pt x="665" y="1343"/>
                    <a:pt x="1" y="5764"/>
                    <a:pt x="10761" y="5818"/>
                  </a:cubicBezTo>
                  <a:cubicBezTo>
                    <a:pt x="10863" y="5818"/>
                    <a:pt x="10931" y="5723"/>
                    <a:pt x="10890" y="5629"/>
                  </a:cubicBezTo>
                  <a:cubicBezTo>
                    <a:pt x="10497" y="4673"/>
                    <a:pt x="8388" y="394"/>
                    <a:pt x="2231" y="1"/>
                  </a:cubicBezTo>
                  <a:cubicBezTo>
                    <a:pt x="2218" y="0"/>
                    <a:pt x="2205" y="0"/>
                    <a:pt x="2191" y="0"/>
                  </a:cubicBezTo>
                  <a:close/>
                </a:path>
              </a:pathLst>
            </a:custGeom>
            <a:solidFill>
              <a:srgbClr val="4F647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051" name="Google Shape;19051;p46"/>
            <p:cNvSpPr/>
            <p:nvPr/>
          </p:nvSpPr>
          <p:spPr>
            <a:xfrm>
              <a:off x="6953204" y="2003610"/>
              <a:ext cx="23502" cy="23502"/>
            </a:xfrm>
            <a:custGeom>
              <a:rect b="b" l="l" r="r" t="t"/>
              <a:pathLst>
                <a:path extrusionOk="0" h="896" w="896">
                  <a:moveTo>
                    <a:pt x="448" y="1"/>
                  </a:moveTo>
                  <a:cubicBezTo>
                    <a:pt x="204" y="1"/>
                    <a:pt x="1" y="204"/>
                    <a:pt x="1" y="448"/>
                  </a:cubicBezTo>
                  <a:cubicBezTo>
                    <a:pt x="1" y="699"/>
                    <a:pt x="204" y="896"/>
                    <a:pt x="448" y="896"/>
                  </a:cubicBezTo>
                  <a:cubicBezTo>
                    <a:pt x="692" y="896"/>
                    <a:pt x="896" y="699"/>
                    <a:pt x="896" y="448"/>
                  </a:cubicBezTo>
                  <a:cubicBezTo>
                    <a:pt x="896" y="204"/>
                    <a:pt x="692" y="1"/>
                    <a:pt x="448" y="1"/>
                  </a:cubicBezTo>
                  <a:close/>
                </a:path>
              </a:pathLst>
            </a:custGeom>
            <a:solidFill>
              <a:srgbClr val="203B5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052" name="Google Shape;19052;p46"/>
            <p:cNvSpPr/>
            <p:nvPr/>
          </p:nvSpPr>
          <p:spPr>
            <a:xfrm>
              <a:off x="6971696" y="2121146"/>
              <a:ext cx="218811" cy="95503"/>
            </a:xfrm>
            <a:custGeom>
              <a:rect b="b" l="l" r="r" t="t"/>
              <a:pathLst>
                <a:path extrusionOk="0" h="3641" w="8342">
                  <a:moveTo>
                    <a:pt x="1476" y="1"/>
                  </a:moveTo>
                  <a:cubicBezTo>
                    <a:pt x="1117" y="1"/>
                    <a:pt x="773" y="122"/>
                    <a:pt x="489" y="341"/>
                  </a:cubicBezTo>
                  <a:cubicBezTo>
                    <a:pt x="109" y="646"/>
                    <a:pt x="1" y="1182"/>
                    <a:pt x="238" y="1609"/>
                  </a:cubicBezTo>
                  <a:cubicBezTo>
                    <a:pt x="1026" y="3147"/>
                    <a:pt x="3122" y="3641"/>
                    <a:pt x="4889" y="3641"/>
                  </a:cubicBezTo>
                  <a:cubicBezTo>
                    <a:pt x="5373" y="3641"/>
                    <a:pt x="5832" y="3604"/>
                    <a:pt x="6232" y="3541"/>
                  </a:cubicBezTo>
                  <a:cubicBezTo>
                    <a:pt x="7277" y="3372"/>
                    <a:pt x="8341" y="2911"/>
                    <a:pt x="8341" y="2911"/>
                  </a:cubicBezTo>
                  <a:cubicBezTo>
                    <a:pt x="7012" y="1568"/>
                    <a:pt x="4869" y="219"/>
                    <a:pt x="1533" y="2"/>
                  </a:cubicBezTo>
                  <a:cubicBezTo>
                    <a:pt x="1514" y="1"/>
                    <a:pt x="1495" y="1"/>
                    <a:pt x="1476" y="1"/>
                  </a:cubicBezTo>
                  <a:close/>
                </a:path>
              </a:pathLst>
            </a:custGeom>
            <a:solidFill>
              <a:srgbClr val="364F6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053" name="Google Shape;19053;p46"/>
            <p:cNvSpPr/>
            <p:nvPr/>
          </p:nvSpPr>
          <p:spPr>
            <a:xfrm>
              <a:off x="6964955" y="2003610"/>
              <a:ext cx="11751" cy="11777"/>
            </a:xfrm>
            <a:custGeom>
              <a:rect b="b" l="l" r="r" t="t"/>
              <a:pathLst>
                <a:path extrusionOk="0" h="449" w="448">
                  <a:moveTo>
                    <a:pt x="224" y="1"/>
                  </a:moveTo>
                  <a:cubicBezTo>
                    <a:pt x="102" y="1"/>
                    <a:pt x="0" y="102"/>
                    <a:pt x="0" y="224"/>
                  </a:cubicBezTo>
                  <a:cubicBezTo>
                    <a:pt x="0" y="347"/>
                    <a:pt x="102" y="448"/>
                    <a:pt x="224" y="448"/>
                  </a:cubicBezTo>
                  <a:cubicBezTo>
                    <a:pt x="346" y="448"/>
                    <a:pt x="448" y="347"/>
                    <a:pt x="448" y="224"/>
                  </a:cubicBezTo>
                  <a:cubicBezTo>
                    <a:pt x="448" y="102"/>
                    <a:pt x="346" y="1"/>
                    <a:pt x="224" y="1"/>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9054" name="Google Shape;19054;p46"/>
          <p:cNvGrpSpPr/>
          <p:nvPr/>
        </p:nvGrpSpPr>
        <p:grpSpPr>
          <a:xfrm>
            <a:off x="2493999" y="2550033"/>
            <a:ext cx="370132" cy="259467"/>
            <a:chOff x="2493999" y="2550033"/>
            <a:chExt cx="370132" cy="259467"/>
          </a:xfrm>
        </p:grpSpPr>
        <p:sp>
          <p:nvSpPr>
            <p:cNvPr id="19055" name="Google Shape;19055;p46"/>
            <p:cNvSpPr/>
            <p:nvPr/>
          </p:nvSpPr>
          <p:spPr>
            <a:xfrm>
              <a:off x="2493999" y="2660251"/>
              <a:ext cx="370132" cy="149249"/>
            </a:xfrm>
            <a:custGeom>
              <a:rect b="b" l="l" r="r" t="t"/>
              <a:pathLst>
                <a:path extrusionOk="0" h="5690" w="14111">
                  <a:moveTo>
                    <a:pt x="0" y="1"/>
                  </a:moveTo>
                  <a:cubicBezTo>
                    <a:pt x="0" y="1947"/>
                    <a:pt x="3872" y="5690"/>
                    <a:pt x="7059" y="5690"/>
                  </a:cubicBezTo>
                  <a:cubicBezTo>
                    <a:pt x="10239" y="5690"/>
                    <a:pt x="14111" y="1953"/>
                    <a:pt x="14111" y="1"/>
                  </a:cubicBezTo>
                  <a:close/>
                </a:path>
              </a:pathLst>
            </a:custGeom>
            <a:solidFill>
              <a:srgbClr val="E9EDF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056" name="Google Shape;19056;p46"/>
            <p:cNvSpPr/>
            <p:nvPr/>
          </p:nvSpPr>
          <p:spPr>
            <a:xfrm>
              <a:off x="2493999" y="2660251"/>
              <a:ext cx="139649" cy="140724"/>
            </a:xfrm>
            <a:custGeom>
              <a:rect b="b" l="l" r="r" t="t"/>
              <a:pathLst>
                <a:path extrusionOk="0" h="5365" w="5324">
                  <a:moveTo>
                    <a:pt x="0" y="1"/>
                  </a:moveTo>
                  <a:cubicBezTo>
                    <a:pt x="0" y="1608"/>
                    <a:pt x="2618" y="4422"/>
                    <a:pt x="5323" y="5364"/>
                  </a:cubicBezTo>
                  <a:cubicBezTo>
                    <a:pt x="4665" y="4462"/>
                    <a:pt x="3635" y="2937"/>
                    <a:pt x="3187" y="1594"/>
                  </a:cubicBezTo>
                  <a:cubicBezTo>
                    <a:pt x="3018" y="1085"/>
                    <a:pt x="3140" y="543"/>
                    <a:pt x="3431" y="1"/>
                  </a:cubicBezTo>
                  <a:close/>
                </a:path>
              </a:pathLst>
            </a:custGeom>
            <a:solidFill>
              <a:srgbClr val="D2DAE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057" name="Google Shape;19057;p46"/>
            <p:cNvSpPr/>
            <p:nvPr/>
          </p:nvSpPr>
          <p:spPr>
            <a:xfrm>
              <a:off x="2493999" y="2660251"/>
              <a:ext cx="370132" cy="101405"/>
            </a:xfrm>
            <a:custGeom>
              <a:rect b="b" l="l" r="r" t="t"/>
              <a:pathLst>
                <a:path extrusionOk="0" h="3866" w="14111">
                  <a:moveTo>
                    <a:pt x="0" y="1"/>
                  </a:moveTo>
                  <a:cubicBezTo>
                    <a:pt x="0" y="1031"/>
                    <a:pt x="4781" y="3866"/>
                    <a:pt x="7059" y="3866"/>
                  </a:cubicBezTo>
                  <a:cubicBezTo>
                    <a:pt x="9331" y="3866"/>
                    <a:pt x="14111" y="1031"/>
                    <a:pt x="14111" y="1"/>
                  </a:cubicBezTo>
                  <a:close/>
                </a:path>
              </a:pathLst>
            </a:custGeom>
            <a:solidFill>
              <a:srgbClr val="203B5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058" name="Google Shape;19058;p46"/>
            <p:cNvSpPr/>
            <p:nvPr/>
          </p:nvSpPr>
          <p:spPr>
            <a:xfrm>
              <a:off x="2493999" y="2550033"/>
              <a:ext cx="370132" cy="152055"/>
            </a:xfrm>
            <a:custGeom>
              <a:rect b="b" l="l" r="r" t="t"/>
              <a:pathLst>
                <a:path extrusionOk="0" h="5797" w="14111">
                  <a:moveTo>
                    <a:pt x="3009" y="0"/>
                  </a:moveTo>
                  <a:cubicBezTo>
                    <a:pt x="2515" y="0"/>
                    <a:pt x="2003" y="154"/>
                    <a:pt x="1655" y="439"/>
                  </a:cubicBezTo>
                  <a:cubicBezTo>
                    <a:pt x="1004" y="975"/>
                    <a:pt x="1350" y="1890"/>
                    <a:pt x="801" y="2684"/>
                  </a:cubicBezTo>
                  <a:cubicBezTo>
                    <a:pt x="801" y="2684"/>
                    <a:pt x="0" y="3748"/>
                    <a:pt x="0" y="4203"/>
                  </a:cubicBezTo>
                  <a:cubicBezTo>
                    <a:pt x="0" y="4657"/>
                    <a:pt x="3553" y="5796"/>
                    <a:pt x="7059" y="5796"/>
                  </a:cubicBezTo>
                  <a:cubicBezTo>
                    <a:pt x="10565" y="5796"/>
                    <a:pt x="14111" y="4657"/>
                    <a:pt x="14111" y="4203"/>
                  </a:cubicBezTo>
                  <a:cubicBezTo>
                    <a:pt x="14111" y="3748"/>
                    <a:pt x="13311" y="2684"/>
                    <a:pt x="13311" y="2684"/>
                  </a:cubicBezTo>
                  <a:cubicBezTo>
                    <a:pt x="12762" y="1890"/>
                    <a:pt x="13107" y="975"/>
                    <a:pt x="12456" y="439"/>
                  </a:cubicBezTo>
                  <a:cubicBezTo>
                    <a:pt x="12108" y="154"/>
                    <a:pt x="11596" y="0"/>
                    <a:pt x="11102" y="0"/>
                  </a:cubicBezTo>
                  <a:cubicBezTo>
                    <a:pt x="10692" y="0"/>
                    <a:pt x="10295" y="106"/>
                    <a:pt x="10015" y="331"/>
                  </a:cubicBezTo>
                  <a:cubicBezTo>
                    <a:pt x="8998" y="1145"/>
                    <a:pt x="8158" y="1470"/>
                    <a:pt x="7059" y="1470"/>
                  </a:cubicBezTo>
                  <a:cubicBezTo>
                    <a:pt x="5954" y="1470"/>
                    <a:pt x="5113" y="1145"/>
                    <a:pt x="4096" y="331"/>
                  </a:cubicBezTo>
                  <a:cubicBezTo>
                    <a:pt x="3816" y="106"/>
                    <a:pt x="3419" y="0"/>
                    <a:pt x="3009" y="0"/>
                  </a:cubicBezTo>
                  <a:close/>
                </a:path>
              </a:pathLst>
            </a:custGeom>
            <a:solidFill>
              <a:srgbClr val="D2DAE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059" name="Google Shape;19059;p46"/>
            <p:cNvSpPr/>
            <p:nvPr/>
          </p:nvSpPr>
          <p:spPr>
            <a:xfrm>
              <a:off x="2493999" y="2550033"/>
              <a:ext cx="158665" cy="141012"/>
            </a:xfrm>
            <a:custGeom>
              <a:rect b="b" l="l" r="r" t="t"/>
              <a:pathLst>
                <a:path extrusionOk="0" h="5376" w="6049">
                  <a:moveTo>
                    <a:pt x="3009" y="0"/>
                  </a:moveTo>
                  <a:cubicBezTo>
                    <a:pt x="2515" y="0"/>
                    <a:pt x="2003" y="154"/>
                    <a:pt x="1655" y="439"/>
                  </a:cubicBezTo>
                  <a:cubicBezTo>
                    <a:pt x="1004" y="975"/>
                    <a:pt x="1350" y="1890"/>
                    <a:pt x="801" y="2684"/>
                  </a:cubicBezTo>
                  <a:cubicBezTo>
                    <a:pt x="801" y="2684"/>
                    <a:pt x="0" y="3748"/>
                    <a:pt x="0" y="4203"/>
                  </a:cubicBezTo>
                  <a:cubicBezTo>
                    <a:pt x="0" y="4481"/>
                    <a:pt x="1309" y="5003"/>
                    <a:pt x="3113" y="5376"/>
                  </a:cubicBezTo>
                  <a:cubicBezTo>
                    <a:pt x="3058" y="3999"/>
                    <a:pt x="4781" y="2413"/>
                    <a:pt x="6049" y="1362"/>
                  </a:cubicBezTo>
                  <a:cubicBezTo>
                    <a:pt x="5391" y="1206"/>
                    <a:pt x="4781" y="880"/>
                    <a:pt x="4096" y="331"/>
                  </a:cubicBezTo>
                  <a:cubicBezTo>
                    <a:pt x="3816" y="106"/>
                    <a:pt x="3419" y="0"/>
                    <a:pt x="3009" y="0"/>
                  </a:cubicBezTo>
                  <a:close/>
                </a:path>
              </a:pathLst>
            </a:custGeom>
            <a:solidFill>
              <a:srgbClr val="C1CDD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060" name="Google Shape;19060;p46"/>
            <p:cNvSpPr/>
            <p:nvPr/>
          </p:nvSpPr>
          <p:spPr>
            <a:xfrm>
              <a:off x="2505908" y="2558689"/>
              <a:ext cx="95530" cy="95556"/>
            </a:xfrm>
            <a:custGeom>
              <a:rect b="b" l="l" r="r" t="t"/>
              <a:pathLst>
                <a:path extrusionOk="0" h="3643" w="3642">
                  <a:moveTo>
                    <a:pt x="1825" y="1"/>
                  </a:moveTo>
                  <a:cubicBezTo>
                    <a:pt x="814" y="1"/>
                    <a:pt x="1" y="821"/>
                    <a:pt x="1" y="1825"/>
                  </a:cubicBezTo>
                  <a:cubicBezTo>
                    <a:pt x="1" y="2828"/>
                    <a:pt x="814" y="3642"/>
                    <a:pt x="1825" y="3642"/>
                  </a:cubicBezTo>
                  <a:cubicBezTo>
                    <a:pt x="2828" y="3642"/>
                    <a:pt x="3642" y="2828"/>
                    <a:pt x="3642" y="1825"/>
                  </a:cubicBezTo>
                  <a:cubicBezTo>
                    <a:pt x="3642" y="821"/>
                    <a:pt x="2828" y="1"/>
                    <a:pt x="1825" y="1"/>
                  </a:cubicBezTo>
                  <a:close/>
                </a:path>
              </a:pathLst>
            </a:custGeom>
            <a:solidFill>
              <a:srgbClr val="E3E8E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061" name="Google Shape;19061;p46"/>
            <p:cNvSpPr/>
            <p:nvPr/>
          </p:nvSpPr>
          <p:spPr>
            <a:xfrm>
              <a:off x="2497567" y="2564932"/>
              <a:ext cx="97654" cy="89392"/>
            </a:xfrm>
            <a:custGeom>
              <a:rect b="b" l="l" r="r" t="t"/>
              <a:pathLst>
                <a:path extrusionOk="0" h="3408" w="3723">
                  <a:moveTo>
                    <a:pt x="1241" y="0"/>
                  </a:moveTo>
                  <a:lnTo>
                    <a:pt x="1241" y="0"/>
                  </a:lnTo>
                  <a:cubicBezTo>
                    <a:pt x="197" y="597"/>
                    <a:pt x="0" y="2021"/>
                    <a:pt x="848" y="2875"/>
                  </a:cubicBezTo>
                  <a:cubicBezTo>
                    <a:pt x="1210" y="3234"/>
                    <a:pt x="1674" y="3407"/>
                    <a:pt x="2134" y="3407"/>
                  </a:cubicBezTo>
                  <a:cubicBezTo>
                    <a:pt x="2760" y="3407"/>
                    <a:pt x="3379" y="3088"/>
                    <a:pt x="3723" y="2482"/>
                  </a:cubicBezTo>
                  <a:lnTo>
                    <a:pt x="3723" y="2482"/>
                  </a:lnTo>
                  <a:cubicBezTo>
                    <a:pt x="3445" y="2638"/>
                    <a:pt x="3139" y="2726"/>
                    <a:pt x="2821" y="2726"/>
                  </a:cubicBezTo>
                  <a:cubicBezTo>
                    <a:pt x="1424" y="2726"/>
                    <a:pt x="549" y="1214"/>
                    <a:pt x="1241" y="0"/>
                  </a:cubicBezTo>
                  <a:close/>
                </a:path>
              </a:pathLst>
            </a:custGeom>
            <a:solidFill>
              <a:srgbClr val="D8E0E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062" name="Google Shape;19062;p46"/>
            <p:cNvSpPr/>
            <p:nvPr/>
          </p:nvSpPr>
          <p:spPr>
            <a:xfrm>
              <a:off x="2756693" y="2558689"/>
              <a:ext cx="95530" cy="95556"/>
            </a:xfrm>
            <a:custGeom>
              <a:rect b="b" l="l" r="r" t="t"/>
              <a:pathLst>
                <a:path extrusionOk="0" h="3643" w="3642">
                  <a:moveTo>
                    <a:pt x="1818" y="1"/>
                  </a:moveTo>
                  <a:cubicBezTo>
                    <a:pt x="814" y="1"/>
                    <a:pt x="0" y="821"/>
                    <a:pt x="0" y="1825"/>
                  </a:cubicBezTo>
                  <a:cubicBezTo>
                    <a:pt x="0" y="2828"/>
                    <a:pt x="814" y="3642"/>
                    <a:pt x="1818" y="3642"/>
                  </a:cubicBezTo>
                  <a:cubicBezTo>
                    <a:pt x="2828" y="3642"/>
                    <a:pt x="3642" y="2828"/>
                    <a:pt x="3642" y="1825"/>
                  </a:cubicBezTo>
                  <a:cubicBezTo>
                    <a:pt x="3642" y="821"/>
                    <a:pt x="2828" y="1"/>
                    <a:pt x="1818" y="1"/>
                  </a:cubicBezTo>
                  <a:close/>
                </a:path>
              </a:pathLst>
            </a:custGeom>
            <a:solidFill>
              <a:srgbClr val="E3E8E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063" name="Google Shape;19063;p46"/>
            <p:cNvSpPr/>
            <p:nvPr/>
          </p:nvSpPr>
          <p:spPr>
            <a:xfrm>
              <a:off x="2748325" y="2564932"/>
              <a:ext cx="97681" cy="89392"/>
            </a:xfrm>
            <a:custGeom>
              <a:rect b="b" l="l" r="r" t="t"/>
              <a:pathLst>
                <a:path extrusionOk="0" h="3408" w="3724">
                  <a:moveTo>
                    <a:pt x="1242" y="0"/>
                  </a:moveTo>
                  <a:lnTo>
                    <a:pt x="1242" y="0"/>
                  </a:lnTo>
                  <a:cubicBezTo>
                    <a:pt x="191" y="597"/>
                    <a:pt x="1" y="2021"/>
                    <a:pt x="848" y="2875"/>
                  </a:cubicBezTo>
                  <a:cubicBezTo>
                    <a:pt x="1210" y="3234"/>
                    <a:pt x="1675" y="3407"/>
                    <a:pt x="2135" y="3407"/>
                  </a:cubicBezTo>
                  <a:cubicBezTo>
                    <a:pt x="2761" y="3407"/>
                    <a:pt x="3379" y="3088"/>
                    <a:pt x="3723" y="2482"/>
                  </a:cubicBezTo>
                  <a:lnTo>
                    <a:pt x="3723" y="2482"/>
                  </a:lnTo>
                  <a:cubicBezTo>
                    <a:pt x="3445" y="2638"/>
                    <a:pt x="3133" y="2726"/>
                    <a:pt x="2821" y="2726"/>
                  </a:cubicBezTo>
                  <a:cubicBezTo>
                    <a:pt x="1425" y="2726"/>
                    <a:pt x="550" y="1214"/>
                    <a:pt x="1242" y="0"/>
                  </a:cubicBezTo>
                  <a:close/>
                </a:path>
              </a:pathLst>
            </a:custGeom>
            <a:solidFill>
              <a:srgbClr val="D8E0E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064" name="Google Shape;19064;p46"/>
            <p:cNvSpPr/>
            <p:nvPr/>
          </p:nvSpPr>
          <p:spPr>
            <a:xfrm>
              <a:off x="2523875" y="2576840"/>
              <a:ext cx="35778" cy="53745"/>
            </a:xfrm>
            <a:custGeom>
              <a:rect b="b" l="l" r="r" t="t"/>
              <a:pathLst>
                <a:path extrusionOk="0" h="2049" w="1364">
                  <a:moveTo>
                    <a:pt x="685" y="1"/>
                  </a:moveTo>
                  <a:cubicBezTo>
                    <a:pt x="306" y="1"/>
                    <a:pt x="1" y="306"/>
                    <a:pt x="1" y="679"/>
                  </a:cubicBezTo>
                  <a:lnTo>
                    <a:pt x="1" y="1363"/>
                  </a:lnTo>
                  <a:cubicBezTo>
                    <a:pt x="1" y="1736"/>
                    <a:pt x="306" y="2041"/>
                    <a:pt x="685" y="2048"/>
                  </a:cubicBezTo>
                  <a:cubicBezTo>
                    <a:pt x="1058" y="2041"/>
                    <a:pt x="1363" y="1736"/>
                    <a:pt x="1363" y="1363"/>
                  </a:cubicBezTo>
                  <a:lnTo>
                    <a:pt x="1363" y="679"/>
                  </a:lnTo>
                  <a:cubicBezTo>
                    <a:pt x="1363" y="306"/>
                    <a:pt x="1058" y="1"/>
                    <a:pt x="685" y="1"/>
                  </a:cubicBezTo>
                  <a:close/>
                </a:path>
              </a:pathLst>
            </a:custGeom>
            <a:solidFill>
              <a:srgbClr val="203B5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065" name="Google Shape;19065;p46"/>
            <p:cNvSpPr/>
            <p:nvPr/>
          </p:nvSpPr>
          <p:spPr>
            <a:xfrm>
              <a:off x="2647130" y="2648212"/>
              <a:ext cx="22558" cy="17941"/>
            </a:xfrm>
            <a:custGeom>
              <a:rect b="b" l="l" r="r" t="t"/>
              <a:pathLst>
                <a:path extrusionOk="0" h="684" w="860">
                  <a:moveTo>
                    <a:pt x="535" y="1"/>
                  </a:moveTo>
                  <a:cubicBezTo>
                    <a:pt x="481" y="1"/>
                    <a:pt x="425" y="22"/>
                    <a:pt x="373" y="73"/>
                  </a:cubicBezTo>
                  <a:lnTo>
                    <a:pt x="150" y="297"/>
                  </a:lnTo>
                  <a:cubicBezTo>
                    <a:pt x="1" y="439"/>
                    <a:pt x="102" y="683"/>
                    <a:pt x="306" y="683"/>
                  </a:cubicBezTo>
                  <a:cubicBezTo>
                    <a:pt x="367" y="683"/>
                    <a:pt x="428" y="663"/>
                    <a:pt x="468" y="622"/>
                  </a:cubicBezTo>
                  <a:lnTo>
                    <a:pt x="699" y="392"/>
                  </a:lnTo>
                  <a:cubicBezTo>
                    <a:pt x="860" y="226"/>
                    <a:pt x="711" y="1"/>
                    <a:pt x="535" y="1"/>
                  </a:cubicBezTo>
                  <a:close/>
                </a:path>
              </a:pathLst>
            </a:custGeom>
            <a:solidFill>
              <a:srgbClr val="9CAEB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066" name="Google Shape;19066;p46"/>
            <p:cNvSpPr/>
            <p:nvPr/>
          </p:nvSpPr>
          <p:spPr>
            <a:xfrm>
              <a:off x="2688495" y="2648212"/>
              <a:ext cx="22505" cy="17941"/>
            </a:xfrm>
            <a:custGeom>
              <a:rect b="b" l="l" r="r" t="t"/>
              <a:pathLst>
                <a:path extrusionOk="0" h="684" w="858">
                  <a:moveTo>
                    <a:pt x="323" y="1"/>
                  </a:moveTo>
                  <a:cubicBezTo>
                    <a:pt x="147" y="1"/>
                    <a:pt x="0" y="226"/>
                    <a:pt x="166" y="392"/>
                  </a:cubicBezTo>
                  <a:lnTo>
                    <a:pt x="390" y="622"/>
                  </a:lnTo>
                  <a:cubicBezTo>
                    <a:pt x="431" y="663"/>
                    <a:pt x="492" y="683"/>
                    <a:pt x="553" y="683"/>
                  </a:cubicBezTo>
                  <a:cubicBezTo>
                    <a:pt x="756" y="683"/>
                    <a:pt x="858" y="439"/>
                    <a:pt x="715" y="297"/>
                  </a:cubicBezTo>
                  <a:lnTo>
                    <a:pt x="485" y="73"/>
                  </a:lnTo>
                  <a:cubicBezTo>
                    <a:pt x="434" y="22"/>
                    <a:pt x="377" y="1"/>
                    <a:pt x="323" y="1"/>
                  </a:cubicBezTo>
                  <a:close/>
                </a:path>
              </a:pathLst>
            </a:custGeom>
            <a:solidFill>
              <a:srgbClr val="9CAEB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067" name="Google Shape;19067;p46"/>
            <p:cNvSpPr/>
            <p:nvPr/>
          </p:nvSpPr>
          <p:spPr>
            <a:xfrm>
              <a:off x="2541843" y="2576656"/>
              <a:ext cx="17810" cy="35830"/>
            </a:xfrm>
            <a:custGeom>
              <a:rect b="b" l="l" r="r" t="t"/>
              <a:pathLst>
                <a:path extrusionOk="0" h="1366" w="679">
                  <a:moveTo>
                    <a:pt x="21" y="1"/>
                  </a:moveTo>
                  <a:cubicBezTo>
                    <a:pt x="7" y="41"/>
                    <a:pt x="0" y="75"/>
                    <a:pt x="0" y="116"/>
                  </a:cubicBezTo>
                  <a:lnTo>
                    <a:pt x="0" y="1025"/>
                  </a:lnTo>
                  <a:cubicBezTo>
                    <a:pt x="0" y="1252"/>
                    <a:pt x="170" y="1365"/>
                    <a:pt x="339" y="1365"/>
                  </a:cubicBezTo>
                  <a:cubicBezTo>
                    <a:pt x="509" y="1365"/>
                    <a:pt x="678" y="1252"/>
                    <a:pt x="678" y="1025"/>
                  </a:cubicBezTo>
                  <a:lnTo>
                    <a:pt x="678" y="686"/>
                  </a:lnTo>
                  <a:cubicBezTo>
                    <a:pt x="678" y="319"/>
                    <a:pt x="387" y="14"/>
                    <a:pt x="21" y="1"/>
                  </a:cubicBezTo>
                  <a:close/>
                </a:path>
              </a:pathLst>
            </a:custGeom>
            <a:solidFill>
              <a:srgbClr val="405C7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068" name="Google Shape;19068;p46"/>
            <p:cNvSpPr/>
            <p:nvPr/>
          </p:nvSpPr>
          <p:spPr>
            <a:xfrm>
              <a:off x="2535784" y="2588591"/>
              <a:ext cx="11961" cy="11935"/>
            </a:xfrm>
            <a:custGeom>
              <a:rect b="b" l="l" r="r" t="t"/>
              <a:pathLst>
                <a:path extrusionOk="0" h="455" w="456">
                  <a:moveTo>
                    <a:pt x="231" y="0"/>
                  </a:moveTo>
                  <a:cubicBezTo>
                    <a:pt x="103" y="0"/>
                    <a:pt x="1" y="102"/>
                    <a:pt x="1" y="231"/>
                  </a:cubicBezTo>
                  <a:cubicBezTo>
                    <a:pt x="1" y="353"/>
                    <a:pt x="103" y="454"/>
                    <a:pt x="231" y="454"/>
                  </a:cubicBezTo>
                  <a:cubicBezTo>
                    <a:pt x="353" y="454"/>
                    <a:pt x="455" y="353"/>
                    <a:pt x="455" y="231"/>
                  </a:cubicBezTo>
                  <a:cubicBezTo>
                    <a:pt x="455" y="102"/>
                    <a:pt x="353" y="0"/>
                    <a:pt x="231" y="0"/>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069" name="Google Shape;19069;p46"/>
            <p:cNvSpPr/>
            <p:nvPr/>
          </p:nvSpPr>
          <p:spPr>
            <a:xfrm>
              <a:off x="2798477" y="2576840"/>
              <a:ext cx="35778" cy="53745"/>
            </a:xfrm>
            <a:custGeom>
              <a:rect b="b" l="l" r="r" t="t"/>
              <a:pathLst>
                <a:path extrusionOk="0" h="2049" w="1364">
                  <a:moveTo>
                    <a:pt x="679" y="1"/>
                  </a:moveTo>
                  <a:cubicBezTo>
                    <a:pt x="306" y="1"/>
                    <a:pt x="1" y="306"/>
                    <a:pt x="1" y="679"/>
                  </a:cubicBezTo>
                  <a:lnTo>
                    <a:pt x="1" y="1363"/>
                  </a:lnTo>
                  <a:cubicBezTo>
                    <a:pt x="1" y="1736"/>
                    <a:pt x="306" y="2041"/>
                    <a:pt x="679" y="2048"/>
                  </a:cubicBezTo>
                  <a:cubicBezTo>
                    <a:pt x="1059" y="2041"/>
                    <a:pt x="1364" y="1736"/>
                    <a:pt x="1364" y="1363"/>
                  </a:cubicBezTo>
                  <a:lnTo>
                    <a:pt x="1364" y="679"/>
                  </a:lnTo>
                  <a:cubicBezTo>
                    <a:pt x="1364" y="306"/>
                    <a:pt x="1059" y="1"/>
                    <a:pt x="679" y="1"/>
                  </a:cubicBezTo>
                  <a:close/>
                </a:path>
              </a:pathLst>
            </a:custGeom>
            <a:solidFill>
              <a:srgbClr val="203B5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070" name="Google Shape;19070;p46"/>
            <p:cNvSpPr/>
            <p:nvPr/>
          </p:nvSpPr>
          <p:spPr>
            <a:xfrm>
              <a:off x="2816261" y="2576656"/>
              <a:ext cx="17994" cy="35830"/>
            </a:xfrm>
            <a:custGeom>
              <a:rect b="b" l="l" r="r" t="t"/>
              <a:pathLst>
                <a:path extrusionOk="0" h="1366" w="686">
                  <a:moveTo>
                    <a:pt x="21" y="1"/>
                  </a:moveTo>
                  <a:cubicBezTo>
                    <a:pt x="8" y="41"/>
                    <a:pt x="1" y="75"/>
                    <a:pt x="1" y="116"/>
                  </a:cubicBezTo>
                  <a:lnTo>
                    <a:pt x="1" y="1025"/>
                  </a:lnTo>
                  <a:cubicBezTo>
                    <a:pt x="1" y="1252"/>
                    <a:pt x="172" y="1365"/>
                    <a:pt x="343" y="1365"/>
                  </a:cubicBezTo>
                  <a:cubicBezTo>
                    <a:pt x="515" y="1365"/>
                    <a:pt x="686" y="1252"/>
                    <a:pt x="686" y="1025"/>
                  </a:cubicBezTo>
                  <a:lnTo>
                    <a:pt x="686" y="686"/>
                  </a:lnTo>
                  <a:cubicBezTo>
                    <a:pt x="686" y="319"/>
                    <a:pt x="394" y="14"/>
                    <a:pt x="21" y="1"/>
                  </a:cubicBezTo>
                  <a:close/>
                </a:path>
              </a:pathLst>
            </a:custGeom>
            <a:solidFill>
              <a:srgbClr val="405C7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071" name="Google Shape;19071;p46"/>
            <p:cNvSpPr/>
            <p:nvPr/>
          </p:nvSpPr>
          <p:spPr>
            <a:xfrm>
              <a:off x="2810412" y="2588591"/>
              <a:ext cx="11935" cy="11935"/>
            </a:xfrm>
            <a:custGeom>
              <a:rect b="b" l="l" r="r" t="t"/>
              <a:pathLst>
                <a:path extrusionOk="0" h="455" w="455">
                  <a:moveTo>
                    <a:pt x="224" y="0"/>
                  </a:moveTo>
                  <a:cubicBezTo>
                    <a:pt x="102" y="0"/>
                    <a:pt x="0" y="102"/>
                    <a:pt x="0" y="231"/>
                  </a:cubicBezTo>
                  <a:cubicBezTo>
                    <a:pt x="0" y="353"/>
                    <a:pt x="102" y="454"/>
                    <a:pt x="224" y="454"/>
                  </a:cubicBezTo>
                  <a:cubicBezTo>
                    <a:pt x="353" y="454"/>
                    <a:pt x="454" y="353"/>
                    <a:pt x="454" y="231"/>
                  </a:cubicBezTo>
                  <a:cubicBezTo>
                    <a:pt x="454" y="102"/>
                    <a:pt x="353" y="0"/>
                    <a:pt x="224" y="0"/>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072" name="Google Shape;19072;p46"/>
            <p:cNvSpPr/>
            <p:nvPr/>
          </p:nvSpPr>
          <p:spPr>
            <a:xfrm>
              <a:off x="2609595" y="2725879"/>
              <a:ext cx="138940" cy="35778"/>
            </a:xfrm>
            <a:custGeom>
              <a:rect b="b" l="l" r="r" t="t"/>
              <a:pathLst>
                <a:path extrusionOk="0" h="1364" w="5297">
                  <a:moveTo>
                    <a:pt x="2652" y="1"/>
                  </a:moveTo>
                  <a:cubicBezTo>
                    <a:pt x="1581" y="1"/>
                    <a:pt x="625" y="265"/>
                    <a:pt x="1" y="672"/>
                  </a:cubicBezTo>
                  <a:cubicBezTo>
                    <a:pt x="977" y="1086"/>
                    <a:pt x="1940" y="1364"/>
                    <a:pt x="2652" y="1364"/>
                  </a:cubicBezTo>
                  <a:cubicBezTo>
                    <a:pt x="3357" y="1364"/>
                    <a:pt x="4320" y="1086"/>
                    <a:pt x="5297" y="672"/>
                  </a:cubicBezTo>
                  <a:cubicBezTo>
                    <a:pt x="4673" y="265"/>
                    <a:pt x="3717" y="1"/>
                    <a:pt x="2652" y="1"/>
                  </a:cubicBezTo>
                  <a:close/>
                </a:path>
              </a:pathLst>
            </a:custGeom>
            <a:solidFill>
              <a:srgbClr val="788A9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073" name="Google Shape;19073;p46"/>
            <p:cNvSpPr/>
            <p:nvPr/>
          </p:nvSpPr>
          <p:spPr>
            <a:xfrm>
              <a:off x="2656730" y="2727662"/>
              <a:ext cx="91805" cy="33994"/>
            </a:xfrm>
            <a:custGeom>
              <a:rect b="b" l="l" r="r" t="t"/>
              <a:pathLst>
                <a:path extrusionOk="0" h="1296" w="3500">
                  <a:moveTo>
                    <a:pt x="1743" y="0"/>
                  </a:moveTo>
                  <a:cubicBezTo>
                    <a:pt x="1079" y="156"/>
                    <a:pt x="482" y="577"/>
                    <a:pt x="1" y="1201"/>
                  </a:cubicBezTo>
                  <a:cubicBezTo>
                    <a:pt x="279" y="1262"/>
                    <a:pt x="563" y="1296"/>
                    <a:pt x="848" y="1296"/>
                  </a:cubicBezTo>
                  <a:cubicBezTo>
                    <a:pt x="1560" y="1296"/>
                    <a:pt x="2523" y="1018"/>
                    <a:pt x="3500" y="604"/>
                  </a:cubicBezTo>
                  <a:cubicBezTo>
                    <a:pt x="3059" y="312"/>
                    <a:pt x="2442" y="95"/>
                    <a:pt x="1743" y="0"/>
                  </a:cubicBezTo>
                  <a:close/>
                </a:path>
              </a:pathLst>
            </a:custGeom>
            <a:solidFill>
              <a:srgbClr val="98A6B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9074" name="Google Shape;19074;p46"/>
          <p:cNvGrpSpPr/>
          <p:nvPr/>
        </p:nvGrpSpPr>
        <p:grpSpPr>
          <a:xfrm>
            <a:off x="1699703" y="3365261"/>
            <a:ext cx="281054" cy="370158"/>
            <a:chOff x="1699703" y="3365261"/>
            <a:chExt cx="281054" cy="370158"/>
          </a:xfrm>
        </p:grpSpPr>
        <p:sp>
          <p:nvSpPr>
            <p:cNvPr id="19075" name="Google Shape;19075;p46"/>
            <p:cNvSpPr/>
            <p:nvPr/>
          </p:nvSpPr>
          <p:spPr>
            <a:xfrm>
              <a:off x="1737474" y="3471362"/>
              <a:ext cx="227781" cy="108435"/>
            </a:xfrm>
            <a:custGeom>
              <a:rect b="b" l="l" r="r" t="t"/>
              <a:pathLst>
                <a:path extrusionOk="0" h="4134" w="8684">
                  <a:moveTo>
                    <a:pt x="4695" y="0"/>
                  </a:moveTo>
                  <a:cubicBezTo>
                    <a:pt x="2124" y="0"/>
                    <a:pt x="153" y="2378"/>
                    <a:pt x="126" y="2411"/>
                  </a:cubicBezTo>
                  <a:cubicBezTo>
                    <a:pt x="1" y="2582"/>
                    <a:pt x="151" y="2775"/>
                    <a:pt x="314" y="2775"/>
                  </a:cubicBezTo>
                  <a:cubicBezTo>
                    <a:pt x="371" y="2775"/>
                    <a:pt x="430" y="2752"/>
                    <a:pt x="479" y="2696"/>
                  </a:cubicBezTo>
                  <a:cubicBezTo>
                    <a:pt x="499" y="2675"/>
                    <a:pt x="1632" y="1306"/>
                    <a:pt x="3259" y="723"/>
                  </a:cubicBezTo>
                  <a:cubicBezTo>
                    <a:pt x="5036" y="3042"/>
                    <a:pt x="8250" y="4079"/>
                    <a:pt x="8385" y="4120"/>
                  </a:cubicBezTo>
                  <a:cubicBezTo>
                    <a:pt x="8406" y="4126"/>
                    <a:pt x="8433" y="4133"/>
                    <a:pt x="8453" y="4133"/>
                  </a:cubicBezTo>
                  <a:cubicBezTo>
                    <a:pt x="8582" y="4133"/>
                    <a:pt x="8684" y="4031"/>
                    <a:pt x="8677" y="3903"/>
                  </a:cubicBezTo>
                  <a:cubicBezTo>
                    <a:pt x="8677" y="3808"/>
                    <a:pt x="8609" y="1543"/>
                    <a:pt x="6737" y="533"/>
                  </a:cubicBezTo>
                  <a:cubicBezTo>
                    <a:pt x="6033" y="152"/>
                    <a:pt x="5345" y="0"/>
                    <a:pt x="4695" y="0"/>
                  </a:cubicBezTo>
                  <a:close/>
                </a:path>
              </a:pathLst>
            </a:custGeom>
            <a:solidFill>
              <a:srgbClr val="99ACB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076" name="Google Shape;19076;p46"/>
            <p:cNvSpPr/>
            <p:nvPr/>
          </p:nvSpPr>
          <p:spPr>
            <a:xfrm>
              <a:off x="1743271" y="3393301"/>
              <a:ext cx="237486" cy="103425"/>
            </a:xfrm>
            <a:custGeom>
              <a:rect b="b" l="l" r="r" t="t"/>
              <a:pathLst>
                <a:path extrusionOk="0" h="3943" w="9054">
                  <a:moveTo>
                    <a:pt x="5267" y="0"/>
                  </a:moveTo>
                  <a:cubicBezTo>
                    <a:pt x="4521" y="0"/>
                    <a:pt x="3745" y="159"/>
                    <a:pt x="3031" y="600"/>
                  </a:cubicBezTo>
                  <a:cubicBezTo>
                    <a:pt x="2306" y="1054"/>
                    <a:pt x="2224" y="1725"/>
                    <a:pt x="2299" y="2125"/>
                  </a:cubicBezTo>
                  <a:cubicBezTo>
                    <a:pt x="1533" y="2512"/>
                    <a:pt x="814" y="2987"/>
                    <a:pt x="156" y="3543"/>
                  </a:cubicBezTo>
                  <a:cubicBezTo>
                    <a:pt x="0" y="3685"/>
                    <a:pt x="102" y="3943"/>
                    <a:pt x="312" y="3943"/>
                  </a:cubicBezTo>
                  <a:cubicBezTo>
                    <a:pt x="366" y="3943"/>
                    <a:pt x="421" y="3922"/>
                    <a:pt x="461" y="3888"/>
                  </a:cubicBezTo>
                  <a:cubicBezTo>
                    <a:pt x="492" y="3858"/>
                    <a:pt x="3359" y="1335"/>
                    <a:pt x="7306" y="1335"/>
                  </a:cubicBezTo>
                  <a:cubicBezTo>
                    <a:pt x="7755" y="1335"/>
                    <a:pt x="8218" y="1368"/>
                    <a:pt x="8693" y="1441"/>
                  </a:cubicBezTo>
                  <a:cubicBezTo>
                    <a:pt x="8707" y="1443"/>
                    <a:pt x="8721" y="1444"/>
                    <a:pt x="8734" y="1444"/>
                  </a:cubicBezTo>
                  <a:cubicBezTo>
                    <a:pt x="8962" y="1444"/>
                    <a:pt x="9054" y="1129"/>
                    <a:pt x="8842" y="1013"/>
                  </a:cubicBezTo>
                  <a:cubicBezTo>
                    <a:pt x="8751" y="956"/>
                    <a:pt x="7101" y="0"/>
                    <a:pt x="5267" y="0"/>
                  </a:cubicBezTo>
                  <a:close/>
                </a:path>
              </a:pathLst>
            </a:custGeom>
            <a:solidFill>
              <a:srgbClr val="99ACB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077" name="Google Shape;19077;p46"/>
            <p:cNvSpPr/>
            <p:nvPr/>
          </p:nvSpPr>
          <p:spPr>
            <a:xfrm>
              <a:off x="1709644" y="3365261"/>
              <a:ext cx="47686" cy="370158"/>
            </a:xfrm>
            <a:custGeom>
              <a:rect b="b" l="l" r="r" t="t"/>
              <a:pathLst>
                <a:path extrusionOk="0" h="14112" w="1818">
                  <a:moveTo>
                    <a:pt x="292" y="1"/>
                  </a:moveTo>
                  <a:cubicBezTo>
                    <a:pt x="150" y="1"/>
                    <a:pt x="41" y="136"/>
                    <a:pt x="69" y="279"/>
                  </a:cubicBezTo>
                  <a:cubicBezTo>
                    <a:pt x="184" y="862"/>
                    <a:pt x="231" y="1459"/>
                    <a:pt x="231" y="2049"/>
                  </a:cubicBezTo>
                  <a:cubicBezTo>
                    <a:pt x="231" y="2896"/>
                    <a:pt x="136" y="3873"/>
                    <a:pt x="1" y="4327"/>
                  </a:cubicBezTo>
                  <a:lnTo>
                    <a:pt x="1" y="4781"/>
                  </a:lnTo>
                  <a:cubicBezTo>
                    <a:pt x="136" y="5235"/>
                    <a:pt x="231" y="6212"/>
                    <a:pt x="231" y="7059"/>
                  </a:cubicBezTo>
                  <a:cubicBezTo>
                    <a:pt x="231" y="7907"/>
                    <a:pt x="136" y="8883"/>
                    <a:pt x="1" y="9331"/>
                  </a:cubicBezTo>
                  <a:lnTo>
                    <a:pt x="1" y="9792"/>
                  </a:lnTo>
                  <a:cubicBezTo>
                    <a:pt x="136" y="10239"/>
                    <a:pt x="231" y="11216"/>
                    <a:pt x="231" y="12063"/>
                  </a:cubicBezTo>
                  <a:cubicBezTo>
                    <a:pt x="238" y="12660"/>
                    <a:pt x="184" y="13257"/>
                    <a:pt x="69" y="13840"/>
                  </a:cubicBezTo>
                  <a:cubicBezTo>
                    <a:pt x="41" y="13982"/>
                    <a:pt x="150" y="14111"/>
                    <a:pt x="292" y="14111"/>
                  </a:cubicBezTo>
                  <a:lnTo>
                    <a:pt x="1526" y="14111"/>
                  </a:lnTo>
                  <a:cubicBezTo>
                    <a:pt x="1676" y="14111"/>
                    <a:pt x="1784" y="13982"/>
                    <a:pt x="1750" y="13840"/>
                  </a:cubicBezTo>
                  <a:cubicBezTo>
                    <a:pt x="1642" y="13257"/>
                    <a:pt x="1587" y="12660"/>
                    <a:pt x="1594" y="12063"/>
                  </a:cubicBezTo>
                  <a:cubicBezTo>
                    <a:pt x="1594" y="11216"/>
                    <a:pt x="1682" y="10239"/>
                    <a:pt x="1818" y="9792"/>
                  </a:cubicBezTo>
                  <a:lnTo>
                    <a:pt x="1818" y="9331"/>
                  </a:lnTo>
                  <a:cubicBezTo>
                    <a:pt x="1682" y="8883"/>
                    <a:pt x="1594" y="7907"/>
                    <a:pt x="1594" y="7059"/>
                  </a:cubicBezTo>
                  <a:cubicBezTo>
                    <a:pt x="1594" y="6212"/>
                    <a:pt x="1682" y="5235"/>
                    <a:pt x="1818" y="4781"/>
                  </a:cubicBezTo>
                  <a:lnTo>
                    <a:pt x="1818" y="4327"/>
                  </a:lnTo>
                  <a:cubicBezTo>
                    <a:pt x="1682" y="3873"/>
                    <a:pt x="1594" y="2896"/>
                    <a:pt x="1594" y="2049"/>
                  </a:cubicBezTo>
                  <a:cubicBezTo>
                    <a:pt x="1587" y="1459"/>
                    <a:pt x="1642" y="862"/>
                    <a:pt x="1757" y="279"/>
                  </a:cubicBezTo>
                  <a:cubicBezTo>
                    <a:pt x="1784" y="136"/>
                    <a:pt x="1676" y="1"/>
                    <a:pt x="1526" y="1"/>
                  </a:cubicBezTo>
                  <a:close/>
                </a:path>
              </a:pathLst>
            </a:custGeom>
            <a:solidFill>
              <a:srgbClr val="C1CDD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078" name="Google Shape;19078;p46"/>
            <p:cNvSpPr/>
            <p:nvPr/>
          </p:nvSpPr>
          <p:spPr>
            <a:xfrm>
              <a:off x="1709644" y="3365261"/>
              <a:ext cx="25653" cy="370158"/>
            </a:xfrm>
            <a:custGeom>
              <a:rect b="b" l="l" r="r" t="t"/>
              <a:pathLst>
                <a:path extrusionOk="0" h="14112" w="978">
                  <a:moveTo>
                    <a:pt x="292" y="1"/>
                  </a:moveTo>
                  <a:cubicBezTo>
                    <a:pt x="143" y="1"/>
                    <a:pt x="35" y="136"/>
                    <a:pt x="69" y="279"/>
                  </a:cubicBezTo>
                  <a:cubicBezTo>
                    <a:pt x="177" y="862"/>
                    <a:pt x="231" y="1459"/>
                    <a:pt x="231" y="2049"/>
                  </a:cubicBezTo>
                  <a:cubicBezTo>
                    <a:pt x="231" y="2896"/>
                    <a:pt x="136" y="3873"/>
                    <a:pt x="1" y="4327"/>
                  </a:cubicBezTo>
                  <a:lnTo>
                    <a:pt x="1" y="4781"/>
                  </a:lnTo>
                  <a:cubicBezTo>
                    <a:pt x="136" y="5235"/>
                    <a:pt x="231" y="6212"/>
                    <a:pt x="231" y="7059"/>
                  </a:cubicBezTo>
                  <a:cubicBezTo>
                    <a:pt x="231" y="7907"/>
                    <a:pt x="136" y="8883"/>
                    <a:pt x="1" y="9331"/>
                  </a:cubicBezTo>
                  <a:lnTo>
                    <a:pt x="1" y="9792"/>
                  </a:lnTo>
                  <a:cubicBezTo>
                    <a:pt x="136" y="10239"/>
                    <a:pt x="231" y="11216"/>
                    <a:pt x="231" y="12063"/>
                  </a:cubicBezTo>
                  <a:cubicBezTo>
                    <a:pt x="238" y="12660"/>
                    <a:pt x="184" y="13257"/>
                    <a:pt x="69" y="13840"/>
                  </a:cubicBezTo>
                  <a:cubicBezTo>
                    <a:pt x="41" y="13982"/>
                    <a:pt x="150" y="14111"/>
                    <a:pt x="292" y="14111"/>
                  </a:cubicBezTo>
                  <a:lnTo>
                    <a:pt x="977" y="14111"/>
                  </a:lnTo>
                  <a:cubicBezTo>
                    <a:pt x="828" y="14111"/>
                    <a:pt x="719" y="13982"/>
                    <a:pt x="753" y="13840"/>
                  </a:cubicBezTo>
                  <a:cubicBezTo>
                    <a:pt x="862" y="13257"/>
                    <a:pt x="916" y="12660"/>
                    <a:pt x="909" y="12063"/>
                  </a:cubicBezTo>
                  <a:cubicBezTo>
                    <a:pt x="909" y="11216"/>
                    <a:pt x="814" y="10470"/>
                    <a:pt x="679" y="10016"/>
                  </a:cubicBezTo>
                  <a:lnTo>
                    <a:pt x="679" y="9107"/>
                  </a:lnTo>
                  <a:cubicBezTo>
                    <a:pt x="814" y="8653"/>
                    <a:pt x="909" y="7907"/>
                    <a:pt x="909" y="7059"/>
                  </a:cubicBezTo>
                  <a:cubicBezTo>
                    <a:pt x="909" y="6212"/>
                    <a:pt x="814" y="5459"/>
                    <a:pt x="679" y="5012"/>
                  </a:cubicBezTo>
                  <a:lnTo>
                    <a:pt x="679" y="4096"/>
                  </a:lnTo>
                  <a:cubicBezTo>
                    <a:pt x="814" y="3649"/>
                    <a:pt x="909" y="2903"/>
                    <a:pt x="909" y="2049"/>
                  </a:cubicBezTo>
                  <a:cubicBezTo>
                    <a:pt x="916" y="1459"/>
                    <a:pt x="862" y="862"/>
                    <a:pt x="747" y="279"/>
                  </a:cubicBezTo>
                  <a:cubicBezTo>
                    <a:pt x="719" y="136"/>
                    <a:pt x="828" y="1"/>
                    <a:pt x="970" y="1"/>
                  </a:cubicBezTo>
                  <a:close/>
                </a:path>
              </a:pathLst>
            </a:custGeom>
            <a:solidFill>
              <a:srgbClr val="ADBCC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079" name="Google Shape;19079;p46"/>
            <p:cNvSpPr/>
            <p:nvPr/>
          </p:nvSpPr>
          <p:spPr>
            <a:xfrm>
              <a:off x="1789881" y="3484660"/>
              <a:ext cx="38243" cy="70218"/>
            </a:xfrm>
            <a:custGeom>
              <a:rect b="b" l="l" r="r" t="t"/>
              <a:pathLst>
                <a:path extrusionOk="0" h="2677" w="1458">
                  <a:moveTo>
                    <a:pt x="289" y="1"/>
                  </a:moveTo>
                  <a:cubicBezTo>
                    <a:pt x="145" y="1"/>
                    <a:pt x="1" y="136"/>
                    <a:pt x="74" y="317"/>
                  </a:cubicBezTo>
                  <a:lnTo>
                    <a:pt x="983" y="2535"/>
                  </a:lnTo>
                  <a:cubicBezTo>
                    <a:pt x="1017" y="2623"/>
                    <a:pt x="1105" y="2677"/>
                    <a:pt x="1193" y="2677"/>
                  </a:cubicBezTo>
                  <a:cubicBezTo>
                    <a:pt x="1227" y="2677"/>
                    <a:pt x="1254" y="2670"/>
                    <a:pt x="1281" y="2657"/>
                  </a:cubicBezTo>
                  <a:cubicBezTo>
                    <a:pt x="1397" y="2609"/>
                    <a:pt x="1458" y="2480"/>
                    <a:pt x="1410" y="2365"/>
                  </a:cubicBezTo>
                  <a:lnTo>
                    <a:pt x="495" y="148"/>
                  </a:lnTo>
                  <a:cubicBezTo>
                    <a:pt x="453" y="45"/>
                    <a:pt x="371" y="1"/>
                    <a:pt x="289" y="1"/>
                  </a:cubicBezTo>
                  <a:close/>
                </a:path>
              </a:pathLst>
            </a:custGeom>
            <a:solidFill>
              <a:srgbClr val="3B536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080" name="Google Shape;19080;p46"/>
            <p:cNvSpPr/>
            <p:nvPr/>
          </p:nvSpPr>
          <p:spPr>
            <a:xfrm>
              <a:off x="1805147" y="3536228"/>
              <a:ext cx="122232" cy="130389"/>
            </a:xfrm>
            <a:custGeom>
              <a:rect b="b" l="l" r="r" t="t"/>
              <a:pathLst>
                <a:path extrusionOk="0" h="4971" w="4660">
                  <a:moveTo>
                    <a:pt x="1080" y="0"/>
                  </a:moveTo>
                  <a:cubicBezTo>
                    <a:pt x="1041" y="0"/>
                    <a:pt x="1001" y="11"/>
                    <a:pt x="964" y="33"/>
                  </a:cubicBezTo>
                  <a:lnTo>
                    <a:pt x="137" y="514"/>
                  </a:lnTo>
                  <a:cubicBezTo>
                    <a:pt x="42" y="569"/>
                    <a:pt x="1" y="691"/>
                    <a:pt x="42" y="792"/>
                  </a:cubicBezTo>
                  <a:cubicBezTo>
                    <a:pt x="306" y="1430"/>
                    <a:pt x="1282" y="3593"/>
                    <a:pt x="2896" y="4922"/>
                  </a:cubicBezTo>
                  <a:cubicBezTo>
                    <a:pt x="2936" y="4955"/>
                    <a:pt x="2984" y="4971"/>
                    <a:pt x="3034" y="4971"/>
                  </a:cubicBezTo>
                  <a:cubicBezTo>
                    <a:pt x="3095" y="4971"/>
                    <a:pt x="3156" y="4946"/>
                    <a:pt x="3201" y="4901"/>
                  </a:cubicBezTo>
                  <a:lnTo>
                    <a:pt x="4558" y="3552"/>
                  </a:lnTo>
                  <a:cubicBezTo>
                    <a:pt x="4659" y="3450"/>
                    <a:pt x="4639" y="3281"/>
                    <a:pt x="4517" y="3199"/>
                  </a:cubicBezTo>
                  <a:cubicBezTo>
                    <a:pt x="3981" y="2860"/>
                    <a:pt x="2639" y="1911"/>
                    <a:pt x="1262" y="94"/>
                  </a:cubicBezTo>
                  <a:cubicBezTo>
                    <a:pt x="1219" y="33"/>
                    <a:pt x="1151" y="0"/>
                    <a:pt x="1080" y="0"/>
                  </a:cubicBezTo>
                  <a:close/>
                </a:path>
              </a:pathLst>
            </a:custGeom>
            <a:solidFill>
              <a:srgbClr val="788A9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081" name="Google Shape;19081;p46"/>
            <p:cNvSpPr/>
            <p:nvPr/>
          </p:nvSpPr>
          <p:spPr>
            <a:xfrm>
              <a:off x="1703611" y="3472699"/>
              <a:ext cx="59778" cy="24027"/>
            </a:xfrm>
            <a:custGeom>
              <a:rect b="b" l="l" r="r" t="t"/>
              <a:pathLst>
                <a:path extrusionOk="0" h="916" w="2279">
                  <a:moveTo>
                    <a:pt x="461" y="0"/>
                  </a:moveTo>
                  <a:cubicBezTo>
                    <a:pt x="204" y="0"/>
                    <a:pt x="0" y="204"/>
                    <a:pt x="0" y="461"/>
                  </a:cubicBezTo>
                  <a:cubicBezTo>
                    <a:pt x="0" y="712"/>
                    <a:pt x="204" y="916"/>
                    <a:pt x="461" y="916"/>
                  </a:cubicBezTo>
                  <a:lnTo>
                    <a:pt x="1824" y="916"/>
                  </a:lnTo>
                  <a:cubicBezTo>
                    <a:pt x="2075" y="916"/>
                    <a:pt x="2278" y="712"/>
                    <a:pt x="2278" y="461"/>
                  </a:cubicBezTo>
                  <a:cubicBezTo>
                    <a:pt x="2278" y="204"/>
                    <a:pt x="2075" y="0"/>
                    <a:pt x="1824" y="0"/>
                  </a:cubicBezTo>
                  <a:close/>
                </a:path>
              </a:pathLst>
            </a:custGeom>
            <a:solidFill>
              <a:srgbClr val="ADBCC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082" name="Google Shape;19082;p46"/>
            <p:cNvSpPr/>
            <p:nvPr/>
          </p:nvSpPr>
          <p:spPr>
            <a:xfrm>
              <a:off x="1699703" y="3472699"/>
              <a:ext cx="33810" cy="24027"/>
            </a:xfrm>
            <a:custGeom>
              <a:rect b="b" l="l" r="r" t="t"/>
              <a:pathLst>
                <a:path extrusionOk="0" h="916" w="1289">
                  <a:moveTo>
                    <a:pt x="610" y="0"/>
                  </a:moveTo>
                  <a:cubicBezTo>
                    <a:pt x="0" y="0"/>
                    <a:pt x="0" y="916"/>
                    <a:pt x="610" y="916"/>
                  </a:cubicBezTo>
                  <a:lnTo>
                    <a:pt x="1288" y="916"/>
                  </a:lnTo>
                  <a:cubicBezTo>
                    <a:pt x="1037" y="909"/>
                    <a:pt x="834" y="705"/>
                    <a:pt x="834" y="461"/>
                  </a:cubicBezTo>
                  <a:cubicBezTo>
                    <a:pt x="834" y="204"/>
                    <a:pt x="1037" y="0"/>
                    <a:pt x="1288" y="0"/>
                  </a:cubicBezTo>
                  <a:close/>
                </a:path>
              </a:pathLst>
            </a:custGeom>
            <a:solidFill>
              <a:srgbClr val="99ACB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083" name="Google Shape;19083;p46"/>
            <p:cNvSpPr/>
            <p:nvPr/>
          </p:nvSpPr>
          <p:spPr>
            <a:xfrm>
              <a:off x="1703611" y="3604138"/>
              <a:ext cx="59778" cy="23843"/>
            </a:xfrm>
            <a:custGeom>
              <a:rect b="b" l="l" r="r" t="t"/>
              <a:pathLst>
                <a:path extrusionOk="0" h="909" w="2279">
                  <a:moveTo>
                    <a:pt x="461" y="0"/>
                  </a:moveTo>
                  <a:cubicBezTo>
                    <a:pt x="204" y="0"/>
                    <a:pt x="0" y="204"/>
                    <a:pt x="0" y="454"/>
                  </a:cubicBezTo>
                  <a:cubicBezTo>
                    <a:pt x="0" y="705"/>
                    <a:pt x="204" y="909"/>
                    <a:pt x="461" y="909"/>
                  </a:cubicBezTo>
                  <a:lnTo>
                    <a:pt x="1824" y="909"/>
                  </a:lnTo>
                  <a:cubicBezTo>
                    <a:pt x="2075" y="909"/>
                    <a:pt x="2278" y="705"/>
                    <a:pt x="2278" y="454"/>
                  </a:cubicBezTo>
                  <a:cubicBezTo>
                    <a:pt x="2278" y="204"/>
                    <a:pt x="2075" y="0"/>
                    <a:pt x="1824" y="0"/>
                  </a:cubicBezTo>
                  <a:close/>
                </a:path>
              </a:pathLst>
            </a:custGeom>
            <a:solidFill>
              <a:srgbClr val="ADBCC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084" name="Google Shape;19084;p46"/>
            <p:cNvSpPr/>
            <p:nvPr/>
          </p:nvSpPr>
          <p:spPr>
            <a:xfrm>
              <a:off x="1699703" y="3604138"/>
              <a:ext cx="33810" cy="23843"/>
            </a:xfrm>
            <a:custGeom>
              <a:rect b="b" l="l" r="r" t="t"/>
              <a:pathLst>
                <a:path extrusionOk="0" h="909" w="1289">
                  <a:moveTo>
                    <a:pt x="610" y="0"/>
                  </a:moveTo>
                  <a:cubicBezTo>
                    <a:pt x="0" y="0"/>
                    <a:pt x="0" y="909"/>
                    <a:pt x="610" y="909"/>
                  </a:cubicBezTo>
                  <a:lnTo>
                    <a:pt x="1288" y="909"/>
                  </a:lnTo>
                  <a:cubicBezTo>
                    <a:pt x="1037" y="909"/>
                    <a:pt x="834" y="705"/>
                    <a:pt x="834" y="454"/>
                  </a:cubicBezTo>
                  <a:cubicBezTo>
                    <a:pt x="834" y="204"/>
                    <a:pt x="1037" y="0"/>
                    <a:pt x="1288" y="0"/>
                  </a:cubicBezTo>
                  <a:close/>
                </a:path>
              </a:pathLst>
            </a:custGeom>
            <a:solidFill>
              <a:srgbClr val="99ACB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085" name="Google Shape;19085;p46"/>
            <p:cNvSpPr/>
            <p:nvPr/>
          </p:nvSpPr>
          <p:spPr>
            <a:xfrm>
              <a:off x="1801606" y="3393222"/>
              <a:ext cx="177341" cy="55844"/>
            </a:xfrm>
            <a:custGeom>
              <a:rect b="b" l="l" r="r" t="t"/>
              <a:pathLst>
                <a:path extrusionOk="0" h="2129" w="6761">
                  <a:moveTo>
                    <a:pt x="3047" y="0"/>
                  </a:moveTo>
                  <a:cubicBezTo>
                    <a:pt x="2302" y="0"/>
                    <a:pt x="1526" y="159"/>
                    <a:pt x="814" y="603"/>
                  </a:cubicBezTo>
                  <a:cubicBezTo>
                    <a:pt x="82" y="1057"/>
                    <a:pt x="0" y="1728"/>
                    <a:pt x="75" y="2128"/>
                  </a:cubicBezTo>
                  <a:cubicBezTo>
                    <a:pt x="1333" y="1448"/>
                    <a:pt x="3051" y="1011"/>
                    <a:pt x="4672" y="1011"/>
                  </a:cubicBezTo>
                  <a:cubicBezTo>
                    <a:pt x="5393" y="1011"/>
                    <a:pt x="6094" y="1098"/>
                    <a:pt x="6727" y="1288"/>
                  </a:cubicBezTo>
                  <a:cubicBezTo>
                    <a:pt x="6761" y="1186"/>
                    <a:pt x="6713" y="1071"/>
                    <a:pt x="6625" y="1016"/>
                  </a:cubicBezTo>
                  <a:cubicBezTo>
                    <a:pt x="6529" y="959"/>
                    <a:pt x="4878" y="0"/>
                    <a:pt x="3047" y="0"/>
                  </a:cubicBezTo>
                  <a:close/>
                </a:path>
              </a:pathLst>
            </a:custGeom>
            <a:solidFill>
              <a:srgbClr val="ADBCC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086" name="Google Shape;19086;p46"/>
            <p:cNvSpPr/>
            <p:nvPr/>
          </p:nvSpPr>
          <p:spPr>
            <a:xfrm>
              <a:off x="1822957" y="3484319"/>
              <a:ext cx="141590" cy="95582"/>
            </a:xfrm>
            <a:custGeom>
              <a:rect b="b" l="l" r="r" t="t"/>
              <a:pathLst>
                <a:path extrusionOk="0" h="3644" w="5398">
                  <a:moveTo>
                    <a:pt x="1512" y="0"/>
                  </a:moveTo>
                  <a:cubicBezTo>
                    <a:pt x="874" y="0"/>
                    <a:pt x="321" y="126"/>
                    <a:pt x="0" y="229"/>
                  </a:cubicBezTo>
                  <a:cubicBezTo>
                    <a:pt x="1777" y="2554"/>
                    <a:pt x="4991" y="3585"/>
                    <a:pt x="5126" y="3632"/>
                  </a:cubicBezTo>
                  <a:cubicBezTo>
                    <a:pt x="5148" y="3640"/>
                    <a:pt x="5171" y="3643"/>
                    <a:pt x="5194" y="3643"/>
                  </a:cubicBezTo>
                  <a:cubicBezTo>
                    <a:pt x="5275" y="3643"/>
                    <a:pt x="5355" y="3598"/>
                    <a:pt x="5397" y="3524"/>
                  </a:cubicBezTo>
                  <a:cubicBezTo>
                    <a:pt x="4779" y="625"/>
                    <a:pt x="2936" y="0"/>
                    <a:pt x="1512" y="0"/>
                  </a:cubicBezTo>
                  <a:close/>
                </a:path>
              </a:pathLst>
            </a:custGeom>
            <a:solidFill>
              <a:srgbClr val="ADBCC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087" name="Google Shape;19087;p46"/>
            <p:cNvSpPr/>
            <p:nvPr/>
          </p:nvSpPr>
          <p:spPr>
            <a:xfrm>
              <a:off x="1805147" y="3536228"/>
              <a:ext cx="98572" cy="130389"/>
            </a:xfrm>
            <a:custGeom>
              <a:rect b="b" l="l" r="r" t="t"/>
              <a:pathLst>
                <a:path extrusionOk="0" h="4971" w="3758">
                  <a:moveTo>
                    <a:pt x="1078" y="0"/>
                  </a:moveTo>
                  <a:cubicBezTo>
                    <a:pt x="1040" y="0"/>
                    <a:pt x="1001" y="11"/>
                    <a:pt x="964" y="33"/>
                  </a:cubicBezTo>
                  <a:lnTo>
                    <a:pt x="137" y="514"/>
                  </a:lnTo>
                  <a:cubicBezTo>
                    <a:pt x="42" y="569"/>
                    <a:pt x="1" y="691"/>
                    <a:pt x="42" y="792"/>
                  </a:cubicBezTo>
                  <a:cubicBezTo>
                    <a:pt x="306" y="1430"/>
                    <a:pt x="1282" y="3586"/>
                    <a:pt x="2896" y="4922"/>
                  </a:cubicBezTo>
                  <a:cubicBezTo>
                    <a:pt x="2936" y="4955"/>
                    <a:pt x="2984" y="4971"/>
                    <a:pt x="3034" y="4971"/>
                  </a:cubicBezTo>
                  <a:cubicBezTo>
                    <a:pt x="3095" y="4971"/>
                    <a:pt x="3156" y="4946"/>
                    <a:pt x="3201" y="4901"/>
                  </a:cubicBezTo>
                  <a:lnTo>
                    <a:pt x="3757" y="4345"/>
                  </a:lnTo>
                  <a:cubicBezTo>
                    <a:pt x="3757" y="4345"/>
                    <a:pt x="1310" y="2630"/>
                    <a:pt x="1167" y="1423"/>
                  </a:cubicBezTo>
                  <a:cubicBezTo>
                    <a:pt x="1113" y="1043"/>
                    <a:pt x="1235" y="670"/>
                    <a:pt x="1493" y="392"/>
                  </a:cubicBezTo>
                  <a:cubicBezTo>
                    <a:pt x="1411" y="290"/>
                    <a:pt x="1337" y="196"/>
                    <a:pt x="1255" y="94"/>
                  </a:cubicBezTo>
                  <a:cubicBezTo>
                    <a:pt x="1212" y="33"/>
                    <a:pt x="1147" y="0"/>
                    <a:pt x="1078" y="0"/>
                  </a:cubicBezTo>
                  <a:close/>
                </a:path>
              </a:pathLst>
            </a:custGeom>
            <a:solidFill>
              <a:srgbClr val="5B728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9088" name="Google Shape;19088;p46"/>
          <p:cNvGrpSpPr/>
          <p:nvPr/>
        </p:nvGrpSpPr>
        <p:grpSpPr>
          <a:xfrm>
            <a:off x="7966810" y="1519430"/>
            <a:ext cx="369974" cy="355627"/>
            <a:chOff x="7966810" y="1519430"/>
            <a:chExt cx="369974" cy="355627"/>
          </a:xfrm>
        </p:grpSpPr>
        <p:sp>
          <p:nvSpPr>
            <p:cNvPr id="19089" name="Google Shape;19089;p46"/>
            <p:cNvSpPr/>
            <p:nvPr/>
          </p:nvSpPr>
          <p:spPr>
            <a:xfrm>
              <a:off x="8205503" y="1519430"/>
              <a:ext cx="131281" cy="122992"/>
            </a:xfrm>
            <a:custGeom>
              <a:rect b="b" l="l" r="r" t="t"/>
              <a:pathLst>
                <a:path extrusionOk="0" h="4689" w="5005">
                  <a:moveTo>
                    <a:pt x="4448" y="1"/>
                  </a:moveTo>
                  <a:cubicBezTo>
                    <a:pt x="2325" y="1"/>
                    <a:pt x="631" y="1573"/>
                    <a:pt x="0" y="2410"/>
                  </a:cubicBezTo>
                  <a:lnTo>
                    <a:pt x="2048" y="4688"/>
                  </a:lnTo>
                  <a:cubicBezTo>
                    <a:pt x="4781" y="4004"/>
                    <a:pt x="5004" y="37"/>
                    <a:pt x="5004" y="37"/>
                  </a:cubicBezTo>
                  <a:cubicBezTo>
                    <a:pt x="4816" y="12"/>
                    <a:pt x="4631" y="1"/>
                    <a:pt x="4448" y="1"/>
                  </a:cubicBezTo>
                  <a:close/>
                </a:path>
              </a:pathLst>
            </a:custGeom>
            <a:solidFill>
              <a:srgbClr val="A9B4B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090" name="Google Shape;19090;p46"/>
            <p:cNvSpPr/>
            <p:nvPr/>
          </p:nvSpPr>
          <p:spPr>
            <a:xfrm>
              <a:off x="8230763" y="1530132"/>
              <a:ext cx="105130" cy="112291"/>
            </a:xfrm>
            <a:custGeom>
              <a:rect b="b" l="l" r="r" t="t"/>
              <a:pathLst>
                <a:path extrusionOk="0" h="4281" w="4008">
                  <a:moveTo>
                    <a:pt x="3939" y="1"/>
                  </a:moveTo>
                  <a:cubicBezTo>
                    <a:pt x="2178" y="1"/>
                    <a:pt x="402" y="1788"/>
                    <a:pt x="0" y="3067"/>
                  </a:cubicBezTo>
                  <a:lnTo>
                    <a:pt x="1085" y="4280"/>
                  </a:lnTo>
                  <a:cubicBezTo>
                    <a:pt x="3302" y="3724"/>
                    <a:pt x="3872" y="1005"/>
                    <a:pt x="4008" y="2"/>
                  </a:cubicBezTo>
                  <a:cubicBezTo>
                    <a:pt x="3985" y="1"/>
                    <a:pt x="3962" y="1"/>
                    <a:pt x="3939" y="1"/>
                  </a:cubicBezTo>
                  <a:close/>
                </a:path>
              </a:pathLst>
            </a:custGeom>
            <a:solidFill>
              <a:srgbClr val="788A9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091" name="Google Shape;19091;p46"/>
            <p:cNvSpPr/>
            <p:nvPr/>
          </p:nvSpPr>
          <p:spPr>
            <a:xfrm>
              <a:off x="7966810" y="1519430"/>
              <a:ext cx="131281" cy="122992"/>
            </a:xfrm>
            <a:custGeom>
              <a:rect b="b" l="l" r="r" t="t"/>
              <a:pathLst>
                <a:path extrusionOk="0" h="4689" w="5005">
                  <a:moveTo>
                    <a:pt x="557" y="1"/>
                  </a:moveTo>
                  <a:cubicBezTo>
                    <a:pt x="374" y="1"/>
                    <a:pt x="189" y="12"/>
                    <a:pt x="1" y="37"/>
                  </a:cubicBezTo>
                  <a:cubicBezTo>
                    <a:pt x="1" y="37"/>
                    <a:pt x="224" y="4004"/>
                    <a:pt x="2957" y="4688"/>
                  </a:cubicBezTo>
                  <a:lnTo>
                    <a:pt x="5005" y="2410"/>
                  </a:lnTo>
                  <a:cubicBezTo>
                    <a:pt x="4374" y="1573"/>
                    <a:pt x="2680" y="1"/>
                    <a:pt x="557" y="1"/>
                  </a:cubicBezTo>
                  <a:close/>
                </a:path>
              </a:pathLst>
            </a:custGeom>
            <a:solidFill>
              <a:srgbClr val="A9B4B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092" name="Google Shape;19092;p46"/>
            <p:cNvSpPr/>
            <p:nvPr/>
          </p:nvSpPr>
          <p:spPr>
            <a:xfrm>
              <a:off x="7967886" y="1530132"/>
              <a:ext cx="104946" cy="112291"/>
            </a:xfrm>
            <a:custGeom>
              <a:rect b="b" l="l" r="r" t="t"/>
              <a:pathLst>
                <a:path extrusionOk="0" h="4281" w="4001">
                  <a:moveTo>
                    <a:pt x="69" y="1"/>
                  </a:moveTo>
                  <a:cubicBezTo>
                    <a:pt x="46" y="1"/>
                    <a:pt x="23" y="1"/>
                    <a:pt x="0" y="2"/>
                  </a:cubicBezTo>
                  <a:cubicBezTo>
                    <a:pt x="129" y="1005"/>
                    <a:pt x="699" y="3724"/>
                    <a:pt x="2916" y="4280"/>
                  </a:cubicBezTo>
                  <a:lnTo>
                    <a:pt x="4001" y="3067"/>
                  </a:lnTo>
                  <a:cubicBezTo>
                    <a:pt x="3606" y="1788"/>
                    <a:pt x="1823" y="1"/>
                    <a:pt x="69" y="1"/>
                  </a:cubicBezTo>
                  <a:close/>
                </a:path>
              </a:pathLst>
            </a:custGeom>
            <a:solidFill>
              <a:srgbClr val="788A9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093" name="Google Shape;19093;p46"/>
            <p:cNvSpPr/>
            <p:nvPr/>
          </p:nvSpPr>
          <p:spPr>
            <a:xfrm>
              <a:off x="8002562" y="1564677"/>
              <a:ext cx="298471" cy="310380"/>
            </a:xfrm>
            <a:custGeom>
              <a:rect b="b" l="l" r="r" t="t"/>
              <a:pathLst>
                <a:path extrusionOk="0" h="11833" w="11379">
                  <a:moveTo>
                    <a:pt x="5690" y="0"/>
                  </a:moveTo>
                  <a:cubicBezTo>
                    <a:pt x="2550" y="0"/>
                    <a:pt x="1" y="3641"/>
                    <a:pt x="1" y="6828"/>
                  </a:cubicBezTo>
                  <a:cubicBezTo>
                    <a:pt x="1" y="9595"/>
                    <a:pt x="2550" y="11832"/>
                    <a:pt x="5690" y="11832"/>
                  </a:cubicBezTo>
                  <a:cubicBezTo>
                    <a:pt x="8829" y="11832"/>
                    <a:pt x="11379" y="9595"/>
                    <a:pt x="11379" y="6828"/>
                  </a:cubicBezTo>
                  <a:cubicBezTo>
                    <a:pt x="11379" y="3641"/>
                    <a:pt x="8829" y="0"/>
                    <a:pt x="5690" y="0"/>
                  </a:cubicBezTo>
                  <a:close/>
                </a:path>
              </a:pathLst>
            </a:custGeom>
            <a:solidFill>
              <a:srgbClr val="B9C3C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094" name="Google Shape;19094;p46"/>
            <p:cNvSpPr/>
            <p:nvPr/>
          </p:nvSpPr>
          <p:spPr>
            <a:xfrm>
              <a:off x="8100741" y="1803527"/>
              <a:ext cx="102481" cy="35778"/>
            </a:xfrm>
            <a:custGeom>
              <a:rect b="b" l="l" r="r" t="t"/>
              <a:pathLst>
                <a:path extrusionOk="0" h="1364" w="3907">
                  <a:moveTo>
                    <a:pt x="3906" y="1"/>
                  </a:moveTo>
                  <a:lnTo>
                    <a:pt x="1" y="21"/>
                  </a:lnTo>
                  <a:cubicBezTo>
                    <a:pt x="245" y="801"/>
                    <a:pt x="916" y="1363"/>
                    <a:pt x="1709" y="1363"/>
                  </a:cubicBezTo>
                  <a:lnTo>
                    <a:pt x="2184" y="1363"/>
                  </a:lnTo>
                  <a:cubicBezTo>
                    <a:pt x="2984" y="1363"/>
                    <a:pt x="3669" y="794"/>
                    <a:pt x="3906" y="1"/>
                  </a:cubicBezTo>
                  <a:close/>
                </a:path>
              </a:pathLst>
            </a:custGeom>
            <a:solidFill>
              <a:srgbClr val="5B728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095" name="Google Shape;19095;p46"/>
            <p:cNvSpPr/>
            <p:nvPr/>
          </p:nvSpPr>
          <p:spPr>
            <a:xfrm>
              <a:off x="8084924" y="1714948"/>
              <a:ext cx="133930" cy="94507"/>
            </a:xfrm>
            <a:custGeom>
              <a:rect b="b" l="l" r="r" t="t"/>
              <a:pathLst>
                <a:path extrusionOk="0" h="3603" w="5106">
                  <a:moveTo>
                    <a:pt x="2550" y="1"/>
                  </a:moveTo>
                  <a:cubicBezTo>
                    <a:pt x="1139" y="1"/>
                    <a:pt x="0" y="1045"/>
                    <a:pt x="0" y="2537"/>
                  </a:cubicBezTo>
                  <a:cubicBezTo>
                    <a:pt x="0" y="3430"/>
                    <a:pt x="677" y="3603"/>
                    <a:pt x="1373" y="3603"/>
                  </a:cubicBezTo>
                  <a:cubicBezTo>
                    <a:pt x="1813" y="3603"/>
                    <a:pt x="2261" y="3534"/>
                    <a:pt x="2550" y="3534"/>
                  </a:cubicBezTo>
                  <a:cubicBezTo>
                    <a:pt x="2846" y="3534"/>
                    <a:pt x="3297" y="3603"/>
                    <a:pt x="3738" y="3603"/>
                  </a:cubicBezTo>
                  <a:cubicBezTo>
                    <a:pt x="4434" y="3603"/>
                    <a:pt x="5106" y="3430"/>
                    <a:pt x="5106" y="2537"/>
                  </a:cubicBezTo>
                  <a:cubicBezTo>
                    <a:pt x="5106" y="1045"/>
                    <a:pt x="3960" y="1"/>
                    <a:pt x="2550" y="1"/>
                  </a:cubicBezTo>
                  <a:close/>
                </a:path>
              </a:pathLst>
            </a:custGeom>
            <a:solidFill>
              <a:srgbClr val="788A9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096" name="Google Shape;19096;p46"/>
            <p:cNvSpPr/>
            <p:nvPr/>
          </p:nvSpPr>
          <p:spPr>
            <a:xfrm>
              <a:off x="8002562" y="1564677"/>
              <a:ext cx="149249" cy="309855"/>
            </a:xfrm>
            <a:custGeom>
              <a:rect b="b" l="l" r="r" t="t"/>
              <a:pathLst>
                <a:path extrusionOk="0" h="11813" w="5690">
                  <a:moveTo>
                    <a:pt x="5690" y="0"/>
                  </a:moveTo>
                  <a:cubicBezTo>
                    <a:pt x="2550" y="0"/>
                    <a:pt x="1" y="3648"/>
                    <a:pt x="1" y="6828"/>
                  </a:cubicBezTo>
                  <a:cubicBezTo>
                    <a:pt x="1" y="9439"/>
                    <a:pt x="2272" y="11581"/>
                    <a:pt x="5167" y="11812"/>
                  </a:cubicBezTo>
                  <a:cubicBezTo>
                    <a:pt x="3276" y="10924"/>
                    <a:pt x="1974" y="9066"/>
                    <a:pt x="1974" y="6910"/>
                  </a:cubicBezTo>
                  <a:cubicBezTo>
                    <a:pt x="1974" y="4204"/>
                    <a:pt x="3520" y="1200"/>
                    <a:pt x="5690" y="0"/>
                  </a:cubicBezTo>
                  <a:close/>
                </a:path>
              </a:pathLst>
            </a:custGeom>
            <a:solidFill>
              <a:srgbClr val="A9B4B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097" name="Google Shape;19097;p46"/>
            <p:cNvSpPr/>
            <p:nvPr/>
          </p:nvSpPr>
          <p:spPr>
            <a:xfrm>
              <a:off x="8112492" y="1755684"/>
              <a:ext cx="29010" cy="28486"/>
            </a:xfrm>
            <a:custGeom>
              <a:rect b="b" l="l" r="r" t="t"/>
              <a:pathLst>
                <a:path extrusionOk="0" h="1086" w="1106">
                  <a:moveTo>
                    <a:pt x="633" y="1"/>
                  </a:moveTo>
                  <a:cubicBezTo>
                    <a:pt x="450" y="1"/>
                    <a:pt x="259" y="121"/>
                    <a:pt x="149" y="326"/>
                  </a:cubicBezTo>
                  <a:cubicBezTo>
                    <a:pt x="0" y="597"/>
                    <a:pt x="61" y="916"/>
                    <a:pt x="285" y="1038"/>
                  </a:cubicBezTo>
                  <a:cubicBezTo>
                    <a:pt x="344" y="1070"/>
                    <a:pt x="408" y="1085"/>
                    <a:pt x="474" y="1085"/>
                  </a:cubicBezTo>
                  <a:cubicBezTo>
                    <a:pt x="658" y="1085"/>
                    <a:pt x="853" y="965"/>
                    <a:pt x="963" y="760"/>
                  </a:cubicBezTo>
                  <a:cubicBezTo>
                    <a:pt x="1105" y="489"/>
                    <a:pt x="1044" y="163"/>
                    <a:pt x="820" y="48"/>
                  </a:cubicBezTo>
                  <a:cubicBezTo>
                    <a:pt x="762" y="16"/>
                    <a:pt x="698" y="1"/>
                    <a:pt x="633" y="1"/>
                  </a:cubicBezTo>
                  <a:close/>
                </a:path>
              </a:pathLst>
            </a:custGeom>
            <a:solidFill>
              <a:srgbClr val="465C7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098" name="Google Shape;19098;p46"/>
            <p:cNvSpPr/>
            <p:nvPr/>
          </p:nvSpPr>
          <p:spPr>
            <a:xfrm>
              <a:off x="8161935" y="1755788"/>
              <a:ext cx="29194" cy="28538"/>
            </a:xfrm>
            <a:custGeom>
              <a:rect b="b" l="l" r="r" t="t"/>
              <a:pathLst>
                <a:path extrusionOk="0" h="1088" w="1113">
                  <a:moveTo>
                    <a:pt x="468" y="1"/>
                  </a:moveTo>
                  <a:cubicBezTo>
                    <a:pt x="404" y="1"/>
                    <a:pt x="342" y="15"/>
                    <a:pt x="285" y="44"/>
                  </a:cubicBezTo>
                  <a:cubicBezTo>
                    <a:pt x="61" y="166"/>
                    <a:pt x="0" y="485"/>
                    <a:pt x="149" y="763"/>
                  </a:cubicBezTo>
                  <a:cubicBezTo>
                    <a:pt x="260" y="964"/>
                    <a:pt x="453" y="1087"/>
                    <a:pt x="637" y="1087"/>
                  </a:cubicBezTo>
                  <a:cubicBezTo>
                    <a:pt x="700" y="1087"/>
                    <a:pt x="763" y="1072"/>
                    <a:pt x="821" y="1041"/>
                  </a:cubicBezTo>
                  <a:cubicBezTo>
                    <a:pt x="1044" y="919"/>
                    <a:pt x="1112" y="600"/>
                    <a:pt x="963" y="322"/>
                  </a:cubicBezTo>
                  <a:cubicBezTo>
                    <a:pt x="852" y="120"/>
                    <a:pt x="654" y="1"/>
                    <a:pt x="468" y="1"/>
                  </a:cubicBezTo>
                  <a:close/>
                </a:path>
              </a:pathLst>
            </a:custGeom>
            <a:solidFill>
              <a:srgbClr val="465C7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099" name="Google Shape;19099;p46"/>
            <p:cNvSpPr/>
            <p:nvPr/>
          </p:nvSpPr>
          <p:spPr>
            <a:xfrm>
              <a:off x="8068189" y="1666213"/>
              <a:ext cx="35778" cy="41837"/>
            </a:xfrm>
            <a:custGeom>
              <a:rect b="b" l="l" r="r" t="t"/>
              <a:pathLst>
                <a:path extrusionOk="0" h="1595" w="1364">
                  <a:moveTo>
                    <a:pt x="685" y="1"/>
                  </a:moveTo>
                  <a:cubicBezTo>
                    <a:pt x="306" y="1"/>
                    <a:pt x="1" y="306"/>
                    <a:pt x="1" y="679"/>
                  </a:cubicBezTo>
                  <a:lnTo>
                    <a:pt x="1" y="910"/>
                  </a:lnTo>
                  <a:cubicBezTo>
                    <a:pt x="1" y="1289"/>
                    <a:pt x="306" y="1594"/>
                    <a:pt x="685" y="1594"/>
                  </a:cubicBezTo>
                  <a:cubicBezTo>
                    <a:pt x="1058" y="1594"/>
                    <a:pt x="1364" y="1289"/>
                    <a:pt x="1364" y="910"/>
                  </a:cubicBezTo>
                  <a:lnTo>
                    <a:pt x="1364" y="679"/>
                  </a:lnTo>
                  <a:cubicBezTo>
                    <a:pt x="1364" y="306"/>
                    <a:pt x="1058" y="1"/>
                    <a:pt x="685" y="1"/>
                  </a:cubicBezTo>
                  <a:close/>
                </a:path>
              </a:pathLst>
            </a:custGeom>
            <a:solidFill>
              <a:srgbClr val="203B5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100" name="Google Shape;19100;p46"/>
            <p:cNvSpPr/>
            <p:nvPr/>
          </p:nvSpPr>
          <p:spPr>
            <a:xfrm>
              <a:off x="8086157" y="1666213"/>
              <a:ext cx="17810" cy="29797"/>
            </a:xfrm>
            <a:custGeom>
              <a:rect b="b" l="l" r="r" t="t"/>
              <a:pathLst>
                <a:path extrusionOk="0" h="1136" w="679">
                  <a:moveTo>
                    <a:pt x="0" y="1"/>
                  </a:moveTo>
                  <a:lnTo>
                    <a:pt x="0" y="794"/>
                  </a:lnTo>
                  <a:cubicBezTo>
                    <a:pt x="0" y="1021"/>
                    <a:pt x="170" y="1135"/>
                    <a:pt x="340" y="1135"/>
                  </a:cubicBezTo>
                  <a:cubicBezTo>
                    <a:pt x="509" y="1135"/>
                    <a:pt x="679" y="1021"/>
                    <a:pt x="679" y="794"/>
                  </a:cubicBezTo>
                  <a:lnTo>
                    <a:pt x="679" y="679"/>
                  </a:lnTo>
                  <a:cubicBezTo>
                    <a:pt x="679" y="306"/>
                    <a:pt x="373" y="1"/>
                    <a:pt x="0" y="1"/>
                  </a:cubicBezTo>
                  <a:close/>
                </a:path>
              </a:pathLst>
            </a:custGeom>
            <a:solidFill>
              <a:srgbClr val="405C7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101" name="Google Shape;19101;p46"/>
            <p:cNvSpPr/>
            <p:nvPr/>
          </p:nvSpPr>
          <p:spPr>
            <a:xfrm>
              <a:off x="8080098" y="1672089"/>
              <a:ext cx="11961" cy="11961"/>
            </a:xfrm>
            <a:custGeom>
              <a:rect b="b" l="l" r="r" t="t"/>
              <a:pathLst>
                <a:path extrusionOk="0" h="456" w="456">
                  <a:moveTo>
                    <a:pt x="231" y="1"/>
                  </a:moveTo>
                  <a:cubicBezTo>
                    <a:pt x="103" y="1"/>
                    <a:pt x="1" y="102"/>
                    <a:pt x="1" y="231"/>
                  </a:cubicBezTo>
                  <a:cubicBezTo>
                    <a:pt x="1" y="353"/>
                    <a:pt x="103" y="455"/>
                    <a:pt x="231" y="455"/>
                  </a:cubicBezTo>
                  <a:cubicBezTo>
                    <a:pt x="354" y="455"/>
                    <a:pt x="455" y="353"/>
                    <a:pt x="455" y="231"/>
                  </a:cubicBezTo>
                  <a:cubicBezTo>
                    <a:pt x="455" y="102"/>
                    <a:pt x="354" y="1"/>
                    <a:pt x="231" y="1"/>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102" name="Google Shape;19102;p46"/>
            <p:cNvSpPr/>
            <p:nvPr/>
          </p:nvSpPr>
          <p:spPr>
            <a:xfrm>
              <a:off x="8199628" y="1666213"/>
              <a:ext cx="35778" cy="41837"/>
            </a:xfrm>
            <a:custGeom>
              <a:rect b="b" l="l" r="r" t="t"/>
              <a:pathLst>
                <a:path extrusionOk="0" h="1595" w="1364">
                  <a:moveTo>
                    <a:pt x="679" y="1"/>
                  </a:moveTo>
                  <a:cubicBezTo>
                    <a:pt x="306" y="1"/>
                    <a:pt x="1" y="306"/>
                    <a:pt x="1" y="679"/>
                  </a:cubicBezTo>
                  <a:lnTo>
                    <a:pt x="1" y="910"/>
                  </a:lnTo>
                  <a:cubicBezTo>
                    <a:pt x="1" y="1289"/>
                    <a:pt x="306" y="1594"/>
                    <a:pt x="679" y="1594"/>
                  </a:cubicBezTo>
                  <a:cubicBezTo>
                    <a:pt x="1058" y="1594"/>
                    <a:pt x="1363" y="1289"/>
                    <a:pt x="1363" y="910"/>
                  </a:cubicBezTo>
                  <a:lnTo>
                    <a:pt x="1363" y="679"/>
                  </a:lnTo>
                  <a:cubicBezTo>
                    <a:pt x="1363" y="306"/>
                    <a:pt x="1058" y="1"/>
                    <a:pt x="679" y="1"/>
                  </a:cubicBezTo>
                  <a:close/>
                </a:path>
              </a:pathLst>
            </a:custGeom>
            <a:solidFill>
              <a:srgbClr val="203B5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103" name="Google Shape;19103;p46"/>
            <p:cNvSpPr/>
            <p:nvPr/>
          </p:nvSpPr>
          <p:spPr>
            <a:xfrm>
              <a:off x="8217412" y="1666213"/>
              <a:ext cx="17994" cy="29797"/>
            </a:xfrm>
            <a:custGeom>
              <a:rect b="b" l="l" r="r" t="t"/>
              <a:pathLst>
                <a:path extrusionOk="0" h="1136" w="686">
                  <a:moveTo>
                    <a:pt x="1" y="1"/>
                  </a:moveTo>
                  <a:lnTo>
                    <a:pt x="1" y="794"/>
                  </a:lnTo>
                  <a:cubicBezTo>
                    <a:pt x="1" y="1021"/>
                    <a:pt x="172" y="1135"/>
                    <a:pt x="343" y="1135"/>
                  </a:cubicBezTo>
                  <a:cubicBezTo>
                    <a:pt x="514" y="1135"/>
                    <a:pt x="685" y="1021"/>
                    <a:pt x="685" y="794"/>
                  </a:cubicBezTo>
                  <a:lnTo>
                    <a:pt x="685" y="679"/>
                  </a:lnTo>
                  <a:cubicBezTo>
                    <a:pt x="685" y="306"/>
                    <a:pt x="380" y="1"/>
                    <a:pt x="1" y="1"/>
                  </a:cubicBezTo>
                  <a:close/>
                </a:path>
              </a:pathLst>
            </a:custGeom>
            <a:solidFill>
              <a:srgbClr val="405C7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104" name="Google Shape;19104;p46"/>
            <p:cNvSpPr/>
            <p:nvPr/>
          </p:nvSpPr>
          <p:spPr>
            <a:xfrm>
              <a:off x="8211536" y="1672089"/>
              <a:ext cx="11961" cy="11961"/>
            </a:xfrm>
            <a:custGeom>
              <a:rect b="b" l="l" r="r" t="t"/>
              <a:pathLst>
                <a:path extrusionOk="0" h="456" w="456">
                  <a:moveTo>
                    <a:pt x="225" y="1"/>
                  </a:moveTo>
                  <a:cubicBezTo>
                    <a:pt x="103" y="1"/>
                    <a:pt x="1" y="102"/>
                    <a:pt x="1" y="231"/>
                  </a:cubicBezTo>
                  <a:cubicBezTo>
                    <a:pt x="1" y="353"/>
                    <a:pt x="103" y="455"/>
                    <a:pt x="225" y="455"/>
                  </a:cubicBezTo>
                  <a:cubicBezTo>
                    <a:pt x="353" y="455"/>
                    <a:pt x="455" y="353"/>
                    <a:pt x="455" y="231"/>
                  </a:cubicBezTo>
                  <a:cubicBezTo>
                    <a:pt x="455" y="102"/>
                    <a:pt x="353" y="1"/>
                    <a:pt x="225" y="1"/>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9105" name="Google Shape;19105;p46"/>
          <p:cNvGrpSpPr/>
          <p:nvPr/>
        </p:nvGrpSpPr>
        <p:grpSpPr>
          <a:xfrm>
            <a:off x="2792628" y="3365340"/>
            <a:ext cx="290445" cy="370080"/>
            <a:chOff x="2792628" y="3365340"/>
            <a:chExt cx="290445" cy="370080"/>
          </a:xfrm>
        </p:grpSpPr>
        <p:sp>
          <p:nvSpPr>
            <p:cNvPr id="19106" name="Google Shape;19106;p46"/>
            <p:cNvSpPr/>
            <p:nvPr/>
          </p:nvSpPr>
          <p:spPr>
            <a:xfrm>
              <a:off x="2792628" y="3365366"/>
              <a:ext cx="290445" cy="287769"/>
            </a:xfrm>
            <a:custGeom>
              <a:rect b="b" l="l" r="r" t="t"/>
              <a:pathLst>
                <a:path extrusionOk="0" h="10971" w="11073">
                  <a:moveTo>
                    <a:pt x="3984" y="1"/>
                  </a:moveTo>
                  <a:cubicBezTo>
                    <a:pt x="3825" y="1"/>
                    <a:pt x="3665" y="26"/>
                    <a:pt x="3512" y="78"/>
                  </a:cubicBezTo>
                  <a:cubicBezTo>
                    <a:pt x="3099" y="200"/>
                    <a:pt x="2760" y="485"/>
                    <a:pt x="2563" y="871"/>
                  </a:cubicBezTo>
                  <a:cubicBezTo>
                    <a:pt x="2495" y="1000"/>
                    <a:pt x="2367" y="1095"/>
                    <a:pt x="2224" y="1109"/>
                  </a:cubicBezTo>
                  <a:cubicBezTo>
                    <a:pt x="1797" y="1163"/>
                    <a:pt x="1410" y="1387"/>
                    <a:pt x="1153" y="1726"/>
                  </a:cubicBezTo>
                  <a:cubicBezTo>
                    <a:pt x="902" y="2045"/>
                    <a:pt x="787" y="2451"/>
                    <a:pt x="834" y="2851"/>
                  </a:cubicBezTo>
                  <a:cubicBezTo>
                    <a:pt x="1038" y="4343"/>
                    <a:pt x="3329" y="5042"/>
                    <a:pt x="4638" y="5326"/>
                  </a:cubicBezTo>
                  <a:cubicBezTo>
                    <a:pt x="4208" y="5267"/>
                    <a:pt x="3666" y="5213"/>
                    <a:pt x="3106" y="5213"/>
                  </a:cubicBezTo>
                  <a:cubicBezTo>
                    <a:pt x="1936" y="5213"/>
                    <a:pt x="689" y="5447"/>
                    <a:pt x="217" y="6350"/>
                  </a:cubicBezTo>
                  <a:cubicBezTo>
                    <a:pt x="34" y="6710"/>
                    <a:pt x="0" y="7130"/>
                    <a:pt x="129" y="7510"/>
                  </a:cubicBezTo>
                  <a:cubicBezTo>
                    <a:pt x="258" y="7923"/>
                    <a:pt x="543" y="8262"/>
                    <a:pt x="929" y="8459"/>
                  </a:cubicBezTo>
                  <a:cubicBezTo>
                    <a:pt x="1058" y="8527"/>
                    <a:pt x="1146" y="8656"/>
                    <a:pt x="1166" y="8798"/>
                  </a:cubicBezTo>
                  <a:cubicBezTo>
                    <a:pt x="1214" y="9225"/>
                    <a:pt x="1438" y="9612"/>
                    <a:pt x="1783" y="9876"/>
                  </a:cubicBezTo>
                  <a:cubicBezTo>
                    <a:pt x="2055" y="10084"/>
                    <a:pt x="2385" y="10198"/>
                    <a:pt x="2725" y="10198"/>
                  </a:cubicBezTo>
                  <a:cubicBezTo>
                    <a:pt x="2784" y="10198"/>
                    <a:pt x="2843" y="10195"/>
                    <a:pt x="2902" y="10188"/>
                  </a:cubicBezTo>
                  <a:cubicBezTo>
                    <a:pt x="4401" y="9985"/>
                    <a:pt x="5099" y="7693"/>
                    <a:pt x="5384" y="6384"/>
                  </a:cubicBezTo>
                  <a:lnTo>
                    <a:pt x="5384" y="6384"/>
                  </a:lnTo>
                  <a:cubicBezTo>
                    <a:pt x="5201" y="7713"/>
                    <a:pt x="5072" y="10107"/>
                    <a:pt x="6408" y="10805"/>
                  </a:cubicBezTo>
                  <a:cubicBezTo>
                    <a:pt x="6623" y="10914"/>
                    <a:pt x="6857" y="10971"/>
                    <a:pt x="7093" y="10971"/>
                  </a:cubicBezTo>
                  <a:cubicBezTo>
                    <a:pt x="7252" y="10971"/>
                    <a:pt x="7412" y="10945"/>
                    <a:pt x="7567" y="10893"/>
                  </a:cubicBezTo>
                  <a:cubicBezTo>
                    <a:pt x="7981" y="10764"/>
                    <a:pt x="8320" y="10480"/>
                    <a:pt x="8517" y="10100"/>
                  </a:cubicBezTo>
                  <a:cubicBezTo>
                    <a:pt x="8584" y="9964"/>
                    <a:pt x="8706" y="9876"/>
                    <a:pt x="8856" y="9856"/>
                  </a:cubicBezTo>
                  <a:cubicBezTo>
                    <a:pt x="9283" y="9808"/>
                    <a:pt x="9669" y="9585"/>
                    <a:pt x="9927" y="9239"/>
                  </a:cubicBezTo>
                  <a:cubicBezTo>
                    <a:pt x="10178" y="8920"/>
                    <a:pt x="10293" y="8520"/>
                    <a:pt x="10239" y="8120"/>
                  </a:cubicBezTo>
                  <a:cubicBezTo>
                    <a:pt x="10042" y="6621"/>
                    <a:pt x="7750" y="5923"/>
                    <a:pt x="6442" y="5638"/>
                  </a:cubicBezTo>
                  <a:lnTo>
                    <a:pt x="6442" y="5638"/>
                  </a:lnTo>
                  <a:cubicBezTo>
                    <a:pt x="6870" y="5700"/>
                    <a:pt x="7411" y="5754"/>
                    <a:pt x="7970" y="5754"/>
                  </a:cubicBezTo>
                  <a:cubicBezTo>
                    <a:pt x="9138" y="5754"/>
                    <a:pt x="10386" y="5517"/>
                    <a:pt x="10863" y="4614"/>
                  </a:cubicBezTo>
                  <a:cubicBezTo>
                    <a:pt x="11039" y="4255"/>
                    <a:pt x="11073" y="3841"/>
                    <a:pt x="10951" y="3455"/>
                  </a:cubicBezTo>
                  <a:cubicBezTo>
                    <a:pt x="10822" y="3048"/>
                    <a:pt x="10537" y="2702"/>
                    <a:pt x="10151" y="2506"/>
                  </a:cubicBezTo>
                  <a:cubicBezTo>
                    <a:pt x="10022" y="2445"/>
                    <a:pt x="9934" y="2316"/>
                    <a:pt x="9913" y="2167"/>
                  </a:cubicBezTo>
                  <a:cubicBezTo>
                    <a:pt x="9859" y="1739"/>
                    <a:pt x="9635" y="1353"/>
                    <a:pt x="9296" y="1095"/>
                  </a:cubicBezTo>
                  <a:cubicBezTo>
                    <a:pt x="9026" y="883"/>
                    <a:pt x="8693" y="772"/>
                    <a:pt x="8355" y="772"/>
                  </a:cubicBezTo>
                  <a:cubicBezTo>
                    <a:pt x="8294" y="772"/>
                    <a:pt x="8232" y="776"/>
                    <a:pt x="8171" y="783"/>
                  </a:cubicBezTo>
                  <a:cubicBezTo>
                    <a:pt x="6679" y="980"/>
                    <a:pt x="5981" y="3272"/>
                    <a:pt x="5696" y="4580"/>
                  </a:cubicBezTo>
                  <a:cubicBezTo>
                    <a:pt x="5879" y="3258"/>
                    <a:pt x="6008" y="865"/>
                    <a:pt x="4672" y="166"/>
                  </a:cubicBezTo>
                  <a:cubicBezTo>
                    <a:pt x="4457" y="57"/>
                    <a:pt x="4221" y="1"/>
                    <a:pt x="3984" y="1"/>
                  </a:cubicBezTo>
                  <a:close/>
                </a:path>
              </a:pathLst>
            </a:custGeom>
            <a:solidFill>
              <a:srgbClr val="C1CDD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107" name="Google Shape;19107;p46"/>
            <p:cNvSpPr/>
            <p:nvPr/>
          </p:nvSpPr>
          <p:spPr>
            <a:xfrm>
              <a:off x="2792628" y="3502025"/>
              <a:ext cx="145314" cy="89156"/>
            </a:xfrm>
            <a:custGeom>
              <a:rect b="b" l="l" r="r" t="t"/>
              <a:pathLst>
                <a:path extrusionOk="0" h="3399" w="5540">
                  <a:moveTo>
                    <a:pt x="3114" y="1"/>
                  </a:moveTo>
                  <a:cubicBezTo>
                    <a:pt x="1943" y="1"/>
                    <a:pt x="691" y="235"/>
                    <a:pt x="217" y="1140"/>
                  </a:cubicBezTo>
                  <a:cubicBezTo>
                    <a:pt x="34" y="1500"/>
                    <a:pt x="0" y="1920"/>
                    <a:pt x="129" y="2300"/>
                  </a:cubicBezTo>
                  <a:cubicBezTo>
                    <a:pt x="251" y="2713"/>
                    <a:pt x="543" y="3052"/>
                    <a:pt x="922" y="3249"/>
                  </a:cubicBezTo>
                  <a:cubicBezTo>
                    <a:pt x="990" y="3283"/>
                    <a:pt x="1044" y="3337"/>
                    <a:pt x="1092" y="3398"/>
                  </a:cubicBezTo>
                  <a:lnTo>
                    <a:pt x="5540" y="272"/>
                  </a:lnTo>
                  <a:cubicBezTo>
                    <a:pt x="5540" y="272"/>
                    <a:pt x="4374" y="1"/>
                    <a:pt x="3114" y="1"/>
                  </a:cubicBezTo>
                  <a:close/>
                </a:path>
              </a:pathLst>
            </a:custGeom>
            <a:solidFill>
              <a:srgbClr val="D2DAE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108" name="Google Shape;19108;p46"/>
            <p:cNvSpPr/>
            <p:nvPr/>
          </p:nvSpPr>
          <p:spPr>
            <a:xfrm>
              <a:off x="2937916" y="3427348"/>
              <a:ext cx="145157" cy="88946"/>
            </a:xfrm>
            <a:custGeom>
              <a:rect b="b" l="l" r="r" t="t"/>
              <a:pathLst>
                <a:path extrusionOk="0" h="3391" w="5534">
                  <a:moveTo>
                    <a:pt x="4449" y="0"/>
                  </a:moveTo>
                  <a:lnTo>
                    <a:pt x="1" y="3119"/>
                  </a:lnTo>
                  <a:cubicBezTo>
                    <a:pt x="1" y="3119"/>
                    <a:pt x="1166" y="3391"/>
                    <a:pt x="2426" y="3391"/>
                  </a:cubicBezTo>
                  <a:cubicBezTo>
                    <a:pt x="3597" y="3391"/>
                    <a:pt x="4850" y="3156"/>
                    <a:pt x="5324" y="2251"/>
                  </a:cubicBezTo>
                  <a:cubicBezTo>
                    <a:pt x="5500" y="1892"/>
                    <a:pt x="5534" y="1472"/>
                    <a:pt x="5412" y="1092"/>
                  </a:cubicBezTo>
                  <a:cubicBezTo>
                    <a:pt x="5283" y="678"/>
                    <a:pt x="4998" y="339"/>
                    <a:pt x="4612" y="143"/>
                  </a:cubicBezTo>
                  <a:cubicBezTo>
                    <a:pt x="4551" y="109"/>
                    <a:pt x="4496" y="61"/>
                    <a:pt x="4449" y="0"/>
                  </a:cubicBezTo>
                  <a:close/>
                </a:path>
              </a:pathLst>
            </a:custGeom>
            <a:solidFill>
              <a:srgbClr val="D2DAE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109" name="Google Shape;19109;p46"/>
            <p:cNvSpPr/>
            <p:nvPr/>
          </p:nvSpPr>
          <p:spPr>
            <a:xfrm>
              <a:off x="2856105" y="3365340"/>
              <a:ext cx="108356" cy="143845"/>
            </a:xfrm>
            <a:custGeom>
              <a:rect b="b" l="l" r="r" t="t"/>
              <a:pathLst>
                <a:path extrusionOk="0" h="5484" w="4131">
                  <a:moveTo>
                    <a:pt x="1555" y="0"/>
                  </a:moveTo>
                  <a:cubicBezTo>
                    <a:pt x="1399" y="0"/>
                    <a:pt x="1242" y="24"/>
                    <a:pt x="1092" y="72"/>
                  </a:cubicBezTo>
                  <a:cubicBezTo>
                    <a:pt x="679" y="201"/>
                    <a:pt x="340" y="486"/>
                    <a:pt x="143" y="872"/>
                  </a:cubicBezTo>
                  <a:cubicBezTo>
                    <a:pt x="109" y="934"/>
                    <a:pt x="62" y="995"/>
                    <a:pt x="1" y="1035"/>
                  </a:cubicBezTo>
                  <a:lnTo>
                    <a:pt x="3120" y="5483"/>
                  </a:lnTo>
                  <a:cubicBezTo>
                    <a:pt x="3120" y="5483"/>
                    <a:pt x="4130" y="1151"/>
                    <a:pt x="2252" y="167"/>
                  </a:cubicBezTo>
                  <a:cubicBezTo>
                    <a:pt x="2034" y="57"/>
                    <a:pt x="1795" y="0"/>
                    <a:pt x="1555" y="0"/>
                  </a:cubicBezTo>
                  <a:close/>
                </a:path>
              </a:pathLst>
            </a:custGeom>
            <a:solidFill>
              <a:srgbClr val="D2DAE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110" name="Google Shape;19110;p46"/>
            <p:cNvSpPr/>
            <p:nvPr/>
          </p:nvSpPr>
          <p:spPr>
            <a:xfrm>
              <a:off x="2911424" y="3509159"/>
              <a:ext cx="108173" cy="143845"/>
            </a:xfrm>
            <a:custGeom>
              <a:rect b="b" l="l" r="r" t="t"/>
              <a:pathLst>
                <a:path extrusionOk="0" h="5484" w="4124">
                  <a:moveTo>
                    <a:pt x="1011" y="0"/>
                  </a:moveTo>
                  <a:cubicBezTo>
                    <a:pt x="1011" y="1"/>
                    <a:pt x="1" y="4340"/>
                    <a:pt x="1879" y="5323"/>
                  </a:cubicBezTo>
                  <a:cubicBezTo>
                    <a:pt x="2095" y="5429"/>
                    <a:pt x="2331" y="5484"/>
                    <a:pt x="2569" y="5484"/>
                  </a:cubicBezTo>
                  <a:cubicBezTo>
                    <a:pt x="2726" y="5484"/>
                    <a:pt x="2884" y="5460"/>
                    <a:pt x="3038" y="5411"/>
                  </a:cubicBezTo>
                  <a:cubicBezTo>
                    <a:pt x="3445" y="5282"/>
                    <a:pt x="3791" y="4998"/>
                    <a:pt x="3988" y="4611"/>
                  </a:cubicBezTo>
                  <a:cubicBezTo>
                    <a:pt x="4021" y="4550"/>
                    <a:pt x="4069" y="4496"/>
                    <a:pt x="4123" y="4448"/>
                  </a:cubicBezTo>
                  <a:lnTo>
                    <a:pt x="1011" y="0"/>
                  </a:lnTo>
                  <a:close/>
                </a:path>
              </a:pathLst>
            </a:custGeom>
            <a:solidFill>
              <a:srgbClr val="D2DAE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111" name="Google Shape;19111;p46"/>
            <p:cNvSpPr/>
            <p:nvPr/>
          </p:nvSpPr>
          <p:spPr>
            <a:xfrm>
              <a:off x="2830504" y="3566708"/>
              <a:ext cx="25181" cy="17889"/>
            </a:xfrm>
            <a:custGeom>
              <a:rect b="b" l="l" r="r" t="t"/>
              <a:pathLst>
                <a:path extrusionOk="0" h="682" w="960">
                  <a:moveTo>
                    <a:pt x="645" y="0"/>
                  </a:moveTo>
                  <a:cubicBezTo>
                    <a:pt x="606" y="0"/>
                    <a:pt x="565" y="11"/>
                    <a:pt x="522" y="37"/>
                  </a:cubicBezTo>
                  <a:lnTo>
                    <a:pt x="183" y="274"/>
                  </a:lnTo>
                  <a:cubicBezTo>
                    <a:pt x="0" y="396"/>
                    <a:pt x="89" y="681"/>
                    <a:pt x="312" y="681"/>
                  </a:cubicBezTo>
                  <a:cubicBezTo>
                    <a:pt x="353" y="681"/>
                    <a:pt x="400" y="668"/>
                    <a:pt x="434" y="641"/>
                  </a:cubicBezTo>
                  <a:lnTo>
                    <a:pt x="780" y="403"/>
                  </a:lnTo>
                  <a:cubicBezTo>
                    <a:pt x="960" y="257"/>
                    <a:pt x="833" y="0"/>
                    <a:pt x="645" y="0"/>
                  </a:cubicBezTo>
                  <a:close/>
                </a:path>
              </a:pathLst>
            </a:custGeom>
            <a:solidFill>
              <a:srgbClr val="ADBCC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112" name="Google Shape;19112;p46"/>
            <p:cNvSpPr/>
            <p:nvPr/>
          </p:nvSpPr>
          <p:spPr>
            <a:xfrm>
              <a:off x="2857547" y="3525002"/>
              <a:ext cx="57890" cy="40735"/>
            </a:xfrm>
            <a:custGeom>
              <a:rect b="b" l="l" r="r" t="t"/>
              <a:pathLst>
                <a:path extrusionOk="0" h="1553" w="2207">
                  <a:moveTo>
                    <a:pt x="1871" y="1"/>
                  </a:moveTo>
                  <a:cubicBezTo>
                    <a:pt x="1825" y="1"/>
                    <a:pt x="1777" y="17"/>
                    <a:pt x="1729" y="54"/>
                  </a:cubicBezTo>
                  <a:lnTo>
                    <a:pt x="183" y="1146"/>
                  </a:lnTo>
                  <a:cubicBezTo>
                    <a:pt x="0" y="1268"/>
                    <a:pt x="88" y="1553"/>
                    <a:pt x="312" y="1553"/>
                  </a:cubicBezTo>
                  <a:cubicBezTo>
                    <a:pt x="353" y="1546"/>
                    <a:pt x="400" y="1532"/>
                    <a:pt x="434" y="1505"/>
                  </a:cubicBezTo>
                  <a:lnTo>
                    <a:pt x="1987" y="420"/>
                  </a:lnTo>
                  <a:cubicBezTo>
                    <a:pt x="2206" y="288"/>
                    <a:pt x="2066" y="1"/>
                    <a:pt x="1871" y="1"/>
                  </a:cubicBezTo>
                  <a:close/>
                </a:path>
              </a:pathLst>
            </a:custGeom>
            <a:solidFill>
              <a:srgbClr val="ADBCC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113" name="Google Shape;19113;p46"/>
            <p:cNvSpPr/>
            <p:nvPr/>
          </p:nvSpPr>
          <p:spPr>
            <a:xfrm>
              <a:off x="3020095" y="3433407"/>
              <a:ext cx="26256" cy="18492"/>
            </a:xfrm>
            <a:custGeom>
              <a:rect b="b" l="l" r="r" t="t"/>
              <a:pathLst>
                <a:path extrusionOk="0" h="705" w="1001">
                  <a:moveTo>
                    <a:pt x="664" y="1"/>
                  </a:moveTo>
                  <a:cubicBezTo>
                    <a:pt x="619" y="1"/>
                    <a:pt x="570" y="17"/>
                    <a:pt x="523" y="54"/>
                  </a:cubicBezTo>
                  <a:lnTo>
                    <a:pt x="184" y="298"/>
                  </a:lnTo>
                  <a:cubicBezTo>
                    <a:pt x="1" y="420"/>
                    <a:pt x="89" y="705"/>
                    <a:pt x="312" y="705"/>
                  </a:cubicBezTo>
                  <a:cubicBezTo>
                    <a:pt x="353" y="705"/>
                    <a:pt x="401" y="691"/>
                    <a:pt x="435" y="664"/>
                  </a:cubicBezTo>
                  <a:lnTo>
                    <a:pt x="780" y="427"/>
                  </a:lnTo>
                  <a:cubicBezTo>
                    <a:pt x="1000" y="290"/>
                    <a:pt x="859" y="1"/>
                    <a:pt x="664" y="1"/>
                  </a:cubicBezTo>
                  <a:close/>
                </a:path>
              </a:pathLst>
            </a:custGeom>
            <a:solidFill>
              <a:srgbClr val="ADBCC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114" name="Google Shape;19114;p46"/>
            <p:cNvSpPr/>
            <p:nvPr/>
          </p:nvSpPr>
          <p:spPr>
            <a:xfrm>
              <a:off x="2961392" y="3452529"/>
              <a:ext cx="57837" cy="40657"/>
            </a:xfrm>
            <a:custGeom>
              <a:rect b="b" l="l" r="r" t="t"/>
              <a:pathLst>
                <a:path extrusionOk="0" h="1550" w="2205">
                  <a:moveTo>
                    <a:pt x="1875" y="1"/>
                  </a:moveTo>
                  <a:cubicBezTo>
                    <a:pt x="1829" y="1"/>
                    <a:pt x="1779" y="18"/>
                    <a:pt x="1730" y="57"/>
                  </a:cubicBezTo>
                  <a:lnTo>
                    <a:pt x="184" y="1135"/>
                  </a:lnTo>
                  <a:cubicBezTo>
                    <a:pt x="1" y="1264"/>
                    <a:pt x="89" y="1549"/>
                    <a:pt x="313" y="1549"/>
                  </a:cubicBezTo>
                  <a:cubicBezTo>
                    <a:pt x="354" y="1542"/>
                    <a:pt x="401" y="1529"/>
                    <a:pt x="435" y="1508"/>
                  </a:cubicBezTo>
                  <a:lnTo>
                    <a:pt x="1981" y="423"/>
                  </a:lnTo>
                  <a:cubicBezTo>
                    <a:pt x="2205" y="287"/>
                    <a:pt x="2068" y="1"/>
                    <a:pt x="1875" y="1"/>
                  </a:cubicBezTo>
                  <a:close/>
                </a:path>
              </a:pathLst>
            </a:custGeom>
            <a:solidFill>
              <a:srgbClr val="ADBCC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115" name="Google Shape;19115;p46"/>
            <p:cNvSpPr/>
            <p:nvPr/>
          </p:nvSpPr>
          <p:spPr>
            <a:xfrm>
              <a:off x="2860878" y="3404292"/>
              <a:ext cx="21404" cy="20591"/>
            </a:xfrm>
            <a:custGeom>
              <a:rect b="b" l="l" r="r" t="t"/>
              <a:pathLst>
                <a:path extrusionOk="0" h="785" w="816">
                  <a:moveTo>
                    <a:pt x="301" y="1"/>
                  </a:moveTo>
                  <a:cubicBezTo>
                    <a:pt x="146" y="1"/>
                    <a:pt x="1" y="172"/>
                    <a:pt x="104" y="344"/>
                  </a:cubicBezTo>
                  <a:lnTo>
                    <a:pt x="341" y="689"/>
                  </a:lnTo>
                  <a:cubicBezTo>
                    <a:pt x="388" y="744"/>
                    <a:pt x="456" y="784"/>
                    <a:pt x="531" y="784"/>
                  </a:cubicBezTo>
                  <a:cubicBezTo>
                    <a:pt x="707" y="784"/>
                    <a:pt x="816" y="581"/>
                    <a:pt x="714" y="432"/>
                  </a:cubicBezTo>
                  <a:lnTo>
                    <a:pt x="470" y="86"/>
                  </a:lnTo>
                  <a:cubicBezTo>
                    <a:pt x="421" y="26"/>
                    <a:pt x="360" y="1"/>
                    <a:pt x="301" y="1"/>
                  </a:cubicBezTo>
                  <a:close/>
                </a:path>
              </a:pathLst>
            </a:custGeom>
            <a:solidFill>
              <a:srgbClr val="ADBCC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116" name="Google Shape;19116;p46"/>
            <p:cNvSpPr/>
            <p:nvPr/>
          </p:nvSpPr>
          <p:spPr>
            <a:xfrm>
              <a:off x="2879790" y="3431466"/>
              <a:ext cx="43568" cy="52093"/>
            </a:xfrm>
            <a:custGeom>
              <a:rect b="b" l="l" r="r" t="t"/>
              <a:pathLst>
                <a:path extrusionOk="0" h="1986" w="1661">
                  <a:moveTo>
                    <a:pt x="301" y="1"/>
                  </a:moveTo>
                  <a:cubicBezTo>
                    <a:pt x="146" y="1"/>
                    <a:pt x="1" y="168"/>
                    <a:pt x="108" y="338"/>
                  </a:cubicBezTo>
                  <a:lnTo>
                    <a:pt x="1186" y="1891"/>
                  </a:lnTo>
                  <a:cubicBezTo>
                    <a:pt x="1234" y="1945"/>
                    <a:pt x="1302" y="1986"/>
                    <a:pt x="1376" y="1986"/>
                  </a:cubicBezTo>
                  <a:cubicBezTo>
                    <a:pt x="1552" y="1986"/>
                    <a:pt x="1661" y="1776"/>
                    <a:pt x="1559" y="1633"/>
                  </a:cubicBezTo>
                  <a:lnTo>
                    <a:pt x="474" y="87"/>
                  </a:lnTo>
                  <a:cubicBezTo>
                    <a:pt x="425" y="26"/>
                    <a:pt x="362" y="1"/>
                    <a:pt x="301" y="1"/>
                  </a:cubicBezTo>
                  <a:close/>
                </a:path>
              </a:pathLst>
            </a:custGeom>
            <a:solidFill>
              <a:srgbClr val="ADBCC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117" name="Google Shape;19117;p46"/>
            <p:cNvSpPr/>
            <p:nvPr/>
          </p:nvSpPr>
          <p:spPr>
            <a:xfrm>
              <a:off x="2993445" y="3593856"/>
              <a:ext cx="21509" cy="20617"/>
            </a:xfrm>
            <a:custGeom>
              <a:rect b="b" l="l" r="r" t="t"/>
              <a:pathLst>
                <a:path extrusionOk="0" h="786" w="820">
                  <a:moveTo>
                    <a:pt x="302" y="0"/>
                  </a:moveTo>
                  <a:cubicBezTo>
                    <a:pt x="146" y="0"/>
                    <a:pt x="1" y="169"/>
                    <a:pt x="108" y="345"/>
                  </a:cubicBezTo>
                  <a:lnTo>
                    <a:pt x="352" y="690"/>
                  </a:lnTo>
                  <a:cubicBezTo>
                    <a:pt x="392" y="744"/>
                    <a:pt x="459" y="784"/>
                    <a:pt x="532" y="785"/>
                  </a:cubicBezTo>
                  <a:lnTo>
                    <a:pt x="532" y="785"/>
                  </a:lnTo>
                  <a:cubicBezTo>
                    <a:pt x="713" y="783"/>
                    <a:pt x="819" y="581"/>
                    <a:pt x="711" y="433"/>
                  </a:cubicBezTo>
                  <a:lnTo>
                    <a:pt x="474" y="87"/>
                  </a:lnTo>
                  <a:cubicBezTo>
                    <a:pt x="425" y="26"/>
                    <a:pt x="362" y="0"/>
                    <a:pt x="302" y="0"/>
                  </a:cubicBezTo>
                  <a:close/>
                  <a:moveTo>
                    <a:pt x="532" y="785"/>
                  </a:moveTo>
                  <a:lnTo>
                    <a:pt x="532" y="785"/>
                  </a:lnTo>
                  <a:cubicBezTo>
                    <a:pt x="531" y="785"/>
                    <a:pt x="530" y="785"/>
                    <a:pt x="528" y="785"/>
                  </a:cubicBezTo>
                  <a:lnTo>
                    <a:pt x="535" y="785"/>
                  </a:lnTo>
                  <a:cubicBezTo>
                    <a:pt x="534" y="785"/>
                    <a:pt x="533" y="785"/>
                    <a:pt x="532" y="785"/>
                  </a:cubicBezTo>
                  <a:close/>
                </a:path>
              </a:pathLst>
            </a:custGeom>
            <a:solidFill>
              <a:srgbClr val="ADBCC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118" name="Google Shape;19118;p46"/>
            <p:cNvSpPr/>
            <p:nvPr/>
          </p:nvSpPr>
          <p:spPr>
            <a:xfrm>
              <a:off x="2952500" y="3535258"/>
              <a:ext cx="43620" cy="52171"/>
            </a:xfrm>
            <a:custGeom>
              <a:rect b="b" l="l" r="r" t="t"/>
              <a:pathLst>
                <a:path extrusionOk="0" h="1989" w="1663">
                  <a:moveTo>
                    <a:pt x="299" y="1"/>
                  </a:moveTo>
                  <a:cubicBezTo>
                    <a:pt x="146" y="1"/>
                    <a:pt x="0" y="171"/>
                    <a:pt x="103" y="341"/>
                  </a:cubicBezTo>
                  <a:lnTo>
                    <a:pt x="1188" y="1887"/>
                  </a:lnTo>
                  <a:cubicBezTo>
                    <a:pt x="1228" y="1948"/>
                    <a:pt x="1296" y="1982"/>
                    <a:pt x="1371" y="1982"/>
                  </a:cubicBezTo>
                  <a:lnTo>
                    <a:pt x="1371" y="1989"/>
                  </a:lnTo>
                  <a:cubicBezTo>
                    <a:pt x="1554" y="1989"/>
                    <a:pt x="1662" y="1785"/>
                    <a:pt x="1554" y="1636"/>
                  </a:cubicBezTo>
                  <a:lnTo>
                    <a:pt x="469" y="90"/>
                  </a:lnTo>
                  <a:cubicBezTo>
                    <a:pt x="421" y="27"/>
                    <a:pt x="359" y="1"/>
                    <a:pt x="299" y="1"/>
                  </a:cubicBezTo>
                  <a:close/>
                </a:path>
              </a:pathLst>
            </a:custGeom>
            <a:solidFill>
              <a:srgbClr val="ADBCC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119" name="Google Shape;19119;p46"/>
            <p:cNvSpPr/>
            <p:nvPr/>
          </p:nvSpPr>
          <p:spPr>
            <a:xfrm>
              <a:off x="2912315" y="3503284"/>
              <a:ext cx="41470" cy="232136"/>
            </a:xfrm>
            <a:custGeom>
              <a:rect b="b" l="l" r="r" t="t"/>
              <a:pathLst>
                <a:path extrusionOk="0" h="8850" w="1581">
                  <a:moveTo>
                    <a:pt x="970" y="1"/>
                  </a:moveTo>
                  <a:cubicBezTo>
                    <a:pt x="879" y="1"/>
                    <a:pt x="790" y="52"/>
                    <a:pt x="760" y="170"/>
                  </a:cubicBezTo>
                  <a:cubicBezTo>
                    <a:pt x="556" y="950"/>
                    <a:pt x="407" y="1743"/>
                    <a:pt x="312" y="2543"/>
                  </a:cubicBezTo>
                  <a:cubicBezTo>
                    <a:pt x="0" y="5120"/>
                    <a:pt x="272" y="7208"/>
                    <a:pt x="1106" y="8734"/>
                  </a:cubicBezTo>
                  <a:cubicBezTo>
                    <a:pt x="1146" y="8802"/>
                    <a:pt x="1221" y="8849"/>
                    <a:pt x="1309" y="8849"/>
                  </a:cubicBezTo>
                  <a:cubicBezTo>
                    <a:pt x="1479" y="8849"/>
                    <a:pt x="1580" y="8666"/>
                    <a:pt x="1499" y="8517"/>
                  </a:cubicBezTo>
                  <a:cubicBezTo>
                    <a:pt x="706" y="7073"/>
                    <a:pt x="455" y="5079"/>
                    <a:pt x="753" y="2597"/>
                  </a:cubicBezTo>
                  <a:cubicBezTo>
                    <a:pt x="855" y="1818"/>
                    <a:pt x="997" y="1045"/>
                    <a:pt x="1194" y="285"/>
                  </a:cubicBezTo>
                  <a:cubicBezTo>
                    <a:pt x="1238" y="112"/>
                    <a:pt x="1102" y="1"/>
                    <a:pt x="970" y="1"/>
                  </a:cubicBezTo>
                  <a:close/>
                </a:path>
              </a:pathLst>
            </a:custGeom>
            <a:solidFill>
              <a:srgbClr val="ADBCC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9120" name="Google Shape;19120;p46"/>
          <p:cNvGrpSpPr/>
          <p:nvPr/>
        </p:nvGrpSpPr>
        <p:grpSpPr>
          <a:xfrm>
            <a:off x="1389585" y="1988317"/>
            <a:ext cx="388125" cy="353791"/>
            <a:chOff x="1389585" y="1988317"/>
            <a:chExt cx="388125" cy="353791"/>
          </a:xfrm>
        </p:grpSpPr>
        <p:sp>
          <p:nvSpPr>
            <p:cNvPr id="19121" name="Google Shape;19121;p46"/>
            <p:cNvSpPr/>
            <p:nvPr/>
          </p:nvSpPr>
          <p:spPr>
            <a:xfrm>
              <a:off x="1673551" y="2066221"/>
              <a:ext cx="104159" cy="74546"/>
            </a:xfrm>
            <a:custGeom>
              <a:rect b="b" l="l" r="r" t="t"/>
              <a:pathLst>
                <a:path extrusionOk="0" h="2842" w="3971">
                  <a:moveTo>
                    <a:pt x="3608" y="0"/>
                  </a:moveTo>
                  <a:lnTo>
                    <a:pt x="0" y="1831"/>
                  </a:lnTo>
                  <a:lnTo>
                    <a:pt x="685" y="2747"/>
                  </a:lnTo>
                  <a:cubicBezTo>
                    <a:pt x="997" y="2812"/>
                    <a:pt x="1276" y="2842"/>
                    <a:pt x="1526" y="2842"/>
                  </a:cubicBezTo>
                  <a:cubicBezTo>
                    <a:pt x="3970" y="2842"/>
                    <a:pt x="3608" y="1"/>
                    <a:pt x="3608" y="0"/>
                  </a:cubicBezTo>
                  <a:close/>
                </a:path>
              </a:pathLst>
            </a:custGeom>
            <a:solidFill>
              <a:srgbClr val="D1DCE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122" name="Google Shape;19122;p46"/>
            <p:cNvSpPr/>
            <p:nvPr/>
          </p:nvSpPr>
          <p:spPr>
            <a:xfrm>
              <a:off x="1691519" y="2074745"/>
              <a:ext cx="77510" cy="66021"/>
            </a:xfrm>
            <a:custGeom>
              <a:rect b="b" l="l" r="r" t="t"/>
              <a:pathLst>
                <a:path extrusionOk="0" h="2517" w="2955">
                  <a:moveTo>
                    <a:pt x="2936" y="1"/>
                  </a:moveTo>
                  <a:lnTo>
                    <a:pt x="2936" y="1"/>
                  </a:lnTo>
                  <a:cubicBezTo>
                    <a:pt x="2292" y="394"/>
                    <a:pt x="977" y="1276"/>
                    <a:pt x="0" y="2422"/>
                  </a:cubicBezTo>
                  <a:cubicBezTo>
                    <a:pt x="312" y="2487"/>
                    <a:pt x="591" y="2517"/>
                    <a:pt x="841" y="2517"/>
                  </a:cubicBezTo>
                  <a:cubicBezTo>
                    <a:pt x="2770" y="2517"/>
                    <a:pt x="2954" y="751"/>
                    <a:pt x="2936" y="1"/>
                  </a:cubicBezTo>
                  <a:close/>
                </a:path>
              </a:pathLst>
            </a:custGeom>
            <a:solidFill>
              <a:srgbClr val="BECBD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123" name="Google Shape;19123;p46"/>
            <p:cNvSpPr/>
            <p:nvPr/>
          </p:nvSpPr>
          <p:spPr>
            <a:xfrm>
              <a:off x="1389585" y="2066221"/>
              <a:ext cx="104002" cy="74546"/>
            </a:xfrm>
            <a:custGeom>
              <a:rect b="b" l="l" r="r" t="t"/>
              <a:pathLst>
                <a:path extrusionOk="0" h="2842" w="3965">
                  <a:moveTo>
                    <a:pt x="364" y="0"/>
                  </a:moveTo>
                  <a:cubicBezTo>
                    <a:pt x="364" y="1"/>
                    <a:pt x="1" y="2842"/>
                    <a:pt x="2441" y="2842"/>
                  </a:cubicBezTo>
                  <a:cubicBezTo>
                    <a:pt x="2690" y="2842"/>
                    <a:pt x="2968" y="2812"/>
                    <a:pt x="3279" y="2747"/>
                  </a:cubicBezTo>
                  <a:lnTo>
                    <a:pt x="3964" y="1831"/>
                  </a:lnTo>
                  <a:lnTo>
                    <a:pt x="364" y="0"/>
                  </a:lnTo>
                  <a:close/>
                </a:path>
              </a:pathLst>
            </a:custGeom>
            <a:solidFill>
              <a:srgbClr val="D1DCE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124" name="Google Shape;19124;p46"/>
            <p:cNvSpPr/>
            <p:nvPr/>
          </p:nvSpPr>
          <p:spPr>
            <a:xfrm>
              <a:off x="1398267" y="2074745"/>
              <a:ext cx="77352" cy="66021"/>
            </a:xfrm>
            <a:custGeom>
              <a:rect b="b" l="l" r="r" t="t"/>
              <a:pathLst>
                <a:path extrusionOk="0" h="2517" w="2949">
                  <a:moveTo>
                    <a:pt x="12" y="1"/>
                  </a:moveTo>
                  <a:lnTo>
                    <a:pt x="12" y="1"/>
                  </a:lnTo>
                  <a:cubicBezTo>
                    <a:pt x="0" y="751"/>
                    <a:pt x="185" y="2517"/>
                    <a:pt x="2109" y="2517"/>
                  </a:cubicBezTo>
                  <a:cubicBezTo>
                    <a:pt x="2359" y="2517"/>
                    <a:pt x="2637" y="2487"/>
                    <a:pt x="2948" y="2422"/>
                  </a:cubicBezTo>
                  <a:cubicBezTo>
                    <a:pt x="1972" y="1276"/>
                    <a:pt x="657" y="394"/>
                    <a:pt x="12" y="1"/>
                  </a:cubicBezTo>
                  <a:close/>
                </a:path>
              </a:pathLst>
            </a:custGeom>
            <a:solidFill>
              <a:srgbClr val="BECBD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125" name="Google Shape;19125;p46"/>
            <p:cNvSpPr/>
            <p:nvPr/>
          </p:nvSpPr>
          <p:spPr>
            <a:xfrm>
              <a:off x="1655584" y="1988317"/>
              <a:ext cx="89838" cy="101930"/>
            </a:xfrm>
            <a:custGeom>
              <a:rect b="b" l="l" r="r" t="t"/>
              <a:pathLst>
                <a:path extrusionOk="0" h="3886" w="3425">
                  <a:moveTo>
                    <a:pt x="2286" y="1"/>
                  </a:moveTo>
                  <a:cubicBezTo>
                    <a:pt x="2285" y="1"/>
                    <a:pt x="1865" y="1994"/>
                    <a:pt x="0" y="2516"/>
                  </a:cubicBezTo>
                  <a:lnTo>
                    <a:pt x="909" y="3886"/>
                  </a:lnTo>
                  <a:cubicBezTo>
                    <a:pt x="3425" y="2292"/>
                    <a:pt x="2286" y="1"/>
                    <a:pt x="2286" y="1"/>
                  </a:cubicBezTo>
                  <a:close/>
                </a:path>
              </a:pathLst>
            </a:custGeom>
            <a:solidFill>
              <a:srgbClr val="D7E1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126" name="Google Shape;19126;p46"/>
            <p:cNvSpPr/>
            <p:nvPr/>
          </p:nvSpPr>
          <p:spPr>
            <a:xfrm>
              <a:off x="1670168" y="1988317"/>
              <a:ext cx="75254" cy="101930"/>
            </a:xfrm>
            <a:custGeom>
              <a:rect b="b" l="l" r="r" t="t"/>
              <a:pathLst>
                <a:path extrusionOk="0" h="3886" w="2869">
                  <a:moveTo>
                    <a:pt x="1730" y="1"/>
                  </a:moveTo>
                  <a:cubicBezTo>
                    <a:pt x="1730" y="1"/>
                    <a:pt x="1967" y="2123"/>
                    <a:pt x="0" y="3350"/>
                  </a:cubicBezTo>
                  <a:lnTo>
                    <a:pt x="353" y="3886"/>
                  </a:lnTo>
                  <a:cubicBezTo>
                    <a:pt x="2869" y="2286"/>
                    <a:pt x="1730" y="1"/>
                    <a:pt x="1730" y="1"/>
                  </a:cubicBezTo>
                  <a:close/>
                </a:path>
              </a:pathLst>
            </a:custGeom>
            <a:solidFill>
              <a:srgbClr val="E7EDF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127" name="Google Shape;19127;p46"/>
            <p:cNvSpPr/>
            <p:nvPr/>
          </p:nvSpPr>
          <p:spPr>
            <a:xfrm>
              <a:off x="1421691" y="1988317"/>
              <a:ext cx="90021" cy="101930"/>
            </a:xfrm>
            <a:custGeom>
              <a:rect b="b" l="l" r="r" t="t"/>
              <a:pathLst>
                <a:path extrusionOk="0" h="3886" w="3432">
                  <a:moveTo>
                    <a:pt x="1140" y="1"/>
                  </a:moveTo>
                  <a:cubicBezTo>
                    <a:pt x="1140" y="1"/>
                    <a:pt x="1" y="2292"/>
                    <a:pt x="2516" y="3886"/>
                  </a:cubicBezTo>
                  <a:lnTo>
                    <a:pt x="3432" y="2516"/>
                  </a:lnTo>
                  <a:cubicBezTo>
                    <a:pt x="1560" y="1994"/>
                    <a:pt x="1140" y="1"/>
                    <a:pt x="1140" y="1"/>
                  </a:cubicBezTo>
                  <a:close/>
                </a:path>
              </a:pathLst>
            </a:custGeom>
            <a:solidFill>
              <a:srgbClr val="E7EDF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128" name="Google Shape;19128;p46"/>
            <p:cNvSpPr/>
            <p:nvPr/>
          </p:nvSpPr>
          <p:spPr>
            <a:xfrm>
              <a:off x="1421691" y="1988317"/>
              <a:ext cx="75280" cy="101930"/>
            </a:xfrm>
            <a:custGeom>
              <a:rect b="b" l="l" r="r" t="t"/>
              <a:pathLst>
                <a:path extrusionOk="0" h="3886" w="2870">
                  <a:moveTo>
                    <a:pt x="1140" y="1"/>
                  </a:moveTo>
                  <a:cubicBezTo>
                    <a:pt x="1140" y="1"/>
                    <a:pt x="1" y="2286"/>
                    <a:pt x="2516" y="3886"/>
                  </a:cubicBezTo>
                  <a:lnTo>
                    <a:pt x="2869" y="3350"/>
                  </a:lnTo>
                  <a:cubicBezTo>
                    <a:pt x="903" y="2123"/>
                    <a:pt x="1140" y="1"/>
                    <a:pt x="1140" y="1"/>
                  </a:cubicBezTo>
                  <a:close/>
                </a:path>
              </a:pathLst>
            </a:custGeom>
            <a:solidFill>
              <a:srgbClr val="D7E1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129" name="Google Shape;19129;p46"/>
            <p:cNvSpPr/>
            <p:nvPr/>
          </p:nvSpPr>
          <p:spPr>
            <a:xfrm>
              <a:off x="1461193" y="2012502"/>
              <a:ext cx="244726" cy="295088"/>
            </a:xfrm>
            <a:custGeom>
              <a:rect b="b" l="l" r="r" t="t"/>
              <a:pathLst>
                <a:path extrusionOk="0" h="11250" w="9330">
                  <a:moveTo>
                    <a:pt x="4654" y="1"/>
                  </a:moveTo>
                  <a:cubicBezTo>
                    <a:pt x="2015" y="1"/>
                    <a:pt x="1" y="2357"/>
                    <a:pt x="400" y="4964"/>
                  </a:cubicBezTo>
                  <a:lnTo>
                    <a:pt x="977" y="8721"/>
                  </a:lnTo>
                  <a:cubicBezTo>
                    <a:pt x="1139" y="9751"/>
                    <a:pt x="1722" y="10673"/>
                    <a:pt x="2597" y="11250"/>
                  </a:cubicBezTo>
                  <a:lnTo>
                    <a:pt x="6740" y="11250"/>
                  </a:lnTo>
                  <a:cubicBezTo>
                    <a:pt x="7608" y="10673"/>
                    <a:pt x="8191" y="9751"/>
                    <a:pt x="8354" y="8721"/>
                  </a:cubicBezTo>
                  <a:lnTo>
                    <a:pt x="8930" y="4971"/>
                  </a:lnTo>
                  <a:cubicBezTo>
                    <a:pt x="9330" y="2357"/>
                    <a:pt x="7316" y="1"/>
                    <a:pt x="4677" y="1"/>
                  </a:cubicBezTo>
                  <a:cubicBezTo>
                    <a:pt x="4673" y="1"/>
                    <a:pt x="4669" y="1"/>
                    <a:pt x="4665" y="1"/>
                  </a:cubicBezTo>
                  <a:cubicBezTo>
                    <a:pt x="4661" y="1"/>
                    <a:pt x="4658" y="1"/>
                    <a:pt x="4654" y="1"/>
                  </a:cubicBezTo>
                  <a:close/>
                </a:path>
              </a:pathLst>
            </a:custGeom>
            <a:solidFill>
              <a:srgbClr val="E7EDF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130" name="Google Shape;19130;p46"/>
            <p:cNvSpPr/>
            <p:nvPr/>
          </p:nvSpPr>
          <p:spPr>
            <a:xfrm>
              <a:off x="1461901" y="2012869"/>
              <a:ext cx="111346" cy="294720"/>
            </a:xfrm>
            <a:custGeom>
              <a:rect b="b" l="l" r="r" t="t"/>
              <a:pathLst>
                <a:path extrusionOk="0" h="11236" w="4245">
                  <a:moveTo>
                    <a:pt x="4245" y="0"/>
                  </a:moveTo>
                  <a:cubicBezTo>
                    <a:pt x="1770" y="224"/>
                    <a:pt x="0" y="2489"/>
                    <a:pt x="373" y="4950"/>
                  </a:cubicBezTo>
                  <a:lnTo>
                    <a:pt x="956" y="8700"/>
                  </a:lnTo>
                  <a:cubicBezTo>
                    <a:pt x="1112" y="9737"/>
                    <a:pt x="1695" y="10653"/>
                    <a:pt x="2570" y="11236"/>
                  </a:cubicBezTo>
                  <a:lnTo>
                    <a:pt x="3628" y="11236"/>
                  </a:lnTo>
                  <a:cubicBezTo>
                    <a:pt x="3079" y="10605"/>
                    <a:pt x="2733" y="9825"/>
                    <a:pt x="2624" y="8998"/>
                  </a:cubicBezTo>
                  <a:lnTo>
                    <a:pt x="2062" y="4889"/>
                  </a:lnTo>
                  <a:cubicBezTo>
                    <a:pt x="1777" y="2821"/>
                    <a:pt x="2726" y="909"/>
                    <a:pt x="4245" y="0"/>
                  </a:cubicBezTo>
                  <a:close/>
                </a:path>
              </a:pathLst>
            </a:custGeom>
            <a:solidFill>
              <a:srgbClr val="D1DCE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131" name="Google Shape;19131;p46"/>
            <p:cNvSpPr/>
            <p:nvPr/>
          </p:nvSpPr>
          <p:spPr>
            <a:xfrm>
              <a:off x="1526270" y="2270054"/>
              <a:ext cx="114573" cy="72054"/>
            </a:xfrm>
            <a:custGeom>
              <a:rect b="b" l="l" r="r" t="t"/>
              <a:pathLst>
                <a:path extrusionOk="0" h="2747" w="4368">
                  <a:moveTo>
                    <a:pt x="1520" y="0"/>
                  </a:moveTo>
                  <a:cubicBezTo>
                    <a:pt x="848" y="0"/>
                    <a:pt x="272" y="488"/>
                    <a:pt x="164" y="1146"/>
                  </a:cubicBezTo>
                  <a:lnTo>
                    <a:pt x="123" y="1417"/>
                  </a:lnTo>
                  <a:cubicBezTo>
                    <a:pt x="1" y="2109"/>
                    <a:pt x="543" y="2746"/>
                    <a:pt x="1249" y="2746"/>
                  </a:cubicBezTo>
                  <a:lnTo>
                    <a:pt x="3120" y="2746"/>
                  </a:lnTo>
                  <a:cubicBezTo>
                    <a:pt x="3832" y="2746"/>
                    <a:pt x="4368" y="2116"/>
                    <a:pt x="4252" y="1417"/>
                  </a:cubicBezTo>
                  <a:lnTo>
                    <a:pt x="4212" y="1146"/>
                  </a:lnTo>
                  <a:cubicBezTo>
                    <a:pt x="4096" y="488"/>
                    <a:pt x="3527" y="0"/>
                    <a:pt x="2856" y="0"/>
                  </a:cubicBezTo>
                  <a:close/>
                </a:path>
              </a:pathLst>
            </a:custGeom>
            <a:solidFill>
              <a:srgbClr val="A9B4B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132" name="Google Shape;19132;p46"/>
            <p:cNvSpPr/>
            <p:nvPr/>
          </p:nvSpPr>
          <p:spPr>
            <a:xfrm>
              <a:off x="1526270" y="2270211"/>
              <a:ext cx="75437" cy="71896"/>
            </a:xfrm>
            <a:custGeom>
              <a:rect b="b" l="l" r="r" t="t"/>
              <a:pathLst>
                <a:path extrusionOk="0" h="2741" w="2876">
                  <a:moveTo>
                    <a:pt x="1506" y="1"/>
                  </a:moveTo>
                  <a:cubicBezTo>
                    <a:pt x="841" y="1"/>
                    <a:pt x="271" y="487"/>
                    <a:pt x="164" y="1147"/>
                  </a:cubicBezTo>
                  <a:lnTo>
                    <a:pt x="116" y="1411"/>
                  </a:lnTo>
                  <a:cubicBezTo>
                    <a:pt x="1" y="2110"/>
                    <a:pt x="537" y="2740"/>
                    <a:pt x="1249" y="2740"/>
                  </a:cubicBezTo>
                  <a:lnTo>
                    <a:pt x="1777" y="2740"/>
                  </a:lnTo>
                  <a:cubicBezTo>
                    <a:pt x="1547" y="2421"/>
                    <a:pt x="1452" y="2028"/>
                    <a:pt x="1513" y="1642"/>
                  </a:cubicBezTo>
                  <a:lnTo>
                    <a:pt x="1560" y="1330"/>
                  </a:lnTo>
                  <a:cubicBezTo>
                    <a:pt x="1669" y="577"/>
                    <a:pt x="2218" y="21"/>
                    <a:pt x="2876" y="1"/>
                  </a:cubicBezTo>
                  <a:lnTo>
                    <a:pt x="1520" y="1"/>
                  </a:lnTo>
                  <a:cubicBezTo>
                    <a:pt x="1515" y="1"/>
                    <a:pt x="1511" y="1"/>
                    <a:pt x="1506" y="1"/>
                  </a:cubicBezTo>
                  <a:close/>
                </a:path>
              </a:pathLst>
            </a:custGeom>
            <a:solidFill>
              <a:srgbClr val="98A6B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133" name="Google Shape;19133;p46"/>
            <p:cNvSpPr/>
            <p:nvPr/>
          </p:nvSpPr>
          <p:spPr>
            <a:xfrm>
              <a:off x="1547621" y="2287628"/>
              <a:ext cx="19463" cy="24420"/>
            </a:xfrm>
            <a:custGeom>
              <a:rect b="b" l="l" r="r" t="t"/>
              <a:pathLst>
                <a:path extrusionOk="0" h="931" w="742">
                  <a:moveTo>
                    <a:pt x="406" y="1"/>
                  </a:moveTo>
                  <a:cubicBezTo>
                    <a:pt x="344" y="1"/>
                    <a:pt x="281" y="28"/>
                    <a:pt x="231" y="96"/>
                  </a:cubicBezTo>
                  <a:cubicBezTo>
                    <a:pt x="82" y="266"/>
                    <a:pt x="1" y="483"/>
                    <a:pt x="1" y="706"/>
                  </a:cubicBezTo>
                  <a:cubicBezTo>
                    <a:pt x="1" y="829"/>
                    <a:pt x="102" y="930"/>
                    <a:pt x="231" y="930"/>
                  </a:cubicBezTo>
                  <a:cubicBezTo>
                    <a:pt x="353" y="930"/>
                    <a:pt x="455" y="829"/>
                    <a:pt x="455" y="706"/>
                  </a:cubicBezTo>
                  <a:cubicBezTo>
                    <a:pt x="455" y="591"/>
                    <a:pt x="502" y="476"/>
                    <a:pt x="577" y="395"/>
                  </a:cubicBezTo>
                  <a:cubicBezTo>
                    <a:pt x="742" y="220"/>
                    <a:pt x="579" y="1"/>
                    <a:pt x="406" y="1"/>
                  </a:cubicBezTo>
                  <a:close/>
                </a:path>
              </a:pathLst>
            </a:custGeom>
            <a:solidFill>
              <a:srgbClr val="465C7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134" name="Google Shape;19134;p46"/>
            <p:cNvSpPr/>
            <p:nvPr/>
          </p:nvSpPr>
          <p:spPr>
            <a:xfrm>
              <a:off x="1600029" y="2287628"/>
              <a:ext cx="19463" cy="24420"/>
            </a:xfrm>
            <a:custGeom>
              <a:rect b="b" l="l" r="r" t="t"/>
              <a:pathLst>
                <a:path extrusionOk="0" h="931" w="742">
                  <a:moveTo>
                    <a:pt x="337" y="1"/>
                  </a:moveTo>
                  <a:cubicBezTo>
                    <a:pt x="164" y="1"/>
                    <a:pt x="1" y="220"/>
                    <a:pt x="166" y="395"/>
                  </a:cubicBezTo>
                  <a:cubicBezTo>
                    <a:pt x="240" y="476"/>
                    <a:pt x="288" y="591"/>
                    <a:pt x="288" y="706"/>
                  </a:cubicBezTo>
                  <a:cubicBezTo>
                    <a:pt x="288" y="829"/>
                    <a:pt x="389" y="930"/>
                    <a:pt x="518" y="930"/>
                  </a:cubicBezTo>
                  <a:cubicBezTo>
                    <a:pt x="640" y="930"/>
                    <a:pt x="742" y="829"/>
                    <a:pt x="742" y="706"/>
                  </a:cubicBezTo>
                  <a:cubicBezTo>
                    <a:pt x="742" y="483"/>
                    <a:pt x="661" y="266"/>
                    <a:pt x="511" y="96"/>
                  </a:cubicBezTo>
                  <a:cubicBezTo>
                    <a:pt x="461" y="28"/>
                    <a:pt x="398" y="1"/>
                    <a:pt x="337" y="1"/>
                  </a:cubicBezTo>
                  <a:close/>
                </a:path>
              </a:pathLst>
            </a:custGeom>
            <a:solidFill>
              <a:srgbClr val="465C7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135" name="Google Shape;19135;p46"/>
            <p:cNvSpPr/>
            <p:nvPr/>
          </p:nvSpPr>
          <p:spPr>
            <a:xfrm>
              <a:off x="1499594" y="2126156"/>
              <a:ext cx="35961" cy="41994"/>
            </a:xfrm>
            <a:custGeom>
              <a:rect b="b" l="l" r="r" t="t"/>
              <a:pathLst>
                <a:path extrusionOk="0" h="1601" w="1371">
                  <a:moveTo>
                    <a:pt x="686" y="1"/>
                  </a:moveTo>
                  <a:cubicBezTo>
                    <a:pt x="306" y="1"/>
                    <a:pt x="1" y="312"/>
                    <a:pt x="1" y="685"/>
                  </a:cubicBezTo>
                  <a:lnTo>
                    <a:pt x="1" y="916"/>
                  </a:lnTo>
                  <a:cubicBezTo>
                    <a:pt x="1" y="1296"/>
                    <a:pt x="306" y="1601"/>
                    <a:pt x="686" y="1601"/>
                  </a:cubicBezTo>
                  <a:cubicBezTo>
                    <a:pt x="1065" y="1601"/>
                    <a:pt x="1370" y="1296"/>
                    <a:pt x="1370" y="923"/>
                  </a:cubicBezTo>
                  <a:lnTo>
                    <a:pt x="1370" y="685"/>
                  </a:lnTo>
                  <a:cubicBezTo>
                    <a:pt x="1370" y="312"/>
                    <a:pt x="1065" y="1"/>
                    <a:pt x="686" y="1"/>
                  </a:cubicBezTo>
                  <a:close/>
                </a:path>
              </a:pathLst>
            </a:custGeom>
            <a:solidFill>
              <a:srgbClr val="203B5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136" name="Google Shape;19136;p46"/>
            <p:cNvSpPr/>
            <p:nvPr/>
          </p:nvSpPr>
          <p:spPr>
            <a:xfrm>
              <a:off x="1517561" y="2126156"/>
              <a:ext cx="17994" cy="30086"/>
            </a:xfrm>
            <a:custGeom>
              <a:rect b="b" l="l" r="r" t="t"/>
              <a:pathLst>
                <a:path extrusionOk="0" h="1147" w="686">
                  <a:moveTo>
                    <a:pt x="1" y="1"/>
                  </a:moveTo>
                  <a:lnTo>
                    <a:pt x="1" y="801"/>
                  </a:lnTo>
                  <a:cubicBezTo>
                    <a:pt x="1" y="1031"/>
                    <a:pt x="172" y="1146"/>
                    <a:pt x="343" y="1146"/>
                  </a:cubicBezTo>
                  <a:cubicBezTo>
                    <a:pt x="514" y="1146"/>
                    <a:pt x="685" y="1031"/>
                    <a:pt x="685" y="801"/>
                  </a:cubicBezTo>
                  <a:lnTo>
                    <a:pt x="685" y="685"/>
                  </a:lnTo>
                  <a:cubicBezTo>
                    <a:pt x="685" y="312"/>
                    <a:pt x="380" y="1"/>
                    <a:pt x="1" y="1"/>
                  </a:cubicBezTo>
                  <a:close/>
                </a:path>
              </a:pathLst>
            </a:custGeom>
            <a:solidFill>
              <a:srgbClr val="405C7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137" name="Google Shape;19137;p46"/>
            <p:cNvSpPr/>
            <p:nvPr/>
          </p:nvSpPr>
          <p:spPr>
            <a:xfrm>
              <a:off x="1511686" y="2132215"/>
              <a:ext cx="11961" cy="11935"/>
            </a:xfrm>
            <a:custGeom>
              <a:rect b="b" l="l" r="r" t="t"/>
              <a:pathLst>
                <a:path extrusionOk="0" h="455" w="456">
                  <a:moveTo>
                    <a:pt x="225" y="0"/>
                  </a:moveTo>
                  <a:cubicBezTo>
                    <a:pt x="103" y="0"/>
                    <a:pt x="1" y="102"/>
                    <a:pt x="1" y="231"/>
                  </a:cubicBezTo>
                  <a:cubicBezTo>
                    <a:pt x="1" y="353"/>
                    <a:pt x="103" y="454"/>
                    <a:pt x="225" y="454"/>
                  </a:cubicBezTo>
                  <a:cubicBezTo>
                    <a:pt x="353" y="454"/>
                    <a:pt x="455" y="353"/>
                    <a:pt x="455" y="231"/>
                  </a:cubicBezTo>
                  <a:cubicBezTo>
                    <a:pt x="455" y="102"/>
                    <a:pt x="353" y="0"/>
                    <a:pt x="225" y="0"/>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138" name="Google Shape;19138;p46"/>
            <p:cNvSpPr/>
            <p:nvPr/>
          </p:nvSpPr>
          <p:spPr>
            <a:xfrm>
              <a:off x="1631583" y="2126156"/>
              <a:ext cx="35935" cy="41994"/>
            </a:xfrm>
            <a:custGeom>
              <a:rect b="b" l="l" r="r" t="t"/>
              <a:pathLst>
                <a:path extrusionOk="0" h="1601" w="1370">
                  <a:moveTo>
                    <a:pt x="685" y="1"/>
                  </a:moveTo>
                  <a:cubicBezTo>
                    <a:pt x="305" y="1"/>
                    <a:pt x="0" y="312"/>
                    <a:pt x="0" y="685"/>
                  </a:cubicBezTo>
                  <a:lnTo>
                    <a:pt x="0" y="916"/>
                  </a:lnTo>
                  <a:cubicBezTo>
                    <a:pt x="0" y="1296"/>
                    <a:pt x="305" y="1601"/>
                    <a:pt x="685" y="1601"/>
                  </a:cubicBezTo>
                  <a:cubicBezTo>
                    <a:pt x="1065" y="1601"/>
                    <a:pt x="1370" y="1296"/>
                    <a:pt x="1370" y="923"/>
                  </a:cubicBezTo>
                  <a:lnTo>
                    <a:pt x="1370" y="685"/>
                  </a:lnTo>
                  <a:cubicBezTo>
                    <a:pt x="1370" y="312"/>
                    <a:pt x="1065" y="1"/>
                    <a:pt x="685" y="1"/>
                  </a:cubicBezTo>
                  <a:close/>
                </a:path>
              </a:pathLst>
            </a:custGeom>
            <a:solidFill>
              <a:srgbClr val="203B5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139" name="Google Shape;19139;p46"/>
            <p:cNvSpPr/>
            <p:nvPr/>
          </p:nvSpPr>
          <p:spPr>
            <a:xfrm>
              <a:off x="1649525" y="2126156"/>
              <a:ext cx="17994" cy="30086"/>
            </a:xfrm>
            <a:custGeom>
              <a:rect b="b" l="l" r="r" t="t"/>
              <a:pathLst>
                <a:path extrusionOk="0" h="1147" w="686">
                  <a:moveTo>
                    <a:pt x="1" y="1"/>
                  </a:moveTo>
                  <a:lnTo>
                    <a:pt x="1" y="801"/>
                  </a:lnTo>
                  <a:cubicBezTo>
                    <a:pt x="1" y="1031"/>
                    <a:pt x="172" y="1146"/>
                    <a:pt x="343" y="1146"/>
                  </a:cubicBezTo>
                  <a:cubicBezTo>
                    <a:pt x="515" y="1146"/>
                    <a:pt x="686" y="1031"/>
                    <a:pt x="686" y="801"/>
                  </a:cubicBezTo>
                  <a:lnTo>
                    <a:pt x="686" y="685"/>
                  </a:lnTo>
                  <a:cubicBezTo>
                    <a:pt x="686" y="312"/>
                    <a:pt x="381" y="1"/>
                    <a:pt x="1" y="1"/>
                  </a:cubicBezTo>
                  <a:close/>
                </a:path>
              </a:pathLst>
            </a:custGeom>
            <a:solidFill>
              <a:srgbClr val="405C7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140" name="Google Shape;19140;p46"/>
            <p:cNvSpPr/>
            <p:nvPr/>
          </p:nvSpPr>
          <p:spPr>
            <a:xfrm>
              <a:off x="1643492" y="2132215"/>
              <a:ext cx="12118" cy="11935"/>
            </a:xfrm>
            <a:custGeom>
              <a:rect b="b" l="l" r="r" t="t"/>
              <a:pathLst>
                <a:path extrusionOk="0" h="455" w="462">
                  <a:moveTo>
                    <a:pt x="231" y="0"/>
                  </a:moveTo>
                  <a:cubicBezTo>
                    <a:pt x="102" y="0"/>
                    <a:pt x="0" y="102"/>
                    <a:pt x="0" y="231"/>
                  </a:cubicBezTo>
                  <a:cubicBezTo>
                    <a:pt x="0" y="353"/>
                    <a:pt x="102" y="454"/>
                    <a:pt x="231" y="454"/>
                  </a:cubicBezTo>
                  <a:cubicBezTo>
                    <a:pt x="360" y="454"/>
                    <a:pt x="461" y="353"/>
                    <a:pt x="461" y="231"/>
                  </a:cubicBezTo>
                  <a:cubicBezTo>
                    <a:pt x="461" y="102"/>
                    <a:pt x="360" y="0"/>
                    <a:pt x="231" y="0"/>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141" name="Google Shape;19141;p46"/>
            <p:cNvSpPr/>
            <p:nvPr/>
          </p:nvSpPr>
          <p:spPr>
            <a:xfrm>
              <a:off x="1483410" y="2012370"/>
              <a:ext cx="190876" cy="73077"/>
            </a:xfrm>
            <a:custGeom>
              <a:rect b="b" l="l" r="r" t="t"/>
              <a:pathLst>
                <a:path extrusionOk="0" h="2786" w="7277">
                  <a:moveTo>
                    <a:pt x="3823" y="0"/>
                  </a:moveTo>
                  <a:cubicBezTo>
                    <a:pt x="2307" y="0"/>
                    <a:pt x="800" y="786"/>
                    <a:pt x="1" y="2304"/>
                  </a:cubicBezTo>
                  <a:cubicBezTo>
                    <a:pt x="172" y="2313"/>
                    <a:pt x="407" y="2321"/>
                    <a:pt x="681" y="2321"/>
                  </a:cubicBezTo>
                  <a:cubicBezTo>
                    <a:pt x="1536" y="2321"/>
                    <a:pt x="2766" y="2241"/>
                    <a:pt x="3588" y="1830"/>
                  </a:cubicBezTo>
                  <a:lnTo>
                    <a:pt x="3588" y="1830"/>
                  </a:lnTo>
                  <a:lnTo>
                    <a:pt x="3364" y="2745"/>
                  </a:lnTo>
                  <a:cubicBezTo>
                    <a:pt x="3364" y="2745"/>
                    <a:pt x="4964" y="2515"/>
                    <a:pt x="5873" y="1830"/>
                  </a:cubicBezTo>
                  <a:cubicBezTo>
                    <a:pt x="5988" y="2135"/>
                    <a:pt x="6069" y="2460"/>
                    <a:pt x="6103" y="2786"/>
                  </a:cubicBezTo>
                  <a:cubicBezTo>
                    <a:pt x="6619" y="2603"/>
                    <a:pt x="7039" y="2223"/>
                    <a:pt x="7276" y="1735"/>
                  </a:cubicBezTo>
                  <a:cubicBezTo>
                    <a:pt x="6405" y="567"/>
                    <a:pt x="5111" y="0"/>
                    <a:pt x="3823" y="0"/>
                  </a:cubicBezTo>
                  <a:close/>
                </a:path>
              </a:pathLst>
            </a:custGeom>
            <a:solidFill>
              <a:srgbClr val="D1DCE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142" name="Google Shape;19142;p46"/>
            <p:cNvSpPr/>
            <p:nvPr/>
          </p:nvSpPr>
          <p:spPr>
            <a:xfrm>
              <a:off x="1483410" y="2012869"/>
              <a:ext cx="89838" cy="60460"/>
            </a:xfrm>
            <a:custGeom>
              <a:rect b="b" l="l" r="r" t="t"/>
              <a:pathLst>
                <a:path extrusionOk="0" h="2305" w="3425">
                  <a:moveTo>
                    <a:pt x="3425" y="0"/>
                  </a:moveTo>
                  <a:lnTo>
                    <a:pt x="3425" y="0"/>
                  </a:lnTo>
                  <a:cubicBezTo>
                    <a:pt x="1967" y="136"/>
                    <a:pt x="679" y="997"/>
                    <a:pt x="1" y="2285"/>
                  </a:cubicBezTo>
                  <a:cubicBezTo>
                    <a:pt x="232" y="2298"/>
                    <a:pt x="464" y="2304"/>
                    <a:pt x="696" y="2304"/>
                  </a:cubicBezTo>
                  <a:cubicBezTo>
                    <a:pt x="979" y="2304"/>
                    <a:pt x="1263" y="2294"/>
                    <a:pt x="1547" y="2272"/>
                  </a:cubicBezTo>
                  <a:cubicBezTo>
                    <a:pt x="1906" y="1329"/>
                    <a:pt x="2564" y="529"/>
                    <a:pt x="3425" y="0"/>
                  </a:cubicBezTo>
                  <a:close/>
                </a:path>
              </a:pathLst>
            </a:custGeom>
            <a:solidFill>
              <a:srgbClr val="BECBD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9143" name="Google Shape;19143;p46"/>
          <p:cNvGrpSpPr/>
          <p:nvPr/>
        </p:nvGrpSpPr>
        <p:grpSpPr>
          <a:xfrm>
            <a:off x="2492924" y="1512190"/>
            <a:ext cx="370158" cy="370158"/>
            <a:chOff x="2492924" y="1512190"/>
            <a:chExt cx="370158" cy="370158"/>
          </a:xfrm>
        </p:grpSpPr>
        <p:sp>
          <p:nvSpPr>
            <p:cNvPr id="19144" name="Google Shape;19144;p46"/>
            <p:cNvSpPr/>
            <p:nvPr/>
          </p:nvSpPr>
          <p:spPr>
            <a:xfrm>
              <a:off x="2492924" y="1512190"/>
              <a:ext cx="370158" cy="370158"/>
            </a:xfrm>
            <a:custGeom>
              <a:rect b="b" l="l" r="r" t="t"/>
              <a:pathLst>
                <a:path extrusionOk="0" h="14112" w="14112">
                  <a:moveTo>
                    <a:pt x="8382" y="1"/>
                  </a:moveTo>
                  <a:cubicBezTo>
                    <a:pt x="7996" y="1"/>
                    <a:pt x="7617" y="96"/>
                    <a:pt x="7283" y="286"/>
                  </a:cubicBezTo>
                  <a:cubicBezTo>
                    <a:pt x="7215" y="326"/>
                    <a:pt x="7134" y="354"/>
                    <a:pt x="7053" y="354"/>
                  </a:cubicBezTo>
                  <a:cubicBezTo>
                    <a:pt x="6971" y="354"/>
                    <a:pt x="6897" y="326"/>
                    <a:pt x="6822" y="286"/>
                  </a:cubicBezTo>
                  <a:cubicBezTo>
                    <a:pt x="6487" y="102"/>
                    <a:pt x="6114" y="1"/>
                    <a:pt x="5727" y="1"/>
                  </a:cubicBezTo>
                  <a:cubicBezTo>
                    <a:pt x="5715" y="1"/>
                    <a:pt x="5702" y="1"/>
                    <a:pt x="5690" y="1"/>
                  </a:cubicBezTo>
                  <a:cubicBezTo>
                    <a:pt x="5052" y="8"/>
                    <a:pt x="4428" y="164"/>
                    <a:pt x="3872" y="455"/>
                  </a:cubicBezTo>
                  <a:lnTo>
                    <a:pt x="4327" y="910"/>
                  </a:lnTo>
                  <a:cubicBezTo>
                    <a:pt x="3872" y="1018"/>
                    <a:pt x="3432" y="1181"/>
                    <a:pt x="3018" y="1405"/>
                  </a:cubicBezTo>
                  <a:cubicBezTo>
                    <a:pt x="1133" y="2395"/>
                    <a:pt x="231" y="4551"/>
                    <a:pt x="231" y="4551"/>
                  </a:cubicBezTo>
                  <a:lnTo>
                    <a:pt x="1140" y="4551"/>
                  </a:lnTo>
                  <a:cubicBezTo>
                    <a:pt x="1" y="6368"/>
                    <a:pt x="1" y="8877"/>
                    <a:pt x="1" y="8877"/>
                  </a:cubicBezTo>
                  <a:lnTo>
                    <a:pt x="686" y="8646"/>
                  </a:lnTo>
                  <a:cubicBezTo>
                    <a:pt x="686" y="8646"/>
                    <a:pt x="686" y="10694"/>
                    <a:pt x="1594" y="12064"/>
                  </a:cubicBezTo>
                  <a:lnTo>
                    <a:pt x="2279" y="11609"/>
                  </a:lnTo>
                  <a:cubicBezTo>
                    <a:pt x="2279" y="11609"/>
                    <a:pt x="2964" y="12742"/>
                    <a:pt x="4103" y="13427"/>
                  </a:cubicBezTo>
                  <a:lnTo>
                    <a:pt x="4551" y="12972"/>
                  </a:lnTo>
                  <a:cubicBezTo>
                    <a:pt x="4551" y="12972"/>
                    <a:pt x="5690" y="13881"/>
                    <a:pt x="7053" y="14111"/>
                  </a:cubicBezTo>
                  <a:cubicBezTo>
                    <a:pt x="8422" y="13881"/>
                    <a:pt x="9561" y="12972"/>
                    <a:pt x="9561" y="12972"/>
                  </a:cubicBezTo>
                  <a:lnTo>
                    <a:pt x="10009" y="13427"/>
                  </a:lnTo>
                  <a:cubicBezTo>
                    <a:pt x="11148" y="12742"/>
                    <a:pt x="11833" y="11603"/>
                    <a:pt x="11833" y="11603"/>
                  </a:cubicBezTo>
                  <a:lnTo>
                    <a:pt x="12511" y="12057"/>
                  </a:lnTo>
                  <a:cubicBezTo>
                    <a:pt x="13426" y="10694"/>
                    <a:pt x="13426" y="8646"/>
                    <a:pt x="13426" y="8646"/>
                  </a:cubicBezTo>
                  <a:lnTo>
                    <a:pt x="14111" y="8877"/>
                  </a:lnTo>
                  <a:cubicBezTo>
                    <a:pt x="14111" y="8877"/>
                    <a:pt x="14111" y="6375"/>
                    <a:pt x="12972" y="4551"/>
                  </a:cubicBezTo>
                  <a:lnTo>
                    <a:pt x="13887" y="4551"/>
                  </a:lnTo>
                  <a:cubicBezTo>
                    <a:pt x="13887" y="4551"/>
                    <a:pt x="12986" y="2395"/>
                    <a:pt x="11094" y="1405"/>
                  </a:cubicBezTo>
                  <a:cubicBezTo>
                    <a:pt x="10680" y="1181"/>
                    <a:pt x="10239" y="1018"/>
                    <a:pt x="9785" y="910"/>
                  </a:cubicBezTo>
                  <a:lnTo>
                    <a:pt x="10246" y="455"/>
                  </a:lnTo>
                  <a:cubicBezTo>
                    <a:pt x="9683" y="164"/>
                    <a:pt x="9060" y="8"/>
                    <a:pt x="8422" y="1"/>
                  </a:cubicBezTo>
                  <a:cubicBezTo>
                    <a:pt x="8409" y="1"/>
                    <a:pt x="8396" y="1"/>
                    <a:pt x="8382" y="1"/>
                  </a:cubicBezTo>
                  <a:close/>
                </a:path>
              </a:pathLst>
            </a:custGeom>
            <a:solidFill>
              <a:srgbClr val="697D9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145" name="Google Shape;19145;p46"/>
            <p:cNvSpPr/>
            <p:nvPr/>
          </p:nvSpPr>
          <p:spPr>
            <a:xfrm>
              <a:off x="2492924" y="1512190"/>
              <a:ext cx="185000" cy="369974"/>
            </a:xfrm>
            <a:custGeom>
              <a:rect b="b" l="l" r="r" t="t"/>
              <a:pathLst>
                <a:path extrusionOk="0" h="14105" w="7053">
                  <a:moveTo>
                    <a:pt x="5727" y="1"/>
                  </a:moveTo>
                  <a:cubicBezTo>
                    <a:pt x="5715" y="1"/>
                    <a:pt x="5702" y="1"/>
                    <a:pt x="5690" y="1"/>
                  </a:cubicBezTo>
                  <a:cubicBezTo>
                    <a:pt x="5052" y="8"/>
                    <a:pt x="4428" y="164"/>
                    <a:pt x="3872" y="455"/>
                  </a:cubicBezTo>
                  <a:lnTo>
                    <a:pt x="4327" y="910"/>
                  </a:lnTo>
                  <a:cubicBezTo>
                    <a:pt x="3872" y="1018"/>
                    <a:pt x="3432" y="1181"/>
                    <a:pt x="3018" y="1405"/>
                  </a:cubicBezTo>
                  <a:cubicBezTo>
                    <a:pt x="1133" y="2395"/>
                    <a:pt x="231" y="4551"/>
                    <a:pt x="231" y="4551"/>
                  </a:cubicBezTo>
                  <a:lnTo>
                    <a:pt x="1140" y="4551"/>
                  </a:lnTo>
                  <a:cubicBezTo>
                    <a:pt x="1" y="6375"/>
                    <a:pt x="1" y="8877"/>
                    <a:pt x="1" y="8877"/>
                  </a:cubicBezTo>
                  <a:lnTo>
                    <a:pt x="686" y="8646"/>
                  </a:lnTo>
                  <a:cubicBezTo>
                    <a:pt x="686" y="8646"/>
                    <a:pt x="686" y="10694"/>
                    <a:pt x="1594" y="12064"/>
                  </a:cubicBezTo>
                  <a:lnTo>
                    <a:pt x="2279" y="11603"/>
                  </a:lnTo>
                  <a:cubicBezTo>
                    <a:pt x="2279" y="11603"/>
                    <a:pt x="2957" y="12742"/>
                    <a:pt x="4096" y="13427"/>
                  </a:cubicBezTo>
                  <a:lnTo>
                    <a:pt x="4551" y="12972"/>
                  </a:lnTo>
                  <a:cubicBezTo>
                    <a:pt x="4551" y="12972"/>
                    <a:pt x="5689" y="13880"/>
                    <a:pt x="7052" y="14104"/>
                  </a:cubicBezTo>
                  <a:lnTo>
                    <a:pt x="7052" y="14104"/>
                  </a:lnTo>
                  <a:cubicBezTo>
                    <a:pt x="7005" y="14089"/>
                    <a:pt x="5401" y="13269"/>
                    <a:pt x="5161" y="2510"/>
                  </a:cubicBezTo>
                  <a:cubicBezTo>
                    <a:pt x="5161" y="2510"/>
                    <a:pt x="5819" y="1167"/>
                    <a:pt x="6924" y="333"/>
                  </a:cubicBezTo>
                  <a:cubicBezTo>
                    <a:pt x="6890" y="320"/>
                    <a:pt x="6856" y="306"/>
                    <a:pt x="6822" y="286"/>
                  </a:cubicBezTo>
                  <a:cubicBezTo>
                    <a:pt x="6487" y="102"/>
                    <a:pt x="6114" y="1"/>
                    <a:pt x="5727" y="1"/>
                  </a:cubicBezTo>
                  <a:close/>
                  <a:moveTo>
                    <a:pt x="7052" y="14104"/>
                  </a:moveTo>
                  <a:lnTo>
                    <a:pt x="7052" y="14104"/>
                  </a:lnTo>
                  <a:cubicBezTo>
                    <a:pt x="7052" y="14105"/>
                    <a:pt x="7052" y="14105"/>
                    <a:pt x="7052" y="14105"/>
                  </a:cubicBezTo>
                  <a:cubicBezTo>
                    <a:pt x="7053" y="14105"/>
                    <a:pt x="7053" y="14105"/>
                    <a:pt x="7053" y="14105"/>
                  </a:cubicBezTo>
                  <a:cubicBezTo>
                    <a:pt x="7052" y="14105"/>
                    <a:pt x="7052" y="14104"/>
                    <a:pt x="7052" y="14104"/>
                  </a:cubicBezTo>
                  <a:close/>
                </a:path>
              </a:pathLst>
            </a:custGeom>
            <a:solidFill>
              <a:srgbClr val="49627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146" name="Google Shape;19146;p46"/>
            <p:cNvSpPr/>
            <p:nvPr/>
          </p:nvSpPr>
          <p:spPr>
            <a:xfrm>
              <a:off x="2725033" y="1548047"/>
              <a:ext cx="91307" cy="91175"/>
            </a:xfrm>
            <a:custGeom>
              <a:rect b="b" l="l" r="r" t="t"/>
              <a:pathLst>
                <a:path extrusionOk="0" h="3476" w="3481">
                  <a:moveTo>
                    <a:pt x="2619" y="1"/>
                  </a:moveTo>
                  <a:cubicBezTo>
                    <a:pt x="2565" y="1"/>
                    <a:pt x="2510" y="6"/>
                    <a:pt x="2455" y="17"/>
                  </a:cubicBezTo>
                  <a:cubicBezTo>
                    <a:pt x="1879" y="126"/>
                    <a:pt x="841" y="600"/>
                    <a:pt x="0" y="1265"/>
                  </a:cubicBezTo>
                  <a:lnTo>
                    <a:pt x="2191" y="3475"/>
                  </a:lnTo>
                  <a:cubicBezTo>
                    <a:pt x="2875" y="2770"/>
                    <a:pt x="3370" y="1570"/>
                    <a:pt x="3438" y="892"/>
                  </a:cubicBezTo>
                  <a:cubicBezTo>
                    <a:pt x="3481" y="405"/>
                    <a:pt x="3087" y="1"/>
                    <a:pt x="2619" y="1"/>
                  </a:cubicBezTo>
                  <a:close/>
                </a:path>
              </a:pathLst>
            </a:custGeom>
            <a:solidFill>
              <a:srgbClr val="C8D3D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147" name="Google Shape;19147;p46"/>
            <p:cNvSpPr/>
            <p:nvPr/>
          </p:nvSpPr>
          <p:spPr>
            <a:xfrm>
              <a:off x="2740509" y="1563732"/>
              <a:ext cx="66782" cy="71739"/>
            </a:xfrm>
            <a:custGeom>
              <a:rect b="b" l="l" r="r" t="t"/>
              <a:pathLst>
                <a:path extrusionOk="0" h="2735" w="2546">
                  <a:moveTo>
                    <a:pt x="2055" y="1"/>
                  </a:moveTo>
                  <a:cubicBezTo>
                    <a:pt x="2044" y="1"/>
                    <a:pt x="2032" y="1"/>
                    <a:pt x="2021" y="2"/>
                  </a:cubicBezTo>
                  <a:cubicBezTo>
                    <a:pt x="1729" y="29"/>
                    <a:pt x="699" y="735"/>
                    <a:pt x="0" y="1264"/>
                  </a:cubicBezTo>
                  <a:lnTo>
                    <a:pt x="1465" y="2735"/>
                  </a:lnTo>
                  <a:cubicBezTo>
                    <a:pt x="1885" y="2118"/>
                    <a:pt x="2313" y="1331"/>
                    <a:pt x="2421" y="911"/>
                  </a:cubicBezTo>
                  <a:cubicBezTo>
                    <a:pt x="2545" y="440"/>
                    <a:pt x="2360" y="1"/>
                    <a:pt x="2055" y="1"/>
                  </a:cubicBezTo>
                  <a:close/>
                </a:path>
              </a:pathLst>
            </a:custGeom>
            <a:solidFill>
              <a:srgbClr val="B6C5C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148" name="Google Shape;19148;p46"/>
            <p:cNvSpPr/>
            <p:nvPr/>
          </p:nvSpPr>
          <p:spPr>
            <a:xfrm>
              <a:off x="2539666" y="1548047"/>
              <a:ext cx="91307" cy="91175"/>
            </a:xfrm>
            <a:custGeom>
              <a:rect b="b" l="l" r="r" t="t"/>
              <a:pathLst>
                <a:path extrusionOk="0" h="3476" w="3481">
                  <a:moveTo>
                    <a:pt x="860" y="1"/>
                  </a:moveTo>
                  <a:cubicBezTo>
                    <a:pt x="388" y="1"/>
                    <a:pt x="0" y="405"/>
                    <a:pt x="43" y="892"/>
                  </a:cubicBezTo>
                  <a:cubicBezTo>
                    <a:pt x="111" y="1570"/>
                    <a:pt x="605" y="2770"/>
                    <a:pt x="1290" y="3475"/>
                  </a:cubicBezTo>
                  <a:lnTo>
                    <a:pt x="3480" y="1272"/>
                  </a:lnTo>
                  <a:cubicBezTo>
                    <a:pt x="2640" y="600"/>
                    <a:pt x="1595" y="126"/>
                    <a:pt x="1026" y="17"/>
                  </a:cubicBezTo>
                  <a:cubicBezTo>
                    <a:pt x="970" y="6"/>
                    <a:pt x="915" y="1"/>
                    <a:pt x="860" y="1"/>
                  </a:cubicBezTo>
                  <a:close/>
                </a:path>
              </a:pathLst>
            </a:custGeom>
            <a:solidFill>
              <a:srgbClr val="C8D3D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149" name="Google Shape;19149;p46"/>
            <p:cNvSpPr/>
            <p:nvPr/>
          </p:nvSpPr>
          <p:spPr>
            <a:xfrm>
              <a:off x="2548532" y="1563732"/>
              <a:ext cx="66782" cy="71739"/>
            </a:xfrm>
            <a:custGeom>
              <a:rect b="b" l="l" r="r" t="t"/>
              <a:pathLst>
                <a:path extrusionOk="0" h="2735" w="2546">
                  <a:moveTo>
                    <a:pt x="497" y="1"/>
                  </a:moveTo>
                  <a:cubicBezTo>
                    <a:pt x="186" y="1"/>
                    <a:pt x="1" y="440"/>
                    <a:pt x="125" y="911"/>
                  </a:cubicBezTo>
                  <a:cubicBezTo>
                    <a:pt x="240" y="1331"/>
                    <a:pt x="661" y="2118"/>
                    <a:pt x="1088" y="2735"/>
                  </a:cubicBezTo>
                  <a:lnTo>
                    <a:pt x="2546" y="1264"/>
                  </a:lnTo>
                  <a:cubicBezTo>
                    <a:pt x="1847" y="735"/>
                    <a:pt x="817" y="29"/>
                    <a:pt x="532" y="2"/>
                  </a:cubicBezTo>
                  <a:cubicBezTo>
                    <a:pt x="520" y="1"/>
                    <a:pt x="509" y="1"/>
                    <a:pt x="497" y="1"/>
                  </a:cubicBezTo>
                  <a:close/>
                </a:path>
              </a:pathLst>
            </a:custGeom>
            <a:solidFill>
              <a:srgbClr val="B6C5C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150" name="Google Shape;19150;p46"/>
            <p:cNvSpPr/>
            <p:nvPr/>
          </p:nvSpPr>
          <p:spPr>
            <a:xfrm>
              <a:off x="2540767" y="1577975"/>
              <a:ext cx="274471" cy="250654"/>
            </a:xfrm>
            <a:custGeom>
              <a:rect b="b" l="l" r="r" t="t"/>
              <a:pathLst>
                <a:path extrusionOk="0" h="9556" w="10464">
                  <a:moveTo>
                    <a:pt x="3244" y="1"/>
                  </a:moveTo>
                  <a:cubicBezTo>
                    <a:pt x="2970" y="1"/>
                    <a:pt x="2711" y="63"/>
                    <a:pt x="2503" y="226"/>
                  </a:cubicBezTo>
                  <a:cubicBezTo>
                    <a:pt x="455" y="1819"/>
                    <a:pt x="1" y="6369"/>
                    <a:pt x="224" y="7277"/>
                  </a:cubicBezTo>
                  <a:cubicBezTo>
                    <a:pt x="394" y="7942"/>
                    <a:pt x="1818" y="9095"/>
                    <a:pt x="3411" y="9556"/>
                  </a:cubicBezTo>
                  <a:lnTo>
                    <a:pt x="7053" y="9556"/>
                  </a:lnTo>
                  <a:cubicBezTo>
                    <a:pt x="8646" y="9095"/>
                    <a:pt x="10077" y="7942"/>
                    <a:pt x="10239" y="7277"/>
                  </a:cubicBezTo>
                  <a:cubicBezTo>
                    <a:pt x="10463" y="6369"/>
                    <a:pt x="10009" y="1819"/>
                    <a:pt x="7961" y="226"/>
                  </a:cubicBezTo>
                  <a:cubicBezTo>
                    <a:pt x="7753" y="63"/>
                    <a:pt x="7494" y="1"/>
                    <a:pt x="7219" y="1"/>
                  </a:cubicBezTo>
                  <a:cubicBezTo>
                    <a:pt x="6311" y="1"/>
                    <a:pt x="5229" y="680"/>
                    <a:pt x="5229" y="680"/>
                  </a:cubicBezTo>
                  <a:cubicBezTo>
                    <a:pt x="5229" y="680"/>
                    <a:pt x="4150" y="1"/>
                    <a:pt x="3244" y="1"/>
                  </a:cubicBezTo>
                  <a:close/>
                </a:path>
              </a:pathLst>
            </a:custGeom>
            <a:solidFill>
              <a:srgbClr val="D8E0E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151" name="Google Shape;19151;p46"/>
            <p:cNvSpPr/>
            <p:nvPr/>
          </p:nvSpPr>
          <p:spPr>
            <a:xfrm>
              <a:off x="2540767" y="1577949"/>
              <a:ext cx="87530" cy="229513"/>
            </a:xfrm>
            <a:custGeom>
              <a:rect b="b" l="l" r="r" t="t"/>
              <a:pathLst>
                <a:path extrusionOk="0" h="8750" w="3337">
                  <a:moveTo>
                    <a:pt x="3248" y="1"/>
                  </a:moveTo>
                  <a:cubicBezTo>
                    <a:pt x="2970" y="1"/>
                    <a:pt x="2711" y="61"/>
                    <a:pt x="2503" y="227"/>
                  </a:cubicBezTo>
                  <a:cubicBezTo>
                    <a:pt x="455" y="1820"/>
                    <a:pt x="1" y="6370"/>
                    <a:pt x="224" y="7278"/>
                  </a:cubicBezTo>
                  <a:cubicBezTo>
                    <a:pt x="326" y="7678"/>
                    <a:pt x="882" y="8255"/>
                    <a:pt x="1655" y="8750"/>
                  </a:cubicBezTo>
                  <a:cubicBezTo>
                    <a:pt x="1648" y="8709"/>
                    <a:pt x="1635" y="8662"/>
                    <a:pt x="1628" y="8621"/>
                  </a:cubicBezTo>
                  <a:cubicBezTo>
                    <a:pt x="1452" y="7529"/>
                    <a:pt x="1865" y="2688"/>
                    <a:pt x="3337" y="3"/>
                  </a:cubicBezTo>
                  <a:cubicBezTo>
                    <a:pt x="3307" y="2"/>
                    <a:pt x="3277" y="1"/>
                    <a:pt x="3248" y="1"/>
                  </a:cubicBezTo>
                  <a:close/>
                </a:path>
              </a:pathLst>
            </a:custGeom>
            <a:solidFill>
              <a:srgbClr val="C8D3D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152" name="Google Shape;19152;p46"/>
            <p:cNvSpPr/>
            <p:nvPr/>
          </p:nvSpPr>
          <p:spPr>
            <a:xfrm>
              <a:off x="2544676" y="1735067"/>
              <a:ext cx="266471" cy="93562"/>
            </a:xfrm>
            <a:custGeom>
              <a:rect b="b" l="l" r="r" t="t"/>
              <a:pathLst>
                <a:path extrusionOk="0" h="3567" w="10159">
                  <a:moveTo>
                    <a:pt x="48" y="0"/>
                  </a:moveTo>
                  <a:lnTo>
                    <a:pt x="48" y="0"/>
                  </a:lnTo>
                  <a:cubicBezTo>
                    <a:pt x="1" y="597"/>
                    <a:pt x="14" y="1058"/>
                    <a:pt x="69" y="1288"/>
                  </a:cubicBezTo>
                  <a:cubicBezTo>
                    <a:pt x="238" y="1953"/>
                    <a:pt x="1662" y="3112"/>
                    <a:pt x="3256" y="3567"/>
                  </a:cubicBezTo>
                  <a:lnTo>
                    <a:pt x="6904" y="3567"/>
                  </a:lnTo>
                  <a:cubicBezTo>
                    <a:pt x="8497" y="3112"/>
                    <a:pt x="9921" y="1953"/>
                    <a:pt x="10090" y="1288"/>
                  </a:cubicBezTo>
                  <a:cubicBezTo>
                    <a:pt x="10145" y="1058"/>
                    <a:pt x="10158" y="597"/>
                    <a:pt x="10111" y="0"/>
                  </a:cubicBezTo>
                  <a:lnTo>
                    <a:pt x="10111" y="0"/>
                  </a:lnTo>
                  <a:cubicBezTo>
                    <a:pt x="10111" y="48"/>
                    <a:pt x="10097" y="102"/>
                    <a:pt x="10090" y="149"/>
                  </a:cubicBezTo>
                  <a:cubicBezTo>
                    <a:pt x="9921" y="814"/>
                    <a:pt x="8497" y="1973"/>
                    <a:pt x="6904" y="2428"/>
                  </a:cubicBezTo>
                  <a:lnTo>
                    <a:pt x="3256" y="2428"/>
                  </a:lnTo>
                  <a:cubicBezTo>
                    <a:pt x="1662" y="1966"/>
                    <a:pt x="238" y="814"/>
                    <a:pt x="69" y="149"/>
                  </a:cubicBezTo>
                  <a:cubicBezTo>
                    <a:pt x="62" y="102"/>
                    <a:pt x="48" y="48"/>
                    <a:pt x="48" y="0"/>
                  </a:cubicBezTo>
                  <a:close/>
                </a:path>
              </a:pathLst>
            </a:custGeom>
            <a:solidFill>
              <a:srgbClr val="E7EDF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153" name="Google Shape;19153;p46"/>
            <p:cNvSpPr/>
            <p:nvPr/>
          </p:nvSpPr>
          <p:spPr>
            <a:xfrm>
              <a:off x="2628454" y="1810478"/>
              <a:ext cx="99097" cy="41994"/>
            </a:xfrm>
            <a:custGeom>
              <a:rect b="b" l="l" r="r" t="t"/>
              <a:pathLst>
                <a:path extrusionOk="0" h="1601" w="3778">
                  <a:moveTo>
                    <a:pt x="1886" y="0"/>
                  </a:moveTo>
                  <a:lnTo>
                    <a:pt x="1" y="319"/>
                  </a:lnTo>
                  <a:cubicBezTo>
                    <a:pt x="123" y="1058"/>
                    <a:pt x="760" y="1600"/>
                    <a:pt x="1506" y="1600"/>
                  </a:cubicBezTo>
                  <a:lnTo>
                    <a:pt x="2272" y="1600"/>
                  </a:lnTo>
                  <a:cubicBezTo>
                    <a:pt x="3011" y="1600"/>
                    <a:pt x="3649" y="1058"/>
                    <a:pt x="3777" y="325"/>
                  </a:cubicBezTo>
                  <a:lnTo>
                    <a:pt x="1886" y="0"/>
                  </a:lnTo>
                  <a:close/>
                </a:path>
              </a:pathLst>
            </a:custGeom>
            <a:solidFill>
              <a:srgbClr val="D7E1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154" name="Google Shape;19154;p46"/>
            <p:cNvSpPr/>
            <p:nvPr/>
          </p:nvSpPr>
          <p:spPr>
            <a:xfrm>
              <a:off x="2606395" y="1762976"/>
              <a:ext cx="143216" cy="59621"/>
            </a:xfrm>
            <a:custGeom>
              <a:rect b="b" l="l" r="r" t="t"/>
              <a:pathLst>
                <a:path extrusionOk="0" h="2273" w="5460">
                  <a:moveTo>
                    <a:pt x="1479" y="1"/>
                  </a:moveTo>
                  <a:cubicBezTo>
                    <a:pt x="658" y="1"/>
                    <a:pt x="1" y="509"/>
                    <a:pt x="1" y="1133"/>
                  </a:cubicBezTo>
                  <a:cubicBezTo>
                    <a:pt x="1" y="1764"/>
                    <a:pt x="658" y="2272"/>
                    <a:pt x="1479" y="2272"/>
                  </a:cubicBezTo>
                  <a:cubicBezTo>
                    <a:pt x="2008" y="2272"/>
                    <a:pt x="2469" y="2055"/>
                    <a:pt x="2727" y="1736"/>
                  </a:cubicBezTo>
                  <a:cubicBezTo>
                    <a:pt x="2991" y="2062"/>
                    <a:pt x="3452" y="2272"/>
                    <a:pt x="3981" y="2272"/>
                  </a:cubicBezTo>
                  <a:cubicBezTo>
                    <a:pt x="4795" y="2272"/>
                    <a:pt x="5459" y="1764"/>
                    <a:pt x="5459" y="1133"/>
                  </a:cubicBezTo>
                  <a:cubicBezTo>
                    <a:pt x="5459" y="509"/>
                    <a:pt x="4795" y="1"/>
                    <a:pt x="3981" y="1"/>
                  </a:cubicBezTo>
                  <a:cubicBezTo>
                    <a:pt x="3452" y="1"/>
                    <a:pt x="2991" y="211"/>
                    <a:pt x="2727" y="529"/>
                  </a:cubicBezTo>
                  <a:cubicBezTo>
                    <a:pt x="2469" y="211"/>
                    <a:pt x="2008" y="1"/>
                    <a:pt x="1479" y="1"/>
                  </a:cubicBezTo>
                  <a:close/>
                </a:path>
              </a:pathLst>
            </a:custGeom>
            <a:solidFill>
              <a:srgbClr val="E7EDF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155" name="Google Shape;19155;p46"/>
            <p:cNvSpPr/>
            <p:nvPr/>
          </p:nvSpPr>
          <p:spPr>
            <a:xfrm>
              <a:off x="2601778" y="1776353"/>
              <a:ext cx="152265" cy="51935"/>
            </a:xfrm>
            <a:custGeom>
              <a:rect b="b" l="l" r="r" t="t"/>
              <a:pathLst>
                <a:path extrusionOk="0" h="1980" w="5805">
                  <a:moveTo>
                    <a:pt x="234" y="1"/>
                  </a:moveTo>
                  <a:cubicBezTo>
                    <a:pt x="121" y="1"/>
                    <a:pt x="7" y="77"/>
                    <a:pt x="7" y="230"/>
                  </a:cubicBezTo>
                  <a:cubicBezTo>
                    <a:pt x="0" y="1193"/>
                    <a:pt x="780" y="1979"/>
                    <a:pt x="1750" y="1979"/>
                  </a:cubicBezTo>
                  <a:cubicBezTo>
                    <a:pt x="1759" y="1979"/>
                    <a:pt x="1769" y="1979"/>
                    <a:pt x="1778" y="1979"/>
                  </a:cubicBezTo>
                  <a:cubicBezTo>
                    <a:pt x="2161" y="1979"/>
                    <a:pt x="2530" y="1844"/>
                    <a:pt x="2828" y="1599"/>
                  </a:cubicBezTo>
                  <a:cubicBezTo>
                    <a:pt x="2852" y="1582"/>
                    <a:pt x="2879" y="1574"/>
                    <a:pt x="2905" y="1574"/>
                  </a:cubicBezTo>
                  <a:cubicBezTo>
                    <a:pt x="2931" y="1574"/>
                    <a:pt x="2957" y="1582"/>
                    <a:pt x="2977" y="1599"/>
                  </a:cubicBezTo>
                  <a:cubicBezTo>
                    <a:pt x="3282" y="1844"/>
                    <a:pt x="3651" y="1979"/>
                    <a:pt x="4034" y="1979"/>
                  </a:cubicBezTo>
                  <a:cubicBezTo>
                    <a:pt x="4043" y="1979"/>
                    <a:pt x="4053" y="1979"/>
                    <a:pt x="4062" y="1979"/>
                  </a:cubicBezTo>
                  <a:cubicBezTo>
                    <a:pt x="5025" y="1979"/>
                    <a:pt x="5805" y="1193"/>
                    <a:pt x="5805" y="230"/>
                  </a:cubicBezTo>
                  <a:cubicBezTo>
                    <a:pt x="5805" y="77"/>
                    <a:pt x="5691" y="1"/>
                    <a:pt x="5578" y="1"/>
                  </a:cubicBezTo>
                  <a:cubicBezTo>
                    <a:pt x="5464" y="1"/>
                    <a:pt x="5350" y="77"/>
                    <a:pt x="5350" y="230"/>
                  </a:cubicBezTo>
                  <a:cubicBezTo>
                    <a:pt x="5350" y="942"/>
                    <a:pt x="4781" y="1525"/>
                    <a:pt x="4062" y="1525"/>
                  </a:cubicBezTo>
                  <a:cubicBezTo>
                    <a:pt x="3771" y="1525"/>
                    <a:pt x="3493" y="1430"/>
                    <a:pt x="3269" y="1247"/>
                  </a:cubicBezTo>
                  <a:cubicBezTo>
                    <a:pt x="3164" y="1162"/>
                    <a:pt x="3035" y="1120"/>
                    <a:pt x="2906" y="1120"/>
                  </a:cubicBezTo>
                  <a:cubicBezTo>
                    <a:pt x="2777" y="1120"/>
                    <a:pt x="2648" y="1162"/>
                    <a:pt x="2543" y="1247"/>
                  </a:cubicBezTo>
                  <a:cubicBezTo>
                    <a:pt x="2326" y="1424"/>
                    <a:pt x="2052" y="1525"/>
                    <a:pt x="1777" y="1525"/>
                  </a:cubicBezTo>
                  <a:cubicBezTo>
                    <a:pt x="1768" y="1525"/>
                    <a:pt x="1759" y="1525"/>
                    <a:pt x="1750" y="1525"/>
                  </a:cubicBezTo>
                  <a:cubicBezTo>
                    <a:pt x="1031" y="1525"/>
                    <a:pt x="455" y="942"/>
                    <a:pt x="462" y="230"/>
                  </a:cubicBezTo>
                  <a:cubicBezTo>
                    <a:pt x="462" y="77"/>
                    <a:pt x="348" y="1"/>
                    <a:pt x="234" y="1"/>
                  </a:cubicBezTo>
                  <a:close/>
                </a:path>
              </a:pathLst>
            </a:custGeom>
            <a:solidFill>
              <a:srgbClr val="C9D4D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156" name="Google Shape;19156;p46"/>
            <p:cNvSpPr/>
            <p:nvPr/>
          </p:nvSpPr>
          <p:spPr>
            <a:xfrm>
              <a:off x="2640022" y="1759434"/>
              <a:ext cx="75778" cy="31633"/>
            </a:xfrm>
            <a:custGeom>
              <a:rect b="b" l="l" r="r" t="t"/>
              <a:pathLst>
                <a:path extrusionOk="0" h="1206" w="2889">
                  <a:moveTo>
                    <a:pt x="407" y="0"/>
                  </a:moveTo>
                  <a:cubicBezTo>
                    <a:pt x="129" y="0"/>
                    <a:pt x="0" y="353"/>
                    <a:pt x="217" y="529"/>
                  </a:cubicBezTo>
                  <a:lnTo>
                    <a:pt x="705" y="936"/>
                  </a:lnTo>
                  <a:cubicBezTo>
                    <a:pt x="919" y="1115"/>
                    <a:pt x="1184" y="1205"/>
                    <a:pt x="1448" y="1205"/>
                  </a:cubicBezTo>
                  <a:cubicBezTo>
                    <a:pt x="1712" y="1205"/>
                    <a:pt x="1977" y="1115"/>
                    <a:pt x="2190" y="936"/>
                  </a:cubicBezTo>
                  <a:lnTo>
                    <a:pt x="2672" y="529"/>
                  </a:lnTo>
                  <a:cubicBezTo>
                    <a:pt x="2889" y="353"/>
                    <a:pt x="2767" y="0"/>
                    <a:pt x="2482" y="0"/>
                  </a:cubicBezTo>
                  <a:close/>
                </a:path>
              </a:pathLst>
            </a:custGeom>
            <a:solidFill>
              <a:srgbClr val="405C7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157" name="Google Shape;19157;p46"/>
            <p:cNvSpPr/>
            <p:nvPr/>
          </p:nvSpPr>
          <p:spPr>
            <a:xfrm>
              <a:off x="2672022" y="1606697"/>
              <a:ext cx="11961" cy="60801"/>
            </a:xfrm>
            <a:custGeom>
              <a:rect b="b" l="l" r="r" t="t"/>
              <a:pathLst>
                <a:path extrusionOk="0" h="2318" w="456">
                  <a:moveTo>
                    <a:pt x="228" y="0"/>
                  </a:moveTo>
                  <a:cubicBezTo>
                    <a:pt x="114" y="0"/>
                    <a:pt x="1" y="76"/>
                    <a:pt x="1" y="229"/>
                  </a:cubicBezTo>
                  <a:lnTo>
                    <a:pt x="1" y="2087"/>
                  </a:lnTo>
                  <a:cubicBezTo>
                    <a:pt x="1" y="2216"/>
                    <a:pt x="103" y="2317"/>
                    <a:pt x="225" y="2317"/>
                  </a:cubicBezTo>
                  <a:cubicBezTo>
                    <a:pt x="353" y="2317"/>
                    <a:pt x="455" y="2216"/>
                    <a:pt x="455" y="2087"/>
                  </a:cubicBezTo>
                  <a:lnTo>
                    <a:pt x="455" y="229"/>
                  </a:lnTo>
                  <a:cubicBezTo>
                    <a:pt x="455" y="76"/>
                    <a:pt x="342" y="0"/>
                    <a:pt x="228" y="0"/>
                  </a:cubicBezTo>
                  <a:close/>
                </a:path>
              </a:pathLst>
            </a:custGeom>
            <a:solidFill>
              <a:srgbClr val="E3E8E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158" name="Google Shape;19158;p46"/>
            <p:cNvSpPr/>
            <p:nvPr/>
          </p:nvSpPr>
          <p:spPr>
            <a:xfrm>
              <a:off x="2600362" y="1685256"/>
              <a:ext cx="35778" cy="41811"/>
            </a:xfrm>
            <a:custGeom>
              <a:rect b="b" l="l" r="r" t="t"/>
              <a:pathLst>
                <a:path extrusionOk="0" h="1594" w="1364">
                  <a:moveTo>
                    <a:pt x="685" y="1"/>
                  </a:moveTo>
                  <a:cubicBezTo>
                    <a:pt x="305" y="7"/>
                    <a:pt x="0" y="312"/>
                    <a:pt x="7" y="685"/>
                  </a:cubicBezTo>
                  <a:lnTo>
                    <a:pt x="7" y="916"/>
                  </a:lnTo>
                  <a:cubicBezTo>
                    <a:pt x="0" y="1289"/>
                    <a:pt x="305" y="1594"/>
                    <a:pt x="685" y="1594"/>
                  </a:cubicBezTo>
                  <a:cubicBezTo>
                    <a:pt x="1058" y="1594"/>
                    <a:pt x="1363" y="1289"/>
                    <a:pt x="1363" y="916"/>
                  </a:cubicBezTo>
                  <a:lnTo>
                    <a:pt x="1363" y="685"/>
                  </a:lnTo>
                  <a:cubicBezTo>
                    <a:pt x="1363" y="306"/>
                    <a:pt x="1058" y="1"/>
                    <a:pt x="685" y="1"/>
                  </a:cubicBezTo>
                  <a:close/>
                </a:path>
              </a:pathLst>
            </a:custGeom>
            <a:solidFill>
              <a:srgbClr val="203B5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159" name="Google Shape;19159;p46"/>
            <p:cNvSpPr/>
            <p:nvPr/>
          </p:nvSpPr>
          <p:spPr>
            <a:xfrm>
              <a:off x="2618330" y="1685256"/>
              <a:ext cx="17810" cy="29955"/>
            </a:xfrm>
            <a:custGeom>
              <a:rect b="b" l="l" r="r" t="t"/>
              <a:pathLst>
                <a:path extrusionOk="0" h="1142" w="679">
                  <a:moveTo>
                    <a:pt x="0" y="1"/>
                  </a:moveTo>
                  <a:lnTo>
                    <a:pt x="0" y="801"/>
                  </a:lnTo>
                  <a:cubicBezTo>
                    <a:pt x="0" y="1028"/>
                    <a:pt x="170" y="1141"/>
                    <a:pt x="339" y="1141"/>
                  </a:cubicBezTo>
                  <a:cubicBezTo>
                    <a:pt x="509" y="1141"/>
                    <a:pt x="678" y="1028"/>
                    <a:pt x="678" y="801"/>
                  </a:cubicBezTo>
                  <a:lnTo>
                    <a:pt x="678" y="685"/>
                  </a:lnTo>
                  <a:cubicBezTo>
                    <a:pt x="678" y="306"/>
                    <a:pt x="373" y="1"/>
                    <a:pt x="0" y="1"/>
                  </a:cubicBezTo>
                  <a:close/>
                </a:path>
              </a:pathLst>
            </a:custGeom>
            <a:solidFill>
              <a:srgbClr val="405C7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160" name="Google Shape;19160;p46"/>
            <p:cNvSpPr/>
            <p:nvPr/>
          </p:nvSpPr>
          <p:spPr>
            <a:xfrm>
              <a:off x="2612270" y="1691315"/>
              <a:ext cx="11935" cy="11935"/>
            </a:xfrm>
            <a:custGeom>
              <a:rect b="b" l="l" r="r" t="t"/>
              <a:pathLst>
                <a:path extrusionOk="0" h="455" w="455">
                  <a:moveTo>
                    <a:pt x="231" y="0"/>
                  </a:moveTo>
                  <a:cubicBezTo>
                    <a:pt x="102" y="0"/>
                    <a:pt x="1" y="102"/>
                    <a:pt x="1" y="224"/>
                  </a:cubicBezTo>
                  <a:cubicBezTo>
                    <a:pt x="1" y="353"/>
                    <a:pt x="102" y="454"/>
                    <a:pt x="231" y="454"/>
                  </a:cubicBezTo>
                  <a:cubicBezTo>
                    <a:pt x="353" y="454"/>
                    <a:pt x="455" y="353"/>
                    <a:pt x="455" y="224"/>
                  </a:cubicBezTo>
                  <a:cubicBezTo>
                    <a:pt x="455" y="102"/>
                    <a:pt x="353" y="0"/>
                    <a:pt x="231" y="0"/>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161" name="Google Shape;19161;p46"/>
            <p:cNvSpPr/>
            <p:nvPr/>
          </p:nvSpPr>
          <p:spPr>
            <a:xfrm>
              <a:off x="2719709" y="1685256"/>
              <a:ext cx="35935" cy="41811"/>
            </a:xfrm>
            <a:custGeom>
              <a:rect b="b" l="l" r="r" t="t"/>
              <a:pathLst>
                <a:path extrusionOk="0" h="1594" w="1370">
                  <a:moveTo>
                    <a:pt x="685" y="1"/>
                  </a:moveTo>
                  <a:cubicBezTo>
                    <a:pt x="305" y="1"/>
                    <a:pt x="0" y="306"/>
                    <a:pt x="0" y="685"/>
                  </a:cubicBezTo>
                  <a:lnTo>
                    <a:pt x="0" y="916"/>
                  </a:lnTo>
                  <a:cubicBezTo>
                    <a:pt x="0" y="1289"/>
                    <a:pt x="305" y="1594"/>
                    <a:pt x="685" y="1594"/>
                  </a:cubicBezTo>
                  <a:cubicBezTo>
                    <a:pt x="1058" y="1594"/>
                    <a:pt x="1370" y="1289"/>
                    <a:pt x="1370" y="916"/>
                  </a:cubicBezTo>
                  <a:lnTo>
                    <a:pt x="1370" y="685"/>
                  </a:lnTo>
                  <a:cubicBezTo>
                    <a:pt x="1370" y="306"/>
                    <a:pt x="1058" y="1"/>
                    <a:pt x="685" y="1"/>
                  </a:cubicBezTo>
                  <a:close/>
                </a:path>
              </a:pathLst>
            </a:custGeom>
            <a:solidFill>
              <a:srgbClr val="203B5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162" name="Google Shape;19162;p46"/>
            <p:cNvSpPr/>
            <p:nvPr/>
          </p:nvSpPr>
          <p:spPr>
            <a:xfrm>
              <a:off x="2737650" y="1685256"/>
              <a:ext cx="17994" cy="29955"/>
            </a:xfrm>
            <a:custGeom>
              <a:rect b="b" l="l" r="r" t="t"/>
              <a:pathLst>
                <a:path extrusionOk="0" h="1142" w="686">
                  <a:moveTo>
                    <a:pt x="1" y="1"/>
                  </a:moveTo>
                  <a:lnTo>
                    <a:pt x="1" y="801"/>
                  </a:lnTo>
                  <a:cubicBezTo>
                    <a:pt x="1" y="1028"/>
                    <a:pt x="172" y="1141"/>
                    <a:pt x="343" y="1141"/>
                  </a:cubicBezTo>
                  <a:cubicBezTo>
                    <a:pt x="515" y="1141"/>
                    <a:pt x="686" y="1028"/>
                    <a:pt x="686" y="801"/>
                  </a:cubicBezTo>
                  <a:lnTo>
                    <a:pt x="686" y="685"/>
                  </a:lnTo>
                  <a:cubicBezTo>
                    <a:pt x="686" y="306"/>
                    <a:pt x="374" y="1"/>
                    <a:pt x="1" y="1"/>
                  </a:cubicBezTo>
                  <a:close/>
                </a:path>
              </a:pathLst>
            </a:custGeom>
            <a:solidFill>
              <a:srgbClr val="405C7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163" name="Google Shape;19163;p46"/>
            <p:cNvSpPr/>
            <p:nvPr/>
          </p:nvSpPr>
          <p:spPr>
            <a:xfrm>
              <a:off x="2731617" y="1691315"/>
              <a:ext cx="11935" cy="11935"/>
            </a:xfrm>
            <a:custGeom>
              <a:rect b="b" l="l" r="r" t="t"/>
              <a:pathLst>
                <a:path extrusionOk="0" h="455" w="455">
                  <a:moveTo>
                    <a:pt x="231" y="0"/>
                  </a:moveTo>
                  <a:cubicBezTo>
                    <a:pt x="102" y="0"/>
                    <a:pt x="0" y="102"/>
                    <a:pt x="0" y="224"/>
                  </a:cubicBezTo>
                  <a:cubicBezTo>
                    <a:pt x="0" y="353"/>
                    <a:pt x="102" y="454"/>
                    <a:pt x="231" y="454"/>
                  </a:cubicBezTo>
                  <a:cubicBezTo>
                    <a:pt x="353" y="454"/>
                    <a:pt x="455" y="353"/>
                    <a:pt x="455" y="224"/>
                  </a:cubicBezTo>
                  <a:cubicBezTo>
                    <a:pt x="455" y="102"/>
                    <a:pt x="353" y="0"/>
                    <a:pt x="231" y="0"/>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164" name="Google Shape;19164;p46"/>
            <p:cNvSpPr/>
            <p:nvPr/>
          </p:nvSpPr>
          <p:spPr>
            <a:xfrm>
              <a:off x="2640022" y="1759434"/>
              <a:ext cx="48762" cy="31528"/>
            </a:xfrm>
            <a:custGeom>
              <a:rect b="b" l="l" r="r" t="t"/>
              <a:pathLst>
                <a:path extrusionOk="0" h="1202" w="1859">
                  <a:moveTo>
                    <a:pt x="407" y="0"/>
                  </a:moveTo>
                  <a:cubicBezTo>
                    <a:pt x="129" y="0"/>
                    <a:pt x="0" y="353"/>
                    <a:pt x="217" y="529"/>
                  </a:cubicBezTo>
                  <a:lnTo>
                    <a:pt x="705" y="936"/>
                  </a:lnTo>
                  <a:cubicBezTo>
                    <a:pt x="915" y="1110"/>
                    <a:pt x="1178" y="1201"/>
                    <a:pt x="1445" y="1201"/>
                  </a:cubicBezTo>
                  <a:cubicBezTo>
                    <a:pt x="1583" y="1201"/>
                    <a:pt x="1724" y="1177"/>
                    <a:pt x="1858" y="1126"/>
                  </a:cubicBezTo>
                  <a:cubicBezTo>
                    <a:pt x="1756" y="1065"/>
                    <a:pt x="1662" y="990"/>
                    <a:pt x="1587" y="895"/>
                  </a:cubicBezTo>
                  <a:lnTo>
                    <a:pt x="1099" y="339"/>
                  </a:lnTo>
                  <a:cubicBezTo>
                    <a:pt x="1024" y="244"/>
                    <a:pt x="984" y="122"/>
                    <a:pt x="990" y="0"/>
                  </a:cubicBezTo>
                  <a:close/>
                </a:path>
              </a:pathLst>
            </a:custGeom>
            <a:solidFill>
              <a:srgbClr val="203B5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165" name="Google Shape;19165;p46"/>
            <p:cNvSpPr/>
            <p:nvPr/>
          </p:nvSpPr>
          <p:spPr>
            <a:xfrm>
              <a:off x="2544859" y="1735067"/>
              <a:ext cx="39345" cy="72578"/>
            </a:xfrm>
            <a:custGeom>
              <a:rect b="b" l="l" r="r" t="t"/>
              <a:pathLst>
                <a:path extrusionOk="0" h="2767" w="1500">
                  <a:moveTo>
                    <a:pt x="41" y="0"/>
                  </a:moveTo>
                  <a:cubicBezTo>
                    <a:pt x="1" y="597"/>
                    <a:pt x="14" y="1058"/>
                    <a:pt x="68" y="1288"/>
                  </a:cubicBezTo>
                  <a:cubicBezTo>
                    <a:pt x="170" y="1688"/>
                    <a:pt x="726" y="2265"/>
                    <a:pt x="1499" y="2767"/>
                  </a:cubicBezTo>
                  <a:cubicBezTo>
                    <a:pt x="1492" y="2719"/>
                    <a:pt x="1479" y="2678"/>
                    <a:pt x="1472" y="2631"/>
                  </a:cubicBezTo>
                  <a:cubicBezTo>
                    <a:pt x="1431" y="2285"/>
                    <a:pt x="1425" y="1933"/>
                    <a:pt x="1445" y="1580"/>
                  </a:cubicBezTo>
                  <a:cubicBezTo>
                    <a:pt x="699" y="1092"/>
                    <a:pt x="163" y="536"/>
                    <a:pt x="68" y="149"/>
                  </a:cubicBezTo>
                  <a:cubicBezTo>
                    <a:pt x="55" y="102"/>
                    <a:pt x="48" y="48"/>
                    <a:pt x="41" y="0"/>
                  </a:cubicBezTo>
                  <a:close/>
                </a:path>
              </a:pathLst>
            </a:custGeom>
            <a:solidFill>
              <a:srgbClr val="D7E1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9166" name="Google Shape;19166;p46"/>
          <p:cNvGrpSpPr/>
          <p:nvPr/>
        </p:nvGrpSpPr>
        <p:grpSpPr>
          <a:xfrm>
            <a:off x="1933569" y="1512243"/>
            <a:ext cx="393975" cy="370105"/>
            <a:chOff x="1933569" y="1512243"/>
            <a:chExt cx="393975" cy="370105"/>
          </a:xfrm>
        </p:grpSpPr>
        <p:sp>
          <p:nvSpPr>
            <p:cNvPr id="19167" name="Google Shape;19167;p46"/>
            <p:cNvSpPr/>
            <p:nvPr/>
          </p:nvSpPr>
          <p:spPr>
            <a:xfrm>
              <a:off x="2184354" y="1512243"/>
              <a:ext cx="113943" cy="113471"/>
            </a:xfrm>
            <a:custGeom>
              <a:rect b="b" l="l" r="r" t="t"/>
              <a:pathLst>
                <a:path extrusionOk="0" h="4326" w="4344">
                  <a:moveTo>
                    <a:pt x="3302" y="0"/>
                  </a:moveTo>
                  <a:cubicBezTo>
                    <a:pt x="3217" y="0"/>
                    <a:pt x="3131" y="11"/>
                    <a:pt x="3045" y="33"/>
                  </a:cubicBezTo>
                  <a:cubicBezTo>
                    <a:pt x="2340" y="209"/>
                    <a:pt x="1139" y="684"/>
                    <a:pt x="0" y="1816"/>
                  </a:cubicBezTo>
                  <a:lnTo>
                    <a:pt x="2957" y="4325"/>
                  </a:lnTo>
                  <a:cubicBezTo>
                    <a:pt x="3865" y="3410"/>
                    <a:pt x="4286" y="1904"/>
                    <a:pt x="4320" y="1057"/>
                  </a:cubicBezTo>
                  <a:cubicBezTo>
                    <a:pt x="4343" y="462"/>
                    <a:pt x="3860" y="0"/>
                    <a:pt x="3302" y="0"/>
                  </a:cubicBezTo>
                  <a:close/>
                </a:path>
              </a:pathLst>
            </a:custGeom>
            <a:solidFill>
              <a:srgbClr val="C8D3D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168" name="Google Shape;19168;p46"/>
            <p:cNvSpPr/>
            <p:nvPr/>
          </p:nvSpPr>
          <p:spPr>
            <a:xfrm>
              <a:off x="2203214" y="1527273"/>
              <a:ext cx="86979" cy="92749"/>
            </a:xfrm>
            <a:custGeom>
              <a:rect b="b" l="l" r="r" t="t"/>
              <a:pathLst>
                <a:path extrusionOk="0" h="3536" w="3316">
                  <a:moveTo>
                    <a:pt x="2703" y="0"/>
                  </a:moveTo>
                  <a:cubicBezTo>
                    <a:pt x="2675" y="0"/>
                    <a:pt x="2646" y="3"/>
                    <a:pt x="2617" y="9"/>
                  </a:cubicBezTo>
                  <a:cubicBezTo>
                    <a:pt x="2217" y="91"/>
                    <a:pt x="1044" y="816"/>
                    <a:pt x="0" y="1853"/>
                  </a:cubicBezTo>
                  <a:lnTo>
                    <a:pt x="1987" y="3535"/>
                  </a:lnTo>
                  <a:cubicBezTo>
                    <a:pt x="2583" y="2830"/>
                    <a:pt x="3099" y="1650"/>
                    <a:pt x="3221" y="986"/>
                  </a:cubicBezTo>
                  <a:cubicBezTo>
                    <a:pt x="3315" y="458"/>
                    <a:pt x="3054" y="0"/>
                    <a:pt x="2703" y="0"/>
                  </a:cubicBezTo>
                  <a:close/>
                </a:path>
              </a:pathLst>
            </a:custGeom>
            <a:solidFill>
              <a:srgbClr val="BDCAD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169" name="Google Shape;19169;p46"/>
            <p:cNvSpPr/>
            <p:nvPr/>
          </p:nvSpPr>
          <p:spPr>
            <a:xfrm>
              <a:off x="1962999" y="1512243"/>
              <a:ext cx="113943" cy="113471"/>
            </a:xfrm>
            <a:custGeom>
              <a:rect b="b" l="l" r="r" t="t"/>
              <a:pathLst>
                <a:path extrusionOk="0" h="4326" w="4344">
                  <a:moveTo>
                    <a:pt x="1040" y="0"/>
                  </a:moveTo>
                  <a:cubicBezTo>
                    <a:pt x="479" y="0"/>
                    <a:pt x="0" y="462"/>
                    <a:pt x="18" y="1057"/>
                  </a:cubicBezTo>
                  <a:cubicBezTo>
                    <a:pt x="52" y="1904"/>
                    <a:pt x="472" y="3410"/>
                    <a:pt x="1381" y="4325"/>
                  </a:cubicBezTo>
                  <a:lnTo>
                    <a:pt x="4344" y="1816"/>
                  </a:lnTo>
                  <a:cubicBezTo>
                    <a:pt x="3205" y="684"/>
                    <a:pt x="2004" y="209"/>
                    <a:pt x="1299" y="33"/>
                  </a:cubicBezTo>
                  <a:cubicBezTo>
                    <a:pt x="1212" y="11"/>
                    <a:pt x="1125" y="0"/>
                    <a:pt x="1040" y="0"/>
                  </a:cubicBezTo>
                  <a:close/>
                </a:path>
              </a:pathLst>
            </a:custGeom>
            <a:solidFill>
              <a:srgbClr val="C8D3D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170" name="Google Shape;19170;p46"/>
            <p:cNvSpPr/>
            <p:nvPr/>
          </p:nvSpPr>
          <p:spPr>
            <a:xfrm>
              <a:off x="1970947" y="1527273"/>
              <a:ext cx="87162" cy="92749"/>
            </a:xfrm>
            <a:custGeom>
              <a:rect b="b" l="l" r="r" t="t"/>
              <a:pathLst>
                <a:path extrusionOk="0" h="3536" w="3323">
                  <a:moveTo>
                    <a:pt x="619" y="0"/>
                  </a:moveTo>
                  <a:cubicBezTo>
                    <a:pt x="267" y="0"/>
                    <a:pt x="1" y="458"/>
                    <a:pt x="101" y="986"/>
                  </a:cubicBezTo>
                  <a:cubicBezTo>
                    <a:pt x="223" y="1650"/>
                    <a:pt x="739" y="2830"/>
                    <a:pt x="1335" y="3535"/>
                  </a:cubicBezTo>
                  <a:lnTo>
                    <a:pt x="3322" y="1853"/>
                  </a:lnTo>
                  <a:cubicBezTo>
                    <a:pt x="2271" y="816"/>
                    <a:pt x="1098" y="91"/>
                    <a:pt x="705" y="9"/>
                  </a:cubicBezTo>
                  <a:cubicBezTo>
                    <a:pt x="676" y="3"/>
                    <a:pt x="647" y="0"/>
                    <a:pt x="619" y="0"/>
                  </a:cubicBezTo>
                  <a:close/>
                </a:path>
              </a:pathLst>
            </a:custGeom>
            <a:solidFill>
              <a:srgbClr val="BDCAD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171" name="Google Shape;19171;p46"/>
            <p:cNvSpPr/>
            <p:nvPr/>
          </p:nvSpPr>
          <p:spPr>
            <a:xfrm>
              <a:off x="1933569" y="1542093"/>
              <a:ext cx="393975" cy="328347"/>
            </a:xfrm>
            <a:custGeom>
              <a:rect b="b" l="l" r="r" t="t"/>
              <a:pathLst>
                <a:path extrusionOk="0" h="12518" w="15020">
                  <a:moveTo>
                    <a:pt x="7514" y="0"/>
                  </a:moveTo>
                  <a:cubicBezTo>
                    <a:pt x="1" y="0"/>
                    <a:pt x="909" y="8645"/>
                    <a:pt x="909" y="8645"/>
                  </a:cubicBezTo>
                  <a:lnTo>
                    <a:pt x="1777" y="8327"/>
                  </a:lnTo>
                  <a:cubicBezTo>
                    <a:pt x="1845" y="9452"/>
                    <a:pt x="2089" y="10557"/>
                    <a:pt x="2509" y="11602"/>
                  </a:cubicBezTo>
                  <a:lnTo>
                    <a:pt x="3160" y="10835"/>
                  </a:lnTo>
                  <a:cubicBezTo>
                    <a:pt x="3642" y="11744"/>
                    <a:pt x="4557" y="12517"/>
                    <a:pt x="4557" y="12517"/>
                  </a:cubicBezTo>
                  <a:lnTo>
                    <a:pt x="5235" y="11602"/>
                  </a:lnTo>
                  <a:lnTo>
                    <a:pt x="9785" y="11602"/>
                  </a:lnTo>
                  <a:lnTo>
                    <a:pt x="10470" y="12517"/>
                  </a:lnTo>
                  <a:cubicBezTo>
                    <a:pt x="10470" y="12517"/>
                    <a:pt x="11379" y="11744"/>
                    <a:pt x="11867" y="10835"/>
                  </a:cubicBezTo>
                  <a:lnTo>
                    <a:pt x="12518" y="11602"/>
                  </a:lnTo>
                  <a:cubicBezTo>
                    <a:pt x="12938" y="10557"/>
                    <a:pt x="13182" y="9452"/>
                    <a:pt x="13250" y="8327"/>
                  </a:cubicBezTo>
                  <a:lnTo>
                    <a:pt x="14111" y="8645"/>
                  </a:lnTo>
                  <a:cubicBezTo>
                    <a:pt x="14111" y="8645"/>
                    <a:pt x="15020" y="0"/>
                    <a:pt x="7514" y="0"/>
                  </a:cubicBezTo>
                  <a:close/>
                </a:path>
              </a:pathLst>
            </a:custGeom>
            <a:solidFill>
              <a:srgbClr val="D8E0E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172" name="Google Shape;19172;p46"/>
            <p:cNvSpPr/>
            <p:nvPr/>
          </p:nvSpPr>
          <p:spPr>
            <a:xfrm>
              <a:off x="1939445" y="1551876"/>
              <a:ext cx="190508" cy="318563"/>
            </a:xfrm>
            <a:custGeom>
              <a:rect b="b" l="l" r="r" t="t"/>
              <a:pathLst>
                <a:path extrusionOk="0" h="12145" w="7263">
                  <a:moveTo>
                    <a:pt x="4842" y="0"/>
                  </a:moveTo>
                  <a:lnTo>
                    <a:pt x="4842" y="0"/>
                  </a:lnTo>
                  <a:cubicBezTo>
                    <a:pt x="0" y="1668"/>
                    <a:pt x="692" y="8272"/>
                    <a:pt x="692" y="8272"/>
                  </a:cubicBezTo>
                  <a:lnTo>
                    <a:pt x="1553" y="7954"/>
                  </a:lnTo>
                  <a:cubicBezTo>
                    <a:pt x="1621" y="9079"/>
                    <a:pt x="1865" y="10184"/>
                    <a:pt x="2285" y="11229"/>
                  </a:cubicBezTo>
                  <a:lnTo>
                    <a:pt x="2936" y="10462"/>
                  </a:lnTo>
                  <a:cubicBezTo>
                    <a:pt x="3418" y="11371"/>
                    <a:pt x="4333" y="12144"/>
                    <a:pt x="4333" y="12144"/>
                  </a:cubicBezTo>
                  <a:lnTo>
                    <a:pt x="5011" y="11229"/>
                  </a:lnTo>
                  <a:lnTo>
                    <a:pt x="7262" y="11229"/>
                  </a:lnTo>
                  <a:cubicBezTo>
                    <a:pt x="4611" y="10246"/>
                    <a:pt x="2740" y="7764"/>
                    <a:pt x="2740" y="4862"/>
                  </a:cubicBezTo>
                  <a:cubicBezTo>
                    <a:pt x="2740" y="3017"/>
                    <a:pt x="3499" y="1261"/>
                    <a:pt x="4842" y="0"/>
                  </a:cubicBezTo>
                  <a:close/>
                </a:path>
              </a:pathLst>
            </a:custGeom>
            <a:solidFill>
              <a:srgbClr val="C8D3D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173" name="Google Shape;19173;p46"/>
            <p:cNvSpPr/>
            <p:nvPr/>
          </p:nvSpPr>
          <p:spPr>
            <a:xfrm>
              <a:off x="2199122" y="1856538"/>
              <a:ext cx="23135" cy="13902"/>
            </a:xfrm>
            <a:custGeom>
              <a:rect b="b" l="l" r="r" t="t"/>
              <a:pathLst>
                <a:path extrusionOk="0" h="530" w="882">
                  <a:moveTo>
                    <a:pt x="882" y="0"/>
                  </a:moveTo>
                  <a:lnTo>
                    <a:pt x="882" y="0"/>
                  </a:lnTo>
                  <a:cubicBezTo>
                    <a:pt x="590" y="41"/>
                    <a:pt x="298" y="61"/>
                    <a:pt x="0" y="68"/>
                  </a:cubicBezTo>
                  <a:lnTo>
                    <a:pt x="346" y="529"/>
                  </a:lnTo>
                  <a:cubicBezTo>
                    <a:pt x="536" y="360"/>
                    <a:pt x="712" y="183"/>
                    <a:pt x="882" y="0"/>
                  </a:cubicBezTo>
                  <a:close/>
                </a:path>
              </a:pathLst>
            </a:custGeom>
            <a:solidFill>
              <a:srgbClr val="C8D3D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174" name="Google Shape;19174;p46"/>
            <p:cNvSpPr/>
            <p:nvPr/>
          </p:nvSpPr>
          <p:spPr>
            <a:xfrm>
              <a:off x="1950461" y="1650921"/>
              <a:ext cx="120448" cy="219519"/>
            </a:xfrm>
            <a:custGeom>
              <a:rect b="b" l="l" r="r" t="t"/>
              <a:pathLst>
                <a:path extrusionOk="0" h="8369" w="4592">
                  <a:moveTo>
                    <a:pt x="814" y="1"/>
                  </a:moveTo>
                  <a:lnTo>
                    <a:pt x="814" y="1"/>
                  </a:lnTo>
                  <a:cubicBezTo>
                    <a:pt x="35" y="2218"/>
                    <a:pt x="272" y="4496"/>
                    <a:pt x="272" y="4496"/>
                  </a:cubicBezTo>
                  <a:lnTo>
                    <a:pt x="1133" y="4178"/>
                  </a:lnTo>
                  <a:cubicBezTo>
                    <a:pt x="1201" y="5303"/>
                    <a:pt x="1445" y="6408"/>
                    <a:pt x="1865" y="7453"/>
                  </a:cubicBezTo>
                  <a:lnTo>
                    <a:pt x="2516" y="6686"/>
                  </a:lnTo>
                  <a:cubicBezTo>
                    <a:pt x="2998" y="7595"/>
                    <a:pt x="3913" y="8368"/>
                    <a:pt x="3913" y="8368"/>
                  </a:cubicBezTo>
                  <a:lnTo>
                    <a:pt x="4591" y="7453"/>
                  </a:lnTo>
                  <a:cubicBezTo>
                    <a:pt x="3140" y="6212"/>
                    <a:pt x="1" y="3839"/>
                    <a:pt x="814" y="1"/>
                  </a:cubicBezTo>
                  <a:close/>
                </a:path>
              </a:pathLst>
            </a:custGeom>
            <a:solidFill>
              <a:srgbClr val="D7E1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175" name="Google Shape;19175;p46"/>
            <p:cNvSpPr/>
            <p:nvPr/>
          </p:nvSpPr>
          <p:spPr>
            <a:xfrm>
              <a:off x="2190230" y="1650921"/>
              <a:ext cx="120422" cy="219519"/>
            </a:xfrm>
            <a:custGeom>
              <a:rect b="b" l="l" r="r" t="t"/>
              <a:pathLst>
                <a:path extrusionOk="0" h="8369" w="4591">
                  <a:moveTo>
                    <a:pt x="3784" y="1"/>
                  </a:moveTo>
                  <a:cubicBezTo>
                    <a:pt x="4591" y="3839"/>
                    <a:pt x="1451" y="6212"/>
                    <a:pt x="0" y="7453"/>
                  </a:cubicBezTo>
                  <a:lnTo>
                    <a:pt x="685" y="8368"/>
                  </a:lnTo>
                  <a:cubicBezTo>
                    <a:pt x="685" y="8368"/>
                    <a:pt x="1594" y="7595"/>
                    <a:pt x="2082" y="6686"/>
                  </a:cubicBezTo>
                  <a:lnTo>
                    <a:pt x="2733" y="7453"/>
                  </a:lnTo>
                  <a:cubicBezTo>
                    <a:pt x="3153" y="6408"/>
                    <a:pt x="3397" y="5303"/>
                    <a:pt x="3465" y="4178"/>
                  </a:cubicBezTo>
                  <a:lnTo>
                    <a:pt x="4326" y="4496"/>
                  </a:lnTo>
                  <a:cubicBezTo>
                    <a:pt x="4326" y="4496"/>
                    <a:pt x="4563" y="2218"/>
                    <a:pt x="3784" y="1"/>
                  </a:cubicBezTo>
                  <a:close/>
                </a:path>
              </a:pathLst>
            </a:custGeom>
            <a:solidFill>
              <a:srgbClr val="E7EDF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176" name="Google Shape;19176;p46"/>
            <p:cNvSpPr/>
            <p:nvPr/>
          </p:nvSpPr>
          <p:spPr>
            <a:xfrm>
              <a:off x="2071408" y="1828603"/>
              <a:ext cx="118114" cy="53745"/>
            </a:xfrm>
            <a:custGeom>
              <a:rect b="b" l="l" r="r" t="t"/>
              <a:pathLst>
                <a:path extrusionOk="0" h="2049" w="4503">
                  <a:moveTo>
                    <a:pt x="2259" y="1"/>
                  </a:moveTo>
                  <a:lnTo>
                    <a:pt x="1" y="523"/>
                  </a:lnTo>
                  <a:cubicBezTo>
                    <a:pt x="150" y="1397"/>
                    <a:pt x="909" y="2048"/>
                    <a:pt x="1804" y="2048"/>
                  </a:cubicBezTo>
                  <a:lnTo>
                    <a:pt x="2713" y="2048"/>
                  </a:lnTo>
                  <a:cubicBezTo>
                    <a:pt x="3594" y="2048"/>
                    <a:pt x="4354" y="1404"/>
                    <a:pt x="4503" y="530"/>
                  </a:cubicBezTo>
                  <a:lnTo>
                    <a:pt x="2259" y="1"/>
                  </a:lnTo>
                  <a:close/>
                </a:path>
              </a:pathLst>
            </a:custGeom>
            <a:solidFill>
              <a:srgbClr val="D7E1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177" name="Google Shape;19177;p46"/>
            <p:cNvSpPr/>
            <p:nvPr/>
          </p:nvSpPr>
          <p:spPr>
            <a:xfrm>
              <a:off x="2023040" y="1755395"/>
              <a:ext cx="25627" cy="20958"/>
            </a:xfrm>
            <a:custGeom>
              <a:rect b="b" l="l" r="r" t="t"/>
              <a:pathLst>
                <a:path extrusionOk="0" h="799" w="977">
                  <a:moveTo>
                    <a:pt x="305" y="0"/>
                  </a:moveTo>
                  <a:cubicBezTo>
                    <a:pt x="218" y="0"/>
                    <a:pt x="133" y="46"/>
                    <a:pt x="82" y="127"/>
                  </a:cubicBezTo>
                  <a:cubicBezTo>
                    <a:pt x="0" y="256"/>
                    <a:pt x="34" y="432"/>
                    <a:pt x="156" y="520"/>
                  </a:cubicBezTo>
                  <a:cubicBezTo>
                    <a:pt x="285" y="615"/>
                    <a:pt x="414" y="696"/>
                    <a:pt x="549" y="771"/>
                  </a:cubicBezTo>
                  <a:cubicBezTo>
                    <a:pt x="590" y="785"/>
                    <a:pt x="631" y="798"/>
                    <a:pt x="672" y="798"/>
                  </a:cubicBezTo>
                  <a:cubicBezTo>
                    <a:pt x="773" y="798"/>
                    <a:pt x="868" y="737"/>
                    <a:pt x="909" y="642"/>
                  </a:cubicBezTo>
                  <a:cubicBezTo>
                    <a:pt x="977" y="500"/>
                    <a:pt x="922" y="337"/>
                    <a:pt x="794" y="256"/>
                  </a:cubicBezTo>
                  <a:cubicBezTo>
                    <a:pt x="672" y="195"/>
                    <a:pt x="563" y="127"/>
                    <a:pt x="455" y="52"/>
                  </a:cubicBezTo>
                  <a:cubicBezTo>
                    <a:pt x="409" y="17"/>
                    <a:pt x="356" y="0"/>
                    <a:pt x="305" y="0"/>
                  </a:cubicBezTo>
                  <a:close/>
                </a:path>
              </a:pathLst>
            </a:custGeom>
            <a:solidFill>
              <a:srgbClr val="405C7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178" name="Google Shape;19178;p46"/>
            <p:cNvSpPr/>
            <p:nvPr/>
          </p:nvSpPr>
          <p:spPr>
            <a:xfrm>
              <a:off x="1986213" y="1706188"/>
              <a:ext cx="35778" cy="47922"/>
            </a:xfrm>
            <a:custGeom>
              <a:rect b="b" l="l" r="r" t="t"/>
              <a:pathLst>
                <a:path extrusionOk="0" h="1827" w="1364">
                  <a:moveTo>
                    <a:pt x="362" y="1"/>
                  </a:moveTo>
                  <a:cubicBezTo>
                    <a:pt x="330" y="1"/>
                    <a:pt x="297" y="6"/>
                    <a:pt x="265" y="16"/>
                  </a:cubicBezTo>
                  <a:cubicBezTo>
                    <a:pt x="89" y="84"/>
                    <a:pt x="1" y="274"/>
                    <a:pt x="62" y="450"/>
                  </a:cubicBezTo>
                  <a:cubicBezTo>
                    <a:pt x="218" y="904"/>
                    <a:pt x="455" y="1332"/>
                    <a:pt x="760" y="1711"/>
                  </a:cubicBezTo>
                  <a:cubicBezTo>
                    <a:pt x="821" y="1786"/>
                    <a:pt x="909" y="1827"/>
                    <a:pt x="1004" y="1827"/>
                  </a:cubicBezTo>
                  <a:cubicBezTo>
                    <a:pt x="1086" y="1827"/>
                    <a:pt x="1153" y="1799"/>
                    <a:pt x="1214" y="1745"/>
                  </a:cubicBezTo>
                  <a:cubicBezTo>
                    <a:pt x="1350" y="1623"/>
                    <a:pt x="1364" y="1413"/>
                    <a:pt x="1248" y="1264"/>
                  </a:cubicBezTo>
                  <a:cubicBezTo>
                    <a:pt x="1004" y="959"/>
                    <a:pt x="808" y="606"/>
                    <a:pt x="665" y="233"/>
                  </a:cubicBezTo>
                  <a:cubicBezTo>
                    <a:pt x="627" y="90"/>
                    <a:pt x="499" y="1"/>
                    <a:pt x="362" y="1"/>
                  </a:cubicBezTo>
                  <a:close/>
                </a:path>
              </a:pathLst>
            </a:custGeom>
            <a:solidFill>
              <a:srgbClr val="405C7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179" name="Google Shape;19179;p46"/>
            <p:cNvSpPr/>
            <p:nvPr/>
          </p:nvSpPr>
          <p:spPr>
            <a:xfrm>
              <a:off x="2206571" y="1755474"/>
              <a:ext cx="25653" cy="20879"/>
            </a:xfrm>
            <a:custGeom>
              <a:rect b="b" l="l" r="r" t="t"/>
              <a:pathLst>
                <a:path extrusionOk="0" h="796" w="978">
                  <a:moveTo>
                    <a:pt x="676" y="0"/>
                  </a:moveTo>
                  <a:cubicBezTo>
                    <a:pt x="623" y="0"/>
                    <a:pt x="569" y="16"/>
                    <a:pt x="523" y="49"/>
                  </a:cubicBezTo>
                  <a:cubicBezTo>
                    <a:pt x="414" y="124"/>
                    <a:pt x="306" y="192"/>
                    <a:pt x="184" y="259"/>
                  </a:cubicBezTo>
                  <a:cubicBezTo>
                    <a:pt x="55" y="334"/>
                    <a:pt x="1" y="497"/>
                    <a:pt x="69" y="639"/>
                  </a:cubicBezTo>
                  <a:cubicBezTo>
                    <a:pt x="109" y="734"/>
                    <a:pt x="204" y="795"/>
                    <a:pt x="306" y="795"/>
                  </a:cubicBezTo>
                  <a:cubicBezTo>
                    <a:pt x="347" y="795"/>
                    <a:pt x="387" y="788"/>
                    <a:pt x="428" y="768"/>
                  </a:cubicBezTo>
                  <a:cubicBezTo>
                    <a:pt x="564" y="693"/>
                    <a:pt x="699" y="612"/>
                    <a:pt x="821" y="524"/>
                  </a:cubicBezTo>
                  <a:cubicBezTo>
                    <a:pt x="943" y="429"/>
                    <a:pt x="977" y="253"/>
                    <a:pt x="896" y="124"/>
                  </a:cubicBezTo>
                  <a:cubicBezTo>
                    <a:pt x="849" y="44"/>
                    <a:pt x="763" y="0"/>
                    <a:pt x="676" y="0"/>
                  </a:cubicBezTo>
                  <a:close/>
                </a:path>
              </a:pathLst>
            </a:custGeom>
            <a:solidFill>
              <a:srgbClr val="405C7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180" name="Google Shape;19180;p46"/>
            <p:cNvSpPr/>
            <p:nvPr/>
          </p:nvSpPr>
          <p:spPr>
            <a:xfrm>
              <a:off x="2233090" y="1706188"/>
              <a:ext cx="35778" cy="47922"/>
            </a:xfrm>
            <a:custGeom>
              <a:rect b="b" l="l" r="r" t="t"/>
              <a:pathLst>
                <a:path extrusionOk="0" h="1827" w="1364">
                  <a:moveTo>
                    <a:pt x="1008" y="1"/>
                  </a:moveTo>
                  <a:cubicBezTo>
                    <a:pt x="869" y="1"/>
                    <a:pt x="737" y="90"/>
                    <a:pt x="699" y="233"/>
                  </a:cubicBezTo>
                  <a:cubicBezTo>
                    <a:pt x="563" y="606"/>
                    <a:pt x="366" y="952"/>
                    <a:pt x="115" y="1264"/>
                  </a:cubicBezTo>
                  <a:cubicBezTo>
                    <a:pt x="0" y="1406"/>
                    <a:pt x="14" y="1616"/>
                    <a:pt x="149" y="1745"/>
                  </a:cubicBezTo>
                  <a:cubicBezTo>
                    <a:pt x="210" y="1799"/>
                    <a:pt x="285" y="1827"/>
                    <a:pt x="360" y="1827"/>
                  </a:cubicBezTo>
                  <a:cubicBezTo>
                    <a:pt x="454" y="1827"/>
                    <a:pt x="549" y="1786"/>
                    <a:pt x="604" y="1711"/>
                  </a:cubicBezTo>
                  <a:cubicBezTo>
                    <a:pt x="909" y="1332"/>
                    <a:pt x="1146" y="904"/>
                    <a:pt x="1309" y="450"/>
                  </a:cubicBezTo>
                  <a:cubicBezTo>
                    <a:pt x="1363" y="274"/>
                    <a:pt x="1275" y="84"/>
                    <a:pt x="1105" y="16"/>
                  </a:cubicBezTo>
                  <a:cubicBezTo>
                    <a:pt x="1073" y="6"/>
                    <a:pt x="1040" y="1"/>
                    <a:pt x="1008" y="1"/>
                  </a:cubicBezTo>
                  <a:close/>
                </a:path>
              </a:pathLst>
            </a:custGeom>
            <a:solidFill>
              <a:srgbClr val="405C7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181" name="Google Shape;19181;p46"/>
            <p:cNvSpPr/>
            <p:nvPr/>
          </p:nvSpPr>
          <p:spPr>
            <a:xfrm>
              <a:off x="2042765" y="1585031"/>
              <a:ext cx="33758" cy="22164"/>
            </a:xfrm>
            <a:custGeom>
              <a:rect b="b" l="l" r="r" t="t"/>
              <a:pathLst>
                <a:path extrusionOk="0" h="845" w="1287">
                  <a:moveTo>
                    <a:pt x="870" y="1"/>
                  </a:moveTo>
                  <a:cubicBezTo>
                    <a:pt x="823" y="1"/>
                    <a:pt x="772" y="14"/>
                    <a:pt x="720" y="45"/>
                  </a:cubicBezTo>
                  <a:cubicBezTo>
                    <a:pt x="550" y="126"/>
                    <a:pt x="394" y="221"/>
                    <a:pt x="238" y="316"/>
                  </a:cubicBezTo>
                  <a:cubicBezTo>
                    <a:pt x="1" y="472"/>
                    <a:pt x="109" y="838"/>
                    <a:pt x="387" y="845"/>
                  </a:cubicBezTo>
                  <a:cubicBezTo>
                    <a:pt x="442" y="845"/>
                    <a:pt x="496" y="824"/>
                    <a:pt x="543" y="797"/>
                  </a:cubicBezTo>
                  <a:cubicBezTo>
                    <a:pt x="679" y="709"/>
                    <a:pt x="828" y="628"/>
                    <a:pt x="971" y="553"/>
                  </a:cubicBezTo>
                  <a:cubicBezTo>
                    <a:pt x="1287" y="421"/>
                    <a:pt x="1135" y="1"/>
                    <a:pt x="870" y="1"/>
                  </a:cubicBezTo>
                  <a:close/>
                </a:path>
              </a:pathLst>
            </a:custGeom>
            <a:solidFill>
              <a:srgbClr val="405C7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182" name="Google Shape;19182;p46"/>
            <p:cNvSpPr/>
            <p:nvPr/>
          </p:nvSpPr>
          <p:spPr>
            <a:xfrm>
              <a:off x="2078201" y="1600297"/>
              <a:ext cx="104395" cy="23082"/>
            </a:xfrm>
            <a:custGeom>
              <a:rect b="b" l="l" r="r" t="t"/>
              <a:pathLst>
                <a:path extrusionOk="0" h="880" w="3980">
                  <a:moveTo>
                    <a:pt x="1993" y="0"/>
                  </a:moveTo>
                  <a:cubicBezTo>
                    <a:pt x="1415" y="0"/>
                    <a:pt x="837" y="110"/>
                    <a:pt x="291" y="331"/>
                  </a:cubicBezTo>
                  <a:cubicBezTo>
                    <a:pt x="1" y="476"/>
                    <a:pt x="136" y="879"/>
                    <a:pt x="409" y="879"/>
                  </a:cubicBezTo>
                  <a:cubicBezTo>
                    <a:pt x="442" y="879"/>
                    <a:pt x="478" y="873"/>
                    <a:pt x="515" y="860"/>
                  </a:cubicBezTo>
                  <a:cubicBezTo>
                    <a:pt x="989" y="666"/>
                    <a:pt x="1493" y="570"/>
                    <a:pt x="1996" y="570"/>
                  </a:cubicBezTo>
                  <a:cubicBezTo>
                    <a:pt x="2500" y="570"/>
                    <a:pt x="3003" y="666"/>
                    <a:pt x="3478" y="860"/>
                  </a:cubicBezTo>
                  <a:cubicBezTo>
                    <a:pt x="3512" y="873"/>
                    <a:pt x="3552" y="880"/>
                    <a:pt x="3593" y="880"/>
                  </a:cubicBezTo>
                  <a:cubicBezTo>
                    <a:pt x="3898" y="873"/>
                    <a:pt x="3979" y="453"/>
                    <a:pt x="3695" y="331"/>
                  </a:cubicBezTo>
                  <a:cubicBezTo>
                    <a:pt x="3149" y="110"/>
                    <a:pt x="2571" y="0"/>
                    <a:pt x="1993" y="0"/>
                  </a:cubicBezTo>
                  <a:close/>
                </a:path>
              </a:pathLst>
            </a:custGeom>
            <a:solidFill>
              <a:srgbClr val="405C7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183" name="Google Shape;19183;p46"/>
            <p:cNvSpPr/>
            <p:nvPr/>
          </p:nvSpPr>
          <p:spPr>
            <a:xfrm>
              <a:off x="2184590" y="1585031"/>
              <a:ext cx="33942" cy="22164"/>
            </a:xfrm>
            <a:custGeom>
              <a:rect b="b" l="l" r="r" t="t"/>
              <a:pathLst>
                <a:path extrusionOk="0" h="845" w="1294">
                  <a:moveTo>
                    <a:pt x="421" y="1"/>
                  </a:moveTo>
                  <a:cubicBezTo>
                    <a:pt x="153" y="1"/>
                    <a:pt x="0" y="421"/>
                    <a:pt x="317" y="553"/>
                  </a:cubicBezTo>
                  <a:cubicBezTo>
                    <a:pt x="466" y="628"/>
                    <a:pt x="608" y="709"/>
                    <a:pt x="744" y="797"/>
                  </a:cubicBezTo>
                  <a:cubicBezTo>
                    <a:pt x="791" y="824"/>
                    <a:pt x="846" y="838"/>
                    <a:pt x="900" y="845"/>
                  </a:cubicBezTo>
                  <a:cubicBezTo>
                    <a:pt x="1185" y="838"/>
                    <a:pt x="1293" y="472"/>
                    <a:pt x="1056" y="316"/>
                  </a:cubicBezTo>
                  <a:cubicBezTo>
                    <a:pt x="900" y="221"/>
                    <a:pt x="737" y="126"/>
                    <a:pt x="574" y="45"/>
                  </a:cubicBezTo>
                  <a:cubicBezTo>
                    <a:pt x="521" y="14"/>
                    <a:pt x="469" y="1"/>
                    <a:pt x="421" y="1"/>
                  </a:cubicBezTo>
                  <a:close/>
                </a:path>
              </a:pathLst>
            </a:custGeom>
            <a:solidFill>
              <a:srgbClr val="405C7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184" name="Google Shape;19184;p46"/>
            <p:cNvSpPr/>
            <p:nvPr/>
          </p:nvSpPr>
          <p:spPr>
            <a:xfrm>
              <a:off x="2075264" y="1568952"/>
              <a:ext cx="110717" cy="23922"/>
            </a:xfrm>
            <a:custGeom>
              <a:rect b="b" l="l" r="r" t="t"/>
              <a:pathLst>
                <a:path extrusionOk="0" h="912" w="4221">
                  <a:moveTo>
                    <a:pt x="2109" y="0"/>
                  </a:moveTo>
                  <a:cubicBezTo>
                    <a:pt x="1532" y="0"/>
                    <a:pt x="955" y="81"/>
                    <a:pt x="396" y="244"/>
                  </a:cubicBezTo>
                  <a:cubicBezTo>
                    <a:pt x="0" y="355"/>
                    <a:pt x="123" y="912"/>
                    <a:pt x="477" y="912"/>
                  </a:cubicBezTo>
                  <a:cubicBezTo>
                    <a:pt x="511" y="912"/>
                    <a:pt x="547" y="906"/>
                    <a:pt x="586" y="895"/>
                  </a:cubicBezTo>
                  <a:cubicBezTo>
                    <a:pt x="1084" y="753"/>
                    <a:pt x="1596" y="681"/>
                    <a:pt x="2108" y="681"/>
                  </a:cubicBezTo>
                  <a:cubicBezTo>
                    <a:pt x="2620" y="681"/>
                    <a:pt x="3132" y="753"/>
                    <a:pt x="3630" y="895"/>
                  </a:cubicBezTo>
                  <a:cubicBezTo>
                    <a:pt x="3664" y="902"/>
                    <a:pt x="3698" y="909"/>
                    <a:pt x="3725" y="909"/>
                  </a:cubicBezTo>
                  <a:lnTo>
                    <a:pt x="3732" y="909"/>
                  </a:lnTo>
                  <a:cubicBezTo>
                    <a:pt x="3739" y="909"/>
                    <a:pt x="3746" y="909"/>
                    <a:pt x="3752" y="909"/>
                  </a:cubicBezTo>
                  <a:cubicBezTo>
                    <a:pt x="4142" y="909"/>
                    <a:pt x="4220" y="331"/>
                    <a:pt x="3827" y="244"/>
                  </a:cubicBezTo>
                  <a:cubicBezTo>
                    <a:pt x="3264" y="81"/>
                    <a:pt x="2686" y="0"/>
                    <a:pt x="2109" y="0"/>
                  </a:cubicBezTo>
                  <a:close/>
                </a:path>
              </a:pathLst>
            </a:custGeom>
            <a:solidFill>
              <a:srgbClr val="405C7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185" name="Google Shape;19185;p46"/>
            <p:cNvSpPr/>
            <p:nvPr/>
          </p:nvSpPr>
          <p:spPr>
            <a:xfrm>
              <a:off x="2035132" y="1679381"/>
              <a:ext cx="41811" cy="53745"/>
            </a:xfrm>
            <a:custGeom>
              <a:rect b="b" l="l" r="r" t="t"/>
              <a:pathLst>
                <a:path extrusionOk="0" h="2049" w="1594">
                  <a:moveTo>
                    <a:pt x="794" y="1"/>
                  </a:moveTo>
                  <a:cubicBezTo>
                    <a:pt x="353" y="1"/>
                    <a:pt x="0" y="353"/>
                    <a:pt x="0" y="794"/>
                  </a:cubicBezTo>
                  <a:lnTo>
                    <a:pt x="0" y="1248"/>
                  </a:lnTo>
                  <a:cubicBezTo>
                    <a:pt x="0" y="1689"/>
                    <a:pt x="353" y="2048"/>
                    <a:pt x="794" y="2048"/>
                  </a:cubicBezTo>
                  <a:cubicBezTo>
                    <a:pt x="1234" y="2048"/>
                    <a:pt x="1587" y="1689"/>
                    <a:pt x="1594" y="1248"/>
                  </a:cubicBezTo>
                  <a:lnTo>
                    <a:pt x="1594" y="794"/>
                  </a:lnTo>
                  <a:cubicBezTo>
                    <a:pt x="1587" y="353"/>
                    <a:pt x="1234" y="1"/>
                    <a:pt x="794" y="1"/>
                  </a:cubicBezTo>
                  <a:close/>
                </a:path>
              </a:pathLst>
            </a:custGeom>
            <a:solidFill>
              <a:srgbClr val="203B5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186" name="Google Shape;19186;p46"/>
            <p:cNvSpPr/>
            <p:nvPr/>
          </p:nvSpPr>
          <p:spPr>
            <a:xfrm>
              <a:off x="2052916" y="1679381"/>
              <a:ext cx="24027" cy="41837"/>
            </a:xfrm>
            <a:custGeom>
              <a:rect b="b" l="l" r="r" t="t"/>
              <a:pathLst>
                <a:path extrusionOk="0" h="1595" w="916">
                  <a:moveTo>
                    <a:pt x="116" y="1"/>
                  </a:moveTo>
                  <a:cubicBezTo>
                    <a:pt x="82" y="1"/>
                    <a:pt x="41" y="1"/>
                    <a:pt x="0" y="8"/>
                  </a:cubicBezTo>
                  <a:lnTo>
                    <a:pt x="0" y="1140"/>
                  </a:lnTo>
                  <a:cubicBezTo>
                    <a:pt x="0" y="1391"/>
                    <a:pt x="204" y="1594"/>
                    <a:pt x="461" y="1594"/>
                  </a:cubicBezTo>
                  <a:cubicBezTo>
                    <a:pt x="712" y="1594"/>
                    <a:pt x="916" y="1391"/>
                    <a:pt x="916" y="1140"/>
                  </a:cubicBezTo>
                  <a:lnTo>
                    <a:pt x="916" y="801"/>
                  </a:lnTo>
                  <a:cubicBezTo>
                    <a:pt x="916" y="360"/>
                    <a:pt x="556" y="1"/>
                    <a:pt x="116" y="1"/>
                  </a:cubicBezTo>
                  <a:close/>
                </a:path>
              </a:pathLst>
            </a:custGeom>
            <a:solidFill>
              <a:srgbClr val="405C7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187" name="Google Shape;19187;p46"/>
            <p:cNvSpPr/>
            <p:nvPr/>
          </p:nvSpPr>
          <p:spPr>
            <a:xfrm>
              <a:off x="2047040" y="1685256"/>
              <a:ext cx="17994" cy="17994"/>
            </a:xfrm>
            <a:custGeom>
              <a:rect b="b" l="l" r="r" t="t"/>
              <a:pathLst>
                <a:path extrusionOk="0" h="686" w="686">
                  <a:moveTo>
                    <a:pt x="340" y="1"/>
                  </a:moveTo>
                  <a:cubicBezTo>
                    <a:pt x="150" y="1"/>
                    <a:pt x="1" y="156"/>
                    <a:pt x="1" y="340"/>
                  </a:cubicBezTo>
                  <a:cubicBezTo>
                    <a:pt x="1" y="529"/>
                    <a:pt x="150" y="685"/>
                    <a:pt x="340" y="685"/>
                  </a:cubicBezTo>
                  <a:cubicBezTo>
                    <a:pt x="530" y="685"/>
                    <a:pt x="685" y="529"/>
                    <a:pt x="685" y="340"/>
                  </a:cubicBezTo>
                  <a:cubicBezTo>
                    <a:pt x="685" y="156"/>
                    <a:pt x="530" y="1"/>
                    <a:pt x="340" y="1"/>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188" name="Google Shape;19188;p46"/>
            <p:cNvSpPr/>
            <p:nvPr/>
          </p:nvSpPr>
          <p:spPr>
            <a:xfrm>
              <a:off x="2184354" y="1679381"/>
              <a:ext cx="41811" cy="53745"/>
            </a:xfrm>
            <a:custGeom>
              <a:rect b="b" l="l" r="r" t="t"/>
              <a:pathLst>
                <a:path extrusionOk="0" h="2049" w="1594">
                  <a:moveTo>
                    <a:pt x="794" y="1"/>
                  </a:moveTo>
                  <a:cubicBezTo>
                    <a:pt x="353" y="1"/>
                    <a:pt x="0" y="353"/>
                    <a:pt x="0" y="794"/>
                  </a:cubicBezTo>
                  <a:lnTo>
                    <a:pt x="0" y="1248"/>
                  </a:lnTo>
                  <a:cubicBezTo>
                    <a:pt x="0" y="1689"/>
                    <a:pt x="353" y="2048"/>
                    <a:pt x="794" y="2048"/>
                  </a:cubicBezTo>
                  <a:cubicBezTo>
                    <a:pt x="1234" y="2048"/>
                    <a:pt x="1587" y="1689"/>
                    <a:pt x="1594" y="1248"/>
                  </a:cubicBezTo>
                  <a:lnTo>
                    <a:pt x="1594" y="794"/>
                  </a:lnTo>
                  <a:cubicBezTo>
                    <a:pt x="1587" y="353"/>
                    <a:pt x="1234" y="1"/>
                    <a:pt x="794" y="1"/>
                  </a:cubicBezTo>
                  <a:close/>
                </a:path>
              </a:pathLst>
            </a:custGeom>
            <a:solidFill>
              <a:srgbClr val="203B5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189" name="Google Shape;19189;p46"/>
            <p:cNvSpPr/>
            <p:nvPr/>
          </p:nvSpPr>
          <p:spPr>
            <a:xfrm>
              <a:off x="2202138" y="1679381"/>
              <a:ext cx="24027" cy="41837"/>
            </a:xfrm>
            <a:custGeom>
              <a:rect b="b" l="l" r="r" t="t"/>
              <a:pathLst>
                <a:path extrusionOk="0" h="1595" w="916">
                  <a:moveTo>
                    <a:pt x="116" y="1"/>
                  </a:moveTo>
                  <a:cubicBezTo>
                    <a:pt x="82" y="1"/>
                    <a:pt x="41" y="1"/>
                    <a:pt x="0" y="8"/>
                  </a:cubicBezTo>
                  <a:lnTo>
                    <a:pt x="0" y="1140"/>
                  </a:lnTo>
                  <a:cubicBezTo>
                    <a:pt x="0" y="1391"/>
                    <a:pt x="204" y="1594"/>
                    <a:pt x="461" y="1594"/>
                  </a:cubicBezTo>
                  <a:cubicBezTo>
                    <a:pt x="712" y="1594"/>
                    <a:pt x="916" y="1391"/>
                    <a:pt x="916" y="1140"/>
                  </a:cubicBezTo>
                  <a:lnTo>
                    <a:pt x="916" y="801"/>
                  </a:lnTo>
                  <a:cubicBezTo>
                    <a:pt x="916" y="360"/>
                    <a:pt x="556" y="1"/>
                    <a:pt x="116" y="1"/>
                  </a:cubicBezTo>
                  <a:close/>
                </a:path>
              </a:pathLst>
            </a:custGeom>
            <a:solidFill>
              <a:srgbClr val="405C7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190" name="Google Shape;19190;p46"/>
            <p:cNvSpPr/>
            <p:nvPr/>
          </p:nvSpPr>
          <p:spPr>
            <a:xfrm>
              <a:off x="2196263" y="1685256"/>
              <a:ext cx="17994" cy="17994"/>
            </a:xfrm>
            <a:custGeom>
              <a:rect b="b" l="l" r="r" t="t"/>
              <a:pathLst>
                <a:path extrusionOk="0" h="686" w="686">
                  <a:moveTo>
                    <a:pt x="340" y="1"/>
                  </a:moveTo>
                  <a:cubicBezTo>
                    <a:pt x="150" y="1"/>
                    <a:pt x="1" y="156"/>
                    <a:pt x="1" y="340"/>
                  </a:cubicBezTo>
                  <a:cubicBezTo>
                    <a:pt x="1" y="529"/>
                    <a:pt x="150" y="685"/>
                    <a:pt x="340" y="685"/>
                  </a:cubicBezTo>
                  <a:cubicBezTo>
                    <a:pt x="529" y="685"/>
                    <a:pt x="685" y="529"/>
                    <a:pt x="685" y="340"/>
                  </a:cubicBezTo>
                  <a:cubicBezTo>
                    <a:pt x="685" y="156"/>
                    <a:pt x="529" y="1"/>
                    <a:pt x="340" y="1"/>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191" name="Google Shape;19191;p46"/>
            <p:cNvSpPr/>
            <p:nvPr/>
          </p:nvSpPr>
          <p:spPr>
            <a:xfrm>
              <a:off x="2047040" y="1774884"/>
              <a:ext cx="167216" cy="71529"/>
            </a:xfrm>
            <a:custGeom>
              <a:rect b="b" l="l" r="r" t="t"/>
              <a:pathLst>
                <a:path extrusionOk="0" h="2727" w="6375">
                  <a:moveTo>
                    <a:pt x="1703" y="1"/>
                  </a:moveTo>
                  <a:cubicBezTo>
                    <a:pt x="760" y="1"/>
                    <a:pt x="1" y="611"/>
                    <a:pt x="1" y="1364"/>
                  </a:cubicBezTo>
                  <a:cubicBezTo>
                    <a:pt x="1" y="2116"/>
                    <a:pt x="760" y="2727"/>
                    <a:pt x="1703" y="2727"/>
                  </a:cubicBezTo>
                  <a:cubicBezTo>
                    <a:pt x="2340" y="2727"/>
                    <a:pt x="2889" y="2455"/>
                    <a:pt x="3188" y="2042"/>
                  </a:cubicBezTo>
                  <a:cubicBezTo>
                    <a:pt x="3479" y="2455"/>
                    <a:pt x="4035" y="2727"/>
                    <a:pt x="4666" y="2727"/>
                  </a:cubicBezTo>
                  <a:cubicBezTo>
                    <a:pt x="5608" y="2727"/>
                    <a:pt x="6374" y="2116"/>
                    <a:pt x="6374" y="1364"/>
                  </a:cubicBezTo>
                  <a:cubicBezTo>
                    <a:pt x="6374" y="611"/>
                    <a:pt x="5608" y="1"/>
                    <a:pt x="4666" y="1"/>
                  </a:cubicBezTo>
                  <a:cubicBezTo>
                    <a:pt x="4028" y="1"/>
                    <a:pt x="3479" y="272"/>
                    <a:pt x="3188" y="686"/>
                  </a:cubicBezTo>
                  <a:cubicBezTo>
                    <a:pt x="2889" y="279"/>
                    <a:pt x="2340" y="1"/>
                    <a:pt x="1703" y="1"/>
                  </a:cubicBezTo>
                  <a:close/>
                </a:path>
              </a:pathLst>
            </a:custGeom>
            <a:solidFill>
              <a:srgbClr val="E7EDF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192" name="Google Shape;19192;p46"/>
            <p:cNvSpPr/>
            <p:nvPr/>
          </p:nvSpPr>
          <p:spPr>
            <a:xfrm>
              <a:off x="2085467" y="1771343"/>
              <a:ext cx="90205" cy="37588"/>
            </a:xfrm>
            <a:custGeom>
              <a:rect b="b" l="l" r="r" t="t"/>
              <a:pathLst>
                <a:path extrusionOk="0" h="1433" w="3439">
                  <a:moveTo>
                    <a:pt x="482" y="0"/>
                  </a:moveTo>
                  <a:cubicBezTo>
                    <a:pt x="149" y="7"/>
                    <a:pt x="0" y="421"/>
                    <a:pt x="258" y="631"/>
                  </a:cubicBezTo>
                  <a:lnTo>
                    <a:pt x="834" y="1112"/>
                  </a:lnTo>
                  <a:cubicBezTo>
                    <a:pt x="1092" y="1326"/>
                    <a:pt x="1407" y="1433"/>
                    <a:pt x="1723" y="1433"/>
                  </a:cubicBezTo>
                  <a:cubicBezTo>
                    <a:pt x="2038" y="1433"/>
                    <a:pt x="2353" y="1326"/>
                    <a:pt x="2611" y="1112"/>
                  </a:cubicBezTo>
                  <a:lnTo>
                    <a:pt x="3180" y="631"/>
                  </a:lnTo>
                  <a:cubicBezTo>
                    <a:pt x="3438" y="421"/>
                    <a:pt x="3289" y="7"/>
                    <a:pt x="2957" y="0"/>
                  </a:cubicBezTo>
                  <a:close/>
                </a:path>
              </a:pathLst>
            </a:custGeom>
            <a:solidFill>
              <a:srgbClr val="98A6B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193" name="Google Shape;19193;p46"/>
            <p:cNvSpPr/>
            <p:nvPr/>
          </p:nvSpPr>
          <p:spPr>
            <a:xfrm>
              <a:off x="2085467" y="1771526"/>
              <a:ext cx="48762" cy="37404"/>
            </a:xfrm>
            <a:custGeom>
              <a:rect b="b" l="l" r="r" t="t"/>
              <a:pathLst>
                <a:path extrusionOk="0" h="1426" w="1859">
                  <a:moveTo>
                    <a:pt x="482" y="0"/>
                  </a:moveTo>
                  <a:cubicBezTo>
                    <a:pt x="149" y="0"/>
                    <a:pt x="0" y="414"/>
                    <a:pt x="251" y="624"/>
                  </a:cubicBezTo>
                  <a:lnTo>
                    <a:pt x="827" y="1105"/>
                  </a:lnTo>
                  <a:cubicBezTo>
                    <a:pt x="1080" y="1311"/>
                    <a:pt x="1390" y="1425"/>
                    <a:pt x="1711" y="1425"/>
                  </a:cubicBezTo>
                  <a:cubicBezTo>
                    <a:pt x="1760" y="1425"/>
                    <a:pt x="1809" y="1423"/>
                    <a:pt x="1858" y="1417"/>
                  </a:cubicBezTo>
                  <a:cubicBezTo>
                    <a:pt x="1817" y="1377"/>
                    <a:pt x="1777" y="1329"/>
                    <a:pt x="1743" y="1288"/>
                  </a:cubicBezTo>
                  <a:lnTo>
                    <a:pt x="1167" y="583"/>
                  </a:lnTo>
                  <a:cubicBezTo>
                    <a:pt x="1044" y="414"/>
                    <a:pt x="1004" y="197"/>
                    <a:pt x="1065" y="0"/>
                  </a:cubicBezTo>
                  <a:close/>
                </a:path>
              </a:pathLst>
            </a:custGeom>
            <a:solidFill>
              <a:srgbClr val="788A9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194" name="Google Shape;19194;p46"/>
            <p:cNvSpPr/>
            <p:nvPr/>
          </p:nvSpPr>
          <p:spPr>
            <a:xfrm>
              <a:off x="2041007" y="1792720"/>
              <a:ext cx="179125" cy="59752"/>
            </a:xfrm>
            <a:custGeom>
              <a:rect b="b" l="l" r="r" t="t"/>
              <a:pathLst>
                <a:path extrusionOk="0" h="2278" w="6829">
                  <a:moveTo>
                    <a:pt x="227" y="1"/>
                  </a:moveTo>
                  <a:cubicBezTo>
                    <a:pt x="114" y="1"/>
                    <a:pt x="0" y="77"/>
                    <a:pt x="0" y="230"/>
                  </a:cubicBezTo>
                  <a:cubicBezTo>
                    <a:pt x="0" y="1355"/>
                    <a:pt x="909" y="2270"/>
                    <a:pt x="2034" y="2277"/>
                  </a:cubicBezTo>
                  <a:cubicBezTo>
                    <a:pt x="2495" y="2277"/>
                    <a:pt x="2936" y="2121"/>
                    <a:pt x="3295" y="1830"/>
                  </a:cubicBezTo>
                  <a:cubicBezTo>
                    <a:pt x="3329" y="1803"/>
                    <a:pt x="3370" y="1789"/>
                    <a:pt x="3412" y="1789"/>
                  </a:cubicBezTo>
                  <a:cubicBezTo>
                    <a:pt x="3453" y="1789"/>
                    <a:pt x="3496" y="1803"/>
                    <a:pt x="3533" y="1830"/>
                  </a:cubicBezTo>
                  <a:cubicBezTo>
                    <a:pt x="3885" y="2121"/>
                    <a:pt x="4333" y="2277"/>
                    <a:pt x="4794" y="2277"/>
                  </a:cubicBezTo>
                  <a:cubicBezTo>
                    <a:pt x="5920" y="2270"/>
                    <a:pt x="6828" y="1348"/>
                    <a:pt x="6828" y="230"/>
                  </a:cubicBezTo>
                  <a:cubicBezTo>
                    <a:pt x="6828" y="77"/>
                    <a:pt x="6715" y="1"/>
                    <a:pt x="6601" y="1"/>
                  </a:cubicBezTo>
                  <a:cubicBezTo>
                    <a:pt x="6487" y="1"/>
                    <a:pt x="6374" y="77"/>
                    <a:pt x="6374" y="230"/>
                  </a:cubicBezTo>
                  <a:cubicBezTo>
                    <a:pt x="6374" y="1104"/>
                    <a:pt x="5669" y="1816"/>
                    <a:pt x="4794" y="1816"/>
                  </a:cubicBezTo>
                  <a:cubicBezTo>
                    <a:pt x="4785" y="1816"/>
                    <a:pt x="4775" y="1816"/>
                    <a:pt x="4766" y="1816"/>
                  </a:cubicBezTo>
                  <a:cubicBezTo>
                    <a:pt x="4416" y="1816"/>
                    <a:pt x="4082" y="1695"/>
                    <a:pt x="3818" y="1477"/>
                  </a:cubicBezTo>
                  <a:cubicBezTo>
                    <a:pt x="3699" y="1382"/>
                    <a:pt x="3557" y="1335"/>
                    <a:pt x="3414" y="1335"/>
                  </a:cubicBezTo>
                  <a:cubicBezTo>
                    <a:pt x="3272" y="1335"/>
                    <a:pt x="3129" y="1382"/>
                    <a:pt x="3011" y="1477"/>
                  </a:cubicBezTo>
                  <a:cubicBezTo>
                    <a:pt x="2740" y="1695"/>
                    <a:pt x="2405" y="1816"/>
                    <a:pt x="2062" y="1816"/>
                  </a:cubicBezTo>
                  <a:cubicBezTo>
                    <a:pt x="2053" y="1816"/>
                    <a:pt x="2044" y="1816"/>
                    <a:pt x="2034" y="1816"/>
                  </a:cubicBezTo>
                  <a:cubicBezTo>
                    <a:pt x="1160" y="1816"/>
                    <a:pt x="454" y="1104"/>
                    <a:pt x="454" y="230"/>
                  </a:cubicBezTo>
                  <a:cubicBezTo>
                    <a:pt x="454" y="77"/>
                    <a:pt x="341" y="1"/>
                    <a:pt x="227" y="1"/>
                  </a:cubicBezTo>
                  <a:close/>
                </a:path>
              </a:pathLst>
            </a:custGeom>
            <a:solidFill>
              <a:srgbClr val="C9D4D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9195" name="Google Shape;19195;p46"/>
          <p:cNvGrpSpPr/>
          <p:nvPr/>
        </p:nvGrpSpPr>
        <p:grpSpPr>
          <a:xfrm>
            <a:off x="2236106" y="3365392"/>
            <a:ext cx="306471" cy="370001"/>
            <a:chOff x="2236106" y="3365392"/>
            <a:chExt cx="306471" cy="370001"/>
          </a:xfrm>
        </p:grpSpPr>
        <p:sp>
          <p:nvSpPr>
            <p:cNvPr id="19196" name="Google Shape;19196;p46"/>
            <p:cNvSpPr/>
            <p:nvPr/>
          </p:nvSpPr>
          <p:spPr>
            <a:xfrm>
              <a:off x="2413788" y="3588085"/>
              <a:ext cx="128789" cy="88107"/>
            </a:xfrm>
            <a:custGeom>
              <a:rect b="b" l="l" r="r" t="t"/>
              <a:pathLst>
                <a:path extrusionOk="0" h="3359" w="4910">
                  <a:moveTo>
                    <a:pt x="2793" y="0"/>
                  </a:moveTo>
                  <a:cubicBezTo>
                    <a:pt x="2259" y="0"/>
                    <a:pt x="1705" y="75"/>
                    <a:pt x="1234" y="293"/>
                  </a:cubicBezTo>
                  <a:cubicBezTo>
                    <a:pt x="285" y="741"/>
                    <a:pt x="0" y="2111"/>
                    <a:pt x="211" y="2558"/>
                  </a:cubicBezTo>
                  <a:cubicBezTo>
                    <a:pt x="366" y="2895"/>
                    <a:pt x="1128" y="3359"/>
                    <a:pt x="1902" y="3359"/>
                  </a:cubicBezTo>
                  <a:cubicBezTo>
                    <a:pt x="2140" y="3359"/>
                    <a:pt x="2380" y="3315"/>
                    <a:pt x="2604" y="3209"/>
                  </a:cubicBezTo>
                  <a:cubicBezTo>
                    <a:pt x="3770" y="2667"/>
                    <a:pt x="4577" y="1148"/>
                    <a:pt x="4848" y="565"/>
                  </a:cubicBezTo>
                  <a:cubicBezTo>
                    <a:pt x="4910" y="436"/>
                    <a:pt x="4842" y="293"/>
                    <a:pt x="4706" y="260"/>
                  </a:cubicBezTo>
                  <a:cubicBezTo>
                    <a:pt x="4330" y="162"/>
                    <a:pt x="3582" y="0"/>
                    <a:pt x="2793" y="0"/>
                  </a:cubicBezTo>
                  <a:close/>
                </a:path>
              </a:pathLst>
            </a:custGeom>
            <a:solidFill>
              <a:srgbClr val="C1CDD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197" name="Google Shape;19197;p46"/>
            <p:cNvSpPr/>
            <p:nvPr/>
          </p:nvSpPr>
          <p:spPr>
            <a:xfrm>
              <a:off x="2413604" y="3588085"/>
              <a:ext cx="127740" cy="67831"/>
            </a:xfrm>
            <a:custGeom>
              <a:rect b="b" l="l" r="r" t="t"/>
              <a:pathLst>
                <a:path extrusionOk="0" h="2586" w="4870">
                  <a:moveTo>
                    <a:pt x="2798" y="0"/>
                  </a:moveTo>
                  <a:cubicBezTo>
                    <a:pt x="2263" y="0"/>
                    <a:pt x="1708" y="75"/>
                    <a:pt x="1235" y="293"/>
                  </a:cubicBezTo>
                  <a:cubicBezTo>
                    <a:pt x="285" y="741"/>
                    <a:pt x="1" y="2111"/>
                    <a:pt x="211" y="2558"/>
                  </a:cubicBezTo>
                  <a:cubicBezTo>
                    <a:pt x="218" y="2565"/>
                    <a:pt x="224" y="2578"/>
                    <a:pt x="231" y="2585"/>
                  </a:cubicBezTo>
                  <a:cubicBezTo>
                    <a:pt x="1011" y="2111"/>
                    <a:pt x="3140" y="890"/>
                    <a:pt x="4869" y="463"/>
                  </a:cubicBezTo>
                  <a:cubicBezTo>
                    <a:pt x="4869" y="368"/>
                    <a:pt x="4801" y="280"/>
                    <a:pt x="4713" y="260"/>
                  </a:cubicBezTo>
                  <a:cubicBezTo>
                    <a:pt x="4337" y="162"/>
                    <a:pt x="3589" y="0"/>
                    <a:pt x="2798" y="0"/>
                  </a:cubicBezTo>
                  <a:close/>
                </a:path>
              </a:pathLst>
            </a:custGeom>
            <a:solidFill>
              <a:srgbClr val="D2DAE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198" name="Google Shape;19198;p46"/>
            <p:cNvSpPr/>
            <p:nvPr/>
          </p:nvSpPr>
          <p:spPr>
            <a:xfrm>
              <a:off x="2350469" y="3365471"/>
              <a:ext cx="64945" cy="86559"/>
            </a:xfrm>
            <a:custGeom>
              <a:rect b="b" l="l" r="r" t="t"/>
              <a:pathLst>
                <a:path extrusionOk="0" h="3300" w="2476">
                  <a:moveTo>
                    <a:pt x="763" y="0"/>
                  </a:moveTo>
                  <a:cubicBezTo>
                    <a:pt x="682" y="0"/>
                    <a:pt x="602" y="46"/>
                    <a:pt x="563" y="128"/>
                  </a:cubicBezTo>
                  <a:cubicBezTo>
                    <a:pt x="367" y="576"/>
                    <a:pt x="0" y="1552"/>
                    <a:pt x="204" y="2332"/>
                  </a:cubicBezTo>
                  <a:cubicBezTo>
                    <a:pt x="370" y="2952"/>
                    <a:pt x="1096" y="3300"/>
                    <a:pt x="1469" y="3300"/>
                  </a:cubicBezTo>
                  <a:cubicBezTo>
                    <a:pt x="1508" y="3300"/>
                    <a:pt x="1543" y="3296"/>
                    <a:pt x="1574" y="3288"/>
                  </a:cubicBezTo>
                  <a:cubicBezTo>
                    <a:pt x="1885" y="3200"/>
                    <a:pt x="2475" y="2468"/>
                    <a:pt x="2292" y="1790"/>
                  </a:cubicBezTo>
                  <a:cubicBezTo>
                    <a:pt x="2089" y="1010"/>
                    <a:pt x="1289" y="332"/>
                    <a:pt x="895" y="47"/>
                  </a:cubicBezTo>
                  <a:cubicBezTo>
                    <a:pt x="856" y="15"/>
                    <a:pt x="810" y="0"/>
                    <a:pt x="763" y="0"/>
                  </a:cubicBezTo>
                  <a:close/>
                </a:path>
              </a:pathLst>
            </a:custGeom>
            <a:solidFill>
              <a:srgbClr val="C1CDD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199" name="Google Shape;19199;p46"/>
            <p:cNvSpPr/>
            <p:nvPr/>
          </p:nvSpPr>
          <p:spPr>
            <a:xfrm>
              <a:off x="2368436" y="3365392"/>
              <a:ext cx="46978" cy="86166"/>
            </a:xfrm>
            <a:custGeom>
              <a:rect b="b" l="l" r="r" t="t"/>
              <a:pathLst>
                <a:path extrusionOk="0" h="3285" w="1791">
                  <a:moveTo>
                    <a:pt x="86" y="0"/>
                  </a:moveTo>
                  <a:cubicBezTo>
                    <a:pt x="58" y="0"/>
                    <a:pt x="29" y="6"/>
                    <a:pt x="0" y="16"/>
                  </a:cubicBezTo>
                  <a:cubicBezTo>
                    <a:pt x="373" y="1087"/>
                    <a:pt x="672" y="2179"/>
                    <a:pt x="889" y="3284"/>
                  </a:cubicBezTo>
                  <a:cubicBezTo>
                    <a:pt x="1207" y="3196"/>
                    <a:pt x="1790" y="2471"/>
                    <a:pt x="1607" y="1793"/>
                  </a:cubicBezTo>
                  <a:cubicBezTo>
                    <a:pt x="1404" y="1013"/>
                    <a:pt x="604" y="335"/>
                    <a:pt x="210" y="43"/>
                  </a:cubicBezTo>
                  <a:cubicBezTo>
                    <a:pt x="173" y="14"/>
                    <a:pt x="130" y="0"/>
                    <a:pt x="86" y="0"/>
                  </a:cubicBezTo>
                  <a:close/>
                </a:path>
              </a:pathLst>
            </a:custGeom>
            <a:solidFill>
              <a:srgbClr val="D2DAE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200" name="Google Shape;19200;p46"/>
            <p:cNvSpPr/>
            <p:nvPr/>
          </p:nvSpPr>
          <p:spPr>
            <a:xfrm>
              <a:off x="2236106" y="3542156"/>
              <a:ext cx="145157" cy="92618"/>
            </a:xfrm>
            <a:custGeom>
              <a:rect b="b" l="l" r="r" t="t"/>
              <a:pathLst>
                <a:path extrusionOk="0" h="3531" w="5534">
                  <a:moveTo>
                    <a:pt x="2978" y="0"/>
                  </a:moveTo>
                  <a:cubicBezTo>
                    <a:pt x="1844" y="0"/>
                    <a:pt x="668" y="449"/>
                    <a:pt x="177" y="654"/>
                  </a:cubicBezTo>
                  <a:cubicBezTo>
                    <a:pt x="48" y="709"/>
                    <a:pt x="0" y="865"/>
                    <a:pt x="82" y="980"/>
                  </a:cubicBezTo>
                  <a:cubicBezTo>
                    <a:pt x="462" y="1549"/>
                    <a:pt x="1580" y="3062"/>
                    <a:pt x="2923" y="3462"/>
                  </a:cubicBezTo>
                  <a:cubicBezTo>
                    <a:pt x="3082" y="3509"/>
                    <a:pt x="3245" y="3530"/>
                    <a:pt x="3406" y="3530"/>
                  </a:cubicBezTo>
                  <a:cubicBezTo>
                    <a:pt x="4348" y="3530"/>
                    <a:pt x="5257" y="2805"/>
                    <a:pt x="5384" y="2377"/>
                  </a:cubicBezTo>
                  <a:cubicBezTo>
                    <a:pt x="5533" y="1868"/>
                    <a:pt x="5005" y="444"/>
                    <a:pt x="3920" y="126"/>
                  </a:cubicBezTo>
                  <a:cubicBezTo>
                    <a:pt x="3621" y="37"/>
                    <a:pt x="3301" y="0"/>
                    <a:pt x="2978" y="0"/>
                  </a:cubicBezTo>
                  <a:close/>
                </a:path>
              </a:pathLst>
            </a:custGeom>
            <a:solidFill>
              <a:srgbClr val="C1CDD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201" name="Google Shape;19201;p46"/>
            <p:cNvSpPr/>
            <p:nvPr/>
          </p:nvSpPr>
          <p:spPr>
            <a:xfrm>
              <a:off x="2236814" y="3542156"/>
              <a:ext cx="144449" cy="63608"/>
            </a:xfrm>
            <a:custGeom>
              <a:rect b="b" l="l" r="r" t="t"/>
              <a:pathLst>
                <a:path extrusionOk="0" h="2425" w="5507">
                  <a:moveTo>
                    <a:pt x="2951" y="0"/>
                  </a:moveTo>
                  <a:cubicBezTo>
                    <a:pt x="1818" y="0"/>
                    <a:pt x="642" y="449"/>
                    <a:pt x="157" y="654"/>
                  </a:cubicBezTo>
                  <a:cubicBezTo>
                    <a:pt x="48" y="702"/>
                    <a:pt x="1" y="817"/>
                    <a:pt x="34" y="926"/>
                  </a:cubicBezTo>
                  <a:cubicBezTo>
                    <a:pt x="1085" y="1007"/>
                    <a:pt x="4103" y="1346"/>
                    <a:pt x="5337" y="2424"/>
                  </a:cubicBezTo>
                  <a:cubicBezTo>
                    <a:pt x="5344" y="2404"/>
                    <a:pt x="5351" y="2390"/>
                    <a:pt x="5357" y="2370"/>
                  </a:cubicBezTo>
                  <a:cubicBezTo>
                    <a:pt x="5506" y="1868"/>
                    <a:pt x="4978" y="444"/>
                    <a:pt x="3893" y="126"/>
                  </a:cubicBezTo>
                  <a:cubicBezTo>
                    <a:pt x="3594" y="37"/>
                    <a:pt x="3274" y="0"/>
                    <a:pt x="2951" y="0"/>
                  </a:cubicBezTo>
                  <a:close/>
                </a:path>
              </a:pathLst>
            </a:custGeom>
            <a:solidFill>
              <a:srgbClr val="D2DAE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202" name="Google Shape;19202;p46"/>
            <p:cNvSpPr/>
            <p:nvPr/>
          </p:nvSpPr>
          <p:spPr>
            <a:xfrm>
              <a:off x="2298717" y="3457171"/>
              <a:ext cx="81654" cy="61693"/>
            </a:xfrm>
            <a:custGeom>
              <a:rect b="b" l="l" r="r" t="t"/>
              <a:pathLst>
                <a:path extrusionOk="0" h="2352" w="3113">
                  <a:moveTo>
                    <a:pt x="870" y="0"/>
                  </a:moveTo>
                  <a:cubicBezTo>
                    <a:pt x="618" y="0"/>
                    <a:pt x="394" y="18"/>
                    <a:pt x="231" y="36"/>
                  </a:cubicBezTo>
                  <a:cubicBezTo>
                    <a:pt x="88" y="50"/>
                    <a:pt x="0" y="192"/>
                    <a:pt x="48" y="328"/>
                  </a:cubicBezTo>
                  <a:cubicBezTo>
                    <a:pt x="204" y="789"/>
                    <a:pt x="611" y="1759"/>
                    <a:pt x="1289" y="2186"/>
                  </a:cubicBezTo>
                  <a:cubicBezTo>
                    <a:pt x="1479" y="2305"/>
                    <a:pt x="1699" y="2352"/>
                    <a:pt x="1915" y="2352"/>
                  </a:cubicBezTo>
                  <a:cubicBezTo>
                    <a:pt x="2376" y="2352"/>
                    <a:pt x="2821" y="2138"/>
                    <a:pt x="2936" y="1948"/>
                  </a:cubicBezTo>
                  <a:cubicBezTo>
                    <a:pt x="3113" y="1670"/>
                    <a:pt x="3038" y="735"/>
                    <a:pt x="2441" y="362"/>
                  </a:cubicBezTo>
                  <a:cubicBezTo>
                    <a:pt x="1989" y="72"/>
                    <a:pt x="1374" y="0"/>
                    <a:pt x="870" y="0"/>
                  </a:cubicBezTo>
                  <a:close/>
                </a:path>
              </a:pathLst>
            </a:custGeom>
            <a:solidFill>
              <a:srgbClr val="C1CDD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203" name="Google Shape;19203;p46"/>
            <p:cNvSpPr/>
            <p:nvPr/>
          </p:nvSpPr>
          <p:spPr>
            <a:xfrm>
              <a:off x="2299609" y="3457171"/>
              <a:ext cx="80762" cy="51647"/>
            </a:xfrm>
            <a:custGeom>
              <a:rect b="b" l="l" r="r" t="t"/>
              <a:pathLst>
                <a:path extrusionOk="0" h="1969" w="3079">
                  <a:moveTo>
                    <a:pt x="836" y="0"/>
                  </a:moveTo>
                  <a:cubicBezTo>
                    <a:pt x="584" y="0"/>
                    <a:pt x="360" y="18"/>
                    <a:pt x="197" y="36"/>
                  </a:cubicBezTo>
                  <a:cubicBezTo>
                    <a:pt x="95" y="50"/>
                    <a:pt x="14" y="124"/>
                    <a:pt x="0" y="226"/>
                  </a:cubicBezTo>
                  <a:cubicBezTo>
                    <a:pt x="570" y="470"/>
                    <a:pt x="1953" y="1114"/>
                    <a:pt x="2889" y="1969"/>
                  </a:cubicBezTo>
                  <a:cubicBezTo>
                    <a:pt x="2889" y="1962"/>
                    <a:pt x="2902" y="1955"/>
                    <a:pt x="2902" y="1948"/>
                  </a:cubicBezTo>
                  <a:cubicBezTo>
                    <a:pt x="3079" y="1670"/>
                    <a:pt x="3004" y="735"/>
                    <a:pt x="2407" y="362"/>
                  </a:cubicBezTo>
                  <a:cubicBezTo>
                    <a:pt x="1955" y="72"/>
                    <a:pt x="1340" y="0"/>
                    <a:pt x="836" y="0"/>
                  </a:cubicBezTo>
                  <a:close/>
                </a:path>
              </a:pathLst>
            </a:custGeom>
            <a:solidFill>
              <a:srgbClr val="D2DAE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204" name="Google Shape;19204;p46"/>
            <p:cNvSpPr/>
            <p:nvPr/>
          </p:nvSpPr>
          <p:spPr>
            <a:xfrm>
              <a:off x="2421080" y="3480857"/>
              <a:ext cx="85929" cy="59044"/>
            </a:xfrm>
            <a:custGeom>
              <a:rect b="b" l="l" r="r" t="t"/>
              <a:pathLst>
                <a:path extrusionOk="0" h="2251" w="3276">
                  <a:moveTo>
                    <a:pt x="1879" y="0"/>
                  </a:moveTo>
                  <a:cubicBezTo>
                    <a:pt x="1519" y="0"/>
                    <a:pt x="1146" y="50"/>
                    <a:pt x="828" y="198"/>
                  </a:cubicBezTo>
                  <a:cubicBezTo>
                    <a:pt x="190" y="496"/>
                    <a:pt x="0" y="1418"/>
                    <a:pt x="136" y="1717"/>
                  </a:cubicBezTo>
                  <a:cubicBezTo>
                    <a:pt x="245" y="1944"/>
                    <a:pt x="752" y="2251"/>
                    <a:pt x="1269" y="2251"/>
                  </a:cubicBezTo>
                  <a:cubicBezTo>
                    <a:pt x="1430" y="2251"/>
                    <a:pt x="1592" y="2221"/>
                    <a:pt x="1743" y="2151"/>
                  </a:cubicBezTo>
                  <a:cubicBezTo>
                    <a:pt x="2475" y="1812"/>
                    <a:pt x="2991" y="903"/>
                    <a:pt x="3208" y="462"/>
                  </a:cubicBezTo>
                  <a:cubicBezTo>
                    <a:pt x="3275" y="333"/>
                    <a:pt x="3201" y="184"/>
                    <a:pt x="3065" y="150"/>
                  </a:cubicBezTo>
                  <a:cubicBezTo>
                    <a:pt x="2793" y="85"/>
                    <a:pt x="2347" y="0"/>
                    <a:pt x="1879" y="0"/>
                  </a:cubicBezTo>
                  <a:close/>
                </a:path>
              </a:pathLst>
            </a:custGeom>
            <a:solidFill>
              <a:srgbClr val="C1CDD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205" name="Google Shape;19205;p46"/>
            <p:cNvSpPr/>
            <p:nvPr/>
          </p:nvSpPr>
          <p:spPr>
            <a:xfrm>
              <a:off x="2421080" y="3480857"/>
              <a:ext cx="85221" cy="47345"/>
            </a:xfrm>
            <a:custGeom>
              <a:rect b="b" l="l" r="r" t="t"/>
              <a:pathLst>
                <a:path extrusionOk="0" h="1805" w="3249">
                  <a:moveTo>
                    <a:pt x="1881" y="0"/>
                  </a:moveTo>
                  <a:cubicBezTo>
                    <a:pt x="1520" y="0"/>
                    <a:pt x="1146" y="50"/>
                    <a:pt x="828" y="198"/>
                  </a:cubicBezTo>
                  <a:cubicBezTo>
                    <a:pt x="190" y="496"/>
                    <a:pt x="0" y="1418"/>
                    <a:pt x="143" y="1717"/>
                  </a:cubicBezTo>
                  <a:cubicBezTo>
                    <a:pt x="156" y="1744"/>
                    <a:pt x="177" y="1778"/>
                    <a:pt x="204" y="1805"/>
                  </a:cubicBezTo>
                  <a:cubicBezTo>
                    <a:pt x="868" y="1113"/>
                    <a:pt x="2509" y="605"/>
                    <a:pt x="3221" y="408"/>
                  </a:cubicBezTo>
                  <a:cubicBezTo>
                    <a:pt x="3248" y="293"/>
                    <a:pt x="3180" y="177"/>
                    <a:pt x="3065" y="150"/>
                  </a:cubicBezTo>
                  <a:cubicBezTo>
                    <a:pt x="2797" y="85"/>
                    <a:pt x="2351" y="0"/>
                    <a:pt x="1881" y="0"/>
                  </a:cubicBezTo>
                  <a:close/>
                </a:path>
              </a:pathLst>
            </a:custGeom>
            <a:solidFill>
              <a:srgbClr val="D2DAE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206" name="Google Shape;19206;p46"/>
            <p:cNvSpPr/>
            <p:nvPr/>
          </p:nvSpPr>
          <p:spPr>
            <a:xfrm>
              <a:off x="2379269" y="3608807"/>
              <a:ext cx="129340" cy="76093"/>
            </a:xfrm>
            <a:custGeom>
              <a:rect b="b" l="l" r="r" t="t"/>
              <a:pathLst>
                <a:path extrusionOk="0" h="2901" w="4931">
                  <a:moveTo>
                    <a:pt x="4618" y="0"/>
                  </a:moveTo>
                  <a:cubicBezTo>
                    <a:pt x="4595" y="0"/>
                    <a:pt x="4570" y="4"/>
                    <a:pt x="4544" y="12"/>
                  </a:cubicBezTo>
                  <a:cubicBezTo>
                    <a:pt x="2008" y="751"/>
                    <a:pt x="225" y="2439"/>
                    <a:pt x="150" y="2514"/>
                  </a:cubicBezTo>
                  <a:cubicBezTo>
                    <a:pt x="1" y="2656"/>
                    <a:pt x="96" y="2900"/>
                    <a:pt x="306" y="2900"/>
                  </a:cubicBezTo>
                  <a:cubicBezTo>
                    <a:pt x="360" y="2900"/>
                    <a:pt x="414" y="2880"/>
                    <a:pt x="462" y="2839"/>
                  </a:cubicBezTo>
                  <a:cubicBezTo>
                    <a:pt x="476" y="2819"/>
                    <a:pt x="2238" y="1151"/>
                    <a:pt x="4666" y="446"/>
                  </a:cubicBezTo>
                  <a:cubicBezTo>
                    <a:pt x="4931" y="366"/>
                    <a:pt x="4849" y="0"/>
                    <a:pt x="4618" y="0"/>
                  </a:cubicBezTo>
                  <a:close/>
                </a:path>
              </a:pathLst>
            </a:custGeom>
            <a:solidFill>
              <a:srgbClr val="ADBCC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207" name="Google Shape;19207;p46"/>
            <p:cNvSpPr/>
            <p:nvPr/>
          </p:nvSpPr>
          <p:spPr>
            <a:xfrm>
              <a:off x="2274035" y="3568019"/>
              <a:ext cx="22400" cy="12485"/>
            </a:xfrm>
            <a:custGeom>
              <a:rect b="b" l="l" r="r" t="t"/>
              <a:pathLst>
                <a:path extrusionOk="0" h="476" w="854">
                  <a:moveTo>
                    <a:pt x="311" y="1"/>
                  </a:moveTo>
                  <a:cubicBezTo>
                    <a:pt x="25" y="1"/>
                    <a:pt x="1" y="428"/>
                    <a:pt x="290" y="455"/>
                  </a:cubicBezTo>
                  <a:cubicBezTo>
                    <a:pt x="290" y="455"/>
                    <a:pt x="378" y="455"/>
                    <a:pt x="514" y="475"/>
                  </a:cubicBezTo>
                  <a:lnTo>
                    <a:pt x="541" y="475"/>
                  </a:lnTo>
                  <a:cubicBezTo>
                    <a:pt x="826" y="475"/>
                    <a:pt x="853" y="48"/>
                    <a:pt x="562" y="21"/>
                  </a:cubicBezTo>
                  <a:lnTo>
                    <a:pt x="562" y="21"/>
                  </a:lnTo>
                  <a:lnTo>
                    <a:pt x="562" y="28"/>
                  </a:lnTo>
                  <a:cubicBezTo>
                    <a:pt x="406" y="7"/>
                    <a:pt x="317" y="1"/>
                    <a:pt x="317" y="1"/>
                  </a:cubicBezTo>
                  <a:cubicBezTo>
                    <a:pt x="315" y="1"/>
                    <a:pt x="313" y="1"/>
                    <a:pt x="311" y="1"/>
                  </a:cubicBezTo>
                  <a:close/>
                </a:path>
              </a:pathLst>
            </a:custGeom>
            <a:solidFill>
              <a:srgbClr val="ADBCC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208" name="Google Shape;19208;p46"/>
            <p:cNvSpPr/>
            <p:nvPr/>
          </p:nvSpPr>
          <p:spPr>
            <a:xfrm>
              <a:off x="2450012" y="3500398"/>
              <a:ext cx="20722" cy="13823"/>
            </a:xfrm>
            <a:custGeom>
              <a:rect b="b" l="l" r="r" t="t"/>
              <a:pathLst>
                <a:path extrusionOk="0" h="527" w="790">
                  <a:moveTo>
                    <a:pt x="547" y="0"/>
                  </a:moveTo>
                  <a:cubicBezTo>
                    <a:pt x="526" y="0"/>
                    <a:pt x="505" y="3"/>
                    <a:pt x="484" y="9"/>
                  </a:cubicBezTo>
                  <a:cubicBezTo>
                    <a:pt x="396" y="29"/>
                    <a:pt x="308" y="56"/>
                    <a:pt x="226" y="83"/>
                  </a:cubicBezTo>
                  <a:cubicBezTo>
                    <a:pt x="0" y="126"/>
                    <a:pt x="110" y="526"/>
                    <a:pt x="302" y="526"/>
                  </a:cubicBezTo>
                  <a:cubicBezTo>
                    <a:pt x="324" y="526"/>
                    <a:pt x="346" y="521"/>
                    <a:pt x="369" y="511"/>
                  </a:cubicBezTo>
                  <a:cubicBezTo>
                    <a:pt x="443" y="483"/>
                    <a:pt x="525" y="456"/>
                    <a:pt x="599" y="436"/>
                  </a:cubicBezTo>
                  <a:cubicBezTo>
                    <a:pt x="721" y="402"/>
                    <a:pt x="789" y="287"/>
                    <a:pt x="762" y="165"/>
                  </a:cubicBezTo>
                  <a:cubicBezTo>
                    <a:pt x="734" y="64"/>
                    <a:pt x="646" y="0"/>
                    <a:pt x="547" y="0"/>
                  </a:cubicBezTo>
                  <a:close/>
                </a:path>
              </a:pathLst>
            </a:custGeom>
            <a:solidFill>
              <a:srgbClr val="ADBCC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209" name="Google Shape;19209;p46"/>
            <p:cNvSpPr/>
            <p:nvPr/>
          </p:nvSpPr>
          <p:spPr>
            <a:xfrm>
              <a:off x="2303675" y="3396003"/>
              <a:ext cx="142088" cy="339390"/>
            </a:xfrm>
            <a:custGeom>
              <a:rect b="b" l="l" r="r" t="t"/>
              <a:pathLst>
                <a:path extrusionOk="0" h="12939" w="5417">
                  <a:moveTo>
                    <a:pt x="2876" y="0"/>
                  </a:moveTo>
                  <a:cubicBezTo>
                    <a:pt x="2738" y="0"/>
                    <a:pt x="2598" y="119"/>
                    <a:pt x="2652" y="293"/>
                  </a:cubicBezTo>
                  <a:cubicBezTo>
                    <a:pt x="3120" y="1758"/>
                    <a:pt x="3398" y="3270"/>
                    <a:pt x="3486" y="4802"/>
                  </a:cubicBezTo>
                  <a:cubicBezTo>
                    <a:pt x="2944" y="4063"/>
                    <a:pt x="2225" y="3473"/>
                    <a:pt x="1398" y="3080"/>
                  </a:cubicBezTo>
                  <a:cubicBezTo>
                    <a:pt x="1361" y="3063"/>
                    <a:pt x="1327" y="3055"/>
                    <a:pt x="1294" y="3055"/>
                  </a:cubicBezTo>
                  <a:cubicBezTo>
                    <a:pt x="1074" y="3055"/>
                    <a:pt x="968" y="3412"/>
                    <a:pt x="1228" y="3501"/>
                  </a:cubicBezTo>
                  <a:cubicBezTo>
                    <a:pt x="2212" y="3968"/>
                    <a:pt x="3018" y="4755"/>
                    <a:pt x="3520" y="5725"/>
                  </a:cubicBezTo>
                  <a:cubicBezTo>
                    <a:pt x="3527" y="6579"/>
                    <a:pt x="3480" y="7427"/>
                    <a:pt x="3385" y="8281"/>
                  </a:cubicBezTo>
                  <a:cubicBezTo>
                    <a:pt x="2740" y="7379"/>
                    <a:pt x="1439" y="6938"/>
                    <a:pt x="354" y="6721"/>
                  </a:cubicBezTo>
                  <a:cubicBezTo>
                    <a:pt x="341" y="6720"/>
                    <a:pt x="328" y="6719"/>
                    <a:pt x="316" y="6719"/>
                  </a:cubicBezTo>
                  <a:cubicBezTo>
                    <a:pt x="62" y="6719"/>
                    <a:pt x="0" y="7104"/>
                    <a:pt x="266" y="7162"/>
                  </a:cubicBezTo>
                  <a:cubicBezTo>
                    <a:pt x="1262" y="7366"/>
                    <a:pt x="2964" y="7874"/>
                    <a:pt x="3283" y="9088"/>
                  </a:cubicBezTo>
                  <a:cubicBezTo>
                    <a:pt x="2957" y="11224"/>
                    <a:pt x="2415" y="12600"/>
                    <a:pt x="2401" y="12627"/>
                  </a:cubicBezTo>
                  <a:cubicBezTo>
                    <a:pt x="2328" y="12805"/>
                    <a:pt x="2474" y="12939"/>
                    <a:pt x="2618" y="12939"/>
                  </a:cubicBezTo>
                  <a:cubicBezTo>
                    <a:pt x="2700" y="12939"/>
                    <a:pt x="2780" y="12897"/>
                    <a:pt x="2822" y="12797"/>
                  </a:cubicBezTo>
                  <a:cubicBezTo>
                    <a:pt x="2829" y="12763"/>
                    <a:pt x="3398" y="11332"/>
                    <a:pt x="3737" y="9108"/>
                  </a:cubicBezTo>
                  <a:lnTo>
                    <a:pt x="3737" y="9101"/>
                  </a:lnTo>
                  <a:cubicBezTo>
                    <a:pt x="3859" y="8254"/>
                    <a:pt x="3941" y="7393"/>
                    <a:pt x="3961" y="6538"/>
                  </a:cubicBezTo>
                  <a:cubicBezTo>
                    <a:pt x="4151" y="5833"/>
                    <a:pt x="4598" y="5230"/>
                    <a:pt x="5209" y="4843"/>
                  </a:cubicBezTo>
                  <a:cubicBezTo>
                    <a:pt x="5417" y="4708"/>
                    <a:pt x="5284" y="4424"/>
                    <a:pt x="5090" y="4424"/>
                  </a:cubicBezTo>
                  <a:cubicBezTo>
                    <a:pt x="5050" y="4424"/>
                    <a:pt x="5007" y="4436"/>
                    <a:pt x="4965" y="4463"/>
                  </a:cubicBezTo>
                  <a:cubicBezTo>
                    <a:pt x="4564" y="4721"/>
                    <a:pt x="4219" y="5060"/>
                    <a:pt x="3961" y="5453"/>
                  </a:cubicBezTo>
                  <a:cubicBezTo>
                    <a:pt x="3920" y="3657"/>
                    <a:pt x="3629" y="1873"/>
                    <a:pt x="3086" y="158"/>
                  </a:cubicBezTo>
                  <a:cubicBezTo>
                    <a:pt x="3050" y="48"/>
                    <a:pt x="2963" y="0"/>
                    <a:pt x="2876" y="0"/>
                  </a:cubicBezTo>
                  <a:close/>
                </a:path>
              </a:pathLst>
            </a:custGeom>
            <a:solidFill>
              <a:srgbClr val="ADBCC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9210" name="Google Shape;19210;p46"/>
          <p:cNvGrpSpPr/>
          <p:nvPr/>
        </p:nvGrpSpPr>
        <p:grpSpPr>
          <a:xfrm>
            <a:off x="5492823" y="3385563"/>
            <a:ext cx="375325" cy="329606"/>
            <a:chOff x="5492823" y="3385563"/>
            <a:chExt cx="375325" cy="329606"/>
          </a:xfrm>
        </p:grpSpPr>
        <p:sp>
          <p:nvSpPr>
            <p:cNvPr id="19211" name="Google Shape;19211;p46"/>
            <p:cNvSpPr/>
            <p:nvPr/>
          </p:nvSpPr>
          <p:spPr>
            <a:xfrm>
              <a:off x="5531617" y="3399019"/>
              <a:ext cx="53719" cy="53404"/>
            </a:xfrm>
            <a:custGeom>
              <a:rect b="b" l="l" r="r" t="t"/>
              <a:pathLst>
                <a:path extrusionOk="0" h="2036" w="2048">
                  <a:moveTo>
                    <a:pt x="881" y="1"/>
                  </a:moveTo>
                  <a:cubicBezTo>
                    <a:pt x="744" y="1"/>
                    <a:pt x="609" y="37"/>
                    <a:pt x="488" y="111"/>
                  </a:cubicBezTo>
                  <a:cubicBezTo>
                    <a:pt x="109" y="341"/>
                    <a:pt x="0" y="850"/>
                    <a:pt x="305" y="1324"/>
                  </a:cubicBezTo>
                  <a:cubicBezTo>
                    <a:pt x="549" y="1704"/>
                    <a:pt x="1031" y="2036"/>
                    <a:pt x="1409" y="2036"/>
                  </a:cubicBezTo>
                  <a:cubicBezTo>
                    <a:pt x="1504" y="2036"/>
                    <a:pt x="1592" y="2015"/>
                    <a:pt x="1668" y="1968"/>
                  </a:cubicBezTo>
                  <a:cubicBezTo>
                    <a:pt x="2048" y="1738"/>
                    <a:pt x="1987" y="965"/>
                    <a:pt x="1682" y="490"/>
                  </a:cubicBezTo>
                  <a:cubicBezTo>
                    <a:pt x="1478" y="167"/>
                    <a:pt x="1174" y="1"/>
                    <a:pt x="881" y="1"/>
                  </a:cubicBezTo>
                  <a:close/>
                </a:path>
              </a:pathLst>
            </a:custGeom>
            <a:solidFill>
              <a:srgbClr val="697D9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212" name="Google Shape;19212;p46"/>
            <p:cNvSpPr/>
            <p:nvPr/>
          </p:nvSpPr>
          <p:spPr>
            <a:xfrm>
              <a:off x="5492823" y="3446417"/>
              <a:ext cx="50729" cy="42388"/>
            </a:xfrm>
            <a:custGeom>
              <a:rect b="b" l="l" r="r" t="t"/>
              <a:pathLst>
                <a:path extrusionOk="0" h="1616" w="1934">
                  <a:moveTo>
                    <a:pt x="726" y="0"/>
                  </a:moveTo>
                  <a:cubicBezTo>
                    <a:pt x="538" y="0"/>
                    <a:pt x="366" y="75"/>
                    <a:pt x="245" y="216"/>
                  </a:cubicBezTo>
                  <a:cubicBezTo>
                    <a:pt x="1" y="501"/>
                    <a:pt x="42" y="941"/>
                    <a:pt x="414" y="1267"/>
                  </a:cubicBezTo>
                  <a:cubicBezTo>
                    <a:pt x="655" y="1472"/>
                    <a:pt x="1010" y="1615"/>
                    <a:pt x="1298" y="1615"/>
                  </a:cubicBezTo>
                  <a:cubicBezTo>
                    <a:pt x="1457" y="1615"/>
                    <a:pt x="1596" y="1572"/>
                    <a:pt x="1682" y="1470"/>
                  </a:cubicBezTo>
                  <a:cubicBezTo>
                    <a:pt x="1933" y="1192"/>
                    <a:pt x="1682" y="562"/>
                    <a:pt x="1316" y="243"/>
                  </a:cubicBezTo>
                  <a:cubicBezTo>
                    <a:pt x="1128" y="78"/>
                    <a:pt x="918" y="0"/>
                    <a:pt x="726" y="0"/>
                  </a:cubicBezTo>
                  <a:close/>
                </a:path>
              </a:pathLst>
            </a:custGeom>
            <a:solidFill>
              <a:srgbClr val="697D9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213" name="Google Shape;19213;p46"/>
            <p:cNvSpPr/>
            <p:nvPr/>
          </p:nvSpPr>
          <p:spPr>
            <a:xfrm>
              <a:off x="5654321" y="3412318"/>
              <a:ext cx="43437" cy="47660"/>
            </a:xfrm>
            <a:custGeom>
              <a:rect b="b" l="l" r="r" t="t"/>
              <a:pathLst>
                <a:path extrusionOk="0" h="1817" w="1656">
                  <a:moveTo>
                    <a:pt x="917" y="0"/>
                  </a:moveTo>
                  <a:cubicBezTo>
                    <a:pt x="645" y="0"/>
                    <a:pt x="369" y="174"/>
                    <a:pt x="211" y="505"/>
                  </a:cubicBezTo>
                  <a:cubicBezTo>
                    <a:pt x="1" y="946"/>
                    <a:pt x="14" y="1617"/>
                    <a:pt x="353" y="1780"/>
                  </a:cubicBezTo>
                  <a:cubicBezTo>
                    <a:pt x="405" y="1805"/>
                    <a:pt x="462" y="1817"/>
                    <a:pt x="522" y="1817"/>
                  </a:cubicBezTo>
                  <a:cubicBezTo>
                    <a:pt x="849" y="1817"/>
                    <a:pt x="1260" y="1467"/>
                    <a:pt x="1438" y="1089"/>
                  </a:cubicBezTo>
                  <a:cubicBezTo>
                    <a:pt x="1655" y="648"/>
                    <a:pt x="1520" y="221"/>
                    <a:pt x="1181" y="58"/>
                  </a:cubicBezTo>
                  <a:cubicBezTo>
                    <a:pt x="1096" y="19"/>
                    <a:pt x="1007" y="0"/>
                    <a:pt x="917" y="0"/>
                  </a:cubicBezTo>
                  <a:close/>
                </a:path>
              </a:pathLst>
            </a:custGeom>
            <a:solidFill>
              <a:srgbClr val="697D9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214" name="Google Shape;19214;p46"/>
            <p:cNvSpPr/>
            <p:nvPr/>
          </p:nvSpPr>
          <p:spPr>
            <a:xfrm>
              <a:off x="5541742" y="3464332"/>
              <a:ext cx="135373" cy="89182"/>
            </a:xfrm>
            <a:custGeom>
              <a:rect b="b" l="l" r="r" t="t"/>
              <a:pathLst>
                <a:path extrusionOk="0" h="3400" w="5161">
                  <a:moveTo>
                    <a:pt x="2723" y="0"/>
                  </a:moveTo>
                  <a:cubicBezTo>
                    <a:pt x="2543" y="0"/>
                    <a:pt x="2362" y="18"/>
                    <a:pt x="2184" y="55"/>
                  </a:cubicBezTo>
                  <a:cubicBezTo>
                    <a:pt x="862" y="326"/>
                    <a:pt x="1" y="1547"/>
                    <a:pt x="204" y="2537"/>
                  </a:cubicBezTo>
                  <a:cubicBezTo>
                    <a:pt x="336" y="3180"/>
                    <a:pt x="853" y="3400"/>
                    <a:pt x="1562" y="3400"/>
                  </a:cubicBezTo>
                  <a:cubicBezTo>
                    <a:pt x="1943" y="3400"/>
                    <a:pt x="2380" y="3336"/>
                    <a:pt x="2842" y="3242"/>
                  </a:cubicBezTo>
                  <a:cubicBezTo>
                    <a:pt x="4157" y="2970"/>
                    <a:pt x="5161" y="2503"/>
                    <a:pt x="4910" y="1519"/>
                  </a:cubicBezTo>
                  <a:cubicBezTo>
                    <a:pt x="4645" y="523"/>
                    <a:pt x="3818" y="204"/>
                    <a:pt x="3465" y="102"/>
                  </a:cubicBezTo>
                  <a:cubicBezTo>
                    <a:pt x="3224" y="35"/>
                    <a:pt x="2974" y="0"/>
                    <a:pt x="2723" y="0"/>
                  </a:cubicBezTo>
                  <a:close/>
                </a:path>
              </a:pathLst>
            </a:custGeom>
            <a:solidFill>
              <a:srgbClr val="697D9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215" name="Google Shape;19215;p46"/>
            <p:cNvSpPr/>
            <p:nvPr/>
          </p:nvSpPr>
          <p:spPr>
            <a:xfrm>
              <a:off x="5596877" y="3385563"/>
              <a:ext cx="46270" cy="57470"/>
            </a:xfrm>
            <a:custGeom>
              <a:rect b="b" l="l" r="r" t="t"/>
              <a:pathLst>
                <a:path extrusionOk="0" h="2191" w="1764">
                  <a:moveTo>
                    <a:pt x="900" y="1"/>
                  </a:moveTo>
                  <a:cubicBezTo>
                    <a:pt x="513" y="1"/>
                    <a:pt x="174" y="303"/>
                    <a:pt x="89" y="800"/>
                  </a:cubicBezTo>
                  <a:cubicBezTo>
                    <a:pt x="1" y="1356"/>
                    <a:pt x="245" y="2102"/>
                    <a:pt x="679" y="2183"/>
                  </a:cubicBezTo>
                  <a:cubicBezTo>
                    <a:pt x="705" y="2188"/>
                    <a:pt x="732" y="2190"/>
                    <a:pt x="758" y="2190"/>
                  </a:cubicBezTo>
                  <a:cubicBezTo>
                    <a:pt x="1174" y="2190"/>
                    <a:pt x="1586" y="1614"/>
                    <a:pt x="1675" y="1091"/>
                  </a:cubicBezTo>
                  <a:cubicBezTo>
                    <a:pt x="1764" y="542"/>
                    <a:pt x="1472" y="95"/>
                    <a:pt x="1038" y="13"/>
                  </a:cubicBezTo>
                  <a:cubicBezTo>
                    <a:pt x="991" y="5"/>
                    <a:pt x="945" y="1"/>
                    <a:pt x="900" y="1"/>
                  </a:cubicBezTo>
                  <a:close/>
                </a:path>
              </a:pathLst>
            </a:custGeom>
            <a:solidFill>
              <a:srgbClr val="697D9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216" name="Google Shape;19216;p46"/>
            <p:cNvSpPr/>
            <p:nvPr/>
          </p:nvSpPr>
          <p:spPr>
            <a:xfrm>
              <a:off x="5542109" y="3467532"/>
              <a:ext cx="50519" cy="85956"/>
            </a:xfrm>
            <a:custGeom>
              <a:rect b="b" l="l" r="r" t="t"/>
              <a:pathLst>
                <a:path extrusionOk="0" h="3277" w="1926">
                  <a:moveTo>
                    <a:pt x="1926" y="1"/>
                  </a:moveTo>
                  <a:cubicBezTo>
                    <a:pt x="746" y="360"/>
                    <a:pt x="0" y="1492"/>
                    <a:pt x="190" y="2415"/>
                  </a:cubicBezTo>
                  <a:cubicBezTo>
                    <a:pt x="320" y="3063"/>
                    <a:pt x="839" y="3277"/>
                    <a:pt x="1542" y="3277"/>
                  </a:cubicBezTo>
                  <a:cubicBezTo>
                    <a:pt x="1575" y="3277"/>
                    <a:pt x="1608" y="3277"/>
                    <a:pt x="1641" y="3276"/>
                  </a:cubicBezTo>
                  <a:cubicBezTo>
                    <a:pt x="1465" y="3106"/>
                    <a:pt x="1343" y="2882"/>
                    <a:pt x="1282" y="2645"/>
                  </a:cubicBezTo>
                  <a:cubicBezTo>
                    <a:pt x="1031" y="1791"/>
                    <a:pt x="1295" y="726"/>
                    <a:pt x="1926" y="1"/>
                  </a:cubicBezTo>
                  <a:close/>
                </a:path>
              </a:pathLst>
            </a:custGeom>
            <a:solidFill>
              <a:srgbClr val="4F647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217" name="Google Shape;19217;p46"/>
            <p:cNvSpPr/>
            <p:nvPr/>
          </p:nvSpPr>
          <p:spPr>
            <a:xfrm>
              <a:off x="5492823" y="3450273"/>
              <a:ext cx="46821" cy="38532"/>
            </a:xfrm>
            <a:custGeom>
              <a:rect b="b" l="l" r="r" t="t"/>
              <a:pathLst>
                <a:path extrusionOk="0" h="1469" w="1785">
                  <a:moveTo>
                    <a:pt x="320" y="1"/>
                  </a:moveTo>
                  <a:cubicBezTo>
                    <a:pt x="299" y="21"/>
                    <a:pt x="272" y="42"/>
                    <a:pt x="252" y="69"/>
                  </a:cubicBezTo>
                  <a:cubicBezTo>
                    <a:pt x="1" y="354"/>
                    <a:pt x="48" y="801"/>
                    <a:pt x="421" y="1120"/>
                  </a:cubicBezTo>
                  <a:cubicBezTo>
                    <a:pt x="661" y="1325"/>
                    <a:pt x="1014" y="1468"/>
                    <a:pt x="1302" y="1468"/>
                  </a:cubicBezTo>
                  <a:cubicBezTo>
                    <a:pt x="1461" y="1468"/>
                    <a:pt x="1600" y="1425"/>
                    <a:pt x="1689" y="1323"/>
                  </a:cubicBezTo>
                  <a:cubicBezTo>
                    <a:pt x="1744" y="1262"/>
                    <a:pt x="1777" y="1181"/>
                    <a:pt x="1784" y="1099"/>
                  </a:cubicBezTo>
                  <a:cubicBezTo>
                    <a:pt x="1452" y="1099"/>
                    <a:pt x="1011" y="910"/>
                    <a:pt x="713" y="645"/>
                  </a:cubicBezTo>
                  <a:cubicBezTo>
                    <a:pt x="509" y="482"/>
                    <a:pt x="374" y="259"/>
                    <a:pt x="320" y="1"/>
                  </a:cubicBezTo>
                  <a:close/>
                </a:path>
              </a:pathLst>
            </a:custGeom>
            <a:solidFill>
              <a:srgbClr val="4F647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218" name="Google Shape;19218;p46"/>
            <p:cNvSpPr/>
            <p:nvPr/>
          </p:nvSpPr>
          <p:spPr>
            <a:xfrm>
              <a:off x="5531774" y="3399596"/>
              <a:ext cx="44486" cy="52827"/>
            </a:xfrm>
            <a:custGeom>
              <a:rect b="b" l="l" r="r" t="t"/>
              <a:pathLst>
                <a:path extrusionOk="0" h="2014" w="1696">
                  <a:moveTo>
                    <a:pt x="713" y="0"/>
                  </a:moveTo>
                  <a:cubicBezTo>
                    <a:pt x="631" y="14"/>
                    <a:pt x="557" y="48"/>
                    <a:pt x="482" y="89"/>
                  </a:cubicBezTo>
                  <a:cubicBezTo>
                    <a:pt x="103" y="319"/>
                    <a:pt x="1" y="821"/>
                    <a:pt x="299" y="1302"/>
                  </a:cubicBezTo>
                  <a:cubicBezTo>
                    <a:pt x="543" y="1682"/>
                    <a:pt x="1025" y="2014"/>
                    <a:pt x="1403" y="2014"/>
                  </a:cubicBezTo>
                  <a:cubicBezTo>
                    <a:pt x="1498" y="2014"/>
                    <a:pt x="1586" y="1993"/>
                    <a:pt x="1662" y="1946"/>
                  </a:cubicBezTo>
                  <a:cubicBezTo>
                    <a:pt x="1676" y="1933"/>
                    <a:pt x="1682" y="1926"/>
                    <a:pt x="1696" y="1913"/>
                  </a:cubicBezTo>
                  <a:cubicBezTo>
                    <a:pt x="1357" y="1763"/>
                    <a:pt x="998" y="1404"/>
                    <a:pt x="801" y="1031"/>
                  </a:cubicBezTo>
                  <a:cubicBezTo>
                    <a:pt x="591" y="645"/>
                    <a:pt x="577" y="272"/>
                    <a:pt x="713" y="0"/>
                  </a:cubicBezTo>
                  <a:close/>
                </a:path>
              </a:pathLst>
            </a:custGeom>
            <a:solidFill>
              <a:srgbClr val="4F647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219" name="Google Shape;19219;p46"/>
            <p:cNvSpPr/>
            <p:nvPr/>
          </p:nvSpPr>
          <p:spPr>
            <a:xfrm>
              <a:off x="5597244" y="3385563"/>
              <a:ext cx="34886" cy="55686"/>
            </a:xfrm>
            <a:custGeom>
              <a:rect b="b" l="l" r="r" t="t"/>
              <a:pathLst>
                <a:path extrusionOk="0" h="2123" w="1330">
                  <a:moveTo>
                    <a:pt x="886" y="1"/>
                  </a:moveTo>
                  <a:cubicBezTo>
                    <a:pt x="500" y="1"/>
                    <a:pt x="160" y="303"/>
                    <a:pt x="81" y="800"/>
                  </a:cubicBezTo>
                  <a:cubicBezTo>
                    <a:pt x="0" y="1281"/>
                    <a:pt x="176" y="1912"/>
                    <a:pt x="509" y="2122"/>
                  </a:cubicBezTo>
                  <a:cubicBezTo>
                    <a:pt x="421" y="1729"/>
                    <a:pt x="434" y="1315"/>
                    <a:pt x="563" y="936"/>
                  </a:cubicBezTo>
                  <a:cubicBezTo>
                    <a:pt x="712" y="508"/>
                    <a:pt x="1004" y="237"/>
                    <a:pt x="1329" y="142"/>
                  </a:cubicBezTo>
                  <a:cubicBezTo>
                    <a:pt x="1234" y="81"/>
                    <a:pt x="1132" y="34"/>
                    <a:pt x="1024" y="13"/>
                  </a:cubicBezTo>
                  <a:cubicBezTo>
                    <a:pt x="977" y="5"/>
                    <a:pt x="931" y="1"/>
                    <a:pt x="886" y="1"/>
                  </a:cubicBezTo>
                  <a:close/>
                </a:path>
              </a:pathLst>
            </a:custGeom>
            <a:solidFill>
              <a:srgbClr val="4F647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220" name="Google Shape;19220;p46"/>
            <p:cNvSpPr/>
            <p:nvPr/>
          </p:nvSpPr>
          <p:spPr>
            <a:xfrm>
              <a:off x="5654872" y="3412292"/>
              <a:ext cx="38086" cy="42807"/>
            </a:xfrm>
            <a:custGeom>
              <a:rect b="b" l="l" r="r" t="t"/>
              <a:pathLst>
                <a:path extrusionOk="0" h="1632" w="1452">
                  <a:moveTo>
                    <a:pt x="892" y="0"/>
                  </a:moveTo>
                  <a:cubicBezTo>
                    <a:pt x="622" y="0"/>
                    <a:pt x="347" y="172"/>
                    <a:pt x="190" y="506"/>
                  </a:cubicBezTo>
                  <a:cubicBezTo>
                    <a:pt x="20" y="859"/>
                    <a:pt x="0" y="1368"/>
                    <a:pt x="176" y="1632"/>
                  </a:cubicBezTo>
                  <a:cubicBezTo>
                    <a:pt x="244" y="1293"/>
                    <a:pt x="400" y="974"/>
                    <a:pt x="631" y="717"/>
                  </a:cubicBezTo>
                  <a:cubicBezTo>
                    <a:pt x="829" y="485"/>
                    <a:pt x="1124" y="357"/>
                    <a:pt x="1428" y="357"/>
                  </a:cubicBezTo>
                  <a:cubicBezTo>
                    <a:pt x="1435" y="357"/>
                    <a:pt x="1443" y="357"/>
                    <a:pt x="1451" y="357"/>
                  </a:cubicBezTo>
                  <a:cubicBezTo>
                    <a:pt x="1390" y="228"/>
                    <a:pt x="1288" y="120"/>
                    <a:pt x="1160" y="59"/>
                  </a:cubicBezTo>
                  <a:cubicBezTo>
                    <a:pt x="1074" y="20"/>
                    <a:pt x="983" y="0"/>
                    <a:pt x="892" y="0"/>
                  </a:cubicBezTo>
                  <a:close/>
                </a:path>
              </a:pathLst>
            </a:custGeom>
            <a:solidFill>
              <a:srgbClr val="4F647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221" name="Google Shape;19221;p46"/>
            <p:cNvSpPr/>
            <p:nvPr/>
          </p:nvSpPr>
          <p:spPr>
            <a:xfrm>
              <a:off x="5730624" y="3541868"/>
              <a:ext cx="43070" cy="57863"/>
            </a:xfrm>
            <a:custGeom>
              <a:rect b="b" l="l" r="r" t="t"/>
              <a:pathLst>
                <a:path extrusionOk="0" h="2206" w="1642">
                  <a:moveTo>
                    <a:pt x="807" y="0"/>
                  </a:moveTo>
                  <a:cubicBezTo>
                    <a:pt x="381" y="0"/>
                    <a:pt x="27" y="362"/>
                    <a:pt x="14" y="910"/>
                  </a:cubicBezTo>
                  <a:cubicBezTo>
                    <a:pt x="1" y="1472"/>
                    <a:pt x="346" y="2184"/>
                    <a:pt x="787" y="2205"/>
                  </a:cubicBezTo>
                  <a:cubicBezTo>
                    <a:pt x="794" y="2205"/>
                    <a:pt x="800" y="2205"/>
                    <a:pt x="807" y="2205"/>
                  </a:cubicBezTo>
                  <a:cubicBezTo>
                    <a:pt x="1246" y="2205"/>
                    <a:pt x="1608" y="1539"/>
                    <a:pt x="1628" y="984"/>
                  </a:cubicBezTo>
                  <a:cubicBezTo>
                    <a:pt x="1642" y="415"/>
                    <a:pt x="1289" y="21"/>
                    <a:pt x="841" y="1"/>
                  </a:cubicBezTo>
                  <a:cubicBezTo>
                    <a:pt x="830" y="0"/>
                    <a:pt x="818" y="0"/>
                    <a:pt x="807" y="0"/>
                  </a:cubicBezTo>
                  <a:close/>
                </a:path>
              </a:pathLst>
            </a:custGeom>
            <a:solidFill>
              <a:srgbClr val="697D9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222" name="Google Shape;19222;p46"/>
            <p:cNvSpPr/>
            <p:nvPr/>
          </p:nvSpPr>
          <p:spPr>
            <a:xfrm>
              <a:off x="5672472" y="3557868"/>
              <a:ext cx="41102" cy="49260"/>
            </a:xfrm>
            <a:custGeom>
              <a:rect b="b" l="l" r="r" t="t"/>
              <a:pathLst>
                <a:path extrusionOk="0" h="1878" w="1567">
                  <a:moveTo>
                    <a:pt x="728" y="1"/>
                  </a:moveTo>
                  <a:cubicBezTo>
                    <a:pt x="675" y="1"/>
                    <a:pt x="622" y="8"/>
                    <a:pt x="570" y="22"/>
                  </a:cubicBezTo>
                  <a:cubicBezTo>
                    <a:pt x="211" y="123"/>
                    <a:pt x="0" y="516"/>
                    <a:pt x="122" y="991"/>
                  </a:cubicBezTo>
                  <a:cubicBezTo>
                    <a:pt x="240" y="1420"/>
                    <a:pt x="626" y="1877"/>
                    <a:pt x="972" y="1877"/>
                  </a:cubicBezTo>
                  <a:cubicBezTo>
                    <a:pt x="1003" y="1877"/>
                    <a:pt x="1034" y="1874"/>
                    <a:pt x="1065" y="1866"/>
                  </a:cubicBezTo>
                  <a:cubicBezTo>
                    <a:pt x="1424" y="1771"/>
                    <a:pt x="1567" y="1113"/>
                    <a:pt x="1438" y="639"/>
                  </a:cubicBezTo>
                  <a:cubicBezTo>
                    <a:pt x="1334" y="233"/>
                    <a:pt x="1036" y="1"/>
                    <a:pt x="728" y="1"/>
                  </a:cubicBezTo>
                  <a:close/>
                </a:path>
              </a:pathLst>
            </a:custGeom>
            <a:solidFill>
              <a:srgbClr val="697D9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223" name="Google Shape;19223;p46"/>
            <p:cNvSpPr/>
            <p:nvPr/>
          </p:nvSpPr>
          <p:spPr>
            <a:xfrm>
              <a:off x="5815111" y="3621974"/>
              <a:ext cx="53037" cy="39712"/>
            </a:xfrm>
            <a:custGeom>
              <a:rect b="b" l="l" r="r" t="t"/>
              <a:pathLst>
                <a:path extrusionOk="0" h="1514" w="2022">
                  <a:moveTo>
                    <a:pt x="1262" y="1"/>
                  </a:moveTo>
                  <a:cubicBezTo>
                    <a:pt x="1109" y="1"/>
                    <a:pt x="944" y="46"/>
                    <a:pt x="780" y="141"/>
                  </a:cubicBezTo>
                  <a:cubicBezTo>
                    <a:pt x="353" y="391"/>
                    <a:pt x="0" y="961"/>
                    <a:pt x="183" y="1286"/>
                  </a:cubicBezTo>
                  <a:cubicBezTo>
                    <a:pt x="277" y="1444"/>
                    <a:pt x="490" y="1514"/>
                    <a:pt x="732" y="1514"/>
                  </a:cubicBezTo>
                  <a:cubicBezTo>
                    <a:pt x="980" y="1514"/>
                    <a:pt x="1259" y="1441"/>
                    <a:pt x="1472" y="1314"/>
                  </a:cubicBezTo>
                  <a:cubicBezTo>
                    <a:pt x="1892" y="1063"/>
                    <a:pt x="2021" y="636"/>
                    <a:pt x="1824" y="310"/>
                  </a:cubicBezTo>
                  <a:cubicBezTo>
                    <a:pt x="1708" y="111"/>
                    <a:pt x="1501" y="1"/>
                    <a:pt x="1262" y="1"/>
                  </a:cubicBezTo>
                  <a:close/>
                </a:path>
              </a:pathLst>
            </a:custGeom>
            <a:solidFill>
              <a:srgbClr val="697D9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224" name="Google Shape;19224;p46"/>
            <p:cNvSpPr/>
            <p:nvPr/>
          </p:nvSpPr>
          <p:spPr>
            <a:xfrm>
              <a:off x="5673180" y="3620138"/>
              <a:ext cx="136265" cy="95031"/>
            </a:xfrm>
            <a:custGeom>
              <a:rect b="b" l="l" r="r" t="t"/>
              <a:pathLst>
                <a:path extrusionOk="0" h="3623" w="5195">
                  <a:moveTo>
                    <a:pt x="2409" y="1"/>
                  </a:moveTo>
                  <a:cubicBezTo>
                    <a:pt x="1494" y="1"/>
                    <a:pt x="664" y="472"/>
                    <a:pt x="380" y="1160"/>
                  </a:cubicBezTo>
                  <a:cubicBezTo>
                    <a:pt x="0" y="2096"/>
                    <a:pt x="936" y="2699"/>
                    <a:pt x="2177" y="3214"/>
                  </a:cubicBezTo>
                  <a:cubicBezTo>
                    <a:pt x="2775" y="3458"/>
                    <a:pt x="3338" y="3622"/>
                    <a:pt x="3799" y="3622"/>
                  </a:cubicBezTo>
                  <a:cubicBezTo>
                    <a:pt x="4301" y="3622"/>
                    <a:pt x="4682" y="3428"/>
                    <a:pt x="4855" y="2930"/>
                  </a:cubicBezTo>
                  <a:cubicBezTo>
                    <a:pt x="5194" y="1953"/>
                    <a:pt x="4686" y="1234"/>
                    <a:pt x="4449" y="956"/>
                  </a:cubicBezTo>
                  <a:cubicBezTo>
                    <a:pt x="4164" y="624"/>
                    <a:pt x="3811" y="367"/>
                    <a:pt x="3411" y="197"/>
                  </a:cubicBezTo>
                  <a:cubicBezTo>
                    <a:pt x="3080" y="62"/>
                    <a:pt x="2739" y="1"/>
                    <a:pt x="2409" y="1"/>
                  </a:cubicBezTo>
                  <a:close/>
                </a:path>
              </a:pathLst>
            </a:custGeom>
            <a:solidFill>
              <a:srgbClr val="697D9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225" name="Google Shape;19225;p46"/>
            <p:cNvSpPr/>
            <p:nvPr/>
          </p:nvSpPr>
          <p:spPr>
            <a:xfrm>
              <a:off x="5779884" y="3567363"/>
              <a:ext cx="56237" cy="51280"/>
            </a:xfrm>
            <a:custGeom>
              <a:rect b="b" l="l" r="r" t="t"/>
              <a:pathLst>
                <a:path extrusionOk="0" h="1955" w="2144">
                  <a:moveTo>
                    <a:pt x="1308" y="1"/>
                  </a:moveTo>
                  <a:cubicBezTo>
                    <a:pt x="1070" y="1"/>
                    <a:pt x="818" y="109"/>
                    <a:pt x="604" y="338"/>
                  </a:cubicBezTo>
                  <a:cubicBezTo>
                    <a:pt x="218" y="751"/>
                    <a:pt x="1" y="1504"/>
                    <a:pt x="320" y="1816"/>
                  </a:cubicBezTo>
                  <a:cubicBezTo>
                    <a:pt x="418" y="1912"/>
                    <a:pt x="556" y="1954"/>
                    <a:pt x="711" y="1954"/>
                  </a:cubicBezTo>
                  <a:cubicBezTo>
                    <a:pt x="1058" y="1954"/>
                    <a:pt x="1490" y="1744"/>
                    <a:pt x="1757" y="1463"/>
                  </a:cubicBezTo>
                  <a:cubicBezTo>
                    <a:pt x="2144" y="1050"/>
                    <a:pt x="2144" y="521"/>
                    <a:pt x="1825" y="209"/>
                  </a:cubicBezTo>
                  <a:cubicBezTo>
                    <a:pt x="1682" y="72"/>
                    <a:pt x="1500" y="1"/>
                    <a:pt x="1308" y="1"/>
                  </a:cubicBezTo>
                  <a:close/>
                </a:path>
              </a:pathLst>
            </a:custGeom>
            <a:solidFill>
              <a:srgbClr val="697D9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226" name="Google Shape;19226;p46"/>
            <p:cNvSpPr/>
            <p:nvPr/>
          </p:nvSpPr>
          <p:spPr>
            <a:xfrm>
              <a:off x="5676380" y="3620243"/>
              <a:ext cx="79897" cy="70349"/>
            </a:xfrm>
            <a:custGeom>
              <a:rect b="b" l="l" r="r" t="t"/>
              <a:pathLst>
                <a:path extrusionOk="0" h="2682" w="3046">
                  <a:moveTo>
                    <a:pt x="2283" y="0"/>
                  </a:moveTo>
                  <a:cubicBezTo>
                    <a:pt x="1369" y="0"/>
                    <a:pt x="540" y="470"/>
                    <a:pt x="258" y="1156"/>
                  </a:cubicBezTo>
                  <a:cubicBezTo>
                    <a:pt x="1" y="1793"/>
                    <a:pt x="346" y="2275"/>
                    <a:pt x="990" y="2681"/>
                  </a:cubicBezTo>
                  <a:cubicBezTo>
                    <a:pt x="943" y="2437"/>
                    <a:pt x="957" y="2186"/>
                    <a:pt x="1038" y="1949"/>
                  </a:cubicBezTo>
                  <a:cubicBezTo>
                    <a:pt x="1309" y="1102"/>
                    <a:pt x="2123" y="363"/>
                    <a:pt x="3045" y="112"/>
                  </a:cubicBezTo>
                  <a:cubicBezTo>
                    <a:pt x="2791" y="36"/>
                    <a:pt x="2534" y="0"/>
                    <a:pt x="2283" y="0"/>
                  </a:cubicBezTo>
                  <a:close/>
                </a:path>
              </a:pathLst>
            </a:custGeom>
            <a:solidFill>
              <a:srgbClr val="4F647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227" name="Google Shape;19227;p46"/>
            <p:cNvSpPr/>
            <p:nvPr/>
          </p:nvSpPr>
          <p:spPr>
            <a:xfrm>
              <a:off x="5672289" y="3558052"/>
              <a:ext cx="33286" cy="49076"/>
            </a:xfrm>
            <a:custGeom>
              <a:rect b="b" l="l" r="r" t="t"/>
              <a:pathLst>
                <a:path extrusionOk="0" h="1871" w="1269">
                  <a:moveTo>
                    <a:pt x="672" y="1"/>
                  </a:moveTo>
                  <a:cubicBezTo>
                    <a:pt x="638" y="1"/>
                    <a:pt x="611" y="8"/>
                    <a:pt x="577" y="15"/>
                  </a:cubicBezTo>
                  <a:cubicBezTo>
                    <a:pt x="211" y="116"/>
                    <a:pt x="1" y="509"/>
                    <a:pt x="129" y="984"/>
                  </a:cubicBezTo>
                  <a:cubicBezTo>
                    <a:pt x="247" y="1413"/>
                    <a:pt x="633" y="1870"/>
                    <a:pt x="979" y="1870"/>
                  </a:cubicBezTo>
                  <a:cubicBezTo>
                    <a:pt x="1010" y="1870"/>
                    <a:pt x="1041" y="1867"/>
                    <a:pt x="1072" y="1859"/>
                  </a:cubicBezTo>
                  <a:cubicBezTo>
                    <a:pt x="1146" y="1832"/>
                    <a:pt x="1221" y="1784"/>
                    <a:pt x="1269" y="1723"/>
                  </a:cubicBezTo>
                  <a:cubicBezTo>
                    <a:pt x="997" y="1540"/>
                    <a:pt x="740" y="1140"/>
                    <a:pt x="638" y="754"/>
                  </a:cubicBezTo>
                  <a:cubicBezTo>
                    <a:pt x="563" y="503"/>
                    <a:pt x="577" y="238"/>
                    <a:pt x="672" y="1"/>
                  </a:cubicBezTo>
                  <a:close/>
                </a:path>
              </a:pathLst>
            </a:custGeom>
            <a:solidFill>
              <a:srgbClr val="4F647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228" name="Google Shape;19228;p46"/>
            <p:cNvSpPr/>
            <p:nvPr/>
          </p:nvSpPr>
          <p:spPr>
            <a:xfrm>
              <a:off x="5730624" y="3541868"/>
              <a:ext cx="28486" cy="57837"/>
            </a:xfrm>
            <a:custGeom>
              <a:rect b="b" l="l" r="r" t="t"/>
              <a:pathLst>
                <a:path extrusionOk="0" h="2205" w="1086">
                  <a:moveTo>
                    <a:pt x="806" y="0"/>
                  </a:moveTo>
                  <a:cubicBezTo>
                    <a:pt x="381" y="0"/>
                    <a:pt x="27" y="355"/>
                    <a:pt x="14" y="910"/>
                  </a:cubicBezTo>
                  <a:cubicBezTo>
                    <a:pt x="1" y="1472"/>
                    <a:pt x="346" y="2177"/>
                    <a:pt x="787" y="2205"/>
                  </a:cubicBezTo>
                  <a:cubicBezTo>
                    <a:pt x="801" y="2198"/>
                    <a:pt x="821" y="2198"/>
                    <a:pt x="835" y="2198"/>
                  </a:cubicBezTo>
                  <a:cubicBezTo>
                    <a:pt x="638" y="1879"/>
                    <a:pt x="543" y="1377"/>
                    <a:pt x="584" y="964"/>
                  </a:cubicBezTo>
                  <a:cubicBezTo>
                    <a:pt x="624" y="523"/>
                    <a:pt x="828" y="204"/>
                    <a:pt x="1086" y="55"/>
                  </a:cubicBezTo>
                  <a:cubicBezTo>
                    <a:pt x="1011" y="28"/>
                    <a:pt x="930" y="8"/>
                    <a:pt x="841" y="1"/>
                  </a:cubicBezTo>
                  <a:cubicBezTo>
                    <a:pt x="830" y="0"/>
                    <a:pt x="818" y="0"/>
                    <a:pt x="806" y="0"/>
                  </a:cubicBezTo>
                  <a:close/>
                </a:path>
              </a:pathLst>
            </a:custGeom>
            <a:solidFill>
              <a:srgbClr val="4F647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229" name="Google Shape;19229;p46"/>
            <p:cNvSpPr/>
            <p:nvPr/>
          </p:nvSpPr>
          <p:spPr>
            <a:xfrm>
              <a:off x="5781484" y="3567363"/>
              <a:ext cx="51070" cy="44093"/>
            </a:xfrm>
            <a:custGeom>
              <a:rect b="b" l="l" r="r" t="t"/>
              <a:pathLst>
                <a:path extrusionOk="0" h="1681" w="1947">
                  <a:moveTo>
                    <a:pt x="1247" y="1"/>
                  </a:moveTo>
                  <a:cubicBezTo>
                    <a:pt x="1009" y="1"/>
                    <a:pt x="757" y="109"/>
                    <a:pt x="543" y="338"/>
                  </a:cubicBezTo>
                  <a:cubicBezTo>
                    <a:pt x="204" y="697"/>
                    <a:pt x="1" y="1321"/>
                    <a:pt x="164" y="1680"/>
                  </a:cubicBezTo>
                  <a:cubicBezTo>
                    <a:pt x="306" y="1300"/>
                    <a:pt x="557" y="968"/>
                    <a:pt x="876" y="724"/>
                  </a:cubicBezTo>
                  <a:cubicBezTo>
                    <a:pt x="1130" y="532"/>
                    <a:pt x="1398" y="442"/>
                    <a:pt x="1649" y="442"/>
                  </a:cubicBezTo>
                  <a:cubicBezTo>
                    <a:pt x="1752" y="442"/>
                    <a:pt x="1852" y="457"/>
                    <a:pt x="1947" y="487"/>
                  </a:cubicBezTo>
                  <a:cubicBezTo>
                    <a:pt x="1906" y="385"/>
                    <a:pt x="1845" y="290"/>
                    <a:pt x="1764" y="209"/>
                  </a:cubicBezTo>
                  <a:cubicBezTo>
                    <a:pt x="1621" y="72"/>
                    <a:pt x="1439" y="1"/>
                    <a:pt x="1247" y="1"/>
                  </a:cubicBezTo>
                  <a:close/>
                </a:path>
              </a:pathLst>
            </a:custGeom>
            <a:solidFill>
              <a:srgbClr val="4F647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230" name="Google Shape;19230;p46"/>
            <p:cNvSpPr/>
            <p:nvPr/>
          </p:nvSpPr>
          <p:spPr>
            <a:xfrm>
              <a:off x="5818836" y="3622027"/>
              <a:ext cx="46978" cy="28197"/>
            </a:xfrm>
            <a:custGeom>
              <a:rect b="b" l="l" r="r" t="t"/>
              <a:pathLst>
                <a:path extrusionOk="0" h="1075" w="1791">
                  <a:moveTo>
                    <a:pt x="1116" y="1"/>
                  </a:moveTo>
                  <a:cubicBezTo>
                    <a:pt x="964" y="1"/>
                    <a:pt x="800" y="45"/>
                    <a:pt x="638" y="139"/>
                  </a:cubicBezTo>
                  <a:cubicBezTo>
                    <a:pt x="299" y="342"/>
                    <a:pt x="1" y="749"/>
                    <a:pt x="1" y="1074"/>
                  </a:cubicBezTo>
                  <a:cubicBezTo>
                    <a:pt x="238" y="823"/>
                    <a:pt x="550" y="647"/>
                    <a:pt x="882" y="566"/>
                  </a:cubicBezTo>
                  <a:cubicBezTo>
                    <a:pt x="976" y="539"/>
                    <a:pt x="1071" y="526"/>
                    <a:pt x="1166" y="526"/>
                  </a:cubicBezTo>
                  <a:cubicBezTo>
                    <a:pt x="1380" y="526"/>
                    <a:pt x="1592" y="593"/>
                    <a:pt x="1771" y="715"/>
                  </a:cubicBezTo>
                  <a:cubicBezTo>
                    <a:pt x="1791" y="579"/>
                    <a:pt x="1757" y="430"/>
                    <a:pt x="1689" y="308"/>
                  </a:cubicBezTo>
                  <a:cubicBezTo>
                    <a:pt x="1568" y="112"/>
                    <a:pt x="1358" y="1"/>
                    <a:pt x="1116" y="1"/>
                  </a:cubicBezTo>
                  <a:close/>
                </a:path>
              </a:pathLst>
            </a:custGeom>
            <a:solidFill>
              <a:srgbClr val="4F647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9231" name="Google Shape;19231;p46"/>
          <p:cNvGrpSpPr/>
          <p:nvPr/>
        </p:nvGrpSpPr>
        <p:grpSpPr>
          <a:xfrm>
            <a:off x="3041787" y="2001118"/>
            <a:ext cx="370158" cy="328164"/>
            <a:chOff x="3041787" y="2001118"/>
            <a:chExt cx="370158" cy="328164"/>
          </a:xfrm>
        </p:grpSpPr>
        <p:sp>
          <p:nvSpPr>
            <p:cNvPr id="19232" name="Google Shape;19232;p46"/>
            <p:cNvSpPr/>
            <p:nvPr/>
          </p:nvSpPr>
          <p:spPr>
            <a:xfrm>
              <a:off x="3087689" y="2006993"/>
              <a:ext cx="278536" cy="258628"/>
            </a:xfrm>
            <a:custGeom>
              <a:rect b="b" l="l" r="r" t="t"/>
              <a:pathLst>
                <a:path extrusionOk="0" h="9860" w="10619">
                  <a:moveTo>
                    <a:pt x="5309" y="1"/>
                  </a:moveTo>
                  <a:cubicBezTo>
                    <a:pt x="3977" y="1"/>
                    <a:pt x="3566" y="333"/>
                    <a:pt x="3065" y="333"/>
                  </a:cubicBezTo>
                  <a:cubicBezTo>
                    <a:pt x="2918" y="333"/>
                    <a:pt x="2764" y="305"/>
                    <a:pt x="2577" y="231"/>
                  </a:cubicBezTo>
                  <a:lnTo>
                    <a:pt x="299" y="231"/>
                  </a:lnTo>
                  <a:lnTo>
                    <a:pt x="0" y="5947"/>
                  </a:lnTo>
                  <a:cubicBezTo>
                    <a:pt x="190" y="8191"/>
                    <a:pt x="1580" y="9419"/>
                    <a:pt x="2679" y="9860"/>
                  </a:cubicBezTo>
                  <a:lnTo>
                    <a:pt x="7934" y="9860"/>
                  </a:lnTo>
                  <a:cubicBezTo>
                    <a:pt x="9039" y="9419"/>
                    <a:pt x="10429" y="8191"/>
                    <a:pt x="10619" y="5947"/>
                  </a:cubicBezTo>
                  <a:lnTo>
                    <a:pt x="10314" y="231"/>
                  </a:lnTo>
                  <a:lnTo>
                    <a:pt x="8042" y="231"/>
                  </a:lnTo>
                  <a:cubicBezTo>
                    <a:pt x="7855" y="305"/>
                    <a:pt x="7700" y="333"/>
                    <a:pt x="7554" y="333"/>
                  </a:cubicBezTo>
                  <a:cubicBezTo>
                    <a:pt x="7053" y="333"/>
                    <a:pt x="6642" y="1"/>
                    <a:pt x="5309" y="1"/>
                  </a:cubicBezTo>
                  <a:close/>
                </a:path>
              </a:pathLst>
            </a:custGeom>
            <a:solidFill>
              <a:srgbClr val="D7E1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233" name="Google Shape;19233;p46"/>
            <p:cNvSpPr/>
            <p:nvPr/>
          </p:nvSpPr>
          <p:spPr>
            <a:xfrm>
              <a:off x="3298631" y="2001118"/>
              <a:ext cx="113314" cy="184082"/>
            </a:xfrm>
            <a:custGeom>
              <a:rect b="b" l="l" r="r" t="t"/>
              <a:pathLst>
                <a:path extrusionOk="0" h="7018" w="4320">
                  <a:moveTo>
                    <a:pt x="1587" y="1"/>
                  </a:moveTo>
                  <a:cubicBezTo>
                    <a:pt x="902" y="1"/>
                    <a:pt x="0" y="455"/>
                    <a:pt x="0" y="455"/>
                  </a:cubicBezTo>
                  <a:cubicBezTo>
                    <a:pt x="2556" y="1215"/>
                    <a:pt x="1166" y="5174"/>
                    <a:pt x="2814" y="6883"/>
                  </a:cubicBezTo>
                  <a:cubicBezTo>
                    <a:pt x="2906" y="6975"/>
                    <a:pt x="3022" y="7018"/>
                    <a:pt x="3136" y="7018"/>
                  </a:cubicBezTo>
                  <a:cubicBezTo>
                    <a:pt x="3324" y="7018"/>
                    <a:pt x="3507" y="6900"/>
                    <a:pt x="3567" y="6693"/>
                  </a:cubicBezTo>
                  <a:cubicBezTo>
                    <a:pt x="3702" y="6266"/>
                    <a:pt x="3831" y="5581"/>
                    <a:pt x="3811" y="4605"/>
                  </a:cubicBezTo>
                  <a:cubicBezTo>
                    <a:pt x="3784" y="3269"/>
                    <a:pt x="4319" y="3188"/>
                    <a:pt x="4319" y="3188"/>
                  </a:cubicBezTo>
                  <a:cubicBezTo>
                    <a:pt x="4319" y="3188"/>
                    <a:pt x="3634" y="1"/>
                    <a:pt x="1587" y="1"/>
                  </a:cubicBezTo>
                  <a:close/>
                </a:path>
              </a:pathLst>
            </a:custGeom>
            <a:solidFill>
              <a:srgbClr val="4F647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234" name="Google Shape;19234;p46"/>
            <p:cNvSpPr/>
            <p:nvPr/>
          </p:nvSpPr>
          <p:spPr>
            <a:xfrm>
              <a:off x="3143166" y="2114431"/>
              <a:ext cx="41837" cy="53719"/>
            </a:xfrm>
            <a:custGeom>
              <a:rect b="b" l="l" r="r" t="t"/>
              <a:pathLst>
                <a:path extrusionOk="0" h="2048" w="1595">
                  <a:moveTo>
                    <a:pt x="801" y="0"/>
                  </a:moveTo>
                  <a:cubicBezTo>
                    <a:pt x="360" y="0"/>
                    <a:pt x="8" y="359"/>
                    <a:pt x="1" y="800"/>
                  </a:cubicBezTo>
                  <a:lnTo>
                    <a:pt x="1" y="1254"/>
                  </a:lnTo>
                  <a:cubicBezTo>
                    <a:pt x="8" y="1695"/>
                    <a:pt x="360" y="2048"/>
                    <a:pt x="801" y="2048"/>
                  </a:cubicBezTo>
                  <a:cubicBezTo>
                    <a:pt x="1242" y="2048"/>
                    <a:pt x="1594" y="1695"/>
                    <a:pt x="1594" y="1254"/>
                  </a:cubicBezTo>
                  <a:lnTo>
                    <a:pt x="1594" y="800"/>
                  </a:lnTo>
                  <a:cubicBezTo>
                    <a:pt x="1594" y="359"/>
                    <a:pt x="1242" y="0"/>
                    <a:pt x="801" y="0"/>
                  </a:cubicBezTo>
                  <a:close/>
                </a:path>
              </a:pathLst>
            </a:custGeom>
            <a:solidFill>
              <a:srgbClr val="203B5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235" name="Google Shape;19235;p46"/>
            <p:cNvSpPr/>
            <p:nvPr/>
          </p:nvSpPr>
          <p:spPr>
            <a:xfrm>
              <a:off x="3161133" y="2114431"/>
              <a:ext cx="23869" cy="41811"/>
            </a:xfrm>
            <a:custGeom>
              <a:rect b="b" l="l" r="r" t="t"/>
              <a:pathLst>
                <a:path extrusionOk="0" h="1594" w="910">
                  <a:moveTo>
                    <a:pt x="116" y="0"/>
                  </a:moveTo>
                  <a:cubicBezTo>
                    <a:pt x="75" y="0"/>
                    <a:pt x="41" y="7"/>
                    <a:pt x="1" y="14"/>
                  </a:cubicBezTo>
                  <a:lnTo>
                    <a:pt x="1" y="1139"/>
                  </a:lnTo>
                  <a:cubicBezTo>
                    <a:pt x="1" y="1390"/>
                    <a:pt x="204" y="1593"/>
                    <a:pt x="455" y="1593"/>
                  </a:cubicBezTo>
                  <a:cubicBezTo>
                    <a:pt x="706" y="1593"/>
                    <a:pt x="909" y="1390"/>
                    <a:pt x="909" y="1139"/>
                  </a:cubicBezTo>
                  <a:lnTo>
                    <a:pt x="909" y="800"/>
                  </a:lnTo>
                  <a:cubicBezTo>
                    <a:pt x="909" y="359"/>
                    <a:pt x="557" y="0"/>
                    <a:pt x="116" y="0"/>
                  </a:cubicBezTo>
                  <a:close/>
                </a:path>
              </a:pathLst>
            </a:custGeom>
            <a:solidFill>
              <a:srgbClr val="405C7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236" name="Google Shape;19236;p46"/>
            <p:cNvSpPr/>
            <p:nvPr/>
          </p:nvSpPr>
          <p:spPr>
            <a:xfrm>
              <a:off x="3155258" y="2120464"/>
              <a:ext cx="17810" cy="17810"/>
            </a:xfrm>
            <a:custGeom>
              <a:rect b="b" l="l" r="r" t="t"/>
              <a:pathLst>
                <a:path extrusionOk="0" h="679" w="679">
                  <a:moveTo>
                    <a:pt x="340" y="1"/>
                  </a:moveTo>
                  <a:cubicBezTo>
                    <a:pt x="150" y="1"/>
                    <a:pt x="1" y="150"/>
                    <a:pt x="1" y="340"/>
                  </a:cubicBezTo>
                  <a:cubicBezTo>
                    <a:pt x="1" y="529"/>
                    <a:pt x="150" y="679"/>
                    <a:pt x="340" y="679"/>
                  </a:cubicBezTo>
                  <a:cubicBezTo>
                    <a:pt x="530" y="679"/>
                    <a:pt x="679" y="529"/>
                    <a:pt x="679" y="340"/>
                  </a:cubicBezTo>
                  <a:cubicBezTo>
                    <a:pt x="679" y="150"/>
                    <a:pt x="530" y="1"/>
                    <a:pt x="340" y="1"/>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237" name="Google Shape;19237;p46"/>
            <p:cNvSpPr/>
            <p:nvPr/>
          </p:nvSpPr>
          <p:spPr>
            <a:xfrm>
              <a:off x="3268571" y="2114431"/>
              <a:ext cx="41811" cy="53719"/>
            </a:xfrm>
            <a:custGeom>
              <a:rect b="b" l="l" r="r" t="t"/>
              <a:pathLst>
                <a:path extrusionOk="0" h="2048" w="1594">
                  <a:moveTo>
                    <a:pt x="800" y="0"/>
                  </a:moveTo>
                  <a:cubicBezTo>
                    <a:pt x="359" y="0"/>
                    <a:pt x="0" y="359"/>
                    <a:pt x="0" y="800"/>
                  </a:cubicBezTo>
                  <a:lnTo>
                    <a:pt x="0" y="1254"/>
                  </a:lnTo>
                  <a:cubicBezTo>
                    <a:pt x="0" y="1695"/>
                    <a:pt x="359" y="2048"/>
                    <a:pt x="800" y="2048"/>
                  </a:cubicBezTo>
                  <a:cubicBezTo>
                    <a:pt x="1234" y="2048"/>
                    <a:pt x="1594" y="1695"/>
                    <a:pt x="1594" y="1254"/>
                  </a:cubicBezTo>
                  <a:lnTo>
                    <a:pt x="1594" y="800"/>
                  </a:lnTo>
                  <a:cubicBezTo>
                    <a:pt x="1594" y="359"/>
                    <a:pt x="1234" y="0"/>
                    <a:pt x="800" y="0"/>
                  </a:cubicBezTo>
                  <a:close/>
                </a:path>
              </a:pathLst>
            </a:custGeom>
            <a:solidFill>
              <a:srgbClr val="203B5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238" name="Google Shape;19238;p46"/>
            <p:cNvSpPr/>
            <p:nvPr/>
          </p:nvSpPr>
          <p:spPr>
            <a:xfrm>
              <a:off x="3286513" y="2114431"/>
              <a:ext cx="23869" cy="41811"/>
            </a:xfrm>
            <a:custGeom>
              <a:rect b="b" l="l" r="r" t="t"/>
              <a:pathLst>
                <a:path extrusionOk="0" h="1594" w="910">
                  <a:moveTo>
                    <a:pt x="116" y="0"/>
                  </a:moveTo>
                  <a:cubicBezTo>
                    <a:pt x="76" y="0"/>
                    <a:pt x="35" y="7"/>
                    <a:pt x="1" y="14"/>
                  </a:cubicBezTo>
                  <a:lnTo>
                    <a:pt x="1" y="1139"/>
                  </a:lnTo>
                  <a:cubicBezTo>
                    <a:pt x="1" y="1390"/>
                    <a:pt x="204" y="1593"/>
                    <a:pt x="455" y="1593"/>
                  </a:cubicBezTo>
                  <a:cubicBezTo>
                    <a:pt x="706" y="1593"/>
                    <a:pt x="910" y="1390"/>
                    <a:pt x="910" y="1139"/>
                  </a:cubicBezTo>
                  <a:lnTo>
                    <a:pt x="910" y="800"/>
                  </a:lnTo>
                  <a:cubicBezTo>
                    <a:pt x="910" y="359"/>
                    <a:pt x="557" y="0"/>
                    <a:pt x="116" y="0"/>
                  </a:cubicBezTo>
                  <a:close/>
                </a:path>
              </a:pathLst>
            </a:custGeom>
            <a:solidFill>
              <a:srgbClr val="405C7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239" name="Google Shape;19239;p46"/>
            <p:cNvSpPr/>
            <p:nvPr/>
          </p:nvSpPr>
          <p:spPr>
            <a:xfrm>
              <a:off x="3280480" y="2120464"/>
              <a:ext cx="17994" cy="17810"/>
            </a:xfrm>
            <a:custGeom>
              <a:rect b="b" l="l" r="r" t="t"/>
              <a:pathLst>
                <a:path extrusionOk="0" h="679" w="686">
                  <a:moveTo>
                    <a:pt x="346" y="1"/>
                  </a:moveTo>
                  <a:cubicBezTo>
                    <a:pt x="156" y="1"/>
                    <a:pt x="0" y="150"/>
                    <a:pt x="0" y="340"/>
                  </a:cubicBezTo>
                  <a:cubicBezTo>
                    <a:pt x="0" y="529"/>
                    <a:pt x="156" y="679"/>
                    <a:pt x="346" y="679"/>
                  </a:cubicBezTo>
                  <a:cubicBezTo>
                    <a:pt x="529" y="679"/>
                    <a:pt x="685" y="529"/>
                    <a:pt x="685" y="340"/>
                  </a:cubicBezTo>
                  <a:cubicBezTo>
                    <a:pt x="685" y="150"/>
                    <a:pt x="529" y="1"/>
                    <a:pt x="346" y="1"/>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240" name="Google Shape;19240;p46"/>
            <p:cNvSpPr/>
            <p:nvPr/>
          </p:nvSpPr>
          <p:spPr>
            <a:xfrm>
              <a:off x="3298447" y="2011741"/>
              <a:ext cx="98730" cy="173459"/>
            </a:xfrm>
            <a:custGeom>
              <a:rect b="b" l="l" r="r" t="t"/>
              <a:pathLst>
                <a:path extrusionOk="0" h="6613" w="3764">
                  <a:moveTo>
                    <a:pt x="496" y="0"/>
                  </a:moveTo>
                  <a:cubicBezTo>
                    <a:pt x="342" y="0"/>
                    <a:pt x="177" y="17"/>
                    <a:pt x="0" y="50"/>
                  </a:cubicBezTo>
                  <a:cubicBezTo>
                    <a:pt x="2563" y="816"/>
                    <a:pt x="1167" y="4776"/>
                    <a:pt x="2814" y="6478"/>
                  </a:cubicBezTo>
                  <a:cubicBezTo>
                    <a:pt x="2906" y="6570"/>
                    <a:pt x="3022" y="6613"/>
                    <a:pt x="3136" y="6613"/>
                  </a:cubicBezTo>
                  <a:cubicBezTo>
                    <a:pt x="3326" y="6613"/>
                    <a:pt x="3510" y="6495"/>
                    <a:pt x="3574" y="6288"/>
                  </a:cubicBezTo>
                  <a:cubicBezTo>
                    <a:pt x="3669" y="5963"/>
                    <a:pt x="3730" y="5624"/>
                    <a:pt x="3764" y="5291"/>
                  </a:cubicBezTo>
                  <a:cubicBezTo>
                    <a:pt x="3316" y="5068"/>
                    <a:pt x="2936" y="4356"/>
                    <a:pt x="2706" y="3149"/>
                  </a:cubicBezTo>
                  <a:cubicBezTo>
                    <a:pt x="2323" y="1189"/>
                    <a:pt x="1805" y="0"/>
                    <a:pt x="496" y="0"/>
                  </a:cubicBezTo>
                  <a:close/>
                </a:path>
              </a:pathLst>
            </a:custGeom>
            <a:solidFill>
              <a:srgbClr val="364F6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241" name="Google Shape;19241;p46"/>
            <p:cNvSpPr/>
            <p:nvPr/>
          </p:nvSpPr>
          <p:spPr>
            <a:xfrm>
              <a:off x="3087506" y="2013052"/>
              <a:ext cx="98730" cy="252569"/>
            </a:xfrm>
            <a:custGeom>
              <a:rect b="b" l="l" r="r" t="t"/>
              <a:pathLst>
                <a:path extrusionOk="0" h="9629" w="3764">
                  <a:moveTo>
                    <a:pt x="306" y="0"/>
                  </a:moveTo>
                  <a:lnTo>
                    <a:pt x="0" y="5716"/>
                  </a:lnTo>
                  <a:cubicBezTo>
                    <a:pt x="190" y="7960"/>
                    <a:pt x="1587" y="9188"/>
                    <a:pt x="2686" y="9629"/>
                  </a:cubicBezTo>
                  <a:lnTo>
                    <a:pt x="3764" y="9629"/>
                  </a:lnTo>
                  <a:cubicBezTo>
                    <a:pt x="3764" y="9629"/>
                    <a:pt x="1872" y="8361"/>
                    <a:pt x="1560" y="6116"/>
                  </a:cubicBezTo>
                  <a:cubicBezTo>
                    <a:pt x="950" y="1743"/>
                    <a:pt x="2109" y="434"/>
                    <a:pt x="3113" y="102"/>
                  </a:cubicBezTo>
                  <a:cubicBezTo>
                    <a:pt x="2930" y="102"/>
                    <a:pt x="2747" y="68"/>
                    <a:pt x="2584" y="0"/>
                  </a:cubicBezTo>
                  <a:close/>
                </a:path>
              </a:pathLst>
            </a:custGeom>
            <a:solidFill>
              <a:srgbClr val="DAE2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242" name="Google Shape;19242;p46"/>
            <p:cNvSpPr/>
            <p:nvPr/>
          </p:nvSpPr>
          <p:spPr>
            <a:xfrm>
              <a:off x="3041787" y="2001118"/>
              <a:ext cx="113497" cy="184082"/>
            </a:xfrm>
            <a:custGeom>
              <a:rect b="b" l="l" r="r" t="t"/>
              <a:pathLst>
                <a:path extrusionOk="0" h="7018" w="4327">
                  <a:moveTo>
                    <a:pt x="2733" y="1"/>
                  </a:moveTo>
                  <a:cubicBezTo>
                    <a:pt x="686" y="1"/>
                    <a:pt x="1" y="3188"/>
                    <a:pt x="1" y="3188"/>
                  </a:cubicBezTo>
                  <a:cubicBezTo>
                    <a:pt x="1" y="3188"/>
                    <a:pt x="543" y="3269"/>
                    <a:pt x="509" y="4605"/>
                  </a:cubicBezTo>
                  <a:cubicBezTo>
                    <a:pt x="489" y="5581"/>
                    <a:pt x="625" y="6266"/>
                    <a:pt x="753" y="6693"/>
                  </a:cubicBezTo>
                  <a:cubicBezTo>
                    <a:pt x="813" y="6900"/>
                    <a:pt x="996" y="7018"/>
                    <a:pt x="1184" y="7018"/>
                  </a:cubicBezTo>
                  <a:cubicBezTo>
                    <a:pt x="1298" y="7018"/>
                    <a:pt x="1414" y="6975"/>
                    <a:pt x="1506" y="6883"/>
                  </a:cubicBezTo>
                  <a:cubicBezTo>
                    <a:pt x="3154" y="5174"/>
                    <a:pt x="1764" y="1215"/>
                    <a:pt x="4327" y="455"/>
                  </a:cubicBezTo>
                  <a:cubicBezTo>
                    <a:pt x="4327" y="455"/>
                    <a:pt x="3411" y="1"/>
                    <a:pt x="2733" y="1"/>
                  </a:cubicBezTo>
                  <a:close/>
                </a:path>
              </a:pathLst>
            </a:custGeom>
            <a:solidFill>
              <a:srgbClr val="4F647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243" name="Google Shape;19243;p46"/>
            <p:cNvSpPr/>
            <p:nvPr/>
          </p:nvSpPr>
          <p:spPr>
            <a:xfrm>
              <a:off x="3041787" y="2001118"/>
              <a:ext cx="111373" cy="122232"/>
            </a:xfrm>
            <a:custGeom>
              <a:rect b="b" l="l" r="r" t="t"/>
              <a:pathLst>
                <a:path extrusionOk="0" h="4660" w="4246">
                  <a:moveTo>
                    <a:pt x="2733" y="1"/>
                  </a:moveTo>
                  <a:cubicBezTo>
                    <a:pt x="686" y="1"/>
                    <a:pt x="1" y="3188"/>
                    <a:pt x="1" y="3188"/>
                  </a:cubicBezTo>
                  <a:cubicBezTo>
                    <a:pt x="1" y="3188"/>
                    <a:pt x="543" y="3269"/>
                    <a:pt x="509" y="4605"/>
                  </a:cubicBezTo>
                  <a:lnTo>
                    <a:pt x="509" y="4659"/>
                  </a:lnTo>
                  <a:cubicBezTo>
                    <a:pt x="1500" y="916"/>
                    <a:pt x="2883" y="307"/>
                    <a:pt x="3682" y="307"/>
                  </a:cubicBezTo>
                  <a:cubicBezTo>
                    <a:pt x="3944" y="307"/>
                    <a:pt x="4143" y="373"/>
                    <a:pt x="4245" y="414"/>
                  </a:cubicBezTo>
                  <a:cubicBezTo>
                    <a:pt x="4015" y="313"/>
                    <a:pt x="3296" y="1"/>
                    <a:pt x="2733" y="1"/>
                  </a:cubicBezTo>
                  <a:close/>
                </a:path>
              </a:pathLst>
            </a:custGeom>
            <a:solidFill>
              <a:srgbClr val="364F6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244" name="Google Shape;19244;p46"/>
            <p:cNvSpPr/>
            <p:nvPr/>
          </p:nvSpPr>
          <p:spPr>
            <a:xfrm>
              <a:off x="3161133" y="2221843"/>
              <a:ext cx="131281" cy="95530"/>
            </a:xfrm>
            <a:custGeom>
              <a:rect b="b" l="l" r="r" t="t"/>
              <a:pathLst>
                <a:path extrusionOk="0" h="3642" w="5005">
                  <a:moveTo>
                    <a:pt x="2503" y="0"/>
                  </a:moveTo>
                  <a:cubicBezTo>
                    <a:pt x="1119" y="0"/>
                    <a:pt x="1" y="814"/>
                    <a:pt x="1" y="1824"/>
                  </a:cubicBezTo>
                  <a:cubicBezTo>
                    <a:pt x="1" y="2828"/>
                    <a:pt x="1119" y="3642"/>
                    <a:pt x="2503" y="3642"/>
                  </a:cubicBezTo>
                  <a:cubicBezTo>
                    <a:pt x="3886" y="3642"/>
                    <a:pt x="5005" y="2828"/>
                    <a:pt x="5005" y="1824"/>
                  </a:cubicBezTo>
                  <a:cubicBezTo>
                    <a:pt x="5005" y="814"/>
                    <a:pt x="3886" y="0"/>
                    <a:pt x="2503" y="0"/>
                  </a:cubicBezTo>
                  <a:close/>
                </a:path>
              </a:pathLst>
            </a:custGeom>
            <a:solidFill>
              <a:srgbClr val="8797A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245" name="Google Shape;19245;p46"/>
            <p:cNvSpPr/>
            <p:nvPr/>
          </p:nvSpPr>
          <p:spPr>
            <a:xfrm>
              <a:off x="3196885" y="2269687"/>
              <a:ext cx="59778" cy="59595"/>
            </a:xfrm>
            <a:custGeom>
              <a:rect b="b" l="l" r="r" t="t"/>
              <a:pathLst>
                <a:path extrusionOk="0" h="2272" w="2279">
                  <a:moveTo>
                    <a:pt x="1" y="0"/>
                  </a:moveTo>
                  <a:lnTo>
                    <a:pt x="1" y="1140"/>
                  </a:lnTo>
                  <a:cubicBezTo>
                    <a:pt x="1" y="1763"/>
                    <a:pt x="516" y="2272"/>
                    <a:pt x="1140" y="2272"/>
                  </a:cubicBezTo>
                  <a:cubicBezTo>
                    <a:pt x="1770" y="2272"/>
                    <a:pt x="2279" y="1763"/>
                    <a:pt x="2279" y="1140"/>
                  </a:cubicBezTo>
                  <a:lnTo>
                    <a:pt x="2279" y="0"/>
                  </a:lnTo>
                  <a:close/>
                </a:path>
              </a:pathLst>
            </a:custGeom>
            <a:solidFill>
              <a:srgbClr val="98A6B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246" name="Google Shape;19246;p46"/>
            <p:cNvSpPr/>
            <p:nvPr/>
          </p:nvSpPr>
          <p:spPr>
            <a:xfrm>
              <a:off x="3196885" y="2269687"/>
              <a:ext cx="59778" cy="29850"/>
            </a:xfrm>
            <a:custGeom>
              <a:rect b="b" l="l" r="r" t="t"/>
              <a:pathLst>
                <a:path extrusionOk="0" h="1138" w="2279">
                  <a:moveTo>
                    <a:pt x="1" y="0"/>
                  </a:moveTo>
                  <a:lnTo>
                    <a:pt x="1" y="889"/>
                  </a:lnTo>
                  <a:cubicBezTo>
                    <a:pt x="319" y="848"/>
                    <a:pt x="631" y="746"/>
                    <a:pt x="916" y="597"/>
                  </a:cubicBezTo>
                  <a:lnTo>
                    <a:pt x="916" y="909"/>
                  </a:lnTo>
                  <a:cubicBezTo>
                    <a:pt x="916" y="1062"/>
                    <a:pt x="1029" y="1138"/>
                    <a:pt x="1143" y="1138"/>
                  </a:cubicBezTo>
                  <a:cubicBezTo>
                    <a:pt x="1257" y="1138"/>
                    <a:pt x="1370" y="1062"/>
                    <a:pt x="1370" y="909"/>
                  </a:cubicBezTo>
                  <a:lnTo>
                    <a:pt x="1370" y="590"/>
                  </a:lnTo>
                  <a:cubicBezTo>
                    <a:pt x="1648" y="746"/>
                    <a:pt x="1960" y="848"/>
                    <a:pt x="2279" y="889"/>
                  </a:cubicBezTo>
                  <a:lnTo>
                    <a:pt x="2279" y="0"/>
                  </a:lnTo>
                  <a:close/>
                </a:path>
              </a:pathLst>
            </a:custGeom>
            <a:solidFill>
              <a:srgbClr val="788A9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247" name="Google Shape;19247;p46"/>
            <p:cNvSpPr/>
            <p:nvPr/>
          </p:nvSpPr>
          <p:spPr>
            <a:xfrm>
              <a:off x="3143166" y="2215968"/>
              <a:ext cx="167216" cy="65680"/>
            </a:xfrm>
            <a:custGeom>
              <a:rect b="b" l="l" r="r" t="t"/>
              <a:pathLst>
                <a:path extrusionOk="0" h="2504" w="6375">
                  <a:moveTo>
                    <a:pt x="1709" y="1"/>
                  </a:moveTo>
                  <a:cubicBezTo>
                    <a:pt x="767" y="1"/>
                    <a:pt x="1" y="557"/>
                    <a:pt x="1" y="1248"/>
                  </a:cubicBezTo>
                  <a:cubicBezTo>
                    <a:pt x="1" y="1940"/>
                    <a:pt x="767" y="2503"/>
                    <a:pt x="1709" y="2503"/>
                  </a:cubicBezTo>
                  <a:cubicBezTo>
                    <a:pt x="1720" y="2503"/>
                    <a:pt x="1731" y="2503"/>
                    <a:pt x="1742" y="2503"/>
                  </a:cubicBezTo>
                  <a:cubicBezTo>
                    <a:pt x="2165" y="2503"/>
                    <a:pt x="2579" y="2374"/>
                    <a:pt x="2923" y="2130"/>
                  </a:cubicBezTo>
                  <a:cubicBezTo>
                    <a:pt x="3001" y="2072"/>
                    <a:pt x="3094" y="2043"/>
                    <a:pt x="3189" y="2043"/>
                  </a:cubicBezTo>
                  <a:cubicBezTo>
                    <a:pt x="3283" y="2043"/>
                    <a:pt x="3378" y="2072"/>
                    <a:pt x="3459" y="2130"/>
                  </a:cubicBezTo>
                  <a:cubicBezTo>
                    <a:pt x="3803" y="2374"/>
                    <a:pt x="4211" y="2503"/>
                    <a:pt x="4633" y="2503"/>
                  </a:cubicBezTo>
                  <a:cubicBezTo>
                    <a:pt x="4644" y="2503"/>
                    <a:pt x="4655" y="2503"/>
                    <a:pt x="4666" y="2503"/>
                  </a:cubicBezTo>
                  <a:cubicBezTo>
                    <a:pt x="5608" y="2503"/>
                    <a:pt x="6375" y="1940"/>
                    <a:pt x="6375" y="1248"/>
                  </a:cubicBezTo>
                  <a:cubicBezTo>
                    <a:pt x="6375" y="557"/>
                    <a:pt x="5608" y="1"/>
                    <a:pt x="4666" y="1"/>
                  </a:cubicBezTo>
                  <a:close/>
                </a:path>
              </a:pathLst>
            </a:custGeom>
            <a:solidFill>
              <a:srgbClr val="C9D4D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248" name="Google Shape;19248;p46"/>
            <p:cNvSpPr/>
            <p:nvPr/>
          </p:nvSpPr>
          <p:spPr>
            <a:xfrm>
              <a:off x="3191009" y="2192151"/>
              <a:ext cx="71713" cy="50362"/>
            </a:xfrm>
            <a:custGeom>
              <a:rect b="b" l="l" r="r" t="t"/>
              <a:pathLst>
                <a:path extrusionOk="0" h="1920" w="2734">
                  <a:moveTo>
                    <a:pt x="1364" y="0"/>
                  </a:moveTo>
                  <a:cubicBezTo>
                    <a:pt x="611" y="0"/>
                    <a:pt x="1" y="407"/>
                    <a:pt x="1" y="909"/>
                  </a:cubicBezTo>
                  <a:cubicBezTo>
                    <a:pt x="1" y="1397"/>
                    <a:pt x="570" y="1648"/>
                    <a:pt x="984" y="1838"/>
                  </a:cubicBezTo>
                  <a:cubicBezTo>
                    <a:pt x="1106" y="1892"/>
                    <a:pt x="1237" y="1919"/>
                    <a:pt x="1366" y="1919"/>
                  </a:cubicBezTo>
                  <a:cubicBezTo>
                    <a:pt x="1496" y="1919"/>
                    <a:pt x="1625" y="1892"/>
                    <a:pt x="1743" y="1838"/>
                  </a:cubicBezTo>
                  <a:cubicBezTo>
                    <a:pt x="2157" y="1648"/>
                    <a:pt x="2733" y="1390"/>
                    <a:pt x="2733" y="909"/>
                  </a:cubicBezTo>
                  <a:cubicBezTo>
                    <a:pt x="2733" y="407"/>
                    <a:pt x="2123" y="0"/>
                    <a:pt x="1364" y="0"/>
                  </a:cubicBezTo>
                  <a:close/>
                </a:path>
              </a:pathLst>
            </a:custGeom>
            <a:solidFill>
              <a:srgbClr val="405C7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249" name="Google Shape;19249;p46"/>
            <p:cNvSpPr/>
            <p:nvPr/>
          </p:nvSpPr>
          <p:spPr>
            <a:xfrm>
              <a:off x="3190826" y="2193908"/>
              <a:ext cx="53221" cy="48604"/>
            </a:xfrm>
            <a:custGeom>
              <a:rect b="b" l="l" r="r" t="t"/>
              <a:pathLst>
                <a:path extrusionOk="0" h="1853" w="2029">
                  <a:moveTo>
                    <a:pt x="849" y="1"/>
                  </a:moveTo>
                  <a:lnTo>
                    <a:pt x="849" y="1"/>
                  </a:lnTo>
                  <a:cubicBezTo>
                    <a:pt x="354" y="137"/>
                    <a:pt x="1" y="462"/>
                    <a:pt x="1" y="842"/>
                  </a:cubicBezTo>
                  <a:cubicBezTo>
                    <a:pt x="1" y="1323"/>
                    <a:pt x="577" y="1581"/>
                    <a:pt x="991" y="1771"/>
                  </a:cubicBezTo>
                  <a:cubicBezTo>
                    <a:pt x="1113" y="1825"/>
                    <a:pt x="1242" y="1852"/>
                    <a:pt x="1371" y="1852"/>
                  </a:cubicBezTo>
                  <a:cubicBezTo>
                    <a:pt x="1499" y="1852"/>
                    <a:pt x="1628" y="1825"/>
                    <a:pt x="1750" y="1771"/>
                  </a:cubicBezTo>
                  <a:cubicBezTo>
                    <a:pt x="1839" y="1730"/>
                    <a:pt x="1933" y="1689"/>
                    <a:pt x="2028" y="1642"/>
                  </a:cubicBezTo>
                  <a:cubicBezTo>
                    <a:pt x="1472" y="1540"/>
                    <a:pt x="747" y="1167"/>
                    <a:pt x="679" y="591"/>
                  </a:cubicBezTo>
                  <a:cubicBezTo>
                    <a:pt x="652" y="306"/>
                    <a:pt x="849" y="1"/>
                    <a:pt x="849" y="1"/>
                  </a:cubicBezTo>
                  <a:close/>
                </a:path>
              </a:pathLst>
            </a:custGeom>
            <a:solidFill>
              <a:srgbClr val="203B5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9250" name="Google Shape;19250;p46"/>
          <p:cNvGrpSpPr/>
          <p:nvPr/>
        </p:nvGrpSpPr>
        <p:grpSpPr>
          <a:xfrm>
            <a:off x="5779884" y="2039125"/>
            <a:ext cx="372309" cy="328216"/>
            <a:chOff x="5779884" y="2039125"/>
            <a:chExt cx="372309" cy="328216"/>
          </a:xfrm>
        </p:grpSpPr>
        <p:sp>
          <p:nvSpPr>
            <p:cNvPr id="19251" name="Google Shape;19251;p46"/>
            <p:cNvSpPr/>
            <p:nvPr/>
          </p:nvSpPr>
          <p:spPr>
            <a:xfrm>
              <a:off x="5893198" y="2355406"/>
              <a:ext cx="22610" cy="11935"/>
            </a:xfrm>
            <a:custGeom>
              <a:rect b="b" l="l" r="r" t="t"/>
              <a:pathLst>
                <a:path extrusionOk="0" h="455" w="862">
                  <a:moveTo>
                    <a:pt x="237" y="1"/>
                  </a:moveTo>
                  <a:lnTo>
                    <a:pt x="54" y="258"/>
                  </a:lnTo>
                  <a:cubicBezTo>
                    <a:pt x="0" y="340"/>
                    <a:pt x="54" y="448"/>
                    <a:pt x="156" y="455"/>
                  </a:cubicBezTo>
                  <a:lnTo>
                    <a:pt x="712" y="455"/>
                  </a:lnTo>
                  <a:cubicBezTo>
                    <a:pt x="780" y="455"/>
                    <a:pt x="834" y="401"/>
                    <a:pt x="834" y="340"/>
                  </a:cubicBezTo>
                  <a:lnTo>
                    <a:pt x="861" y="1"/>
                  </a:lnTo>
                  <a:close/>
                </a:path>
              </a:pathLst>
            </a:custGeom>
            <a:solidFill>
              <a:srgbClr val="203B5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252" name="Google Shape;19252;p46"/>
            <p:cNvSpPr/>
            <p:nvPr/>
          </p:nvSpPr>
          <p:spPr>
            <a:xfrm>
              <a:off x="6089188" y="2355223"/>
              <a:ext cx="22610" cy="12118"/>
            </a:xfrm>
            <a:custGeom>
              <a:rect b="b" l="l" r="r" t="t"/>
              <a:pathLst>
                <a:path extrusionOk="0" h="462" w="862">
                  <a:moveTo>
                    <a:pt x="211" y="1"/>
                  </a:moveTo>
                  <a:lnTo>
                    <a:pt x="48" y="272"/>
                  </a:lnTo>
                  <a:cubicBezTo>
                    <a:pt x="0" y="360"/>
                    <a:pt x="61" y="462"/>
                    <a:pt x="156" y="462"/>
                  </a:cubicBezTo>
                  <a:lnTo>
                    <a:pt x="739" y="462"/>
                  </a:lnTo>
                  <a:cubicBezTo>
                    <a:pt x="807" y="462"/>
                    <a:pt x="862" y="408"/>
                    <a:pt x="862" y="340"/>
                  </a:cubicBezTo>
                  <a:lnTo>
                    <a:pt x="862" y="1"/>
                  </a:lnTo>
                  <a:close/>
                </a:path>
              </a:pathLst>
            </a:custGeom>
            <a:solidFill>
              <a:srgbClr val="203B5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253" name="Google Shape;19253;p46"/>
            <p:cNvSpPr/>
            <p:nvPr/>
          </p:nvSpPr>
          <p:spPr>
            <a:xfrm>
              <a:off x="6095221" y="2136097"/>
              <a:ext cx="56972" cy="134088"/>
            </a:xfrm>
            <a:custGeom>
              <a:rect b="b" l="l" r="r" t="t"/>
              <a:pathLst>
                <a:path extrusionOk="0" h="5112" w="2172">
                  <a:moveTo>
                    <a:pt x="419" y="0"/>
                  </a:moveTo>
                  <a:cubicBezTo>
                    <a:pt x="288" y="0"/>
                    <a:pt x="148" y="16"/>
                    <a:pt x="1" y="49"/>
                  </a:cubicBezTo>
                  <a:lnTo>
                    <a:pt x="103" y="361"/>
                  </a:lnTo>
                  <a:cubicBezTo>
                    <a:pt x="131" y="359"/>
                    <a:pt x="159" y="358"/>
                    <a:pt x="186" y="358"/>
                  </a:cubicBezTo>
                  <a:cubicBezTo>
                    <a:pt x="1439" y="358"/>
                    <a:pt x="1138" y="2473"/>
                    <a:pt x="1052" y="3581"/>
                  </a:cubicBezTo>
                  <a:cubicBezTo>
                    <a:pt x="977" y="4510"/>
                    <a:pt x="1438" y="4992"/>
                    <a:pt x="1974" y="5107"/>
                  </a:cubicBezTo>
                  <a:cubicBezTo>
                    <a:pt x="1984" y="5110"/>
                    <a:pt x="1994" y="5111"/>
                    <a:pt x="2004" y="5111"/>
                  </a:cubicBezTo>
                  <a:cubicBezTo>
                    <a:pt x="2085" y="5111"/>
                    <a:pt x="2145" y="5017"/>
                    <a:pt x="2096" y="4944"/>
                  </a:cubicBezTo>
                  <a:cubicBezTo>
                    <a:pt x="1974" y="4714"/>
                    <a:pt x="1832" y="4273"/>
                    <a:pt x="1927" y="3480"/>
                  </a:cubicBezTo>
                  <a:cubicBezTo>
                    <a:pt x="2172" y="1402"/>
                    <a:pt x="1652" y="0"/>
                    <a:pt x="419" y="0"/>
                  </a:cubicBezTo>
                  <a:close/>
                </a:path>
              </a:pathLst>
            </a:custGeom>
            <a:solidFill>
              <a:srgbClr val="203B5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254" name="Google Shape;19254;p46"/>
            <p:cNvSpPr/>
            <p:nvPr/>
          </p:nvSpPr>
          <p:spPr>
            <a:xfrm>
              <a:off x="5801419" y="2039125"/>
              <a:ext cx="156882" cy="90441"/>
            </a:xfrm>
            <a:custGeom>
              <a:rect b="b" l="l" r="r" t="t"/>
              <a:pathLst>
                <a:path extrusionOk="0" h="3448" w="5981">
                  <a:moveTo>
                    <a:pt x="1761" y="1"/>
                  </a:moveTo>
                  <a:cubicBezTo>
                    <a:pt x="947" y="1"/>
                    <a:pt x="315" y="420"/>
                    <a:pt x="75" y="661"/>
                  </a:cubicBezTo>
                  <a:cubicBezTo>
                    <a:pt x="0" y="735"/>
                    <a:pt x="14" y="857"/>
                    <a:pt x="109" y="905"/>
                  </a:cubicBezTo>
                  <a:lnTo>
                    <a:pt x="678" y="1223"/>
                  </a:lnTo>
                  <a:lnTo>
                    <a:pt x="5981" y="3447"/>
                  </a:lnTo>
                  <a:cubicBezTo>
                    <a:pt x="5540" y="3135"/>
                    <a:pt x="4401" y="566"/>
                    <a:pt x="2306" y="64"/>
                  </a:cubicBezTo>
                  <a:cubicBezTo>
                    <a:pt x="2117" y="20"/>
                    <a:pt x="1935" y="1"/>
                    <a:pt x="1761" y="1"/>
                  </a:cubicBezTo>
                  <a:close/>
                </a:path>
              </a:pathLst>
            </a:custGeom>
            <a:solidFill>
              <a:srgbClr val="203B5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255" name="Google Shape;19255;p46"/>
            <p:cNvSpPr/>
            <p:nvPr/>
          </p:nvSpPr>
          <p:spPr>
            <a:xfrm>
              <a:off x="5779884" y="2058666"/>
              <a:ext cx="331731" cy="308675"/>
            </a:xfrm>
            <a:custGeom>
              <a:rect b="b" l="l" r="r" t="t"/>
              <a:pathLst>
                <a:path extrusionOk="0" h="11768" w="12647">
                  <a:moveTo>
                    <a:pt x="2682" y="0"/>
                  </a:moveTo>
                  <a:cubicBezTo>
                    <a:pt x="2598" y="0"/>
                    <a:pt x="2513" y="6"/>
                    <a:pt x="2428" y="17"/>
                  </a:cubicBezTo>
                  <a:lnTo>
                    <a:pt x="1994" y="72"/>
                  </a:lnTo>
                  <a:cubicBezTo>
                    <a:pt x="1818" y="92"/>
                    <a:pt x="1649" y="146"/>
                    <a:pt x="1499" y="241"/>
                  </a:cubicBezTo>
                  <a:cubicBezTo>
                    <a:pt x="1364" y="329"/>
                    <a:pt x="1255" y="458"/>
                    <a:pt x="1201" y="614"/>
                  </a:cubicBezTo>
                  <a:lnTo>
                    <a:pt x="1093" y="926"/>
                  </a:lnTo>
                  <a:cubicBezTo>
                    <a:pt x="1065" y="1000"/>
                    <a:pt x="1032" y="1068"/>
                    <a:pt x="977" y="1136"/>
                  </a:cubicBezTo>
                  <a:lnTo>
                    <a:pt x="75" y="2255"/>
                  </a:lnTo>
                  <a:cubicBezTo>
                    <a:pt x="1" y="2343"/>
                    <a:pt x="8" y="2479"/>
                    <a:pt x="89" y="2560"/>
                  </a:cubicBezTo>
                  <a:lnTo>
                    <a:pt x="306" y="2729"/>
                  </a:lnTo>
                  <a:cubicBezTo>
                    <a:pt x="394" y="2818"/>
                    <a:pt x="509" y="2863"/>
                    <a:pt x="627" y="2863"/>
                  </a:cubicBezTo>
                  <a:cubicBezTo>
                    <a:pt x="690" y="2863"/>
                    <a:pt x="753" y="2850"/>
                    <a:pt x="815" y="2824"/>
                  </a:cubicBezTo>
                  <a:lnTo>
                    <a:pt x="2476" y="2072"/>
                  </a:lnTo>
                  <a:cubicBezTo>
                    <a:pt x="2494" y="2063"/>
                    <a:pt x="2513" y="2058"/>
                    <a:pt x="2531" y="2058"/>
                  </a:cubicBezTo>
                  <a:cubicBezTo>
                    <a:pt x="2581" y="2058"/>
                    <a:pt x="2627" y="2090"/>
                    <a:pt x="2652" y="2140"/>
                  </a:cubicBezTo>
                  <a:lnTo>
                    <a:pt x="4340" y="5557"/>
                  </a:lnTo>
                  <a:lnTo>
                    <a:pt x="4802" y="10968"/>
                  </a:lnTo>
                  <a:lnTo>
                    <a:pt x="4368" y="11571"/>
                  </a:lnTo>
                  <a:cubicBezTo>
                    <a:pt x="4307" y="11653"/>
                    <a:pt x="4368" y="11768"/>
                    <a:pt x="4469" y="11768"/>
                  </a:cubicBezTo>
                  <a:lnTo>
                    <a:pt x="5025" y="11768"/>
                  </a:lnTo>
                  <a:cubicBezTo>
                    <a:pt x="5093" y="11768"/>
                    <a:pt x="5147" y="11721"/>
                    <a:pt x="5154" y="11653"/>
                  </a:cubicBezTo>
                  <a:lnTo>
                    <a:pt x="5303" y="9225"/>
                  </a:lnTo>
                  <a:cubicBezTo>
                    <a:pt x="5351" y="8507"/>
                    <a:pt x="5425" y="7788"/>
                    <a:pt x="5534" y="7076"/>
                  </a:cubicBezTo>
                  <a:lnTo>
                    <a:pt x="5636" y="6384"/>
                  </a:lnTo>
                  <a:cubicBezTo>
                    <a:pt x="6065" y="6535"/>
                    <a:pt x="6478" y="6597"/>
                    <a:pt x="6867" y="6597"/>
                  </a:cubicBezTo>
                  <a:cubicBezTo>
                    <a:pt x="8192" y="6597"/>
                    <a:pt x="9235" y="5880"/>
                    <a:pt x="9670" y="5523"/>
                  </a:cubicBezTo>
                  <a:cubicBezTo>
                    <a:pt x="9996" y="6310"/>
                    <a:pt x="10674" y="7652"/>
                    <a:pt x="11840" y="8662"/>
                  </a:cubicBezTo>
                  <a:lnTo>
                    <a:pt x="12220" y="10927"/>
                  </a:lnTo>
                  <a:lnTo>
                    <a:pt x="11840" y="11578"/>
                  </a:lnTo>
                  <a:cubicBezTo>
                    <a:pt x="11792" y="11666"/>
                    <a:pt x="11847" y="11768"/>
                    <a:pt x="11948" y="11768"/>
                  </a:cubicBezTo>
                  <a:lnTo>
                    <a:pt x="12525" y="11768"/>
                  </a:lnTo>
                  <a:cubicBezTo>
                    <a:pt x="12593" y="11768"/>
                    <a:pt x="12647" y="11714"/>
                    <a:pt x="12647" y="11646"/>
                  </a:cubicBezTo>
                  <a:lnTo>
                    <a:pt x="12647" y="8337"/>
                  </a:lnTo>
                  <a:cubicBezTo>
                    <a:pt x="12647" y="8195"/>
                    <a:pt x="12572" y="8052"/>
                    <a:pt x="12457" y="7964"/>
                  </a:cubicBezTo>
                  <a:cubicBezTo>
                    <a:pt x="11745" y="7415"/>
                    <a:pt x="11813" y="6120"/>
                    <a:pt x="12199" y="5326"/>
                  </a:cubicBezTo>
                  <a:cubicBezTo>
                    <a:pt x="12620" y="4445"/>
                    <a:pt x="12579" y="3333"/>
                    <a:pt x="11969" y="2797"/>
                  </a:cubicBezTo>
                  <a:cubicBezTo>
                    <a:pt x="11594" y="2472"/>
                    <a:pt x="11085" y="2287"/>
                    <a:pt x="10381" y="2287"/>
                  </a:cubicBezTo>
                  <a:cubicBezTo>
                    <a:pt x="9924" y="2287"/>
                    <a:pt x="9385" y="2365"/>
                    <a:pt x="8748" y="2533"/>
                  </a:cubicBezTo>
                  <a:cubicBezTo>
                    <a:pt x="8111" y="2700"/>
                    <a:pt x="7680" y="2770"/>
                    <a:pt x="7372" y="2770"/>
                  </a:cubicBezTo>
                  <a:cubicBezTo>
                    <a:pt x="6695" y="2770"/>
                    <a:pt x="6611" y="2435"/>
                    <a:pt x="6253" y="2072"/>
                  </a:cubicBezTo>
                  <a:cubicBezTo>
                    <a:pt x="5446" y="1245"/>
                    <a:pt x="4239" y="411"/>
                    <a:pt x="3310" y="99"/>
                  </a:cubicBezTo>
                  <a:cubicBezTo>
                    <a:pt x="3106" y="35"/>
                    <a:pt x="2895" y="0"/>
                    <a:pt x="2682" y="0"/>
                  </a:cubicBezTo>
                  <a:close/>
                </a:path>
              </a:pathLst>
            </a:custGeom>
            <a:solidFill>
              <a:srgbClr val="697D9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256" name="Google Shape;19256;p46"/>
            <p:cNvSpPr/>
            <p:nvPr/>
          </p:nvSpPr>
          <p:spPr>
            <a:xfrm>
              <a:off x="5818757" y="2041250"/>
              <a:ext cx="35515" cy="28250"/>
            </a:xfrm>
            <a:custGeom>
              <a:rect b="b" l="l" r="r" t="t"/>
              <a:pathLst>
                <a:path extrusionOk="0" h="1077" w="1354">
                  <a:moveTo>
                    <a:pt x="159" y="0"/>
                  </a:moveTo>
                  <a:cubicBezTo>
                    <a:pt x="70" y="0"/>
                    <a:pt x="0" y="87"/>
                    <a:pt x="31" y="180"/>
                  </a:cubicBezTo>
                  <a:lnTo>
                    <a:pt x="302" y="966"/>
                  </a:lnTo>
                  <a:cubicBezTo>
                    <a:pt x="326" y="1032"/>
                    <a:pt x="398" y="1077"/>
                    <a:pt x="471" y="1077"/>
                  </a:cubicBezTo>
                  <a:cubicBezTo>
                    <a:pt x="480" y="1077"/>
                    <a:pt x="489" y="1076"/>
                    <a:pt x="499" y="1075"/>
                  </a:cubicBezTo>
                  <a:lnTo>
                    <a:pt x="1211" y="919"/>
                  </a:lnTo>
                  <a:cubicBezTo>
                    <a:pt x="1306" y="898"/>
                    <a:pt x="1353" y="783"/>
                    <a:pt x="1292" y="702"/>
                  </a:cubicBezTo>
                  <a:cubicBezTo>
                    <a:pt x="1014" y="349"/>
                    <a:pt x="628" y="105"/>
                    <a:pt x="187" y="3"/>
                  </a:cubicBezTo>
                  <a:cubicBezTo>
                    <a:pt x="177" y="1"/>
                    <a:pt x="168" y="0"/>
                    <a:pt x="159" y="0"/>
                  </a:cubicBezTo>
                  <a:close/>
                </a:path>
              </a:pathLst>
            </a:custGeom>
            <a:solidFill>
              <a:srgbClr val="4F647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257" name="Google Shape;19257;p46"/>
            <p:cNvSpPr/>
            <p:nvPr/>
          </p:nvSpPr>
          <p:spPr>
            <a:xfrm>
              <a:off x="5821695" y="2081513"/>
              <a:ext cx="16027" cy="12118"/>
            </a:xfrm>
            <a:custGeom>
              <a:rect b="b" l="l" r="r" t="t"/>
              <a:pathLst>
                <a:path extrusionOk="0" h="462" w="611">
                  <a:moveTo>
                    <a:pt x="305" y="1"/>
                  </a:moveTo>
                  <a:cubicBezTo>
                    <a:pt x="0" y="1"/>
                    <a:pt x="0" y="462"/>
                    <a:pt x="305" y="462"/>
                  </a:cubicBezTo>
                  <a:cubicBezTo>
                    <a:pt x="611" y="462"/>
                    <a:pt x="611" y="1"/>
                    <a:pt x="305" y="1"/>
                  </a:cubicBezTo>
                  <a:close/>
                </a:path>
              </a:pathLst>
            </a:custGeom>
            <a:solidFill>
              <a:srgbClr val="203B5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258" name="Google Shape;19258;p46"/>
            <p:cNvSpPr/>
            <p:nvPr/>
          </p:nvSpPr>
          <p:spPr>
            <a:xfrm>
              <a:off x="5844987" y="2093710"/>
              <a:ext cx="48945" cy="110717"/>
            </a:xfrm>
            <a:custGeom>
              <a:rect b="b" l="l" r="r" t="t"/>
              <a:pathLst>
                <a:path extrusionOk="0" h="4221" w="1866">
                  <a:moveTo>
                    <a:pt x="4" y="734"/>
                  </a:moveTo>
                  <a:cubicBezTo>
                    <a:pt x="3" y="734"/>
                    <a:pt x="2" y="735"/>
                    <a:pt x="1" y="736"/>
                  </a:cubicBezTo>
                  <a:cubicBezTo>
                    <a:pt x="2" y="735"/>
                    <a:pt x="3" y="734"/>
                    <a:pt x="4" y="734"/>
                  </a:cubicBezTo>
                  <a:close/>
                  <a:moveTo>
                    <a:pt x="803" y="0"/>
                  </a:moveTo>
                  <a:cubicBezTo>
                    <a:pt x="704" y="0"/>
                    <a:pt x="608" y="58"/>
                    <a:pt x="563" y="153"/>
                  </a:cubicBezTo>
                  <a:cubicBezTo>
                    <a:pt x="442" y="402"/>
                    <a:pt x="247" y="605"/>
                    <a:pt x="4" y="734"/>
                  </a:cubicBezTo>
                  <a:lnTo>
                    <a:pt x="4" y="734"/>
                  </a:lnTo>
                  <a:cubicBezTo>
                    <a:pt x="20" y="726"/>
                    <a:pt x="36" y="722"/>
                    <a:pt x="53" y="722"/>
                  </a:cubicBezTo>
                  <a:cubicBezTo>
                    <a:pt x="102" y="722"/>
                    <a:pt x="152" y="754"/>
                    <a:pt x="177" y="804"/>
                  </a:cubicBezTo>
                  <a:lnTo>
                    <a:pt x="1865" y="4221"/>
                  </a:lnTo>
                  <a:cubicBezTo>
                    <a:pt x="1757" y="2980"/>
                    <a:pt x="1201" y="756"/>
                    <a:pt x="1065" y="200"/>
                  </a:cubicBezTo>
                  <a:cubicBezTo>
                    <a:pt x="1045" y="119"/>
                    <a:pt x="984" y="58"/>
                    <a:pt x="909" y="24"/>
                  </a:cubicBezTo>
                  <a:cubicBezTo>
                    <a:pt x="875" y="8"/>
                    <a:pt x="839" y="0"/>
                    <a:pt x="803" y="0"/>
                  </a:cubicBezTo>
                  <a:close/>
                </a:path>
              </a:pathLst>
            </a:custGeom>
            <a:solidFill>
              <a:srgbClr val="4F647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259" name="Google Shape;19259;p46"/>
            <p:cNvSpPr/>
            <p:nvPr/>
          </p:nvSpPr>
          <p:spPr>
            <a:xfrm>
              <a:off x="5927690" y="2196374"/>
              <a:ext cx="105864" cy="35253"/>
            </a:xfrm>
            <a:custGeom>
              <a:rect b="b" l="l" r="r" t="t"/>
              <a:pathLst>
                <a:path extrusionOk="0" h="1344" w="4036">
                  <a:moveTo>
                    <a:pt x="3698" y="1"/>
                  </a:moveTo>
                  <a:cubicBezTo>
                    <a:pt x="3652" y="1"/>
                    <a:pt x="3605" y="10"/>
                    <a:pt x="3560" y="29"/>
                  </a:cubicBezTo>
                  <a:cubicBezTo>
                    <a:pt x="2756" y="367"/>
                    <a:pt x="2043" y="469"/>
                    <a:pt x="1480" y="469"/>
                  </a:cubicBezTo>
                  <a:cubicBezTo>
                    <a:pt x="1127" y="469"/>
                    <a:pt x="833" y="429"/>
                    <a:pt x="611" y="382"/>
                  </a:cubicBezTo>
                  <a:cubicBezTo>
                    <a:pt x="582" y="376"/>
                    <a:pt x="554" y="374"/>
                    <a:pt x="526" y="374"/>
                  </a:cubicBezTo>
                  <a:cubicBezTo>
                    <a:pt x="306" y="374"/>
                    <a:pt x="104" y="533"/>
                    <a:pt x="68" y="761"/>
                  </a:cubicBezTo>
                  <a:lnTo>
                    <a:pt x="1" y="1134"/>
                  </a:lnTo>
                  <a:cubicBezTo>
                    <a:pt x="427" y="1282"/>
                    <a:pt x="838" y="1343"/>
                    <a:pt x="1225" y="1343"/>
                  </a:cubicBezTo>
                  <a:cubicBezTo>
                    <a:pt x="2555" y="1343"/>
                    <a:pt x="3604" y="625"/>
                    <a:pt x="4035" y="273"/>
                  </a:cubicBezTo>
                  <a:lnTo>
                    <a:pt x="4028" y="246"/>
                  </a:lnTo>
                  <a:cubicBezTo>
                    <a:pt x="3987" y="96"/>
                    <a:pt x="3846" y="1"/>
                    <a:pt x="3698" y="1"/>
                  </a:cubicBezTo>
                  <a:close/>
                </a:path>
              </a:pathLst>
            </a:custGeom>
            <a:solidFill>
              <a:srgbClr val="4F647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260" name="Google Shape;19260;p46"/>
            <p:cNvSpPr/>
            <p:nvPr/>
          </p:nvSpPr>
          <p:spPr>
            <a:xfrm>
              <a:off x="5779884" y="2098956"/>
              <a:ext cx="42886" cy="34833"/>
            </a:xfrm>
            <a:custGeom>
              <a:rect b="b" l="l" r="r" t="t"/>
              <a:pathLst>
                <a:path extrusionOk="0" h="1328" w="1635">
                  <a:moveTo>
                    <a:pt x="659" y="0"/>
                  </a:moveTo>
                  <a:lnTo>
                    <a:pt x="75" y="719"/>
                  </a:lnTo>
                  <a:cubicBezTo>
                    <a:pt x="1" y="807"/>
                    <a:pt x="8" y="943"/>
                    <a:pt x="89" y="1024"/>
                  </a:cubicBezTo>
                  <a:lnTo>
                    <a:pt x="306" y="1193"/>
                  </a:lnTo>
                  <a:cubicBezTo>
                    <a:pt x="394" y="1282"/>
                    <a:pt x="509" y="1327"/>
                    <a:pt x="627" y="1327"/>
                  </a:cubicBezTo>
                  <a:cubicBezTo>
                    <a:pt x="690" y="1327"/>
                    <a:pt x="753" y="1314"/>
                    <a:pt x="815" y="1288"/>
                  </a:cubicBezTo>
                  <a:lnTo>
                    <a:pt x="1635" y="915"/>
                  </a:lnTo>
                  <a:cubicBezTo>
                    <a:pt x="1432" y="502"/>
                    <a:pt x="1086" y="176"/>
                    <a:pt x="659" y="0"/>
                  </a:cubicBezTo>
                  <a:close/>
                </a:path>
              </a:pathLst>
            </a:custGeom>
            <a:solidFill>
              <a:srgbClr val="7D8F9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261" name="Google Shape;19261;p46"/>
            <p:cNvSpPr/>
            <p:nvPr/>
          </p:nvSpPr>
          <p:spPr>
            <a:xfrm>
              <a:off x="5780959" y="2120884"/>
              <a:ext cx="9102" cy="7790"/>
            </a:xfrm>
            <a:custGeom>
              <a:rect b="b" l="l" r="r" t="t"/>
              <a:pathLst>
                <a:path extrusionOk="0" h="297" w="347">
                  <a:moveTo>
                    <a:pt x="201" y="1"/>
                  </a:moveTo>
                  <a:cubicBezTo>
                    <a:pt x="148" y="1"/>
                    <a:pt x="83" y="25"/>
                    <a:pt x="28" y="73"/>
                  </a:cubicBezTo>
                  <a:cubicBezTo>
                    <a:pt x="21" y="86"/>
                    <a:pt x="7" y="93"/>
                    <a:pt x="1" y="100"/>
                  </a:cubicBezTo>
                  <a:cubicBezTo>
                    <a:pt x="14" y="134"/>
                    <a:pt x="28" y="161"/>
                    <a:pt x="55" y="188"/>
                  </a:cubicBezTo>
                  <a:lnTo>
                    <a:pt x="197" y="296"/>
                  </a:lnTo>
                  <a:lnTo>
                    <a:pt x="211" y="290"/>
                  </a:lnTo>
                  <a:cubicBezTo>
                    <a:pt x="306" y="215"/>
                    <a:pt x="346" y="100"/>
                    <a:pt x="292" y="39"/>
                  </a:cubicBezTo>
                  <a:cubicBezTo>
                    <a:pt x="272" y="13"/>
                    <a:pt x="240" y="1"/>
                    <a:pt x="201" y="1"/>
                  </a:cubicBezTo>
                  <a:close/>
                </a:path>
              </a:pathLst>
            </a:custGeom>
            <a:solidFill>
              <a:srgbClr val="4F647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262" name="Google Shape;19262;p46"/>
            <p:cNvSpPr/>
            <p:nvPr/>
          </p:nvSpPr>
          <p:spPr>
            <a:xfrm>
              <a:off x="5893198" y="2355406"/>
              <a:ext cx="22610" cy="11935"/>
            </a:xfrm>
            <a:custGeom>
              <a:rect b="b" l="l" r="r" t="t"/>
              <a:pathLst>
                <a:path extrusionOk="0" h="455" w="862">
                  <a:moveTo>
                    <a:pt x="237" y="1"/>
                  </a:moveTo>
                  <a:lnTo>
                    <a:pt x="54" y="258"/>
                  </a:lnTo>
                  <a:cubicBezTo>
                    <a:pt x="0" y="340"/>
                    <a:pt x="54" y="448"/>
                    <a:pt x="156" y="455"/>
                  </a:cubicBezTo>
                  <a:lnTo>
                    <a:pt x="712" y="455"/>
                  </a:lnTo>
                  <a:cubicBezTo>
                    <a:pt x="780" y="455"/>
                    <a:pt x="834" y="401"/>
                    <a:pt x="834" y="340"/>
                  </a:cubicBezTo>
                  <a:lnTo>
                    <a:pt x="861" y="1"/>
                  </a:lnTo>
                  <a:close/>
                </a:path>
              </a:pathLst>
            </a:custGeom>
            <a:solidFill>
              <a:srgbClr val="203B5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263" name="Google Shape;19263;p46"/>
            <p:cNvSpPr/>
            <p:nvPr/>
          </p:nvSpPr>
          <p:spPr>
            <a:xfrm>
              <a:off x="6089188" y="2355223"/>
              <a:ext cx="22610" cy="12118"/>
            </a:xfrm>
            <a:custGeom>
              <a:rect b="b" l="l" r="r" t="t"/>
              <a:pathLst>
                <a:path extrusionOk="0" h="462" w="862">
                  <a:moveTo>
                    <a:pt x="211" y="1"/>
                  </a:moveTo>
                  <a:lnTo>
                    <a:pt x="48" y="272"/>
                  </a:lnTo>
                  <a:cubicBezTo>
                    <a:pt x="0" y="360"/>
                    <a:pt x="61" y="462"/>
                    <a:pt x="156" y="462"/>
                  </a:cubicBezTo>
                  <a:lnTo>
                    <a:pt x="739" y="462"/>
                  </a:lnTo>
                  <a:cubicBezTo>
                    <a:pt x="807" y="462"/>
                    <a:pt x="862" y="408"/>
                    <a:pt x="862" y="340"/>
                  </a:cubicBezTo>
                  <a:lnTo>
                    <a:pt x="862" y="1"/>
                  </a:lnTo>
                  <a:close/>
                </a:path>
              </a:pathLst>
            </a:custGeom>
            <a:solidFill>
              <a:srgbClr val="203B5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19264" name="Google Shape;19264;p46"/>
          <p:cNvSpPr txBox="1"/>
          <p:nvPr/>
        </p:nvSpPr>
        <p:spPr>
          <a:xfrm>
            <a:off x="1048350" y="721025"/>
            <a:ext cx="7047300" cy="482400"/>
          </a:xfrm>
          <a:prstGeom prst="rect">
            <a:avLst/>
          </a:prstGeom>
          <a:noFill/>
          <a:ln>
            <a:noFill/>
          </a:ln>
        </p:spPr>
        <p:txBody>
          <a:bodyPr anchorCtr="0" anchor="t"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2400"/>
              <a:buFont typeface="Arial"/>
              <a:buNone/>
            </a:pPr>
            <a:r>
              <a:rPr b="0" i="0" lang="en" sz="2400" u="none" cap="none" strike="noStrike">
                <a:solidFill>
                  <a:srgbClr val="FFFFFF"/>
                </a:solidFill>
                <a:latin typeface="Arial"/>
                <a:ea typeface="Arial"/>
                <a:cs typeface="Arial"/>
                <a:sym typeface="Arial"/>
              </a:rPr>
              <a:t>Nature Icons</a:t>
            </a:r>
            <a:endParaRPr b="0" i="0" sz="2400" u="none" cap="none" strike="noStrike">
              <a:solidFill>
                <a:srgbClr val="FFFFFF"/>
              </a:solidFill>
              <a:latin typeface="Arial"/>
              <a:ea typeface="Arial"/>
              <a:cs typeface="Arial"/>
              <a:sym typeface="Arial"/>
            </a:endParaRPr>
          </a:p>
        </p:txBody>
      </p:sp>
    </p:spTree>
  </p:cSld>
  <p:clrMapOvr>
    <a:masterClrMapping/>
  </p:clrMapOvr>
</p:sld>
</file>

<file path=ppt/slides/slide5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0">
  <p:cSld>
    <p:bg>
      <p:bgPr>
        <a:solidFill>
          <a:srgbClr val="0E2A47"/>
        </a:solidFill>
      </p:bgPr>
    </p:bg>
    <p:spTree>
      <p:nvGrpSpPr>
        <p:cNvPr id="19268" name="Shape 19268"/>
        <p:cNvGrpSpPr/>
        <p:nvPr/>
      </p:nvGrpSpPr>
      <p:grpSpPr>
        <a:xfrm>
          <a:off x="0" y="0"/>
          <a:ext cx="0" cy="0"/>
          <a:chOff x="0" y="0"/>
          <a:chExt cx="0" cy="0"/>
        </a:xfrm>
      </p:grpSpPr>
      <p:grpSp>
        <p:nvGrpSpPr>
          <p:cNvPr id="19269" name="Google Shape;19269;p47"/>
          <p:cNvGrpSpPr/>
          <p:nvPr/>
        </p:nvGrpSpPr>
        <p:grpSpPr>
          <a:xfrm>
            <a:off x="878066" y="1981993"/>
            <a:ext cx="354610" cy="372357"/>
            <a:chOff x="878066" y="1981993"/>
            <a:chExt cx="354610" cy="372357"/>
          </a:xfrm>
        </p:grpSpPr>
        <p:sp>
          <p:nvSpPr>
            <p:cNvPr id="19270" name="Google Shape;19270;p47"/>
            <p:cNvSpPr/>
            <p:nvPr/>
          </p:nvSpPr>
          <p:spPr>
            <a:xfrm>
              <a:off x="1002194" y="1982386"/>
              <a:ext cx="230482" cy="176742"/>
            </a:xfrm>
            <a:custGeom>
              <a:rect b="b" l="l" r="r" t="t"/>
              <a:pathLst>
                <a:path extrusionOk="0" h="6742" w="8792">
                  <a:moveTo>
                    <a:pt x="4908" y="0"/>
                  </a:moveTo>
                  <a:cubicBezTo>
                    <a:pt x="4850" y="0"/>
                    <a:pt x="4807" y="15"/>
                    <a:pt x="4778" y="58"/>
                  </a:cubicBezTo>
                  <a:lnTo>
                    <a:pt x="0" y="6741"/>
                  </a:lnTo>
                  <a:lnTo>
                    <a:pt x="4057" y="6741"/>
                  </a:lnTo>
                  <a:lnTo>
                    <a:pt x="8719" y="231"/>
                  </a:lnTo>
                  <a:cubicBezTo>
                    <a:pt x="8791" y="130"/>
                    <a:pt x="8719" y="0"/>
                    <a:pt x="8604" y="0"/>
                  </a:cubicBezTo>
                  <a:close/>
                </a:path>
              </a:pathLst>
            </a:custGeom>
            <a:solidFill>
              <a:srgbClr val="7B90A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271" name="Google Shape;19271;p47"/>
            <p:cNvSpPr/>
            <p:nvPr/>
          </p:nvSpPr>
          <p:spPr>
            <a:xfrm>
              <a:off x="1038895" y="1981993"/>
              <a:ext cx="163136" cy="177135"/>
            </a:xfrm>
            <a:custGeom>
              <a:rect b="b" l="l" r="r" t="t"/>
              <a:pathLst>
                <a:path extrusionOk="0" h="6757" w="6223">
                  <a:moveTo>
                    <a:pt x="4836" y="1"/>
                  </a:moveTo>
                  <a:lnTo>
                    <a:pt x="0" y="6756"/>
                  </a:lnTo>
                  <a:lnTo>
                    <a:pt x="1401" y="6756"/>
                  </a:lnTo>
                  <a:lnTo>
                    <a:pt x="6222" y="1"/>
                  </a:lnTo>
                  <a:close/>
                </a:path>
              </a:pathLst>
            </a:custGeom>
            <a:solidFill>
              <a:srgbClr val="F2F3F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272" name="Google Shape;19272;p47"/>
            <p:cNvSpPr/>
            <p:nvPr/>
          </p:nvSpPr>
          <p:spPr>
            <a:xfrm>
              <a:off x="1075596" y="1982386"/>
              <a:ext cx="156687" cy="176742"/>
            </a:xfrm>
            <a:custGeom>
              <a:rect b="b" l="l" r="r" t="t"/>
              <a:pathLst>
                <a:path extrusionOk="0" h="6742" w="5977">
                  <a:moveTo>
                    <a:pt x="4822" y="0"/>
                  </a:moveTo>
                  <a:lnTo>
                    <a:pt x="1" y="6741"/>
                  </a:lnTo>
                  <a:lnTo>
                    <a:pt x="1257" y="6741"/>
                  </a:lnTo>
                  <a:lnTo>
                    <a:pt x="5919" y="231"/>
                  </a:lnTo>
                  <a:cubicBezTo>
                    <a:pt x="5977" y="130"/>
                    <a:pt x="5919" y="0"/>
                    <a:pt x="5804" y="0"/>
                  </a:cubicBezTo>
                  <a:close/>
                </a:path>
              </a:pathLst>
            </a:custGeom>
            <a:solidFill>
              <a:srgbClr val="758B9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273" name="Google Shape;19273;p47"/>
            <p:cNvSpPr/>
            <p:nvPr/>
          </p:nvSpPr>
          <p:spPr>
            <a:xfrm>
              <a:off x="878145" y="1982281"/>
              <a:ext cx="230404" cy="176846"/>
            </a:xfrm>
            <a:custGeom>
              <a:rect b="b" l="l" r="r" t="t"/>
              <a:pathLst>
                <a:path extrusionOk="0" h="6746" w="8789">
                  <a:moveTo>
                    <a:pt x="3910" y="0"/>
                  </a:moveTo>
                  <a:cubicBezTo>
                    <a:pt x="3900" y="0"/>
                    <a:pt x="3891" y="2"/>
                    <a:pt x="3880" y="4"/>
                  </a:cubicBezTo>
                  <a:lnTo>
                    <a:pt x="185" y="4"/>
                  </a:lnTo>
                  <a:cubicBezTo>
                    <a:pt x="180" y="3"/>
                    <a:pt x="174" y="3"/>
                    <a:pt x="169" y="3"/>
                  </a:cubicBezTo>
                  <a:cubicBezTo>
                    <a:pt x="63" y="3"/>
                    <a:pt x="1" y="139"/>
                    <a:pt x="69" y="235"/>
                  </a:cubicBezTo>
                  <a:lnTo>
                    <a:pt x="4732" y="6745"/>
                  </a:lnTo>
                  <a:lnTo>
                    <a:pt x="8789" y="6745"/>
                  </a:lnTo>
                  <a:lnTo>
                    <a:pt x="4010" y="62"/>
                  </a:lnTo>
                  <a:cubicBezTo>
                    <a:pt x="3987" y="26"/>
                    <a:pt x="3953" y="0"/>
                    <a:pt x="3910" y="0"/>
                  </a:cubicBezTo>
                  <a:close/>
                </a:path>
              </a:pathLst>
            </a:custGeom>
            <a:solidFill>
              <a:srgbClr val="758B9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274" name="Google Shape;19274;p47"/>
            <p:cNvSpPr/>
            <p:nvPr/>
          </p:nvSpPr>
          <p:spPr>
            <a:xfrm>
              <a:off x="910599" y="1981993"/>
              <a:ext cx="163136" cy="177135"/>
            </a:xfrm>
            <a:custGeom>
              <a:rect b="b" l="l" r="r" t="t"/>
              <a:pathLst>
                <a:path extrusionOk="0" h="6757" w="6223">
                  <a:moveTo>
                    <a:pt x="1" y="1"/>
                  </a:moveTo>
                  <a:lnTo>
                    <a:pt x="4837" y="6756"/>
                  </a:lnTo>
                  <a:lnTo>
                    <a:pt x="6222" y="6756"/>
                  </a:lnTo>
                  <a:lnTo>
                    <a:pt x="1401" y="1"/>
                  </a:lnTo>
                  <a:close/>
                </a:path>
              </a:pathLst>
            </a:custGeom>
            <a:solidFill>
              <a:srgbClr val="F2F3F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275" name="Google Shape;19275;p47"/>
            <p:cNvSpPr/>
            <p:nvPr/>
          </p:nvSpPr>
          <p:spPr>
            <a:xfrm>
              <a:off x="878066" y="1982386"/>
              <a:ext cx="159335" cy="177109"/>
            </a:xfrm>
            <a:custGeom>
              <a:rect b="b" l="l" r="r" t="t"/>
              <a:pathLst>
                <a:path extrusionOk="0" h="6756" w="6078">
                  <a:moveTo>
                    <a:pt x="188" y="0"/>
                  </a:moveTo>
                  <a:cubicBezTo>
                    <a:pt x="72" y="0"/>
                    <a:pt x="0" y="130"/>
                    <a:pt x="72" y="231"/>
                  </a:cubicBezTo>
                  <a:lnTo>
                    <a:pt x="4735" y="6756"/>
                  </a:lnTo>
                  <a:lnTo>
                    <a:pt x="6078" y="6756"/>
                  </a:lnTo>
                  <a:lnTo>
                    <a:pt x="1256" y="0"/>
                  </a:lnTo>
                  <a:close/>
                </a:path>
              </a:pathLst>
            </a:custGeom>
            <a:solidFill>
              <a:srgbClr val="7B90A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276" name="Google Shape;19276;p47"/>
            <p:cNvSpPr/>
            <p:nvPr/>
          </p:nvSpPr>
          <p:spPr>
            <a:xfrm>
              <a:off x="1092243" y="2108008"/>
              <a:ext cx="36360" cy="51119"/>
            </a:xfrm>
            <a:custGeom>
              <a:rect b="b" l="l" r="r" t="t"/>
              <a:pathLst>
                <a:path extrusionOk="0" h="1950" w="1387">
                  <a:moveTo>
                    <a:pt x="751" y="1"/>
                  </a:moveTo>
                  <a:lnTo>
                    <a:pt x="1" y="1069"/>
                  </a:lnTo>
                  <a:lnTo>
                    <a:pt x="622" y="1949"/>
                  </a:lnTo>
                  <a:lnTo>
                    <a:pt x="1156" y="1228"/>
                  </a:lnTo>
                  <a:lnTo>
                    <a:pt x="1387" y="881"/>
                  </a:lnTo>
                  <a:lnTo>
                    <a:pt x="751" y="1"/>
                  </a:lnTo>
                  <a:close/>
                </a:path>
              </a:pathLst>
            </a:custGeom>
            <a:solidFill>
              <a:srgbClr val="D5DEE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277" name="Google Shape;19277;p47"/>
            <p:cNvSpPr/>
            <p:nvPr/>
          </p:nvSpPr>
          <p:spPr>
            <a:xfrm>
              <a:off x="1073709" y="2082658"/>
              <a:ext cx="38248" cy="53374"/>
            </a:xfrm>
            <a:custGeom>
              <a:rect b="b" l="l" r="r" t="t"/>
              <a:pathLst>
                <a:path extrusionOk="0" h="2036" w="1459">
                  <a:moveTo>
                    <a:pt x="766" y="0"/>
                  </a:moveTo>
                  <a:lnTo>
                    <a:pt x="0" y="1054"/>
                  </a:lnTo>
                  <a:lnTo>
                    <a:pt x="708" y="2036"/>
                  </a:lnTo>
                  <a:lnTo>
                    <a:pt x="1458" y="968"/>
                  </a:lnTo>
                  <a:lnTo>
                    <a:pt x="766" y="0"/>
                  </a:lnTo>
                  <a:close/>
                </a:path>
              </a:pathLst>
            </a:custGeom>
            <a:solidFill>
              <a:srgbClr val="EBEFF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278" name="Google Shape;19278;p47"/>
            <p:cNvSpPr/>
            <p:nvPr/>
          </p:nvSpPr>
          <p:spPr>
            <a:xfrm>
              <a:off x="1055542" y="2056915"/>
              <a:ext cx="38248" cy="53400"/>
            </a:xfrm>
            <a:custGeom>
              <a:rect b="b" l="l" r="r" t="t"/>
              <a:pathLst>
                <a:path extrusionOk="0" h="2037" w="1459">
                  <a:moveTo>
                    <a:pt x="751" y="1"/>
                  </a:moveTo>
                  <a:lnTo>
                    <a:pt x="1" y="1055"/>
                  </a:lnTo>
                  <a:lnTo>
                    <a:pt x="693" y="2036"/>
                  </a:lnTo>
                  <a:lnTo>
                    <a:pt x="1459" y="982"/>
                  </a:lnTo>
                  <a:lnTo>
                    <a:pt x="751" y="1"/>
                  </a:lnTo>
                  <a:close/>
                </a:path>
              </a:pathLst>
            </a:custGeom>
            <a:solidFill>
              <a:srgbClr val="D7DFE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279" name="Google Shape;19279;p47"/>
            <p:cNvSpPr/>
            <p:nvPr/>
          </p:nvSpPr>
          <p:spPr>
            <a:xfrm>
              <a:off x="940117" y="2129583"/>
              <a:ext cx="230482" cy="224636"/>
            </a:xfrm>
            <a:custGeom>
              <a:rect b="b" l="l" r="r" t="t"/>
              <a:pathLst>
                <a:path extrusionOk="0" h="8569" w="8792">
                  <a:moveTo>
                    <a:pt x="4418" y="0"/>
                  </a:moveTo>
                  <a:cubicBezTo>
                    <a:pt x="4237" y="0"/>
                    <a:pt x="4054" y="69"/>
                    <a:pt x="3913" y="203"/>
                  </a:cubicBezTo>
                  <a:cubicBezTo>
                    <a:pt x="3783" y="333"/>
                    <a:pt x="3604" y="407"/>
                    <a:pt x="3421" y="407"/>
                  </a:cubicBezTo>
                  <a:cubicBezTo>
                    <a:pt x="3339" y="407"/>
                    <a:pt x="3256" y="392"/>
                    <a:pt x="3177" y="361"/>
                  </a:cubicBezTo>
                  <a:cubicBezTo>
                    <a:pt x="3094" y="328"/>
                    <a:pt x="3008" y="312"/>
                    <a:pt x="2924" y="312"/>
                  </a:cubicBezTo>
                  <a:cubicBezTo>
                    <a:pt x="2643" y="312"/>
                    <a:pt x="2378" y="488"/>
                    <a:pt x="2267" y="766"/>
                  </a:cubicBezTo>
                  <a:cubicBezTo>
                    <a:pt x="2180" y="1011"/>
                    <a:pt x="1935" y="1184"/>
                    <a:pt x="1661" y="1199"/>
                  </a:cubicBezTo>
                  <a:cubicBezTo>
                    <a:pt x="1285" y="1227"/>
                    <a:pt x="997" y="1545"/>
                    <a:pt x="1011" y="1920"/>
                  </a:cubicBezTo>
                  <a:cubicBezTo>
                    <a:pt x="1026" y="2195"/>
                    <a:pt x="867" y="2454"/>
                    <a:pt x="636" y="2584"/>
                  </a:cubicBezTo>
                  <a:cubicBezTo>
                    <a:pt x="289" y="2758"/>
                    <a:pt x="160" y="3176"/>
                    <a:pt x="333" y="3508"/>
                  </a:cubicBezTo>
                  <a:cubicBezTo>
                    <a:pt x="448" y="3754"/>
                    <a:pt x="419" y="4042"/>
                    <a:pt x="246" y="4259"/>
                  </a:cubicBezTo>
                  <a:cubicBezTo>
                    <a:pt x="1" y="4562"/>
                    <a:pt x="58" y="4995"/>
                    <a:pt x="347" y="5240"/>
                  </a:cubicBezTo>
                  <a:cubicBezTo>
                    <a:pt x="564" y="5414"/>
                    <a:pt x="650" y="5688"/>
                    <a:pt x="578" y="5962"/>
                  </a:cubicBezTo>
                  <a:cubicBezTo>
                    <a:pt x="477" y="6338"/>
                    <a:pt x="708" y="6713"/>
                    <a:pt x="1069" y="6814"/>
                  </a:cubicBezTo>
                  <a:cubicBezTo>
                    <a:pt x="1343" y="6886"/>
                    <a:pt x="1531" y="7103"/>
                    <a:pt x="1574" y="7377"/>
                  </a:cubicBezTo>
                  <a:cubicBezTo>
                    <a:pt x="1627" y="7717"/>
                    <a:pt x="1928" y="7962"/>
                    <a:pt x="2263" y="7962"/>
                  </a:cubicBezTo>
                  <a:cubicBezTo>
                    <a:pt x="2298" y="7962"/>
                    <a:pt x="2333" y="7960"/>
                    <a:pt x="2368" y="7954"/>
                  </a:cubicBezTo>
                  <a:cubicBezTo>
                    <a:pt x="2406" y="7948"/>
                    <a:pt x="2444" y="7945"/>
                    <a:pt x="2482" y="7945"/>
                  </a:cubicBezTo>
                  <a:cubicBezTo>
                    <a:pt x="2716" y="7945"/>
                    <a:pt x="2937" y="8059"/>
                    <a:pt x="3061" y="8257"/>
                  </a:cubicBezTo>
                  <a:cubicBezTo>
                    <a:pt x="3199" y="8460"/>
                    <a:pt x="3419" y="8568"/>
                    <a:pt x="3642" y="8568"/>
                  </a:cubicBezTo>
                  <a:cubicBezTo>
                    <a:pt x="3770" y="8568"/>
                    <a:pt x="3898" y="8533"/>
                    <a:pt x="4014" y="8460"/>
                  </a:cubicBezTo>
                  <a:cubicBezTo>
                    <a:pt x="4129" y="8387"/>
                    <a:pt x="4263" y="8351"/>
                    <a:pt x="4396" y="8351"/>
                  </a:cubicBezTo>
                  <a:cubicBezTo>
                    <a:pt x="4530" y="8351"/>
                    <a:pt x="4663" y="8387"/>
                    <a:pt x="4779" y="8460"/>
                  </a:cubicBezTo>
                  <a:cubicBezTo>
                    <a:pt x="4893" y="8532"/>
                    <a:pt x="5022" y="8568"/>
                    <a:pt x="5150" y="8568"/>
                  </a:cubicBezTo>
                  <a:cubicBezTo>
                    <a:pt x="5378" y="8568"/>
                    <a:pt x="5602" y="8456"/>
                    <a:pt x="5732" y="8243"/>
                  </a:cubicBezTo>
                  <a:cubicBezTo>
                    <a:pt x="5870" y="8054"/>
                    <a:pt x="6085" y="7932"/>
                    <a:pt x="6319" y="7932"/>
                  </a:cubicBezTo>
                  <a:cubicBezTo>
                    <a:pt x="6354" y="7932"/>
                    <a:pt x="6389" y="7934"/>
                    <a:pt x="6425" y="7940"/>
                  </a:cubicBezTo>
                  <a:cubicBezTo>
                    <a:pt x="6460" y="7945"/>
                    <a:pt x="6495" y="7948"/>
                    <a:pt x="6529" y="7948"/>
                  </a:cubicBezTo>
                  <a:cubicBezTo>
                    <a:pt x="6865" y="7948"/>
                    <a:pt x="7166" y="7703"/>
                    <a:pt x="7218" y="7362"/>
                  </a:cubicBezTo>
                  <a:cubicBezTo>
                    <a:pt x="7262" y="7088"/>
                    <a:pt x="7464" y="6872"/>
                    <a:pt x="7724" y="6800"/>
                  </a:cubicBezTo>
                  <a:cubicBezTo>
                    <a:pt x="8099" y="6698"/>
                    <a:pt x="8316" y="6323"/>
                    <a:pt x="8215" y="5948"/>
                  </a:cubicBezTo>
                  <a:cubicBezTo>
                    <a:pt x="8142" y="5688"/>
                    <a:pt x="8243" y="5399"/>
                    <a:pt x="8445" y="5226"/>
                  </a:cubicBezTo>
                  <a:cubicBezTo>
                    <a:pt x="8749" y="4981"/>
                    <a:pt x="8792" y="4548"/>
                    <a:pt x="8561" y="4259"/>
                  </a:cubicBezTo>
                  <a:cubicBezTo>
                    <a:pt x="8388" y="4042"/>
                    <a:pt x="8359" y="3754"/>
                    <a:pt x="8474" y="3508"/>
                  </a:cubicBezTo>
                  <a:cubicBezTo>
                    <a:pt x="8648" y="3162"/>
                    <a:pt x="8518" y="2743"/>
                    <a:pt x="8171" y="2570"/>
                  </a:cubicBezTo>
                  <a:cubicBezTo>
                    <a:pt x="7926" y="2440"/>
                    <a:pt x="7781" y="2195"/>
                    <a:pt x="7796" y="1920"/>
                  </a:cubicBezTo>
                  <a:cubicBezTo>
                    <a:pt x="7810" y="1531"/>
                    <a:pt x="7522" y="1213"/>
                    <a:pt x="7146" y="1199"/>
                  </a:cubicBezTo>
                  <a:cubicBezTo>
                    <a:pt x="6872" y="1184"/>
                    <a:pt x="6627" y="1011"/>
                    <a:pt x="6526" y="751"/>
                  </a:cubicBezTo>
                  <a:cubicBezTo>
                    <a:pt x="6425" y="471"/>
                    <a:pt x="6159" y="304"/>
                    <a:pt x="5876" y="304"/>
                  </a:cubicBezTo>
                  <a:cubicBezTo>
                    <a:pt x="5794" y="304"/>
                    <a:pt x="5711" y="318"/>
                    <a:pt x="5631" y="347"/>
                  </a:cubicBezTo>
                  <a:cubicBezTo>
                    <a:pt x="5547" y="380"/>
                    <a:pt x="5460" y="396"/>
                    <a:pt x="5374" y="396"/>
                  </a:cubicBezTo>
                  <a:cubicBezTo>
                    <a:pt x="5195" y="396"/>
                    <a:pt x="5021" y="325"/>
                    <a:pt x="4894" y="188"/>
                  </a:cubicBezTo>
                  <a:cubicBezTo>
                    <a:pt x="4761" y="62"/>
                    <a:pt x="4590" y="0"/>
                    <a:pt x="4418" y="0"/>
                  </a:cubicBezTo>
                  <a:close/>
                </a:path>
              </a:pathLst>
            </a:custGeom>
            <a:solidFill>
              <a:srgbClr val="D6DFE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280" name="Google Shape;19280;p47"/>
            <p:cNvSpPr/>
            <p:nvPr/>
          </p:nvSpPr>
          <p:spPr>
            <a:xfrm>
              <a:off x="1038502" y="2129478"/>
              <a:ext cx="132097" cy="224872"/>
            </a:xfrm>
            <a:custGeom>
              <a:rect b="b" l="l" r="r" t="t"/>
              <a:pathLst>
                <a:path extrusionOk="0" h="8578" w="5039">
                  <a:moveTo>
                    <a:pt x="636" y="1"/>
                  </a:moveTo>
                  <a:cubicBezTo>
                    <a:pt x="459" y="1"/>
                    <a:pt x="282" y="69"/>
                    <a:pt x="145" y="207"/>
                  </a:cubicBezTo>
                  <a:cubicBezTo>
                    <a:pt x="102" y="250"/>
                    <a:pt x="44" y="293"/>
                    <a:pt x="1" y="322"/>
                  </a:cubicBezTo>
                  <a:cubicBezTo>
                    <a:pt x="102" y="381"/>
                    <a:pt x="218" y="410"/>
                    <a:pt x="334" y="410"/>
                  </a:cubicBezTo>
                  <a:cubicBezTo>
                    <a:pt x="417" y="410"/>
                    <a:pt x="500" y="395"/>
                    <a:pt x="578" y="365"/>
                  </a:cubicBezTo>
                  <a:cubicBezTo>
                    <a:pt x="661" y="332"/>
                    <a:pt x="747" y="316"/>
                    <a:pt x="831" y="316"/>
                  </a:cubicBezTo>
                  <a:cubicBezTo>
                    <a:pt x="1111" y="316"/>
                    <a:pt x="1377" y="492"/>
                    <a:pt x="1488" y="770"/>
                  </a:cubicBezTo>
                  <a:cubicBezTo>
                    <a:pt x="1589" y="1015"/>
                    <a:pt x="1820" y="1188"/>
                    <a:pt x="2094" y="1203"/>
                  </a:cubicBezTo>
                  <a:cubicBezTo>
                    <a:pt x="2469" y="1231"/>
                    <a:pt x="2758" y="1549"/>
                    <a:pt x="2758" y="1924"/>
                  </a:cubicBezTo>
                  <a:cubicBezTo>
                    <a:pt x="2744" y="2199"/>
                    <a:pt x="2888" y="2458"/>
                    <a:pt x="3133" y="2588"/>
                  </a:cubicBezTo>
                  <a:cubicBezTo>
                    <a:pt x="3465" y="2762"/>
                    <a:pt x="3595" y="3180"/>
                    <a:pt x="3437" y="3512"/>
                  </a:cubicBezTo>
                  <a:cubicBezTo>
                    <a:pt x="3307" y="3758"/>
                    <a:pt x="3336" y="4046"/>
                    <a:pt x="3509" y="4263"/>
                  </a:cubicBezTo>
                  <a:cubicBezTo>
                    <a:pt x="3754" y="4566"/>
                    <a:pt x="3696" y="4999"/>
                    <a:pt x="3408" y="5244"/>
                  </a:cubicBezTo>
                  <a:cubicBezTo>
                    <a:pt x="3191" y="5418"/>
                    <a:pt x="3105" y="5692"/>
                    <a:pt x="3177" y="5966"/>
                  </a:cubicBezTo>
                  <a:cubicBezTo>
                    <a:pt x="3278" y="6327"/>
                    <a:pt x="3047" y="6717"/>
                    <a:pt x="2686" y="6818"/>
                  </a:cubicBezTo>
                  <a:cubicBezTo>
                    <a:pt x="2412" y="6890"/>
                    <a:pt x="2224" y="7107"/>
                    <a:pt x="2181" y="7381"/>
                  </a:cubicBezTo>
                  <a:cubicBezTo>
                    <a:pt x="2128" y="7721"/>
                    <a:pt x="1827" y="7966"/>
                    <a:pt x="1492" y="7966"/>
                  </a:cubicBezTo>
                  <a:cubicBezTo>
                    <a:pt x="1457" y="7966"/>
                    <a:pt x="1422" y="7964"/>
                    <a:pt x="1387" y="7958"/>
                  </a:cubicBezTo>
                  <a:cubicBezTo>
                    <a:pt x="1349" y="7952"/>
                    <a:pt x="1311" y="7949"/>
                    <a:pt x="1273" y="7949"/>
                  </a:cubicBezTo>
                  <a:cubicBezTo>
                    <a:pt x="1039" y="7949"/>
                    <a:pt x="818" y="8063"/>
                    <a:pt x="694" y="8261"/>
                  </a:cubicBezTo>
                  <a:cubicBezTo>
                    <a:pt x="665" y="8290"/>
                    <a:pt x="651" y="8319"/>
                    <a:pt x="622" y="8348"/>
                  </a:cubicBezTo>
                  <a:cubicBezTo>
                    <a:pt x="766" y="8348"/>
                    <a:pt x="896" y="8391"/>
                    <a:pt x="1026" y="8464"/>
                  </a:cubicBezTo>
                  <a:cubicBezTo>
                    <a:pt x="1140" y="8541"/>
                    <a:pt x="1268" y="8578"/>
                    <a:pt x="1397" y="8578"/>
                  </a:cubicBezTo>
                  <a:cubicBezTo>
                    <a:pt x="1626" y="8578"/>
                    <a:pt x="1854" y="8460"/>
                    <a:pt x="1993" y="8247"/>
                  </a:cubicBezTo>
                  <a:cubicBezTo>
                    <a:pt x="2119" y="8058"/>
                    <a:pt x="2343" y="7936"/>
                    <a:pt x="2570" y="7936"/>
                  </a:cubicBezTo>
                  <a:cubicBezTo>
                    <a:pt x="2604" y="7936"/>
                    <a:pt x="2638" y="7938"/>
                    <a:pt x="2672" y="7944"/>
                  </a:cubicBezTo>
                  <a:cubicBezTo>
                    <a:pt x="2707" y="7949"/>
                    <a:pt x="2742" y="7952"/>
                    <a:pt x="2776" y="7952"/>
                  </a:cubicBezTo>
                  <a:cubicBezTo>
                    <a:pt x="3112" y="7952"/>
                    <a:pt x="3413" y="7707"/>
                    <a:pt x="3465" y="7366"/>
                  </a:cubicBezTo>
                  <a:cubicBezTo>
                    <a:pt x="3509" y="7092"/>
                    <a:pt x="3711" y="6876"/>
                    <a:pt x="3971" y="6804"/>
                  </a:cubicBezTo>
                  <a:cubicBezTo>
                    <a:pt x="4346" y="6702"/>
                    <a:pt x="4563" y="6327"/>
                    <a:pt x="4462" y="5952"/>
                  </a:cubicBezTo>
                  <a:cubicBezTo>
                    <a:pt x="4389" y="5692"/>
                    <a:pt x="4490" y="5403"/>
                    <a:pt x="4692" y="5230"/>
                  </a:cubicBezTo>
                  <a:cubicBezTo>
                    <a:pt x="4996" y="4999"/>
                    <a:pt x="5039" y="4566"/>
                    <a:pt x="4794" y="4263"/>
                  </a:cubicBezTo>
                  <a:cubicBezTo>
                    <a:pt x="4620" y="4046"/>
                    <a:pt x="4591" y="3758"/>
                    <a:pt x="4721" y="3512"/>
                  </a:cubicBezTo>
                  <a:cubicBezTo>
                    <a:pt x="4895" y="3166"/>
                    <a:pt x="4750" y="2762"/>
                    <a:pt x="4418" y="2588"/>
                  </a:cubicBezTo>
                  <a:cubicBezTo>
                    <a:pt x="4173" y="2458"/>
                    <a:pt x="4028" y="2199"/>
                    <a:pt x="4043" y="1924"/>
                  </a:cubicBezTo>
                  <a:cubicBezTo>
                    <a:pt x="4043" y="1549"/>
                    <a:pt x="3754" y="1231"/>
                    <a:pt x="3379" y="1203"/>
                  </a:cubicBezTo>
                  <a:cubicBezTo>
                    <a:pt x="3105" y="1188"/>
                    <a:pt x="2874" y="1015"/>
                    <a:pt x="2773" y="770"/>
                  </a:cubicBezTo>
                  <a:cubicBezTo>
                    <a:pt x="2661" y="492"/>
                    <a:pt x="2396" y="316"/>
                    <a:pt x="2115" y="316"/>
                  </a:cubicBezTo>
                  <a:cubicBezTo>
                    <a:pt x="2031" y="316"/>
                    <a:pt x="1946" y="332"/>
                    <a:pt x="1863" y="365"/>
                  </a:cubicBezTo>
                  <a:cubicBezTo>
                    <a:pt x="1788" y="396"/>
                    <a:pt x="1708" y="411"/>
                    <a:pt x="1628" y="411"/>
                  </a:cubicBezTo>
                  <a:cubicBezTo>
                    <a:pt x="1448" y="411"/>
                    <a:pt x="1267" y="337"/>
                    <a:pt x="1127" y="207"/>
                  </a:cubicBezTo>
                  <a:cubicBezTo>
                    <a:pt x="990" y="69"/>
                    <a:pt x="813" y="1"/>
                    <a:pt x="636" y="1"/>
                  </a:cubicBezTo>
                  <a:close/>
                </a:path>
              </a:pathLst>
            </a:custGeom>
            <a:solidFill>
              <a:srgbClr val="8FA1A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281" name="Google Shape;19281;p47"/>
            <p:cNvSpPr/>
            <p:nvPr/>
          </p:nvSpPr>
          <p:spPr>
            <a:xfrm>
              <a:off x="970395" y="2156821"/>
              <a:ext cx="169952" cy="169559"/>
            </a:xfrm>
            <a:custGeom>
              <a:rect b="b" l="l" r="r" t="t"/>
              <a:pathLst>
                <a:path extrusionOk="0" h="6468" w="6483">
                  <a:moveTo>
                    <a:pt x="3249" y="1"/>
                  </a:moveTo>
                  <a:cubicBezTo>
                    <a:pt x="1459" y="1"/>
                    <a:pt x="1" y="1444"/>
                    <a:pt x="1" y="3234"/>
                  </a:cubicBezTo>
                  <a:cubicBezTo>
                    <a:pt x="1" y="5024"/>
                    <a:pt x="1459" y="6468"/>
                    <a:pt x="3249" y="6468"/>
                  </a:cubicBezTo>
                  <a:cubicBezTo>
                    <a:pt x="5024" y="6468"/>
                    <a:pt x="6482" y="5024"/>
                    <a:pt x="6482" y="3234"/>
                  </a:cubicBezTo>
                  <a:cubicBezTo>
                    <a:pt x="6482" y="1444"/>
                    <a:pt x="5024" y="1"/>
                    <a:pt x="3249" y="1"/>
                  </a:cubicBezTo>
                  <a:close/>
                </a:path>
              </a:pathLst>
            </a:custGeom>
            <a:solidFill>
              <a:srgbClr val="F2F3F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282" name="Google Shape;19282;p47"/>
            <p:cNvSpPr/>
            <p:nvPr/>
          </p:nvSpPr>
          <p:spPr>
            <a:xfrm>
              <a:off x="1038502" y="2156821"/>
              <a:ext cx="106380" cy="169716"/>
            </a:xfrm>
            <a:custGeom>
              <a:rect b="b" l="l" r="r" t="t"/>
              <a:pathLst>
                <a:path extrusionOk="0" h="6474" w="4058">
                  <a:moveTo>
                    <a:pt x="651" y="1"/>
                  </a:moveTo>
                  <a:cubicBezTo>
                    <a:pt x="434" y="1"/>
                    <a:pt x="217" y="15"/>
                    <a:pt x="1" y="59"/>
                  </a:cubicBezTo>
                  <a:cubicBezTo>
                    <a:pt x="1517" y="362"/>
                    <a:pt x="2599" y="1690"/>
                    <a:pt x="2599" y="3234"/>
                  </a:cubicBezTo>
                  <a:cubicBezTo>
                    <a:pt x="2599" y="4779"/>
                    <a:pt x="1517" y="6107"/>
                    <a:pt x="1" y="6410"/>
                  </a:cubicBezTo>
                  <a:cubicBezTo>
                    <a:pt x="216" y="6453"/>
                    <a:pt x="430" y="6474"/>
                    <a:pt x="640" y="6474"/>
                  </a:cubicBezTo>
                  <a:cubicBezTo>
                    <a:pt x="2266" y="6474"/>
                    <a:pt x="3689" y="5239"/>
                    <a:pt x="3855" y="3552"/>
                  </a:cubicBezTo>
                  <a:cubicBezTo>
                    <a:pt x="4057" y="1646"/>
                    <a:pt x="2556" y="1"/>
                    <a:pt x="651" y="1"/>
                  </a:cubicBezTo>
                  <a:close/>
                </a:path>
              </a:pathLst>
            </a:custGeom>
            <a:solidFill>
              <a:srgbClr val="EBEFF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283" name="Google Shape;19283;p47"/>
            <p:cNvSpPr/>
            <p:nvPr/>
          </p:nvSpPr>
          <p:spPr>
            <a:xfrm>
              <a:off x="1038502" y="2203641"/>
              <a:ext cx="20841" cy="76207"/>
            </a:xfrm>
            <a:custGeom>
              <a:rect b="b" l="l" r="r" t="t"/>
              <a:pathLst>
                <a:path extrusionOk="0" h="2907" w="795">
                  <a:moveTo>
                    <a:pt x="584" y="1"/>
                  </a:moveTo>
                  <a:cubicBezTo>
                    <a:pt x="549" y="1"/>
                    <a:pt x="518" y="25"/>
                    <a:pt x="506" y="48"/>
                  </a:cubicBezTo>
                  <a:lnTo>
                    <a:pt x="88" y="438"/>
                  </a:lnTo>
                  <a:cubicBezTo>
                    <a:pt x="30" y="481"/>
                    <a:pt x="1" y="539"/>
                    <a:pt x="1" y="597"/>
                  </a:cubicBezTo>
                  <a:cubicBezTo>
                    <a:pt x="1" y="683"/>
                    <a:pt x="59" y="770"/>
                    <a:pt x="145" y="770"/>
                  </a:cubicBezTo>
                  <a:cubicBezTo>
                    <a:pt x="174" y="770"/>
                    <a:pt x="203" y="755"/>
                    <a:pt x="232" y="741"/>
                  </a:cubicBezTo>
                  <a:lnTo>
                    <a:pt x="362" y="572"/>
                  </a:lnTo>
                  <a:lnTo>
                    <a:pt x="362" y="572"/>
                  </a:lnTo>
                  <a:lnTo>
                    <a:pt x="362" y="2762"/>
                  </a:lnTo>
                  <a:cubicBezTo>
                    <a:pt x="362" y="2863"/>
                    <a:pt x="477" y="2906"/>
                    <a:pt x="578" y="2906"/>
                  </a:cubicBezTo>
                  <a:cubicBezTo>
                    <a:pt x="679" y="2906"/>
                    <a:pt x="795" y="2863"/>
                    <a:pt x="795" y="2762"/>
                  </a:cubicBezTo>
                  <a:lnTo>
                    <a:pt x="795" y="135"/>
                  </a:lnTo>
                  <a:cubicBezTo>
                    <a:pt x="795" y="48"/>
                    <a:pt x="694" y="5"/>
                    <a:pt x="607" y="5"/>
                  </a:cubicBezTo>
                  <a:cubicBezTo>
                    <a:pt x="599" y="2"/>
                    <a:pt x="591" y="1"/>
                    <a:pt x="584" y="1"/>
                  </a:cubicBezTo>
                  <a:close/>
                </a:path>
              </a:pathLst>
            </a:custGeom>
            <a:solidFill>
              <a:srgbClr val="576D8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9284" name="Google Shape;19284;p47"/>
          <p:cNvGrpSpPr/>
          <p:nvPr/>
        </p:nvGrpSpPr>
        <p:grpSpPr>
          <a:xfrm>
            <a:off x="1345794" y="1982386"/>
            <a:ext cx="371650" cy="371624"/>
            <a:chOff x="1345794" y="1982386"/>
            <a:chExt cx="371650" cy="371624"/>
          </a:xfrm>
        </p:grpSpPr>
        <p:sp>
          <p:nvSpPr>
            <p:cNvPr id="19285" name="Google Shape;19285;p47"/>
            <p:cNvSpPr/>
            <p:nvPr/>
          </p:nvSpPr>
          <p:spPr>
            <a:xfrm>
              <a:off x="1345794" y="2140567"/>
              <a:ext cx="111676" cy="123001"/>
            </a:xfrm>
            <a:custGeom>
              <a:rect b="b" l="l" r="r" t="t"/>
              <a:pathLst>
                <a:path extrusionOk="0" h="4692" w="4260">
                  <a:moveTo>
                    <a:pt x="1357" y="0"/>
                  </a:moveTo>
                  <a:cubicBezTo>
                    <a:pt x="1098" y="0"/>
                    <a:pt x="881" y="217"/>
                    <a:pt x="881" y="476"/>
                  </a:cubicBezTo>
                  <a:lnTo>
                    <a:pt x="881" y="1242"/>
                  </a:lnTo>
                  <a:lnTo>
                    <a:pt x="780" y="1227"/>
                  </a:lnTo>
                  <a:cubicBezTo>
                    <a:pt x="725" y="1214"/>
                    <a:pt x="669" y="1208"/>
                    <a:pt x="614" y="1208"/>
                  </a:cubicBezTo>
                  <a:cubicBezTo>
                    <a:pt x="479" y="1208"/>
                    <a:pt x="348" y="1246"/>
                    <a:pt x="246" y="1328"/>
                  </a:cubicBezTo>
                  <a:cubicBezTo>
                    <a:pt x="1" y="1530"/>
                    <a:pt x="1" y="1920"/>
                    <a:pt x="44" y="2512"/>
                  </a:cubicBezTo>
                  <a:cubicBezTo>
                    <a:pt x="87" y="3219"/>
                    <a:pt x="780" y="3811"/>
                    <a:pt x="939" y="3926"/>
                  </a:cubicBezTo>
                  <a:lnTo>
                    <a:pt x="939" y="4692"/>
                  </a:lnTo>
                  <a:lnTo>
                    <a:pt x="3739" y="4692"/>
                  </a:lnTo>
                  <a:lnTo>
                    <a:pt x="3739" y="3710"/>
                  </a:lnTo>
                  <a:cubicBezTo>
                    <a:pt x="4201" y="3291"/>
                    <a:pt x="4259" y="2469"/>
                    <a:pt x="4230" y="2093"/>
                  </a:cubicBezTo>
                  <a:lnTo>
                    <a:pt x="4230" y="1011"/>
                  </a:lnTo>
                  <a:cubicBezTo>
                    <a:pt x="4230" y="751"/>
                    <a:pt x="4014" y="534"/>
                    <a:pt x="3754" y="534"/>
                  </a:cubicBezTo>
                  <a:lnTo>
                    <a:pt x="3739" y="534"/>
                  </a:lnTo>
                  <a:cubicBezTo>
                    <a:pt x="3595" y="534"/>
                    <a:pt x="3480" y="592"/>
                    <a:pt x="3393" y="693"/>
                  </a:cubicBezTo>
                  <a:cubicBezTo>
                    <a:pt x="3321" y="505"/>
                    <a:pt x="3147" y="375"/>
                    <a:pt x="2945" y="375"/>
                  </a:cubicBezTo>
                  <a:lnTo>
                    <a:pt x="2931" y="375"/>
                  </a:lnTo>
                  <a:cubicBezTo>
                    <a:pt x="2801" y="375"/>
                    <a:pt x="2686" y="433"/>
                    <a:pt x="2599" y="520"/>
                  </a:cubicBezTo>
                  <a:cubicBezTo>
                    <a:pt x="2527" y="347"/>
                    <a:pt x="2354" y="231"/>
                    <a:pt x="2166" y="231"/>
                  </a:cubicBezTo>
                  <a:lnTo>
                    <a:pt x="2137" y="231"/>
                  </a:lnTo>
                  <a:cubicBezTo>
                    <a:pt x="2022" y="231"/>
                    <a:pt x="1920" y="274"/>
                    <a:pt x="1834" y="347"/>
                  </a:cubicBezTo>
                  <a:cubicBezTo>
                    <a:pt x="1776" y="144"/>
                    <a:pt x="1588" y="0"/>
                    <a:pt x="1372" y="0"/>
                  </a:cubicBezTo>
                  <a:close/>
                </a:path>
              </a:pathLst>
            </a:custGeom>
            <a:solidFill>
              <a:srgbClr val="9DACB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286" name="Google Shape;19286;p47"/>
            <p:cNvSpPr/>
            <p:nvPr/>
          </p:nvSpPr>
          <p:spPr>
            <a:xfrm>
              <a:off x="1345794" y="2172445"/>
              <a:ext cx="31065" cy="91490"/>
            </a:xfrm>
            <a:custGeom>
              <a:rect b="b" l="l" r="r" t="t"/>
              <a:pathLst>
                <a:path extrusionOk="0" h="3490" w="1185">
                  <a:moveTo>
                    <a:pt x="610" y="0"/>
                  </a:moveTo>
                  <a:cubicBezTo>
                    <a:pt x="477" y="0"/>
                    <a:pt x="347" y="46"/>
                    <a:pt x="246" y="127"/>
                  </a:cubicBezTo>
                  <a:cubicBezTo>
                    <a:pt x="1" y="329"/>
                    <a:pt x="1" y="718"/>
                    <a:pt x="44" y="1310"/>
                  </a:cubicBezTo>
                  <a:cubicBezTo>
                    <a:pt x="87" y="2003"/>
                    <a:pt x="780" y="2595"/>
                    <a:pt x="939" y="2725"/>
                  </a:cubicBezTo>
                  <a:lnTo>
                    <a:pt x="939" y="3490"/>
                  </a:lnTo>
                  <a:lnTo>
                    <a:pt x="1184" y="3490"/>
                  </a:lnTo>
                  <a:lnTo>
                    <a:pt x="1184" y="2624"/>
                  </a:lnTo>
                  <a:cubicBezTo>
                    <a:pt x="910" y="2407"/>
                    <a:pt x="347" y="1888"/>
                    <a:pt x="318" y="1296"/>
                  </a:cubicBezTo>
                  <a:cubicBezTo>
                    <a:pt x="275" y="704"/>
                    <a:pt x="246" y="314"/>
                    <a:pt x="491" y="112"/>
                  </a:cubicBezTo>
                  <a:cubicBezTo>
                    <a:pt x="592" y="69"/>
                    <a:pt x="693" y="40"/>
                    <a:pt x="809" y="26"/>
                  </a:cubicBezTo>
                  <a:lnTo>
                    <a:pt x="780" y="26"/>
                  </a:lnTo>
                  <a:cubicBezTo>
                    <a:pt x="724" y="8"/>
                    <a:pt x="667" y="0"/>
                    <a:pt x="610" y="0"/>
                  </a:cubicBezTo>
                  <a:close/>
                </a:path>
              </a:pathLst>
            </a:custGeom>
            <a:solidFill>
              <a:srgbClr val="B1C0C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287" name="Google Shape;19287;p47"/>
            <p:cNvSpPr/>
            <p:nvPr/>
          </p:nvSpPr>
          <p:spPr>
            <a:xfrm>
              <a:off x="1368496" y="2140934"/>
              <a:ext cx="14418" cy="50752"/>
            </a:xfrm>
            <a:custGeom>
              <a:rect b="b" l="l" r="r" t="t"/>
              <a:pathLst>
                <a:path extrusionOk="0" h="1936" w="550">
                  <a:moveTo>
                    <a:pt x="463" y="1"/>
                  </a:moveTo>
                  <a:cubicBezTo>
                    <a:pt x="347" y="1"/>
                    <a:pt x="232" y="58"/>
                    <a:pt x="145" y="145"/>
                  </a:cubicBezTo>
                  <a:cubicBezTo>
                    <a:pt x="58" y="231"/>
                    <a:pt x="15" y="347"/>
                    <a:pt x="15" y="477"/>
                  </a:cubicBezTo>
                  <a:lnTo>
                    <a:pt x="15" y="1560"/>
                  </a:lnTo>
                  <a:lnTo>
                    <a:pt x="15" y="1632"/>
                  </a:lnTo>
                  <a:lnTo>
                    <a:pt x="15" y="1790"/>
                  </a:lnTo>
                  <a:cubicBezTo>
                    <a:pt x="1" y="1863"/>
                    <a:pt x="58" y="1935"/>
                    <a:pt x="131" y="1935"/>
                  </a:cubicBezTo>
                  <a:cubicBezTo>
                    <a:pt x="137" y="1936"/>
                    <a:pt x="144" y="1936"/>
                    <a:pt x="150" y="1936"/>
                  </a:cubicBezTo>
                  <a:cubicBezTo>
                    <a:pt x="274" y="1936"/>
                    <a:pt x="261" y="1805"/>
                    <a:pt x="261" y="1805"/>
                  </a:cubicBezTo>
                  <a:lnTo>
                    <a:pt x="261" y="1502"/>
                  </a:lnTo>
                  <a:lnTo>
                    <a:pt x="261" y="448"/>
                  </a:lnTo>
                  <a:cubicBezTo>
                    <a:pt x="261" y="260"/>
                    <a:pt x="376" y="73"/>
                    <a:pt x="549" y="1"/>
                  </a:cubicBezTo>
                  <a:close/>
                </a:path>
              </a:pathLst>
            </a:custGeom>
            <a:solidFill>
              <a:srgbClr val="B1C0C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288" name="Google Shape;19288;p47"/>
            <p:cNvSpPr/>
            <p:nvPr/>
          </p:nvSpPr>
          <p:spPr>
            <a:xfrm>
              <a:off x="1392509" y="2146675"/>
              <a:ext cx="8939" cy="46165"/>
            </a:xfrm>
            <a:custGeom>
              <a:rect b="b" l="l" r="r" t="t"/>
              <a:pathLst>
                <a:path extrusionOk="0" h="1761" w="341">
                  <a:moveTo>
                    <a:pt x="267" y="0"/>
                  </a:moveTo>
                  <a:cubicBezTo>
                    <a:pt x="122" y="0"/>
                    <a:pt x="0" y="140"/>
                    <a:pt x="37" y="301"/>
                  </a:cubicBezTo>
                  <a:lnTo>
                    <a:pt x="37" y="1442"/>
                  </a:lnTo>
                  <a:lnTo>
                    <a:pt x="37" y="1600"/>
                  </a:lnTo>
                  <a:cubicBezTo>
                    <a:pt x="23" y="1687"/>
                    <a:pt x="66" y="1745"/>
                    <a:pt x="153" y="1759"/>
                  </a:cubicBezTo>
                  <a:cubicBezTo>
                    <a:pt x="159" y="1760"/>
                    <a:pt x="165" y="1760"/>
                    <a:pt x="171" y="1760"/>
                  </a:cubicBezTo>
                  <a:cubicBezTo>
                    <a:pt x="281" y="1760"/>
                    <a:pt x="268" y="1629"/>
                    <a:pt x="268" y="1629"/>
                  </a:cubicBezTo>
                  <a:lnTo>
                    <a:pt x="268" y="1326"/>
                  </a:lnTo>
                  <a:lnTo>
                    <a:pt x="268" y="258"/>
                  </a:lnTo>
                  <a:cubicBezTo>
                    <a:pt x="268" y="171"/>
                    <a:pt x="297" y="85"/>
                    <a:pt x="341" y="12"/>
                  </a:cubicBezTo>
                  <a:cubicBezTo>
                    <a:pt x="316" y="4"/>
                    <a:pt x="291" y="0"/>
                    <a:pt x="267" y="0"/>
                  </a:cubicBezTo>
                  <a:close/>
                </a:path>
              </a:pathLst>
            </a:custGeom>
            <a:solidFill>
              <a:srgbClr val="B1C0C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289" name="Google Shape;19289;p47"/>
            <p:cNvSpPr/>
            <p:nvPr/>
          </p:nvSpPr>
          <p:spPr>
            <a:xfrm>
              <a:off x="1412092" y="2150608"/>
              <a:ext cx="9804" cy="46007"/>
            </a:xfrm>
            <a:custGeom>
              <a:rect b="b" l="l" r="r" t="t"/>
              <a:pathLst>
                <a:path extrusionOk="0" h="1755" w="374">
                  <a:moveTo>
                    <a:pt x="311" y="0"/>
                  </a:moveTo>
                  <a:cubicBezTo>
                    <a:pt x="137" y="0"/>
                    <a:pt x="1" y="158"/>
                    <a:pt x="27" y="339"/>
                  </a:cubicBezTo>
                  <a:lnTo>
                    <a:pt x="56" y="1378"/>
                  </a:lnTo>
                  <a:lnTo>
                    <a:pt x="56" y="1450"/>
                  </a:lnTo>
                  <a:lnTo>
                    <a:pt x="56" y="1609"/>
                  </a:lnTo>
                  <a:cubicBezTo>
                    <a:pt x="41" y="1681"/>
                    <a:pt x="99" y="1754"/>
                    <a:pt x="171" y="1754"/>
                  </a:cubicBezTo>
                  <a:cubicBezTo>
                    <a:pt x="177" y="1754"/>
                    <a:pt x="183" y="1755"/>
                    <a:pt x="189" y="1755"/>
                  </a:cubicBezTo>
                  <a:cubicBezTo>
                    <a:pt x="301" y="1755"/>
                    <a:pt x="301" y="1624"/>
                    <a:pt x="301" y="1624"/>
                  </a:cubicBezTo>
                  <a:lnTo>
                    <a:pt x="301" y="1335"/>
                  </a:lnTo>
                  <a:lnTo>
                    <a:pt x="272" y="296"/>
                  </a:lnTo>
                  <a:cubicBezTo>
                    <a:pt x="272" y="194"/>
                    <a:pt x="301" y="93"/>
                    <a:pt x="373" y="7"/>
                  </a:cubicBezTo>
                  <a:cubicBezTo>
                    <a:pt x="352" y="2"/>
                    <a:pt x="331" y="0"/>
                    <a:pt x="311" y="0"/>
                  </a:cubicBezTo>
                  <a:close/>
                </a:path>
              </a:pathLst>
            </a:custGeom>
            <a:solidFill>
              <a:srgbClr val="B1C0C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290" name="Google Shape;19290;p47"/>
            <p:cNvSpPr/>
            <p:nvPr/>
          </p:nvSpPr>
          <p:spPr>
            <a:xfrm>
              <a:off x="1434348" y="2154933"/>
              <a:ext cx="7209" cy="42442"/>
            </a:xfrm>
            <a:custGeom>
              <a:rect b="b" l="l" r="r" t="t"/>
              <a:pathLst>
                <a:path extrusionOk="0" h="1619" w="275">
                  <a:moveTo>
                    <a:pt x="231" y="1"/>
                  </a:moveTo>
                  <a:cubicBezTo>
                    <a:pt x="159" y="29"/>
                    <a:pt x="73" y="73"/>
                    <a:pt x="15" y="145"/>
                  </a:cubicBezTo>
                  <a:lnTo>
                    <a:pt x="15" y="159"/>
                  </a:lnTo>
                  <a:lnTo>
                    <a:pt x="15" y="1314"/>
                  </a:lnTo>
                  <a:lnTo>
                    <a:pt x="15" y="1473"/>
                  </a:lnTo>
                  <a:cubicBezTo>
                    <a:pt x="0" y="1545"/>
                    <a:pt x="58" y="1617"/>
                    <a:pt x="130" y="1617"/>
                  </a:cubicBezTo>
                  <a:cubicBezTo>
                    <a:pt x="137" y="1618"/>
                    <a:pt x="142" y="1618"/>
                    <a:pt x="148" y="1618"/>
                  </a:cubicBezTo>
                  <a:cubicBezTo>
                    <a:pt x="260" y="1618"/>
                    <a:pt x="260" y="1487"/>
                    <a:pt x="260" y="1487"/>
                  </a:cubicBezTo>
                  <a:lnTo>
                    <a:pt x="260" y="1199"/>
                  </a:lnTo>
                  <a:lnTo>
                    <a:pt x="260" y="131"/>
                  </a:lnTo>
                  <a:cubicBezTo>
                    <a:pt x="260" y="87"/>
                    <a:pt x="260" y="44"/>
                    <a:pt x="275" y="1"/>
                  </a:cubicBezTo>
                  <a:close/>
                </a:path>
              </a:pathLst>
            </a:custGeom>
            <a:solidFill>
              <a:srgbClr val="B1C0C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291" name="Google Shape;19291;p47"/>
            <p:cNvSpPr/>
            <p:nvPr/>
          </p:nvSpPr>
          <p:spPr>
            <a:xfrm>
              <a:off x="1427926" y="1982386"/>
              <a:ext cx="46558" cy="32192"/>
            </a:xfrm>
            <a:custGeom>
              <a:rect b="b" l="l" r="r" t="t"/>
              <a:pathLst>
                <a:path extrusionOk="0" h="1228" w="1776">
                  <a:moveTo>
                    <a:pt x="173" y="0"/>
                  </a:moveTo>
                  <a:cubicBezTo>
                    <a:pt x="87" y="0"/>
                    <a:pt x="0" y="15"/>
                    <a:pt x="144" y="173"/>
                  </a:cubicBezTo>
                  <a:lnTo>
                    <a:pt x="1184" y="1198"/>
                  </a:lnTo>
                  <a:lnTo>
                    <a:pt x="1256" y="1227"/>
                  </a:lnTo>
                  <a:lnTo>
                    <a:pt x="1776" y="130"/>
                  </a:lnTo>
                  <a:lnTo>
                    <a:pt x="1689" y="87"/>
                  </a:lnTo>
                  <a:lnTo>
                    <a:pt x="173" y="0"/>
                  </a:lnTo>
                  <a:close/>
                </a:path>
              </a:pathLst>
            </a:custGeom>
            <a:solidFill>
              <a:srgbClr val="9DACB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292" name="Google Shape;19292;p47"/>
            <p:cNvSpPr/>
            <p:nvPr/>
          </p:nvSpPr>
          <p:spPr>
            <a:xfrm>
              <a:off x="1429420" y="1983120"/>
              <a:ext cx="38248" cy="31065"/>
            </a:xfrm>
            <a:custGeom>
              <a:rect b="b" l="l" r="r" t="t"/>
              <a:pathLst>
                <a:path extrusionOk="0" h="1185" w="1459">
                  <a:moveTo>
                    <a:pt x="1" y="1"/>
                  </a:moveTo>
                  <a:cubicBezTo>
                    <a:pt x="1" y="30"/>
                    <a:pt x="1" y="73"/>
                    <a:pt x="73" y="145"/>
                  </a:cubicBezTo>
                  <a:lnTo>
                    <a:pt x="1127" y="1156"/>
                  </a:lnTo>
                  <a:lnTo>
                    <a:pt x="1199" y="1185"/>
                  </a:lnTo>
                  <a:lnTo>
                    <a:pt x="1459" y="622"/>
                  </a:lnTo>
                  <a:lnTo>
                    <a:pt x="1" y="1"/>
                  </a:lnTo>
                  <a:close/>
                </a:path>
              </a:pathLst>
            </a:custGeom>
            <a:solidFill>
              <a:srgbClr val="B1C0C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293" name="Google Shape;19293;p47"/>
            <p:cNvSpPr/>
            <p:nvPr/>
          </p:nvSpPr>
          <p:spPr>
            <a:xfrm>
              <a:off x="1458178" y="1984640"/>
              <a:ext cx="65511" cy="52640"/>
            </a:xfrm>
            <a:custGeom>
              <a:rect b="b" l="l" r="r" t="t"/>
              <a:pathLst>
                <a:path extrusionOk="0" h="2008" w="2499">
                  <a:moveTo>
                    <a:pt x="521" y="1"/>
                  </a:moveTo>
                  <a:lnTo>
                    <a:pt x="1" y="1098"/>
                  </a:lnTo>
                  <a:lnTo>
                    <a:pt x="2181" y="2007"/>
                  </a:lnTo>
                  <a:lnTo>
                    <a:pt x="2498" y="824"/>
                  </a:lnTo>
                  <a:lnTo>
                    <a:pt x="521" y="1"/>
                  </a:lnTo>
                  <a:close/>
                </a:path>
              </a:pathLst>
            </a:custGeom>
            <a:solidFill>
              <a:srgbClr val="7A8FA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294" name="Google Shape;19294;p47"/>
            <p:cNvSpPr/>
            <p:nvPr/>
          </p:nvSpPr>
          <p:spPr>
            <a:xfrm>
              <a:off x="1590249" y="2037621"/>
              <a:ext cx="35233" cy="40528"/>
            </a:xfrm>
            <a:custGeom>
              <a:rect b="b" l="l" r="r" t="t"/>
              <a:pathLst>
                <a:path extrusionOk="0" h="1546" w="1344">
                  <a:moveTo>
                    <a:pt x="290" y="1"/>
                  </a:moveTo>
                  <a:lnTo>
                    <a:pt x="44" y="896"/>
                  </a:lnTo>
                  <a:lnTo>
                    <a:pt x="44" y="925"/>
                  </a:lnTo>
                  <a:lnTo>
                    <a:pt x="44" y="953"/>
                  </a:lnTo>
                  <a:lnTo>
                    <a:pt x="1" y="1184"/>
                  </a:lnTo>
                  <a:lnTo>
                    <a:pt x="838" y="1545"/>
                  </a:lnTo>
                  <a:lnTo>
                    <a:pt x="1343" y="434"/>
                  </a:lnTo>
                  <a:lnTo>
                    <a:pt x="290" y="1"/>
                  </a:lnTo>
                  <a:close/>
                </a:path>
              </a:pathLst>
            </a:custGeom>
            <a:solidFill>
              <a:srgbClr val="7A8FA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295" name="Google Shape;19295;p47"/>
            <p:cNvSpPr/>
            <p:nvPr/>
          </p:nvSpPr>
          <p:spPr>
            <a:xfrm>
              <a:off x="1593657" y="2037621"/>
              <a:ext cx="31825" cy="25769"/>
            </a:xfrm>
            <a:custGeom>
              <a:rect b="b" l="l" r="r" t="t"/>
              <a:pathLst>
                <a:path extrusionOk="0" h="983" w="1214">
                  <a:moveTo>
                    <a:pt x="160" y="1"/>
                  </a:moveTo>
                  <a:lnTo>
                    <a:pt x="1" y="578"/>
                  </a:lnTo>
                  <a:lnTo>
                    <a:pt x="954" y="982"/>
                  </a:lnTo>
                  <a:lnTo>
                    <a:pt x="1184" y="491"/>
                  </a:lnTo>
                  <a:lnTo>
                    <a:pt x="1213" y="434"/>
                  </a:lnTo>
                  <a:lnTo>
                    <a:pt x="160" y="1"/>
                  </a:lnTo>
                  <a:close/>
                </a:path>
              </a:pathLst>
            </a:custGeom>
            <a:solidFill>
              <a:srgbClr val="91A8B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296" name="Google Shape;19296;p47"/>
            <p:cNvSpPr/>
            <p:nvPr/>
          </p:nvSpPr>
          <p:spPr>
            <a:xfrm>
              <a:off x="1465387" y="1984640"/>
              <a:ext cx="58302" cy="36727"/>
            </a:xfrm>
            <a:custGeom>
              <a:rect b="b" l="l" r="r" t="t"/>
              <a:pathLst>
                <a:path extrusionOk="0" h="1401" w="2224">
                  <a:moveTo>
                    <a:pt x="246" y="1"/>
                  </a:moveTo>
                  <a:lnTo>
                    <a:pt x="0" y="520"/>
                  </a:lnTo>
                  <a:lnTo>
                    <a:pt x="2064" y="1401"/>
                  </a:lnTo>
                  <a:lnTo>
                    <a:pt x="2223" y="824"/>
                  </a:lnTo>
                  <a:lnTo>
                    <a:pt x="246" y="1"/>
                  </a:lnTo>
                  <a:close/>
                </a:path>
              </a:pathLst>
            </a:custGeom>
            <a:solidFill>
              <a:srgbClr val="91A8B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297" name="Google Shape;19297;p47"/>
            <p:cNvSpPr/>
            <p:nvPr/>
          </p:nvSpPr>
          <p:spPr>
            <a:xfrm>
              <a:off x="1605768" y="2108401"/>
              <a:ext cx="111676" cy="123001"/>
            </a:xfrm>
            <a:custGeom>
              <a:rect b="b" l="l" r="r" t="t"/>
              <a:pathLst>
                <a:path extrusionOk="0" h="4692" w="4260">
                  <a:moveTo>
                    <a:pt x="1358" y="0"/>
                  </a:moveTo>
                  <a:cubicBezTo>
                    <a:pt x="1098" y="0"/>
                    <a:pt x="896" y="202"/>
                    <a:pt x="896" y="462"/>
                  </a:cubicBezTo>
                  <a:lnTo>
                    <a:pt x="896" y="1227"/>
                  </a:lnTo>
                  <a:lnTo>
                    <a:pt x="795" y="1213"/>
                  </a:lnTo>
                  <a:cubicBezTo>
                    <a:pt x="746" y="1201"/>
                    <a:pt x="696" y="1196"/>
                    <a:pt x="646" y="1196"/>
                  </a:cubicBezTo>
                  <a:cubicBezTo>
                    <a:pt x="504" y="1196"/>
                    <a:pt x="363" y="1239"/>
                    <a:pt x="246" y="1314"/>
                  </a:cubicBezTo>
                  <a:cubicBezTo>
                    <a:pt x="1" y="1516"/>
                    <a:pt x="15" y="1920"/>
                    <a:pt x="44" y="2497"/>
                  </a:cubicBezTo>
                  <a:cubicBezTo>
                    <a:pt x="87" y="3205"/>
                    <a:pt x="795" y="3797"/>
                    <a:pt x="953" y="3926"/>
                  </a:cubicBezTo>
                  <a:lnTo>
                    <a:pt x="953" y="4692"/>
                  </a:lnTo>
                  <a:lnTo>
                    <a:pt x="3740" y="4692"/>
                  </a:lnTo>
                  <a:lnTo>
                    <a:pt x="3740" y="3696"/>
                  </a:lnTo>
                  <a:cubicBezTo>
                    <a:pt x="4216" y="3277"/>
                    <a:pt x="4259" y="2440"/>
                    <a:pt x="4230" y="2064"/>
                  </a:cubicBezTo>
                  <a:lnTo>
                    <a:pt x="4230" y="996"/>
                  </a:lnTo>
                  <a:cubicBezTo>
                    <a:pt x="4230" y="736"/>
                    <a:pt x="4014" y="534"/>
                    <a:pt x="3768" y="534"/>
                  </a:cubicBezTo>
                  <a:lnTo>
                    <a:pt x="3740" y="534"/>
                  </a:lnTo>
                  <a:cubicBezTo>
                    <a:pt x="3726" y="533"/>
                    <a:pt x="3713" y="532"/>
                    <a:pt x="3700" y="532"/>
                  </a:cubicBezTo>
                  <a:cubicBezTo>
                    <a:pt x="3584" y="532"/>
                    <a:pt x="3471" y="588"/>
                    <a:pt x="3393" y="679"/>
                  </a:cubicBezTo>
                  <a:cubicBezTo>
                    <a:pt x="3335" y="491"/>
                    <a:pt x="3148" y="375"/>
                    <a:pt x="2960" y="375"/>
                  </a:cubicBezTo>
                  <a:lnTo>
                    <a:pt x="2931" y="375"/>
                  </a:lnTo>
                  <a:cubicBezTo>
                    <a:pt x="2918" y="374"/>
                    <a:pt x="2904" y="373"/>
                    <a:pt x="2891" y="373"/>
                  </a:cubicBezTo>
                  <a:cubicBezTo>
                    <a:pt x="2778" y="373"/>
                    <a:pt x="2677" y="428"/>
                    <a:pt x="2599" y="505"/>
                  </a:cubicBezTo>
                  <a:cubicBezTo>
                    <a:pt x="2527" y="332"/>
                    <a:pt x="2354" y="217"/>
                    <a:pt x="2166" y="217"/>
                  </a:cubicBezTo>
                  <a:lnTo>
                    <a:pt x="2152" y="217"/>
                  </a:lnTo>
                  <a:cubicBezTo>
                    <a:pt x="2036" y="217"/>
                    <a:pt x="1921" y="260"/>
                    <a:pt x="1834" y="347"/>
                  </a:cubicBezTo>
                  <a:cubicBezTo>
                    <a:pt x="1776" y="130"/>
                    <a:pt x="1589" y="0"/>
                    <a:pt x="1387" y="0"/>
                  </a:cubicBezTo>
                  <a:close/>
                </a:path>
              </a:pathLst>
            </a:custGeom>
            <a:solidFill>
              <a:srgbClr val="9DACB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298" name="Google Shape;19298;p47"/>
            <p:cNvSpPr/>
            <p:nvPr/>
          </p:nvSpPr>
          <p:spPr>
            <a:xfrm>
              <a:off x="1605768" y="2139886"/>
              <a:ext cx="31432" cy="91517"/>
            </a:xfrm>
            <a:custGeom>
              <a:rect b="b" l="l" r="r" t="t"/>
              <a:pathLst>
                <a:path extrusionOk="0" h="3491" w="1199">
                  <a:moveTo>
                    <a:pt x="613" y="1"/>
                  </a:moveTo>
                  <a:cubicBezTo>
                    <a:pt x="483" y="1"/>
                    <a:pt x="358" y="46"/>
                    <a:pt x="246" y="127"/>
                  </a:cubicBezTo>
                  <a:cubicBezTo>
                    <a:pt x="1" y="329"/>
                    <a:pt x="1" y="719"/>
                    <a:pt x="44" y="1296"/>
                  </a:cubicBezTo>
                  <a:cubicBezTo>
                    <a:pt x="87" y="2004"/>
                    <a:pt x="795" y="2596"/>
                    <a:pt x="939" y="2725"/>
                  </a:cubicBezTo>
                  <a:lnTo>
                    <a:pt x="939" y="3491"/>
                  </a:lnTo>
                  <a:lnTo>
                    <a:pt x="1199" y="3491"/>
                  </a:lnTo>
                  <a:lnTo>
                    <a:pt x="1199" y="2624"/>
                  </a:lnTo>
                  <a:cubicBezTo>
                    <a:pt x="925" y="2408"/>
                    <a:pt x="362" y="1888"/>
                    <a:pt x="318" y="1296"/>
                  </a:cubicBezTo>
                  <a:cubicBezTo>
                    <a:pt x="275" y="705"/>
                    <a:pt x="246" y="315"/>
                    <a:pt x="492" y="113"/>
                  </a:cubicBezTo>
                  <a:cubicBezTo>
                    <a:pt x="593" y="69"/>
                    <a:pt x="694" y="41"/>
                    <a:pt x="809" y="26"/>
                  </a:cubicBezTo>
                  <a:lnTo>
                    <a:pt x="780" y="26"/>
                  </a:lnTo>
                  <a:cubicBezTo>
                    <a:pt x="724" y="9"/>
                    <a:pt x="668" y="1"/>
                    <a:pt x="613" y="1"/>
                  </a:cubicBezTo>
                  <a:close/>
                </a:path>
              </a:pathLst>
            </a:custGeom>
            <a:solidFill>
              <a:srgbClr val="B1C0C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299" name="Google Shape;19299;p47"/>
            <p:cNvSpPr/>
            <p:nvPr/>
          </p:nvSpPr>
          <p:spPr>
            <a:xfrm>
              <a:off x="1482400" y="1991483"/>
              <a:ext cx="123394" cy="138887"/>
            </a:xfrm>
            <a:custGeom>
              <a:rect b="b" l="l" r="r" t="t"/>
              <a:pathLst>
                <a:path extrusionOk="0" h="5298" w="4707">
                  <a:moveTo>
                    <a:pt x="1957" y="0"/>
                  </a:moveTo>
                  <a:cubicBezTo>
                    <a:pt x="1870" y="0"/>
                    <a:pt x="1788" y="22"/>
                    <a:pt x="1719" y="72"/>
                  </a:cubicBezTo>
                  <a:cubicBezTo>
                    <a:pt x="1603" y="129"/>
                    <a:pt x="1531" y="231"/>
                    <a:pt x="1502" y="360"/>
                  </a:cubicBezTo>
                  <a:lnTo>
                    <a:pt x="1141" y="1717"/>
                  </a:lnTo>
                  <a:lnTo>
                    <a:pt x="362" y="1385"/>
                  </a:lnTo>
                  <a:lnTo>
                    <a:pt x="261" y="1703"/>
                  </a:lnTo>
                  <a:cubicBezTo>
                    <a:pt x="203" y="1905"/>
                    <a:pt x="160" y="2122"/>
                    <a:pt x="116" y="2324"/>
                  </a:cubicBezTo>
                  <a:cubicBezTo>
                    <a:pt x="1" y="3031"/>
                    <a:pt x="564" y="3796"/>
                    <a:pt x="679" y="3926"/>
                  </a:cubicBezTo>
                  <a:lnTo>
                    <a:pt x="679" y="5297"/>
                  </a:lnTo>
                  <a:lnTo>
                    <a:pt x="3465" y="5297"/>
                  </a:lnTo>
                  <a:lnTo>
                    <a:pt x="3465" y="4345"/>
                  </a:lnTo>
                  <a:cubicBezTo>
                    <a:pt x="4115" y="3984"/>
                    <a:pt x="4274" y="3002"/>
                    <a:pt x="4303" y="2872"/>
                  </a:cubicBezTo>
                  <a:lnTo>
                    <a:pt x="4635" y="1660"/>
                  </a:lnTo>
                  <a:lnTo>
                    <a:pt x="4635" y="1645"/>
                  </a:lnTo>
                  <a:cubicBezTo>
                    <a:pt x="4707" y="1385"/>
                    <a:pt x="4548" y="1126"/>
                    <a:pt x="4303" y="1068"/>
                  </a:cubicBezTo>
                  <a:lnTo>
                    <a:pt x="4274" y="1068"/>
                  </a:lnTo>
                  <a:cubicBezTo>
                    <a:pt x="4240" y="1060"/>
                    <a:pt x="4207" y="1057"/>
                    <a:pt x="4173" y="1057"/>
                  </a:cubicBezTo>
                  <a:cubicBezTo>
                    <a:pt x="4079" y="1057"/>
                    <a:pt x="3988" y="1086"/>
                    <a:pt x="3913" y="1140"/>
                  </a:cubicBezTo>
                  <a:cubicBezTo>
                    <a:pt x="3884" y="938"/>
                    <a:pt x="3740" y="779"/>
                    <a:pt x="3552" y="736"/>
                  </a:cubicBezTo>
                  <a:lnTo>
                    <a:pt x="3537" y="736"/>
                  </a:lnTo>
                  <a:cubicBezTo>
                    <a:pt x="3496" y="727"/>
                    <a:pt x="3455" y="722"/>
                    <a:pt x="3415" y="722"/>
                  </a:cubicBezTo>
                  <a:cubicBezTo>
                    <a:pt x="3328" y="722"/>
                    <a:pt x="3246" y="744"/>
                    <a:pt x="3177" y="793"/>
                  </a:cubicBezTo>
                  <a:cubicBezTo>
                    <a:pt x="3133" y="606"/>
                    <a:pt x="2989" y="447"/>
                    <a:pt x="2816" y="418"/>
                  </a:cubicBezTo>
                  <a:lnTo>
                    <a:pt x="2787" y="418"/>
                  </a:lnTo>
                  <a:cubicBezTo>
                    <a:pt x="2748" y="409"/>
                    <a:pt x="2710" y="404"/>
                    <a:pt x="2672" y="404"/>
                  </a:cubicBezTo>
                  <a:cubicBezTo>
                    <a:pt x="2596" y="404"/>
                    <a:pt x="2522" y="423"/>
                    <a:pt x="2455" y="461"/>
                  </a:cubicBezTo>
                  <a:cubicBezTo>
                    <a:pt x="2455" y="245"/>
                    <a:pt x="2296" y="57"/>
                    <a:pt x="2094" y="14"/>
                  </a:cubicBezTo>
                  <a:lnTo>
                    <a:pt x="2079" y="14"/>
                  </a:lnTo>
                  <a:cubicBezTo>
                    <a:pt x="2038" y="5"/>
                    <a:pt x="1997" y="0"/>
                    <a:pt x="1957" y="0"/>
                  </a:cubicBezTo>
                  <a:close/>
                </a:path>
              </a:pathLst>
            </a:custGeom>
            <a:solidFill>
              <a:srgbClr val="9DACB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300" name="Google Shape;19300;p47"/>
            <p:cNvSpPr/>
            <p:nvPr/>
          </p:nvSpPr>
          <p:spPr>
            <a:xfrm>
              <a:off x="1482794" y="2027030"/>
              <a:ext cx="26503" cy="102946"/>
            </a:xfrm>
            <a:custGeom>
              <a:rect b="b" l="l" r="r" t="t"/>
              <a:pathLst>
                <a:path extrusionOk="0" h="3927" w="1011">
                  <a:moveTo>
                    <a:pt x="361" y="0"/>
                  </a:moveTo>
                  <a:lnTo>
                    <a:pt x="260" y="318"/>
                  </a:lnTo>
                  <a:cubicBezTo>
                    <a:pt x="202" y="535"/>
                    <a:pt x="159" y="737"/>
                    <a:pt x="116" y="953"/>
                  </a:cubicBezTo>
                  <a:cubicBezTo>
                    <a:pt x="0" y="1661"/>
                    <a:pt x="563" y="2411"/>
                    <a:pt x="679" y="2556"/>
                  </a:cubicBezTo>
                  <a:lnTo>
                    <a:pt x="679" y="3927"/>
                  </a:lnTo>
                  <a:lnTo>
                    <a:pt x="1011" y="3927"/>
                  </a:lnTo>
                  <a:lnTo>
                    <a:pt x="1011" y="2556"/>
                  </a:lnTo>
                  <a:cubicBezTo>
                    <a:pt x="910" y="2411"/>
                    <a:pt x="332" y="1661"/>
                    <a:pt x="462" y="953"/>
                  </a:cubicBezTo>
                  <a:cubicBezTo>
                    <a:pt x="491" y="737"/>
                    <a:pt x="534" y="535"/>
                    <a:pt x="592" y="318"/>
                  </a:cubicBezTo>
                  <a:lnTo>
                    <a:pt x="664" y="130"/>
                  </a:lnTo>
                  <a:lnTo>
                    <a:pt x="361" y="0"/>
                  </a:lnTo>
                  <a:close/>
                </a:path>
              </a:pathLst>
            </a:custGeom>
            <a:solidFill>
              <a:srgbClr val="B1C0C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301" name="Google Shape;19301;p47"/>
            <p:cNvSpPr/>
            <p:nvPr/>
          </p:nvSpPr>
          <p:spPr>
            <a:xfrm>
              <a:off x="1610303" y="2048212"/>
              <a:ext cx="34473" cy="36413"/>
            </a:xfrm>
            <a:custGeom>
              <a:rect b="b" l="l" r="r" t="t"/>
              <a:pathLst>
                <a:path extrusionOk="0" h="1389" w="1315">
                  <a:moveTo>
                    <a:pt x="506" y="1"/>
                  </a:moveTo>
                  <a:lnTo>
                    <a:pt x="1" y="1112"/>
                  </a:lnTo>
                  <a:lnTo>
                    <a:pt x="549" y="1358"/>
                  </a:lnTo>
                  <a:cubicBezTo>
                    <a:pt x="605" y="1379"/>
                    <a:pt x="662" y="1389"/>
                    <a:pt x="718" y="1389"/>
                  </a:cubicBezTo>
                  <a:cubicBezTo>
                    <a:pt x="896" y="1389"/>
                    <a:pt x="1065" y="1288"/>
                    <a:pt x="1141" y="1112"/>
                  </a:cubicBezTo>
                  <a:lnTo>
                    <a:pt x="1271" y="809"/>
                  </a:lnTo>
                  <a:cubicBezTo>
                    <a:pt x="1315" y="708"/>
                    <a:pt x="1315" y="578"/>
                    <a:pt x="1271" y="463"/>
                  </a:cubicBezTo>
                  <a:cubicBezTo>
                    <a:pt x="1228" y="362"/>
                    <a:pt x="1141" y="275"/>
                    <a:pt x="1026" y="232"/>
                  </a:cubicBezTo>
                  <a:lnTo>
                    <a:pt x="506" y="1"/>
                  </a:lnTo>
                  <a:close/>
                </a:path>
              </a:pathLst>
            </a:custGeom>
            <a:solidFill>
              <a:srgbClr val="D5DEE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302" name="Google Shape;19302;p47"/>
            <p:cNvSpPr/>
            <p:nvPr/>
          </p:nvSpPr>
          <p:spPr>
            <a:xfrm>
              <a:off x="1489216" y="2157214"/>
              <a:ext cx="92355" cy="196796"/>
            </a:xfrm>
            <a:custGeom>
              <a:rect b="b" l="l" r="r" t="t"/>
              <a:pathLst>
                <a:path extrusionOk="0" h="7507" w="3523">
                  <a:moveTo>
                    <a:pt x="15" y="0"/>
                  </a:moveTo>
                  <a:lnTo>
                    <a:pt x="15" y="7247"/>
                  </a:lnTo>
                  <a:cubicBezTo>
                    <a:pt x="15" y="7247"/>
                    <a:pt x="15" y="7261"/>
                    <a:pt x="15" y="7276"/>
                  </a:cubicBezTo>
                  <a:cubicBezTo>
                    <a:pt x="1" y="7406"/>
                    <a:pt x="116" y="7507"/>
                    <a:pt x="246" y="7507"/>
                  </a:cubicBezTo>
                  <a:lnTo>
                    <a:pt x="3306" y="7507"/>
                  </a:lnTo>
                  <a:cubicBezTo>
                    <a:pt x="3422" y="7507"/>
                    <a:pt x="3508" y="7434"/>
                    <a:pt x="3523" y="7333"/>
                  </a:cubicBezTo>
                  <a:lnTo>
                    <a:pt x="3523" y="0"/>
                  </a:lnTo>
                  <a:close/>
                </a:path>
              </a:pathLst>
            </a:custGeom>
            <a:solidFill>
              <a:srgbClr val="8CA4B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303" name="Google Shape;19303;p47"/>
            <p:cNvSpPr/>
            <p:nvPr/>
          </p:nvSpPr>
          <p:spPr>
            <a:xfrm>
              <a:off x="1621681" y="2257879"/>
              <a:ext cx="91962" cy="96130"/>
            </a:xfrm>
            <a:custGeom>
              <a:rect b="b" l="l" r="r" t="t"/>
              <a:pathLst>
                <a:path extrusionOk="0" h="3667" w="3508">
                  <a:moveTo>
                    <a:pt x="0" y="0"/>
                  </a:moveTo>
                  <a:lnTo>
                    <a:pt x="0" y="3465"/>
                  </a:lnTo>
                  <a:cubicBezTo>
                    <a:pt x="0" y="3580"/>
                    <a:pt x="101" y="3667"/>
                    <a:pt x="217" y="3667"/>
                  </a:cubicBezTo>
                  <a:lnTo>
                    <a:pt x="3291" y="3667"/>
                  </a:lnTo>
                  <a:cubicBezTo>
                    <a:pt x="3407" y="3667"/>
                    <a:pt x="3508" y="3580"/>
                    <a:pt x="3508" y="3465"/>
                  </a:cubicBezTo>
                  <a:lnTo>
                    <a:pt x="3508" y="0"/>
                  </a:lnTo>
                  <a:close/>
                </a:path>
              </a:pathLst>
            </a:custGeom>
            <a:solidFill>
              <a:srgbClr val="8CA4B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304" name="Google Shape;19304;p47"/>
            <p:cNvSpPr/>
            <p:nvPr/>
          </p:nvSpPr>
          <p:spPr>
            <a:xfrm>
              <a:off x="1509664" y="2157214"/>
              <a:ext cx="71908" cy="196796"/>
            </a:xfrm>
            <a:custGeom>
              <a:rect b="b" l="l" r="r" t="t"/>
              <a:pathLst>
                <a:path extrusionOk="0" h="7507" w="2743">
                  <a:moveTo>
                    <a:pt x="0" y="0"/>
                  </a:moveTo>
                  <a:lnTo>
                    <a:pt x="0" y="7507"/>
                  </a:lnTo>
                  <a:lnTo>
                    <a:pt x="2526" y="7507"/>
                  </a:lnTo>
                  <a:cubicBezTo>
                    <a:pt x="2627" y="7507"/>
                    <a:pt x="2728" y="7434"/>
                    <a:pt x="2743" y="7333"/>
                  </a:cubicBezTo>
                  <a:lnTo>
                    <a:pt x="2743" y="0"/>
                  </a:lnTo>
                  <a:close/>
                </a:path>
              </a:pathLst>
            </a:custGeom>
            <a:solidFill>
              <a:srgbClr val="D5DEE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305" name="Google Shape;19305;p47"/>
            <p:cNvSpPr/>
            <p:nvPr/>
          </p:nvSpPr>
          <p:spPr>
            <a:xfrm>
              <a:off x="1639822" y="2257879"/>
              <a:ext cx="73821" cy="96130"/>
            </a:xfrm>
            <a:custGeom>
              <a:rect b="b" l="l" r="r" t="t"/>
              <a:pathLst>
                <a:path extrusionOk="0" h="3667" w="2816">
                  <a:moveTo>
                    <a:pt x="1" y="0"/>
                  </a:moveTo>
                  <a:lnTo>
                    <a:pt x="1" y="3667"/>
                  </a:lnTo>
                  <a:lnTo>
                    <a:pt x="2599" y="3667"/>
                  </a:lnTo>
                  <a:cubicBezTo>
                    <a:pt x="2715" y="3667"/>
                    <a:pt x="2816" y="3580"/>
                    <a:pt x="2816" y="3465"/>
                  </a:cubicBezTo>
                  <a:lnTo>
                    <a:pt x="2816" y="0"/>
                  </a:lnTo>
                  <a:close/>
                </a:path>
              </a:pathLst>
            </a:custGeom>
            <a:solidFill>
              <a:srgbClr val="D5DEE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306" name="Google Shape;19306;p47"/>
            <p:cNvSpPr/>
            <p:nvPr/>
          </p:nvSpPr>
          <p:spPr>
            <a:xfrm>
              <a:off x="1360920" y="2290779"/>
              <a:ext cx="92749" cy="63231"/>
            </a:xfrm>
            <a:custGeom>
              <a:rect b="b" l="l" r="r" t="t"/>
              <a:pathLst>
                <a:path extrusionOk="0" h="2412" w="3538">
                  <a:moveTo>
                    <a:pt x="15" y="1"/>
                  </a:moveTo>
                  <a:lnTo>
                    <a:pt x="15" y="2166"/>
                  </a:lnTo>
                  <a:cubicBezTo>
                    <a:pt x="1" y="2296"/>
                    <a:pt x="102" y="2397"/>
                    <a:pt x="218" y="2412"/>
                  </a:cubicBezTo>
                  <a:lnTo>
                    <a:pt x="3336" y="2412"/>
                  </a:lnTo>
                  <a:cubicBezTo>
                    <a:pt x="3451" y="2397"/>
                    <a:pt x="3538" y="2296"/>
                    <a:pt x="3523" y="2181"/>
                  </a:cubicBezTo>
                  <a:lnTo>
                    <a:pt x="3523" y="1"/>
                  </a:lnTo>
                  <a:close/>
                </a:path>
              </a:pathLst>
            </a:custGeom>
            <a:solidFill>
              <a:srgbClr val="8CA4B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307" name="Google Shape;19307;p47"/>
            <p:cNvSpPr/>
            <p:nvPr/>
          </p:nvSpPr>
          <p:spPr>
            <a:xfrm>
              <a:off x="1381368" y="2290779"/>
              <a:ext cx="72301" cy="63231"/>
            </a:xfrm>
            <a:custGeom>
              <a:rect b="b" l="l" r="r" t="t"/>
              <a:pathLst>
                <a:path extrusionOk="0" h="2412" w="2758">
                  <a:moveTo>
                    <a:pt x="0" y="1"/>
                  </a:moveTo>
                  <a:lnTo>
                    <a:pt x="0" y="2412"/>
                  </a:lnTo>
                  <a:lnTo>
                    <a:pt x="2556" y="2412"/>
                  </a:lnTo>
                  <a:cubicBezTo>
                    <a:pt x="2671" y="2412"/>
                    <a:pt x="2758" y="2296"/>
                    <a:pt x="2743" y="2181"/>
                  </a:cubicBezTo>
                  <a:lnTo>
                    <a:pt x="2743" y="1"/>
                  </a:lnTo>
                  <a:close/>
                </a:path>
              </a:pathLst>
            </a:custGeom>
            <a:solidFill>
              <a:srgbClr val="D5DEE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308" name="Google Shape;19308;p47"/>
            <p:cNvSpPr/>
            <p:nvPr/>
          </p:nvSpPr>
          <p:spPr>
            <a:xfrm>
              <a:off x="1489216" y="2126542"/>
              <a:ext cx="92749" cy="34473"/>
            </a:xfrm>
            <a:custGeom>
              <a:rect b="b" l="l" r="r" t="t"/>
              <a:pathLst>
                <a:path extrusionOk="0" h="1315" w="3538">
                  <a:moveTo>
                    <a:pt x="217" y="1"/>
                  </a:moveTo>
                  <a:cubicBezTo>
                    <a:pt x="87" y="1"/>
                    <a:pt x="1" y="116"/>
                    <a:pt x="15" y="232"/>
                  </a:cubicBezTo>
                  <a:lnTo>
                    <a:pt x="15" y="1315"/>
                  </a:lnTo>
                  <a:lnTo>
                    <a:pt x="3523" y="1315"/>
                  </a:lnTo>
                  <a:lnTo>
                    <a:pt x="3523" y="261"/>
                  </a:lnTo>
                  <a:lnTo>
                    <a:pt x="3523" y="232"/>
                  </a:lnTo>
                  <a:cubicBezTo>
                    <a:pt x="3537" y="116"/>
                    <a:pt x="3451" y="1"/>
                    <a:pt x="3335" y="1"/>
                  </a:cubicBezTo>
                  <a:close/>
                </a:path>
              </a:pathLst>
            </a:custGeom>
            <a:solidFill>
              <a:srgbClr val="EDEFF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309" name="Google Shape;19309;p47"/>
            <p:cNvSpPr/>
            <p:nvPr/>
          </p:nvSpPr>
          <p:spPr>
            <a:xfrm>
              <a:off x="1509664" y="2126542"/>
              <a:ext cx="72301" cy="34473"/>
            </a:xfrm>
            <a:custGeom>
              <a:rect b="b" l="l" r="r" t="t"/>
              <a:pathLst>
                <a:path extrusionOk="0" h="1315" w="2758">
                  <a:moveTo>
                    <a:pt x="0" y="1"/>
                  </a:moveTo>
                  <a:lnTo>
                    <a:pt x="0" y="1315"/>
                  </a:lnTo>
                  <a:lnTo>
                    <a:pt x="2743" y="1315"/>
                  </a:lnTo>
                  <a:lnTo>
                    <a:pt x="2743" y="261"/>
                  </a:lnTo>
                  <a:cubicBezTo>
                    <a:pt x="2743" y="246"/>
                    <a:pt x="2743" y="246"/>
                    <a:pt x="2743" y="232"/>
                  </a:cubicBezTo>
                  <a:cubicBezTo>
                    <a:pt x="2757" y="116"/>
                    <a:pt x="2671" y="1"/>
                    <a:pt x="2555" y="1"/>
                  </a:cubicBezTo>
                  <a:close/>
                </a:path>
              </a:pathLst>
            </a:custGeom>
            <a:solidFill>
              <a:srgbClr val="F6F7F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310" name="Google Shape;19310;p47"/>
            <p:cNvSpPr/>
            <p:nvPr/>
          </p:nvSpPr>
          <p:spPr>
            <a:xfrm>
              <a:off x="1511919" y="1991089"/>
              <a:ext cx="26897" cy="47528"/>
            </a:xfrm>
            <a:custGeom>
              <a:rect b="b" l="l" r="r" t="t"/>
              <a:pathLst>
                <a:path extrusionOk="0" h="1813" w="1026">
                  <a:moveTo>
                    <a:pt x="840" y="1"/>
                  </a:moveTo>
                  <a:cubicBezTo>
                    <a:pt x="757" y="1"/>
                    <a:pt x="671" y="23"/>
                    <a:pt x="593" y="72"/>
                  </a:cubicBezTo>
                  <a:cubicBezTo>
                    <a:pt x="492" y="130"/>
                    <a:pt x="419" y="231"/>
                    <a:pt x="390" y="361"/>
                  </a:cubicBezTo>
                  <a:lnTo>
                    <a:pt x="102" y="1400"/>
                  </a:lnTo>
                  <a:lnTo>
                    <a:pt x="87" y="1473"/>
                  </a:lnTo>
                  <a:lnTo>
                    <a:pt x="44" y="1617"/>
                  </a:lnTo>
                  <a:cubicBezTo>
                    <a:pt x="1" y="1689"/>
                    <a:pt x="44" y="1776"/>
                    <a:pt x="116" y="1805"/>
                  </a:cubicBezTo>
                  <a:cubicBezTo>
                    <a:pt x="133" y="1810"/>
                    <a:pt x="148" y="1813"/>
                    <a:pt x="162" y="1813"/>
                  </a:cubicBezTo>
                  <a:cubicBezTo>
                    <a:pt x="253" y="1813"/>
                    <a:pt x="275" y="1703"/>
                    <a:pt x="275" y="1703"/>
                  </a:cubicBezTo>
                  <a:lnTo>
                    <a:pt x="347" y="1429"/>
                  </a:lnTo>
                  <a:lnTo>
                    <a:pt x="636" y="390"/>
                  </a:lnTo>
                  <a:cubicBezTo>
                    <a:pt x="679" y="202"/>
                    <a:pt x="838" y="58"/>
                    <a:pt x="1026" y="29"/>
                  </a:cubicBezTo>
                  <a:lnTo>
                    <a:pt x="982" y="15"/>
                  </a:lnTo>
                  <a:lnTo>
                    <a:pt x="953" y="15"/>
                  </a:lnTo>
                  <a:cubicBezTo>
                    <a:pt x="917" y="5"/>
                    <a:pt x="879" y="1"/>
                    <a:pt x="840" y="1"/>
                  </a:cubicBezTo>
                  <a:close/>
                </a:path>
              </a:pathLst>
            </a:custGeom>
            <a:solidFill>
              <a:srgbClr val="B1C0C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311" name="Google Shape;19311;p47"/>
            <p:cNvSpPr/>
            <p:nvPr/>
          </p:nvSpPr>
          <p:spPr>
            <a:xfrm>
              <a:off x="1535774" y="2000841"/>
              <a:ext cx="19320" cy="44225"/>
            </a:xfrm>
            <a:custGeom>
              <a:rect b="b" l="l" r="r" t="t"/>
              <a:pathLst>
                <a:path extrusionOk="0" h="1687" w="737">
                  <a:moveTo>
                    <a:pt x="614" y="1"/>
                  </a:moveTo>
                  <a:cubicBezTo>
                    <a:pt x="489" y="1"/>
                    <a:pt x="372" y="93"/>
                    <a:pt x="361" y="234"/>
                  </a:cubicBezTo>
                  <a:lnTo>
                    <a:pt x="87" y="1288"/>
                  </a:lnTo>
                  <a:lnTo>
                    <a:pt x="72" y="1346"/>
                  </a:lnTo>
                  <a:lnTo>
                    <a:pt x="29" y="1505"/>
                  </a:lnTo>
                  <a:cubicBezTo>
                    <a:pt x="0" y="1562"/>
                    <a:pt x="29" y="1649"/>
                    <a:pt x="101" y="1678"/>
                  </a:cubicBezTo>
                  <a:cubicBezTo>
                    <a:pt x="118" y="1684"/>
                    <a:pt x="133" y="1686"/>
                    <a:pt x="147" y="1686"/>
                  </a:cubicBezTo>
                  <a:cubicBezTo>
                    <a:pt x="238" y="1686"/>
                    <a:pt x="260" y="1577"/>
                    <a:pt x="260" y="1577"/>
                  </a:cubicBezTo>
                  <a:lnTo>
                    <a:pt x="332" y="1303"/>
                  </a:lnTo>
                  <a:lnTo>
                    <a:pt x="606" y="263"/>
                  </a:lnTo>
                  <a:cubicBezTo>
                    <a:pt x="635" y="177"/>
                    <a:pt x="679" y="104"/>
                    <a:pt x="736" y="32"/>
                  </a:cubicBezTo>
                  <a:cubicBezTo>
                    <a:pt x="697" y="11"/>
                    <a:pt x="655" y="1"/>
                    <a:pt x="614" y="1"/>
                  </a:cubicBezTo>
                  <a:close/>
                </a:path>
              </a:pathLst>
            </a:custGeom>
            <a:solidFill>
              <a:srgbClr val="B1C0C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312" name="Google Shape;19312;p47"/>
            <p:cNvSpPr/>
            <p:nvPr/>
          </p:nvSpPr>
          <p:spPr>
            <a:xfrm>
              <a:off x="1554675" y="2009623"/>
              <a:ext cx="19714" cy="44146"/>
            </a:xfrm>
            <a:custGeom>
              <a:rect b="b" l="l" r="r" t="t"/>
              <a:pathLst>
                <a:path extrusionOk="0" h="1684" w="752">
                  <a:moveTo>
                    <a:pt x="629" y="0"/>
                  </a:moveTo>
                  <a:cubicBezTo>
                    <a:pt x="490" y="0"/>
                    <a:pt x="359" y="105"/>
                    <a:pt x="347" y="260"/>
                  </a:cubicBezTo>
                  <a:lnTo>
                    <a:pt x="88" y="1271"/>
                  </a:lnTo>
                  <a:lnTo>
                    <a:pt x="73" y="1343"/>
                  </a:lnTo>
                  <a:lnTo>
                    <a:pt x="30" y="1487"/>
                  </a:lnTo>
                  <a:cubicBezTo>
                    <a:pt x="1" y="1559"/>
                    <a:pt x="30" y="1646"/>
                    <a:pt x="102" y="1675"/>
                  </a:cubicBezTo>
                  <a:cubicBezTo>
                    <a:pt x="119" y="1681"/>
                    <a:pt x="134" y="1683"/>
                    <a:pt x="148" y="1683"/>
                  </a:cubicBezTo>
                  <a:cubicBezTo>
                    <a:pt x="239" y="1683"/>
                    <a:pt x="261" y="1574"/>
                    <a:pt x="261" y="1574"/>
                  </a:cubicBezTo>
                  <a:lnTo>
                    <a:pt x="333" y="1300"/>
                  </a:lnTo>
                  <a:lnTo>
                    <a:pt x="578" y="289"/>
                  </a:lnTo>
                  <a:cubicBezTo>
                    <a:pt x="607" y="188"/>
                    <a:pt x="665" y="87"/>
                    <a:pt x="752" y="29"/>
                  </a:cubicBezTo>
                  <a:cubicBezTo>
                    <a:pt x="712" y="9"/>
                    <a:pt x="670" y="0"/>
                    <a:pt x="629" y="0"/>
                  </a:cubicBezTo>
                  <a:close/>
                </a:path>
              </a:pathLst>
            </a:custGeom>
            <a:solidFill>
              <a:srgbClr val="B1C0C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313" name="Google Shape;19313;p47"/>
            <p:cNvSpPr/>
            <p:nvPr/>
          </p:nvSpPr>
          <p:spPr>
            <a:xfrm>
              <a:off x="1575123" y="2019087"/>
              <a:ext cx="17433" cy="40345"/>
            </a:xfrm>
            <a:custGeom>
              <a:rect b="b" l="l" r="r" t="t"/>
              <a:pathLst>
                <a:path extrusionOk="0" h="1539" w="665">
                  <a:moveTo>
                    <a:pt x="636" y="0"/>
                  </a:moveTo>
                  <a:cubicBezTo>
                    <a:pt x="535" y="0"/>
                    <a:pt x="448" y="29"/>
                    <a:pt x="376" y="73"/>
                  </a:cubicBezTo>
                  <a:lnTo>
                    <a:pt x="376" y="87"/>
                  </a:lnTo>
                  <a:lnTo>
                    <a:pt x="87" y="1126"/>
                  </a:lnTo>
                  <a:lnTo>
                    <a:pt x="73" y="1198"/>
                  </a:lnTo>
                  <a:lnTo>
                    <a:pt x="29" y="1343"/>
                  </a:lnTo>
                  <a:cubicBezTo>
                    <a:pt x="0" y="1415"/>
                    <a:pt x="29" y="1502"/>
                    <a:pt x="101" y="1530"/>
                  </a:cubicBezTo>
                  <a:cubicBezTo>
                    <a:pt x="118" y="1536"/>
                    <a:pt x="134" y="1539"/>
                    <a:pt x="147" y="1539"/>
                  </a:cubicBezTo>
                  <a:cubicBezTo>
                    <a:pt x="238" y="1539"/>
                    <a:pt x="260" y="1429"/>
                    <a:pt x="260" y="1429"/>
                  </a:cubicBezTo>
                  <a:lnTo>
                    <a:pt x="332" y="1141"/>
                  </a:lnTo>
                  <a:lnTo>
                    <a:pt x="621" y="116"/>
                  </a:lnTo>
                  <a:cubicBezTo>
                    <a:pt x="621" y="73"/>
                    <a:pt x="636" y="29"/>
                    <a:pt x="664" y="0"/>
                  </a:cubicBezTo>
                  <a:close/>
                </a:path>
              </a:pathLst>
            </a:custGeom>
            <a:solidFill>
              <a:srgbClr val="B1C0C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314" name="Google Shape;19314;p47"/>
            <p:cNvSpPr/>
            <p:nvPr/>
          </p:nvSpPr>
          <p:spPr>
            <a:xfrm>
              <a:off x="1628864" y="2108008"/>
              <a:ext cx="14025" cy="51145"/>
            </a:xfrm>
            <a:custGeom>
              <a:rect b="b" l="l" r="r" t="t"/>
              <a:pathLst>
                <a:path extrusionOk="0" h="1951" w="535">
                  <a:moveTo>
                    <a:pt x="534" y="1"/>
                  </a:moveTo>
                  <a:lnTo>
                    <a:pt x="477" y="15"/>
                  </a:lnTo>
                  <a:lnTo>
                    <a:pt x="462" y="15"/>
                  </a:lnTo>
                  <a:cubicBezTo>
                    <a:pt x="332" y="15"/>
                    <a:pt x="217" y="73"/>
                    <a:pt x="130" y="159"/>
                  </a:cubicBezTo>
                  <a:cubicBezTo>
                    <a:pt x="44" y="246"/>
                    <a:pt x="0" y="362"/>
                    <a:pt x="15" y="491"/>
                  </a:cubicBezTo>
                  <a:lnTo>
                    <a:pt x="15" y="1574"/>
                  </a:lnTo>
                  <a:lnTo>
                    <a:pt x="15" y="1646"/>
                  </a:lnTo>
                  <a:lnTo>
                    <a:pt x="15" y="1791"/>
                  </a:lnTo>
                  <a:cubicBezTo>
                    <a:pt x="0" y="1877"/>
                    <a:pt x="44" y="1935"/>
                    <a:pt x="130" y="1949"/>
                  </a:cubicBezTo>
                  <a:cubicBezTo>
                    <a:pt x="136" y="1950"/>
                    <a:pt x="141" y="1950"/>
                    <a:pt x="146" y="1950"/>
                  </a:cubicBezTo>
                  <a:cubicBezTo>
                    <a:pt x="259" y="1950"/>
                    <a:pt x="246" y="1805"/>
                    <a:pt x="246" y="1805"/>
                  </a:cubicBezTo>
                  <a:lnTo>
                    <a:pt x="246" y="1516"/>
                  </a:lnTo>
                  <a:lnTo>
                    <a:pt x="246" y="448"/>
                  </a:lnTo>
                  <a:cubicBezTo>
                    <a:pt x="246" y="260"/>
                    <a:pt x="361" y="73"/>
                    <a:pt x="534" y="1"/>
                  </a:cubicBezTo>
                  <a:close/>
                </a:path>
              </a:pathLst>
            </a:custGeom>
            <a:solidFill>
              <a:srgbClr val="B1C0C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315" name="Google Shape;19315;p47"/>
            <p:cNvSpPr/>
            <p:nvPr/>
          </p:nvSpPr>
          <p:spPr>
            <a:xfrm>
              <a:off x="1652798" y="2114116"/>
              <a:ext cx="8625" cy="46165"/>
            </a:xfrm>
            <a:custGeom>
              <a:rect b="b" l="l" r="r" t="t"/>
              <a:pathLst>
                <a:path extrusionOk="0" h="1761" w="329">
                  <a:moveTo>
                    <a:pt x="256" y="1"/>
                  </a:moveTo>
                  <a:cubicBezTo>
                    <a:pt x="114" y="1"/>
                    <a:pt x="1" y="139"/>
                    <a:pt x="26" y="287"/>
                  </a:cubicBezTo>
                  <a:lnTo>
                    <a:pt x="26" y="1442"/>
                  </a:lnTo>
                  <a:lnTo>
                    <a:pt x="26" y="1601"/>
                  </a:lnTo>
                  <a:cubicBezTo>
                    <a:pt x="11" y="1673"/>
                    <a:pt x="69" y="1745"/>
                    <a:pt x="141" y="1760"/>
                  </a:cubicBezTo>
                  <a:cubicBezTo>
                    <a:pt x="147" y="1760"/>
                    <a:pt x="152" y="1761"/>
                    <a:pt x="157" y="1761"/>
                  </a:cubicBezTo>
                  <a:cubicBezTo>
                    <a:pt x="271" y="1761"/>
                    <a:pt x="271" y="1615"/>
                    <a:pt x="271" y="1615"/>
                  </a:cubicBezTo>
                  <a:lnTo>
                    <a:pt x="271" y="1327"/>
                  </a:lnTo>
                  <a:lnTo>
                    <a:pt x="271" y="258"/>
                  </a:lnTo>
                  <a:cubicBezTo>
                    <a:pt x="271" y="172"/>
                    <a:pt x="285" y="85"/>
                    <a:pt x="329" y="13"/>
                  </a:cubicBezTo>
                  <a:cubicBezTo>
                    <a:pt x="304" y="5"/>
                    <a:pt x="280" y="1"/>
                    <a:pt x="256" y="1"/>
                  </a:cubicBezTo>
                  <a:close/>
                </a:path>
              </a:pathLst>
            </a:custGeom>
            <a:solidFill>
              <a:srgbClr val="B1C0C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316" name="Google Shape;19316;p47"/>
            <p:cNvSpPr/>
            <p:nvPr/>
          </p:nvSpPr>
          <p:spPr>
            <a:xfrm>
              <a:off x="1672459" y="2118049"/>
              <a:ext cx="9411" cy="46034"/>
            </a:xfrm>
            <a:custGeom>
              <a:rect b="b" l="l" r="r" t="t"/>
              <a:pathLst>
                <a:path extrusionOk="0" h="1756" w="359">
                  <a:moveTo>
                    <a:pt x="296" y="1"/>
                  </a:moveTo>
                  <a:cubicBezTo>
                    <a:pt x="125" y="1"/>
                    <a:pt x="0" y="158"/>
                    <a:pt x="26" y="339"/>
                  </a:cubicBezTo>
                  <a:lnTo>
                    <a:pt x="41" y="1379"/>
                  </a:lnTo>
                  <a:lnTo>
                    <a:pt x="41" y="1451"/>
                  </a:lnTo>
                  <a:lnTo>
                    <a:pt x="41" y="1610"/>
                  </a:lnTo>
                  <a:cubicBezTo>
                    <a:pt x="26" y="1682"/>
                    <a:pt x="84" y="1754"/>
                    <a:pt x="156" y="1754"/>
                  </a:cubicBezTo>
                  <a:cubicBezTo>
                    <a:pt x="163" y="1755"/>
                    <a:pt x="170" y="1755"/>
                    <a:pt x="176" y="1755"/>
                  </a:cubicBezTo>
                  <a:cubicBezTo>
                    <a:pt x="299" y="1755"/>
                    <a:pt x="286" y="1624"/>
                    <a:pt x="286" y="1624"/>
                  </a:cubicBezTo>
                  <a:lnTo>
                    <a:pt x="286" y="1335"/>
                  </a:lnTo>
                  <a:lnTo>
                    <a:pt x="272" y="296"/>
                  </a:lnTo>
                  <a:cubicBezTo>
                    <a:pt x="257" y="195"/>
                    <a:pt x="301" y="94"/>
                    <a:pt x="358" y="7"/>
                  </a:cubicBezTo>
                  <a:cubicBezTo>
                    <a:pt x="337" y="3"/>
                    <a:pt x="316" y="1"/>
                    <a:pt x="296" y="1"/>
                  </a:cubicBezTo>
                  <a:close/>
                </a:path>
              </a:pathLst>
            </a:custGeom>
            <a:solidFill>
              <a:srgbClr val="B1C0C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317" name="Google Shape;19317;p47"/>
            <p:cNvSpPr/>
            <p:nvPr/>
          </p:nvSpPr>
          <p:spPr>
            <a:xfrm>
              <a:off x="1694323" y="2122400"/>
              <a:ext cx="7209" cy="42416"/>
            </a:xfrm>
            <a:custGeom>
              <a:rect b="b" l="l" r="r" t="t"/>
              <a:pathLst>
                <a:path extrusionOk="0" h="1618" w="275">
                  <a:moveTo>
                    <a:pt x="246" y="0"/>
                  </a:moveTo>
                  <a:cubicBezTo>
                    <a:pt x="159" y="29"/>
                    <a:pt x="87" y="72"/>
                    <a:pt x="15" y="145"/>
                  </a:cubicBezTo>
                  <a:lnTo>
                    <a:pt x="15" y="159"/>
                  </a:lnTo>
                  <a:lnTo>
                    <a:pt x="15" y="1314"/>
                  </a:lnTo>
                  <a:lnTo>
                    <a:pt x="15" y="1473"/>
                  </a:lnTo>
                  <a:cubicBezTo>
                    <a:pt x="1" y="1545"/>
                    <a:pt x="58" y="1617"/>
                    <a:pt x="131" y="1617"/>
                  </a:cubicBezTo>
                  <a:cubicBezTo>
                    <a:pt x="137" y="1618"/>
                    <a:pt x="144" y="1618"/>
                    <a:pt x="150" y="1618"/>
                  </a:cubicBezTo>
                  <a:cubicBezTo>
                    <a:pt x="274" y="1618"/>
                    <a:pt x="260" y="1487"/>
                    <a:pt x="260" y="1487"/>
                  </a:cubicBezTo>
                  <a:lnTo>
                    <a:pt x="260" y="1198"/>
                  </a:lnTo>
                  <a:lnTo>
                    <a:pt x="260" y="130"/>
                  </a:lnTo>
                  <a:cubicBezTo>
                    <a:pt x="260" y="87"/>
                    <a:pt x="260" y="43"/>
                    <a:pt x="275" y="0"/>
                  </a:cubicBezTo>
                  <a:close/>
                </a:path>
              </a:pathLst>
            </a:custGeom>
            <a:solidFill>
              <a:srgbClr val="B1C0C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318" name="Google Shape;19318;p47"/>
            <p:cNvSpPr/>
            <p:nvPr/>
          </p:nvSpPr>
          <p:spPr>
            <a:xfrm>
              <a:off x="1621288" y="2227208"/>
              <a:ext cx="92749" cy="34840"/>
            </a:xfrm>
            <a:custGeom>
              <a:rect b="b" l="l" r="r" t="t"/>
              <a:pathLst>
                <a:path extrusionOk="0" h="1329" w="3538">
                  <a:moveTo>
                    <a:pt x="203" y="1"/>
                  </a:moveTo>
                  <a:cubicBezTo>
                    <a:pt x="87" y="15"/>
                    <a:pt x="1" y="116"/>
                    <a:pt x="15" y="246"/>
                  </a:cubicBezTo>
                  <a:lnTo>
                    <a:pt x="15" y="1329"/>
                  </a:lnTo>
                  <a:lnTo>
                    <a:pt x="3523" y="1329"/>
                  </a:lnTo>
                  <a:lnTo>
                    <a:pt x="3523" y="261"/>
                  </a:lnTo>
                  <a:lnTo>
                    <a:pt x="3523" y="246"/>
                  </a:lnTo>
                  <a:cubicBezTo>
                    <a:pt x="3537" y="116"/>
                    <a:pt x="3451" y="15"/>
                    <a:pt x="3321" y="1"/>
                  </a:cubicBezTo>
                  <a:close/>
                </a:path>
              </a:pathLst>
            </a:custGeom>
            <a:solidFill>
              <a:srgbClr val="EDEFF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319" name="Google Shape;19319;p47"/>
            <p:cNvSpPr/>
            <p:nvPr/>
          </p:nvSpPr>
          <p:spPr>
            <a:xfrm>
              <a:off x="1639822" y="2227208"/>
              <a:ext cx="74215" cy="34840"/>
            </a:xfrm>
            <a:custGeom>
              <a:rect b="b" l="l" r="r" t="t"/>
              <a:pathLst>
                <a:path extrusionOk="0" h="1329" w="2831">
                  <a:moveTo>
                    <a:pt x="1" y="1"/>
                  </a:moveTo>
                  <a:lnTo>
                    <a:pt x="1" y="1329"/>
                  </a:lnTo>
                  <a:lnTo>
                    <a:pt x="2816" y="1329"/>
                  </a:lnTo>
                  <a:lnTo>
                    <a:pt x="2816" y="275"/>
                  </a:lnTo>
                  <a:lnTo>
                    <a:pt x="2816" y="246"/>
                  </a:lnTo>
                  <a:cubicBezTo>
                    <a:pt x="2830" y="116"/>
                    <a:pt x="2744" y="15"/>
                    <a:pt x="2614" y="1"/>
                  </a:cubicBezTo>
                  <a:close/>
                </a:path>
              </a:pathLst>
            </a:custGeom>
            <a:solidFill>
              <a:srgbClr val="F6F7F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320" name="Google Shape;19320;p47"/>
            <p:cNvSpPr/>
            <p:nvPr/>
          </p:nvSpPr>
          <p:spPr>
            <a:xfrm>
              <a:off x="1360920" y="2260134"/>
              <a:ext cx="92749" cy="34473"/>
            </a:xfrm>
            <a:custGeom>
              <a:rect b="b" l="l" r="r" t="t"/>
              <a:pathLst>
                <a:path extrusionOk="0" h="1315" w="3538">
                  <a:moveTo>
                    <a:pt x="218" y="1"/>
                  </a:moveTo>
                  <a:cubicBezTo>
                    <a:pt x="88" y="1"/>
                    <a:pt x="1" y="116"/>
                    <a:pt x="15" y="232"/>
                  </a:cubicBezTo>
                  <a:lnTo>
                    <a:pt x="15" y="1314"/>
                  </a:lnTo>
                  <a:lnTo>
                    <a:pt x="3523" y="1314"/>
                  </a:lnTo>
                  <a:lnTo>
                    <a:pt x="3523" y="260"/>
                  </a:lnTo>
                  <a:cubicBezTo>
                    <a:pt x="3523" y="260"/>
                    <a:pt x="3523" y="246"/>
                    <a:pt x="3523" y="232"/>
                  </a:cubicBezTo>
                  <a:cubicBezTo>
                    <a:pt x="3538" y="116"/>
                    <a:pt x="3451" y="1"/>
                    <a:pt x="3336" y="1"/>
                  </a:cubicBezTo>
                  <a:close/>
                </a:path>
              </a:pathLst>
            </a:custGeom>
            <a:solidFill>
              <a:srgbClr val="EDEFF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321" name="Google Shape;19321;p47"/>
            <p:cNvSpPr/>
            <p:nvPr/>
          </p:nvSpPr>
          <p:spPr>
            <a:xfrm>
              <a:off x="1381368" y="2260134"/>
              <a:ext cx="72301" cy="34473"/>
            </a:xfrm>
            <a:custGeom>
              <a:rect b="b" l="l" r="r" t="t"/>
              <a:pathLst>
                <a:path extrusionOk="0" h="1315" w="2758">
                  <a:moveTo>
                    <a:pt x="0" y="1"/>
                  </a:moveTo>
                  <a:lnTo>
                    <a:pt x="0" y="1314"/>
                  </a:lnTo>
                  <a:lnTo>
                    <a:pt x="2743" y="1314"/>
                  </a:lnTo>
                  <a:lnTo>
                    <a:pt x="2743" y="260"/>
                  </a:lnTo>
                  <a:cubicBezTo>
                    <a:pt x="2743" y="260"/>
                    <a:pt x="2743" y="246"/>
                    <a:pt x="2743" y="232"/>
                  </a:cubicBezTo>
                  <a:cubicBezTo>
                    <a:pt x="2758" y="116"/>
                    <a:pt x="2671" y="1"/>
                    <a:pt x="2556" y="1"/>
                  </a:cubicBezTo>
                  <a:close/>
                </a:path>
              </a:pathLst>
            </a:custGeom>
            <a:solidFill>
              <a:srgbClr val="F6F7F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9322" name="Google Shape;19322;p47"/>
          <p:cNvGrpSpPr/>
          <p:nvPr/>
        </p:nvGrpSpPr>
        <p:grpSpPr>
          <a:xfrm>
            <a:off x="1821465" y="1981993"/>
            <a:ext cx="372411" cy="372410"/>
            <a:chOff x="1821465" y="1981993"/>
            <a:chExt cx="372411" cy="372410"/>
          </a:xfrm>
        </p:grpSpPr>
        <p:sp>
          <p:nvSpPr>
            <p:cNvPr id="19323" name="Google Shape;19323;p47"/>
            <p:cNvSpPr/>
            <p:nvPr/>
          </p:nvSpPr>
          <p:spPr>
            <a:xfrm>
              <a:off x="1821858" y="1981993"/>
              <a:ext cx="282336" cy="186205"/>
            </a:xfrm>
            <a:custGeom>
              <a:rect b="b" l="l" r="r" t="t"/>
              <a:pathLst>
                <a:path extrusionOk="0" h="7103" w="10770">
                  <a:moveTo>
                    <a:pt x="910" y="1"/>
                  </a:moveTo>
                  <a:cubicBezTo>
                    <a:pt x="405" y="1"/>
                    <a:pt x="0" y="405"/>
                    <a:pt x="0" y="925"/>
                  </a:cubicBezTo>
                  <a:lnTo>
                    <a:pt x="0" y="6872"/>
                  </a:lnTo>
                  <a:cubicBezTo>
                    <a:pt x="0" y="7002"/>
                    <a:pt x="101" y="7103"/>
                    <a:pt x="231" y="7103"/>
                  </a:cubicBezTo>
                  <a:lnTo>
                    <a:pt x="2527" y="7103"/>
                  </a:lnTo>
                  <a:cubicBezTo>
                    <a:pt x="2772" y="7103"/>
                    <a:pt x="2989" y="6901"/>
                    <a:pt x="2989" y="6641"/>
                  </a:cubicBezTo>
                  <a:lnTo>
                    <a:pt x="2989" y="6179"/>
                  </a:lnTo>
                  <a:cubicBezTo>
                    <a:pt x="2989" y="5991"/>
                    <a:pt x="2902" y="5804"/>
                    <a:pt x="2758" y="5674"/>
                  </a:cubicBezTo>
                  <a:cubicBezTo>
                    <a:pt x="1848" y="4909"/>
                    <a:pt x="2382" y="3436"/>
                    <a:pt x="3566" y="3436"/>
                  </a:cubicBezTo>
                  <a:cubicBezTo>
                    <a:pt x="4750" y="3436"/>
                    <a:pt x="5284" y="4909"/>
                    <a:pt x="4360" y="5674"/>
                  </a:cubicBezTo>
                  <a:cubicBezTo>
                    <a:pt x="4216" y="5804"/>
                    <a:pt x="4129" y="5991"/>
                    <a:pt x="4129" y="6179"/>
                  </a:cubicBezTo>
                  <a:lnTo>
                    <a:pt x="4129" y="6655"/>
                  </a:lnTo>
                  <a:cubicBezTo>
                    <a:pt x="4129" y="6901"/>
                    <a:pt x="4331" y="7103"/>
                    <a:pt x="4591" y="7103"/>
                  </a:cubicBezTo>
                  <a:lnTo>
                    <a:pt x="7088" y="7103"/>
                  </a:lnTo>
                  <a:lnTo>
                    <a:pt x="7088" y="4577"/>
                  </a:lnTo>
                  <a:cubicBezTo>
                    <a:pt x="7088" y="4331"/>
                    <a:pt x="7290" y="4129"/>
                    <a:pt x="7550" y="4129"/>
                  </a:cubicBezTo>
                  <a:lnTo>
                    <a:pt x="8012" y="4129"/>
                  </a:lnTo>
                  <a:cubicBezTo>
                    <a:pt x="8214" y="4129"/>
                    <a:pt x="8402" y="4216"/>
                    <a:pt x="8532" y="4360"/>
                  </a:cubicBezTo>
                  <a:cubicBezTo>
                    <a:pt x="8795" y="4680"/>
                    <a:pt x="9150" y="4823"/>
                    <a:pt x="9499" y="4823"/>
                  </a:cubicBezTo>
                  <a:cubicBezTo>
                    <a:pt x="10143" y="4823"/>
                    <a:pt x="10769" y="4334"/>
                    <a:pt x="10769" y="3566"/>
                  </a:cubicBezTo>
                  <a:cubicBezTo>
                    <a:pt x="10769" y="2788"/>
                    <a:pt x="10142" y="2296"/>
                    <a:pt x="9496" y="2296"/>
                  </a:cubicBezTo>
                  <a:cubicBezTo>
                    <a:pt x="9148" y="2296"/>
                    <a:pt x="8795" y="2439"/>
                    <a:pt x="8532" y="2758"/>
                  </a:cubicBezTo>
                  <a:cubicBezTo>
                    <a:pt x="8402" y="2902"/>
                    <a:pt x="8214" y="2989"/>
                    <a:pt x="8012" y="2989"/>
                  </a:cubicBezTo>
                  <a:lnTo>
                    <a:pt x="7550" y="2989"/>
                  </a:lnTo>
                  <a:cubicBezTo>
                    <a:pt x="7305" y="2989"/>
                    <a:pt x="7088" y="2772"/>
                    <a:pt x="7088" y="2527"/>
                  </a:cubicBezTo>
                  <a:lnTo>
                    <a:pt x="7088" y="232"/>
                  </a:lnTo>
                  <a:cubicBezTo>
                    <a:pt x="7103" y="116"/>
                    <a:pt x="7002" y="1"/>
                    <a:pt x="6872" y="1"/>
                  </a:cubicBezTo>
                  <a:close/>
                </a:path>
              </a:pathLst>
            </a:custGeom>
            <a:solidFill>
              <a:srgbClr val="9AAAB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324" name="Google Shape;19324;p47"/>
            <p:cNvSpPr/>
            <p:nvPr/>
          </p:nvSpPr>
          <p:spPr>
            <a:xfrm>
              <a:off x="2007670" y="1981993"/>
              <a:ext cx="186205" cy="282336"/>
            </a:xfrm>
            <a:custGeom>
              <a:rect b="b" l="l" r="r" t="t"/>
              <a:pathLst>
                <a:path extrusionOk="0" h="10770" w="7103">
                  <a:moveTo>
                    <a:pt x="246" y="1"/>
                  </a:moveTo>
                  <a:cubicBezTo>
                    <a:pt x="116" y="1"/>
                    <a:pt x="15" y="102"/>
                    <a:pt x="15" y="232"/>
                  </a:cubicBezTo>
                  <a:lnTo>
                    <a:pt x="15" y="2512"/>
                  </a:lnTo>
                  <a:cubicBezTo>
                    <a:pt x="15" y="2772"/>
                    <a:pt x="217" y="2974"/>
                    <a:pt x="462" y="2974"/>
                  </a:cubicBezTo>
                  <a:lnTo>
                    <a:pt x="924" y="2974"/>
                  </a:lnTo>
                  <a:cubicBezTo>
                    <a:pt x="1126" y="2974"/>
                    <a:pt x="1314" y="2902"/>
                    <a:pt x="1444" y="2743"/>
                  </a:cubicBezTo>
                  <a:cubicBezTo>
                    <a:pt x="1705" y="2427"/>
                    <a:pt x="2056" y="2285"/>
                    <a:pt x="2402" y="2285"/>
                  </a:cubicBezTo>
                  <a:cubicBezTo>
                    <a:pt x="3050" y="2285"/>
                    <a:pt x="3681" y="2780"/>
                    <a:pt x="3681" y="3552"/>
                  </a:cubicBezTo>
                  <a:cubicBezTo>
                    <a:pt x="3681" y="4323"/>
                    <a:pt x="3050" y="4819"/>
                    <a:pt x="2402" y="4819"/>
                  </a:cubicBezTo>
                  <a:cubicBezTo>
                    <a:pt x="2056" y="4819"/>
                    <a:pt x="1705" y="4677"/>
                    <a:pt x="1444" y="4360"/>
                  </a:cubicBezTo>
                  <a:cubicBezTo>
                    <a:pt x="1314" y="4201"/>
                    <a:pt x="1126" y="4115"/>
                    <a:pt x="924" y="4115"/>
                  </a:cubicBezTo>
                  <a:lnTo>
                    <a:pt x="448" y="4115"/>
                  </a:lnTo>
                  <a:cubicBezTo>
                    <a:pt x="202" y="4115"/>
                    <a:pt x="0" y="4317"/>
                    <a:pt x="0" y="4577"/>
                  </a:cubicBezTo>
                  <a:lnTo>
                    <a:pt x="0" y="7103"/>
                  </a:lnTo>
                  <a:lnTo>
                    <a:pt x="2526" y="7103"/>
                  </a:lnTo>
                  <a:cubicBezTo>
                    <a:pt x="2772" y="7103"/>
                    <a:pt x="2974" y="7305"/>
                    <a:pt x="2974" y="7565"/>
                  </a:cubicBezTo>
                  <a:lnTo>
                    <a:pt x="2974" y="8012"/>
                  </a:lnTo>
                  <a:cubicBezTo>
                    <a:pt x="2988" y="8214"/>
                    <a:pt x="2902" y="8402"/>
                    <a:pt x="2743" y="8532"/>
                  </a:cubicBezTo>
                  <a:cubicBezTo>
                    <a:pt x="1833" y="9283"/>
                    <a:pt x="2368" y="10769"/>
                    <a:pt x="3551" y="10769"/>
                  </a:cubicBezTo>
                  <a:cubicBezTo>
                    <a:pt x="4735" y="10769"/>
                    <a:pt x="5269" y="9283"/>
                    <a:pt x="4360" y="8532"/>
                  </a:cubicBezTo>
                  <a:cubicBezTo>
                    <a:pt x="4201" y="8402"/>
                    <a:pt x="4114" y="8214"/>
                    <a:pt x="4129" y="8012"/>
                  </a:cubicBezTo>
                  <a:lnTo>
                    <a:pt x="4129" y="7550"/>
                  </a:lnTo>
                  <a:cubicBezTo>
                    <a:pt x="4129" y="7305"/>
                    <a:pt x="4331" y="7103"/>
                    <a:pt x="4576" y="7103"/>
                  </a:cubicBezTo>
                  <a:lnTo>
                    <a:pt x="6886" y="7103"/>
                  </a:lnTo>
                  <a:cubicBezTo>
                    <a:pt x="7001" y="7103"/>
                    <a:pt x="7102" y="7002"/>
                    <a:pt x="7102" y="6872"/>
                  </a:cubicBezTo>
                  <a:lnTo>
                    <a:pt x="7102" y="925"/>
                  </a:lnTo>
                  <a:cubicBezTo>
                    <a:pt x="7102" y="419"/>
                    <a:pt x="6698" y="1"/>
                    <a:pt x="6193" y="1"/>
                  </a:cubicBezTo>
                  <a:close/>
                </a:path>
              </a:pathLst>
            </a:custGeom>
            <a:solidFill>
              <a:srgbClr val="A9BAC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325" name="Google Shape;19325;p47"/>
            <p:cNvSpPr/>
            <p:nvPr/>
          </p:nvSpPr>
          <p:spPr>
            <a:xfrm>
              <a:off x="1911540" y="2167805"/>
              <a:ext cx="282336" cy="186598"/>
            </a:xfrm>
            <a:custGeom>
              <a:rect b="b" l="l" r="r" t="t"/>
              <a:pathLst>
                <a:path extrusionOk="0" h="7118" w="10770">
                  <a:moveTo>
                    <a:pt x="3682" y="0"/>
                  </a:moveTo>
                  <a:lnTo>
                    <a:pt x="3682" y="2527"/>
                  </a:lnTo>
                  <a:cubicBezTo>
                    <a:pt x="3682" y="2786"/>
                    <a:pt x="3480" y="2989"/>
                    <a:pt x="3220" y="2989"/>
                  </a:cubicBezTo>
                  <a:lnTo>
                    <a:pt x="2758" y="2989"/>
                  </a:lnTo>
                  <a:cubicBezTo>
                    <a:pt x="2556" y="2989"/>
                    <a:pt x="2368" y="2902"/>
                    <a:pt x="2238" y="2743"/>
                  </a:cubicBezTo>
                  <a:cubicBezTo>
                    <a:pt x="1977" y="2426"/>
                    <a:pt x="1626" y="2285"/>
                    <a:pt x="1279" y="2285"/>
                  </a:cubicBezTo>
                  <a:cubicBezTo>
                    <a:pt x="632" y="2285"/>
                    <a:pt x="1" y="2780"/>
                    <a:pt x="1" y="3552"/>
                  </a:cubicBezTo>
                  <a:cubicBezTo>
                    <a:pt x="1" y="4323"/>
                    <a:pt x="632" y="4818"/>
                    <a:pt x="1279" y="4818"/>
                  </a:cubicBezTo>
                  <a:cubicBezTo>
                    <a:pt x="1626" y="4818"/>
                    <a:pt x="1977" y="4677"/>
                    <a:pt x="2238" y="4360"/>
                  </a:cubicBezTo>
                  <a:cubicBezTo>
                    <a:pt x="2368" y="4201"/>
                    <a:pt x="2556" y="4129"/>
                    <a:pt x="2758" y="4129"/>
                  </a:cubicBezTo>
                  <a:lnTo>
                    <a:pt x="3220" y="4129"/>
                  </a:lnTo>
                  <a:cubicBezTo>
                    <a:pt x="3465" y="4129"/>
                    <a:pt x="3667" y="4331"/>
                    <a:pt x="3667" y="4591"/>
                  </a:cubicBezTo>
                  <a:lnTo>
                    <a:pt x="3667" y="6872"/>
                  </a:lnTo>
                  <a:cubicBezTo>
                    <a:pt x="3667" y="7002"/>
                    <a:pt x="3768" y="7117"/>
                    <a:pt x="3913" y="7117"/>
                  </a:cubicBezTo>
                  <a:lnTo>
                    <a:pt x="9860" y="7117"/>
                  </a:lnTo>
                  <a:cubicBezTo>
                    <a:pt x="10365" y="7117"/>
                    <a:pt x="10769" y="6698"/>
                    <a:pt x="10769" y="6193"/>
                  </a:cubicBezTo>
                  <a:lnTo>
                    <a:pt x="10769" y="246"/>
                  </a:lnTo>
                  <a:cubicBezTo>
                    <a:pt x="10769" y="116"/>
                    <a:pt x="10668" y="15"/>
                    <a:pt x="10553" y="15"/>
                  </a:cubicBezTo>
                  <a:lnTo>
                    <a:pt x="8272" y="15"/>
                  </a:lnTo>
                  <a:cubicBezTo>
                    <a:pt x="8012" y="15"/>
                    <a:pt x="7810" y="217"/>
                    <a:pt x="7810" y="477"/>
                  </a:cubicBezTo>
                  <a:lnTo>
                    <a:pt x="7810" y="924"/>
                  </a:lnTo>
                  <a:cubicBezTo>
                    <a:pt x="7796" y="1126"/>
                    <a:pt x="7882" y="1314"/>
                    <a:pt x="8041" y="1444"/>
                  </a:cubicBezTo>
                  <a:cubicBezTo>
                    <a:pt x="8951" y="2195"/>
                    <a:pt x="8416" y="3681"/>
                    <a:pt x="7233" y="3681"/>
                  </a:cubicBezTo>
                  <a:cubicBezTo>
                    <a:pt x="6049" y="3681"/>
                    <a:pt x="5515" y="2195"/>
                    <a:pt x="6424" y="1444"/>
                  </a:cubicBezTo>
                  <a:cubicBezTo>
                    <a:pt x="6583" y="1314"/>
                    <a:pt x="6670" y="1126"/>
                    <a:pt x="6670" y="924"/>
                  </a:cubicBezTo>
                  <a:lnTo>
                    <a:pt x="6670" y="462"/>
                  </a:lnTo>
                  <a:cubicBezTo>
                    <a:pt x="6670" y="203"/>
                    <a:pt x="6453" y="0"/>
                    <a:pt x="6208" y="0"/>
                  </a:cubicBezTo>
                  <a:close/>
                </a:path>
              </a:pathLst>
            </a:custGeom>
            <a:solidFill>
              <a:srgbClr val="ADBDC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326" name="Google Shape;19326;p47"/>
            <p:cNvSpPr/>
            <p:nvPr/>
          </p:nvSpPr>
          <p:spPr>
            <a:xfrm>
              <a:off x="1821465" y="2072067"/>
              <a:ext cx="186598" cy="281942"/>
            </a:xfrm>
            <a:custGeom>
              <a:rect b="b" l="l" r="r" t="t"/>
              <a:pathLst>
                <a:path extrusionOk="0" h="10755" w="7118">
                  <a:moveTo>
                    <a:pt x="3566" y="0"/>
                  </a:moveTo>
                  <a:cubicBezTo>
                    <a:pt x="2383" y="0"/>
                    <a:pt x="1849" y="1473"/>
                    <a:pt x="2758" y="2238"/>
                  </a:cubicBezTo>
                  <a:cubicBezTo>
                    <a:pt x="2917" y="2368"/>
                    <a:pt x="2989" y="2555"/>
                    <a:pt x="2989" y="2743"/>
                  </a:cubicBezTo>
                  <a:lnTo>
                    <a:pt x="2989" y="3205"/>
                  </a:lnTo>
                  <a:cubicBezTo>
                    <a:pt x="2989" y="3465"/>
                    <a:pt x="2787" y="3667"/>
                    <a:pt x="2527" y="3667"/>
                  </a:cubicBezTo>
                  <a:lnTo>
                    <a:pt x="246" y="3667"/>
                  </a:lnTo>
                  <a:cubicBezTo>
                    <a:pt x="238" y="3666"/>
                    <a:pt x="230" y="3665"/>
                    <a:pt x="222" y="3665"/>
                  </a:cubicBezTo>
                  <a:cubicBezTo>
                    <a:pt x="102" y="3665"/>
                    <a:pt x="1" y="3762"/>
                    <a:pt x="1" y="3883"/>
                  </a:cubicBezTo>
                  <a:lnTo>
                    <a:pt x="1" y="9845"/>
                  </a:lnTo>
                  <a:cubicBezTo>
                    <a:pt x="1" y="10350"/>
                    <a:pt x="405" y="10755"/>
                    <a:pt x="925" y="10755"/>
                  </a:cubicBezTo>
                  <a:lnTo>
                    <a:pt x="6872" y="10755"/>
                  </a:lnTo>
                  <a:cubicBezTo>
                    <a:pt x="7002" y="10755"/>
                    <a:pt x="7103" y="10654"/>
                    <a:pt x="7103" y="10524"/>
                  </a:cubicBezTo>
                  <a:lnTo>
                    <a:pt x="7103" y="8257"/>
                  </a:lnTo>
                  <a:cubicBezTo>
                    <a:pt x="7103" y="7997"/>
                    <a:pt x="6901" y="7795"/>
                    <a:pt x="6641" y="7795"/>
                  </a:cubicBezTo>
                  <a:lnTo>
                    <a:pt x="6194" y="7795"/>
                  </a:lnTo>
                  <a:cubicBezTo>
                    <a:pt x="5992" y="7795"/>
                    <a:pt x="5804" y="7882"/>
                    <a:pt x="5674" y="8026"/>
                  </a:cubicBezTo>
                  <a:cubicBezTo>
                    <a:pt x="5408" y="8343"/>
                    <a:pt x="5055" y="8485"/>
                    <a:pt x="4709" y="8485"/>
                  </a:cubicBezTo>
                  <a:cubicBezTo>
                    <a:pt x="4062" y="8485"/>
                    <a:pt x="3437" y="7989"/>
                    <a:pt x="3437" y="7218"/>
                  </a:cubicBezTo>
                  <a:cubicBezTo>
                    <a:pt x="3437" y="6450"/>
                    <a:pt x="4057" y="5955"/>
                    <a:pt x="4701" y="5955"/>
                  </a:cubicBezTo>
                  <a:cubicBezTo>
                    <a:pt x="5050" y="5955"/>
                    <a:pt x="5406" y="6100"/>
                    <a:pt x="5674" y="6424"/>
                  </a:cubicBezTo>
                  <a:cubicBezTo>
                    <a:pt x="5804" y="6568"/>
                    <a:pt x="5992" y="6655"/>
                    <a:pt x="6194" y="6655"/>
                  </a:cubicBezTo>
                  <a:lnTo>
                    <a:pt x="6656" y="6655"/>
                  </a:lnTo>
                  <a:cubicBezTo>
                    <a:pt x="6916" y="6655"/>
                    <a:pt x="7118" y="6453"/>
                    <a:pt x="7118" y="6193"/>
                  </a:cubicBezTo>
                  <a:lnTo>
                    <a:pt x="7118" y="3667"/>
                  </a:lnTo>
                  <a:lnTo>
                    <a:pt x="4591" y="3667"/>
                  </a:lnTo>
                  <a:cubicBezTo>
                    <a:pt x="4346" y="3667"/>
                    <a:pt x="4129" y="3465"/>
                    <a:pt x="4129" y="3219"/>
                  </a:cubicBezTo>
                  <a:lnTo>
                    <a:pt x="4129" y="2743"/>
                  </a:lnTo>
                  <a:cubicBezTo>
                    <a:pt x="4129" y="2555"/>
                    <a:pt x="4216" y="2368"/>
                    <a:pt x="4375" y="2238"/>
                  </a:cubicBezTo>
                  <a:cubicBezTo>
                    <a:pt x="5284" y="1473"/>
                    <a:pt x="4750" y="0"/>
                    <a:pt x="3566" y="0"/>
                  </a:cubicBezTo>
                  <a:close/>
                </a:path>
              </a:pathLst>
            </a:custGeom>
            <a:solidFill>
              <a:srgbClr val="D3DCE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327" name="Google Shape;19327;p47"/>
            <p:cNvSpPr/>
            <p:nvPr/>
          </p:nvSpPr>
          <p:spPr>
            <a:xfrm>
              <a:off x="1821858" y="2167805"/>
              <a:ext cx="42023" cy="186205"/>
            </a:xfrm>
            <a:custGeom>
              <a:rect b="b" l="l" r="r" t="t"/>
              <a:pathLst>
                <a:path extrusionOk="0" h="7103" w="1603">
                  <a:moveTo>
                    <a:pt x="231" y="0"/>
                  </a:moveTo>
                  <a:cubicBezTo>
                    <a:pt x="101" y="0"/>
                    <a:pt x="0" y="101"/>
                    <a:pt x="0" y="231"/>
                  </a:cubicBezTo>
                  <a:lnTo>
                    <a:pt x="0" y="6193"/>
                  </a:lnTo>
                  <a:cubicBezTo>
                    <a:pt x="0" y="6698"/>
                    <a:pt x="405" y="7103"/>
                    <a:pt x="910" y="7103"/>
                  </a:cubicBezTo>
                  <a:lnTo>
                    <a:pt x="1603" y="7103"/>
                  </a:lnTo>
                  <a:cubicBezTo>
                    <a:pt x="1097" y="7103"/>
                    <a:pt x="693" y="6698"/>
                    <a:pt x="693" y="6193"/>
                  </a:cubicBezTo>
                  <a:lnTo>
                    <a:pt x="693" y="231"/>
                  </a:lnTo>
                  <a:cubicBezTo>
                    <a:pt x="693" y="101"/>
                    <a:pt x="794" y="0"/>
                    <a:pt x="924" y="0"/>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328" name="Google Shape;19328;p47"/>
            <p:cNvSpPr/>
            <p:nvPr/>
          </p:nvSpPr>
          <p:spPr>
            <a:xfrm>
              <a:off x="1869989" y="2072303"/>
              <a:ext cx="51041" cy="95894"/>
            </a:xfrm>
            <a:custGeom>
              <a:rect b="b" l="l" r="r" t="t"/>
              <a:pathLst>
                <a:path extrusionOk="0" h="3658" w="1947">
                  <a:moveTo>
                    <a:pt x="1714" y="0"/>
                  </a:moveTo>
                  <a:cubicBezTo>
                    <a:pt x="590" y="0"/>
                    <a:pt x="1" y="1444"/>
                    <a:pt x="907" y="2229"/>
                  </a:cubicBezTo>
                  <a:cubicBezTo>
                    <a:pt x="1066" y="2359"/>
                    <a:pt x="1138" y="2546"/>
                    <a:pt x="1138" y="2748"/>
                  </a:cubicBezTo>
                  <a:lnTo>
                    <a:pt x="1138" y="3196"/>
                  </a:lnTo>
                  <a:cubicBezTo>
                    <a:pt x="1138" y="3456"/>
                    <a:pt x="936" y="3658"/>
                    <a:pt x="676" y="3658"/>
                  </a:cubicBezTo>
                  <a:lnTo>
                    <a:pt x="1138" y="3658"/>
                  </a:lnTo>
                  <a:cubicBezTo>
                    <a:pt x="1398" y="3658"/>
                    <a:pt x="1600" y="3456"/>
                    <a:pt x="1600" y="3196"/>
                  </a:cubicBezTo>
                  <a:lnTo>
                    <a:pt x="1600" y="2734"/>
                  </a:lnTo>
                  <a:cubicBezTo>
                    <a:pt x="1600" y="2546"/>
                    <a:pt x="1513" y="2359"/>
                    <a:pt x="1369" y="2229"/>
                  </a:cubicBezTo>
                  <a:cubicBezTo>
                    <a:pt x="561" y="1536"/>
                    <a:pt x="893" y="222"/>
                    <a:pt x="1946" y="20"/>
                  </a:cubicBezTo>
                  <a:cubicBezTo>
                    <a:pt x="1867" y="7"/>
                    <a:pt x="1789" y="0"/>
                    <a:pt x="1714" y="0"/>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329" name="Google Shape;19329;p47"/>
            <p:cNvSpPr/>
            <p:nvPr/>
          </p:nvSpPr>
          <p:spPr>
            <a:xfrm>
              <a:off x="1821858" y="1981993"/>
              <a:ext cx="42023" cy="186205"/>
            </a:xfrm>
            <a:custGeom>
              <a:rect b="b" l="l" r="r" t="t"/>
              <a:pathLst>
                <a:path extrusionOk="0" h="7103" w="1603">
                  <a:moveTo>
                    <a:pt x="910" y="1"/>
                  </a:moveTo>
                  <a:cubicBezTo>
                    <a:pt x="405" y="1"/>
                    <a:pt x="0" y="405"/>
                    <a:pt x="0" y="925"/>
                  </a:cubicBezTo>
                  <a:lnTo>
                    <a:pt x="0" y="6872"/>
                  </a:lnTo>
                  <a:cubicBezTo>
                    <a:pt x="0" y="7002"/>
                    <a:pt x="101" y="7103"/>
                    <a:pt x="231" y="7103"/>
                  </a:cubicBezTo>
                  <a:lnTo>
                    <a:pt x="910" y="7103"/>
                  </a:lnTo>
                  <a:cubicBezTo>
                    <a:pt x="794" y="7103"/>
                    <a:pt x="693" y="7002"/>
                    <a:pt x="693" y="6872"/>
                  </a:cubicBezTo>
                  <a:lnTo>
                    <a:pt x="693" y="925"/>
                  </a:lnTo>
                  <a:cubicBezTo>
                    <a:pt x="693" y="405"/>
                    <a:pt x="1097" y="1"/>
                    <a:pt x="1603" y="1"/>
                  </a:cubicBezTo>
                  <a:close/>
                </a:path>
              </a:pathLst>
            </a:custGeom>
            <a:solidFill>
              <a:srgbClr val="8397A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330" name="Google Shape;19330;p47"/>
            <p:cNvSpPr/>
            <p:nvPr/>
          </p:nvSpPr>
          <p:spPr>
            <a:xfrm>
              <a:off x="2076904" y="2041658"/>
              <a:ext cx="45064" cy="66560"/>
            </a:xfrm>
            <a:custGeom>
              <a:rect b="b" l="l" r="r" t="t"/>
              <a:pathLst>
                <a:path extrusionOk="0" h="2539" w="1719">
                  <a:moveTo>
                    <a:pt x="347" y="0"/>
                  </a:moveTo>
                  <a:cubicBezTo>
                    <a:pt x="233" y="0"/>
                    <a:pt x="116" y="16"/>
                    <a:pt x="1" y="49"/>
                  </a:cubicBezTo>
                  <a:cubicBezTo>
                    <a:pt x="1343" y="323"/>
                    <a:pt x="1343" y="2228"/>
                    <a:pt x="15" y="2517"/>
                  </a:cubicBezTo>
                  <a:cubicBezTo>
                    <a:pt x="87" y="2532"/>
                    <a:pt x="163" y="2539"/>
                    <a:pt x="241" y="2539"/>
                  </a:cubicBezTo>
                  <a:cubicBezTo>
                    <a:pt x="318" y="2539"/>
                    <a:pt x="398" y="2532"/>
                    <a:pt x="477" y="2517"/>
                  </a:cubicBezTo>
                  <a:cubicBezTo>
                    <a:pt x="1213" y="2445"/>
                    <a:pt x="1719" y="1752"/>
                    <a:pt x="1589" y="1016"/>
                  </a:cubicBezTo>
                  <a:cubicBezTo>
                    <a:pt x="1468" y="412"/>
                    <a:pt x="933" y="0"/>
                    <a:pt x="347" y="0"/>
                  </a:cubicBezTo>
                  <a:close/>
                </a:path>
              </a:pathLst>
            </a:custGeom>
            <a:solidFill>
              <a:srgbClr val="8C9EA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331" name="Google Shape;19331;p47"/>
            <p:cNvSpPr/>
            <p:nvPr/>
          </p:nvSpPr>
          <p:spPr>
            <a:xfrm>
              <a:off x="2008037" y="1981993"/>
              <a:ext cx="23882" cy="78357"/>
            </a:xfrm>
            <a:custGeom>
              <a:rect b="b" l="l" r="r" t="t"/>
              <a:pathLst>
                <a:path extrusionOk="0" h="2989" w="911">
                  <a:moveTo>
                    <a:pt x="232" y="1"/>
                  </a:moveTo>
                  <a:cubicBezTo>
                    <a:pt x="102" y="1"/>
                    <a:pt x="1" y="102"/>
                    <a:pt x="1" y="232"/>
                  </a:cubicBezTo>
                  <a:lnTo>
                    <a:pt x="1" y="2527"/>
                  </a:lnTo>
                  <a:cubicBezTo>
                    <a:pt x="1" y="2772"/>
                    <a:pt x="203" y="2974"/>
                    <a:pt x="448" y="2989"/>
                  </a:cubicBezTo>
                  <a:lnTo>
                    <a:pt x="910" y="2989"/>
                  </a:lnTo>
                  <a:cubicBezTo>
                    <a:pt x="665" y="2974"/>
                    <a:pt x="448" y="2772"/>
                    <a:pt x="448" y="2527"/>
                  </a:cubicBezTo>
                  <a:lnTo>
                    <a:pt x="448" y="232"/>
                  </a:lnTo>
                  <a:cubicBezTo>
                    <a:pt x="448" y="102"/>
                    <a:pt x="549" y="1"/>
                    <a:pt x="679" y="1"/>
                  </a:cubicBezTo>
                  <a:close/>
                </a:path>
              </a:pathLst>
            </a:custGeom>
            <a:solidFill>
              <a:srgbClr val="8C9EA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332" name="Google Shape;19332;p47"/>
            <p:cNvSpPr/>
            <p:nvPr/>
          </p:nvSpPr>
          <p:spPr>
            <a:xfrm>
              <a:off x="2008037" y="2090234"/>
              <a:ext cx="23882" cy="77963"/>
            </a:xfrm>
            <a:custGeom>
              <a:rect b="b" l="l" r="r" t="t"/>
              <a:pathLst>
                <a:path extrusionOk="0" h="2974" w="911">
                  <a:moveTo>
                    <a:pt x="448" y="0"/>
                  </a:moveTo>
                  <a:cubicBezTo>
                    <a:pt x="203" y="0"/>
                    <a:pt x="1" y="202"/>
                    <a:pt x="1" y="448"/>
                  </a:cubicBezTo>
                  <a:lnTo>
                    <a:pt x="1" y="2974"/>
                  </a:lnTo>
                  <a:lnTo>
                    <a:pt x="448" y="2974"/>
                  </a:lnTo>
                  <a:lnTo>
                    <a:pt x="448" y="448"/>
                  </a:lnTo>
                  <a:cubicBezTo>
                    <a:pt x="448" y="202"/>
                    <a:pt x="665" y="0"/>
                    <a:pt x="910" y="0"/>
                  </a:cubicBezTo>
                  <a:close/>
                </a:path>
              </a:pathLst>
            </a:custGeom>
            <a:solidFill>
              <a:srgbClr val="8C9EA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333" name="Google Shape;19333;p47"/>
            <p:cNvSpPr/>
            <p:nvPr/>
          </p:nvSpPr>
          <p:spPr>
            <a:xfrm>
              <a:off x="2058737" y="2168172"/>
              <a:ext cx="48105" cy="95973"/>
            </a:xfrm>
            <a:custGeom>
              <a:rect b="b" l="l" r="r" t="t"/>
              <a:pathLst>
                <a:path extrusionOk="0" h="3661" w="1835">
                  <a:moveTo>
                    <a:pt x="578" y="1"/>
                  </a:moveTo>
                  <a:cubicBezTo>
                    <a:pt x="824" y="1"/>
                    <a:pt x="1026" y="203"/>
                    <a:pt x="1026" y="463"/>
                  </a:cubicBezTo>
                  <a:lnTo>
                    <a:pt x="1026" y="925"/>
                  </a:lnTo>
                  <a:cubicBezTo>
                    <a:pt x="1026" y="1127"/>
                    <a:pt x="939" y="1314"/>
                    <a:pt x="795" y="1444"/>
                  </a:cubicBezTo>
                  <a:cubicBezTo>
                    <a:pt x="1" y="2108"/>
                    <a:pt x="319" y="3408"/>
                    <a:pt x="1329" y="3639"/>
                  </a:cubicBezTo>
                  <a:cubicBezTo>
                    <a:pt x="1416" y="3653"/>
                    <a:pt x="1499" y="3660"/>
                    <a:pt x="1582" y="3660"/>
                  </a:cubicBezTo>
                  <a:cubicBezTo>
                    <a:pt x="1665" y="3660"/>
                    <a:pt x="1748" y="3653"/>
                    <a:pt x="1834" y="3639"/>
                  </a:cubicBezTo>
                  <a:lnTo>
                    <a:pt x="1791" y="3624"/>
                  </a:lnTo>
                  <a:cubicBezTo>
                    <a:pt x="780" y="3393"/>
                    <a:pt x="463" y="2108"/>
                    <a:pt x="1257" y="1430"/>
                  </a:cubicBezTo>
                  <a:cubicBezTo>
                    <a:pt x="1401" y="1314"/>
                    <a:pt x="1488" y="1112"/>
                    <a:pt x="1488" y="925"/>
                  </a:cubicBezTo>
                  <a:lnTo>
                    <a:pt x="1488" y="463"/>
                  </a:lnTo>
                  <a:cubicBezTo>
                    <a:pt x="1488" y="203"/>
                    <a:pt x="1286" y="1"/>
                    <a:pt x="1026" y="1"/>
                  </a:cubicBezTo>
                  <a:close/>
                </a:path>
              </a:pathLst>
            </a:custGeom>
            <a:solidFill>
              <a:srgbClr val="8C9EA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334" name="Google Shape;19334;p47"/>
            <p:cNvSpPr/>
            <p:nvPr/>
          </p:nvSpPr>
          <p:spPr>
            <a:xfrm>
              <a:off x="1995926" y="2167805"/>
              <a:ext cx="23882" cy="78357"/>
            </a:xfrm>
            <a:custGeom>
              <a:rect b="b" l="l" r="r" t="t"/>
              <a:pathLst>
                <a:path extrusionOk="0" h="2989" w="911">
                  <a:moveTo>
                    <a:pt x="448" y="0"/>
                  </a:moveTo>
                  <a:lnTo>
                    <a:pt x="448" y="2527"/>
                  </a:lnTo>
                  <a:cubicBezTo>
                    <a:pt x="448" y="2786"/>
                    <a:pt x="246" y="2989"/>
                    <a:pt x="1" y="2989"/>
                  </a:cubicBezTo>
                  <a:lnTo>
                    <a:pt x="463" y="2989"/>
                  </a:lnTo>
                  <a:cubicBezTo>
                    <a:pt x="708" y="2989"/>
                    <a:pt x="910" y="2786"/>
                    <a:pt x="910" y="2527"/>
                  </a:cubicBezTo>
                  <a:lnTo>
                    <a:pt x="910" y="0"/>
                  </a:lnTo>
                  <a:close/>
                </a:path>
              </a:pathLst>
            </a:custGeom>
            <a:solidFill>
              <a:srgbClr val="94A5B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335" name="Google Shape;19335;p47"/>
            <p:cNvSpPr/>
            <p:nvPr/>
          </p:nvSpPr>
          <p:spPr>
            <a:xfrm>
              <a:off x="1905484" y="2228152"/>
              <a:ext cx="45431" cy="66586"/>
            </a:xfrm>
            <a:custGeom>
              <a:rect b="b" l="l" r="r" t="t"/>
              <a:pathLst>
                <a:path extrusionOk="0" h="2540" w="1733">
                  <a:moveTo>
                    <a:pt x="1487" y="1"/>
                  </a:moveTo>
                  <a:cubicBezTo>
                    <a:pt x="1412" y="1"/>
                    <a:pt x="1336" y="8"/>
                    <a:pt x="1256" y="23"/>
                  </a:cubicBezTo>
                  <a:cubicBezTo>
                    <a:pt x="520" y="95"/>
                    <a:pt x="1" y="788"/>
                    <a:pt x="145" y="1509"/>
                  </a:cubicBezTo>
                  <a:cubicBezTo>
                    <a:pt x="254" y="2126"/>
                    <a:pt x="787" y="2540"/>
                    <a:pt x="1382" y="2540"/>
                  </a:cubicBezTo>
                  <a:cubicBezTo>
                    <a:pt x="1497" y="2540"/>
                    <a:pt x="1615" y="2524"/>
                    <a:pt x="1733" y="2491"/>
                  </a:cubicBezTo>
                  <a:cubicBezTo>
                    <a:pt x="1026" y="2361"/>
                    <a:pt x="578" y="1683"/>
                    <a:pt x="737" y="990"/>
                  </a:cubicBezTo>
                  <a:cubicBezTo>
                    <a:pt x="838" y="499"/>
                    <a:pt x="1228" y="109"/>
                    <a:pt x="1718" y="23"/>
                  </a:cubicBezTo>
                  <a:cubicBezTo>
                    <a:pt x="1639" y="8"/>
                    <a:pt x="1563" y="1"/>
                    <a:pt x="1487" y="1"/>
                  </a:cubicBezTo>
                  <a:close/>
                </a:path>
              </a:pathLst>
            </a:custGeom>
            <a:solidFill>
              <a:srgbClr val="94A5B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336" name="Google Shape;19336;p47"/>
            <p:cNvSpPr/>
            <p:nvPr/>
          </p:nvSpPr>
          <p:spPr>
            <a:xfrm>
              <a:off x="1995926" y="2276020"/>
              <a:ext cx="29938" cy="77990"/>
            </a:xfrm>
            <a:custGeom>
              <a:rect b="b" l="l" r="r" t="t"/>
              <a:pathLst>
                <a:path extrusionOk="0" h="2975" w="1142">
                  <a:moveTo>
                    <a:pt x="1" y="1"/>
                  </a:moveTo>
                  <a:cubicBezTo>
                    <a:pt x="246" y="1"/>
                    <a:pt x="448" y="203"/>
                    <a:pt x="448" y="463"/>
                  </a:cubicBezTo>
                  <a:lnTo>
                    <a:pt x="448" y="2744"/>
                  </a:lnTo>
                  <a:cubicBezTo>
                    <a:pt x="448" y="2874"/>
                    <a:pt x="549" y="2975"/>
                    <a:pt x="679" y="2975"/>
                  </a:cubicBezTo>
                  <a:lnTo>
                    <a:pt x="1141" y="2975"/>
                  </a:lnTo>
                  <a:cubicBezTo>
                    <a:pt x="1011" y="2975"/>
                    <a:pt x="910" y="2874"/>
                    <a:pt x="910" y="2744"/>
                  </a:cubicBezTo>
                  <a:lnTo>
                    <a:pt x="910" y="463"/>
                  </a:lnTo>
                  <a:cubicBezTo>
                    <a:pt x="910" y="203"/>
                    <a:pt x="708" y="1"/>
                    <a:pt x="448" y="1"/>
                  </a:cubicBezTo>
                  <a:close/>
                </a:path>
              </a:pathLst>
            </a:custGeom>
            <a:solidFill>
              <a:srgbClr val="94A5B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9337" name="Google Shape;19337;p47"/>
          <p:cNvGrpSpPr/>
          <p:nvPr/>
        </p:nvGrpSpPr>
        <p:grpSpPr>
          <a:xfrm>
            <a:off x="2276348" y="1981809"/>
            <a:ext cx="415901" cy="372699"/>
            <a:chOff x="2276348" y="1981809"/>
            <a:chExt cx="415901" cy="372699"/>
          </a:xfrm>
        </p:grpSpPr>
        <p:sp>
          <p:nvSpPr>
            <p:cNvPr id="19338" name="Google Shape;19338;p47"/>
            <p:cNvSpPr/>
            <p:nvPr/>
          </p:nvSpPr>
          <p:spPr>
            <a:xfrm>
              <a:off x="2350510" y="2034606"/>
              <a:ext cx="267209" cy="267183"/>
            </a:xfrm>
            <a:custGeom>
              <a:rect b="b" l="l" r="r" t="t"/>
              <a:pathLst>
                <a:path extrusionOk="0" h="10192" w="10193">
                  <a:moveTo>
                    <a:pt x="5096" y="0"/>
                  </a:moveTo>
                  <a:cubicBezTo>
                    <a:pt x="2282" y="0"/>
                    <a:pt x="1" y="2281"/>
                    <a:pt x="1" y="5096"/>
                  </a:cubicBezTo>
                  <a:cubicBezTo>
                    <a:pt x="1" y="7911"/>
                    <a:pt x="2282" y="10192"/>
                    <a:pt x="5096" y="10192"/>
                  </a:cubicBezTo>
                  <a:cubicBezTo>
                    <a:pt x="7911" y="10192"/>
                    <a:pt x="10192" y="7911"/>
                    <a:pt x="10192" y="5096"/>
                  </a:cubicBezTo>
                  <a:cubicBezTo>
                    <a:pt x="10192" y="2281"/>
                    <a:pt x="7911" y="0"/>
                    <a:pt x="5096" y="0"/>
                  </a:cubicBezTo>
                  <a:close/>
                </a:path>
              </a:pathLst>
            </a:custGeom>
            <a:solidFill>
              <a:srgbClr val="D3DCE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339" name="Google Shape;19339;p47"/>
            <p:cNvSpPr/>
            <p:nvPr/>
          </p:nvSpPr>
          <p:spPr>
            <a:xfrm>
              <a:off x="2324033" y="2037254"/>
              <a:ext cx="254312" cy="264614"/>
            </a:xfrm>
            <a:custGeom>
              <a:rect b="b" l="l" r="r" t="t"/>
              <a:pathLst>
                <a:path extrusionOk="0" h="10094" w="9701">
                  <a:moveTo>
                    <a:pt x="5067" y="0"/>
                  </a:moveTo>
                  <a:lnTo>
                    <a:pt x="5067" y="0"/>
                  </a:lnTo>
                  <a:cubicBezTo>
                    <a:pt x="1718" y="693"/>
                    <a:pt x="0" y="4403"/>
                    <a:pt x="1603" y="7406"/>
                  </a:cubicBezTo>
                  <a:cubicBezTo>
                    <a:pt x="2546" y="9157"/>
                    <a:pt x="4320" y="10094"/>
                    <a:pt x="6115" y="10094"/>
                  </a:cubicBezTo>
                  <a:cubicBezTo>
                    <a:pt x="7397" y="10094"/>
                    <a:pt x="8691" y="9616"/>
                    <a:pt x="9701" y="8618"/>
                  </a:cubicBezTo>
                  <a:lnTo>
                    <a:pt x="9701" y="8618"/>
                  </a:lnTo>
                  <a:cubicBezTo>
                    <a:pt x="9354" y="8676"/>
                    <a:pt x="9008" y="8719"/>
                    <a:pt x="8647" y="8719"/>
                  </a:cubicBezTo>
                  <a:cubicBezTo>
                    <a:pt x="4100" y="8719"/>
                    <a:pt x="1834" y="3205"/>
                    <a:pt x="5067" y="0"/>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340" name="Google Shape;19340;p47"/>
            <p:cNvSpPr/>
            <p:nvPr/>
          </p:nvSpPr>
          <p:spPr>
            <a:xfrm>
              <a:off x="2405771" y="2035734"/>
              <a:ext cx="211948" cy="264169"/>
            </a:xfrm>
            <a:custGeom>
              <a:rect b="b" l="l" r="r" t="t"/>
              <a:pathLst>
                <a:path extrusionOk="0" h="10077" w="8085">
                  <a:moveTo>
                    <a:pt x="3725" y="0"/>
                  </a:moveTo>
                  <a:lnTo>
                    <a:pt x="4071" y="419"/>
                  </a:lnTo>
                  <a:cubicBezTo>
                    <a:pt x="4114" y="477"/>
                    <a:pt x="4129" y="549"/>
                    <a:pt x="4100" y="607"/>
                  </a:cubicBezTo>
                  <a:lnTo>
                    <a:pt x="3869" y="1155"/>
                  </a:lnTo>
                  <a:cubicBezTo>
                    <a:pt x="3853" y="1188"/>
                    <a:pt x="3823" y="1207"/>
                    <a:pt x="3792" y="1207"/>
                  </a:cubicBezTo>
                  <a:cubicBezTo>
                    <a:pt x="3768" y="1207"/>
                    <a:pt x="3744" y="1195"/>
                    <a:pt x="3725" y="1170"/>
                  </a:cubicBezTo>
                  <a:lnTo>
                    <a:pt x="3508" y="852"/>
                  </a:lnTo>
                  <a:cubicBezTo>
                    <a:pt x="3465" y="809"/>
                    <a:pt x="3407" y="780"/>
                    <a:pt x="3349" y="780"/>
                  </a:cubicBezTo>
                  <a:lnTo>
                    <a:pt x="3118" y="794"/>
                  </a:lnTo>
                  <a:cubicBezTo>
                    <a:pt x="3032" y="794"/>
                    <a:pt x="2960" y="838"/>
                    <a:pt x="2902" y="910"/>
                  </a:cubicBezTo>
                  <a:lnTo>
                    <a:pt x="2252" y="1892"/>
                  </a:lnTo>
                  <a:cubicBezTo>
                    <a:pt x="2194" y="1978"/>
                    <a:pt x="2238" y="2094"/>
                    <a:pt x="2353" y="2122"/>
                  </a:cubicBezTo>
                  <a:lnTo>
                    <a:pt x="2656" y="2180"/>
                  </a:lnTo>
                  <a:cubicBezTo>
                    <a:pt x="2667" y="2182"/>
                    <a:pt x="2677" y="2182"/>
                    <a:pt x="2688" y="2182"/>
                  </a:cubicBezTo>
                  <a:cubicBezTo>
                    <a:pt x="2778" y="2182"/>
                    <a:pt x="2861" y="2128"/>
                    <a:pt x="2887" y="2050"/>
                  </a:cubicBezTo>
                  <a:lnTo>
                    <a:pt x="3046" y="1646"/>
                  </a:lnTo>
                  <a:cubicBezTo>
                    <a:pt x="3063" y="1579"/>
                    <a:pt x="3124" y="1541"/>
                    <a:pt x="3186" y="1541"/>
                  </a:cubicBezTo>
                  <a:cubicBezTo>
                    <a:pt x="3231" y="1541"/>
                    <a:pt x="3276" y="1561"/>
                    <a:pt x="3306" y="1603"/>
                  </a:cubicBezTo>
                  <a:lnTo>
                    <a:pt x="3436" y="1776"/>
                  </a:lnTo>
                  <a:lnTo>
                    <a:pt x="3364" y="2310"/>
                  </a:lnTo>
                  <a:cubicBezTo>
                    <a:pt x="3364" y="2353"/>
                    <a:pt x="3335" y="2368"/>
                    <a:pt x="3292" y="2382"/>
                  </a:cubicBezTo>
                  <a:lnTo>
                    <a:pt x="2613" y="2483"/>
                  </a:lnTo>
                  <a:cubicBezTo>
                    <a:pt x="2584" y="2483"/>
                    <a:pt x="2555" y="2498"/>
                    <a:pt x="2526" y="2512"/>
                  </a:cubicBezTo>
                  <a:lnTo>
                    <a:pt x="1848" y="3017"/>
                  </a:lnTo>
                  <a:cubicBezTo>
                    <a:pt x="1776" y="3061"/>
                    <a:pt x="1733" y="3147"/>
                    <a:pt x="1718" y="3220"/>
                  </a:cubicBezTo>
                  <a:lnTo>
                    <a:pt x="1646" y="3494"/>
                  </a:lnTo>
                  <a:cubicBezTo>
                    <a:pt x="1617" y="3580"/>
                    <a:pt x="1545" y="3638"/>
                    <a:pt x="1458" y="3638"/>
                  </a:cubicBezTo>
                  <a:lnTo>
                    <a:pt x="1141" y="3595"/>
                  </a:lnTo>
                  <a:cubicBezTo>
                    <a:pt x="1069" y="3595"/>
                    <a:pt x="996" y="3638"/>
                    <a:pt x="967" y="3710"/>
                  </a:cubicBezTo>
                  <a:lnTo>
                    <a:pt x="794" y="4172"/>
                  </a:lnTo>
                  <a:cubicBezTo>
                    <a:pt x="765" y="4273"/>
                    <a:pt x="809" y="4374"/>
                    <a:pt x="910" y="4403"/>
                  </a:cubicBezTo>
                  <a:lnTo>
                    <a:pt x="1299" y="4519"/>
                  </a:lnTo>
                  <a:cubicBezTo>
                    <a:pt x="1317" y="4524"/>
                    <a:pt x="1335" y="4526"/>
                    <a:pt x="1353" y="4526"/>
                  </a:cubicBezTo>
                  <a:cubicBezTo>
                    <a:pt x="1435" y="4526"/>
                    <a:pt x="1509" y="4475"/>
                    <a:pt x="1545" y="4403"/>
                  </a:cubicBezTo>
                  <a:lnTo>
                    <a:pt x="1790" y="3855"/>
                  </a:lnTo>
                  <a:cubicBezTo>
                    <a:pt x="1834" y="3754"/>
                    <a:pt x="1906" y="3696"/>
                    <a:pt x="2007" y="3653"/>
                  </a:cubicBezTo>
                  <a:lnTo>
                    <a:pt x="2411" y="3523"/>
                  </a:lnTo>
                  <a:lnTo>
                    <a:pt x="2974" y="4201"/>
                  </a:lnTo>
                  <a:lnTo>
                    <a:pt x="2916" y="4360"/>
                  </a:lnTo>
                  <a:cubicBezTo>
                    <a:pt x="2887" y="4447"/>
                    <a:pt x="2931" y="4562"/>
                    <a:pt x="3032" y="4591"/>
                  </a:cubicBezTo>
                  <a:cubicBezTo>
                    <a:pt x="3046" y="4591"/>
                    <a:pt x="3075" y="4605"/>
                    <a:pt x="3089" y="4605"/>
                  </a:cubicBezTo>
                  <a:cubicBezTo>
                    <a:pt x="3176" y="4605"/>
                    <a:pt x="3248" y="4548"/>
                    <a:pt x="3277" y="4475"/>
                  </a:cubicBezTo>
                  <a:lnTo>
                    <a:pt x="3320" y="4317"/>
                  </a:lnTo>
                  <a:cubicBezTo>
                    <a:pt x="3364" y="4201"/>
                    <a:pt x="3335" y="4071"/>
                    <a:pt x="3263" y="3970"/>
                  </a:cubicBezTo>
                  <a:lnTo>
                    <a:pt x="2801" y="3407"/>
                  </a:lnTo>
                  <a:lnTo>
                    <a:pt x="2916" y="3364"/>
                  </a:lnTo>
                  <a:lnTo>
                    <a:pt x="3306" y="3609"/>
                  </a:lnTo>
                  <a:cubicBezTo>
                    <a:pt x="3393" y="3667"/>
                    <a:pt x="3450" y="3754"/>
                    <a:pt x="3479" y="3855"/>
                  </a:cubicBezTo>
                  <a:lnTo>
                    <a:pt x="3566" y="4273"/>
                  </a:lnTo>
                  <a:cubicBezTo>
                    <a:pt x="3580" y="4360"/>
                    <a:pt x="3652" y="4418"/>
                    <a:pt x="3739" y="4418"/>
                  </a:cubicBezTo>
                  <a:lnTo>
                    <a:pt x="3782" y="4418"/>
                  </a:lnTo>
                  <a:cubicBezTo>
                    <a:pt x="3883" y="4403"/>
                    <a:pt x="3941" y="4302"/>
                    <a:pt x="3927" y="4201"/>
                  </a:cubicBezTo>
                  <a:lnTo>
                    <a:pt x="3883" y="3956"/>
                  </a:lnTo>
                  <a:cubicBezTo>
                    <a:pt x="3855" y="3869"/>
                    <a:pt x="3912" y="3797"/>
                    <a:pt x="3999" y="3783"/>
                  </a:cubicBezTo>
                  <a:cubicBezTo>
                    <a:pt x="4071" y="3768"/>
                    <a:pt x="4114" y="3725"/>
                    <a:pt x="4129" y="3667"/>
                  </a:cubicBezTo>
                  <a:lnTo>
                    <a:pt x="4215" y="3234"/>
                  </a:lnTo>
                  <a:cubicBezTo>
                    <a:pt x="4244" y="3147"/>
                    <a:pt x="4316" y="3104"/>
                    <a:pt x="4403" y="3104"/>
                  </a:cubicBezTo>
                  <a:lnTo>
                    <a:pt x="4490" y="3104"/>
                  </a:lnTo>
                  <a:cubicBezTo>
                    <a:pt x="4533" y="3104"/>
                    <a:pt x="4591" y="3090"/>
                    <a:pt x="4620" y="3061"/>
                  </a:cubicBezTo>
                  <a:cubicBezTo>
                    <a:pt x="4649" y="3017"/>
                    <a:pt x="4706" y="3003"/>
                    <a:pt x="4750" y="3003"/>
                  </a:cubicBezTo>
                  <a:lnTo>
                    <a:pt x="5024" y="3032"/>
                  </a:lnTo>
                  <a:cubicBezTo>
                    <a:pt x="5082" y="3046"/>
                    <a:pt x="5125" y="3090"/>
                    <a:pt x="5139" y="3147"/>
                  </a:cubicBezTo>
                  <a:lnTo>
                    <a:pt x="5168" y="3263"/>
                  </a:lnTo>
                  <a:cubicBezTo>
                    <a:pt x="5183" y="3349"/>
                    <a:pt x="5139" y="3451"/>
                    <a:pt x="5053" y="3479"/>
                  </a:cubicBezTo>
                  <a:lnTo>
                    <a:pt x="4259" y="3710"/>
                  </a:lnTo>
                  <a:cubicBezTo>
                    <a:pt x="4158" y="3739"/>
                    <a:pt x="4129" y="3840"/>
                    <a:pt x="4201" y="3912"/>
                  </a:cubicBezTo>
                  <a:lnTo>
                    <a:pt x="4273" y="3999"/>
                  </a:lnTo>
                  <a:cubicBezTo>
                    <a:pt x="4302" y="4028"/>
                    <a:pt x="4345" y="4057"/>
                    <a:pt x="4403" y="4057"/>
                  </a:cubicBezTo>
                  <a:lnTo>
                    <a:pt x="4865" y="4014"/>
                  </a:lnTo>
                  <a:cubicBezTo>
                    <a:pt x="4952" y="4014"/>
                    <a:pt x="5024" y="4071"/>
                    <a:pt x="5038" y="4158"/>
                  </a:cubicBezTo>
                  <a:lnTo>
                    <a:pt x="5067" y="4273"/>
                  </a:lnTo>
                  <a:cubicBezTo>
                    <a:pt x="5096" y="4475"/>
                    <a:pt x="4952" y="4663"/>
                    <a:pt x="4750" y="4692"/>
                  </a:cubicBezTo>
                  <a:lnTo>
                    <a:pt x="3855" y="4764"/>
                  </a:lnTo>
                  <a:cubicBezTo>
                    <a:pt x="3754" y="4764"/>
                    <a:pt x="3696" y="4865"/>
                    <a:pt x="3725" y="4966"/>
                  </a:cubicBezTo>
                  <a:cubicBezTo>
                    <a:pt x="3750" y="5070"/>
                    <a:pt x="3661" y="5173"/>
                    <a:pt x="3559" y="5173"/>
                  </a:cubicBezTo>
                  <a:cubicBezTo>
                    <a:pt x="3547" y="5173"/>
                    <a:pt x="3535" y="5171"/>
                    <a:pt x="3523" y="5168"/>
                  </a:cubicBezTo>
                  <a:lnTo>
                    <a:pt x="2859" y="4937"/>
                  </a:lnTo>
                  <a:cubicBezTo>
                    <a:pt x="2772" y="4909"/>
                    <a:pt x="2700" y="4836"/>
                    <a:pt x="2685" y="4750"/>
                  </a:cubicBezTo>
                  <a:cubicBezTo>
                    <a:pt x="2671" y="4620"/>
                    <a:pt x="2555" y="4533"/>
                    <a:pt x="2440" y="4533"/>
                  </a:cubicBezTo>
                  <a:lnTo>
                    <a:pt x="1805" y="4548"/>
                  </a:lnTo>
                  <a:cubicBezTo>
                    <a:pt x="1574" y="4562"/>
                    <a:pt x="1357" y="4605"/>
                    <a:pt x="1155" y="4692"/>
                  </a:cubicBezTo>
                  <a:lnTo>
                    <a:pt x="939" y="4793"/>
                  </a:lnTo>
                  <a:cubicBezTo>
                    <a:pt x="809" y="4851"/>
                    <a:pt x="737" y="4966"/>
                    <a:pt x="722" y="5096"/>
                  </a:cubicBezTo>
                  <a:lnTo>
                    <a:pt x="722" y="5284"/>
                  </a:lnTo>
                  <a:lnTo>
                    <a:pt x="87" y="6006"/>
                  </a:lnTo>
                  <a:cubicBezTo>
                    <a:pt x="44" y="6063"/>
                    <a:pt x="0" y="6150"/>
                    <a:pt x="0" y="6237"/>
                  </a:cubicBezTo>
                  <a:lnTo>
                    <a:pt x="0" y="7002"/>
                  </a:lnTo>
                  <a:cubicBezTo>
                    <a:pt x="0" y="7146"/>
                    <a:pt x="58" y="7290"/>
                    <a:pt x="159" y="7391"/>
                  </a:cubicBezTo>
                  <a:lnTo>
                    <a:pt x="722" y="7925"/>
                  </a:lnTo>
                  <a:cubicBezTo>
                    <a:pt x="809" y="8012"/>
                    <a:pt x="924" y="8055"/>
                    <a:pt x="1040" y="8070"/>
                  </a:cubicBezTo>
                  <a:lnTo>
                    <a:pt x="2700" y="8214"/>
                  </a:lnTo>
                  <a:cubicBezTo>
                    <a:pt x="2801" y="8229"/>
                    <a:pt x="2887" y="8315"/>
                    <a:pt x="2873" y="8416"/>
                  </a:cubicBezTo>
                  <a:lnTo>
                    <a:pt x="2859" y="8503"/>
                  </a:lnTo>
                  <a:cubicBezTo>
                    <a:pt x="2844" y="8618"/>
                    <a:pt x="2902" y="8748"/>
                    <a:pt x="3003" y="8820"/>
                  </a:cubicBezTo>
                  <a:lnTo>
                    <a:pt x="3407" y="9124"/>
                  </a:lnTo>
                  <a:lnTo>
                    <a:pt x="3335" y="9326"/>
                  </a:lnTo>
                  <a:cubicBezTo>
                    <a:pt x="3306" y="9470"/>
                    <a:pt x="3349" y="9614"/>
                    <a:pt x="3450" y="9701"/>
                  </a:cubicBezTo>
                  <a:lnTo>
                    <a:pt x="3883" y="10076"/>
                  </a:lnTo>
                  <a:cubicBezTo>
                    <a:pt x="4302" y="10004"/>
                    <a:pt x="4721" y="9874"/>
                    <a:pt x="5096" y="9701"/>
                  </a:cubicBezTo>
                  <a:lnTo>
                    <a:pt x="5774" y="8893"/>
                  </a:lnTo>
                  <a:cubicBezTo>
                    <a:pt x="5890" y="8763"/>
                    <a:pt x="5977" y="8618"/>
                    <a:pt x="6034" y="8460"/>
                  </a:cubicBezTo>
                  <a:lnTo>
                    <a:pt x="6785" y="6727"/>
                  </a:lnTo>
                  <a:cubicBezTo>
                    <a:pt x="6872" y="6540"/>
                    <a:pt x="6742" y="6323"/>
                    <a:pt x="6540" y="6323"/>
                  </a:cubicBezTo>
                  <a:cubicBezTo>
                    <a:pt x="6526" y="6324"/>
                    <a:pt x="6512" y="6325"/>
                    <a:pt x="6498" y="6325"/>
                  </a:cubicBezTo>
                  <a:cubicBezTo>
                    <a:pt x="6296" y="6325"/>
                    <a:pt x="6097" y="6226"/>
                    <a:pt x="5962" y="6063"/>
                  </a:cubicBezTo>
                  <a:lnTo>
                    <a:pt x="5226" y="5168"/>
                  </a:lnTo>
                  <a:cubicBezTo>
                    <a:pt x="5109" y="5030"/>
                    <a:pt x="5227" y="4868"/>
                    <a:pt x="5361" y="4868"/>
                  </a:cubicBezTo>
                  <a:cubicBezTo>
                    <a:pt x="5409" y="4868"/>
                    <a:pt x="5459" y="4888"/>
                    <a:pt x="5500" y="4937"/>
                  </a:cubicBezTo>
                  <a:lnTo>
                    <a:pt x="6251" y="5832"/>
                  </a:lnTo>
                  <a:cubicBezTo>
                    <a:pt x="6309" y="5919"/>
                    <a:pt x="6410" y="5962"/>
                    <a:pt x="6511" y="5962"/>
                  </a:cubicBezTo>
                  <a:cubicBezTo>
                    <a:pt x="6626" y="5962"/>
                    <a:pt x="6727" y="5890"/>
                    <a:pt x="6785" y="5803"/>
                  </a:cubicBezTo>
                  <a:lnTo>
                    <a:pt x="7218" y="4937"/>
                  </a:lnTo>
                  <a:cubicBezTo>
                    <a:pt x="7261" y="4851"/>
                    <a:pt x="7232" y="4764"/>
                    <a:pt x="7160" y="4706"/>
                  </a:cubicBezTo>
                  <a:lnTo>
                    <a:pt x="7045" y="4620"/>
                  </a:lnTo>
                  <a:cubicBezTo>
                    <a:pt x="6987" y="4591"/>
                    <a:pt x="6973" y="4519"/>
                    <a:pt x="7016" y="4475"/>
                  </a:cubicBezTo>
                  <a:lnTo>
                    <a:pt x="7074" y="4374"/>
                  </a:lnTo>
                  <a:cubicBezTo>
                    <a:pt x="7139" y="4276"/>
                    <a:pt x="7251" y="4224"/>
                    <a:pt x="7365" y="4224"/>
                  </a:cubicBezTo>
                  <a:cubicBezTo>
                    <a:pt x="7452" y="4224"/>
                    <a:pt x="7539" y="4254"/>
                    <a:pt x="7608" y="4317"/>
                  </a:cubicBezTo>
                  <a:lnTo>
                    <a:pt x="8084" y="4779"/>
                  </a:lnTo>
                  <a:cubicBezTo>
                    <a:pt x="8070" y="4576"/>
                    <a:pt x="8041" y="4360"/>
                    <a:pt x="8012" y="4158"/>
                  </a:cubicBezTo>
                  <a:cubicBezTo>
                    <a:pt x="7622" y="1993"/>
                    <a:pt x="5904" y="318"/>
                    <a:pt x="3725" y="0"/>
                  </a:cubicBezTo>
                  <a:close/>
                </a:path>
              </a:pathLst>
            </a:custGeom>
            <a:solidFill>
              <a:srgbClr val="BBC8D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341" name="Google Shape;19341;p47"/>
            <p:cNvSpPr/>
            <p:nvPr/>
          </p:nvSpPr>
          <p:spPr>
            <a:xfrm>
              <a:off x="2437177" y="2084939"/>
              <a:ext cx="17066" cy="27264"/>
            </a:xfrm>
            <a:custGeom>
              <a:rect b="b" l="l" r="r" t="t"/>
              <a:pathLst>
                <a:path extrusionOk="0" h="1040" w="651">
                  <a:moveTo>
                    <a:pt x="462" y="0"/>
                  </a:moveTo>
                  <a:cubicBezTo>
                    <a:pt x="361" y="0"/>
                    <a:pt x="289" y="87"/>
                    <a:pt x="289" y="188"/>
                  </a:cubicBezTo>
                  <a:lnTo>
                    <a:pt x="289" y="577"/>
                  </a:lnTo>
                  <a:lnTo>
                    <a:pt x="130" y="736"/>
                  </a:lnTo>
                  <a:cubicBezTo>
                    <a:pt x="0" y="837"/>
                    <a:pt x="87" y="1039"/>
                    <a:pt x="246" y="1039"/>
                  </a:cubicBezTo>
                  <a:cubicBezTo>
                    <a:pt x="289" y="1039"/>
                    <a:pt x="332" y="1025"/>
                    <a:pt x="376" y="996"/>
                  </a:cubicBezTo>
                  <a:lnTo>
                    <a:pt x="592" y="794"/>
                  </a:lnTo>
                  <a:cubicBezTo>
                    <a:pt x="636" y="751"/>
                    <a:pt x="650" y="707"/>
                    <a:pt x="650" y="650"/>
                  </a:cubicBezTo>
                  <a:lnTo>
                    <a:pt x="650" y="188"/>
                  </a:lnTo>
                  <a:cubicBezTo>
                    <a:pt x="650" y="87"/>
                    <a:pt x="563" y="0"/>
                    <a:pt x="462" y="0"/>
                  </a:cubicBezTo>
                  <a:close/>
                </a:path>
              </a:pathLst>
            </a:custGeom>
            <a:solidFill>
              <a:srgbClr val="BBC8D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342" name="Google Shape;19342;p47"/>
            <p:cNvSpPr/>
            <p:nvPr/>
          </p:nvSpPr>
          <p:spPr>
            <a:xfrm>
              <a:off x="2405771" y="2174621"/>
              <a:ext cx="153279" cy="125281"/>
            </a:xfrm>
            <a:custGeom>
              <a:rect b="b" l="l" r="r" t="t"/>
              <a:pathLst>
                <a:path extrusionOk="0" h="4779" w="5847">
                  <a:moveTo>
                    <a:pt x="693" y="0"/>
                  </a:moveTo>
                  <a:lnTo>
                    <a:pt x="87" y="708"/>
                  </a:lnTo>
                  <a:cubicBezTo>
                    <a:pt x="29" y="765"/>
                    <a:pt x="0" y="852"/>
                    <a:pt x="0" y="939"/>
                  </a:cubicBezTo>
                  <a:lnTo>
                    <a:pt x="0" y="1704"/>
                  </a:lnTo>
                  <a:cubicBezTo>
                    <a:pt x="0" y="1848"/>
                    <a:pt x="58" y="1992"/>
                    <a:pt x="159" y="2079"/>
                  </a:cubicBezTo>
                  <a:lnTo>
                    <a:pt x="708" y="2627"/>
                  </a:lnTo>
                  <a:cubicBezTo>
                    <a:pt x="794" y="2714"/>
                    <a:pt x="910" y="2757"/>
                    <a:pt x="1025" y="2772"/>
                  </a:cubicBezTo>
                  <a:lnTo>
                    <a:pt x="2700" y="2916"/>
                  </a:lnTo>
                  <a:cubicBezTo>
                    <a:pt x="2801" y="2931"/>
                    <a:pt x="2873" y="3017"/>
                    <a:pt x="2859" y="3118"/>
                  </a:cubicBezTo>
                  <a:lnTo>
                    <a:pt x="2844" y="3205"/>
                  </a:lnTo>
                  <a:cubicBezTo>
                    <a:pt x="2830" y="3320"/>
                    <a:pt x="2887" y="3450"/>
                    <a:pt x="2988" y="3522"/>
                  </a:cubicBezTo>
                  <a:lnTo>
                    <a:pt x="3393" y="3826"/>
                  </a:lnTo>
                  <a:lnTo>
                    <a:pt x="3335" y="4028"/>
                  </a:lnTo>
                  <a:cubicBezTo>
                    <a:pt x="3292" y="4172"/>
                    <a:pt x="3335" y="4316"/>
                    <a:pt x="3436" y="4403"/>
                  </a:cubicBezTo>
                  <a:lnTo>
                    <a:pt x="3869" y="4778"/>
                  </a:lnTo>
                  <a:lnTo>
                    <a:pt x="3883" y="4778"/>
                  </a:lnTo>
                  <a:cubicBezTo>
                    <a:pt x="4187" y="4721"/>
                    <a:pt x="4490" y="4648"/>
                    <a:pt x="4778" y="4533"/>
                  </a:cubicBezTo>
                  <a:lnTo>
                    <a:pt x="4851" y="4504"/>
                  </a:lnTo>
                  <a:lnTo>
                    <a:pt x="5038" y="4432"/>
                  </a:lnTo>
                  <a:lnTo>
                    <a:pt x="5096" y="4403"/>
                  </a:lnTo>
                  <a:lnTo>
                    <a:pt x="5760" y="3595"/>
                  </a:lnTo>
                  <a:cubicBezTo>
                    <a:pt x="5803" y="3551"/>
                    <a:pt x="5818" y="3522"/>
                    <a:pt x="5847" y="3479"/>
                  </a:cubicBezTo>
                  <a:lnTo>
                    <a:pt x="5529" y="3479"/>
                  </a:lnTo>
                  <a:cubicBezTo>
                    <a:pt x="3349" y="3479"/>
                    <a:pt x="1401" y="2079"/>
                    <a:pt x="693" y="0"/>
                  </a:cubicBezTo>
                  <a:close/>
                </a:path>
              </a:pathLst>
            </a:custGeom>
            <a:solidFill>
              <a:srgbClr val="ADBDC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343" name="Google Shape;19343;p47"/>
            <p:cNvSpPr/>
            <p:nvPr/>
          </p:nvSpPr>
          <p:spPr>
            <a:xfrm>
              <a:off x="2329827" y="2084651"/>
              <a:ext cx="362422" cy="269857"/>
            </a:xfrm>
            <a:custGeom>
              <a:rect b="b" l="l" r="r" t="t"/>
              <a:pathLst>
                <a:path extrusionOk="0" h="10294" w="13825">
                  <a:moveTo>
                    <a:pt x="12099" y="0"/>
                  </a:moveTo>
                  <a:cubicBezTo>
                    <a:pt x="11949" y="0"/>
                    <a:pt x="11796" y="149"/>
                    <a:pt x="11891" y="329"/>
                  </a:cubicBezTo>
                  <a:cubicBezTo>
                    <a:pt x="13305" y="3331"/>
                    <a:pt x="12295" y="6911"/>
                    <a:pt x="9523" y="8730"/>
                  </a:cubicBezTo>
                  <a:cubicBezTo>
                    <a:pt x="8406" y="9463"/>
                    <a:pt x="7140" y="9818"/>
                    <a:pt x="5883" y="9818"/>
                  </a:cubicBezTo>
                  <a:cubicBezTo>
                    <a:pt x="4020" y="9818"/>
                    <a:pt x="2178" y="9037"/>
                    <a:pt x="876" y="7546"/>
                  </a:cubicBezTo>
                  <a:lnTo>
                    <a:pt x="876" y="7546"/>
                  </a:lnTo>
                  <a:lnTo>
                    <a:pt x="1641" y="7806"/>
                  </a:lnTo>
                  <a:cubicBezTo>
                    <a:pt x="1674" y="7819"/>
                    <a:pt x="1705" y="7825"/>
                    <a:pt x="1733" y="7825"/>
                  </a:cubicBezTo>
                  <a:cubicBezTo>
                    <a:pt x="1957" y="7825"/>
                    <a:pt x="2042" y="7464"/>
                    <a:pt x="1786" y="7388"/>
                  </a:cubicBezTo>
                  <a:lnTo>
                    <a:pt x="313" y="6897"/>
                  </a:lnTo>
                  <a:cubicBezTo>
                    <a:pt x="287" y="6887"/>
                    <a:pt x="261" y="6883"/>
                    <a:pt x="236" y="6883"/>
                  </a:cubicBezTo>
                  <a:cubicBezTo>
                    <a:pt x="107" y="6883"/>
                    <a:pt x="1" y="6997"/>
                    <a:pt x="25" y="7142"/>
                  </a:cubicBezTo>
                  <a:lnTo>
                    <a:pt x="270" y="8860"/>
                  </a:lnTo>
                  <a:cubicBezTo>
                    <a:pt x="284" y="8961"/>
                    <a:pt x="371" y="9048"/>
                    <a:pt x="487" y="9048"/>
                  </a:cubicBezTo>
                  <a:lnTo>
                    <a:pt x="515" y="9048"/>
                  </a:lnTo>
                  <a:cubicBezTo>
                    <a:pt x="631" y="9019"/>
                    <a:pt x="718" y="8918"/>
                    <a:pt x="703" y="8802"/>
                  </a:cubicBezTo>
                  <a:lnTo>
                    <a:pt x="573" y="7878"/>
                  </a:lnTo>
                  <a:lnTo>
                    <a:pt x="573" y="7878"/>
                  </a:lnTo>
                  <a:cubicBezTo>
                    <a:pt x="1964" y="9467"/>
                    <a:pt x="3921" y="10294"/>
                    <a:pt x="5902" y="10294"/>
                  </a:cubicBezTo>
                  <a:cubicBezTo>
                    <a:pt x="7252" y="10294"/>
                    <a:pt x="8612" y="9910"/>
                    <a:pt x="9812" y="9120"/>
                  </a:cubicBezTo>
                  <a:cubicBezTo>
                    <a:pt x="12757" y="7171"/>
                    <a:pt x="13825" y="3331"/>
                    <a:pt x="12295" y="141"/>
                  </a:cubicBezTo>
                  <a:cubicBezTo>
                    <a:pt x="12255" y="41"/>
                    <a:pt x="12177" y="0"/>
                    <a:pt x="12099" y="0"/>
                  </a:cubicBezTo>
                  <a:close/>
                </a:path>
              </a:pathLst>
            </a:custGeom>
            <a:solidFill>
              <a:srgbClr val="EFF2F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344" name="Google Shape;19344;p47"/>
            <p:cNvSpPr/>
            <p:nvPr/>
          </p:nvSpPr>
          <p:spPr>
            <a:xfrm>
              <a:off x="2276348" y="1981809"/>
              <a:ext cx="361793" cy="268704"/>
            </a:xfrm>
            <a:custGeom>
              <a:rect b="b" l="l" r="r" t="t"/>
              <a:pathLst>
                <a:path extrusionOk="0" h="10250" w="13801">
                  <a:moveTo>
                    <a:pt x="7918" y="1"/>
                  </a:moveTo>
                  <a:cubicBezTo>
                    <a:pt x="6569" y="1"/>
                    <a:pt x="5210" y="385"/>
                    <a:pt x="4013" y="1177"/>
                  </a:cubicBezTo>
                  <a:cubicBezTo>
                    <a:pt x="1069" y="3126"/>
                    <a:pt x="0" y="6937"/>
                    <a:pt x="1516" y="10141"/>
                  </a:cubicBezTo>
                  <a:cubicBezTo>
                    <a:pt x="1559" y="10217"/>
                    <a:pt x="1628" y="10249"/>
                    <a:pt x="1698" y="10249"/>
                  </a:cubicBezTo>
                  <a:cubicBezTo>
                    <a:pt x="1841" y="10249"/>
                    <a:pt x="1988" y="10114"/>
                    <a:pt x="1920" y="9939"/>
                  </a:cubicBezTo>
                  <a:cubicBezTo>
                    <a:pt x="1487" y="9059"/>
                    <a:pt x="1271" y="8091"/>
                    <a:pt x="1271" y="7110"/>
                  </a:cubicBezTo>
                  <a:cubicBezTo>
                    <a:pt x="1271" y="4338"/>
                    <a:pt x="2989" y="1855"/>
                    <a:pt x="5587" y="874"/>
                  </a:cubicBezTo>
                  <a:cubicBezTo>
                    <a:pt x="6347" y="591"/>
                    <a:pt x="7136" y="454"/>
                    <a:pt x="7917" y="454"/>
                  </a:cubicBezTo>
                  <a:cubicBezTo>
                    <a:pt x="9805" y="454"/>
                    <a:pt x="11648" y="1255"/>
                    <a:pt x="12935" y="2736"/>
                  </a:cubicBezTo>
                  <a:lnTo>
                    <a:pt x="12169" y="2476"/>
                  </a:lnTo>
                  <a:cubicBezTo>
                    <a:pt x="12143" y="2468"/>
                    <a:pt x="12118" y="2464"/>
                    <a:pt x="12095" y="2464"/>
                  </a:cubicBezTo>
                  <a:cubicBezTo>
                    <a:pt x="11874" y="2464"/>
                    <a:pt x="11790" y="2803"/>
                    <a:pt x="12025" y="2895"/>
                  </a:cubicBezTo>
                  <a:lnTo>
                    <a:pt x="13498" y="3386"/>
                  </a:lnTo>
                  <a:cubicBezTo>
                    <a:pt x="13526" y="3386"/>
                    <a:pt x="13541" y="3400"/>
                    <a:pt x="13570" y="3400"/>
                  </a:cubicBezTo>
                  <a:cubicBezTo>
                    <a:pt x="13700" y="3400"/>
                    <a:pt x="13801" y="3270"/>
                    <a:pt x="13786" y="3140"/>
                  </a:cubicBezTo>
                  <a:lnTo>
                    <a:pt x="13541" y="1422"/>
                  </a:lnTo>
                  <a:cubicBezTo>
                    <a:pt x="13528" y="1280"/>
                    <a:pt x="13425" y="1216"/>
                    <a:pt x="13322" y="1216"/>
                  </a:cubicBezTo>
                  <a:cubicBezTo>
                    <a:pt x="13195" y="1216"/>
                    <a:pt x="13068" y="1313"/>
                    <a:pt x="13108" y="1480"/>
                  </a:cubicBezTo>
                  <a:lnTo>
                    <a:pt x="13238" y="2389"/>
                  </a:lnTo>
                  <a:cubicBezTo>
                    <a:pt x="11841" y="821"/>
                    <a:pt x="9889" y="1"/>
                    <a:pt x="7918" y="1"/>
                  </a:cubicBezTo>
                  <a:close/>
                </a:path>
              </a:pathLst>
            </a:custGeom>
            <a:solidFill>
              <a:srgbClr val="EFF2F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9345" name="Google Shape;19345;p47"/>
          <p:cNvGrpSpPr/>
          <p:nvPr/>
        </p:nvGrpSpPr>
        <p:grpSpPr>
          <a:xfrm>
            <a:off x="2774354" y="2009990"/>
            <a:ext cx="372017" cy="316310"/>
            <a:chOff x="2774354" y="2009990"/>
            <a:chExt cx="372017" cy="316310"/>
          </a:xfrm>
        </p:grpSpPr>
        <p:sp>
          <p:nvSpPr>
            <p:cNvPr id="19346" name="Google Shape;19346;p47"/>
            <p:cNvSpPr/>
            <p:nvPr/>
          </p:nvSpPr>
          <p:spPr>
            <a:xfrm>
              <a:off x="2948055" y="2090995"/>
              <a:ext cx="191134" cy="174094"/>
            </a:xfrm>
            <a:custGeom>
              <a:rect b="b" l="l" r="r" t="t"/>
              <a:pathLst>
                <a:path extrusionOk="0" h="6641" w="7291">
                  <a:moveTo>
                    <a:pt x="4591" y="0"/>
                  </a:moveTo>
                  <a:lnTo>
                    <a:pt x="3191" y="1068"/>
                  </a:lnTo>
                  <a:lnTo>
                    <a:pt x="2021" y="679"/>
                  </a:lnTo>
                  <a:lnTo>
                    <a:pt x="0" y="2324"/>
                  </a:lnTo>
                  <a:lnTo>
                    <a:pt x="3118" y="6640"/>
                  </a:lnTo>
                  <a:lnTo>
                    <a:pt x="7290" y="3667"/>
                  </a:lnTo>
                  <a:lnTo>
                    <a:pt x="4591" y="0"/>
                  </a:lnTo>
                  <a:close/>
                </a:path>
              </a:pathLst>
            </a:custGeom>
            <a:solidFill>
              <a:srgbClr val="F4F5F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347" name="Google Shape;19347;p47"/>
            <p:cNvSpPr/>
            <p:nvPr/>
          </p:nvSpPr>
          <p:spPr>
            <a:xfrm>
              <a:off x="3033568" y="2009990"/>
              <a:ext cx="112803" cy="206889"/>
            </a:xfrm>
            <a:custGeom>
              <a:rect b="b" l="l" r="r" t="t"/>
              <a:pathLst>
                <a:path extrusionOk="0" h="7892" w="4303">
                  <a:moveTo>
                    <a:pt x="4302" y="1"/>
                  </a:moveTo>
                  <a:lnTo>
                    <a:pt x="131" y="2960"/>
                  </a:lnTo>
                  <a:cubicBezTo>
                    <a:pt x="30" y="3032"/>
                    <a:pt x="1" y="3177"/>
                    <a:pt x="87" y="3278"/>
                  </a:cubicBezTo>
                  <a:lnTo>
                    <a:pt x="3581" y="7810"/>
                  </a:lnTo>
                  <a:cubicBezTo>
                    <a:pt x="3631" y="7861"/>
                    <a:pt x="3696" y="7892"/>
                    <a:pt x="3761" y="7892"/>
                  </a:cubicBezTo>
                  <a:cubicBezTo>
                    <a:pt x="3809" y="7892"/>
                    <a:pt x="3856" y="7876"/>
                    <a:pt x="3898" y="7839"/>
                  </a:cubicBezTo>
                  <a:lnTo>
                    <a:pt x="4302" y="7522"/>
                  </a:lnTo>
                  <a:lnTo>
                    <a:pt x="4302" y="1"/>
                  </a:lnTo>
                  <a:close/>
                </a:path>
              </a:pathLst>
            </a:custGeom>
            <a:solidFill>
              <a:srgbClr val="A0AFB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348" name="Google Shape;19348;p47"/>
            <p:cNvSpPr/>
            <p:nvPr/>
          </p:nvSpPr>
          <p:spPr>
            <a:xfrm>
              <a:off x="3110404" y="2165524"/>
              <a:ext cx="35600" cy="51355"/>
            </a:xfrm>
            <a:custGeom>
              <a:rect b="b" l="l" r="r" t="t"/>
              <a:pathLst>
                <a:path extrusionOk="0" h="1959" w="1358">
                  <a:moveTo>
                    <a:pt x="1357" y="1"/>
                  </a:moveTo>
                  <a:lnTo>
                    <a:pt x="0" y="1040"/>
                  </a:lnTo>
                  <a:lnTo>
                    <a:pt x="650" y="1877"/>
                  </a:lnTo>
                  <a:cubicBezTo>
                    <a:pt x="692" y="1928"/>
                    <a:pt x="758" y="1959"/>
                    <a:pt x="823" y="1959"/>
                  </a:cubicBezTo>
                  <a:cubicBezTo>
                    <a:pt x="870" y="1959"/>
                    <a:pt x="917" y="1943"/>
                    <a:pt x="953" y="1906"/>
                  </a:cubicBezTo>
                  <a:lnTo>
                    <a:pt x="1357" y="1589"/>
                  </a:lnTo>
                  <a:lnTo>
                    <a:pt x="1357" y="1"/>
                  </a:lnTo>
                  <a:close/>
                </a:path>
              </a:pathLst>
            </a:custGeom>
            <a:solidFill>
              <a:srgbClr val="8699A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349" name="Google Shape;19349;p47"/>
            <p:cNvSpPr/>
            <p:nvPr/>
          </p:nvSpPr>
          <p:spPr>
            <a:xfrm>
              <a:off x="2960533" y="2148510"/>
              <a:ext cx="145336" cy="96733"/>
            </a:xfrm>
            <a:custGeom>
              <a:rect b="b" l="l" r="r" t="t"/>
              <a:pathLst>
                <a:path extrusionOk="0" h="3690" w="5544">
                  <a:moveTo>
                    <a:pt x="636" y="0"/>
                  </a:moveTo>
                  <a:lnTo>
                    <a:pt x="1" y="1169"/>
                  </a:lnTo>
                  <a:lnTo>
                    <a:pt x="4476" y="3609"/>
                  </a:lnTo>
                  <a:cubicBezTo>
                    <a:pt x="4575" y="3663"/>
                    <a:pt x="4682" y="3689"/>
                    <a:pt x="4789" y="3689"/>
                  </a:cubicBezTo>
                  <a:cubicBezTo>
                    <a:pt x="5023" y="3689"/>
                    <a:pt x="5252" y="3563"/>
                    <a:pt x="5371" y="3335"/>
                  </a:cubicBezTo>
                  <a:cubicBezTo>
                    <a:pt x="5544" y="3017"/>
                    <a:pt x="5428" y="2613"/>
                    <a:pt x="5111" y="2440"/>
                  </a:cubicBezTo>
                  <a:lnTo>
                    <a:pt x="636" y="0"/>
                  </a:lnTo>
                  <a:close/>
                </a:path>
              </a:pathLst>
            </a:custGeom>
            <a:solidFill>
              <a:srgbClr val="F8F9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350" name="Google Shape;19350;p47"/>
            <p:cNvSpPr/>
            <p:nvPr/>
          </p:nvSpPr>
          <p:spPr>
            <a:xfrm>
              <a:off x="3017315" y="2196930"/>
              <a:ext cx="85540" cy="48419"/>
            </a:xfrm>
            <a:custGeom>
              <a:rect b="b" l="l" r="r" t="t"/>
              <a:pathLst>
                <a:path extrusionOk="0" h="1847" w="3263">
                  <a:moveTo>
                    <a:pt x="289" y="1"/>
                  </a:moveTo>
                  <a:lnTo>
                    <a:pt x="0" y="506"/>
                  </a:lnTo>
                  <a:lnTo>
                    <a:pt x="2310" y="1762"/>
                  </a:lnTo>
                  <a:cubicBezTo>
                    <a:pt x="2412" y="1820"/>
                    <a:pt x="2522" y="1847"/>
                    <a:pt x="2630" y="1847"/>
                  </a:cubicBezTo>
                  <a:cubicBezTo>
                    <a:pt x="2901" y="1847"/>
                    <a:pt x="3159" y="1676"/>
                    <a:pt x="3262" y="1387"/>
                  </a:cubicBezTo>
                  <a:lnTo>
                    <a:pt x="3262" y="1387"/>
                  </a:lnTo>
                  <a:cubicBezTo>
                    <a:pt x="3187" y="1410"/>
                    <a:pt x="3112" y="1421"/>
                    <a:pt x="3039" y="1421"/>
                  </a:cubicBezTo>
                  <a:cubicBezTo>
                    <a:pt x="2929" y="1421"/>
                    <a:pt x="2824" y="1395"/>
                    <a:pt x="2728" y="1343"/>
                  </a:cubicBezTo>
                  <a:lnTo>
                    <a:pt x="289" y="1"/>
                  </a:lnTo>
                  <a:close/>
                </a:path>
              </a:pathLst>
            </a:custGeom>
            <a:solidFill>
              <a:srgbClr val="F4F5F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351" name="Google Shape;19351;p47"/>
            <p:cNvSpPr/>
            <p:nvPr/>
          </p:nvSpPr>
          <p:spPr>
            <a:xfrm>
              <a:off x="2933663" y="2173467"/>
              <a:ext cx="145336" cy="96733"/>
            </a:xfrm>
            <a:custGeom>
              <a:rect b="b" l="l" r="r" t="t"/>
              <a:pathLst>
                <a:path extrusionOk="0" h="3690" w="5544">
                  <a:moveTo>
                    <a:pt x="636" y="1"/>
                  </a:moveTo>
                  <a:lnTo>
                    <a:pt x="1" y="1170"/>
                  </a:lnTo>
                  <a:lnTo>
                    <a:pt x="4476" y="3610"/>
                  </a:lnTo>
                  <a:cubicBezTo>
                    <a:pt x="4575" y="3664"/>
                    <a:pt x="4682" y="3690"/>
                    <a:pt x="4789" y="3690"/>
                  </a:cubicBezTo>
                  <a:cubicBezTo>
                    <a:pt x="5023" y="3690"/>
                    <a:pt x="5252" y="3564"/>
                    <a:pt x="5371" y="3336"/>
                  </a:cubicBezTo>
                  <a:cubicBezTo>
                    <a:pt x="5544" y="3018"/>
                    <a:pt x="5428" y="2614"/>
                    <a:pt x="5111" y="2441"/>
                  </a:cubicBezTo>
                  <a:lnTo>
                    <a:pt x="636" y="1"/>
                  </a:lnTo>
                  <a:close/>
                </a:path>
              </a:pathLst>
            </a:custGeom>
            <a:solidFill>
              <a:srgbClr val="F8F9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352" name="Google Shape;19352;p47"/>
            <p:cNvSpPr/>
            <p:nvPr/>
          </p:nvSpPr>
          <p:spPr>
            <a:xfrm>
              <a:off x="2999515" y="2228361"/>
              <a:ext cx="76102" cy="41603"/>
            </a:xfrm>
            <a:custGeom>
              <a:rect b="b" l="l" r="r" t="t"/>
              <a:pathLst>
                <a:path extrusionOk="0" h="1587" w="2903">
                  <a:moveTo>
                    <a:pt x="260" y="0"/>
                  </a:moveTo>
                  <a:lnTo>
                    <a:pt x="1" y="448"/>
                  </a:lnTo>
                  <a:lnTo>
                    <a:pt x="1949" y="1501"/>
                  </a:lnTo>
                  <a:cubicBezTo>
                    <a:pt x="2053" y="1559"/>
                    <a:pt x="2163" y="1586"/>
                    <a:pt x="2272" y="1586"/>
                  </a:cubicBezTo>
                  <a:cubicBezTo>
                    <a:pt x="2542" y="1586"/>
                    <a:pt x="2799" y="1419"/>
                    <a:pt x="2902" y="1140"/>
                  </a:cubicBezTo>
                  <a:lnTo>
                    <a:pt x="2902" y="1140"/>
                  </a:lnTo>
                  <a:cubicBezTo>
                    <a:pt x="2816" y="1180"/>
                    <a:pt x="2724" y="1199"/>
                    <a:pt x="2631" y="1199"/>
                  </a:cubicBezTo>
                  <a:cubicBezTo>
                    <a:pt x="2522" y="1199"/>
                    <a:pt x="2412" y="1173"/>
                    <a:pt x="2310" y="1126"/>
                  </a:cubicBezTo>
                  <a:lnTo>
                    <a:pt x="260" y="0"/>
                  </a:lnTo>
                  <a:close/>
                </a:path>
              </a:pathLst>
            </a:custGeom>
            <a:solidFill>
              <a:srgbClr val="F4F5F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353" name="Google Shape;19353;p47"/>
            <p:cNvSpPr/>
            <p:nvPr/>
          </p:nvSpPr>
          <p:spPr>
            <a:xfrm>
              <a:off x="2906425" y="2198450"/>
              <a:ext cx="145729" cy="96733"/>
            </a:xfrm>
            <a:custGeom>
              <a:rect b="b" l="l" r="r" t="t"/>
              <a:pathLst>
                <a:path extrusionOk="0" h="3690" w="5559">
                  <a:moveTo>
                    <a:pt x="650" y="1"/>
                  </a:moveTo>
                  <a:lnTo>
                    <a:pt x="0" y="1170"/>
                  </a:lnTo>
                  <a:lnTo>
                    <a:pt x="4490" y="3610"/>
                  </a:lnTo>
                  <a:cubicBezTo>
                    <a:pt x="4590" y="3664"/>
                    <a:pt x="4698" y="3690"/>
                    <a:pt x="4806" y="3690"/>
                  </a:cubicBezTo>
                  <a:cubicBezTo>
                    <a:pt x="5039" y="3690"/>
                    <a:pt x="5266" y="3567"/>
                    <a:pt x="5385" y="3350"/>
                  </a:cubicBezTo>
                  <a:cubicBezTo>
                    <a:pt x="5558" y="3018"/>
                    <a:pt x="5443" y="2613"/>
                    <a:pt x="5125" y="2440"/>
                  </a:cubicBezTo>
                  <a:lnTo>
                    <a:pt x="650" y="1"/>
                  </a:lnTo>
                  <a:close/>
                </a:path>
              </a:pathLst>
            </a:custGeom>
            <a:solidFill>
              <a:srgbClr val="F8F9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354" name="Google Shape;19354;p47"/>
            <p:cNvSpPr/>
            <p:nvPr/>
          </p:nvSpPr>
          <p:spPr>
            <a:xfrm>
              <a:off x="2982108" y="2259007"/>
              <a:ext cx="66245" cy="36150"/>
            </a:xfrm>
            <a:custGeom>
              <a:rect b="b" l="l" r="r" t="t"/>
              <a:pathLst>
                <a:path extrusionOk="0" h="1379" w="2527">
                  <a:moveTo>
                    <a:pt x="260" y="0"/>
                  </a:moveTo>
                  <a:lnTo>
                    <a:pt x="1" y="433"/>
                  </a:lnTo>
                  <a:lnTo>
                    <a:pt x="1603" y="1300"/>
                  </a:lnTo>
                  <a:cubicBezTo>
                    <a:pt x="1703" y="1354"/>
                    <a:pt x="1810" y="1379"/>
                    <a:pt x="1915" y="1379"/>
                  </a:cubicBezTo>
                  <a:cubicBezTo>
                    <a:pt x="2175" y="1379"/>
                    <a:pt x="2424" y="1224"/>
                    <a:pt x="2527" y="968"/>
                  </a:cubicBezTo>
                  <a:lnTo>
                    <a:pt x="2527" y="968"/>
                  </a:lnTo>
                  <a:cubicBezTo>
                    <a:pt x="2452" y="999"/>
                    <a:pt x="2369" y="1014"/>
                    <a:pt x="2285" y="1014"/>
                  </a:cubicBezTo>
                  <a:cubicBezTo>
                    <a:pt x="2174" y="1014"/>
                    <a:pt x="2062" y="988"/>
                    <a:pt x="1964" y="939"/>
                  </a:cubicBezTo>
                  <a:lnTo>
                    <a:pt x="260" y="0"/>
                  </a:lnTo>
                  <a:close/>
                </a:path>
              </a:pathLst>
            </a:custGeom>
            <a:solidFill>
              <a:srgbClr val="F4F5F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355" name="Google Shape;19355;p47"/>
            <p:cNvSpPr/>
            <p:nvPr/>
          </p:nvSpPr>
          <p:spPr>
            <a:xfrm>
              <a:off x="2879555" y="2223800"/>
              <a:ext cx="145729" cy="96655"/>
            </a:xfrm>
            <a:custGeom>
              <a:rect b="b" l="l" r="r" t="t"/>
              <a:pathLst>
                <a:path extrusionOk="0" h="3687" w="5559">
                  <a:moveTo>
                    <a:pt x="636" y="1"/>
                  </a:moveTo>
                  <a:lnTo>
                    <a:pt x="0" y="1156"/>
                  </a:lnTo>
                  <a:lnTo>
                    <a:pt x="4475" y="3610"/>
                  </a:lnTo>
                  <a:cubicBezTo>
                    <a:pt x="4572" y="3662"/>
                    <a:pt x="4676" y="3687"/>
                    <a:pt x="4780" y="3687"/>
                  </a:cubicBezTo>
                  <a:cubicBezTo>
                    <a:pt x="5018" y="3687"/>
                    <a:pt x="5254" y="3557"/>
                    <a:pt x="5385" y="3335"/>
                  </a:cubicBezTo>
                  <a:cubicBezTo>
                    <a:pt x="5558" y="3018"/>
                    <a:pt x="5428" y="2614"/>
                    <a:pt x="5111" y="2440"/>
                  </a:cubicBezTo>
                  <a:lnTo>
                    <a:pt x="636" y="1"/>
                  </a:lnTo>
                  <a:close/>
                </a:path>
              </a:pathLst>
            </a:custGeom>
            <a:solidFill>
              <a:srgbClr val="F8F9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356" name="Google Shape;19356;p47"/>
            <p:cNvSpPr/>
            <p:nvPr/>
          </p:nvSpPr>
          <p:spPr>
            <a:xfrm>
              <a:off x="2964701" y="2288132"/>
              <a:ext cx="56782" cy="32323"/>
            </a:xfrm>
            <a:custGeom>
              <a:rect b="b" l="l" r="r" t="t"/>
              <a:pathLst>
                <a:path extrusionOk="0" h="1233" w="2166">
                  <a:moveTo>
                    <a:pt x="275" y="1"/>
                  </a:moveTo>
                  <a:lnTo>
                    <a:pt x="0" y="477"/>
                  </a:lnTo>
                  <a:lnTo>
                    <a:pt x="1227" y="1156"/>
                  </a:lnTo>
                  <a:cubicBezTo>
                    <a:pt x="1324" y="1208"/>
                    <a:pt x="1428" y="1233"/>
                    <a:pt x="1532" y="1233"/>
                  </a:cubicBezTo>
                  <a:cubicBezTo>
                    <a:pt x="1770" y="1233"/>
                    <a:pt x="2006" y="1103"/>
                    <a:pt x="2137" y="881"/>
                  </a:cubicBezTo>
                  <a:cubicBezTo>
                    <a:pt x="2151" y="853"/>
                    <a:pt x="2166" y="824"/>
                    <a:pt x="2166" y="795"/>
                  </a:cubicBezTo>
                  <a:lnTo>
                    <a:pt x="2166" y="795"/>
                  </a:lnTo>
                  <a:cubicBezTo>
                    <a:pt x="2097" y="818"/>
                    <a:pt x="2025" y="829"/>
                    <a:pt x="1953" y="829"/>
                  </a:cubicBezTo>
                  <a:cubicBezTo>
                    <a:pt x="1845" y="829"/>
                    <a:pt x="1736" y="803"/>
                    <a:pt x="1632" y="752"/>
                  </a:cubicBezTo>
                  <a:lnTo>
                    <a:pt x="275" y="1"/>
                  </a:lnTo>
                  <a:close/>
                </a:path>
              </a:pathLst>
            </a:custGeom>
            <a:solidFill>
              <a:srgbClr val="F4F5F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357" name="Google Shape;19357;p47"/>
            <p:cNvSpPr/>
            <p:nvPr/>
          </p:nvSpPr>
          <p:spPr>
            <a:xfrm>
              <a:off x="2791761" y="2103080"/>
              <a:ext cx="185445" cy="168064"/>
            </a:xfrm>
            <a:custGeom>
              <a:rect b="b" l="l" r="r" t="t"/>
              <a:pathLst>
                <a:path extrusionOk="0" h="6411" w="7074">
                  <a:moveTo>
                    <a:pt x="2209" y="1"/>
                  </a:moveTo>
                  <a:lnTo>
                    <a:pt x="0" y="3985"/>
                  </a:lnTo>
                  <a:lnTo>
                    <a:pt x="4519" y="6410"/>
                  </a:lnTo>
                  <a:lnTo>
                    <a:pt x="7074" y="1733"/>
                  </a:lnTo>
                  <a:lnTo>
                    <a:pt x="4836" y="780"/>
                  </a:lnTo>
                  <a:cubicBezTo>
                    <a:pt x="4815" y="773"/>
                    <a:pt x="4793" y="770"/>
                    <a:pt x="4773" y="770"/>
                  </a:cubicBezTo>
                  <a:cubicBezTo>
                    <a:pt x="4753" y="770"/>
                    <a:pt x="4735" y="773"/>
                    <a:pt x="4721" y="780"/>
                  </a:cubicBezTo>
                  <a:lnTo>
                    <a:pt x="3811" y="882"/>
                  </a:lnTo>
                  <a:cubicBezTo>
                    <a:pt x="3768" y="882"/>
                    <a:pt x="3725" y="882"/>
                    <a:pt x="3682" y="853"/>
                  </a:cubicBezTo>
                  <a:lnTo>
                    <a:pt x="2209" y="1"/>
                  </a:lnTo>
                  <a:close/>
                </a:path>
              </a:pathLst>
            </a:custGeom>
            <a:solidFill>
              <a:srgbClr val="F8F9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358" name="Google Shape;19358;p47"/>
            <p:cNvSpPr/>
            <p:nvPr/>
          </p:nvSpPr>
          <p:spPr>
            <a:xfrm>
              <a:off x="2774354" y="2035734"/>
              <a:ext cx="114691" cy="198316"/>
            </a:xfrm>
            <a:custGeom>
              <a:rect b="b" l="l" r="r" t="t"/>
              <a:pathLst>
                <a:path extrusionOk="0" h="7565" w="4375">
                  <a:moveTo>
                    <a:pt x="0" y="0"/>
                  </a:moveTo>
                  <a:lnTo>
                    <a:pt x="0" y="6785"/>
                  </a:lnTo>
                  <a:lnTo>
                    <a:pt x="1271" y="7536"/>
                  </a:lnTo>
                  <a:cubicBezTo>
                    <a:pt x="1308" y="7554"/>
                    <a:pt x="1350" y="7564"/>
                    <a:pt x="1392" y="7564"/>
                  </a:cubicBezTo>
                  <a:cubicBezTo>
                    <a:pt x="1480" y="7564"/>
                    <a:pt x="1568" y="7522"/>
                    <a:pt x="1617" y="7435"/>
                  </a:cubicBezTo>
                  <a:lnTo>
                    <a:pt x="4302" y="2787"/>
                  </a:lnTo>
                  <a:cubicBezTo>
                    <a:pt x="4374" y="2671"/>
                    <a:pt x="4331" y="2512"/>
                    <a:pt x="4216" y="2440"/>
                  </a:cubicBezTo>
                  <a:lnTo>
                    <a:pt x="0" y="0"/>
                  </a:lnTo>
                  <a:close/>
                </a:path>
              </a:pathLst>
            </a:custGeom>
            <a:solidFill>
              <a:srgbClr val="F8F9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359" name="Google Shape;19359;p47"/>
            <p:cNvSpPr/>
            <p:nvPr/>
          </p:nvSpPr>
          <p:spPr>
            <a:xfrm>
              <a:off x="2774354" y="2035734"/>
              <a:ext cx="88580" cy="185445"/>
            </a:xfrm>
            <a:custGeom>
              <a:rect b="b" l="l" r="r" t="t"/>
              <a:pathLst>
                <a:path extrusionOk="0" h="7074" w="3379">
                  <a:moveTo>
                    <a:pt x="0" y="0"/>
                  </a:moveTo>
                  <a:lnTo>
                    <a:pt x="0" y="6785"/>
                  </a:lnTo>
                  <a:lnTo>
                    <a:pt x="506" y="7074"/>
                  </a:lnTo>
                  <a:lnTo>
                    <a:pt x="3378" y="1949"/>
                  </a:lnTo>
                  <a:lnTo>
                    <a:pt x="0" y="0"/>
                  </a:lnTo>
                  <a:close/>
                </a:path>
              </a:pathLst>
            </a:custGeom>
            <a:solidFill>
              <a:srgbClr val="6D819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360" name="Google Shape;19360;p47"/>
            <p:cNvSpPr/>
            <p:nvPr/>
          </p:nvSpPr>
          <p:spPr>
            <a:xfrm>
              <a:off x="2774354" y="2175381"/>
              <a:ext cx="54894" cy="58669"/>
            </a:xfrm>
            <a:custGeom>
              <a:rect b="b" l="l" r="r" t="t"/>
              <a:pathLst>
                <a:path extrusionOk="0" h="2238" w="2094">
                  <a:moveTo>
                    <a:pt x="0" y="0"/>
                  </a:moveTo>
                  <a:lnTo>
                    <a:pt x="0" y="1458"/>
                  </a:lnTo>
                  <a:lnTo>
                    <a:pt x="1271" y="2209"/>
                  </a:lnTo>
                  <a:cubicBezTo>
                    <a:pt x="1308" y="2227"/>
                    <a:pt x="1350" y="2237"/>
                    <a:pt x="1392" y="2237"/>
                  </a:cubicBezTo>
                  <a:cubicBezTo>
                    <a:pt x="1480" y="2237"/>
                    <a:pt x="1568" y="2195"/>
                    <a:pt x="1617" y="2108"/>
                  </a:cubicBezTo>
                  <a:lnTo>
                    <a:pt x="2094" y="1285"/>
                  </a:lnTo>
                  <a:lnTo>
                    <a:pt x="0" y="0"/>
                  </a:lnTo>
                  <a:close/>
                </a:path>
              </a:pathLst>
            </a:custGeom>
            <a:solidFill>
              <a:srgbClr val="F2F3F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361" name="Google Shape;19361;p47"/>
            <p:cNvSpPr/>
            <p:nvPr/>
          </p:nvSpPr>
          <p:spPr>
            <a:xfrm>
              <a:off x="2774354" y="2175381"/>
              <a:ext cx="28784" cy="45798"/>
            </a:xfrm>
            <a:custGeom>
              <a:rect b="b" l="l" r="r" t="t"/>
              <a:pathLst>
                <a:path extrusionOk="0" h="1747" w="1098">
                  <a:moveTo>
                    <a:pt x="0" y="0"/>
                  </a:moveTo>
                  <a:lnTo>
                    <a:pt x="0" y="1458"/>
                  </a:lnTo>
                  <a:lnTo>
                    <a:pt x="506" y="1747"/>
                  </a:lnTo>
                  <a:lnTo>
                    <a:pt x="1098" y="664"/>
                  </a:lnTo>
                  <a:lnTo>
                    <a:pt x="0" y="0"/>
                  </a:lnTo>
                  <a:close/>
                </a:path>
              </a:pathLst>
            </a:custGeom>
            <a:solidFill>
              <a:srgbClr val="5A708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362" name="Google Shape;19362;p47"/>
            <p:cNvSpPr/>
            <p:nvPr/>
          </p:nvSpPr>
          <p:spPr>
            <a:xfrm>
              <a:off x="2829983" y="2199105"/>
              <a:ext cx="78357" cy="62811"/>
            </a:xfrm>
            <a:custGeom>
              <a:rect b="b" l="l" r="r" t="t"/>
              <a:pathLst>
                <a:path extrusionOk="0" h="2396" w="2989">
                  <a:moveTo>
                    <a:pt x="2228" y="0"/>
                  </a:moveTo>
                  <a:cubicBezTo>
                    <a:pt x="2096" y="0"/>
                    <a:pt x="1963" y="40"/>
                    <a:pt x="1848" y="120"/>
                  </a:cubicBezTo>
                  <a:lnTo>
                    <a:pt x="376" y="1188"/>
                  </a:lnTo>
                  <a:cubicBezTo>
                    <a:pt x="73" y="1405"/>
                    <a:pt x="0" y="1823"/>
                    <a:pt x="217" y="2112"/>
                  </a:cubicBezTo>
                  <a:cubicBezTo>
                    <a:pt x="349" y="2297"/>
                    <a:pt x="556" y="2396"/>
                    <a:pt x="767" y="2396"/>
                  </a:cubicBezTo>
                  <a:cubicBezTo>
                    <a:pt x="901" y="2396"/>
                    <a:pt x="1037" y="2355"/>
                    <a:pt x="1155" y="2271"/>
                  </a:cubicBezTo>
                  <a:lnTo>
                    <a:pt x="2628" y="1203"/>
                  </a:lnTo>
                  <a:cubicBezTo>
                    <a:pt x="2916" y="986"/>
                    <a:pt x="2989" y="553"/>
                    <a:pt x="2758" y="264"/>
                  </a:cubicBezTo>
                  <a:cubicBezTo>
                    <a:pt x="2627" y="91"/>
                    <a:pt x="2429" y="0"/>
                    <a:pt x="2228" y="0"/>
                  </a:cubicBezTo>
                  <a:close/>
                </a:path>
              </a:pathLst>
            </a:custGeom>
            <a:solidFill>
              <a:srgbClr val="F4F5F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363" name="Google Shape;19363;p47"/>
            <p:cNvSpPr/>
            <p:nvPr/>
          </p:nvSpPr>
          <p:spPr>
            <a:xfrm>
              <a:off x="2833390" y="2200337"/>
              <a:ext cx="74949" cy="61579"/>
            </a:xfrm>
            <a:custGeom>
              <a:rect b="b" l="l" r="r" t="t"/>
              <a:pathLst>
                <a:path extrusionOk="0" h="2349" w="2859">
                  <a:moveTo>
                    <a:pt x="2353" y="1"/>
                  </a:moveTo>
                  <a:cubicBezTo>
                    <a:pt x="2454" y="290"/>
                    <a:pt x="2368" y="607"/>
                    <a:pt x="2122" y="780"/>
                  </a:cubicBezTo>
                  <a:lnTo>
                    <a:pt x="650" y="1849"/>
                  </a:lnTo>
                  <a:cubicBezTo>
                    <a:pt x="533" y="1939"/>
                    <a:pt x="393" y="1984"/>
                    <a:pt x="252" y="1984"/>
                  </a:cubicBezTo>
                  <a:cubicBezTo>
                    <a:pt x="167" y="1984"/>
                    <a:pt x="82" y="1968"/>
                    <a:pt x="0" y="1935"/>
                  </a:cubicBezTo>
                  <a:lnTo>
                    <a:pt x="0" y="1935"/>
                  </a:lnTo>
                  <a:cubicBezTo>
                    <a:pt x="114" y="2201"/>
                    <a:pt x="365" y="2348"/>
                    <a:pt x="622" y="2348"/>
                  </a:cubicBezTo>
                  <a:cubicBezTo>
                    <a:pt x="756" y="2348"/>
                    <a:pt x="892" y="2308"/>
                    <a:pt x="1011" y="2224"/>
                  </a:cubicBezTo>
                  <a:lnTo>
                    <a:pt x="2483" y="1156"/>
                  </a:lnTo>
                  <a:cubicBezTo>
                    <a:pt x="2786" y="939"/>
                    <a:pt x="2859" y="521"/>
                    <a:pt x="2628" y="217"/>
                  </a:cubicBezTo>
                  <a:cubicBezTo>
                    <a:pt x="2555" y="116"/>
                    <a:pt x="2454" y="44"/>
                    <a:pt x="2353" y="1"/>
                  </a:cubicBezTo>
                  <a:close/>
                </a:path>
              </a:pathLst>
            </a:custGeom>
            <a:solidFill>
              <a:srgbClr val="E5EBE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364" name="Google Shape;19364;p47"/>
            <p:cNvSpPr/>
            <p:nvPr/>
          </p:nvSpPr>
          <p:spPr>
            <a:xfrm>
              <a:off x="2859868" y="2226815"/>
              <a:ext cx="69653" cy="56546"/>
            </a:xfrm>
            <a:custGeom>
              <a:rect b="b" l="l" r="r" t="t"/>
              <a:pathLst>
                <a:path extrusionOk="0" h="2157" w="2657">
                  <a:moveTo>
                    <a:pt x="1904" y="0"/>
                  </a:moveTo>
                  <a:cubicBezTo>
                    <a:pt x="1766" y="0"/>
                    <a:pt x="1626" y="43"/>
                    <a:pt x="1502" y="131"/>
                  </a:cubicBezTo>
                  <a:lnTo>
                    <a:pt x="376" y="940"/>
                  </a:lnTo>
                  <a:cubicBezTo>
                    <a:pt x="73" y="1156"/>
                    <a:pt x="1" y="1589"/>
                    <a:pt x="232" y="1892"/>
                  </a:cubicBezTo>
                  <a:cubicBezTo>
                    <a:pt x="362" y="2066"/>
                    <a:pt x="561" y="2156"/>
                    <a:pt x="761" y="2156"/>
                  </a:cubicBezTo>
                  <a:cubicBezTo>
                    <a:pt x="893" y="2156"/>
                    <a:pt x="1026" y="2117"/>
                    <a:pt x="1141" y="2037"/>
                  </a:cubicBezTo>
                  <a:lnTo>
                    <a:pt x="2282" y="1199"/>
                  </a:lnTo>
                  <a:cubicBezTo>
                    <a:pt x="2585" y="983"/>
                    <a:pt x="2657" y="550"/>
                    <a:pt x="2426" y="261"/>
                  </a:cubicBezTo>
                  <a:cubicBezTo>
                    <a:pt x="2298" y="90"/>
                    <a:pt x="2104" y="0"/>
                    <a:pt x="1904" y="0"/>
                  </a:cubicBezTo>
                  <a:close/>
                </a:path>
              </a:pathLst>
            </a:custGeom>
            <a:solidFill>
              <a:srgbClr val="F4F5F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365" name="Google Shape;19365;p47"/>
            <p:cNvSpPr/>
            <p:nvPr/>
          </p:nvSpPr>
          <p:spPr>
            <a:xfrm>
              <a:off x="2863669" y="2227968"/>
              <a:ext cx="65852" cy="55392"/>
            </a:xfrm>
            <a:custGeom>
              <a:rect b="b" l="l" r="r" t="t"/>
              <a:pathLst>
                <a:path extrusionOk="0" h="2113" w="2512">
                  <a:moveTo>
                    <a:pt x="2007" y="1"/>
                  </a:moveTo>
                  <a:lnTo>
                    <a:pt x="2007" y="1"/>
                  </a:lnTo>
                  <a:cubicBezTo>
                    <a:pt x="2122" y="289"/>
                    <a:pt x="2021" y="607"/>
                    <a:pt x="1776" y="795"/>
                  </a:cubicBezTo>
                  <a:lnTo>
                    <a:pt x="635" y="1617"/>
                  </a:lnTo>
                  <a:cubicBezTo>
                    <a:pt x="520" y="1697"/>
                    <a:pt x="382" y="1739"/>
                    <a:pt x="247" y="1739"/>
                  </a:cubicBezTo>
                  <a:cubicBezTo>
                    <a:pt x="162" y="1739"/>
                    <a:pt x="78" y="1723"/>
                    <a:pt x="0" y="1690"/>
                  </a:cubicBezTo>
                  <a:lnTo>
                    <a:pt x="0" y="1690"/>
                  </a:lnTo>
                  <a:cubicBezTo>
                    <a:pt x="15" y="1747"/>
                    <a:pt x="44" y="1805"/>
                    <a:pt x="87" y="1848"/>
                  </a:cubicBezTo>
                  <a:cubicBezTo>
                    <a:pt x="217" y="2022"/>
                    <a:pt x="416" y="2112"/>
                    <a:pt x="616" y="2112"/>
                  </a:cubicBezTo>
                  <a:cubicBezTo>
                    <a:pt x="748" y="2112"/>
                    <a:pt x="881" y="2073"/>
                    <a:pt x="996" y="1993"/>
                  </a:cubicBezTo>
                  <a:lnTo>
                    <a:pt x="2151" y="1155"/>
                  </a:lnTo>
                  <a:cubicBezTo>
                    <a:pt x="2440" y="939"/>
                    <a:pt x="2512" y="506"/>
                    <a:pt x="2281" y="217"/>
                  </a:cubicBezTo>
                  <a:cubicBezTo>
                    <a:pt x="2209" y="116"/>
                    <a:pt x="2108" y="44"/>
                    <a:pt x="2007" y="1"/>
                  </a:cubicBezTo>
                  <a:close/>
                </a:path>
              </a:pathLst>
            </a:custGeom>
            <a:solidFill>
              <a:srgbClr val="E5EBE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366" name="Google Shape;19366;p47"/>
            <p:cNvSpPr/>
            <p:nvPr/>
          </p:nvSpPr>
          <p:spPr>
            <a:xfrm>
              <a:off x="2889779" y="2254734"/>
              <a:ext cx="60950" cy="50097"/>
            </a:xfrm>
            <a:custGeom>
              <a:rect b="b" l="l" r="r" t="t"/>
              <a:pathLst>
                <a:path extrusionOk="0" h="1911" w="2325">
                  <a:moveTo>
                    <a:pt x="1565" y="0"/>
                  </a:moveTo>
                  <a:cubicBezTo>
                    <a:pt x="1432" y="0"/>
                    <a:pt x="1299" y="40"/>
                    <a:pt x="1184" y="120"/>
                  </a:cubicBezTo>
                  <a:lnTo>
                    <a:pt x="361" y="697"/>
                  </a:lnTo>
                  <a:cubicBezTo>
                    <a:pt x="72" y="914"/>
                    <a:pt x="0" y="1333"/>
                    <a:pt x="217" y="1636"/>
                  </a:cubicBezTo>
                  <a:cubicBezTo>
                    <a:pt x="346" y="1817"/>
                    <a:pt x="547" y="1910"/>
                    <a:pt x="750" y="1910"/>
                  </a:cubicBezTo>
                  <a:cubicBezTo>
                    <a:pt x="887" y="1910"/>
                    <a:pt x="1024" y="1867"/>
                    <a:pt x="1141" y="1780"/>
                  </a:cubicBezTo>
                  <a:lnTo>
                    <a:pt x="1963" y="1203"/>
                  </a:lnTo>
                  <a:cubicBezTo>
                    <a:pt x="2252" y="972"/>
                    <a:pt x="2324" y="553"/>
                    <a:pt x="2108" y="264"/>
                  </a:cubicBezTo>
                  <a:cubicBezTo>
                    <a:pt x="1969" y="90"/>
                    <a:pt x="1767" y="0"/>
                    <a:pt x="1565" y="0"/>
                  </a:cubicBezTo>
                  <a:close/>
                </a:path>
              </a:pathLst>
            </a:custGeom>
            <a:solidFill>
              <a:srgbClr val="F4F5F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367" name="Google Shape;19367;p47"/>
            <p:cNvSpPr/>
            <p:nvPr/>
          </p:nvSpPr>
          <p:spPr>
            <a:xfrm>
              <a:off x="2893187" y="2255599"/>
              <a:ext cx="57542" cy="49468"/>
            </a:xfrm>
            <a:custGeom>
              <a:rect b="b" l="l" r="r" t="t"/>
              <a:pathLst>
                <a:path extrusionOk="0" h="1887" w="2195">
                  <a:moveTo>
                    <a:pt x="1660" y="0"/>
                  </a:moveTo>
                  <a:lnTo>
                    <a:pt x="1660" y="0"/>
                  </a:lnTo>
                  <a:cubicBezTo>
                    <a:pt x="1761" y="275"/>
                    <a:pt x="1660" y="592"/>
                    <a:pt x="1429" y="766"/>
                  </a:cubicBezTo>
                  <a:lnTo>
                    <a:pt x="606" y="1357"/>
                  </a:lnTo>
                  <a:cubicBezTo>
                    <a:pt x="491" y="1434"/>
                    <a:pt x="350" y="1479"/>
                    <a:pt x="209" y="1479"/>
                  </a:cubicBezTo>
                  <a:cubicBezTo>
                    <a:pt x="138" y="1479"/>
                    <a:pt x="68" y="1468"/>
                    <a:pt x="0" y="1444"/>
                  </a:cubicBezTo>
                  <a:lnTo>
                    <a:pt x="0" y="1444"/>
                  </a:lnTo>
                  <a:cubicBezTo>
                    <a:pt x="15" y="1502"/>
                    <a:pt x="58" y="1559"/>
                    <a:pt x="87" y="1603"/>
                  </a:cubicBezTo>
                  <a:cubicBezTo>
                    <a:pt x="219" y="1788"/>
                    <a:pt x="426" y="1887"/>
                    <a:pt x="636" y="1887"/>
                  </a:cubicBezTo>
                  <a:cubicBezTo>
                    <a:pt x="771" y="1887"/>
                    <a:pt x="907" y="1846"/>
                    <a:pt x="1025" y="1762"/>
                  </a:cubicBezTo>
                  <a:lnTo>
                    <a:pt x="1833" y="1170"/>
                  </a:lnTo>
                  <a:cubicBezTo>
                    <a:pt x="2137" y="953"/>
                    <a:pt x="2194" y="520"/>
                    <a:pt x="1978" y="231"/>
                  </a:cubicBezTo>
                  <a:cubicBezTo>
                    <a:pt x="1891" y="116"/>
                    <a:pt x="1790" y="44"/>
                    <a:pt x="1660" y="0"/>
                  </a:cubicBezTo>
                  <a:close/>
                </a:path>
              </a:pathLst>
            </a:custGeom>
            <a:solidFill>
              <a:srgbClr val="E5EBE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368" name="Google Shape;19368;p47"/>
            <p:cNvSpPr/>
            <p:nvPr/>
          </p:nvSpPr>
          <p:spPr>
            <a:xfrm>
              <a:off x="2919664" y="2281971"/>
              <a:ext cx="52246" cy="44277"/>
            </a:xfrm>
            <a:custGeom>
              <a:rect b="b" l="l" r="r" t="t"/>
              <a:pathLst>
                <a:path extrusionOk="0" h="1689" w="1993">
                  <a:moveTo>
                    <a:pt x="1233" y="1"/>
                  </a:moveTo>
                  <a:cubicBezTo>
                    <a:pt x="1100" y="1"/>
                    <a:pt x="967" y="40"/>
                    <a:pt x="852" y="120"/>
                  </a:cubicBezTo>
                  <a:lnTo>
                    <a:pt x="362" y="481"/>
                  </a:lnTo>
                  <a:cubicBezTo>
                    <a:pt x="58" y="698"/>
                    <a:pt x="1" y="1116"/>
                    <a:pt x="217" y="1405"/>
                  </a:cubicBezTo>
                  <a:cubicBezTo>
                    <a:pt x="349" y="1590"/>
                    <a:pt x="551" y="1689"/>
                    <a:pt x="757" y="1689"/>
                  </a:cubicBezTo>
                  <a:cubicBezTo>
                    <a:pt x="889" y="1689"/>
                    <a:pt x="1023" y="1648"/>
                    <a:pt x="1141" y="1564"/>
                  </a:cubicBezTo>
                  <a:lnTo>
                    <a:pt x="1632" y="1203"/>
                  </a:lnTo>
                  <a:cubicBezTo>
                    <a:pt x="1935" y="987"/>
                    <a:pt x="1993" y="553"/>
                    <a:pt x="1762" y="265"/>
                  </a:cubicBezTo>
                  <a:cubicBezTo>
                    <a:pt x="1631" y="91"/>
                    <a:pt x="1433" y="1"/>
                    <a:pt x="1233" y="1"/>
                  </a:cubicBezTo>
                  <a:close/>
                </a:path>
              </a:pathLst>
            </a:custGeom>
            <a:solidFill>
              <a:srgbClr val="F4F5F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369" name="Google Shape;19369;p47"/>
            <p:cNvSpPr/>
            <p:nvPr/>
          </p:nvSpPr>
          <p:spPr>
            <a:xfrm>
              <a:off x="2923072" y="2283229"/>
              <a:ext cx="48839" cy="43071"/>
            </a:xfrm>
            <a:custGeom>
              <a:rect b="b" l="l" r="r" t="t"/>
              <a:pathLst>
                <a:path extrusionOk="0" h="1643" w="1863">
                  <a:moveTo>
                    <a:pt x="1343" y="0"/>
                  </a:moveTo>
                  <a:lnTo>
                    <a:pt x="1343" y="0"/>
                  </a:lnTo>
                  <a:cubicBezTo>
                    <a:pt x="1459" y="289"/>
                    <a:pt x="1358" y="606"/>
                    <a:pt x="1112" y="780"/>
                  </a:cubicBezTo>
                  <a:lnTo>
                    <a:pt x="636" y="1141"/>
                  </a:lnTo>
                  <a:cubicBezTo>
                    <a:pt x="520" y="1221"/>
                    <a:pt x="388" y="1262"/>
                    <a:pt x="253" y="1262"/>
                  </a:cubicBezTo>
                  <a:cubicBezTo>
                    <a:pt x="169" y="1262"/>
                    <a:pt x="84" y="1246"/>
                    <a:pt x="1" y="1213"/>
                  </a:cubicBezTo>
                  <a:lnTo>
                    <a:pt x="1" y="1213"/>
                  </a:lnTo>
                  <a:cubicBezTo>
                    <a:pt x="106" y="1482"/>
                    <a:pt x="360" y="1643"/>
                    <a:pt x="624" y="1643"/>
                  </a:cubicBezTo>
                  <a:cubicBezTo>
                    <a:pt x="756" y="1643"/>
                    <a:pt x="891" y="1603"/>
                    <a:pt x="1011" y="1516"/>
                  </a:cubicBezTo>
                  <a:lnTo>
                    <a:pt x="1502" y="1155"/>
                  </a:lnTo>
                  <a:cubicBezTo>
                    <a:pt x="1791" y="939"/>
                    <a:pt x="1863" y="520"/>
                    <a:pt x="1632" y="217"/>
                  </a:cubicBezTo>
                  <a:cubicBezTo>
                    <a:pt x="1560" y="116"/>
                    <a:pt x="1459" y="44"/>
                    <a:pt x="1343" y="0"/>
                  </a:cubicBezTo>
                  <a:close/>
                </a:path>
              </a:pathLst>
            </a:custGeom>
            <a:solidFill>
              <a:srgbClr val="E5EBE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370" name="Google Shape;19370;p47"/>
            <p:cNvSpPr/>
            <p:nvPr/>
          </p:nvSpPr>
          <p:spPr>
            <a:xfrm>
              <a:off x="2925353" y="2108768"/>
              <a:ext cx="75709" cy="116211"/>
            </a:xfrm>
            <a:custGeom>
              <a:rect b="b" l="l" r="r" t="t"/>
              <a:pathLst>
                <a:path extrusionOk="0" h="4433" w="2888">
                  <a:moveTo>
                    <a:pt x="621" y="1"/>
                  </a:moveTo>
                  <a:cubicBezTo>
                    <a:pt x="520" y="1"/>
                    <a:pt x="433" y="73"/>
                    <a:pt x="404" y="159"/>
                  </a:cubicBezTo>
                  <a:lnTo>
                    <a:pt x="0" y="1776"/>
                  </a:lnTo>
                  <a:lnTo>
                    <a:pt x="0" y="3552"/>
                  </a:lnTo>
                  <a:cubicBezTo>
                    <a:pt x="0" y="4042"/>
                    <a:pt x="404" y="4432"/>
                    <a:pt x="881" y="4432"/>
                  </a:cubicBezTo>
                  <a:cubicBezTo>
                    <a:pt x="1372" y="4432"/>
                    <a:pt x="1776" y="4042"/>
                    <a:pt x="1776" y="3552"/>
                  </a:cubicBezTo>
                  <a:lnTo>
                    <a:pt x="1776" y="2224"/>
                  </a:lnTo>
                  <a:lnTo>
                    <a:pt x="2887" y="1"/>
                  </a:lnTo>
                  <a:close/>
                </a:path>
              </a:pathLst>
            </a:custGeom>
            <a:solidFill>
              <a:srgbClr val="F4F5F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371" name="Google Shape;19371;p47"/>
            <p:cNvSpPr/>
            <p:nvPr/>
          </p:nvSpPr>
          <p:spPr>
            <a:xfrm>
              <a:off x="2925353" y="2108768"/>
              <a:ext cx="32192" cy="116211"/>
            </a:xfrm>
            <a:custGeom>
              <a:rect b="b" l="l" r="r" t="t"/>
              <a:pathLst>
                <a:path extrusionOk="0" h="4433" w="1228">
                  <a:moveTo>
                    <a:pt x="621" y="1"/>
                  </a:moveTo>
                  <a:cubicBezTo>
                    <a:pt x="520" y="1"/>
                    <a:pt x="433" y="73"/>
                    <a:pt x="404" y="174"/>
                  </a:cubicBezTo>
                  <a:lnTo>
                    <a:pt x="0" y="1776"/>
                  </a:lnTo>
                  <a:lnTo>
                    <a:pt x="0" y="3552"/>
                  </a:lnTo>
                  <a:cubicBezTo>
                    <a:pt x="0" y="4042"/>
                    <a:pt x="404" y="4432"/>
                    <a:pt x="895" y="4432"/>
                  </a:cubicBezTo>
                  <a:cubicBezTo>
                    <a:pt x="996" y="4432"/>
                    <a:pt x="1112" y="4418"/>
                    <a:pt x="1227" y="4374"/>
                  </a:cubicBezTo>
                  <a:cubicBezTo>
                    <a:pt x="881" y="4230"/>
                    <a:pt x="664" y="3912"/>
                    <a:pt x="664" y="3552"/>
                  </a:cubicBezTo>
                  <a:lnTo>
                    <a:pt x="664" y="1776"/>
                  </a:lnTo>
                  <a:lnTo>
                    <a:pt x="1112" y="1"/>
                  </a:lnTo>
                  <a:close/>
                </a:path>
              </a:pathLst>
            </a:custGeom>
            <a:solidFill>
              <a:srgbClr val="E5EBE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9372" name="Google Shape;19372;p47"/>
          <p:cNvGrpSpPr/>
          <p:nvPr/>
        </p:nvGrpSpPr>
        <p:grpSpPr>
          <a:xfrm>
            <a:off x="3722682" y="1981993"/>
            <a:ext cx="375818" cy="372043"/>
            <a:chOff x="3722682" y="1981993"/>
            <a:chExt cx="375818" cy="372043"/>
          </a:xfrm>
        </p:grpSpPr>
        <p:sp>
          <p:nvSpPr>
            <p:cNvPr id="19373" name="Google Shape;19373;p47"/>
            <p:cNvSpPr/>
            <p:nvPr/>
          </p:nvSpPr>
          <p:spPr>
            <a:xfrm>
              <a:off x="3876695" y="1981993"/>
              <a:ext cx="71934" cy="72301"/>
            </a:xfrm>
            <a:custGeom>
              <a:rect b="b" l="l" r="r" t="t"/>
              <a:pathLst>
                <a:path extrusionOk="0" h="2758" w="2744">
                  <a:moveTo>
                    <a:pt x="1372" y="1"/>
                  </a:moveTo>
                  <a:cubicBezTo>
                    <a:pt x="607" y="1"/>
                    <a:pt x="1" y="621"/>
                    <a:pt x="1" y="1372"/>
                  </a:cubicBezTo>
                  <a:cubicBezTo>
                    <a:pt x="1" y="2137"/>
                    <a:pt x="607" y="2758"/>
                    <a:pt x="1372" y="2758"/>
                  </a:cubicBezTo>
                  <a:cubicBezTo>
                    <a:pt x="2137" y="2758"/>
                    <a:pt x="2744" y="2137"/>
                    <a:pt x="2744" y="1372"/>
                  </a:cubicBezTo>
                  <a:cubicBezTo>
                    <a:pt x="2744" y="621"/>
                    <a:pt x="2137" y="1"/>
                    <a:pt x="1372" y="1"/>
                  </a:cubicBezTo>
                  <a:close/>
                </a:path>
              </a:pathLst>
            </a:custGeom>
            <a:solidFill>
              <a:srgbClr val="9AAAB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374" name="Google Shape;19374;p47"/>
            <p:cNvSpPr/>
            <p:nvPr/>
          </p:nvSpPr>
          <p:spPr>
            <a:xfrm>
              <a:off x="3755582" y="2204217"/>
              <a:ext cx="146516" cy="102448"/>
            </a:xfrm>
            <a:custGeom>
              <a:rect b="b" l="l" r="r" t="t"/>
              <a:pathLst>
                <a:path extrusionOk="0" h="3908" w="5589">
                  <a:moveTo>
                    <a:pt x="2788" y="1"/>
                  </a:moveTo>
                  <a:cubicBezTo>
                    <a:pt x="2672" y="1"/>
                    <a:pt x="2557" y="77"/>
                    <a:pt x="2557" y="228"/>
                  </a:cubicBezTo>
                  <a:lnTo>
                    <a:pt x="2557" y="2047"/>
                  </a:lnTo>
                  <a:lnTo>
                    <a:pt x="1445" y="2047"/>
                  </a:lnTo>
                  <a:cubicBezTo>
                    <a:pt x="1113" y="2047"/>
                    <a:pt x="796" y="2235"/>
                    <a:pt x="637" y="2538"/>
                  </a:cubicBezTo>
                  <a:lnTo>
                    <a:pt x="117" y="3548"/>
                  </a:lnTo>
                  <a:cubicBezTo>
                    <a:pt x="0" y="3733"/>
                    <a:pt x="159" y="3898"/>
                    <a:pt x="319" y="3898"/>
                  </a:cubicBezTo>
                  <a:cubicBezTo>
                    <a:pt x="396" y="3898"/>
                    <a:pt x="474" y="3859"/>
                    <a:pt x="521" y="3765"/>
                  </a:cubicBezTo>
                  <a:lnTo>
                    <a:pt x="1041" y="2754"/>
                  </a:lnTo>
                  <a:cubicBezTo>
                    <a:pt x="1128" y="2610"/>
                    <a:pt x="1286" y="2509"/>
                    <a:pt x="1445" y="2509"/>
                  </a:cubicBezTo>
                  <a:lnTo>
                    <a:pt x="4130" y="2509"/>
                  </a:lnTo>
                  <a:cubicBezTo>
                    <a:pt x="4303" y="2509"/>
                    <a:pt x="4448" y="2610"/>
                    <a:pt x="4534" y="2754"/>
                  </a:cubicBezTo>
                  <a:lnTo>
                    <a:pt x="5068" y="3765"/>
                  </a:lnTo>
                  <a:cubicBezTo>
                    <a:pt x="5112" y="3866"/>
                    <a:pt x="5190" y="3908"/>
                    <a:pt x="5269" y="3908"/>
                  </a:cubicBezTo>
                  <a:cubicBezTo>
                    <a:pt x="5428" y="3908"/>
                    <a:pt x="5588" y="3741"/>
                    <a:pt x="5473" y="3548"/>
                  </a:cubicBezTo>
                  <a:lnTo>
                    <a:pt x="4939" y="2552"/>
                  </a:lnTo>
                  <a:cubicBezTo>
                    <a:pt x="4780" y="2249"/>
                    <a:pt x="4462" y="2061"/>
                    <a:pt x="4130" y="2061"/>
                  </a:cubicBezTo>
                  <a:lnTo>
                    <a:pt x="3019" y="2061"/>
                  </a:lnTo>
                  <a:lnTo>
                    <a:pt x="3019" y="228"/>
                  </a:lnTo>
                  <a:cubicBezTo>
                    <a:pt x="3019" y="77"/>
                    <a:pt x="2903" y="1"/>
                    <a:pt x="2788" y="1"/>
                  </a:cubicBezTo>
                  <a:close/>
                </a:path>
              </a:pathLst>
            </a:custGeom>
            <a:solidFill>
              <a:srgbClr val="EFF2F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375" name="Google Shape;19375;p47"/>
            <p:cNvSpPr/>
            <p:nvPr/>
          </p:nvSpPr>
          <p:spPr>
            <a:xfrm>
              <a:off x="3848697" y="2066195"/>
              <a:ext cx="129817" cy="66403"/>
            </a:xfrm>
            <a:custGeom>
              <a:rect b="b" l="l" r="r" t="t"/>
              <a:pathLst>
                <a:path extrusionOk="0" h="2533" w="4952">
                  <a:moveTo>
                    <a:pt x="2455" y="1"/>
                  </a:moveTo>
                  <a:cubicBezTo>
                    <a:pt x="2339" y="1"/>
                    <a:pt x="2224" y="80"/>
                    <a:pt x="2224" y="239"/>
                  </a:cubicBezTo>
                  <a:lnTo>
                    <a:pt x="2224" y="1134"/>
                  </a:lnTo>
                  <a:lnTo>
                    <a:pt x="1040" y="1134"/>
                  </a:lnTo>
                  <a:cubicBezTo>
                    <a:pt x="780" y="1134"/>
                    <a:pt x="549" y="1278"/>
                    <a:pt x="434" y="1495"/>
                  </a:cubicBezTo>
                  <a:lnTo>
                    <a:pt x="73" y="2173"/>
                  </a:lnTo>
                  <a:cubicBezTo>
                    <a:pt x="1" y="2274"/>
                    <a:pt x="44" y="2433"/>
                    <a:pt x="174" y="2491"/>
                  </a:cubicBezTo>
                  <a:cubicBezTo>
                    <a:pt x="204" y="2508"/>
                    <a:pt x="238" y="2516"/>
                    <a:pt x="273" y="2516"/>
                  </a:cubicBezTo>
                  <a:cubicBezTo>
                    <a:pt x="353" y="2516"/>
                    <a:pt x="437" y="2471"/>
                    <a:pt x="477" y="2390"/>
                  </a:cubicBezTo>
                  <a:lnTo>
                    <a:pt x="838" y="1726"/>
                  </a:lnTo>
                  <a:cubicBezTo>
                    <a:pt x="881" y="1653"/>
                    <a:pt x="953" y="1596"/>
                    <a:pt x="1040" y="1596"/>
                  </a:cubicBezTo>
                  <a:lnTo>
                    <a:pt x="3869" y="1596"/>
                  </a:lnTo>
                  <a:cubicBezTo>
                    <a:pt x="3956" y="1596"/>
                    <a:pt x="4028" y="1653"/>
                    <a:pt x="4072" y="1726"/>
                  </a:cubicBezTo>
                  <a:lnTo>
                    <a:pt x="4432" y="2390"/>
                  </a:lnTo>
                  <a:cubicBezTo>
                    <a:pt x="4481" y="2491"/>
                    <a:pt x="4562" y="2533"/>
                    <a:pt x="4641" y="2533"/>
                  </a:cubicBezTo>
                  <a:cubicBezTo>
                    <a:pt x="4799" y="2533"/>
                    <a:pt x="4952" y="2370"/>
                    <a:pt x="4837" y="2187"/>
                  </a:cubicBezTo>
                  <a:lnTo>
                    <a:pt x="4476" y="1509"/>
                  </a:lnTo>
                  <a:cubicBezTo>
                    <a:pt x="4360" y="1292"/>
                    <a:pt x="4129" y="1148"/>
                    <a:pt x="3869" y="1148"/>
                  </a:cubicBezTo>
                  <a:lnTo>
                    <a:pt x="2686" y="1148"/>
                  </a:lnTo>
                  <a:lnTo>
                    <a:pt x="2686" y="239"/>
                  </a:lnTo>
                  <a:cubicBezTo>
                    <a:pt x="2686" y="80"/>
                    <a:pt x="2570" y="1"/>
                    <a:pt x="2455" y="1"/>
                  </a:cubicBezTo>
                  <a:close/>
                </a:path>
              </a:pathLst>
            </a:custGeom>
            <a:solidFill>
              <a:srgbClr val="EFF2F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376" name="Google Shape;19376;p47"/>
            <p:cNvSpPr/>
            <p:nvPr/>
          </p:nvSpPr>
          <p:spPr>
            <a:xfrm>
              <a:off x="3923227" y="2204217"/>
              <a:ext cx="146909" cy="102370"/>
            </a:xfrm>
            <a:custGeom>
              <a:rect b="b" l="l" r="r" t="t"/>
              <a:pathLst>
                <a:path extrusionOk="0" h="3905" w="5604">
                  <a:moveTo>
                    <a:pt x="2802" y="1"/>
                  </a:moveTo>
                  <a:cubicBezTo>
                    <a:pt x="2686" y="1"/>
                    <a:pt x="2571" y="77"/>
                    <a:pt x="2571" y="228"/>
                  </a:cubicBezTo>
                  <a:lnTo>
                    <a:pt x="2571" y="2047"/>
                  </a:lnTo>
                  <a:lnTo>
                    <a:pt x="1459" y="2047"/>
                  </a:lnTo>
                  <a:cubicBezTo>
                    <a:pt x="1127" y="2047"/>
                    <a:pt x="810" y="2235"/>
                    <a:pt x="651" y="2538"/>
                  </a:cubicBezTo>
                  <a:lnTo>
                    <a:pt x="117" y="3548"/>
                  </a:lnTo>
                  <a:cubicBezTo>
                    <a:pt x="0" y="3733"/>
                    <a:pt x="165" y="3904"/>
                    <a:pt x="325" y="3904"/>
                  </a:cubicBezTo>
                  <a:cubicBezTo>
                    <a:pt x="402" y="3904"/>
                    <a:pt x="479" y="3864"/>
                    <a:pt x="521" y="3765"/>
                  </a:cubicBezTo>
                  <a:lnTo>
                    <a:pt x="1055" y="2754"/>
                  </a:lnTo>
                  <a:cubicBezTo>
                    <a:pt x="1142" y="2610"/>
                    <a:pt x="1301" y="2509"/>
                    <a:pt x="1459" y="2509"/>
                  </a:cubicBezTo>
                  <a:lnTo>
                    <a:pt x="4144" y="2509"/>
                  </a:lnTo>
                  <a:cubicBezTo>
                    <a:pt x="4303" y="2509"/>
                    <a:pt x="4462" y="2610"/>
                    <a:pt x="4549" y="2754"/>
                  </a:cubicBezTo>
                  <a:lnTo>
                    <a:pt x="5083" y="3765"/>
                  </a:lnTo>
                  <a:cubicBezTo>
                    <a:pt x="5125" y="3864"/>
                    <a:pt x="5202" y="3904"/>
                    <a:pt x="5279" y="3904"/>
                  </a:cubicBezTo>
                  <a:cubicBezTo>
                    <a:pt x="5439" y="3904"/>
                    <a:pt x="5604" y="3733"/>
                    <a:pt x="5487" y="3548"/>
                  </a:cubicBezTo>
                  <a:lnTo>
                    <a:pt x="4953" y="2552"/>
                  </a:lnTo>
                  <a:cubicBezTo>
                    <a:pt x="4794" y="2249"/>
                    <a:pt x="4476" y="2061"/>
                    <a:pt x="4144" y="2061"/>
                  </a:cubicBezTo>
                  <a:lnTo>
                    <a:pt x="3033" y="2061"/>
                  </a:lnTo>
                  <a:lnTo>
                    <a:pt x="3033" y="228"/>
                  </a:lnTo>
                  <a:cubicBezTo>
                    <a:pt x="3033" y="77"/>
                    <a:pt x="2917" y="1"/>
                    <a:pt x="2802" y="1"/>
                  </a:cubicBezTo>
                  <a:close/>
                </a:path>
              </a:pathLst>
            </a:custGeom>
            <a:solidFill>
              <a:srgbClr val="EFF2F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377" name="Google Shape;19377;p47"/>
            <p:cNvSpPr/>
            <p:nvPr/>
          </p:nvSpPr>
          <p:spPr>
            <a:xfrm>
              <a:off x="3868752" y="1983513"/>
              <a:ext cx="71934" cy="70781"/>
            </a:xfrm>
            <a:custGeom>
              <a:rect b="b" l="l" r="r" t="t"/>
              <a:pathLst>
                <a:path extrusionOk="0" h="2700" w="2744">
                  <a:moveTo>
                    <a:pt x="1300" y="0"/>
                  </a:moveTo>
                  <a:lnTo>
                    <a:pt x="1300" y="0"/>
                  </a:lnTo>
                  <a:cubicBezTo>
                    <a:pt x="391" y="260"/>
                    <a:pt x="1" y="1314"/>
                    <a:pt x="520" y="2079"/>
                  </a:cubicBezTo>
                  <a:cubicBezTo>
                    <a:pt x="786" y="2489"/>
                    <a:pt x="1224" y="2700"/>
                    <a:pt x="1665" y="2700"/>
                  </a:cubicBezTo>
                  <a:cubicBezTo>
                    <a:pt x="2063" y="2700"/>
                    <a:pt x="2463" y="2529"/>
                    <a:pt x="2744" y="2180"/>
                  </a:cubicBezTo>
                  <a:lnTo>
                    <a:pt x="2744" y="2180"/>
                  </a:lnTo>
                  <a:cubicBezTo>
                    <a:pt x="2614" y="2223"/>
                    <a:pt x="2484" y="2238"/>
                    <a:pt x="2368" y="2238"/>
                  </a:cubicBezTo>
                  <a:cubicBezTo>
                    <a:pt x="1213" y="2238"/>
                    <a:pt x="564" y="895"/>
                    <a:pt x="1300" y="0"/>
                  </a:cubicBezTo>
                  <a:close/>
                </a:path>
              </a:pathLst>
            </a:custGeom>
            <a:solidFill>
              <a:srgbClr val="8397A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378" name="Google Shape;19378;p47"/>
            <p:cNvSpPr/>
            <p:nvPr/>
          </p:nvSpPr>
          <p:spPr>
            <a:xfrm>
              <a:off x="3804814" y="2143949"/>
              <a:ext cx="47711" cy="48105"/>
            </a:xfrm>
            <a:custGeom>
              <a:rect b="b" l="l" r="r" t="t"/>
              <a:pathLst>
                <a:path extrusionOk="0" h="1835" w="1820">
                  <a:moveTo>
                    <a:pt x="910" y="1"/>
                  </a:moveTo>
                  <a:cubicBezTo>
                    <a:pt x="404" y="1"/>
                    <a:pt x="0" y="420"/>
                    <a:pt x="0" y="925"/>
                  </a:cubicBezTo>
                  <a:cubicBezTo>
                    <a:pt x="0" y="1430"/>
                    <a:pt x="404" y="1834"/>
                    <a:pt x="910" y="1834"/>
                  </a:cubicBezTo>
                  <a:cubicBezTo>
                    <a:pt x="1415" y="1834"/>
                    <a:pt x="1819" y="1430"/>
                    <a:pt x="1819" y="925"/>
                  </a:cubicBezTo>
                  <a:cubicBezTo>
                    <a:pt x="1819" y="420"/>
                    <a:pt x="1415" y="1"/>
                    <a:pt x="910" y="1"/>
                  </a:cubicBezTo>
                  <a:close/>
                </a:path>
              </a:pathLst>
            </a:custGeom>
            <a:solidFill>
              <a:srgbClr val="8C9EA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379" name="Google Shape;19379;p47"/>
            <p:cNvSpPr/>
            <p:nvPr/>
          </p:nvSpPr>
          <p:spPr>
            <a:xfrm>
              <a:off x="3799125" y="2145102"/>
              <a:ext cx="48078" cy="47056"/>
            </a:xfrm>
            <a:custGeom>
              <a:rect b="b" l="l" r="r" t="t"/>
              <a:pathLst>
                <a:path extrusionOk="0" h="1795" w="1834">
                  <a:moveTo>
                    <a:pt x="867" y="0"/>
                  </a:moveTo>
                  <a:lnTo>
                    <a:pt x="867" y="0"/>
                  </a:lnTo>
                  <a:cubicBezTo>
                    <a:pt x="261" y="159"/>
                    <a:pt x="1" y="866"/>
                    <a:pt x="347" y="1386"/>
                  </a:cubicBezTo>
                  <a:cubicBezTo>
                    <a:pt x="528" y="1657"/>
                    <a:pt x="818" y="1795"/>
                    <a:pt x="1110" y="1795"/>
                  </a:cubicBezTo>
                  <a:cubicBezTo>
                    <a:pt x="1378" y="1795"/>
                    <a:pt x="1647" y="1679"/>
                    <a:pt x="1834" y="1444"/>
                  </a:cubicBezTo>
                  <a:lnTo>
                    <a:pt x="1834" y="1444"/>
                  </a:lnTo>
                  <a:cubicBezTo>
                    <a:pt x="1747" y="1473"/>
                    <a:pt x="1675" y="1487"/>
                    <a:pt x="1589" y="1487"/>
                  </a:cubicBezTo>
                  <a:cubicBezTo>
                    <a:pt x="1582" y="1487"/>
                    <a:pt x="1576" y="1487"/>
                    <a:pt x="1570" y="1487"/>
                  </a:cubicBezTo>
                  <a:cubicBezTo>
                    <a:pt x="802" y="1487"/>
                    <a:pt x="380" y="602"/>
                    <a:pt x="867" y="0"/>
                  </a:cubicBezTo>
                  <a:close/>
                </a:path>
              </a:pathLst>
            </a:custGeom>
            <a:solidFill>
              <a:srgbClr val="667E9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380" name="Google Shape;19380;p47"/>
            <p:cNvSpPr/>
            <p:nvPr/>
          </p:nvSpPr>
          <p:spPr>
            <a:xfrm>
              <a:off x="3972458" y="2143949"/>
              <a:ext cx="48078" cy="48105"/>
            </a:xfrm>
            <a:custGeom>
              <a:rect b="b" l="l" r="r" t="t"/>
              <a:pathLst>
                <a:path extrusionOk="0" h="1835" w="1834">
                  <a:moveTo>
                    <a:pt x="924" y="1"/>
                  </a:moveTo>
                  <a:cubicBezTo>
                    <a:pt x="419" y="1"/>
                    <a:pt x="0" y="420"/>
                    <a:pt x="0" y="925"/>
                  </a:cubicBezTo>
                  <a:cubicBezTo>
                    <a:pt x="0" y="1430"/>
                    <a:pt x="419" y="1834"/>
                    <a:pt x="924" y="1834"/>
                  </a:cubicBezTo>
                  <a:cubicBezTo>
                    <a:pt x="1429" y="1834"/>
                    <a:pt x="1833" y="1430"/>
                    <a:pt x="1833" y="925"/>
                  </a:cubicBezTo>
                  <a:cubicBezTo>
                    <a:pt x="1833" y="420"/>
                    <a:pt x="1429" y="1"/>
                    <a:pt x="924" y="1"/>
                  </a:cubicBezTo>
                  <a:close/>
                </a:path>
              </a:pathLst>
            </a:custGeom>
            <a:solidFill>
              <a:srgbClr val="8C9EA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381" name="Google Shape;19381;p47"/>
            <p:cNvSpPr/>
            <p:nvPr/>
          </p:nvSpPr>
          <p:spPr>
            <a:xfrm>
              <a:off x="3967163" y="2145102"/>
              <a:ext cx="48078" cy="47056"/>
            </a:xfrm>
            <a:custGeom>
              <a:rect b="b" l="l" r="r" t="t"/>
              <a:pathLst>
                <a:path extrusionOk="0" h="1795" w="1834">
                  <a:moveTo>
                    <a:pt x="866" y="0"/>
                  </a:moveTo>
                  <a:cubicBezTo>
                    <a:pt x="260" y="159"/>
                    <a:pt x="0" y="866"/>
                    <a:pt x="346" y="1386"/>
                  </a:cubicBezTo>
                  <a:cubicBezTo>
                    <a:pt x="527" y="1657"/>
                    <a:pt x="818" y="1795"/>
                    <a:pt x="1110" y="1795"/>
                  </a:cubicBezTo>
                  <a:cubicBezTo>
                    <a:pt x="1378" y="1795"/>
                    <a:pt x="1647" y="1679"/>
                    <a:pt x="1833" y="1444"/>
                  </a:cubicBezTo>
                  <a:lnTo>
                    <a:pt x="1833" y="1444"/>
                  </a:lnTo>
                  <a:cubicBezTo>
                    <a:pt x="1747" y="1473"/>
                    <a:pt x="1660" y="1487"/>
                    <a:pt x="1588" y="1487"/>
                  </a:cubicBezTo>
                  <a:cubicBezTo>
                    <a:pt x="1582" y="1487"/>
                    <a:pt x="1575" y="1487"/>
                    <a:pt x="1569" y="1487"/>
                  </a:cubicBezTo>
                  <a:cubicBezTo>
                    <a:pt x="802" y="1487"/>
                    <a:pt x="379" y="602"/>
                    <a:pt x="866" y="0"/>
                  </a:cubicBezTo>
                  <a:close/>
                </a:path>
              </a:pathLst>
            </a:custGeom>
            <a:solidFill>
              <a:srgbClr val="667E9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382" name="Google Shape;19382;p47"/>
            <p:cNvSpPr/>
            <p:nvPr/>
          </p:nvSpPr>
          <p:spPr>
            <a:xfrm>
              <a:off x="3726850" y="2318043"/>
              <a:ext cx="35967" cy="35967"/>
            </a:xfrm>
            <a:custGeom>
              <a:rect b="b" l="l" r="r" t="t"/>
              <a:pathLst>
                <a:path extrusionOk="0" h="1372" w="1372">
                  <a:moveTo>
                    <a:pt x="679" y="0"/>
                  </a:moveTo>
                  <a:cubicBezTo>
                    <a:pt x="304" y="0"/>
                    <a:pt x="0" y="303"/>
                    <a:pt x="0" y="693"/>
                  </a:cubicBezTo>
                  <a:cubicBezTo>
                    <a:pt x="0" y="1068"/>
                    <a:pt x="304" y="1372"/>
                    <a:pt x="679" y="1372"/>
                  </a:cubicBezTo>
                  <a:cubicBezTo>
                    <a:pt x="1054" y="1372"/>
                    <a:pt x="1372" y="1068"/>
                    <a:pt x="1372" y="693"/>
                  </a:cubicBezTo>
                  <a:cubicBezTo>
                    <a:pt x="1372" y="303"/>
                    <a:pt x="1054" y="0"/>
                    <a:pt x="679" y="0"/>
                  </a:cubicBezTo>
                  <a:close/>
                </a:path>
              </a:pathLst>
            </a:custGeom>
            <a:solidFill>
              <a:srgbClr val="EFF1F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383" name="Google Shape;19383;p47"/>
            <p:cNvSpPr/>
            <p:nvPr/>
          </p:nvSpPr>
          <p:spPr>
            <a:xfrm>
              <a:off x="3722682" y="2318803"/>
              <a:ext cx="35993" cy="35233"/>
            </a:xfrm>
            <a:custGeom>
              <a:rect b="b" l="l" r="r" t="t"/>
              <a:pathLst>
                <a:path extrusionOk="0" h="1344" w="1373">
                  <a:moveTo>
                    <a:pt x="650" y="0"/>
                  </a:moveTo>
                  <a:lnTo>
                    <a:pt x="650" y="0"/>
                  </a:lnTo>
                  <a:cubicBezTo>
                    <a:pt x="188" y="116"/>
                    <a:pt x="1" y="650"/>
                    <a:pt x="246" y="1039"/>
                  </a:cubicBezTo>
                  <a:cubicBezTo>
                    <a:pt x="381" y="1242"/>
                    <a:pt x="602" y="1343"/>
                    <a:pt x="823" y="1343"/>
                  </a:cubicBezTo>
                  <a:cubicBezTo>
                    <a:pt x="1028" y="1343"/>
                    <a:pt x="1233" y="1256"/>
                    <a:pt x="1372" y="1083"/>
                  </a:cubicBezTo>
                  <a:lnTo>
                    <a:pt x="1372" y="1083"/>
                  </a:lnTo>
                  <a:cubicBezTo>
                    <a:pt x="1300" y="1097"/>
                    <a:pt x="1242" y="1112"/>
                    <a:pt x="1184" y="1112"/>
                  </a:cubicBezTo>
                  <a:cubicBezTo>
                    <a:pt x="1178" y="1112"/>
                    <a:pt x="1172" y="1112"/>
                    <a:pt x="1166" y="1112"/>
                  </a:cubicBezTo>
                  <a:cubicBezTo>
                    <a:pt x="600" y="1112"/>
                    <a:pt x="279" y="443"/>
                    <a:pt x="650" y="0"/>
                  </a:cubicBezTo>
                  <a:close/>
                </a:path>
              </a:pathLst>
            </a:custGeom>
            <a:solidFill>
              <a:srgbClr val="A9BAC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384" name="Google Shape;19384;p47"/>
            <p:cNvSpPr/>
            <p:nvPr/>
          </p:nvSpPr>
          <p:spPr>
            <a:xfrm>
              <a:off x="3894495" y="2318043"/>
              <a:ext cx="35967" cy="35967"/>
            </a:xfrm>
            <a:custGeom>
              <a:rect b="b" l="l" r="r" t="t"/>
              <a:pathLst>
                <a:path extrusionOk="0" h="1372" w="1372">
                  <a:moveTo>
                    <a:pt x="693" y="0"/>
                  </a:moveTo>
                  <a:cubicBezTo>
                    <a:pt x="318" y="0"/>
                    <a:pt x="0" y="303"/>
                    <a:pt x="0" y="693"/>
                  </a:cubicBezTo>
                  <a:cubicBezTo>
                    <a:pt x="0" y="1068"/>
                    <a:pt x="318" y="1372"/>
                    <a:pt x="693" y="1372"/>
                  </a:cubicBezTo>
                  <a:cubicBezTo>
                    <a:pt x="1069" y="1372"/>
                    <a:pt x="1372" y="1068"/>
                    <a:pt x="1372" y="693"/>
                  </a:cubicBezTo>
                  <a:cubicBezTo>
                    <a:pt x="1372" y="303"/>
                    <a:pt x="1069" y="0"/>
                    <a:pt x="693" y="0"/>
                  </a:cubicBezTo>
                  <a:close/>
                </a:path>
              </a:pathLst>
            </a:custGeom>
            <a:solidFill>
              <a:srgbClr val="EFF1F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385" name="Google Shape;19385;p47"/>
            <p:cNvSpPr/>
            <p:nvPr/>
          </p:nvSpPr>
          <p:spPr>
            <a:xfrm>
              <a:off x="3890327" y="2318803"/>
              <a:ext cx="35967" cy="35233"/>
            </a:xfrm>
            <a:custGeom>
              <a:rect b="b" l="l" r="r" t="t"/>
              <a:pathLst>
                <a:path extrusionOk="0" h="1344" w="1372">
                  <a:moveTo>
                    <a:pt x="650" y="0"/>
                  </a:moveTo>
                  <a:lnTo>
                    <a:pt x="650" y="0"/>
                  </a:lnTo>
                  <a:cubicBezTo>
                    <a:pt x="203" y="116"/>
                    <a:pt x="1" y="650"/>
                    <a:pt x="260" y="1039"/>
                  </a:cubicBezTo>
                  <a:cubicBezTo>
                    <a:pt x="395" y="1242"/>
                    <a:pt x="612" y="1343"/>
                    <a:pt x="830" y="1343"/>
                  </a:cubicBezTo>
                  <a:cubicBezTo>
                    <a:pt x="1031" y="1343"/>
                    <a:pt x="1233" y="1256"/>
                    <a:pt x="1372" y="1083"/>
                  </a:cubicBezTo>
                  <a:lnTo>
                    <a:pt x="1372" y="1083"/>
                  </a:lnTo>
                  <a:cubicBezTo>
                    <a:pt x="1314" y="1097"/>
                    <a:pt x="1257" y="1112"/>
                    <a:pt x="1199" y="1112"/>
                  </a:cubicBezTo>
                  <a:cubicBezTo>
                    <a:pt x="1193" y="1112"/>
                    <a:pt x="1187" y="1112"/>
                    <a:pt x="1181" y="1112"/>
                  </a:cubicBezTo>
                  <a:cubicBezTo>
                    <a:pt x="614" y="1112"/>
                    <a:pt x="293" y="443"/>
                    <a:pt x="650" y="0"/>
                  </a:cubicBezTo>
                  <a:close/>
                </a:path>
              </a:pathLst>
            </a:custGeom>
            <a:solidFill>
              <a:srgbClr val="A9BAC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386" name="Google Shape;19386;p47"/>
            <p:cNvSpPr/>
            <p:nvPr/>
          </p:nvSpPr>
          <p:spPr>
            <a:xfrm>
              <a:off x="4062507" y="2318043"/>
              <a:ext cx="35993" cy="35967"/>
            </a:xfrm>
            <a:custGeom>
              <a:rect b="b" l="l" r="r" t="t"/>
              <a:pathLst>
                <a:path extrusionOk="0" h="1372" w="1373">
                  <a:moveTo>
                    <a:pt x="694" y="0"/>
                  </a:moveTo>
                  <a:cubicBezTo>
                    <a:pt x="318" y="0"/>
                    <a:pt x="1" y="303"/>
                    <a:pt x="1" y="693"/>
                  </a:cubicBezTo>
                  <a:cubicBezTo>
                    <a:pt x="1" y="1068"/>
                    <a:pt x="318" y="1372"/>
                    <a:pt x="694" y="1372"/>
                  </a:cubicBezTo>
                  <a:cubicBezTo>
                    <a:pt x="1069" y="1372"/>
                    <a:pt x="1372" y="1068"/>
                    <a:pt x="1372" y="693"/>
                  </a:cubicBezTo>
                  <a:cubicBezTo>
                    <a:pt x="1372" y="303"/>
                    <a:pt x="1069" y="0"/>
                    <a:pt x="694" y="0"/>
                  </a:cubicBezTo>
                  <a:close/>
                </a:path>
              </a:pathLst>
            </a:custGeom>
            <a:solidFill>
              <a:srgbClr val="EFF1F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387" name="Google Shape;19387;p47"/>
            <p:cNvSpPr/>
            <p:nvPr/>
          </p:nvSpPr>
          <p:spPr>
            <a:xfrm>
              <a:off x="4058339" y="2318803"/>
              <a:ext cx="35993" cy="35233"/>
            </a:xfrm>
            <a:custGeom>
              <a:rect b="b" l="l" r="r" t="t"/>
              <a:pathLst>
                <a:path extrusionOk="0" h="1344" w="1373">
                  <a:moveTo>
                    <a:pt x="651" y="0"/>
                  </a:moveTo>
                  <a:cubicBezTo>
                    <a:pt x="203" y="116"/>
                    <a:pt x="1" y="650"/>
                    <a:pt x="261" y="1039"/>
                  </a:cubicBezTo>
                  <a:cubicBezTo>
                    <a:pt x="396" y="1242"/>
                    <a:pt x="612" y="1343"/>
                    <a:pt x="830" y="1343"/>
                  </a:cubicBezTo>
                  <a:cubicBezTo>
                    <a:pt x="1031" y="1343"/>
                    <a:pt x="1234" y="1256"/>
                    <a:pt x="1372" y="1083"/>
                  </a:cubicBezTo>
                  <a:lnTo>
                    <a:pt x="1372" y="1083"/>
                  </a:lnTo>
                  <a:cubicBezTo>
                    <a:pt x="1315" y="1097"/>
                    <a:pt x="1257" y="1112"/>
                    <a:pt x="1199" y="1112"/>
                  </a:cubicBezTo>
                  <a:cubicBezTo>
                    <a:pt x="1193" y="1112"/>
                    <a:pt x="1187" y="1112"/>
                    <a:pt x="1181" y="1112"/>
                  </a:cubicBezTo>
                  <a:cubicBezTo>
                    <a:pt x="601" y="1112"/>
                    <a:pt x="293" y="443"/>
                    <a:pt x="651" y="0"/>
                  </a:cubicBezTo>
                  <a:close/>
                </a:path>
              </a:pathLst>
            </a:custGeom>
            <a:solidFill>
              <a:srgbClr val="A9BAC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9388" name="Google Shape;19388;p47"/>
          <p:cNvGrpSpPr/>
          <p:nvPr/>
        </p:nvGrpSpPr>
        <p:grpSpPr>
          <a:xfrm>
            <a:off x="4201394" y="1981809"/>
            <a:ext cx="373537" cy="372306"/>
            <a:chOff x="4201394" y="1981809"/>
            <a:chExt cx="373537" cy="372306"/>
          </a:xfrm>
        </p:grpSpPr>
        <p:sp>
          <p:nvSpPr>
            <p:cNvPr id="19389" name="Google Shape;19389;p47"/>
            <p:cNvSpPr/>
            <p:nvPr/>
          </p:nvSpPr>
          <p:spPr>
            <a:xfrm>
              <a:off x="4308876" y="2188619"/>
              <a:ext cx="59429" cy="59823"/>
            </a:xfrm>
            <a:custGeom>
              <a:rect b="b" l="l" r="r" t="t"/>
              <a:pathLst>
                <a:path extrusionOk="0" h="2282" w="2267">
                  <a:moveTo>
                    <a:pt x="1400" y="0"/>
                  </a:moveTo>
                  <a:lnTo>
                    <a:pt x="0" y="1415"/>
                  </a:lnTo>
                  <a:cubicBezTo>
                    <a:pt x="101" y="1429"/>
                    <a:pt x="202" y="1473"/>
                    <a:pt x="275" y="1545"/>
                  </a:cubicBezTo>
                  <a:lnTo>
                    <a:pt x="722" y="1992"/>
                  </a:lnTo>
                  <a:cubicBezTo>
                    <a:pt x="794" y="2079"/>
                    <a:pt x="852" y="2166"/>
                    <a:pt x="866" y="2281"/>
                  </a:cubicBezTo>
                  <a:lnTo>
                    <a:pt x="2267" y="881"/>
                  </a:lnTo>
                  <a:cubicBezTo>
                    <a:pt x="1935" y="636"/>
                    <a:pt x="1646" y="332"/>
                    <a:pt x="1400" y="0"/>
                  </a:cubicBezTo>
                  <a:close/>
                </a:path>
              </a:pathLst>
            </a:custGeom>
            <a:solidFill>
              <a:srgbClr val="EAEFF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390" name="Google Shape;19390;p47"/>
            <p:cNvSpPr/>
            <p:nvPr/>
          </p:nvSpPr>
          <p:spPr>
            <a:xfrm>
              <a:off x="4309243" y="2188619"/>
              <a:ext cx="48078" cy="59823"/>
            </a:xfrm>
            <a:custGeom>
              <a:rect b="b" l="l" r="r" t="t"/>
              <a:pathLst>
                <a:path extrusionOk="0" h="2282" w="1834">
                  <a:moveTo>
                    <a:pt x="1401" y="0"/>
                  </a:moveTo>
                  <a:lnTo>
                    <a:pt x="1" y="1415"/>
                  </a:lnTo>
                  <a:cubicBezTo>
                    <a:pt x="102" y="1429"/>
                    <a:pt x="203" y="1473"/>
                    <a:pt x="275" y="1545"/>
                  </a:cubicBezTo>
                  <a:lnTo>
                    <a:pt x="722" y="1992"/>
                  </a:lnTo>
                  <a:cubicBezTo>
                    <a:pt x="795" y="2079"/>
                    <a:pt x="852" y="2166"/>
                    <a:pt x="867" y="2281"/>
                  </a:cubicBezTo>
                  <a:lnTo>
                    <a:pt x="1386" y="1747"/>
                  </a:lnTo>
                  <a:lnTo>
                    <a:pt x="1199" y="1545"/>
                  </a:lnTo>
                  <a:lnTo>
                    <a:pt x="1184" y="1545"/>
                  </a:lnTo>
                  <a:cubicBezTo>
                    <a:pt x="1069" y="1429"/>
                    <a:pt x="1069" y="1256"/>
                    <a:pt x="1184" y="1141"/>
                  </a:cubicBezTo>
                  <a:lnTo>
                    <a:pt x="1834" y="491"/>
                  </a:lnTo>
                  <a:cubicBezTo>
                    <a:pt x="1675" y="347"/>
                    <a:pt x="1531" y="174"/>
                    <a:pt x="1401" y="0"/>
                  </a:cubicBezTo>
                  <a:close/>
                </a:path>
              </a:pathLst>
            </a:custGeom>
            <a:solidFill>
              <a:srgbClr val="C4CFD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391" name="Google Shape;19391;p47"/>
            <p:cNvSpPr/>
            <p:nvPr/>
          </p:nvSpPr>
          <p:spPr>
            <a:xfrm>
              <a:off x="4303580" y="1981809"/>
              <a:ext cx="271351" cy="259030"/>
            </a:xfrm>
            <a:custGeom>
              <a:rect b="b" l="l" r="r" t="t"/>
              <a:pathLst>
                <a:path extrusionOk="0" h="9881" w="10351">
                  <a:moveTo>
                    <a:pt x="5378" y="1"/>
                  </a:moveTo>
                  <a:cubicBezTo>
                    <a:pt x="4169" y="1"/>
                    <a:pt x="2937" y="449"/>
                    <a:pt x="1934" y="1451"/>
                  </a:cubicBezTo>
                  <a:cubicBezTo>
                    <a:pt x="0" y="3386"/>
                    <a:pt x="0" y="6504"/>
                    <a:pt x="1934" y="8438"/>
                  </a:cubicBezTo>
                  <a:cubicBezTo>
                    <a:pt x="2873" y="9376"/>
                    <a:pt x="4136" y="9880"/>
                    <a:pt x="5423" y="9880"/>
                  </a:cubicBezTo>
                  <a:cubicBezTo>
                    <a:pt x="6056" y="9880"/>
                    <a:pt x="6695" y="9758"/>
                    <a:pt x="7304" y="9506"/>
                  </a:cubicBezTo>
                  <a:cubicBezTo>
                    <a:pt x="9152" y="8741"/>
                    <a:pt x="10350" y="6937"/>
                    <a:pt x="10350" y="4945"/>
                  </a:cubicBezTo>
                  <a:cubicBezTo>
                    <a:pt x="10350" y="1973"/>
                    <a:pt x="7915" y="1"/>
                    <a:pt x="5378" y="1"/>
                  </a:cubicBezTo>
                  <a:close/>
                </a:path>
              </a:pathLst>
            </a:custGeom>
            <a:solidFill>
              <a:srgbClr val="EFF1F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392" name="Google Shape;19392;p47"/>
            <p:cNvSpPr/>
            <p:nvPr/>
          </p:nvSpPr>
          <p:spPr>
            <a:xfrm>
              <a:off x="4298652" y="1982281"/>
              <a:ext cx="158208" cy="258296"/>
            </a:xfrm>
            <a:custGeom>
              <a:rect b="b" l="l" r="r" t="t"/>
              <a:pathLst>
                <a:path extrusionOk="0" h="9853" w="6035">
                  <a:moveTo>
                    <a:pt x="5607" y="0"/>
                  </a:moveTo>
                  <a:cubicBezTo>
                    <a:pt x="2908" y="0"/>
                    <a:pt x="679" y="2183"/>
                    <a:pt x="679" y="4927"/>
                  </a:cubicBezTo>
                  <a:cubicBezTo>
                    <a:pt x="679" y="7670"/>
                    <a:pt x="2908" y="9853"/>
                    <a:pt x="5607" y="9853"/>
                  </a:cubicBezTo>
                  <a:cubicBezTo>
                    <a:pt x="5748" y="9853"/>
                    <a:pt x="5891" y="9847"/>
                    <a:pt x="6035" y="9835"/>
                  </a:cubicBezTo>
                  <a:cubicBezTo>
                    <a:pt x="4865" y="9748"/>
                    <a:pt x="3783" y="9243"/>
                    <a:pt x="2960" y="8420"/>
                  </a:cubicBezTo>
                  <a:cubicBezTo>
                    <a:pt x="0" y="5446"/>
                    <a:pt x="1848" y="365"/>
                    <a:pt x="6035" y="19"/>
                  </a:cubicBezTo>
                  <a:cubicBezTo>
                    <a:pt x="5891" y="6"/>
                    <a:pt x="5748" y="0"/>
                    <a:pt x="5607" y="0"/>
                  </a:cubicBezTo>
                  <a:close/>
                </a:path>
              </a:pathLst>
            </a:custGeom>
            <a:solidFill>
              <a:srgbClr val="EAEFF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393" name="Google Shape;19393;p47"/>
            <p:cNvSpPr/>
            <p:nvPr/>
          </p:nvSpPr>
          <p:spPr>
            <a:xfrm>
              <a:off x="4341041" y="2006504"/>
              <a:ext cx="219498" cy="209746"/>
            </a:xfrm>
            <a:custGeom>
              <a:rect b="b" l="l" r="r" t="t"/>
              <a:pathLst>
                <a:path extrusionOk="0" h="8001" w="8373">
                  <a:moveTo>
                    <a:pt x="4028" y="0"/>
                  </a:moveTo>
                  <a:cubicBezTo>
                    <a:pt x="1974" y="0"/>
                    <a:pt x="0" y="1597"/>
                    <a:pt x="0" y="4003"/>
                  </a:cubicBezTo>
                  <a:cubicBezTo>
                    <a:pt x="0" y="6404"/>
                    <a:pt x="1968" y="8001"/>
                    <a:pt x="4019" y="8001"/>
                  </a:cubicBezTo>
                  <a:cubicBezTo>
                    <a:pt x="5000" y="8001"/>
                    <a:pt x="6001" y="7635"/>
                    <a:pt x="6814" y="6817"/>
                  </a:cubicBezTo>
                  <a:cubicBezTo>
                    <a:pt x="8373" y="5258"/>
                    <a:pt x="8373" y="2732"/>
                    <a:pt x="6814" y="1173"/>
                  </a:cubicBezTo>
                  <a:cubicBezTo>
                    <a:pt x="6003" y="363"/>
                    <a:pt x="5006" y="0"/>
                    <a:pt x="4028" y="0"/>
                  </a:cubicBezTo>
                  <a:close/>
                </a:path>
              </a:pathLst>
            </a:custGeom>
            <a:solidFill>
              <a:srgbClr val="D7DFE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394" name="Google Shape;19394;p47"/>
            <p:cNvSpPr/>
            <p:nvPr/>
          </p:nvSpPr>
          <p:spPr>
            <a:xfrm>
              <a:off x="4331945" y="2006845"/>
              <a:ext cx="124914" cy="209169"/>
            </a:xfrm>
            <a:custGeom>
              <a:rect b="b" l="l" r="r" t="t"/>
              <a:pathLst>
                <a:path extrusionOk="0" h="7979" w="4765">
                  <a:moveTo>
                    <a:pt x="4367" y="0"/>
                  </a:moveTo>
                  <a:cubicBezTo>
                    <a:pt x="2187" y="0"/>
                    <a:pt x="376" y="1770"/>
                    <a:pt x="376" y="3990"/>
                  </a:cubicBezTo>
                  <a:cubicBezTo>
                    <a:pt x="376" y="6222"/>
                    <a:pt x="2186" y="7979"/>
                    <a:pt x="4364" y="7979"/>
                  </a:cubicBezTo>
                  <a:cubicBezTo>
                    <a:pt x="4497" y="7979"/>
                    <a:pt x="4630" y="7972"/>
                    <a:pt x="4765" y="7959"/>
                  </a:cubicBezTo>
                  <a:cubicBezTo>
                    <a:pt x="3855" y="7858"/>
                    <a:pt x="3018" y="7454"/>
                    <a:pt x="2368" y="6804"/>
                  </a:cubicBezTo>
                  <a:cubicBezTo>
                    <a:pt x="1" y="4437"/>
                    <a:pt x="1430" y="381"/>
                    <a:pt x="4765" y="20"/>
                  </a:cubicBezTo>
                  <a:cubicBezTo>
                    <a:pt x="4631" y="7"/>
                    <a:pt x="4498" y="0"/>
                    <a:pt x="4367" y="0"/>
                  </a:cubicBezTo>
                  <a:close/>
                </a:path>
              </a:pathLst>
            </a:custGeom>
            <a:solidFill>
              <a:srgbClr val="97ACB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395" name="Google Shape;19395;p47"/>
            <p:cNvSpPr/>
            <p:nvPr/>
          </p:nvSpPr>
          <p:spPr>
            <a:xfrm>
              <a:off x="4417091" y="2048212"/>
              <a:ext cx="57175" cy="57175"/>
            </a:xfrm>
            <a:custGeom>
              <a:rect b="b" l="l" r="r" t="t"/>
              <a:pathLst>
                <a:path extrusionOk="0" h="2181" w="2181">
                  <a:moveTo>
                    <a:pt x="1083" y="1"/>
                  </a:moveTo>
                  <a:cubicBezTo>
                    <a:pt x="492" y="1"/>
                    <a:pt x="1" y="492"/>
                    <a:pt x="1" y="1084"/>
                  </a:cubicBezTo>
                  <a:cubicBezTo>
                    <a:pt x="1" y="1690"/>
                    <a:pt x="492" y="2181"/>
                    <a:pt x="1083" y="2181"/>
                  </a:cubicBezTo>
                  <a:cubicBezTo>
                    <a:pt x="1690" y="2181"/>
                    <a:pt x="2181" y="1690"/>
                    <a:pt x="2181" y="1084"/>
                  </a:cubicBezTo>
                  <a:cubicBezTo>
                    <a:pt x="2181" y="492"/>
                    <a:pt x="1690" y="1"/>
                    <a:pt x="1083" y="1"/>
                  </a:cubicBezTo>
                  <a:close/>
                </a:path>
              </a:pathLst>
            </a:custGeom>
            <a:solidFill>
              <a:srgbClr val="EEF2F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396" name="Google Shape;19396;p47"/>
            <p:cNvSpPr/>
            <p:nvPr/>
          </p:nvSpPr>
          <p:spPr>
            <a:xfrm>
              <a:off x="4417851" y="2048369"/>
              <a:ext cx="39008" cy="56834"/>
            </a:xfrm>
            <a:custGeom>
              <a:rect b="b" l="l" r="r" t="t"/>
              <a:pathLst>
                <a:path extrusionOk="0" h="2168" w="1488">
                  <a:moveTo>
                    <a:pt x="1080" y="1"/>
                  </a:moveTo>
                  <a:cubicBezTo>
                    <a:pt x="510" y="1"/>
                    <a:pt x="1" y="459"/>
                    <a:pt x="1" y="1078"/>
                  </a:cubicBezTo>
                  <a:cubicBezTo>
                    <a:pt x="1" y="1699"/>
                    <a:pt x="514" y="2167"/>
                    <a:pt x="1086" y="2167"/>
                  </a:cubicBezTo>
                  <a:cubicBezTo>
                    <a:pt x="1219" y="2167"/>
                    <a:pt x="1354" y="2142"/>
                    <a:pt x="1488" y="2088"/>
                  </a:cubicBezTo>
                  <a:cubicBezTo>
                    <a:pt x="1083" y="1915"/>
                    <a:pt x="823" y="1525"/>
                    <a:pt x="838" y="1078"/>
                  </a:cubicBezTo>
                  <a:cubicBezTo>
                    <a:pt x="823" y="644"/>
                    <a:pt x="1083" y="255"/>
                    <a:pt x="1488" y="81"/>
                  </a:cubicBezTo>
                  <a:cubicBezTo>
                    <a:pt x="1352" y="26"/>
                    <a:pt x="1214" y="1"/>
                    <a:pt x="1080" y="1"/>
                  </a:cubicBez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397" name="Google Shape;19397;p47"/>
            <p:cNvSpPr/>
            <p:nvPr/>
          </p:nvSpPr>
          <p:spPr>
            <a:xfrm>
              <a:off x="4398557" y="2105361"/>
              <a:ext cx="93876" cy="59823"/>
            </a:xfrm>
            <a:custGeom>
              <a:rect b="b" l="l" r="r" t="t"/>
              <a:pathLst>
                <a:path extrusionOk="0" h="2282" w="3581">
                  <a:moveTo>
                    <a:pt x="1170" y="1"/>
                  </a:moveTo>
                  <a:cubicBezTo>
                    <a:pt x="535" y="1"/>
                    <a:pt x="15" y="520"/>
                    <a:pt x="0" y="1170"/>
                  </a:cubicBezTo>
                  <a:lnTo>
                    <a:pt x="0" y="2079"/>
                  </a:lnTo>
                  <a:cubicBezTo>
                    <a:pt x="0" y="2195"/>
                    <a:pt x="101" y="2281"/>
                    <a:pt x="203" y="2281"/>
                  </a:cubicBezTo>
                  <a:lnTo>
                    <a:pt x="3378" y="2281"/>
                  </a:lnTo>
                  <a:cubicBezTo>
                    <a:pt x="3494" y="2281"/>
                    <a:pt x="3580" y="2195"/>
                    <a:pt x="3580" y="2079"/>
                  </a:cubicBezTo>
                  <a:lnTo>
                    <a:pt x="3580" y="1170"/>
                  </a:lnTo>
                  <a:cubicBezTo>
                    <a:pt x="3580" y="520"/>
                    <a:pt x="3061" y="1"/>
                    <a:pt x="2411" y="1"/>
                  </a:cubicBezTo>
                  <a:close/>
                </a:path>
              </a:pathLst>
            </a:custGeom>
            <a:solidFill>
              <a:srgbClr val="A6B8C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398" name="Google Shape;19398;p47"/>
            <p:cNvSpPr/>
            <p:nvPr/>
          </p:nvSpPr>
          <p:spPr>
            <a:xfrm>
              <a:off x="4398924" y="2105361"/>
              <a:ext cx="53007" cy="59823"/>
            </a:xfrm>
            <a:custGeom>
              <a:rect b="b" l="l" r="r" t="t"/>
              <a:pathLst>
                <a:path extrusionOk="0" h="2282" w="2022">
                  <a:moveTo>
                    <a:pt x="1170" y="1"/>
                  </a:moveTo>
                  <a:cubicBezTo>
                    <a:pt x="521" y="1"/>
                    <a:pt x="1" y="520"/>
                    <a:pt x="1" y="1170"/>
                  </a:cubicBezTo>
                  <a:lnTo>
                    <a:pt x="1" y="2079"/>
                  </a:lnTo>
                  <a:cubicBezTo>
                    <a:pt x="1" y="2195"/>
                    <a:pt x="87" y="2281"/>
                    <a:pt x="189" y="2281"/>
                  </a:cubicBezTo>
                  <a:lnTo>
                    <a:pt x="1055" y="2281"/>
                  </a:lnTo>
                  <a:cubicBezTo>
                    <a:pt x="939" y="2281"/>
                    <a:pt x="853" y="2195"/>
                    <a:pt x="853" y="2079"/>
                  </a:cubicBezTo>
                  <a:lnTo>
                    <a:pt x="853" y="1170"/>
                  </a:lnTo>
                  <a:cubicBezTo>
                    <a:pt x="853" y="520"/>
                    <a:pt x="1372" y="1"/>
                    <a:pt x="2022" y="1"/>
                  </a:cubicBezTo>
                  <a:close/>
                </a:path>
              </a:pathLst>
            </a:custGeom>
            <a:solidFill>
              <a:srgbClr val="92A3B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399" name="Google Shape;19399;p47"/>
            <p:cNvSpPr/>
            <p:nvPr/>
          </p:nvSpPr>
          <p:spPr>
            <a:xfrm>
              <a:off x="4416331" y="2128639"/>
              <a:ext cx="12138" cy="36544"/>
            </a:xfrm>
            <a:custGeom>
              <a:rect b="b" l="l" r="r" t="t"/>
              <a:pathLst>
                <a:path extrusionOk="0" h="1394" w="463">
                  <a:moveTo>
                    <a:pt x="232" y="0"/>
                  </a:moveTo>
                  <a:cubicBezTo>
                    <a:pt x="116" y="0"/>
                    <a:pt x="1" y="80"/>
                    <a:pt x="15" y="239"/>
                  </a:cubicBezTo>
                  <a:lnTo>
                    <a:pt x="15" y="1393"/>
                  </a:lnTo>
                  <a:lnTo>
                    <a:pt x="448" y="1393"/>
                  </a:lnTo>
                  <a:lnTo>
                    <a:pt x="448" y="239"/>
                  </a:lnTo>
                  <a:cubicBezTo>
                    <a:pt x="463" y="80"/>
                    <a:pt x="347" y="0"/>
                    <a:pt x="232" y="0"/>
                  </a:cubicBezTo>
                  <a:close/>
                </a:path>
              </a:pathLst>
            </a:custGeom>
            <a:solidFill>
              <a:srgbClr val="92A3B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400" name="Google Shape;19400;p47"/>
            <p:cNvSpPr/>
            <p:nvPr/>
          </p:nvSpPr>
          <p:spPr>
            <a:xfrm>
              <a:off x="4462889" y="2128639"/>
              <a:ext cx="12138" cy="36544"/>
            </a:xfrm>
            <a:custGeom>
              <a:rect b="b" l="l" r="r" t="t"/>
              <a:pathLst>
                <a:path extrusionOk="0" h="1394" w="463">
                  <a:moveTo>
                    <a:pt x="231" y="0"/>
                  </a:moveTo>
                  <a:cubicBezTo>
                    <a:pt x="116" y="0"/>
                    <a:pt x="0" y="80"/>
                    <a:pt x="15" y="239"/>
                  </a:cubicBezTo>
                  <a:lnTo>
                    <a:pt x="15" y="1393"/>
                  </a:lnTo>
                  <a:lnTo>
                    <a:pt x="448" y="1393"/>
                  </a:lnTo>
                  <a:lnTo>
                    <a:pt x="448" y="239"/>
                  </a:lnTo>
                  <a:cubicBezTo>
                    <a:pt x="462" y="80"/>
                    <a:pt x="347" y="0"/>
                    <a:pt x="231" y="0"/>
                  </a:cubicBezTo>
                  <a:close/>
                </a:path>
              </a:pathLst>
            </a:custGeom>
            <a:solidFill>
              <a:srgbClr val="92A3B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401" name="Google Shape;19401;p47"/>
            <p:cNvSpPr/>
            <p:nvPr/>
          </p:nvSpPr>
          <p:spPr>
            <a:xfrm>
              <a:off x="4201394" y="2221441"/>
              <a:ext cx="135872" cy="132674"/>
            </a:xfrm>
            <a:custGeom>
              <a:rect b="b" l="l" r="r" t="t"/>
              <a:pathLst>
                <a:path extrusionOk="0" h="5061" w="5183">
                  <a:moveTo>
                    <a:pt x="4107" y="1"/>
                  </a:moveTo>
                  <a:cubicBezTo>
                    <a:pt x="3963" y="1"/>
                    <a:pt x="3819" y="55"/>
                    <a:pt x="3710" y="163"/>
                  </a:cubicBezTo>
                  <a:lnTo>
                    <a:pt x="232" y="3642"/>
                  </a:lnTo>
                  <a:cubicBezTo>
                    <a:pt x="1" y="3858"/>
                    <a:pt x="1" y="4219"/>
                    <a:pt x="232" y="4436"/>
                  </a:cubicBezTo>
                  <a:lnTo>
                    <a:pt x="679" y="4898"/>
                  </a:lnTo>
                  <a:cubicBezTo>
                    <a:pt x="787" y="5006"/>
                    <a:pt x="932" y="5060"/>
                    <a:pt x="1076" y="5060"/>
                  </a:cubicBezTo>
                  <a:cubicBezTo>
                    <a:pt x="1220" y="5060"/>
                    <a:pt x="1365" y="5006"/>
                    <a:pt x="1473" y="4898"/>
                  </a:cubicBezTo>
                  <a:lnTo>
                    <a:pt x="4966" y="1404"/>
                  </a:lnTo>
                  <a:cubicBezTo>
                    <a:pt x="5183" y="1188"/>
                    <a:pt x="5183" y="827"/>
                    <a:pt x="4966" y="611"/>
                  </a:cubicBezTo>
                  <a:lnTo>
                    <a:pt x="4504" y="163"/>
                  </a:lnTo>
                  <a:cubicBezTo>
                    <a:pt x="4396" y="55"/>
                    <a:pt x="4252" y="1"/>
                    <a:pt x="4107" y="1"/>
                  </a:cubicBezTo>
                  <a:close/>
                </a:path>
              </a:pathLst>
            </a:custGeom>
            <a:solidFill>
              <a:srgbClr val="A6B8C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402" name="Google Shape;19402;p47"/>
            <p:cNvSpPr/>
            <p:nvPr/>
          </p:nvSpPr>
          <p:spPr>
            <a:xfrm>
              <a:off x="4201394" y="2221441"/>
              <a:ext cx="118859" cy="132674"/>
            </a:xfrm>
            <a:custGeom>
              <a:rect b="b" l="l" r="r" t="t"/>
              <a:pathLst>
                <a:path extrusionOk="0" h="5061" w="4534">
                  <a:moveTo>
                    <a:pt x="4107" y="1"/>
                  </a:moveTo>
                  <a:cubicBezTo>
                    <a:pt x="3963" y="1"/>
                    <a:pt x="3819" y="55"/>
                    <a:pt x="3710" y="163"/>
                  </a:cubicBezTo>
                  <a:lnTo>
                    <a:pt x="232" y="3642"/>
                  </a:lnTo>
                  <a:cubicBezTo>
                    <a:pt x="1" y="3858"/>
                    <a:pt x="1" y="4219"/>
                    <a:pt x="232" y="4450"/>
                  </a:cubicBezTo>
                  <a:lnTo>
                    <a:pt x="679" y="4898"/>
                  </a:lnTo>
                  <a:cubicBezTo>
                    <a:pt x="787" y="5006"/>
                    <a:pt x="932" y="5060"/>
                    <a:pt x="1076" y="5060"/>
                  </a:cubicBezTo>
                  <a:cubicBezTo>
                    <a:pt x="1220" y="5060"/>
                    <a:pt x="1365" y="5006"/>
                    <a:pt x="1473" y="4898"/>
                  </a:cubicBezTo>
                  <a:lnTo>
                    <a:pt x="1502" y="4869"/>
                  </a:lnTo>
                  <a:lnTo>
                    <a:pt x="1083" y="4450"/>
                  </a:lnTo>
                  <a:cubicBezTo>
                    <a:pt x="867" y="4219"/>
                    <a:pt x="867" y="3858"/>
                    <a:pt x="1083" y="3642"/>
                  </a:cubicBezTo>
                  <a:lnTo>
                    <a:pt x="4533" y="192"/>
                  </a:lnTo>
                  <a:lnTo>
                    <a:pt x="4504" y="163"/>
                  </a:lnTo>
                  <a:cubicBezTo>
                    <a:pt x="4396" y="55"/>
                    <a:pt x="4252" y="1"/>
                    <a:pt x="4107" y="1"/>
                  </a:cubicBezTo>
                  <a:close/>
                </a:path>
              </a:pathLst>
            </a:custGeom>
            <a:solidFill>
              <a:srgbClr val="92A3B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403" name="Google Shape;19403;p47"/>
            <p:cNvSpPr/>
            <p:nvPr/>
          </p:nvSpPr>
          <p:spPr>
            <a:xfrm>
              <a:off x="4287668" y="2221441"/>
              <a:ext cx="49599" cy="47816"/>
            </a:xfrm>
            <a:custGeom>
              <a:rect b="b" l="l" r="r" t="t"/>
              <a:pathLst>
                <a:path extrusionOk="0" h="1824" w="1892">
                  <a:moveTo>
                    <a:pt x="816" y="1"/>
                  </a:moveTo>
                  <a:cubicBezTo>
                    <a:pt x="672" y="1"/>
                    <a:pt x="528" y="55"/>
                    <a:pt x="419" y="163"/>
                  </a:cubicBezTo>
                  <a:lnTo>
                    <a:pt x="1" y="582"/>
                  </a:lnTo>
                  <a:lnTo>
                    <a:pt x="1257" y="1823"/>
                  </a:lnTo>
                  <a:lnTo>
                    <a:pt x="1675" y="1404"/>
                  </a:lnTo>
                  <a:cubicBezTo>
                    <a:pt x="1892" y="1188"/>
                    <a:pt x="1892" y="827"/>
                    <a:pt x="1675" y="611"/>
                  </a:cubicBezTo>
                  <a:lnTo>
                    <a:pt x="1213" y="163"/>
                  </a:lnTo>
                  <a:cubicBezTo>
                    <a:pt x="1105" y="55"/>
                    <a:pt x="961" y="1"/>
                    <a:pt x="816" y="1"/>
                  </a:cubicBezTo>
                  <a:close/>
                </a:path>
              </a:pathLst>
            </a:custGeom>
            <a:solidFill>
              <a:srgbClr val="92A3B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404" name="Google Shape;19404;p47"/>
            <p:cNvSpPr/>
            <p:nvPr/>
          </p:nvSpPr>
          <p:spPr>
            <a:xfrm>
              <a:off x="4287668" y="2221545"/>
              <a:ext cx="32585" cy="26136"/>
            </a:xfrm>
            <a:custGeom>
              <a:rect b="b" l="l" r="r" t="t"/>
              <a:pathLst>
                <a:path extrusionOk="0" h="997" w="1243">
                  <a:moveTo>
                    <a:pt x="708" y="0"/>
                  </a:moveTo>
                  <a:cubicBezTo>
                    <a:pt x="593" y="15"/>
                    <a:pt x="492" y="72"/>
                    <a:pt x="405" y="159"/>
                  </a:cubicBezTo>
                  <a:lnTo>
                    <a:pt x="102" y="462"/>
                  </a:lnTo>
                  <a:lnTo>
                    <a:pt x="1" y="578"/>
                  </a:lnTo>
                  <a:lnTo>
                    <a:pt x="434" y="996"/>
                  </a:lnTo>
                  <a:lnTo>
                    <a:pt x="1242" y="188"/>
                  </a:lnTo>
                  <a:lnTo>
                    <a:pt x="1213" y="159"/>
                  </a:lnTo>
                  <a:lnTo>
                    <a:pt x="1185" y="116"/>
                  </a:lnTo>
                  <a:lnTo>
                    <a:pt x="1170" y="101"/>
                  </a:lnTo>
                  <a:lnTo>
                    <a:pt x="1112" y="87"/>
                  </a:lnTo>
                  <a:cubicBezTo>
                    <a:pt x="1011" y="29"/>
                    <a:pt x="910" y="0"/>
                    <a:pt x="809" y="0"/>
                  </a:cubicBezTo>
                  <a:close/>
                </a:path>
              </a:pathLst>
            </a:custGeom>
            <a:solidFill>
              <a:srgbClr val="8094A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9405" name="Google Shape;19405;p47"/>
          <p:cNvGrpSpPr/>
          <p:nvPr/>
        </p:nvGrpSpPr>
        <p:grpSpPr>
          <a:xfrm>
            <a:off x="4659658" y="1500266"/>
            <a:ext cx="422744" cy="377785"/>
            <a:chOff x="4659658" y="1500266"/>
            <a:chExt cx="422744" cy="377785"/>
          </a:xfrm>
        </p:grpSpPr>
        <p:sp>
          <p:nvSpPr>
            <p:cNvPr id="19406" name="Google Shape;19406;p47"/>
            <p:cNvSpPr/>
            <p:nvPr/>
          </p:nvSpPr>
          <p:spPr>
            <a:xfrm>
              <a:off x="4786067" y="1537727"/>
              <a:ext cx="129056" cy="128689"/>
            </a:xfrm>
            <a:custGeom>
              <a:rect b="b" l="l" r="r" t="t"/>
              <a:pathLst>
                <a:path extrusionOk="0" h="4909" w="4923">
                  <a:moveTo>
                    <a:pt x="2442" y="0"/>
                  </a:moveTo>
                  <a:cubicBezTo>
                    <a:pt x="1097" y="0"/>
                    <a:pt x="0" y="1092"/>
                    <a:pt x="0" y="2440"/>
                  </a:cubicBezTo>
                  <a:cubicBezTo>
                    <a:pt x="0" y="3797"/>
                    <a:pt x="1097" y="4909"/>
                    <a:pt x="2454" y="4909"/>
                  </a:cubicBezTo>
                  <a:cubicBezTo>
                    <a:pt x="3811" y="4909"/>
                    <a:pt x="4908" y="3811"/>
                    <a:pt x="4908" y="2455"/>
                  </a:cubicBezTo>
                  <a:cubicBezTo>
                    <a:pt x="4923" y="1098"/>
                    <a:pt x="3826" y="1"/>
                    <a:pt x="2469" y="1"/>
                  </a:cubicBezTo>
                  <a:cubicBezTo>
                    <a:pt x="2460" y="0"/>
                    <a:pt x="2451" y="0"/>
                    <a:pt x="2442" y="0"/>
                  </a:cubicBezTo>
                  <a:close/>
                </a:path>
              </a:pathLst>
            </a:custGeom>
            <a:solidFill>
              <a:srgbClr val="D6DFE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407" name="Google Shape;19407;p47"/>
            <p:cNvSpPr/>
            <p:nvPr/>
          </p:nvSpPr>
          <p:spPr>
            <a:xfrm>
              <a:off x="4783419" y="1537544"/>
              <a:ext cx="75316" cy="128873"/>
            </a:xfrm>
            <a:custGeom>
              <a:rect b="b" l="l" r="r" t="t"/>
              <a:pathLst>
                <a:path extrusionOk="0" h="4916" w="2873">
                  <a:moveTo>
                    <a:pt x="2543" y="0"/>
                  </a:moveTo>
                  <a:cubicBezTo>
                    <a:pt x="1266" y="0"/>
                    <a:pt x="181" y="985"/>
                    <a:pt x="101" y="2288"/>
                  </a:cubicBezTo>
                  <a:cubicBezTo>
                    <a:pt x="0" y="3717"/>
                    <a:pt x="1126" y="4916"/>
                    <a:pt x="2541" y="4916"/>
                  </a:cubicBezTo>
                  <a:cubicBezTo>
                    <a:pt x="2642" y="4916"/>
                    <a:pt x="2757" y="4916"/>
                    <a:pt x="2859" y="4901"/>
                  </a:cubicBezTo>
                  <a:cubicBezTo>
                    <a:pt x="1632" y="4728"/>
                    <a:pt x="722" y="3689"/>
                    <a:pt x="722" y="2462"/>
                  </a:cubicBezTo>
                  <a:cubicBezTo>
                    <a:pt x="737" y="1220"/>
                    <a:pt x="1646" y="181"/>
                    <a:pt x="2873" y="22"/>
                  </a:cubicBezTo>
                  <a:cubicBezTo>
                    <a:pt x="2762" y="7"/>
                    <a:pt x="2651" y="0"/>
                    <a:pt x="2543" y="0"/>
                  </a:cubicBezTo>
                  <a:close/>
                </a:path>
              </a:pathLst>
            </a:custGeom>
            <a:solidFill>
              <a:srgbClr val="91A8B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408" name="Google Shape;19408;p47"/>
            <p:cNvSpPr/>
            <p:nvPr/>
          </p:nvSpPr>
          <p:spPr>
            <a:xfrm>
              <a:off x="4806489" y="1558175"/>
              <a:ext cx="87820" cy="87820"/>
            </a:xfrm>
            <a:custGeom>
              <a:rect b="b" l="l" r="r" t="t"/>
              <a:pathLst>
                <a:path extrusionOk="0" h="3350" w="3350">
                  <a:moveTo>
                    <a:pt x="1690" y="0"/>
                  </a:moveTo>
                  <a:cubicBezTo>
                    <a:pt x="766" y="0"/>
                    <a:pt x="15" y="751"/>
                    <a:pt x="15" y="1660"/>
                  </a:cubicBezTo>
                  <a:cubicBezTo>
                    <a:pt x="1" y="2584"/>
                    <a:pt x="752" y="3335"/>
                    <a:pt x="1675" y="3349"/>
                  </a:cubicBezTo>
                  <a:cubicBezTo>
                    <a:pt x="2599" y="3349"/>
                    <a:pt x="3350" y="2598"/>
                    <a:pt x="3350" y="1675"/>
                  </a:cubicBezTo>
                  <a:cubicBezTo>
                    <a:pt x="3350" y="751"/>
                    <a:pt x="2614" y="0"/>
                    <a:pt x="1690" y="0"/>
                  </a:cubicBezTo>
                  <a:close/>
                </a:path>
              </a:pathLst>
            </a:custGeom>
            <a:solidFill>
              <a:srgbClr val="A9BAC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409" name="Google Shape;19409;p47"/>
            <p:cNvSpPr/>
            <p:nvPr/>
          </p:nvSpPr>
          <p:spPr>
            <a:xfrm>
              <a:off x="4806489" y="1558096"/>
              <a:ext cx="52246" cy="87951"/>
            </a:xfrm>
            <a:custGeom>
              <a:rect b="b" l="l" r="r" t="t"/>
              <a:pathLst>
                <a:path extrusionOk="0" h="3355" w="1993">
                  <a:moveTo>
                    <a:pt x="1671" y="0"/>
                  </a:moveTo>
                  <a:cubicBezTo>
                    <a:pt x="775" y="0"/>
                    <a:pt x="1" y="735"/>
                    <a:pt x="1" y="1678"/>
                  </a:cubicBezTo>
                  <a:cubicBezTo>
                    <a:pt x="1" y="2620"/>
                    <a:pt x="775" y="3355"/>
                    <a:pt x="1671" y="3355"/>
                  </a:cubicBezTo>
                  <a:cubicBezTo>
                    <a:pt x="1777" y="3355"/>
                    <a:pt x="1885" y="3345"/>
                    <a:pt x="1993" y="3323"/>
                  </a:cubicBezTo>
                  <a:cubicBezTo>
                    <a:pt x="1213" y="3164"/>
                    <a:pt x="650" y="2471"/>
                    <a:pt x="650" y="1678"/>
                  </a:cubicBezTo>
                  <a:cubicBezTo>
                    <a:pt x="650" y="869"/>
                    <a:pt x="1213" y="191"/>
                    <a:pt x="1993" y="32"/>
                  </a:cubicBezTo>
                  <a:cubicBezTo>
                    <a:pt x="1885" y="11"/>
                    <a:pt x="1777" y="0"/>
                    <a:pt x="1671" y="0"/>
                  </a:cubicBezTo>
                  <a:close/>
                </a:path>
              </a:pathLst>
            </a:custGeom>
            <a:solidFill>
              <a:srgbClr val="8C9EA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410" name="Google Shape;19410;p47"/>
            <p:cNvSpPr/>
            <p:nvPr/>
          </p:nvSpPr>
          <p:spPr>
            <a:xfrm>
              <a:off x="4832599" y="1572541"/>
              <a:ext cx="34473" cy="60190"/>
            </a:xfrm>
            <a:custGeom>
              <a:rect b="b" l="l" r="r" t="t"/>
              <a:pathLst>
                <a:path extrusionOk="0" h="2296" w="1315">
                  <a:moveTo>
                    <a:pt x="622" y="463"/>
                  </a:moveTo>
                  <a:lnTo>
                    <a:pt x="622" y="881"/>
                  </a:lnTo>
                  <a:cubicBezTo>
                    <a:pt x="448" y="809"/>
                    <a:pt x="405" y="751"/>
                    <a:pt x="405" y="665"/>
                  </a:cubicBezTo>
                  <a:cubicBezTo>
                    <a:pt x="405" y="535"/>
                    <a:pt x="506" y="477"/>
                    <a:pt x="622" y="463"/>
                  </a:cubicBezTo>
                  <a:close/>
                  <a:moveTo>
                    <a:pt x="766" y="1329"/>
                  </a:moveTo>
                  <a:cubicBezTo>
                    <a:pt x="935" y="1399"/>
                    <a:pt x="980" y="1483"/>
                    <a:pt x="982" y="1581"/>
                  </a:cubicBezTo>
                  <a:lnTo>
                    <a:pt x="982" y="1581"/>
                  </a:lnTo>
                  <a:cubicBezTo>
                    <a:pt x="979" y="1708"/>
                    <a:pt x="894" y="1805"/>
                    <a:pt x="766" y="1805"/>
                  </a:cubicBezTo>
                  <a:lnTo>
                    <a:pt x="766" y="1329"/>
                  </a:lnTo>
                  <a:close/>
                  <a:moveTo>
                    <a:pt x="694" y="1"/>
                  </a:moveTo>
                  <a:cubicBezTo>
                    <a:pt x="651" y="1"/>
                    <a:pt x="607" y="29"/>
                    <a:pt x="607" y="73"/>
                  </a:cubicBezTo>
                  <a:lnTo>
                    <a:pt x="607" y="145"/>
                  </a:lnTo>
                  <a:cubicBezTo>
                    <a:pt x="275" y="188"/>
                    <a:pt x="59" y="333"/>
                    <a:pt x="59" y="693"/>
                  </a:cubicBezTo>
                  <a:cubicBezTo>
                    <a:pt x="59" y="1040"/>
                    <a:pt x="333" y="1155"/>
                    <a:pt x="607" y="1256"/>
                  </a:cubicBezTo>
                  <a:lnTo>
                    <a:pt x="607" y="1805"/>
                  </a:lnTo>
                  <a:cubicBezTo>
                    <a:pt x="463" y="1791"/>
                    <a:pt x="333" y="1718"/>
                    <a:pt x="246" y="1632"/>
                  </a:cubicBezTo>
                  <a:cubicBezTo>
                    <a:pt x="219" y="1616"/>
                    <a:pt x="190" y="1607"/>
                    <a:pt x="163" y="1607"/>
                  </a:cubicBezTo>
                  <a:cubicBezTo>
                    <a:pt x="117" y="1607"/>
                    <a:pt x="77" y="1630"/>
                    <a:pt x="59" y="1675"/>
                  </a:cubicBezTo>
                  <a:cubicBezTo>
                    <a:pt x="1" y="1733"/>
                    <a:pt x="1" y="1848"/>
                    <a:pt x="59" y="1920"/>
                  </a:cubicBezTo>
                  <a:cubicBezTo>
                    <a:pt x="193" y="2054"/>
                    <a:pt x="364" y="2139"/>
                    <a:pt x="561" y="2139"/>
                  </a:cubicBezTo>
                  <a:cubicBezTo>
                    <a:pt x="576" y="2139"/>
                    <a:pt x="592" y="2138"/>
                    <a:pt x="607" y="2137"/>
                  </a:cubicBezTo>
                  <a:lnTo>
                    <a:pt x="607" y="2137"/>
                  </a:lnTo>
                  <a:lnTo>
                    <a:pt x="593" y="2151"/>
                  </a:lnTo>
                  <a:lnTo>
                    <a:pt x="593" y="2224"/>
                  </a:lnTo>
                  <a:cubicBezTo>
                    <a:pt x="593" y="2267"/>
                    <a:pt x="636" y="2296"/>
                    <a:pt x="679" y="2296"/>
                  </a:cubicBezTo>
                  <a:cubicBezTo>
                    <a:pt x="723" y="2296"/>
                    <a:pt x="780" y="2267"/>
                    <a:pt x="780" y="2224"/>
                  </a:cubicBezTo>
                  <a:lnTo>
                    <a:pt x="780" y="2137"/>
                  </a:lnTo>
                  <a:cubicBezTo>
                    <a:pt x="1084" y="2123"/>
                    <a:pt x="1315" y="1848"/>
                    <a:pt x="1315" y="1545"/>
                  </a:cubicBezTo>
                  <a:cubicBezTo>
                    <a:pt x="1315" y="1213"/>
                    <a:pt x="1098" y="1069"/>
                    <a:pt x="780" y="953"/>
                  </a:cubicBezTo>
                  <a:lnTo>
                    <a:pt x="780" y="448"/>
                  </a:lnTo>
                  <a:cubicBezTo>
                    <a:pt x="881" y="463"/>
                    <a:pt x="968" y="491"/>
                    <a:pt x="1055" y="549"/>
                  </a:cubicBezTo>
                  <a:cubicBezTo>
                    <a:pt x="1073" y="558"/>
                    <a:pt x="1094" y="563"/>
                    <a:pt x="1115" y="563"/>
                  </a:cubicBezTo>
                  <a:cubicBezTo>
                    <a:pt x="1162" y="563"/>
                    <a:pt x="1208" y="541"/>
                    <a:pt x="1228" y="491"/>
                  </a:cubicBezTo>
                  <a:cubicBezTo>
                    <a:pt x="1286" y="419"/>
                    <a:pt x="1286" y="318"/>
                    <a:pt x="1214" y="260"/>
                  </a:cubicBezTo>
                  <a:cubicBezTo>
                    <a:pt x="1098" y="174"/>
                    <a:pt x="939" y="145"/>
                    <a:pt x="795" y="145"/>
                  </a:cubicBezTo>
                  <a:lnTo>
                    <a:pt x="795" y="73"/>
                  </a:lnTo>
                  <a:cubicBezTo>
                    <a:pt x="795" y="29"/>
                    <a:pt x="737" y="1"/>
                    <a:pt x="694" y="1"/>
                  </a:cubicBezTo>
                  <a:close/>
                </a:path>
              </a:pathLst>
            </a:custGeom>
            <a:solidFill>
              <a:srgbClr val="EFF1F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411" name="Google Shape;19411;p47"/>
            <p:cNvSpPr/>
            <p:nvPr/>
          </p:nvSpPr>
          <p:spPr>
            <a:xfrm>
              <a:off x="4885973" y="1500266"/>
              <a:ext cx="129056" cy="128689"/>
            </a:xfrm>
            <a:custGeom>
              <a:rect b="b" l="l" r="r" t="t"/>
              <a:pathLst>
                <a:path extrusionOk="0" h="4909" w="4923">
                  <a:moveTo>
                    <a:pt x="2469" y="0"/>
                  </a:moveTo>
                  <a:cubicBezTo>
                    <a:pt x="1112" y="0"/>
                    <a:pt x="15" y="1098"/>
                    <a:pt x="0" y="2454"/>
                  </a:cubicBezTo>
                  <a:cubicBezTo>
                    <a:pt x="0" y="3811"/>
                    <a:pt x="1097" y="4908"/>
                    <a:pt x="2454" y="4908"/>
                  </a:cubicBezTo>
                  <a:cubicBezTo>
                    <a:pt x="2463" y="4909"/>
                    <a:pt x="2472" y="4909"/>
                    <a:pt x="2481" y="4909"/>
                  </a:cubicBezTo>
                  <a:cubicBezTo>
                    <a:pt x="3826" y="4909"/>
                    <a:pt x="4908" y="3817"/>
                    <a:pt x="4923" y="2469"/>
                  </a:cubicBezTo>
                  <a:cubicBezTo>
                    <a:pt x="4923" y="1112"/>
                    <a:pt x="3826" y="0"/>
                    <a:pt x="2469" y="0"/>
                  </a:cubicBezTo>
                  <a:close/>
                </a:path>
              </a:pathLst>
            </a:custGeom>
            <a:solidFill>
              <a:srgbClr val="D6DFE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412" name="Google Shape;19412;p47"/>
            <p:cNvSpPr/>
            <p:nvPr/>
          </p:nvSpPr>
          <p:spPr>
            <a:xfrm>
              <a:off x="4883325" y="1500449"/>
              <a:ext cx="75316" cy="128506"/>
            </a:xfrm>
            <a:custGeom>
              <a:rect b="b" l="l" r="r" t="t"/>
              <a:pathLst>
                <a:path extrusionOk="0" h="4902" w="2873">
                  <a:moveTo>
                    <a:pt x="2545" y="0"/>
                  </a:moveTo>
                  <a:cubicBezTo>
                    <a:pt x="1278" y="0"/>
                    <a:pt x="181" y="985"/>
                    <a:pt x="101" y="2289"/>
                  </a:cubicBezTo>
                  <a:cubicBezTo>
                    <a:pt x="0" y="3703"/>
                    <a:pt x="1126" y="4901"/>
                    <a:pt x="2541" y="4901"/>
                  </a:cubicBezTo>
                  <a:cubicBezTo>
                    <a:pt x="2642" y="4901"/>
                    <a:pt x="2757" y="4901"/>
                    <a:pt x="2858" y="4887"/>
                  </a:cubicBezTo>
                  <a:cubicBezTo>
                    <a:pt x="1631" y="4728"/>
                    <a:pt x="722" y="3674"/>
                    <a:pt x="722" y="2447"/>
                  </a:cubicBezTo>
                  <a:cubicBezTo>
                    <a:pt x="736" y="1206"/>
                    <a:pt x="1646" y="167"/>
                    <a:pt x="2873" y="22"/>
                  </a:cubicBezTo>
                  <a:cubicBezTo>
                    <a:pt x="2763" y="8"/>
                    <a:pt x="2653" y="0"/>
                    <a:pt x="2545" y="0"/>
                  </a:cubicBezTo>
                  <a:close/>
                </a:path>
              </a:pathLst>
            </a:custGeom>
            <a:solidFill>
              <a:srgbClr val="91A8B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413" name="Google Shape;19413;p47"/>
            <p:cNvSpPr/>
            <p:nvPr/>
          </p:nvSpPr>
          <p:spPr>
            <a:xfrm>
              <a:off x="4906787" y="1521081"/>
              <a:ext cx="87427" cy="87427"/>
            </a:xfrm>
            <a:custGeom>
              <a:rect b="b" l="l" r="r" t="t"/>
              <a:pathLst>
                <a:path extrusionOk="0" h="3335" w="3335">
                  <a:moveTo>
                    <a:pt x="1649" y="0"/>
                  </a:moveTo>
                  <a:cubicBezTo>
                    <a:pt x="737" y="0"/>
                    <a:pt x="0" y="745"/>
                    <a:pt x="0" y="1660"/>
                  </a:cubicBezTo>
                  <a:cubicBezTo>
                    <a:pt x="0" y="2584"/>
                    <a:pt x="736" y="3335"/>
                    <a:pt x="1660" y="3335"/>
                  </a:cubicBezTo>
                  <a:cubicBezTo>
                    <a:pt x="2584" y="3335"/>
                    <a:pt x="3335" y="2599"/>
                    <a:pt x="3335" y="1675"/>
                  </a:cubicBezTo>
                  <a:cubicBezTo>
                    <a:pt x="3335" y="751"/>
                    <a:pt x="2599" y="0"/>
                    <a:pt x="1675" y="0"/>
                  </a:cubicBezTo>
                  <a:cubicBezTo>
                    <a:pt x="1666" y="0"/>
                    <a:pt x="1657" y="0"/>
                    <a:pt x="1649" y="0"/>
                  </a:cubicBezTo>
                  <a:close/>
                </a:path>
              </a:pathLst>
            </a:custGeom>
            <a:solidFill>
              <a:srgbClr val="A9BAC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414" name="Google Shape;19414;p47"/>
            <p:cNvSpPr/>
            <p:nvPr/>
          </p:nvSpPr>
          <p:spPr>
            <a:xfrm>
              <a:off x="4906394" y="1521002"/>
              <a:ext cx="52246" cy="87584"/>
            </a:xfrm>
            <a:custGeom>
              <a:rect b="b" l="l" r="r" t="t"/>
              <a:pathLst>
                <a:path extrusionOk="0" h="3341" w="1993">
                  <a:moveTo>
                    <a:pt x="1667" y="0"/>
                  </a:moveTo>
                  <a:cubicBezTo>
                    <a:pt x="772" y="0"/>
                    <a:pt x="1" y="722"/>
                    <a:pt x="1" y="1663"/>
                  </a:cubicBezTo>
                  <a:cubicBezTo>
                    <a:pt x="1" y="2606"/>
                    <a:pt x="775" y="3341"/>
                    <a:pt x="1671" y="3341"/>
                  </a:cubicBezTo>
                  <a:cubicBezTo>
                    <a:pt x="1777" y="3341"/>
                    <a:pt x="1885" y="3330"/>
                    <a:pt x="1993" y="3309"/>
                  </a:cubicBezTo>
                  <a:cubicBezTo>
                    <a:pt x="1213" y="3150"/>
                    <a:pt x="650" y="2457"/>
                    <a:pt x="650" y="1663"/>
                  </a:cubicBezTo>
                  <a:cubicBezTo>
                    <a:pt x="650" y="870"/>
                    <a:pt x="1213" y="177"/>
                    <a:pt x="1993" y="32"/>
                  </a:cubicBezTo>
                  <a:cubicBezTo>
                    <a:pt x="1883" y="11"/>
                    <a:pt x="1774" y="0"/>
                    <a:pt x="1667" y="0"/>
                  </a:cubicBezTo>
                  <a:close/>
                </a:path>
              </a:pathLst>
            </a:custGeom>
            <a:solidFill>
              <a:srgbClr val="8C9EA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415" name="Google Shape;19415;p47"/>
            <p:cNvSpPr/>
            <p:nvPr/>
          </p:nvSpPr>
          <p:spPr>
            <a:xfrm>
              <a:off x="4932504" y="1535079"/>
              <a:ext cx="34840" cy="60190"/>
            </a:xfrm>
            <a:custGeom>
              <a:rect b="b" l="l" r="r" t="t"/>
              <a:pathLst>
                <a:path extrusionOk="0" h="2296" w="1329">
                  <a:moveTo>
                    <a:pt x="636" y="462"/>
                  </a:moveTo>
                  <a:lnTo>
                    <a:pt x="636" y="881"/>
                  </a:lnTo>
                  <a:cubicBezTo>
                    <a:pt x="448" y="809"/>
                    <a:pt x="405" y="766"/>
                    <a:pt x="405" y="665"/>
                  </a:cubicBezTo>
                  <a:cubicBezTo>
                    <a:pt x="405" y="535"/>
                    <a:pt x="506" y="477"/>
                    <a:pt x="636" y="462"/>
                  </a:cubicBezTo>
                  <a:close/>
                  <a:moveTo>
                    <a:pt x="766" y="1329"/>
                  </a:moveTo>
                  <a:cubicBezTo>
                    <a:pt x="954" y="1401"/>
                    <a:pt x="982" y="1487"/>
                    <a:pt x="982" y="1588"/>
                  </a:cubicBezTo>
                  <a:cubicBezTo>
                    <a:pt x="982" y="1704"/>
                    <a:pt x="896" y="1805"/>
                    <a:pt x="766" y="1805"/>
                  </a:cubicBezTo>
                  <a:lnTo>
                    <a:pt x="766" y="1329"/>
                  </a:lnTo>
                  <a:close/>
                  <a:moveTo>
                    <a:pt x="694" y="0"/>
                  </a:moveTo>
                  <a:cubicBezTo>
                    <a:pt x="650" y="0"/>
                    <a:pt x="607" y="29"/>
                    <a:pt x="607" y="73"/>
                  </a:cubicBezTo>
                  <a:lnTo>
                    <a:pt x="607" y="159"/>
                  </a:lnTo>
                  <a:cubicBezTo>
                    <a:pt x="275" y="188"/>
                    <a:pt x="59" y="347"/>
                    <a:pt x="59" y="693"/>
                  </a:cubicBezTo>
                  <a:cubicBezTo>
                    <a:pt x="59" y="1054"/>
                    <a:pt x="333" y="1155"/>
                    <a:pt x="607" y="1256"/>
                  </a:cubicBezTo>
                  <a:lnTo>
                    <a:pt x="607" y="1805"/>
                  </a:lnTo>
                  <a:cubicBezTo>
                    <a:pt x="463" y="1790"/>
                    <a:pt x="333" y="1733"/>
                    <a:pt x="246" y="1632"/>
                  </a:cubicBezTo>
                  <a:cubicBezTo>
                    <a:pt x="219" y="1615"/>
                    <a:pt x="192" y="1607"/>
                    <a:pt x="167" y="1607"/>
                  </a:cubicBezTo>
                  <a:cubicBezTo>
                    <a:pt x="124" y="1607"/>
                    <a:pt x="86" y="1630"/>
                    <a:pt x="59" y="1675"/>
                  </a:cubicBezTo>
                  <a:cubicBezTo>
                    <a:pt x="1" y="1747"/>
                    <a:pt x="1" y="1848"/>
                    <a:pt x="59" y="1920"/>
                  </a:cubicBezTo>
                  <a:cubicBezTo>
                    <a:pt x="203" y="2065"/>
                    <a:pt x="391" y="2151"/>
                    <a:pt x="607" y="2151"/>
                  </a:cubicBezTo>
                  <a:lnTo>
                    <a:pt x="593" y="2224"/>
                  </a:lnTo>
                  <a:cubicBezTo>
                    <a:pt x="593" y="2267"/>
                    <a:pt x="650" y="2296"/>
                    <a:pt x="694" y="2296"/>
                  </a:cubicBezTo>
                  <a:cubicBezTo>
                    <a:pt x="737" y="2296"/>
                    <a:pt x="780" y="2267"/>
                    <a:pt x="780" y="2224"/>
                  </a:cubicBezTo>
                  <a:lnTo>
                    <a:pt x="780" y="2137"/>
                  </a:lnTo>
                  <a:cubicBezTo>
                    <a:pt x="1098" y="2122"/>
                    <a:pt x="1329" y="1863"/>
                    <a:pt x="1315" y="1545"/>
                  </a:cubicBezTo>
                  <a:cubicBezTo>
                    <a:pt x="1315" y="1199"/>
                    <a:pt x="1084" y="1054"/>
                    <a:pt x="795" y="953"/>
                  </a:cubicBezTo>
                  <a:lnTo>
                    <a:pt x="795" y="448"/>
                  </a:lnTo>
                  <a:cubicBezTo>
                    <a:pt x="982" y="477"/>
                    <a:pt x="1040" y="563"/>
                    <a:pt x="1127" y="563"/>
                  </a:cubicBezTo>
                  <a:cubicBezTo>
                    <a:pt x="1199" y="563"/>
                    <a:pt x="1242" y="491"/>
                    <a:pt x="1257" y="419"/>
                  </a:cubicBezTo>
                  <a:cubicBezTo>
                    <a:pt x="1300" y="304"/>
                    <a:pt x="1228" y="246"/>
                    <a:pt x="1098" y="203"/>
                  </a:cubicBezTo>
                  <a:cubicBezTo>
                    <a:pt x="997" y="159"/>
                    <a:pt x="896" y="145"/>
                    <a:pt x="795" y="145"/>
                  </a:cubicBezTo>
                  <a:lnTo>
                    <a:pt x="795" y="73"/>
                  </a:lnTo>
                  <a:cubicBezTo>
                    <a:pt x="795" y="29"/>
                    <a:pt x="752" y="0"/>
                    <a:pt x="694" y="0"/>
                  </a:cubicBezTo>
                  <a:close/>
                </a:path>
              </a:pathLst>
            </a:custGeom>
            <a:solidFill>
              <a:srgbClr val="EFF1F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416" name="Google Shape;19416;p47"/>
            <p:cNvSpPr/>
            <p:nvPr/>
          </p:nvSpPr>
          <p:spPr>
            <a:xfrm>
              <a:off x="4659658" y="1714836"/>
              <a:ext cx="144969" cy="163215"/>
            </a:xfrm>
            <a:custGeom>
              <a:rect b="b" l="l" r="r" t="t"/>
              <a:pathLst>
                <a:path extrusionOk="0" h="6226" w="5530">
                  <a:moveTo>
                    <a:pt x="3682" y="0"/>
                  </a:moveTo>
                  <a:lnTo>
                    <a:pt x="275" y="1285"/>
                  </a:lnTo>
                  <a:cubicBezTo>
                    <a:pt x="88" y="1343"/>
                    <a:pt x="1" y="1530"/>
                    <a:pt x="73" y="1718"/>
                  </a:cubicBezTo>
                  <a:lnTo>
                    <a:pt x="1675" y="6005"/>
                  </a:lnTo>
                  <a:cubicBezTo>
                    <a:pt x="1721" y="6142"/>
                    <a:pt x="1857" y="6225"/>
                    <a:pt x="1998" y="6225"/>
                  </a:cubicBezTo>
                  <a:cubicBezTo>
                    <a:pt x="2035" y="6225"/>
                    <a:pt x="2072" y="6220"/>
                    <a:pt x="2108" y="6207"/>
                  </a:cubicBezTo>
                  <a:lnTo>
                    <a:pt x="5530" y="4923"/>
                  </a:lnTo>
                  <a:lnTo>
                    <a:pt x="3682" y="0"/>
                  </a:lnTo>
                  <a:close/>
                </a:path>
              </a:pathLst>
            </a:custGeom>
            <a:solidFill>
              <a:srgbClr val="D3DCE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417" name="Google Shape;19417;p47"/>
            <p:cNvSpPr/>
            <p:nvPr/>
          </p:nvSpPr>
          <p:spPr>
            <a:xfrm>
              <a:off x="4699400" y="1824939"/>
              <a:ext cx="105227" cy="52928"/>
            </a:xfrm>
            <a:custGeom>
              <a:rect b="b" l="l" r="r" t="t"/>
              <a:pathLst>
                <a:path extrusionOk="0" h="2019" w="4014">
                  <a:moveTo>
                    <a:pt x="3739" y="1"/>
                  </a:moveTo>
                  <a:lnTo>
                    <a:pt x="3682" y="30"/>
                  </a:lnTo>
                  <a:lnTo>
                    <a:pt x="1" y="1401"/>
                  </a:lnTo>
                  <a:lnTo>
                    <a:pt x="159" y="1805"/>
                  </a:lnTo>
                  <a:cubicBezTo>
                    <a:pt x="203" y="1937"/>
                    <a:pt x="330" y="2019"/>
                    <a:pt x="465" y="2019"/>
                  </a:cubicBezTo>
                  <a:cubicBezTo>
                    <a:pt x="508" y="2019"/>
                    <a:pt x="551" y="2010"/>
                    <a:pt x="592" y="1993"/>
                  </a:cubicBezTo>
                  <a:lnTo>
                    <a:pt x="4014" y="723"/>
                  </a:lnTo>
                  <a:lnTo>
                    <a:pt x="3739" y="1"/>
                  </a:ln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418" name="Google Shape;19418;p47"/>
            <p:cNvSpPr/>
            <p:nvPr/>
          </p:nvSpPr>
          <p:spPr>
            <a:xfrm>
              <a:off x="4800066" y="1641276"/>
              <a:ext cx="282336" cy="173858"/>
            </a:xfrm>
            <a:custGeom>
              <a:rect b="b" l="l" r="r" t="t"/>
              <a:pathLst>
                <a:path extrusionOk="0" h="6632" w="10770">
                  <a:moveTo>
                    <a:pt x="9581" y="1"/>
                  </a:moveTo>
                  <a:cubicBezTo>
                    <a:pt x="9150" y="1"/>
                    <a:pt x="8803" y="341"/>
                    <a:pt x="8763" y="381"/>
                  </a:cubicBezTo>
                  <a:lnTo>
                    <a:pt x="5933" y="2720"/>
                  </a:lnTo>
                  <a:cubicBezTo>
                    <a:pt x="5905" y="2267"/>
                    <a:pt x="5530" y="1911"/>
                    <a:pt x="5066" y="1911"/>
                  </a:cubicBezTo>
                  <a:cubicBezTo>
                    <a:pt x="5057" y="1911"/>
                    <a:pt x="5048" y="1911"/>
                    <a:pt x="5038" y="1911"/>
                  </a:cubicBezTo>
                  <a:cubicBezTo>
                    <a:pt x="4300" y="1911"/>
                    <a:pt x="3764" y="1907"/>
                    <a:pt x="3361" y="1907"/>
                  </a:cubicBezTo>
                  <a:cubicBezTo>
                    <a:pt x="2487" y="1907"/>
                    <a:pt x="2233" y="1927"/>
                    <a:pt x="1877" y="2056"/>
                  </a:cubicBezTo>
                  <a:lnTo>
                    <a:pt x="0" y="2835"/>
                  </a:lnTo>
                  <a:lnTo>
                    <a:pt x="1430" y="6632"/>
                  </a:lnTo>
                  <a:cubicBezTo>
                    <a:pt x="2518" y="6184"/>
                    <a:pt x="2486" y="6114"/>
                    <a:pt x="3497" y="6114"/>
                  </a:cubicBezTo>
                  <a:cubicBezTo>
                    <a:pt x="3854" y="6114"/>
                    <a:pt x="4341" y="6123"/>
                    <a:pt x="5053" y="6126"/>
                  </a:cubicBezTo>
                  <a:cubicBezTo>
                    <a:pt x="5659" y="6098"/>
                    <a:pt x="6237" y="5838"/>
                    <a:pt x="6641" y="5376"/>
                  </a:cubicBezTo>
                  <a:lnTo>
                    <a:pt x="10120" y="1651"/>
                  </a:lnTo>
                  <a:cubicBezTo>
                    <a:pt x="10235" y="1536"/>
                    <a:pt x="10769" y="843"/>
                    <a:pt x="10177" y="251"/>
                  </a:cubicBezTo>
                  <a:cubicBezTo>
                    <a:pt x="9975" y="66"/>
                    <a:pt x="9770" y="1"/>
                    <a:pt x="9581" y="1"/>
                  </a:cubicBezTo>
                  <a:close/>
                </a:path>
              </a:pathLst>
            </a:custGeom>
            <a:solidFill>
              <a:srgbClr val="A5B7C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419" name="Google Shape;19419;p47"/>
            <p:cNvSpPr/>
            <p:nvPr/>
          </p:nvSpPr>
          <p:spPr>
            <a:xfrm>
              <a:off x="4800066" y="1707260"/>
              <a:ext cx="57175" cy="107875"/>
            </a:xfrm>
            <a:custGeom>
              <a:rect b="b" l="l" r="r" t="t"/>
              <a:pathLst>
                <a:path extrusionOk="0" h="4115" w="2181">
                  <a:moveTo>
                    <a:pt x="751" y="1"/>
                  </a:moveTo>
                  <a:lnTo>
                    <a:pt x="0" y="318"/>
                  </a:lnTo>
                  <a:lnTo>
                    <a:pt x="1430" y="4115"/>
                  </a:lnTo>
                  <a:lnTo>
                    <a:pt x="2180" y="3812"/>
                  </a:lnTo>
                  <a:lnTo>
                    <a:pt x="751" y="1"/>
                  </a:lnTo>
                  <a:close/>
                </a:path>
              </a:pathLst>
            </a:custGeom>
            <a:solidFill>
              <a:srgbClr val="97A7B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420" name="Google Shape;19420;p47"/>
            <p:cNvSpPr/>
            <p:nvPr/>
          </p:nvSpPr>
          <p:spPr>
            <a:xfrm>
              <a:off x="4874228" y="1692501"/>
              <a:ext cx="81004" cy="51827"/>
            </a:xfrm>
            <a:custGeom>
              <a:rect b="b" l="l" r="r" t="t"/>
              <a:pathLst>
                <a:path extrusionOk="0" h="1977" w="3090">
                  <a:moveTo>
                    <a:pt x="2527" y="1"/>
                  </a:moveTo>
                  <a:lnTo>
                    <a:pt x="2527" y="1"/>
                  </a:lnTo>
                  <a:cubicBezTo>
                    <a:pt x="2599" y="347"/>
                    <a:pt x="2671" y="939"/>
                    <a:pt x="2455" y="1256"/>
                  </a:cubicBezTo>
                  <a:cubicBezTo>
                    <a:pt x="2323" y="1441"/>
                    <a:pt x="2144" y="1481"/>
                    <a:pt x="1670" y="1481"/>
                  </a:cubicBezTo>
                  <a:cubicBezTo>
                    <a:pt x="1364" y="1481"/>
                    <a:pt x="935" y="1464"/>
                    <a:pt x="318" y="1459"/>
                  </a:cubicBezTo>
                  <a:cubicBezTo>
                    <a:pt x="1" y="1459"/>
                    <a:pt x="1" y="1964"/>
                    <a:pt x="318" y="1964"/>
                  </a:cubicBezTo>
                  <a:cubicBezTo>
                    <a:pt x="820" y="1964"/>
                    <a:pt x="1219" y="1977"/>
                    <a:pt x="1543" y="1977"/>
                  </a:cubicBezTo>
                  <a:cubicBezTo>
                    <a:pt x="2246" y="1977"/>
                    <a:pt x="2597" y="1916"/>
                    <a:pt x="2873" y="1531"/>
                  </a:cubicBezTo>
                  <a:cubicBezTo>
                    <a:pt x="3018" y="1300"/>
                    <a:pt x="3090" y="1026"/>
                    <a:pt x="3090" y="751"/>
                  </a:cubicBezTo>
                  <a:cubicBezTo>
                    <a:pt x="3061" y="405"/>
                    <a:pt x="2845" y="116"/>
                    <a:pt x="2527" y="1"/>
                  </a:cubicBezTo>
                  <a:close/>
                </a:path>
              </a:pathLst>
            </a:custGeom>
            <a:solidFill>
              <a:srgbClr val="97A7B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421" name="Google Shape;19421;p47"/>
            <p:cNvSpPr/>
            <p:nvPr/>
          </p:nvSpPr>
          <p:spPr>
            <a:xfrm>
              <a:off x="4754662" y="1702200"/>
              <a:ext cx="88187" cy="142085"/>
            </a:xfrm>
            <a:custGeom>
              <a:rect b="b" l="l" r="r" t="t"/>
              <a:pathLst>
                <a:path extrusionOk="0" h="5420" w="3364">
                  <a:moveTo>
                    <a:pt x="1396" y="1"/>
                  </a:moveTo>
                  <a:cubicBezTo>
                    <a:pt x="1359" y="1"/>
                    <a:pt x="1322" y="7"/>
                    <a:pt x="1285" y="20"/>
                  </a:cubicBezTo>
                  <a:lnTo>
                    <a:pt x="0" y="497"/>
                  </a:lnTo>
                  <a:lnTo>
                    <a:pt x="1848" y="5419"/>
                  </a:lnTo>
                  <a:lnTo>
                    <a:pt x="3118" y="4943"/>
                  </a:lnTo>
                  <a:cubicBezTo>
                    <a:pt x="3277" y="4885"/>
                    <a:pt x="3364" y="4726"/>
                    <a:pt x="3306" y="4567"/>
                  </a:cubicBezTo>
                  <a:lnTo>
                    <a:pt x="1675" y="194"/>
                  </a:lnTo>
                  <a:cubicBezTo>
                    <a:pt x="1630" y="71"/>
                    <a:pt x="1518" y="1"/>
                    <a:pt x="1396" y="1"/>
                  </a:cubicBezTo>
                  <a:close/>
                </a:path>
              </a:pathLst>
            </a:custGeom>
            <a:solidFill>
              <a:srgbClr val="EFF1F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422" name="Google Shape;19422;p47"/>
            <p:cNvSpPr/>
            <p:nvPr/>
          </p:nvSpPr>
          <p:spPr>
            <a:xfrm>
              <a:off x="4795898" y="1809446"/>
              <a:ext cx="46951" cy="35207"/>
            </a:xfrm>
            <a:custGeom>
              <a:rect b="b" l="l" r="r" t="t"/>
              <a:pathLst>
                <a:path extrusionOk="0" h="1343" w="1791">
                  <a:moveTo>
                    <a:pt x="1545" y="0"/>
                  </a:moveTo>
                  <a:cubicBezTo>
                    <a:pt x="1502" y="43"/>
                    <a:pt x="1459" y="72"/>
                    <a:pt x="1401" y="87"/>
                  </a:cubicBezTo>
                  <a:lnTo>
                    <a:pt x="1" y="621"/>
                  </a:lnTo>
                  <a:lnTo>
                    <a:pt x="261" y="1343"/>
                  </a:lnTo>
                  <a:lnTo>
                    <a:pt x="1545" y="866"/>
                  </a:lnTo>
                  <a:cubicBezTo>
                    <a:pt x="1704" y="809"/>
                    <a:pt x="1791" y="635"/>
                    <a:pt x="1719" y="476"/>
                  </a:cubicBezTo>
                  <a:lnTo>
                    <a:pt x="1545" y="0"/>
                  </a:lnTo>
                  <a:close/>
                </a:path>
              </a:pathLst>
            </a:custGeom>
            <a:solidFill>
              <a:srgbClr val="EFF2F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9423" name="Google Shape;19423;p47"/>
          <p:cNvGrpSpPr/>
          <p:nvPr/>
        </p:nvGrpSpPr>
        <p:grpSpPr>
          <a:xfrm>
            <a:off x="5211406" y="1513504"/>
            <a:ext cx="260394" cy="351202"/>
            <a:chOff x="5211406" y="1513504"/>
            <a:chExt cx="260394" cy="351202"/>
          </a:xfrm>
        </p:grpSpPr>
        <p:sp>
          <p:nvSpPr>
            <p:cNvPr id="19424" name="Google Shape;19424;p47"/>
            <p:cNvSpPr/>
            <p:nvPr/>
          </p:nvSpPr>
          <p:spPr>
            <a:xfrm>
              <a:off x="5294297" y="1582765"/>
              <a:ext cx="33686" cy="74582"/>
            </a:xfrm>
            <a:custGeom>
              <a:rect b="b" l="l" r="r" t="t"/>
              <a:pathLst>
                <a:path extrusionOk="0" h="2845" w="1285">
                  <a:moveTo>
                    <a:pt x="780" y="0"/>
                  </a:moveTo>
                  <a:cubicBezTo>
                    <a:pt x="347" y="0"/>
                    <a:pt x="0" y="347"/>
                    <a:pt x="0" y="780"/>
                  </a:cubicBezTo>
                  <a:lnTo>
                    <a:pt x="0" y="953"/>
                  </a:lnTo>
                  <a:cubicBezTo>
                    <a:pt x="0" y="1184"/>
                    <a:pt x="29" y="1401"/>
                    <a:pt x="101" y="1617"/>
                  </a:cubicBezTo>
                  <a:lnTo>
                    <a:pt x="520" y="2844"/>
                  </a:lnTo>
                  <a:lnTo>
                    <a:pt x="1285" y="2844"/>
                  </a:lnTo>
                  <a:lnTo>
                    <a:pt x="1285" y="0"/>
                  </a:lnTo>
                  <a:close/>
                </a:path>
              </a:pathLst>
            </a:custGeom>
            <a:solidFill>
              <a:srgbClr val="667A8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425" name="Google Shape;19425;p47"/>
            <p:cNvSpPr/>
            <p:nvPr/>
          </p:nvSpPr>
          <p:spPr>
            <a:xfrm>
              <a:off x="5307903" y="1575949"/>
              <a:ext cx="81398" cy="81398"/>
            </a:xfrm>
            <a:custGeom>
              <a:rect b="b" l="l" r="r" t="t"/>
              <a:pathLst>
                <a:path extrusionOk="0" h="3105" w="3105">
                  <a:moveTo>
                    <a:pt x="766" y="1"/>
                  </a:moveTo>
                  <a:cubicBezTo>
                    <a:pt x="347" y="1"/>
                    <a:pt x="1" y="347"/>
                    <a:pt x="1" y="780"/>
                  </a:cubicBezTo>
                  <a:cubicBezTo>
                    <a:pt x="1" y="1069"/>
                    <a:pt x="232" y="1300"/>
                    <a:pt x="506" y="1300"/>
                  </a:cubicBezTo>
                  <a:lnTo>
                    <a:pt x="2585" y="3104"/>
                  </a:lnTo>
                  <a:lnTo>
                    <a:pt x="3018" y="1574"/>
                  </a:lnTo>
                  <a:cubicBezTo>
                    <a:pt x="3076" y="1386"/>
                    <a:pt x="3104" y="1199"/>
                    <a:pt x="3104" y="1011"/>
                  </a:cubicBezTo>
                  <a:lnTo>
                    <a:pt x="3104" y="520"/>
                  </a:lnTo>
                  <a:cubicBezTo>
                    <a:pt x="3104" y="231"/>
                    <a:pt x="2874" y="1"/>
                    <a:pt x="2585" y="1"/>
                  </a:cubicBezTo>
                  <a:close/>
                </a:path>
              </a:pathLst>
            </a:custGeom>
            <a:solidFill>
              <a:srgbClr val="5C728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426" name="Google Shape;19426;p47"/>
            <p:cNvSpPr/>
            <p:nvPr/>
          </p:nvSpPr>
          <p:spPr>
            <a:xfrm>
              <a:off x="5321168" y="1677741"/>
              <a:ext cx="40895" cy="30305"/>
            </a:xfrm>
            <a:custGeom>
              <a:rect b="b" l="l" r="r" t="t"/>
              <a:pathLst>
                <a:path extrusionOk="0" h="1156" w="1560">
                  <a:moveTo>
                    <a:pt x="0" y="1"/>
                  </a:moveTo>
                  <a:lnTo>
                    <a:pt x="0" y="1155"/>
                  </a:lnTo>
                  <a:lnTo>
                    <a:pt x="1559" y="1155"/>
                  </a:lnTo>
                  <a:lnTo>
                    <a:pt x="1559" y="1"/>
                  </a:lnTo>
                  <a:close/>
                </a:path>
              </a:pathLst>
            </a:custGeom>
            <a:solidFill>
              <a:srgbClr val="AABBC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427" name="Google Shape;19427;p47"/>
            <p:cNvSpPr/>
            <p:nvPr/>
          </p:nvSpPr>
          <p:spPr>
            <a:xfrm>
              <a:off x="5321168" y="1677741"/>
              <a:ext cx="40895" cy="16489"/>
            </a:xfrm>
            <a:custGeom>
              <a:rect b="b" l="l" r="r" t="t"/>
              <a:pathLst>
                <a:path extrusionOk="0" h="629" w="1560">
                  <a:moveTo>
                    <a:pt x="0" y="1"/>
                  </a:moveTo>
                  <a:lnTo>
                    <a:pt x="0" y="477"/>
                  </a:lnTo>
                  <a:cubicBezTo>
                    <a:pt x="253" y="578"/>
                    <a:pt x="520" y="629"/>
                    <a:pt x="785" y="629"/>
                  </a:cubicBezTo>
                  <a:cubicBezTo>
                    <a:pt x="1050" y="629"/>
                    <a:pt x="1314" y="578"/>
                    <a:pt x="1559" y="477"/>
                  </a:cubicBezTo>
                  <a:lnTo>
                    <a:pt x="1559" y="1"/>
                  </a:lnTo>
                  <a:close/>
                </a:path>
              </a:pathLst>
            </a:custGeom>
            <a:solidFill>
              <a:srgbClr val="94A5B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428" name="Google Shape;19428;p47"/>
            <p:cNvSpPr/>
            <p:nvPr/>
          </p:nvSpPr>
          <p:spPr>
            <a:xfrm>
              <a:off x="5273850" y="1694021"/>
              <a:ext cx="135872" cy="57542"/>
            </a:xfrm>
            <a:custGeom>
              <a:rect b="b" l="l" r="r" t="t"/>
              <a:pathLst>
                <a:path extrusionOk="0" h="2195" w="5183">
                  <a:moveTo>
                    <a:pt x="1805" y="0"/>
                  </a:moveTo>
                  <a:lnTo>
                    <a:pt x="564" y="361"/>
                  </a:lnTo>
                  <a:cubicBezTo>
                    <a:pt x="232" y="462"/>
                    <a:pt x="1" y="765"/>
                    <a:pt x="1" y="1112"/>
                  </a:cubicBezTo>
                  <a:lnTo>
                    <a:pt x="1" y="2195"/>
                  </a:lnTo>
                  <a:lnTo>
                    <a:pt x="5183" y="2195"/>
                  </a:lnTo>
                  <a:lnTo>
                    <a:pt x="5183" y="1112"/>
                  </a:lnTo>
                  <a:cubicBezTo>
                    <a:pt x="5183" y="765"/>
                    <a:pt x="4952" y="462"/>
                    <a:pt x="4620" y="361"/>
                  </a:cubicBezTo>
                  <a:lnTo>
                    <a:pt x="3364" y="0"/>
                  </a:lnTo>
                  <a:lnTo>
                    <a:pt x="2585" y="520"/>
                  </a:lnTo>
                  <a:lnTo>
                    <a:pt x="1805" y="0"/>
                  </a:lnTo>
                  <a:close/>
                </a:path>
              </a:pathLst>
            </a:custGeom>
            <a:solidFill>
              <a:srgbClr val="EFF2F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429" name="Google Shape;19429;p47"/>
            <p:cNvSpPr/>
            <p:nvPr/>
          </p:nvSpPr>
          <p:spPr>
            <a:xfrm>
              <a:off x="5334773" y="1708020"/>
              <a:ext cx="13658" cy="54527"/>
            </a:xfrm>
            <a:custGeom>
              <a:rect b="b" l="l" r="r" t="t"/>
              <a:pathLst>
                <a:path extrusionOk="0" h="2080" w="521">
                  <a:moveTo>
                    <a:pt x="131" y="0"/>
                  </a:moveTo>
                  <a:lnTo>
                    <a:pt x="1" y="2079"/>
                  </a:lnTo>
                  <a:lnTo>
                    <a:pt x="520" y="2079"/>
                  </a:lnTo>
                  <a:lnTo>
                    <a:pt x="391" y="0"/>
                  </a:lnTo>
                  <a:close/>
                </a:path>
              </a:pathLst>
            </a:custGeom>
            <a:solidFill>
              <a:srgbClr val="667A8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430" name="Google Shape;19430;p47"/>
            <p:cNvSpPr/>
            <p:nvPr/>
          </p:nvSpPr>
          <p:spPr>
            <a:xfrm>
              <a:off x="5301113" y="1610002"/>
              <a:ext cx="81371" cy="74582"/>
            </a:xfrm>
            <a:custGeom>
              <a:rect b="b" l="l" r="r" t="t"/>
              <a:pathLst>
                <a:path extrusionOk="0" h="2845" w="3104">
                  <a:moveTo>
                    <a:pt x="996" y="1"/>
                  </a:moveTo>
                  <a:cubicBezTo>
                    <a:pt x="852" y="1"/>
                    <a:pt x="707" y="58"/>
                    <a:pt x="621" y="159"/>
                  </a:cubicBezTo>
                  <a:lnTo>
                    <a:pt x="144" y="621"/>
                  </a:lnTo>
                  <a:cubicBezTo>
                    <a:pt x="43" y="722"/>
                    <a:pt x="0" y="852"/>
                    <a:pt x="0" y="982"/>
                  </a:cubicBezTo>
                  <a:lnTo>
                    <a:pt x="0" y="1285"/>
                  </a:lnTo>
                  <a:cubicBezTo>
                    <a:pt x="0" y="2137"/>
                    <a:pt x="693" y="2844"/>
                    <a:pt x="1545" y="2844"/>
                  </a:cubicBezTo>
                  <a:cubicBezTo>
                    <a:pt x="2396" y="2830"/>
                    <a:pt x="3089" y="2152"/>
                    <a:pt x="3104" y="1300"/>
                  </a:cubicBezTo>
                  <a:lnTo>
                    <a:pt x="3104" y="968"/>
                  </a:lnTo>
                  <a:cubicBezTo>
                    <a:pt x="3104" y="824"/>
                    <a:pt x="3046" y="694"/>
                    <a:pt x="2959" y="607"/>
                  </a:cubicBezTo>
                  <a:cubicBezTo>
                    <a:pt x="2555" y="217"/>
                    <a:pt x="1819" y="30"/>
                    <a:pt x="996" y="1"/>
                  </a:cubicBezTo>
                  <a:close/>
                </a:path>
              </a:pathLst>
            </a:custGeom>
            <a:solidFill>
              <a:srgbClr val="BCC9D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431" name="Google Shape;19431;p47"/>
            <p:cNvSpPr/>
            <p:nvPr/>
          </p:nvSpPr>
          <p:spPr>
            <a:xfrm>
              <a:off x="5300720" y="1610002"/>
              <a:ext cx="81398" cy="72694"/>
            </a:xfrm>
            <a:custGeom>
              <a:rect b="b" l="l" r="r" t="t"/>
              <a:pathLst>
                <a:path extrusionOk="0" h="2773" w="3105">
                  <a:moveTo>
                    <a:pt x="997" y="1"/>
                  </a:moveTo>
                  <a:cubicBezTo>
                    <a:pt x="852" y="1"/>
                    <a:pt x="722" y="44"/>
                    <a:pt x="621" y="145"/>
                  </a:cubicBezTo>
                  <a:lnTo>
                    <a:pt x="159" y="621"/>
                  </a:lnTo>
                  <a:cubicBezTo>
                    <a:pt x="58" y="708"/>
                    <a:pt x="1" y="838"/>
                    <a:pt x="1" y="982"/>
                  </a:cubicBezTo>
                  <a:lnTo>
                    <a:pt x="1" y="1285"/>
                  </a:lnTo>
                  <a:cubicBezTo>
                    <a:pt x="1" y="1978"/>
                    <a:pt x="463" y="2585"/>
                    <a:pt x="1127" y="2772"/>
                  </a:cubicBezTo>
                  <a:cubicBezTo>
                    <a:pt x="896" y="2498"/>
                    <a:pt x="780" y="2152"/>
                    <a:pt x="780" y="1805"/>
                  </a:cubicBezTo>
                  <a:lnTo>
                    <a:pt x="780" y="1054"/>
                  </a:lnTo>
                  <a:cubicBezTo>
                    <a:pt x="780" y="760"/>
                    <a:pt x="1011" y="534"/>
                    <a:pt x="1302" y="534"/>
                  </a:cubicBezTo>
                  <a:cubicBezTo>
                    <a:pt x="1311" y="534"/>
                    <a:pt x="1320" y="534"/>
                    <a:pt x="1329" y="535"/>
                  </a:cubicBezTo>
                  <a:cubicBezTo>
                    <a:pt x="1848" y="564"/>
                    <a:pt x="2628" y="650"/>
                    <a:pt x="3104" y="881"/>
                  </a:cubicBezTo>
                  <a:cubicBezTo>
                    <a:pt x="3090" y="780"/>
                    <a:pt x="3032" y="665"/>
                    <a:pt x="2960" y="593"/>
                  </a:cubicBezTo>
                  <a:cubicBezTo>
                    <a:pt x="2556" y="203"/>
                    <a:pt x="1834" y="30"/>
                    <a:pt x="997" y="1"/>
                  </a:cubicBezTo>
                  <a:close/>
                </a:path>
              </a:pathLst>
            </a:custGeom>
            <a:solidFill>
              <a:srgbClr val="AABBC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432" name="Google Shape;19432;p47"/>
            <p:cNvSpPr/>
            <p:nvPr/>
          </p:nvSpPr>
          <p:spPr>
            <a:xfrm>
              <a:off x="5334773" y="1707653"/>
              <a:ext cx="13658" cy="13632"/>
            </a:xfrm>
            <a:custGeom>
              <a:rect b="b" l="l" r="r" t="t"/>
              <a:pathLst>
                <a:path extrusionOk="0" h="520" w="521">
                  <a:moveTo>
                    <a:pt x="1" y="0"/>
                  </a:moveTo>
                  <a:lnTo>
                    <a:pt x="1" y="419"/>
                  </a:lnTo>
                  <a:cubicBezTo>
                    <a:pt x="1" y="476"/>
                    <a:pt x="59" y="520"/>
                    <a:pt x="116" y="520"/>
                  </a:cubicBezTo>
                  <a:lnTo>
                    <a:pt x="419" y="520"/>
                  </a:lnTo>
                  <a:cubicBezTo>
                    <a:pt x="477" y="520"/>
                    <a:pt x="520" y="476"/>
                    <a:pt x="520" y="419"/>
                  </a:cubicBezTo>
                  <a:lnTo>
                    <a:pt x="520" y="0"/>
                  </a:lnTo>
                  <a:close/>
                </a:path>
              </a:pathLst>
            </a:custGeom>
            <a:solidFill>
              <a:srgbClr val="51687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433" name="Google Shape;19433;p47"/>
            <p:cNvSpPr/>
            <p:nvPr/>
          </p:nvSpPr>
          <p:spPr>
            <a:xfrm>
              <a:off x="5313959" y="1688778"/>
              <a:ext cx="27657" cy="28758"/>
            </a:xfrm>
            <a:custGeom>
              <a:rect b="b" l="l" r="r" t="t"/>
              <a:pathLst>
                <a:path extrusionOk="0" h="1097" w="1055">
                  <a:moveTo>
                    <a:pt x="243" y="1"/>
                  </a:moveTo>
                  <a:cubicBezTo>
                    <a:pt x="208" y="1"/>
                    <a:pt x="176" y="16"/>
                    <a:pt x="160" y="42"/>
                  </a:cubicBezTo>
                  <a:lnTo>
                    <a:pt x="1" y="287"/>
                  </a:lnTo>
                  <a:lnTo>
                    <a:pt x="391" y="1009"/>
                  </a:lnTo>
                  <a:cubicBezTo>
                    <a:pt x="419" y="1065"/>
                    <a:pt x="477" y="1097"/>
                    <a:pt x="534" y="1097"/>
                  </a:cubicBezTo>
                  <a:cubicBezTo>
                    <a:pt x="565" y="1097"/>
                    <a:pt x="596" y="1087"/>
                    <a:pt x="622" y="1066"/>
                  </a:cubicBezTo>
                  <a:lnTo>
                    <a:pt x="1055" y="720"/>
                  </a:lnTo>
                  <a:lnTo>
                    <a:pt x="318" y="27"/>
                  </a:lnTo>
                  <a:cubicBezTo>
                    <a:pt x="294" y="9"/>
                    <a:pt x="268" y="1"/>
                    <a:pt x="243" y="1"/>
                  </a:cubicBezTo>
                  <a:close/>
                </a:path>
              </a:pathLst>
            </a:custGeom>
            <a:solidFill>
              <a:srgbClr val="E9EDF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434" name="Google Shape;19434;p47"/>
            <p:cNvSpPr/>
            <p:nvPr/>
          </p:nvSpPr>
          <p:spPr>
            <a:xfrm>
              <a:off x="5341589" y="1688778"/>
              <a:ext cx="28024" cy="28758"/>
            </a:xfrm>
            <a:custGeom>
              <a:rect b="b" l="l" r="r" t="t"/>
              <a:pathLst>
                <a:path extrusionOk="0" h="1097" w="1069">
                  <a:moveTo>
                    <a:pt x="817" y="1"/>
                  </a:moveTo>
                  <a:cubicBezTo>
                    <a:pt x="793" y="1"/>
                    <a:pt x="769" y="9"/>
                    <a:pt x="751" y="27"/>
                  </a:cubicBezTo>
                  <a:lnTo>
                    <a:pt x="1" y="720"/>
                  </a:lnTo>
                  <a:lnTo>
                    <a:pt x="448" y="1066"/>
                  </a:lnTo>
                  <a:cubicBezTo>
                    <a:pt x="474" y="1087"/>
                    <a:pt x="503" y="1097"/>
                    <a:pt x="532" y="1097"/>
                  </a:cubicBezTo>
                  <a:cubicBezTo>
                    <a:pt x="586" y="1097"/>
                    <a:pt x="642" y="1065"/>
                    <a:pt x="679" y="1009"/>
                  </a:cubicBezTo>
                  <a:lnTo>
                    <a:pt x="1069" y="287"/>
                  </a:lnTo>
                  <a:lnTo>
                    <a:pt x="910" y="42"/>
                  </a:lnTo>
                  <a:cubicBezTo>
                    <a:pt x="885" y="16"/>
                    <a:pt x="850" y="1"/>
                    <a:pt x="817" y="1"/>
                  </a:cubicBezTo>
                  <a:close/>
                </a:path>
              </a:pathLst>
            </a:custGeom>
            <a:solidFill>
              <a:srgbClr val="E9EDF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435" name="Google Shape;19435;p47"/>
            <p:cNvSpPr/>
            <p:nvPr/>
          </p:nvSpPr>
          <p:spPr>
            <a:xfrm>
              <a:off x="5211406" y="1513504"/>
              <a:ext cx="260394" cy="351202"/>
            </a:xfrm>
            <a:custGeom>
              <a:rect b="b" l="l" r="r" t="t"/>
              <a:pathLst>
                <a:path extrusionOk="0" h="13397" w="9933">
                  <a:moveTo>
                    <a:pt x="4946" y="1506"/>
                  </a:moveTo>
                  <a:cubicBezTo>
                    <a:pt x="6720" y="1506"/>
                    <a:pt x="8421" y="2886"/>
                    <a:pt x="8431" y="4966"/>
                  </a:cubicBezTo>
                  <a:cubicBezTo>
                    <a:pt x="8431" y="6886"/>
                    <a:pt x="6872" y="8431"/>
                    <a:pt x="4967" y="8431"/>
                  </a:cubicBezTo>
                  <a:cubicBezTo>
                    <a:pt x="1892" y="8431"/>
                    <a:pt x="347" y="4707"/>
                    <a:pt x="2527" y="2527"/>
                  </a:cubicBezTo>
                  <a:cubicBezTo>
                    <a:pt x="3232" y="1822"/>
                    <a:pt x="4097" y="1506"/>
                    <a:pt x="4946" y="1506"/>
                  </a:cubicBezTo>
                  <a:close/>
                  <a:moveTo>
                    <a:pt x="4967" y="1"/>
                  </a:moveTo>
                  <a:cubicBezTo>
                    <a:pt x="2224" y="1"/>
                    <a:pt x="1" y="2224"/>
                    <a:pt x="1" y="4966"/>
                  </a:cubicBezTo>
                  <a:cubicBezTo>
                    <a:pt x="1" y="10149"/>
                    <a:pt x="4967" y="13397"/>
                    <a:pt x="4967" y="13397"/>
                  </a:cubicBezTo>
                  <a:cubicBezTo>
                    <a:pt x="4967" y="13397"/>
                    <a:pt x="9932" y="10149"/>
                    <a:pt x="9932" y="4966"/>
                  </a:cubicBezTo>
                  <a:cubicBezTo>
                    <a:pt x="9932" y="2224"/>
                    <a:pt x="7709" y="1"/>
                    <a:pt x="4967" y="1"/>
                  </a:cubicBezTo>
                  <a:close/>
                </a:path>
              </a:pathLst>
            </a:custGeom>
            <a:solidFill>
              <a:srgbClr val="9AAAB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436" name="Google Shape;19436;p47"/>
            <p:cNvSpPr/>
            <p:nvPr/>
          </p:nvSpPr>
          <p:spPr>
            <a:xfrm>
              <a:off x="5211406" y="1513504"/>
              <a:ext cx="252450" cy="350835"/>
            </a:xfrm>
            <a:custGeom>
              <a:rect b="b" l="l" r="r" t="t"/>
              <a:pathLst>
                <a:path extrusionOk="0" h="13383" w="9630">
                  <a:moveTo>
                    <a:pt x="4946" y="1506"/>
                  </a:moveTo>
                  <a:cubicBezTo>
                    <a:pt x="6720" y="1506"/>
                    <a:pt x="8421" y="2886"/>
                    <a:pt x="8431" y="4966"/>
                  </a:cubicBezTo>
                  <a:cubicBezTo>
                    <a:pt x="8431" y="6886"/>
                    <a:pt x="6872" y="8431"/>
                    <a:pt x="4967" y="8431"/>
                  </a:cubicBezTo>
                  <a:cubicBezTo>
                    <a:pt x="1892" y="8431"/>
                    <a:pt x="347" y="4707"/>
                    <a:pt x="2527" y="2527"/>
                  </a:cubicBezTo>
                  <a:cubicBezTo>
                    <a:pt x="3232" y="1822"/>
                    <a:pt x="4097" y="1506"/>
                    <a:pt x="4946" y="1506"/>
                  </a:cubicBezTo>
                  <a:close/>
                  <a:moveTo>
                    <a:pt x="4967" y="1"/>
                  </a:moveTo>
                  <a:cubicBezTo>
                    <a:pt x="2224" y="1"/>
                    <a:pt x="1" y="2224"/>
                    <a:pt x="1" y="4966"/>
                  </a:cubicBezTo>
                  <a:cubicBezTo>
                    <a:pt x="1" y="10149"/>
                    <a:pt x="4967" y="13382"/>
                    <a:pt x="4967" y="13382"/>
                  </a:cubicBezTo>
                  <a:cubicBezTo>
                    <a:pt x="4967" y="13382"/>
                    <a:pt x="3783" y="11765"/>
                    <a:pt x="3090" y="9008"/>
                  </a:cubicBezTo>
                  <a:cubicBezTo>
                    <a:pt x="3054" y="8854"/>
                    <a:pt x="3165" y="8730"/>
                    <a:pt x="3301" y="8730"/>
                  </a:cubicBezTo>
                  <a:cubicBezTo>
                    <a:pt x="3331" y="8730"/>
                    <a:pt x="3362" y="8736"/>
                    <a:pt x="3393" y="8749"/>
                  </a:cubicBezTo>
                  <a:cubicBezTo>
                    <a:pt x="3919" y="8973"/>
                    <a:pt x="4463" y="9079"/>
                    <a:pt x="4997" y="9079"/>
                  </a:cubicBezTo>
                  <a:cubicBezTo>
                    <a:pt x="6763" y="9079"/>
                    <a:pt x="8415" y="7925"/>
                    <a:pt x="8936" y="6107"/>
                  </a:cubicBezTo>
                  <a:cubicBezTo>
                    <a:pt x="9629" y="3739"/>
                    <a:pt x="8070" y="1300"/>
                    <a:pt x="5631" y="925"/>
                  </a:cubicBezTo>
                  <a:cubicBezTo>
                    <a:pt x="5414" y="888"/>
                    <a:pt x="5193" y="870"/>
                    <a:pt x="4971" y="870"/>
                  </a:cubicBezTo>
                  <a:cubicBezTo>
                    <a:pt x="4659" y="870"/>
                    <a:pt x="4346" y="906"/>
                    <a:pt x="4043" y="982"/>
                  </a:cubicBezTo>
                  <a:cubicBezTo>
                    <a:pt x="4022" y="988"/>
                    <a:pt x="4001" y="991"/>
                    <a:pt x="3982" y="991"/>
                  </a:cubicBezTo>
                  <a:cubicBezTo>
                    <a:pt x="3798" y="991"/>
                    <a:pt x="3683" y="765"/>
                    <a:pt x="3826" y="621"/>
                  </a:cubicBezTo>
                  <a:cubicBezTo>
                    <a:pt x="4158" y="217"/>
                    <a:pt x="4548" y="1"/>
                    <a:pt x="4967" y="1"/>
                  </a:cubicBezTo>
                  <a:close/>
                </a:path>
              </a:pathLst>
            </a:custGeom>
            <a:solidFill>
              <a:srgbClr val="8397A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9437" name="Google Shape;19437;p47"/>
          <p:cNvGrpSpPr/>
          <p:nvPr/>
        </p:nvGrpSpPr>
        <p:grpSpPr>
          <a:xfrm>
            <a:off x="5632602" y="1513216"/>
            <a:ext cx="366722" cy="351779"/>
            <a:chOff x="5632602" y="1513216"/>
            <a:chExt cx="366722" cy="351779"/>
          </a:xfrm>
        </p:grpSpPr>
        <p:sp>
          <p:nvSpPr>
            <p:cNvPr id="19438" name="Google Shape;19438;p47"/>
            <p:cNvSpPr/>
            <p:nvPr/>
          </p:nvSpPr>
          <p:spPr>
            <a:xfrm>
              <a:off x="5750674" y="1724299"/>
              <a:ext cx="9857" cy="20448"/>
            </a:xfrm>
            <a:custGeom>
              <a:rect b="b" l="l" r="r" t="t"/>
              <a:pathLst>
                <a:path extrusionOk="0" h="780" w="376">
                  <a:moveTo>
                    <a:pt x="332" y="0"/>
                  </a:moveTo>
                  <a:lnTo>
                    <a:pt x="0" y="318"/>
                  </a:lnTo>
                  <a:cubicBezTo>
                    <a:pt x="116" y="491"/>
                    <a:pt x="231" y="635"/>
                    <a:pt x="376" y="780"/>
                  </a:cubicBezTo>
                  <a:cubicBezTo>
                    <a:pt x="332" y="520"/>
                    <a:pt x="318" y="260"/>
                    <a:pt x="332" y="0"/>
                  </a:cubicBezTo>
                  <a:close/>
                </a:path>
              </a:pathLst>
            </a:custGeom>
            <a:solidFill>
              <a:srgbClr val="748A9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439" name="Google Shape;19439;p47"/>
            <p:cNvSpPr/>
            <p:nvPr/>
          </p:nvSpPr>
          <p:spPr>
            <a:xfrm>
              <a:off x="5760505" y="1536207"/>
              <a:ext cx="238819" cy="251297"/>
            </a:xfrm>
            <a:custGeom>
              <a:rect b="b" l="l" r="r" t="t"/>
              <a:pathLst>
                <a:path extrusionOk="0" h="9586" w="9110">
                  <a:moveTo>
                    <a:pt x="7940" y="1"/>
                  </a:moveTo>
                  <a:cubicBezTo>
                    <a:pt x="7940" y="1"/>
                    <a:pt x="8272" y="2238"/>
                    <a:pt x="7103" y="3408"/>
                  </a:cubicBezTo>
                  <a:lnTo>
                    <a:pt x="3407" y="7117"/>
                  </a:lnTo>
                  <a:cubicBezTo>
                    <a:pt x="2652" y="7863"/>
                    <a:pt x="1475" y="7998"/>
                    <a:pt x="721" y="7998"/>
                  </a:cubicBezTo>
                  <a:cubicBezTo>
                    <a:pt x="292" y="7998"/>
                    <a:pt x="1" y="7955"/>
                    <a:pt x="1" y="7955"/>
                  </a:cubicBezTo>
                  <a:lnTo>
                    <a:pt x="1" y="7955"/>
                  </a:lnTo>
                  <a:cubicBezTo>
                    <a:pt x="362" y="8316"/>
                    <a:pt x="824" y="8575"/>
                    <a:pt x="1314" y="8720"/>
                  </a:cubicBezTo>
                  <a:lnTo>
                    <a:pt x="2180" y="9586"/>
                  </a:lnTo>
                  <a:cubicBezTo>
                    <a:pt x="2931" y="9124"/>
                    <a:pt x="3610" y="8561"/>
                    <a:pt x="4230" y="7955"/>
                  </a:cubicBezTo>
                  <a:lnTo>
                    <a:pt x="7940" y="4245"/>
                  </a:lnTo>
                  <a:cubicBezTo>
                    <a:pt x="9109" y="3076"/>
                    <a:pt x="9109" y="1170"/>
                    <a:pt x="7940" y="1"/>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440" name="Google Shape;19440;p47"/>
            <p:cNvSpPr/>
            <p:nvPr/>
          </p:nvSpPr>
          <p:spPr>
            <a:xfrm>
              <a:off x="5738170" y="1513216"/>
              <a:ext cx="252057" cy="243747"/>
            </a:xfrm>
            <a:custGeom>
              <a:rect b="b" l="l" r="r" t="t"/>
              <a:pathLst>
                <a:path extrusionOk="0" h="9298" w="9615">
                  <a:moveTo>
                    <a:pt x="6723" y="1484"/>
                  </a:moveTo>
                  <a:cubicBezTo>
                    <a:pt x="7100" y="1484"/>
                    <a:pt x="7478" y="1628"/>
                    <a:pt x="7767" y="1917"/>
                  </a:cubicBezTo>
                  <a:cubicBezTo>
                    <a:pt x="8359" y="2509"/>
                    <a:pt x="8330" y="3476"/>
                    <a:pt x="7724" y="4039"/>
                  </a:cubicBezTo>
                  <a:lnTo>
                    <a:pt x="7710" y="4039"/>
                  </a:lnTo>
                  <a:lnTo>
                    <a:pt x="5862" y="5901"/>
                  </a:lnTo>
                  <a:lnTo>
                    <a:pt x="5472" y="6002"/>
                  </a:lnTo>
                  <a:lnTo>
                    <a:pt x="4115" y="7648"/>
                  </a:lnTo>
                  <a:lnTo>
                    <a:pt x="4014" y="7749"/>
                  </a:lnTo>
                  <a:cubicBezTo>
                    <a:pt x="3726" y="8067"/>
                    <a:pt x="3332" y="8226"/>
                    <a:pt x="2936" y="8226"/>
                  </a:cubicBezTo>
                  <a:cubicBezTo>
                    <a:pt x="2559" y="8226"/>
                    <a:pt x="2181" y="8081"/>
                    <a:pt x="1892" y="7792"/>
                  </a:cubicBezTo>
                  <a:cubicBezTo>
                    <a:pt x="1300" y="7200"/>
                    <a:pt x="1315" y="6233"/>
                    <a:pt x="1935" y="5670"/>
                  </a:cubicBezTo>
                  <a:lnTo>
                    <a:pt x="5645" y="1960"/>
                  </a:lnTo>
                  <a:cubicBezTo>
                    <a:pt x="5933" y="1643"/>
                    <a:pt x="6328" y="1484"/>
                    <a:pt x="6723" y="1484"/>
                  </a:cubicBezTo>
                  <a:close/>
                  <a:moveTo>
                    <a:pt x="6677" y="1"/>
                  </a:moveTo>
                  <a:cubicBezTo>
                    <a:pt x="5912" y="1"/>
                    <a:pt x="5147" y="293"/>
                    <a:pt x="4563" y="878"/>
                  </a:cubicBezTo>
                  <a:lnTo>
                    <a:pt x="853" y="4588"/>
                  </a:lnTo>
                  <a:lnTo>
                    <a:pt x="1" y="7172"/>
                  </a:lnTo>
                  <a:cubicBezTo>
                    <a:pt x="73" y="7605"/>
                    <a:pt x="232" y="8009"/>
                    <a:pt x="477" y="8370"/>
                  </a:cubicBezTo>
                  <a:lnTo>
                    <a:pt x="521" y="8341"/>
                  </a:lnTo>
                  <a:cubicBezTo>
                    <a:pt x="593" y="8514"/>
                    <a:pt x="708" y="8687"/>
                    <a:pt x="853" y="8832"/>
                  </a:cubicBezTo>
                  <a:cubicBezTo>
                    <a:pt x="1170" y="9149"/>
                    <a:pt x="1612" y="9297"/>
                    <a:pt x="2109" y="9297"/>
                  </a:cubicBezTo>
                  <a:cubicBezTo>
                    <a:pt x="2245" y="9297"/>
                    <a:pt x="2385" y="9286"/>
                    <a:pt x="2527" y="9265"/>
                  </a:cubicBezTo>
                  <a:cubicBezTo>
                    <a:pt x="3263" y="9106"/>
                    <a:pt x="3942" y="8745"/>
                    <a:pt x="4462" y="8197"/>
                  </a:cubicBezTo>
                  <a:lnTo>
                    <a:pt x="8171" y="4487"/>
                  </a:lnTo>
                  <a:cubicBezTo>
                    <a:pt x="9341" y="3317"/>
                    <a:pt x="9615" y="1701"/>
                    <a:pt x="8792" y="878"/>
                  </a:cubicBezTo>
                  <a:cubicBezTo>
                    <a:pt x="8208" y="293"/>
                    <a:pt x="7442" y="1"/>
                    <a:pt x="6677" y="1"/>
                  </a:cubicBezTo>
                  <a:close/>
                </a:path>
              </a:pathLst>
            </a:custGeom>
            <a:solidFill>
              <a:srgbClr val="748A9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441" name="Google Shape;19441;p47"/>
            <p:cNvSpPr/>
            <p:nvPr/>
          </p:nvSpPr>
          <p:spPr>
            <a:xfrm>
              <a:off x="5867226" y="1633464"/>
              <a:ext cx="24616" cy="58695"/>
            </a:xfrm>
            <a:custGeom>
              <a:rect b="b" l="l" r="r" t="t"/>
              <a:pathLst>
                <a:path extrusionOk="0" h="2239" w="939">
                  <a:moveTo>
                    <a:pt x="174" y="1"/>
                  </a:moveTo>
                  <a:lnTo>
                    <a:pt x="174" y="1"/>
                  </a:lnTo>
                  <a:cubicBezTo>
                    <a:pt x="260" y="751"/>
                    <a:pt x="203" y="1516"/>
                    <a:pt x="0" y="2238"/>
                  </a:cubicBezTo>
                  <a:lnTo>
                    <a:pt x="939" y="1314"/>
                  </a:lnTo>
                  <a:cubicBezTo>
                    <a:pt x="794" y="824"/>
                    <a:pt x="535" y="362"/>
                    <a:pt x="174" y="1"/>
                  </a:cubicBezTo>
                  <a:close/>
                </a:path>
              </a:pathLst>
            </a:custGeom>
            <a:solidFill>
              <a:srgbClr val="788D9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442" name="Google Shape;19442;p47"/>
            <p:cNvSpPr/>
            <p:nvPr/>
          </p:nvSpPr>
          <p:spPr>
            <a:xfrm>
              <a:off x="5663247" y="1786350"/>
              <a:ext cx="162743" cy="78645"/>
            </a:xfrm>
            <a:custGeom>
              <a:rect b="b" l="l" r="r" t="t"/>
              <a:pathLst>
                <a:path extrusionOk="0" h="3000" w="6208">
                  <a:moveTo>
                    <a:pt x="4692" y="1"/>
                  </a:moveTo>
                  <a:lnTo>
                    <a:pt x="3408" y="1285"/>
                  </a:lnTo>
                  <a:cubicBezTo>
                    <a:pt x="2662" y="2031"/>
                    <a:pt x="1481" y="2166"/>
                    <a:pt x="724" y="2166"/>
                  </a:cubicBezTo>
                  <a:cubicBezTo>
                    <a:pt x="294" y="2166"/>
                    <a:pt x="1" y="2123"/>
                    <a:pt x="1" y="2123"/>
                  </a:cubicBezTo>
                  <a:lnTo>
                    <a:pt x="1" y="2123"/>
                  </a:lnTo>
                  <a:cubicBezTo>
                    <a:pt x="585" y="2707"/>
                    <a:pt x="1354" y="3000"/>
                    <a:pt x="2123" y="3000"/>
                  </a:cubicBezTo>
                  <a:cubicBezTo>
                    <a:pt x="2891" y="3000"/>
                    <a:pt x="3660" y="2707"/>
                    <a:pt x="4245" y="2123"/>
                  </a:cubicBezTo>
                  <a:lnTo>
                    <a:pt x="6208" y="145"/>
                  </a:lnTo>
                  <a:lnTo>
                    <a:pt x="4692" y="1"/>
                  </a:lnTo>
                  <a:close/>
                </a:path>
              </a:pathLst>
            </a:custGeom>
            <a:solidFill>
              <a:srgbClr val="788D9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443" name="Google Shape;19443;p47"/>
            <p:cNvSpPr/>
            <p:nvPr/>
          </p:nvSpPr>
          <p:spPr>
            <a:xfrm>
              <a:off x="5786248" y="1740946"/>
              <a:ext cx="88947" cy="49808"/>
            </a:xfrm>
            <a:custGeom>
              <a:rect b="b" l="l" r="r" t="t"/>
              <a:pathLst>
                <a:path extrusionOk="0" h="1900" w="3393">
                  <a:moveTo>
                    <a:pt x="3393" y="0"/>
                  </a:moveTo>
                  <a:lnTo>
                    <a:pt x="3248" y="145"/>
                  </a:lnTo>
                  <a:cubicBezTo>
                    <a:pt x="2687" y="706"/>
                    <a:pt x="1909" y="1020"/>
                    <a:pt x="1121" y="1020"/>
                  </a:cubicBezTo>
                  <a:cubicBezTo>
                    <a:pt x="998" y="1020"/>
                    <a:pt x="874" y="1012"/>
                    <a:pt x="751" y="996"/>
                  </a:cubicBezTo>
                  <a:lnTo>
                    <a:pt x="0" y="1733"/>
                  </a:lnTo>
                  <a:cubicBezTo>
                    <a:pt x="364" y="1840"/>
                    <a:pt x="744" y="1899"/>
                    <a:pt x="1122" y="1899"/>
                  </a:cubicBezTo>
                  <a:cubicBezTo>
                    <a:pt x="1254" y="1899"/>
                    <a:pt x="1385" y="1892"/>
                    <a:pt x="1516" y="1877"/>
                  </a:cubicBezTo>
                  <a:lnTo>
                    <a:pt x="3263" y="145"/>
                  </a:lnTo>
                  <a:cubicBezTo>
                    <a:pt x="3306" y="101"/>
                    <a:pt x="3349" y="44"/>
                    <a:pt x="3393" y="0"/>
                  </a:cubicBezTo>
                  <a:close/>
                </a:path>
              </a:pathLst>
            </a:custGeom>
            <a:solidFill>
              <a:srgbClr val="D2DBE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444" name="Google Shape;19444;p47"/>
            <p:cNvSpPr/>
            <p:nvPr/>
          </p:nvSpPr>
          <p:spPr>
            <a:xfrm>
              <a:off x="5632602" y="1610474"/>
              <a:ext cx="253184" cy="243773"/>
            </a:xfrm>
            <a:custGeom>
              <a:rect b="b" l="l" r="r" t="t"/>
              <a:pathLst>
                <a:path extrusionOk="0" h="9299" w="9658">
                  <a:moveTo>
                    <a:pt x="7002" y="1"/>
                  </a:moveTo>
                  <a:cubicBezTo>
                    <a:pt x="6233" y="1"/>
                    <a:pt x="5464" y="293"/>
                    <a:pt x="4880" y="878"/>
                  </a:cubicBezTo>
                  <a:lnTo>
                    <a:pt x="1170" y="4588"/>
                  </a:lnTo>
                  <a:cubicBezTo>
                    <a:pt x="0" y="5757"/>
                    <a:pt x="0" y="7662"/>
                    <a:pt x="1170" y="8832"/>
                  </a:cubicBezTo>
                  <a:cubicBezTo>
                    <a:pt x="1495" y="9157"/>
                    <a:pt x="1933" y="9299"/>
                    <a:pt x="2417" y="9299"/>
                  </a:cubicBezTo>
                  <a:cubicBezTo>
                    <a:pt x="2556" y="9299"/>
                    <a:pt x="2699" y="9287"/>
                    <a:pt x="2844" y="9265"/>
                  </a:cubicBezTo>
                  <a:cubicBezTo>
                    <a:pt x="3595" y="9120"/>
                    <a:pt x="4259" y="8745"/>
                    <a:pt x="4793" y="8211"/>
                  </a:cubicBezTo>
                  <a:lnTo>
                    <a:pt x="6193" y="6796"/>
                  </a:lnTo>
                  <a:cubicBezTo>
                    <a:pt x="6193" y="6796"/>
                    <a:pt x="6033" y="6575"/>
                    <a:pt x="5611" y="6575"/>
                  </a:cubicBezTo>
                  <a:cubicBezTo>
                    <a:pt x="5576" y="6575"/>
                    <a:pt x="5539" y="6576"/>
                    <a:pt x="5500" y="6580"/>
                  </a:cubicBezTo>
                  <a:lnTo>
                    <a:pt x="4331" y="7749"/>
                  </a:lnTo>
                  <a:cubicBezTo>
                    <a:pt x="4043" y="8067"/>
                    <a:pt x="3649" y="8226"/>
                    <a:pt x="3253" y="8226"/>
                  </a:cubicBezTo>
                  <a:cubicBezTo>
                    <a:pt x="2876" y="8226"/>
                    <a:pt x="2498" y="8081"/>
                    <a:pt x="2209" y="7792"/>
                  </a:cubicBezTo>
                  <a:cubicBezTo>
                    <a:pt x="1617" y="7200"/>
                    <a:pt x="1632" y="6233"/>
                    <a:pt x="2252" y="5670"/>
                  </a:cubicBezTo>
                  <a:lnTo>
                    <a:pt x="5962" y="1960"/>
                  </a:lnTo>
                  <a:cubicBezTo>
                    <a:pt x="6244" y="1686"/>
                    <a:pt x="6617" y="1545"/>
                    <a:pt x="6992" y="1545"/>
                  </a:cubicBezTo>
                  <a:cubicBezTo>
                    <a:pt x="7346" y="1545"/>
                    <a:pt x="7702" y="1672"/>
                    <a:pt x="7983" y="1931"/>
                  </a:cubicBezTo>
                  <a:cubicBezTo>
                    <a:pt x="8561" y="2451"/>
                    <a:pt x="8618" y="3332"/>
                    <a:pt x="8142" y="3938"/>
                  </a:cubicBezTo>
                  <a:lnTo>
                    <a:pt x="9571" y="2509"/>
                  </a:lnTo>
                  <a:cubicBezTo>
                    <a:pt x="9658" y="1874"/>
                    <a:pt x="9528" y="1282"/>
                    <a:pt x="9124" y="878"/>
                  </a:cubicBezTo>
                  <a:cubicBezTo>
                    <a:pt x="8539" y="293"/>
                    <a:pt x="7770" y="1"/>
                    <a:pt x="7002" y="1"/>
                  </a:cubicBezTo>
                  <a:close/>
                </a:path>
              </a:pathLst>
            </a:custGeom>
            <a:solidFill>
              <a:srgbClr val="95A6B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445" name="Google Shape;19445;p47"/>
            <p:cNvSpPr/>
            <p:nvPr/>
          </p:nvSpPr>
          <p:spPr>
            <a:xfrm>
              <a:off x="5776784" y="1764775"/>
              <a:ext cx="39375" cy="23882"/>
            </a:xfrm>
            <a:custGeom>
              <a:rect b="b" l="l" r="r" t="t"/>
              <a:pathLst>
                <a:path extrusionOk="0" h="911" w="1502">
                  <a:moveTo>
                    <a:pt x="693" y="1"/>
                  </a:moveTo>
                  <a:lnTo>
                    <a:pt x="0" y="694"/>
                  </a:lnTo>
                  <a:cubicBezTo>
                    <a:pt x="231" y="780"/>
                    <a:pt x="462" y="852"/>
                    <a:pt x="693" y="910"/>
                  </a:cubicBezTo>
                  <a:lnTo>
                    <a:pt x="1502" y="116"/>
                  </a:lnTo>
                  <a:cubicBezTo>
                    <a:pt x="1227" y="102"/>
                    <a:pt x="953" y="73"/>
                    <a:pt x="693" y="1"/>
                  </a:cubicBezTo>
                  <a:close/>
                </a:path>
              </a:pathLst>
            </a:custGeom>
            <a:solidFill>
              <a:srgbClr val="788D9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9446" name="Google Shape;19446;p47"/>
          <p:cNvGrpSpPr/>
          <p:nvPr/>
        </p:nvGrpSpPr>
        <p:grpSpPr>
          <a:xfrm>
            <a:off x="6089372" y="1527136"/>
            <a:ext cx="401902" cy="323965"/>
            <a:chOff x="6089372" y="1527136"/>
            <a:chExt cx="401902" cy="323965"/>
          </a:xfrm>
        </p:grpSpPr>
        <p:sp>
          <p:nvSpPr>
            <p:cNvPr id="19447" name="Google Shape;19447;p47"/>
            <p:cNvSpPr/>
            <p:nvPr/>
          </p:nvSpPr>
          <p:spPr>
            <a:xfrm>
              <a:off x="6089372" y="1552853"/>
              <a:ext cx="401902" cy="298248"/>
            </a:xfrm>
            <a:custGeom>
              <a:rect b="b" l="l" r="r" t="t"/>
              <a:pathLst>
                <a:path extrusionOk="0" h="11377" w="15331">
                  <a:moveTo>
                    <a:pt x="736" y="1"/>
                  </a:moveTo>
                  <a:cubicBezTo>
                    <a:pt x="332" y="1"/>
                    <a:pt x="0" y="333"/>
                    <a:pt x="0" y="752"/>
                  </a:cubicBezTo>
                  <a:lnTo>
                    <a:pt x="0" y="10640"/>
                  </a:lnTo>
                  <a:cubicBezTo>
                    <a:pt x="0" y="11044"/>
                    <a:pt x="332" y="11376"/>
                    <a:pt x="736" y="11376"/>
                  </a:cubicBezTo>
                  <a:lnTo>
                    <a:pt x="14594" y="11376"/>
                  </a:lnTo>
                  <a:cubicBezTo>
                    <a:pt x="14999" y="11376"/>
                    <a:pt x="15331" y="11044"/>
                    <a:pt x="15331" y="10640"/>
                  </a:cubicBezTo>
                  <a:lnTo>
                    <a:pt x="15331" y="752"/>
                  </a:lnTo>
                  <a:cubicBezTo>
                    <a:pt x="15331" y="333"/>
                    <a:pt x="14999" y="1"/>
                    <a:pt x="14594" y="1"/>
                  </a:cubicBezTo>
                  <a:close/>
                </a:path>
              </a:pathLst>
            </a:custGeom>
            <a:solidFill>
              <a:srgbClr val="EFF1F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448" name="Google Shape;19448;p47"/>
            <p:cNvSpPr/>
            <p:nvPr/>
          </p:nvSpPr>
          <p:spPr>
            <a:xfrm>
              <a:off x="6089372" y="1552853"/>
              <a:ext cx="401902" cy="39008"/>
            </a:xfrm>
            <a:custGeom>
              <a:rect b="b" l="l" r="r" t="t"/>
              <a:pathLst>
                <a:path extrusionOk="0" h="1488" w="15331">
                  <a:moveTo>
                    <a:pt x="736" y="1"/>
                  </a:moveTo>
                  <a:cubicBezTo>
                    <a:pt x="332" y="1"/>
                    <a:pt x="0" y="333"/>
                    <a:pt x="0" y="752"/>
                  </a:cubicBezTo>
                  <a:lnTo>
                    <a:pt x="0" y="1488"/>
                  </a:lnTo>
                  <a:lnTo>
                    <a:pt x="15331" y="1488"/>
                  </a:lnTo>
                  <a:lnTo>
                    <a:pt x="15331" y="752"/>
                  </a:lnTo>
                  <a:cubicBezTo>
                    <a:pt x="15331" y="333"/>
                    <a:pt x="14999" y="1"/>
                    <a:pt x="14594" y="1"/>
                  </a:cubicBezTo>
                  <a:close/>
                </a:path>
              </a:pathLst>
            </a:custGeom>
            <a:solidFill>
              <a:srgbClr val="ADBDC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449" name="Google Shape;19449;p47"/>
            <p:cNvSpPr/>
            <p:nvPr/>
          </p:nvSpPr>
          <p:spPr>
            <a:xfrm>
              <a:off x="6115089" y="1552853"/>
              <a:ext cx="51879" cy="26136"/>
            </a:xfrm>
            <a:custGeom>
              <a:rect b="b" l="l" r="r" t="t"/>
              <a:pathLst>
                <a:path extrusionOk="0" h="997" w="1979">
                  <a:moveTo>
                    <a:pt x="1" y="1"/>
                  </a:moveTo>
                  <a:lnTo>
                    <a:pt x="1" y="246"/>
                  </a:lnTo>
                  <a:cubicBezTo>
                    <a:pt x="1" y="665"/>
                    <a:pt x="333" y="997"/>
                    <a:pt x="751" y="997"/>
                  </a:cubicBezTo>
                  <a:lnTo>
                    <a:pt x="1242" y="997"/>
                  </a:lnTo>
                  <a:cubicBezTo>
                    <a:pt x="1646" y="997"/>
                    <a:pt x="1978" y="665"/>
                    <a:pt x="1978" y="246"/>
                  </a:cubicBezTo>
                  <a:lnTo>
                    <a:pt x="1978" y="1"/>
                  </a:lnTo>
                  <a:close/>
                </a:path>
              </a:pathLst>
            </a:custGeom>
            <a:solidFill>
              <a:srgbClr val="94A5B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450" name="Google Shape;19450;p47"/>
            <p:cNvSpPr/>
            <p:nvPr/>
          </p:nvSpPr>
          <p:spPr>
            <a:xfrm>
              <a:off x="6413285" y="1552853"/>
              <a:ext cx="52246" cy="26136"/>
            </a:xfrm>
            <a:custGeom>
              <a:rect b="b" l="l" r="r" t="t"/>
              <a:pathLst>
                <a:path extrusionOk="0" h="997" w="1993">
                  <a:moveTo>
                    <a:pt x="1" y="1"/>
                  </a:moveTo>
                  <a:lnTo>
                    <a:pt x="1" y="246"/>
                  </a:lnTo>
                  <a:cubicBezTo>
                    <a:pt x="1" y="665"/>
                    <a:pt x="333" y="997"/>
                    <a:pt x="751" y="997"/>
                  </a:cubicBezTo>
                  <a:lnTo>
                    <a:pt x="1242" y="997"/>
                  </a:lnTo>
                  <a:cubicBezTo>
                    <a:pt x="1646" y="997"/>
                    <a:pt x="1993" y="665"/>
                    <a:pt x="1993" y="246"/>
                  </a:cubicBezTo>
                  <a:lnTo>
                    <a:pt x="1993" y="1"/>
                  </a:lnTo>
                  <a:close/>
                </a:path>
              </a:pathLst>
            </a:custGeom>
            <a:solidFill>
              <a:srgbClr val="94A5B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451" name="Google Shape;19451;p47"/>
            <p:cNvSpPr/>
            <p:nvPr/>
          </p:nvSpPr>
          <p:spPr>
            <a:xfrm>
              <a:off x="6128328" y="1527136"/>
              <a:ext cx="25769" cy="39008"/>
            </a:xfrm>
            <a:custGeom>
              <a:rect b="b" l="l" r="r" t="t"/>
              <a:pathLst>
                <a:path extrusionOk="0" h="1488" w="983">
                  <a:moveTo>
                    <a:pt x="246" y="0"/>
                  </a:moveTo>
                  <a:cubicBezTo>
                    <a:pt x="102" y="0"/>
                    <a:pt x="1" y="101"/>
                    <a:pt x="1" y="246"/>
                  </a:cubicBezTo>
                  <a:lnTo>
                    <a:pt x="1" y="1242"/>
                  </a:lnTo>
                  <a:cubicBezTo>
                    <a:pt x="1" y="1372"/>
                    <a:pt x="102" y="1487"/>
                    <a:pt x="246" y="1487"/>
                  </a:cubicBezTo>
                  <a:lnTo>
                    <a:pt x="737" y="1487"/>
                  </a:lnTo>
                  <a:cubicBezTo>
                    <a:pt x="882" y="1487"/>
                    <a:pt x="983" y="1372"/>
                    <a:pt x="983" y="1227"/>
                  </a:cubicBezTo>
                  <a:lnTo>
                    <a:pt x="983" y="246"/>
                  </a:lnTo>
                  <a:cubicBezTo>
                    <a:pt x="983" y="101"/>
                    <a:pt x="867" y="0"/>
                    <a:pt x="737" y="0"/>
                  </a:cubicBezTo>
                  <a:close/>
                </a:path>
              </a:pathLst>
            </a:custGeom>
            <a:solidFill>
              <a:srgbClr val="BCC9D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452" name="Google Shape;19452;p47"/>
            <p:cNvSpPr/>
            <p:nvPr/>
          </p:nvSpPr>
          <p:spPr>
            <a:xfrm>
              <a:off x="6128328" y="1527136"/>
              <a:ext cx="26136" cy="19320"/>
            </a:xfrm>
            <a:custGeom>
              <a:rect b="b" l="l" r="r" t="t"/>
              <a:pathLst>
                <a:path extrusionOk="0" h="737" w="997">
                  <a:moveTo>
                    <a:pt x="246" y="0"/>
                  </a:moveTo>
                  <a:cubicBezTo>
                    <a:pt x="116" y="0"/>
                    <a:pt x="1" y="101"/>
                    <a:pt x="1" y="246"/>
                  </a:cubicBezTo>
                  <a:lnTo>
                    <a:pt x="1" y="491"/>
                  </a:lnTo>
                  <a:cubicBezTo>
                    <a:pt x="1" y="621"/>
                    <a:pt x="102" y="737"/>
                    <a:pt x="246" y="737"/>
                  </a:cubicBezTo>
                  <a:lnTo>
                    <a:pt x="737" y="737"/>
                  </a:lnTo>
                  <a:cubicBezTo>
                    <a:pt x="882" y="737"/>
                    <a:pt x="997" y="621"/>
                    <a:pt x="983" y="491"/>
                  </a:cubicBezTo>
                  <a:lnTo>
                    <a:pt x="983" y="246"/>
                  </a:lnTo>
                  <a:cubicBezTo>
                    <a:pt x="983" y="101"/>
                    <a:pt x="882" y="0"/>
                    <a:pt x="737" y="0"/>
                  </a:cubicBezTo>
                  <a:close/>
                </a:path>
              </a:pathLst>
            </a:custGeom>
            <a:solidFill>
              <a:srgbClr val="E9EDF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453" name="Google Shape;19453;p47"/>
            <p:cNvSpPr/>
            <p:nvPr/>
          </p:nvSpPr>
          <p:spPr>
            <a:xfrm>
              <a:off x="6426549" y="1527136"/>
              <a:ext cx="26136" cy="39008"/>
            </a:xfrm>
            <a:custGeom>
              <a:rect b="b" l="l" r="r" t="t"/>
              <a:pathLst>
                <a:path extrusionOk="0" h="1488" w="997">
                  <a:moveTo>
                    <a:pt x="245" y="0"/>
                  </a:moveTo>
                  <a:cubicBezTo>
                    <a:pt x="116" y="0"/>
                    <a:pt x="0" y="101"/>
                    <a:pt x="0" y="246"/>
                  </a:cubicBezTo>
                  <a:lnTo>
                    <a:pt x="0" y="1242"/>
                  </a:lnTo>
                  <a:cubicBezTo>
                    <a:pt x="0" y="1372"/>
                    <a:pt x="116" y="1487"/>
                    <a:pt x="245" y="1487"/>
                  </a:cubicBezTo>
                  <a:lnTo>
                    <a:pt x="736" y="1487"/>
                  </a:lnTo>
                  <a:cubicBezTo>
                    <a:pt x="881" y="1487"/>
                    <a:pt x="996" y="1372"/>
                    <a:pt x="982" y="1227"/>
                  </a:cubicBezTo>
                  <a:lnTo>
                    <a:pt x="982" y="246"/>
                  </a:lnTo>
                  <a:cubicBezTo>
                    <a:pt x="982" y="101"/>
                    <a:pt x="881" y="0"/>
                    <a:pt x="736" y="0"/>
                  </a:cubicBezTo>
                  <a:close/>
                </a:path>
              </a:pathLst>
            </a:custGeom>
            <a:solidFill>
              <a:srgbClr val="BCC9D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454" name="Google Shape;19454;p47"/>
            <p:cNvSpPr/>
            <p:nvPr/>
          </p:nvSpPr>
          <p:spPr>
            <a:xfrm>
              <a:off x="6426156" y="1527136"/>
              <a:ext cx="26136" cy="19320"/>
            </a:xfrm>
            <a:custGeom>
              <a:rect b="b" l="l" r="r" t="t"/>
              <a:pathLst>
                <a:path extrusionOk="0" h="737" w="997">
                  <a:moveTo>
                    <a:pt x="260" y="0"/>
                  </a:moveTo>
                  <a:cubicBezTo>
                    <a:pt x="116" y="0"/>
                    <a:pt x="15" y="101"/>
                    <a:pt x="15" y="246"/>
                  </a:cubicBezTo>
                  <a:lnTo>
                    <a:pt x="15" y="491"/>
                  </a:lnTo>
                  <a:cubicBezTo>
                    <a:pt x="1" y="621"/>
                    <a:pt x="116" y="737"/>
                    <a:pt x="260" y="737"/>
                  </a:cubicBezTo>
                  <a:lnTo>
                    <a:pt x="751" y="737"/>
                  </a:lnTo>
                  <a:cubicBezTo>
                    <a:pt x="896" y="737"/>
                    <a:pt x="997" y="621"/>
                    <a:pt x="997" y="491"/>
                  </a:cubicBezTo>
                  <a:lnTo>
                    <a:pt x="997" y="246"/>
                  </a:lnTo>
                  <a:cubicBezTo>
                    <a:pt x="997" y="101"/>
                    <a:pt x="881" y="0"/>
                    <a:pt x="751" y="0"/>
                  </a:cubicBezTo>
                  <a:close/>
                </a:path>
              </a:pathLst>
            </a:custGeom>
            <a:solidFill>
              <a:srgbClr val="E9EDF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455" name="Google Shape;19455;p47"/>
            <p:cNvSpPr/>
            <p:nvPr/>
          </p:nvSpPr>
          <p:spPr>
            <a:xfrm>
              <a:off x="6089372" y="1591835"/>
              <a:ext cx="401902" cy="12898"/>
            </a:xfrm>
            <a:custGeom>
              <a:rect b="b" l="l" r="r" t="t"/>
              <a:pathLst>
                <a:path extrusionOk="0" h="492" w="15331">
                  <a:moveTo>
                    <a:pt x="0" y="1"/>
                  </a:moveTo>
                  <a:lnTo>
                    <a:pt x="0" y="492"/>
                  </a:lnTo>
                  <a:lnTo>
                    <a:pt x="15331" y="492"/>
                  </a:lnTo>
                  <a:lnTo>
                    <a:pt x="15331" y="1"/>
                  </a:lnTo>
                  <a:close/>
                </a:path>
              </a:pathLst>
            </a:custGeom>
            <a:solidFill>
              <a:srgbClr val="EFF2F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456" name="Google Shape;19456;p47"/>
            <p:cNvSpPr/>
            <p:nvPr/>
          </p:nvSpPr>
          <p:spPr>
            <a:xfrm>
              <a:off x="6128328" y="1630450"/>
              <a:ext cx="51879" cy="26136"/>
            </a:xfrm>
            <a:custGeom>
              <a:rect b="b" l="l" r="r" t="t"/>
              <a:pathLst>
                <a:path extrusionOk="0" h="997" w="1979">
                  <a:moveTo>
                    <a:pt x="246" y="0"/>
                  </a:moveTo>
                  <a:cubicBezTo>
                    <a:pt x="102" y="0"/>
                    <a:pt x="1" y="116"/>
                    <a:pt x="1" y="260"/>
                  </a:cubicBezTo>
                  <a:lnTo>
                    <a:pt x="1" y="751"/>
                  </a:lnTo>
                  <a:cubicBezTo>
                    <a:pt x="1" y="895"/>
                    <a:pt x="102" y="996"/>
                    <a:pt x="246" y="996"/>
                  </a:cubicBezTo>
                  <a:lnTo>
                    <a:pt x="1733" y="996"/>
                  </a:lnTo>
                  <a:cubicBezTo>
                    <a:pt x="1863" y="996"/>
                    <a:pt x="1979" y="881"/>
                    <a:pt x="1964" y="751"/>
                  </a:cubicBezTo>
                  <a:lnTo>
                    <a:pt x="1964" y="260"/>
                  </a:lnTo>
                  <a:cubicBezTo>
                    <a:pt x="1964" y="116"/>
                    <a:pt x="1863" y="0"/>
                    <a:pt x="1719" y="0"/>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457" name="Google Shape;19457;p47"/>
            <p:cNvSpPr/>
            <p:nvPr/>
          </p:nvSpPr>
          <p:spPr>
            <a:xfrm>
              <a:off x="6128328" y="1682670"/>
              <a:ext cx="51879" cy="25743"/>
            </a:xfrm>
            <a:custGeom>
              <a:rect b="b" l="l" r="r" t="t"/>
              <a:pathLst>
                <a:path extrusionOk="0" h="982" w="1979">
                  <a:moveTo>
                    <a:pt x="246" y="0"/>
                  </a:moveTo>
                  <a:cubicBezTo>
                    <a:pt x="102" y="0"/>
                    <a:pt x="1" y="116"/>
                    <a:pt x="1" y="246"/>
                  </a:cubicBezTo>
                  <a:lnTo>
                    <a:pt x="1" y="736"/>
                  </a:lnTo>
                  <a:cubicBezTo>
                    <a:pt x="1" y="881"/>
                    <a:pt x="102" y="982"/>
                    <a:pt x="246" y="982"/>
                  </a:cubicBezTo>
                  <a:lnTo>
                    <a:pt x="1733" y="982"/>
                  </a:lnTo>
                  <a:cubicBezTo>
                    <a:pt x="1863" y="982"/>
                    <a:pt x="1979" y="881"/>
                    <a:pt x="1964" y="736"/>
                  </a:cubicBezTo>
                  <a:lnTo>
                    <a:pt x="1964" y="246"/>
                  </a:lnTo>
                  <a:cubicBezTo>
                    <a:pt x="1964" y="116"/>
                    <a:pt x="1863" y="0"/>
                    <a:pt x="1719" y="0"/>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458" name="Google Shape;19458;p47"/>
            <p:cNvSpPr/>
            <p:nvPr/>
          </p:nvSpPr>
          <p:spPr>
            <a:xfrm>
              <a:off x="6128328" y="1734497"/>
              <a:ext cx="51512" cy="26136"/>
            </a:xfrm>
            <a:custGeom>
              <a:rect b="b" l="l" r="r" t="t"/>
              <a:pathLst>
                <a:path extrusionOk="0" h="997" w="1965">
                  <a:moveTo>
                    <a:pt x="246" y="1"/>
                  </a:moveTo>
                  <a:cubicBezTo>
                    <a:pt x="102" y="1"/>
                    <a:pt x="1" y="116"/>
                    <a:pt x="1" y="261"/>
                  </a:cubicBezTo>
                  <a:lnTo>
                    <a:pt x="1" y="737"/>
                  </a:lnTo>
                  <a:cubicBezTo>
                    <a:pt x="1" y="881"/>
                    <a:pt x="102" y="997"/>
                    <a:pt x="246" y="997"/>
                  </a:cubicBezTo>
                  <a:lnTo>
                    <a:pt x="1733" y="997"/>
                  </a:lnTo>
                  <a:cubicBezTo>
                    <a:pt x="1863" y="983"/>
                    <a:pt x="1964" y="881"/>
                    <a:pt x="1964" y="752"/>
                  </a:cubicBezTo>
                  <a:lnTo>
                    <a:pt x="1964" y="261"/>
                  </a:lnTo>
                  <a:cubicBezTo>
                    <a:pt x="1964" y="116"/>
                    <a:pt x="1863" y="1"/>
                    <a:pt x="1719" y="1"/>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459" name="Google Shape;19459;p47"/>
            <p:cNvSpPr/>
            <p:nvPr/>
          </p:nvSpPr>
          <p:spPr>
            <a:xfrm>
              <a:off x="6219163" y="1734497"/>
              <a:ext cx="51486" cy="26136"/>
            </a:xfrm>
            <a:custGeom>
              <a:rect b="b" l="l" r="r" t="t"/>
              <a:pathLst>
                <a:path extrusionOk="0" h="997" w="1964">
                  <a:moveTo>
                    <a:pt x="246" y="1"/>
                  </a:moveTo>
                  <a:cubicBezTo>
                    <a:pt x="102" y="1"/>
                    <a:pt x="0" y="116"/>
                    <a:pt x="0" y="261"/>
                  </a:cubicBezTo>
                  <a:lnTo>
                    <a:pt x="0" y="737"/>
                  </a:lnTo>
                  <a:cubicBezTo>
                    <a:pt x="0" y="881"/>
                    <a:pt x="102" y="997"/>
                    <a:pt x="246" y="997"/>
                  </a:cubicBezTo>
                  <a:lnTo>
                    <a:pt x="1718" y="997"/>
                  </a:lnTo>
                  <a:cubicBezTo>
                    <a:pt x="1863" y="997"/>
                    <a:pt x="1964" y="881"/>
                    <a:pt x="1964" y="752"/>
                  </a:cubicBezTo>
                  <a:lnTo>
                    <a:pt x="1964" y="261"/>
                  </a:lnTo>
                  <a:cubicBezTo>
                    <a:pt x="1964" y="116"/>
                    <a:pt x="1863" y="1"/>
                    <a:pt x="1718" y="1"/>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460" name="Google Shape;19460;p47"/>
            <p:cNvSpPr/>
            <p:nvPr/>
          </p:nvSpPr>
          <p:spPr>
            <a:xfrm>
              <a:off x="6309604" y="1734497"/>
              <a:ext cx="51879" cy="26136"/>
            </a:xfrm>
            <a:custGeom>
              <a:rect b="b" l="l" r="r" t="t"/>
              <a:pathLst>
                <a:path extrusionOk="0" h="997" w="1979">
                  <a:moveTo>
                    <a:pt x="260" y="1"/>
                  </a:moveTo>
                  <a:cubicBezTo>
                    <a:pt x="116" y="1"/>
                    <a:pt x="1" y="116"/>
                    <a:pt x="1" y="261"/>
                  </a:cubicBezTo>
                  <a:lnTo>
                    <a:pt x="1" y="737"/>
                  </a:lnTo>
                  <a:cubicBezTo>
                    <a:pt x="1" y="881"/>
                    <a:pt x="116" y="997"/>
                    <a:pt x="260" y="997"/>
                  </a:cubicBezTo>
                  <a:lnTo>
                    <a:pt x="1733" y="997"/>
                  </a:lnTo>
                  <a:cubicBezTo>
                    <a:pt x="1877" y="997"/>
                    <a:pt x="1978" y="881"/>
                    <a:pt x="1978" y="752"/>
                  </a:cubicBezTo>
                  <a:lnTo>
                    <a:pt x="1978" y="261"/>
                  </a:lnTo>
                  <a:cubicBezTo>
                    <a:pt x="1978" y="116"/>
                    <a:pt x="1877" y="1"/>
                    <a:pt x="1733" y="1"/>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461" name="Google Shape;19461;p47"/>
            <p:cNvSpPr/>
            <p:nvPr/>
          </p:nvSpPr>
          <p:spPr>
            <a:xfrm>
              <a:off x="6219163" y="1682670"/>
              <a:ext cx="51486" cy="25743"/>
            </a:xfrm>
            <a:custGeom>
              <a:rect b="b" l="l" r="r" t="t"/>
              <a:pathLst>
                <a:path extrusionOk="0" h="982" w="1964">
                  <a:moveTo>
                    <a:pt x="246" y="0"/>
                  </a:moveTo>
                  <a:cubicBezTo>
                    <a:pt x="102" y="0"/>
                    <a:pt x="0" y="116"/>
                    <a:pt x="0" y="246"/>
                  </a:cubicBezTo>
                  <a:lnTo>
                    <a:pt x="0" y="736"/>
                  </a:lnTo>
                  <a:cubicBezTo>
                    <a:pt x="0" y="881"/>
                    <a:pt x="102" y="982"/>
                    <a:pt x="246" y="982"/>
                  </a:cubicBezTo>
                  <a:lnTo>
                    <a:pt x="1718" y="982"/>
                  </a:lnTo>
                  <a:cubicBezTo>
                    <a:pt x="1863" y="982"/>
                    <a:pt x="1964" y="881"/>
                    <a:pt x="1964" y="736"/>
                  </a:cubicBezTo>
                  <a:lnTo>
                    <a:pt x="1964" y="246"/>
                  </a:lnTo>
                  <a:cubicBezTo>
                    <a:pt x="1964" y="116"/>
                    <a:pt x="1863" y="0"/>
                    <a:pt x="1718" y="0"/>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462" name="Google Shape;19462;p47"/>
            <p:cNvSpPr/>
            <p:nvPr/>
          </p:nvSpPr>
          <p:spPr>
            <a:xfrm>
              <a:off x="6128328" y="1786350"/>
              <a:ext cx="51512" cy="25769"/>
            </a:xfrm>
            <a:custGeom>
              <a:rect b="b" l="l" r="r" t="t"/>
              <a:pathLst>
                <a:path extrusionOk="0" h="983" w="1965">
                  <a:moveTo>
                    <a:pt x="246" y="1"/>
                  </a:moveTo>
                  <a:cubicBezTo>
                    <a:pt x="102" y="1"/>
                    <a:pt x="1" y="116"/>
                    <a:pt x="1" y="246"/>
                  </a:cubicBezTo>
                  <a:lnTo>
                    <a:pt x="1" y="737"/>
                  </a:lnTo>
                  <a:cubicBezTo>
                    <a:pt x="1" y="867"/>
                    <a:pt x="102" y="982"/>
                    <a:pt x="246" y="982"/>
                  </a:cubicBezTo>
                  <a:lnTo>
                    <a:pt x="1733" y="982"/>
                  </a:lnTo>
                  <a:cubicBezTo>
                    <a:pt x="1863" y="982"/>
                    <a:pt x="1964" y="881"/>
                    <a:pt x="1964" y="737"/>
                  </a:cubicBezTo>
                  <a:lnTo>
                    <a:pt x="1964" y="246"/>
                  </a:lnTo>
                  <a:cubicBezTo>
                    <a:pt x="1964" y="116"/>
                    <a:pt x="1863" y="1"/>
                    <a:pt x="1719" y="1"/>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463" name="Google Shape;19463;p47"/>
            <p:cNvSpPr/>
            <p:nvPr/>
          </p:nvSpPr>
          <p:spPr>
            <a:xfrm>
              <a:off x="6219163" y="1630450"/>
              <a:ext cx="51879" cy="26136"/>
            </a:xfrm>
            <a:custGeom>
              <a:rect b="b" l="l" r="r" t="t"/>
              <a:pathLst>
                <a:path extrusionOk="0" h="997" w="1979">
                  <a:moveTo>
                    <a:pt x="246" y="0"/>
                  </a:moveTo>
                  <a:cubicBezTo>
                    <a:pt x="102" y="0"/>
                    <a:pt x="0" y="116"/>
                    <a:pt x="0" y="260"/>
                  </a:cubicBezTo>
                  <a:lnTo>
                    <a:pt x="0" y="751"/>
                  </a:lnTo>
                  <a:cubicBezTo>
                    <a:pt x="0" y="895"/>
                    <a:pt x="102" y="996"/>
                    <a:pt x="246" y="996"/>
                  </a:cubicBezTo>
                  <a:lnTo>
                    <a:pt x="1718" y="996"/>
                  </a:lnTo>
                  <a:cubicBezTo>
                    <a:pt x="1863" y="996"/>
                    <a:pt x="1978" y="881"/>
                    <a:pt x="1964" y="751"/>
                  </a:cubicBezTo>
                  <a:lnTo>
                    <a:pt x="1964" y="260"/>
                  </a:lnTo>
                  <a:cubicBezTo>
                    <a:pt x="1964" y="116"/>
                    <a:pt x="1863" y="0"/>
                    <a:pt x="1718" y="0"/>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464" name="Google Shape;19464;p47"/>
            <p:cNvSpPr/>
            <p:nvPr/>
          </p:nvSpPr>
          <p:spPr>
            <a:xfrm>
              <a:off x="6219163" y="1786350"/>
              <a:ext cx="51486" cy="25769"/>
            </a:xfrm>
            <a:custGeom>
              <a:rect b="b" l="l" r="r" t="t"/>
              <a:pathLst>
                <a:path extrusionOk="0" h="983" w="1964">
                  <a:moveTo>
                    <a:pt x="246" y="1"/>
                  </a:moveTo>
                  <a:cubicBezTo>
                    <a:pt x="102" y="1"/>
                    <a:pt x="0" y="116"/>
                    <a:pt x="0" y="246"/>
                  </a:cubicBezTo>
                  <a:lnTo>
                    <a:pt x="0" y="737"/>
                  </a:lnTo>
                  <a:cubicBezTo>
                    <a:pt x="0" y="867"/>
                    <a:pt x="102" y="982"/>
                    <a:pt x="246" y="982"/>
                  </a:cubicBezTo>
                  <a:lnTo>
                    <a:pt x="1718" y="982"/>
                  </a:lnTo>
                  <a:cubicBezTo>
                    <a:pt x="1863" y="982"/>
                    <a:pt x="1964" y="881"/>
                    <a:pt x="1964" y="737"/>
                  </a:cubicBezTo>
                  <a:lnTo>
                    <a:pt x="1964" y="246"/>
                  </a:lnTo>
                  <a:cubicBezTo>
                    <a:pt x="1964" y="116"/>
                    <a:pt x="1863" y="1"/>
                    <a:pt x="1718" y="1"/>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465" name="Google Shape;19465;p47"/>
            <p:cNvSpPr/>
            <p:nvPr/>
          </p:nvSpPr>
          <p:spPr>
            <a:xfrm>
              <a:off x="6400439" y="1734497"/>
              <a:ext cx="51853" cy="26136"/>
            </a:xfrm>
            <a:custGeom>
              <a:rect b="b" l="l" r="r" t="t"/>
              <a:pathLst>
                <a:path extrusionOk="0" h="997" w="1978">
                  <a:moveTo>
                    <a:pt x="260" y="1"/>
                  </a:moveTo>
                  <a:cubicBezTo>
                    <a:pt x="116" y="1"/>
                    <a:pt x="0" y="116"/>
                    <a:pt x="0" y="261"/>
                  </a:cubicBezTo>
                  <a:lnTo>
                    <a:pt x="0" y="737"/>
                  </a:lnTo>
                  <a:cubicBezTo>
                    <a:pt x="0" y="881"/>
                    <a:pt x="116" y="997"/>
                    <a:pt x="260" y="997"/>
                  </a:cubicBezTo>
                  <a:lnTo>
                    <a:pt x="1732" y="997"/>
                  </a:lnTo>
                  <a:cubicBezTo>
                    <a:pt x="1877" y="997"/>
                    <a:pt x="1978" y="881"/>
                    <a:pt x="1978" y="752"/>
                  </a:cubicBezTo>
                  <a:lnTo>
                    <a:pt x="1978" y="261"/>
                  </a:lnTo>
                  <a:cubicBezTo>
                    <a:pt x="1978" y="116"/>
                    <a:pt x="1877" y="1"/>
                    <a:pt x="1732" y="1"/>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466" name="Google Shape;19466;p47"/>
            <p:cNvSpPr/>
            <p:nvPr/>
          </p:nvSpPr>
          <p:spPr>
            <a:xfrm>
              <a:off x="6400439" y="1630450"/>
              <a:ext cx="52246" cy="26136"/>
            </a:xfrm>
            <a:custGeom>
              <a:rect b="b" l="l" r="r" t="t"/>
              <a:pathLst>
                <a:path extrusionOk="0" h="997" w="1993">
                  <a:moveTo>
                    <a:pt x="260" y="0"/>
                  </a:moveTo>
                  <a:cubicBezTo>
                    <a:pt x="116" y="0"/>
                    <a:pt x="0" y="116"/>
                    <a:pt x="0" y="260"/>
                  </a:cubicBezTo>
                  <a:lnTo>
                    <a:pt x="0" y="751"/>
                  </a:lnTo>
                  <a:cubicBezTo>
                    <a:pt x="0" y="895"/>
                    <a:pt x="116" y="996"/>
                    <a:pt x="260" y="996"/>
                  </a:cubicBezTo>
                  <a:lnTo>
                    <a:pt x="1732" y="996"/>
                  </a:lnTo>
                  <a:cubicBezTo>
                    <a:pt x="1877" y="996"/>
                    <a:pt x="1992" y="881"/>
                    <a:pt x="1978" y="751"/>
                  </a:cubicBezTo>
                  <a:lnTo>
                    <a:pt x="1978" y="260"/>
                  </a:lnTo>
                  <a:cubicBezTo>
                    <a:pt x="1978" y="116"/>
                    <a:pt x="1877" y="0"/>
                    <a:pt x="1732" y="0"/>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467" name="Google Shape;19467;p47"/>
            <p:cNvSpPr/>
            <p:nvPr/>
          </p:nvSpPr>
          <p:spPr>
            <a:xfrm>
              <a:off x="6400439" y="1786350"/>
              <a:ext cx="51853" cy="25769"/>
            </a:xfrm>
            <a:custGeom>
              <a:rect b="b" l="l" r="r" t="t"/>
              <a:pathLst>
                <a:path extrusionOk="0" h="983" w="1978">
                  <a:moveTo>
                    <a:pt x="260" y="1"/>
                  </a:moveTo>
                  <a:cubicBezTo>
                    <a:pt x="116" y="1"/>
                    <a:pt x="0" y="116"/>
                    <a:pt x="0" y="246"/>
                  </a:cubicBezTo>
                  <a:lnTo>
                    <a:pt x="0" y="737"/>
                  </a:lnTo>
                  <a:cubicBezTo>
                    <a:pt x="0" y="867"/>
                    <a:pt x="116" y="982"/>
                    <a:pt x="260" y="982"/>
                  </a:cubicBezTo>
                  <a:lnTo>
                    <a:pt x="1732" y="982"/>
                  </a:lnTo>
                  <a:cubicBezTo>
                    <a:pt x="1877" y="982"/>
                    <a:pt x="1978" y="881"/>
                    <a:pt x="1978" y="737"/>
                  </a:cubicBezTo>
                  <a:lnTo>
                    <a:pt x="1978" y="246"/>
                  </a:lnTo>
                  <a:cubicBezTo>
                    <a:pt x="1978" y="116"/>
                    <a:pt x="1877" y="1"/>
                    <a:pt x="1732" y="1"/>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468" name="Google Shape;19468;p47"/>
            <p:cNvSpPr/>
            <p:nvPr/>
          </p:nvSpPr>
          <p:spPr>
            <a:xfrm>
              <a:off x="6309604" y="1682670"/>
              <a:ext cx="51879" cy="25743"/>
            </a:xfrm>
            <a:custGeom>
              <a:rect b="b" l="l" r="r" t="t"/>
              <a:pathLst>
                <a:path extrusionOk="0" h="982" w="1979">
                  <a:moveTo>
                    <a:pt x="260" y="0"/>
                  </a:moveTo>
                  <a:cubicBezTo>
                    <a:pt x="116" y="0"/>
                    <a:pt x="1" y="116"/>
                    <a:pt x="1" y="246"/>
                  </a:cubicBezTo>
                  <a:lnTo>
                    <a:pt x="1" y="736"/>
                  </a:lnTo>
                  <a:cubicBezTo>
                    <a:pt x="1" y="881"/>
                    <a:pt x="116" y="982"/>
                    <a:pt x="260" y="982"/>
                  </a:cubicBezTo>
                  <a:lnTo>
                    <a:pt x="1733" y="982"/>
                  </a:lnTo>
                  <a:cubicBezTo>
                    <a:pt x="1877" y="982"/>
                    <a:pt x="1978" y="881"/>
                    <a:pt x="1978" y="736"/>
                  </a:cubicBezTo>
                  <a:lnTo>
                    <a:pt x="1978" y="246"/>
                  </a:lnTo>
                  <a:cubicBezTo>
                    <a:pt x="1978" y="116"/>
                    <a:pt x="1877" y="0"/>
                    <a:pt x="1733" y="0"/>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469" name="Google Shape;19469;p47"/>
            <p:cNvSpPr/>
            <p:nvPr/>
          </p:nvSpPr>
          <p:spPr>
            <a:xfrm>
              <a:off x="6309604" y="1630450"/>
              <a:ext cx="52246" cy="26136"/>
            </a:xfrm>
            <a:custGeom>
              <a:rect b="b" l="l" r="r" t="t"/>
              <a:pathLst>
                <a:path extrusionOk="0" h="997" w="1993">
                  <a:moveTo>
                    <a:pt x="260" y="0"/>
                  </a:moveTo>
                  <a:cubicBezTo>
                    <a:pt x="116" y="0"/>
                    <a:pt x="1" y="116"/>
                    <a:pt x="1" y="260"/>
                  </a:cubicBezTo>
                  <a:lnTo>
                    <a:pt x="1" y="751"/>
                  </a:lnTo>
                  <a:cubicBezTo>
                    <a:pt x="1" y="895"/>
                    <a:pt x="116" y="996"/>
                    <a:pt x="260" y="996"/>
                  </a:cubicBezTo>
                  <a:lnTo>
                    <a:pt x="1733" y="996"/>
                  </a:lnTo>
                  <a:cubicBezTo>
                    <a:pt x="1877" y="996"/>
                    <a:pt x="1993" y="881"/>
                    <a:pt x="1978" y="751"/>
                  </a:cubicBezTo>
                  <a:lnTo>
                    <a:pt x="1978" y="260"/>
                  </a:lnTo>
                  <a:cubicBezTo>
                    <a:pt x="1978" y="116"/>
                    <a:pt x="1877" y="0"/>
                    <a:pt x="1733" y="0"/>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470" name="Google Shape;19470;p47"/>
            <p:cNvSpPr/>
            <p:nvPr/>
          </p:nvSpPr>
          <p:spPr>
            <a:xfrm>
              <a:off x="6400439" y="1682670"/>
              <a:ext cx="51853" cy="25743"/>
            </a:xfrm>
            <a:custGeom>
              <a:rect b="b" l="l" r="r" t="t"/>
              <a:pathLst>
                <a:path extrusionOk="0" h="982" w="1978">
                  <a:moveTo>
                    <a:pt x="260" y="0"/>
                  </a:moveTo>
                  <a:cubicBezTo>
                    <a:pt x="116" y="0"/>
                    <a:pt x="0" y="116"/>
                    <a:pt x="0" y="246"/>
                  </a:cubicBezTo>
                  <a:lnTo>
                    <a:pt x="0" y="736"/>
                  </a:lnTo>
                  <a:cubicBezTo>
                    <a:pt x="0" y="881"/>
                    <a:pt x="116" y="982"/>
                    <a:pt x="260" y="982"/>
                  </a:cubicBezTo>
                  <a:lnTo>
                    <a:pt x="1732" y="982"/>
                  </a:lnTo>
                  <a:cubicBezTo>
                    <a:pt x="1877" y="982"/>
                    <a:pt x="1978" y="881"/>
                    <a:pt x="1978" y="736"/>
                  </a:cubicBezTo>
                  <a:lnTo>
                    <a:pt x="1978" y="246"/>
                  </a:lnTo>
                  <a:cubicBezTo>
                    <a:pt x="1978" y="116"/>
                    <a:pt x="1877" y="0"/>
                    <a:pt x="1732" y="0"/>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471" name="Google Shape;19471;p47"/>
            <p:cNvSpPr/>
            <p:nvPr/>
          </p:nvSpPr>
          <p:spPr>
            <a:xfrm>
              <a:off x="6309604" y="1786350"/>
              <a:ext cx="51879" cy="25769"/>
            </a:xfrm>
            <a:custGeom>
              <a:rect b="b" l="l" r="r" t="t"/>
              <a:pathLst>
                <a:path extrusionOk="0" h="983" w="1979">
                  <a:moveTo>
                    <a:pt x="260" y="1"/>
                  </a:moveTo>
                  <a:cubicBezTo>
                    <a:pt x="116" y="1"/>
                    <a:pt x="1" y="116"/>
                    <a:pt x="1" y="246"/>
                  </a:cubicBezTo>
                  <a:lnTo>
                    <a:pt x="1" y="737"/>
                  </a:lnTo>
                  <a:cubicBezTo>
                    <a:pt x="1" y="867"/>
                    <a:pt x="116" y="982"/>
                    <a:pt x="260" y="982"/>
                  </a:cubicBezTo>
                  <a:lnTo>
                    <a:pt x="1733" y="982"/>
                  </a:lnTo>
                  <a:cubicBezTo>
                    <a:pt x="1877" y="982"/>
                    <a:pt x="1978" y="881"/>
                    <a:pt x="1978" y="737"/>
                  </a:cubicBezTo>
                  <a:lnTo>
                    <a:pt x="1978" y="246"/>
                  </a:lnTo>
                  <a:cubicBezTo>
                    <a:pt x="1978" y="116"/>
                    <a:pt x="1877" y="1"/>
                    <a:pt x="1733" y="1"/>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472" name="Google Shape;19472;p47"/>
            <p:cNvSpPr/>
            <p:nvPr/>
          </p:nvSpPr>
          <p:spPr>
            <a:xfrm>
              <a:off x="6397661" y="1676116"/>
              <a:ext cx="57385" cy="39113"/>
            </a:xfrm>
            <a:custGeom>
              <a:rect b="b" l="l" r="r" t="t"/>
              <a:pathLst>
                <a:path extrusionOk="0" h="1492" w="2189">
                  <a:moveTo>
                    <a:pt x="1836" y="1"/>
                  </a:moveTo>
                  <a:cubicBezTo>
                    <a:pt x="1779" y="1"/>
                    <a:pt x="1719" y="23"/>
                    <a:pt x="1665" y="77"/>
                  </a:cubicBezTo>
                  <a:lnTo>
                    <a:pt x="842" y="885"/>
                  </a:lnTo>
                  <a:lnTo>
                    <a:pt x="525" y="568"/>
                  </a:lnTo>
                  <a:cubicBezTo>
                    <a:pt x="471" y="514"/>
                    <a:pt x="411" y="492"/>
                    <a:pt x="354" y="492"/>
                  </a:cubicBezTo>
                  <a:cubicBezTo>
                    <a:pt x="164" y="492"/>
                    <a:pt x="1" y="737"/>
                    <a:pt x="178" y="914"/>
                  </a:cubicBezTo>
                  <a:lnTo>
                    <a:pt x="669" y="1420"/>
                  </a:lnTo>
                  <a:cubicBezTo>
                    <a:pt x="712" y="1463"/>
                    <a:pt x="785" y="1492"/>
                    <a:pt x="857" y="1492"/>
                  </a:cubicBezTo>
                  <a:cubicBezTo>
                    <a:pt x="914" y="1477"/>
                    <a:pt x="972" y="1463"/>
                    <a:pt x="1015" y="1420"/>
                  </a:cubicBezTo>
                  <a:lnTo>
                    <a:pt x="2012" y="424"/>
                  </a:lnTo>
                  <a:cubicBezTo>
                    <a:pt x="2189" y="246"/>
                    <a:pt x="2026" y="1"/>
                    <a:pt x="1836" y="1"/>
                  </a:cubicBezTo>
                  <a:close/>
                </a:path>
              </a:pathLst>
            </a:custGeom>
            <a:solidFill>
              <a:srgbClr val="ADBDC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473" name="Google Shape;19473;p47"/>
            <p:cNvSpPr/>
            <p:nvPr/>
          </p:nvSpPr>
          <p:spPr>
            <a:xfrm>
              <a:off x="6216017" y="1676116"/>
              <a:ext cx="57385" cy="39113"/>
            </a:xfrm>
            <a:custGeom>
              <a:rect b="b" l="l" r="r" t="t"/>
              <a:pathLst>
                <a:path extrusionOk="0" h="1492" w="2189">
                  <a:moveTo>
                    <a:pt x="1836" y="1"/>
                  </a:moveTo>
                  <a:cubicBezTo>
                    <a:pt x="1779" y="1"/>
                    <a:pt x="1719" y="23"/>
                    <a:pt x="1665" y="77"/>
                  </a:cubicBezTo>
                  <a:lnTo>
                    <a:pt x="857" y="885"/>
                  </a:lnTo>
                  <a:lnTo>
                    <a:pt x="525" y="568"/>
                  </a:lnTo>
                  <a:cubicBezTo>
                    <a:pt x="471" y="514"/>
                    <a:pt x="411" y="492"/>
                    <a:pt x="354" y="492"/>
                  </a:cubicBezTo>
                  <a:cubicBezTo>
                    <a:pt x="164" y="492"/>
                    <a:pt x="1" y="737"/>
                    <a:pt x="178" y="914"/>
                  </a:cubicBezTo>
                  <a:lnTo>
                    <a:pt x="669" y="1420"/>
                  </a:lnTo>
                  <a:cubicBezTo>
                    <a:pt x="727" y="1463"/>
                    <a:pt x="784" y="1492"/>
                    <a:pt x="857" y="1492"/>
                  </a:cubicBezTo>
                  <a:cubicBezTo>
                    <a:pt x="914" y="1477"/>
                    <a:pt x="972" y="1463"/>
                    <a:pt x="1030" y="1420"/>
                  </a:cubicBezTo>
                  <a:lnTo>
                    <a:pt x="2012" y="424"/>
                  </a:lnTo>
                  <a:cubicBezTo>
                    <a:pt x="2189" y="246"/>
                    <a:pt x="2026" y="1"/>
                    <a:pt x="1836" y="1"/>
                  </a:cubicBezTo>
                  <a:close/>
                </a:path>
              </a:pathLst>
            </a:custGeom>
            <a:solidFill>
              <a:srgbClr val="ADBDC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474" name="Google Shape;19474;p47"/>
            <p:cNvSpPr/>
            <p:nvPr/>
          </p:nvSpPr>
          <p:spPr>
            <a:xfrm>
              <a:off x="6306852" y="1727969"/>
              <a:ext cx="57385" cy="39113"/>
            </a:xfrm>
            <a:custGeom>
              <a:rect b="b" l="l" r="r" t="t"/>
              <a:pathLst>
                <a:path extrusionOk="0" h="1492" w="2189">
                  <a:moveTo>
                    <a:pt x="1836" y="1"/>
                  </a:moveTo>
                  <a:cubicBezTo>
                    <a:pt x="1778" y="1"/>
                    <a:pt x="1718" y="23"/>
                    <a:pt x="1665" y="77"/>
                  </a:cubicBezTo>
                  <a:lnTo>
                    <a:pt x="842" y="885"/>
                  </a:lnTo>
                  <a:lnTo>
                    <a:pt x="524" y="568"/>
                  </a:lnTo>
                  <a:cubicBezTo>
                    <a:pt x="470" y="514"/>
                    <a:pt x="411" y="491"/>
                    <a:pt x="353" y="491"/>
                  </a:cubicBezTo>
                  <a:cubicBezTo>
                    <a:pt x="163" y="491"/>
                    <a:pt x="0" y="737"/>
                    <a:pt x="178" y="914"/>
                  </a:cubicBezTo>
                  <a:lnTo>
                    <a:pt x="669" y="1419"/>
                  </a:lnTo>
                  <a:cubicBezTo>
                    <a:pt x="726" y="1463"/>
                    <a:pt x="784" y="1491"/>
                    <a:pt x="856" y="1491"/>
                  </a:cubicBezTo>
                  <a:cubicBezTo>
                    <a:pt x="914" y="1477"/>
                    <a:pt x="986" y="1448"/>
                    <a:pt x="1029" y="1405"/>
                  </a:cubicBezTo>
                  <a:lnTo>
                    <a:pt x="2011" y="423"/>
                  </a:lnTo>
                  <a:cubicBezTo>
                    <a:pt x="2188" y="246"/>
                    <a:pt x="2025" y="1"/>
                    <a:pt x="1836" y="1"/>
                  </a:cubicBezTo>
                  <a:close/>
                </a:path>
              </a:pathLst>
            </a:custGeom>
            <a:solidFill>
              <a:srgbClr val="ADBDC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475" name="Google Shape;19475;p47"/>
            <p:cNvSpPr/>
            <p:nvPr/>
          </p:nvSpPr>
          <p:spPr>
            <a:xfrm>
              <a:off x="6125208" y="1779823"/>
              <a:ext cx="57385" cy="39113"/>
            </a:xfrm>
            <a:custGeom>
              <a:rect b="b" l="l" r="r" t="t"/>
              <a:pathLst>
                <a:path extrusionOk="0" h="1492" w="2189">
                  <a:moveTo>
                    <a:pt x="1836" y="0"/>
                  </a:moveTo>
                  <a:cubicBezTo>
                    <a:pt x="1778" y="0"/>
                    <a:pt x="1718" y="23"/>
                    <a:pt x="1665" y="76"/>
                  </a:cubicBezTo>
                  <a:lnTo>
                    <a:pt x="856" y="885"/>
                  </a:lnTo>
                  <a:lnTo>
                    <a:pt x="539" y="567"/>
                  </a:lnTo>
                  <a:cubicBezTo>
                    <a:pt x="482" y="514"/>
                    <a:pt x="420" y="491"/>
                    <a:pt x="360" y="491"/>
                  </a:cubicBezTo>
                  <a:cubicBezTo>
                    <a:pt x="164" y="491"/>
                    <a:pt x="0" y="739"/>
                    <a:pt x="178" y="928"/>
                  </a:cubicBezTo>
                  <a:lnTo>
                    <a:pt x="683" y="1419"/>
                  </a:lnTo>
                  <a:cubicBezTo>
                    <a:pt x="726" y="1462"/>
                    <a:pt x="784" y="1491"/>
                    <a:pt x="856" y="1491"/>
                  </a:cubicBezTo>
                  <a:cubicBezTo>
                    <a:pt x="914" y="1491"/>
                    <a:pt x="972" y="1462"/>
                    <a:pt x="1029" y="1419"/>
                  </a:cubicBezTo>
                  <a:lnTo>
                    <a:pt x="2011" y="423"/>
                  </a:lnTo>
                  <a:cubicBezTo>
                    <a:pt x="2188" y="246"/>
                    <a:pt x="2025" y="0"/>
                    <a:pt x="1836" y="0"/>
                  </a:cubicBezTo>
                  <a:close/>
                </a:path>
              </a:pathLst>
            </a:custGeom>
            <a:solidFill>
              <a:srgbClr val="ADBDC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476" name="Google Shape;19476;p47"/>
            <p:cNvSpPr/>
            <p:nvPr/>
          </p:nvSpPr>
          <p:spPr>
            <a:xfrm>
              <a:off x="6306852" y="1624289"/>
              <a:ext cx="57385" cy="39113"/>
            </a:xfrm>
            <a:custGeom>
              <a:rect b="b" l="l" r="r" t="t"/>
              <a:pathLst>
                <a:path extrusionOk="0" h="1492" w="2189">
                  <a:moveTo>
                    <a:pt x="1836" y="0"/>
                  </a:moveTo>
                  <a:cubicBezTo>
                    <a:pt x="1778" y="0"/>
                    <a:pt x="1718" y="23"/>
                    <a:pt x="1665" y="76"/>
                  </a:cubicBezTo>
                  <a:lnTo>
                    <a:pt x="842" y="885"/>
                  </a:lnTo>
                  <a:lnTo>
                    <a:pt x="524" y="567"/>
                  </a:lnTo>
                  <a:cubicBezTo>
                    <a:pt x="470" y="514"/>
                    <a:pt x="411" y="491"/>
                    <a:pt x="353" y="491"/>
                  </a:cubicBezTo>
                  <a:cubicBezTo>
                    <a:pt x="163" y="491"/>
                    <a:pt x="0" y="736"/>
                    <a:pt x="178" y="914"/>
                  </a:cubicBezTo>
                  <a:lnTo>
                    <a:pt x="669" y="1419"/>
                  </a:lnTo>
                  <a:cubicBezTo>
                    <a:pt x="726" y="1462"/>
                    <a:pt x="784" y="1491"/>
                    <a:pt x="856" y="1491"/>
                  </a:cubicBezTo>
                  <a:cubicBezTo>
                    <a:pt x="914" y="1477"/>
                    <a:pt x="972" y="1462"/>
                    <a:pt x="1029" y="1419"/>
                  </a:cubicBezTo>
                  <a:lnTo>
                    <a:pt x="2011" y="423"/>
                  </a:lnTo>
                  <a:cubicBezTo>
                    <a:pt x="2188" y="246"/>
                    <a:pt x="2025" y="0"/>
                    <a:pt x="1836" y="0"/>
                  </a:cubicBezTo>
                  <a:close/>
                </a:path>
              </a:pathLst>
            </a:custGeom>
            <a:solidFill>
              <a:srgbClr val="ADBDC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9477" name="Google Shape;19477;p47"/>
          <p:cNvGrpSpPr/>
          <p:nvPr/>
        </p:nvGrpSpPr>
        <p:grpSpPr>
          <a:xfrm>
            <a:off x="6579435" y="1527897"/>
            <a:ext cx="370103" cy="322444"/>
            <a:chOff x="6579435" y="1527897"/>
            <a:chExt cx="370103" cy="322444"/>
          </a:xfrm>
        </p:grpSpPr>
        <p:sp>
          <p:nvSpPr>
            <p:cNvPr id="19478" name="Google Shape;19478;p47"/>
            <p:cNvSpPr/>
            <p:nvPr/>
          </p:nvSpPr>
          <p:spPr>
            <a:xfrm>
              <a:off x="6704691" y="1527897"/>
              <a:ext cx="119593" cy="64725"/>
            </a:xfrm>
            <a:custGeom>
              <a:rect b="b" l="l" r="r" t="t"/>
              <a:pathLst>
                <a:path extrusionOk="0" h="2469" w="4562">
                  <a:moveTo>
                    <a:pt x="1242" y="0"/>
                  </a:moveTo>
                  <a:cubicBezTo>
                    <a:pt x="809" y="0"/>
                    <a:pt x="419" y="303"/>
                    <a:pt x="347" y="736"/>
                  </a:cubicBezTo>
                  <a:lnTo>
                    <a:pt x="0" y="2469"/>
                  </a:lnTo>
                  <a:lnTo>
                    <a:pt x="462" y="2469"/>
                  </a:lnTo>
                  <a:lnTo>
                    <a:pt x="794" y="1040"/>
                  </a:lnTo>
                  <a:cubicBezTo>
                    <a:pt x="837" y="823"/>
                    <a:pt x="1025" y="679"/>
                    <a:pt x="1242" y="679"/>
                  </a:cubicBezTo>
                  <a:lnTo>
                    <a:pt x="3335" y="679"/>
                  </a:lnTo>
                  <a:cubicBezTo>
                    <a:pt x="3537" y="679"/>
                    <a:pt x="3725" y="823"/>
                    <a:pt x="3768" y="1040"/>
                  </a:cubicBezTo>
                  <a:lnTo>
                    <a:pt x="4085" y="2454"/>
                  </a:lnTo>
                  <a:lnTo>
                    <a:pt x="4562" y="2454"/>
                  </a:lnTo>
                  <a:lnTo>
                    <a:pt x="4215" y="736"/>
                  </a:lnTo>
                  <a:cubicBezTo>
                    <a:pt x="4129" y="303"/>
                    <a:pt x="3753" y="0"/>
                    <a:pt x="3306" y="0"/>
                  </a:cubicBezTo>
                  <a:close/>
                </a:path>
              </a:pathLst>
            </a:custGeom>
            <a:solidFill>
              <a:srgbClr val="667A8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479" name="Google Shape;19479;p47"/>
            <p:cNvSpPr/>
            <p:nvPr/>
          </p:nvSpPr>
          <p:spPr>
            <a:xfrm>
              <a:off x="6591153" y="1706893"/>
              <a:ext cx="346667" cy="143448"/>
            </a:xfrm>
            <a:custGeom>
              <a:rect b="b" l="l" r="r" t="t"/>
              <a:pathLst>
                <a:path extrusionOk="0" h="5472" w="13224">
                  <a:moveTo>
                    <a:pt x="1" y="0"/>
                  </a:moveTo>
                  <a:lnTo>
                    <a:pt x="1" y="4793"/>
                  </a:lnTo>
                  <a:cubicBezTo>
                    <a:pt x="1" y="5168"/>
                    <a:pt x="318" y="5471"/>
                    <a:pt x="693" y="5471"/>
                  </a:cubicBezTo>
                  <a:lnTo>
                    <a:pt x="12545" y="5471"/>
                  </a:lnTo>
                  <a:cubicBezTo>
                    <a:pt x="12920" y="5471"/>
                    <a:pt x="13223" y="5168"/>
                    <a:pt x="13223" y="4793"/>
                  </a:cubicBezTo>
                  <a:lnTo>
                    <a:pt x="13223" y="0"/>
                  </a:lnTo>
                  <a:close/>
                </a:path>
              </a:pathLst>
            </a:custGeom>
            <a:solidFill>
              <a:srgbClr val="5C728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480" name="Google Shape;19480;p47"/>
            <p:cNvSpPr/>
            <p:nvPr/>
          </p:nvSpPr>
          <p:spPr>
            <a:xfrm>
              <a:off x="6591520" y="1706893"/>
              <a:ext cx="346300" cy="143448"/>
            </a:xfrm>
            <a:custGeom>
              <a:rect b="b" l="l" r="r" t="t"/>
              <a:pathLst>
                <a:path extrusionOk="0" h="5472" w="13210">
                  <a:moveTo>
                    <a:pt x="1" y="0"/>
                  </a:moveTo>
                  <a:lnTo>
                    <a:pt x="1" y="4793"/>
                  </a:lnTo>
                  <a:cubicBezTo>
                    <a:pt x="1" y="5168"/>
                    <a:pt x="304" y="5471"/>
                    <a:pt x="679" y="5471"/>
                  </a:cubicBezTo>
                  <a:lnTo>
                    <a:pt x="12531" y="5471"/>
                  </a:lnTo>
                  <a:cubicBezTo>
                    <a:pt x="12906" y="5471"/>
                    <a:pt x="13209" y="5168"/>
                    <a:pt x="13209" y="4793"/>
                  </a:cubicBezTo>
                  <a:lnTo>
                    <a:pt x="13209" y="4562"/>
                  </a:lnTo>
                  <a:lnTo>
                    <a:pt x="1820" y="4562"/>
                  </a:lnTo>
                  <a:cubicBezTo>
                    <a:pt x="1315" y="4562"/>
                    <a:pt x="910" y="4143"/>
                    <a:pt x="910" y="3638"/>
                  </a:cubicBezTo>
                  <a:lnTo>
                    <a:pt x="910" y="2050"/>
                  </a:lnTo>
                  <a:cubicBezTo>
                    <a:pt x="910" y="1915"/>
                    <a:pt x="1012" y="1818"/>
                    <a:pt x="1131" y="1818"/>
                  </a:cubicBezTo>
                  <a:cubicBezTo>
                    <a:pt x="1139" y="1818"/>
                    <a:pt x="1148" y="1818"/>
                    <a:pt x="1156" y="1819"/>
                  </a:cubicBezTo>
                  <a:cubicBezTo>
                    <a:pt x="1228" y="1819"/>
                    <a:pt x="1300" y="1833"/>
                    <a:pt x="1358" y="1833"/>
                  </a:cubicBezTo>
                  <a:lnTo>
                    <a:pt x="11838" y="1833"/>
                  </a:lnTo>
                  <a:cubicBezTo>
                    <a:pt x="12329" y="1833"/>
                    <a:pt x="12820" y="1660"/>
                    <a:pt x="13209" y="1372"/>
                  </a:cubicBezTo>
                  <a:lnTo>
                    <a:pt x="13209" y="0"/>
                  </a:lnTo>
                  <a:close/>
                </a:path>
              </a:pathLst>
            </a:custGeom>
            <a:solidFill>
              <a:srgbClr val="667A8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481" name="Google Shape;19481;p47"/>
            <p:cNvSpPr/>
            <p:nvPr/>
          </p:nvSpPr>
          <p:spPr>
            <a:xfrm>
              <a:off x="6579435" y="1587693"/>
              <a:ext cx="370103" cy="155167"/>
            </a:xfrm>
            <a:custGeom>
              <a:rect b="b" l="l" r="r" t="t"/>
              <a:pathLst>
                <a:path extrusionOk="0" h="5919" w="14118">
                  <a:moveTo>
                    <a:pt x="909" y="0"/>
                  </a:moveTo>
                  <a:cubicBezTo>
                    <a:pt x="404" y="0"/>
                    <a:pt x="0" y="404"/>
                    <a:pt x="0" y="909"/>
                  </a:cubicBezTo>
                  <a:lnTo>
                    <a:pt x="0" y="4100"/>
                  </a:lnTo>
                  <a:cubicBezTo>
                    <a:pt x="0" y="5096"/>
                    <a:pt x="823" y="5919"/>
                    <a:pt x="1819" y="5919"/>
                  </a:cubicBezTo>
                  <a:lnTo>
                    <a:pt x="12299" y="5919"/>
                  </a:lnTo>
                  <a:cubicBezTo>
                    <a:pt x="13310" y="5919"/>
                    <a:pt x="14118" y="5096"/>
                    <a:pt x="14118" y="4100"/>
                  </a:cubicBezTo>
                  <a:lnTo>
                    <a:pt x="14118" y="909"/>
                  </a:lnTo>
                  <a:cubicBezTo>
                    <a:pt x="14118" y="404"/>
                    <a:pt x="13714" y="0"/>
                    <a:pt x="13208" y="0"/>
                  </a:cubicBezTo>
                  <a:close/>
                </a:path>
              </a:pathLst>
            </a:custGeom>
            <a:solidFill>
              <a:srgbClr val="92A9B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482" name="Google Shape;19482;p47"/>
            <p:cNvSpPr/>
            <p:nvPr/>
          </p:nvSpPr>
          <p:spPr>
            <a:xfrm>
              <a:off x="6609320" y="1587693"/>
              <a:ext cx="310700" cy="17800"/>
            </a:xfrm>
            <a:custGeom>
              <a:rect b="b" l="l" r="r" t="t"/>
              <a:pathLst>
                <a:path extrusionOk="0" h="679" w="11852">
                  <a:moveTo>
                    <a:pt x="347" y="0"/>
                  </a:moveTo>
                  <a:cubicBezTo>
                    <a:pt x="159" y="0"/>
                    <a:pt x="0" y="144"/>
                    <a:pt x="0" y="332"/>
                  </a:cubicBezTo>
                  <a:cubicBezTo>
                    <a:pt x="0" y="520"/>
                    <a:pt x="159" y="678"/>
                    <a:pt x="347" y="678"/>
                  </a:cubicBezTo>
                  <a:lnTo>
                    <a:pt x="11505" y="678"/>
                  </a:lnTo>
                  <a:cubicBezTo>
                    <a:pt x="11693" y="678"/>
                    <a:pt x="11852" y="520"/>
                    <a:pt x="11852" y="332"/>
                  </a:cubicBezTo>
                  <a:cubicBezTo>
                    <a:pt x="11852" y="144"/>
                    <a:pt x="11693" y="0"/>
                    <a:pt x="11505" y="0"/>
                  </a:cubicBezTo>
                  <a:close/>
                </a:path>
              </a:pathLst>
            </a:custGeom>
            <a:solidFill>
              <a:srgbClr val="8295A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483" name="Google Shape;19483;p47"/>
            <p:cNvSpPr/>
            <p:nvPr/>
          </p:nvSpPr>
          <p:spPr>
            <a:xfrm>
              <a:off x="6639206" y="1587693"/>
              <a:ext cx="35993" cy="262648"/>
            </a:xfrm>
            <a:custGeom>
              <a:rect b="b" l="l" r="r" t="t"/>
              <a:pathLst>
                <a:path extrusionOk="0" h="10019" w="1373">
                  <a:moveTo>
                    <a:pt x="1" y="0"/>
                  </a:moveTo>
                  <a:lnTo>
                    <a:pt x="1" y="10018"/>
                  </a:lnTo>
                  <a:lnTo>
                    <a:pt x="1372" y="10018"/>
                  </a:lnTo>
                  <a:lnTo>
                    <a:pt x="1372" y="0"/>
                  </a:ln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484" name="Google Shape;19484;p47"/>
            <p:cNvSpPr/>
            <p:nvPr/>
          </p:nvSpPr>
          <p:spPr>
            <a:xfrm>
              <a:off x="6639206" y="1587693"/>
              <a:ext cx="35993" cy="17800"/>
            </a:xfrm>
            <a:custGeom>
              <a:rect b="b" l="l" r="r" t="t"/>
              <a:pathLst>
                <a:path extrusionOk="0" h="679" w="1373">
                  <a:moveTo>
                    <a:pt x="1" y="0"/>
                  </a:moveTo>
                  <a:lnTo>
                    <a:pt x="1" y="678"/>
                  </a:lnTo>
                  <a:lnTo>
                    <a:pt x="1372" y="678"/>
                  </a:lnTo>
                  <a:lnTo>
                    <a:pt x="1372" y="0"/>
                  </a:lnTo>
                  <a:close/>
                </a:path>
              </a:pathLst>
            </a:custGeom>
            <a:solidFill>
              <a:srgbClr val="8C9EA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485" name="Google Shape;19485;p47"/>
            <p:cNvSpPr/>
            <p:nvPr/>
          </p:nvSpPr>
          <p:spPr>
            <a:xfrm>
              <a:off x="6639206" y="1760607"/>
              <a:ext cx="35993" cy="18193"/>
            </a:xfrm>
            <a:custGeom>
              <a:rect b="b" l="l" r="r" t="t"/>
              <a:pathLst>
                <a:path extrusionOk="0" h="694" w="1373">
                  <a:moveTo>
                    <a:pt x="1" y="1"/>
                  </a:moveTo>
                  <a:lnTo>
                    <a:pt x="1" y="694"/>
                  </a:lnTo>
                  <a:lnTo>
                    <a:pt x="1372" y="694"/>
                  </a:lnTo>
                  <a:lnTo>
                    <a:pt x="1372" y="1"/>
                  </a:lnTo>
                  <a:close/>
                </a:path>
              </a:pathLst>
            </a:custGeom>
            <a:solidFill>
              <a:srgbClr val="7E93A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486" name="Google Shape;19486;p47"/>
            <p:cNvSpPr/>
            <p:nvPr/>
          </p:nvSpPr>
          <p:spPr>
            <a:xfrm>
              <a:off x="6639206" y="1719004"/>
              <a:ext cx="35993" cy="17800"/>
            </a:xfrm>
            <a:custGeom>
              <a:rect b="b" l="l" r="r" t="t"/>
              <a:pathLst>
                <a:path extrusionOk="0" h="679" w="1373">
                  <a:moveTo>
                    <a:pt x="1" y="0"/>
                  </a:moveTo>
                  <a:lnTo>
                    <a:pt x="1" y="679"/>
                  </a:lnTo>
                  <a:lnTo>
                    <a:pt x="1372" y="679"/>
                  </a:lnTo>
                  <a:lnTo>
                    <a:pt x="1372" y="0"/>
                  </a:lnTo>
                  <a:close/>
                </a:path>
              </a:pathLst>
            </a:custGeom>
            <a:solidFill>
              <a:srgbClr val="7E93A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487" name="Google Shape;19487;p47"/>
            <p:cNvSpPr/>
            <p:nvPr/>
          </p:nvSpPr>
          <p:spPr>
            <a:xfrm>
              <a:off x="6627094" y="1712948"/>
              <a:ext cx="59823" cy="53741"/>
            </a:xfrm>
            <a:custGeom>
              <a:rect b="b" l="l" r="r" t="t"/>
              <a:pathLst>
                <a:path extrusionOk="0" h="2050" w="2282">
                  <a:moveTo>
                    <a:pt x="1834" y="462"/>
                  </a:moveTo>
                  <a:lnTo>
                    <a:pt x="1834" y="1602"/>
                  </a:lnTo>
                  <a:lnTo>
                    <a:pt x="463" y="1602"/>
                  </a:lnTo>
                  <a:lnTo>
                    <a:pt x="463" y="462"/>
                  </a:lnTo>
                  <a:close/>
                  <a:moveTo>
                    <a:pt x="463" y="0"/>
                  </a:moveTo>
                  <a:cubicBezTo>
                    <a:pt x="217" y="0"/>
                    <a:pt x="1" y="202"/>
                    <a:pt x="1" y="462"/>
                  </a:cubicBezTo>
                  <a:lnTo>
                    <a:pt x="1" y="1602"/>
                  </a:lnTo>
                  <a:cubicBezTo>
                    <a:pt x="1" y="1848"/>
                    <a:pt x="217" y="2050"/>
                    <a:pt x="463" y="2050"/>
                  </a:cubicBezTo>
                  <a:lnTo>
                    <a:pt x="1834" y="2050"/>
                  </a:lnTo>
                  <a:cubicBezTo>
                    <a:pt x="2080" y="2050"/>
                    <a:pt x="2282" y="1848"/>
                    <a:pt x="2282" y="1602"/>
                  </a:cubicBezTo>
                  <a:lnTo>
                    <a:pt x="2282" y="462"/>
                  </a:lnTo>
                  <a:cubicBezTo>
                    <a:pt x="2282" y="202"/>
                    <a:pt x="2080" y="0"/>
                    <a:pt x="1834" y="0"/>
                  </a:cubicBezTo>
                  <a:close/>
                </a:path>
              </a:pathLst>
            </a:custGeom>
            <a:solidFill>
              <a:srgbClr val="8C9EA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488" name="Google Shape;19488;p47"/>
            <p:cNvSpPr/>
            <p:nvPr/>
          </p:nvSpPr>
          <p:spPr>
            <a:xfrm>
              <a:off x="6651317" y="1713027"/>
              <a:ext cx="11771" cy="29833"/>
            </a:xfrm>
            <a:custGeom>
              <a:rect b="b" l="l" r="r" t="t"/>
              <a:pathLst>
                <a:path extrusionOk="0" h="1138" w="449">
                  <a:moveTo>
                    <a:pt x="225" y="1"/>
                  </a:moveTo>
                  <a:cubicBezTo>
                    <a:pt x="113" y="1"/>
                    <a:pt x="1" y="77"/>
                    <a:pt x="1" y="228"/>
                  </a:cubicBezTo>
                  <a:lnTo>
                    <a:pt x="1" y="907"/>
                  </a:lnTo>
                  <a:cubicBezTo>
                    <a:pt x="1" y="1036"/>
                    <a:pt x="102" y="1138"/>
                    <a:pt x="217" y="1138"/>
                  </a:cubicBezTo>
                  <a:cubicBezTo>
                    <a:pt x="347" y="1138"/>
                    <a:pt x="448" y="1036"/>
                    <a:pt x="448" y="907"/>
                  </a:cubicBezTo>
                  <a:lnTo>
                    <a:pt x="448" y="228"/>
                  </a:lnTo>
                  <a:cubicBezTo>
                    <a:pt x="448" y="77"/>
                    <a:pt x="336" y="1"/>
                    <a:pt x="225" y="1"/>
                  </a:cubicBezTo>
                  <a:close/>
                </a:path>
              </a:pathLst>
            </a:custGeom>
            <a:solidFill>
              <a:srgbClr val="EFF1F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489" name="Google Shape;19489;p47"/>
            <p:cNvSpPr/>
            <p:nvPr/>
          </p:nvSpPr>
          <p:spPr>
            <a:xfrm>
              <a:off x="6639206" y="1826459"/>
              <a:ext cx="35993" cy="23882"/>
            </a:xfrm>
            <a:custGeom>
              <a:rect b="b" l="l" r="r" t="t"/>
              <a:pathLst>
                <a:path extrusionOk="0" h="911" w="1373">
                  <a:moveTo>
                    <a:pt x="1" y="1"/>
                  </a:moveTo>
                  <a:lnTo>
                    <a:pt x="1" y="910"/>
                  </a:lnTo>
                  <a:lnTo>
                    <a:pt x="1372" y="910"/>
                  </a:lnTo>
                  <a:lnTo>
                    <a:pt x="1372" y="1"/>
                  </a:lnTo>
                  <a:close/>
                </a:path>
              </a:pathLst>
            </a:custGeom>
            <a:solidFill>
              <a:srgbClr val="7E93A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490" name="Google Shape;19490;p47"/>
            <p:cNvSpPr/>
            <p:nvPr/>
          </p:nvSpPr>
          <p:spPr>
            <a:xfrm>
              <a:off x="6854169" y="1587693"/>
              <a:ext cx="35967" cy="262648"/>
            </a:xfrm>
            <a:custGeom>
              <a:rect b="b" l="l" r="r" t="t"/>
              <a:pathLst>
                <a:path extrusionOk="0" h="10019" w="1372">
                  <a:moveTo>
                    <a:pt x="0" y="0"/>
                  </a:moveTo>
                  <a:lnTo>
                    <a:pt x="0" y="10018"/>
                  </a:lnTo>
                  <a:lnTo>
                    <a:pt x="1372" y="10018"/>
                  </a:lnTo>
                  <a:lnTo>
                    <a:pt x="1372" y="0"/>
                  </a:ln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491" name="Google Shape;19491;p47"/>
            <p:cNvSpPr/>
            <p:nvPr/>
          </p:nvSpPr>
          <p:spPr>
            <a:xfrm>
              <a:off x="6854169" y="1587693"/>
              <a:ext cx="35967" cy="17800"/>
            </a:xfrm>
            <a:custGeom>
              <a:rect b="b" l="l" r="r" t="t"/>
              <a:pathLst>
                <a:path extrusionOk="0" h="679" w="1372">
                  <a:moveTo>
                    <a:pt x="0" y="0"/>
                  </a:moveTo>
                  <a:lnTo>
                    <a:pt x="0" y="678"/>
                  </a:lnTo>
                  <a:lnTo>
                    <a:pt x="1372" y="678"/>
                  </a:lnTo>
                  <a:lnTo>
                    <a:pt x="1372" y="0"/>
                  </a:lnTo>
                  <a:close/>
                </a:path>
              </a:pathLst>
            </a:custGeom>
            <a:solidFill>
              <a:srgbClr val="8C9EA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492" name="Google Shape;19492;p47"/>
            <p:cNvSpPr/>
            <p:nvPr/>
          </p:nvSpPr>
          <p:spPr>
            <a:xfrm>
              <a:off x="6854169" y="1760607"/>
              <a:ext cx="35967" cy="18193"/>
            </a:xfrm>
            <a:custGeom>
              <a:rect b="b" l="l" r="r" t="t"/>
              <a:pathLst>
                <a:path extrusionOk="0" h="694" w="1372">
                  <a:moveTo>
                    <a:pt x="0" y="1"/>
                  </a:moveTo>
                  <a:lnTo>
                    <a:pt x="0" y="694"/>
                  </a:lnTo>
                  <a:lnTo>
                    <a:pt x="1372" y="694"/>
                  </a:lnTo>
                  <a:lnTo>
                    <a:pt x="1372" y="1"/>
                  </a:lnTo>
                  <a:close/>
                </a:path>
              </a:pathLst>
            </a:custGeom>
            <a:solidFill>
              <a:srgbClr val="7E93A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493" name="Google Shape;19493;p47"/>
            <p:cNvSpPr/>
            <p:nvPr/>
          </p:nvSpPr>
          <p:spPr>
            <a:xfrm>
              <a:off x="6854169" y="1719004"/>
              <a:ext cx="35967" cy="17800"/>
            </a:xfrm>
            <a:custGeom>
              <a:rect b="b" l="l" r="r" t="t"/>
              <a:pathLst>
                <a:path extrusionOk="0" h="679" w="1372">
                  <a:moveTo>
                    <a:pt x="0" y="0"/>
                  </a:moveTo>
                  <a:lnTo>
                    <a:pt x="0" y="679"/>
                  </a:lnTo>
                  <a:lnTo>
                    <a:pt x="1372" y="679"/>
                  </a:lnTo>
                  <a:lnTo>
                    <a:pt x="1372" y="0"/>
                  </a:lnTo>
                  <a:close/>
                </a:path>
              </a:pathLst>
            </a:custGeom>
            <a:solidFill>
              <a:srgbClr val="7E93A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494" name="Google Shape;19494;p47"/>
            <p:cNvSpPr/>
            <p:nvPr/>
          </p:nvSpPr>
          <p:spPr>
            <a:xfrm>
              <a:off x="6842057" y="1712948"/>
              <a:ext cx="59823" cy="53741"/>
            </a:xfrm>
            <a:custGeom>
              <a:rect b="b" l="l" r="r" t="t"/>
              <a:pathLst>
                <a:path extrusionOk="0" h="2050" w="2282">
                  <a:moveTo>
                    <a:pt x="1834" y="462"/>
                  </a:moveTo>
                  <a:lnTo>
                    <a:pt x="1834" y="1602"/>
                  </a:lnTo>
                  <a:lnTo>
                    <a:pt x="462" y="1602"/>
                  </a:lnTo>
                  <a:lnTo>
                    <a:pt x="462" y="462"/>
                  </a:lnTo>
                  <a:close/>
                  <a:moveTo>
                    <a:pt x="462" y="0"/>
                  </a:moveTo>
                  <a:cubicBezTo>
                    <a:pt x="202" y="0"/>
                    <a:pt x="0" y="202"/>
                    <a:pt x="0" y="462"/>
                  </a:cubicBezTo>
                  <a:lnTo>
                    <a:pt x="0" y="1602"/>
                  </a:lnTo>
                  <a:cubicBezTo>
                    <a:pt x="0" y="1848"/>
                    <a:pt x="202" y="2050"/>
                    <a:pt x="462" y="2050"/>
                  </a:cubicBezTo>
                  <a:lnTo>
                    <a:pt x="1834" y="2050"/>
                  </a:lnTo>
                  <a:cubicBezTo>
                    <a:pt x="2079" y="2050"/>
                    <a:pt x="2281" y="1848"/>
                    <a:pt x="2281" y="1602"/>
                  </a:cubicBezTo>
                  <a:lnTo>
                    <a:pt x="2281" y="462"/>
                  </a:lnTo>
                  <a:cubicBezTo>
                    <a:pt x="2281" y="202"/>
                    <a:pt x="2079" y="0"/>
                    <a:pt x="1834" y="0"/>
                  </a:cubicBezTo>
                  <a:close/>
                </a:path>
              </a:pathLst>
            </a:custGeom>
            <a:solidFill>
              <a:srgbClr val="8C9EA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495" name="Google Shape;19495;p47"/>
            <p:cNvSpPr/>
            <p:nvPr/>
          </p:nvSpPr>
          <p:spPr>
            <a:xfrm>
              <a:off x="6866280" y="1713027"/>
              <a:ext cx="12138" cy="29833"/>
            </a:xfrm>
            <a:custGeom>
              <a:rect b="b" l="l" r="r" t="t"/>
              <a:pathLst>
                <a:path extrusionOk="0" h="1138" w="463">
                  <a:moveTo>
                    <a:pt x="231" y="1"/>
                  </a:moveTo>
                  <a:cubicBezTo>
                    <a:pt x="116" y="1"/>
                    <a:pt x="0" y="77"/>
                    <a:pt x="0" y="228"/>
                  </a:cubicBezTo>
                  <a:lnTo>
                    <a:pt x="0" y="907"/>
                  </a:lnTo>
                  <a:cubicBezTo>
                    <a:pt x="0" y="1036"/>
                    <a:pt x="101" y="1138"/>
                    <a:pt x="217" y="1138"/>
                  </a:cubicBezTo>
                  <a:cubicBezTo>
                    <a:pt x="347" y="1138"/>
                    <a:pt x="462" y="1036"/>
                    <a:pt x="462" y="907"/>
                  </a:cubicBezTo>
                  <a:lnTo>
                    <a:pt x="462" y="228"/>
                  </a:lnTo>
                  <a:cubicBezTo>
                    <a:pt x="462" y="77"/>
                    <a:pt x="347" y="1"/>
                    <a:pt x="231" y="1"/>
                  </a:cubicBezTo>
                  <a:close/>
                </a:path>
              </a:pathLst>
            </a:custGeom>
            <a:solidFill>
              <a:srgbClr val="EFF1F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496" name="Google Shape;19496;p47"/>
            <p:cNvSpPr/>
            <p:nvPr/>
          </p:nvSpPr>
          <p:spPr>
            <a:xfrm>
              <a:off x="6854169" y="1826459"/>
              <a:ext cx="35967" cy="23882"/>
            </a:xfrm>
            <a:custGeom>
              <a:rect b="b" l="l" r="r" t="t"/>
              <a:pathLst>
                <a:path extrusionOk="0" h="911" w="1372">
                  <a:moveTo>
                    <a:pt x="0" y="1"/>
                  </a:moveTo>
                  <a:lnTo>
                    <a:pt x="0" y="910"/>
                  </a:lnTo>
                  <a:lnTo>
                    <a:pt x="1372" y="910"/>
                  </a:lnTo>
                  <a:lnTo>
                    <a:pt x="1372" y="1"/>
                  </a:lnTo>
                  <a:close/>
                </a:path>
              </a:pathLst>
            </a:custGeom>
            <a:solidFill>
              <a:srgbClr val="7E93A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497" name="Google Shape;19497;p47"/>
            <p:cNvSpPr/>
            <p:nvPr/>
          </p:nvSpPr>
          <p:spPr>
            <a:xfrm>
              <a:off x="6734576" y="1695148"/>
              <a:ext cx="59823" cy="23882"/>
            </a:xfrm>
            <a:custGeom>
              <a:rect b="b" l="l" r="r" t="t"/>
              <a:pathLst>
                <a:path extrusionOk="0" h="911" w="2282">
                  <a:moveTo>
                    <a:pt x="232" y="1"/>
                  </a:moveTo>
                  <a:cubicBezTo>
                    <a:pt x="102" y="1"/>
                    <a:pt x="1" y="102"/>
                    <a:pt x="1" y="232"/>
                  </a:cubicBezTo>
                  <a:lnTo>
                    <a:pt x="1" y="679"/>
                  </a:lnTo>
                  <a:cubicBezTo>
                    <a:pt x="1" y="809"/>
                    <a:pt x="102" y="910"/>
                    <a:pt x="232" y="910"/>
                  </a:cubicBezTo>
                  <a:lnTo>
                    <a:pt x="2050" y="910"/>
                  </a:lnTo>
                  <a:cubicBezTo>
                    <a:pt x="2180" y="910"/>
                    <a:pt x="2281" y="809"/>
                    <a:pt x="2281" y="679"/>
                  </a:cubicBezTo>
                  <a:lnTo>
                    <a:pt x="2281" y="232"/>
                  </a:lnTo>
                  <a:cubicBezTo>
                    <a:pt x="2281" y="102"/>
                    <a:pt x="2180" y="1"/>
                    <a:pt x="2050" y="1"/>
                  </a:cubicBezTo>
                  <a:close/>
                </a:path>
              </a:pathLst>
            </a:custGeom>
            <a:solidFill>
              <a:srgbClr val="8C9EA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498" name="Google Shape;19498;p47"/>
            <p:cNvSpPr/>
            <p:nvPr/>
          </p:nvSpPr>
          <p:spPr>
            <a:xfrm>
              <a:off x="6734576" y="1706893"/>
              <a:ext cx="59823" cy="12138"/>
            </a:xfrm>
            <a:custGeom>
              <a:rect b="b" l="l" r="r" t="t"/>
              <a:pathLst>
                <a:path extrusionOk="0" h="463" w="2282">
                  <a:moveTo>
                    <a:pt x="232" y="0"/>
                  </a:moveTo>
                  <a:cubicBezTo>
                    <a:pt x="102" y="0"/>
                    <a:pt x="1" y="101"/>
                    <a:pt x="1" y="231"/>
                  </a:cubicBezTo>
                  <a:cubicBezTo>
                    <a:pt x="1" y="361"/>
                    <a:pt x="102" y="462"/>
                    <a:pt x="232" y="462"/>
                  </a:cubicBezTo>
                  <a:lnTo>
                    <a:pt x="2050" y="462"/>
                  </a:lnTo>
                  <a:cubicBezTo>
                    <a:pt x="2180" y="462"/>
                    <a:pt x="2281" y="361"/>
                    <a:pt x="2281" y="231"/>
                  </a:cubicBezTo>
                  <a:cubicBezTo>
                    <a:pt x="2281" y="101"/>
                    <a:pt x="2180" y="0"/>
                    <a:pt x="2050" y="0"/>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9499" name="Google Shape;19499;p47"/>
          <p:cNvGrpSpPr/>
          <p:nvPr/>
        </p:nvGrpSpPr>
        <p:grpSpPr>
          <a:xfrm>
            <a:off x="6988887" y="1538854"/>
            <a:ext cx="499920" cy="300136"/>
            <a:chOff x="6988887" y="1538854"/>
            <a:chExt cx="499920" cy="300136"/>
          </a:xfrm>
        </p:grpSpPr>
        <p:sp>
          <p:nvSpPr>
            <p:cNvPr id="19500" name="Google Shape;19500;p47"/>
            <p:cNvSpPr/>
            <p:nvPr/>
          </p:nvSpPr>
          <p:spPr>
            <a:xfrm>
              <a:off x="7052826" y="1538854"/>
              <a:ext cx="372777" cy="247155"/>
            </a:xfrm>
            <a:custGeom>
              <a:rect b="b" l="l" r="r" t="t"/>
              <a:pathLst>
                <a:path extrusionOk="0" h="9428" w="14220">
                  <a:moveTo>
                    <a:pt x="622" y="1"/>
                  </a:moveTo>
                  <a:cubicBezTo>
                    <a:pt x="275" y="1"/>
                    <a:pt x="1" y="290"/>
                    <a:pt x="1" y="636"/>
                  </a:cubicBezTo>
                  <a:lnTo>
                    <a:pt x="1" y="9427"/>
                  </a:lnTo>
                  <a:lnTo>
                    <a:pt x="14220" y="9427"/>
                  </a:lnTo>
                  <a:lnTo>
                    <a:pt x="14220" y="636"/>
                  </a:lnTo>
                  <a:cubicBezTo>
                    <a:pt x="14220" y="290"/>
                    <a:pt x="13931" y="1"/>
                    <a:pt x="13585" y="1"/>
                  </a:cubicBezTo>
                  <a:close/>
                </a:path>
              </a:pathLst>
            </a:custGeom>
            <a:solidFill>
              <a:srgbClr val="6D819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501" name="Google Shape;19501;p47"/>
            <p:cNvSpPr/>
            <p:nvPr/>
          </p:nvSpPr>
          <p:spPr>
            <a:xfrm>
              <a:off x="6988887" y="1773872"/>
              <a:ext cx="499920" cy="33319"/>
            </a:xfrm>
            <a:custGeom>
              <a:rect b="b" l="l" r="r" t="t"/>
              <a:pathLst>
                <a:path extrusionOk="0" h="1271" w="19070">
                  <a:moveTo>
                    <a:pt x="2425" y="0"/>
                  </a:moveTo>
                  <a:lnTo>
                    <a:pt x="0" y="924"/>
                  </a:lnTo>
                  <a:lnTo>
                    <a:pt x="0" y="1271"/>
                  </a:lnTo>
                  <a:lnTo>
                    <a:pt x="19069" y="1271"/>
                  </a:lnTo>
                  <a:lnTo>
                    <a:pt x="19069" y="924"/>
                  </a:lnTo>
                  <a:lnTo>
                    <a:pt x="16659" y="0"/>
                  </a:ln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502" name="Google Shape;19502;p47"/>
            <p:cNvSpPr/>
            <p:nvPr/>
          </p:nvSpPr>
          <p:spPr>
            <a:xfrm>
              <a:off x="6988887" y="1798095"/>
              <a:ext cx="499920" cy="40895"/>
            </a:xfrm>
            <a:custGeom>
              <a:rect b="b" l="l" r="r" t="t"/>
              <a:pathLst>
                <a:path extrusionOk="0" h="1560" w="19070">
                  <a:moveTo>
                    <a:pt x="0" y="0"/>
                  </a:moveTo>
                  <a:lnTo>
                    <a:pt x="0" y="347"/>
                  </a:lnTo>
                  <a:cubicBezTo>
                    <a:pt x="0" y="1011"/>
                    <a:pt x="549" y="1559"/>
                    <a:pt x="1227" y="1559"/>
                  </a:cubicBezTo>
                  <a:lnTo>
                    <a:pt x="17842" y="1559"/>
                  </a:lnTo>
                  <a:cubicBezTo>
                    <a:pt x="18521" y="1559"/>
                    <a:pt x="19069" y="1011"/>
                    <a:pt x="19069" y="347"/>
                  </a:cubicBezTo>
                  <a:lnTo>
                    <a:pt x="19069" y="0"/>
                  </a:lnTo>
                  <a:close/>
                </a:path>
              </a:pathLst>
            </a:custGeom>
            <a:solidFill>
              <a:srgbClr val="F2F3F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503" name="Google Shape;19503;p47"/>
            <p:cNvSpPr/>
            <p:nvPr/>
          </p:nvSpPr>
          <p:spPr>
            <a:xfrm>
              <a:off x="7149323" y="1798095"/>
              <a:ext cx="180543" cy="29544"/>
            </a:xfrm>
            <a:custGeom>
              <a:rect b="b" l="l" r="r" t="t"/>
              <a:pathLst>
                <a:path extrusionOk="0" h="1127" w="6887">
                  <a:moveTo>
                    <a:pt x="1" y="0"/>
                  </a:moveTo>
                  <a:lnTo>
                    <a:pt x="1040" y="1039"/>
                  </a:lnTo>
                  <a:cubicBezTo>
                    <a:pt x="1083" y="1097"/>
                    <a:pt x="1156" y="1126"/>
                    <a:pt x="1242" y="1126"/>
                  </a:cubicBezTo>
                  <a:lnTo>
                    <a:pt x="5645" y="1126"/>
                  </a:lnTo>
                  <a:cubicBezTo>
                    <a:pt x="5717" y="1126"/>
                    <a:pt x="5804" y="1097"/>
                    <a:pt x="5847" y="1039"/>
                  </a:cubicBezTo>
                  <a:lnTo>
                    <a:pt x="6887" y="0"/>
                  </a:lnTo>
                  <a:lnTo>
                    <a:pt x="6064" y="0"/>
                  </a:lnTo>
                  <a:lnTo>
                    <a:pt x="5515" y="549"/>
                  </a:lnTo>
                  <a:lnTo>
                    <a:pt x="1358" y="549"/>
                  </a:lnTo>
                  <a:lnTo>
                    <a:pt x="809" y="0"/>
                  </a:lnTo>
                  <a:close/>
                </a:path>
              </a:pathLst>
            </a:custGeom>
            <a:solidFill>
              <a:srgbClr val="94A5B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504" name="Google Shape;19504;p47"/>
            <p:cNvSpPr/>
            <p:nvPr/>
          </p:nvSpPr>
          <p:spPr>
            <a:xfrm>
              <a:off x="7052826" y="1562317"/>
              <a:ext cx="372777" cy="188119"/>
            </a:xfrm>
            <a:custGeom>
              <a:rect b="b" l="l" r="r" t="t"/>
              <a:pathLst>
                <a:path extrusionOk="0" h="7176" w="14220">
                  <a:moveTo>
                    <a:pt x="1" y="1"/>
                  </a:moveTo>
                  <a:lnTo>
                    <a:pt x="1" y="7175"/>
                  </a:lnTo>
                  <a:lnTo>
                    <a:pt x="14220" y="7175"/>
                  </a:lnTo>
                  <a:lnTo>
                    <a:pt x="14220" y="1"/>
                  </a:lnTo>
                  <a:close/>
                </a:path>
              </a:pathLst>
            </a:custGeom>
            <a:solidFill>
              <a:srgbClr val="91A2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505" name="Google Shape;19505;p47"/>
            <p:cNvSpPr/>
            <p:nvPr/>
          </p:nvSpPr>
          <p:spPr>
            <a:xfrm>
              <a:off x="7052826" y="1562317"/>
              <a:ext cx="139674" cy="188119"/>
            </a:xfrm>
            <a:custGeom>
              <a:rect b="b" l="l" r="r" t="t"/>
              <a:pathLst>
                <a:path extrusionOk="0" h="7176" w="5328">
                  <a:moveTo>
                    <a:pt x="1" y="1"/>
                  </a:moveTo>
                  <a:lnTo>
                    <a:pt x="1" y="7175"/>
                  </a:lnTo>
                  <a:lnTo>
                    <a:pt x="5327" y="7175"/>
                  </a:lnTo>
                  <a:lnTo>
                    <a:pt x="5327" y="1"/>
                  </a:ln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506" name="Google Shape;19506;p47"/>
            <p:cNvSpPr/>
            <p:nvPr/>
          </p:nvSpPr>
          <p:spPr>
            <a:xfrm>
              <a:off x="7087639" y="1601692"/>
              <a:ext cx="44697" cy="25376"/>
            </a:xfrm>
            <a:custGeom>
              <a:rect b="b" l="l" r="r" t="t"/>
              <a:pathLst>
                <a:path extrusionOk="0" h="968" w="1705">
                  <a:moveTo>
                    <a:pt x="189" y="0"/>
                  </a:moveTo>
                  <a:cubicBezTo>
                    <a:pt x="87" y="0"/>
                    <a:pt x="1" y="72"/>
                    <a:pt x="1" y="173"/>
                  </a:cubicBezTo>
                  <a:lnTo>
                    <a:pt x="1" y="794"/>
                  </a:lnTo>
                  <a:cubicBezTo>
                    <a:pt x="1" y="881"/>
                    <a:pt x="87" y="967"/>
                    <a:pt x="189" y="967"/>
                  </a:cubicBezTo>
                  <a:lnTo>
                    <a:pt x="1517" y="967"/>
                  </a:lnTo>
                  <a:cubicBezTo>
                    <a:pt x="1618" y="967"/>
                    <a:pt x="1704" y="881"/>
                    <a:pt x="1704" y="794"/>
                  </a:cubicBezTo>
                  <a:lnTo>
                    <a:pt x="1704" y="173"/>
                  </a:lnTo>
                  <a:cubicBezTo>
                    <a:pt x="1704" y="72"/>
                    <a:pt x="1618" y="0"/>
                    <a:pt x="1517" y="0"/>
                  </a:cubicBezTo>
                  <a:close/>
                </a:path>
              </a:pathLst>
            </a:custGeom>
            <a:solidFill>
              <a:srgbClr val="F2F3F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507" name="Google Shape;19507;p47"/>
            <p:cNvSpPr/>
            <p:nvPr/>
          </p:nvSpPr>
          <p:spPr>
            <a:xfrm>
              <a:off x="7077442" y="1642561"/>
              <a:ext cx="100299" cy="15152"/>
            </a:xfrm>
            <a:custGeom>
              <a:rect b="b" l="l" r="r" t="t"/>
              <a:pathLst>
                <a:path extrusionOk="0" h="578" w="3826">
                  <a:moveTo>
                    <a:pt x="390" y="0"/>
                  </a:moveTo>
                  <a:cubicBezTo>
                    <a:pt x="0" y="0"/>
                    <a:pt x="0" y="578"/>
                    <a:pt x="390" y="578"/>
                  </a:cubicBezTo>
                  <a:lnTo>
                    <a:pt x="3436" y="578"/>
                  </a:lnTo>
                  <a:cubicBezTo>
                    <a:pt x="3825" y="578"/>
                    <a:pt x="3825" y="0"/>
                    <a:pt x="3436" y="0"/>
                  </a:cubicBezTo>
                  <a:close/>
                </a:path>
              </a:pathLst>
            </a:custGeom>
            <a:solidFill>
              <a:srgbClr val="F2F3F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508" name="Google Shape;19508;p47"/>
            <p:cNvSpPr/>
            <p:nvPr/>
          </p:nvSpPr>
          <p:spPr>
            <a:xfrm>
              <a:off x="7122846" y="1671686"/>
              <a:ext cx="44670" cy="25769"/>
            </a:xfrm>
            <a:custGeom>
              <a:rect b="b" l="l" r="r" t="t"/>
              <a:pathLst>
                <a:path extrusionOk="0" h="983" w="1704">
                  <a:moveTo>
                    <a:pt x="188" y="1"/>
                  </a:moveTo>
                  <a:cubicBezTo>
                    <a:pt x="87" y="1"/>
                    <a:pt x="0" y="87"/>
                    <a:pt x="0" y="188"/>
                  </a:cubicBezTo>
                  <a:lnTo>
                    <a:pt x="0" y="795"/>
                  </a:lnTo>
                  <a:cubicBezTo>
                    <a:pt x="0" y="896"/>
                    <a:pt x="87" y="982"/>
                    <a:pt x="188" y="982"/>
                  </a:cubicBezTo>
                  <a:lnTo>
                    <a:pt x="1516" y="982"/>
                  </a:lnTo>
                  <a:cubicBezTo>
                    <a:pt x="1617" y="982"/>
                    <a:pt x="1704" y="896"/>
                    <a:pt x="1704" y="795"/>
                  </a:cubicBezTo>
                  <a:lnTo>
                    <a:pt x="1704" y="188"/>
                  </a:lnTo>
                  <a:cubicBezTo>
                    <a:pt x="1704" y="87"/>
                    <a:pt x="1617" y="1"/>
                    <a:pt x="1516" y="1"/>
                  </a:cubicBezTo>
                  <a:close/>
                </a:path>
              </a:pathLst>
            </a:custGeom>
            <a:solidFill>
              <a:srgbClr val="F2F3F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509" name="Google Shape;19509;p47"/>
            <p:cNvSpPr/>
            <p:nvPr/>
          </p:nvSpPr>
          <p:spPr>
            <a:xfrm>
              <a:off x="7077442" y="1712948"/>
              <a:ext cx="100299" cy="15152"/>
            </a:xfrm>
            <a:custGeom>
              <a:rect b="b" l="l" r="r" t="t"/>
              <a:pathLst>
                <a:path extrusionOk="0" h="578" w="3826">
                  <a:moveTo>
                    <a:pt x="390" y="0"/>
                  </a:moveTo>
                  <a:cubicBezTo>
                    <a:pt x="0" y="0"/>
                    <a:pt x="0" y="578"/>
                    <a:pt x="390" y="578"/>
                  </a:cubicBezTo>
                  <a:lnTo>
                    <a:pt x="3436" y="578"/>
                  </a:lnTo>
                  <a:cubicBezTo>
                    <a:pt x="3825" y="578"/>
                    <a:pt x="3825" y="0"/>
                    <a:pt x="3436" y="0"/>
                  </a:cubicBezTo>
                  <a:close/>
                </a:path>
              </a:pathLst>
            </a:custGeom>
            <a:solidFill>
              <a:srgbClr val="F2F3F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510" name="Google Shape;19510;p47"/>
            <p:cNvSpPr/>
            <p:nvPr/>
          </p:nvSpPr>
          <p:spPr>
            <a:xfrm>
              <a:off x="7228807" y="1623922"/>
              <a:ext cx="51041" cy="79589"/>
            </a:xfrm>
            <a:custGeom>
              <a:rect b="b" l="l" r="r" t="t"/>
              <a:pathLst>
                <a:path extrusionOk="0" h="3036" w="1947">
                  <a:moveTo>
                    <a:pt x="1529" y="1"/>
                  </a:moveTo>
                  <a:cubicBezTo>
                    <a:pt x="1462" y="1"/>
                    <a:pt x="1392" y="27"/>
                    <a:pt x="1328" y="90"/>
                  </a:cubicBezTo>
                  <a:lnTo>
                    <a:pt x="116" y="1317"/>
                  </a:lnTo>
                  <a:cubicBezTo>
                    <a:pt x="0" y="1433"/>
                    <a:pt x="0" y="1606"/>
                    <a:pt x="116" y="1722"/>
                  </a:cubicBezTo>
                  <a:lnTo>
                    <a:pt x="1328" y="2949"/>
                  </a:lnTo>
                  <a:cubicBezTo>
                    <a:pt x="1386" y="2992"/>
                    <a:pt x="1458" y="3035"/>
                    <a:pt x="1530" y="3035"/>
                  </a:cubicBezTo>
                  <a:cubicBezTo>
                    <a:pt x="1790" y="3035"/>
                    <a:pt x="1920" y="2718"/>
                    <a:pt x="1747" y="2544"/>
                  </a:cubicBezTo>
                  <a:lnTo>
                    <a:pt x="722" y="1520"/>
                  </a:lnTo>
                  <a:lnTo>
                    <a:pt x="1747" y="495"/>
                  </a:lnTo>
                  <a:cubicBezTo>
                    <a:pt x="1947" y="295"/>
                    <a:pt x="1754" y="1"/>
                    <a:pt x="1529" y="1"/>
                  </a:cubicBezTo>
                  <a:close/>
                </a:path>
              </a:pathLst>
            </a:custGeom>
            <a:solidFill>
              <a:srgbClr val="F2F3F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511" name="Google Shape;19511;p47"/>
            <p:cNvSpPr/>
            <p:nvPr/>
          </p:nvSpPr>
          <p:spPr>
            <a:xfrm>
              <a:off x="7342449" y="1624079"/>
              <a:ext cx="50988" cy="79431"/>
            </a:xfrm>
            <a:custGeom>
              <a:rect b="b" l="l" r="r" t="t"/>
              <a:pathLst>
                <a:path extrusionOk="0" h="3030" w="1945">
                  <a:moveTo>
                    <a:pt x="420" y="1"/>
                  </a:moveTo>
                  <a:cubicBezTo>
                    <a:pt x="194" y="1"/>
                    <a:pt x="0" y="291"/>
                    <a:pt x="212" y="503"/>
                  </a:cubicBezTo>
                  <a:lnTo>
                    <a:pt x="1223" y="1514"/>
                  </a:lnTo>
                  <a:lnTo>
                    <a:pt x="212" y="2538"/>
                  </a:lnTo>
                  <a:cubicBezTo>
                    <a:pt x="25" y="2712"/>
                    <a:pt x="155" y="3029"/>
                    <a:pt x="415" y="3029"/>
                  </a:cubicBezTo>
                  <a:cubicBezTo>
                    <a:pt x="487" y="3029"/>
                    <a:pt x="559" y="2986"/>
                    <a:pt x="617" y="2943"/>
                  </a:cubicBezTo>
                  <a:lnTo>
                    <a:pt x="1844" y="1716"/>
                  </a:lnTo>
                  <a:cubicBezTo>
                    <a:pt x="1945" y="1600"/>
                    <a:pt x="1945" y="1427"/>
                    <a:pt x="1844" y="1311"/>
                  </a:cubicBezTo>
                  <a:lnTo>
                    <a:pt x="617" y="84"/>
                  </a:lnTo>
                  <a:cubicBezTo>
                    <a:pt x="555" y="26"/>
                    <a:pt x="486" y="1"/>
                    <a:pt x="420" y="1"/>
                  </a:cubicBezTo>
                  <a:close/>
                </a:path>
              </a:pathLst>
            </a:custGeom>
            <a:solidFill>
              <a:srgbClr val="F2F3F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512" name="Google Shape;19512;p47"/>
            <p:cNvSpPr/>
            <p:nvPr/>
          </p:nvSpPr>
          <p:spPr>
            <a:xfrm>
              <a:off x="7287450" y="1614485"/>
              <a:ext cx="48734" cy="98490"/>
            </a:xfrm>
            <a:custGeom>
              <a:rect b="b" l="l" r="r" t="t"/>
              <a:pathLst>
                <a:path extrusionOk="0" h="3757" w="1859">
                  <a:moveTo>
                    <a:pt x="1494" y="1"/>
                  </a:moveTo>
                  <a:cubicBezTo>
                    <a:pt x="1388" y="1"/>
                    <a:pt x="1281" y="57"/>
                    <a:pt x="1228" y="191"/>
                  </a:cubicBezTo>
                  <a:lnTo>
                    <a:pt x="73" y="3366"/>
                  </a:lnTo>
                  <a:cubicBezTo>
                    <a:pt x="1" y="3554"/>
                    <a:pt x="131" y="3742"/>
                    <a:pt x="333" y="3756"/>
                  </a:cubicBezTo>
                  <a:cubicBezTo>
                    <a:pt x="463" y="3756"/>
                    <a:pt x="564" y="3684"/>
                    <a:pt x="607" y="3568"/>
                  </a:cubicBezTo>
                  <a:lnTo>
                    <a:pt x="1776" y="393"/>
                  </a:lnTo>
                  <a:cubicBezTo>
                    <a:pt x="1858" y="165"/>
                    <a:pt x="1676" y="1"/>
                    <a:pt x="1494" y="1"/>
                  </a:cubicBezTo>
                  <a:close/>
                </a:path>
              </a:pathLst>
            </a:custGeom>
            <a:solidFill>
              <a:srgbClr val="F2F3F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9513" name="Google Shape;19513;p47"/>
          <p:cNvGrpSpPr/>
          <p:nvPr/>
        </p:nvGrpSpPr>
        <p:grpSpPr>
          <a:xfrm>
            <a:off x="8050359" y="1520687"/>
            <a:ext cx="279321" cy="336837"/>
            <a:chOff x="8050359" y="1520687"/>
            <a:chExt cx="279321" cy="336837"/>
          </a:xfrm>
        </p:grpSpPr>
        <p:sp>
          <p:nvSpPr>
            <p:cNvPr id="19514" name="Google Shape;19514;p47"/>
            <p:cNvSpPr/>
            <p:nvPr/>
          </p:nvSpPr>
          <p:spPr>
            <a:xfrm>
              <a:off x="8153305" y="1520687"/>
              <a:ext cx="68500" cy="45064"/>
            </a:xfrm>
            <a:custGeom>
              <a:rect b="b" l="l" r="r" t="t"/>
              <a:pathLst>
                <a:path extrusionOk="0" h="1719" w="2613">
                  <a:moveTo>
                    <a:pt x="1242" y="1"/>
                  </a:moveTo>
                  <a:cubicBezTo>
                    <a:pt x="549" y="1"/>
                    <a:pt x="0" y="549"/>
                    <a:pt x="0" y="1242"/>
                  </a:cubicBezTo>
                  <a:lnTo>
                    <a:pt x="0" y="1719"/>
                  </a:lnTo>
                  <a:lnTo>
                    <a:pt x="375" y="1719"/>
                  </a:lnTo>
                  <a:lnTo>
                    <a:pt x="375" y="1242"/>
                  </a:lnTo>
                  <a:cubicBezTo>
                    <a:pt x="375" y="766"/>
                    <a:pt x="765" y="376"/>
                    <a:pt x="1242" y="376"/>
                  </a:cubicBezTo>
                  <a:lnTo>
                    <a:pt x="1371" y="376"/>
                  </a:lnTo>
                  <a:cubicBezTo>
                    <a:pt x="1848" y="376"/>
                    <a:pt x="2238" y="766"/>
                    <a:pt x="2238" y="1242"/>
                  </a:cubicBezTo>
                  <a:lnTo>
                    <a:pt x="2238" y="1719"/>
                  </a:lnTo>
                  <a:lnTo>
                    <a:pt x="2613" y="1719"/>
                  </a:lnTo>
                  <a:lnTo>
                    <a:pt x="2613" y="1242"/>
                  </a:lnTo>
                  <a:cubicBezTo>
                    <a:pt x="2613" y="549"/>
                    <a:pt x="2064" y="1"/>
                    <a:pt x="1371" y="1"/>
                  </a:cubicBezTo>
                  <a:close/>
                </a:path>
              </a:pathLst>
            </a:custGeom>
            <a:solidFill>
              <a:srgbClr val="889AA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515" name="Google Shape;19515;p47"/>
            <p:cNvSpPr/>
            <p:nvPr/>
          </p:nvSpPr>
          <p:spPr>
            <a:xfrm>
              <a:off x="8084045" y="1599411"/>
              <a:ext cx="206653" cy="258113"/>
            </a:xfrm>
            <a:custGeom>
              <a:rect b="b" l="l" r="r" t="t"/>
              <a:pathLst>
                <a:path extrusionOk="0" h="9846" w="7883">
                  <a:moveTo>
                    <a:pt x="0" y="1"/>
                  </a:moveTo>
                  <a:lnTo>
                    <a:pt x="491" y="9196"/>
                  </a:lnTo>
                  <a:cubicBezTo>
                    <a:pt x="520" y="9571"/>
                    <a:pt x="823" y="9845"/>
                    <a:pt x="1184" y="9845"/>
                  </a:cubicBezTo>
                  <a:lnTo>
                    <a:pt x="6670" y="9845"/>
                  </a:lnTo>
                  <a:cubicBezTo>
                    <a:pt x="7031" y="9845"/>
                    <a:pt x="7334" y="9571"/>
                    <a:pt x="7363" y="9210"/>
                  </a:cubicBezTo>
                  <a:lnTo>
                    <a:pt x="7882" y="1"/>
                  </a:lnTo>
                  <a:close/>
                </a:path>
              </a:pathLst>
            </a:custGeom>
            <a:solidFill>
              <a:srgbClr val="889AA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516" name="Google Shape;19516;p47"/>
            <p:cNvSpPr/>
            <p:nvPr/>
          </p:nvSpPr>
          <p:spPr>
            <a:xfrm>
              <a:off x="8097284" y="1599411"/>
              <a:ext cx="193781" cy="258113"/>
            </a:xfrm>
            <a:custGeom>
              <a:rect b="b" l="l" r="r" t="t"/>
              <a:pathLst>
                <a:path extrusionOk="0" h="9846" w="7392">
                  <a:moveTo>
                    <a:pt x="5096" y="1"/>
                  </a:moveTo>
                  <a:lnTo>
                    <a:pt x="4865" y="8575"/>
                  </a:lnTo>
                  <a:cubicBezTo>
                    <a:pt x="4851" y="8950"/>
                    <a:pt x="4548" y="9239"/>
                    <a:pt x="4173" y="9239"/>
                  </a:cubicBezTo>
                  <a:lnTo>
                    <a:pt x="1" y="9239"/>
                  </a:lnTo>
                  <a:cubicBezTo>
                    <a:pt x="44" y="9586"/>
                    <a:pt x="333" y="9845"/>
                    <a:pt x="679" y="9845"/>
                  </a:cubicBezTo>
                  <a:lnTo>
                    <a:pt x="6165" y="9845"/>
                  </a:lnTo>
                  <a:cubicBezTo>
                    <a:pt x="6540" y="9845"/>
                    <a:pt x="6843" y="9571"/>
                    <a:pt x="6858" y="9196"/>
                  </a:cubicBezTo>
                  <a:lnTo>
                    <a:pt x="7392" y="1"/>
                  </a:lnTo>
                  <a:close/>
                </a:path>
              </a:pathLst>
            </a:custGeom>
            <a:solidFill>
              <a:srgbClr val="9FAEB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517" name="Google Shape;19517;p47"/>
            <p:cNvSpPr/>
            <p:nvPr/>
          </p:nvSpPr>
          <p:spPr>
            <a:xfrm>
              <a:off x="8084045" y="1553613"/>
              <a:ext cx="206260" cy="42809"/>
            </a:xfrm>
            <a:custGeom>
              <a:rect b="b" l="l" r="r" t="t"/>
              <a:pathLst>
                <a:path extrusionOk="0" h="1633" w="7868">
                  <a:moveTo>
                    <a:pt x="1588" y="1"/>
                  </a:moveTo>
                  <a:cubicBezTo>
                    <a:pt x="708" y="1"/>
                    <a:pt x="0" y="708"/>
                    <a:pt x="0" y="1574"/>
                  </a:cubicBezTo>
                  <a:lnTo>
                    <a:pt x="0" y="1632"/>
                  </a:lnTo>
                  <a:lnTo>
                    <a:pt x="7868" y="1632"/>
                  </a:lnTo>
                  <a:lnTo>
                    <a:pt x="7868" y="1574"/>
                  </a:lnTo>
                  <a:cubicBezTo>
                    <a:pt x="7868" y="708"/>
                    <a:pt x="7160" y="1"/>
                    <a:pt x="6294" y="1"/>
                  </a:cubicBezTo>
                  <a:close/>
                </a:path>
              </a:pathLst>
            </a:custGeom>
            <a:solidFill>
              <a:srgbClr val="CDD7D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518" name="Google Shape;19518;p47"/>
            <p:cNvSpPr/>
            <p:nvPr/>
          </p:nvSpPr>
          <p:spPr>
            <a:xfrm>
              <a:off x="8204372" y="1553613"/>
              <a:ext cx="86326" cy="42809"/>
            </a:xfrm>
            <a:custGeom>
              <a:rect b="b" l="l" r="r" t="t"/>
              <a:pathLst>
                <a:path extrusionOk="0" h="1633" w="3293">
                  <a:moveTo>
                    <a:pt x="1" y="1"/>
                  </a:moveTo>
                  <a:cubicBezTo>
                    <a:pt x="881" y="1"/>
                    <a:pt x="1603" y="723"/>
                    <a:pt x="1603" y="1603"/>
                  </a:cubicBezTo>
                  <a:lnTo>
                    <a:pt x="1603" y="1632"/>
                  </a:lnTo>
                  <a:lnTo>
                    <a:pt x="3292" y="1632"/>
                  </a:lnTo>
                  <a:lnTo>
                    <a:pt x="3292" y="1603"/>
                  </a:lnTo>
                  <a:cubicBezTo>
                    <a:pt x="3292" y="723"/>
                    <a:pt x="2570" y="1"/>
                    <a:pt x="1675" y="1"/>
                  </a:cubicBez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519" name="Google Shape;19519;p47"/>
            <p:cNvSpPr/>
            <p:nvPr/>
          </p:nvSpPr>
          <p:spPr>
            <a:xfrm>
              <a:off x="8050752" y="1578963"/>
              <a:ext cx="273606" cy="30698"/>
            </a:xfrm>
            <a:custGeom>
              <a:rect b="b" l="l" r="r" t="t"/>
              <a:pathLst>
                <a:path extrusionOk="0" h="1171" w="10437">
                  <a:moveTo>
                    <a:pt x="563" y="1"/>
                  </a:moveTo>
                  <a:cubicBezTo>
                    <a:pt x="246" y="1"/>
                    <a:pt x="0" y="261"/>
                    <a:pt x="0" y="578"/>
                  </a:cubicBezTo>
                  <a:lnTo>
                    <a:pt x="0" y="593"/>
                  </a:lnTo>
                  <a:cubicBezTo>
                    <a:pt x="0" y="910"/>
                    <a:pt x="246" y="1170"/>
                    <a:pt x="563" y="1170"/>
                  </a:cubicBezTo>
                  <a:lnTo>
                    <a:pt x="9860" y="1170"/>
                  </a:lnTo>
                  <a:cubicBezTo>
                    <a:pt x="10177" y="1170"/>
                    <a:pt x="10437" y="910"/>
                    <a:pt x="10437" y="593"/>
                  </a:cubicBezTo>
                  <a:lnTo>
                    <a:pt x="10437" y="578"/>
                  </a:lnTo>
                  <a:cubicBezTo>
                    <a:pt x="10437" y="261"/>
                    <a:pt x="10177" y="1"/>
                    <a:pt x="9860" y="1"/>
                  </a:cubicBezTo>
                  <a:close/>
                </a:path>
              </a:pathLst>
            </a:custGeom>
            <a:solidFill>
              <a:srgbClr val="889AA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520" name="Google Shape;19520;p47"/>
            <p:cNvSpPr/>
            <p:nvPr/>
          </p:nvSpPr>
          <p:spPr>
            <a:xfrm>
              <a:off x="8050359" y="1578963"/>
              <a:ext cx="279321" cy="30698"/>
            </a:xfrm>
            <a:custGeom>
              <a:rect b="b" l="l" r="r" t="t"/>
              <a:pathLst>
                <a:path extrusionOk="0" h="1171" w="10655">
                  <a:moveTo>
                    <a:pt x="8662" y="1"/>
                  </a:moveTo>
                  <a:cubicBezTo>
                    <a:pt x="8662" y="319"/>
                    <a:pt x="8388" y="578"/>
                    <a:pt x="8070" y="578"/>
                  </a:cubicBezTo>
                  <a:lnTo>
                    <a:pt x="1" y="578"/>
                  </a:lnTo>
                  <a:cubicBezTo>
                    <a:pt x="1" y="910"/>
                    <a:pt x="275" y="1170"/>
                    <a:pt x="593" y="1170"/>
                  </a:cubicBezTo>
                  <a:lnTo>
                    <a:pt x="9875" y="1170"/>
                  </a:lnTo>
                  <a:cubicBezTo>
                    <a:pt x="10654" y="1170"/>
                    <a:pt x="10654" y="1"/>
                    <a:pt x="9875" y="1"/>
                  </a:cubicBezTo>
                  <a:close/>
                </a:path>
              </a:pathLst>
            </a:custGeom>
            <a:solidFill>
              <a:srgbClr val="9FAEB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521" name="Google Shape;19521;p47"/>
            <p:cNvSpPr/>
            <p:nvPr/>
          </p:nvSpPr>
          <p:spPr>
            <a:xfrm>
              <a:off x="8177895" y="1640647"/>
              <a:ext cx="19320" cy="165417"/>
            </a:xfrm>
            <a:custGeom>
              <a:rect b="b" l="l" r="r" t="t"/>
              <a:pathLst>
                <a:path extrusionOk="0" h="6310" w="737">
                  <a:moveTo>
                    <a:pt x="361" y="1"/>
                  </a:moveTo>
                  <a:cubicBezTo>
                    <a:pt x="159" y="1"/>
                    <a:pt x="0" y="160"/>
                    <a:pt x="0" y="362"/>
                  </a:cubicBezTo>
                  <a:lnTo>
                    <a:pt x="0" y="5948"/>
                  </a:lnTo>
                  <a:cubicBezTo>
                    <a:pt x="0" y="6150"/>
                    <a:pt x="159" y="6309"/>
                    <a:pt x="361" y="6309"/>
                  </a:cubicBezTo>
                  <a:lnTo>
                    <a:pt x="376" y="6309"/>
                  </a:lnTo>
                  <a:cubicBezTo>
                    <a:pt x="578" y="6309"/>
                    <a:pt x="737" y="6150"/>
                    <a:pt x="737" y="5948"/>
                  </a:cubicBezTo>
                  <a:lnTo>
                    <a:pt x="737" y="362"/>
                  </a:lnTo>
                  <a:cubicBezTo>
                    <a:pt x="737" y="160"/>
                    <a:pt x="578" y="1"/>
                    <a:pt x="376" y="1"/>
                  </a:cubicBezTo>
                  <a:close/>
                </a:path>
              </a:pathLst>
            </a:custGeom>
            <a:solidFill>
              <a:srgbClr val="87A0B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522" name="Google Shape;19522;p47"/>
            <p:cNvSpPr/>
            <p:nvPr/>
          </p:nvSpPr>
          <p:spPr>
            <a:xfrm>
              <a:off x="8231819" y="1640647"/>
              <a:ext cx="23305" cy="165076"/>
            </a:xfrm>
            <a:custGeom>
              <a:rect b="b" l="l" r="r" t="t"/>
              <a:pathLst>
                <a:path extrusionOk="0" h="6297" w="889">
                  <a:moveTo>
                    <a:pt x="527" y="1"/>
                  </a:moveTo>
                  <a:cubicBezTo>
                    <a:pt x="325" y="1"/>
                    <a:pt x="166" y="145"/>
                    <a:pt x="166" y="347"/>
                  </a:cubicBezTo>
                  <a:lnTo>
                    <a:pt x="8" y="5919"/>
                  </a:lnTo>
                  <a:cubicBezTo>
                    <a:pt x="0" y="6170"/>
                    <a:pt x="185" y="6297"/>
                    <a:pt x="370" y="6297"/>
                  </a:cubicBezTo>
                  <a:cubicBezTo>
                    <a:pt x="546" y="6297"/>
                    <a:pt x="722" y="6181"/>
                    <a:pt x="729" y="5948"/>
                  </a:cubicBezTo>
                  <a:lnTo>
                    <a:pt x="888" y="362"/>
                  </a:lnTo>
                  <a:cubicBezTo>
                    <a:pt x="888" y="160"/>
                    <a:pt x="729" y="1"/>
                    <a:pt x="527" y="1"/>
                  </a:cubicBezTo>
                  <a:close/>
                </a:path>
              </a:pathLst>
            </a:custGeom>
            <a:solidFill>
              <a:srgbClr val="E7ECF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523" name="Google Shape;19523;p47"/>
            <p:cNvSpPr/>
            <p:nvPr/>
          </p:nvSpPr>
          <p:spPr>
            <a:xfrm>
              <a:off x="8119986" y="1640647"/>
              <a:ext cx="23305" cy="165076"/>
            </a:xfrm>
            <a:custGeom>
              <a:rect b="b" l="l" r="r" t="t"/>
              <a:pathLst>
                <a:path extrusionOk="0" h="6297" w="889">
                  <a:moveTo>
                    <a:pt x="362" y="1"/>
                  </a:moveTo>
                  <a:cubicBezTo>
                    <a:pt x="160" y="1"/>
                    <a:pt x="1" y="160"/>
                    <a:pt x="1" y="362"/>
                  </a:cubicBezTo>
                  <a:lnTo>
                    <a:pt x="160" y="5948"/>
                  </a:lnTo>
                  <a:cubicBezTo>
                    <a:pt x="167" y="6181"/>
                    <a:pt x="343" y="6297"/>
                    <a:pt x="519" y="6297"/>
                  </a:cubicBezTo>
                  <a:cubicBezTo>
                    <a:pt x="704" y="6297"/>
                    <a:pt x="889" y="6170"/>
                    <a:pt x="881" y="5919"/>
                  </a:cubicBezTo>
                  <a:lnTo>
                    <a:pt x="723" y="347"/>
                  </a:lnTo>
                  <a:cubicBezTo>
                    <a:pt x="723" y="145"/>
                    <a:pt x="564" y="1"/>
                    <a:pt x="362" y="1"/>
                  </a:cubicBezTo>
                  <a:close/>
                </a:path>
              </a:pathLst>
            </a:custGeom>
            <a:solidFill>
              <a:srgbClr val="87A0B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524" name="Google Shape;19524;p47"/>
            <p:cNvSpPr/>
            <p:nvPr/>
          </p:nvSpPr>
          <p:spPr>
            <a:xfrm>
              <a:off x="8179022" y="1640647"/>
              <a:ext cx="17826" cy="165023"/>
            </a:xfrm>
            <a:custGeom>
              <a:rect b="b" l="l" r="r" t="t"/>
              <a:pathLst>
                <a:path extrusionOk="0" h="6295" w="680">
                  <a:moveTo>
                    <a:pt x="318" y="1"/>
                  </a:moveTo>
                  <a:cubicBezTo>
                    <a:pt x="333" y="44"/>
                    <a:pt x="347" y="88"/>
                    <a:pt x="347" y="145"/>
                  </a:cubicBezTo>
                  <a:lnTo>
                    <a:pt x="347" y="5717"/>
                  </a:lnTo>
                  <a:cubicBezTo>
                    <a:pt x="347" y="5905"/>
                    <a:pt x="188" y="6064"/>
                    <a:pt x="1" y="6078"/>
                  </a:cubicBezTo>
                  <a:cubicBezTo>
                    <a:pt x="44" y="6208"/>
                    <a:pt x="174" y="6295"/>
                    <a:pt x="318" y="6295"/>
                  </a:cubicBezTo>
                  <a:cubicBezTo>
                    <a:pt x="520" y="6295"/>
                    <a:pt x="679" y="6136"/>
                    <a:pt x="679" y="5934"/>
                  </a:cubicBezTo>
                  <a:lnTo>
                    <a:pt x="679" y="362"/>
                  </a:lnTo>
                  <a:cubicBezTo>
                    <a:pt x="679" y="160"/>
                    <a:pt x="520" y="1"/>
                    <a:pt x="318" y="1"/>
                  </a:cubicBezTo>
                  <a:close/>
                </a:path>
              </a:pathLst>
            </a:custGeom>
            <a:solidFill>
              <a:srgbClr val="E7ECF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525" name="Google Shape;19525;p47"/>
            <p:cNvSpPr/>
            <p:nvPr/>
          </p:nvSpPr>
          <p:spPr>
            <a:xfrm>
              <a:off x="8232763" y="1640647"/>
              <a:ext cx="22361" cy="164919"/>
            </a:xfrm>
            <a:custGeom>
              <a:rect b="b" l="l" r="r" t="t"/>
              <a:pathLst>
                <a:path extrusionOk="0" h="6291" w="853">
                  <a:moveTo>
                    <a:pt x="477" y="1"/>
                  </a:moveTo>
                  <a:cubicBezTo>
                    <a:pt x="491" y="44"/>
                    <a:pt x="506" y="102"/>
                    <a:pt x="506" y="145"/>
                  </a:cubicBezTo>
                  <a:lnTo>
                    <a:pt x="347" y="5732"/>
                  </a:lnTo>
                  <a:cubicBezTo>
                    <a:pt x="333" y="5919"/>
                    <a:pt x="188" y="6064"/>
                    <a:pt x="1" y="6078"/>
                  </a:cubicBezTo>
                  <a:cubicBezTo>
                    <a:pt x="61" y="6224"/>
                    <a:pt x="191" y="6291"/>
                    <a:pt x="323" y="6291"/>
                  </a:cubicBezTo>
                  <a:cubicBezTo>
                    <a:pt x="503" y="6291"/>
                    <a:pt x="685" y="6165"/>
                    <a:pt x="693" y="5948"/>
                  </a:cubicBezTo>
                  <a:lnTo>
                    <a:pt x="838" y="362"/>
                  </a:lnTo>
                  <a:cubicBezTo>
                    <a:pt x="852" y="160"/>
                    <a:pt x="693" y="1"/>
                    <a:pt x="491" y="1"/>
                  </a:cubicBezTo>
                  <a:close/>
                </a:path>
              </a:pathLst>
            </a:custGeom>
            <a:solidFill>
              <a:srgbClr val="576D8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526" name="Google Shape;19526;p47"/>
            <p:cNvSpPr/>
            <p:nvPr/>
          </p:nvSpPr>
          <p:spPr>
            <a:xfrm>
              <a:off x="8124914" y="1640647"/>
              <a:ext cx="18403" cy="164683"/>
            </a:xfrm>
            <a:custGeom>
              <a:rect b="b" l="l" r="r" t="t"/>
              <a:pathLst>
                <a:path extrusionOk="0" h="6282" w="702">
                  <a:moveTo>
                    <a:pt x="174" y="1"/>
                  </a:moveTo>
                  <a:cubicBezTo>
                    <a:pt x="188" y="44"/>
                    <a:pt x="188" y="88"/>
                    <a:pt x="203" y="131"/>
                  </a:cubicBezTo>
                  <a:lnTo>
                    <a:pt x="347" y="5703"/>
                  </a:lnTo>
                  <a:cubicBezTo>
                    <a:pt x="347" y="5905"/>
                    <a:pt x="203" y="6064"/>
                    <a:pt x="0" y="6064"/>
                  </a:cubicBezTo>
                  <a:cubicBezTo>
                    <a:pt x="66" y="6214"/>
                    <a:pt x="200" y="6281"/>
                    <a:pt x="332" y="6281"/>
                  </a:cubicBezTo>
                  <a:cubicBezTo>
                    <a:pt x="518" y="6281"/>
                    <a:pt x="702" y="6147"/>
                    <a:pt x="693" y="5919"/>
                  </a:cubicBezTo>
                  <a:lnTo>
                    <a:pt x="535" y="347"/>
                  </a:lnTo>
                  <a:cubicBezTo>
                    <a:pt x="520" y="145"/>
                    <a:pt x="361" y="1"/>
                    <a:pt x="174" y="1"/>
                  </a:cubicBezTo>
                  <a:close/>
                </a:path>
              </a:pathLst>
            </a:custGeom>
            <a:solidFill>
              <a:srgbClr val="E7ECF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9527" name="Google Shape;19527;p47"/>
          <p:cNvGrpSpPr/>
          <p:nvPr/>
        </p:nvGrpSpPr>
        <p:grpSpPr>
          <a:xfrm>
            <a:off x="6093907" y="2461832"/>
            <a:ext cx="364441" cy="339092"/>
            <a:chOff x="6093907" y="2461832"/>
            <a:chExt cx="364441" cy="339092"/>
          </a:xfrm>
        </p:grpSpPr>
        <p:sp>
          <p:nvSpPr>
            <p:cNvPr id="19528" name="Google Shape;19528;p47"/>
            <p:cNvSpPr/>
            <p:nvPr/>
          </p:nvSpPr>
          <p:spPr>
            <a:xfrm>
              <a:off x="6094668" y="2515573"/>
              <a:ext cx="283070" cy="233890"/>
            </a:xfrm>
            <a:custGeom>
              <a:rect b="b" l="l" r="r" t="t"/>
              <a:pathLst>
                <a:path extrusionOk="0" h="8922" w="10798">
                  <a:moveTo>
                    <a:pt x="0" y="1"/>
                  </a:moveTo>
                  <a:lnTo>
                    <a:pt x="0" y="6857"/>
                  </a:lnTo>
                  <a:cubicBezTo>
                    <a:pt x="0" y="7998"/>
                    <a:pt x="2411" y="8922"/>
                    <a:pt x="5399" y="8922"/>
                  </a:cubicBezTo>
                  <a:lnTo>
                    <a:pt x="5875" y="8922"/>
                  </a:lnTo>
                  <a:cubicBezTo>
                    <a:pt x="8633" y="8821"/>
                    <a:pt x="10798" y="7940"/>
                    <a:pt x="10798" y="6872"/>
                  </a:cubicBezTo>
                  <a:lnTo>
                    <a:pt x="10798" y="1"/>
                  </a:lnTo>
                  <a:close/>
                </a:path>
              </a:pathLst>
            </a:custGeom>
            <a:solidFill>
              <a:srgbClr val="D0DAE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529" name="Google Shape;19529;p47"/>
            <p:cNvSpPr/>
            <p:nvPr/>
          </p:nvSpPr>
          <p:spPr>
            <a:xfrm>
              <a:off x="6234682" y="2576497"/>
              <a:ext cx="143055" cy="172967"/>
            </a:xfrm>
            <a:custGeom>
              <a:rect b="b" l="l" r="r" t="t"/>
              <a:pathLst>
                <a:path extrusionOk="0" h="6598" w="5457">
                  <a:moveTo>
                    <a:pt x="3580" y="1"/>
                  </a:moveTo>
                  <a:cubicBezTo>
                    <a:pt x="3248" y="1"/>
                    <a:pt x="2974" y="275"/>
                    <a:pt x="2974" y="621"/>
                  </a:cubicBezTo>
                  <a:lnTo>
                    <a:pt x="2974" y="1127"/>
                  </a:lnTo>
                  <a:cubicBezTo>
                    <a:pt x="2757" y="1228"/>
                    <a:pt x="2555" y="1358"/>
                    <a:pt x="2353" y="1487"/>
                  </a:cubicBezTo>
                  <a:lnTo>
                    <a:pt x="1906" y="1228"/>
                  </a:lnTo>
                  <a:cubicBezTo>
                    <a:pt x="1809" y="1177"/>
                    <a:pt x="1706" y="1153"/>
                    <a:pt x="1605" y="1153"/>
                  </a:cubicBezTo>
                  <a:cubicBezTo>
                    <a:pt x="1391" y="1153"/>
                    <a:pt x="1186" y="1262"/>
                    <a:pt x="1069" y="1459"/>
                  </a:cubicBezTo>
                  <a:lnTo>
                    <a:pt x="159" y="3032"/>
                  </a:lnTo>
                  <a:cubicBezTo>
                    <a:pt x="0" y="3321"/>
                    <a:pt x="101" y="3696"/>
                    <a:pt x="390" y="3869"/>
                  </a:cubicBezTo>
                  <a:lnTo>
                    <a:pt x="852" y="4129"/>
                  </a:lnTo>
                  <a:cubicBezTo>
                    <a:pt x="823" y="4245"/>
                    <a:pt x="823" y="4375"/>
                    <a:pt x="823" y="4490"/>
                  </a:cubicBezTo>
                  <a:cubicBezTo>
                    <a:pt x="823" y="4606"/>
                    <a:pt x="838" y="4735"/>
                    <a:pt x="852" y="4851"/>
                  </a:cubicBezTo>
                  <a:lnTo>
                    <a:pt x="390" y="5111"/>
                  </a:lnTo>
                  <a:cubicBezTo>
                    <a:pt x="101" y="5284"/>
                    <a:pt x="0" y="5659"/>
                    <a:pt x="159" y="5948"/>
                  </a:cubicBezTo>
                  <a:lnTo>
                    <a:pt x="534" y="6598"/>
                  </a:lnTo>
                  <a:cubicBezTo>
                    <a:pt x="3292" y="6497"/>
                    <a:pt x="5457" y="5616"/>
                    <a:pt x="5457" y="4548"/>
                  </a:cubicBezTo>
                  <a:lnTo>
                    <a:pt x="5457" y="15"/>
                  </a:lnTo>
                  <a:lnTo>
                    <a:pt x="5442" y="1"/>
                  </a:lnTo>
                  <a:close/>
                </a:path>
              </a:pathLst>
            </a:custGeom>
            <a:solidFill>
              <a:srgbClr val="5C728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530" name="Google Shape;19530;p47"/>
            <p:cNvSpPr/>
            <p:nvPr/>
          </p:nvSpPr>
          <p:spPr>
            <a:xfrm>
              <a:off x="6094274" y="2515573"/>
              <a:ext cx="283463" cy="65118"/>
            </a:xfrm>
            <a:custGeom>
              <a:rect b="b" l="l" r="r" t="t"/>
              <a:pathLst>
                <a:path extrusionOk="0" h="2484" w="10813">
                  <a:moveTo>
                    <a:pt x="1" y="1"/>
                  </a:moveTo>
                  <a:lnTo>
                    <a:pt x="1" y="982"/>
                  </a:lnTo>
                  <a:cubicBezTo>
                    <a:pt x="419" y="1372"/>
                    <a:pt x="896" y="1675"/>
                    <a:pt x="1444" y="1863"/>
                  </a:cubicBezTo>
                  <a:cubicBezTo>
                    <a:pt x="2513" y="2267"/>
                    <a:pt x="3913" y="2483"/>
                    <a:pt x="5414" y="2483"/>
                  </a:cubicBezTo>
                  <a:cubicBezTo>
                    <a:pt x="6901" y="2483"/>
                    <a:pt x="8316" y="2267"/>
                    <a:pt x="9384" y="1863"/>
                  </a:cubicBezTo>
                  <a:cubicBezTo>
                    <a:pt x="9918" y="1675"/>
                    <a:pt x="10409" y="1372"/>
                    <a:pt x="10813" y="982"/>
                  </a:cubicBezTo>
                  <a:lnTo>
                    <a:pt x="10813" y="1"/>
                  </a:lnTo>
                  <a:close/>
                </a:path>
              </a:pathLst>
            </a:custGeom>
            <a:solidFill>
              <a:srgbClr val="5C728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531" name="Google Shape;19531;p47"/>
            <p:cNvSpPr/>
            <p:nvPr/>
          </p:nvSpPr>
          <p:spPr>
            <a:xfrm>
              <a:off x="6094668" y="2612070"/>
              <a:ext cx="283070" cy="137393"/>
            </a:xfrm>
            <a:custGeom>
              <a:rect b="b" l="l" r="r" t="t"/>
              <a:pathLst>
                <a:path extrusionOk="0" h="5241" w="10798">
                  <a:moveTo>
                    <a:pt x="0" y="1"/>
                  </a:moveTo>
                  <a:lnTo>
                    <a:pt x="0" y="3176"/>
                  </a:lnTo>
                  <a:cubicBezTo>
                    <a:pt x="0" y="4317"/>
                    <a:pt x="2411" y="5241"/>
                    <a:pt x="5399" y="5241"/>
                  </a:cubicBezTo>
                  <a:lnTo>
                    <a:pt x="5875" y="5241"/>
                  </a:lnTo>
                  <a:cubicBezTo>
                    <a:pt x="8633" y="5140"/>
                    <a:pt x="10798" y="4259"/>
                    <a:pt x="10798" y="3191"/>
                  </a:cubicBezTo>
                  <a:lnTo>
                    <a:pt x="10798" y="1"/>
                  </a:lnTo>
                  <a:cubicBezTo>
                    <a:pt x="10798" y="1127"/>
                    <a:pt x="8402" y="2050"/>
                    <a:pt x="5428" y="2050"/>
                  </a:cubicBezTo>
                  <a:lnTo>
                    <a:pt x="5399" y="2050"/>
                  </a:lnTo>
                  <a:cubicBezTo>
                    <a:pt x="2411" y="2050"/>
                    <a:pt x="0" y="1141"/>
                    <a:pt x="0" y="1"/>
                  </a:cubicBezTo>
                  <a:close/>
                </a:path>
              </a:pathLst>
            </a:custGeom>
            <a:solidFill>
              <a:srgbClr val="F6F7F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532" name="Google Shape;19532;p47"/>
            <p:cNvSpPr/>
            <p:nvPr/>
          </p:nvSpPr>
          <p:spPr>
            <a:xfrm>
              <a:off x="6234682" y="2612070"/>
              <a:ext cx="143055" cy="137393"/>
            </a:xfrm>
            <a:custGeom>
              <a:rect b="b" l="l" r="r" t="t"/>
              <a:pathLst>
                <a:path extrusionOk="0" h="5241" w="5457">
                  <a:moveTo>
                    <a:pt x="5457" y="1"/>
                  </a:moveTo>
                  <a:cubicBezTo>
                    <a:pt x="5457" y="1127"/>
                    <a:pt x="3061" y="2050"/>
                    <a:pt x="87" y="2050"/>
                  </a:cubicBezTo>
                  <a:cubicBezTo>
                    <a:pt x="116" y="2238"/>
                    <a:pt x="217" y="2411"/>
                    <a:pt x="390" y="2512"/>
                  </a:cubicBezTo>
                  <a:lnTo>
                    <a:pt x="852" y="2772"/>
                  </a:lnTo>
                  <a:cubicBezTo>
                    <a:pt x="823" y="2888"/>
                    <a:pt x="823" y="3003"/>
                    <a:pt x="823" y="3133"/>
                  </a:cubicBezTo>
                  <a:cubicBezTo>
                    <a:pt x="823" y="3249"/>
                    <a:pt x="838" y="3378"/>
                    <a:pt x="852" y="3494"/>
                  </a:cubicBezTo>
                  <a:lnTo>
                    <a:pt x="390" y="3754"/>
                  </a:lnTo>
                  <a:cubicBezTo>
                    <a:pt x="101" y="3927"/>
                    <a:pt x="0" y="4302"/>
                    <a:pt x="159" y="4591"/>
                  </a:cubicBezTo>
                  <a:lnTo>
                    <a:pt x="534" y="5241"/>
                  </a:lnTo>
                  <a:cubicBezTo>
                    <a:pt x="3292" y="5140"/>
                    <a:pt x="5457" y="4259"/>
                    <a:pt x="5457" y="3191"/>
                  </a:cubicBezTo>
                  <a:lnTo>
                    <a:pt x="5457" y="1"/>
                  </a:lnTo>
                  <a:close/>
                </a:path>
              </a:pathLst>
            </a:custGeom>
            <a:solidFill>
              <a:srgbClr val="C5CCD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533" name="Google Shape;19533;p47"/>
            <p:cNvSpPr/>
            <p:nvPr/>
          </p:nvSpPr>
          <p:spPr>
            <a:xfrm>
              <a:off x="6093907" y="2612070"/>
              <a:ext cx="283830" cy="66245"/>
            </a:xfrm>
            <a:custGeom>
              <a:rect b="b" l="l" r="r" t="t"/>
              <a:pathLst>
                <a:path extrusionOk="0" h="2527" w="10827">
                  <a:moveTo>
                    <a:pt x="0" y="1"/>
                  </a:moveTo>
                  <a:lnTo>
                    <a:pt x="0" y="1011"/>
                  </a:lnTo>
                  <a:cubicBezTo>
                    <a:pt x="405" y="1415"/>
                    <a:pt x="895" y="1718"/>
                    <a:pt x="1444" y="1892"/>
                  </a:cubicBezTo>
                  <a:cubicBezTo>
                    <a:pt x="2512" y="2296"/>
                    <a:pt x="3912" y="2527"/>
                    <a:pt x="5414" y="2527"/>
                  </a:cubicBezTo>
                  <a:cubicBezTo>
                    <a:pt x="6900" y="2527"/>
                    <a:pt x="8315" y="2296"/>
                    <a:pt x="9383" y="1892"/>
                  </a:cubicBezTo>
                  <a:cubicBezTo>
                    <a:pt x="9917" y="1718"/>
                    <a:pt x="10408" y="1415"/>
                    <a:pt x="10827" y="1011"/>
                  </a:cubicBezTo>
                  <a:lnTo>
                    <a:pt x="10827" y="1"/>
                  </a:lnTo>
                  <a:cubicBezTo>
                    <a:pt x="10827" y="1141"/>
                    <a:pt x="8373" y="2050"/>
                    <a:pt x="5399" y="2050"/>
                  </a:cubicBezTo>
                  <a:cubicBezTo>
                    <a:pt x="2411" y="2050"/>
                    <a:pt x="0" y="1141"/>
                    <a:pt x="0" y="1"/>
                  </a:cubicBezTo>
                  <a:close/>
                </a:path>
              </a:pathLst>
            </a:custGeom>
            <a:solidFill>
              <a:srgbClr val="C5CCD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534" name="Google Shape;19534;p47"/>
            <p:cNvSpPr/>
            <p:nvPr/>
          </p:nvSpPr>
          <p:spPr>
            <a:xfrm>
              <a:off x="6094668" y="2461832"/>
              <a:ext cx="283070" cy="107875"/>
            </a:xfrm>
            <a:custGeom>
              <a:rect b="b" l="l" r="r" t="t"/>
              <a:pathLst>
                <a:path extrusionOk="0" h="4115" w="10798">
                  <a:moveTo>
                    <a:pt x="5399" y="1"/>
                  </a:moveTo>
                  <a:cubicBezTo>
                    <a:pt x="2411" y="1"/>
                    <a:pt x="0" y="925"/>
                    <a:pt x="0" y="2051"/>
                  </a:cubicBezTo>
                  <a:cubicBezTo>
                    <a:pt x="0" y="3191"/>
                    <a:pt x="2411" y="4115"/>
                    <a:pt x="5399" y="4115"/>
                  </a:cubicBezTo>
                  <a:cubicBezTo>
                    <a:pt x="8373" y="4115"/>
                    <a:pt x="10798" y="3191"/>
                    <a:pt x="10798" y="2051"/>
                  </a:cubicBezTo>
                  <a:cubicBezTo>
                    <a:pt x="10798" y="925"/>
                    <a:pt x="8373" y="1"/>
                    <a:pt x="5399" y="1"/>
                  </a:cubicBezTo>
                  <a:close/>
                </a:path>
              </a:pathLst>
            </a:custGeom>
            <a:solidFill>
              <a:srgbClr val="8094A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535" name="Google Shape;19535;p47"/>
            <p:cNvSpPr/>
            <p:nvPr/>
          </p:nvSpPr>
          <p:spPr>
            <a:xfrm>
              <a:off x="6247160" y="2587848"/>
              <a:ext cx="211188" cy="213076"/>
            </a:xfrm>
            <a:custGeom>
              <a:rect b="b" l="l" r="r" t="t"/>
              <a:pathLst>
                <a:path extrusionOk="0" h="8128" w="8056">
                  <a:moveTo>
                    <a:pt x="3119" y="1"/>
                  </a:moveTo>
                  <a:cubicBezTo>
                    <a:pt x="3018" y="1"/>
                    <a:pt x="2946" y="87"/>
                    <a:pt x="2946" y="188"/>
                  </a:cubicBezTo>
                  <a:lnTo>
                    <a:pt x="2946" y="997"/>
                  </a:lnTo>
                  <a:cubicBezTo>
                    <a:pt x="2570" y="1127"/>
                    <a:pt x="2224" y="1314"/>
                    <a:pt x="1935" y="1574"/>
                  </a:cubicBezTo>
                  <a:lnTo>
                    <a:pt x="1228" y="1170"/>
                  </a:lnTo>
                  <a:cubicBezTo>
                    <a:pt x="1198" y="1150"/>
                    <a:pt x="1165" y="1141"/>
                    <a:pt x="1132" y="1141"/>
                  </a:cubicBezTo>
                  <a:cubicBezTo>
                    <a:pt x="1069" y="1141"/>
                    <a:pt x="1006" y="1176"/>
                    <a:pt x="968" y="1242"/>
                  </a:cubicBezTo>
                  <a:lnTo>
                    <a:pt x="73" y="2816"/>
                  </a:lnTo>
                  <a:cubicBezTo>
                    <a:pt x="15" y="2902"/>
                    <a:pt x="44" y="3018"/>
                    <a:pt x="145" y="3061"/>
                  </a:cubicBezTo>
                  <a:lnTo>
                    <a:pt x="838" y="3465"/>
                  </a:lnTo>
                  <a:cubicBezTo>
                    <a:pt x="766" y="3855"/>
                    <a:pt x="766" y="4259"/>
                    <a:pt x="838" y="4634"/>
                  </a:cubicBezTo>
                  <a:lnTo>
                    <a:pt x="131" y="5053"/>
                  </a:lnTo>
                  <a:cubicBezTo>
                    <a:pt x="30" y="5096"/>
                    <a:pt x="1" y="5212"/>
                    <a:pt x="58" y="5313"/>
                  </a:cubicBezTo>
                  <a:lnTo>
                    <a:pt x="953" y="6886"/>
                  </a:lnTo>
                  <a:cubicBezTo>
                    <a:pt x="993" y="6946"/>
                    <a:pt x="1061" y="6978"/>
                    <a:pt x="1127" y="6978"/>
                  </a:cubicBezTo>
                  <a:cubicBezTo>
                    <a:pt x="1157" y="6978"/>
                    <a:pt x="1186" y="6972"/>
                    <a:pt x="1213" y="6959"/>
                  </a:cubicBezTo>
                  <a:lnTo>
                    <a:pt x="1921" y="6540"/>
                  </a:lnTo>
                  <a:cubicBezTo>
                    <a:pt x="2209" y="6800"/>
                    <a:pt x="2556" y="7002"/>
                    <a:pt x="2931" y="7132"/>
                  </a:cubicBezTo>
                  <a:lnTo>
                    <a:pt x="2931" y="7940"/>
                  </a:lnTo>
                  <a:cubicBezTo>
                    <a:pt x="2931" y="8041"/>
                    <a:pt x="3003" y="8128"/>
                    <a:pt x="3104" y="8128"/>
                  </a:cubicBezTo>
                  <a:lnTo>
                    <a:pt x="4923" y="8128"/>
                  </a:lnTo>
                  <a:cubicBezTo>
                    <a:pt x="5024" y="8128"/>
                    <a:pt x="5111" y="8041"/>
                    <a:pt x="5111" y="7940"/>
                  </a:cubicBezTo>
                  <a:lnTo>
                    <a:pt x="5111" y="7132"/>
                  </a:lnTo>
                  <a:cubicBezTo>
                    <a:pt x="5472" y="7002"/>
                    <a:pt x="5818" y="6800"/>
                    <a:pt x="6107" y="6540"/>
                  </a:cubicBezTo>
                  <a:lnTo>
                    <a:pt x="6814" y="6959"/>
                  </a:lnTo>
                  <a:cubicBezTo>
                    <a:pt x="6841" y="6972"/>
                    <a:pt x="6871" y="6978"/>
                    <a:pt x="6900" y="6978"/>
                  </a:cubicBezTo>
                  <a:cubicBezTo>
                    <a:pt x="6967" y="6978"/>
                    <a:pt x="7034" y="6946"/>
                    <a:pt x="7074" y="6886"/>
                  </a:cubicBezTo>
                  <a:lnTo>
                    <a:pt x="7969" y="5313"/>
                  </a:lnTo>
                  <a:cubicBezTo>
                    <a:pt x="8027" y="5226"/>
                    <a:pt x="7998" y="5111"/>
                    <a:pt x="7911" y="5053"/>
                  </a:cubicBezTo>
                  <a:lnTo>
                    <a:pt x="7204" y="4649"/>
                  </a:lnTo>
                  <a:cubicBezTo>
                    <a:pt x="7247" y="4461"/>
                    <a:pt x="7276" y="4259"/>
                    <a:pt x="7276" y="4057"/>
                  </a:cubicBezTo>
                  <a:cubicBezTo>
                    <a:pt x="7276" y="3869"/>
                    <a:pt x="7262" y="3667"/>
                    <a:pt x="7233" y="3480"/>
                  </a:cubicBezTo>
                  <a:lnTo>
                    <a:pt x="7926" y="3075"/>
                  </a:lnTo>
                  <a:cubicBezTo>
                    <a:pt x="8027" y="3018"/>
                    <a:pt x="8056" y="2902"/>
                    <a:pt x="7998" y="2816"/>
                  </a:cubicBezTo>
                  <a:lnTo>
                    <a:pt x="7103" y="1242"/>
                  </a:lnTo>
                  <a:cubicBezTo>
                    <a:pt x="7065" y="1176"/>
                    <a:pt x="7002" y="1141"/>
                    <a:pt x="6939" y="1141"/>
                  </a:cubicBezTo>
                  <a:cubicBezTo>
                    <a:pt x="6906" y="1141"/>
                    <a:pt x="6873" y="1150"/>
                    <a:pt x="6843" y="1170"/>
                  </a:cubicBezTo>
                  <a:lnTo>
                    <a:pt x="6136" y="1574"/>
                  </a:lnTo>
                  <a:cubicBezTo>
                    <a:pt x="5847" y="1329"/>
                    <a:pt x="5501" y="1127"/>
                    <a:pt x="5125" y="997"/>
                  </a:cubicBezTo>
                  <a:lnTo>
                    <a:pt x="5125" y="188"/>
                  </a:lnTo>
                  <a:cubicBezTo>
                    <a:pt x="5125" y="87"/>
                    <a:pt x="5053" y="1"/>
                    <a:pt x="4952" y="1"/>
                  </a:cubicBezTo>
                  <a:close/>
                </a:path>
              </a:pathLst>
            </a:custGeom>
            <a:solidFill>
              <a:srgbClr val="B4C3C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536" name="Google Shape;19536;p47"/>
            <p:cNvSpPr/>
            <p:nvPr/>
          </p:nvSpPr>
          <p:spPr>
            <a:xfrm>
              <a:off x="6300141" y="2654670"/>
              <a:ext cx="91988" cy="78907"/>
            </a:xfrm>
            <a:custGeom>
              <a:rect b="b" l="l" r="r" t="t"/>
              <a:pathLst>
                <a:path extrusionOk="0" h="3010" w="3509">
                  <a:moveTo>
                    <a:pt x="1993" y="1"/>
                  </a:moveTo>
                  <a:cubicBezTo>
                    <a:pt x="1623" y="1"/>
                    <a:pt x="1247" y="137"/>
                    <a:pt x="939" y="440"/>
                  </a:cubicBezTo>
                  <a:cubicBezTo>
                    <a:pt x="1" y="1393"/>
                    <a:pt x="665" y="3009"/>
                    <a:pt x="2007" y="3009"/>
                  </a:cubicBezTo>
                  <a:cubicBezTo>
                    <a:pt x="2844" y="3009"/>
                    <a:pt x="3508" y="2345"/>
                    <a:pt x="3508" y="1508"/>
                  </a:cubicBezTo>
                  <a:cubicBezTo>
                    <a:pt x="3508" y="599"/>
                    <a:pt x="2767" y="1"/>
                    <a:pt x="1993" y="1"/>
                  </a:cubicBezTo>
                  <a:close/>
                </a:path>
              </a:pathLst>
            </a:custGeom>
            <a:solidFill>
              <a:srgbClr val="98A9B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537" name="Google Shape;19537;p47"/>
            <p:cNvSpPr/>
            <p:nvPr/>
          </p:nvSpPr>
          <p:spPr>
            <a:xfrm>
              <a:off x="6324730" y="2666571"/>
              <a:ext cx="55654" cy="55654"/>
            </a:xfrm>
            <a:custGeom>
              <a:rect b="b" l="l" r="r" t="t"/>
              <a:pathLst>
                <a:path extrusionOk="0" h="2123" w="2123">
                  <a:moveTo>
                    <a:pt x="1069" y="0"/>
                  </a:moveTo>
                  <a:cubicBezTo>
                    <a:pt x="477" y="0"/>
                    <a:pt x="1" y="477"/>
                    <a:pt x="1" y="1054"/>
                  </a:cubicBezTo>
                  <a:cubicBezTo>
                    <a:pt x="1" y="1646"/>
                    <a:pt x="477" y="2122"/>
                    <a:pt x="1069" y="2122"/>
                  </a:cubicBezTo>
                  <a:cubicBezTo>
                    <a:pt x="1661" y="2122"/>
                    <a:pt x="2123" y="1646"/>
                    <a:pt x="2123" y="1054"/>
                  </a:cubicBezTo>
                  <a:cubicBezTo>
                    <a:pt x="2123" y="477"/>
                    <a:pt x="1661" y="0"/>
                    <a:pt x="1069" y="0"/>
                  </a:cubicBezTo>
                  <a:close/>
                </a:path>
              </a:pathLst>
            </a:custGeom>
            <a:solidFill>
              <a:srgbClr val="7A8FA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9538" name="Google Shape;19538;p47"/>
          <p:cNvGrpSpPr/>
          <p:nvPr/>
        </p:nvGrpSpPr>
        <p:grpSpPr>
          <a:xfrm>
            <a:off x="4676331" y="1980866"/>
            <a:ext cx="377680" cy="377680"/>
            <a:chOff x="4676331" y="1980866"/>
            <a:chExt cx="377680" cy="377680"/>
          </a:xfrm>
        </p:grpSpPr>
        <p:sp>
          <p:nvSpPr>
            <p:cNvPr id="19539" name="Google Shape;19539;p47"/>
            <p:cNvSpPr/>
            <p:nvPr/>
          </p:nvSpPr>
          <p:spPr>
            <a:xfrm>
              <a:off x="4676331" y="1980866"/>
              <a:ext cx="377680" cy="377680"/>
            </a:xfrm>
            <a:custGeom>
              <a:rect b="b" l="l" r="r" t="t"/>
              <a:pathLst>
                <a:path extrusionOk="0" h="14407" w="14407">
                  <a:moveTo>
                    <a:pt x="736" y="0"/>
                  </a:moveTo>
                  <a:cubicBezTo>
                    <a:pt x="332" y="0"/>
                    <a:pt x="0" y="332"/>
                    <a:pt x="0" y="737"/>
                  </a:cubicBezTo>
                  <a:lnTo>
                    <a:pt x="0" y="13671"/>
                  </a:lnTo>
                  <a:cubicBezTo>
                    <a:pt x="0" y="14075"/>
                    <a:pt x="332" y="14407"/>
                    <a:pt x="736" y="14407"/>
                  </a:cubicBezTo>
                  <a:lnTo>
                    <a:pt x="13670" y="14407"/>
                  </a:lnTo>
                  <a:cubicBezTo>
                    <a:pt x="14075" y="14407"/>
                    <a:pt x="14407" y="14075"/>
                    <a:pt x="14407" y="13671"/>
                  </a:cubicBezTo>
                  <a:lnTo>
                    <a:pt x="14407" y="737"/>
                  </a:lnTo>
                  <a:cubicBezTo>
                    <a:pt x="14407" y="332"/>
                    <a:pt x="14075" y="0"/>
                    <a:pt x="13670" y="0"/>
                  </a:cubicBezTo>
                  <a:close/>
                </a:path>
              </a:pathLst>
            </a:custGeom>
            <a:solidFill>
              <a:srgbClr val="EFF1F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540" name="Google Shape;19540;p47"/>
            <p:cNvSpPr/>
            <p:nvPr/>
          </p:nvSpPr>
          <p:spPr>
            <a:xfrm>
              <a:off x="5014636" y="1980866"/>
              <a:ext cx="39375" cy="377680"/>
            </a:xfrm>
            <a:custGeom>
              <a:rect b="b" l="l" r="r" t="t"/>
              <a:pathLst>
                <a:path extrusionOk="0" h="14407" w="1502">
                  <a:moveTo>
                    <a:pt x="0" y="0"/>
                  </a:moveTo>
                  <a:cubicBezTo>
                    <a:pt x="405" y="0"/>
                    <a:pt x="737" y="332"/>
                    <a:pt x="737" y="737"/>
                  </a:cubicBezTo>
                  <a:lnTo>
                    <a:pt x="737" y="13671"/>
                  </a:lnTo>
                  <a:cubicBezTo>
                    <a:pt x="737" y="14075"/>
                    <a:pt x="405" y="14407"/>
                    <a:pt x="0" y="14407"/>
                  </a:cubicBezTo>
                  <a:lnTo>
                    <a:pt x="765" y="14407"/>
                  </a:lnTo>
                  <a:cubicBezTo>
                    <a:pt x="1170" y="14407"/>
                    <a:pt x="1502" y="14075"/>
                    <a:pt x="1502" y="13671"/>
                  </a:cubicBezTo>
                  <a:lnTo>
                    <a:pt x="1502" y="737"/>
                  </a:lnTo>
                  <a:cubicBezTo>
                    <a:pt x="1502" y="332"/>
                    <a:pt x="1170" y="0"/>
                    <a:pt x="765" y="0"/>
                  </a:cubicBezTo>
                  <a:close/>
                </a:path>
              </a:pathLst>
            </a:custGeom>
            <a:solidFill>
              <a:srgbClr val="E8EDF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541" name="Google Shape;19541;p47"/>
            <p:cNvSpPr/>
            <p:nvPr/>
          </p:nvSpPr>
          <p:spPr>
            <a:xfrm>
              <a:off x="4911689" y="2080378"/>
              <a:ext cx="110155" cy="100692"/>
            </a:xfrm>
            <a:custGeom>
              <a:rect b="b" l="l" r="r" t="t"/>
              <a:pathLst>
                <a:path extrusionOk="0" h="3841" w="4202">
                  <a:moveTo>
                    <a:pt x="3447" y="0"/>
                  </a:moveTo>
                  <a:cubicBezTo>
                    <a:pt x="3439" y="0"/>
                    <a:pt x="3431" y="1"/>
                    <a:pt x="3422" y="1"/>
                  </a:cubicBezTo>
                  <a:lnTo>
                    <a:pt x="780" y="1"/>
                  </a:lnTo>
                  <a:cubicBezTo>
                    <a:pt x="362" y="1"/>
                    <a:pt x="1" y="347"/>
                    <a:pt x="1" y="780"/>
                  </a:cubicBezTo>
                  <a:lnTo>
                    <a:pt x="1" y="3061"/>
                  </a:lnTo>
                  <a:cubicBezTo>
                    <a:pt x="1" y="3494"/>
                    <a:pt x="362" y="3841"/>
                    <a:pt x="780" y="3841"/>
                  </a:cubicBezTo>
                  <a:lnTo>
                    <a:pt x="3422" y="3841"/>
                  </a:lnTo>
                  <a:cubicBezTo>
                    <a:pt x="3855" y="3841"/>
                    <a:pt x="4202" y="3494"/>
                    <a:pt x="4202" y="3061"/>
                  </a:cubicBezTo>
                  <a:lnTo>
                    <a:pt x="4202" y="780"/>
                  </a:lnTo>
                  <a:cubicBezTo>
                    <a:pt x="4202" y="356"/>
                    <a:pt x="3869" y="0"/>
                    <a:pt x="3447" y="0"/>
                  </a:cubicBezTo>
                  <a:close/>
                </a:path>
              </a:pathLst>
            </a:custGeom>
            <a:solidFill>
              <a:srgbClr val="9AAAB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542" name="Google Shape;19542;p47"/>
            <p:cNvSpPr/>
            <p:nvPr/>
          </p:nvSpPr>
          <p:spPr>
            <a:xfrm>
              <a:off x="4911689" y="2222279"/>
              <a:ext cx="110155" cy="100692"/>
            </a:xfrm>
            <a:custGeom>
              <a:rect b="b" l="l" r="r" t="t"/>
              <a:pathLst>
                <a:path extrusionOk="0" h="3841" w="4202">
                  <a:moveTo>
                    <a:pt x="3447" y="1"/>
                  </a:moveTo>
                  <a:cubicBezTo>
                    <a:pt x="3439" y="1"/>
                    <a:pt x="3431" y="1"/>
                    <a:pt x="3422" y="1"/>
                  </a:cubicBezTo>
                  <a:lnTo>
                    <a:pt x="780" y="1"/>
                  </a:lnTo>
                  <a:cubicBezTo>
                    <a:pt x="362" y="1"/>
                    <a:pt x="1" y="348"/>
                    <a:pt x="1" y="781"/>
                  </a:cubicBezTo>
                  <a:lnTo>
                    <a:pt x="1" y="3061"/>
                  </a:lnTo>
                  <a:cubicBezTo>
                    <a:pt x="1" y="3494"/>
                    <a:pt x="362" y="3841"/>
                    <a:pt x="780" y="3841"/>
                  </a:cubicBezTo>
                  <a:lnTo>
                    <a:pt x="3422" y="3841"/>
                  </a:lnTo>
                  <a:cubicBezTo>
                    <a:pt x="3855" y="3841"/>
                    <a:pt x="4202" y="3494"/>
                    <a:pt x="4202" y="3061"/>
                  </a:cubicBezTo>
                  <a:lnTo>
                    <a:pt x="4202" y="781"/>
                  </a:lnTo>
                  <a:cubicBezTo>
                    <a:pt x="4202" y="356"/>
                    <a:pt x="3869" y="1"/>
                    <a:pt x="3447" y="1"/>
                  </a:cubicBezTo>
                  <a:close/>
                </a:path>
              </a:pathLst>
            </a:custGeom>
            <a:solidFill>
              <a:srgbClr val="9AAAB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543" name="Google Shape;19543;p47"/>
            <p:cNvSpPr/>
            <p:nvPr/>
          </p:nvSpPr>
          <p:spPr>
            <a:xfrm>
              <a:off x="4982077" y="2080378"/>
              <a:ext cx="39768" cy="100692"/>
            </a:xfrm>
            <a:custGeom>
              <a:rect b="b" l="l" r="r" t="t"/>
              <a:pathLst>
                <a:path extrusionOk="0" h="3841" w="1517">
                  <a:moveTo>
                    <a:pt x="762" y="0"/>
                  </a:moveTo>
                  <a:cubicBezTo>
                    <a:pt x="754" y="0"/>
                    <a:pt x="746" y="1"/>
                    <a:pt x="737" y="1"/>
                  </a:cubicBezTo>
                  <a:lnTo>
                    <a:pt x="1" y="1"/>
                  </a:lnTo>
                  <a:cubicBezTo>
                    <a:pt x="434" y="1"/>
                    <a:pt x="780" y="347"/>
                    <a:pt x="780" y="780"/>
                  </a:cubicBezTo>
                  <a:lnTo>
                    <a:pt x="780" y="3061"/>
                  </a:lnTo>
                  <a:cubicBezTo>
                    <a:pt x="780" y="3494"/>
                    <a:pt x="434" y="3841"/>
                    <a:pt x="1" y="3841"/>
                  </a:cubicBezTo>
                  <a:lnTo>
                    <a:pt x="737" y="3841"/>
                  </a:lnTo>
                  <a:cubicBezTo>
                    <a:pt x="1170" y="3841"/>
                    <a:pt x="1517" y="3494"/>
                    <a:pt x="1517" y="3061"/>
                  </a:cubicBezTo>
                  <a:lnTo>
                    <a:pt x="1517" y="780"/>
                  </a:lnTo>
                  <a:cubicBezTo>
                    <a:pt x="1517" y="356"/>
                    <a:pt x="1184" y="0"/>
                    <a:pt x="762" y="0"/>
                  </a:cubicBezTo>
                  <a:close/>
                </a:path>
              </a:pathLst>
            </a:custGeom>
            <a:solidFill>
              <a:srgbClr val="D6DFE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544" name="Google Shape;19544;p47"/>
            <p:cNvSpPr/>
            <p:nvPr/>
          </p:nvSpPr>
          <p:spPr>
            <a:xfrm>
              <a:off x="4982077" y="2222279"/>
              <a:ext cx="39768" cy="100692"/>
            </a:xfrm>
            <a:custGeom>
              <a:rect b="b" l="l" r="r" t="t"/>
              <a:pathLst>
                <a:path extrusionOk="0" h="3841" w="1517">
                  <a:moveTo>
                    <a:pt x="762" y="1"/>
                  </a:moveTo>
                  <a:cubicBezTo>
                    <a:pt x="754" y="1"/>
                    <a:pt x="746" y="1"/>
                    <a:pt x="737" y="1"/>
                  </a:cubicBezTo>
                  <a:lnTo>
                    <a:pt x="1" y="1"/>
                  </a:lnTo>
                  <a:cubicBezTo>
                    <a:pt x="434" y="1"/>
                    <a:pt x="780" y="348"/>
                    <a:pt x="780" y="781"/>
                  </a:cubicBezTo>
                  <a:lnTo>
                    <a:pt x="780" y="3061"/>
                  </a:lnTo>
                  <a:cubicBezTo>
                    <a:pt x="780" y="3494"/>
                    <a:pt x="434" y="3841"/>
                    <a:pt x="1" y="3841"/>
                  </a:cubicBezTo>
                  <a:lnTo>
                    <a:pt x="737" y="3841"/>
                  </a:lnTo>
                  <a:cubicBezTo>
                    <a:pt x="1170" y="3841"/>
                    <a:pt x="1517" y="3494"/>
                    <a:pt x="1517" y="3061"/>
                  </a:cubicBezTo>
                  <a:lnTo>
                    <a:pt x="1517" y="781"/>
                  </a:lnTo>
                  <a:cubicBezTo>
                    <a:pt x="1517" y="356"/>
                    <a:pt x="1184" y="1"/>
                    <a:pt x="762" y="1"/>
                  </a:cubicBezTo>
                  <a:close/>
                </a:path>
              </a:pathLst>
            </a:custGeom>
            <a:solidFill>
              <a:srgbClr val="D6DFE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545" name="Google Shape;19545;p47"/>
            <p:cNvSpPr/>
            <p:nvPr/>
          </p:nvSpPr>
          <p:spPr>
            <a:xfrm>
              <a:off x="4676331" y="1980866"/>
              <a:ext cx="377680" cy="66245"/>
            </a:xfrm>
            <a:custGeom>
              <a:rect b="b" l="l" r="r" t="t"/>
              <a:pathLst>
                <a:path extrusionOk="0" h="2527" w="14407">
                  <a:moveTo>
                    <a:pt x="736" y="0"/>
                  </a:moveTo>
                  <a:cubicBezTo>
                    <a:pt x="318" y="0"/>
                    <a:pt x="0" y="332"/>
                    <a:pt x="0" y="751"/>
                  </a:cubicBezTo>
                  <a:lnTo>
                    <a:pt x="0" y="2527"/>
                  </a:lnTo>
                  <a:lnTo>
                    <a:pt x="14407" y="2527"/>
                  </a:lnTo>
                  <a:lnTo>
                    <a:pt x="14407" y="751"/>
                  </a:lnTo>
                  <a:cubicBezTo>
                    <a:pt x="14407" y="332"/>
                    <a:pt x="14075" y="0"/>
                    <a:pt x="13656" y="0"/>
                  </a:cubicBezTo>
                  <a:close/>
                </a:path>
              </a:pathLst>
            </a:custGeom>
            <a:solidFill>
              <a:srgbClr val="AFBFC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546" name="Google Shape;19546;p47"/>
            <p:cNvSpPr/>
            <p:nvPr/>
          </p:nvSpPr>
          <p:spPr>
            <a:xfrm>
              <a:off x="5014636" y="1980866"/>
              <a:ext cx="39375" cy="66245"/>
            </a:xfrm>
            <a:custGeom>
              <a:rect b="b" l="l" r="r" t="t"/>
              <a:pathLst>
                <a:path extrusionOk="0" h="2527" w="1502">
                  <a:moveTo>
                    <a:pt x="0" y="0"/>
                  </a:moveTo>
                  <a:cubicBezTo>
                    <a:pt x="405" y="0"/>
                    <a:pt x="737" y="332"/>
                    <a:pt x="737" y="737"/>
                  </a:cubicBezTo>
                  <a:lnTo>
                    <a:pt x="737" y="2527"/>
                  </a:lnTo>
                  <a:lnTo>
                    <a:pt x="1502" y="2527"/>
                  </a:lnTo>
                  <a:lnTo>
                    <a:pt x="1502" y="737"/>
                  </a:lnTo>
                  <a:cubicBezTo>
                    <a:pt x="1502" y="332"/>
                    <a:pt x="1170" y="0"/>
                    <a:pt x="765" y="0"/>
                  </a:cubicBezTo>
                  <a:close/>
                </a:path>
              </a:pathLst>
            </a:custGeom>
            <a:solidFill>
              <a:srgbClr val="A2B0B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547" name="Google Shape;19547;p47"/>
            <p:cNvSpPr/>
            <p:nvPr/>
          </p:nvSpPr>
          <p:spPr>
            <a:xfrm>
              <a:off x="4697513" y="2002807"/>
              <a:ext cx="26136" cy="22099"/>
            </a:xfrm>
            <a:custGeom>
              <a:rect b="b" l="l" r="r" t="t"/>
              <a:pathLst>
                <a:path extrusionOk="0" h="843" w="997">
                  <a:moveTo>
                    <a:pt x="563" y="1"/>
                  </a:moveTo>
                  <a:cubicBezTo>
                    <a:pt x="188" y="1"/>
                    <a:pt x="0" y="448"/>
                    <a:pt x="275" y="722"/>
                  </a:cubicBezTo>
                  <a:cubicBezTo>
                    <a:pt x="358" y="806"/>
                    <a:pt x="462" y="843"/>
                    <a:pt x="565" y="843"/>
                  </a:cubicBezTo>
                  <a:cubicBezTo>
                    <a:pt x="783" y="843"/>
                    <a:pt x="997" y="674"/>
                    <a:pt x="997" y="419"/>
                  </a:cubicBezTo>
                  <a:cubicBezTo>
                    <a:pt x="997" y="188"/>
                    <a:pt x="794" y="1"/>
                    <a:pt x="563" y="1"/>
                  </a:cubicBezTo>
                  <a:close/>
                </a:path>
              </a:pathLst>
            </a:custGeom>
            <a:solidFill>
              <a:srgbClr val="9DACB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548" name="Google Shape;19548;p47"/>
            <p:cNvSpPr/>
            <p:nvPr/>
          </p:nvSpPr>
          <p:spPr>
            <a:xfrm>
              <a:off x="4740270" y="2002807"/>
              <a:ext cx="25769" cy="22099"/>
            </a:xfrm>
            <a:custGeom>
              <a:rect b="b" l="l" r="r" t="t"/>
              <a:pathLst>
                <a:path extrusionOk="0" h="843" w="983">
                  <a:moveTo>
                    <a:pt x="564" y="1"/>
                  </a:moveTo>
                  <a:cubicBezTo>
                    <a:pt x="188" y="1"/>
                    <a:pt x="1" y="448"/>
                    <a:pt x="261" y="722"/>
                  </a:cubicBezTo>
                  <a:cubicBezTo>
                    <a:pt x="348" y="806"/>
                    <a:pt x="454" y="843"/>
                    <a:pt x="557" y="843"/>
                  </a:cubicBezTo>
                  <a:cubicBezTo>
                    <a:pt x="775" y="843"/>
                    <a:pt x="982" y="674"/>
                    <a:pt x="982" y="419"/>
                  </a:cubicBezTo>
                  <a:cubicBezTo>
                    <a:pt x="982" y="188"/>
                    <a:pt x="795" y="1"/>
                    <a:pt x="564" y="1"/>
                  </a:cubicBezTo>
                  <a:close/>
                </a:path>
              </a:pathLst>
            </a:custGeom>
            <a:solidFill>
              <a:srgbClr val="A7B8C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549" name="Google Shape;19549;p47"/>
            <p:cNvSpPr/>
            <p:nvPr/>
          </p:nvSpPr>
          <p:spPr>
            <a:xfrm>
              <a:off x="4782659" y="2002807"/>
              <a:ext cx="26136" cy="22099"/>
            </a:xfrm>
            <a:custGeom>
              <a:rect b="b" l="l" r="r" t="t"/>
              <a:pathLst>
                <a:path extrusionOk="0" h="843" w="997">
                  <a:moveTo>
                    <a:pt x="563" y="1"/>
                  </a:moveTo>
                  <a:cubicBezTo>
                    <a:pt x="188" y="1"/>
                    <a:pt x="0" y="448"/>
                    <a:pt x="275" y="722"/>
                  </a:cubicBezTo>
                  <a:cubicBezTo>
                    <a:pt x="358" y="806"/>
                    <a:pt x="462" y="843"/>
                    <a:pt x="565" y="843"/>
                  </a:cubicBezTo>
                  <a:cubicBezTo>
                    <a:pt x="783" y="843"/>
                    <a:pt x="996" y="674"/>
                    <a:pt x="996" y="419"/>
                  </a:cubicBezTo>
                  <a:cubicBezTo>
                    <a:pt x="996" y="188"/>
                    <a:pt x="794" y="1"/>
                    <a:pt x="563" y="1"/>
                  </a:cubicBezTo>
                  <a:close/>
                </a:path>
              </a:pathLst>
            </a:custGeom>
            <a:solidFill>
              <a:srgbClr val="D3DCE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550" name="Google Shape;19550;p47"/>
            <p:cNvSpPr/>
            <p:nvPr/>
          </p:nvSpPr>
          <p:spPr>
            <a:xfrm>
              <a:off x="4704696" y="2002807"/>
              <a:ext cx="18953" cy="22099"/>
            </a:xfrm>
            <a:custGeom>
              <a:rect b="b" l="l" r="r" t="t"/>
              <a:pathLst>
                <a:path extrusionOk="0" h="843" w="723">
                  <a:moveTo>
                    <a:pt x="289" y="1"/>
                  </a:moveTo>
                  <a:cubicBezTo>
                    <a:pt x="549" y="260"/>
                    <a:pt x="376" y="708"/>
                    <a:pt x="1" y="722"/>
                  </a:cubicBezTo>
                  <a:cubicBezTo>
                    <a:pt x="89" y="806"/>
                    <a:pt x="194" y="843"/>
                    <a:pt x="297" y="843"/>
                  </a:cubicBezTo>
                  <a:cubicBezTo>
                    <a:pt x="516" y="843"/>
                    <a:pt x="723" y="674"/>
                    <a:pt x="723" y="419"/>
                  </a:cubicBezTo>
                  <a:cubicBezTo>
                    <a:pt x="708" y="188"/>
                    <a:pt x="520" y="1"/>
                    <a:pt x="289" y="1"/>
                  </a:cubicBezTo>
                  <a:close/>
                </a:path>
              </a:pathLst>
            </a:custGeom>
            <a:solidFill>
              <a:srgbClr val="92A3B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551" name="Google Shape;19551;p47"/>
            <p:cNvSpPr/>
            <p:nvPr/>
          </p:nvSpPr>
          <p:spPr>
            <a:xfrm>
              <a:off x="4747452" y="2002807"/>
              <a:ext cx="18586" cy="22099"/>
            </a:xfrm>
            <a:custGeom>
              <a:rect b="b" l="l" r="r" t="t"/>
              <a:pathLst>
                <a:path extrusionOk="0" h="843" w="709">
                  <a:moveTo>
                    <a:pt x="275" y="1"/>
                  </a:moveTo>
                  <a:cubicBezTo>
                    <a:pt x="549" y="260"/>
                    <a:pt x="376" y="722"/>
                    <a:pt x="1" y="722"/>
                  </a:cubicBezTo>
                  <a:cubicBezTo>
                    <a:pt x="84" y="806"/>
                    <a:pt x="186" y="843"/>
                    <a:pt x="287" y="843"/>
                  </a:cubicBezTo>
                  <a:cubicBezTo>
                    <a:pt x="501" y="843"/>
                    <a:pt x="708" y="674"/>
                    <a:pt x="708" y="419"/>
                  </a:cubicBezTo>
                  <a:cubicBezTo>
                    <a:pt x="708" y="188"/>
                    <a:pt x="521" y="1"/>
                    <a:pt x="290" y="1"/>
                  </a:cubicBezTo>
                  <a:close/>
                </a:path>
              </a:pathLst>
            </a:custGeom>
            <a:solidFill>
              <a:srgbClr val="D6DEE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552" name="Google Shape;19552;p47"/>
            <p:cNvSpPr/>
            <p:nvPr/>
          </p:nvSpPr>
          <p:spPr>
            <a:xfrm>
              <a:off x="4789842" y="2002807"/>
              <a:ext cx="18953" cy="22099"/>
            </a:xfrm>
            <a:custGeom>
              <a:rect b="b" l="l" r="r" t="t"/>
              <a:pathLst>
                <a:path extrusionOk="0" h="843" w="723">
                  <a:moveTo>
                    <a:pt x="289" y="1"/>
                  </a:moveTo>
                  <a:cubicBezTo>
                    <a:pt x="549" y="260"/>
                    <a:pt x="376" y="708"/>
                    <a:pt x="1" y="722"/>
                  </a:cubicBezTo>
                  <a:cubicBezTo>
                    <a:pt x="89" y="806"/>
                    <a:pt x="194" y="843"/>
                    <a:pt x="297" y="843"/>
                  </a:cubicBezTo>
                  <a:cubicBezTo>
                    <a:pt x="516" y="843"/>
                    <a:pt x="722" y="674"/>
                    <a:pt x="722" y="419"/>
                  </a:cubicBezTo>
                  <a:cubicBezTo>
                    <a:pt x="708" y="188"/>
                    <a:pt x="520" y="1"/>
                    <a:pt x="289" y="1"/>
                  </a:cubicBezTo>
                  <a:close/>
                </a:path>
              </a:pathLst>
            </a:custGeom>
            <a:solidFill>
              <a:srgbClr val="92A9B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553" name="Google Shape;19553;p47"/>
            <p:cNvSpPr/>
            <p:nvPr/>
          </p:nvSpPr>
          <p:spPr>
            <a:xfrm>
              <a:off x="4701288" y="2080378"/>
              <a:ext cx="179022" cy="242594"/>
            </a:xfrm>
            <a:custGeom>
              <a:rect b="b" l="l" r="r" t="t"/>
              <a:pathLst>
                <a:path extrusionOk="0" h="9254" w="6829">
                  <a:moveTo>
                    <a:pt x="780" y="1"/>
                  </a:moveTo>
                  <a:cubicBezTo>
                    <a:pt x="347" y="1"/>
                    <a:pt x="1" y="347"/>
                    <a:pt x="1" y="780"/>
                  </a:cubicBezTo>
                  <a:lnTo>
                    <a:pt x="1" y="8474"/>
                  </a:lnTo>
                  <a:cubicBezTo>
                    <a:pt x="1" y="8907"/>
                    <a:pt x="347" y="9254"/>
                    <a:pt x="780" y="9254"/>
                  </a:cubicBezTo>
                  <a:lnTo>
                    <a:pt x="6049" y="9254"/>
                  </a:lnTo>
                  <a:cubicBezTo>
                    <a:pt x="6482" y="9254"/>
                    <a:pt x="6829" y="8907"/>
                    <a:pt x="6829" y="8474"/>
                  </a:cubicBezTo>
                  <a:lnTo>
                    <a:pt x="6829" y="780"/>
                  </a:lnTo>
                  <a:cubicBezTo>
                    <a:pt x="6829" y="347"/>
                    <a:pt x="6482" y="1"/>
                    <a:pt x="6049" y="1"/>
                  </a:cubicBezTo>
                  <a:close/>
                </a:path>
              </a:pathLst>
            </a:custGeom>
            <a:solidFill>
              <a:srgbClr val="A7B8C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554" name="Google Shape;19554;p47"/>
            <p:cNvSpPr/>
            <p:nvPr/>
          </p:nvSpPr>
          <p:spPr>
            <a:xfrm>
              <a:off x="4839415" y="2080011"/>
              <a:ext cx="40895" cy="242961"/>
            </a:xfrm>
            <a:custGeom>
              <a:rect b="b" l="l" r="r" t="t"/>
              <a:pathLst>
                <a:path extrusionOk="0" h="9268" w="1560">
                  <a:moveTo>
                    <a:pt x="780" y="0"/>
                  </a:moveTo>
                  <a:lnTo>
                    <a:pt x="1" y="29"/>
                  </a:lnTo>
                  <a:cubicBezTo>
                    <a:pt x="419" y="29"/>
                    <a:pt x="780" y="376"/>
                    <a:pt x="780" y="809"/>
                  </a:cubicBezTo>
                  <a:lnTo>
                    <a:pt x="780" y="8517"/>
                  </a:lnTo>
                  <a:cubicBezTo>
                    <a:pt x="780" y="8864"/>
                    <a:pt x="535" y="9181"/>
                    <a:pt x="203" y="9268"/>
                  </a:cubicBezTo>
                  <a:lnTo>
                    <a:pt x="780" y="9268"/>
                  </a:lnTo>
                  <a:cubicBezTo>
                    <a:pt x="1213" y="9268"/>
                    <a:pt x="1560" y="8921"/>
                    <a:pt x="1560" y="8488"/>
                  </a:cubicBezTo>
                  <a:lnTo>
                    <a:pt x="1560" y="794"/>
                  </a:lnTo>
                  <a:cubicBezTo>
                    <a:pt x="1560" y="361"/>
                    <a:pt x="1213" y="0"/>
                    <a:pt x="780" y="0"/>
                  </a:cubicBezTo>
                  <a:close/>
                </a:path>
              </a:pathLst>
            </a:custGeom>
            <a:solidFill>
              <a:srgbClr val="D6DEE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555" name="Google Shape;19555;p47"/>
            <p:cNvSpPr/>
            <p:nvPr/>
          </p:nvSpPr>
          <p:spPr>
            <a:xfrm>
              <a:off x="4695625" y="2074715"/>
              <a:ext cx="190373" cy="253578"/>
            </a:xfrm>
            <a:custGeom>
              <a:rect b="b" l="l" r="r" t="t"/>
              <a:pathLst>
                <a:path extrusionOk="0" h="9673" w="7262">
                  <a:moveTo>
                    <a:pt x="996" y="0"/>
                  </a:moveTo>
                  <a:cubicBezTo>
                    <a:pt x="708" y="0"/>
                    <a:pt x="708" y="419"/>
                    <a:pt x="996" y="419"/>
                  </a:cubicBezTo>
                  <a:lnTo>
                    <a:pt x="1761" y="419"/>
                  </a:lnTo>
                  <a:cubicBezTo>
                    <a:pt x="2036" y="419"/>
                    <a:pt x="2036" y="0"/>
                    <a:pt x="1761" y="0"/>
                  </a:cubicBezTo>
                  <a:close/>
                  <a:moveTo>
                    <a:pt x="2526" y="0"/>
                  </a:moveTo>
                  <a:cubicBezTo>
                    <a:pt x="2252" y="0"/>
                    <a:pt x="2252" y="419"/>
                    <a:pt x="2526" y="419"/>
                  </a:cubicBezTo>
                  <a:lnTo>
                    <a:pt x="3306" y="419"/>
                  </a:lnTo>
                  <a:cubicBezTo>
                    <a:pt x="3580" y="419"/>
                    <a:pt x="3580" y="0"/>
                    <a:pt x="3306" y="0"/>
                  </a:cubicBezTo>
                  <a:close/>
                  <a:moveTo>
                    <a:pt x="4071" y="0"/>
                  </a:moveTo>
                  <a:cubicBezTo>
                    <a:pt x="3797" y="0"/>
                    <a:pt x="3797" y="419"/>
                    <a:pt x="4071" y="419"/>
                  </a:cubicBezTo>
                  <a:lnTo>
                    <a:pt x="4851" y="419"/>
                  </a:lnTo>
                  <a:cubicBezTo>
                    <a:pt x="5125" y="419"/>
                    <a:pt x="5125" y="0"/>
                    <a:pt x="4851" y="0"/>
                  </a:cubicBezTo>
                  <a:close/>
                  <a:moveTo>
                    <a:pt x="5616" y="0"/>
                  </a:moveTo>
                  <a:cubicBezTo>
                    <a:pt x="5341" y="0"/>
                    <a:pt x="5341" y="433"/>
                    <a:pt x="5616" y="433"/>
                  </a:cubicBezTo>
                  <a:lnTo>
                    <a:pt x="6395" y="433"/>
                  </a:lnTo>
                  <a:cubicBezTo>
                    <a:pt x="6641" y="433"/>
                    <a:pt x="6669" y="73"/>
                    <a:pt x="6424" y="15"/>
                  </a:cubicBezTo>
                  <a:cubicBezTo>
                    <a:pt x="6366" y="15"/>
                    <a:pt x="6323" y="15"/>
                    <a:pt x="6265" y="0"/>
                  </a:cubicBezTo>
                  <a:close/>
                  <a:moveTo>
                    <a:pt x="338" y="343"/>
                  </a:moveTo>
                  <a:cubicBezTo>
                    <a:pt x="273" y="343"/>
                    <a:pt x="207" y="374"/>
                    <a:pt x="159" y="448"/>
                  </a:cubicBezTo>
                  <a:cubicBezTo>
                    <a:pt x="58" y="607"/>
                    <a:pt x="0" y="794"/>
                    <a:pt x="0" y="996"/>
                  </a:cubicBezTo>
                  <a:lnTo>
                    <a:pt x="0" y="1300"/>
                  </a:lnTo>
                  <a:cubicBezTo>
                    <a:pt x="0" y="1415"/>
                    <a:pt x="101" y="1516"/>
                    <a:pt x="217" y="1516"/>
                  </a:cubicBezTo>
                  <a:cubicBezTo>
                    <a:pt x="332" y="1516"/>
                    <a:pt x="419" y="1429"/>
                    <a:pt x="433" y="1314"/>
                  </a:cubicBezTo>
                  <a:lnTo>
                    <a:pt x="433" y="996"/>
                  </a:lnTo>
                  <a:cubicBezTo>
                    <a:pt x="433" y="881"/>
                    <a:pt x="462" y="765"/>
                    <a:pt x="520" y="679"/>
                  </a:cubicBezTo>
                  <a:cubicBezTo>
                    <a:pt x="631" y="507"/>
                    <a:pt x="488" y="343"/>
                    <a:pt x="338" y="343"/>
                  </a:cubicBezTo>
                  <a:close/>
                  <a:moveTo>
                    <a:pt x="6985" y="453"/>
                  </a:moveTo>
                  <a:cubicBezTo>
                    <a:pt x="6846" y="453"/>
                    <a:pt x="6709" y="589"/>
                    <a:pt x="6785" y="751"/>
                  </a:cubicBezTo>
                  <a:cubicBezTo>
                    <a:pt x="6814" y="823"/>
                    <a:pt x="6828" y="910"/>
                    <a:pt x="6828" y="996"/>
                  </a:cubicBezTo>
                  <a:lnTo>
                    <a:pt x="6828" y="1429"/>
                  </a:lnTo>
                  <a:cubicBezTo>
                    <a:pt x="6828" y="1545"/>
                    <a:pt x="6929" y="1632"/>
                    <a:pt x="7045" y="1632"/>
                  </a:cubicBezTo>
                  <a:cubicBezTo>
                    <a:pt x="7160" y="1632"/>
                    <a:pt x="7261" y="1545"/>
                    <a:pt x="7261" y="1429"/>
                  </a:cubicBezTo>
                  <a:lnTo>
                    <a:pt x="7261" y="982"/>
                  </a:lnTo>
                  <a:cubicBezTo>
                    <a:pt x="7261" y="838"/>
                    <a:pt x="7218" y="708"/>
                    <a:pt x="7175" y="578"/>
                  </a:cubicBezTo>
                  <a:cubicBezTo>
                    <a:pt x="7130" y="489"/>
                    <a:pt x="7058" y="453"/>
                    <a:pt x="6985" y="453"/>
                  </a:cubicBezTo>
                  <a:close/>
                  <a:moveTo>
                    <a:pt x="210" y="1862"/>
                  </a:moveTo>
                  <a:cubicBezTo>
                    <a:pt x="105" y="1862"/>
                    <a:pt x="0" y="1935"/>
                    <a:pt x="0" y="2079"/>
                  </a:cubicBezTo>
                  <a:lnTo>
                    <a:pt x="0" y="2844"/>
                  </a:lnTo>
                  <a:cubicBezTo>
                    <a:pt x="0" y="2960"/>
                    <a:pt x="101" y="3061"/>
                    <a:pt x="217" y="3061"/>
                  </a:cubicBezTo>
                  <a:cubicBezTo>
                    <a:pt x="332" y="3061"/>
                    <a:pt x="419" y="2960"/>
                    <a:pt x="419" y="2844"/>
                  </a:cubicBezTo>
                  <a:lnTo>
                    <a:pt x="419" y="2079"/>
                  </a:lnTo>
                  <a:cubicBezTo>
                    <a:pt x="419" y="1935"/>
                    <a:pt x="314" y="1862"/>
                    <a:pt x="210" y="1862"/>
                  </a:cubicBezTo>
                  <a:close/>
                  <a:moveTo>
                    <a:pt x="7052" y="1992"/>
                  </a:moveTo>
                  <a:cubicBezTo>
                    <a:pt x="6947" y="1992"/>
                    <a:pt x="6843" y="2065"/>
                    <a:pt x="6843" y="2209"/>
                  </a:cubicBezTo>
                  <a:lnTo>
                    <a:pt x="6843" y="2974"/>
                  </a:lnTo>
                  <a:cubicBezTo>
                    <a:pt x="6843" y="3089"/>
                    <a:pt x="6929" y="3176"/>
                    <a:pt x="7045" y="3176"/>
                  </a:cubicBezTo>
                  <a:cubicBezTo>
                    <a:pt x="7160" y="3176"/>
                    <a:pt x="7261" y="3089"/>
                    <a:pt x="7261" y="2974"/>
                  </a:cubicBezTo>
                  <a:lnTo>
                    <a:pt x="7261" y="2209"/>
                  </a:lnTo>
                  <a:cubicBezTo>
                    <a:pt x="7261" y="2065"/>
                    <a:pt x="7157" y="1992"/>
                    <a:pt x="7052" y="1992"/>
                  </a:cubicBezTo>
                  <a:close/>
                  <a:moveTo>
                    <a:pt x="210" y="3407"/>
                  </a:moveTo>
                  <a:cubicBezTo>
                    <a:pt x="105" y="3407"/>
                    <a:pt x="0" y="3479"/>
                    <a:pt x="0" y="3624"/>
                  </a:cubicBezTo>
                  <a:lnTo>
                    <a:pt x="0" y="4389"/>
                  </a:lnTo>
                  <a:cubicBezTo>
                    <a:pt x="0" y="4504"/>
                    <a:pt x="101" y="4605"/>
                    <a:pt x="217" y="4605"/>
                  </a:cubicBezTo>
                  <a:cubicBezTo>
                    <a:pt x="332" y="4605"/>
                    <a:pt x="419" y="4504"/>
                    <a:pt x="419" y="4389"/>
                  </a:cubicBezTo>
                  <a:lnTo>
                    <a:pt x="419" y="3624"/>
                  </a:lnTo>
                  <a:cubicBezTo>
                    <a:pt x="419" y="3479"/>
                    <a:pt x="314" y="3407"/>
                    <a:pt x="210" y="3407"/>
                  </a:cubicBezTo>
                  <a:close/>
                  <a:moveTo>
                    <a:pt x="7039" y="3519"/>
                  </a:moveTo>
                  <a:cubicBezTo>
                    <a:pt x="6933" y="3519"/>
                    <a:pt x="6828" y="3588"/>
                    <a:pt x="6828" y="3725"/>
                  </a:cubicBezTo>
                  <a:lnTo>
                    <a:pt x="6828" y="4504"/>
                  </a:lnTo>
                  <a:cubicBezTo>
                    <a:pt x="6828" y="4612"/>
                    <a:pt x="6917" y="4708"/>
                    <a:pt x="7023" y="4708"/>
                  </a:cubicBezTo>
                  <a:cubicBezTo>
                    <a:pt x="7030" y="4708"/>
                    <a:pt x="7037" y="4707"/>
                    <a:pt x="7045" y="4706"/>
                  </a:cubicBezTo>
                  <a:lnTo>
                    <a:pt x="7045" y="4721"/>
                  </a:lnTo>
                  <a:cubicBezTo>
                    <a:pt x="7160" y="4721"/>
                    <a:pt x="7261" y="4620"/>
                    <a:pt x="7261" y="4504"/>
                  </a:cubicBezTo>
                  <a:lnTo>
                    <a:pt x="7261" y="3725"/>
                  </a:lnTo>
                  <a:cubicBezTo>
                    <a:pt x="7254" y="3588"/>
                    <a:pt x="7146" y="3519"/>
                    <a:pt x="7039" y="3519"/>
                  </a:cubicBezTo>
                  <a:close/>
                  <a:moveTo>
                    <a:pt x="210" y="4937"/>
                  </a:moveTo>
                  <a:cubicBezTo>
                    <a:pt x="105" y="4937"/>
                    <a:pt x="0" y="5009"/>
                    <a:pt x="0" y="5154"/>
                  </a:cubicBezTo>
                  <a:lnTo>
                    <a:pt x="0" y="5919"/>
                  </a:lnTo>
                  <a:cubicBezTo>
                    <a:pt x="0" y="6034"/>
                    <a:pt x="87" y="6135"/>
                    <a:pt x="217" y="6135"/>
                  </a:cubicBezTo>
                  <a:cubicBezTo>
                    <a:pt x="332" y="6135"/>
                    <a:pt x="419" y="6034"/>
                    <a:pt x="419" y="5919"/>
                  </a:cubicBezTo>
                  <a:lnTo>
                    <a:pt x="419" y="5154"/>
                  </a:lnTo>
                  <a:cubicBezTo>
                    <a:pt x="419" y="5009"/>
                    <a:pt x="314" y="4937"/>
                    <a:pt x="210" y="4937"/>
                  </a:cubicBezTo>
                  <a:close/>
                  <a:moveTo>
                    <a:pt x="7039" y="5064"/>
                  </a:moveTo>
                  <a:cubicBezTo>
                    <a:pt x="6933" y="5064"/>
                    <a:pt x="6828" y="5132"/>
                    <a:pt x="6828" y="5269"/>
                  </a:cubicBezTo>
                  <a:lnTo>
                    <a:pt x="6828" y="6049"/>
                  </a:lnTo>
                  <a:cubicBezTo>
                    <a:pt x="6828" y="6164"/>
                    <a:pt x="6929" y="6251"/>
                    <a:pt x="7045" y="6251"/>
                  </a:cubicBezTo>
                  <a:lnTo>
                    <a:pt x="7045" y="6265"/>
                  </a:lnTo>
                  <a:cubicBezTo>
                    <a:pt x="7160" y="6265"/>
                    <a:pt x="7261" y="6164"/>
                    <a:pt x="7261" y="6049"/>
                  </a:cubicBezTo>
                  <a:lnTo>
                    <a:pt x="7261" y="5269"/>
                  </a:lnTo>
                  <a:cubicBezTo>
                    <a:pt x="7254" y="5132"/>
                    <a:pt x="7146" y="5064"/>
                    <a:pt x="7039" y="5064"/>
                  </a:cubicBezTo>
                  <a:close/>
                  <a:moveTo>
                    <a:pt x="210" y="6482"/>
                  </a:moveTo>
                  <a:cubicBezTo>
                    <a:pt x="105" y="6482"/>
                    <a:pt x="0" y="6554"/>
                    <a:pt x="0" y="6698"/>
                  </a:cubicBezTo>
                  <a:lnTo>
                    <a:pt x="0" y="7463"/>
                  </a:lnTo>
                  <a:cubicBezTo>
                    <a:pt x="0" y="7579"/>
                    <a:pt x="87" y="7680"/>
                    <a:pt x="217" y="7680"/>
                  </a:cubicBezTo>
                  <a:cubicBezTo>
                    <a:pt x="332" y="7680"/>
                    <a:pt x="419" y="7579"/>
                    <a:pt x="419" y="7463"/>
                  </a:cubicBezTo>
                  <a:lnTo>
                    <a:pt x="419" y="6698"/>
                  </a:lnTo>
                  <a:cubicBezTo>
                    <a:pt x="419" y="6554"/>
                    <a:pt x="314" y="6482"/>
                    <a:pt x="210" y="6482"/>
                  </a:cubicBezTo>
                  <a:close/>
                  <a:moveTo>
                    <a:pt x="7039" y="6608"/>
                  </a:moveTo>
                  <a:cubicBezTo>
                    <a:pt x="6933" y="6608"/>
                    <a:pt x="6828" y="6677"/>
                    <a:pt x="6828" y="6814"/>
                  </a:cubicBezTo>
                  <a:lnTo>
                    <a:pt x="6828" y="7593"/>
                  </a:lnTo>
                  <a:cubicBezTo>
                    <a:pt x="6828" y="7709"/>
                    <a:pt x="6929" y="7795"/>
                    <a:pt x="7045" y="7795"/>
                  </a:cubicBezTo>
                  <a:lnTo>
                    <a:pt x="7045" y="7810"/>
                  </a:lnTo>
                  <a:cubicBezTo>
                    <a:pt x="7160" y="7810"/>
                    <a:pt x="7261" y="7709"/>
                    <a:pt x="7261" y="7593"/>
                  </a:cubicBezTo>
                  <a:lnTo>
                    <a:pt x="7261" y="6814"/>
                  </a:lnTo>
                  <a:cubicBezTo>
                    <a:pt x="7254" y="6677"/>
                    <a:pt x="7146" y="6608"/>
                    <a:pt x="7039" y="6608"/>
                  </a:cubicBezTo>
                  <a:close/>
                  <a:moveTo>
                    <a:pt x="210" y="8026"/>
                  </a:moveTo>
                  <a:cubicBezTo>
                    <a:pt x="105" y="8026"/>
                    <a:pt x="0" y="8099"/>
                    <a:pt x="0" y="8243"/>
                  </a:cubicBezTo>
                  <a:lnTo>
                    <a:pt x="0" y="8676"/>
                  </a:lnTo>
                  <a:cubicBezTo>
                    <a:pt x="0" y="8820"/>
                    <a:pt x="29" y="8965"/>
                    <a:pt x="87" y="9080"/>
                  </a:cubicBezTo>
                  <a:cubicBezTo>
                    <a:pt x="116" y="9167"/>
                    <a:pt x="188" y="9210"/>
                    <a:pt x="275" y="9210"/>
                  </a:cubicBezTo>
                  <a:cubicBezTo>
                    <a:pt x="433" y="9210"/>
                    <a:pt x="534" y="9051"/>
                    <a:pt x="477" y="8907"/>
                  </a:cubicBezTo>
                  <a:cubicBezTo>
                    <a:pt x="433" y="8835"/>
                    <a:pt x="419" y="8763"/>
                    <a:pt x="419" y="8676"/>
                  </a:cubicBezTo>
                  <a:lnTo>
                    <a:pt x="419" y="8243"/>
                  </a:lnTo>
                  <a:cubicBezTo>
                    <a:pt x="419" y="8099"/>
                    <a:pt x="314" y="8026"/>
                    <a:pt x="210" y="8026"/>
                  </a:cubicBezTo>
                  <a:close/>
                  <a:moveTo>
                    <a:pt x="7038" y="8153"/>
                  </a:moveTo>
                  <a:cubicBezTo>
                    <a:pt x="6933" y="8153"/>
                    <a:pt x="6828" y="8221"/>
                    <a:pt x="6828" y="8358"/>
                  </a:cubicBezTo>
                  <a:lnTo>
                    <a:pt x="6828" y="8676"/>
                  </a:lnTo>
                  <a:cubicBezTo>
                    <a:pt x="6828" y="8791"/>
                    <a:pt x="6799" y="8893"/>
                    <a:pt x="6742" y="8994"/>
                  </a:cubicBezTo>
                  <a:cubicBezTo>
                    <a:pt x="6644" y="9133"/>
                    <a:pt x="6735" y="9312"/>
                    <a:pt x="6896" y="9312"/>
                  </a:cubicBezTo>
                  <a:cubicBezTo>
                    <a:pt x="6902" y="9312"/>
                    <a:pt x="6909" y="9312"/>
                    <a:pt x="6915" y="9311"/>
                  </a:cubicBezTo>
                  <a:lnTo>
                    <a:pt x="6915" y="9326"/>
                  </a:lnTo>
                  <a:cubicBezTo>
                    <a:pt x="6987" y="9326"/>
                    <a:pt x="7059" y="9282"/>
                    <a:pt x="7088" y="9225"/>
                  </a:cubicBezTo>
                  <a:cubicBezTo>
                    <a:pt x="7189" y="9066"/>
                    <a:pt x="7247" y="8878"/>
                    <a:pt x="7247" y="8676"/>
                  </a:cubicBezTo>
                  <a:lnTo>
                    <a:pt x="7247" y="8358"/>
                  </a:lnTo>
                  <a:cubicBezTo>
                    <a:pt x="7247" y="8221"/>
                    <a:pt x="7142" y="8153"/>
                    <a:pt x="7038" y="8153"/>
                  </a:cubicBezTo>
                  <a:close/>
                  <a:moveTo>
                    <a:pt x="846" y="9248"/>
                  </a:moveTo>
                  <a:cubicBezTo>
                    <a:pt x="613" y="9248"/>
                    <a:pt x="567" y="9631"/>
                    <a:pt x="838" y="9672"/>
                  </a:cubicBezTo>
                  <a:lnTo>
                    <a:pt x="1631" y="9672"/>
                  </a:lnTo>
                  <a:cubicBezTo>
                    <a:pt x="1920" y="9672"/>
                    <a:pt x="1920" y="9253"/>
                    <a:pt x="1631" y="9253"/>
                  </a:cubicBezTo>
                  <a:lnTo>
                    <a:pt x="895" y="9253"/>
                  </a:lnTo>
                  <a:cubicBezTo>
                    <a:pt x="878" y="9250"/>
                    <a:pt x="862" y="9248"/>
                    <a:pt x="846" y="9248"/>
                  </a:cubicBezTo>
                  <a:close/>
                  <a:moveTo>
                    <a:pt x="2411" y="9253"/>
                  </a:moveTo>
                  <a:cubicBezTo>
                    <a:pt x="2122" y="9253"/>
                    <a:pt x="2122" y="9672"/>
                    <a:pt x="2411" y="9672"/>
                  </a:cubicBezTo>
                  <a:lnTo>
                    <a:pt x="3176" y="9672"/>
                  </a:lnTo>
                  <a:cubicBezTo>
                    <a:pt x="3465" y="9672"/>
                    <a:pt x="3465" y="9253"/>
                    <a:pt x="3176" y="9253"/>
                  </a:cubicBezTo>
                  <a:close/>
                  <a:moveTo>
                    <a:pt x="3956" y="9253"/>
                  </a:moveTo>
                  <a:cubicBezTo>
                    <a:pt x="3667" y="9253"/>
                    <a:pt x="3667" y="9672"/>
                    <a:pt x="3956" y="9672"/>
                  </a:cubicBezTo>
                  <a:lnTo>
                    <a:pt x="4721" y="9672"/>
                  </a:lnTo>
                  <a:cubicBezTo>
                    <a:pt x="4995" y="9672"/>
                    <a:pt x="4995" y="9253"/>
                    <a:pt x="4721" y="9253"/>
                  </a:cubicBezTo>
                  <a:close/>
                  <a:moveTo>
                    <a:pt x="5500" y="9253"/>
                  </a:moveTo>
                  <a:cubicBezTo>
                    <a:pt x="5211" y="9253"/>
                    <a:pt x="5211" y="9672"/>
                    <a:pt x="5500" y="9672"/>
                  </a:cubicBezTo>
                  <a:lnTo>
                    <a:pt x="6265" y="9672"/>
                  </a:lnTo>
                  <a:cubicBezTo>
                    <a:pt x="6554" y="9672"/>
                    <a:pt x="6554" y="9253"/>
                    <a:pt x="6265" y="9253"/>
                  </a:cubicBezTo>
                  <a:close/>
                </a:path>
              </a:pathLst>
            </a:custGeom>
            <a:solidFill>
              <a:srgbClr val="91A8B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556" name="Google Shape;19556;p47"/>
            <p:cNvSpPr/>
            <p:nvPr/>
          </p:nvSpPr>
          <p:spPr>
            <a:xfrm>
              <a:off x="4913970" y="2083025"/>
              <a:ext cx="105620" cy="95029"/>
            </a:xfrm>
            <a:custGeom>
              <a:rect b="b" l="l" r="r" t="t"/>
              <a:pathLst>
                <a:path extrusionOk="0" h="3625" w="4029">
                  <a:moveTo>
                    <a:pt x="289" y="1"/>
                  </a:moveTo>
                  <a:cubicBezTo>
                    <a:pt x="159" y="73"/>
                    <a:pt x="58" y="189"/>
                    <a:pt x="1" y="318"/>
                  </a:cubicBezTo>
                  <a:lnTo>
                    <a:pt x="1689" y="1820"/>
                  </a:lnTo>
                  <a:lnTo>
                    <a:pt x="1" y="3307"/>
                  </a:lnTo>
                  <a:cubicBezTo>
                    <a:pt x="73" y="3437"/>
                    <a:pt x="174" y="3552"/>
                    <a:pt x="289" y="3624"/>
                  </a:cubicBezTo>
                  <a:lnTo>
                    <a:pt x="2007" y="2094"/>
                  </a:lnTo>
                  <a:lnTo>
                    <a:pt x="3739" y="3624"/>
                  </a:lnTo>
                  <a:cubicBezTo>
                    <a:pt x="3855" y="3552"/>
                    <a:pt x="3956" y="3437"/>
                    <a:pt x="4028" y="3321"/>
                  </a:cubicBezTo>
                  <a:lnTo>
                    <a:pt x="2325" y="1820"/>
                  </a:lnTo>
                  <a:lnTo>
                    <a:pt x="4028" y="318"/>
                  </a:lnTo>
                  <a:cubicBezTo>
                    <a:pt x="3970" y="189"/>
                    <a:pt x="3869" y="73"/>
                    <a:pt x="3739" y="1"/>
                  </a:cubicBezTo>
                  <a:lnTo>
                    <a:pt x="2022" y="1531"/>
                  </a:lnTo>
                  <a:lnTo>
                    <a:pt x="289" y="1"/>
                  </a:lnTo>
                  <a:close/>
                </a:path>
              </a:pathLst>
            </a:custGeom>
            <a:solidFill>
              <a:srgbClr val="91A8B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557" name="Google Shape;19557;p47"/>
            <p:cNvSpPr/>
            <p:nvPr/>
          </p:nvSpPr>
          <p:spPr>
            <a:xfrm>
              <a:off x="4913970" y="2224953"/>
              <a:ext cx="105620" cy="95003"/>
            </a:xfrm>
            <a:custGeom>
              <a:rect b="b" l="l" r="r" t="t"/>
              <a:pathLst>
                <a:path extrusionOk="0" h="3624" w="4029">
                  <a:moveTo>
                    <a:pt x="289" y="0"/>
                  </a:moveTo>
                  <a:cubicBezTo>
                    <a:pt x="174" y="72"/>
                    <a:pt x="73" y="188"/>
                    <a:pt x="1" y="318"/>
                  </a:cubicBezTo>
                  <a:lnTo>
                    <a:pt x="1704" y="1819"/>
                  </a:lnTo>
                  <a:lnTo>
                    <a:pt x="1" y="3320"/>
                  </a:lnTo>
                  <a:cubicBezTo>
                    <a:pt x="73" y="3436"/>
                    <a:pt x="174" y="3551"/>
                    <a:pt x="289" y="3623"/>
                  </a:cubicBezTo>
                  <a:lnTo>
                    <a:pt x="2022" y="2093"/>
                  </a:lnTo>
                  <a:lnTo>
                    <a:pt x="3739" y="3623"/>
                  </a:lnTo>
                  <a:cubicBezTo>
                    <a:pt x="3869" y="3551"/>
                    <a:pt x="3970" y="3436"/>
                    <a:pt x="4028" y="3320"/>
                  </a:cubicBezTo>
                  <a:lnTo>
                    <a:pt x="2339" y="1819"/>
                  </a:lnTo>
                  <a:lnTo>
                    <a:pt x="4028" y="318"/>
                  </a:lnTo>
                  <a:cubicBezTo>
                    <a:pt x="3970" y="188"/>
                    <a:pt x="3869" y="72"/>
                    <a:pt x="3739" y="0"/>
                  </a:cubicBezTo>
                  <a:lnTo>
                    <a:pt x="2022" y="1530"/>
                  </a:lnTo>
                  <a:lnTo>
                    <a:pt x="289" y="0"/>
                  </a:lnTo>
                  <a:close/>
                </a:path>
              </a:pathLst>
            </a:custGeom>
            <a:solidFill>
              <a:srgbClr val="91A8B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9558" name="Google Shape;19558;p47"/>
          <p:cNvGrpSpPr/>
          <p:nvPr/>
        </p:nvGrpSpPr>
        <p:grpSpPr>
          <a:xfrm>
            <a:off x="7526242" y="1522968"/>
            <a:ext cx="357652" cy="332275"/>
            <a:chOff x="7526242" y="1522968"/>
            <a:chExt cx="357652" cy="332275"/>
          </a:xfrm>
        </p:grpSpPr>
        <p:sp>
          <p:nvSpPr>
            <p:cNvPr id="19559" name="Google Shape;19559;p47"/>
            <p:cNvSpPr/>
            <p:nvPr/>
          </p:nvSpPr>
          <p:spPr>
            <a:xfrm>
              <a:off x="7589814" y="1531304"/>
              <a:ext cx="187726" cy="323939"/>
            </a:xfrm>
            <a:custGeom>
              <a:rect b="b" l="l" r="r" t="t"/>
              <a:pathLst>
                <a:path extrusionOk="0" h="12357" w="7161">
                  <a:moveTo>
                    <a:pt x="852" y="0"/>
                  </a:moveTo>
                  <a:cubicBezTo>
                    <a:pt x="376" y="0"/>
                    <a:pt x="1" y="375"/>
                    <a:pt x="1" y="852"/>
                  </a:cubicBezTo>
                  <a:lnTo>
                    <a:pt x="1" y="11505"/>
                  </a:lnTo>
                  <a:cubicBezTo>
                    <a:pt x="1" y="11981"/>
                    <a:pt x="376" y="12357"/>
                    <a:pt x="852" y="12357"/>
                  </a:cubicBezTo>
                  <a:lnTo>
                    <a:pt x="6309" y="12357"/>
                  </a:lnTo>
                  <a:cubicBezTo>
                    <a:pt x="6785" y="12357"/>
                    <a:pt x="7161" y="11981"/>
                    <a:pt x="7161" y="11505"/>
                  </a:cubicBezTo>
                  <a:lnTo>
                    <a:pt x="7161" y="852"/>
                  </a:lnTo>
                  <a:cubicBezTo>
                    <a:pt x="7161" y="375"/>
                    <a:pt x="6785" y="0"/>
                    <a:pt x="6309" y="0"/>
                  </a:cubicBezTo>
                  <a:close/>
                </a:path>
              </a:pathLst>
            </a:custGeom>
            <a:solidFill>
              <a:srgbClr val="F8F9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560" name="Google Shape;19560;p47"/>
            <p:cNvSpPr/>
            <p:nvPr/>
          </p:nvSpPr>
          <p:spPr>
            <a:xfrm>
              <a:off x="7739292" y="1531304"/>
              <a:ext cx="38248" cy="323939"/>
            </a:xfrm>
            <a:custGeom>
              <a:rect b="b" l="l" r="r" t="t"/>
              <a:pathLst>
                <a:path extrusionOk="0" h="12357" w="1459">
                  <a:moveTo>
                    <a:pt x="1" y="0"/>
                  </a:moveTo>
                  <a:cubicBezTo>
                    <a:pt x="463" y="0"/>
                    <a:pt x="852" y="375"/>
                    <a:pt x="852" y="852"/>
                  </a:cubicBezTo>
                  <a:lnTo>
                    <a:pt x="852" y="11505"/>
                  </a:lnTo>
                  <a:cubicBezTo>
                    <a:pt x="852" y="11981"/>
                    <a:pt x="463" y="12357"/>
                    <a:pt x="1" y="12357"/>
                  </a:cubicBezTo>
                  <a:lnTo>
                    <a:pt x="607" y="12357"/>
                  </a:lnTo>
                  <a:cubicBezTo>
                    <a:pt x="1083" y="12357"/>
                    <a:pt x="1459" y="11981"/>
                    <a:pt x="1459" y="11505"/>
                  </a:cubicBezTo>
                  <a:lnTo>
                    <a:pt x="1459" y="852"/>
                  </a:lnTo>
                  <a:cubicBezTo>
                    <a:pt x="1459" y="375"/>
                    <a:pt x="1083" y="0"/>
                    <a:pt x="607" y="0"/>
                  </a:cubicBezTo>
                  <a:close/>
                </a:path>
              </a:pathLst>
            </a:custGeom>
            <a:solidFill>
              <a:srgbClr val="F4F5F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561" name="Google Shape;19561;p47"/>
            <p:cNvSpPr/>
            <p:nvPr/>
          </p:nvSpPr>
          <p:spPr>
            <a:xfrm>
              <a:off x="7589814" y="1531304"/>
              <a:ext cx="187726" cy="53741"/>
            </a:xfrm>
            <a:custGeom>
              <a:rect b="b" l="l" r="r" t="t"/>
              <a:pathLst>
                <a:path extrusionOk="0" h="2050" w="7161">
                  <a:moveTo>
                    <a:pt x="852" y="0"/>
                  </a:moveTo>
                  <a:cubicBezTo>
                    <a:pt x="376" y="0"/>
                    <a:pt x="1" y="375"/>
                    <a:pt x="1" y="852"/>
                  </a:cubicBezTo>
                  <a:lnTo>
                    <a:pt x="1" y="2050"/>
                  </a:lnTo>
                  <a:lnTo>
                    <a:pt x="7161" y="2050"/>
                  </a:lnTo>
                  <a:lnTo>
                    <a:pt x="7161" y="852"/>
                  </a:lnTo>
                  <a:cubicBezTo>
                    <a:pt x="7161" y="375"/>
                    <a:pt x="6785" y="0"/>
                    <a:pt x="6309" y="0"/>
                  </a:cubicBezTo>
                  <a:close/>
                </a:path>
              </a:pathLst>
            </a:custGeom>
            <a:solidFill>
              <a:srgbClr val="E9EEF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562" name="Google Shape;19562;p47"/>
            <p:cNvSpPr/>
            <p:nvPr/>
          </p:nvSpPr>
          <p:spPr>
            <a:xfrm>
              <a:off x="7739292" y="1531304"/>
              <a:ext cx="38248" cy="53741"/>
            </a:xfrm>
            <a:custGeom>
              <a:rect b="b" l="l" r="r" t="t"/>
              <a:pathLst>
                <a:path extrusionOk="0" h="2050" w="1459">
                  <a:moveTo>
                    <a:pt x="1" y="0"/>
                  </a:moveTo>
                  <a:cubicBezTo>
                    <a:pt x="463" y="0"/>
                    <a:pt x="852" y="375"/>
                    <a:pt x="852" y="852"/>
                  </a:cubicBezTo>
                  <a:lnTo>
                    <a:pt x="852" y="2050"/>
                  </a:lnTo>
                  <a:lnTo>
                    <a:pt x="1459" y="2050"/>
                  </a:lnTo>
                  <a:lnTo>
                    <a:pt x="1459" y="852"/>
                  </a:lnTo>
                  <a:cubicBezTo>
                    <a:pt x="1459" y="375"/>
                    <a:pt x="1083" y="0"/>
                    <a:pt x="607" y="0"/>
                  </a:cubicBezTo>
                  <a:close/>
                </a:path>
              </a:pathLst>
            </a:custGeom>
            <a:solidFill>
              <a:srgbClr val="A2B0B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563" name="Google Shape;19563;p47"/>
            <p:cNvSpPr/>
            <p:nvPr/>
          </p:nvSpPr>
          <p:spPr>
            <a:xfrm>
              <a:off x="7590207" y="1801476"/>
              <a:ext cx="187726" cy="53767"/>
            </a:xfrm>
            <a:custGeom>
              <a:rect b="b" l="l" r="r" t="t"/>
              <a:pathLst>
                <a:path extrusionOk="0" h="2051" w="7161">
                  <a:moveTo>
                    <a:pt x="0" y="1"/>
                  </a:moveTo>
                  <a:lnTo>
                    <a:pt x="0" y="1199"/>
                  </a:lnTo>
                  <a:cubicBezTo>
                    <a:pt x="0" y="1675"/>
                    <a:pt x="375" y="2051"/>
                    <a:pt x="852" y="2051"/>
                  </a:cubicBezTo>
                  <a:lnTo>
                    <a:pt x="6308" y="2051"/>
                  </a:lnTo>
                  <a:cubicBezTo>
                    <a:pt x="6770" y="2051"/>
                    <a:pt x="7160" y="1675"/>
                    <a:pt x="7160" y="1199"/>
                  </a:cubicBezTo>
                  <a:lnTo>
                    <a:pt x="7160" y="1"/>
                  </a:lnTo>
                  <a:close/>
                </a:path>
              </a:pathLst>
            </a:custGeom>
            <a:solidFill>
              <a:srgbClr val="E9EEF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564" name="Google Shape;19564;p47"/>
            <p:cNvSpPr/>
            <p:nvPr/>
          </p:nvSpPr>
          <p:spPr>
            <a:xfrm>
              <a:off x="7739292" y="1801476"/>
              <a:ext cx="38248" cy="53767"/>
            </a:xfrm>
            <a:custGeom>
              <a:rect b="b" l="l" r="r" t="t"/>
              <a:pathLst>
                <a:path extrusionOk="0" h="2051" w="1459">
                  <a:moveTo>
                    <a:pt x="838" y="1"/>
                  </a:moveTo>
                  <a:lnTo>
                    <a:pt x="852" y="1199"/>
                  </a:lnTo>
                  <a:cubicBezTo>
                    <a:pt x="852" y="1675"/>
                    <a:pt x="463" y="2051"/>
                    <a:pt x="1" y="2051"/>
                  </a:cubicBezTo>
                  <a:lnTo>
                    <a:pt x="607" y="2051"/>
                  </a:lnTo>
                  <a:cubicBezTo>
                    <a:pt x="1040" y="2051"/>
                    <a:pt x="1401" y="1733"/>
                    <a:pt x="1459" y="1300"/>
                  </a:cubicBezTo>
                  <a:cubicBezTo>
                    <a:pt x="1459" y="1271"/>
                    <a:pt x="1459" y="1228"/>
                    <a:pt x="1459" y="1214"/>
                  </a:cubicBezTo>
                  <a:lnTo>
                    <a:pt x="1459" y="1"/>
                  </a:lnTo>
                  <a:close/>
                </a:path>
              </a:pathLst>
            </a:custGeom>
            <a:solidFill>
              <a:srgbClr val="A2B0B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565" name="Google Shape;19565;p47"/>
            <p:cNvSpPr/>
            <p:nvPr/>
          </p:nvSpPr>
          <p:spPr>
            <a:xfrm>
              <a:off x="7678001" y="1625521"/>
              <a:ext cx="205893" cy="135112"/>
            </a:xfrm>
            <a:custGeom>
              <a:rect b="b" l="l" r="r" t="t"/>
              <a:pathLst>
                <a:path extrusionOk="0" h="5154" w="7854">
                  <a:moveTo>
                    <a:pt x="419" y="1"/>
                  </a:moveTo>
                  <a:cubicBezTo>
                    <a:pt x="188" y="1"/>
                    <a:pt x="0" y="188"/>
                    <a:pt x="0" y="419"/>
                  </a:cubicBezTo>
                  <a:lnTo>
                    <a:pt x="0" y="4735"/>
                  </a:lnTo>
                  <a:cubicBezTo>
                    <a:pt x="0" y="4966"/>
                    <a:pt x="188" y="5154"/>
                    <a:pt x="419" y="5154"/>
                  </a:cubicBezTo>
                  <a:lnTo>
                    <a:pt x="7420" y="5154"/>
                  </a:lnTo>
                  <a:cubicBezTo>
                    <a:pt x="7651" y="5154"/>
                    <a:pt x="7853" y="4966"/>
                    <a:pt x="7853" y="4735"/>
                  </a:cubicBezTo>
                  <a:lnTo>
                    <a:pt x="7853" y="419"/>
                  </a:lnTo>
                  <a:cubicBezTo>
                    <a:pt x="7853" y="188"/>
                    <a:pt x="7651" y="1"/>
                    <a:pt x="7420" y="1"/>
                  </a:cubicBezTo>
                  <a:close/>
                </a:path>
              </a:pathLst>
            </a:custGeom>
            <a:solidFill>
              <a:srgbClr val="D1DBE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566" name="Google Shape;19566;p47"/>
            <p:cNvSpPr/>
            <p:nvPr/>
          </p:nvSpPr>
          <p:spPr>
            <a:xfrm>
              <a:off x="7857364" y="1625521"/>
              <a:ext cx="26530" cy="135112"/>
            </a:xfrm>
            <a:custGeom>
              <a:rect b="b" l="l" r="r" t="t"/>
              <a:pathLst>
                <a:path extrusionOk="0" h="5154" w="1012">
                  <a:moveTo>
                    <a:pt x="1" y="1"/>
                  </a:moveTo>
                  <a:cubicBezTo>
                    <a:pt x="232" y="1"/>
                    <a:pt x="419" y="188"/>
                    <a:pt x="419" y="419"/>
                  </a:cubicBezTo>
                  <a:lnTo>
                    <a:pt x="419" y="4735"/>
                  </a:lnTo>
                  <a:cubicBezTo>
                    <a:pt x="419" y="4966"/>
                    <a:pt x="232" y="5154"/>
                    <a:pt x="1" y="5154"/>
                  </a:cubicBezTo>
                  <a:lnTo>
                    <a:pt x="578" y="5154"/>
                  </a:lnTo>
                  <a:cubicBezTo>
                    <a:pt x="809" y="5154"/>
                    <a:pt x="1011" y="4966"/>
                    <a:pt x="1011" y="4735"/>
                  </a:cubicBezTo>
                  <a:lnTo>
                    <a:pt x="1011" y="419"/>
                  </a:lnTo>
                  <a:cubicBezTo>
                    <a:pt x="1011" y="188"/>
                    <a:pt x="809" y="1"/>
                    <a:pt x="578" y="1"/>
                  </a:cubicBezTo>
                  <a:close/>
                </a:path>
              </a:pathLst>
            </a:custGeom>
            <a:solidFill>
              <a:srgbClr val="6D819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567" name="Google Shape;19567;p47"/>
            <p:cNvSpPr/>
            <p:nvPr/>
          </p:nvSpPr>
          <p:spPr>
            <a:xfrm>
              <a:off x="7782809" y="1648223"/>
              <a:ext cx="55287" cy="47266"/>
            </a:xfrm>
            <a:custGeom>
              <a:rect b="b" l="l" r="r" t="t"/>
              <a:pathLst>
                <a:path extrusionOk="0" h="1803" w="2109">
                  <a:moveTo>
                    <a:pt x="1199" y="1"/>
                  </a:moveTo>
                  <a:cubicBezTo>
                    <a:pt x="405" y="1"/>
                    <a:pt x="1" y="968"/>
                    <a:pt x="564" y="1531"/>
                  </a:cubicBezTo>
                  <a:cubicBezTo>
                    <a:pt x="747" y="1719"/>
                    <a:pt x="974" y="1803"/>
                    <a:pt x="1198" y="1803"/>
                  </a:cubicBezTo>
                  <a:cubicBezTo>
                    <a:pt x="1661" y="1803"/>
                    <a:pt x="2108" y="1441"/>
                    <a:pt x="2108" y="896"/>
                  </a:cubicBezTo>
                  <a:cubicBezTo>
                    <a:pt x="2108" y="390"/>
                    <a:pt x="1704" y="1"/>
                    <a:pt x="1199" y="1"/>
                  </a:cubicBezTo>
                  <a:close/>
                </a:path>
              </a:pathLst>
            </a:custGeom>
            <a:solidFill>
              <a:srgbClr val="778C9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568" name="Google Shape;19568;p47"/>
            <p:cNvSpPr/>
            <p:nvPr/>
          </p:nvSpPr>
          <p:spPr>
            <a:xfrm>
              <a:off x="7807425" y="1648223"/>
              <a:ext cx="55261" cy="47266"/>
            </a:xfrm>
            <a:custGeom>
              <a:rect b="b" l="l" r="r" t="t"/>
              <a:pathLst>
                <a:path extrusionOk="0" h="1803" w="2108">
                  <a:moveTo>
                    <a:pt x="1213" y="1"/>
                  </a:moveTo>
                  <a:cubicBezTo>
                    <a:pt x="404" y="1"/>
                    <a:pt x="0" y="968"/>
                    <a:pt x="563" y="1531"/>
                  </a:cubicBezTo>
                  <a:cubicBezTo>
                    <a:pt x="751" y="1719"/>
                    <a:pt x="980" y="1803"/>
                    <a:pt x="1203" y="1803"/>
                  </a:cubicBezTo>
                  <a:cubicBezTo>
                    <a:pt x="1667" y="1803"/>
                    <a:pt x="2108" y="1441"/>
                    <a:pt x="2108" y="896"/>
                  </a:cubicBezTo>
                  <a:cubicBezTo>
                    <a:pt x="2108" y="390"/>
                    <a:pt x="1703" y="1"/>
                    <a:pt x="1213" y="1"/>
                  </a:cubicBezTo>
                  <a:close/>
                </a:path>
              </a:pathLst>
            </a:custGeom>
            <a:solidFill>
              <a:srgbClr val="AFBFC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569" name="Google Shape;19569;p47"/>
            <p:cNvSpPr/>
            <p:nvPr/>
          </p:nvSpPr>
          <p:spPr>
            <a:xfrm>
              <a:off x="7701464" y="1649351"/>
              <a:ext cx="65852" cy="44697"/>
            </a:xfrm>
            <a:custGeom>
              <a:rect b="b" l="l" r="r" t="t"/>
              <a:pathLst>
                <a:path extrusionOk="0" h="1705" w="2512">
                  <a:moveTo>
                    <a:pt x="419" y="1"/>
                  </a:moveTo>
                  <a:cubicBezTo>
                    <a:pt x="188" y="1"/>
                    <a:pt x="0" y="189"/>
                    <a:pt x="0" y="420"/>
                  </a:cubicBezTo>
                  <a:lnTo>
                    <a:pt x="0" y="1286"/>
                  </a:lnTo>
                  <a:cubicBezTo>
                    <a:pt x="0" y="1517"/>
                    <a:pt x="188" y="1704"/>
                    <a:pt x="419" y="1704"/>
                  </a:cubicBezTo>
                  <a:lnTo>
                    <a:pt x="2093" y="1704"/>
                  </a:lnTo>
                  <a:cubicBezTo>
                    <a:pt x="2324" y="1704"/>
                    <a:pt x="2512" y="1517"/>
                    <a:pt x="2512" y="1286"/>
                  </a:cubicBezTo>
                  <a:lnTo>
                    <a:pt x="2512" y="420"/>
                  </a:lnTo>
                  <a:cubicBezTo>
                    <a:pt x="2512" y="189"/>
                    <a:pt x="2324" y="1"/>
                    <a:pt x="2093" y="1"/>
                  </a:cubicBezTo>
                  <a:close/>
                </a:path>
              </a:pathLst>
            </a:custGeom>
            <a:solidFill>
              <a:srgbClr val="8EA0A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570" name="Google Shape;19570;p47"/>
            <p:cNvSpPr/>
            <p:nvPr/>
          </p:nvSpPr>
          <p:spPr>
            <a:xfrm>
              <a:off x="7698056" y="1704245"/>
              <a:ext cx="167278" cy="29544"/>
            </a:xfrm>
            <a:custGeom>
              <a:rect b="b" l="l" r="r" t="t"/>
              <a:pathLst>
                <a:path extrusionOk="0" h="1127" w="6381">
                  <a:moveTo>
                    <a:pt x="419" y="0"/>
                  </a:moveTo>
                  <a:cubicBezTo>
                    <a:pt x="188" y="0"/>
                    <a:pt x="0" y="188"/>
                    <a:pt x="0" y="419"/>
                  </a:cubicBezTo>
                  <a:lnTo>
                    <a:pt x="0" y="707"/>
                  </a:lnTo>
                  <a:cubicBezTo>
                    <a:pt x="0" y="938"/>
                    <a:pt x="188" y="1126"/>
                    <a:pt x="419" y="1126"/>
                  </a:cubicBezTo>
                  <a:lnTo>
                    <a:pt x="5962" y="1126"/>
                  </a:lnTo>
                  <a:cubicBezTo>
                    <a:pt x="6193" y="1126"/>
                    <a:pt x="6381" y="938"/>
                    <a:pt x="6381" y="707"/>
                  </a:cubicBezTo>
                  <a:lnTo>
                    <a:pt x="6381" y="419"/>
                  </a:lnTo>
                  <a:cubicBezTo>
                    <a:pt x="6381" y="188"/>
                    <a:pt x="6193" y="0"/>
                    <a:pt x="5962" y="0"/>
                  </a:cubicBezTo>
                  <a:close/>
                </a:path>
              </a:pathLst>
            </a:custGeom>
            <a:solidFill>
              <a:srgbClr val="94A5B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571" name="Google Shape;19571;p47"/>
            <p:cNvSpPr/>
            <p:nvPr/>
          </p:nvSpPr>
          <p:spPr>
            <a:xfrm>
              <a:off x="7678001" y="1608298"/>
              <a:ext cx="9857" cy="169742"/>
            </a:xfrm>
            <a:custGeom>
              <a:rect b="b" l="l" r="r" t="t"/>
              <a:pathLst>
                <a:path extrusionOk="0" h="6475" w="376">
                  <a:moveTo>
                    <a:pt x="188" y="1"/>
                  </a:moveTo>
                  <a:cubicBezTo>
                    <a:pt x="94" y="1"/>
                    <a:pt x="0" y="66"/>
                    <a:pt x="0" y="196"/>
                  </a:cubicBezTo>
                  <a:lnTo>
                    <a:pt x="0" y="6287"/>
                  </a:lnTo>
                  <a:cubicBezTo>
                    <a:pt x="0" y="6388"/>
                    <a:pt x="87" y="6475"/>
                    <a:pt x="188" y="6475"/>
                  </a:cubicBezTo>
                  <a:cubicBezTo>
                    <a:pt x="289" y="6475"/>
                    <a:pt x="376" y="6388"/>
                    <a:pt x="376" y="6287"/>
                  </a:cubicBezTo>
                  <a:lnTo>
                    <a:pt x="376" y="196"/>
                  </a:lnTo>
                  <a:cubicBezTo>
                    <a:pt x="376" y="66"/>
                    <a:pt x="282" y="1"/>
                    <a:pt x="188" y="1"/>
                  </a:cubicBezTo>
                  <a:close/>
                </a:path>
              </a:pathLst>
            </a:custGeom>
            <a:solidFill>
              <a:srgbClr val="E9EEF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572" name="Google Shape;19572;p47"/>
            <p:cNvSpPr/>
            <p:nvPr/>
          </p:nvSpPr>
          <p:spPr>
            <a:xfrm>
              <a:off x="7526242" y="1522968"/>
              <a:ext cx="114691" cy="98201"/>
            </a:xfrm>
            <a:custGeom>
              <a:rect b="b" l="l" r="r" t="t"/>
              <a:pathLst>
                <a:path extrusionOk="0" h="3746" w="4375">
                  <a:moveTo>
                    <a:pt x="2498" y="1"/>
                  </a:moveTo>
                  <a:cubicBezTo>
                    <a:pt x="838" y="1"/>
                    <a:pt x="1" y="2007"/>
                    <a:pt x="1170" y="3191"/>
                  </a:cubicBezTo>
                  <a:cubicBezTo>
                    <a:pt x="1553" y="3574"/>
                    <a:pt x="2023" y="3745"/>
                    <a:pt x="2485" y="3745"/>
                  </a:cubicBezTo>
                  <a:cubicBezTo>
                    <a:pt x="3450" y="3745"/>
                    <a:pt x="4375" y="2996"/>
                    <a:pt x="4375" y="1863"/>
                  </a:cubicBezTo>
                  <a:cubicBezTo>
                    <a:pt x="4375" y="838"/>
                    <a:pt x="3537" y="1"/>
                    <a:pt x="2498" y="1"/>
                  </a:cubicBezTo>
                  <a:close/>
                </a:path>
              </a:pathLst>
            </a:custGeom>
            <a:solidFill>
              <a:srgbClr val="97ACB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573" name="Google Shape;19573;p47"/>
            <p:cNvSpPr/>
            <p:nvPr/>
          </p:nvSpPr>
          <p:spPr>
            <a:xfrm>
              <a:off x="7584151" y="1522968"/>
              <a:ext cx="58669" cy="97913"/>
            </a:xfrm>
            <a:custGeom>
              <a:rect b="b" l="l" r="r" t="t"/>
              <a:pathLst>
                <a:path extrusionOk="0" h="3735" w="2238">
                  <a:moveTo>
                    <a:pt x="289" y="1"/>
                  </a:moveTo>
                  <a:cubicBezTo>
                    <a:pt x="188" y="1"/>
                    <a:pt x="101" y="1"/>
                    <a:pt x="0" y="15"/>
                  </a:cubicBezTo>
                  <a:cubicBezTo>
                    <a:pt x="910" y="159"/>
                    <a:pt x="1574" y="953"/>
                    <a:pt x="1574" y="1863"/>
                  </a:cubicBezTo>
                  <a:cubicBezTo>
                    <a:pt x="1574" y="2787"/>
                    <a:pt x="910" y="3566"/>
                    <a:pt x="0" y="3710"/>
                  </a:cubicBezTo>
                  <a:cubicBezTo>
                    <a:pt x="102" y="3727"/>
                    <a:pt x="203" y="3735"/>
                    <a:pt x="302" y="3735"/>
                  </a:cubicBezTo>
                  <a:cubicBezTo>
                    <a:pt x="1262" y="3735"/>
                    <a:pt x="2087" y="3002"/>
                    <a:pt x="2166" y="2022"/>
                  </a:cubicBezTo>
                  <a:cubicBezTo>
                    <a:pt x="2238" y="924"/>
                    <a:pt x="1386" y="1"/>
                    <a:pt x="289" y="1"/>
                  </a:cubicBezTo>
                  <a:close/>
                </a:path>
              </a:pathLst>
            </a:custGeom>
            <a:solidFill>
              <a:srgbClr val="88A1B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574" name="Google Shape;19574;p47"/>
            <p:cNvSpPr/>
            <p:nvPr/>
          </p:nvSpPr>
          <p:spPr>
            <a:xfrm>
              <a:off x="7570467" y="1556471"/>
              <a:ext cx="43255" cy="30488"/>
            </a:xfrm>
            <a:custGeom>
              <a:rect b="b" l="l" r="r" t="t"/>
              <a:pathLst>
                <a:path extrusionOk="0" h="1163" w="1650">
                  <a:moveTo>
                    <a:pt x="1369" y="0"/>
                  </a:moveTo>
                  <a:cubicBezTo>
                    <a:pt x="1321" y="0"/>
                    <a:pt x="1272" y="19"/>
                    <a:pt x="1230" y="65"/>
                  </a:cubicBezTo>
                  <a:lnTo>
                    <a:pt x="667" y="686"/>
                  </a:lnTo>
                  <a:lnTo>
                    <a:pt x="421" y="368"/>
                  </a:lnTo>
                  <a:cubicBezTo>
                    <a:pt x="376" y="319"/>
                    <a:pt x="323" y="299"/>
                    <a:pt x="272" y="299"/>
                  </a:cubicBezTo>
                  <a:cubicBezTo>
                    <a:pt x="128" y="299"/>
                    <a:pt x="1" y="464"/>
                    <a:pt x="118" y="614"/>
                  </a:cubicBezTo>
                  <a:lnTo>
                    <a:pt x="508" y="1090"/>
                  </a:lnTo>
                  <a:cubicBezTo>
                    <a:pt x="537" y="1133"/>
                    <a:pt x="594" y="1162"/>
                    <a:pt x="652" y="1162"/>
                  </a:cubicBezTo>
                  <a:cubicBezTo>
                    <a:pt x="710" y="1162"/>
                    <a:pt x="753" y="1148"/>
                    <a:pt x="796" y="1104"/>
                  </a:cubicBezTo>
                  <a:lnTo>
                    <a:pt x="1518" y="325"/>
                  </a:lnTo>
                  <a:cubicBezTo>
                    <a:pt x="1649" y="183"/>
                    <a:pt x="1516" y="0"/>
                    <a:pt x="1369" y="0"/>
                  </a:cubicBezTo>
                  <a:close/>
                </a:path>
              </a:pathLst>
            </a:custGeom>
            <a:solidFill>
              <a:srgbClr val="F8F9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9575" name="Google Shape;19575;p47"/>
          <p:cNvGrpSpPr/>
          <p:nvPr/>
        </p:nvGrpSpPr>
        <p:grpSpPr>
          <a:xfrm>
            <a:off x="3250786" y="1982386"/>
            <a:ext cx="371650" cy="371624"/>
            <a:chOff x="3250786" y="1982386"/>
            <a:chExt cx="371650" cy="371624"/>
          </a:xfrm>
        </p:grpSpPr>
        <p:sp>
          <p:nvSpPr>
            <p:cNvPr id="19576" name="Google Shape;19576;p47"/>
            <p:cNvSpPr/>
            <p:nvPr/>
          </p:nvSpPr>
          <p:spPr>
            <a:xfrm>
              <a:off x="3358634" y="2006215"/>
              <a:ext cx="179782" cy="164263"/>
            </a:xfrm>
            <a:custGeom>
              <a:rect b="b" l="l" r="r" t="t"/>
              <a:pathLst>
                <a:path extrusionOk="0" h="6266" w="6858">
                  <a:moveTo>
                    <a:pt x="6189" y="0"/>
                  </a:moveTo>
                  <a:cubicBezTo>
                    <a:pt x="6181" y="0"/>
                    <a:pt x="6173" y="0"/>
                    <a:pt x="6165" y="1"/>
                  </a:cubicBezTo>
                  <a:lnTo>
                    <a:pt x="679" y="1"/>
                  </a:lnTo>
                  <a:cubicBezTo>
                    <a:pt x="304" y="1"/>
                    <a:pt x="1" y="304"/>
                    <a:pt x="1" y="679"/>
                  </a:cubicBezTo>
                  <a:lnTo>
                    <a:pt x="1" y="4331"/>
                  </a:lnTo>
                  <a:cubicBezTo>
                    <a:pt x="1" y="4706"/>
                    <a:pt x="304" y="5024"/>
                    <a:pt x="679" y="5024"/>
                  </a:cubicBezTo>
                  <a:lnTo>
                    <a:pt x="2513" y="5024"/>
                  </a:lnTo>
                  <a:lnTo>
                    <a:pt x="4346" y="6237"/>
                  </a:lnTo>
                  <a:cubicBezTo>
                    <a:pt x="4370" y="6257"/>
                    <a:pt x="4396" y="6265"/>
                    <a:pt x="4421" y="6265"/>
                  </a:cubicBezTo>
                  <a:cubicBezTo>
                    <a:pt x="4485" y="6265"/>
                    <a:pt x="4540" y="6205"/>
                    <a:pt x="4519" y="6121"/>
                  </a:cubicBezTo>
                  <a:lnTo>
                    <a:pt x="4346" y="5024"/>
                  </a:lnTo>
                  <a:lnTo>
                    <a:pt x="6165" y="5024"/>
                  </a:lnTo>
                  <a:cubicBezTo>
                    <a:pt x="6554" y="5024"/>
                    <a:pt x="6858" y="4706"/>
                    <a:pt x="6858" y="4331"/>
                  </a:cubicBezTo>
                  <a:lnTo>
                    <a:pt x="6858" y="679"/>
                  </a:lnTo>
                  <a:cubicBezTo>
                    <a:pt x="6858" y="312"/>
                    <a:pt x="6554" y="0"/>
                    <a:pt x="6189" y="0"/>
                  </a:cubicBezTo>
                  <a:close/>
                </a:path>
              </a:pathLst>
            </a:custGeom>
            <a:solidFill>
              <a:srgbClr val="E9EDF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577" name="Google Shape;19577;p47"/>
            <p:cNvSpPr/>
            <p:nvPr/>
          </p:nvSpPr>
          <p:spPr>
            <a:xfrm>
              <a:off x="3358634" y="2006215"/>
              <a:ext cx="167671" cy="119619"/>
            </a:xfrm>
            <a:custGeom>
              <a:rect b="b" l="l" r="r" t="t"/>
              <a:pathLst>
                <a:path extrusionOk="0" h="4563" w="6396">
                  <a:moveTo>
                    <a:pt x="679" y="1"/>
                  </a:moveTo>
                  <a:cubicBezTo>
                    <a:pt x="304" y="1"/>
                    <a:pt x="1" y="304"/>
                    <a:pt x="1" y="679"/>
                  </a:cubicBezTo>
                  <a:lnTo>
                    <a:pt x="1" y="4331"/>
                  </a:lnTo>
                  <a:cubicBezTo>
                    <a:pt x="1" y="4418"/>
                    <a:pt x="15" y="4490"/>
                    <a:pt x="44" y="4562"/>
                  </a:cubicBezTo>
                  <a:lnTo>
                    <a:pt x="5241" y="4562"/>
                  </a:lnTo>
                  <a:cubicBezTo>
                    <a:pt x="5876" y="4562"/>
                    <a:pt x="6396" y="4057"/>
                    <a:pt x="6396" y="3422"/>
                  </a:cubicBezTo>
                  <a:lnTo>
                    <a:pt x="6396" y="44"/>
                  </a:lnTo>
                  <a:cubicBezTo>
                    <a:pt x="6309" y="15"/>
                    <a:pt x="6237" y="1"/>
                    <a:pt x="6165" y="1"/>
                  </a:cubicBezTo>
                  <a:close/>
                </a:path>
              </a:pathLst>
            </a:custGeom>
            <a:solidFill>
              <a:srgbClr val="BCC9D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578" name="Google Shape;19578;p47"/>
            <p:cNvSpPr/>
            <p:nvPr/>
          </p:nvSpPr>
          <p:spPr>
            <a:xfrm>
              <a:off x="3251546" y="2150398"/>
              <a:ext cx="131730" cy="131704"/>
            </a:xfrm>
            <a:custGeom>
              <a:rect b="b" l="l" r="r" t="t"/>
              <a:pathLst>
                <a:path extrusionOk="0" h="5024" w="5025">
                  <a:moveTo>
                    <a:pt x="2512" y="0"/>
                  </a:moveTo>
                  <a:cubicBezTo>
                    <a:pt x="1415" y="0"/>
                    <a:pt x="607" y="881"/>
                    <a:pt x="535" y="1949"/>
                  </a:cubicBezTo>
                  <a:cubicBezTo>
                    <a:pt x="462" y="2729"/>
                    <a:pt x="304" y="3494"/>
                    <a:pt x="58" y="4244"/>
                  </a:cubicBezTo>
                  <a:cubicBezTo>
                    <a:pt x="1" y="4374"/>
                    <a:pt x="73" y="4533"/>
                    <a:pt x="203" y="4605"/>
                  </a:cubicBezTo>
                  <a:cubicBezTo>
                    <a:pt x="665" y="4807"/>
                    <a:pt x="1155" y="4952"/>
                    <a:pt x="1661" y="5024"/>
                  </a:cubicBezTo>
                  <a:lnTo>
                    <a:pt x="3364" y="5024"/>
                  </a:lnTo>
                  <a:cubicBezTo>
                    <a:pt x="3869" y="4952"/>
                    <a:pt x="4360" y="4807"/>
                    <a:pt x="4822" y="4605"/>
                  </a:cubicBezTo>
                  <a:cubicBezTo>
                    <a:pt x="4966" y="4533"/>
                    <a:pt x="5024" y="4374"/>
                    <a:pt x="4966" y="4244"/>
                  </a:cubicBezTo>
                  <a:cubicBezTo>
                    <a:pt x="4721" y="3494"/>
                    <a:pt x="4562" y="2729"/>
                    <a:pt x="4504" y="1949"/>
                  </a:cubicBezTo>
                  <a:cubicBezTo>
                    <a:pt x="4418" y="867"/>
                    <a:pt x="3609" y="0"/>
                    <a:pt x="2512" y="0"/>
                  </a:cubicBezTo>
                  <a:close/>
                </a:path>
              </a:pathLst>
            </a:custGeom>
            <a:solidFill>
              <a:srgbClr val="667A8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579" name="Google Shape;19579;p47"/>
            <p:cNvSpPr/>
            <p:nvPr/>
          </p:nvSpPr>
          <p:spPr>
            <a:xfrm>
              <a:off x="3287487" y="2150398"/>
              <a:ext cx="95790" cy="131704"/>
            </a:xfrm>
            <a:custGeom>
              <a:rect b="b" l="l" r="r" t="t"/>
              <a:pathLst>
                <a:path extrusionOk="0" h="5024" w="3654">
                  <a:moveTo>
                    <a:pt x="1141" y="0"/>
                  </a:moveTo>
                  <a:cubicBezTo>
                    <a:pt x="304" y="0"/>
                    <a:pt x="1" y="1155"/>
                    <a:pt x="723" y="1588"/>
                  </a:cubicBezTo>
                  <a:cubicBezTo>
                    <a:pt x="752" y="1588"/>
                    <a:pt x="780" y="1603"/>
                    <a:pt x="795" y="1617"/>
                  </a:cubicBezTo>
                  <a:lnTo>
                    <a:pt x="1430" y="5024"/>
                  </a:lnTo>
                  <a:lnTo>
                    <a:pt x="1993" y="5024"/>
                  </a:lnTo>
                  <a:cubicBezTo>
                    <a:pt x="2498" y="4952"/>
                    <a:pt x="2989" y="4807"/>
                    <a:pt x="3451" y="4605"/>
                  </a:cubicBezTo>
                  <a:cubicBezTo>
                    <a:pt x="3595" y="4533"/>
                    <a:pt x="3653" y="4374"/>
                    <a:pt x="3595" y="4244"/>
                  </a:cubicBezTo>
                  <a:cubicBezTo>
                    <a:pt x="3350" y="3494"/>
                    <a:pt x="3191" y="2729"/>
                    <a:pt x="3119" y="1949"/>
                  </a:cubicBezTo>
                  <a:cubicBezTo>
                    <a:pt x="3047" y="867"/>
                    <a:pt x="2238" y="0"/>
                    <a:pt x="1141" y="0"/>
                  </a:cubicBezTo>
                  <a:close/>
                </a:path>
              </a:pathLst>
            </a:custGeom>
            <a:solidFill>
              <a:srgbClr val="5C728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580" name="Google Shape;19580;p47"/>
            <p:cNvSpPr/>
            <p:nvPr/>
          </p:nvSpPr>
          <p:spPr>
            <a:xfrm>
              <a:off x="3251179" y="2249910"/>
              <a:ext cx="131337" cy="104100"/>
            </a:xfrm>
            <a:custGeom>
              <a:rect b="b" l="l" r="r" t="t"/>
              <a:pathLst>
                <a:path extrusionOk="0" h="3971" w="5010">
                  <a:moveTo>
                    <a:pt x="1675" y="1"/>
                  </a:moveTo>
                  <a:lnTo>
                    <a:pt x="1675" y="838"/>
                  </a:lnTo>
                  <a:cubicBezTo>
                    <a:pt x="1675" y="1055"/>
                    <a:pt x="1545" y="1242"/>
                    <a:pt x="1357" y="1343"/>
                  </a:cubicBezTo>
                  <a:lnTo>
                    <a:pt x="462" y="1791"/>
                  </a:lnTo>
                  <a:cubicBezTo>
                    <a:pt x="173" y="1935"/>
                    <a:pt x="0" y="2224"/>
                    <a:pt x="0" y="2542"/>
                  </a:cubicBezTo>
                  <a:lnTo>
                    <a:pt x="0" y="3696"/>
                  </a:lnTo>
                  <a:cubicBezTo>
                    <a:pt x="0" y="3841"/>
                    <a:pt x="116" y="3971"/>
                    <a:pt x="274" y="3971"/>
                  </a:cubicBezTo>
                  <a:lnTo>
                    <a:pt x="4735" y="3971"/>
                  </a:lnTo>
                  <a:cubicBezTo>
                    <a:pt x="4894" y="3971"/>
                    <a:pt x="5009" y="3841"/>
                    <a:pt x="5009" y="3696"/>
                  </a:cubicBezTo>
                  <a:lnTo>
                    <a:pt x="5009" y="2542"/>
                  </a:lnTo>
                  <a:cubicBezTo>
                    <a:pt x="5009" y="2224"/>
                    <a:pt x="4836" y="1935"/>
                    <a:pt x="4562" y="1791"/>
                  </a:cubicBezTo>
                  <a:lnTo>
                    <a:pt x="3652" y="1343"/>
                  </a:lnTo>
                  <a:cubicBezTo>
                    <a:pt x="3465" y="1242"/>
                    <a:pt x="3349" y="1055"/>
                    <a:pt x="3349" y="838"/>
                  </a:cubicBezTo>
                  <a:lnTo>
                    <a:pt x="3349" y="1"/>
                  </a:lnTo>
                  <a:close/>
                </a:path>
              </a:pathLst>
            </a:custGeom>
            <a:solidFill>
              <a:srgbClr val="AABBC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581" name="Google Shape;19581;p47"/>
            <p:cNvSpPr/>
            <p:nvPr/>
          </p:nvSpPr>
          <p:spPr>
            <a:xfrm>
              <a:off x="3294303" y="2249910"/>
              <a:ext cx="44697" cy="29544"/>
            </a:xfrm>
            <a:custGeom>
              <a:rect b="b" l="l" r="r" t="t"/>
              <a:pathLst>
                <a:path extrusionOk="0" h="1127" w="1705">
                  <a:moveTo>
                    <a:pt x="30" y="1"/>
                  </a:moveTo>
                  <a:lnTo>
                    <a:pt x="30" y="838"/>
                  </a:lnTo>
                  <a:cubicBezTo>
                    <a:pt x="15" y="867"/>
                    <a:pt x="15" y="910"/>
                    <a:pt x="1" y="939"/>
                  </a:cubicBezTo>
                  <a:cubicBezTo>
                    <a:pt x="275" y="1055"/>
                    <a:pt x="564" y="1112"/>
                    <a:pt x="852" y="1127"/>
                  </a:cubicBezTo>
                  <a:cubicBezTo>
                    <a:pt x="1141" y="1112"/>
                    <a:pt x="1430" y="1055"/>
                    <a:pt x="1704" y="939"/>
                  </a:cubicBezTo>
                  <a:cubicBezTo>
                    <a:pt x="1704" y="910"/>
                    <a:pt x="1690" y="867"/>
                    <a:pt x="1690" y="838"/>
                  </a:cubicBezTo>
                  <a:lnTo>
                    <a:pt x="1690" y="1"/>
                  </a:lnTo>
                  <a:close/>
                </a:path>
              </a:pathLst>
            </a:custGeom>
            <a:solidFill>
              <a:srgbClr val="94A5B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582" name="Google Shape;19582;p47"/>
            <p:cNvSpPr/>
            <p:nvPr/>
          </p:nvSpPr>
          <p:spPr>
            <a:xfrm>
              <a:off x="3251179" y="2288525"/>
              <a:ext cx="131337" cy="65485"/>
            </a:xfrm>
            <a:custGeom>
              <a:rect b="b" l="l" r="r" t="t"/>
              <a:pathLst>
                <a:path extrusionOk="0" h="2498" w="5010">
                  <a:moveTo>
                    <a:pt x="1097" y="0"/>
                  </a:moveTo>
                  <a:lnTo>
                    <a:pt x="462" y="318"/>
                  </a:lnTo>
                  <a:cubicBezTo>
                    <a:pt x="173" y="462"/>
                    <a:pt x="0" y="751"/>
                    <a:pt x="0" y="1069"/>
                  </a:cubicBezTo>
                  <a:lnTo>
                    <a:pt x="0" y="2223"/>
                  </a:lnTo>
                  <a:cubicBezTo>
                    <a:pt x="0" y="2368"/>
                    <a:pt x="130" y="2498"/>
                    <a:pt x="274" y="2498"/>
                  </a:cubicBezTo>
                  <a:lnTo>
                    <a:pt x="4735" y="2498"/>
                  </a:lnTo>
                  <a:cubicBezTo>
                    <a:pt x="4894" y="2498"/>
                    <a:pt x="5009" y="2368"/>
                    <a:pt x="5009" y="2223"/>
                  </a:cubicBezTo>
                  <a:lnTo>
                    <a:pt x="5009" y="1069"/>
                  </a:lnTo>
                  <a:cubicBezTo>
                    <a:pt x="5009" y="751"/>
                    <a:pt x="4836" y="462"/>
                    <a:pt x="4562" y="318"/>
                  </a:cubicBezTo>
                  <a:lnTo>
                    <a:pt x="3912" y="0"/>
                  </a:lnTo>
                  <a:cubicBezTo>
                    <a:pt x="3580" y="513"/>
                    <a:pt x="3042" y="769"/>
                    <a:pt x="2505" y="769"/>
                  </a:cubicBezTo>
                  <a:cubicBezTo>
                    <a:pt x="1967" y="769"/>
                    <a:pt x="1429" y="513"/>
                    <a:pt x="1097" y="0"/>
                  </a:cubicBezTo>
                  <a:close/>
                </a:path>
              </a:pathLst>
            </a:custGeom>
            <a:solidFill>
              <a:srgbClr val="9AAAB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583" name="Google Shape;19583;p47"/>
            <p:cNvSpPr/>
            <p:nvPr/>
          </p:nvSpPr>
          <p:spPr>
            <a:xfrm>
              <a:off x="3272728" y="2192604"/>
              <a:ext cx="87820" cy="72091"/>
            </a:xfrm>
            <a:custGeom>
              <a:rect b="b" l="l" r="r" t="t"/>
              <a:pathLst>
                <a:path extrusionOk="0" h="2750" w="3350">
                  <a:moveTo>
                    <a:pt x="1300" y="1"/>
                  </a:moveTo>
                  <a:cubicBezTo>
                    <a:pt x="1191" y="1"/>
                    <a:pt x="1089" y="68"/>
                    <a:pt x="1040" y="166"/>
                  </a:cubicBezTo>
                  <a:cubicBezTo>
                    <a:pt x="954" y="354"/>
                    <a:pt x="824" y="527"/>
                    <a:pt x="665" y="671"/>
                  </a:cubicBezTo>
                  <a:cubicBezTo>
                    <a:pt x="506" y="801"/>
                    <a:pt x="347" y="917"/>
                    <a:pt x="174" y="1003"/>
                  </a:cubicBezTo>
                  <a:cubicBezTo>
                    <a:pt x="59" y="1061"/>
                    <a:pt x="1" y="1176"/>
                    <a:pt x="15" y="1292"/>
                  </a:cubicBezTo>
                  <a:cubicBezTo>
                    <a:pt x="131" y="2129"/>
                    <a:pt x="838" y="2750"/>
                    <a:pt x="1675" y="2750"/>
                  </a:cubicBezTo>
                  <a:cubicBezTo>
                    <a:pt x="2556" y="2750"/>
                    <a:pt x="3278" y="2086"/>
                    <a:pt x="3350" y="1205"/>
                  </a:cubicBezTo>
                  <a:cubicBezTo>
                    <a:pt x="3350" y="1119"/>
                    <a:pt x="3321" y="1032"/>
                    <a:pt x="3249" y="989"/>
                  </a:cubicBezTo>
                  <a:cubicBezTo>
                    <a:pt x="2700" y="527"/>
                    <a:pt x="2051" y="195"/>
                    <a:pt x="1358" y="7"/>
                  </a:cubicBezTo>
                  <a:cubicBezTo>
                    <a:pt x="1338" y="3"/>
                    <a:pt x="1319" y="1"/>
                    <a:pt x="1300" y="1"/>
                  </a:cubicBezTo>
                  <a:close/>
                </a:path>
              </a:pathLst>
            </a:custGeom>
            <a:solidFill>
              <a:srgbClr val="BCC9D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584" name="Google Shape;19584;p47"/>
            <p:cNvSpPr/>
            <p:nvPr/>
          </p:nvSpPr>
          <p:spPr>
            <a:xfrm>
              <a:off x="3272728" y="2192814"/>
              <a:ext cx="87820" cy="71515"/>
            </a:xfrm>
            <a:custGeom>
              <a:rect b="b" l="l" r="r" t="t"/>
              <a:pathLst>
                <a:path extrusionOk="0" h="2728" w="3350">
                  <a:moveTo>
                    <a:pt x="1280" y="1"/>
                  </a:moveTo>
                  <a:cubicBezTo>
                    <a:pt x="1179" y="1"/>
                    <a:pt x="1086" y="66"/>
                    <a:pt x="1040" y="158"/>
                  </a:cubicBezTo>
                  <a:cubicBezTo>
                    <a:pt x="968" y="288"/>
                    <a:pt x="882" y="418"/>
                    <a:pt x="780" y="533"/>
                  </a:cubicBezTo>
                  <a:cubicBezTo>
                    <a:pt x="752" y="577"/>
                    <a:pt x="708" y="620"/>
                    <a:pt x="665" y="663"/>
                  </a:cubicBezTo>
                  <a:cubicBezTo>
                    <a:pt x="506" y="793"/>
                    <a:pt x="347" y="909"/>
                    <a:pt x="160" y="995"/>
                  </a:cubicBezTo>
                  <a:cubicBezTo>
                    <a:pt x="59" y="1053"/>
                    <a:pt x="1" y="1168"/>
                    <a:pt x="15" y="1284"/>
                  </a:cubicBezTo>
                  <a:cubicBezTo>
                    <a:pt x="116" y="2020"/>
                    <a:pt x="679" y="2612"/>
                    <a:pt x="1416" y="2727"/>
                  </a:cubicBezTo>
                  <a:cubicBezTo>
                    <a:pt x="1040" y="2482"/>
                    <a:pt x="824" y="2063"/>
                    <a:pt x="853" y="1630"/>
                  </a:cubicBezTo>
                  <a:lnTo>
                    <a:pt x="853" y="1226"/>
                  </a:lnTo>
                  <a:cubicBezTo>
                    <a:pt x="910" y="1183"/>
                    <a:pt x="968" y="1140"/>
                    <a:pt x="1040" y="1082"/>
                  </a:cubicBezTo>
                  <a:cubicBezTo>
                    <a:pt x="1185" y="937"/>
                    <a:pt x="1329" y="779"/>
                    <a:pt x="1430" y="605"/>
                  </a:cubicBezTo>
                  <a:cubicBezTo>
                    <a:pt x="1964" y="779"/>
                    <a:pt x="2455" y="1039"/>
                    <a:pt x="2888" y="1399"/>
                  </a:cubicBezTo>
                  <a:cubicBezTo>
                    <a:pt x="2946" y="1443"/>
                    <a:pt x="3076" y="1573"/>
                    <a:pt x="3220" y="1703"/>
                  </a:cubicBezTo>
                  <a:cubicBezTo>
                    <a:pt x="3292" y="1544"/>
                    <a:pt x="3336" y="1371"/>
                    <a:pt x="3350" y="1197"/>
                  </a:cubicBezTo>
                  <a:cubicBezTo>
                    <a:pt x="3350" y="1111"/>
                    <a:pt x="3321" y="1024"/>
                    <a:pt x="3249" y="981"/>
                  </a:cubicBezTo>
                  <a:cubicBezTo>
                    <a:pt x="2700" y="519"/>
                    <a:pt x="2051" y="187"/>
                    <a:pt x="1358" y="14"/>
                  </a:cubicBezTo>
                  <a:cubicBezTo>
                    <a:pt x="1332" y="5"/>
                    <a:pt x="1306" y="1"/>
                    <a:pt x="1280" y="1"/>
                  </a:cubicBezTo>
                  <a:close/>
                </a:path>
              </a:pathLst>
            </a:custGeom>
            <a:solidFill>
              <a:srgbClr val="AABBC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585" name="Google Shape;19585;p47"/>
            <p:cNvSpPr/>
            <p:nvPr/>
          </p:nvSpPr>
          <p:spPr>
            <a:xfrm>
              <a:off x="3250786" y="2303284"/>
              <a:ext cx="29544" cy="50726"/>
            </a:xfrm>
            <a:custGeom>
              <a:rect b="b" l="l" r="r" t="t"/>
              <a:pathLst>
                <a:path extrusionOk="0" h="1935" w="1127">
                  <a:moveTo>
                    <a:pt x="174" y="0"/>
                  </a:moveTo>
                  <a:cubicBezTo>
                    <a:pt x="58" y="145"/>
                    <a:pt x="1" y="332"/>
                    <a:pt x="1" y="506"/>
                  </a:cubicBezTo>
                  <a:lnTo>
                    <a:pt x="1" y="1660"/>
                  </a:lnTo>
                  <a:cubicBezTo>
                    <a:pt x="1" y="1805"/>
                    <a:pt x="131" y="1935"/>
                    <a:pt x="289" y="1935"/>
                  </a:cubicBezTo>
                  <a:lnTo>
                    <a:pt x="1127" y="1935"/>
                  </a:lnTo>
                  <a:lnTo>
                    <a:pt x="1127" y="1025"/>
                  </a:lnTo>
                  <a:cubicBezTo>
                    <a:pt x="1112" y="866"/>
                    <a:pt x="1040" y="708"/>
                    <a:pt x="910" y="592"/>
                  </a:cubicBezTo>
                  <a:lnTo>
                    <a:pt x="174" y="0"/>
                  </a:lnTo>
                  <a:close/>
                </a:path>
              </a:pathLst>
            </a:custGeom>
            <a:solidFill>
              <a:srgbClr val="8397A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586" name="Google Shape;19586;p47"/>
            <p:cNvSpPr/>
            <p:nvPr/>
          </p:nvSpPr>
          <p:spPr>
            <a:xfrm>
              <a:off x="3353339" y="2303284"/>
              <a:ext cx="29177" cy="50726"/>
            </a:xfrm>
            <a:custGeom>
              <a:rect b="b" l="l" r="r" t="t"/>
              <a:pathLst>
                <a:path extrusionOk="0" h="1935" w="1113">
                  <a:moveTo>
                    <a:pt x="939" y="0"/>
                  </a:moveTo>
                  <a:lnTo>
                    <a:pt x="203" y="592"/>
                  </a:lnTo>
                  <a:cubicBezTo>
                    <a:pt x="73" y="708"/>
                    <a:pt x="1" y="866"/>
                    <a:pt x="1" y="1025"/>
                  </a:cubicBezTo>
                  <a:lnTo>
                    <a:pt x="1" y="1935"/>
                  </a:lnTo>
                  <a:lnTo>
                    <a:pt x="838" y="1935"/>
                  </a:lnTo>
                  <a:cubicBezTo>
                    <a:pt x="982" y="1935"/>
                    <a:pt x="1112" y="1805"/>
                    <a:pt x="1112" y="1660"/>
                  </a:cubicBezTo>
                  <a:lnTo>
                    <a:pt x="1112" y="506"/>
                  </a:lnTo>
                  <a:cubicBezTo>
                    <a:pt x="1112" y="332"/>
                    <a:pt x="1054" y="145"/>
                    <a:pt x="939" y="0"/>
                  </a:cubicBezTo>
                  <a:close/>
                </a:path>
              </a:pathLst>
            </a:custGeom>
            <a:solidFill>
              <a:srgbClr val="8397A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587" name="Google Shape;19587;p47"/>
            <p:cNvSpPr/>
            <p:nvPr/>
          </p:nvSpPr>
          <p:spPr>
            <a:xfrm>
              <a:off x="3499802" y="2163636"/>
              <a:ext cx="36360" cy="79117"/>
            </a:xfrm>
            <a:custGeom>
              <a:rect b="b" l="l" r="r" t="t"/>
              <a:pathLst>
                <a:path extrusionOk="0" h="3018" w="1387">
                  <a:moveTo>
                    <a:pt x="825" y="0"/>
                  </a:moveTo>
                  <a:cubicBezTo>
                    <a:pt x="362" y="0"/>
                    <a:pt x="0" y="370"/>
                    <a:pt x="15" y="823"/>
                  </a:cubicBezTo>
                  <a:lnTo>
                    <a:pt x="15" y="1026"/>
                  </a:lnTo>
                  <a:cubicBezTo>
                    <a:pt x="0" y="1257"/>
                    <a:pt x="44" y="1502"/>
                    <a:pt x="116" y="1718"/>
                  </a:cubicBezTo>
                  <a:lnTo>
                    <a:pt x="563" y="3018"/>
                  </a:lnTo>
                  <a:lnTo>
                    <a:pt x="1386" y="3018"/>
                  </a:lnTo>
                  <a:lnTo>
                    <a:pt x="1386" y="1"/>
                  </a:lnTo>
                  <a:lnTo>
                    <a:pt x="852" y="1"/>
                  </a:lnTo>
                  <a:cubicBezTo>
                    <a:pt x="843" y="0"/>
                    <a:pt x="834" y="0"/>
                    <a:pt x="825" y="0"/>
                  </a:cubicBezTo>
                  <a:close/>
                </a:path>
              </a:pathLst>
            </a:custGeom>
            <a:solidFill>
              <a:srgbClr val="667A8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588" name="Google Shape;19588;p47"/>
            <p:cNvSpPr/>
            <p:nvPr/>
          </p:nvSpPr>
          <p:spPr>
            <a:xfrm>
              <a:off x="3514561" y="2156821"/>
              <a:ext cx="85933" cy="85933"/>
            </a:xfrm>
            <a:custGeom>
              <a:rect b="b" l="l" r="r" t="t"/>
              <a:pathLst>
                <a:path extrusionOk="0" h="3278" w="3278">
                  <a:moveTo>
                    <a:pt x="823" y="1"/>
                  </a:moveTo>
                  <a:cubicBezTo>
                    <a:pt x="361" y="1"/>
                    <a:pt x="0" y="362"/>
                    <a:pt x="0" y="824"/>
                  </a:cubicBezTo>
                  <a:cubicBezTo>
                    <a:pt x="0" y="1112"/>
                    <a:pt x="246" y="1358"/>
                    <a:pt x="534" y="1358"/>
                  </a:cubicBezTo>
                  <a:lnTo>
                    <a:pt x="2729" y="3278"/>
                  </a:lnTo>
                  <a:lnTo>
                    <a:pt x="3190" y="1661"/>
                  </a:lnTo>
                  <a:cubicBezTo>
                    <a:pt x="3248" y="1459"/>
                    <a:pt x="3277" y="1257"/>
                    <a:pt x="3277" y="1055"/>
                  </a:cubicBezTo>
                  <a:lnTo>
                    <a:pt x="3277" y="535"/>
                  </a:lnTo>
                  <a:cubicBezTo>
                    <a:pt x="3277" y="246"/>
                    <a:pt x="3032" y="1"/>
                    <a:pt x="2743" y="1"/>
                  </a:cubicBezTo>
                  <a:close/>
                </a:path>
              </a:pathLst>
            </a:custGeom>
            <a:solidFill>
              <a:srgbClr val="5C728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589" name="Google Shape;19589;p47"/>
            <p:cNvSpPr/>
            <p:nvPr/>
          </p:nvSpPr>
          <p:spPr>
            <a:xfrm>
              <a:off x="3528560" y="2264302"/>
              <a:ext cx="43150" cy="31825"/>
            </a:xfrm>
            <a:custGeom>
              <a:rect b="b" l="l" r="r" t="t"/>
              <a:pathLst>
                <a:path extrusionOk="0" h="1214" w="1646">
                  <a:moveTo>
                    <a:pt x="0" y="0"/>
                  </a:moveTo>
                  <a:lnTo>
                    <a:pt x="0" y="1213"/>
                  </a:lnTo>
                  <a:lnTo>
                    <a:pt x="1646" y="1213"/>
                  </a:lnTo>
                  <a:lnTo>
                    <a:pt x="1646" y="0"/>
                  </a:lnTo>
                  <a:close/>
                </a:path>
              </a:pathLst>
            </a:custGeom>
            <a:solidFill>
              <a:srgbClr val="AABBC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590" name="Google Shape;19590;p47"/>
            <p:cNvSpPr/>
            <p:nvPr/>
          </p:nvSpPr>
          <p:spPr>
            <a:xfrm>
              <a:off x="3528560" y="2264302"/>
              <a:ext cx="43150" cy="17538"/>
            </a:xfrm>
            <a:custGeom>
              <a:rect b="b" l="l" r="r" t="t"/>
              <a:pathLst>
                <a:path extrusionOk="0" h="669" w="1646">
                  <a:moveTo>
                    <a:pt x="0" y="0"/>
                  </a:moveTo>
                  <a:lnTo>
                    <a:pt x="0" y="506"/>
                  </a:lnTo>
                  <a:cubicBezTo>
                    <a:pt x="267" y="614"/>
                    <a:pt x="549" y="668"/>
                    <a:pt x="829" y="668"/>
                  </a:cubicBezTo>
                  <a:cubicBezTo>
                    <a:pt x="1108" y="668"/>
                    <a:pt x="1386" y="614"/>
                    <a:pt x="1646" y="506"/>
                  </a:cubicBezTo>
                  <a:lnTo>
                    <a:pt x="1646" y="0"/>
                  </a:lnTo>
                  <a:close/>
                </a:path>
              </a:pathLst>
            </a:custGeom>
            <a:solidFill>
              <a:srgbClr val="94A5B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591" name="Google Shape;19591;p47"/>
            <p:cNvSpPr/>
            <p:nvPr/>
          </p:nvSpPr>
          <p:spPr>
            <a:xfrm>
              <a:off x="3478594" y="2281709"/>
              <a:ext cx="143842" cy="72301"/>
            </a:xfrm>
            <a:custGeom>
              <a:rect b="b" l="l" r="r" t="t"/>
              <a:pathLst>
                <a:path extrusionOk="0" h="2758" w="5487">
                  <a:moveTo>
                    <a:pt x="1921" y="0"/>
                  </a:moveTo>
                  <a:lnTo>
                    <a:pt x="593" y="376"/>
                  </a:lnTo>
                  <a:cubicBezTo>
                    <a:pt x="246" y="477"/>
                    <a:pt x="1" y="794"/>
                    <a:pt x="1" y="1170"/>
                  </a:cubicBezTo>
                  <a:lnTo>
                    <a:pt x="1" y="2483"/>
                  </a:lnTo>
                  <a:cubicBezTo>
                    <a:pt x="1" y="2642"/>
                    <a:pt x="116" y="2758"/>
                    <a:pt x="275" y="2758"/>
                  </a:cubicBezTo>
                  <a:lnTo>
                    <a:pt x="5212" y="2758"/>
                  </a:lnTo>
                  <a:cubicBezTo>
                    <a:pt x="5356" y="2758"/>
                    <a:pt x="5486" y="2642"/>
                    <a:pt x="5486" y="2483"/>
                  </a:cubicBezTo>
                  <a:lnTo>
                    <a:pt x="5486" y="1170"/>
                  </a:lnTo>
                  <a:cubicBezTo>
                    <a:pt x="5472" y="794"/>
                    <a:pt x="5226" y="477"/>
                    <a:pt x="4880" y="376"/>
                  </a:cubicBezTo>
                  <a:lnTo>
                    <a:pt x="3552" y="0"/>
                  </a:lnTo>
                  <a:lnTo>
                    <a:pt x="2744" y="549"/>
                  </a:lnTo>
                  <a:lnTo>
                    <a:pt x="1921" y="0"/>
                  </a:ln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592" name="Google Shape;19592;p47"/>
            <p:cNvSpPr/>
            <p:nvPr/>
          </p:nvSpPr>
          <p:spPr>
            <a:xfrm>
              <a:off x="3542926" y="2296101"/>
              <a:ext cx="14418" cy="57909"/>
            </a:xfrm>
            <a:custGeom>
              <a:rect b="b" l="l" r="r" t="t"/>
              <a:pathLst>
                <a:path extrusionOk="0" h="2209" w="550">
                  <a:moveTo>
                    <a:pt x="145" y="0"/>
                  </a:moveTo>
                  <a:lnTo>
                    <a:pt x="1" y="2209"/>
                  </a:lnTo>
                  <a:lnTo>
                    <a:pt x="549" y="2209"/>
                  </a:lnTo>
                  <a:lnTo>
                    <a:pt x="419" y="0"/>
                  </a:lnTo>
                  <a:close/>
                </a:path>
              </a:pathLst>
            </a:custGeom>
            <a:solidFill>
              <a:srgbClr val="91A8B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593" name="Google Shape;19593;p47"/>
            <p:cNvSpPr/>
            <p:nvPr/>
          </p:nvSpPr>
          <p:spPr>
            <a:xfrm>
              <a:off x="3507352" y="2192394"/>
              <a:ext cx="85933" cy="79117"/>
            </a:xfrm>
            <a:custGeom>
              <a:rect b="b" l="l" r="r" t="t"/>
              <a:pathLst>
                <a:path extrusionOk="0" h="3018" w="3278">
                  <a:moveTo>
                    <a:pt x="1055" y="1"/>
                  </a:moveTo>
                  <a:cubicBezTo>
                    <a:pt x="896" y="1"/>
                    <a:pt x="752" y="58"/>
                    <a:pt x="651" y="174"/>
                  </a:cubicBezTo>
                  <a:lnTo>
                    <a:pt x="160" y="665"/>
                  </a:lnTo>
                  <a:cubicBezTo>
                    <a:pt x="59" y="766"/>
                    <a:pt x="1" y="910"/>
                    <a:pt x="1" y="1055"/>
                  </a:cubicBezTo>
                  <a:lnTo>
                    <a:pt x="1" y="1372"/>
                  </a:lnTo>
                  <a:cubicBezTo>
                    <a:pt x="1" y="2282"/>
                    <a:pt x="737" y="3018"/>
                    <a:pt x="1647" y="3018"/>
                  </a:cubicBezTo>
                  <a:cubicBezTo>
                    <a:pt x="2542" y="3018"/>
                    <a:pt x="3278" y="2282"/>
                    <a:pt x="3278" y="1372"/>
                  </a:cubicBezTo>
                  <a:lnTo>
                    <a:pt x="3278" y="1026"/>
                  </a:lnTo>
                  <a:cubicBezTo>
                    <a:pt x="3278" y="881"/>
                    <a:pt x="3220" y="737"/>
                    <a:pt x="3119" y="636"/>
                  </a:cubicBezTo>
                  <a:cubicBezTo>
                    <a:pt x="2700" y="217"/>
                    <a:pt x="1921" y="30"/>
                    <a:pt x="1055" y="1"/>
                  </a:cubicBezTo>
                  <a:close/>
                </a:path>
              </a:pathLst>
            </a:custGeom>
            <a:solidFill>
              <a:srgbClr val="BCC9D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594" name="Google Shape;19594;p47"/>
            <p:cNvSpPr/>
            <p:nvPr/>
          </p:nvSpPr>
          <p:spPr>
            <a:xfrm>
              <a:off x="3506985" y="2192394"/>
              <a:ext cx="86300" cy="77229"/>
            </a:xfrm>
            <a:custGeom>
              <a:rect b="b" l="l" r="r" t="t"/>
              <a:pathLst>
                <a:path extrusionOk="0" h="2946" w="3292">
                  <a:moveTo>
                    <a:pt x="1054" y="1"/>
                  </a:moveTo>
                  <a:cubicBezTo>
                    <a:pt x="910" y="1"/>
                    <a:pt x="766" y="58"/>
                    <a:pt x="665" y="160"/>
                  </a:cubicBezTo>
                  <a:lnTo>
                    <a:pt x="174" y="665"/>
                  </a:lnTo>
                  <a:cubicBezTo>
                    <a:pt x="58" y="766"/>
                    <a:pt x="0" y="896"/>
                    <a:pt x="0" y="1040"/>
                  </a:cubicBezTo>
                  <a:lnTo>
                    <a:pt x="0" y="1372"/>
                  </a:lnTo>
                  <a:cubicBezTo>
                    <a:pt x="15" y="2108"/>
                    <a:pt x="491" y="2743"/>
                    <a:pt x="1199" y="2946"/>
                  </a:cubicBezTo>
                  <a:cubicBezTo>
                    <a:pt x="953" y="2657"/>
                    <a:pt x="838" y="2296"/>
                    <a:pt x="838" y="1921"/>
                  </a:cubicBezTo>
                  <a:lnTo>
                    <a:pt x="838" y="1127"/>
                  </a:lnTo>
                  <a:lnTo>
                    <a:pt x="823" y="1127"/>
                  </a:lnTo>
                  <a:cubicBezTo>
                    <a:pt x="823" y="825"/>
                    <a:pt x="1070" y="576"/>
                    <a:pt x="1367" y="576"/>
                  </a:cubicBezTo>
                  <a:cubicBezTo>
                    <a:pt x="1383" y="576"/>
                    <a:pt x="1399" y="577"/>
                    <a:pt x="1415" y="578"/>
                  </a:cubicBezTo>
                  <a:cubicBezTo>
                    <a:pt x="1964" y="607"/>
                    <a:pt x="2787" y="708"/>
                    <a:pt x="3292" y="939"/>
                  </a:cubicBezTo>
                  <a:cubicBezTo>
                    <a:pt x="3277" y="824"/>
                    <a:pt x="3220" y="708"/>
                    <a:pt x="3133" y="636"/>
                  </a:cubicBezTo>
                  <a:cubicBezTo>
                    <a:pt x="2714" y="217"/>
                    <a:pt x="1935" y="30"/>
                    <a:pt x="1054" y="1"/>
                  </a:cubicBezTo>
                  <a:close/>
                </a:path>
              </a:pathLst>
            </a:custGeom>
            <a:solidFill>
              <a:srgbClr val="AABBC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595" name="Google Shape;19595;p47"/>
            <p:cNvSpPr/>
            <p:nvPr/>
          </p:nvSpPr>
          <p:spPr>
            <a:xfrm>
              <a:off x="3478594" y="2299876"/>
              <a:ext cx="28784" cy="54134"/>
            </a:xfrm>
            <a:custGeom>
              <a:rect b="b" l="l" r="r" t="t"/>
              <a:pathLst>
                <a:path extrusionOk="0" h="2065" w="1098">
                  <a:moveTo>
                    <a:pt x="145" y="0"/>
                  </a:moveTo>
                  <a:cubicBezTo>
                    <a:pt x="44" y="145"/>
                    <a:pt x="1" y="304"/>
                    <a:pt x="1" y="477"/>
                  </a:cubicBezTo>
                  <a:lnTo>
                    <a:pt x="1" y="1790"/>
                  </a:lnTo>
                  <a:cubicBezTo>
                    <a:pt x="1" y="1935"/>
                    <a:pt x="116" y="2065"/>
                    <a:pt x="275" y="2065"/>
                  </a:cubicBezTo>
                  <a:lnTo>
                    <a:pt x="1083" y="2065"/>
                  </a:lnTo>
                  <a:lnTo>
                    <a:pt x="1083" y="1285"/>
                  </a:lnTo>
                  <a:lnTo>
                    <a:pt x="1098" y="1285"/>
                  </a:lnTo>
                  <a:cubicBezTo>
                    <a:pt x="1098" y="1069"/>
                    <a:pt x="1011" y="866"/>
                    <a:pt x="853" y="708"/>
                  </a:cubicBezTo>
                  <a:lnTo>
                    <a:pt x="145" y="0"/>
                  </a:lnTo>
                  <a:close/>
                </a:path>
              </a:pathLst>
            </a:custGeom>
            <a:solidFill>
              <a:srgbClr val="8EA6B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596" name="Google Shape;19596;p47"/>
            <p:cNvSpPr/>
            <p:nvPr/>
          </p:nvSpPr>
          <p:spPr>
            <a:xfrm>
              <a:off x="3593258" y="2299876"/>
              <a:ext cx="28784" cy="54134"/>
            </a:xfrm>
            <a:custGeom>
              <a:rect b="b" l="l" r="r" t="t"/>
              <a:pathLst>
                <a:path extrusionOk="0" h="2065" w="1098">
                  <a:moveTo>
                    <a:pt x="954" y="0"/>
                  </a:moveTo>
                  <a:lnTo>
                    <a:pt x="246" y="708"/>
                  </a:lnTo>
                  <a:cubicBezTo>
                    <a:pt x="87" y="866"/>
                    <a:pt x="1" y="1069"/>
                    <a:pt x="1" y="1285"/>
                  </a:cubicBezTo>
                  <a:lnTo>
                    <a:pt x="1" y="2065"/>
                  </a:lnTo>
                  <a:lnTo>
                    <a:pt x="824" y="2065"/>
                  </a:lnTo>
                  <a:cubicBezTo>
                    <a:pt x="982" y="2065"/>
                    <a:pt x="1098" y="1935"/>
                    <a:pt x="1098" y="1790"/>
                  </a:cubicBezTo>
                  <a:lnTo>
                    <a:pt x="1098" y="477"/>
                  </a:lnTo>
                  <a:cubicBezTo>
                    <a:pt x="1098" y="304"/>
                    <a:pt x="1040" y="145"/>
                    <a:pt x="954" y="0"/>
                  </a:cubicBezTo>
                  <a:close/>
                </a:path>
              </a:pathLst>
            </a:custGeom>
            <a:solidFill>
              <a:srgbClr val="8EA6B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597" name="Google Shape;19597;p47"/>
            <p:cNvSpPr/>
            <p:nvPr/>
          </p:nvSpPr>
          <p:spPr>
            <a:xfrm>
              <a:off x="3542926" y="2296101"/>
              <a:ext cx="14418" cy="14392"/>
            </a:xfrm>
            <a:custGeom>
              <a:rect b="b" l="l" r="r" t="t"/>
              <a:pathLst>
                <a:path extrusionOk="0" h="549" w="550">
                  <a:moveTo>
                    <a:pt x="1" y="0"/>
                  </a:moveTo>
                  <a:lnTo>
                    <a:pt x="1" y="433"/>
                  </a:lnTo>
                  <a:cubicBezTo>
                    <a:pt x="1" y="491"/>
                    <a:pt x="59" y="549"/>
                    <a:pt x="116" y="549"/>
                  </a:cubicBezTo>
                  <a:lnTo>
                    <a:pt x="434" y="549"/>
                  </a:lnTo>
                  <a:cubicBezTo>
                    <a:pt x="506" y="549"/>
                    <a:pt x="549" y="491"/>
                    <a:pt x="549" y="433"/>
                  </a:cubicBezTo>
                  <a:lnTo>
                    <a:pt x="549" y="0"/>
                  </a:lnTo>
                  <a:close/>
                </a:path>
              </a:pathLst>
            </a:custGeom>
            <a:solidFill>
              <a:srgbClr val="667A8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598" name="Google Shape;19598;p47"/>
            <p:cNvSpPr/>
            <p:nvPr/>
          </p:nvSpPr>
          <p:spPr>
            <a:xfrm>
              <a:off x="3520984" y="2276125"/>
              <a:ext cx="29544" cy="30226"/>
            </a:xfrm>
            <a:custGeom>
              <a:rect b="b" l="l" r="r" t="t"/>
              <a:pathLst>
                <a:path extrusionOk="0" h="1153" w="1127">
                  <a:moveTo>
                    <a:pt x="260" y="1"/>
                  </a:moveTo>
                  <a:cubicBezTo>
                    <a:pt x="222" y="1"/>
                    <a:pt x="186" y="20"/>
                    <a:pt x="159" y="55"/>
                  </a:cubicBezTo>
                  <a:lnTo>
                    <a:pt x="1" y="300"/>
                  </a:lnTo>
                  <a:lnTo>
                    <a:pt x="405" y="1065"/>
                  </a:lnTo>
                  <a:cubicBezTo>
                    <a:pt x="442" y="1121"/>
                    <a:pt x="503" y="1153"/>
                    <a:pt x="562" y="1153"/>
                  </a:cubicBezTo>
                  <a:cubicBezTo>
                    <a:pt x="594" y="1153"/>
                    <a:pt x="625" y="1143"/>
                    <a:pt x="650" y="1123"/>
                  </a:cubicBezTo>
                  <a:lnTo>
                    <a:pt x="1127" y="762"/>
                  </a:lnTo>
                  <a:lnTo>
                    <a:pt x="333" y="26"/>
                  </a:lnTo>
                  <a:cubicBezTo>
                    <a:pt x="310" y="9"/>
                    <a:pt x="285" y="1"/>
                    <a:pt x="260" y="1"/>
                  </a:cubicBezTo>
                  <a:close/>
                </a:path>
              </a:pathLst>
            </a:custGeom>
            <a:solidFill>
              <a:srgbClr val="8EA6B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599" name="Google Shape;19599;p47"/>
            <p:cNvSpPr/>
            <p:nvPr/>
          </p:nvSpPr>
          <p:spPr>
            <a:xfrm>
              <a:off x="3550502" y="2276125"/>
              <a:ext cx="29177" cy="30226"/>
            </a:xfrm>
            <a:custGeom>
              <a:rect b="b" l="l" r="r" t="t"/>
              <a:pathLst>
                <a:path extrusionOk="0" h="1153" w="1113">
                  <a:moveTo>
                    <a:pt x="852" y="1"/>
                  </a:moveTo>
                  <a:cubicBezTo>
                    <a:pt x="828" y="1"/>
                    <a:pt x="803" y="9"/>
                    <a:pt x="780" y="26"/>
                  </a:cubicBezTo>
                  <a:lnTo>
                    <a:pt x="1" y="762"/>
                  </a:lnTo>
                  <a:lnTo>
                    <a:pt x="463" y="1123"/>
                  </a:lnTo>
                  <a:cubicBezTo>
                    <a:pt x="488" y="1143"/>
                    <a:pt x="519" y="1153"/>
                    <a:pt x="551" y="1153"/>
                  </a:cubicBezTo>
                  <a:cubicBezTo>
                    <a:pt x="609" y="1153"/>
                    <a:pt x="671" y="1121"/>
                    <a:pt x="708" y="1065"/>
                  </a:cubicBezTo>
                  <a:lnTo>
                    <a:pt x="1112" y="300"/>
                  </a:lnTo>
                  <a:lnTo>
                    <a:pt x="953" y="55"/>
                  </a:lnTo>
                  <a:cubicBezTo>
                    <a:pt x="927" y="20"/>
                    <a:pt x="890" y="1"/>
                    <a:pt x="852" y="1"/>
                  </a:cubicBezTo>
                  <a:close/>
                </a:path>
              </a:pathLst>
            </a:custGeom>
            <a:solidFill>
              <a:srgbClr val="8EA6B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600" name="Google Shape;19600;p47"/>
            <p:cNvSpPr/>
            <p:nvPr/>
          </p:nvSpPr>
          <p:spPr>
            <a:xfrm>
              <a:off x="3310582" y="1982386"/>
              <a:ext cx="203612" cy="175169"/>
            </a:xfrm>
            <a:custGeom>
              <a:rect b="b" l="l" r="r" t="t"/>
              <a:pathLst>
                <a:path extrusionOk="0" h="6682" w="7767">
                  <a:moveTo>
                    <a:pt x="693" y="0"/>
                  </a:moveTo>
                  <a:cubicBezTo>
                    <a:pt x="318" y="0"/>
                    <a:pt x="0" y="303"/>
                    <a:pt x="0" y="693"/>
                  </a:cubicBezTo>
                  <a:lnTo>
                    <a:pt x="0" y="4331"/>
                  </a:lnTo>
                  <a:cubicBezTo>
                    <a:pt x="0" y="4706"/>
                    <a:pt x="318" y="5024"/>
                    <a:pt x="693" y="5024"/>
                  </a:cubicBezTo>
                  <a:lnTo>
                    <a:pt x="3205" y="5024"/>
                  </a:lnTo>
                  <a:lnTo>
                    <a:pt x="2815" y="6539"/>
                  </a:lnTo>
                  <a:cubicBezTo>
                    <a:pt x="2794" y="6614"/>
                    <a:pt x="2860" y="6681"/>
                    <a:pt x="2931" y="6681"/>
                  </a:cubicBezTo>
                  <a:cubicBezTo>
                    <a:pt x="2956" y="6681"/>
                    <a:pt x="2981" y="6673"/>
                    <a:pt x="3003" y="6655"/>
                  </a:cubicBezTo>
                  <a:lnTo>
                    <a:pt x="5255" y="5024"/>
                  </a:lnTo>
                  <a:lnTo>
                    <a:pt x="7088" y="5024"/>
                  </a:lnTo>
                  <a:cubicBezTo>
                    <a:pt x="7464" y="5024"/>
                    <a:pt x="7767" y="4706"/>
                    <a:pt x="7767" y="4331"/>
                  </a:cubicBezTo>
                  <a:lnTo>
                    <a:pt x="7767" y="679"/>
                  </a:lnTo>
                  <a:cubicBezTo>
                    <a:pt x="7767" y="303"/>
                    <a:pt x="7464" y="0"/>
                    <a:pt x="7074" y="0"/>
                  </a:cubicBezTo>
                  <a:close/>
                </a:path>
              </a:pathLst>
            </a:custGeom>
            <a:solidFill>
              <a:srgbClr val="EFF1F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601" name="Google Shape;19601;p47"/>
            <p:cNvSpPr/>
            <p:nvPr/>
          </p:nvSpPr>
          <p:spPr>
            <a:xfrm>
              <a:off x="3345396" y="2012192"/>
              <a:ext cx="33844" cy="11875"/>
            </a:xfrm>
            <a:custGeom>
              <a:rect b="b" l="l" r="r" t="t"/>
              <a:pathLst>
                <a:path extrusionOk="0" h="453" w="1291">
                  <a:moveTo>
                    <a:pt x="1006" y="1"/>
                  </a:moveTo>
                  <a:cubicBezTo>
                    <a:pt x="994" y="1"/>
                    <a:pt x="981" y="2"/>
                    <a:pt x="968" y="3"/>
                  </a:cubicBezTo>
                  <a:lnTo>
                    <a:pt x="275" y="3"/>
                  </a:lnTo>
                  <a:cubicBezTo>
                    <a:pt x="1" y="18"/>
                    <a:pt x="1" y="422"/>
                    <a:pt x="275" y="451"/>
                  </a:cubicBezTo>
                  <a:lnTo>
                    <a:pt x="968" y="451"/>
                  </a:lnTo>
                  <a:cubicBezTo>
                    <a:pt x="977" y="452"/>
                    <a:pt x="985" y="452"/>
                    <a:pt x="994" y="452"/>
                  </a:cubicBezTo>
                  <a:cubicBezTo>
                    <a:pt x="1287" y="452"/>
                    <a:pt x="1291" y="1"/>
                    <a:pt x="1006" y="1"/>
                  </a:cubicBezTo>
                  <a:close/>
                </a:path>
              </a:pathLst>
            </a:custGeom>
            <a:solidFill>
              <a:srgbClr val="8397A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602" name="Google Shape;19602;p47"/>
            <p:cNvSpPr/>
            <p:nvPr/>
          </p:nvSpPr>
          <p:spPr>
            <a:xfrm>
              <a:off x="3387025" y="2012192"/>
              <a:ext cx="93640" cy="11875"/>
            </a:xfrm>
            <a:custGeom>
              <a:rect b="b" l="l" r="r" t="t"/>
              <a:pathLst>
                <a:path extrusionOk="0" h="453" w="3572">
                  <a:moveTo>
                    <a:pt x="3287" y="1"/>
                  </a:moveTo>
                  <a:cubicBezTo>
                    <a:pt x="3274" y="1"/>
                    <a:pt x="3262" y="2"/>
                    <a:pt x="3248" y="3"/>
                  </a:cubicBezTo>
                  <a:lnTo>
                    <a:pt x="289" y="3"/>
                  </a:lnTo>
                  <a:cubicBezTo>
                    <a:pt x="0" y="18"/>
                    <a:pt x="0" y="422"/>
                    <a:pt x="289" y="451"/>
                  </a:cubicBezTo>
                  <a:lnTo>
                    <a:pt x="3248" y="451"/>
                  </a:lnTo>
                  <a:cubicBezTo>
                    <a:pt x="3257" y="452"/>
                    <a:pt x="3266" y="452"/>
                    <a:pt x="3275" y="452"/>
                  </a:cubicBezTo>
                  <a:cubicBezTo>
                    <a:pt x="3568" y="452"/>
                    <a:pt x="3572" y="1"/>
                    <a:pt x="3287" y="1"/>
                  </a:cubicBezTo>
                  <a:close/>
                </a:path>
              </a:pathLst>
            </a:custGeom>
            <a:solidFill>
              <a:srgbClr val="9AAAB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603" name="Google Shape;19603;p47"/>
            <p:cNvSpPr/>
            <p:nvPr/>
          </p:nvSpPr>
          <p:spPr>
            <a:xfrm>
              <a:off x="3344111" y="2042104"/>
              <a:ext cx="136554" cy="11849"/>
            </a:xfrm>
            <a:custGeom>
              <a:rect b="b" l="l" r="r" t="t"/>
              <a:pathLst>
                <a:path extrusionOk="0" h="452" w="5209">
                  <a:moveTo>
                    <a:pt x="286" y="0"/>
                  </a:moveTo>
                  <a:cubicBezTo>
                    <a:pt x="1" y="0"/>
                    <a:pt x="5" y="452"/>
                    <a:pt x="298" y="452"/>
                  </a:cubicBezTo>
                  <a:cubicBezTo>
                    <a:pt x="306" y="452"/>
                    <a:pt x="315" y="451"/>
                    <a:pt x="324" y="450"/>
                  </a:cubicBezTo>
                  <a:lnTo>
                    <a:pt x="4885" y="450"/>
                  </a:lnTo>
                  <a:cubicBezTo>
                    <a:pt x="4894" y="451"/>
                    <a:pt x="4903" y="452"/>
                    <a:pt x="4912" y="452"/>
                  </a:cubicBezTo>
                  <a:cubicBezTo>
                    <a:pt x="5205" y="452"/>
                    <a:pt x="5209" y="0"/>
                    <a:pt x="4924" y="0"/>
                  </a:cubicBezTo>
                  <a:cubicBezTo>
                    <a:pt x="4911" y="0"/>
                    <a:pt x="4899" y="1"/>
                    <a:pt x="4885" y="3"/>
                  </a:cubicBezTo>
                  <a:lnTo>
                    <a:pt x="324" y="3"/>
                  </a:lnTo>
                  <a:cubicBezTo>
                    <a:pt x="311" y="1"/>
                    <a:pt x="298" y="0"/>
                    <a:pt x="286" y="0"/>
                  </a:cubicBezTo>
                  <a:close/>
                </a:path>
              </a:pathLst>
            </a:custGeom>
            <a:solidFill>
              <a:srgbClr val="D1DBE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604" name="Google Shape;19604;p47"/>
            <p:cNvSpPr/>
            <p:nvPr/>
          </p:nvSpPr>
          <p:spPr>
            <a:xfrm>
              <a:off x="3345396" y="2072041"/>
              <a:ext cx="93640" cy="11797"/>
            </a:xfrm>
            <a:custGeom>
              <a:rect b="b" l="l" r="r" t="t"/>
              <a:pathLst>
                <a:path extrusionOk="0" h="450" w="3572">
                  <a:moveTo>
                    <a:pt x="3275" y="0"/>
                  </a:moveTo>
                  <a:cubicBezTo>
                    <a:pt x="3267" y="0"/>
                    <a:pt x="3258" y="0"/>
                    <a:pt x="3249" y="1"/>
                  </a:cubicBezTo>
                  <a:lnTo>
                    <a:pt x="275" y="1"/>
                  </a:lnTo>
                  <a:cubicBezTo>
                    <a:pt x="1" y="16"/>
                    <a:pt x="1" y="434"/>
                    <a:pt x="275" y="449"/>
                  </a:cubicBezTo>
                  <a:lnTo>
                    <a:pt x="3249" y="449"/>
                  </a:lnTo>
                  <a:cubicBezTo>
                    <a:pt x="3258" y="450"/>
                    <a:pt x="3267" y="450"/>
                    <a:pt x="3275" y="450"/>
                  </a:cubicBezTo>
                  <a:cubicBezTo>
                    <a:pt x="3572" y="450"/>
                    <a:pt x="3572" y="0"/>
                    <a:pt x="3275" y="0"/>
                  </a:cubicBezTo>
                  <a:close/>
                </a:path>
              </a:pathLst>
            </a:custGeom>
            <a:solidFill>
              <a:srgbClr val="91A8B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605" name="Google Shape;19605;p47"/>
            <p:cNvSpPr/>
            <p:nvPr/>
          </p:nvSpPr>
          <p:spPr>
            <a:xfrm>
              <a:off x="3445904" y="2072041"/>
              <a:ext cx="34761" cy="11797"/>
            </a:xfrm>
            <a:custGeom>
              <a:rect b="b" l="l" r="r" t="t"/>
              <a:pathLst>
                <a:path extrusionOk="0" h="450" w="1326">
                  <a:moveTo>
                    <a:pt x="297" y="0"/>
                  </a:moveTo>
                  <a:cubicBezTo>
                    <a:pt x="1" y="0"/>
                    <a:pt x="1" y="450"/>
                    <a:pt x="297" y="450"/>
                  </a:cubicBezTo>
                  <a:cubicBezTo>
                    <a:pt x="306" y="450"/>
                    <a:pt x="315" y="450"/>
                    <a:pt x="324" y="449"/>
                  </a:cubicBezTo>
                  <a:lnTo>
                    <a:pt x="1002" y="449"/>
                  </a:lnTo>
                  <a:cubicBezTo>
                    <a:pt x="1012" y="450"/>
                    <a:pt x="1021" y="450"/>
                    <a:pt x="1029" y="450"/>
                  </a:cubicBezTo>
                  <a:cubicBezTo>
                    <a:pt x="1325" y="450"/>
                    <a:pt x="1325" y="0"/>
                    <a:pt x="1029" y="0"/>
                  </a:cubicBezTo>
                  <a:cubicBezTo>
                    <a:pt x="1021" y="0"/>
                    <a:pt x="1012" y="0"/>
                    <a:pt x="1002" y="1"/>
                  </a:cubicBezTo>
                  <a:lnTo>
                    <a:pt x="324" y="1"/>
                  </a:lnTo>
                  <a:cubicBezTo>
                    <a:pt x="315" y="0"/>
                    <a:pt x="306" y="0"/>
                    <a:pt x="297" y="0"/>
                  </a:cubicBezTo>
                  <a:close/>
                </a:path>
              </a:pathLst>
            </a:custGeom>
            <a:solidFill>
              <a:srgbClr val="D1DBE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9606" name="Google Shape;19606;p47"/>
          <p:cNvGrpSpPr/>
          <p:nvPr/>
        </p:nvGrpSpPr>
        <p:grpSpPr>
          <a:xfrm>
            <a:off x="1342386" y="2916322"/>
            <a:ext cx="373538" cy="331514"/>
            <a:chOff x="1342386" y="2916322"/>
            <a:chExt cx="373538" cy="331514"/>
          </a:xfrm>
        </p:grpSpPr>
        <p:sp>
          <p:nvSpPr>
            <p:cNvPr id="19607" name="Google Shape;19607;p47"/>
            <p:cNvSpPr/>
            <p:nvPr/>
          </p:nvSpPr>
          <p:spPr>
            <a:xfrm>
              <a:off x="1499047" y="2916322"/>
              <a:ext cx="216877" cy="180910"/>
            </a:xfrm>
            <a:custGeom>
              <a:rect b="b" l="l" r="r" t="t"/>
              <a:pathLst>
                <a:path extrusionOk="0" h="6901" w="8273">
                  <a:moveTo>
                    <a:pt x="463" y="1"/>
                  </a:moveTo>
                  <a:cubicBezTo>
                    <a:pt x="203" y="1"/>
                    <a:pt x="1" y="203"/>
                    <a:pt x="1" y="463"/>
                  </a:cubicBezTo>
                  <a:lnTo>
                    <a:pt x="1" y="6439"/>
                  </a:lnTo>
                  <a:cubicBezTo>
                    <a:pt x="1" y="6699"/>
                    <a:pt x="203" y="6901"/>
                    <a:pt x="463" y="6901"/>
                  </a:cubicBezTo>
                  <a:lnTo>
                    <a:pt x="7811" y="6901"/>
                  </a:lnTo>
                  <a:cubicBezTo>
                    <a:pt x="8070" y="6901"/>
                    <a:pt x="8272" y="6699"/>
                    <a:pt x="8272" y="6439"/>
                  </a:cubicBezTo>
                  <a:lnTo>
                    <a:pt x="8272" y="463"/>
                  </a:lnTo>
                  <a:cubicBezTo>
                    <a:pt x="8272" y="203"/>
                    <a:pt x="8070" y="1"/>
                    <a:pt x="7811" y="1"/>
                  </a:cubicBezTo>
                  <a:close/>
                </a:path>
              </a:pathLst>
            </a:custGeom>
            <a:solidFill>
              <a:srgbClr val="EFF1F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608" name="Google Shape;19608;p47"/>
            <p:cNvSpPr/>
            <p:nvPr/>
          </p:nvSpPr>
          <p:spPr>
            <a:xfrm>
              <a:off x="1342386" y="3060137"/>
              <a:ext cx="217244" cy="187699"/>
            </a:xfrm>
            <a:custGeom>
              <a:rect b="b" l="l" r="r" t="t"/>
              <a:pathLst>
                <a:path extrusionOk="0" h="7160" w="8287">
                  <a:moveTo>
                    <a:pt x="8104" y="0"/>
                  </a:moveTo>
                  <a:cubicBezTo>
                    <a:pt x="8063" y="0"/>
                    <a:pt x="8020" y="14"/>
                    <a:pt x="7983" y="43"/>
                  </a:cubicBezTo>
                  <a:lnTo>
                    <a:pt x="3812" y="4042"/>
                  </a:lnTo>
                  <a:cubicBezTo>
                    <a:pt x="3725" y="4129"/>
                    <a:pt x="3610" y="4172"/>
                    <a:pt x="3494" y="4172"/>
                  </a:cubicBezTo>
                  <a:lnTo>
                    <a:pt x="3436" y="4172"/>
                  </a:lnTo>
                  <a:cubicBezTo>
                    <a:pt x="3191" y="4172"/>
                    <a:pt x="2989" y="3970"/>
                    <a:pt x="2989" y="3710"/>
                  </a:cubicBezTo>
                  <a:lnTo>
                    <a:pt x="2989" y="3479"/>
                  </a:lnTo>
                  <a:lnTo>
                    <a:pt x="1603" y="3479"/>
                  </a:lnTo>
                  <a:lnTo>
                    <a:pt x="1603" y="3710"/>
                  </a:lnTo>
                  <a:cubicBezTo>
                    <a:pt x="1603" y="3912"/>
                    <a:pt x="1473" y="4100"/>
                    <a:pt x="1271" y="4157"/>
                  </a:cubicBezTo>
                  <a:lnTo>
                    <a:pt x="506" y="4374"/>
                  </a:lnTo>
                  <a:cubicBezTo>
                    <a:pt x="203" y="4461"/>
                    <a:pt x="1" y="4735"/>
                    <a:pt x="1" y="5038"/>
                  </a:cubicBezTo>
                  <a:lnTo>
                    <a:pt x="1" y="6929"/>
                  </a:lnTo>
                  <a:cubicBezTo>
                    <a:pt x="1" y="7059"/>
                    <a:pt x="102" y="7160"/>
                    <a:pt x="232" y="7160"/>
                  </a:cubicBezTo>
                  <a:lnTo>
                    <a:pt x="3451" y="7160"/>
                  </a:lnTo>
                  <a:cubicBezTo>
                    <a:pt x="3581" y="7160"/>
                    <a:pt x="3682" y="7059"/>
                    <a:pt x="3682" y="6929"/>
                  </a:cubicBezTo>
                  <a:lnTo>
                    <a:pt x="3682" y="5933"/>
                  </a:lnTo>
                  <a:cubicBezTo>
                    <a:pt x="3682" y="5688"/>
                    <a:pt x="3768" y="5457"/>
                    <a:pt x="3942" y="5283"/>
                  </a:cubicBezTo>
                  <a:lnTo>
                    <a:pt x="7854" y="1371"/>
                  </a:lnTo>
                  <a:cubicBezTo>
                    <a:pt x="7969" y="1256"/>
                    <a:pt x="8027" y="1083"/>
                    <a:pt x="7983" y="938"/>
                  </a:cubicBezTo>
                  <a:lnTo>
                    <a:pt x="7897" y="606"/>
                  </a:lnTo>
                  <a:lnTo>
                    <a:pt x="8229" y="289"/>
                  </a:lnTo>
                  <a:cubicBezTo>
                    <a:pt x="8287" y="217"/>
                    <a:pt x="8287" y="115"/>
                    <a:pt x="8214" y="43"/>
                  </a:cubicBezTo>
                  <a:cubicBezTo>
                    <a:pt x="8186" y="14"/>
                    <a:pt x="8146" y="0"/>
                    <a:pt x="8104" y="0"/>
                  </a:cubicBezTo>
                  <a:close/>
                </a:path>
              </a:pathLst>
            </a:custGeom>
            <a:solidFill>
              <a:srgbClr val="AABBC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609" name="Google Shape;19609;p47"/>
            <p:cNvSpPr/>
            <p:nvPr/>
          </p:nvSpPr>
          <p:spPr>
            <a:xfrm>
              <a:off x="1382128" y="3151706"/>
              <a:ext cx="41262" cy="18193"/>
            </a:xfrm>
            <a:custGeom>
              <a:rect b="b" l="l" r="r" t="t"/>
              <a:pathLst>
                <a:path extrusionOk="0" h="694" w="1574">
                  <a:moveTo>
                    <a:pt x="101" y="0"/>
                  </a:moveTo>
                  <a:lnTo>
                    <a:pt x="101" y="231"/>
                  </a:lnTo>
                  <a:cubicBezTo>
                    <a:pt x="101" y="332"/>
                    <a:pt x="58" y="419"/>
                    <a:pt x="0" y="506"/>
                  </a:cubicBezTo>
                  <a:cubicBezTo>
                    <a:pt x="246" y="621"/>
                    <a:pt x="520" y="679"/>
                    <a:pt x="794" y="693"/>
                  </a:cubicBezTo>
                  <a:cubicBezTo>
                    <a:pt x="1054" y="679"/>
                    <a:pt x="1328" y="621"/>
                    <a:pt x="1574" y="506"/>
                  </a:cubicBezTo>
                  <a:cubicBezTo>
                    <a:pt x="1516" y="419"/>
                    <a:pt x="1473" y="332"/>
                    <a:pt x="1473" y="231"/>
                  </a:cubicBezTo>
                  <a:lnTo>
                    <a:pt x="1473" y="0"/>
                  </a:lnTo>
                  <a:close/>
                </a:path>
              </a:pathLst>
            </a:custGeom>
            <a:solidFill>
              <a:srgbClr val="94A5B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610" name="Google Shape;19610;p47"/>
            <p:cNvSpPr/>
            <p:nvPr/>
          </p:nvSpPr>
          <p:spPr>
            <a:xfrm>
              <a:off x="1360186" y="3066927"/>
              <a:ext cx="29911" cy="66272"/>
            </a:xfrm>
            <a:custGeom>
              <a:rect b="b" l="l" r="r" t="t"/>
              <a:pathLst>
                <a:path extrusionOk="0" h="2528" w="1141">
                  <a:moveTo>
                    <a:pt x="679" y="1"/>
                  </a:moveTo>
                  <a:cubicBezTo>
                    <a:pt x="303" y="1"/>
                    <a:pt x="0" y="318"/>
                    <a:pt x="0" y="694"/>
                  </a:cubicBezTo>
                  <a:lnTo>
                    <a:pt x="0" y="853"/>
                  </a:lnTo>
                  <a:cubicBezTo>
                    <a:pt x="0" y="1055"/>
                    <a:pt x="29" y="1242"/>
                    <a:pt x="101" y="1430"/>
                  </a:cubicBezTo>
                  <a:lnTo>
                    <a:pt x="462" y="2527"/>
                  </a:lnTo>
                  <a:lnTo>
                    <a:pt x="1141" y="2527"/>
                  </a:lnTo>
                  <a:lnTo>
                    <a:pt x="1141" y="1"/>
                  </a:lnTo>
                  <a:close/>
                </a:path>
              </a:pathLst>
            </a:custGeom>
            <a:solidFill>
              <a:srgbClr val="667A8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611" name="Google Shape;19611;p47"/>
            <p:cNvSpPr/>
            <p:nvPr/>
          </p:nvSpPr>
          <p:spPr>
            <a:xfrm>
              <a:off x="1372297" y="3060871"/>
              <a:ext cx="72301" cy="72694"/>
            </a:xfrm>
            <a:custGeom>
              <a:rect b="b" l="l" r="r" t="t"/>
              <a:pathLst>
                <a:path extrusionOk="0" h="2773" w="2758">
                  <a:moveTo>
                    <a:pt x="693" y="1"/>
                  </a:moveTo>
                  <a:cubicBezTo>
                    <a:pt x="303" y="1"/>
                    <a:pt x="0" y="318"/>
                    <a:pt x="0" y="694"/>
                  </a:cubicBezTo>
                  <a:cubicBezTo>
                    <a:pt x="0" y="954"/>
                    <a:pt x="217" y="1156"/>
                    <a:pt x="462" y="1156"/>
                  </a:cubicBezTo>
                  <a:lnTo>
                    <a:pt x="2310" y="2772"/>
                  </a:lnTo>
                  <a:lnTo>
                    <a:pt x="2699" y="1401"/>
                  </a:lnTo>
                  <a:cubicBezTo>
                    <a:pt x="2743" y="1242"/>
                    <a:pt x="2757" y="1069"/>
                    <a:pt x="2757" y="910"/>
                  </a:cubicBezTo>
                  <a:lnTo>
                    <a:pt x="2757" y="463"/>
                  </a:lnTo>
                  <a:cubicBezTo>
                    <a:pt x="2757" y="203"/>
                    <a:pt x="2555" y="1"/>
                    <a:pt x="2310" y="1"/>
                  </a:cubicBezTo>
                  <a:close/>
                </a:path>
              </a:pathLst>
            </a:custGeom>
            <a:solidFill>
              <a:srgbClr val="5C728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612" name="Google Shape;19612;p47"/>
            <p:cNvSpPr/>
            <p:nvPr/>
          </p:nvSpPr>
          <p:spPr>
            <a:xfrm>
              <a:off x="1366609" y="3091149"/>
              <a:ext cx="72301" cy="66245"/>
            </a:xfrm>
            <a:custGeom>
              <a:rect b="b" l="l" r="r" t="t"/>
              <a:pathLst>
                <a:path extrusionOk="0" h="2527" w="2758">
                  <a:moveTo>
                    <a:pt x="881" y="1"/>
                  </a:moveTo>
                  <a:cubicBezTo>
                    <a:pt x="766" y="1"/>
                    <a:pt x="636" y="44"/>
                    <a:pt x="549" y="145"/>
                  </a:cubicBezTo>
                  <a:lnTo>
                    <a:pt x="130" y="564"/>
                  </a:lnTo>
                  <a:cubicBezTo>
                    <a:pt x="44" y="636"/>
                    <a:pt x="1" y="766"/>
                    <a:pt x="1" y="881"/>
                  </a:cubicBezTo>
                  <a:lnTo>
                    <a:pt x="1" y="1156"/>
                  </a:lnTo>
                  <a:cubicBezTo>
                    <a:pt x="1" y="1906"/>
                    <a:pt x="621" y="2527"/>
                    <a:pt x="1386" y="2527"/>
                  </a:cubicBezTo>
                  <a:cubicBezTo>
                    <a:pt x="2137" y="2527"/>
                    <a:pt x="2758" y="1906"/>
                    <a:pt x="2758" y="1156"/>
                  </a:cubicBezTo>
                  <a:lnTo>
                    <a:pt x="2758" y="852"/>
                  </a:lnTo>
                  <a:cubicBezTo>
                    <a:pt x="2758" y="737"/>
                    <a:pt x="2714" y="621"/>
                    <a:pt x="2628" y="535"/>
                  </a:cubicBezTo>
                  <a:cubicBezTo>
                    <a:pt x="2267" y="188"/>
                    <a:pt x="1617" y="30"/>
                    <a:pt x="881" y="1"/>
                  </a:cubicBezTo>
                  <a:close/>
                </a:path>
              </a:pathLst>
            </a:custGeom>
            <a:solidFill>
              <a:srgbClr val="BCC9D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613" name="Google Shape;19613;p47"/>
            <p:cNvSpPr/>
            <p:nvPr/>
          </p:nvSpPr>
          <p:spPr>
            <a:xfrm>
              <a:off x="1366242" y="3091149"/>
              <a:ext cx="72301" cy="64751"/>
            </a:xfrm>
            <a:custGeom>
              <a:rect b="b" l="l" r="r" t="t"/>
              <a:pathLst>
                <a:path extrusionOk="0" h="2470" w="2758">
                  <a:moveTo>
                    <a:pt x="895" y="1"/>
                  </a:moveTo>
                  <a:cubicBezTo>
                    <a:pt x="765" y="1"/>
                    <a:pt x="650" y="44"/>
                    <a:pt x="563" y="145"/>
                  </a:cubicBezTo>
                  <a:lnTo>
                    <a:pt x="144" y="564"/>
                  </a:lnTo>
                  <a:cubicBezTo>
                    <a:pt x="58" y="636"/>
                    <a:pt x="0" y="766"/>
                    <a:pt x="0" y="881"/>
                  </a:cubicBezTo>
                  <a:lnTo>
                    <a:pt x="0" y="1156"/>
                  </a:lnTo>
                  <a:cubicBezTo>
                    <a:pt x="0" y="1762"/>
                    <a:pt x="404" y="2310"/>
                    <a:pt x="996" y="2469"/>
                  </a:cubicBezTo>
                  <a:cubicBezTo>
                    <a:pt x="808" y="2224"/>
                    <a:pt x="693" y="1921"/>
                    <a:pt x="693" y="1617"/>
                  </a:cubicBezTo>
                  <a:lnTo>
                    <a:pt x="693" y="939"/>
                  </a:lnTo>
                  <a:cubicBezTo>
                    <a:pt x="693" y="687"/>
                    <a:pt x="910" y="476"/>
                    <a:pt x="1159" y="476"/>
                  </a:cubicBezTo>
                  <a:cubicBezTo>
                    <a:pt x="1167" y="476"/>
                    <a:pt x="1176" y="477"/>
                    <a:pt x="1184" y="477"/>
                  </a:cubicBezTo>
                  <a:cubicBezTo>
                    <a:pt x="1646" y="506"/>
                    <a:pt x="2339" y="593"/>
                    <a:pt x="2757" y="795"/>
                  </a:cubicBezTo>
                  <a:cubicBezTo>
                    <a:pt x="2743" y="694"/>
                    <a:pt x="2700" y="607"/>
                    <a:pt x="2627" y="535"/>
                  </a:cubicBezTo>
                  <a:cubicBezTo>
                    <a:pt x="2266" y="188"/>
                    <a:pt x="1631" y="30"/>
                    <a:pt x="895" y="1"/>
                  </a:cubicBezTo>
                  <a:close/>
                </a:path>
              </a:pathLst>
            </a:custGeom>
            <a:solidFill>
              <a:srgbClr val="AABBC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614" name="Google Shape;19614;p47"/>
            <p:cNvSpPr/>
            <p:nvPr/>
          </p:nvSpPr>
          <p:spPr>
            <a:xfrm>
              <a:off x="1342386" y="3086981"/>
              <a:ext cx="198710" cy="160855"/>
            </a:xfrm>
            <a:custGeom>
              <a:rect b="b" l="l" r="r" t="t"/>
              <a:pathLst>
                <a:path extrusionOk="0" h="6136" w="7580">
                  <a:moveTo>
                    <a:pt x="6959" y="1"/>
                  </a:moveTo>
                  <a:lnTo>
                    <a:pt x="3812" y="3018"/>
                  </a:lnTo>
                  <a:cubicBezTo>
                    <a:pt x="3754" y="3076"/>
                    <a:pt x="3682" y="3119"/>
                    <a:pt x="3595" y="3133"/>
                  </a:cubicBezTo>
                  <a:cubicBezTo>
                    <a:pt x="3347" y="3644"/>
                    <a:pt x="2859" y="3900"/>
                    <a:pt x="2369" y="3900"/>
                  </a:cubicBezTo>
                  <a:cubicBezTo>
                    <a:pt x="1888" y="3900"/>
                    <a:pt x="1405" y="3655"/>
                    <a:pt x="1141" y="3162"/>
                  </a:cubicBezTo>
                  <a:lnTo>
                    <a:pt x="506" y="3350"/>
                  </a:lnTo>
                  <a:cubicBezTo>
                    <a:pt x="203" y="3437"/>
                    <a:pt x="1" y="3711"/>
                    <a:pt x="1" y="4014"/>
                  </a:cubicBezTo>
                  <a:lnTo>
                    <a:pt x="1" y="5905"/>
                  </a:lnTo>
                  <a:cubicBezTo>
                    <a:pt x="1" y="6035"/>
                    <a:pt x="102" y="6136"/>
                    <a:pt x="232" y="6136"/>
                  </a:cubicBezTo>
                  <a:lnTo>
                    <a:pt x="3451" y="6136"/>
                  </a:lnTo>
                  <a:cubicBezTo>
                    <a:pt x="3581" y="6136"/>
                    <a:pt x="3682" y="6035"/>
                    <a:pt x="3682" y="5905"/>
                  </a:cubicBezTo>
                  <a:lnTo>
                    <a:pt x="3682" y="4909"/>
                  </a:lnTo>
                  <a:cubicBezTo>
                    <a:pt x="3682" y="4664"/>
                    <a:pt x="3768" y="4433"/>
                    <a:pt x="3942" y="4259"/>
                  </a:cubicBezTo>
                  <a:lnTo>
                    <a:pt x="7579" y="636"/>
                  </a:lnTo>
                  <a:lnTo>
                    <a:pt x="6959" y="1"/>
                  </a:lnTo>
                  <a:close/>
                </a:path>
              </a:pathLst>
            </a:custGeom>
            <a:solidFill>
              <a:srgbClr val="ADBDC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615" name="Google Shape;19615;p47"/>
            <p:cNvSpPr/>
            <p:nvPr/>
          </p:nvSpPr>
          <p:spPr>
            <a:xfrm>
              <a:off x="1342386" y="3181591"/>
              <a:ext cx="23882" cy="66245"/>
            </a:xfrm>
            <a:custGeom>
              <a:rect b="b" l="l" r="r" t="t"/>
              <a:pathLst>
                <a:path extrusionOk="0" h="2527" w="911">
                  <a:moveTo>
                    <a:pt x="131" y="1"/>
                  </a:moveTo>
                  <a:cubicBezTo>
                    <a:pt x="44" y="116"/>
                    <a:pt x="1" y="261"/>
                    <a:pt x="1" y="405"/>
                  </a:cubicBezTo>
                  <a:lnTo>
                    <a:pt x="1" y="2296"/>
                  </a:lnTo>
                  <a:cubicBezTo>
                    <a:pt x="1" y="2426"/>
                    <a:pt x="102" y="2527"/>
                    <a:pt x="232" y="2527"/>
                  </a:cubicBezTo>
                  <a:lnTo>
                    <a:pt x="910" y="2527"/>
                  </a:lnTo>
                  <a:lnTo>
                    <a:pt x="910" y="1069"/>
                  </a:lnTo>
                  <a:cubicBezTo>
                    <a:pt x="910" y="896"/>
                    <a:pt x="838" y="723"/>
                    <a:pt x="708" y="593"/>
                  </a:cubicBezTo>
                  <a:lnTo>
                    <a:pt x="131" y="1"/>
                  </a:lnTo>
                  <a:close/>
                </a:path>
              </a:pathLst>
            </a:custGeom>
            <a:solidFill>
              <a:srgbClr val="94A5B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616" name="Google Shape;19616;p47"/>
            <p:cNvSpPr/>
            <p:nvPr/>
          </p:nvSpPr>
          <p:spPr>
            <a:xfrm>
              <a:off x="1438517" y="3086981"/>
              <a:ext cx="102579" cy="129083"/>
            </a:xfrm>
            <a:custGeom>
              <a:rect b="b" l="l" r="r" t="t"/>
              <a:pathLst>
                <a:path extrusionOk="0" h="4924" w="3913">
                  <a:moveTo>
                    <a:pt x="3292" y="1"/>
                  </a:moveTo>
                  <a:lnTo>
                    <a:pt x="231" y="2946"/>
                  </a:lnTo>
                  <a:cubicBezTo>
                    <a:pt x="87" y="3234"/>
                    <a:pt x="0" y="3552"/>
                    <a:pt x="15" y="3884"/>
                  </a:cubicBezTo>
                  <a:lnTo>
                    <a:pt x="15" y="4923"/>
                  </a:lnTo>
                  <a:cubicBezTo>
                    <a:pt x="15" y="4678"/>
                    <a:pt x="101" y="4447"/>
                    <a:pt x="275" y="4274"/>
                  </a:cubicBezTo>
                  <a:lnTo>
                    <a:pt x="3912" y="636"/>
                  </a:lnTo>
                  <a:lnTo>
                    <a:pt x="3292" y="1"/>
                  </a:lnTo>
                  <a:close/>
                </a:path>
              </a:pathLst>
            </a:custGeom>
            <a:solidFill>
              <a:srgbClr val="94A5B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617" name="Google Shape;19617;p47"/>
            <p:cNvSpPr/>
            <p:nvPr/>
          </p:nvSpPr>
          <p:spPr>
            <a:xfrm>
              <a:off x="1515903" y="2943559"/>
              <a:ext cx="178839" cy="114900"/>
            </a:xfrm>
            <a:custGeom>
              <a:rect b="b" l="l" r="r" t="t"/>
              <a:pathLst>
                <a:path extrusionOk="0" h="4383" w="6822">
                  <a:moveTo>
                    <a:pt x="5334" y="1"/>
                  </a:moveTo>
                  <a:cubicBezTo>
                    <a:pt x="4872" y="1"/>
                    <a:pt x="4872" y="694"/>
                    <a:pt x="5334" y="694"/>
                  </a:cubicBezTo>
                  <a:lnTo>
                    <a:pt x="5652" y="694"/>
                  </a:lnTo>
                  <a:lnTo>
                    <a:pt x="3602" y="2729"/>
                  </a:lnTo>
                  <a:lnTo>
                    <a:pt x="2707" y="1834"/>
                  </a:lnTo>
                  <a:cubicBezTo>
                    <a:pt x="2642" y="1762"/>
                    <a:pt x="2555" y="1726"/>
                    <a:pt x="2467" y="1726"/>
                  </a:cubicBezTo>
                  <a:cubicBezTo>
                    <a:pt x="2379" y="1726"/>
                    <a:pt x="2288" y="1762"/>
                    <a:pt x="2216" y="1834"/>
                  </a:cubicBezTo>
                  <a:lnTo>
                    <a:pt x="267" y="3783"/>
                  </a:lnTo>
                  <a:cubicBezTo>
                    <a:pt x="1" y="4027"/>
                    <a:pt x="238" y="4382"/>
                    <a:pt x="513" y="4382"/>
                  </a:cubicBezTo>
                  <a:cubicBezTo>
                    <a:pt x="596" y="4382"/>
                    <a:pt x="681" y="4350"/>
                    <a:pt x="758" y="4274"/>
                  </a:cubicBezTo>
                  <a:lnTo>
                    <a:pt x="2462" y="2556"/>
                  </a:lnTo>
                  <a:lnTo>
                    <a:pt x="3371" y="3465"/>
                  </a:lnTo>
                  <a:cubicBezTo>
                    <a:pt x="3436" y="3530"/>
                    <a:pt x="3523" y="3563"/>
                    <a:pt x="3609" y="3563"/>
                  </a:cubicBezTo>
                  <a:cubicBezTo>
                    <a:pt x="3696" y="3563"/>
                    <a:pt x="3782" y="3530"/>
                    <a:pt x="3847" y="3465"/>
                  </a:cubicBezTo>
                  <a:lnTo>
                    <a:pt x="6143" y="1170"/>
                  </a:lnTo>
                  <a:lnTo>
                    <a:pt x="6143" y="1488"/>
                  </a:lnTo>
                  <a:cubicBezTo>
                    <a:pt x="6143" y="1719"/>
                    <a:pt x="6312" y="1834"/>
                    <a:pt x="6482" y="1834"/>
                  </a:cubicBezTo>
                  <a:cubicBezTo>
                    <a:pt x="6651" y="1834"/>
                    <a:pt x="6821" y="1719"/>
                    <a:pt x="6821" y="1488"/>
                  </a:cubicBezTo>
                  <a:lnTo>
                    <a:pt x="6821" y="347"/>
                  </a:lnTo>
                  <a:cubicBezTo>
                    <a:pt x="6821" y="160"/>
                    <a:pt x="6677" y="1"/>
                    <a:pt x="6489" y="1"/>
                  </a:cubicBezTo>
                  <a:close/>
                </a:path>
              </a:pathLst>
            </a:custGeom>
            <a:solidFill>
              <a:srgbClr val="94A5B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9618" name="Google Shape;19618;p47"/>
          <p:cNvGrpSpPr/>
          <p:nvPr/>
        </p:nvGrpSpPr>
        <p:grpSpPr>
          <a:xfrm>
            <a:off x="2294122" y="2946600"/>
            <a:ext cx="373931" cy="271352"/>
            <a:chOff x="2294122" y="2946600"/>
            <a:chExt cx="373931" cy="271352"/>
          </a:xfrm>
        </p:grpSpPr>
        <p:sp>
          <p:nvSpPr>
            <p:cNvPr id="19619" name="Google Shape;19619;p47"/>
            <p:cNvSpPr/>
            <p:nvPr/>
          </p:nvSpPr>
          <p:spPr>
            <a:xfrm>
              <a:off x="2312289" y="2946600"/>
              <a:ext cx="337597" cy="247129"/>
            </a:xfrm>
            <a:custGeom>
              <a:rect b="b" l="l" r="r" t="t"/>
              <a:pathLst>
                <a:path extrusionOk="0" h="9427" w="12878">
                  <a:moveTo>
                    <a:pt x="463" y="0"/>
                  </a:moveTo>
                  <a:cubicBezTo>
                    <a:pt x="203" y="0"/>
                    <a:pt x="1" y="203"/>
                    <a:pt x="1" y="462"/>
                  </a:cubicBezTo>
                  <a:lnTo>
                    <a:pt x="1" y="9427"/>
                  </a:lnTo>
                  <a:lnTo>
                    <a:pt x="12877" y="9427"/>
                  </a:lnTo>
                  <a:lnTo>
                    <a:pt x="12877" y="462"/>
                  </a:lnTo>
                  <a:cubicBezTo>
                    <a:pt x="12877" y="203"/>
                    <a:pt x="12675" y="0"/>
                    <a:pt x="12415" y="0"/>
                  </a:cubicBezTo>
                  <a:close/>
                </a:path>
              </a:pathLst>
            </a:custGeom>
            <a:solidFill>
              <a:srgbClr val="91A8B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620" name="Google Shape;19620;p47"/>
            <p:cNvSpPr/>
            <p:nvPr/>
          </p:nvSpPr>
          <p:spPr>
            <a:xfrm>
              <a:off x="2336511" y="2970823"/>
              <a:ext cx="289151" cy="192628"/>
            </a:xfrm>
            <a:custGeom>
              <a:rect b="b" l="l" r="r" t="t"/>
              <a:pathLst>
                <a:path extrusionOk="0" h="7348" w="11030">
                  <a:moveTo>
                    <a:pt x="232" y="0"/>
                  </a:moveTo>
                  <a:cubicBezTo>
                    <a:pt x="102" y="0"/>
                    <a:pt x="1" y="101"/>
                    <a:pt x="1" y="231"/>
                  </a:cubicBezTo>
                  <a:lnTo>
                    <a:pt x="1" y="7117"/>
                  </a:lnTo>
                  <a:cubicBezTo>
                    <a:pt x="1" y="7247"/>
                    <a:pt x="102" y="7348"/>
                    <a:pt x="232" y="7348"/>
                  </a:cubicBezTo>
                  <a:lnTo>
                    <a:pt x="10798" y="7348"/>
                  </a:lnTo>
                  <a:cubicBezTo>
                    <a:pt x="10928" y="7348"/>
                    <a:pt x="11029" y="7247"/>
                    <a:pt x="11029" y="7117"/>
                  </a:cubicBezTo>
                  <a:lnTo>
                    <a:pt x="11029" y="231"/>
                  </a:lnTo>
                  <a:cubicBezTo>
                    <a:pt x="11029" y="101"/>
                    <a:pt x="10928" y="0"/>
                    <a:pt x="10798" y="0"/>
                  </a:cubicBezTo>
                  <a:close/>
                </a:path>
              </a:pathLst>
            </a:custGeom>
            <a:solidFill>
              <a:srgbClr val="EFF1F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621" name="Google Shape;19621;p47"/>
            <p:cNvSpPr/>
            <p:nvPr/>
          </p:nvSpPr>
          <p:spPr>
            <a:xfrm>
              <a:off x="2336511" y="3127483"/>
              <a:ext cx="168798" cy="35967"/>
            </a:xfrm>
            <a:custGeom>
              <a:rect b="b" l="l" r="r" t="t"/>
              <a:pathLst>
                <a:path extrusionOk="0" h="1372" w="6439">
                  <a:moveTo>
                    <a:pt x="1" y="1"/>
                  </a:moveTo>
                  <a:lnTo>
                    <a:pt x="1" y="1141"/>
                  </a:lnTo>
                  <a:cubicBezTo>
                    <a:pt x="1" y="1271"/>
                    <a:pt x="102" y="1372"/>
                    <a:pt x="232" y="1372"/>
                  </a:cubicBezTo>
                  <a:lnTo>
                    <a:pt x="6439" y="1372"/>
                  </a:lnTo>
                  <a:lnTo>
                    <a:pt x="6439" y="1"/>
                  </a:lnTo>
                  <a:close/>
                </a:path>
              </a:pathLst>
            </a:custGeom>
            <a:solidFill>
              <a:srgbClr val="BCC9D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622" name="Google Shape;19622;p47"/>
            <p:cNvSpPr/>
            <p:nvPr/>
          </p:nvSpPr>
          <p:spPr>
            <a:xfrm>
              <a:off x="2505284" y="2970823"/>
              <a:ext cx="120379" cy="96130"/>
            </a:xfrm>
            <a:custGeom>
              <a:rect b="b" l="l" r="r" t="t"/>
              <a:pathLst>
                <a:path extrusionOk="0" h="3667" w="4592">
                  <a:moveTo>
                    <a:pt x="1" y="0"/>
                  </a:moveTo>
                  <a:lnTo>
                    <a:pt x="1" y="3667"/>
                  </a:lnTo>
                  <a:lnTo>
                    <a:pt x="4591" y="3667"/>
                  </a:lnTo>
                  <a:lnTo>
                    <a:pt x="4591" y="231"/>
                  </a:lnTo>
                  <a:cubicBezTo>
                    <a:pt x="4591" y="101"/>
                    <a:pt x="4490" y="0"/>
                    <a:pt x="4360" y="0"/>
                  </a:cubicBezTo>
                  <a:close/>
                </a:path>
              </a:pathLst>
            </a:custGeom>
            <a:solidFill>
              <a:srgbClr val="BBC8D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623" name="Google Shape;19623;p47"/>
            <p:cNvSpPr/>
            <p:nvPr/>
          </p:nvSpPr>
          <p:spPr>
            <a:xfrm>
              <a:off x="2505284" y="3066927"/>
              <a:ext cx="120379" cy="96524"/>
            </a:xfrm>
            <a:custGeom>
              <a:rect b="b" l="l" r="r" t="t"/>
              <a:pathLst>
                <a:path extrusionOk="0" h="3682" w="4592">
                  <a:moveTo>
                    <a:pt x="1" y="1"/>
                  </a:moveTo>
                  <a:lnTo>
                    <a:pt x="1" y="3682"/>
                  </a:lnTo>
                  <a:lnTo>
                    <a:pt x="4360" y="3682"/>
                  </a:lnTo>
                  <a:cubicBezTo>
                    <a:pt x="4490" y="3682"/>
                    <a:pt x="4591" y="3581"/>
                    <a:pt x="4591" y="3451"/>
                  </a:cubicBezTo>
                  <a:lnTo>
                    <a:pt x="4591" y="1"/>
                  </a:lnTo>
                  <a:close/>
                </a:path>
              </a:pathLst>
            </a:custGeom>
            <a:solidFill>
              <a:srgbClr val="D3DCE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624" name="Google Shape;19624;p47"/>
            <p:cNvSpPr/>
            <p:nvPr/>
          </p:nvSpPr>
          <p:spPr>
            <a:xfrm>
              <a:off x="2294122" y="3187647"/>
              <a:ext cx="373931" cy="30305"/>
            </a:xfrm>
            <a:custGeom>
              <a:rect b="b" l="l" r="r" t="t"/>
              <a:pathLst>
                <a:path extrusionOk="0" h="1156" w="14264">
                  <a:moveTo>
                    <a:pt x="232" y="1"/>
                  </a:moveTo>
                  <a:cubicBezTo>
                    <a:pt x="102" y="1"/>
                    <a:pt x="1" y="102"/>
                    <a:pt x="1" y="232"/>
                  </a:cubicBezTo>
                  <a:lnTo>
                    <a:pt x="1" y="694"/>
                  </a:lnTo>
                  <a:cubicBezTo>
                    <a:pt x="1" y="939"/>
                    <a:pt x="217" y="1156"/>
                    <a:pt x="463" y="1156"/>
                  </a:cubicBezTo>
                  <a:lnTo>
                    <a:pt x="13801" y="1156"/>
                  </a:lnTo>
                  <a:cubicBezTo>
                    <a:pt x="14047" y="1156"/>
                    <a:pt x="14263" y="939"/>
                    <a:pt x="14263" y="694"/>
                  </a:cubicBezTo>
                  <a:lnTo>
                    <a:pt x="14263" y="232"/>
                  </a:lnTo>
                  <a:cubicBezTo>
                    <a:pt x="14263" y="102"/>
                    <a:pt x="14162" y="1"/>
                    <a:pt x="14032" y="1"/>
                  </a:cubicBezTo>
                  <a:close/>
                </a:path>
              </a:pathLst>
            </a:custGeom>
            <a:solidFill>
              <a:srgbClr val="E9EDF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625" name="Google Shape;19625;p47"/>
            <p:cNvSpPr/>
            <p:nvPr/>
          </p:nvSpPr>
          <p:spPr>
            <a:xfrm>
              <a:off x="2294122" y="3187647"/>
              <a:ext cx="373931" cy="12138"/>
            </a:xfrm>
            <a:custGeom>
              <a:rect b="b" l="l" r="r" t="t"/>
              <a:pathLst>
                <a:path extrusionOk="0" h="463" w="14264">
                  <a:moveTo>
                    <a:pt x="232" y="1"/>
                  </a:moveTo>
                  <a:cubicBezTo>
                    <a:pt x="102" y="1"/>
                    <a:pt x="1" y="102"/>
                    <a:pt x="1" y="232"/>
                  </a:cubicBezTo>
                  <a:lnTo>
                    <a:pt x="1" y="463"/>
                  </a:lnTo>
                  <a:lnTo>
                    <a:pt x="14263" y="463"/>
                  </a:lnTo>
                  <a:lnTo>
                    <a:pt x="14263" y="232"/>
                  </a:lnTo>
                  <a:cubicBezTo>
                    <a:pt x="14263" y="102"/>
                    <a:pt x="14162" y="1"/>
                    <a:pt x="14032" y="1"/>
                  </a:cubicBezTo>
                  <a:close/>
                </a:path>
              </a:pathLst>
            </a:custGeom>
            <a:solidFill>
              <a:srgbClr val="EFF2F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626" name="Google Shape;19626;p47"/>
            <p:cNvSpPr/>
            <p:nvPr/>
          </p:nvSpPr>
          <p:spPr>
            <a:xfrm>
              <a:off x="2444753" y="3187647"/>
              <a:ext cx="72668" cy="18193"/>
            </a:xfrm>
            <a:custGeom>
              <a:rect b="b" l="l" r="r" t="t"/>
              <a:pathLst>
                <a:path extrusionOk="0" h="694" w="2772">
                  <a:moveTo>
                    <a:pt x="0" y="1"/>
                  </a:moveTo>
                  <a:lnTo>
                    <a:pt x="332" y="492"/>
                  </a:lnTo>
                  <a:cubicBezTo>
                    <a:pt x="419" y="607"/>
                    <a:pt x="563" y="694"/>
                    <a:pt x="707" y="694"/>
                  </a:cubicBezTo>
                  <a:lnTo>
                    <a:pt x="2064" y="694"/>
                  </a:lnTo>
                  <a:cubicBezTo>
                    <a:pt x="2209" y="694"/>
                    <a:pt x="2353" y="607"/>
                    <a:pt x="2440" y="492"/>
                  </a:cubicBezTo>
                  <a:lnTo>
                    <a:pt x="2772" y="1"/>
                  </a:lnTo>
                  <a:close/>
                </a:path>
              </a:pathLst>
            </a:custGeom>
            <a:solidFill>
              <a:srgbClr val="BCC9D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627" name="Google Shape;19627;p47"/>
            <p:cNvSpPr/>
            <p:nvPr/>
          </p:nvSpPr>
          <p:spPr>
            <a:xfrm>
              <a:off x="2535195" y="3043097"/>
              <a:ext cx="60557" cy="24249"/>
            </a:xfrm>
            <a:custGeom>
              <a:rect b="b" l="l" r="r" t="t"/>
              <a:pathLst>
                <a:path extrusionOk="0" h="925" w="2310">
                  <a:moveTo>
                    <a:pt x="693" y="0"/>
                  </a:moveTo>
                  <a:lnTo>
                    <a:pt x="318" y="116"/>
                  </a:lnTo>
                  <a:cubicBezTo>
                    <a:pt x="130" y="188"/>
                    <a:pt x="0" y="361"/>
                    <a:pt x="0" y="563"/>
                  </a:cubicBezTo>
                  <a:lnTo>
                    <a:pt x="0" y="924"/>
                  </a:lnTo>
                  <a:lnTo>
                    <a:pt x="2310" y="924"/>
                  </a:lnTo>
                  <a:lnTo>
                    <a:pt x="2310" y="563"/>
                  </a:lnTo>
                  <a:cubicBezTo>
                    <a:pt x="2310" y="361"/>
                    <a:pt x="2180" y="188"/>
                    <a:pt x="1992" y="116"/>
                  </a:cubicBezTo>
                  <a:lnTo>
                    <a:pt x="1617" y="0"/>
                  </a:lnTo>
                  <a:close/>
                </a:path>
              </a:pathLst>
            </a:custGeom>
            <a:solidFill>
              <a:srgbClr val="72889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628" name="Google Shape;19628;p47"/>
            <p:cNvSpPr/>
            <p:nvPr/>
          </p:nvSpPr>
          <p:spPr>
            <a:xfrm>
              <a:off x="2553362" y="3024930"/>
              <a:ext cx="24223" cy="30305"/>
            </a:xfrm>
            <a:custGeom>
              <a:rect b="b" l="l" r="r" t="t"/>
              <a:pathLst>
                <a:path extrusionOk="0" h="1156" w="924">
                  <a:moveTo>
                    <a:pt x="0" y="1"/>
                  </a:moveTo>
                  <a:lnTo>
                    <a:pt x="0" y="693"/>
                  </a:lnTo>
                  <a:cubicBezTo>
                    <a:pt x="0" y="939"/>
                    <a:pt x="202" y="1155"/>
                    <a:pt x="462" y="1155"/>
                  </a:cubicBezTo>
                  <a:cubicBezTo>
                    <a:pt x="707" y="1155"/>
                    <a:pt x="924" y="939"/>
                    <a:pt x="924" y="693"/>
                  </a:cubicBezTo>
                  <a:lnTo>
                    <a:pt x="924" y="1"/>
                  </a:lnTo>
                  <a:close/>
                </a:path>
              </a:pathLst>
            </a:custGeom>
            <a:solidFill>
              <a:srgbClr val="94A5B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629" name="Google Shape;19629;p47"/>
            <p:cNvSpPr/>
            <p:nvPr/>
          </p:nvSpPr>
          <p:spPr>
            <a:xfrm>
              <a:off x="2547306" y="2994652"/>
              <a:ext cx="36334" cy="42416"/>
            </a:xfrm>
            <a:custGeom>
              <a:rect b="b" l="l" r="r" t="t"/>
              <a:pathLst>
                <a:path extrusionOk="0" h="1618" w="1386">
                  <a:moveTo>
                    <a:pt x="462" y="1"/>
                  </a:moveTo>
                  <a:cubicBezTo>
                    <a:pt x="202" y="1"/>
                    <a:pt x="0" y="217"/>
                    <a:pt x="0" y="463"/>
                  </a:cubicBezTo>
                  <a:lnTo>
                    <a:pt x="0" y="925"/>
                  </a:lnTo>
                  <a:cubicBezTo>
                    <a:pt x="0" y="1300"/>
                    <a:pt x="318" y="1617"/>
                    <a:pt x="693" y="1617"/>
                  </a:cubicBezTo>
                  <a:cubicBezTo>
                    <a:pt x="1068" y="1617"/>
                    <a:pt x="1386" y="1300"/>
                    <a:pt x="1386" y="925"/>
                  </a:cubicBezTo>
                  <a:lnTo>
                    <a:pt x="1386" y="463"/>
                  </a:lnTo>
                  <a:cubicBezTo>
                    <a:pt x="1386" y="217"/>
                    <a:pt x="1169" y="1"/>
                    <a:pt x="924" y="1"/>
                  </a:cubicBezTo>
                  <a:close/>
                </a:path>
              </a:pathLst>
            </a:custGeom>
            <a:solidFill>
              <a:srgbClr val="BCC9D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630" name="Google Shape;19630;p47"/>
            <p:cNvSpPr/>
            <p:nvPr/>
          </p:nvSpPr>
          <p:spPr>
            <a:xfrm>
              <a:off x="2547306" y="2994652"/>
              <a:ext cx="24249" cy="42337"/>
            </a:xfrm>
            <a:custGeom>
              <a:rect b="b" l="l" r="r" t="t"/>
              <a:pathLst>
                <a:path extrusionOk="0" h="1615" w="925">
                  <a:moveTo>
                    <a:pt x="462" y="1"/>
                  </a:moveTo>
                  <a:cubicBezTo>
                    <a:pt x="202" y="1"/>
                    <a:pt x="0" y="217"/>
                    <a:pt x="0" y="463"/>
                  </a:cubicBezTo>
                  <a:lnTo>
                    <a:pt x="0" y="925"/>
                  </a:lnTo>
                  <a:cubicBezTo>
                    <a:pt x="0" y="1319"/>
                    <a:pt x="327" y="1614"/>
                    <a:pt x="693" y="1614"/>
                  </a:cubicBezTo>
                  <a:cubicBezTo>
                    <a:pt x="769" y="1614"/>
                    <a:pt x="847" y="1602"/>
                    <a:pt x="924" y="1574"/>
                  </a:cubicBezTo>
                  <a:cubicBezTo>
                    <a:pt x="650" y="1473"/>
                    <a:pt x="462" y="1213"/>
                    <a:pt x="462" y="925"/>
                  </a:cubicBezTo>
                  <a:lnTo>
                    <a:pt x="462" y="463"/>
                  </a:lnTo>
                  <a:cubicBezTo>
                    <a:pt x="462" y="217"/>
                    <a:pt x="664" y="1"/>
                    <a:pt x="924" y="1"/>
                  </a:cubicBezTo>
                  <a:close/>
                </a:path>
              </a:pathLst>
            </a:custGeom>
            <a:solidFill>
              <a:srgbClr val="AABBC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631" name="Google Shape;19631;p47"/>
            <p:cNvSpPr/>
            <p:nvPr/>
          </p:nvSpPr>
          <p:spPr>
            <a:xfrm>
              <a:off x="2547306" y="2994652"/>
              <a:ext cx="36334" cy="18193"/>
            </a:xfrm>
            <a:custGeom>
              <a:rect b="b" l="l" r="r" t="t"/>
              <a:pathLst>
                <a:path extrusionOk="0" h="694" w="1386">
                  <a:moveTo>
                    <a:pt x="462" y="1"/>
                  </a:moveTo>
                  <a:cubicBezTo>
                    <a:pt x="202" y="1"/>
                    <a:pt x="0" y="203"/>
                    <a:pt x="0" y="463"/>
                  </a:cubicBezTo>
                  <a:cubicBezTo>
                    <a:pt x="448" y="593"/>
                    <a:pt x="910" y="665"/>
                    <a:pt x="1386" y="694"/>
                  </a:cubicBezTo>
                  <a:lnTo>
                    <a:pt x="1386" y="463"/>
                  </a:lnTo>
                  <a:cubicBezTo>
                    <a:pt x="1386" y="203"/>
                    <a:pt x="1169" y="1"/>
                    <a:pt x="924" y="1"/>
                  </a:cubicBezTo>
                  <a:close/>
                </a:path>
              </a:pathLst>
            </a:custGeom>
            <a:solidFill>
              <a:srgbClr val="5C728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632" name="Google Shape;19632;p47"/>
            <p:cNvSpPr/>
            <p:nvPr/>
          </p:nvSpPr>
          <p:spPr>
            <a:xfrm>
              <a:off x="2547306" y="2994652"/>
              <a:ext cx="24249" cy="15178"/>
            </a:xfrm>
            <a:custGeom>
              <a:rect b="b" l="l" r="r" t="t"/>
              <a:pathLst>
                <a:path extrusionOk="0" h="579" w="925">
                  <a:moveTo>
                    <a:pt x="462" y="1"/>
                  </a:moveTo>
                  <a:cubicBezTo>
                    <a:pt x="202" y="1"/>
                    <a:pt x="0" y="217"/>
                    <a:pt x="0" y="463"/>
                  </a:cubicBezTo>
                  <a:cubicBezTo>
                    <a:pt x="159" y="506"/>
                    <a:pt x="303" y="549"/>
                    <a:pt x="462" y="578"/>
                  </a:cubicBezTo>
                  <a:lnTo>
                    <a:pt x="462" y="463"/>
                  </a:lnTo>
                  <a:cubicBezTo>
                    <a:pt x="462" y="217"/>
                    <a:pt x="664" y="1"/>
                    <a:pt x="924" y="1"/>
                  </a:cubicBezTo>
                  <a:close/>
                </a:path>
              </a:pathLst>
            </a:custGeom>
            <a:solidFill>
              <a:srgbClr val="667A8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633" name="Google Shape;19633;p47"/>
            <p:cNvSpPr/>
            <p:nvPr/>
          </p:nvSpPr>
          <p:spPr>
            <a:xfrm>
              <a:off x="2535195" y="3139595"/>
              <a:ext cx="60557" cy="23856"/>
            </a:xfrm>
            <a:custGeom>
              <a:rect b="b" l="l" r="r" t="t"/>
              <a:pathLst>
                <a:path extrusionOk="0" h="910" w="2310">
                  <a:moveTo>
                    <a:pt x="693" y="0"/>
                  </a:moveTo>
                  <a:lnTo>
                    <a:pt x="318" y="116"/>
                  </a:lnTo>
                  <a:cubicBezTo>
                    <a:pt x="130" y="174"/>
                    <a:pt x="0" y="361"/>
                    <a:pt x="0" y="549"/>
                  </a:cubicBezTo>
                  <a:lnTo>
                    <a:pt x="0" y="910"/>
                  </a:lnTo>
                  <a:lnTo>
                    <a:pt x="2310" y="910"/>
                  </a:lnTo>
                  <a:lnTo>
                    <a:pt x="2310" y="549"/>
                  </a:lnTo>
                  <a:cubicBezTo>
                    <a:pt x="2310" y="361"/>
                    <a:pt x="2180" y="174"/>
                    <a:pt x="1992" y="116"/>
                  </a:cubicBezTo>
                  <a:lnTo>
                    <a:pt x="1617" y="0"/>
                  </a:lnTo>
                  <a:close/>
                </a:path>
              </a:pathLst>
            </a:custGeom>
            <a:solidFill>
              <a:srgbClr val="A9BAC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634" name="Google Shape;19634;p47"/>
            <p:cNvSpPr/>
            <p:nvPr/>
          </p:nvSpPr>
          <p:spPr>
            <a:xfrm>
              <a:off x="2553362" y="3121428"/>
              <a:ext cx="24223" cy="29911"/>
            </a:xfrm>
            <a:custGeom>
              <a:rect b="b" l="l" r="r" t="t"/>
              <a:pathLst>
                <a:path extrusionOk="0" h="1141" w="924">
                  <a:moveTo>
                    <a:pt x="0" y="1"/>
                  </a:moveTo>
                  <a:lnTo>
                    <a:pt x="0" y="693"/>
                  </a:lnTo>
                  <a:cubicBezTo>
                    <a:pt x="0" y="939"/>
                    <a:pt x="202" y="1141"/>
                    <a:pt x="462" y="1141"/>
                  </a:cubicBezTo>
                  <a:cubicBezTo>
                    <a:pt x="707" y="1141"/>
                    <a:pt x="924" y="939"/>
                    <a:pt x="924" y="693"/>
                  </a:cubicBezTo>
                  <a:lnTo>
                    <a:pt x="924" y="1"/>
                  </a:lnTo>
                  <a:close/>
                </a:path>
              </a:pathLst>
            </a:custGeom>
            <a:solidFill>
              <a:srgbClr val="94A5B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635" name="Google Shape;19635;p47"/>
            <p:cNvSpPr/>
            <p:nvPr/>
          </p:nvSpPr>
          <p:spPr>
            <a:xfrm>
              <a:off x="2547306" y="3091543"/>
              <a:ext cx="36334" cy="42023"/>
            </a:xfrm>
            <a:custGeom>
              <a:rect b="b" l="l" r="r" t="t"/>
              <a:pathLst>
                <a:path extrusionOk="0" h="1603" w="1386">
                  <a:moveTo>
                    <a:pt x="462" y="0"/>
                  </a:moveTo>
                  <a:cubicBezTo>
                    <a:pt x="217" y="0"/>
                    <a:pt x="15" y="202"/>
                    <a:pt x="15" y="462"/>
                  </a:cubicBezTo>
                  <a:lnTo>
                    <a:pt x="15" y="910"/>
                  </a:lnTo>
                  <a:cubicBezTo>
                    <a:pt x="0" y="1285"/>
                    <a:pt x="318" y="1588"/>
                    <a:pt x="693" y="1602"/>
                  </a:cubicBezTo>
                  <a:cubicBezTo>
                    <a:pt x="1068" y="1602"/>
                    <a:pt x="1386" y="1299"/>
                    <a:pt x="1386" y="910"/>
                  </a:cubicBezTo>
                  <a:lnTo>
                    <a:pt x="1386" y="462"/>
                  </a:lnTo>
                  <a:cubicBezTo>
                    <a:pt x="1386" y="202"/>
                    <a:pt x="1184" y="0"/>
                    <a:pt x="924" y="0"/>
                  </a:cubicBezTo>
                  <a:close/>
                </a:path>
              </a:pathLst>
            </a:custGeom>
            <a:solidFill>
              <a:srgbClr val="BCC9D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636" name="Google Shape;19636;p47"/>
            <p:cNvSpPr/>
            <p:nvPr/>
          </p:nvSpPr>
          <p:spPr>
            <a:xfrm>
              <a:off x="2547306" y="3091543"/>
              <a:ext cx="24249" cy="42101"/>
            </a:xfrm>
            <a:custGeom>
              <a:rect b="b" l="l" r="r" t="t"/>
              <a:pathLst>
                <a:path extrusionOk="0" h="1606" w="925">
                  <a:moveTo>
                    <a:pt x="462" y="0"/>
                  </a:moveTo>
                  <a:cubicBezTo>
                    <a:pt x="217" y="0"/>
                    <a:pt x="0" y="202"/>
                    <a:pt x="15" y="462"/>
                  </a:cubicBezTo>
                  <a:lnTo>
                    <a:pt x="15" y="910"/>
                  </a:lnTo>
                  <a:cubicBezTo>
                    <a:pt x="3" y="1311"/>
                    <a:pt x="319" y="1606"/>
                    <a:pt x="679" y="1606"/>
                  </a:cubicBezTo>
                  <a:cubicBezTo>
                    <a:pt x="759" y="1606"/>
                    <a:pt x="842" y="1591"/>
                    <a:pt x="924" y="1559"/>
                  </a:cubicBezTo>
                  <a:cubicBezTo>
                    <a:pt x="650" y="1473"/>
                    <a:pt x="462" y="1198"/>
                    <a:pt x="462" y="910"/>
                  </a:cubicBezTo>
                  <a:lnTo>
                    <a:pt x="462" y="462"/>
                  </a:lnTo>
                  <a:cubicBezTo>
                    <a:pt x="462" y="202"/>
                    <a:pt x="664" y="0"/>
                    <a:pt x="924" y="0"/>
                  </a:cubicBezTo>
                  <a:close/>
                </a:path>
              </a:pathLst>
            </a:custGeom>
            <a:solidFill>
              <a:srgbClr val="AABBC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637" name="Google Shape;19637;p47"/>
            <p:cNvSpPr/>
            <p:nvPr/>
          </p:nvSpPr>
          <p:spPr>
            <a:xfrm>
              <a:off x="2547306" y="3091149"/>
              <a:ext cx="36334" cy="18193"/>
            </a:xfrm>
            <a:custGeom>
              <a:rect b="b" l="l" r="r" t="t"/>
              <a:pathLst>
                <a:path extrusionOk="0" h="694" w="1386">
                  <a:moveTo>
                    <a:pt x="462" y="1"/>
                  </a:moveTo>
                  <a:cubicBezTo>
                    <a:pt x="202" y="1"/>
                    <a:pt x="0" y="217"/>
                    <a:pt x="15" y="477"/>
                  </a:cubicBezTo>
                  <a:cubicBezTo>
                    <a:pt x="462" y="607"/>
                    <a:pt x="924" y="679"/>
                    <a:pt x="1386" y="694"/>
                  </a:cubicBezTo>
                  <a:lnTo>
                    <a:pt x="1386" y="477"/>
                  </a:lnTo>
                  <a:cubicBezTo>
                    <a:pt x="1386" y="217"/>
                    <a:pt x="1184" y="1"/>
                    <a:pt x="924" y="1"/>
                  </a:cubicBezTo>
                  <a:close/>
                </a:path>
              </a:pathLst>
            </a:custGeom>
            <a:solidFill>
              <a:srgbClr val="5C728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638" name="Google Shape;19638;p47"/>
            <p:cNvSpPr/>
            <p:nvPr/>
          </p:nvSpPr>
          <p:spPr>
            <a:xfrm>
              <a:off x="2547306" y="3091543"/>
              <a:ext cx="24249" cy="14785"/>
            </a:xfrm>
            <a:custGeom>
              <a:rect b="b" l="l" r="r" t="t"/>
              <a:pathLst>
                <a:path extrusionOk="0" h="564" w="925">
                  <a:moveTo>
                    <a:pt x="462" y="0"/>
                  </a:moveTo>
                  <a:cubicBezTo>
                    <a:pt x="217" y="0"/>
                    <a:pt x="0" y="202"/>
                    <a:pt x="15" y="462"/>
                  </a:cubicBezTo>
                  <a:cubicBezTo>
                    <a:pt x="159" y="505"/>
                    <a:pt x="318" y="534"/>
                    <a:pt x="462" y="563"/>
                  </a:cubicBezTo>
                  <a:lnTo>
                    <a:pt x="462" y="462"/>
                  </a:lnTo>
                  <a:cubicBezTo>
                    <a:pt x="462" y="202"/>
                    <a:pt x="664" y="0"/>
                    <a:pt x="924" y="0"/>
                  </a:cubicBezTo>
                  <a:close/>
                </a:path>
              </a:pathLst>
            </a:custGeom>
            <a:solidFill>
              <a:srgbClr val="667A8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639" name="Google Shape;19639;p47"/>
            <p:cNvSpPr/>
            <p:nvPr/>
          </p:nvSpPr>
          <p:spPr>
            <a:xfrm>
              <a:off x="2384563" y="3049153"/>
              <a:ext cx="72327" cy="90075"/>
            </a:xfrm>
            <a:custGeom>
              <a:rect b="b" l="l" r="r" t="t"/>
              <a:pathLst>
                <a:path extrusionOk="0" h="3436" w="2759">
                  <a:moveTo>
                    <a:pt x="925" y="0"/>
                  </a:moveTo>
                  <a:lnTo>
                    <a:pt x="925" y="448"/>
                  </a:lnTo>
                  <a:cubicBezTo>
                    <a:pt x="925" y="534"/>
                    <a:pt x="867" y="621"/>
                    <a:pt x="795" y="650"/>
                  </a:cubicBezTo>
                  <a:lnTo>
                    <a:pt x="246" y="924"/>
                  </a:lnTo>
                  <a:cubicBezTo>
                    <a:pt x="102" y="996"/>
                    <a:pt x="1" y="1155"/>
                    <a:pt x="1" y="1328"/>
                  </a:cubicBezTo>
                  <a:lnTo>
                    <a:pt x="1" y="3205"/>
                  </a:lnTo>
                  <a:cubicBezTo>
                    <a:pt x="1" y="3335"/>
                    <a:pt x="102" y="3436"/>
                    <a:pt x="232" y="3436"/>
                  </a:cubicBezTo>
                  <a:lnTo>
                    <a:pt x="2527" y="3436"/>
                  </a:lnTo>
                  <a:cubicBezTo>
                    <a:pt x="2657" y="3436"/>
                    <a:pt x="2758" y="3335"/>
                    <a:pt x="2758" y="3205"/>
                  </a:cubicBezTo>
                  <a:lnTo>
                    <a:pt x="2758" y="1343"/>
                  </a:lnTo>
                  <a:cubicBezTo>
                    <a:pt x="2758" y="1170"/>
                    <a:pt x="2657" y="1011"/>
                    <a:pt x="2513" y="924"/>
                  </a:cubicBezTo>
                  <a:lnTo>
                    <a:pt x="1964" y="664"/>
                  </a:lnTo>
                  <a:cubicBezTo>
                    <a:pt x="1892" y="621"/>
                    <a:pt x="1834" y="549"/>
                    <a:pt x="1834" y="462"/>
                  </a:cubicBezTo>
                  <a:lnTo>
                    <a:pt x="1834" y="0"/>
                  </a:lnTo>
                  <a:close/>
                </a:path>
              </a:pathLst>
            </a:custGeom>
            <a:solidFill>
              <a:srgbClr val="AABBC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640" name="Google Shape;19640;p47"/>
            <p:cNvSpPr/>
            <p:nvPr/>
          </p:nvSpPr>
          <p:spPr>
            <a:xfrm>
              <a:off x="2407659" y="3048760"/>
              <a:ext cx="26503" cy="18115"/>
            </a:xfrm>
            <a:custGeom>
              <a:rect b="b" l="l" r="r" t="t"/>
              <a:pathLst>
                <a:path extrusionOk="0" h="691" w="1011">
                  <a:moveTo>
                    <a:pt x="968" y="1"/>
                  </a:moveTo>
                  <a:lnTo>
                    <a:pt x="44" y="15"/>
                  </a:lnTo>
                  <a:lnTo>
                    <a:pt x="44" y="463"/>
                  </a:lnTo>
                  <a:cubicBezTo>
                    <a:pt x="44" y="506"/>
                    <a:pt x="29" y="564"/>
                    <a:pt x="0" y="593"/>
                  </a:cubicBezTo>
                  <a:cubicBezTo>
                    <a:pt x="159" y="658"/>
                    <a:pt x="329" y="690"/>
                    <a:pt x="500" y="690"/>
                  </a:cubicBezTo>
                  <a:cubicBezTo>
                    <a:pt x="672" y="690"/>
                    <a:pt x="845" y="658"/>
                    <a:pt x="1011" y="593"/>
                  </a:cubicBezTo>
                  <a:cubicBezTo>
                    <a:pt x="982" y="564"/>
                    <a:pt x="968" y="506"/>
                    <a:pt x="968" y="463"/>
                  </a:cubicBezTo>
                  <a:lnTo>
                    <a:pt x="968" y="1"/>
                  </a:lnTo>
                  <a:close/>
                </a:path>
              </a:pathLst>
            </a:custGeom>
            <a:solidFill>
              <a:srgbClr val="94A5B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641" name="Google Shape;19641;p47"/>
            <p:cNvSpPr/>
            <p:nvPr/>
          </p:nvSpPr>
          <p:spPr>
            <a:xfrm>
              <a:off x="2384563" y="3068080"/>
              <a:ext cx="72327" cy="71541"/>
            </a:xfrm>
            <a:custGeom>
              <a:rect b="b" l="l" r="r" t="t"/>
              <a:pathLst>
                <a:path extrusionOk="0" h="2729" w="2759">
                  <a:moveTo>
                    <a:pt x="679" y="0"/>
                  </a:moveTo>
                  <a:lnTo>
                    <a:pt x="261" y="202"/>
                  </a:lnTo>
                  <a:cubicBezTo>
                    <a:pt x="102" y="289"/>
                    <a:pt x="1" y="448"/>
                    <a:pt x="1" y="621"/>
                  </a:cubicBezTo>
                  <a:lnTo>
                    <a:pt x="1" y="2497"/>
                  </a:lnTo>
                  <a:cubicBezTo>
                    <a:pt x="1" y="2613"/>
                    <a:pt x="102" y="2728"/>
                    <a:pt x="232" y="2728"/>
                  </a:cubicBezTo>
                  <a:lnTo>
                    <a:pt x="2542" y="2728"/>
                  </a:lnTo>
                  <a:cubicBezTo>
                    <a:pt x="2657" y="2728"/>
                    <a:pt x="2758" y="2613"/>
                    <a:pt x="2758" y="2497"/>
                  </a:cubicBezTo>
                  <a:lnTo>
                    <a:pt x="2758" y="621"/>
                  </a:lnTo>
                  <a:cubicBezTo>
                    <a:pt x="2758" y="448"/>
                    <a:pt x="2657" y="289"/>
                    <a:pt x="2513" y="202"/>
                  </a:cubicBezTo>
                  <a:lnTo>
                    <a:pt x="2094" y="0"/>
                  </a:lnTo>
                  <a:cubicBezTo>
                    <a:pt x="1914" y="224"/>
                    <a:pt x="1650" y="336"/>
                    <a:pt x="1387" y="336"/>
                  </a:cubicBezTo>
                  <a:cubicBezTo>
                    <a:pt x="1123" y="336"/>
                    <a:pt x="860" y="224"/>
                    <a:pt x="679" y="0"/>
                  </a:cubicBezTo>
                  <a:close/>
                </a:path>
              </a:pathLst>
            </a:custGeom>
            <a:solidFill>
              <a:srgbClr val="9AAAB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642" name="Google Shape;19642;p47"/>
            <p:cNvSpPr/>
            <p:nvPr/>
          </p:nvSpPr>
          <p:spPr>
            <a:xfrm>
              <a:off x="2396675" y="3000708"/>
              <a:ext cx="48105" cy="54527"/>
            </a:xfrm>
            <a:custGeom>
              <a:rect b="b" l="l" r="r" t="t"/>
              <a:pathLst>
                <a:path extrusionOk="0" h="2080" w="1835">
                  <a:moveTo>
                    <a:pt x="694" y="1"/>
                  </a:moveTo>
                  <a:cubicBezTo>
                    <a:pt x="304" y="1"/>
                    <a:pt x="1" y="318"/>
                    <a:pt x="1" y="694"/>
                  </a:cubicBezTo>
                  <a:lnTo>
                    <a:pt x="1" y="1155"/>
                  </a:lnTo>
                  <a:cubicBezTo>
                    <a:pt x="1" y="1661"/>
                    <a:pt x="405" y="2079"/>
                    <a:pt x="925" y="2079"/>
                  </a:cubicBezTo>
                  <a:cubicBezTo>
                    <a:pt x="1430" y="2065"/>
                    <a:pt x="1834" y="1661"/>
                    <a:pt x="1834" y="1155"/>
                  </a:cubicBezTo>
                  <a:lnTo>
                    <a:pt x="1834" y="694"/>
                  </a:lnTo>
                  <a:cubicBezTo>
                    <a:pt x="1834" y="318"/>
                    <a:pt x="1531" y="1"/>
                    <a:pt x="1141" y="1"/>
                  </a:cubicBezTo>
                  <a:close/>
                </a:path>
              </a:pathLst>
            </a:custGeom>
            <a:solidFill>
              <a:srgbClr val="BCC9D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643" name="Google Shape;19643;p47"/>
            <p:cNvSpPr/>
            <p:nvPr/>
          </p:nvSpPr>
          <p:spPr>
            <a:xfrm>
              <a:off x="2396675" y="3000708"/>
              <a:ext cx="33345" cy="54422"/>
            </a:xfrm>
            <a:custGeom>
              <a:rect b="b" l="l" r="r" t="t"/>
              <a:pathLst>
                <a:path extrusionOk="0" h="2076" w="1272">
                  <a:moveTo>
                    <a:pt x="694" y="1"/>
                  </a:moveTo>
                  <a:cubicBezTo>
                    <a:pt x="304" y="1"/>
                    <a:pt x="1" y="318"/>
                    <a:pt x="1" y="694"/>
                  </a:cubicBezTo>
                  <a:lnTo>
                    <a:pt x="1" y="1155"/>
                  </a:lnTo>
                  <a:cubicBezTo>
                    <a:pt x="1" y="1682"/>
                    <a:pt x="437" y="2075"/>
                    <a:pt x="925" y="2075"/>
                  </a:cubicBezTo>
                  <a:cubicBezTo>
                    <a:pt x="1039" y="2075"/>
                    <a:pt x="1156" y="2054"/>
                    <a:pt x="1271" y="2007"/>
                  </a:cubicBezTo>
                  <a:cubicBezTo>
                    <a:pt x="910" y="1863"/>
                    <a:pt x="694" y="1531"/>
                    <a:pt x="694" y="1155"/>
                  </a:cubicBezTo>
                  <a:lnTo>
                    <a:pt x="694" y="694"/>
                  </a:lnTo>
                  <a:cubicBezTo>
                    <a:pt x="694" y="362"/>
                    <a:pt x="939" y="73"/>
                    <a:pt x="1271" y="15"/>
                  </a:cubicBezTo>
                  <a:cubicBezTo>
                    <a:pt x="1228" y="15"/>
                    <a:pt x="1185" y="1"/>
                    <a:pt x="1156" y="1"/>
                  </a:cubicBezTo>
                  <a:close/>
                </a:path>
              </a:pathLst>
            </a:custGeom>
            <a:solidFill>
              <a:srgbClr val="AABBC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644" name="Google Shape;19644;p47"/>
            <p:cNvSpPr/>
            <p:nvPr/>
          </p:nvSpPr>
          <p:spPr>
            <a:xfrm>
              <a:off x="2396675" y="3000708"/>
              <a:ext cx="48105" cy="24301"/>
            </a:xfrm>
            <a:custGeom>
              <a:rect b="b" l="l" r="r" t="t"/>
              <a:pathLst>
                <a:path extrusionOk="0" h="927" w="1835">
                  <a:moveTo>
                    <a:pt x="694" y="1"/>
                  </a:moveTo>
                  <a:cubicBezTo>
                    <a:pt x="304" y="1"/>
                    <a:pt x="1" y="318"/>
                    <a:pt x="1" y="694"/>
                  </a:cubicBezTo>
                  <a:cubicBezTo>
                    <a:pt x="550" y="841"/>
                    <a:pt x="1124" y="926"/>
                    <a:pt x="1700" y="926"/>
                  </a:cubicBezTo>
                  <a:cubicBezTo>
                    <a:pt x="1745" y="926"/>
                    <a:pt x="1789" y="926"/>
                    <a:pt x="1834" y="925"/>
                  </a:cubicBezTo>
                  <a:lnTo>
                    <a:pt x="1834" y="694"/>
                  </a:lnTo>
                  <a:cubicBezTo>
                    <a:pt x="1834" y="318"/>
                    <a:pt x="1531" y="1"/>
                    <a:pt x="1156" y="1"/>
                  </a:cubicBezTo>
                  <a:close/>
                </a:path>
              </a:pathLst>
            </a:custGeom>
            <a:solidFill>
              <a:srgbClr val="5C728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645" name="Google Shape;19645;p47"/>
            <p:cNvSpPr/>
            <p:nvPr/>
          </p:nvSpPr>
          <p:spPr>
            <a:xfrm>
              <a:off x="2396675" y="3000708"/>
              <a:ext cx="33345" cy="21968"/>
            </a:xfrm>
            <a:custGeom>
              <a:rect b="b" l="l" r="r" t="t"/>
              <a:pathLst>
                <a:path extrusionOk="0" h="838" w="1272">
                  <a:moveTo>
                    <a:pt x="694" y="1"/>
                  </a:moveTo>
                  <a:cubicBezTo>
                    <a:pt x="304" y="1"/>
                    <a:pt x="1" y="318"/>
                    <a:pt x="1" y="694"/>
                  </a:cubicBezTo>
                  <a:cubicBezTo>
                    <a:pt x="232" y="766"/>
                    <a:pt x="463" y="809"/>
                    <a:pt x="694" y="838"/>
                  </a:cubicBezTo>
                  <a:lnTo>
                    <a:pt x="694" y="694"/>
                  </a:lnTo>
                  <a:cubicBezTo>
                    <a:pt x="694" y="362"/>
                    <a:pt x="939" y="73"/>
                    <a:pt x="1271" y="15"/>
                  </a:cubicBezTo>
                  <a:cubicBezTo>
                    <a:pt x="1228" y="15"/>
                    <a:pt x="1185" y="1"/>
                    <a:pt x="1156" y="1"/>
                  </a:cubicBezTo>
                  <a:close/>
                </a:path>
              </a:pathLst>
            </a:custGeom>
            <a:solidFill>
              <a:srgbClr val="667A8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646" name="Google Shape;19646;p47"/>
            <p:cNvSpPr/>
            <p:nvPr/>
          </p:nvSpPr>
          <p:spPr>
            <a:xfrm>
              <a:off x="2384563" y="3079038"/>
              <a:ext cx="30305" cy="60583"/>
            </a:xfrm>
            <a:custGeom>
              <a:rect b="b" l="l" r="r" t="t"/>
              <a:pathLst>
                <a:path extrusionOk="0" h="2311" w="1156">
                  <a:moveTo>
                    <a:pt x="59" y="1"/>
                  </a:moveTo>
                  <a:cubicBezTo>
                    <a:pt x="30" y="59"/>
                    <a:pt x="1" y="131"/>
                    <a:pt x="1" y="203"/>
                  </a:cubicBezTo>
                  <a:lnTo>
                    <a:pt x="1" y="2079"/>
                  </a:lnTo>
                  <a:cubicBezTo>
                    <a:pt x="1" y="2209"/>
                    <a:pt x="102" y="2310"/>
                    <a:pt x="232" y="2310"/>
                  </a:cubicBezTo>
                  <a:lnTo>
                    <a:pt x="1156" y="2310"/>
                  </a:lnTo>
                  <a:lnTo>
                    <a:pt x="1156" y="1849"/>
                  </a:lnTo>
                  <a:lnTo>
                    <a:pt x="925" y="1849"/>
                  </a:lnTo>
                  <a:cubicBezTo>
                    <a:pt x="795" y="1849"/>
                    <a:pt x="694" y="1747"/>
                    <a:pt x="694" y="1618"/>
                  </a:cubicBezTo>
                  <a:lnTo>
                    <a:pt x="694" y="694"/>
                  </a:lnTo>
                  <a:cubicBezTo>
                    <a:pt x="694" y="549"/>
                    <a:pt x="622" y="419"/>
                    <a:pt x="506" y="333"/>
                  </a:cubicBezTo>
                  <a:lnTo>
                    <a:pt x="59" y="1"/>
                  </a:lnTo>
                  <a:close/>
                </a:path>
              </a:pathLst>
            </a:custGeom>
            <a:solidFill>
              <a:srgbClr val="8397A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647" name="Google Shape;19647;p47"/>
            <p:cNvSpPr/>
            <p:nvPr/>
          </p:nvSpPr>
          <p:spPr>
            <a:xfrm>
              <a:off x="2426953" y="3078671"/>
              <a:ext cx="30305" cy="60557"/>
            </a:xfrm>
            <a:custGeom>
              <a:rect b="b" l="l" r="r" t="t"/>
              <a:pathLst>
                <a:path extrusionOk="0" h="2310" w="1156">
                  <a:moveTo>
                    <a:pt x="1083" y="0"/>
                  </a:moveTo>
                  <a:lnTo>
                    <a:pt x="636" y="347"/>
                  </a:lnTo>
                  <a:cubicBezTo>
                    <a:pt x="520" y="419"/>
                    <a:pt x="463" y="563"/>
                    <a:pt x="463" y="708"/>
                  </a:cubicBezTo>
                  <a:lnTo>
                    <a:pt x="463" y="1617"/>
                  </a:lnTo>
                  <a:cubicBezTo>
                    <a:pt x="463" y="1747"/>
                    <a:pt x="362" y="1848"/>
                    <a:pt x="232" y="1848"/>
                  </a:cubicBezTo>
                  <a:lnTo>
                    <a:pt x="1" y="1848"/>
                  </a:lnTo>
                  <a:lnTo>
                    <a:pt x="1" y="2310"/>
                  </a:lnTo>
                  <a:lnTo>
                    <a:pt x="925" y="2310"/>
                  </a:lnTo>
                  <a:cubicBezTo>
                    <a:pt x="1040" y="2310"/>
                    <a:pt x="1156" y="2209"/>
                    <a:pt x="1156" y="2079"/>
                  </a:cubicBezTo>
                  <a:lnTo>
                    <a:pt x="1156" y="217"/>
                  </a:lnTo>
                  <a:cubicBezTo>
                    <a:pt x="1141" y="145"/>
                    <a:pt x="1127" y="73"/>
                    <a:pt x="1083" y="0"/>
                  </a:cubicBezTo>
                  <a:close/>
                </a:path>
              </a:pathLst>
            </a:custGeom>
            <a:solidFill>
              <a:srgbClr val="8397A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648" name="Google Shape;19648;p47"/>
            <p:cNvSpPr/>
            <p:nvPr/>
          </p:nvSpPr>
          <p:spPr>
            <a:xfrm>
              <a:off x="2408786" y="3127483"/>
              <a:ext cx="24249" cy="11744"/>
            </a:xfrm>
            <a:custGeom>
              <a:rect b="b" l="l" r="r" t="t"/>
              <a:pathLst>
                <a:path extrusionOk="0" h="448" w="925">
                  <a:moveTo>
                    <a:pt x="1" y="1"/>
                  </a:moveTo>
                  <a:lnTo>
                    <a:pt x="1" y="448"/>
                  </a:lnTo>
                  <a:lnTo>
                    <a:pt x="925" y="448"/>
                  </a:lnTo>
                  <a:lnTo>
                    <a:pt x="925" y="1"/>
                  </a:lnTo>
                  <a:close/>
                </a:path>
              </a:pathLst>
            </a:custGeom>
            <a:solidFill>
              <a:srgbClr val="AABBC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9649" name="Google Shape;19649;p47"/>
          <p:cNvGrpSpPr/>
          <p:nvPr/>
        </p:nvGrpSpPr>
        <p:grpSpPr>
          <a:xfrm>
            <a:off x="2769819" y="2907251"/>
            <a:ext cx="373904" cy="349682"/>
            <a:chOff x="2769819" y="2907251"/>
            <a:chExt cx="373904" cy="349682"/>
          </a:xfrm>
        </p:grpSpPr>
        <p:sp>
          <p:nvSpPr>
            <p:cNvPr id="19650" name="Google Shape;19650;p47"/>
            <p:cNvSpPr/>
            <p:nvPr/>
          </p:nvSpPr>
          <p:spPr>
            <a:xfrm>
              <a:off x="2975292" y="2943559"/>
              <a:ext cx="168431" cy="176532"/>
            </a:xfrm>
            <a:custGeom>
              <a:rect b="b" l="l" r="r" t="t"/>
              <a:pathLst>
                <a:path extrusionOk="0" h="6734" w="6425">
                  <a:moveTo>
                    <a:pt x="694" y="1"/>
                  </a:moveTo>
                  <a:cubicBezTo>
                    <a:pt x="304" y="1"/>
                    <a:pt x="1" y="304"/>
                    <a:pt x="1" y="694"/>
                  </a:cubicBezTo>
                  <a:lnTo>
                    <a:pt x="1" y="4375"/>
                  </a:lnTo>
                  <a:cubicBezTo>
                    <a:pt x="1" y="4750"/>
                    <a:pt x="304" y="5053"/>
                    <a:pt x="679" y="5053"/>
                  </a:cubicBezTo>
                  <a:lnTo>
                    <a:pt x="1372" y="5053"/>
                  </a:lnTo>
                  <a:lnTo>
                    <a:pt x="982" y="6583"/>
                  </a:lnTo>
                  <a:cubicBezTo>
                    <a:pt x="960" y="6671"/>
                    <a:pt x="1021" y="6734"/>
                    <a:pt x="1096" y="6734"/>
                  </a:cubicBezTo>
                  <a:cubicBezTo>
                    <a:pt x="1120" y="6734"/>
                    <a:pt x="1146" y="6727"/>
                    <a:pt x="1170" y="6713"/>
                  </a:cubicBezTo>
                  <a:lnTo>
                    <a:pt x="3436" y="5053"/>
                  </a:lnTo>
                  <a:lnTo>
                    <a:pt x="5732" y="5053"/>
                  </a:lnTo>
                  <a:cubicBezTo>
                    <a:pt x="6121" y="5053"/>
                    <a:pt x="6424" y="4750"/>
                    <a:pt x="6424" y="4375"/>
                  </a:cubicBezTo>
                  <a:lnTo>
                    <a:pt x="6424" y="694"/>
                  </a:lnTo>
                  <a:cubicBezTo>
                    <a:pt x="6424" y="304"/>
                    <a:pt x="6121" y="1"/>
                    <a:pt x="5746" y="1"/>
                  </a:cubicBezTo>
                  <a:close/>
                </a:path>
              </a:pathLst>
            </a:custGeom>
            <a:solidFill>
              <a:srgbClr val="EFF1F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651" name="Google Shape;19651;p47"/>
            <p:cNvSpPr/>
            <p:nvPr/>
          </p:nvSpPr>
          <p:spPr>
            <a:xfrm>
              <a:off x="3035456" y="2943559"/>
              <a:ext cx="48105" cy="114691"/>
            </a:xfrm>
            <a:custGeom>
              <a:rect b="b" l="l" r="r" t="t"/>
              <a:pathLst>
                <a:path extrusionOk="0" h="4375" w="1835">
                  <a:moveTo>
                    <a:pt x="1" y="1"/>
                  </a:moveTo>
                  <a:lnTo>
                    <a:pt x="1" y="3451"/>
                  </a:lnTo>
                  <a:cubicBezTo>
                    <a:pt x="1" y="3956"/>
                    <a:pt x="405" y="4375"/>
                    <a:pt x="925" y="4375"/>
                  </a:cubicBezTo>
                  <a:cubicBezTo>
                    <a:pt x="1430" y="4360"/>
                    <a:pt x="1834" y="3956"/>
                    <a:pt x="1834" y="3451"/>
                  </a:cubicBezTo>
                  <a:lnTo>
                    <a:pt x="1834" y="1"/>
                  </a:lnTo>
                  <a:close/>
                </a:path>
              </a:pathLst>
            </a:custGeom>
            <a:solidFill>
              <a:srgbClr val="EFF2F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652" name="Google Shape;19652;p47"/>
            <p:cNvSpPr/>
            <p:nvPr/>
          </p:nvSpPr>
          <p:spPr>
            <a:xfrm>
              <a:off x="3047567" y="2907251"/>
              <a:ext cx="23882" cy="96524"/>
            </a:xfrm>
            <a:custGeom>
              <a:rect b="b" l="l" r="r" t="t"/>
              <a:pathLst>
                <a:path extrusionOk="0" h="3682" w="911">
                  <a:moveTo>
                    <a:pt x="246" y="0"/>
                  </a:moveTo>
                  <a:cubicBezTo>
                    <a:pt x="116" y="0"/>
                    <a:pt x="1" y="116"/>
                    <a:pt x="15" y="246"/>
                  </a:cubicBezTo>
                  <a:lnTo>
                    <a:pt x="217" y="3465"/>
                  </a:lnTo>
                  <a:cubicBezTo>
                    <a:pt x="217" y="3595"/>
                    <a:pt x="318" y="3681"/>
                    <a:pt x="448" y="3681"/>
                  </a:cubicBezTo>
                  <a:lnTo>
                    <a:pt x="477" y="3681"/>
                  </a:lnTo>
                  <a:cubicBezTo>
                    <a:pt x="593" y="3681"/>
                    <a:pt x="694" y="3595"/>
                    <a:pt x="708" y="3465"/>
                  </a:cubicBezTo>
                  <a:lnTo>
                    <a:pt x="896" y="246"/>
                  </a:lnTo>
                  <a:cubicBezTo>
                    <a:pt x="910" y="116"/>
                    <a:pt x="809" y="0"/>
                    <a:pt x="679" y="0"/>
                  </a:cubicBezTo>
                  <a:close/>
                </a:path>
              </a:pathLst>
            </a:custGeom>
            <a:solidFill>
              <a:srgbClr val="9AAAB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653" name="Google Shape;19653;p47"/>
            <p:cNvSpPr/>
            <p:nvPr/>
          </p:nvSpPr>
          <p:spPr>
            <a:xfrm>
              <a:off x="3047567" y="3021916"/>
              <a:ext cx="23882" cy="24223"/>
            </a:xfrm>
            <a:custGeom>
              <a:rect b="b" l="l" r="r" t="t"/>
              <a:pathLst>
                <a:path extrusionOk="0" h="924" w="911">
                  <a:moveTo>
                    <a:pt x="448" y="0"/>
                  </a:moveTo>
                  <a:cubicBezTo>
                    <a:pt x="203" y="0"/>
                    <a:pt x="1" y="202"/>
                    <a:pt x="1" y="462"/>
                  </a:cubicBezTo>
                  <a:cubicBezTo>
                    <a:pt x="1" y="707"/>
                    <a:pt x="203" y="924"/>
                    <a:pt x="448" y="924"/>
                  </a:cubicBezTo>
                  <a:cubicBezTo>
                    <a:pt x="708" y="924"/>
                    <a:pt x="910" y="707"/>
                    <a:pt x="910" y="462"/>
                  </a:cubicBezTo>
                  <a:cubicBezTo>
                    <a:pt x="910" y="202"/>
                    <a:pt x="708" y="0"/>
                    <a:pt x="448" y="0"/>
                  </a:cubicBezTo>
                  <a:close/>
                </a:path>
              </a:pathLst>
            </a:custGeom>
            <a:solidFill>
              <a:srgbClr val="9AAAB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654" name="Google Shape;19654;p47"/>
            <p:cNvSpPr/>
            <p:nvPr/>
          </p:nvSpPr>
          <p:spPr>
            <a:xfrm>
              <a:off x="2769819" y="3172521"/>
              <a:ext cx="205132" cy="84412"/>
            </a:xfrm>
            <a:custGeom>
              <a:rect b="b" l="l" r="r" t="t"/>
              <a:pathLst>
                <a:path extrusionOk="0" h="3220" w="7825">
                  <a:moveTo>
                    <a:pt x="2541" y="0"/>
                  </a:moveTo>
                  <a:lnTo>
                    <a:pt x="606" y="708"/>
                  </a:lnTo>
                  <a:cubicBezTo>
                    <a:pt x="246" y="838"/>
                    <a:pt x="0" y="1184"/>
                    <a:pt x="0" y="1574"/>
                  </a:cubicBezTo>
                  <a:lnTo>
                    <a:pt x="0" y="2988"/>
                  </a:lnTo>
                  <a:cubicBezTo>
                    <a:pt x="0" y="3118"/>
                    <a:pt x="101" y="3219"/>
                    <a:pt x="231" y="3219"/>
                  </a:cubicBezTo>
                  <a:lnTo>
                    <a:pt x="7593" y="3219"/>
                  </a:lnTo>
                  <a:cubicBezTo>
                    <a:pt x="7723" y="3219"/>
                    <a:pt x="7824" y="3118"/>
                    <a:pt x="7824" y="2988"/>
                  </a:cubicBezTo>
                  <a:lnTo>
                    <a:pt x="7824" y="1574"/>
                  </a:lnTo>
                  <a:cubicBezTo>
                    <a:pt x="7824" y="1184"/>
                    <a:pt x="7579" y="838"/>
                    <a:pt x="7218" y="708"/>
                  </a:cubicBezTo>
                  <a:lnTo>
                    <a:pt x="5298" y="0"/>
                  </a:lnTo>
                  <a:lnTo>
                    <a:pt x="3912" y="462"/>
                  </a:lnTo>
                  <a:lnTo>
                    <a:pt x="2541" y="0"/>
                  </a:lnTo>
                  <a:close/>
                </a:path>
              </a:pathLst>
            </a:custGeom>
            <a:solidFill>
              <a:srgbClr val="D3DCE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655" name="Google Shape;19655;p47"/>
            <p:cNvSpPr/>
            <p:nvPr/>
          </p:nvSpPr>
          <p:spPr>
            <a:xfrm>
              <a:off x="2860628" y="3196743"/>
              <a:ext cx="24249" cy="60190"/>
            </a:xfrm>
            <a:custGeom>
              <a:rect b="b" l="l" r="r" t="t"/>
              <a:pathLst>
                <a:path extrusionOk="0" h="2296" w="925">
                  <a:moveTo>
                    <a:pt x="217" y="0"/>
                  </a:moveTo>
                  <a:lnTo>
                    <a:pt x="1" y="2295"/>
                  </a:lnTo>
                  <a:lnTo>
                    <a:pt x="925" y="2295"/>
                  </a:lnTo>
                  <a:lnTo>
                    <a:pt x="694" y="0"/>
                  </a:lnTo>
                  <a:close/>
                </a:path>
              </a:pathLst>
            </a:custGeom>
            <a:solidFill>
              <a:srgbClr val="667A8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656" name="Google Shape;19656;p47"/>
            <p:cNvSpPr/>
            <p:nvPr/>
          </p:nvSpPr>
          <p:spPr>
            <a:xfrm>
              <a:off x="2862148" y="3184632"/>
              <a:ext cx="21208" cy="20448"/>
            </a:xfrm>
            <a:custGeom>
              <a:rect b="b" l="l" r="r" t="t"/>
              <a:pathLst>
                <a:path extrusionOk="0" h="780" w="809">
                  <a:moveTo>
                    <a:pt x="0" y="0"/>
                  </a:moveTo>
                  <a:lnTo>
                    <a:pt x="0" y="621"/>
                  </a:lnTo>
                  <a:cubicBezTo>
                    <a:pt x="0" y="708"/>
                    <a:pt x="73" y="780"/>
                    <a:pt x="159" y="780"/>
                  </a:cubicBezTo>
                  <a:lnTo>
                    <a:pt x="650" y="780"/>
                  </a:lnTo>
                  <a:cubicBezTo>
                    <a:pt x="737" y="780"/>
                    <a:pt x="809" y="708"/>
                    <a:pt x="809" y="621"/>
                  </a:cubicBezTo>
                  <a:lnTo>
                    <a:pt x="809" y="0"/>
                  </a:lnTo>
                  <a:close/>
                </a:path>
              </a:pathLst>
            </a:custGeom>
            <a:solidFill>
              <a:srgbClr val="51687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657" name="Google Shape;19657;p47"/>
            <p:cNvSpPr/>
            <p:nvPr/>
          </p:nvSpPr>
          <p:spPr>
            <a:xfrm>
              <a:off x="2938958" y="3197110"/>
              <a:ext cx="35993" cy="59823"/>
            </a:xfrm>
            <a:custGeom>
              <a:rect b="b" l="l" r="r" t="t"/>
              <a:pathLst>
                <a:path extrusionOk="0" h="2282" w="1373">
                  <a:moveTo>
                    <a:pt x="1127" y="1"/>
                  </a:moveTo>
                  <a:lnTo>
                    <a:pt x="261" y="867"/>
                  </a:lnTo>
                  <a:cubicBezTo>
                    <a:pt x="87" y="1040"/>
                    <a:pt x="1" y="1271"/>
                    <a:pt x="1" y="1516"/>
                  </a:cubicBezTo>
                  <a:lnTo>
                    <a:pt x="1" y="2281"/>
                  </a:lnTo>
                  <a:lnTo>
                    <a:pt x="1141" y="2281"/>
                  </a:lnTo>
                  <a:cubicBezTo>
                    <a:pt x="1271" y="2281"/>
                    <a:pt x="1372" y="2180"/>
                    <a:pt x="1372" y="2050"/>
                  </a:cubicBezTo>
                  <a:lnTo>
                    <a:pt x="1372" y="621"/>
                  </a:lnTo>
                  <a:cubicBezTo>
                    <a:pt x="1372" y="390"/>
                    <a:pt x="1286" y="174"/>
                    <a:pt x="1127" y="1"/>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658" name="Google Shape;19658;p47"/>
            <p:cNvSpPr/>
            <p:nvPr/>
          </p:nvSpPr>
          <p:spPr>
            <a:xfrm>
              <a:off x="2806520" y="2985582"/>
              <a:ext cx="132464" cy="96130"/>
            </a:xfrm>
            <a:custGeom>
              <a:rect b="b" l="l" r="r" t="t"/>
              <a:pathLst>
                <a:path extrusionOk="0" h="3667" w="5053">
                  <a:moveTo>
                    <a:pt x="1834" y="0"/>
                  </a:moveTo>
                  <a:cubicBezTo>
                    <a:pt x="823" y="0"/>
                    <a:pt x="0" y="823"/>
                    <a:pt x="0" y="1848"/>
                  </a:cubicBezTo>
                  <a:lnTo>
                    <a:pt x="0" y="2382"/>
                  </a:lnTo>
                  <a:cubicBezTo>
                    <a:pt x="0" y="2627"/>
                    <a:pt x="29" y="2873"/>
                    <a:pt x="116" y="3104"/>
                  </a:cubicBezTo>
                  <a:lnTo>
                    <a:pt x="188" y="3335"/>
                  </a:lnTo>
                  <a:cubicBezTo>
                    <a:pt x="217" y="3407"/>
                    <a:pt x="217" y="3479"/>
                    <a:pt x="231" y="3551"/>
                  </a:cubicBezTo>
                  <a:lnTo>
                    <a:pt x="231" y="3667"/>
                  </a:lnTo>
                  <a:lnTo>
                    <a:pt x="4822" y="3667"/>
                  </a:lnTo>
                  <a:lnTo>
                    <a:pt x="4822" y="3551"/>
                  </a:lnTo>
                  <a:cubicBezTo>
                    <a:pt x="4822" y="3479"/>
                    <a:pt x="4836" y="3407"/>
                    <a:pt x="4865" y="3335"/>
                  </a:cubicBezTo>
                  <a:lnTo>
                    <a:pt x="4937" y="3104"/>
                  </a:lnTo>
                  <a:cubicBezTo>
                    <a:pt x="5010" y="2873"/>
                    <a:pt x="5053" y="2627"/>
                    <a:pt x="5053" y="2397"/>
                  </a:cubicBezTo>
                  <a:lnTo>
                    <a:pt x="5053" y="462"/>
                  </a:lnTo>
                  <a:cubicBezTo>
                    <a:pt x="5053" y="217"/>
                    <a:pt x="4851" y="0"/>
                    <a:pt x="4591" y="0"/>
                  </a:cubicBezTo>
                  <a:close/>
                </a:path>
              </a:pathLst>
            </a:custGeom>
            <a:solidFill>
              <a:srgbClr val="667A8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659" name="Google Shape;19659;p47"/>
            <p:cNvSpPr/>
            <p:nvPr/>
          </p:nvSpPr>
          <p:spPr>
            <a:xfrm>
              <a:off x="2836405" y="2985582"/>
              <a:ext cx="102579" cy="96524"/>
            </a:xfrm>
            <a:custGeom>
              <a:rect b="b" l="l" r="r" t="t"/>
              <a:pathLst>
                <a:path extrusionOk="0" h="3682" w="3913">
                  <a:moveTo>
                    <a:pt x="939" y="0"/>
                  </a:moveTo>
                  <a:cubicBezTo>
                    <a:pt x="419" y="0"/>
                    <a:pt x="1" y="419"/>
                    <a:pt x="1" y="939"/>
                  </a:cubicBezTo>
                  <a:cubicBezTo>
                    <a:pt x="1" y="1458"/>
                    <a:pt x="419" y="1877"/>
                    <a:pt x="939" y="1877"/>
                  </a:cubicBezTo>
                  <a:lnTo>
                    <a:pt x="1069" y="1877"/>
                  </a:lnTo>
                  <a:lnTo>
                    <a:pt x="1127" y="3681"/>
                  </a:lnTo>
                  <a:lnTo>
                    <a:pt x="3682" y="3681"/>
                  </a:lnTo>
                  <a:lnTo>
                    <a:pt x="3682" y="3566"/>
                  </a:lnTo>
                  <a:cubicBezTo>
                    <a:pt x="3682" y="3494"/>
                    <a:pt x="3696" y="3407"/>
                    <a:pt x="3725" y="3349"/>
                  </a:cubicBezTo>
                  <a:lnTo>
                    <a:pt x="3797" y="3118"/>
                  </a:lnTo>
                  <a:cubicBezTo>
                    <a:pt x="3870" y="2887"/>
                    <a:pt x="3913" y="2642"/>
                    <a:pt x="3913" y="2397"/>
                  </a:cubicBezTo>
                  <a:lnTo>
                    <a:pt x="3913" y="462"/>
                  </a:lnTo>
                  <a:cubicBezTo>
                    <a:pt x="3913" y="217"/>
                    <a:pt x="3711" y="0"/>
                    <a:pt x="3451" y="0"/>
                  </a:cubicBezTo>
                  <a:close/>
                </a:path>
              </a:pathLst>
            </a:custGeom>
            <a:solidFill>
              <a:srgbClr val="5C728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660" name="Google Shape;19660;p47"/>
            <p:cNvSpPr/>
            <p:nvPr/>
          </p:nvSpPr>
          <p:spPr>
            <a:xfrm>
              <a:off x="2836405" y="3130498"/>
              <a:ext cx="72327" cy="54160"/>
            </a:xfrm>
            <a:custGeom>
              <a:rect b="b" l="l" r="r" t="t"/>
              <a:pathLst>
                <a:path extrusionOk="0" h="2066" w="2759">
                  <a:moveTo>
                    <a:pt x="1" y="1"/>
                  </a:moveTo>
                  <a:lnTo>
                    <a:pt x="1" y="2065"/>
                  </a:lnTo>
                  <a:lnTo>
                    <a:pt x="2758" y="2065"/>
                  </a:lnTo>
                  <a:lnTo>
                    <a:pt x="2758" y="1"/>
                  </a:lnTo>
                  <a:close/>
                </a:path>
              </a:pathLst>
            </a:custGeom>
            <a:solidFill>
              <a:srgbClr val="AABBC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661" name="Google Shape;19661;p47"/>
            <p:cNvSpPr/>
            <p:nvPr/>
          </p:nvSpPr>
          <p:spPr>
            <a:xfrm>
              <a:off x="2836405" y="3130498"/>
              <a:ext cx="72327" cy="30121"/>
            </a:xfrm>
            <a:custGeom>
              <a:rect b="b" l="l" r="r" t="t"/>
              <a:pathLst>
                <a:path extrusionOk="0" h="1149" w="2759">
                  <a:moveTo>
                    <a:pt x="1" y="1"/>
                  </a:moveTo>
                  <a:lnTo>
                    <a:pt x="1" y="781"/>
                  </a:lnTo>
                  <a:cubicBezTo>
                    <a:pt x="427" y="1026"/>
                    <a:pt x="903" y="1149"/>
                    <a:pt x="1379" y="1149"/>
                  </a:cubicBezTo>
                  <a:cubicBezTo>
                    <a:pt x="1856" y="1149"/>
                    <a:pt x="2332" y="1026"/>
                    <a:pt x="2758" y="781"/>
                  </a:cubicBezTo>
                  <a:lnTo>
                    <a:pt x="2758" y="1"/>
                  </a:lnTo>
                  <a:close/>
                </a:path>
              </a:pathLst>
            </a:custGeom>
            <a:solidFill>
              <a:srgbClr val="94A5B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662" name="Google Shape;19662;p47"/>
            <p:cNvSpPr/>
            <p:nvPr/>
          </p:nvSpPr>
          <p:spPr>
            <a:xfrm>
              <a:off x="2824294" y="3162533"/>
              <a:ext cx="48472" cy="43202"/>
            </a:xfrm>
            <a:custGeom>
              <a:rect b="b" l="l" r="r" t="t"/>
              <a:pathLst>
                <a:path extrusionOk="0" h="1648" w="1849">
                  <a:moveTo>
                    <a:pt x="413" y="0"/>
                  </a:moveTo>
                  <a:cubicBezTo>
                    <a:pt x="327" y="0"/>
                    <a:pt x="242" y="48"/>
                    <a:pt x="203" y="136"/>
                  </a:cubicBezTo>
                  <a:lnTo>
                    <a:pt x="1" y="555"/>
                  </a:lnTo>
                  <a:lnTo>
                    <a:pt x="766" y="1551"/>
                  </a:lnTo>
                  <a:cubicBezTo>
                    <a:pt x="814" y="1614"/>
                    <a:pt x="883" y="1647"/>
                    <a:pt x="953" y="1647"/>
                  </a:cubicBezTo>
                  <a:cubicBezTo>
                    <a:pt x="1010" y="1647"/>
                    <a:pt x="1067" y="1625"/>
                    <a:pt x="1112" y="1579"/>
                  </a:cubicBezTo>
                  <a:lnTo>
                    <a:pt x="1849" y="843"/>
                  </a:lnTo>
                  <a:lnTo>
                    <a:pt x="535" y="35"/>
                  </a:lnTo>
                  <a:cubicBezTo>
                    <a:pt x="497" y="11"/>
                    <a:pt x="455" y="0"/>
                    <a:pt x="413" y="0"/>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663" name="Google Shape;19663;p47"/>
            <p:cNvSpPr/>
            <p:nvPr/>
          </p:nvSpPr>
          <p:spPr>
            <a:xfrm>
              <a:off x="2872739" y="3162533"/>
              <a:ext cx="48078" cy="43202"/>
            </a:xfrm>
            <a:custGeom>
              <a:rect b="b" l="l" r="r" t="t"/>
              <a:pathLst>
                <a:path extrusionOk="0" h="1648" w="1834">
                  <a:moveTo>
                    <a:pt x="1432" y="0"/>
                  </a:moveTo>
                  <a:cubicBezTo>
                    <a:pt x="1393" y="0"/>
                    <a:pt x="1352" y="11"/>
                    <a:pt x="1314" y="35"/>
                  </a:cubicBezTo>
                  <a:lnTo>
                    <a:pt x="1" y="843"/>
                  </a:lnTo>
                  <a:lnTo>
                    <a:pt x="737" y="1579"/>
                  </a:lnTo>
                  <a:cubicBezTo>
                    <a:pt x="776" y="1625"/>
                    <a:pt x="832" y="1647"/>
                    <a:pt x="891" y="1647"/>
                  </a:cubicBezTo>
                  <a:cubicBezTo>
                    <a:pt x="962" y="1647"/>
                    <a:pt x="1036" y="1614"/>
                    <a:pt x="1083" y="1551"/>
                  </a:cubicBezTo>
                  <a:lnTo>
                    <a:pt x="1834" y="555"/>
                  </a:lnTo>
                  <a:lnTo>
                    <a:pt x="1632" y="136"/>
                  </a:lnTo>
                  <a:cubicBezTo>
                    <a:pt x="1593" y="48"/>
                    <a:pt x="1515" y="0"/>
                    <a:pt x="1432" y="0"/>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664" name="Google Shape;19664;p47"/>
            <p:cNvSpPr/>
            <p:nvPr/>
          </p:nvSpPr>
          <p:spPr>
            <a:xfrm>
              <a:off x="2812576" y="3034709"/>
              <a:ext cx="120746" cy="113616"/>
            </a:xfrm>
            <a:custGeom>
              <a:rect b="b" l="l" r="r" t="t"/>
              <a:pathLst>
                <a:path extrusionOk="0" h="4334" w="4606">
                  <a:moveTo>
                    <a:pt x="2002" y="0"/>
                  </a:moveTo>
                  <a:cubicBezTo>
                    <a:pt x="1409" y="0"/>
                    <a:pt x="895" y="100"/>
                    <a:pt x="636" y="162"/>
                  </a:cubicBezTo>
                  <a:cubicBezTo>
                    <a:pt x="535" y="176"/>
                    <a:pt x="448" y="277"/>
                    <a:pt x="462" y="378"/>
                  </a:cubicBezTo>
                  <a:lnTo>
                    <a:pt x="462" y="927"/>
                  </a:lnTo>
                  <a:cubicBezTo>
                    <a:pt x="448" y="1057"/>
                    <a:pt x="405" y="1172"/>
                    <a:pt x="318" y="1259"/>
                  </a:cubicBezTo>
                  <a:lnTo>
                    <a:pt x="130" y="1446"/>
                  </a:lnTo>
                  <a:cubicBezTo>
                    <a:pt x="44" y="1533"/>
                    <a:pt x="0" y="1648"/>
                    <a:pt x="0" y="1778"/>
                  </a:cubicBezTo>
                  <a:lnTo>
                    <a:pt x="0" y="2038"/>
                  </a:lnTo>
                  <a:cubicBezTo>
                    <a:pt x="0" y="3309"/>
                    <a:pt x="1025" y="4333"/>
                    <a:pt x="2296" y="4333"/>
                  </a:cubicBezTo>
                  <a:cubicBezTo>
                    <a:pt x="2304" y="4334"/>
                    <a:pt x="2313" y="4334"/>
                    <a:pt x="2322" y="4334"/>
                  </a:cubicBezTo>
                  <a:cubicBezTo>
                    <a:pt x="3580" y="4334"/>
                    <a:pt x="4605" y="3300"/>
                    <a:pt x="4605" y="2038"/>
                  </a:cubicBezTo>
                  <a:lnTo>
                    <a:pt x="4605" y="1778"/>
                  </a:lnTo>
                  <a:cubicBezTo>
                    <a:pt x="4605" y="1648"/>
                    <a:pt x="4548" y="1533"/>
                    <a:pt x="4461" y="1446"/>
                  </a:cubicBezTo>
                  <a:lnTo>
                    <a:pt x="4273" y="1259"/>
                  </a:lnTo>
                  <a:cubicBezTo>
                    <a:pt x="4187" y="1172"/>
                    <a:pt x="4143" y="1057"/>
                    <a:pt x="4143" y="927"/>
                  </a:cubicBezTo>
                  <a:lnTo>
                    <a:pt x="4143" y="811"/>
                  </a:lnTo>
                  <a:cubicBezTo>
                    <a:pt x="4143" y="710"/>
                    <a:pt x="4100" y="624"/>
                    <a:pt x="4028" y="566"/>
                  </a:cubicBezTo>
                  <a:cubicBezTo>
                    <a:pt x="3419" y="124"/>
                    <a:pt x="2662" y="0"/>
                    <a:pt x="2002" y="0"/>
                  </a:cubicBezTo>
                  <a:close/>
                </a:path>
              </a:pathLst>
            </a:custGeom>
            <a:solidFill>
              <a:srgbClr val="BCC9D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665" name="Google Shape;19665;p47"/>
            <p:cNvSpPr/>
            <p:nvPr/>
          </p:nvSpPr>
          <p:spPr>
            <a:xfrm>
              <a:off x="2812183" y="3034577"/>
              <a:ext cx="108268" cy="113380"/>
            </a:xfrm>
            <a:custGeom>
              <a:rect b="b" l="l" r="r" t="t"/>
              <a:pathLst>
                <a:path extrusionOk="0" h="4325" w="4130">
                  <a:moveTo>
                    <a:pt x="2014" y="0"/>
                  </a:moveTo>
                  <a:cubicBezTo>
                    <a:pt x="1792" y="0"/>
                    <a:pt x="1580" y="15"/>
                    <a:pt x="1387" y="37"/>
                  </a:cubicBezTo>
                  <a:cubicBezTo>
                    <a:pt x="1141" y="66"/>
                    <a:pt x="882" y="109"/>
                    <a:pt x="636" y="167"/>
                  </a:cubicBezTo>
                  <a:cubicBezTo>
                    <a:pt x="535" y="181"/>
                    <a:pt x="463" y="282"/>
                    <a:pt x="463" y="383"/>
                  </a:cubicBezTo>
                  <a:lnTo>
                    <a:pt x="463" y="932"/>
                  </a:lnTo>
                  <a:cubicBezTo>
                    <a:pt x="463" y="1062"/>
                    <a:pt x="405" y="1177"/>
                    <a:pt x="333" y="1264"/>
                  </a:cubicBezTo>
                  <a:lnTo>
                    <a:pt x="131" y="1451"/>
                  </a:lnTo>
                  <a:cubicBezTo>
                    <a:pt x="44" y="1538"/>
                    <a:pt x="1" y="1653"/>
                    <a:pt x="1" y="1769"/>
                  </a:cubicBezTo>
                  <a:lnTo>
                    <a:pt x="1" y="2043"/>
                  </a:lnTo>
                  <a:cubicBezTo>
                    <a:pt x="1" y="3198"/>
                    <a:pt x="867" y="4180"/>
                    <a:pt x="2022" y="4324"/>
                  </a:cubicBezTo>
                  <a:cubicBezTo>
                    <a:pt x="1603" y="3891"/>
                    <a:pt x="1372" y="3328"/>
                    <a:pt x="1372" y="2736"/>
                  </a:cubicBezTo>
                  <a:lnTo>
                    <a:pt x="1372" y="1047"/>
                  </a:lnTo>
                  <a:cubicBezTo>
                    <a:pt x="1372" y="816"/>
                    <a:pt x="1546" y="629"/>
                    <a:pt x="1777" y="600"/>
                  </a:cubicBezTo>
                  <a:cubicBezTo>
                    <a:pt x="1967" y="575"/>
                    <a:pt x="2208" y="554"/>
                    <a:pt x="2474" y="554"/>
                  </a:cubicBezTo>
                  <a:cubicBezTo>
                    <a:pt x="2996" y="554"/>
                    <a:pt x="3613" y="635"/>
                    <a:pt x="4130" y="932"/>
                  </a:cubicBezTo>
                  <a:lnTo>
                    <a:pt x="4130" y="816"/>
                  </a:lnTo>
                  <a:cubicBezTo>
                    <a:pt x="4130" y="715"/>
                    <a:pt x="4101" y="629"/>
                    <a:pt x="4028" y="571"/>
                  </a:cubicBezTo>
                  <a:cubicBezTo>
                    <a:pt x="3424" y="128"/>
                    <a:pt x="2674" y="0"/>
                    <a:pt x="2014" y="0"/>
                  </a:cubicBezTo>
                  <a:close/>
                </a:path>
              </a:pathLst>
            </a:custGeom>
            <a:solidFill>
              <a:srgbClr val="AABBC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666" name="Google Shape;19666;p47"/>
            <p:cNvSpPr/>
            <p:nvPr/>
          </p:nvSpPr>
          <p:spPr>
            <a:xfrm>
              <a:off x="2770186" y="3197110"/>
              <a:ext cx="36360" cy="59823"/>
            </a:xfrm>
            <a:custGeom>
              <a:rect b="b" l="l" r="r" t="t"/>
              <a:pathLst>
                <a:path extrusionOk="0" h="2282" w="1387">
                  <a:moveTo>
                    <a:pt x="246" y="1"/>
                  </a:moveTo>
                  <a:cubicBezTo>
                    <a:pt x="87" y="174"/>
                    <a:pt x="1" y="390"/>
                    <a:pt x="1" y="621"/>
                  </a:cubicBezTo>
                  <a:lnTo>
                    <a:pt x="1" y="2050"/>
                  </a:lnTo>
                  <a:cubicBezTo>
                    <a:pt x="1" y="2180"/>
                    <a:pt x="102" y="2281"/>
                    <a:pt x="232" y="2281"/>
                  </a:cubicBezTo>
                  <a:lnTo>
                    <a:pt x="1386" y="2281"/>
                  </a:lnTo>
                  <a:lnTo>
                    <a:pt x="1386" y="1516"/>
                  </a:lnTo>
                  <a:cubicBezTo>
                    <a:pt x="1372" y="1271"/>
                    <a:pt x="1285" y="1040"/>
                    <a:pt x="1112" y="867"/>
                  </a:cubicBezTo>
                  <a:lnTo>
                    <a:pt x="246" y="1"/>
                  </a:ln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9667" name="Google Shape;19667;p47"/>
          <p:cNvGrpSpPr/>
          <p:nvPr/>
        </p:nvGrpSpPr>
        <p:grpSpPr>
          <a:xfrm>
            <a:off x="3246251" y="2895245"/>
            <a:ext cx="375791" cy="373800"/>
            <a:chOff x="3246251" y="2895245"/>
            <a:chExt cx="375791" cy="373800"/>
          </a:xfrm>
        </p:grpSpPr>
        <p:sp>
          <p:nvSpPr>
            <p:cNvPr id="19668" name="Google Shape;19668;p47"/>
            <p:cNvSpPr/>
            <p:nvPr/>
          </p:nvSpPr>
          <p:spPr>
            <a:xfrm>
              <a:off x="3246251" y="2960599"/>
              <a:ext cx="308446" cy="308446"/>
            </a:xfrm>
            <a:custGeom>
              <a:rect b="b" l="l" r="r" t="t"/>
              <a:pathLst>
                <a:path extrusionOk="0" h="11766" w="11766">
                  <a:moveTo>
                    <a:pt x="5876" y="1"/>
                  </a:moveTo>
                  <a:cubicBezTo>
                    <a:pt x="2628" y="1"/>
                    <a:pt x="0" y="2628"/>
                    <a:pt x="0" y="5876"/>
                  </a:cubicBezTo>
                  <a:cubicBezTo>
                    <a:pt x="0" y="9138"/>
                    <a:pt x="2628" y="11765"/>
                    <a:pt x="5876" y="11765"/>
                  </a:cubicBezTo>
                  <a:cubicBezTo>
                    <a:pt x="9124" y="11765"/>
                    <a:pt x="11765" y="9138"/>
                    <a:pt x="11765" y="5876"/>
                  </a:cubicBezTo>
                  <a:cubicBezTo>
                    <a:pt x="11765" y="2628"/>
                    <a:pt x="9124" y="1"/>
                    <a:pt x="5876" y="1"/>
                  </a:cubicBezTo>
                  <a:close/>
                </a:path>
              </a:pathLst>
            </a:custGeom>
            <a:solidFill>
              <a:srgbClr val="9AAAB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669" name="Google Shape;19669;p47"/>
            <p:cNvSpPr/>
            <p:nvPr/>
          </p:nvSpPr>
          <p:spPr>
            <a:xfrm>
              <a:off x="3400264" y="3108556"/>
              <a:ext cx="154039" cy="12531"/>
            </a:xfrm>
            <a:custGeom>
              <a:rect b="b" l="l" r="r" t="t"/>
              <a:pathLst>
                <a:path extrusionOk="0" h="478" w="5876">
                  <a:moveTo>
                    <a:pt x="1" y="1"/>
                  </a:moveTo>
                  <a:lnTo>
                    <a:pt x="1" y="477"/>
                  </a:lnTo>
                  <a:lnTo>
                    <a:pt x="5876" y="477"/>
                  </a:lnTo>
                  <a:lnTo>
                    <a:pt x="5876" y="246"/>
                  </a:lnTo>
                  <a:lnTo>
                    <a:pt x="5876" y="1"/>
                  </a:lnTo>
                  <a:close/>
                </a:path>
              </a:pathLst>
            </a:custGeom>
            <a:solidFill>
              <a:srgbClr val="8397A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670" name="Google Shape;19670;p47"/>
            <p:cNvSpPr/>
            <p:nvPr/>
          </p:nvSpPr>
          <p:spPr>
            <a:xfrm>
              <a:off x="3529687" y="2895245"/>
              <a:ext cx="92355" cy="89970"/>
            </a:xfrm>
            <a:custGeom>
              <a:rect b="b" l="l" r="r" t="t"/>
              <a:pathLst>
                <a:path extrusionOk="0" h="3432" w="3523">
                  <a:moveTo>
                    <a:pt x="2126" y="1"/>
                  </a:moveTo>
                  <a:cubicBezTo>
                    <a:pt x="2069" y="1"/>
                    <a:pt x="2010" y="22"/>
                    <a:pt x="1964" y="68"/>
                  </a:cubicBezTo>
                  <a:lnTo>
                    <a:pt x="217" y="1815"/>
                  </a:lnTo>
                  <a:cubicBezTo>
                    <a:pt x="87" y="1945"/>
                    <a:pt x="1" y="2118"/>
                    <a:pt x="15" y="2306"/>
                  </a:cubicBezTo>
                  <a:lnTo>
                    <a:pt x="1" y="3432"/>
                  </a:lnTo>
                  <a:lnTo>
                    <a:pt x="1127" y="3432"/>
                  </a:lnTo>
                  <a:cubicBezTo>
                    <a:pt x="1314" y="3432"/>
                    <a:pt x="1487" y="3360"/>
                    <a:pt x="1632" y="3230"/>
                  </a:cubicBezTo>
                  <a:lnTo>
                    <a:pt x="3364" y="1483"/>
                  </a:lnTo>
                  <a:cubicBezTo>
                    <a:pt x="3523" y="1339"/>
                    <a:pt x="3422" y="1079"/>
                    <a:pt x="3205" y="1079"/>
                  </a:cubicBezTo>
                  <a:lnTo>
                    <a:pt x="2368" y="1079"/>
                  </a:lnTo>
                  <a:lnTo>
                    <a:pt x="2368" y="242"/>
                  </a:lnTo>
                  <a:cubicBezTo>
                    <a:pt x="2368" y="95"/>
                    <a:pt x="2248" y="1"/>
                    <a:pt x="2126" y="1"/>
                  </a:cubicBezTo>
                  <a:close/>
                </a:path>
              </a:pathLst>
            </a:custGeom>
            <a:solidFill>
              <a:srgbClr val="8397A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671" name="Google Shape;19671;p47"/>
            <p:cNvSpPr/>
            <p:nvPr/>
          </p:nvSpPr>
          <p:spPr>
            <a:xfrm>
              <a:off x="3529687" y="2895245"/>
              <a:ext cx="62103" cy="89970"/>
            </a:xfrm>
            <a:custGeom>
              <a:rect b="b" l="l" r="r" t="t"/>
              <a:pathLst>
                <a:path extrusionOk="0" h="3432" w="2369">
                  <a:moveTo>
                    <a:pt x="2126" y="1"/>
                  </a:moveTo>
                  <a:cubicBezTo>
                    <a:pt x="2069" y="1"/>
                    <a:pt x="2010" y="22"/>
                    <a:pt x="1964" y="68"/>
                  </a:cubicBezTo>
                  <a:lnTo>
                    <a:pt x="217" y="1815"/>
                  </a:lnTo>
                  <a:cubicBezTo>
                    <a:pt x="87" y="1945"/>
                    <a:pt x="1" y="2118"/>
                    <a:pt x="15" y="2306"/>
                  </a:cubicBezTo>
                  <a:lnTo>
                    <a:pt x="15" y="3432"/>
                  </a:lnTo>
                  <a:lnTo>
                    <a:pt x="2354" y="1093"/>
                  </a:lnTo>
                  <a:lnTo>
                    <a:pt x="2354" y="242"/>
                  </a:lnTo>
                  <a:lnTo>
                    <a:pt x="2368" y="242"/>
                  </a:lnTo>
                  <a:cubicBezTo>
                    <a:pt x="2368" y="95"/>
                    <a:pt x="2248" y="1"/>
                    <a:pt x="2126" y="1"/>
                  </a:cubicBezTo>
                  <a:close/>
                </a:path>
              </a:pathLst>
            </a:custGeom>
            <a:solidFill>
              <a:srgbClr val="9AAAB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672" name="Google Shape;19672;p47"/>
            <p:cNvSpPr/>
            <p:nvPr/>
          </p:nvSpPr>
          <p:spPr>
            <a:xfrm>
              <a:off x="3283345" y="2997693"/>
              <a:ext cx="234257" cy="234257"/>
            </a:xfrm>
            <a:custGeom>
              <a:rect b="b" l="l" r="r" t="t"/>
              <a:pathLst>
                <a:path extrusionOk="0" h="8936" w="8936">
                  <a:moveTo>
                    <a:pt x="4461" y="0"/>
                  </a:moveTo>
                  <a:cubicBezTo>
                    <a:pt x="1992" y="0"/>
                    <a:pt x="0" y="1992"/>
                    <a:pt x="0" y="4461"/>
                  </a:cubicBezTo>
                  <a:cubicBezTo>
                    <a:pt x="0" y="6944"/>
                    <a:pt x="1992" y="8936"/>
                    <a:pt x="4461" y="8936"/>
                  </a:cubicBezTo>
                  <a:cubicBezTo>
                    <a:pt x="6929" y="8936"/>
                    <a:pt x="8936" y="6944"/>
                    <a:pt x="8936" y="4461"/>
                  </a:cubicBezTo>
                  <a:cubicBezTo>
                    <a:pt x="8936" y="1992"/>
                    <a:pt x="6929" y="0"/>
                    <a:pt x="4461" y="0"/>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673" name="Google Shape;19673;p47"/>
            <p:cNvSpPr/>
            <p:nvPr/>
          </p:nvSpPr>
          <p:spPr>
            <a:xfrm>
              <a:off x="3400264" y="3108556"/>
              <a:ext cx="117338" cy="12531"/>
            </a:xfrm>
            <a:custGeom>
              <a:rect b="b" l="l" r="r" t="t"/>
              <a:pathLst>
                <a:path extrusionOk="0" h="478" w="4476">
                  <a:moveTo>
                    <a:pt x="1" y="1"/>
                  </a:moveTo>
                  <a:lnTo>
                    <a:pt x="1" y="477"/>
                  </a:lnTo>
                  <a:lnTo>
                    <a:pt x="4461" y="477"/>
                  </a:lnTo>
                  <a:cubicBezTo>
                    <a:pt x="4461" y="390"/>
                    <a:pt x="4476" y="318"/>
                    <a:pt x="4476" y="246"/>
                  </a:cubicBezTo>
                  <a:cubicBezTo>
                    <a:pt x="4476" y="160"/>
                    <a:pt x="4476" y="87"/>
                    <a:pt x="4461" y="1"/>
                  </a:cubicBezTo>
                  <a:close/>
                </a:path>
              </a:pathLst>
            </a:custGeom>
            <a:solidFill>
              <a:srgbClr val="EFF1F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674" name="Google Shape;19674;p47"/>
            <p:cNvSpPr/>
            <p:nvPr/>
          </p:nvSpPr>
          <p:spPr>
            <a:xfrm>
              <a:off x="3313990" y="3028338"/>
              <a:ext cx="172573" cy="172967"/>
            </a:xfrm>
            <a:custGeom>
              <a:rect b="b" l="l" r="r" t="t"/>
              <a:pathLst>
                <a:path extrusionOk="0" h="6598" w="6583">
                  <a:moveTo>
                    <a:pt x="3292" y="0"/>
                  </a:moveTo>
                  <a:cubicBezTo>
                    <a:pt x="1473" y="0"/>
                    <a:pt x="0" y="1487"/>
                    <a:pt x="0" y="3292"/>
                  </a:cubicBezTo>
                  <a:cubicBezTo>
                    <a:pt x="0" y="5111"/>
                    <a:pt x="1473" y="6597"/>
                    <a:pt x="3292" y="6597"/>
                  </a:cubicBezTo>
                  <a:cubicBezTo>
                    <a:pt x="5111" y="6597"/>
                    <a:pt x="6583" y="5111"/>
                    <a:pt x="6583" y="3292"/>
                  </a:cubicBezTo>
                  <a:cubicBezTo>
                    <a:pt x="6583" y="1487"/>
                    <a:pt x="5111" y="0"/>
                    <a:pt x="3292" y="0"/>
                  </a:cubicBezTo>
                  <a:close/>
                </a:path>
              </a:pathLst>
            </a:custGeom>
            <a:solidFill>
              <a:srgbClr val="9AAAB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675" name="Google Shape;19675;p47"/>
            <p:cNvSpPr/>
            <p:nvPr/>
          </p:nvSpPr>
          <p:spPr>
            <a:xfrm>
              <a:off x="3400264" y="3108556"/>
              <a:ext cx="86693" cy="12531"/>
            </a:xfrm>
            <a:custGeom>
              <a:rect b="b" l="l" r="r" t="t"/>
              <a:pathLst>
                <a:path extrusionOk="0" h="478" w="3307">
                  <a:moveTo>
                    <a:pt x="1" y="1"/>
                  </a:moveTo>
                  <a:lnTo>
                    <a:pt x="1" y="477"/>
                  </a:lnTo>
                  <a:lnTo>
                    <a:pt x="3292" y="477"/>
                  </a:lnTo>
                  <a:cubicBezTo>
                    <a:pt x="3292" y="390"/>
                    <a:pt x="3306" y="318"/>
                    <a:pt x="3306" y="246"/>
                  </a:cubicBezTo>
                  <a:cubicBezTo>
                    <a:pt x="3306" y="160"/>
                    <a:pt x="3306" y="87"/>
                    <a:pt x="3292" y="1"/>
                  </a:cubicBezTo>
                  <a:close/>
                </a:path>
              </a:pathLst>
            </a:custGeom>
            <a:solidFill>
              <a:srgbClr val="8397A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676" name="Google Shape;19676;p47"/>
            <p:cNvSpPr/>
            <p:nvPr/>
          </p:nvSpPr>
          <p:spPr>
            <a:xfrm>
              <a:off x="3351084" y="3065432"/>
              <a:ext cx="98778" cy="98778"/>
            </a:xfrm>
            <a:custGeom>
              <a:rect b="b" l="l" r="r" t="t"/>
              <a:pathLst>
                <a:path extrusionOk="0" h="3768" w="3768">
                  <a:moveTo>
                    <a:pt x="1877" y="0"/>
                  </a:moveTo>
                  <a:cubicBezTo>
                    <a:pt x="837" y="0"/>
                    <a:pt x="0" y="837"/>
                    <a:pt x="0" y="1877"/>
                  </a:cubicBezTo>
                  <a:cubicBezTo>
                    <a:pt x="0" y="2930"/>
                    <a:pt x="837" y="3768"/>
                    <a:pt x="1877" y="3768"/>
                  </a:cubicBezTo>
                  <a:cubicBezTo>
                    <a:pt x="2916" y="3768"/>
                    <a:pt x="3768" y="2930"/>
                    <a:pt x="3768" y="1877"/>
                  </a:cubicBezTo>
                  <a:cubicBezTo>
                    <a:pt x="3768" y="837"/>
                    <a:pt x="2916" y="0"/>
                    <a:pt x="1877" y="0"/>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677" name="Google Shape;19677;p47"/>
            <p:cNvSpPr/>
            <p:nvPr/>
          </p:nvSpPr>
          <p:spPr>
            <a:xfrm>
              <a:off x="3400264" y="3108556"/>
              <a:ext cx="49599" cy="12531"/>
            </a:xfrm>
            <a:custGeom>
              <a:rect b="b" l="l" r="r" t="t"/>
              <a:pathLst>
                <a:path extrusionOk="0" h="478" w="1892">
                  <a:moveTo>
                    <a:pt x="1" y="1"/>
                  </a:moveTo>
                  <a:lnTo>
                    <a:pt x="1" y="477"/>
                  </a:lnTo>
                  <a:lnTo>
                    <a:pt x="1877" y="477"/>
                  </a:lnTo>
                  <a:cubicBezTo>
                    <a:pt x="1892" y="318"/>
                    <a:pt x="1892" y="160"/>
                    <a:pt x="1877" y="1"/>
                  </a:cubicBezTo>
                  <a:close/>
                </a:path>
              </a:pathLst>
            </a:custGeom>
            <a:solidFill>
              <a:srgbClr val="EFF1F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678" name="Google Shape;19678;p47"/>
            <p:cNvSpPr/>
            <p:nvPr/>
          </p:nvSpPr>
          <p:spPr>
            <a:xfrm>
              <a:off x="3381730" y="3096445"/>
              <a:ext cx="37120" cy="36753"/>
            </a:xfrm>
            <a:custGeom>
              <a:rect b="b" l="l" r="r" t="t"/>
              <a:pathLst>
                <a:path extrusionOk="0" h="1402" w="1416">
                  <a:moveTo>
                    <a:pt x="708" y="1"/>
                  </a:moveTo>
                  <a:cubicBezTo>
                    <a:pt x="318" y="1"/>
                    <a:pt x="0" y="318"/>
                    <a:pt x="0" y="694"/>
                  </a:cubicBezTo>
                  <a:cubicBezTo>
                    <a:pt x="0" y="1083"/>
                    <a:pt x="318" y="1401"/>
                    <a:pt x="708" y="1401"/>
                  </a:cubicBezTo>
                  <a:cubicBezTo>
                    <a:pt x="1097" y="1401"/>
                    <a:pt x="1415" y="1083"/>
                    <a:pt x="1415" y="694"/>
                  </a:cubicBezTo>
                  <a:cubicBezTo>
                    <a:pt x="1415" y="318"/>
                    <a:pt x="1097" y="1"/>
                    <a:pt x="708" y="1"/>
                  </a:cubicBezTo>
                  <a:close/>
                </a:path>
              </a:pathLst>
            </a:custGeom>
            <a:solidFill>
              <a:srgbClr val="9AAAB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679" name="Google Shape;19679;p47"/>
            <p:cNvSpPr/>
            <p:nvPr/>
          </p:nvSpPr>
          <p:spPr>
            <a:xfrm>
              <a:off x="3400264" y="3108556"/>
              <a:ext cx="18953" cy="12531"/>
            </a:xfrm>
            <a:custGeom>
              <a:rect b="b" l="l" r="r" t="t"/>
              <a:pathLst>
                <a:path extrusionOk="0" h="478" w="723">
                  <a:moveTo>
                    <a:pt x="1" y="1"/>
                  </a:moveTo>
                  <a:lnTo>
                    <a:pt x="1" y="477"/>
                  </a:lnTo>
                  <a:lnTo>
                    <a:pt x="679" y="477"/>
                  </a:lnTo>
                  <a:cubicBezTo>
                    <a:pt x="722" y="318"/>
                    <a:pt x="722" y="160"/>
                    <a:pt x="679" y="1"/>
                  </a:cubicBezTo>
                  <a:close/>
                </a:path>
              </a:pathLst>
            </a:custGeom>
            <a:solidFill>
              <a:srgbClr val="8397A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680" name="Google Shape;19680;p47"/>
            <p:cNvSpPr/>
            <p:nvPr/>
          </p:nvSpPr>
          <p:spPr>
            <a:xfrm>
              <a:off x="3391429" y="3079431"/>
              <a:ext cx="44434" cy="41603"/>
            </a:xfrm>
            <a:custGeom>
              <a:rect b="b" l="l" r="r" t="t"/>
              <a:pathLst>
                <a:path extrusionOk="0" h="1587" w="1695">
                  <a:moveTo>
                    <a:pt x="1348" y="0"/>
                  </a:moveTo>
                  <a:lnTo>
                    <a:pt x="179" y="1184"/>
                  </a:lnTo>
                  <a:cubicBezTo>
                    <a:pt x="1" y="1351"/>
                    <a:pt x="157" y="1586"/>
                    <a:pt x="344" y="1586"/>
                  </a:cubicBezTo>
                  <a:cubicBezTo>
                    <a:pt x="400" y="1586"/>
                    <a:pt x="458" y="1566"/>
                    <a:pt x="511" y="1516"/>
                  </a:cubicBezTo>
                  <a:lnTo>
                    <a:pt x="1695" y="332"/>
                  </a:lnTo>
                  <a:lnTo>
                    <a:pt x="1348" y="0"/>
                  </a:lnTo>
                  <a:close/>
                </a:path>
              </a:pathLst>
            </a:custGeom>
            <a:solidFill>
              <a:srgbClr val="72889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681" name="Google Shape;19681;p47"/>
            <p:cNvSpPr/>
            <p:nvPr/>
          </p:nvSpPr>
          <p:spPr>
            <a:xfrm>
              <a:off x="3420056" y="2908038"/>
              <a:ext cx="189718" cy="185052"/>
            </a:xfrm>
            <a:custGeom>
              <a:rect b="b" l="l" r="r" t="t"/>
              <a:pathLst>
                <a:path extrusionOk="0" h="7059" w="7237">
                  <a:moveTo>
                    <a:pt x="6897" y="1"/>
                  </a:moveTo>
                  <a:cubicBezTo>
                    <a:pt x="6843" y="1"/>
                    <a:pt x="6787" y="22"/>
                    <a:pt x="6738" y="71"/>
                  </a:cubicBezTo>
                  <a:lnTo>
                    <a:pt x="141" y="6668"/>
                  </a:lnTo>
                  <a:cubicBezTo>
                    <a:pt x="0" y="6809"/>
                    <a:pt x="92" y="7058"/>
                    <a:pt x="297" y="7058"/>
                  </a:cubicBezTo>
                  <a:cubicBezTo>
                    <a:pt x="302" y="7058"/>
                    <a:pt x="308" y="7058"/>
                    <a:pt x="314" y="7058"/>
                  </a:cubicBezTo>
                  <a:cubicBezTo>
                    <a:pt x="372" y="7058"/>
                    <a:pt x="429" y="7043"/>
                    <a:pt x="473" y="6986"/>
                  </a:cubicBezTo>
                  <a:lnTo>
                    <a:pt x="7070" y="403"/>
                  </a:lnTo>
                  <a:cubicBezTo>
                    <a:pt x="7237" y="236"/>
                    <a:pt x="7078" y="1"/>
                    <a:pt x="6897" y="1"/>
                  </a:cubicBezTo>
                  <a:close/>
                </a:path>
              </a:pathLst>
            </a:custGeom>
            <a:solidFill>
              <a:srgbClr val="667A8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9682" name="Google Shape;19682;p47"/>
          <p:cNvGrpSpPr/>
          <p:nvPr/>
        </p:nvGrpSpPr>
        <p:grpSpPr>
          <a:xfrm>
            <a:off x="3791182" y="2895454"/>
            <a:ext cx="234650" cy="373591"/>
            <a:chOff x="3791182" y="2895454"/>
            <a:chExt cx="234650" cy="373591"/>
          </a:xfrm>
        </p:grpSpPr>
        <p:sp>
          <p:nvSpPr>
            <p:cNvPr id="19683" name="Google Shape;19683;p47"/>
            <p:cNvSpPr/>
            <p:nvPr/>
          </p:nvSpPr>
          <p:spPr>
            <a:xfrm>
              <a:off x="3905479" y="2895454"/>
              <a:ext cx="30278" cy="35652"/>
            </a:xfrm>
            <a:custGeom>
              <a:rect b="b" l="l" r="r" t="t"/>
              <a:pathLst>
                <a:path extrusionOk="0" h="1360" w="1155">
                  <a:moveTo>
                    <a:pt x="133" y="0"/>
                  </a:moveTo>
                  <a:cubicBezTo>
                    <a:pt x="58" y="0"/>
                    <a:pt x="0" y="55"/>
                    <a:pt x="0" y="133"/>
                  </a:cubicBezTo>
                  <a:lnTo>
                    <a:pt x="0" y="1129"/>
                  </a:lnTo>
                  <a:lnTo>
                    <a:pt x="1155" y="1360"/>
                  </a:lnTo>
                  <a:cubicBezTo>
                    <a:pt x="1155" y="306"/>
                    <a:pt x="476" y="60"/>
                    <a:pt x="159" y="3"/>
                  </a:cubicBezTo>
                  <a:cubicBezTo>
                    <a:pt x="150" y="1"/>
                    <a:pt x="141" y="0"/>
                    <a:pt x="133" y="0"/>
                  </a:cubicBezTo>
                  <a:close/>
                </a:path>
              </a:pathLst>
            </a:custGeom>
            <a:solidFill>
              <a:srgbClr val="AABBC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684" name="Google Shape;19684;p47"/>
            <p:cNvSpPr/>
            <p:nvPr/>
          </p:nvSpPr>
          <p:spPr>
            <a:xfrm>
              <a:off x="3881623" y="2918969"/>
              <a:ext cx="138520" cy="265689"/>
            </a:xfrm>
            <a:custGeom>
              <a:rect b="b" l="l" r="r" t="t"/>
              <a:pathLst>
                <a:path extrusionOk="0" h="10135" w="5284">
                  <a:moveTo>
                    <a:pt x="419" y="1"/>
                  </a:moveTo>
                  <a:cubicBezTo>
                    <a:pt x="304" y="1"/>
                    <a:pt x="203" y="73"/>
                    <a:pt x="188" y="174"/>
                  </a:cubicBezTo>
                  <a:lnTo>
                    <a:pt x="1" y="1155"/>
                  </a:lnTo>
                  <a:lnTo>
                    <a:pt x="2758" y="5760"/>
                  </a:lnTo>
                  <a:lnTo>
                    <a:pt x="2989" y="10134"/>
                  </a:lnTo>
                  <a:lnTo>
                    <a:pt x="4129" y="10134"/>
                  </a:lnTo>
                  <a:cubicBezTo>
                    <a:pt x="4129" y="7363"/>
                    <a:pt x="5284" y="6684"/>
                    <a:pt x="5284" y="4144"/>
                  </a:cubicBezTo>
                  <a:cubicBezTo>
                    <a:pt x="5284" y="275"/>
                    <a:pt x="1329" y="15"/>
                    <a:pt x="419" y="1"/>
                  </a:cubicBez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685" name="Google Shape;19685;p47"/>
            <p:cNvSpPr/>
            <p:nvPr/>
          </p:nvSpPr>
          <p:spPr>
            <a:xfrm>
              <a:off x="3791182" y="2940885"/>
              <a:ext cx="223299" cy="255491"/>
            </a:xfrm>
            <a:custGeom>
              <a:rect b="b" l="l" r="r" t="t"/>
              <a:pathLst>
                <a:path extrusionOk="0" h="9746" w="8518">
                  <a:moveTo>
                    <a:pt x="3367" y="0"/>
                  </a:moveTo>
                  <a:cubicBezTo>
                    <a:pt x="3145" y="0"/>
                    <a:pt x="2923" y="10"/>
                    <a:pt x="2700" y="31"/>
                  </a:cubicBezTo>
                  <a:cubicBezTo>
                    <a:pt x="2469" y="60"/>
                    <a:pt x="2281" y="262"/>
                    <a:pt x="2296" y="493"/>
                  </a:cubicBezTo>
                  <a:lnTo>
                    <a:pt x="2296" y="781"/>
                  </a:lnTo>
                  <a:lnTo>
                    <a:pt x="159" y="2903"/>
                  </a:lnTo>
                  <a:cubicBezTo>
                    <a:pt x="58" y="3019"/>
                    <a:pt x="1" y="3163"/>
                    <a:pt x="29" y="3322"/>
                  </a:cubicBezTo>
                  <a:lnTo>
                    <a:pt x="188" y="4087"/>
                  </a:lnTo>
                  <a:cubicBezTo>
                    <a:pt x="203" y="4174"/>
                    <a:pt x="275" y="4246"/>
                    <a:pt x="361" y="4260"/>
                  </a:cubicBezTo>
                  <a:cubicBezTo>
                    <a:pt x="616" y="4315"/>
                    <a:pt x="853" y="4338"/>
                    <a:pt x="1071" y="4338"/>
                  </a:cubicBezTo>
                  <a:cubicBezTo>
                    <a:pt x="1889" y="4338"/>
                    <a:pt x="2444" y="4009"/>
                    <a:pt x="2729" y="3770"/>
                  </a:cubicBezTo>
                  <a:cubicBezTo>
                    <a:pt x="2816" y="3700"/>
                    <a:pt x="2930" y="3661"/>
                    <a:pt x="3045" y="3661"/>
                  </a:cubicBezTo>
                  <a:cubicBezTo>
                    <a:pt x="3120" y="3661"/>
                    <a:pt x="3195" y="3678"/>
                    <a:pt x="3263" y="3712"/>
                  </a:cubicBezTo>
                  <a:cubicBezTo>
                    <a:pt x="3612" y="3930"/>
                    <a:pt x="4018" y="4033"/>
                    <a:pt x="4426" y="4033"/>
                  </a:cubicBezTo>
                  <a:cubicBezTo>
                    <a:pt x="4559" y="4033"/>
                    <a:pt x="4691" y="4022"/>
                    <a:pt x="4822" y="4000"/>
                  </a:cubicBezTo>
                  <a:lnTo>
                    <a:pt x="4822" y="4000"/>
                  </a:lnTo>
                  <a:cubicBezTo>
                    <a:pt x="2729" y="6108"/>
                    <a:pt x="2065" y="7537"/>
                    <a:pt x="2065" y="8374"/>
                  </a:cubicBezTo>
                  <a:cubicBezTo>
                    <a:pt x="2065" y="8908"/>
                    <a:pt x="2310" y="9428"/>
                    <a:pt x="2743" y="9746"/>
                  </a:cubicBezTo>
                  <a:lnTo>
                    <a:pt x="7810" y="9746"/>
                  </a:lnTo>
                  <a:cubicBezTo>
                    <a:pt x="7810" y="9746"/>
                    <a:pt x="7059" y="8605"/>
                    <a:pt x="7882" y="4794"/>
                  </a:cubicBezTo>
                  <a:cubicBezTo>
                    <a:pt x="8517" y="1864"/>
                    <a:pt x="7088" y="810"/>
                    <a:pt x="5472" y="291"/>
                  </a:cubicBezTo>
                  <a:cubicBezTo>
                    <a:pt x="4789" y="103"/>
                    <a:pt x="4081" y="0"/>
                    <a:pt x="3367" y="0"/>
                  </a:cubicBezTo>
                  <a:close/>
                </a:path>
              </a:pathLst>
            </a:custGeom>
            <a:solidFill>
              <a:srgbClr val="B7C5D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686" name="Google Shape;19686;p47"/>
            <p:cNvSpPr/>
            <p:nvPr/>
          </p:nvSpPr>
          <p:spPr>
            <a:xfrm>
              <a:off x="3869145" y="2961726"/>
              <a:ext cx="12138" cy="17826"/>
            </a:xfrm>
            <a:custGeom>
              <a:rect b="b" l="l" r="r" t="t"/>
              <a:pathLst>
                <a:path extrusionOk="0" h="680" w="463">
                  <a:moveTo>
                    <a:pt x="231" y="1"/>
                  </a:moveTo>
                  <a:cubicBezTo>
                    <a:pt x="123" y="1"/>
                    <a:pt x="15" y="73"/>
                    <a:pt x="0" y="217"/>
                  </a:cubicBezTo>
                  <a:lnTo>
                    <a:pt x="0" y="448"/>
                  </a:lnTo>
                  <a:cubicBezTo>
                    <a:pt x="0" y="564"/>
                    <a:pt x="101" y="679"/>
                    <a:pt x="231" y="679"/>
                  </a:cubicBezTo>
                  <a:cubicBezTo>
                    <a:pt x="361" y="679"/>
                    <a:pt x="462" y="564"/>
                    <a:pt x="462" y="448"/>
                  </a:cubicBezTo>
                  <a:lnTo>
                    <a:pt x="462" y="217"/>
                  </a:lnTo>
                  <a:cubicBezTo>
                    <a:pt x="448" y="73"/>
                    <a:pt x="339" y="1"/>
                    <a:pt x="231" y="1"/>
                  </a:cubicBezTo>
                  <a:close/>
                </a:path>
              </a:pathLst>
            </a:custGeom>
            <a:solidFill>
              <a:srgbClr val="AABBC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687" name="Google Shape;19687;p47"/>
            <p:cNvSpPr/>
            <p:nvPr/>
          </p:nvSpPr>
          <p:spPr>
            <a:xfrm>
              <a:off x="3793069" y="3004247"/>
              <a:ext cx="155193" cy="186467"/>
            </a:xfrm>
            <a:custGeom>
              <a:rect b="b" l="l" r="r" t="t"/>
              <a:pathLst>
                <a:path extrusionOk="0" h="7113" w="5920">
                  <a:moveTo>
                    <a:pt x="3146" y="1"/>
                  </a:moveTo>
                  <a:cubicBezTo>
                    <a:pt x="2981" y="1"/>
                    <a:pt x="2828" y="55"/>
                    <a:pt x="2686" y="198"/>
                  </a:cubicBezTo>
                  <a:cubicBezTo>
                    <a:pt x="2244" y="639"/>
                    <a:pt x="1380" y="1081"/>
                    <a:pt x="169" y="1081"/>
                  </a:cubicBezTo>
                  <a:cubicBezTo>
                    <a:pt x="114" y="1081"/>
                    <a:pt x="58" y="1080"/>
                    <a:pt x="1" y="1078"/>
                  </a:cubicBezTo>
                  <a:lnTo>
                    <a:pt x="1" y="1078"/>
                  </a:lnTo>
                  <a:lnTo>
                    <a:pt x="116" y="1670"/>
                  </a:lnTo>
                  <a:cubicBezTo>
                    <a:pt x="145" y="1757"/>
                    <a:pt x="217" y="1829"/>
                    <a:pt x="304" y="1843"/>
                  </a:cubicBezTo>
                  <a:cubicBezTo>
                    <a:pt x="556" y="1898"/>
                    <a:pt x="790" y="1921"/>
                    <a:pt x="1006" y="1921"/>
                  </a:cubicBezTo>
                  <a:cubicBezTo>
                    <a:pt x="1817" y="1921"/>
                    <a:pt x="2375" y="1592"/>
                    <a:pt x="2671" y="1353"/>
                  </a:cubicBezTo>
                  <a:cubicBezTo>
                    <a:pt x="2759" y="1283"/>
                    <a:pt x="2867" y="1244"/>
                    <a:pt x="2978" y="1244"/>
                  </a:cubicBezTo>
                  <a:cubicBezTo>
                    <a:pt x="3050" y="1244"/>
                    <a:pt x="3123" y="1261"/>
                    <a:pt x="3191" y="1295"/>
                  </a:cubicBezTo>
                  <a:cubicBezTo>
                    <a:pt x="3551" y="1513"/>
                    <a:pt x="3951" y="1616"/>
                    <a:pt x="4356" y="1616"/>
                  </a:cubicBezTo>
                  <a:cubicBezTo>
                    <a:pt x="4487" y="1616"/>
                    <a:pt x="4619" y="1605"/>
                    <a:pt x="4750" y="1583"/>
                  </a:cubicBezTo>
                  <a:lnTo>
                    <a:pt x="4750" y="1583"/>
                  </a:lnTo>
                  <a:cubicBezTo>
                    <a:pt x="2642" y="3691"/>
                    <a:pt x="1993" y="5120"/>
                    <a:pt x="1993" y="5957"/>
                  </a:cubicBezTo>
                  <a:cubicBezTo>
                    <a:pt x="1993" y="6376"/>
                    <a:pt x="2152" y="6795"/>
                    <a:pt x="2440" y="7112"/>
                  </a:cubicBezTo>
                  <a:lnTo>
                    <a:pt x="3841" y="7112"/>
                  </a:lnTo>
                  <a:lnTo>
                    <a:pt x="3841" y="6881"/>
                  </a:lnTo>
                  <a:lnTo>
                    <a:pt x="3826" y="6881"/>
                  </a:lnTo>
                  <a:cubicBezTo>
                    <a:pt x="3826" y="6881"/>
                    <a:pt x="2902" y="5264"/>
                    <a:pt x="4519" y="3431"/>
                  </a:cubicBezTo>
                  <a:cubicBezTo>
                    <a:pt x="5919" y="1814"/>
                    <a:pt x="5905" y="963"/>
                    <a:pt x="5789" y="631"/>
                  </a:cubicBezTo>
                  <a:cubicBezTo>
                    <a:pt x="5750" y="527"/>
                    <a:pt x="5653" y="470"/>
                    <a:pt x="5550" y="470"/>
                  </a:cubicBezTo>
                  <a:cubicBezTo>
                    <a:pt x="5538" y="470"/>
                    <a:pt x="5527" y="470"/>
                    <a:pt x="5515" y="472"/>
                  </a:cubicBezTo>
                  <a:cubicBezTo>
                    <a:pt x="5366" y="509"/>
                    <a:pt x="5223" y="524"/>
                    <a:pt x="5085" y="524"/>
                  </a:cubicBezTo>
                  <a:cubicBezTo>
                    <a:pt x="4286" y="524"/>
                    <a:pt x="3658" y="1"/>
                    <a:pt x="3146" y="1"/>
                  </a:cubicBez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688" name="Google Shape;19688;p47"/>
            <p:cNvSpPr/>
            <p:nvPr/>
          </p:nvSpPr>
          <p:spPr>
            <a:xfrm>
              <a:off x="3833178" y="3184632"/>
              <a:ext cx="180936" cy="30305"/>
            </a:xfrm>
            <a:custGeom>
              <a:rect b="b" l="l" r="r" t="t"/>
              <a:pathLst>
                <a:path extrusionOk="0" h="1156" w="6902">
                  <a:moveTo>
                    <a:pt x="448" y="0"/>
                  </a:moveTo>
                  <a:cubicBezTo>
                    <a:pt x="203" y="0"/>
                    <a:pt x="1" y="202"/>
                    <a:pt x="1" y="462"/>
                  </a:cubicBezTo>
                  <a:lnTo>
                    <a:pt x="1" y="1155"/>
                  </a:lnTo>
                  <a:lnTo>
                    <a:pt x="6901" y="1155"/>
                  </a:lnTo>
                  <a:lnTo>
                    <a:pt x="6901" y="462"/>
                  </a:lnTo>
                  <a:cubicBezTo>
                    <a:pt x="6901" y="202"/>
                    <a:pt x="6699" y="0"/>
                    <a:pt x="6439" y="0"/>
                  </a:cubicBez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689" name="Google Shape;19689;p47"/>
            <p:cNvSpPr/>
            <p:nvPr/>
          </p:nvSpPr>
          <p:spPr>
            <a:xfrm>
              <a:off x="3833178" y="3184632"/>
              <a:ext cx="60216" cy="30305"/>
            </a:xfrm>
            <a:custGeom>
              <a:rect b="b" l="l" r="r" t="t"/>
              <a:pathLst>
                <a:path extrusionOk="0" h="1156" w="2297">
                  <a:moveTo>
                    <a:pt x="463" y="0"/>
                  </a:moveTo>
                  <a:cubicBezTo>
                    <a:pt x="203" y="0"/>
                    <a:pt x="1" y="202"/>
                    <a:pt x="1" y="462"/>
                  </a:cubicBezTo>
                  <a:lnTo>
                    <a:pt x="1" y="1155"/>
                  </a:lnTo>
                  <a:lnTo>
                    <a:pt x="1849" y="1155"/>
                  </a:lnTo>
                  <a:lnTo>
                    <a:pt x="1849" y="462"/>
                  </a:lnTo>
                  <a:cubicBezTo>
                    <a:pt x="1849" y="202"/>
                    <a:pt x="2051" y="0"/>
                    <a:pt x="2296" y="0"/>
                  </a:cubicBezTo>
                  <a:close/>
                </a:path>
              </a:pathLst>
            </a:custGeom>
            <a:solidFill>
              <a:srgbClr val="AABBC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690" name="Google Shape;19690;p47"/>
            <p:cNvSpPr/>
            <p:nvPr/>
          </p:nvSpPr>
          <p:spPr>
            <a:xfrm>
              <a:off x="3821067" y="3208855"/>
              <a:ext cx="204765" cy="60190"/>
            </a:xfrm>
            <a:custGeom>
              <a:rect b="b" l="l" r="r" t="t"/>
              <a:pathLst>
                <a:path extrusionOk="0" h="2296" w="7811">
                  <a:moveTo>
                    <a:pt x="463" y="0"/>
                  </a:moveTo>
                  <a:cubicBezTo>
                    <a:pt x="203" y="0"/>
                    <a:pt x="1" y="202"/>
                    <a:pt x="1" y="462"/>
                  </a:cubicBezTo>
                  <a:lnTo>
                    <a:pt x="1" y="1833"/>
                  </a:lnTo>
                  <a:cubicBezTo>
                    <a:pt x="1" y="2093"/>
                    <a:pt x="203" y="2295"/>
                    <a:pt x="463" y="2295"/>
                  </a:cubicBezTo>
                  <a:lnTo>
                    <a:pt x="7363" y="2295"/>
                  </a:lnTo>
                  <a:cubicBezTo>
                    <a:pt x="7608" y="2295"/>
                    <a:pt x="7811" y="2093"/>
                    <a:pt x="7811" y="1833"/>
                  </a:cubicBezTo>
                  <a:lnTo>
                    <a:pt x="7811" y="462"/>
                  </a:lnTo>
                  <a:cubicBezTo>
                    <a:pt x="7811" y="202"/>
                    <a:pt x="7608" y="0"/>
                    <a:pt x="7363" y="0"/>
                  </a:cubicBezTo>
                  <a:close/>
                </a:path>
              </a:pathLst>
            </a:custGeom>
            <a:solidFill>
              <a:srgbClr val="B7C5D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691" name="Google Shape;19691;p47"/>
            <p:cNvSpPr/>
            <p:nvPr/>
          </p:nvSpPr>
          <p:spPr>
            <a:xfrm>
              <a:off x="3821067" y="3208855"/>
              <a:ext cx="78383" cy="60190"/>
            </a:xfrm>
            <a:custGeom>
              <a:rect b="b" l="l" r="r" t="t"/>
              <a:pathLst>
                <a:path extrusionOk="0" h="2296" w="2990">
                  <a:moveTo>
                    <a:pt x="463" y="0"/>
                  </a:moveTo>
                  <a:cubicBezTo>
                    <a:pt x="203" y="0"/>
                    <a:pt x="1" y="202"/>
                    <a:pt x="1" y="448"/>
                  </a:cubicBezTo>
                  <a:lnTo>
                    <a:pt x="1" y="1833"/>
                  </a:lnTo>
                  <a:cubicBezTo>
                    <a:pt x="1" y="2093"/>
                    <a:pt x="203" y="2295"/>
                    <a:pt x="463" y="2295"/>
                  </a:cubicBezTo>
                  <a:lnTo>
                    <a:pt x="2989" y="2295"/>
                  </a:lnTo>
                  <a:cubicBezTo>
                    <a:pt x="2729" y="2295"/>
                    <a:pt x="2527" y="2093"/>
                    <a:pt x="2527" y="1833"/>
                  </a:cubicBezTo>
                  <a:lnTo>
                    <a:pt x="2527" y="448"/>
                  </a:lnTo>
                  <a:cubicBezTo>
                    <a:pt x="2527" y="202"/>
                    <a:pt x="2729" y="0"/>
                    <a:pt x="2989" y="0"/>
                  </a:cubicBez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9692" name="Google Shape;19692;p47"/>
          <p:cNvGrpSpPr/>
          <p:nvPr/>
        </p:nvGrpSpPr>
        <p:grpSpPr>
          <a:xfrm>
            <a:off x="7042995" y="2489463"/>
            <a:ext cx="364441" cy="256225"/>
            <a:chOff x="7042995" y="2489463"/>
            <a:chExt cx="364441" cy="256225"/>
          </a:xfrm>
        </p:grpSpPr>
        <p:sp>
          <p:nvSpPr>
            <p:cNvPr id="19693" name="Google Shape;19693;p47"/>
            <p:cNvSpPr/>
            <p:nvPr/>
          </p:nvSpPr>
          <p:spPr>
            <a:xfrm>
              <a:off x="7042995" y="2526164"/>
              <a:ext cx="364441" cy="219524"/>
            </a:xfrm>
            <a:custGeom>
              <a:rect b="b" l="l" r="r" t="t"/>
              <a:pathLst>
                <a:path extrusionOk="0" h="8374" w="13902">
                  <a:moveTo>
                    <a:pt x="6944" y="1"/>
                  </a:moveTo>
                  <a:cubicBezTo>
                    <a:pt x="6121" y="1"/>
                    <a:pt x="4880" y="535"/>
                    <a:pt x="3263" y="1574"/>
                  </a:cubicBezTo>
                  <a:cubicBezTo>
                    <a:pt x="2224" y="2267"/>
                    <a:pt x="1213" y="3003"/>
                    <a:pt x="246" y="3797"/>
                  </a:cubicBezTo>
                  <a:cubicBezTo>
                    <a:pt x="0" y="3999"/>
                    <a:pt x="0" y="4375"/>
                    <a:pt x="246" y="4577"/>
                  </a:cubicBezTo>
                  <a:cubicBezTo>
                    <a:pt x="1213" y="5371"/>
                    <a:pt x="2224" y="6107"/>
                    <a:pt x="3263" y="6800"/>
                  </a:cubicBezTo>
                  <a:cubicBezTo>
                    <a:pt x="4880" y="7839"/>
                    <a:pt x="6121" y="8373"/>
                    <a:pt x="6944" y="8373"/>
                  </a:cubicBezTo>
                  <a:cubicBezTo>
                    <a:pt x="7781" y="8373"/>
                    <a:pt x="9023" y="7839"/>
                    <a:pt x="10639" y="6800"/>
                  </a:cubicBezTo>
                  <a:cubicBezTo>
                    <a:pt x="11679" y="6107"/>
                    <a:pt x="12689" y="5371"/>
                    <a:pt x="13656" y="4591"/>
                  </a:cubicBezTo>
                  <a:cubicBezTo>
                    <a:pt x="13902" y="4375"/>
                    <a:pt x="13902" y="3999"/>
                    <a:pt x="13656" y="3797"/>
                  </a:cubicBezTo>
                  <a:cubicBezTo>
                    <a:pt x="12689" y="3003"/>
                    <a:pt x="11679" y="2267"/>
                    <a:pt x="10639" y="1574"/>
                  </a:cubicBezTo>
                  <a:cubicBezTo>
                    <a:pt x="9023" y="535"/>
                    <a:pt x="7781" y="1"/>
                    <a:pt x="6944" y="1"/>
                  </a:cubicBezTo>
                  <a:close/>
                </a:path>
              </a:pathLst>
            </a:custGeom>
            <a:solidFill>
              <a:srgbClr val="EFF1F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694" name="Google Shape;19694;p47"/>
            <p:cNvSpPr/>
            <p:nvPr/>
          </p:nvSpPr>
          <p:spPr>
            <a:xfrm>
              <a:off x="7042995" y="2526164"/>
              <a:ext cx="200204" cy="219524"/>
            </a:xfrm>
            <a:custGeom>
              <a:rect b="b" l="l" r="r" t="t"/>
              <a:pathLst>
                <a:path extrusionOk="0" h="8374" w="7637">
                  <a:moveTo>
                    <a:pt x="6958" y="1"/>
                  </a:moveTo>
                  <a:cubicBezTo>
                    <a:pt x="6121" y="1"/>
                    <a:pt x="4880" y="535"/>
                    <a:pt x="3263" y="1574"/>
                  </a:cubicBezTo>
                  <a:cubicBezTo>
                    <a:pt x="2224" y="2267"/>
                    <a:pt x="1213" y="3003"/>
                    <a:pt x="246" y="3797"/>
                  </a:cubicBezTo>
                  <a:cubicBezTo>
                    <a:pt x="0" y="3999"/>
                    <a:pt x="0" y="4375"/>
                    <a:pt x="246" y="4591"/>
                  </a:cubicBezTo>
                  <a:cubicBezTo>
                    <a:pt x="1213" y="5371"/>
                    <a:pt x="2224" y="6107"/>
                    <a:pt x="3263" y="6800"/>
                  </a:cubicBezTo>
                  <a:cubicBezTo>
                    <a:pt x="4894" y="7854"/>
                    <a:pt x="6121" y="8373"/>
                    <a:pt x="6944" y="8373"/>
                  </a:cubicBezTo>
                  <a:cubicBezTo>
                    <a:pt x="7189" y="8373"/>
                    <a:pt x="7420" y="8344"/>
                    <a:pt x="7637" y="8272"/>
                  </a:cubicBezTo>
                  <a:cubicBezTo>
                    <a:pt x="6872" y="8085"/>
                    <a:pt x="5861" y="7594"/>
                    <a:pt x="4649" y="6800"/>
                  </a:cubicBezTo>
                  <a:cubicBezTo>
                    <a:pt x="3609" y="6107"/>
                    <a:pt x="2599" y="5371"/>
                    <a:pt x="1632" y="4577"/>
                  </a:cubicBezTo>
                  <a:cubicBezTo>
                    <a:pt x="1386" y="4375"/>
                    <a:pt x="1386" y="3999"/>
                    <a:pt x="1632" y="3797"/>
                  </a:cubicBezTo>
                  <a:cubicBezTo>
                    <a:pt x="2599" y="3003"/>
                    <a:pt x="3609" y="2267"/>
                    <a:pt x="4649" y="1574"/>
                  </a:cubicBezTo>
                  <a:cubicBezTo>
                    <a:pt x="5861" y="795"/>
                    <a:pt x="6872" y="304"/>
                    <a:pt x="7637" y="102"/>
                  </a:cubicBezTo>
                  <a:cubicBezTo>
                    <a:pt x="7420" y="44"/>
                    <a:pt x="7189" y="1"/>
                    <a:pt x="6958" y="1"/>
                  </a:cubicBezTo>
                  <a:close/>
                </a:path>
              </a:pathLst>
            </a:custGeom>
            <a:solidFill>
              <a:srgbClr val="E9EDF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695" name="Google Shape;19695;p47"/>
            <p:cNvSpPr/>
            <p:nvPr/>
          </p:nvSpPr>
          <p:spPr>
            <a:xfrm>
              <a:off x="7120198" y="2557255"/>
              <a:ext cx="183557" cy="157395"/>
            </a:xfrm>
            <a:custGeom>
              <a:rect b="b" l="l" r="r" t="t"/>
              <a:pathLst>
                <a:path extrusionOk="0" h="6004" w="7002">
                  <a:moveTo>
                    <a:pt x="3981" y="1"/>
                  </a:moveTo>
                  <a:cubicBezTo>
                    <a:pt x="3246" y="1"/>
                    <a:pt x="2498" y="273"/>
                    <a:pt x="1891" y="879"/>
                  </a:cubicBezTo>
                  <a:cubicBezTo>
                    <a:pt x="0" y="2770"/>
                    <a:pt x="1328" y="6004"/>
                    <a:pt x="3999" y="6004"/>
                  </a:cubicBezTo>
                  <a:cubicBezTo>
                    <a:pt x="5659" y="6004"/>
                    <a:pt x="7002" y="4661"/>
                    <a:pt x="7002" y="3001"/>
                  </a:cubicBezTo>
                  <a:cubicBezTo>
                    <a:pt x="7002" y="1193"/>
                    <a:pt x="5520" y="1"/>
                    <a:pt x="3981" y="1"/>
                  </a:cubicBezTo>
                  <a:close/>
                </a:path>
              </a:pathLst>
            </a:custGeom>
            <a:solidFill>
              <a:srgbClr val="96ABB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696" name="Google Shape;19696;p47"/>
            <p:cNvSpPr/>
            <p:nvPr/>
          </p:nvSpPr>
          <p:spPr>
            <a:xfrm>
              <a:off x="7146308" y="2557622"/>
              <a:ext cx="93876" cy="157002"/>
            </a:xfrm>
            <a:custGeom>
              <a:rect b="b" l="l" r="r" t="t"/>
              <a:pathLst>
                <a:path extrusionOk="0" h="5989" w="3581">
                  <a:moveTo>
                    <a:pt x="2996" y="0"/>
                  </a:moveTo>
                  <a:cubicBezTo>
                    <a:pt x="1374" y="0"/>
                    <a:pt x="0" y="1309"/>
                    <a:pt x="0" y="2987"/>
                  </a:cubicBezTo>
                  <a:cubicBezTo>
                    <a:pt x="0" y="4678"/>
                    <a:pt x="1374" y="5988"/>
                    <a:pt x="2996" y="5988"/>
                  </a:cubicBezTo>
                  <a:cubicBezTo>
                    <a:pt x="3188" y="5988"/>
                    <a:pt x="3383" y="5970"/>
                    <a:pt x="3580" y="5932"/>
                  </a:cubicBezTo>
                  <a:cubicBezTo>
                    <a:pt x="2166" y="5658"/>
                    <a:pt x="1155" y="4416"/>
                    <a:pt x="1155" y="2987"/>
                  </a:cubicBezTo>
                  <a:cubicBezTo>
                    <a:pt x="1155" y="1558"/>
                    <a:pt x="2166" y="331"/>
                    <a:pt x="3580" y="57"/>
                  </a:cubicBezTo>
                  <a:cubicBezTo>
                    <a:pt x="3383" y="18"/>
                    <a:pt x="3188" y="0"/>
                    <a:pt x="2996" y="0"/>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697" name="Google Shape;19697;p47"/>
            <p:cNvSpPr/>
            <p:nvPr/>
          </p:nvSpPr>
          <p:spPr>
            <a:xfrm>
              <a:off x="7172025" y="2596236"/>
              <a:ext cx="92749" cy="79431"/>
            </a:xfrm>
            <a:custGeom>
              <a:rect b="b" l="l" r="r" t="t"/>
              <a:pathLst>
                <a:path extrusionOk="0" h="3030" w="3538">
                  <a:moveTo>
                    <a:pt x="2011" y="1"/>
                  </a:moveTo>
                  <a:cubicBezTo>
                    <a:pt x="1640" y="1"/>
                    <a:pt x="1261" y="138"/>
                    <a:pt x="954" y="446"/>
                  </a:cubicBezTo>
                  <a:cubicBezTo>
                    <a:pt x="1" y="1398"/>
                    <a:pt x="679" y="3030"/>
                    <a:pt x="2022" y="3030"/>
                  </a:cubicBezTo>
                  <a:cubicBezTo>
                    <a:pt x="2859" y="3030"/>
                    <a:pt x="3538" y="2351"/>
                    <a:pt x="3538" y="1514"/>
                  </a:cubicBezTo>
                  <a:cubicBezTo>
                    <a:pt x="3538" y="605"/>
                    <a:pt x="2790" y="1"/>
                    <a:pt x="2011" y="1"/>
                  </a:cubicBezTo>
                  <a:close/>
                </a:path>
              </a:pathLst>
            </a:custGeom>
            <a:solidFill>
              <a:srgbClr val="5E748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698" name="Google Shape;19698;p47"/>
            <p:cNvSpPr/>
            <p:nvPr/>
          </p:nvSpPr>
          <p:spPr>
            <a:xfrm>
              <a:off x="7185290" y="2596420"/>
              <a:ext cx="55261" cy="79143"/>
            </a:xfrm>
            <a:custGeom>
              <a:rect b="b" l="l" r="r" t="t"/>
              <a:pathLst>
                <a:path extrusionOk="0" h="3019" w="2108">
                  <a:moveTo>
                    <a:pt x="1516" y="1"/>
                  </a:moveTo>
                  <a:cubicBezTo>
                    <a:pt x="717" y="1"/>
                    <a:pt x="0" y="637"/>
                    <a:pt x="0" y="1507"/>
                  </a:cubicBezTo>
                  <a:cubicBezTo>
                    <a:pt x="0" y="2374"/>
                    <a:pt x="713" y="3019"/>
                    <a:pt x="1509" y="3019"/>
                  </a:cubicBezTo>
                  <a:cubicBezTo>
                    <a:pt x="1706" y="3019"/>
                    <a:pt x="1909" y="2979"/>
                    <a:pt x="2108" y="2893"/>
                  </a:cubicBezTo>
                  <a:cubicBezTo>
                    <a:pt x="1545" y="2662"/>
                    <a:pt x="1184" y="2113"/>
                    <a:pt x="1184" y="1507"/>
                  </a:cubicBezTo>
                  <a:cubicBezTo>
                    <a:pt x="1184" y="901"/>
                    <a:pt x="1545" y="352"/>
                    <a:pt x="2108" y="121"/>
                  </a:cubicBezTo>
                  <a:cubicBezTo>
                    <a:pt x="1912" y="39"/>
                    <a:pt x="1711" y="1"/>
                    <a:pt x="1516" y="1"/>
                  </a:cubicBezTo>
                  <a:close/>
                </a:path>
              </a:pathLst>
            </a:custGeom>
            <a:solidFill>
              <a:srgbClr val="667A8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699" name="Google Shape;19699;p47"/>
            <p:cNvSpPr/>
            <p:nvPr/>
          </p:nvSpPr>
          <p:spPr>
            <a:xfrm>
              <a:off x="7338360" y="2541159"/>
              <a:ext cx="35574" cy="24747"/>
            </a:xfrm>
            <a:custGeom>
              <a:rect b="b" l="l" r="r" t="t"/>
              <a:pathLst>
                <a:path extrusionOk="0" h="944" w="1357">
                  <a:moveTo>
                    <a:pt x="308" y="1"/>
                  </a:moveTo>
                  <a:cubicBezTo>
                    <a:pt x="121" y="1"/>
                    <a:pt x="0" y="266"/>
                    <a:pt x="181" y="410"/>
                  </a:cubicBezTo>
                  <a:lnTo>
                    <a:pt x="181" y="396"/>
                  </a:lnTo>
                  <a:cubicBezTo>
                    <a:pt x="426" y="555"/>
                    <a:pt x="672" y="728"/>
                    <a:pt x="917" y="901"/>
                  </a:cubicBezTo>
                  <a:cubicBezTo>
                    <a:pt x="949" y="931"/>
                    <a:pt x="984" y="944"/>
                    <a:pt x="1020" y="944"/>
                  </a:cubicBezTo>
                  <a:cubicBezTo>
                    <a:pt x="1189" y="944"/>
                    <a:pt x="1356" y="648"/>
                    <a:pt x="1177" y="540"/>
                  </a:cubicBezTo>
                  <a:cubicBezTo>
                    <a:pt x="917" y="367"/>
                    <a:pt x="672" y="179"/>
                    <a:pt x="426" y="35"/>
                  </a:cubicBezTo>
                  <a:cubicBezTo>
                    <a:pt x="386" y="11"/>
                    <a:pt x="346" y="1"/>
                    <a:pt x="308" y="1"/>
                  </a:cubicBezTo>
                  <a:close/>
                </a:path>
              </a:pathLst>
            </a:custGeom>
            <a:solidFill>
              <a:srgbClr val="E9EDF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700" name="Google Shape;19700;p47"/>
            <p:cNvSpPr/>
            <p:nvPr/>
          </p:nvSpPr>
          <p:spPr>
            <a:xfrm>
              <a:off x="7106567" y="2489463"/>
              <a:ext cx="221648" cy="56415"/>
            </a:xfrm>
            <a:custGeom>
              <a:rect b="b" l="l" r="r" t="t"/>
              <a:pathLst>
                <a:path extrusionOk="0" h="2152" w="8455">
                  <a:moveTo>
                    <a:pt x="4519" y="0"/>
                  </a:moveTo>
                  <a:cubicBezTo>
                    <a:pt x="3436" y="0"/>
                    <a:pt x="2007" y="563"/>
                    <a:pt x="188" y="1733"/>
                  </a:cubicBezTo>
                  <a:cubicBezTo>
                    <a:pt x="1" y="1848"/>
                    <a:pt x="87" y="2137"/>
                    <a:pt x="318" y="2137"/>
                  </a:cubicBezTo>
                  <a:lnTo>
                    <a:pt x="304" y="2151"/>
                  </a:lnTo>
                  <a:cubicBezTo>
                    <a:pt x="347" y="2151"/>
                    <a:pt x="390" y="2137"/>
                    <a:pt x="434" y="2108"/>
                  </a:cubicBezTo>
                  <a:cubicBezTo>
                    <a:pt x="2180" y="997"/>
                    <a:pt x="3523" y="448"/>
                    <a:pt x="4519" y="448"/>
                  </a:cubicBezTo>
                  <a:cubicBezTo>
                    <a:pt x="5414" y="448"/>
                    <a:pt x="6540" y="867"/>
                    <a:pt x="7983" y="1718"/>
                  </a:cubicBezTo>
                  <a:cubicBezTo>
                    <a:pt x="8027" y="1747"/>
                    <a:pt x="8070" y="1760"/>
                    <a:pt x="8111" y="1760"/>
                  </a:cubicBezTo>
                  <a:cubicBezTo>
                    <a:pt x="8315" y="1760"/>
                    <a:pt x="8455" y="1449"/>
                    <a:pt x="8214" y="1329"/>
                  </a:cubicBezTo>
                  <a:cubicBezTo>
                    <a:pt x="6699" y="434"/>
                    <a:pt x="5486" y="0"/>
                    <a:pt x="4519" y="0"/>
                  </a:cubicBezTo>
                  <a:close/>
                </a:path>
              </a:pathLst>
            </a:custGeom>
            <a:solidFill>
              <a:srgbClr val="E9EDF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701" name="Google Shape;19701;p47"/>
            <p:cNvSpPr/>
            <p:nvPr/>
          </p:nvSpPr>
          <p:spPr>
            <a:xfrm>
              <a:off x="7234863" y="2598884"/>
              <a:ext cx="32192" cy="27211"/>
            </a:xfrm>
            <a:custGeom>
              <a:rect b="b" l="l" r="r" t="t"/>
              <a:pathLst>
                <a:path extrusionOk="0" h="1038" w="1228">
                  <a:moveTo>
                    <a:pt x="524" y="0"/>
                  </a:moveTo>
                  <a:cubicBezTo>
                    <a:pt x="256" y="0"/>
                    <a:pt x="0" y="207"/>
                    <a:pt x="0" y="518"/>
                  </a:cubicBezTo>
                  <a:cubicBezTo>
                    <a:pt x="0" y="807"/>
                    <a:pt x="231" y="1038"/>
                    <a:pt x="520" y="1038"/>
                  </a:cubicBezTo>
                  <a:cubicBezTo>
                    <a:pt x="996" y="1038"/>
                    <a:pt x="1227" y="475"/>
                    <a:pt x="895" y="157"/>
                  </a:cubicBezTo>
                  <a:cubicBezTo>
                    <a:pt x="787" y="49"/>
                    <a:pt x="654" y="0"/>
                    <a:pt x="524" y="0"/>
                  </a:cubicBezTo>
                  <a:close/>
                </a:path>
              </a:pathLst>
            </a:custGeom>
            <a:solidFill>
              <a:srgbClr val="E9EDF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9702" name="Google Shape;19702;p47"/>
          <p:cNvGrpSpPr/>
          <p:nvPr/>
        </p:nvGrpSpPr>
        <p:grpSpPr>
          <a:xfrm>
            <a:off x="7517172" y="2437007"/>
            <a:ext cx="364284" cy="361243"/>
            <a:chOff x="7517172" y="2437007"/>
            <a:chExt cx="364284" cy="361243"/>
          </a:xfrm>
        </p:grpSpPr>
        <p:sp>
          <p:nvSpPr>
            <p:cNvPr id="19703" name="Google Shape;19703;p47"/>
            <p:cNvSpPr/>
            <p:nvPr/>
          </p:nvSpPr>
          <p:spPr>
            <a:xfrm>
              <a:off x="7517172" y="2548499"/>
              <a:ext cx="164997" cy="78724"/>
            </a:xfrm>
            <a:custGeom>
              <a:rect b="b" l="l" r="r" t="t"/>
              <a:pathLst>
                <a:path extrusionOk="0" h="3003" w="6294">
                  <a:moveTo>
                    <a:pt x="6294" y="0"/>
                  </a:moveTo>
                  <a:lnTo>
                    <a:pt x="4923" y="116"/>
                  </a:lnTo>
                  <a:cubicBezTo>
                    <a:pt x="3118" y="260"/>
                    <a:pt x="1429" y="1040"/>
                    <a:pt x="144" y="2324"/>
                  </a:cubicBezTo>
                  <a:cubicBezTo>
                    <a:pt x="0" y="2469"/>
                    <a:pt x="87" y="2729"/>
                    <a:pt x="303" y="2743"/>
                  </a:cubicBezTo>
                  <a:lnTo>
                    <a:pt x="3277" y="3003"/>
                  </a:lnTo>
                  <a:lnTo>
                    <a:pt x="6294" y="0"/>
                  </a:lnTo>
                  <a:close/>
                </a:path>
              </a:pathLst>
            </a:custGeom>
            <a:solidFill>
              <a:srgbClr val="8C9EA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704" name="Google Shape;19704;p47"/>
            <p:cNvSpPr/>
            <p:nvPr/>
          </p:nvSpPr>
          <p:spPr>
            <a:xfrm>
              <a:off x="7690112" y="2635166"/>
              <a:ext cx="79117" cy="163084"/>
            </a:xfrm>
            <a:custGeom>
              <a:rect b="b" l="l" r="r" t="t"/>
              <a:pathLst>
                <a:path extrusionOk="0" h="6221" w="3018">
                  <a:moveTo>
                    <a:pt x="3017" y="0"/>
                  </a:moveTo>
                  <a:lnTo>
                    <a:pt x="0" y="3017"/>
                  </a:lnTo>
                  <a:lnTo>
                    <a:pt x="260" y="5991"/>
                  </a:lnTo>
                  <a:cubicBezTo>
                    <a:pt x="270" y="6134"/>
                    <a:pt x="387" y="6221"/>
                    <a:pt x="507" y="6221"/>
                  </a:cubicBezTo>
                  <a:cubicBezTo>
                    <a:pt x="568" y="6221"/>
                    <a:pt x="630" y="6198"/>
                    <a:pt x="679" y="6150"/>
                  </a:cubicBezTo>
                  <a:cubicBezTo>
                    <a:pt x="1963" y="4865"/>
                    <a:pt x="2743" y="3176"/>
                    <a:pt x="2887" y="1386"/>
                  </a:cubicBezTo>
                  <a:lnTo>
                    <a:pt x="3017" y="0"/>
                  </a:lnTo>
                  <a:close/>
                </a:path>
              </a:pathLst>
            </a:custGeom>
            <a:solidFill>
              <a:srgbClr val="8C9EA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705" name="Google Shape;19705;p47"/>
            <p:cNvSpPr/>
            <p:nvPr/>
          </p:nvSpPr>
          <p:spPr>
            <a:xfrm>
              <a:off x="7517172" y="2552274"/>
              <a:ext cx="118833" cy="69286"/>
            </a:xfrm>
            <a:custGeom>
              <a:rect b="b" l="l" r="r" t="t"/>
              <a:pathLst>
                <a:path extrusionOk="0" h="2643" w="4533">
                  <a:moveTo>
                    <a:pt x="4533" y="1"/>
                  </a:moveTo>
                  <a:cubicBezTo>
                    <a:pt x="2873" y="232"/>
                    <a:pt x="1328" y="982"/>
                    <a:pt x="144" y="2166"/>
                  </a:cubicBezTo>
                  <a:cubicBezTo>
                    <a:pt x="0" y="2325"/>
                    <a:pt x="87" y="2585"/>
                    <a:pt x="303" y="2599"/>
                  </a:cubicBezTo>
                  <a:lnTo>
                    <a:pt x="751" y="2642"/>
                  </a:lnTo>
                  <a:cubicBezTo>
                    <a:pt x="606" y="2541"/>
                    <a:pt x="592" y="2325"/>
                    <a:pt x="707" y="2209"/>
                  </a:cubicBezTo>
                  <a:cubicBezTo>
                    <a:pt x="1761" y="1141"/>
                    <a:pt x="3089" y="391"/>
                    <a:pt x="4533" y="1"/>
                  </a:cubicBezTo>
                  <a:close/>
                </a:path>
              </a:pathLst>
            </a:custGeom>
            <a:solidFill>
              <a:srgbClr val="D6DFE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706" name="Google Shape;19706;p47"/>
            <p:cNvSpPr/>
            <p:nvPr/>
          </p:nvSpPr>
          <p:spPr>
            <a:xfrm>
              <a:off x="7690112" y="2699864"/>
              <a:ext cx="23095" cy="98385"/>
            </a:xfrm>
            <a:custGeom>
              <a:rect b="b" l="l" r="r" t="t"/>
              <a:pathLst>
                <a:path extrusionOk="0" h="3753" w="881">
                  <a:moveTo>
                    <a:pt x="549" y="1"/>
                  </a:moveTo>
                  <a:lnTo>
                    <a:pt x="0" y="549"/>
                  </a:lnTo>
                  <a:lnTo>
                    <a:pt x="260" y="3523"/>
                  </a:lnTo>
                  <a:cubicBezTo>
                    <a:pt x="270" y="3666"/>
                    <a:pt x="387" y="3753"/>
                    <a:pt x="511" y="3753"/>
                  </a:cubicBezTo>
                  <a:cubicBezTo>
                    <a:pt x="574" y="3753"/>
                    <a:pt x="639" y="3730"/>
                    <a:pt x="693" y="3682"/>
                  </a:cubicBezTo>
                  <a:cubicBezTo>
                    <a:pt x="751" y="3609"/>
                    <a:pt x="823" y="3552"/>
                    <a:pt x="881" y="3479"/>
                  </a:cubicBezTo>
                  <a:cubicBezTo>
                    <a:pt x="866" y="3451"/>
                    <a:pt x="852" y="3422"/>
                    <a:pt x="852" y="3378"/>
                  </a:cubicBezTo>
                  <a:lnTo>
                    <a:pt x="549" y="1"/>
                  </a:lnTo>
                  <a:close/>
                </a:path>
              </a:pathLst>
            </a:custGeom>
            <a:solidFill>
              <a:srgbClr val="D6DFE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707" name="Google Shape;19707;p47"/>
            <p:cNvSpPr/>
            <p:nvPr/>
          </p:nvSpPr>
          <p:spPr>
            <a:xfrm>
              <a:off x="7585646" y="2437138"/>
              <a:ext cx="295128" cy="293608"/>
            </a:xfrm>
            <a:custGeom>
              <a:rect b="b" l="l" r="r" t="t"/>
              <a:pathLst>
                <a:path extrusionOk="0" h="11200" w="11258">
                  <a:moveTo>
                    <a:pt x="11038" y="0"/>
                  </a:moveTo>
                  <a:cubicBezTo>
                    <a:pt x="11025" y="0"/>
                    <a:pt x="11013" y="2"/>
                    <a:pt x="11001" y="4"/>
                  </a:cubicBezTo>
                  <a:lnTo>
                    <a:pt x="8619" y="697"/>
                  </a:lnTo>
                  <a:lnTo>
                    <a:pt x="6858" y="1217"/>
                  </a:lnTo>
                  <a:cubicBezTo>
                    <a:pt x="6713" y="1246"/>
                    <a:pt x="6583" y="1332"/>
                    <a:pt x="6482" y="1434"/>
                  </a:cubicBezTo>
                  <a:lnTo>
                    <a:pt x="88" y="7828"/>
                  </a:lnTo>
                  <a:cubicBezTo>
                    <a:pt x="1" y="7915"/>
                    <a:pt x="1" y="8045"/>
                    <a:pt x="88" y="8117"/>
                  </a:cubicBezTo>
                  <a:lnTo>
                    <a:pt x="1358" y="9402"/>
                  </a:lnTo>
                  <a:lnTo>
                    <a:pt x="1834" y="9864"/>
                  </a:lnTo>
                  <a:lnTo>
                    <a:pt x="3090" y="11134"/>
                  </a:lnTo>
                  <a:cubicBezTo>
                    <a:pt x="3141" y="11177"/>
                    <a:pt x="3198" y="11199"/>
                    <a:pt x="3256" y="11199"/>
                  </a:cubicBezTo>
                  <a:cubicBezTo>
                    <a:pt x="3314" y="11199"/>
                    <a:pt x="3372" y="11177"/>
                    <a:pt x="3422" y="11134"/>
                  </a:cubicBezTo>
                  <a:lnTo>
                    <a:pt x="6988" y="7554"/>
                  </a:lnTo>
                  <a:lnTo>
                    <a:pt x="9774" y="4768"/>
                  </a:lnTo>
                  <a:cubicBezTo>
                    <a:pt x="9889" y="4653"/>
                    <a:pt x="9976" y="4508"/>
                    <a:pt x="10034" y="4349"/>
                  </a:cubicBezTo>
                  <a:lnTo>
                    <a:pt x="11232" y="250"/>
                  </a:lnTo>
                  <a:cubicBezTo>
                    <a:pt x="11258" y="119"/>
                    <a:pt x="11154" y="0"/>
                    <a:pt x="11038" y="0"/>
                  </a:cubicBezTo>
                  <a:close/>
                </a:path>
              </a:pathLst>
            </a:custGeom>
            <a:solidFill>
              <a:srgbClr val="EFF1F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708" name="Google Shape;19708;p47"/>
            <p:cNvSpPr/>
            <p:nvPr/>
          </p:nvSpPr>
          <p:spPr>
            <a:xfrm>
              <a:off x="7585646" y="2437400"/>
              <a:ext cx="295495" cy="219341"/>
            </a:xfrm>
            <a:custGeom>
              <a:rect b="b" l="l" r="r" t="t"/>
              <a:pathLst>
                <a:path extrusionOk="0" h="8367" w="11272">
                  <a:moveTo>
                    <a:pt x="11057" y="0"/>
                  </a:moveTo>
                  <a:cubicBezTo>
                    <a:pt x="11039" y="0"/>
                    <a:pt x="11020" y="3"/>
                    <a:pt x="11001" y="9"/>
                  </a:cubicBezTo>
                  <a:lnTo>
                    <a:pt x="6843" y="1221"/>
                  </a:lnTo>
                  <a:cubicBezTo>
                    <a:pt x="6713" y="1250"/>
                    <a:pt x="6583" y="1308"/>
                    <a:pt x="6482" y="1409"/>
                  </a:cubicBezTo>
                  <a:lnTo>
                    <a:pt x="73" y="7818"/>
                  </a:lnTo>
                  <a:cubicBezTo>
                    <a:pt x="1" y="7891"/>
                    <a:pt x="1" y="8035"/>
                    <a:pt x="73" y="8107"/>
                  </a:cubicBezTo>
                  <a:lnTo>
                    <a:pt x="333" y="8367"/>
                  </a:lnTo>
                  <a:lnTo>
                    <a:pt x="1069" y="7645"/>
                  </a:lnTo>
                  <a:lnTo>
                    <a:pt x="6814" y="1900"/>
                  </a:lnTo>
                  <a:cubicBezTo>
                    <a:pt x="6901" y="1813"/>
                    <a:pt x="7017" y="1741"/>
                    <a:pt x="7132" y="1712"/>
                  </a:cubicBezTo>
                  <a:lnTo>
                    <a:pt x="11160" y="543"/>
                  </a:lnTo>
                  <a:lnTo>
                    <a:pt x="11246" y="240"/>
                  </a:lnTo>
                  <a:cubicBezTo>
                    <a:pt x="11271" y="115"/>
                    <a:pt x="11177" y="0"/>
                    <a:pt x="11057" y="0"/>
                  </a:cubicBezTo>
                  <a:close/>
                </a:path>
              </a:pathLst>
            </a:custGeom>
            <a:solidFill>
              <a:srgbClr val="EFF2F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709" name="Google Shape;19709;p47"/>
            <p:cNvSpPr/>
            <p:nvPr/>
          </p:nvSpPr>
          <p:spPr>
            <a:xfrm>
              <a:off x="7734757" y="2520868"/>
              <a:ext cx="61710" cy="61710"/>
            </a:xfrm>
            <a:custGeom>
              <a:rect b="b" l="l" r="r" t="t"/>
              <a:pathLst>
                <a:path extrusionOk="0" h="2354" w="2354">
                  <a:moveTo>
                    <a:pt x="1170" y="1"/>
                  </a:moveTo>
                  <a:cubicBezTo>
                    <a:pt x="520" y="1"/>
                    <a:pt x="1" y="535"/>
                    <a:pt x="1" y="1184"/>
                  </a:cubicBezTo>
                  <a:cubicBezTo>
                    <a:pt x="1" y="1834"/>
                    <a:pt x="520" y="2354"/>
                    <a:pt x="1170" y="2354"/>
                  </a:cubicBezTo>
                  <a:cubicBezTo>
                    <a:pt x="1819" y="2354"/>
                    <a:pt x="2353" y="1834"/>
                    <a:pt x="2353" y="1184"/>
                  </a:cubicBezTo>
                  <a:cubicBezTo>
                    <a:pt x="2353" y="535"/>
                    <a:pt x="1819" y="1"/>
                    <a:pt x="1170" y="1"/>
                  </a:cubicBezTo>
                  <a:close/>
                </a:path>
              </a:pathLst>
            </a:custGeom>
            <a:solidFill>
              <a:srgbClr val="91A8B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710" name="Google Shape;19710;p47"/>
            <p:cNvSpPr/>
            <p:nvPr/>
          </p:nvSpPr>
          <p:spPr>
            <a:xfrm>
              <a:off x="7734757" y="2520790"/>
              <a:ext cx="38248" cy="61867"/>
            </a:xfrm>
            <a:custGeom>
              <a:rect b="b" l="l" r="r" t="t"/>
              <a:pathLst>
                <a:path extrusionOk="0" h="2360" w="1459">
                  <a:moveTo>
                    <a:pt x="1184" y="1"/>
                  </a:moveTo>
                  <a:cubicBezTo>
                    <a:pt x="544" y="1"/>
                    <a:pt x="1" y="516"/>
                    <a:pt x="1" y="1187"/>
                  </a:cubicBezTo>
                  <a:cubicBezTo>
                    <a:pt x="1" y="1856"/>
                    <a:pt x="541" y="2360"/>
                    <a:pt x="1179" y="2360"/>
                  </a:cubicBezTo>
                  <a:cubicBezTo>
                    <a:pt x="1271" y="2360"/>
                    <a:pt x="1364" y="2349"/>
                    <a:pt x="1458" y="2328"/>
                  </a:cubicBezTo>
                  <a:cubicBezTo>
                    <a:pt x="563" y="2111"/>
                    <a:pt x="246" y="1000"/>
                    <a:pt x="895" y="350"/>
                  </a:cubicBezTo>
                  <a:cubicBezTo>
                    <a:pt x="1054" y="191"/>
                    <a:pt x="1242" y="90"/>
                    <a:pt x="1458" y="32"/>
                  </a:cubicBezTo>
                  <a:cubicBezTo>
                    <a:pt x="1366" y="11"/>
                    <a:pt x="1274" y="1"/>
                    <a:pt x="1184" y="1"/>
                  </a:cubicBezTo>
                  <a:close/>
                </a:path>
              </a:pathLst>
            </a:custGeom>
            <a:solidFill>
              <a:srgbClr val="667A8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711" name="Google Shape;19711;p47"/>
            <p:cNvSpPr/>
            <p:nvPr/>
          </p:nvSpPr>
          <p:spPr>
            <a:xfrm>
              <a:off x="7578096" y="2659362"/>
              <a:ext cx="79484" cy="78750"/>
            </a:xfrm>
            <a:custGeom>
              <a:rect b="b" l="l" r="r" t="t"/>
              <a:pathLst>
                <a:path extrusionOk="0" h="3004" w="3032">
                  <a:moveTo>
                    <a:pt x="780" y="1"/>
                  </a:moveTo>
                  <a:lnTo>
                    <a:pt x="116" y="679"/>
                  </a:lnTo>
                  <a:cubicBezTo>
                    <a:pt x="0" y="795"/>
                    <a:pt x="0" y="997"/>
                    <a:pt x="116" y="1112"/>
                  </a:cubicBezTo>
                  <a:lnTo>
                    <a:pt x="1011" y="2007"/>
                  </a:lnTo>
                  <a:lnTo>
                    <a:pt x="1920" y="2917"/>
                  </a:lnTo>
                  <a:cubicBezTo>
                    <a:pt x="1978" y="2975"/>
                    <a:pt x="2057" y="3004"/>
                    <a:pt x="2137" y="3004"/>
                  </a:cubicBezTo>
                  <a:cubicBezTo>
                    <a:pt x="2216" y="3004"/>
                    <a:pt x="2295" y="2975"/>
                    <a:pt x="2353" y="2917"/>
                  </a:cubicBezTo>
                  <a:lnTo>
                    <a:pt x="3032" y="2253"/>
                  </a:lnTo>
                  <a:lnTo>
                    <a:pt x="2151" y="1372"/>
                  </a:lnTo>
                  <a:lnTo>
                    <a:pt x="1675" y="896"/>
                  </a:lnTo>
                  <a:lnTo>
                    <a:pt x="780" y="1"/>
                  </a:lnTo>
                  <a:close/>
                </a:path>
              </a:pathLst>
            </a:custGeom>
            <a:solidFill>
              <a:srgbClr val="91A8B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712" name="Google Shape;19712;p47"/>
            <p:cNvSpPr/>
            <p:nvPr/>
          </p:nvSpPr>
          <p:spPr>
            <a:xfrm>
              <a:off x="7578096" y="2659755"/>
              <a:ext cx="31039" cy="34473"/>
            </a:xfrm>
            <a:custGeom>
              <a:rect b="b" l="l" r="r" t="t"/>
              <a:pathLst>
                <a:path extrusionOk="0" h="1315" w="1184">
                  <a:moveTo>
                    <a:pt x="780" y="0"/>
                  </a:moveTo>
                  <a:lnTo>
                    <a:pt x="116" y="664"/>
                  </a:lnTo>
                  <a:cubicBezTo>
                    <a:pt x="0" y="780"/>
                    <a:pt x="0" y="982"/>
                    <a:pt x="116" y="1097"/>
                  </a:cubicBezTo>
                  <a:lnTo>
                    <a:pt x="332" y="1314"/>
                  </a:lnTo>
                  <a:cubicBezTo>
                    <a:pt x="347" y="1242"/>
                    <a:pt x="376" y="1184"/>
                    <a:pt x="419" y="1141"/>
                  </a:cubicBezTo>
                  <a:lnTo>
                    <a:pt x="1184" y="390"/>
                  </a:lnTo>
                  <a:lnTo>
                    <a:pt x="780" y="0"/>
                  </a:lnTo>
                  <a:close/>
                </a:path>
              </a:pathLst>
            </a:custGeom>
            <a:solidFill>
              <a:srgbClr val="667A8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713" name="Google Shape;19713;p47"/>
            <p:cNvSpPr/>
            <p:nvPr/>
          </p:nvSpPr>
          <p:spPr>
            <a:xfrm>
              <a:off x="7585646" y="2627196"/>
              <a:ext cx="104493" cy="103549"/>
            </a:xfrm>
            <a:custGeom>
              <a:rect b="b" l="l" r="r" t="t"/>
              <a:pathLst>
                <a:path extrusionOk="0" h="3950" w="3986">
                  <a:moveTo>
                    <a:pt x="665" y="1"/>
                  </a:moveTo>
                  <a:lnTo>
                    <a:pt x="88" y="578"/>
                  </a:lnTo>
                  <a:cubicBezTo>
                    <a:pt x="1" y="665"/>
                    <a:pt x="1" y="795"/>
                    <a:pt x="88" y="882"/>
                  </a:cubicBezTo>
                  <a:lnTo>
                    <a:pt x="1358" y="2152"/>
                  </a:lnTo>
                  <a:lnTo>
                    <a:pt x="1834" y="2628"/>
                  </a:lnTo>
                  <a:lnTo>
                    <a:pt x="3090" y="3884"/>
                  </a:lnTo>
                  <a:cubicBezTo>
                    <a:pt x="3141" y="3927"/>
                    <a:pt x="3198" y="3949"/>
                    <a:pt x="3256" y="3949"/>
                  </a:cubicBezTo>
                  <a:cubicBezTo>
                    <a:pt x="3314" y="3949"/>
                    <a:pt x="3372" y="3927"/>
                    <a:pt x="3422" y="3884"/>
                  </a:cubicBezTo>
                  <a:lnTo>
                    <a:pt x="3985" y="3321"/>
                  </a:lnTo>
                  <a:lnTo>
                    <a:pt x="2556" y="1906"/>
                  </a:lnTo>
                  <a:lnTo>
                    <a:pt x="2094" y="1430"/>
                  </a:lnTo>
                  <a:lnTo>
                    <a:pt x="665" y="1"/>
                  </a:lnTo>
                  <a:close/>
                </a:path>
              </a:pathLst>
            </a:custGeom>
            <a:solidFill>
              <a:srgbClr val="E6EBE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714" name="Google Shape;19714;p47"/>
            <p:cNvSpPr/>
            <p:nvPr/>
          </p:nvSpPr>
          <p:spPr>
            <a:xfrm>
              <a:off x="7585646" y="2627196"/>
              <a:ext cx="28050" cy="29544"/>
            </a:xfrm>
            <a:custGeom>
              <a:rect b="b" l="l" r="r" t="t"/>
              <a:pathLst>
                <a:path extrusionOk="0" h="1127" w="1070">
                  <a:moveTo>
                    <a:pt x="665" y="1"/>
                  </a:moveTo>
                  <a:lnTo>
                    <a:pt x="88" y="578"/>
                  </a:lnTo>
                  <a:cubicBezTo>
                    <a:pt x="1" y="665"/>
                    <a:pt x="1" y="795"/>
                    <a:pt x="88" y="867"/>
                  </a:cubicBezTo>
                  <a:lnTo>
                    <a:pt x="347" y="1127"/>
                  </a:lnTo>
                  <a:lnTo>
                    <a:pt x="1069" y="405"/>
                  </a:lnTo>
                  <a:lnTo>
                    <a:pt x="665" y="1"/>
                  </a:lnTo>
                  <a:close/>
                </a:path>
              </a:pathLst>
            </a:custGeom>
            <a:solidFill>
              <a:srgbClr val="B6C5D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715" name="Google Shape;19715;p47"/>
            <p:cNvSpPr/>
            <p:nvPr/>
          </p:nvSpPr>
          <p:spPr>
            <a:xfrm>
              <a:off x="7539874" y="2697505"/>
              <a:ext cx="32480" cy="29544"/>
            </a:xfrm>
            <a:custGeom>
              <a:rect b="b" l="l" r="r" t="t"/>
              <a:pathLst>
                <a:path extrusionOk="0" h="1127" w="1239">
                  <a:moveTo>
                    <a:pt x="939" y="1"/>
                  </a:moveTo>
                  <a:cubicBezTo>
                    <a:pt x="891" y="1"/>
                    <a:pt x="840" y="19"/>
                    <a:pt x="794" y="62"/>
                  </a:cubicBezTo>
                  <a:lnTo>
                    <a:pt x="87" y="769"/>
                  </a:lnTo>
                  <a:cubicBezTo>
                    <a:pt x="0" y="856"/>
                    <a:pt x="0" y="986"/>
                    <a:pt x="87" y="1072"/>
                  </a:cubicBezTo>
                  <a:cubicBezTo>
                    <a:pt x="130" y="1108"/>
                    <a:pt x="184" y="1126"/>
                    <a:pt x="237" y="1126"/>
                  </a:cubicBezTo>
                  <a:cubicBezTo>
                    <a:pt x="289" y="1126"/>
                    <a:pt x="339" y="1108"/>
                    <a:pt x="376" y="1072"/>
                  </a:cubicBezTo>
                  <a:lnTo>
                    <a:pt x="1083" y="365"/>
                  </a:lnTo>
                  <a:cubicBezTo>
                    <a:pt x="1239" y="209"/>
                    <a:pt x="1102" y="1"/>
                    <a:pt x="939" y="1"/>
                  </a:cubicBezTo>
                  <a:close/>
                </a:path>
              </a:pathLst>
            </a:custGeom>
            <a:solidFill>
              <a:srgbClr val="EFF1F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716" name="Google Shape;19716;p47"/>
            <p:cNvSpPr/>
            <p:nvPr/>
          </p:nvSpPr>
          <p:spPr>
            <a:xfrm>
              <a:off x="7558041" y="2715515"/>
              <a:ext cx="32454" cy="29597"/>
            </a:xfrm>
            <a:custGeom>
              <a:rect b="b" l="l" r="r" t="t"/>
              <a:pathLst>
                <a:path extrusionOk="0" h="1129" w="1238">
                  <a:moveTo>
                    <a:pt x="937" y="1"/>
                  </a:moveTo>
                  <a:cubicBezTo>
                    <a:pt x="888" y="1"/>
                    <a:pt x="838" y="20"/>
                    <a:pt x="794" y="68"/>
                  </a:cubicBezTo>
                  <a:lnTo>
                    <a:pt x="87" y="775"/>
                  </a:lnTo>
                  <a:cubicBezTo>
                    <a:pt x="0" y="862"/>
                    <a:pt x="0" y="991"/>
                    <a:pt x="87" y="1064"/>
                  </a:cubicBezTo>
                  <a:cubicBezTo>
                    <a:pt x="123" y="1107"/>
                    <a:pt x="173" y="1129"/>
                    <a:pt x="226" y="1129"/>
                  </a:cubicBezTo>
                  <a:cubicBezTo>
                    <a:pt x="278" y="1129"/>
                    <a:pt x="332" y="1107"/>
                    <a:pt x="375" y="1064"/>
                  </a:cubicBezTo>
                  <a:lnTo>
                    <a:pt x="1083" y="356"/>
                  </a:lnTo>
                  <a:cubicBezTo>
                    <a:pt x="1238" y="212"/>
                    <a:pt x="1096" y="1"/>
                    <a:pt x="937" y="1"/>
                  </a:cubicBezTo>
                  <a:close/>
                </a:path>
              </a:pathLst>
            </a:custGeom>
            <a:solidFill>
              <a:srgbClr val="EFF1F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717" name="Google Shape;19717;p47"/>
            <p:cNvSpPr/>
            <p:nvPr/>
          </p:nvSpPr>
          <p:spPr>
            <a:xfrm>
              <a:off x="7593982" y="2751639"/>
              <a:ext cx="32507" cy="29518"/>
            </a:xfrm>
            <a:custGeom>
              <a:rect b="b" l="l" r="r" t="t"/>
              <a:pathLst>
                <a:path extrusionOk="0" h="1126" w="1240">
                  <a:moveTo>
                    <a:pt x="939" y="0"/>
                  </a:moveTo>
                  <a:cubicBezTo>
                    <a:pt x="891" y="0"/>
                    <a:pt x="840" y="18"/>
                    <a:pt x="794" y="61"/>
                  </a:cubicBezTo>
                  <a:lnTo>
                    <a:pt x="87" y="768"/>
                  </a:lnTo>
                  <a:cubicBezTo>
                    <a:pt x="1" y="855"/>
                    <a:pt x="1" y="985"/>
                    <a:pt x="87" y="1071"/>
                  </a:cubicBezTo>
                  <a:cubicBezTo>
                    <a:pt x="130" y="1107"/>
                    <a:pt x="185" y="1126"/>
                    <a:pt x="237" y="1126"/>
                  </a:cubicBezTo>
                  <a:cubicBezTo>
                    <a:pt x="289" y="1126"/>
                    <a:pt x="340" y="1107"/>
                    <a:pt x="376" y="1071"/>
                  </a:cubicBezTo>
                  <a:lnTo>
                    <a:pt x="1083" y="364"/>
                  </a:lnTo>
                  <a:cubicBezTo>
                    <a:pt x="1239" y="208"/>
                    <a:pt x="1103" y="0"/>
                    <a:pt x="939" y="0"/>
                  </a:cubicBezTo>
                  <a:close/>
                </a:path>
              </a:pathLst>
            </a:custGeom>
            <a:solidFill>
              <a:srgbClr val="EFF1F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718" name="Google Shape;19718;p47"/>
            <p:cNvSpPr/>
            <p:nvPr/>
          </p:nvSpPr>
          <p:spPr>
            <a:xfrm>
              <a:off x="7576208" y="2733629"/>
              <a:ext cx="32140" cy="29649"/>
            </a:xfrm>
            <a:custGeom>
              <a:rect b="b" l="l" r="r" t="t"/>
              <a:pathLst>
                <a:path extrusionOk="0" h="1131" w="1226">
                  <a:moveTo>
                    <a:pt x="932" y="1"/>
                  </a:moveTo>
                  <a:cubicBezTo>
                    <a:pt x="881" y="1"/>
                    <a:pt x="828" y="21"/>
                    <a:pt x="780" y="69"/>
                  </a:cubicBezTo>
                  <a:lnTo>
                    <a:pt x="72" y="777"/>
                  </a:lnTo>
                  <a:cubicBezTo>
                    <a:pt x="0" y="849"/>
                    <a:pt x="0" y="979"/>
                    <a:pt x="72" y="1066"/>
                  </a:cubicBezTo>
                  <a:cubicBezTo>
                    <a:pt x="116" y="1109"/>
                    <a:pt x="170" y="1130"/>
                    <a:pt x="224" y="1130"/>
                  </a:cubicBezTo>
                  <a:cubicBezTo>
                    <a:pt x="278" y="1130"/>
                    <a:pt x="332" y="1109"/>
                    <a:pt x="375" y="1066"/>
                  </a:cubicBezTo>
                  <a:lnTo>
                    <a:pt x="1083" y="358"/>
                  </a:lnTo>
                  <a:cubicBezTo>
                    <a:pt x="1225" y="205"/>
                    <a:pt x="1093" y="1"/>
                    <a:pt x="932" y="1"/>
                  </a:cubicBezTo>
                  <a:close/>
                </a:path>
              </a:pathLst>
            </a:custGeom>
            <a:solidFill>
              <a:srgbClr val="EFF1F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719" name="Google Shape;19719;p47"/>
            <p:cNvSpPr/>
            <p:nvPr/>
          </p:nvSpPr>
          <p:spPr>
            <a:xfrm>
              <a:off x="7811567" y="2437033"/>
              <a:ext cx="69522" cy="68736"/>
            </a:xfrm>
            <a:custGeom>
              <a:rect b="b" l="l" r="r" t="t"/>
              <a:pathLst>
                <a:path extrusionOk="0" h="2622" w="2652">
                  <a:moveTo>
                    <a:pt x="2435" y="1"/>
                  </a:moveTo>
                  <a:cubicBezTo>
                    <a:pt x="2418" y="1"/>
                    <a:pt x="2400" y="3"/>
                    <a:pt x="2383" y="8"/>
                  </a:cubicBezTo>
                  <a:lnTo>
                    <a:pt x="1" y="701"/>
                  </a:lnTo>
                  <a:lnTo>
                    <a:pt x="1921" y="2621"/>
                  </a:lnTo>
                  <a:lnTo>
                    <a:pt x="2614" y="254"/>
                  </a:lnTo>
                  <a:cubicBezTo>
                    <a:pt x="2652" y="127"/>
                    <a:pt x="2556" y="1"/>
                    <a:pt x="2435" y="1"/>
                  </a:cubicBezTo>
                  <a:close/>
                </a:path>
              </a:pathLst>
            </a:custGeom>
            <a:solidFill>
              <a:srgbClr val="95A6B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720" name="Google Shape;19720;p47"/>
            <p:cNvSpPr/>
            <p:nvPr/>
          </p:nvSpPr>
          <p:spPr>
            <a:xfrm>
              <a:off x="7811567" y="2437007"/>
              <a:ext cx="69889" cy="30147"/>
            </a:xfrm>
            <a:custGeom>
              <a:rect b="b" l="l" r="r" t="t"/>
              <a:pathLst>
                <a:path extrusionOk="0" h="1150" w="2666">
                  <a:moveTo>
                    <a:pt x="2440" y="1"/>
                  </a:moveTo>
                  <a:cubicBezTo>
                    <a:pt x="2421" y="1"/>
                    <a:pt x="2402" y="4"/>
                    <a:pt x="2383" y="9"/>
                  </a:cubicBezTo>
                  <a:lnTo>
                    <a:pt x="1603" y="240"/>
                  </a:lnTo>
                  <a:lnTo>
                    <a:pt x="1" y="702"/>
                  </a:lnTo>
                  <a:lnTo>
                    <a:pt x="448" y="1150"/>
                  </a:lnTo>
                  <a:lnTo>
                    <a:pt x="2542" y="544"/>
                  </a:lnTo>
                  <a:lnTo>
                    <a:pt x="2628" y="255"/>
                  </a:lnTo>
                  <a:cubicBezTo>
                    <a:pt x="2666" y="117"/>
                    <a:pt x="2562" y="1"/>
                    <a:pt x="2440" y="1"/>
                  </a:cubicBezTo>
                  <a:close/>
                </a:path>
              </a:pathLst>
            </a:custGeom>
            <a:solidFill>
              <a:srgbClr val="8598A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721" name="Google Shape;19721;p47"/>
            <p:cNvSpPr/>
            <p:nvPr/>
          </p:nvSpPr>
          <p:spPr>
            <a:xfrm>
              <a:off x="7601165" y="2588975"/>
              <a:ext cx="127929" cy="126435"/>
            </a:xfrm>
            <a:custGeom>
              <a:rect b="b" l="l" r="r" t="t"/>
              <a:pathLst>
                <a:path extrusionOk="0" h="4823" w="4880">
                  <a:moveTo>
                    <a:pt x="4512" y="1"/>
                  </a:moveTo>
                  <a:cubicBezTo>
                    <a:pt x="4432" y="1"/>
                    <a:pt x="4353" y="30"/>
                    <a:pt x="4288" y="88"/>
                  </a:cubicBezTo>
                  <a:lnTo>
                    <a:pt x="116" y="4274"/>
                  </a:lnTo>
                  <a:cubicBezTo>
                    <a:pt x="1" y="4389"/>
                    <a:pt x="1" y="4577"/>
                    <a:pt x="116" y="4707"/>
                  </a:cubicBezTo>
                  <a:lnTo>
                    <a:pt x="145" y="4736"/>
                  </a:lnTo>
                  <a:cubicBezTo>
                    <a:pt x="210" y="4794"/>
                    <a:pt x="289" y="4822"/>
                    <a:pt x="369" y="4822"/>
                  </a:cubicBezTo>
                  <a:cubicBezTo>
                    <a:pt x="448" y="4822"/>
                    <a:pt x="528" y="4794"/>
                    <a:pt x="593" y="4736"/>
                  </a:cubicBezTo>
                  <a:lnTo>
                    <a:pt x="4764" y="564"/>
                  </a:lnTo>
                  <a:cubicBezTo>
                    <a:pt x="4880" y="434"/>
                    <a:pt x="4880" y="246"/>
                    <a:pt x="4764" y="131"/>
                  </a:cubicBezTo>
                  <a:lnTo>
                    <a:pt x="4736" y="88"/>
                  </a:lnTo>
                  <a:cubicBezTo>
                    <a:pt x="4671" y="30"/>
                    <a:pt x="4591" y="1"/>
                    <a:pt x="4512" y="1"/>
                  </a:cubicBezTo>
                  <a:close/>
                </a:path>
              </a:pathLst>
            </a:custGeom>
            <a:solidFill>
              <a:srgbClr val="8C9EA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722" name="Google Shape;19722;p47"/>
            <p:cNvSpPr/>
            <p:nvPr/>
          </p:nvSpPr>
          <p:spPr>
            <a:xfrm>
              <a:off x="7601165" y="2588975"/>
              <a:ext cx="127929" cy="126435"/>
            </a:xfrm>
            <a:custGeom>
              <a:rect b="b" l="l" r="r" t="t"/>
              <a:pathLst>
                <a:path extrusionOk="0" h="4823" w="4880">
                  <a:moveTo>
                    <a:pt x="4512" y="1"/>
                  </a:moveTo>
                  <a:cubicBezTo>
                    <a:pt x="4432" y="1"/>
                    <a:pt x="4353" y="30"/>
                    <a:pt x="4288" y="88"/>
                  </a:cubicBezTo>
                  <a:lnTo>
                    <a:pt x="116" y="4274"/>
                  </a:lnTo>
                  <a:cubicBezTo>
                    <a:pt x="1" y="4389"/>
                    <a:pt x="1" y="4577"/>
                    <a:pt x="116" y="4707"/>
                  </a:cubicBezTo>
                  <a:lnTo>
                    <a:pt x="145" y="4736"/>
                  </a:lnTo>
                  <a:cubicBezTo>
                    <a:pt x="210" y="4794"/>
                    <a:pt x="289" y="4822"/>
                    <a:pt x="369" y="4822"/>
                  </a:cubicBezTo>
                  <a:cubicBezTo>
                    <a:pt x="448" y="4822"/>
                    <a:pt x="528" y="4794"/>
                    <a:pt x="593" y="4736"/>
                  </a:cubicBezTo>
                  <a:lnTo>
                    <a:pt x="4764" y="564"/>
                  </a:lnTo>
                  <a:cubicBezTo>
                    <a:pt x="4880" y="434"/>
                    <a:pt x="4880" y="246"/>
                    <a:pt x="4764" y="131"/>
                  </a:cubicBezTo>
                  <a:lnTo>
                    <a:pt x="4736" y="88"/>
                  </a:lnTo>
                  <a:cubicBezTo>
                    <a:pt x="4671" y="30"/>
                    <a:pt x="4591" y="1"/>
                    <a:pt x="4512" y="1"/>
                  </a:cubicBezTo>
                  <a:close/>
                </a:path>
              </a:pathLst>
            </a:custGeom>
            <a:solidFill>
              <a:srgbClr val="8C9EA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723" name="Google Shape;19723;p47"/>
            <p:cNvSpPr/>
            <p:nvPr/>
          </p:nvSpPr>
          <p:spPr>
            <a:xfrm>
              <a:off x="7600798" y="2589080"/>
              <a:ext cx="126409" cy="126330"/>
            </a:xfrm>
            <a:custGeom>
              <a:rect b="b" l="l" r="r" t="t"/>
              <a:pathLst>
                <a:path extrusionOk="0" h="4819" w="4822">
                  <a:moveTo>
                    <a:pt x="4531" y="1"/>
                  </a:moveTo>
                  <a:cubicBezTo>
                    <a:pt x="4450" y="1"/>
                    <a:pt x="4367" y="33"/>
                    <a:pt x="4302" y="98"/>
                  </a:cubicBezTo>
                  <a:lnTo>
                    <a:pt x="130" y="4255"/>
                  </a:lnTo>
                  <a:cubicBezTo>
                    <a:pt x="0" y="4385"/>
                    <a:pt x="0" y="4587"/>
                    <a:pt x="130" y="4703"/>
                  </a:cubicBezTo>
                  <a:lnTo>
                    <a:pt x="145" y="4732"/>
                  </a:lnTo>
                  <a:cubicBezTo>
                    <a:pt x="202" y="4790"/>
                    <a:pt x="289" y="4818"/>
                    <a:pt x="376" y="4818"/>
                  </a:cubicBezTo>
                  <a:cubicBezTo>
                    <a:pt x="289" y="4688"/>
                    <a:pt x="318" y="4530"/>
                    <a:pt x="419" y="4429"/>
                  </a:cubicBezTo>
                  <a:lnTo>
                    <a:pt x="4591" y="271"/>
                  </a:lnTo>
                  <a:cubicBezTo>
                    <a:pt x="4649" y="199"/>
                    <a:pt x="4735" y="170"/>
                    <a:pt x="4822" y="170"/>
                  </a:cubicBezTo>
                  <a:cubicBezTo>
                    <a:pt x="4807" y="156"/>
                    <a:pt x="4793" y="127"/>
                    <a:pt x="4764" y="112"/>
                  </a:cubicBezTo>
                  <a:lnTo>
                    <a:pt x="4750" y="98"/>
                  </a:lnTo>
                  <a:cubicBezTo>
                    <a:pt x="4692" y="33"/>
                    <a:pt x="4612" y="1"/>
                    <a:pt x="4531" y="1"/>
                  </a:cubicBezTo>
                  <a:close/>
                </a:path>
              </a:pathLst>
            </a:custGeom>
            <a:solidFill>
              <a:srgbClr val="D6DFE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9724" name="Google Shape;19724;p47"/>
          <p:cNvGrpSpPr/>
          <p:nvPr/>
        </p:nvGrpSpPr>
        <p:grpSpPr>
          <a:xfrm>
            <a:off x="8006475" y="2436954"/>
            <a:ext cx="335290" cy="361321"/>
            <a:chOff x="8006475" y="2436954"/>
            <a:chExt cx="335290" cy="361321"/>
          </a:xfrm>
        </p:grpSpPr>
        <p:sp>
          <p:nvSpPr>
            <p:cNvPr id="19725" name="Google Shape;19725;p47"/>
            <p:cNvSpPr/>
            <p:nvPr/>
          </p:nvSpPr>
          <p:spPr>
            <a:xfrm>
              <a:off x="8174487" y="2454256"/>
              <a:ext cx="83652" cy="45824"/>
            </a:xfrm>
            <a:custGeom>
              <a:rect b="b" l="l" r="r" t="t"/>
              <a:pathLst>
                <a:path extrusionOk="0" h="1748" w="3191">
                  <a:moveTo>
                    <a:pt x="1" y="1"/>
                  </a:moveTo>
                  <a:lnTo>
                    <a:pt x="1" y="1748"/>
                  </a:lnTo>
                  <a:lnTo>
                    <a:pt x="2916" y="1748"/>
                  </a:lnTo>
                  <a:cubicBezTo>
                    <a:pt x="3075" y="1748"/>
                    <a:pt x="3191" y="1574"/>
                    <a:pt x="3119" y="1430"/>
                  </a:cubicBezTo>
                  <a:lnTo>
                    <a:pt x="2830" y="882"/>
                  </a:lnTo>
                  <a:lnTo>
                    <a:pt x="3119" y="319"/>
                  </a:lnTo>
                  <a:cubicBezTo>
                    <a:pt x="3191" y="174"/>
                    <a:pt x="3090" y="1"/>
                    <a:pt x="2916" y="1"/>
                  </a:cubicBezTo>
                  <a:close/>
                </a:path>
              </a:pathLst>
            </a:custGeom>
            <a:solidFill>
              <a:srgbClr val="9AAAB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726" name="Google Shape;19726;p47"/>
            <p:cNvSpPr/>
            <p:nvPr/>
          </p:nvSpPr>
          <p:spPr>
            <a:xfrm>
              <a:off x="8174487" y="2454256"/>
              <a:ext cx="17066" cy="45824"/>
            </a:xfrm>
            <a:custGeom>
              <a:rect b="b" l="l" r="r" t="t"/>
              <a:pathLst>
                <a:path extrusionOk="0" h="1748" w="651">
                  <a:moveTo>
                    <a:pt x="1" y="1"/>
                  </a:moveTo>
                  <a:lnTo>
                    <a:pt x="1" y="1748"/>
                  </a:lnTo>
                  <a:lnTo>
                    <a:pt x="650" y="1748"/>
                  </a:lnTo>
                  <a:lnTo>
                    <a:pt x="650" y="1"/>
                  </a:lnTo>
                  <a:close/>
                </a:path>
              </a:pathLst>
            </a:custGeom>
            <a:solidFill>
              <a:srgbClr val="8397A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727" name="Google Shape;19727;p47"/>
            <p:cNvSpPr/>
            <p:nvPr/>
          </p:nvSpPr>
          <p:spPr>
            <a:xfrm>
              <a:off x="8168431" y="2436954"/>
              <a:ext cx="11771" cy="258008"/>
            </a:xfrm>
            <a:custGeom>
              <a:rect b="b" l="l" r="r" t="t"/>
              <a:pathLst>
                <a:path extrusionOk="0" h="9842" w="449">
                  <a:moveTo>
                    <a:pt x="224" y="1"/>
                  </a:moveTo>
                  <a:cubicBezTo>
                    <a:pt x="112" y="1"/>
                    <a:pt x="1" y="76"/>
                    <a:pt x="1" y="228"/>
                  </a:cubicBezTo>
                  <a:lnTo>
                    <a:pt x="1" y="9625"/>
                  </a:lnTo>
                  <a:cubicBezTo>
                    <a:pt x="1" y="9741"/>
                    <a:pt x="102" y="9842"/>
                    <a:pt x="232" y="9842"/>
                  </a:cubicBezTo>
                  <a:cubicBezTo>
                    <a:pt x="347" y="9842"/>
                    <a:pt x="448" y="9741"/>
                    <a:pt x="448" y="9625"/>
                  </a:cubicBezTo>
                  <a:lnTo>
                    <a:pt x="448" y="228"/>
                  </a:lnTo>
                  <a:cubicBezTo>
                    <a:pt x="448" y="76"/>
                    <a:pt x="336" y="1"/>
                    <a:pt x="224" y="1"/>
                  </a:cubicBezTo>
                  <a:close/>
                </a:path>
              </a:pathLst>
            </a:custGeom>
            <a:solidFill>
              <a:srgbClr val="91A8B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728" name="Google Shape;19728;p47"/>
            <p:cNvSpPr/>
            <p:nvPr/>
          </p:nvSpPr>
          <p:spPr>
            <a:xfrm>
              <a:off x="8076862" y="2643476"/>
              <a:ext cx="45798" cy="103340"/>
            </a:xfrm>
            <a:custGeom>
              <a:rect b="b" l="l" r="r" t="t"/>
              <a:pathLst>
                <a:path extrusionOk="0" h="3942" w="1747">
                  <a:moveTo>
                    <a:pt x="0" y="1"/>
                  </a:moveTo>
                  <a:lnTo>
                    <a:pt x="0" y="3942"/>
                  </a:lnTo>
                  <a:lnTo>
                    <a:pt x="1747" y="3942"/>
                  </a:lnTo>
                  <a:lnTo>
                    <a:pt x="1747" y="1"/>
                  </a:lnTo>
                  <a:close/>
                </a:path>
              </a:pathLst>
            </a:custGeom>
            <a:solidFill>
              <a:srgbClr val="D1DBE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729" name="Google Shape;19729;p47"/>
            <p:cNvSpPr/>
            <p:nvPr/>
          </p:nvSpPr>
          <p:spPr>
            <a:xfrm>
              <a:off x="8065118" y="2534500"/>
              <a:ext cx="122267" cy="120353"/>
            </a:xfrm>
            <a:custGeom>
              <a:rect b="b" l="l" r="r" t="t"/>
              <a:pathLst>
                <a:path extrusionOk="0" h="4591" w="4664">
                  <a:moveTo>
                    <a:pt x="881" y="0"/>
                  </a:moveTo>
                  <a:lnTo>
                    <a:pt x="881" y="520"/>
                  </a:lnTo>
                  <a:cubicBezTo>
                    <a:pt x="881" y="607"/>
                    <a:pt x="823" y="679"/>
                    <a:pt x="751" y="708"/>
                  </a:cubicBezTo>
                  <a:lnTo>
                    <a:pt x="260" y="924"/>
                  </a:lnTo>
                  <a:cubicBezTo>
                    <a:pt x="102" y="996"/>
                    <a:pt x="1" y="1155"/>
                    <a:pt x="1" y="1328"/>
                  </a:cubicBezTo>
                  <a:lnTo>
                    <a:pt x="1" y="2671"/>
                  </a:lnTo>
                  <a:cubicBezTo>
                    <a:pt x="1" y="2931"/>
                    <a:pt x="44" y="3191"/>
                    <a:pt x="116" y="3450"/>
                  </a:cubicBezTo>
                  <a:lnTo>
                    <a:pt x="448" y="4591"/>
                  </a:lnTo>
                  <a:lnTo>
                    <a:pt x="665" y="4158"/>
                  </a:lnTo>
                  <a:lnTo>
                    <a:pt x="2195" y="4158"/>
                  </a:lnTo>
                  <a:lnTo>
                    <a:pt x="2195" y="1877"/>
                  </a:lnTo>
                  <a:lnTo>
                    <a:pt x="2715" y="2498"/>
                  </a:lnTo>
                  <a:cubicBezTo>
                    <a:pt x="2798" y="2606"/>
                    <a:pt x="2924" y="2661"/>
                    <a:pt x="3052" y="2661"/>
                  </a:cubicBezTo>
                  <a:cubicBezTo>
                    <a:pt x="3146" y="2661"/>
                    <a:pt x="3241" y="2631"/>
                    <a:pt x="3321" y="2570"/>
                  </a:cubicBezTo>
                  <a:lnTo>
                    <a:pt x="4548" y="1588"/>
                  </a:lnTo>
                  <a:cubicBezTo>
                    <a:pt x="4634" y="1516"/>
                    <a:pt x="4663" y="1386"/>
                    <a:pt x="4620" y="1285"/>
                  </a:cubicBezTo>
                  <a:cubicBezTo>
                    <a:pt x="4571" y="1198"/>
                    <a:pt x="4477" y="1143"/>
                    <a:pt x="4385" y="1143"/>
                  </a:cubicBezTo>
                  <a:cubicBezTo>
                    <a:pt x="4341" y="1143"/>
                    <a:pt x="4297" y="1156"/>
                    <a:pt x="4259" y="1184"/>
                  </a:cubicBezTo>
                  <a:lnTo>
                    <a:pt x="3104" y="1964"/>
                  </a:lnTo>
                  <a:lnTo>
                    <a:pt x="2498" y="1011"/>
                  </a:lnTo>
                  <a:cubicBezTo>
                    <a:pt x="2440" y="924"/>
                    <a:pt x="2354" y="852"/>
                    <a:pt x="2267" y="823"/>
                  </a:cubicBezTo>
                  <a:lnTo>
                    <a:pt x="1906" y="708"/>
                  </a:lnTo>
                  <a:cubicBezTo>
                    <a:pt x="1820" y="679"/>
                    <a:pt x="1747" y="592"/>
                    <a:pt x="1747" y="506"/>
                  </a:cubicBezTo>
                  <a:lnTo>
                    <a:pt x="1747" y="0"/>
                  </a:lnTo>
                  <a:close/>
                </a:path>
              </a:pathLst>
            </a:custGeom>
            <a:solidFill>
              <a:srgbClr val="AABBC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730" name="Google Shape;19730;p47"/>
            <p:cNvSpPr/>
            <p:nvPr/>
          </p:nvSpPr>
          <p:spPr>
            <a:xfrm>
              <a:off x="8099932" y="2654827"/>
              <a:ext cx="5715" cy="91988"/>
            </a:xfrm>
            <a:custGeom>
              <a:rect b="b" l="l" r="r" t="t"/>
              <a:pathLst>
                <a:path extrusionOk="0" h="3509" w="218">
                  <a:moveTo>
                    <a:pt x="102" y="1"/>
                  </a:moveTo>
                  <a:cubicBezTo>
                    <a:pt x="44" y="1"/>
                    <a:pt x="1" y="58"/>
                    <a:pt x="1" y="116"/>
                  </a:cubicBezTo>
                  <a:lnTo>
                    <a:pt x="1" y="3509"/>
                  </a:lnTo>
                  <a:lnTo>
                    <a:pt x="217" y="3509"/>
                  </a:lnTo>
                  <a:lnTo>
                    <a:pt x="217" y="116"/>
                  </a:lnTo>
                  <a:cubicBezTo>
                    <a:pt x="217" y="44"/>
                    <a:pt x="160" y="1"/>
                    <a:pt x="102" y="1"/>
                  </a:cubicBezTo>
                  <a:close/>
                </a:path>
              </a:pathLst>
            </a:custGeom>
            <a:solidFill>
              <a:srgbClr val="91A8B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731" name="Google Shape;19731;p47"/>
            <p:cNvSpPr/>
            <p:nvPr/>
          </p:nvSpPr>
          <p:spPr>
            <a:xfrm>
              <a:off x="8006475" y="2677450"/>
              <a:ext cx="335290" cy="120825"/>
            </a:xfrm>
            <a:custGeom>
              <a:rect b="b" l="l" r="r" t="t"/>
              <a:pathLst>
                <a:path extrusionOk="0" h="4609" w="12790">
                  <a:moveTo>
                    <a:pt x="6397" y="0"/>
                  </a:moveTo>
                  <a:cubicBezTo>
                    <a:pt x="6218" y="0"/>
                    <a:pt x="6041" y="54"/>
                    <a:pt x="5890" y="163"/>
                  </a:cubicBezTo>
                  <a:lnTo>
                    <a:pt x="173" y="4205"/>
                  </a:lnTo>
                  <a:cubicBezTo>
                    <a:pt x="0" y="4334"/>
                    <a:pt x="87" y="4609"/>
                    <a:pt x="303" y="4609"/>
                  </a:cubicBezTo>
                  <a:lnTo>
                    <a:pt x="12487" y="4609"/>
                  </a:lnTo>
                  <a:cubicBezTo>
                    <a:pt x="12703" y="4609"/>
                    <a:pt x="12790" y="4334"/>
                    <a:pt x="12617" y="4205"/>
                  </a:cubicBezTo>
                  <a:lnTo>
                    <a:pt x="6915" y="163"/>
                  </a:lnTo>
                  <a:cubicBezTo>
                    <a:pt x="6756" y="54"/>
                    <a:pt x="6576" y="0"/>
                    <a:pt x="6397" y="0"/>
                  </a:cubicBezTo>
                  <a:close/>
                </a:path>
              </a:pathLst>
            </a:custGeom>
            <a:solidFill>
              <a:srgbClr val="ADBDC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732" name="Google Shape;19732;p47"/>
            <p:cNvSpPr/>
            <p:nvPr/>
          </p:nvSpPr>
          <p:spPr>
            <a:xfrm>
              <a:off x="8200283" y="2711163"/>
              <a:ext cx="56336" cy="40188"/>
            </a:xfrm>
            <a:custGeom>
              <a:rect b="b" l="l" r="r" t="t"/>
              <a:pathLst>
                <a:path extrusionOk="0" h="1533" w="2149">
                  <a:moveTo>
                    <a:pt x="312" y="0"/>
                  </a:moveTo>
                  <a:cubicBezTo>
                    <a:pt x="126" y="0"/>
                    <a:pt x="0" y="266"/>
                    <a:pt x="200" y="407"/>
                  </a:cubicBezTo>
                  <a:lnTo>
                    <a:pt x="1730" y="1489"/>
                  </a:lnTo>
                  <a:cubicBezTo>
                    <a:pt x="1759" y="1518"/>
                    <a:pt x="1803" y="1533"/>
                    <a:pt x="1846" y="1533"/>
                  </a:cubicBezTo>
                  <a:cubicBezTo>
                    <a:pt x="2062" y="1533"/>
                    <a:pt x="2149" y="1258"/>
                    <a:pt x="1976" y="1129"/>
                  </a:cubicBezTo>
                  <a:lnTo>
                    <a:pt x="446" y="46"/>
                  </a:lnTo>
                  <a:cubicBezTo>
                    <a:pt x="400" y="14"/>
                    <a:pt x="355" y="0"/>
                    <a:pt x="312" y="0"/>
                  </a:cubicBezTo>
                  <a:close/>
                </a:path>
              </a:pathLst>
            </a:custGeom>
            <a:solidFill>
              <a:srgbClr val="BBC8D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733" name="Google Shape;19733;p47"/>
            <p:cNvSpPr/>
            <p:nvPr/>
          </p:nvSpPr>
          <p:spPr>
            <a:xfrm>
              <a:off x="8177187" y="2694883"/>
              <a:ext cx="22309" cy="15598"/>
            </a:xfrm>
            <a:custGeom>
              <a:rect b="b" l="l" r="r" t="t"/>
              <a:pathLst>
                <a:path extrusionOk="0" h="595" w="851">
                  <a:moveTo>
                    <a:pt x="326" y="0"/>
                  </a:moveTo>
                  <a:cubicBezTo>
                    <a:pt x="136" y="0"/>
                    <a:pt x="1" y="266"/>
                    <a:pt x="201" y="407"/>
                  </a:cubicBezTo>
                  <a:lnTo>
                    <a:pt x="417" y="566"/>
                  </a:lnTo>
                  <a:cubicBezTo>
                    <a:pt x="460" y="580"/>
                    <a:pt x="504" y="595"/>
                    <a:pt x="547" y="595"/>
                  </a:cubicBezTo>
                  <a:cubicBezTo>
                    <a:pt x="764" y="595"/>
                    <a:pt x="850" y="320"/>
                    <a:pt x="677" y="205"/>
                  </a:cubicBezTo>
                  <a:lnTo>
                    <a:pt x="460" y="46"/>
                  </a:lnTo>
                  <a:cubicBezTo>
                    <a:pt x="415" y="14"/>
                    <a:pt x="369" y="0"/>
                    <a:pt x="326" y="0"/>
                  </a:cubicBezTo>
                  <a:close/>
                </a:path>
              </a:pathLst>
            </a:custGeom>
            <a:solidFill>
              <a:srgbClr val="BBC8D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734" name="Google Shape;19734;p47"/>
            <p:cNvSpPr/>
            <p:nvPr/>
          </p:nvSpPr>
          <p:spPr>
            <a:xfrm>
              <a:off x="8006475" y="2677398"/>
              <a:ext cx="174461" cy="120877"/>
            </a:xfrm>
            <a:custGeom>
              <a:rect b="b" l="l" r="r" t="t"/>
              <a:pathLst>
                <a:path extrusionOk="0" h="4611" w="6655">
                  <a:moveTo>
                    <a:pt x="6406" y="1"/>
                  </a:moveTo>
                  <a:cubicBezTo>
                    <a:pt x="6222" y="1"/>
                    <a:pt x="6039" y="55"/>
                    <a:pt x="5890" y="165"/>
                  </a:cubicBezTo>
                  <a:lnTo>
                    <a:pt x="173" y="4207"/>
                  </a:lnTo>
                  <a:cubicBezTo>
                    <a:pt x="0" y="4336"/>
                    <a:pt x="87" y="4611"/>
                    <a:pt x="303" y="4611"/>
                  </a:cubicBezTo>
                  <a:lnTo>
                    <a:pt x="2974" y="4611"/>
                  </a:lnTo>
                  <a:cubicBezTo>
                    <a:pt x="2844" y="4611"/>
                    <a:pt x="2801" y="4351"/>
                    <a:pt x="2902" y="4207"/>
                  </a:cubicBezTo>
                  <a:lnTo>
                    <a:pt x="6496" y="165"/>
                  </a:lnTo>
                  <a:cubicBezTo>
                    <a:pt x="6539" y="107"/>
                    <a:pt x="6583" y="64"/>
                    <a:pt x="6655" y="35"/>
                  </a:cubicBezTo>
                  <a:cubicBezTo>
                    <a:pt x="6574" y="12"/>
                    <a:pt x="6490" y="1"/>
                    <a:pt x="6406" y="1"/>
                  </a:cubicBezTo>
                  <a:close/>
                </a:path>
              </a:pathLst>
            </a:custGeom>
            <a:solidFill>
              <a:srgbClr val="94A5B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735" name="Google Shape;19735;p47"/>
            <p:cNvSpPr/>
            <p:nvPr/>
          </p:nvSpPr>
          <p:spPr>
            <a:xfrm>
              <a:off x="8088213" y="2534500"/>
              <a:ext cx="23489" cy="17040"/>
            </a:xfrm>
            <a:custGeom>
              <a:rect b="b" l="l" r="r" t="t"/>
              <a:pathLst>
                <a:path extrusionOk="0" h="650" w="896">
                  <a:moveTo>
                    <a:pt x="0" y="0"/>
                  </a:moveTo>
                  <a:lnTo>
                    <a:pt x="0" y="520"/>
                  </a:lnTo>
                  <a:cubicBezTo>
                    <a:pt x="0" y="534"/>
                    <a:pt x="0" y="549"/>
                    <a:pt x="0" y="578"/>
                  </a:cubicBezTo>
                  <a:cubicBezTo>
                    <a:pt x="145" y="621"/>
                    <a:pt x="289" y="650"/>
                    <a:pt x="448" y="650"/>
                  </a:cubicBezTo>
                  <a:cubicBezTo>
                    <a:pt x="592" y="650"/>
                    <a:pt x="751" y="621"/>
                    <a:pt x="895" y="578"/>
                  </a:cubicBezTo>
                  <a:cubicBezTo>
                    <a:pt x="881" y="549"/>
                    <a:pt x="881" y="520"/>
                    <a:pt x="881" y="506"/>
                  </a:cubicBezTo>
                  <a:lnTo>
                    <a:pt x="881" y="0"/>
                  </a:lnTo>
                  <a:close/>
                </a:path>
              </a:pathLst>
            </a:custGeom>
            <a:solidFill>
              <a:srgbClr val="94A5B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736" name="Google Shape;19736;p47"/>
            <p:cNvSpPr/>
            <p:nvPr/>
          </p:nvSpPr>
          <p:spPr>
            <a:xfrm>
              <a:off x="8076862" y="2494391"/>
              <a:ext cx="46191" cy="51486"/>
            </a:xfrm>
            <a:custGeom>
              <a:rect b="b" l="l" r="r" t="t"/>
              <a:pathLst>
                <a:path extrusionOk="0" h="1964" w="1762">
                  <a:moveTo>
                    <a:pt x="650" y="0"/>
                  </a:moveTo>
                  <a:cubicBezTo>
                    <a:pt x="289" y="0"/>
                    <a:pt x="0" y="289"/>
                    <a:pt x="0" y="650"/>
                  </a:cubicBezTo>
                  <a:lnTo>
                    <a:pt x="0" y="1097"/>
                  </a:lnTo>
                  <a:cubicBezTo>
                    <a:pt x="0" y="1574"/>
                    <a:pt x="390" y="1963"/>
                    <a:pt x="881" y="1963"/>
                  </a:cubicBezTo>
                  <a:cubicBezTo>
                    <a:pt x="1357" y="1963"/>
                    <a:pt x="1761" y="1574"/>
                    <a:pt x="1761" y="1097"/>
                  </a:cubicBezTo>
                  <a:lnTo>
                    <a:pt x="1761" y="650"/>
                  </a:lnTo>
                  <a:cubicBezTo>
                    <a:pt x="1761" y="289"/>
                    <a:pt x="1458" y="0"/>
                    <a:pt x="1097" y="0"/>
                  </a:cubicBezTo>
                  <a:close/>
                </a:path>
              </a:pathLst>
            </a:custGeom>
            <a:solidFill>
              <a:srgbClr val="BCC9D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737" name="Google Shape;19737;p47"/>
            <p:cNvSpPr/>
            <p:nvPr/>
          </p:nvSpPr>
          <p:spPr>
            <a:xfrm>
              <a:off x="8076548" y="2494391"/>
              <a:ext cx="31746" cy="51644"/>
            </a:xfrm>
            <a:custGeom>
              <a:rect b="b" l="l" r="r" t="t"/>
              <a:pathLst>
                <a:path extrusionOk="0" h="1970" w="1211">
                  <a:moveTo>
                    <a:pt x="662" y="0"/>
                  </a:moveTo>
                  <a:cubicBezTo>
                    <a:pt x="301" y="0"/>
                    <a:pt x="12" y="289"/>
                    <a:pt x="12" y="664"/>
                  </a:cubicBezTo>
                  <a:lnTo>
                    <a:pt x="12" y="1097"/>
                  </a:lnTo>
                  <a:cubicBezTo>
                    <a:pt x="0" y="1600"/>
                    <a:pt x="415" y="1970"/>
                    <a:pt x="879" y="1970"/>
                  </a:cubicBezTo>
                  <a:cubicBezTo>
                    <a:pt x="989" y="1970"/>
                    <a:pt x="1100" y="1950"/>
                    <a:pt x="1210" y="1906"/>
                  </a:cubicBezTo>
                  <a:cubicBezTo>
                    <a:pt x="878" y="1776"/>
                    <a:pt x="662" y="1444"/>
                    <a:pt x="662" y="1097"/>
                  </a:cubicBezTo>
                  <a:lnTo>
                    <a:pt x="662" y="650"/>
                  </a:lnTo>
                  <a:cubicBezTo>
                    <a:pt x="662" y="332"/>
                    <a:pt x="893" y="72"/>
                    <a:pt x="1210" y="15"/>
                  </a:cubicBezTo>
                  <a:cubicBezTo>
                    <a:pt x="1167" y="0"/>
                    <a:pt x="1138" y="0"/>
                    <a:pt x="1095" y="0"/>
                  </a:cubicBezTo>
                  <a:close/>
                </a:path>
              </a:pathLst>
            </a:custGeom>
            <a:solidFill>
              <a:srgbClr val="AABBC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738" name="Google Shape;19738;p47"/>
            <p:cNvSpPr/>
            <p:nvPr/>
          </p:nvSpPr>
          <p:spPr>
            <a:xfrm>
              <a:off x="8076862" y="2494391"/>
              <a:ext cx="45798" cy="23095"/>
            </a:xfrm>
            <a:custGeom>
              <a:rect b="b" l="l" r="r" t="t"/>
              <a:pathLst>
                <a:path extrusionOk="0" h="881" w="1747">
                  <a:moveTo>
                    <a:pt x="650" y="0"/>
                  </a:moveTo>
                  <a:cubicBezTo>
                    <a:pt x="289" y="0"/>
                    <a:pt x="0" y="289"/>
                    <a:pt x="0" y="650"/>
                  </a:cubicBezTo>
                  <a:cubicBezTo>
                    <a:pt x="563" y="809"/>
                    <a:pt x="1155" y="881"/>
                    <a:pt x="1747" y="881"/>
                  </a:cubicBezTo>
                  <a:lnTo>
                    <a:pt x="1747" y="650"/>
                  </a:lnTo>
                  <a:cubicBezTo>
                    <a:pt x="1747" y="289"/>
                    <a:pt x="1458" y="0"/>
                    <a:pt x="1097" y="0"/>
                  </a:cubicBezTo>
                  <a:close/>
                </a:path>
              </a:pathLst>
            </a:custGeom>
            <a:solidFill>
              <a:srgbClr val="5C728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739" name="Google Shape;19739;p47"/>
            <p:cNvSpPr/>
            <p:nvPr/>
          </p:nvSpPr>
          <p:spPr>
            <a:xfrm>
              <a:off x="8076862" y="2494391"/>
              <a:ext cx="31432" cy="20841"/>
            </a:xfrm>
            <a:custGeom>
              <a:rect b="b" l="l" r="r" t="t"/>
              <a:pathLst>
                <a:path extrusionOk="0" h="795" w="1199">
                  <a:moveTo>
                    <a:pt x="650" y="0"/>
                  </a:moveTo>
                  <a:cubicBezTo>
                    <a:pt x="289" y="0"/>
                    <a:pt x="0" y="289"/>
                    <a:pt x="0" y="664"/>
                  </a:cubicBezTo>
                  <a:cubicBezTo>
                    <a:pt x="202" y="722"/>
                    <a:pt x="433" y="765"/>
                    <a:pt x="650" y="794"/>
                  </a:cubicBezTo>
                  <a:lnTo>
                    <a:pt x="650" y="650"/>
                  </a:lnTo>
                  <a:cubicBezTo>
                    <a:pt x="650" y="332"/>
                    <a:pt x="881" y="72"/>
                    <a:pt x="1198" y="15"/>
                  </a:cubicBezTo>
                  <a:cubicBezTo>
                    <a:pt x="1155" y="0"/>
                    <a:pt x="1126" y="0"/>
                    <a:pt x="1083" y="0"/>
                  </a:cubicBezTo>
                  <a:close/>
                </a:path>
              </a:pathLst>
            </a:custGeom>
            <a:solidFill>
              <a:srgbClr val="667A8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740" name="Google Shape;19740;p47"/>
            <p:cNvSpPr/>
            <p:nvPr/>
          </p:nvSpPr>
          <p:spPr>
            <a:xfrm>
              <a:off x="8065511" y="2553794"/>
              <a:ext cx="112017" cy="89708"/>
            </a:xfrm>
            <a:custGeom>
              <a:rect b="b" l="l" r="r" t="t"/>
              <a:pathLst>
                <a:path extrusionOk="0" h="3422" w="4273">
                  <a:moveTo>
                    <a:pt x="2007" y="0"/>
                  </a:moveTo>
                  <a:cubicBezTo>
                    <a:pt x="1829" y="237"/>
                    <a:pt x="1565" y="356"/>
                    <a:pt x="1301" y="356"/>
                  </a:cubicBezTo>
                  <a:cubicBezTo>
                    <a:pt x="1049" y="356"/>
                    <a:pt x="797" y="248"/>
                    <a:pt x="621" y="29"/>
                  </a:cubicBezTo>
                  <a:lnTo>
                    <a:pt x="260" y="188"/>
                  </a:lnTo>
                  <a:cubicBezTo>
                    <a:pt x="101" y="260"/>
                    <a:pt x="0" y="419"/>
                    <a:pt x="0" y="592"/>
                  </a:cubicBezTo>
                  <a:lnTo>
                    <a:pt x="0" y="3422"/>
                  </a:lnTo>
                  <a:lnTo>
                    <a:pt x="2194" y="3422"/>
                  </a:lnTo>
                  <a:lnTo>
                    <a:pt x="2194" y="1141"/>
                  </a:lnTo>
                  <a:lnTo>
                    <a:pt x="2714" y="1762"/>
                  </a:lnTo>
                  <a:cubicBezTo>
                    <a:pt x="2797" y="1870"/>
                    <a:pt x="2923" y="1925"/>
                    <a:pt x="3051" y="1925"/>
                  </a:cubicBezTo>
                  <a:cubicBezTo>
                    <a:pt x="3145" y="1925"/>
                    <a:pt x="3241" y="1895"/>
                    <a:pt x="3320" y="1834"/>
                  </a:cubicBezTo>
                  <a:lnTo>
                    <a:pt x="4273" y="1069"/>
                  </a:lnTo>
                  <a:lnTo>
                    <a:pt x="3970" y="636"/>
                  </a:lnTo>
                  <a:lnTo>
                    <a:pt x="3104" y="1228"/>
                  </a:lnTo>
                  <a:lnTo>
                    <a:pt x="2483" y="275"/>
                  </a:lnTo>
                  <a:cubicBezTo>
                    <a:pt x="2425" y="188"/>
                    <a:pt x="2353" y="116"/>
                    <a:pt x="2252" y="87"/>
                  </a:cubicBezTo>
                  <a:lnTo>
                    <a:pt x="2007" y="0"/>
                  </a:lnTo>
                  <a:close/>
                </a:path>
              </a:pathLst>
            </a:custGeom>
            <a:solidFill>
              <a:srgbClr val="ADBDC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741" name="Google Shape;19741;p47"/>
            <p:cNvSpPr/>
            <p:nvPr/>
          </p:nvSpPr>
          <p:spPr>
            <a:xfrm>
              <a:off x="8122634" y="2560977"/>
              <a:ext cx="54527" cy="43176"/>
            </a:xfrm>
            <a:custGeom>
              <a:rect b="b" l="l" r="r" t="t"/>
              <a:pathLst>
                <a:path extrusionOk="0" h="1647" w="2080">
                  <a:moveTo>
                    <a:pt x="318" y="1"/>
                  </a:moveTo>
                  <a:lnTo>
                    <a:pt x="131" y="318"/>
                  </a:lnTo>
                  <a:cubicBezTo>
                    <a:pt x="44" y="448"/>
                    <a:pt x="1" y="607"/>
                    <a:pt x="1" y="766"/>
                  </a:cubicBezTo>
                  <a:lnTo>
                    <a:pt x="1" y="867"/>
                  </a:lnTo>
                  <a:lnTo>
                    <a:pt x="521" y="1488"/>
                  </a:lnTo>
                  <a:cubicBezTo>
                    <a:pt x="614" y="1590"/>
                    <a:pt x="743" y="1647"/>
                    <a:pt x="871" y="1647"/>
                  </a:cubicBezTo>
                  <a:cubicBezTo>
                    <a:pt x="961" y="1647"/>
                    <a:pt x="1050" y="1619"/>
                    <a:pt x="1127" y="1560"/>
                  </a:cubicBezTo>
                  <a:lnTo>
                    <a:pt x="2080" y="795"/>
                  </a:lnTo>
                  <a:lnTo>
                    <a:pt x="1791" y="362"/>
                  </a:lnTo>
                  <a:lnTo>
                    <a:pt x="925" y="954"/>
                  </a:lnTo>
                  <a:lnTo>
                    <a:pt x="318" y="1"/>
                  </a:lnTo>
                  <a:close/>
                </a:path>
              </a:pathLst>
            </a:custGeom>
            <a:solidFill>
              <a:srgbClr val="94A5B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742" name="Google Shape;19742;p47"/>
            <p:cNvSpPr/>
            <p:nvPr/>
          </p:nvSpPr>
          <p:spPr>
            <a:xfrm>
              <a:off x="8065511" y="2560977"/>
              <a:ext cx="17040" cy="94269"/>
            </a:xfrm>
            <a:custGeom>
              <a:rect b="b" l="l" r="r" t="t"/>
              <a:pathLst>
                <a:path extrusionOk="0" h="3596" w="650">
                  <a:moveTo>
                    <a:pt x="130" y="1"/>
                  </a:moveTo>
                  <a:cubicBezTo>
                    <a:pt x="43" y="87"/>
                    <a:pt x="0" y="203"/>
                    <a:pt x="0" y="318"/>
                  </a:cubicBezTo>
                  <a:lnTo>
                    <a:pt x="0" y="3379"/>
                  </a:lnTo>
                  <a:cubicBezTo>
                    <a:pt x="0" y="3494"/>
                    <a:pt x="87" y="3595"/>
                    <a:pt x="217" y="3595"/>
                  </a:cubicBezTo>
                  <a:lnTo>
                    <a:pt x="650" y="3595"/>
                  </a:lnTo>
                  <a:lnTo>
                    <a:pt x="650" y="795"/>
                  </a:lnTo>
                  <a:cubicBezTo>
                    <a:pt x="650" y="621"/>
                    <a:pt x="578" y="448"/>
                    <a:pt x="462" y="333"/>
                  </a:cubicBezTo>
                  <a:lnTo>
                    <a:pt x="130" y="1"/>
                  </a:lnTo>
                  <a:close/>
                </a:path>
              </a:pathLst>
            </a:custGeom>
            <a:solidFill>
              <a:srgbClr val="94A5B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743" name="Google Shape;19743;p47"/>
            <p:cNvSpPr/>
            <p:nvPr/>
          </p:nvSpPr>
          <p:spPr>
            <a:xfrm>
              <a:off x="8071174" y="2654827"/>
              <a:ext cx="11377" cy="11377"/>
            </a:xfrm>
            <a:custGeom>
              <a:rect b="b" l="l" r="r" t="t"/>
              <a:pathLst>
                <a:path extrusionOk="0" h="434" w="434">
                  <a:moveTo>
                    <a:pt x="1" y="1"/>
                  </a:moveTo>
                  <a:lnTo>
                    <a:pt x="1" y="217"/>
                  </a:lnTo>
                  <a:cubicBezTo>
                    <a:pt x="1" y="347"/>
                    <a:pt x="102" y="434"/>
                    <a:pt x="217" y="434"/>
                  </a:cubicBezTo>
                  <a:lnTo>
                    <a:pt x="347" y="434"/>
                  </a:lnTo>
                  <a:cubicBezTo>
                    <a:pt x="390" y="434"/>
                    <a:pt x="434" y="405"/>
                    <a:pt x="434" y="347"/>
                  </a:cubicBezTo>
                  <a:lnTo>
                    <a:pt x="434" y="1"/>
                  </a:lnTo>
                  <a:close/>
                </a:path>
              </a:pathLst>
            </a:custGeom>
            <a:solidFill>
              <a:srgbClr val="AABBC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9744" name="Google Shape;19744;p47"/>
          <p:cNvGrpSpPr/>
          <p:nvPr/>
        </p:nvGrpSpPr>
        <p:grpSpPr>
          <a:xfrm>
            <a:off x="5596661" y="2909139"/>
            <a:ext cx="394326" cy="349682"/>
            <a:chOff x="5596661" y="2909139"/>
            <a:chExt cx="394326" cy="349682"/>
          </a:xfrm>
        </p:grpSpPr>
        <p:sp>
          <p:nvSpPr>
            <p:cNvPr id="19745" name="Google Shape;19745;p47"/>
            <p:cNvSpPr/>
            <p:nvPr/>
          </p:nvSpPr>
          <p:spPr>
            <a:xfrm>
              <a:off x="5762025" y="2909139"/>
              <a:ext cx="228962" cy="190740"/>
            </a:xfrm>
            <a:custGeom>
              <a:rect b="b" l="l" r="r" t="t"/>
              <a:pathLst>
                <a:path extrusionOk="0" h="7276" w="8734">
                  <a:moveTo>
                    <a:pt x="491" y="0"/>
                  </a:moveTo>
                  <a:cubicBezTo>
                    <a:pt x="217" y="0"/>
                    <a:pt x="0" y="217"/>
                    <a:pt x="0" y="477"/>
                  </a:cubicBezTo>
                  <a:lnTo>
                    <a:pt x="0" y="6785"/>
                  </a:lnTo>
                  <a:cubicBezTo>
                    <a:pt x="0" y="7059"/>
                    <a:pt x="217" y="7276"/>
                    <a:pt x="491" y="7276"/>
                  </a:cubicBezTo>
                  <a:lnTo>
                    <a:pt x="8243" y="7276"/>
                  </a:lnTo>
                  <a:cubicBezTo>
                    <a:pt x="8517" y="7276"/>
                    <a:pt x="8734" y="7059"/>
                    <a:pt x="8734" y="6785"/>
                  </a:cubicBezTo>
                  <a:lnTo>
                    <a:pt x="8734" y="477"/>
                  </a:lnTo>
                  <a:cubicBezTo>
                    <a:pt x="8734" y="217"/>
                    <a:pt x="8517" y="0"/>
                    <a:pt x="8243" y="0"/>
                  </a:cubicBezTo>
                  <a:close/>
                </a:path>
              </a:pathLst>
            </a:custGeom>
            <a:solidFill>
              <a:srgbClr val="EFF1F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746" name="Google Shape;19746;p47"/>
            <p:cNvSpPr/>
            <p:nvPr/>
          </p:nvSpPr>
          <p:spPr>
            <a:xfrm>
              <a:off x="5597395" y="3061631"/>
              <a:ext cx="113957" cy="114324"/>
            </a:xfrm>
            <a:custGeom>
              <a:rect b="b" l="l" r="r" t="t"/>
              <a:pathLst>
                <a:path extrusionOk="0" h="4361" w="4347">
                  <a:moveTo>
                    <a:pt x="2181" y="1"/>
                  </a:moveTo>
                  <a:cubicBezTo>
                    <a:pt x="1228" y="1"/>
                    <a:pt x="521" y="766"/>
                    <a:pt x="448" y="1690"/>
                  </a:cubicBezTo>
                  <a:cubicBezTo>
                    <a:pt x="391" y="2368"/>
                    <a:pt x="246" y="3032"/>
                    <a:pt x="44" y="3682"/>
                  </a:cubicBezTo>
                  <a:cubicBezTo>
                    <a:pt x="1" y="3797"/>
                    <a:pt x="44" y="3942"/>
                    <a:pt x="174" y="3985"/>
                  </a:cubicBezTo>
                  <a:cubicBezTo>
                    <a:pt x="564" y="4173"/>
                    <a:pt x="997" y="4302"/>
                    <a:pt x="1430" y="4360"/>
                  </a:cubicBezTo>
                  <a:lnTo>
                    <a:pt x="2903" y="4360"/>
                  </a:lnTo>
                  <a:cubicBezTo>
                    <a:pt x="3350" y="4302"/>
                    <a:pt x="3769" y="4173"/>
                    <a:pt x="4173" y="3985"/>
                  </a:cubicBezTo>
                  <a:cubicBezTo>
                    <a:pt x="4288" y="3942"/>
                    <a:pt x="4346" y="3797"/>
                    <a:pt x="4303" y="3682"/>
                  </a:cubicBezTo>
                  <a:cubicBezTo>
                    <a:pt x="4101" y="3032"/>
                    <a:pt x="3956" y="2368"/>
                    <a:pt x="3899" y="1690"/>
                  </a:cubicBezTo>
                  <a:cubicBezTo>
                    <a:pt x="3826" y="766"/>
                    <a:pt x="3133" y="1"/>
                    <a:pt x="2181" y="1"/>
                  </a:cubicBezTo>
                  <a:close/>
                </a:path>
              </a:pathLst>
            </a:custGeom>
            <a:solidFill>
              <a:srgbClr val="667A8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747" name="Google Shape;19747;p47"/>
            <p:cNvSpPr/>
            <p:nvPr/>
          </p:nvSpPr>
          <p:spPr>
            <a:xfrm>
              <a:off x="5628434" y="3061631"/>
              <a:ext cx="82918" cy="114324"/>
            </a:xfrm>
            <a:custGeom>
              <a:rect b="b" l="l" r="r" t="t"/>
              <a:pathLst>
                <a:path extrusionOk="0" h="4361" w="3163">
                  <a:moveTo>
                    <a:pt x="997" y="1"/>
                  </a:moveTo>
                  <a:cubicBezTo>
                    <a:pt x="275" y="1"/>
                    <a:pt x="1" y="997"/>
                    <a:pt x="636" y="1372"/>
                  </a:cubicBezTo>
                  <a:cubicBezTo>
                    <a:pt x="650" y="1387"/>
                    <a:pt x="665" y="1387"/>
                    <a:pt x="694" y="1401"/>
                  </a:cubicBezTo>
                  <a:lnTo>
                    <a:pt x="1242" y="4360"/>
                  </a:lnTo>
                  <a:lnTo>
                    <a:pt x="1733" y="4360"/>
                  </a:lnTo>
                  <a:cubicBezTo>
                    <a:pt x="2166" y="4302"/>
                    <a:pt x="2599" y="4173"/>
                    <a:pt x="3003" y="3985"/>
                  </a:cubicBezTo>
                  <a:cubicBezTo>
                    <a:pt x="3119" y="3942"/>
                    <a:pt x="3162" y="3797"/>
                    <a:pt x="3119" y="3682"/>
                  </a:cubicBezTo>
                  <a:cubicBezTo>
                    <a:pt x="2917" y="3032"/>
                    <a:pt x="2772" y="2368"/>
                    <a:pt x="2715" y="1690"/>
                  </a:cubicBezTo>
                  <a:cubicBezTo>
                    <a:pt x="2642" y="766"/>
                    <a:pt x="1949" y="1"/>
                    <a:pt x="997" y="1"/>
                  </a:cubicBezTo>
                  <a:close/>
                </a:path>
              </a:pathLst>
            </a:custGeom>
            <a:solidFill>
              <a:srgbClr val="5C728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748" name="Google Shape;19748;p47"/>
            <p:cNvSpPr/>
            <p:nvPr/>
          </p:nvSpPr>
          <p:spPr>
            <a:xfrm>
              <a:off x="5596661" y="3067032"/>
              <a:ext cx="216483" cy="191789"/>
            </a:xfrm>
            <a:custGeom>
              <a:rect b="b" l="l" r="r" t="t"/>
              <a:pathLst>
                <a:path extrusionOk="0" h="7316" w="8258">
                  <a:moveTo>
                    <a:pt x="8070" y="0"/>
                  </a:moveTo>
                  <a:cubicBezTo>
                    <a:pt x="8023" y="0"/>
                    <a:pt x="7976" y="19"/>
                    <a:pt x="7940" y="55"/>
                  </a:cubicBezTo>
                  <a:lnTo>
                    <a:pt x="3782" y="4024"/>
                  </a:lnTo>
                  <a:cubicBezTo>
                    <a:pt x="3696" y="4096"/>
                    <a:pt x="3566" y="4154"/>
                    <a:pt x="3450" y="4154"/>
                  </a:cubicBezTo>
                  <a:lnTo>
                    <a:pt x="3407" y="4154"/>
                  </a:lnTo>
                  <a:cubicBezTo>
                    <a:pt x="3133" y="4154"/>
                    <a:pt x="2916" y="3938"/>
                    <a:pt x="2916" y="3663"/>
                  </a:cubicBezTo>
                  <a:lnTo>
                    <a:pt x="2916" y="3202"/>
                  </a:lnTo>
                  <a:lnTo>
                    <a:pt x="1458" y="3202"/>
                  </a:lnTo>
                  <a:lnTo>
                    <a:pt x="1458" y="3678"/>
                  </a:lnTo>
                  <a:cubicBezTo>
                    <a:pt x="1458" y="3866"/>
                    <a:pt x="1357" y="4024"/>
                    <a:pt x="1198" y="4111"/>
                  </a:cubicBezTo>
                  <a:lnTo>
                    <a:pt x="404" y="4501"/>
                  </a:lnTo>
                  <a:cubicBezTo>
                    <a:pt x="159" y="4631"/>
                    <a:pt x="0" y="4876"/>
                    <a:pt x="0" y="5150"/>
                  </a:cubicBezTo>
                  <a:lnTo>
                    <a:pt x="0" y="7070"/>
                  </a:lnTo>
                  <a:cubicBezTo>
                    <a:pt x="0" y="7200"/>
                    <a:pt x="116" y="7316"/>
                    <a:pt x="246" y="7316"/>
                  </a:cubicBezTo>
                  <a:lnTo>
                    <a:pt x="3161" y="7316"/>
                  </a:lnTo>
                  <a:cubicBezTo>
                    <a:pt x="3291" y="7316"/>
                    <a:pt x="3392" y="7200"/>
                    <a:pt x="3392" y="7070"/>
                  </a:cubicBezTo>
                  <a:lnTo>
                    <a:pt x="3392" y="6262"/>
                  </a:lnTo>
                  <a:cubicBezTo>
                    <a:pt x="3392" y="6002"/>
                    <a:pt x="3494" y="5757"/>
                    <a:pt x="3681" y="5583"/>
                  </a:cubicBezTo>
                  <a:lnTo>
                    <a:pt x="7810" y="1455"/>
                  </a:lnTo>
                  <a:cubicBezTo>
                    <a:pt x="7925" y="1325"/>
                    <a:pt x="7983" y="1152"/>
                    <a:pt x="7940" y="993"/>
                  </a:cubicBezTo>
                  <a:lnTo>
                    <a:pt x="7853" y="646"/>
                  </a:lnTo>
                  <a:lnTo>
                    <a:pt x="8185" y="300"/>
                  </a:lnTo>
                  <a:cubicBezTo>
                    <a:pt x="8257" y="228"/>
                    <a:pt x="8257" y="112"/>
                    <a:pt x="8199" y="55"/>
                  </a:cubicBezTo>
                  <a:cubicBezTo>
                    <a:pt x="8163" y="19"/>
                    <a:pt x="8116" y="0"/>
                    <a:pt x="8070" y="0"/>
                  </a:cubicBezTo>
                  <a:close/>
                </a:path>
              </a:pathLst>
            </a:custGeom>
            <a:solidFill>
              <a:srgbClr val="AABBC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749" name="Google Shape;19749;p47"/>
            <p:cNvSpPr/>
            <p:nvPr/>
          </p:nvSpPr>
          <p:spPr>
            <a:xfrm>
              <a:off x="5596661" y="3095318"/>
              <a:ext cx="197163" cy="163136"/>
            </a:xfrm>
            <a:custGeom>
              <a:rect b="b" l="l" r="r" t="t"/>
              <a:pathLst>
                <a:path extrusionOk="0" h="6223" w="7521">
                  <a:moveTo>
                    <a:pt x="6871" y="1"/>
                  </a:moveTo>
                  <a:lnTo>
                    <a:pt x="3782" y="2945"/>
                  </a:lnTo>
                  <a:cubicBezTo>
                    <a:pt x="3696" y="3032"/>
                    <a:pt x="3566" y="3075"/>
                    <a:pt x="3450" y="3075"/>
                  </a:cubicBezTo>
                  <a:lnTo>
                    <a:pt x="3306" y="3075"/>
                  </a:lnTo>
                  <a:cubicBezTo>
                    <a:pt x="3096" y="3561"/>
                    <a:pt x="2642" y="3806"/>
                    <a:pt x="2189" y="3806"/>
                  </a:cubicBezTo>
                  <a:cubicBezTo>
                    <a:pt x="1740" y="3806"/>
                    <a:pt x="1291" y="3564"/>
                    <a:pt x="1083" y="3075"/>
                  </a:cubicBezTo>
                  <a:lnTo>
                    <a:pt x="404" y="3422"/>
                  </a:lnTo>
                  <a:cubicBezTo>
                    <a:pt x="159" y="3537"/>
                    <a:pt x="0" y="3797"/>
                    <a:pt x="0" y="4071"/>
                  </a:cubicBezTo>
                  <a:lnTo>
                    <a:pt x="0" y="5991"/>
                  </a:lnTo>
                  <a:cubicBezTo>
                    <a:pt x="0" y="6121"/>
                    <a:pt x="116" y="6222"/>
                    <a:pt x="246" y="6222"/>
                  </a:cubicBezTo>
                  <a:lnTo>
                    <a:pt x="3161" y="6222"/>
                  </a:lnTo>
                  <a:cubicBezTo>
                    <a:pt x="3291" y="6222"/>
                    <a:pt x="3392" y="6121"/>
                    <a:pt x="3392" y="5991"/>
                  </a:cubicBezTo>
                  <a:lnTo>
                    <a:pt x="3392" y="5183"/>
                  </a:lnTo>
                  <a:cubicBezTo>
                    <a:pt x="3392" y="4923"/>
                    <a:pt x="3494" y="4678"/>
                    <a:pt x="3681" y="4504"/>
                  </a:cubicBezTo>
                  <a:lnTo>
                    <a:pt x="7521" y="665"/>
                  </a:lnTo>
                  <a:lnTo>
                    <a:pt x="6871" y="1"/>
                  </a:lnTo>
                  <a:close/>
                </a:path>
              </a:pathLst>
            </a:custGeom>
            <a:solidFill>
              <a:srgbClr val="EFF1F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750" name="Google Shape;19750;p47"/>
            <p:cNvSpPr/>
            <p:nvPr/>
          </p:nvSpPr>
          <p:spPr>
            <a:xfrm>
              <a:off x="5633362" y="3150946"/>
              <a:ext cx="41262" cy="22361"/>
            </a:xfrm>
            <a:custGeom>
              <a:rect b="b" l="l" r="r" t="t"/>
              <a:pathLst>
                <a:path extrusionOk="0" h="853" w="1574">
                  <a:moveTo>
                    <a:pt x="58" y="1"/>
                  </a:moveTo>
                  <a:lnTo>
                    <a:pt x="58" y="477"/>
                  </a:lnTo>
                  <a:cubicBezTo>
                    <a:pt x="58" y="549"/>
                    <a:pt x="44" y="621"/>
                    <a:pt x="0" y="693"/>
                  </a:cubicBezTo>
                  <a:cubicBezTo>
                    <a:pt x="246" y="794"/>
                    <a:pt x="520" y="852"/>
                    <a:pt x="794" y="852"/>
                  </a:cubicBezTo>
                  <a:cubicBezTo>
                    <a:pt x="1054" y="852"/>
                    <a:pt x="1314" y="794"/>
                    <a:pt x="1574" y="679"/>
                  </a:cubicBezTo>
                  <a:cubicBezTo>
                    <a:pt x="1531" y="621"/>
                    <a:pt x="1516" y="549"/>
                    <a:pt x="1516" y="477"/>
                  </a:cubicBezTo>
                  <a:lnTo>
                    <a:pt x="1516" y="1"/>
                  </a:lnTo>
                  <a:close/>
                </a:path>
              </a:pathLst>
            </a:custGeom>
            <a:solidFill>
              <a:srgbClr val="94A5B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751" name="Google Shape;19751;p47"/>
            <p:cNvSpPr/>
            <p:nvPr/>
          </p:nvSpPr>
          <p:spPr>
            <a:xfrm>
              <a:off x="5615562" y="3098149"/>
              <a:ext cx="76469" cy="62654"/>
            </a:xfrm>
            <a:custGeom>
              <a:rect b="b" l="l" r="r" t="t"/>
              <a:pathLst>
                <a:path extrusionOk="0" h="2390" w="2917">
                  <a:moveTo>
                    <a:pt x="1126" y="1"/>
                  </a:moveTo>
                  <a:cubicBezTo>
                    <a:pt x="1032" y="1"/>
                    <a:pt x="946" y="57"/>
                    <a:pt x="910" y="152"/>
                  </a:cubicBezTo>
                  <a:cubicBezTo>
                    <a:pt x="824" y="311"/>
                    <a:pt x="708" y="455"/>
                    <a:pt x="578" y="585"/>
                  </a:cubicBezTo>
                  <a:cubicBezTo>
                    <a:pt x="448" y="701"/>
                    <a:pt x="304" y="787"/>
                    <a:pt x="145" y="874"/>
                  </a:cubicBezTo>
                  <a:cubicBezTo>
                    <a:pt x="44" y="917"/>
                    <a:pt x="1" y="1018"/>
                    <a:pt x="15" y="1120"/>
                  </a:cubicBezTo>
                  <a:cubicBezTo>
                    <a:pt x="116" y="1856"/>
                    <a:pt x="723" y="2390"/>
                    <a:pt x="1459" y="2390"/>
                  </a:cubicBezTo>
                  <a:cubicBezTo>
                    <a:pt x="2210" y="2390"/>
                    <a:pt x="2845" y="1798"/>
                    <a:pt x="2902" y="1047"/>
                  </a:cubicBezTo>
                  <a:cubicBezTo>
                    <a:pt x="2917" y="975"/>
                    <a:pt x="2874" y="903"/>
                    <a:pt x="2830" y="860"/>
                  </a:cubicBezTo>
                  <a:cubicBezTo>
                    <a:pt x="2339" y="455"/>
                    <a:pt x="1776" y="167"/>
                    <a:pt x="1185" y="8"/>
                  </a:cubicBezTo>
                  <a:cubicBezTo>
                    <a:pt x="1165" y="3"/>
                    <a:pt x="1145" y="1"/>
                    <a:pt x="1126" y="1"/>
                  </a:cubicBezTo>
                  <a:close/>
                </a:path>
              </a:pathLst>
            </a:custGeom>
            <a:solidFill>
              <a:srgbClr val="BCC9D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752" name="Google Shape;19752;p47"/>
            <p:cNvSpPr/>
            <p:nvPr/>
          </p:nvSpPr>
          <p:spPr>
            <a:xfrm>
              <a:off x="5615562" y="3098149"/>
              <a:ext cx="76469" cy="61894"/>
            </a:xfrm>
            <a:custGeom>
              <a:rect b="b" l="l" r="r" t="t"/>
              <a:pathLst>
                <a:path extrusionOk="0" h="2361" w="2917">
                  <a:moveTo>
                    <a:pt x="1125" y="1"/>
                  </a:moveTo>
                  <a:cubicBezTo>
                    <a:pt x="1031" y="1"/>
                    <a:pt x="946" y="54"/>
                    <a:pt x="910" y="138"/>
                  </a:cubicBezTo>
                  <a:cubicBezTo>
                    <a:pt x="853" y="268"/>
                    <a:pt x="766" y="369"/>
                    <a:pt x="679" y="470"/>
                  </a:cubicBezTo>
                  <a:cubicBezTo>
                    <a:pt x="650" y="499"/>
                    <a:pt x="607" y="542"/>
                    <a:pt x="578" y="585"/>
                  </a:cubicBezTo>
                  <a:cubicBezTo>
                    <a:pt x="448" y="686"/>
                    <a:pt x="304" y="787"/>
                    <a:pt x="145" y="874"/>
                  </a:cubicBezTo>
                  <a:cubicBezTo>
                    <a:pt x="44" y="917"/>
                    <a:pt x="1" y="1018"/>
                    <a:pt x="15" y="1120"/>
                  </a:cubicBezTo>
                  <a:cubicBezTo>
                    <a:pt x="102" y="1755"/>
                    <a:pt x="593" y="2274"/>
                    <a:pt x="1242" y="2361"/>
                  </a:cubicBezTo>
                  <a:cubicBezTo>
                    <a:pt x="910" y="2173"/>
                    <a:pt x="708" y="1798"/>
                    <a:pt x="723" y="1423"/>
                  </a:cubicBezTo>
                  <a:lnTo>
                    <a:pt x="723" y="1076"/>
                  </a:lnTo>
                  <a:cubicBezTo>
                    <a:pt x="780" y="1033"/>
                    <a:pt x="838" y="990"/>
                    <a:pt x="896" y="946"/>
                  </a:cubicBezTo>
                  <a:cubicBezTo>
                    <a:pt x="1026" y="816"/>
                    <a:pt x="1141" y="686"/>
                    <a:pt x="1242" y="528"/>
                  </a:cubicBezTo>
                  <a:cubicBezTo>
                    <a:pt x="1704" y="672"/>
                    <a:pt x="2137" y="903"/>
                    <a:pt x="2498" y="1221"/>
                  </a:cubicBezTo>
                  <a:cubicBezTo>
                    <a:pt x="2542" y="1264"/>
                    <a:pt x="2657" y="1365"/>
                    <a:pt x="2801" y="1495"/>
                  </a:cubicBezTo>
                  <a:cubicBezTo>
                    <a:pt x="2859" y="1350"/>
                    <a:pt x="2888" y="1192"/>
                    <a:pt x="2902" y="1047"/>
                  </a:cubicBezTo>
                  <a:cubicBezTo>
                    <a:pt x="2917" y="975"/>
                    <a:pt x="2874" y="903"/>
                    <a:pt x="2830" y="860"/>
                  </a:cubicBezTo>
                  <a:cubicBezTo>
                    <a:pt x="2339" y="455"/>
                    <a:pt x="1776" y="167"/>
                    <a:pt x="1185" y="8"/>
                  </a:cubicBezTo>
                  <a:cubicBezTo>
                    <a:pt x="1164" y="3"/>
                    <a:pt x="1144" y="1"/>
                    <a:pt x="1125" y="1"/>
                  </a:cubicBezTo>
                  <a:close/>
                </a:path>
              </a:pathLst>
            </a:custGeom>
            <a:solidFill>
              <a:srgbClr val="AABBC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753" name="Google Shape;19753;p47"/>
            <p:cNvSpPr/>
            <p:nvPr/>
          </p:nvSpPr>
          <p:spPr>
            <a:xfrm>
              <a:off x="5596661" y="3191815"/>
              <a:ext cx="25743" cy="66639"/>
            </a:xfrm>
            <a:custGeom>
              <a:rect b="b" l="l" r="r" t="t"/>
              <a:pathLst>
                <a:path extrusionOk="0" h="2542" w="982">
                  <a:moveTo>
                    <a:pt x="116" y="1"/>
                  </a:moveTo>
                  <a:cubicBezTo>
                    <a:pt x="43" y="116"/>
                    <a:pt x="0" y="246"/>
                    <a:pt x="0" y="390"/>
                  </a:cubicBezTo>
                  <a:lnTo>
                    <a:pt x="0" y="2310"/>
                  </a:lnTo>
                  <a:cubicBezTo>
                    <a:pt x="0" y="2440"/>
                    <a:pt x="116" y="2541"/>
                    <a:pt x="246" y="2541"/>
                  </a:cubicBezTo>
                  <a:lnTo>
                    <a:pt x="967" y="2541"/>
                  </a:lnTo>
                  <a:lnTo>
                    <a:pt x="982" y="1256"/>
                  </a:lnTo>
                  <a:cubicBezTo>
                    <a:pt x="982" y="997"/>
                    <a:pt x="866" y="751"/>
                    <a:pt x="693" y="564"/>
                  </a:cubicBezTo>
                  <a:lnTo>
                    <a:pt x="116" y="1"/>
                  </a:lnTo>
                  <a:close/>
                </a:path>
              </a:pathLst>
            </a:custGeom>
            <a:solidFill>
              <a:srgbClr val="A9BAC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754" name="Google Shape;19754;p47"/>
            <p:cNvSpPr/>
            <p:nvPr/>
          </p:nvSpPr>
          <p:spPr>
            <a:xfrm>
              <a:off x="5819174" y="2953416"/>
              <a:ext cx="114297" cy="114691"/>
            </a:xfrm>
            <a:custGeom>
              <a:rect b="b" l="l" r="r" t="t"/>
              <a:pathLst>
                <a:path extrusionOk="0" h="4375" w="4360">
                  <a:moveTo>
                    <a:pt x="2180" y="0"/>
                  </a:moveTo>
                  <a:cubicBezTo>
                    <a:pt x="982" y="0"/>
                    <a:pt x="0" y="982"/>
                    <a:pt x="0" y="2180"/>
                  </a:cubicBezTo>
                  <a:cubicBezTo>
                    <a:pt x="0" y="3393"/>
                    <a:pt x="982" y="4374"/>
                    <a:pt x="2180" y="4374"/>
                  </a:cubicBezTo>
                  <a:cubicBezTo>
                    <a:pt x="3393" y="4374"/>
                    <a:pt x="4360" y="3393"/>
                    <a:pt x="4360" y="2180"/>
                  </a:cubicBezTo>
                  <a:cubicBezTo>
                    <a:pt x="4360" y="982"/>
                    <a:pt x="3393" y="0"/>
                    <a:pt x="2180" y="0"/>
                  </a:cubicBezTo>
                  <a:close/>
                </a:path>
              </a:pathLst>
            </a:custGeom>
            <a:solidFill>
              <a:srgbClr val="9AAAB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755" name="Google Shape;19755;p47"/>
            <p:cNvSpPr/>
            <p:nvPr/>
          </p:nvSpPr>
          <p:spPr>
            <a:xfrm>
              <a:off x="5838075" y="2972710"/>
              <a:ext cx="76469" cy="76076"/>
            </a:xfrm>
            <a:custGeom>
              <a:rect b="b" l="l" r="r" t="t"/>
              <a:pathLst>
                <a:path extrusionOk="0" h="2902" w="2917">
                  <a:moveTo>
                    <a:pt x="1459" y="0"/>
                  </a:moveTo>
                  <a:cubicBezTo>
                    <a:pt x="665" y="0"/>
                    <a:pt x="1" y="650"/>
                    <a:pt x="1" y="1444"/>
                  </a:cubicBezTo>
                  <a:cubicBezTo>
                    <a:pt x="1" y="2252"/>
                    <a:pt x="665" y="2902"/>
                    <a:pt x="1459" y="2902"/>
                  </a:cubicBezTo>
                  <a:cubicBezTo>
                    <a:pt x="2267" y="2902"/>
                    <a:pt x="2917" y="2252"/>
                    <a:pt x="2917" y="1444"/>
                  </a:cubicBezTo>
                  <a:cubicBezTo>
                    <a:pt x="2917" y="650"/>
                    <a:pt x="2267" y="0"/>
                    <a:pt x="1459" y="0"/>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756" name="Google Shape;19756;p47"/>
            <p:cNvSpPr/>
            <p:nvPr/>
          </p:nvSpPr>
          <p:spPr>
            <a:xfrm>
              <a:off x="5685582" y="3095318"/>
              <a:ext cx="108242" cy="135872"/>
            </a:xfrm>
            <a:custGeom>
              <a:rect b="b" l="l" r="r" t="t"/>
              <a:pathLst>
                <a:path extrusionOk="0" h="5183" w="4129">
                  <a:moveTo>
                    <a:pt x="3479" y="1"/>
                  </a:moveTo>
                  <a:lnTo>
                    <a:pt x="722" y="2628"/>
                  </a:lnTo>
                  <a:cubicBezTo>
                    <a:pt x="506" y="2830"/>
                    <a:pt x="332" y="3075"/>
                    <a:pt x="203" y="3350"/>
                  </a:cubicBezTo>
                  <a:cubicBezTo>
                    <a:pt x="73" y="3653"/>
                    <a:pt x="0" y="3970"/>
                    <a:pt x="0" y="4288"/>
                  </a:cubicBezTo>
                  <a:lnTo>
                    <a:pt x="0" y="5183"/>
                  </a:lnTo>
                  <a:cubicBezTo>
                    <a:pt x="0" y="4923"/>
                    <a:pt x="102" y="4678"/>
                    <a:pt x="289" y="4504"/>
                  </a:cubicBezTo>
                  <a:lnTo>
                    <a:pt x="4129" y="650"/>
                  </a:lnTo>
                  <a:lnTo>
                    <a:pt x="3479" y="1"/>
                  </a:lnTo>
                  <a:close/>
                </a:path>
              </a:pathLst>
            </a:custGeom>
            <a:solidFill>
              <a:srgbClr val="A9BAC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757" name="Google Shape;19757;p47"/>
            <p:cNvSpPr/>
            <p:nvPr/>
          </p:nvSpPr>
          <p:spPr>
            <a:xfrm>
              <a:off x="5857396" y="2991637"/>
              <a:ext cx="38248" cy="38248"/>
            </a:xfrm>
            <a:custGeom>
              <a:rect b="b" l="l" r="r" t="t"/>
              <a:pathLst>
                <a:path extrusionOk="0" h="1459" w="1459">
                  <a:moveTo>
                    <a:pt x="722" y="0"/>
                  </a:moveTo>
                  <a:cubicBezTo>
                    <a:pt x="318" y="0"/>
                    <a:pt x="0" y="332"/>
                    <a:pt x="0" y="722"/>
                  </a:cubicBezTo>
                  <a:cubicBezTo>
                    <a:pt x="0" y="1126"/>
                    <a:pt x="318" y="1458"/>
                    <a:pt x="722" y="1458"/>
                  </a:cubicBezTo>
                  <a:cubicBezTo>
                    <a:pt x="1126" y="1458"/>
                    <a:pt x="1458" y="1126"/>
                    <a:pt x="1458" y="722"/>
                  </a:cubicBezTo>
                  <a:cubicBezTo>
                    <a:pt x="1458" y="332"/>
                    <a:pt x="1126" y="0"/>
                    <a:pt x="722" y="0"/>
                  </a:cubicBezTo>
                  <a:close/>
                </a:path>
              </a:pathLst>
            </a:custGeom>
            <a:solidFill>
              <a:srgbClr val="9AAAB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758" name="Google Shape;19758;p47"/>
            <p:cNvSpPr/>
            <p:nvPr/>
          </p:nvSpPr>
          <p:spPr>
            <a:xfrm>
              <a:off x="5867986" y="2934384"/>
              <a:ext cx="87532" cy="82630"/>
            </a:xfrm>
            <a:custGeom>
              <a:rect b="b" l="l" r="r" t="t"/>
              <a:pathLst>
                <a:path extrusionOk="0" h="3152" w="3339">
                  <a:moveTo>
                    <a:pt x="2986" y="0"/>
                  </a:moveTo>
                  <a:cubicBezTo>
                    <a:pt x="2929" y="0"/>
                    <a:pt x="2869" y="23"/>
                    <a:pt x="2815" y="77"/>
                  </a:cubicBezTo>
                  <a:lnTo>
                    <a:pt x="145" y="2747"/>
                  </a:lnTo>
                  <a:cubicBezTo>
                    <a:pt x="0" y="2892"/>
                    <a:pt x="101" y="3151"/>
                    <a:pt x="318" y="3151"/>
                  </a:cubicBezTo>
                  <a:cubicBezTo>
                    <a:pt x="390" y="3151"/>
                    <a:pt x="448" y="3137"/>
                    <a:pt x="491" y="3079"/>
                  </a:cubicBezTo>
                  <a:lnTo>
                    <a:pt x="3162" y="423"/>
                  </a:lnTo>
                  <a:cubicBezTo>
                    <a:pt x="3339" y="246"/>
                    <a:pt x="3176" y="0"/>
                    <a:pt x="2986" y="0"/>
                  </a:cubicBezTo>
                  <a:close/>
                </a:path>
              </a:pathLst>
            </a:custGeom>
            <a:solidFill>
              <a:srgbClr val="72889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759" name="Google Shape;19759;p47"/>
            <p:cNvSpPr/>
            <p:nvPr/>
          </p:nvSpPr>
          <p:spPr>
            <a:xfrm>
              <a:off x="5916799" y="2937241"/>
              <a:ext cx="38248" cy="33214"/>
            </a:xfrm>
            <a:custGeom>
              <a:rect b="b" l="l" r="r" t="t"/>
              <a:pathLst>
                <a:path extrusionOk="0" h="1267" w="1459">
                  <a:moveTo>
                    <a:pt x="495" y="1"/>
                  </a:moveTo>
                  <a:cubicBezTo>
                    <a:pt x="298" y="1"/>
                    <a:pt x="104" y="113"/>
                    <a:pt x="1" y="300"/>
                  </a:cubicBezTo>
                  <a:lnTo>
                    <a:pt x="1" y="1021"/>
                  </a:lnTo>
                  <a:cubicBezTo>
                    <a:pt x="1" y="1151"/>
                    <a:pt x="116" y="1267"/>
                    <a:pt x="246" y="1267"/>
                  </a:cubicBezTo>
                  <a:lnTo>
                    <a:pt x="968" y="1267"/>
                  </a:lnTo>
                  <a:lnTo>
                    <a:pt x="1459" y="776"/>
                  </a:lnTo>
                  <a:cubicBezTo>
                    <a:pt x="1444" y="646"/>
                    <a:pt x="1343" y="545"/>
                    <a:pt x="1213" y="545"/>
                  </a:cubicBezTo>
                  <a:lnTo>
                    <a:pt x="722" y="545"/>
                  </a:lnTo>
                  <a:lnTo>
                    <a:pt x="722" y="54"/>
                  </a:lnTo>
                  <a:cubicBezTo>
                    <a:pt x="649" y="18"/>
                    <a:pt x="572" y="1"/>
                    <a:pt x="495" y="1"/>
                  </a:cubicBezTo>
                  <a:close/>
                </a:path>
              </a:pathLst>
            </a:custGeom>
            <a:solidFill>
              <a:srgbClr val="8397A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760" name="Google Shape;19760;p47"/>
            <p:cNvSpPr/>
            <p:nvPr/>
          </p:nvSpPr>
          <p:spPr>
            <a:xfrm>
              <a:off x="5889430" y="2934384"/>
              <a:ext cx="63729" cy="60635"/>
            </a:xfrm>
            <a:custGeom>
              <a:rect b="b" l="l" r="r" t="t"/>
              <a:pathLst>
                <a:path extrusionOk="0" h="2313" w="2431">
                  <a:moveTo>
                    <a:pt x="2170" y="1"/>
                  </a:moveTo>
                  <a:cubicBezTo>
                    <a:pt x="2109" y="1"/>
                    <a:pt x="2048" y="26"/>
                    <a:pt x="1997" y="77"/>
                  </a:cubicBezTo>
                  <a:lnTo>
                    <a:pt x="178" y="1896"/>
                  </a:lnTo>
                  <a:cubicBezTo>
                    <a:pt x="0" y="2074"/>
                    <a:pt x="166" y="2312"/>
                    <a:pt x="357" y="2312"/>
                  </a:cubicBezTo>
                  <a:cubicBezTo>
                    <a:pt x="413" y="2312"/>
                    <a:pt x="472" y="2291"/>
                    <a:pt x="525" y="2242"/>
                  </a:cubicBezTo>
                  <a:lnTo>
                    <a:pt x="2344" y="423"/>
                  </a:lnTo>
                  <a:cubicBezTo>
                    <a:pt x="2430" y="322"/>
                    <a:pt x="2430" y="163"/>
                    <a:pt x="2344" y="77"/>
                  </a:cubicBezTo>
                  <a:cubicBezTo>
                    <a:pt x="2293" y="26"/>
                    <a:pt x="2232" y="1"/>
                    <a:pt x="2170" y="1"/>
                  </a:cubicBezTo>
                  <a:close/>
                </a:path>
              </a:pathLst>
            </a:custGeom>
            <a:solidFill>
              <a:srgbClr val="667A8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9761" name="Google Shape;19761;p47"/>
          <p:cNvGrpSpPr/>
          <p:nvPr/>
        </p:nvGrpSpPr>
        <p:grpSpPr>
          <a:xfrm>
            <a:off x="874658" y="2914408"/>
            <a:ext cx="356891" cy="335709"/>
            <a:chOff x="874658" y="2914408"/>
            <a:chExt cx="356891" cy="335709"/>
          </a:xfrm>
        </p:grpSpPr>
        <p:sp>
          <p:nvSpPr>
            <p:cNvPr id="19762" name="Google Shape;19762;p47"/>
            <p:cNvSpPr/>
            <p:nvPr/>
          </p:nvSpPr>
          <p:spPr>
            <a:xfrm>
              <a:off x="909472" y="2994285"/>
              <a:ext cx="287238" cy="177869"/>
            </a:xfrm>
            <a:custGeom>
              <a:rect b="b" l="l" r="r" t="t"/>
              <a:pathLst>
                <a:path extrusionOk="0" h="6785" w="10957">
                  <a:moveTo>
                    <a:pt x="0" y="0"/>
                  </a:moveTo>
                  <a:lnTo>
                    <a:pt x="0" y="6785"/>
                  </a:lnTo>
                  <a:lnTo>
                    <a:pt x="10957" y="6785"/>
                  </a:lnTo>
                  <a:lnTo>
                    <a:pt x="10957" y="0"/>
                  </a:lnTo>
                  <a:close/>
                </a:path>
              </a:pathLst>
            </a:custGeom>
            <a:solidFill>
              <a:srgbClr val="6D819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763" name="Google Shape;19763;p47"/>
            <p:cNvSpPr/>
            <p:nvPr/>
          </p:nvSpPr>
          <p:spPr>
            <a:xfrm>
              <a:off x="874658" y="2914408"/>
              <a:ext cx="356891" cy="93902"/>
            </a:xfrm>
            <a:custGeom>
              <a:rect b="b" l="l" r="r" t="t"/>
              <a:pathLst>
                <a:path extrusionOk="0" h="3582" w="13614">
                  <a:moveTo>
                    <a:pt x="265" y="0"/>
                  </a:moveTo>
                  <a:cubicBezTo>
                    <a:pt x="117" y="0"/>
                    <a:pt x="0" y="125"/>
                    <a:pt x="0" y="276"/>
                  </a:cubicBezTo>
                  <a:lnTo>
                    <a:pt x="0" y="3293"/>
                  </a:lnTo>
                  <a:cubicBezTo>
                    <a:pt x="0" y="3451"/>
                    <a:pt x="130" y="3581"/>
                    <a:pt x="289" y="3581"/>
                  </a:cubicBezTo>
                  <a:lnTo>
                    <a:pt x="13339" y="3581"/>
                  </a:lnTo>
                  <a:cubicBezTo>
                    <a:pt x="13498" y="3581"/>
                    <a:pt x="13613" y="3451"/>
                    <a:pt x="13613" y="3293"/>
                  </a:cubicBezTo>
                  <a:lnTo>
                    <a:pt x="13613" y="276"/>
                  </a:lnTo>
                  <a:cubicBezTo>
                    <a:pt x="13613" y="117"/>
                    <a:pt x="13498" y="1"/>
                    <a:pt x="13339" y="1"/>
                  </a:cubicBezTo>
                  <a:lnTo>
                    <a:pt x="289" y="1"/>
                  </a:lnTo>
                  <a:cubicBezTo>
                    <a:pt x="281" y="1"/>
                    <a:pt x="273" y="0"/>
                    <a:pt x="265" y="0"/>
                  </a:cubicBezTo>
                  <a:close/>
                </a:path>
              </a:pathLst>
            </a:custGeom>
            <a:solidFill>
              <a:srgbClr val="8B9DA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764" name="Google Shape;19764;p47"/>
            <p:cNvSpPr/>
            <p:nvPr/>
          </p:nvSpPr>
          <p:spPr>
            <a:xfrm>
              <a:off x="1211442" y="2914434"/>
              <a:ext cx="20107" cy="93876"/>
            </a:xfrm>
            <a:custGeom>
              <a:rect b="b" l="l" r="r" t="t"/>
              <a:pathLst>
                <a:path extrusionOk="0" h="3581" w="767">
                  <a:moveTo>
                    <a:pt x="1" y="0"/>
                  </a:moveTo>
                  <a:lnTo>
                    <a:pt x="1" y="3580"/>
                  </a:lnTo>
                  <a:lnTo>
                    <a:pt x="492" y="3580"/>
                  </a:lnTo>
                  <a:cubicBezTo>
                    <a:pt x="651" y="3580"/>
                    <a:pt x="766" y="3450"/>
                    <a:pt x="766" y="3292"/>
                  </a:cubicBezTo>
                  <a:lnTo>
                    <a:pt x="766" y="275"/>
                  </a:lnTo>
                  <a:cubicBezTo>
                    <a:pt x="766" y="116"/>
                    <a:pt x="651" y="0"/>
                    <a:pt x="492" y="0"/>
                  </a:cubicBezTo>
                  <a:close/>
                </a:path>
              </a:pathLst>
            </a:custGeom>
            <a:solidFill>
              <a:srgbClr val="D6DFE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765" name="Google Shape;19765;p47"/>
            <p:cNvSpPr/>
            <p:nvPr/>
          </p:nvSpPr>
          <p:spPr>
            <a:xfrm>
              <a:off x="874658" y="2914408"/>
              <a:ext cx="20081" cy="93902"/>
            </a:xfrm>
            <a:custGeom>
              <a:rect b="b" l="l" r="r" t="t"/>
              <a:pathLst>
                <a:path extrusionOk="0" h="3582" w="766">
                  <a:moveTo>
                    <a:pt x="265" y="0"/>
                  </a:moveTo>
                  <a:cubicBezTo>
                    <a:pt x="117" y="0"/>
                    <a:pt x="0" y="125"/>
                    <a:pt x="0" y="276"/>
                  </a:cubicBezTo>
                  <a:lnTo>
                    <a:pt x="0" y="3293"/>
                  </a:lnTo>
                  <a:cubicBezTo>
                    <a:pt x="0" y="3451"/>
                    <a:pt x="130" y="3581"/>
                    <a:pt x="289" y="3581"/>
                  </a:cubicBezTo>
                  <a:lnTo>
                    <a:pt x="765" y="3581"/>
                  </a:lnTo>
                  <a:lnTo>
                    <a:pt x="765" y="1"/>
                  </a:lnTo>
                  <a:lnTo>
                    <a:pt x="289" y="1"/>
                  </a:lnTo>
                  <a:cubicBezTo>
                    <a:pt x="281" y="1"/>
                    <a:pt x="273" y="0"/>
                    <a:pt x="265" y="0"/>
                  </a:cubicBezTo>
                  <a:close/>
                </a:path>
              </a:pathLst>
            </a:custGeom>
            <a:solidFill>
              <a:srgbClr val="D6DFE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766" name="Google Shape;19766;p47"/>
            <p:cNvSpPr/>
            <p:nvPr/>
          </p:nvSpPr>
          <p:spPr>
            <a:xfrm>
              <a:off x="1171333" y="2945079"/>
              <a:ext cx="34080" cy="34079"/>
            </a:xfrm>
            <a:custGeom>
              <a:rect b="b" l="l" r="r" t="t"/>
              <a:pathLst>
                <a:path extrusionOk="0" h="1300" w="1300">
                  <a:moveTo>
                    <a:pt x="650" y="1"/>
                  </a:moveTo>
                  <a:cubicBezTo>
                    <a:pt x="290" y="1"/>
                    <a:pt x="1" y="289"/>
                    <a:pt x="1" y="650"/>
                  </a:cubicBezTo>
                  <a:cubicBezTo>
                    <a:pt x="1" y="1011"/>
                    <a:pt x="290" y="1300"/>
                    <a:pt x="650" y="1300"/>
                  </a:cubicBezTo>
                  <a:cubicBezTo>
                    <a:pt x="1011" y="1300"/>
                    <a:pt x="1300" y="1011"/>
                    <a:pt x="1300" y="650"/>
                  </a:cubicBezTo>
                  <a:cubicBezTo>
                    <a:pt x="1300" y="289"/>
                    <a:pt x="1011" y="1"/>
                    <a:pt x="650" y="1"/>
                  </a:cubicBezTo>
                  <a:close/>
                </a:path>
              </a:pathLst>
            </a:custGeom>
            <a:solidFill>
              <a:srgbClr val="D7DFE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767" name="Google Shape;19767;p47"/>
            <p:cNvSpPr/>
            <p:nvPr/>
          </p:nvSpPr>
          <p:spPr>
            <a:xfrm>
              <a:off x="1113451" y="2945079"/>
              <a:ext cx="34080" cy="34079"/>
            </a:xfrm>
            <a:custGeom>
              <a:rect b="b" l="l" r="r" t="t"/>
              <a:pathLst>
                <a:path extrusionOk="0" h="1300" w="1300">
                  <a:moveTo>
                    <a:pt x="650" y="1"/>
                  </a:moveTo>
                  <a:cubicBezTo>
                    <a:pt x="289" y="1"/>
                    <a:pt x="0" y="289"/>
                    <a:pt x="0" y="650"/>
                  </a:cubicBezTo>
                  <a:cubicBezTo>
                    <a:pt x="0" y="1011"/>
                    <a:pt x="289" y="1300"/>
                    <a:pt x="650" y="1300"/>
                  </a:cubicBezTo>
                  <a:cubicBezTo>
                    <a:pt x="1011" y="1300"/>
                    <a:pt x="1299" y="1011"/>
                    <a:pt x="1299" y="650"/>
                  </a:cubicBezTo>
                  <a:cubicBezTo>
                    <a:pt x="1299" y="289"/>
                    <a:pt x="1011" y="1"/>
                    <a:pt x="650" y="1"/>
                  </a:cubicBezTo>
                  <a:close/>
                </a:path>
              </a:pathLst>
            </a:custGeom>
            <a:solidFill>
              <a:srgbClr val="D7DFE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768" name="Google Shape;19768;p47"/>
            <p:cNvSpPr/>
            <p:nvPr/>
          </p:nvSpPr>
          <p:spPr>
            <a:xfrm>
              <a:off x="898488" y="2956824"/>
              <a:ext cx="197582" cy="10617"/>
            </a:xfrm>
            <a:custGeom>
              <a:rect b="b" l="l" r="r" t="t"/>
              <a:pathLst>
                <a:path extrusionOk="0" h="405" w="7537">
                  <a:moveTo>
                    <a:pt x="275" y="0"/>
                  </a:moveTo>
                  <a:cubicBezTo>
                    <a:pt x="5" y="0"/>
                    <a:pt x="1" y="405"/>
                    <a:pt x="261" y="405"/>
                  </a:cubicBezTo>
                  <a:cubicBezTo>
                    <a:pt x="266" y="405"/>
                    <a:pt x="270" y="405"/>
                    <a:pt x="275" y="404"/>
                  </a:cubicBezTo>
                  <a:lnTo>
                    <a:pt x="7262" y="404"/>
                  </a:lnTo>
                  <a:cubicBezTo>
                    <a:pt x="7536" y="404"/>
                    <a:pt x="7536" y="0"/>
                    <a:pt x="7262" y="0"/>
                  </a:cubicBezTo>
                  <a:close/>
                </a:path>
              </a:pathLst>
            </a:custGeom>
            <a:solidFill>
              <a:srgbClr val="6D819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769" name="Google Shape;19769;p47"/>
            <p:cNvSpPr/>
            <p:nvPr/>
          </p:nvSpPr>
          <p:spPr>
            <a:xfrm>
              <a:off x="874658" y="3035154"/>
              <a:ext cx="356891" cy="94243"/>
            </a:xfrm>
            <a:custGeom>
              <a:rect b="b" l="l" r="r" t="t"/>
              <a:pathLst>
                <a:path extrusionOk="0" h="3595" w="13614">
                  <a:moveTo>
                    <a:pt x="289" y="0"/>
                  </a:moveTo>
                  <a:cubicBezTo>
                    <a:pt x="130" y="0"/>
                    <a:pt x="0" y="130"/>
                    <a:pt x="0" y="289"/>
                  </a:cubicBezTo>
                  <a:lnTo>
                    <a:pt x="0" y="3306"/>
                  </a:lnTo>
                  <a:cubicBezTo>
                    <a:pt x="0" y="3465"/>
                    <a:pt x="130" y="3595"/>
                    <a:pt x="289" y="3595"/>
                  </a:cubicBezTo>
                  <a:lnTo>
                    <a:pt x="13339" y="3595"/>
                  </a:lnTo>
                  <a:cubicBezTo>
                    <a:pt x="13498" y="3595"/>
                    <a:pt x="13613" y="3465"/>
                    <a:pt x="13613" y="3306"/>
                  </a:cubicBezTo>
                  <a:lnTo>
                    <a:pt x="13613" y="289"/>
                  </a:lnTo>
                  <a:cubicBezTo>
                    <a:pt x="13613" y="130"/>
                    <a:pt x="13498" y="0"/>
                    <a:pt x="13339" y="0"/>
                  </a:cubicBezTo>
                  <a:close/>
                </a:path>
              </a:pathLst>
            </a:custGeom>
            <a:solidFill>
              <a:srgbClr val="8B9DA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770" name="Google Shape;19770;p47"/>
            <p:cNvSpPr/>
            <p:nvPr/>
          </p:nvSpPr>
          <p:spPr>
            <a:xfrm>
              <a:off x="1211442" y="3035154"/>
              <a:ext cx="20107" cy="94243"/>
            </a:xfrm>
            <a:custGeom>
              <a:rect b="b" l="l" r="r" t="t"/>
              <a:pathLst>
                <a:path extrusionOk="0" h="3595" w="767">
                  <a:moveTo>
                    <a:pt x="1" y="0"/>
                  </a:moveTo>
                  <a:lnTo>
                    <a:pt x="1" y="3595"/>
                  </a:lnTo>
                  <a:lnTo>
                    <a:pt x="492" y="3595"/>
                  </a:lnTo>
                  <a:cubicBezTo>
                    <a:pt x="651" y="3595"/>
                    <a:pt x="766" y="3465"/>
                    <a:pt x="766" y="3306"/>
                  </a:cubicBezTo>
                  <a:lnTo>
                    <a:pt x="766" y="289"/>
                  </a:lnTo>
                  <a:cubicBezTo>
                    <a:pt x="766" y="130"/>
                    <a:pt x="651" y="0"/>
                    <a:pt x="492" y="0"/>
                  </a:cubicBezTo>
                  <a:close/>
                </a:path>
              </a:pathLst>
            </a:custGeom>
            <a:solidFill>
              <a:srgbClr val="D6DFE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771" name="Google Shape;19771;p47"/>
            <p:cNvSpPr/>
            <p:nvPr/>
          </p:nvSpPr>
          <p:spPr>
            <a:xfrm>
              <a:off x="874658" y="3035154"/>
              <a:ext cx="20081" cy="94243"/>
            </a:xfrm>
            <a:custGeom>
              <a:rect b="b" l="l" r="r" t="t"/>
              <a:pathLst>
                <a:path extrusionOk="0" h="3595" w="766">
                  <a:moveTo>
                    <a:pt x="289" y="0"/>
                  </a:moveTo>
                  <a:cubicBezTo>
                    <a:pt x="130" y="0"/>
                    <a:pt x="0" y="130"/>
                    <a:pt x="0" y="289"/>
                  </a:cubicBezTo>
                  <a:lnTo>
                    <a:pt x="0" y="3306"/>
                  </a:lnTo>
                  <a:cubicBezTo>
                    <a:pt x="0" y="3465"/>
                    <a:pt x="130" y="3595"/>
                    <a:pt x="289" y="3595"/>
                  </a:cubicBezTo>
                  <a:lnTo>
                    <a:pt x="765" y="3595"/>
                  </a:lnTo>
                  <a:lnTo>
                    <a:pt x="765" y="0"/>
                  </a:lnTo>
                  <a:close/>
                </a:path>
              </a:pathLst>
            </a:custGeom>
            <a:solidFill>
              <a:srgbClr val="D6DFE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772" name="Google Shape;19772;p47"/>
            <p:cNvSpPr/>
            <p:nvPr/>
          </p:nvSpPr>
          <p:spPr>
            <a:xfrm>
              <a:off x="1171333" y="3066167"/>
              <a:ext cx="34080" cy="34106"/>
            </a:xfrm>
            <a:custGeom>
              <a:rect b="b" l="l" r="r" t="t"/>
              <a:pathLst>
                <a:path extrusionOk="0" h="1301" w="1300">
                  <a:moveTo>
                    <a:pt x="650" y="1"/>
                  </a:moveTo>
                  <a:cubicBezTo>
                    <a:pt x="290" y="1"/>
                    <a:pt x="1" y="290"/>
                    <a:pt x="1" y="651"/>
                  </a:cubicBezTo>
                  <a:cubicBezTo>
                    <a:pt x="1" y="1011"/>
                    <a:pt x="290" y="1300"/>
                    <a:pt x="650" y="1300"/>
                  </a:cubicBezTo>
                  <a:cubicBezTo>
                    <a:pt x="1011" y="1300"/>
                    <a:pt x="1300" y="1011"/>
                    <a:pt x="1300" y="651"/>
                  </a:cubicBezTo>
                  <a:cubicBezTo>
                    <a:pt x="1300" y="290"/>
                    <a:pt x="1011" y="1"/>
                    <a:pt x="650" y="1"/>
                  </a:cubicBezTo>
                  <a:close/>
                </a:path>
              </a:pathLst>
            </a:custGeom>
            <a:solidFill>
              <a:srgbClr val="D7DFE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773" name="Google Shape;19773;p47"/>
            <p:cNvSpPr/>
            <p:nvPr/>
          </p:nvSpPr>
          <p:spPr>
            <a:xfrm>
              <a:off x="1113451" y="3066167"/>
              <a:ext cx="34080" cy="34106"/>
            </a:xfrm>
            <a:custGeom>
              <a:rect b="b" l="l" r="r" t="t"/>
              <a:pathLst>
                <a:path extrusionOk="0" h="1301" w="1300">
                  <a:moveTo>
                    <a:pt x="650" y="1"/>
                  </a:moveTo>
                  <a:cubicBezTo>
                    <a:pt x="289" y="1"/>
                    <a:pt x="0" y="290"/>
                    <a:pt x="0" y="651"/>
                  </a:cubicBezTo>
                  <a:cubicBezTo>
                    <a:pt x="0" y="1011"/>
                    <a:pt x="289" y="1300"/>
                    <a:pt x="650" y="1300"/>
                  </a:cubicBezTo>
                  <a:cubicBezTo>
                    <a:pt x="1011" y="1300"/>
                    <a:pt x="1299" y="1011"/>
                    <a:pt x="1299" y="651"/>
                  </a:cubicBezTo>
                  <a:cubicBezTo>
                    <a:pt x="1299" y="290"/>
                    <a:pt x="1011" y="1"/>
                    <a:pt x="650" y="1"/>
                  </a:cubicBezTo>
                  <a:close/>
                </a:path>
              </a:pathLst>
            </a:custGeom>
            <a:solidFill>
              <a:srgbClr val="D7DFE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774" name="Google Shape;19774;p47"/>
            <p:cNvSpPr/>
            <p:nvPr/>
          </p:nvSpPr>
          <p:spPr>
            <a:xfrm>
              <a:off x="898488" y="3077544"/>
              <a:ext cx="197582" cy="10984"/>
            </a:xfrm>
            <a:custGeom>
              <a:rect b="b" l="l" r="r" t="t"/>
              <a:pathLst>
                <a:path extrusionOk="0" h="419" w="7537">
                  <a:moveTo>
                    <a:pt x="275" y="0"/>
                  </a:moveTo>
                  <a:cubicBezTo>
                    <a:pt x="1" y="0"/>
                    <a:pt x="1" y="419"/>
                    <a:pt x="275" y="419"/>
                  </a:cubicBezTo>
                  <a:lnTo>
                    <a:pt x="7262" y="419"/>
                  </a:lnTo>
                  <a:cubicBezTo>
                    <a:pt x="7536" y="419"/>
                    <a:pt x="7536" y="0"/>
                    <a:pt x="7262" y="0"/>
                  </a:cubicBezTo>
                  <a:close/>
                </a:path>
              </a:pathLst>
            </a:custGeom>
            <a:solidFill>
              <a:srgbClr val="D7DFE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775" name="Google Shape;19775;p47"/>
            <p:cNvSpPr/>
            <p:nvPr/>
          </p:nvSpPr>
          <p:spPr>
            <a:xfrm>
              <a:off x="874658" y="3155874"/>
              <a:ext cx="356891" cy="94243"/>
            </a:xfrm>
            <a:custGeom>
              <a:rect b="b" l="l" r="r" t="t"/>
              <a:pathLst>
                <a:path extrusionOk="0" h="3595" w="13614">
                  <a:moveTo>
                    <a:pt x="289" y="0"/>
                  </a:moveTo>
                  <a:cubicBezTo>
                    <a:pt x="130" y="0"/>
                    <a:pt x="0" y="130"/>
                    <a:pt x="0" y="289"/>
                  </a:cubicBezTo>
                  <a:lnTo>
                    <a:pt x="0" y="3306"/>
                  </a:lnTo>
                  <a:cubicBezTo>
                    <a:pt x="0" y="3465"/>
                    <a:pt x="130" y="3595"/>
                    <a:pt x="289" y="3595"/>
                  </a:cubicBezTo>
                  <a:lnTo>
                    <a:pt x="13339" y="3595"/>
                  </a:lnTo>
                  <a:cubicBezTo>
                    <a:pt x="13498" y="3595"/>
                    <a:pt x="13613" y="3465"/>
                    <a:pt x="13613" y="3306"/>
                  </a:cubicBezTo>
                  <a:lnTo>
                    <a:pt x="13613" y="289"/>
                  </a:lnTo>
                  <a:cubicBezTo>
                    <a:pt x="13613" y="130"/>
                    <a:pt x="13498" y="0"/>
                    <a:pt x="13339" y="0"/>
                  </a:cubicBezTo>
                  <a:close/>
                </a:path>
              </a:pathLst>
            </a:custGeom>
            <a:solidFill>
              <a:srgbClr val="8B9DA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776" name="Google Shape;19776;p47"/>
            <p:cNvSpPr/>
            <p:nvPr/>
          </p:nvSpPr>
          <p:spPr>
            <a:xfrm>
              <a:off x="1211442" y="3155874"/>
              <a:ext cx="20107" cy="94243"/>
            </a:xfrm>
            <a:custGeom>
              <a:rect b="b" l="l" r="r" t="t"/>
              <a:pathLst>
                <a:path extrusionOk="0" h="3595" w="767">
                  <a:moveTo>
                    <a:pt x="1" y="0"/>
                  </a:moveTo>
                  <a:lnTo>
                    <a:pt x="1" y="3595"/>
                  </a:lnTo>
                  <a:lnTo>
                    <a:pt x="492" y="3595"/>
                  </a:lnTo>
                  <a:cubicBezTo>
                    <a:pt x="651" y="3595"/>
                    <a:pt x="766" y="3465"/>
                    <a:pt x="766" y="3306"/>
                  </a:cubicBezTo>
                  <a:lnTo>
                    <a:pt x="766" y="289"/>
                  </a:lnTo>
                  <a:cubicBezTo>
                    <a:pt x="766" y="130"/>
                    <a:pt x="651" y="0"/>
                    <a:pt x="492" y="0"/>
                  </a:cubicBezTo>
                  <a:close/>
                </a:path>
              </a:pathLst>
            </a:custGeom>
            <a:solidFill>
              <a:srgbClr val="D6DFE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777" name="Google Shape;19777;p47"/>
            <p:cNvSpPr/>
            <p:nvPr/>
          </p:nvSpPr>
          <p:spPr>
            <a:xfrm>
              <a:off x="874658" y="3155874"/>
              <a:ext cx="20081" cy="94243"/>
            </a:xfrm>
            <a:custGeom>
              <a:rect b="b" l="l" r="r" t="t"/>
              <a:pathLst>
                <a:path extrusionOk="0" h="3595" w="766">
                  <a:moveTo>
                    <a:pt x="289" y="0"/>
                  </a:moveTo>
                  <a:cubicBezTo>
                    <a:pt x="130" y="0"/>
                    <a:pt x="0" y="130"/>
                    <a:pt x="0" y="289"/>
                  </a:cubicBezTo>
                  <a:lnTo>
                    <a:pt x="0" y="3306"/>
                  </a:lnTo>
                  <a:cubicBezTo>
                    <a:pt x="0" y="3465"/>
                    <a:pt x="130" y="3595"/>
                    <a:pt x="289" y="3595"/>
                  </a:cubicBezTo>
                  <a:lnTo>
                    <a:pt x="765" y="3595"/>
                  </a:lnTo>
                  <a:lnTo>
                    <a:pt x="765" y="0"/>
                  </a:lnTo>
                  <a:close/>
                </a:path>
              </a:pathLst>
            </a:custGeom>
            <a:solidFill>
              <a:srgbClr val="D6DFE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778" name="Google Shape;19778;p47"/>
            <p:cNvSpPr/>
            <p:nvPr/>
          </p:nvSpPr>
          <p:spPr>
            <a:xfrm>
              <a:off x="1171333" y="3186887"/>
              <a:ext cx="34080" cy="34106"/>
            </a:xfrm>
            <a:custGeom>
              <a:rect b="b" l="l" r="r" t="t"/>
              <a:pathLst>
                <a:path extrusionOk="0" h="1301" w="1300">
                  <a:moveTo>
                    <a:pt x="650" y="1"/>
                  </a:moveTo>
                  <a:cubicBezTo>
                    <a:pt x="290" y="1"/>
                    <a:pt x="1" y="290"/>
                    <a:pt x="1" y="650"/>
                  </a:cubicBezTo>
                  <a:cubicBezTo>
                    <a:pt x="1" y="1011"/>
                    <a:pt x="290" y="1300"/>
                    <a:pt x="650" y="1300"/>
                  </a:cubicBezTo>
                  <a:cubicBezTo>
                    <a:pt x="1011" y="1300"/>
                    <a:pt x="1300" y="1011"/>
                    <a:pt x="1300" y="650"/>
                  </a:cubicBezTo>
                  <a:cubicBezTo>
                    <a:pt x="1300" y="290"/>
                    <a:pt x="1011" y="1"/>
                    <a:pt x="650" y="1"/>
                  </a:cubicBezTo>
                  <a:close/>
                </a:path>
              </a:pathLst>
            </a:custGeom>
            <a:solidFill>
              <a:srgbClr val="D7DFE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779" name="Google Shape;19779;p47"/>
            <p:cNvSpPr/>
            <p:nvPr/>
          </p:nvSpPr>
          <p:spPr>
            <a:xfrm>
              <a:off x="1113451" y="3186887"/>
              <a:ext cx="34080" cy="34106"/>
            </a:xfrm>
            <a:custGeom>
              <a:rect b="b" l="l" r="r" t="t"/>
              <a:pathLst>
                <a:path extrusionOk="0" h="1301" w="1300">
                  <a:moveTo>
                    <a:pt x="650" y="1"/>
                  </a:moveTo>
                  <a:cubicBezTo>
                    <a:pt x="289" y="1"/>
                    <a:pt x="0" y="290"/>
                    <a:pt x="0" y="650"/>
                  </a:cubicBezTo>
                  <a:cubicBezTo>
                    <a:pt x="0" y="1011"/>
                    <a:pt x="289" y="1300"/>
                    <a:pt x="650" y="1300"/>
                  </a:cubicBezTo>
                  <a:cubicBezTo>
                    <a:pt x="1011" y="1300"/>
                    <a:pt x="1299" y="1011"/>
                    <a:pt x="1299" y="650"/>
                  </a:cubicBezTo>
                  <a:cubicBezTo>
                    <a:pt x="1299" y="290"/>
                    <a:pt x="1011" y="1"/>
                    <a:pt x="650" y="1"/>
                  </a:cubicBezTo>
                  <a:close/>
                </a:path>
              </a:pathLst>
            </a:custGeom>
            <a:solidFill>
              <a:srgbClr val="D7DFE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780" name="Google Shape;19780;p47"/>
            <p:cNvSpPr/>
            <p:nvPr/>
          </p:nvSpPr>
          <p:spPr>
            <a:xfrm>
              <a:off x="898488" y="3198631"/>
              <a:ext cx="197582" cy="10617"/>
            </a:xfrm>
            <a:custGeom>
              <a:rect b="b" l="l" r="r" t="t"/>
              <a:pathLst>
                <a:path extrusionOk="0" h="405" w="7537">
                  <a:moveTo>
                    <a:pt x="275" y="0"/>
                  </a:moveTo>
                  <a:cubicBezTo>
                    <a:pt x="1" y="0"/>
                    <a:pt x="1" y="405"/>
                    <a:pt x="275" y="405"/>
                  </a:cubicBezTo>
                  <a:lnTo>
                    <a:pt x="7262" y="405"/>
                  </a:lnTo>
                  <a:cubicBezTo>
                    <a:pt x="7536" y="405"/>
                    <a:pt x="7536" y="0"/>
                    <a:pt x="7262" y="0"/>
                  </a:cubicBezTo>
                  <a:close/>
                </a:path>
              </a:pathLst>
            </a:custGeom>
            <a:solidFill>
              <a:srgbClr val="6D819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781" name="Google Shape;19781;p47"/>
            <p:cNvSpPr/>
            <p:nvPr/>
          </p:nvSpPr>
          <p:spPr>
            <a:xfrm>
              <a:off x="898488" y="3094924"/>
              <a:ext cx="30305" cy="10643"/>
            </a:xfrm>
            <a:custGeom>
              <a:rect b="b" l="l" r="r" t="t"/>
              <a:pathLst>
                <a:path extrusionOk="0" h="406" w="1156">
                  <a:moveTo>
                    <a:pt x="261" y="1"/>
                  </a:moveTo>
                  <a:cubicBezTo>
                    <a:pt x="1" y="1"/>
                    <a:pt x="5" y="405"/>
                    <a:pt x="275" y="405"/>
                  </a:cubicBezTo>
                  <a:lnTo>
                    <a:pt x="881" y="405"/>
                  </a:lnTo>
                  <a:cubicBezTo>
                    <a:pt x="1156" y="405"/>
                    <a:pt x="1156" y="1"/>
                    <a:pt x="881" y="1"/>
                  </a:cubicBezTo>
                  <a:lnTo>
                    <a:pt x="275" y="1"/>
                  </a:lnTo>
                  <a:cubicBezTo>
                    <a:pt x="270" y="1"/>
                    <a:pt x="266" y="1"/>
                    <a:pt x="261" y="1"/>
                  </a:cubicBezTo>
                  <a:close/>
                </a:path>
              </a:pathLst>
            </a:custGeom>
            <a:solidFill>
              <a:srgbClr val="D7DFE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9782" name="Google Shape;19782;p47"/>
          <p:cNvGrpSpPr/>
          <p:nvPr/>
        </p:nvGrpSpPr>
        <p:grpSpPr>
          <a:xfrm>
            <a:off x="4230912" y="2929193"/>
            <a:ext cx="308812" cy="306165"/>
            <a:chOff x="4230912" y="2929193"/>
            <a:chExt cx="308812" cy="306165"/>
          </a:xfrm>
        </p:grpSpPr>
        <p:sp>
          <p:nvSpPr>
            <p:cNvPr id="19783" name="Google Shape;19783;p47"/>
            <p:cNvSpPr/>
            <p:nvPr/>
          </p:nvSpPr>
          <p:spPr>
            <a:xfrm>
              <a:off x="4425427" y="2976878"/>
              <a:ext cx="114297" cy="258113"/>
            </a:xfrm>
            <a:custGeom>
              <a:rect b="b" l="l" r="r" t="t"/>
              <a:pathLst>
                <a:path extrusionOk="0" h="9846" w="4360">
                  <a:moveTo>
                    <a:pt x="0" y="0"/>
                  </a:moveTo>
                  <a:lnTo>
                    <a:pt x="0" y="9845"/>
                  </a:lnTo>
                  <a:lnTo>
                    <a:pt x="1213" y="9845"/>
                  </a:lnTo>
                  <a:cubicBezTo>
                    <a:pt x="1285" y="9845"/>
                    <a:pt x="1357" y="9787"/>
                    <a:pt x="1386" y="9715"/>
                  </a:cubicBezTo>
                  <a:lnTo>
                    <a:pt x="2584" y="5847"/>
                  </a:lnTo>
                  <a:lnTo>
                    <a:pt x="4317" y="246"/>
                  </a:lnTo>
                  <a:cubicBezTo>
                    <a:pt x="4360" y="130"/>
                    <a:pt x="4273" y="0"/>
                    <a:pt x="4143" y="0"/>
                  </a:cubicBezTo>
                  <a:close/>
                </a:path>
              </a:pathLst>
            </a:custGeom>
            <a:solidFill>
              <a:srgbClr val="94A5B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784" name="Google Shape;19784;p47"/>
            <p:cNvSpPr/>
            <p:nvPr/>
          </p:nvSpPr>
          <p:spPr>
            <a:xfrm>
              <a:off x="4425427" y="2976878"/>
              <a:ext cx="93116" cy="258480"/>
            </a:xfrm>
            <a:custGeom>
              <a:rect b="b" l="l" r="r" t="t"/>
              <a:pathLst>
                <a:path extrusionOk="0" h="9860" w="3552">
                  <a:moveTo>
                    <a:pt x="0" y="0"/>
                  </a:moveTo>
                  <a:lnTo>
                    <a:pt x="0" y="9860"/>
                  </a:lnTo>
                  <a:lnTo>
                    <a:pt x="1213" y="9860"/>
                  </a:lnTo>
                  <a:cubicBezTo>
                    <a:pt x="1285" y="9845"/>
                    <a:pt x="1357" y="9802"/>
                    <a:pt x="1386" y="9715"/>
                  </a:cubicBezTo>
                  <a:lnTo>
                    <a:pt x="2584" y="5847"/>
                  </a:lnTo>
                  <a:lnTo>
                    <a:pt x="3551" y="0"/>
                  </a:lnTo>
                  <a:close/>
                </a:path>
              </a:pathLst>
            </a:custGeom>
            <a:solidFill>
              <a:srgbClr val="667E9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785" name="Google Shape;19785;p47"/>
            <p:cNvSpPr/>
            <p:nvPr/>
          </p:nvSpPr>
          <p:spPr>
            <a:xfrm>
              <a:off x="4404613" y="2962879"/>
              <a:ext cx="100299" cy="272479"/>
            </a:xfrm>
            <a:custGeom>
              <a:rect b="b" l="l" r="r" t="t"/>
              <a:pathLst>
                <a:path extrusionOk="0" h="10394" w="3826">
                  <a:moveTo>
                    <a:pt x="0" y="0"/>
                  </a:moveTo>
                  <a:lnTo>
                    <a:pt x="0" y="10394"/>
                  </a:lnTo>
                  <a:lnTo>
                    <a:pt x="1993" y="10394"/>
                  </a:lnTo>
                  <a:cubicBezTo>
                    <a:pt x="2079" y="10394"/>
                    <a:pt x="2151" y="10321"/>
                    <a:pt x="2166" y="10235"/>
                  </a:cubicBezTo>
                  <a:lnTo>
                    <a:pt x="2729" y="6770"/>
                  </a:lnTo>
                  <a:lnTo>
                    <a:pt x="3811" y="231"/>
                  </a:lnTo>
                  <a:cubicBezTo>
                    <a:pt x="3826" y="116"/>
                    <a:pt x="3739" y="15"/>
                    <a:pt x="3624" y="0"/>
                  </a:cubicBezTo>
                  <a:close/>
                </a:path>
              </a:pathLst>
            </a:custGeom>
            <a:solidFill>
              <a:srgbClr val="F2F3F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786" name="Google Shape;19786;p47"/>
            <p:cNvSpPr/>
            <p:nvPr/>
          </p:nvSpPr>
          <p:spPr>
            <a:xfrm>
              <a:off x="4404613" y="2962879"/>
              <a:ext cx="71934" cy="272479"/>
            </a:xfrm>
            <a:custGeom>
              <a:rect b="b" l="l" r="r" t="t"/>
              <a:pathLst>
                <a:path extrusionOk="0" h="10394" w="2744">
                  <a:moveTo>
                    <a:pt x="0" y="0"/>
                  </a:moveTo>
                  <a:lnTo>
                    <a:pt x="0" y="10394"/>
                  </a:lnTo>
                  <a:lnTo>
                    <a:pt x="1993" y="10394"/>
                  </a:lnTo>
                  <a:cubicBezTo>
                    <a:pt x="2079" y="10394"/>
                    <a:pt x="2151" y="10321"/>
                    <a:pt x="2166" y="10235"/>
                  </a:cubicBezTo>
                  <a:lnTo>
                    <a:pt x="2743" y="6770"/>
                  </a:lnTo>
                  <a:lnTo>
                    <a:pt x="2743" y="0"/>
                  </a:lnTo>
                  <a:close/>
                </a:path>
              </a:pathLst>
            </a:custGeom>
            <a:solidFill>
              <a:srgbClr val="94A5B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787" name="Google Shape;19787;p47"/>
            <p:cNvSpPr/>
            <p:nvPr/>
          </p:nvSpPr>
          <p:spPr>
            <a:xfrm>
              <a:off x="4230912" y="2929193"/>
              <a:ext cx="229722" cy="306165"/>
            </a:xfrm>
            <a:custGeom>
              <a:rect b="b" l="l" r="r" t="t"/>
              <a:pathLst>
                <a:path extrusionOk="0" h="11679" w="8763">
                  <a:moveTo>
                    <a:pt x="188" y="0"/>
                  </a:moveTo>
                  <a:cubicBezTo>
                    <a:pt x="87" y="0"/>
                    <a:pt x="1" y="87"/>
                    <a:pt x="1" y="188"/>
                  </a:cubicBezTo>
                  <a:lnTo>
                    <a:pt x="1" y="11476"/>
                  </a:lnTo>
                  <a:cubicBezTo>
                    <a:pt x="1" y="11592"/>
                    <a:pt x="87" y="11679"/>
                    <a:pt x="188" y="11679"/>
                  </a:cubicBezTo>
                  <a:lnTo>
                    <a:pt x="8575" y="11679"/>
                  </a:lnTo>
                  <a:cubicBezTo>
                    <a:pt x="8676" y="11679"/>
                    <a:pt x="8763" y="11592"/>
                    <a:pt x="8763" y="11476"/>
                  </a:cubicBezTo>
                  <a:lnTo>
                    <a:pt x="8763" y="1011"/>
                  </a:lnTo>
                  <a:cubicBezTo>
                    <a:pt x="8763" y="910"/>
                    <a:pt x="8676" y="823"/>
                    <a:pt x="8575" y="823"/>
                  </a:cubicBezTo>
                  <a:lnTo>
                    <a:pt x="3234" y="823"/>
                  </a:lnTo>
                  <a:cubicBezTo>
                    <a:pt x="3191" y="823"/>
                    <a:pt x="3133" y="809"/>
                    <a:pt x="3104" y="765"/>
                  </a:cubicBezTo>
                  <a:lnTo>
                    <a:pt x="2411" y="58"/>
                  </a:lnTo>
                  <a:cubicBezTo>
                    <a:pt x="2368" y="15"/>
                    <a:pt x="2325" y="0"/>
                    <a:pt x="2267" y="0"/>
                  </a:cubicBezTo>
                  <a:close/>
                </a:path>
              </a:pathLst>
            </a:custGeom>
            <a:solidFill>
              <a:srgbClr val="889AA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788" name="Google Shape;19788;p47"/>
            <p:cNvSpPr/>
            <p:nvPr/>
          </p:nvSpPr>
          <p:spPr>
            <a:xfrm>
              <a:off x="4443594" y="2950768"/>
              <a:ext cx="17040" cy="284590"/>
            </a:xfrm>
            <a:custGeom>
              <a:rect b="b" l="l" r="r" t="t"/>
              <a:pathLst>
                <a:path extrusionOk="0" h="10856" w="650">
                  <a:moveTo>
                    <a:pt x="0" y="0"/>
                  </a:moveTo>
                  <a:lnTo>
                    <a:pt x="0" y="10856"/>
                  </a:lnTo>
                  <a:lnTo>
                    <a:pt x="462" y="10856"/>
                  </a:lnTo>
                  <a:cubicBezTo>
                    <a:pt x="563" y="10856"/>
                    <a:pt x="650" y="10769"/>
                    <a:pt x="650" y="10653"/>
                  </a:cubicBezTo>
                  <a:lnTo>
                    <a:pt x="650" y="188"/>
                  </a:lnTo>
                  <a:cubicBezTo>
                    <a:pt x="650" y="87"/>
                    <a:pt x="563" y="0"/>
                    <a:pt x="462" y="0"/>
                  </a:cubicBezTo>
                  <a:close/>
                </a:path>
              </a:pathLst>
            </a:custGeom>
            <a:solidFill>
              <a:srgbClr val="97A7B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789" name="Google Shape;19789;p47"/>
            <p:cNvSpPr/>
            <p:nvPr/>
          </p:nvSpPr>
          <p:spPr>
            <a:xfrm>
              <a:off x="4271021" y="3008651"/>
              <a:ext cx="22361" cy="22361"/>
            </a:xfrm>
            <a:custGeom>
              <a:rect b="b" l="l" r="r" t="t"/>
              <a:pathLst>
                <a:path extrusionOk="0" h="853" w="853">
                  <a:moveTo>
                    <a:pt x="159" y="1"/>
                  </a:moveTo>
                  <a:cubicBezTo>
                    <a:pt x="73" y="1"/>
                    <a:pt x="1" y="73"/>
                    <a:pt x="1" y="174"/>
                  </a:cubicBezTo>
                  <a:lnTo>
                    <a:pt x="1" y="694"/>
                  </a:lnTo>
                  <a:cubicBezTo>
                    <a:pt x="1" y="780"/>
                    <a:pt x="73" y="852"/>
                    <a:pt x="159" y="852"/>
                  </a:cubicBezTo>
                  <a:lnTo>
                    <a:pt x="679" y="852"/>
                  </a:lnTo>
                  <a:cubicBezTo>
                    <a:pt x="780" y="852"/>
                    <a:pt x="852" y="780"/>
                    <a:pt x="852" y="694"/>
                  </a:cubicBezTo>
                  <a:lnTo>
                    <a:pt x="852" y="174"/>
                  </a:lnTo>
                  <a:cubicBezTo>
                    <a:pt x="852" y="73"/>
                    <a:pt x="780" y="1"/>
                    <a:pt x="679" y="1"/>
                  </a:cubicBezTo>
                  <a:close/>
                </a:path>
              </a:pathLst>
            </a:custGeom>
            <a:solidFill>
              <a:srgbClr val="D7DFE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790" name="Google Shape;19790;p47"/>
            <p:cNvSpPr/>
            <p:nvPr/>
          </p:nvSpPr>
          <p:spPr>
            <a:xfrm>
              <a:off x="4310003" y="3026451"/>
              <a:ext cx="114691" cy="9490"/>
            </a:xfrm>
            <a:custGeom>
              <a:rect b="b" l="l" r="r" t="t"/>
              <a:pathLst>
                <a:path extrusionOk="0" h="362" w="4375">
                  <a:moveTo>
                    <a:pt x="232" y="0"/>
                  </a:moveTo>
                  <a:cubicBezTo>
                    <a:pt x="1" y="0"/>
                    <a:pt x="1" y="361"/>
                    <a:pt x="232" y="361"/>
                  </a:cubicBezTo>
                  <a:lnTo>
                    <a:pt x="4129" y="361"/>
                  </a:lnTo>
                  <a:cubicBezTo>
                    <a:pt x="4374" y="361"/>
                    <a:pt x="4374" y="0"/>
                    <a:pt x="4129" y="0"/>
                  </a:cubicBezTo>
                  <a:close/>
                </a:path>
              </a:pathLst>
            </a:custGeom>
            <a:solidFill>
              <a:srgbClr val="F2F3F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791" name="Google Shape;19791;p47"/>
            <p:cNvSpPr/>
            <p:nvPr/>
          </p:nvSpPr>
          <p:spPr>
            <a:xfrm>
              <a:off x="4310003" y="3010538"/>
              <a:ext cx="37120" cy="9490"/>
            </a:xfrm>
            <a:custGeom>
              <a:rect b="b" l="l" r="r" t="t"/>
              <a:pathLst>
                <a:path extrusionOk="0" h="362" w="1416">
                  <a:moveTo>
                    <a:pt x="232" y="1"/>
                  </a:moveTo>
                  <a:cubicBezTo>
                    <a:pt x="1" y="1"/>
                    <a:pt x="1" y="362"/>
                    <a:pt x="232" y="362"/>
                  </a:cubicBezTo>
                  <a:lnTo>
                    <a:pt x="1184" y="362"/>
                  </a:lnTo>
                  <a:cubicBezTo>
                    <a:pt x="1415" y="362"/>
                    <a:pt x="1415" y="1"/>
                    <a:pt x="1184" y="1"/>
                  </a:cubicBezTo>
                  <a:close/>
                </a:path>
              </a:pathLst>
            </a:custGeom>
            <a:solidFill>
              <a:srgbClr val="F2F3F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792" name="Google Shape;19792;p47"/>
            <p:cNvSpPr/>
            <p:nvPr/>
          </p:nvSpPr>
          <p:spPr>
            <a:xfrm>
              <a:off x="4271021" y="3082079"/>
              <a:ext cx="22361" cy="22335"/>
            </a:xfrm>
            <a:custGeom>
              <a:rect b="b" l="l" r="r" t="t"/>
              <a:pathLst>
                <a:path extrusionOk="0" h="852" w="853">
                  <a:moveTo>
                    <a:pt x="159" y="0"/>
                  </a:moveTo>
                  <a:cubicBezTo>
                    <a:pt x="73" y="0"/>
                    <a:pt x="1" y="72"/>
                    <a:pt x="1" y="173"/>
                  </a:cubicBezTo>
                  <a:lnTo>
                    <a:pt x="1" y="693"/>
                  </a:lnTo>
                  <a:cubicBezTo>
                    <a:pt x="1" y="780"/>
                    <a:pt x="73" y="852"/>
                    <a:pt x="159" y="852"/>
                  </a:cubicBezTo>
                  <a:lnTo>
                    <a:pt x="679" y="852"/>
                  </a:lnTo>
                  <a:cubicBezTo>
                    <a:pt x="780" y="852"/>
                    <a:pt x="852" y="780"/>
                    <a:pt x="852" y="693"/>
                  </a:cubicBezTo>
                  <a:lnTo>
                    <a:pt x="852" y="173"/>
                  </a:lnTo>
                  <a:cubicBezTo>
                    <a:pt x="852" y="72"/>
                    <a:pt x="780" y="0"/>
                    <a:pt x="679" y="0"/>
                  </a:cubicBezTo>
                  <a:close/>
                </a:path>
              </a:pathLst>
            </a:custGeom>
            <a:solidFill>
              <a:srgbClr val="D7DFE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793" name="Google Shape;19793;p47"/>
            <p:cNvSpPr/>
            <p:nvPr/>
          </p:nvSpPr>
          <p:spPr>
            <a:xfrm>
              <a:off x="4310003" y="3099853"/>
              <a:ext cx="114691" cy="9490"/>
            </a:xfrm>
            <a:custGeom>
              <a:rect b="b" l="l" r="r" t="t"/>
              <a:pathLst>
                <a:path extrusionOk="0" h="362" w="4375">
                  <a:moveTo>
                    <a:pt x="232" y="1"/>
                  </a:moveTo>
                  <a:cubicBezTo>
                    <a:pt x="1" y="1"/>
                    <a:pt x="1" y="362"/>
                    <a:pt x="232" y="362"/>
                  </a:cubicBezTo>
                  <a:lnTo>
                    <a:pt x="4129" y="362"/>
                  </a:lnTo>
                  <a:cubicBezTo>
                    <a:pt x="4374" y="362"/>
                    <a:pt x="4374" y="1"/>
                    <a:pt x="4129" y="1"/>
                  </a:cubicBezTo>
                  <a:close/>
                </a:path>
              </a:pathLst>
            </a:custGeom>
            <a:solidFill>
              <a:srgbClr val="F2F3F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794" name="Google Shape;19794;p47"/>
            <p:cNvSpPr/>
            <p:nvPr/>
          </p:nvSpPr>
          <p:spPr>
            <a:xfrm>
              <a:off x="4310003" y="3084334"/>
              <a:ext cx="37120" cy="9490"/>
            </a:xfrm>
            <a:custGeom>
              <a:rect b="b" l="l" r="r" t="t"/>
              <a:pathLst>
                <a:path extrusionOk="0" h="362" w="1416">
                  <a:moveTo>
                    <a:pt x="232" y="1"/>
                  </a:moveTo>
                  <a:cubicBezTo>
                    <a:pt x="1" y="1"/>
                    <a:pt x="1" y="362"/>
                    <a:pt x="232" y="362"/>
                  </a:cubicBezTo>
                  <a:lnTo>
                    <a:pt x="1184" y="362"/>
                  </a:lnTo>
                  <a:cubicBezTo>
                    <a:pt x="1415" y="362"/>
                    <a:pt x="1415" y="1"/>
                    <a:pt x="1184" y="1"/>
                  </a:cubicBezTo>
                  <a:close/>
                </a:path>
              </a:pathLst>
            </a:custGeom>
            <a:solidFill>
              <a:srgbClr val="F2F3F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795" name="Google Shape;19795;p47"/>
            <p:cNvSpPr/>
            <p:nvPr/>
          </p:nvSpPr>
          <p:spPr>
            <a:xfrm>
              <a:off x="4271021" y="3155874"/>
              <a:ext cx="22361" cy="21968"/>
            </a:xfrm>
            <a:custGeom>
              <a:rect b="b" l="l" r="r" t="t"/>
              <a:pathLst>
                <a:path extrusionOk="0" h="838" w="853">
                  <a:moveTo>
                    <a:pt x="159" y="0"/>
                  </a:moveTo>
                  <a:cubicBezTo>
                    <a:pt x="73" y="0"/>
                    <a:pt x="1" y="72"/>
                    <a:pt x="1" y="173"/>
                  </a:cubicBezTo>
                  <a:lnTo>
                    <a:pt x="1" y="679"/>
                  </a:lnTo>
                  <a:cubicBezTo>
                    <a:pt x="1" y="765"/>
                    <a:pt x="73" y="837"/>
                    <a:pt x="159" y="837"/>
                  </a:cubicBezTo>
                  <a:lnTo>
                    <a:pt x="679" y="837"/>
                  </a:lnTo>
                  <a:cubicBezTo>
                    <a:pt x="766" y="837"/>
                    <a:pt x="852" y="765"/>
                    <a:pt x="852" y="679"/>
                  </a:cubicBezTo>
                  <a:lnTo>
                    <a:pt x="852" y="173"/>
                  </a:lnTo>
                  <a:cubicBezTo>
                    <a:pt x="852" y="72"/>
                    <a:pt x="780" y="0"/>
                    <a:pt x="679" y="0"/>
                  </a:cubicBezTo>
                  <a:close/>
                </a:path>
              </a:pathLst>
            </a:custGeom>
            <a:solidFill>
              <a:srgbClr val="D7DFE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796" name="Google Shape;19796;p47"/>
            <p:cNvSpPr/>
            <p:nvPr/>
          </p:nvSpPr>
          <p:spPr>
            <a:xfrm>
              <a:off x="4310003" y="3173281"/>
              <a:ext cx="114691" cy="9490"/>
            </a:xfrm>
            <a:custGeom>
              <a:rect b="b" l="l" r="r" t="t"/>
              <a:pathLst>
                <a:path extrusionOk="0" h="362" w="4375">
                  <a:moveTo>
                    <a:pt x="232" y="0"/>
                  </a:moveTo>
                  <a:cubicBezTo>
                    <a:pt x="1" y="0"/>
                    <a:pt x="1" y="361"/>
                    <a:pt x="232" y="361"/>
                  </a:cubicBezTo>
                  <a:lnTo>
                    <a:pt x="4129" y="361"/>
                  </a:lnTo>
                  <a:cubicBezTo>
                    <a:pt x="4374" y="361"/>
                    <a:pt x="4374" y="0"/>
                    <a:pt x="4129" y="0"/>
                  </a:cubicBezTo>
                  <a:close/>
                </a:path>
              </a:pathLst>
            </a:custGeom>
            <a:solidFill>
              <a:srgbClr val="F2F3F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797" name="Google Shape;19797;p47"/>
            <p:cNvSpPr/>
            <p:nvPr/>
          </p:nvSpPr>
          <p:spPr>
            <a:xfrm>
              <a:off x="4310003" y="3157762"/>
              <a:ext cx="37120" cy="9490"/>
            </a:xfrm>
            <a:custGeom>
              <a:rect b="b" l="l" r="r" t="t"/>
              <a:pathLst>
                <a:path extrusionOk="0" h="362" w="1416">
                  <a:moveTo>
                    <a:pt x="232" y="0"/>
                  </a:moveTo>
                  <a:cubicBezTo>
                    <a:pt x="1" y="0"/>
                    <a:pt x="1" y="361"/>
                    <a:pt x="232" y="361"/>
                  </a:cubicBezTo>
                  <a:lnTo>
                    <a:pt x="1184" y="361"/>
                  </a:lnTo>
                  <a:cubicBezTo>
                    <a:pt x="1415" y="361"/>
                    <a:pt x="1415" y="0"/>
                    <a:pt x="1184" y="0"/>
                  </a:cubicBezTo>
                  <a:close/>
                </a:path>
              </a:pathLst>
            </a:custGeom>
            <a:solidFill>
              <a:srgbClr val="F2F3F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9798" name="Google Shape;19798;p47"/>
          <p:cNvGrpSpPr/>
          <p:nvPr/>
        </p:nvGrpSpPr>
        <p:grpSpPr>
          <a:xfrm>
            <a:off x="4627886" y="3401089"/>
            <a:ext cx="409111" cy="267944"/>
            <a:chOff x="4627886" y="3401089"/>
            <a:chExt cx="409111" cy="267944"/>
          </a:xfrm>
        </p:grpSpPr>
        <p:sp>
          <p:nvSpPr>
            <p:cNvPr id="19799" name="Google Shape;19799;p47"/>
            <p:cNvSpPr/>
            <p:nvPr/>
          </p:nvSpPr>
          <p:spPr>
            <a:xfrm>
              <a:off x="4627886" y="3401089"/>
              <a:ext cx="409111" cy="267944"/>
            </a:xfrm>
            <a:custGeom>
              <a:rect b="b" l="l" r="r" t="t"/>
              <a:pathLst>
                <a:path extrusionOk="0" h="10221" w="15606">
                  <a:moveTo>
                    <a:pt x="549" y="0"/>
                  </a:moveTo>
                  <a:cubicBezTo>
                    <a:pt x="246" y="0"/>
                    <a:pt x="0" y="231"/>
                    <a:pt x="0" y="534"/>
                  </a:cubicBezTo>
                  <a:lnTo>
                    <a:pt x="0" y="9672"/>
                  </a:lnTo>
                  <a:cubicBezTo>
                    <a:pt x="0" y="9975"/>
                    <a:pt x="246" y="10221"/>
                    <a:pt x="549" y="10221"/>
                  </a:cubicBezTo>
                  <a:lnTo>
                    <a:pt x="15071" y="10221"/>
                  </a:lnTo>
                  <a:cubicBezTo>
                    <a:pt x="15360" y="10221"/>
                    <a:pt x="15605" y="9975"/>
                    <a:pt x="15605" y="9686"/>
                  </a:cubicBezTo>
                  <a:lnTo>
                    <a:pt x="15605" y="534"/>
                  </a:lnTo>
                  <a:cubicBezTo>
                    <a:pt x="15605" y="231"/>
                    <a:pt x="15374" y="0"/>
                    <a:pt x="15071" y="0"/>
                  </a:cubicBezTo>
                  <a:close/>
                </a:path>
              </a:pathLst>
            </a:custGeom>
            <a:solidFill>
              <a:srgbClr val="EFF1F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800" name="Google Shape;19800;p47"/>
            <p:cNvSpPr/>
            <p:nvPr/>
          </p:nvSpPr>
          <p:spPr>
            <a:xfrm>
              <a:off x="4670276" y="3422271"/>
              <a:ext cx="324332" cy="225580"/>
            </a:xfrm>
            <a:custGeom>
              <a:rect b="b" l="l" r="r" t="t"/>
              <a:pathLst>
                <a:path extrusionOk="0" h="8605" w="12372">
                  <a:moveTo>
                    <a:pt x="274" y="1"/>
                  </a:moveTo>
                  <a:cubicBezTo>
                    <a:pt x="130" y="1"/>
                    <a:pt x="0" y="116"/>
                    <a:pt x="0" y="261"/>
                  </a:cubicBezTo>
                  <a:lnTo>
                    <a:pt x="0" y="8330"/>
                  </a:lnTo>
                  <a:cubicBezTo>
                    <a:pt x="0" y="8489"/>
                    <a:pt x="130" y="8604"/>
                    <a:pt x="274" y="8604"/>
                  </a:cubicBezTo>
                  <a:lnTo>
                    <a:pt x="12111" y="8604"/>
                  </a:lnTo>
                  <a:cubicBezTo>
                    <a:pt x="12256" y="8604"/>
                    <a:pt x="12371" y="8489"/>
                    <a:pt x="12371" y="8330"/>
                  </a:cubicBezTo>
                  <a:lnTo>
                    <a:pt x="12371" y="261"/>
                  </a:lnTo>
                  <a:cubicBezTo>
                    <a:pt x="12371" y="116"/>
                    <a:pt x="12256" y="1"/>
                    <a:pt x="12111" y="1"/>
                  </a:cubicBezTo>
                  <a:close/>
                </a:path>
              </a:pathLst>
            </a:custGeom>
            <a:solidFill>
              <a:srgbClr val="95A6B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801" name="Google Shape;19801;p47"/>
            <p:cNvSpPr/>
            <p:nvPr/>
          </p:nvSpPr>
          <p:spPr>
            <a:xfrm>
              <a:off x="4642252" y="3520761"/>
              <a:ext cx="14025" cy="28312"/>
            </a:xfrm>
            <a:custGeom>
              <a:rect b="b" l="l" r="r" t="t"/>
              <a:pathLst>
                <a:path extrusionOk="0" h="1080" w="535">
                  <a:moveTo>
                    <a:pt x="268" y="0"/>
                  </a:moveTo>
                  <a:cubicBezTo>
                    <a:pt x="134" y="0"/>
                    <a:pt x="1" y="91"/>
                    <a:pt x="1" y="271"/>
                  </a:cubicBezTo>
                  <a:lnTo>
                    <a:pt x="1" y="805"/>
                  </a:lnTo>
                  <a:cubicBezTo>
                    <a:pt x="1" y="964"/>
                    <a:pt x="116" y="1080"/>
                    <a:pt x="261" y="1080"/>
                  </a:cubicBezTo>
                  <a:cubicBezTo>
                    <a:pt x="420" y="1080"/>
                    <a:pt x="535" y="964"/>
                    <a:pt x="535" y="805"/>
                  </a:cubicBezTo>
                  <a:lnTo>
                    <a:pt x="535" y="271"/>
                  </a:lnTo>
                  <a:cubicBezTo>
                    <a:pt x="535" y="91"/>
                    <a:pt x="401" y="0"/>
                    <a:pt x="268" y="0"/>
                  </a:cubicBezTo>
                  <a:close/>
                </a:path>
              </a:pathLst>
            </a:custGeom>
            <a:solidFill>
              <a:srgbClr val="BCC9D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802" name="Google Shape;19802;p47"/>
            <p:cNvSpPr/>
            <p:nvPr/>
          </p:nvSpPr>
          <p:spPr>
            <a:xfrm>
              <a:off x="5008947" y="3513578"/>
              <a:ext cx="14025" cy="42678"/>
            </a:xfrm>
            <a:custGeom>
              <a:rect b="b" l="l" r="r" t="t"/>
              <a:pathLst>
                <a:path extrusionOk="0" h="1628" w="535">
                  <a:moveTo>
                    <a:pt x="268" y="0"/>
                  </a:moveTo>
                  <a:cubicBezTo>
                    <a:pt x="134" y="0"/>
                    <a:pt x="1" y="90"/>
                    <a:pt x="1" y="271"/>
                  </a:cubicBezTo>
                  <a:lnTo>
                    <a:pt x="1" y="1354"/>
                  </a:lnTo>
                  <a:cubicBezTo>
                    <a:pt x="1" y="1498"/>
                    <a:pt x="116" y="1628"/>
                    <a:pt x="261" y="1628"/>
                  </a:cubicBezTo>
                  <a:cubicBezTo>
                    <a:pt x="419" y="1628"/>
                    <a:pt x="535" y="1498"/>
                    <a:pt x="535" y="1354"/>
                  </a:cubicBezTo>
                  <a:lnTo>
                    <a:pt x="535" y="271"/>
                  </a:lnTo>
                  <a:cubicBezTo>
                    <a:pt x="535" y="90"/>
                    <a:pt x="401" y="0"/>
                    <a:pt x="268" y="0"/>
                  </a:cubicBezTo>
                  <a:close/>
                </a:path>
              </a:pathLst>
            </a:custGeom>
            <a:solidFill>
              <a:srgbClr val="BCC9D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803" name="Google Shape;19803;p47"/>
            <p:cNvSpPr/>
            <p:nvPr/>
          </p:nvSpPr>
          <p:spPr>
            <a:xfrm>
              <a:off x="5006299" y="3421904"/>
              <a:ext cx="18953" cy="14392"/>
            </a:xfrm>
            <a:custGeom>
              <a:rect b="b" l="l" r="r" t="t"/>
              <a:pathLst>
                <a:path extrusionOk="0" h="549" w="723">
                  <a:moveTo>
                    <a:pt x="362" y="0"/>
                  </a:moveTo>
                  <a:cubicBezTo>
                    <a:pt x="1" y="0"/>
                    <a:pt x="1" y="549"/>
                    <a:pt x="362" y="549"/>
                  </a:cubicBezTo>
                  <a:cubicBezTo>
                    <a:pt x="723" y="549"/>
                    <a:pt x="723" y="0"/>
                    <a:pt x="362" y="0"/>
                  </a:cubicBezTo>
                  <a:close/>
                </a:path>
              </a:pathLst>
            </a:custGeom>
            <a:solidFill>
              <a:srgbClr val="72889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804" name="Google Shape;19804;p47"/>
            <p:cNvSpPr/>
            <p:nvPr/>
          </p:nvSpPr>
          <p:spPr>
            <a:xfrm>
              <a:off x="4642252" y="3485554"/>
              <a:ext cx="14025" cy="21129"/>
            </a:xfrm>
            <a:custGeom>
              <a:rect b="b" l="l" r="r" t="t"/>
              <a:pathLst>
                <a:path extrusionOk="0" h="806" w="535">
                  <a:moveTo>
                    <a:pt x="268" y="1"/>
                  </a:moveTo>
                  <a:cubicBezTo>
                    <a:pt x="134" y="1"/>
                    <a:pt x="1" y="91"/>
                    <a:pt x="1" y="272"/>
                  </a:cubicBezTo>
                  <a:lnTo>
                    <a:pt x="1" y="546"/>
                  </a:lnTo>
                  <a:cubicBezTo>
                    <a:pt x="1" y="690"/>
                    <a:pt x="116" y="806"/>
                    <a:pt x="261" y="806"/>
                  </a:cubicBezTo>
                  <a:cubicBezTo>
                    <a:pt x="420" y="806"/>
                    <a:pt x="535" y="690"/>
                    <a:pt x="535" y="546"/>
                  </a:cubicBezTo>
                  <a:lnTo>
                    <a:pt x="535" y="272"/>
                  </a:lnTo>
                  <a:cubicBezTo>
                    <a:pt x="535" y="91"/>
                    <a:pt x="401" y="1"/>
                    <a:pt x="268" y="1"/>
                  </a:cubicBezTo>
                  <a:close/>
                </a:path>
              </a:pathLst>
            </a:custGeom>
            <a:solidFill>
              <a:srgbClr val="E9EDF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805" name="Google Shape;19805;p47"/>
            <p:cNvSpPr/>
            <p:nvPr/>
          </p:nvSpPr>
          <p:spPr>
            <a:xfrm>
              <a:off x="4642252" y="3563150"/>
              <a:ext cx="14025" cy="21103"/>
            </a:xfrm>
            <a:custGeom>
              <a:rect b="b" l="l" r="r" t="t"/>
              <a:pathLst>
                <a:path extrusionOk="0" h="805" w="535">
                  <a:moveTo>
                    <a:pt x="268" y="0"/>
                  </a:moveTo>
                  <a:cubicBezTo>
                    <a:pt x="134" y="0"/>
                    <a:pt x="1" y="90"/>
                    <a:pt x="1" y="271"/>
                  </a:cubicBezTo>
                  <a:lnTo>
                    <a:pt x="1" y="545"/>
                  </a:lnTo>
                  <a:cubicBezTo>
                    <a:pt x="1" y="690"/>
                    <a:pt x="116" y="805"/>
                    <a:pt x="261" y="805"/>
                  </a:cubicBezTo>
                  <a:cubicBezTo>
                    <a:pt x="420" y="805"/>
                    <a:pt x="535" y="690"/>
                    <a:pt x="535" y="545"/>
                  </a:cubicBezTo>
                  <a:lnTo>
                    <a:pt x="535" y="271"/>
                  </a:lnTo>
                  <a:cubicBezTo>
                    <a:pt x="535" y="90"/>
                    <a:pt x="401" y="0"/>
                    <a:pt x="268" y="0"/>
                  </a:cubicBezTo>
                  <a:close/>
                </a:path>
              </a:pathLst>
            </a:custGeom>
            <a:solidFill>
              <a:srgbClr val="E9EDF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806" name="Google Shape;19806;p47"/>
            <p:cNvSpPr/>
            <p:nvPr/>
          </p:nvSpPr>
          <p:spPr>
            <a:xfrm>
              <a:off x="4761845" y="3457478"/>
              <a:ext cx="141561" cy="113170"/>
            </a:xfrm>
            <a:custGeom>
              <a:rect b="b" l="l" r="r" t="t"/>
              <a:pathLst>
                <a:path extrusionOk="0" h="4317" w="5400">
                  <a:moveTo>
                    <a:pt x="2160" y="1243"/>
                  </a:moveTo>
                  <a:cubicBezTo>
                    <a:pt x="2200" y="1243"/>
                    <a:pt x="2241" y="1252"/>
                    <a:pt x="2281" y="1270"/>
                  </a:cubicBezTo>
                  <a:lnTo>
                    <a:pt x="3566" y="1906"/>
                  </a:lnTo>
                  <a:cubicBezTo>
                    <a:pt x="3754" y="2007"/>
                    <a:pt x="3754" y="2295"/>
                    <a:pt x="3566" y="2396"/>
                  </a:cubicBezTo>
                  <a:lnTo>
                    <a:pt x="2281" y="3032"/>
                  </a:lnTo>
                  <a:cubicBezTo>
                    <a:pt x="2241" y="3050"/>
                    <a:pt x="2200" y="3059"/>
                    <a:pt x="2160" y="3059"/>
                  </a:cubicBezTo>
                  <a:cubicBezTo>
                    <a:pt x="2016" y="3059"/>
                    <a:pt x="1892" y="2945"/>
                    <a:pt x="1892" y="2786"/>
                  </a:cubicBezTo>
                  <a:lnTo>
                    <a:pt x="1892" y="1516"/>
                  </a:lnTo>
                  <a:cubicBezTo>
                    <a:pt x="1892" y="1357"/>
                    <a:pt x="2016" y="1243"/>
                    <a:pt x="2160" y="1243"/>
                  </a:cubicBezTo>
                  <a:close/>
                  <a:moveTo>
                    <a:pt x="1083" y="0"/>
                  </a:moveTo>
                  <a:cubicBezTo>
                    <a:pt x="491" y="0"/>
                    <a:pt x="0" y="477"/>
                    <a:pt x="0" y="1083"/>
                  </a:cubicBezTo>
                  <a:lnTo>
                    <a:pt x="0" y="3234"/>
                  </a:lnTo>
                  <a:cubicBezTo>
                    <a:pt x="0" y="3826"/>
                    <a:pt x="491" y="4316"/>
                    <a:pt x="1083" y="4316"/>
                  </a:cubicBezTo>
                  <a:lnTo>
                    <a:pt x="4317" y="4316"/>
                  </a:lnTo>
                  <a:cubicBezTo>
                    <a:pt x="4909" y="4316"/>
                    <a:pt x="5399" y="3826"/>
                    <a:pt x="5399" y="3234"/>
                  </a:cubicBezTo>
                  <a:lnTo>
                    <a:pt x="5399" y="1068"/>
                  </a:lnTo>
                  <a:cubicBezTo>
                    <a:pt x="5385" y="477"/>
                    <a:pt x="4909" y="0"/>
                    <a:pt x="4317" y="0"/>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807" name="Google Shape;19807;p47"/>
            <p:cNvSpPr/>
            <p:nvPr/>
          </p:nvSpPr>
          <p:spPr>
            <a:xfrm>
              <a:off x="4691457" y="3598619"/>
              <a:ext cx="281942" cy="14025"/>
            </a:xfrm>
            <a:custGeom>
              <a:rect b="b" l="l" r="r" t="t"/>
              <a:pathLst>
                <a:path extrusionOk="0" h="535" w="10755">
                  <a:moveTo>
                    <a:pt x="275" y="1"/>
                  </a:moveTo>
                  <a:cubicBezTo>
                    <a:pt x="116" y="1"/>
                    <a:pt x="0" y="116"/>
                    <a:pt x="0" y="260"/>
                  </a:cubicBezTo>
                  <a:cubicBezTo>
                    <a:pt x="0" y="405"/>
                    <a:pt x="116" y="535"/>
                    <a:pt x="275" y="535"/>
                  </a:cubicBezTo>
                  <a:lnTo>
                    <a:pt x="10495" y="535"/>
                  </a:lnTo>
                  <a:cubicBezTo>
                    <a:pt x="10639" y="535"/>
                    <a:pt x="10755" y="405"/>
                    <a:pt x="10755" y="260"/>
                  </a:cubicBezTo>
                  <a:cubicBezTo>
                    <a:pt x="10755" y="116"/>
                    <a:pt x="10639" y="1"/>
                    <a:pt x="10495" y="1"/>
                  </a:cubicBezTo>
                  <a:close/>
                </a:path>
              </a:pathLst>
            </a:custGeom>
            <a:solidFill>
              <a:srgbClr val="8094A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808" name="Google Shape;19808;p47"/>
            <p:cNvSpPr/>
            <p:nvPr/>
          </p:nvSpPr>
          <p:spPr>
            <a:xfrm>
              <a:off x="4691457" y="3598619"/>
              <a:ext cx="63598" cy="14025"/>
            </a:xfrm>
            <a:custGeom>
              <a:rect b="b" l="l" r="r" t="t"/>
              <a:pathLst>
                <a:path extrusionOk="0" h="535" w="2426">
                  <a:moveTo>
                    <a:pt x="275" y="1"/>
                  </a:moveTo>
                  <a:cubicBezTo>
                    <a:pt x="116" y="1"/>
                    <a:pt x="0" y="116"/>
                    <a:pt x="0" y="260"/>
                  </a:cubicBezTo>
                  <a:cubicBezTo>
                    <a:pt x="0" y="405"/>
                    <a:pt x="116" y="535"/>
                    <a:pt x="275" y="535"/>
                  </a:cubicBezTo>
                  <a:lnTo>
                    <a:pt x="2426" y="535"/>
                  </a:lnTo>
                  <a:lnTo>
                    <a:pt x="2426" y="1"/>
                  </a:lnTo>
                  <a:close/>
                </a:path>
              </a:pathLst>
            </a:custGeom>
            <a:solidFill>
              <a:srgbClr val="EFF1F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809" name="Google Shape;19809;p47"/>
            <p:cNvSpPr/>
            <p:nvPr/>
          </p:nvSpPr>
          <p:spPr>
            <a:xfrm>
              <a:off x="4741030" y="3591436"/>
              <a:ext cx="28024" cy="28024"/>
            </a:xfrm>
            <a:custGeom>
              <a:rect b="b" l="l" r="r" t="t"/>
              <a:pathLst>
                <a:path extrusionOk="0" h="1069" w="1069">
                  <a:moveTo>
                    <a:pt x="535" y="0"/>
                  </a:moveTo>
                  <a:cubicBezTo>
                    <a:pt x="232" y="0"/>
                    <a:pt x="1" y="246"/>
                    <a:pt x="1" y="534"/>
                  </a:cubicBezTo>
                  <a:cubicBezTo>
                    <a:pt x="1" y="838"/>
                    <a:pt x="232" y="1068"/>
                    <a:pt x="535" y="1068"/>
                  </a:cubicBezTo>
                  <a:cubicBezTo>
                    <a:pt x="823" y="1068"/>
                    <a:pt x="1069" y="838"/>
                    <a:pt x="1069" y="534"/>
                  </a:cubicBezTo>
                  <a:cubicBezTo>
                    <a:pt x="1069" y="246"/>
                    <a:pt x="823" y="0"/>
                    <a:pt x="535" y="0"/>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9810" name="Google Shape;19810;p47"/>
          <p:cNvGrpSpPr/>
          <p:nvPr/>
        </p:nvGrpSpPr>
        <p:grpSpPr>
          <a:xfrm>
            <a:off x="4652476" y="2898915"/>
            <a:ext cx="386015" cy="384495"/>
            <a:chOff x="4652476" y="2898915"/>
            <a:chExt cx="386015" cy="384495"/>
          </a:xfrm>
        </p:grpSpPr>
        <p:sp>
          <p:nvSpPr>
            <p:cNvPr id="19811" name="Google Shape;19811;p47"/>
            <p:cNvSpPr/>
            <p:nvPr/>
          </p:nvSpPr>
          <p:spPr>
            <a:xfrm>
              <a:off x="4842456" y="3088895"/>
              <a:ext cx="60190" cy="60190"/>
            </a:xfrm>
            <a:custGeom>
              <a:rect b="b" l="l" r="r" t="t"/>
              <a:pathLst>
                <a:path extrusionOk="0" h="2296" w="2296">
                  <a:moveTo>
                    <a:pt x="592" y="0"/>
                  </a:moveTo>
                  <a:lnTo>
                    <a:pt x="0" y="592"/>
                  </a:lnTo>
                  <a:lnTo>
                    <a:pt x="1704" y="2295"/>
                  </a:lnTo>
                  <a:lnTo>
                    <a:pt x="2295" y="1703"/>
                  </a:lnTo>
                  <a:lnTo>
                    <a:pt x="592" y="0"/>
                  </a:lnTo>
                  <a:close/>
                </a:path>
              </a:pathLst>
            </a:custGeom>
            <a:solidFill>
              <a:srgbClr val="6D819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812" name="Google Shape;19812;p47"/>
            <p:cNvSpPr/>
            <p:nvPr/>
          </p:nvSpPr>
          <p:spPr>
            <a:xfrm>
              <a:off x="4652476" y="2898915"/>
              <a:ext cx="247889" cy="247889"/>
            </a:xfrm>
            <a:custGeom>
              <a:rect b="b" l="l" r="r" t="t"/>
              <a:pathLst>
                <a:path extrusionOk="0" h="9456" w="9456">
                  <a:moveTo>
                    <a:pt x="4721" y="1"/>
                  </a:moveTo>
                  <a:cubicBezTo>
                    <a:pt x="2108" y="1"/>
                    <a:pt x="1" y="2108"/>
                    <a:pt x="1" y="4721"/>
                  </a:cubicBezTo>
                  <a:cubicBezTo>
                    <a:pt x="1" y="7334"/>
                    <a:pt x="2108" y="9456"/>
                    <a:pt x="4721" y="9456"/>
                  </a:cubicBezTo>
                  <a:cubicBezTo>
                    <a:pt x="7334" y="9456"/>
                    <a:pt x="9456" y="7334"/>
                    <a:pt x="9456" y="4721"/>
                  </a:cubicBezTo>
                  <a:cubicBezTo>
                    <a:pt x="9456" y="2108"/>
                    <a:pt x="7334" y="1"/>
                    <a:pt x="4721" y="1"/>
                  </a:cubicBezTo>
                  <a:close/>
                </a:path>
              </a:pathLst>
            </a:custGeom>
            <a:solidFill>
              <a:srgbClr val="5C728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813" name="Google Shape;19813;p47"/>
            <p:cNvSpPr/>
            <p:nvPr/>
          </p:nvSpPr>
          <p:spPr>
            <a:xfrm>
              <a:off x="4680866" y="2927306"/>
              <a:ext cx="191134" cy="191134"/>
            </a:xfrm>
            <a:custGeom>
              <a:rect b="b" l="l" r="r" t="t"/>
              <a:pathLst>
                <a:path extrusionOk="0" h="7291" w="7291">
                  <a:moveTo>
                    <a:pt x="3638" y="0"/>
                  </a:moveTo>
                  <a:cubicBezTo>
                    <a:pt x="1632" y="0"/>
                    <a:pt x="0" y="1631"/>
                    <a:pt x="0" y="3638"/>
                  </a:cubicBezTo>
                  <a:cubicBezTo>
                    <a:pt x="0" y="5659"/>
                    <a:pt x="1632" y="7290"/>
                    <a:pt x="3638" y="7290"/>
                  </a:cubicBezTo>
                  <a:cubicBezTo>
                    <a:pt x="5659" y="7290"/>
                    <a:pt x="7290" y="5659"/>
                    <a:pt x="7290" y="3638"/>
                  </a:cubicBezTo>
                  <a:cubicBezTo>
                    <a:pt x="7290" y="1631"/>
                    <a:pt x="5659" y="0"/>
                    <a:pt x="3638" y="0"/>
                  </a:cubicBezTo>
                  <a:close/>
                </a:path>
              </a:pathLst>
            </a:custGeom>
            <a:solidFill>
              <a:srgbClr val="F2F3F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814" name="Google Shape;19814;p47"/>
            <p:cNvSpPr/>
            <p:nvPr/>
          </p:nvSpPr>
          <p:spPr>
            <a:xfrm>
              <a:off x="4869693" y="3117653"/>
              <a:ext cx="168798" cy="165757"/>
            </a:xfrm>
            <a:custGeom>
              <a:rect b="b" l="l" r="r" t="t"/>
              <a:pathLst>
                <a:path extrusionOk="0" h="6323" w="6439">
                  <a:moveTo>
                    <a:pt x="1293" y="0"/>
                  </a:moveTo>
                  <a:cubicBezTo>
                    <a:pt x="1145" y="0"/>
                    <a:pt x="997" y="58"/>
                    <a:pt x="881" y="173"/>
                  </a:cubicBezTo>
                  <a:lnTo>
                    <a:pt x="232" y="823"/>
                  </a:lnTo>
                  <a:cubicBezTo>
                    <a:pt x="1" y="1054"/>
                    <a:pt x="1" y="1415"/>
                    <a:pt x="232" y="1646"/>
                  </a:cubicBezTo>
                  <a:lnTo>
                    <a:pt x="4735" y="6150"/>
                  </a:lnTo>
                  <a:cubicBezTo>
                    <a:pt x="4851" y="6265"/>
                    <a:pt x="4999" y="6323"/>
                    <a:pt x="5147" y="6323"/>
                  </a:cubicBezTo>
                  <a:cubicBezTo>
                    <a:pt x="5295" y="6323"/>
                    <a:pt x="5443" y="6265"/>
                    <a:pt x="5558" y="6150"/>
                  </a:cubicBezTo>
                  <a:lnTo>
                    <a:pt x="6208" y="5500"/>
                  </a:lnTo>
                  <a:cubicBezTo>
                    <a:pt x="6439" y="5269"/>
                    <a:pt x="6439" y="4908"/>
                    <a:pt x="6208" y="4677"/>
                  </a:cubicBezTo>
                  <a:lnTo>
                    <a:pt x="1704" y="173"/>
                  </a:lnTo>
                  <a:cubicBezTo>
                    <a:pt x="1588" y="58"/>
                    <a:pt x="1441" y="0"/>
                    <a:pt x="1293" y="0"/>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815" name="Google Shape;19815;p47"/>
            <p:cNvSpPr/>
            <p:nvPr/>
          </p:nvSpPr>
          <p:spPr>
            <a:xfrm>
              <a:off x="4881437" y="3118020"/>
              <a:ext cx="157054" cy="155560"/>
            </a:xfrm>
            <a:custGeom>
              <a:rect b="b" l="l" r="r" t="t"/>
              <a:pathLst>
                <a:path extrusionOk="0" h="5934" w="5991">
                  <a:moveTo>
                    <a:pt x="25" y="582"/>
                  </a:moveTo>
                  <a:cubicBezTo>
                    <a:pt x="17" y="590"/>
                    <a:pt x="8" y="598"/>
                    <a:pt x="0" y="607"/>
                  </a:cubicBezTo>
                  <a:lnTo>
                    <a:pt x="25" y="582"/>
                  </a:lnTo>
                  <a:close/>
                  <a:moveTo>
                    <a:pt x="845" y="1"/>
                  </a:moveTo>
                  <a:cubicBezTo>
                    <a:pt x="697" y="1"/>
                    <a:pt x="549" y="58"/>
                    <a:pt x="433" y="174"/>
                  </a:cubicBezTo>
                  <a:lnTo>
                    <a:pt x="25" y="582"/>
                  </a:lnTo>
                  <a:lnTo>
                    <a:pt x="25" y="582"/>
                  </a:lnTo>
                  <a:cubicBezTo>
                    <a:pt x="131" y="483"/>
                    <a:pt x="267" y="434"/>
                    <a:pt x="404" y="434"/>
                  </a:cubicBezTo>
                  <a:cubicBezTo>
                    <a:pt x="552" y="434"/>
                    <a:pt x="700" y="491"/>
                    <a:pt x="808" y="607"/>
                  </a:cubicBezTo>
                  <a:lnTo>
                    <a:pt x="5327" y="5111"/>
                  </a:lnTo>
                  <a:cubicBezTo>
                    <a:pt x="5543" y="5342"/>
                    <a:pt x="5543" y="5703"/>
                    <a:pt x="5327" y="5934"/>
                  </a:cubicBezTo>
                  <a:lnTo>
                    <a:pt x="5760" y="5501"/>
                  </a:lnTo>
                  <a:cubicBezTo>
                    <a:pt x="5991" y="5270"/>
                    <a:pt x="5991" y="4909"/>
                    <a:pt x="5760" y="4678"/>
                  </a:cubicBezTo>
                  <a:lnTo>
                    <a:pt x="1256" y="174"/>
                  </a:lnTo>
                  <a:cubicBezTo>
                    <a:pt x="1140" y="58"/>
                    <a:pt x="993" y="1"/>
                    <a:pt x="845" y="1"/>
                  </a:cubicBezTo>
                  <a:close/>
                </a:path>
              </a:pathLst>
            </a:custGeom>
            <a:solidFill>
              <a:srgbClr val="6D819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816" name="Google Shape;19816;p47"/>
            <p:cNvSpPr/>
            <p:nvPr/>
          </p:nvSpPr>
          <p:spPr>
            <a:xfrm>
              <a:off x="4952952" y="3199391"/>
              <a:ext cx="54134" cy="54134"/>
            </a:xfrm>
            <a:custGeom>
              <a:rect b="b" l="l" r="r" t="t"/>
              <a:pathLst>
                <a:path extrusionOk="0" h="2065" w="2065">
                  <a:moveTo>
                    <a:pt x="1458" y="0"/>
                  </a:moveTo>
                  <a:lnTo>
                    <a:pt x="0" y="1473"/>
                  </a:lnTo>
                  <a:lnTo>
                    <a:pt x="592" y="2064"/>
                  </a:lnTo>
                  <a:lnTo>
                    <a:pt x="2065" y="607"/>
                  </a:lnTo>
                  <a:lnTo>
                    <a:pt x="1458" y="0"/>
                  </a:ln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817" name="Google Shape;19817;p47"/>
            <p:cNvSpPr/>
            <p:nvPr/>
          </p:nvSpPr>
          <p:spPr>
            <a:xfrm>
              <a:off x="4931377" y="3179232"/>
              <a:ext cx="55209" cy="50464"/>
            </a:xfrm>
            <a:custGeom>
              <a:rect b="b" l="l" r="r" t="t"/>
              <a:pathLst>
                <a:path extrusionOk="0" h="1925" w="2106">
                  <a:moveTo>
                    <a:pt x="1771" y="0"/>
                  </a:moveTo>
                  <a:cubicBezTo>
                    <a:pt x="1713" y="0"/>
                    <a:pt x="1653" y="26"/>
                    <a:pt x="1603" y="91"/>
                  </a:cubicBezTo>
                  <a:lnTo>
                    <a:pt x="130" y="1549"/>
                  </a:lnTo>
                  <a:cubicBezTo>
                    <a:pt x="1" y="1693"/>
                    <a:pt x="102" y="1924"/>
                    <a:pt x="289" y="1924"/>
                  </a:cubicBezTo>
                  <a:cubicBezTo>
                    <a:pt x="347" y="1924"/>
                    <a:pt x="405" y="1910"/>
                    <a:pt x="448" y="1866"/>
                  </a:cubicBezTo>
                  <a:lnTo>
                    <a:pt x="1920" y="394"/>
                  </a:lnTo>
                  <a:cubicBezTo>
                    <a:pt x="2105" y="242"/>
                    <a:pt x="1947" y="0"/>
                    <a:pt x="1771" y="0"/>
                  </a:cubicBez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818" name="Google Shape;19818;p47"/>
            <p:cNvSpPr/>
            <p:nvPr/>
          </p:nvSpPr>
          <p:spPr>
            <a:xfrm>
              <a:off x="4736101" y="2955670"/>
              <a:ext cx="87453" cy="95396"/>
            </a:xfrm>
            <a:custGeom>
              <a:rect b="b" l="l" r="r" t="t"/>
              <a:pathLst>
                <a:path extrusionOk="0" h="3639" w="3336">
                  <a:moveTo>
                    <a:pt x="1529" y="1"/>
                  </a:moveTo>
                  <a:cubicBezTo>
                    <a:pt x="1161" y="1"/>
                    <a:pt x="789" y="133"/>
                    <a:pt x="492" y="405"/>
                  </a:cubicBezTo>
                  <a:cubicBezTo>
                    <a:pt x="174" y="694"/>
                    <a:pt x="1" y="1098"/>
                    <a:pt x="1" y="1517"/>
                  </a:cubicBezTo>
                  <a:cubicBezTo>
                    <a:pt x="1" y="1863"/>
                    <a:pt x="257" y="2036"/>
                    <a:pt x="513" y="2036"/>
                  </a:cubicBezTo>
                  <a:cubicBezTo>
                    <a:pt x="770" y="2036"/>
                    <a:pt x="1026" y="1863"/>
                    <a:pt x="1026" y="1517"/>
                  </a:cubicBezTo>
                  <a:cubicBezTo>
                    <a:pt x="1026" y="1236"/>
                    <a:pt x="1270" y="1011"/>
                    <a:pt x="1549" y="1011"/>
                  </a:cubicBezTo>
                  <a:cubicBezTo>
                    <a:pt x="1557" y="1011"/>
                    <a:pt x="1566" y="1011"/>
                    <a:pt x="1574" y="1011"/>
                  </a:cubicBezTo>
                  <a:cubicBezTo>
                    <a:pt x="1820" y="1040"/>
                    <a:pt x="2022" y="1242"/>
                    <a:pt x="2051" y="1488"/>
                  </a:cubicBezTo>
                  <a:cubicBezTo>
                    <a:pt x="2051" y="1704"/>
                    <a:pt x="1935" y="1892"/>
                    <a:pt x="1748" y="1979"/>
                  </a:cubicBezTo>
                  <a:cubicBezTo>
                    <a:pt x="1300" y="2181"/>
                    <a:pt x="1011" y="2628"/>
                    <a:pt x="1026" y="3119"/>
                  </a:cubicBezTo>
                  <a:cubicBezTo>
                    <a:pt x="1026" y="3408"/>
                    <a:pt x="1257" y="3639"/>
                    <a:pt x="1531" y="3639"/>
                  </a:cubicBezTo>
                  <a:cubicBezTo>
                    <a:pt x="1820" y="3639"/>
                    <a:pt x="2051" y="3422"/>
                    <a:pt x="2051" y="3133"/>
                  </a:cubicBezTo>
                  <a:cubicBezTo>
                    <a:pt x="2051" y="3047"/>
                    <a:pt x="2108" y="2960"/>
                    <a:pt x="2181" y="2931"/>
                  </a:cubicBezTo>
                  <a:cubicBezTo>
                    <a:pt x="3032" y="2527"/>
                    <a:pt x="3335" y="1459"/>
                    <a:pt x="2801" y="679"/>
                  </a:cubicBezTo>
                  <a:cubicBezTo>
                    <a:pt x="2505" y="234"/>
                    <a:pt x="2020" y="1"/>
                    <a:pt x="1529" y="1"/>
                  </a:cubicBezTo>
                  <a:close/>
                </a:path>
              </a:pathLst>
            </a:custGeom>
            <a:solidFill>
              <a:srgbClr val="D3DCE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819" name="Google Shape;19819;p47"/>
            <p:cNvSpPr/>
            <p:nvPr/>
          </p:nvSpPr>
          <p:spPr>
            <a:xfrm>
              <a:off x="4762972" y="3064279"/>
              <a:ext cx="26897" cy="28050"/>
            </a:xfrm>
            <a:custGeom>
              <a:rect b="b" l="l" r="r" t="t"/>
              <a:pathLst>
                <a:path extrusionOk="0" h="1070" w="1026">
                  <a:moveTo>
                    <a:pt x="513" y="1"/>
                  </a:moveTo>
                  <a:cubicBezTo>
                    <a:pt x="257" y="1"/>
                    <a:pt x="1" y="174"/>
                    <a:pt x="1" y="520"/>
                  </a:cubicBezTo>
                  <a:lnTo>
                    <a:pt x="1" y="549"/>
                  </a:lnTo>
                  <a:cubicBezTo>
                    <a:pt x="1" y="838"/>
                    <a:pt x="232" y="1069"/>
                    <a:pt x="506" y="1069"/>
                  </a:cubicBezTo>
                  <a:cubicBezTo>
                    <a:pt x="795" y="1069"/>
                    <a:pt x="1026" y="838"/>
                    <a:pt x="1026" y="549"/>
                  </a:cubicBezTo>
                  <a:lnTo>
                    <a:pt x="1026" y="520"/>
                  </a:lnTo>
                  <a:cubicBezTo>
                    <a:pt x="1026" y="174"/>
                    <a:pt x="769" y="1"/>
                    <a:pt x="513" y="1"/>
                  </a:cubicBezTo>
                  <a:close/>
                </a:path>
              </a:pathLst>
            </a:custGeom>
            <a:solidFill>
              <a:srgbClr val="D3DCE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9820" name="Google Shape;19820;p47"/>
          <p:cNvGrpSpPr/>
          <p:nvPr/>
        </p:nvGrpSpPr>
        <p:grpSpPr>
          <a:xfrm>
            <a:off x="5156931" y="2922194"/>
            <a:ext cx="324699" cy="347611"/>
            <a:chOff x="5156931" y="2922194"/>
            <a:chExt cx="324699" cy="347611"/>
          </a:xfrm>
        </p:grpSpPr>
        <p:sp>
          <p:nvSpPr>
            <p:cNvPr id="19821" name="Google Shape;19821;p47"/>
            <p:cNvSpPr/>
            <p:nvPr/>
          </p:nvSpPr>
          <p:spPr>
            <a:xfrm>
              <a:off x="5160706" y="3072982"/>
              <a:ext cx="317149" cy="43543"/>
            </a:xfrm>
            <a:custGeom>
              <a:rect b="b" l="l" r="r" t="t"/>
              <a:pathLst>
                <a:path extrusionOk="0" h="1661" w="12098">
                  <a:moveTo>
                    <a:pt x="15" y="1"/>
                  </a:moveTo>
                  <a:lnTo>
                    <a:pt x="0" y="1661"/>
                  </a:lnTo>
                  <a:lnTo>
                    <a:pt x="12097" y="1661"/>
                  </a:lnTo>
                  <a:lnTo>
                    <a:pt x="12083" y="1"/>
                  </a:lnTo>
                  <a:close/>
                </a:path>
              </a:pathLst>
            </a:custGeom>
            <a:solidFill>
              <a:srgbClr val="667E9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822" name="Google Shape;19822;p47"/>
            <p:cNvSpPr/>
            <p:nvPr/>
          </p:nvSpPr>
          <p:spPr>
            <a:xfrm>
              <a:off x="5258330" y="2922194"/>
              <a:ext cx="128689" cy="62261"/>
            </a:xfrm>
            <a:custGeom>
              <a:rect b="b" l="l" r="r" t="t"/>
              <a:pathLst>
                <a:path extrusionOk="0" h="2375" w="4909">
                  <a:moveTo>
                    <a:pt x="2453" y="0"/>
                  </a:moveTo>
                  <a:cubicBezTo>
                    <a:pt x="2397" y="0"/>
                    <a:pt x="2339" y="22"/>
                    <a:pt x="2296" y="65"/>
                  </a:cubicBezTo>
                  <a:lnTo>
                    <a:pt x="997" y="1364"/>
                  </a:lnTo>
                  <a:lnTo>
                    <a:pt x="1" y="2375"/>
                  </a:lnTo>
                  <a:lnTo>
                    <a:pt x="4909" y="2375"/>
                  </a:lnTo>
                  <a:lnTo>
                    <a:pt x="2599" y="65"/>
                  </a:lnTo>
                  <a:cubicBezTo>
                    <a:pt x="2563" y="22"/>
                    <a:pt x="2509" y="0"/>
                    <a:pt x="2453" y="0"/>
                  </a:cubicBezTo>
                  <a:close/>
                </a:path>
              </a:pathLst>
            </a:custGeom>
            <a:solidFill>
              <a:srgbClr val="F2F3F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823" name="Google Shape;19823;p47"/>
            <p:cNvSpPr/>
            <p:nvPr/>
          </p:nvSpPr>
          <p:spPr>
            <a:xfrm>
              <a:off x="5258330" y="2957951"/>
              <a:ext cx="128689" cy="26503"/>
            </a:xfrm>
            <a:custGeom>
              <a:rect b="b" l="l" r="r" t="t"/>
              <a:pathLst>
                <a:path extrusionOk="0" h="1011" w="4909">
                  <a:moveTo>
                    <a:pt x="997" y="0"/>
                  </a:moveTo>
                  <a:lnTo>
                    <a:pt x="1" y="1011"/>
                  </a:lnTo>
                  <a:lnTo>
                    <a:pt x="4909" y="1011"/>
                  </a:lnTo>
                  <a:lnTo>
                    <a:pt x="3913" y="0"/>
                  </a:lnTo>
                  <a:close/>
                </a:path>
              </a:pathLst>
            </a:custGeom>
            <a:solidFill>
              <a:srgbClr val="94A5B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824" name="Google Shape;19824;p47"/>
            <p:cNvSpPr/>
            <p:nvPr/>
          </p:nvSpPr>
          <p:spPr>
            <a:xfrm>
              <a:off x="5180000" y="2975358"/>
              <a:ext cx="278561" cy="260761"/>
            </a:xfrm>
            <a:custGeom>
              <a:rect b="b" l="l" r="r" t="t"/>
              <a:pathLst>
                <a:path extrusionOk="0" h="9947" w="10626">
                  <a:moveTo>
                    <a:pt x="217" y="0"/>
                  </a:moveTo>
                  <a:cubicBezTo>
                    <a:pt x="102" y="0"/>
                    <a:pt x="1" y="102"/>
                    <a:pt x="1" y="217"/>
                  </a:cubicBezTo>
                  <a:lnTo>
                    <a:pt x="1" y="9946"/>
                  </a:lnTo>
                  <a:lnTo>
                    <a:pt x="10625" y="9946"/>
                  </a:lnTo>
                  <a:lnTo>
                    <a:pt x="10625" y="217"/>
                  </a:lnTo>
                  <a:cubicBezTo>
                    <a:pt x="10625" y="102"/>
                    <a:pt x="10524" y="0"/>
                    <a:pt x="10409" y="0"/>
                  </a:cubicBezTo>
                  <a:close/>
                </a:path>
              </a:pathLst>
            </a:custGeom>
            <a:solidFill>
              <a:srgbClr val="F8F9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825" name="Google Shape;19825;p47"/>
            <p:cNvSpPr/>
            <p:nvPr/>
          </p:nvSpPr>
          <p:spPr>
            <a:xfrm>
              <a:off x="5438847" y="2975358"/>
              <a:ext cx="19714" cy="260761"/>
            </a:xfrm>
            <a:custGeom>
              <a:rect b="b" l="l" r="r" t="t"/>
              <a:pathLst>
                <a:path extrusionOk="0" h="9947" w="752">
                  <a:moveTo>
                    <a:pt x="1" y="0"/>
                  </a:moveTo>
                  <a:lnTo>
                    <a:pt x="1" y="9946"/>
                  </a:lnTo>
                  <a:lnTo>
                    <a:pt x="751" y="9946"/>
                  </a:lnTo>
                  <a:lnTo>
                    <a:pt x="751" y="217"/>
                  </a:lnTo>
                  <a:cubicBezTo>
                    <a:pt x="751" y="102"/>
                    <a:pt x="650" y="0"/>
                    <a:pt x="535" y="0"/>
                  </a:cubicBezTo>
                  <a:close/>
                </a:path>
              </a:pathLst>
            </a:custGeom>
            <a:solidFill>
              <a:srgbClr val="F2F3F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826" name="Google Shape;19826;p47"/>
            <p:cNvSpPr/>
            <p:nvPr/>
          </p:nvSpPr>
          <p:spPr>
            <a:xfrm>
              <a:off x="5180000" y="3062785"/>
              <a:ext cx="278561" cy="172967"/>
            </a:xfrm>
            <a:custGeom>
              <a:rect b="b" l="l" r="r" t="t"/>
              <a:pathLst>
                <a:path extrusionOk="0" h="6598" w="10626">
                  <a:moveTo>
                    <a:pt x="1" y="0"/>
                  </a:moveTo>
                  <a:lnTo>
                    <a:pt x="1" y="6597"/>
                  </a:lnTo>
                  <a:lnTo>
                    <a:pt x="10625" y="6597"/>
                  </a:lnTo>
                  <a:lnTo>
                    <a:pt x="10625" y="0"/>
                  </a:lnTo>
                  <a:lnTo>
                    <a:pt x="5313" y="3797"/>
                  </a:lnTo>
                  <a:lnTo>
                    <a:pt x="1" y="0"/>
                  </a:lnTo>
                  <a:close/>
                </a:path>
              </a:pathLst>
            </a:custGeom>
            <a:solidFill>
              <a:srgbClr val="F2F3F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827" name="Google Shape;19827;p47"/>
            <p:cNvSpPr/>
            <p:nvPr/>
          </p:nvSpPr>
          <p:spPr>
            <a:xfrm>
              <a:off x="5221262" y="3114192"/>
              <a:ext cx="196953" cy="10329"/>
            </a:xfrm>
            <a:custGeom>
              <a:rect b="b" l="l" r="r" t="t"/>
              <a:pathLst>
                <a:path extrusionOk="0" h="394" w="7513">
                  <a:moveTo>
                    <a:pt x="7259" y="1"/>
                  </a:moveTo>
                  <a:cubicBezTo>
                    <a:pt x="7250" y="1"/>
                    <a:pt x="7241" y="1"/>
                    <a:pt x="7232" y="2"/>
                  </a:cubicBezTo>
                  <a:lnTo>
                    <a:pt x="246" y="2"/>
                  </a:lnTo>
                  <a:cubicBezTo>
                    <a:pt x="0" y="17"/>
                    <a:pt x="0" y="378"/>
                    <a:pt x="246" y="392"/>
                  </a:cubicBezTo>
                  <a:lnTo>
                    <a:pt x="7232" y="392"/>
                  </a:lnTo>
                  <a:cubicBezTo>
                    <a:pt x="7241" y="393"/>
                    <a:pt x="7250" y="393"/>
                    <a:pt x="7259" y="393"/>
                  </a:cubicBezTo>
                  <a:cubicBezTo>
                    <a:pt x="7512" y="393"/>
                    <a:pt x="7512" y="1"/>
                    <a:pt x="7259" y="1"/>
                  </a:cubicBezTo>
                  <a:close/>
                </a:path>
              </a:pathLst>
            </a:custGeom>
            <a:solidFill>
              <a:srgbClr val="5C728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828" name="Google Shape;19828;p47"/>
            <p:cNvSpPr/>
            <p:nvPr/>
          </p:nvSpPr>
          <p:spPr>
            <a:xfrm>
              <a:off x="5254031" y="3136528"/>
              <a:ext cx="129581" cy="10696"/>
            </a:xfrm>
            <a:custGeom>
              <a:rect b="b" l="l" r="r" t="t"/>
              <a:pathLst>
                <a:path extrusionOk="0" h="408" w="4943">
                  <a:moveTo>
                    <a:pt x="255" y="1"/>
                  </a:moveTo>
                  <a:cubicBezTo>
                    <a:pt x="0" y="1"/>
                    <a:pt x="0" y="407"/>
                    <a:pt x="255" y="407"/>
                  </a:cubicBezTo>
                  <a:cubicBezTo>
                    <a:pt x="263" y="407"/>
                    <a:pt x="272" y="407"/>
                    <a:pt x="280" y="406"/>
                  </a:cubicBezTo>
                  <a:lnTo>
                    <a:pt x="4698" y="406"/>
                  </a:lnTo>
                  <a:cubicBezTo>
                    <a:pt x="4943" y="377"/>
                    <a:pt x="4943" y="31"/>
                    <a:pt x="4698" y="2"/>
                  </a:cubicBezTo>
                  <a:lnTo>
                    <a:pt x="280" y="2"/>
                  </a:lnTo>
                  <a:cubicBezTo>
                    <a:pt x="272" y="1"/>
                    <a:pt x="263" y="1"/>
                    <a:pt x="255" y="1"/>
                  </a:cubicBezTo>
                  <a:close/>
                </a:path>
              </a:pathLst>
            </a:custGeom>
            <a:solidFill>
              <a:srgbClr val="5C728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829" name="Google Shape;19829;p47"/>
            <p:cNvSpPr/>
            <p:nvPr/>
          </p:nvSpPr>
          <p:spPr>
            <a:xfrm>
              <a:off x="5284074" y="3159282"/>
              <a:ext cx="68893" cy="10617"/>
            </a:xfrm>
            <a:custGeom>
              <a:rect b="b" l="l" r="r" t="t"/>
              <a:pathLst>
                <a:path extrusionOk="0" h="405" w="2628">
                  <a:moveTo>
                    <a:pt x="246" y="0"/>
                  </a:moveTo>
                  <a:cubicBezTo>
                    <a:pt x="0" y="15"/>
                    <a:pt x="0" y="375"/>
                    <a:pt x="246" y="404"/>
                  </a:cubicBezTo>
                  <a:lnTo>
                    <a:pt x="2382" y="404"/>
                  </a:lnTo>
                  <a:cubicBezTo>
                    <a:pt x="2628" y="375"/>
                    <a:pt x="2628" y="15"/>
                    <a:pt x="2382" y="0"/>
                  </a:cubicBezTo>
                  <a:close/>
                </a:path>
              </a:pathLst>
            </a:custGeom>
            <a:solidFill>
              <a:srgbClr val="5C728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830" name="Google Shape;19830;p47"/>
            <p:cNvSpPr/>
            <p:nvPr/>
          </p:nvSpPr>
          <p:spPr>
            <a:xfrm>
              <a:off x="5156931" y="3073009"/>
              <a:ext cx="324699" cy="196796"/>
            </a:xfrm>
            <a:custGeom>
              <a:rect b="b" l="l" r="r" t="t"/>
              <a:pathLst>
                <a:path extrusionOk="0" h="7507" w="12386">
                  <a:moveTo>
                    <a:pt x="176" y="0"/>
                  </a:moveTo>
                  <a:cubicBezTo>
                    <a:pt x="85" y="0"/>
                    <a:pt x="0" y="67"/>
                    <a:pt x="0" y="173"/>
                  </a:cubicBezTo>
                  <a:lnTo>
                    <a:pt x="0" y="7304"/>
                  </a:lnTo>
                  <a:cubicBezTo>
                    <a:pt x="0" y="7420"/>
                    <a:pt x="101" y="7506"/>
                    <a:pt x="217" y="7506"/>
                  </a:cubicBezTo>
                  <a:lnTo>
                    <a:pt x="12169" y="7506"/>
                  </a:lnTo>
                  <a:cubicBezTo>
                    <a:pt x="12285" y="7506"/>
                    <a:pt x="12386" y="7420"/>
                    <a:pt x="12386" y="7304"/>
                  </a:cubicBezTo>
                  <a:lnTo>
                    <a:pt x="12386" y="173"/>
                  </a:lnTo>
                  <a:cubicBezTo>
                    <a:pt x="12375" y="76"/>
                    <a:pt x="12291" y="3"/>
                    <a:pt x="12201" y="3"/>
                  </a:cubicBezTo>
                  <a:cubicBezTo>
                    <a:pt x="12171" y="3"/>
                    <a:pt x="12140" y="11"/>
                    <a:pt x="12111" y="29"/>
                  </a:cubicBezTo>
                  <a:lnTo>
                    <a:pt x="11722" y="303"/>
                  </a:lnTo>
                  <a:lnTo>
                    <a:pt x="6294" y="4201"/>
                  </a:lnTo>
                  <a:cubicBezTo>
                    <a:pt x="6265" y="4222"/>
                    <a:pt x="6229" y="4233"/>
                    <a:pt x="6193" y="4233"/>
                  </a:cubicBezTo>
                  <a:cubicBezTo>
                    <a:pt x="6157" y="4233"/>
                    <a:pt x="6121" y="4222"/>
                    <a:pt x="6092" y="4201"/>
                  </a:cubicBezTo>
                  <a:lnTo>
                    <a:pt x="274" y="29"/>
                  </a:lnTo>
                  <a:cubicBezTo>
                    <a:pt x="243" y="9"/>
                    <a:pt x="209" y="0"/>
                    <a:pt x="176" y="0"/>
                  </a:cubicBezTo>
                  <a:close/>
                </a:path>
              </a:pathLst>
            </a:custGeom>
            <a:solidFill>
              <a:srgbClr val="94A5B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831" name="Google Shape;19831;p47"/>
            <p:cNvSpPr/>
            <p:nvPr/>
          </p:nvSpPr>
          <p:spPr>
            <a:xfrm>
              <a:off x="5464197" y="3072694"/>
              <a:ext cx="17433" cy="197111"/>
            </a:xfrm>
            <a:custGeom>
              <a:rect b="b" l="l" r="r" t="t"/>
              <a:pathLst>
                <a:path extrusionOk="0" h="7519" w="665">
                  <a:moveTo>
                    <a:pt x="481" y="0"/>
                  </a:moveTo>
                  <a:cubicBezTo>
                    <a:pt x="450" y="0"/>
                    <a:pt x="419" y="8"/>
                    <a:pt x="390" y="26"/>
                  </a:cubicBezTo>
                  <a:lnTo>
                    <a:pt x="1" y="301"/>
                  </a:lnTo>
                  <a:lnTo>
                    <a:pt x="1" y="7518"/>
                  </a:lnTo>
                  <a:lnTo>
                    <a:pt x="448" y="7518"/>
                  </a:lnTo>
                  <a:cubicBezTo>
                    <a:pt x="564" y="7518"/>
                    <a:pt x="665" y="7432"/>
                    <a:pt x="665" y="7316"/>
                  </a:cubicBezTo>
                  <a:lnTo>
                    <a:pt x="665" y="185"/>
                  </a:lnTo>
                  <a:cubicBezTo>
                    <a:pt x="665" y="76"/>
                    <a:pt x="575" y="0"/>
                    <a:pt x="481" y="0"/>
                  </a:cubicBezTo>
                  <a:close/>
                </a:path>
              </a:pathLst>
            </a:custGeom>
            <a:solidFill>
              <a:srgbClr val="667E9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832" name="Google Shape;19832;p47"/>
            <p:cNvSpPr/>
            <p:nvPr/>
          </p:nvSpPr>
          <p:spPr>
            <a:xfrm>
              <a:off x="5217461" y="3013579"/>
              <a:ext cx="32585" cy="32952"/>
            </a:xfrm>
            <a:custGeom>
              <a:rect b="b" l="l" r="r" t="t"/>
              <a:pathLst>
                <a:path extrusionOk="0" h="1257" w="1243">
                  <a:moveTo>
                    <a:pt x="188" y="0"/>
                  </a:moveTo>
                  <a:cubicBezTo>
                    <a:pt x="87" y="0"/>
                    <a:pt x="1" y="87"/>
                    <a:pt x="1" y="203"/>
                  </a:cubicBezTo>
                  <a:lnTo>
                    <a:pt x="1" y="1054"/>
                  </a:lnTo>
                  <a:cubicBezTo>
                    <a:pt x="1" y="1155"/>
                    <a:pt x="87" y="1256"/>
                    <a:pt x="188" y="1256"/>
                  </a:cubicBezTo>
                  <a:lnTo>
                    <a:pt x="1040" y="1256"/>
                  </a:lnTo>
                  <a:cubicBezTo>
                    <a:pt x="1156" y="1256"/>
                    <a:pt x="1242" y="1155"/>
                    <a:pt x="1242" y="1054"/>
                  </a:cubicBezTo>
                  <a:lnTo>
                    <a:pt x="1242" y="203"/>
                  </a:lnTo>
                  <a:cubicBezTo>
                    <a:pt x="1242" y="87"/>
                    <a:pt x="1156" y="0"/>
                    <a:pt x="1040" y="0"/>
                  </a:cubicBezTo>
                  <a:close/>
                </a:path>
              </a:pathLst>
            </a:custGeom>
            <a:solidFill>
              <a:srgbClr val="96ABB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833" name="Google Shape;19833;p47"/>
            <p:cNvSpPr/>
            <p:nvPr/>
          </p:nvSpPr>
          <p:spPr>
            <a:xfrm>
              <a:off x="5271595" y="3008258"/>
              <a:ext cx="36491" cy="10670"/>
            </a:xfrm>
            <a:custGeom>
              <a:rect b="b" l="l" r="r" t="t"/>
              <a:pathLst>
                <a:path extrusionOk="0" h="407" w="1392">
                  <a:moveTo>
                    <a:pt x="1137" y="0"/>
                  </a:moveTo>
                  <a:cubicBezTo>
                    <a:pt x="1129" y="0"/>
                    <a:pt x="1120" y="0"/>
                    <a:pt x="1112" y="1"/>
                  </a:cubicBezTo>
                  <a:lnTo>
                    <a:pt x="245" y="1"/>
                  </a:lnTo>
                  <a:cubicBezTo>
                    <a:pt x="0" y="30"/>
                    <a:pt x="0" y="391"/>
                    <a:pt x="245" y="406"/>
                  </a:cubicBezTo>
                  <a:lnTo>
                    <a:pt x="1112" y="406"/>
                  </a:lnTo>
                  <a:cubicBezTo>
                    <a:pt x="1120" y="406"/>
                    <a:pt x="1129" y="407"/>
                    <a:pt x="1137" y="407"/>
                  </a:cubicBezTo>
                  <a:cubicBezTo>
                    <a:pt x="1392" y="407"/>
                    <a:pt x="1392" y="0"/>
                    <a:pt x="1137" y="0"/>
                  </a:cubicBezTo>
                  <a:close/>
                </a:path>
              </a:pathLst>
            </a:custGeom>
            <a:solidFill>
              <a:srgbClr val="5C728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834" name="Google Shape;19834;p47"/>
            <p:cNvSpPr/>
            <p:nvPr/>
          </p:nvSpPr>
          <p:spPr>
            <a:xfrm>
              <a:off x="5270206" y="3036255"/>
              <a:ext cx="113406" cy="10670"/>
            </a:xfrm>
            <a:custGeom>
              <a:rect b="b" l="l" r="r" t="t"/>
              <a:pathLst>
                <a:path extrusionOk="0" h="407" w="4326">
                  <a:moveTo>
                    <a:pt x="271" y="0"/>
                  </a:moveTo>
                  <a:cubicBezTo>
                    <a:pt x="0" y="0"/>
                    <a:pt x="5" y="406"/>
                    <a:pt x="284" y="406"/>
                  </a:cubicBezTo>
                  <a:cubicBezTo>
                    <a:pt x="289" y="406"/>
                    <a:pt x="294" y="406"/>
                    <a:pt x="298" y="406"/>
                  </a:cubicBezTo>
                  <a:lnTo>
                    <a:pt x="4081" y="406"/>
                  </a:lnTo>
                  <a:cubicBezTo>
                    <a:pt x="4326" y="377"/>
                    <a:pt x="4326" y="16"/>
                    <a:pt x="4081" y="2"/>
                  </a:cubicBezTo>
                  <a:lnTo>
                    <a:pt x="298" y="2"/>
                  </a:lnTo>
                  <a:cubicBezTo>
                    <a:pt x="289" y="1"/>
                    <a:pt x="280" y="0"/>
                    <a:pt x="271" y="0"/>
                  </a:cubicBezTo>
                  <a:close/>
                </a:path>
              </a:pathLst>
            </a:custGeom>
            <a:solidFill>
              <a:srgbClr val="5C728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835" name="Google Shape;19835;p47"/>
            <p:cNvSpPr/>
            <p:nvPr/>
          </p:nvSpPr>
          <p:spPr>
            <a:xfrm>
              <a:off x="5223517" y="3080532"/>
              <a:ext cx="69915" cy="10670"/>
            </a:xfrm>
            <a:custGeom>
              <a:rect b="b" l="l" r="r" t="t"/>
              <a:pathLst>
                <a:path extrusionOk="0" h="407" w="2667">
                  <a:moveTo>
                    <a:pt x="2396" y="0"/>
                  </a:moveTo>
                  <a:cubicBezTo>
                    <a:pt x="2387" y="0"/>
                    <a:pt x="2378" y="1"/>
                    <a:pt x="2368" y="2"/>
                  </a:cubicBezTo>
                  <a:lnTo>
                    <a:pt x="246" y="2"/>
                  </a:lnTo>
                  <a:cubicBezTo>
                    <a:pt x="1" y="16"/>
                    <a:pt x="1" y="377"/>
                    <a:pt x="246" y="406"/>
                  </a:cubicBezTo>
                  <a:lnTo>
                    <a:pt x="2368" y="406"/>
                  </a:lnTo>
                  <a:cubicBezTo>
                    <a:pt x="2373" y="406"/>
                    <a:pt x="2378" y="406"/>
                    <a:pt x="2382" y="406"/>
                  </a:cubicBezTo>
                  <a:cubicBezTo>
                    <a:pt x="2662" y="406"/>
                    <a:pt x="2667" y="0"/>
                    <a:pt x="2396" y="0"/>
                  </a:cubicBezTo>
                  <a:close/>
                </a:path>
              </a:pathLst>
            </a:custGeom>
            <a:solidFill>
              <a:srgbClr val="5C728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836" name="Google Shape;19836;p47"/>
            <p:cNvSpPr/>
            <p:nvPr/>
          </p:nvSpPr>
          <p:spPr>
            <a:xfrm>
              <a:off x="5183251" y="3234152"/>
              <a:ext cx="56939" cy="10696"/>
            </a:xfrm>
            <a:custGeom>
              <a:rect b="b" l="l" r="r" t="t"/>
              <a:pathLst>
                <a:path extrusionOk="0" h="408" w="2172">
                  <a:moveTo>
                    <a:pt x="255" y="1"/>
                  </a:moveTo>
                  <a:cubicBezTo>
                    <a:pt x="1" y="1"/>
                    <a:pt x="1" y="408"/>
                    <a:pt x="255" y="408"/>
                  </a:cubicBezTo>
                  <a:cubicBezTo>
                    <a:pt x="264" y="408"/>
                    <a:pt x="272" y="407"/>
                    <a:pt x="281" y="406"/>
                  </a:cubicBezTo>
                  <a:lnTo>
                    <a:pt x="1927" y="406"/>
                  </a:lnTo>
                  <a:cubicBezTo>
                    <a:pt x="2172" y="378"/>
                    <a:pt x="2172" y="31"/>
                    <a:pt x="1927" y="2"/>
                  </a:cubicBezTo>
                  <a:lnTo>
                    <a:pt x="281" y="2"/>
                  </a:lnTo>
                  <a:cubicBezTo>
                    <a:pt x="272" y="1"/>
                    <a:pt x="264" y="1"/>
                    <a:pt x="255" y="1"/>
                  </a:cubicBezTo>
                  <a:close/>
                </a:path>
              </a:pathLst>
            </a:custGeom>
            <a:solidFill>
              <a:srgbClr val="F8F9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9837" name="Google Shape;19837;p47"/>
          <p:cNvGrpSpPr/>
          <p:nvPr/>
        </p:nvGrpSpPr>
        <p:grpSpPr>
          <a:xfrm>
            <a:off x="6086331" y="2905337"/>
            <a:ext cx="364441" cy="364834"/>
            <a:chOff x="6086331" y="2905337"/>
            <a:chExt cx="364441" cy="364834"/>
          </a:xfrm>
        </p:grpSpPr>
        <p:sp>
          <p:nvSpPr>
            <p:cNvPr id="19838" name="Google Shape;19838;p47"/>
            <p:cNvSpPr/>
            <p:nvPr/>
          </p:nvSpPr>
          <p:spPr>
            <a:xfrm>
              <a:off x="6086331" y="2905337"/>
              <a:ext cx="277407" cy="277433"/>
            </a:xfrm>
            <a:custGeom>
              <a:rect b="b" l="l" r="r" t="t"/>
              <a:pathLst>
                <a:path extrusionOk="0" h="10583" w="10582">
                  <a:moveTo>
                    <a:pt x="4952" y="1"/>
                  </a:moveTo>
                  <a:cubicBezTo>
                    <a:pt x="4735" y="1"/>
                    <a:pt x="4533" y="160"/>
                    <a:pt x="4490" y="391"/>
                  </a:cubicBezTo>
                  <a:lnTo>
                    <a:pt x="4245" y="1589"/>
                  </a:lnTo>
                  <a:cubicBezTo>
                    <a:pt x="3956" y="1675"/>
                    <a:pt x="3667" y="1791"/>
                    <a:pt x="3407" y="1935"/>
                  </a:cubicBezTo>
                  <a:lnTo>
                    <a:pt x="2382" y="1257"/>
                  </a:lnTo>
                  <a:cubicBezTo>
                    <a:pt x="2303" y="1202"/>
                    <a:pt x="2210" y="1175"/>
                    <a:pt x="2117" y="1175"/>
                  </a:cubicBezTo>
                  <a:cubicBezTo>
                    <a:pt x="1992" y="1175"/>
                    <a:pt x="1867" y="1223"/>
                    <a:pt x="1776" y="1315"/>
                  </a:cubicBezTo>
                  <a:lnTo>
                    <a:pt x="1314" y="1791"/>
                  </a:lnTo>
                  <a:cubicBezTo>
                    <a:pt x="1155" y="1950"/>
                    <a:pt x="1127" y="2195"/>
                    <a:pt x="1256" y="2397"/>
                  </a:cubicBezTo>
                  <a:lnTo>
                    <a:pt x="1935" y="3408"/>
                  </a:lnTo>
                  <a:cubicBezTo>
                    <a:pt x="1776" y="3668"/>
                    <a:pt x="1661" y="3956"/>
                    <a:pt x="1589" y="4259"/>
                  </a:cubicBezTo>
                  <a:lnTo>
                    <a:pt x="376" y="4490"/>
                  </a:lnTo>
                  <a:cubicBezTo>
                    <a:pt x="159" y="4534"/>
                    <a:pt x="1" y="4736"/>
                    <a:pt x="1" y="4967"/>
                  </a:cubicBezTo>
                  <a:lnTo>
                    <a:pt x="1" y="5616"/>
                  </a:lnTo>
                  <a:cubicBezTo>
                    <a:pt x="1" y="5847"/>
                    <a:pt x="159" y="6049"/>
                    <a:pt x="376" y="6093"/>
                  </a:cubicBezTo>
                  <a:lnTo>
                    <a:pt x="1589" y="6338"/>
                  </a:lnTo>
                  <a:cubicBezTo>
                    <a:pt x="1661" y="6627"/>
                    <a:pt x="1776" y="6915"/>
                    <a:pt x="1935" y="7175"/>
                  </a:cubicBezTo>
                  <a:lnTo>
                    <a:pt x="1256" y="8200"/>
                  </a:lnTo>
                  <a:cubicBezTo>
                    <a:pt x="1127" y="8388"/>
                    <a:pt x="1155" y="8633"/>
                    <a:pt x="1314" y="8807"/>
                  </a:cubicBezTo>
                  <a:lnTo>
                    <a:pt x="1776" y="9268"/>
                  </a:lnTo>
                  <a:cubicBezTo>
                    <a:pt x="1867" y="9360"/>
                    <a:pt x="1992" y="9408"/>
                    <a:pt x="2117" y="9408"/>
                  </a:cubicBezTo>
                  <a:cubicBezTo>
                    <a:pt x="2210" y="9408"/>
                    <a:pt x="2303" y="9381"/>
                    <a:pt x="2382" y="9326"/>
                  </a:cubicBezTo>
                  <a:lnTo>
                    <a:pt x="3407" y="8648"/>
                  </a:lnTo>
                  <a:cubicBezTo>
                    <a:pt x="3667" y="8792"/>
                    <a:pt x="3956" y="8908"/>
                    <a:pt x="4245" y="8994"/>
                  </a:cubicBezTo>
                  <a:lnTo>
                    <a:pt x="4490" y="10192"/>
                  </a:lnTo>
                  <a:cubicBezTo>
                    <a:pt x="4533" y="10423"/>
                    <a:pt x="4735" y="10582"/>
                    <a:pt x="4952" y="10582"/>
                  </a:cubicBezTo>
                  <a:lnTo>
                    <a:pt x="5616" y="10582"/>
                  </a:lnTo>
                  <a:cubicBezTo>
                    <a:pt x="5847" y="10582"/>
                    <a:pt x="6035" y="10423"/>
                    <a:pt x="6078" y="10192"/>
                  </a:cubicBezTo>
                  <a:lnTo>
                    <a:pt x="6323" y="8994"/>
                  </a:lnTo>
                  <a:cubicBezTo>
                    <a:pt x="6612" y="8908"/>
                    <a:pt x="6901" y="8792"/>
                    <a:pt x="7175" y="8648"/>
                  </a:cubicBezTo>
                  <a:lnTo>
                    <a:pt x="8186" y="9326"/>
                  </a:lnTo>
                  <a:cubicBezTo>
                    <a:pt x="8265" y="9381"/>
                    <a:pt x="8358" y="9408"/>
                    <a:pt x="8451" y="9408"/>
                  </a:cubicBezTo>
                  <a:cubicBezTo>
                    <a:pt x="8576" y="9408"/>
                    <a:pt x="8701" y="9360"/>
                    <a:pt x="8792" y="9268"/>
                  </a:cubicBezTo>
                  <a:lnTo>
                    <a:pt x="9254" y="8807"/>
                  </a:lnTo>
                  <a:cubicBezTo>
                    <a:pt x="9413" y="8633"/>
                    <a:pt x="9441" y="8388"/>
                    <a:pt x="9311" y="8200"/>
                  </a:cubicBezTo>
                  <a:lnTo>
                    <a:pt x="8633" y="7175"/>
                  </a:lnTo>
                  <a:cubicBezTo>
                    <a:pt x="8792" y="6915"/>
                    <a:pt x="8907" y="6627"/>
                    <a:pt x="8994" y="6338"/>
                  </a:cubicBezTo>
                  <a:lnTo>
                    <a:pt x="10192" y="6093"/>
                  </a:lnTo>
                  <a:cubicBezTo>
                    <a:pt x="10409" y="6049"/>
                    <a:pt x="10567" y="5847"/>
                    <a:pt x="10582" y="5616"/>
                  </a:cubicBezTo>
                  <a:lnTo>
                    <a:pt x="10582" y="4967"/>
                  </a:lnTo>
                  <a:cubicBezTo>
                    <a:pt x="10567" y="4736"/>
                    <a:pt x="10409" y="4534"/>
                    <a:pt x="10192" y="4490"/>
                  </a:cubicBezTo>
                  <a:lnTo>
                    <a:pt x="8994" y="4259"/>
                  </a:lnTo>
                  <a:cubicBezTo>
                    <a:pt x="8907" y="3956"/>
                    <a:pt x="8792" y="3682"/>
                    <a:pt x="8647" y="3408"/>
                  </a:cubicBezTo>
                  <a:lnTo>
                    <a:pt x="9311" y="2397"/>
                  </a:lnTo>
                  <a:cubicBezTo>
                    <a:pt x="9441" y="2195"/>
                    <a:pt x="9413" y="1950"/>
                    <a:pt x="9254" y="1791"/>
                  </a:cubicBezTo>
                  <a:lnTo>
                    <a:pt x="8792" y="1315"/>
                  </a:lnTo>
                  <a:cubicBezTo>
                    <a:pt x="8701" y="1223"/>
                    <a:pt x="8576" y="1175"/>
                    <a:pt x="8451" y="1175"/>
                  </a:cubicBezTo>
                  <a:cubicBezTo>
                    <a:pt x="8358" y="1175"/>
                    <a:pt x="8265" y="1202"/>
                    <a:pt x="8186" y="1257"/>
                  </a:cubicBezTo>
                  <a:lnTo>
                    <a:pt x="7175" y="1935"/>
                  </a:lnTo>
                  <a:cubicBezTo>
                    <a:pt x="6901" y="1791"/>
                    <a:pt x="6612" y="1675"/>
                    <a:pt x="6323" y="1589"/>
                  </a:cubicBezTo>
                  <a:lnTo>
                    <a:pt x="6078" y="391"/>
                  </a:lnTo>
                  <a:cubicBezTo>
                    <a:pt x="6035" y="160"/>
                    <a:pt x="5847" y="1"/>
                    <a:pt x="5616" y="1"/>
                  </a:cubicBezTo>
                  <a:close/>
                </a:path>
              </a:pathLst>
            </a:custGeom>
            <a:solidFill>
              <a:srgbClr val="C2CED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839" name="Google Shape;19839;p47"/>
            <p:cNvSpPr/>
            <p:nvPr/>
          </p:nvSpPr>
          <p:spPr>
            <a:xfrm>
              <a:off x="6143480" y="2983301"/>
              <a:ext cx="142321" cy="121821"/>
            </a:xfrm>
            <a:custGeom>
              <a:rect b="b" l="l" r="r" t="t"/>
              <a:pathLst>
                <a:path extrusionOk="0" h="4647" w="5429">
                  <a:moveTo>
                    <a:pt x="3104" y="1"/>
                  </a:moveTo>
                  <a:cubicBezTo>
                    <a:pt x="1040" y="1"/>
                    <a:pt x="0" y="2498"/>
                    <a:pt x="1458" y="3956"/>
                  </a:cubicBezTo>
                  <a:cubicBezTo>
                    <a:pt x="1931" y="4433"/>
                    <a:pt x="2515" y="4647"/>
                    <a:pt x="3087" y="4647"/>
                  </a:cubicBezTo>
                  <a:cubicBezTo>
                    <a:pt x="4281" y="4647"/>
                    <a:pt x="5428" y="3720"/>
                    <a:pt x="5428" y="2325"/>
                  </a:cubicBezTo>
                  <a:cubicBezTo>
                    <a:pt x="5428" y="1040"/>
                    <a:pt x="4389" y="1"/>
                    <a:pt x="3104" y="1"/>
                  </a:cubicBezTo>
                  <a:close/>
                </a:path>
              </a:pathLst>
            </a:custGeom>
            <a:solidFill>
              <a:srgbClr val="EBEDF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840" name="Google Shape;19840;p47"/>
            <p:cNvSpPr/>
            <p:nvPr/>
          </p:nvSpPr>
          <p:spPr>
            <a:xfrm>
              <a:off x="6184349" y="3013946"/>
              <a:ext cx="70781" cy="60557"/>
            </a:xfrm>
            <a:custGeom>
              <a:rect b="b" l="l" r="r" t="t"/>
              <a:pathLst>
                <a:path extrusionOk="0" h="2310" w="2700">
                  <a:moveTo>
                    <a:pt x="1545" y="1"/>
                  </a:moveTo>
                  <a:cubicBezTo>
                    <a:pt x="520" y="1"/>
                    <a:pt x="0" y="1242"/>
                    <a:pt x="722" y="1964"/>
                  </a:cubicBezTo>
                  <a:cubicBezTo>
                    <a:pt x="961" y="2203"/>
                    <a:pt x="1253" y="2310"/>
                    <a:pt x="1539" y="2310"/>
                  </a:cubicBezTo>
                  <a:cubicBezTo>
                    <a:pt x="2134" y="2310"/>
                    <a:pt x="2700" y="1848"/>
                    <a:pt x="2700" y="1156"/>
                  </a:cubicBezTo>
                  <a:cubicBezTo>
                    <a:pt x="2700" y="506"/>
                    <a:pt x="2180" y="1"/>
                    <a:pt x="1545" y="1"/>
                  </a:cubicBezTo>
                  <a:close/>
                </a:path>
              </a:pathLst>
            </a:custGeom>
            <a:solidFill>
              <a:srgbClr val="6D819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841" name="Google Shape;19841;p47"/>
            <p:cNvSpPr/>
            <p:nvPr/>
          </p:nvSpPr>
          <p:spPr>
            <a:xfrm>
              <a:off x="6268368" y="3087374"/>
              <a:ext cx="182404" cy="182797"/>
            </a:xfrm>
            <a:custGeom>
              <a:rect b="b" l="l" r="r" t="t"/>
              <a:pathLst>
                <a:path extrusionOk="0" h="6973" w="6958">
                  <a:moveTo>
                    <a:pt x="3262" y="0"/>
                  </a:moveTo>
                  <a:cubicBezTo>
                    <a:pt x="3118" y="0"/>
                    <a:pt x="2988" y="116"/>
                    <a:pt x="2945" y="260"/>
                  </a:cubicBezTo>
                  <a:lnTo>
                    <a:pt x="2801" y="1054"/>
                  </a:lnTo>
                  <a:cubicBezTo>
                    <a:pt x="2598" y="1097"/>
                    <a:pt x="2411" y="1184"/>
                    <a:pt x="2238" y="1285"/>
                  </a:cubicBezTo>
                  <a:lnTo>
                    <a:pt x="1574" y="838"/>
                  </a:lnTo>
                  <a:cubicBezTo>
                    <a:pt x="1518" y="800"/>
                    <a:pt x="1454" y="782"/>
                    <a:pt x="1392" y="782"/>
                  </a:cubicBezTo>
                  <a:cubicBezTo>
                    <a:pt x="1308" y="782"/>
                    <a:pt x="1227" y="815"/>
                    <a:pt x="1169" y="881"/>
                  </a:cubicBezTo>
                  <a:lnTo>
                    <a:pt x="866" y="1184"/>
                  </a:lnTo>
                  <a:cubicBezTo>
                    <a:pt x="765" y="1285"/>
                    <a:pt x="736" y="1458"/>
                    <a:pt x="823" y="1574"/>
                  </a:cubicBezTo>
                  <a:lnTo>
                    <a:pt x="1270" y="2252"/>
                  </a:lnTo>
                  <a:cubicBezTo>
                    <a:pt x="1169" y="2426"/>
                    <a:pt x="1097" y="2613"/>
                    <a:pt x="1039" y="2801"/>
                  </a:cubicBezTo>
                  <a:lnTo>
                    <a:pt x="260" y="2960"/>
                  </a:lnTo>
                  <a:cubicBezTo>
                    <a:pt x="101" y="2988"/>
                    <a:pt x="0" y="3118"/>
                    <a:pt x="0" y="3277"/>
                  </a:cubicBezTo>
                  <a:lnTo>
                    <a:pt x="0" y="3710"/>
                  </a:lnTo>
                  <a:cubicBezTo>
                    <a:pt x="0" y="3855"/>
                    <a:pt x="101" y="3985"/>
                    <a:pt x="260" y="4013"/>
                  </a:cubicBezTo>
                  <a:lnTo>
                    <a:pt x="1039" y="4172"/>
                  </a:lnTo>
                  <a:cubicBezTo>
                    <a:pt x="1097" y="4360"/>
                    <a:pt x="1169" y="4548"/>
                    <a:pt x="1270" y="4735"/>
                  </a:cubicBezTo>
                  <a:lnTo>
                    <a:pt x="823" y="5399"/>
                  </a:lnTo>
                  <a:cubicBezTo>
                    <a:pt x="751" y="5529"/>
                    <a:pt x="765" y="5688"/>
                    <a:pt x="866" y="5803"/>
                  </a:cubicBezTo>
                  <a:lnTo>
                    <a:pt x="1169" y="6107"/>
                  </a:lnTo>
                  <a:cubicBezTo>
                    <a:pt x="1234" y="6163"/>
                    <a:pt x="1312" y="6192"/>
                    <a:pt x="1390" y="6192"/>
                  </a:cubicBezTo>
                  <a:cubicBezTo>
                    <a:pt x="1453" y="6192"/>
                    <a:pt x="1516" y="6174"/>
                    <a:pt x="1574" y="6135"/>
                  </a:cubicBezTo>
                  <a:lnTo>
                    <a:pt x="2238" y="5702"/>
                  </a:lnTo>
                  <a:cubicBezTo>
                    <a:pt x="2411" y="5789"/>
                    <a:pt x="2598" y="5876"/>
                    <a:pt x="2801" y="5919"/>
                  </a:cubicBezTo>
                  <a:lnTo>
                    <a:pt x="2959" y="6713"/>
                  </a:lnTo>
                  <a:cubicBezTo>
                    <a:pt x="2988" y="6857"/>
                    <a:pt x="3118" y="6973"/>
                    <a:pt x="3262" y="6973"/>
                  </a:cubicBezTo>
                  <a:lnTo>
                    <a:pt x="3696" y="6973"/>
                  </a:lnTo>
                  <a:cubicBezTo>
                    <a:pt x="3840" y="6973"/>
                    <a:pt x="3970" y="6857"/>
                    <a:pt x="3999" y="6713"/>
                  </a:cubicBezTo>
                  <a:lnTo>
                    <a:pt x="4157" y="5919"/>
                  </a:lnTo>
                  <a:cubicBezTo>
                    <a:pt x="4360" y="5876"/>
                    <a:pt x="4547" y="5789"/>
                    <a:pt x="4720" y="5702"/>
                  </a:cubicBezTo>
                  <a:lnTo>
                    <a:pt x="5384" y="6135"/>
                  </a:lnTo>
                  <a:cubicBezTo>
                    <a:pt x="5442" y="6174"/>
                    <a:pt x="5505" y="6192"/>
                    <a:pt x="5568" y="6192"/>
                  </a:cubicBezTo>
                  <a:cubicBezTo>
                    <a:pt x="5646" y="6192"/>
                    <a:pt x="5724" y="6163"/>
                    <a:pt x="5789" y="6107"/>
                  </a:cubicBezTo>
                  <a:lnTo>
                    <a:pt x="6092" y="5803"/>
                  </a:lnTo>
                  <a:cubicBezTo>
                    <a:pt x="6193" y="5688"/>
                    <a:pt x="6207" y="5529"/>
                    <a:pt x="6135" y="5399"/>
                  </a:cubicBezTo>
                  <a:lnTo>
                    <a:pt x="5688" y="4735"/>
                  </a:lnTo>
                  <a:cubicBezTo>
                    <a:pt x="5789" y="4548"/>
                    <a:pt x="5861" y="4360"/>
                    <a:pt x="5919" y="4172"/>
                  </a:cubicBezTo>
                  <a:lnTo>
                    <a:pt x="6698" y="4013"/>
                  </a:lnTo>
                  <a:cubicBezTo>
                    <a:pt x="6857" y="3985"/>
                    <a:pt x="6958" y="3855"/>
                    <a:pt x="6958" y="3710"/>
                  </a:cubicBezTo>
                  <a:lnTo>
                    <a:pt x="6958" y="3277"/>
                  </a:lnTo>
                  <a:cubicBezTo>
                    <a:pt x="6958" y="3118"/>
                    <a:pt x="6857" y="2988"/>
                    <a:pt x="6698" y="2960"/>
                  </a:cubicBezTo>
                  <a:lnTo>
                    <a:pt x="5919" y="2801"/>
                  </a:lnTo>
                  <a:cubicBezTo>
                    <a:pt x="5861" y="2613"/>
                    <a:pt x="5774" y="2426"/>
                    <a:pt x="5688" y="2252"/>
                  </a:cubicBezTo>
                  <a:lnTo>
                    <a:pt x="6135" y="1574"/>
                  </a:lnTo>
                  <a:cubicBezTo>
                    <a:pt x="6207" y="1458"/>
                    <a:pt x="6193" y="1285"/>
                    <a:pt x="6092" y="1184"/>
                  </a:cubicBezTo>
                  <a:lnTo>
                    <a:pt x="5789" y="881"/>
                  </a:lnTo>
                  <a:cubicBezTo>
                    <a:pt x="5723" y="815"/>
                    <a:pt x="5643" y="782"/>
                    <a:pt x="5562" y="782"/>
                  </a:cubicBezTo>
                  <a:cubicBezTo>
                    <a:pt x="5501" y="782"/>
                    <a:pt x="5440" y="800"/>
                    <a:pt x="5384" y="838"/>
                  </a:cubicBezTo>
                  <a:lnTo>
                    <a:pt x="4720" y="1285"/>
                  </a:lnTo>
                  <a:cubicBezTo>
                    <a:pt x="4533" y="1184"/>
                    <a:pt x="4360" y="1097"/>
                    <a:pt x="4157" y="1054"/>
                  </a:cubicBezTo>
                  <a:lnTo>
                    <a:pt x="3999" y="260"/>
                  </a:lnTo>
                  <a:cubicBezTo>
                    <a:pt x="3970" y="116"/>
                    <a:pt x="3840" y="0"/>
                    <a:pt x="3696" y="0"/>
                  </a:cubicBezTo>
                  <a:close/>
                </a:path>
              </a:pathLst>
            </a:custGeom>
            <a:solidFill>
              <a:srgbClr val="95ABB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842" name="Google Shape;19842;p47"/>
            <p:cNvSpPr/>
            <p:nvPr/>
          </p:nvSpPr>
          <p:spPr>
            <a:xfrm>
              <a:off x="6298620" y="3133172"/>
              <a:ext cx="106747" cy="91412"/>
            </a:xfrm>
            <a:custGeom>
              <a:rect b="b" l="l" r="r" t="t"/>
              <a:pathLst>
                <a:path extrusionOk="0" h="3487" w="4072">
                  <a:moveTo>
                    <a:pt x="2325" y="0"/>
                  </a:moveTo>
                  <a:cubicBezTo>
                    <a:pt x="780" y="0"/>
                    <a:pt x="1" y="1877"/>
                    <a:pt x="1098" y="2974"/>
                  </a:cubicBezTo>
                  <a:cubicBezTo>
                    <a:pt x="1453" y="3328"/>
                    <a:pt x="1889" y="3487"/>
                    <a:pt x="2317" y="3487"/>
                  </a:cubicBezTo>
                  <a:cubicBezTo>
                    <a:pt x="3212" y="3487"/>
                    <a:pt x="4072" y="2792"/>
                    <a:pt x="4072" y="1747"/>
                  </a:cubicBezTo>
                  <a:cubicBezTo>
                    <a:pt x="4057" y="780"/>
                    <a:pt x="3292" y="0"/>
                    <a:pt x="2325" y="0"/>
                  </a:cubicBezTo>
                  <a:close/>
                </a:path>
              </a:pathLst>
            </a:custGeom>
            <a:solidFill>
              <a:srgbClr val="E4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843" name="Google Shape;19843;p47"/>
            <p:cNvSpPr/>
            <p:nvPr/>
          </p:nvSpPr>
          <p:spPr>
            <a:xfrm>
              <a:off x="6322843" y="3151706"/>
              <a:ext cx="63991" cy="54527"/>
            </a:xfrm>
            <a:custGeom>
              <a:rect b="b" l="l" r="r" t="t"/>
              <a:pathLst>
                <a:path extrusionOk="0" h="2080" w="2441">
                  <a:moveTo>
                    <a:pt x="1401" y="0"/>
                  </a:moveTo>
                  <a:cubicBezTo>
                    <a:pt x="477" y="0"/>
                    <a:pt x="1" y="1112"/>
                    <a:pt x="665" y="1776"/>
                  </a:cubicBezTo>
                  <a:cubicBezTo>
                    <a:pt x="874" y="1985"/>
                    <a:pt x="1134" y="2079"/>
                    <a:pt x="1388" y="2079"/>
                  </a:cubicBezTo>
                  <a:cubicBezTo>
                    <a:pt x="1924" y="2079"/>
                    <a:pt x="2440" y="1666"/>
                    <a:pt x="2440" y="1040"/>
                  </a:cubicBezTo>
                  <a:cubicBezTo>
                    <a:pt x="2440" y="462"/>
                    <a:pt x="1978" y="0"/>
                    <a:pt x="1401" y="0"/>
                  </a:cubicBezTo>
                  <a:close/>
                </a:path>
              </a:pathLst>
            </a:custGeom>
            <a:solidFill>
              <a:srgbClr val="95ABB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9844" name="Google Shape;19844;p47"/>
          <p:cNvGrpSpPr/>
          <p:nvPr/>
        </p:nvGrpSpPr>
        <p:grpSpPr>
          <a:xfrm>
            <a:off x="6554059" y="2907251"/>
            <a:ext cx="377706" cy="377680"/>
            <a:chOff x="6554059" y="2907251"/>
            <a:chExt cx="377706" cy="377680"/>
          </a:xfrm>
        </p:grpSpPr>
        <p:sp>
          <p:nvSpPr>
            <p:cNvPr id="19845" name="Google Shape;19845;p47"/>
            <p:cNvSpPr/>
            <p:nvPr/>
          </p:nvSpPr>
          <p:spPr>
            <a:xfrm>
              <a:off x="6635064" y="2907251"/>
              <a:ext cx="215723" cy="377680"/>
            </a:xfrm>
            <a:custGeom>
              <a:rect b="b" l="l" r="r" t="t"/>
              <a:pathLst>
                <a:path extrusionOk="0" h="14407" w="8229">
                  <a:moveTo>
                    <a:pt x="866" y="0"/>
                  </a:moveTo>
                  <a:cubicBezTo>
                    <a:pt x="390" y="0"/>
                    <a:pt x="0" y="390"/>
                    <a:pt x="0" y="881"/>
                  </a:cubicBezTo>
                  <a:lnTo>
                    <a:pt x="0" y="13541"/>
                  </a:lnTo>
                  <a:cubicBezTo>
                    <a:pt x="0" y="14017"/>
                    <a:pt x="390" y="14407"/>
                    <a:pt x="866" y="14407"/>
                  </a:cubicBezTo>
                  <a:lnTo>
                    <a:pt x="7362" y="14407"/>
                  </a:lnTo>
                  <a:cubicBezTo>
                    <a:pt x="7838" y="14407"/>
                    <a:pt x="8228" y="14017"/>
                    <a:pt x="8228" y="13541"/>
                  </a:cubicBezTo>
                  <a:lnTo>
                    <a:pt x="8228" y="881"/>
                  </a:lnTo>
                  <a:cubicBezTo>
                    <a:pt x="8228" y="390"/>
                    <a:pt x="7838" y="0"/>
                    <a:pt x="7362" y="0"/>
                  </a:cubicBezTo>
                  <a:close/>
                </a:path>
              </a:pathLst>
            </a:custGeom>
            <a:solidFill>
              <a:srgbClr val="E7E9E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846" name="Google Shape;19846;p47"/>
            <p:cNvSpPr/>
            <p:nvPr/>
          </p:nvSpPr>
          <p:spPr>
            <a:xfrm>
              <a:off x="6805330" y="2907251"/>
              <a:ext cx="45457" cy="377680"/>
            </a:xfrm>
            <a:custGeom>
              <a:rect b="b" l="l" r="r" t="t"/>
              <a:pathLst>
                <a:path extrusionOk="0" h="14407" w="1734">
                  <a:moveTo>
                    <a:pt x="1" y="0"/>
                  </a:moveTo>
                  <a:cubicBezTo>
                    <a:pt x="477" y="0"/>
                    <a:pt x="867" y="390"/>
                    <a:pt x="867" y="881"/>
                  </a:cubicBezTo>
                  <a:lnTo>
                    <a:pt x="867" y="13541"/>
                  </a:lnTo>
                  <a:cubicBezTo>
                    <a:pt x="867" y="14017"/>
                    <a:pt x="477" y="14407"/>
                    <a:pt x="1" y="14407"/>
                  </a:cubicBezTo>
                  <a:lnTo>
                    <a:pt x="867" y="14407"/>
                  </a:lnTo>
                  <a:cubicBezTo>
                    <a:pt x="1343" y="14407"/>
                    <a:pt x="1733" y="14017"/>
                    <a:pt x="1733" y="13541"/>
                  </a:cubicBezTo>
                  <a:lnTo>
                    <a:pt x="1733" y="881"/>
                  </a:lnTo>
                  <a:cubicBezTo>
                    <a:pt x="1733" y="390"/>
                    <a:pt x="1343" y="0"/>
                    <a:pt x="867" y="0"/>
                  </a:cubicBezTo>
                  <a:close/>
                </a:path>
              </a:pathLst>
            </a:custGeom>
            <a:solidFill>
              <a:srgbClr val="CCD2D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847" name="Google Shape;19847;p47"/>
            <p:cNvSpPr/>
            <p:nvPr/>
          </p:nvSpPr>
          <p:spPr>
            <a:xfrm>
              <a:off x="6635064" y="3227389"/>
              <a:ext cx="215723" cy="22728"/>
            </a:xfrm>
            <a:custGeom>
              <a:rect b="b" l="l" r="r" t="t"/>
              <a:pathLst>
                <a:path extrusionOk="0" h="867" w="8229">
                  <a:moveTo>
                    <a:pt x="0" y="0"/>
                  </a:moveTo>
                  <a:lnTo>
                    <a:pt x="0" y="867"/>
                  </a:lnTo>
                  <a:lnTo>
                    <a:pt x="8228" y="867"/>
                  </a:lnTo>
                  <a:lnTo>
                    <a:pt x="8228" y="0"/>
                  </a:lnTo>
                  <a:close/>
                </a:path>
              </a:pathLst>
            </a:custGeom>
            <a:solidFill>
              <a:srgbClr val="91A2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848" name="Google Shape;19848;p47"/>
            <p:cNvSpPr/>
            <p:nvPr/>
          </p:nvSpPr>
          <p:spPr>
            <a:xfrm>
              <a:off x="6828058" y="3227389"/>
              <a:ext cx="22728" cy="22728"/>
            </a:xfrm>
            <a:custGeom>
              <a:rect b="b" l="l" r="r" t="t"/>
              <a:pathLst>
                <a:path extrusionOk="0" h="867" w="867">
                  <a:moveTo>
                    <a:pt x="0" y="0"/>
                  </a:moveTo>
                  <a:lnTo>
                    <a:pt x="0" y="867"/>
                  </a:lnTo>
                  <a:lnTo>
                    <a:pt x="866" y="867"/>
                  </a:lnTo>
                  <a:lnTo>
                    <a:pt x="866" y="0"/>
                  </a:lnTo>
                  <a:close/>
                </a:path>
              </a:pathLst>
            </a:custGeom>
            <a:solidFill>
              <a:srgbClr val="D6DFE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849" name="Google Shape;19849;p47"/>
            <p:cNvSpPr/>
            <p:nvPr/>
          </p:nvSpPr>
          <p:spPr>
            <a:xfrm>
              <a:off x="6635064" y="3250091"/>
              <a:ext cx="215723" cy="34840"/>
            </a:xfrm>
            <a:custGeom>
              <a:rect b="b" l="l" r="r" t="t"/>
              <a:pathLst>
                <a:path extrusionOk="0" h="1329" w="8229">
                  <a:moveTo>
                    <a:pt x="0" y="1"/>
                  </a:moveTo>
                  <a:lnTo>
                    <a:pt x="0" y="463"/>
                  </a:lnTo>
                  <a:cubicBezTo>
                    <a:pt x="0" y="939"/>
                    <a:pt x="390" y="1329"/>
                    <a:pt x="866" y="1329"/>
                  </a:cubicBezTo>
                  <a:lnTo>
                    <a:pt x="7362" y="1329"/>
                  </a:lnTo>
                  <a:cubicBezTo>
                    <a:pt x="7838" y="1329"/>
                    <a:pt x="8228" y="939"/>
                    <a:pt x="8228" y="463"/>
                  </a:cubicBezTo>
                  <a:lnTo>
                    <a:pt x="8228" y="1"/>
                  </a:lnTo>
                  <a:close/>
                </a:path>
              </a:pathLst>
            </a:custGeom>
            <a:solidFill>
              <a:srgbClr val="5E748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850" name="Google Shape;19850;p47"/>
            <p:cNvSpPr/>
            <p:nvPr/>
          </p:nvSpPr>
          <p:spPr>
            <a:xfrm>
              <a:off x="6805330" y="3250091"/>
              <a:ext cx="45457" cy="34840"/>
            </a:xfrm>
            <a:custGeom>
              <a:rect b="b" l="l" r="r" t="t"/>
              <a:pathLst>
                <a:path extrusionOk="0" h="1329" w="1734">
                  <a:moveTo>
                    <a:pt x="867" y="1"/>
                  </a:moveTo>
                  <a:lnTo>
                    <a:pt x="867" y="463"/>
                  </a:lnTo>
                  <a:cubicBezTo>
                    <a:pt x="867" y="939"/>
                    <a:pt x="477" y="1329"/>
                    <a:pt x="1" y="1329"/>
                  </a:cubicBezTo>
                  <a:lnTo>
                    <a:pt x="867" y="1329"/>
                  </a:lnTo>
                  <a:cubicBezTo>
                    <a:pt x="1343" y="1329"/>
                    <a:pt x="1733" y="939"/>
                    <a:pt x="1733" y="463"/>
                  </a:cubicBezTo>
                  <a:lnTo>
                    <a:pt x="1733" y="1"/>
                  </a:lnTo>
                  <a:close/>
                </a:path>
              </a:pathLst>
            </a:custGeom>
            <a:solidFill>
              <a:srgbClr val="556C8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851" name="Google Shape;19851;p47"/>
            <p:cNvSpPr/>
            <p:nvPr/>
          </p:nvSpPr>
          <p:spPr>
            <a:xfrm>
              <a:off x="6635064" y="2907251"/>
              <a:ext cx="216090" cy="35207"/>
            </a:xfrm>
            <a:custGeom>
              <a:rect b="b" l="l" r="r" t="t"/>
              <a:pathLst>
                <a:path extrusionOk="0" h="1343" w="8243">
                  <a:moveTo>
                    <a:pt x="866" y="0"/>
                  </a:moveTo>
                  <a:cubicBezTo>
                    <a:pt x="390" y="15"/>
                    <a:pt x="0" y="390"/>
                    <a:pt x="0" y="881"/>
                  </a:cubicBezTo>
                  <a:lnTo>
                    <a:pt x="0" y="1343"/>
                  </a:lnTo>
                  <a:lnTo>
                    <a:pt x="8243" y="1343"/>
                  </a:lnTo>
                  <a:lnTo>
                    <a:pt x="8243" y="881"/>
                  </a:lnTo>
                  <a:cubicBezTo>
                    <a:pt x="8243" y="390"/>
                    <a:pt x="7853" y="0"/>
                    <a:pt x="7362" y="0"/>
                  </a:cubicBezTo>
                  <a:close/>
                </a:path>
              </a:pathLst>
            </a:custGeom>
            <a:solidFill>
              <a:srgbClr val="5E748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852" name="Google Shape;19852;p47"/>
            <p:cNvSpPr/>
            <p:nvPr/>
          </p:nvSpPr>
          <p:spPr>
            <a:xfrm>
              <a:off x="6805330" y="2907251"/>
              <a:ext cx="45457" cy="35207"/>
            </a:xfrm>
            <a:custGeom>
              <a:rect b="b" l="l" r="r" t="t"/>
              <a:pathLst>
                <a:path extrusionOk="0" h="1343" w="1734">
                  <a:moveTo>
                    <a:pt x="1" y="0"/>
                  </a:moveTo>
                  <a:cubicBezTo>
                    <a:pt x="477" y="0"/>
                    <a:pt x="867" y="390"/>
                    <a:pt x="867" y="881"/>
                  </a:cubicBezTo>
                  <a:lnTo>
                    <a:pt x="867" y="1343"/>
                  </a:lnTo>
                  <a:lnTo>
                    <a:pt x="1733" y="1343"/>
                  </a:lnTo>
                  <a:lnTo>
                    <a:pt x="1733" y="881"/>
                  </a:lnTo>
                  <a:cubicBezTo>
                    <a:pt x="1733" y="390"/>
                    <a:pt x="1343" y="0"/>
                    <a:pt x="867" y="0"/>
                  </a:cubicBezTo>
                  <a:close/>
                </a:path>
              </a:pathLst>
            </a:custGeom>
            <a:solidFill>
              <a:srgbClr val="556C8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853" name="Google Shape;19853;p47"/>
            <p:cNvSpPr/>
            <p:nvPr/>
          </p:nvSpPr>
          <p:spPr>
            <a:xfrm>
              <a:off x="6720577" y="3262202"/>
              <a:ext cx="45064" cy="11010"/>
            </a:xfrm>
            <a:custGeom>
              <a:rect b="b" l="l" r="r" t="t"/>
              <a:pathLst>
                <a:path extrusionOk="0" h="420" w="1719">
                  <a:moveTo>
                    <a:pt x="1444" y="0"/>
                  </a:moveTo>
                  <a:cubicBezTo>
                    <a:pt x="1439" y="0"/>
                    <a:pt x="1434" y="0"/>
                    <a:pt x="1430" y="1"/>
                  </a:cubicBezTo>
                  <a:lnTo>
                    <a:pt x="275" y="1"/>
                  </a:lnTo>
                  <a:cubicBezTo>
                    <a:pt x="0" y="1"/>
                    <a:pt x="0" y="419"/>
                    <a:pt x="275" y="419"/>
                  </a:cubicBezTo>
                  <a:lnTo>
                    <a:pt x="1430" y="419"/>
                  </a:lnTo>
                  <a:cubicBezTo>
                    <a:pt x="1714" y="419"/>
                    <a:pt x="1718" y="0"/>
                    <a:pt x="1444" y="0"/>
                  </a:cubicBezTo>
                  <a:close/>
                </a:path>
              </a:pathLst>
            </a:custGeom>
            <a:solidFill>
              <a:srgbClr val="E7E9E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854" name="Google Shape;19854;p47"/>
            <p:cNvSpPr/>
            <p:nvPr/>
          </p:nvSpPr>
          <p:spPr>
            <a:xfrm>
              <a:off x="6554059" y="2962879"/>
              <a:ext cx="149137" cy="163765"/>
            </a:xfrm>
            <a:custGeom>
              <a:rect b="b" l="l" r="r" t="t"/>
              <a:pathLst>
                <a:path extrusionOk="0" h="6247" w="5689">
                  <a:moveTo>
                    <a:pt x="1127" y="0"/>
                  </a:moveTo>
                  <a:cubicBezTo>
                    <a:pt x="506" y="0"/>
                    <a:pt x="1" y="505"/>
                    <a:pt x="1" y="1112"/>
                  </a:cubicBezTo>
                  <a:lnTo>
                    <a:pt x="1" y="3811"/>
                  </a:lnTo>
                  <a:cubicBezTo>
                    <a:pt x="1" y="4417"/>
                    <a:pt x="506" y="4923"/>
                    <a:pt x="1127" y="4923"/>
                  </a:cubicBezTo>
                  <a:lnTo>
                    <a:pt x="2108" y="4923"/>
                  </a:lnTo>
                  <a:cubicBezTo>
                    <a:pt x="2166" y="4923"/>
                    <a:pt x="2209" y="4966"/>
                    <a:pt x="2224" y="5024"/>
                  </a:cubicBezTo>
                  <a:cubicBezTo>
                    <a:pt x="2313" y="6043"/>
                    <a:pt x="2886" y="6246"/>
                    <a:pt x="3324" y="6246"/>
                  </a:cubicBezTo>
                  <a:cubicBezTo>
                    <a:pt x="3457" y="6246"/>
                    <a:pt x="3577" y="6227"/>
                    <a:pt x="3667" y="6207"/>
                  </a:cubicBezTo>
                  <a:cubicBezTo>
                    <a:pt x="3696" y="6193"/>
                    <a:pt x="3696" y="6164"/>
                    <a:pt x="3667" y="6150"/>
                  </a:cubicBezTo>
                  <a:cubicBezTo>
                    <a:pt x="3047" y="6049"/>
                    <a:pt x="3162" y="5283"/>
                    <a:pt x="3220" y="5009"/>
                  </a:cubicBezTo>
                  <a:cubicBezTo>
                    <a:pt x="3234" y="4966"/>
                    <a:pt x="3278" y="4923"/>
                    <a:pt x="3321" y="4923"/>
                  </a:cubicBezTo>
                  <a:lnTo>
                    <a:pt x="4577" y="4923"/>
                  </a:lnTo>
                  <a:cubicBezTo>
                    <a:pt x="5183" y="4923"/>
                    <a:pt x="5688" y="4432"/>
                    <a:pt x="5688" y="3811"/>
                  </a:cubicBezTo>
                  <a:lnTo>
                    <a:pt x="5688" y="1112"/>
                  </a:lnTo>
                  <a:cubicBezTo>
                    <a:pt x="5688" y="491"/>
                    <a:pt x="5183" y="0"/>
                    <a:pt x="4562" y="0"/>
                  </a:cubicBezTo>
                  <a:close/>
                </a:path>
              </a:pathLst>
            </a:custGeom>
            <a:solidFill>
              <a:srgbClr val="A0AFB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855" name="Google Shape;19855;p47"/>
            <p:cNvSpPr/>
            <p:nvPr/>
          </p:nvSpPr>
          <p:spPr>
            <a:xfrm>
              <a:off x="6650950" y="2962879"/>
              <a:ext cx="52246" cy="129056"/>
            </a:xfrm>
            <a:custGeom>
              <a:rect b="b" l="l" r="r" t="t"/>
              <a:pathLst>
                <a:path extrusionOk="0" h="4923" w="1993">
                  <a:moveTo>
                    <a:pt x="0" y="0"/>
                  </a:moveTo>
                  <a:cubicBezTo>
                    <a:pt x="621" y="0"/>
                    <a:pt x="1126" y="505"/>
                    <a:pt x="1126" y="1112"/>
                  </a:cubicBezTo>
                  <a:lnTo>
                    <a:pt x="1126" y="3811"/>
                  </a:lnTo>
                  <a:cubicBezTo>
                    <a:pt x="1126" y="4417"/>
                    <a:pt x="621" y="4923"/>
                    <a:pt x="0" y="4923"/>
                  </a:cubicBezTo>
                  <a:lnTo>
                    <a:pt x="866" y="4923"/>
                  </a:lnTo>
                  <a:cubicBezTo>
                    <a:pt x="1487" y="4923"/>
                    <a:pt x="1992" y="4417"/>
                    <a:pt x="1992" y="3811"/>
                  </a:cubicBezTo>
                  <a:lnTo>
                    <a:pt x="1992" y="1112"/>
                  </a:lnTo>
                  <a:cubicBezTo>
                    <a:pt x="1992" y="505"/>
                    <a:pt x="1487" y="0"/>
                    <a:pt x="866" y="0"/>
                  </a:cubicBezTo>
                  <a:close/>
                </a:path>
              </a:pathLst>
            </a:custGeom>
            <a:solidFill>
              <a:srgbClr val="7E93A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856" name="Google Shape;19856;p47"/>
            <p:cNvSpPr/>
            <p:nvPr/>
          </p:nvSpPr>
          <p:spPr>
            <a:xfrm>
              <a:off x="6596842" y="2999580"/>
              <a:ext cx="64358" cy="53295"/>
            </a:xfrm>
            <a:custGeom>
              <a:rect b="b" l="l" r="r" t="t"/>
              <a:pathLst>
                <a:path extrusionOk="0" h="2033" w="2455">
                  <a:moveTo>
                    <a:pt x="621" y="0"/>
                  </a:moveTo>
                  <a:cubicBezTo>
                    <a:pt x="274" y="29"/>
                    <a:pt x="0" y="332"/>
                    <a:pt x="29" y="693"/>
                  </a:cubicBezTo>
                  <a:cubicBezTo>
                    <a:pt x="29" y="1097"/>
                    <a:pt x="361" y="1588"/>
                    <a:pt x="1169" y="2021"/>
                  </a:cubicBezTo>
                  <a:cubicBezTo>
                    <a:pt x="1191" y="2029"/>
                    <a:pt x="1213" y="2032"/>
                    <a:pt x="1232" y="2032"/>
                  </a:cubicBezTo>
                  <a:cubicBezTo>
                    <a:pt x="1252" y="2032"/>
                    <a:pt x="1270" y="2029"/>
                    <a:pt x="1285" y="2021"/>
                  </a:cubicBezTo>
                  <a:cubicBezTo>
                    <a:pt x="2108" y="1588"/>
                    <a:pt x="2425" y="1097"/>
                    <a:pt x="2425" y="693"/>
                  </a:cubicBezTo>
                  <a:cubicBezTo>
                    <a:pt x="2454" y="332"/>
                    <a:pt x="2194" y="29"/>
                    <a:pt x="1848" y="0"/>
                  </a:cubicBezTo>
                  <a:cubicBezTo>
                    <a:pt x="1646" y="0"/>
                    <a:pt x="1444" y="87"/>
                    <a:pt x="1299" y="231"/>
                  </a:cubicBezTo>
                  <a:cubicBezTo>
                    <a:pt x="1285" y="253"/>
                    <a:pt x="1263" y="264"/>
                    <a:pt x="1240" y="264"/>
                  </a:cubicBezTo>
                  <a:cubicBezTo>
                    <a:pt x="1216" y="264"/>
                    <a:pt x="1191" y="253"/>
                    <a:pt x="1169" y="231"/>
                  </a:cubicBezTo>
                  <a:cubicBezTo>
                    <a:pt x="1025" y="87"/>
                    <a:pt x="837" y="0"/>
                    <a:pt x="621" y="0"/>
                  </a:cubicBezTo>
                  <a:close/>
                </a:path>
              </a:pathLst>
            </a:custGeom>
            <a:solidFill>
              <a:srgbClr val="8598A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857" name="Google Shape;19857;p47"/>
            <p:cNvSpPr/>
            <p:nvPr/>
          </p:nvSpPr>
          <p:spPr>
            <a:xfrm>
              <a:off x="6782628" y="3055576"/>
              <a:ext cx="149137" cy="163765"/>
            </a:xfrm>
            <a:custGeom>
              <a:rect b="b" l="l" r="r" t="t"/>
              <a:pathLst>
                <a:path extrusionOk="0" h="6247" w="5689">
                  <a:moveTo>
                    <a:pt x="1127" y="1"/>
                  </a:moveTo>
                  <a:cubicBezTo>
                    <a:pt x="506" y="1"/>
                    <a:pt x="1" y="492"/>
                    <a:pt x="1" y="1112"/>
                  </a:cubicBezTo>
                  <a:lnTo>
                    <a:pt x="1" y="3812"/>
                  </a:lnTo>
                  <a:cubicBezTo>
                    <a:pt x="1" y="4432"/>
                    <a:pt x="506" y="4938"/>
                    <a:pt x="1127" y="4938"/>
                  </a:cubicBezTo>
                  <a:lnTo>
                    <a:pt x="2368" y="4938"/>
                  </a:lnTo>
                  <a:cubicBezTo>
                    <a:pt x="2376" y="4936"/>
                    <a:pt x="2383" y="4935"/>
                    <a:pt x="2390" y="4935"/>
                  </a:cubicBezTo>
                  <a:cubicBezTo>
                    <a:pt x="2437" y="4935"/>
                    <a:pt x="2471" y="4974"/>
                    <a:pt x="2484" y="5024"/>
                  </a:cubicBezTo>
                  <a:cubicBezTo>
                    <a:pt x="2527" y="5284"/>
                    <a:pt x="2643" y="6049"/>
                    <a:pt x="2036" y="6150"/>
                  </a:cubicBezTo>
                  <a:cubicBezTo>
                    <a:pt x="2007" y="6165"/>
                    <a:pt x="2007" y="6208"/>
                    <a:pt x="2036" y="6208"/>
                  </a:cubicBezTo>
                  <a:cubicBezTo>
                    <a:pt x="2124" y="6228"/>
                    <a:pt x="2242" y="6247"/>
                    <a:pt x="2374" y="6247"/>
                  </a:cubicBezTo>
                  <a:cubicBezTo>
                    <a:pt x="2806" y="6247"/>
                    <a:pt x="3380" y="6046"/>
                    <a:pt x="3480" y="5039"/>
                  </a:cubicBezTo>
                  <a:cubicBezTo>
                    <a:pt x="3480" y="4967"/>
                    <a:pt x="3523" y="4923"/>
                    <a:pt x="3581" y="4923"/>
                  </a:cubicBezTo>
                  <a:lnTo>
                    <a:pt x="4577" y="4923"/>
                  </a:lnTo>
                  <a:cubicBezTo>
                    <a:pt x="5183" y="4923"/>
                    <a:pt x="5688" y="4432"/>
                    <a:pt x="5688" y="3812"/>
                  </a:cubicBezTo>
                  <a:lnTo>
                    <a:pt x="5688" y="1112"/>
                  </a:lnTo>
                  <a:cubicBezTo>
                    <a:pt x="5688" y="506"/>
                    <a:pt x="5183" y="1"/>
                    <a:pt x="4577" y="1"/>
                  </a:cubicBezTo>
                  <a:close/>
                </a:path>
              </a:pathLst>
            </a:custGeom>
            <a:solidFill>
              <a:srgbClr val="A0AFB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858" name="Google Shape;19858;p47"/>
            <p:cNvSpPr/>
            <p:nvPr/>
          </p:nvSpPr>
          <p:spPr>
            <a:xfrm>
              <a:off x="6879885" y="3055576"/>
              <a:ext cx="51879" cy="129083"/>
            </a:xfrm>
            <a:custGeom>
              <a:rect b="b" l="l" r="r" t="t"/>
              <a:pathLst>
                <a:path extrusionOk="0" h="4924" w="1979">
                  <a:moveTo>
                    <a:pt x="1" y="1"/>
                  </a:moveTo>
                  <a:cubicBezTo>
                    <a:pt x="607" y="1"/>
                    <a:pt x="1112" y="506"/>
                    <a:pt x="1112" y="1112"/>
                  </a:cubicBezTo>
                  <a:lnTo>
                    <a:pt x="1112" y="3812"/>
                  </a:lnTo>
                  <a:cubicBezTo>
                    <a:pt x="1112" y="4432"/>
                    <a:pt x="607" y="4923"/>
                    <a:pt x="1" y="4923"/>
                  </a:cubicBezTo>
                  <a:lnTo>
                    <a:pt x="867" y="4923"/>
                  </a:lnTo>
                  <a:cubicBezTo>
                    <a:pt x="1473" y="4923"/>
                    <a:pt x="1978" y="4432"/>
                    <a:pt x="1978" y="3812"/>
                  </a:cubicBezTo>
                  <a:lnTo>
                    <a:pt x="1978" y="1112"/>
                  </a:lnTo>
                  <a:cubicBezTo>
                    <a:pt x="1978" y="506"/>
                    <a:pt x="1473" y="1"/>
                    <a:pt x="867" y="1"/>
                  </a:cubicBezTo>
                  <a:close/>
                </a:path>
              </a:pathLst>
            </a:custGeom>
            <a:solidFill>
              <a:srgbClr val="7E93A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859" name="Google Shape;19859;p47"/>
            <p:cNvSpPr/>
            <p:nvPr/>
          </p:nvSpPr>
          <p:spPr>
            <a:xfrm>
              <a:off x="6841297" y="3080926"/>
              <a:ext cx="31799" cy="32192"/>
            </a:xfrm>
            <a:custGeom>
              <a:rect b="b" l="l" r="r" t="t"/>
              <a:pathLst>
                <a:path extrusionOk="0" h="1228" w="1213">
                  <a:moveTo>
                    <a:pt x="607" y="1"/>
                  </a:moveTo>
                  <a:cubicBezTo>
                    <a:pt x="275" y="1"/>
                    <a:pt x="0" y="275"/>
                    <a:pt x="0" y="607"/>
                  </a:cubicBezTo>
                  <a:cubicBezTo>
                    <a:pt x="0" y="954"/>
                    <a:pt x="275" y="1228"/>
                    <a:pt x="607" y="1228"/>
                  </a:cubicBezTo>
                  <a:cubicBezTo>
                    <a:pt x="953" y="1228"/>
                    <a:pt x="1213" y="954"/>
                    <a:pt x="1213" y="607"/>
                  </a:cubicBezTo>
                  <a:cubicBezTo>
                    <a:pt x="1213" y="275"/>
                    <a:pt x="953" y="1"/>
                    <a:pt x="607" y="1"/>
                  </a:cubicBezTo>
                  <a:close/>
                </a:path>
              </a:pathLst>
            </a:custGeom>
            <a:solidFill>
              <a:srgbClr val="7B90A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860" name="Google Shape;19860;p47"/>
            <p:cNvSpPr/>
            <p:nvPr/>
          </p:nvSpPr>
          <p:spPr>
            <a:xfrm>
              <a:off x="6830706" y="3113091"/>
              <a:ext cx="53374" cy="31825"/>
            </a:xfrm>
            <a:custGeom>
              <a:rect b="b" l="l" r="r" t="t"/>
              <a:pathLst>
                <a:path extrusionOk="0" h="1214" w="2036">
                  <a:moveTo>
                    <a:pt x="895" y="1"/>
                  </a:moveTo>
                  <a:cubicBezTo>
                    <a:pt x="404" y="1"/>
                    <a:pt x="0" y="391"/>
                    <a:pt x="0" y="882"/>
                  </a:cubicBezTo>
                  <a:lnTo>
                    <a:pt x="0" y="896"/>
                  </a:lnTo>
                  <a:cubicBezTo>
                    <a:pt x="0" y="1069"/>
                    <a:pt x="145" y="1214"/>
                    <a:pt x="318" y="1214"/>
                  </a:cubicBezTo>
                  <a:lnTo>
                    <a:pt x="1718" y="1214"/>
                  </a:lnTo>
                  <a:cubicBezTo>
                    <a:pt x="1891" y="1214"/>
                    <a:pt x="2036" y="1069"/>
                    <a:pt x="2036" y="896"/>
                  </a:cubicBezTo>
                  <a:lnTo>
                    <a:pt x="2036" y="882"/>
                  </a:lnTo>
                  <a:cubicBezTo>
                    <a:pt x="2036" y="391"/>
                    <a:pt x="1631" y="1"/>
                    <a:pt x="1155" y="1"/>
                  </a:cubicBezTo>
                  <a:close/>
                </a:path>
              </a:pathLst>
            </a:custGeom>
            <a:solidFill>
              <a:srgbClr val="7B90A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861" name="Google Shape;19861;p47"/>
            <p:cNvSpPr/>
            <p:nvPr/>
          </p:nvSpPr>
          <p:spPr>
            <a:xfrm>
              <a:off x="6725112" y="2972343"/>
              <a:ext cx="95396" cy="10984"/>
            </a:xfrm>
            <a:custGeom>
              <a:rect b="b" l="l" r="r" t="t"/>
              <a:pathLst>
                <a:path extrusionOk="0" h="419" w="3639">
                  <a:moveTo>
                    <a:pt x="289" y="0"/>
                  </a:moveTo>
                  <a:cubicBezTo>
                    <a:pt x="1" y="0"/>
                    <a:pt x="1" y="419"/>
                    <a:pt x="289" y="419"/>
                  </a:cubicBezTo>
                  <a:lnTo>
                    <a:pt x="3350" y="419"/>
                  </a:lnTo>
                  <a:cubicBezTo>
                    <a:pt x="3638" y="419"/>
                    <a:pt x="3638" y="0"/>
                    <a:pt x="3350" y="0"/>
                  </a:cubicBezTo>
                  <a:close/>
                </a:path>
              </a:pathLst>
            </a:custGeom>
            <a:solidFill>
              <a:srgbClr val="5E748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862" name="Google Shape;19862;p47"/>
            <p:cNvSpPr/>
            <p:nvPr/>
          </p:nvSpPr>
          <p:spPr>
            <a:xfrm>
              <a:off x="6725112" y="2995045"/>
              <a:ext cx="95396" cy="10984"/>
            </a:xfrm>
            <a:custGeom>
              <a:rect b="b" l="l" r="r" t="t"/>
              <a:pathLst>
                <a:path extrusionOk="0" h="419" w="3639">
                  <a:moveTo>
                    <a:pt x="289" y="0"/>
                  </a:moveTo>
                  <a:cubicBezTo>
                    <a:pt x="1" y="0"/>
                    <a:pt x="1" y="419"/>
                    <a:pt x="289" y="419"/>
                  </a:cubicBezTo>
                  <a:lnTo>
                    <a:pt x="3350" y="419"/>
                  </a:lnTo>
                  <a:cubicBezTo>
                    <a:pt x="3638" y="419"/>
                    <a:pt x="3638" y="0"/>
                    <a:pt x="3350" y="0"/>
                  </a:cubicBezTo>
                  <a:close/>
                </a:path>
              </a:pathLst>
            </a:custGeom>
            <a:solidFill>
              <a:srgbClr val="5E748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863" name="Google Shape;19863;p47"/>
            <p:cNvSpPr/>
            <p:nvPr/>
          </p:nvSpPr>
          <p:spPr>
            <a:xfrm>
              <a:off x="6725112" y="3017747"/>
              <a:ext cx="95396" cy="11377"/>
            </a:xfrm>
            <a:custGeom>
              <a:rect b="b" l="l" r="r" t="t"/>
              <a:pathLst>
                <a:path extrusionOk="0" h="434" w="3639">
                  <a:moveTo>
                    <a:pt x="289" y="0"/>
                  </a:moveTo>
                  <a:cubicBezTo>
                    <a:pt x="1" y="0"/>
                    <a:pt x="1" y="433"/>
                    <a:pt x="289" y="433"/>
                  </a:cubicBezTo>
                  <a:lnTo>
                    <a:pt x="3350" y="433"/>
                  </a:lnTo>
                  <a:cubicBezTo>
                    <a:pt x="3638" y="419"/>
                    <a:pt x="3638" y="0"/>
                    <a:pt x="3350" y="0"/>
                  </a:cubicBezTo>
                  <a:close/>
                </a:path>
              </a:pathLst>
            </a:custGeom>
            <a:solidFill>
              <a:srgbClr val="5E748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864" name="Google Shape;19864;p47"/>
            <p:cNvSpPr/>
            <p:nvPr/>
          </p:nvSpPr>
          <p:spPr>
            <a:xfrm>
              <a:off x="6664949" y="3138467"/>
              <a:ext cx="91595" cy="23095"/>
            </a:xfrm>
            <a:custGeom>
              <a:rect b="b" l="l" r="r" t="t"/>
              <a:pathLst>
                <a:path extrusionOk="0" h="881" w="3494">
                  <a:moveTo>
                    <a:pt x="174" y="0"/>
                  </a:moveTo>
                  <a:cubicBezTo>
                    <a:pt x="73" y="0"/>
                    <a:pt x="0" y="87"/>
                    <a:pt x="0" y="173"/>
                  </a:cubicBezTo>
                  <a:lnTo>
                    <a:pt x="0" y="707"/>
                  </a:lnTo>
                  <a:cubicBezTo>
                    <a:pt x="0" y="794"/>
                    <a:pt x="73" y="881"/>
                    <a:pt x="174" y="881"/>
                  </a:cubicBezTo>
                  <a:lnTo>
                    <a:pt x="3321" y="881"/>
                  </a:lnTo>
                  <a:cubicBezTo>
                    <a:pt x="3422" y="881"/>
                    <a:pt x="3494" y="794"/>
                    <a:pt x="3494" y="707"/>
                  </a:cubicBezTo>
                  <a:lnTo>
                    <a:pt x="3494" y="173"/>
                  </a:lnTo>
                  <a:cubicBezTo>
                    <a:pt x="3494" y="87"/>
                    <a:pt x="3422" y="0"/>
                    <a:pt x="3321" y="0"/>
                  </a:cubicBezTo>
                  <a:close/>
                </a:path>
              </a:pathLst>
            </a:custGeom>
            <a:solidFill>
              <a:srgbClr val="8598A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865" name="Google Shape;19865;p47"/>
            <p:cNvSpPr/>
            <p:nvPr/>
          </p:nvSpPr>
          <p:spPr>
            <a:xfrm>
              <a:off x="6663428" y="3178576"/>
              <a:ext cx="95003" cy="11377"/>
            </a:xfrm>
            <a:custGeom>
              <a:rect b="b" l="l" r="r" t="t"/>
              <a:pathLst>
                <a:path extrusionOk="0" h="434" w="3624">
                  <a:moveTo>
                    <a:pt x="275" y="0"/>
                  </a:moveTo>
                  <a:cubicBezTo>
                    <a:pt x="1" y="0"/>
                    <a:pt x="1" y="433"/>
                    <a:pt x="275" y="433"/>
                  </a:cubicBezTo>
                  <a:lnTo>
                    <a:pt x="3350" y="433"/>
                  </a:lnTo>
                  <a:cubicBezTo>
                    <a:pt x="3624" y="419"/>
                    <a:pt x="3624" y="0"/>
                    <a:pt x="3350" y="0"/>
                  </a:cubicBezTo>
                  <a:close/>
                </a:path>
              </a:pathLst>
            </a:custGeom>
            <a:solidFill>
              <a:srgbClr val="8598A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9866" name="Google Shape;19866;p47"/>
          <p:cNvGrpSpPr/>
          <p:nvPr/>
        </p:nvGrpSpPr>
        <p:grpSpPr>
          <a:xfrm>
            <a:off x="7491796" y="2945446"/>
            <a:ext cx="400801" cy="317543"/>
            <a:chOff x="7491796" y="2945446"/>
            <a:chExt cx="400801" cy="317543"/>
          </a:xfrm>
        </p:grpSpPr>
        <p:sp>
          <p:nvSpPr>
            <p:cNvPr id="19867" name="Google Shape;19867;p47"/>
            <p:cNvSpPr/>
            <p:nvPr/>
          </p:nvSpPr>
          <p:spPr>
            <a:xfrm>
              <a:off x="7491796" y="2998453"/>
              <a:ext cx="340611" cy="264536"/>
            </a:xfrm>
            <a:custGeom>
              <a:rect b="b" l="l" r="r" t="t"/>
              <a:pathLst>
                <a:path extrusionOk="0" h="10091" w="12993">
                  <a:moveTo>
                    <a:pt x="1" y="0"/>
                  </a:moveTo>
                  <a:lnTo>
                    <a:pt x="1" y="9787"/>
                  </a:lnTo>
                  <a:cubicBezTo>
                    <a:pt x="1" y="9960"/>
                    <a:pt x="145" y="10090"/>
                    <a:pt x="319" y="10090"/>
                  </a:cubicBezTo>
                  <a:lnTo>
                    <a:pt x="12675" y="10090"/>
                  </a:lnTo>
                  <a:cubicBezTo>
                    <a:pt x="12848" y="10090"/>
                    <a:pt x="12993" y="9960"/>
                    <a:pt x="12993" y="9787"/>
                  </a:cubicBezTo>
                  <a:lnTo>
                    <a:pt x="12993" y="0"/>
                  </a:lnTo>
                  <a:close/>
                </a:path>
              </a:pathLst>
            </a:custGeom>
            <a:solidFill>
              <a:srgbClr val="EFF1F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868" name="Google Shape;19868;p47"/>
            <p:cNvSpPr/>
            <p:nvPr/>
          </p:nvSpPr>
          <p:spPr>
            <a:xfrm>
              <a:off x="7491796" y="2998453"/>
              <a:ext cx="24249" cy="264536"/>
            </a:xfrm>
            <a:custGeom>
              <a:rect b="b" l="l" r="r" t="t"/>
              <a:pathLst>
                <a:path extrusionOk="0" h="10091" w="925">
                  <a:moveTo>
                    <a:pt x="1" y="0"/>
                  </a:moveTo>
                  <a:lnTo>
                    <a:pt x="1" y="9787"/>
                  </a:lnTo>
                  <a:cubicBezTo>
                    <a:pt x="1" y="9960"/>
                    <a:pt x="145" y="10090"/>
                    <a:pt x="319" y="10090"/>
                  </a:cubicBezTo>
                  <a:lnTo>
                    <a:pt x="925" y="10090"/>
                  </a:lnTo>
                  <a:cubicBezTo>
                    <a:pt x="752" y="10090"/>
                    <a:pt x="622" y="9960"/>
                    <a:pt x="622" y="9787"/>
                  </a:cubicBezTo>
                  <a:lnTo>
                    <a:pt x="622" y="0"/>
                  </a:lnTo>
                  <a:close/>
                </a:path>
              </a:pathLst>
            </a:custGeom>
            <a:solidFill>
              <a:srgbClr val="EFF2F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869" name="Google Shape;19869;p47"/>
            <p:cNvSpPr/>
            <p:nvPr/>
          </p:nvSpPr>
          <p:spPr>
            <a:xfrm>
              <a:off x="7541002" y="2945473"/>
              <a:ext cx="291406" cy="58669"/>
            </a:xfrm>
            <a:custGeom>
              <a:rect b="b" l="l" r="r" t="t"/>
              <a:pathLst>
                <a:path extrusionOk="0" h="2238" w="11116">
                  <a:moveTo>
                    <a:pt x="1" y="0"/>
                  </a:moveTo>
                  <a:lnTo>
                    <a:pt x="1" y="2238"/>
                  </a:lnTo>
                  <a:lnTo>
                    <a:pt x="11116" y="2238"/>
                  </a:lnTo>
                  <a:lnTo>
                    <a:pt x="11116" y="318"/>
                  </a:lnTo>
                  <a:cubicBezTo>
                    <a:pt x="11116" y="144"/>
                    <a:pt x="10971" y="0"/>
                    <a:pt x="10784" y="0"/>
                  </a:cubicBezTo>
                  <a:close/>
                </a:path>
              </a:pathLst>
            </a:custGeom>
            <a:solidFill>
              <a:srgbClr val="D3DCE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870" name="Google Shape;19870;p47"/>
            <p:cNvSpPr/>
            <p:nvPr/>
          </p:nvSpPr>
          <p:spPr>
            <a:xfrm>
              <a:off x="7491796" y="2945473"/>
              <a:ext cx="56415" cy="58669"/>
            </a:xfrm>
            <a:custGeom>
              <a:rect b="b" l="l" r="r" t="t"/>
              <a:pathLst>
                <a:path extrusionOk="0" h="2238" w="2152">
                  <a:moveTo>
                    <a:pt x="319" y="0"/>
                  </a:moveTo>
                  <a:cubicBezTo>
                    <a:pt x="145" y="0"/>
                    <a:pt x="1" y="144"/>
                    <a:pt x="1" y="318"/>
                  </a:cubicBezTo>
                  <a:lnTo>
                    <a:pt x="1" y="2238"/>
                  </a:lnTo>
                  <a:lnTo>
                    <a:pt x="2152" y="2238"/>
                  </a:lnTo>
                  <a:lnTo>
                    <a:pt x="2152" y="0"/>
                  </a:lnTo>
                  <a:close/>
                </a:path>
              </a:pathLst>
            </a:custGeom>
            <a:solidFill>
              <a:srgbClr val="95A6B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871" name="Google Shape;19871;p47"/>
            <p:cNvSpPr/>
            <p:nvPr/>
          </p:nvSpPr>
          <p:spPr>
            <a:xfrm>
              <a:off x="7491796" y="2945446"/>
              <a:ext cx="24642" cy="58695"/>
            </a:xfrm>
            <a:custGeom>
              <a:rect b="b" l="l" r="r" t="t"/>
              <a:pathLst>
                <a:path extrusionOk="0" h="2239" w="940">
                  <a:moveTo>
                    <a:pt x="915" y="0"/>
                  </a:moveTo>
                  <a:cubicBezTo>
                    <a:pt x="907" y="0"/>
                    <a:pt x="899" y="0"/>
                    <a:pt x="891" y="1"/>
                  </a:cubicBezTo>
                  <a:lnTo>
                    <a:pt x="939" y="1"/>
                  </a:lnTo>
                  <a:cubicBezTo>
                    <a:pt x="931" y="0"/>
                    <a:pt x="923" y="0"/>
                    <a:pt x="915" y="0"/>
                  </a:cubicBezTo>
                  <a:close/>
                  <a:moveTo>
                    <a:pt x="319" y="1"/>
                  </a:moveTo>
                  <a:cubicBezTo>
                    <a:pt x="145" y="1"/>
                    <a:pt x="1" y="145"/>
                    <a:pt x="1" y="319"/>
                  </a:cubicBezTo>
                  <a:lnTo>
                    <a:pt x="1" y="2239"/>
                  </a:lnTo>
                  <a:lnTo>
                    <a:pt x="607" y="2239"/>
                  </a:lnTo>
                  <a:lnTo>
                    <a:pt x="607" y="319"/>
                  </a:lnTo>
                  <a:cubicBezTo>
                    <a:pt x="607" y="148"/>
                    <a:pt x="738" y="14"/>
                    <a:pt x="891" y="1"/>
                  </a:cubicBezTo>
                  <a:close/>
                </a:path>
              </a:pathLst>
            </a:custGeom>
            <a:solidFill>
              <a:srgbClr val="8598A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872" name="Google Shape;19872;p47"/>
            <p:cNvSpPr/>
            <p:nvPr/>
          </p:nvSpPr>
          <p:spPr>
            <a:xfrm>
              <a:off x="7568632" y="2968542"/>
              <a:ext cx="228962" cy="12138"/>
            </a:xfrm>
            <a:custGeom>
              <a:rect b="b" l="l" r="r" t="t"/>
              <a:pathLst>
                <a:path extrusionOk="0" h="463" w="8734">
                  <a:moveTo>
                    <a:pt x="303" y="1"/>
                  </a:moveTo>
                  <a:cubicBezTo>
                    <a:pt x="0" y="1"/>
                    <a:pt x="0" y="463"/>
                    <a:pt x="303" y="463"/>
                  </a:cubicBezTo>
                  <a:lnTo>
                    <a:pt x="8416" y="463"/>
                  </a:lnTo>
                  <a:cubicBezTo>
                    <a:pt x="8734" y="463"/>
                    <a:pt x="8734" y="1"/>
                    <a:pt x="8416" y="1"/>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873" name="Google Shape;19873;p47"/>
            <p:cNvSpPr/>
            <p:nvPr/>
          </p:nvSpPr>
          <p:spPr>
            <a:xfrm>
              <a:off x="7656793" y="3073402"/>
              <a:ext cx="225947" cy="122450"/>
            </a:xfrm>
            <a:custGeom>
              <a:rect b="b" l="l" r="r" t="t"/>
              <a:pathLst>
                <a:path extrusionOk="0" h="4671" w="8619">
                  <a:moveTo>
                    <a:pt x="8354" y="0"/>
                  </a:moveTo>
                  <a:cubicBezTo>
                    <a:pt x="8289" y="0"/>
                    <a:pt x="8226" y="30"/>
                    <a:pt x="8186" y="86"/>
                  </a:cubicBezTo>
                  <a:lnTo>
                    <a:pt x="5226" y="3781"/>
                  </a:lnTo>
                  <a:lnTo>
                    <a:pt x="2946" y="1962"/>
                  </a:lnTo>
                  <a:cubicBezTo>
                    <a:pt x="2902" y="1926"/>
                    <a:pt x="2848" y="1908"/>
                    <a:pt x="2796" y="1908"/>
                  </a:cubicBezTo>
                  <a:cubicBezTo>
                    <a:pt x="2744" y="1908"/>
                    <a:pt x="2693" y="1926"/>
                    <a:pt x="2657" y="1962"/>
                  </a:cubicBezTo>
                  <a:lnTo>
                    <a:pt x="188" y="4258"/>
                  </a:lnTo>
                  <a:cubicBezTo>
                    <a:pt x="0" y="4413"/>
                    <a:pt x="161" y="4670"/>
                    <a:pt x="343" y="4670"/>
                  </a:cubicBezTo>
                  <a:cubicBezTo>
                    <a:pt x="399" y="4670"/>
                    <a:pt x="456" y="4647"/>
                    <a:pt x="506" y="4590"/>
                  </a:cubicBezTo>
                  <a:lnTo>
                    <a:pt x="2816" y="2439"/>
                  </a:lnTo>
                  <a:lnTo>
                    <a:pt x="5125" y="4287"/>
                  </a:lnTo>
                  <a:cubicBezTo>
                    <a:pt x="5167" y="4317"/>
                    <a:pt x="5217" y="4332"/>
                    <a:pt x="5266" y="4332"/>
                  </a:cubicBezTo>
                  <a:cubicBezTo>
                    <a:pt x="5334" y="4332"/>
                    <a:pt x="5401" y="4302"/>
                    <a:pt x="5443" y="4243"/>
                  </a:cubicBezTo>
                  <a:lnTo>
                    <a:pt x="8547" y="375"/>
                  </a:lnTo>
                  <a:cubicBezTo>
                    <a:pt x="8619" y="274"/>
                    <a:pt x="8604" y="129"/>
                    <a:pt x="8503" y="57"/>
                  </a:cubicBezTo>
                  <a:cubicBezTo>
                    <a:pt x="8459" y="19"/>
                    <a:pt x="8405" y="0"/>
                    <a:pt x="8354" y="0"/>
                  </a:cubicBezTo>
                  <a:close/>
                </a:path>
              </a:pathLst>
            </a:custGeom>
            <a:solidFill>
              <a:srgbClr val="E6EBE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874" name="Google Shape;19874;p47"/>
            <p:cNvSpPr/>
            <p:nvPr/>
          </p:nvSpPr>
          <p:spPr>
            <a:xfrm>
              <a:off x="7649610" y="3172888"/>
              <a:ext cx="32952" cy="32952"/>
            </a:xfrm>
            <a:custGeom>
              <a:rect b="b" l="l" r="r" t="t"/>
              <a:pathLst>
                <a:path extrusionOk="0" h="1257" w="1257">
                  <a:moveTo>
                    <a:pt x="621" y="1"/>
                  </a:moveTo>
                  <a:cubicBezTo>
                    <a:pt x="275" y="1"/>
                    <a:pt x="1" y="275"/>
                    <a:pt x="1" y="636"/>
                  </a:cubicBezTo>
                  <a:cubicBezTo>
                    <a:pt x="1" y="982"/>
                    <a:pt x="275" y="1257"/>
                    <a:pt x="621" y="1257"/>
                  </a:cubicBezTo>
                  <a:cubicBezTo>
                    <a:pt x="968" y="1257"/>
                    <a:pt x="1256" y="982"/>
                    <a:pt x="1256" y="636"/>
                  </a:cubicBezTo>
                  <a:cubicBezTo>
                    <a:pt x="1256" y="275"/>
                    <a:pt x="968" y="1"/>
                    <a:pt x="621" y="1"/>
                  </a:cubicBezTo>
                  <a:close/>
                </a:path>
              </a:pathLst>
            </a:custGeom>
            <a:solidFill>
              <a:srgbClr val="95A6B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875" name="Google Shape;19875;p47"/>
            <p:cNvSpPr/>
            <p:nvPr/>
          </p:nvSpPr>
          <p:spPr>
            <a:xfrm>
              <a:off x="7778273" y="3164184"/>
              <a:ext cx="32952" cy="33345"/>
            </a:xfrm>
            <a:custGeom>
              <a:rect b="b" l="l" r="r" t="t"/>
              <a:pathLst>
                <a:path extrusionOk="0" h="1272" w="1257">
                  <a:moveTo>
                    <a:pt x="636" y="1"/>
                  </a:moveTo>
                  <a:cubicBezTo>
                    <a:pt x="275" y="1"/>
                    <a:pt x="1" y="289"/>
                    <a:pt x="1" y="636"/>
                  </a:cubicBezTo>
                  <a:cubicBezTo>
                    <a:pt x="1" y="982"/>
                    <a:pt x="275" y="1271"/>
                    <a:pt x="636" y="1271"/>
                  </a:cubicBezTo>
                  <a:cubicBezTo>
                    <a:pt x="982" y="1271"/>
                    <a:pt x="1256" y="982"/>
                    <a:pt x="1256" y="636"/>
                  </a:cubicBezTo>
                  <a:cubicBezTo>
                    <a:pt x="1256" y="289"/>
                    <a:pt x="982" y="1"/>
                    <a:pt x="636" y="1"/>
                  </a:cubicBezTo>
                  <a:close/>
                </a:path>
              </a:pathLst>
            </a:custGeom>
            <a:solidFill>
              <a:srgbClr val="8EA0A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876" name="Google Shape;19876;p47"/>
            <p:cNvSpPr/>
            <p:nvPr/>
          </p:nvSpPr>
          <p:spPr>
            <a:xfrm>
              <a:off x="7859252" y="3062785"/>
              <a:ext cx="33345" cy="33319"/>
            </a:xfrm>
            <a:custGeom>
              <a:rect b="b" l="l" r="r" t="t"/>
              <a:pathLst>
                <a:path extrusionOk="0" h="1271" w="1272">
                  <a:moveTo>
                    <a:pt x="636" y="0"/>
                  </a:moveTo>
                  <a:cubicBezTo>
                    <a:pt x="289" y="0"/>
                    <a:pt x="1" y="289"/>
                    <a:pt x="1" y="635"/>
                  </a:cubicBezTo>
                  <a:cubicBezTo>
                    <a:pt x="1" y="982"/>
                    <a:pt x="289" y="1270"/>
                    <a:pt x="636" y="1270"/>
                  </a:cubicBezTo>
                  <a:cubicBezTo>
                    <a:pt x="982" y="1270"/>
                    <a:pt x="1271" y="982"/>
                    <a:pt x="1271" y="635"/>
                  </a:cubicBezTo>
                  <a:cubicBezTo>
                    <a:pt x="1271" y="289"/>
                    <a:pt x="982" y="0"/>
                    <a:pt x="636" y="0"/>
                  </a:cubicBezTo>
                  <a:close/>
                </a:path>
              </a:pathLst>
            </a:custGeom>
            <a:solidFill>
              <a:srgbClr val="8C9EA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877" name="Google Shape;19877;p47"/>
            <p:cNvSpPr/>
            <p:nvPr/>
          </p:nvSpPr>
          <p:spPr>
            <a:xfrm>
              <a:off x="7713942" y="3112724"/>
              <a:ext cx="32952" cy="33319"/>
            </a:xfrm>
            <a:custGeom>
              <a:rect b="b" l="l" r="r" t="t"/>
              <a:pathLst>
                <a:path extrusionOk="0" h="1271" w="1257">
                  <a:moveTo>
                    <a:pt x="621" y="1"/>
                  </a:moveTo>
                  <a:cubicBezTo>
                    <a:pt x="275" y="1"/>
                    <a:pt x="1" y="289"/>
                    <a:pt x="1" y="636"/>
                  </a:cubicBezTo>
                  <a:cubicBezTo>
                    <a:pt x="1" y="982"/>
                    <a:pt x="275" y="1271"/>
                    <a:pt x="621" y="1271"/>
                  </a:cubicBezTo>
                  <a:cubicBezTo>
                    <a:pt x="982" y="1271"/>
                    <a:pt x="1256" y="982"/>
                    <a:pt x="1256" y="636"/>
                  </a:cubicBezTo>
                  <a:cubicBezTo>
                    <a:pt x="1256" y="289"/>
                    <a:pt x="982" y="1"/>
                    <a:pt x="621" y="1"/>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878" name="Google Shape;19878;p47"/>
            <p:cNvSpPr/>
            <p:nvPr/>
          </p:nvSpPr>
          <p:spPr>
            <a:xfrm>
              <a:off x="7649610" y="3172704"/>
              <a:ext cx="24616" cy="33319"/>
            </a:xfrm>
            <a:custGeom>
              <a:rect b="b" l="l" r="r" t="t"/>
              <a:pathLst>
                <a:path extrusionOk="0" h="1271" w="939">
                  <a:moveTo>
                    <a:pt x="635" y="1"/>
                  </a:moveTo>
                  <a:cubicBezTo>
                    <a:pt x="305" y="1"/>
                    <a:pt x="1" y="264"/>
                    <a:pt x="1" y="628"/>
                  </a:cubicBezTo>
                  <a:cubicBezTo>
                    <a:pt x="1" y="1004"/>
                    <a:pt x="305" y="1270"/>
                    <a:pt x="636" y="1270"/>
                  </a:cubicBezTo>
                  <a:cubicBezTo>
                    <a:pt x="737" y="1270"/>
                    <a:pt x="841" y="1245"/>
                    <a:pt x="939" y="1191"/>
                  </a:cubicBezTo>
                  <a:cubicBezTo>
                    <a:pt x="737" y="1076"/>
                    <a:pt x="621" y="859"/>
                    <a:pt x="621" y="643"/>
                  </a:cubicBezTo>
                  <a:cubicBezTo>
                    <a:pt x="607" y="412"/>
                    <a:pt x="737" y="195"/>
                    <a:pt x="939" y="80"/>
                  </a:cubicBezTo>
                  <a:cubicBezTo>
                    <a:pt x="841" y="26"/>
                    <a:pt x="737" y="1"/>
                    <a:pt x="635" y="1"/>
                  </a:cubicBezTo>
                  <a:close/>
                </a:path>
              </a:pathLst>
            </a:custGeom>
            <a:solidFill>
              <a:srgbClr val="8598A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879" name="Google Shape;19879;p47"/>
            <p:cNvSpPr/>
            <p:nvPr/>
          </p:nvSpPr>
          <p:spPr>
            <a:xfrm>
              <a:off x="7778273" y="3164237"/>
              <a:ext cx="24616" cy="33083"/>
            </a:xfrm>
            <a:custGeom>
              <a:rect b="b" l="l" r="r" t="t"/>
              <a:pathLst>
                <a:path extrusionOk="0" h="1262" w="939">
                  <a:moveTo>
                    <a:pt x="631" y="0"/>
                  </a:moveTo>
                  <a:cubicBezTo>
                    <a:pt x="302" y="0"/>
                    <a:pt x="1" y="271"/>
                    <a:pt x="1" y="634"/>
                  </a:cubicBezTo>
                  <a:cubicBezTo>
                    <a:pt x="1" y="998"/>
                    <a:pt x="305" y="1261"/>
                    <a:pt x="635" y="1261"/>
                  </a:cubicBezTo>
                  <a:cubicBezTo>
                    <a:pt x="737" y="1261"/>
                    <a:pt x="841" y="1237"/>
                    <a:pt x="939" y="1182"/>
                  </a:cubicBezTo>
                  <a:cubicBezTo>
                    <a:pt x="737" y="1067"/>
                    <a:pt x="621" y="865"/>
                    <a:pt x="621" y="634"/>
                  </a:cubicBezTo>
                  <a:cubicBezTo>
                    <a:pt x="607" y="403"/>
                    <a:pt x="737" y="186"/>
                    <a:pt x="939" y="85"/>
                  </a:cubicBezTo>
                  <a:cubicBezTo>
                    <a:pt x="839" y="27"/>
                    <a:pt x="734" y="0"/>
                    <a:pt x="631" y="0"/>
                  </a:cubicBezTo>
                  <a:close/>
                </a:path>
              </a:pathLst>
            </a:custGeom>
            <a:solidFill>
              <a:srgbClr val="D5DEE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880" name="Google Shape;19880;p47"/>
            <p:cNvSpPr/>
            <p:nvPr/>
          </p:nvSpPr>
          <p:spPr>
            <a:xfrm>
              <a:off x="7859252" y="3062968"/>
              <a:ext cx="24642" cy="33083"/>
            </a:xfrm>
            <a:custGeom>
              <a:rect b="b" l="l" r="r" t="t"/>
              <a:pathLst>
                <a:path extrusionOk="0" h="1262" w="940">
                  <a:moveTo>
                    <a:pt x="635" y="1"/>
                  </a:moveTo>
                  <a:cubicBezTo>
                    <a:pt x="305" y="1"/>
                    <a:pt x="1" y="264"/>
                    <a:pt x="1" y="628"/>
                  </a:cubicBezTo>
                  <a:cubicBezTo>
                    <a:pt x="1" y="991"/>
                    <a:pt x="302" y="1262"/>
                    <a:pt x="631" y="1262"/>
                  </a:cubicBezTo>
                  <a:cubicBezTo>
                    <a:pt x="734" y="1262"/>
                    <a:pt x="839" y="1235"/>
                    <a:pt x="939" y="1177"/>
                  </a:cubicBezTo>
                  <a:cubicBezTo>
                    <a:pt x="751" y="1076"/>
                    <a:pt x="621" y="859"/>
                    <a:pt x="621" y="628"/>
                  </a:cubicBezTo>
                  <a:cubicBezTo>
                    <a:pt x="621" y="397"/>
                    <a:pt x="737" y="195"/>
                    <a:pt x="939" y="80"/>
                  </a:cubicBezTo>
                  <a:cubicBezTo>
                    <a:pt x="841" y="25"/>
                    <a:pt x="737" y="1"/>
                    <a:pt x="635" y="1"/>
                  </a:cubicBezTo>
                  <a:close/>
                </a:path>
              </a:pathLst>
            </a:custGeom>
            <a:solidFill>
              <a:srgbClr val="D6DFE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881" name="Google Shape;19881;p47"/>
            <p:cNvSpPr/>
            <p:nvPr/>
          </p:nvSpPr>
          <p:spPr>
            <a:xfrm>
              <a:off x="7713942" y="3112777"/>
              <a:ext cx="24616" cy="33083"/>
            </a:xfrm>
            <a:custGeom>
              <a:rect b="b" l="l" r="r" t="t"/>
              <a:pathLst>
                <a:path extrusionOk="0" h="1262" w="939">
                  <a:moveTo>
                    <a:pt x="631" y="0"/>
                  </a:moveTo>
                  <a:cubicBezTo>
                    <a:pt x="302" y="0"/>
                    <a:pt x="1" y="271"/>
                    <a:pt x="1" y="634"/>
                  </a:cubicBezTo>
                  <a:cubicBezTo>
                    <a:pt x="1" y="998"/>
                    <a:pt x="305" y="1261"/>
                    <a:pt x="635" y="1261"/>
                  </a:cubicBezTo>
                  <a:cubicBezTo>
                    <a:pt x="737" y="1261"/>
                    <a:pt x="841" y="1236"/>
                    <a:pt x="939" y="1182"/>
                  </a:cubicBezTo>
                  <a:cubicBezTo>
                    <a:pt x="737" y="1067"/>
                    <a:pt x="607" y="865"/>
                    <a:pt x="607" y="634"/>
                  </a:cubicBezTo>
                  <a:cubicBezTo>
                    <a:pt x="607" y="403"/>
                    <a:pt x="737" y="186"/>
                    <a:pt x="939" y="85"/>
                  </a:cubicBezTo>
                  <a:cubicBezTo>
                    <a:pt x="839" y="27"/>
                    <a:pt x="734" y="0"/>
                    <a:pt x="631" y="0"/>
                  </a:cubicBezTo>
                  <a:close/>
                </a:path>
              </a:pathLst>
            </a:custGeom>
            <a:solidFill>
              <a:srgbClr val="90A7B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882" name="Google Shape;19882;p47"/>
            <p:cNvSpPr/>
            <p:nvPr/>
          </p:nvSpPr>
          <p:spPr>
            <a:xfrm>
              <a:off x="7530411" y="3104021"/>
              <a:ext cx="101452" cy="12138"/>
            </a:xfrm>
            <a:custGeom>
              <a:rect b="b" l="l" r="r" t="t"/>
              <a:pathLst>
                <a:path extrusionOk="0" h="463" w="3870">
                  <a:moveTo>
                    <a:pt x="318" y="1"/>
                  </a:moveTo>
                  <a:cubicBezTo>
                    <a:pt x="0" y="1"/>
                    <a:pt x="0" y="462"/>
                    <a:pt x="318" y="462"/>
                  </a:cubicBezTo>
                  <a:lnTo>
                    <a:pt x="3566" y="462"/>
                  </a:lnTo>
                  <a:cubicBezTo>
                    <a:pt x="3869" y="462"/>
                    <a:pt x="3869" y="1"/>
                    <a:pt x="3566" y="1"/>
                  </a:cubicBezTo>
                  <a:close/>
                </a:path>
              </a:pathLst>
            </a:custGeom>
            <a:solidFill>
              <a:srgbClr val="E6EBE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883" name="Google Shape;19883;p47"/>
            <p:cNvSpPr/>
            <p:nvPr/>
          </p:nvSpPr>
          <p:spPr>
            <a:xfrm>
              <a:off x="7530411" y="3133539"/>
              <a:ext cx="101452" cy="12138"/>
            </a:xfrm>
            <a:custGeom>
              <a:rect b="b" l="l" r="r" t="t"/>
              <a:pathLst>
                <a:path extrusionOk="0" h="463" w="3870">
                  <a:moveTo>
                    <a:pt x="318" y="0"/>
                  </a:moveTo>
                  <a:cubicBezTo>
                    <a:pt x="0" y="0"/>
                    <a:pt x="0" y="462"/>
                    <a:pt x="318" y="462"/>
                  </a:cubicBezTo>
                  <a:lnTo>
                    <a:pt x="3566" y="462"/>
                  </a:lnTo>
                  <a:cubicBezTo>
                    <a:pt x="3869" y="462"/>
                    <a:pt x="3869" y="0"/>
                    <a:pt x="3566" y="0"/>
                  </a:cubicBezTo>
                  <a:close/>
                </a:path>
              </a:pathLst>
            </a:custGeom>
            <a:solidFill>
              <a:srgbClr val="E6EBE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884" name="Google Shape;19884;p47"/>
            <p:cNvSpPr/>
            <p:nvPr/>
          </p:nvSpPr>
          <p:spPr>
            <a:xfrm>
              <a:off x="7530411" y="3163057"/>
              <a:ext cx="101452" cy="12138"/>
            </a:xfrm>
            <a:custGeom>
              <a:rect b="b" l="l" r="r" t="t"/>
              <a:pathLst>
                <a:path extrusionOk="0" h="463" w="3870">
                  <a:moveTo>
                    <a:pt x="318" y="0"/>
                  </a:moveTo>
                  <a:cubicBezTo>
                    <a:pt x="0" y="0"/>
                    <a:pt x="0" y="462"/>
                    <a:pt x="318" y="462"/>
                  </a:cubicBezTo>
                  <a:lnTo>
                    <a:pt x="3566" y="462"/>
                  </a:lnTo>
                  <a:cubicBezTo>
                    <a:pt x="3869" y="462"/>
                    <a:pt x="3869" y="0"/>
                    <a:pt x="3566" y="0"/>
                  </a:cubicBezTo>
                  <a:close/>
                </a:path>
              </a:pathLst>
            </a:custGeom>
            <a:solidFill>
              <a:srgbClr val="E6EBE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885" name="Google Shape;19885;p47"/>
            <p:cNvSpPr/>
            <p:nvPr/>
          </p:nvSpPr>
          <p:spPr>
            <a:xfrm>
              <a:off x="7530411" y="3192575"/>
              <a:ext cx="101452" cy="12138"/>
            </a:xfrm>
            <a:custGeom>
              <a:rect b="b" l="l" r="r" t="t"/>
              <a:pathLst>
                <a:path extrusionOk="0" h="463" w="3870">
                  <a:moveTo>
                    <a:pt x="318" y="0"/>
                  </a:moveTo>
                  <a:cubicBezTo>
                    <a:pt x="0" y="0"/>
                    <a:pt x="0" y="462"/>
                    <a:pt x="318" y="462"/>
                  </a:cubicBezTo>
                  <a:lnTo>
                    <a:pt x="3566" y="462"/>
                  </a:lnTo>
                  <a:cubicBezTo>
                    <a:pt x="3869" y="462"/>
                    <a:pt x="3869" y="0"/>
                    <a:pt x="3566" y="0"/>
                  </a:cubicBezTo>
                  <a:close/>
                </a:path>
              </a:pathLst>
            </a:custGeom>
            <a:solidFill>
              <a:srgbClr val="E6EBE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886" name="Google Shape;19886;p47"/>
            <p:cNvSpPr/>
            <p:nvPr/>
          </p:nvSpPr>
          <p:spPr>
            <a:xfrm>
              <a:off x="7530411" y="3222093"/>
              <a:ext cx="101452" cy="12138"/>
            </a:xfrm>
            <a:custGeom>
              <a:rect b="b" l="l" r="r" t="t"/>
              <a:pathLst>
                <a:path extrusionOk="0" h="463" w="3870">
                  <a:moveTo>
                    <a:pt x="318" y="0"/>
                  </a:moveTo>
                  <a:cubicBezTo>
                    <a:pt x="0" y="0"/>
                    <a:pt x="0" y="462"/>
                    <a:pt x="318" y="462"/>
                  </a:cubicBezTo>
                  <a:lnTo>
                    <a:pt x="3566" y="462"/>
                  </a:lnTo>
                  <a:cubicBezTo>
                    <a:pt x="3869" y="462"/>
                    <a:pt x="3869" y="0"/>
                    <a:pt x="3566" y="0"/>
                  </a:cubicBezTo>
                  <a:close/>
                </a:path>
              </a:pathLst>
            </a:custGeom>
            <a:solidFill>
              <a:srgbClr val="E6EBE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887" name="Google Shape;19887;p47"/>
            <p:cNvSpPr/>
            <p:nvPr/>
          </p:nvSpPr>
          <p:spPr>
            <a:xfrm>
              <a:off x="7538354" y="3035521"/>
              <a:ext cx="247522" cy="44303"/>
            </a:xfrm>
            <a:custGeom>
              <a:rect b="b" l="l" r="r" t="t"/>
              <a:pathLst>
                <a:path extrusionOk="0" h="1690" w="9442">
                  <a:moveTo>
                    <a:pt x="361" y="1"/>
                  </a:moveTo>
                  <a:cubicBezTo>
                    <a:pt x="159" y="1"/>
                    <a:pt x="0" y="160"/>
                    <a:pt x="0" y="362"/>
                  </a:cubicBezTo>
                  <a:lnTo>
                    <a:pt x="0" y="1329"/>
                  </a:lnTo>
                  <a:cubicBezTo>
                    <a:pt x="0" y="1531"/>
                    <a:pt x="159" y="1690"/>
                    <a:pt x="361" y="1690"/>
                  </a:cubicBezTo>
                  <a:lnTo>
                    <a:pt x="9080" y="1690"/>
                  </a:lnTo>
                  <a:cubicBezTo>
                    <a:pt x="9282" y="1690"/>
                    <a:pt x="9441" y="1531"/>
                    <a:pt x="9441" y="1329"/>
                  </a:cubicBezTo>
                  <a:lnTo>
                    <a:pt x="9441" y="362"/>
                  </a:lnTo>
                  <a:cubicBezTo>
                    <a:pt x="9441" y="160"/>
                    <a:pt x="9282" y="1"/>
                    <a:pt x="9080" y="1"/>
                  </a:cubicBezTo>
                  <a:close/>
                </a:path>
              </a:pathLst>
            </a:custGeom>
            <a:solidFill>
              <a:srgbClr val="8C9EA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888" name="Google Shape;19888;p47"/>
            <p:cNvSpPr/>
            <p:nvPr/>
          </p:nvSpPr>
          <p:spPr>
            <a:xfrm>
              <a:off x="7538721" y="3054081"/>
              <a:ext cx="246762" cy="25743"/>
            </a:xfrm>
            <a:custGeom>
              <a:rect b="b" l="l" r="r" t="t"/>
              <a:pathLst>
                <a:path extrusionOk="0" h="982" w="9413">
                  <a:moveTo>
                    <a:pt x="9413" y="0"/>
                  </a:moveTo>
                  <a:cubicBezTo>
                    <a:pt x="9413" y="202"/>
                    <a:pt x="9254" y="361"/>
                    <a:pt x="9052" y="375"/>
                  </a:cubicBezTo>
                  <a:lnTo>
                    <a:pt x="362" y="375"/>
                  </a:lnTo>
                  <a:cubicBezTo>
                    <a:pt x="160" y="361"/>
                    <a:pt x="1" y="202"/>
                    <a:pt x="1" y="14"/>
                  </a:cubicBezTo>
                  <a:lnTo>
                    <a:pt x="1" y="621"/>
                  </a:lnTo>
                  <a:cubicBezTo>
                    <a:pt x="1" y="823"/>
                    <a:pt x="160" y="982"/>
                    <a:pt x="362" y="982"/>
                  </a:cubicBezTo>
                  <a:lnTo>
                    <a:pt x="9052" y="982"/>
                  </a:lnTo>
                  <a:cubicBezTo>
                    <a:pt x="9254" y="982"/>
                    <a:pt x="9413" y="823"/>
                    <a:pt x="9413" y="621"/>
                  </a:cubicBezTo>
                  <a:lnTo>
                    <a:pt x="9413" y="0"/>
                  </a:lnTo>
                  <a:close/>
                </a:path>
              </a:pathLst>
            </a:custGeom>
            <a:solidFill>
              <a:srgbClr val="D6DFE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9889" name="Google Shape;19889;p47"/>
          <p:cNvGrpSpPr/>
          <p:nvPr/>
        </p:nvGrpSpPr>
        <p:grpSpPr>
          <a:xfrm>
            <a:off x="7045643" y="2907723"/>
            <a:ext cx="345304" cy="365856"/>
            <a:chOff x="7045643" y="2907723"/>
            <a:chExt cx="345304" cy="365856"/>
          </a:xfrm>
        </p:grpSpPr>
        <p:sp>
          <p:nvSpPr>
            <p:cNvPr id="19890" name="Google Shape;19890;p47"/>
            <p:cNvSpPr/>
            <p:nvPr/>
          </p:nvSpPr>
          <p:spPr>
            <a:xfrm>
              <a:off x="7101638" y="2970429"/>
              <a:ext cx="231636" cy="284223"/>
            </a:xfrm>
            <a:custGeom>
              <a:rect b="b" l="l" r="r" t="t"/>
              <a:pathLst>
                <a:path extrusionOk="0" h="10842" w="8836">
                  <a:moveTo>
                    <a:pt x="4418" y="1"/>
                  </a:moveTo>
                  <a:cubicBezTo>
                    <a:pt x="2498" y="1"/>
                    <a:pt x="838" y="1329"/>
                    <a:pt x="420" y="3205"/>
                  </a:cubicBezTo>
                  <a:cubicBezTo>
                    <a:pt x="1" y="5082"/>
                    <a:pt x="939" y="6988"/>
                    <a:pt x="2672" y="7810"/>
                  </a:cubicBezTo>
                  <a:cubicBezTo>
                    <a:pt x="3004" y="7969"/>
                    <a:pt x="3220" y="8301"/>
                    <a:pt x="3220" y="8676"/>
                  </a:cubicBezTo>
                  <a:lnTo>
                    <a:pt x="3220" y="10365"/>
                  </a:lnTo>
                  <a:cubicBezTo>
                    <a:pt x="3220" y="10625"/>
                    <a:pt x="3437" y="10842"/>
                    <a:pt x="3696" y="10842"/>
                  </a:cubicBezTo>
                  <a:lnTo>
                    <a:pt x="5140" y="10842"/>
                  </a:lnTo>
                  <a:cubicBezTo>
                    <a:pt x="5414" y="10842"/>
                    <a:pt x="5631" y="10625"/>
                    <a:pt x="5631" y="10365"/>
                  </a:cubicBezTo>
                  <a:lnTo>
                    <a:pt x="5631" y="8676"/>
                  </a:lnTo>
                  <a:cubicBezTo>
                    <a:pt x="5631" y="8301"/>
                    <a:pt x="5833" y="7969"/>
                    <a:pt x="6165" y="7810"/>
                  </a:cubicBezTo>
                  <a:cubicBezTo>
                    <a:pt x="7897" y="6988"/>
                    <a:pt x="8835" y="5082"/>
                    <a:pt x="8417" y="3205"/>
                  </a:cubicBezTo>
                  <a:cubicBezTo>
                    <a:pt x="7998" y="1329"/>
                    <a:pt x="6338" y="1"/>
                    <a:pt x="4418" y="1"/>
                  </a:cubicBezTo>
                  <a:close/>
                </a:path>
              </a:pathLst>
            </a:custGeom>
            <a:solidFill>
              <a:srgbClr val="EFF1F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891" name="Google Shape;19891;p47"/>
            <p:cNvSpPr/>
            <p:nvPr/>
          </p:nvSpPr>
          <p:spPr>
            <a:xfrm>
              <a:off x="7129269" y="2989357"/>
              <a:ext cx="176768" cy="177135"/>
            </a:xfrm>
            <a:custGeom>
              <a:rect b="b" l="l" r="r" t="t"/>
              <a:pathLst>
                <a:path extrusionOk="0" h="6757" w="6743">
                  <a:moveTo>
                    <a:pt x="3364" y="1"/>
                  </a:moveTo>
                  <a:cubicBezTo>
                    <a:pt x="1502" y="1"/>
                    <a:pt x="1" y="1516"/>
                    <a:pt x="1" y="3378"/>
                  </a:cubicBezTo>
                  <a:cubicBezTo>
                    <a:pt x="1" y="5241"/>
                    <a:pt x="1502" y="6756"/>
                    <a:pt x="3364" y="6756"/>
                  </a:cubicBezTo>
                  <a:cubicBezTo>
                    <a:pt x="5226" y="6756"/>
                    <a:pt x="6742" y="5241"/>
                    <a:pt x="6742" y="3378"/>
                  </a:cubicBezTo>
                  <a:cubicBezTo>
                    <a:pt x="6742" y="1516"/>
                    <a:pt x="5226" y="1"/>
                    <a:pt x="3364" y="1"/>
                  </a:cubicBezTo>
                  <a:close/>
                </a:path>
              </a:pathLst>
            </a:custGeom>
            <a:solidFill>
              <a:srgbClr val="F8F9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892" name="Google Shape;19892;p47"/>
            <p:cNvSpPr/>
            <p:nvPr/>
          </p:nvSpPr>
          <p:spPr>
            <a:xfrm>
              <a:off x="7148196" y="3008284"/>
              <a:ext cx="138913" cy="139280"/>
            </a:xfrm>
            <a:custGeom>
              <a:rect b="b" l="l" r="r" t="t"/>
              <a:pathLst>
                <a:path extrusionOk="0" h="5313" w="5299">
                  <a:moveTo>
                    <a:pt x="2642" y="0"/>
                  </a:moveTo>
                  <a:cubicBezTo>
                    <a:pt x="1184" y="0"/>
                    <a:pt x="1" y="1199"/>
                    <a:pt x="1" y="2656"/>
                  </a:cubicBezTo>
                  <a:cubicBezTo>
                    <a:pt x="1" y="4114"/>
                    <a:pt x="1184" y="5313"/>
                    <a:pt x="2642" y="5313"/>
                  </a:cubicBezTo>
                  <a:cubicBezTo>
                    <a:pt x="4115" y="5313"/>
                    <a:pt x="5298" y="4114"/>
                    <a:pt x="5298" y="2656"/>
                  </a:cubicBezTo>
                  <a:cubicBezTo>
                    <a:pt x="5298" y="1199"/>
                    <a:pt x="4115" y="0"/>
                    <a:pt x="2642" y="0"/>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893" name="Google Shape;19893;p47"/>
            <p:cNvSpPr/>
            <p:nvPr/>
          </p:nvSpPr>
          <p:spPr>
            <a:xfrm>
              <a:off x="7198529" y="3248570"/>
              <a:ext cx="37854" cy="25009"/>
            </a:xfrm>
            <a:custGeom>
              <a:rect b="b" l="l" r="r" t="t"/>
              <a:pathLst>
                <a:path extrusionOk="0" h="954" w="1444">
                  <a:moveTo>
                    <a:pt x="0" y="1"/>
                  </a:moveTo>
                  <a:lnTo>
                    <a:pt x="0" y="477"/>
                  </a:lnTo>
                  <a:cubicBezTo>
                    <a:pt x="0" y="737"/>
                    <a:pt x="217" y="954"/>
                    <a:pt x="491" y="954"/>
                  </a:cubicBezTo>
                  <a:lnTo>
                    <a:pt x="968" y="954"/>
                  </a:lnTo>
                  <a:cubicBezTo>
                    <a:pt x="1227" y="954"/>
                    <a:pt x="1444" y="737"/>
                    <a:pt x="1444" y="477"/>
                  </a:cubicBezTo>
                  <a:lnTo>
                    <a:pt x="1444" y="1"/>
                  </a:lnTo>
                  <a:close/>
                </a:path>
              </a:pathLst>
            </a:custGeom>
            <a:solidFill>
              <a:srgbClr val="72889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894" name="Google Shape;19894;p47"/>
            <p:cNvSpPr/>
            <p:nvPr/>
          </p:nvSpPr>
          <p:spPr>
            <a:xfrm>
              <a:off x="7342711" y="3071436"/>
              <a:ext cx="48236" cy="12950"/>
            </a:xfrm>
            <a:custGeom>
              <a:rect b="b" l="l" r="r" t="t"/>
              <a:pathLst>
                <a:path extrusionOk="0" h="494" w="1840">
                  <a:moveTo>
                    <a:pt x="1528" y="1"/>
                  </a:moveTo>
                  <a:cubicBezTo>
                    <a:pt x="1519" y="1"/>
                    <a:pt x="1511" y="1"/>
                    <a:pt x="1502" y="2"/>
                  </a:cubicBezTo>
                  <a:lnTo>
                    <a:pt x="289" y="2"/>
                  </a:lnTo>
                  <a:cubicBezTo>
                    <a:pt x="0" y="31"/>
                    <a:pt x="0" y="464"/>
                    <a:pt x="289" y="493"/>
                  </a:cubicBezTo>
                  <a:lnTo>
                    <a:pt x="1502" y="493"/>
                  </a:lnTo>
                  <a:cubicBezTo>
                    <a:pt x="1511" y="494"/>
                    <a:pt x="1519" y="494"/>
                    <a:pt x="1528" y="494"/>
                  </a:cubicBezTo>
                  <a:cubicBezTo>
                    <a:pt x="1839" y="494"/>
                    <a:pt x="1839" y="1"/>
                    <a:pt x="1528" y="1"/>
                  </a:cubicBezTo>
                  <a:close/>
                </a:path>
              </a:pathLst>
            </a:custGeom>
            <a:solidFill>
              <a:srgbClr val="EFF1F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895" name="Google Shape;19895;p47"/>
            <p:cNvSpPr/>
            <p:nvPr/>
          </p:nvSpPr>
          <p:spPr>
            <a:xfrm>
              <a:off x="7045643" y="3071436"/>
              <a:ext cx="54658" cy="12950"/>
            </a:xfrm>
            <a:custGeom>
              <a:rect b="b" l="l" r="r" t="t"/>
              <a:pathLst>
                <a:path extrusionOk="0" h="494" w="2085">
                  <a:moveTo>
                    <a:pt x="1773" y="1"/>
                  </a:moveTo>
                  <a:cubicBezTo>
                    <a:pt x="1765" y="1"/>
                    <a:pt x="1756" y="1"/>
                    <a:pt x="1747" y="2"/>
                  </a:cubicBezTo>
                  <a:lnTo>
                    <a:pt x="304" y="2"/>
                  </a:lnTo>
                  <a:cubicBezTo>
                    <a:pt x="1" y="31"/>
                    <a:pt x="1" y="464"/>
                    <a:pt x="304" y="493"/>
                  </a:cubicBezTo>
                  <a:lnTo>
                    <a:pt x="1747" y="493"/>
                  </a:lnTo>
                  <a:cubicBezTo>
                    <a:pt x="1756" y="494"/>
                    <a:pt x="1765" y="494"/>
                    <a:pt x="1773" y="494"/>
                  </a:cubicBezTo>
                  <a:cubicBezTo>
                    <a:pt x="2085" y="494"/>
                    <a:pt x="2085" y="1"/>
                    <a:pt x="1773" y="1"/>
                  </a:cubicBezTo>
                  <a:close/>
                </a:path>
              </a:pathLst>
            </a:custGeom>
            <a:solidFill>
              <a:srgbClr val="EFF1F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896" name="Google Shape;19896;p47"/>
            <p:cNvSpPr/>
            <p:nvPr/>
          </p:nvSpPr>
          <p:spPr>
            <a:xfrm>
              <a:off x="7211400" y="2907723"/>
              <a:ext cx="12505" cy="43831"/>
            </a:xfrm>
            <a:custGeom>
              <a:rect b="b" l="l" r="r" t="t"/>
              <a:pathLst>
                <a:path extrusionOk="0" h="1672" w="477">
                  <a:moveTo>
                    <a:pt x="233" y="0"/>
                  </a:moveTo>
                  <a:cubicBezTo>
                    <a:pt x="119" y="0"/>
                    <a:pt x="7" y="76"/>
                    <a:pt x="0" y="228"/>
                  </a:cubicBezTo>
                  <a:lnTo>
                    <a:pt x="0" y="1426"/>
                  </a:lnTo>
                  <a:cubicBezTo>
                    <a:pt x="0" y="1570"/>
                    <a:pt x="101" y="1671"/>
                    <a:pt x="231" y="1671"/>
                  </a:cubicBezTo>
                  <a:cubicBezTo>
                    <a:pt x="361" y="1671"/>
                    <a:pt x="477" y="1570"/>
                    <a:pt x="477" y="1426"/>
                  </a:cubicBezTo>
                  <a:lnTo>
                    <a:pt x="477" y="228"/>
                  </a:lnTo>
                  <a:cubicBezTo>
                    <a:pt x="462" y="76"/>
                    <a:pt x="347" y="0"/>
                    <a:pt x="233" y="0"/>
                  </a:cubicBezTo>
                  <a:close/>
                </a:path>
              </a:pathLst>
            </a:custGeom>
            <a:solidFill>
              <a:srgbClr val="EFF1F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897" name="Google Shape;19897;p47"/>
            <p:cNvSpPr/>
            <p:nvPr/>
          </p:nvSpPr>
          <p:spPr>
            <a:xfrm>
              <a:off x="7204951" y="3014706"/>
              <a:ext cx="25009" cy="107508"/>
            </a:xfrm>
            <a:custGeom>
              <a:rect b="b" l="l" r="r" t="t"/>
              <a:pathLst>
                <a:path extrusionOk="0" h="4101" w="954">
                  <a:moveTo>
                    <a:pt x="477" y="1"/>
                  </a:moveTo>
                  <a:cubicBezTo>
                    <a:pt x="217" y="1"/>
                    <a:pt x="1" y="217"/>
                    <a:pt x="15" y="477"/>
                  </a:cubicBezTo>
                  <a:lnTo>
                    <a:pt x="145" y="3783"/>
                  </a:lnTo>
                  <a:cubicBezTo>
                    <a:pt x="160" y="3956"/>
                    <a:pt x="304" y="4100"/>
                    <a:pt x="477" y="4100"/>
                  </a:cubicBezTo>
                  <a:cubicBezTo>
                    <a:pt x="665" y="4100"/>
                    <a:pt x="809" y="3956"/>
                    <a:pt x="809" y="3783"/>
                  </a:cubicBezTo>
                  <a:lnTo>
                    <a:pt x="939" y="477"/>
                  </a:lnTo>
                  <a:cubicBezTo>
                    <a:pt x="954" y="217"/>
                    <a:pt x="737" y="1"/>
                    <a:pt x="477" y="1"/>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898" name="Google Shape;19898;p47"/>
            <p:cNvSpPr/>
            <p:nvPr/>
          </p:nvSpPr>
          <p:spPr>
            <a:xfrm>
              <a:off x="7207992" y="3134666"/>
              <a:ext cx="18953" cy="18953"/>
            </a:xfrm>
            <a:custGeom>
              <a:rect b="b" l="l" r="r" t="t"/>
              <a:pathLst>
                <a:path extrusionOk="0" h="723" w="723">
                  <a:moveTo>
                    <a:pt x="361" y="1"/>
                  </a:moveTo>
                  <a:cubicBezTo>
                    <a:pt x="159" y="1"/>
                    <a:pt x="0" y="160"/>
                    <a:pt x="0" y="362"/>
                  </a:cubicBezTo>
                  <a:cubicBezTo>
                    <a:pt x="0" y="564"/>
                    <a:pt x="159" y="723"/>
                    <a:pt x="361" y="723"/>
                  </a:cubicBezTo>
                  <a:cubicBezTo>
                    <a:pt x="563" y="723"/>
                    <a:pt x="722" y="564"/>
                    <a:pt x="722" y="362"/>
                  </a:cubicBezTo>
                  <a:cubicBezTo>
                    <a:pt x="722" y="160"/>
                    <a:pt x="563" y="1"/>
                    <a:pt x="361" y="1"/>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899" name="Google Shape;19899;p47"/>
            <p:cNvSpPr/>
            <p:nvPr/>
          </p:nvSpPr>
          <p:spPr>
            <a:xfrm>
              <a:off x="7276099" y="2940754"/>
              <a:ext cx="25088" cy="28574"/>
            </a:xfrm>
            <a:custGeom>
              <a:rect b="b" l="l" r="r" t="t"/>
              <a:pathLst>
                <a:path extrusionOk="0" h="1090" w="957">
                  <a:moveTo>
                    <a:pt x="646" y="0"/>
                  </a:moveTo>
                  <a:cubicBezTo>
                    <a:pt x="574" y="0"/>
                    <a:pt x="502" y="32"/>
                    <a:pt x="448" y="108"/>
                  </a:cubicBezTo>
                  <a:lnTo>
                    <a:pt x="87" y="729"/>
                  </a:lnTo>
                  <a:cubicBezTo>
                    <a:pt x="1" y="887"/>
                    <a:pt x="116" y="1090"/>
                    <a:pt x="304" y="1090"/>
                  </a:cubicBezTo>
                  <a:cubicBezTo>
                    <a:pt x="376" y="1090"/>
                    <a:pt x="463" y="1046"/>
                    <a:pt x="506" y="974"/>
                  </a:cubicBezTo>
                  <a:lnTo>
                    <a:pt x="867" y="339"/>
                  </a:lnTo>
                  <a:cubicBezTo>
                    <a:pt x="957" y="159"/>
                    <a:pt x="805" y="0"/>
                    <a:pt x="646" y="0"/>
                  </a:cubicBezTo>
                  <a:close/>
                </a:path>
              </a:pathLst>
            </a:custGeom>
            <a:solidFill>
              <a:srgbClr val="F8F9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900" name="Google Shape;19900;p47"/>
            <p:cNvSpPr/>
            <p:nvPr/>
          </p:nvSpPr>
          <p:spPr>
            <a:xfrm>
              <a:off x="7133804" y="3185812"/>
              <a:ext cx="26372" cy="29859"/>
            </a:xfrm>
            <a:custGeom>
              <a:rect b="b" l="l" r="r" t="t"/>
              <a:pathLst>
                <a:path extrusionOk="0" h="1139" w="1006">
                  <a:moveTo>
                    <a:pt x="665" y="1"/>
                  </a:moveTo>
                  <a:cubicBezTo>
                    <a:pt x="587" y="1"/>
                    <a:pt x="509" y="42"/>
                    <a:pt x="463" y="143"/>
                  </a:cubicBezTo>
                  <a:lnTo>
                    <a:pt x="102" y="778"/>
                  </a:lnTo>
                  <a:cubicBezTo>
                    <a:pt x="1" y="937"/>
                    <a:pt x="116" y="1139"/>
                    <a:pt x="304" y="1139"/>
                  </a:cubicBezTo>
                  <a:cubicBezTo>
                    <a:pt x="391" y="1139"/>
                    <a:pt x="463" y="1081"/>
                    <a:pt x="506" y="1009"/>
                  </a:cubicBezTo>
                  <a:lnTo>
                    <a:pt x="867" y="388"/>
                  </a:lnTo>
                  <a:cubicBezTo>
                    <a:pt x="1005" y="191"/>
                    <a:pt x="834" y="1"/>
                    <a:pt x="665" y="1"/>
                  </a:cubicBezTo>
                  <a:close/>
                </a:path>
              </a:pathLst>
            </a:custGeom>
            <a:solidFill>
              <a:srgbClr val="F8F9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901" name="Google Shape;19901;p47"/>
            <p:cNvSpPr/>
            <p:nvPr/>
          </p:nvSpPr>
          <p:spPr>
            <a:xfrm>
              <a:off x="7132886" y="2939758"/>
              <a:ext cx="26320" cy="29571"/>
            </a:xfrm>
            <a:custGeom>
              <a:rect b="b" l="l" r="r" t="t"/>
              <a:pathLst>
                <a:path extrusionOk="0" h="1128" w="1004">
                  <a:moveTo>
                    <a:pt x="333" y="0"/>
                  </a:moveTo>
                  <a:cubicBezTo>
                    <a:pt x="167" y="0"/>
                    <a:pt x="1" y="182"/>
                    <a:pt x="137" y="377"/>
                  </a:cubicBezTo>
                  <a:lnTo>
                    <a:pt x="498" y="1012"/>
                  </a:lnTo>
                  <a:cubicBezTo>
                    <a:pt x="527" y="1084"/>
                    <a:pt x="613" y="1128"/>
                    <a:pt x="700" y="1128"/>
                  </a:cubicBezTo>
                  <a:cubicBezTo>
                    <a:pt x="888" y="1128"/>
                    <a:pt x="1003" y="925"/>
                    <a:pt x="902" y="767"/>
                  </a:cubicBezTo>
                  <a:lnTo>
                    <a:pt x="541" y="146"/>
                  </a:lnTo>
                  <a:cubicBezTo>
                    <a:pt x="494" y="43"/>
                    <a:pt x="414" y="0"/>
                    <a:pt x="333" y="0"/>
                  </a:cubicBezTo>
                  <a:close/>
                </a:path>
              </a:pathLst>
            </a:custGeom>
            <a:solidFill>
              <a:srgbClr val="F8F9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902" name="Google Shape;19902;p47"/>
            <p:cNvSpPr/>
            <p:nvPr/>
          </p:nvSpPr>
          <p:spPr>
            <a:xfrm>
              <a:off x="7276020" y="3186729"/>
              <a:ext cx="25062" cy="28941"/>
            </a:xfrm>
            <a:custGeom>
              <a:rect b="b" l="l" r="r" t="t"/>
              <a:pathLst>
                <a:path extrusionOk="0" h="1104" w="956">
                  <a:moveTo>
                    <a:pt x="313" y="1"/>
                  </a:moveTo>
                  <a:cubicBezTo>
                    <a:pt x="153" y="1"/>
                    <a:pt x="0" y="163"/>
                    <a:pt x="90" y="353"/>
                  </a:cubicBezTo>
                  <a:lnTo>
                    <a:pt x="451" y="974"/>
                  </a:lnTo>
                  <a:cubicBezTo>
                    <a:pt x="493" y="1043"/>
                    <a:pt x="574" y="1099"/>
                    <a:pt x="657" y="1104"/>
                  </a:cubicBezTo>
                  <a:lnTo>
                    <a:pt x="657" y="1104"/>
                  </a:lnTo>
                  <a:cubicBezTo>
                    <a:pt x="842" y="1087"/>
                    <a:pt x="956" y="901"/>
                    <a:pt x="870" y="743"/>
                  </a:cubicBezTo>
                  <a:lnTo>
                    <a:pt x="509" y="108"/>
                  </a:lnTo>
                  <a:cubicBezTo>
                    <a:pt x="456" y="33"/>
                    <a:pt x="384" y="1"/>
                    <a:pt x="313" y="1"/>
                  </a:cubicBezTo>
                  <a:close/>
                  <a:moveTo>
                    <a:pt x="657" y="1104"/>
                  </a:moveTo>
                  <a:cubicBezTo>
                    <a:pt x="656" y="1104"/>
                    <a:pt x="655" y="1104"/>
                    <a:pt x="653" y="1104"/>
                  </a:cubicBezTo>
                  <a:lnTo>
                    <a:pt x="668" y="1104"/>
                  </a:lnTo>
                  <a:cubicBezTo>
                    <a:pt x="664" y="1104"/>
                    <a:pt x="661" y="1104"/>
                    <a:pt x="657" y="1104"/>
                  </a:cubicBezTo>
                  <a:close/>
                </a:path>
              </a:pathLst>
            </a:custGeom>
            <a:solidFill>
              <a:srgbClr val="F8F9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903" name="Google Shape;19903;p47"/>
            <p:cNvSpPr/>
            <p:nvPr/>
          </p:nvSpPr>
          <p:spPr>
            <a:xfrm>
              <a:off x="7322185" y="3137550"/>
              <a:ext cx="35312" cy="22886"/>
            </a:xfrm>
            <a:custGeom>
              <a:rect b="b" l="l" r="r" t="t"/>
              <a:pathLst>
                <a:path extrusionOk="0" h="873" w="1347">
                  <a:moveTo>
                    <a:pt x="365" y="0"/>
                  </a:moveTo>
                  <a:cubicBezTo>
                    <a:pt x="144" y="0"/>
                    <a:pt x="0" y="348"/>
                    <a:pt x="264" y="468"/>
                  </a:cubicBezTo>
                  <a:lnTo>
                    <a:pt x="899" y="829"/>
                  </a:lnTo>
                  <a:cubicBezTo>
                    <a:pt x="928" y="858"/>
                    <a:pt x="971" y="872"/>
                    <a:pt x="1014" y="872"/>
                  </a:cubicBezTo>
                  <a:cubicBezTo>
                    <a:pt x="1260" y="858"/>
                    <a:pt x="1346" y="540"/>
                    <a:pt x="1130" y="410"/>
                  </a:cubicBezTo>
                  <a:lnTo>
                    <a:pt x="509" y="50"/>
                  </a:lnTo>
                  <a:cubicBezTo>
                    <a:pt x="460" y="15"/>
                    <a:pt x="411" y="0"/>
                    <a:pt x="365" y="0"/>
                  </a:cubicBezTo>
                  <a:close/>
                </a:path>
              </a:pathLst>
            </a:custGeom>
            <a:solidFill>
              <a:srgbClr val="F8F9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904" name="Google Shape;19904;p47"/>
            <p:cNvSpPr/>
            <p:nvPr/>
          </p:nvSpPr>
          <p:spPr>
            <a:xfrm>
              <a:off x="7077599" y="2995858"/>
              <a:ext cx="33922" cy="21916"/>
            </a:xfrm>
            <a:custGeom>
              <a:rect b="b" l="l" r="r" t="t"/>
              <a:pathLst>
                <a:path extrusionOk="0" h="836" w="1294">
                  <a:moveTo>
                    <a:pt x="343" y="0"/>
                  </a:moveTo>
                  <a:cubicBezTo>
                    <a:pt x="129" y="0"/>
                    <a:pt x="0" y="297"/>
                    <a:pt x="211" y="446"/>
                  </a:cubicBezTo>
                  <a:lnTo>
                    <a:pt x="846" y="806"/>
                  </a:lnTo>
                  <a:cubicBezTo>
                    <a:pt x="875" y="835"/>
                    <a:pt x="918" y="835"/>
                    <a:pt x="961" y="835"/>
                  </a:cubicBezTo>
                  <a:cubicBezTo>
                    <a:pt x="1207" y="835"/>
                    <a:pt x="1293" y="518"/>
                    <a:pt x="1077" y="388"/>
                  </a:cubicBezTo>
                  <a:lnTo>
                    <a:pt x="456" y="27"/>
                  </a:lnTo>
                  <a:cubicBezTo>
                    <a:pt x="417" y="8"/>
                    <a:pt x="379" y="0"/>
                    <a:pt x="343" y="0"/>
                  </a:cubicBezTo>
                  <a:close/>
                </a:path>
              </a:pathLst>
            </a:custGeom>
            <a:solidFill>
              <a:srgbClr val="F8F9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905" name="Google Shape;19905;p47"/>
            <p:cNvSpPr/>
            <p:nvPr/>
          </p:nvSpPr>
          <p:spPr>
            <a:xfrm>
              <a:off x="7323784" y="2995255"/>
              <a:ext cx="35312" cy="22519"/>
            </a:xfrm>
            <a:custGeom>
              <a:rect b="b" l="l" r="r" t="t"/>
              <a:pathLst>
                <a:path extrusionOk="0" h="859" w="1347">
                  <a:moveTo>
                    <a:pt x="981" y="1"/>
                  </a:moveTo>
                  <a:cubicBezTo>
                    <a:pt x="936" y="1"/>
                    <a:pt x="887" y="15"/>
                    <a:pt x="838" y="50"/>
                  </a:cubicBezTo>
                  <a:lnTo>
                    <a:pt x="217" y="411"/>
                  </a:lnTo>
                  <a:cubicBezTo>
                    <a:pt x="1" y="541"/>
                    <a:pt x="87" y="858"/>
                    <a:pt x="333" y="858"/>
                  </a:cubicBezTo>
                  <a:cubicBezTo>
                    <a:pt x="376" y="858"/>
                    <a:pt x="419" y="858"/>
                    <a:pt x="448" y="829"/>
                  </a:cubicBezTo>
                  <a:lnTo>
                    <a:pt x="1083" y="469"/>
                  </a:lnTo>
                  <a:cubicBezTo>
                    <a:pt x="1347" y="349"/>
                    <a:pt x="1203" y="1"/>
                    <a:pt x="981" y="1"/>
                  </a:cubicBezTo>
                  <a:close/>
                </a:path>
              </a:pathLst>
            </a:custGeom>
            <a:solidFill>
              <a:srgbClr val="F8F9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906" name="Google Shape;19906;p47"/>
            <p:cNvSpPr/>
            <p:nvPr/>
          </p:nvSpPr>
          <p:spPr>
            <a:xfrm>
              <a:off x="7077809" y="3137550"/>
              <a:ext cx="34945" cy="22886"/>
            </a:xfrm>
            <a:custGeom>
              <a:rect b="b" l="l" r="r" t="t"/>
              <a:pathLst>
                <a:path extrusionOk="0" h="873" w="1333">
                  <a:moveTo>
                    <a:pt x="967" y="0"/>
                  </a:moveTo>
                  <a:cubicBezTo>
                    <a:pt x="921" y="0"/>
                    <a:pt x="873" y="15"/>
                    <a:pt x="823" y="50"/>
                  </a:cubicBezTo>
                  <a:lnTo>
                    <a:pt x="203" y="410"/>
                  </a:lnTo>
                  <a:cubicBezTo>
                    <a:pt x="1" y="540"/>
                    <a:pt x="73" y="858"/>
                    <a:pt x="318" y="872"/>
                  </a:cubicBezTo>
                  <a:cubicBezTo>
                    <a:pt x="361" y="872"/>
                    <a:pt x="405" y="858"/>
                    <a:pt x="448" y="829"/>
                  </a:cubicBezTo>
                  <a:lnTo>
                    <a:pt x="1069" y="468"/>
                  </a:lnTo>
                  <a:cubicBezTo>
                    <a:pt x="1332" y="348"/>
                    <a:pt x="1188" y="0"/>
                    <a:pt x="967" y="0"/>
                  </a:cubicBezTo>
                  <a:close/>
                </a:path>
              </a:pathLst>
            </a:custGeom>
            <a:solidFill>
              <a:srgbClr val="F8F9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907" name="Google Shape;19907;p47"/>
            <p:cNvSpPr/>
            <p:nvPr/>
          </p:nvSpPr>
          <p:spPr>
            <a:xfrm>
              <a:off x="7186050" y="3210742"/>
              <a:ext cx="63204" cy="44303"/>
            </a:xfrm>
            <a:custGeom>
              <a:rect b="b" l="l" r="r" t="t"/>
              <a:pathLst>
                <a:path extrusionOk="0" h="1690" w="2411">
                  <a:moveTo>
                    <a:pt x="0" y="0"/>
                  </a:moveTo>
                  <a:lnTo>
                    <a:pt x="0" y="1198"/>
                  </a:lnTo>
                  <a:cubicBezTo>
                    <a:pt x="0" y="1473"/>
                    <a:pt x="217" y="1689"/>
                    <a:pt x="476" y="1689"/>
                  </a:cubicBezTo>
                  <a:lnTo>
                    <a:pt x="1920" y="1689"/>
                  </a:lnTo>
                  <a:cubicBezTo>
                    <a:pt x="2194" y="1689"/>
                    <a:pt x="2411" y="1473"/>
                    <a:pt x="2411" y="1198"/>
                  </a:cubicBezTo>
                  <a:lnTo>
                    <a:pt x="2411" y="0"/>
                  </a:lnTo>
                  <a:close/>
                </a:path>
              </a:pathLst>
            </a:custGeom>
            <a:solidFill>
              <a:srgbClr val="E9EDF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908" name="Google Shape;19908;p47"/>
            <p:cNvSpPr/>
            <p:nvPr/>
          </p:nvSpPr>
          <p:spPr>
            <a:xfrm>
              <a:off x="7179602" y="3210349"/>
              <a:ext cx="76102" cy="12898"/>
            </a:xfrm>
            <a:custGeom>
              <a:rect b="b" l="l" r="r" t="t"/>
              <a:pathLst>
                <a:path extrusionOk="0" h="492" w="2903">
                  <a:moveTo>
                    <a:pt x="246" y="1"/>
                  </a:moveTo>
                  <a:cubicBezTo>
                    <a:pt x="116" y="1"/>
                    <a:pt x="1" y="116"/>
                    <a:pt x="1" y="246"/>
                  </a:cubicBezTo>
                  <a:cubicBezTo>
                    <a:pt x="1" y="376"/>
                    <a:pt x="116" y="492"/>
                    <a:pt x="246" y="492"/>
                  </a:cubicBezTo>
                  <a:lnTo>
                    <a:pt x="2657" y="492"/>
                  </a:lnTo>
                  <a:cubicBezTo>
                    <a:pt x="2787" y="492"/>
                    <a:pt x="2902" y="376"/>
                    <a:pt x="2902" y="246"/>
                  </a:cubicBezTo>
                  <a:cubicBezTo>
                    <a:pt x="2902" y="116"/>
                    <a:pt x="2787" y="1"/>
                    <a:pt x="2657" y="1"/>
                  </a:cubicBezTo>
                  <a:close/>
                </a:path>
              </a:pathLst>
            </a:custGeom>
            <a:solidFill>
              <a:srgbClr val="BCC9D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9909" name="Google Shape;19909;p47"/>
          <p:cNvGrpSpPr/>
          <p:nvPr/>
        </p:nvGrpSpPr>
        <p:grpSpPr>
          <a:xfrm>
            <a:off x="7992843" y="2907251"/>
            <a:ext cx="347794" cy="366329"/>
            <a:chOff x="7992843" y="2907251"/>
            <a:chExt cx="347794" cy="366329"/>
          </a:xfrm>
        </p:grpSpPr>
        <p:sp>
          <p:nvSpPr>
            <p:cNvPr id="19910" name="Google Shape;19910;p47"/>
            <p:cNvSpPr/>
            <p:nvPr/>
          </p:nvSpPr>
          <p:spPr>
            <a:xfrm>
              <a:off x="7992843" y="2907251"/>
              <a:ext cx="347794" cy="238032"/>
            </a:xfrm>
            <a:custGeom>
              <a:rect b="b" l="l" r="r" t="t"/>
              <a:pathLst>
                <a:path extrusionOk="0" h="9080" w="13267">
                  <a:moveTo>
                    <a:pt x="491" y="0"/>
                  </a:moveTo>
                  <a:cubicBezTo>
                    <a:pt x="217" y="0"/>
                    <a:pt x="15" y="217"/>
                    <a:pt x="0" y="476"/>
                  </a:cubicBezTo>
                  <a:lnTo>
                    <a:pt x="0" y="9080"/>
                  </a:lnTo>
                  <a:lnTo>
                    <a:pt x="13267" y="9080"/>
                  </a:lnTo>
                  <a:lnTo>
                    <a:pt x="13267" y="476"/>
                  </a:lnTo>
                  <a:cubicBezTo>
                    <a:pt x="13267" y="217"/>
                    <a:pt x="13050" y="0"/>
                    <a:pt x="12790" y="0"/>
                  </a:cubicBezTo>
                  <a:close/>
                </a:path>
              </a:pathLst>
            </a:custGeom>
            <a:solidFill>
              <a:srgbClr val="91A8B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911" name="Google Shape;19911;p47"/>
            <p:cNvSpPr/>
            <p:nvPr/>
          </p:nvSpPr>
          <p:spPr>
            <a:xfrm>
              <a:off x="7993210" y="2907251"/>
              <a:ext cx="26897" cy="238032"/>
            </a:xfrm>
            <a:custGeom>
              <a:rect b="b" l="l" r="r" t="t"/>
              <a:pathLst>
                <a:path extrusionOk="0" h="9080" w="1026">
                  <a:moveTo>
                    <a:pt x="477" y="0"/>
                  </a:moveTo>
                  <a:cubicBezTo>
                    <a:pt x="203" y="0"/>
                    <a:pt x="1" y="217"/>
                    <a:pt x="1" y="476"/>
                  </a:cubicBezTo>
                  <a:lnTo>
                    <a:pt x="1" y="9080"/>
                  </a:lnTo>
                  <a:lnTo>
                    <a:pt x="549" y="9080"/>
                  </a:lnTo>
                  <a:lnTo>
                    <a:pt x="549" y="476"/>
                  </a:lnTo>
                  <a:cubicBezTo>
                    <a:pt x="549" y="217"/>
                    <a:pt x="766" y="0"/>
                    <a:pt x="1026" y="0"/>
                  </a:cubicBezTo>
                  <a:close/>
                </a:path>
              </a:pathLst>
            </a:custGeom>
            <a:solidFill>
              <a:srgbClr val="6B7F9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912" name="Google Shape;19912;p47"/>
            <p:cNvSpPr/>
            <p:nvPr/>
          </p:nvSpPr>
          <p:spPr>
            <a:xfrm>
              <a:off x="8018586" y="2935590"/>
              <a:ext cx="296334" cy="207439"/>
            </a:xfrm>
            <a:custGeom>
              <a:rect b="b" l="l" r="r" t="t"/>
              <a:pathLst>
                <a:path extrusionOk="0" h="7913" w="11304">
                  <a:moveTo>
                    <a:pt x="265" y="1"/>
                  </a:moveTo>
                  <a:cubicBezTo>
                    <a:pt x="117" y="1"/>
                    <a:pt x="0" y="125"/>
                    <a:pt x="0" y="276"/>
                  </a:cubicBezTo>
                  <a:lnTo>
                    <a:pt x="0" y="7912"/>
                  </a:lnTo>
                  <a:lnTo>
                    <a:pt x="11303" y="7912"/>
                  </a:lnTo>
                  <a:lnTo>
                    <a:pt x="11303" y="276"/>
                  </a:lnTo>
                  <a:cubicBezTo>
                    <a:pt x="11289" y="125"/>
                    <a:pt x="11185" y="1"/>
                    <a:pt x="11038" y="1"/>
                  </a:cubicBezTo>
                  <a:cubicBezTo>
                    <a:pt x="11030" y="1"/>
                    <a:pt x="11022" y="1"/>
                    <a:pt x="11014" y="2"/>
                  </a:cubicBezTo>
                  <a:lnTo>
                    <a:pt x="289" y="2"/>
                  </a:lnTo>
                  <a:cubicBezTo>
                    <a:pt x="281" y="1"/>
                    <a:pt x="273" y="1"/>
                    <a:pt x="265" y="1"/>
                  </a:cubicBezTo>
                  <a:close/>
                </a:path>
              </a:pathLst>
            </a:custGeom>
            <a:solidFill>
              <a:srgbClr val="D3DCE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913" name="Google Shape;19913;p47"/>
            <p:cNvSpPr/>
            <p:nvPr/>
          </p:nvSpPr>
          <p:spPr>
            <a:xfrm>
              <a:off x="8018586" y="2935249"/>
              <a:ext cx="22335" cy="207387"/>
            </a:xfrm>
            <a:custGeom>
              <a:rect b="b" l="l" r="r" t="t"/>
              <a:pathLst>
                <a:path extrusionOk="0" h="7911" w="852">
                  <a:moveTo>
                    <a:pt x="289" y="0"/>
                  </a:moveTo>
                  <a:cubicBezTo>
                    <a:pt x="130" y="0"/>
                    <a:pt x="0" y="130"/>
                    <a:pt x="0" y="289"/>
                  </a:cubicBezTo>
                  <a:lnTo>
                    <a:pt x="0" y="7911"/>
                  </a:lnTo>
                  <a:lnTo>
                    <a:pt x="563" y="7911"/>
                  </a:lnTo>
                  <a:lnTo>
                    <a:pt x="563" y="289"/>
                  </a:lnTo>
                  <a:cubicBezTo>
                    <a:pt x="563" y="130"/>
                    <a:pt x="693" y="0"/>
                    <a:pt x="852" y="0"/>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914" name="Google Shape;19914;p47"/>
            <p:cNvSpPr/>
            <p:nvPr/>
          </p:nvSpPr>
          <p:spPr>
            <a:xfrm>
              <a:off x="8137393" y="3051801"/>
              <a:ext cx="27657" cy="91595"/>
            </a:xfrm>
            <a:custGeom>
              <a:rect b="b" l="l" r="r" t="t"/>
              <a:pathLst>
                <a:path extrusionOk="0" h="3494" w="1055">
                  <a:moveTo>
                    <a:pt x="1" y="0"/>
                  </a:moveTo>
                  <a:lnTo>
                    <a:pt x="1" y="3494"/>
                  </a:lnTo>
                  <a:lnTo>
                    <a:pt x="1055" y="3494"/>
                  </a:lnTo>
                  <a:lnTo>
                    <a:pt x="1055" y="0"/>
                  </a:lnTo>
                  <a:close/>
                </a:path>
              </a:pathLst>
            </a:custGeom>
            <a:solidFill>
              <a:srgbClr val="D4DDE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915" name="Google Shape;19915;p47"/>
            <p:cNvSpPr/>
            <p:nvPr/>
          </p:nvSpPr>
          <p:spPr>
            <a:xfrm>
              <a:off x="8137393" y="3051801"/>
              <a:ext cx="14785" cy="91595"/>
            </a:xfrm>
            <a:custGeom>
              <a:rect b="b" l="l" r="r" t="t"/>
              <a:pathLst>
                <a:path extrusionOk="0" h="3494" w="564">
                  <a:moveTo>
                    <a:pt x="1" y="0"/>
                  </a:moveTo>
                  <a:lnTo>
                    <a:pt x="1" y="3494"/>
                  </a:lnTo>
                  <a:lnTo>
                    <a:pt x="564" y="3494"/>
                  </a:lnTo>
                  <a:lnTo>
                    <a:pt x="564" y="0"/>
                  </a:ln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916" name="Google Shape;19916;p47"/>
            <p:cNvSpPr/>
            <p:nvPr/>
          </p:nvSpPr>
          <p:spPr>
            <a:xfrm>
              <a:off x="8216116" y="2961726"/>
              <a:ext cx="54134" cy="182430"/>
            </a:xfrm>
            <a:custGeom>
              <a:rect b="b" l="l" r="r" t="t"/>
              <a:pathLst>
                <a:path extrusionOk="0" h="6959" w="2065">
                  <a:moveTo>
                    <a:pt x="116" y="1"/>
                  </a:moveTo>
                  <a:cubicBezTo>
                    <a:pt x="44" y="1"/>
                    <a:pt x="0" y="44"/>
                    <a:pt x="0" y="116"/>
                  </a:cubicBezTo>
                  <a:lnTo>
                    <a:pt x="0" y="6959"/>
                  </a:lnTo>
                  <a:lnTo>
                    <a:pt x="2065" y="6959"/>
                  </a:lnTo>
                  <a:lnTo>
                    <a:pt x="2065" y="116"/>
                  </a:lnTo>
                  <a:cubicBezTo>
                    <a:pt x="2065" y="44"/>
                    <a:pt x="2007" y="1"/>
                    <a:pt x="1949" y="1"/>
                  </a:cubicBezTo>
                  <a:close/>
                </a:path>
              </a:pathLst>
            </a:custGeom>
            <a:solidFill>
              <a:srgbClr val="EFF1F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917" name="Google Shape;19917;p47"/>
            <p:cNvSpPr/>
            <p:nvPr/>
          </p:nvSpPr>
          <p:spPr>
            <a:xfrm>
              <a:off x="8216116" y="2961726"/>
              <a:ext cx="17800" cy="182430"/>
            </a:xfrm>
            <a:custGeom>
              <a:rect b="b" l="l" r="r" t="t"/>
              <a:pathLst>
                <a:path extrusionOk="0" h="6959" w="679">
                  <a:moveTo>
                    <a:pt x="116" y="1"/>
                  </a:moveTo>
                  <a:cubicBezTo>
                    <a:pt x="44" y="1"/>
                    <a:pt x="0" y="44"/>
                    <a:pt x="0" y="116"/>
                  </a:cubicBezTo>
                  <a:lnTo>
                    <a:pt x="0" y="6959"/>
                  </a:lnTo>
                  <a:lnTo>
                    <a:pt x="563" y="6959"/>
                  </a:lnTo>
                  <a:lnTo>
                    <a:pt x="563" y="116"/>
                  </a:lnTo>
                  <a:cubicBezTo>
                    <a:pt x="563" y="44"/>
                    <a:pt x="607" y="1"/>
                    <a:pt x="679" y="1"/>
                  </a:cubicBezTo>
                  <a:close/>
                </a:path>
              </a:pathLst>
            </a:custGeom>
            <a:solidFill>
              <a:srgbClr val="EFF2F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918" name="Google Shape;19918;p47"/>
            <p:cNvSpPr/>
            <p:nvPr/>
          </p:nvSpPr>
          <p:spPr>
            <a:xfrm>
              <a:off x="8137393" y="2998637"/>
              <a:ext cx="54160" cy="53190"/>
            </a:xfrm>
            <a:custGeom>
              <a:rect b="b" l="l" r="r" t="t"/>
              <a:pathLst>
                <a:path extrusionOk="0" h="2029" w="2066">
                  <a:moveTo>
                    <a:pt x="1035" y="0"/>
                  </a:moveTo>
                  <a:cubicBezTo>
                    <a:pt x="993" y="0"/>
                    <a:pt x="954" y="22"/>
                    <a:pt x="939" y="65"/>
                  </a:cubicBezTo>
                  <a:lnTo>
                    <a:pt x="1" y="2028"/>
                  </a:lnTo>
                  <a:lnTo>
                    <a:pt x="2065" y="2028"/>
                  </a:lnTo>
                  <a:lnTo>
                    <a:pt x="1141" y="65"/>
                  </a:lnTo>
                  <a:cubicBezTo>
                    <a:pt x="1120" y="22"/>
                    <a:pt x="1076" y="0"/>
                    <a:pt x="1035" y="0"/>
                  </a:cubicBezTo>
                  <a:close/>
                </a:path>
              </a:pathLst>
            </a:custGeom>
            <a:solidFill>
              <a:srgbClr val="EFF1F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919" name="Google Shape;19919;p47"/>
            <p:cNvSpPr/>
            <p:nvPr/>
          </p:nvSpPr>
          <p:spPr>
            <a:xfrm>
              <a:off x="8137393" y="2998637"/>
              <a:ext cx="34473" cy="53190"/>
            </a:xfrm>
            <a:custGeom>
              <a:rect b="b" l="l" r="r" t="t"/>
              <a:pathLst>
                <a:path extrusionOk="0" h="2029" w="1315">
                  <a:moveTo>
                    <a:pt x="1035" y="0"/>
                  </a:moveTo>
                  <a:cubicBezTo>
                    <a:pt x="993" y="0"/>
                    <a:pt x="954" y="22"/>
                    <a:pt x="939" y="65"/>
                  </a:cubicBezTo>
                  <a:lnTo>
                    <a:pt x="1" y="2028"/>
                  </a:lnTo>
                  <a:lnTo>
                    <a:pt x="564" y="2028"/>
                  </a:lnTo>
                  <a:lnTo>
                    <a:pt x="1314" y="441"/>
                  </a:lnTo>
                  <a:lnTo>
                    <a:pt x="1141" y="65"/>
                  </a:lnTo>
                  <a:cubicBezTo>
                    <a:pt x="1120" y="22"/>
                    <a:pt x="1076" y="0"/>
                    <a:pt x="1035" y="0"/>
                  </a:cubicBezTo>
                  <a:close/>
                </a:path>
              </a:pathLst>
            </a:custGeom>
            <a:solidFill>
              <a:srgbClr val="EFF2F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920" name="Google Shape;19920;p47"/>
            <p:cNvSpPr/>
            <p:nvPr/>
          </p:nvSpPr>
          <p:spPr>
            <a:xfrm>
              <a:off x="8147617" y="2998060"/>
              <a:ext cx="34079" cy="32585"/>
            </a:xfrm>
            <a:custGeom>
              <a:rect b="b" l="l" r="r" t="t"/>
              <a:pathLst>
                <a:path extrusionOk="0" h="1243" w="1300">
                  <a:moveTo>
                    <a:pt x="652" y="1"/>
                  </a:moveTo>
                  <a:cubicBezTo>
                    <a:pt x="607" y="1"/>
                    <a:pt x="564" y="29"/>
                    <a:pt x="549" y="87"/>
                  </a:cubicBezTo>
                  <a:lnTo>
                    <a:pt x="1" y="1242"/>
                  </a:lnTo>
                  <a:lnTo>
                    <a:pt x="1300" y="1242"/>
                  </a:lnTo>
                  <a:lnTo>
                    <a:pt x="766" y="87"/>
                  </a:lnTo>
                  <a:cubicBezTo>
                    <a:pt x="744" y="29"/>
                    <a:pt x="697" y="1"/>
                    <a:pt x="652" y="1"/>
                  </a:cubicBezTo>
                  <a:close/>
                </a:path>
              </a:pathLst>
            </a:custGeom>
            <a:solidFill>
              <a:srgbClr val="91A8B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921" name="Google Shape;19921;p47"/>
            <p:cNvSpPr/>
            <p:nvPr/>
          </p:nvSpPr>
          <p:spPr>
            <a:xfrm>
              <a:off x="8148010" y="2998479"/>
              <a:ext cx="23856" cy="32166"/>
            </a:xfrm>
            <a:custGeom>
              <a:rect b="b" l="l" r="r" t="t"/>
              <a:pathLst>
                <a:path extrusionOk="0" h="1227" w="910">
                  <a:moveTo>
                    <a:pt x="642" y="1"/>
                  </a:moveTo>
                  <a:cubicBezTo>
                    <a:pt x="610" y="1"/>
                    <a:pt x="576" y="15"/>
                    <a:pt x="549" y="42"/>
                  </a:cubicBezTo>
                  <a:cubicBezTo>
                    <a:pt x="549" y="42"/>
                    <a:pt x="534" y="42"/>
                    <a:pt x="534" y="57"/>
                  </a:cubicBezTo>
                  <a:lnTo>
                    <a:pt x="0" y="1226"/>
                  </a:lnTo>
                  <a:lnTo>
                    <a:pt x="549" y="1226"/>
                  </a:lnTo>
                  <a:lnTo>
                    <a:pt x="909" y="447"/>
                  </a:lnTo>
                  <a:lnTo>
                    <a:pt x="736" y="57"/>
                  </a:lnTo>
                  <a:cubicBezTo>
                    <a:pt x="713" y="19"/>
                    <a:pt x="678" y="1"/>
                    <a:pt x="642" y="1"/>
                  </a:cubicBezTo>
                  <a:close/>
                </a:path>
              </a:pathLst>
            </a:custGeom>
            <a:solidFill>
              <a:srgbClr val="6B7F9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922" name="Google Shape;19922;p47"/>
            <p:cNvSpPr/>
            <p:nvPr/>
          </p:nvSpPr>
          <p:spPr>
            <a:xfrm>
              <a:off x="8076102" y="3071488"/>
              <a:ext cx="29544" cy="29544"/>
            </a:xfrm>
            <a:custGeom>
              <a:rect b="b" l="l" r="r" t="t"/>
              <a:pathLst>
                <a:path extrusionOk="0" h="1127" w="1127">
                  <a:moveTo>
                    <a:pt x="0" y="0"/>
                  </a:moveTo>
                  <a:lnTo>
                    <a:pt x="0" y="1126"/>
                  </a:lnTo>
                  <a:lnTo>
                    <a:pt x="1126" y="1126"/>
                  </a:lnTo>
                  <a:lnTo>
                    <a:pt x="1126" y="0"/>
                  </a:lnTo>
                  <a:close/>
                </a:path>
              </a:pathLst>
            </a:custGeom>
            <a:solidFill>
              <a:srgbClr val="EFF1F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923" name="Google Shape;19923;p47"/>
            <p:cNvSpPr/>
            <p:nvPr/>
          </p:nvSpPr>
          <p:spPr>
            <a:xfrm>
              <a:off x="8076102" y="3071488"/>
              <a:ext cx="14785" cy="29544"/>
            </a:xfrm>
            <a:custGeom>
              <a:rect b="b" l="l" r="r" t="t"/>
              <a:pathLst>
                <a:path extrusionOk="0" h="1127" w="564">
                  <a:moveTo>
                    <a:pt x="0" y="0"/>
                  </a:moveTo>
                  <a:lnTo>
                    <a:pt x="0" y="1126"/>
                  </a:lnTo>
                  <a:lnTo>
                    <a:pt x="563" y="1126"/>
                  </a:lnTo>
                  <a:lnTo>
                    <a:pt x="563" y="0"/>
                  </a:lnTo>
                  <a:close/>
                </a:path>
              </a:pathLst>
            </a:custGeom>
            <a:solidFill>
              <a:srgbClr val="EFF2F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924" name="Google Shape;19924;p47"/>
            <p:cNvSpPr/>
            <p:nvPr/>
          </p:nvSpPr>
          <p:spPr>
            <a:xfrm>
              <a:off x="8068526" y="3098726"/>
              <a:ext cx="44670" cy="44670"/>
            </a:xfrm>
            <a:custGeom>
              <a:rect b="b" l="l" r="r" t="t"/>
              <a:pathLst>
                <a:path extrusionOk="0" h="1704" w="1704">
                  <a:moveTo>
                    <a:pt x="318" y="0"/>
                  </a:moveTo>
                  <a:cubicBezTo>
                    <a:pt x="145" y="0"/>
                    <a:pt x="1" y="145"/>
                    <a:pt x="15" y="318"/>
                  </a:cubicBezTo>
                  <a:lnTo>
                    <a:pt x="58" y="1704"/>
                  </a:lnTo>
                  <a:lnTo>
                    <a:pt x="1646" y="1704"/>
                  </a:lnTo>
                  <a:lnTo>
                    <a:pt x="1704" y="318"/>
                  </a:lnTo>
                  <a:cubicBezTo>
                    <a:pt x="1704" y="145"/>
                    <a:pt x="1574" y="0"/>
                    <a:pt x="1401" y="0"/>
                  </a:cubicBezTo>
                  <a:close/>
                </a:path>
              </a:pathLst>
            </a:custGeom>
            <a:solidFill>
              <a:srgbClr val="8CA4B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925" name="Google Shape;19925;p47"/>
            <p:cNvSpPr/>
            <p:nvPr/>
          </p:nvSpPr>
          <p:spPr>
            <a:xfrm>
              <a:off x="8068526" y="3098726"/>
              <a:ext cx="23122" cy="44670"/>
            </a:xfrm>
            <a:custGeom>
              <a:rect b="b" l="l" r="r" t="t"/>
              <a:pathLst>
                <a:path extrusionOk="0" h="1704" w="882">
                  <a:moveTo>
                    <a:pt x="318" y="0"/>
                  </a:moveTo>
                  <a:cubicBezTo>
                    <a:pt x="145" y="0"/>
                    <a:pt x="1" y="145"/>
                    <a:pt x="15" y="318"/>
                  </a:cubicBezTo>
                  <a:lnTo>
                    <a:pt x="58" y="1704"/>
                  </a:lnTo>
                  <a:lnTo>
                    <a:pt x="621" y="1704"/>
                  </a:lnTo>
                  <a:lnTo>
                    <a:pt x="578" y="318"/>
                  </a:lnTo>
                  <a:cubicBezTo>
                    <a:pt x="564" y="145"/>
                    <a:pt x="708" y="0"/>
                    <a:pt x="881" y="0"/>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926" name="Google Shape;19926;p47"/>
            <p:cNvSpPr/>
            <p:nvPr/>
          </p:nvSpPr>
          <p:spPr>
            <a:xfrm>
              <a:off x="8250170" y="3065773"/>
              <a:ext cx="20081" cy="11037"/>
            </a:xfrm>
            <a:custGeom>
              <a:rect b="b" l="l" r="r" t="t"/>
              <a:pathLst>
                <a:path extrusionOk="0" h="421" w="766">
                  <a:moveTo>
                    <a:pt x="181" y="0"/>
                  </a:moveTo>
                  <a:cubicBezTo>
                    <a:pt x="76" y="0"/>
                    <a:pt x="1" y="96"/>
                    <a:pt x="1" y="204"/>
                  </a:cubicBezTo>
                  <a:cubicBezTo>
                    <a:pt x="1" y="319"/>
                    <a:pt x="87" y="420"/>
                    <a:pt x="203" y="420"/>
                  </a:cubicBezTo>
                  <a:lnTo>
                    <a:pt x="766" y="420"/>
                  </a:lnTo>
                  <a:lnTo>
                    <a:pt x="766" y="2"/>
                  </a:lnTo>
                  <a:lnTo>
                    <a:pt x="203" y="2"/>
                  </a:lnTo>
                  <a:cubicBezTo>
                    <a:pt x="195" y="1"/>
                    <a:pt x="188" y="0"/>
                    <a:pt x="181" y="0"/>
                  </a:cubicBezTo>
                  <a:close/>
                </a:path>
              </a:pathLst>
            </a:custGeom>
            <a:solidFill>
              <a:srgbClr val="EFF2F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927" name="Google Shape;19927;p47"/>
            <p:cNvSpPr/>
            <p:nvPr/>
          </p:nvSpPr>
          <p:spPr>
            <a:xfrm>
              <a:off x="8247758" y="3102107"/>
              <a:ext cx="22492" cy="11063"/>
            </a:xfrm>
            <a:custGeom>
              <a:rect b="b" l="l" r="r" t="t"/>
              <a:pathLst>
                <a:path extrusionOk="0" h="422" w="858">
                  <a:moveTo>
                    <a:pt x="269" y="0"/>
                  </a:moveTo>
                  <a:cubicBezTo>
                    <a:pt x="0" y="0"/>
                    <a:pt x="0" y="421"/>
                    <a:pt x="269" y="421"/>
                  </a:cubicBezTo>
                  <a:cubicBezTo>
                    <a:pt x="277" y="421"/>
                    <a:pt x="286" y="421"/>
                    <a:pt x="295" y="420"/>
                  </a:cubicBezTo>
                  <a:lnTo>
                    <a:pt x="858" y="420"/>
                  </a:lnTo>
                  <a:lnTo>
                    <a:pt x="858" y="1"/>
                  </a:lnTo>
                  <a:lnTo>
                    <a:pt x="295" y="1"/>
                  </a:lnTo>
                  <a:cubicBezTo>
                    <a:pt x="286" y="0"/>
                    <a:pt x="277" y="0"/>
                    <a:pt x="269" y="0"/>
                  </a:cubicBezTo>
                  <a:close/>
                </a:path>
              </a:pathLst>
            </a:custGeom>
            <a:solidFill>
              <a:srgbClr val="EFF2F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928" name="Google Shape;19928;p47"/>
            <p:cNvSpPr/>
            <p:nvPr/>
          </p:nvSpPr>
          <p:spPr>
            <a:xfrm>
              <a:off x="8250170" y="2992397"/>
              <a:ext cx="20081" cy="11377"/>
            </a:xfrm>
            <a:custGeom>
              <a:rect b="b" l="l" r="r" t="t"/>
              <a:pathLst>
                <a:path extrusionOk="0" h="434" w="766">
                  <a:moveTo>
                    <a:pt x="203" y="0"/>
                  </a:moveTo>
                  <a:cubicBezTo>
                    <a:pt x="87" y="0"/>
                    <a:pt x="1" y="101"/>
                    <a:pt x="1" y="217"/>
                  </a:cubicBezTo>
                  <a:cubicBezTo>
                    <a:pt x="1" y="332"/>
                    <a:pt x="87" y="433"/>
                    <a:pt x="203" y="433"/>
                  </a:cubicBezTo>
                  <a:lnTo>
                    <a:pt x="766" y="433"/>
                  </a:lnTo>
                  <a:lnTo>
                    <a:pt x="766" y="0"/>
                  </a:lnTo>
                  <a:close/>
                </a:path>
              </a:pathLst>
            </a:custGeom>
            <a:solidFill>
              <a:srgbClr val="EFF2F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929" name="Google Shape;19929;p47"/>
            <p:cNvSpPr/>
            <p:nvPr/>
          </p:nvSpPr>
          <p:spPr>
            <a:xfrm>
              <a:off x="8250170" y="3029098"/>
              <a:ext cx="20081" cy="10984"/>
            </a:xfrm>
            <a:custGeom>
              <a:rect b="b" l="l" r="r" t="t"/>
              <a:pathLst>
                <a:path extrusionOk="0" h="419" w="766">
                  <a:moveTo>
                    <a:pt x="203" y="0"/>
                  </a:moveTo>
                  <a:cubicBezTo>
                    <a:pt x="87" y="0"/>
                    <a:pt x="1" y="87"/>
                    <a:pt x="1" y="217"/>
                  </a:cubicBezTo>
                  <a:cubicBezTo>
                    <a:pt x="1" y="332"/>
                    <a:pt x="87" y="419"/>
                    <a:pt x="203" y="419"/>
                  </a:cubicBezTo>
                  <a:lnTo>
                    <a:pt x="766" y="419"/>
                  </a:lnTo>
                  <a:lnTo>
                    <a:pt x="766" y="0"/>
                  </a:lnTo>
                  <a:close/>
                </a:path>
              </a:pathLst>
            </a:custGeom>
            <a:solidFill>
              <a:srgbClr val="EFF2F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930" name="Google Shape;19930;p47"/>
            <p:cNvSpPr/>
            <p:nvPr/>
          </p:nvSpPr>
          <p:spPr>
            <a:xfrm>
              <a:off x="8059062" y="2981597"/>
              <a:ext cx="63231" cy="74765"/>
            </a:xfrm>
            <a:custGeom>
              <a:rect b="b" l="l" r="r" t="t"/>
              <a:pathLst>
                <a:path extrusionOk="0" h="2852" w="2412">
                  <a:moveTo>
                    <a:pt x="1211" y="1"/>
                  </a:moveTo>
                  <a:cubicBezTo>
                    <a:pt x="1192" y="1"/>
                    <a:pt x="1170" y="8"/>
                    <a:pt x="1156" y="22"/>
                  </a:cubicBezTo>
                  <a:lnTo>
                    <a:pt x="44" y="1654"/>
                  </a:lnTo>
                  <a:cubicBezTo>
                    <a:pt x="1" y="1726"/>
                    <a:pt x="1" y="1812"/>
                    <a:pt x="73" y="1884"/>
                  </a:cubicBezTo>
                  <a:lnTo>
                    <a:pt x="593" y="2419"/>
                  </a:lnTo>
                  <a:cubicBezTo>
                    <a:pt x="621" y="2462"/>
                    <a:pt x="650" y="2491"/>
                    <a:pt x="650" y="2549"/>
                  </a:cubicBezTo>
                  <a:lnTo>
                    <a:pt x="650" y="2852"/>
                  </a:lnTo>
                  <a:lnTo>
                    <a:pt x="1776" y="2852"/>
                  </a:lnTo>
                  <a:lnTo>
                    <a:pt x="1776" y="2534"/>
                  </a:lnTo>
                  <a:cubicBezTo>
                    <a:pt x="1776" y="2491"/>
                    <a:pt x="1791" y="2447"/>
                    <a:pt x="1834" y="2419"/>
                  </a:cubicBezTo>
                  <a:lnTo>
                    <a:pt x="2354" y="1870"/>
                  </a:lnTo>
                  <a:cubicBezTo>
                    <a:pt x="2411" y="1812"/>
                    <a:pt x="2411" y="1726"/>
                    <a:pt x="2368" y="1654"/>
                  </a:cubicBezTo>
                  <a:lnTo>
                    <a:pt x="1257" y="22"/>
                  </a:lnTo>
                  <a:cubicBezTo>
                    <a:pt x="1249" y="8"/>
                    <a:pt x="1231" y="1"/>
                    <a:pt x="1211" y="1"/>
                  </a:cubicBezTo>
                  <a:close/>
                </a:path>
              </a:pathLst>
            </a:custGeom>
            <a:solidFill>
              <a:srgbClr val="8C9EA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931" name="Google Shape;19931;p47"/>
            <p:cNvSpPr/>
            <p:nvPr/>
          </p:nvSpPr>
          <p:spPr>
            <a:xfrm>
              <a:off x="8059062" y="2981309"/>
              <a:ext cx="39008" cy="75054"/>
            </a:xfrm>
            <a:custGeom>
              <a:rect b="b" l="l" r="r" t="t"/>
              <a:pathLst>
                <a:path extrusionOk="0" h="2863" w="1488">
                  <a:moveTo>
                    <a:pt x="1211" y="1"/>
                  </a:moveTo>
                  <a:cubicBezTo>
                    <a:pt x="1192" y="1"/>
                    <a:pt x="1170" y="12"/>
                    <a:pt x="1156" y="33"/>
                  </a:cubicBezTo>
                  <a:lnTo>
                    <a:pt x="44" y="1650"/>
                  </a:lnTo>
                  <a:cubicBezTo>
                    <a:pt x="1" y="1722"/>
                    <a:pt x="15" y="1823"/>
                    <a:pt x="73" y="1881"/>
                  </a:cubicBezTo>
                  <a:lnTo>
                    <a:pt x="593" y="2430"/>
                  </a:lnTo>
                  <a:cubicBezTo>
                    <a:pt x="621" y="2458"/>
                    <a:pt x="650" y="2502"/>
                    <a:pt x="650" y="2545"/>
                  </a:cubicBezTo>
                  <a:lnTo>
                    <a:pt x="650" y="2863"/>
                  </a:lnTo>
                  <a:lnTo>
                    <a:pt x="1213" y="2863"/>
                  </a:lnTo>
                  <a:lnTo>
                    <a:pt x="1213" y="2545"/>
                  </a:lnTo>
                  <a:cubicBezTo>
                    <a:pt x="1213" y="2502"/>
                    <a:pt x="1184" y="2458"/>
                    <a:pt x="1156" y="2430"/>
                  </a:cubicBezTo>
                  <a:lnTo>
                    <a:pt x="636" y="1881"/>
                  </a:lnTo>
                  <a:cubicBezTo>
                    <a:pt x="578" y="1823"/>
                    <a:pt x="564" y="1722"/>
                    <a:pt x="607" y="1650"/>
                  </a:cubicBezTo>
                  <a:lnTo>
                    <a:pt x="1488" y="365"/>
                  </a:lnTo>
                  <a:lnTo>
                    <a:pt x="1257" y="33"/>
                  </a:lnTo>
                  <a:cubicBezTo>
                    <a:pt x="1249" y="12"/>
                    <a:pt x="1231" y="1"/>
                    <a:pt x="1211" y="1"/>
                  </a:cubicBezTo>
                  <a:close/>
                </a:path>
              </a:pathLst>
            </a:custGeom>
            <a:solidFill>
              <a:srgbClr val="D6DFE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932" name="Google Shape;19932;p47"/>
            <p:cNvSpPr/>
            <p:nvPr/>
          </p:nvSpPr>
          <p:spPr>
            <a:xfrm>
              <a:off x="8079510" y="2981597"/>
              <a:ext cx="21968" cy="50176"/>
            </a:xfrm>
            <a:custGeom>
              <a:rect b="b" l="l" r="r" t="t"/>
              <a:pathLst>
                <a:path extrusionOk="0" h="1914" w="838">
                  <a:moveTo>
                    <a:pt x="431" y="1"/>
                  </a:moveTo>
                  <a:cubicBezTo>
                    <a:pt x="412" y="1"/>
                    <a:pt x="390" y="8"/>
                    <a:pt x="376" y="22"/>
                  </a:cubicBezTo>
                  <a:lnTo>
                    <a:pt x="246" y="210"/>
                  </a:lnTo>
                  <a:lnTo>
                    <a:pt x="246" y="1552"/>
                  </a:lnTo>
                  <a:cubicBezTo>
                    <a:pt x="0" y="1552"/>
                    <a:pt x="0" y="1913"/>
                    <a:pt x="246" y="1913"/>
                  </a:cubicBezTo>
                  <a:lnTo>
                    <a:pt x="606" y="1913"/>
                  </a:lnTo>
                  <a:cubicBezTo>
                    <a:pt x="837" y="1913"/>
                    <a:pt x="837" y="1552"/>
                    <a:pt x="606" y="1552"/>
                  </a:cubicBezTo>
                  <a:lnTo>
                    <a:pt x="606" y="210"/>
                  </a:lnTo>
                  <a:lnTo>
                    <a:pt x="477" y="22"/>
                  </a:lnTo>
                  <a:cubicBezTo>
                    <a:pt x="469" y="8"/>
                    <a:pt x="451" y="1"/>
                    <a:pt x="431" y="1"/>
                  </a:cubicBezTo>
                  <a:close/>
                </a:path>
              </a:pathLst>
            </a:custGeom>
            <a:solidFill>
              <a:srgbClr val="91A8B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933" name="Google Shape;19933;p47"/>
            <p:cNvSpPr/>
            <p:nvPr/>
          </p:nvSpPr>
          <p:spPr>
            <a:xfrm>
              <a:off x="8065511" y="3055969"/>
              <a:ext cx="50726" cy="17040"/>
            </a:xfrm>
            <a:custGeom>
              <a:rect b="b" l="l" r="r" t="t"/>
              <a:pathLst>
                <a:path extrusionOk="0" h="650" w="1935">
                  <a:moveTo>
                    <a:pt x="231" y="0"/>
                  </a:moveTo>
                  <a:cubicBezTo>
                    <a:pt x="101" y="0"/>
                    <a:pt x="0" y="101"/>
                    <a:pt x="0" y="231"/>
                  </a:cubicBezTo>
                  <a:lnTo>
                    <a:pt x="0" y="433"/>
                  </a:lnTo>
                  <a:cubicBezTo>
                    <a:pt x="0" y="549"/>
                    <a:pt x="101" y="650"/>
                    <a:pt x="231" y="650"/>
                  </a:cubicBezTo>
                  <a:lnTo>
                    <a:pt x="1718" y="650"/>
                  </a:lnTo>
                  <a:cubicBezTo>
                    <a:pt x="1833" y="650"/>
                    <a:pt x="1934" y="549"/>
                    <a:pt x="1934" y="433"/>
                  </a:cubicBezTo>
                  <a:lnTo>
                    <a:pt x="1934" y="231"/>
                  </a:lnTo>
                  <a:cubicBezTo>
                    <a:pt x="1934" y="101"/>
                    <a:pt x="1833" y="0"/>
                    <a:pt x="1718" y="0"/>
                  </a:cubicBezTo>
                  <a:close/>
                </a:path>
              </a:pathLst>
            </a:custGeom>
            <a:solidFill>
              <a:srgbClr val="EFF2F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934" name="Google Shape;19934;p47"/>
            <p:cNvSpPr/>
            <p:nvPr/>
          </p:nvSpPr>
          <p:spPr>
            <a:xfrm>
              <a:off x="8065511" y="3058617"/>
              <a:ext cx="50726" cy="14392"/>
            </a:xfrm>
            <a:custGeom>
              <a:rect b="b" l="l" r="r" t="t"/>
              <a:pathLst>
                <a:path extrusionOk="0" h="549" w="1935">
                  <a:moveTo>
                    <a:pt x="29" y="0"/>
                  </a:moveTo>
                  <a:cubicBezTo>
                    <a:pt x="15" y="29"/>
                    <a:pt x="0" y="72"/>
                    <a:pt x="0" y="116"/>
                  </a:cubicBezTo>
                  <a:lnTo>
                    <a:pt x="0" y="318"/>
                  </a:lnTo>
                  <a:cubicBezTo>
                    <a:pt x="0" y="448"/>
                    <a:pt x="101" y="549"/>
                    <a:pt x="231" y="549"/>
                  </a:cubicBezTo>
                  <a:lnTo>
                    <a:pt x="1718" y="549"/>
                  </a:lnTo>
                  <a:cubicBezTo>
                    <a:pt x="1833" y="549"/>
                    <a:pt x="1934" y="448"/>
                    <a:pt x="1934" y="318"/>
                  </a:cubicBezTo>
                  <a:lnTo>
                    <a:pt x="1934" y="130"/>
                  </a:lnTo>
                  <a:cubicBezTo>
                    <a:pt x="1934" y="72"/>
                    <a:pt x="1934" y="44"/>
                    <a:pt x="1906" y="0"/>
                  </a:cubicBezTo>
                  <a:cubicBezTo>
                    <a:pt x="1862" y="72"/>
                    <a:pt x="1790" y="101"/>
                    <a:pt x="1718" y="101"/>
                  </a:cubicBezTo>
                  <a:lnTo>
                    <a:pt x="231" y="101"/>
                  </a:lnTo>
                  <a:cubicBezTo>
                    <a:pt x="144" y="101"/>
                    <a:pt x="72" y="58"/>
                    <a:pt x="29" y="0"/>
                  </a:cubicBezTo>
                  <a:close/>
                </a:path>
              </a:pathLst>
            </a:custGeom>
            <a:solidFill>
              <a:srgbClr val="E6EBE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935" name="Google Shape;19935;p47"/>
            <p:cNvSpPr/>
            <p:nvPr/>
          </p:nvSpPr>
          <p:spPr>
            <a:xfrm>
              <a:off x="8164656" y="3051801"/>
              <a:ext cx="26897" cy="91595"/>
            </a:xfrm>
            <a:custGeom>
              <a:rect b="b" l="l" r="r" t="t"/>
              <a:pathLst>
                <a:path extrusionOk="0" h="3494" w="1026">
                  <a:moveTo>
                    <a:pt x="0" y="0"/>
                  </a:moveTo>
                  <a:lnTo>
                    <a:pt x="0" y="3494"/>
                  </a:lnTo>
                  <a:lnTo>
                    <a:pt x="1025" y="3494"/>
                  </a:lnTo>
                  <a:lnTo>
                    <a:pt x="1025" y="0"/>
                  </a:lnTo>
                  <a:close/>
                </a:path>
              </a:pathLst>
            </a:custGeom>
            <a:solidFill>
              <a:srgbClr val="6C839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936" name="Google Shape;19936;p47"/>
            <p:cNvSpPr/>
            <p:nvPr/>
          </p:nvSpPr>
          <p:spPr>
            <a:xfrm>
              <a:off x="8130577" y="3199391"/>
              <a:ext cx="68919" cy="47711"/>
            </a:xfrm>
            <a:custGeom>
              <a:rect b="b" l="l" r="r" t="t"/>
              <a:pathLst>
                <a:path extrusionOk="0" h="1820" w="2629">
                  <a:moveTo>
                    <a:pt x="1" y="0"/>
                  </a:moveTo>
                  <a:lnTo>
                    <a:pt x="1" y="1819"/>
                  </a:lnTo>
                  <a:lnTo>
                    <a:pt x="2628" y="1819"/>
                  </a:lnTo>
                  <a:lnTo>
                    <a:pt x="2628" y="0"/>
                  </a:lnTo>
                  <a:close/>
                </a:path>
              </a:pathLst>
            </a:custGeom>
            <a:solidFill>
              <a:srgbClr val="EFF2F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937" name="Google Shape;19937;p47"/>
            <p:cNvSpPr/>
            <p:nvPr/>
          </p:nvSpPr>
          <p:spPr>
            <a:xfrm>
              <a:off x="8130577" y="3199391"/>
              <a:ext cx="14785" cy="47711"/>
            </a:xfrm>
            <a:custGeom>
              <a:rect b="b" l="l" r="r" t="t"/>
              <a:pathLst>
                <a:path extrusionOk="0" h="1820" w="564">
                  <a:moveTo>
                    <a:pt x="1" y="0"/>
                  </a:moveTo>
                  <a:lnTo>
                    <a:pt x="1" y="1819"/>
                  </a:lnTo>
                  <a:lnTo>
                    <a:pt x="564" y="1819"/>
                  </a:lnTo>
                  <a:lnTo>
                    <a:pt x="564" y="0"/>
                  </a:lnTo>
                  <a:close/>
                </a:path>
              </a:pathLst>
            </a:custGeom>
            <a:solidFill>
              <a:srgbClr val="E6EBE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938" name="Google Shape;19938;p47"/>
            <p:cNvSpPr/>
            <p:nvPr/>
          </p:nvSpPr>
          <p:spPr>
            <a:xfrm>
              <a:off x="8096917" y="3245556"/>
              <a:ext cx="136633" cy="28024"/>
            </a:xfrm>
            <a:custGeom>
              <a:rect b="b" l="l" r="r" t="t"/>
              <a:pathLst>
                <a:path extrusionOk="0" h="1069" w="5212">
                  <a:moveTo>
                    <a:pt x="390" y="0"/>
                  </a:moveTo>
                  <a:cubicBezTo>
                    <a:pt x="173" y="0"/>
                    <a:pt x="0" y="174"/>
                    <a:pt x="0" y="390"/>
                  </a:cubicBezTo>
                  <a:lnTo>
                    <a:pt x="0" y="664"/>
                  </a:lnTo>
                  <a:cubicBezTo>
                    <a:pt x="0" y="895"/>
                    <a:pt x="173" y="1069"/>
                    <a:pt x="390" y="1069"/>
                  </a:cubicBezTo>
                  <a:lnTo>
                    <a:pt x="4807" y="1069"/>
                  </a:lnTo>
                  <a:cubicBezTo>
                    <a:pt x="5024" y="1069"/>
                    <a:pt x="5211" y="895"/>
                    <a:pt x="5211" y="664"/>
                  </a:cubicBezTo>
                  <a:lnTo>
                    <a:pt x="5211" y="390"/>
                  </a:lnTo>
                  <a:cubicBezTo>
                    <a:pt x="5211" y="174"/>
                    <a:pt x="5024" y="0"/>
                    <a:pt x="4807" y="0"/>
                  </a:cubicBezTo>
                  <a:close/>
                </a:path>
              </a:pathLst>
            </a:custGeom>
            <a:solidFill>
              <a:srgbClr val="EFF1F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939" name="Google Shape;19939;p47"/>
            <p:cNvSpPr/>
            <p:nvPr/>
          </p:nvSpPr>
          <p:spPr>
            <a:xfrm>
              <a:off x="8096524" y="3252372"/>
              <a:ext cx="137026" cy="21208"/>
            </a:xfrm>
            <a:custGeom>
              <a:rect b="b" l="l" r="r" t="t"/>
              <a:pathLst>
                <a:path extrusionOk="0" h="809" w="5227">
                  <a:moveTo>
                    <a:pt x="30" y="0"/>
                  </a:moveTo>
                  <a:cubicBezTo>
                    <a:pt x="15" y="43"/>
                    <a:pt x="1" y="87"/>
                    <a:pt x="1" y="145"/>
                  </a:cubicBezTo>
                  <a:lnTo>
                    <a:pt x="1" y="419"/>
                  </a:lnTo>
                  <a:cubicBezTo>
                    <a:pt x="1" y="635"/>
                    <a:pt x="188" y="809"/>
                    <a:pt x="405" y="809"/>
                  </a:cubicBezTo>
                  <a:lnTo>
                    <a:pt x="4822" y="809"/>
                  </a:lnTo>
                  <a:cubicBezTo>
                    <a:pt x="5039" y="809"/>
                    <a:pt x="5226" y="635"/>
                    <a:pt x="5226" y="419"/>
                  </a:cubicBezTo>
                  <a:lnTo>
                    <a:pt x="5226" y="145"/>
                  </a:lnTo>
                  <a:cubicBezTo>
                    <a:pt x="5226" y="87"/>
                    <a:pt x="5212" y="43"/>
                    <a:pt x="5198" y="0"/>
                  </a:cubicBezTo>
                  <a:cubicBezTo>
                    <a:pt x="5140" y="145"/>
                    <a:pt x="4995" y="246"/>
                    <a:pt x="4822" y="260"/>
                  </a:cubicBezTo>
                  <a:lnTo>
                    <a:pt x="405" y="260"/>
                  </a:lnTo>
                  <a:cubicBezTo>
                    <a:pt x="246" y="260"/>
                    <a:pt x="87" y="145"/>
                    <a:pt x="30" y="0"/>
                  </a:cubicBezTo>
                  <a:close/>
                </a:path>
              </a:pathLst>
            </a:custGeom>
            <a:solidFill>
              <a:srgbClr val="EFF2F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940" name="Google Shape;19940;p47"/>
            <p:cNvSpPr/>
            <p:nvPr/>
          </p:nvSpPr>
          <p:spPr>
            <a:xfrm>
              <a:off x="7992843" y="3143003"/>
              <a:ext cx="347794" cy="59823"/>
            </a:xfrm>
            <a:custGeom>
              <a:rect b="b" l="l" r="r" t="t"/>
              <a:pathLst>
                <a:path extrusionOk="0" h="2282" w="13267">
                  <a:moveTo>
                    <a:pt x="0" y="0"/>
                  </a:moveTo>
                  <a:lnTo>
                    <a:pt x="0" y="1805"/>
                  </a:lnTo>
                  <a:cubicBezTo>
                    <a:pt x="15" y="2065"/>
                    <a:pt x="217" y="2281"/>
                    <a:pt x="491" y="2281"/>
                  </a:cubicBezTo>
                  <a:lnTo>
                    <a:pt x="12790" y="2281"/>
                  </a:lnTo>
                  <a:cubicBezTo>
                    <a:pt x="13050" y="2281"/>
                    <a:pt x="13252" y="2065"/>
                    <a:pt x="13267" y="1805"/>
                  </a:cubicBezTo>
                  <a:lnTo>
                    <a:pt x="13267" y="0"/>
                  </a:lnTo>
                  <a:close/>
                </a:path>
              </a:pathLst>
            </a:custGeom>
            <a:solidFill>
              <a:srgbClr val="EFF1F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941" name="Google Shape;19941;p47"/>
            <p:cNvSpPr/>
            <p:nvPr/>
          </p:nvSpPr>
          <p:spPr>
            <a:xfrm>
              <a:off x="7992843" y="3143003"/>
              <a:ext cx="27264" cy="59823"/>
            </a:xfrm>
            <a:custGeom>
              <a:rect b="b" l="l" r="r" t="t"/>
              <a:pathLst>
                <a:path extrusionOk="0" h="2282" w="1040">
                  <a:moveTo>
                    <a:pt x="0" y="0"/>
                  </a:moveTo>
                  <a:lnTo>
                    <a:pt x="0" y="1805"/>
                  </a:lnTo>
                  <a:cubicBezTo>
                    <a:pt x="0" y="2065"/>
                    <a:pt x="217" y="2281"/>
                    <a:pt x="477" y="2281"/>
                  </a:cubicBezTo>
                  <a:lnTo>
                    <a:pt x="1040" y="2281"/>
                  </a:lnTo>
                  <a:cubicBezTo>
                    <a:pt x="780" y="2281"/>
                    <a:pt x="563" y="2065"/>
                    <a:pt x="563" y="1805"/>
                  </a:cubicBezTo>
                  <a:lnTo>
                    <a:pt x="563" y="0"/>
                  </a:lnTo>
                  <a:close/>
                </a:path>
              </a:pathLst>
            </a:custGeom>
            <a:solidFill>
              <a:srgbClr val="EFF2F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942" name="Google Shape;19942;p47"/>
            <p:cNvSpPr/>
            <p:nvPr/>
          </p:nvSpPr>
          <p:spPr>
            <a:xfrm>
              <a:off x="8157447" y="3167225"/>
              <a:ext cx="18586" cy="11377"/>
            </a:xfrm>
            <a:custGeom>
              <a:rect b="b" l="l" r="r" t="t"/>
              <a:pathLst>
                <a:path extrusionOk="0" h="434" w="709">
                  <a:moveTo>
                    <a:pt x="290" y="0"/>
                  </a:moveTo>
                  <a:cubicBezTo>
                    <a:pt x="1" y="0"/>
                    <a:pt x="1" y="433"/>
                    <a:pt x="290" y="433"/>
                  </a:cubicBezTo>
                  <a:lnTo>
                    <a:pt x="420" y="433"/>
                  </a:lnTo>
                  <a:cubicBezTo>
                    <a:pt x="708" y="433"/>
                    <a:pt x="708" y="0"/>
                    <a:pt x="420" y="0"/>
                  </a:cubicBezTo>
                  <a:close/>
                </a:path>
              </a:pathLst>
            </a:custGeom>
            <a:solidFill>
              <a:srgbClr val="778DA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9943" name="Google Shape;19943;p47"/>
          <p:cNvGrpSpPr/>
          <p:nvPr/>
        </p:nvGrpSpPr>
        <p:grpSpPr>
          <a:xfrm>
            <a:off x="873898" y="1512377"/>
            <a:ext cx="398127" cy="353457"/>
            <a:chOff x="873898" y="1512377"/>
            <a:chExt cx="398127" cy="353457"/>
          </a:xfrm>
        </p:grpSpPr>
        <p:sp>
          <p:nvSpPr>
            <p:cNvPr id="19944" name="Google Shape;19944;p47"/>
            <p:cNvSpPr/>
            <p:nvPr/>
          </p:nvSpPr>
          <p:spPr>
            <a:xfrm>
              <a:off x="944652" y="1531671"/>
              <a:ext cx="76862" cy="64358"/>
            </a:xfrm>
            <a:custGeom>
              <a:rect b="b" l="l" r="r" t="t"/>
              <a:pathLst>
                <a:path extrusionOk="0" h="2455" w="2932">
                  <a:moveTo>
                    <a:pt x="1459" y="1"/>
                  </a:moveTo>
                  <a:cubicBezTo>
                    <a:pt x="651" y="1"/>
                    <a:pt x="1" y="549"/>
                    <a:pt x="1" y="1228"/>
                  </a:cubicBezTo>
                  <a:cubicBezTo>
                    <a:pt x="1" y="1906"/>
                    <a:pt x="651" y="2455"/>
                    <a:pt x="1459" y="2455"/>
                  </a:cubicBezTo>
                  <a:cubicBezTo>
                    <a:pt x="2282" y="2455"/>
                    <a:pt x="2931" y="1906"/>
                    <a:pt x="2931" y="1228"/>
                  </a:cubicBezTo>
                  <a:cubicBezTo>
                    <a:pt x="2931" y="549"/>
                    <a:pt x="2282" y="1"/>
                    <a:pt x="1459" y="1"/>
                  </a:cubicBezTo>
                  <a:close/>
                </a:path>
              </a:pathLst>
            </a:custGeom>
            <a:solidFill>
              <a:srgbClr val="92A9B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945" name="Google Shape;19945;p47"/>
            <p:cNvSpPr/>
            <p:nvPr/>
          </p:nvSpPr>
          <p:spPr>
            <a:xfrm>
              <a:off x="944285" y="1531671"/>
              <a:ext cx="51879" cy="64358"/>
            </a:xfrm>
            <a:custGeom>
              <a:rect b="b" l="l" r="r" t="t"/>
              <a:pathLst>
                <a:path extrusionOk="0" h="2455" w="1979">
                  <a:moveTo>
                    <a:pt x="1473" y="1"/>
                  </a:moveTo>
                  <a:cubicBezTo>
                    <a:pt x="665" y="1"/>
                    <a:pt x="1" y="549"/>
                    <a:pt x="1" y="1228"/>
                  </a:cubicBezTo>
                  <a:cubicBezTo>
                    <a:pt x="1" y="1906"/>
                    <a:pt x="665" y="2455"/>
                    <a:pt x="1473" y="2455"/>
                  </a:cubicBezTo>
                  <a:cubicBezTo>
                    <a:pt x="1646" y="2455"/>
                    <a:pt x="1805" y="2426"/>
                    <a:pt x="1978" y="2382"/>
                  </a:cubicBezTo>
                  <a:cubicBezTo>
                    <a:pt x="1401" y="2224"/>
                    <a:pt x="997" y="1762"/>
                    <a:pt x="997" y="1228"/>
                  </a:cubicBezTo>
                  <a:cubicBezTo>
                    <a:pt x="997" y="693"/>
                    <a:pt x="1401" y="246"/>
                    <a:pt x="1964" y="73"/>
                  </a:cubicBezTo>
                  <a:cubicBezTo>
                    <a:pt x="1805" y="29"/>
                    <a:pt x="1646" y="1"/>
                    <a:pt x="1473" y="1"/>
                  </a:cubicBezTo>
                  <a:close/>
                </a:path>
              </a:pathLst>
            </a:custGeom>
            <a:solidFill>
              <a:srgbClr val="5C728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946" name="Google Shape;19946;p47"/>
            <p:cNvSpPr/>
            <p:nvPr/>
          </p:nvSpPr>
          <p:spPr>
            <a:xfrm>
              <a:off x="899641" y="1563837"/>
              <a:ext cx="166911" cy="166911"/>
            </a:xfrm>
            <a:custGeom>
              <a:rect b="b" l="l" r="r" t="t"/>
              <a:pathLst>
                <a:path extrusionOk="0" h="6367" w="6367">
                  <a:moveTo>
                    <a:pt x="3176" y="1"/>
                  </a:moveTo>
                  <a:cubicBezTo>
                    <a:pt x="1415" y="1"/>
                    <a:pt x="0" y="1430"/>
                    <a:pt x="0" y="3191"/>
                  </a:cubicBezTo>
                  <a:cubicBezTo>
                    <a:pt x="0" y="4952"/>
                    <a:pt x="1415" y="6367"/>
                    <a:pt x="3176" y="6367"/>
                  </a:cubicBezTo>
                  <a:cubicBezTo>
                    <a:pt x="4937" y="6367"/>
                    <a:pt x="6366" y="4952"/>
                    <a:pt x="6366" y="3191"/>
                  </a:cubicBezTo>
                  <a:cubicBezTo>
                    <a:pt x="6366" y="1430"/>
                    <a:pt x="4937" y="1"/>
                    <a:pt x="3176" y="1"/>
                  </a:cubicBezTo>
                  <a:close/>
                </a:path>
              </a:pathLst>
            </a:custGeom>
            <a:solidFill>
              <a:srgbClr val="667A8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947" name="Google Shape;19947;p47"/>
            <p:cNvSpPr/>
            <p:nvPr/>
          </p:nvSpPr>
          <p:spPr>
            <a:xfrm>
              <a:off x="933301" y="1563837"/>
              <a:ext cx="133618" cy="166911"/>
            </a:xfrm>
            <a:custGeom>
              <a:rect b="b" l="l" r="r" t="t"/>
              <a:pathLst>
                <a:path extrusionOk="0" h="6367" w="5097">
                  <a:moveTo>
                    <a:pt x="1930" y="1"/>
                  </a:moveTo>
                  <a:cubicBezTo>
                    <a:pt x="1759" y="1"/>
                    <a:pt x="1588" y="15"/>
                    <a:pt x="1416" y="44"/>
                  </a:cubicBezTo>
                  <a:cubicBezTo>
                    <a:pt x="160" y="275"/>
                    <a:pt x="1" y="2108"/>
                    <a:pt x="1271" y="2498"/>
                  </a:cubicBezTo>
                  <a:lnTo>
                    <a:pt x="1315" y="2498"/>
                  </a:lnTo>
                  <a:lnTo>
                    <a:pt x="1618" y="6352"/>
                  </a:lnTo>
                  <a:cubicBezTo>
                    <a:pt x="1719" y="6352"/>
                    <a:pt x="1805" y="6367"/>
                    <a:pt x="1892" y="6367"/>
                  </a:cubicBezTo>
                  <a:cubicBezTo>
                    <a:pt x="3653" y="6367"/>
                    <a:pt x="5082" y="4952"/>
                    <a:pt x="5082" y="3191"/>
                  </a:cubicBezTo>
                  <a:cubicBezTo>
                    <a:pt x="5097" y="2527"/>
                    <a:pt x="4895" y="1877"/>
                    <a:pt x="4505" y="1358"/>
                  </a:cubicBezTo>
                  <a:cubicBezTo>
                    <a:pt x="3911" y="504"/>
                    <a:pt x="2947" y="1"/>
                    <a:pt x="1930" y="1"/>
                  </a:cubicBezTo>
                  <a:close/>
                </a:path>
              </a:pathLst>
            </a:custGeom>
            <a:solidFill>
              <a:srgbClr val="5C728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948" name="Google Shape;19948;p47"/>
            <p:cNvSpPr/>
            <p:nvPr/>
          </p:nvSpPr>
          <p:spPr>
            <a:xfrm>
              <a:off x="873898" y="1737145"/>
              <a:ext cx="218371" cy="128689"/>
            </a:xfrm>
            <a:custGeom>
              <a:rect b="b" l="l" r="r" t="t"/>
              <a:pathLst>
                <a:path extrusionOk="0" h="4909" w="8330">
                  <a:moveTo>
                    <a:pt x="2945" y="1"/>
                  </a:moveTo>
                  <a:lnTo>
                    <a:pt x="2945" y="1084"/>
                  </a:lnTo>
                  <a:cubicBezTo>
                    <a:pt x="2931" y="1271"/>
                    <a:pt x="2830" y="1445"/>
                    <a:pt x="2642" y="1531"/>
                  </a:cubicBezTo>
                  <a:lnTo>
                    <a:pt x="578" y="2441"/>
                  </a:lnTo>
                  <a:cubicBezTo>
                    <a:pt x="231" y="2599"/>
                    <a:pt x="1" y="2946"/>
                    <a:pt x="1" y="3336"/>
                  </a:cubicBezTo>
                  <a:lnTo>
                    <a:pt x="1" y="4664"/>
                  </a:lnTo>
                  <a:cubicBezTo>
                    <a:pt x="1" y="4794"/>
                    <a:pt x="102" y="4909"/>
                    <a:pt x="246" y="4909"/>
                  </a:cubicBezTo>
                  <a:lnTo>
                    <a:pt x="8084" y="4909"/>
                  </a:lnTo>
                  <a:cubicBezTo>
                    <a:pt x="8214" y="4909"/>
                    <a:pt x="8330" y="4794"/>
                    <a:pt x="8330" y="4664"/>
                  </a:cubicBezTo>
                  <a:lnTo>
                    <a:pt x="8330" y="3350"/>
                  </a:lnTo>
                  <a:cubicBezTo>
                    <a:pt x="8330" y="2960"/>
                    <a:pt x="8099" y="2599"/>
                    <a:pt x="7752" y="2441"/>
                  </a:cubicBezTo>
                  <a:lnTo>
                    <a:pt x="5688" y="1531"/>
                  </a:lnTo>
                  <a:cubicBezTo>
                    <a:pt x="5500" y="1445"/>
                    <a:pt x="5385" y="1271"/>
                    <a:pt x="5385" y="1084"/>
                  </a:cubicBezTo>
                  <a:lnTo>
                    <a:pt x="5385" y="1"/>
                  </a:lnTo>
                  <a:close/>
                </a:path>
              </a:pathLst>
            </a:custGeom>
            <a:solidFill>
              <a:srgbClr val="AABBC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949" name="Google Shape;19949;p47"/>
            <p:cNvSpPr/>
            <p:nvPr/>
          </p:nvSpPr>
          <p:spPr>
            <a:xfrm>
              <a:off x="873898" y="1783702"/>
              <a:ext cx="218371" cy="82132"/>
            </a:xfrm>
            <a:custGeom>
              <a:rect b="b" l="l" r="r" t="t"/>
              <a:pathLst>
                <a:path extrusionOk="0" h="3133" w="8330">
                  <a:moveTo>
                    <a:pt x="2108" y="1"/>
                  </a:moveTo>
                  <a:lnTo>
                    <a:pt x="578" y="665"/>
                  </a:lnTo>
                  <a:cubicBezTo>
                    <a:pt x="231" y="823"/>
                    <a:pt x="1" y="1184"/>
                    <a:pt x="1" y="1574"/>
                  </a:cubicBezTo>
                  <a:lnTo>
                    <a:pt x="1" y="2888"/>
                  </a:lnTo>
                  <a:cubicBezTo>
                    <a:pt x="1" y="3018"/>
                    <a:pt x="102" y="3133"/>
                    <a:pt x="246" y="3133"/>
                  </a:cubicBezTo>
                  <a:lnTo>
                    <a:pt x="8084" y="3133"/>
                  </a:lnTo>
                  <a:cubicBezTo>
                    <a:pt x="8214" y="3133"/>
                    <a:pt x="8330" y="3018"/>
                    <a:pt x="8330" y="2888"/>
                  </a:cubicBezTo>
                  <a:lnTo>
                    <a:pt x="8330" y="1560"/>
                  </a:lnTo>
                  <a:cubicBezTo>
                    <a:pt x="8330" y="1170"/>
                    <a:pt x="8099" y="823"/>
                    <a:pt x="7752" y="665"/>
                  </a:cubicBezTo>
                  <a:lnTo>
                    <a:pt x="6222" y="1"/>
                  </a:lnTo>
                  <a:cubicBezTo>
                    <a:pt x="5861" y="946"/>
                    <a:pt x="5013" y="1419"/>
                    <a:pt x="4165" y="1419"/>
                  </a:cubicBezTo>
                  <a:cubicBezTo>
                    <a:pt x="3317" y="1419"/>
                    <a:pt x="2469" y="946"/>
                    <a:pt x="2108" y="1"/>
                  </a:cubicBezTo>
                  <a:close/>
                </a:path>
              </a:pathLst>
            </a:custGeom>
            <a:solidFill>
              <a:srgbClr val="EFF1F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950" name="Google Shape;19950;p47"/>
            <p:cNvSpPr/>
            <p:nvPr/>
          </p:nvSpPr>
          <p:spPr>
            <a:xfrm>
              <a:off x="951101" y="1737145"/>
              <a:ext cx="63965" cy="25769"/>
            </a:xfrm>
            <a:custGeom>
              <a:rect b="b" l="l" r="r" t="t"/>
              <a:pathLst>
                <a:path extrusionOk="0" h="983" w="2440">
                  <a:moveTo>
                    <a:pt x="0" y="1"/>
                  </a:moveTo>
                  <a:lnTo>
                    <a:pt x="0" y="723"/>
                  </a:lnTo>
                  <a:cubicBezTo>
                    <a:pt x="383" y="896"/>
                    <a:pt x="798" y="983"/>
                    <a:pt x="1215" y="983"/>
                  </a:cubicBezTo>
                  <a:cubicBezTo>
                    <a:pt x="1632" y="983"/>
                    <a:pt x="2050" y="896"/>
                    <a:pt x="2440" y="723"/>
                  </a:cubicBezTo>
                  <a:lnTo>
                    <a:pt x="2440" y="1"/>
                  </a:lnTo>
                  <a:close/>
                </a:path>
              </a:pathLst>
            </a:custGeom>
            <a:solidFill>
              <a:srgbClr val="94A5B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951" name="Google Shape;19951;p47"/>
            <p:cNvSpPr/>
            <p:nvPr/>
          </p:nvSpPr>
          <p:spPr>
            <a:xfrm>
              <a:off x="918542" y="1629191"/>
              <a:ext cx="128689" cy="120982"/>
            </a:xfrm>
            <a:custGeom>
              <a:rect b="b" l="l" r="r" t="t"/>
              <a:pathLst>
                <a:path extrusionOk="0" h="4615" w="4909">
                  <a:moveTo>
                    <a:pt x="1805" y="0"/>
                  </a:moveTo>
                  <a:cubicBezTo>
                    <a:pt x="1617" y="0"/>
                    <a:pt x="1447" y="98"/>
                    <a:pt x="1358" y="265"/>
                  </a:cubicBezTo>
                  <a:cubicBezTo>
                    <a:pt x="1098" y="784"/>
                    <a:pt x="694" y="1217"/>
                    <a:pt x="217" y="1549"/>
                  </a:cubicBezTo>
                  <a:cubicBezTo>
                    <a:pt x="88" y="1636"/>
                    <a:pt x="1" y="1780"/>
                    <a:pt x="15" y="1939"/>
                  </a:cubicBezTo>
                  <a:lnTo>
                    <a:pt x="15" y="2084"/>
                  </a:lnTo>
                  <a:cubicBezTo>
                    <a:pt x="15" y="3383"/>
                    <a:pt x="997" y="4523"/>
                    <a:pt x="2296" y="4610"/>
                  </a:cubicBezTo>
                  <a:cubicBezTo>
                    <a:pt x="2348" y="4613"/>
                    <a:pt x="2400" y="4615"/>
                    <a:pt x="2451" y="4615"/>
                  </a:cubicBezTo>
                  <a:cubicBezTo>
                    <a:pt x="3797" y="4615"/>
                    <a:pt x="4909" y="3533"/>
                    <a:pt x="4909" y="2170"/>
                  </a:cubicBezTo>
                  <a:lnTo>
                    <a:pt x="4909" y="1737"/>
                  </a:lnTo>
                  <a:cubicBezTo>
                    <a:pt x="4909" y="1521"/>
                    <a:pt x="4822" y="1319"/>
                    <a:pt x="4664" y="1189"/>
                  </a:cubicBezTo>
                  <a:cubicBezTo>
                    <a:pt x="4274" y="842"/>
                    <a:pt x="3393" y="236"/>
                    <a:pt x="1878" y="5"/>
                  </a:cubicBezTo>
                  <a:cubicBezTo>
                    <a:pt x="1853" y="2"/>
                    <a:pt x="1829" y="0"/>
                    <a:pt x="1805" y="0"/>
                  </a:cubicBezTo>
                  <a:close/>
                </a:path>
              </a:pathLst>
            </a:custGeom>
            <a:solidFill>
              <a:srgbClr val="BCC9D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952" name="Google Shape;19952;p47"/>
            <p:cNvSpPr/>
            <p:nvPr/>
          </p:nvSpPr>
          <p:spPr>
            <a:xfrm>
              <a:off x="918542" y="1629191"/>
              <a:ext cx="126042" cy="120484"/>
            </a:xfrm>
            <a:custGeom>
              <a:rect b="b" l="l" r="r" t="t"/>
              <a:pathLst>
                <a:path extrusionOk="0" h="4596" w="4808">
                  <a:moveTo>
                    <a:pt x="1805" y="0"/>
                  </a:moveTo>
                  <a:cubicBezTo>
                    <a:pt x="1617" y="0"/>
                    <a:pt x="1447" y="98"/>
                    <a:pt x="1358" y="265"/>
                  </a:cubicBezTo>
                  <a:cubicBezTo>
                    <a:pt x="1315" y="351"/>
                    <a:pt x="1257" y="452"/>
                    <a:pt x="1213" y="525"/>
                  </a:cubicBezTo>
                  <a:cubicBezTo>
                    <a:pt x="954" y="929"/>
                    <a:pt x="607" y="1275"/>
                    <a:pt x="217" y="1535"/>
                  </a:cubicBezTo>
                  <a:cubicBezTo>
                    <a:pt x="88" y="1636"/>
                    <a:pt x="15" y="1780"/>
                    <a:pt x="15" y="1939"/>
                  </a:cubicBezTo>
                  <a:lnTo>
                    <a:pt x="15" y="2084"/>
                  </a:lnTo>
                  <a:cubicBezTo>
                    <a:pt x="1" y="3339"/>
                    <a:pt x="910" y="4408"/>
                    <a:pt x="2166" y="4595"/>
                  </a:cubicBezTo>
                  <a:cubicBezTo>
                    <a:pt x="1719" y="4133"/>
                    <a:pt x="1473" y="3527"/>
                    <a:pt x="1488" y="2906"/>
                  </a:cubicBezTo>
                  <a:lnTo>
                    <a:pt x="1488" y="1362"/>
                  </a:lnTo>
                  <a:cubicBezTo>
                    <a:pt x="1473" y="1102"/>
                    <a:pt x="1675" y="900"/>
                    <a:pt x="1921" y="871"/>
                  </a:cubicBezTo>
                  <a:cubicBezTo>
                    <a:pt x="2104" y="852"/>
                    <a:pt x="2288" y="843"/>
                    <a:pt x="2472" y="843"/>
                  </a:cubicBezTo>
                  <a:cubicBezTo>
                    <a:pt x="3272" y="843"/>
                    <a:pt x="4069" y="1019"/>
                    <a:pt x="4808" y="1347"/>
                  </a:cubicBezTo>
                  <a:cubicBezTo>
                    <a:pt x="4765" y="1290"/>
                    <a:pt x="4721" y="1232"/>
                    <a:pt x="4664" y="1189"/>
                  </a:cubicBezTo>
                  <a:cubicBezTo>
                    <a:pt x="4274" y="842"/>
                    <a:pt x="3393" y="236"/>
                    <a:pt x="1878" y="5"/>
                  </a:cubicBezTo>
                  <a:cubicBezTo>
                    <a:pt x="1853" y="2"/>
                    <a:pt x="1829" y="0"/>
                    <a:pt x="1805" y="0"/>
                  </a:cubicBezTo>
                  <a:close/>
                </a:path>
              </a:pathLst>
            </a:custGeom>
            <a:solidFill>
              <a:srgbClr val="AABBC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953" name="Google Shape;19953;p47"/>
            <p:cNvSpPr/>
            <p:nvPr/>
          </p:nvSpPr>
          <p:spPr>
            <a:xfrm>
              <a:off x="873898" y="1804884"/>
              <a:ext cx="45064" cy="60950"/>
            </a:xfrm>
            <a:custGeom>
              <a:rect b="b" l="l" r="r" t="t"/>
              <a:pathLst>
                <a:path extrusionOk="0" h="2325" w="1719">
                  <a:moveTo>
                    <a:pt x="361" y="1"/>
                  </a:moveTo>
                  <a:cubicBezTo>
                    <a:pt x="130" y="174"/>
                    <a:pt x="1" y="463"/>
                    <a:pt x="1" y="752"/>
                  </a:cubicBezTo>
                  <a:lnTo>
                    <a:pt x="1" y="2080"/>
                  </a:lnTo>
                  <a:cubicBezTo>
                    <a:pt x="1" y="2210"/>
                    <a:pt x="116" y="2325"/>
                    <a:pt x="246" y="2325"/>
                  </a:cubicBezTo>
                  <a:lnTo>
                    <a:pt x="1718" y="2325"/>
                  </a:lnTo>
                  <a:lnTo>
                    <a:pt x="1718" y="1647"/>
                  </a:lnTo>
                  <a:cubicBezTo>
                    <a:pt x="1718" y="1444"/>
                    <a:pt x="1632" y="1257"/>
                    <a:pt x="1502" y="1127"/>
                  </a:cubicBezTo>
                  <a:lnTo>
                    <a:pt x="361" y="1"/>
                  </a:lnTo>
                  <a:close/>
                </a:path>
              </a:pathLst>
            </a:custGeom>
            <a:solidFill>
              <a:srgbClr val="A9BAC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954" name="Google Shape;19954;p47"/>
            <p:cNvSpPr/>
            <p:nvPr/>
          </p:nvSpPr>
          <p:spPr>
            <a:xfrm>
              <a:off x="1047205" y="1804884"/>
              <a:ext cx="45064" cy="60950"/>
            </a:xfrm>
            <a:custGeom>
              <a:rect b="b" l="l" r="r" t="t"/>
              <a:pathLst>
                <a:path extrusionOk="0" h="2325" w="1719">
                  <a:moveTo>
                    <a:pt x="1358" y="1"/>
                  </a:moveTo>
                  <a:lnTo>
                    <a:pt x="218" y="1127"/>
                  </a:lnTo>
                  <a:cubicBezTo>
                    <a:pt x="73" y="1271"/>
                    <a:pt x="1" y="1459"/>
                    <a:pt x="1" y="1647"/>
                  </a:cubicBezTo>
                  <a:lnTo>
                    <a:pt x="1" y="2325"/>
                  </a:lnTo>
                  <a:lnTo>
                    <a:pt x="1473" y="2325"/>
                  </a:lnTo>
                  <a:cubicBezTo>
                    <a:pt x="1603" y="2325"/>
                    <a:pt x="1719" y="2210"/>
                    <a:pt x="1719" y="2080"/>
                  </a:cubicBezTo>
                  <a:lnTo>
                    <a:pt x="1719" y="752"/>
                  </a:lnTo>
                  <a:cubicBezTo>
                    <a:pt x="1719" y="463"/>
                    <a:pt x="1574" y="174"/>
                    <a:pt x="1358" y="1"/>
                  </a:cubicBezTo>
                  <a:close/>
                </a:path>
              </a:pathLst>
            </a:custGeom>
            <a:solidFill>
              <a:srgbClr val="A9BAC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955" name="Google Shape;19955;p47"/>
            <p:cNvSpPr/>
            <p:nvPr/>
          </p:nvSpPr>
          <p:spPr>
            <a:xfrm>
              <a:off x="1092243" y="1531671"/>
              <a:ext cx="179782" cy="188224"/>
            </a:xfrm>
            <a:custGeom>
              <a:rect b="b" l="l" r="r" t="t"/>
              <a:pathLst>
                <a:path extrusionOk="0" h="7180" w="6858">
                  <a:moveTo>
                    <a:pt x="737" y="1"/>
                  </a:moveTo>
                  <a:cubicBezTo>
                    <a:pt x="333" y="1"/>
                    <a:pt x="1" y="333"/>
                    <a:pt x="1" y="737"/>
                  </a:cubicBezTo>
                  <a:lnTo>
                    <a:pt x="1" y="4663"/>
                  </a:lnTo>
                  <a:cubicBezTo>
                    <a:pt x="1" y="5067"/>
                    <a:pt x="333" y="5399"/>
                    <a:pt x="737" y="5399"/>
                  </a:cubicBezTo>
                  <a:lnTo>
                    <a:pt x="1473" y="5399"/>
                  </a:lnTo>
                  <a:lnTo>
                    <a:pt x="1069" y="7031"/>
                  </a:lnTo>
                  <a:cubicBezTo>
                    <a:pt x="1047" y="7109"/>
                    <a:pt x="1111" y="7179"/>
                    <a:pt x="1189" y="7179"/>
                  </a:cubicBezTo>
                  <a:cubicBezTo>
                    <a:pt x="1211" y="7179"/>
                    <a:pt x="1234" y="7173"/>
                    <a:pt x="1257" y="7161"/>
                  </a:cubicBezTo>
                  <a:lnTo>
                    <a:pt x="3682" y="5399"/>
                  </a:lnTo>
                  <a:lnTo>
                    <a:pt x="6121" y="5399"/>
                  </a:lnTo>
                  <a:cubicBezTo>
                    <a:pt x="6526" y="5399"/>
                    <a:pt x="6858" y="5067"/>
                    <a:pt x="6858" y="4663"/>
                  </a:cubicBezTo>
                  <a:lnTo>
                    <a:pt x="6858" y="737"/>
                  </a:lnTo>
                  <a:cubicBezTo>
                    <a:pt x="6858" y="333"/>
                    <a:pt x="6540" y="1"/>
                    <a:pt x="6121" y="1"/>
                  </a:cubicBezTo>
                  <a:close/>
                </a:path>
              </a:pathLst>
            </a:custGeom>
            <a:solidFill>
              <a:srgbClr val="EFF1F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956" name="Google Shape;19956;p47"/>
            <p:cNvSpPr/>
            <p:nvPr/>
          </p:nvSpPr>
          <p:spPr>
            <a:xfrm>
              <a:off x="1117986" y="1531671"/>
              <a:ext cx="141168" cy="96497"/>
            </a:xfrm>
            <a:custGeom>
              <a:rect b="b" l="l" r="r" t="t"/>
              <a:pathLst>
                <a:path extrusionOk="0" h="3681" w="5385">
                  <a:moveTo>
                    <a:pt x="332" y="1"/>
                  </a:moveTo>
                  <a:cubicBezTo>
                    <a:pt x="116" y="376"/>
                    <a:pt x="0" y="795"/>
                    <a:pt x="0" y="1228"/>
                  </a:cubicBezTo>
                  <a:cubicBezTo>
                    <a:pt x="0" y="2620"/>
                    <a:pt x="1135" y="3681"/>
                    <a:pt x="2446" y="3681"/>
                  </a:cubicBezTo>
                  <a:cubicBezTo>
                    <a:pt x="2658" y="3681"/>
                    <a:pt x="2873" y="3653"/>
                    <a:pt x="3090" y="3595"/>
                  </a:cubicBezTo>
                  <a:cubicBezTo>
                    <a:pt x="4634" y="3176"/>
                    <a:pt x="5385" y="1401"/>
                    <a:pt x="4576" y="1"/>
                  </a:cubicBezTo>
                  <a:close/>
                </a:path>
              </a:pathLst>
            </a:custGeom>
            <a:solidFill>
              <a:srgbClr val="F6F7F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957" name="Google Shape;19957;p47"/>
            <p:cNvSpPr/>
            <p:nvPr/>
          </p:nvSpPr>
          <p:spPr>
            <a:xfrm>
              <a:off x="1175501" y="1628064"/>
              <a:ext cx="13265" cy="25874"/>
            </a:xfrm>
            <a:custGeom>
              <a:rect b="b" l="l" r="r" t="t"/>
              <a:pathLst>
                <a:path extrusionOk="0" h="987" w="506">
                  <a:moveTo>
                    <a:pt x="260" y="1"/>
                  </a:moveTo>
                  <a:cubicBezTo>
                    <a:pt x="138" y="1"/>
                    <a:pt x="15" y="84"/>
                    <a:pt x="15" y="250"/>
                  </a:cubicBezTo>
                  <a:lnTo>
                    <a:pt x="15" y="741"/>
                  </a:lnTo>
                  <a:cubicBezTo>
                    <a:pt x="1" y="871"/>
                    <a:pt x="116" y="986"/>
                    <a:pt x="260" y="986"/>
                  </a:cubicBezTo>
                  <a:cubicBezTo>
                    <a:pt x="390" y="986"/>
                    <a:pt x="491" y="871"/>
                    <a:pt x="506" y="741"/>
                  </a:cubicBezTo>
                  <a:lnTo>
                    <a:pt x="506" y="250"/>
                  </a:lnTo>
                  <a:cubicBezTo>
                    <a:pt x="506" y="84"/>
                    <a:pt x="383" y="1"/>
                    <a:pt x="260" y="1"/>
                  </a:cubicBezTo>
                  <a:close/>
                </a:path>
              </a:pathLst>
            </a:custGeom>
            <a:solidFill>
              <a:srgbClr val="72889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958" name="Google Shape;19958;p47"/>
            <p:cNvSpPr/>
            <p:nvPr/>
          </p:nvSpPr>
          <p:spPr>
            <a:xfrm>
              <a:off x="1130857" y="1512377"/>
              <a:ext cx="102579" cy="102946"/>
            </a:xfrm>
            <a:custGeom>
              <a:rect b="b" l="l" r="r" t="t"/>
              <a:pathLst>
                <a:path extrusionOk="0" h="3927" w="3913">
                  <a:moveTo>
                    <a:pt x="1963" y="0"/>
                  </a:moveTo>
                  <a:cubicBezTo>
                    <a:pt x="881" y="0"/>
                    <a:pt x="0" y="881"/>
                    <a:pt x="0" y="1964"/>
                  </a:cubicBezTo>
                  <a:cubicBezTo>
                    <a:pt x="0" y="3046"/>
                    <a:pt x="881" y="3927"/>
                    <a:pt x="1963" y="3927"/>
                  </a:cubicBezTo>
                  <a:cubicBezTo>
                    <a:pt x="3046" y="3927"/>
                    <a:pt x="3912" y="3046"/>
                    <a:pt x="3912" y="1964"/>
                  </a:cubicBezTo>
                  <a:cubicBezTo>
                    <a:pt x="3912" y="881"/>
                    <a:pt x="3046" y="0"/>
                    <a:pt x="1963" y="0"/>
                  </a:cubicBezTo>
                  <a:close/>
                </a:path>
              </a:pathLst>
            </a:custGeom>
            <a:solidFill>
              <a:srgbClr val="A9BAC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959" name="Google Shape;19959;p47"/>
            <p:cNvSpPr/>
            <p:nvPr/>
          </p:nvSpPr>
          <p:spPr>
            <a:xfrm>
              <a:off x="1143729" y="1525249"/>
              <a:ext cx="77203" cy="77203"/>
            </a:xfrm>
            <a:custGeom>
              <a:rect b="b" l="l" r="r" t="t"/>
              <a:pathLst>
                <a:path extrusionOk="0" h="2945" w="2945">
                  <a:moveTo>
                    <a:pt x="1472" y="0"/>
                  </a:moveTo>
                  <a:cubicBezTo>
                    <a:pt x="650" y="0"/>
                    <a:pt x="0" y="664"/>
                    <a:pt x="0" y="1473"/>
                  </a:cubicBezTo>
                  <a:cubicBezTo>
                    <a:pt x="0" y="2281"/>
                    <a:pt x="650" y="2945"/>
                    <a:pt x="1472" y="2945"/>
                  </a:cubicBezTo>
                  <a:cubicBezTo>
                    <a:pt x="2281" y="2945"/>
                    <a:pt x="2945" y="2281"/>
                    <a:pt x="2945" y="1473"/>
                  </a:cubicBezTo>
                  <a:cubicBezTo>
                    <a:pt x="2945" y="664"/>
                    <a:pt x="2281" y="0"/>
                    <a:pt x="1472" y="0"/>
                  </a:cubicBezTo>
                  <a:close/>
                </a:path>
              </a:pathLst>
            </a:custGeom>
            <a:solidFill>
              <a:srgbClr val="EFF1F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960" name="Google Shape;19960;p47"/>
            <p:cNvSpPr/>
            <p:nvPr/>
          </p:nvSpPr>
          <p:spPr>
            <a:xfrm>
              <a:off x="1155919" y="1557257"/>
              <a:ext cx="52535" cy="58066"/>
            </a:xfrm>
            <a:custGeom>
              <a:rect b="b" l="l" r="r" t="t"/>
              <a:pathLst>
                <a:path extrusionOk="0" h="2215" w="2004">
                  <a:moveTo>
                    <a:pt x="1736" y="1"/>
                  </a:moveTo>
                  <a:cubicBezTo>
                    <a:pt x="1625" y="1"/>
                    <a:pt x="1523" y="81"/>
                    <a:pt x="1498" y="194"/>
                  </a:cubicBezTo>
                  <a:lnTo>
                    <a:pt x="1484" y="237"/>
                  </a:lnTo>
                  <a:lnTo>
                    <a:pt x="517" y="237"/>
                  </a:lnTo>
                  <a:lnTo>
                    <a:pt x="502" y="194"/>
                  </a:lnTo>
                  <a:cubicBezTo>
                    <a:pt x="466" y="67"/>
                    <a:pt x="369" y="11"/>
                    <a:pt x="271" y="11"/>
                  </a:cubicBezTo>
                  <a:cubicBezTo>
                    <a:pt x="136" y="11"/>
                    <a:pt x="1" y="119"/>
                    <a:pt x="26" y="295"/>
                  </a:cubicBezTo>
                  <a:lnTo>
                    <a:pt x="430" y="2128"/>
                  </a:lnTo>
                  <a:cubicBezTo>
                    <a:pt x="603" y="2171"/>
                    <a:pt x="776" y="2200"/>
                    <a:pt x="950" y="2200"/>
                  </a:cubicBezTo>
                  <a:lnTo>
                    <a:pt x="632" y="742"/>
                  </a:lnTo>
                  <a:lnTo>
                    <a:pt x="1383" y="742"/>
                  </a:lnTo>
                  <a:lnTo>
                    <a:pt x="1051" y="2215"/>
                  </a:lnTo>
                  <a:cubicBezTo>
                    <a:pt x="1224" y="2200"/>
                    <a:pt x="1397" y="2171"/>
                    <a:pt x="1570" y="2128"/>
                  </a:cubicBezTo>
                  <a:lnTo>
                    <a:pt x="1975" y="309"/>
                  </a:lnTo>
                  <a:cubicBezTo>
                    <a:pt x="2003" y="165"/>
                    <a:pt x="1917" y="35"/>
                    <a:pt x="1787" y="6"/>
                  </a:cubicBezTo>
                  <a:cubicBezTo>
                    <a:pt x="1770" y="2"/>
                    <a:pt x="1753" y="1"/>
                    <a:pt x="1736" y="1"/>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961" name="Google Shape;19961;p47"/>
            <p:cNvSpPr/>
            <p:nvPr/>
          </p:nvSpPr>
          <p:spPr>
            <a:xfrm>
              <a:off x="1163023" y="1611522"/>
              <a:ext cx="38615" cy="29544"/>
            </a:xfrm>
            <a:custGeom>
              <a:rect b="b" l="l" r="r" t="t"/>
              <a:pathLst>
                <a:path extrusionOk="0" h="1127" w="1473">
                  <a:moveTo>
                    <a:pt x="0" y="0"/>
                  </a:moveTo>
                  <a:lnTo>
                    <a:pt x="0" y="881"/>
                  </a:lnTo>
                  <a:cubicBezTo>
                    <a:pt x="0" y="1011"/>
                    <a:pt x="101" y="1126"/>
                    <a:pt x="246" y="1126"/>
                  </a:cubicBezTo>
                  <a:lnTo>
                    <a:pt x="1227" y="1126"/>
                  </a:lnTo>
                  <a:cubicBezTo>
                    <a:pt x="1357" y="1126"/>
                    <a:pt x="1473" y="1011"/>
                    <a:pt x="1473" y="881"/>
                  </a:cubicBezTo>
                  <a:lnTo>
                    <a:pt x="1473" y="0"/>
                  </a:lnTo>
                  <a:close/>
                </a:path>
              </a:pathLst>
            </a:custGeom>
            <a:solidFill>
              <a:srgbClr val="BCC9D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962" name="Google Shape;19962;p47"/>
            <p:cNvSpPr/>
            <p:nvPr/>
          </p:nvSpPr>
          <p:spPr>
            <a:xfrm>
              <a:off x="1163023" y="1611522"/>
              <a:ext cx="19320" cy="29544"/>
            </a:xfrm>
            <a:custGeom>
              <a:rect b="b" l="l" r="r" t="t"/>
              <a:pathLst>
                <a:path extrusionOk="0" h="1127" w="737">
                  <a:moveTo>
                    <a:pt x="0" y="0"/>
                  </a:moveTo>
                  <a:lnTo>
                    <a:pt x="0" y="881"/>
                  </a:lnTo>
                  <a:cubicBezTo>
                    <a:pt x="0" y="1011"/>
                    <a:pt x="101" y="1126"/>
                    <a:pt x="246" y="1126"/>
                  </a:cubicBezTo>
                  <a:lnTo>
                    <a:pt x="736" y="1126"/>
                  </a:lnTo>
                  <a:cubicBezTo>
                    <a:pt x="592" y="1126"/>
                    <a:pt x="477" y="1011"/>
                    <a:pt x="491" y="881"/>
                  </a:cubicBezTo>
                  <a:lnTo>
                    <a:pt x="491" y="0"/>
                  </a:lnTo>
                  <a:close/>
                </a:path>
              </a:pathLst>
            </a:custGeom>
            <a:solidFill>
              <a:srgbClr val="72889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9963" name="Google Shape;19963;p47"/>
          <p:cNvGrpSpPr/>
          <p:nvPr/>
        </p:nvGrpSpPr>
        <p:grpSpPr>
          <a:xfrm>
            <a:off x="1424125" y="1515680"/>
            <a:ext cx="246762" cy="347139"/>
            <a:chOff x="1424125" y="1515680"/>
            <a:chExt cx="246762" cy="347139"/>
          </a:xfrm>
        </p:grpSpPr>
        <p:sp>
          <p:nvSpPr>
            <p:cNvPr id="19964" name="Google Shape;19964;p47"/>
            <p:cNvSpPr/>
            <p:nvPr/>
          </p:nvSpPr>
          <p:spPr>
            <a:xfrm>
              <a:off x="1424125" y="1537727"/>
              <a:ext cx="246762" cy="325092"/>
            </a:xfrm>
            <a:custGeom>
              <a:rect b="b" l="l" r="r" t="t"/>
              <a:pathLst>
                <a:path extrusionOk="0" h="12401" w="9413">
                  <a:moveTo>
                    <a:pt x="636" y="1"/>
                  </a:moveTo>
                  <a:cubicBezTo>
                    <a:pt x="289" y="1"/>
                    <a:pt x="1" y="289"/>
                    <a:pt x="1" y="636"/>
                  </a:cubicBezTo>
                  <a:lnTo>
                    <a:pt x="1" y="11751"/>
                  </a:lnTo>
                  <a:cubicBezTo>
                    <a:pt x="1" y="12112"/>
                    <a:pt x="289" y="12401"/>
                    <a:pt x="636" y="12401"/>
                  </a:cubicBezTo>
                  <a:lnTo>
                    <a:pt x="8763" y="12401"/>
                  </a:lnTo>
                  <a:cubicBezTo>
                    <a:pt x="9109" y="12401"/>
                    <a:pt x="9398" y="12112"/>
                    <a:pt x="9398" y="11751"/>
                  </a:cubicBezTo>
                  <a:lnTo>
                    <a:pt x="9398" y="650"/>
                  </a:lnTo>
                  <a:cubicBezTo>
                    <a:pt x="9413" y="289"/>
                    <a:pt x="9109" y="1"/>
                    <a:pt x="8749" y="1"/>
                  </a:cubicBezTo>
                  <a:lnTo>
                    <a:pt x="5342" y="1"/>
                  </a:lnTo>
                  <a:cubicBezTo>
                    <a:pt x="5342" y="426"/>
                    <a:pt x="5021" y="639"/>
                    <a:pt x="4699" y="639"/>
                  </a:cubicBezTo>
                  <a:cubicBezTo>
                    <a:pt x="4378" y="639"/>
                    <a:pt x="4057" y="426"/>
                    <a:pt x="4057" y="1"/>
                  </a:cubicBezTo>
                  <a:close/>
                </a:path>
              </a:pathLst>
            </a:custGeom>
            <a:solidFill>
              <a:srgbClr val="BCC9D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965" name="Google Shape;19965;p47"/>
            <p:cNvSpPr/>
            <p:nvPr/>
          </p:nvSpPr>
          <p:spPr>
            <a:xfrm>
              <a:off x="1435109" y="1537727"/>
              <a:ext cx="224060" cy="302757"/>
            </a:xfrm>
            <a:custGeom>
              <a:rect b="b" l="l" r="r" t="t"/>
              <a:pathLst>
                <a:path extrusionOk="0" h="11549" w="8547">
                  <a:moveTo>
                    <a:pt x="1935" y="1"/>
                  </a:moveTo>
                  <a:lnTo>
                    <a:pt x="1935" y="217"/>
                  </a:lnTo>
                  <a:cubicBezTo>
                    <a:pt x="1935" y="347"/>
                    <a:pt x="1834" y="434"/>
                    <a:pt x="1718" y="434"/>
                  </a:cubicBezTo>
                  <a:lnTo>
                    <a:pt x="433" y="434"/>
                  </a:lnTo>
                  <a:cubicBezTo>
                    <a:pt x="202" y="434"/>
                    <a:pt x="15" y="621"/>
                    <a:pt x="15" y="867"/>
                  </a:cubicBezTo>
                  <a:lnTo>
                    <a:pt x="15" y="11116"/>
                  </a:lnTo>
                  <a:cubicBezTo>
                    <a:pt x="0" y="11347"/>
                    <a:pt x="202" y="11549"/>
                    <a:pt x="433" y="11549"/>
                  </a:cubicBezTo>
                  <a:lnTo>
                    <a:pt x="8127" y="11549"/>
                  </a:lnTo>
                  <a:cubicBezTo>
                    <a:pt x="8358" y="11549"/>
                    <a:pt x="8546" y="11361"/>
                    <a:pt x="8546" y="11116"/>
                  </a:cubicBezTo>
                  <a:lnTo>
                    <a:pt x="8546" y="867"/>
                  </a:lnTo>
                  <a:cubicBezTo>
                    <a:pt x="8546" y="621"/>
                    <a:pt x="8358" y="434"/>
                    <a:pt x="8127" y="434"/>
                  </a:cubicBezTo>
                  <a:lnTo>
                    <a:pt x="6843" y="434"/>
                  </a:lnTo>
                  <a:cubicBezTo>
                    <a:pt x="6727" y="434"/>
                    <a:pt x="6626" y="347"/>
                    <a:pt x="6626" y="217"/>
                  </a:cubicBezTo>
                  <a:lnTo>
                    <a:pt x="6626" y="1"/>
                  </a:lnTo>
                  <a:lnTo>
                    <a:pt x="4923" y="1"/>
                  </a:lnTo>
                  <a:cubicBezTo>
                    <a:pt x="4923" y="426"/>
                    <a:pt x="4602" y="639"/>
                    <a:pt x="4280" y="639"/>
                  </a:cubicBezTo>
                  <a:cubicBezTo>
                    <a:pt x="3959" y="639"/>
                    <a:pt x="3638" y="426"/>
                    <a:pt x="3638" y="1"/>
                  </a:cubicBezTo>
                  <a:close/>
                </a:path>
              </a:pathLst>
            </a:custGeom>
            <a:solidFill>
              <a:srgbClr val="AABBC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966" name="Google Shape;19966;p47"/>
            <p:cNvSpPr/>
            <p:nvPr/>
          </p:nvSpPr>
          <p:spPr>
            <a:xfrm>
              <a:off x="1446460" y="1560429"/>
              <a:ext cx="201724" cy="268704"/>
            </a:xfrm>
            <a:custGeom>
              <a:rect b="b" l="l" r="r" t="t"/>
              <a:pathLst>
                <a:path extrusionOk="0" h="10250" w="7695">
                  <a:moveTo>
                    <a:pt x="217" y="1"/>
                  </a:moveTo>
                  <a:cubicBezTo>
                    <a:pt x="101" y="1"/>
                    <a:pt x="0" y="102"/>
                    <a:pt x="0" y="217"/>
                  </a:cubicBezTo>
                  <a:lnTo>
                    <a:pt x="0" y="10033"/>
                  </a:lnTo>
                  <a:cubicBezTo>
                    <a:pt x="0" y="10149"/>
                    <a:pt x="101" y="10250"/>
                    <a:pt x="217" y="10250"/>
                  </a:cubicBezTo>
                  <a:lnTo>
                    <a:pt x="7478" y="10250"/>
                  </a:lnTo>
                  <a:cubicBezTo>
                    <a:pt x="7593" y="10250"/>
                    <a:pt x="7694" y="10149"/>
                    <a:pt x="7694" y="10033"/>
                  </a:cubicBezTo>
                  <a:lnTo>
                    <a:pt x="7694" y="217"/>
                  </a:lnTo>
                  <a:cubicBezTo>
                    <a:pt x="7694" y="102"/>
                    <a:pt x="7593" y="1"/>
                    <a:pt x="7478" y="1"/>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967" name="Google Shape;19967;p47"/>
            <p:cNvSpPr/>
            <p:nvPr/>
          </p:nvSpPr>
          <p:spPr>
            <a:xfrm>
              <a:off x="1496792" y="1515680"/>
              <a:ext cx="100692" cy="50464"/>
            </a:xfrm>
            <a:custGeom>
              <a:rect b="b" l="l" r="r" t="t"/>
              <a:pathLst>
                <a:path extrusionOk="0" h="1925" w="3841">
                  <a:moveTo>
                    <a:pt x="1922" y="527"/>
                  </a:moveTo>
                  <a:cubicBezTo>
                    <a:pt x="2085" y="527"/>
                    <a:pt x="2243" y="649"/>
                    <a:pt x="2252" y="842"/>
                  </a:cubicBezTo>
                  <a:cubicBezTo>
                    <a:pt x="2252" y="1013"/>
                    <a:pt x="2112" y="1170"/>
                    <a:pt x="1927" y="1173"/>
                  </a:cubicBezTo>
                  <a:lnTo>
                    <a:pt x="1927" y="1173"/>
                  </a:lnTo>
                  <a:cubicBezTo>
                    <a:pt x="1644" y="1168"/>
                    <a:pt x="1503" y="825"/>
                    <a:pt x="1689" y="625"/>
                  </a:cubicBezTo>
                  <a:cubicBezTo>
                    <a:pt x="1757" y="558"/>
                    <a:pt x="1840" y="527"/>
                    <a:pt x="1922" y="527"/>
                  </a:cubicBezTo>
                  <a:close/>
                  <a:moveTo>
                    <a:pt x="1926" y="1"/>
                  </a:moveTo>
                  <a:cubicBezTo>
                    <a:pt x="1639" y="1"/>
                    <a:pt x="1350" y="141"/>
                    <a:pt x="1184" y="423"/>
                  </a:cubicBezTo>
                  <a:lnTo>
                    <a:pt x="433" y="423"/>
                  </a:lnTo>
                  <a:cubicBezTo>
                    <a:pt x="202" y="423"/>
                    <a:pt x="15" y="611"/>
                    <a:pt x="0" y="842"/>
                  </a:cubicBezTo>
                  <a:lnTo>
                    <a:pt x="0" y="1693"/>
                  </a:lnTo>
                  <a:cubicBezTo>
                    <a:pt x="0" y="1823"/>
                    <a:pt x="87" y="1924"/>
                    <a:pt x="217" y="1924"/>
                  </a:cubicBezTo>
                  <a:lnTo>
                    <a:pt x="3638" y="1924"/>
                  </a:lnTo>
                  <a:cubicBezTo>
                    <a:pt x="3754" y="1924"/>
                    <a:pt x="3840" y="1823"/>
                    <a:pt x="3840" y="1708"/>
                  </a:cubicBezTo>
                  <a:lnTo>
                    <a:pt x="3840" y="842"/>
                  </a:lnTo>
                  <a:cubicBezTo>
                    <a:pt x="3840" y="611"/>
                    <a:pt x="3652" y="423"/>
                    <a:pt x="3422" y="423"/>
                  </a:cubicBezTo>
                  <a:lnTo>
                    <a:pt x="2656" y="423"/>
                  </a:lnTo>
                  <a:cubicBezTo>
                    <a:pt x="2498" y="141"/>
                    <a:pt x="2213" y="1"/>
                    <a:pt x="1926" y="1"/>
                  </a:cubicBezTo>
                  <a:close/>
                </a:path>
              </a:pathLst>
            </a:custGeom>
            <a:solidFill>
              <a:srgbClr val="E9EDF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968" name="Google Shape;19968;p47"/>
            <p:cNvSpPr/>
            <p:nvPr/>
          </p:nvSpPr>
          <p:spPr>
            <a:xfrm>
              <a:off x="1477498" y="1669431"/>
              <a:ext cx="28024" cy="28024"/>
            </a:xfrm>
            <a:custGeom>
              <a:rect b="b" l="l" r="r" t="t"/>
              <a:pathLst>
                <a:path extrusionOk="0" h="1069" w="1069">
                  <a:moveTo>
                    <a:pt x="534" y="0"/>
                  </a:moveTo>
                  <a:cubicBezTo>
                    <a:pt x="231" y="0"/>
                    <a:pt x="0" y="245"/>
                    <a:pt x="0" y="534"/>
                  </a:cubicBezTo>
                  <a:cubicBezTo>
                    <a:pt x="0" y="837"/>
                    <a:pt x="231" y="1068"/>
                    <a:pt x="534" y="1068"/>
                  </a:cubicBezTo>
                  <a:cubicBezTo>
                    <a:pt x="823" y="1068"/>
                    <a:pt x="1068" y="837"/>
                    <a:pt x="1068" y="534"/>
                  </a:cubicBezTo>
                  <a:cubicBezTo>
                    <a:pt x="1068" y="245"/>
                    <a:pt x="823" y="0"/>
                    <a:pt x="534" y="0"/>
                  </a:cubicBezTo>
                  <a:close/>
                </a:path>
              </a:pathLst>
            </a:custGeom>
            <a:solidFill>
              <a:srgbClr val="ADBDC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969" name="Google Shape;19969;p47"/>
            <p:cNvSpPr/>
            <p:nvPr/>
          </p:nvSpPr>
          <p:spPr>
            <a:xfrm>
              <a:off x="1477498" y="1719738"/>
              <a:ext cx="28024" cy="28050"/>
            </a:xfrm>
            <a:custGeom>
              <a:rect b="b" l="l" r="r" t="t"/>
              <a:pathLst>
                <a:path extrusionOk="0" h="1070" w="1069">
                  <a:moveTo>
                    <a:pt x="534" y="1"/>
                  </a:moveTo>
                  <a:cubicBezTo>
                    <a:pt x="231" y="1"/>
                    <a:pt x="0" y="246"/>
                    <a:pt x="0" y="535"/>
                  </a:cubicBezTo>
                  <a:cubicBezTo>
                    <a:pt x="0" y="838"/>
                    <a:pt x="231" y="1069"/>
                    <a:pt x="534" y="1069"/>
                  </a:cubicBezTo>
                  <a:cubicBezTo>
                    <a:pt x="823" y="1069"/>
                    <a:pt x="1068" y="838"/>
                    <a:pt x="1068" y="535"/>
                  </a:cubicBezTo>
                  <a:cubicBezTo>
                    <a:pt x="1068" y="246"/>
                    <a:pt x="823" y="1"/>
                    <a:pt x="534" y="1"/>
                  </a:cubicBezTo>
                  <a:close/>
                </a:path>
              </a:pathLst>
            </a:custGeom>
            <a:solidFill>
              <a:srgbClr val="ADBDC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970" name="Google Shape;19970;p47"/>
            <p:cNvSpPr/>
            <p:nvPr/>
          </p:nvSpPr>
          <p:spPr>
            <a:xfrm>
              <a:off x="1477498" y="1770071"/>
              <a:ext cx="28024" cy="28050"/>
            </a:xfrm>
            <a:custGeom>
              <a:rect b="b" l="l" r="r" t="t"/>
              <a:pathLst>
                <a:path extrusionOk="0" h="1070" w="1069">
                  <a:moveTo>
                    <a:pt x="534" y="1"/>
                  </a:moveTo>
                  <a:cubicBezTo>
                    <a:pt x="231" y="1"/>
                    <a:pt x="0" y="246"/>
                    <a:pt x="0" y="535"/>
                  </a:cubicBezTo>
                  <a:cubicBezTo>
                    <a:pt x="0" y="838"/>
                    <a:pt x="231" y="1069"/>
                    <a:pt x="534" y="1069"/>
                  </a:cubicBezTo>
                  <a:cubicBezTo>
                    <a:pt x="823" y="1069"/>
                    <a:pt x="1068" y="838"/>
                    <a:pt x="1068" y="535"/>
                  </a:cubicBezTo>
                  <a:cubicBezTo>
                    <a:pt x="1068" y="246"/>
                    <a:pt x="823" y="1"/>
                    <a:pt x="534" y="1"/>
                  </a:cubicBezTo>
                  <a:close/>
                </a:path>
              </a:pathLst>
            </a:custGeom>
            <a:solidFill>
              <a:srgbClr val="ADBDC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971" name="Google Shape;19971;p47"/>
            <p:cNvSpPr/>
            <p:nvPr/>
          </p:nvSpPr>
          <p:spPr>
            <a:xfrm>
              <a:off x="1517607" y="1666784"/>
              <a:ext cx="65118" cy="10984"/>
            </a:xfrm>
            <a:custGeom>
              <a:rect b="b" l="l" r="r" t="t"/>
              <a:pathLst>
                <a:path extrusionOk="0" h="419" w="2484">
                  <a:moveTo>
                    <a:pt x="275" y="0"/>
                  </a:moveTo>
                  <a:cubicBezTo>
                    <a:pt x="0" y="0"/>
                    <a:pt x="0" y="419"/>
                    <a:pt x="275" y="419"/>
                  </a:cubicBezTo>
                  <a:lnTo>
                    <a:pt x="2194" y="419"/>
                  </a:lnTo>
                  <a:cubicBezTo>
                    <a:pt x="2483" y="419"/>
                    <a:pt x="2483" y="0"/>
                    <a:pt x="2194" y="0"/>
                  </a:cubicBezTo>
                  <a:close/>
                </a:path>
              </a:pathLst>
            </a:custGeom>
            <a:solidFill>
              <a:srgbClr val="BCC9D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972" name="Google Shape;19972;p47"/>
            <p:cNvSpPr/>
            <p:nvPr/>
          </p:nvSpPr>
          <p:spPr>
            <a:xfrm>
              <a:off x="1517607" y="1689093"/>
              <a:ext cx="104467" cy="11377"/>
            </a:xfrm>
            <a:custGeom>
              <a:rect b="b" l="l" r="r" t="t"/>
              <a:pathLst>
                <a:path extrusionOk="0" h="434" w="3985">
                  <a:moveTo>
                    <a:pt x="275" y="1"/>
                  </a:moveTo>
                  <a:cubicBezTo>
                    <a:pt x="0" y="1"/>
                    <a:pt x="0" y="434"/>
                    <a:pt x="275" y="434"/>
                  </a:cubicBezTo>
                  <a:lnTo>
                    <a:pt x="3696" y="434"/>
                  </a:lnTo>
                  <a:cubicBezTo>
                    <a:pt x="3984" y="434"/>
                    <a:pt x="3984" y="1"/>
                    <a:pt x="3696" y="1"/>
                  </a:cubicBezTo>
                  <a:close/>
                </a:path>
              </a:pathLst>
            </a:custGeom>
            <a:solidFill>
              <a:srgbClr val="E9EDF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973" name="Google Shape;19973;p47"/>
            <p:cNvSpPr/>
            <p:nvPr/>
          </p:nvSpPr>
          <p:spPr>
            <a:xfrm>
              <a:off x="1517607" y="1717090"/>
              <a:ext cx="65118" cy="11377"/>
            </a:xfrm>
            <a:custGeom>
              <a:rect b="b" l="l" r="r" t="t"/>
              <a:pathLst>
                <a:path extrusionOk="0" h="434" w="2484">
                  <a:moveTo>
                    <a:pt x="275" y="1"/>
                  </a:moveTo>
                  <a:cubicBezTo>
                    <a:pt x="0" y="1"/>
                    <a:pt x="0" y="434"/>
                    <a:pt x="275" y="434"/>
                  </a:cubicBezTo>
                  <a:lnTo>
                    <a:pt x="2194" y="434"/>
                  </a:lnTo>
                  <a:cubicBezTo>
                    <a:pt x="2483" y="434"/>
                    <a:pt x="2483" y="1"/>
                    <a:pt x="2194" y="1"/>
                  </a:cubicBezTo>
                  <a:close/>
                </a:path>
              </a:pathLst>
            </a:custGeom>
            <a:solidFill>
              <a:srgbClr val="BCC9D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974" name="Google Shape;19974;p47"/>
            <p:cNvSpPr/>
            <p:nvPr/>
          </p:nvSpPr>
          <p:spPr>
            <a:xfrm>
              <a:off x="1517607" y="1739425"/>
              <a:ext cx="104467" cy="11377"/>
            </a:xfrm>
            <a:custGeom>
              <a:rect b="b" l="l" r="r" t="t"/>
              <a:pathLst>
                <a:path extrusionOk="0" h="434" w="3985">
                  <a:moveTo>
                    <a:pt x="275" y="1"/>
                  </a:moveTo>
                  <a:cubicBezTo>
                    <a:pt x="0" y="1"/>
                    <a:pt x="0" y="434"/>
                    <a:pt x="275" y="434"/>
                  </a:cubicBezTo>
                  <a:lnTo>
                    <a:pt x="3696" y="434"/>
                  </a:lnTo>
                  <a:cubicBezTo>
                    <a:pt x="3984" y="434"/>
                    <a:pt x="3984" y="1"/>
                    <a:pt x="3696" y="1"/>
                  </a:cubicBezTo>
                  <a:close/>
                </a:path>
              </a:pathLst>
            </a:custGeom>
            <a:solidFill>
              <a:srgbClr val="E9EDF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975" name="Google Shape;19975;p47"/>
            <p:cNvSpPr/>
            <p:nvPr/>
          </p:nvSpPr>
          <p:spPr>
            <a:xfrm>
              <a:off x="1517607" y="1767423"/>
              <a:ext cx="65118" cy="11377"/>
            </a:xfrm>
            <a:custGeom>
              <a:rect b="b" l="l" r="r" t="t"/>
              <a:pathLst>
                <a:path extrusionOk="0" h="434" w="2484">
                  <a:moveTo>
                    <a:pt x="275" y="1"/>
                  </a:moveTo>
                  <a:cubicBezTo>
                    <a:pt x="0" y="1"/>
                    <a:pt x="0" y="434"/>
                    <a:pt x="275" y="434"/>
                  </a:cubicBezTo>
                  <a:lnTo>
                    <a:pt x="2194" y="434"/>
                  </a:lnTo>
                  <a:cubicBezTo>
                    <a:pt x="2483" y="434"/>
                    <a:pt x="2483" y="1"/>
                    <a:pt x="2194" y="1"/>
                  </a:cubicBezTo>
                  <a:close/>
                </a:path>
              </a:pathLst>
            </a:custGeom>
            <a:solidFill>
              <a:srgbClr val="BCC9D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976" name="Google Shape;19976;p47"/>
            <p:cNvSpPr/>
            <p:nvPr/>
          </p:nvSpPr>
          <p:spPr>
            <a:xfrm>
              <a:off x="1517607" y="1789758"/>
              <a:ext cx="104467" cy="11377"/>
            </a:xfrm>
            <a:custGeom>
              <a:rect b="b" l="l" r="r" t="t"/>
              <a:pathLst>
                <a:path extrusionOk="0" h="434" w="3985">
                  <a:moveTo>
                    <a:pt x="275" y="0"/>
                  </a:moveTo>
                  <a:cubicBezTo>
                    <a:pt x="0" y="0"/>
                    <a:pt x="0" y="434"/>
                    <a:pt x="275" y="434"/>
                  </a:cubicBezTo>
                  <a:lnTo>
                    <a:pt x="3696" y="434"/>
                  </a:lnTo>
                  <a:cubicBezTo>
                    <a:pt x="3984" y="434"/>
                    <a:pt x="3984" y="0"/>
                    <a:pt x="3696" y="0"/>
                  </a:cubicBezTo>
                  <a:close/>
                </a:path>
              </a:pathLst>
            </a:custGeom>
            <a:solidFill>
              <a:srgbClr val="E9EDF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977" name="Google Shape;19977;p47"/>
            <p:cNvSpPr/>
            <p:nvPr/>
          </p:nvSpPr>
          <p:spPr>
            <a:xfrm>
              <a:off x="1517607" y="1582765"/>
              <a:ext cx="98778" cy="11377"/>
            </a:xfrm>
            <a:custGeom>
              <a:rect b="b" l="l" r="r" t="t"/>
              <a:pathLst>
                <a:path extrusionOk="0" h="434" w="3768">
                  <a:moveTo>
                    <a:pt x="275" y="0"/>
                  </a:moveTo>
                  <a:cubicBezTo>
                    <a:pt x="0" y="0"/>
                    <a:pt x="0" y="433"/>
                    <a:pt x="275" y="433"/>
                  </a:cubicBezTo>
                  <a:lnTo>
                    <a:pt x="3479" y="433"/>
                  </a:lnTo>
                  <a:cubicBezTo>
                    <a:pt x="3768" y="433"/>
                    <a:pt x="3768" y="0"/>
                    <a:pt x="3479" y="0"/>
                  </a:cubicBezTo>
                  <a:close/>
                </a:path>
              </a:pathLst>
            </a:custGeom>
            <a:solidFill>
              <a:srgbClr val="9AAAB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978" name="Google Shape;19978;p47"/>
            <p:cNvSpPr/>
            <p:nvPr/>
          </p:nvSpPr>
          <p:spPr>
            <a:xfrm>
              <a:off x="1472570" y="1633097"/>
              <a:ext cx="149504" cy="11377"/>
            </a:xfrm>
            <a:custGeom>
              <a:rect b="b" l="l" r="r" t="t"/>
              <a:pathLst>
                <a:path extrusionOk="0" h="434" w="5703">
                  <a:moveTo>
                    <a:pt x="289" y="0"/>
                  </a:moveTo>
                  <a:cubicBezTo>
                    <a:pt x="0" y="0"/>
                    <a:pt x="0" y="433"/>
                    <a:pt x="289" y="433"/>
                  </a:cubicBezTo>
                  <a:lnTo>
                    <a:pt x="5414" y="433"/>
                  </a:lnTo>
                  <a:cubicBezTo>
                    <a:pt x="5702" y="433"/>
                    <a:pt x="5702" y="0"/>
                    <a:pt x="5414" y="0"/>
                  </a:cubicBezTo>
                  <a:close/>
                </a:path>
              </a:pathLst>
            </a:custGeom>
            <a:solidFill>
              <a:srgbClr val="E9EDF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979" name="Google Shape;19979;p47"/>
            <p:cNvSpPr/>
            <p:nvPr/>
          </p:nvSpPr>
          <p:spPr>
            <a:xfrm>
              <a:off x="1517607" y="1605100"/>
              <a:ext cx="26136" cy="11377"/>
            </a:xfrm>
            <a:custGeom>
              <a:rect b="b" l="l" r="r" t="t"/>
              <a:pathLst>
                <a:path extrusionOk="0" h="434" w="997">
                  <a:moveTo>
                    <a:pt x="275" y="0"/>
                  </a:moveTo>
                  <a:cubicBezTo>
                    <a:pt x="0" y="0"/>
                    <a:pt x="0" y="433"/>
                    <a:pt x="275" y="433"/>
                  </a:cubicBezTo>
                  <a:lnTo>
                    <a:pt x="708" y="433"/>
                  </a:lnTo>
                  <a:cubicBezTo>
                    <a:pt x="996" y="433"/>
                    <a:pt x="996" y="0"/>
                    <a:pt x="708" y="0"/>
                  </a:cubicBezTo>
                  <a:close/>
                </a:path>
              </a:pathLst>
            </a:custGeom>
            <a:solidFill>
              <a:srgbClr val="72889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980" name="Google Shape;19980;p47"/>
            <p:cNvSpPr/>
            <p:nvPr/>
          </p:nvSpPr>
          <p:spPr>
            <a:xfrm>
              <a:off x="1550900" y="1605100"/>
              <a:ext cx="37487" cy="11377"/>
            </a:xfrm>
            <a:custGeom>
              <a:rect b="b" l="l" r="r" t="t"/>
              <a:pathLst>
                <a:path extrusionOk="0" h="434" w="1430">
                  <a:moveTo>
                    <a:pt x="289" y="0"/>
                  </a:moveTo>
                  <a:cubicBezTo>
                    <a:pt x="1" y="0"/>
                    <a:pt x="1" y="433"/>
                    <a:pt x="289" y="433"/>
                  </a:cubicBezTo>
                  <a:lnTo>
                    <a:pt x="1141" y="433"/>
                  </a:lnTo>
                  <a:cubicBezTo>
                    <a:pt x="1430" y="433"/>
                    <a:pt x="1430" y="0"/>
                    <a:pt x="1141" y="0"/>
                  </a:cubicBezTo>
                  <a:close/>
                </a:path>
              </a:pathLst>
            </a:custGeom>
            <a:solidFill>
              <a:srgbClr val="BCC9D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981" name="Google Shape;19981;p47"/>
            <p:cNvSpPr/>
            <p:nvPr/>
          </p:nvSpPr>
          <p:spPr>
            <a:xfrm>
              <a:off x="1474457" y="1582765"/>
              <a:ext cx="33712" cy="33712"/>
            </a:xfrm>
            <a:custGeom>
              <a:rect b="b" l="l" r="r" t="t"/>
              <a:pathLst>
                <a:path extrusionOk="0" h="1286" w="1286">
                  <a:moveTo>
                    <a:pt x="217" y="0"/>
                  </a:moveTo>
                  <a:cubicBezTo>
                    <a:pt x="102" y="0"/>
                    <a:pt x="1" y="101"/>
                    <a:pt x="1" y="217"/>
                  </a:cubicBezTo>
                  <a:lnTo>
                    <a:pt x="1" y="1069"/>
                  </a:lnTo>
                  <a:cubicBezTo>
                    <a:pt x="1" y="1184"/>
                    <a:pt x="102" y="1285"/>
                    <a:pt x="217" y="1285"/>
                  </a:cubicBezTo>
                  <a:lnTo>
                    <a:pt x="1069" y="1285"/>
                  </a:lnTo>
                  <a:cubicBezTo>
                    <a:pt x="1184" y="1285"/>
                    <a:pt x="1285" y="1184"/>
                    <a:pt x="1285" y="1069"/>
                  </a:cubicBezTo>
                  <a:lnTo>
                    <a:pt x="1285" y="217"/>
                  </a:lnTo>
                  <a:cubicBezTo>
                    <a:pt x="1285" y="101"/>
                    <a:pt x="1184" y="0"/>
                    <a:pt x="1069" y="0"/>
                  </a:cubicBezTo>
                  <a:close/>
                </a:path>
              </a:pathLst>
            </a:custGeom>
            <a:solidFill>
              <a:srgbClr val="9AAAB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982" name="Google Shape;19982;p47"/>
            <p:cNvSpPr/>
            <p:nvPr/>
          </p:nvSpPr>
          <p:spPr>
            <a:xfrm>
              <a:off x="1496792" y="1555134"/>
              <a:ext cx="100692" cy="11010"/>
            </a:xfrm>
            <a:custGeom>
              <a:rect b="b" l="l" r="r" t="t"/>
              <a:pathLst>
                <a:path extrusionOk="0" h="420" w="3841">
                  <a:moveTo>
                    <a:pt x="217" y="1"/>
                  </a:moveTo>
                  <a:cubicBezTo>
                    <a:pt x="101" y="1"/>
                    <a:pt x="0" y="87"/>
                    <a:pt x="0" y="203"/>
                  </a:cubicBezTo>
                  <a:cubicBezTo>
                    <a:pt x="0" y="318"/>
                    <a:pt x="101" y="419"/>
                    <a:pt x="217" y="419"/>
                  </a:cubicBezTo>
                  <a:lnTo>
                    <a:pt x="3638" y="419"/>
                  </a:lnTo>
                  <a:cubicBezTo>
                    <a:pt x="3754" y="419"/>
                    <a:pt x="3840" y="318"/>
                    <a:pt x="3840" y="203"/>
                  </a:cubicBezTo>
                  <a:cubicBezTo>
                    <a:pt x="3840" y="87"/>
                    <a:pt x="3754" y="1"/>
                    <a:pt x="3638" y="1"/>
                  </a:cubicBezTo>
                  <a:close/>
                </a:path>
              </a:pathLst>
            </a:custGeom>
            <a:solidFill>
              <a:srgbClr val="BCC9D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983" name="Google Shape;19983;p47"/>
            <p:cNvSpPr/>
            <p:nvPr/>
          </p:nvSpPr>
          <p:spPr>
            <a:xfrm>
              <a:off x="1482794" y="1591075"/>
              <a:ext cx="17040" cy="17066"/>
            </a:xfrm>
            <a:custGeom>
              <a:rect b="b" l="l" r="r" t="t"/>
              <a:pathLst>
                <a:path extrusionOk="0" h="651" w="650">
                  <a:moveTo>
                    <a:pt x="332" y="1"/>
                  </a:moveTo>
                  <a:cubicBezTo>
                    <a:pt x="145" y="1"/>
                    <a:pt x="0" y="145"/>
                    <a:pt x="0" y="319"/>
                  </a:cubicBezTo>
                  <a:cubicBezTo>
                    <a:pt x="0" y="506"/>
                    <a:pt x="145" y="651"/>
                    <a:pt x="332" y="651"/>
                  </a:cubicBezTo>
                  <a:cubicBezTo>
                    <a:pt x="505" y="651"/>
                    <a:pt x="650" y="506"/>
                    <a:pt x="650" y="319"/>
                  </a:cubicBezTo>
                  <a:cubicBezTo>
                    <a:pt x="650" y="145"/>
                    <a:pt x="505" y="1"/>
                    <a:pt x="332" y="1"/>
                  </a:cubicBezTo>
                  <a:close/>
                </a:path>
              </a:pathLst>
            </a:custGeom>
            <a:solidFill>
              <a:srgbClr val="A8B9C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9984" name="Google Shape;19984;p47"/>
          <p:cNvGrpSpPr/>
          <p:nvPr/>
        </p:nvGrpSpPr>
        <p:grpSpPr>
          <a:xfrm>
            <a:off x="2319498" y="1512744"/>
            <a:ext cx="352697" cy="352723"/>
            <a:chOff x="2319498" y="1512744"/>
            <a:chExt cx="352697" cy="352723"/>
          </a:xfrm>
        </p:grpSpPr>
        <p:sp>
          <p:nvSpPr>
            <p:cNvPr id="19985" name="Google Shape;19985;p47"/>
            <p:cNvSpPr/>
            <p:nvPr/>
          </p:nvSpPr>
          <p:spPr>
            <a:xfrm>
              <a:off x="2319498" y="1512744"/>
              <a:ext cx="352697" cy="352723"/>
            </a:xfrm>
            <a:custGeom>
              <a:rect b="b" l="l" r="r" t="t"/>
              <a:pathLst>
                <a:path extrusionOk="0" h="13455" w="13454">
                  <a:moveTo>
                    <a:pt x="6727" y="1"/>
                  </a:moveTo>
                  <a:cubicBezTo>
                    <a:pt x="3017" y="1"/>
                    <a:pt x="0" y="3018"/>
                    <a:pt x="0" y="6728"/>
                  </a:cubicBezTo>
                  <a:cubicBezTo>
                    <a:pt x="0" y="10438"/>
                    <a:pt x="3017" y="13455"/>
                    <a:pt x="6727" y="13455"/>
                  </a:cubicBezTo>
                  <a:cubicBezTo>
                    <a:pt x="10437" y="13455"/>
                    <a:pt x="13454" y="10438"/>
                    <a:pt x="13454" y="6728"/>
                  </a:cubicBezTo>
                  <a:cubicBezTo>
                    <a:pt x="13454" y="3018"/>
                    <a:pt x="10437" y="1"/>
                    <a:pt x="6727" y="1"/>
                  </a:cubicBezTo>
                  <a:close/>
                </a:path>
              </a:pathLst>
            </a:custGeom>
            <a:solidFill>
              <a:srgbClr val="92A3B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986" name="Google Shape;19986;p47"/>
            <p:cNvSpPr/>
            <p:nvPr/>
          </p:nvSpPr>
          <p:spPr>
            <a:xfrm>
              <a:off x="2345975" y="1539248"/>
              <a:ext cx="299742" cy="299742"/>
            </a:xfrm>
            <a:custGeom>
              <a:rect b="b" l="l" r="r" t="t"/>
              <a:pathLst>
                <a:path extrusionOk="0" h="11434" w="11434">
                  <a:moveTo>
                    <a:pt x="5717" y="0"/>
                  </a:moveTo>
                  <a:cubicBezTo>
                    <a:pt x="2556" y="0"/>
                    <a:pt x="0" y="2555"/>
                    <a:pt x="0" y="5717"/>
                  </a:cubicBezTo>
                  <a:cubicBezTo>
                    <a:pt x="0" y="8878"/>
                    <a:pt x="2556" y="11433"/>
                    <a:pt x="5717" y="11433"/>
                  </a:cubicBezTo>
                  <a:cubicBezTo>
                    <a:pt x="8878" y="11433"/>
                    <a:pt x="11433" y="8878"/>
                    <a:pt x="11433" y="5717"/>
                  </a:cubicBezTo>
                  <a:cubicBezTo>
                    <a:pt x="11433" y="2555"/>
                    <a:pt x="8878" y="0"/>
                    <a:pt x="5717" y="0"/>
                  </a:cubicBezTo>
                  <a:close/>
                </a:path>
              </a:pathLst>
            </a:custGeom>
            <a:solidFill>
              <a:srgbClr val="F6F7F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987" name="Google Shape;19987;p47"/>
            <p:cNvSpPr/>
            <p:nvPr/>
          </p:nvSpPr>
          <p:spPr>
            <a:xfrm>
              <a:off x="2490524" y="1560534"/>
              <a:ext cx="11010" cy="133880"/>
            </a:xfrm>
            <a:custGeom>
              <a:rect b="b" l="l" r="r" t="t"/>
              <a:pathLst>
                <a:path extrusionOk="0" h="5107" w="420">
                  <a:moveTo>
                    <a:pt x="212" y="0"/>
                  </a:moveTo>
                  <a:cubicBezTo>
                    <a:pt x="116" y="0"/>
                    <a:pt x="22" y="62"/>
                    <a:pt x="15" y="184"/>
                  </a:cubicBezTo>
                  <a:lnTo>
                    <a:pt x="15" y="4905"/>
                  </a:lnTo>
                  <a:cubicBezTo>
                    <a:pt x="1" y="5020"/>
                    <a:pt x="102" y="5107"/>
                    <a:pt x="203" y="5107"/>
                  </a:cubicBezTo>
                  <a:cubicBezTo>
                    <a:pt x="318" y="5107"/>
                    <a:pt x="419" y="5020"/>
                    <a:pt x="419" y="4905"/>
                  </a:cubicBezTo>
                  <a:lnTo>
                    <a:pt x="419" y="184"/>
                  </a:lnTo>
                  <a:cubicBezTo>
                    <a:pt x="405" y="62"/>
                    <a:pt x="308" y="0"/>
                    <a:pt x="212" y="0"/>
                  </a:cubicBezTo>
                  <a:close/>
                </a:path>
              </a:pathLst>
            </a:custGeom>
            <a:solidFill>
              <a:srgbClr val="B3C2C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988" name="Google Shape;19988;p47"/>
            <p:cNvSpPr/>
            <p:nvPr/>
          </p:nvSpPr>
          <p:spPr>
            <a:xfrm>
              <a:off x="2489397" y="1683771"/>
              <a:ext cx="137917" cy="10696"/>
            </a:xfrm>
            <a:custGeom>
              <a:rect b="b" l="l" r="r" t="t"/>
              <a:pathLst>
                <a:path extrusionOk="0" h="408" w="5261">
                  <a:moveTo>
                    <a:pt x="5006" y="0"/>
                  </a:moveTo>
                  <a:cubicBezTo>
                    <a:pt x="4998" y="0"/>
                    <a:pt x="4990" y="1"/>
                    <a:pt x="4981" y="2"/>
                  </a:cubicBezTo>
                  <a:lnTo>
                    <a:pt x="246" y="2"/>
                  </a:lnTo>
                  <a:cubicBezTo>
                    <a:pt x="1" y="30"/>
                    <a:pt x="1" y="391"/>
                    <a:pt x="246" y="406"/>
                  </a:cubicBezTo>
                  <a:lnTo>
                    <a:pt x="4981" y="406"/>
                  </a:lnTo>
                  <a:cubicBezTo>
                    <a:pt x="4990" y="407"/>
                    <a:pt x="4998" y="407"/>
                    <a:pt x="5006" y="407"/>
                  </a:cubicBezTo>
                  <a:cubicBezTo>
                    <a:pt x="5261" y="407"/>
                    <a:pt x="5261" y="0"/>
                    <a:pt x="5006" y="0"/>
                  </a:cubicBezTo>
                  <a:close/>
                </a:path>
              </a:pathLst>
            </a:custGeom>
            <a:solidFill>
              <a:srgbClr val="B3C2C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989" name="Google Shape;19989;p47"/>
            <p:cNvSpPr/>
            <p:nvPr/>
          </p:nvSpPr>
          <p:spPr>
            <a:xfrm>
              <a:off x="2383069" y="1576316"/>
              <a:ext cx="280422" cy="262753"/>
            </a:xfrm>
            <a:custGeom>
              <a:rect b="b" l="l" r="r" t="t"/>
              <a:pathLst>
                <a:path extrusionOk="0" h="10023" w="10697">
                  <a:moveTo>
                    <a:pt x="8070" y="1"/>
                  </a:moveTo>
                  <a:lnTo>
                    <a:pt x="8070" y="1"/>
                  </a:lnTo>
                  <a:cubicBezTo>
                    <a:pt x="10033" y="2253"/>
                    <a:pt x="9917" y="5674"/>
                    <a:pt x="7795" y="7796"/>
                  </a:cubicBezTo>
                  <a:cubicBezTo>
                    <a:pt x="6686" y="8906"/>
                    <a:pt x="5225" y="9467"/>
                    <a:pt x="3760" y="9467"/>
                  </a:cubicBezTo>
                  <a:cubicBezTo>
                    <a:pt x="2422" y="9467"/>
                    <a:pt x="1082" y="8999"/>
                    <a:pt x="0" y="8056"/>
                  </a:cubicBezTo>
                  <a:lnTo>
                    <a:pt x="0" y="8056"/>
                  </a:lnTo>
                  <a:cubicBezTo>
                    <a:pt x="1131" y="9360"/>
                    <a:pt x="2719" y="10023"/>
                    <a:pt x="4311" y="10023"/>
                  </a:cubicBezTo>
                  <a:cubicBezTo>
                    <a:pt x="5767" y="10023"/>
                    <a:pt x="7227" y="9469"/>
                    <a:pt x="8344" y="8345"/>
                  </a:cubicBezTo>
                  <a:cubicBezTo>
                    <a:pt x="10697" y="6006"/>
                    <a:pt x="10567" y="2166"/>
                    <a:pt x="8070" y="1"/>
                  </a:cubicBezTo>
                  <a:close/>
                </a:path>
              </a:pathLst>
            </a:custGeom>
            <a:solidFill>
              <a:srgbClr val="E4EAE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990" name="Google Shape;19990;p47"/>
            <p:cNvSpPr/>
            <p:nvPr/>
          </p:nvSpPr>
          <p:spPr>
            <a:xfrm>
              <a:off x="2365662" y="1683771"/>
              <a:ext cx="21732" cy="10696"/>
            </a:xfrm>
            <a:custGeom>
              <a:rect b="b" l="l" r="r" t="t"/>
              <a:pathLst>
                <a:path extrusionOk="0" h="408" w="829">
                  <a:moveTo>
                    <a:pt x="561" y="0"/>
                  </a:moveTo>
                  <a:cubicBezTo>
                    <a:pt x="552" y="0"/>
                    <a:pt x="543" y="1"/>
                    <a:pt x="534" y="2"/>
                  </a:cubicBezTo>
                  <a:lnTo>
                    <a:pt x="246" y="2"/>
                  </a:lnTo>
                  <a:cubicBezTo>
                    <a:pt x="0" y="30"/>
                    <a:pt x="0" y="391"/>
                    <a:pt x="246" y="406"/>
                  </a:cubicBezTo>
                  <a:lnTo>
                    <a:pt x="534" y="406"/>
                  </a:lnTo>
                  <a:cubicBezTo>
                    <a:pt x="543" y="407"/>
                    <a:pt x="552" y="407"/>
                    <a:pt x="561" y="407"/>
                  </a:cubicBezTo>
                  <a:cubicBezTo>
                    <a:pt x="828" y="407"/>
                    <a:pt x="828" y="0"/>
                    <a:pt x="561" y="0"/>
                  </a:cubicBezTo>
                  <a:close/>
                </a:path>
              </a:pathLst>
            </a:custGeom>
            <a:solidFill>
              <a:srgbClr val="93AAB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991" name="Google Shape;19991;p47"/>
            <p:cNvSpPr/>
            <p:nvPr/>
          </p:nvSpPr>
          <p:spPr>
            <a:xfrm>
              <a:off x="2490524" y="1799589"/>
              <a:ext cx="11377" cy="18613"/>
            </a:xfrm>
            <a:custGeom>
              <a:rect b="b" l="l" r="r" t="t"/>
              <a:pathLst>
                <a:path extrusionOk="0" h="710" w="434">
                  <a:moveTo>
                    <a:pt x="217" y="1"/>
                  </a:moveTo>
                  <a:cubicBezTo>
                    <a:pt x="109" y="1"/>
                    <a:pt x="1" y="73"/>
                    <a:pt x="15" y="217"/>
                  </a:cubicBezTo>
                  <a:lnTo>
                    <a:pt x="15" y="506"/>
                  </a:lnTo>
                  <a:cubicBezTo>
                    <a:pt x="1" y="622"/>
                    <a:pt x="102" y="708"/>
                    <a:pt x="203" y="708"/>
                  </a:cubicBezTo>
                  <a:cubicBezTo>
                    <a:pt x="210" y="709"/>
                    <a:pt x="218" y="710"/>
                    <a:pt x="225" y="710"/>
                  </a:cubicBezTo>
                  <a:cubicBezTo>
                    <a:pt x="331" y="710"/>
                    <a:pt x="419" y="615"/>
                    <a:pt x="419" y="520"/>
                  </a:cubicBezTo>
                  <a:lnTo>
                    <a:pt x="419" y="217"/>
                  </a:lnTo>
                  <a:cubicBezTo>
                    <a:pt x="434" y="73"/>
                    <a:pt x="326" y="1"/>
                    <a:pt x="217" y="1"/>
                  </a:cubicBezTo>
                  <a:close/>
                </a:path>
              </a:pathLst>
            </a:custGeom>
            <a:solidFill>
              <a:srgbClr val="93AAB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992" name="Google Shape;19992;p47"/>
            <p:cNvSpPr/>
            <p:nvPr/>
          </p:nvSpPr>
          <p:spPr>
            <a:xfrm>
              <a:off x="2401393" y="1596554"/>
              <a:ext cx="19163" cy="15755"/>
            </a:xfrm>
            <a:custGeom>
              <a:rect b="b" l="l" r="r" t="t"/>
              <a:pathLst>
                <a:path extrusionOk="0" h="601" w="731">
                  <a:moveTo>
                    <a:pt x="268" y="1"/>
                  </a:moveTo>
                  <a:cubicBezTo>
                    <a:pt x="121" y="1"/>
                    <a:pt x="1" y="184"/>
                    <a:pt x="124" y="340"/>
                  </a:cubicBezTo>
                  <a:lnTo>
                    <a:pt x="326" y="543"/>
                  </a:lnTo>
                  <a:cubicBezTo>
                    <a:pt x="369" y="571"/>
                    <a:pt x="413" y="600"/>
                    <a:pt x="470" y="600"/>
                  </a:cubicBezTo>
                  <a:cubicBezTo>
                    <a:pt x="644" y="600"/>
                    <a:pt x="730" y="384"/>
                    <a:pt x="615" y="254"/>
                  </a:cubicBezTo>
                  <a:lnTo>
                    <a:pt x="398" y="52"/>
                  </a:lnTo>
                  <a:cubicBezTo>
                    <a:pt x="356" y="16"/>
                    <a:pt x="311" y="1"/>
                    <a:pt x="268" y="1"/>
                  </a:cubicBezTo>
                  <a:close/>
                </a:path>
              </a:pathLst>
            </a:custGeom>
            <a:solidFill>
              <a:srgbClr val="93AAB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993" name="Google Shape;19993;p47"/>
            <p:cNvSpPr/>
            <p:nvPr/>
          </p:nvSpPr>
          <p:spPr>
            <a:xfrm>
              <a:off x="2569563" y="1765378"/>
              <a:ext cx="20893" cy="16830"/>
            </a:xfrm>
            <a:custGeom>
              <a:rect b="b" l="l" r="r" t="t"/>
              <a:pathLst>
                <a:path extrusionOk="0" h="642" w="797">
                  <a:moveTo>
                    <a:pt x="313" y="0"/>
                  </a:moveTo>
                  <a:cubicBezTo>
                    <a:pt x="149" y="0"/>
                    <a:pt x="1" y="225"/>
                    <a:pt x="176" y="368"/>
                  </a:cubicBezTo>
                  <a:lnTo>
                    <a:pt x="393" y="584"/>
                  </a:lnTo>
                  <a:cubicBezTo>
                    <a:pt x="421" y="613"/>
                    <a:pt x="479" y="642"/>
                    <a:pt x="537" y="642"/>
                  </a:cubicBezTo>
                  <a:cubicBezTo>
                    <a:pt x="710" y="642"/>
                    <a:pt x="797" y="425"/>
                    <a:pt x="681" y="295"/>
                  </a:cubicBezTo>
                  <a:lnTo>
                    <a:pt x="465" y="79"/>
                  </a:lnTo>
                  <a:cubicBezTo>
                    <a:pt x="419" y="23"/>
                    <a:pt x="366" y="0"/>
                    <a:pt x="313" y="0"/>
                  </a:cubicBezTo>
                  <a:close/>
                </a:path>
              </a:pathLst>
            </a:custGeom>
            <a:solidFill>
              <a:srgbClr val="93AAB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994" name="Google Shape;19994;p47"/>
            <p:cNvSpPr/>
            <p:nvPr/>
          </p:nvSpPr>
          <p:spPr>
            <a:xfrm>
              <a:off x="2571136" y="1595610"/>
              <a:ext cx="20841" cy="16699"/>
            </a:xfrm>
            <a:custGeom>
              <a:rect b="b" l="l" r="r" t="t"/>
              <a:pathLst>
                <a:path extrusionOk="0" h="637" w="795">
                  <a:moveTo>
                    <a:pt x="491" y="1"/>
                  </a:moveTo>
                  <a:cubicBezTo>
                    <a:pt x="436" y="1"/>
                    <a:pt x="380" y="26"/>
                    <a:pt x="333" y="88"/>
                  </a:cubicBezTo>
                  <a:lnTo>
                    <a:pt x="116" y="290"/>
                  </a:lnTo>
                  <a:cubicBezTo>
                    <a:pt x="1" y="420"/>
                    <a:pt x="87" y="636"/>
                    <a:pt x="260" y="636"/>
                  </a:cubicBezTo>
                  <a:cubicBezTo>
                    <a:pt x="318" y="636"/>
                    <a:pt x="376" y="607"/>
                    <a:pt x="405" y="579"/>
                  </a:cubicBezTo>
                  <a:lnTo>
                    <a:pt x="621" y="362"/>
                  </a:lnTo>
                  <a:cubicBezTo>
                    <a:pt x="794" y="222"/>
                    <a:pt x="652" y="1"/>
                    <a:pt x="491" y="1"/>
                  </a:cubicBezTo>
                  <a:close/>
                </a:path>
              </a:pathLst>
            </a:custGeom>
            <a:solidFill>
              <a:srgbClr val="93AAB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995" name="Google Shape;19995;p47"/>
            <p:cNvSpPr/>
            <p:nvPr/>
          </p:nvSpPr>
          <p:spPr>
            <a:xfrm>
              <a:off x="2401236" y="1766296"/>
              <a:ext cx="19583" cy="15913"/>
            </a:xfrm>
            <a:custGeom>
              <a:rect b="b" l="l" r="r" t="t"/>
              <a:pathLst>
                <a:path extrusionOk="0" h="607" w="747">
                  <a:moveTo>
                    <a:pt x="456" y="0"/>
                  </a:moveTo>
                  <a:cubicBezTo>
                    <a:pt x="414" y="0"/>
                    <a:pt x="372" y="13"/>
                    <a:pt x="332" y="44"/>
                  </a:cubicBezTo>
                  <a:lnTo>
                    <a:pt x="130" y="260"/>
                  </a:lnTo>
                  <a:cubicBezTo>
                    <a:pt x="0" y="390"/>
                    <a:pt x="87" y="607"/>
                    <a:pt x="274" y="607"/>
                  </a:cubicBezTo>
                  <a:cubicBezTo>
                    <a:pt x="318" y="607"/>
                    <a:pt x="375" y="578"/>
                    <a:pt x="404" y="549"/>
                  </a:cubicBezTo>
                  <a:lnTo>
                    <a:pt x="621" y="333"/>
                  </a:lnTo>
                  <a:cubicBezTo>
                    <a:pt x="746" y="184"/>
                    <a:pt x="611" y="0"/>
                    <a:pt x="456" y="0"/>
                  </a:cubicBezTo>
                  <a:close/>
                </a:path>
              </a:pathLst>
            </a:custGeom>
            <a:solidFill>
              <a:srgbClr val="93AAB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996" name="Google Shape;19996;p47"/>
            <p:cNvSpPr/>
            <p:nvPr/>
          </p:nvSpPr>
          <p:spPr>
            <a:xfrm>
              <a:off x="2373160" y="1634985"/>
              <a:ext cx="23174" cy="14025"/>
            </a:xfrm>
            <a:custGeom>
              <a:rect b="b" l="l" r="r" t="t"/>
              <a:pathLst>
                <a:path extrusionOk="0" h="535" w="884">
                  <a:moveTo>
                    <a:pt x="303" y="0"/>
                  </a:moveTo>
                  <a:cubicBezTo>
                    <a:pt x="104" y="0"/>
                    <a:pt x="0" y="330"/>
                    <a:pt x="248" y="405"/>
                  </a:cubicBezTo>
                  <a:lnTo>
                    <a:pt x="523" y="520"/>
                  </a:lnTo>
                  <a:cubicBezTo>
                    <a:pt x="551" y="520"/>
                    <a:pt x="566" y="535"/>
                    <a:pt x="595" y="535"/>
                  </a:cubicBezTo>
                  <a:cubicBezTo>
                    <a:pt x="811" y="535"/>
                    <a:pt x="883" y="231"/>
                    <a:pt x="681" y="145"/>
                  </a:cubicBezTo>
                  <a:lnTo>
                    <a:pt x="407" y="29"/>
                  </a:lnTo>
                  <a:cubicBezTo>
                    <a:pt x="370" y="9"/>
                    <a:pt x="335" y="0"/>
                    <a:pt x="303" y="0"/>
                  </a:cubicBezTo>
                  <a:close/>
                </a:path>
              </a:pathLst>
            </a:custGeom>
            <a:solidFill>
              <a:srgbClr val="93AAB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997" name="Google Shape;19997;p47"/>
            <p:cNvSpPr/>
            <p:nvPr/>
          </p:nvSpPr>
          <p:spPr>
            <a:xfrm>
              <a:off x="2595516" y="1729333"/>
              <a:ext cx="21811" cy="13527"/>
            </a:xfrm>
            <a:custGeom>
              <a:rect b="b" l="l" r="r" t="t"/>
              <a:pathLst>
                <a:path extrusionOk="0" h="516" w="832">
                  <a:moveTo>
                    <a:pt x="291" y="0"/>
                  </a:moveTo>
                  <a:cubicBezTo>
                    <a:pt x="100" y="0"/>
                    <a:pt x="1" y="281"/>
                    <a:pt x="197" y="386"/>
                  </a:cubicBezTo>
                  <a:lnTo>
                    <a:pt x="471" y="501"/>
                  </a:lnTo>
                  <a:cubicBezTo>
                    <a:pt x="500" y="516"/>
                    <a:pt x="529" y="516"/>
                    <a:pt x="557" y="516"/>
                  </a:cubicBezTo>
                  <a:cubicBezTo>
                    <a:pt x="774" y="516"/>
                    <a:pt x="832" y="212"/>
                    <a:pt x="630" y="126"/>
                  </a:cubicBezTo>
                  <a:lnTo>
                    <a:pt x="355" y="10"/>
                  </a:lnTo>
                  <a:cubicBezTo>
                    <a:pt x="333" y="3"/>
                    <a:pt x="312" y="0"/>
                    <a:pt x="291" y="0"/>
                  </a:cubicBezTo>
                  <a:close/>
                </a:path>
              </a:pathLst>
            </a:custGeom>
            <a:solidFill>
              <a:srgbClr val="93AAB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998" name="Google Shape;19998;p47"/>
            <p:cNvSpPr/>
            <p:nvPr/>
          </p:nvSpPr>
          <p:spPr>
            <a:xfrm>
              <a:off x="2535195" y="1570129"/>
              <a:ext cx="15650" cy="17197"/>
            </a:xfrm>
            <a:custGeom>
              <a:rect b="b" l="l" r="r" t="t"/>
              <a:pathLst>
                <a:path extrusionOk="0" h="656" w="597">
                  <a:moveTo>
                    <a:pt x="345" y="1"/>
                  </a:moveTo>
                  <a:cubicBezTo>
                    <a:pt x="279" y="1"/>
                    <a:pt x="213" y="32"/>
                    <a:pt x="173" y="107"/>
                  </a:cubicBezTo>
                  <a:lnTo>
                    <a:pt x="58" y="381"/>
                  </a:lnTo>
                  <a:cubicBezTo>
                    <a:pt x="0" y="511"/>
                    <a:pt x="87" y="656"/>
                    <a:pt x="231" y="656"/>
                  </a:cubicBezTo>
                  <a:lnTo>
                    <a:pt x="246" y="656"/>
                  </a:lnTo>
                  <a:cubicBezTo>
                    <a:pt x="332" y="656"/>
                    <a:pt x="390" y="612"/>
                    <a:pt x="433" y="540"/>
                  </a:cubicBezTo>
                  <a:lnTo>
                    <a:pt x="549" y="266"/>
                  </a:lnTo>
                  <a:cubicBezTo>
                    <a:pt x="596" y="115"/>
                    <a:pt x="470" y="1"/>
                    <a:pt x="345" y="1"/>
                  </a:cubicBezTo>
                  <a:close/>
                </a:path>
              </a:pathLst>
            </a:custGeom>
            <a:solidFill>
              <a:srgbClr val="93AAB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999" name="Google Shape;19999;p47"/>
            <p:cNvSpPr/>
            <p:nvPr/>
          </p:nvSpPr>
          <p:spPr>
            <a:xfrm>
              <a:off x="2441345" y="1790099"/>
              <a:ext cx="16463" cy="18219"/>
            </a:xfrm>
            <a:custGeom>
              <a:rect b="b" l="l" r="r" t="t"/>
              <a:pathLst>
                <a:path extrusionOk="0" h="695" w="628">
                  <a:moveTo>
                    <a:pt x="349" y="1"/>
                  </a:moveTo>
                  <a:cubicBezTo>
                    <a:pt x="272" y="1"/>
                    <a:pt x="195" y="43"/>
                    <a:pt x="159" y="146"/>
                  </a:cubicBezTo>
                  <a:lnTo>
                    <a:pt x="58" y="421"/>
                  </a:lnTo>
                  <a:cubicBezTo>
                    <a:pt x="0" y="550"/>
                    <a:pt x="87" y="695"/>
                    <a:pt x="231" y="695"/>
                  </a:cubicBezTo>
                  <a:lnTo>
                    <a:pt x="246" y="695"/>
                  </a:lnTo>
                  <a:cubicBezTo>
                    <a:pt x="318" y="695"/>
                    <a:pt x="390" y="652"/>
                    <a:pt x="419" y="579"/>
                  </a:cubicBezTo>
                  <a:lnTo>
                    <a:pt x="534" y="305"/>
                  </a:lnTo>
                  <a:cubicBezTo>
                    <a:pt x="627" y="138"/>
                    <a:pt x="487" y="1"/>
                    <a:pt x="349" y="1"/>
                  </a:cubicBezTo>
                  <a:close/>
                </a:path>
              </a:pathLst>
            </a:custGeom>
            <a:solidFill>
              <a:srgbClr val="93AAB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000" name="Google Shape;20000;p47"/>
            <p:cNvSpPr/>
            <p:nvPr/>
          </p:nvSpPr>
          <p:spPr>
            <a:xfrm>
              <a:off x="2443521" y="1569290"/>
              <a:ext cx="15624" cy="17276"/>
            </a:xfrm>
            <a:custGeom>
              <a:rect b="b" l="l" r="r" t="t"/>
              <a:pathLst>
                <a:path extrusionOk="0" h="659" w="596">
                  <a:moveTo>
                    <a:pt x="252" y="0"/>
                  </a:moveTo>
                  <a:cubicBezTo>
                    <a:pt x="128" y="0"/>
                    <a:pt x="1" y="111"/>
                    <a:pt x="47" y="269"/>
                  </a:cubicBezTo>
                  <a:lnTo>
                    <a:pt x="163" y="529"/>
                  </a:lnTo>
                  <a:cubicBezTo>
                    <a:pt x="191" y="601"/>
                    <a:pt x="264" y="659"/>
                    <a:pt x="336" y="659"/>
                  </a:cubicBezTo>
                  <a:lnTo>
                    <a:pt x="350" y="659"/>
                  </a:lnTo>
                  <a:cubicBezTo>
                    <a:pt x="495" y="659"/>
                    <a:pt x="596" y="514"/>
                    <a:pt x="538" y="384"/>
                  </a:cubicBezTo>
                  <a:lnTo>
                    <a:pt x="422" y="110"/>
                  </a:lnTo>
                  <a:cubicBezTo>
                    <a:pt x="387" y="33"/>
                    <a:pt x="320" y="0"/>
                    <a:pt x="252" y="0"/>
                  </a:cubicBezTo>
                  <a:close/>
                </a:path>
              </a:pathLst>
            </a:custGeom>
            <a:solidFill>
              <a:srgbClr val="93AAB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001" name="Google Shape;20001;p47"/>
            <p:cNvSpPr/>
            <p:nvPr/>
          </p:nvSpPr>
          <p:spPr>
            <a:xfrm>
              <a:off x="2532416" y="1791121"/>
              <a:ext cx="16411" cy="18351"/>
            </a:xfrm>
            <a:custGeom>
              <a:rect b="b" l="l" r="r" t="t"/>
              <a:pathLst>
                <a:path extrusionOk="0" h="700" w="626">
                  <a:moveTo>
                    <a:pt x="277" y="1"/>
                  </a:moveTo>
                  <a:cubicBezTo>
                    <a:pt x="140" y="1"/>
                    <a:pt x="0" y="131"/>
                    <a:pt x="92" y="295"/>
                  </a:cubicBezTo>
                  <a:lnTo>
                    <a:pt x="193" y="569"/>
                  </a:lnTo>
                  <a:cubicBezTo>
                    <a:pt x="222" y="641"/>
                    <a:pt x="294" y="699"/>
                    <a:pt x="380" y="699"/>
                  </a:cubicBezTo>
                  <a:lnTo>
                    <a:pt x="395" y="699"/>
                  </a:lnTo>
                  <a:cubicBezTo>
                    <a:pt x="525" y="685"/>
                    <a:pt x="626" y="555"/>
                    <a:pt x="568" y="425"/>
                  </a:cubicBezTo>
                  <a:lnTo>
                    <a:pt x="467" y="151"/>
                  </a:lnTo>
                  <a:cubicBezTo>
                    <a:pt x="435" y="45"/>
                    <a:pt x="357" y="1"/>
                    <a:pt x="277" y="1"/>
                  </a:cubicBezTo>
                  <a:close/>
                </a:path>
              </a:pathLst>
            </a:custGeom>
            <a:solidFill>
              <a:srgbClr val="93AAB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002" name="Google Shape;20002;p47"/>
            <p:cNvSpPr/>
            <p:nvPr/>
          </p:nvSpPr>
          <p:spPr>
            <a:xfrm>
              <a:off x="2596486" y="1637370"/>
              <a:ext cx="21785" cy="13527"/>
            </a:xfrm>
            <a:custGeom>
              <a:rect b="b" l="l" r="r" t="t"/>
              <a:pathLst>
                <a:path extrusionOk="0" h="516" w="831">
                  <a:moveTo>
                    <a:pt x="539" y="1"/>
                  </a:moveTo>
                  <a:cubicBezTo>
                    <a:pt x="519" y="1"/>
                    <a:pt x="499" y="4"/>
                    <a:pt x="477" y="10"/>
                  </a:cubicBezTo>
                  <a:lnTo>
                    <a:pt x="203" y="126"/>
                  </a:lnTo>
                  <a:cubicBezTo>
                    <a:pt x="1" y="213"/>
                    <a:pt x="59" y="516"/>
                    <a:pt x="275" y="516"/>
                  </a:cubicBezTo>
                  <a:cubicBezTo>
                    <a:pt x="304" y="516"/>
                    <a:pt x="333" y="516"/>
                    <a:pt x="347" y="501"/>
                  </a:cubicBezTo>
                  <a:lnTo>
                    <a:pt x="621" y="400"/>
                  </a:lnTo>
                  <a:cubicBezTo>
                    <a:pt x="831" y="295"/>
                    <a:pt x="732" y="1"/>
                    <a:pt x="539" y="1"/>
                  </a:cubicBezTo>
                  <a:close/>
                </a:path>
              </a:pathLst>
            </a:custGeom>
            <a:solidFill>
              <a:srgbClr val="93AAB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003" name="Google Shape;20003;p47"/>
            <p:cNvSpPr/>
            <p:nvPr/>
          </p:nvSpPr>
          <p:spPr>
            <a:xfrm>
              <a:off x="2373606" y="1727052"/>
              <a:ext cx="22859" cy="13920"/>
            </a:xfrm>
            <a:custGeom>
              <a:rect b="b" l="l" r="r" t="t"/>
              <a:pathLst>
                <a:path extrusionOk="0" h="531" w="872">
                  <a:moveTo>
                    <a:pt x="575" y="0"/>
                  </a:moveTo>
                  <a:cubicBezTo>
                    <a:pt x="544" y="0"/>
                    <a:pt x="511" y="8"/>
                    <a:pt x="477" y="25"/>
                  </a:cubicBezTo>
                  <a:lnTo>
                    <a:pt x="202" y="141"/>
                  </a:lnTo>
                  <a:cubicBezTo>
                    <a:pt x="0" y="213"/>
                    <a:pt x="58" y="516"/>
                    <a:pt x="289" y="530"/>
                  </a:cubicBezTo>
                  <a:cubicBezTo>
                    <a:pt x="303" y="530"/>
                    <a:pt x="332" y="516"/>
                    <a:pt x="361" y="516"/>
                  </a:cubicBezTo>
                  <a:lnTo>
                    <a:pt x="621" y="400"/>
                  </a:lnTo>
                  <a:cubicBezTo>
                    <a:pt x="871" y="325"/>
                    <a:pt x="774" y="0"/>
                    <a:pt x="575" y="0"/>
                  </a:cubicBezTo>
                  <a:close/>
                </a:path>
              </a:pathLst>
            </a:custGeom>
            <a:solidFill>
              <a:srgbClr val="93AAB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20004" name="Google Shape;20004;p47"/>
          <p:cNvGrpSpPr/>
          <p:nvPr/>
        </p:nvGrpSpPr>
        <p:grpSpPr>
          <a:xfrm>
            <a:off x="4236601" y="1512666"/>
            <a:ext cx="312981" cy="352697"/>
            <a:chOff x="4236601" y="1512666"/>
            <a:chExt cx="312981" cy="352697"/>
          </a:xfrm>
        </p:grpSpPr>
        <p:sp>
          <p:nvSpPr>
            <p:cNvPr id="20005" name="Google Shape;20005;p47"/>
            <p:cNvSpPr/>
            <p:nvPr/>
          </p:nvSpPr>
          <p:spPr>
            <a:xfrm>
              <a:off x="4236601" y="1512666"/>
              <a:ext cx="312981" cy="352697"/>
            </a:xfrm>
            <a:custGeom>
              <a:rect b="b" l="l" r="r" t="t"/>
              <a:pathLst>
                <a:path extrusionOk="0" h="13454" w="11939">
                  <a:moveTo>
                    <a:pt x="5969" y="0"/>
                  </a:moveTo>
                  <a:cubicBezTo>
                    <a:pt x="5933" y="0"/>
                    <a:pt x="5897" y="11"/>
                    <a:pt x="5861" y="33"/>
                  </a:cubicBezTo>
                  <a:cubicBezTo>
                    <a:pt x="5832" y="47"/>
                    <a:pt x="2743" y="1895"/>
                    <a:pt x="404" y="1895"/>
                  </a:cubicBezTo>
                  <a:cubicBezTo>
                    <a:pt x="303" y="1895"/>
                    <a:pt x="217" y="1967"/>
                    <a:pt x="202" y="2068"/>
                  </a:cubicBezTo>
                  <a:cubicBezTo>
                    <a:pt x="0" y="3656"/>
                    <a:pt x="58" y="5273"/>
                    <a:pt x="390" y="6846"/>
                  </a:cubicBezTo>
                  <a:cubicBezTo>
                    <a:pt x="650" y="8218"/>
                    <a:pt x="1198" y="9517"/>
                    <a:pt x="2007" y="10657"/>
                  </a:cubicBezTo>
                  <a:cubicBezTo>
                    <a:pt x="2988" y="11971"/>
                    <a:pt x="4345" y="12952"/>
                    <a:pt x="5919" y="13443"/>
                  </a:cubicBezTo>
                  <a:cubicBezTo>
                    <a:pt x="5933" y="13450"/>
                    <a:pt x="5951" y="13454"/>
                    <a:pt x="5971" y="13454"/>
                  </a:cubicBezTo>
                  <a:cubicBezTo>
                    <a:pt x="5991" y="13454"/>
                    <a:pt x="6012" y="13450"/>
                    <a:pt x="6034" y="13443"/>
                  </a:cubicBezTo>
                  <a:cubicBezTo>
                    <a:pt x="7608" y="12952"/>
                    <a:pt x="8964" y="11971"/>
                    <a:pt x="9946" y="10657"/>
                  </a:cubicBezTo>
                  <a:cubicBezTo>
                    <a:pt x="10754" y="9517"/>
                    <a:pt x="11303" y="8218"/>
                    <a:pt x="11563" y="6846"/>
                  </a:cubicBezTo>
                  <a:cubicBezTo>
                    <a:pt x="11880" y="5273"/>
                    <a:pt x="11938" y="3656"/>
                    <a:pt x="11736" y="2068"/>
                  </a:cubicBezTo>
                  <a:cubicBezTo>
                    <a:pt x="11722" y="1967"/>
                    <a:pt x="11635" y="1895"/>
                    <a:pt x="11534" y="1895"/>
                  </a:cubicBezTo>
                  <a:cubicBezTo>
                    <a:pt x="9195" y="1895"/>
                    <a:pt x="6106" y="47"/>
                    <a:pt x="6077" y="33"/>
                  </a:cubicBezTo>
                  <a:cubicBezTo>
                    <a:pt x="6041" y="11"/>
                    <a:pt x="6005" y="0"/>
                    <a:pt x="5969" y="0"/>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006" name="Google Shape;20006;p47"/>
            <p:cNvSpPr/>
            <p:nvPr/>
          </p:nvSpPr>
          <p:spPr>
            <a:xfrm>
              <a:off x="4383798" y="1561557"/>
              <a:ext cx="165784" cy="303806"/>
            </a:xfrm>
            <a:custGeom>
              <a:rect b="b" l="l" r="r" t="t"/>
              <a:pathLst>
                <a:path extrusionOk="0" h="11589" w="6324">
                  <a:moveTo>
                    <a:pt x="5385" y="1"/>
                  </a:moveTo>
                  <a:cubicBezTo>
                    <a:pt x="5573" y="1618"/>
                    <a:pt x="5500" y="3249"/>
                    <a:pt x="5183" y="4837"/>
                  </a:cubicBezTo>
                  <a:cubicBezTo>
                    <a:pt x="4909" y="6251"/>
                    <a:pt x="4331" y="7608"/>
                    <a:pt x="3494" y="8792"/>
                  </a:cubicBezTo>
                  <a:cubicBezTo>
                    <a:pt x="2599" y="10005"/>
                    <a:pt x="1401" y="10929"/>
                    <a:pt x="0" y="11477"/>
                  </a:cubicBezTo>
                  <a:cubicBezTo>
                    <a:pt x="87" y="11520"/>
                    <a:pt x="188" y="11549"/>
                    <a:pt x="289" y="11578"/>
                  </a:cubicBezTo>
                  <a:cubicBezTo>
                    <a:pt x="311" y="11585"/>
                    <a:pt x="332" y="11589"/>
                    <a:pt x="354" y="11589"/>
                  </a:cubicBezTo>
                  <a:cubicBezTo>
                    <a:pt x="376" y="11589"/>
                    <a:pt x="397" y="11585"/>
                    <a:pt x="419" y="11578"/>
                  </a:cubicBezTo>
                  <a:cubicBezTo>
                    <a:pt x="1978" y="11087"/>
                    <a:pt x="3349" y="10106"/>
                    <a:pt x="4317" y="8792"/>
                  </a:cubicBezTo>
                  <a:cubicBezTo>
                    <a:pt x="5125" y="7652"/>
                    <a:pt x="5674" y="6353"/>
                    <a:pt x="5948" y="4981"/>
                  </a:cubicBezTo>
                  <a:cubicBezTo>
                    <a:pt x="6265" y="3408"/>
                    <a:pt x="6323" y="1791"/>
                    <a:pt x="6121" y="203"/>
                  </a:cubicBezTo>
                  <a:cubicBezTo>
                    <a:pt x="6107" y="102"/>
                    <a:pt x="6020" y="30"/>
                    <a:pt x="5919" y="30"/>
                  </a:cubicBezTo>
                  <a:cubicBezTo>
                    <a:pt x="5746" y="30"/>
                    <a:pt x="5558" y="15"/>
                    <a:pt x="5385" y="1"/>
                  </a:cubicBezTo>
                  <a:close/>
                </a:path>
              </a:pathLst>
            </a:custGeom>
            <a:solidFill>
              <a:srgbClr val="5E748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007" name="Google Shape;20007;p47"/>
            <p:cNvSpPr/>
            <p:nvPr/>
          </p:nvSpPr>
          <p:spPr>
            <a:xfrm>
              <a:off x="4267246" y="1546326"/>
              <a:ext cx="251664" cy="283856"/>
            </a:xfrm>
            <a:custGeom>
              <a:rect b="b" l="l" r="r" t="t"/>
              <a:pathLst>
                <a:path extrusionOk="0" h="10828" w="9600">
                  <a:moveTo>
                    <a:pt x="4798" y="1"/>
                  </a:moveTo>
                  <a:cubicBezTo>
                    <a:pt x="4764" y="1"/>
                    <a:pt x="4728" y="12"/>
                    <a:pt x="4692" y="33"/>
                  </a:cubicBezTo>
                  <a:cubicBezTo>
                    <a:pt x="4677" y="48"/>
                    <a:pt x="2209" y="1520"/>
                    <a:pt x="347" y="1520"/>
                  </a:cubicBezTo>
                  <a:cubicBezTo>
                    <a:pt x="260" y="1520"/>
                    <a:pt x="174" y="1592"/>
                    <a:pt x="159" y="1679"/>
                  </a:cubicBezTo>
                  <a:cubicBezTo>
                    <a:pt x="0" y="2964"/>
                    <a:pt x="44" y="4263"/>
                    <a:pt x="303" y="5519"/>
                  </a:cubicBezTo>
                  <a:cubicBezTo>
                    <a:pt x="506" y="6616"/>
                    <a:pt x="953" y="7670"/>
                    <a:pt x="1603" y="8579"/>
                  </a:cubicBezTo>
                  <a:cubicBezTo>
                    <a:pt x="2382" y="9633"/>
                    <a:pt x="3479" y="10427"/>
                    <a:pt x="4735" y="10817"/>
                  </a:cubicBezTo>
                  <a:cubicBezTo>
                    <a:pt x="4757" y="10824"/>
                    <a:pt x="4778" y="10827"/>
                    <a:pt x="4800" y="10827"/>
                  </a:cubicBezTo>
                  <a:cubicBezTo>
                    <a:pt x="4822" y="10827"/>
                    <a:pt x="4843" y="10824"/>
                    <a:pt x="4865" y="10817"/>
                  </a:cubicBezTo>
                  <a:cubicBezTo>
                    <a:pt x="6121" y="10427"/>
                    <a:pt x="7218" y="9633"/>
                    <a:pt x="7998" y="8579"/>
                  </a:cubicBezTo>
                  <a:cubicBezTo>
                    <a:pt x="8647" y="7670"/>
                    <a:pt x="9095" y="6616"/>
                    <a:pt x="9297" y="5519"/>
                  </a:cubicBezTo>
                  <a:cubicBezTo>
                    <a:pt x="9557" y="4263"/>
                    <a:pt x="9600" y="2964"/>
                    <a:pt x="9441" y="1679"/>
                  </a:cubicBezTo>
                  <a:cubicBezTo>
                    <a:pt x="9427" y="1592"/>
                    <a:pt x="9340" y="1520"/>
                    <a:pt x="9253" y="1520"/>
                  </a:cubicBezTo>
                  <a:cubicBezTo>
                    <a:pt x="7391" y="1520"/>
                    <a:pt x="4923" y="48"/>
                    <a:pt x="4894" y="33"/>
                  </a:cubicBezTo>
                  <a:cubicBezTo>
                    <a:pt x="4865" y="12"/>
                    <a:pt x="4833" y="1"/>
                    <a:pt x="4798" y="1"/>
                  </a:cubicBezTo>
                  <a:close/>
                </a:path>
              </a:pathLst>
            </a:custGeom>
            <a:solidFill>
              <a:srgbClr val="EFF1F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008" name="Google Shape;20008;p47"/>
            <p:cNvSpPr/>
            <p:nvPr/>
          </p:nvSpPr>
          <p:spPr>
            <a:xfrm>
              <a:off x="4388726" y="1585019"/>
              <a:ext cx="130184" cy="245163"/>
            </a:xfrm>
            <a:custGeom>
              <a:rect b="b" l="l" r="r" t="t"/>
              <a:pathLst>
                <a:path extrusionOk="0" h="9352" w="4966">
                  <a:moveTo>
                    <a:pt x="4071" y="1"/>
                  </a:moveTo>
                  <a:cubicBezTo>
                    <a:pt x="4215" y="1315"/>
                    <a:pt x="4143" y="2643"/>
                    <a:pt x="3898" y="3927"/>
                  </a:cubicBezTo>
                  <a:cubicBezTo>
                    <a:pt x="3667" y="5126"/>
                    <a:pt x="3190" y="6251"/>
                    <a:pt x="2483" y="7248"/>
                  </a:cubicBezTo>
                  <a:cubicBezTo>
                    <a:pt x="1833" y="8128"/>
                    <a:pt x="982" y="8835"/>
                    <a:pt x="0" y="9312"/>
                  </a:cubicBezTo>
                  <a:lnTo>
                    <a:pt x="116" y="9341"/>
                  </a:lnTo>
                  <a:cubicBezTo>
                    <a:pt x="130" y="9348"/>
                    <a:pt x="148" y="9351"/>
                    <a:pt x="168" y="9351"/>
                  </a:cubicBezTo>
                  <a:cubicBezTo>
                    <a:pt x="188" y="9351"/>
                    <a:pt x="209" y="9348"/>
                    <a:pt x="231" y="9341"/>
                  </a:cubicBezTo>
                  <a:cubicBezTo>
                    <a:pt x="1487" y="8951"/>
                    <a:pt x="2584" y="8157"/>
                    <a:pt x="3364" y="7103"/>
                  </a:cubicBezTo>
                  <a:cubicBezTo>
                    <a:pt x="4013" y="6194"/>
                    <a:pt x="4461" y="5140"/>
                    <a:pt x="4677" y="4043"/>
                  </a:cubicBezTo>
                  <a:cubicBezTo>
                    <a:pt x="4923" y="2787"/>
                    <a:pt x="4966" y="1488"/>
                    <a:pt x="4807" y="203"/>
                  </a:cubicBezTo>
                  <a:cubicBezTo>
                    <a:pt x="4793" y="116"/>
                    <a:pt x="4706" y="44"/>
                    <a:pt x="4619" y="44"/>
                  </a:cubicBezTo>
                  <a:cubicBezTo>
                    <a:pt x="4432" y="44"/>
                    <a:pt x="4244" y="30"/>
                    <a:pt x="4071" y="1"/>
                  </a:cubicBezTo>
                  <a:close/>
                </a:path>
              </a:pathLst>
            </a:custGeom>
            <a:solidFill>
              <a:srgbClr val="EBEFF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009" name="Google Shape;20009;p47"/>
            <p:cNvSpPr/>
            <p:nvPr/>
          </p:nvSpPr>
          <p:spPr>
            <a:xfrm>
              <a:off x="4330817" y="1674727"/>
              <a:ext cx="124521" cy="84019"/>
            </a:xfrm>
            <a:custGeom>
              <a:rect b="b" l="l" r="r" t="t"/>
              <a:pathLst>
                <a:path extrusionOk="0" h="3205" w="4750">
                  <a:moveTo>
                    <a:pt x="2382" y="0"/>
                  </a:moveTo>
                  <a:cubicBezTo>
                    <a:pt x="1083" y="15"/>
                    <a:pt x="0" y="1068"/>
                    <a:pt x="0" y="2295"/>
                  </a:cubicBezTo>
                  <a:lnTo>
                    <a:pt x="0" y="3003"/>
                  </a:lnTo>
                  <a:cubicBezTo>
                    <a:pt x="0" y="3104"/>
                    <a:pt x="87" y="3205"/>
                    <a:pt x="203" y="3205"/>
                  </a:cubicBezTo>
                  <a:lnTo>
                    <a:pt x="4562" y="3205"/>
                  </a:lnTo>
                  <a:cubicBezTo>
                    <a:pt x="4663" y="3205"/>
                    <a:pt x="4750" y="3104"/>
                    <a:pt x="4750" y="3003"/>
                  </a:cubicBezTo>
                  <a:lnTo>
                    <a:pt x="4750" y="2295"/>
                  </a:lnTo>
                  <a:cubicBezTo>
                    <a:pt x="4750" y="1068"/>
                    <a:pt x="3667" y="15"/>
                    <a:pt x="2382" y="0"/>
                  </a:cubicBezTo>
                  <a:close/>
                </a:path>
              </a:pathLst>
            </a:custGeom>
            <a:solidFill>
              <a:srgbClr val="778C9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010" name="Google Shape;20010;p47"/>
            <p:cNvSpPr/>
            <p:nvPr/>
          </p:nvSpPr>
          <p:spPr>
            <a:xfrm>
              <a:off x="4383798" y="1674727"/>
              <a:ext cx="71934" cy="84019"/>
            </a:xfrm>
            <a:custGeom>
              <a:rect b="b" l="l" r="r" t="t"/>
              <a:pathLst>
                <a:path extrusionOk="0" h="3205" w="2744">
                  <a:moveTo>
                    <a:pt x="361" y="0"/>
                  </a:moveTo>
                  <a:cubicBezTo>
                    <a:pt x="231" y="0"/>
                    <a:pt x="116" y="15"/>
                    <a:pt x="0" y="29"/>
                  </a:cubicBezTo>
                  <a:cubicBezTo>
                    <a:pt x="1112" y="217"/>
                    <a:pt x="2007" y="1184"/>
                    <a:pt x="2007" y="2310"/>
                  </a:cubicBezTo>
                  <a:lnTo>
                    <a:pt x="2007" y="3003"/>
                  </a:lnTo>
                  <a:cubicBezTo>
                    <a:pt x="2007" y="3118"/>
                    <a:pt x="1920" y="3205"/>
                    <a:pt x="1805" y="3205"/>
                  </a:cubicBezTo>
                  <a:lnTo>
                    <a:pt x="2541" y="3205"/>
                  </a:lnTo>
                  <a:cubicBezTo>
                    <a:pt x="2657" y="3205"/>
                    <a:pt x="2743" y="3118"/>
                    <a:pt x="2743" y="3003"/>
                  </a:cubicBezTo>
                  <a:lnTo>
                    <a:pt x="2743" y="2295"/>
                  </a:lnTo>
                  <a:cubicBezTo>
                    <a:pt x="2729" y="1068"/>
                    <a:pt x="1646" y="15"/>
                    <a:pt x="361" y="0"/>
                  </a:cubicBezTo>
                  <a:close/>
                </a:path>
              </a:pathLst>
            </a:custGeom>
            <a:solidFill>
              <a:srgbClr val="91A8B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011" name="Google Shape;20011;p47"/>
            <p:cNvSpPr/>
            <p:nvPr/>
          </p:nvSpPr>
          <p:spPr>
            <a:xfrm>
              <a:off x="4379263" y="1679917"/>
              <a:ext cx="27657" cy="16017"/>
            </a:xfrm>
            <a:custGeom>
              <a:rect b="b" l="l" r="r" t="t"/>
              <a:pathLst>
                <a:path extrusionOk="0" h="611" w="1055">
                  <a:moveTo>
                    <a:pt x="527" y="1"/>
                  </a:moveTo>
                  <a:cubicBezTo>
                    <a:pt x="350" y="1"/>
                    <a:pt x="173" y="26"/>
                    <a:pt x="0" y="76"/>
                  </a:cubicBezTo>
                  <a:lnTo>
                    <a:pt x="275" y="611"/>
                  </a:lnTo>
                  <a:lnTo>
                    <a:pt x="780" y="611"/>
                  </a:lnTo>
                  <a:lnTo>
                    <a:pt x="1054" y="76"/>
                  </a:lnTo>
                  <a:cubicBezTo>
                    <a:pt x="881" y="26"/>
                    <a:pt x="704" y="1"/>
                    <a:pt x="527" y="1"/>
                  </a:cubicBezTo>
                  <a:close/>
                </a:path>
              </a:pathLst>
            </a:custGeom>
            <a:solidFill>
              <a:srgbClr val="7B90A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012" name="Google Shape;20012;p47"/>
            <p:cNvSpPr/>
            <p:nvPr/>
          </p:nvSpPr>
          <p:spPr>
            <a:xfrm>
              <a:off x="4372814" y="1689486"/>
              <a:ext cx="40528" cy="58564"/>
            </a:xfrm>
            <a:custGeom>
              <a:rect b="b" l="l" r="r" t="t"/>
              <a:pathLst>
                <a:path extrusionOk="0" h="2234" w="1546">
                  <a:moveTo>
                    <a:pt x="521" y="0"/>
                  </a:moveTo>
                  <a:cubicBezTo>
                    <a:pt x="419" y="15"/>
                    <a:pt x="333" y="72"/>
                    <a:pt x="318" y="173"/>
                  </a:cubicBezTo>
                  <a:lnTo>
                    <a:pt x="30" y="1473"/>
                  </a:lnTo>
                  <a:cubicBezTo>
                    <a:pt x="1" y="1545"/>
                    <a:pt x="30" y="1617"/>
                    <a:pt x="87" y="1675"/>
                  </a:cubicBezTo>
                  <a:lnTo>
                    <a:pt x="636" y="2180"/>
                  </a:lnTo>
                  <a:cubicBezTo>
                    <a:pt x="679" y="2216"/>
                    <a:pt x="730" y="2234"/>
                    <a:pt x="780" y="2234"/>
                  </a:cubicBezTo>
                  <a:cubicBezTo>
                    <a:pt x="831" y="2234"/>
                    <a:pt x="881" y="2216"/>
                    <a:pt x="925" y="2180"/>
                  </a:cubicBezTo>
                  <a:lnTo>
                    <a:pt x="1473" y="1675"/>
                  </a:lnTo>
                  <a:cubicBezTo>
                    <a:pt x="1517" y="1617"/>
                    <a:pt x="1545" y="1545"/>
                    <a:pt x="1531" y="1473"/>
                  </a:cubicBezTo>
                  <a:lnTo>
                    <a:pt x="1228" y="173"/>
                  </a:lnTo>
                  <a:cubicBezTo>
                    <a:pt x="1213" y="72"/>
                    <a:pt x="1127" y="15"/>
                    <a:pt x="1040" y="0"/>
                  </a:cubicBezTo>
                  <a:close/>
                </a:path>
              </a:pathLst>
            </a:custGeom>
            <a:solidFill>
              <a:srgbClr val="8EA0A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013" name="Google Shape;20013;p47"/>
            <p:cNvSpPr/>
            <p:nvPr/>
          </p:nvSpPr>
          <p:spPr>
            <a:xfrm>
              <a:off x="4383431" y="1689486"/>
              <a:ext cx="29911" cy="58564"/>
            </a:xfrm>
            <a:custGeom>
              <a:rect b="b" l="l" r="r" t="t"/>
              <a:pathLst>
                <a:path extrusionOk="0" h="2234" w="1141">
                  <a:moveTo>
                    <a:pt x="346" y="0"/>
                  </a:moveTo>
                  <a:lnTo>
                    <a:pt x="217" y="246"/>
                  </a:lnTo>
                  <a:lnTo>
                    <a:pt x="505" y="1501"/>
                  </a:lnTo>
                  <a:lnTo>
                    <a:pt x="0" y="1978"/>
                  </a:lnTo>
                  <a:lnTo>
                    <a:pt x="231" y="2180"/>
                  </a:lnTo>
                  <a:cubicBezTo>
                    <a:pt x="274" y="2216"/>
                    <a:pt x="325" y="2234"/>
                    <a:pt x="374" y="2234"/>
                  </a:cubicBezTo>
                  <a:cubicBezTo>
                    <a:pt x="422" y="2234"/>
                    <a:pt x="469" y="2216"/>
                    <a:pt x="505" y="2180"/>
                  </a:cubicBezTo>
                  <a:lnTo>
                    <a:pt x="1068" y="1675"/>
                  </a:lnTo>
                  <a:cubicBezTo>
                    <a:pt x="1112" y="1617"/>
                    <a:pt x="1140" y="1545"/>
                    <a:pt x="1126" y="1473"/>
                  </a:cubicBezTo>
                  <a:lnTo>
                    <a:pt x="823" y="173"/>
                  </a:lnTo>
                  <a:cubicBezTo>
                    <a:pt x="808" y="72"/>
                    <a:pt x="722" y="15"/>
                    <a:pt x="635" y="0"/>
                  </a:cubicBezTo>
                  <a:close/>
                </a:path>
              </a:pathLst>
            </a:custGeom>
            <a:solidFill>
              <a:srgbClr val="7B90A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014" name="Google Shape;20014;p47"/>
            <p:cNvSpPr/>
            <p:nvPr/>
          </p:nvSpPr>
          <p:spPr>
            <a:xfrm>
              <a:off x="4372054" y="1674727"/>
              <a:ext cx="42416" cy="21208"/>
            </a:xfrm>
            <a:custGeom>
              <a:rect b="b" l="l" r="r" t="t"/>
              <a:pathLst>
                <a:path extrusionOk="0" h="809" w="1618">
                  <a:moveTo>
                    <a:pt x="809" y="0"/>
                  </a:moveTo>
                  <a:cubicBezTo>
                    <a:pt x="535" y="0"/>
                    <a:pt x="246" y="58"/>
                    <a:pt x="1" y="144"/>
                  </a:cubicBezTo>
                  <a:lnTo>
                    <a:pt x="333" y="809"/>
                  </a:lnTo>
                  <a:lnTo>
                    <a:pt x="1286" y="809"/>
                  </a:lnTo>
                  <a:lnTo>
                    <a:pt x="1618" y="144"/>
                  </a:lnTo>
                  <a:cubicBezTo>
                    <a:pt x="1358" y="43"/>
                    <a:pt x="1084" y="0"/>
                    <a:pt x="809" y="0"/>
                  </a:cubicBezTo>
                  <a:close/>
                </a:path>
              </a:pathLst>
            </a:custGeom>
            <a:solidFill>
              <a:srgbClr val="7B90A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015" name="Google Shape;20015;p47"/>
            <p:cNvSpPr/>
            <p:nvPr/>
          </p:nvSpPr>
          <p:spPr>
            <a:xfrm>
              <a:off x="4389460" y="1675094"/>
              <a:ext cx="24642" cy="20841"/>
            </a:xfrm>
            <a:custGeom>
              <a:rect b="b" l="l" r="r" t="t"/>
              <a:pathLst>
                <a:path extrusionOk="0" h="795" w="940">
                  <a:moveTo>
                    <a:pt x="405" y="1"/>
                  </a:moveTo>
                  <a:lnTo>
                    <a:pt x="1" y="795"/>
                  </a:lnTo>
                  <a:lnTo>
                    <a:pt x="607" y="795"/>
                  </a:lnTo>
                  <a:lnTo>
                    <a:pt x="939" y="130"/>
                  </a:lnTo>
                  <a:cubicBezTo>
                    <a:pt x="766" y="58"/>
                    <a:pt x="578" y="15"/>
                    <a:pt x="405" y="1"/>
                  </a:cubicBezTo>
                  <a:close/>
                </a:path>
              </a:pathLst>
            </a:custGeom>
            <a:solidFill>
              <a:srgbClr val="6B82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016" name="Google Shape;20016;p47"/>
            <p:cNvSpPr/>
            <p:nvPr/>
          </p:nvSpPr>
          <p:spPr>
            <a:xfrm>
              <a:off x="4360703" y="1596396"/>
              <a:ext cx="64751" cy="88947"/>
            </a:xfrm>
            <a:custGeom>
              <a:rect b="b" l="l" r="r" t="t"/>
              <a:pathLst>
                <a:path extrusionOk="0" h="3393" w="2470">
                  <a:moveTo>
                    <a:pt x="1242" y="0"/>
                  </a:moveTo>
                  <a:cubicBezTo>
                    <a:pt x="549" y="0"/>
                    <a:pt x="1" y="563"/>
                    <a:pt x="1" y="1241"/>
                  </a:cubicBezTo>
                  <a:lnTo>
                    <a:pt x="1" y="2151"/>
                  </a:lnTo>
                  <a:cubicBezTo>
                    <a:pt x="1" y="2829"/>
                    <a:pt x="549" y="3392"/>
                    <a:pt x="1242" y="3392"/>
                  </a:cubicBezTo>
                  <a:cubicBezTo>
                    <a:pt x="1921" y="3378"/>
                    <a:pt x="2469" y="2829"/>
                    <a:pt x="2469" y="2136"/>
                  </a:cubicBezTo>
                  <a:lnTo>
                    <a:pt x="2469" y="1241"/>
                  </a:lnTo>
                  <a:cubicBezTo>
                    <a:pt x="2469" y="563"/>
                    <a:pt x="1921" y="14"/>
                    <a:pt x="1242" y="0"/>
                  </a:cubicBezTo>
                  <a:close/>
                </a:path>
              </a:pathLst>
            </a:custGeom>
            <a:solidFill>
              <a:srgbClr val="E5EBE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017" name="Google Shape;20017;p47"/>
            <p:cNvSpPr/>
            <p:nvPr/>
          </p:nvSpPr>
          <p:spPr>
            <a:xfrm>
              <a:off x="4383431" y="1596396"/>
              <a:ext cx="42023" cy="88947"/>
            </a:xfrm>
            <a:custGeom>
              <a:rect b="b" l="l" r="r" t="t"/>
              <a:pathLst>
                <a:path extrusionOk="0" h="3393" w="1603">
                  <a:moveTo>
                    <a:pt x="375" y="0"/>
                  </a:moveTo>
                  <a:cubicBezTo>
                    <a:pt x="245" y="0"/>
                    <a:pt x="130" y="29"/>
                    <a:pt x="14" y="58"/>
                  </a:cubicBezTo>
                  <a:cubicBezTo>
                    <a:pt x="520" y="217"/>
                    <a:pt x="881" y="707"/>
                    <a:pt x="881" y="1241"/>
                  </a:cubicBezTo>
                  <a:lnTo>
                    <a:pt x="881" y="2151"/>
                  </a:lnTo>
                  <a:cubicBezTo>
                    <a:pt x="881" y="2685"/>
                    <a:pt x="520" y="3176"/>
                    <a:pt x="0" y="3335"/>
                  </a:cubicBezTo>
                  <a:cubicBezTo>
                    <a:pt x="116" y="3363"/>
                    <a:pt x="245" y="3392"/>
                    <a:pt x="361" y="3392"/>
                  </a:cubicBezTo>
                  <a:cubicBezTo>
                    <a:pt x="1054" y="3378"/>
                    <a:pt x="1602" y="2829"/>
                    <a:pt x="1602" y="2136"/>
                  </a:cubicBezTo>
                  <a:lnTo>
                    <a:pt x="1602" y="1241"/>
                  </a:lnTo>
                  <a:cubicBezTo>
                    <a:pt x="1602" y="563"/>
                    <a:pt x="1054" y="14"/>
                    <a:pt x="375" y="0"/>
                  </a:cubicBezTo>
                  <a:close/>
                </a:path>
              </a:pathLst>
            </a:custGeom>
            <a:solidFill>
              <a:srgbClr val="B3C2C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018" name="Google Shape;20018;p47"/>
            <p:cNvSpPr/>
            <p:nvPr/>
          </p:nvSpPr>
          <p:spPr>
            <a:xfrm>
              <a:off x="4360336" y="1597891"/>
              <a:ext cx="65118" cy="42783"/>
            </a:xfrm>
            <a:custGeom>
              <a:rect b="b" l="l" r="r" t="t"/>
              <a:pathLst>
                <a:path extrusionOk="0" h="1632" w="2484">
                  <a:moveTo>
                    <a:pt x="1242" y="1"/>
                  </a:moveTo>
                  <a:cubicBezTo>
                    <a:pt x="578" y="1"/>
                    <a:pt x="29" y="520"/>
                    <a:pt x="0" y="1184"/>
                  </a:cubicBezTo>
                  <a:lnTo>
                    <a:pt x="0" y="1632"/>
                  </a:lnTo>
                  <a:lnTo>
                    <a:pt x="203" y="1632"/>
                  </a:lnTo>
                  <a:cubicBezTo>
                    <a:pt x="1112" y="1632"/>
                    <a:pt x="1444" y="1026"/>
                    <a:pt x="1444" y="1026"/>
                  </a:cubicBezTo>
                  <a:cubicBezTo>
                    <a:pt x="1444" y="1026"/>
                    <a:pt x="1675" y="1632"/>
                    <a:pt x="2281" y="1632"/>
                  </a:cubicBezTo>
                  <a:lnTo>
                    <a:pt x="2483" y="1632"/>
                  </a:lnTo>
                  <a:lnTo>
                    <a:pt x="2483" y="1184"/>
                  </a:lnTo>
                  <a:cubicBezTo>
                    <a:pt x="2454" y="520"/>
                    <a:pt x="1906" y="1"/>
                    <a:pt x="1242" y="1"/>
                  </a:cubicBezTo>
                  <a:close/>
                </a:path>
              </a:pathLst>
            </a:custGeom>
            <a:solidFill>
              <a:srgbClr val="213B5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20019" name="Google Shape;20019;p47"/>
          <p:cNvGrpSpPr/>
          <p:nvPr/>
        </p:nvGrpSpPr>
        <p:grpSpPr>
          <a:xfrm>
            <a:off x="849675" y="3347716"/>
            <a:ext cx="346301" cy="375818"/>
            <a:chOff x="849675" y="3347716"/>
            <a:chExt cx="346301" cy="375818"/>
          </a:xfrm>
        </p:grpSpPr>
        <p:sp>
          <p:nvSpPr>
            <p:cNvPr id="20020" name="Google Shape;20020;p47"/>
            <p:cNvSpPr/>
            <p:nvPr/>
          </p:nvSpPr>
          <p:spPr>
            <a:xfrm>
              <a:off x="880714" y="3347716"/>
              <a:ext cx="315262" cy="314895"/>
            </a:xfrm>
            <a:custGeom>
              <a:rect b="b" l="l" r="r" t="t"/>
              <a:pathLst>
                <a:path extrusionOk="0" h="12012" w="12026">
                  <a:moveTo>
                    <a:pt x="6006" y="1"/>
                  </a:moveTo>
                  <a:cubicBezTo>
                    <a:pt x="2685" y="1"/>
                    <a:pt x="0" y="2686"/>
                    <a:pt x="0" y="6006"/>
                  </a:cubicBezTo>
                  <a:cubicBezTo>
                    <a:pt x="0" y="9326"/>
                    <a:pt x="2685" y="12011"/>
                    <a:pt x="6006" y="12011"/>
                  </a:cubicBezTo>
                  <a:cubicBezTo>
                    <a:pt x="9326" y="12011"/>
                    <a:pt x="12025" y="9326"/>
                    <a:pt x="12025" y="6006"/>
                  </a:cubicBezTo>
                  <a:cubicBezTo>
                    <a:pt x="12025" y="2686"/>
                    <a:pt x="9326" y="1"/>
                    <a:pt x="6006" y="1"/>
                  </a:cubicBezTo>
                  <a:close/>
                </a:path>
              </a:pathLst>
            </a:custGeom>
            <a:solidFill>
              <a:srgbClr val="D3DCE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021" name="Google Shape;20021;p47"/>
            <p:cNvSpPr/>
            <p:nvPr/>
          </p:nvSpPr>
          <p:spPr>
            <a:xfrm>
              <a:off x="849675" y="3351124"/>
              <a:ext cx="299742" cy="311801"/>
            </a:xfrm>
            <a:custGeom>
              <a:rect b="b" l="l" r="r" t="t"/>
              <a:pathLst>
                <a:path extrusionOk="0" h="11894" w="11434">
                  <a:moveTo>
                    <a:pt x="5963" y="1"/>
                  </a:moveTo>
                  <a:cubicBezTo>
                    <a:pt x="2036" y="809"/>
                    <a:pt x="1" y="5183"/>
                    <a:pt x="1906" y="8720"/>
                  </a:cubicBezTo>
                  <a:cubicBezTo>
                    <a:pt x="3009" y="10790"/>
                    <a:pt x="5092" y="11894"/>
                    <a:pt x="7205" y="11894"/>
                  </a:cubicBezTo>
                  <a:cubicBezTo>
                    <a:pt x="8716" y="11894"/>
                    <a:pt x="10242" y="11329"/>
                    <a:pt x="11434" y="10149"/>
                  </a:cubicBezTo>
                  <a:lnTo>
                    <a:pt x="11434" y="10149"/>
                  </a:lnTo>
                  <a:cubicBezTo>
                    <a:pt x="11029" y="10221"/>
                    <a:pt x="10611" y="10264"/>
                    <a:pt x="10207" y="10264"/>
                  </a:cubicBezTo>
                  <a:cubicBezTo>
                    <a:pt x="7767" y="10264"/>
                    <a:pt x="5573" y="8806"/>
                    <a:pt x="4649" y="6554"/>
                  </a:cubicBezTo>
                  <a:cubicBezTo>
                    <a:pt x="3711" y="4303"/>
                    <a:pt x="4245" y="1704"/>
                    <a:pt x="5963" y="1"/>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022" name="Google Shape;20022;p47"/>
            <p:cNvSpPr/>
            <p:nvPr/>
          </p:nvSpPr>
          <p:spPr>
            <a:xfrm>
              <a:off x="881081" y="3347716"/>
              <a:ext cx="314501" cy="314895"/>
            </a:xfrm>
            <a:custGeom>
              <a:rect b="b" l="l" r="r" t="t"/>
              <a:pathLst>
                <a:path extrusionOk="0" h="12012" w="11997">
                  <a:moveTo>
                    <a:pt x="5775" y="15"/>
                  </a:moveTo>
                  <a:lnTo>
                    <a:pt x="5775" y="2542"/>
                  </a:lnTo>
                  <a:lnTo>
                    <a:pt x="2975" y="2542"/>
                  </a:lnTo>
                  <a:cubicBezTo>
                    <a:pt x="3610" y="1098"/>
                    <a:pt x="4620" y="131"/>
                    <a:pt x="5761" y="15"/>
                  </a:cubicBezTo>
                  <a:close/>
                  <a:moveTo>
                    <a:pt x="6222" y="15"/>
                  </a:moveTo>
                  <a:cubicBezTo>
                    <a:pt x="7377" y="131"/>
                    <a:pt x="8388" y="1098"/>
                    <a:pt x="9023" y="2542"/>
                  </a:cubicBezTo>
                  <a:lnTo>
                    <a:pt x="6222" y="2542"/>
                  </a:lnTo>
                  <a:lnTo>
                    <a:pt x="6222" y="15"/>
                  </a:lnTo>
                  <a:close/>
                  <a:moveTo>
                    <a:pt x="5761" y="3003"/>
                  </a:moveTo>
                  <a:lnTo>
                    <a:pt x="5761" y="5775"/>
                  </a:lnTo>
                  <a:lnTo>
                    <a:pt x="2310" y="5775"/>
                  </a:lnTo>
                  <a:cubicBezTo>
                    <a:pt x="2325" y="4837"/>
                    <a:pt x="2484" y="3898"/>
                    <a:pt x="2801" y="3003"/>
                  </a:cubicBezTo>
                  <a:close/>
                  <a:moveTo>
                    <a:pt x="9196" y="3003"/>
                  </a:moveTo>
                  <a:cubicBezTo>
                    <a:pt x="9514" y="3898"/>
                    <a:pt x="9673" y="4837"/>
                    <a:pt x="9687" y="5775"/>
                  </a:cubicBezTo>
                  <a:lnTo>
                    <a:pt x="6222" y="5775"/>
                  </a:lnTo>
                  <a:lnTo>
                    <a:pt x="6222" y="3003"/>
                  </a:lnTo>
                  <a:close/>
                  <a:moveTo>
                    <a:pt x="5761" y="6237"/>
                  </a:moveTo>
                  <a:lnTo>
                    <a:pt x="5761" y="9009"/>
                  </a:lnTo>
                  <a:lnTo>
                    <a:pt x="2801" y="9009"/>
                  </a:lnTo>
                  <a:cubicBezTo>
                    <a:pt x="2484" y="8114"/>
                    <a:pt x="2325" y="7190"/>
                    <a:pt x="2310" y="6237"/>
                  </a:cubicBezTo>
                  <a:close/>
                  <a:moveTo>
                    <a:pt x="9687" y="6237"/>
                  </a:moveTo>
                  <a:cubicBezTo>
                    <a:pt x="9673" y="7190"/>
                    <a:pt x="9514" y="8114"/>
                    <a:pt x="9196" y="9009"/>
                  </a:cubicBezTo>
                  <a:lnTo>
                    <a:pt x="6222" y="9009"/>
                  </a:lnTo>
                  <a:lnTo>
                    <a:pt x="6222" y="6237"/>
                  </a:lnTo>
                  <a:close/>
                  <a:moveTo>
                    <a:pt x="5761" y="9470"/>
                  </a:moveTo>
                  <a:lnTo>
                    <a:pt x="5761" y="11997"/>
                  </a:lnTo>
                  <a:cubicBezTo>
                    <a:pt x="4620" y="11896"/>
                    <a:pt x="3610" y="10914"/>
                    <a:pt x="2975" y="9470"/>
                  </a:cubicBezTo>
                  <a:close/>
                  <a:moveTo>
                    <a:pt x="5761" y="1"/>
                  </a:moveTo>
                  <a:cubicBezTo>
                    <a:pt x="5154" y="30"/>
                    <a:pt x="4562" y="145"/>
                    <a:pt x="3985" y="347"/>
                  </a:cubicBezTo>
                  <a:cubicBezTo>
                    <a:pt x="3321" y="954"/>
                    <a:pt x="2816" y="1704"/>
                    <a:pt x="2484" y="2542"/>
                  </a:cubicBezTo>
                  <a:lnTo>
                    <a:pt x="1098" y="2542"/>
                  </a:lnTo>
                  <a:cubicBezTo>
                    <a:pt x="982" y="2686"/>
                    <a:pt x="881" y="2845"/>
                    <a:pt x="795" y="3003"/>
                  </a:cubicBezTo>
                  <a:lnTo>
                    <a:pt x="2310" y="3003"/>
                  </a:lnTo>
                  <a:cubicBezTo>
                    <a:pt x="2022" y="3898"/>
                    <a:pt x="1863" y="4837"/>
                    <a:pt x="1849" y="5775"/>
                  </a:cubicBezTo>
                  <a:lnTo>
                    <a:pt x="1" y="5775"/>
                  </a:lnTo>
                  <a:lnTo>
                    <a:pt x="1" y="6006"/>
                  </a:lnTo>
                  <a:lnTo>
                    <a:pt x="1" y="6237"/>
                  </a:lnTo>
                  <a:lnTo>
                    <a:pt x="1849" y="6237"/>
                  </a:lnTo>
                  <a:cubicBezTo>
                    <a:pt x="1863" y="7175"/>
                    <a:pt x="2022" y="8114"/>
                    <a:pt x="2310" y="9009"/>
                  </a:cubicBezTo>
                  <a:lnTo>
                    <a:pt x="795" y="9009"/>
                  </a:lnTo>
                  <a:cubicBezTo>
                    <a:pt x="881" y="9167"/>
                    <a:pt x="982" y="9326"/>
                    <a:pt x="1083" y="9470"/>
                  </a:cubicBezTo>
                  <a:lnTo>
                    <a:pt x="2484" y="9470"/>
                  </a:lnTo>
                  <a:cubicBezTo>
                    <a:pt x="2816" y="10308"/>
                    <a:pt x="3321" y="11058"/>
                    <a:pt x="3985" y="11665"/>
                  </a:cubicBezTo>
                  <a:cubicBezTo>
                    <a:pt x="4562" y="11867"/>
                    <a:pt x="5154" y="11982"/>
                    <a:pt x="5761" y="12011"/>
                  </a:cubicBezTo>
                  <a:lnTo>
                    <a:pt x="6222" y="12011"/>
                  </a:lnTo>
                  <a:lnTo>
                    <a:pt x="6222" y="11997"/>
                  </a:lnTo>
                  <a:lnTo>
                    <a:pt x="6222" y="9470"/>
                  </a:lnTo>
                  <a:lnTo>
                    <a:pt x="9023" y="9470"/>
                  </a:lnTo>
                  <a:cubicBezTo>
                    <a:pt x="8388" y="10914"/>
                    <a:pt x="7377" y="11896"/>
                    <a:pt x="6222" y="12011"/>
                  </a:cubicBezTo>
                  <a:cubicBezTo>
                    <a:pt x="6829" y="11982"/>
                    <a:pt x="7435" y="11867"/>
                    <a:pt x="8012" y="11665"/>
                  </a:cubicBezTo>
                  <a:cubicBezTo>
                    <a:pt x="8677" y="11058"/>
                    <a:pt x="9182" y="10308"/>
                    <a:pt x="9514" y="9470"/>
                  </a:cubicBezTo>
                  <a:lnTo>
                    <a:pt x="10900" y="9470"/>
                  </a:lnTo>
                  <a:cubicBezTo>
                    <a:pt x="11015" y="9326"/>
                    <a:pt x="11116" y="9167"/>
                    <a:pt x="11203" y="9009"/>
                  </a:cubicBezTo>
                  <a:lnTo>
                    <a:pt x="9687" y="9009"/>
                  </a:lnTo>
                  <a:cubicBezTo>
                    <a:pt x="9976" y="8114"/>
                    <a:pt x="10135" y="7175"/>
                    <a:pt x="10163" y="6237"/>
                  </a:cubicBezTo>
                  <a:lnTo>
                    <a:pt x="11997" y="6237"/>
                  </a:lnTo>
                  <a:lnTo>
                    <a:pt x="11997" y="6006"/>
                  </a:lnTo>
                  <a:lnTo>
                    <a:pt x="11997" y="5775"/>
                  </a:lnTo>
                  <a:lnTo>
                    <a:pt x="10163" y="5775"/>
                  </a:lnTo>
                  <a:cubicBezTo>
                    <a:pt x="10135" y="4837"/>
                    <a:pt x="9976" y="3898"/>
                    <a:pt x="9687" y="3003"/>
                  </a:cubicBezTo>
                  <a:lnTo>
                    <a:pt x="11203" y="3003"/>
                  </a:lnTo>
                  <a:cubicBezTo>
                    <a:pt x="11102" y="2845"/>
                    <a:pt x="11001" y="2700"/>
                    <a:pt x="10900" y="2542"/>
                  </a:cubicBezTo>
                  <a:lnTo>
                    <a:pt x="9514" y="2542"/>
                  </a:lnTo>
                  <a:cubicBezTo>
                    <a:pt x="9182" y="1704"/>
                    <a:pt x="8677" y="954"/>
                    <a:pt x="8012" y="347"/>
                  </a:cubicBezTo>
                  <a:cubicBezTo>
                    <a:pt x="7435" y="145"/>
                    <a:pt x="6829" y="30"/>
                    <a:pt x="6222" y="1"/>
                  </a:cubicBezTo>
                  <a:close/>
                </a:path>
              </a:pathLst>
            </a:custGeom>
            <a:solidFill>
              <a:srgbClr val="EFF1F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023" name="Google Shape;20023;p47"/>
            <p:cNvSpPr/>
            <p:nvPr/>
          </p:nvSpPr>
          <p:spPr>
            <a:xfrm>
              <a:off x="881081" y="3351124"/>
              <a:ext cx="237298" cy="311487"/>
            </a:xfrm>
            <a:custGeom>
              <a:rect b="b" l="l" r="r" t="t"/>
              <a:pathLst>
                <a:path extrusionOk="0" h="11882" w="9052">
                  <a:moveTo>
                    <a:pt x="8532" y="10250"/>
                  </a:moveTo>
                  <a:cubicBezTo>
                    <a:pt x="7927" y="11187"/>
                    <a:pt x="7120" y="11778"/>
                    <a:pt x="6241" y="11881"/>
                  </a:cubicBezTo>
                  <a:lnTo>
                    <a:pt x="6241" y="11881"/>
                  </a:lnTo>
                  <a:cubicBezTo>
                    <a:pt x="6841" y="11864"/>
                    <a:pt x="7441" y="11749"/>
                    <a:pt x="8012" y="11549"/>
                  </a:cubicBezTo>
                  <a:cubicBezTo>
                    <a:pt x="8417" y="11174"/>
                    <a:pt x="8778" y="10755"/>
                    <a:pt x="9052" y="10279"/>
                  </a:cubicBezTo>
                  <a:lnTo>
                    <a:pt x="9009" y="10264"/>
                  </a:lnTo>
                  <a:cubicBezTo>
                    <a:pt x="8850" y="10264"/>
                    <a:pt x="8691" y="10264"/>
                    <a:pt x="8532" y="10250"/>
                  </a:cubicBezTo>
                  <a:close/>
                  <a:moveTo>
                    <a:pt x="4765" y="1"/>
                  </a:moveTo>
                  <a:cubicBezTo>
                    <a:pt x="4505" y="59"/>
                    <a:pt x="4245" y="131"/>
                    <a:pt x="3985" y="217"/>
                  </a:cubicBezTo>
                  <a:cubicBezTo>
                    <a:pt x="3321" y="824"/>
                    <a:pt x="2816" y="1574"/>
                    <a:pt x="2484" y="2412"/>
                  </a:cubicBezTo>
                  <a:lnTo>
                    <a:pt x="1098" y="2412"/>
                  </a:lnTo>
                  <a:cubicBezTo>
                    <a:pt x="982" y="2570"/>
                    <a:pt x="881" y="2715"/>
                    <a:pt x="795" y="2873"/>
                  </a:cubicBezTo>
                  <a:lnTo>
                    <a:pt x="2310" y="2873"/>
                  </a:lnTo>
                  <a:cubicBezTo>
                    <a:pt x="2022" y="3768"/>
                    <a:pt x="1863" y="4707"/>
                    <a:pt x="1849" y="5645"/>
                  </a:cubicBezTo>
                  <a:lnTo>
                    <a:pt x="1" y="5645"/>
                  </a:lnTo>
                  <a:lnTo>
                    <a:pt x="1" y="5876"/>
                  </a:lnTo>
                  <a:lnTo>
                    <a:pt x="1" y="6107"/>
                  </a:lnTo>
                  <a:lnTo>
                    <a:pt x="1849" y="6107"/>
                  </a:lnTo>
                  <a:cubicBezTo>
                    <a:pt x="1863" y="7060"/>
                    <a:pt x="2022" y="7984"/>
                    <a:pt x="2310" y="8893"/>
                  </a:cubicBezTo>
                  <a:lnTo>
                    <a:pt x="795" y="8893"/>
                  </a:lnTo>
                  <a:cubicBezTo>
                    <a:pt x="881" y="9037"/>
                    <a:pt x="982" y="9196"/>
                    <a:pt x="1083" y="9355"/>
                  </a:cubicBezTo>
                  <a:lnTo>
                    <a:pt x="2484" y="9355"/>
                  </a:lnTo>
                  <a:cubicBezTo>
                    <a:pt x="2816" y="10192"/>
                    <a:pt x="3321" y="10943"/>
                    <a:pt x="3985" y="11549"/>
                  </a:cubicBezTo>
                  <a:cubicBezTo>
                    <a:pt x="4562" y="11751"/>
                    <a:pt x="5154" y="11867"/>
                    <a:pt x="5761" y="11881"/>
                  </a:cubicBezTo>
                  <a:lnTo>
                    <a:pt x="5775" y="11881"/>
                  </a:lnTo>
                  <a:cubicBezTo>
                    <a:pt x="4620" y="11766"/>
                    <a:pt x="3610" y="10798"/>
                    <a:pt x="2989" y="9355"/>
                  </a:cubicBezTo>
                  <a:lnTo>
                    <a:pt x="5761" y="9355"/>
                  </a:lnTo>
                  <a:lnTo>
                    <a:pt x="5775" y="11881"/>
                  </a:lnTo>
                  <a:lnTo>
                    <a:pt x="6222" y="11881"/>
                  </a:lnTo>
                  <a:cubicBezTo>
                    <a:pt x="6227" y="11881"/>
                    <a:pt x="6232" y="11881"/>
                    <a:pt x="6237" y="11881"/>
                  </a:cubicBezTo>
                  <a:lnTo>
                    <a:pt x="6237" y="11881"/>
                  </a:lnTo>
                  <a:lnTo>
                    <a:pt x="6237" y="11881"/>
                  </a:lnTo>
                  <a:cubicBezTo>
                    <a:pt x="6238" y="11881"/>
                    <a:pt x="6240" y="11881"/>
                    <a:pt x="6241" y="11881"/>
                  </a:cubicBezTo>
                  <a:lnTo>
                    <a:pt x="6241" y="11881"/>
                  </a:lnTo>
                  <a:cubicBezTo>
                    <a:pt x="6240" y="11881"/>
                    <a:pt x="6238" y="11881"/>
                    <a:pt x="6237" y="11881"/>
                  </a:cubicBezTo>
                  <a:lnTo>
                    <a:pt x="6237" y="11881"/>
                  </a:lnTo>
                  <a:lnTo>
                    <a:pt x="6237" y="9586"/>
                  </a:lnTo>
                  <a:cubicBezTo>
                    <a:pt x="5847" y="9398"/>
                    <a:pt x="5486" y="9153"/>
                    <a:pt x="5169" y="8879"/>
                  </a:cubicBezTo>
                  <a:lnTo>
                    <a:pt x="2801" y="8879"/>
                  </a:lnTo>
                  <a:cubicBezTo>
                    <a:pt x="2484" y="7998"/>
                    <a:pt x="2325" y="7060"/>
                    <a:pt x="2296" y="6107"/>
                  </a:cubicBezTo>
                  <a:lnTo>
                    <a:pt x="3278" y="6107"/>
                  </a:lnTo>
                  <a:cubicBezTo>
                    <a:pt x="3234" y="5963"/>
                    <a:pt x="3191" y="5804"/>
                    <a:pt x="3162" y="5645"/>
                  </a:cubicBezTo>
                  <a:lnTo>
                    <a:pt x="2310" y="5645"/>
                  </a:lnTo>
                  <a:cubicBezTo>
                    <a:pt x="2325" y="4707"/>
                    <a:pt x="2484" y="3768"/>
                    <a:pt x="2801" y="2873"/>
                  </a:cubicBezTo>
                  <a:lnTo>
                    <a:pt x="3162" y="2873"/>
                  </a:lnTo>
                  <a:cubicBezTo>
                    <a:pt x="3191" y="2715"/>
                    <a:pt x="3234" y="2570"/>
                    <a:pt x="3292" y="2412"/>
                  </a:cubicBezTo>
                  <a:lnTo>
                    <a:pt x="2975" y="2412"/>
                  </a:lnTo>
                  <a:cubicBezTo>
                    <a:pt x="3263" y="1719"/>
                    <a:pt x="3696" y="1098"/>
                    <a:pt x="4245" y="593"/>
                  </a:cubicBezTo>
                  <a:cubicBezTo>
                    <a:pt x="4404" y="391"/>
                    <a:pt x="4577" y="188"/>
                    <a:pt x="4765" y="1"/>
                  </a:cubicBezTo>
                  <a:close/>
                </a:path>
              </a:pathLst>
            </a:custGeom>
            <a:solidFill>
              <a:srgbClr val="EFF2F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024" name="Google Shape;20024;p47"/>
            <p:cNvSpPr/>
            <p:nvPr/>
          </p:nvSpPr>
          <p:spPr>
            <a:xfrm>
              <a:off x="935582" y="3650473"/>
              <a:ext cx="205893" cy="72668"/>
            </a:xfrm>
            <a:custGeom>
              <a:rect b="b" l="l" r="r" t="t"/>
              <a:pathLst>
                <a:path extrusionOk="0" h="2772" w="7854">
                  <a:moveTo>
                    <a:pt x="5313" y="0"/>
                  </a:moveTo>
                  <a:lnTo>
                    <a:pt x="3927" y="477"/>
                  </a:lnTo>
                  <a:lnTo>
                    <a:pt x="2541" y="15"/>
                  </a:lnTo>
                  <a:lnTo>
                    <a:pt x="607" y="708"/>
                  </a:lnTo>
                  <a:cubicBezTo>
                    <a:pt x="246" y="837"/>
                    <a:pt x="1" y="1198"/>
                    <a:pt x="1" y="1588"/>
                  </a:cubicBezTo>
                  <a:lnTo>
                    <a:pt x="1" y="2555"/>
                  </a:lnTo>
                  <a:cubicBezTo>
                    <a:pt x="1" y="2671"/>
                    <a:pt x="102" y="2772"/>
                    <a:pt x="217" y="2772"/>
                  </a:cubicBezTo>
                  <a:lnTo>
                    <a:pt x="7622" y="2772"/>
                  </a:lnTo>
                  <a:cubicBezTo>
                    <a:pt x="7752" y="2772"/>
                    <a:pt x="7853" y="2671"/>
                    <a:pt x="7853" y="2541"/>
                  </a:cubicBezTo>
                  <a:lnTo>
                    <a:pt x="7853" y="1574"/>
                  </a:lnTo>
                  <a:cubicBezTo>
                    <a:pt x="7853" y="1184"/>
                    <a:pt x="7608" y="837"/>
                    <a:pt x="7247" y="708"/>
                  </a:cubicBezTo>
                  <a:lnTo>
                    <a:pt x="5313" y="0"/>
                  </a:lnTo>
                  <a:close/>
                </a:path>
              </a:pathLst>
            </a:custGeom>
            <a:solidFill>
              <a:srgbClr val="EFF2F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025" name="Google Shape;20025;p47"/>
            <p:cNvSpPr/>
            <p:nvPr/>
          </p:nvSpPr>
          <p:spPr>
            <a:xfrm>
              <a:off x="1026024" y="3675062"/>
              <a:ext cx="24616" cy="48472"/>
            </a:xfrm>
            <a:custGeom>
              <a:rect b="b" l="l" r="r" t="t"/>
              <a:pathLst>
                <a:path extrusionOk="0" h="1849" w="939">
                  <a:moveTo>
                    <a:pt x="232" y="0"/>
                  </a:moveTo>
                  <a:lnTo>
                    <a:pt x="1" y="1848"/>
                  </a:lnTo>
                  <a:lnTo>
                    <a:pt x="939" y="1848"/>
                  </a:lnTo>
                  <a:lnTo>
                    <a:pt x="708" y="0"/>
                  </a:lnTo>
                  <a:close/>
                </a:path>
              </a:pathLst>
            </a:custGeom>
            <a:solidFill>
              <a:srgbClr val="667A8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026" name="Google Shape;20026;p47"/>
            <p:cNvSpPr/>
            <p:nvPr/>
          </p:nvSpPr>
          <p:spPr>
            <a:xfrm>
              <a:off x="1027544" y="3662584"/>
              <a:ext cx="21601" cy="20841"/>
            </a:xfrm>
            <a:custGeom>
              <a:rect b="b" l="l" r="r" t="t"/>
              <a:pathLst>
                <a:path extrusionOk="0" h="795" w="824">
                  <a:moveTo>
                    <a:pt x="0" y="0"/>
                  </a:moveTo>
                  <a:lnTo>
                    <a:pt x="0" y="621"/>
                  </a:lnTo>
                  <a:cubicBezTo>
                    <a:pt x="0" y="707"/>
                    <a:pt x="73" y="794"/>
                    <a:pt x="174" y="794"/>
                  </a:cubicBezTo>
                  <a:lnTo>
                    <a:pt x="650" y="794"/>
                  </a:lnTo>
                  <a:cubicBezTo>
                    <a:pt x="737" y="794"/>
                    <a:pt x="823" y="707"/>
                    <a:pt x="823" y="621"/>
                  </a:cubicBezTo>
                  <a:lnTo>
                    <a:pt x="823" y="0"/>
                  </a:lnTo>
                  <a:close/>
                </a:path>
              </a:pathLst>
            </a:custGeom>
            <a:solidFill>
              <a:srgbClr val="51687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027" name="Google Shape;20027;p47"/>
            <p:cNvSpPr/>
            <p:nvPr/>
          </p:nvSpPr>
          <p:spPr>
            <a:xfrm>
              <a:off x="1104747" y="3675429"/>
              <a:ext cx="36727" cy="47711"/>
            </a:xfrm>
            <a:custGeom>
              <a:rect b="b" l="l" r="r" t="t"/>
              <a:pathLst>
                <a:path extrusionOk="0" h="1820" w="1401">
                  <a:moveTo>
                    <a:pt x="1141" y="1"/>
                  </a:moveTo>
                  <a:lnTo>
                    <a:pt x="274" y="853"/>
                  </a:lnTo>
                  <a:cubicBezTo>
                    <a:pt x="101" y="1026"/>
                    <a:pt x="0" y="1271"/>
                    <a:pt x="0" y="1517"/>
                  </a:cubicBezTo>
                  <a:lnTo>
                    <a:pt x="0" y="1820"/>
                  </a:lnTo>
                  <a:lnTo>
                    <a:pt x="1169" y="1820"/>
                  </a:lnTo>
                  <a:cubicBezTo>
                    <a:pt x="1285" y="1820"/>
                    <a:pt x="1386" y="1719"/>
                    <a:pt x="1400" y="1603"/>
                  </a:cubicBezTo>
                  <a:lnTo>
                    <a:pt x="1400" y="622"/>
                  </a:lnTo>
                  <a:cubicBezTo>
                    <a:pt x="1400" y="391"/>
                    <a:pt x="1299" y="174"/>
                    <a:pt x="1141" y="1"/>
                  </a:cubicBezTo>
                  <a:close/>
                </a:path>
              </a:pathLst>
            </a:custGeom>
            <a:solidFill>
              <a:srgbClr val="E9EDF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028" name="Google Shape;20028;p47"/>
            <p:cNvSpPr/>
            <p:nvPr/>
          </p:nvSpPr>
          <p:spPr>
            <a:xfrm>
              <a:off x="971523" y="3463140"/>
              <a:ext cx="133251" cy="96524"/>
            </a:xfrm>
            <a:custGeom>
              <a:rect b="b" l="l" r="r" t="t"/>
              <a:pathLst>
                <a:path extrusionOk="0" h="3682" w="5083">
                  <a:moveTo>
                    <a:pt x="1849" y="1"/>
                  </a:moveTo>
                  <a:cubicBezTo>
                    <a:pt x="838" y="1"/>
                    <a:pt x="1" y="823"/>
                    <a:pt x="1" y="1848"/>
                  </a:cubicBezTo>
                  <a:lnTo>
                    <a:pt x="1" y="2383"/>
                  </a:lnTo>
                  <a:cubicBezTo>
                    <a:pt x="1" y="2628"/>
                    <a:pt x="44" y="2873"/>
                    <a:pt x="131" y="3119"/>
                  </a:cubicBezTo>
                  <a:lnTo>
                    <a:pt x="203" y="3350"/>
                  </a:lnTo>
                  <a:cubicBezTo>
                    <a:pt x="232" y="3422"/>
                    <a:pt x="232" y="3494"/>
                    <a:pt x="232" y="3566"/>
                  </a:cubicBezTo>
                  <a:lnTo>
                    <a:pt x="232" y="3682"/>
                  </a:lnTo>
                  <a:lnTo>
                    <a:pt x="4866" y="3682"/>
                  </a:lnTo>
                  <a:lnTo>
                    <a:pt x="4866" y="3566"/>
                  </a:lnTo>
                  <a:cubicBezTo>
                    <a:pt x="4866" y="3494"/>
                    <a:pt x="4866" y="3422"/>
                    <a:pt x="4895" y="3350"/>
                  </a:cubicBezTo>
                  <a:lnTo>
                    <a:pt x="4967" y="3119"/>
                  </a:lnTo>
                  <a:cubicBezTo>
                    <a:pt x="5053" y="2873"/>
                    <a:pt x="5082" y="2628"/>
                    <a:pt x="5082" y="2383"/>
                  </a:cubicBezTo>
                  <a:lnTo>
                    <a:pt x="5082" y="448"/>
                  </a:lnTo>
                  <a:cubicBezTo>
                    <a:pt x="5082" y="203"/>
                    <a:pt x="4880" y="1"/>
                    <a:pt x="4635" y="1"/>
                  </a:cubicBezTo>
                  <a:close/>
                </a:path>
              </a:pathLst>
            </a:custGeom>
            <a:solidFill>
              <a:srgbClr val="667A8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029" name="Google Shape;20029;p47"/>
            <p:cNvSpPr/>
            <p:nvPr/>
          </p:nvSpPr>
          <p:spPr>
            <a:xfrm>
              <a:off x="1001801" y="3463140"/>
              <a:ext cx="103340" cy="96524"/>
            </a:xfrm>
            <a:custGeom>
              <a:rect b="b" l="l" r="r" t="t"/>
              <a:pathLst>
                <a:path extrusionOk="0" h="3682" w="3942">
                  <a:moveTo>
                    <a:pt x="3503" y="0"/>
                  </a:moveTo>
                  <a:cubicBezTo>
                    <a:pt x="3495" y="0"/>
                    <a:pt x="3487" y="0"/>
                    <a:pt x="3480" y="1"/>
                  </a:cubicBezTo>
                  <a:lnTo>
                    <a:pt x="939" y="1"/>
                  </a:lnTo>
                  <a:cubicBezTo>
                    <a:pt x="931" y="0"/>
                    <a:pt x="922" y="0"/>
                    <a:pt x="914" y="0"/>
                  </a:cubicBezTo>
                  <a:cubicBezTo>
                    <a:pt x="420" y="0"/>
                    <a:pt x="15" y="414"/>
                    <a:pt x="1" y="925"/>
                  </a:cubicBezTo>
                  <a:cubicBezTo>
                    <a:pt x="1" y="1444"/>
                    <a:pt x="419" y="1863"/>
                    <a:pt x="939" y="1863"/>
                  </a:cubicBezTo>
                  <a:lnTo>
                    <a:pt x="1069" y="1863"/>
                  </a:lnTo>
                  <a:lnTo>
                    <a:pt x="1141" y="3682"/>
                  </a:lnTo>
                  <a:lnTo>
                    <a:pt x="3711" y="3682"/>
                  </a:lnTo>
                  <a:lnTo>
                    <a:pt x="3711" y="3566"/>
                  </a:lnTo>
                  <a:cubicBezTo>
                    <a:pt x="3711" y="3494"/>
                    <a:pt x="3711" y="3422"/>
                    <a:pt x="3740" y="3350"/>
                  </a:cubicBezTo>
                  <a:lnTo>
                    <a:pt x="3812" y="3119"/>
                  </a:lnTo>
                  <a:cubicBezTo>
                    <a:pt x="3898" y="2873"/>
                    <a:pt x="3942" y="2628"/>
                    <a:pt x="3942" y="2383"/>
                  </a:cubicBezTo>
                  <a:lnTo>
                    <a:pt x="3942" y="448"/>
                  </a:lnTo>
                  <a:cubicBezTo>
                    <a:pt x="3928" y="211"/>
                    <a:pt x="3738" y="0"/>
                    <a:pt x="3503" y="0"/>
                  </a:cubicBezTo>
                  <a:close/>
                </a:path>
              </a:pathLst>
            </a:custGeom>
            <a:solidFill>
              <a:srgbClr val="5C728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030" name="Google Shape;20030;p47"/>
            <p:cNvSpPr/>
            <p:nvPr/>
          </p:nvSpPr>
          <p:spPr>
            <a:xfrm>
              <a:off x="1001801" y="3608083"/>
              <a:ext cx="73061" cy="54527"/>
            </a:xfrm>
            <a:custGeom>
              <a:rect b="b" l="l" r="r" t="t"/>
              <a:pathLst>
                <a:path extrusionOk="0" h="2080" w="2787">
                  <a:moveTo>
                    <a:pt x="1" y="0"/>
                  </a:moveTo>
                  <a:lnTo>
                    <a:pt x="1" y="2079"/>
                  </a:lnTo>
                  <a:lnTo>
                    <a:pt x="2787" y="2079"/>
                  </a:lnTo>
                  <a:lnTo>
                    <a:pt x="2787" y="0"/>
                  </a:lnTo>
                  <a:close/>
                </a:path>
              </a:pathLst>
            </a:custGeom>
            <a:solidFill>
              <a:srgbClr val="AABBC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031" name="Google Shape;20031;p47"/>
            <p:cNvSpPr/>
            <p:nvPr/>
          </p:nvSpPr>
          <p:spPr>
            <a:xfrm>
              <a:off x="1001801" y="3608083"/>
              <a:ext cx="73061" cy="30383"/>
            </a:xfrm>
            <a:custGeom>
              <a:rect b="b" l="l" r="r" t="t"/>
              <a:pathLst>
                <a:path extrusionOk="0" h="1159" w="2787">
                  <a:moveTo>
                    <a:pt x="1" y="0"/>
                  </a:moveTo>
                  <a:lnTo>
                    <a:pt x="1" y="780"/>
                  </a:lnTo>
                  <a:cubicBezTo>
                    <a:pt x="434" y="1033"/>
                    <a:pt x="914" y="1159"/>
                    <a:pt x="1394" y="1159"/>
                  </a:cubicBezTo>
                  <a:cubicBezTo>
                    <a:pt x="1874" y="1159"/>
                    <a:pt x="2354" y="1033"/>
                    <a:pt x="2787" y="780"/>
                  </a:cubicBezTo>
                  <a:lnTo>
                    <a:pt x="2787" y="0"/>
                  </a:lnTo>
                  <a:close/>
                </a:path>
              </a:pathLst>
            </a:custGeom>
            <a:solidFill>
              <a:srgbClr val="94A5B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032" name="Google Shape;20032;p47"/>
            <p:cNvSpPr/>
            <p:nvPr/>
          </p:nvSpPr>
          <p:spPr>
            <a:xfrm>
              <a:off x="990083" y="3640459"/>
              <a:ext cx="48445" cy="43596"/>
            </a:xfrm>
            <a:custGeom>
              <a:rect b="b" l="l" r="r" t="t"/>
              <a:pathLst>
                <a:path extrusionOk="0" h="1663" w="1848">
                  <a:moveTo>
                    <a:pt x="406" y="1"/>
                  </a:moveTo>
                  <a:cubicBezTo>
                    <a:pt x="320" y="1"/>
                    <a:pt x="241" y="49"/>
                    <a:pt x="202" y="137"/>
                  </a:cubicBezTo>
                  <a:lnTo>
                    <a:pt x="0" y="555"/>
                  </a:lnTo>
                  <a:lnTo>
                    <a:pt x="765" y="1566"/>
                  </a:lnTo>
                  <a:cubicBezTo>
                    <a:pt x="813" y="1629"/>
                    <a:pt x="882" y="1662"/>
                    <a:pt x="952" y="1662"/>
                  </a:cubicBezTo>
                  <a:cubicBezTo>
                    <a:pt x="1009" y="1662"/>
                    <a:pt x="1066" y="1640"/>
                    <a:pt x="1112" y="1595"/>
                  </a:cubicBezTo>
                  <a:lnTo>
                    <a:pt x="1848" y="859"/>
                  </a:lnTo>
                  <a:lnTo>
                    <a:pt x="534" y="36"/>
                  </a:lnTo>
                  <a:cubicBezTo>
                    <a:pt x="492" y="12"/>
                    <a:pt x="448" y="1"/>
                    <a:pt x="406" y="1"/>
                  </a:cubicBezTo>
                  <a:close/>
                </a:path>
              </a:pathLst>
            </a:custGeom>
            <a:solidFill>
              <a:srgbClr val="E9EDF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033" name="Google Shape;20033;p47"/>
            <p:cNvSpPr/>
            <p:nvPr/>
          </p:nvSpPr>
          <p:spPr>
            <a:xfrm>
              <a:off x="1038502" y="3640459"/>
              <a:ext cx="48105" cy="43438"/>
            </a:xfrm>
            <a:custGeom>
              <a:rect b="b" l="l" r="r" t="t"/>
              <a:pathLst>
                <a:path extrusionOk="0" h="1657" w="1835">
                  <a:moveTo>
                    <a:pt x="1422" y="1"/>
                  </a:moveTo>
                  <a:cubicBezTo>
                    <a:pt x="1380" y="1"/>
                    <a:pt x="1338" y="12"/>
                    <a:pt x="1300" y="36"/>
                  </a:cubicBezTo>
                  <a:lnTo>
                    <a:pt x="1" y="859"/>
                  </a:lnTo>
                  <a:lnTo>
                    <a:pt x="723" y="1595"/>
                  </a:lnTo>
                  <a:cubicBezTo>
                    <a:pt x="770" y="1635"/>
                    <a:pt x="829" y="1656"/>
                    <a:pt x="888" y="1656"/>
                  </a:cubicBezTo>
                  <a:cubicBezTo>
                    <a:pt x="956" y="1656"/>
                    <a:pt x="1023" y="1628"/>
                    <a:pt x="1069" y="1566"/>
                  </a:cubicBezTo>
                  <a:lnTo>
                    <a:pt x="1834" y="555"/>
                  </a:lnTo>
                  <a:lnTo>
                    <a:pt x="1632" y="137"/>
                  </a:lnTo>
                  <a:cubicBezTo>
                    <a:pt x="1593" y="49"/>
                    <a:pt x="1508" y="1"/>
                    <a:pt x="1422" y="1"/>
                  </a:cubicBezTo>
                  <a:close/>
                </a:path>
              </a:pathLst>
            </a:custGeom>
            <a:solidFill>
              <a:srgbClr val="E9EDF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034" name="Google Shape;20034;p47"/>
            <p:cNvSpPr/>
            <p:nvPr/>
          </p:nvSpPr>
          <p:spPr>
            <a:xfrm>
              <a:off x="977971" y="3511926"/>
              <a:ext cx="120746" cy="114350"/>
            </a:xfrm>
            <a:custGeom>
              <a:rect b="b" l="l" r="r" t="t"/>
              <a:pathLst>
                <a:path extrusionOk="0" h="4362" w="4606">
                  <a:moveTo>
                    <a:pt x="1995" y="1"/>
                  </a:moveTo>
                  <a:cubicBezTo>
                    <a:pt x="1405" y="1"/>
                    <a:pt x="893" y="100"/>
                    <a:pt x="635" y="161"/>
                  </a:cubicBezTo>
                  <a:cubicBezTo>
                    <a:pt x="534" y="190"/>
                    <a:pt x="462" y="276"/>
                    <a:pt x="462" y="392"/>
                  </a:cubicBezTo>
                  <a:lnTo>
                    <a:pt x="462" y="940"/>
                  </a:lnTo>
                  <a:cubicBezTo>
                    <a:pt x="462" y="1056"/>
                    <a:pt x="419" y="1186"/>
                    <a:pt x="332" y="1272"/>
                  </a:cubicBezTo>
                  <a:lnTo>
                    <a:pt x="130" y="1460"/>
                  </a:lnTo>
                  <a:cubicBezTo>
                    <a:pt x="44" y="1546"/>
                    <a:pt x="0" y="1662"/>
                    <a:pt x="0" y="1792"/>
                  </a:cubicBezTo>
                  <a:lnTo>
                    <a:pt x="0" y="2052"/>
                  </a:lnTo>
                  <a:cubicBezTo>
                    <a:pt x="0" y="3336"/>
                    <a:pt x="1040" y="4361"/>
                    <a:pt x="2310" y="4361"/>
                  </a:cubicBezTo>
                  <a:cubicBezTo>
                    <a:pt x="3580" y="4361"/>
                    <a:pt x="4605" y="3322"/>
                    <a:pt x="4605" y="2052"/>
                  </a:cubicBezTo>
                  <a:lnTo>
                    <a:pt x="4605" y="1792"/>
                  </a:lnTo>
                  <a:cubicBezTo>
                    <a:pt x="4605" y="1662"/>
                    <a:pt x="4562" y="1546"/>
                    <a:pt x="4475" y="1460"/>
                  </a:cubicBezTo>
                  <a:lnTo>
                    <a:pt x="4302" y="1272"/>
                  </a:lnTo>
                  <a:cubicBezTo>
                    <a:pt x="4215" y="1186"/>
                    <a:pt x="4158" y="1070"/>
                    <a:pt x="4158" y="940"/>
                  </a:cubicBezTo>
                  <a:lnTo>
                    <a:pt x="4158" y="825"/>
                  </a:lnTo>
                  <a:cubicBezTo>
                    <a:pt x="4158" y="724"/>
                    <a:pt x="4114" y="637"/>
                    <a:pt x="4042" y="579"/>
                  </a:cubicBezTo>
                  <a:cubicBezTo>
                    <a:pt x="3429" y="127"/>
                    <a:pt x="2662" y="1"/>
                    <a:pt x="1995" y="1"/>
                  </a:cubicBezTo>
                  <a:close/>
                </a:path>
              </a:pathLst>
            </a:custGeom>
            <a:solidFill>
              <a:srgbClr val="BCC9D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035" name="Google Shape;20035;p47"/>
            <p:cNvSpPr/>
            <p:nvPr/>
          </p:nvSpPr>
          <p:spPr>
            <a:xfrm>
              <a:off x="977578" y="3511926"/>
              <a:ext cx="109028" cy="113957"/>
            </a:xfrm>
            <a:custGeom>
              <a:rect b="b" l="l" r="r" t="t"/>
              <a:pathLst>
                <a:path extrusionOk="0" h="4347" w="4159">
                  <a:moveTo>
                    <a:pt x="1994" y="1"/>
                  </a:moveTo>
                  <a:cubicBezTo>
                    <a:pt x="1778" y="1"/>
                    <a:pt x="1573" y="13"/>
                    <a:pt x="1387" y="31"/>
                  </a:cubicBezTo>
                  <a:cubicBezTo>
                    <a:pt x="1141" y="60"/>
                    <a:pt x="881" y="103"/>
                    <a:pt x="636" y="161"/>
                  </a:cubicBezTo>
                  <a:cubicBezTo>
                    <a:pt x="535" y="190"/>
                    <a:pt x="463" y="276"/>
                    <a:pt x="463" y="392"/>
                  </a:cubicBezTo>
                  <a:lnTo>
                    <a:pt x="463" y="940"/>
                  </a:lnTo>
                  <a:cubicBezTo>
                    <a:pt x="463" y="1056"/>
                    <a:pt x="419" y="1186"/>
                    <a:pt x="318" y="1272"/>
                  </a:cubicBezTo>
                  <a:lnTo>
                    <a:pt x="131" y="1460"/>
                  </a:lnTo>
                  <a:cubicBezTo>
                    <a:pt x="44" y="1546"/>
                    <a:pt x="1" y="1662"/>
                    <a:pt x="1" y="1792"/>
                  </a:cubicBezTo>
                  <a:lnTo>
                    <a:pt x="1" y="2052"/>
                  </a:lnTo>
                  <a:cubicBezTo>
                    <a:pt x="1" y="3221"/>
                    <a:pt x="867" y="4203"/>
                    <a:pt x="2036" y="4347"/>
                  </a:cubicBezTo>
                  <a:cubicBezTo>
                    <a:pt x="1618" y="3914"/>
                    <a:pt x="1387" y="3351"/>
                    <a:pt x="1387" y="2745"/>
                  </a:cubicBezTo>
                  <a:lnTo>
                    <a:pt x="1387" y="1056"/>
                  </a:lnTo>
                  <a:cubicBezTo>
                    <a:pt x="1387" y="825"/>
                    <a:pt x="1560" y="637"/>
                    <a:pt x="1791" y="608"/>
                  </a:cubicBezTo>
                  <a:cubicBezTo>
                    <a:pt x="1976" y="584"/>
                    <a:pt x="2216" y="563"/>
                    <a:pt x="2482" y="563"/>
                  </a:cubicBezTo>
                  <a:cubicBezTo>
                    <a:pt x="3005" y="563"/>
                    <a:pt x="3632" y="644"/>
                    <a:pt x="4158" y="940"/>
                  </a:cubicBezTo>
                  <a:lnTo>
                    <a:pt x="4158" y="825"/>
                  </a:lnTo>
                  <a:cubicBezTo>
                    <a:pt x="4158" y="724"/>
                    <a:pt x="4115" y="637"/>
                    <a:pt x="4043" y="579"/>
                  </a:cubicBezTo>
                  <a:cubicBezTo>
                    <a:pt x="3431" y="121"/>
                    <a:pt x="2663" y="1"/>
                    <a:pt x="1994" y="1"/>
                  </a:cubicBezTo>
                  <a:close/>
                </a:path>
              </a:pathLst>
            </a:custGeom>
            <a:solidFill>
              <a:srgbClr val="AABBC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036" name="Google Shape;20036;p47"/>
            <p:cNvSpPr/>
            <p:nvPr/>
          </p:nvSpPr>
          <p:spPr>
            <a:xfrm>
              <a:off x="935215" y="3675429"/>
              <a:ext cx="36334" cy="47711"/>
            </a:xfrm>
            <a:custGeom>
              <a:rect b="b" l="l" r="r" t="t"/>
              <a:pathLst>
                <a:path extrusionOk="0" h="1820" w="1386">
                  <a:moveTo>
                    <a:pt x="260" y="1"/>
                  </a:moveTo>
                  <a:cubicBezTo>
                    <a:pt x="87" y="174"/>
                    <a:pt x="0" y="391"/>
                    <a:pt x="0" y="622"/>
                  </a:cubicBezTo>
                  <a:lnTo>
                    <a:pt x="0" y="1603"/>
                  </a:lnTo>
                  <a:cubicBezTo>
                    <a:pt x="15" y="1719"/>
                    <a:pt x="116" y="1820"/>
                    <a:pt x="231" y="1820"/>
                  </a:cubicBezTo>
                  <a:lnTo>
                    <a:pt x="1386" y="1820"/>
                  </a:lnTo>
                  <a:lnTo>
                    <a:pt x="1386" y="1517"/>
                  </a:lnTo>
                  <a:cubicBezTo>
                    <a:pt x="1386" y="1271"/>
                    <a:pt x="1299" y="1026"/>
                    <a:pt x="1126" y="853"/>
                  </a:cubicBezTo>
                  <a:lnTo>
                    <a:pt x="260" y="1"/>
                  </a:lnTo>
                  <a:close/>
                </a:path>
              </a:pathLst>
            </a:custGeom>
            <a:solidFill>
              <a:srgbClr val="E9EDF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20037" name="Google Shape;20037;p47"/>
          <p:cNvGrpSpPr/>
          <p:nvPr/>
        </p:nvGrpSpPr>
        <p:grpSpPr>
          <a:xfrm>
            <a:off x="1324219" y="3399202"/>
            <a:ext cx="376579" cy="272846"/>
            <a:chOff x="1324219" y="3399202"/>
            <a:chExt cx="376579" cy="272846"/>
          </a:xfrm>
        </p:grpSpPr>
        <p:sp>
          <p:nvSpPr>
            <p:cNvPr id="20038" name="Google Shape;20038;p47"/>
            <p:cNvSpPr/>
            <p:nvPr/>
          </p:nvSpPr>
          <p:spPr>
            <a:xfrm>
              <a:off x="1597458" y="3496066"/>
              <a:ext cx="30278" cy="66639"/>
            </a:xfrm>
            <a:custGeom>
              <a:rect b="b" l="l" r="r" t="t"/>
              <a:pathLst>
                <a:path extrusionOk="0" h="2542" w="1155">
                  <a:moveTo>
                    <a:pt x="693" y="1"/>
                  </a:moveTo>
                  <a:cubicBezTo>
                    <a:pt x="303" y="1"/>
                    <a:pt x="0" y="318"/>
                    <a:pt x="0" y="693"/>
                  </a:cubicBezTo>
                  <a:lnTo>
                    <a:pt x="0" y="852"/>
                  </a:lnTo>
                  <a:cubicBezTo>
                    <a:pt x="0" y="1054"/>
                    <a:pt x="29" y="1256"/>
                    <a:pt x="101" y="1444"/>
                  </a:cubicBezTo>
                  <a:lnTo>
                    <a:pt x="462" y="2541"/>
                  </a:lnTo>
                  <a:lnTo>
                    <a:pt x="1155" y="2541"/>
                  </a:lnTo>
                  <a:lnTo>
                    <a:pt x="1155" y="1"/>
                  </a:lnTo>
                  <a:close/>
                </a:path>
              </a:pathLst>
            </a:custGeom>
            <a:solidFill>
              <a:srgbClr val="667A8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039" name="Google Shape;20039;p47"/>
            <p:cNvSpPr/>
            <p:nvPr/>
          </p:nvSpPr>
          <p:spPr>
            <a:xfrm>
              <a:off x="1609569" y="3490011"/>
              <a:ext cx="72668" cy="72694"/>
            </a:xfrm>
            <a:custGeom>
              <a:rect b="b" l="l" r="r" t="t"/>
              <a:pathLst>
                <a:path extrusionOk="0" h="2773" w="2772">
                  <a:moveTo>
                    <a:pt x="693" y="1"/>
                  </a:moveTo>
                  <a:cubicBezTo>
                    <a:pt x="303" y="1"/>
                    <a:pt x="0" y="304"/>
                    <a:pt x="0" y="693"/>
                  </a:cubicBezTo>
                  <a:cubicBezTo>
                    <a:pt x="0" y="939"/>
                    <a:pt x="202" y="1155"/>
                    <a:pt x="462" y="1155"/>
                  </a:cubicBezTo>
                  <a:lnTo>
                    <a:pt x="2310" y="2772"/>
                  </a:lnTo>
                  <a:lnTo>
                    <a:pt x="2700" y="1401"/>
                  </a:lnTo>
                  <a:cubicBezTo>
                    <a:pt x="2757" y="1242"/>
                    <a:pt x="2772" y="1069"/>
                    <a:pt x="2772" y="896"/>
                  </a:cubicBezTo>
                  <a:lnTo>
                    <a:pt x="2772" y="463"/>
                  </a:lnTo>
                  <a:cubicBezTo>
                    <a:pt x="2772" y="203"/>
                    <a:pt x="2570" y="1"/>
                    <a:pt x="2310" y="1"/>
                  </a:cubicBezTo>
                  <a:close/>
                </a:path>
              </a:pathLst>
            </a:custGeom>
            <a:solidFill>
              <a:srgbClr val="5C728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040" name="Google Shape;20040;p47"/>
            <p:cNvSpPr/>
            <p:nvPr/>
          </p:nvSpPr>
          <p:spPr>
            <a:xfrm>
              <a:off x="1621681" y="3580846"/>
              <a:ext cx="36334" cy="26870"/>
            </a:xfrm>
            <a:custGeom>
              <a:rect b="b" l="l" r="r" t="t"/>
              <a:pathLst>
                <a:path extrusionOk="0" h="1025" w="1386">
                  <a:moveTo>
                    <a:pt x="0" y="0"/>
                  </a:moveTo>
                  <a:lnTo>
                    <a:pt x="0" y="1025"/>
                  </a:lnTo>
                  <a:lnTo>
                    <a:pt x="1386" y="1025"/>
                  </a:lnTo>
                  <a:lnTo>
                    <a:pt x="1386" y="0"/>
                  </a:lnTo>
                  <a:close/>
                </a:path>
              </a:pathLst>
            </a:custGeom>
            <a:solidFill>
              <a:srgbClr val="AABBC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041" name="Google Shape;20041;p47"/>
            <p:cNvSpPr/>
            <p:nvPr/>
          </p:nvSpPr>
          <p:spPr>
            <a:xfrm>
              <a:off x="1621681" y="3580846"/>
              <a:ext cx="36334" cy="14785"/>
            </a:xfrm>
            <a:custGeom>
              <a:rect b="b" l="l" r="r" t="t"/>
              <a:pathLst>
                <a:path extrusionOk="0" h="564" w="1386">
                  <a:moveTo>
                    <a:pt x="0" y="0"/>
                  </a:moveTo>
                  <a:lnTo>
                    <a:pt x="0" y="433"/>
                  </a:lnTo>
                  <a:cubicBezTo>
                    <a:pt x="224" y="520"/>
                    <a:pt x="458" y="563"/>
                    <a:pt x="693" y="563"/>
                  </a:cubicBezTo>
                  <a:cubicBezTo>
                    <a:pt x="927" y="563"/>
                    <a:pt x="1162" y="520"/>
                    <a:pt x="1386" y="433"/>
                  </a:cubicBezTo>
                  <a:lnTo>
                    <a:pt x="1386" y="0"/>
                  </a:lnTo>
                  <a:close/>
                </a:path>
              </a:pathLst>
            </a:custGeom>
            <a:solidFill>
              <a:srgbClr val="94A5B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042" name="Google Shape;20042;p47"/>
            <p:cNvSpPr/>
            <p:nvPr/>
          </p:nvSpPr>
          <p:spPr>
            <a:xfrm>
              <a:off x="1579291" y="3595605"/>
              <a:ext cx="121507" cy="76443"/>
            </a:xfrm>
            <a:custGeom>
              <a:rect b="b" l="l" r="r" t="t"/>
              <a:pathLst>
                <a:path extrusionOk="0" h="2916" w="4635">
                  <a:moveTo>
                    <a:pt x="1631" y="0"/>
                  </a:moveTo>
                  <a:lnTo>
                    <a:pt x="505" y="318"/>
                  </a:lnTo>
                  <a:cubicBezTo>
                    <a:pt x="217" y="404"/>
                    <a:pt x="0" y="679"/>
                    <a:pt x="0" y="996"/>
                  </a:cubicBezTo>
                  <a:lnTo>
                    <a:pt x="0" y="2685"/>
                  </a:lnTo>
                  <a:cubicBezTo>
                    <a:pt x="0" y="2801"/>
                    <a:pt x="116" y="2916"/>
                    <a:pt x="231" y="2916"/>
                  </a:cubicBezTo>
                  <a:lnTo>
                    <a:pt x="4403" y="2916"/>
                  </a:lnTo>
                  <a:cubicBezTo>
                    <a:pt x="4519" y="2916"/>
                    <a:pt x="4634" y="2801"/>
                    <a:pt x="4634" y="2685"/>
                  </a:cubicBezTo>
                  <a:lnTo>
                    <a:pt x="4634" y="996"/>
                  </a:lnTo>
                  <a:cubicBezTo>
                    <a:pt x="4634" y="679"/>
                    <a:pt x="4417" y="404"/>
                    <a:pt x="4114" y="318"/>
                  </a:cubicBezTo>
                  <a:lnTo>
                    <a:pt x="3017" y="0"/>
                  </a:lnTo>
                  <a:lnTo>
                    <a:pt x="2324" y="462"/>
                  </a:lnTo>
                  <a:lnTo>
                    <a:pt x="1631" y="0"/>
                  </a:lnTo>
                  <a:close/>
                </a:path>
              </a:pathLst>
            </a:custGeom>
            <a:solidFill>
              <a:srgbClr val="EFF2F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043" name="Google Shape;20043;p47"/>
            <p:cNvSpPr/>
            <p:nvPr/>
          </p:nvSpPr>
          <p:spPr>
            <a:xfrm>
              <a:off x="1633766" y="3607690"/>
              <a:ext cx="12138" cy="64358"/>
            </a:xfrm>
            <a:custGeom>
              <a:rect b="b" l="l" r="r" t="t"/>
              <a:pathLst>
                <a:path extrusionOk="0" h="2455" w="463">
                  <a:moveTo>
                    <a:pt x="116" y="1"/>
                  </a:moveTo>
                  <a:lnTo>
                    <a:pt x="1" y="2455"/>
                  </a:lnTo>
                  <a:lnTo>
                    <a:pt x="463" y="2455"/>
                  </a:lnTo>
                  <a:lnTo>
                    <a:pt x="347" y="1"/>
                  </a:lnTo>
                  <a:close/>
                </a:path>
              </a:pathLst>
            </a:custGeom>
            <a:solidFill>
              <a:srgbClr val="BCC9D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044" name="Google Shape;20044;p47"/>
            <p:cNvSpPr/>
            <p:nvPr/>
          </p:nvSpPr>
          <p:spPr>
            <a:xfrm>
              <a:off x="1603514" y="3520289"/>
              <a:ext cx="72668" cy="66639"/>
            </a:xfrm>
            <a:custGeom>
              <a:rect b="b" l="l" r="r" t="t"/>
              <a:pathLst>
                <a:path extrusionOk="0" h="2542" w="2772">
                  <a:moveTo>
                    <a:pt x="895" y="0"/>
                  </a:moveTo>
                  <a:cubicBezTo>
                    <a:pt x="765" y="0"/>
                    <a:pt x="635" y="44"/>
                    <a:pt x="549" y="130"/>
                  </a:cubicBezTo>
                  <a:lnTo>
                    <a:pt x="130" y="549"/>
                  </a:lnTo>
                  <a:cubicBezTo>
                    <a:pt x="43" y="636"/>
                    <a:pt x="0" y="765"/>
                    <a:pt x="0" y="881"/>
                  </a:cubicBezTo>
                  <a:lnTo>
                    <a:pt x="0" y="1155"/>
                  </a:lnTo>
                  <a:cubicBezTo>
                    <a:pt x="0" y="1920"/>
                    <a:pt x="621" y="2541"/>
                    <a:pt x="1386" y="2541"/>
                  </a:cubicBezTo>
                  <a:cubicBezTo>
                    <a:pt x="2151" y="2541"/>
                    <a:pt x="2772" y="1920"/>
                    <a:pt x="2772" y="1155"/>
                  </a:cubicBezTo>
                  <a:lnTo>
                    <a:pt x="2772" y="852"/>
                  </a:lnTo>
                  <a:cubicBezTo>
                    <a:pt x="2772" y="737"/>
                    <a:pt x="2728" y="621"/>
                    <a:pt x="2642" y="535"/>
                  </a:cubicBezTo>
                  <a:cubicBezTo>
                    <a:pt x="2281" y="188"/>
                    <a:pt x="1631" y="29"/>
                    <a:pt x="895" y="0"/>
                  </a:cubicBezTo>
                  <a:close/>
                </a:path>
              </a:pathLst>
            </a:custGeom>
            <a:solidFill>
              <a:srgbClr val="BCC9D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045" name="Google Shape;20045;p47"/>
            <p:cNvSpPr/>
            <p:nvPr/>
          </p:nvSpPr>
          <p:spPr>
            <a:xfrm>
              <a:off x="1603514" y="3520289"/>
              <a:ext cx="72668" cy="65118"/>
            </a:xfrm>
            <a:custGeom>
              <a:rect b="b" l="l" r="r" t="t"/>
              <a:pathLst>
                <a:path extrusionOk="0" h="2484" w="2772">
                  <a:moveTo>
                    <a:pt x="895" y="0"/>
                  </a:moveTo>
                  <a:cubicBezTo>
                    <a:pt x="765" y="0"/>
                    <a:pt x="650" y="58"/>
                    <a:pt x="563" y="145"/>
                  </a:cubicBezTo>
                  <a:lnTo>
                    <a:pt x="144" y="563"/>
                  </a:lnTo>
                  <a:cubicBezTo>
                    <a:pt x="43" y="650"/>
                    <a:pt x="0" y="765"/>
                    <a:pt x="0" y="881"/>
                  </a:cubicBezTo>
                  <a:lnTo>
                    <a:pt x="0" y="1155"/>
                  </a:lnTo>
                  <a:cubicBezTo>
                    <a:pt x="0" y="1776"/>
                    <a:pt x="404" y="2325"/>
                    <a:pt x="1011" y="2483"/>
                  </a:cubicBezTo>
                  <a:cubicBezTo>
                    <a:pt x="808" y="2238"/>
                    <a:pt x="693" y="1935"/>
                    <a:pt x="693" y="1617"/>
                  </a:cubicBezTo>
                  <a:lnTo>
                    <a:pt x="693" y="939"/>
                  </a:lnTo>
                  <a:cubicBezTo>
                    <a:pt x="693" y="695"/>
                    <a:pt x="897" y="489"/>
                    <a:pt x="1137" y="489"/>
                  </a:cubicBezTo>
                  <a:cubicBezTo>
                    <a:pt x="1153" y="489"/>
                    <a:pt x="1168" y="489"/>
                    <a:pt x="1184" y="491"/>
                  </a:cubicBezTo>
                  <a:cubicBezTo>
                    <a:pt x="1646" y="520"/>
                    <a:pt x="2339" y="592"/>
                    <a:pt x="2772" y="794"/>
                  </a:cubicBezTo>
                  <a:cubicBezTo>
                    <a:pt x="2757" y="693"/>
                    <a:pt x="2714" y="607"/>
                    <a:pt x="2642" y="535"/>
                  </a:cubicBezTo>
                  <a:cubicBezTo>
                    <a:pt x="2281" y="188"/>
                    <a:pt x="1631" y="29"/>
                    <a:pt x="895" y="0"/>
                  </a:cubicBezTo>
                  <a:close/>
                </a:path>
              </a:pathLst>
            </a:custGeom>
            <a:solidFill>
              <a:srgbClr val="AABBC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046" name="Google Shape;20046;p47"/>
            <p:cNvSpPr/>
            <p:nvPr/>
          </p:nvSpPr>
          <p:spPr>
            <a:xfrm>
              <a:off x="1676156" y="3611098"/>
              <a:ext cx="24249" cy="60583"/>
            </a:xfrm>
            <a:custGeom>
              <a:rect b="b" l="l" r="r" t="t"/>
              <a:pathLst>
                <a:path extrusionOk="0" h="2311" w="925">
                  <a:moveTo>
                    <a:pt x="809" y="1"/>
                  </a:moveTo>
                  <a:lnTo>
                    <a:pt x="203" y="593"/>
                  </a:lnTo>
                  <a:cubicBezTo>
                    <a:pt x="73" y="723"/>
                    <a:pt x="1" y="896"/>
                    <a:pt x="1" y="1084"/>
                  </a:cubicBezTo>
                  <a:lnTo>
                    <a:pt x="1" y="2311"/>
                  </a:lnTo>
                  <a:lnTo>
                    <a:pt x="694" y="2311"/>
                  </a:lnTo>
                  <a:cubicBezTo>
                    <a:pt x="824" y="2311"/>
                    <a:pt x="925" y="2210"/>
                    <a:pt x="925" y="2080"/>
                  </a:cubicBezTo>
                  <a:lnTo>
                    <a:pt x="925" y="391"/>
                  </a:lnTo>
                  <a:cubicBezTo>
                    <a:pt x="925" y="261"/>
                    <a:pt x="881" y="116"/>
                    <a:pt x="809" y="1"/>
                  </a:cubicBezTo>
                  <a:close/>
                </a:path>
              </a:pathLst>
            </a:custGeom>
            <a:solidFill>
              <a:srgbClr val="E9EDF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047" name="Google Shape;20047;p47"/>
            <p:cNvSpPr/>
            <p:nvPr/>
          </p:nvSpPr>
          <p:spPr>
            <a:xfrm>
              <a:off x="1633766" y="3607690"/>
              <a:ext cx="12138" cy="12138"/>
            </a:xfrm>
            <a:custGeom>
              <a:rect b="b" l="l" r="r" t="t"/>
              <a:pathLst>
                <a:path extrusionOk="0" h="463" w="463">
                  <a:moveTo>
                    <a:pt x="1" y="1"/>
                  </a:moveTo>
                  <a:lnTo>
                    <a:pt x="1" y="347"/>
                  </a:lnTo>
                  <a:cubicBezTo>
                    <a:pt x="1" y="420"/>
                    <a:pt x="59" y="463"/>
                    <a:pt x="116" y="463"/>
                  </a:cubicBezTo>
                  <a:lnTo>
                    <a:pt x="347" y="463"/>
                  </a:lnTo>
                  <a:cubicBezTo>
                    <a:pt x="405" y="463"/>
                    <a:pt x="463" y="420"/>
                    <a:pt x="463" y="347"/>
                  </a:cubicBezTo>
                  <a:lnTo>
                    <a:pt x="463" y="1"/>
                  </a:lnTo>
                  <a:close/>
                </a:path>
              </a:pathLst>
            </a:custGeom>
            <a:solidFill>
              <a:srgbClr val="72889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048" name="Google Shape;20048;p47"/>
            <p:cNvSpPr/>
            <p:nvPr/>
          </p:nvSpPr>
          <p:spPr>
            <a:xfrm>
              <a:off x="1614865" y="3590755"/>
              <a:ext cx="24983" cy="25560"/>
            </a:xfrm>
            <a:custGeom>
              <a:rect b="b" l="l" r="r" t="t"/>
              <a:pathLst>
                <a:path extrusionOk="0" h="975" w="953">
                  <a:moveTo>
                    <a:pt x="225" y="0"/>
                  </a:moveTo>
                  <a:cubicBezTo>
                    <a:pt x="193" y="0"/>
                    <a:pt x="161" y="16"/>
                    <a:pt x="145" y="41"/>
                  </a:cubicBezTo>
                  <a:lnTo>
                    <a:pt x="0" y="257"/>
                  </a:lnTo>
                  <a:lnTo>
                    <a:pt x="361" y="907"/>
                  </a:lnTo>
                  <a:cubicBezTo>
                    <a:pt x="379" y="952"/>
                    <a:pt x="425" y="974"/>
                    <a:pt x="475" y="974"/>
                  </a:cubicBezTo>
                  <a:cubicBezTo>
                    <a:pt x="505" y="974"/>
                    <a:pt x="536" y="966"/>
                    <a:pt x="563" y="950"/>
                  </a:cubicBezTo>
                  <a:lnTo>
                    <a:pt x="953" y="647"/>
                  </a:lnTo>
                  <a:lnTo>
                    <a:pt x="289" y="26"/>
                  </a:lnTo>
                  <a:cubicBezTo>
                    <a:pt x="271" y="8"/>
                    <a:pt x="248" y="0"/>
                    <a:pt x="225" y="0"/>
                  </a:cubicBezTo>
                  <a:close/>
                </a:path>
              </a:pathLst>
            </a:custGeom>
            <a:solidFill>
              <a:srgbClr val="E9EDF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049" name="Google Shape;20049;p47"/>
            <p:cNvSpPr/>
            <p:nvPr/>
          </p:nvSpPr>
          <p:spPr>
            <a:xfrm>
              <a:off x="1639822" y="3590755"/>
              <a:ext cx="25009" cy="25560"/>
            </a:xfrm>
            <a:custGeom>
              <a:rect b="b" l="l" r="r" t="t"/>
              <a:pathLst>
                <a:path extrusionOk="0" h="975" w="954">
                  <a:moveTo>
                    <a:pt x="729" y="0"/>
                  </a:moveTo>
                  <a:cubicBezTo>
                    <a:pt x="706" y="0"/>
                    <a:pt x="683" y="8"/>
                    <a:pt x="665" y="26"/>
                  </a:cubicBezTo>
                  <a:lnTo>
                    <a:pt x="1" y="647"/>
                  </a:lnTo>
                  <a:lnTo>
                    <a:pt x="391" y="950"/>
                  </a:lnTo>
                  <a:cubicBezTo>
                    <a:pt x="418" y="966"/>
                    <a:pt x="449" y="974"/>
                    <a:pt x="479" y="974"/>
                  </a:cubicBezTo>
                  <a:cubicBezTo>
                    <a:pt x="528" y="974"/>
                    <a:pt x="575" y="952"/>
                    <a:pt x="593" y="907"/>
                  </a:cubicBezTo>
                  <a:lnTo>
                    <a:pt x="954" y="257"/>
                  </a:lnTo>
                  <a:lnTo>
                    <a:pt x="809" y="41"/>
                  </a:lnTo>
                  <a:cubicBezTo>
                    <a:pt x="793" y="16"/>
                    <a:pt x="761" y="0"/>
                    <a:pt x="729" y="0"/>
                  </a:cubicBezTo>
                  <a:close/>
                </a:path>
              </a:pathLst>
            </a:custGeom>
            <a:solidFill>
              <a:srgbClr val="E9EDF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050" name="Google Shape;20050;p47"/>
            <p:cNvSpPr/>
            <p:nvPr/>
          </p:nvSpPr>
          <p:spPr>
            <a:xfrm>
              <a:off x="1325373" y="3492291"/>
              <a:ext cx="109002" cy="109395"/>
            </a:xfrm>
            <a:custGeom>
              <a:rect b="b" l="l" r="r" t="t"/>
              <a:pathLst>
                <a:path extrusionOk="0" h="4173" w="4158">
                  <a:moveTo>
                    <a:pt x="2079" y="0"/>
                  </a:moveTo>
                  <a:cubicBezTo>
                    <a:pt x="1169" y="0"/>
                    <a:pt x="505" y="722"/>
                    <a:pt x="433" y="1631"/>
                  </a:cubicBezTo>
                  <a:cubicBezTo>
                    <a:pt x="390" y="2267"/>
                    <a:pt x="245" y="2902"/>
                    <a:pt x="43" y="3522"/>
                  </a:cubicBezTo>
                  <a:cubicBezTo>
                    <a:pt x="0" y="3638"/>
                    <a:pt x="58" y="3768"/>
                    <a:pt x="173" y="3811"/>
                  </a:cubicBezTo>
                  <a:cubicBezTo>
                    <a:pt x="549" y="3984"/>
                    <a:pt x="967" y="4114"/>
                    <a:pt x="1371" y="4172"/>
                  </a:cubicBezTo>
                  <a:lnTo>
                    <a:pt x="2786" y="4172"/>
                  </a:lnTo>
                  <a:cubicBezTo>
                    <a:pt x="3205" y="4114"/>
                    <a:pt x="3609" y="3984"/>
                    <a:pt x="3999" y="3811"/>
                  </a:cubicBezTo>
                  <a:cubicBezTo>
                    <a:pt x="4100" y="3753"/>
                    <a:pt x="4157" y="3638"/>
                    <a:pt x="4114" y="3522"/>
                  </a:cubicBezTo>
                  <a:cubicBezTo>
                    <a:pt x="3912" y="2902"/>
                    <a:pt x="3782" y="2267"/>
                    <a:pt x="3724" y="1631"/>
                  </a:cubicBezTo>
                  <a:cubicBezTo>
                    <a:pt x="3667" y="736"/>
                    <a:pt x="2988" y="0"/>
                    <a:pt x="2079" y="0"/>
                  </a:cubicBezTo>
                  <a:close/>
                </a:path>
              </a:pathLst>
            </a:custGeom>
            <a:solidFill>
              <a:srgbClr val="667A8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051" name="Google Shape;20051;p47"/>
            <p:cNvSpPr/>
            <p:nvPr/>
          </p:nvSpPr>
          <p:spPr>
            <a:xfrm>
              <a:off x="1355258" y="3492291"/>
              <a:ext cx="79117" cy="109002"/>
            </a:xfrm>
            <a:custGeom>
              <a:rect b="b" l="l" r="r" t="t"/>
              <a:pathLst>
                <a:path extrusionOk="0" h="4158" w="3018">
                  <a:moveTo>
                    <a:pt x="939" y="0"/>
                  </a:moveTo>
                  <a:cubicBezTo>
                    <a:pt x="246" y="29"/>
                    <a:pt x="0" y="953"/>
                    <a:pt x="592" y="1314"/>
                  </a:cubicBezTo>
                  <a:cubicBezTo>
                    <a:pt x="621" y="1328"/>
                    <a:pt x="636" y="1328"/>
                    <a:pt x="664" y="1343"/>
                  </a:cubicBezTo>
                  <a:lnTo>
                    <a:pt x="1184" y="4158"/>
                  </a:lnTo>
                  <a:lnTo>
                    <a:pt x="1661" y="4158"/>
                  </a:lnTo>
                  <a:cubicBezTo>
                    <a:pt x="2065" y="4100"/>
                    <a:pt x="2469" y="3984"/>
                    <a:pt x="2859" y="3811"/>
                  </a:cubicBezTo>
                  <a:cubicBezTo>
                    <a:pt x="2960" y="3768"/>
                    <a:pt x="3017" y="3638"/>
                    <a:pt x="2974" y="3522"/>
                  </a:cubicBezTo>
                  <a:cubicBezTo>
                    <a:pt x="2772" y="2902"/>
                    <a:pt x="2642" y="2267"/>
                    <a:pt x="2584" y="1631"/>
                  </a:cubicBezTo>
                  <a:cubicBezTo>
                    <a:pt x="2527" y="736"/>
                    <a:pt x="1848" y="0"/>
                    <a:pt x="939" y="0"/>
                  </a:cubicBezTo>
                  <a:close/>
                </a:path>
              </a:pathLst>
            </a:custGeom>
            <a:solidFill>
              <a:srgbClr val="5C728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052" name="Google Shape;20052;p47"/>
            <p:cNvSpPr/>
            <p:nvPr/>
          </p:nvSpPr>
          <p:spPr>
            <a:xfrm>
              <a:off x="1324612" y="3574790"/>
              <a:ext cx="109002" cy="97258"/>
            </a:xfrm>
            <a:custGeom>
              <a:rect b="b" l="l" r="r" t="t"/>
              <a:pathLst>
                <a:path extrusionOk="0" h="3710" w="4158">
                  <a:moveTo>
                    <a:pt x="1386" y="0"/>
                  </a:moveTo>
                  <a:lnTo>
                    <a:pt x="1386" y="693"/>
                  </a:lnTo>
                  <a:cubicBezTo>
                    <a:pt x="1386" y="881"/>
                    <a:pt x="1285" y="1039"/>
                    <a:pt x="1141" y="1112"/>
                  </a:cubicBezTo>
                  <a:lnTo>
                    <a:pt x="390" y="1487"/>
                  </a:lnTo>
                  <a:cubicBezTo>
                    <a:pt x="145" y="1602"/>
                    <a:pt x="0" y="1848"/>
                    <a:pt x="0" y="2108"/>
                  </a:cubicBezTo>
                  <a:lnTo>
                    <a:pt x="0" y="3479"/>
                  </a:lnTo>
                  <a:cubicBezTo>
                    <a:pt x="0" y="3595"/>
                    <a:pt x="101" y="3710"/>
                    <a:pt x="231" y="3710"/>
                  </a:cubicBezTo>
                  <a:lnTo>
                    <a:pt x="3927" y="3710"/>
                  </a:lnTo>
                  <a:cubicBezTo>
                    <a:pt x="4057" y="3710"/>
                    <a:pt x="4158" y="3595"/>
                    <a:pt x="4158" y="3479"/>
                  </a:cubicBezTo>
                  <a:lnTo>
                    <a:pt x="4158" y="2108"/>
                  </a:lnTo>
                  <a:cubicBezTo>
                    <a:pt x="4158" y="1848"/>
                    <a:pt x="4013" y="1602"/>
                    <a:pt x="3782" y="1487"/>
                  </a:cubicBezTo>
                  <a:lnTo>
                    <a:pt x="3032" y="1112"/>
                  </a:lnTo>
                  <a:cubicBezTo>
                    <a:pt x="2873" y="1039"/>
                    <a:pt x="2772" y="881"/>
                    <a:pt x="2772" y="693"/>
                  </a:cubicBezTo>
                  <a:lnTo>
                    <a:pt x="2772" y="0"/>
                  </a:lnTo>
                  <a:close/>
                </a:path>
              </a:pathLst>
            </a:custGeom>
            <a:solidFill>
              <a:srgbClr val="AABBC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053" name="Google Shape;20053;p47"/>
            <p:cNvSpPr/>
            <p:nvPr/>
          </p:nvSpPr>
          <p:spPr>
            <a:xfrm>
              <a:off x="1360553" y="3574790"/>
              <a:ext cx="37120" cy="24223"/>
            </a:xfrm>
            <a:custGeom>
              <a:rect b="b" l="l" r="r" t="t"/>
              <a:pathLst>
                <a:path extrusionOk="0" h="924" w="1416">
                  <a:moveTo>
                    <a:pt x="15" y="0"/>
                  </a:moveTo>
                  <a:lnTo>
                    <a:pt x="15" y="693"/>
                  </a:lnTo>
                  <a:cubicBezTo>
                    <a:pt x="15" y="722"/>
                    <a:pt x="1" y="751"/>
                    <a:pt x="1" y="794"/>
                  </a:cubicBezTo>
                  <a:cubicBezTo>
                    <a:pt x="232" y="881"/>
                    <a:pt x="462" y="924"/>
                    <a:pt x="708" y="924"/>
                  </a:cubicBezTo>
                  <a:cubicBezTo>
                    <a:pt x="953" y="924"/>
                    <a:pt x="1184" y="881"/>
                    <a:pt x="1415" y="794"/>
                  </a:cubicBezTo>
                  <a:cubicBezTo>
                    <a:pt x="1401" y="751"/>
                    <a:pt x="1401" y="722"/>
                    <a:pt x="1401" y="693"/>
                  </a:cubicBezTo>
                  <a:lnTo>
                    <a:pt x="1401" y="0"/>
                  </a:lnTo>
                  <a:close/>
                </a:path>
              </a:pathLst>
            </a:custGeom>
            <a:solidFill>
              <a:srgbClr val="94A5B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054" name="Google Shape;20054;p47"/>
            <p:cNvSpPr/>
            <p:nvPr/>
          </p:nvSpPr>
          <p:spPr>
            <a:xfrm>
              <a:off x="1324219" y="3606563"/>
              <a:ext cx="109395" cy="65485"/>
            </a:xfrm>
            <a:custGeom>
              <a:rect b="b" l="l" r="r" t="t"/>
              <a:pathLst>
                <a:path extrusionOk="0" h="2498" w="4173">
                  <a:moveTo>
                    <a:pt x="925" y="1"/>
                  </a:moveTo>
                  <a:lnTo>
                    <a:pt x="390" y="275"/>
                  </a:lnTo>
                  <a:cubicBezTo>
                    <a:pt x="145" y="390"/>
                    <a:pt x="1" y="636"/>
                    <a:pt x="1" y="896"/>
                  </a:cubicBezTo>
                  <a:lnTo>
                    <a:pt x="1" y="2267"/>
                  </a:lnTo>
                  <a:cubicBezTo>
                    <a:pt x="1" y="2383"/>
                    <a:pt x="102" y="2498"/>
                    <a:pt x="232" y="2498"/>
                  </a:cubicBezTo>
                  <a:lnTo>
                    <a:pt x="3927" y="2498"/>
                  </a:lnTo>
                  <a:cubicBezTo>
                    <a:pt x="4057" y="2498"/>
                    <a:pt x="4158" y="2383"/>
                    <a:pt x="4158" y="2267"/>
                  </a:cubicBezTo>
                  <a:lnTo>
                    <a:pt x="4158" y="896"/>
                  </a:lnTo>
                  <a:cubicBezTo>
                    <a:pt x="4173" y="636"/>
                    <a:pt x="4028" y="390"/>
                    <a:pt x="3797" y="275"/>
                  </a:cubicBezTo>
                  <a:lnTo>
                    <a:pt x="3263" y="1"/>
                  </a:lnTo>
                  <a:cubicBezTo>
                    <a:pt x="2989" y="427"/>
                    <a:pt x="2541" y="639"/>
                    <a:pt x="2094" y="639"/>
                  </a:cubicBezTo>
                  <a:cubicBezTo>
                    <a:pt x="1646" y="639"/>
                    <a:pt x="1199" y="427"/>
                    <a:pt x="925" y="1"/>
                  </a:cubicBezTo>
                  <a:close/>
                </a:path>
              </a:pathLst>
            </a:custGeom>
            <a:solidFill>
              <a:srgbClr val="EFF2F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055" name="Google Shape;20055;p47"/>
            <p:cNvSpPr/>
            <p:nvPr/>
          </p:nvSpPr>
          <p:spPr>
            <a:xfrm>
              <a:off x="1342779" y="3527393"/>
              <a:ext cx="72668" cy="59534"/>
            </a:xfrm>
            <a:custGeom>
              <a:rect b="b" l="l" r="r" t="t"/>
              <a:pathLst>
                <a:path extrusionOk="0" h="2271" w="2772">
                  <a:moveTo>
                    <a:pt x="1083" y="1"/>
                  </a:moveTo>
                  <a:cubicBezTo>
                    <a:pt x="986" y="1"/>
                    <a:pt x="904" y="45"/>
                    <a:pt x="866" y="134"/>
                  </a:cubicBezTo>
                  <a:cubicBezTo>
                    <a:pt x="780" y="292"/>
                    <a:pt x="679" y="437"/>
                    <a:pt x="549" y="552"/>
                  </a:cubicBezTo>
                  <a:cubicBezTo>
                    <a:pt x="419" y="653"/>
                    <a:pt x="274" y="754"/>
                    <a:pt x="130" y="827"/>
                  </a:cubicBezTo>
                  <a:cubicBezTo>
                    <a:pt x="43" y="870"/>
                    <a:pt x="0" y="971"/>
                    <a:pt x="15" y="1072"/>
                  </a:cubicBezTo>
                  <a:cubicBezTo>
                    <a:pt x="101" y="1750"/>
                    <a:pt x="693" y="2270"/>
                    <a:pt x="1386" y="2270"/>
                  </a:cubicBezTo>
                  <a:cubicBezTo>
                    <a:pt x="2108" y="2270"/>
                    <a:pt x="2714" y="1707"/>
                    <a:pt x="2772" y="985"/>
                  </a:cubicBezTo>
                  <a:cubicBezTo>
                    <a:pt x="2772" y="928"/>
                    <a:pt x="2743" y="855"/>
                    <a:pt x="2685" y="812"/>
                  </a:cubicBezTo>
                  <a:cubicBezTo>
                    <a:pt x="2238" y="422"/>
                    <a:pt x="1689" y="148"/>
                    <a:pt x="1126" y="4"/>
                  </a:cubicBezTo>
                  <a:cubicBezTo>
                    <a:pt x="1112" y="2"/>
                    <a:pt x="1097" y="1"/>
                    <a:pt x="1083" y="1"/>
                  </a:cubicBezTo>
                  <a:close/>
                </a:path>
              </a:pathLst>
            </a:custGeom>
            <a:solidFill>
              <a:srgbClr val="BCC9D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056" name="Google Shape;20056;p47"/>
            <p:cNvSpPr/>
            <p:nvPr/>
          </p:nvSpPr>
          <p:spPr>
            <a:xfrm>
              <a:off x="1342779" y="3527393"/>
              <a:ext cx="73061" cy="59141"/>
            </a:xfrm>
            <a:custGeom>
              <a:rect b="b" l="l" r="r" t="t"/>
              <a:pathLst>
                <a:path extrusionOk="0" h="2256" w="2787">
                  <a:moveTo>
                    <a:pt x="1088" y="1"/>
                  </a:moveTo>
                  <a:cubicBezTo>
                    <a:pt x="997" y="1"/>
                    <a:pt x="904" y="45"/>
                    <a:pt x="866" y="134"/>
                  </a:cubicBezTo>
                  <a:cubicBezTo>
                    <a:pt x="808" y="249"/>
                    <a:pt x="736" y="350"/>
                    <a:pt x="650" y="451"/>
                  </a:cubicBezTo>
                  <a:cubicBezTo>
                    <a:pt x="621" y="480"/>
                    <a:pt x="592" y="523"/>
                    <a:pt x="549" y="552"/>
                  </a:cubicBezTo>
                  <a:cubicBezTo>
                    <a:pt x="433" y="653"/>
                    <a:pt x="289" y="754"/>
                    <a:pt x="144" y="827"/>
                  </a:cubicBezTo>
                  <a:cubicBezTo>
                    <a:pt x="58" y="870"/>
                    <a:pt x="0" y="971"/>
                    <a:pt x="15" y="1072"/>
                  </a:cubicBezTo>
                  <a:cubicBezTo>
                    <a:pt x="101" y="1678"/>
                    <a:pt x="577" y="2169"/>
                    <a:pt x="1184" y="2256"/>
                  </a:cubicBezTo>
                  <a:cubicBezTo>
                    <a:pt x="866" y="2068"/>
                    <a:pt x="693" y="1722"/>
                    <a:pt x="693" y="1361"/>
                  </a:cubicBezTo>
                  <a:lnTo>
                    <a:pt x="693" y="1029"/>
                  </a:lnTo>
                  <a:cubicBezTo>
                    <a:pt x="751" y="985"/>
                    <a:pt x="808" y="942"/>
                    <a:pt x="852" y="899"/>
                  </a:cubicBezTo>
                  <a:cubicBezTo>
                    <a:pt x="982" y="783"/>
                    <a:pt x="1097" y="653"/>
                    <a:pt x="1184" y="509"/>
                  </a:cubicBezTo>
                  <a:cubicBezTo>
                    <a:pt x="1631" y="653"/>
                    <a:pt x="2035" y="870"/>
                    <a:pt x="2396" y="1159"/>
                  </a:cubicBezTo>
                  <a:cubicBezTo>
                    <a:pt x="2440" y="1202"/>
                    <a:pt x="2541" y="1303"/>
                    <a:pt x="2671" y="1418"/>
                  </a:cubicBezTo>
                  <a:cubicBezTo>
                    <a:pt x="2728" y="1288"/>
                    <a:pt x="2772" y="1144"/>
                    <a:pt x="2772" y="1000"/>
                  </a:cubicBezTo>
                  <a:cubicBezTo>
                    <a:pt x="2786" y="928"/>
                    <a:pt x="2757" y="855"/>
                    <a:pt x="2700" y="812"/>
                  </a:cubicBezTo>
                  <a:cubicBezTo>
                    <a:pt x="2238" y="437"/>
                    <a:pt x="1703" y="162"/>
                    <a:pt x="1126" y="4"/>
                  </a:cubicBezTo>
                  <a:cubicBezTo>
                    <a:pt x="1113" y="2"/>
                    <a:pt x="1101" y="1"/>
                    <a:pt x="1088" y="1"/>
                  </a:cubicBezTo>
                  <a:close/>
                </a:path>
              </a:pathLst>
            </a:custGeom>
            <a:solidFill>
              <a:srgbClr val="AABBC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057" name="Google Shape;20057;p47"/>
            <p:cNvSpPr/>
            <p:nvPr/>
          </p:nvSpPr>
          <p:spPr>
            <a:xfrm>
              <a:off x="1324612" y="3619067"/>
              <a:ext cx="24249" cy="52981"/>
            </a:xfrm>
            <a:custGeom>
              <a:rect b="b" l="l" r="r" t="t"/>
              <a:pathLst>
                <a:path extrusionOk="0" h="2021" w="925">
                  <a:moveTo>
                    <a:pt x="145" y="0"/>
                  </a:moveTo>
                  <a:cubicBezTo>
                    <a:pt x="58" y="116"/>
                    <a:pt x="0" y="260"/>
                    <a:pt x="0" y="419"/>
                  </a:cubicBezTo>
                  <a:lnTo>
                    <a:pt x="0" y="1790"/>
                  </a:lnTo>
                  <a:cubicBezTo>
                    <a:pt x="0" y="1906"/>
                    <a:pt x="116" y="2021"/>
                    <a:pt x="231" y="2021"/>
                  </a:cubicBezTo>
                  <a:lnTo>
                    <a:pt x="924" y="2021"/>
                  </a:lnTo>
                  <a:lnTo>
                    <a:pt x="924" y="852"/>
                  </a:lnTo>
                  <a:cubicBezTo>
                    <a:pt x="924" y="707"/>
                    <a:pt x="866" y="577"/>
                    <a:pt x="751" y="491"/>
                  </a:cubicBezTo>
                  <a:lnTo>
                    <a:pt x="145" y="0"/>
                  </a:lnTo>
                  <a:close/>
                </a:path>
              </a:pathLst>
            </a:custGeom>
            <a:solidFill>
              <a:srgbClr val="E9EDF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058" name="Google Shape;20058;p47"/>
            <p:cNvSpPr/>
            <p:nvPr/>
          </p:nvSpPr>
          <p:spPr>
            <a:xfrm>
              <a:off x="1409365" y="3586901"/>
              <a:ext cx="206286" cy="85146"/>
            </a:xfrm>
            <a:custGeom>
              <a:rect b="b" l="l" r="r" t="t"/>
              <a:pathLst>
                <a:path extrusionOk="0" h="3248" w="7869">
                  <a:moveTo>
                    <a:pt x="2556" y="0"/>
                  </a:moveTo>
                  <a:lnTo>
                    <a:pt x="621" y="707"/>
                  </a:lnTo>
                  <a:cubicBezTo>
                    <a:pt x="246" y="837"/>
                    <a:pt x="1" y="1184"/>
                    <a:pt x="1" y="1574"/>
                  </a:cubicBezTo>
                  <a:lnTo>
                    <a:pt x="1" y="3017"/>
                  </a:lnTo>
                  <a:cubicBezTo>
                    <a:pt x="1" y="3133"/>
                    <a:pt x="116" y="3248"/>
                    <a:pt x="232" y="3248"/>
                  </a:cubicBezTo>
                  <a:lnTo>
                    <a:pt x="7637" y="3248"/>
                  </a:lnTo>
                  <a:cubicBezTo>
                    <a:pt x="7767" y="3248"/>
                    <a:pt x="7868" y="3133"/>
                    <a:pt x="7868" y="3017"/>
                  </a:cubicBezTo>
                  <a:lnTo>
                    <a:pt x="7868" y="1574"/>
                  </a:lnTo>
                  <a:cubicBezTo>
                    <a:pt x="7868" y="1184"/>
                    <a:pt x="7623" y="837"/>
                    <a:pt x="7262" y="707"/>
                  </a:cubicBezTo>
                  <a:lnTo>
                    <a:pt x="5327" y="0"/>
                  </a:lnTo>
                  <a:lnTo>
                    <a:pt x="3942" y="462"/>
                  </a:lnTo>
                  <a:lnTo>
                    <a:pt x="2556" y="0"/>
                  </a:lnTo>
                  <a:close/>
                </a:path>
              </a:pathLst>
            </a:custGeom>
            <a:solidFill>
              <a:srgbClr val="9AAAB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059" name="Google Shape;20059;p47"/>
            <p:cNvSpPr/>
            <p:nvPr/>
          </p:nvSpPr>
          <p:spPr>
            <a:xfrm>
              <a:off x="1500567" y="3611098"/>
              <a:ext cx="24249" cy="60950"/>
            </a:xfrm>
            <a:custGeom>
              <a:rect b="b" l="l" r="r" t="t"/>
              <a:pathLst>
                <a:path extrusionOk="0" h="2325" w="925">
                  <a:moveTo>
                    <a:pt x="217" y="1"/>
                  </a:moveTo>
                  <a:lnTo>
                    <a:pt x="1" y="2325"/>
                  </a:lnTo>
                  <a:lnTo>
                    <a:pt x="925" y="2325"/>
                  </a:lnTo>
                  <a:lnTo>
                    <a:pt x="708" y="1"/>
                  </a:lnTo>
                  <a:close/>
                </a:path>
              </a:pathLst>
            </a:custGeom>
            <a:solidFill>
              <a:srgbClr val="91A8B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060" name="Google Shape;20060;p47"/>
            <p:cNvSpPr/>
            <p:nvPr/>
          </p:nvSpPr>
          <p:spPr>
            <a:xfrm>
              <a:off x="1502088" y="3598986"/>
              <a:ext cx="21208" cy="20474"/>
            </a:xfrm>
            <a:custGeom>
              <a:rect b="b" l="l" r="r" t="t"/>
              <a:pathLst>
                <a:path extrusionOk="0" h="781" w="809">
                  <a:moveTo>
                    <a:pt x="0" y="1"/>
                  </a:moveTo>
                  <a:lnTo>
                    <a:pt x="0" y="622"/>
                  </a:lnTo>
                  <a:cubicBezTo>
                    <a:pt x="0" y="708"/>
                    <a:pt x="73" y="780"/>
                    <a:pt x="159" y="780"/>
                  </a:cubicBezTo>
                  <a:lnTo>
                    <a:pt x="650" y="780"/>
                  </a:lnTo>
                  <a:cubicBezTo>
                    <a:pt x="737" y="780"/>
                    <a:pt x="809" y="708"/>
                    <a:pt x="809" y="622"/>
                  </a:cubicBezTo>
                  <a:lnTo>
                    <a:pt x="809" y="1"/>
                  </a:lnTo>
                  <a:close/>
                </a:path>
              </a:pathLst>
            </a:custGeom>
            <a:solidFill>
              <a:srgbClr val="667A8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061" name="Google Shape;20061;p47"/>
            <p:cNvSpPr/>
            <p:nvPr/>
          </p:nvSpPr>
          <p:spPr>
            <a:xfrm>
              <a:off x="1579291" y="3611858"/>
              <a:ext cx="36360" cy="60190"/>
            </a:xfrm>
            <a:custGeom>
              <a:rect b="b" l="l" r="r" t="t"/>
              <a:pathLst>
                <a:path extrusionOk="0" h="2296" w="1387">
                  <a:moveTo>
                    <a:pt x="1141" y="1"/>
                  </a:moveTo>
                  <a:lnTo>
                    <a:pt x="275" y="867"/>
                  </a:lnTo>
                  <a:cubicBezTo>
                    <a:pt x="101" y="1040"/>
                    <a:pt x="0" y="1271"/>
                    <a:pt x="0" y="1516"/>
                  </a:cubicBezTo>
                  <a:lnTo>
                    <a:pt x="0" y="2296"/>
                  </a:lnTo>
                  <a:lnTo>
                    <a:pt x="1155" y="2296"/>
                  </a:lnTo>
                  <a:cubicBezTo>
                    <a:pt x="1285" y="2296"/>
                    <a:pt x="1386" y="2181"/>
                    <a:pt x="1386" y="2065"/>
                  </a:cubicBezTo>
                  <a:lnTo>
                    <a:pt x="1386" y="622"/>
                  </a:lnTo>
                  <a:cubicBezTo>
                    <a:pt x="1386" y="391"/>
                    <a:pt x="1299" y="160"/>
                    <a:pt x="1141" y="1"/>
                  </a:cubicBezTo>
                  <a:close/>
                </a:path>
              </a:pathLst>
            </a:custGeom>
            <a:solidFill>
              <a:srgbClr val="8397A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062" name="Google Shape;20062;p47"/>
            <p:cNvSpPr/>
            <p:nvPr/>
          </p:nvSpPr>
          <p:spPr>
            <a:xfrm>
              <a:off x="1446066" y="3399202"/>
              <a:ext cx="133251" cy="96891"/>
            </a:xfrm>
            <a:custGeom>
              <a:rect b="b" l="l" r="r" t="t"/>
              <a:pathLst>
                <a:path extrusionOk="0" h="3696" w="5083">
                  <a:moveTo>
                    <a:pt x="1849" y="0"/>
                  </a:moveTo>
                  <a:cubicBezTo>
                    <a:pt x="824" y="0"/>
                    <a:pt x="1" y="823"/>
                    <a:pt x="1" y="1848"/>
                  </a:cubicBezTo>
                  <a:lnTo>
                    <a:pt x="1" y="2396"/>
                  </a:lnTo>
                  <a:cubicBezTo>
                    <a:pt x="1" y="2642"/>
                    <a:pt x="30" y="2887"/>
                    <a:pt x="116" y="3118"/>
                  </a:cubicBezTo>
                  <a:lnTo>
                    <a:pt x="189" y="3349"/>
                  </a:lnTo>
                  <a:cubicBezTo>
                    <a:pt x="217" y="3421"/>
                    <a:pt x="232" y="3493"/>
                    <a:pt x="232" y="3566"/>
                  </a:cubicBezTo>
                  <a:lnTo>
                    <a:pt x="232" y="3696"/>
                  </a:lnTo>
                  <a:lnTo>
                    <a:pt x="4851" y="3696"/>
                  </a:lnTo>
                  <a:lnTo>
                    <a:pt x="4851" y="3580"/>
                  </a:lnTo>
                  <a:cubicBezTo>
                    <a:pt x="4851" y="3508"/>
                    <a:pt x="4851" y="3421"/>
                    <a:pt x="4880" y="3349"/>
                  </a:cubicBezTo>
                  <a:lnTo>
                    <a:pt x="4952" y="3133"/>
                  </a:lnTo>
                  <a:cubicBezTo>
                    <a:pt x="5039" y="2887"/>
                    <a:pt x="5082" y="2642"/>
                    <a:pt x="5082" y="2396"/>
                  </a:cubicBezTo>
                  <a:lnTo>
                    <a:pt x="5082" y="462"/>
                  </a:lnTo>
                  <a:cubicBezTo>
                    <a:pt x="5082" y="202"/>
                    <a:pt x="4880" y="0"/>
                    <a:pt x="4620" y="0"/>
                  </a:cubicBezTo>
                  <a:close/>
                </a:path>
              </a:pathLst>
            </a:custGeom>
            <a:solidFill>
              <a:srgbClr val="667A8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063" name="Google Shape;20063;p47"/>
            <p:cNvSpPr/>
            <p:nvPr/>
          </p:nvSpPr>
          <p:spPr>
            <a:xfrm>
              <a:off x="1476345" y="3399202"/>
              <a:ext cx="102973" cy="96891"/>
            </a:xfrm>
            <a:custGeom>
              <a:rect b="b" l="l" r="r" t="t"/>
              <a:pathLst>
                <a:path extrusionOk="0" h="3696" w="3928">
                  <a:moveTo>
                    <a:pt x="939" y="0"/>
                  </a:moveTo>
                  <a:cubicBezTo>
                    <a:pt x="419" y="0"/>
                    <a:pt x="1" y="419"/>
                    <a:pt x="1" y="938"/>
                  </a:cubicBezTo>
                  <a:cubicBezTo>
                    <a:pt x="1" y="1458"/>
                    <a:pt x="419" y="1877"/>
                    <a:pt x="939" y="1877"/>
                  </a:cubicBezTo>
                  <a:lnTo>
                    <a:pt x="1069" y="1877"/>
                  </a:lnTo>
                  <a:lnTo>
                    <a:pt x="1127" y="3696"/>
                  </a:lnTo>
                  <a:lnTo>
                    <a:pt x="3696" y="3696"/>
                  </a:lnTo>
                  <a:lnTo>
                    <a:pt x="3696" y="3580"/>
                  </a:lnTo>
                  <a:cubicBezTo>
                    <a:pt x="3696" y="3508"/>
                    <a:pt x="3696" y="3421"/>
                    <a:pt x="3725" y="3349"/>
                  </a:cubicBezTo>
                  <a:lnTo>
                    <a:pt x="3797" y="3133"/>
                  </a:lnTo>
                  <a:cubicBezTo>
                    <a:pt x="3884" y="2887"/>
                    <a:pt x="3927" y="2642"/>
                    <a:pt x="3927" y="2396"/>
                  </a:cubicBezTo>
                  <a:lnTo>
                    <a:pt x="3927" y="462"/>
                  </a:lnTo>
                  <a:cubicBezTo>
                    <a:pt x="3927" y="202"/>
                    <a:pt x="3711" y="0"/>
                    <a:pt x="3465" y="0"/>
                  </a:cubicBezTo>
                  <a:close/>
                </a:path>
              </a:pathLst>
            </a:custGeom>
            <a:solidFill>
              <a:srgbClr val="5C728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064" name="Google Shape;20064;p47"/>
            <p:cNvSpPr/>
            <p:nvPr/>
          </p:nvSpPr>
          <p:spPr>
            <a:xfrm>
              <a:off x="1476345" y="3544512"/>
              <a:ext cx="72694" cy="54501"/>
            </a:xfrm>
            <a:custGeom>
              <a:rect b="b" l="l" r="r" t="t"/>
              <a:pathLst>
                <a:path extrusionOk="0" h="2079" w="2773">
                  <a:moveTo>
                    <a:pt x="1" y="0"/>
                  </a:moveTo>
                  <a:lnTo>
                    <a:pt x="1" y="2079"/>
                  </a:lnTo>
                  <a:lnTo>
                    <a:pt x="2772" y="2079"/>
                  </a:lnTo>
                  <a:lnTo>
                    <a:pt x="2772" y="0"/>
                  </a:lnTo>
                  <a:close/>
                </a:path>
              </a:pathLst>
            </a:custGeom>
            <a:solidFill>
              <a:srgbClr val="AABBC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065" name="Google Shape;20065;p47"/>
            <p:cNvSpPr/>
            <p:nvPr/>
          </p:nvSpPr>
          <p:spPr>
            <a:xfrm>
              <a:off x="1476345" y="3544512"/>
              <a:ext cx="72694" cy="30383"/>
            </a:xfrm>
            <a:custGeom>
              <a:rect b="b" l="l" r="r" t="t"/>
              <a:pathLst>
                <a:path extrusionOk="0" h="1159" w="2773">
                  <a:moveTo>
                    <a:pt x="1" y="0"/>
                  </a:moveTo>
                  <a:lnTo>
                    <a:pt x="1" y="780"/>
                  </a:lnTo>
                  <a:cubicBezTo>
                    <a:pt x="427" y="1032"/>
                    <a:pt x="903" y="1159"/>
                    <a:pt x="1381" y="1159"/>
                  </a:cubicBezTo>
                  <a:cubicBezTo>
                    <a:pt x="1859" y="1159"/>
                    <a:pt x="2339" y="1032"/>
                    <a:pt x="2772" y="780"/>
                  </a:cubicBezTo>
                  <a:lnTo>
                    <a:pt x="2772" y="0"/>
                  </a:lnTo>
                  <a:close/>
                </a:path>
              </a:pathLst>
            </a:custGeom>
            <a:solidFill>
              <a:srgbClr val="94A5B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066" name="Google Shape;20066;p47"/>
            <p:cNvSpPr/>
            <p:nvPr/>
          </p:nvSpPr>
          <p:spPr>
            <a:xfrm>
              <a:off x="1464233" y="3576887"/>
              <a:ext cx="48472" cy="43438"/>
            </a:xfrm>
            <a:custGeom>
              <a:rect b="b" l="l" r="r" t="t"/>
              <a:pathLst>
                <a:path extrusionOk="0" h="1657" w="1849">
                  <a:moveTo>
                    <a:pt x="413" y="1"/>
                  </a:moveTo>
                  <a:cubicBezTo>
                    <a:pt x="327" y="1"/>
                    <a:pt x="242" y="49"/>
                    <a:pt x="203" y="137"/>
                  </a:cubicBezTo>
                  <a:lnTo>
                    <a:pt x="1" y="555"/>
                  </a:lnTo>
                  <a:lnTo>
                    <a:pt x="752" y="1566"/>
                  </a:lnTo>
                  <a:cubicBezTo>
                    <a:pt x="798" y="1628"/>
                    <a:pt x="869" y="1656"/>
                    <a:pt x="941" y="1656"/>
                  </a:cubicBezTo>
                  <a:cubicBezTo>
                    <a:pt x="1003" y="1656"/>
                    <a:pt x="1065" y="1635"/>
                    <a:pt x="1112" y="1595"/>
                  </a:cubicBezTo>
                  <a:lnTo>
                    <a:pt x="1849" y="844"/>
                  </a:lnTo>
                  <a:lnTo>
                    <a:pt x="535" y="36"/>
                  </a:lnTo>
                  <a:cubicBezTo>
                    <a:pt x="497" y="12"/>
                    <a:pt x="455" y="1"/>
                    <a:pt x="413" y="1"/>
                  </a:cubicBezTo>
                  <a:close/>
                </a:path>
              </a:pathLst>
            </a:custGeom>
            <a:solidFill>
              <a:srgbClr val="8397A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067" name="Google Shape;20067;p47"/>
            <p:cNvSpPr/>
            <p:nvPr/>
          </p:nvSpPr>
          <p:spPr>
            <a:xfrm>
              <a:off x="1512679" y="3576887"/>
              <a:ext cx="48472" cy="43438"/>
            </a:xfrm>
            <a:custGeom>
              <a:rect b="b" l="l" r="r" t="t"/>
              <a:pathLst>
                <a:path extrusionOk="0" h="1657" w="1849">
                  <a:moveTo>
                    <a:pt x="1436" y="1"/>
                  </a:moveTo>
                  <a:cubicBezTo>
                    <a:pt x="1394" y="1"/>
                    <a:pt x="1352" y="12"/>
                    <a:pt x="1314" y="36"/>
                  </a:cubicBezTo>
                  <a:lnTo>
                    <a:pt x="1" y="844"/>
                  </a:lnTo>
                  <a:lnTo>
                    <a:pt x="737" y="1595"/>
                  </a:lnTo>
                  <a:cubicBezTo>
                    <a:pt x="784" y="1635"/>
                    <a:pt x="843" y="1656"/>
                    <a:pt x="902" y="1656"/>
                  </a:cubicBezTo>
                  <a:cubicBezTo>
                    <a:pt x="970" y="1656"/>
                    <a:pt x="1037" y="1628"/>
                    <a:pt x="1083" y="1566"/>
                  </a:cubicBezTo>
                  <a:lnTo>
                    <a:pt x="1848" y="555"/>
                  </a:lnTo>
                  <a:lnTo>
                    <a:pt x="1646" y="137"/>
                  </a:lnTo>
                  <a:cubicBezTo>
                    <a:pt x="1607" y="49"/>
                    <a:pt x="1522" y="1"/>
                    <a:pt x="1436" y="1"/>
                  </a:cubicBezTo>
                  <a:close/>
                </a:path>
              </a:pathLst>
            </a:custGeom>
            <a:solidFill>
              <a:srgbClr val="8397A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068" name="Google Shape;20068;p47"/>
            <p:cNvSpPr/>
            <p:nvPr/>
          </p:nvSpPr>
          <p:spPr>
            <a:xfrm>
              <a:off x="1452122" y="3448171"/>
              <a:ext cx="121140" cy="114533"/>
            </a:xfrm>
            <a:custGeom>
              <a:rect b="b" l="l" r="r" t="t"/>
              <a:pathLst>
                <a:path extrusionOk="0" h="4369" w="4621">
                  <a:moveTo>
                    <a:pt x="2025" y="1"/>
                  </a:moveTo>
                  <a:cubicBezTo>
                    <a:pt x="1423" y="1"/>
                    <a:pt x="898" y="105"/>
                    <a:pt x="636" y="167"/>
                  </a:cubicBezTo>
                  <a:cubicBezTo>
                    <a:pt x="535" y="182"/>
                    <a:pt x="463" y="283"/>
                    <a:pt x="463" y="384"/>
                  </a:cubicBezTo>
                  <a:lnTo>
                    <a:pt x="463" y="947"/>
                  </a:lnTo>
                  <a:cubicBezTo>
                    <a:pt x="463" y="1062"/>
                    <a:pt x="405" y="1178"/>
                    <a:pt x="319" y="1279"/>
                  </a:cubicBezTo>
                  <a:lnTo>
                    <a:pt x="131" y="1467"/>
                  </a:lnTo>
                  <a:cubicBezTo>
                    <a:pt x="44" y="1553"/>
                    <a:pt x="1" y="1669"/>
                    <a:pt x="1" y="1784"/>
                  </a:cubicBezTo>
                  <a:lnTo>
                    <a:pt x="1" y="2059"/>
                  </a:lnTo>
                  <a:cubicBezTo>
                    <a:pt x="1" y="3343"/>
                    <a:pt x="1026" y="4368"/>
                    <a:pt x="2311" y="4368"/>
                  </a:cubicBezTo>
                  <a:cubicBezTo>
                    <a:pt x="3581" y="4368"/>
                    <a:pt x="4620" y="3329"/>
                    <a:pt x="4620" y="2059"/>
                  </a:cubicBezTo>
                  <a:lnTo>
                    <a:pt x="4620" y="1784"/>
                  </a:lnTo>
                  <a:cubicBezTo>
                    <a:pt x="4620" y="1669"/>
                    <a:pt x="4577" y="1539"/>
                    <a:pt x="4490" y="1452"/>
                  </a:cubicBezTo>
                  <a:lnTo>
                    <a:pt x="4303" y="1265"/>
                  </a:lnTo>
                  <a:cubicBezTo>
                    <a:pt x="4202" y="1178"/>
                    <a:pt x="4158" y="1062"/>
                    <a:pt x="4158" y="947"/>
                  </a:cubicBezTo>
                  <a:lnTo>
                    <a:pt x="4158" y="817"/>
                  </a:lnTo>
                  <a:cubicBezTo>
                    <a:pt x="4158" y="716"/>
                    <a:pt x="4115" y="629"/>
                    <a:pt x="4043" y="572"/>
                  </a:cubicBezTo>
                  <a:cubicBezTo>
                    <a:pt x="3439" y="126"/>
                    <a:pt x="2685" y="1"/>
                    <a:pt x="2025" y="1"/>
                  </a:cubicBezTo>
                  <a:close/>
                </a:path>
              </a:pathLst>
            </a:custGeom>
            <a:solidFill>
              <a:srgbClr val="BCC9D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069" name="Google Shape;20069;p47"/>
            <p:cNvSpPr/>
            <p:nvPr/>
          </p:nvSpPr>
          <p:spPr>
            <a:xfrm>
              <a:off x="1452122" y="3448355"/>
              <a:ext cx="109028" cy="113957"/>
            </a:xfrm>
            <a:custGeom>
              <a:rect b="b" l="l" r="r" t="t"/>
              <a:pathLst>
                <a:path extrusionOk="0" h="4347" w="4159">
                  <a:moveTo>
                    <a:pt x="1986" y="1"/>
                  </a:moveTo>
                  <a:cubicBezTo>
                    <a:pt x="1772" y="1"/>
                    <a:pt x="1570" y="13"/>
                    <a:pt x="1387" y="31"/>
                  </a:cubicBezTo>
                  <a:cubicBezTo>
                    <a:pt x="1127" y="59"/>
                    <a:pt x="881" y="103"/>
                    <a:pt x="636" y="160"/>
                  </a:cubicBezTo>
                  <a:cubicBezTo>
                    <a:pt x="521" y="189"/>
                    <a:pt x="448" y="276"/>
                    <a:pt x="448" y="391"/>
                  </a:cubicBezTo>
                  <a:lnTo>
                    <a:pt x="448" y="940"/>
                  </a:lnTo>
                  <a:cubicBezTo>
                    <a:pt x="448" y="1055"/>
                    <a:pt x="405" y="1171"/>
                    <a:pt x="319" y="1272"/>
                  </a:cubicBezTo>
                  <a:lnTo>
                    <a:pt x="131" y="1460"/>
                  </a:lnTo>
                  <a:cubicBezTo>
                    <a:pt x="44" y="1546"/>
                    <a:pt x="1" y="1662"/>
                    <a:pt x="1" y="1792"/>
                  </a:cubicBezTo>
                  <a:lnTo>
                    <a:pt x="1" y="2052"/>
                  </a:lnTo>
                  <a:cubicBezTo>
                    <a:pt x="1" y="3221"/>
                    <a:pt x="867" y="4202"/>
                    <a:pt x="2022" y="4347"/>
                  </a:cubicBezTo>
                  <a:cubicBezTo>
                    <a:pt x="1618" y="3914"/>
                    <a:pt x="1387" y="3351"/>
                    <a:pt x="1387" y="2744"/>
                  </a:cubicBezTo>
                  <a:lnTo>
                    <a:pt x="1387" y="1055"/>
                  </a:lnTo>
                  <a:cubicBezTo>
                    <a:pt x="1387" y="825"/>
                    <a:pt x="1560" y="622"/>
                    <a:pt x="1791" y="594"/>
                  </a:cubicBezTo>
                  <a:cubicBezTo>
                    <a:pt x="1966" y="575"/>
                    <a:pt x="2188" y="558"/>
                    <a:pt x="2436" y="558"/>
                  </a:cubicBezTo>
                  <a:cubicBezTo>
                    <a:pt x="2964" y="558"/>
                    <a:pt x="3608" y="635"/>
                    <a:pt x="4158" y="940"/>
                  </a:cubicBezTo>
                  <a:lnTo>
                    <a:pt x="4158" y="810"/>
                  </a:lnTo>
                  <a:cubicBezTo>
                    <a:pt x="4158" y="723"/>
                    <a:pt x="4115" y="637"/>
                    <a:pt x="4043" y="579"/>
                  </a:cubicBezTo>
                  <a:cubicBezTo>
                    <a:pt x="3420" y="121"/>
                    <a:pt x="2649" y="1"/>
                    <a:pt x="1986" y="1"/>
                  </a:cubicBezTo>
                  <a:close/>
                </a:path>
              </a:pathLst>
            </a:custGeom>
            <a:solidFill>
              <a:srgbClr val="AABBC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070" name="Google Shape;20070;p47"/>
            <p:cNvSpPr/>
            <p:nvPr/>
          </p:nvSpPr>
          <p:spPr>
            <a:xfrm>
              <a:off x="1409759" y="3611858"/>
              <a:ext cx="36334" cy="60190"/>
            </a:xfrm>
            <a:custGeom>
              <a:rect b="b" l="l" r="r" t="t"/>
              <a:pathLst>
                <a:path extrusionOk="0" h="2296" w="1386">
                  <a:moveTo>
                    <a:pt x="246" y="1"/>
                  </a:moveTo>
                  <a:cubicBezTo>
                    <a:pt x="87" y="160"/>
                    <a:pt x="0" y="391"/>
                    <a:pt x="0" y="622"/>
                  </a:cubicBezTo>
                  <a:lnTo>
                    <a:pt x="0" y="2065"/>
                  </a:lnTo>
                  <a:cubicBezTo>
                    <a:pt x="0" y="2181"/>
                    <a:pt x="101" y="2296"/>
                    <a:pt x="231" y="2296"/>
                  </a:cubicBezTo>
                  <a:lnTo>
                    <a:pt x="1386" y="2296"/>
                  </a:lnTo>
                  <a:lnTo>
                    <a:pt x="1386" y="1516"/>
                  </a:lnTo>
                  <a:cubicBezTo>
                    <a:pt x="1386" y="1271"/>
                    <a:pt x="1285" y="1040"/>
                    <a:pt x="1112" y="867"/>
                  </a:cubicBezTo>
                  <a:lnTo>
                    <a:pt x="246" y="1"/>
                  </a:lnTo>
                  <a:close/>
                </a:path>
              </a:pathLst>
            </a:custGeom>
            <a:solidFill>
              <a:srgbClr val="8397A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20071" name="Google Shape;20071;p47"/>
          <p:cNvGrpSpPr/>
          <p:nvPr/>
        </p:nvGrpSpPr>
        <p:grpSpPr>
          <a:xfrm>
            <a:off x="1798763" y="3395401"/>
            <a:ext cx="376186" cy="280448"/>
            <a:chOff x="1798763" y="3395401"/>
            <a:chExt cx="376186" cy="280448"/>
          </a:xfrm>
        </p:grpSpPr>
        <p:sp>
          <p:nvSpPr>
            <p:cNvPr id="20072" name="Google Shape;20072;p47"/>
            <p:cNvSpPr/>
            <p:nvPr/>
          </p:nvSpPr>
          <p:spPr>
            <a:xfrm>
              <a:off x="2097352" y="3478660"/>
              <a:ext cx="47711" cy="42023"/>
            </a:xfrm>
            <a:custGeom>
              <a:rect b="b" l="l" r="r" t="t"/>
              <a:pathLst>
                <a:path extrusionOk="0" h="1603" w="1820">
                  <a:moveTo>
                    <a:pt x="910" y="1"/>
                  </a:moveTo>
                  <a:cubicBezTo>
                    <a:pt x="405" y="1"/>
                    <a:pt x="0" y="361"/>
                    <a:pt x="0" y="809"/>
                  </a:cubicBezTo>
                  <a:cubicBezTo>
                    <a:pt x="0" y="1242"/>
                    <a:pt x="405" y="1603"/>
                    <a:pt x="910" y="1603"/>
                  </a:cubicBezTo>
                  <a:cubicBezTo>
                    <a:pt x="1401" y="1603"/>
                    <a:pt x="1819" y="1242"/>
                    <a:pt x="1819" y="809"/>
                  </a:cubicBezTo>
                  <a:cubicBezTo>
                    <a:pt x="1819" y="361"/>
                    <a:pt x="1401" y="1"/>
                    <a:pt x="910" y="1"/>
                  </a:cubicBezTo>
                  <a:close/>
                </a:path>
              </a:pathLst>
            </a:custGeom>
            <a:solidFill>
              <a:srgbClr val="92A9B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073" name="Google Shape;20073;p47"/>
            <p:cNvSpPr/>
            <p:nvPr/>
          </p:nvSpPr>
          <p:spPr>
            <a:xfrm>
              <a:off x="2097352" y="3478660"/>
              <a:ext cx="32559" cy="42023"/>
            </a:xfrm>
            <a:custGeom>
              <a:rect b="b" l="l" r="r" t="t"/>
              <a:pathLst>
                <a:path extrusionOk="0" h="1603" w="1242">
                  <a:moveTo>
                    <a:pt x="910" y="1"/>
                  </a:moveTo>
                  <a:cubicBezTo>
                    <a:pt x="405" y="1"/>
                    <a:pt x="0" y="361"/>
                    <a:pt x="0" y="809"/>
                  </a:cubicBezTo>
                  <a:cubicBezTo>
                    <a:pt x="0" y="1242"/>
                    <a:pt x="405" y="1603"/>
                    <a:pt x="910" y="1603"/>
                  </a:cubicBezTo>
                  <a:cubicBezTo>
                    <a:pt x="1025" y="1603"/>
                    <a:pt x="1141" y="1574"/>
                    <a:pt x="1242" y="1545"/>
                  </a:cubicBezTo>
                  <a:cubicBezTo>
                    <a:pt x="924" y="1444"/>
                    <a:pt x="693" y="1141"/>
                    <a:pt x="679" y="809"/>
                  </a:cubicBezTo>
                  <a:cubicBezTo>
                    <a:pt x="693" y="462"/>
                    <a:pt x="924" y="159"/>
                    <a:pt x="1242" y="73"/>
                  </a:cubicBezTo>
                  <a:cubicBezTo>
                    <a:pt x="1141" y="29"/>
                    <a:pt x="1025" y="1"/>
                    <a:pt x="910" y="1"/>
                  </a:cubicBezTo>
                  <a:close/>
                </a:path>
              </a:pathLst>
            </a:custGeom>
            <a:solidFill>
              <a:srgbClr val="5C728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074" name="Google Shape;20074;p47"/>
            <p:cNvSpPr/>
            <p:nvPr/>
          </p:nvSpPr>
          <p:spPr>
            <a:xfrm>
              <a:off x="2067441" y="3580452"/>
              <a:ext cx="107508" cy="95396"/>
            </a:xfrm>
            <a:custGeom>
              <a:rect b="b" l="l" r="r" t="t"/>
              <a:pathLst>
                <a:path extrusionOk="0" h="3639" w="4101">
                  <a:moveTo>
                    <a:pt x="1358" y="1"/>
                  </a:moveTo>
                  <a:lnTo>
                    <a:pt x="1358" y="679"/>
                  </a:lnTo>
                  <a:cubicBezTo>
                    <a:pt x="1358" y="852"/>
                    <a:pt x="1271" y="1011"/>
                    <a:pt x="1113" y="1083"/>
                  </a:cubicBezTo>
                  <a:lnTo>
                    <a:pt x="376" y="1444"/>
                  </a:lnTo>
                  <a:cubicBezTo>
                    <a:pt x="145" y="1560"/>
                    <a:pt x="1" y="1805"/>
                    <a:pt x="1" y="2065"/>
                  </a:cubicBezTo>
                  <a:lnTo>
                    <a:pt x="1" y="3407"/>
                  </a:lnTo>
                  <a:cubicBezTo>
                    <a:pt x="1" y="3523"/>
                    <a:pt x="102" y="3638"/>
                    <a:pt x="232" y="3638"/>
                  </a:cubicBezTo>
                  <a:lnTo>
                    <a:pt x="3870" y="3638"/>
                  </a:lnTo>
                  <a:cubicBezTo>
                    <a:pt x="3985" y="3638"/>
                    <a:pt x="4101" y="3523"/>
                    <a:pt x="4101" y="3407"/>
                  </a:cubicBezTo>
                  <a:lnTo>
                    <a:pt x="4101" y="2065"/>
                  </a:lnTo>
                  <a:cubicBezTo>
                    <a:pt x="4086" y="1805"/>
                    <a:pt x="3942" y="1560"/>
                    <a:pt x="3711" y="1444"/>
                  </a:cubicBezTo>
                  <a:lnTo>
                    <a:pt x="2975" y="1083"/>
                  </a:lnTo>
                  <a:cubicBezTo>
                    <a:pt x="2830" y="1011"/>
                    <a:pt x="2729" y="852"/>
                    <a:pt x="2729" y="679"/>
                  </a:cubicBezTo>
                  <a:lnTo>
                    <a:pt x="2729" y="1"/>
                  </a:lnTo>
                  <a:close/>
                </a:path>
              </a:pathLst>
            </a:custGeom>
            <a:solidFill>
              <a:srgbClr val="AABBC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075" name="Google Shape;20075;p47"/>
            <p:cNvSpPr/>
            <p:nvPr/>
          </p:nvSpPr>
          <p:spPr>
            <a:xfrm>
              <a:off x="2103014" y="3580085"/>
              <a:ext cx="36360" cy="23856"/>
            </a:xfrm>
            <a:custGeom>
              <a:rect b="b" l="l" r="r" t="t"/>
              <a:pathLst>
                <a:path extrusionOk="0" h="910" w="1387">
                  <a:moveTo>
                    <a:pt x="1" y="0"/>
                  </a:moveTo>
                  <a:lnTo>
                    <a:pt x="1" y="693"/>
                  </a:lnTo>
                  <a:cubicBezTo>
                    <a:pt x="1" y="722"/>
                    <a:pt x="1" y="751"/>
                    <a:pt x="1" y="780"/>
                  </a:cubicBezTo>
                  <a:cubicBezTo>
                    <a:pt x="217" y="866"/>
                    <a:pt x="448" y="910"/>
                    <a:pt x="694" y="910"/>
                  </a:cubicBezTo>
                  <a:cubicBezTo>
                    <a:pt x="925" y="910"/>
                    <a:pt x="1170" y="866"/>
                    <a:pt x="1387" y="780"/>
                  </a:cubicBezTo>
                  <a:cubicBezTo>
                    <a:pt x="1372" y="751"/>
                    <a:pt x="1372" y="722"/>
                    <a:pt x="1372" y="693"/>
                  </a:cubicBezTo>
                  <a:lnTo>
                    <a:pt x="1372" y="0"/>
                  </a:lnTo>
                  <a:close/>
                </a:path>
              </a:pathLst>
            </a:custGeom>
            <a:solidFill>
              <a:srgbClr val="94A5B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076" name="Google Shape;20076;p47"/>
            <p:cNvSpPr/>
            <p:nvPr/>
          </p:nvSpPr>
          <p:spPr>
            <a:xfrm>
              <a:off x="2067441" y="3611491"/>
              <a:ext cx="107141" cy="64358"/>
            </a:xfrm>
            <a:custGeom>
              <a:rect b="b" l="l" r="r" t="t"/>
              <a:pathLst>
                <a:path extrusionOk="0" h="2455" w="4087">
                  <a:moveTo>
                    <a:pt x="896" y="0"/>
                  </a:moveTo>
                  <a:lnTo>
                    <a:pt x="376" y="260"/>
                  </a:lnTo>
                  <a:cubicBezTo>
                    <a:pt x="145" y="376"/>
                    <a:pt x="1" y="621"/>
                    <a:pt x="1" y="881"/>
                  </a:cubicBezTo>
                  <a:lnTo>
                    <a:pt x="1" y="2223"/>
                  </a:lnTo>
                  <a:cubicBezTo>
                    <a:pt x="1" y="2339"/>
                    <a:pt x="102" y="2454"/>
                    <a:pt x="218" y="2454"/>
                  </a:cubicBezTo>
                  <a:lnTo>
                    <a:pt x="3870" y="2454"/>
                  </a:lnTo>
                  <a:cubicBezTo>
                    <a:pt x="3985" y="2454"/>
                    <a:pt x="4086" y="2339"/>
                    <a:pt x="4086" y="2223"/>
                  </a:cubicBezTo>
                  <a:lnTo>
                    <a:pt x="4086" y="881"/>
                  </a:lnTo>
                  <a:cubicBezTo>
                    <a:pt x="4086" y="621"/>
                    <a:pt x="3942" y="376"/>
                    <a:pt x="3711" y="260"/>
                  </a:cubicBezTo>
                  <a:lnTo>
                    <a:pt x="3191" y="0"/>
                  </a:lnTo>
                  <a:cubicBezTo>
                    <a:pt x="2924" y="419"/>
                    <a:pt x="2484" y="628"/>
                    <a:pt x="2044" y="628"/>
                  </a:cubicBezTo>
                  <a:cubicBezTo>
                    <a:pt x="1603" y="628"/>
                    <a:pt x="1163" y="419"/>
                    <a:pt x="896" y="0"/>
                  </a:cubicBezTo>
                  <a:close/>
                </a:path>
              </a:pathLst>
            </a:custGeom>
            <a:solidFill>
              <a:srgbClr val="EFF2F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077" name="Google Shape;20077;p47"/>
            <p:cNvSpPr/>
            <p:nvPr/>
          </p:nvSpPr>
          <p:spPr>
            <a:xfrm>
              <a:off x="2079185" y="3496827"/>
              <a:ext cx="83652" cy="83285"/>
            </a:xfrm>
            <a:custGeom>
              <a:rect b="b" l="l" r="r" t="t"/>
              <a:pathLst>
                <a:path extrusionOk="0" h="3177" w="3191">
                  <a:moveTo>
                    <a:pt x="1603" y="0"/>
                  </a:moveTo>
                  <a:cubicBezTo>
                    <a:pt x="722" y="0"/>
                    <a:pt x="0" y="708"/>
                    <a:pt x="0" y="1588"/>
                  </a:cubicBezTo>
                  <a:cubicBezTo>
                    <a:pt x="0" y="2469"/>
                    <a:pt x="722" y="3176"/>
                    <a:pt x="1603" y="3176"/>
                  </a:cubicBezTo>
                  <a:cubicBezTo>
                    <a:pt x="2483" y="3176"/>
                    <a:pt x="3191" y="2469"/>
                    <a:pt x="3191" y="1588"/>
                  </a:cubicBezTo>
                  <a:cubicBezTo>
                    <a:pt x="3191" y="708"/>
                    <a:pt x="2483" y="0"/>
                    <a:pt x="1603" y="0"/>
                  </a:cubicBezTo>
                  <a:close/>
                </a:path>
              </a:pathLst>
            </a:custGeom>
            <a:solidFill>
              <a:srgbClr val="667A8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078" name="Google Shape;20078;p47"/>
            <p:cNvSpPr/>
            <p:nvPr/>
          </p:nvSpPr>
          <p:spPr>
            <a:xfrm>
              <a:off x="2095071" y="3496827"/>
              <a:ext cx="69653" cy="75342"/>
            </a:xfrm>
            <a:custGeom>
              <a:rect b="b" l="l" r="r" t="t"/>
              <a:pathLst>
                <a:path extrusionOk="0" h="2874" w="2657">
                  <a:moveTo>
                    <a:pt x="997" y="0"/>
                  </a:moveTo>
                  <a:cubicBezTo>
                    <a:pt x="246" y="0"/>
                    <a:pt x="1" y="1025"/>
                    <a:pt x="665" y="1372"/>
                  </a:cubicBezTo>
                  <a:cubicBezTo>
                    <a:pt x="694" y="1386"/>
                    <a:pt x="708" y="1401"/>
                    <a:pt x="737" y="1401"/>
                  </a:cubicBezTo>
                  <a:lnTo>
                    <a:pt x="1516" y="2844"/>
                  </a:lnTo>
                  <a:cubicBezTo>
                    <a:pt x="1516" y="2844"/>
                    <a:pt x="1733" y="2859"/>
                    <a:pt x="1950" y="2873"/>
                  </a:cubicBezTo>
                  <a:cubicBezTo>
                    <a:pt x="2411" y="2527"/>
                    <a:pt x="2657" y="1949"/>
                    <a:pt x="2570" y="1372"/>
                  </a:cubicBezTo>
                  <a:cubicBezTo>
                    <a:pt x="2484" y="708"/>
                    <a:pt x="1993" y="188"/>
                    <a:pt x="1343" y="29"/>
                  </a:cubicBezTo>
                  <a:cubicBezTo>
                    <a:pt x="1228" y="15"/>
                    <a:pt x="1112" y="0"/>
                    <a:pt x="997" y="0"/>
                  </a:cubicBezTo>
                  <a:close/>
                </a:path>
              </a:pathLst>
            </a:custGeom>
            <a:solidFill>
              <a:srgbClr val="5C728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079" name="Google Shape;20079;p47"/>
            <p:cNvSpPr/>
            <p:nvPr/>
          </p:nvSpPr>
          <p:spPr>
            <a:xfrm>
              <a:off x="2085241" y="3533449"/>
              <a:ext cx="71541" cy="58774"/>
            </a:xfrm>
            <a:custGeom>
              <a:rect b="b" l="l" r="r" t="t"/>
              <a:pathLst>
                <a:path extrusionOk="0" h="2242" w="2729">
                  <a:moveTo>
                    <a:pt x="1060" y="1"/>
                  </a:moveTo>
                  <a:cubicBezTo>
                    <a:pt x="972" y="1"/>
                    <a:pt x="890" y="45"/>
                    <a:pt x="852" y="134"/>
                  </a:cubicBezTo>
                  <a:cubicBezTo>
                    <a:pt x="766" y="292"/>
                    <a:pt x="664" y="422"/>
                    <a:pt x="535" y="538"/>
                  </a:cubicBezTo>
                  <a:cubicBezTo>
                    <a:pt x="419" y="653"/>
                    <a:pt x="275" y="740"/>
                    <a:pt x="130" y="812"/>
                  </a:cubicBezTo>
                  <a:cubicBezTo>
                    <a:pt x="44" y="855"/>
                    <a:pt x="0" y="956"/>
                    <a:pt x="15" y="1057"/>
                  </a:cubicBezTo>
                  <a:cubicBezTo>
                    <a:pt x="102" y="1736"/>
                    <a:pt x="679" y="2241"/>
                    <a:pt x="1372" y="2241"/>
                  </a:cubicBezTo>
                  <a:cubicBezTo>
                    <a:pt x="2079" y="2241"/>
                    <a:pt x="2671" y="1693"/>
                    <a:pt x="2729" y="985"/>
                  </a:cubicBezTo>
                  <a:cubicBezTo>
                    <a:pt x="2729" y="913"/>
                    <a:pt x="2700" y="841"/>
                    <a:pt x="2642" y="798"/>
                  </a:cubicBezTo>
                  <a:cubicBezTo>
                    <a:pt x="2195" y="422"/>
                    <a:pt x="1675" y="148"/>
                    <a:pt x="1098" y="4"/>
                  </a:cubicBezTo>
                  <a:cubicBezTo>
                    <a:pt x="1085" y="2"/>
                    <a:pt x="1072" y="1"/>
                    <a:pt x="1060" y="1"/>
                  </a:cubicBezTo>
                  <a:close/>
                </a:path>
              </a:pathLst>
            </a:custGeom>
            <a:solidFill>
              <a:srgbClr val="BCC9D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080" name="Google Shape;20080;p47"/>
            <p:cNvSpPr/>
            <p:nvPr/>
          </p:nvSpPr>
          <p:spPr>
            <a:xfrm>
              <a:off x="2085608" y="3533449"/>
              <a:ext cx="71567" cy="58381"/>
            </a:xfrm>
            <a:custGeom>
              <a:rect b="b" l="l" r="r" t="t"/>
              <a:pathLst>
                <a:path extrusionOk="0" h="2227" w="2730">
                  <a:moveTo>
                    <a:pt x="1060" y="1"/>
                  </a:moveTo>
                  <a:cubicBezTo>
                    <a:pt x="969" y="1"/>
                    <a:pt x="876" y="45"/>
                    <a:pt x="838" y="134"/>
                  </a:cubicBezTo>
                  <a:cubicBezTo>
                    <a:pt x="780" y="249"/>
                    <a:pt x="723" y="350"/>
                    <a:pt x="636" y="437"/>
                  </a:cubicBezTo>
                  <a:cubicBezTo>
                    <a:pt x="607" y="480"/>
                    <a:pt x="564" y="509"/>
                    <a:pt x="535" y="538"/>
                  </a:cubicBezTo>
                  <a:cubicBezTo>
                    <a:pt x="405" y="653"/>
                    <a:pt x="275" y="740"/>
                    <a:pt x="131" y="812"/>
                  </a:cubicBezTo>
                  <a:cubicBezTo>
                    <a:pt x="44" y="855"/>
                    <a:pt x="1" y="956"/>
                    <a:pt x="1" y="1057"/>
                  </a:cubicBezTo>
                  <a:cubicBezTo>
                    <a:pt x="88" y="1649"/>
                    <a:pt x="549" y="2126"/>
                    <a:pt x="1156" y="2227"/>
                  </a:cubicBezTo>
                  <a:cubicBezTo>
                    <a:pt x="838" y="2025"/>
                    <a:pt x="665" y="1693"/>
                    <a:pt x="679" y="1332"/>
                  </a:cubicBezTo>
                  <a:lnTo>
                    <a:pt x="679" y="1000"/>
                  </a:lnTo>
                  <a:cubicBezTo>
                    <a:pt x="737" y="971"/>
                    <a:pt x="780" y="928"/>
                    <a:pt x="838" y="884"/>
                  </a:cubicBezTo>
                  <a:cubicBezTo>
                    <a:pt x="954" y="769"/>
                    <a:pt x="1069" y="639"/>
                    <a:pt x="1156" y="494"/>
                  </a:cubicBezTo>
                  <a:cubicBezTo>
                    <a:pt x="1589" y="624"/>
                    <a:pt x="1993" y="855"/>
                    <a:pt x="2339" y="1144"/>
                  </a:cubicBezTo>
                  <a:cubicBezTo>
                    <a:pt x="2383" y="1173"/>
                    <a:pt x="2498" y="1274"/>
                    <a:pt x="2614" y="1389"/>
                  </a:cubicBezTo>
                  <a:cubicBezTo>
                    <a:pt x="2671" y="1260"/>
                    <a:pt x="2715" y="1130"/>
                    <a:pt x="2715" y="985"/>
                  </a:cubicBezTo>
                  <a:cubicBezTo>
                    <a:pt x="2729" y="913"/>
                    <a:pt x="2700" y="841"/>
                    <a:pt x="2643" y="798"/>
                  </a:cubicBezTo>
                  <a:cubicBezTo>
                    <a:pt x="2195" y="422"/>
                    <a:pt x="1661" y="148"/>
                    <a:pt x="1098" y="4"/>
                  </a:cubicBezTo>
                  <a:cubicBezTo>
                    <a:pt x="1085" y="2"/>
                    <a:pt x="1072" y="1"/>
                    <a:pt x="1060" y="1"/>
                  </a:cubicBezTo>
                  <a:close/>
                </a:path>
              </a:pathLst>
            </a:custGeom>
            <a:solidFill>
              <a:srgbClr val="AABBC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081" name="Google Shape;20081;p47"/>
            <p:cNvSpPr/>
            <p:nvPr/>
          </p:nvSpPr>
          <p:spPr>
            <a:xfrm>
              <a:off x="2150699" y="3623969"/>
              <a:ext cx="24249" cy="51879"/>
            </a:xfrm>
            <a:custGeom>
              <a:rect b="b" l="l" r="r" t="t"/>
              <a:pathLst>
                <a:path extrusionOk="0" h="1979" w="925">
                  <a:moveTo>
                    <a:pt x="780" y="1"/>
                  </a:moveTo>
                  <a:lnTo>
                    <a:pt x="174" y="463"/>
                  </a:lnTo>
                  <a:cubicBezTo>
                    <a:pt x="73" y="549"/>
                    <a:pt x="1" y="694"/>
                    <a:pt x="15" y="824"/>
                  </a:cubicBezTo>
                  <a:lnTo>
                    <a:pt x="15" y="1978"/>
                  </a:lnTo>
                  <a:lnTo>
                    <a:pt x="694" y="1978"/>
                  </a:lnTo>
                  <a:cubicBezTo>
                    <a:pt x="809" y="1978"/>
                    <a:pt x="925" y="1877"/>
                    <a:pt x="925" y="1747"/>
                  </a:cubicBezTo>
                  <a:lnTo>
                    <a:pt x="925" y="405"/>
                  </a:lnTo>
                  <a:cubicBezTo>
                    <a:pt x="910" y="261"/>
                    <a:pt x="867" y="116"/>
                    <a:pt x="780" y="1"/>
                  </a:cubicBezTo>
                  <a:close/>
                </a:path>
              </a:pathLst>
            </a:custGeom>
            <a:solidFill>
              <a:srgbClr val="E9EDF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082" name="Google Shape;20082;p47"/>
            <p:cNvSpPr/>
            <p:nvPr/>
          </p:nvSpPr>
          <p:spPr>
            <a:xfrm>
              <a:off x="1816930" y="3502882"/>
              <a:ext cx="29938" cy="65485"/>
            </a:xfrm>
            <a:custGeom>
              <a:rect b="b" l="l" r="r" t="t"/>
              <a:pathLst>
                <a:path extrusionOk="0" h="2498" w="1142">
                  <a:moveTo>
                    <a:pt x="679" y="0"/>
                  </a:moveTo>
                  <a:cubicBezTo>
                    <a:pt x="304" y="0"/>
                    <a:pt x="1" y="304"/>
                    <a:pt x="1" y="679"/>
                  </a:cubicBezTo>
                  <a:lnTo>
                    <a:pt x="1" y="838"/>
                  </a:lnTo>
                  <a:cubicBezTo>
                    <a:pt x="1" y="1025"/>
                    <a:pt x="30" y="1227"/>
                    <a:pt x="87" y="1415"/>
                  </a:cubicBezTo>
                  <a:lnTo>
                    <a:pt x="448" y="2498"/>
                  </a:lnTo>
                  <a:lnTo>
                    <a:pt x="1141" y="2498"/>
                  </a:lnTo>
                  <a:lnTo>
                    <a:pt x="1141" y="0"/>
                  </a:lnTo>
                  <a:close/>
                </a:path>
              </a:pathLst>
            </a:custGeom>
            <a:solidFill>
              <a:srgbClr val="667A8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083" name="Google Shape;20083;p47"/>
            <p:cNvSpPr/>
            <p:nvPr/>
          </p:nvSpPr>
          <p:spPr>
            <a:xfrm>
              <a:off x="1828674" y="3496827"/>
              <a:ext cx="71541" cy="71541"/>
            </a:xfrm>
            <a:custGeom>
              <a:rect b="b" l="l" r="r" t="t"/>
              <a:pathLst>
                <a:path extrusionOk="0" h="2729" w="2729">
                  <a:moveTo>
                    <a:pt x="693" y="0"/>
                  </a:moveTo>
                  <a:cubicBezTo>
                    <a:pt x="318" y="0"/>
                    <a:pt x="0" y="304"/>
                    <a:pt x="0" y="679"/>
                  </a:cubicBezTo>
                  <a:cubicBezTo>
                    <a:pt x="0" y="939"/>
                    <a:pt x="202" y="1141"/>
                    <a:pt x="462" y="1141"/>
                  </a:cubicBezTo>
                  <a:lnTo>
                    <a:pt x="2281" y="2729"/>
                  </a:lnTo>
                  <a:lnTo>
                    <a:pt x="2671" y="1386"/>
                  </a:lnTo>
                  <a:cubicBezTo>
                    <a:pt x="2714" y="1213"/>
                    <a:pt x="2729" y="1040"/>
                    <a:pt x="2729" y="881"/>
                  </a:cubicBezTo>
                  <a:lnTo>
                    <a:pt x="2729" y="448"/>
                  </a:lnTo>
                  <a:cubicBezTo>
                    <a:pt x="2729" y="203"/>
                    <a:pt x="2526" y="0"/>
                    <a:pt x="2281" y="0"/>
                  </a:cubicBezTo>
                  <a:close/>
                </a:path>
              </a:pathLst>
            </a:custGeom>
            <a:solidFill>
              <a:srgbClr val="5C728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084" name="Google Shape;20084;p47"/>
            <p:cNvSpPr/>
            <p:nvPr/>
          </p:nvSpPr>
          <p:spPr>
            <a:xfrm>
              <a:off x="1840786" y="3586141"/>
              <a:ext cx="35967" cy="26503"/>
            </a:xfrm>
            <a:custGeom>
              <a:rect b="b" l="l" r="r" t="t"/>
              <a:pathLst>
                <a:path extrusionOk="0" h="1011" w="1372">
                  <a:moveTo>
                    <a:pt x="0" y="0"/>
                  </a:moveTo>
                  <a:lnTo>
                    <a:pt x="0" y="1011"/>
                  </a:lnTo>
                  <a:lnTo>
                    <a:pt x="1372" y="1011"/>
                  </a:lnTo>
                  <a:lnTo>
                    <a:pt x="1372" y="0"/>
                  </a:lnTo>
                  <a:close/>
                </a:path>
              </a:pathLst>
            </a:custGeom>
            <a:solidFill>
              <a:srgbClr val="AABBC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085" name="Google Shape;20085;p47"/>
            <p:cNvSpPr/>
            <p:nvPr/>
          </p:nvSpPr>
          <p:spPr>
            <a:xfrm>
              <a:off x="1840786" y="3586141"/>
              <a:ext cx="35967" cy="14392"/>
            </a:xfrm>
            <a:custGeom>
              <a:rect b="b" l="l" r="r" t="t"/>
              <a:pathLst>
                <a:path extrusionOk="0" h="549" w="1372">
                  <a:moveTo>
                    <a:pt x="0" y="0"/>
                  </a:moveTo>
                  <a:lnTo>
                    <a:pt x="0" y="419"/>
                  </a:lnTo>
                  <a:cubicBezTo>
                    <a:pt x="217" y="505"/>
                    <a:pt x="448" y="549"/>
                    <a:pt x="680" y="549"/>
                  </a:cubicBezTo>
                  <a:cubicBezTo>
                    <a:pt x="913" y="549"/>
                    <a:pt x="1148" y="505"/>
                    <a:pt x="1372" y="419"/>
                  </a:cubicBezTo>
                  <a:lnTo>
                    <a:pt x="1372" y="0"/>
                  </a:lnTo>
                  <a:close/>
                </a:path>
              </a:pathLst>
            </a:custGeom>
            <a:solidFill>
              <a:srgbClr val="94A5B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086" name="Google Shape;20086;p47"/>
            <p:cNvSpPr/>
            <p:nvPr/>
          </p:nvSpPr>
          <p:spPr>
            <a:xfrm>
              <a:off x="1799156" y="3600507"/>
              <a:ext cx="119226" cy="75342"/>
            </a:xfrm>
            <a:custGeom>
              <a:rect b="b" l="l" r="r" t="t"/>
              <a:pathLst>
                <a:path extrusionOk="0" h="2874" w="4548">
                  <a:moveTo>
                    <a:pt x="1588" y="1"/>
                  </a:moveTo>
                  <a:lnTo>
                    <a:pt x="491" y="318"/>
                  </a:lnTo>
                  <a:cubicBezTo>
                    <a:pt x="202" y="405"/>
                    <a:pt x="0" y="679"/>
                    <a:pt x="0" y="982"/>
                  </a:cubicBezTo>
                  <a:lnTo>
                    <a:pt x="0" y="2642"/>
                  </a:lnTo>
                  <a:cubicBezTo>
                    <a:pt x="0" y="2772"/>
                    <a:pt x="87" y="2873"/>
                    <a:pt x="217" y="2873"/>
                  </a:cubicBezTo>
                  <a:lnTo>
                    <a:pt x="4316" y="2873"/>
                  </a:lnTo>
                  <a:cubicBezTo>
                    <a:pt x="4446" y="2873"/>
                    <a:pt x="4547" y="2772"/>
                    <a:pt x="4547" y="2642"/>
                  </a:cubicBezTo>
                  <a:lnTo>
                    <a:pt x="4547" y="968"/>
                  </a:lnTo>
                  <a:cubicBezTo>
                    <a:pt x="4547" y="665"/>
                    <a:pt x="4345" y="405"/>
                    <a:pt x="4057" y="318"/>
                  </a:cubicBezTo>
                  <a:lnTo>
                    <a:pt x="2960" y="1"/>
                  </a:lnTo>
                  <a:lnTo>
                    <a:pt x="2267" y="463"/>
                  </a:lnTo>
                  <a:lnTo>
                    <a:pt x="1588" y="1"/>
                  </a:lnTo>
                  <a:close/>
                </a:path>
              </a:pathLst>
            </a:custGeom>
            <a:solidFill>
              <a:srgbClr val="EFF2F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087" name="Google Shape;20087;p47"/>
            <p:cNvSpPr/>
            <p:nvPr/>
          </p:nvSpPr>
          <p:spPr>
            <a:xfrm>
              <a:off x="1852897" y="3612618"/>
              <a:ext cx="11744" cy="63231"/>
            </a:xfrm>
            <a:custGeom>
              <a:rect b="b" l="l" r="r" t="t"/>
              <a:pathLst>
                <a:path extrusionOk="0" h="2412" w="448">
                  <a:moveTo>
                    <a:pt x="101" y="1"/>
                  </a:moveTo>
                  <a:lnTo>
                    <a:pt x="0" y="2411"/>
                  </a:lnTo>
                  <a:lnTo>
                    <a:pt x="448" y="2411"/>
                  </a:lnTo>
                  <a:lnTo>
                    <a:pt x="332" y="1"/>
                  </a:lnTo>
                  <a:close/>
                </a:path>
              </a:pathLst>
            </a:custGeom>
            <a:solidFill>
              <a:srgbClr val="BCC9D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088" name="Google Shape;20088;p47"/>
            <p:cNvSpPr/>
            <p:nvPr/>
          </p:nvSpPr>
          <p:spPr>
            <a:xfrm>
              <a:off x="1822986" y="3526712"/>
              <a:ext cx="71541" cy="65511"/>
            </a:xfrm>
            <a:custGeom>
              <a:rect b="b" l="l" r="r" t="t"/>
              <a:pathLst>
                <a:path extrusionOk="0" h="2499" w="2729">
                  <a:moveTo>
                    <a:pt x="881" y="1"/>
                  </a:moveTo>
                  <a:cubicBezTo>
                    <a:pt x="751" y="1"/>
                    <a:pt x="636" y="44"/>
                    <a:pt x="549" y="131"/>
                  </a:cubicBezTo>
                  <a:lnTo>
                    <a:pt x="131" y="549"/>
                  </a:lnTo>
                  <a:cubicBezTo>
                    <a:pt x="44" y="636"/>
                    <a:pt x="1" y="751"/>
                    <a:pt x="1" y="867"/>
                  </a:cubicBezTo>
                  <a:lnTo>
                    <a:pt x="1" y="1127"/>
                  </a:lnTo>
                  <a:cubicBezTo>
                    <a:pt x="1" y="1892"/>
                    <a:pt x="607" y="2498"/>
                    <a:pt x="1358" y="2498"/>
                  </a:cubicBezTo>
                  <a:cubicBezTo>
                    <a:pt x="2123" y="2498"/>
                    <a:pt x="2729" y="1892"/>
                    <a:pt x="2729" y="1127"/>
                  </a:cubicBezTo>
                  <a:lnTo>
                    <a:pt x="2729" y="838"/>
                  </a:lnTo>
                  <a:cubicBezTo>
                    <a:pt x="2729" y="723"/>
                    <a:pt x="2686" y="607"/>
                    <a:pt x="2599" y="520"/>
                  </a:cubicBezTo>
                  <a:cubicBezTo>
                    <a:pt x="2253" y="174"/>
                    <a:pt x="1603" y="15"/>
                    <a:pt x="881" y="1"/>
                  </a:cubicBezTo>
                  <a:close/>
                </a:path>
              </a:pathLst>
            </a:custGeom>
            <a:solidFill>
              <a:srgbClr val="BCC9D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089" name="Google Shape;20089;p47"/>
            <p:cNvSpPr/>
            <p:nvPr/>
          </p:nvSpPr>
          <p:spPr>
            <a:xfrm>
              <a:off x="1822986" y="3526712"/>
              <a:ext cx="71174" cy="63991"/>
            </a:xfrm>
            <a:custGeom>
              <a:rect b="b" l="l" r="r" t="t"/>
              <a:pathLst>
                <a:path extrusionOk="0" h="2441" w="2715">
                  <a:moveTo>
                    <a:pt x="867" y="1"/>
                  </a:moveTo>
                  <a:cubicBezTo>
                    <a:pt x="751" y="1"/>
                    <a:pt x="636" y="44"/>
                    <a:pt x="535" y="131"/>
                  </a:cubicBezTo>
                  <a:lnTo>
                    <a:pt x="131" y="549"/>
                  </a:lnTo>
                  <a:cubicBezTo>
                    <a:pt x="44" y="636"/>
                    <a:pt x="1" y="751"/>
                    <a:pt x="1" y="867"/>
                  </a:cubicBezTo>
                  <a:lnTo>
                    <a:pt x="1" y="1127"/>
                  </a:lnTo>
                  <a:cubicBezTo>
                    <a:pt x="1" y="1733"/>
                    <a:pt x="405" y="2267"/>
                    <a:pt x="982" y="2440"/>
                  </a:cubicBezTo>
                  <a:cubicBezTo>
                    <a:pt x="780" y="2195"/>
                    <a:pt x="679" y="1892"/>
                    <a:pt x="679" y="1589"/>
                  </a:cubicBezTo>
                  <a:lnTo>
                    <a:pt x="679" y="925"/>
                  </a:lnTo>
                  <a:cubicBezTo>
                    <a:pt x="679" y="673"/>
                    <a:pt x="882" y="462"/>
                    <a:pt x="1131" y="462"/>
                  </a:cubicBezTo>
                  <a:cubicBezTo>
                    <a:pt x="1139" y="462"/>
                    <a:pt x="1147" y="462"/>
                    <a:pt x="1156" y="463"/>
                  </a:cubicBezTo>
                  <a:cubicBezTo>
                    <a:pt x="1617" y="492"/>
                    <a:pt x="2296" y="578"/>
                    <a:pt x="2715" y="780"/>
                  </a:cubicBezTo>
                  <a:cubicBezTo>
                    <a:pt x="2715" y="679"/>
                    <a:pt x="2657" y="593"/>
                    <a:pt x="2599" y="520"/>
                  </a:cubicBezTo>
                  <a:cubicBezTo>
                    <a:pt x="2238" y="174"/>
                    <a:pt x="1603" y="15"/>
                    <a:pt x="867" y="1"/>
                  </a:cubicBezTo>
                  <a:close/>
                </a:path>
              </a:pathLst>
            </a:custGeom>
            <a:solidFill>
              <a:srgbClr val="AABBC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090" name="Google Shape;20090;p47"/>
            <p:cNvSpPr/>
            <p:nvPr/>
          </p:nvSpPr>
          <p:spPr>
            <a:xfrm>
              <a:off x="1798763" y="3616026"/>
              <a:ext cx="24249" cy="59823"/>
            </a:xfrm>
            <a:custGeom>
              <a:rect b="b" l="l" r="r" t="t"/>
              <a:pathLst>
                <a:path extrusionOk="0" h="2282" w="925">
                  <a:moveTo>
                    <a:pt x="131" y="1"/>
                  </a:moveTo>
                  <a:cubicBezTo>
                    <a:pt x="59" y="102"/>
                    <a:pt x="15" y="246"/>
                    <a:pt x="15" y="390"/>
                  </a:cubicBezTo>
                  <a:lnTo>
                    <a:pt x="15" y="2050"/>
                  </a:lnTo>
                  <a:cubicBezTo>
                    <a:pt x="1" y="2180"/>
                    <a:pt x="102" y="2281"/>
                    <a:pt x="232" y="2281"/>
                  </a:cubicBezTo>
                  <a:lnTo>
                    <a:pt x="910" y="2281"/>
                  </a:lnTo>
                  <a:lnTo>
                    <a:pt x="925" y="1069"/>
                  </a:lnTo>
                  <a:cubicBezTo>
                    <a:pt x="925" y="881"/>
                    <a:pt x="852" y="708"/>
                    <a:pt x="723" y="578"/>
                  </a:cubicBezTo>
                  <a:lnTo>
                    <a:pt x="131" y="1"/>
                  </a:lnTo>
                  <a:close/>
                </a:path>
              </a:pathLst>
            </a:custGeom>
            <a:solidFill>
              <a:srgbClr val="E9EDF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091" name="Google Shape;20091;p47"/>
            <p:cNvSpPr/>
            <p:nvPr/>
          </p:nvSpPr>
          <p:spPr>
            <a:xfrm>
              <a:off x="1852504" y="3612618"/>
              <a:ext cx="12138" cy="11771"/>
            </a:xfrm>
            <a:custGeom>
              <a:rect b="b" l="l" r="r" t="t"/>
              <a:pathLst>
                <a:path extrusionOk="0" h="449" w="463">
                  <a:moveTo>
                    <a:pt x="1" y="1"/>
                  </a:moveTo>
                  <a:lnTo>
                    <a:pt x="1" y="347"/>
                  </a:lnTo>
                  <a:cubicBezTo>
                    <a:pt x="1" y="405"/>
                    <a:pt x="58" y="448"/>
                    <a:pt x="116" y="448"/>
                  </a:cubicBezTo>
                  <a:lnTo>
                    <a:pt x="347" y="448"/>
                  </a:lnTo>
                  <a:cubicBezTo>
                    <a:pt x="405" y="448"/>
                    <a:pt x="463" y="405"/>
                    <a:pt x="463" y="347"/>
                  </a:cubicBezTo>
                  <a:lnTo>
                    <a:pt x="463" y="1"/>
                  </a:lnTo>
                  <a:close/>
                </a:path>
              </a:pathLst>
            </a:custGeom>
            <a:solidFill>
              <a:srgbClr val="72889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092" name="Google Shape;20092;p47"/>
            <p:cNvSpPr/>
            <p:nvPr/>
          </p:nvSpPr>
          <p:spPr>
            <a:xfrm>
              <a:off x="1834337" y="3595919"/>
              <a:ext cx="24249" cy="25114"/>
            </a:xfrm>
            <a:custGeom>
              <a:rect b="b" l="l" r="r" t="t"/>
              <a:pathLst>
                <a:path extrusionOk="0" h="958" w="925">
                  <a:moveTo>
                    <a:pt x="203" y="0"/>
                  </a:moveTo>
                  <a:cubicBezTo>
                    <a:pt x="174" y="0"/>
                    <a:pt x="146" y="15"/>
                    <a:pt x="131" y="46"/>
                  </a:cubicBezTo>
                  <a:lnTo>
                    <a:pt x="1" y="248"/>
                  </a:lnTo>
                  <a:lnTo>
                    <a:pt x="347" y="883"/>
                  </a:lnTo>
                  <a:cubicBezTo>
                    <a:pt x="365" y="929"/>
                    <a:pt x="413" y="957"/>
                    <a:pt x="463" y="957"/>
                  </a:cubicBezTo>
                  <a:cubicBezTo>
                    <a:pt x="492" y="957"/>
                    <a:pt x="523" y="948"/>
                    <a:pt x="549" y="926"/>
                  </a:cubicBezTo>
                  <a:lnTo>
                    <a:pt x="925" y="638"/>
                  </a:lnTo>
                  <a:lnTo>
                    <a:pt x="275" y="31"/>
                  </a:lnTo>
                  <a:cubicBezTo>
                    <a:pt x="255" y="11"/>
                    <a:pt x="229" y="0"/>
                    <a:pt x="203" y="0"/>
                  </a:cubicBezTo>
                  <a:close/>
                </a:path>
              </a:pathLst>
            </a:custGeom>
            <a:solidFill>
              <a:srgbClr val="E9EDF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093" name="Google Shape;20093;p47"/>
            <p:cNvSpPr/>
            <p:nvPr/>
          </p:nvSpPr>
          <p:spPr>
            <a:xfrm>
              <a:off x="1858559" y="3595919"/>
              <a:ext cx="24616" cy="25114"/>
            </a:xfrm>
            <a:custGeom>
              <a:rect b="b" l="l" r="r" t="t"/>
              <a:pathLst>
                <a:path extrusionOk="0" h="958" w="939">
                  <a:moveTo>
                    <a:pt x="730" y="0"/>
                  </a:moveTo>
                  <a:cubicBezTo>
                    <a:pt x="708" y="0"/>
                    <a:pt x="685" y="11"/>
                    <a:pt x="665" y="31"/>
                  </a:cubicBezTo>
                  <a:lnTo>
                    <a:pt x="1" y="638"/>
                  </a:lnTo>
                  <a:lnTo>
                    <a:pt x="390" y="926"/>
                  </a:lnTo>
                  <a:cubicBezTo>
                    <a:pt x="417" y="948"/>
                    <a:pt x="445" y="957"/>
                    <a:pt x="473" y="957"/>
                  </a:cubicBezTo>
                  <a:cubicBezTo>
                    <a:pt x="520" y="957"/>
                    <a:pt x="565" y="929"/>
                    <a:pt x="592" y="883"/>
                  </a:cubicBezTo>
                  <a:lnTo>
                    <a:pt x="939" y="248"/>
                  </a:lnTo>
                  <a:lnTo>
                    <a:pt x="795" y="46"/>
                  </a:lnTo>
                  <a:cubicBezTo>
                    <a:pt x="779" y="15"/>
                    <a:pt x="755" y="0"/>
                    <a:pt x="730" y="0"/>
                  </a:cubicBezTo>
                  <a:close/>
                </a:path>
              </a:pathLst>
            </a:custGeom>
            <a:solidFill>
              <a:srgbClr val="E9EDF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094" name="Google Shape;20094;p47"/>
            <p:cNvSpPr/>
            <p:nvPr/>
          </p:nvSpPr>
          <p:spPr>
            <a:xfrm>
              <a:off x="1900556" y="3395401"/>
              <a:ext cx="178288" cy="208540"/>
            </a:xfrm>
            <a:custGeom>
              <a:rect b="b" l="l" r="r" t="t"/>
              <a:pathLst>
                <a:path extrusionOk="0" h="7955" w="6801">
                  <a:moveTo>
                    <a:pt x="3408" y="1"/>
                  </a:moveTo>
                  <a:cubicBezTo>
                    <a:pt x="1777" y="1"/>
                    <a:pt x="578" y="1141"/>
                    <a:pt x="448" y="2960"/>
                  </a:cubicBezTo>
                  <a:cubicBezTo>
                    <a:pt x="290" y="5212"/>
                    <a:pt x="88" y="6468"/>
                    <a:pt x="30" y="6886"/>
                  </a:cubicBezTo>
                  <a:cubicBezTo>
                    <a:pt x="1" y="6987"/>
                    <a:pt x="59" y="7089"/>
                    <a:pt x="145" y="7132"/>
                  </a:cubicBezTo>
                  <a:cubicBezTo>
                    <a:pt x="578" y="7348"/>
                    <a:pt x="1921" y="7955"/>
                    <a:pt x="3408" y="7955"/>
                  </a:cubicBezTo>
                  <a:cubicBezTo>
                    <a:pt x="4895" y="7955"/>
                    <a:pt x="6237" y="7348"/>
                    <a:pt x="6670" y="7132"/>
                  </a:cubicBezTo>
                  <a:cubicBezTo>
                    <a:pt x="6757" y="7089"/>
                    <a:pt x="6800" y="6987"/>
                    <a:pt x="6786" y="6886"/>
                  </a:cubicBezTo>
                  <a:cubicBezTo>
                    <a:pt x="6728" y="6468"/>
                    <a:pt x="6526" y="5212"/>
                    <a:pt x="6367" y="2960"/>
                  </a:cubicBezTo>
                  <a:cubicBezTo>
                    <a:pt x="6237" y="1127"/>
                    <a:pt x="5039" y="1"/>
                    <a:pt x="3408" y="1"/>
                  </a:cubicBezTo>
                  <a:close/>
                </a:path>
              </a:pathLst>
            </a:custGeom>
            <a:solidFill>
              <a:srgbClr val="667A8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095" name="Google Shape;20095;p47"/>
            <p:cNvSpPr/>
            <p:nvPr/>
          </p:nvSpPr>
          <p:spPr>
            <a:xfrm>
              <a:off x="1942579" y="3395401"/>
              <a:ext cx="136266" cy="208593"/>
            </a:xfrm>
            <a:custGeom>
              <a:rect b="b" l="l" r="r" t="t"/>
              <a:pathLst>
                <a:path extrusionOk="0" h="7957" w="5198">
                  <a:moveTo>
                    <a:pt x="1805" y="1"/>
                  </a:moveTo>
                  <a:cubicBezTo>
                    <a:pt x="1689" y="1"/>
                    <a:pt x="1574" y="1"/>
                    <a:pt x="1473" y="15"/>
                  </a:cubicBezTo>
                  <a:cubicBezTo>
                    <a:pt x="202" y="145"/>
                    <a:pt x="0" y="1935"/>
                    <a:pt x="1227" y="2310"/>
                  </a:cubicBezTo>
                  <a:lnTo>
                    <a:pt x="1256" y="2310"/>
                  </a:lnTo>
                  <a:lnTo>
                    <a:pt x="1718" y="7955"/>
                  </a:lnTo>
                  <a:cubicBezTo>
                    <a:pt x="1768" y="7956"/>
                    <a:pt x="1817" y="7957"/>
                    <a:pt x="1867" y="7957"/>
                  </a:cubicBezTo>
                  <a:cubicBezTo>
                    <a:pt x="3324" y="7957"/>
                    <a:pt x="4634" y="7355"/>
                    <a:pt x="5067" y="7132"/>
                  </a:cubicBezTo>
                  <a:cubicBezTo>
                    <a:pt x="5154" y="7089"/>
                    <a:pt x="5197" y="6987"/>
                    <a:pt x="5183" y="6886"/>
                  </a:cubicBezTo>
                  <a:cubicBezTo>
                    <a:pt x="5125" y="6468"/>
                    <a:pt x="4923" y="5212"/>
                    <a:pt x="4764" y="2960"/>
                  </a:cubicBezTo>
                  <a:cubicBezTo>
                    <a:pt x="4634" y="1127"/>
                    <a:pt x="3436" y="1"/>
                    <a:pt x="1805" y="1"/>
                  </a:cubicBezTo>
                  <a:close/>
                </a:path>
              </a:pathLst>
            </a:custGeom>
            <a:solidFill>
              <a:srgbClr val="5C728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096" name="Google Shape;20096;p47"/>
            <p:cNvSpPr/>
            <p:nvPr/>
          </p:nvSpPr>
          <p:spPr>
            <a:xfrm>
              <a:off x="1888471" y="3556230"/>
              <a:ext cx="202852" cy="119619"/>
            </a:xfrm>
            <a:custGeom>
              <a:rect b="b" l="l" r="r" t="t"/>
              <a:pathLst>
                <a:path extrusionOk="0" h="4563" w="7738">
                  <a:moveTo>
                    <a:pt x="2728" y="1"/>
                  </a:moveTo>
                  <a:lnTo>
                    <a:pt x="2728" y="1011"/>
                  </a:lnTo>
                  <a:cubicBezTo>
                    <a:pt x="2728" y="1184"/>
                    <a:pt x="2627" y="1343"/>
                    <a:pt x="2454" y="1430"/>
                  </a:cubicBezTo>
                  <a:lnTo>
                    <a:pt x="549" y="2267"/>
                  </a:lnTo>
                  <a:cubicBezTo>
                    <a:pt x="217" y="2411"/>
                    <a:pt x="0" y="2744"/>
                    <a:pt x="0" y="3104"/>
                  </a:cubicBezTo>
                  <a:lnTo>
                    <a:pt x="0" y="4331"/>
                  </a:lnTo>
                  <a:cubicBezTo>
                    <a:pt x="0" y="4447"/>
                    <a:pt x="101" y="4562"/>
                    <a:pt x="231" y="4562"/>
                  </a:cubicBezTo>
                  <a:lnTo>
                    <a:pt x="7506" y="4562"/>
                  </a:lnTo>
                  <a:cubicBezTo>
                    <a:pt x="7636" y="4562"/>
                    <a:pt x="7737" y="4447"/>
                    <a:pt x="7737" y="4331"/>
                  </a:cubicBezTo>
                  <a:lnTo>
                    <a:pt x="7737" y="3104"/>
                  </a:lnTo>
                  <a:cubicBezTo>
                    <a:pt x="7737" y="2744"/>
                    <a:pt x="7521" y="2411"/>
                    <a:pt x="7189" y="2267"/>
                  </a:cubicBezTo>
                  <a:lnTo>
                    <a:pt x="5269" y="1430"/>
                  </a:lnTo>
                  <a:cubicBezTo>
                    <a:pt x="5110" y="1343"/>
                    <a:pt x="5009" y="1184"/>
                    <a:pt x="5009" y="1011"/>
                  </a:cubicBezTo>
                  <a:lnTo>
                    <a:pt x="5009" y="1"/>
                  </a:lnTo>
                  <a:close/>
                </a:path>
              </a:pathLst>
            </a:custGeom>
            <a:solidFill>
              <a:srgbClr val="AABBC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097" name="Google Shape;20097;p47"/>
            <p:cNvSpPr/>
            <p:nvPr/>
          </p:nvSpPr>
          <p:spPr>
            <a:xfrm>
              <a:off x="1888471" y="3599380"/>
              <a:ext cx="202852" cy="76469"/>
            </a:xfrm>
            <a:custGeom>
              <a:rect b="b" l="l" r="r" t="t"/>
              <a:pathLst>
                <a:path extrusionOk="0" h="2917" w="7738">
                  <a:moveTo>
                    <a:pt x="1963" y="0"/>
                  </a:moveTo>
                  <a:lnTo>
                    <a:pt x="549" y="621"/>
                  </a:lnTo>
                  <a:cubicBezTo>
                    <a:pt x="217" y="765"/>
                    <a:pt x="0" y="1098"/>
                    <a:pt x="0" y="1458"/>
                  </a:cubicBezTo>
                  <a:lnTo>
                    <a:pt x="0" y="2685"/>
                  </a:lnTo>
                  <a:cubicBezTo>
                    <a:pt x="0" y="2801"/>
                    <a:pt x="101" y="2916"/>
                    <a:pt x="231" y="2916"/>
                  </a:cubicBezTo>
                  <a:lnTo>
                    <a:pt x="7506" y="2916"/>
                  </a:lnTo>
                  <a:cubicBezTo>
                    <a:pt x="7636" y="2916"/>
                    <a:pt x="7737" y="2801"/>
                    <a:pt x="7737" y="2685"/>
                  </a:cubicBezTo>
                  <a:lnTo>
                    <a:pt x="7737" y="1458"/>
                  </a:lnTo>
                  <a:cubicBezTo>
                    <a:pt x="7737" y="1098"/>
                    <a:pt x="7521" y="765"/>
                    <a:pt x="7189" y="621"/>
                  </a:cubicBezTo>
                  <a:lnTo>
                    <a:pt x="5774" y="0"/>
                  </a:lnTo>
                  <a:cubicBezTo>
                    <a:pt x="5442" y="881"/>
                    <a:pt x="4655" y="1321"/>
                    <a:pt x="3869" y="1321"/>
                  </a:cubicBezTo>
                  <a:cubicBezTo>
                    <a:pt x="3082" y="1321"/>
                    <a:pt x="2295" y="881"/>
                    <a:pt x="1963" y="0"/>
                  </a:cubicBezTo>
                  <a:close/>
                </a:path>
              </a:pathLst>
            </a:custGeom>
            <a:solidFill>
              <a:srgbClr val="D3DCE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098" name="Google Shape;20098;p47"/>
            <p:cNvSpPr/>
            <p:nvPr/>
          </p:nvSpPr>
          <p:spPr>
            <a:xfrm>
              <a:off x="1959985" y="3556230"/>
              <a:ext cx="59823" cy="23961"/>
            </a:xfrm>
            <a:custGeom>
              <a:rect b="b" l="l" r="r" t="t"/>
              <a:pathLst>
                <a:path extrusionOk="0" h="914" w="2282">
                  <a:moveTo>
                    <a:pt x="0" y="1"/>
                  </a:moveTo>
                  <a:lnTo>
                    <a:pt x="0" y="665"/>
                  </a:lnTo>
                  <a:cubicBezTo>
                    <a:pt x="361" y="831"/>
                    <a:pt x="751" y="914"/>
                    <a:pt x="1141" y="914"/>
                  </a:cubicBezTo>
                  <a:cubicBezTo>
                    <a:pt x="1530" y="914"/>
                    <a:pt x="1920" y="831"/>
                    <a:pt x="2281" y="665"/>
                  </a:cubicBezTo>
                  <a:lnTo>
                    <a:pt x="2281" y="1"/>
                  </a:lnTo>
                  <a:close/>
                </a:path>
              </a:pathLst>
            </a:custGeom>
            <a:solidFill>
              <a:srgbClr val="94A5B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099" name="Google Shape;20099;p47"/>
            <p:cNvSpPr/>
            <p:nvPr/>
          </p:nvSpPr>
          <p:spPr>
            <a:xfrm>
              <a:off x="1929707" y="3456062"/>
              <a:ext cx="119619" cy="112069"/>
            </a:xfrm>
            <a:custGeom>
              <a:rect b="b" l="l" r="r" t="t"/>
              <a:pathLst>
                <a:path extrusionOk="0" h="4275" w="4563">
                  <a:moveTo>
                    <a:pt x="1655" y="1"/>
                  </a:moveTo>
                  <a:cubicBezTo>
                    <a:pt x="1489" y="1"/>
                    <a:pt x="1344" y="98"/>
                    <a:pt x="1271" y="256"/>
                  </a:cubicBezTo>
                  <a:cubicBezTo>
                    <a:pt x="1025" y="733"/>
                    <a:pt x="665" y="1137"/>
                    <a:pt x="203" y="1426"/>
                  </a:cubicBezTo>
                  <a:cubicBezTo>
                    <a:pt x="87" y="1512"/>
                    <a:pt x="15" y="1642"/>
                    <a:pt x="15" y="1786"/>
                  </a:cubicBezTo>
                  <a:lnTo>
                    <a:pt x="15" y="1916"/>
                  </a:lnTo>
                  <a:cubicBezTo>
                    <a:pt x="0" y="3143"/>
                    <a:pt x="924" y="4168"/>
                    <a:pt x="2137" y="4269"/>
                  </a:cubicBezTo>
                  <a:cubicBezTo>
                    <a:pt x="2188" y="4273"/>
                    <a:pt x="2239" y="4274"/>
                    <a:pt x="2290" y="4274"/>
                  </a:cubicBezTo>
                  <a:cubicBezTo>
                    <a:pt x="3536" y="4274"/>
                    <a:pt x="4562" y="3265"/>
                    <a:pt x="4562" y="2003"/>
                  </a:cubicBezTo>
                  <a:lnTo>
                    <a:pt x="4562" y="1599"/>
                  </a:lnTo>
                  <a:cubicBezTo>
                    <a:pt x="4562" y="1411"/>
                    <a:pt x="4490" y="1223"/>
                    <a:pt x="4346" y="1093"/>
                  </a:cubicBezTo>
                  <a:cubicBezTo>
                    <a:pt x="3985" y="776"/>
                    <a:pt x="3162" y="213"/>
                    <a:pt x="1747" y="11"/>
                  </a:cubicBezTo>
                  <a:cubicBezTo>
                    <a:pt x="1716" y="4"/>
                    <a:pt x="1685" y="1"/>
                    <a:pt x="1655" y="1"/>
                  </a:cubicBezTo>
                  <a:close/>
                </a:path>
              </a:pathLst>
            </a:custGeom>
            <a:solidFill>
              <a:srgbClr val="BCC9D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100" name="Google Shape;20100;p47"/>
            <p:cNvSpPr/>
            <p:nvPr/>
          </p:nvSpPr>
          <p:spPr>
            <a:xfrm>
              <a:off x="1929707" y="3456062"/>
              <a:ext cx="116971" cy="111938"/>
            </a:xfrm>
            <a:custGeom>
              <a:rect b="b" l="l" r="r" t="t"/>
              <a:pathLst>
                <a:path extrusionOk="0" h="4270" w="4462">
                  <a:moveTo>
                    <a:pt x="1655" y="1"/>
                  </a:moveTo>
                  <a:cubicBezTo>
                    <a:pt x="1489" y="1"/>
                    <a:pt x="1344" y="98"/>
                    <a:pt x="1271" y="256"/>
                  </a:cubicBezTo>
                  <a:cubicBezTo>
                    <a:pt x="1227" y="328"/>
                    <a:pt x="1184" y="415"/>
                    <a:pt x="1126" y="487"/>
                  </a:cubicBezTo>
                  <a:cubicBezTo>
                    <a:pt x="895" y="863"/>
                    <a:pt x="578" y="1180"/>
                    <a:pt x="217" y="1426"/>
                  </a:cubicBezTo>
                  <a:cubicBezTo>
                    <a:pt x="87" y="1512"/>
                    <a:pt x="15" y="1656"/>
                    <a:pt x="15" y="1801"/>
                  </a:cubicBezTo>
                  <a:lnTo>
                    <a:pt x="15" y="1931"/>
                  </a:lnTo>
                  <a:cubicBezTo>
                    <a:pt x="0" y="3100"/>
                    <a:pt x="852" y="4096"/>
                    <a:pt x="2021" y="4269"/>
                  </a:cubicBezTo>
                  <a:cubicBezTo>
                    <a:pt x="1603" y="3836"/>
                    <a:pt x="1386" y="3273"/>
                    <a:pt x="1386" y="2696"/>
                  </a:cubicBezTo>
                  <a:lnTo>
                    <a:pt x="1386" y="1267"/>
                  </a:lnTo>
                  <a:cubicBezTo>
                    <a:pt x="1386" y="1021"/>
                    <a:pt x="1560" y="834"/>
                    <a:pt x="1790" y="805"/>
                  </a:cubicBezTo>
                  <a:cubicBezTo>
                    <a:pt x="1953" y="789"/>
                    <a:pt x="2115" y="782"/>
                    <a:pt x="2278" y="782"/>
                  </a:cubicBezTo>
                  <a:cubicBezTo>
                    <a:pt x="3027" y="782"/>
                    <a:pt x="3773" y="944"/>
                    <a:pt x="4461" y="1252"/>
                  </a:cubicBezTo>
                  <a:cubicBezTo>
                    <a:pt x="4432" y="1195"/>
                    <a:pt x="4389" y="1137"/>
                    <a:pt x="4346" y="1093"/>
                  </a:cubicBezTo>
                  <a:cubicBezTo>
                    <a:pt x="3985" y="776"/>
                    <a:pt x="3147" y="213"/>
                    <a:pt x="1747" y="11"/>
                  </a:cubicBezTo>
                  <a:cubicBezTo>
                    <a:pt x="1716" y="4"/>
                    <a:pt x="1685" y="1"/>
                    <a:pt x="1655" y="1"/>
                  </a:cubicBezTo>
                  <a:close/>
                </a:path>
              </a:pathLst>
            </a:custGeom>
            <a:solidFill>
              <a:srgbClr val="AABBC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101" name="Google Shape;20101;p47"/>
            <p:cNvSpPr/>
            <p:nvPr/>
          </p:nvSpPr>
          <p:spPr>
            <a:xfrm>
              <a:off x="1888471" y="3619067"/>
              <a:ext cx="41629" cy="56782"/>
            </a:xfrm>
            <a:custGeom>
              <a:rect b="b" l="l" r="r" t="t"/>
              <a:pathLst>
                <a:path extrusionOk="0" h="2166" w="1588">
                  <a:moveTo>
                    <a:pt x="346" y="0"/>
                  </a:moveTo>
                  <a:cubicBezTo>
                    <a:pt x="130" y="173"/>
                    <a:pt x="0" y="433"/>
                    <a:pt x="0" y="707"/>
                  </a:cubicBezTo>
                  <a:lnTo>
                    <a:pt x="0" y="1934"/>
                  </a:lnTo>
                  <a:cubicBezTo>
                    <a:pt x="0" y="2064"/>
                    <a:pt x="101" y="2165"/>
                    <a:pt x="231" y="2165"/>
                  </a:cubicBezTo>
                  <a:lnTo>
                    <a:pt x="1588" y="2165"/>
                  </a:lnTo>
                  <a:lnTo>
                    <a:pt x="1588" y="1530"/>
                  </a:lnTo>
                  <a:cubicBezTo>
                    <a:pt x="1588" y="1357"/>
                    <a:pt x="1516" y="1184"/>
                    <a:pt x="1386" y="1054"/>
                  </a:cubicBezTo>
                  <a:lnTo>
                    <a:pt x="346" y="0"/>
                  </a:ln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102" name="Google Shape;20102;p47"/>
            <p:cNvSpPr/>
            <p:nvPr/>
          </p:nvSpPr>
          <p:spPr>
            <a:xfrm>
              <a:off x="2049667" y="3619067"/>
              <a:ext cx="41656" cy="56782"/>
            </a:xfrm>
            <a:custGeom>
              <a:rect b="b" l="l" r="r" t="t"/>
              <a:pathLst>
                <a:path extrusionOk="0" h="2166" w="1589">
                  <a:moveTo>
                    <a:pt x="1242" y="0"/>
                  </a:moveTo>
                  <a:lnTo>
                    <a:pt x="203" y="1054"/>
                  </a:lnTo>
                  <a:cubicBezTo>
                    <a:pt x="73" y="1184"/>
                    <a:pt x="1" y="1357"/>
                    <a:pt x="1" y="1530"/>
                  </a:cubicBezTo>
                  <a:lnTo>
                    <a:pt x="1" y="2165"/>
                  </a:lnTo>
                  <a:lnTo>
                    <a:pt x="1357" y="2165"/>
                  </a:lnTo>
                  <a:cubicBezTo>
                    <a:pt x="1487" y="2165"/>
                    <a:pt x="1588" y="2064"/>
                    <a:pt x="1588" y="1934"/>
                  </a:cubicBezTo>
                  <a:lnTo>
                    <a:pt x="1588" y="707"/>
                  </a:lnTo>
                  <a:cubicBezTo>
                    <a:pt x="1588" y="433"/>
                    <a:pt x="1459" y="173"/>
                    <a:pt x="1242" y="0"/>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20103" name="Google Shape;20103;p47"/>
          <p:cNvGrpSpPr/>
          <p:nvPr/>
        </p:nvGrpSpPr>
        <p:grpSpPr>
          <a:xfrm>
            <a:off x="2273307" y="3378754"/>
            <a:ext cx="375818" cy="313374"/>
            <a:chOff x="2273307" y="3378754"/>
            <a:chExt cx="375818" cy="313374"/>
          </a:xfrm>
        </p:grpSpPr>
        <p:sp>
          <p:nvSpPr>
            <p:cNvPr id="20104" name="Google Shape;20104;p47"/>
            <p:cNvSpPr/>
            <p:nvPr/>
          </p:nvSpPr>
          <p:spPr>
            <a:xfrm>
              <a:off x="2448528" y="3429087"/>
              <a:ext cx="25009" cy="25009"/>
            </a:xfrm>
            <a:custGeom>
              <a:rect b="b" l="l" r="r" t="t"/>
              <a:pathLst>
                <a:path extrusionOk="0" h="954" w="954">
                  <a:moveTo>
                    <a:pt x="0" y="1"/>
                  </a:moveTo>
                  <a:lnTo>
                    <a:pt x="0" y="953"/>
                  </a:lnTo>
                  <a:lnTo>
                    <a:pt x="953" y="953"/>
                  </a:lnTo>
                  <a:lnTo>
                    <a:pt x="953" y="1"/>
                  </a:lnTo>
                  <a:close/>
                </a:path>
              </a:pathLst>
            </a:custGeom>
            <a:solidFill>
              <a:srgbClr val="AABBC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105" name="Google Shape;20105;p47"/>
            <p:cNvSpPr/>
            <p:nvPr/>
          </p:nvSpPr>
          <p:spPr>
            <a:xfrm>
              <a:off x="2447401" y="3429087"/>
              <a:ext cx="27631" cy="18849"/>
            </a:xfrm>
            <a:custGeom>
              <a:rect b="b" l="l" r="r" t="t"/>
              <a:pathLst>
                <a:path extrusionOk="0" h="719" w="1054">
                  <a:moveTo>
                    <a:pt x="43" y="1"/>
                  </a:moveTo>
                  <a:lnTo>
                    <a:pt x="43" y="477"/>
                  </a:lnTo>
                  <a:cubicBezTo>
                    <a:pt x="43" y="520"/>
                    <a:pt x="29" y="578"/>
                    <a:pt x="0" y="621"/>
                  </a:cubicBezTo>
                  <a:cubicBezTo>
                    <a:pt x="166" y="686"/>
                    <a:pt x="343" y="719"/>
                    <a:pt x="522" y="719"/>
                  </a:cubicBezTo>
                  <a:cubicBezTo>
                    <a:pt x="700" y="719"/>
                    <a:pt x="881" y="686"/>
                    <a:pt x="1054" y="621"/>
                  </a:cubicBezTo>
                  <a:cubicBezTo>
                    <a:pt x="1025" y="578"/>
                    <a:pt x="996" y="520"/>
                    <a:pt x="996" y="477"/>
                  </a:cubicBezTo>
                  <a:lnTo>
                    <a:pt x="996" y="1"/>
                  </a:lnTo>
                  <a:close/>
                </a:path>
              </a:pathLst>
            </a:custGeom>
            <a:solidFill>
              <a:srgbClr val="94A5B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106" name="Google Shape;20106;p47"/>
            <p:cNvSpPr/>
            <p:nvPr/>
          </p:nvSpPr>
          <p:spPr>
            <a:xfrm>
              <a:off x="2423545" y="3448774"/>
              <a:ext cx="74949" cy="93116"/>
            </a:xfrm>
            <a:custGeom>
              <a:rect b="b" l="l" r="r" t="t"/>
              <a:pathLst>
                <a:path extrusionOk="0" h="3552" w="2859">
                  <a:moveTo>
                    <a:pt x="708" y="0"/>
                  </a:moveTo>
                  <a:lnTo>
                    <a:pt x="275" y="217"/>
                  </a:lnTo>
                  <a:cubicBezTo>
                    <a:pt x="102" y="303"/>
                    <a:pt x="1" y="462"/>
                    <a:pt x="1" y="650"/>
                  </a:cubicBezTo>
                  <a:lnTo>
                    <a:pt x="1" y="2036"/>
                  </a:lnTo>
                  <a:cubicBezTo>
                    <a:pt x="1" y="2555"/>
                    <a:pt x="160" y="3060"/>
                    <a:pt x="448" y="3493"/>
                  </a:cubicBezTo>
                  <a:lnTo>
                    <a:pt x="477" y="3551"/>
                  </a:lnTo>
                  <a:lnTo>
                    <a:pt x="2383" y="3551"/>
                  </a:lnTo>
                  <a:lnTo>
                    <a:pt x="2426" y="3493"/>
                  </a:lnTo>
                  <a:cubicBezTo>
                    <a:pt x="2700" y="3060"/>
                    <a:pt x="2859" y="2555"/>
                    <a:pt x="2859" y="2036"/>
                  </a:cubicBezTo>
                  <a:lnTo>
                    <a:pt x="2859" y="650"/>
                  </a:lnTo>
                  <a:cubicBezTo>
                    <a:pt x="2859" y="462"/>
                    <a:pt x="2758" y="303"/>
                    <a:pt x="2599" y="217"/>
                  </a:cubicBezTo>
                  <a:lnTo>
                    <a:pt x="2166" y="0"/>
                  </a:lnTo>
                  <a:cubicBezTo>
                    <a:pt x="2013" y="191"/>
                    <a:pt x="1557" y="202"/>
                    <a:pt x="1452" y="202"/>
                  </a:cubicBezTo>
                  <a:cubicBezTo>
                    <a:pt x="1438" y="202"/>
                    <a:pt x="1430" y="202"/>
                    <a:pt x="1430" y="202"/>
                  </a:cubicBezTo>
                  <a:cubicBezTo>
                    <a:pt x="1430" y="202"/>
                    <a:pt x="1422" y="202"/>
                    <a:pt x="1409" y="202"/>
                  </a:cubicBezTo>
                  <a:cubicBezTo>
                    <a:pt x="1306" y="202"/>
                    <a:pt x="861" y="191"/>
                    <a:pt x="708" y="0"/>
                  </a:cubicBezTo>
                  <a:close/>
                </a:path>
              </a:pathLst>
            </a:custGeom>
            <a:solidFill>
              <a:srgbClr val="EFF1F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107" name="Google Shape;20107;p47"/>
            <p:cNvSpPr/>
            <p:nvPr/>
          </p:nvSpPr>
          <p:spPr>
            <a:xfrm>
              <a:off x="2436050" y="3541864"/>
              <a:ext cx="50359" cy="106354"/>
            </a:xfrm>
            <a:custGeom>
              <a:rect b="b" l="l" r="r" t="t"/>
              <a:pathLst>
                <a:path extrusionOk="0" h="4057" w="1921">
                  <a:moveTo>
                    <a:pt x="0" y="0"/>
                  </a:moveTo>
                  <a:lnTo>
                    <a:pt x="0" y="4057"/>
                  </a:lnTo>
                  <a:lnTo>
                    <a:pt x="1920" y="4057"/>
                  </a:lnTo>
                  <a:lnTo>
                    <a:pt x="1920" y="0"/>
                  </a:lnTo>
                  <a:close/>
                </a:path>
              </a:pathLst>
            </a:custGeom>
            <a:solidFill>
              <a:srgbClr val="D1DBE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108" name="Google Shape;20108;p47"/>
            <p:cNvSpPr/>
            <p:nvPr/>
          </p:nvSpPr>
          <p:spPr>
            <a:xfrm>
              <a:off x="2423545" y="3458972"/>
              <a:ext cx="12531" cy="82918"/>
            </a:xfrm>
            <a:custGeom>
              <a:rect b="b" l="l" r="r" t="t"/>
              <a:pathLst>
                <a:path extrusionOk="0" h="3163" w="478">
                  <a:moveTo>
                    <a:pt x="73" y="1"/>
                  </a:moveTo>
                  <a:cubicBezTo>
                    <a:pt x="30" y="73"/>
                    <a:pt x="1" y="174"/>
                    <a:pt x="1" y="261"/>
                  </a:cubicBezTo>
                  <a:lnTo>
                    <a:pt x="1" y="1647"/>
                  </a:lnTo>
                  <a:cubicBezTo>
                    <a:pt x="1" y="2166"/>
                    <a:pt x="160" y="2671"/>
                    <a:pt x="448" y="3104"/>
                  </a:cubicBezTo>
                  <a:lnTo>
                    <a:pt x="477" y="3162"/>
                  </a:lnTo>
                  <a:lnTo>
                    <a:pt x="477" y="549"/>
                  </a:lnTo>
                  <a:cubicBezTo>
                    <a:pt x="477" y="391"/>
                    <a:pt x="405" y="261"/>
                    <a:pt x="289" y="160"/>
                  </a:cubicBezTo>
                  <a:lnTo>
                    <a:pt x="73" y="1"/>
                  </a:lnTo>
                  <a:close/>
                </a:path>
              </a:pathLst>
            </a:custGeom>
            <a:solidFill>
              <a:srgbClr val="E9EDF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109" name="Google Shape;20109;p47"/>
            <p:cNvSpPr/>
            <p:nvPr/>
          </p:nvSpPr>
          <p:spPr>
            <a:xfrm>
              <a:off x="2485989" y="3458972"/>
              <a:ext cx="12505" cy="82918"/>
            </a:xfrm>
            <a:custGeom>
              <a:rect b="b" l="l" r="r" t="t"/>
              <a:pathLst>
                <a:path extrusionOk="0" h="3163" w="477">
                  <a:moveTo>
                    <a:pt x="405" y="1"/>
                  </a:moveTo>
                  <a:lnTo>
                    <a:pt x="188" y="160"/>
                  </a:lnTo>
                  <a:cubicBezTo>
                    <a:pt x="73" y="261"/>
                    <a:pt x="1" y="391"/>
                    <a:pt x="1" y="549"/>
                  </a:cubicBezTo>
                  <a:lnTo>
                    <a:pt x="1" y="3162"/>
                  </a:lnTo>
                  <a:lnTo>
                    <a:pt x="44" y="3104"/>
                  </a:lnTo>
                  <a:cubicBezTo>
                    <a:pt x="318" y="2671"/>
                    <a:pt x="477" y="2166"/>
                    <a:pt x="477" y="1647"/>
                  </a:cubicBezTo>
                  <a:lnTo>
                    <a:pt x="477" y="261"/>
                  </a:lnTo>
                  <a:cubicBezTo>
                    <a:pt x="477" y="174"/>
                    <a:pt x="448" y="73"/>
                    <a:pt x="405" y="1"/>
                  </a:cubicBezTo>
                  <a:close/>
                </a:path>
              </a:pathLst>
            </a:custGeom>
            <a:solidFill>
              <a:srgbClr val="E9EDF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110" name="Google Shape;20110;p47"/>
            <p:cNvSpPr/>
            <p:nvPr/>
          </p:nvSpPr>
          <p:spPr>
            <a:xfrm>
              <a:off x="2442105" y="3441670"/>
              <a:ext cx="38248" cy="100220"/>
            </a:xfrm>
            <a:custGeom>
              <a:rect b="b" l="l" r="r" t="t"/>
              <a:pathLst>
                <a:path extrusionOk="0" h="3823" w="1459">
                  <a:moveTo>
                    <a:pt x="231" y="0"/>
                  </a:moveTo>
                  <a:cubicBezTo>
                    <a:pt x="220" y="0"/>
                    <a:pt x="209" y="4"/>
                    <a:pt x="202" y="11"/>
                  </a:cubicBezTo>
                  <a:lnTo>
                    <a:pt x="0" y="271"/>
                  </a:lnTo>
                  <a:lnTo>
                    <a:pt x="318" y="675"/>
                  </a:lnTo>
                  <a:cubicBezTo>
                    <a:pt x="334" y="700"/>
                    <a:pt x="366" y="716"/>
                    <a:pt x="398" y="716"/>
                  </a:cubicBezTo>
                  <a:cubicBezTo>
                    <a:pt x="421" y="716"/>
                    <a:pt x="444" y="708"/>
                    <a:pt x="462" y="690"/>
                  </a:cubicBezTo>
                  <a:lnTo>
                    <a:pt x="606" y="574"/>
                  </a:lnTo>
                  <a:lnTo>
                    <a:pt x="606" y="3822"/>
                  </a:lnTo>
                  <a:lnTo>
                    <a:pt x="852" y="3822"/>
                  </a:lnTo>
                  <a:lnTo>
                    <a:pt x="852" y="574"/>
                  </a:lnTo>
                  <a:lnTo>
                    <a:pt x="982" y="690"/>
                  </a:lnTo>
                  <a:cubicBezTo>
                    <a:pt x="1000" y="708"/>
                    <a:pt x="1023" y="716"/>
                    <a:pt x="1047" y="716"/>
                  </a:cubicBezTo>
                  <a:cubicBezTo>
                    <a:pt x="1080" y="716"/>
                    <a:pt x="1115" y="700"/>
                    <a:pt x="1140" y="675"/>
                  </a:cubicBezTo>
                  <a:lnTo>
                    <a:pt x="1458" y="271"/>
                  </a:lnTo>
                  <a:lnTo>
                    <a:pt x="1256" y="11"/>
                  </a:lnTo>
                  <a:cubicBezTo>
                    <a:pt x="1249" y="4"/>
                    <a:pt x="1238" y="0"/>
                    <a:pt x="1227" y="0"/>
                  </a:cubicBezTo>
                  <a:cubicBezTo>
                    <a:pt x="1216" y="0"/>
                    <a:pt x="1205" y="4"/>
                    <a:pt x="1198" y="11"/>
                  </a:cubicBezTo>
                  <a:lnTo>
                    <a:pt x="722" y="473"/>
                  </a:lnTo>
                  <a:lnTo>
                    <a:pt x="260" y="11"/>
                  </a:lnTo>
                  <a:cubicBezTo>
                    <a:pt x="253" y="4"/>
                    <a:pt x="242" y="0"/>
                    <a:pt x="231" y="0"/>
                  </a:cubicBezTo>
                  <a:close/>
                </a:path>
              </a:pathLst>
            </a:custGeom>
            <a:solidFill>
              <a:srgbClr val="E9EDF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111" name="Google Shape;20111;p47"/>
            <p:cNvSpPr/>
            <p:nvPr/>
          </p:nvSpPr>
          <p:spPr>
            <a:xfrm>
              <a:off x="2457992" y="3554342"/>
              <a:ext cx="6449" cy="93876"/>
            </a:xfrm>
            <a:custGeom>
              <a:rect b="b" l="l" r="r" t="t"/>
              <a:pathLst>
                <a:path extrusionOk="0" h="3581" w="246">
                  <a:moveTo>
                    <a:pt x="116" y="1"/>
                  </a:moveTo>
                  <a:cubicBezTo>
                    <a:pt x="58" y="1"/>
                    <a:pt x="0" y="58"/>
                    <a:pt x="0" y="116"/>
                  </a:cubicBezTo>
                  <a:lnTo>
                    <a:pt x="0" y="3581"/>
                  </a:lnTo>
                  <a:lnTo>
                    <a:pt x="246" y="3581"/>
                  </a:lnTo>
                  <a:lnTo>
                    <a:pt x="246" y="131"/>
                  </a:lnTo>
                  <a:cubicBezTo>
                    <a:pt x="246" y="58"/>
                    <a:pt x="188" y="1"/>
                    <a:pt x="116" y="1"/>
                  </a:cubicBezTo>
                  <a:close/>
                </a:path>
              </a:pathLst>
            </a:custGeom>
            <a:solidFill>
              <a:srgbClr val="91A8B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112" name="Google Shape;20112;p47"/>
            <p:cNvSpPr/>
            <p:nvPr/>
          </p:nvSpPr>
          <p:spPr>
            <a:xfrm>
              <a:off x="2436050" y="3378754"/>
              <a:ext cx="50359" cy="56782"/>
            </a:xfrm>
            <a:custGeom>
              <a:rect b="b" l="l" r="r" t="t"/>
              <a:pathLst>
                <a:path extrusionOk="0" h="2166" w="1921">
                  <a:moveTo>
                    <a:pt x="722" y="1"/>
                  </a:moveTo>
                  <a:cubicBezTo>
                    <a:pt x="332" y="1"/>
                    <a:pt x="0" y="333"/>
                    <a:pt x="0" y="722"/>
                  </a:cubicBezTo>
                  <a:lnTo>
                    <a:pt x="0" y="1199"/>
                  </a:lnTo>
                  <a:cubicBezTo>
                    <a:pt x="0" y="1733"/>
                    <a:pt x="433" y="2166"/>
                    <a:pt x="953" y="2166"/>
                  </a:cubicBezTo>
                  <a:cubicBezTo>
                    <a:pt x="1487" y="2166"/>
                    <a:pt x="1920" y="1733"/>
                    <a:pt x="1920" y="1199"/>
                  </a:cubicBezTo>
                  <a:lnTo>
                    <a:pt x="1920" y="722"/>
                  </a:lnTo>
                  <a:cubicBezTo>
                    <a:pt x="1920" y="333"/>
                    <a:pt x="1602" y="1"/>
                    <a:pt x="1198" y="1"/>
                  </a:cubicBezTo>
                  <a:close/>
                </a:path>
              </a:pathLst>
            </a:custGeom>
            <a:solidFill>
              <a:srgbClr val="BCC9D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113" name="Google Shape;20113;p47"/>
            <p:cNvSpPr/>
            <p:nvPr/>
          </p:nvSpPr>
          <p:spPr>
            <a:xfrm>
              <a:off x="2436050" y="3379147"/>
              <a:ext cx="34447" cy="56441"/>
            </a:xfrm>
            <a:custGeom>
              <a:rect b="b" l="l" r="r" t="t"/>
              <a:pathLst>
                <a:path extrusionOk="0" h="2153" w="1314">
                  <a:moveTo>
                    <a:pt x="722" y="0"/>
                  </a:moveTo>
                  <a:cubicBezTo>
                    <a:pt x="318" y="0"/>
                    <a:pt x="0" y="318"/>
                    <a:pt x="0" y="722"/>
                  </a:cubicBezTo>
                  <a:lnTo>
                    <a:pt x="0" y="1198"/>
                  </a:lnTo>
                  <a:cubicBezTo>
                    <a:pt x="0" y="1746"/>
                    <a:pt x="442" y="2152"/>
                    <a:pt x="946" y="2152"/>
                  </a:cubicBezTo>
                  <a:cubicBezTo>
                    <a:pt x="1067" y="2152"/>
                    <a:pt x="1191" y="2129"/>
                    <a:pt x="1314" y="2079"/>
                  </a:cubicBezTo>
                  <a:cubicBezTo>
                    <a:pt x="953" y="1934"/>
                    <a:pt x="722" y="1573"/>
                    <a:pt x="722" y="1184"/>
                  </a:cubicBezTo>
                  <a:lnTo>
                    <a:pt x="722" y="707"/>
                  </a:lnTo>
                  <a:cubicBezTo>
                    <a:pt x="722" y="361"/>
                    <a:pt x="967" y="72"/>
                    <a:pt x="1314" y="0"/>
                  </a:cubicBezTo>
                  <a:close/>
                </a:path>
              </a:pathLst>
            </a:custGeom>
            <a:solidFill>
              <a:srgbClr val="AABBC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114" name="Google Shape;20114;p47"/>
            <p:cNvSpPr/>
            <p:nvPr/>
          </p:nvSpPr>
          <p:spPr>
            <a:xfrm>
              <a:off x="2435656" y="3378754"/>
              <a:ext cx="50359" cy="25429"/>
            </a:xfrm>
            <a:custGeom>
              <a:rect b="b" l="l" r="r" t="t"/>
              <a:pathLst>
                <a:path extrusionOk="0" h="970" w="1921">
                  <a:moveTo>
                    <a:pt x="722" y="1"/>
                  </a:moveTo>
                  <a:cubicBezTo>
                    <a:pt x="318" y="1"/>
                    <a:pt x="1" y="333"/>
                    <a:pt x="1" y="722"/>
                  </a:cubicBezTo>
                  <a:lnTo>
                    <a:pt x="15" y="722"/>
                  </a:lnTo>
                  <a:cubicBezTo>
                    <a:pt x="591" y="883"/>
                    <a:pt x="1180" y="969"/>
                    <a:pt x="1781" y="969"/>
                  </a:cubicBezTo>
                  <a:cubicBezTo>
                    <a:pt x="1827" y="969"/>
                    <a:pt x="1874" y="969"/>
                    <a:pt x="1921" y="968"/>
                  </a:cubicBezTo>
                  <a:lnTo>
                    <a:pt x="1921" y="722"/>
                  </a:lnTo>
                  <a:cubicBezTo>
                    <a:pt x="1921" y="333"/>
                    <a:pt x="1603" y="1"/>
                    <a:pt x="1199" y="1"/>
                  </a:cubicBezTo>
                  <a:close/>
                </a:path>
              </a:pathLst>
            </a:custGeom>
            <a:solidFill>
              <a:srgbClr val="5C728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115" name="Google Shape;20115;p47"/>
            <p:cNvSpPr/>
            <p:nvPr/>
          </p:nvSpPr>
          <p:spPr>
            <a:xfrm>
              <a:off x="2436050" y="3379147"/>
              <a:ext cx="34447" cy="22728"/>
            </a:xfrm>
            <a:custGeom>
              <a:rect b="b" l="l" r="r" t="t"/>
              <a:pathLst>
                <a:path extrusionOk="0" h="867" w="1314">
                  <a:moveTo>
                    <a:pt x="722" y="0"/>
                  </a:moveTo>
                  <a:cubicBezTo>
                    <a:pt x="318" y="0"/>
                    <a:pt x="0" y="318"/>
                    <a:pt x="0" y="722"/>
                  </a:cubicBezTo>
                  <a:cubicBezTo>
                    <a:pt x="231" y="780"/>
                    <a:pt x="476" y="837"/>
                    <a:pt x="722" y="866"/>
                  </a:cubicBezTo>
                  <a:lnTo>
                    <a:pt x="722" y="722"/>
                  </a:lnTo>
                  <a:lnTo>
                    <a:pt x="722" y="707"/>
                  </a:lnTo>
                  <a:cubicBezTo>
                    <a:pt x="722" y="361"/>
                    <a:pt x="967" y="72"/>
                    <a:pt x="1314" y="0"/>
                  </a:cubicBezTo>
                  <a:close/>
                </a:path>
              </a:pathLst>
            </a:custGeom>
            <a:solidFill>
              <a:srgbClr val="667A8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116" name="Google Shape;20116;p47"/>
            <p:cNvSpPr/>
            <p:nvPr/>
          </p:nvSpPr>
          <p:spPr>
            <a:xfrm>
              <a:off x="2548800" y="3429087"/>
              <a:ext cx="25009" cy="25009"/>
            </a:xfrm>
            <a:custGeom>
              <a:rect b="b" l="l" r="r" t="t"/>
              <a:pathLst>
                <a:path extrusionOk="0" h="954" w="954">
                  <a:moveTo>
                    <a:pt x="1" y="1"/>
                  </a:moveTo>
                  <a:lnTo>
                    <a:pt x="1" y="953"/>
                  </a:lnTo>
                  <a:lnTo>
                    <a:pt x="954" y="953"/>
                  </a:lnTo>
                  <a:lnTo>
                    <a:pt x="954" y="1"/>
                  </a:lnTo>
                  <a:close/>
                </a:path>
              </a:pathLst>
            </a:custGeom>
            <a:solidFill>
              <a:srgbClr val="AABBC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117" name="Google Shape;20117;p47"/>
            <p:cNvSpPr/>
            <p:nvPr/>
          </p:nvSpPr>
          <p:spPr>
            <a:xfrm>
              <a:off x="2547673" y="3429087"/>
              <a:ext cx="27264" cy="18849"/>
            </a:xfrm>
            <a:custGeom>
              <a:rect b="b" l="l" r="r" t="t"/>
              <a:pathLst>
                <a:path extrusionOk="0" h="719" w="1040">
                  <a:moveTo>
                    <a:pt x="44" y="1"/>
                  </a:moveTo>
                  <a:lnTo>
                    <a:pt x="44" y="477"/>
                  </a:lnTo>
                  <a:cubicBezTo>
                    <a:pt x="44" y="520"/>
                    <a:pt x="29" y="578"/>
                    <a:pt x="1" y="621"/>
                  </a:cubicBezTo>
                  <a:cubicBezTo>
                    <a:pt x="167" y="686"/>
                    <a:pt x="343" y="719"/>
                    <a:pt x="520" y="719"/>
                  </a:cubicBezTo>
                  <a:cubicBezTo>
                    <a:pt x="697" y="719"/>
                    <a:pt x="874" y="686"/>
                    <a:pt x="1040" y="621"/>
                  </a:cubicBezTo>
                  <a:cubicBezTo>
                    <a:pt x="1011" y="578"/>
                    <a:pt x="997" y="520"/>
                    <a:pt x="997" y="477"/>
                  </a:cubicBezTo>
                  <a:lnTo>
                    <a:pt x="997" y="1"/>
                  </a:lnTo>
                  <a:close/>
                </a:path>
              </a:pathLst>
            </a:custGeom>
            <a:solidFill>
              <a:srgbClr val="94A5B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118" name="Google Shape;20118;p47"/>
            <p:cNvSpPr/>
            <p:nvPr/>
          </p:nvSpPr>
          <p:spPr>
            <a:xfrm>
              <a:off x="2523844" y="3448774"/>
              <a:ext cx="75316" cy="93116"/>
            </a:xfrm>
            <a:custGeom>
              <a:rect b="b" l="l" r="r" t="t"/>
              <a:pathLst>
                <a:path extrusionOk="0" h="3552" w="2873">
                  <a:moveTo>
                    <a:pt x="707" y="0"/>
                  </a:moveTo>
                  <a:lnTo>
                    <a:pt x="260" y="217"/>
                  </a:lnTo>
                  <a:cubicBezTo>
                    <a:pt x="101" y="303"/>
                    <a:pt x="0" y="462"/>
                    <a:pt x="0" y="650"/>
                  </a:cubicBezTo>
                  <a:lnTo>
                    <a:pt x="0" y="2036"/>
                  </a:lnTo>
                  <a:cubicBezTo>
                    <a:pt x="0" y="2555"/>
                    <a:pt x="159" y="3060"/>
                    <a:pt x="448" y="3493"/>
                  </a:cubicBezTo>
                  <a:lnTo>
                    <a:pt x="477" y="3551"/>
                  </a:lnTo>
                  <a:lnTo>
                    <a:pt x="2396" y="3551"/>
                  </a:lnTo>
                  <a:lnTo>
                    <a:pt x="2425" y="3493"/>
                  </a:lnTo>
                  <a:cubicBezTo>
                    <a:pt x="2714" y="3060"/>
                    <a:pt x="2873" y="2555"/>
                    <a:pt x="2873" y="2036"/>
                  </a:cubicBezTo>
                  <a:lnTo>
                    <a:pt x="2873" y="650"/>
                  </a:lnTo>
                  <a:cubicBezTo>
                    <a:pt x="2873" y="462"/>
                    <a:pt x="2757" y="303"/>
                    <a:pt x="2599" y="217"/>
                  </a:cubicBezTo>
                  <a:lnTo>
                    <a:pt x="2165" y="0"/>
                  </a:lnTo>
                  <a:cubicBezTo>
                    <a:pt x="2013" y="191"/>
                    <a:pt x="1556" y="202"/>
                    <a:pt x="1451" y="202"/>
                  </a:cubicBezTo>
                  <a:cubicBezTo>
                    <a:pt x="1437" y="202"/>
                    <a:pt x="1429" y="202"/>
                    <a:pt x="1429" y="202"/>
                  </a:cubicBezTo>
                  <a:cubicBezTo>
                    <a:pt x="1429" y="202"/>
                    <a:pt x="1422" y="202"/>
                    <a:pt x="1408" y="202"/>
                  </a:cubicBezTo>
                  <a:cubicBezTo>
                    <a:pt x="1305" y="202"/>
                    <a:pt x="860" y="191"/>
                    <a:pt x="707" y="0"/>
                  </a:cubicBezTo>
                  <a:close/>
                </a:path>
              </a:pathLst>
            </a:custGeom>
            <a:solidFill>
              <a:srgbClr val="ADBDC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119" name="Google Shape;20119;p47"/>
            <p:cNvSpPr/>
            <p:nvPr/>
          </p:nvSpPr>
          <p:spPr>
            <a:xfrm>
              <a:off x="2536322" y="3541864"/>
              <a:ext cx="49992" cy="106354"/>
            </a:xfrm>
            <a:custGeom>
              <a:rect b="b" l="l" r="r" t="t"/>
              <a:pathLst>
                <a:path extrusionOk="0" h="4057" w="1907">
                  <a:moveTo>
                    <a:pt x="1" y="0"/>
                  </a:moveTo>
                  <a:lnTo>
                    <a:pt x="1" y="4057"/>
                  </a:lnTo>
                  <a:lnTo>
                    <a:pt x="1906" y="4057"/>
                  </a:lnTo>
                  <a:lnTo>
                    <a:pt x="1906" y="0"/>
                  </a:lnTo>
                  <a:close/>
                </a:path>
              </a:pathLst>
            </a:custGeom>
            <a:solidFill>
              <a:srgbClr val="91A8B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120" name="Google Shape;20120;p47"/>
            <p:cNvSpPr/>
            <p:nvPr/>
          </p:nvSpPr>
          <p:spPr>
            <a:xfrm>
              <a:off x="2523844" y="3458972"/>
              <a:ext cx="12505" cy="82918"/>
            </a:xfrm>
            <a:custGeom>
              <a:rect b="b" l="l" r="r" t="t"/>
              <a:pathLst>
                <a:path extrusionOk="0" h="3163" w="477">
                  <a:moveTo>
                    <a:pt x="72" y="1"/>
                  </a:moveTo>
                  <a:cubicBezTo>
                    <a:pt x="15" y="73"/>
                    <a:pt x="0" y="174"/>
                    <a:pt x="0" y="261"/>
                  </a:cubicBezTo>
                  <a:lnTo>
                    <a:pt x="0" y="1647"/>
                  </a:lnTo>
                  <a:cubicBezTo>
                    <a:pt x="0" y="2166"/>
                    <a:pt x="145" y="2671"/>
                    <a:pt x="433" y="3104"/>
                  </a:cubicBezTo>
                  <a:lnTo>
                    <a:pt x="477" y="3162"/>
                  </a:lnTo>
                  <a:lnTo>
                    <a:pt x="477" y="549"/>
                  </a:lnTo>
                  <a:cubicBezTo>
                    <a:pt x="477" y="391"/>
                    <a:pt x="404" y="261"/>
                    <a:pt x="289" y="160"/>
                  </a:cubicBezTo>
                  <a:lnTo>
                    <a:pt x="72" y="1"/>
                  </a:lnTo>
                  <a:close/>
                </a:path>
              </a:pathLst>
            </a:custGeom>
            <a:solidFill>
              <a:srgbClr val="94A5B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121" name="Google Shape;20121;p47"/>
            <p:cNvSpPr/>
            <p:nvPr/>
          </p:nvSpPr>
          <p:spPr>
            <a:xfrm>
              <a:off x="2586288" y="3458972"/>
              <a:ext cx="12505" cy="82918"/>
            </a:xfrm>
            <a:custGeom>
              <a:rect b="b" l="l" r="r" t="t"/>
              <a:pathLst>
                <a:path extrusionOk="0" h="3163" w="477">
                  <a:moveTo>
                    <a:pt x="404" y="1"/>
                  </a:moveTo>
                  <a:lnTo>
                    <a:pt x="202" y="160"/>
                  </a:lnTo>
                  <a:cubicBezTo>
                    <a:pt x="72" y="261"/>
                    <a:pt x="0" y="391"/>
                    <a:pt x="0" y="549"/>
                  </a:cubicBezTo>
                  <a:lnTo>
                    <a:pt x="0" y="3162"/>
                  </a:lnTo>
                  <a:lnTo>
                    <a:pt x="43" y="3104"/>
                  </a:lnTo>
                  <a:cubicBezTo>
                    <a:pt x="332" y="2671"/>
                    <a:pt x="476" y="2166"/>
                    <a:pt x="476" y="1647"/>
                  </a:cubicBezTo>
                  <a:lnTo>
                    <a:pt x="476" y="261"/>
                  </a:lnTo>
                  <a:cubicBezTo>
                    <a:pt x="476" y="174"/>
                    <a:pt x="462" y="73"/>
                    <a:pt x="404" y="1"/>
                  </a:cubicBezTo>
                  <a:close/>
                </a:path>
              </a:pathLst>
            </a:custGeom>
            <a:solidFill>
              <a:srgbClr val="94A5B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122" name="Google Shape;20122;p47"/>
            <p:cNvSpPr/>
            <p:nvPr/>
          </p:nvSpPr>
          <p:spPr>
            <a:xfrm>
              <a:off x="2542011" y="3441670"/>
              <a:ext cx="38615" cy="100220"/>
            </a:xfrm>
            <a:custGeom>
              <a:rect b="b" l="l" r="r" t="t"/>
              <a:pathLst>
                <a:path extrusionOk="0" h="3823" w="1473">
                  <a:moveTo>
                    <a:pt x="245" y="0"/>
                  </a:moveTo>
                  <a:cubicBezTo>
                    <a:pt x="235" y="0"/>
                    <a:pt x="224" y="4"/>
                    <a:pt x="217" y="11"/>
                  </a:cubicBezTo>
                  <a:lnTo>
                    <a:pt x="0" y="271"/>
                  </a:lnTo>
                  <a:lnTo>
                    <a:pt x="332" y="675"/>
                  </a:lnTo>
                  <a:cubicBezTo>
                    <a:pt x="349" y="700"/>
                    <a:pt x="380" y="716"/>
                    <a:pt x="412" y="716"/>
                  </a:cubicBezTo>
                  <a:cubicBezTo>
                    <a:pt x="435" y="716"/>
                    <a:pt x="458" y="708"/>
                    <a:pt x="476" y="690"/>
                  </a:cubicBezTo>
                  <a:lnTo>
                    <a:pt x="621" y="574"/>
                  </a:lnTo>
                  <a:lnTo>
                    <a:pt x="621" y="3822"/>
                  </a:lnTo>
                  <a:lnTo>
                    <a:pt x="852" y="3822"/>
                  </a:lnTo>
                  <a:lnTo>
                    <a:pt x="852" y="574"/>
                  </a:lnTo>
                  <a:lnTo>
                    <a:pt x="996" y="690"/>
                  </a:lnTo>
                  <a:cubicBezTo>
                    <a:pt x="1014" y="708"/>
                    <a:pt x="1037" y="716"/>
                    <a:pt x="1060" y="716"/>
                  </a:cubicBezTo>
                  <a:cubicBezTo>
                    <a:pt x="1092" y="716"/>
                    <a:pt x="1124" y="700"/>
                    <a:pt x="1140" y="675"/>
                  </a:cubicBezTo>
                  <a:lnTo>
                    <a:pt x="1472" y="271"/>
                  </a:lnTo>
                  <a:lnTo>
                    <a:pt x="1270" y="11"/>
                  </a:lnTo>
                  <a:cubicBezTo>
                    <a:pt x="1263" y="4"/>
                    <a:pt x="1252" y="0"/>
                    <a:pt x="1240" y="0"/>
                  </a:cubicBezTo>
                  <a:cubicBezTo>
                    <a:pt x="1227" y="0"/>
                    <a:pt x="1213" y="4"/>
                    <a:pt x="1198" y="11"/>
                  </a:cubicBezTo>
                  <a:lnTo>
                    <a:pt x="736" y="473"/>
                  </a:lnTo>
                  <a:lnTo>
                    <a:pt x="274" y="11"/>
                  </a:lnTo>
                  <a:cubicBezTo>
                    <a:pt x="267" y="4"/>
                    <a:pt x="256" y="0"/>
                    <a:pt x="245" y="0"/>
                  </a:cubicBezTo>
                  <a:close/>
                </a:path>
              </a:pathLst>
            </a:custGeom>
            <a:solidFill>
              <a:srgbClr val="94A5B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123" name="Google Shape;20123;p47"/>
            <p:cNvSpPr/>
            <p:nvPr/>
          </p:nvSpPr>
          <p:spPr>
            <a:xfrm>
              <a:off x="2558264" y="3554342"/>
              <a:ext cx="6475" cy="93876"/>
            </a:xfrm>
            <a:custGeom>
              <a:rect b="b" l="l" r="r" t="t"/>
              <a:pathLst>
                <a:path extrusionOk="0" h="3581" w="247">
                  <a:moveTo>
                    <a:pt x="116" y="1"/>
                  </a:moveTo>
                  <a:cubicBezTo>
                    <a:pt x="59" y="1"/>
                    <a:pt x="1" y="58"/>
                    <a:pt x="1" y="116"/>
                  </a:cubicBezTo>
                  <a:lnTo>
                    <a:pt x="1" y="3581"/>
                  </a:lnTo>
                  <a:lnTo>
                    <a:pt x="232" y="3581"/>
                  </a:lnTo>
                  <a:lnTo>
                    <a:pt x="232" y="131"/>
                  </a:lnTo>
                  <a:cubicBezTo>
                    <a:pt x="246" y="58"/>
                    <a:pt x="188" y="1"/>
                    <a:pt x="116" y="1"/>
                  </a:cubicBezTo>
                  <a:close/>
                </a:path>
              </a:pathLst>
            </a:custGeom>
            <a:solidFill>
              <a:srgbClr val="667A8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124" name="Google Shape;20124;p47"/>
            <p:cNvSpPr/>
            <p:nvPr/>
          </p:nvSpPr>
          <p:spPr>
            <a:xfrm>
              <a:off x="2536322" y="3378754"/>
              <a:ext cx="50359" cy="56782"/>
            </a:xfrm>
            <a:custGeom>
              <a:rect b="b" l="l" r="r" t="t"/>
              <a:pathLst>
                <a:path extrusionOk="0" h="2166" w="1921">
                  <a:moveTo>
                    <a:pt x="722" y="1"/>
                  </a:moveTo>
                  <a:cubicBezTo>
                    <a:pt x="318" y="1"/>
                    <a:pt x="1" y="333"/>
                    <a:pt x="1" y="722"/>
                  </a:cubicBezTo>
                  <a:lnTo>
                    <a:pt x="1" y="1199"/>
                  </a:lnTo>
                  <a:cubicBezTo>
                    <a:pt x="1" y="1733"/>
                    <a:pt x="434" y="2166"/>
                    <a:pt x="953" y="2166"/>
                  </a:cubicBezTo>
                  <a:cubicBezTo>
                    <a:pt x="1487" y="2166"/>
                    <a:pt x="1920" y="1733"/>
                    <a:pt x="1920" y="1199"/>
                  </a:cubicBezTo>
                  <a:lnTo>
                    <a:pt x="1920" y="722"/>
                  </a:lnTo>
                  <a:cubicBezTo>
                    <a:pt x="1920" y="333"/>
                    <a:pt x="1603" y="1"/>
                    <a:pt x="1199" y="1"/>
                  </a:cubicBezTo>
                  <a:close/>
                </a:path>
              </a:pathLst>
            </a:custGeom>
            <a:solidFill>
              <a:srgbClr val="BCC9D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125" name="Google Shape;20125;p47"/>
            <p:cNvSpPr/>
            <p:nvPr/>
          </p:nvSpPr>
          <p:spPr>
            <a:xfrm>
              <a:off x="2536008" y="3379147"/>
              <a:ext cx="34787" cy="56441"/>
            </a:xfrm>
            <a:custGeom>
              <a:rect b="b" l="l" r="r" t="t"/>
              <a:pathLst>
                <a:path extrusionOk="0" h="2153" w="1327">
                  <a:moveTo>
                    <a:pt x="734" y="0"/>
                  </a:moveTo>
                  <a:cubicBezTo>
                    <a:pt x="330" y="0"/>
                    <a:pt x="13" y="318"/>
                    <a:pt x="13" y="722"/>
                  </a:cubicBezTo>
                  <a:lnTo>
                    <a:pt x="13" y="1198"/>
                  </a:lnTo>
                  <a:cubicBezTo>
                    <a:pt x="1" y="1746"/>
                    <a:pt x="450" y="2152"/>
                    <a:pt x="957" y="2152"/>
                  </a:cubicBezTo>
                  <a:cubicBezTo>
                    <a:pt x="1079" y="2152"/>
                    <a:pt x="1204" y="2129"/>
                    <a:pt x="1326" y="2079"/>
                  </a:cubicBezTo>
                  <a:cubicBezTo>
                    <a:pt x="965" y="1934"/>
                    <a:pt x="720" y="1573"/>
                    <a:pt x="734" y="1184"/>
                  </a:cubicBezTo>
                  <a:lnTo>
                    <a:pt x="734" y="707"/>
                  </a:lnTo>
                  <a:cubicBezTo>
                    <a:pt x="734" y="361"/>
                    <a:pt x="980" y="72"/>
                    <a:pt x="1326" y="0"/>
                  </a:cubicBezTo>
                  <a:close/>
                </a:path>
              </a:pathLst>
            </a:custGeom>
            <a:solidFill>
              <a:srgbClr val="AABBC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126" name="Google Shape;20126;p47"/>
            <p:cNvSpPr/>
            <p:nvPr/>
          </p:nvSpPr>
          <p:spPr>
            <a:xfrm>
              <a:off x="2536322" y="3378754"/>
              <a:ext cx="49992" cy="25429"/>
            </a:xfrm>
            <a:custGeom>
              <a:rect b="b" l="l" r="r" t="t"/>
              <a:pathLst>
                <a:path extrusionOk="0" h="970" w="1907">
                  <a:moveTo>
                    <a:pt x="722" y="1"/>
                  </a:moveTo>
                  <a:cubicBezTo>
                    <a:pt x="318" y="1"/>
                    <a:pt x="1" y="333"/>
                    <a:pt x="1" y="722"/>
                  </a:cubicBezTo>
                  <a:cubicBezTo>
                    <a:pt x="577" y="883"/>
                    <a:pt x="1178" y="969"/>
                    <a:pt x="1769" y="969"/>
                  </a:cubicBezTo>
                  <a:cubicBezTo>
                    <a:pt x="1815" y="969"/>
                    <a:pt x="1860" y="969"/>
                    <a:pt x="1906" y="968"/>
                  </a:cubicBezTo>
                  <a:lnTo>
                    <a:pt x="1906" y="722"/>
                  </a:lnTo>
                  <a:cubicBezTo>
                    <a:pt x="1906" y="333"/>
                    <a:pt x="1588" y="1"/>
                    <a:pt x="1184" y="1"/>
                  </a:cubicBezTo>
                  <a:close/>
                </a:path>
              </a:pathLst>
            </a:custGeom>
            <a:solidFill>
              <a:srgbClr val="5C728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127" name="Google Shape;20127;p47"/>
            <p:cNvSpPr/>
            <p:nvPr/>
          </p:nvSpPr>
          <p:spPr>
            <a:xfrm>
              <a:off x="2536322" y="3379147"/>
              <a:ext cx="34473" cy="22728"/>
            </a:xfrm>
            <a:custGeom>
              <a:rect b="b" l="l" r="r" t="t"/>
              <a:pathLst>
                <a:path extrusionOk="0" h="867" w="1315">
                  <a:moveTo>
                    <a:pt x="722" y="0"/>
                  </a:moveTo>
                  <a:cubicBezTo>
                    <a:pt x="318" y="0"/>
                    <a:pt x="1" y="318"/>
                    <a:pt x="1" y="722"/>
                  </a:cubicBezTo>
                  <a:cubicBezTo>
                    <a:pt x="231" y="780"/>
                    <a:pt x="477" y="837"/>
                    <a:pt x="722" y="866"/>
                  </a:cubicBezTo>
                  <a:lnTo>
                    <a:pt x="722" y="707"/>
                  </a:lnTo>
                  <a:cubicBezTo>
                    <a:pt x="722" y="361"/>
                    <a:pt x="968" y="72"/>
                    <a:pt x="1314" y="0"/>
                  </a:cubicBezTo>
                  <a:close/>
                </a:path>
              </a:pathLst>
            </a:custGeom>
            <a:solidFill>
              <a:srgbClr val="667A8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128" name="Google Shape;20128;p47"/>
            <p:cNvSpPr/>
            <p:nvPr/>
          </p:nvSpPr>
          <p:spPr>
            <a:xfrm>
              <a:off x="2348623" y="3429087"/>
              <a:ext cx="25009" cy="25009"/>
            </a:xfrm>
            <a:custGeom>
              <a:rect b="b" l="l" r="r" t="t"/>
              <a:pathLst>
                <a:path extrusionOk="0" h="954" w="954">
                  <a:moveTo>
                    <a:pt x="1" y="1"/>
                  </a:moveTo>
                  <a:lnTo>
                    <a:pt x="1" y="953"/>
                  </a:lnTo>
                  <a:lnTo>
                    <a:pt x="953" y="953"/>
                  </a:lnTo>
                  <a:lnTo>
                    <a:pt x="953" y="1"/>
                  </a:lnTo>
                  <a:close/>
                </a:path>
              </a:pathLst>
            </a:custGeom>
            <a:solidFill>
              <a:srgbClr val="AABBC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129" name="Google Shape;20129;p47"/>
            <p:cNvSpPr/>
            <p:nvPr/>
          </p:nvSpPr>
          <p:spPr>
            <a:xfrm>
              <a:off x="2347102" y="3429087"/>
              <a:ext cx="27657" cy="18849"/>
            </a:xfrm>
            <a:custGeom>
              <a:rect b="b" l="l" r="r" t="t"/>
              <a:pathLst>
                <a:path extrusionOk="0" h="719" w="1055">
                  <a:moveTo>
                    <a:pt x="59" y="1"/>
                  </a:moveTo>
                  <a:lnTo>
                    <a:pt x="59" y="477"/>
                  </a:lnTo>
                  <a:cubicBezTo>
                    <a:pt x="44" y="520"/>
                    <a:pt x="30" y="578"/>
                    <a:pt x="1" y="621"/>
                  </a:cubicBezTo>
                  <a:cubicBezTo>
                    <a:pt x="174" y="686"/>
                    <a:pt x="354" y="719"/>
                    <a:pt x="533" y="719"/>
                  </a:cubicBezTo>
                  <a:cubicBezTo>
                    <a:pt x="712" y="719"/>
                    <a:pt x="889" y="686"/>
                    <a:pt x="1055" y="621"/>
                  </a:cubicBezTo>
                  <a:cubicBezTo>
                    <a:pt x="1026" y="578"/>
                    <a:pt x="1011" y="520"/>
                    <a:pt x="1011" y="477"/>
                  </a:cubicBezTo>
                  <a:lnTo>
                    <a:pt x="1011" y="1"/>
                  </a:lnTo>
                  <a:close/>
                </a:path>
              </a:pathLst>
            </a:custGeom>
            <a:solidFill>
              <a:srgbClr val="94A5B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130" name="Google Shape;20130;p47"/>
            <p:cNvSpPr/>
            <p:nvPr/>
          </p:nvSpPr>
          <p:spPr>
            <a:xfrm>
              <a:off x="2323273" y="3448774"/>
              <a:ext cx="75342" cy="93116"/>
            </a:xfrm>
            <a:custGeom>
              <a:rect b="b" l="l" r="r" t="t"/>
              <a:pathLst>
                <a:path extrusionOk="0" h="3552" w="2874">
                  <a:moveTo>
                    <a:pt x="708" y="0"/>
                  </a:moveTo>
                  <a:lnTo>
                    <a:pt x="275" y="217"/>
                  </a:lnTo>
                  <a:cubicBezTo>
                    <a:pt x="116" y="303"/>
                    <a:pt x="0" y="462"/>
                    <a:pt x="15" y="650"/>
                  </a:cubicBezTo>
                  <a:lnTo>
                    <a:pt x="15" y="2036"/>
                  </a:lnTo>
                  <a:cubicBezTo>
                    <a:pt x="15" y="2555"/>
                    <a:pt x="159" y="3060"/>
                    <a:pt x="448" y="3493"/>
                  </a:cubicBezTo>
                  <a:lnTo>
                    <a:pt x="491" y="3551"/>
                  </a:lnTo>
                  <a:lnTo>
                    <a:pt x="2397" y="3551"/>
                  </a:lnTo>
                  <a:lnTo>
                    <a:pt x="2426" y="3493"/>
                  </a:lnTo>
                  <a:cubicBezTo>
                    <a:pt x="2714" y="3060"/>
                    <a:pt x="2873" y="2555"/>
                    <a:pt x="2873" y="2036"/>
                  </a:cubicBezTo>
                  <a:lnTo>
                    <a:pt x="2873" y="650"/>
                  </a:lnTo>
                  <a:cubicBezTo>
                    <a:pt x="2873" y="462"/>
                    <a:pt x="2758" y="303"/>
                    <a:pt x="2599" y="217"/>
                  </a:cubicBezTo>
                  <a:lnTo>
                    <a:pt x="2166" y="0"/>
                  </a:lnTo>
                  <a:cubicBezTo>
                    <a:pt x="2013" y="191"/>
                    <a:pt x="1568" y="202"/>
                    <a:pt x="1465" y="202"/>
                  </a:cubicBezTo>
                  <a:cubicBezTo>
                    <a:pt x="1451" y="202"/>
                    <a:pt x="1444" y="202"/>
                    <a:pt x="1444" y="202"/>
                  </a:cubicBezTo>
                  <a:cubicBezTo>
                    <a:pt x="1444" y="202"/>
                    <a:pt x="1436" y="202"/>
                    <a:pt x="1422" y="202"/>
                  </a:cubicBezTo>
                  <a:cubicBezTo>
                    <a:pt x="1317" y="202"/>
                    <a:pt x="861" y="191"/>
                    <a:pt x="708" y="0"/>
                  </a:cubicBezTo>
                  <a:close/>
                </a:path>
              </a:pathLst>
            </a:custGeom>
            <a:solidFill>
              <a:srgbClr val="EFF1F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131" name="Google Shape;20131;p47"/>
            <p:cNvSpPr/>
            <p:nvPr/>
          </p:nvSpPr>
          <p:spPr>
            <a:xfrm>
              <a:off x="2335751" y="3541864"/>
              <a:ext cx="50359" cy="106354"/>
            </a:xfrm>
            <a:custGeom>
              <a:rect b="b" l="l" r="r" t="t"/>
              <a:pathLst>
                <a:path extrusionOk="0" h="4057" w="1921">
                  <a:moveTo>
                    <a:pt x="1" y="0"/>
                  </a:moveTo>
                  <a:lnTo>
                    <a:pt x="1" y="4057"/>
                  </a:lnTo>
                  <a:lnTo>
                    <a:pt x="1921" y="4057"/>
                  </a:lnTo>
                  <a:lnTo>
                    <a:pt x="1921" y="0"/>
                  </a:lnTo>
                  <a:close/>
                </a:path>
              </a:pathLst>
            </a:custGeom>
            <a:solidFill>
              <a:srgbClr val="91A8B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132" name="Google Shape;20132;p47"/>
            <p:cNvSpPr/>
            <p:nvPr/>
          </p:nvSpPr>
          <p:spPr>
            <a:xfrm>
              <a:off x="2323273" y="3458972"/>
              <a:ext cx="12505" cy="82918"/>
            </a:xfrm>
            <a:custGeom>
              <a:rect b="b" l="l" r="r" t="t"/>
              <a:pathLst>
                <a:path extrusionOk="0" h="3163" w="477">
                  <a:moveTo>
                    <a:pt x="73" y="1"/>
                  </a:moveTo>
                  <a:cubicBezTo>
                    <a:pt x="29" y="73"/>
                    <a:pt x="0" y="174"/>
                    <a:pt x="0" y="261"/>
                  </a:cubicBezTo>
                  <a:lnTo>
                    <a:pt x="0" y="1647"/>
                  </a:lnTo>
                  <a:cubicBezTo>
                    <a:pt x="0" y="2166"/>
                    <a:pt x="159" y="2671"/>
                    <a:pt x="448" y="3104"/>
                  </a:cubicBezTo>
                  <a:lnTo>
                    <a:pt x="477" y="3162"/>
                  </a:lnTo>
                  <a:lnTo>
                    <a:pt x="477" y="549"/>
                  </a:lnTo>
                  <a:cubicBezTo>
                    <a:pt x="477" y="391"/>
                    <a:pt x="405" y="261"/>
                    <a:pt x="289" y="160"/>
                  </a:cubicBezTo>
                  <a:lnTo>
                    <a:pt x="73" y="1"/>
                  </a:lnTo>
                  <a:close/>
                </a:path>
              </a:pathLst>
            </a:custGeom>
            <a:solidFill>
              <a:srgbClr val="A9BAC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133" name="Google Shape;20133;p47"/>
            <p:cNvSpPr/>
            <p:nvPr/>
          </p:nvSpPr>
          <p:spPr>
            <a:xfrm>
              <a:off x="2386084" y="3458972"/>
              <a:ext cx="12531" cy="82918"/>
            </a:xfrm>
            <a:custGeom>
              <a:rect b="b" l="l" r="r" t="t"/>
              <a:pathLst>
                <a:path extrusionOk="0" h="3163" w="478">
                  <a:moveTo>
                    <a:pt x="405" y="1"/>
                  </a:moveTo>
                  <a:lnTo>
                    <a:pt x="188" y="160"/>
                  </a:lnTo>
                  <a:cubicBezTo>
                    <a:pt x="73" y="261"/>
                    <a:pt x="1" y="391"/>
                    <a:pt x="1" y="549"/>
                  </a:cubicBezTo>
                  <a:lnTo>
                    <a:pt x="1" y="3162"/>
                  </a:lnTo>
                  <a:lnTo>
                    <a:pt x="30" y="3104"/>
                  </a:lnTo>
                  <a:cubicBezTo>
                    <a:pt x="318" y="2671"/>
                    <a:pt x="477" y="2166"/>
                    <a:pt x="477" y="1647"/>
                  </a:cubicBezTo>
                  <a:lnTo>
                    <a:pt x="477" y="261"/>
                  </a:lnTo>
                  <a:cubicBezTo>
                    <a:pt x="477" y="174"/>
                    <a:pt x="448" y="73"/>
                    <a:pt x="405" y="1"/>
                  </a:cubicBezTo>
                  <a:close/>
                </a:path>
              </a:pathLst>
            </a:custGeom>
            <a:solidFill>
              <a:srgbClr val="A9BAC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134" name="Google Shape;20134;p47"/>
            <p:cNvSpPr/>
            <p:nvPr/>
          </p:nvSpPr>
          <p:spPr>
            <a:xfrm>
              <a:off x="2341807" y="3441670"/>
              <a:ext cx="38248" cy="100220"/>
            </a:xfrm>
            <a:custGeom>
              <a:rect b="b" l="l" r="r" t="t"/>
              <a:pathLst>
                <a:path extrusionOk="0" h="3823" w="1459">
                  <a:moveTo>
                    <a:pt x="233" y="0"/>
                  </a:moveTo>
                  <a:cubicBezTo>
                    <a:pt x="221" y="0"/>
                    <a:pt x="210" y="4"/>
                    <a:pt x="203" y="11"/>
                  </a:cubicBezTo>
                  <a:lnTo>
                    <a:pt x="1" y="271"/>
                  </a:lnTo>
                  <a:lnTo>
                    <a:pt x="318" y="675"/>
                  </a:lnTo>
                  <a:cubicBezTo>
                    <a:pt x="343" y="700"/>
                    <a:pt x="373" y="716"/>
                    <a:pt x="406" y="716"/>
                  </a:cubicBezTo>
                  <a:cubicBezTo>
                    <a:pt x="429" y="716"/>
                    <a:pt x="453" y="708"/>
                    <a:pt x="477" y="690"/>
                  </a:cubicBezTo>
                  <a:lnTo>
                    <a:pt x="607" y="574"/>
                  </a:lnTo>
                  <a:lnTo>
                    <a:pt x="607" y="3822"/>
                  </a:lnTo>
                  <a:lnTo>
                    <a:pt x="852" y="3822"/>
                  </a:lnTo>
                  <a:lnTo>
                    <a:pt x="852" y="574"/>
                  </a:lnTo>
                  <a:lnTo>
                    <a:pt x="982" y="690"/>
                  </a:lnTo>
                  <a:cubicBezTo>
                    <a:pt x="1006" y="708"/>
                    <a:pt x="1031" y="716"/>
                    <a:pt x="1054" y="716"/>
                  </a:cubicBezTo>
                  <a:cubicBezTo>
                    <a:pt x="1086" y="716"/>
                    <a:pt x="1116" y="700"/>
                    <a:pt x="1141" y="675"/>
                  </a:cubicBezTo>
                  <a:lnTo>
                    <a:pt x="1459" y="271"/>
                  </a:lnTo>
                  <a:lnTo>
                    <a:pt x="1257" y="11"/>
                  </a:lnTo>
                  <a:cubicBezTo>
                    <a:pt x="1249" y="4"/>
                    <a:pt x="1239" y="0"/>
                    <a:pt x="1228" y="0"/>
                  </a:cubicBezTo>
                  <a:cubicBezTo>
                    <a:pt x="1217" y="0"/>
                    <a:pt x="1206" y="4"/>
                    <a:pt x="1199" y="11"/>
                  </a:cubicBezTo>
                  <a:lnTo>
                    <a:pt x="737" y="473"/>
                  </a:lnTo>
                  <a:lnTo>
                    <a:pt x="275" y="11"/>
                  </a:lnTo>
                  <a:cubicBezTo>
                    <a:pt x="261" y="4"/>
                    <a:pt x="246" y="0"/>
                    <a:pt x="233" y="0"/>
                  </a:cubicBezTo>
                  <a:close/>
                </a:path>
              </a:pathLst>
            </a:custGeom>
            <a:solidFill>
              <a:srgbClr val="A9BAC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135" name="Google Shape;20135;p47"/>
            <p:cNvSpPr/>
            <p:nvPr/>
          </p:nvSpPr>
          <p:spPr>
            <a:xfrm>
              <a:off x="2357693" y="3554342"/>
              <a:ext cx="6475" cy="93876"/>
            </a:xfrm>
            <a:custGeom>
              <a:rect b="b" l="l" r="r" t="t"/>
              <a:pathLst>
                <a:path extrusionOk="0" h="3581" w="247">
                  <a:moveTo>
                    <a:pt x="131" y="1"/>
                  </a:moveTo>
                  <a:cubicBezTo>
                    <a:pt x="59" y="1"/>
                    <a:pt x="1" y="58"/>
                    <a:pt x="1" y="116"/>
                  </a:cubicBezTo>
                  <a:lnTo>
                    <a:pt x="1" y="3581"/>
                  </a:lnTo>
                  <a:lnTo>
                    <a:pt x="246" y="3581"/>
                  </a:lnTo>
                  <a:lnTo>
                    <a:pt x="246" y="131"/>
                  </a:lnTo>
                  <a:cubicBezTo>
                    <a:pt x="246" y="58"/>
                    <a:pt x="189" y="1"/>
                    <a:pt x="131" y="1"/>
                  </a:cubicBezTo>
                  <a:close/>
                </a:path>
              </a:pathLst>
            </a:custGeom>
            <a:solidFill>
              <a:srgbClr val="667A8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136" name="Google Shape;20136;p47"/>
            <p:cNvSpPr/>
            <p:nvPr/>
          </p:nvSpPr>
          <p:spPr>
            <a:xfrm>
              <a:off x="2335751" y="3378754"/>
              <a:ext cx="50752" cy="56782"/>
            </a:xfrm>
            <a:custGeom>
              <a:rect b="b" l="l" r="r" t="t"/>
              <a:pathLst>
                <a:path extrusionOk="0" h="2166" w="1936">
                  <a:moveTo>
                    <a:pt x="723" y="1"/>
                  </a:moveTo>
                  <a:cubicBezTo>
                    <a:pt x="333" y="1"/>
                    <a:pt x="1" y="333"/>
                    <a:pt x="1" y="722"/>
                  </a:cubicBezTo>
                  <a:lnTo>
                    <a:pt x="1" y="1199"/>
                  </a:lnTo>
                  <a:cubicBezTo>
                    <a:pt x="1" y="1733"/>
                    <a:pt x="434" y="2166"/>
                    <a:pt x="968" y="2166"/>
                  </a:cubicBezTo>
                  <a:cubicBezTo>
                    <a:pt x="1488" y="2166"/>
                    <a:pt x="1935" y="1733"/>
                    <a:pt x="1935" y="1199"/>
                  </a:cubicBezTo>
                  <a:lnTo>
                    <a:pt x="1935" y="722"/>
                  </a:lnTo>
                  <a:cubicBezTo>
                    <a:pt x="1935" y="333"/>
                    <a:pt x="1603" y="1"/>
                    <a:pt x="1213" y="1"/>
                  </a:cubicBezTo>
                  <a:close/>
                </a:path>
              </a:pathLst>
            </a:custGeom>
            <a:solidFill>
              <a:srgbClr val="BCC9D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137" name="Google Shape;20137;p47"/>
            <p:cNvSpPr/>
            <p:nvPr/>
          </p:nvSpPr>
          <p:spPr>
            <a:xfrm>
              <a:off x="2335751" y="3379147"/>
              <a:ext cx="34473" cy="56441"/>
            </a:xfrm>
            <a:custGeom>
              <a:rect b="b" l="l" r="r" t="t"/>
              <a:pathLst>
                <a:path extrusionOk="0" h="2153" w="1315">
                  <a:moveTo>
                    <a:pt x="723" y="0"/>
                  </a:moveTo>
                  <a:cubicBezTo>
                    <a:pt x="318" y="0"/>
                    <a:pt x="1" y="318"/>
                    <a:pt x="1" y="722"/>
                  </a:cubicBezTo>
                  <a:lnTo>
                    <a:pt x="1" y="1198"/>
                  </a:lnTo>
                  <a:cubicBezTo>
                    <a:pt x="1" y="1746"/>
                    <a:pt x="452" y="2152"/>
                    <a:pt x="952" y="2152"/>
                  </a:cubicBezTo>
                  <a:cubicBezTo>
                    <a:pt x="1072" y="2152"/>
                    <a:pt x="1195" y="2129"/>
                    <a:pt x="1314" y="2079"/>
                  </a:cubicBezTo>
                  <a:cubicBezTo>
                    <a:pt x="953" y="1934"/>
                    <a:pt x="723" y="1573"/>
                    <a:pt x="723" y="1184"/>
                  </a:cubicBezTo>
                  <a:lnTo>
                    <a:pt x="723" y="707"/>
                  </a:lnTo>
                  <a:cubicBezTo>
                    <a:pt x="723" y="361"/>
                    <a:pt x="982" y="72"/>
                    <a:pt x="1314" y="0"/>
                  </a:cubicBezTo>
                  <a:close/>
                </a:path>
              </a:pathLst>
            </a:custGeom>
            <a:solidFill>
              <a:srgbClr val="AABBC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138" name="Google Shape;20138;p47"/>
            <p:cNvSpPr/>
            <p:nvPr/>
          </p:nvSpPr>
          <p:spPr>
            <a:xfrm>
              <a:off x="2335751" y="3378754"/>
              <a:ext cx="50359" cy="25429"/>
            </a:xfrm>
            <a:custGeom>
              <a:rect b="b" l="l" r="r" t="t"/>
              <a:pathLst>
                <a:path extrusionOk="0" h="970" w="1921">
                  <a:moveTo>
                    <a:pt x="723" y="1"/>
                  </a:moveTo>
                  <a:cubicBezTo>
                    <a:pt x="318" y="1"/>
                    <a:pt x="1" y="333"/>
                    <a:pt x="1" y="722"/>
                  </a:cubicBezTo>
                  <a:cubicBezTo>
                    <a:pt x="577" y="883"/>
                    <a:pt x="1178" y="969"/>
                    <a:pt x="1781" y="969"/>
                  </a:cubicBezTo>
                  <a:cubicBezTo>
                    <a:pt x="1827" y="969"/>
                    <a:pt x="1874" y="969"/>
                    <a:pt x="1921" y="968"/>
                  </a:cubicBezTo>
                  <a:lnTo>
                    <a:pt x="1921" y="722"/>
                  </a:lnTo>
                  <a:cubicBezTo>
                    <a:pt x="1921" y="333"/>
                    <a:pt x="1589" y="1"/>
                    <a:pt x="1199" y="1"/>
                  </a:cubicBezTo>
                  <a:close/>
                </a:path>
              </a:pathLst>
            </a:custGeom>
            <a:solidFill>
              <a:srgbClr val="5C728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139" name="Google Shape;20139;p47"/>
            <p:cNvSpPr/>
            <p:nvPr/>
          </p:nvSpPr>
          <p:spPr>
            <a:xfrm>
              <a:off x="2335751" y="3379147"/>
              <a:ext cx="34473" cy="22728"/>
            </a:xfrm>
            <a:custGeom>
              <a:rect b="b" l="l" r="r" t="t"/>
              <a:pathLst>
                <a:path extrusionOk="0" h="867" w="1315">
                  <a:moveTo>
                    <a:pt x="723" y="0"/>
                  </a:moveTo>
                  <a:cubicBezTo>
                    <a:pt x="318" y="0"/>
                    <a:pt x="1" y="318"/>
                    <a:pt x="1" y="722"/>
                  </a:cubicBezTo>
                  <a:cubicBezTo>
                    <a:pt x="232" y="780"/>
                    <a:pt x="477" y="837"/>
                    <a:pt x="723" y="866"/>
                  </a:cubicBezTo>
                  <a:lnTo>
                    <a:pt x="723" y="722"/>
                  </a:lnTo>
                  <a:lnTo>
                    <a:pt x="723" y="707"/>
                  </a:lnTo>
                  <a:cubicBezTo>
                    <a:pt x="723" y="361"/>
                    <a:pt x="982" y="72"/>
                    <a:pt x="1314" y="0"/>
                  </a:cubicBezTo>
                  <a:close/>
                </a:path>
              </a:pathLst>
            </a:custGeom>
            <a:solidFill>
              <a:srgbClr val="667A8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140" name="Google Shape;20140;p47"/>
            <p:cNvSpPr/>
            <p:nvPr/>
          </p:nvSpPr>
          <p:spPr>
            <a:xfrm>
              <a:off x="2298290" y="3535415"/>
              <a:ext cx="25009" cy="25009"/>
            </a:xfrm>
            <a:custGeom>
              <a:rect b="b" l="l" r="r" t="t"/>
              <a:pathLst>
                <a:path extrusionOk="0" h="954" w="954">
                  <a:moveTo>
                    <a:pt x="1" y="1"/>
                  </a:moveTo>
                  <a:lnTo>
                    <a:pt x="1" y="954"/>
                  </a:lnTo>
                  <a:lnTo>
                    <a:pt x="953" y="954"/>
                  </a:lnTo>
                  <a:lnTo>
                    <a:pt x="953" y="1"/>
                  </a:lnTo>
                  <a:close/>
                </a:path>
              </a:pathLst>
            </a:custGeom>
            <a:solidFill>
              <a:srgbClr val="AABBC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141" name="Google Shape;20141;p47"/>
            <p:cNvSpPr/>
            <p:nvPr/>
          </p:nvSpPr>
          <p:spPr>
            <a:xfrm>
              <a:off x="2297163" y="3535415"/>
              <a:ext cx="27657" cy="18849"/>
            </a:xfrm>
            <a:custGeom>
              <a:rect b="b" l="l" r="r" t="t"/>
              <a:pathLst>
                <a:path extrusionOk="0" h="719" w="1055">
                  <a:moveTo>
                    <a:pt x="44" y="1"/>
                  </a:moveTo>
                  <a:lnTo>
                    <a:pt x="44" y="492"/>
                  </a:lnTo>
                  <a:cubicBezTo>
                    <a:pt x="44" y="535"/>
                    <a:pt x="29" y="578"/>
                    <a:pt x="0" y="622"/>
                  </a:cubicBezTo>
                  <a:cubicBezTo>
                    <a:pt x="166" y="687"/>
                    <a:pt x="343" y="719"/>
                    <a:pt x="522" y="719"/>
                  </a:cubicBezTo>
                  <a:cubicBezTo>
                    <a:pt x="700" y="719"/>
                    <a:pt x="881" y="687"/>
                    <a:pt x="1054" y="622"/>
                  </a:cubicBezTo>
                  <a:cubicBezTo>
                    <a:pt x="1011" y="578"/>
                    <a:pt x="996" y="535"/>
                    <a:pt x="996" y="492"/>
                  </a:cubicBezTo>
                  <a:lnTo>
                    <a:pt x="996" y="1"/>
                  </a:lnTo>
                  <a:close/>
                </a:path>
              </a:pathLst>
            </a:custGeom>
            <a:solidFill>
              <a:srgbClr val="94A5B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142" name="Google Shape;20142;p47"/>
            <p:cNvSpPr/>
            <p:nvPr/>
          </p:nvSpPr>
          <p:spPr>
            <a:xfrm>
              <a:off x="2273307" y="3555102"/>
              <a:ext cx="74975" cy="93116"/>
            </a:xfrm>
            <a:custGeom>
              <a:rect b="b" l="l" r="r" t="t"/>
              <a:pathLst>
                <a:path extrusionOk="0" h="3552" w="2860">
                  <a:moveTo>
                    <a:pt x="694" y="0"/>
                  </a:moveTo>
                  <a:lnTo>
                    <a:pt x="261" y="231"/>
                  </a:lnTo>
                  <a:cubicBezTo>
                    <a:pt x="102" y="304"/>
                    <a:pt x="1" y="477"/>
                    <a:pt x="1" y="650"/>
                  </a:cubicBezTo>
                  <a:lnTo>
                    <a:pt x="1" y="2036"/>
                  </a:lnTo>
                  <a:cubicBezTo>
                    <a:pt x="1" y="2556"/>
                    <a:pt x="145" y="3061"/>
                    <a:pt x="434" y="3494"/>
                  </a:cubicBezTo>
                  <a:lnTo>
                    <a:pt x="477" y="3552"/>
                  </a:lnTo>
                  <a:lnTo>
                    <a:pt x="2383" y="3552"/>
                  </a:lnTo>
                  <a:lnTo>
                    <a:pt x="2426" y="3494"/>
                  </a:lnTo>
                  <a:cubicBezTo>
                    <a:pt x="2715" y="3061"/>
                    <a:pt x="2859" y="2556"/>
                    <a:pt x="2859" y="2036"/>
                  </a:cubicBezTo>
                  <a:lnTo>
                    <a:pt x="2859" y="650"/>
                  </a:lnTo>
                  <a:cubicBezTo>
                    <a:pt x="2859" y="477"/>
                    <a:pt x="2758" y="304"/>
                    <a:pt x="2599" y="231"/>
                  </a:cubicBezTo>
                  <a:lnTo>
                    <a:pt x="2166" y="0"/>
                  </a:lnTo>
                  <a:cubicBezTo>
                    <a:pt x="2001" y="192"/>
                    <a:pt x="1554" y="203"/>
                    <a:pt x="1451" y="203"/>
                  </a:cubicBezTo>
                  <a:cubicBezTo>
                    <a:pt x="1438" y="203"/>
                    <a:pt x="1430" y="203"/>
                    <a:pt x="1430" y="203"/>
                  </a:cubicBezTo>
                  <a:cubicBezTo>
                    <a:pt x="1430" y="203"/>
                    <a:pt x="1422" y="203"/>
                    <a:pt x="1408" y="203"/>
                  </a:cubicBezTo>
                  <a:cubicBezTo>
                    <a:pt x="1303" y="203"/>
                    <a:pt x="847" y="192"/>
                    <a:pt x="694" y="0"/>
                  </a:cubicBezTo>
                  <a:close/>
                </a:path>
              </a:pathLst>
            </a:custGeom>
            <a:solidFill>
              <a:srgbClr val="D3DCE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143" name="Google Shape;20143;p47"/>
            <p:cNvSpPr/>
            <p:nvPr/>
          </p:nvSpPr>
          <p:spPr>
            <a:xfrm>
              <a:off x="2285812" y="3648192"/>
              <a:ext cx="49966" cy="43936"/>
            </a:xfrm>
            <a:custGeom>
              <a:rect b="b" l="l" r="r" t="t"/>
              <a:pathLst>
                <a:path extrusionOk="0" h="1676" w="1906">
                  <a:moveTo>
                    <a:pt x="0" y="1"/>
                  </a:moveTo>
                  <a:lnTo>
                    <a:pt x="0" y="1430"/>
                  </a:lnTo>
                  <a:cubicBezTo>
                    <a:pt x="0" y="1560"/>
                    <a:pt x="101" y="1675"/>
                    <a:pt x="246" y="1675"/>
                  </a:cubicBezTo>
                  <a:lnTo>
                    <a:pt x="1675" y="1675"/>
                  </a:lnTo>
                  <a:cubicBezTo>
                    <a:pt x="1805" y="1675"/>
                    <a:pt x="1906" y="1560"/>
                    <a:pt x="1906" y="1430"/>
                  </a:cubicBezTo>
                  <a:lnTo>
                    <a:pt x="1906" y="1"/>
                  </a:lnTo>
                  <a:close/>
                </a:path>
              </a:pathLst>
            </a:custGeom>
            <a:solidFill>
              <a:srgbClr val="D1DBE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144" name="Google Shape;20144;p47"/>
            <p:cNvSpPr/>
            <p:nvPr/>
          </p:nvSpPr>
          <p:spPr>
            <a:xfrm>
              <a:off x="2273307" y="3565693"/>
              <a:ext cx="12531" cy="82525"/>
            </a:xfrm>
            <a:custGeom>
              <a:rect b="b" l="l" r="r" t="t"/>
              <a:pathLst>
                <a:path extrusionOk="0" h="3148" w="478">
                  <a:moveTo>
                    <a:pt x="73" y="1"/>
                  </a:moveTo>
                  <a:cubicBezTo>
                    <a:pt x="30" y="73"/>
                    <a:pt x="1" y="159"/>
                    <a:pt x="1" y="246"/>
                  </a:cubicBezTo>
                  <a:lnTo>
                    <a:pt x="1" y="1632"/>
                  </a:lnTo>
                  <a:cubicBezTo>
                    <a:pt x="1" y="2152"/>
                    <a:pt x="160" y="2657"/>
                    <a:pt x="448" y="3090"/>
                  </a:cubicBezTo>
                  <a:lnTo>
                    <a:pt x="477" y="3148"/>
                  </a:lnTo>
                  <a:lnTo>
                    <a:pt x="477" y="535"/>
                  </a:lnTo>
                  <a:cubicBezTo>
                    <a:pt x="477" y="390"/>
                    <a:pt x="405" y="246"/>
                    <a:pt x="290" y="159"/>
                  </a:cubicBezTo>
                  <a:lnTo>
                    <a:pt x="73" y="1"/>
                  </a:ln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145" name="Google Shape;20145;p47"/>
            <p:cNvSpPr/>
            <p:nvPr/>
          </p:nvSpPr>
          <p:spPr>
            <a:xfrm>
              <a:off x="2335751" y="3565693"/>
              <a:ext cx="12898" cy="82525"/>
            </a:xfrm>
            <a:custGeom>
              <a:rect b="b" l="l" r="r" t="t"/>
              <a:pathLst>
                <a:path extrusionOk="0" h="3148" w="492">
                  <a:moveTo>
                    <a:pt x="419" y="1"/>
                  </a:moveTo>
                  <a:lnTo>
                    <a:pt x="203" y="159"/>
                  </a:lnTo>
                  <a:cubicBezTo>
                    <a:pt x="73" y="246"/>
                    <a:pt x="1" y="390"/>
                    <a:pt x="1" y="535"/>
                  </a:cubicBezTo>
                  <a:lnTo>
                    <a:pt x="1" y="3148"/>
                  </a:lnTo>
                  <a:lnTo>
                    <a:pt x="44" y="3090"/>
                  </a:lnTo>
                  <a:cubicBezTo>
                    <a:pt x="333" y="2657"/>
                    <a:pt x="477" y="2152"/>
                    <a:pt x="477" y="1632"/>
                  </a:cubicBezTo>
                  <a:lnTo>
                    <a:pt x="477" y="246"/>
                  </a:lnTo>
                  <a:cubicBezTo>
                    <a:pt x="492" y="159"/>
                    <a:pt x="463" y="73"/>
                    <a:pt x="419" y="1"/>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146" name="Google Shape;20146;p47"/>
            <p:cNvSpPr/>
            <p:nvPr/>
          </p:nvSpPr>
          <p:spPr>
            <a:xfrm>
              <a:off x="2291867" y="3547998"/>
              <a:ext cx="38248" cy="100220"/>
            </a:xfrm>
            <a:custGeom>
              <a:rect b="b" l="l" r="r" t="t"/>
              <a:pathLst>
                <a:path extrusionOk="0" h="3823" w="1459">
                  <a:moveTo>
                    <a:pt x="231" y="1"/>
                  </a:moveTo>
                  <a:cubicBezTo>
                    <a:pt x="220" y="1"/>
                    <a:pt x="210" y="4"/>
                    <a:pt x="202" y="12"/>
                  </a:cubicBezTo>
                  <a:lnTo>
                    <a:pt x="0" y="271"/>
                  </a:lnTo>
                  <a:lnTo>
                    <a:pt x="318" y="676"/>
                  </a:lnTo>
                  <a:cubicBezTo>
                    <a:pt x="343" y="701"/>
                    <a:pt x="373" y="716"/>
                    <a:pt x="405" y="716"/>
                  </a:cubicBezTo>
                  <a:cubicBezTo>
                    <a:pt x="428" y="716"/>
                    <a:pt x="452" y="708"/>
                    <a:pt x="477" y="690"/>
                  </a:cubicBezTo>
                  <a:lnTo>
                    <a:pt x="607" y="575"/>
                  </a:lnTo>
                  <a:lnTo>
                    <a:pt x="607" y="3823"/>
                  </a:lnTo>
                  <a:lnTo>
                    <a:pt x="852" y="3823"/>
                  </a:lnTo>
                  <a:lnTo>
                    <a:pt x="852" y="575"/>
                  </a:lnTo>
                  <a:lnTo>
                    <a:pt x="982" y="690"/>
                  </a:lnTo>
                  <a:cubicBezTo>
                    <a:pt x="1006" y="708"/>
                    <a:pt x="1030" y="716"/>
                    <a:pt x="1053" y="716"/>
                  </a:cubicBezTo>
                  <a:cubicBezTo>
                    <a:pt x="1085" y="716"/>
                    <a:pt x="1115" y="701"/>
                    <a:pt x="1141" y="676"/>
                  </a:cubicBezTo>
                  <a:lnTo>
                    <a:pt x="1458" y="271"/>
                  </a:lnTo>
                  <a:lnTo>
                    <a:pt x="1256" y="26"/>
                  </a:lnTo>
                  <a:cubicBezTo>
                    <a:pt x="1249" y="12"/>
                    <a:pt x="1238" y="4"/>
                    <a:pt x="1227" y="4"/>
                  </a:cubicBezTo>
                  <a:cubicBezTo>
                    <a:pt x="1216" y="4"/>
                    <a:pt x="1206" y="12"/>
                    <a:pt x="1198" y="26"/>
                  </a:cubicBezTo>
                  <a:lnTo>
                    <a:pt x="736" y="474"/>
                  </a:lnTo>
                  <a:lnTo>
                    <a:pt x="260" y="12"/>
                  </a:lnTo>
                  <a:cubicBezTo>
                    <a:pt x="253" y="4"/>
                    <a:pt x="242" y="1"/>
                    <a:pt x="231" y="1"/>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147" name="Google Shape;20147;p47"/>
            <p:cNvSpPr/>
            <p:nvPr/>
          </p:nvSpPr>
          <p:spPr>
            <a:xfrm>
              <a:off x="2307754" y="3660670"/>
              <a:ext cx="6449" cy="31458"/>
            </a:xfrm>
            <a:custGeom>
              <a:rect b="b" l="l" r="r" t="t"/>
              <a:pathLst>
                <a:path extrusionOk="0" h="1200" w="246">
                  <a:moveTo>
                    <a:pt x="130" y="1"/>
                  </a:moveTo>
                  <a:cubicBezTo>
                    <a:pt x="58" y="1"/>
                    <a:pt x="1" y="59"/>
                    <a:pt x="1" y="116"/>
                  </a:cubicBezTo>
                  <a:lnTo>
                    <a:pt x="1" y="1199"/>
                  </a:lnTo>
                  <a:lnTo>
                    <a:pt x="246" y="1199"/>
                  </a:lnTo>
                  <a:lnTo>
                    <a:pt x="246" y="116"/>
                  </a:lnTo>
                  <a:cubicBezTo>
                    <a:pt x="246" y="59"/>
                    <a:pt x="188" y="1"/>
                    <a:pt x="130" y="1"/>
                  </a:cubicBezTo>
                  <a:close/>
                </a:path>
              </a:pathLst>
            </a:custGeom>
            <a:solidFill>
              <a:srgbClr val="91A8B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148" name="Google Shape;20148;p47"/>
            <p:cNvSpPr/>
            <p:nvPr/>
          </p:nvSpPr>
          <p:spPr>
            <a:xfrm>
              <a:off x="2285812" y="3485475"/>
              <a:ext cx="50359" cy="56415"/>
            </a:xfrm>
            <a:custGeom>
              <a:rect b="b" l="l" r="r" t="t"/>
              <a:pathLst>
                <a:path extrusionOk="0" h="2152" w="1921">
                  <a:moveTo>
                    <a:pt x="722" y="0"/>
                  </a:moveTo>
                  <a:cubicBezTo>
                    <a:pt x="332" y="0"/>
                    <a:pt x="0" y="318"/>
                    <a:pt x="0" y="722"/>
                  </a:cubicBezTo>
                  <a:lnTo>
                    <a:pt x="0" y="1199"/>
                  </a:lnTo>
                  <a:cubicBezTo>
                    <a:pt x="0" y="1718"/>
                    <a:pt x="433" y="2151"/>
                    <a:pt x="967" y="2151"/>
                  </a:cubicBezTo>
                  <a:cubicBezTo>
                    <a:pt x="1487" y="2151"/>
                    <a:pt x="1920" y="1718"/>
                    <a:pt x="1920" y="1199"/>
                  </a:cubicBezTo>
                  <a:lnTo>
                    <a:pt x="1920" y="722"/>
                  </a:lnTo>
                  <a:cubicBezTo>
                    <a:pt x="1920" y="318"/>
                    <a:pt x="1603" y="0"/>
                    <a:pt x="1198" y="0"/>
                  </a:cubicBezTo>
                  <a:close/>
                </a:path>
              </a:pathLst>
            </a:custGeom>
            <a:solidFill>
              <a:srgbClr val="BCC9D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149" name="Google Shape;20149;p47"/>
            <p:cNvSpPr/>
            <p:nvPr/>
          </p:nvSpPr>
          <p:spPr>
            <a:xfrm>
              <a:off x="2285812" y="3485475"/>
              <a:ext cx="34447" cy="56441"/>
            </a:xfrm>
            <a:custGeom>
              <a:rect b="b" l="l" r="r" t="t"/>
              <a:pathLst>
                <a:path extrusionOk="0" h="2153" w="1314">
                  <a:moveTo>
                    <a:pt x="722" y="0"/>
                  </a:moveTo>
                  <a:cubicBezTo>
                    <a:pt x="318" y="0"/>
                    <a:pt x="0" y="318"/>
                    <a:pt x="0" y="722"/>
                  </a:cubicBezTo>
                  <a:lnTo>
                    <a:pt x="0" y="1199"/>
                  </a:lnTo>
                  <a:cubicBezTo>
                    <a:pt x="0" y="1746"/>
                    <a:pt x="442" y="2152"/>
                    <a:pt x="946" y="2152"/>
                  </a:cubicBezTo>
                  <a:cubicBezTo>
                    <a:pt x="1067" y="2152"/>
                    <a:pt x="1191" y="2129"/>
                    <a:pt x="1314" y="2079"/>
                  </a:cubicBezTo>
                  <a:cubicBezTo>
                    <a:pt x="953" y="1935"/>
                    <a:pt x="708" y="1574"/>
                    <a:pt x="722" y="1199"/>
                  </a:cubicBezTo>
                  <a:lnTo>
                    <a:pt x="722" y="708"/>
                  </a:lnTo>
                  <a:cubicBezTo>
                    <a:pt x="722" y="361"/>
                    <a:pt x="967" y="73"/>
                    <a:pt x="1314" y="15"/>
                  </a:cubicBezTo>
                  <a:cubicBezTo>
                    <a:pt x="1271" y="0"/>
                    <a:pt x="1242" y="0"/>
                    <a:pt x="1198" y="0"/>
                  </a:cubicBezTo>
                  <a:close/>
                </a:path>
              </a:pathLst>
            </a:custGeom>
            <a:solidFill>
              <a:srgbClr val="AABBC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150" name="Google Shape;20150;p47"/>
            <p:cNvSpPr/>
            <p:nvPr/>
          </p:nvSpPr>
          <p:spPr>
            <a:xfrm>
              <a:off x="2285418" y="3485082"/>
              <a:ext cx="50359" cy="25429"/>
            </a:xfrm>
            <a:custGeom>
              <a:rect b="b" l="l" r="r" t="t"/>
              <a:pathLst>
                <a:path extrusionOk="0" h="970" w="1921">
                  <a:moveTo>
                    <a:pt x="723" y="1"/>
                  </a:moveTo>
                  <a:cubicBezTo>
                    <a:pt x="333" y="1"/>
                    <a:pt x="1" y="319"/>
                    <a:pt x="1" y="723"/>
                  </a:cubicBezTo>
                  <a:lnTo>
                    <a:pt x="15" y="737"/>
                  </a:lnTo>
                  <a:cubicBezTo>
                    <a:pt x="591" y="884"/>
                    <a:pt x="1192" y="970"/>
                    <a:pt x="1783" y="970"/>
                  </a:cubicBezTo>
                  <a:cubicBezTo>
                    <a:pt x="1829" y="970"/>
                    <a:pt x="1875" y="969"/>
                    <a:pt x="1921" y="968"/>
                  </a:cubicBezTo>
                  <a:lnTo>
                    <a:pt x="1921" y="723"/>
                  </a:lnTo>
                  <a:cubicBezTo>
                    <a:pt x="1921" y="319"/>
                    <a:pt x="1603" y="1"/>
                    <a:pt x="1199" y="1"/>
                  </a:cubicBezTo>
                  <a:close/>
                </a:path>
              </a:pathLst>
            </a:custGeom>
            <a:solidFill>
              <a:srgbClr val="5C728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151" name="Google Shape;20151;p47"/>
            <p:cNvSpPr/>
            <p:nvPr/>
          </p:nvSpPr>
          <p:spPr>
            <a:xfrm>
              <a:off x="2285812" y="3485475"/>
              <a:ext cx="34447" cy="23095"/>
            </a:xfrm>
            <a:custGeom>
              <a:rect b="b" l="l" r="r" t="t"/>
              <a:pathLst>
                <a:path extrusionOk="0" h="881" w="1314">
                  <a:moveTo>
                    <a:pt x="722" y="0"/>
                  </a:moveTo>
                  <a:cubicBezTo>
                    <a:pt x="318" y="0"/>
                    <a:pt x="0" y="318"/>
                    <a:pt x="0" y="722"/>
                  </a:cubicBezTo>
                  <a:cubicBezTo>
                    <a:pt x="231" y="794"/>
                    <a:pt x="477" y="838"/>
                    <a:pt x="722" y="881"/>
                  </a:cubicBezTo>
                  <a:lnTo>
                    <a:pt x="722" y="722"/>
                  </a:lnTo>
                  <a:cubicBezTo>
                    <a:pt x="722" y="361"/>
                    <a:pt x="967" y="73"/>
                    <a:pt x="1314" y="15"/>
                  </a:cubicBezTo>
                  <a:cubicBezTo>
                    <a:pt x="1271" y="0"/>
                    <a:pt x="1242" y="0"/>
                    <a:pt x="1198" y="0"/>
                  </a:cubicBezTo>
                  <a:close/>
                </a:path>
              </a:pathLst>
            </a:custGeom>
            <a:solidFill>
              <a:srgbClr val="667A8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152" name="Google Shape;20152;p47"/>
            <p:cNvSpPr/>
            <p:nvPr/>
          </p:nvSpPr>
          <p:spPr>
            <a:xfrm>
              <a:off x="2398588" y="3535415"/>
              <a:ext cx="24983" cy="25009"/>
            </a:xfrm>
            <a:custGeom>
              <a:rect b="b" l="l" r="r" t="t"/>
              <a:pathLst>
                <a:path extrusionOk="0" h="954" w="953">
                  <a:moveTo>
                    <a:pt x="0" y="1"/>
                  </a:moveTo>
                  <a:lnTo>
                    <a:pt x="0" y="954"/>
                  </a:lnTo>
                  <a:lnTo>
                    <a:pt x="953" y="954"/>
                  </a:lnTo>
                  <a:lnTo>
                    <a:pt x="953" y="1"/>
                  </a:lnTo>
                  <a:close/>
                </a:path>
              </a:pathLst>
            </a:custGeom>
            <a:solidFill>
              <a:srgbClr val="AABBC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153" name="Google Shape;20153;p47"/>
            <p:cNvSpPr/>
            <p:nvPr/>
          </p:nvSpPr>
          <p:spPr>
            <a:xfrm>
              <a:off x="2397435" y="3535415"/>
              <a:ext cx="27290" cy="18849"/>
            </a:xfrm>
            <a:custGeom>
              <a:rect b="b" l="l" r="r" t="t"/>
              <a:pathLst>
                <a:path extrusionOk="0" h="719" w="1041">
                  <a:moveTo>
                    <a:pt x="44" y="1"/>
                  </a:moveTo>
                  <a:lnTo>
                    <a:pt x="44" y="492"/>
                  </a:lnTo>
                  <a:cubicBezTo>
                    <a:pt x="44" y="535"/>
                    <a:pt x="30" y="578"/>
                    <a:pt x="1" y="622"/>
                  </a:cubicBezTo>
                  <a:cubicBezTo>
                    <a:pt x="167" y="687"/>
                    <a:pt x="344" y="719"/>
                    <a:pt x="520" y="719"/>
                  </a:cubicBezTo>
                  <a:cubicBezTo>
                    <a:pt x="697" y="719"/>
                    <a:pt x="874" y="687"/>
                    <a:pt x="1040" y="622"/>
                  </a:cubicBezTo>
                  <a:cubicBezTo>
                    <a:pt x="1011" y="578"/>
                    <a:pt x="997" y="535"/>
                    <a:pt x="997" y="492"/>
                  </a:cubicBezTo>
                  <a:lnTo>
                    <a:pt x="997" y="1"/>
                  </a:lnTo>
                  <a:close/>
                </a:path>
              </a:pathLst>
            </a:custGeom>
            <a:solidFill>
              <a:srgbClr val="94A5B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154" name="Google Shape;20154;p47"/>
            <p:cNvSpPr/>
            <p:nvPr/>
          </p:nvSpPr>
          <p:spPr>
            <a:xfrm>
              <a:off x="2373606" y="3555102"/>
              <a:ext cx="75316" cy="93116"/>
            </a:xfrm>
            <a:custGeom>
              <a:rect b="b" l="l" r="r" t="t"/>
              <a:pathLst>
                <a:path extrusionOk="0" h="3552" w="2873">
                  <a:moveTo>
                    <a:pt x="693" y="0"/>
                  </a:moveTo>
                  <a:lnTo>
                    <a:pt x="260" y="231"/>
                  </a:lnTo>
                  <a:cubicBezTo>
                    <a:pt x="101" y="304"/>
                    <a:pt x="0" y="477"/>
                    <a:pt x="0" y="650"/>
                  </a:cubicBezTo>
                  <a:lnTo>
                    <a:pt x="0" y="2036"/>
                  </a:lnTo>
                  <a:cubicBezTo>
                    <a:pt x="0" y="2556"/>
                    <a:pt x="159" y="3061"/>
                    <a:pt x="448" y="3494"/>
                  </a:cubicBezTo>
                  <a:lnTo>
                    <a:pt x="477" y="3552"/>
                  </a:lnTo>
                  <a:lnTo>
                    <a:pt x="2382" y="3552"/>
                  </a:lnTo>
                  <a:lnTo>
                    <a:pt x="2425" y="3494"/>
                  </a:lnTo>
                  <a:cubicBezTo>
                    <a:pt x="2714" y="3061"/>
                    <a:pt x="2873" y="2556"/>
                    <a:pt x="2858" y="2036"/>
                  </a:cubicBezTo>
                  <a:lnTo>
                    <a:pt x="2858" y="650"/>
                  </a:lnTo>
                  <a:cubicBezTo>
                    <a:pt x="2858" y="477"/>
                    <a:pt x="2757" y="304"/>
                    <a:pt x="2599" y="231"/>
                  </a:cubicBezTo>
                  <a:lnTo>
                    <a:pt x="2166" y="0"/>
                  </a:lnTo>
                  <a:cubicBezTo>
                    <a:pt x="2000" y="192"/>
                    <a:pt x="1553" y="203"/>
                    <a:pt x="1451" y="203"/>
                  </a:cubicBezTo>
                  <a:cubicBezTo>
                    <a:pt x="1437" y="203"/>
                    <a:pt x="1429" y="203"/>
                    <a:pt x="1429" y="203"/>
                  </a:cubicBezTo>
                  <a:cubicBezTo>
                    <a:pt x="1429" y="203"/>
                    <a:pt x="1422" y="203"/>
                    <a:pt x="1408" y="203"/>
                  </a:cubicBezTo>
                  <a:cubicBezTo>
                    <a:pt x="1305" y="203"/>
                    <a:pt x="859" y="192"/>
                    <a:pt x="693" y="0"/>
                  </a:cubicBezTo>
                  <a:close/>
                </a:path>
              </a:pathLst>
            </a:custGeom>
            <a:solidFill>
              <a:srgbClr val="BCC9D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155" name="Google Shape;20155;p47"/>
            <p:cNvSpPr/>
            <p:nvPr/>
          </p:nvSpPr>
          <p:spPr>
            <a:xfrm>
              <a:off x="2386084" y="3485475"/>
              <a:ext cx="50359" cy="56415"/>
            </a:xfrm>
            <a:custGeom>
              <a:rect b="b" l="l" r="r" t="t"/>
              <a:pathLst>
                <a:path extrusionOk="0" h="2152" w="1921">
                  <a:moveTo>
                    <a:pt x="722" y="0"/>
                  </a:moveTo>
                  <a:cubicBezTo>
                    <a:pt x="318" y="0"/>
                    <a:pt x="1" y="318"/>
                    <a:pt x="1" y="722"/>
                  </a:cubicBezTo>
                  <a:lnTo>
                    <a:pt x="1" y="1199"/>
                  </a:lnTo>
                  <a:cubicBezTo>
                    <a:pt x="1" y="1718"/>
                    <a:pt x="419" y="2151"/>
                    <a:pt x="953" y="2151"/>
                  </a:cubicBezTo>
                  <a:cubicBezTo>
                    <a:pt x="1488" y="2151"/>
                    <a:pt x="1921" y="1718"/>
                    <a:pt x="1921" y="1199"/>
                  </a:cubicBezTo>
                  <a:lnTo>
                    <a:pt x="1921" y="722"/>
                  </a:lnTo>
                  <a:cubicBezTo>
                    <a:pt x="1921" y="318"/>
                    <a:pt x="1603" y="0"/>
                    <a:pt x="1199" y="0"/>
                  </a:cubicBezTo>
                  <a:close/>
                </a:path>
              </a:pathLst>
            </a:custGeom>
            <a:solidFill>
              <a:srgbClr val="BCC9D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156" name="Google Shape;20156;p47"/>
            <p:cNvSpPr/>
            <p:nvPr/>
          </p:nvSpPr>
          <p:spPr>
            <a:xfrm>
              <a:off x="2385717" y="3485475"/>
              <a:ext cx="34840" cy="56441"/>
            </a:xfrm>
            <a:custGeom>
              <a:rect b="b" l="l" r="r" t="t"/>
              <a:pathLst>
                <a:path extrusionOk="0" h="2153" w="1329">
                  <a:moveTo>
                    <a:pt x="722" y="0"/>
                  </a:moveTo>
                  <a:cubicBezTo>
                    <a:pt x="332" y="0"/>
                    <a:pt x="0" y="318"/>
                    <a:pt x="0" y="722"/>
                  </a:cubicBezTo>
                  <a:lnTo>
                    <a:pt x="0" y="1199"/>
                  </a:lnTo>
                  <a:cubicBezTo>
                    <a:pt x="0" y="1746"/>
                    <a:pt x="451" y="2152"/>
                    <a:pt x="952" y="2152"/>
                  </a:cubicBezTo>
                  <a:cubicBezTo>
                    <a:pt x="1071" y="2152"/>
                    <a:pt x="1194" y="2129"/>
                    <a:pt x="1314" y="2079"/>
                  </a:cubicBezTo>
                  <a:cubicBezTo>
                    <a:pt x="953" y="1935"/>
                    <a:pt x="722" y="1574"/>
                    <a:pt x="722" y="1199"/>
                  </a:cubicBezTo>
                  <a:lnTo>
                    <a:pt x="722" y="708"/>
                  </a:lnTo>
                  <a:cubicBezTo>
                    <a:pt x="736" y="361"/>
                    <a:pt x="982" y="73"/>
                    <a:pt x="1328" y="15"/>
                  </a:cubicBezTo>
                  <a:cubicBezTo>
                    <a:pt x="1285" y="0"/>
                    <a:pt x="1242" y="0"/>
                    <a:pt x="1198" y="0"/>
                  </a:cubicBezTo>
                  <a:close/>
                </a:path>
              </a:pathLst>
            </a:custGeom>
            <a:solidFill>
              <a:srgbClr val="AABBC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157" name="Google Shape;20157;p47"/>
            <p:cNvSpPr/>
            <p:nvPr/>
          </p:nvSpPr>
          <p:spPr>
            <a:xfrm>
              <a:off x="2386084" y="3648192"/>
              <a:ext cx="49992" cy="43936"/>
            </a:xfrm>
            <a:custGeom>
              <a:rect b="b" l="l" r="r" t="t"/>
              <a:pathLst>
                <a:path extrusionOk="0" h="1676" w="1907">
                  <a:moveTo>
                    <a:pt x="1" y="1"/>
                  </a:moveTo>
                  <a:lnTo>
                    <a:pt x="1" y="1430"/>
                  </a:lnTo>
                  <a:cubicBezTo>
                    <a:pt x="1" y="1560"/>
                    <a:pt x="102" y="1675"/>
                    <a:pt x="232" y="1675"/>
                  </a:cubicBezTo>
                  <a:lnTo>
                    <a:pt x="1675" y="1675"/>
                  </a:lnTo>
                  <a:cubicBezTo>
                    <a:pt x="1805" y="1675"/>
                    <a:pt x="1906" y="1560"/>
                    <a:pt x="1906" y="1430"/>
                  </a:cubicBezTo>
                  <a:lnTo>
                    <a:pt x="1906" y="1"/>
                  </a:lnTo>
                  <a:close/>
                </a:path>
              </a:pathLst>
            </a:custGeom>
            <a:solidFill>
              <a:srgbClr val="91A8B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158" name="Google Shape;20158;p47"/>
            <p:cNvSpPr/>
            <p:nvPr/>
          </p:nvSpPr>
          <p:spPr>
            <a:xfrm>
              <a:off x="2373606" y="3565693"/>
              <a:ext cx="12505" cy="82525"/>
            </a:xfrm>
            <a:custGeom>
              <a:rect b="b" l="l" r="r" t="t"/>
              <a:pathLst>
                <a:path extrusionOk="0" h="3148" w="477">
                  <a:moveTo>
                    <a:pt x="72" y="1"/>
                  </a:moveTo>
                  <a:cubicBezTo>
                    <a:pt x="15" y="73"/>
                    <a:pt x="0" y="159"/>
                    <a:pt x="0" y="246"/>
                  </a:cubicBezTo>
                  <a:lnTo>
                    <a:pt x="0" y="1632"/>
                  </a:lnTo>
                  <a:cubicBezTo>
                    <a:pt x="0" y="2152"/>
                    <a:pt x="145" y="2657"/>
                    <a:pt x="433" y="3090"/>
                  </a:cubicBezTo>
                  <a:lnTo>
                    <a:pt x="477" y="3148"/>
                  </a:lnTo>
                  <a:lnTo>
                    <a:pt x="477" y="535"/>
                  </a:lnTo>
                  <a:cubicBezTo>
                    <a:pt x="477" y="390"/>
                    <a:pt x="404" y="246"/>
                    <a:pt x="289" y="159"/>
                  </a:cubicBezTo>
                  <a:lnTo>
                    <a:pt x="72" y="1"/>
                  </a:lnTo>
                  <a:close/>
                </a:path>
              </a:pathLst>
            </a:custGeom>
            <a:solidFill>
              <a:srgbClr val="72889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159" name="Google Shape;20159;p47"/>
            <p:cNvSpPr/>
            <p:nvPr/>
          </p:nvSpPr>
          <p:spPr>
            <a:xfrm>
              <a:off x="2436050" y="3565693"/>
              <a:ext cx="12505" cy="82525"/>
            </a:xfrm>
            <a:custGeom>
              <a:rect b="b" l="l" r="r" t="t"/>
              <a:pathLst>
                <a:path extrusionOk="0" h="3148" w="477">
                  <a:moveTo>
                    <a:pt x="404" y="1"/>
                  </a:moveTo>
                  <a:lnTo>
                    <a:pt x="188" y="159"/>
                  </a:lnTo>
                  <a:cubicBezTo>
                    <a:pt x="72" y="246"/>
                    <a:pt x="0" y="390"/>
                    <a:pt x="0" y="535"/>
                  </a:cubicBezTo>
                  <a:lnTo>
                    <a:pt x="0" y="3148"/>
                  </a:lnTo>
                  <a:lnTo>
                    <a:pt x="43" y="3090"/>
                  </a:lnTo>
                  <a:cubicBezTo>
                    <a:pt x="332" y="2657"/>
                    <a:pt x="476" y="2152"/>
                    <a:pt x="476" y="1632"/>
                  </a:cubicBezTo>
                  <a:lnTo>
                    <a:pt x="476" y="246"/>
                  </a:lnTo>
                  <a:cubicBezTo>
                    <a:pt x="476" y="159"/>
                    <a:pt x="462" y="73"/>
                    <a:pt x="404" y="1"/>
                  </a:cubicBezTo>
                  <a:close/>
                </a:path>
              </a:pathLst>
            </a:custGeom>
            <a:solidFill>
              <a:srgbClr val="72889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160" name="Google Shape;20160;p47"/>
            <p:cNvSpPr/>
            <p:nvPr/>
          </p:nvSpPr>
          <p:spPr>
            <a:xfrm>
              <a:off x="2391773" y="3548103"/>
              <a:ext cx="38615" cy="100115"/>
            </a:xfrm>
            <a:custGeom>
              <a:rect b="b" l="l" r="r" t="t"/>
              <a:pathLst>
                <a:path extrusionOk="0" h="3819" w="1473">
                  <a:moveTo>
                    <a:pt x="244" y="0"/>
                  </a:moveTo>
                  <a:cubicBezTo>
                    <a:pt x="231" y="0"/>
                    <a:pt x="217" y="8"/>
                    <a:pt x="202" y="22"/>
                  </a:cubicBezTo>
                  <a:lnTo>
                    <a:pt x="0" y="267"/>
                  </a:lnTo>
                  <a:lnTo>
                    <a:pt x="332" y="672"/>
                  </a:lnTo>
                  <a:cubicBezTo>
                    <a:pt x="349" y="697"/>
                    <a:pt x="380" y="712"/>
                    <a:pt x="412" y="712"/>
                  </a:cubicBezTo>
                  <a:cubicBezTo>
                    <a:pt x="435" y="712"/>
                    <a:pt x="458" y="704"/>
                    <a:pt x="477" y="686"/>
                  </a:cubicBezTo>
                  <a:lnTo>
                    <a:pt x="621" y="571"/>
                  </a:lnTo>
                  <a:lnTo>
                    <a:pt x="621" y="3819"/>
                  </a:lnTo>
                  <a:lnTo>
                    <a:pt x="852" y="3819"/>
                  </a:lnTo>
                  <a:lnTo>
                    <a:pt x="852" y="571"/>
                  </a:lnTo>
                  <a:lnTo>
                    <a:pt x="996" y="686"/>
                  </a:lnTo>
                  <a:cubicBezTo>
                    <a:pt x="1014" y="704"/>
                    <a:pt x="1038" y="712"/>
                    <a:pt x="1061" y="712"/>
                  </a:cubicBezTo>
                  <a:cubicBezTo>
                    <a:pt x="1092" y="712"/>
                    <a:pt x="1124" y="697"/>
                    <a:pt x="1141" y="672"/>
                  </a:cubicBezTo>
                  <a:lnTo>
                    <a:pt x="1473" y="267"/>
                  </a:lnTo>
                  <a:lnTo>
                    <a:pt x="1271" y="22"/>
                  </a:lnTo>
                  <a:cubicBezTo>
                    <a:pt x="1256" y="8"/>
                    <a:pt x="1242" y="0"/>
                    <a:pt x="1229" y="0"/>
                  </a:cubicBezTo>
                  <a:cubicBezTo>
                    <a:pt x="1216" y="0"/>
                    <a:pt x="1206" y="8"/>
                    <a:pt x="1198" y="22"/>
                  </a:cubicBezTo>
                  <a:lnTo>
                    <a:pt x="736" y="484"/>
                  </a:lnTo>
                  <a:lnTo>
                    <a:pt x="274" y="22"/>
                  </a:lnTo>
                  <a:cubicBezTo>
                    <a:pt x="267" y="8"/>
                    <a:pt x="256" y="0"/>
                    <a:pt x="244" y="0"/>
                  </a:cubicBezTo>
                  <a:close/>
                </a:path>
              </a:pathLst>
            </a:custGeom>
            <a:solidFill>
              <a:srgbClr val="72889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161" name="Google Shape;20161;p47"/>
            <p:cNvSpPr/>
            <p:nvPr/>
          </p:nvSpPr>
          <p:spPr>
            <a:xfrm>
              <a:off x="2408026" y="3660670"/>
              <a:ext cx="6082" cy="31458"/>
            </a:xfrm>
            <a:custGeom>
              <a:rect b="b" l="l" r="r" t="t"/>
              <a:pathLst>
                <a:path extrusionOk="0" h="1200" w="232">
                  <a:moveTo>
                    <a:pt x="116" y="1"/>
                  </a:moveTo>
                  <a:cubicBezTo>
                    <a:pt x="44" y="1"/>
                    <a:pt x="1" y="59"/>
                    <a:pt x="1" y="116"/>
                  </a:cubicBezTo>
                  <a:lnTo>
                    <a:pt x="1" y="1199"/>
                  </a:lnTo>
                  <a:lnTo>
                    <a:pt x="232" y="1199"/>
                  </a:lnTo>
                  <a:lnTo>
                    <a:pt x="232" y="116"/>
                  </a:lnTo>
                  <a:cubicBezTo>
                    <a:pt x="232" y="59"/>
                    <a:pt x="189" y="1"/>
                    <a:pt x="116" y="1"/>
                  </a:cubicBezTo>
                  <a:close/>
                </a:path>
              </a:pathLst>
            </a:custGeom>
            <a:solidFill>
              <a:srgbClr val="667A8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162" name="Google Shape;20162;p47"/>
            <p:cNvSpPr/>
            <p:nvPr/>
          </p:nvSpPr>
          <p:spPr>
            <a:xfrm>
              <a:off x="2385717" y="3485082"/>
              <a:ext cx="50359" cy="25429"/>
            </a:xfrm>
            <a:custGeom>
              <a:rect b="b" l="l" r="r" t="t"/>
              <a:pathLst>
                <a:path extrusionOk="0" h="970" w="1921">
                  <a:moveTo>
                    <a:pt x="722" y="1"/>
                  </a:moveTo>
                  <a:cubicBezTo>
                    <a:pt x="318" y="1"/>
                    <a:pt x="0" y="319"/>
                    <a:pt x="0" y="723"/>
                  </a:cubicBezTo>
                  <a:lnTo>
                    <a:pt x="15" y="737"/>
                  </a:lnTo>
                  <a:cubicBezTo>
                    <a:pt x="591" y="884"/>
                    <a:pt x="1179" y="970"/>
                    <a:pt x="1780" y="970"/>
                  </a:cubicBezTo>
                  <a:cubicBezTo>
                    <a:pt x="1826" y="970"/>
                    <a:pt x="1873" y="969"/>
                    <a:pt x="1920" y="968"/>
                  </a:cubicBezTo>
                  <a:lnTo>
                    <a:pt x="1920" y="723"/>
                  </a:lnTo>
                  <a:cubicBezTo>
                    <a:pt x="1920" y="319"/>
                    <a:pt x="1603" y="1"/>
                    <a:pt x="1198" y="1"/>
                  </a:cubicBezTo>
                  <a:close/>
                </a:path>
              </a:pathLst>
            </a:custGeom>
            <a:solidFill>
              <a:srgbClr val="5C728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163" name="Google Shape;20163;p47"/>
            <p:cNvSpPr/>
            <p:nvPr/>
          </p:nvSpPr>
          <p:spPr>
            <a:xfrm>
              <a:off x="2385717" y="3485475"/>
              <a:ext cx="34840" cy="23095"/>
            </a:xfrm>
            <a:custGeom>
              <a:rect b="b" l="l" r="r" t="t"/>
              <a:pathLst>
                <a:path extrusionOk="0" h="881" w="1329">
                  <a:moveTo>
                    <a:pt x="722" y="0"/>
                  </a:moveTo>
                  <a:cubicBezTo>
                    <a:pt x="332" y="0"/>
                    <a:pt x="0" y="318"/>
                    <a:pt x="0" y="722"/>
                  </a:cubicBezTo>
                  <a:cubicBezTo>
                    <a:pt x="246" y="794"/>
                    <a:pt x="477" y="838"/>
                    <a:pt x="722" y="881"/>
                  </a:cubicBezTo>
                  <a:lnTo>
                    <a:pt x="722" y="722"/>
                  </a:lnTo>
                  <a:cubicBezTo>
                    <a:pt x="736" y="361"/>
                    <a:pt x="982" y="73"/>
                    <a:pt x="1328" y="15"/>
                  </a:cubicBezTo>
                  <a:cubicBezTo>
                    <a:pt x="1285" y="0"/>
                    <a:pt x="1242" y="0"/>
                    <a:pt x="1198" y="0"/>
                  </a:cubicBezTo>
                  <a:close/>
                </a:path>
              </a:pathLst>
            </a:custGeom>
            <a:solidFill>
              <a:srgbClr val="667A8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164" name="Google Shape;20164;p47"/>
            <p:cNvSpPr/>
            <p:nvPr/>
          </p:nvSpPr>
          <p:spPr>
            <a:xfrm>
              <a:off x="2498861" y="3535415"/>
              <a:ext cx="25009" cy="25009"/>
            </a:xfrm>
            <a:custGeom>
              <a:rect b="b" l="l" r="r" t="t"/>
              <a:pathLst>
                <a:path extrusionOk="0" h="954" w="954">
                  <a:moveTo>
                    <a:pt x="0" y="1"/>
                  </a:moveTo>
                  <a:lnTo>
                    <a:pt x="0" y="954"/>
                  </a:lnTo>
                  <a:lnTo>
                    <a:pt x="953" y="954"/>
                  </a:lnTo>
                  <a:lnTo>
                    <a:pt x="953" y="1"/>
                  </a:lnTo>
                  <a:close/>
                </a:path>
              </a:pathLst>
            </a:custGeom>
            <a:solidFill>
              <a:srgbClr val="AABBC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165" name="Google Shape;20165;p47"/>
            <p:cNvSpPr/>
            <p:nvPr/>
          </p:nvSpPr>
          <p:spPr>
            <a:xfrm>
              <a:off x="2497340" y="3535415"/>
              <a:ext cx="27657" cy="18849"/>
            </a:xfrm>
            <a:custGeom>
              <a:rect b="b" l="l" r="r" t="t"/>
              <a:pathLst>
                <a:path extrusionOk="0" h="719" w="1055">
                  <a:moveTo>
                    <a:pt x="58" y="1"/>
                  </a:moveTo>
                  <a:lnTo>
                    <a:pt x="58" y="492"/>
                  </a:lnTo>
                  <a:cubicBezTo>
                    <a:pt x="58" y="535"/>
                    <a:pt x="30" y="578"/>
                    <a:pt x="1" y="622"/>
                  </a:cubicBezTo>
                  <a:cubicBezTo>
                    <a:pt x="174" y="687"/>
                    <a:pt x="354" y="719"/>
                    <a:pt x="533" y="719"/>
                  </a:cubicBezTo>
                  <a:cubicBezTo>
                    <a:pt x="712" y="719"/>
                    <a:pt x="888" y="687"/>
                    <a:pt x="1054" y="622"/>
                  </a:cubicBezTo>
                  <a:cubicBezTo>
                    <a:pt x="1026" y="578"/>
                    <a:pt x="1011" y="535"/>
                    <a:pt x="1011" y="492"/>
                  </a:cubicBezTo>
                  <a:lnTo>
                    <a:pt x="1011" y="1"/>
                  </a:lnTo>
                  <a:close/>
                </a:path>
              </a:pathLst>
            </a:custGeom>
            <a:solidFill>
              <a:srgbClr val="94A5B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166" name="Google Shape;20166;p47"/>
            <p:cNvSpPr/>
            <p:nvPr/>
          </p:nvSpPr>
          <p:spPr>
            <a:xfrm>
              <a:off x="2473878" y="3555102"/>
              <a:ext cx="74949" cy="93116"/>
            </a:xfrm>
            <a:custGeom>
              <a:rect b="b" l="l" r="r" t="t"/>
              <a:pathLst>
                <a:path extrusionOk="0" h="3552" w="2859">
                  <a:moveTo>
                    <a:pt x="694" y="0"/>
                  </a:moveTo>
                  <a:lnTo>
                    <a:pt x="261" y="231"/>
                  </a:lnTo>
                  <a:cubicBezTo>
                    <a:pt x="102" y="304"/>
                    <a:pt x="1" y="477"/>
                    <a:pt x="1" y="650"/>
                  </a:cubicBezTo>
                  <a:lnTo>
                    <a:pt x="1" y="2036"/>
                  </a:lnTo>
                  <a:cubicBezTo>
                    <a:pt x="1" y="2556"/>
                    <a:pt x="145" y="3061"/>
                    <a:pt x="434" y="3494"/>
                  </a:cubicBezTo>
                  <a:lnTo>
                    <a:pt x="477" y="3552"/>
                  </a:lnTo>
                  <a:lnTo>
                    <a:pt x="2383" y="3552"/>
                  </a:lnTo>
                  <a:lnTo>
                    <a:pt x="2426" y="3494"/>
                  </a:lnTo>
                  <a:cubicBezTo>
                    <a:pt x="2715" y="3061"/>
                    <a:pt x="2859" y="2556"/>
                    <a:pt x="2859" y="2036"/>
                  </a:cubicBezTo>
                  <a:lnTo>
                    <a:pt x="2859" y="650"/>
                  </a:lnTo>
                  <a:cubicBezTo>
                    <a:pt x="2859" y="477"/>
                    <a:pt x="2758" y="304"/>
                    <a:pt x="2599" y="231"/>
                  </a:cubicBezTo>
                  <a:lnTo>
                    <a:pt x="2166" y="0"/>
                  </a:lnTo>
                  <a:cubicBezTo>
                    <a:pt x="2000" y="192"/>
                    <a:pt x="1554" y="203"/>
                    <a:pt x="1451" y="203"/>
                  </a:cubicBezTo>
                  <a:cubicBezTo>
                    <a:pt x="1437" y="203"/>
                    <a:pt x="1430" y="203"/>
                    <a:pt x="1430" y="203"/>
                  </a:cubicBezTo>
                  <a:cubicBezTo>
                    <a:pt x="1430" y="203"/>
                    <a:pt x="1422" y="203"/>
                    <a:pt x="1408" y="203"/>
                  </a:cubicBezTo>
                  <a:cubicBezTo>
                    <a:pt x="1303" y="203"/>
                    <a:pt x="846" y="192"/>
                    <a:pt x="694" y="0"/>
                  </a:cubicBezTo>
                  <a:close/>
                </a:path>
              </a:pathLst>
            </a:custGeom>
            <a:solidFill>
              <a:srgbClr val="9AAAB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167" name="Google Shape;20167;p47"/>
            <p:cNvSpPr/>
            <p:nvPr/>
          </p:nvSpPr>
          <p:spPr>
            <a:xfrm>
              <a:off x="2485989" y="3648192"/>
              <a:ext cx="49992" cy="43936"/>
            </a:xfrm>
            <a:custGeom>
              <a:rect b="b" l="l" r="r" t="t"/>
              <a:pathLst>
                <a:path extrusionOk="0" h="1676" w="1907">
                  <a:moveTo>
                    <a:pt x="1" y="1"/>
                  </a:moveTo>
                  <a:lnTo>
                    <a:pt x="1" y="1430"/>
                  </a:lnTo>
                  <a:cubicBezTo>
                    <a:pt x="1" y="1560"/>
                    <a:pt x="102" y="1675"/>
                    <a:pt x="246" y="1675"/>
                  </a:cubicBezTo>
                  <a:lnTo>
                    <a:pt x="1675" y="1675"/>
                  </a:lnTo>
                  <a:cubicBezTo>
                    <a:pt x="1805" y="1675"/>
                    <a:pt x="1906" y="1560"/>
                    <a:pt x="1906" y="1430"/>
                  </a:cubicBezTo>
                  <a:lnTo>
                    <a:pt x="1906" y="1"/>
                  </a:lnTo>
                  <a:close/>
                </a:path>
              </a:pathLst>
            </a:custGeom>
            <a:solidFill>
              <a:srgbClr val="D1DBE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168" name="Google Shape;20168;p47"/>
            <p:cNvSpPr/>
            <p:nvPr/>
          </p:nvSpPr>
          <p:spPr>
            <a:xfrm>
              <a:off x="2473511" y="3565693"/>
              <a:ext cx="12505" cy="82525"/>
            </a:xfrm>
            <a:custGeom>
              <a:rect b="b" l="l" r="r" t="t"/>
              <a:pathLst>
                <a:path extrusionOk="0" h="3148" w="477">
                  <a:moveTo>
                    <a:pt x="72" y="1"/>
                  </a:moveTo>
                  <a:cubicBezTo>
                    <a:pt x="29" y="73"/>
                    <a:pt x="0" y="159"/>
                    <a:pt x="0" y="246"/>
                  </a:cubicBezTo>
                  <a:lnTo>
                    <a:pt x="0" y="1632"/>
                  </a:lnTo>
                  <a:cubicBezTo>
                    <a:pt x="0" y="2152"/>
                    <a:pt x="159" y="2657"/>
                    <a:pt x="448" y="3090"/>
                  </a:cubicBezTo>
                  <a:lnTo>
                    <a:pt x="477" y="3148"/>
                  </a:lnTo>
                  <a:lnTo>
                    <a:pt x="477" y="535"/>
                  </a:lnTo>
                  <a:cubicBezTo>
                    <a:pt x="477" y="390"/>
                    <a:pt x="404" y="246"/>
                    <a:pt x="289" y="159"/>
                  </a:cubicBezTo>
                  <a:lnTo>
                    <a:pt x="72" y="1"/>
                  </a:lnTo>
                  <a:close/>
                </a:path>
              </a:pathLst>
            </a:custGeom>
            <a:solidFill>
              <a:srgbClr val="8397A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169" name="Google Shape;20169;p47"/>
            <p:cNvSpPr/>
            <p:nvPr/>
          </p:nvSpPr>
          <p:spPr>
            <a:xfrm>
              <a:off x="2536322" y="3565693"/>
              <a:ext cx="12505" cy="82525"/>
            </a:xfrm>
            <a:custGeom>
              <a:rect b="b" l="l" r="r" t="t"/>
              <a:pathLst>
                <a:path extrusionOk="0" h="3148" w="477">
                  <a:moveTo>
                    <a:pt x="405" y="1"/>
                  </a:moveTo>
                  <a:lnTo>
                    <a:pt x="188" y="159"/>
                  </a:lnTo>
                  <a:cubicBezTo>
                    <a:pt x="73" y="246"/>
                    <a:pt x="1" y="390"/>
                    <a:pt x="1" y="535"/>
                  </a:cubicBezTo>
                  <a:lnTo>
                    <a:pt x="1" y="3148"/>
                  </a:lnTo>
                  <a:lnTo>
                    <a:pt x="29" y="3090"/>
                  </a:lnTo>
                  <a:cubicBezTo>
                    <a:pt x="318" y="2657"/>
                    <a:pt x="477" y="2152"/>
                    <a:pt x="477" y="1632"/>
                  </a:cubicBezTo>
                  <a:lnTo>
                    <a:pt x="477" y="246"/>
                  </a:lnTo>
                  <a:cubicBezTo>
                    <a:pt x="477" y="159"/>
                    <a:pt x="448" y="73"/>
                    <a:pt x="405" y="1"/>
                  </a:cubicBezTo>
                  <a:close/>
                </a:path>
              </a:pathLst>
            </a:custGeom>
            <a:solidFill>
              <a:srgbClr val="8397A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170" name="Google Shape;20170;p47"/>
            <p:cNvSpPr/>
            <p:nvPr/>
          </p:nvSpPr>
          <p:spPr>
            <a:xfrm>
              <a:off x="2492045" y="3548103"/>
              <a:ext cx="38615" cy="100115"/>
            </a:xfrm>
            <a:custGeom>
              <a:rect b="b" l="l" r="r" t="t"/>
              <a:pathLst>
                <a:path extrusionOk="0" h="3819" w="1473">
                  <a:moveTo>
                    <a:pt x="233" y="0"/>
                  </a:moveTo>
                  <a:cubicBezTo>
                    <a:pt x="221" y="0"/>
                    <a:pt x="210" y="8"/>
                    <a:pt x="203" y="22"/>
                  </a:cubicBezTo>
                  <a:lnTo>
                    <a:pt x="1" y="267"/>
                  </a:lnTo>
                  <a:lnTo>
                    <a:pt x="318" y="672"/>
                  </a:lnTo>
                  <a:cubicBezTo>
                    <a:pt x="343" y="697"/>
                    <a:pt x="378" y="712"/>
                    <a:pt x="412" y="712"/>
                  </a:cubicBezTo>
                  <a:cubicBezTo>
                    <a:pt x="436" y="712"/>
                    <a:pt x="459" y="704"/>
                    <a:pt x="477" y="686"/>
                  </a:cubicBezTo>
                  <a:lnTo>
                    <a:pt x="607" y="571"/>
                  </a:lnTo>
                  <a:lnTo>
                    <a:pt x="607" y="3819"/>
                  </a:lnTo>
                  <a:lnTo>
                    <a:pt x="852" y="3819"/>
                  </a:lnTo>
                  <a:lnTo>
                    <a:pt x="852" y="571"/>
                  </a:lnTo>
                  <a:lnTo>
                    <a:pt x="997" y="686"/>
                  </a:lnTo>
                  <a:cubicBezTo>
                    <a:pt x="1015" y="704"/>
                    <a:pt x="1038" y="712"/>
                    <a:pt x="1061" y="712"/>
                  </a:cubicBezTo>
                  <a:cubicBezTo>
                    <a:pt x="1093" y="712"/>
                    <a:pt x="1124" y="697"/>
                    <a:pt x="1141" y="672"/>
                  </a:cubicBezTo>
                  <a:lnTo>
                    <a:pt x="1473" y="267"/>
                  </a:lnTo>
                  <a:lnTo>
                    <a:pt x="1256" y="22"/>
                  </a:lnTo>
                  <a:cubicBezTo>
                    <a:pt x="1249" y="8"/>
                    <a:pt x="1238" y="0"/>
                    <a:pt x="1228" y="0"/>
                  </a:cubicBezTo>
                  <a:cubicBezTo>
                    <a:pt x="1217" y="0"/>
                    <a:pt x="1206" y="8"/>
                    <a:pt x="1199" y="22"/>
                  </a:cubicBezTo>
                  <a:lnTo>
                    <a:pt x="737" y="484"/>
                  </a:lnTo>
                  <a:lnTo>
                    <a:pt x="275" y="22"/>
                  </a:lnTo>
                  <a:cubicBezTo>
                    <a:pt x="260" y="8"/>
                    <a:pt x="246" y="0"/>
                    <a:pt x="233" y="0"/>
                  </a:cubicBezTo>
                  <a:close/>
                </a:path>
              </a:pathLst>
            </a:custGeom>
            <a:solidFill>
              <a:srgbClr val="8397A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171" name="Google Shape;20171;p47"/>
            <p:cNvSpPr/>
            <p:nvPr/>
          </p:nvSpPr>
          <p:spPr>
            <a:xfrm>
              <a:off x="2507931" y="3660670"/>
              <a:ext cx="6475" cy="31458"/>
            </a:xfrm>
            <a:custGeom>
              <a:rect b="b" l="l" r="r" t="t"/>
              <a:pathLst>
                <a:path extrusionOk="0" h="1200" w="247">
                  <a:moveTo>
                    <a:pt x="131" y="1"/>
                  </a:moveTo>
                  <a:cubicBezTo>
                    <a:pt x="59" y="1"/>
                    <a:pt x="15" y="59"/>
                    <a:pt x="1" y="116"/>
                  </a:cubicBezTo>
                  <a:lnTo>
                    <a:pt x="1" y="1199"/>
                  </a:lnTo>
                  <a:lnTo>
                    <a:pt x="246" y="1199"/>
                  </a:lnTo>
                  <a:lnTo>
                    <a:pt x="246" y="116"/>
                  </a:lnTo>
                  <a:cubicBezTo>
                    <a:pt x="246" y="59"/>
                    <a:pt x="189" y="1"/>
                    <a:pt x="131" y="1"/>
                  </a:cubicBezTo>
                  <a:close/>
                </a:path>
              </a:pathLst>
            </a:custGeom>
            <a:solidFill>
              <a:srgbClr val="91A8B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172" name="Google Shape;20172;p47"/>
            <p:cNvSpPr/>
            <p:nvPr/>
          </p:nvSpPr>
          <p:spPr>
            <a:xfrm>
              <a:off x="2486383" y="3485475"/>
              <a:ext cx="50333" cy="56415"/>
            </a:xfrm>
            <a:custGeom>
              <a:rect b="b" l="l" r="r" t="t"/>
              <a:pathLst>
                <a:path extrusionOk="0" h="2152" w="1920">
                  <a:moveTo>
                    <a:pt x="722" y="0"/>
                  </a:moveTo>
                  <a:cubicBezTo>
                    <a:pt x="318" y="0"/>
                    <a:pt x="0" y="318"/>
                    <a:pt x="0" y="722"/>
                  </a:cubicBezTo>
                  <a:lnTo>
                    <a:pt x="0" y="1199"/>
                  </a:lnTo>
                  <a:cubicBezTo>
                    <a:pt x="0" y="1718"/>
                    <a:pt x="419" y="2151"/>
                    <a:pt x="953" y="2151"/>
                  </a:cubicBezTo>
                  <a:cubicBezTo>
                    <a:pt x="1487" y="2151"/>
                    <a:pt x="1920" y="1718"/>
                    <a:pt x="1920" y="1199"/>
                  </a:cubicBezTo>
                  <a:lnTo>
                    <a:pt x="1920" y="722"/>
                  </a:lnTo>
                  <a:cubicBezTo>
                    <a:pt x="1920" y="318"/>
                    <a:pt x="1588" y="0"/>
                    <a:pt x="1198" y="0"/>
                  </a:cubicBezTo>
                  <a:close/>
                </a:path>
              </a:pathLst>
            </a:custGeom>
            <a:solidFill>
              <a:srgbClr val="BCC9D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173" name="Google Shape;20173;p47"/>
            <p:cNvSpPr/>
            <p:nvPr/>
          </p:nvSpPr>
          <p:spPr>
            <a:xfrm>
              <a:off x="2485989" y="3485475"/>
              <a:ext cx="34473" cy="56441"/>
            </a:xfrm>
            <a:custGeom>
              <a:rect b="b" l="l" r="r" t="t"/>
              <a:pathLst>
                <a:path extrusionOk="0" h="2153" w="1315">
                  <a:moveTo>
                    <a:pt x="722" y="0"/>
                  </a:moveTo>
                  <a:cubicBezTo>
                    <a:pt x="318" y="0"/>
                    <a:pt x="1" y="318"/>
                    <a:pt x="1" y="722"/>
                  </a:cubicBezTo>
                  <a:lnTo>
                    <a:pt x="1" y="1199"/>
                  </a:lnTo>
                  <a:cubicBezTo>
                    <a:pt x="1" y="1746"/>
                    <a:pt x="452" y="2152"/>
                    <a:pt x="952" y="2152"/>
                  </a:cubicBezTo>
                  <a:cubicBezTo>
                    <a:pt x="1072" y="2152"/>
                    <a:pt x="1194" y="2129"/>
                    <a:pt x="1314" y="2079"/>
                  </a:cubicBezTo>
                  <a:cubicBezTo>
                    <a:pt x="953" y="1935"/>
                    <a:pt x="722" y="1574"/>
                    <a:pt x="722" y="1199"/>
                  </a:cubicBezTo>
                  <a:lnTo>
                    <a:pt x="722" y="708"/>
                  </a:lnTo>
                  <a:cubicBezTo>
                    <a:pt x="722" y="361"/>
                    <a:pt x="982" y="73"/>
                    <a:pt x="1314" y="15"/>
                  </a:cubicBezTo>
                  <a:cubicBezTo>
                    <a:pt x="1285" y="0"/>
                    <a:pt x="1242" y="0"/>
                    <a:pt x="1199" y="0"/>
                  </a:cubicBezTo>
                  <a:close/>
                </a:path>
              </a:pathLst>
            </a:custGeom>
            <a:solidFill>
              <a:srgbClr val="AABBC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174" name="Google Shape;20174;p47"/>
            <p:cNvSpPr/>
            <p:nvPr/>
          </p:nvSpPr>
          <p:spPr>
            <a:xfrm>
              <a:off x="2485989" y="3485082"/>
              <a:ext cx="50359" cy="25429"/>
            </a:xfrm>
            <a:custGeom>
              <a:rect b="b" l="l" r="r" t="t"/>
              <a:pathLst>
                <a:path extrusionOk="0" h="970" w="1921">
                  <a:moveTo>
                    <a:pt x="722" y="1"/>
                  </a:moveTo>
                  <a:cubicBezTo>
                    <a:pt x="318" y="1"/>
                    <a:pt x="1" y="319"/>
                    <a:pt x="1" y="723"/>
                  </a:cubicBezTo>
                  <a:lnTo>
                    <a:pt x="1" y="737"/>
                  </a:lnTo>
                  <a:cubicBezTo>
                    <a:pt x="577" y="884"/>
                    <a:pt x="1177" y="970"/>
                    <a:pt x="1780" y="970"/>
                  </a:cubicBezTo>
                  <a:cubicBezTo>
                    <a:pt x="1827" y="970"/>
                    <a:pt x="1874" y="969"/>
                    <a:pt x="1921" y="968"/>
                  </a:cubicBezTo>
                  <a:lnTo>
                    <a:pt x="1921" y="723"/>
                  </a:lnTo>
                  <a:cubicBezTo>
                    <a:pt x="1921" y="319"/>
                    <a:pt x="1589" y="1"/>
                    <a:pt x="1199" y="1"/>
                  </a:cubicBezTo>
                  <a:close/>
                </a:path>
              </a:pathLst>
            </a:custGeom>
            <a:solidFill>
              <a:srgbClr val="5C728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175" name="Google Shape;20175;p47"/>
            <p:cNvSpPr/>
            <p:nvPr/>
          </p:nvSpPr>
          <p:spPr>
            <a:xfrm>
              <a:off x="2485989" y="3485475"/>
              <a:ext cx="34473" cy="23095"/>
            </a:xfrm>
            <a:custGeom>
              <a:rect b="b" l="l" r="r" t="t"/>
              <a:pathLst>
                <a:path extrusionOk="0" h="881" w="1315">
                  <a:moveTo>
                    <a:pt x="722" y="0"/>
                  </a:moveTo>
                  <a:cubicBezTo>
                    <a:pt x="318" y="0"/>
                    <a:pt x="1" y="318"/>
                    <a:pt x="1" y="722"/>
                  </a:cubicBezTo>
                  <a:cubicBezTo>
                    <a:pt x="232" y="794"/>
                    <a:pt x="477" y="838"/>
                    <a:pt x="722" y="881"/>
                  </a:cubicBezTo>
                  <a:lnTo>
                    <a:pt x="722" y="722"/>
                  </a:lnTo>
                  <a:cubicBezTo>
                    <a:pt x="722" y="361"/>
                    <a:pt x="982" y="73"/>
                    <a:pt x="1314" y="15"/>
                  </a:cubicBezTo>
                  <a:cubicBezTo>
                    <a:pt x="1285" y="0"/>
                    <a:pt x="1242" y="0"/>
                    <a:pt x="1199" y="0"/>
                  </a:cubicBezTo>
                  <a:close/>
                </a:path>
              </a:pathLst>
            </a:custGeom>
            <a:solidFill>
              <a:srgbClr val="667A8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176" name="Google Shape;20176;p47"/>
            <p:cNvSpPr/>
            <p:nvPr/>
          </p:nvSpPr>
          <p:spPr>
            <a:xfrm>
              <a:off x="2598766" y="3535415"/>
              <a:ext cx="25009" cy="25009"/>
            </a:xfrm>
            <a:custGeom>
              <a:rect b="b" l="l" r="r" t="t"/>
              <a:pathLst>
                <a:path extrusionOk="0" h="954" w="954">
                  <a:moveTo>
                    <a:pt x="0" y="1"/>
                  </a:moveTo>
                  <a:lnTo>
                    <a:pt x="0" y="954"/>
                  </a:lnTo>
                  <a:lnTo>
                    <a:pt x="953" y="954"/>
                  </a:lnTo>
                  <a:lnTo>
                    <a:pt x="953" y="1"/>
                  </a:lnTo>
                  <a:close/>
                </a:path>
              </a:pathLst>
            </a:custGeom>
            <a:solidFill>
              <a:srgbClr val="AABBC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177" name="Google Shape;20177;p47"/>
            <p:cNvSpPr/>
            <p:nvPr/>
          </p:nvSpPr>
          <p:spPr>
            <a:xfrm>
              <a:off x="2597639" y="3535415"/>
              <a:ext cx="27631" cy="18849"/>
            </a:xfrm>
            <a:custGeom>
              <a:rect b="b" l="l" r="r" t="t"/>
              <a:pathLst>
                <a:path extrusionOk="0" h="719" w="1054">
                  <a:moveTo>
                    <a:pt x="43" y="1"/>
                  </a:moveTo>
                  <a:lnTo>
                    <a:pt x="43" y="492"/>
                  </a:lnTo>
                  <a:cubicBezTo>
                    <a:pt x="43" y="535"/>
                    <a:pt x="29" y="578"/>
                    <a:pt x="0" y="622"/>
                  </a:cubicBezTo>
                  <a:cubicBezTo>
                    <a:pt x="166" y="687"/>
                    <a:pt x="343" y="719"/>
                    <a:pt x="522" y="719"/>
                  </a:cubicBezTo>
                  <a:cubicBezTo>
                    <a:pt x="700" y="719"/>
                    <a:pt x="881" y="687"/>
                    <a:pt x="1054" y="622"/>
                  </a:cubicBezTo>
                  <a:cubicBezTo>
                    <a:pt x="1025" y="578"/>
                    <a:pt x="1011" y="535"/>
                    <a:pt x="1011" y="492"/>
                  </a:cubicBezTo>
                  <a:lnTo>
                    <a:pt x="1011" y="1"/>
                  </a:lnTo>
                  <a:close/>
                </a:path>
              </a:pathLst>
            </a:custGeom>
            <a:solidFill>
              <a:srgbClr val="94A5B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178" name="Google Shape;20178;p47"/>
            <p:cNvSpPr/>
            <p:nvPr/>
          </p:nvSpPr>
          <p:spPr>
            <a:xfrm>
              <a:off x="2573783" y="3555102"/>
              <a:ext cx="74949" cy="93116"/>
            </a:xfrm>
            <a:custGeom>
              <a:rect b="b" l="l" r="r" t="t"/>
              <a:pathLst>
                <a:path extrusionOk="0" h="3552" w="2859">
                  <a:moveTo>
                    <a:pt x="708" y="0"/>
                  </a:moveTo>
                  <a:lnTo>
                    <a:pt x="260" y="231"/>
                  </a:lnTo>
                  <a:cubicBezTo>
                    <a:pt x="102" y="304"/>
                    <a:pt x="1" y="477"/>
                    <a:pt x="1" y="650"/>
                  </a:cubicBezTo>
                  <a:lnTo>
                    <a:pt x="1" y="2036"/>
                  </a:lnTo>
                  <a:cubicBezTo>
                    <a:pt x="1" y="2556"/>
                    <a:pt x="145" y="3061"/>
                    <a:pt x="434" y="3494"/>
                  </a:cubicBezTo>
                  <a:lnTo>
                    <a:pt x="477" y="3552"/>
                  </a:lnTo>
                  <a:lnTo>
                    <a:pt x="2382" y="3552"/>
                  </a:lnTo>
                  <a:lnTo>
                    <a:pt x="2426" y="3494"/>
                  </a:lnTo>
                  <a:cubicBezTo>
                    <a:pt x="2715" y="3061"/>
                    <a:pt x="2859" y="2556"/>
                    <a:pt x="2859" y="2036"/>
                  </a:cubicBezTo>
                  <a:lnTo>
                    <a:pt x="2859" y="650"/>
                  </a:lnTo>
                  <a:cubicBezTo>
                    <a:pt x="2859" y="477"/>
                    <a:pt x="2772" y="304"/>
                    <a:pt x="2613" y="231"/>
                  </a:cubicBezTo>
                  <a:lnTo>
                    <a:pt x="2166" y="0"/>
                  </a:lnTo>
                  <a:cubicBezTo>
                    <a:pt x="2013" y="192"/>
                    <a:pt x="1568" y="203"/>
                    <a:pt x="1465" y="203"/>
                  </a:cubicBezTo>
                  <a:cubicBezTo>
                    <a:pt x="1452" y="203"/>
                    <a:pt x="1444" y="203"/>
                    <a:pt x="1444" y="203"/>
                  </a:cubicBezTo>
                  <a:cubicBezTo>
                    <a:pt x="1444" y="203"/>
                    <a:pt x="1436" y="203"/>
                    <a:pt x="1422" y="203"/>
                  </a:cubicBezTo>
                  <a:cubicBezTo>
                    <a:pt x="1317" y="203"/>
                    <a:pt x="861" y="192"/>
                    <a:pt x="708" y="0"/>
                  </a:cubicBezTo>
                  <a:close/>
                </a:path>
              </a:pathLst>
            </a:custGeom>
            <a:solidFill>
              <a:srgbClr val="E9EDF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179" name="Google Shape;20179;p47"/>
            <p:cNvSpPr/>
            <p:nvPr/>
          </p:nvSpPr>
          <p:spPr>
            <a:xfrm>
              <a:off x="2586288" y="3648192"/>
              <a:ext cx="50333" cy="43936"/>
            </a:xfrm>
            <a:custGeom>
              <a:rect b="b" l="l" r="r" t="t"/>
              <a:pathLst>
                <a:path extrusionOk="0" h="1676" w="1920">
                  <a:moveTo>
                    <a:pt x="0" y="1"/>
                  </a:moveTo>
                  <a:lnTo>
                    <a:pt x="0" y="1430"/>
                  </a:lnTo>
                  <a:cubicBezTo>
                    <a:pt x="0" y="1560"/>
                    <a:pt x="115" y="1675"/>
                    <a:pt x="245" y="1675"/>
                  </a:cubicBezTo>
                  <a:lnTo>
                    <a:pt x="1675" y="1675"/>
                  </a:lnTo>
                  <a:cubicBezTo>
                    <a:pt x="1804" y="1675"/>
                    <a:pt x="1920" y="1560"/>
                    <a:pt x="1920" y="1430"/>
                  </a:cubicBezTo>
                  <a:lnTo>
                    <a:pt x="1920" y="1"/>
                  </a:lnTo>
                  <a:close/>
                </a:path>
              </a:pathLst>
            </a:custGeom>
            <a:solidFill>
              <a:srgbClr val="D1DBE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180" name="Google Shape;20180;p47"/>
            <p:cNvSpPr/>
            <p:nvPr/>
          </p:nvSpPr>
          <p:spPr>
            <a:xfrm>
              <a:off x="2573783" y="3565693"/>
              <a:ext cx="12531" cy="82525"/>
            </a:xfrm>
            <a:custGeom>
              <a:rect b="b" l="l" r="r" t="t"/>
              <a:pathLst>
                <a:path extrusionOk="0" h="3148" w="478">
                  <a:moveTo>
                    <a:pt x="73" y="1"/>
                  </a:moveTo>
                  <a:cubicBezTo>
                    <a:pt x="30" y="73"/>
                    <a:pt x="1" y="159"/>
                    <a:pt x="1" y="246"/>
                  </a:cubicBezTo>
                  <a:lnTo>
                    <a:pt x="1" y="1632"/>
                  </a:lnTo>
                  <a:cubicBezTo>
                    <a:pt x="1" y="2152"/>
                    <a:pt x="159" y="2657"/>
                    <a:pt x="448" y="3090"/>
                  </a:cubicBezTo>
                  <a:lnTo>
                    <a:pt x="477" y="3148"/>
                  </a:lnTo>
                  <a:lnTo>
                    <a:pt x="477" y="535"/>
                  </a:lnTo>
                  <a:cubicBezTo>
                    <a:pt x="477" y="390"/>
                    <a:pt x="405" y="246"/>
                    <a:pt x="289" y="159"/>
                  </a:cubicBezTo>
                  <a:lnTo>
                    <a:pt x="73" y="1"/>
                  </a:lnTo>
                  <a:close/>
                </a:path>
              </a:pathLst>
            </a:custGeom>
            <a:solidFill>
              <a:srgbClr val="BCC9D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181" name="Google Shape;20181;p47"/>
            <p:cNvSpPr/>
            <p:nvPr/>
          </p:nvSpPr>
          <p:spPr>
            <a:xfrm>
              <a:off x="2636594" y="3565693"/>
              <a:ext cx="12531" cy="82525"/>
            </a:xfrm>
            <a:custGeom>
              <a:rect b="b" l="l" r="r" t="t"/>
              <a:pathLst>
                <a:path extrusionOk="0" h="3148" w="478">
                  <a:moveTo>
                    <a:pt x="405" y="1"/>
                  </a:moveTo>
                  <a:lnTo>
                    <a:pt x="189" y="159"/>
                  </a:lnTo>
                  <a:cubicBezTo>
                    <a:pt x="73" y="246"/>
                    <a:pt x="1" y="390"/>
                    <a:pt x="1" y="535"/>
                  </a:cubicBezTo>
                  <a:lnTo>
                    <a:pt x="1" y="3148"/>
                  </a:lnTo>
                  <a:lnTo>
                    <a:pt x="30" y="3090"/>
                  </a:lnTo>
                  <a:cubicBezTo>
                    <a:pt x="319" y="2657"/>
                    <a:pt x="477" y="2152"/>
                    <a:pt x="477" y="1632"/>
                  </a:cubicBezTo>
                  <a:lnTo>
                    <a:pt x="477" y="246"/>
                  </a:lnTo>
                  <a:cubicBezTo>
                    <a:pt x="477" y="159"/>
                    <a:pt x="448" y="73"/>
                    <a:pt x="405" y="1"/>
                  </a:cubicBezTo>
                  <a:close/>
                </a:path>
              </a:pathLst>
            </a:custGeom>
            <a:solidFill>
              <a:srgbClr val="BCC9D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182" name="Google Shape;20182;p47"/>
            <p:cNvSpPr/>
            <p:nvPr/>
          </p:nvSpPr>
          <p:spPr>
            <a:xfrm>
              <a:off x="2592317" y="3548103"/>
              <a:ext cx="38248" cy="100115"/>
            </a:xfrm>
            <a:custGeom>
              <a:rect b="b" l="l" r="r" t="t"/>
              <a:pathLst>
                <a:path extrusionOk="0" h="3819" w="1459">
                  <a:moveTo>
                    <a:pt x="232" y="0"/>
                  </a:moveTo>
                  <a:cubicBezTo>
                    <a:pt x="221" y="0"/>
                    <a:pt x="210" y="8"/>
                    <a:pt x="203" y="22"/>
                  </a:cubicBezTo>
                  <a:lnTo>
                    <a:pt x="1" y="267"/>
                  </a:lnTo>
                  <a:lnTo>
                    <a:pt x="319" y="672"/>
                  </a:lnTo>
                  <a:cubicBezTo>
                    <a:pt x="344" y="697"/>
                    <a:pt x="374" y="712"/>
                    <a:pt x="406" y="712"/>
                  </a:cubicBezTo>
                  <a:cubicBezTo>
                    <a:pt x="429" y="712"/>
                    <a:pt x="453" y="704"/>
                    <a:pt x="477" y="686"/>
                  </a:cubicBezTo>
                  <a:lnTo>
                    <a:pt x="607" y="571"/>
                  </a:lnTo>
                  <a:lnTo>
                    <a:pt x="607" y="3819"/>
                  </a:lnTo>
                  <a:lnTo>
                    <a:pt x="853" y="3819"/>
                  </a:lnTo>
                  <a:lnTo>
                    <a:pt x="853" y="571"/>
                  </a:lnTo>
                  <a:lnTo>
                    <a:pt x="983" y="686"/>
                  </a:lnTo>
                  <a:cubicBezTo>
                    <a:pt x="1007" y="704"/>
                    <a:pt x="1031" y="712"/>
                    <a:pt x="1054" y="712"/>
                  </a:cubicBezTo>
                  <a:cubicBezTo>
                    <a:pt x="1086" y="712"/>
                    <a:pt x="1116" y="697"/>
                    <a:pt x="1141" y="672"/>
                  </a:cubicBezTo>
                  <a:lnTo>
                    <a:pt x="1459" y="267"/>
                  </a:lnTo>
                  <a:lnTo>
                    <a:pt x="1257" y="22"/>
                  </a:lnTo>
                  <a:cubicBezTo>
                    <a:pt x="1250" y="8"/>
                    <a:pt x="1239" y="0"/>
                    <a:pt x="1228" y="0"/>
                  </a:cubicBezTo>
                  <a:cubicBezTo>
                    <a:pt x="1217" y="0"/>
                    <a:pt x="1206" y="8"/>
                    <a:pt x="1199" y="22"/>
                  </a:cubicBezTo>
                  <a:lnTo>
                    <a:pt x="737" y="484"/>
                  </a:lnTo>
                  <a:lnTo>
                    <a:pt x="261" y="22"/>
                  </a:lnTo>
                  <a:cubicBezTo>
                    <a:pt x="254" y="8"/>
                    <a:pt x="243" y="0"/>
                    <a:pt x="232" y="0"/>
                  </a:cubicBezTo>
                  <a:close/>
                </a:path>
              </a:pathLst>
            </a:custGeom>
            <a:solidFill>
              <a:srgbClr val="BCC9D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183" name="Google Shape;20183;p47"/>
            <p:cNvSpPr/>
            <p:nvPr/>
          </p:nvSpPr>
          <p:spPr>
            <a:xfrm>
              <a:off x="2608230" y="3660670"/>
              <a:ext cx="6449" cy="31458"/>
            </a:xfrm>
            <a:custGeom>
              <a:rect b="b" l="l" r="r" t="t"/>
              <a:pathLst>
                <a:path extrusionOk="0" h="1200" w="246">
                  <a:moveTo>
                    <a:pt x="130" y="1"/>
                  </a:moveTo>
                  <a:cubicBezTo>
                    <a:pt x="58" y="1"/>
                    <a:pt x="0" y="59"/>
                    <a:pt x="0" y="116"/>
                  </a:cubicBezTo>
                  <a:lnTo>
                    <a:pt x="0" y="1199"/>
                  </a:lnTo>
                  <a:lnTo>
                    <a:pt x="246" y="1199"/>
                  </a:lnTo>
                  <a:lnTo>
                    <a:pt x="246" y="116"/>
                  </a:lnTo>
                  <a:cubicBezTo>
                    <a:pt x="246" y="59"/>
                    <a:pt x="188" y="1"/>
                    <a:pt x="130" y="1"/>
                  </a:cubicBezTo>
                  <a:close/>
                </a:path>
              </a:pathLst>
            </a:custGeom>
            <a:solidFill>
              <a:srgbClr val="91A8B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184" name="Google Shape;20184;p47"/>
            <p:cNvSpPr/>
            <p:nvPr/>
          </p:nvSpPr>
          <p:spPr>
            <a:xfrm>
              <a:off x="2586288" y="3485475"/>
              <a:ext cx="50333" cy="56415"/>
            </a:xfrm>
            <a:custGeom>
              <a:rect b="b" l="l" r="r" t="t"/>
              <a:pathLst>
                <a:path extrusionOk="0" h="2152" w="1920">
                  <a:moveTo>
                    <a:pt x="722" y="0"/>
                  </a:moveTo>
                  <a:cubicBezTo>
                    <a:pt x="332" y="0"/>
                    <a:pt x="0" y="318"/>
                    <a:pt x="0" y="722"/>
                  </a:cubicBezTo>
                  <a:lnTo>
                    <a:pt x="0" y="1199"/>
                  </a:lnTo>
                  <a:cubicBezTo>
                    <a:pt x="0" y="1718"/>
                    <a:pt x="433" y="2151"/>
                    <a:pt x="967" y="2151"/>
                  </a:cubicBezTo>
                  <a:cubicBezTo>
                    <a:pt x="1487" y="2151"/>
                    <a:pt x="1920" y="1718"/>
                    <a:pt x="1920" y="1199"/>
                  </a:cubicBezTo>
                  <a:lnTo>
                    <a:pt x="1920" y="722"/>
                  </a:lnTo>
                  <a:cubicBezTo>
                    <a:pt x="1920" y="318"/>
                    <a:pt x="1602" y="0"/>
                    <a:pt x="1198" y="0"/>
                  </a:cubicBezTo>
                  <a:close/>
                </a:path>
              </a:pathLst>
            </a:custGeom>
            <a:solidFill>
              <a:srgbClr val="BCC9D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185" name="Google Shape;20185;p47"/>
            <p:cNvSpPr/>
            <p:nvPr/>
          </p:nvSpPr>
          <p:spPr>
            <a:xfrm>
              <a:off x="2586288" y="3485475"/>
              <a:ext cx="34447" cy="56441"/>
            </a:xfrm>
            <a:custGeom>
              <a:rect b="b" l="l" r="r" t="t"/>
              <a:pathLst>
                <a:path extrusionOk="0" h="2153" w="1314">
                  <a:moveTo>
                    <a:pt x="722" y="0"/>
                  </a:moveTo>
                  <a:cubicBezTo>
                    <a:pt x="318" y="0"/>
                    <a:pt x="0" y="318"/>
                    <a:pt x="0" y="722"/>
                  </a:cubicBezTo>
                  <a:lnTo>
                    <a:pt x="0" y="1199"/>
                  </a:lnTo>
                  <a:cubicBezTo>
                    <a:pt x="0" y="1746"/>
                    <a:pt x="442" y="2152"/>
                    <a:pt x="946" y="2152"/>
                  </a:cubicBezTo>
                  <a:cubicBezTo>
                    <a:pt x="1067" y="2152"/>
                    <a:pt x="1191" y="2129"/>
                    <a:pt x="1314" y="2079"/>
                  </a:cubicBezTo>
                  <a:cubicBezTo>
                    <a:pt x="953" y="1935"/>
                    <a:pt x="722" y="1574"/>
                    <a:pt x="722" y="1199"/>
                  </a:cubicBezTo>
                  <a:lnTo>
                    <a:pt x="722" y="708"/>
                  </a:lnTo>
                  <a:cubicBezTo>
                    <a:pt x="722" y="361"/>
                    <a:pt x="982" y="73"/>
                    <a:pt x="1314" y="15"/>
                  </a:cubicBezTo>
                  <a:cubicBezTo>
                    <a:pt x="1285" y="0"/>
                    <a:pt x="1241" y="0"/>
                    <a:pt x="1198" y="0"/>
                  </a:cubicBezTo>
                  <a:close/>
                </a:path>
              </a:pathLst>
            </a:custGeom>
            <a:solidFill>
              <a:srgbClr val="AABBC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186" name="Google Shape;20186;p47"/>
            <p:cNvSpPr/>
            <p:nvPr/>
          </p:nvSpPr>
          <p:spPr>
            <a:xfrm>
              <a:off x="2586288" y="3485082"/>
              <a:ext cx="50333" cy="25429"/>
            </a:xfrm>
            <a:custGeom>
              <a:rect b="b" l="l" r="r" t="t"/>
              <a:pathLst>
                <a:path extrusionOk="0" h="970" w="1920">
                  <a:moveTo>
                    <a:pt x="722" y="1"/>
                  </a:moveTo>
                  <a:cubicBezTo>
                    <a:pt x="318" y="1"/>
                    <a:pt x="0" y="319"/>
                    <a:pt x="0" y="723"/>
                  </a:cubicBezTo>
                  <a:lnTo>
                    <a:pt x="0" y="737"/>
                  </a:lnTo>
                  <a:cubicBezTo>
                    <a:pt x="576" y="884"/>
                    <a:pt x="1177" y="970"/>
                    <a:pt x="1779" y="970"/>
                  </a:cubicBezTo>
                  <a:cubicBezTo>
                    <a:pt x="1826" y="970"/>
                    <a:pt x="1873" y="969"/>
                    <a:pt x="1920" y="968"/>
                  </a:cubicBezTo>
                  <a:lnTo>
                    <a:pt x="1920" y="723"/>
                  </a:lnTo>
                  <a:cubicBezTo>
                    <a:pt x="1920" y="319"/>
                    <a:pt x="1588" y="1"/>
                    <a:pt x="1198" y="1"/>
                  </a:cubicBezTo>
                  <a:close/>
                </a:path>
              </a:pathLst>
            </a:custGeom>
            <a:solidFill>
              <a:srgbClr val="5C728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187" name="Google Shape;20187;p47"/>
            <p:cNvSpPr/>
            <p:nvPr/>
          </p:nvSpPr>
          <p:spPr>
            <a:xfrm>
              <a:off x="2586288" y="3485475"/>
              <a:ext cx="34447" cy="23095"/>
            </a:xfrm>
            <a:custGeom>
              <a:rect b="b" l="l" r="r" t="t"/>
              <a:pathLst>
                <a:path extrusionOk="0" h="881" w="1314">
                  <a:moveTo>
                    <a:pt x="722" y="0"/>
                  </a:moveTo>
                  <a:cubicBezTo>
                    <a:pt x="318" y="0"/>
                    <a:pt x="0" y="318"/>
                    <a:pt x="0" y="722"/>
                  </a:cubicBezTo>
                  <a:cubicBezTo>
                    <a:pt x="231" y="794"/>
                    <a:pt x="476" y="838"/>
                    <a:pt x="722" y="881"/>
                  </a:cubicBezTo>
                  <a:lnTo>
                    <a:pt x="722" y="722"/>
                  </a:lnTo>
                  <a:cubicBezTo>
                    <a:pt x="722" y="361"/>
                    <a:pt x="982" y="73"/>
                    <a:pt x="1314" y="15"/>
                  </a:cubicBezTo>
                  <a:cubicBezTo>
                    <a:pt x="1285" y="0"/>
                    <a:pt x="1241" y="0"/>
                    <a:pt x="1198" y="0"/>
                  </a:cubicBezTo>
                  <a:close/>
                </a:path>
              </a:pathLst>
            </a:custGeom>
            <a:solidFill>
              <a:srgbClr val="667A8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20188" name="Google Shape;20188;p47"/>
          <p:cNvGrpSpPr/>
          <p:nvPr/>
        </p:nvGrpSpPr>
        <p:grpSpPr>
          <a:xfrm>
            <a:off x="2747484" y="3359460"/>
            <a:ext cx="377705" cy="352330"/>
            <a:chOff x="2747484" y="3359460"/>
            <a:chExt cx="377705" cy="352330"/>
          </a:xfrm>
        </p:grpSpPr>
        <p:sp>
          <p:nvSpPr>
            <p:cNvPr id="20189" name="Google Shape;20189;p47"/>
            <p:cNvSpPr/>
            <p:nvPr/>
          </p:nvSpPr>
          <p:spPr>
            <a:xfrm>
              <a:off x="2806520" y="3611858"/>
              <a:ext cx="46951" cy="46951"/>
            </a:xfrm>
            <a:custGeom>
              <a:rect b="b" l="l" r="r" t="t"/>
              <a:pathLst>
                <a:path extrusionOk="0" h="1791" w="1791">
                  <a:moveTo>
                    <a:pt x="231" y="1"/>
                  </a:moveTo>
                  <a:cubicBezTo>
                    <a:pt x="101" y="1"/>
                    <a:pt x="0" y="102"/>
                    <a:pt x="0" y="217"/>
                  </a:cubicBezTo>
                  <a:lnTo>
                    <a:pt x="0" y="1574"/>
                  </a:lnTo>
                  <a:cubicBezTo>
                    <a:pt x="0" y="1690"/>
                    <a:pt x="101" y="1791"/>
                    <a:pt x="231" y="1791"/>
                  </a:cubicBezTo>
                  <a:lnTo>
                    <a:pt x="1574" y="1791"/>
                  </a:lnTo>
                  <a:cubicBezTo>
                    <a:pt x="1689" y="1791"/>
                    <a:pt x="1790" y="1690"/>
                    <a:pt x="1790" y="1574"/>
                  </a:cubicBezTo>
                  <a:lnTo>
                    <a:pt x="1790" y="217"/>
                  </a:lnTo>
                  <a:cubicBezTo>
                    <a:pt x="1790" y="102"/>
                    <a:pt x="1689" y="1"/>
                    <a:pt x="1559" y="1"/>
                  </a:cubicBezTo>
                  <a:close/>
                </a:path>
              </a:pathLst>
            </a:custGeom>
            <a:solidFill>
              <a:srgbClr val="AEBEC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190" name="Google Shape;20190;p47"/>
            <p:cNvSpPr/>
            <p:nvPr/>
          </p:nvSpPr>
          <p:spPr>
            <a:xfrm>
              <a:off x="2960533" y="3488490"/>
              <a:ext cx="110155" cy="94086"/>
            </a:xfrm>
            <a:custGeom>
              <a:rect b="b" l="l" r="r" t="t"/>
              <a:pathLst>
                <a:path extrusionOk="0" h="3589" w="4202">
                  <a:moveTo>
                    <a:pt x="2397" y="1"/>
                  </a:moveTo>
                  <a:cubicBezTo>
                    <a:pt x="809" y="1"/>
                    <a:pt x="1" y="1935"/>
                    <a:pt x="1141" y="3061"/>
                  </a:cubicBezTo>
                  <a:cubicBezTo>
                    <a:pt x="1505" y="3425"/>
                    <a:pt x="1954" y="3589"/>
                    <a:pt x="2395" y="3589"/>
                  </a:cubicBezTo>
                  <a:cubicBezTo>
                    <a:pt x="3316" y="3589"/>
                    <a:pt x="4201" y="2875"/>
                    <a:pt x="4201" y="1791"/>
                  </a:cubicBezTo>
                  <a:cubicBezTo>
                    <a:pt x="4187" y="809"/>
                    <a:pt x="3393" y="1"/>
                    <a:pt x="2397" y="1"/>
                  </a:cubicBezTo>
                  <a:close/>
                </a:path>
              </a:pathLst>
            </a:custGeom>
            <a:solidFill>
              <a:srgbClr val="8699A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191" name="Google Shape;20191;p47"/>
            <p:cNvSpPr/>
            <p:nvPr/>
          </p:nvSpPr>
          <p:spPr>
            <a:xfrm>
              <a:off x="2971884" y="3526712"/>
              <a:ext cx="103340" cy="56048"/>
            </a:xfrm>
            <a:custGeom>
              <a:rect b="b" l="l" r="r" t="t"/>
              <a:pathLst>
                <a:path extrusionOk="0" h="2138" w="3942">
                  <a:moveTo>
                    <a:pt x="217" y="1"/>
                  </a:moveTo>
                  <a:lnTo>
                    <a:pt x="217" y="1"/>
                  </a:lnTo>
                  <a:cubicBezTo>
                    <a:pt x="1" y="1098"/>
                    <a:pt x="838" y="2137"/>
                    <a:pt x="1964" y="2137"/>
                  </a:cubicBezTo>
                  <a:cubicBezTo>
                    <a:pt x="3090" y="2137"/>
                    <a:pt x="3942" y="1098"/>
                    <a:pt x="3725" y="1"/>
                  </a:cubicBezTo>
                  <a:lnTo>
                    <a:pt x="3725" y="1"/>
                  </a:lnTo>
                  <a:cubicBezTo>
                    <a:pt x="3566" y="838"/>
                    <a:pt x="2830" y="1459"/>
                    <a:pt x="1964" y="1459"/>
                  </a:cubicBezTo>
                  <a:cubicBezTo>
                    <a:pt x="1112" y="1459"/>
                    <a:pt x="376" y="838"/>
                    <a:pt x="217" y="1"/>
                  </a:cubicBezTo>
                  <a:close/>
                </a:path>
              </a:pathLst>
            </a:custGeom>
            <a:solidFill>
              <a:srgbClr val="B1C0C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192" name="Google Shape;20192;p47"/>
            <p:cNvSpPr/>
            <p:nvPr/>
          </p:nvSpPr>
          <p:spPr>
            <a:xfrm>
              <a:off x="2835645" y="3382817"/>
              <a:ext cx="158601" cy="305457"/>
            </a:xfrm>
            <a:custGeom>
              <a:rect b="b" l="l" r="r" t="t"/>
              <a:pathLst>
                <a:path extrusionOk="0" h="11652" w="6050">
                  <a:moveTo>
                    <a:pt x="5833" y="1"/>
                  </a:moveTo>
                  <a:cubicBezTo>
                    <a:pt x="5755" y="1"/>
                    <a:pt x="5667" y="35"/>
                    <a:pt x="5631" y="120"/>
                  </a:cubicBezTo>
                  <a:cubicBezTo>
                    <a:pt x="5198" y="798"/>
                    <a:pt x="4693" y="1419"/>
                    <a:pt x="4115" y="1982"/>
                  </a:cubicBezTo>
                  <a:cubicBezTo>
                    <a:pt x="3263" y="2805"/>
                    <a:pt x="1878" y="3801"/>
                    <a:pt x="232" y="3801"/>
                  </a:cubicBezTo>
                  <a:cubicBezTo>
                    <a:pt x="102" y="3801"/>
                    <a:pt x="1" y="3902"/>
                    <a:pt x="1" y="4032"/>
                  </a:cubicBezTo>
                  <a:lnTo>
                    <a:pt x="1" y="7612"/>
                  </a:lnTo>
                  <a:cubicBezTo>
                    <a:pt x="1" y="7742"/>
                    <a:pt x="102" y="7843"/>
                    <a:pt x="232" y="7843"/>
                  </a:cubicBezTo>
                  <a:cubicBezTo>
                    <a:pt x="1878" y="7843"/>
                    <a:pt x="3263" y="8839"/>
                    <a:pt x="4115" y="9676"/>
                  </a:cubicBezTo>
                  <a:cubicBezTo>
                    <a:pt x="4693" y="10225"/>
                    <a:pt x="5198" y="10860"/>
                    <a:pt x="5631" y="11538"/>
                  </a:cubicBezTo>
                  <a:cubicBezTo>
                    <a:pt x="5676" y="11617"/>
                    <a:pt x="5749" y="11652"/>
                    <a:pt x="5821" y="11652"/>
                  </a:cubicBezTo>
                  <a:cubicBezTo>
                    <a:pt x="5936" y="11652"/>
                    <a:pt x="6049" y="11564"/>
                    <a:pt x="6049" y="11423"/>
                  </a:cubicBezTo>
                  <a:lnTo>
                    <a:pt x="6049" y="235"/>
                  </a:lnTo>
                  <a:cubicBezTo>
                    <a:pt x="6049" y="134"/>
                    <a:pt x="5977" y="33"/>
                    <a:pt x="5876" y="4"/>
                  </a:cubicBezTo>
                  <a:cubicBezTo>
                    <a:pt x="5863" y="2"/>
                    <a:pt x="5848" y="1"/>
                    <a:pt x="5833" y="1"/>
                  </a:cubicBezTo>
                  <a:close/>
                </a:path>
              </a:pathLst>
            </a:custGeom>
            <a:solidFill>
              <a:srgbClr val="F6F7F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193" name="Google Shape;20193;p47"/>
            <p:cNvSpPr/>
            <p:nvPr/>
          </p:nvSpPr>
          <p:spPr>
            <a:xfrm>
              <a:off x="2835645" y="3564933"/>
              <a:ext cx="158601" cy="123342"/>
            </a:xfrm>
            <a:custGeom>
              <a:rect b="b" l="l" r="r" t="t"/>
              <a:pathLst>
                <a:path extrusionOk="0" h="4705" w="6050">
                  <a:moveTo>
                    <a:pt x="1" y="1"/>
                  </a:moveTo>
                  <a:lnTo>
                    <a:pt x="1" y="665"/>
                  </a:lnTo>
                  <a:cubicBezTo>
                    <a:pt x="1" y="795"/>
                    <a:pt x="102" y="896"/>
                    <a:pt x="232" y="896"/>
                  </a:cubicBezTo>
                  <a:cubicBezTo>
                    <a:pt x="1878" y="896"/>
                    <a:pt x="3263" y="1892"/>
                    <a:pt x="4115" y="2729"/>
                  </a:cubicBezTo>
                  <a:cubicBezTo>
                    <a:pt x="4693" y="3278"/>
                    <a:pt x="5198" y="3913"/>
                    <a:pt x="5631" y="4591"/>
                  </a:cubicBezTo>
                  <a:cubicBezTo>
                    <a:pt x="5676" y="4670"/>
                    <a:pt x="5749" y="4705"/>
                    <a:pt x="5821" y="4705"/>
                  </a:cubicBezTo>
                  <a:cubicBezTo>
                    <a:pt x="5936" y="4705"/>
                    <a:pt x="6049" y="4617"/>
                    <a:pt x="6049" y="4476"/>
                  </a:cubicBezTo>
                  <a:lnTo>
                    <a:pt x="6049" y="3364"/>
                  </a:lnTo>
                  <a:cubicBezTo>
                    <a:pt x="6049" y="3451"/>
                    <a:pt x="5992" y="3537"/>
                    <a:pt x="5891" y="3566"/>
                  </a:cubicBezTo>
                  <a:cubicBezTo>
                    <a:pt x="5864" y="3578"/>
                    <a:pt x="5838" y="3583"/>
                    <a:pt x="5812" y="3583"/>
                  </a:cubicBezTo>
                  <a:cubicBezTo>
                    <a:pt x="5740" y="3583"/>
                    <a:pt x="5673" y="3540"/>
                    <a:pt x="5631" y="3465"/>
                  </a:cubicBezTo>
                  <a:cubicBezTo>
                    <a:pt x="5631" y="3465"/>
                    <a:pt x="5068" y="2974"/>
                    <a:pt x="4115" y="2051"/>
                  </a:cubicBezTo>
                  <a:cubicBezTo>
                    <a:pt x="3263" y="1213"/>
                    <a:pt x="1878" y="217"/>
                    <a:pt x="232" y="217"/>
                  </a:cubicBezTo>
                  <a:cubicBezTo>
                    <a:pt x="102" y="217"/>
                    <a:pt x="1" y="116"/>
                    <a:pt x="1" y="1"/>
                  </a:cubicBezTo>
                  <a:close/>
                </a:path>
              </a:pathLst>
            </a:custGeom>
            <a:solidFill>
              <a:srgbClr val="F2F5F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194" name="Google Shape;20194;p47"/>
            <p:cNvSpPr/>
            <p:nvPr/>
          </p:nvSpPr>
          <p:spPr>
            <a:xfrm>
              <a:off x="2982475" y="3359460"/>
              <a:ext cx="46951" cy="352330"/>
            </a:xfrm>
            <a:custGeom>
              <a:rect b="b" l="l" r="r" t="t"/>
              <a:pathLst>
                <a:path extrusionOk="0" h="13440" w="1791">
                  <a:moveTo>
                    <a:pt x="217" y="0"/>
                  </a:moveTo>
                  <a:cubicBezTo>
                    <a:pt x="102" y="0"/>
                    <a:pt x="1" y="101"/>
                    <a:pt x="1" y="217"/>
                  </a:cubicBezTo>
                  <a:lnTo>
                    <a:pt x="1" y="13209"/>
                  </a:lnTo>
                  <a:cubicBezTo>
                    <a:pt x="1" y="13339"/>
                    <a:pt x="102" y="13440"/>
                    <a:pt x="217" y="13440"/>
                  </a:cubicBezTo>
                  <a:lnTo>
                    <a:pt x="1560" y="13440"/>
                  </a:lnTo>
                  <a:cubicBezTo>
                    <a:pt x="1690" y="13440"/>
                    <a:pt x="1791" y="13339"/>
                    <a:pt x="1791" y="13209"/>
                  </a:cubicBezTo>
                  <a:lnTo>
                    <a:pt x="1791" y="217"/>
                  </a:lnTo>
                  <a:cubicBezTo>
                    <a:pt x="1791" y="101"/>
                    <a:pt x="1690" y="0"/>
                    <a:pt x="1560" y="0"/>
                  </a:cubicBezTo>
                  <a:close/>
                </a:path>
              </a:pathLst>
            </a:custGeom>
            <a:solidFill>
              <a:srgbClr val="7E93A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195" name="Google Shape;20195;p47"/>
            <p:cNvSpPr/>
            <p:nvPr/>
          </p:nvSpPr>
          <p:spPr>
            <a:xfrm>
              <a:off x="2982475" y="3682245"/>
              <a:ext cx="46951" cy="29544"/>
            </a:xfrm>
            <a:custGeom>
              <a:rect b="b" l="l" r="r" t="t"/>
              <a:pathLst>
                <a:path extrusionOk="0" h="1127" w="1791">
                  <a:moveTo>
                    <a:pt x="1" y="1"/>
                  </a:moveTo>
                  <a:lnTo>
                    <a:pt x="1" y="910"/>
                  </a:lnTo>
                  <a:cubicBezTo>
                    <a:pt x="1" y="1026"/>
                    <a:pt x="102" y="1127"/>
                    <a:pt x="217" y="1127"/>
                  </a:cubicBezTo>
                  <a:lnTo>
                    <a:pt x="1560" y="1127"/>
                  </a:lnTo>
                  <a:cubicBezTo>
                    <a:pt x="1690" y="1127"/>
                    <a:pt x="1791" y="1026"/>
                    <a:pt x="1791" y="910"/>
                  </a:cubicBezTo>
                  <a:lnTo>
                    <a:pt x="1791" y="1"/>
                  </a:lnTo>
                  <a:cubicBezTo>
                    <a:pt x="1791" y="131"/>
                    <a:pt x="1690" y="232"/>
                    <a:pt x="1560" y="232"/>
                  </a:cubicBezTo>
                  <a:lnTo>
                    <a:pt x="217" y="232"/>
                  </a:lnTo>
                  <a:cubicBezTo>
                    <a:pt x="102" y="232"/>
                    <a:pt x="1" y="131"/>
                    <a:pt x="1" y="1"/>
                  </a:cubicBezTo>
                  <a:close/>
                </a:path>
              </a:pathLst>
            </a:custGeom>
            <a:solidFill>
              <a:srgbClr val="D5DEE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196" name="Google Shape;20196;p47"/>
            <p:cNvSpPr/>
            <p:nvPr/>
          </p:nvSpPr>
          <p:spPr>
            <a:xfrm>
              <a:off x="2747851" y="3482828"/>
              <a:ext cx="46951" cy="105594"/>
            </a:xfrm>
            <a:custGeom>
              <a:rect b="b" l="l" r="r" t="t"/>
              <a:pathLst>
                <a:path extrusionOk="0" h="4028" w="1791">
                  <a:moveTo>
                    <a:pt x="1112" y="0"/>
                  </a:moveTo>
                  <a:cubicBezTo>
                    <a:pt x="492" y="0"/>
                    <a:pt x="1" y="491"/>
                    <a:pt x="1" y="1112"/>
                  </a:cubicBezTo>
                  <a:lnTo>
                    <a:pt x="1" y="2902"/>
                  </a:lnTo>
                  <a:cubicBezTo>
                    <a:pt x="1" y="3523"/>
                    <a:pt x="492" y="4028"/>
                    <a:pt x="1112" y="4028"/>
                  </a:cubicBezTo>
                  <a:lnTo>
                    <a:pt x="1560" y="4028"/>
                  </a:lnTo>
                  <a:cubicBezTo>
                    <a:pt x="1690" y="4028"/>
                    <a:pt x="1791" y="3927"/>
                    <a:pt x="1791" y="3797"/>
                  </a:cubicBezTo>
                  <a:lnTo>
                    <a:pt x="1791" y="217"/>
                  </a:lnTo>
                  <a:cubicBezTo>
                    <a:pt x="1791" y="101"/>
                    <a:pt x="1690" y="0"/>
                    <a:pt x="1560" y="0"/>
                  </a:cubicBezTo>
                  <a:close/>
                </a:path>
              </a:pathLst>
            </a:custGeom>
            <a:solidFill>
              <a:srgbClr val="AEBEC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197" name="Google Shape;20197;p47"/>
            <p:cNvSpPr/>
            <p:nvPr/>
          </p:nvSpPr>
          <p:spPr>
            <a:xfrm>
              <a:off x="2747484" y="3488123"/>
              <a:ext cx="47318" cy="100299"/>
            </a:xfrm>
            <a:custGeom>
              <a:rect b="b" l="l" r="r" t="t"/>
              <a:pathLst>
                <a:path extrusionOk="0" h="3826" w="1805">
                  <a:moveTo>
                    <a:pt x="477" y="0"/>
                  </a:moveTo>
                  <a:lnTo>
                    <a:pt x="477" y="0"/>
                  </a:lnTo>
                  <a:cubicBezTo>
                    <a:pt x="188" y="203"/>
                    <a:pt x="1" y="549"/>
                    <a:pt x="1" y="910"/>
                  </a:cubicBezTo>
                  <a:lnTo>
                    <a:pt x="1" y="2700"/>
                  </a:lnTo>
                  <a:cubicBezTo>
                    <a:pt x="1" y="3321"/>
                    <a:pt x="506" y="3826"/>
                    <a:pt x="1126" y="3826"/>
                  </a:cubicBezTo>
                  <a:lnTo>
                    <a:pt x="1574" y="3826"/>
                  </a:lnTo>
                  <a:cubicBezTo>
                    <a:pt x="1704" y="3826"/>
                    <a:pt x="1805" y="3725"/>
                    <a:pt x="1805" y="3595"/>
                  </a:cubicBezTo>
                  <a:lnTo>
                    <a:pt x="1805" y="3147"/>
                  </a:lnTo>
                  <a:lnTo>
                    <a:pt x="1126" y="3147"/>
                  </a:lnTo>
                  <a:cubicBezTo>
                    <a:pt x="751" y="3147"/>
                    <a:pt x="448" y="2844"/>
                    <a:pt x="448" y="2483"/>
                  </a:cubicBezTo>
                  <a:lnTo>
                    <a:pt x="448" y="246"/>
                  </a:lnTo>
                  <a:cubicBezTo>
                    <a:pt x="448" y="159"/>
                    <a:pt x="462" y="73"/>
                    <a:pt x="477" y="0"/>
                  </a:cubicBezTo>
                  <a:close/>
                </a:path>
              </a:pathLst>
            </a:custGeom>
            <a:solidFill>
              <a:srgbClr val="95A6B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198" name="Google Shape;20198;p47"/>
            <p:cNvSpPr/>
            <p:nvPr/>
          </p:nvSpPr>
          <p:spPr>
            <a:xfrm>
              <a:off x="2788720" y="3482828"/>
              <a:ext cx="58695" cy="105594"/>
            </a:xfrm>
            <a:custGeom>
              <a:rect b="b" l="l" r="r" t="t"/>
              <a:pathLst>
                <a:path extrusionOk="0" h="4028" w="2239">
                  <a:moveTo>
                    <a:pt x="1" y="0"/>
                  </a:moveTo>
                  <a:lnTo>
                    <a:pt x="1" y="4028"/>
                  </a:lnTo>
                  <a:lnTo>
                    <a:pt x="2238" y="4028"/>
                  </a:lnTo>
                  <a:lnTo>
                    <a:pt x="2238" y="0"/>
                  </a:lnTo>
                  <a:close/>
                </a:path>
              </a:pathLst>
            </a:custGeom>
            <a:solidFill>
              <a:srgbClr val="7E93A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199" name="Google Shape;20199;p47"/>
            <p:cNvSpPr/>
            <p:nvPr/>
          </p:nvSpPr>
          <p:spPr>
            <a:xfrm>
              <a:off x="2788720" y="3570622"/>
              <a:ext cx="58695" cy="17800"/>
            </a:xfrm>
            <a:custGeom>
              <a:rect b="b" l="l" r="r" t="t"/>
              <a:pathLst>
                <a:path extrusionOk="0" h="679" w="2239">
                  <a:moveTo>
                    <a:pt x="1" y="0"/>
                  </a:moveTo>
                  <a:lnTo>
                    <a:pt x="1" y="679"/>
                  </a:lnTo>
                  <a:lnTo>
                    <a:pt x="2238" y="679"/>
                  </a:lnTo>
                  <a:lnTo>
                    <a:pt x="2238" y="0"/>
                  </a:lnTo>
                  <a:close/>
                </a:path>
              </a:pathLst>
            </a:custGeom>
            <a:solidFill>
              <a:srgbClr val="D5DEE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200" name="Google Shape;20200;p47"/>
            <p:cNvSpPr/>
            <p:nvPr/>
          </p:nvSpPr>
          <p:spPr>
            <a:xfrm>
              <a:off x="2788720" y="3588396"/>
              <a:ext cx="59062" cy="93876"/>
            </a:xfrm>
            <a:custGeom>
              <a:rect b="b" l="l" r="r" t="t"/>
              <a:pathLst>
                <a:path extrusionOk="0" h="3581" w="2253">
                  <a:moveTo>
                    <a:pt x="1" y="1"/>
                  </a:moveTo>
                  <a:lnTo>
                    <a:pt x="1" y="3364"/>
                  </a:lnTo>
                  <a:cubicBezTo>
                    <a:pt x="1" y="3480"/>
                    <a:pt x="102" y="3581"/>
                    <a:pt x="232" y="3581"/>
                  </a:cubicBezTo>
                  <a:lnTo>
                    <a:pt x="1127" y="3581"/>
                  </a:lnTo>
                  <a:cubicBezTo>
                    <a:pt x="1228" y="3581"/>
                    <a:pt x="1315" y="3509"/>
                    <a:pt x="1343" y="3422"/>
                  </a:cubicBezTo>
                  <a:lnTo>
                    <a:pt x="2253" y="1"/>
                  </a:lnTo>
                  <a:close/>
                </a:path>
              </a:pathLst>
            </a:custGeom>
            <a:solidFill>
              <a:srgbClr val="7A8FA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201" name="Google Shape;20201;p47"/>
            <p:cNvSpPr/>
            <p:nvPr/>
          </p:nvSpPr>
          <p:spPr>
            <a:xfrm>
              <a:off x="3091844" y="3529753"/>
              <a:ext cx="33345" cy="11744"/>
            </a:xfrm>
            <a:custGeom>
              <a:rect b="b" l="l" r="r" t="t"/>
              <a:pathLst>
                <a:path extrusionOk="0" h="448" w="1272">
                  <a:moveTo>
                    <a:pt x="304" y="0"/>
                  </a:moveTo>
                  <a:cubicBezTo>
                    <a:pt x="1" y="0"/>
                    <a:pt x="1" y="448"/>
                    <a:pt x="304" y="448"/>
                  </a:cubicBezTo>
                  <a:lnTo>
                    <a:pt x="982" y="448"/>
                  </a:lnTo>
                  <a:cubicBezTo>
                    <a:pt x="1271" y="448"/>
                    <a:pt x="1271" y="0"/>
                    <a:pt x="982" y="0"/>
                  </a:cubicBezTo>
                  <a:close/>
                </a:path>
              </a:pathLst>
            </a:custGeom>
            <a:solidFill>
              <a:srgbClr val="9DACB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202" name="Google Shape;20202;p47"/>
            <p:cNvSpPr/>
            <p:nvPr/>
          </p:nvSpPr>
          <p:spPr>
            <a:xfrm>
              <a:off x="3069535" y="3463140"/>
              <a:ext cx="28574" cy="24249"/>
            </a:xfrm>
            <a:custGeom>
              <a:rect b="b" l="l" r="r" t="t"/>
              <a:pathLst>
                <a:path extrusionOk="0" h="925" w="1090">
                  <a:moveTo>
                    <a:pt x="768" y="0"/>
                  </a:moveTo>
                  <a:cubicBezTo>
                    <a:pt x="714" y="0"/>
                    <a:pt x="657" y="22"/>
                    <a:pt x="606" y="73"/>
                  </a:cubicBezTo>
                  <a:lnTo>
                    <a:pt x="144" y="549"/>
                  </a:lnTo>
                  <a:cubicBezTo>
                    <a:pt x="0" y="679"/>
                    <a:pt x="101" y="925"/>
                    <a:pt x="303" y="925"/>
                  </a:cubicBezTo>
                  <a:cubicBezTo>
                    <a:pt x="361" y="925"/>
                    <a:pt x="419" y="910"/>
                    <a:pt x="462" y="867"/>
                  </a:cubicBezTo>
                  <a:lnTo>
                    <a:pt x="924" y="390"/>
                  </a:lnTo>
                  <a:cubicBezTo>
                    <a:pt x="1089" y="225"/>
                    <a:pt x="943" y="0"/>
                    <a:pt x="768" y="0"/>
                  </a:cubicBezTo>
                  <a:close/>
                </a:path>
              </a:pathLst>
            </a:custGeom>
            <a:solidFill>
              <a:srgbClr val="9DACB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203" name="Google Shape;20203;p47"/>
            <p:cNvSpPr/>
            <p:nvPr/>
          </p:nvSpPr>
          <p:spPr>
            <a:xfrm>
              <a:off x="3068958" y="3583467"/>
              <a:ext cx="28601" cy="24249"/>
            </a:xfrm>
            <a:custGeom>
              <a:rect b="b" l="l" r="r" t="t"/>
              <a:pathLst>
                <a:path extrusionOk="0" h="925" w="1091">
                  <a:moveTo>
                    <a:pt x="322" y="1"/>
                  </a:moveTo>
                  <a:cubicBezTo>
                    <a:pt x="147" y="1"/>
                    <a:pt x="1" y="225"/>
                    <a:pt x="166" y="391"/>
                  </a:cubicBezTo>
                  <a:lnTo>
                    <a:pt x="643" y="867"/>
                  </a:lnTo>
                  <a:cubicBezTo>
                    <a:pt x="686" y="911"/>
                    <a:pt x="744" y="925"/>
                    <a:pt x="802" y="925"/>
                  </a:cubicBezTo>
                  <a:cubicBezTo>
                    <a:pt x="1004" y="925"/>
                    <a:pt x="1090" y="694"/>
                    <a:pt x="960" y="550"/>
                  </a:cubicBezTo>
                  <a:lnTo>
                    <a:pt x="484" y="73"/>
                  </a:lnTo>
                  <a:cubicBezTo>
                    <a:pt x="433" y="22"/>
                    <a:pt x="376" y="1"/>
                    <a:pt x="322" y="1"/>
                  </a:cubicBezTo>
                  <a:close/>
                </a:path>
              </a:pathLst>
            </a:custGeom>
            <a:solidFill>
              <a:srgbClr val="9DACB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20204" name="Google Shape;20204;p47"/>
          <p:cNvGrpSpPr/>
          <p:nvPr/>
        </p:nvGrpSpPr>
        <p:grpSpPr>
          <a:xfrm>
            <a:off x="3696205" y="3371938"/>
            <a:ext cx="375792" cy="327374"/>
            <a:chOff x="3696205" y="3371938"/>
            <a:chExt cx="375792" cy="327374"/>
          </a:xfrm>
        </p:grpSpPr>
        <p:sp>
          <p:nvSpPr>
            <p:cNvPr id="20205" name="Google Shape;20205;p47"/>
            <p:cNvSpPr/>
            <p:nvPr/>
          </p:nvSpPr>
          <p:spPr>
            <a:xfrm>
              <a:off x="3696205" y="3456718"/>
              <a:ext cx="375792" cy="242594"/>
            </a:xfrm>
            <a:custGeom>
              <a:rect b="b" l="l" r="r" t="t"/>
              <a:pathLst>
                <a:path extrusionOk="0" h="9254" w="14335">
                  <a:moveTo>
                    <a:pt x="462" y="0"/>
                  </a:moveTo>
                  <a:cubicBezTo>
                    <a:pt x="202" y="0"/>
                    <a:pt x="0" y="202"/>
                    <a:pt x="0" y="462"/>
                  </a:cubicBezTo>
                  <a:lnTo>
                    <a:pt x="0" y="8791"/>
                  </a:lnTo>
                  <a:cubicBezTo>
                    <a:pt x="0" y="9037"/>
                    <a:pt x="202" y="9253"/>
                    <a:pt x="462" y="9253"/>
                  </a:cubicBezTo>
                  <a:lnTo>
                    <a:pt x="13873" y="9253"/>
                  </a:lnTo>
                  <a:cubicBezTo>
                    <a:pt x="14118" y="9253"/>
                    <a:pt x="14335" y="9037"/>
                    <a:pt x="14335" y="8791"/>
                  </a:cubicBezTo>
                  <a:lnTo>
                    <a:pt x="14335" y="462"/>
                  </a:lnTo>
                  <a:cubicBezTo>
                    <a:pt x="14335" y="202"/>
                    <a:pt x="14118" y="0"/>
                    <a:pt x="13873" y="0"/>
                  </a:cubicBezTo>
                  <a:close/>
                </a:path>
              </a:pathLst>
            </a:custGeom>
            <a:solidFill>
              <a:srgbClr val="EFF1F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206" name="Google Shape;20206;p47"/>
            <p:cNvSpPr/>
            <p:nvPr/>
          </p:nvSpPr>
          <p:spPr>
            <a:xfrm>
              <a:off x="3696205" y="3456718"/>
              <a:ext cx="375792" cy="18193"/>
            </a:xfrm>
            <a:custGeom>
              <a:rect b="b" l="l" r="r" t="t"/>
              <a:pathLst>
                <a:path extrusionOk="0" h="694" w="14335">
                  <a:moveTo>
                    <a:pt x="462" y="0"/>
                  </a:moveTo>
                  <a:cubicBezTo>
                    <a:pt x="202" y="0"/>
                    <a:pt x="0" y="202"/>
                    <a:pt x="0" y="462"/>
                  </a:cubicBezTo>
                  <a:lnTo>
                    <a:pt x="0" y="693"/>
                  </a:lnTo>
                  <a:lnTo>
                    <a:pt x="14335" y="693"/>
                  </a:lnTo>
                  <a:lnTo>
                    <a:pt x="14335" y="462"/>
                  </a:lnTo>
                  <a:cubicBezTo>
                    <a:pt x="14335" y="202"/>
                    <a:pt x="14118" y="0"/>
                    <a:pt x="13873" y="0"/>
                  </a:cubicBezTo>
                  <a:close/>
                </a:path>
              </a:pathLst>
            </a:custGeom>
            <a:solidFill>
              <a:srgbClr val="E9EDF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207" name="Google Shape;20207;p47"/>
            <p:cNvSpPr/>
            <p:nvPr/>
          </p:nvSpPr>
          <p:spPr>
            <a:xfrm>
              <a:off x="3732539" y="3505163"/>
              <a:ext cx="121113" cy="157814"/>
            </a:xfrm>
            <a:custGeom>
              <a:rect b="b" l="l" r="r" t="t"/>
              <a:pathLst>
                <a:path extrusionOk="0" h="6020" w="4620">
                  <a:moveTo>
                    <a:pt x="231" y="0"/>
                  </a:moveTo>
                  <a:cubicBezTo>
                    <a:pt x="101" y="0"/>
                    <a:pt x="0" y="101"/>
                    <a:pt x="0" y="231"/>
                  </a:cubicBezTo>
                  <a:lnTo>
                    <a:pt x="0" y="5789"/>
                  </a:lnTo>
                  <a:cubicBezTo>
                    <a:pt x="0" y="5904"/>
                    <a:pt x="101" y="6020"/>
                    <a:pt x="231" y="6020"/>
                  </a:cubicBezTo>
                  <a:lnTo>
                    <a:pt x="4388" y="6020"/>
                  </a:lnTo>
                  <a:cubicBezTo>
                    <a:pt x="4518" y="6020"/>
                    <a:pt x="4619" y="5919"/>
                    <a:pt x="4619" y="5789"/>
                  </a:cubicBezTo>
                  <a:lnTo>
                    <a:pt x="4619" y="231"/>
                  </a:lnTo>
                  <a:cubicBezTo>
                    <a:pt x="4619" y="101"/>
                    <a:pt x="4518" y="0"/>
                    <a:pt x="4388" y="0"/>
                  </a:cubicBezTo>
                  <a:close/>
                </a:path>
              </a:pathLst>
            </a:custGeom>
            <a:solidFill>
              <a:srgbClr val="ADBDC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208" name="Google Shape;20208;p47"/>
            <p:cNvSpPr/>
            <p:nvPr/>
          </p:nvSpPr>
          <p:spPr>
            <a:xfrm>
              <a:off x="3883904" y="3505163"/>
              <a:ext cx="151759" cy="30278"/>
            </a:xfrm>
            <a:custGeom>
              <a:rect b="b" l="l" r="r" t="t"/>
              <a:pathLst>
                <a:path extrusionOk="0" h="1155" w="5789">
                  <a:moveTo>
                    <a:pt x="231" y="0"/>
                  </a:moveTo>
                  <a:cubicBezTo>
                    <a:pt x="101" y="0"/>
                    <a:pt x="0" y="101"/>
                    <a:pt x="0" y="231"/>
                  </a:cubicBezTo>
                  <a:lnTo>
                    <a:pt x="0" y="924"/>
                  </a:lnTo>
                  <a:cubicBezTo>
                    <a:pt x="0" y="1054"/>
                    <a:pt x="101" y="1155"/>
                    <a:pt x="231" y="1155"/>
                  </a:cubicBezTo>
                  <a:lnTo>
                    <a:pt x="5558" y="1155"/>
                  </a:lnTo>
                  <a:cubicBezTo>
                    <a:pt x="5673" y="1155"/>
                    <a:pt x="5789" y="1054"/>
                    <a:pt x="5789" y="924"/>
                  </a:cubicBezTo>
                  <a:lnTo>
                    <a:pt x="5789" y="231"/>
                  </a:lnTo>
                  <a:cubicBezTo>
                    <a:pt x="5789" y="101"/>
                    <a:pt x="5673" y="0"/>
                    <a:pt x="5558" y="0"/>
                  </a:cubicBezTo>
                  <a:close/>
                </a:path>
              </a:pathLst>
            </a:custGeom>
            <a:solidFill>
              <a:srgbClr val="A9BAC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209" name="Google Shape;20209;p47"/>
            <p:cNvSpPr/>
            <p:nvPr/>
          </p:nvSpPr>
          <p:spPr>
            <a:xfrm>
              <a:off x="3883904" y="3553582"/>
              <a:ext cx="115451" cy="24249"/>
            </a:xfrm>
            <a:custGeom>
              <a:rect b="b" l="l" r="r" t="t"/>
              <a:pathLst>
                <a:path extrusionOk="0" h="925" w="4404">
                  <a:moveTo>
                    <a:pt x="231" y="1"/>
                  </a:moveTo>
                  <a:cubicBezTo>
                    <a:pt x="101" y="1"/>
                    <a:pt x="0" y="102"/>
                    <a:pt x="0" y="232"/>
                  </a:cubicBezTo>
                  <a:lnTo>
                    <a:pt x="0" y="694"/>
                  </a:lnTo>
                  <a:cubicBezTo>
                    <a:pt x="0" y="824"/>
                    <a:pt x="101" y="925"/>
                    <a:pt x="231" y="925"/>
                  </a:cubicBezTo>
                  <a:lnTo>
                    <a:pt x="4172" y="925"/>
                  </a:lnTo>
                  <a:cubicBezTo>
                    <a:pt x="4288" y="925"/>
                    <a:pt x="4403" y="824"/>
                    <a:pt x="4403" y="694"/>
                  </a:cubicBezTo>
                  <a:lnTo>
                    <a:pt x="4403" y="232"/>
                  </a:lnTo>
                  <a:cubicBezTo>
                    <a:pt x="4403" y="102"/>
                    <a:pt x="4288" y="1"/>
                    <a:pt x="4172" y="1"/>
                  </a:cubicBezTo>
                  <a:close/>
                </a:path>
              </a:pathLst>
            </a:custGeom>
            <a:solidFill>
              <a:srgbClr val="8C9EA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210" name="Google Shape;20210;p47"/>
            <p:cNvSpPr/>
            <p:nvPr/>
          </p:nvSpPr>
          <p:spPr>
            <a:xfrm>
              <a:off x="3882017" y="3595972"/>
              <a:ext cx="76836" cy="12138"/>
            </a:xfrm>
            <a:custGeom>
              <a:rect b="b" l="l" r="r" t="t"/>
              <a:pathLst>
                <a:path extrusionOk="0" h="463" w="2931">
                  <a:moveTo>
                    <a:pt x="303" y="0"/>
                  </a:moveTo>
                  <a:cubicBezTo>
                    <a:pt x="0" y="0"/>
                    <a:pt x="0" y="462"/>
                    <a:pt x="303" y="462"/>
                  </a:cubicBezTo>
                  <a:lnTo>
                    <a:pt x="2613" y="462"/>
                  </a:lnTo>
                  <a:cubicBezTo>
                    <a:pt x="2930" y="462"/>
                    <a:pt x="2930" y="0"/>
                    <a:pt x="2613" y="0"/>
                  </a:cubicBezTo>
                  <a:close/>
                </a:path>
              </a:pathLst>
            </a:custGeom>
            <a:solidFill>
              <a:srgbClr val="72889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211" name="Google Shape;20211;p47"/>
            <p:cNvSpPr/>
            <p:nvPr/>
          </p:nvSpPr>
          <p:spPr>
            <a:xfrm>
              <a:off x="3966770" y="3595972"/>
              <a:ext cx="40528" cy="12138"/>
            </a:xfrm>
            <a:custGeom>
              <a:rect b="b" l="l" r="r" t="t"/>
              <a:pathLst>
                <a:path extrusionOk="0" h="463" w="1546">
                  <a:moveTo>
                    <a:pt x="318" y="0"/>
                  </a:moveTo>
                  <a:cubicBezTo>
                    <a:pt x="1" y="0"/>
                    <a:pt x="1" y="462"/>
                    <a:pt x="318" y="462"/>
                  </a:cubicBezTo>
                  <a:lnTo>
                    <a:pt x="1242" y="462"/>
                  </a:lnTo>
                  <a:cubicBezTo>
                    <a:pt x="1545" y="462"/>
                    <a:pt x="1545" y="0"/>
                    <a:pt x="1242" y="0"/>
                  </a:cubicBezTo>
                  <a:close/>
                </a:path>
              </a:pathLst>
            </a:custGeom>
            <a:solidFill>
              <a:srgbClr val="BCC9D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212" name="Google Shape;20212;p47"/>
            <p:cNvSpPr/>
            <p:nvPr/>
          </p:nvSpPr>
          <p:spPr>
            <a:xfrm>
              <a:off x="3882017" y="3632306"/>
              <a:ext cx="28391" cy="12138"/>
            </a:xfrm>
            <a:custGeom>
              <a:rect b="b" l="l" r="r" t="t"/>
              <a:pathLst>
                <a:path extrusionOk="0" h="463" w="1083">
                  <a:moveTo>
                    <a:pt x="303" y="0"/>
                  </a:moveTo>
                  <a:cubicBezTo>
                    <a:pt x="0" y="0"/>
                    <a:pt x="0" y="462"/>
                    <a:pt x="303" y="462"/>
                  </a:cubicBezTo>
                  <a:lnTo>
                    <a:pt x="765" y="462"/>
                  </a:lnTo>
                  <a:cubicBezTo>
                    <a:pt x="1083" y="462"/>
                    <a:pt x="1083" y="0"/>
                    <a:pt x="765" y="0"/>
                  </a:cubicBezTo>
                  <a:close/>
                </a:path>
              </a:pathLst>
            </a:custGeom>
            <a:solidFill>
              <a:srgbClr val="72889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213" name="Google Shape;20213;p47"/>
            <p:cNvSpPr/>
            <p:nvPr/>
          </p:nvSpPr>
          <p:spPr>
            <a:xfrm>
              <a:off x="3918324" y="3632306"/>
              <a:ext cx="64751" cy="12138"/>
            </a:xfrm>
            <a:custGeom>
              <a:rect b="b" l="l" r="r" t="t"/>
              <a:pathLst>
                <a:path extrusionOk="0" h="463" w="2470">
                  <a:moveTo>
                    <a:pt x="304" y="0"/>
                  </a:moveTo>
                  <a:cubicBezTo>
                    <a:pt x="1" y="0"/>
                    <a:pt x="1" y="462"/>
                    <a:pt x="304" y="462"/>
                  </a:cubicBezTo>
                  <a:lnTo>
                    <a:pt x="2166" y="462"/>
                  </a:lnTo>
                  <a:cubicBezTo>
                    <a:pt x="2469" y="462"/>
                    <a:pt x="2469" y="0"/>
                    <a:pt x="2166" y="0"/>
                  </a:cubicBezTo>
                  <a:close/>
                </a:path>
              </a:pathLst>
            </a:custGeom>
            <a:solidFill>
              <a:srgbClr val="BCC9D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214" name="Google Shape;20214;p47"/>
            <p:cNvSpPr/>
            <p:nvPr/>
          </p:nvSpPr>
          <p:spPr>
            <a:xfrm>
              <a:off x="3882017" y="3656895"/>
              <a:ext cx="28391" cy="12138"/>
            </a:xfrm>
            <a:custGeom>
              <a:rect b="b" l="l" r="r" t="t"/>
              <a:pathLst>
                <a:path extrusionOk="0" h="463" w="1083">
                  <a:moveTo>
                    <a:pt x="303" y="1"/>
                  </a:moveTo>
                  <a:cubicBezTo>
                    <a:pt x="0" y="1"/>
                    <a:pt x="0" y="463"/>
                    <a:pt x="303" y="463"/>
                  </a:cubicBezTo>
                  <a:lnTo>
                    <a:pt x="765" y="463"/>
                  </a:lnTo>
                  <a:cubicBezTo>
                    <a:pt x="1083" y="463"/>
                    <a:pt x="1083" y="1"/>
                    <a:pt x="765" y="1"/>
                  </a:cubicBezTo>
                  <a:close/>
                </a:path>
              </a:pathLst>
            </a:custGeom>
            <a:solidFill>
              <a:srgbClr val="72889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215" name="Google Shape;20215;p47"/>
            <p:cNvSpPr/>
            <p:nvPr/>
          </p:nvSpPr>
          <p:spPr>
            <a:xfrm>
              <a:off x="3918324" y="3656895"/>
              <a:ext cx="64751" cy="12138"/>
            </a:xfrm>
            <a:custGeom>
              <a:rect b="b" l="l" r="r" t="t"/>
              <a:pathLst>
                <a:path extrusionOk="0" h="463" w="2470">
                  <a:moveTo>
                    <a:pt x="304" y="1"/>
                  </a:moveTo>
                  <a:cubicBezTo>
                    <a:pt x="1" y="1"/>
                    <a:pt x="1" y="463"/>
                    <a:pt x="304" y="463"/>
                  </a:cubicBezTo>
                  <a:lnTo>
                    <a:pt x="2166" y="463"/>
                  </a:lnTo>
                  <a:cubicBezTo>
                    <a:pt x="2469" y="463"/>
                    <a:pt x="2469" y="1"/>
                    <a:pt x="2166" y="1"/>
                  </a:cubicBezTo>
                  <a:close/>
                </a:path>
              </a:pathLst>
            </a:custGeom>
            <a:solidFill>
              <a:srgbClr val="BCC9D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216" name="Google Shape;20216;p47"/>
            <p:cNvSpPr/>
            <p:nvPr/>
          </p:nvSpPr>
          <p:spPr>
            <a:xfrm>
              <a:off x="3853993" y="3371938"/>
              <a:ext cx="59823" cy="109028"/>
            </a:xfrm>
            <a:custGeom>
              <a:rect b="b" l="l" r="r" t="t"/>
              <a:pathLst>
                <a:path extrusionOk="0" h="4159" w="2282">
                  <a:moveTo>
                    <a:pt x="246" y="1"/>
                  </a:moveTo>
                  <a:cubicBezTo>
                    <a:pt x="116" y="1"/>
                    <a:pt x="1" y="116"/>
                    <a:pt x="15" y="261"/>
                  </a:cubicBezTo>
                  <a:lnTo>
                    <a:pt x="434" y="3956"/>
                  </a:lnTo>
                  <a:cubicBezTo>
                    <a:pt x="448" y="4072"/>
                    <a:pt x="535" y="4158"/>
                    <a:pt x="665" y="4158"/>
                  </a:cubicBezTo>
                  <a:lnTo>
                    <a:pt x="1632" y="4158"/>
                  </a:lnTo>
                  <a:cubicBezTo>
                    <a:pt x="1748" y="4158"/>
                    <a:pt x="1849" y="4072"/>
                    <a:pt x="1863" y="3956"/>
                  </a:cubicBezTo>
                  <a:lnTo>
                    <a:pt x="2267" y="261"/>
                  </a:lnTo>
                  <a:cubicBezTo>
                    <a:pt x="2282" y="116"/>
                    <a:pt x="2181" y="1"/>
                    <a:pt x="2051" y="1"/>
                  </a:cubicBezTo>
                  <a:close/>
                </a:path>
              </a:pathLst>
            </a:custGeom>
            <a:solidFill>
              <a:srgbClr val="72889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217" name="Google Shape;20217;p47"/>
            <p:cNvSpPr/>
            <p:nvPr/>
          </p:nvSpPr>
          <p:spPr>
            <a:xfrm>
              <a:off x="3756735" y="3583860"/>
              <a:ext cx="72694" cy="78750"/>
            </a:xfrm>
            <a:custGeom>
              <a:rect b="b" l="l" r="r" t="t"/>
              <a:pathLst>
                <a:path extrusionOk="0" h="3004" w="2773">
                  <a:moveTo>
                    <a:pt x="925" y="1"/>
                  </a:moveTo>
                  <a:lnTo>
                    <a:pt x="925" y="462"/>
                  </a:lnTo>
                  <a:cubicBezTo>
                    <a:pt x="925" y="549"/>
                    <a:pt x="881" y="636"/>
                    <a:pt x="795" y="679"/>
                  </a:cubicBezTo>
                  <a:lnTo>
                    <a:pt x="261" y="939"/>
                  </a:lnTo>
                  <a:cubicBezTo>
                    <a:pt x="102" y="1025"/>
                    <a:pt x="1" y="1184"/>
                    <a:pt x="1" y="1357"/>
                  </a:cubicBezTo>
                  <a:lnTo>
                    <a:pt x="1" y="3003"/>
                  </a:lnTo>
                  <a:lnTo>
                    <a:pt x="2773" y="3003"/>
                  </a:lnTo>
                  <a:lnTo>
                    <a:pt x="2773" y="1357"/>
                  </a:lnTo>
                  <a:cubicBezTo>
                    <a:pt x="2773" y="1184"/>
                    <a:pt x="2671" y="1025"/>
                    <a:pt x="2527" y="939"/>
                  </a:cubicBezTo>
                  <a:lnTo>
                    <a:pt x="1979" y="679"/>
                  </a:lnTo>
                  <a:cubicBezTo>
                    <a:pt x="1906" y="636"/>
                    <a:pt x="1849" y="549"/>
                    <a:pt x="1849" y="462"/>
                  </a:cubicBezTo>
                  <a:lnTo>
                    <a:pt x="1849" y="1"/>
                  </a:lnTo>
                  <a:close/>
                </a:path>
              </a:pathLst>
            </a:custGeom>
            <a:solidFill>
              <a:srgbClr val="AABBC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218" name="Google Shape;20218;p47"/>
            <p:cNvSpPr/>
            <p:nvPr/>
          </p:nvSpPr>
          <p:spPr>
            <a:xfrm>
              <a:off x="3779831" y="3583860"/>
              <a:ext cx="26503" cy="18193"/>
            </a:xfrm>
            <a:custGeom>
              <a:rect b="b" l="l" r="r" t="t"/>
              <a:pathLst>
                <a:path extrusionOk="0" h="694" w="1011">
                  <a:moveTo>
                    <a:pt x="44" y="1"/>
                  </a:moveTo>
                  <a:lnTo>
                    <a:pt x="44" y="462"/>
                  </a:lnTo>
                  <a:cubicBezTo>
                    <a:pt x="44" y="520"/>
                    <a:pt x="29" y="564"/>
                    <a:pt x="0" y="607"/>
                  </a:cubicBezTo>
                  <a:cubicBezTo>
                    <a:pt x="159" y="665"/>
                    <a:pt x="332" y="693"/>
                    <a:pt x="506" y="693"/>
                  </a:cubicBezTo>
                  <a:cubicBezTo>
                    <a:pt x="679" y="693"/>
                    <a:pt x="852" y="665"/>
                    <a:pt x="1011" y="607"/>
                  </a:cubicBezTo>
                  <a:cubicBezTo>
                    <a:pt x="982" y="564"/>
                    <a:pt x="968" y="520"/>
                    <a:pt x="968" y="462"/>
                  </a:cubicBezTo>
                  <a:lnTo>
                    <a:pt x="968" y="1"/>
                  </a:lnTo>
                  <a:close/>
                </a:path>
              </a:pathLst>
            </a:custGeom>
            <a:solidFill>
              <a:srgbClr val="94A5B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219" name="Google Shape;20219;p47"/>
            <p:cNvSpPr/>
            <p:nvPr/>
          </p:nvSpPr>
          <p:spPr>
            <a:xfrm>
              <a:off x="3756735" y="3603155"/>
              <a:ext cx="72694" cy="59456"/>
            </a:xfrm>
            <a:custGeom>
              <a:rect b="b" l="l" r="r" t="t"/>
              <a:pathLst>
                <a:path extrusionOk="0" h="2268" w="2773">
                  <a:moveTo>
                    <a:pt x="679" y="1"/>
                  </a:moveTo>
                  <a:lnTo>
                    <a:pt x="261" y="203"/>
                  </a:lnTo>
                  <a:cubicBezTo>
                    <a:pt x="102" y="289"/>
                    <a:pt x="1" y="448"/>
                    <a:pt x="1" y="621"/>
                  </a:cubicBezTo>
                  <a:lnTo>
                    <a:pt x="1" y="2267"/>
                  </a:lnTo>
                  <a:lnTo>
                    <a:pt x="2773" y="2267"/>
                  </a:lnTo>
                  <a:lnTo>
                    <a:pt x="2773" y="621"/>
                  </a:lnTo>
                  <a:cubicBezTo>
                    <a:pt x="2773" y="448"/>
                    <a:pt x="2671" y="289"/>
                    <a:pt x="2527" y="203"/>
                  </a:cubicBezTo>
                  <a:lnTo>
                    <a:pt x="2094" y="1"/>
                  </a:lnTo>
                  <a:cubicBezTo>
                    <a:pt x="1914" y="225"/>
                    <a:pt x="1650" y="336"/>
                    <a:pt x="1387" y="336"/>
                  </a:cubicBezTo>
                  <a:cubicBezTo>
                    <a:pt x="1123" y="336"/>
                    <a:pt x="860" y="225"/>
                    <a:pt x="679" y="1"/>
                  </a:cubicBezTo>
                  <a:close/>
                </a:path>
              </a:pathLst>
            </a:custGeom>
            <a:solidFill>
              <a:srgbClr val="72889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220" name="Google Shape;20220;p47"/>
            <p:cNvSpPr/>
            <p:nvPr/>
          </p:nvSpPr>
          <p:spPr>
            <a:xfrm>
              <a:off x="3756735" y="3614139"/>
              <a:ext cx="18193" cy="48839"/>
            </a:xfrm>
            <a:custGeom>
              <a:rect b="b" l="l" r="r" t="t"/>
              <a:pathLst>
                <a:path extrusionOk="0" h="1863" w="694">
                  <a:moveTo>
                    <a:pt x="59" y="0"/>
                  </a:moveTo>
                  <a:cubicBezTo>
                    <a:pt x="30" y="58"/>
                    <a:pt x="1" y="130"/>
                    <a:pt x="1" y="217"/>
                  </a:cubicBezTo>
                  <a:lnTo>
                    <a:pt x="1" y="1863"/>
                  </a:lnTo>
                  <a:lnTo>
                    <a:pt x="694" y="1863"/>
                  </a:lnTo>
                  <a:lnTo>
                    <a:pt x="694" y="708"/>
                  </a:lnTo>
                  <a:lnTo>
                    <a:pt x="694" y="693"/>
                  </a:lnTo>
                  <a:cubicBezTo>
                    <a:pt x="694" y="563"/>
                    <a:pt x="622" y="419"/>
                    <a:pt x="521" y="332"/>
                  </a:cubicBezTo>
                  <a:lnTo>
                    <a:pt x="59" y="0"/>
                  </a:lnTo>
                  <a:close/>
                </a:path>
              </a:pathLst>
            </a:custGeom>
            <a:solidFill>
              <a:srgbClr val="D1DBE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221" name="Google Shape;20221;p47"/>
            <p:cNvSpPr/>
            <p:nvPr/>
          </p:nvSpPr>
          <p:spPr>
            <a:xfrm>
              <a:off x="3811236" y="3614139"/>
              <a:ext cx="18193" cy="48839"/>
            </a:xfrm>
            <a:custGeom>
              <a:rect b="b" l="l" r="r" t="t"/>
              <a:pathLst>
                <a:path extrusionOk="0" h="1863" w="694">
                  <a:moveTo>
                    <a:pt x="636" y="0"/>
                  </a:moveTo>
                  <a:lnTo>
                    <a:pt x="188" y="332"/>
                  </a:lnTo>
                  <a:cubicBezTo>
                    <a:pt x="73" y="419"/>
                    <a:pt x="1" y="563"/>
                    <a:pt x="1" y="693"/>
                  </a:cubicBezTo>
                  <a:lnTo>
                    <a:pt x="1" y="708"/>
                  </a:lnTo>
                  <a:lnTo>
                    <a:pt x="1" y="1863"/>
                  </a:lnTo>
                  <a:lnTo>
                    <a:pt x="694" y="1863"/>
                  </a:lnTo>
                  <a:lnTo>
                    <a:pt x="694" y="217"/>
                  </a:lnTo>
                  <a:cubicBezTo>
                    <a:pt x="694" y="130"/>
                    <a:pt x="665" y="58"/>
                    <a:pt x="636" y="0"/>
                  </a:cubicBezTo>
                  <a:close/>
                </a:path>
              </a:pathLst>
            </a:custGeom>
            <a:solidFill>
              <a:srgbClr val="D1DBE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222" name="Google Shape;20222;p47"/>
            <p:cNvSpPr/>
            <p:nvPr/>
          </p:nvSpPr>
          <p:spPr>
            <a:xfrm>
              <a:off x="3768847" y="3535415"/>
              <a:ext cx="48472" cy="54527"/>
            </a:xfrm>
            <a:custGeom>
              <a:rect b="b" l="l" r="r" t="t"/>
              <a:pathLst>
                <a:path extrusionOk="0" h="2080" w="1849">
                  <a:moveTo>
                    <a:pt x="694" y="1"/>
                  </a:moveTo>
                  <a:cubicBezTo>
                    <a:pt x="318" y="1"/>
                    <a:pt x="1" y="318"/>
                    <a:pt x="1" y="694"/>
                  </a:cubicBezTo>
                  <a:lnTo>
                    <a:pt x="1" y="1156"/>
                  </a:lnTo>
                  <a:cubicBezTo>
                    <a:pt x="1" y="1675"/>
                    <a:pt x="419" y="2080"/>
                    <a:pt x="925" y="2080"/>
                  </a:cubicBezTo>
                  <a:cubicBezTo>
                    <a:pt x="1430" y="2080"/>
                    <a:pt x="1849" y="1675"/>
                    <a:pt x="1849" y="1156"/>
                  </a:cubicBezTo>
                  <a:lnTo>
                    <a:pt x="1849" y="694"/>
                  </a:lnTo>
                  <a:cubicBezTo>
                    <a:pt x="1849" y="318"/>
                    <a:pt x="1545" y="1"/>
                    <a:pt x="1156" y="1"/>
                  </a:cubicBezTo>
                  <a:close/>
                </a:path>
              </a:pathLst>
            </a:custGeom>
            <a:solidFill>
              <a:srgbClr val="BCC9D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223" name="Google Shape;20223;p47"/>
            <p:cNvSpPr/>
            <p:nvPr/>
          </p:nvSpPr>
          <p:spPr>
            <a:xfrm>
              <a:off x="3768847" y="3535415"/>
              <a:ext cx="33345" cy="54632"/>
            </a:xfrm>
            <a:custGeom>
              <a:rect b="b" l="l" r="r" t="t"/>
              <a:pathLst>
                <a:path extrusionOk="0" h="2084" w="1272">
                  <a:moveTo>
                    <a:pt x="694" y="1"/>
                  </a:moveTo>
                  <a:cubicBezTo>
                    <a:pt x="304" y="1"/>
                    <a:pt x="1" y="318"/>
                    <a:pt x="1" y="694"/>
                  </a:cubicBezTo>
                  <a:lnTo>
                    <a:pt x="1" y="1156"/>
                  </a:lnTo>
                  <a:cubicBezTo>
                    <a:pt x="1" y="1687"/>
                    <a:pt x="436" y="2083"/>
                    <a:pt x="926" y="2083"/>
                  </a:cubicBezTo>
                  <a:cubicBezTo>
                    <a:pt x="1035" y="2083"/>
                    <a:pt x="1146" y="2064"/>
                    <a:pt x="1257" y="2022"/>
                  </a:cubicBezTo>
                  <a:cubicBezTo>
                    <a:pt x="910" y="1877"/>
                    <a:pt x="679" y="1531"/>
                    <a:pt x="694" y="1156"/>
                  </a:cubicBezTo>
                  <a:lnTo>
                    <a:pt x="694" y="694"/>
                  </a:lnTo>
                  <a:cubicBezTo>
                    <a:pt x="694" y="362"/>
                    <a:pt x="925" y="73"/>
                    <a:pt x="1271" y="15"/>
                  </a:cubicBezTo>
                  <a:cubicBezTo>
                    <a:pt x="1228" y="15"/>
                    <a:pt x="1185" y="1"/>
                    <a:pt x="1156" y="1"/>
                  </a:cubicBezTo>
                  <a:close/>
                </a:path>
              </a:pathLst>
            </a:custGeom>
            <a:solidFill>
              <a:srgbClr val="AABBC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224" name="Google Shape;20224;p47"/>
            <p:cNvSpPr/>
            <p:nvPr/>
          </p:nvSpPr>
          <p:spPr>
            <a:xfrm>
              <a:off x="3768847" y="3535415"/>
              <a:ext cx="48472" cy="24301"/>
            </a:xfrm>
            <a:custGeom>
              <a:rect b="b" l="l" r="r" t="t"/>
              <a:pathLst>
                <a:path extrusionOk="0" h="927" w="1849">
                  <a:moveTo>
                    <a:pt x="694" y="1"/>
                  </a:moveTo>
                  <a:cubicBezTo>
                    <a:pt x="304" y="1"/>
                    <a:pt x="1" y="318"/>
                    <a:pt x="1" y="694"/>
                  </a:cubicBezTo>
                  <a:cubicBezTo>
                    <a:pt x="557" y="853"/>
                    <a:pt x="1125" y="926"/>
                    <a:pt x="1694" y="926"/>
                  </a:cubicBezTo>
                  <a:cubicBezTo>
                    <a:pt x="1746" y="926"/>
                    <a:pt x="1797" y="926"/>
                    <a:pt x="1849" y="925"/>
                  </a:cubicBezTo>
                  <a:lnTo>
                    <a:pt x="1849" y="694"/>
                  </a:lnTo>
                  <a:cubicBezTo>
                    <a:pt x="1849" y="318"/>
                    <a:pt x="1545" y="1"/>
                    <a:pt x="1156" y="1"/>
                  </a:cubicBezTo>
                  <a:close/>
                </a:path>
              </a:pathLst>
            </a:custGeom>
            <a:solidFill>
              <a:srgbClr val="5C728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225" name="Google Shape;20225;p47"/>
            <p:cNvSpPr/>
            <p:nvPr/>
          </p:nvSpPr>
          <p:spPr>
            <a:xfrm>
              <a:off x="3768847" y="3535415"/>
              <a:ext cx="33345" cy="22361"/>
            </a:xfrm>
            <a:custGeom>
              <a:rect b="b" l="l" r="r" t="t"/>
              <a:pathLst>
                <a:path extrusionOk="0" h="853" w="1272">
                  <a:moveTo>
                    <a:pt x="694" y="1"/>
                  </a:moveTo>
                  <a:cubicBezTo>
                    <a:pt x="304" y="1"/>
                    <a:pt x="1" y="318"/>
                    <a:pt x="1" y="694"/>
                  </a:cubicBezTo>
                  <a:cubicBezTo>
                    <a:pt x="217" y="766"/>
                    <a:pt x="448" y="809"/>
                    <a:pt x="694" y="853"/>
                  </a:cubicBezTo>
                  <a:lnTo>
                    <a:pt x="694" y="694"/>
                  </a:lnTo>
                  <a:cubicBezTo>
                    <a:pt x="694" y="362"/>
                    <a:pt x="925" y="73"/>
                    <a:pt x="1271" y="15"/>
                  </a:cubicBezTo>
                  <a:cubicBezTo>
                    <a:pt x="1228" y="15"/>
                    <a:pt x="1185" y="1"/>
                    <a:pt x="1156" y="1"/>
                  </a:cubicBezTo>
                  <a:close/>
                </a:path>
              </a:pathLst>
            </a:custGeom>
            <a:solidFill>
              <a:srgbClr val="667A8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226" name="Google Shape;20226;p47"/>
            <p:cNvSpPr/>
            <p:nvPr/>
          </p:nvSpPr>
          <p:spPr>
            <a:xfrm>
              <a:off x="3871793" y="3451029"/>
              <a:ext cx="24249" cy="12138"/>
            </a:xfrm>
            <a:custGeom>
              <a:rect b="b" l="l" r="r" t="t"/>
              <a:pathLst>
                <a:path extrusionOk="0" h="463" w="925">
                  <a:moveTo>
                    <a:pt x="231" y="1"/>
                  </a:moveTo>
                  <a:cubicBezTo>
                    <a:pt x="101" y="1"/>
                    <a:pt x="0" y="102"/>
                    <a:pt x="0" y="232"/>
                  </a:cubicBezTo>
                  <a:cubicBezTo>
                    <a:pt x="0" y="347"/>
                    <a:pt x="101" y="463"/>
                    <a:pt x="231" y="463"/>
                  </a:cubicBezTo>
                  <a:lnTo>
                    <a:pt x="693" y="463"/>
                  </a:lnTo>
                  <a:cubicBezTo>
                    <a:pt x="823" y="463"/>
                    <a:pt x="924" y="347"/>
                    <a:pt x="924" y="232"/>
                  </a:cubicBezTo>
                  <a:cubicBezTo>
                    <a:pt x="924" y="102"/>
                    <a:pt x="823" y="1"/>
                    <a:pt x="693" y="1"/>
                  </a:cubicBezTo>
                  <a:close/>
                </a:path>
              </a:pathLst>
            </a:custGeom>
            <a:solidFill>
              <a:srgbClr val="D1DBE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227" name="Google Shape;20227;p47"/>
            <p:cNvSpPr/>
            <p:nvPr/>
          </p:nvSpPr>
          <p:spPr>
            <a:xfrm>
              <a:off x="3854386" y="3371938"/>
              <a:ext cx="59429" cy="12138"/>
            </a:xfrm>
            <a:custGeom>
              <a:rect b="b" l="l" r="r" t="t"/>
              <a:pathLst>
                <a:path extrusionOk="0" h="463" w="2267">
                  <a:moveTo>
                    <a:pt x="231" y="1"/>
                  </a:moveTo>
                  <a:cubicBezTo>
                    <a:pt x="101" y="1"/>
                    <a:pt x="0" y="102"/>
                    <a:pt x="0" y="232"/>
                  </a:cubicBezTo>
                  <a:cubicBezTo>
                    <a:pt x="0" y="362"/>
                    <a:pt x="101" y="463"/>
                    <a:pt x="231" y="463"/>
                  </a:cubicBezTo>
                  <a:lnTo>
                    <a:pt x="2021" y="463"/>
                  </a:lnTo>
                  <a:cubicBezTo>
                    <a:pt x="2151" y="463"/>
                    <a:pt x="2267" y="362"/>
                    <a:pt x="2252" y="232"/>
                  </a:cubicBezTo>
                  <a:cubicBezTo>
                    <a:pt x="2252" y="102"/>
                    <a:pt x="2151" y="1"/>
                    <a:pt x="2021" y="1"/>
                  </a:cubicBezTo>
                  <a:close/>
                </a:path>
              </a:pathLst>
            </a:custGeom>
            <a:solidFill>
              <a:srgbClr val="BCC9D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20228" name="Google Shape;20228;p47"/>
          <p:cNvGrpSpPr/>
          <p:nvPr/>
        </p:nvGrpSpPr>
        <p:grpSpPr>
          <a:xfrm>
            <a:off x="6567324" y="2436849"/>
            <a:ext cx="366722" cy="342892"/>
            <a:chOff x="6567324" y="2436849"/>
            <a:chExt cx="366722" cy="342892"/>
          </a:xfrm>
        </p:grpSpPr>
        <p:sp>
          <p:nvSpPr>
            <p:cNvPr id="20229" name="Google Shape;20229;p47"/>
            <p:cNvSpPr/>
            <p:nvPr/>
          </p:nvSpPr>
          <p:spPr>
            <a:xfrm>
              <a:off x="6567324" y="2508390"/>
              <a:ext cx="366722" cy="271351"/>
            </a:xfrm>
            <a:custGeom>
              <a:rect b="b" l="l" r="r" t="t"/>
              <a:pathLst>
                <a:path extrusionOk="0" h="10351" w="13989">
                  <a:moveTo>
                    <a:pt x="1054" y="0"/>
                  </a:moveTo>
                  <a:cubicBezTo>
                    <a:pt x="476" y="0"/>
                    <a:pt x="0" y="477"/>
                    <a:pt x="0" y="1068"/>
                  </a:cubicBezTo>
                  <a:lnTo>
                    <a:pt x="0" y="9297"/>
                  </a:lnTo>
                  <a:cubicBezTo>
                    <a:pt x="0" y="9874"/>
                    <a:pt x="476" y="10350"/>
                    <a:pt x="1054" y="10350"/>
                  </a:cubicBezTo>
                  <a:lnTo>
                    <a:pt x="12934" y="10350"/>
                  </a:lnTo>
                  <a:cubicBezTo>
                    <a:pt x="13512" y="10350"/>
                    <a:pt x="13988" y="9874"/>
                    <a:pt x="13988" y="9297"/>
                  </a:cubicBezTo>
                  <a:lnTo>
                    <a:pt x="13988" y="1068"/>
                  </a:lnTo>
                  <a:cubicBezTo>
                    <a:pt x="13988" y="477"/>
                    <a:pt x="13512" y="0"/>
                    <a:pt x="12934" y="0"/>
                  </a:cubicBezTo>
                  <a:close/>
                </a:path>
              </a:pathLst>
            </a:custGeom>
            <a:solidFill>
              <a:srgbClr val="96ABB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230" name="Google Shape;20230;p47"/>
            <p:cNvSpPr/>
            <p:nvPr/>
          </p:nvSpPr>
          <p:spPr>
            <a:xfrm>
              <a:off x="6567324" y="2508390"/>
              <a:ext cx="183164" cy="271351"/>
            </a:xfrm>
            <a:custGeom>
              <a:rect b="b" l="l" r="r" t="t"/>
              <a:pathLst>
                <a:path extrusionOk="0" h="10351" w="6987">
                  <a:moveTo>
                    <a:pt x="1039" y="0"/>
                  </a:moveTo>
                  <a:cubicBezTo>
                    <a:pt x="462" y="15"/>
                    <a:pt x="0" y="491"/>
                    <a:pt x="0" y="1068"/>
                  </a:cubicBezTo>
                  <a:lnTo>
                    <a:pt x="0" y="9297"/>
                  </a:lnTo>
                  <a:cubicBezTo>
                    <a:pt x="0" y="9874"/>
                    <a:pt x="462" y="10350"/>
                    <a:pt x="1039" y="10350"/>
                  </a:cubicBezTo>
                  <a:lnTo>
                    <a:pt x="6987" y="10350"/>
                  </a:lnTo>
                  <a:lnTo>
                    <a:pt x="6987" y="0"/>
                  </a:ln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231" name="Google Shape;20231;p47"/>
            <p:cNvSpPr/>
            <p:nvPr/>
          </p:nvSpPr>
          <p:spPr>
            <a:xfrm>
              <a:off x="6599097" y="2540163"/>
              <a:ext cx="303150" cy="207780"/>
            </a:xfrm>
            <a:custGeom>
              <a:rect b="b" l="l" r="r" t="t"/>
              <a:pathLst>
                <a:path extrusionOk="0" h="7926" w="11564">
                  <a:moveTo>
                    <a:pt x="275" y="1"/>
                  </a:moveTo>
                  <a:cubicBezTo>
                    <a:pt x="131" y="1"/>
                    <a:pt x="1" y="131"/>
                    <a:pt x="1" y="290"/>
                  </a:cubicBezTo>
                  <a:lnTo>
                    <a:pt x="1" y="7652"/>
                  </a:lnTo>
                  <a:cubicBezTo>
                    <a:pt x="1" y="7796"/>
                    <a:pt x="131" y="7926"/>
                    <a:pt x="275" y="7926"/>
                  </a:cubicBezTo>
                  <a:lnTo>
                    <a:pt x="11289" y="7926"/>
                  </a:lnTo>
                  <a:cubicBezTo>
                    <a:pt x="11448" y="7926"/>
                    <a:pt x="11563" y="7796"/>
                    <a:pt x="11563" y="7652"/>
                  </a:cubicBezTo>
                  <a:lnTo>
                    <a:pt x="11563" y="290"/>
                  </a:lnTo>
                  <a:cubicBezTo>
                    <a:pt x="11563" y="131"/>
                    <a:pt x="11448" y="15"/>
                    <a:pt x="11289" y="1"/>
                  </a:cubicBezTo>
                  <a:close/>
                </a:path>
              </a:pathLst>
            </a:custGeom>
            <a:solidFill>
              <a:srgbClr val="EFF1F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232" name="Google Shape;20232;p47"/>
            <p:cNvSpPr/>
            <p:nvPr/>
          </p:nvSpPr>
          <p:spPr>
            <a:xfrm>
              <a:off x="6598730" y="2540556"/>
              <a:ext cx="151759" cy="207780"/>
            </a:xfrm>
            <a:custGeom>
              <a:rect b="b" l="l" r="r" t="t"/>
              <a:pathLst>
                <a:path extrusionOk="0" h="7926" w="5789">
                  <a:moveTo>
                    <a:pt x="289" y="0"/>
                  </a:moveTo>
                  <a:cubicBezTo>
                    <a:pt x="130" y="0"/>
                    <a:pt x="0" y="130"/>
                    <a:pt x="15" y="275"/>
                  </a:cubicBezTo>
                  <a:lnTo>
                    <a:pt x="15" y="7637"/>
                  </a:lnTo>
                  <a:cubicBezTo>
                    <a:pt x="0" y="7795"/>
                    <a:pt x="130" y="7911"/>
                    <a:pt x="289" y="7925"/>
                  </a:cubicBezTo>
                  <a:lnTo>
                    <a:pt x="5789" y="7925"/>
                  </a:lnTo>
                  <a:lnTo>
                    <a:pt x="5789" y="0"/>
                  </a:lnTo>
                  <a:close/>
                </a:path>
              </a:pathLst>
            </a:custGeom>
            <a:solidFill>
              <a:srgbClr val="E9EDF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233" name="Google Shape;20233;p47"/>
            <p:cNvSpPr/>
            <p:nvPr/>
          </p:nvSpPr>
          <p:spPr>
            <a:xfrm>
              <a:off x="6678580" y="2436849"/>
              <a:ext cx="144209" cy="120379"/>
            </a:xfrm>
            <a:custGeom>
              <a:rect b="b" l="l" r="r" t="t"/>
              <a:pathLst>
                <a:path extrusionOk="0" h="4592" w="5501">
                  <a:moveTo>
                    <a:pt x="2339" y="1"/>
                  </a:moveTo>
                  <a:cubicBezTo>
                    <a:pt x="1718" y="1"/>
                    <a:pt x="1213" y="506"/>
                    <a:pt x="1213" y="1127"/>
                  </a:cubicBezTo>
                  <a:lnTo>
                    <a:pt x="1213" y="1647"/>
                  </a:lnTo>
                  <a:cubicBezTo>
                    <a:pt x="1213" y="1906"/>
                    <a:pt x="996" y="2123"/>
                    <a:pt x="736" y="2123"/>
                  </a:cubicBezTo>
                  <a:lnTo>
                    <a:pt x="520" y="2123"/>
                  </a:lnTo>
                  <a:cubicBezTo>
                    <a:pt x="231" y="2123"/>
                    <a:pt x="0" y="2354"/>
                    <a:pt x="0" y="2643"/>
                  </a:cubicBezTo>
                  <a:lnTo>
                    <a:pt x="0" y="4072"/>
                  </a:lnTo>
                  <a:cubicBezTo>
                    <a:pt x="0" y="4360"/>
                    <a:pt x="231" y="4591"/>
                    <a:pt x="520" y="4591"/>
                  </a:cubicBezTo>
                  <a:lnTo>
                    <a:pt x="4980" y="4591"/>
                  </a:lnTo>
                  <a:cubicBezTo>
                    <a:pt x="5269" y="4591"/>
                    <a:pt x="5500" y="4360"/>
                    <a:pt x="5500" y="4072"/>
                  </a:cubicBezTo>
                  <a:lnTo>
                    <a:pt x="5500" y="2643"/>
                  </a:lnTo>
                  <a:cubicBezTo>
                    <a:pt x="5500" y="2354"/>
                    <a:pt x="5269" y="2123"/>
                    <a:pt x="4980" y="2123"/>
                  </a:cubicBezTo>
                  <a:lnTo>
                    <a:pt x="4764" y="2123"/>
                  </a:lnTo>
                  <a:cubicBezTo>
                    <a:pt x="4504" y="2123"/>
                    <a:pt x="4287" y="1906"/>
                    <a:pt x="4287" y="1647"/>
                  </a:cubicBezTo>
                  <a:lnTo>
                    <a:pt x="4287" y="1127"/>
                  </a:lnTo>
                  <a:cubicBezTo>
                    <a:pt x="4287" y="506"/>
                    <a:pt x="3782" y="1"/>
                    <a:pt x="3161" y="1"/>
                  </a:cubicBezTo>
                  <a:close/>
                </a:path>
              </a:pathLst>
            </a:custGeom>
            <a:solidFill>
              <a:srgbClr val="D4DDE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234" name="Google Shape;20234;p47"/>
            <p:cNvSpPr/>
            <p:nvPr/>
          </p:nvSpPr>
          <p:spPr>
            <a:xfrm>
              <a:off x="6711480" y="2591256"/>
              <a:ext cx="141954" cy="101452"/>
            </a:xfrm>
            <a:custGeom>
              <a:rect b="b" l="l" r="r" t="t"/>
              <a:pathLst>
                <a:path extrusionOk="0" h="3870" w="5415">
                  <a:moveTo>
                    <a:pt x="4794" y="1"/>
                  </a:moveTo>
                  <a:lnTo>
                    <a:pt x="4765" y="15"/>
                  </a:lnTo>
                  <a:lnTo>
                    <a:pt x="4173" y="318"/>
                  </a:lnTo>
                  <a:cubicBezTo>
                    <a:pt x="4057" y="376"/>
                    <a:pt x="4000" y="506"/>
                    <a:pt x="4057" y="621"/>
                  </a:cubicBezTo>
                  <a:cubicBezTo>
                    <a:pt x="4098" y="702"/>
                    <a:pt x="4174" y="748"/>
                    <a:pt x="4256" y="748"/>
                  </a:cubicBezTo>
                  <a:cubicBezTo>
                    <a:pt x="4290" y="748"/>
                    <a:pt x="4326" y="740"/>
                    <a:pt x="4361" y="722"/>
                  </a:cubicBezTo>
                  <a:lnTo>
                    <a:pt x="4519" y="650"/>
                  </a:lnTo>
                  <a:lnTo>
                    <a:pt x="4519" y="650"/>
                  </a:lnTo>
                  <a:cubicBezTo>
                    <a:pt x="4231" y="1646"/>
                    <a:pt x="3711" y="2382"/>
                    <a:pt x="2989" y="2844"/>
                  </a:cubicBezTo>
                  <a:cubicBezTo>
                    <a:pt x="2257" y="3316"/>
                    <a:pt x="1238" y="3414"/>
                    <a:pt x="544" y="3414"/>
                  </a:cubicBezTo>
                  <a:cubicBezTo>
                    <a:pt x="430" y="3414"/>
                    <a:pt x="325" y="3411"/>
                    <a:pt x="232" y="3407"/>
                  </a:cubicBezTo>
                  <a:cubicBezTo>
                    <a:pt x="224" y="3406"/>
                    <a:pt x="215" y="3406"/>
                    <a:pt x="207" y="3406"/>
                  </a:cubicBezTo>
                  <a:cubicBezTo>
                    <a:pt x="90" y="3406"/>
                    <a:pt x="1" y="3502"/>
                    <a:pt x="1" y="3624"/>
                  </a:cubicBezTo>
                  <a:cubicBezTo>
                    <a:pt x="1" y="3754"/>
                    <a:pt x="88" y="3855"/>
                    <a:pt x="218" y="3855"/>
                  </a:cubicBezTo>
                  <a:cubicBezTo>
                    <a:pt x="434" y="3855"/>
                    <a:pt x="752" y="3869"/>
                    <a:pt x="896" y="3869"/>
                  </a:cubicBezTo>
                  <a:cubicBezTo>
                    <a:pt x="922" y="3870"/>
                    <a:pt x="947" y="3870"/>
                    <a:pt x="973" y="3870"/>
                  </a:cubicBezTo>
                  <a:cubicBezTo>
                    <a:pt x="1769" y="3870"/>
                    <a:pt x="2549" y="3654"/>
                    <a:pt x="3220" y="3234"/>
                  </a:cubicBezTo>
                  <a:cubicBezTo>
                    <a:pt x="4028" y="2729"/>
                    <a:pt x="4606" y="1921"/>
                    <a:pt x="4938" y="867"/>
                  </a:cubicBezTo>
                  <a:lnTo>
                    <a:pt x="4967" y="924"/>
                  </a:lnTo>
                  <a:cubicBezTo>
                    <a:pt x="5006" y="1012"/>
                    <a:pt x="5084" y="1060"/>
                    <a:pt x="5166" y="1060"/>
                  </a:cubicBezTo>
                  <a:cubicBezTo>
                    <a:pt x="5206" y="1060"/>
                    <a:pt x="5247" y="1049"/>
                    <a:pt x="5284" y="1026"/>
                  </a:cubicBezTo>
                  <a:cubicBezTo>
                    <a:pt x="5385" y="953"/>
                    <a:pt x="5414" y="795"/>
                    <a:pt x="5328" y="693"/>
                  </a:cubicBezTo>
                  <a:lnTo>
                    <a:pt x="5039" y="102"/>
                  </a:lnTo>
                  <a:lnTo>
                    <a:pt x="5025" y="73"/>
                  </a:lnTo>
                  <a:cubicBezTo>
                    <a:pt x="5010" y="58"/>
                    <a:pt x="4996" y="44"/>
                    <a:pt x="4981" y="29"/>
                  </a:cubicBezTo>
                  <a:lnTo>
                    <a:pt x="4952" y="15"/>
                  </a:lnTo>
                  <a:lnTo>
                    <a:pt x="4923" y="1"/>
                  </a:lnTo>
                  <a:close/>
                </a:path>
              </a:pathLst>
            </a:custGeom>
            <a:solidFill>
              <a:srgbClr val="69819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235" name="Google Shape;20235;p47"/>
            <p:cNvSpPr/>
            <p:nvPr/>
          </p:nvSpPr>
          <p:spPr>
            <a:xfrm>
              <a:off x="6669117" y="2666178"/>
              <a:ext cx="41656" cy="35652"/>
            </a:xfrm>
            <a:custGeom>
              <a:rect b="b" l="l" r="r" t="t"/>
              <a:pathLst>
                <a:path extrusionOk="0" h="1360" w="1589">
                  <a:moveTo>
                    <a:pt x="679" y="1"/>
                  </a:moveTo>
                  <a:cubicBezTo>
                    <a:pt x="303" y="1"/>
                    <a:pt x="0" y="304"/>
                    <a:pt x="0" y="679"/>
                  </a:cubicBezTo>
                  <a:cubicBezTo>
                    <a:pt x="0" y="1088"/>
                    <a:pt x="335" y="1359"/>
                    <a:pt x="687" y="1359"/>
                  </a:cubicBezTo>
                  <a:cubicBezTo>
                    <a:pt x="856" y="1359"/>
                    <a:pt x="1029" y="1296"/>
                    <a:pt x="1170" y="1156"/>
                  </a:cubicBezTo>
                  <a:cubicBezTo>
                    <a:pt x="1588" y="737"/>
                    <a:pt x="1285" y="1"/>
                    <a:pt x="679" y="1"/>
                  </a:cubicBezTo>
                  <a:close/>
                </a:path>
              </a:pathLst>
            </a:custGeom>
            <a:solidFill>
              <a:srgbClr val="69819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236" name="Google Shape;20236;p47"/>
            <p:cNvSpPr/>
            <p:nvPr/>
          </p:nvSpPr>
          <p:spPr>
            <a:xfrm>
              <a:off x="6630476" y="2582238"/>
              <a:ext cx="41682" cy="36413"/>
            </a:xfrm>
            <a:custGeom>
              <a:rect b="b" l="l" r="r" t="t"/>
              <a:pathLst>
                <a:path extrusionOk="0" h="1389" w="1590">
                  <a:moveTo>
                    <a:pt x="324" y="0"/>
                  </a:moveTo>
                  <a:cubicBezTo>
                    <a:pt x="148" y="0"/>
                    <a:pt x="0" y="239"/>
                    <a:pt x="175" y="402"/>
                  </a:cubicBezTo>
                  <a:lnTo>
                    <a:pt x="464" y="691"/>
                  </a:lnTo>
                  <a:lnTo>
                    <a:pt x="175" y="994"/>
                  </a:lnTo>
                  <a:cubicBezTo>
                    <a:pt x="88" y="1081"/>
                    <a:pt x="88" y="1225"/>
                    <a:pt x="175" y="1312"/>
                  </a:cubicBezTo>
                  <a:cubicBezTo>
                    <a:pt x="218" y="1355"/>
                    <a:pt x="276" y="1377"/>
                    <a:pt x="334" y="1377"/>
                  </a:cubicBezTo>
                  <a:cubicBezTo>
                    <a:pt x="392" y="1377"/>
                    <a:pt x="449" y="1355"/>
                    <a:pt x="493" y="1312"/>
                  </a:cubicBezTo>
                  <a:lnTo>
                    <a:pt x="796" y="1023"/>
                  </a:lnTo>
                  <a:lnTo>
                    <a:pt x="1084" y="1312"/>
                  </a:lnTo>
                  <a:cubicBezTo>
                    <a:pt x="1135" y="1366"/>
                    <a:pt x="1193" y="1388"/>
                    <a:pt x="1249" y="1388"/>
                  </a:cubicBezTo>
                  <a:cubicBezTo>
                    <a:pt x="1431" y="1388"/>
                    <a:pt x="1590" y="1149"/>
                    <a:pt x="1402" y="994"/>
                  </a:cubicBezTo>
                  <a:lnTo>
                    <a:pt x="1113" y="691"/>
                  </a:lnTo>
                  <a:lnTo>
                    <a:pt x="1402" y="402"/>
                  </a:lnTo>
                  <a:cubicBezTo>
                    <a:pt x="1588" y="239"/>
                    <a:pt x="1435" y="0"/>
                    <a:pt x="1255" y="0"/>
                  </a:cubicBezTo>
                  <a:cubicBezTo>
                    <a:pt x="1198" y="0"/>
                    <a:pt x="1137" y="25"/>
                    <a:pt x="1084" y="85"/>
                  </a:cubicBezTo>
                  <a:lnTo>
                    <a:pt x="796" y="373"/>
                  </a:lnTo>
                  <a:lnTo>
                    <a:pt x="493" y="85"/>
                  </a:lnTo>
                  <a:cubicBezTo>
                    <a:pt x="440" y="25"/>
                    <a:pt x="380" y="0"/>
                    <a:pt x="324" y="0"/>
                  </a:cubicBezTo>
                  <a:close/>
                </a:path>
              </a:pathLst>
            </a:custGeom>
            <a:solidFill>
              <a:srgbClr val="95ABB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237" name="Google Shape;20237;p47"/>
            <p:cNvSpPr/>
            <p:nvPr/>
          </p:nvSpPr>
          <p:spPr>
            <a:xfrm>
              <a:off x="6837889" y="2678080"/>
              <a:ext cx="40948" cy="35967"/>
            </a:xfrm>
            <a:custGeom>
              <a:rect b="b" l="l" r="r" t="t"/>
              <a:pathLst>
                <a:path extrusionOk="0" h="1372" w="1562">
                  <a:moveTo>
                    <a:pt x="320" y="0"/>
                  </a:moveTo>
                  <a:cubicBezTo>
                    <a:pt x="146" y="0"/>
                    <a:pt x="1" y="218"/>
                    <a:pt x="145" y="384"/>
                  </a:cubicBezTo>
                  <a:lnTo>
                    <a:pt x="448" y="673"/>
                  </a:lnTo>
                  <a:lnTo>
                    <a:pt x="145" y="976"/>
                  </a:lnTo>
                  <a:cubicBezTo>
                    <a:pt x="1" y="1142"/>
                    <a:pt x="146" y="1360"/>
                    <a:pt x="320" y="1360"/>
                  </a:cubicBezTo>
                  <a:cubicBezTo>
                    <a:pt x="372" y="1360"/>
                    <a:pt x="427" y="1340"/>
                    <a:pt x="477" y="1293"/>
                  </a:cubicBezTo>
                  <a:lnTo>
                    <a:pt x="766" y="1005"/>
                  </a:lnTo>
                  <a:lnTo>
                    <a:pt x="1069" y="1293"/>
                  </a:lnTo>
                  <a:cubicBezTo>
                    <a:pt x="1117" y="1349"/>
                    <a:pt x="1174" y="1372"/>
                    <a:pt x="1229" y="1372"/>
                  </a:cubicBezTo>
                  <a:cubicBezTo>
                    <a:pt x="1404" y="1372"/>
                    <a:pt x="1562" y="1141"/>
                    <a:pt x="1386" y="976"/>
                  </a:cubicBezTo>
                  <a:lnTo>
                    <a:pt x="1083" y="673"/>
                  </a:lnTo>
                  <a:lnTo>
                    <a:pt x="1386" y="384"/>
                  </a:lnTo>
                  <a:cubicBezTo>
                    <a:pt x="1530" y="218"/>
                    <a:pt x="1385" y="0"/>
                    <a:pt x="1218" y="0"/>
                  </a:cubicBezTo>
                  <a:cubicBezTo>
                    <a:pt x="1168" y="0"/>
                    <a:pt x="1115" y="20"/>
                    <a:pt x="1069" y="66"/>
                  </a:cubicBezTo>
                  <a:lnTo>
                    <a:pt x="766" y="355"/>
                  </a:lnTo>
                  <a:lnTo>
                    <a:pt x="477" y="66"/>
                  </a:lnTo>
                  <a:cubicBezTo>
                    <a:pt x="427" y="20"/>
                    <a:pt x="372" y="0"/>
                    <a:pt x="320" y="0"/>
                  </a:cubicBezTo>
                  <a:close/>
                </a:path>
              </a:pathLst>
            </a:custGeom>
            <a:solidFill>
              <a:srgbClr val="CDD7D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238" name="Google Shape;20238;p47"/>
            <p:cNvSpPr/>
            <p:nvPr/>
          </p:nvSpPr>
          <p:spPr>
            <a:xfrm>
              <a:off x="6733868" y="2598124"/>
              <a:ext cx="40895" cy="36124"/>
            </a:xfrm>
            <a:custGeom>
              <a:rect b="b" l="l" r="r" t="t"/>
              <a:pathLst>
                <a:path extrusionOk="0" h="1378" w="1560">
                  <a:moveTo>
                    <a:pt x="333" y="1"/>
                  </a:moveTo>
                  <a:cubicBezTo>
                    <a:pt x="154" y="1"/>
                    <a:pt x="1" y="239"/>
                    <a:pt x="186" y="403"/>
                  </a:cubicBezTo>
                  <a:lnTo>
                    <a:pt x="475" y="691"/>
                  </a:lnTo>
                  <a:lnTo>
                    <a:pt x="186" y="994"/>
                  </a:lnTo>
                  <a:cubicBezTo>
                    <a:pt x="85" y="1081"/>
                    <a:pt x="85" y="1225"/>
                    <a:pt x="186" y="1312"/>
                  </a:cubicBezTo>
                  <a:cubicBezTo>
                    <a:pt x="230" y="1355"/>
                    <a:pt x="287" y="1377"/>
                    <a:pt x="345" y="1377"/>
                  </a:cubicBezTo>
                  <a:cubicBezTo>
                    <a:pt x="403" y="1377"/>
                    <a:pt x="461" y="1355"/>
                    <a:pt x="504" y="1312"/>
                  </a:cubicBezTo>
                  <a:lnTo>
                    <a:pt x="793" y="1023"/>
                  </a:lnTo>
                  <a:lnTo>
                    <a:pt x="1096" y="1312"/>
                  </a:lnTo>
                  <a:cubicBezTo>
                    <a:pt x="1140" y="1353"/>
                    <a:pt x="1190" y="1371"/>
                    <a:pt x="1238" y="1371"/>
                  </a:cubicBezTo>
                  <a:cubicBezTo>
                    <a:pt x="1408" y="1371"/>
                    <a:pt x="1560" y="1152"/>
                    <a:pt x="1413" y="994"/>
                  </a:cubicBezTo>
                  <a:lnTo>
                    <a:pt x="1110" y="691"/>
                  </a:lnTo>
                  <a:lnTo>
                    <a:pt x="1413" y="403"/>
                  </a:lnTo>
                  <a:cubicBezTo>
                    <a:pt x="1558" y="236"/>
                    <a:pt x="1412" y="19"/>
                    <a:pt x="1245" y="19"/>
                  </a:cubicBezTo>
                  <a:cubicBezTo>
                    <a:pt x="1195" y="19"/>
                    <a:pt x="1143" y="38"/>
                    <a:pt x="1096" y="85"/>
                  </a:cubicBezTo>
                  <a:lnTo>
                    <a:pt x="793" y="374"/>
                  </a:lnTo>
                  <a:lnTo>
                    <a:pt x="504" y="85"/>
                  </a:lnTo>
                  <a:cubicBezTo>
                    <a:pt x="451" y="25"/>
                    <a:pt x="391" y="1"/>
                    <a:pt x="333" y="1"/>
                  </a:cubicBezTo>
                  <a:close/>
                </a:path>
              </a:pathLst>
            </a:custGeom>
            <a:solidFill>
              <a:srgbClr val="95ABB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239" name="Google Shape;20239;p47"/>
            <p:cNvSpPr/>
            <p:nvPr/>
          </p:nvSpPr>
          <p:spPr>
            <a:xfrm>
              <a:off x="6678580" y="2436849"/>
              <a:ext cx="71908" cy="120379"/>
            </a:xfrm>
            <a:custGeom>
              <a:rect b="b" l="l" r="r" t="t"/>
              <a:pathLst>
                <a:path extrusionOk="0" h="4592" w="2743">
                  <a:moveTo>
                    <a:pt x="2339" y="1"/>
                  </a:moveTo>
                  <a:cubicBezTo>
                    <a:pt x="1718" y="1"/>
                    <a:pt x="1213" y="506"/>
                    <a:pt x="1213" y="1127"/>
                  </a:cubicBezTo>
                  <a:lnTo>
                    <a:pt x="1213" y="1647"/>
                  </a:lnTo>
                  <a:cubicBezTo>
                    <a:pt x="1213" y="1906"/>
                    <a:pt x="996" y="2123"/>
                    <a:pt x="736" y="2123"/>
                  </a:cubicBezTo>
                  <a:lnTo>
                    <a:pt x="520" y="2123"/>
                  </a:lnTo>
                  <a:cubicBezTo>
                    <a:pt x="231" y="2123"/>
                    <a:pt x="0" y="2354"/>
                    <a:pt x="0" y="2643"/>
                  </a:cubicBezTo>
                  <a:lnTo>
                    <a:pt x="0" y="4072"/>
                  </a:lnTo>
                  <a:cubicBezTo>
                    <a:pt x="0" y="4360"/>
                    <a:pt x="231" y="4591"/>
                    <a:pt x="520" y="4591"/>
                  </a:cubicBezTo>
                  <a:lnTo>
                    <a:pt x="2743" y="4591"/>
                  </a:lnTo>
                  <a:lnTo>
                    <a:pt x="2743" y="1"/>
                  </a:lnTo>
                  <a:close/>
                </a:path>
              </a:pathLst>
            </a:custGeom>
            <a:solidFill>
              <a:srgbClr val="8BA3B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240" name="Google Shape;20240;p47"/>
            <p:cNvSpPr/>
            <p:nvPr/>
          </p:nvSpPr>
          <p:spPr>
            <a:xfrm>
              <a:off x="6728913" y="2500578"/>
              <a:ext cx="38221" cy="32795"/>
            </a:xfrm>
            <a:custGeom>
              <a:rect b="b" l="l" r="r" t="t"/>
              <a:pathLst>
                <a:path extrusionOk="0" h="1251" w="1458">
                  <a:moveTo>
                    <a:pt x="825" y="0"/>
                  </a:moveTo>
                  <a:cubicBezTo>
                    <a:pt x="672" y="0"/>
                    <a:pt x="516" y="57"/>
                    <a:pt x="390" y="183"/>
                  </a:cubicBezTo>
                  <a:cubicBezTo>
                    <a:pt x="0" y="573"/>
                    <a:pt x="274" y="1251"/>
                    <a:pt x="823" y="1251"/>
                  </a:cubicBezTo>
                  <a:cubicBezTo>
                    <a:pt x="1169" y="1251"/>
                    <a:pt x="1458" y="962"/>
                    <a:pt x="1458" y="630"/>
                  </a:cubicBezTo>
                  <a:cubicBezTo>
                    <a:pt x="1458" y="249"/>
                    <a:pt x="1147" y="0"/>
                    <a:pt x="825" y="0"/>
                  </a:cubicBezTo>
                  <a:close/>
                </a:path>
              </a:pathLst>
            </a:custGeom>
            <a:solidFill>
              <a:srgbClr val="EFF1F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20241" name="Google Shape;20241;p47"/>
          <p:cNvGrpSpPr/>
          <p:nvPr/>
        </p:nvGrpSpPr>
        <p:grpSpPr>
          <a:xfrm>
            <a:off x="4208970" y="3361347"/>
            <a:ext cx="299349" cy="348188"/>
            <a:chOff x="4208970" y="3361347"/>
            <a:chExt cx="299349" cy="348188"/>
          </a:xfrm>
        </p:grpSpPr>
        <p:sp>
          <p:nvSpPr>
            <p:cNvPr id="20242" name="Google Shape;20242;p47"/>
            <p:cNvSpPr/>
            <p:nvPr/>
          </p:nvSpPr>
          <p:spPr>
            <a:xfrm>
              <a:off x="4208970" y="3374979"/>
              <a:ext cx="252817" cy="334556"/>
            </a:xfrm>
            <a:custGeom>
              <a:rect b="b" l="l" r="r" t="t"/>
              <a:pathLst>
                <a:path extrusionOk="0" h="12762" w="9644">
                  <a:moveTo>
                    <a:pt x="217" y="0"/>
                  </a:moveTo>
                  <a:cubicBezTo>
                    <a:pt x="87" y="0"/>
                    <a:pt x="0" y="101"/>
                    <a:pt x="0" y="217"/>
                  </a:cubicBezTo>
                  <a:lnTo>
                    <a:pt x="0" y="12545"/>
                  </a:lnTo>
                  <a:cubicBezTo>
                    <a:pt x="0" y="12660"/>
                    <a:pt x="87" y="12761"/>
                    <a:pt x="217" y="12761"/>
                  </a:cubicBezTo>
                  <a:lnTo>
                    <a:pt x="9427" y="12761"/>
                  </a:lnTo>
                  <a:cubicBezTo>
                    <a:pt x="9542" y="12761"/>
                    <a:pt x="9643" y="12660"/>
                    <a:pt x="9643" y="12545"/>
                  </a:cubicBezTo>
                  <a:lnTo>
                    <a:pt x="9643" y="2238"/>
                  </a:lnTo>
                  <a:lnTo>
                    <a:pt x="7406" y="0"/>
                  </a:lnTo>
                  <a:close/>
                </a:path>
              </a:pathLst>
            </a:custGeom>
            <a:solidFill>
              <a:srgbClr val="F2F3F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243" name="Google Shape;20243;p47"/>
            <p:cNvSpPr/>
            <p:nvPr/>
          </p:nvSpPr>
          <p:spPr>
            <a:xfrm>
              <a:off x="4439059" y="3410920"/>
              <a:ext cx="22728" cy="298615"/>
            </a:xfrm>
            <a:custGeom>
              <a:rect b="b" l="l" r="r" t="t"/>
              <a:pathLst>
                <a:path extrusionOk="0" h="11391" w="867">
                  <a:moveTo>
                    <a:pt x="0" y="1"/>
                  </a:moveTo>
                  <a:lnTo>
                    <a:pt x="0" y="11390"/>
                  </a:lnTo>
                  <a:lnTo>
                    <a:pt x="650" y="11390"/>
                  </a:lnTo>
                  <a:cubicBezTo>
                    <a:pt x="765" y="11390"/>
                    <a:pt x="866" y="11289"/>
                    <a:pt x="866" y="11174"/>
                  </a:cubicBezTo>
                  <a:lnTo>
                    <a:pt x="866" y="867"/>
                  </a:lnTo>
                  <a:lnTo>
                    <a:pt x="0" y="1"/>
                  </a:lnTo>
                  <a:close/>
                </a:path>
              </a:pathLst>
            </a:custGeom>
            <a:solidFill>
              <a:srgbClr val="94A5B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244" name="Google Shape;20244;p47"/>
            <p:cNvSpPr/>
            <p:nvPr/>
          </p:nvSpPr>
          <p:spPr>
            <a:xfrm>
              <a:off x="4403092" y="3374979"/>
              <a:ext cx="58695" cy="58669"/>
            </a:xfrm>
            <a:custGeom>
              <a:rect b="b" l="l" r="r" t="t"/>
              <a:pathLst>
                <a:path extrusionOk="0" h="2238" w="2239">
                  <a:moveTo>
                    <a:pt x="1" y="0"/>
                  </a:moveTo>
                  <a:lnTo>
                    <a:pt x="15" y="2007"/>
                  </a:lnTo>
                  <a:cubicBezTo>
                    <a:pt x="15" y="2122"/>
                    <a:pt x="116" y="2223"/>
                    <a:pt x="232" y="2223"/>
                  </a:cubicBezTo>
                  <a:lnTo>
                    <a:pt x="2238" y="2238"/>
                  </a:lnTo>
                  <a:lnTo>
                    <a:pt x="1" y="0"/>
                  </a:lnTo>
                  <a:close/>
                </a:path>
              </a:pathLst>
            </a:custGeom>
            <a:solidFill>
              <a:srgbClr val="667E9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245" name="Google Shape;20245;p47"/>
            <p:cNvSpPr/>
            <p:nvPr/>
          </p:nvSpPr>
          <p:spPr>
            <a:xfrm>
              <a:off x="4289188" y="3457478"/>
              <a:ext cx="141194" cy="10617"/>
            </a:xfrm>
            <a:custGeom>
              <a:rect b="b" l="l" r="r" t="t"/>
              <a:pathLst>
                <a:path extrusionOk="0" h="405" w="5386">
                  <a:moveTo>
                    <a:pt x="275" y="0"/>
                  </a:moveTo>
                  <a:cubicBezTo>
                    <a:pt x="1" y="0"/>
                    <a:pt x="1" y="404"/>
                    <a:pt x="275" y="404"/>
                  </a:cubicBezTo>
                  <a:lnTo>
                    <a:pt x="5111" y="404"/>
                  </a:lnTo>
                  <a:cubicBezTo>
                    <a:pt x="5385" y="404"/>
                    <a:pt x="5385" y="0"/>
                    <a:pt x="5111" y="0"/>
                  </a:cubicBezTo>
                  <a:close/>
                </a:path>
              </a:pathLst>
            </a:custGeom>
            <a:solidFill>
              <a:srgbClr val="6D819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246" name="Google Shape;20246;p47"/>
            <p:cNvSpPr/>
            <p:nvPr/>
          </p:nvSpPr>
          <p:spPr>
            <a:xfrm>
              <a:off x="4289188" y="3478293"/>
              <a:ext cx="141194" cy="10224"/>
            </a:xfrm>
            <a:custGeom>
              <a:rect b="b" l="l" r="r" t="t"/>
              <a:pathLst>
                <a:path extrusionOk="0" h="390" w="5386">
                  <a:moveTo>
                    <a:pt x="275" y="0"/>
                  </a:moveTo>
                  <a:cubicBezTo>
                    <a:pt x="1" y="0"/>
                    <a:pt x="1" y="390"/>
                    <a:pt x="275" y="390"/>
                  </a:cubicBezTo>
                  <a:lnTo>
                    <a:pt x="5111" y="390"/>
                  </a:lnTo>
                  <a:cubicBezTo>
                    <a:pt x="5385" y="390"/>
                    <a:pt x="5385" y="0"/>
                    <a:pt x="5111" y="0"/>
                  </a:cubicBezTo>
                  <a:close/>
                </a:path>
              </a:pathLst>
            </a:custGeom>
            <a:solidFill>
              <a:srgbClr val="6D819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247" name="Google Shape;20247;p47"/>
            <p:cNvSpPr/>
            <p:nvPr/>
          </p:nvSpPr>
          <p:spPr>
            <a:xfrm>
              <a:off x="4240743" y="3457845"/>
              <a:ext cx="31065" cy="30672"/>
            </a:xfrm>
            <a:custGeom>
              <a:rect b="b" l="l" r="r" t="t"/>
              <a:pathLst>
                <a:path extrusionOk="0" h="1170" w="1185">
                  <a:moveTo>
                    <a:pt x="217" y="1"/>
                  </a:moveTo>
                  <a:cubicBezTo>
                    <a:pt x="102" y="1"/>
                    <a:pt x="15" y="102"/>
                    <a:pt x="15" y="217"/>
                  </a:cubicBezTo>
                  <a:lnTo>
                    <a:pt x="15" y="953"/>
                  </a:lnTo>
                  <a:cubicBezTo>
                    <a:pt x="1" y="1069"/>
                    <a:pt x="102" y="1170"/>
                    <a:pt x="217" y="1170"/>
                  </a:cubicBezTo>
                  <a:lnTo>
                    <a:pt x="954" y="1170"/>
                  </a:lnTo>
                  <a:cubicBezTo>
                    <a:pt x="1084" y="1170"/>
                    <a:pt x="1185" y="1069"/>
                    <a:pt x="1185" y="953"/>
                  </a:cubicBezTo>
                  <a:lnTo>
                    <a:pt x="1185" y="217"/>
                  </a:lnTo>
                  <a:cubicBezTo>
                    <a:pt x="1185" y="102"/>
                    <a:pt x="1084" y="1"/>
                    <a:pt x="968" y="1"/>
                  </a:cubicBezTo>
                  <a:close/>
                </a:path>
              </a:pathLst>
            </a:custGeom>
            <a:solidFill>
              <a:srgbClr val="D7DFE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248" name="Google Shape;20248;p47"/>
            <p:cNvSpPr/>
            <p:nvPr/>
          </p:nvSpPr>
          <p:spPr>
            <a:xfrm>
              <a:off x="4289188" y="3544512"/>
              <a:ext cx="141194" cy="10617"/>
            </a:xfrm>
            <a:custGeom>
              <a:rect b="b" l="l" r="r" t="t"/>
              <a:pathLst>
                <a:path extrusionOk="0" h="405" w="5386">
                  <a:moveTo>
                    <a:pt x="275" y="0"/>
                  </a:moveTo>
                  <a:cubicBezTo>
                    <a:pt x="1" y="0"/>
                    <a:pt x="1" y="404"/>
                    <a:pt x="275" y="404"/>
                  </a:cubicBezTo>
                  <a:lnTo>
                    <a:pt x="5111" y="404"/>
                  </a:lnTo>
                  <a:cubicBezTo>
                    <a:pt x="5385" y="404"/>
                    <a:pt x="5385" y="0"/>
                    <a:pt x="5111" y="0"/>
                  </a:cubicBezTo>
                  <a:close/>
                </a:path>
              </a:pathLst>
            </a:custGeom>
            <a:solidFill>
              <a:srgbClr val="6D819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249" name="Google Shape;20249;p47"/>
            <p:cNvSpPr/>
            <p:nvPr/>
          </p:nvSpPr>
          <p:spPr>
            <a:xfrm>
              <a:off x="4289188" y="3565326"/>
              <a:ext cx="141194" cy="10224"/>
            </a:xfrm>
            <a:custGeom>
              <a:rect b="b" l="l" r="r" t="t"/>
              <a:pathLst>
                <a:path extrusionOk="0" h="390" w="5386">
                  <a:moveTo>
                    <a:pt x="275" y="0"/>
                  </a:moveTo>
                  <a:cubicBezTo>
                    <a:pt x="1" y="0"/>
                    <a:pt x="1" y="390"/>
                    <a:pt x="275" y="390"/>
                  </a:cubicBezTo>
                  <a:lnTo>
                    <a:pt x="5111" y="390"/>
                  </a:lnTo>
                  <a:cubicBezTo>
                    <a:pt x="5385" y="390"/>
                    <a:pt x="5385" y="0"/>
                    <a:pt x="5111" y="0"/>
                  </a:cubicBezTo>
                  <a:close/>
                </a:path>
              </a:pathLst>
            </a:custGeom>
            <a:solidFill>
              <a:srgbClr val="6D819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250" name="Google Shape;20250;p47"/>
            <p:cNvSpPr/>
            <p:nvPr/>
          </p:nvSpPr>
          <p:spPr>
            <a:xfrm>
              <a:off x="4240743" y="3544879"/>
              <a:ext cx="31065" cy="30672"/>
            </a:xfrm>
            <a:custGeom>
              <a:rect b="b" l="l" r="r" t="t"/>
              <a:pathLst>
                <a:path extrusionOk="0" h="1170" w="1185">
                  <a:moveTo>
                    <a:pt x="217" y="1"/>
                  </a:moveTo>
                  <a:cubicBezTo>
                    <a:pt x="102" y="1"/>
                    <a:pt x="15" y="102"/>
                    <a:pt x="15" y="217"/>
                  </a:cubicBezTo>
                  <a:lnTo>
                    <a:pt x="15" y="953"/>
                  </a:lnTo>
                  <a:cubicBezTo>
                    <a:pt x="1" y="1069"/>
                    <a:pt x="102" y="1170"/>
                    <a:pt x="217" y="1170"/>
                  </a:cubicBezTo>
                  <a:lnTo>
                    <a:pt x="954" y="1170"/>
                  </a:lnTo>
                  <a:cubicBezTo>
                    <a:pt x="1084" y="1170"/>
                    <a:pt x="1185" y="1069"/>
                    <a:pt x="1185" y="953"/>
                  </a:cubicBezTo>
                  <a:lnTo>
                    <a:pt x="1185" y="217"/>
                  </a:lnTo>
                  <a:cubicBezTo>
                    <a:pt x="1185" y="102"/>
                    <a:pt x="1084" y="1"/>
                    <a:pt x="968" y="1"/>
                  </a:cubicBezTo>
                  <a:close/>
                </a:path>
              </a:pathLst>
            </a:custGeom>
            <a:solidFill>
              <a:srgbClr val="6C839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251" name="Google Shape;20251;p47"/>
            <p:cNvSpPr/>
            <p:nvPr/>
          </p:nvSpPr>
          <p:spPr>
            <a:xfrm>
              <a:off x="4289188" y="3631545"/>
              <a:ext cx="141194" cy="10617"/>
            </a:xfrm>
            <a:custGeom>
              <a:rect b="b" l="l" r="r" t="t"/>
              <a:pathLst>
                <a:path extrusionOk="0" h="405" w="5386">
                  <a:moveTo>
                    <a:pt x="275" y="0"/>
                  </a:moveTo>
                  <a:cubicBezTo>
                    <a:pt x="1" y="0"/>
                    <a:pt x="1" y="405"/>
                    <a:pt x="275" y="405"/>
                  </a:cubicBezTo>
                  <a:lnTo>
                    <a:pt x="5111" y="405"/>
                  </a:lnTo>
                  <a:cubicBezTo>
                    <a:pt x="5385" y="405"/>
                    <a:pt x="5385" y="15"/>
                    <a:pt x="5111" y="0"/>
                  </a:cubicBezTo>
                  <a:close/>
                </a:path>
              </a:pathLst>
            </a:custGeom>
            <a:solidFill>
              <a:srgbClr val="6D819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252" name="Google Shape;20252;p47"/>
            <p:cNvSpPr/>
            <p:nvPr/>
          </p:nvSpPr>
          <p:spPr>
            <a:xfrm>
              <a:off x="4289188" y="3652360"/>
              <a:ext cx="141194" cy="10250"/>
            </a:xfrm>
            <a:custGeom>
              <a:rect b="b" l="l" r="r" t="t"/>
              <a:pathLst>
                <a:path extrusionOk="0" h="391" w="5386">
                  <a:moveTo>
                    <a:pt x="275" y="0"/>
                  </a:moveTo>
                  <a:cubicBezTo>
                    <a:pt x="1" y="0"/>
                    <a:pt x="1" y="390"/>
                    <a:pt x="275" y="390"/>
                  </a:cubicBezTo>
                  <a:lnTo>
                    <a:pt x="5111" y="390"/>
                  </a:lnTo>
                  <a:cubicBezTo>
                    <a:pt x="5385" y="390"/>
                    <a:pt x="5385" y="0"/>
                    <a:pt x="5111" y="0"/>
                  </a:cubicBezTo>
                  <a:close/>
                </a:path>
              </a:pathLst>
            </a:custGeom>
            <a:solidFill>
              <a:srgbClr val="6D819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253" name="Google Shape;20253;p47"/>
            <p:cNvSpPr/>
            <p:nvPr/>
          </p:nvSpPr>
          <p:spPr>
            <a:xfrm>
              <a:off x="4240743" y="3631912"/>
              <a:ext cx="31065" cy="30698"/>
            </a:xfrm>
            <a:custGeom>
              <a:rect b="b" l="l" r="r" t="t"/>
              <a:pathLst>
                <a:path extrusionOk="0" h="1171" w="1185">
                  <a:moveTo>
                    <a:pt x="217" y="1"/>
                  </a:moveTo>
                  <a:cubicBezTo>
                    <a:pt x="102" y="1"/>
                    <a:pt x="15" y="102"/>
                    <a:pt x="15" y="217"/>
                  </a:cubicBezTo>
                  <a:lnTo>
                    <a:pt x="15" y="954"/>
                  </a:lnTo>
                  <a:cubicBezTo>
                    <a:pt x="1" y="1069"/>
                    <a:pt x="102" y="1170"/>
                    <a:pt x="217" y="1170"/>
                  </a:cubicBezTo>
                  <a:lnTo>
                    <a:pt x="954" y="1170"/>
                  </a:lnTo>
                  <a:cubicBezTo>
                    <a:pt x="1084" y="1170"/>
                    <a:pt x="1185" y="1069"/>
                    <a:pt x="1185" y="954"/>
                  </a:cubicBezTo>
                  <a:lnTo>
                    <a:pt x="1185" y="217"/>
                  </a:lnTo>
                  <a:cubicBezTo>
                    <a:pt x="1185" y="102"/>
                    <a:pt x="1084" y="1"/>
                    <a:pt x="968" y="1"/>
                  </a:cubicBezTo>
                  <a:close/>
                </a:path>
              </a:pathLst>
            </a:custGeom>
            <a:solidFill>
              <a:srgbClr val="6C839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254" name="Google Shape;20254;p47"/>
            <p:cNvSpPr/>
            <p:nvPr/>
          </p:nvSpPr>
          <p:spPr>
            <a:xfrm>
              <a:off x="4320227" y="3361347"/>
              <a:ext cx="38248" cy="35967"/>
            </a:xfrm>
            <a:custGeom>
              <a:rect b="b" l="l" r="r" t="t"/>
              <a:pathLst>
                <a:path extrusionOk="0" h="1372" w="1459">
                  <a:moveTo>
                    <a:pt x="202" y="1"/>
                  </a:moveTo>
                  <a:cubicBezTo>
                    <a:pt x="87" y="1"/>
                    <a:pt x="0" y="102"/>
                    <a:pt x="15" y="232"/>
                  </a:cubicBezTo>
                  <a:lnTo>
                    <a:pt x="116" y="1199"/>
                  </a:lnTo>
                  <a:cubicBezTo>
                    <a:pt x="130" y="1300"/>
                    <a:pt x="217" y="1372"/>
                    <a:pt x="318" y="1372"/>
                  </a:cubicBezTo>
                  <a:lnTo>
                    <a:pt x="1141" y="1372"/>
                  </a:lnTo>
                  <a:cubicBezTo>
                    <a:pt x="1242" y="1372"/>
                    <a:pt x="1328" y="1300"/>
                    <a:pt x="1343" y="1199"/>
                  </a:cubicBezTo>
                  <a:lnTo>
                    <a:pt x="1444" y="232"/>
                  </a:lnTo>
                  <a:cubicBezTo>
                    <a:pt x="1458" y="102"/>
                    <a:pt x="1372" y="1"/>
                    <a:pt x="1256" y="1"/>
                  </a:cubicBezTo>
                  <a:close/>
                </a:path>
              </a:pathLst>
            </a:custGeom>
            <a:solidFill>
              <a:srgbClr val="6D819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255" name="Google Shape;20255;p47"/>
            <p:cNvSpPr/>
            <p:nvPr/>
          </p:nvSpPr>
          <p:spPr>
            <a:xfrm>
              <a:off x="4405609" y="3596653"/>
              <a:ext cx="102710" cy="101033"/>
            </a:xfrm>
            <a:custGeom>
              <a:rect b="b" l="l" r="r" t="t"/>
              <a:pathLst>
                <a:path extrusionOk="0" h="3854" w="3918">
                  <a:moveTo>
                    <a:pt x="233" y="1"/>
                  </a:moveTo>
                  <a:cubicBezTo>
                    <a:pt x="105" y="1"/>
                    <a:pt x="1" y="144"/>
                    <a:pt x="49" y="278"/>
                  </a:cubicBezTo>
                  <a:lnTo>
                    <a:pt x="1161" y="3396"/>
                  </a:lnTo>
                  <a:cubicBezTo>
                    <a:pt x="1198" y="3486"/>
                    <a:pt x="1279" y="3533"/>
                    <a:pt x="1360" y="3533"/>
                  </a:cubicBezTo>
                  <a:cubicBezTo>
                    <a:pt x="1434" y="3533"/>
                    <a:pt x="1509" y="3493"/>
                    <a:pt x="1550" y="3410"/>
                  </a:cubicBezTo>
                  <a:lnTo>
                    <a:pt x="1926" y="2616"/>
                  </a:lnTo>
                  <a:lnTo>
                    <a:pt x="3095" y="3800"/>
                  </a:lnTo>
                  <a:cubicBezTo>
                    <a:pt x="3138" y="3836"/>
                    <a:pt x="3192" y="3854"/>
                    <a:pt x="3246" y="3854"/>
                  </a:cubicBezTo>
                  <a:cubicBezTo>
                    <a:pt x="3301" y="3854"/>
                    <a:pt x="3355" y="3836"/>
                    <a:pt x="3398" y="3800"/>
                  </a:cubicBezTo>
                  <a:lnTo>
                    <a:pt x="3831" y="3352"/>
                  </a:lnTo>
                  <a:cubicBezTo>
                    <a:pt x="3918" y="3266"/>
                    <a:pt x="3918" y="3136"/>
                    <a:pt x="3831" y="3064"/>
                  </a:cubicBezTo>
                  <a:lnTo>
                    <a:pt x="2662" y="1880"/>
                  </a:lnTo>
                  <a:lnTo>
                    <a:pt x="3456" y="1519"/>
                  </a:lnTo>
                  <a:cubicBezTo>
                    <a:pt x="3615" y="1432"/>
                    <a:pt x="3600" y="1187"/>
                    <a:pt x="3427" y="1129"/>
                  </a:cubicBezTo>
                  <a:lnTo>
                    <a:pt x="309" y="18"/>
                  </a:lnTo>
                  <a:cubicBezTo>
                    <a:pt x="283" y="6"/>
                    <a:pt x="258" y="1"/>
                    <a:pt x="233" y="1"/>
                  </a:cubicBezTo>
                  <a:close/>
                </a:path>
              </a:pathLst>
            </a:custGeom>
            <a:solidFill>
              <a:srgbClr val="5C728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20256" name="Google Shape;20256;p47"/>
          <p:cNvGrpSpPr/>
          <p:nvPr/>
        </p:nvGrpSpPr>
        <p:grpSpPr>
          <a:xfrm>
            <a:off x="2786833" y="1512351"/>
            <a:ext cx="366721" cy="353667"/>
            <a:chOff x="2786833" y="1512351"/>
            <a:chExt cx="366721" cy="353667"/>
          </a:xfrm>
        </p:grpSpPr>
        <p:sp>
          <p:nvSpPr>
            <p:cNvPr id="20257" name="Google Shape;20257;p47"/>
            <p:cNvSpPr/>
            <p:nvPr/>
          </p:nvSpPr>
          <p:spPr>
            <a:xfrm>
              <a:off x="2987797" y="1713315"/>
              <a:ext cx="165757" cy="75106"/>
            </a:xfrm>
            <a:custGeom>
              <a:rect b="b" l="l" r="r" t="t"/>
              <a:pathLst>
                <a:path extrusionOk="0" h="2865" w="6323">
                  <a:moveTo>
                    <a:pt x="5669" y="0"/>
                  </a:moveTo>
                  <a:cubicBezTo>
                    <a:pt x="5661" y="0"/>
                    <a:pt x="5653" y="0"/>
                    <a:pt x="5644" y="1"/>
                  </a:cubicBezTo>
                  <a:lnTo>
                    <a:pt x="679" y="1"/>
                  </a:lnTo>
                  <a:cubicBezTo>
                    <a:pt x="303" y="1"/>
                    <a:pt x="0" y="304"/>
                    <a:pt x="0" y="679"/>
                  </a:cubicBezTo>
                  <a:lnTo>
                    <a:pt x="0" y="1127"/>
                  </a:lnTo>
                  <a:cubicBezTo>
                    <a:pt x="0" y="1502"/>
                    <a:pt x="303" y="1805"/>
                    <a:pt x="679" y="1805"/>
                  </a:cubicBezTo>
                  <a:lnTo>
                    <a:pt x="3392" y="1805"/>
                  </a:lnTo>
                  <a:lnTo>
                    <a:pt x="4749" y="2815"/>
                  </a:lnTo>
                  <a:cubicBezTo>
                    <a:pt x="4791" y="2850"/>
                    <a:pt x="4838" y="2865"/>
                    <a:pt x="4884" y="2865"/>
                  </a:cubicBezTo>
                  <a:cubicBezTo>
                    <a:pt x="5012" y="2865"/>
                    <a:pt x="5131" y="2748"/>
                    <a:pt x="5110" y="2599"/>
                  </a:cubicBezTo>
                  <a:lnTo>
                    <a:pt x="4966" y="1805"/>
                  </a:lnTo>
                  <a:lnTo>
                    <a:pt x="5644" y="1805"/>
                  </a:lnTo>
                  <a:cubicBezTo>
                    <a:pt x="6020" y="1805"/>
                    <a:pt x="6323" y="1502"/>
                    <a:pt x="6323" y="1127"/>
                  </a:cubicBezTo>
                  <a:lnTo>
                    <a:pt x="6323" y="679"/>
                  </a:lnTo>
                  <a:cubicBezTo>
                    <a:pt x="6323" y="312"/>
                    <a:pt x="6033" y="0"/>
                    <a:pt x="5669" y="0"/>
                  </a:cubicBezTo>
                  <a:close/>
                </a:path>
              </a:pathLst>
            </a:custGeom>
            <a:solidFill>
              <a:srgbClr val="ADBDC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258" name="Google Shape;20258;p47"/>
            <p:cNvSpPr/>
            <p:nvPr/>
          </p:nvSpPr>
          <p:spPr>
            <a:xfrm>
              <a:off x="2786833" y="1767423"/>
              <a:ext cx="177528" cy="98595"/>
            </a:xfrm>
            <a:custGeom>
              <a:rect b="b" l="l" r="r" t="t"/>
              <a:pathLst>
                <a:path extrusionOk="0" h="3761" w="6772">
                  <a:moveTo>
                    <a:pt x="654" y="0"/>
                  </a:moveTo>
                  <a:cubicBezTo>
                    <a:pt x="290" y="0"/>
                    <a:pt x="1" y="298"/>
                    <a:pt x="1" y="665"/>
                  </a:cubicBezTo>
                  <a:lnTo>
                    <a:pt x="1" y="2022"/>
                  </a:lnTo>
                  <a:cubicBezTo>
                    <a:pt x="1" y="2397"/>
                    <a:pt x="304" y="2700"/>
                    <a:pt x="679" y="2700"/>
                  </a:cubicBezTo>
                  <a:lnTo>
                    <a:pt x="1358" y="2700"/>
                  </a:lnTo>
                  <a:lnTo>
                    <a:pt x="1228" y="3494"/>
                  </a:lnTo>
                  <a:cubicBezTo>
                    <a:pt x="1196" y="3643"/>
                    <a:pt x="1313" y="3760"/>
                    <a:pt x="1445" y="3760"/>
                  </a:cubicBezTo>
                  <a:cubicBezTo>
                    <a:pt x="1493" y="3760"/>
                    <a:pt x="1543" y="3745"/>
                    <a:pt x="1589" y="3711"/>
                  </a:cubicBezTo>
                  <a:lnTo>
                    <a:pt x="2931" y="2700"/>
                  </a:lnTo>
                  <a:lnTo>
                    <a:pt x="6093" y="2700"/>
                  </a:lnTo>
                  <a:cubicBezTo>
                    <a:pt x="6468" y="2700"/>
                    <a:pt x="6771" y="2397"/>
                    <a:pt x="6771" y="2022"/>
                  </a:cubicBezTo>
                  <a:lnTo>
                    <a:pt x="6771" y="665"/>
                  </a:lnTo>
                  <a:cubicBezTo>
                    <a:pt x="6771" y="290"/>
                    <a:pt x="6468" y="1"/>
                    <a:pt x="6093" y="1"/>
                  </a:cubicBezTo>
                  <a:lnTo>
                    <a:pt x="679" y="1"/>
                  </a:lnTo>
                  <a:cubicBezTo>
                    <a:pt x="671" y="0"/>
                    <a:pt x="662" y="0"/>
                    <a:pt x="654" y="0"/>
                  </a:cubicBezTo>
                  <a:close/>
                </a:path>
              </a:pathLst>
            </a:custGeom>
            <a:solidFill>
              <a:srgbClr val="EFF1F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259" name="Google Shape;20259;p47"/>
            <p:cNvSpPr/>
            <p:nvPr/>
          </p:nvSpPr>
          <p:spPr>
            <a:xfrm>
              <a:off x="2786833" y="1607747"/>
              <a:ext cx="189246" cy="122398"/>
            </a:xfrm>
            <a:custGeom>
              <a:rect b="b" l="l" r="r" t="t"/>
              <a:pathLst>
                <a:path extrusionOk="0" h="4669" w="7219">
                  <a:moveTo>
                    <a:pt x="679" y="0"/>
                  </a:moveTo>
                  <a:cubicBezTo>
                    <a:pt x="304" y="0"/>
                    <a:pt x="1" y="303"/>
                    <a:pt x="1" y="679"/>
                  </a:cubicBezTo>
                  <a:lnTo>
                    <a:pt x="1" y="2930"/>
                  </a:lnTo>
                  <a:cubicBezTo>
                    <a:pt x="1" y="3291"/>
                    <a:pt x="304" y="3594"/>
                    <a:pt x="679" y="3594"/>
                  </a:cubicBezTo>
                  <a:lnTo>
                    <a:pt x="1358" y="3594"/>
                  </a:lnTo>
                  <a:lnTo>
                    <a:pt x="1228" y="4403"/>
                  </a:lnTo>
                  <a:cubicBezTo>
                    <a:pt x="1196" y="4552"/>
                    <a:pt x="1313" y="4669"/>
                    <a:pt x="1445" y="4669"/>
                  </a:cubicBezTo>
                  <a:cubicBezTo>
                    <a:pt x="1493" y="4669"/>
                    <a:pt x="1543" y="4654"/>
                    <a:pt x="1589" y="4619"/>
                  </a:cubicBezTo>
                  <a:lnTo>
                    <a:pt x="2931" y="3594"/>
                  </a:lnTo>
                  <a:lnTo>
                    <a:pt x="6540" y="3594"/>
                  </a:lnTo>
                  <a:cubicBezTo>
                    <a:pt x="6915" y="3594"/>
                    <a:pt x="7219" y="3291"/>
                    <a:pt x="7219" y="2930"/>
                  </a:cubicBezTo>
                  <a:lnTo>
                    <a:pt x="7219" y="679"/>
                  </a:lnTo>
                  <a:cubicBezTo>
                    <a:pt x="7219" y="303"/>
                    <a:pt x="6915" y="0"/>
                    <a:pt x="6540" y="0"/>
                  </a:cubicBezTo>
                  <a:close/>
                </a:path>
              </a:pathLst>
            </a:custGeom>
            <a:solidFill>
              <a:srgbClr val="EFF1F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260" name="Google Shape;20260;p47"/>
            <p:cNvSpPr/>
            <p:nvPr/>
          </p:nvSpPr>
          <p:spPr>
            <a:xfrm>
              <a:off x="2964334" y="1512351"/>
              <a:ext cx="189220" cy="98595"/>
            </a:xfrm>
            <a:custGeom>
              <a:rect b="b" l="l" r="r" t="t"/>
              <a:pathLst>
                <a:path extrusionOk="0" h="3761" w="7218">
                  <a:moveTo>
                    <a:pt x="6565" y="1"/>
                  </a:moveTo>
                  <a:cubicBezTo>
                    <a:pt x="6556" y="1"/>
                    <a:pt x="6548" y="1"/>
                    <a:pt x="6539" y="1"/>
                  </a:cubicBezTo>
                  <a:lnTo>
                    <a:pt x="679" y="1"/>
                  </a:lnTo>
                  <a:cubicBezTo>
                    <a:pt x="303" y="1"/>
                    <a:pt x="0" y="290"/>
                    <a:pt x="0" y="665"/>
                  </a:cubicBezTo>
                  <a:lnTo>
                    <a:pt x="0" y="2022"/>
                  </a:lnTo>
                  <a:cubicBezTo>
                    <a:pt x="0" y="2398"/>
                    <a:pt x="303" y="2701"/>
                    <a:pt x="679" y="2701"/>
                  </a:cubicBezTo>
                  <a:lnTo>
                    <a:pt x="4287" y="2701"/>
                  </a:lnTo>
                  <a:lnTo>
                    <a:pt x="5644" y="3711"/>
                  </a:lnTo>
                  <a:cubicBezTo>
                    <a:pt x="5686" y="3746"/>
                    <a:pt x="5733" y="3761"/>
                    <a:pt x="5779" y="3761"/>
                  </a:cubicBezTo>
                  <a:cubicBezTo>
                    <a:pt x="5907" y="3761"/>
                    <a:pt x="6026" y="3643"/>
                    <a:pt x="6005" y="3495"/>
                  </a:cubicBezTo>
                  <a:lnTo>
                    <a:pt x="5861" y="2701"/>
                  </a:lnTo>
                  <a:lnTo>
                    <a:pt x="6539" y="2701"/>
                  </a:lnTo>
                  <a:cubicBezTo>
                    <a:pt x="6915" y="2701"/>
                    <a:pt x="7218" y="2398"/>
                    <a:pt x="7218" y="2022"/>
                  </a:cubicBezTo>
                  <a:lnTo>
                    <a:pt x="7218" y="665"/>
                  </a:lnTo>
                  <a:cubicBezTo>
                    <a:pt x="7218" y="299"/>
                    <a:pt x="6928" y="1"/>
                    <a:pt x="6565" y="1"/>
                  </a:cubicBezTo>
                  <a:close/>
                </a:path>
              </a:pathLst>
            </a:custGeom>
            <a:solidFill>
              <a:srgbClr val="ADBDC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261" name="Google Shape;20261;p47"/>
            <p:cNvSpPr/>
            <p:nvPr/>
          </p:nvSpPr>
          <p:spPr>
            <a:xfrm>
              <a:off x="2991939" y="1529784"/>
              <a:ext cx="39401" cy="12138"/>
            </a:xfrm>
            <a:custGeom>
              <a:rect b="b" l="l" r="r" t="t"/>
              <a:pathLst>
                <a:path extrusionOk="0" h="463" w="1503">
                  <a:moveTo>
                    <a:pt x="304" y="0"/>
                  </a:moveTo>
                  <a:cubicBezTo>
                    <a:pt x="1" y="0"/>
                    <a:pt x="1" y="462"/>
                    <a:pt x="304" y="462"/>
                  </a:cubicBezTo>
                  <a:lnTo>
                    <a:pt x="1199" y="462"/>
                  </a:lnTo>
                  <a:cubicBezTo>
                    <a:pt x="1502" y="462"/>
                    <a:pt x="1502" y="0"/>
                    <a:pt x="1199" y="0"/>
                  </a:cubicBezTo>
                  <a:close/>
                </a:path>
              </a:pathLst>
            </a:custGeom>
            <a:solidFill>
              <a:srgbClr val="667A8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262" name="Google Shape;20262;p47"/>
            <p:cNvSpPr/>
            <p:nvPr/>
          </p:nvSpPr>
          <p:spPr>
            <a:xfrm>
              <a:off x="3098293" y="1553613"/>
              <a:ext cx="27631" cy="11771"/>
            </a:xfrm>
            <a:custGeom>
              <a:rect b="b" l="l" r="r" t="t"/>
              <a:pathLst>
                <a:path extrusionOk="0" h="449" w="1054">
                  <a:moveTo>
                    <a:pt x="303" y="1"/>
                  </a:moveTo>
                  <a:cubicBezTo>
                    <a:pt x="0" y="1"/>
                    <a:pt x="0" y="448"/>
                    <a:pt x="303" y="448"/>
                  </a:cubicBezTo>
                  <a:lnTo>
                    <a:pt x="751" y="448"/>
                  </a:lnTo>
                  <a:cubicBezTo>
                    <a:pt x="1054" y="448"/>
                    <a:pt x="1054" y="1"/>
                    <a:pt x="751" y="1"/>
                  </a:cubicBezTo>
                  <a:close/>
                </a:path>
              </a:pathLst>
            </a:custGeom>
            <a:solidFill>
              <a:srgbClr val="667A8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263" name="Google Shape;20263;p47"/>
            <p:cNvSpPr/>
            <p:nvPr/>
          </p:nvSpPr>
          <p:spPr>
            <a:xfrm>
              <a:off x="3039257" y="1529784"/>
              <a:ext cx="84779" cy="12138"/>
            </a:xfrm>
            <a:custGeom>
              <a:rect b="b" l="l" r="r" t="t"/>
              <a:pathLst>
                <a:path extrusionOk="0" h="463" w="3234">
                  <a:moveTo>
                    <a:pt x="303" y="0"/>
                  </a:moveTo>
                  <a:cubicBezTo>
                    <a:pt x="0" y="0"/>
                    <a:pt x="0" y="462"/>
                    <a:pt x="303" y="462"/>
                  </a:cubicBezTo>
                  <a:lnTo>
                    <a:pt x="3003" y="462"/>
                  </a:lnTo>
                  <a:cubicBezTo>
                    <a:pt x="3133" y="462"/>
                    <a:pt x="3234" y="361"/>
                    <a:pt x="3234" y="231"/>
                  </a:cubicBezTo>
                  <a:cubicBezTo>
                    <a:pt x="3234" y="101"/>
                    <a:pt x="3133" y="0"/>
                    <a:pt x="3003" y="0"/>
                  </a:cubicBezTo>
                  <a:close/>
                </a:path>
              </a:pathLst>
            </a:custGeom>
            <a:solidFill>
              <a:srgbClr val="91A8B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264" name="Google Shape;20264;p47"/>
            <p:cNvSpPr/>
            <p:nvPr/>
          </p:nvSpPr>
          <p:spPr>
            <a:xfrm>
              <a:off x="2991939" y="1553613"/>
              <a:ext cx="98437" cy="11771"/>
            </a:xfrm>
            <a:custGeom>
              <a:rect b="b" l="l" r="r" t="t"/>
              <a:pathLst>
                <a:path extrusionOk="0" h="449" w="3755">
                  <a:moveTo>
                    <a:pt x="304" y="1"/>
                  </a:moveTo>
                  <a:cubicBezTo>
                    <a:pt x="1" y="1"/>
                    <a:pt x="1" y="448"/>
                    <a:pt x="304" y="448"/>
                  </a:cubicBezTo>
                  <a:lnTo>
                    <a:pt x="3451" y="448"/>
                  </a:lnTo>
                  <a:cubicBezTo>
                    <a:pt x="3754" y="448"/>
                    <a:pt x="3754" y="1"/>
                    <a:pt x="3451" y="1"/>
                  </a:cubicBezTo>
                  <a:close/>
                </a:path>
              </a:pathLst>
            </a:custGeom>
            <a:solidFill>
              <a:srgbClr val="91A8B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265" name="Google Shape;20265;p47"/>
            <p:cNvSpPr/>
            <p:nvPr/>
          </p:nvSpPr>
          <p:spPr>
            <a:xfrm>
              <a:off x="2814463" y="1784070"/>
              <a:ext cx="86693" cy="11771"/>
            </a:xfrm>
            <a:custGeom>
              <a:rect b="b" l="l" r="r" t="t"/>
              <a:pathLst>
                <a:path extrusionOk="0" h="449" w="3307">
                  <a:moveTo>
                    <a:pt x="304" y="1"/>
                  </a:moveTo>
                  <a:cubicBezTo>
                    <a:pt x="1" y="1"/>
                    <a:pt x="1" y="448"/>
                    <a:pt x="304" y="448"/>
                  </a:cubicBezTo>
                  <a:lnTo>
                    <a:pt x="3003" y="448"/>
                  </a:lnTo>
                  <a:cubicBezTo>
                    <a:pt x="3306" y="448"/>
                    <a:pt x="3306" y="1"/>
                    <a:pt x="3003" y="1"/>
                  </a:cubicBezTo>
                  <a:close/>
                </a:path>
              </a:pathLst>
            </a:custGeom>
            <a:solidFill>
              <a:srgbClr val="D1DBE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266" name="Google Shape;20266;p47"/>
            <p:cNvSpPr/>
            <p:nvPr/>
          </p:nvSpPr>
          <p:spPr>
            <a:xfrm>
              <a:off x="2909073" y="1784070"/>
              <a:ext cx="27657" cy="11771"/>
            </a:xfrm>
            <a:custGeom>
              <a:rect b="b" l="l" r="r" t="t"/>
              <a:pathLst>
                <a:path extrusionOk="0" h="449" w="1055">
                  <a:moveTo>
                    <a:pt x="304" y="1"/>
                  </a:moveTo>
                  <a:cubicBezTo>
                    <a:pt x="0" y="1"/>
                    <a:pt x="0" y="448"/>
                    <a:pt x="304" y="448"/>
                  </a:cubicBezTo>
                  <a:lnTo>
                    <a:pt x="751" y="448"/>
                  </a:lnTo>
                  <a:cubicBezTo>
                    <a:pt x="1054" y="448"/>
                    <a:pt x="1054" y="1"/>
                    <a:pt x="751" y="1"/>
                  </a:cubicBezTo>
                  <a:close/>
                </a:path>
              </a:pathLst>
            </a:custGeom>
            <a:solidFill>
              <a:srgbClr val="91A8B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267" name="Google Shape;20267;p47"/>
            <p:cNvSpPr/>
            <p:nvPr/>
          </p:nvSpPr>
          <p:spPr>
            <a:xfrm>
              <a:off x="2814463" y="1807925"/>
              <a:ext cx="27657" cy="11744"/>
            </a:xfrm>
            <a:custGeom>
              <a:rect b="b" l="l" r="r" t="t"/>
              <a:pathLst>
                <a:path extrusionOk="0" h="448" w="1055">
                  <a:moveTo>
                    <a:pt x="304" y="0"/>
                  </a:moveTo>
                  <a:cubicBezTo>
                    <a:pt x="1" y="0"/>
                    <a:pt x="1" y="448"/>
                    <a:pt x="304" y="448"/>
                  </a:cubicBezTo>
                  <a:lnTo>
                    <a:pt x="751" y="448"/>
                  </a:lnTo>
                  <a:cubicBezTo>
                    <a:pt x="1054" y="448"/>
                    <a:pt x="1054" y="0"/>
                    <a:pt x="751" y="0"/>
                  </a:cubicBezTo>
                  <a:close/>
                </a:path>
              </a:pathLst>
            </a:custGeom>
            <a:solidFill>
              <a:srgbClr val="91A8B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268" name="Google Shape;20268;p47"/>
            <p:cNvSpPr/>
            <p:nvPr/>
          </p:nvSpPr>
          <p:spPr>
            <a:xfrm>
              <a:off x="2850037" y="1807925"/>
              <a:ext cx="86693" cy="11744"/>
            </a:xfrm>
            <a:custGeom>
              <a:rect b="b" l="l" r="r" t="t"/>
              <a:pathLst>
                <a:path extrusionOk="0" h="448" w="3307">
                  <a:moveTo>
                    <a:pt x="304" y="0"/>
                  </a:moveTo>
                  <a:cubicBezTo>
                    <a:pt x="1" y="0"/>
                    <a:pt x="1" y="448"/>
                    <a:pt x="304" y="448"/>
                  </a:cubicBezTo>
                  <a:lnTo>
                    <a:pt x="3003" y="448"/>
                  </a:lnTo>
                  <a:cubicBezTo>
                    <a:pt x="3306" y="448"/>
                    <a:pt x="3306" y="0"/>
                    <a:pt x="3003" y="0"/>
                  </a:cubicBezTo>
                  <a:close/>
                </a:path>
              </a:pathLst>
            </a:custGeom>
            <a:solidFill>
              <a:srgbClr val="D1DBE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269" name="Google Shape;20269;p47"/>
            <p:cNvSpPr/>
            <p:nvPr/>
          </p:nvSpPr>
          <p:spPr>
            <a:xfrm>
              <a:off x="3050975" y="1731115"/>
              <a:ext cx="74949" cy="11744"/>
            </a:xfrm>
            <a:custGeom>
              <a:rect b="b" l="l" r="r" t="t"/>
              <a:pathLst>
                <a:path extrusionOk="0" h="448" w="2859">
                  <a:moveTo>
                    <a:pt x="304" y="0"/>
                  </a:moveTo>
                  <a:cubicBezTo>
                    <a:pt x="1" y="0"/>
                    <a:pt x="1" y="448"/>
                    <a:pt x="304" y="448"/>
                  </a:cubicBezTo>
                  <a:lnTo>
                    <a:pt x="2556" y="448"/>
                  </a:lnTo>
                  <a:cubicBezTo>
                    <a:pt x="2859" y="448"/>
                    <a:pt x="2859" y="0"/>
                    <a:pt x="2556" y="0"/>
                  </a:cubicBezTo>
                  <a:close/>
                </a:path>
              </a:pathLst>
            </a:custGeom>
            <a:solidFill>
              <a:srgbClr val="91A8B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270" name="Google Shape;20270;p47"/>
            <p:cNvSpPr/>
            <p:nvPr/>
          </p:nvSpPr>
          <p:spPr>
            <a:xfrm>
              <a:off x="3015401" y="1731115"/>
              <a:ext cx="27657" cy="11744"/>
            </a:xfrm>
            <a:custGeom>
              <a:rect b="b" l="l" r="r" t="t"/>
              <a:pathLst>
                <a:path extrusionOk="0" h="448" w="1055">
                  <a:moveTo>
                    <a:pt x="304" y="0"/>
                  </a:moveTo>
                  <a:cubicBezTo>
                    <a:pt x="1" y="0"/>
                    <a:pt x="1" y="448"/>
                    <a:pt x="304" y="448"/>
                  </a:cubicBezTo>
                  <a:lnTo>
                    <a:pt x="751" y="448"/>
                  </a:lnTo>
                  <a:cubicBezTo>
                    <a:pt x="1055" y="448"/>
                    <a:pt x="1055" y="0"/>
                    <a:pt x="751" y="0"/>
                  </a:cubicBezTo>
                  <a:close/>
                </a:path>
              </a:pathLst>
            </a:custGeom>
            <a:solidFill>
              <a:srgbClr val="667A8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271" name="Google Shape;20271;p47"/>
            <p:cNvSpPr/>
            <p:nvPr/>
          </p:nvSpPr>
          <p:spPr>
            <a:xfrm>
              <a:off x="2814463" y="1624394"/>
              <a:ext cx="86693" cy="12138"/>
            </a:xfrm>
            <a:custGeom>
              <a:rect b="b" l="l" r="r" t="t"/>
              <a:pathLst>
                <a:path extrusionOk="0" h="463" w="3307">
                  <a:moveTo>
                    <a:pt x="304" y="0"/>
                  </a:moveTo>
                  <a:cubicBezTo>
                    <a:pt x="1" y="0"/>
                    <a:pt x="1" y="462"/>
                    <a:pt x="304" y="462"/>
                  </a:cubicBezTo>
                  <a:lnTo>
                    <a:pt x="3003" y="462"/>
                  </a:lnTo>
                  <a:cubicBezTo>
                    <a:pt x="3306" y="462"/>
                    <a:pt x="3306" y="0"/>
                    <a:pt x="3003" y="0"/>
                  </a:cubicBezTo>
                  <a:close/>
                </a:path>
              </a:pathLst>
            </a:custGeom>
            <a:solidFill>
              <a:srgbClr val="D1DBE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272" name="Google Shape;20272;p47"/>
            <p:cNvSpPr/>
            <p:nvPr/>
          </p:nvSpPr>
          <p:spPr>
            <a:xfrm>
              <a:off x="2909073" y="1624394"/>
              <a:ext cx="39375" cy="12138"/>
            </a:xfrm>
            <a:custGeom>
              <a:rect b="b" l="l" r="r" t="t"/>
              <a:pathLst>
                <a:path extrusionOk="0" h="463" w="1502">
                  <a:moveTo>
                    <a:pt x="304" y="0"/>
                  </a:moveTo>
                  <a:cubicBezTo>
                    <a:pt x="0" y="0"/>
                    <a:pt x="0" y="462"/>
                    <a:pt x="304" y="462"/>
                  </a:cubicBezTo>
                  <a:lnTo>
                    <a:pt x="1199" y="462"/>
                  </a:lnTo>
                  <a:cubicBezTo>
                    <a:pt x="1502" y="462"/>
                    <a:pt x="1502" y="0"/>
                    <a:pt x="1199" y="0"/>
                  </a:cubicBezTo>
                  <a:close/>
                </a:path>
              </a:pathLst>
            </a:custGeom>
            <a:solidFill>
              <a:srgbClr val="91A8B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273" name="Google Shape;20273;p47"/>
            <p:cNvSpPr/>
            <p:nvPr/>
          </p:nvSpPr>
          <p:spPr>
            <a:xfrm>
              <a:off x="2814463" y="1671686"/>
              <a:ext cx="86693" cy="12138"/>
            </a:xfrm>
            <a:custGeom>
              <a:rect b="b" l="l" r="r" t="t"/>
              <a:pathLst>
                <a:path extrusionOk="0" h="463" w="3307">
                  <a:moveTo>
                    <a:pt x="304" y="1"/>
                  </a:moveTo>
                  <a:cubicBezTo>
                    <a:pt x="1" y="1"/>
                    <a:pt x="1" y="463"/>
                    <a:pt x="304" y="463"/>
                  </a:cubicBezTo>
                  <a:lnTo>
                    <a:pt x="3003" y="463"/>
                  </a:lnTo>
                  <a:cubicBezTo>
                    <a:pt x="3306" y="463"/>
                    <a:pt x="3306" y="1"/>
                    <a:pt x="3003" y="1"/>
                  </a:cubicBezTo>
                  <a:close/>
                </a:path>
              </a:pathLst>
            </a:custGeom>
            <a:solidFill>
              <a:srgbClr val="D1DBE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274" name="Google Shape;20274;p47"/>
            <p:cNvSpPr/>
            <p:nvPr/>
          </p:nvSpPr>
          <p:spPr>
            <a:xfrm>
              <a:off x="2909073" y="1671686"/>
              <a:ext cx="39375" cy="12138"/>
            </a:xfrm>
            <a:custGeom>
              <a:rect b="b" l="l" r="r" t="t"/>
              <a:pathLst>
                <a:path extrusionOk="0" h="463" w="1502">
                  <a:moveTo>
                    <a:pt x="304" y="1"/>
                  </a:moveTo>
                  <a:cubicBezTo>
                    <a:pt x="0" y="1"/>
                    <a:pt x="0" y="463"/>
                    <a:pt x="304" y="463"/>
                  </a:cubicBezTo>
                  <a:lnTo>
                    <a:pt x="1199" y="463"/>
                  </a:lnTo>
                  <a:cubicBezTo>
                    <a:pt x="1502" y="463"/>
                    <a:pt x="1502" y="1"/>
                    <a:pt x="1199" y="1"/>
                  </a:cubicBezTo>
                  <a:close/>
                </a:path>
              </a:pathLst>
            </a:custGeom>
            <a:solidFill>
              <a:srgbClr val="91A8B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275" name="Google Shape;20275;p47"/>
            <p:cNvSpPr/>
            <p:nvPr/>
          </p:nvSpPr>
          <p:spPr>
            <a:xfrm>
              <a:off x="2814463" y="1648223"/>
              <a:ext cx="27657" cy="11771"/>
            </a:xfrm>
            <a:custGeom>
              <a:rect b="b" l="l" r="r" t="t"/>
              <a:pathLst>
                <a:path extrusionOk="0" h="449" w="1055">
                  <a:moveTo>
                    <a:pt x="304" y="1"/>
                  </a:moveTo>
                  <a:cubicBezTo>
                    <a:pt x="1" y="1"/>
                    <a:pt x="1" y="448"/>
                    <a:pt x="304" y="448"/>
                  </a:cubicBezTo>
                  <a:lnTo>
                    <a:pt x="751" y="448"/>
                  </a:lnTo>
                  <a:cubicBezTo>
                    <a:pt x="1054" y="448"/>
                    <a:pt x="1054" y="1"/>
                    <a:pt x="751" y="1"/>
                  </a:cubicBezTo>
                  <a:close/>
                </a:path>
              </a:pathLst>
            </a:custGeom>
            <a:solidFill>
              <a:srgbClr val="91A8B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276" name="Google Shape;20276;p47"/>
            <p:cNvSpPr/>
            <p:nvPr/>
          </p:nvSpPr>
          <p:spPr>
            <a:xfrm>
              <a:off x="2850037" y="1648223"/>
              <a:ext cx="98411" cy="11771"/>
            </a:xfrm>
            <a:custGeom>
              <a:rect b="b" l="l" r="r" t="t"/>
              <a:pathLst>
                <a:path extrusionOk="0" h="449" w="3754">
                  <a:moveTo>
                    <a:pt x="304" y="1"/>
                  </a:moveTo>
                  <a:cubicBezTo>
                    <a:pt x="1" y="1"/>
                    <a:pt x="1" y="448"/>
                    <a:pt x="304" y="448"/>
                  </a:cubicBezTo>
                  <a:lnTo>
                    <a:pt x="3451" y="448"/>
                  </a:lnTo>
                  <a:cubicBezTo>
                    <a:pt x="3754" y="448"/>
                    <a:pt x="3754" y="1"/>
                    <a:pt x="3451" y="1"/>
                  </a:cubicBezTo>
                  <a:close/>
                </a:path>
              </a:pathLst>
            </a:custGeom>
            <a:solidFill>
              <a:srgbClr val="D1DBE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20277" name="Google Shape;20277;p47"/>
          <p:cNvGrpSpPr/>
          <p:nvPr/>
        </p:nvGrpSpPr>
        <p:grpSpPr>
          <a:xfrm>
            <a:off x="1845321" y="1512744"/>
            <a:ext cx="352723" cy="353090"/>
            <a:chOff x="1845321" y="1512744"/>
            <a:chExt cx="352723" cy="353090"/>
          </a:xfrm>
        </p:grpSpPr>
        <p:sp>
          <p:nvSpPr>
            <p:cNvPr id="20278" name="Google Shape;20278;p47"/>
            <p:cNvSpPr/>
            <p:nvPr/>
          </p:nvSpPr>
          <p:spPr>
            <a:xfrm>
              <a:off x="1964888" y="1700444"/>
              <a:ext cx="113563" cy="96917"/>
            </a:xfrm>
            <a:custGeom>
              <a:rect b="b" l="l" r="r" t="t"/>
              <a:pathLst>
                <a:path extrusionOk="0" h="3697" w="4332">
                  <a:moveTo>
                    <a:pt x="1517" y="1"/>
                  </a:moveTo>
                  <a:lnTo>
                    <a:pt x="1517" y="289"/>
                  </a:lnTo>
                  <a:cubicBezTo>
                    <a:pt x="1517" y="376"/>
                    <a:pt x="1459" y="463"/>
                    <a:pt x="1387" y="492"/>
                  </a:cubicBezTo>
                  <a:lnTo>
                    <a:pt x="391" y="925"/>
                  </a:lnTo>
                  <a:cubicBezTo>
                    <a:pt x="145" y="1026"/>
                    <a:pt x="1" y="1257"/>
                    <a:pt x="1" y="1516"/>
                  </a:cubicBezTo>
                  <a:lnTo>
                    <a:pt x="1" y="3696"/>
                  </a:lnTo>
                  <a:lnTo>
                    <a:pt x="4332" y="3696"/>
                  </a:lnTo>
                  <a:lnTo>
                    <a:pt x="4332" y="1516"/>
                  </a:lnTo>
                  <a:cubicBezTo>
                    <a:pt x="4332" y="1257"/>
                    <a:pt x="4173" y="1026"/>
                    <a:pt x="3942" y="925"/>
                  </a:cubicBezTo>
                  <a:lnTo>
                    <a:pt x="2946" y="492"/>
                  </a:lnTo>
                  <a:cubicBezTo>
                    <a:pt x="2859" y="463"/>
                    <a:pt x="2816" y="376"/>
                    <a:pt x="2816" y="289"/>
                  </a:cubicBezTo>
                  <a:lnTo>
                    <a:pt x="2816" y="1"/>
                  </a:lnTo>
                  <a:close/>
                </a:path>
              </a:pathLst>
            </a:custGeom>
            <a:solidFill>
              <a:srgbClr val="AABBC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279" name="Google Shape;20279;p47"/>
            <p:cNvSpPr/>
            <p:nvPr/>
          </p:nvSpPr>
          <p:spPr>
            <a:xfrm>
              <a:off x="2001615" y="1700444"/>
              <a:ext cx="39742" cy="17066"/>
            </a:xfrm>
            <a:custGeom>
              <a:rect b="b" l="l" r="r" t="t"/>
              <a:pathLst>
                <a:path extrusionOk="0" h="651" w="1516">
                  <a:moveTo>
                    <a:pt x="116" y="1"/>
                  </a:moveTo>
                  <a:lnTo>
                    <a:pt x="116" y="289"/>
                  </a:lnTo>
                  <a:cubicBezTo>
                    <a:pt x="116" y="362"/>
                    <a:pt x="72" y="434"/>
                    <a:pt x="0" y="477"/>
                  </a:cubicBezTo>
                  <a:cubicBezTo>
                    <a:pt x="246" y="593"/>
                    <a:pt x="505" y="650"/>
                    <a:pt x="765" y="650"/>
                  </a:cubicBezTo>
                  <a:cubicBezTo>
                    <a:pt x="1025" y="650"/>
                    <a:pt x="1285" y="593"/>
                    <a:pt x="1516" y="477"/>
                  </a:cubicBezTo>
                  <a:cubicBezTo>
                    <a:pt x="1458" y="434"/>
                    <a:pt x="1415" y="362"/>
                    <a:pt x="1415" y="289"/>
                  </a:cubicBezTo>
                  <a:lnTo>
                    <a:pt x="1415" y="1"/>
                  </a:lnTo>
                  <a:close/>
                </a:path>
              </a:pathLst>
            </a:custGeom>
            <a:solidFill>
              <a:srgbClr val="94A5B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280" name="Google Shape;20280;p47"/>
            <p:cNvSpPr/>
            <p:nvPr/>
          </p:nvSpPr>
          <p:spPr>
            <a:xfrm>
              <a:off x="1964521" y="1715203"/>
              <a:ext cx="113930" cy="82158"/>
            </a:xfrm>
            <a:custGeom>
              <a:rect b="b" l="l" r="r" t="t"/>
              <a:pathLst>
                <a:path extrusionOk="0" h="3134" w="4346">
                  <a:moveTo>
                    <a:pt x="1256" y="1"/>
                  </a:moveTo>
                  <a:lnTo>
                    <a:pt x="405" y="362"/>
                  </a:lnTo>
                  <a:cubicBezTo>
                    <a:pt x="159" y="463"/>
                    <a:pt x="1" y="694"/>
                    <a:pt x="15" y="953"/>
                  </a:cubicBezTo>
                  <a:lnTo>
                    <a:pt x="15" y="3133"/>
                  </a:lnTo>
                  <a:lnTo>
                    <a:pt x="4346" y="3133"/>
                  </a:lnTo>
                  <a:lnTo>
                    <a:pt x="4346" y="953"/>
                  </a:lnTo>
                  <a:cubicBezTo>
                    <a:pt x="4346" y="694"/>
                    <a:pt x="4187" y="463"/>
                    <a:pt x="3956" y="362"/>
                  </a:cubicBezTo>
                  <a:lnTo>
                    <a:pt x="3104" y="1"/>
                  </a:lnTo>
                  <a:cubicBezTo>
                    <a:pt x="2895" y="347"/>
                    <a:pt x="2538" y="520"/>
                    <a:pt x="2180" y="520"/>
                  </a:cubicBezTo>
                  <a:cubicBezTo>
                    <a:pt x="1823" y="520"/>
                    <a:pt x="1466" y="347"/>
                    <a:pt x="1256" y="1"/>
                  </a:cubicBezTo>
                  <a:close/>
                </a:path>
              </a:pathLst>
            </a:custGeom>
            <a:solidFill>
              <a:srgbClr val="BCC9D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281" name="Google Shape;20281;p47"/>
            <p:cNvSpPr/>
            <p:nvPr/>
          </p:nvSpPr>
          <p:spPr>
            <a:xfrm>
              <a:off x="1981560" y="1620986"/>
              <a:ext cx="28784" cy="62077"/>
            </a:xfrm>
            <a:custGeom>
              <a:rect b="b" l="l" r="r" t="t"/>
              <a:pathLst>
                <a:path extrusionOk="0" h="2368" w="1098">
                  <a:moveTo>
                    <a:pt x="664" y="0"/>
                  </a:moveTo>
                  <a:cubicBezTo>
                    <a:pt x="303" y="0"/>
                    <a:pt x="0" y="289"/>
                    <a:pt x="15" y="650"/>
                  </a:cubicBezTo>
                  <a:lnTo>
                    <a:pt x="15" y="794"/>
                  </a:lnTo>
                  <a:cubicBezTo>
                    <a:pt x="15" y="982"/>
                    <a:pt x="43" y="1155"/>
                    <a:pt x="101" y="1343"/>
                  </a:cubicBezTo>
                  <a:lnTo>
                    <a:pt x="448" y="2368"/>
                  </a:lnTo>
                  <a:lnTo>
                    <a:pt x="1097" y="2368"/>
                  </a:lnTo>
                  <a:lnTo>
                    <a:pt x="1097" y="0"/>
                  </a:lnTo>
                  <a:close/>
                </a:path>
              </a:pathLst>
            </a:custGeom>
            <a:solidFill>
              <a:srgbClr val="667A8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282" name="Google Shape;20282;p47"/>
            <p:cNvSpPr/>
            <p:nvPr/>
          </p:nvSpPr>
          <p:spPr>
            <a:xfrm>
              <a:off x="1993278" y="1615297"/>
              <a:ext cx="68159" cy="68159"/>
            </a:xfrm>
            <a:custGeom>
              <a:rect b="b" l="l" r="r" t="t"/>
              <a:pathLst>
                <a:path extrusionOk="0" h="2600" w="2600">
                  <a:moveTo>
                    <a:pt x="650" y="1"/>
                  </a:moveTo>
                  <a:cubicBezTo>
                    <a:pt x="289" y="1"/>
                    <a:pt x="1" y="289"/>
                    <a:pt x="1" y="650"/>
                  </a:cubicBezTo>
                  <a:cubicBezTo>
                    <a:pt x="1" y="896"/>
                    <a:pt x="188" y="1083"/>
                    <a:pt x="434" y="1083"/>
                  </a:cubicBezTo>
                  <a:lnTo>
                    <a:pt x="2166" y="2599"/>
                  </a:lnTo>
                  <a:lnTo>
                    <a:pt x="2527" y="1314"/>
                  </a:lnTo>
                  <a:cubicBezTo>
                    <a:pt x="2585" y="1156"/>
                    <a:pt x="2599" y="997"/>
                    <a:pt x="2599" y="838"/>
                  </a:cubicBezTo>
                  <a:lnTo>
                    <a:pt x="2599" y="434"/>
                  </a:lnTo>
                  <a:cubicBezTo>
                    <a:pt x="2599" y="188"/>
                    <a:pt x="2411" y="1"/>
                    <a:pt x="2166" y="1"/>
                  </a:cubicBezTo>
                  <a:close/>
                </a:path>
              </a:pathLst>
            </a:custGeom>
            <a:solidFill>
              <a:srgbClr val="5C728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283" name="Google Shape;20283;p47"/>
            <p:cNvSpPr/>
            <p:nvPr/>
          </p:nvSpPr>
          <p:spPr>
            <a:xfrm>
              <a:off x="1987223" y="1643688"/>
              <a:ext cx="68526" cy="62470"/>
            </a:xfrm>
            <a:custGeom>
              <a:rect b="b" l="l" r="r" t="t"/>
              <a:pathLst>
                <a:path extrusionOk="0" h="2383" w="2614">
                  <a:moveTo>
                    <a:pt x="838" y="0"/>
                  </a:moveTo>
                  <a:cubicBezTo>
                    <a:pt x="722" y="0"/>
                    <a:pt x="607" y="44"/>
                    <a:pt x="535" y="130"/>
                  </a:cubicBezTo>
                  <a:lnTo>
                    <a:pt x="131" y="520"/>
                  </a:lnTo>
                  <a:cubicBezTo>
                    <a:pt x="58" y="607"/>
                    <a:pt x="1" y="722"/>
                    <a:pt x="15" y="838"/>
                  </a:cubicBezTo>
                  <a:lnTo>
                    <a:pt x="15" y="1083"/>
                  </a:lnTo>
                  <a:cubicBezTo>
                    <a:pt x="15" y="1805"/>
                    <a:pt x="593" y="2382"/>
                    <a:pt x="1314" y="2382"/>
                  </a:cubicBezTo>
                  <a:cubicBezTo>
                    <a:pt x="2022" y="2382"/>
                    <a:pt x="2613" y="1805"/>
                    <a:pt x="2613" y="1083"/>
                  </a:cubicBezTo>
                  <a:lnTo>
                    <a:pt x="2613" y="809"/>
                  </a:lnTo>
                  <a:cubicBezTo>
                    <a:pt x="2613" y="693"/>
                    <a:pt x="2570" y="578"/>
                    <a:pt x="2484" y="506"/>
                  </a:cubicBezTo>
                  <a:cubicBezTo>
                    <a:pt x="2152" y="174"/>
                    <a:pt x="1531" y="29"/>
                    <a:pt x="838" y="0"/>
                  </a:cubicBezTo>
                  <a:close/>
                </a:path>
              </a:pathLst>
            </a:custGeom>
            <a:solidFill>
              <a:srgbClr val="BCC9D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284" name="Google Shape;20284;p47"/>
            <p:cNvSpPr/>
            <p:nvPr/>
          </p:nvSpPr>
          <p:spPr>
            <a:xfrm>
              <a:off x="1987223" y="1643688"/>
              <a:ext cx="68526" cy="61317"/>
            </a:xfrm>
            <a:custGeom>
              <a:rect b="b" l="l" r="r" t="t"/>
              <a:pathLst>
                <a:path extrusionOk="0" h="2339" w="2614">
                  <a:moveTo>
                    <a:pt x="838" y="0"/>
                  </a:moveTo>
                  <a:cubicBezTo>
                    <a:pt x="722" y="0"/>
                    <a:pt x="607" y="44"/>
                    <a:pt x="535" y="130"/>
                  </a:cubicBezTo>
                  <a:lnTo>
                    <a:pt x="131" y="520"/>
                  </a:lnTo>
                  <a:cubicBezTo>
                    <a:pt x="58" y="607"/>
                    <a:pt x="1" y="708"/>
                    <a:pt x="15" y="823"/>
                  </a:cubicBezTo>
                  <a:lnTo>
                    <a:pt x="15" y="1083"/>
                  </a:lnTo>
                  <a:cubicBezTo>
                    <a:pt x="1" y="1661"/>
                    <a:pt x="390" y="2166"/>
                    <a:pt x="953" y="2339"/>
                  </a:cubicBezTo>
                  <a:cubicBezTo>
                    <a:pt x="766" y="2108"/>
                    <a:pt x="665" y="1819"/>
                    <a:pt x="665" y="1516"/>
                  </a:cubicBezTo>
                  <a:lnTo>
                    <a:pt x="665" y="881"/>
                  </a:lnTo>
                  <a:cubicBezTo>
                    <a:pt x="665" y="644"/>
                    <a:pt x="853" y="447"/>
                    <a:pt x="1100" y="447"/>
                  </a:cubicBezTo>
                  <a:cubicBezTo>
                    <a:pt x="1109" y="447"/>
                    <a:pt x="1118" y="447"/>
                    <a:pt x="1127" y="448"/>
                  </a:cubicBezTo>
                  <a:cubicBezTo>
                    <a:pt x="1560" y="477"/>
                    <a:pt x="2209" y="549"/>
                    <a:pt x="2613" y="737"/>
                  </a:cubicBezTo>
                  <a:cubicBezTo>
                    <a:pt x="2599" y="650"/>
                    <a:pt x="2556" y="563"/>
                    <a:pt x="2484" y="491"/>
                  </a:cubicBezTo>
                  <a:cubicBezTo>
                    <a:pt x="2152" y="174"/>
                    <a:pt x="1545" y="15"/>
                    <a:pt x="838" y="0"/>
                  </a:cubicBezTo>
                  <a:close/>
                </a:path>
              </a:pathLst>
            </a:custGeom>
            <a:solidFill>
              <a:srgbClr val="AABBC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285" name="Google Shape;20285;p47"/>
            <p:cNvSpPr/>
            <p:nvPr/>
          </p:nvSpPr>
          <p:spPr>
            <a:xfrm>
              <a:off x="1964521" y="1729595"/>
              <a:ext cx="23122" cy="67766"/>
            </a:xfrm>
            <a:custGeom>
              <a:rect b="b" l="l" r="r" t="t"/>
              <a:pathLst>
                <a:path extrusionOk="0" h="2585" w="882">
                  <a:moveTo>
                    <a:pt x="159" y="0"/>
                  </a:moveTo>
                  <a:cubicBezTo>
                    <a:pt x="58" y="116"/>
                    <a:pt x="1" y="260"/>
                    <a:pt x="1" y="404"/>
                  </a:cubicBezTo>
                  <a:lnTo>
                    <a:pt x="1" y="2584"/>
                  </a:lnTo>
                  <a:lnTo>
                    <a:pt x="881" y="2584"/>
                  </a:lnTo>
                  <a:lnTo>
                    <a:pt x="881" y="982"/>
                  </a:lnTo>
                  <a:cubicBezTo>
                    <a:pt x="867" y="809"/>
                    <a:pt x="809" y="650"/>
                    <a:pt x="679" y="534"/>
                  </a:cubicBezTo>
                  <a:lnTo>
                    <a:pt x="159" y="0"/>
                  </a:lnTo>
                  <a:close/>
                </a:path>
              </a:pathLst>
            </a:custGeom>
            <a:solidFill>
              <a:srgbClr val="72889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286" name="Google Shape;20286;p47"/>
            <p:cNvSpPr/>
            <p:nvPr/>
          </p:nvSpPr>
          <p:spPr>
            <a:xfrm>
              <a:off x="2055723" y="1729595"/>
              <a:ext cx="22728" cy="67766"/>
            </a:xfrm>
            <a:custGeom>
              <a:rect b="b" l="l" r="r" t="t"/>
              <a:pathLst>
                <a:path extrusionOk="0" h="2585" w="867">
                  <a:moveTo>
                    <a:pt x="722" y="0"/>
                  </a:moveTo>
                  <a:lnTo>
                    <a:pt x="188" y="534"/>
                  </a:lnTo>
                  <a:cubicBezTo>
                    <a:pt x="73" y="650"/>
                    <a:pt x="0" y="809"/>
                    <a:pt x="0" y="982"/>
                  </a:cubicBezTo>
                  <a:lnTo>
                    <a:pt x="0" y="2584"/>
                  </a:lnTo>
                  <a:lnTo>
                    <a:pt x="867" y="2584"/>
                  </a:lnTo>
                  <a:lnTo>
                    <a:pt x="867" y="404"/>
                  </a:lnTo>
                  <a:cubicBezTo>
                    <a:pt x="867" y="260"/>
                    <a:pt x="809" y="116"/>
                    <a:pt x="722" y="0"/>
                  </a:cubicBezTo>
                  <a:close/>
                </a:path>
              </a:pathLst>
            </a:custGeom>
            <a:solidFill>
              <a:srgbClr val="72889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287" name="Google Shape;20287;p47"/>
            <p:cNvSpPr/>
            <p:nvPr/>
          </p:nvSpPr>
          <p:spPr>
            <a:xfrm>
              <a:off x="1845321" y="1512744"/>
              <a:ext cx="352723" cy="353090"/>
            </a:xfrm>
            <a:custGeom>
              <a:rect b="b" l="l" r="r" t="t"/>
              <a:pathLst>
                <a:path extrusionOk="0" h="13469" w="13455">
                  <a:moveTo>
                    <a:pt x="6692" y="2597"/>
                  </a:moveTo>
                  <a:cubicBezTo>
                    <a:pt x="8810" y="2597"/>
                    <a:pt x="10841" y="4246"/>
                    <a:pt x="10841" y="6728"/>
                  </a:cubicBezTo>
                  <a:cubicBezTo>
                    <a:pt x="10841" y="9008"/>
                    <a:pt x="8994" y="10856"/>
                    <a:pt x="6727" y="10856"/>
                  </a:cubicBezTo>
                  <a:cubicBezTo>
                    <a:pt x="3046" y="10856"/>
                    <a:pt x="1213" y="6410"/>
                    <a:pt x="3811" y="3812"/>
                  </a:cubicBezTo>
                  <a:cubicBezTo>
                    <a:pt x="4651" y="2972"/>
                    <a:pt x="5681" y="2597"/>
                    <a:pt x="6692" y="2597"/>
                  </a:cubicBezTo>
                  <a:close/>
                  <a:moveTo>
                    <a:pt x="5861" y="1"/>
                  </a:moveTo>
                  <a:cubicBezTo>
                    <a:pt x="5731" y="1"/>
                    <a:pt x="5645" y="102"/>
                    <a:pt x="5645" y="217"/>
                  </a:cubicBezTo>
                  <a:lnTo>
                    <a:pt x="5645" y="795"/>
                  </a:lnTo>
                  <a:cubicBezTo>
                    <a:pt x="5630" y="896"/>
                    <a:pt x="5558" y="982"/>
                    <a:pt x="5457" y="1011"/>
                  </a:cubicBezTo>
                  <a:cubicBezTo>
                    <a:pt x="4779" y="1156"/>
                    <a:pt x="4143" y="1415"/>
                    <a:pt x="3551" y="1791"/>
                  </a:cubicBezTo>
                  <a:cubicBezTo>
                    <a:pt x="3515" y="1815"/>
                    <a:pt x="3477" y="1826"/>
                    <a:pt x="3439" y="1826"/>
                  </a:cubicBezTo>
                  <a:cubicBezTo>
                    <a:pt x="3386" y="1826"/>
                    <a:pt x="3334" y="1804"/>
                    <a:pt x="3292" y="1762"/>
                  </a:cubicBezTo>
                  <a:lnTo>
                    <a:pt x="2873" y="1358"/>
                  </a:lnTo>
                  <a:cubicBezTo>
                    <a:pt x="2837" y="1314"/>
                    <a:pt x="2783" y="1293"/>
                    <a:pt x="2727" y="1293"/>
                  </a:cubicBezTo>
                  <a:cubicBezTo>
                    <a:pt x="2671" y="1293"/>
                    <a:pt x="2613" y="1314"/>
                    <a:pt x="2570" y="1358"/>
                  </a:cubicBezTo>
                  <a:lnTo>
                    <a:pt x="1343" y="2585"/>
                  </a:lnTo>
                  <a:cubicBezTo>
                    <a:pt x="1256" y="2671"/>
                    <a:pt x="1256" y="2801"/>
                    <a:pt x="1343" y="2888"/>
                  </a:cubicBezTo>
                  <a:lnTo>
                    <a:pt x="1761" y="3307"/>
                  </a:lnTo>
                  <a:cubicBezTo>
                    <a:pt x="1834" y="3379"/>
                    <a:pt x="1848" y="3480"/>
                    <a:pt x="1790" y="3566"/>
                  </a:cubicBezTo>
                  <a:cubicBezTo>
                    <a:pt x="1415" y="4144"/>
                    <a:pt x="1155" y="4793"/>
                    <a:pt x="996" y="5472"/>
                  </a:cubicBezTo>
                  <a:cubicBezTo>
                    <a:pt x="982" y="5573"/>
                    <a:pt x="895" y="5645"/>
                    <a:pt x="794" y="5645"/>
                  </a:cubicBezTo>
                  <a:lnTo>
                    <a:pt x="217" y="5645"/>
                  </a:lnTo>
                  <a:cubicBezTo>
                    <a:pt x="87" y="5645"/>
                    <a:pt x="0" y="5746"/>
                    <a:pt x="0" y="5862"/>
                  </a:cubicBezTo>
                  <a:lnTo>
                    <a:pt x="0" y="7594"/>
                  </a:lnTo>
                  <a:cubicBezTo>
                    <a:pt x="0" y="7724"/>
                    <a:pt x="87" y="7810"/>
                    <a:pt x="217" y="7810"/>
                  </a:cubicBezTo>
                  <a:lnTo>
                    <a:pt x="794" y="7810"/>
                  </a:lnTo>
                  <a:cubicBezTo>
                    <a:pt x="895" y="7810"/>
                    <a:pt x="982" y="7897"/>
                    <a:pt x="996" y="7998"/>
                  </a:cubicBezTo>
                  <a:cubicBezTo>
                    <a:pt x="1155" y="8676"/>
                    <a:pt x="1415" y="9312"/>
                    <a:pt x="1790" y="9889"/>
                  </a:cubicBezTo>
                  <a:cubicBezTo>
                    <a:pt x="1848" y="9976"/>
                    <a:pt x="1834" y="10091"/>
                    <a:pt x="1761" y="10163"/>
                  </a:cubicBezTo>
                  <a:lnTo>
                    <a:pt x="1357" y="10567"/>
                  </a:lnTo>
                  <a:cubicBezTo>
                    <a:pt x="1271" y="10654"/>
                    <a:pt x="1271" y="10798"/>
                    <a:pt x="1357" y="10885"/>
                  </a:cubicBezTo>
                  <a:lnTo>
                    <a:pt x="2584" y="12112"/>
                  </a:lnTo>
                  <a:cubicBezTo>
                    <a:pt x="2628" y="12155"/>
                    <a:pt x="2682" y="12177"/>
                    <a:pt x="2736" y="12177"/>
                  </a:cubicBezTo>
                  <a:cubicBezTo>
                    <a:pt x="2790" y="12177"/>
                    <a:pt x="2844" y="12155"/>
                    <a:pt x="2887" y="12112"/>
                  </a:cubicBezTo>
                  <a:lnTo>
                    <a:pt x="3292" y="11693"/>
                  </a:lnTo>
                  <a:cubicBezTo>
                    <a:pt x="3332" y="11653"/>
                    <a:pt x="3387" y="11635"/>
                    <a:pt x="3442" y="11635"/>
                  </a:cubicBezTo>
                  <a:cubicBezTo>
                    <a:pt x="3485" y="11635"/>
                    <a:pt x="3528" y="11646"/>
                    <a:pt x="3566" y="11665"/>
                  </a:cubicBezTo>
                  <a:cubicBezTo>
                    <a:pt x="4143" y="12040"/>
                    <a:pt x="4793" y="12314"/>
                    <a:pt x="5471" y="12459"/>
                  </a:cubicBezTo>
                  <a:cubicBezTo>
                    <a:pt x="5572" y="12473"/>
                    <a:pt x="5645" y="12560"/>
                    <a:pt x="5645" y="12675"/>
                  </a:cubicBezTo>
                  <a:lnTo>
                    <a:pt x="5645" y="13252"/>
                  </a:lnTo>
                  <a:cubicBezTo>
                    <a:pt x="5645" y="13368"/>
                    <a:pt x="5746" y="13469"/>
                    <a:pt x="5861" y="13469"/>
                  </a:cubicBezTo>
                  <a:lnTo>
                    <a:pt x="7593" y="13469"/>
                  </a:lnTo>
                  <a:cubicBezTo>
                    <a:pt x="7723" y="13469"/>
                    <a:pt x="7810" y="13368"/>
                    <a:pt x="7810" y="13252"/>
                  </a:cubicBezTo>
                  <a:lnTo>
                    <a:pt x="7810" y="12675"/>
                  </a:lnTo>
                  <a:cubicBezTo>
                    <a:pt x="7810" y="12560"/>
                    <a:pt x="7897" y="12473"/>
                    <a:pt x="7998" y="12459"/>
                  </a:cubicBezTo>
                  <a:cubicBezTo>
                    <a:pt x="8676" y="12314"/>
                    <a:pt x="9311" y="12040"/>
                    <a:pt x="9889" y="11665"/>
                  </a:cubicBezTo>
                  <a:cubicBezTo>
                    <a:pt x="9926" y="11646"/>
                    <a:pt x="9970" y="11635"/>
                    <a:pt x="10013" y="11635"/>
                  </a:cubicBezTo>
                  <a:cubicBezTo>
                    <a:pt x="10068" y="11635"/>
                    <a:pt x="10122" y="11653"/>
                    <a:pt x="10163" y="11693"/>
                  </a:cubicBezTo>
                  <a:lnTo>
                    <a:pt x="10567" y="12112"/>
                  </a:lnTo>
                  <a:cubicBezTo>
                    <a:pt x="10610" y="12155"/>
                    <a:pt x="10668" y="12177"/>
                    <a:pt x="10726" y="12177"/>
                  </a:cubicBezTo>
                  <a:cubicBezTo>
                    <a:pt x="10784" y="12177"/>
                    <a:pt x="10841" y="12155"/>
                    <a:pt x="10885" y="12112"/>
                  </a:cubicBezTo>
                  <a:lnTo>
                    <a:pt x="12112" y="10885"/>
                  </a:lnTo>
                  <a:cubicBezTo>
                    <a:pt x="12198" y="10798"/>
                    <a:pt x="12198" y="10654"/>
                    <a:pt x="12112" y="10567"/>
                  </a:cubicBezTo>
                  <a:lnTo>
                    <a:pt x="11693" y="10163"/>
                  </a:lnTo>
                  <a:cubicBezTo>
                    <a:pt x="11621" y="10077"/>
                    <a:pt x="11606" y="9976"/>
                    <a:pt x="11664" y="9889"/>
                  </a:cubicBezTo>
                  <a:cubicBezTo>
                    <a:pt x="12025" y="9312"/>
                    <a:pt x="12299" y="8662"/>
                    <a:pt x="12444" y="7998"/>
                  </a:cubicBezTo>
                  <a:cubicBezTo>
                    <a:pt x="12458" y="7883"/>
                    <a:pt x="12545" y="7810"/>
                    <a:pt x="12660" y="7810"/>
                  </a:cubicBezTo>
                  <a:lnTo>
                    <a:pt x="13238" y="7810"/>
                  </a:lnTo>
                  <a:cubicBezTo>
                    <a:pt x="13353" y="7810"/>
                    <a:pt x="13454" y="7709"/>
                    <a:pt x="13454" y="7594"/>
                  </a:cubicBezTo>
                  <a:lnTo>
                    <a:pt x="13454" y="5862"/>
                  </a:lnTo>
                  <a:cubicBezTo>
                    <a:pt x="13454" y="5746"/>
                    <a:pt x="13353" y="5645"/>
                    <a:pt x="13238" y="5645"/>
                  </a:cubicBezTo>
                  <a:lnTo>
                    <a:pt x="12660" y="5645"/>
                  </a:lnTo>
                  <a:cubicBezTo>
                    <a:pt x="12545" y="5645"/>
                    <a:pt x="12458" y="5573"/>
                    <a:pt x="12444" y="5472"/>
                  </a:cubicBezTo>
                  <a:cubicBezTo>
                    <a:pt x="12299" y="4793"/>
                    <a:pt x="12025" y="4144"/>
                    <a:pt x="11664" y="3566"/>
                  </a:cubicBezTo>
                  <a:cubicBezTo>
                    <a:pt x="11606" y="3480"/>
                    <a:pt x="11621" y="3364"/>
                    <a:pt x="11679" y="3292"/>
                  </a:cubicBezTo>
                  <a:lnTo>
                    <a:pt x="12097" y="2888"/>
                  </a:lnTo>
                  <a:cubicBezTo>
                    <a:pt x="12184" y="2801"/>
                    <a:pt x="12184" y="2657"/>
                    <a:pt x="12097" y="2585"/>
                  </a:cubicBezTo>
                  <a:lnTo>
                    <a:pt x="10870" y="1358"/>
                  </a:lnTo>
                  <a:cubicBezTo>
                    <a:pt x="10827" y="1314"/>
                    <a:pt x="10769" y="1293"/>
                    <a:pt x="10711" y="1293"/>
                  </a:cubicBezTo>
                  <a:cubicBezTo>
                    <a:pt x="10654" y="1293"/>
                    <a:pt x="10596" y="1314"/>
                    <a:pt x="10553" y="1358"/>
                  </a:cubicBezTo>
                  <a:lnTo>
                    <a:pt x="10148" y="1762"/>
                  </a:lnTo>
                  <a:cubicBezTo>
                    <a:pt x="10106" y="1804"/>
                    <a:pt x="10050" y="1826"/>
                    <a:pt x="9993" y="1826"/>
                  </a:cubicBezTo>
                  <a:cubicBezTo>
                    <a:pt x="9952" y="1826"/>
                    <a:pt x="9910" y="1815"/>
                    <a:pt x="9874" y="1791"/>
                  </a:cubicBezTo>
                  <a:cubicBezTo>
                    <a:pt x="9297" y="1415"/>
                    <a:pt x="8662" y="1141"/>
                    <a:pt x="7983" y="997"/>
                  </a:cubicBezTo>
                  <a:cubicBezTo>
                    <a:pt x="7882" y="982"/>
                    <a:pt x="7796" y="896"/>
                    <a:pt x="7796" y="795"/>
                  </a:cubicBezTo>
                  <a:lnTo>
                    <a:pt x="7796" y="217"/>
                  </a:lnTo>
                  <a:cubicBezTo>
                    <a:pt x="7796" y="102"/>
                    <a:pt x="7709" y="1"/>
                    <a:pt x="7579" y="1"/>
                  </a:cubicBezTo>
                  <a:close/>
                </a:path>
              </a:pathLst>
            </a:custGeom>
            <a:solidFill>
              <a:srgbClr val="BCC9D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288" name="Google Shape;20288;p47"/>
            <p:cNvSpPr/>
            <p:nvPr/>
          </p:nvSpPr>
          <p:spPr>
            <a:xfrm>
              <a:off x="1854391" y="1563837"/>
              <a:ext cx="292166" cy="250511"/>
            </a:xfrm>
            <a:custGeom>
              <a:rect b="b" l="l" r="r" t="t"/>
              <a:pathLst>
                <a:path extrusionOk="0" h="9556" w="11145">
                  <a:moveTo>
                    <a:pt x="6341" y="861"/>
                  </a:moveTo>
                  <a:cubicBezTo>
                    <a:pt x="8352" y="861"/>
                    <a:pt x="10279" y="2422"/>
                    <a:pt x="10279" y="4779"/>
                  </a:cubicBezTo>
                  <a:cubicBezTo>
                    <a:pt x="10279" y="6930"/>
                    <a:pt x="8532" y="8691"/>
                    <a:pt x="6381" y="8691"/>
                  </a:cubicBezTo>
                  <a:cubicBezTo>
                    <a:pt x="2902" y="8676"/>
                    <a:pt x="1156" y="4476"/>
                    <a:pt x="3610" y="2007"/>
                  </a:cubicBezTo>
                  <a:cubicBezTo>
                    <a:pt x="4406" y="1215"/>
                    <a:pt x="5383" y="861"/>
                    <a:pt x="6341" y="861"/>
                  </a:cubicBezTo>
                  <a:close/>
                  <a:moveTo>
                    <a:pt x="6381" y="1"/>
                  </a:moveTo>
                  <a:cubicBezTo>
                    <a:pt x="2123" y="1"/>
                    <a:pt x="1" y="5154"/>
                    <a:pt x="3003" y="8157"/>
                  </a:cubicBezTo>
                  <a:cubicBezTo>
                    <a:pt x="3914" y="9067"/>
                    <a:pt x="5143" y="9555"/>
                    <a:pt x="6390" y="9555"/>
                  </a:cubicBezTo>
                  <a:cubicBezTo>
                    <a:pt x="7001" y="9555"/>
                    <a:pt x="7616" y="9438"/>
                    <a:pt x="8200" y="9196"/>
                  </a:cubicBezTo>
                  <a:cubicBezTo>
                    <a:pt x="9990" y="8445"/>
                    <a:pt x="11145" y="6713"/>
                    <a:pt x="11145" y="4779"/>
                  </a:cubicBezTo>
                  <a:cubicBezTo>
                    <a:pt x="11145" y="2137"/>
                    <a:pt x="9009" y="1"/>
                    <a:pt x="6381" y="1"/>
                  </a:cubicBezTo>
                  <a:close/>
                </a:path>
              </a:pathLst>
            </a:custGeom>
            <a:solidFill>
              <a:srgbClr val="72889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20289" name="Google Shape;20289;p47"/>
          <p:cNvGrpSpPr/>
          <p:nvPr/>
        </p:nvGrpSpPr>
        <p:grpSpPr>
          <a:xfrm>
            <a:off x="3214452" y="3340533"/>
            <a:ext cx="392464" cy="389895"/>
            <a:chOff x="3214452" y="3340533"/>
            <a:chExt cx="392464" cy="389895"/>
          </a:xfrm>
        </p:grpSpPr>
        <p:sp>
          <p:nvSpPr>
            <p:cNvPr id="20290" name="Google Shape;20290;p47"/>
            <p:cNvSpPr/>
            <p:nvPr/>
          </p:nvSpPr>
          <p:spPr>
            <a:xfrm>
              <a:off x="3214452" y="3340533"/>
              <a:ext cx="289912" cy="97651"/>
            </a:xfrm>
            <a:custGeom>
              <a:rect b="b" l="l" r="r" t="t"/>
              <a:pathLst>
                <a:path extrusionOk="0" h="3725" w="11059">
                  <a:moveTo>
                    <a:pt x="59" y="1"/>
                  </a:moveTo>
                  <a:cubicBezTo>
                    <a:pt x="30" y="1"/>
                    <a:pt x="1" y="29"/>
                    <a:pt x="1" y="44"/>
                  </a:cubicBezTo>
                  <a:lnTo>
                    <a:pt x="1" y="3682"/>
                  </a:lnTo>
                  <a:cubicBezTo>
                    <a:pt x="1" y="3711"/>
                    <a:pt x="30" y="3725"/>
                    <a:pt x="59" y="3725"/>
                  </a:cubicBezTo>
                  <a:lnTo>
                    <a:pt x="11015" y="3725"/>
                  </a:lnTo>
                  <a:cubicBezTo>
                    <a:pt x="11030" y="3725"/>
                    <a:pt x="11058" y="3711"/>
                    <a:pt x="11058" y="3682"/>
                  </a:cubicBezTo>
                  <a:lnTo>
                    <a:pt x="11058" y="44"/>
                  </a:lnTo>
                  <a:cubicBezTo>
                    <a:pt x="11058" y="29"/>
                    <a:pt x="11030" y="1"/>
                    <a:pt x="11015" y="1"/>
                  </a:cubicBezTo>
                  <a:close/>
                </a:path>
              </a:pathLst>
            </a:custGeom>
            <a:solidFill>
              <a:srgbClr val="F4F5F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291" name="Google Shape;20291;p47"/>
            <p:cNvSpPr/>
            <p:nvPr/>
          </p:nvSpPr>
          <p:spPr>
            <a:xfrm>
              <a:off x="3214452" y="3571749"/>
              <a:ext cx="302783" cy="98411"/>
            </a:xfrm>
            <a:custGeom>
              <a:rect b="b" l="l" r="r" t="t"/>
              <a:pathLst>
                <a:path extrusionOk="0" h="3754" w="11550">
                  <a:moveTo>
                    <a:pt x="59" y="1"/>
                  </a:moveTo>
                  <a:cubicBezTo>
                    <a:pt x="30" y="1"/>
                    <a:pt x="1" y="30"/>
                    <a:pt x="1" y="58"/>
                  </a:cubicBezTo>
                  <a:lnTo>
                    <a:pt x="1" y="3682"/>
                  </a:lnTo>
                  <a:cubicBezTo>
                    <a:pt x="1" y="3711"/>
                    <a:pt x="30" y="3739"/>
                    <a:pt x="59" y="3739"/>
                  </a:cubicBezTo>
                  <a:lnTo>
                    <a:pt x="9413" y="3739"/>
                  </a:lnTo>
                  <a:lnTo>
                    <a:pt x="9528" y="3754"/>
                  </a:lnTo>
                  <a:lnTo>
                    <a:pt x="9543" y="3754"/>
                  </a:lnTo>
                  <a:lnTo>
                    <a:pt x="9644" y="3696"/>
                  </a:lnTo>
                  <a:cubicBezTo>
                    <a:pt x="9716" y="3653"/>
                    <a:pt x="9774" y="3624"/>
                    <a:pt x="9846" y="3595"/>
                  </a:cubicBezTo>
                  <a:lnTo>
                    <a:pt x="11520" y="2931"/>
                  </a:lnTo>
                  <a:cubicBezTo>
                    <a:pt x="11535" y="2931"/>
                    <a:pt x="11549" y="2917"/>
                    <a:pt x="11549" y="2888"/>
                  </a:cubicBezTo>
                  <a:lnTo>
                    <a:pt x="11549" y="2166"/>
                  </a:lnTo>
                  <a:cubicBezTo>
                    <a:pt x="11549" y="2152"/>
                    <a:pt x="11549" y="2137"/>
                    <a:pt x="11535" y="2123"/>
                  </a:cubicBezTo>
                  <a:lnTo>
                    <a:pt x="11362" y="2036"/>
                  </a:lnTo>
                  <a:cubicBezTo>
                    <a:pt x="11058" y="1863"/>
                    <a:pt x="10827" y="1589"/>
                    <a:pt x="10741" y="1257"/>
                  </a:cubicBezTo>
                  <a:lnTo>
                    <a:pt x="10669" y="1011"/>
                  </a:lnTo>
                  <a:cubicBezTo>
                    <a:pt x="10669" y="982"/>
                    <a:pt x="10640" y="968"/>
                    <a:pt x="10625" y="968"/>
                  </a:cubicBezTo>
                  <a:lnTo>
                    <a:pt x="10366" y="968"/>
                  </a:lnTo>
                  <a:cubicBezTo>
                    <a:pt x="10106" y="968"/>
                    <a:pt x="9889" y="751"/>
                    <a:pt x="9889" y="491"/>
                  </a:cubicBezTo>
                  <a:cubicBezTo>
                    <a:pt x="9889" y="463"/>
                    <a:pt x="9889" y="448"/>
                    <a:pt x="9889" y="419"/>
                  </a:cubicBezTo>
                  <a:lnTo>
                    <a:pt x="9932" y="58"/>
                  </a:lnTo>
                  <a:cubicBezTo>
                    <a:pt x="9932" y="30"/>
                    <a:pt x="9918" y="1"/>
                    <a:pt x="9889" y="1"/>
                  </a:cubicBezTo>
                  <a:close/>
                </a:path>
              </a:pathLst>
            </a:custGeom>
            <a:solidFill>
              <a:srgbClr val="F4F5F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292" name="Google Shape;20292;p47"/>
            <p:cNvSpPr/>
            <p:nvPr/>
          </p:nvSpPr>
          <p:spPr>
            <a:xfrm>
              <a:off x="3214452" y="3456246"/>
              <a:ext cx="289912" cy="97756"/>
            </a:xfrm>
            <a:custGeom>
              <a:rect b="b" l="l" r="r" t="t"/>
              <a:pathLst>
                <a:path extrusionOk="0" h="3729" w="11059">
                  <a:moveTo>
                    <a:pt x="11030" y="0"/>
                  </a:moveTo>
                  <a:cubicBezTo>
                    <a:pt x="11025" y="0"/>
                    <a:pt x="11020" y="1"/>
                    <a:pt x="11015" y="4"/>
                  </a:cubicBezTo>
                  <a:lnTo>
                    <a:pt x="59" y="4"/>
                  </a:lnTo>
                  <a:cubicBezTo>
                    <a:pt x="30" y="4"/>
                    <a:pt x="1" y="18"/>
                    <a:pt x="1" y="47"/>
                  </a:cubicBezTo>
                  <a:lnTo>
                    <a:pt x="1" y="3685"/>
                  </a:lnTo>
                  <a:cubicBezTo>
                    <a:pt x="1" y="3714"/>
                    <a:pt x="30" y="3728"/>
                    <a:pt x="59" y="3728"/>
                  </a:cubicBezTo>
                  <a:lnTo>
                    <a:pt x="9817" y="3728"/>
                  </a:lnTo>
                  <a:cubicBezTo>
                    <a:pt x="9846" y="3728"/>
                    <a:pt x="9860" y="3714"/>
                    <a:pt x="9875" y="3685"/>
                  </a:cubicBezTo>
                  <a:lnTo>
                    <a:pt x="9889" y="3396"/>
                  </a:lnTo>
                  <a:cubicBezTo>
                    <a:pt x="9947" y="2804"/>
                    <a:pt x="10279" y="2530"/>
                    <a:pt x="10856" y="2227"/>
                  </a:cubicBezTo>
                  <a:lnTo>
                    <a:pt x="11044" y="2140"/>
                  </a:lnTo>
                  <a:cubicBezTo>
                    <a:pt x="11058" y="2126"/>
                    <a:pt x="11058" y="2111"/>
                    <a:pt x="11058" y="2097"/>
                  </a:cubicBezTo>
                  <a:lnTo>
                    <a:pt x="11058" y="47"/>
                  </a:lnTo>
                  <a:cubicBezTo>
                    <a:pt x="11058" y="24"/>
                    <a:pt x="11049" y="0"/>
                    <a:pt x="11030" y="0"/>
                  </a:cubicBezTo>
                  <a:close/>
                </a:path>
              </a:pathLst>
            </a:custGeom>
            <a:solidFill>
              <a:srgbClr val="F4F5F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293" name="Google Shape;20293;p47"/>
            <p:cNvSpPr/>
            <p:nvPr/>
          </p:nvSpPr>
          <p:spPr>
            <a:xfrm>
              <a:off x="3307410" y="3371912"/>
              <a:ext cx="88476" cy="12950"/>
            </a:xfrm>
            <a:custGeom>
              <a:rect b="b" l="l" r="r" t="t"/>
              <a:pathLst>
                <a:path extrusionOk="0" h="494" w="3375">
                  <a:moveTo>
                    <a:pt x="325" y="1"/>
                  </a:moveTo>
                  <a:cubicBezTo>
                    <a:pt x="1" y="1"/>
                    <a:pt x="1" y="494"/>
                    <a:pt x="325" y="494"/>
                  </a:cubicBezTo>
                  <a:cubicBezTo>
                    <a:pt x="334" y="494"/>
                    <a:pt x="343" y="493"/>
                    <a:pt x="352" y="493"/>
                  </a:cubicBezTo>
                  <a:lnTo>
                    <a:pt x="3023" y="493"/>
                  </a:lnTo>
                  <a:cubicBezTo>
                    <a:pt x="3032" y="493"/>
                    <a:pt x="3041" y="494"/>
                    <a:pt x="3050" y="494"/>
                  </a:cubicBezTo>
                  <a:cubicBezTo>
                    <a:pt x="3375" y="494"/>
                    <a:pt x="3375" y="1"/>
                    <a:pt x="3050" y="1"/>
                  </a:cubicBezTo>
                  <a:cubicBezTo>
                    <a:pt x="3041" y="1"/>
                    <a:pt x="3032" y="1"/>
                    <a:pt x="3023" y="2"/>
                  </a:cubicBezTo>
                  <a:lnTo>
                    <a:pt x="352" y="2"/>
                  </a:lnTo>
                  <a:cubicBezTo>
                    <a:pt x="343" y="1"/>
                    <a:pt x="334" y="1"/>
                    <a:pt x="325" y="1"/>
                  </a:cubicBezTo>
                  <a:close/>
                </a:path>
              </a:pathLst>
            </a:custGeom>
            <a:solidFill>
              <a:srgbClr val="CDD7D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294" name="Google Shape;20294;p47"/>
            <p:cNvSpPr/>
            <p:nvPr/>
          </p:nvSpPr>
          <p:spPr>
            <a:xfrm>
              <a:off x="3307410" y="3400303"/>
              <a:ext cx="157605" cy="12557"/>
            </a:xfrm>
            <a:custGeom>
              <a:rect b="b" l="l" r="r" t="t"/>
              <a:pathLst>
                <a:path extrusionOk="0" h="479" w="6012">
                  <a:moveTo>
                    <a:pt x="325" y="0"/>
                  </a:moveTo>
                  <a:cubicBezTo>
                    <a:pt x="1" y="0"/>
                    <a:pt x="1" y="479"/>
                    <a:pt x="325" y="479"/>
                  </a:cubicBezTo>
                  <a:cubicBezTo>
                    <a:pt x="334" y="479"/>
                    <a:pt x="343" y="479"/>
                    <a:pt x="352" y="478"/>
                  </a:cubicBezTo>
                  <a:lnTo>
                    <a:pt x="5708" y="478"/>
                  </a:lnTo>
                  <a:cubicBezTo>
                    <a:pt x="6011" y="449"/>
                    <a:pt x="6011" y="16"/>
                    <a:pt x="5708" y="1"/>
                  </a:cubicBezTo>
                  <a:lnTo>
                    <a:pt x="352" y="1"/>
                  </a:lnTo>
                  <a:cubicBezTo>
                    <a:pt x="343" y="1"/>
                    <a:pt x="334" y="0"/>
                    <a:pt x="325" y="0"/>
                  </a:cubicBezTo>
                  <a:close/>
                </a:path>
              </a:pathLst>
            </a:custGeom>
            <a:solidFill>
              <a:srgbClr val="CDD7D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295" name="Google Shape;20295;p47"/>
            <p:cNvSpPr/>
            <p:nvPr/>
          </p:nvSpPr>
          <p:spPr>
            <a:xfrm>
              <a:off x="3307410" y="3487704"/>
              <a:ext cx="88476" cy="12950"/>
            </a:xfrm>
            <a:custGeom>
              <a:rect b="b" l="l" r="r" t="t"/>
              <a:pathLst>
                <a:path extrusionOk="0" h="494" w="3375">
                  <a:moveTo>
                    <a:pt x="325" y="1"/>
                  </a:moveTo>
                  <a:cubicBezTo>
                    <a:pt x="1" y="1"/>
                    <a:pt x="1" y="494"/>
                    <a:pt x="325" y="494"/>
                  </a:cubicBezTo>
                  <a:cubicBezTo>
                    <a:pt x="334" y="494"/>
                    <a:pt x="343" y="494"/>
                    <a:pt x="352" y="493"/>
                  </a:cubicBezTo>
                  <a:lnTo>
                    <a:pt x="3023" y="493"/>
                  </a:lnTo>
                  <a:cubicBezTo>
                    <a:pt x="3032" y="494"/>
                    <a:pt x="3041" y="494"/>
                    <a:pt x="3050" y="494"/>
                  </a:cubicBezTo>
                  <a:cubicBezTo>
                    <a:pt x="3375" y="494"/>
                    <a:pt x="3375" y="1"/>
                    <a:pt x="3050" y="1"/>
                  </a:cubicBezTo>
                  <a:cubicBezTo>
                    <a:pt x="3041" y="1"/>
                    <a:pt x="3032" y="1"/>
                    <a:pt x="3023" y="2"/>
                  </a:cubicBezTo>
                  <a:lnTo>
                    <a:pt x="352" y="2"/>
                  </a:lnTo>
                  <a:cubicBezTo>
                    <a:pt x="343" y="1"/>
                    <a:pt x="334" y="1"/>
                    <a:pt x="325" y="1"/>
                  </a:cubicBezTo>
                  <a:close/>
                </a:path>
              </a:pathLst>
            </a:custGeom>
            <a:solidFill>
              <a:srgbClr val="CDD7D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296" name="Google Shape;20296;p47"/>
            <p:cNvSpPr/>
            <p:nvPr/>
          </p:nvSpPr>
          <p:spPr>
            <a:xfrm>
              <a:off x="3307410" y="3516068"/>
              <a:ext cx="155691" cy="12609"/>
            </a:xfrm>
            <a:custGeom>
              <a:rect b="b" l="l" r="r" t="t"/>
              <a:pathLst>
                <a:path extrusionOk="0" h="481" w="5939">
                  <a:moveTo>
                    <a:pt x="313" y="0"/>
                  </a:moveTo>
                  <a:cubicBezTo>
                    <a:pt x="1" y="0"/>
                    <a:pt x="5" y="480"/>
                    <a:pt x="325" y="480"/>
                  </a:cubicBezTo>
                  <a:cubicBezTo>
                    <a:pt x="334" y="480"/>
                    <a:pt x="343" y="480"/>
                    <a:pt x="352" y="479"/>
                  </a:cubicBezTo>
                  <a:lnTo>
                    <a:pt x="5650" y="479"/>
                  </a:lnTo>
                  <a:cubicBezTo>
                    <a:pt x="5939" y="450"/>
                    <a:pt x="5939" y="17"/>
                    <a:pt x="5650" y="3"/>
                  </a:cubicBezTo>
                  <a:lnTo>
                    <a:pt x="352" y="3"/>
                  </a:lnTo>
                  <a:cubicBezTo>
                    <a:pt x="339" y="1"/>
                    <a:pt x="326" y="0"/>
                    <a:pt x="313" y="0"/>
                  </a:cubicBezTo>
                  <a:close/>
                </a:path>
              </a:pathLst>
            </a:custGeom>
            <a:solidFill>
              <a:srgbClr val="CDD7D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297" name="Google Shape;20297;p47"/>
            <p:cNvSpPr/>
            <p:nvPr/>
          </p:nvSpPr>
          <p:spPr>
            <a:xfrm>
              <a:off x="3307410" y="3603522"/>
              <a:ext cx="88476" cy="12950"/>
            </a:xfrm>
            <a:custGeom>
              <a:rect b="b" l="l" r="r" t="t"/>
              <a:pathLst>
                <a:path extrusionOk="0" h="494" w="3375">
                  <a:moveTo>
                    <a:pt x="325" y="0"/>
                  </a:moveTo>
                  <a:cubicBezTo>
                    <a:pt x="1" y="0"/>
                    <a:pt x="1" y="493"/>
                    <a:pt x="325" y="493"/>
                  </a:cubicBezTo>
                  <a:cubicBezTo>
                    <a:pt x="334" y="493"/>
                    <a:pt x="343" y="493"/>
                    <a:pt x="352" y="492"/>
                  </a:cubicBezTo>
                  <a:lnTo>
                    <a:pt x="3023" y="492"/>
                  </a:lnTo>
                  <a:cubicBezTo>
                    <a:pt x="3032" y="493"/>
                    <a:pt x="3041" y="493"/>
                    <a:pt x="3050" y="493"/>
                  </a:cubicBezTo>
                  <a:cubicBezTo>
                    <a:pt x="3375" y="493"/>
                    <a:pt x="3375" y="0"/>
                    <a:pt x="3050" y="0"/>
                  </a:cubicBezTo>
                  <a:cubicBezTo>
                    <a:pt x="3041" y="0"/>
                    <a:pt x="3032" y="0"/>
                    <a:pt x="3023" y="1"/>
                  </a:cubicBezTo>
                  <a:lnTo>
                    <a:pt x="352" y="1"/>
                  </a:lnTo>
                  <a:cubicBezTo>
                    <a:pt x="343" y="0"/>
                    <a:pt x="334" y="0"/>
                    <a:pt x="325" y="0"/>
                  </a:cubicBezTo>
                  <a:close/>
                </a:path>
              </a:pathLst>
            </a:custGeom>
            <a:solidFill>
              <a:srgbClr val="CDD7D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298" name="Google Shape;20298;p47"/>
            <p:cNvSpPr/>
            <p:nvPr/>
          </p:nvSpPr>
          <p:spPr>
            <a:xfrm>
              <a:off x="3307410" y="3631519"/>
              <a:ext cx="156215" cy="12950"/>
            </a:xfrm>
            <a:custGeom>
              <a:rect b="b" l="l" r="r" t="t"/>
              <a:pathLst>
                <a:path extrusionOk="0" h="494" w="5959">
                  <a:moveTo>
                    <a:pt x="325" y="0"/>
                  </a:moveTo>
                  <a:cubicBezTo>
                    <a:pt x="1" y="0"/>
                    <a:pt x="1" y="493"/>
                    <a:pt x="325" y="493"/>
                  </a:cubicBezTo>
                  <a:cubicBezTo>
                    <a:pt x="334" y="493"/>
                    <a:pt x="343" y="493"/>
                    <a:pt x="352" y="492"/>
                  </a:cubicBezTo>
                  <a:lnTo>
                    <a:pt x="5607" y="492"/>
                  </a:lnTo>
                  <a:cubicBezTo>
                    <a:pt x="5616" y="493"/>
                    <a:pt x="5625" y="493"/>
                    <a:pt x="5634" y="493"/>
                  </a:cubicBezTo>
                  <a:cubicBezTo>
                    <a:pt x="5959" y="493"/>
                    <a:pt x="5959" y="0"/>
                    <a:pt x="5634" y="0"/>
                  </a:cubicBezTo>
                  <a:cubicBezTo>
                    <a:pt x="5625" y="0"/>
                    <a:pt x="5616" y="1"/>
                    <a:pt x="5607" y="1"/>
                  </a:cubicBezTo>
                  <a:lnTo>
                    <a:pt x="352" y="1"/>
                  </a:lnTo>
                  <a:cubicBezTo>
                    <a:pt x="343" y="1"/>
                    <a:pt x="334" y="0"/>
                    <a:pt x="325" y="0"/>
                  </a:cubicBezTo>
                  <a:close/>
                </a:path>
              </a:pathLst>
            </a:custGeom>
            <a:solidFill>
              <a:srgbClr val="CDD7D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299" name="Google Shape;20299;p47"/>
            <p:cNvSpPr/>
            <p:nvPr/>
          </p:nvSpPr>
          <p:spPr>
            <a:xfrm>
              <a:off x="3235660" y="3365070"/>
              <a:ext cx="57175" cy="54973"/>
            </a:xfrm>
            <a:custGeom>
              <a:rect b="b" l="l" r="r" t="t"/>
              <a:pathLst>
                <a:path extrusionOk="0" h="2097" w="2181">
                  <a:moveTo>
                    <a:pt x="1498" y="0"/>
                  </a:moveTo>
                  <a:cubicBezTo>
                    <a:pt x="1485" y="0"/>
                    <a:pt x="1472" y="1"/>
                    <a:pt x="1458" y="3"/>
                  </a:cubicBezTo>
                  <a:lnTo>
                    <a:pt x="246" y="3"/>
                  </a:lnTo>
                  <a:cubicBezTo>
                    <a:pt x="101" y="3"/>
                    <a:pt x="0" y="104"/>
                    <a:pt x="0" y="234"/>
                  </a:cubicBezTo>
                  <a:lnTo>
                    <a:pt x="0" y="1851"/>
                  </a:lnTo>
                  <a:cubicBezTo>
                    <a:pt x="0" y="1981"/>
                    <a:pt x="101" y="2096"/>
                    <a:pt x="246" y="2096"/>
                  </a:cubicBezTo>
                  <a:lnTo>
                    <a:pt x="1935" y="2096"/>
                  </a:lnTo>
                  <a:cubicBezTo>
                    <a:pt x="2065" y="2096"/>
                    <a:pt x="2166" y="1981"/>
                    <a:pt x="2166" y="1851"/>
                  </a:cubicBezTo>
                  <a:lnTo>
                    <a:pt x="2166" y="1418"/>
                  </a:lnTo>
                  <a:cubicBezTo>
                    <a:pt x="2180" y="1237"/>
                    <a:pt x="2054" y="1147"/>
                    <a:pt x="1927" y="1147"/>
                  </a:cubicBezTo>
                  <a:cubicBezTo>
                    <a:pt x="1801" y="1147"/>
                    <a:pt x="1675" y="1237"/>
                    <a:pt x="1689" y="1418"/>
                  </a:cubicBezTo>
                  <a:lnTo>
                    <a:pt x="1689" y="1605"/>
                  </a:lnTo>
                  <a:lnTo>
                    <a:pt x="477" y="1605"/>
                  </a:lnTo>
                  <a:lnTo>
                    <a:pt x="477" y="479"/>
                  </a:lnTo>
                  <a:lnTo>
                    <a:pt x="1458" y="479"/>
                  </a:lnTo>
                  <a:cubicBezTo>
                    <a:pt x="1468" y="480"/>
                    <a:pt x="1477" y="480"/>
                    <a:pt x="1485" y="480"/>
                  </a:cubicBezTo>
                  <a:cubicBezTo>
                    <a:pt x="1806" y="480"/>
                    <a:pt x="1810" y="0"/>
                    <a:pt x="1498" y="0"/>
                  </a:cubicBezTo>
                  <a:close/>
                </a:path>
              </a:pathLst>
            </a:custGeom>
            <a:solidFill>
              <a:srgbClr val="62778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300" name="Google Shape;20300;p47"/>
            <p:cNvSpPr/>
            <p:nvPr/>
          </p:nvSpPr>
          <p:spPr>
            <a:xfrm>
              <a:off x="3248426" y="3364755"/>
              <a:ext cx="55104" cy="40528"/>
            </a:xfrm>
            <a:custGeom>
              <a:rect b="b" l="l" r="r" t="t"/>
              <a:pathLst>
                <a:path extrusionOk="0" h="1546" w="2102">
                  <a:moveTo>
                    <a:pt x="1754" y="1"/>
                  </a:moveTo>
                  <a:cubicBezTo>
                    <a:pt x="1694" y="1"/>
                    <a:pt x="1631" y="26"/>
                    <a:pt x="1578" y="87"/>
                  </a:cubicBezTo>
                  <a:lnTo>
                    <a:pt x="769" y="939"/>
                  </a:lnTo>
                  <a:lnTo>
                    <a:pt x="524" y="679"/>
                  </a:lnTo>
                  <a:cubicBezTo>
                    <a:pt x="470" y="618"/>
                    <a:pt x="407" y="593"/>
                    <a:pt x="346" y="593"/>
                  </a:cubicBezTo>
                  <a:cubicBezTo>
                    <a:pt x="163" y="593"/>
                    <a:pt x="0" y="823"/>
                    <a:pt x="163" y="997"/>
                  </a:cubicBezTo>
                  <a:lnTo>
                    <a:pt x="581" y="1458"/>
                  </a:lnTo>
                  <a:cubicBezTo>
                    <a:pt x="625" y="1516"/>
                    <a:pt x="697" y="1545"/>
                    <a:pt x="769" y="1545"/>
                  </a:cubicBezTo>
                  <a:cubicBezTo>
                    <a:pt x="841" y="1545"/>
                    <a:pt x="899" y="1516"/>
                    <a:pt x="957" y="1473"/>
                  </a:cubicBezTo>
                  <a:lnTo>
                    <a:pt x="1938" y="419"/>
                  </a:lnTo>
                  <a:cubicBezTo>
                    <a:pt x="2101" y="235"/>
                    <a:pt x="1937" y="1"/>
                    <a:pt x="1754" y="1"/>
                  </a:cubicBezTo>
                  <a:close/>
                </a:path>
              </a:pathLst>
            </a:custGeom>
            <a:solidFill>
              <a:srgbClr val="69819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301" name="Google Shape;20301;p47"/>
            <p:cNvSpPr/>
            <p:nvPr/>
          </p:nvSpPr>
          <p:spPr>
            <a:xfrm>
              <a:off x="3235660" y="3480547"/>
              <a:ext cx="56782" cy="55287"/>
            </a:xfrm>
            <a:custGeom>
              <a:rect b="b" l="l" r="r" t="t"/>
              <a:pathLst>
                <a:path extrusionOk="0" h="2109" w="2166">
                  <a:moveTo>
                    <a:pt x="246" y="1"/>
                  </a:moveTo>
                  <a:cubicBezTo>
                    <a:pt x="101" y="1"/>
                    <a:pt x="0" y="116"/>
                    <a:pt x="0" y="246"/>
                  </a:cubicBezTo>
                  <a:lnTo>
                    <a:pt x="0" y="1863"/>
                  </a:lnTo>
                  <a:cubicBezTo>
                    <a:pt x="0" y="1993"/>
                    <a:pt x="101" y="2108"/>
                    <a:pt x="246" y="2108"/>
                  </a:cubicBezTo>
                  <a:lnTo>
                    <a:pt x="1935" y="2108"/>
                  </a:lnTo>
                  <a:cubicBezTo>
                    <a:pt x="2065" y="2108"/>
                    <a:pt x="2166" y="1993"/>
                    <a:pt x="2166" y="1863"/>
                  </a:cubicBezTo>
                  <a:lnTo>
                    <a:pt x="2166" y="1430"/>
                  </a:lnTo>
                  <a:cubicBezTo>
                    <a:pt x="2151" y="1278"/>
                    <a:pt x="2036" y="1202"/>
                    <a:pt x="1922" y="1202"/>
                  </a:cubicBezTo>
                  <a:cubicBezTo>
                    <a:pt x="1808" y="1202"/>
                    <a:pt x="1696" y="1278"/>
                    <a:pt x="1689" y="1430"/>
                  </a:cubicBezTo>
                  <a:lnTo>
                    <a:pt x="1689" y="1617"/>
                  </a:lnTo>
                  <a:lnTo>
                    <a:pt x="477" y="1617"/>
                  </a:lnTo>
                  <a:lnTo>
                    <a:pt x="477" y="492"/>
                  </a:lnTo>
                  <a:lnTo>
                    <a:pt x="1458" y="492"/>
                  </a:lnTo>
                  <a:cubicBezTo>
                    <a:pt x="1761" y="463"/>
                    <a:pt x="1761" y="30"/>
                    <a:pt x="1458" y="1"/>
                  </a:cubicBezTo>
                  <a:close/>
                </a:path>
              </a:pathLst>
            </a:custGeom>
            <a:solidFill>
              <a:srgbClr val="62778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302" name="Google Shape;20302;p47"/>
            <p:cNvSpPr/>
            <p:nvPr/>
          </p:nvSpPr>
          <p:spPr>
            <a:xfrm>
              <a:off x="3248400" y="3480573"/>
              <a:ext cx="55130" cy="40502"/>
            </a:xfrm>
            <a:custGeom>
              <a:rect b="b" l="l" r="r" t="t"/>
              <a:pathLst>
                <a:path extrusionOk="0" h="1545" w="2103">
                  <a:moveTo>
                    <a:pt x="1755" y="0"/>
                  </a:moveTo>
                  <a:cubicBezTo>
                    <a:pt x="1695" y="0"/>
                    <a:pt x="1632" y="26"/>
                    <a:pt x="1579" y="86"/>
                  </a:cubicBezTo>
                  <a:lnTo>
                    <a:pt x="770" y="938"/>
                  </a:lnTo>
                  <a:lnTo>
                    <a:pt x="525" y="664"/>
                  </a:lnTo>
                  <a:cubicBezTo>
                    <a:pt x="472" y="607"/>
                    <a:pt x="410" y="584"/>
                    <a:pt x="351" y="584"/>
                  </a:cubicBezTo>
                  <a:cubicBezTo>
                    <a:pt x="166" y="584"/>
                    <a:pt x="0" y="810"/>
                    <a:pt x="164" y="996"/>
                  </a:cubicBezTo>
                  <a:lnTo>
                    <a:pt x="582" y="1458"/>
                  </a:lnTo>
                  <a:cubicBezTo>
                    <a:pt x="626" y="1515"/>
                    <a:pt x="698" y="1544"/>
                    <a:pt x="770" y="1544"/>
                  </a:cubicBezTo>
                  <a:cubicBezTo>
                    <a:pt x="842" y="1544"/>
                    <a:pt x="900" y="1515"/>
                    <a:pt x="958" y="1458"/>
                  </a:cubicBezTo>
                  <a:lnTo>
                    <a:pt x="1939" y="418"/>
                  </a:lnTo>
                  <a:cubicBezTo>
                    <a:pt x="2102" y="234"/>
                    <a:pt x="1938" y="0"/>
                    <a:pt x="1755" y="0"/>
                  </a:cubicBezTo>
                  <a:close/>
                </a:path>
              </a:pathLst>
            </a:custGeom>
            <a:solidFill>
              <a:srgbClr val="69819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303" name="Google Shape;20303;p47"/>
            <p:cNvSpPr/>
            <p:nvPr/>
          </p:nvSpPr>
          <p:spPr>
            <a:xfrm>
              <a:off x="3235660" y="3596312"/>
              <a:ext cx="56782" cy="55314"/>
            </a:xfrm>
            <a:custGeom>
              <a:rect b="b" l="l" r="r" t="t"/>
              <a:pathLst>
                <a:path extrusionOk="0" h="2110" w="2166">
                  <a:moveTo>
                    <a:pt x="1485" y="1"/>
                  </a:moveTo>
                  <a:cubicBezTo>
                    <a:pt x="1477" y="1"/>
                    <a:pt x="1468" y="1"/>
                    <a:pt x="1458" y="2"/>
                  </a:cubicBezTo>
                  <a:lnTo>
                    <a:pt x="246" y="2"/>
                  </a:lnTo>
                  <a:cubicBezTo>
                    <a:pt x="101" y="2"/>
                    <a:pt x="0" y="117"/>
                    <a:pt x="0" y="247"/>
                  </a:cubicBezTo>
                  <a:lnTo>
                    <a:pt x="0" y="1864"/>
                  </a:lnTo>
                  <a:cubicBezTo>
                    <a:pt x="0" y="1994"/>
                    <a:pt x="101" y="2109"/>
                    <a:pt x="246" y="2109"/>
                  </a:cubicBezTo>
                  <a:lnTo>
                    <a:pt x="1935" y="2109"/>
                  </a:lnTo>
                  <a:cubicBezTo>
                    <a:pt x="2065" y="2095"/>
                    <a:pt x="2166" y="1994"/>
                    <a:pt x="2166" y="1850"/>
                  </a:cubicBezTo>
                  <a:lnTo>
                    <a:pt x="2166" y="1417"/>
                  </a:lnTo>
                  <a:cubicBezTo>
                    <a:pt x="2151" y="1272"/>
                    <a:pt x="2036" y="1200"/>
                    <a:pt x="1922" y="1200"/>
                  </a:cubicBezTo>
                  <a:cubicBezTo>
                    <a:pt x="1808" y="1200"/>
                    <a:pt x="1696" y="1272"/>
                    <a:pt x="1689" y="1417"/>
                  </a:cubicBezTo>
                  <a:lnTo>
                    <a:pt x="1689" y="1619"/>
                  </a:lnTo>
                  <a:lnTo>
                    <a:pt x="477" y="1619"/>
                  </a:lnTo>
                  <a:lnTo>
                    <a:pt x="477" y="493"/>
                  </a:lnTo>
                  <a:lnTo>
                    <a:pt x="1458" y="493"/>
                  </a:lnTo>
                  <a:cubicBezTo>
                    <a:pt x="1468" y="493"/>
                    <a:pt x="1477" y="494"/>
                    <a:pt x="1485" y="494"/>
                  </a:cubicBezTo>
                  <a:cubicBezTo>
                    <a:pt x="1810" y="494"/>
                    <a:pt x="1810" y="1"/>
                    <a:pt x="1485" y="1"/>
                  </a:cubicBezTo>
                  <a:close/>
                </a:path>
              </a:pathLst>
            </a:custGeom>
            <a:solidFill>
              <a:srgbClr val="62778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304" name="Google Shape;20304;p47"/>
            <p:cNvSpPr/>
            <p:nvPr/>
          </p:nvSpPr>
          <p:spPr>
            <a:xfrm>
              <a:off x="3248400" y="3596365"/>
              <a:ext cx="55130" cy="40214"/>
            </a:xfrm>
            <a:custGeom>
              <a:rect b="b" l="l" r="r" t="t"/>
              <a:pathLst>
                <a:path extrusionOk="0" h="1534" w="2103">
                  <a:moveTo>
                    <a:pt x="1755" y="0"/>
                  </a:moveTo>
                  <a:cubicBezTo>
                    <a:pt x="1695" y="0"/>
                    <a:pt x="1632" y="26"/>
                    <a:pt x="1579" y="87"/>
                  </a:cubicBezTo>
                  <a:lnTo>
                    <a:pt x="770" y="938"/>
                  </a:lnTo>
                  <a:lnTo>
                    <a:pt x="525" y="664"/>
                  </a:lnTo>
                  <a:cubicBezTo>
                    <a:pt x="471" y="603"/>
                    <a:pt x="409" y="578"/>
                    <a:pt x="348" y="578"/>
                  </a:cubicBezTo>
                  <a:cubicBezTo>
                    <a:pt x="165" y="578"/>
                    <a:pt x="1" y="811"/>
                    <a:pt x="164" y="996"/>
                  </a:cubicBezTo>
                  <a:lnTo>
                    <a:pt x="582" y="1458"/>
                  </a:lnTo>
                  <a:cubicBezTo>
                    <a:pt x="626" y="1501"/>
                    <a:pt x="698" y="1530"/>
                    <a:pt x="770" y="1530"/>
                  </a:cubicBezTo>
                  <a:cubicBezTo>
                    <a:pt x="783" y="1533"/>
                    <a:pt x="794" y="1534"/>
                    <a:pt x="806" y="1534"/>
                  </a:cubicBezTo>
                  <a:cubicBezTo>
                    <a:pt x="862" y="1534"/>
                    <a:pt x="910" y="1506"/>
                    <a:pt x="958" y="1458"/>
                  </a:cubicBezTo>
                  <a:lnTo>
                    <a:pt x="1939" y="419"/>
                  </a:lnTo>
                  <a:cubicBezTo>
                    <a:pt x="2102" y="234"/>
                    <a:pt x="1938" y="0"/>
                    <a:pt x="1755" y="0"/>
                  </a:cubicBezTo>
                  <a:close/>
                </a:path>
              </a:pathLst>
            </a:custGeom>
            <a:solidFill>
              <a:srgbClr val="69819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305" name="Google Shape;20305;p47"/>
            <p:cNvSpPr/>
            <p:nvPr/>
          </p:nvSpPr>
          <p:spPr>
            <a:xfrm>
              <a:off x="3438878" y="3642136"/>
              <a:ext cx="168038" cy="88292"/>
            </a:xfrm>
            <a:custGeom>
              <a:rect b="b" l="l" r="r" t="t"/>
              <a:pathLst>
                <a:path extrusionOk="0" h="3368" w="6410">
                  <a:moveTo>
                    <a:pt x="2440" y="1"/>
                  </a:moveTo>
                  <a:lnTo>
                    <a:pt x="982" y="592"/>
                  </a:lnTo>
                  <a:cubicBezTo>
                    <a:pt x="837" y="636"/>
                    <a:pt x="707" y="722"/>
                    <a:pt x="592" y="809"/>
                  </a:cubicBezTo>
                  <a:lnTo>
                    <a:pt x="549" y="838"/>
                  </a:lnTo>
                  <a:lnTo>
                    <a:pt x="534" y="867"/>
                  </a:lnTo>
                  <a:lnTo>
                    <a:pt x="520" y="881"/>
                  </a:lnTo>
                  <a:lnTo>
                    <a:pt x="476" y="910"/>
                  </a:lnTo>
                  <a:cubicBezTo>
                    <a:pt x="217" y="1170"/>
                    <a:pt x="58" y="1502"/>
                    <a:pt x="0" y="1877"/>
                  </a:cubicBezTo>
                  <a:lnTo>
                    <a:pt x="0" y="1935"/>
                  </a:lnTo>
                  <a:lnTo>
                    <a:pt x="0" y="1949"/>
                  </a:lnTo>
                  <a:lnTo>
                    <a:pt x="0" y="2007"/>
                  </a:lnTo>
                  <a:lnTo>
                    <a:pt x="0" y="2036"/>
                  </a:lnTo>
                  <a:lnTo>
                    <a:pt x="0" y="2050"/>
                  </a:lnTo>
                  <a:lnTo>
                    <a:pt x="0" y="2123"/>
                  </a:lnTo>
                  <a:lnTo>
                    <a:pt x="0" y="2354"/>
                  </a:lnTo>
                  <a:lnTo>
                    <a:pt x="0" y="3061"/>
                  </a:lnTo>
                  <a:cubicBezTo>
                    <a:pt x="13" y="3232"/>
                    <a:pt x="147" y="3368"/>
                    <a:pt x="313" y="3368"/>
                  </a:cubicBezTo>
                  <a:cubicBezTo>
                    <a:pt x="329" y="3368"/>
                    <a:pt x="345" y="3367"/>
                    <a:pt x="361" y="3364"/>
                  </a:cubicBezTo>
                  <a:lnTo>
                    <a:pt x="6049" y="3364"/>
                  </a:lnTo>
                  <a:cubicBezTo>
                    <a:pt x="6065" y="3367"/>
                    <a:pt x="6081" y="3368"/>
                    <a:pt x="6097" y="3368"/>
                  </a:cubicBezTo>
                  <a:cubicBezTo>
                    <a:pt x="6265" y="3368"/>
                    <a:pt x="6409" y="3232"/>
                    <a:pt x="6409" y="3061"/>
                  </a:cubicBezTo>
                  <a:lnTo>
                    <a:pt x="6409" y="2354"/>
                  </a:lnTo>
                  <a:lnTo>
                    <a:pt x="6409" y="2123"/>
                  </a:lnTo>
                  <a:lnTo>
                    <a:pt x="6337" y="2123"/>
                  </a:lnTo>
                  <a:lnTo>
                    <a:pt x="6337" y="2050"/>
                  </a:lnTo>
                  <a:lnTo>
                    <a:pt x="6337" y="2036"/>
                  </a:lnTo>
                  <a:lnTo>
                    <a:pt x="6337" y="2007"/>
                  </a:lnTo>
                  <a:lnTo>
                    <a:pt x="6337" y="1949"/>
                  </a:lnTo>
                  <a:lnTo>
                    <a:pt x="6337" y="1935"/>
                  </a:lnTo>
                  <a:lnTo>
                    <a:pt x="6337" y="1877"/>
                  </a:lnTo>
                  <a:cubicBezTo>
                    <a:pt x="6294" y="1502"/>
                    <a:pt x="6121" y="1170"/>
                    <a:pt x="5861" y="910"/>
                  </a:cubicBezTo>
                  <a:lnTo>
                    <a:pt x="5818" y="881"/>
                  </a:lnTo>
                  <a:lnTo>
                    <a:pt x="5803" y="867"/>
                  </a:lnTo>
                  <a:lnTo>
                    <a:pt x="5789" y="838"/>
                  </a:lnTo>
                  <a:lnTo>
                    <a:pt x="5745" y="809"/>
                  </a:lnTo>
                  <a:cubicBezTo>
                    <a:pt x="5630" y="722"/>
                    <a:pt x="5500" y="636"/>
                    <a:pt x="5356" y="592"/>
                  </a:cubicBezTo>
                  <a:lnTo>
                    <a:pt x="3898" y="1"/>
                  </a:lnTo>
                  <a:lnTo>
                    <a:pt x="3537" y="376"/>
                  </a:lnTo>
                  <a:lnTo>
                    <a:pt x="3176" y="737"/>
                  </a:lnTo>
                  <a:lnTo>
                    <a:pt x="2801" y="376"/>
                  </a:lnTo>
                  <a:lnTo>
                    <a:pt x="2440" y="1"/>
                  </a:lnTo>
                  <a:close/>
                </a:path>
              </a:pathLst>
            </a:custGeom>
            <a:solidFill>
              <a:srgbClr val="D5DEE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306" name="Google Shape;20306;p47"/>
            <p:cNvSpPr/>
            <p:nvPr/>
          </p:nvSpPr>
          <p:spPr>
            <a:xfrm>
              <a:off x="3436965" y="3642529"/>
              <a:ext cx="68526" cy="87899"/>
            </a:xfrm>
            <a:custGeom>
              <a:rect b="b" l="l" r="r" t="t"/>
              <a:pathLst>
                <a:path extrusionOk="0" h="3353" w="2614">
                  <a:moveTo>
                    <a:pt x="2469" y="0"/>
                  </a:moveTo>
                  <a:lnTo>
                    <a:pt x="1026" y="563"/>
                  </a:lnTo>
                  <a:cubicBezTo>
                    <a:pt x="405" y="808"/>
                    <a:pt x="1" y="1429"/>
                    <a:pt x="30" y="2108"/>
                  </a:cubicBezTo>
                  <a:lnTo>
                    <a:pt x="30" y="3046"/>
                  </a:lnTo>
                  <a:cubicBezTo>
                    <a:pt x="30" y="3217"/>
                    <a:pt x="174" y="3353"/>
                    <a:pt x="343" y="3353"/>
                  </a:cubicBezTo>
                  <a:cubicBezTo>
                    <a:pt x="358" y="3353"/>
                    <a:pt x="375" y="3352"/>
                    <a:pt x="391" y="3349"/>
                  </a:cubicBezTo>
                  <a:lnTo>
                    <a:pt x="463" y="3349"/>
                  </a:lnTo>
                  <a:lnTo>
                    <a:pt x="463" y="2108"/>
                  </a:lnTo>
                  <a:cubicBezTo>
                    <a:pt x="434" y="1429"/>
                    <a:pt x="838" y="808"/>
                    <a:pt x="1459" y="563"/>
                  </a:cubicBezTo>
                  <a:lnTo>
                    <a:pt x="2614" y="116"/>
                  </a:lnTo>
                  <a:lnTo>
                    <a:pt x="2469" y="0"/>
                  </a:lnTo>
                  <a:close/>
                </a:path>
              </a:pathLst>
            </a:custGeom>
            <a:solidFill>
              <a:srgbClr val="91A8B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307" name="Google Shape;20307;p47"/>
            <p:cNvSpPr/>
            <p:nvPr/>
          </p:nvSpPr>
          <p:spPr>
            <a:xfrm>
              <a:off x="3468003" y="3503249"/>
              <a:ext cx="106354" cy="74975"/>
            </a:xfrm>
            <a:custGeom>
              <a:rect b="b" l="l" r="r" t="t"/>
              <a:pathLst>
                <a:path extrusionOk="0" h="2860" w="4057">
                  <a:moveTo>
                    <a:pt x="3581" y="2440"/>
                  </a:moveTo>
                  <a:lnTo>
                    <a:pt x="3564" y="2457"/>
                  </a:lnTo>
                  <a:lnTo>
                    <a:pt x="3564" y="2457"/>
                  </a:lnTo>
                  <a:lnTo>
                    <a:pt x="3566" y="2455"/>
                  </a:lnTo>
                  <a:lnTo>
                    <a:pt x="3581" y="2440"/>
                  </a:lnTo>
                  <a:close/>
                  <a:moveTo>
                    <a:pt x="3552" y="2455"/>
                  </a:moveTo>
                  <a:lnTo>
                    <a:pt x="3552" y="2469"/>
                  </a:lnTo>
                  <a:lnTo>
                    <a:pt x="3552" y="2484"/>
                  </a:lnTo>
                  <a:lnTo>
                    <a:pt x="3537" y="2513"/>
                  </a:lnTo>
                  <a:lnTo>
                    <a:pt x="3552" y="2469"/>
                  </a:lnTo>
                  <a:lnTo>
                    <a:pt x="3508" y="2498"/>
                  </a:lnTo>
                  <a:lnTo>
                    <a:pt x="3508" y="2498"/>
                  </a:lnTo>
                  <a:lnTo>
                    <a:pt x="3552" y="2455"/>
                  </a:lnTo>
                  <a:close/>
                  <a:moveTo>
                    <a:pt x="1949" y="1"/>
                  </a:moveTo>
                  <a:cubicBezTo>
                    <a:pt x="867" y="1"/>
                    <a:pt x="1" y="867"/>
                    <a:pt x="1" y="1935"/>
                  </a:cubicBezTo>
                  <a:lnTo>
                    <a:pt x="1" y="2859"/>
                  </a:lnTo>
                  <a:cubicBezTo>
                    <a:pt x="1" y="2859"/>
                    <a:pt x="448" y="2816"/>
                    <a:pt x="506" y="2599"/>
                  </a:cubicBezTo>
                  <a:cubicBezTo>
                    <a:pt x="520" y="2570"/>
                    <a:pt x="535" y="2556"/>
                    <a:pt x="549" y="2527"/>
                  </a:cubicBezTo>
                  <a:cubicBezTo>
                    <a:pt x="795" y="2527"/>
                    <a:pt x="1964" y="2513"/>
                    <a:pt x="2642" y="1704"/>
                  </a:cubicBezTo>
                  <a:cubicBezTo>
                    <a:pt x="2787" y="2094"/>
                    <a:pt x="3104" y="2397"/>
                    <a:pt x="3508" y="2513"/>
                  </a:cubicBezTo>
                  <a:cubicBezTo>
                    <a:pt x="3523" y="2541"/>
                    <a:pt x="3537" y="2570"/>
                    <a:pt x="3552" y="2585"/>
                  </a:cubicBezTo>
                  <a:cubicBezTo>
                    <a:pt x="3610" y="2801"/>
                    <a:pt x="4057" y="2845"/>
                    <a:pt x="4057" y="2845"/>
                  </a:cubicBezTo>
                  <a:lnTo>
                    <a:pt x="4057" y="1935"/>
                  </a:lnTo>
                  <a:cubicBezTo>
                    <a:pt x="4043" y="867"/>
                    <a:pt x="3176" y="1"/>
                    <a:pt x="2108" y="1"/>
                  </a:cubicBezTo>
                  <a:close/>
                </a:path>
              </a:pathLst>
            </a:custGeom>
            <a:solidFill>
              <a:srgbClr val="5C728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308" name="Google Shape;20308;p47"/>
            <p:cNvSpPr/>
            <p:nvPr/>
          </p:nvSpPr>
          <p:spPr>
            <a:xfrm>
              <a:off x="3468003" y="3502882"/>
              <a:ext cx="57542" cy="74949"/>
            </a:xfrm>
            <a:custGeom>
              <a:rect b="b" l="l" r="r" t="t"/>
              <a:pathLst>
                <a:path extrusionOk="0" h="2859" w="2195">
                  <a:moveTo>
                    <a:pt x="1949" y="0"/>
                  </a:moveTo>
                  <a:cubicBezTo>
                    <a:pt x="881" y="0"/>
                    <a:pt x="1" y="881"/>
                    <a:pt x="1" y="1949"/>
                  </a:cubicBezTo>
                  <a:lnTo>
                    <a:pt x="1" y="2859"/>
                  </a:lnTo>
                  <a:cubicBezTo>
                    <a:pt x="116" y="2844"/>
                    <a:pt x="232" y="2815"/>
                    <a:pt x="347" y="2772"/>
                  </a:cubicBezTo>
                  <a:lnTo>
                    <a:pt x="347" y="2454"/>
                  </a:lnTo>
                  <a:lnTo>
                    <a:pt x="347" y="1949"/>
                  </a:lnTo>
                  <a:cubicBezTo>
                    <a:pt x="347" y="910"/>
                    <a:pt x="1155" y="58"/>
                    <a:pt x="2195" y="0"/>
                  </a:cubicBezTo>
                  <a:close/>
                </a:path>
              </a:pathLst>
            </a:custGeom>
            <a:solidFill>
              <a:srgbClr val="60758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309" name="Google Shape;20309;p47"/>
            <p:cNvSpPr/>
            <p:nvPr/>
          </p:nvSpPr>
          <p:spPr>
            <a:xfrm>
              <a:off x="3559598" y="3570386"/>
              <a:ext cx="23489" cy="31143"/>
            </a:xfrm>
            <a:custGeom>
              <a:rect b="b" l="l" r="r" t="t"/>
              <a:pathLst>
                <a:path extrusionOk="0" h="1188" w="896">
                  <a:moveTo>
                    <a:pt x="250" y="0"/>
                  </a:moveTo>
                  <a:cubicBezTo>
                    <a:pt x="116" y="0"/>
                    <a:pt x="0" y="104"/>
                    <a:pt x="0" y="240"/>
                  </a:cubicBezTo>
                  <a:lnTo>
                    <a:pt x="0" y="948"/>
                  </a:lnTo>
                  <a:cubicBezTo>
                    <a:pt x="0" y="1084"/>
                    <a:pt x="116" y="1188"/>
                    <a:pt x="250" y="1188"/>
                  </a:cubicBezTo>
                  <a:cubicBezTo>
                    <a:pt x="272" y="1188"/>
                    <a:pt x="295" y="1185"/>
                    <a:pt x="318" y="1179"/>
                  </a:cubicBezTo>
                  <a:cubicBezTo>
                    <a:pt x="361" y="1164"/>
                    <a:pt x="419" y="1135"/>
                    <a:pt x="462" y="1121"/>
                  </a:cubicBezTo>
                  <a:cubicBezTo>
                    <a:pt x="505" y="1078"/>
                    <a:pt x="549" y="1034"/>
                    <a:pt x="592" y="1005"/>
                  </a:cubicBezTo>
                  <a:cubicBezTo>
                    <a:pt x="895" y="673"/>
                    <a:pt x="751" y="139"/>
                    <a:pt x="318" y="9"/>
                  </a:cubicBezTo>
                  <a:cubicBezTo>
                    <a:pt x="295" y="3"/>
                    <a:pt x="272" y="0"/>
                    <a:pt x="250" y="0"/>
                  </a:cubicBezTo>
                  <a:close/>
                </a:path>
              </a:pathLst>
            </a:custGeom>
            <a:solidFill>
              <a:srgbClr val="9DACB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310" name="Google Shape;20310;p47"/>
            <p:cNvSpPr/>
            <p:nvPr/>
          </p:nvSpPr>
          <p:spPr>
            <a:xfrm>
              <a:off x="3459300" y="3570596"/>
              <a:ext cx="23489" cy="31065"/>
            </a:xfrm>
            <a:custGeom>
              <a:rect b="b" l="l" r="r" t="t"/>
              <a:pathLst>
                <a:path extrusionOk="0" h="1185" w="896">
                  <a:moveTo>
                    <a:pt x="658" y="1"/>
                  </a:moveTo>
                  <a:cubicBezTo>
                    <a:pt x="631" y="1"/>
                    <a:pt x="604" y="6"/>
                    <a:pt x="578" y="16"/>
                  </a:cubicBezTo>
                  <a:cubicBezTo>
                    <a:pt x="1" y="189"/>
                    <a:pt x="1" y="997"/>
                    <a:pt x="578" y="1171"/>
                  </a:cubicBezTo>
                  <a:cubicBezTo>
                    <a:pt x="604" y="1180"/>
                    <a:pt x="631" y="1185"/>
                    <a:pt x="656" y="1185"/>
                  </a:cubicBezTo>
                  <a:cubicBezTo>
                    <a:pt x="785" y="1185"/>
                    <a:pt x="896" y="1072"/>
                    <a:pt x="896" y="940"/>
                  </a:cubicBezTo>
                  <a:lnTo>
                    <a:pt x="896" y="247"/>
                  </a:lnTo>
                  <a:cubicBezTo>
                    <a:pt x="896" y="160"/>
                    <a:pt x="852" y="88"/>
                    <a:pt x="795" y="45"/>
                  </a:cubicBezTo>
                  <a:cubicBezTo>
                    <a:pt x="757" y="17"/>
                    <a:pt x="708" y="1"/>
                    <a:pt x="658" y="1"/>
                  </a:cubicBezTo>
                  <a:close/>
                </a:path>
              </a:pathLst>
            </a:custGeom>
            <a:solidFill>
              <a:srgbClr val="B7C5D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311" name="Google Shape;20311;p47"/>
            <p:cNvSpPr/>
            <p:nvPr/>
          </p:nvSpPr>
          <p:spPr>
            <a:xfrm>
              <a:off x="3501689" y="3624887"/>
              <a:ext cx="39008" cy="44146"/>
            </a:xfrm>
            <a:custGeom>
              <a:rect b="b" l="l" r="r" t="t"/>
              <a:pathLst>
                <a:path extrusionOk="0" h="1684" w="1488">
                  <a:moveTo>
                    <a:pt x="241" y="1"/>
                  </a:moveTo>
                  <a:cubicBezTo>
                    <a:pt x="109" y="1"/>
                    <a:pt x="0" y="115"/>
                    <a:pt x="0" y="240"/>
                  </a:cubicBezTo>
                  <a:lnTo>
                    <a:pt x="0" y="962"/>
                  </a:lnTo>
                  <a:cubicBezTo>
                    <a:pt x="0" y="1019"/>
                    <a:pt x="29" y="1092"/>
                    <a:pt x="73" y="1135"/>
                  </a:cubicBezTo>
                  <a:lnTo>
                    <a:pt x="563" y="1611"/>
                  </a:lnTo>
                  <a:cubicBezTo>
                    <a:pt x="607" y="1655"/>
                    <a:pt x="679" y="1684"/>
                    <a:pt x="737" y="1684"/>
                  </a:cubicBezTo>
                  <a:cubicBezTo>
                    <a:pt x="809" y="1684"/>
                    <a:pt x="867" y="1655"/>
                    <a:pt x="924" y="1611"/>
                  </a:cubicBezTo>
                  <a:lnTo>
                    <a:pt x="1430" y="1077"/>
                  </a:lnTo>
                  <a:cubicBezTo>
                    <a:pt x="1473" y="1034"/>
                    <a:pt x="1487" y="976"/>
                    <a:pt x="1487" y="918"/>
                  </a:cubicBezTo>
                  <a:lnTo>
                    <a:pt x="1487" y="240"/>
                  </a:lnTo>
                  <a:cubicBezTo>
                    <a:pt x="1487" y="168"/>
                    <a:pt x="1458" y="125"/>
                    <a:pt x="1415" y="81"/>
                  </a:cubicBezTo>
                  <a:cubicBezTo>
                    <a:pt x="1357" y="38"/>
                    <a:pt x="1300" y="9"/>
                    <a:pt x="1227" y="9"/>
                  </a:cubicBezTo>
                  <a:lnTo>
                    <a:pt x="1184" y="9"/>
                  </a:lnTo>
                  <a:cubicBezTo>
                    <a:pt x="1097" y="23"/>
                    <a:pt x="996" y="38"/>
                    <a:pt x="895" y="38"/>
                  </a:cubicBezTo>
                  <a:lnTo>
                    <a:pt x="592" y="38"/>
                  </a:lnTo>
                  <a:cubicBezTo>
                    <a:pt x="491" y="38"/>
                    <a:pt x="390" y="23"/>
                    <a:pt x="304" y="9"/>
                  </a:cubicBezTo>
                  <a:cubicBezTo>
                    <a:pt x="282" y="3"/>
                    <a:pt x="262" y="1"/>
                    <a:pt x="241" y="1"/>
                  </a:cubicBezTo>
                  <a:close/>
                </a:path>
              </a:pathLst>
            </a:custGeom>
            <a:solidFill>
              <a:srgbClr val="9DACB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312" name="Google Shape;20312;p47"/>
            <p:cNvSpPr/>
            <p:nvPr/>
          </p:nvSpPr>
          <p:spPr>
            <a:xfrm>
              <a:off x="3501689" y="3625385"/>
              <a:ext cx="24249" cy="44015"/>
            </a:xfrm>
            <a:custGeom>
              <a:rect b="b" l="l" r="r" t="t"/>
              <a:pathLst>
                <a:path extrusionOk="0" h="1679" w="925">
                  <a:moveTo>
                    <a:pt x="241" y="0"/>
                  </a:moveTo>
                  <a:cubicBezTo>
                    <a:pt x="105" y="0"/>
                    <a:pt x="0" y="108"/>
                    <a:pt x="0" y="250"/>
                  </a:cubicBezTo>
                  <a:lnTo>
                    <a:pt x="0" y="957"/>
                  </a:lnTo>
                  <a:cubicBezTo>
                    <a:pt x="0" y="1029"/>
                    <a:pt x="29" y="1087"/>
                    <a:pt x="73" y="1130"/>
                  </a:cubicBezTo>
                  <a:lnTo>
                    <a:pt x="563" y="1621"/>
                  </a:lnTo>
                  <a:cubicBezTo>
                    <a:pt x="607" y="1665"/>
                    <a:pt x="679" y="1679"/>
                    <a:pt x="737" y="1679"/>
                  </a:cubicBezTo>
                  <a:cubicBezTo>
                    <a:pt x="809" y="1679"/>
                    <a:pt x="867" y="1650"/>
                    <a:pt x="924" y="1607"/>
                  </a:cubicBezTo>
                  <a:cubicBezTo>
                    <a:pt x="867" y="1592"/>
                    <a:pt x="823" y="1578"/>
                    <a:pt x="780" y="1549"/>
                  </a:cubicBezTo>
                  <a:lnTo>
                    <a:pt x="289" y="1058"/>
                  </a:lnTo>
                  <a:cubicBezTo>
                    <a:pt x="246" y="1015"/>
                    <a:pt x="217" y="957"/>
                    <a:pt x="217" y="885"/>
                  </a:cubicBezTo>
                  <a:lnTo>
                    <a:pt x="217" y="178"/>
                  </a:lnTo>
                  <a:cubicBezTo>
                    <a:pt x="217" y="106"/>
                    <a:pt x="246" y="48"/>
                    <a:pt x="289" y="4"/>
                  </a:cubicBezTo>
                  <a:cubicBezTo>
                    <a:pt x="273" y="1"/>
                    <a:pt x="256" y="0"/>
                    <a:pt x="241" y="0"/>
                  </a:cubicBezTo>
                  <a:close/>
                </a:path>
              </a:pathLst>
            </a:custGeom>
            <a:solidFill>
              <a:srgbClr val="B7C5D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313" name="Google Shape;20313;p47"/>
            <p:cNvSpPr/>
            <p:nvPr/>
          </p:nvSpPr>
          <p:spPr>
            <a:xfrm>
              <a:off x="3479354" y="3547133"/>
              <a:ext cx="83652" cy="89367"/>
            </a:xfrm>
            <a:custGeom>
              <a:rect b="b" l="l" r="r" t="t"/>
              <a:pathLst>
                <a:path extrusionOk="0" h="3409" w="3191">
                  <a:moveTo>
                    <a:pt x="2201" y="1"/>
                  </a:moveTo>
                  <a:cubicBezTo>
                    <a:pt x="2184" y="1"/>
                    <a:pt x="2167" y="6"/>
                    <a:pt x="2152" y="16"/>
                  </a:cubicBezTo>
                  <a:cubicBezTo>
                    <a:pt x="1805" y="276"/>
                    <a:pt x="1415" y="463"/>
                    <a:pt x="997" y="579"/>
                  </a:cubicBezTo>
                  <a:cubicBezTo>
                    <a:pt x="867" y="622"/>
                    <a:pt x="737" y="651"/>
                    <a:pt x="607" y="680"/>
                  </a:cubicBezTo>
                  <a:cubicBezTo>
                    <a:pt x="492" y="694"/>
                    <a:pt x="362" y="709"/>
                    <a:pt x="232" y="723"/>
                  </a:cubicBezTo>
                  <a:cubicBezTo>
                    <a:pt x="102" y="738"/>
                    <a:pt x="1" y="839"/>
                    <a:pt x="1" y="969"/>
                  </a:cubicBezTo>
                  <a:lnTo>
                    <a:pt x="1" y="1965"/>
                  </a:lnTo>
                  <a:cubicBezTo>
                    <a:pt x="1" y="2758"/>
                    <a:pt x="650" y="3408"/>
                    <a:pt x="1444" y="3408"/>
                  </a:cubicBezTo>
                  <a:lnTo>
                    <a:pt x="1747" y="3408"/>
                  </a:lnTo>
                  <a:cubicBezTo>
                    <a:pt x="2541" y="3408"/>
                    <a:pt x="3191" y="2758"/>
                    <a:pt x="3191" y="1965"/>
                  </a:cubicBezTo>
                  <a:lnTo>
                    <a:pt x="3191" y="925"/>
                  </a:lnTo>
                  <a:cubicBezTo>
                    <a:pt x="3191" y="824"/>
                    <a:pt x="3119" y="738"/>
                    <a:pt x="3032" y="694"/>
                  </a:cubicBezTo>
                  <a:cubicBezTo>
                    <a:pt x="3003" y="680"/>
                    <a:pt x="2974" y="665"/>
                    <a:pt x="2946" y="665"/>
                  </a:cubicBezTo>
                  <a:cubicBezTo>
                    <a:pt x="2657" y="550"/>
                    <a:pt x="2426" y="333"/>
                    <a:pt x="2296" y="74"/>
                  </a:cubicBezTo>
                  <a:lnTo>
                    <a:pt x="2282" y="45"/>
                  </a:lnTo>
                  <a:cubicBezTo>
                    <a:pt x="2263" y="17"/>
                    <a:pt x="2232" y="1"/>
                    <a:pt x="2201" y="1"/>
                  </a:cubicBezTo>
                  <a:close/>
                </a:path>
              </a:pathLst>
            </a:custGeom>
            <a:solidFill>
              <a:srgbClr val="9DACB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314" name="Google Shape;20314;p47"/>
            <p:cNvSpPr/>
            <p:nvPr/>
          </p:nvSpPr>
          <p:spPr>
            <a:xfrm>
              <a:off x="3479354" y="3547133"/>
              <a:ext cx="60583" cy="89367"/>
            </a:xfrm>
            <a:custGeom>
              <a:rect b="b" l="l" r="r" t="t"/>
              <a:pathLst>
                <a:path extrusionOk="0" h="3409" w="2311">
                  <a:moveTo>
                    <a:pt x="2201" y="1"/>
                  </a:moveTo>
                  <a:cubicBezTo>
                    <a:pt x="2184" y="1"/>
                    <a:pt x="2167" y="6"/>
                    <a:pt x="2152" y="16"/>
                  </a:cubicBezTo>
                  <a:cubicBezTo>
                    <a:pt x="1805" y="276"/>
                    <a:pt x="1415" y="463"/>
                    <a:pt x="997" y="579"/>
                  </a:cubicBezTo>
                  <a:cubicBezTo>
                    <a:pt x="867" y="622"/>
                    <a:pt x="737" y="651"/>
                    <a:pt x="607" y="665"/>
                  </a:cubicBezTo>
                  <a:cubicBezTo>
                    <a:pt x="492" y="694"/>
                    <a:pt x="362" y="709"/>
                    <a:pt x="232" y="723"/>
                  </a:cubicBezTo>
                  <a:cubicBezTo>
                    <a:pt x="102" y="738"/>
                    <a:pt x="1" y="839"/>
                    <a:pt x="1" y="969"/>
                  </a:cubicBezTo>
                  <a:lnTo>
                    <a:pt x="1" y="1965"/>
                  </a:lnTo>
                  <a:cubicBezTo>
                    <a:pt x="1" y="2758"/>
                    <a:pt x="650" y="3408"/>
                    <a:pt x="1444" y="3408"/>
                  </a:cubicBezTo>
                  <a:lnTo>
                    <a:pt x="1733" y="3408"/>
                  </a:lnTo>
                  <a:cubicBezTo>
                    <a:pt x="939" y="3408"/>
                    <a:pt x="304" y="2758"/>
                    <a:pt x="304" y="1965"/>
                  </a:cubicBezTo>
                  <a:lnTo>
                    <a:pt x="304" y="969"/>
                  </a:lnTo>
                  <a:cubicBezTo>
                    <a:pt x="304" y="839"/>
                    <a:pt x="405" y="738"/>
                    <a:pt x="520" y="723"/>
                  </a:cubicBezTo>
                  <a:cubicBezTo>
                    <a:pt x="650" y="709"/>
                    <a:pt x="780" y="694"/>
                    <a:pt x="910" y="680"/>
                  </a:cubicBezTo>
                  <a:cubicBezTo>
                    <a:pt x="1415" y="579"/>
                    <a:pt x="1892" y="391"/>
                    <a:pt x="2310" y="117"/>
                  </a:cubicBezTo>
                  <a:lnTo>
                    <a:pt x="2296" y="74"/>
                  </a:lnTo>
                  <a:lnTo>
                    <a:pt x="2282" y="45"/>
                  </a:lnTo>
                  <a:cubicBezTo>
                    <a:pt x="2263" y="17"/>
                    <a:pt x="2232" y="1"/>
                    <a:pt x="2201" y="1"/>
                  </a:cubicBezTo>
                  <a:close/>
                </a:path>
              </a:pathLst>
            </a:custGeom>
            <a:solidFill>
              <a:srgbClr val="B7C5D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20315" name="Google Shape;20315;p47"/>
          <p:cNvGrpSpPr/>
          <p:nvPr/>
        </p:nvGrpSpPr>
        <p:grpSpPr>
          <a:xfrm>
            <a:off x="3327229" y="1499899"/>
            <a:ext cx="234650" cy="378439"/>
            <a:chOff x="3327229" y="1499899"/>
            <a:chExt cx="234650" cy="378439"/>
          </a:xfrm>
        </p:grpSpPr>
        <p:sp>
          <p:nvSpPr>
            <p:cNvPr id="20316" name="Google Shape;20316;p47"/>
            <p:cNvSpPr/>
            <p:nvPr/>
          </p:nvSpPr>
          <p:spPr>
            <a:xfrm>
              <a:off x="3327229" y="1553613"/>
              <a:ext cx="180543" cy="324725"/>
            </a:xfrm>
            <a:custGeom>
              <a:rect b="b" l="l" r="r" t="t"/>
              <a:pathLst>
                <a:path extrusionOk="0" h="12387" w="6887">
                  <a:moveTo>
                    <a:pt x="694" y="1"/>
                  </a:moveTo>
                  <a:cubicBezTo>
                    <a:pt x="318" y="1"/>
                    <a:pt x="1" y="318"/>
                    <a:pt x="1" y="694"/>
                  </a:cubicBezTo>
                  <a:lnTo>
                    <a:pt x="1" y="11693"/>
                  </a:lnTo>
                  <a:cubicBezTo>
                    <a:pt x="1" y="12083"/>
                    <a:pt x="318" y="12386"/>
                    <a:pt x="694" y="12386"/>
                  </a:cubicBezTo>
                  <a:lnTo>
                    <a:pt x="6193" y="12386"/>
                  </a:lnTo>
                  <a:cubicBezTo>
                    <a:pt x="6569" y="12386"/>
                    <a:pt x="6886" y="12083"/>
                    <a:pt x="6886" y="11708"/>
                  </a:cubicBezTo>
                  <a:lnTo>
                    <a:pt x="6886" y="708"/>
                  </a:lnTo>
                  <a:cubicBezTo>
                    <a:pt x="6886" y="318"/>
                    <a:pt x="6583" y="1"/>
                    <a:pt x="6193" y="1"/>
                  </a:cubicBezTo>
                  <a:close/>
                </a:path>
              </a:pathLst>
            </a:custGeom>
            <a:solidFill>
              <a:srgbClr val="667A8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317" name="Google Shape;20317;p47"/>
            <p:cNvSpPr/>
            <p:nvPr/>
          </p:nvSpPr>
          <p:spPr>
            <a:xfrm>
              <a:off x="3327229" y="1553613"/>
              <a:ext cx="42023" cy="324725"/>
            </a:xfrm>
            <a:custGeom>
              <a:rect b="b" l="l" r="r" t="t"/>
              <a:pathLst>
                <a:path extrusionOk="0" h="12387" w="1603">
                  <a:moveTo>
                    <a:pt x="694" y="1"/>
                  </a:moveTo>
                  <a:cubicBezTo>
                    <a:pt x="318" y="1"/>
                    <a:pt x="1" y="318"/>
                    <a:pt x="1" y="694"/>
                  </a:cubicBezTo>
                  <a:lnTo>
                    <a:pt x="1" y="11693"/>
                  </a:lnTo>
                  <a:cubicBezTo>
                    <a:pt x="1" y="12083"/>
                    <a:pt x="318" y="12386"/>
                    <a:pt x="694" y="12386"/>
                  </a:cubicBezTo>
                  <a:lnTo>
                    <a:pt x="1603" y="12386"/>
                  </a:lnTo>
                  <a:cubicBezTo>
                    <a:pt x="1228" y="12386"/>
                    <a:pt x="925" y="12083"/>
                    <a:pt x="925" y="11693"/>
                  </a:cubicBezTo>
                  <a:lnTo>
                    <a:pt x="925" y="694"/>
                  </a:lnTo>
                  <a:cubicBezTo>
                    <a:pt x="925" y="318"/>
                    <a:pt x="1228" y="1"/>
                    <a:pt x="1603" y="1"/>
                  </a:cubicBezTo>
                  <a:close/>
                </a:path>
              </a:pathLst>
            </a:custGeom>
            <a:solidFill>
              <a:srgbClr val="51687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318" name="Google Shape;20318;p47"/>
            <p:cNvSpPr/>
            <p:nvPr/>
          </p:nvSpPr>
          <p:spPr>
            <a:xfrm>
              <a:off x="3339340" y="1577836"/>
              <a:ext cx="156320" cy="252450"/>
            </a:xfrm>
            <a:custGeom>
              <a:rect b="b" l="l" r="r" t="t"/>
              <a:pathLst>
                <a:path extrusionOk="0" h="9630" w="5963">
                  <a:moveTo>
                    <a:pt x="232" y="1"/>
                  </a:moveTo>
                  <a:cubicBezTo>
                    <a:pt x="102" y="1"/>
                    <a:pt x="1" y="102"/>
                    <a:pt x="1" y="232"/>
                  </a:cubicBezTo>
                  <a:lnTo>
                    <a:pt x="1" y="9398"/>
                  </a:lnTo>
                  <a:cubicBezTo>
                    <a:pt x="1" y="9528"/>
                    <a:pt x="102" y="9629"/>
                    <a:pt x="232" y="9629"/>
                  </a:cubicBezTo>
                  <a:lnTo>
                    <a:pt x="5731" y="9629"/>
                  </a:lnTo>
                  <a:cubicBezTo>
                    <a:pt x="5861" y="9629"/>
                    <a:pt x="5962" y="9528"/>
                    <a:pt x="5962" y="9398"/>
                  </a:cubicBezTo>
                  <a:lnTo>
                    <a:pt x="5962" y="232"/>
                  </a:lnTo>
                  <a:cubicBezTo>
                    <a:pt x="5962" y="102"/>
                    <a:pt x="5861" y="1"/>
                    <a:pt x="5731" y="1"/>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319" name="Google Shape;20319;p47"/>
            <p:cNvSpPr/>
            <p:nvPr/>
          </p:nvSpPr>
          <p:spPr>
            <a:xfrm>
              <a:off x="3339340" y="1596187"/>
              <a:ext cx="156320" cy="167960"/>
            </a:xfrm>
            <a:custGeom>
              <a:rect b="b" l="l" r="r" t="t"/>
              <a:pathLst>
                <a:path extrusionOk="0" h="6407" w="5963">
                  <a:moveTo>
                    <a:pt x="2982" y="1"/>
                  </a:moveTo>
                  <a:cubicBezTo>
                    <a:pt x="1762" y="1"/>
                    <a:pt x="542" y="672"/>
                    <a:pt x="1" y="2015"/>
                  </a:cubicBezTo>
                  <a:lnTo>
                    <a:pt x="1" y="4382"/>
                  </a:lnTo>
                  <a:cubicBezTo>
                    <a:pt x="542" y="5732"/>
                    <a:pt x="1762" y="6406"/>
                    <a:pt x="2982" y="6406"/>
                  </a:cubicBezTo>
                  <a:cubicBezTo>
                    <a:pt x="4201" y="6406"/>
                    <a:pt x="5421" y="5732"/>
                    <a:pt x="5962" y="4382"/>
                  </a:cubicBezTo>
                  <a:lnTo>
                    <a:pt x="5962" y="2015"/>
                  </a:lnTo>
                  <a:cubicBezTo>
                    <a:pt x="5421" y="672"/>
                    <a:pt x="4201" y="1"/>
                    <a:pt x="2982" y="1"/>
                  </a:cubicBezTo>
                  <a:close/>
                </a:path>
              </a:pathLst>
            </a:custGeom>
            <a:solidFill>
              <a:srgbClr val="D3DCE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320" name="Google Shape;20320;p47"/>
            <p:cNvSpPr/>
            <p:nvPr/>
          </p:nvSpPr>
          <p:spPr>
            <a:xfrm>
              <a:off x="3441526" y="1776126"/>
              <a:ext cx="35967" cy="35993"/>
            </a:xfrm>
            <a:custGeom>
              <a:rect b="b" l="l" r="r" t="t"/>
              <a:pathLst>
                <a:path extrusionOk="0" h="1373" w="1372">
                  <a:moveTo>
                    <a:pt x="679" y="1"/>
                  </a:moveTo>
                  <a:cubicBezTo>
                    <a:pt x="303" y="1"/>
                    <a:pt x="0" y="304"/>
                    <a:pt x="0" y="694"/>
                  </a:cubicBezTo>
                  <a:cubicBezTo>
                    <a:pt x="0" y="1069"/>
                    <a:pt x="303" y="1372"/>
                    <a:pt x="679" y="1372"/>
                  </a:cubicBezTo>
                  <a:cubicBezTo>
                    <a:pt x="1068" y="1372"/>
                    <a:pt x="1372" y="1069"/>
                    <a:pt x="1372" y="694"/>
                  </a:cubicBezTo>
                  <a:cubicBezTo>
                    <a:pt x="1372" y="304"/>
                    <a:pt x="1068" y="1"/>
                    <a:pt x="679" y="1"/>
                  </a:cubicBezTo>
                  <a:close/>
                </a:path>
              </a:pathLst>
            </a:custGeom>
            <a:solidFill>
              <a:srgbClr val="ADBDC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321" name="Google Shape;20321;p47"/>
            <p:cNvSpPr/>
            <p:nvPr/>
          </p:nvSpPr>
          <p:spPr>
            <a:xfrm>
              <a:off x="3357507" y="1776126"/>
              <a:ext cx="35967" cy="35993"/>
            </a:xfrm>
            <a:custGeom>
              <a:rect b="b" l="l" r="r" t="t"/>
              <a:pathLst>
                <a:path extrusionOk="0" h="1373" w="1372">
                  <a:moveTo>
                    <a:pt x="679" y="1"/>
                  </a:moveTo>
                  <a:cubicBezTo>
                    <a:pt x="304" y="1"/>
                    <a:pt x="0" y="304"/>
                    <a:pt x="0" y="694"/>
                  </a:cubicBezTo>
                  <a:cubicBezTo>
                    <a:pt x="0" y="1069"/>
                    <a:pt x="304" y="1372"/>
                    <a:pt x="679" y="1372"/>
                  </a:cubicBezTo>
                  <a:cubicBezTo>
                    <a:pt x="1069" y="1372"/>
                    <a:pt x="1372" y="1069"/>
                    <a:pt x="1372" y="694"/>
                  </a:cubicBezTo>
                  <a:cubicBezTo>
                    <a:pt x="1372" y="304"/>
                    <a:pt x="1069" y="1"/>
                    <a:pt x="679" y="1"/>
                  </a:cubicBezTo>
                  <a:close/>
                </a:path>
              </a:pathLst>
            </a:custGeom>
            <a:solidFill>
              <a:srgbClr val="9AAAB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322" name="Google Shape;20322;p47"/>
            <p:cNvSpPr/>
            <p:nvPr/>
          </p:nvSpPr>
          <p:spPr>
            <a:xfrm>
              <a:off x="3357507" y="1619859"/>
              <a:ext cx="119986" cy="120353"/>
            </a:xfrm>
            <a:custGeom>
              <a:rect b="b" l="l" r="r" t="t"/>
              <a:pathLst>
                <a:path extrusionOk="0" h="4591" w="4577">
                  <a:moveTo>
                    <a:pt x="2281" y="0"/>
                  </a:moveTo>
                  <a:cubicBezTo>
                    <a:pt x="1025" y="0"/>
                    <a:pt x="0" y="1039"/>
                    <a:pt x="0" y="2295"/>
                  </a:cubicBezTo>
                  <a:cubicBezTo>
                    <a:pt x="0" y="3566"/>
                    <a:pt x="1025" y="4590"/>
                    <a:pt x="2281" y="4590"/>
                  </a:cubicBezTo>
                  <a:cubicBezTo>
                    <a:pt x="3552" y="4590"/>
                    <a:pt x="4577" y="3566"/>
                    <a:pt x="4577" y="2295"/>
                  </a:cubicBezTo>
                  <a:cubicBezTo>
                    <a:pt x="4577" y="1039"/>
                    <a:pt x="3552" y="0"/>
                    <a:pt x="2281" y="0"/>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323" name="Google Shape;20323;p47"/>
            <p:cNvSpPr/>
            <p:nvPr/>
          </p:nvSpPr>
          <p:spPr>
            <a:xfrm>
              <a:off x="3366210" y="1846907"/>
              <a:ext cx="24249" cy="14785"/>
            </a:xfrm>
            <a:custGeom>
              <a:rect b="b" l="l" r="r" t="t"/>
              <a:pathLst>
                <a:path extrusionOk="0" h="564" w="925">
                  <a:moveTo>
                    <a:pt x="347" y="0"/>
                  </a:moveTo>
                  <a:cubicBezTo>
                    <a:pt x="0" y="29"/>
                    <a:pt x="0" y="534"/>
                    <a:pt x="347" y="563"/>
                  </a:cubicBezTo>
                  <a:lnTo>
                    <a:pt x="578" y="563"/>
                  </a:lnTo>
                  <a:cubicBezTo>
                    <a:pt x="924" y="534"/>
                    <a:pt x="924" y="29"/>
                    <a:pt x="578" y="0"/>
                  </a:cubicBezTo>
                  <a:close/>
                </a:path>
              </a:pathLst>
            </a:custGeom>
            <a:solidFill>
              <a:srgbClr val="51687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324" name="Google Shape;20324;p47"/>
            <p:cNvSpPr/>
            <p:nvPr/>
          </p:nvSpPr>
          <p:spPr>
            <a:xfrm>
              <a:off x="3444174" y="1846907"/>
              <a:ext cx="24616" cy="14785"/>
            </a:xfrm>
            <a:custGeom>
              <a:rect b="b" l="l" r="r" t="t"/>
              <a:pathLst>
                <a:path extrusionOk="0" h="564" w="939">
                  <a:moveTo>
                    <a:pt x="361" y="0"/>
                  </a:moveTo>
                  <a:cubicBezTo>
                    <a:pt x="0" y="29"/>
                    <a:pt x="0" y="534"/>
                    <a:pt x="361" y="563"/>
                  </a:cubicBezTo>
                  <a:lnTo>
                    <a:pt x="578" y="563"/>
                  </a:lnTo>
                  <a:cubicBezTo>
                    <a:pt x="939" y="534"/>
                    <a:pt x="939" y="29"/>
                    <a:pt x="578" y="0"/>
                  </a:cubicBezTo>
                  <a:close/>
                </a:path>
              </a:pathLst>
            </a:custGeom>
            <a:solidFill>
              <a:srgbClr val="51687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325" name="Google Shape;20325;p47"/>
            <p:cNvSpPr/>
            <p:nvPr/>
          </p:nvSpPr>
          <p:spPr>
            <a:xfrm>
              <a:off x="3396095" y="1846907"/>
              <a:ext cx="42809" cy="14785"/>
            </a:xfrm>
            <a:custGeom>
              <a:rect b="b" l="l" r="r" t="t"/>
              <a:pathLst>
                <a:path extrusionOk="0" h="564" w="1633">
                  <a:moveTo>
                    <a:pt x="362" y="0"/>
                  </a:moveTo>
                  <a:cubicBezTo>
                    <a:pt x="1" y="29"/>
                    <a:pt x="1" y="534"/>
                    <a:pt x="362" y="563"/>
                  </a:cubicBezTo>
                  <a:lnTo>
                    <a:pt x="1271" y="563"/>
                  </a:lnTo>
                  <a:cubicBezTo>
                    <a:pt x="1632" y="534"/>
                    <a:pt x="1632" y="29"/>
                    <a:pt x="1271" y="0"/>
                  </a:cubicBezTo>
                  <a:close/>
                </a:path>
              </a:pathLst>
            </a:custGeom>
            <a:solidFill>
              <a:srgbClr val="51687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326" name="Google Shape;20326;p47"/>
            <p:cNvSpPr/>
            <p:nvPr/>
          </p:nvSpPr>
          <p:spPr>
            <a:xfrm>
              <a:off x="3487691" y="1524095"/>
              <a:ext cx="49966" cy="48105"/>
            </a:xfrm>
            <a:custGeom>
              <a:rect b="b" l="l" r="r" t="t"/>
              <a:pathLst>
                <a:path extrusionOk="0" h="1835" w="1906">
                  <a:moveTo>
                    <a:pt x="303" y="1"/>
                  </a:moveTo>
                  <a:cubicBezTo>
                    <a:pt x="0" y="1"/>
                    <a:pt x="0" y="463"/>
                    <a:pt x="303" y="463"/>
                  </a:cubicBezTo>
                  <a:cubicBezTo>
                    <a:pt x="939" y="463"/>
                    <a:pt x="1444" y="968"/>
                    <a:pt x="1444" y="1603"/>
                  </a:cubicBezTo>
                  <a:cubicBezTo>
                    <a:pt x="1444" y="1719"/>
                    <a:pt x="1545" y="1820"/>
                    <a:pt x="1675" y="1834"/>
                  </a:cubicBezTo>
                  <a:cubicBezTo>
                    <a:pt x="1790" y="1834"/>
                    <a:pt x="1906" y="1733"/>
                    <a:pt x="1906" y="1603"/>
                  </a:cubicBezTo>
                  <a:cubicBezTo>
                    <a:pt x="1906" y="723"/>
                    <a:pt x="1184" y="1"/>
                    <a:pt x="303" y="1"/>
                  </a:cubicBezTo>
                  <a:close/>
                </a:path>
              </a:pathLst>
            </a:custGeom>
            <a:solidFill>
              <a:srgbClr val="EFF2F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327" name="Google Shape;20327;p47"/>
            <p:cNvSpPr/>
            <p:nvPr/>
          </p:nvSpPr>
          <p:spPr>
            <a:xfrm>
              <a:off x="3487691" y="1499899"/>
              <a:ext cx="74188" cy="72301"/>
            </a:xfrm>
            <a:custGeom>
              <a:rect b="b" l="l" r="r" t="t"/>
              <a:pathLst>
                <a:path extrusionOk="0" h="2758" w="2830">
                  <a:moveTo>
                    <a:pt x="303" y="0"/>
                  </a:moveTo>
                  <a:cubicBezTo>
                    <a:pt x="0" y="0"/>
                    <a:pt x="0" y="462"/>
                    <a:pt x="303" y="462"/>
                  </a:cubicBezTo>
                  <a:cubicBezTo>
                    <a:pt x="1444" y="462"/>
                    <a:pt x="2368" y="1386"/>
                    <a:pt x="2368" y="2526"/>
                  </a:cubicBezTo>
                  <a:cubicBezTo>
                    <a:pt x="2368" y="2656"/>
                    <a:pt x="2469" y="2757"/>
                    <a:pt x="2599" y="2757"/>
                  </a:cubicBezTo>
                  <a:cubicBezTo>
                    <a:pt x="2714" y="2757"/>
                    <a:pt x="2830" y="2656"/>
                    <a:pt x="2830" y="2526"/>
                  </a:cubicBezTo>
                  <a:cubicBezTo>
                    <a:pt x="2830" y="1126"/>
                    <a:pt x="1689" y="0"/>
                    <a:pt x="303" y="0"/>
                  </a:cubicBezTo>
                  <a:close/>
                </a:path>
              </a:pathLst>
            </a:custGeom>
            <a:solidFill>
              <a:srgbClr val="EFF1F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328" name="Google Shape;20328;p47"/>
            <p:cNvSpPr/>
            <p:nvPr/>
          </p:nvSpPr>
          <p:spPr>
            <a:xfrm>
              <a:off x="3381336" y="1686078"/>
              <a:ext cx="71934" cy="54239"/>
            </a:xfrm>
            <a:custGeom>
              <a:rect b="b" l="l" r="r" t="t"/>
              <a:pathLst>
                <a:path extrusionOk="0" h="2069" w="2744">
                  <a:moveTo>
                    <a:pt x="910" y="0"/>
                  </a:moveTo>
                  <a:lnTo>
                    <a:pt x="910" y="462"/>
                  </a:lnTo>
                  <a:cubicBezTo>
                    <a:pt x="910" y="549"/>
                    <a:pt x="867" y="621"/>
                    <a:pt x="795" y="664"/>
                  </a:cubicBezTo>
                  <a:lnTo>
                    <a:pt x="246" y="939"/>
                  </a:lnTo>
                  <a:cubicBezTo>
                    <a:pt x="88" y="1011"/>
                    <a:pt x="1" y="1169"/>
                    <a:pt x="1" y="1343"/>
                  </a:cubicBezTo>
                  <a:lnTo>
                    <a:pt x="1" y="1603"/>
                  </a:lnTo>
                  <a:cubicBezTo>
                    <a:pt x="405" y="1913"/>
                    <a:pt x="889" y="2068"/>
                    <a:pt x="1372" y="2068"/>
                  </a:cubicBezTo>
                  <a:cubicBezTo>
                    <a:pt x="1856" y="2068"/>
                    <a:pt x="2339" y="1913"/>
                    <a:pt x="2744" y="1603"/>
                  </a:cubicBezTo>
                  <a:lnTo>
                    <a:pt x="2744" y="1343"/>
                  </a:lnTo>
                  <a:cubicBezTo>
                    <a:pt x="2744" y="1169"/>
                    <a:pt x="2657" y="1011"/>
                    <a:pt x="2498" y="939"/>
                  </a:cubicBezTo>
                  <a:lnTo>
                    <a:pt x="1964" y="664"/>
                  </a:lnTo>
                  <a:cubicBezTo>
                    <a:pt x="1878" y="621"/>
                    <a:pt x="1834" y="549"/>
                    <a:pt x="1834" y="462"/>
                  </a:cubicBezTo>
                  <a:lnTo>
                    <a:pt x="1834" y="0"/>
                  </a:lnTo>
                  <a:close/>
                </a:path>
              </a:pathLst>
            </a:custGeom>
            <a:solidFill>
              <a:srgbClr val="AABBC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329" name="Google Shape;20329;p47"/>
            <p:cNvSpPr/>
            <p:nvPr/>
          </p:nvSpPr>
          <p:spPr>
            <a:xfrm>
              <a:off x="3381336" y="1704979"/>
              <a:ext cx="72327" cy="35338"/>
            </a:xfrm>
            <a:custGeom>
              <a:rect b="b" l="l" r="r" t="t"/>
              <a:pathLst>
                <a:path extrusionOk="0" h="1348" w="2759">
                  <a:moveTo>
                    <a:pt x="679" y="1"/>
                  </a:moveTo>
                  <a:lnTo>
                    <a:pt x="261" y="218"/>
                  </a:lnTo>
                  <a:cubicBezTo>
                    <a:pt x="102" y="290"/>
                    <a:pt x="1" y="448"/>
                    <a:pt x="1" y="622"/>
                  </a:cubicBezTo>
                  <a:lnTo>
                    <a:pt x="1" y="882"/>
                  </a:lnTo>
                  <a:cubicBezTo>
                    <a:pt x="405" y="1192"/>
                    <a:pt x="889" y="1347"/>
                    <a:pt x="1374" y="1347"/>
                  </a:cubicBezTo>
                  <a:cubicBezTo>
                    <a:pt x="1859" y="1347"/>
                    <a:pt x="2347" y="1192"/>
                    <a:pt x="2758" y="882"/>
                  </a:cubicBezTo>
                  <a:lnTo>
                    <a:pt x="2758" y="622"/>
                  </a:lnTo>
                  <a:cubicBezTo>
                    <a:pt x="2758" y="448"/>
                    <a:pt x="2657" y="290"/>
                    <a:pt x="2498" y="218"/>
                  </a:cubicBezTo>
                  <a:lnTo>
                    <a:pt x="2080" y="1"/>
                  </a:lnTo>
                  <a:cubicBezTo>
                    <a:pt x="1899" y="225"/>
                    <a:pt x="1639" y="337"/>
                    <a:pt x="1380" y="337"/>
                  </a:cubicBezTo>
                  <a:cubicBezTo>
                    <a:pt x="1120" y="337"/>
                    <a:pt x="860" y="225"/>
                    <a:pt x="679" y="1"/>
                  </a:cubicBezTo>
                  <a:close/>
                </a:path>
              </a:pathLst>
            </a:custGeom>
            <a:solidFill>
              <a:srgbClr val="667A8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330" name="Google Shape;20330;p47"/>
            <p:cNvSpPr/>
            <p:nvPr/>
          </p:nvSpPr>
          <p:spPr>
            <a:xfrm>
              <a:off x="3404432" y="1686078"/>
              <a:ext cx="26136" cy="18088"/>
            </a:xfrm>
            <a:custGeom>
              <a:rect b="b" l="l" r="r" t="t"/>
              <a:pathLst>
                <a:path extrusionOk="0" h="690" w="997">
                  <a:moveTo>
                    <a:pt x="44" y="0"/>
                  </a:moveTo>
                  <a:lnTo>
                    <a:pt x="44" y="462"/>
                  </a:lnTo>
                  <a:cubicBezTo>
                    <a:pt x="44" y="505"/>
                    <a:pt x="15" y="549"/>
                    <a:pt x="0" y="592"/>
                  </a:cubicBezTo>
                  <a:cubicBezTo>
                    <a:pt x="159" y="657"/>
                    <a:pt x="329" y="689"/>
                    <a:pt x="499" y="689"/>
                  </a:cubicBezTo>
                  <a:cubicBezTo>
                    <a:pt x="668" y="689"/>
                    <a:pt x="838" y="657"/>
                    <a:pt x="997" y="592"/>
                  </a:cubicBezTo>
                  <a:cubicBezTo>
                    <a:pt x="968" y="549"/>
                    <a:pt x="953" y="505"/>
                    <a:pt x="953" y="462"/>
                  </a:cubicBezTo>
                  <a:lnTo>
                    <a:pt x="953" y="0"/>
                  </a:lnTo>
                  <a:close/>
                </a:path>
              </a:pathLst>
            </a:custGeom>
            <a:solidFill>
              <a:srgbClr val="94A5B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331" name="Google Shape;20331;p47"/>
            <p:cNvSpPr/>
            <p:nvPr/>
          </p:nvSpPr>
          <p:spPr>
            <a:xfrm>
              <a:off x="3393448" y="1638000"/>
              <a:ext cx="48105" cy="54160"/>
            </a:xfrm>
            <a:custGeom>
              <a:rect b="b" l="l" r="r" t="t"/>
              <a:pathLst>
                <a:path extrusionOk="0" h="2066" w="1835">
                  <a:moveTo>
                    <a:pt x="679" y="1"/>
                  </a:moveTo>
                  <a:cubicBezTo>
                    <a:pt x="304" y="1"/>
                    <a:pt x="1" y="304"/>
                    <a:pt x="1" y="694"/>
                  </a:cubicBezTo>
                  <a:lnTo>
                    <a:pt x="1" y="1141"/>
                  </a:lnTo>
                  <a:cubicBezTo>
                    <a:pt x="1" y="1647"/>
                    <a:pt x="405" y="2065"/>
                    <a:pt x="910" y="2065"/>
                  </a:cubicBezTo>
                  <a:cubicBezTo>
                    <a:pt x="1430" y="2065"/>
                    <a:pt x="1834" y="1647"/>
                    <a:pt x="1834" y="1141"/>
                  </a:cubicBezTo>
                  <a:lnTo>
                    <a:pt x="1834" y="694"/>
                  </a:lnTo>
                  <a:cubicBezTo>
                    <a:pt x="1834" y="304"/>
                    <a:pt x="1531" y="1"/>
                    <a:pt x="1141" y="1"/>
                  </a:cubicBezTo>
                  <a:close/>
                </a:path>
              </a:pathLst>
            </a:custGeom>
            <a:solidFill>
              <a:srgbClr val="BCC9D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332" name="Google Shape;20332;p47"/>
            <p:cNvSpPr/>
            <p:nvPr/>
          </p:nvSpPr>
          <p:spPr>
            <a:xfrm>
              <a:off x="3393448" y="1638000"/>
              <a:ext cx="32952" cy="54055"/>
            </a:xfrm>
            <a:custGeom>
              <a:rect b="b" l="l" r="r" t="t"/>
              <a:pathLst>
                <a:path extrusionOk="0" h="2062" w="1257">
                  <a:moveTo>
                    <a:pt x="694" y="1"/>
                  </a:moveTo>
                  <a:cubicBezTo>
                    <a:pt x="304" y="1"/>
                    <a:pt x="1" y="304"/>
                    <a:pt x="1" y="694"/>
                  </a:cubicBezTo>
                  <a:lnTo>
                    <a:pt x="1" y="1141"/>
                  </a:lnTo>
                  <a:cubicBezTo>
                    <a:pt x="1" y="1668"/>
                    <a:pt x="437" y="2061"/>
                    <a:pt x="917" y="2061"/>
                  </a:cubicBezTo>
                  <a:cubicBezTo>
                    <a:pt x="1029" y="2061"/>
                    <a:pt x="1144" y="2040"/>
                    <a:pt x="1257" y="1993"/>
                  </a:cubicBezTo>
                  <a:cubicBezTo>
                    <a:pt x="910" y="1849"/>
                    <a:pt x="694" y="1517"/>
                    <a:pt x="694" y="1156"/>
                  </a:cubicBezTo>
                  <a:lnTo>
                    <a:pt x="694" y="694"/>
                  </a:lnTo>
                  <a:cubicBezTo>
                    <a:pt x="679" y="347"/>
                    <a:pt x="925" y="59"/>
                    <a:pt x="1257" y="15"/>
                  </a:cubicBezTo>
                  <a:cubicBezTo>
                    <a:pt x="1228" y="1"/>
                    <a:pt x="1185" y="1"/>
                    <a:pt x="1141" y="1"/>
                  </a:cubicBezTo>
                  <a:close/>
                </a:path>
              </a:pathLst>
            </a:custGeom>
            <a:solidFill>
              <a:srgbClr val="AABBC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333" name="Google Shape;20333;p47"/>
            <p:cNvSpPr/>
            <p:nvPr/>
          </p:nvSpPr>
          <p:spPr>
            <a:xfrm>
              <a:off x="3393448" y="1638000"/>
              <a:ext cx="48105" cy="24249"/>
            </a:xfrm>
            <a:custGeom>
              <a:rect b="b" l="l" r="r" t="t"/>
              <a:pathLst>
                <a:path extrusionOk="0" h="925" w="1835">
                  <a:moveTo>
                    <a:pt x="694" y="1"/>
                  </a:moveTo>
                  <a:cubicBezTo>
                    <a:pt x="304" y="1"/>
                    <a:pt x="1" y="304"/>
                    <a:pt x="1" y="694"/>
                  </a:cubicBezTo>
                  <a:cubicBezTo>
                    <a:pt x="593" y="853"/>
                    <a:pt x="1213" y="925"/>
                    <a:pt x="1834" y="925"/>
                  </a:cubicBezTo>
                  <a:lnTo>
                    <a:pt x="1834" y="694"/>
                  </a:lnTo>
                  <a:cubicBezTo>
                    <a:pt x="1834" y="304"/>
                    <a:pt x="1531" y="1"/>
                    <a:pt x="1141" y="1"/>
                  </a:cubicBezTo>
                  <a:close/>
                </a:path>
              </a:pathLst>
            </a:custGeom>
            <a:solidFill>
              <a:srgbClr val="5C728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334" name="Google Shape;20334;p47"/>
            <p:cNvSpPr/>
            <p:nvPr/>
          </p:nvSpPr>
          <p:spPr>
            <a:xfrm>
              <a:off x="3393448" y="1638000"/>
              <a:ext cx="32952" cy="21994"/>
            </a:xfrm>
            <a:custGeom>
              <a:rect b="b" l="l" r="r" t="t"/>
              <a:pathLst>
                <a:path extrusionOk="0" h="839" w="1257">
                  <a:moveTo>
                    <a:pt x="694" y="1"/>
                  </a:moveTo>
                  <a:cubicBezTo>
                    <a:pt x="304" y="1"/>
                    <a:pt x="1" y="304"/>
                    <a:pt x="1" y="694"/>
                  </a:cubicBezTo>
                  <a:cubicBezTo>
                    <a:pt x="217" y="752"/>
                    <a:pt x="448" y="809"/>
                    <a:pt x="694" y="838"/>
                  </a:cubicBezTo>
                  <a:lnTo>
                    <a:pt x="694" y="694"/>
                  </a:lnTo>
                  <a:cubicBezTo>
                    <a:pt x="679" y="347"/>
                    <a:pt x="925" y="59"/>
                    <a:pt x="1257" y="15"/>
                  </a:cubicBezTo>
                  <a:cubicBezTo>
                    <a:pt x="1228" y="1"/>
                    <a:pt x="1185" y="1"/>
                    <a:pt x="1141" y="1"/>
                  </a:cubicBezTo>
                  <a:close/>
                </a:path>
              </a:pathLst>
            </a:custGeom>
            <a:solidFill>
              <a:srgbClr val="667A8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335" name="Google Shape;20335;p47"/>
            <p:cNvSpPr/>
            <p:nvPr/>
          </p:nvSpPr>
          <p:spPr>
            <a:xfrm>
              <a:off x="3435470" y="1715596"/>
              <a:ext cx="18193" cy="21575"/>
            </a:xfrm>
            <a:custGeom>
              <a:rect b="b" l="l" r="r" t="t"/>
              <a:pathLst>
                <a:path extrusionOk="0" h="823" w="694">
                  <a:moveTo>
                    <a:pt x="635" y="0"/>
                  </a:moveTo>
                  <a:lnTo>
                    <a:pt x="188" y="347"/>
                  </a:lnTo>
                  <a:cubicBezTo>
                    <a:pt x="72" y="433"/>
                    <a:pt x="0" y="563"/>
                    <a:pt x="0" y="707"/>
                  </a:cubicBezTo>
                  <a:lnTo>
                    <a:pt x="0" y="823"/>
                  </a:lnTo>
                  <a:cubicBezTo>
                    <a:pt x="246" y="751"/>
                    <a:pt x="491" y="621"/>
                    <a:pt x="693" y="462"/>
                  </a:cubicBezTo>
                  <a:lnTo>
                    <a:pt x="693" y="217"/>
                  </a:lnTo>
                  <a:cubicBezTo>
                    <a:pt x="693" y="145"/>
                    <a:pt x="664" y="72"/>
                    <a:pt x="635" y="0"/>
                  </a:cubicBezTo>
                  <a:close/>
                </a:path>
              </a:pathLst>
            </a:custGeom>
            <a:solidFill>
              <a:srgbClr val="51687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336" name="Google Shape;20336;p47"/>
            <p:cNvSpPr/>
            <p:nvPr/>
          </p:nvSpPr>
          <p:spPr>
            <a:xfrm>
              <a:off x="3381336" y="1715596"/>
              <a:ext cx="18193" cy="21968"/>
            </a:xfrm>
            <a:custGeom>
              <a:rect b="b" l="l" r="r" t="t"/>
              <a:pathLst>
                <a:path extrusionOk="0" h="838" w="694">
                  <a:moveTo>
                    <a:pt x="59" y="0"/>
                  </a:moveTo>
                  <a:cubicBezTo>
                    <a:pt x="30" y="72"/>
                    <a:pt x="1" y="145"/>
                    <a:pt x="1" y="217"/>
                  </a:cubicBezTo>
                  <a:lnTo>
                    <a:pt x="1" y="477"/>
                  </a:lnTo>
                  <a:cubicBezTo>
                    <a:pt x="203" y="635"/>
                    <a:pt x="448" y="751"/>
                    <a:pt x="694" y="837"/>
                  </a:cubicBezTo>
                  <a:lnTo>
                    <a:pt x="694" y="707"/>
                  </a:lnTo>
                  <a:cubicBezTo>
                    <a:pt x="694" y="563"/>
                    <a:pt x="622" y="433"/>
                    <a:pt x="506" y="347"/>
                  </a:cubicBezTo>
                  <a:lnTo>
                    <a:pt x="59" y="0"/>
                  </a:lnTo>
                  <a:close/>
                </a:path>
              </a:pathLst>
            </a:custGeom>
            <a:solidFill>
              <a:srgbClr val="51687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20337" name="Google Shape;20337;p47"/>
          <p:cNvGrpSpPr/>
          <p:nvPr/>
        </p:nvGrpSpPr>
        <p:grpSpPr>
          <a:xfrm>
            <a:off x="3735553" y="1530151"/>
            <a:ext cx="366722" cy="317962"/>
            <a:chOff x="3735553" y="1530151"/>
            <a:chExt cx="366722" cy="317962"/>
          </a:xfrm>
        </p:grpSpPr>
        <p:sp>
          <p:nvSpPr>
            <p:cNvPr id="20338" name="Google Shape;20338;p47"/>
            <p:cNvSpPr/>
            <p:nvPr/>
          </p:nvSpPr>
          <p:spPr>
            <a:xfrm>
              <a:off x="3770760" y="1565725"/>
              <a:ext cx="331515" cy="282388"/>
            </a:xfrm>
            <a:custGeom>
              <a:rect b="b" l="l" r="r" t="t"/>
              <a:pathLst>
                <a:path extrusionOk="0" h="10772" w="12646">
                  <a:moveTo>
                    <a:pt x="909" y="1"/>
                  </a:moveTo>
                  <a:cubicBezTo>
                    <a:pt x="404" y="1"/>
                    <a:pt x="0" y="405"/>
                    <a:pt x="0" y="910"/>
                  </a:cubicBezTo>
                  <a:lnTo>
                    <a:pt x="0" y="7218"/>
                  </a:lnTo>
                  <a:cubicBezTo>
                    <a:pt x="0" y="7724"/>
                    <a:pt x="404" y="8128"/>
                    <a:pt x="909" y="8128"/>
                  </a:cubicBezTo>
                  <a:lnTo>
                    <a:pt x="4518" y="8128"/>
                  </a:lnTo>
                  <a:lnTo>
                    <a:pt x="8329" y="10726"/>
                  </a:lnTo>
                  <a:cubicBezTo>
                    <a:pt x="8371" y="10757"/>
                    <a:pt x="8416" y="10771"/>
                    <a:pt x="8459" y="10771"/>
                  </a:cubicBezTo>
                  <a:cubicBezTo>
                    <a:pt x="8597" y="10771"/>
                    <a:pt x="8720" y="10634"/>
                    <a:pt x="8676" y="10481"/>
                  </a:cubicBezTo>
                  <a:lnTo>
                    <a:pt x="8127" y="8113"/>
                  </a:lnTo>
                  <a:lnTo>
                    <a:pt x="11736" y="8113"/>
                  </a:lnTo>
                  <a:cubicBezTo>
                    <a:pt x="12241" y="8113"/>
                    <a:pt x="12645" y="7709"/>
                    <a:pt x="12645" y="7218"/>
                  </a:cubicBezTo>
                  <a:lnTo>
                    <a:pt x="12645" y="896"/>
                  </a:lnTo>
                  <a:cubicBezTo>
                    <a:pt x="12645" y="405"/>
                    <a:pt x="12227" y="1"/>
                    <a:pt x="11736" y="1"/>
                  </a:cubicBezTo>
                  <a:close/>
                </a:path>
              </a:pathLst>
            </a:custGeom>
            <a:solidFill>
              <a:srgbClr val="E9EDF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339" name="Google Shape;20339;p47"/>
            <p:cNvSpPr/>
            <p:nvPr/>
          </p:nvSpPr>
          <p:spPr>
            <a:xfrm>
              <a:off x="3770760" y="1565725"/>
              <a:ext cx="307685" cy="189246"/>
            </a:xfrm>
            <a:custGeom>
              <a:rect b="b" l="l" r="r" t="t"/>
              <a:pathLst>
                <a:path extrusionOk="0" h="7219" w="11737">
                  <a:moveTo>
                    <a:pt x="909" y="1"/>
                  </a:moveTo>
                  <a:cubicBezTo>
                    <a:pt x="404" y="1"/>
                    <a:pt x="0" y="405"/>
                    <a:pt x="0" y="910"/>
                  </a:cubicBezTo>
                  <a:lnTo>
                    <a:pt x="0" y="7218"/>
                  </a:lnTo>
                  <a:lnTo>
                    <a:pt x="10379" y="7218"/>
                  </a:lnTo>
                  <a:cubicBezTo>
                    <a:pt x="11130" y="7218"/>
                    <a:pt x="11736" y="6612"/>
                    <a:pt x="11736" y="5862"/>
                  </a:cubicBezTo>
                  <a:lnTo>
                    <a:pt x="11736" y="1"/>
                  </a:lnTo>
                  <a:close/>
                </a:path>
              </a:pathLst>
            </a:custGeom>
            <a:solidFill>
              <a:srgbClr val="BCC9D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340" name="Google Shape;20340;p47"/>
            <p:cNvSpPr/>
            <p:nvPr/>
          </p:nvSpPr>
          <p:spPr>
            <a:xfrm>
              <a:off x="3735553" y="1530151"/>
              <a:ext cx="330781" cy="282073"/>
            </a:xfrm>
            <a:custGeom>
              <a:rect b="b" l="l" r="r" t="t"/>
              <a:pathLst>
                <a:path extrusionOk="0" h="10760" w="12618">
                  <a:moveTo>
                    <a:pt x="896" y="1"/>
                  </a:moveTo>
                  <a:cubicBezTo>
                    <a:pt x="405" y="1"/>
                    <a:pt x="1" y="405"/>
                    <a:pt x="1" y="910"/>
                  </a:cubicBezTo>
                  <a:lnTo>
                    <a:pt x="1" y="7219"/>
                  </a:lnTo>
                  <a:cubicBezTo>
                    <a:pt x="1" y="7724"/>
                    <a:pt x="405" y="8128"/>
                    <a:pt x="896" y="8128"/>
                  </a:cubicBezTo>
                  <a:lnTo>
                    <a:pt x="4504" y="8128"/>
                  </a:lnTo>
                  <a:lnTo>
                    <a:pt x="3970" y="10495"/>
                  </a:lnTo>
                  <a:cubicBezTo>
                    <a:pt x="3937" y="10640"/>
                    <a:pt x="4050" y="10760"/>
                    <a:pt x="4183" y="10760"/>
                  </a:cubicBezTo>
                  <a:cubicBezTo>
                    <a:pt x="4222" y="10760"/>
                    <a:pt x="4263" y="10749"/>
                    <a:pt x="4302" y="10726"/>
                  </a:cubicBezTo>
                  <a:lnTo>
                    <a:pt x="8113" y="8128"/>
                  </a:lnTo>
                  <a:lnTo>
                    <a:pt x="11722" y="8128"/>
                  </a:lnTo>
                  <a:cubicBezTo>
                    <a:pt x="12213" y="8128"/>
                    <a:pt x="12617" y="7724"/>
                    <a:pt x="12617" y="7219"/>
                  </a:cubicBezTo>
                  <a:lnTo>
                    <a:pt x="12617" y="910"/>
                  </a:lnTo>
                  <a:cubicBezTo>
                    <a:pt x="12617" y="405"/>
                    <a:pt x="12213" y="15"/>
                    <a:pt x="11722" y="1"/>
                  </a:cubicBezTo>
                  <a:close/>
                </a:path>
              </a:pathLst>
            </a:custGeom>
            <a:solidFill>
              <a:srgbClr val="EFF1F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341" name="Google Shape;20341;p47"/>
            <p:cNvSpPr/>
            <p:nvPr/>
          </p:nvSpPr>
          <p:spPr>
            <a:xfrm>
              <a:off x="3779070" y="1629296"/>
              <a:ext cx="250170" cy="14785"/>
            </a:xfrm>
            <a:custGeom>
              <a:rect b="b" l="l" r="r" t="t"/>
              <a:pathLst>
                <a:path extrusionOk="0" h="564" w="9543">
                  <a:moveTo>
                    <a:pt x="376" y="1"/>
                  </a:moveTo>
                  <a:cubicBezTo>
                    <a:pt x="1" y="1"/>
                    <a:pt x="1" y="564"/>
                    <a:pt x="376" y="564"/>
                  </a:cubicBezTo>
                  <a:lnTo>
                    <a:pt x="9167" y="564"/>
                  </a:lnTo>
                  <a:cubicBezTo>
                    <a:pt x="9542" y="564"/>
                    <a:pt x="9542" y="1"/>
                    <a:pt x="9167" y="1"/>
                  </a:cubicBezTo>
                  <a:close/>
                </a:path>
              </a:pathLst>
            </a:custGeom>
            <a:solidFill>
              <a:srgbClr val="D1DBE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342" name="Google Shape;20342;p47"/>
            <p:cNvSpPr/>
            <p:nvPr/>
          </p:nvSpPr>
          <p:spPr>
            <a:xfrm>
              <a:off x="3779070" y="1599778"/>
              <a:ext cx="167304" cy="14785"/>
            </a:xfrm>
            <a:custGeom>
              <a:rect b="b" l="l" r="r" t="t"/>
              <a:pathLst>
                <a:path extrusionOk="0" h="564" w="6382">
                  <a:moveTo>
                    <a:pt x="376" y="1"/>
                  </a:moveTo>
                  <a:cubicBezTo>
                    <a:pt x="1" y="1"/>
                    <a:pt x="1" y="564"/>
                    <a:pt x="376" y="564"/>
                  </a:cubicBezTo>
                  <a:lnTo>
                    <a:pt x="6006" y="564"/>
                  </a:lnTo>
                  <a:cubicBezTo>
                    <a:pt x="6381" y="564"/>
                    <a:pt x="6381" y="1"/>
                    <a:pt x="6006" y="1"/>
                  </a:cubicBezTo>
                  <a:close/>
                </a:path>
              </a:pathLst>
            </a:custGeom>
            <a:solidFill>
              <a:srgbClr val="9AAAB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343" name="Google Shape;20343;p47"/>
            <p:cNvSpPr/>
            <p:nvPr/>
          </p:nvSpPr>
          <p:spPr>
            <a:xfrm>
              <a:off x="3950490" y="1599778"/>
              <a:ext cx="78750" cy="14785"/>
            </a:xfrm>
            <a:custGeom>
              <a:rect b="b" l="l" r="r" t="t"/>
              <a:pathLst>
                <a:path extrusionOk="0" h="564" w="3004">
                  <a:moveTo>
                    <a:pt x="376" y="1"/>
                  </a:moveTo>
                  <a:cubicBezTo>
                    <a:pt x="1" y="1"/>
                    <a:pt x="1" y="564"/>
                    <a:pt x="376" y="564"/>
                  </a:cubicBezTo>
                  <a:lnTo>
                    <a:pt x="2628" y="564"/>
                  </a:lnTo>
                  <a:cubicBezTo>
                    <a:pt x="3003" y="564"/>
                    <a:pt x="3003" y="1"/>
                    <a:pt x="2628" y="1"/>
                  </a:cubicBezTo>
                  <a:close/>
                </a:path>
              </a:pathLst>
            </a:custGeom>
            <a:solidFill>
              <a:srgbClr val="8397A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344" name="Google Shape;20344;p47"/>
            <p:cNvSpPr/>
            <p:nvPr/>
          </p:nvSpPr>
          <p:spPr>
            <a:xfrm>
              <a:off x="3779070" y="1658814"/>
              <a:ext cx="96524" cy="14785"/>
            </a:xfrm>
            <a:custGeom>
              <a:rect b="b" l="l" r="r" t="t"/>
              <a:pathLst>
                <a:path extrusionOk="0" h="564" w="3682">
                  <a:moveTo>
                    <a:pt x="376" y="1"/>
                  </a:moveTo>
                  <a:cubicBezTo>
                    <a:pt x="1" y="1"/>
                    <a:pt x="1" y="564"/>
                    <a:pt x="376" y="564"/>
                  </a:cubicBezTo>
                  <a:lnTo>
                    <a:pt x="3306" y="564"/>
                  </a:lnTo>
                  <a:cubicBezTo>
                    <a:pt x="3682" y="564"/>
                    <a:pt x="3682" y="1"/>
                    <a:pt x="3306" y="1"/>
                  </a:cubicBezTo>
                  <a:close/>
                </a:path>
              </a:pathLst>
            </a:custGeom>
            <a:solidFill>
              <a:srgbClr val="91A8B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345" name="Google Shape;20345;p47"/>
            <p:cNvSpPr/>
            <p:nvPr/>
          </p:nvSpPr>
          <p:spPr>
            <a:xfrm>
              <a:off x="3891087" y="1658814"/>
              <a:ext cx="138153" cy="14785"/>
            </a:xfrm>
            <a:custGeom>
              <a:rect b="b" l="l" r="r" t="t"/>
              <a:pathLst>
                <a:path extrusionOk="0" h="564" w="5270">
                  <a:moveTo>
                    <a:pt x="376" y="1"/>
                  </a:moveTo>
                  <a:cubicBezTo>
                    <a:pt x="0" y="1"/>
                    <a:pt x="0" y="564"/>
                    <a:pt x="376" y="564"/>
                  </a:cubicBezTo>
                  <a:lnTo>
                    <a:pt x="4894" y="564"/>
                  </a:lnTo>
                  <a:cubicBezTo>
                    <a:pt x="5269" y="564"/>
                    <a:pt x="5269" y="1"/>
                    <a:pt x="4894" y="1"/>
                  </a:cubicBezTo>
                  <a:close/>
                </a:path>
              </a:pathLst>
            </a:custGeom>
            <a:solidFill>
              <a:srgbClr val="D1DBE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346" name="Google Shape;20346;p47"/>
            <p:cNvSpPr/>
            <p:nvPr/>
          </p:nvSpPr>
          <p:spPr>
            <a:xfrm>
              <a:off x="3779070" y="1570260"/>
              <a:ext cx="49232" cy="14785"/>
            </a:xfrm>
            <a:custGeom>
              <a:rect b="b" l="l" r="r" t="t"/>
              <a:pathLst>
                <a:path extrusionOk="0" h="564" w="1878">
                  <a:moveTo>
                    <a:pt x="376" y="1"/>
                  </a:moveTo>
                  <a:cubicBezTo>
                    <a:pt x="1" y="1"/>
                    <a:pt x="1" y="564"/>
                    <a:pt x="376" y="564"/>
                  </a:cubicBezTo>
                  <a:lnTo>
                    <a:pt x="1502" y="564"/>
                  </a:lnTo>
                  <a:cubicBezTo>
                    <a:pt x="1877" y="564"/>
                    <a:pt x="1877" y="1"/>
                    <a:pt x="1502" y="1"/>
                  </a:cubicBezTo>
                  <a:close/>
                </a:path>
              </a:pathLst>
            </a:custGeom>
            <a:solidFill>
              <a:srgbClr val="8397A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347" name="Google Shape;20347;p47"/>
            <p:cNvSpPr/>
            <p:nvPr/>
          </p:nvSpPr>
          <p:spPr>
            <a:xfrm>
              <a:off x="3832051" y="1570260"/>
              <a:ext cx="197189" cy="14785"/>
            </a:xfrm>
            <a:custGeom>
              <a:rect b="b" l="l" r="r" t="t"/>
              <a:pathLst>
                <a:path extrusionOk="0" h="564" w="7522">
                  <a:moveTo>
                    <a:pt x="376" y="1"/>
                  </a:moveTo>
                  <a:cubicBezTo>
                    <a:pt x="1" y="1"/>
                    <a:pt x="1" y="564"/>
                    <a:pt x="376" y="564"/>
                  </a:cubicBezTo>
                  <a:lnTo>
                    <a:pt x="7146" y="564"/>
                  </a:lnTo>
                  <a:cubicBezTo>
                    <a:pt x="7521" y="564"/>
                    <a:pt x="7521" y="1"/>
                    <a:pt x="7146" y="1"/>
                  </a:cubicBezTo>
                  <a:close/>
                </a:path>
              </a:pathLst>
            </a:custGeom>
            <a:solidFill>
              <a:srgbClr val="9AAAB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348" name="Google Shape;20348;p47"/>
            <p:cNvSpPr/>
            <p:nvPr/>
          </p:nvSpPr>
          <p:spPr>
            <a:xfrm>
              <a:off x="3779070" y="1688699"/>
              <a:ext cx="190740" cy="14811"/>
            </a:xfrm>
            <a:custGeom>
              <a:rect b="b" l="l" r="r" t="t"/>
              <a:pathLst>
                <a:path extrusionOk="0" h="565" w="7276">
                  <a:moveTo>
                    <a:pt x="6929" y="1"/>
                  </a:moveTo>
                  <a:cubicBezTo>
                    <a:pt x="6924" y="1"/>
                    <a:pt x="6920" y="1"/>
                    <a:pt x="6915" y="1"/>
                  </a:cubicBezTo>
                  <a:lnTo>
                    <a:pt x="376" y="1"/>
                  </a:lnTo>
                  <a:cubicBezTo>
                    <a:pt x="1" y="1"/>
                    <a:pt x="1" y="564"/>
                    <a:pt x="376" y="564"/>
                  </a:cubicBezTo>
                  <a:lnTo>
                    <a:pt x="6915" y="564"/>
                  </a:lnTo>
                  <a:cubicBezTo>
                    <a:pt x="7271" y="550"/>
                    <a:pt x="7276" y="1"/>
                    <a:pt x="6929" y="1"/>
                  </a:cubicBezTo>
                  <a:close/>
                </a:path>
              </a:pathLst>
            </a:custGeom>
            <a:solidFill>
              <a:srgbClr val="D1DBE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349" name="Google Shape;20349;p47"/>
            <p:cNvSpPr/>
            <p:nvPr/>
          </p:nvSpPr>
          <p:spPr>
            <a:xfrm>
              <a:off x="3973953" y="1688699"/>
              <a:ext cx="55287" cy="14811"/>
            </a:xfrm>
            <a:custGeom>
              <a:rect b="b" l="l" r="r" t="t"/>
              <a:pathLst>
                <a:path extrusionOk="0" h="565" w="2109">
                  <a:moveTo>
                    <a:pt x="1747" y="1"/>
                  </a:moveTo>
                  <a:cubicBezTo>
                    <a:pt x="1743" y="1"/>
                    <a:pt x="1738" y="1"/>
                    <a:pt x="1733" y="1"/>
                  </a:cubicBezTo>
                  <a:lnTo>
                    <a:pt x="376" y="1"/>
                  </a:lnTo>
                  <a:cubicBezTo>
                    <a:pt x="1" y="1"/>
                    <a:pt x="1" y="564"/>
                    <a:pt x="376" y="564"/>
                  </a:cubicBezTo>
                  <a:lnTo>
                    <a:pt x="1733" y="564"/>
                  </a:lnTo>
                  <a:cubicBezTo>
                    <a:pt x="2104" y="550"/>
                    <a:pt x="2108" y="1"/>
                    <a:pt x="1747" y="1"/>
                  </a:cubicBezTo>
                  <a:close/>
                </a:path>
              </a:pathLst>
            </a:custGeom>
            <a:solidFill>
              <a:srgbClr val="91A8B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20350" name="Google Shape;20350;p47"/>
          <p:cNvGrpSpPr/>
          <p:nvPr/>
        </p:nvGrpSpPr>
        <p:grpSpPr>
          <a:xfrm>
            <a:off x="866322" y="2469775"/>
            <a:ext cx="379226" cy="322734"/>
            <a:chOff x="866322" y="2469775"/>
            <a:chExt cx="379226" cy="322734"/>
          </a:xfrm>
        </p:grpSpPr>
        <p:sp>
          <p:nvSpPr>
            <p:cNvPr id="20351" name="Google Shape;20351;p47"/>
            <p:cNvSpPr/>
            <p:nvPr/>
          </p:nvSpPr>
          <p:spPr>
            <a:xfrm>
              <a:off x="1050246" y="2469775"/>
              <a:ext cx="175981" cy="171787"/>
            </a:xfrm>
            <a:custGeom>
              <a:rect b="b" l="l" r="r" t="t"/>
              <a:pathLst>
                <a:path extrusionOk="0" h="6553" w="6713">
                  <a:moveTo>
                    <a:pt x="664" y="1"/>
                  </a:moveTo>
                  <a:cubicBezTo>
                    <a:pt x="289" y="1"/>
                    <a:pt x="0" y="290"/>
                    <a:pt x="0" y="665"/>
                  </a:cubicBezTo>
                  <a:lnTo>
                    <a:pt x="0" y="4245"/>
                  </a:lnTo>
                  <a:cubicBezTo>
                    <a:pt x="0" y="4620"/>
                    <a:pt x="289" y="4923"/>
                    <a:pt x="664" y="4923"/>
                  </a:cubicBezTo>
                  <a:lnTo>
                    <a:pt x="1343" y="4923"/>
                  </a:lnTo>
                  <a:lnTo>
                    <a:pt x="968" y="6410"/>
                  </a:lnTo>
                  <a:cubicBezTo>
                    <a:pt x="935" y="6485"/>
                    <a:pt x="999" y="6552"/>
                    <a:pt x="1069" y="6552"/>
                  </a:cubicBezTo>
                  <a:cubicBezTo>
                    <a:pt x="1093" y="6552"/>
                    <a:pt x="1119" y="6544"/>
                    <a:pt x="1141" y="6526"/>
                  </a:cubicBezTo>
                  <a:lnTo>
                    <a:pt x="3349" y="4923"/>
                  </a:lnTo>
                  <a:lnTo>
                    <a:pt x="6034" y="4923"/>
                  </a:lnTo>
                  <a:cubicBezTo>
                    <a:pt x="6410" y="4923"/>
                    <a:pt x="6713" y="4620"/>
                    <a:pt x="6713" y="4245"/>
                  </a:cubicBezTo>
                  <a:lnTo>
                    <a:pt x="6713" y="665"/>
                  </a:lnTo>
                  <a:cubicBezTo>
                    <a:pt x="6713" y="290"/>
                    <a:pt x="6410" y="1"/>
                    <a:pt x="6034" y="1"/>
                  </a:cubicBezTo>
                  <a:close/>
                </a:path>
              </a:pathLst>
            </a:custGeom>
            <a:solidFill>
              <a:srgbClr val="EFF1F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352" name="Google Shape;20352;p47"/>
            <p:cNvSpPr/>
            <p:nvPr/>
          </p:nvSpPr>
          <p:spPr>
            <a:xfrm>
              <a:off x="1077484" y="2498926"/>
              <a:ext cx="33345" cy="11744"/>
            </a:xfrm>
            <a:custGeom>
              <a:rect b="b" l="l" r="r" t="t"/>
              <a:pathLst>
                <a:path extrusionOk="0" h="448" w="1272">
                  <a:moveTo>
                    <a:pt x="304" y="0"/>
                  </a:moveTo>
                  <a:cubicBezTo>
                    <a:pt x="1" y="0"/>
                    <a:pt x="1" y="448"/>
                    <a:pt x="304" y="448"/>
                  </a:cubicBezTo>
                  <a:lnTo>
                    <a:pt x="968" y="448"/>
                  </a:lnTo>
                  <a:cubicBezTo>
                    <a:pt x="1271" y="448"/>
                    <a:pt x="1271" y="0"/>
                    <a:pt x="968" y="0"/>
                  </a:cubicBezTo>
                  <a:close/>
                </a:path>
              </a:pathLst>
            </a:custGeom>
            <a:solidFill>
              <a:srgbClr val="8397A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353" name="Google Shape;20353;p47"/>
            <p:cNvSpPr/>
            <p:nvPr/>
          </p:nvSpPr>
          <p:spPr>
            <a:xfrm>
              <a:off x="1118353" y="2498926"/>
              <a:ext cx="80270" cy="11744"/>
            </a:xfrm>
            <a:custGeom>
              <a:rect b="b" l="l" r="r" t="t"/>
              <a:pathLst>
                <a:path extrusionOk="0" h="448" w="3062">
                  <a:moveTo>
                    <a:pt x="304" y="0"/>
                  </a:moveTo>
                  <a:cubicBezTo>
                    <a:pt x="1" y="0"/>
                    <a:pt x="1" y="448"/>
                    <a:pt x="304" y="448"/>
                  </a:cubicBezTo>
                  <a:lnTo>
                    <a:pt x="2772" y="448"/>
                  </a:lnTo>
                  <a:cubicBezTo>
                    <a:pt x="3061" y="448"/>
                    <a:pt x="3061" y="0"/>
                    <a:pt x="2772" y="0"/>
                  </a:cubicBezTo>
                  <a:close/>
                </a:path>
              </a:pathLst>
            </a:custGeom>
            <a:solidFill>
              <a:srgbClr val="9AAAB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354" name="Google Shape;20354;p47"/>
            <p:cNvSpPr/>
            <p:nvPr/>
          </p:nvSpPr>
          <p:spPr>
            <a:xfrm>
              <a:off x="1077484" y="2528418"/>
              <a:ext cx="121140" cy="11771"/>
            </a:xfrm>
            <a:custGeom>
              <a:rect b="b" l="l" r="r" t="t"/>
              <a:pathLst>
                <a:path extrusionOk="0" h="449" w="4621">
                  <a:moveTo>
                    <a:pt x="4345" y="1"/>
                  </a:moveTo>
                  <a:cubicBezTo>
                    <a:pt x="4341" y="1"/>
                    <a:pt x="4336" y="1"/>
                    <a:pt x="4331" y="1"/>
                  </a:cubicBezTo>
                  <a:lnTo>
                    <a:pt x="304" y="1"/>
                  </a:lnTo>
                  <a:cubicBezTo>
                    <a:pt x="1" y="1"/>
                    <a:pt x="1" y="449"/>
                    <a:pt x="304" y="449"/>
                  </a:cubicBezTo>
                  <a:lnTo>
                    <a:pt x="4331" y="449"/>
                  </a:lnTo>
                  <a:cubicBezTo>
                    <a:pt x="4616" y="435"/>
                    <a:pt x="4620" y="1"/>
                    <a:pt x="4345" y="1"/>
                  </a:cubicBezTo>
                  <a:close/>
                </a:path>
              </a:pathLst>
            </a:custGeom>
            <a:solidFill>
              <a:srgbClr val="D1DBE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355" name="Google Shape;20355;p47"/>
            <p:cNvSpPr/>
            <p:nvPr/>
          </p:nvSpPr>
          <p:spPr>
            <a:xfrm>
              <a:off x="1077484" y="2557569"/>
              <a:ext cx="80270" cy="11771"/>
            </a:xfrm>
            <a:custGeom>
              <a:rect b="b" l="l" r="r" t="t"/>
              <a:pathLst>
                <a:path extrusionOk="0" h="449" w="3062">
                  <a:moveTo>
                    <a:pt x="304" y="1"/>
                  </a:moveTo>
                  <a:cubicBezTo>
                    <a:pt x="1" y="1"/>
                    <a:pt x="1" y="448"/>
                    <a:pt x="304" y="448"/>
                  </a:cubicBezTo>
                  <a:lnTo>
                    <a:pt x="2758" y="448"/>
                  </a:lnTo>
                  <a:cubicBezTo>
                    <a:pt x="3061" y="448"/>
                    <a:pt x="3061" y="1"/>
                    <a:pt x="2758" y="1"/>
                  </a:cubicBezTo>
                  <a:close/>
                </a:path>
              </a:pathLst>
            </a:custGeom>
            <a:solidFill>
              <a:srgbClr val="91A8B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356" name="Google Shape;20356;p47"/>
            <p:cNvSpPr/>
            <p:nvPr/>
          </p:nvSpPr>
          <p:spPr>
            <a:xfrm>
              <a:off x="1165278" y="2557569"/>
              <a:ext cx="33345" cy="11771"/>
            </a:xfrm>
            <a:custGeom>
              <a:rect b="b" l="l" r="r" t="t"/>
              <a:pathLst>
                <a:path extrusionOk="0" h="449" w="1272">
                  <a:moveTo>
                    <a:pt x="304" y="1"/>
                  </a:moveTo>
                  <a:cubicBezTo>
                    <a:pt x="1" y="1"/>
                    <a:pt x="1" y="448"/>
                    <a:pt x="304" y="448"/>
                  </a:cubicBezTo>
                  <a:lnTo>
                    <a:pt x="982" y="448"/>
                  </a:lnTo>
                  <a:cubicBezTo>
                    <a:pt x="1271" y="448"/>
                    <a:pt x="1271" y="1"/>
                    <a:pt x="982" y="1"/>
                  </a:cubicBezTo>
                  <a:close/>
                </a:path>
              </a:pathLst>
            </a:custGeom>
            <a:solidFill>
              <a:srgbClr val="D1DBE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357" name="Google Shape;20357;p47"/>
            <p:cNvSpPr/>
            <p:nvPr/>
          </p:nvSpPr>
          <p:spPr>
            <a:xfrm>
              <a:off x="886009" y="2733551"/>
              <a:ext cx="340218" cy="17433"/>
            </a:xfrm>
            <a:custGeom>
              <a:rect b="b" l="l" r="r" t="t"/>
              <a:pathLst>
                <a:path extrusionOk="0" h="665" w="12978">
                  <a:moveTo>
                    <a:pt x="0" y="0"/>
                  </a:moveTo>
                  <a:lnTo>
                    <a:pt x="0" y="664"/>
                  </a:lnTo>
                  <a:lnTo>
                    <a:pt x="12978" y="664"/>
                  </a:lnTo>
                  <a:lnTo>
                    <a:pt x="12978" y="0"/>
                  </a:lnTo>
                  <a:close/>
                </a:path>
              </a:pathLst>
            </a:custGeom>
            <a:solidFill>
              <a:srgbClr val="AABBC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358" name="Google Shape;20358;p47"/>
            <p:cNvSpPr/>
            <p:nvPr/>
          </p:nvSpPr>
          <p:spPr>
            <a:xfrm>
              <a:off x="879954" y="2733551"/>
              <a:ext cx="12138" cy="58958"/>
            </a:xfrm>
            <a:custGeom>
              <a:rect b="b" l="l" r="r" t="t"/>
              <a:pathLst>
                <a:path extrusionOk="0" h="2249" w="463">
                  <a:moveTo>
                    <a:pt x="0" y="0"/>
                  </a:moveTo>
                  <a:lnTo>
                    <a:pt x="0" y="2021"/>
                  </a:lnTo>
                  <a:cubicBezTo>
                    <a:pt x="0" y="2173"/>
                    <a:pt x="116" y="2249"/>
                    <a:pt x="231" y="2249"/>
                  </a:cubicBezTo>
                  <a:cubicBezTo>
                    <a:pt x="347" y="2249"/>
                    <a:pt x="462" y="2173"/>
                    <a:pt x="462" y="2021"/>
                  </a:cubicBezTo>
                  <a:lnTo>
                    <a:pt x="462" y="0"/>
                  </a:lnTo>
                  <a:close/>
                </a:path>
              </a:pathLst>
            </a:custGeom>
            <a:solidFill>
              <a:srgbClr val="AABBC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359" name="Google Shape;20359;p47"/>
            <p:cNvSpPr/>
            <p:nvPr/>
          </p:nvSpPr>
          <p:spPr>
            <a:xfrm>
              <a:off x="1220146" y="2733551"/>
              <a:ext cx="11771" cy="58958"/>
            </a:xfrm>
            <a:custGeom>
              <a:rect b="b" l="l" r="r" t="t"/>
              <a:pathLst>
                <a:path extrusionOk="0" h="2249" w="449">
                  <a:moveTo>
                    <a:pt x="1" y="0"/>
                  </a:moveTo>
                  <a:lnTo>
                    <a:pt x="1" y="2021"/>
                  </a:lnTo>
                  <a:cubicBezTo>
                    <a:pt x="1" y="2173"/>
                    <a:pt x="113" y="2249"/>
                    <a:pt x="225" y="2249"/>
                  </a:cubicBezTo>
                  <a:cubicBezTo>
                    <a:pt x="337" y="2249"/>
                    <a:pt x="448" y="2173"/>
                    <a:pt x="448" y="2021"/>
                  </a:cubicBezTo>
                  <a:lnTo>
                    <a:pt x="448" y="0"/>
                  </a:lnTo>
                  <a:close/>
                </a:path>
              </a:pathLst>
            </a:custGeom>
            <a:solidFill>
              <a:srgbClr val="AABBC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360" name="Google Shape;20360;p47"/>
            <p:cNvSpPr/>
            <p:nvPr/>
          </p:nvSpPr>
          <p:spPr>
            <a:xfrm>
              <a:off x="921190" y="2608295"/>
              <a:ext cx="105620" cy="119593"/>
            </a:xfrm>
            <a:custGeom>
              <a:rect b="b" l="l" r="r" t="t"/>
              <a:pathLst>
                <a:path extrusionOk="0" h="4562" w="4029">
                  <a:moveTo>
                    <a:pt x="1343" y="0"/>
                  </a:moveTo>
                  <a:lnTo>
                    <a:pt x="1343" y="664"/>
                  </a:lnTo>
                  <a:cubicBezTo>
                    <a:pt x="1343" y="837"/>
                    <a:pt x="1242" y="982"/>
                    <a:pt x="1084" y="1068"/>
                  </a:cubicBezTo>
                  <a:lnTo>
                    <a:pt x="362" y="1429"/>
                  </a:lnTo>
                  <a:cubicBezTo>
                    <a:pt x="145" y="1545"/>
                    <a:pt x="1" y="1776"/>
                    <a:pt x="1" y="2021"/>
                  </a:cubicBezTo>
                  <a:lnTo>
                    <a:pt x="1" y="3883"/>
                  </a:lnTo>
                  <a:cubicBezTo>
                    <a:pt x="1" y="4259"/>
                    <a:pt x="290" y="4562"/>
                    <a:pt x="665" y="4562"/>
                  </a:cubicBezTo>
                  <a:lnTo>
                    <a:pt x="4028" y="4562"/>
                  </a:lnTo>
                  <a:lnTo>
                    <a:pt x="4028" y="2036"/>
                  </a:lnTo>
                  <a:cubicBezTo>
                    <a:pt x="4028" y="1776"/>
                    <a:pt x="3884" y="1545"/>
                    <a:pt x="3653" y="1429"/>
                  </a:cubicBezTo>
                  <a:lnTo>
                    <a:pt x="2931" y="1068"/>
                  </a:lnTo>
                  <a:cubicBezTo>
                    <a:pt x="2773" y="996"/>
                    <a:pt x="2672" y="837"/>
                    <a:pt x="2672" y="664"/>
                  </a:cubicBezTo>
                  <a:lnTo>
                    <a:pt x="2672" y="0"/>
                  </a:lnTo>
                  <a:close/>
                </a:path>
              </a:pathLst>
            </a:custGeom>
            <a:solidFill>
              <a:srgbClr val="AABBC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361" name="Google Shape;20361;p47"/>
            <p:cNvSpPr/>
            <p:nvPr/>
          </p:nvSpPr>
          <p:spPr>
            <a:xfrm>
              <a:off x="956029" y="2608295"/>
              <a:ext cx="35574" cy="23095"/>
            </a:xfrm>
            <a:custGeom>
              <a:rect b="b" l="l" r="r" t="t"/>
              <a:pathLst>
                <a:path extrusionOk="0" h="881" w="1357">
                  <a:moveTo>
                    <a:pt x="14" y="0"/>
                  </a:moveTo>
                  <a:lnTo>
                    <a:pt x="14" y="664"/>
                  </a:lnTo>
                  <a:cubicBezTo>
                    <a:pt x="0" y="693"/>
                    <a:pt x="0" y="722"/>
                    <a:pt x="0" y="751"/>
                  </a:cubicBezTo>
                  <a:cubicBezTo>
                    <a:pt x="217" y="837"/>
                    <a:pt x="448" y="881"/>
                    <a:pt x="678" y="881"/>
                  </a:cubicBezTo>
                  <a:cubicBezTo>
                    <a:pt x="909" y="881"/>
                    <a:pt x="1140" y="837"/>
                    <a:pt x="1357" y="751"/>
                  </a:cubicBezTo>
                  <a:cubicBezTo>
                    <a:pt x="1357" y="722"/>
                    <a:pt x="1343" y="693"/>
                    <a:pt x="1343" y="664"/>
                  </a:cubicBezTo>
                  <a:lnTo>
                    <a:pt x="1343" y="0"/>
                  </a:lnTo>
                  <a:close/>
                </a:path>
              </a:pathLst>
            </a:custGeom>
            <a:solidFill>
              <a:srgbClr val="94A5B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362" name="Google Shape;20362;p47"/>
            <p:cNvSpPr/>
            <p:nvPr/>
          </p:nvSpPr>
          <p:spPr>
            <a:xfrm>
              <a:off x="920823" y="2638941"/>
              <a:ext cx="105987" cy="88947"/>
            </a:xfrm>
            <a:custGeom>
              <a:rect b="b" l="l" r="r" t="t"/>
              <a:pathLst>
                <a:path extrusionOk="0" h="3393" w="4043">
                  <a:moveTo>
                    <a:pt x="896" y="0"/>
                  </a:moveTo>
                  <a:lnTo>
                    <a:pt x="376" y="260"/>
                  </a:lnTo>
                  <a:cubicBezTo>
                    <a:pt x="145" y="361"/>
                    <a:pt x="1" y="607"/>
                    <a:pt x="1" y="852"/>
                  </a:cubicBezTo>
                  <a:lnTo>
                    <a:pt x="1" y="2714"/>
                  </a:lnTo>
                  <a:cubicBezTo>
                    <a:pt x="1" y="3090"/>
                    <a:pt x="304" y="3393"/>
                    <a:pt x="679" y="3393"/>
                  </a:cubicBezTo>
                  <a:lnTo>
                    <a:pt x="4042" y="3393"/>
                  </a:lnTo>
                  <a:lnTo>
                    <a:pt x="4042" y="867"/>
                  </a:lnTo>
                  <a:cubicBezTo>
                    <a:pt x="4042" y="607"/>
                    <a:pt x="3898" y="376"/>
                    <a:pt x="3667" y="260"/>
                  </a:cubicBezTo>
                  <a:lnTo>
                    <a:pt x="3147" y="0"/>
                  </a:lnTo>
                  <a:cubicBezTo>
                    <a:pt x="2888" y="405"/>
                    <a:pt x="2458" y="607"/>
                    <a:pt x="2027" y="607"/>
                  </a:cubicBezTo>
                  <a:cubicBezTo>
                    <a:pt x="1596" y="607"/>
                    <a:pt x="1163" y="405"/>
                    <a:pt x="896" y="0"/>
                  </a:cubicBezTo>
                  <a:close/>
                </a:path>
              </a:pathLst>
            </a:custGeom>
            <a:solidFill>
              <a:srgbClr val="9AAAB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363" name="Google Shape;20363;p47"/>
            <p:cNvSpPr/>
            <p:nvPr/>
          </p:nvSpPr>
          <p:spPr>
            <a:xfrm>
              <a:off x="1002954" y="2650659"/>
              <a:ext cx="23856" cy="76862"/>
            </a:xfrm>
            <a:custGeom>
              <a:rect b="b" l="l" r="r" t="t"/>
              <a:pathLst>
                <a:path extrusionOk="0" h="2932" w="910">
                  <a:moveTo>
                    <a:pt x="765" y="1"/>
                  </a:moveTo>
                  <a:lnTo>
                    <a:pt x="173" y="477"/>
                  </a:lnTo>
                  <a:cubicBezTo>
                    <a:pt x="58" y="564"/>
                    <a:pt x="0" y="694"/>
                    <a:pt x="0" y="824"/>
                  </a:cubicBezTo>
                  <a:lnTo>
                    <a:pt x="0" y="2931"/>
                  </a:lnTo>
                  <a:lnTo>
                    <a:pt x="909" y="2931"/>
                  </a:lnTo>
                  <a:lnTo>
                    <a:pt x="909" y="405"/>
                  </a:lnTo>
                  <a:cubicBezTo>
                    <a:pt x="909" y="261"/>
                    <a:pt x="852" y="116"/>
                    <a:pt x="765" y="1"/>
                  </a:cubicBezTo>
                  <a:close/>
                </a:path>
              </a:pathLst>
            </a:custGeom>
            <a:solidFill>
              <a:srgbClr val="8397A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364" name="Google Shape;20364;p47"/>
            <p:cNvSpPr/>
            <p:nvPr/>
          </p:nvSpPr>
          <p:spPr>
            <a:xfrm>
              <a:off x="921190" y="2650659"/>
              <a:ext cx="52640" cy="77229"/>
            </a:xfrm>
            <a:custGeom>
              <a:rect b="b" l="l" r="r" t="t"/>
              <a:pathLst>
                <a:path extrusionOk="0" h="2946" w="2008">
                  <a:moveTo>
                    <a:pt x="131" y="1"/>
                  </a:moveTo>
                  <a:cubicBezTo>
                    <a:pt x="44" y="116"/>
                    <a:pt x="1" y="261"/>
                    <a:pt x="1" y="405"/>
                  </a:cubicBezTo>
                  <a:lnTo>
                    <a:pt x="1" y="2267"/>
                  </a:lnTo>
                  <a:cubicBezTo>
                    <a:pt x="1" y="2643"/>
                    <a:pt x="290" y="2946"/>
                    <a:pt x="665" y="2946"/>
                  </a:cubicBezTo>
                  <a:lnTo>
                    <a:pt x="2007" y="2946"/>
                  </a:lnTo>
                  <a:lnTo>
                    <a:pt x="2007" y="2036"/>
                  </a:lnTo>
                  <a:lnTo>
                    <a:pt x="1112" y="2036"/>
                  </a:lnTo>
                  <a:cubicBezTo>
                    <a:pt x="983" y="2036"/>
                    <a:pt x="896" y="1935"/>
                    <a:pt x="896" y="1820"/>
                  </a:cubicBezTo>
                  <a:lnTo>
                    <a:pt x="896" y="824"/>
                  </a:lnTo>
                  <a:cubicBezTo>
                    <a:pt x="896" y="694"/>
                    <a:pt x="824" y="564"/>
                    <a:pt x="723" y="477"/>
                  </a:cubicBezTo>
                  <a:lnTo>
                    <a:pt x="131" y="1"/>
                  </a:lnTo>
                  <a:close/>
                </a:path>
              </a:pathLst>
            </a:custGeom>
            <a:solidFill>
              <a:srgbClr val="8397A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365" name="Google Shape;20365;p47"/>
            <p:cNvSpPr/>
            <p:nvPr/>
          </p:nvSpPr>
          <p:spPr>
            <a:xfrm>
              <a:off x="950341" y="2510644"/>
              <a:ext cx="46951" cy="41289"/>
            </a:xfrm>
            <a:custGeom>
              <a:rect b="b" l="l" r="r" t="t"/>
              <a:pathLst>
                <a:path extrusionOk="0" h="1575" w="1791">
                  <a:moveTo>
                    <a:pt x="895" y="1"/>
                  </a:moveTo>
                  <a:cubicBezTo>
                    <a:pt x="405" y="1"/>
                    <a:pt x="0" y="347"/>
                    <a:pt x="0" y="780"/>
                  </a:cubicBezTo>
                  <a:cubicBezTo>
                    <a:pt x="0" y="1213"/>
                    <a:pt x="405" y="1574"/>
                    <a:pt x="895" y="1574"/>
                  </a:cubicBezTo>
                  <a:cubicBezTo>
                    <a:pt x="1386" y="1574"/>
                    <a:pt x="1790" y="1213"/>
                    <a:pt x="1790" y="780"/>
                  </a:cubicBezTo>
                  <a:cubicBezTo>
                    <a:pt x="1790" y="347"/>
                    <a:pt x="1386" y="1"/>
                    <a:pt x="895" y="1"/>
                  </a:cubicBezTo>
                  <a:close/>
                </a:path>
              </a:pathLst>
            </a:custGeom>
            <a:solidFill>
              <a:srgbClr val="92A9B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366" name="Google Shape;20366;p47"/>
            <p:cNvSpPr/>
            <p:nvPr/>
          </p:nvSpPr>
          <p:spPr>
            <a:xfrm>
              <a:off x="950341" y="2510644"/>
              <a:ext cx="32192" cy="41289"/>
            </a:xfrm>
            <a:custGeom>
              <a:rect b="b" l="l" r="r" t="t"/>
              <a:pathLst>
                <a:path extrusionOk="0" h="1575" w="1228">
                  <a:moveTo>
                    <a:pt x="895" y="1"/>
                  </a:moveTo>
                  <a:cubicBezTo>
                    <a:pt x="405" y="1"/>
                    <a:pt x="0" y="347"/>
                    <a:pt x="0" y="780"/>
                  </a:cubicBezTo>
                  <a:cubicBezTo>
                    <a:pt x="0" y="1213"/>
                    <a:pt x="390" y="1574"/>
                    <a:pt x="895" y="1574"/>
                  </a:cubicBezTo>
                  <a:cubicBezTo>
                    <a:pt x="1011" y="1574"/>
                    <a:pt x="1126" y="1545"/>
                    <a:pt x="1228" y="1517"/>
                  </a:cubicBezTo>
                  <a:cubicBezTo>
                    <a:pt x="910" y="1416"/>
                    <a:pt x="679" y="1112"/>
                    <a:pt x="679" y="780"/>
                  </a:cubicBezTo>
                  <a:cubicBezTo>
                    <a:pt x="693" y="448"/>
                    <a:pt x="910" y="160"/>
                    <a:pt x="1228" y="59"/>
                  </a:cubicBezTo>
                  <a:cubicBezTo>
                    <a:pt x="1126" y="15"/>
                    <a:pt x="1011" y="1"/>
                    <a:pt x="895" y="1"/>
                  </a:cubicBezTo>
                  <a:close/>
                </a:path>
              </a:pathLst>
            </a:custGeom>
            <a:solidFill>
              <a:srgbClr val="5C728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367" name="Google Shape;20367;p47"/>
            <p:cNvSpPr/>
            <p:nvPr/>
          </p:nvSpPr>
          <p:spPr>
            <a:xfrm>
              <a:off x="932567" y="2528444"/>
              <a:ext cx="82499" cy="82132"/>
            </a:xfrm>
            <a:custGeom>
              <a:rect b="b" l="l" r="r" t="t"/>
              <a:pathLst>
                <a:path extrusionOk="0" h="3133" w="3147">
                  <a:moveTo>
                    <a:pt x="1573" y="0"/>
                  </a:moveTo>
                  <a:cubicBezTo>
                    <a:pt x="707" y="0"/>
                    <a:pt x="0" y="693"/>
                    <a:pt x="0" y="1559"/>
                  </a:cubicBezTo>
                  <a:cubicBezTo>
                    <a:pt x="0" y="2425"/>
                    <a:pt x="707" y="3133"/>
                    <a:pt x="1573" y="3133"/>
                  </a:cubicBezTo>
                  <a:cubicBezTo>
                    <a:pt x="2440" y="3133"/>
                    <a:pt x="3147" y="2425"/>
                    <a:pt x="3147" y="1559"/>
                  </a:cubicBezTo>
                  <a:cubicBezTo>
                    <a:pt x="3147" y="693"/>
                    <a:pt x="2440" y="0"/>
                    <a:pt x="1573" y="0"/>
                  </a:cubicBezTo>
                  <a:close/>
                </a:path>
              </a:pathLst>
            </a:custGeom>
            <a:solidFill>
              <a:srgbClr val="667A8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368" name="Google Shape;20368;p47"/>
            <p:cNvSpPr/>
            <p:nvPr/>
          </p:nvSpPr>
          <p:spPr>
            <a:xfrm>
              <a:off x="948060" y="2528051"/>
              <a:ext cx="68526" cy="74215"/>
            </a:xfrm>
            <a:custGeom>
              <a:rect b="b" l="l" r="r" t="t"/>
              <a:pathLst>
                <a:path extrusionOk="0" h="2831" w="2614">
                  <a:moveTo>
                    <a:pt x="997" y="1"/>
                  </a:moveTo>
                  <a:cubicBezTo>
                    <a:pt x="246" y="15"/>
                    <a:pt x="1" y="1026"/>
                    <a:pt x="665" y="1372"/>
                  </a:cubicBezTo>
                  <a:cubicBezTo>
                    <a:pt x="679" y="1372"/>
                    <a:pt x="708" y="1387"/>
                    <a:pt x="723" y="1387"/>
                  </a:cubicBezTo>
                  <a:lnTo>
                    <a:pt x="1502" y="2801"/>
                  </a:lnTo>
                  <a:cubicBezTo>
                    <a:pt x="1502" y="2801"/>
                    <a:pt x="1719" y="2816"/>
                    <a:pt x="1921" y="2830"/>
                  </a:cubicBezTo>
                  <a:cubicBezTo>
                    <a:pt x="2383" y="2484"/>
                    <a:pt x="2614" y="1921"/>
                    <a:pt x="2542" y="1358"/>
                  </a:cubicBezTo>
                  <a:cubicBezTo>
                    <a:pt x="2440" y="708"/>
                    <a:pt x="1964" y="189"/>
                    <a:pt x="1329" y="44"/>
                  </a:cubicBezTo>
                  <a:cubicBezTo>
                    <a:pt x="1213" y="15"/>
                    <a:pt x="1112" y="15"/>
                    <a:pt x="997" y="1"/>
                  </a:cubicBezTo>
                  <a:close/>
                </a:path>
              </a:pathLst>
            </a:custGeom>
            <a:solidFill>
              <a:srgbClr val="5C728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369" name="Google Shape;20369;p47"/>
            <p:cNvSpPr/>
            <p:nvPr/>
          </p:nvSpPr>
          <p:spPr>
            <a:xfrm>
              <a:off x="938596" y="2564542"/>
              <a:ext cx="70413" cy="57778"/>
            </a:xfrm>
            <a:custGeom>
              <a:rect b="b" l="l" r="r" t="t"/>
              <a:pathLst>
                <a:path extrusionOk="0" h="2204" w="2686">
                  <a:moveTo>
                    <a:pt x="1022" y="0"/>
                  </a:moveTo>
                  <a:cubicBezTo>
                    <a:pt x="944" y="0"/>
                    <a:pt x="873" y="44"/>
                    <a:pt x="838" y="125"/>
                  </a:cubicBezTo>
                  <a:cubicBezTo>
                    <a:pt x="766" y="283"/>
                    <a:pt x="651" y="413"/>
                    <a:pt x="535" y="529"/>
                  </a:cubicBezTo>
                  <a:cubicBezTo>
                    <a:pt x="405" y="630"/>
                    <a:pt x="275" y="716"/>
                    <a:pt x="131" y="789"/>
                  </a:cubicBezTo>
                  <a:cubicBezTo>
                    <a:pt x="44" y="832"/>
                    <a:pt x="1" y="933"/>
                    <a:pt x="15" y="1034"/>
                  </a:cubicBezTo>
                  <a:cubicBezTo>
                    <a:pt x="102" y="1698"/>
                    <a:pt x="665" y="2203"/>
                    <a:pt x="1343" y="2203"/>
                  </a:cubicBezTo>
                  <a:cubicBezTo>
                    <a:pt x="2051" y="2203"/>
                    <a:pt x="2628" y="1655"/>
                    <a:pt x="2686" y="962"/>
                  </a:cubicBezTo>
                  <a:cubicBezTo>
                    <a:pt x="2686" y="890"/>
                    <a:pt x="2657" y="832"/>
                    <a:pt x="2614" y="789"/>
                  </a:cubicBezTo>
                  <a:cubicBezTo>
                    <a:pt x="2166" y="413"/>
                    <a:pt x="1647" y="139"/>
                    <a:pt x="1084" y="9"/>
                  </a:cubicBezTo>
                  <a:cubicBezTo>
                    <a:pt x="1063" y="3"/>
                    <a:pt x="1042" y="0"/>
                    <a:pt x="1022" y="0"/>
                  </a:cubicBezTo>
                  <a:close/>
                </a:path>
              </a:pathLst>
            </a:custGeom>
            <a:solidFill>
              <a:srgbClr val="BCC9D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370" name="Google Shape;20370;p47"/>
            <p:cNvSpPr/>
            <p:nvPr/>
          </p:nvSpPr>
          <p:spPr>
            <a:xfrm>
              <a:off x="938596" y="2564542"/>
              <a:ext cx="70413" cy="57018"/>
            </a:xfrm>
            <a:custGeom>
              <a:rect b="b" l="l" r="r" t="t"/>
              <a:pathLst>
                <a:path extrusionOk="0" h="2175" w="2686">
                  <a:moveTo>
                    <a:pt x="1022" y="0"/>
                  </a:moveTo>
                  <a:cubicBezTo>
                    <a:pt x="944" y="0"/>
                    <a:pt x="873" y="44"/>
                    <a:pt x="838" y="125"/>
                  </a:cubicBezTo>
                  <a:cubicBezTo>
                    <a:pt x="781" y="240"/>
                    <a:pt x="708" y="327"/>
                    <a:pt x="636" y="428"/>
                  </a:cubicBezTo>
                  <a:cubicBezTo>
                    <a:pt x="593" y="457"/>
                    <a:pt x="564" y="500"/>
                    <a:pt x="535" y="529"/>
                  </a:cubicBezTo>
                  <a:cubicBezTo>
                    <a:pt x="405" y="630"/>
                    <a:pt x="275" y="716"/>
                    <a:pt x="131" y="789"/>
                  </a:cubicBezTo>
                  <a:cubicBezTo>
                    <a:pt x="44" y="832"/>
                    <a:pt x="1" y="933"/>
                    <a:pt x="15" y="1020"/>
                  </a:cubicBezTo>
                  <a:cubicBezTo>
                    <a:pt x="88" y="1611"/>
                    <a:pt x="550" y="2088"/>
                    <a:pt x="1141" y="2174"/>
                  </a:cubicBezTo>
                  <a:cubicBezTo>
                    <a:pt x="838" y="1987"/>
                    <a:pt x="665" y="1655"/>
                    <a:pt x="679" y="1294"/>
                  </a:cubicBezTo>
                  <a:lnTo>
                    <a:pt x="679" y="976"/>
                  </a:lnTo>
                  <a:cubicBezTo>
                    <a:pt x="723" y="933"/>
                    <a:pt x="781" y="904"/>
                    <a:pt x="824" y="861"/>
                  </a:cubicBezTo>
                  <a:cubicBezTo>
                    <a:pt x="954" y="745"/>
                    <a:pt x="1055" y="615"/>
                    <a:pt x="1141" y="485"/>
                  </a:cubicBezTo>
                  <a:cubicBezTo>
                    <a:pt x="1574" y="615"/>
                    <a:pt x="1964" y="832"/>
                    <a:pt x="2311" y="1121"/>
                  </a:cubicBezTo>
                  <a:cubicBezTo>
                    <a:pt x="2354" y="1150"/>
                    <a:pt x="2455" y="1251"/>
                    <a:pt x="2585" y="1366"/>
                  </a:cubicBezTo>
                  <a:cubicBezTo>
                    <a:pt x="2643" y="1236"/>
                    <a:pt x="2672" y="1092"/>
                    <a:pt x="2686" y="962"/>
                  </a:cubicBezTo>
                  <a:cubicBezTo>
                    <a:pt x="2686" y="890"/>
                    <a:pt x="2657" y="818"/>
                    <a:pt x="2614" y="774"/>
                  </a:cubicBezTo>
                  <a:cubicBezTo>
                    <a:pt x="2166" y="413"/>
                    <a:pt x="1647" y="139"/>
                    <a:pt x="1084" y="9"/>
                  </a:cubicBezTo>
                  <a:cubicBezTo>
                    <a:pt x="1063" y="3"/>
                    <a:pt x="1042" y="0"/>
                    <a:pt x="1022" y="0"/>
                  </a:cubicBezTo>
                  <a:close/>
                </a:path>
              </a:pathLst>
            </a:custGeom>
            <a:solidFill>
              <a:srgbClr val="AABBC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371" name="Google Shape;20371;p47"/>
            <p:cNvSpPr/>
            <p:nvPr/>
          </p:nvSpPr>
          <p:spPr>
            <a:xfrm>
              <a:off x="879954" y="2733551"/>
              <a:ext cx="11744" cy="17433"/>
            </a:xfrm>
            <a:custGeom>
              <a:rect b="b" l="l" r="r" t="t"/>
              <a:pathLst>
                <a:path extrusionOk="0" h="665" w="448">
                  <a:moveTo>
                    <a:pt x="0" y="0"/>
                  </a:moveTo>
                  <a:lnTo>
                    <a:pt x="0" y="664"/>
                  </a:lnTo>
                  <a:lnTo>
                    <a:pt x="448" y="664"/>
                  </a:lnTo>
                  <a:lnTo>
                    <a:pt x="448" y="0"/>
                  </a:lnTo>
                  <a:close/>
                </a:path>
              </a:pathLst>
            </a:custGeom>
            <a:solidFill>
              <a:srgbClr val="94A5B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372" name="Google Shape;20372;p47"/>
            <p:cNvSpPr/>
            <p:nvPr/>
          </p:nvSpPr>
          <p:spPr>
            <a:xfrm>
              <a:off x="1220146" y="2733551"/>
              <a:ext cx="11771" cy="17433"/>
            </a:xfrm>
            <a:custGeom>
              <a:rect b="b" l="l" r="r" t="t"/>
              <a:pathLst>
                <a:path extrusionOk="0" h="665" w="449">
                  <a:moveTo>
                    <a:pt x="1" y="0"/>
                  </a:moveTo>
                  <a:lnTo>
                    <a:pt x="1" y="664"/>
                  </a:lnTo>
                  <a:lnTo>
                    <a:pt x="448" y="664"/>
                  </a:lnTo>
                  <a:lnTo>
                    <a:pt x="448" y="0"/>
                  </a:lnTo>
                  <a:close/>
                </a:path>
              </a:pathLst>
            </a:custGeom>
            <a:solidFill>
              <a:srgbClr val="94A5B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373" name="Google Shape;20373;p47"/>
            <p:cNvSpPr/>
            <p:nvPr/>
          </p:nvSpPr>
          <p:spPr>
            <a:xfrm>
              <a:off x="866322" y="2727495"/>
              <a:ext cx="379226" cy="11744"/>
            </a:xfrm>
            <a:custGeom>
              <a:rect b="b" l="l" r="r" t="t"/>
              <a:pathLst>
                <a:path extrusionOk="0" h="448" w="14466">
                  <a:moveTo>
                    <a:pt x="304" y="0"/>
                  </a:moveTo>
                  <a:cubicBezTo>
                    <a:pt x="1" y="0"/>
                    <a:pt x="1" y="448"/>
                    <a:pt x="304" y="448"/>
                  </a:cubicBezTo>
                  <a:lnTo>
                    <a:pt x="14176" y="448"/>
                  </a:lnTo>
                  <a:cubicBezTo>
                    <a:pt x="14465" y="448"/>
                    <a:pt x="14465" y="0"/>
                    <a:pt x="14176" y="0"/>
                  </a:cubicBezTo>
                  <a:close/>
                </a:path>
              </a:pathLst>
            </a:custGeom>
            <a:solidFill>
              <a:srgbClr val="BCC9D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374" name="Google Shape;20374;p47"/>
            <p:cNvSpPr/>
            <p:nvPr/>
          </p:nvSpPr>
          <p:spPr>
            <a:xfrm>
              <a:off x="944652" y="2716144"/>
              <a:ext cx="35233" cy="11744"/>
            </a:xfrm>
            <a:custGeom>
              <a:rect b="b" l="l" r="r" t="t"/>
              <a:pathLst>
                <a:path extrusionOk="0" h="448" w="1344">
                  <a:moveTo>
                    <a:pt x="217" y="0"/>
                  </a:moveTo>
                  <a:cubicBezTo>
                    <a:pt x="88" y="0"/>
                    <a:pt x="1" y="87"/>
                    <a:pt x="1" y="217"/>
                  </a:cubicBezTo>
                  <a:cubicBezTo>
                    <a:pt x="1" y="347"/>
                    <a:pt x="88" y="448"/>
                    <a:pt x="217" y="448"/>
                  </a:cubicBezTo>
                  <a:lnTo>
                    <a:pt x="1343" y="448"/>
                  </a:lnTo>
                  <a:lnTo>
                    <a:pt x="1343" y="0"/>
                  </a:lnTo>
                  <a:close/>
                </a:path>
              </a:pathLst>
            </a:custGeom>
            <a:solidFill>
              <a:srgbClr val="BCC9D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375" name="Google Shape;20375;p47"/>
            <p:cNvSpPr/>
            <p:nvPr/>
          </p:nvSpPr>
          <p:spPr>
            <a:xfrm>
              <a:off x="968115" y="2669219"/>
              <a:ext cx="82158" cy="58669"/>
            </a:xfrm>
            <a:custGeom>
              <a:rect b="b" l="l" r="r" t="t"/>
              <a:pathLst>
                <a:path extrusionOk="0" h="2238" w="3134">
                  <a:moveTo>
                    <a:pt x="217" y="0"/>
                  </a:moveTo>
                  <a:cubicBezTo>
                    <a:pt x="88" y="0"/>
                    <a:pt x="1" y="87"/>
                    <a:pt x="1" y="217"/>
                  </a:cubicBezTo>
                  <a:lnTo>
                    <a:pt x="1" y="2007"/>
                  </a:lnTo>
                  <a:cubicBezTo>
                    <a:pt x="1" y="2137"/>
                    <a:pt x="88" y="2238"/>
                    <a:pt x="217" y="2238"/>
                  </a:cubicBezTo>
                  <a:lnTo>
                    <a:pt x="2902" y="2238"/>
                  </a:lnTo>
                  <a:cubicBezTo>
                    <a:pt x="3032" y="2238"/>
                    <a:pt x="3133" y="2137"/>
                    <a:pt x="3133" y="2007"/>
                  </a:cubicBezTo>
                  <a:lnTo>
                    <a:pt x="3133" y="217"/>
                  </a:lnTo>
                  <a:cubicBezTo>
                    <a:pt x="3133" y="87"/>
                    <a:pt x="3032" y="0"/>
                    <a:pt x="2902" y="0"/>
                  </a:cubicBezTo>
                  <a:close/>
                </a:path>
              </a:pathLst>
            </a:custGeom>
            <a:solidFill>
              <a:srgbClr val="E9EDF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376" name="Google Shape;20376;p47"/>
            <p:cNvSpPr/>
            <p:nvPr/>
          </p:nvSpPr>
          <p:spPr>
            <a:xfrm>
              <a:off x="995378" y="2692681"/>
              <a:ext cx="27264" cy="11744"/>
            </a:xfrm>
            <a:custGeom>
              <a:rect b="b" l="l" r="r" t="t"/>
              <a:pathLst>
                <a:path extrusionOk="0" h="448" w="1040">
                  <a:moveTo>
                    <a:pt x="303" y="0"/>
                  </a:moveTo>
                  <a:cubicBezTo>
                    <a:pt x="0" y="0"/>
                    <a:pt x="0" y="448"/>
                    <a:pt x="303" y="448"/>
                  </a:cubicBezTo>
                  <a:lnTo>
                    <a:pt x="751" y="448"/>
                  </a:lnTo>
                  <a:cubicBezTo>
                    <a:pt x="1040" y="448"/>
                    <a:pt x="1040" y="0"/>
                    <a:pt x="751" y="0"/>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20377" name="Google Shape;20377;p47"/>
          <p:cNvGrpSpPr/>
          <p:nvPr/>
        </p:nvGrpSpPr>
        <p:grpSpPr>
          <a:xfrm>
            <a:off x="1328387" y="2500814"/>
            <a:ext cx="404183" cy="289152"/>
            <a:chOff x="1328387" y="2500814"/>
            <a:chExt cx="404183" cy="289152"/>
          </a:xfrm>
        </p:grpSpPr>
        <p:sp>
          <p:nvSpPr>
            <p:cNvPr id="20378" name="Google Shape;20378;p47"/>
            <p:cNvSpPr/>
            <p:nvPr/>
          </p:nvSpPr>
          <p:spPr>
            <a:xfrm>
              <a:off x="1561491" y="2601479"/>
              <a:ext cx="125281" cy="118859"/>
            </a:xfrm>
            <a:custGeom>
              <a:rect b="b" l="l" r="r" t="t"/>
              <a:pathLst>
                <a:path extrusionOk="0" h="4534" w="4779">
                  <a:moveTo>
                    <a:pt x="1675" y="0"/>
                  </a:moveTo>
                  <a:lnTo>
                    <a:pt x="1675" y="405"/>
                  </a:lnTo>
                  <a:cubicBezTo>
                    <a:pt x="1675" y="506"/>
                    <a:pt x="1603" y="607"/>
                    <a:pt x="1502" y="621"/>
                  </a:cubicBezTo>
                  <a:lnTo>
                    <a:pt x="520" y="910"/>
                  </a:lnTo>
                  <a:cubicBezTo>
                    <a:pt x="203" y="996"/>
                    <a:pt x="1" y="1271"/>
                    <a:pt x="1" y="1603"/>
                  </a:cubicBezTo>
                  <a:lnTo>
                    <a:pt x="1" y="4533"/>
                  </a:lnTo>
                  <a:lnTo>
                    <a:pt x="3826" y="4533"/>
                  </a:lnTo>
                  <a:cubicBezTo>
                    <a:pt x="4346" y="4533"/>
                    <a:pt x="4779" y="4100"/>
                    <a:pt x="4779" y="3580"/>
                  </a:cubicBezTo>
                  <a:lnTo>
                    <a:pt x="4779" y="1588"/>
                  </a:lnTo>
                  <a:cubicBezTo>
                    <a:pt x="4779" y="1285"/>
                    <a:pt x="4577" y="996"/>
                    <a:pt x="4274" y="910"/>
                  </a:cubicBezTo>
                  <a:lnTo>
                    <a:pt x="3306" y="621"/>
                  </a:lnTo>
                  <a:cubicBezTo>
                    <a:pt x="3191" y="607"/>
                    <a:pt x="3119" y="506"/>
                    <a:pt x="3119" y="405"/>
                  </a:cubicBezTo>
                  <a:lnTo>
                    <a:pt x="3119" y="0"/>
                  </a:lnTo>
                  <a:close/>
                </a:path>
              </a:pathLst>
            </a:custGeom>
            <a:solidFill>
              <a:srgbClr val="AABBC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379" name="Google Shape;20379;p47"/>
            <p:cNvSpPr/>
            <p:nvPr/>
          </p:nvSpPr>
          <p:spPr>
            <a:xfrm>
              <a:off x="1561884" y="2620407"/>
              <a:ext cx="125281" cy="99932"/>
            </a:xfrm>
            <a:custGeom>
              <a:rect b="b" l="l" r="r" t="t"/>
              <a:pathLst>
                <a:path extrusionOk="0" h="3812" w="4779">
                  <a:moveTo>
                    <a:pt x="1155" y="0"/>
                  </a:moveTo>
                  <a:lnTo>
                    <a:pt x="520" y="188"/>
                  </a:lnTo>
                  <a:cubicBezTo>
                    <a:pt x="217" y="274"/>
                    <a:pt x="0" y="549"/>
                    <a:pt x="0" y="881"/>
                  </a:cubicBezTo>
                  <a:lnTo>
                    <a:pt x="0" y="3811"/>
                  </a:lnTo>
                  <a:lnTo>
                    <a:pt x="3826" y="3811"/>
                  </a:lnTo>
                  <a:cubicBezTo>
                    <a:pt x="4360" y="3811"/>
                    <a:pt x="4778" y="3378"/>
                    <a:pt x="4778" y="2858"/>
                  </a:cubicBezTo>
                  <a:lnTo>
                    <a:pt x="4778" y="866"/>
                  </a:lnTo>
                  <a:cubicBezTo>
                    <a:pt x="4778" y="549"/>
                    <a:pt x="4576" y="274"/>
                    <a:pt x="4259" y="188"/>
                  </a:cubicBezTo>
                  <a:lnTo>
                    <a:pt x="3624" y="0"/>
                  </a:lnTo>
                  <a:cubicBezTo>
                    <a:pt x="3349" y="476"/>
                    <a:pt x="2869" y="715"/>
                    <a:pt x="2389" y="715"/>
                  </a:cubicBezTo>
                  <a:cubicBezTo>
                    <a:pt x="1909" y="715"/>
                    <a:pt x="1429" y="476"/>
                    <a:pt x="1155" y="0"/>
                  </a:cubicBezTo>
                  <a:close/>
                </a:path>
              </a:pathLst>
            </a:custGeom>
            <a:solidFill>
              <a:srgbClr val="91A8B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380" name="Google Shape;20380;p47"/>
            <p:cNvSpPr/>
            <p:nvPr/>
          </p:nvSpPr>
          <p:spPr>
            <a:xfrm>
              <a:off x="1603881" y="2601479"/>
              <a:ext cx="40895" cy="18953"/>
            </a:xfrm>
            <a:custGeom>
              <a:rect b="b" l="l" r="r" t="t"/>
              <a:pathLst>
                <a:path extrusionOk="0" h="723" w="1560">
                  <a:moveTo>
                    <a:pt x="58" y="0"/>
                  </a:moveTo>
                  <a:lnTo>
                    <a:pt x="58" y="405"/>
                  </a:lnTo>
                  <a:cubicBezTo>
                    <a:pt x="58" y="448"/>
                    <a:pt x="44" y="506"/>
                    <a:pt x="1" y="549"/>
                  </a:cubicBezTo>
                  <a:cubicBezTo>
                    <a:pt x="246" y="664"/>
                    <a:pt x="520" y="722"/>
                    <a:pt x="794" y="722"/>
                  </a:cubicBezTo>
                  <a:cubicBezTo>
                    <a:pt x="1054" y="722"/>
                    <a:pt x="1314" y="664"/>
                    <a:pt x="1560" y="549"/>
                  </a:cubicBezTo>
                  <a:cubicBezTo>
                    <a:pt x="1531" y="506"/>
                    <a:pt x="1502" y="448"/>
                    <a:pt x="1502" y="405"/>
                  </a:cubicBezTo>
                  <a:lnTo>
                    <a:pt x="1502" y="0"/>
                  </a:lnTo>
                  <a:close/>
                </a:path>
              </a:pathLst>
            </a:custGeom>
            <a:solidFill>
              <a:srgbClr val="94A5B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381" name="Google Shape;20381;p47"/>
            <p:cNvSpPr/>
            <p:nvPr/>
          </p:nvSpPr>
          <p:spPr>
            <a:xfrm>
              <a:off x="1580785" y="2513685"/>
              <a:ext cx="31458" cy="68893"/>
            </a:xfrm>
            <a:custGeom>
              <a:rect b="b" l="l" r="r" t="t"/>
              <a:pathLst>
                <a:path extrusionOk="0" h="2628" w="1200">
                  <a:moveTo>
                    <a:pt x="723" y="0"/>
                  </a:moveTo>
                  <a:cubicBezTo>
                    <a:pt x="319" y="0"/>
                    <a:pt x="1" y="318"/>
                    <a:pt x="1" y="722"/>
                  </a:cubicBezTo>
                  <a:lnTo>
                    <a:pt x="1" y="881"/>
                  </a:lnTo>
                  <a:cubicBezTo>
                    <a:pt x="1" y="1083"/>
                    <a:pt x="30" y="1285"/>
                    <a:pt x="88" y="1487"/>
                  </a:cubicBezTo>
                  <a:lnTo>
                    <a:pt x="477" y="2628"/>
                  </a:lnTo>
                  <a:lnTo>
                    <a:pt x="1199" y="2628"/>
                  </a:lnTo>
                  <a:lnTo>
                    <a:pt x="1199" y="0"/>
                  </a:lnTo>
                  <a:close/>
                </a:path>
              </a:pathLst>
            </a:custGeom>
            <a:solidFill>
              <a:srgbClr val="667A8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382" name="Google Shape;20382;p47"/>
            <p:cNvSpPr/>
            <p:nvPr/>
          </p:nvSpPr>
          <p:spPr>
            <a:xfrm>
              <a:off x="1593290" y="2507236"/>
              <a:ext cx="75342" cy="75342"/>
            </a:xfrm>
            <a:custGeom>
              <a:rect b="b" l="l" r="r" t="t"/>
              <a:pathLst>
                <a:path extrusionOk="0" h="2874" w="2874">
                  <a:moveTo>
                    <a:pt x="722" y="1"/>
                  </a:moveTo>
                  <a:cubicBezTo>
                    <a:pt x="318" y="1"/>
                    <a:pt x="0" y="319"/>
                    <a:pt x="0" y="723"/>
                  </a:cubicBezTo>
                  <a:cubicBezTo>
                    <a:pt x="0" y="983"/>
                    <a:pt x="217" y="1199"/>
                    <a:pt x="477" y="1199"/>
                  </a:cubicBezTo>
                  <a:lnTo>
                    <a:pt x="2397" y="2874"/>
                  </a:lnTo>
                  <a:lnTo>
                    <a:pt x="2801" y="1459"/>
                  </a:lnTo>
                  <a:cubicBezTo>
                    <a:pt x="2844" y="1286"/>
                    <a:pt x="2873" y="1098"/>
                    <a:pt x="2873" y="925"/>
                  </a:cubicBezTo>
                  <a:lnTo>
                    <a:pt x="2873" y="477"/>
                  </a:lnTo>
                  <a:cubicBezTo>
                    <a:pt x="2873" y="203"/>
                    <a:pt x="2656" y="1"/>
                    <a:pt x="2397" y="1"/>
                  </a:cubicBezTo>
                  <a:close/>
                </a:path>
              </a:pathLst>
            </a:custGeom>
            <a:solidFill>
              <a:srgbClr val="5C728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383" name="Google Shape;20383;p47"/>
            <p:cNvSpPr/>
            <p:nvPr/>
          </p:nvSpPr>
          <p:spPr>
            <a:xfrm>
              <a:off x="1586841" y="2538668"/>
              <a:ext cx="74975" cy="68893"/>
            </a:xfrm>
            <a:custGeom>
              <a:rect b="b" l="l" r="r" t="t"/>
              <a:pathLst>
                <a:path extrusionOk="0" h="2628" w="2860">
                  <a:moveTo>
                    <a:pt x="910" y="0"/>
                  </a:moveTo>
                  <a:cubicBezTo>
                    <a:pt x="780" y="0"/>
                    <a:pt x="665" y="43"/>
                    <a:pt x="564" y="144"/>
                  </a:cubicBezTo>
                  <a:lnTo>
                    <a:pt x="131" y="577"/>
                  </a:lnTo>
                  <a:cubicBezTo>
                    <a:pt x="44" y="664"/>
                    <a:pt x="1" y="780"/>
                    <a:pt x="1" y="910"/>
                  </a:cubicBezTo>
                  <a:lnTo>
                    <a:pt x="1" y="1184"/>
                  </a:lnTo>
                  <a:cubicBezTo>
                    <a:pt x="1" y="1992"/>
                    <a:pt x="636" y="2627"/>
                    <a:pt x="1444" y="2627"/>
                  </a:cubicBezTo>
                  <a:cubicBezTo>
                    <a:pt x="2224" y="2613"/>
                    <a:pt x="2859" y="1978"/>
                    <a:pt x="2859" y="1184"/>
                  </a:cubicBezTo>
                  <a:lnTo>
                    <a:pt x="2859" y="881"/>
                  </a:lnTo>
                  <a:cubicBezTo>
                    <a:pt x="2859" y="751"/>
                    <a:pt x="2816" y="635"/>
                    <a:pt x="2715" y="534"/>
                  </a:cubicBezTo>
                  <a:cubicBezTo>
                    <a:pt x="2354" y="173"/>
                    <a:pt x="1675" y="15"/>
                    <a:pt x="910" y="0"/>
                  </a:cubicBezTo>
                  <a:close/>
                </a:path>
              </a:pathLst>
            </a:custGeom>
            <a:solidFill>
              <a:srgbClr val="BCC9D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384" name="Google Shape;20384;p47"/>
            <p:cNvSpPr/>
            <p:nvPr/>
          </p:nvSpPr>
          <p:spPr>
            <a:xfrm>
              <a:off x="1587234" y="2538983"/>
              <a:ext cx="74949" cy="67451"/>
            </a:xfrm>
            <a:custGeom>
              <a:rect b="b" l="l" r="r" t="t"/>
              <a:pathLst>
                <a:path extrusionOk="0" h="2573" w="2859">
                  <a:moveTo>
                    <a:pt x="884" y="0"/>
                  </a:moveTo>
                  <a:cubicBezTo>
                    <a:pt x="768" y="0"/>
                    <a:pt x="655" y="55"/>
                    <a:pt x="578" y="132"/>
                  </a:cubicBezTo>
                  <a:lnTo>
                    <a:pt x="145" y="565"/>
                  </a:lnTo>
                  <a:cubicBezTo>
                    <a:pt x="44" y="667"/>
                    <a:pt x="0" y="782"/>
                    <a:pt x="0" y="912"/>
                  </a:cubicBezTo>
                  <a:lnTo>
                    <a:pt x="0" y="1186"/>
                  </a:lnTo>
                  <a:cubicBezTo>
                    <a:pt x="0" y="1821"/>
                    <a:pt x="419" y="2384"/>
                    <a:pt x="1040" y="2572"/>
                  </a:cubicBezTo>
                  <a:cubicBezTo>
                    <a:pt x="823" y="2312"/>
                    <a:pt x="708" y="1995"/>
                    <a:pt x="722" y="1663"/>
                  </a:cubicBezTo>
                  <a:lnTo>
                    <a:pt x="708" y="970"/>
                  </a:lnTo>
                  <a:cubicBezTo>
                    <a:pt x="708" y="690"/>
                    <a:pt x="924" y="478"/>
                    <a:pt x="1187" y="478"/>
                  </a:cubicBezTo>
                  <a:cubicBezTo>
                    <a:pt x="1196" y="478"/>
                    <a:pt x="1204" y="478"/>
                    <a:pt x="1213" y="479"/>
                  </a:cubicBezTo>
                  <a:cubicBezTo>
                    <a:pt x="1704" y="522"/>
                    <a:pt x="2411" y="594"/>
                    <a:pt x="2859" y="811"/>
                  </a:cubicBezTo>
                  <a:cubicBezTo>
                    <a:pt x="2844" y="710"/>
                    <a:pt x="2801" y="609"/>
                    <a:pt x="2729" y="537"/>
                  </a:cubicBezTo>
                  <a:cubicBezTo>
                    <a:pt x="2353" y="176"/>
                    <a:pt x="1675" y="17"/>
                    <a:pt x="924" y="3"/>
                  </a:cubicBezTo>
                  <a:cubicBezTo>
                    <a:pt x="911" y="1"/>
                    <a:pt x="897" y="0"/>
                    <a:pt x="884" y="0"/>
                  </a:cubicBezTo>
                  <a:close/>
                </a:path>
              </a:pathLst>
            </a:custGeom>
            <a:solidFill>
              <a:srgbClr val="AABBC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385" name="Google Shape;20385;p47"/>
            <p:cNvSpPr/>
            <p:nvPr/>
          </p:nvSpPr>
          <p:spPr>
            <a:xfrm>
              <a:off x="1561884" y="2632518"/>
              <a:ext cx="24983" cy="87820"/>
            </a:xfrm>
            <a:custGeom>
              <a:rect b="b" l="l" r="r" t="t"/>
              <a:pathLst>
                <a:path extrusionOk="0" h="3350" w="953">
                  <a:moveTo>
                    <a:pt x="130" y="0"/>
                  </a:moveTo>
                  <a:cubicBezTo>
                    <a:pt x="44" y="130"/>
                    <a:pt x="0" y="260"/>
                    <a:pt x="0" y="419"/>
                  </a:cubicBezTo>
                  <a:lnTo>
                    <a:pt x="0" y="3349"/>
                  </a:lnTo>
                  <a:lnTo>
                    <a:pt x="953" y="3349"/>
                  </a:lnTo>
                  <a:lnTo>
                    <a:pt x="953" y="1126"/>
                  </a:lnTo>
                  <a:cubicBezTo>
                    <a:pt x="953" y="938"/>
                    <a:pt x="881" y="751"/>
                    <a:pt x="751" y="621"/>
                  </a:cubicBezTo>
                  <a:lnTo>
                    <a:pt x="130" y="0"/>
                  </a:lnTo>
                  <a:close/>
                </a:path>
              </a:pathLst>
            </a:custGeom>
            <a:solidFill>
              <a:srgbClr val="667A8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386" name="Google Shape;20386;p47"/>
            <p:cNvSpPr/>
            <p:nvPr/>
          </p:nvSpPr>
          <p:spPr>
            <a:xfrm>
              <a:off x="1630751" y="2632518"/>
              <a:ext cx="56415" cy="87820"/>
            </a:xfrm>
            <a:custGeom>
              <a:rect b="b" l="l" r="r" t="t"/>
              <a:pathLst>
                <a:path extrusionOk="0" h="3350" w="2152">
                  <a:moveTo>
                    <a:pt x="2021" y="0"/>
                  </a:moveTo>
                  <a:lnTo>
                    <a:pt x="1415" y="621"/>
                  </a:lnTo>
                  <a:cubicBezTo>
                    <a:pt x="1271" y="751"/>
                    <a:pt x="1199" y="938"/>
                    <a:pt x="1199" y="1126"/>
                  </a:cubicBezTo>
                  <a:lnTo>
                    <a:pt x="1199" y="2165"/>
                  </a:lnTo>
                  <a:cubicBezTo>
                    <a:pt x="1199" y="2295"/>
                    <a:pt x="1098" y="2396"/>
                    <a:pt x="953" y="2396"/>
                  </a:cubicBezTo>
                  <a:lnTo>
                    <a:pt x="0" y="2396"/>
                  </a:lnTo>
                  <a:lnTo>
                    <a:pt x="0" y="3349"/>
                  </a:lnTo>
                  <a:lnTo>
                    <a:pt x="1199" y="3349"/>
                  </a:lnTo>
                  <a:cubicBezTo>
                    <a:pt x="1733" y="3349"/>
                    <a:pt x="2151" y="2916"/>
                    <a:pt x="2151" y="2396"/>
                  </a:cubicBezTo>
                  <a:lnTo>
                    <a:pt x="2151" y="404"/>
                  </a:lnTo>
                  <a:cubicBezTo>
                    <a:pt x="2151" y="260"/>
                    <a:pt x="2108" y="116"/>
                    <a:pt x="2021" y="0"/>
                  </a:cubicBezTo>
                  <a:close/>
                </a:path>
              </a:pathLst>
            </a:custGeom>
            <a:solidFill>
              <a:srgbClr val="667A8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387" name="Google Shape;20387;p47"/>
            <p:cNvSpPr/>
            <p:nvPr/>
          </p:nvSpPr>
          <p:spPr>
            <a:xfrm>
              <a:off x="1348442" y="2726735"/>
              <a:ext cx="364074" cy="18953"/>
            </a:xfrm>
            <a:custGeom>
              <a:rect b="b" l="l" r="r" t="t"/>
              <a:pathLst>
                <a:path extrusionOk="0" h="723" w="13888">
                  <a:moveTo>
                    <a:pt x="1" y="0"/>
                  </a:moveTo>
                  <a:lnTo>
                    <a:pt x="1" y="722"/>
                  </a:lnTo>
                  <a:lnTo>
                    <a:pt x="13888" y="722"/>
                  </a:lnTo>
                  <a:lnTo>
                    <a:pt x="13888" y="0"/>
                  </a:lnTo>
                  <a:close/>
                </a:path>
              </a:pathLst>
            </a:custGeom>
            <a:solidFill>
              <a:srgbClr val="AABBC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388" name="Google Shape;20388;p47"/>
            <p:cNvSpPr/>
            <p:nvPr/>
          </p:nvSpPr>
          <p:spPr>
            <a:xfrm>
              <a:off x="1342019" y="2726735"/>
              <a:ext cx="13265" cy="63231"/>
            </a:xfrm>
            <a:custGeom>
              <a:rect b="b" l="l" r="r" t="t"/>
              <a:pathLst>
                <a:path extrusionOk="0" h="2412" w="506">
                  <a:moveTo>
                    <a:pt x="15" y="0"/>
                  </a:moveTo>
                  <a:lnTo>
                    <a:pt x="15" y="2151"/>
                  </a:lnTo>
                  <a:cubicBezTo>
                    <a:pt x="0" y="2325"/>
                    <a:pt x="127" y="2411"/>
                    <a:pt x="253" y="2411"/>
                  </a:cubicBezTo>
                  <a:cubicBezTo>
                    <a:pt x="379" y="2411"/>
                    <a:pt x="505" y="2325"/>
                    <a:pt x="491" y="2151"/>
                  </a:cubicBezTo>
                  <a:lnTo>
                    <a:pt x="491" y="0"/>
                  </a:lnTo>
                  <a:close/>
                </a:path>
              </a:pathLst>
            </a:custGeom>
            <a:solidFill>
              <a:srgbClr val="AABBC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389" name="Google Shape;20389;p47"/>
            <p:cNvSpPr/>
            <p:nvPr/>
          </p:nvSpPr>
          <p:spPr>
            <a:xfrm>
              <a:off x="1705674" y="2726735"/>
              <a:ext cx="13265" cy="63231"/>
            </a:xfrm>
            <a:custGeom>
              <a:rect b="b" l="l" r="r" t="t"/>
              <a:pathLst>
                <a:path extrusionOk="0" h="2412" w="506">
                  <a:moveTo>
                    <a:pt x="15" y="0"/>
                  </a:moveTo>
                  <a:lnTo>
                    <a:pt x="15" y="2151"/>
                  </a:lnTo>
                  <a:cubicBezTo>
                    <a:pt x="1" y="2325"/>
                    <a:pt x="127" y="2411"/>
                    <a:pt x="253" y="2411"/>
                  </a:cubicBezTo>
                  <a:cubicBezTo>
                    <a:pt x="380" y="2411"/>
                    <a:pt x="506" y="2325"/>
                    <a:pt x="491" y="2151"/>
                  </a:cubicBezTo>
                  <a:lnTo>
                    <a:pt x="491" y="0"/>
                  </a:lnTo>
                  <a:close/>
                </a:path>
              </a:pathLst>
            </a:custGeom>
            <a:solidFill>
              <a:srgbClr val="AABBC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390" name="Google Shape;20390;p47"/>
            <p:cNvSpPr/>
            <p:nvPr/>
          </p:nvSpPr>
          <p:spPr>
            <a:xfrm>
              <a:off x="1342386" y="2726735"/>
              <a:ext cx="12531" cy="18953"/>
            </a:xfrm>
            <a:custGeom>
              <a:rect b="b" l="l" r="r" t="t"/>
              <a:pathLst>
                <a:path extrusionOk="0" h="723" w="478">
                  <a:moveTo>
                    <a:pt x="1" y="0"/>
                  </a:moveTo>
                  <a:lnTo>
                    <a:pt x="1" y="722"/>
                  </a:lnTo>
                  <a:lnTo>
                    <a:pt x="477" y="722"/>
                  </a:lnTo>
                  <a:lnTo>
                    <a:pt x="477" y="0"/>
                  </a:lnTo>
                  <a:close/>
                </a:path>
              </a:pathLst>
            </a:custGeom>
            <a:solidFill>
              <a:srgbClr val="94A5B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391" name="Google Shape;20391;p47"/>
            <p:cNvSpPr/>
            <p:nvPr/>
          </p:nvSpPr>
          <p:spPr>
            <a:xfrm>
              <a:off x="1706067" y="2726735"/>
              <a:ext cx="12505" cy="18953"/>
            </a:xfrm>
            <a:custGeom>
              <a:rect b="b" l="l" r="r" t="t"/>
              <a:pathLst>
                <a:path extrusionOk="0" h="723" w="477">
                  <a:moveTo>
                    <a:pt x="0" y="0"/>
                  </a:moveTo>
                  <a:lnTo>
                    <a:pt x="0" y="722"/>
                  </a:lnTo>
                  <a:lnTo>
                    <a:pt x="476" y="722"/>
                  </a:lnTo>
                  <a:lnTo>
                    <a:pt x="476" y="0"/>
                  </a:lnTo>
                  <a:close/>
                </a:path>
              </a:pathLst>
            </a:custGeom>
            <a:solidFill>
              <a:srgbClr val="94A5B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392" name="Google Shape;20392;p47"/>
            <p:cNvSpPr/>
            <p:nvPr/>
          </p:nvSpPr>
          <p:spPr>
            <a:xfrm>
              <a:off x="1328387" y="2720679"/>
              <a:ext cx="404183" cy="12505"/>
            </a:xfrm>
            <a:custGeom>
              <a:rect b="b" l="l" r="r" t="t"/>
              <a:pathLst>
                <a:path extrusionOk="0" h="477" w="15418">
                  <a:moveTo>
                    <a:pt x="289" y="0"/>
                  </a:moveTo>
                  <a:cubicBezTo>
                    <a:pt x="1" y="15"/>
                    <a:pt x="1" y="448"/>
                    <a:pt x="289" y="477"/>
                  </a:cubicBezTo>
                  <a:lnTo>
                    <a:pt x="15129" y="477"/>
                  </a:lnTo>
                  <a:cubicBezTo>
                    <a:pt x="15418" y="448"/>
                    <a:pt x="15418" y="15"/>
                    <a:pt x="15129" y="0"/>
                  </a:cubicBezTo>
                  <a:close/>
                </a:path>
              </a:pathLst>
            </a:custGeom>
            <a:solidFill>
              <a:srgbClr val="BCC9D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393" name="Google Shape;20393;p47"/>
            <p:cNvSpPr/>
            <p:nvPr/>
          </p:nvSpPr>
          <p:spPr>
            <a:xfrm>
              <a:off x="1624695" y="2708148"/>
              <a:ext cx="37487" cy="12557"/>
            </a:xfrm>
            <a:custGeom>
              <a:rect b="b" l="l" r="r" t="t"/>
              <a:pathLst>
                <a:path extrusionOk="0" h="479" w="1430">
                  <a:moveTo>
                    <a:pt x="1221" y="1"/>
                  </a:moveTo>
                  <a:cubicBezTo>
                    <a:pt x="1213" y="1"/>
                    <a:pt x="1206" y="1"/>
                    <a:pt x="1199" y="2"/>
                  </a:cubicBezTo>
                  <a:lnTo>
                    <a:pt x="0" y="2"/>
                  </a:lnTo>
                  <a:lnTo>
                    <a:pt x="0" y="478"/>
                  </a:lnTo>
                  <a:lnTo>
                    <a:pt x="1199" y="478"/>
                  </a:lnTo>
                  <a:cubicBezTo>
                    <a:pt x="1329" y="478"/>
                    <a:pt x="1430" y="363"/>
                    <a:pt x="1430" y="233"/>
                  </a:cubicBezTo>
                  <a:cubicBezTo>
                    <a:pt x="1430" y="111"/>
                    <a:pt x="1340" y="1"/>
                    <a:pt x="1221" y="1"/>
                  </a:cubicBezTo>
                  <a:close/>
                </a:path>
              </a:pathLst>
            </a:custGeom>
            <a:solidFill>
              <a:srgbClr val="BCC9D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394" name="Google Shape;20394;p47"/>
            <p:cNvSpPr/>
            <p:nvPr/>
          </p:nvSpPr>
          <p:spPr>
            <a:xfrm>
              <a:off x="1549380" y="2657868"/>
              <a:ext cx="87820" cy="62837"/>
            </a:xfrm>
            <a:custGeom>
              <a:rect b="b" l="l" r="r" t="t"/>
              <a:pathLst>
                <a:path extrusionOk="0" h="2397" w="3350">
                  <a:moveTo>
                    <a:pt x="232" y="0"/>
                  </a:moveTo>
                  <a:cubicBezTo>
                    <a:pt x="102" y="0"/>
                    <a:pt x="1" y="101"/>
                    <a:pt x="1" y="246"/>
                  </a:cubicBezTo>
                  <a:lnTo>
                    <a:pt x="1" y="2151"/>
                  </a:lnTo>
                  <a:cubicBezTo>
                    <a:pt x="1" y="2281"/>
                    <a:pt x="102" y="2396"/>
                    <a:pt x="232" y="2396"/>
                  </a:cubicBezTo>
                  <a:lnTo>
                    <a:pt x="3104" y="2396"/>
                  </a:lnTo>
                  <a:cubicBezTo>
                    <a:pt x="3234" y="2396"/>
                    <a:pt x="3350" y="2281"/>
                    <a:pt x="3350" y="2151"/>
                  </a:cubicBezTo>
                  <a:lnTo>
                    <a:pt x="3350" y="246"/>
                  </a:lnTo>
                  <a:cubicBezTo>
                    <a:pt x="3350" y="101"/>
                    <a:pt x="3234" y="0"/>
                    <a:pt x="3104" y="0"/>
                  </a:cubicBezTo>
                  <a:close/>
                </a:path>
              </a:pathLst>
            </a:custGeom>
            <a:solidFill>
              <a:srgbClr val="E9EDF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395" name="Google Shape;20395;p47"/>
            <p:cNvSpPr/>
            <p:nvPr/>
          </p:nvSpPr>
          <p:spPr>
            <a:xfrm>
              <a:off x="1585714" y="2682825"/>
              <a:ext cx="15178" cy="12531"/>
            </a:xfrm>
            <a:custGeom>
              <a:rect b="b" l="l" r="r" t="t"/>
              <a:pathLst>
                <a:path extrusionOk="0" h="478" w="579">
                  <a:moveTo>
                    <a:pt x="289" y="1"/>
                  </a:moveTo>
                  <a:cubicBezTo>
                    <a:pt x="1" y="30"/>
                    <a:pt x="1" y="463"/>
                    <a:pt x="289" y="477"/>
                  </a:cubicBezTo>
                  <a:cubicBezTo>
                    <a:pt x="578" y="463"/>
                    <a:pt x="578" y="30"/>
                    <a:pt x="289" y="1"/>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396" name="Google Shape;20396;p47"/>
            <p:cNvSpPr/>
            <p:nvPr/>
          </p:nvSpPr>
          <p:spPr>
            <a:xfrm>
              <a:off x="1386296" y="2607535"/>
              <a:ext cx="125648" cy="113170"/>
            </a:xfrm>
            <a:custGeom>
              <a:rect b="b" l="l" r="r" t="t"/>
              <a:pathLst>
                <a:path extrusionOk="0" h="4317" w="4793">
                  <a:moveTo>
                    <a:pt x="1675" y="0"/>
                  </a:moveTo>
                  <a:lnTo>
                    <a:pt x="1675" y="116"/>
                  </a:lnTo>
                  <a:cubicBezTo>
                    <a:pt x="1675" y="332"/>
                    <a:pt x="1530" y="520"/>
                    <a:pt x="1328" y="578"/>
                  </a:cubicBezTo>
                  <a:lnTo>
                    <a:pt x="520" y="809"/>
                  </a:lnTo>
                  <a:cubicBezTo>
                    <a:pt x="217" y="910"/>
                    <a:pt x="0" y="1184"/>
                    <a:pt x="0" y="1502"/>
                  </a:cubicBezTo>
                  <a:lnTo>
                    <a:pt x="0" y="3595"/>
                  </a:lnTo>
                  <a:cubicBezTo>
                    <a:pt x="0" y="3984"/>
                    <a:pt x="318" y="4316"/>
                    <a:pt x="722" y="4316"/>
                  </a:cubicBezTo>
                  <a:lnTo>
                    <a:pt x="4071" y="4316"/>
                  </a:lnTo>
                  <a:cubicBezTo>
                    <a:pt x="4461" y="4316"/>
                    <a:pt x="4793" y="3984"/>
                    <a:pt x="4793" y="3595"/>
                  </a:cubicBezTo>
                  <a:lnTo>
                    <a:pt x="4793" y="1502"/>
                  </a:lnTo>
                  <a:cubicBezTo>
                    <a:pt x="4793" y="1184"/>
                    <a:pt x="4576" y="895"/>
                    <a:pt x="4259" y="809"/>
                  </a:cubicBezTo>
                  <a:lnTo>
                    <a:pt x="3465" y="578"/>
                  </a:lnTo>
                  <a:cubicBezTo>
                    <a:pt x="3248" y="520"/>
                    <a:pt x="3118" y="332"/>
                    <a:pt x="3118" y="116"/>
                  </a:cubicBezTo>
                  <a:lnTo>
                    <a:pt x="3118" y="0"/>
                  </a:lnTo>
                  <a:close/>
                </a:path>
              </a:pathLst>
            </a:custGeom>
            <a:solidFill>
              <a:srgbClr val="D3DCE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397" name="Google Shape;20397;p47"/>
            <p:cNvSpPr/>
            <p:nvPr/>
          </p:nvSpPr>
          <p:spPr>
            <a:xfrm>
              <a:off x="1386296" y="2636293"/>
              <a:ext cx="24983" cy="84412"/>
            </a:xfrm>
            <a:custGeom>
              <a:rect b="b" l="l" r="r" t="t"/>
              <a:pathLst>
                <a:path extrusionOk="0" h="3220" w="953">
                  <a:moveTo>
                    <a:pt x="130" y="0"/>
                  </a:moveTo>
                  <a:cubicBezTo>
                    <a:pt x="43" y="116"/>
                    <a:pt x="0" y="260"/>
                    <a:pt x="0" y="405"/>
                  </a:cubicBezTo>
                  <a:lnTo>
                    <a:pt x="0" y="2498"/>
                  </a:lnTo>
                  <a:cubicBezTo>
                    <a:pt x="0" y="2887"/>
                    <a:pt x="318" y="3219"/>
                    <a:pt x="722" y="3219"/>
                  </a:cubicBezTo>
                  <a:lnTo>
                    <a:pt x="953" y="3219"/>
                  </a:lnTo>
                  <a:lnTo>
                    <a:pt x="953" y="823"/>
                  </a:lnTo>
                  <a:lnTo>
                    <a:pt x="130" y="0"/>
                  </a:ln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398" name="Google Shape;20398;p47"/>
            <p:cNvSpPr/>
            <p:nvPr/>
          </p:nvSpPr>
          <p:spPr>
            <a:xfrm>
              <a:off x="1486569" y="2636293"/>
              <a:ext cx="25376" cy="84412"/>
            </a:xfrm>
            <a:custGeom>
              <a:rect b="b" l="l" r="r" t="t"/>
              <a:pathLst>
                <a:path extrusionOk="0" h="3220" w="968">
                  <a:moveTo>
                    <a:pt x="823" y="0"/>
                  </a:moveTo>
                  <a:lnTo>
                    <a:pt x="1" y="823"/>
                  </a:lnTo>
                  <a:lnTo>
                    <a:pt x="1" y="3219"/>
                  </a:lnTo>
                  <a:lnTo>
                    <a:pt x="246" y="3219"/>
                  </a:lnTo>
                  <a:cubicBezTo>
                    <a:pt x="636" y="3219"/>
                    <a:pt x="968" y="2887"/>
                    <a:pt x="968" y="2498"/>
                  </a:cubicBezTo>
                  <a:lnTo>
                    <a:pt x="968" y="405"/>
                  </a:lnTo>
                  <a:cubicBezTo>
                    <a:pt x="953" y="260"/>
                    <a:pt x="910" y="116"/>
                    <a:pt x="823" y="0"/>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399" name="Google Shape;20399;p47"/>
            <p:cNvSpPr/>
            <p:nvPr/>
          </p:nvSpPr>
          <p:spPr>
            <a:xfrm>
              <a:off x="1418829" y="2607535"/>
              <a:ext cx="60190" cy="18953"/>
            </a:xfrm>
            <a:custGeom>
              <a:rect b="b" l="l" r="r" t="t"/>
              <a:pathLst>
                <a:path extrusionOk="0" h="723" w="2296">
                  <a:moveTo>
                    <a:pt x="434" y="0"/>
                  </a:moveTo>
                  <a:lnTo>
                    <a:pt x="434" y="116"/>
                  </a:lnTo>
                  <a:cubicBezTo>
                    <a:pt x="434" y="332"/>
                    <a:pt x="289" y="520"/>
                    <a:pt x="87" y="578"/>
                  </a:cubicBezTo>
                  <a:lnTo>
                    <a:pt x="1" y="607"/>
                  </a:lnTo>
                  <a:cubicBezTo>
                    <a:pt x="376" y="679"/>
                    <a:pt x="766" y="722"/>
                    <a:pt x="1155" y="722"/>
                  </a:cubicBezTo>
                  <a:cubicBezTo>
                    <a:pt x="1531" y="722"/>
                    <a:pt x="1921" y="679"/>
                    <a:pt x="2296" y="607"/>
                  </a:cubicBezTo>
                  <a:lnTo>
                    <a:pt x="2224" y="578"/>
                  </a:lnTo>
                  <a:cubicBezTo>
                    <a:pt x="2007" y="520"/>
                    <a:pt x="1877" y="332"/>
                    <a:pt x="1877" y="116"/>
                  </a:cubicBezTo>
                  <a:lnTo>
                    <a:pt x="1877" y="0"/>
                  </a:ln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400" name="Google Shape;20400;p47"/>
            <p:cNvSpPr/>
            <p:nvPr/>
          </p:nvSpPr>
          <p:spPr>
            <a:xfrm>
              <a:off x="1393846" y="2500814"/>
              <a:ext cx="110549" cy="113170"/>
            </a:xfrm>
            <a:custGeom>
              <a:rect b="b" l="l" r="r" t="t"/>
              <a:pathLst>
                <a:path extrusionOk="0" h="4317" w="4217">
                  <a:moveTo>
                    <a:pt x="2108" y="1"/>
                  </a:moveTo>
                  <a:cubicBezTo>
                    <a:pt x="1185" y="1"/>
                    <a:pt x="492" y="766"/>
                    <a:pt x="434" y="1704"/>
                  </a:cubicBezTo>
                  <a:cubicBezTo>
                    <a:pt x="376" y="2368"/>
                    <a:pt x="246" y="3032"/>
                    <a:pt x="44" y="3682"/>
                  </a:cubicBezTo>
                  <a:cubicBezTo>
                    <a:pt x="1" y="3811"/>
                    <a:pt x="59" y="3941"/>
                    <a:pt x="189" y="3985"/>
                  </a:cubicBezTo>
                  <a:cubicBezTo>
                    <a:pt x="795" y="4201"/>
                    <a:pt x="1444" y="4317"/>
                    <a:pt x="2108" y="4317"/>
                  </a:cubicBezTo>
                  <a:cubicBezTo>
                    <a:pt x="2758" y="4302"/>
                    <a:pt x="3408" y="4187"/>
                    <a:pt x="4028" y="3970"/>
                  </a:cubicBezTo>
                  <a:cubicBezTo>
                    <a:pt x="4144" y="3927"/>
                    <a:pt x="4216" y="3797"/>
                    <a:pt x="4173" y="3667"/>
                  </a:cubicBezTo>
                  <a:cubicBezTo>
                    <a:pt x="3971" y="3032"/>
                    <a:pt x="3841" y="2368"/>
                    <a:pt x="3783" y="1704"/>
                  </a:cubicBezTo>
                  <a:cubicBezTo>
                    <a:pt x="3711" y="766"/>
                    <a:pt x="3032" y="1"/>
                    <a:pt x="2108" y="1"/>
                  </a:cubicBezTo>
                  <a:close/>
                </a:path>
              </a:pathLst>
            </a:custGeom>
            <a:solidFill>
              <a:srgbClr val="5C728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401" name="Google Shape;20401;p47"/>
            <p:cNvSpPr/>
            <p:nvPr/>
          </p:nvSpPr>
          <p:spPr>
            <a:xfrm>
              <a:off x="1405197" y="2751718"/>
              <a:ext cx="12531" cy="37854"/>
            </a:xfrm>
            <a:custGeom>
              <a:rect b="b" l="l" r="r" t="t"/>
              <a:pathLst>
                <a:path extrusionOk="0" h="1444" w="478">
                  <a:moveTo>
                    <a:pt x="1" y="0"/>
                  </a:moveTo>
                  <a:lnTo>
                    <a:pt x="1" y="1198"/>
                  </a:lnTo>
                  <a:cubicBezTo>
                    <a:pt x="1" y="1328"/>
                    <a:pt x="102" y="1444"/>
                    <a:pt x="232" y="1444"/>
                  </a:cubicBezTo>
                  <a:cubicBezTo>
                    <a:pt x="362" y="1444"/>
                    <a:pt x="477" y="1328"/>
                    <a:pt x="477" y="1198"/>
                  </a:cubicBezTo>
                  <a:lnTo>
                    <a:pt x="477" y="0"/>
                  </a:lnTo>
                  <a:close/>
                </a:path>
              </a:pathLst>
            </a:custGeom>
            <a:solidFill>
              <a:srgbClr val="D1DBE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402" name="Google Shape;20402;p47"/>
            <p:cNvSpPr/>
            <p:nvPr/>
          </p:nvSpPr>
          <p:spPr>
            <a:xfrm>
              <a:off x="1405197" y="2745662"/>
              <a:ext cx="12531" cy="24983"/>
            </a:xfrm>
            <a:custGeom>
              <a:rect b="b" l="l" r="r" t="t"/>
              <a:pathLst>
                <a:path extrusionOk="0" h="953" w="478">
                  <a:moveTo>
                    <a:pt x="1" y="0"/>
                  </a:moveTo>
                  <a:lnTo>
                    <a:pt x="1" y="953"/>
                  </a:lnTo>
                  <a:lnTo>
                    <a:pt x="477" y="953"/>
                  </a:lnTo>
                  <a:lnTo>
                    <a:pt x="477" y="0"/>
                  </a:lnTo>
                  <a:close/>
                </a:path>
              </a:pathLst>
            </a:custGeom>
            <a:solidFill>
              <a:srgbClr val="91A8B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403" name="Google Shape;20403;p47"/>
            <p:cNvSpPr/>
            <p:nvPr/>
          </p:nvSpPr>
          <p:spPr>
            <a:xfrm>
              <a:off x="1480146" y="2751718"/>
              <a:ext cx="12872" cy="37854"/>
            </a:xfrm>
            <a:custGeom>
              <a:rect b="b" l="l" r="r" t="t"/>
              <a:pathLst>
                <a:path extrusionOk="0" h="1444" w="491">
                  <a:moveTo>
                    <a:pt x="0" y="0"/>
                  </a:moveTo>
                  <a:lnTo>
                    <a:pt x="0" y="1198"/>
                  </a:lnTo>
                  <a:cubicBezTo>
                    <a:pt x="15" y="1328"/>
                    <a:pt x="116" y="1444"/>
                    <a:pt x="246" y="1444"/>
                  </a:cubicBezTo>
                  <a:cubicBezTo>
                    <a:pt x="375" y="1444"/>
                    <a:pt x="491" y="1328"/>
                    <a:pt x="491" y="1198"/>
                  </a:cubicBezTo>
                  <a:lnTo>
                    <a:pt x="491" y="0"/>
                  </a:lnTo>
                  <a:close/>
                </a:path>
              </a:pathLst>
            </a:custGeom>
            <a:solidFill>
              <a:srgbClr val="D1DBE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404" name="Google Shape;20404;p47"/>
            <p:cNvSpPr/>
            <p:nvPr/>
          </p:nvSpPr>
          <p:spPr>
            <a:xfrm>
              <a:off x="1480146" y="2745662"/>
              <a:ext cx="12872" cy="24983"/>
            </a:xfrm>
            <a:custGeom>
              <a:rect b="b" l="l" r="r" t="t"/>
              <a:pathLst>
                <a:path extrusionOk="0" h="953" w="491">
                  <a:moveTo>
                    <a:pt x="0" y="0"/>
                  </a:moveTo>
                  <a:lnTo>
                    <a:pt x="0" y="953"/>
                  </a:lnTo>
                  <a:lnTo>
                    <a:pt x="491" y="953"/>
                  </a:lnTo>
                  <a:lnTo>
                    <a:pt x="491" y="0"/>
                  </a:lnTo>
                  <a:close/>
                </a:path>
              </a:pathLst>
            </a:custGeom>
            <a:solidFill>
              <a:srgbClr val="91A8B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405" name="Google Shape;20405;p47"/>
            <p:cNvSpPr/>
            <p:nvPr/>
          </p:nvSpPr>
          <p:spPr>
            <a:xfrm>
              <a:off x="1404830" y="2651419"/>
              <a:ext cx="88187" cy="106747"/>
            </a:xfrm>
            <a:custGeom>
              <a:rect b="b" l="l" r="r" t="t"/>
              <a:pathLst>
                <a:path extrusionOk="0" h="4072" w="3364">
                  <a:moveTo>
                    <a:pt x="722" y="1"/>
                  </a:moveTo>
                  <a:cubicBezTo>
                    <a:pt x="333" y="1"/>
                    <a:pt x="0" y="333"/>
                    <a:pt x="0" y="723"/>
                  </a:cubicBezTo>
                  <a:lnTo>
                    <a:pt x="0" y="3841"/>
                  </a:lnTo>
                  <a:cubicBezTo>
                    <a:pt x="0" y="3971"/>
                    <a:pt x="116" y="4072"/>
                    <a:pt x="246" y="4072"/>
                  </a:cubicBezTo>
                  <a:lnTo>
                    <a:pt x="3119" y="4072"/>
                  </a:lnTo>
                  <a:cubicBezTo>
                    <a:pt x="3248" y="4072"/>
                    <a:pt x="3364" y="3971"/>
                    <a:pt x="3364" y="3841"/>
                  </a:cubicBezTo>
                  <a:lnTo>
                    <a:pt x="3364" y="723"/>
                  </a:lnTo>
                  <a:cubicBezTo>
                    <a:pt x="3350" y="333"/>
                    <a:pt x="3032" y="15"/>
                    <a:pt x="2642" y="1"/>
                  </a:cubicBezTo>
                  <a:close/>
                </a:path>
              </a:pathLst>
            </a:custGeom>
            <a:solidFill>
              <a:srgbClr val="72889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406" name="Google Shape;20406;p47"/>
            <p:cNvSpPr/>
            <p:nvPr/>
          </p:nvSpPr>
          <p:spPr>
            <a:xfrm>
              <a:off x="1393846" y="2501181"/>
              <a:ext cx="67399" cy="110916"/>
            </a:xfrm>
            <a:custGeom>
              <a:rect b="b" l="l" r="r" t="t"/>
              <a:pathLst>
                <a:path extrusionOk="0" h="4231" w="2571">
                  <a:moveTo>
                    <a:pt x="2108" y="1"/>
                  </a:moveTo>
                  <a:cubicBezTo>
                    <a:pt x="1185" y="1"/>
                    <a:pt x="492" y="752"/>
                    <a:pt x="434" y="1690"/>
                  </a:cubicBezTo>
                  <a:cubicBezTo>
                    <a:pt x="376" y="2368"/>
                    <a:pt x="246" y="3018"/>
                    <a:pt x="44" y="3668"/>
                  </a:cubicBezTo>
                  <a:cubicBezTo>
                    <a:pt x="1" y="3797"/>
                    <a:pt x="59" y="3927"/>
                    <a:pt x="189" y="3971"/>
                  </a:cubicBezTo>
                  <a:cubicBezTo>
                    <a:pt x="506" y="4086"/>
                    <a:pt x="824" y="4158"/>
                    <a:pt x="1156" y="4231"/>
                  </a:cubicBezTo>
                  <a:cubicBezTo>
                    <a:pt x="1141" y="4173"/>
                    <a:pt x="1141" y="4115"/>
                    <a:pt x="1156" y="4072"/>
                  </a:cubicBezTo>
                  <a:cubicBezTo>
                    <a:pt x="1329" y="3350"/>
                    <a:pt x="1444" y="2614"/>
                    <a:pt x="1502" y="1878"/>
                  </a:cubicBezTo>
                  <a:cubicBezTo>
                    <a:pt x="1545" y="1011"/>
                    <a:pt x="1964" y="290"/>
                    <a:pt x="2570" y="59"/>
                  </a:cubicBezTo>
                  <a:cubicBezTo>
                    <a:pt x="2412" y="15"/>
                    <a:pt x="2267" y="1"/>
                    <a:pt x="2108" y="1"/>
                  </a:cubicBezTo>
                  <a:close/>
                </a:path>
              </a:pathLst>
            </a:custGeom>
            <a:solidFill>
              <a:srgbClr val="667A8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20407" name="Google Shape;20407;p47"/>
          <p:cNvGrpSpPr/>
          <p:nvPr/>
        </p:nvGrpSpPr>
        <p:grpSpPr>
          <a:xfrm>
            <a:off x="1821465" y="2495702"/>
            <a:ext cx="365988" cy="270801"/>
            <a:chOff x="1821465" y="2495702"/>
            <a:chExt cx="365988" cy="270801"/>
          </a:xfrm>
        </p:grpSpPr>
        <p:sp>
          <p:nvSpPr>
            <p:cNvPr id="20408" name="Google Shape;20408;p47"/>
            <p:cNvSpPr/>
            <p:nvPr/>
          </p:nvSpPr>
          <p:spPr>
            <a:xfrm>
              <a:off x="1822619" y="2495702"/>
              <a:ext cx="364834" cy="194725"/>
            </a:xfrm>
            <a:custGeom>
              <a:rect b="b" l="l" r="r" t="t"/>
              <a:pathLst>
                <a:path extrusionOk="0" h="7428" w="13917">
                  <a:moveTo>
                    <a:pt x="5620" y="0"/>
                  </a:moveTo>
                  <a:cubicBezTo>
                    <a:pt x="4319" y="0"/>
                    <a:pt x="3029" y="789"/>
                    <a:pt x="2599" y="2260"/>
                  </a:cubicBezTo>
                  <a:lnTo>
                    <a:pt x="2584" y="2260"/>
                  </a:lnTo>
                  <a:cubicBezTo>
                    <a:pt x="1155" y="2260"/>
                    <a:pt x="0" y="3415"/>
                    <a:pt x="0" y="4844"/>
                  </a:cubicBezTo>
                  <a:cubicBezTo>
                    <a:pt x="0" y="6258"/>
                    <a:pt x="1155" y="7413"/>
                    <a:pt x="2584" y="7428"/>
                  </a:cubicBezTo>
                  <a:lnTo>
                    <a:pt x="11780" y="7428"/>
                  </a:lnTo>
                  <a:cubicBezTo>
                    <a:pt x="12963" y="7428"/>
                    <a:pt x="13916" y="6460"/>
                    <a:pt x="13916" y="5291"/>
                  </a:cubicBezTo>
                  <a:cubicBezTo>
                    <a:pt x="13916" y="4108"/>
                    <a:pt x="12963" y="3155"/>
                    <a:pt x="11780" y="3155"/>
                  </a:cubicBezTo>
                  <a:lnTo>
                    <a:pt x="11794" y="3140"/>
                  </a:lnTo>
                  <a:cubicBezTo>
                    <a:pt x="11707" y="3140"/>
                    <a:pt x="11635" y="3155"/>
                    <a:pt x="11563" y="3155"/>
                  </a:cubicBezTo>
                  <a:cubicBezTo>
                    <a:pt x="11216" y="2055"/>
                    <a:pt x="10191" y="1345"/>
                    <a:pt x="9092" y="1345"/>
                  </a:cubicBezTo>
                  <a:cubicBezTo>
                    <a:pt x="8820" y="1345"/>
                    <a:pt x="8544" y="1389"/>
                    <a:pt x="8272" y="1480"/>
                  </a:cubicBezTo>
                  <a:cubicBezTo>
                    <a:pt x="7647" y="477"/>
                    <a:pt x="6630" y="0"/>
                    <a:pt x="5620" y="0"/>
                  </a:cubicBezTo>
                  <a:close/>
                </a:path>
              </a:pathLst>
            </a:custGeom>
            <a:solidFill>
              <a:srgbClr val="EFF1F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409" name="Google Shape;20409;p47"/>
            <p:cNvSpPr/>
            <p:nvPr/>
          </p:nvSpPr>
          <p:spPr>
            <a:xfrm>
              <a:off x="1821465" y="2554922"/>
              <a:ext cx="333062" cy="135138"/>
            </a:xfrm>
            <a:custGeom>
              <a:rect b="b" l="l" r="r" t="t"/>
              <a:pathLst>
                <a:path extrusionOk="0" h="5155" w="12705">
                  <a:moveTo>
                    <a:pt x="2513" y="1"/>
                  </a:moveTo>
                  <a:lnTo>
                    <a:pt x="2513" y="1"/>
                  </a:lnTo>
                  <a:cubicBezTo>
                    <a:pt x="1098" y="59"/>
                    <a:pt x="1" y="1242"/>
                    <a:pt x="44" y="2657"/>
                  </a:cubicBezTo>
                  <a:cubicBezTo>
                    <a:pt x="88" y="4072"/>
                    <a:pt x="1300" y="5154"/>
                    <a:pt x="2715" y="5154"/>
                  </a:cubicBezTo>
                  <a:lnTo>
                    <a:pt x="12011" y="5154"/>
                  </a:lnTo>
                  <a:cubicBezTo>
                    <a:pt x="12704" y="5096"/>
                    <a:pt x="12646" y="4028"/>
                    <a:pt x="11939" y="4028"/>
                  </a:cubicBezTo>
                  <a:lnTo>
                    <a:pt x="10149" y="4028"/>
                  </a:lnTo>
                  <a:cubicBezTo>
                    <a:pt x="10019" y="4028"/>
                    <a:pt x="9918" y="3927"/>
                    <a:pt x="9918" y="3812"/>
                  </a:cubicBezTo>
                  <a:lnTo>
                    <a:pt x="9918" y="3090"/>
                  </a:lnTo>
                  <a:cubicBezTo>
                    <a:pt x="9918" y="2859"/>
                    <a:pt x="9831" y="2628"/>
                    <a:pt x="9658" y="2455"/>
                  </a:cubicBezTo>
                  <a:lnTo>
                    <a:pt x="8345" y="1141"/>
                  </a:lnTo>
                  <a:cubicBezTo>
                    <a:pt x="8186" y="982"/>
                    <a:pt x="7955" y="881"/>
                    <a:pt x="7709" y="881"/>
                  </a:cubicBezTo>
                  <a:lnTo>
                    <a:pt x="4750" y="881"/>
                  </a:lnTo>
                  <a:cubicBezTo>
                    <a:pt x="4389" y="881"/>
                    <a:pt x="4086" y="1185"/>
                    <a:pt x="4086" y="1560"/>
                  </a:cubicBezTo>
                  <a:lnTo>
                    <a:pt x="4086" y="3653"/>
                  </a:lnTo>
                  <a:cubicBezTo>
                    <a:pt x="4086" y="3771"/>
                    <a:pt x="3979" y="3870"/>
                    <a:pt x="3861" y="3870"/>
                  </a:cubicBezTo>
                  <a:cubicBezTo>
                    <a:pt x="3836" y="3870"/>
                    <a:pt x="3809" y="3865"/>
                    <a:pt x="3783" y="3855"/>
                  </a:cubicBezTo>
                  <a:cubicBezTo>
                    <a:pt x="2181" y="3307"/>
                    <a:pt x="1560" y="1387"/>
                    <a:pt x="2513" y="1"/>
                  </a:cubicBezTo>
                  <a:close/>
                </a:path>
              </a:pathLst>
            </a:custGeom>
            <a:solidFill>
              <a:srgbClr val="EFF2F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410" name="Google Shape;20410;p47"/>
            <p:cNvSpPr/>
            <p:nvPr/>
          </p:nvSpPr>
          <p:spPr>
            <a:xfrm>
              <a:off x="1940298" y="2589735"/>
              <a:ext cx="129450" cy="176768"/>
            </a:xfrm>
            <a:custGeom>
              <a:rect b="b" l="l" r="r" t="t"/>
              <a:pathLst>
                <a:path extrusionOk="0" h="6743" w="4938">
                  <a:moveTo>
                    <a:pt x="232" y="1"/>
                  </a:moveTo>
                  <a:cubicBezTo>
                    <a:pt x="102" y="1"/>
                    <a:pt x="1" y="102"/>
                    <a:pt x="1" y="232"/>
                  </a:cubicBezTo>
                  <a:lnTo>
                    <a:pt x="1" y="6526"/>
                  </a:lnTo>
                  <a:cubicBezTo>
                    <a:pt x="1" y="6641"/>
                    <a:pt x="102" y="6742"/>
                    <a:pt x="232" y="6742"/>
                  </a:cubicBezTo>
                  <a:lnTo>
                    <a:pt x="4721" y="6742"/>
                  </a:lnTo>
                  <a:cubicBezTo>
                    <a:pt x="4837" y="6742"/>
                    <a:pt x="4938" y="6641"/>
                    <a:pt x="4938" y="6526"/>
                  </a:cubicBezTo>
                  <a:lnTo>
                    <a:pt x="4938" y="1762"/>
                  </a:lnTo>
                  <a:cubicBezTo>
                    <a:pt x="4938" y="1646"/>
                    <a:pt x="4894" y="1531"/>
                    <a:pt x="4808" y="1444"/>
                  </a:cubicBezTo>
                  <a:lnTo>
                    <a:pt x="3508" y="131"/>
                  </a:lnTo>
                  <a:cubicBezTo>
                    <a:pt x="3422" y="59"/>
                    <a:pt x="3306" y="1"/>
                    <a:pt x="3191" y="1"/>
                  </a:cubicBezTo>
                  <a:close/>
                </a:path>
              </a:pathLst>
            </a:custGeom>
            <a:solidFill>
              <a:srgbClr val="ADBDC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411" name="Google Shape;20411;p47"/>
            <p:cNvSpPr/>
            <p:nvPr/>
          </p:nvSpPr>
          <p:spPr>
            <a:xfrm>
              <a:off x="1971546" y="2659100"/>
              <a:ext cx="67608" cy="79012"/>
            </a:xfrm>
            <a:custGeom>
              <a:rect b="b" l="l" r="r" t="t"/>
              <a:pathLst>
                <a:path extrusionOk="0" h="3014" w="2579">
                  <a:moveTo>
                    <a:pt x="1277" y="0"/>
                  </a:moveTo>
                  <a:cubicBezTo>
                    <a:pt x="1198" y="0"/>
                    <a:pt x="1118" y="33"/>
                    <a:pt x="1061" y="98"/>
                  </a:cubicBezTo>
                  <a:lnTo>
                    <a:pt x="151" y="1224"/>
                  </a:lnTo>
                  <a:cubicBezTo>
                    <a:pt x="0" y="1439"/>
                    <a:pt x="187" y="1678"/>
                    <a:pt x="393" y="1678"/>
                  </a:cubicBezTo>
                  <a:cubicBezTo>
                    <a:pt x="464" y="1678"/>
                    <a:pt x="536" y="1650"/>
                    <a:pt x="599" y="1584"/>
                  </a:cubicBezTo>
                  <a:lnTo>
                    <a:pt x="988" y="1079"/>
                  </a:lnTo>
                  <a:lnTo>
                    <a:pt x="988" y="2754"/>
                  </a:lnTo>
                  <a:cubicBezTo>
                    <a:pt x="1003" y="2927"/>
                    <a:pt x="1136" y="3014"/>
                    <a:pt x="1270" y="3014"/>
                  </a:cubicBezTo>
                  <a:cubicBezTo>
                    <a:pt x="1403" y="3014"/>
                    <a:pt x="1537" y="2927"/>
                    <a:pt x="1551" y="2754"/>
                  </a:cubicBezTo>
                  <a:lnTo>
                    <a:pt x="1551" y="1079"/>
                  </a:lnTo>
                  <a:lnTo>
                    <a:pt x="1956" y="1570"/>
                  </a:lnTo>
                  <a:cubicBezTo>
                    <a:pt x="2018" y="1656"/>
                    <a:pt x="2097" y="1691"/>
                    <a:pt x="2175" y="1691"/>
                  </a:cubicBezTo>
                  <a:cubicBezTo>
                    <a:pt x="2384" y="1691"/>
                    <a:pt x="2578" y="1434"/>
                    <a:pt x="2389" y="1224"/>
                  </a:cubicBezTo>
                  <a:lnTo>
                    <a:pt x="2403" y="1224"/>
                  </a:lnTo>
                  <a:lnTo>
                    <a:pt x="1494" y="98"/>
                  </a:lnTo>
                  <a:cubicBezTo>
                    <a:pt x="1436" y="33"/>
                    <a:pt x="1357" y="0"/>
                    <a:pt x="1277" y="0"/>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412" name="Google Shape;20412;p47"/>
            <p:cNvSpPr/>
            <p:nvPr/>
          </p:nvSpPr>
          <p:spPr>
            <a:xfrm>
              <a:off x="1972464" y="2513292"/>
              <a:ext cx="53767" cy="37120"/>
            </a:xfrm>
            <a:custGeom>
              <a:rect b="b" l="l" r="r" t="t"/>
              <a:pathLst>
                <a:path extrusionOk="0" h="1416" w="2051">
                  <a:moveTo>
                    <a:pt x="405" y="1"/>
                  </a:moveTo>
                  <a:cubicBezTo>
                    <a:pt x="87" y="1"/>
                    <a:pt x="1" y="420"/>
                    <a:pt x="289" y="549"/>
                  </a:cubicBezTo>
                  <a:cubicBezTo>
                    <a:pt x="766" y="636"/>
                    <a:pt x="1184" y="910"/>
                    <a:pt x="1473" y="1286"/>
                  </a:cubicBezTo>
                  <a:cubicBezTo>
                    <a:pt x="1516" y="1358"/>
                    <a:pt x="1603" y="1401"/>
                    <a:pt x="1690" y="1401"/>
                  </a:cubicBezTo>
                  <a:lnTo>
                    <a:pt x="1690" y="1416"/>
                  </a:lnTo>
                  <a:cubicBezTo>
                    <a:pt x="1921" y="1401"/>
                    <a:pt x="2051" y="1141"/>
                    <a:pt x="1921" y="968"/>
                  </a:cubicBezTo>
                  <a:cubicBezTo>
                    <a:pt x="1545" y="463"/>
                    <a:pt x="1011" y="131"/>
                    <a:pt x="405" y="1"/>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413" name="Google Shape;20413;p47"/>
            <p:cNvSpPr/>
            <p:nvPr/>
          </p:nvSpPr>
          <p:spPr>
            <a:xfrm>
              <a:off x="2065973" y="2549521"/>
              <a:ext cx="43124" cy="36098"/>
            </a:xfrm>
            <a:custGeom>
              <a:rect b="b" l="l" r="r" t="t"/>
              <a:pathLst>
                <a:path extrusionOk="0" h="1377" w="1645">
                  <a:moveTo>
                    <a:pt x="379" y="1"/>
                  </a:moveTo>
                  <a:cubicBezTo>
                    <a:pt x="138" y="1"/>
                    <a:pt x="0" y="488"/>
                    <a:pt x="274" y="553"/>
                  </a:cubicBezTo>
                  <a:cubicBezTo>
                    <a:pt x="606" y="669"/>
                    <a:pt x="894" y="914"/>
                    <a:pt x="1053" y="1217"/>
                  </a:cubicBezTo>
                  <a:cubicBezTo>
                    <a:pt x="1096" y="1318"/>
                    <a:pt x="1197" y="1376"/>
                    <a:pt x="1298" y="1376"/>
                  </a:cubicBezTo>
                  <a:cubicBezTo>
                    <a:pt x="1501" y="1376"/>
                    <a:pt x="1645" y="1145"/>
                    <a:pt x="1544" y="957"/>
                  </a:cubicBezTo>
                  <a:cubicBezTo>
                    <a:pt x="1313" y="524"/>
                    <a:pt x="923" y="192"/>
                    <a:pt x="461" y="19"/>
                  </a:cubicBezTo>
                  <a:cubicBezTo>
                    <a:pt x="433" y="6"/>
                    <a:pt x="405" y="1"/>
                    <a:pt x="379" y="1"/>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414" name="Google Shape;20414;p47"/>
            <p:cNvSpPr/>
            <p:nvPr/>
          </p:nvSpPr>
          <p:spPr>
            <a:xfrm>
              <a:off x="2017134" y="2589735"/>
              <a:ext cx="52614" cy="53400"/>
            </a:xfrm>
            <a:custGeom>
              <a:rect b="b" l="l" r="r" t="t"/>
              <a:pathLst>
                <a:path extrusionOk="0" h="2037" w="2007">
                  <a:moveTo>
                    <a:pt x="0" y="1"/>
                  </a:moveTo>
                  <a:lnTo>
                    <a:pt x="0" y="1574"/>
                  </a:lnTo>
                  <a:cubicBezTo>
                    <a:pt x="0" y="1834"/>
                    <a:pt x="202" y="2036"/>
                    <a:pt x="448" y="2036"/>
                  </a:cubicBezTo>
                  <a:lnTo>
                    <a:pt x="2007" y="2036"/>
                  </a:lnTo>
                  <a:lnTo>
                    <a:pt x="2007" y="1762"/>
                  </a:lnTo>
                  <a:cubicBezTo>
                    <a:pt x="2007" y="1704"/>
                    <a:pt x="1992" y="1646"/>
                    <a:pt x="1963" y="1589"/>
                  </a:cubicBezTo>
                  <a:lnTo>
                    <a:pt x="433" y="1589"/>
                  </a:lnTo>
                  <a:lnTo>
                    <a:pt x="433" y="59"/>
                  </a:lnTo>
                  <a:lnTo>
                    <a:pt x="433" y="44"/>
                  </a:lnTo>
                  <a:cubicBezTo>
                    <a:pt x="375" y="15"/>
                    <a:pt x="318" y="1"/>
                    <a:pt x="260" y="1"/>
                  </a:cubicBezTo>
                  <a:close/>
                </a:path>
              </a:pathLst>
            </a:custGeom>
            <a:solidFill>
              <a:srgbClr val="94A5B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20415" name="Google Shape;20415;p47"/>
          <p:cNvGrpSpPr/>
          <p:nvPr/>
        </p:nvGrpSpPr>
        <p:grpSpPr>
          <a:xfrm>
            <a:off x="3725723" y="2455776"/>
            <a:ext cx="354977" cy="351202"/>
            <a:chOff x="3725723" y="2455776"/>
            <a:chExt cx="354977" cy="351202"/>
          </a:xfrm>
        </p:grpSpPr>
        <p:sp>
          <p:nvSpPr>
            <p:cNvPr id="20416" name="Google Shape;20416;p47"/>
            <p:cNvSpPr/>
            <p:nvPr/>
          </p:nvSpPr>
          <p:spPr>
            <a:xfrm>
              <a:off x="3979248" y="2643109"/>
              <a:ext cx="40895" cy="40895"/>
            </a:xfrm>
            <a:custGeom>
              <a:rect b="b" l="l" r="r" t="t"/>
              <a:pathLst>
                <a:path extrusionOk="0" h="1560" w="1560">
                  <a:moveTo>
                    <a:pt x="1" y="0"/>
                  </a:moveTo>
                  <a:lnTo>
                    <a:pt x="997" y="1559"/>
                  </a:lnTo>
                  <a:lnTo>
                    <a:pt x="1560" y="1559"/>
                  </a:lnTo>
                  <a:cubicBezTo>
                    <a:pt x="1560" y="693"/>
                    <a:pt x="853" y="0"/>
                    <a:pt x="1" y="0"/>
                  </a:cubicBezTo>
                  <a:close/>
                </a:path>
              </a:pathLst>
            </a:custGeom>
            <a:solidFill>
              <a:srgbClr val="788D9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417" name="Google Shape;20417;p47"/>
            <p:cNvSpPr/>
            <p:nvPr/>
          </p:nvSpPr>
          <p:spPr>
            <a:xfrm>
              <a:off x="3938012" y="2643109"/>
              <a:ext cx="67373" cy="40502"/>
            </a:xfrm>
            <a:custGeom>
              <a:rect b="b" l="l" r="r" t="t"/>
              <a:pathLst>
                <a:path extrusionOk="0" h="1545" w="2570">
                  <a:moveTo>
                    <a:pt x="1574" y="0"/>
                  </a:moveTo>
                  <a:cubicBezTo>
                    <a:pt x="708" y="0"/>
                    <a:pt x="15" y="693"/>
                    <a:pt x="0" y="1545"/>
                  </a:cubicBezTo>
                  <a:lnTo>
                    <a:pt x="2570" y="1545"/>
                  </a:lnTo>
                  <a:cubicBezTo>
                    <a:pt x="2570" y="693"/>
                    <a:pt x="2122" y="0"/>
                    <a:pt x="1574" y="0"/>
                  </a:cubicBezTo>
                  <a:close/>
                </a:path>
              </a:pathLst>
            </a:custGeom>
            <a:solidFill>
              <a:srgbClr val="95A6B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418" name="Google Shape;20418;p47"/>
            <p:cNvSpPr/>
            <p:nvPr/>
          </p:nvSpPr>
          <p:spPr>
            <a:xfrm>
              <a:off x="3978514" y="2575736"/>
              <a:ext cx="22728" cy="45064"/>
            </a:xfrm>
            <a:custGeom>
              <a:rect b="b" l="l" r="r" t="t"/>
              <a:pathLst>
                <a:path extrusionOk="0" h="1719" w="867">
                  <a:moveTo>
                    <a:pt x="0" y="1"/>
                  </a:moveTo>
                  <a:lnTo>
                    <a:pt x="0" y="1719"/>
                  </a:lnTo>
                  <a:cubicBezTo>
                    <a:pt x="476" y="1719"/>
                    <a:pt x="866" y="1329"/>
                    <a:pt x="866" y="867"/>
                  </a:cubicBezTo>
                  <a:cubicBezTo>
                    <a:pt x="866" y="391"/>
                    <a:pt x="476" y="1"/>
                    <a:pt x="0" y="1"/>
                  </a:cubicBezTo>
                  <a:close/>
                </a:path>
              </a:pathLst>
            </a:custGeom>
            <a:solidFill>
              <a:srgbClr val="B4C3C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419" name="Google Shape;20419;p47"/>
            <p:cNvSpPr/>
            <p:nvPr/>
          </p:nvSpPr>
          <p:spPr>
            <a:xfrm>
              <a:off x="3827516" y="2643109"/>
              <a:ext cx="41262" cy="40895"/>
            </a:xfrm>
            <a:custGeom>
              <a:rect b="b" l="l" r="r" t="t"/>
              <a:pathLst>
                <a:path extrusionOk="0" h="1560" w="1574">
                  <a:moveTo>
                    <a:pt x="0" y="0"/>
                  </a:moveTo>
                  <a:lnTo>
                    <a:pt x="996" y="1559"/>
                  </a:lnTo>
                  <a:lnTo>
                    <a:pt x="1574" y="1559"/>
                  </a:lnTo>
                  <a:cubicBezTo>
                    <a:pt x="1559" y="693"/>
                    <a:pt x="852" y="0"/>
                    <a:pt x="0" y="0"/>
                  </a:cubicBezTo>
                  <a:close/>
                </a:path>
              </a:pathLst>
            </a:custGeom>
            <a:solidFill>
              <a:srgbClr val="788D9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420" name="Google Shape;20420;p47"/>
            <p:cNvSpPr/>
            <p:nvPr/>
          </p:nvSpPr>
          <p:spPr>
            <a:xfrm>
              <a:off x="3786253" y="2643109"/>
              <a:ext cx="67399" cy="40502"/>
            </a:xfrm>
            <a:custGeom>
              <a:rect b="b" l="l" r="r" t="t"/>
              <a:pathLst>
                <a:path extrusionOk="0" h="1545" w="2571">
                  <a:moveTo>
                    <a:pt x="1574" y="0"/>
                  </a:moveTo>
                  <a:cubicBezTo>
                    <a:pt x="708" y="0"/>
                    <a:pt x="15" y="693"/>
                    <a:pt x="1" y="1545"/>
                  </a:cubicBezTo>
                  <a:lnTo>
                    <a:pt x="2570" y="1545"/>
                  </a:lnTo>
                  <a:cubicBezTo>
                    <a:pt x="2570" y="693"/>
                    <a:pt x="2123" y="0"/>
                    <a:pt x="1574" y="0"/>
                  </a:cubicBezTo>
                  <a:close/>
                </a:path>
              </a:pathLst>
            </a:custGeom>
            <a:solidFill>
              <a:srgbClr val="95A6B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421" name="Google Shape;20421;p47"/>
            <p:cNvSpPr/>
            <p:nvPr/>
          </p:nvSpPr>
          <p:spPr>
            <a:xfrm>
              <a:off x="3827122" y="2575736"/>
              <a:ext cx="22361" cy="45064"/>
            </a:xfrm>
            <a:custGeom>
              <a:rect b="b" l="l" r="r" t="t"/>
              <a:pathLst>
                <a:path extrusionOk="0" h="1719" w="853">
                  <a:moveTo>
                    <a:pt x="1" y="1"/>
                  </a:moveTo>
                  <a:lnTo>
                    <a:pt x="1" y="1719"/>
                  </a:lnTo>
                  <a:cubicBezTo>
                    <a:pt x="463" y="1719"/>
                    <a:pt x="853" y="1329"/>
                    <a:pt x="853" y="867"/>
                  </a:cubicBezTo>
                  <a:cubicBezTo>
                    <a:pt x="853" y="391"/>
                    <a:pt x="463" y="1"/>
                    <a:pt x="1" y="1"/>
                  </a:cubicBezTo>
                  <a:close/>
                </a:path>
              </a:pathLst>
            </a:custGeom>
            <a:solidFill>
              <a:srgbClr val="B4C3C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422" name="Google Shape;20422;p47"/>
            <p:cNvSpPr/>
            <p:nvPr/>
          </p:nvSpPr>
          <p:spPr>
            <a:xfrm>
              <a:off x="3903198" y="2644996"/>
              <a:ext cx="55261" cy="55261"/>
            </a:xfrm>
            <a:custGeom>
              <a:rect b="b" l="l" r="r" t="t"/>
              <a:pathLst>
                <a:path extrusionOk="0" h="2108" w="2108">
                  <a:moveTo>
                    <a:pt x="0" y="0"/>
                  </a:moveTo>
                  <a:lnTo>
                    <a:pt x="1256" y="2108"/>
                  </a:lnTo>
                  <a:lnTo>
                    <a:pt x="2108" y="2108"/>
                  </a:lnTo>
                  <a:cubicBezTo>
                    <a:pt x="2108" y="953"/>
                    <a:pt x="1170" y="0"/>
                    <a:pt x="0" y="0"/>
                  </a:cubicBezTo>
                  <a:close/>
                </a:path>
              </a:pathLst>
            </a:custGeom>
            <a:solidFill>
              <a:srgbClr val="D5DEE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423" name="Google Shape;20423;p47"/>
            <p:cNvSpPr/>
            <p:nvPr/>
          </p:nvSpPr>
          <p:spPr>
            <a:xfrm>
              <a:off x="3847937" y="2644996"/>
              <a:ext cx="88213" cy="55261"/>
            </a:xfrm>
            <a:custGeom>
              <a:rect b="b" l="l" r="r" t="t"/>
              <a:pathLst>
                <a:path extrusionOk="0" h="2108" w="3365">
                  <a:moveTo>
                    <a:pt x="2108" y="0"/>
                  </a:moveTo>
                  <a:cubicBezTo>
                    <a:pt x="954" y="0"/>
                    <a:pt x="1" y="953"/>
                    <a:pt x="1" y="2108"/>
                  </a:cubicBezTo>
                  <a:lnTo>
                    <a:pt x="3364" y="2108"/>
                  </a:lnTo>
                  <a:cubicBezTo>
                    <a:pt x="3364" y="953"/>
                    <a:pt x="2801" y="0"/>
                    <a:pt x="2108" y="0"/>
                  </a:cubicBezTo>
                  <a:close/>
                </a:path>
              </a:pathLst>
            </a:custGeom>
            <a:solidFill>
              <a:srgbClr val="748A9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424" name="Google Shape;20424;p47"/>
            <p:cNvSpPr/>
            <p:nvPr/>
          </p:nvSpPr>
          <p:spPr>
            <a:xfrm>
              <a:off x="3903565" y="2561737"/>
              <a:ext cx="30698" cy="60950"/>
            </a:xfrm>
            <a:custGeom>
              <a:rect b="b" l="l" r="r" t="t"/>
              <a:pathLst>
                <a:path extrusionOk="0" h="2325" w="1171">
                  <a:moveTo>
                    <a:pt x="1" y="1"/>
                  </a:moveTo>
                  <a:lnTo>
                    <a:pt x="1" y="2325"/>
                  </a:lnTo>
                  <a:cubicBezTo>
                    <a:pt x="650" y="2325"/>
                    <a:pt x="1170" y="1805"/>
                    <a:pt x="1170" y="1170"/>
                  </a:cubicBezTo>
                  <a:cubicBezTo>
                    <a:pt x="1170" y="520"/>
                    <a:pt x="650" y="1"/>
                    <a:pt x="1" y="1"/>
                  </a:cubicBezTo>
                  <a:close/>
                </a:path>
              </a:pathLst>
            </a:custGeom>
            <a:solidFill>
              <a:srgbClr val="8598A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425" name="Google Shape;20425;p47"/>
            <p:cNvSpPr/>
            <p:nvPr/>
          </p:nvSpPr>
          <p:spPr>
            <a:xfrm>
              <a:off x="3872553" y="2561737"/>
              <a:ext cx="46191" cy="60950"/>
            </a:xfrm>
            <a:custGeom>
              <a:rect b="b" l="l" r="r" t="t"/>
              <a:pathLst>
                <a:path extrusionOk="0" h="2325" w="1762">
                  <a:moveTo>
                    <a:pt x="1155" y="1"/>
                  </a:moveTo>
                  <a:cubicBezTo>
                    <a:pt x="520" y="1"/>
                    <a:pt x="0" y="520"/>
                    <a:pt x="0" y="1170"/>
                  </a:cubicBezTo>
                  <a:cubicBezTo>
                    <a:pt x="0" y="1805"/>
                    <a:pt x="520" y="2325"/>
                    <a:pt x="1155" y="2325"/>
                  </a:cubicBezTo>
                  <a:lnTo>
                    <a:pt x="1184" y="2325"/>
                  </a:lnTo>
                  <a:cubicBezTo>
                    <a:pt x="1501" y="2310"/>
                    <a:pt x="1761" y="1805"/>
                    <a:pt x="1761" y="1170"/>
                  </a:cubicBezTo>
                  <a:cubicBezTo>
                    <a:pt x="1761" y="535"/>
                    <a:pt x="1516" y="15"/>
                    <a:pt x="1184" y="1"/>
                  </a:cubicBezTo>
                  <a:close/>
                </a:path>
              </a:pathLst>
            </a:custGeom>
            <a:solidFill>
              <a:srgbClr val="9DACB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426" name="Google Shape;20426;p47"/>
            <p:cNvSpPr/>
            <p:nvPr/>
          </p:nvSpPr>
          <p:spPr>
            <a:xfrm>
              <a:off x="3797237" y="2575736"/>
              <a:ext cx="37120" cy="45064"/>
            </a:xfrm>
            <a:custGeom>
              <a:rect b="b" l="l" r="r" t="t"/>
              <a:pathLst>
                <a:path extrusionOk="0" h="1719" w="1416">
                  <a:moveTo>
                    <a:pt x="1141" y="1"/>
                  </a:moveTo>
                  <a:cubicBezTo>
                    <a:pt x="0" y="1"/>
                    <a:pt x="0" y="1719"/>
                    <a:pt x="1141" y="1719"/>
                  </a:cubicBezTo>
                  <a:cubicBezTo>
                    <a:pt x="1285" y="1719"/>
                    <a:pt x="1415" y="1329"/>
                    <a:pt x="1415" y="867"/>
                  </a:cubicBezTo>
                  <a:cubicBezTo>
                    <a:pt x="1415" y="391"/>
                    <a:pt x="1285" y="1"/>
                    <a:pt x="1141" y="1"/>
                  </a:cubicBezTo>
                  <a:close/>
                </a:path>
              </a:pathLst>
            </a:custGeom>
            <a:solidFill>
              <a:srgbClr val="E7ECF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427" name="Google Shape;20427;p47"/>
            <p:cNvSpPr/>
            <p:nvPr/>
          </p:nvSpPr>
          <p:spPr>
            <a:xfrm>
              <a:off x="3948603" y="2575736"/>
              <a:ext cx="37487" cy="45064"/>
            </a:xfrm>
            <a:custGeom>
              <a:rect b="b" l="l" r="r" t="t"/>
              <a:pathLst>
                <a:path extrusionOk="0" h="1719" w="1430">
                  <a:moveTo>
                    <a:pt x="1141" y="1"/>
                  </a:moveTo>
                  <a:cubicBezTo>
                    <a:pt x="1" y="1"/>
                    <a:pt x="1" y="1719"/>
                    <a:pt x="1141" y="1719"/>
                  </a:cubicBezTo>
                  <a:cubicBezTo>
                    <a:pt x="1300" y="1719"/>
                    <a:pt x="1430" y="1329"/>
                    <a:pt x="1430" y="867"/>
                  </a:cubicBezTo>
                  <a:cubicBezTo>
                    <a:pt x="1430" y="391"/>
                    <a:pt x="1300" y="1"/>
                    <a:pt x="1141" y="1"/>
                  </a:cubicBezTo>
                  <a:close/>
                </a:path>
              </a:pathLst>
            </a:custGeom>
            <a:solidFill>
              <a:srgbClr val="E7ECF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428" name="Google Shape;20428;p47"/>
            <p:cNvSpPr/>
            <p:nvPr/>
          </p:nvSpPr>
          <p:spPr>
            <a:xfrm>
              <a:off x="3725723" y="2455776"/>
              <a:ext cx="354977" cy="351202"/>
            </a:xfrm>
            <a:custGeom>
              <a:rect b="b" l="l" r="r" t="t"/>
              <a:pathLst>
                <a:path extrusionOk="0" h="13397" w="13541">
                  <a:moveTo>
                    <a:pt x="6987" y="1156"/>
                  </a:moveTo>
                  <a:cubicBezTo>
                    <a:pt x="9874" y="1271"/>
                    <a:pt x="12198" y="3595"/>
                    <a:pt x="12314" y="6482"/>
                  </a:cubicBezTo>
                  <a:lnTo>
                    <a:pt x="11794" y="6482"/>
                  </a:lnTo>
                  <a:cubicBezTo>
                    <a:pt x="11520" y="6482"/>
                    <a:pt x="11520" y="6915"/>
                    <a:pt x="11794" y="6915"/>
                  </a:cubicBezTo>
                  <a:lnTo>
                    <a:pt x="12314" y="6915"/>
                  </a:lnTo>
                  <a:cubicBezTo>
                    <a:pt x="12198" y="9802"/>
                    <a:pt x="9874" y="12112"/>
                    <a:pt x="6987" y="12227"/>
                  </a:cubicBezTo>
                  <a:lnTo>
                    <a:pt x="6987" y="11722"/>
                  </a:lnTo>
                  <a:cubicBezTo>
                    <a:pt x="6987" y="11578"/>
                    <a:pt x="6879" y="11506"/>
                    <a:pt x="6770" y="11506"/>
                  </a:cubicBezTo>
                  <a:cubicBezTo>
                    <a:pt x="6662" y="11506"/>
                    <a:pt x="6554" y="11578"/>
                    <a:pt x="6554" y="11722"/>
                  </a:cubicBezTo>
                  <a:lnTo>
                    <a:pt x="6554" y="12227"/>
                  </a:lnTo>
                  <a:cubicBezTo>
                    <a:pt x="3667" y="12112"/>
                    <a:pt x="1357" y="9788"/>
                    <a:pt x="1242" y="6901"/>
                  </a:cubicBezTo>
                  <a:lnTo>
                    <a:pt x="1747" y="6901"/>
                  </a:lnTo>
                  <a:cubicBezTo>
                    <a:pt x="2036" y="6901"/>
                    <a:pt x="2036" y="6482"/>
                    <a:pt x="1747" y="6482"/>
                  </a:cubicBezTo>
                  <a:lnTo>
                    <a:pt x="1242" y="6482"/>
                  </a:lnTo>
                  <a:cubicBezTo>
                    <a:pt x="1357" y="3581"/>
                    <a:pt x="3667" y="1271"/>
                    <a:pt x="6554" y="1156"/>
                  </a:cubicBezTo>
                  <a:lnTo>
                    <a:pt x="6554" y="1661"/>
                  </a:lnTo>
                  <a:cubicBezTo>
                    <a:pt x="6554" y="1805"/>
                    <a:pt x="6662" y="1877"/>
                    <a:pt x="6770" y="1877"/>
                  </a:cubicBezTo>
                  <a:cubicBezTo>
                    <a:pt x="6879" y="1877"/>
                    <a:pt x="6987" y="1805"/>
                    <a:pt x="6987" y="1661"/>
                  </a:cubicBezTo>
                  <a:lnTo>
                    <a:pt x="6987" y="1156"/>
                  </a:lnTo>
                  <a:close/>
                  <a:moveTo>
                    <a:pt x="6770" y="1"/>
                  </a:moveTo>
                  <a:cubicBezTo>
                    <a:pt x="6662" y="1"/>
                    <a:pt x="6554" y="73"/>
                    <a:pt x="6554" y="217"/>
                  </a:cubicBezTo>
                  <a:lnTo>
                    <a:pt x="6554" y="737"/>
                  </a:lnTo>
                  <a:cubicBezTo>
                    <a:pt x="3436" y="852"/>
                    <a:pt x="924" y="3350"/>
                    <a:pt x="809" y="6482"/>
                  </a:cubicBezTo>
                  <a:lnTo>
                    <a:pt x="289" y="6482"/>
                  </a:lnTo>
                  <a:cubicBezTo>
                    <a:pt x="0" y="6482"/>
                    <a:pt x="0" y="6915"/>
                    <a:pt x="289" y="6915"/>
                  </a:cubicBezTo>
                  <a:lnTo>
                    <a:pt x="809" y="6915"/>
                  </a:lnTo>
                  <a:cubicBezTo>
                    <a:pt x="924" y="10033"/>
                    <a:pt x="3436" y="12545"/>
                    <a:pt x="6554" y="12661"/>
                  </a:cubicBezTo>
                  <a:lnTo>
                    <a:pt x="6554" y="13180"/>
                  </a:lnTo>
                  <a:cubicBezTo>
                    <a:pt x="6554" y="13325"/>
                    <a:pt x="6662" y="13397"/>
                    <a:pt x="6770" y="13397"/>
                  </a:cubicBezTo>
                  <a:cubicBezTo>
                    <a:pt x="6879" y="13397"/>
                    <a:pt x="6987" y="13325"/>
                    <a:pt x="6987" y="13180"/>
                  </a:cubicBezTo>
                  <a:lnTo>
                    <a:pt x="6987" y="12661"/>
                  </a:lnTo>
                  <a:cubicBezTo>
                    <a:pt x="10119" y="12545"/>
                    <a:pt x="12617" y="10033"/>
                    <a:pt x="12732" y="6915"/>
                  </a:cubicBezTo>
                  <a:lnTo>
                    <a:pt x="13252" y="6915"/>
                  </a:lnTo>
                  <a:cubicBezTo>
                    <a:pt x="13541" y="6915"/>
                    <a:pt x="13541" y="6482"/>
                    <a:pt x="13252" y="6482"/>
                  </a:cubicBezTo>
                  <a:lnTo>
                    <a:pt x="12732" y="6482"/>
                  </a:lnTo>
                  <a:cubicBezTo>
                    <a:pt x="12617" y="3350"/>
                    <a:pt x="10119" y="852"/>
                    <a:pt x="6987" y="737"/>
                  </a:cubicBezTo>
                  <a:lnTo>
                    <a:pt x="6987" y="217"/>
                  </a:lnTo>
                  <a:cubicBezTo>
                    <a:pt x="6987" y="73"/>
                    <a:pt x="6879" y="1"/>
                    <a:pt x="6770" y="1"/>
                  </a:cubicBezTo>
                  <a:close/>
                </a:path>
              </a:pathLst>
            </a:custGeom>
            <a:solidFill>
              <a:srgbClr val="8598A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20429" name="Google Shape;20429;p47"/>
          <p:cNvGrpSpPr/>
          <p:nvPr/>
        </p:nvGrpSpPr>
        <p:grpSpPr>
          <a:xfrm>
            <a:off x="5226165" y="1977641"/>
            <a:ext cx="230482" cy="388847"/>
            <a:chOff x="5226165" y="1977641"/>
            <a:chExt cx="230482" cy="388847"/>
          </a:xfrm>
        </p:grpSpPr>
        <p:sp>
          <p:nvSpPr>
            <p:cNvPr id="20430" name="Google Shape;20430;p47"/>
            <p:cNvSpPr/>
            <p:nvPr/>
          </p:nvSpPr>
          <p:spPr>
            <a:xfrm>
              <a:off x="5256443" y="2329761"/>
              <a:ext cx="169952" cy="12138"/>
            </a:xfrm>
            <a:custGeom>
              <a:rect b="b" l="l" r="r" t="t"/>
              <a:pathLst>
                <a:path extrusionOk="0" h="463" w="6483">
                  <a:moveTo>
                    <a:pt x="1" y="1"/>
                  </a:moveTo>
                  <a:lnTo>
                    <a:pt x="1" y="463"/>
                  </a:lnTo>
                  <a:lnTo>
                    <a:pt x="6482" y="463"/>
                  </a:lnTo>
                  <a:lnTo>
                    <a:pt x="6482" y="1"/>
                  </a:lnTo>
                  <a:close/>
                </a:path>
              </a:pathLst>
            </a:custGeom>
            <a:solidFill>
              <a:srgbClr val="94A5B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431" name="Google Shape;20431;p47"/>
            <p:cNvSpPr/>
            <p:nvPr/>
          </p:nvSpPr>
          <p:spPr>
            <a:xfrm>
              <a:off x="5335167" y="1977641"/>
              <a:ext cx="12138" cy="388480"/>
            </a:xfrm>
            <a:custGeom>
              <a:rect b="b" l="l" r="r" t="t"/>
              <a:pathLst>
                <a:path extrusionOk="0" h="14819" w="463">
                  <a:moveTo>
                    <a:pt x="231" y="1"/>
                  </a:moveTo>
                  <a:cubicBezTo>
                    <a:pt x="116" y="1"/>
                    <a:pt x="0" y="80"/>
                    <a:pt x="0" y="239"/>
                  </a:cubicBezTo>
                  <a:lnTo>
                    <a:pt x="0" y="14588"/>
                  </a:lnTo>
                  <a:cubicBezTo>
                    <a:pt x="0" y="14718"/>
                    <a:pt x="101" y="14819"/>
                    <a:pt x="231" y="14819"/>
                  </a:cubicBezTo>
                  <a:cubicBezTo>
                    <a:pt x="361" y="14819"/>
                    <a:pt x="462" y="14718"/>
                    <a:pt x="462" y="14588"/>
                  </a:cubicBezTo>
                  <a:lnTo>
                    <a:pt x="462" y="239"/>
                  </a:lnTo>
                  <a:cubicBezTo>
                    <a:pt x="462" y="80"/>
                    <a:pt x="347" y="1"/>
                    <a:pt x="231" y="1"/>
                  </a:cubicBezTo>
                  <a:close/>
                </a:path>
              </a:pathLst>
            </a:custGeom>
            <a:solidFill>
              <a:srgbClr val="AABBC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432" name="Google Shape;20432;p47"/>
            <p:cNvSpPr/>
            <p:nvPr/>
          </p:nvSpPr>
          <p:spPr>
            <a:xfrm>
              <a:off x="5243571" y="2226421"/>
              <a:ext cx="37986" cy="139700"/>
            </a:xfrm>
            <a:custGeom>
              <a:rect b="b" l="l" r="r" t="t"/>
              <a:pathLst>
                <a:path extrusionOk="0" h="5329" w="1449">
                  <a:moveTo>
                    <a:pt x="1179" y="1"/>
                  </a:moveTo>
                  <a:cubicBezTo>
                    <a:pt x="1078" y="1"/>
                    <a:pt x="978" y="59"/>
                    <a:pt x="954" y="190"/>
                  </a:cubicBezTo>
                  <a:lnTo>
                    <a:pt x="30" y="5069"/>
                  </a:lnTo>
                  <a:cubicBezTo>
                    <a:pt x="1" y="5184"/>
                    <a:pt x="87" y="5300"/>
                    <a:pt x="217" y="5329"/>
                  </a:cubicBezTo>
                  <a:lnTo>
                    <a:pt x="261" y="5329"/>
                  </a:lnTo>
                  <a:cubicBezTo>
                    <a:pt x="362" y="5329"/>
                    <a:pt x="463" y="5256"/>
                    <a:pt x="492" y="5141"/>
                  </a:cubicBezTo>
                  <a:lnTo>
                    <a:pt x="1416" y="276"/>
                  </a:lnTo>
                  <a:cubicBezTo>
                    <a:pt x="1448" y="103"/>
                    <a:pt x="1312" y="1"/>
                    <a:pt x="1179" y="1"/>
                  </a:cubicBezTo>
                  <a:close/>
                </a:path>
              </a:pathLst>
            </a:custGeom>
            <a:solidFill>
              <a:srgbClr val="AABBC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433" name="Google Shape;20433;p47"/>
            <p:cNvSpPr/>
            <p:nvPr/>
          </p:nvSpPr>
          <p:spPr>
            <a:xfrm>
              <a:off x="5401281" y="2226421"/>
              <a:ext cx="37592" cy="140067"/>
            </a:xfrm>
            <a:custGeom>
              <a:rect b="b" l="l" r="r" t="t"/>
              <a:pathLst>
                <a:path extrusionOk="0" h="5343" w="1434">
                  <a:moveTo>
                    <a:pt x="270" y="1"/>
                  </a:moveTo>
                  <a:cubicBezTo>
                    <a:pt x="136" y="1"/>
                    <a:pt x="0" y="103"/>
                    <a:pt x="33" y="276"/>
                  </a:cubicBezTo>
                  <a:lnTo>
                    <a:pt x="957" y="5155"/>
                  </a:lnTo>
                  <a:cubicBezTo>
                    <a:pt x="986" y="5256"/>
                    <a:pt x="1073" y="5329"/>
                    <a:pt x="1188" y="5329"/>
                  </a:cubicBezTo>
                  <a:lnTo>
                    <a:pt x="1231" y="5343"/>
                  </a:lnTo>
                  <a:cubicBezTo>
                    <a:pt x="1361" y="5314"/>
                    <a:pt x="1434" y="5184"/>
                    <a:pt x="1419" y="5069"/>
                  </a:cubicBezTo>
                  <a:lnTo>
                    <a:pt x="495" y="190"/>
                  </a:lnTo>
                  <a:cubicBezTo>
                    <a:pt x="470" y="59"/>
                    <a:pt x="371" y="1"/>
                    <a:pt x="270" y="1"/>
                  </a:cubicBezTo>
                  <a:close/>
                </a:path>
              </a:pathLst>
            </a:custGeom>
            <a:solidFill>
              <a:srgbClr val="AABBC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434" name="Google Shape;20434;p47"/>
            <p:cNvSpPr/>
            <p:nvPr/>
          </p:nvSpPr>
          <p:spPr>
            <a:xfrm>
              <a:off x="5335167" y="2226448"/>
              <a:ext cx="12138" cy="24249"/>
            </a:xfrm>
            <a:custGeom>
              <a:rect b="b" l="l" r="r" t="t"/>
              <a:pathLst>
                <a:path extrusionOk="0" h="925" w="463">
                  <a:moveTo>
                    <a:pt x="0" y="1"/>
                  </a:moveTo>
                  <a:lnTo>
                    <a:pt x="0" y="925"/>
                  </a:lnTo>
                  <a:lnTo>
                    <a:pt x="462" y="925"/>
                  </a:lnTo>
                  <a:lnTo>
                    <a:pt x="462" y="1"/>
                  </a:lnTo>
                  <a:close/>
                </a:path>
              </a:pathLst>
            </a:custGeom>
            <a:solidFill>
              <a:srgbClr val="94A5B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435" name="Google Shape;20435;p47"/>
            <p:cNvSpPr/>
            <p:nvPr/>
          </p:nvSpPr>
          <p:spPr>
            <a:xfrm>
              <a:off x="5264779" y="2226421"/>
              <a:ext cx="16280" cy="24275"/>
            </a:xfrm>
            <a:custGeom>
              <a:rect b="b" l="l" r="r" t="t"/>
              <a:pathLst>
                <a:path extrusionOk="0" h="926" w="621">
                  <a:moveTo>
                    <a:pt x="386" y="0"/>
                  </a:moveTo>
                  <a:cubicBezTo>
                    <a:pt x="270" y="0"/>
                    <a:pt x="171" y="71"/>
                    <a:pt x="145" y="190"/>
                  </a:cubicBezTo>
                  <a:lnTo>
                    <a:pt x="0" y="926"/>
                  </a:lnTo>
                  <a:lnTo>
                    <a:pt x="477" y="926"/>
                  </a:lnTo>
                  <a:lnTo>
                    <a:pt x="607" y="276"/>
                  </a:lnTo>
                  <a:cubicBezTo>
                    <a:pt x="621" y="146"/>
                    <a:pt x="534" y="31"/>
                    <a:pt x="419" y="2"/>
                  </a:cubicBezTo>
                  <a:cubicBezTo>
                    <a:pt x="408" y="1"/>
                    <a:pt x="397" y="0"/>
                    <a:pt x="386" y="0"/>
                  </a:cubicBezTo>
                  <a:close/>
                </a:path>
              </a:pathLst>
            </a:custGeom>
            <a:solidFill>
              <a:srgbClr val="94A5B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436" name="Google Shape;20436;p47"/>
            <p:cNvSpPr/>
            <p:nvPr/>
          </p:nvSpPr>
          <p:spPr>
            <a:xfrm>
              <a:off x="5401281" y="2226421"/>
              <a:ext cx="16411" cy="24275"/>
            </a:xfrm>
            <a:custGeom>
              <a:rect b="b" l="l" r="r" t="t"/>
              <a:pathLst>
                <a:path extrusionOk="0" h="926" w="626">
                  <a:moveTo>
                    <a:pt x="270" y="1"/>
                  </a:moveTo>
                  <a:cubicBezTo>
                    <a:pt x="136" y="1"/>
                    <a:pt x="0" y="103"/>
                    <a:pt x="33" y="276"/>
                  </a:cubicBezTo>
                  <a:lnTo>
                    <a:pt x="163" y="926"/>
                  </a:lnTo>
                  <a:lnTo>
                    <a:pt x="625" y="926"/>
                  </a:lnTo>
                  <a:lnTo>
                    <a:pt x="495" y="190"/>
                  </a:lnTo>
                  <a:cubicBezTo>
                    <a:pt x="470" y="59"/>
                    <a:pt x="371" y="1"/>
                    <a:pt x="270" y="1"/>
                  </a:cubicBezTo>
                  <a:close/>
                </a:path>
              </a:pathLst>
            </a:custGeom>
            <a:solidFill>
              <a:srgbClr val="94A5B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437" name="Google Shape;20437;p47"/>
            <p:cNvSpPr/>
            <p:nvPr/>
          </p:nvSpPr>
          <p:spPr>
            <a:xfrm>
              <a:off x="5238276" y="2020214"/>
              <a:ext cx="206286" cy="218371"/>
            </a:xfrm>
            <a:custGeom>
              <a:rect b="b" l="l" r="r" t="t"/>
              <a:pathLst>
                <a:path extrusionOk="0" h="8330" w="7869">
                  <a:moveTo>
                    <a:pt x="1" y="1"/>
                  </a:moveTo>
                  <a:lnTo>
                    <a:pt x="1" y="8099"/>
                  </a:lnTo>
                  <a:cubicBezTo>
                    <a:pt x="1" y="8229"/>
                    <a:pt x="102" y="8330"/>
                    <a:pt x="232" y="8330"/>
                  </a:cubicBezTo>
                  <a:lnTo>
                    <a:pt x="7637" y="8330"/>
                  </a:lnTo>
                  <a:cubicBezTo>
                    <a:pt x="7767" y="8330"/>
                    <a:pt x="7868" y="8229"/>
                    <a:pt x="7868" y="8099"/>
                  </a:cubicBezTo>
                  <a:lnTo>
                    <a:pt x="7868" y="1"/>
                  </a:lnTo>
                  <a:close/>
                </a:path>
              </a:pathLst>
            </a:custGeom>
            <a:solidFill>
              <a:srgbClr val="EFF1F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438" name="Google Shape;20438;p47"/>
            <p:cNvSpPr/>
            <p:nvPr/>
          </p:nvSpPr>
          <p:spPr>
            <a:xfrm>
              <a:off x="5237909" y="2020214"/>
              <a:ext cx="206653" cy="18193"/>
            </a:xfrm>
            <a:custGeom>
              <a:rect b="b" l="l" r="r" t="t"/>
              <a:pathLst>
                <a:path extrusionOk="0" h="694" w="7883">
                  <a:moveTo>
                    <a:pt x="0" y="1"/>
                  </a:moveTo>
                  <a:lnTo>
                    <a:pt x="0" y="694"/>
                  </a:lnTo>
                  <a:lnTo>
                    <a:pt x="7882" y="694"/>
                  </a:lnTo>
                  <a:lnTo>
                    <a:pt x="7882" y="1"/>
                  </a:lnTo>
                  <a:close/>
                </a:path>
              </a:pathLst>
            </a:custGeom>
            <a:solidFill>
              <a:srgbClr val="E9EDF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439" name="Google Shape;20439;p47"/>
            <p:cNvSpPr/>
            <p:nvPr/>
          </p:nvSpPr>
          <p:spPr>
            <a:xfrm>
              <a:off x="5226165" y="2002047"/>
              <a:ext cx="230482" cy="24249"/>
            </a:xfrm>
            <a:custGeom>
              <a:rect b="b" l="l" r="r" t="t"/>
              <a:pathLst>
                <a:path extrusionOk="0" h="925" w="8792">
                  <a:moveTo>
                    <a:pt x="232" y="1"/>
                  </a:moveTo>
                  <a:cubicBezTo>
                    <a:pt x="102" y="1"/>
                    <a:pt x="1" y="102"/>
                    <a:pt x="1" y="232"/>
                  </a:cubicBezTo>
                  <a:lnTo>
                    <a:pt x="1" y="694"/>
                  </a:lnTo>
                  <a:cubicBezTo>
                    <a:pt x="1" y="824"/>
                    <a:pt x="102" y="925"/>
                    <a:pt x="232" y="925"/>
                  </a:cubicBezTo>
                  <a:lnTo>
                    <a:pt x="8561" y="925"/>
                  </a:lnTo>
                  <a:cubicBezTo>
                    <a:pt x="8691" y="925"/>
                    <a:pt x="8792" y="824"/>
                    <a:pt x="8792" y="694"/>
                  </a:cubicBezTo>
                  <a:lnTo>
                    <a:pt x="8792" y="232"/>
                  </a:lnTo>
                  <a:cubicBezTo>
                    <a:pt x="8792" y="102"/>
                    <a:pt x="8691" y="1"/>
                    <a:pt x="8561" y="1"/>
                  </a:cubicBezTo>
                  <a:close/>
                </a:path>
              </a:pathLst>
            </a:custGeom>
            <a:solidFill>
              <a:srgbClr val="BCC9D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440" name="Google Shape;20440;p47"/>
            <p:cNvSpPr/>
            <p:nvPr/>
          </p:nvSpPr>
          <p:spPr>
            <a:xfrm>
              <a:off x="5257754" y="2073195"/>
              <a:ext cx="164080" cy="118597"/>
            </a:xfrm>
            <a:custGeom>
              <a:rect b="b" l="l" r="r" t="t"/>
              <a:pathLst>
                <a:path extrusionOk="0" h="4524" w="6259">
                  <a:moveTo>
                    <a:pt x="4801" y="1"/>
                  </a:moveTo>
                  <a:cubicBezTo>
                    <a:pt x="4426" y="1"/>
                    <a:pt x="4426" y="578"/>
                    <a:pt x="4801" y="578"/>
                  </a:cubicBezTo>
                  <a:lnTo>
                    <a:pt x="5263" y="578"/>
                  </a:lnTo>
                  <a:lnTo>
                    <a:pt x="3300" y="2541"/>
                  </a:lnTo>
                  <a:lnTo>
                    <a:pt x="2852" y="2108"/>
                  </a:lnTo>
                  <a:cubicBezTo>
                    <a:pt x="2751" y="2007"/>
                    <a:pt x="2618" y="1957"/>
                    <a:pt x="2484" y="1957"/>
                  </a:cubicBezTo>
                  <a:cubicBezTo>
                    <a:pt x="2351" y="1957"/>
                    <a:pt x="2217" y="2007"/>
                    <a:pt x="2116" y="2108"/>
                  </a:cubicBezTo>
                  <a:lnTo>
                    <a:pt x="210" y="4028"/>
                  </a:lnTo>
                  <a:cubicBezTo>
                    <a:pt x="1" y="4238"/>
                    <a:pt x="188" y="4524"/>
                    <a:pt x="410" y="4524"/>
                  </a:cubicBezTo>
                  <a:cubicBezTo>
                    <a:pt x="479" y="4524"/>
                    <a:pt x="550" y="4497"/>
                    <a:pt x="615" y="4432"/>
                  </a:cubicBezTo>
                  <a:lnTo>
                    <a:pt x="2491" y="2556"/>
                  </a:lnTo>
                  <a:lnTo>
                    <a:pt x="2939" y="3003"/>
                  </a:lnTo>
                  <a:cubicBezTo>
                    <a:pt x="3040" y="3104"/>
                    <a:pt x="3173" y="3155"/>
                    <a:pt x="3307" y="3155"/>
                  </a:cubicBezTo>
                  <a:cubicBezTo>
                    <a:pt x="3440" y="3155"/>
                    <a:pt x="3574" y="3104"/>
                    <a:pt x="3675" y="3003"/>
                  </a:cubicBezTo>
                  <a:lnTo>
                    <a:pt x="5682" y="997"/>
                  </a:lnTo>
                  <a:lnTo>
                    <a:pt x="5682" y="1444"/>
                  </a:lnTo>
                  <a:cubicBezTo>
                    <a:pt x="5682" y="1639"/>
                    <a:pt x="5826" y="1736"/>
                    <a:pt x="5970" y="1736"/>
                  </a:cubicBezTo>
                  <a:cubicBezTo>
                    <a:pt x="6115" y="1736"/>
                    <a:pt x="6259" y="1639"/>
                    <a:pt x="6259" y="1444"/>
                  </a:cubicBezTo>
                  <a:lnTo>
                    <a:pt x="6259" y="289"/>
                  </a:lnTo>
                  <a:cubicBezTo>
                    <a:pt x="6259" y="131"/>
                    <a:pt x="6129" y="1"/>
                    <a:pt x="5970" y="1"/>
                  </a:cubicBezTo>
                  <a:close/>
                </a:path>
              </a:pathLst>
            </a:custGeom>
            <a:solidFill>
              <a:srgbClr val="94A5B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441" name="Google Shape;20441;p47"/>
            <p:cNvSpPr/>
            <p:nvPr/>
          </p:nvSpPr>
          <p:spPr>
            <a:xfrm>
              <a:off x="5226165" y="2014159"/>
              <a:ext cx="230482" cy="12138"/>
            </a:xfrm>
            <a:custGeom>
              <a:rect b="b" l="l" r="r" t="t"/>
              <a:pathLst>
                <a:path extrusionOk="0" h="463" w="8792">
                  <a:moveTo>
                    <a:pt x="232" y="1"/>
                  </a:moveTo>
                  <a:cubicBezTo>
                    <a:pt x="102" y="1"/>
                    <a:pt x="1" y="102"/>
                    <a:pt x="1" y="232"/>
                  </a:cubicBezTo>
                  <a:cubicBezTo>
                    <a:pt x="1" y="362"/>
                    <a:pt x="102" y="463"/>
                    <a:pt x="232" y="463"/>
                  </a:cubicBezTo>
                  <a:lnTo>
                    <a:pt x="8561" y="463"/>
                  </a:lnTo>
                  <a:cubicBezTo>
                    <a:pt x="8691" y="463"/>
                    <a:pt x="8792" y="362"/>
                    <a:pt x="8792" y="232"/>
                  </a:cubicBezTo>
                  <a:cubicBezTo>
                    <a:pt x="8792" y="102"/>
                    <a:pt x="8691" y="1"/>
                    <a:pt x="8561" y="1"/>
                  </a:cubicBezTo>
                  <a:close/>
                </a:path>
              </a:pathLst>
            </a:custGeom>
            <a:solidFill>
              <a:srgbClr val="AABBC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20442" name="Google Shape;20442;p47"/>
          <p:cNvGrpSpPr/>
          <p:nvPr/>
        </p:nvGrpSpPr>
        <p:grpSpPr>
          <a:xfrm>
            <a:off x="5632602" y="2025510"/>
            <a:ext cx="370130" cy="287264"/>
            <a:chOff x="5632602" y="2025510"/>
            <a:chExt cx="370130" cy="287264"/>
          </a:xfrm>
        </p:grpSpPr>
        <p:sp>
          <p:nvSpPr>
            <p:cNvPr id="20443" name="Google Shape;20443;p47"/>
            <p:cNvSpPr/>
            <p:nvPr/>
          </p:nvSpPr>
          <p:spPr>
            <a:xfrm>
              <a:off x="5695046" y="2050493"/>
              <a:ext cx="296701" cy="191501"/>
            </a:xfrm>
            <a:custGeom>
              <a:rect b="b" l="l" r="r" t="t"/>
              <a:pathLst>
                <a:path extrusionOk="0" h="7305" w="11318">
                  <a:moveTo>
                    <a:pt x="0" y="0"/>
                  </a:moveTo>
                  <a:lnTo>
                    <a:pt x="0" y="4649"/>
                  </a:lnTo>
                  <a:lnTo>
                    <a:pt x="780" y="4649"/>
                  </a:lnTo>
                  <a:lnTo>
                    <a:pt x="780" y="5168"/>
                  </a:lnTo>
                  <a:lnTo>
                    <a:pt x="996" y="5240"/>
                  </a:lnTo>
                  <a:cubicBezTo>
                    <a:pt x="1126" y="5284"/>
                    <a:pt x="1242" y="5327"/>
                    <a:pt x="1357" y="5399"/>
                  </a:cubicBezTo>
                  <a:lnTo>
                    <a:pt x="1559" y="5500"/>
                  </a:lnTo>
                  <a:lnTo>
                    <a:pt x="1920" y="5139"/>
                  </a:lnTo>
                  <a:lnTo>
                    <a:pt x="2498" y="5717"/>
                  </a:lnTo>
                  <a:lnTo>
                    <a:pt x="2137" y="6078"/>
                  </a:lnTo>
                  <a:lnTo>
                    <a:pt x="2238" y="6280"/>
                  </a:lnTo>
                  <a:cubicBezTo>
                    <a:pt x="2310" y="6395"/>
                    <a:pt x="2353" y="6511"/>
                    <a:pt x="2397" y="6641"/>
                  </a:cubicBezTo>
                  <a:lnTo>
                    <a:pt x="2454" y="6857"/>
                  </a:lnTo>
                  <a:lnTo>
                    <a:pt x="2974" y="6857"/>
                  </a:lnTo>
                  <a:lnTo>
                    <a:pt x="2974" y="7305"/>
                  </a:lnTo>
                  <a:lnTo>
                    <a:pt x="11318" y="7305"/>
                  </a:lnTo>
                  <a:lnTo>
                    <a:pt x="11318" y="0"/>
                  </a:lnTo>
                  <a:close/>
                </a:path>
              </a:pathLst>
            </a:custGeom>
            <a:solidFill>
              <a:srgbClr val="F2F5F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444" name="Google Shape;20444;p47"/>
            <p:cNvSpPr/>
            <p:nvPr/>
          </p:nvSpPr>
          <p:spPr>
            <a:xfrm>
              <a:off x="5735522" y="2241967"/>
              <a:ext cx="50359" cy="23882"/>
            </a:xfrm>
            <a:custGeom>
              <a:rect b="b" l="l" r="r" t="t"/>
              <a:pathLst>
                <a:path extrusionOk="0" h="911" w="1921">
                  <a:moveTo>
                    <a:pt x="1098" y="1"/>
                  </a:moveTo>
                  <a:lnTo>
                    <a:pt x="1098" y="30"/>
                  </a:lnTo>
                  <a:lnTo>
                    <a:pt x="434" y="30"/>
                  </a:lnTo>
                  <a:lnTo>
                    <a:pt x="434" y="44"/>
                  </a:lnTo>
                  <a:cubicBezTo>
                    <a:pt x="405" y="376"/>
                    <a:pt x="261" y="679"/>
                    <a:pt x="1" y="910"/>
                  </a:cubicBezTo>
                  <a:lnTo>
                    <a:pt x="1228" y="910"/>
                  </a:lnTo>
                  <a:cubicBezTo>
                    <a:pt x="1271" y="780"/>
                    <a:pt x="1329" y="650"/>
                    <a:pt x="1358" y="520"/>
                  </a:cubicBezTo>
                  <a:lnTo>
                    <a:pt x="1921" y="520"/>
                  </a:lnTo>
                  <a:lnTo>
                    <a:pt x="1921" y="1"/>
                  </a:lnTo>
                  <a:close/>
                </a:path>
              </a:pathLst>
            </a:custGeom>
            <a:solidFill>
              <a:srgbClr val="B8C6D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445" name="Google Shape;20445;p47"/>
            <p:cNvSpPr/>
            <p:nvPr/>
          </p:nvSpPr>
          <p:spPr>
            <a:xfrm>
              <a:off x="5746899" y="2179156"/>
              <a:ext cx="38982" cy="62470"/>
            </a:xfrm>
            <a:custGeom>
              <a:rect b="b" l="l" r="r" t="t"/>
              <a:pathLst>
                <a:path extrusionOk="0" h="2383" w="1487">
                  <a:moveTo>
                    <a:pt x="274" y="0"/>
                  </a:moveTo>
                  <a:lnTo>
                    <a:pt x="0" y="275"/>
                  </a:lnTo>
                  <a:lnTo>
                    <a:pt x="534" y="809"/>
                  </a:lnTo>
                  <a:lnTo>
                    <a:pt x="173" y="1170"/>
                  </a:lnTo>
                  <a:lnTo>
                    <a:pt x="274" y="1357"/>
                  </a:lnTo>
                  <a:cubicBezTo>
                    <a:pt x="332" y="1473"/>
                    <a:pt x="390" y="1603"/>
                    <a:pt x="419" y="1718"/>
                  </a:cubicBezTo>
                  <a:lnTo>
                    <a:pt x="491" y="1935"/>
                  </a:lnTo>
                  <a:lnTo>
                    <a:pt x="1010" y="1935"/>
                  </a:lnTo>
                  <a:lnTo>
                    <a:pt x="1010" y="2382"/>
                  </a:lnTo>
                  <a:lnTo>
                    <a:pt x="1487" y="2382"/>
                  </a:lnTo>
                  <a:lnTo>
                    <a:pt x="1487" y="1790"/>
                  </a:lnTo>
                  <a:lnTo>
                    <a:pt x="924" y="1790"/>
                  </a:lnTo>
                  <a:cubicBezTo>
                    <a:pt x="881" y="1574"/>
                    <a:pt x="794" y="1386"/>
                    <a:pt x="678" y="1199"/>
                  </a:cubicBezTo>
                  <a:lnTo>
                    <a:pt x="1083" y="809"/>
                  </a:lnTo>
                  <a:lnTo>
                    <a:pt x="274" y="0"/>
                  </a:lnTo>
                  <a:close/>
                </a:path>
              </a:pathLst>
            </a:custGeom>
            <a:solidFill>
              <a:srgbClr val="B3C2C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446" name="Google Shape;20446;p47"/>
            <p:cNvSpPr/>
            <p:nvPr/>
          </p:nvSpPr>
          <p:spPr>
            <a:xfrm>
              <a:off x="5698821" y="2168565"/>
              <a:ext cx="42783" cy="26136"/>
            </a:xfrm>
            <a:custGeom>
              <a:rect b="b" l="l" r="r" t="t"/>
              <a:pathLst>
                <a:path extrusionOk="0" h="997" w="1632">
                  <a:moveTo>
                    <a:pt x="1" y="0"/>
                  </a:moveTo>
                  <a:lnTo>
                    <a:pt x="1" y="159"/>
                  </a:lnTo>
                  <a:lnTo>
                    <a:pt x="636" y="159"/>
                  </a:lnTo>
                  <a:lnTo>
                    <a:pt x="636" y="679"/>
                  </a:lnTo>
                  <a:lnTo>
                    <a:pt x="852" y="736"/>
                  </a:lnTo>
                  <a:cubicBezTo>
                    <a:pt x="982" y="780"/>
                    <a:pt x="1098" y="823"/>
                    <a:pt x="1213" y="895"/>
                  </a:cubicBezTo>
                  <a:lnTo>
                    <a:pt x="1415" y="996"/>
                  </a:lnTo>
                  <a:lnTo>
                    <a:pt x="1632" y="765"/>
                  </a:lnTo>
                  <a:cubicBezTo>
                    <a:pt x="1473" y="679"/>
                    <a:pt x="1300" y="607"/>
                    <a:pt x="1127" y="563"/>
                  </a:cubicBezTo>
                  <a:lnTo>
                    <a:pt x="1127" y="0"/>
                  </a:lnTo>
                  <a:close/>
                </a:path>
              </a:pathLst>
            </a:custGeom>
            <a:solidFill>
              <a:srgbClr val="B3C2C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447" name="Google Shape;20447;p47"/>
            <p:cNvSpPr/>
            <p:nvPr/>
          </p:nvSpPr>
          <p:spPr>
            <a:xfrm>
              <a:off x="5695046" y="2050493"/>
              <a:ext cx="9857" cy="118099"/>
            </a:xfrm>
            <a:custGeom>
              <a:rect b="b" l="l" r="r" t="t"/>
              <a:pathLst>
                <a:path extrusionOk="0" h="4505" w="376">
                  <a:moveTo>
                    <a:pt x="0" y="0"/>
                  </a:moveTo>
                  <a:lnTo>
                    <a:pt x="0" y="4504"/>
                  </a:lnTo>
                  <a:lnTo>
                    <a:pt x="376" y="4504"/>
                  </a:lnTo>
                  <a:lnTo>
                    <a:pt x="376" y="0"/>
                  </a:lnTo>
                  <a:close/>
                </a:path>
              </a:pathLst>
            </a:custGeom>
            <a:solidFill>
              <a:srgbClr val="B3C2C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448" name="Google Shape;20448;p47"/>
            <p:cNvSpPr/>
            <p:nvPr/>
          </p:nvSpPr>
          <p:spPr>
            <a:xfrm>
              <a:off x="5695046" y="2049732"/>
              <a:ext cx="296701" cy="9857"/>
            </a:xfrm>
            <a:custGeom>
              <a:rect b="b" l="l" r="r" t="t"/>
              <a:pathLst>
                <a:path extrusionOk="0" h="376" w="11318">
                  <a:moveTo>
                    <a:pt x="0" y="1"/>
                  </a:moveTo>
                  <a:lnTo>
                    <a:pt x="0" y="376"/>
                  </a:lnTo>
                  <a:lnTo>
                    <a:pt x="11318" y="376"/>
                  </a:lnTo>
                  <a:lnTo>
                    <a:pt x="11318" y="1"/>
                  </a:lnTo>
                  <a:close/>
                </a:path>
              </a:pathLst>
            </a:custGeom>
            <a:solidFill>
              <a:srgbClr val="B3C2C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449" name="Google Shape;20449;p47"/>
            <p:cNvSpPr/>
            <p:nvPr/>
          </p:nvSpPr>
          <p:spPr>
            <a:xfrm>
              <a:off x="5725324" y="2240473"/>
              <a:ext cx="277014" cy="26503"/>
            </a:xfrm>
            <a:custGeom>
              <a:rect b="b" l="l" r="r" t="t"/>
              <a:pathLst>
                <a:path extrusionOk="0" h="1011" w="10567">
                  <a:moveTo>
                    <a:pt x="1487" y="0"/>
                  </a:moveTo>
                  <a:cubicBezTo>
                    <a:pt x="1458" y="0"/>
                    <a:pt x="1444" y="14"/>
                    <a:pt x="1429" y="43"/>
                  </a:cubicBezTo>
                  <a:lnTo>
                    <a:pt x="477" y="43"/>
                  </a:lnTo>
                  <a:cubicBezTo>
                    <a:pt x="462" y="43"/>
                    <a:pt x="433" y="58"/>
                    <a:pt x="433" y="87"/>
                  </a:cubicBezTo>
                  <a:lnTo>
                    <a:pt x="433" y="159"/>
                  </a:lnTo>
                  <a:lnTo>
                    <a:pt x="433" y="188"/>
                  </a:lnTo>
                  <a:lnTo>
                    <a:pt x="433" y="202"/>
                  </a:lnTo>
                  <a:lnTo>
                    <a:pt x="433" y="217"/>
                  </a:lnTo>
                  <a:cubicBezTo>
                    <a:pt x="404" y="505"/>
                    <a:pt x="260" y="765"/>
                    <a:pt x="29" y="924"/>
                  </a:cubicBezTo>
                  <a:cubicBezTo>
                    <a:pt x="0" y="953"/>
                    <a:pt x="15" y="1010"/>
                    <a:pt x="58" y="1010"/>
                  </a:cubicBezTo>
                  <a:lnTo>
                    <a:pt x="10524" y="1010"/>
                  </a:lnTo>
                  <a:cubicBezTo>
                    <a:pt x="10553" y="1010"/>
                    <a:pt x="10567" y="996"/>
                    <a:pt x="10567" y="967"/>
                  </a:cubicBezTo>
                  <a:lnTo>
                    <a:pt x="10567" y="58"/>
                  </a:lnTo>
                  <a:cubicBezTo>
                    <a:pt x="10567" y="29"/>
                    <a:pt x="10553" y="14"/>
                    <a:pt x="10538" y="0"/>
                  </a:cubicBezTo>
                  <a:close/>
                </a:path>
              </a:pathLst>
            </a:custGeom>
            <a:solidFill>
              <a:srgbClr val="62778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450" name="Google Shape;20450;p47"/>
            <p:cNvSpPr/>
            <p:nvPr/>
          </p:nvSpPr>
          <p:spPr>
            <a:xfrm>
              <a:off x="5684062" y="2025510"/>
              <a:ext cx="318670" cy="26136"/>
            </a:xfrm>
            <a:custGeom>
              <a:rect b="b" l="l" r="r" t="t"/>
              <a:pathLst>
                <a:path extrusionOk="0" h="997" w="12156">
                  <a:moveTo>
                    <a:pt x="44" y="1"/>
                  </a:moveTo>
                  <a:cubicBezTo>
                    <a:pt x="15" y="1"/>
                    <a:pt x="1" y="15"/>
                    <a:pt x="1" y="44"/>
                  </a:cubicBezTo>
                  <a:lnTo>
                    <a:pt x="1" y="953"/>
                  </a:lnTo>
                  <a:cubicBezTo>
                    <a:pt x="1" y="982"/>
                    <a:pt x="15" y="997"/>
                    <a:pt x="44" y="997"/>
                  </a:cubicBezTo>
                  <a:lnTo>
                    <a:pt x="12112" y="997"/>
                  </a:lnTo>
                  <a:cubicBezTo>
                    <a:pt x="12127" y="997"/>
                    <a:pt x="12155" y="982"/>
                    <a:pt x="12155" y="953"/>
                  </a:cubicBezTo>
                  <a:lnTo>
                    <a:pt x="12155" y="44"/>
                  </a:lnTo>
                  <a:cubicBezTo>
                    <a:pt x="12155" y="15"/>
                    <a:pt x="12127" y="1"/>
                    <a:pt x="12112" y="1"/>
                  </a:cubicBezTo>
                  <a:close/>
                </a:path>
              </a:pathLst>
            </a:custGeom>
            <a:solidFill>
              <a:srgbClr val="62778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451" name="Google Shape;20451;p47"/>
            <p:cNvSpPr/>
            <p:nvPr/>
          </p:nvSpPr>
          <p:spPr>
            <a:xfrm>
              <a:off x="5804022" y="2150005"/>
              <a:ext cx="25009" cy="58328"/>
            </a:xfrm>
            <a:custGeom>
              <a:rect b="b" l="l" r="r" t="t"/>
              <a:pathLst>
                <a:path extrusionOk="0" h="2225" w="954">
                  <a:moveTo>
                    <a:pt x="1" y="1"/>
                  </a:moveTo>
                  <a:lnTo>
                    <a:pt x="1" y="2224"/>
                  </a:lnTo>
                  <a:lnTo>
                    <a:pt x="953" y="2224"/>
                  </a:lnTo>
                  <a:lnTo>
                    <a:pt x="953" y="1"/>
                  </a:lnTo>
                  <a:close/>
                </a:path>
              </a:pathLst>
            </a:custGeom>
            <a:solidFill>
              <a:srgbClr val="D5DEE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452" name="Google Shape;20452;p47"/>
            <p:cNvSpPr/>
            <p:nvPr/>
          </p:nvSpPr>
          <p:spPr>
            <a:xfrm>
              <a:off x="5846779" y="2125048"/>
              <a:ext cx="25009" cy="83285"/>
            </a:xfrm>
            <a:custGeom>
              <a:rect b="b" l="l" r="r" t="t"/>
              <a:pathLst>
                <a:path extrusionOk="0" h="3177" w="954">
                  <a:moveTo>
                    <a:pt x="1" y="0"/>
                  </a:moveTo>
                  <a:lnTo>
                    <a:pt x="1" y="3176"/>
                  </a:lnTo>
                  <a:lnTo>
                    <a:pt x="954" y="3176"/>
                  </a:lnTo>
                  <a:lnTo>
                    <a:pt x="954" y="0"/>
                  </a:lnTo>
                  <a:close/>
                </a:path>
              </a:pathLst>
            </a:custGeom>
            <a:solidFill>
              <a:srgbClr val="D5DEE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453" name="Google Shape;20453;p47"/>
            <p:cNvSpPr/>
            <p:nvPr/>
          </p:nvSpPr>
          <p:spPr>
            <a:xfrm>
              <a:off x="5888408" y="2140174"/>
              <a:ext cx="25009" cy="68159"/>
            </a:xfrm>
            <a:custGeom>
              <a:rect b="b" l="l" r="r" t="t"/>
              <a:pathLst>
                <a:path extrusionOk="0" h="2600" w="954">
                  <a:moveTo>
                    <a:pt x="1" y="1"/>
                  </a:moveTo>
                  <a:lnTo>
                    <a:pt x="1" y="2599"/>
                  </a:lnTo>
                  <a:lnTo>
                    <a:pt x="954" y="2599"/>
                  </a:lnTo>
                  <a:lnTo>
                    <a:pt x="954" y="1"/>
                  </a:lnTo>
                  <a:close/>
                </a:path>
              </a:pathLst>
            </a:custGeom>
            <a:solidFill>
              <a:srgbClr val="91A8B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454" name="Google Shape;20454;p47"/>
            <p:cNvSpPr/>
            <p:nvPr/>
          </p:nvSpPr>
          <p:spPr>
            <a:xfrm>
              <a:off x="5932318" y="2090995"/>
              <a:ext cx="25009" cy="117338"/>
            </a:xfrm>
            <a:custGeom>
              <a:rect b="b" l="l" r="r" t="t"/>
              <a:pathLst>
                <a:path extrusionOk="0" h="4476" w="954">
                  <a:moveTo>
                    <a:pt x="0" y="0"/>
                  </a:moveTo>
                  <a:lnTo>
                    <a:pt x="0" y="4475"/>
                  </a:lnTo>
                  <a:lnTo>
                    <a:pt x="953" y="4475"/>
                  </a:lnTo>
                  <a:lnTo>
                    <a:pt x="953" y="0"/>
                  </a:lnTo>
                  <a:close/>
                </a:path>
              </a:pathLst>
            </a:custGeom>
            <a:solidFill>
              <a:srgbClr val="95A6B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455" name="Google Shape;20455;p47"/>
            <p:cNvSpPr/>
            <p:nvPr/>
          </p:nvSpPr>
          <p:spPr>
            <a:xfrm>
              <a:off x="5719636" y="2082658"/>
              <a:ext cx="47711" cy="11744"/>
            </a:xfrm>
            <a:custGeom>
              <a:rect b="b" l="l" r="r" t="t"/>
              <a:pathLst>
                <a:path extrusionOk="0" h="448" w="1820">
                  <a:moveTo>
                    <a:pt x="304" y="0"/>
                  </a:moveTo>
                  <a:cubicBezTo>
                    <a:pt x="1" y="0"/>
                    <a:pt x="1" y="448"/>
                    <a:pt x="304" y="448"/>
                  </a:cubicBezTo>
                  <a:lnTo>
                    <a:pt x="1516" y="448"/>
                  </a:lnTo>
                  <a:cubicBezTo>
                    <a:pt x="1820" y="448"/>
                    <a:pt x="1820" y="0"/>
                    <a:pt x="1516" y="0"/>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456" name="Google Shape;20456;p47"/>
            <p:cNvSpPr/>
            <p:nvPr/>
          </p:nvSpPr>
          <p:spPr>
            <a:xfrm>
              <a:off x="5719636" y="2102346"/>
              <a:ext cx="65118" cy="12138"/>
            </a:xfrm>
            <a:custGeom>
              <a:rect b="b" l="l" r="r" t="t"/>
              <a:pathLst>
                <a:path extrusionOk="0" h="463" w="2484">
                  <a:moveTo>
                    <a:pt x="304" y="0"/>
                  </a:moveTo>
                  <a:cubicBezTo>
                    <a:pt x="1" y="0"/>
                    <a:pt x="1" y="462"/>
                    <a:pt x="304" y="462"/>
                  </a:cubicBezTo>
                  <a:lnTo>
                    <a:pt x="2180" y="462"/>
                  </a:lnTo>
                  <a:cubicBezTo>
                    <a:pt x="2484" y="462"/>
                    <a:pt x="2484" y="0"/>
                    <a:pt x="2180" y="0"/>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457" name="Google Shape;20457;p47"/>
            <p:cNvSpPr/>
            <p:nvPr/>
          </p:nvSpPr>
          <p:spPr>
            <a:xfrm>
              <a:off x="5719636" y="2122374"/>
              <a:ext cx="65118" cy="11771"/>
            </a:xfrm>
            <a:custGeom>
              <a:rect b="b" l="l" r="r" t="t"/>
              <a:pathLst>
                <a:path extrusionOk="0" h="449" w="2484">
                  <a:moveTo>
                    <a:pt x="2194" y="1"/>
                  </a:moveTo>
                  <a:cubicBezTo>
                    <a:pt x="2190" y="1"/>
                    <a:pt x="2185" y="1"/>
                    <a:pt x="2180" y="1"/>
                  </a:cubicBezTo>
                  <a:lnTo>
                    <a:pt x="304" y="1"/>
                  </a:lnTo>
                  <a:cubicBezTo>
                    <a:pt x="1" y="1"/>
                    <a:pt x="1" y="449"/>
                    <a:pt x="304" y="449"/>
                  </a:cubicBezTo>
                  <a:lnTo>
                    <a:pt x="2180" y="449"/>
                  </a:lnTo>
                  <a:cubicBezTo>
                    <a:pt x="2479" y="449"/>
                    <a:pt x="2483" y="1"/>
                    <a:pt x="2194" y="1"/>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458" name="Google Shape;20458;p47"/>
            <p:cNvSpPr/>
            <p:nvPr/>
          </p:nvSpPr>
          <p:spPr>
            <a:xfrm>
              <a:off x="5719636" y="2142062"/>
              <a:ext cx="65118" cy="12138"/>
            </a:xfrm>
            <a:custGeom>
              <a:rect b="b" l="l" r="r" t="t"/>
              <a:pathLst>
                <a:path extrusionOk="0" h="463" w="2484">
                  <a:moveTo>
                    <a:pt x="304" y="1"/>
                  </a:moveTo>
                  <a:cubicBezTo>
                    <a:pt x="1" y="1"/>
                    <a:pt x="1" y="463"/>
                    <a:pt x="304" y="463"/>
                  </a:cubicBezTo>
                  <a:lnTo>
                    <a:pt x="2180" y="463"/>
                  </a:lnTo>
                  <a:cubicBezTo>
                    <a:pt x="2484" y="448"/>
                    <a:pt x="2484" y="1"/>
                    <a:pt x="2180" y="1"/>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459" name="Google Shape;20459;p47"/>
            <p:cNvSpPr/>
            <p:nvPr/>
          </p:nvSpPr>
          <p:spPr>
            <a:xfrm>
              <a:off x="5632602" y="2168172"/>
              <a:ext cx="144576" cy="144602"/>
            </a:xfrm>
            <a:custGeom>
              <a:rect b="b" l="l" r="r" t="t"/>
              <a:pathLst>
                <a:path extrusionOk="0" h="5516" w="5515">
                  <a:moveTo>
                    <a:pt x="3133" y="1748"/>
                  </a:moveTo>
                  <a:lnTo>
                    <a:pt x="3162" y="1762"/>
                  </a:lnTo>
                  <a:lnTo>
                    <a:pt x="3191" y="1776"/>
                  </a:lnTo>
                  <a:lnTo>
                    <a:pt x="3220" y="1776"/>
                  </a:lnTo>
                  <a:lnTo>
                    <a:pt x="3248" y="1791"/>
                  </a:lnTo>
                  <a:lnTo>
                    <a:pt x="3263" y="1805"/>
                  </a:lnTo>
                  <a:lnTo>
                    <a:pt x="3292" y="1820"/>
                  </a:lnTo>
                  <a:lnTo>
                    <a:pt x="3321" y="1834"/>
                  </a:lnTo>
                  <a:lnTo>
                    <a:pt x="3335" y="1849"/>
                  </a:lnTo>
                  <a:lnTo>
                    <a:pt x="3364" y="1863"/>
                  </a:lnTo>
                  <a:lnTo>
                    <a:pt x="3378" y="1863"/>
                  </a:lnTo>
                  <a:lnTo>
                    <a:pt x="3407" y="1877"/>
                  </a:lnTo>
                  <a:lnTo>
                    <a:pt x="3422" y="1892"/>
                  </a:lnTo>
                  <a:lnTo>
                    <a:pt x="3451" y="1906"/>
                  </a:lnTo>
                  <a:lnTo>
                    <a:pt x="3465" y="1921"/>
                  </a:lnTo>
                  <a:lnTo>
                    <a:pt x="3479" y="1935"/>
                  </a:lnTo>
                  <a:lnTo>
                    <a:pt x="3494" y="1950"/>
                  </a:lnTo>
                  <a:lnTo>
                    <a:pt x="3523" y="1979"/>
                  </a:lnTo>
                  <a:lnTo>
                    <a:pt x="3552" y="1993"/>
                  </a:lnTo>
                  <a:lnTo>
                    <a:pt x="3580" y="2022"/>
                  </a:lnTo>
                  <a:lnTo>
                    <a:pt x="3580" y="2036"/>
                  </a:lnTo>
                  <a:lnTo>
                    <a:pt x="3609" y="2051"/>
                  </a:lnTo>
                  <a:lnTo>
                    <a:pt x="3609" y="2065"/>
                  </a:lnTo>
                  <a:lnTo>
                    <a:pt x="3638" y="2080"/>
                  </a:lnTo>
                  <a:lnTo>
                    <a:pt x="3638" y="2094"/>
                  </a:lnTo>
                  <a:lnTo>
                    <a:pt x="3653" y="2123"/>
                  </a:lnTo>
                  <a:lnTo>
                    <a:pt x="3667" y="2137"/>
                  </a:lnTo>
                  <a:lnTo>
                    <a:pt x="3696" y="2152"/>
                  </a:lnTo>
                  <a:lnTo>
                    <a:pt x="3710" y="2181"/>
                  </a:lnTo>
                  <a:lnTo>
                    <a:pt x="3725" y="2195"/>
                  </a:lnTo>
                  <a:lnTo>
                    <a:pt x="3739" y="2224"/>
                  </a:lnTo>
                  <a:lnTo>
                    <a:pt x="3754" y="2253"/>
                  </a:lnTo>
                  <a:lnTo>
                    <a:pt x="3768" y="2267"/>
                  </a:lnTo>
                  <a:lnTo>
                    <a:pt x="3768" y="2296"/>
                  </a:lnTo>
                  <a:lnTo>
                    <a:pt x="3783" y="2325"/>
                  </a:lnTo>
                  <a:lnTo>
                    <a:pt x="3797" y="2339"/>
                  </a:lnTo>
                  <a:lnTo>
                    <a:pt x="3811" y="2368"/>
                  </a:lnTo>
                  <a:lnTo>
                    <a:pt x="3811" y="2397"/>
                  </a:lnTo>
                  <a:lnTo>
                    <a:pt x="3826" y="2412"/>
                  </a:lnTo>
                  <a:lnTo>
                    <a:pt x="3826" y="2440"/>
                  </a:lnTo>
                  <a:lnTo>
                    <a:pt x="3826" y="2469"/>
                  </a:lnTo>
                  <a:lnTo>
                    <a:pt x="3826" y="2498"/>
                  </a:lnTo>
                  <a:lnTo>
                    <a:pt x="3826" y="2513"/>
                  </a:lnTo>
                  <a:lnTo>
                    <a:pt x="3826" y="2541"/>
                  </a:lnTo>
                  <a:lnTo>
                    <a:pt x="3826" y="2556"/>
                  </a:lnTo>
                  <a:lnTo>
                    <a:pt x="3826" y="2570"/>
                  </a:lnTo>
                  <a:lnTo>
                    <a:pt x="3826" y="2599"/>
                  </a:lnTo>
                  <a:lnTo>
                    <a:pt x="3826" y="2628"/>
                  </a:lnTo>
                  <a:lnTo>
                    <a:pt x="3826" y="2671"/>
                  </a:lnTo>
                  <a:lnTo>
                    <a:pt x="3826" y="2700"/>
                  </a:lnTo>
                  <a:cubicBezTo>
                    <a:pt x="3898" y="2715"/>
                    <a:pt x="3898" y="2744"/>
                    <a:pt x="3898" y="2758"/>
                  </a:cubicBezTo>
                  <a:lnTo>
                    <a:pt x="3898" y="2830"/>
                  </a:lnTo>
                  <a:lnTo>
                    <a:pt x="3898" y="2859"/>
                  </a:lnTo>
                  <a:lnTo>
                    <a:pt x="3898" y="2902"/>
                  </a:lnTo>
                  <a:lnTo>
                    <a:pt x="3898" y="2917"/>
                  </a:lnTo>
                  <a:lnTo>
                    <a:pt x="3898" y="2975"/>
                  </a:lnTo>
                  <a:lnTo>
                    <a:pt x="3898" y="2989"/>
                  </a:lnTo>
                  <a:cubicBezTo>
                    <a:pt x="3898" y="3018"/>
                    <a:pt x="3898" y="3032"/>
                    <a:pt x="3884" y="3061"/>
                  </a:cubicBezTo>
                  <a:lnTo>
                    <a:pt x="3869" y="3119"/>
                  </a:lnTo>
                  <a:lnTo>
                    <a:pt x="3869" y="3133"/>
                  </a:lnTo>
                  <a:lnTo>
                    <a:pt x="3855" y="3191"/>
                  </a:lnTo>
                  <a:lnTo>
                    <a:pt x="3855" y="3206"/>
                  </a:lnTo>
                  <a:cubicBezTo>
                    <a:pt x="3826" y="3234"/>
                    <a:pt x="3811" y="3278"/>
                    <a:pt x="3797" y="3321"/>
                  </a:cubicBezTo>
                  <a:lnTo>
                    <a:pt x="3754" y="3379"/>
                  </a:lnTo>
                  <a:cubicBezTo>
                    <a:pt x="3725" y="3436"/>
                    <a:pt x="3682" y="3494"/>
                    <a:pt x="3638" y="3538"/>
                  </a:cubicBezTo>
                  <a:cubicBezTo>
                    <a:pt x="3580" y="3595"/>
                    <a:pt x="3537" y="3639"/>
                    <a:pt x="3479" y="3682"/>
                  </a:cubicBezTo>
                  <a:lnTo>
                    <a:pt x="3451" y="3696"/>
                  </a:lnTo>
                  <a:lnTo>
                    <a:pt x="3422" y="3725"/>
                  </a:lnTo>
                  <a:lnTo>
                    <a:pt x="3407" y="3725"/>
                  </a:lnTo>
                  <a:lnTo>
                    <a:pt x="3378" y="3740"/>
                  </a:lnTo>
                  <a:lnTo>
                    <a:pt x="3364" y="3740"/>
                  </a:lnTo>
                  <a:lnTo>
                    <a:pt x="3350" y="3754"/>
                  </a:lnTo>
                  <a:lnTo>
                    <a:pt x="3292" y="3783"/>
                  </a:lnTo>
                  <a:lnTo>
                    <a:pt x="3263" y="3797"/>
                  </a:lnTo>
                  <a:lnTo>
                    <a:pt x="3234" y="3797"/>
                  </a:lnTo>
                  <a:lnTo>
                    <a:pt x="3191" y="3826"/>
                  </a:lnTo>
                  <a:lnTo>
                    <a:pt x="3075" y="3826"/>
                  </a:lnTo>
                  <a:lnTo>
                    <a:pt x="3003" y="3841"/>
                  </a:lnTo>
                  <a:lnTo>
                    <a:pt x="2657" y="3841"/>
                  </a:lnTo>
                  <a:lnTo>
                    <a:pt x="2599" y="3826"/>
                  </a:lnTo>
                  <a:lnTo>
                    <a:pt x="2527" y="3826"/>
                  </a:lnTo>
                  <a:lnTo>
                    <a:pt x="2498" y="3812"/>
                  </a:lnTo>
                  <a:lnTo>
                    <a:pt x="2455" y="3797"/>
                  </a:lnTo>
                  <a:lnTo>
                    <a:pt x="2411" y="3783"/>
                  </a:lnTo>
                  <a:lnTo>
                    <a:pt x="2382" y="3768"/>
                  </a:lnTo>
                  <a:lnTo>
                    <a:pt x="2325" y="3740"/>
                  </a:lnTo>
                  <a:lnTo>
                    <a:pt x="2310" y="3740"/>
                  </a:lnTo>
                  <a:lnTo>
                    <a:pt x="2267" y="3711"/>
                  </a:lnTo>
                  <a:cubicBezTo>
                    <a:pt x="1978" y="3538"/>
                    <a:pt x="1790" y="3234"/>
                    <a:pt x="1747" y="2902"/>
                  </a:cubicBezTo>
                  <a:lnTo>
                    <a:pt x="1747" y="2888"/>
                  </a:lnTo>
                  <a:lnTo>
                    <a:pt x="1747" y="2845"/>
                  </a:lnTo>
                  <a:lnTo>
                    <a:pt x="1747" y="2772"/>
                  </a:lnTo>
                  <a:lnTo>
                    <a:pt x="1747" y="2686"/>
                  </a:lnTo>
                  <a:lnTo>
                    <a:pt x="1747" y="2657"/>
                  </a:lnTo>
                  <a:lnTo>
                    <a:pt x="1747" y="2614"/>
                  </a:lnTo>
                  <a:lnTo>
                    <a:pt x="1747" y="2585"/>
                  </a:lnTo>
                  <a:lnTo>
                    <a:pt x="1747" y="2556"/>
                  </a:lnTo>
                  <a:lnTo>
                    <a:pt x="1747" y="2541"/>
                  </a:lnTo>
                  <a:lnTo>
                    <a:pt x="1747" y="2513"/>
                  </a:lnTo>
                  <a:lnTo>
                    <a:pt x="1747" y="2484"/>
                  </a:lnTo>
                  <a:lnTo>
                    <a:pt x="1747" y="2469"/>
                  </a:lnTo>
                  <a:lnTo>
                    <a:pt x="1747" y="2440"/>
                  </a:lnTo>
                  <a:lnTo>
                    <a:pt x="1747" y="2412"/>
                  </a:lnTo>
                  <a:lnTo>
                    <a:pt x="1762" y="2397"/>
                  </a:lnTo>
                  <a:lnTo>
                    <a:pt x="1776" y="2368"/>
                  </a:lnTo>
                  <a:lnTo>
                    <a:pt x="1776" y="2339"/>
                  </a:lnTo>
                  <a:lnTo>
                    <a:pt x="1790" y="2325"/>
                  </a:lnTo>
                  <a:lnTo>
                    <a:pt x="1805" y="2296"/>
                  </a:lnTo>
                  <a:lnTo>
                    <a:pt x="1819" y="2267"/>
                  </a:lnTo>
                  <a:lnTo>
                    <a:pt x="1834" y="2253"/>
                  </a:lnTo>
                  <a:lnTo>
                    <a:pt x="1848" y="2224"/>
                  </a:lnTo>
                  <a:lnTo>
                    <a:pt x="1863" y="2195"/>
                  </a:lnTo>
                  <a:lnTo>
                    <a:pt x="1877" y="2181"/>
                  </a:lnTo>
                  <a:lnTo>
                    <a:pt x="1892" y="2152"/>
                  </a:lnTo>
                  <a:lnTo>
                    <a:pt x="1906" y="2137"/>
                  </a:lnTo>
                  <a:lnTo>
                    <a:pt x="1920" y="2108"/>
                  </a:lnTo>
                  <a:lnTo>
                    <a:pt x="1935" y="2094"/>
                  </a:lnTo>
                  <a:lnTo>
                    <a:pt x="1949" y="2080"/>
                  </a:lnTo>
                  <a:lnTo>
                    <a:pt x="1964" y="2051"/>
                  </a:lnTo>
                  <a:lnTo>
                    <a:pt x="1978" y="2036"/>
                  </a:lnTo>
                  <a:lnTo>
                    <a:pt x="1993" y="2022"/>
                  </a:lnTo>
                  <a:lnTo>
                    <a:pt x="2007" y="2007"/>
                  </a:lnTo>
                  <a:lnTo>
                    <a:pt x="2050" y="1979"/>
                  </a:lnTo>
                  <a:lnTo>
                    <a:pt x="2079" y="1935"/>
                  </a:lnTo>
                  <a:lnTo>
                    <a:pt x="2094" y="1935"/>
                  </a:lnTo>
                  <a:lnTo>
                    <a:pt x="2123" y="1906"/>
                  </a:lnTo>
                  <a:lnTo>
                    <a:pt x="2137" y="1892"/>
                  </a:lnTo>
                  <a:lnTo>
                    <a:pt x="2166" y="1877"/>
                  </a:lnTo>
                  <a:lnTo>
                    <a:pt x="2180" y="1863"/>
                  </a:lnTo>
                  <a:lnTo>
                    <a:pt x="2209" y="1849"/>
                  </a:lnTo>
                  <a:lnTo>
                    <a:pt x="2224" y="1849"/>
                  </a:lnTo>
                  <a:lnTo>
                    <a:pt x="2252" y="1834"/>
                  </a:lnTo>
                  <a:lnTo>
                    <a:pt x="2267" y="1820"/>
                  </a:lnTo>
                  <a:lnTo>
                    <a:pt x="2296" y="1805"/>
                  </a:lnTo>
                  <a:lnTo>
                    <a:pt x="2310" y="1791"/>
                  </a:lnTo>
                  <a:lnTo>
                    <a:pt x="2339" y="1776"/>
                  </a:lnTo>
                  <a:lnTo>
                    <a:pt x="2368" y="1776"/>
                  </a:lnTo>
                  <a:lnTo>
                    <a:pt x="2397" y="1762"/>
                  </a:lnTo>
                  <a:lnTo>
                    <a:pt x="2411" y="1762"/>
                  </a:lnTo>
                  <a:lnTo>
                    <a:pt x="2440" y="1748"/>
                  </a:lnTo>
                  <a:close/>
                  <a:moveTo>
                    <a:pt x="2209" y="1"/>
                  </a:moveTo>
                  <a:cubicBezTo>
                    <a:pt x="2166" y="1"/>
                    <a:pt x="2137" y="44"/>
                    <a:pt x="2137" y="87"/>
                  </a:cubicBezTo>
                  <a:lnTo>
                    <a:pt x="2137" y="578"/>
                  </a:lnTo>
                  <a:cubicBezTo>
                    <a:pt x="1964" y="622"/>
                    <a:pt x="1805" y="679"/>
                    <a:pt x="1646" y="766"/>
                  </a:cubicBezTo>
                  <a:lnTo>
                    <a:pt x="1300" y="434"/>
                  </a:lnTo>
                  <a:cubicBezTo>
                    <a:pt x="1285" y="419"/>
                    <a:pt x="1267" y="412"/>
                    <a:pt x="1247" y="412"/>
                  </a:cubicBezTo>
                  <a:cubicBezTo>
                    <a:pt x="1228" y="412"/>
                    <a:pt x="1206" y="419"/>
                    <a:pt x="1184" y="434"/>
                  </a:cubicBezTo>
                  <a:lnTo>
                    <a:pt x="419" y="1199"/>
                  </a:lnTo>
                  <a:cubicBezTo>
                    <a:pt x="390" y="1228"/>
                    <a:pt x="390" y="1286"/>
                    <a:pt x="419" y="1314"/>
                  </a:cubicBezTo>
                  <a:lnTo>
                    <a:pt x="766" y="1661"/>
                  </a:lnTo>
                  <a:cubicBezTo>
                    <a:pt x="679" y="1805"/>
                    <a:pt x="607" y="1964"/>
                    <a:pt x="563" y="2137"/>
                  </a:cubicBezTo>
                  <a:lnTo>
                    <a:pt x="73" y="2137"/>
                  </a:lnTo>
                  <a:cubicBezTo>
                    <a:pt x="29" y="2137"/>
                    <a:pt x="0" y="2181"/>
                    <a:pt x="0" y="2224"/>
                  </a:cubicBezTo>
                  <a:lnTo>
                    <a:pt x="0" y="3307"/>
                  </a:lnTo>
                  <a:cubicBezTo>
                    <a:pt x="0" y="3350"/>
                    <a:pt x="29" y="3393"/>
                    <a:pt x="73" y="3393"/>
                  </a:cubicBezTo>
                  <a:lnTo>
                    <a:pt x="563" y="3393"/>
                  </a:lnTo>
                  <a:cubicBezTo>
                    <a:pt x="607" y="3552"/>
                    <a:pt x="679" y="3725"/>
                    <a:pt x="766" y="3870"/>
                  </a:cubicBezTo>
                  <a:lnTo>
                    <a:pt x="419" y="4216"/>
                  </a:lnTo>
                  <a:cubicBezTo>
                    <a:pt x="390" y="4245"/>
                    <a:pt x="390" y="4303"/>
                    <a:pt x="419" y="4331"/>
                  </a:cubicBezTo>
                  <a:lnTo>
                    <a:pt x="1184" y="5097"/>
                  </a:lnTo>
                  <a:cubicBezTo>
                    <a:pt x="1206" y="5111"/>
                    <a:pt x="1228" y="5118"/>
                    <a:pt x="1247" y="5118"/>
                  </a:cubicBezTo>
                  <a:cubicBezTo>
                    <a:pt x="1267" y="5118"/>
                    <a:pt x="1285" y="5111"/>
                    <a:pt x="1300" y="5097"/>
                  </a:cubicBezTo>
                  <a:lnTo>
                    <a:pt x="1646" y="4750"/>
                  </a:lnTo>
                  <a:cubicBezTo>
                    <a:pt x="1805" y="4837"/>
                    <a:pt x="1964" y="4909"/>
                    <a:pt x="2123" y="4952"/>
                  </a:cubicBezTo>
                  <a:lnTo>
                    <a:pt x="2123" y="5443"/>
                  </a:lnTo>
                  <a:cubicBezTo>
                    <a:pt x="2123" y="5486"/>
                    <a:pt x="2166" y="5515"/>
                    <a:pt x="2209" y="5515"/>
                  </a:cubicBezTo>
                  <a:lnTo>
                    <a:pt x="3292" y="5515"/>
                  </a:lnTo>
                  <a:cubicBezTo>
                    <a:pt x="3335" y="5515"/>
                    <a:pt x="3378" y="5486"/>
                    <a:pt x="3378" y="5443"/>
                  </a:cubicBezTo>
                  <a:lnTo>
                    <a:pt x="3378" y="4952"/>
                  </a:lnTo>
                  <a:cubicBezTo>
                    <a:pt x="3552" y="4909"/>
                    <a:pt x="3710" y="4837"/>
                    <a:pt x="3855" y="4750"/>
                  </a:cubicBezTo>
                  <a:lnTo>
                    <a:pt x="4201" y="5097"/>
                  </a:lnTo>
                  <a:cubicBezTo>
                    <a:pt x="4216" y="5111"/>
                    <a:pt x="4237" y="5118"/>
                    <a:pt x="4259" y="5118"/>
                  </a:cubicBezTo>
                  <a:cubicBezTo>
                    <a:pt x="4281" y="5118"/>
                    <a:pt x="4302" y="5111"/>
                    <a:pt x="4317" y="5097"/>
                  </a:cubicBezTo>
                  <a:lnTo>
                    <a:pt x="5082" y="4331"/>
                  </a:lnTo>
                  <a:cubicBezTo>
                    <a:pt x="5125" y="4303"/>
                    <a:pt x="5125" y="4245"/>
                    <a:pt x="5082" y="4216"/>
                  </a:cubicBezTo>
                  <a:lnTo>
                    <a:pt x="4750" y="3870"/>
                  </a:lnTo>
                  <a:cubicBezTo>
                    <a:pt x="4836" y="3725"/>
                    <a:pt x="4894" y="3552"/>
                    <a:pt x="4952" y="3393"/>
                  </a:cubicBezTo>
                  <a:lnTo>
                    <a:pt x="5428" y="3393"/>
                  </a:lnTo>
                  <a:cubicBezTo>
                    <a:pt x="5472" y="3393"/>
                    <a:pt x="5515" y="3350"/>
                    <a:pt x="5515" y="3307"/>
                  </a:cubicBezTo>
                  <a:lnTo>
                    <a:pt x="5515" y="2224"/>
                  </a:lnTo>
                  <a:cubicBezTo>
                    <a:pt x="5515" y="2181"/>
                    <a:pt x="5472" y="2137"/>
                    <a:pt x="5428" y="2137"/>
                  </a:cubicBezTo>
                  <a:lnTo>
                    <a:pt x="4952" y="2137"/>
                  </a:lnTo>
                  <a:cubicBezTo>
                    <a:pt x="4894" y="1964"/>
                    <a:pt x="4836" y="1805"/>
                    <a:pt x="4750" y="1661"/>
                  </a:cubicBezTo>
                  <a:lnTo>
                    <a:pt x="5096" y="1314"/>
                  </a:lnTo>
                  <a:cubicBezTo>
                    <a:pt x="5125" y="1286"/>
                    <a:pt x="5125" y="1228"/>
                    <a:pt x="5096" y="1199"/>
                  </a:cubicBezTo>
                  <a:lnTo>
                    <a:pt x="4317" y="434"/>
                  </a:lnTo>
                  <a:cubicBezTo>
                    <a:pt x="4302" y="412"/>
                    <a:pt x="4281" y="401"/>
                    <a:pt x="4259" y="401"/>
                  </a:cubicBezTo>
                  <a:cubicBezTo>
                    <a:pt x="4237" y="401"/>
                    <a:pt x="4216" y="412"/>
                    <a:pt x="4201" y="434"/>
                  </a:cubicBezTo>
                  <a:lnTo>
                    <a:pt x="3869" y="766"/>
                  </a:lnTo>
                  <a:cubicBezTo>
                    <a:pt x="3710" y="679"/>
                    <a:pt x="3552" y="622"/>
                    <a:pt x="3378" y="564"/>
                  </a:cubicBezTo>
                  <a:lnTo>
                    <a:pt x="3378" y="87"/>
                  </a:lnTo>
                  <a:cubicBezTo>
                    <a:pt x="3378" y="44"/>
                    <a:pt x="3350" y="1"/>
                    <a:pt x="3292" y="1"/>
                  </a:cubicBezTo>
                  <a:close/>
                </a:path>
              </a:pathLst>
            </a:custGeom>
            <a:solidFill>
              <a:srgbClr val="E9EEF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460" name="Google Shape;20460;p47"/>
            <p:cNvSpPr/>
            <p:nvPr/>
          </p:nvSpPr>
          <p:spPr>
            <a:xfrm>
              <a:off x="5669696" y="2213602"/>
              <a:ext cx="29151" cy="54894"/>
            </a:xfrm>
            <a:custGeom>
              <a:rect b="b" l="l" r="r" t="t"/>
              <a:pathLst>
                <a:path extrusionOk="0" h="2094" w="1112">
                  <a:moveTo>
                    <a:pt x="708" y="0"/>
                  </a:moveTo>
                  <a:lnTo>
                    <a:pt x="679" y="15"/>
                  </a:lnTo>
                  <a:lnTo>
                    <a:pt x="664" y="15"/>
                  </a:lnTo>
                  <a:lnTo>
                    <a:pt x="635" y="29"/>
                  </a:lnTo>
                  <a:lnTo>
                    <a:pt x="606" y="29"/>
                  </a:lnTo>
                  <a:lnTo>
                    <a:pt x="578" y="43"/>
                  </a:lnTo>
                  <a:lnTo>
                    <a:pt x="563" y="58"/>
                  </a:lnTo>
                  <a:lnTo>
                    <a:pt x="534" y="72"/>
                  </a:lnTo>
                  <a:lnTo>
                    <a:pt x="520" y="87"/>
                  </a:lnTo>
                  <a:lnTo>
                    <a:pt x="491" y="101"/>
                  </a:lnTo>
                  <a:lnTo>
                    <a:pt x="477" y="101"/>
                  </a:lnTo>
                  <a:lnTo>
                    <a:pt x="448" y="130"/>
                  </a:lnTo>
                  <a:lnTo>
                    <a:pt x="433" y="130"/>
                  </a:lnTo>
                  <a:lnTo>
                    <a:pt x="404" y="159"/>
                  </a:lnTo>
                  <a:lnTo>
                    <a:pt x="390" y="159"/>
                  </a:lnTo>
                  <a:lnTo>
                    <a:pt x="361" y="188"/>
                  </a:lnTo>
                  <a:lnTo>
                    <a:pt x="347" y="202"/>
                  </a:lnTo>
                  <a:lnTo>
                    <a:pt x="318" y="231"/>
                  </a:lnTo>
                  <a:lnTo>
                    <a:pt x="274" y="260"/>
                  </a:lnTo>
                  <a:lnTo>
                    <a:pt x="260" y="274"/>
                  </a:lnTo>
                  <a:lnTo>
                    <a:pt x="246" y="289"/>
                  </a:lnTo>
                  <a:lnTo>
                    <a:pt x="231" y="303"/>
                  </a:lnTo>
                  <a:lnTo>
                    <a:pt x="217" y="332"/>
                  </a:lnTo>
                  <a:lnTo>
                    <a:pt x="202" y="303"/>
                  </a:lnTo>
                  <a:lnTo>
                    <a:pt x="188" y="332"/>
                  </a:lnTo>
                  <a:lnTo>
                    <a:pt x="159" y="347"/>
                  </a:lnTo>
                  <a:lnTo>
                    <a:pt x="145" y="375"/>
                  </a:lnTo>
                  <a:lnTo>
                    <a:pt x="130" y="390"/>
                  </a:lnTo>
                  <a:lnTo>
                    <a:pt x="116" y="419"/>
                  </a:lnTo>
                  <a:lnTo>
                    <a:pt x="101" y="448"/>
                  </a:lnTo>
                  <a:lnTo>
                    <a:pt x="87" y="462"/>
                  </a:lnTo>
                  <a:lnTo>
                    <a:pt x="72" y="491"/>
                  </a:lnTo>
                  <a:lnTo>
                    <a:pt x="58" y="520"/>
                  </a:lnTo>
                  <a:lnTo>
                    <a:pt x="58" y="534"/>
                  </a:lnTo>
                  <a:lnTo>
                    <a:pt x="43" y="563"/>
                  </a:lnTo>
                  <a:lnTo>
                    <a:pt x="29" y="592"/>
                  </a:lnTo>
                  <a:lnTo>
                    <a:pt x="15" y="621"/>
                  </a:lnTo>
                  <a:lnTo>
                    <a:pt x="15" y="635"/>
                  </a:lnTo>
                  <a:lnTo>
                    <a:pt x="0" y="664"/>
                  </a:lnTo>
                  <a:lnTo>
                    <a:pt x="0" y="693"/>
                  </a:lnTo>
                  <a:lnTo>
                    <a:pt x="0" y="707"/>
                  </a:lnTo>
                  <a:lnTo>
                    <a:pt x="0" y="736"/>
                  </a:lnTo>
                  <a:lnTo>
                    <a:pt x="0" y="765"/>
                  </a:lnTo>
                  <a:lnTo>
                    <a:pt x="0" y="780"/>
                  </a:lnTo>
                  <a:lnTo>
                    <a:pt x="0" y="823"/>
                  </a:lnTo>
                  <a:lnTo>
                    <a:pt x="0" y="837"/>
                  </a:lnTo>
                  <a:lnTo>
                    <a:pt x="0" y="881"/>
                  </a:lnTo>
                  <a:lnTo>
                    <a:pt x="0" y="910"/>
                  </a:lnTo>
                  <a:lnTo>
                    <a:pt x="0" y="996"/>
                  </a:lnTo>
                  <a:lnTo>
                    <a:pt x="0" y="1068"/>
                  </a:lnTo>
                  <a:lnTo>
                    <a:pt x="0" y="1083"/>
                  </a:lnTo>
                  <a:lnTo>
                    <a:pt x="0" y="1140"/>
                  </a:lnTo>
                  <a:lnTo>
                    <a:pt x="0" y="1155"/>
                  </a:lnTo>
                  <a:cubicBezTo>
                    <a:pt x="43" y="1487"/>
                    <a:pt x="231" y="1790"/>
                    <a:pt x="520" y="1963"/>
                  </a:cubicBezTo>
                  <a:lnTo>
                    <a:pt x="549" y="1963"/>
                  </a:lnTo>
                  <a:lnTo>
                    <a:pt x="578" y="1992"/>
                  </a:lnTo>
                  <a:lnTo>
                    <a:pt x="606" y="1992"/>
                  </a:lnTo>
                  <a:lnTo>
                    <a:pt x="664" y="2021"/>
                  </a:lnTo>
                  <a:lnTo>
                    <a:pt x="693" y="2035"/>
                  </a:lnTo>
                  <a:lnTo>
                    <a:pt x="722" y="2050"/>
                  </a:lnTo>
                  <a:lnTo>
                    <a:pt x="736" y="2050"/>
                  </a:lnTo>
                  <a:lnTo>
                    <a:pt x="780" y="2064"/>
                  </a:lnTo>
                  <a:lnTo>
                    <a:pt x="809" y="2079"/>
                  </a:lnTo>
                  <a:lnTo>
                    <a:pt x="852" y="2093"/>
                  </a:lnTo>
                  <a:lnTo>
                    <a:pt x="1112" y="2093"/>
                  </a:lnTo>
                  <a:lnTo>
                    <a:pt x="1068" y="2079"/>
                  </a:lnTo>
                  <a:lnTo>
                    <a:pt x="1040" y="2064"/>
                  </a:lnTo>
                  <a:lnTo>
                    <a:pt x="996" y="2050"/>
                  </a:lnTo>
                  <a:lnTo>
                    <a:pt x="982" y="2050"/>
                  </a:lnTo>
                  <a:lnTo>
                    <a:pt x="953" y="2035"/>
                  </a:lnTo>
                  <a:lnTo>
                    <a:pt x="924" y="2021"/>
                  </a:lnTo>
                  <a:lnTo>
                    <a:pt x="852" y="1992"/>
                  </a:lnTo>
                  <a:lnTo>
                    <a:pt x="837" y="1992"/>
                  </a:lnTo>
                  <a:lnTo>
                    <a:pt x="809" y="1963"/>
                  </a:lnTo>
                  <a:lnTo>
                    <a:pt x="780" y="1963"/>
                  </a:lnTo>
                  <a:cubicBezTo>
                    <a:pt x="491" y="1790"/>
                    <a:pt x="303" y="1487"/>
                    <a:pt x="260" y="1155"/>
                  </a:cubicBezTo>
                  <a:lnTo>
                    <a:pt x="260" y="1140"/>
                  </a:lnTo>
                  <a:lnTo>
                    <a:pt x="260" y="1112"/>
                  </a:lnTo>
                  <a:lnTo>
                    <a:pt x="260" y="1039"/>
                  </a:lnTo>
                  <a:lnTo>
                    <a:pt x="260" y="953"/>
                  </a:lnTo>
                  <a:lnTo>
                    <a:pt x="260" y="924"/>
                  </a:lnTo>
                  <a:lnTo>
                    <a:pt x="260" y="866"/>
                  </a:lnTo>
                  <a:lnTo>
                    <a:pt x="260" y="852"/>
                  </a:lnTo>
                  <a:lnTo>
                    <a:pt x="260" y="823"/>
                  </a:lnTo>
                  <a:lnTo>
                    <a:pt x="260" y="794"/>
                  </a:lnTo>
                  <a:lnTo>
                    <a:pt x="260" y="765"/>
                  </a:lnTo>
                  <a:lnTo>
                    <a:pt x="260" y="751"/>
                  </a:lnTo>
                  <a:lnTo>
                    <a:pt x="260" y="722"/>
                  </a:lnTo>
                  <a:lnTo>
                    <a:pt x="260" y="707"/>
                  </a:lnTo>
                  <a:lnTo>
                    <a:pt x="260" y="679"/>
                  </a:lnTo>
                  <a:lnTo>
                    <a:pt x="274" y="650"/>
                  </a:lnTo>
                  <a:lnTo>
                    <a:pt x="289" y="621"/>
                  </a:lnTo>
                  <a:lnTo>
                    <a:pt x="303" y="606"/>
                  </a:lnTo>
                  <a:lnTo>
                    <a:pt x="303" y="578"/>
                  </a:lnTo>
                  <a:lnTo>
                    <a:pt x="318" y="549"/>
                  </a:lnTo>
                  <a:lnTo>
                    <a:pt x="332" y="520"/>
                  </a:lnTo>
                  <a:lnTo>
                    <a:pt x="347" y="505"/>
                  </a:lnTo>
                  <a:lnTo>
                    <a:pt x="361" y="476"/>
                  </a:lnTo>
                  <a:lnTo>
                    <a:pt x="375" y="462"/>
                  </a:lnTo>
                  <a:lnTo>
                    <a:pt x="390" y="433"/>
                  </a:lnTo>
                  <a:lnTo>
                    <a:pt x="404" y="419"/>
                  </a:lnTo>
                  <a:lnTo>
                    <a:pt x="419" y="390"/>
                  </a:lnTo>
                  <a:lnTo>
                    <a:pt x="433" y="375"/>
                  </a:lnTo>
                  <a:lnTo>
                    <a:pt x="462" y="347"/>
                  </a:lnTo>
                  <a:lnTo>
                    <a:pt x="477" y="332"/>
                  </a:lnTo>
                  <a:lnTo>
                    <a:pt x="491" y="303"/>
                  </a:lnTo>
                  <a:lnTo>
                    <a:pt x="505" y="289"/>
                  </a:lnTo>
                  <a:lnTo>
                    <a:pt x="520" y="274"/>
                  </a:lnTo>
                  <a:lnTo>
                    <a:pt x="534" y="260"/>
                  </a:lnTo>
                  <a:lnTo>
                    <a:pt x="563" y="231"/>
                  </a:lnTo>
                  <a:lnTo>
                    <a:pt x="606" y="202"/>
                  </a:lnTo>
                  <a:lnTo>
                    <a:pt x="621" y="188"/>
                  </a:lnTo>
                  <a:lnTo>
                    <a:pt x="650" y="159"/>
                  </a:lnTo>
                  <a:lnTo>
                    <a:pt x="664" y="159"/>
                  </a:lnTo>
                  <a:lnTo>
                    <a:pt x="693" y="130"/>
                  </a:lnTo>
                  <a:lnTo>
                    <a:pt x="708" y="130"/>
                  </a:lnTo>
                  <a:lnTo>
                    <a:pt x="736" y="101"/>
                  </a:lnTo>
                  <a:lnTo>
                    <a:pt x="751" y="101"/>
                  </a:lnTo>
                  <a:lnTo>
                    <a:pt x="780" y="87"/>
                  </a:lnTo>
                  <a:lnTo>
                    <a:pt x="794" y="72"/>
                  </a:lnTo>
                  <a:lnTo>
                    <a:pt x="823" y="58"/>
                  </a:lnTo>
                  <a:lnTo>
                    <a:pt x="837" y="43"/>
                  </a:lnTo>
                  <a:lnTo>
                    <a:pt x="866" y="29"/>
                  </a:lnTo>
                  <a:lnTo>
                    <a:pt x="895" y="29"/>
                  </a:lnTo>
                  <a:lnTo>
                    <a:pt x="924" y="15"/>
                  </a:lnTo>
                  <a:lnTo>
                    <a:pt x="938" y="15"/>
                  </a:lnTo>
                  <a:lnTo>
                    <a:pt x="967" y="0"/>
                  </a:lnTo>
                  <a:close/>
                </a:path>
              </a:pathLst>
            </a:custGeom>
            <a:solidFill>
              <a:srgbClr val="B8C6D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20461" name="Google Shape;20461;p47"/>
          <p:cNvGrpSpPr/>
          <p:nvPr/>
        </p:nvGrpSpPr>
        <p:grpSpPr>
          <a:xfrm>
            <a:off x="4212378" y="2456537"/>
            <a:ext cx="331515" cy="330021"/>
            <a:chOff x="4212378" y="2456537"/>
            <a:chExt cx="331515" cy="330021"/>
          </a:xfrm>
        </p:grpSpPr>
        <p:sp>
          <p:nvSpPr>
            <p:cNvPr id="20462" name="Google Shape;20462;p47"/>
            <p:cNvSpPr/>
            <p:nvPr/>
          </p:nvSpPr>
          <p:spPr>
            <a:xfrm>
              <a:off x="4212378" y="2651026"/>
              <a:ext cx="59796" cy="135532"/>
            </a:xfrm>
            <a:custGeom>
              <a:rect b="b" l="l" r="r" t="t"/>
              <a:pathLst>
                <a:path extrusionOk="0" h="5170" w="2281">
                  <a:moveTo>
                    <a:pt x="1973" y="0"/>
                  </a:moveTo>
                  <a:cubicBezTo>
                    <a:pt x="1965" y="0"/>
                    <a:pt x="1957" y="1"/>
                    <a:pt x="1949" y="1"/>
                  </a:cubicBezTo>
                  <a:lnTo>
                    <a:pt x="332" y="1"/>
                  </a:lnTo>
                  <a:cubicBezTo>
                    <a:pt x="145" y="1"/>
                    <a:pt x="0" y="146"/>
                    <a:pt x="0" y="319"/>
                  </a:cubicBezTo>
                  <a:lnTo>
                    <a:pt x="0" y="5169"/>
                  </a:lnTo>
                  <a:lnTo>
                    <a:pt x="2281" y="5169"/>
                  </a:lnTo>
                  <a:lnTo>
                    <a:pt x="2281" y="319"/>
                  </a:lnTo>
                  <a:cubicBezTo>
                    <a:pt x="2281" y="153"/>
                    <a:pt x="2149" y="0"/>
                    <a:pt x="1973" y="0"/>
                  </a:cubicBezTo>
                  <a:close/>
                </a:path>
              </a:pathLst>
            </a:custGeom>
            <a:solidFill>
              <a:srgbClr val="71879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463" name="Google Shape;20463;p47"/>
            <p:cNvSpPr/>
            <p:nvPr/>
          </p:nvSpPr>
          <p:spPr>
            <a:xfrm>
              <a:off x="4212378" y="2651052"/>
              <a:ext cx="28784" cy="135505"/>
            </a:xfrm>
            <a:custGeom>
              <a:rect b="b" l="l" r="r" t="t"/>
              <a:pathLst>
                <a:path extrusionOk="0" h="5169" w="1098">
                  <a:moveTo>
                    <a:pt x="332" y="0"/>
                  </a:moveTo>
                  <a:cubicBezTo>
                    <a:pt x="145" y="0"/>
                    <a:pt x="0" y="145"/>
                    <a:pt x="0" y="318"/>
                  </a:cubicBezTo>
                  <a:lnTo>
                    <a:pt x="0" y="5168"/>
                  </a:lnTo>
                  <a:lnTo>
                    <a:pt x="765" y="5168"/>
                  </a:lnTo>
                  <a:lnTo>
                    <a:pt x="765" y="318"/>
                  </a:lnTo>
                  <a:cubicBezTo>
                    <a:pt x="765" y="145"/>
                    <a:pt x="910" y="0"/>
                    <a:pt x="1097" y="0"/>
                  </a:cubicBezTo>
                  <a:close/>
                </a:path>
              </a:pathLst>
            </a:custGeom>
            <a:solidFill>
              <a:srgbClr val="8DA5B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464" name="Google Shape;20464;p47"/>
            <p:cNvSpPr/>
            <p:nvPr/>
          </p:nvSpPr>
          <p:spPr>
            <a:xfrm>
              <a:off x="4302820" y="2617366"/>
              <a:ext cx="59823" cy="169192"/>
            </a:xfrm>
            <a:custGeom>
              <a:rect b="b" l="l" r="r" t="t"/>
              <a:pathLst>
                <a:path extrusionOk="0" h="6454" w="2282">
                  <a:moveTo>
                    <a:pt x="332" y="1"/>
                  </a:moveTo>
                  <a:cubicBezTo>
                    <a:pt x="145" y="1"/>
                    <a:pt x="0" y="145"/>
                    <a:pt x="0" y="333"/>
                  </a:cubicBezTo>
                  <a:lnTo>
                    <a:pt x="0" y="6453"/>
                  </a:lnTo>
                  <a:lnTo>
                    <a:pt x="2281" y="6453"/>
                  </a:lnTo>
                  <a:lnTo>
                    <a:pt x="2281" y="318"/>
                  </a:lnTo>
                  <a:cubicBezTo>
                    <a:pt x="2281" y="145"/>
                    <a:pt x="2137" y="1"/>
                    <a:pt x="1949" y="1"/>
                  </a:cubicBezTo>
                  <a:close/>
                </a:path>
              </a:pathLst>
            </a:custGeom>
            <a:solidFill>
              <a:srgbClr val="687F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465" name="Google Shape;20465;p47"/>
            <p:cNvSpPr/>
            <p:nvPr/>
          </p:nvSpPr>
          <p:spPr>
            <a:xfrm>
              <a:off x="4302820" y="2617366"/>
              <a:ext cx="28391" cy="169192"/>
            </a:xfrm>
            <a:custGeom>
              <a:rect b="b" l="l" r="r" t="t"/>
              <a:pathLst>
                <a:path extrusionOk="0" h="6454" w="1083">
                  <a:moveTo>
                    <a:pt x="318" y="1"/>
                  </a:moveTo>
                  <a:cubicBezTo>
                    <a:pt x="145" y="1"/>
                    <a:pt x="0" y="145"/>
                    <a:pt x="0" y="333"/>
                  </a:cubicBezTo>
                  <a:lnTo>
                    <a:pt x="0" y="6453"/>
                  </a:lnTo>
                  <a:lnTo>
                    <a:pt x="765" y="6453"/>
                  </a:lnTo>
                  <a:lnTo>
                    <a:pt x="765" y="318"/>
                  </a:lnTo>
                  <a:cubicBezTo>
                    <a:pt x="765" y="145"/>
                    <a:pt x="910" y="1"/>
                    <a:pt x="1083" y="1"/>
                  </a:cubicBezTo>
                  <a:close/>
                </a:path>
              </a:pathLst>
            </a:custGeom>
            <a:solidFill>
              <a:srgbClr val="8DA5B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466" name="Google Shape;20466;p47"/>
            <p:cNvSpPr/>
            <p:nvPr/>
          </p:nvSpPr>
          <p:spPr>
            <a:xfrm>
              <a:off x="4393262" y="2583679"/>
              <a:ext cx="59823" cy="202878"/>
            </a:xfrm>
            <a:custGeom>
              <a:rect b="b" l="l" r="r" t="t"/>
              <a:pathLst>
                <a:path extrusionOk="0" h="7739" w="2282">
                  <a:moveTo>
                    <a:pt x="332" y="1"/>
                  </a:moveTo>
                  <a:cubicBezTo>
                    <a:pt x="145" y="1"/>
                    <a:pt x="0" y="160"/>
                    <a:pt x="0" y="333"/>
                  </a:cubicBezTo>
                  <a:lnTo>
                    <a:pt x="0" y="7738"/>
                  </a:lnTo>
                  <a:lnTo>
                    <a:pt x="2281" y="7738"/>
                  </a:lnTo>
                  <a:lnTo>
                    <a:pt x="2281" y="347"/>
                  </a:lnTo>
                  <a:cubicBezTo>
                    <a:pt x="2281" y="160"/>
                    <a:pt x="2137" y="1"/>
                    <a:pt x="1949" y="1"/>
                  </a:cubicBezTo>
                  <a:close/>
                </a:path>
              </a:pathLst>
            </a:custGeom>
            <a:solidFill>
              <a:srgbClr val="8C9EA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467" name="Google Shape;20467;p47"/>
            <p:cNvSpPr/>
            <p:nvPr/>
          </p:nvSpPr>
          <p:spPr>
            <a:xfrm>
              <a:off x="4393262" y="2583679"/>
              <a:ext cx="28391" cy="202878"/>
            </a:xfrm>
            <a:custGeom>
              <a:rect b="b" l="l" r="r" t="t"/>
              <a:pathLst>
                <a:path extrusionOk="0" h="7739" w="1083">
                  <a:moveTo>
                    <a:pt x="332" y="1"/>
                  </a:moveTo>
                  <a:cubicBezTo>
                    <a:pt x="145" y="1"/>
                    <a:pt x="0" y="160"/>
                    <a:pt x="0" y="333"/>
                  </a:cubicBezTo>
                  <a:lnTo>
                    <a:pt x="0" y="7738"/>
                  </a:lnTo>
                  <a:lnTo>
                    <a:pt x="765" y="7738"/>
                  </a:lnTo>
                  <a:lnTo>
                    <a:pt x="765" y="347"/>
                  </a:lnTo>
                  <a:cubicBezTo>
                    <a:pt x="751" y="160"/>
                    <a:pt x="910" y="15"/>
                    <a:pt x="1083" y="1"/>
                  </a:cubicBezTo>
                  <a:close/>
                </a:path>
              </a:pathLst>
            </a:custGeom>
            <a:solidFill>
              <a:srgbClr val="D6DEE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468" name="Google Shape;20468;p47"/>
            <p:cNvSpPr/>
            <p:nvPr/>
          </p:nvSpPr>
          <p:spPr>
            <a:xfrm>
              <a:off x="4483703" y="2550386"/>
              <a:ext cx="60190" cy="236171"/>
            </a:xfrm>
            <a:custGeom>
              <a:rect b="b" l="l" r="r" t="t"/>
              <a:pathLst>
                <a:path extrusionOk="0" h="9009" w="2296">
                  <a:moveTo>
                    <a:pt x="332" y="1"/>
                  </a:moveTo>
                  <a:cubicBezTo>
                    <a:pt x="145" y="1"/>
                    <a:pt x="0" y="145"/>
                    <a:pt x="0" y="333"/>
                  </a:cubicBezTo>
                  <a:lnTo>
                    <a:pt x="0" y="9008"/>
                  </a:lnTo>
                  <a:lnTo>
                    <a:pt x="2296" y="9008"/>
                  </a:lnTo>
                  <a:lnTo>
                    <a:pt x="2296" y="333"/>
                  </a:lnTo>
                  <a:cubicBezTo>
                    <a:pt x="2296" y="145"/>
                    <a:pt x="2137" y="1"/>
                    <a:pt x="1949" y="1"/>
                  </a:cubicBezTo>
                  <a:close/>
                </a:path>
              </a:pathLst>
            </a:custGeom>
            <a:solidFill>
              <a:srgbClr val="97A7B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469" name="Google Shape;20469;p47"/>
            <p:cNvSpPr/>
            <p:nvPr/>
          </p:nvSpPr>
          <p:spPr>
            <a:xfrm>
              <a:off x="4483703" y="2550386"/>
              <a:ext cx="28417" cy="236171"/>
            </a:xfrm>
            <a:custGeom>
              <a:rect b="b" l="l" r="r" t="t"/>
              <a:pathLst>
                <a:path extrusionOk="0" h="9009" w="1084">
                  <a:moveTo>
                    <a:pt x="318" y="1"/>
                  </a:moveTo>
                  <a:cubicBezTo>
                    <a:pt x="145" y="1"/>
                    <a:pt x="0" y="145"/>
                    <a:pt x="0" y="333"/>
                  </a:cubicBezTo>
                  <a:lnTo>
                    <a:pt x="0" y="9008"/>
                  </a:lnTo>
                  <a:lnTo>
                    <a:pt x="766" y="9008"/>
                  </a:lnTo>
                  <a:lnTo>
                    <a:pt x="766" y="333"/>
                  </a:lnTo>
                  <a:cubicBezTo>
                    <a:pt x="766" y="145"/>
                    <a:pt x="910" y="1"/>
                    <a:pt x="1083" y="1"/>
                  </a:cubicBezTo>
                  <a:close/>
                </a:path>
              </a:pathLst>
            </a:custGeom>
            <a:solidFill>
              <a:srgbClr val="71879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470" name="Google Shape;20470;p47"/>
            <p:cNvSpPr/>
            <p:nvPr/>
          </p:nvSpPr>
          <p:spPr>
            <a:xfrm>
              <a:off x="4226744" y="2456537"/>
              <a:ext cx="307318" cy="124154"/>
            </a:xfrm>
            <a:custGeom>
              <a:rect b="b" l="l" r="r" t="t"/>
              <a:pathLst>
                <a:path extrusionOk="0" h="4736" w="11723">
                  <a:moveTo>
                    <a:pt x="9427" y="1"/>
                  </a:moveTo>
                  <a:cubicBezTo>
                    <a:pt x="9268" y="1"/>
                    <a:pt x="9153" y="188"/>
                    <a:pt x="9254" y="333"/>
                  </a:cubicBezTo>
                  <a:lnTo>
                    <a:pt x="9586" y="809"/>
                  </a:lnTo>
                  <a:cubicBezTo>
                    <a:pt x="6670" y="2483"/>
                    <a:pt x="3364" y="3364"/>
                    <a:pt x="1" y="3364"/>
                  </a:cubicBezTo>
                  <a:lnTo>
                    <a:pt x="1" y="4735"/>
                  </a:lnTo>
                  <a:cubicBezTo>
                    <a:pt x="2657" y="4735"/>
                    <a:pt x="5299" y="4216"/>
                    <a:pt x="7767" y="3234"/>
                  </a:cubicBezTo>
                  <a:cubicBezTo>
                    <a:pt x="8662" y="2873"/>
                    <a:pt x="9543" y="2440"/>
                    <a:pt x="10365" y="1949"/>
                  </a:cubicBezTo>
                  <a:lnTo>
                    <a:pt x="10669" y="2368"/>
                  </a:lnTo>
                  <a:cubicBezTo>
                    <a:pt x="10712" y="2423"/>
                    <a:pt x="10773" y="2450"/>
                    <a:pt x="10834" y="2450"/>
                  </a:cubicBezTo>
                  <a:cubicBezTo>
                    <a:pt x="10915" y="2450"/>
                    <a:pt x="10996" y="2401"/>
                    <a:pt x="11029" y="2310"/>
                  </a:cubicBezTo>
                  <a:lnTo>
                    <a:pt x="11679" y="361"/>
                  </a:lnTo>
                  <a:cubicBezTo>
                    <a:pt x="11722" y="232"/>
                    <a:pt x="11636" y="87"/>
                    <a:pt x="11491" y="73"/>
                  </a:cubicBezTo>
                  <a:lnTo>
                    <a:pt x="9427" y="1"/>
                  </a:lnTo>
                  <a:close/>
                </a:path>
              </a:pathLst>
            </a:custGeom>
            <a:solidFill>
              <a:srgbClr val="95A6B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20471" name="Google Shape;20471;p47"/>
          <p:cNvGrpSpPr/>
          <p:nvPr/>
        </p:nvGrpSpPr>
        <p:grpSpPr>
          <a:xfrm>
            <a:off x="6176013" y="1977825"/>
            <a:ext cx="235410" cy="347427"/>
            <a:chOff x="6176013" y="1977825"/>
            <a:chExt cx="235410" cy="347427"/>
          </a:xfrm>
        </p:grpSpPr>
        <p:sp>
          <p:nvSpPr>
            <p:cNvPr id="20472" name="Google Shape;20472;p47"/>
            <p:cNvSpPr/>
            <p:nvPr/>
          </p:nvSpPr>
          <p:spPr>
            <a:xfrm>
              <a:off x="6268368" y="2084179"/>
              <a:ext cx="50726" cy="50726"/>
            </a:xfrm>
            <a:custGeom>
              <a:rect b="b" l="l" r="r" t="t"/>
              <a:pathLst>
                <a:path extrusionOk="0" h="1935" w="1935">
                  <a:moveTo>
                    <a:pt x="0" y="0"/>
                  </a:moveTo>
                  <a:lnTo>
                    <a:pt x="0" y="1935"/>
                  </a:lnTo>
                  <a:lnTo>
                    <a:pt x="1934" y="1935"/>
                  </a:lnTo>
                  <a:lnTo>
                    <a:pt x="1934" y="0"/>
                  </a:lnTo>
                  <a:close/>
                </a:path>
              </a:pathLst>
            </a:custGeom>
            <a:solidFill>
              <a:srgbClr val="AABBC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473" name="Google Shape;20473;p47"/>
            <p:cNvSpPr/>
            <p:nvPr/>
          </p:nvSpPr>
          <p:spPr>
            <a:xfrm>
              <a:off x="6268368" y="2084179"/>
              <a:ext cx="50726" cy="28024"/>
            </a:xfrm>
            <a:custGeom>
              <a:rect b="b" l="l" r="r" t="t"/>
              <a:pathLst>
                <a:path extrusionOk="0" h="1069" w="1935">
                  <a:moveTo>
                    <a:pt x="0" y="0"/>
                  </a:moveTo>
                  <a:lnTo>
                    <a:pt x="0" y="895"/>
                  </a:lnTo>
                  <a:cubicBezTo>
                    <a:pt x="310" y="1011"/>
                    <a:pt x="639" y="1068"/>
                    <a:pt x="967" y="1068"/>
                  </a:cubicBezTo>
                  <a:cubicBezTo>
                    <a:pt x="1296" y="1068"/>
                    <a:pt x="1624" y="1011"/>
                    <a:pt x="1934" y="895"/>
                  </a:cubicBezTo>
                  <a:lnTo>
                    <a:pt x="1934" y="0"/>
                  </a:lnTo>
                  <a:close/>
                </a:path>
              </a:pathLst>
            </a:custGeom>
            <a:solidFill>
              <a:srgbClr val="94A5B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474" name="Google Shape;20474;p47"/>
            <p:cNvSpPr/>
            <p:nvPr/>
          </p:nvSpPr>
          <p:spPr>
            <a:xfrm>
              <a:off x="6243385" y="1977825"/>
              <a:ext cx="101059" cy="78357"/>
            </a:xfrm>
            <a:custGeom>
              <a:rect b="b" l="l" r="r" t="t"/>
              <a:pathLst>
                <a:path extrusionOk="0" h="2989" w="3855">
                  <a:moveTo>
                    <a:pt x="1259" y="1"/>
                  </a:moveTo>
                  <a:cubicBezTo>
                    <a:pt x="564" y="1"/>
                    <a:pt x="0" y="573"/>
                    <a:pt x="0" y="1271"/>
                  </a:cubicBezTo>
                  <a:lnTo>
                    <a:pt x="0" y="1849"/>
                  </a:lnTo>
                  <a:cubicBezTo>
                    <a:pt x="0" y="2036"/>
                    <a:pt x="29" y="2224"/>
                    <a:pt x="87" y="2397"/>
                  </a:cubicBezTo>
                  <a:lnTo>
                    <a:pt x="174" y="2671"/>
                  </a:lnTo>
                  <a:cubicBezTo>
                    <a:pt x="202" y="2744"/>
                    <a:pt x="217" y="2801"/>
                    <a:pt x="217" y="2874"/>
                  </a:cubicBezTo>
                  <a:lnTo>
                    <a:pt x="217" y="2989"/>
                  </a:lnTo>
                  <a:lnTo>
                    <a:pt x="3638" y="2989"/>
                  </a:lnTo>
                  <a:lnTo>
                    <a:pt x="3638" y="2888"/>
                  </a:lnTo>
                  <a:cubicBezTo>
                    <a:pt x="3638" y="2816"/>
                    <a:pt x="3653" y="2744"/>
                    <a:pt x="3667" y="2686"/>
                  </a:cubicBezTo>
                  <a:lnTo>
                    <a:pt x="3768" y="2397"/>
                  </a:lnTo>
                  <a:cubicBezTo>
                    <a:pt x="3826" y="2224"/>
                    <a:pt x="3855" y="2036"/>
                    <a:pt x="3855" y="1863"/>
                  </a:cubicBezTo>
                  <a:lnTo>
                    <a:pt x="3855" y="419"/>
                  </a:lnTo>
                  <a:cubicBezTo>
                    <a:pt x="3855" y="189"/>
                    <a:pt x="3667" y="1"/>
                    <a:pt x="3422" y="1"/>
                  </a:cubicBezTo>
                  <a:lnTo>
                    <a:pt x="1285" y="1"/>
                  </a:lnTo>
                  <a:cubicBezTo>
                    <a:pt x="1276" y="1"/>
                    <a:pt x="1268" y="1"/>
                    <a:pt x="1259" y="1"/>
                  </a:cubicBezTo>
                  <a:close/>
                </a:path>
              </a:pathLst>
            </a:custGeom>
            <a:solidFill>
              <a:srgbClr val="5C728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475" name="Google Shape;20475;p47"/>
            <p:cNvSpPr/>
            <p:nvPr/>
          </p:nvSpPr>
          <p:spPr>
            <a:xfrm>
              <a:off x="6243385" y="1977825"/>
              <a:ext cx="42416" cy="78357"/>
            </a:xfrm>
            <a:custGeom>
              <a:rect b="b" l="l" r="r" t="t"/>
              <a:pathLst>
                <a:path extrusionOk="0" h="2989" w="1618">
                  <a:moveTo>
                    <a:pt x="1259" y="1"/>
                  </a:moveTo>
                  <a:cubicBezTo>
                    <a:pt x="564" y="1"/>
                    <a:pt x="0" y="573"/>
                    <a:pt x="0" y="1271"/>
                  </a:cubicBezTo>
                  <a:lnTo>
                    <a:pt x="0" y="1849"/>
                  </a:lnTo>
                  <a:cubicBezTo>
                    <a:pt x="0" y="2036"/>
                    <a:pt x="29" y="2224"/>
                    <a:pt x="87" y="2397"/>
                  </a:cubicBezTo>
                  <a:lnTo>
                    <a:pt x="174" y="2671"/>
                  </a:lnTo>
                  <a:cubicBezTo>
                    <a:pt x="202" y="2744"/>
                    <a:pt x="217" y="2801"/>
                    <a:pt x="217" y="2874"/>
                  </a:cubicBezTo>
                  <a:lnTo>
                    <a:pt x="217" y="2989"/>
                  </a:lnTo>
                  <a:lnTo>
                    <a:pt x="1487" y="2989"/>
                  </a:lnTo>
                  <a:lnTo>
                    <a:pt x="1487" y="1488"/>
                  </a:lnTo>
                  <a:cubicBezTo>
                    <a:pt x="1112" y="1488"/>
                    <a:pt x="809" y="1185"/>
                    <a:pt x="809" y="809"/>
                  </a:cubicBezTo>
                  <a:cubicBezTo>
                    <a:pt x="809" y="362"/>
                    <a:pt x="1170" y="1"/>
                    <a:pt x="1617" y="1"/>
                  </a:cubicBezTo>
                  <a:lnTo>
                    <a:pt x="1285" y="1"/>
                  </a:lnTo>
                  <a:cubicBezTo>
                    <a:pt x="1276" y="1"/>
                    <a:pt x="1268" y="1"/>
                    <a:pt x="1259" y="1"/>
                  </a:cubicBezTo>
                  <a:close/>
                </a:path>
              </a:pathLst>
            </a:custGeom>
            <a:solidFill>
              <a:srgbClr val="667A8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476" name="Google Shape;20476;p47"/>
            <p:cNvSpPr/>
            <p:nvPr/>
          </p:nvSpPr>
          <p:spPr>
            <a:xfrm>
              <a:off x="6215388" y="2117839"/>
              <a:ext cx="156687" cy="73061"/>
            </a:xfrm>
            <a:custGeom>
              <a:rect b="b" l="l" r="r" t="t"/>
              <a:pathLst>
                <a:path extrusionOk="0" h="2787" w="5977">
                  <a:moveTo>
                    <a:pt x="2137" y="1"/>
                  </a:moveTo>
                  <a:lnTo>
                    <a:pt x="606" y="463"/>
                  </a:lnTo>
                  <a:cubicBezTo>
                    <a:pt x="246" y="564"/>
                    <a:pt x="0" y="896"/>
                    <a:pt x="0" y="1271"/>
                  </a:cubicBezTo>
                  <a:lnTo>
                    <a:pt x="0" y="2570"/>
                  </a:lnTo>
                  <a:cubicBezTo>
                    <a:pt x="0" y="2686"/>
                    <a:pt x="87" y="2773"/>
                    <a:pt x="202" y="2787"/>
                  </a:cubicBezTo>
                  <a:lnTo>
                    <a:pt x="5774" y="2787"/>
                  </a:lnTo>
                  <a:cubicBezTo>
                    <a:pt x="5890" y="2787"/>
                    <a:pt x="5976" y="2686"/>
                    <a:pt x="5976" y="2570"/>
                  </a:cubicBezTo>
                  <a:lnTo>
                    <a:pt x="5976" y="1271"/>
                  </a:lnTo>
                  <a:cubicBezTo>
                    <a:pt x="5976" y="896"/>
                    <a:pt x="5731" y="564"/>
                    <a:pt x="5370" y="463"/>
                  </a:cubicBezTo>
                  <a:lnTo>
                    <a:pt x="3840" y="1"/>
                  </a:lnTo>
                  <a:lnTo>
                    <a:pt x="2988" y="651"/>
                  </a:lnTo>
                  <a:lnTo>
                    <a:pt x="2137" y="1"/>
                  </a:lnTo>
                  <a:close/>
                </a:path>
              </a:pathLst>
            </a:custGeom>
            <a:solidFill>
              <a:srgbClr val="91A8B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477" name="Google Shape;20477;p47"/>
            <p:cNvSpPr/>
            <p:nvPr/>
          </p:nvSpPr>
          <p:spPr>
            <a:xfrm>
              <a:off x="6285382" y="2140174"/>
              <a:ext cx="16673" cy="50726"/>
            </a:xfrm>
            <a:custGeom>
              <a:rect b="b" l="l" r="r" t="t"/>
              <a:pathLst>
                <a:path extrusionOk="0" h="1935" w="636">
                  <a:moveTo>
                    <a:pt x="159" y="1"/>
                  </a:moveTo>
                  <a:lnTo>
                    <a:pt x="1" y="1935"/>
                  </a:lnTo>
                  <a:lnTo>
                    <a:pt x="636" y="1935"/>
                  </a:lnTo>
                  <a:lnTo>
                    <a:pt x="477" y="1"/>
                  </a:lnTo>
                  <a:close/>
                </a:path>
              </a:pathLst>
            </a:custGeom>
            <a:solidFill>
              <a:srgbClr val="D3DCE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478" name="Google Shape;20478;p47"/>
            <p:cNvSpPr/>
            <p:nvPr/>
          </p:nvSpPr>
          <p:spPr>
            <a:xfrm>
              <a:off x="6215388" y="2138654"/>
              <a:ext cx="28024" cy="51879"/>
            </a:xfrm>
            <a:custGeom>
              <a:rect b="b" l="l" r="r" t="t"/>
              <a:pathLst>
                <a:path extrusionOk="0" h="1979" w="1069">
                  <a:moveTo>
                    <a:pt x="144" y="1"/>
                  </a:moveTo>
                  <a:cubicBezTo>
                    <a:pt x="43" y="131"/>
                    <a:pt x="0" y="304"/>
                    <a:pt x="0" y="477"/>
                  </a:cubicBezTo>
                  <a:lnTo>
                    <a:pt x="0" y="1762"/>
                  </a:lnTo>
                  <a:cubicBezTo>
                    <a:pt x="0" y="1877"/>
                    <a:pt x="87" y="1979"/>
                    <a:pt x="217" y="1979"/>
                  </a:cubicBezTo>
                  <a:lnTo>
                    <a:pt x="1068" y="1979"/>
                  </a:lnTo>
                  <a:lnTo>
                    <a:pt x="1068" y="1185"/>
                  </a:lnTo>
                  <a:cubicBezTo>
                    <a:pt x="1068" y="1011"/>
                    <a:pt x="1011" y="853"/>
                    <a:pt x="881" y="723"/>
                  </a:cubicBezTo>
                  <a:lnTo>
                    <a:pt x="144" y="1"/>
                  </a:lnTo>
                  <a:close/>
                </a:path>
              </a:pathLst>
            </a:custGeom>
            <a:solidFill>
              <a:srgbClr val="667A8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479" name="Google Shape;20479;p47"/>
            <p:cNvSpPr/>
            <p:nvPr/>
          </p:nvSpPr>
          <p:spPr>
            <a:xfrm>
              <a:off x="6344051" y="2138654"/>
              <a:ext cx="28391" cy="51879"/>
            </a:xfrm>
            <a:custGeom>
              <a:rect b="b" l="l" r="r" t="t"/>
              <a:pathLst>
                <a:path extrusionOk="0" h="1979" w="1083">
                  <a:moveTo>
                    <a:pt x="924" y="1"/>
                  </a:moveTo>
                  <a:lnTo>
                    <a:pt x="188" y="723"/>
                  </a:lnTo>
                  <a:cubicBezTo>
                    <a:pt x="72" y="853"/>
                    <a:pt x="0" y="1011"/>
                    <a:pt x="0" y="1185"/>
                  </a:cubicBezTo>
                  <a:lnTo>
                    <a:pt x="0" y="1979"/>
                  </a:lnTo>
                  <a:lnTo>
                    <a:pt x="866" y="1979"/>
                  </a:lnTo>
                  <a:cubicBezTo>
                    <a:pt x="982" y="1979"/>
                    <a:pt x="1083" y="1877"/>
                    <a:pt x="1083" y="1762"/>
                  </a:cubicBezTo>
                  <a:lnTo>
                    <a:pt x="1083" y="477"/>
                  </a:lnTo>
                  <a:cubicBezTo>
                    <a:pt x="1068" y="304"/>
                    <a:pt x="1025" y="131"/>
                    <a:pt x="924" y="1"/>
                  </a:cubicBezTo>
                  <a:close/>
                </a:path>
              </a:pathLst>
            </a:custGeom>
            <a:solidFill>
              <a:srgbClr val="667A8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480" name="Google Shape;20480;p47"/>
            <p:cNvSpPr/>
            <p:nvPr/>
          </p:nvSpPr>
          <p:spPr>
            <a:xfrm>
              <a:off x="6285015" y="2134879"/>
              <a:ext cx="17040" cy="13658"/>
            </a:xfrm>
            <a:custGeom>
              <a:rect b="b" l="l" r="r" t="t"/>
              <a:pathLst>
                <a:path extrusionOk="0" h="521" w="650">
                  <a:moveTo>
                    <a:pt x="0" y="1"/>
                  </a:moveTo>
                  <a:lnTo>
                    <a:pt x="0" y="405"/>
                  </a:lnTo>
                  <a:cubicBezTo>
                    <a:pt x="0" y="462"/>
                    <a:pt x="58" y="520"/>
                    <a:pt x="130" y="520"/>
                  </a:cubicBezTo>
                  <a:lnTo>
                    <a:pt x="520" y="520"/>
                  </a:lnTo>
                  <a:cubicBezTo>
                    <a:pt x="592" y="520"/>
                    <a:pt x="650" y="462"/>
                    <a:pt x="650" y="405"/>
                  </a:cubicBezTo>
                  <a:lnTo>
                    <a:pt x="650" y="1"/>
                  </a:lnTo>
                  <a:close/>
                </a:path>
              </a:pathLst>
            </a:custGeom>
            <a:solidFill>
              <a:srgbClr val="8EA6B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481" name="Google Shape;20481;p47"/>
            <p:cNvSpPr/>
            <p:nvPr/>
          </p:nvSpPr>
          <p:spPr>
            <a:xfrm>
              <a:off x="6258905" y="2112334"/>
              <a:ext cx="34840" cy="31301"/>
            </a:xfrm>
            <a:custGeom>
              <a:rect b="b" l="l" r="r" t="t"/>
              <a:pathLst>
                <a:path extrusionOk="0" h="1194" w="1329">
                  <a:moveTo>
                    <a:pt x="334" y="1"/>
                  </a:moveTo>
                  <a:cubicBezTo>
                    <a:pt x="291" y="1"/>
                    <a:pt x="249" y="20"/>
                    <a:pt x="217" y="52"/>
                  </a:cubicBezTo>
                  <a:lnTo>
                    <a:pt x="0" y="355"/>
                  </a:lnTo>
                  <a:lnTo>
                    <a:pt x="505" y="1092"/>
                  </a:lnTo>
                  <a:cubicBezTo>
                    <a:pt x="562" y="1158"/>
                    <a:pt x="638" y="1193"/>
                    <a:pt x="716" y="1193"/>
                  </a:cubicBezTo>
                  <a:cubicBezTo>
                    <a:pt x="756" y="1193"/>
                    <a:pt x="798" y="1184"/>
                    <a:pt x="837" y="1164"/>
                  </a:cubicBezTo>
                  <a:lnTo>
                    <a:pt x="1328" y="861"/>
                  </a:lnTo>
                  <a:lnTo>
                    <a:pt x="433" y="38"/>
                  </a:lnTo>
                  <a:cubicBezTo>
                    <a:pt x="402" y="12"/>
                    <a:pt x="367" y="1"/>
                    <a:pt x="334" y="1"/>
                  </a:cubicBezTo>
                  <a:close/>
                </a:path>
              </a:pathLst>
            </a:custGeom>
            <a:solidFill>
              <a:srgbClr val="667A8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482" name="Google Shape;20482;p47"/>
            <p:cNvSpPr/>
            <p:nvPr/>
          </p:nvSpPr>
          <p:spPr>
            <a:xfrm>
              <a:off x="6293718" y="2112334"/>
              <a:ext cx="34840" cy="31301"/>
            </a:xfrm>
            <a:custGeom>
              <a:rect b="b" l="l" r="r" t="t"/>
              <a:pathLst>
                <a:path extrusionOk="0" h="1194" w="1329">
                  <a:moveTo>
                    <a:pt x="997" y="1"/>
                  </a:moveTo>
                  <a:cubicBezTo>
                    <a:pt x="966" y="1"/>
                    <a:pt x="935" y="12"/>
                    <a:pt x="910" y="38"/>
                  </a:cubicBezTo>
                  <a:lnTo>
                    <a:pt x="0" y="861"/>
                  </a:lnTo>
                  <a:lnTo>
                    <a:pt x="491" y="1164"/>
                  </a:lnTo>
                  <a:cubicBezTo>
                    <a:pt x="531" y="1184"/>
                    <a:pt x="572" y="1193"/>
                    <a:pt x="613" y="1193"/>
                  </a:cubicBezTo>
                  <a:cubicBezTo>
                    <a:pt x="691" y="1193"/>
                    <a:pt x="766" y="1158"/>
                    <a:pt x="823" y="1092"/>
                  </a:cubicBezTo>
                  <a:lnTo>
                    <a:pt x="1328" y="355"/>
                  </a:lnTo>
                  <a:lnTo>
                    <a:pt x="1112" y="52"/>
                  </a:lnTo>
                  <a:cubicBezTo>
                    <a:pt x="1079" y="20"/>
                    <a:pt x="1038" y="1"/>
                    <a:pt x="997" y="1"/>
                  </a:cubicBezTo>
                  <a:close/>
                </a:path>
              </a:pathLst>
            </a:custGeom>
            <a:solidFill>
              <a:srgbClr val="667A8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483" name="Google Shape;20483;p47"/>
            <p:cNvSpPr/>
            <p:nvPr/>
          </p:nvSpPr>
          <p:spPr>
            <a:xfrm>
              <a:off x="6248681" y="2016859"/>
              <a:ext cx="90075" cy="84045"/>
            </a:xfrm>
            <a:custGeom>
              <a:rect b="b" l="l" r="r" t="t"/>
              <a:pathLst>
                <a:path extrusionOk="0" h="3206" w="3436">
                  <a:moveTo>
                    <a:pt x="1307" y="1"/>
                  </a:moveTo>
                  <a:cubicBezTo>
                    <a:pt x="1010" y="1"/>
                    <a:pt x="760" y="38"/>
                    <a:pt x="607" y="71"/>
                  </a:cubicBezTo>
                  <a:cubicBezTo>
                    <a:pt x="506" y="85"/>
                    <a:pt x="433" y="172"/>
                    <a:pt x="433" y="273"/>
                  </a:cubicBezTo>
                  <a:lnTo>
                    <a:pt x="433" y="937"/>
                  </a:lnTo>
                  <a:cubicBezTo>
                    <a:pt x="433" y="1024"/>
                    <a:pt x="390" y="1096"/>
                    <a:pt x="318" y="1125"/>
                  </a:cubicBezTo>
                  <a:lnTo>
                    <a:pt x="130" y="1226"/>
                  </a:lnTo>
                  <a:cubicBezTo>
                    <a:pt x="58" y="1269"/>
                    <a:pt x="0" y="1341"/>
                    <a:pt x="0" y="1413"/>
                  </a:cubicBezTo>
                  <a:lnTo>
                    <a:pt x="0" y="1442"/>
                  </a:lnTo>
                  <a:cubicBezTo>
                    <a:pt x="15" y="2366"/>
                    <a:pt x="722" y="3131"/>
                    <a:pt x="1661" y="3203"/>
                  </a:cubicBezTo>
                  <a:cubicBezTo>
                    <a:pt x="1686" y="3205"/>
                    <a:pt x="1712" y="3205"/>
                    <a:pt x="1737" y="3205"/>
                  </a:cubicBezTo>
                  <a:cubicBezTo>
                    <a:pt x="2670" y="3205"/>
                    <a:pt x="3436" y="2441"/>
                    <a:pt x="3422" y="1500"/>
                  </a:cubicBezTo>
                  <a:lnTo>
                    <a:pt x="3422" y="1413"/>
                  </a:lnTo>
                  <a:cubicBezTo>
                    <a:pt x="3422" y="1341"/>
                    <a:pt x="3378" y="1269"/>
                    <a:pt x="3306" y="1226"/>
                  </a:cubicBezTo>
                  <a:lnTo>
                    <a:pt x="3118" y="1125"/>
                  </a:lnTo>
                  <a:cubicBezTo>
                    <a:pt x="3046" y="1096"/>
                    <a:pt x="3003" y="1024"/>
                    <a:pt x="3003" y="937"/>
                  </a:cubicBezTo>
                  <a:lnTo>
                    <a:pt x="3003" y="677"/>
                  </a:lnTo>
                  <a:cubicBezTo>
                    <a:pt x="3003" y="591"/>
                    <a:pt x="2974" y="518"/>
                    <a:pt x="2916" y="475"/>
                  </a:cubicBezTo>
                  <a:cubicBezTo>
                    <a:pt x="2398" y="99"/>
                    <a:pt x="1790" y="1"/>
                    <a:pt x="1307" y="1"/>
                  </a:cubicBezTo>
                  <a:close/>
                </a:path>
              </a:pathLst>
            </a:custGeom>
            <a:solidFill>
              <a:srgbClr val="BCC9D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484" name="Google Shape;20484;p47"/>
            <p:cNvSpPr/>
            <p:nvPr/>
          </p:nvSpPr>
          <p:spPr>
            <a:xfrm>
              <a:off x="6248681" y="2016911"/>
              <a:ext cx="78724" cy="83180"/>
            </a:xfrm>
            <a:custGeom>
              <a:rect b="b" l="l" r="r" t="t"/>
              <a:pathLst>
                <a:path extrusionOk="0" h="3173" w="3003">
                  <a:moveTo>
                    <a:pt x="1308" y="0"/>
                  </a:moveTo>
                  <a:cubicBezTo>
                    <a:pt x="1144" y="0"/>
                    <a:pt x="994" y="11"/>
                    <a:pt x="867" y="26"/>
                  </a:cubicBezTo>
                  <a:cubicBezTo>
                    <a:pt x="766" y="40"/>
                    <a:pt x="679" y="54"/>
                    <a:pt x="607" y="69"/>
                  </a:cubicBezTo>
                  <a:cubicBezTo>
                    <a:pt x="506" y="83"/>
                    <a:pt x="433" y="184"/>
                    <a:pt x="433" y="285"/>
                  </a:cubicBezTo>
                  <a:lnTo>
                    <a:pt x="433" y="935"/>
                  </a:lnTo>
                  <a:cubicBezTo>
                    <a:pt x="433" y="1022"/>
                    <a:pt x="390" y="1094"/>
                    <a:pt x="318" y="1137"/>
                  </a:cubicBezTo>
                  <a:lnTo>
                    <a:pt x="130" y="1224"/>
                  </a:lnTo>
                  <a:cubicBezTo>
                    <a:pt x="58" y="1267"/>
                    <a:pt x="15" y="1339"/>
                    <a:pt x="0" y="1426"/>
                  </a:cubicBezTo>
                  <a:lnTo>
                    <a:pt x="0" y="1440"/>
                  </a:lnTo>
                  <a:cubicBezTo>
                    <a:pt x="15" y="2278"/>
                    <a:pt x="592" y="2985"/>
                    <a:pt x="1401" y="3172"/>
                  </a:cubicBezTo>
                  <a:cubicBezTo>
                    <a:pt x="1069" y="2855"/>
                    <a:pt x="867" y="2407"/>
                    <a:pt x="867" y="1931"/>
                  </a:cubicBezTo>
                  <a:lnTo>
                    <a:pt x="867" y="733"/>
                  </a:lnTo>
                  <a:cubicBezTo>
                    <a:pt x="867" y="545"/>
                    <a:pt x="1011" y="401"/>
                    <a:pt x="1199" y="401"/>
                  </a:cubicBezTo>
                  <a:cubicBezTo>
                    <a:pt x="1264" y="399"/>
                    <a:pt x="1335" y="398"/>
                    <a:pt x="1408" y="398"/>
                  </a:cubicBezTo>
                  <a:cubicBezTo>
                    <a:pt x="1902" y="398"/>
                    <a:pt x="2551" y="449"/>
                    <a:pt x="3003" y="675"/>
                  </a:cubicBezTo>
                  <a:cubicBezTo>
                    <a:pt x="3003" y="589"/>
                    <a:pt x="2974" y="516"/>
                    <a:pt x="2916" y="473"/>
                  </a:cubicBezTo>
                  <a:cubicBezTo>
                    <a:pt x="2399" y="95"/>
                    <a:pt x="1792" y="0"/>
                    <a:pt x="1308" y="0"/>
                  </a:cubicBezTo>
                  <a:close/>
                </a:path>
              </a:pathLst>
            </a:custGeom>
            <a:solidFill>
              <a:srgbClr val="AABBC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485" name="Google Shape;20485;p47"/>
            <p:cNvSpPr/>
            <p:nvPr/>
          </p:nvSpPr>
          <p:spPr>
            <a:xfrm>
              <a:off x="6282367" y="2302891"/>
              <a:ext cx="22728" cy="22361"/>
            </a:xfrm>
            <a:custGeom>
              <a:rect b="b" l="l" r="r" t="t"/>
              <a:pathLst>
                <a:path extrusionOk="0" h="853" w="867">
                  <a:moveTo>
                    <a:pt x="433" y="1"/>
                  </a:moveTo>
                  <a:cubicBezTo>
                    <a:pt x="202" y="1"/>
                    <a:pt x="0" y="189"/>
                    <a:pt x="0" y="419"/>
                  </a:cubicBezTo>
                  <a:cubicBezTo>
                    <a:pt x="0" y="665"/>
                    <a:pt x="202" y="853"/>
                    <a:pt x="433" y="853"/>
                  </a:cubicBezTo>
                  <a:cubicBezTo>
                    <a:pt x="664" y="853"/>
                    <a:pt x="866" y="665"/>
                    <a:pt x="866" y="419"/>
                  </a:cubicBezTo>
                  <a:cubicBezTo>
                    <a:pt x="866" y="189"/>
                    <a:pt x="664" y="1"/>
                    <a:pt x="433" y="1"/>
                  </a:cubicBezTo>
                  <a:close/>
                </a:path>
              </a:pathLst>
            </a:custGeom>
            <a:solidFill>
              <a:srgbClr val="9AAAB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486" name="Google Shape;20486;p47"/>
            <p:cNvSpPr/>
            <p:nvPr/>
          </p:nvSpPr>
          <p:spPr>
            <a:xfrm>
              <a:off x="6176013" y="2302891"/>
              <a:ext cx="22361" cy="22361"/>
            </a:xfrm>
            <a:custGeom>
              <a:rect b="b" l="l" r="r" t="t"/>
              <a:pathLst>
                <a:path extrusionOk="0" h="853" w="853">
                  <a:moveTo>
                    <a:pt x="434" y="1"/>
                  </a:moveTo>
                  <a:cubicBezTo>
                    <a:pt x="188" y="1"/>
                    <a:pt x="1" y="189"/>
                    <a:pt x="1" y="419"/>
                  </a:cubicBezTo>
                  <a:cubicBezTo>
                    <a:pt x="1" y="665"/>
                    <a:pt x="188" y="853"/>
                    <a:pt x="434" y="853"/>
                  </a:cubicBezTo>
                  <a:cubicBezTo>
                    <a:pt x="665" y="853"/>
                    <a:pt x="853" y="665"/>
                    <a:pt x="853" y="419"/>
                  </a:cubicBezTo>
                  <a:cubicBezTo>
                    <a:pt x="853" y="189"/>
                    <a:pt x="665" y="1"/>
                    <a:pt x="434" y="1"/>
                  </a:cubicBezTo>
                  <a:close/>
                </a:path>
              </a:pathLst>
            </a:custGeom>
            <a:solidFill>
              <a:srgbClr val="A9BAC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487" name="Google Shape;20487;p47"/>
            <p:cNvSpPr/>
            <p:nvPr/>
          </p:nvSpPr>
          <p:spPr>
            <a:xfrm>
              <a:off x="6389062" y="2302891"/>
              <a:ext cx="22361" cy="22361"/>
            </a:xfrm>
            <a:custGeom>
              <a:rect b="b" l="l" r="r" t="t"/>
              <a:pathLst>
                <a:path extrusionOk="0" h="853" w="853">
                  <a:moveTo>
                    <a:pt x="434" y="1"/>
                  </a:moveTo>
                  <a:cubicBezTo>
                    <a:pt x="189" y="1"/>
                    <a:pt x="1" y="189"/>
                    <a:pt x="1" y="419"/>
                  </a:cubicBezTo>
                  <a:cubicBezTo>
                    <a:pt x="1" y="665"/>
                    <a:pt x="189" y="853"/>
                    <a:pt x="434" y="853"/>
                  </a:cubicBezTo>
                  <a:cubicBezTo>
                    <a:pt x="665" y="853"/>
                    <a:pt x="853" y="665"/>
                    <a:pt x="853" y="419"/>
                  </a:cubicBezTo>
                  <a:cubicBezTo>
                    <a:pt x="853" y="189"/>
                    <a:pt x="665" y="1"/>
                    <a:pt x="434" y="1"/>
                  </a:cubicBezTo>
                  <a:close/>
                </a:path>
              </a:pathLst>
            </a:custGeom>
            <a:solidFill>
              <a:srgbClr val="ADBDC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488" name="Google Shape;20488;p47"/>
            <p:cNvSpPr/>
            <p:nvPr/>
          </p:nvSpPr>
          <p:spPr>
            <a:xfrm>
              <a:off x="6199528" y="2217954"/>
              <a:ext cx="188381" cy="73769"/>
            </a:xfrm>
            <a:custGeom>
              <a:rect b="b" l="l" r="r" t="t"/>
              <a:pathLst>
                <a:path extrusionOk="0" h="2814" w="7186">
                  <a:moveTo>
                    <a:pt x="3593" y="0"/>
                  </a:moveTo>
                  <a:cubicBezTo>
                    <a:pt x="3478" y="0"/>
                    <a:pt x="3362" y="80"/>
                    <a:pt x="3377" y="238"/>
                  </a:cubicBezTo>
                  <a:lnTo>
                    <a:pt x="3377" y="455"/>
                  </a:lnTo>
                  <a:lnTo>
                    <a:pt x="2005" y="455"/>
                  </a:lnTo>
                  <a:cubicBezTo>
                    <a:pt x="1717" y="455"/>
                    <a:pt x="1457" y="585"/>
                    <a:pt x="1298" y="816"/>
                  </a:cubicBezTo>
                  <a:lnTo>
                    <a:pt x="114" y="2476"/>
                  </a:lnTo>
                  <a:cubicBezTo>
                    <a:pt x="1" y="2641"/>
                    <a:pt x="146" y="2814"/>
                    <a:pt x="301" y="2814"/>
                  </a:cubicBezTo>
                  <a:cubicBezTo>
                    <a:pt x="363" y="2814"/>
                    <a:pt x="426" y="2787"/>
                    <a:pt x="475" y="2721"/>
                  </a:cubicBezTo>
                  <a:lnTo>
                    <a:pt x="1659" y="1061"/>
                  </a:lnTo>
                  <a:cubicBezTo>
                    <a:pt x="1731" y="946"/>
                    <a:pt x="1861" y="888"/>
                    <a:pt x="2005" y="888"/>
                  </a:cubicBezTo>
                  <a:lnTo>
                    <a:pt x="3377" y="888"/>
                  </a:lnTo>
                  <a:lnTo>
                    <a:pt x="3377" y="2389"/>
                  </a:lnTo>
                  <a:cubicBezTo>
                    <a:pt x="3362" y="2541"/>
                    <a:pt x="3478" y="2617"/>
                    <a:pt x="3593" y="2617"/>
                  </a:cubicBezTo>
                  <a:cubicBezTo>
                    <a:pt x="3709" y="2617"/>
                    <a:pt x="3824" y="2541"/>
                    <a:pt x="3810" y="2389"/>
                  </a:cubicBezTo>
                  <a:lnTo>
                    <a:pt x="3810" y="888"/>
                  </a:lnTo>
                  <a:lnTo>
                    <a:pt x="5196" y="888"/>
                  </a:lnTo>
                  <a:cubicBezTo>
                    <a:pt x="5326" y="888"/>
                    <a:pt x="5455" y="946"/>
                    <a:pt x="5542" y="1061"/>
                  </a:cubicBezTo>
                  <a:lnTo>
                    <a:pt x="6726" y="2721"/>
                  </a:lnTo>
                  <a:cubicBezTo>
                    <a:pt x="6771" y="2787"/>
                    <a:pt x="6831" y="2814"/>
                    <a:pt x="6891" y="2814"/>
                  </a:cubicBezTo>
                  <a:cubicBezTo>
                    <a:pt x="7041" y="2814"/>
                    <a:pt x="7186" y="2641"/>
                    <a:pt x="7072" y="2476"/>
                  </a:cubicBezTo>
                  <a:lnTo>
                    <a:pt x="5888" y="816"/>
                  </a:lnTo>
                  <a:cubicBezTo>
                    <a:pt x="5730" y="585"/>
                    <a:pt x="5470" y="455"/>
                    <a:pt x="5196" y="455"/>
                  </a:cubicBezTo>
                  <a:lnTo>
                    <a:pt x="3810" y="455"/>
                  </a:lnTo>
                  <a:lnTo>
                    <a:pt x="3810" y="238"/>
                  </a:lnTo>
                  <a:cubicBezTo>
                    <a:pt x="3824" y="80"/>
                    <a:pt x="3709" y="0"/>
                    <a:pt x="3593" y="0"/>
                  </a:cubicBezTo>
                  <a:close/>
                </a:path>
              </a:pathLst>
            </a:custGeom>
            <a:solidFill>
              <a:srgbClr val="EFF2F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20489" name="Google Shape;20489;p47"/>
          <p:cNvGrpSpPr/>
          <p:nvPr/>
        </p:nvGrpSpPr>
        <p:grpSpPr>
          <a:xfrm>
            <a:off x="6652077" y="1977458"/>
            <a:ext cx="235777" cy="347794"/>
            <a:chOff x="6652077" y="1977458"/>
            <a:chExt cx="235777" cy="347794"/>
          </a:xfrm>
        </p:grpSpPr>
        <p:sp>
          <p:nvSpPr>
            <p:cNvPr id="20490" name="Google Shape;20490;p47"/>
            <p:cNvSpPr/>
            <p:nvPr/>
          </p:nvSpPr>
          <p:spPr>
            <a:xfrm>
              <a:off x="6758798" y="2302891"/>
              <a:ext cx="22361" cy="22361"/>
            </a:xfrm>
            <a:custGeom>
              <a:rect b="b" l="l" r="r" t="t"/>
              <a:pathLst>
                <a:path extrusionOk="0" h="853" w="853">
                  <a:moveTo>
                    <a:pt x="433" y="1"/>
                  </a:moveTo>
                  <a:cubicBezTo>
                    <a:pt x="188" y="1"/>
                    <a:pt x="0" y="189"/>
                    <a:pt x="0" y="419"/>
                  </a:cubicBezTo>
                  <a:cubicBezTo>
                    <a:pt x="0" y="665"/>
                    <a:pt x="188" y="853"/>
                    <a:pt x="433" y="853"/>
                  </a:cubicBezTo>
                  <a:cubicBezTo>
                    <a:pt x="664" y="853"/>
                    <a:pt x="852" y="665"/>
                    <a:pt x="852" y="419"/>
                  </a:cubicBezTo>
                  <a:cubicBezTo>
                    <a:pt x="852" y="189"/>
                    <a:pt x="664" y="1"/>
                    <a:pt x="433" y="1"/>
                  </a:cubicBezTo>
                  <a:close/>
                </a:path>
              </a:pathLst>
            </a:custGeom>
            <a:solidFill>
              <a:srgbClr val="9AAAB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491" name="Google Shape;20491;p47"/>
            <p:cNvSpPr/>
            <p:nvPr/>
          </p:nvSpPr>
          <p:spPr>
            <a:xfrm>
              <a:off x="6652077" y="2302891"/>
              <a:ext cx="22728" cy="22361"/>
            </a:xfrm>
            <a:custGeom>
              <a:rect b="b" l="l" r="r" t="t"/>
              <a:pathLst>
                <a:path extrusionOk="0" h="853" w="867">
                  <a:moveTo>
                    <a:pt x="434" y="1"/>
                  </a:moveTo>
                  <a:cubicBezTo>
                    <a:pt x="203" y="1"/>
                    <a:pt x="1" y="189"/>
                    <a:pt x="1" y="419"/>
                  </a:cubicBezTo>
                  <a:cubicBezTo>
                    <a:pt x="1" y="665"/>
                    <a:pt x="203" y="853"/>
                    <a:pt x="434" y="853"/>
                  </a:cubicBezTo>
                  <a:cubicBezTo>
                    <a:pt x="665" y="853"/>
                    <a:pt x="867" y="665"/>
                    <a:pt x="867" y="419"/>
                  </a:cubicBezTo>
                  <a:cubicBezTo>
                    <a:pt x="867" y="189"/>
                    <a:pt x="665" y="1"/>
                    <a:pt x="434" y="1"/>
                  </a:cubicBezTo>
                  <a:close/>
                </a:path>
              </a:pathLst>
            </a:custGeom>
            <a:solidFill>
              <a:srgbClr val="A9BAC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492" name="Google Shape;20492;p47"/>
            <p:cNvSpPr/>
            <p:nvPr/>
          </p:nvSpPr>
          <p:spPr>
            <a:xfrm>
              <a:off x="6865126" y="2302891"/>
              <a:ext cx="22728" cy="22361"/>
            </a:xfrm>
            <a:custGeom>
              <a:rect b="b" l="l" r="r" t="t"/>
              <a:pathLst>
                <a:path extrusionOk="0" h="853" w="867">
                  <a:moveTo>
                    <a:pt x="434" y="1"/>
                  </a:moveTo>
                  <a:cubicBezTo>
                    <a:pt x="203" y="1"/>
                    <a:pt x="1" y="189"/>
                    <a:pt x="1" y="419"/>
                  </a:cubicBezTo>
                  <a:cubicBezTo>
                    <a:pt x="1" y="665"/>
                    <a:pt x="203" y="853"/>
                    <a:pt x="434" y="853"/>
                  </a:cubicBezTo>
                  <a:cubicBezTo>
                    <a:pt x="665" y="853"/>
                    <a:pt x="867" y="665"/>
                    <a:pt x="867" y="419"/>
                  </a:cubicBezTo>
                  <a:cubicBezTo>
                    <a:pt x="867" y="189"/>
                    <a:pt x="665" y="1"/>
                    <a:pt x="434" y="1"/>
                  </a:cubicBezTo>
                  <a:close/>
                </a:path>
              </a:pathLst>
            </a:custGeom>
            <a:solidFill>
              <a:srgbClr val="ADBDC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493" name="Google Shape;20493;p47"/>
            <p:cNvSpPr/>
            <p:nvPr/>
          </p:nvSpPr>
          <p:spPr>
            <a:xfrm>
              <a:off x="6675697" y="2219081"/>
              <a:ext cx="188564" cy="72642"/>
            </a:xfrm>
            <a:custGeom>
              <a:rect b="b" l="l" r="r" t="t"/>
              <a:pathLst>
                <a:path extrusionOk="0" h="2771" w="7193">
                  <a:moveTo>
                    <a:pt x="3596" y="0"/>
                  </a:moveTo>
                  <a:cubicBezTo>
                    <a:pt x="3495" y="0"/>
                    <a:pt x="3394" y="65"/>
                    <a:pt x="3387" y="195"/>
                  </a:cubicBezTo>
                  <a:lnTo>
                    <a:pt x="3387" y="412"/>
                  </a:lnTo>
                  <a:lnTo>
                    <a:pt x="2001" y="412"/>
                  </a:lnTo>
                  <a:cubicBezTo>
                    <a:pt x="1727" y="412"/>
                    <a:pt x="1467" y="542"/>
                    <a:pt x="1308" y="773"/>
                  </a:cubicBezTo>
                  <a:lnTo>
                    <a:pt x="125" y="2433"/>
                  </a:lnTo>
                  <a:cubicBezTo>
                    <a:pt x="1" y="2598"/>
                    <a:pt x="143" y="2771"/>
                    <a:pt x="297" y="2771"/>
                  </a:cubicBezTo>
                  <a:cubicBezTo>
                    <a:pt x="359" y="2771"/>
                    <a:pt x="422" y="2744"/>
                    <a:pt x="471" y="2678"/>
                  </a:cubicBezTo>
                  <a:lnTo>
                    <a:pt x="1655" y="1018"/>
                  </a:lnTo>
                  <a:cubicBezTo>
                    <a:pt x="1727" y="903"/>
                    <a:pt x="1857" y="845"/>
                    <a:pt x="2001" y="845"/>
                  </a:cubicBezTo>
                  <a:lnTo>
                    <a:pt x="3387" y="845"/>
                  </a:lnTo>
                  <a:lnTo>
                    <a:pt x="3387" y="2346"/>
                  </a:lnTo>
                  <a:cubicBezTo>
                    <a:pt x="3394" y="2476"/>
                    <a:pt x="3495" y="2541"/>
                    <a:pt x="3596" y="2541"/>
                  </a:cubicBezTo>
                  <a:cubicBezTo>
                    <a:pt x="3697" y="2541"/>
                    <a:pt x="3798" y="2476"/>
                    <a:pt x="3806" y="2346"/>
                  </a:cubicBezTo>
                  <a:lnTo>
                    <a:pt x="3806" y="845"/>
                  </a:lnTo>
                  <a:lnTo>
                    <a:pt x="5191" y="845"/>
                  </a:lnTo>
                  <a:cubicBezTo>
                    <a:pt x="5321" y="845"/>
                    <a:pt x="5451" y="903"/>
                    <a:pt x="5538" y="1018"/>
                  </a:cubicBezTo>
                  <a:lnTo>
                    <a:pt x="6722" y="2678"/>
                  </a:lnTo>
                  <a:cubicBezTo>
                    <a:pt x="6767" y="2744"/>
                    <a:pt x="6828" y="2771"/>
                    <a:pt x="6889" y="2771"/>
                  </a:cubicBezTo>
                  <a:cubicBezTo>
                    <a:pt x="7042" y="2771"/>
                    <a:pt x="7192" y="2598"/>
                    <a:pt x="7068" y="2433"/>
                  </a:cubicBezTo>
                  <a:lnTo>
                    <a:pt x="5884" y="773"/>
                  </a:lnTo>
                  <a:cubicBezTo>
                    <a:pt x="5726" y="542"/>
                    <a:pt x="5466" y="412"/>
                    <a:pt x="5191" y="412"/>
                  </a:cubicBezTo>
                  <a:lnTo>
                    <a:pt x="3806" y="412"/>
                  </a:lnTo>
                  <a:lnTo>
                    <a:pt x="3806" y="195"/>
                  </a:lnTo>
                  <a:cubicBezTo>
                    <a:pt x="3798" y="65"/>
                    <a:pt x="3697" y="0"/>
                    <a:pt x="3596" y="0"/>
                  </a:cubicBezTo>
                  <a:close/>
                </a:path>
              </a:pathLst>
            </a:custGeom>
            <a:solidFill>
              <a:srgbClr val="EFF2F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494" name="Google Shape;20494;p47"/>
            <p:cNvSpPr/>
            <p:nvPr/>
          </p:nvSpPr>
          <p:spPr>
            <a:xfrm>
              <a:off x="6747447" y="2112176"/>
              <a:ext cx="45064" cy="45064"/>
            </a:xfrm>
            <a:custGeom>
              <a:rect b="b" l="l" r="r" t="t"/>
              <a:pathLst>
                <a:path extrusionOk="0" h="1719" w="1719">
                  <a:moveTo>
                    <a:pt x="0" y="0"/>
                  </a:moveTo>
                  <a:lnTo>
                    <a:pt x="0" y="1718"/>
                  </a:lnTo>
                  <a:lnTo>
                    <a:pt x="1718" y="1718"/>
                  </a:lnTo>
                  <a:lnTo>
                    <a:pt x="1718" y="0"/>
                  </a:lnTo>
                  <a:close/>
                </a:path>
              </a:pathLst>
            </a:custGeom>
            <a:solidFill>
              <a:srgbClr val="AABBC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495" name="Google Shape;20495;p47"/>
            <p:cNvSpPr/>
            <p:nvPr/>
          </p:nvSpPr>
          <p:spPr>
            <a:xfrm>
              <a:off x="6747447" y="2112176"/>
              <a:ext cx="45064" cy="22361"/>
            </a:xfrm>
            <a:custGeom>
              <a:rect b="b" l="l" r="r" t="t"/>
              <a:pathLst>
                <a:path extrusionOk="0" h="853" w="1719">
                  <a:moveTo>
                    <a:pt x="0" y="0"/>
                  </a:moveTo>
                  <a:lnTo>
                    <a:pt x="0" y="679"/>
                  </a:lnTo>
                  <a:cubicBezTo>
                    <a:pt x="275" y="794"/>
                    <a:pt x="567" y="852"/>
                    <a:pt x="859" y="852"/>
                  </a:cubicBezTo>
                  <a:cubicBezTo>
                    <a:pt x="1152" y="852"/>
                    <a:pt x="1444" y="794"/>
                    <a:pt x="1718" y="679"/>
                  </a:cubicBezTo>
                  <a:lnTo>
                    <a:pt x="1718" y="0"/>
                  </a:lnTo>
                  <a:close/>
                </a:path>
              </a:pathLst>
            </a:custGeom>
            <a:solidFill>
              <a:srgbClr val="94A5B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496" name="Google Shape;20496;p47"/>
            <p:cNvSpPr/>
            <p:nvPr/>
          </p:nvSpPr>
          <p:spPr>
            <a:xfrm>
              <a:off x="6741759" y="1977458"/>
              <a:ext cx="56415" cy="45064"/>
            </a:xfrm>
            <a:custGeom>
              <a:rect b="b" l="l" r="r" t="t"/>
              <a:pathLst>
                <a:path extrusionOk="0" h="1719" w="2152">
                  <a:moveTo>
                    <a:pt x="1083" y="0"/>
                  </a:moveTo>
                  <a:cubicBezTo>
                    <a:pt x="492" y="0"/>
                    <a:pt x="1" y="390"/>
                    <a:pt x="1" y="867"/>
                  </a:cubicBezTo>
                  <a:cubicBezTo>
                    <a:pt x="1" y="1328"/>
                    <a:pt x="492" y="1718"/>
                    <a:pt x="1083" y="1718"/>
                  </a:cubicBezTo>
                  <a:cubicBezTo>
                    <a:pt x="1661" y="1718"/>
                    <a:pt x="2152" y="1328"/>
                    <a:pt x="2152" y="867"/>
                  </a:cubicBezTo>
                  <a:cubicBezTo>
                    <a:pt x="2152" y="390"/>
                    <a:pt x="1661" y="0"/>
                    <a:pt x="1083" y="0"/>
                  </a:cubicBezTo>
                  <a:close/>
                </a:path>
              </a:pathLst>
            </a:custGeom>
            <a:solidFill>
              <a:srgbClr val="92A9B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497" name="Google Shape;20497;p47"/>
            <p:cNvSpPr/>
            <p:nvPr/>
          </p:nvSpPr>
          <p:spPr>
            <a:xfrm>
              <a:off x="6741759" y="1977825"/>
              <a:ext cx="38248" cy="44697"/>
            </a:xfrm>
            <a:custGeom>
              <a:rect b="b" l="l" r="r" t="t"/>
              <a:pathLst>
                <a:path extrusionOk="0" h="1705" w="1459">
                  <a:moveTo>
                    <a:pt x="1083" y="1"/>
                  </a:moveTo>
                  <a:cubicBezTo>
                    <a:pt x="492" y="1"/>
                    <a:pt x="1" y="376"/>
                    <a:pt x="1" y="853"/>
                  </a:cubicBezTo>
                  <a:cubicBezTo>
                    <a:pt x="1" y="1314"/>
                    <a:pt x="492" y="1704"/>
                    <a:pt x="1083" y="1704"/>
                  </a:cubicBezTo>
                  <a:cubicBezTo>
                    <a:pt x="1199" y="1704"/>
                    <a:pt x="1329" y="1690"/>
                    <a:pt x="1459" y="1647"/>
                  </a:cubicBezTo>
                  <a:cubicBezTo>
                    <a:pt x="1083" y="1545"/>
                    <a:pt x="809" y="1213"/>
                    <a:pt x="795" y="824"/>
                  </a:cubicBezTo>
                  <a:cubicBezTo>
                    <a:pt x="809" y="463"/>
                    <a:pt x="1040" y="160"/>
                    <a:pt x="1372" y="30"/>
                  </a:cubicBezTo>
                  <a:cubicBezTo>
                    <a:pt x="1271" y="1"/>
                    <a:pt x="1170" y="1"/>
                    <a:pt x="1083" y="1"/>
                  </a:cubicBezTo>
                  <a:close/>
                </a:path>
              </a:pathLst>
            </a:custGeom>
            <a:solidFill>
              <a:srgbClr val="5C728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498" name="Google Shape;20498;p47"/>
            <p:cNvSpPr/>
            <p:nvPr/>
          </p:nvSpPr>
          <p:spPr>
            <a:xfrm>
              <a:off x="6713761" y="2000160"/>
              <a:ext cx="112410" cy="112043"/>
            </a:xfrm>
            <a:custGeom>
              <a:rect b="b" l="l" r="r" t="t"/>
              <a:pathLst>
                <a:path extrusionOk="0" h="4274" w="4288">
                  <a:moveTo>
                    <a:pt x="2151" y="1"/>
                  </a:moveTo>
                  <a:cubicBezTo>
                    <a:pt x="968" y="1"/>
                    <a:pt x="1" y="953"/>
                    <a:pt x="1" y="2137"/>
                  </a:cubicBezTo>
                  <a:cubicBezTo>
                    <a:pt x="1" y="3321"/>
                    <a:pt x="968" y="4273"/>
                    <a:pt x="2151" y="4273"/>
                  </a:cubicBezTo>
                  <a:cubicBezTo>
                    <a:pt x="3321" y="4273"/>
                    <a:pt x="4288" y="3321"/>
                    <a:pt x="4288" y="2137"/>
                  </a:cubicBezTo>
                  <a:cubicBezTo>
                    <a:pt x="4288" y="953"/>
                    <a:pt x="3321" y="1"/>
                    <a:pt x="2151" y="1"/>
                  </a:cubicBezTo>
                  <a:close/>
                </a:path>
              </a:pathLst>
            </a:custGeom>
            <a:solidFill>
              <a:srgbClr val="667A8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499" name="Google Shape;20499;p47"/>
            <p:cNvSpPr/>
            <p:nvPr/>
          </p:nvSpPr>
          <p:spPr>
            <a:xfrm>
              <a:off x="6740605" y="2000134"/>
              <a:ext cx="88974" cy="110942"/>
            </a:xfrm>
            <a:custGeom>
              <a:rect b="b" l="l" r="r" t="t"/>
              <a:pathLst>
                <a:path extrusionOk="0" h="4232" w="3394">
                  <a:moveTo>
                    <a:pt x="1164" y="0"/>
                  </a:moveTo>
                  <a:cubicBezTo>
                    <a:pt x="375" y="0"/>
                    <a:pt x="0" y="994"/>
                    <a:pt x="622" y="1517"/>
                  </a:cubicBezTo>
                  <a:cubicBezTo>
                    <a:pt x="622" y="1517"/>
                    <a:pt x="1229" y="3596"/>
                    <a:pt x="1546" y="4231"/>
                  </a:cubicBezTo>
                  <a:cubicBezTo>
                    <a:pt x="2658" y="4000"/>
                    <a:pt x="3394" y="2946"/>
                    <a:pt x="3235" y="1835"/>
                  </a:cubicBezTo>
                  <a:cubicBezTo>
                    <a:pt x="3105" y="969"/>
                    <a:pt x="2484" y="276"/>
                    <a:pt x="1633" y="59"/>
                  </a:cubicBezTo>
                  <a:cubicBezTo>
                    <a:pt x="1503" y="30"/>
                    <a:pt x="1358" y="2"/>
                    <a:pt x="1214" y="2"/>
                  </a:cubicBezTo>
                  <a:cubicBezTo>
                    <a:pt x="1197" y="1"/>
                    <a:pt x="1180" y="0"/>
                    <a:pt x="1164" y="0"/>
                  </a:cubicBezTo>
                  <a:close/>
                </a:path>
              </a:pathLst>
            </a:custGeom>
            <a:solidFill>
              <a:srgbClr val="5C728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500" name="Google Shape;20500;p47"/>
            <p:cNvSpPr/>
            <p:nvPr/>
          </p:nvSpPr>
          <p:spPr>
            <a:xfrm>
              <a:off x="6725112" y="2040033"/>
              <a:ext cx="89708" cy="83521"/>
            </a:xfrm>
            <a:custGeom>
              <a:rect b="b" l="l" r="r" t="t"/>
              <a:pathLst>
                <a:path extrusionOk="0" h="3186" w="3422">
                  <a:moveTo>
                    <a:pt x="1158" y="1"/>
                  </a:moveTo>
                  <a:cubicBezTo>
                    <a:pt x="1091" y="1"/>
                    <a:pt x="1028" y="40"/>
                    <a:pt x="982" y="96"/>
                  </a:cubicBezTo>
                  <a:cubicBezTo>
                    <a:pt x="823" y="356"/>
                    <a:pt x="419" y="977"/>
                    <a:pt x="87" y="1208"/>
                  </a:cubicBezTo>
                  <a:cubicBezTo>
                    <a:pt x="30" y="1237"/>
                    <a:pt x="1" y="1309"/>
                    <a:pt x="1" y="1381"/>
                  </a:cubicBezTo>
                  <a:lnTo>
                    <a:pt x="1" y="1468"/>
                  </a:lnTo>
                  <a:cubicBezTo>
                    <a:pt x="1" y="2420"/>
                    <a:pt x="766" y="3185"/>
                    <a:pt x="1718" y="3185"/>
                  </a:cubicBezTo>
                  <a:cubicBezTo>
                    <a:pt x="2657" y="3171"/>
                    <a:pt x="3422" y="2420"/>
                    <a:pt x="3422" y="1468"/>
                  </a:cubicBezTo>
                  <a:lnTo>
                    <a:pt x="3422" y="1251"/>
                  </a:lnTo>
                  <a:cubicBezTo>
                    <a:pt x="3422" y="529"/>
                    <a:pt x="1733" y="111"/>
                    <a:pt x="1213" y="10"/>
                  </a:cubicBezTo>
                  <a:cubicBezTo>
                    <a:pt x="1195" y="4"/>
                    <a:pt x="1176" y="1"/>
                    <a:pt x="1158" y="1"/>
                  </a:cubicBezTo>
                  <a:close/>
                </a:path>
              </a:pathLst>
            </a:custGeom>
            <a:solidFill>
              <a:srgbClr val="BCC9D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501" name="Google Shape;20501;p47"/>
            <p:cNvSpPr/>
            <p:nvPr/>
          </p:nvSpPr>
          <p:spPr>
            <a:xfrm>
              <a:off x="6697481" y="2142822"/>
              <a:ext cx="145362" cy="59062"/>
            </a:xfrm>
            <a:custGeom>
              <a:rect b="b" l="l" r="r" t="t"/>
              <a:pathLst>
                <a:path extrusionOk="0" h="2253" w="5545">
                  <a:moveTo>
                    <a:pt x="1690" y="1"/>
                  </a:moveTo>
                  <a:lnTo>
                    <a:pt x="1675" y="15"/>
                  </a:lnTo>
                  <a:lnTo>
                    <a:pt x="376" y="593"/>
                  </a:lnTo>
                  <a:cubicBezTo>
                    <a:pt x="145" y="694"/>
                    <a:pt x="1" y="925"/>
                    <a:pt x="1" y="1170"/>
                  </a:cubicBezTo>
                  <a:lnTo>
                    <a:pt x="1" y="2036"/>
                  </a:lnTo>
                  <a:cubicBezTo>
                    <a:pt x="1" y="2152"/>
                    <a:pt x="88" y="2253"/>
                    <a:pt x="203" y="2253"/>
                  </a:cubicBezTo>
                  <a:lnTo>
                    <a:pt x="5328" y="2253"/>
                  </a:lnTo>
                  <a:cubicBezTo>
                    <a:pt x="5457" y="2253"/>
                    <a:pt x="5544" y="2152"/>
                    <a:pt x="5544" y="2036"/>
                  </a:cubicBezTo>
                  <a:lnTo>
                    <a:pt x="5544" y="1170"/>
                  </a:lnTo>
                  <a:cubicBezTo>
                    <a:pt x="5544" y="925"/>
                    <a:pt x="5400" y="694"/>
                    <a:pt x="5169" y="593"/>
                  </a:cubicBezTo>
                  <a:lnTo>
                    <a:pt x="3884" y="15"/>
                  </a:lnTo>
                  <a:lnTo>
                    <a:pt x="3855" y="1"/>
                  </a:lnTo>
                  <a:lnTo>
                    <a:pt x="2772" y="564"/>
                  </a:lnTo>
                  <a:lnTo>
                    <a:pt x="1690" y="1"/>
                  </a:lnTo>
                  <a:close/>
                </a:path>
              </a:pathLst>
            </a:custGeom>
            <a:solidFill>
              <a:srgbClr val="91A8B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502" name="Google Shape;20502;p47"/>
            <p:cNvSpPr/>
            <p:nvPr/>
          </p:nvSpPr>
          <p:spPr>
            <a:xfrm>
              <a:off x="6697114" y="2161749"/>
              <a:ext cx="28024" cy="40135"/>
            </a:xfrm>
            <a:custGeom>
              <a:rect b="b" l="l" r="r" t="t"/>
              <a:pathLst>
                <a:path extrusionOk="0" h="1531" w="1069">
                  <a:moveTo>
                    <a:pt x="188" y="0"/>
                  </a:moveTo>
                  <a:cubicBezTo>
                    <a:pt x="73" y="130"/>
                    <a:pt x="0" y="289"/>
                    <a:pt x="0" y="448"/>
                  </a:cubicBezTo>
                  <a:lnTo>
                    <a:pt x="0" y="1314"/>
                  </a:lnTo>
                  <a:cubicBezTo>
                    <a:pt x="0" y="1430"/>
                    <a:pt x="102" y="1531"/>
                    <a:pt x="217" y="1531"/>
                  </a:cubicBezTo>
                  <a:lnTo>
                    <a:pt x="1069" y="1531"/>
                  </a:lnTo>
                  <a:lnTo>
                    <a:pt x="1069" y="1069"/>
                  </a:lnTo>
                  <a:cubicBezTo>
                    <a:pt x="1069" y="953"/>
                    <a:pt x="1025" y="852"/>
                    <a:pt x="953" y="766"/>
                  </a:cubicBezTo>
                  <a:lnTo>
                    <a:pt x="188" y="0"/>
                  </a:lnTo>
                  <a:close/>
                </a:path>
              </a:pathLst>
            </a:custGeom>
            <a:solidFill>
              <a:srgbClr val="667A8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503" name="Google Shape;20503;p47"/>
            <p:cNvSpPr/>
            <p:nvPr/>
          </p:nvSpPr>
          <p:spPr>
            <a:xfrm>
              <a:off x="6814427" y="2161749"/>
              <a:ext cx="28417" cy="40135"/>
            </a:xfrm>
            <a:custGeom>
              <a:rect b="b" l="l" r="r" t="t"/>
              <a:pathLst>
                <a:path extrusionOk="0" h="1531" w="1084">
                  <a:moveTo>
                    <a:pt x="895" y="0"/>
                  </a:moveTo>
                  <a:lnTo>
                    <a:pt x="130" y="766"/>
                  </a:lnTo>
                  <a:cubicBezTo>
                    <a:pt x="44" y="852"/>
                    <a:pt x="0" y="953"/>
                    <a:pt x="0" y="1069"/>
                  </a:cubicBezTo>
                  <a:lnTo>
                    <a:pt x="0" y="1531"/>
                  </a:lnTo>
                  <a:lnTo>
                    <a:pt x="867" y="1531"/>
                  </a:lnTo>
                  <a:cubicBezTo>
                    <a:pt x="982" y="1531"/>
                    <a:pt x="1083" y="1430"/>
                    <a:pt x="1083" y="1314"/>
                  </a:cubicBezTo>
                  <a:lnTo>
                    <a:pt x="1083" y="448"/>
                  </a:lnTo>
                  <a:cubicBezTo>
                    <a:pt x="1083" y="289"/>
                    <a:pt x="1011" y="130"/>
                    <a:pt x="895" y="0"/>
                  </a:cubicBezTo>
                  <a:close/>
                </a:path>
              </a:pathLst>
            </a:custGeom>
            <a:solidFill>
              <a:srgbClr val="667A8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504" name="Google Shape;20504;p47"/>
            <p:cNvSpPr/>
            <p:nvPr/>
          </p:nvSpPr>
          <p:spPr>
            <a:xfrm>
              <a:off x="6737617" y="2135849"/>
              <a:ext cx="64358" cy="66036"/>
            </a:xfrm>
            <a:custGeom>
              <a:rect b="b" l="l" r="r" t="t"/>
              <a:pathLst>
                <a:path extrusionOk="0" h="2519" w="2455">
                  <a:moveTo>
                    <a:pt x="293" y="0"/>
                  </a:moveTo>
                  <a:cubicBezTo>
                    <a:pt x="253" y="0"/>
                    <a:pt x="213" y="23"/>
                    <a:pt x="188" y="65"/>
                  </a:cubicBezTo>
                  <a:lnTo>
                    <a:pt x="0" y="339"/>
                  </a:lnTo>
                  <a:lnTo>
                    <a:pt x="433" y="1118"/>
                  </a:lnTo>
                  <a:cubicBezTo>
                    <a:pt x="479" y="1192"/>
                    <a:pt x="553" y="1230"/>
                    <a:pt x="628" y="1230"/>
                  </a:cubicBezTo>
                  <a:cubicBezTo>
                    <a:pt x="671" y="1230"/>
                    <a:pt x="714" y="1217"/>
                    <a:pt x="751" y="1191"/>
                  </a:cubicBezTo>
                  <a:lnTo>
                    <a:pt x="1011" y="974"/>
                  </a:lnTo>
                  <a:lnTo>
                    <a:pt x="1011" y="2519"/>
                  </a:lnTo>
                  <a:lnTo>
                    <a:pt x="1444" y="2519"/>
                  </a:lnTo>
                  <a:lnTo>
                    <a:pt x="1444" y="974"/>
                  </a:lnTo>
                  <a:lnTo>
                    <a:pt x="1703" y="1191"/>
                  </a:lnTo>
                  <a:cubicBezTo>
                    <a:pt x="1740" y="1217"/>
                    <a:pt x="1785" y="1230"/>
                    <a:pt x="1830" y="1230"/>
                  </a:cubicBezTo>
                  <a:cubicBezTo>
                    <a:pt x="1907" y="1230"/>
                    <a:pt x="1984" y="1192"/>
                    <a:pt x="2021" y="1118"/>
                  </a:cubicBezTo>
                  <a:lnTo>
                    <a:pt x="2454" y="339"/>
                  </a:lnTo>
                  <a:lnTo>
                    <a:pt x="2281" y="65"/>
                  </a:lnTo>
                  <a:cubicBezTo>
                    <a:pt x="2256" y="23"/>
                    <a:pt x="2216" y="0"/>
                    <a:pt x="2175" y="0"/>
                  </a:cubicBezTo>
                  <a:cubicBezTo>
                    <a:pt x="2146" y="0"/>
                    <a:pt x="2117" y="12"/>
                    <a:pt x="2093" y="36"/>
                  </a:cubicBezTo>
                  <a:lnTo>
                    <a:pt x="1371" y="685"/>
                  </a:lnTo>
                  <a:cubicBezTo>
                    <a:pt x="1335" y="721"/>
                    <a:pt x="1285" y="739"/>
                    <a:pt x="1232" y="739"/>
                  </a:cubicBezTo>
                  <a:cubicBezTo>
                    <a:pt x="1180" y="739"/>
                    <a:pt x="1126" y="721"/>
                    <a:pt x="1083" y="685"/>
                  </a:cubicBezTo>
                  <a:lnTo>
                    <a:pt x="375" y="36"/>
                  </a:lnTo>
                  <a:cubicBezTo>
                    <a:pt x="351" y="12"/>
                    <a:pt x="322" y="0"/>
                    <a:pt x="293" y="0"/>
                  </a:cubicBezTo>
                  <a:close/>
                </a:path>
              </a:pathLst>
            </a:custGeom>
            <a:solidFill>
              <a:srgbClr val="667A8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505" name="Google Shape;20505;p47"/>
            <p:cNvSpPr/>
            <p:nvPr/>
          </p:nvSpPr>
          <p:spPr>
            <a:xfrm>
              <a:off x="6725112" y="2040033"/>
              <a:ext cx="90101" cy="82761"/>
            </a:xfrm>
            <a:custGeom>
              <a:rect b="b" l="l" r="r" t="t"/>
              <a:pathLst>
                <a:path extrusionOk="0" h="3157" w="3437">
                  <a:moveTo>
                    <a:pt x="1158" y="1"/>
                  </a:moveTo>
                  <a:cubicBezTo>
                    <a:pt x="1092" y="1"/>
                    <a:pt x="1031" y="40"/>
                    <a:pt x="997" y="96"/>
                  </a:cubicBezTo>
                  <a:cubicBezTo>
                    <a:pt x="823" y="356"/>
                    <a:pt x="419" y="977"/>
                    <a:pt x="87" y="1208"/>
                  </a:cubicBezTo>
                  <a:cubicBezTo>
                    <a:pt x="30" y="1237"/>
                    <a:pt x="1" y="1309"/>
                    <a:pt x="1" y="1381"/>
                  </a:cubicBezTo>
                  <a:lnTo>
                    <a:pt x="1" y="1468"/>
                  </a:lnTo>
                  <a:cubicBezTo>
                    <a:pt x="1" y="2290"/>
                    <a:pt x="593" y="3012"/>
                    <a:pt x="1415" y="3157"/>
                  </a:cubicBezTo>
                  <a:cubicBezTo>
                    <a:pt x="1069" y="2825"/>
                    <a:pt x="867" y="2363"/>
                    <a:pt x="867" y="1886"/>
                  </a:cubicBezTo>
                  <a:lnTo>
                    <a:pt x="867" y="1237"/>
                  </a:lnTo>
                  <a:cubicBezTo>
                    <a:pt x="867" y="1092"/>
                    <a:pt x="925" y="962"/>
                    <a:pt x="1011" y="847"/>
                  </a:cubicBezTo>
                  <a:cubicBezTo>
                    <a:pt x="1083" y="746"/>
                    <a:pt x="1170" y="630"/>
                    <a:pt x="1242" y="515"/>
                  </a:cubicBezTo>
                  <a:cubicBezTo>
                    <a:pt x="1264" y="482"/>
                    <a:pt x="1294" y="466"/>
                    <a:pt x="1331" y="466"/>
                  </a:cubicBezTo>
                  <a:cubicBezTo>
                    <a:pt x="1344" y="466"/>
                    <a:pt x="1358" y="468"/>
                    <a:pt x="1372" y="472"/>
                  </a:cubicBezTo>
                  <a:cubicBezTo>
                    <a:pt x="2281" y="688"/>
                    <a:pt x="3205" y="1078"/>
                    <a:pt x="3436" y="1338"/>
                  </a:cubicBezTo>
                  <a:lnTo>
                    <a:pt x="3436" y="1251"/>
                  </a:lnTo>
                  <a:cubicBezTo>
                    <a:pt x="3422" y="529"/>
                    <a:pt x="1733" y="111"/>
                    <a:pt x="1213" y="10"/>
                  </a:cubicBezTo>
                  <a:cubicBezTo>
                    <a:pt x="1195" y="4"/>
                    <a:pt x="1176" y="1"/>
                    <a:pt x="1158" y="1"/>
                  </a:cubicBezTo>
                  <a:close/>
                </a:path>
              </a:pathLst>
            </a:custGeom>
            <a:solidFill>
              <a:srgbClr val="AABBC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20506" name="Google Shape;20506;p47"/>
          <p:cNvGrpSpPr/>
          <p:nvPr/>
        </p:nvGrpSpPr>
        <p:grpSpPr>
          <a:xfrm>
            <a:off x="7072513" y="1997512"/>
            <a:ext cx="394352" cy="308053"/>
            <a:chOff x="7072513" y="1997512"/>
            <a:chExt cx="394352" cy="308053"/>
          </a:xfrm>
        </p:grpSpPr>
        <p:sp>
          <p:nvSpPr>
            <p:cNvPr id="20507" name="Google Shape;20507;p47"/>
            <p:cNvSpPr/>
            <p:nvPr/>
          </p:nvSpPr>
          <p:spPr>
            <a:xfrm>
              <a:off x="7111862" y="2025903"/>
              <a:ext cx="279321" cy="279662"/>
            </a:xfrm>
            <a:custGeom>
              <a:rect b="b" l="l" r="r" t="t"/>
              <a:pathLst>
                <a:path extrusionOk="0" h="10668" w="10655">
                  <a:moveTo>
                    <a:pt x="5327" y="0"/>
                  </a:moveTo>
                  <a:cubicBezTo>
                    <a:pt x="2383" y="0"/>
                    <a:pt x="1" y="2396"/>
                    <a:pt x="1" y="5327"/>
                  </a:cubicBezTo>
                  <a:cubicBezTo>
                    <a:pt x="1" y="8272"/>
                    <a:pt x="2383" y="10668"/>
                    <a:pt x="5327" y="10668"/>
                  </a:cubicBezTo>
                  <a:cubicBezTo>
                    <a:pt x="8272" y="10668"/>
                    <a:pt x="10654" y="8272"/>
                    <a:pt x="10654" y="5327"/>
                  </a:cubicBezTo>
                  <a:cubicBezTo>
                    <a:pt x="10654" y="2396"/>
                    <a:pt x="8272" y="0"/>
                    <a:pt x="5327" y="0"/>
                  </a:cubicBezTo>
                  <a:close/>
                </a:path>
              </a:pathLst>
            </a:custGeom>
            <a:solidFill>
              <a:srgbClr val="8AA2B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508" name="Google Shape;20508;p47"/>
            <p:cNvSpPr/>
            <p:nvPr/>
          </p:nvSpPr>
          <p:spPr>
            <a:xfrm>
              <a:off x="7250749" y="2106488"/>
              <a:ext cx="74582" cy="97677"/>
            </a:xfrm>
            <a:custGeom>
              <a:rect b="b" l="l" r="r" t="t"/>
              <a:pathLst>
                <a:path extrusionOk="0" h="3726" w="2845">
                  <a:moveTo>
                    <a:pt x="1" y="1"/>
                  </a:moveTo>
                  <a:lnTo>
                    <a:pt x="44" y="2282"/>
                  </a:lnTo>
                  <a:lnTo>
                    <a:pt x="1747" y="3725"/>
                  </a:lnTo>
                  <a:lnTo>
                    <a:pt x="1892" y="3523"/>
                  </a:lnTo>
                  <a:cubicBezTo>
                    <a:pt x="2844" y="2108"/>
                    <a:pt x="1949" y="189"/>
                    <a:pt x="246" y="30"/>
                  </a:cubicBezTo>
                  <a:lnTo>
                    <a:pt x="1" y="1"/>
                  </a:lnTo>
                  <a:close/>
                </a:path>
              </a:pathLst>
            </a:custGeom>
            <a:solidFill>
              <a:srgbClr val="69819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509" name="Google Shape;20509;p47"/>
            <p:cNvSpPr/>
            <p:nvPr/>
          </p:nvSpPr>
          <p:spPr>
            <a:xfrm>
              <a:off x="7250749" y="2048212"/>
              <a:ext cx="148744" cy="193021"/>
            </a:xfrm>
            <a:custGeom>
              <a:rect b="b" l="l" r="r" t="t"/>
              <a:pathLst>
                <a:path extrusionOk="0" h="7363" w="5674">
                  <a:moveTo>
                    <a:pt x="1" y="1"/>
                  </a:moveTo>
                  <a:lnTo>
                    <a:pt x="1" y="2253"/>
                  </a:lnTo>
                  <a:lnTo>
                    <a:pt x="203" y="2267"/>
                  </a:lnTo>
                  <a:cubicBezTo>
                    <a:pt x="1357" y="2368"/>
                    <a:pt x="2238" y="3335"/>
                    <a:pt x="2252" y="4476"/>
                  </a:cubicBezTo>
                  <a:cubicBezTo>
                    <a:pt x="2252" y="4938"/>
                    <a:pt x="2108" y="5385"/>
                    <a:pt x="1834" y="5761"/>
                  </a:cubicBezTo>
                  <a:lnTo>
                    <a:pt x="1718" y="5934"/>
                  </a:lnTo>
                  <a:lnTo>
                    <a:pt x="3451" y="7363"/>
                  </a:lnTo>
                  <a:lnTo>
                    <a:pt x="3595" y="7175"/>
                  </a:lnTo>
                  <a:lnTo>
                    <a:pt x="3609" y="7161"/>
                  </a:lnTo>
                  <a:lnTo>
                    <a:pt x="3667" y="7089"/>
                  </a:lnTo>
                  <a:cubicBezTo>
                    <a:pt x="5674" y="4303"/>
                    <a:pt x="3913" y="376"/>
                    <a:pt x="491" y="15"/>
                  </a:cubicBezTo>
                  <a:lnTo>
                    <a:pt x="246" y="15"/>
                  </a:lnTo>
                  <a:lnTo>
                    <a:pt x="1" y="1"/>
                  </a:lnTo>
                  <a:close/>
                </a:path>
              </a:pathLst>
            </a:custGeom>
            <a:solidFill>
              <a:srgbClr val="96ABB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510" name="Google Shape;20510;p47"/>
            <p:cNvSpPr/>
            <p:nvPr/>
          </p:nvSpPr>
          <p:spPr>
            <a:xfrm>
              <a:off x="7250382" y="1997512"/>
              <a:ext cx="216483" cy="272872"/>
            </a:xfrm>
            <a:custGeom>
              <a:rect b="b" l="l" r="r" t="t"/>
              <a:pathLst>
                <a:path extrusionOk="0" h="10409" w="8258">
                  <a:moveTo>
                    <a:pt x="404" y="1"/>
                  </a:moveTo>
                  <a:cubicBezTo>
                    <a:pt x="188" y="1"/>
                    <a:pt x="0" y="188"/>
                    <a:pt x="0" y="405"/>
                  </a:cubicBezTo>
                  <a:lnTo>
                    <a:pt x="0" y="1978"/>
                  </a:lnTo>
                  <a:lnTo>
                    <a:pt x="217" y="1978"/>
                  </a:lnTo>
                  <a:cubicBezTo>
                    <a:pt x="3825" y="2123"/>
                    <a:pt x="5760" y="6265"/>
                    <a:pt x="3566" y="9124"/>
                  </a:cubicBezTo>
                  <a:lnTo>
                    <a:pt x="3436" y="9297"/>
                  </a:lnTo>
                  <a:lnTo>
                    <a:pt x="4634" y="10307"/>
                  </a:lnTo>
                  <a:cubicBezTo>
                    <a:pt x="4706" y="10365"/>
                    <a:pt x="4793" y="10394"/>
                    <a:pt x="4894" y="10394"/>
                  </a:cubicBezTo>
                  <a:lnTo>
                    <a:pt x="4951" y="10408"/>
                  </a:lnTo>
                  <a:cubicBezTo>
                    <a:pt x="5053" y="10394"/>
                    <a:pt x="5154" y="10336"/>
                    <a:pt x="5226" y="10250"/>
                  </a:cubicBezTo>
                  <a:cubicBezTo>
                    <a:pt x="8257" y="6136"/>
                    <a:pt x="5529" y="304"/>
                    <a:pt x="433" y="1"/>
                  </a:cubicBezTo>
                  <a:close/>
                </a:path>
              </a:pathLst>
            </a:custGeom>
            <a:solidFill>
              <a:srgbClr val="D4DDE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511" name="Google Shape;20511;p47"/>
            <p:cNvSpPr/>
            <p:nvPr/>
          </p:nvSpPr>
          <p:spPr>
            <a:xfrm>
              <a:off x="7114903" y="2025903"/>
              <a:ext cx="137000" cy="140408"/>
            </a:xfrm>
            <a:custGeom>
              <a:rect b="b" l="l" r="r" t="t"/>
              <a:pathLst>
                <a:path extrusionOk="0" h="5356" w="5226">
                  <a:moveTo>
                    <a:pt x="5197" y="0"/>
                  </a:moveTo>
                  <a:cubicBezTo>
                    <a:pt x="2700" y="15"/>
                    <a:pt x="534" y="1747"/>
                    <a:pt x="0" y="4201"/>
                  </a:cubicBezTo>
                  <a:lnTo>
                    <a:pt x="5226" y="5356"/>
                  </a:lnTo>
                  <a:lnTo>
                    <a:pt x="5197" y="0"/>
                  </a:lnTo>
                  <a:close/>
                </a:path>
              </a:pathLst>
            </a:custGeom>
            <a:solidFill>
              <a:srgbClr val="D4DDE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512" name="Google Shape;20512;p47"/>
            <p:cNvSpPr/>
            <p:nvPr/>
          </p:nvSpPr>
          <p:spPr>
            <a:xfrm>
              <a:off x="7111862" y="2135639"/>
              <a:ext cx="140041" cy="164630"/>
            </a:xfrm>
            <a:custGeom>
              <a:rect b="b" l="l" r="r" t="t"/>
              <a:pathLst>
                <a:path extrusionOk="0" h="6280" w="5342">
                  <a:moveTo>
                    <a:pt x="131" y="0"/>
                  </a:moveTo>
                  <a:cubicBezTo>
                    <a:pt x="44" y="376"/>
                    <a:pt x="1" y="765"/>
                    <a:pt x="1" y="1155"/>
                  </a:cubicBezTo>
                  <a:cubicBezTo>
                    <a:pt x="1" y="3537"/>
                    <a:pt x="1603" y="5645"/>
                    <a:pt x="3913" y="6280"/>
                  </a:cubicBezTo>
                  <a:lnTo>
                    <a:pt x="5342" y="1170"/>
                  </a:lnTo>
                  <a:lnTo>
                    <a:pt x="131" y="0"/>
                  </a:lnTo>
                  <a:close/>
                </a:path>
              </a:pathLst>
            </a:custGeom>
            <a:solidFill>
              <a:srgbClr val="69819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513" name="Google Shape;20513;p47"/>
            <p:cNvSpPr/>
            <p:nvPr/>
          </p:nvSpPr>
          <p:spPr>
            <a:xfrm>
              <a:off x="7198529" y="2280188"/>
              <a:ext cx="73821" cy="25376"/>
            </a:xfrm>
            <a:custGeom>
              <a:rect b="b" l="l" r="r" t="t"/>
              <a:pathLst>
                <a:path extrusionOk="0" h="968" w="2816">
                  <a:moveTo>
                    <a:pt x="563" y="1"/>
                  </a:moveTo>
                  <a:lnTo>
                    <a:pt x="0" y="564"/>
                  </a:lnTo>
                  <a:cubicBezTo>
                    <a:pt x="636" y="824"/>
                    <a:pt x="1329" y="968"/>
                    <a:pt x="2021" y="968"/>
                  </a:cubicBezTo>
                  <a:cubicBezTo>
                    <a:pt x="2281" y="968"/>
                    <a:pt x="2556" y="939"/>
                    <a:pt x="2815" y="896"/>
                  </a:cubicBezTo>
                  <a:cubicBezTo>
                    <a:pt x="2007" y="780"/>
                    <a:pt x="1242" y="477"/>
                    <a:pt x="563" y="1"/>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514" name="Google Shape;20514;p47"/>
            <p:cNvSpPr/>
            <p:nvPr/>
          </p:nvSpPr>
          <p:spPr>
            <a:xfrm>
              <a:off x="7114903" y="2025903"/>
              <a:ext cx="136239" cy="118833"/>
            </a:xfrm>
            <a:custGeom>
              <a:rect b="b" l="l" r="r" t="t"/>
              <a:pathLst>
                <a:path extrusionOk="0" h="4533" w="5197">
                  <a:moveTo>
                    <a:pt x="5197" y="0"/>
                  </a:moveTo>
                  <a:cubicBezTo>
                    <a:pt x="2700" y="15"/>
                    <a:pt x="534" y="1747"/>
                    <a:pt x="0" y="4201"/>
                  </a:cubicBezTo>
                  <a:lnTo>
                    <a:pt x="1545" y="4533"/>
                  </a:lnTo>
                  <a:cubicBezTo>
                    <a:pt x="1848" y="2526"/>
                    <a:pt x="3263" y="866"/>
                    <a:pt x="5197" y="260"/>
                  </a:cubicBezTo>
                  <a:lnTo>
                    <a:pt x="5197" y="0"/>
                  </a:lnTo>
                  <a:close/>
                </a:path>
              </a:pathLst>
            </a:custGeom>
            <a:solidFill>
              <a:srgbClr val="8BA3B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515" name="Google Shape;20515;p47"/>
            <p:cNvSpPr/>
            <p:nvPr/>
          </p:nvSpPr>
          <p:spPr>
            <a:xfrm>
              <a:off x="7072513" y="2004223"/>
              <a:ext cx="136947" cy="105515"/>
            </a:xfrm>
            <a:custGeom>
              <a:rect b="b" l="l" r="r" t="t"/>
              <a:pathLst>
                <a:path extrusionOk="0" h="4025" w="5224">
                  <a:moveTo>
                    <a:pt x="210" y="1"/>
                  </a:moveTo>
                  <a:cubicBezTo>
                    <a:pt x="105" y="1"/>
                    <a:pt x="0" y="69"/>
                    <a:pt x="0" y="206"/>
                  </a:cubicBezTo>
                  <a:lnTo>
                    <a:pt x="0" y="1332"/>
                  </a:lnTo>
                  <a:cubicBezTo>
                    <a:pt x="0" y="1470"/>
                    <a:pt x="105" y="1538"/>
                    <a:pt x="210" y="1538"/>
                  </a:cubicBezTo>
                  <a:cubicBezTo>
                    <a:pt x="314" y="1538"/>
                    <a:pt x="419" y="1470"/>
                    <a:pt x="419" y="1332"/>
                  </a:cubicBezTo>
                  <a:lnTo>
                    <a:pt x="419" y="972"/>
                  </a:lnTo>
                  <a:lnTo>
                    <a:pt x="3147" y="972"/>
                  </a:lnTo>
                  <a:lnTo>
                    <a:pt x="4750" y="3931"/>
                  </a:lnTo>
                  <a:cubicBezTo>
                    <a:pt x="4775" y="3998"/>
                    <a:pt x="4829" y="4025"/>
                    <a:pt x="4889" y="4025"/>
                  </a:cubicBezTo>
                  <a:cubicBezTo>
                    <a:pt x="5037" y="4025"/>
                    <a:pt x="5223" y="3862"/>
                    <a:pt x="5111" y="3729"/>
                  </a:cubicBezTo>
                  <a:lnTo>
                    <a:pt x="5125" y="3729"/>
                  </a:lnTo>
                  <a:lnTo>
                    <a:pt x="3451" y="668"/>
                  </a:lnTo>
                  <a:cubicBezTo>
                    <a:pt x="3422" y="596"/>
                    <a:pt x="3349" y="553"/>
                    <a:pt x="3277" y="553"/>
                  </a:cubicBezTo>
                  <a:lnTo>
                    <a:pt x="419" y="553"/>
                  </a:lnTo>
                  <a:lnTo>
                    <a:pt x="419" y="206"/>
                  </a:lnTo>
                  <a:cubicBezTo>
                    <a:pt x="419" y="69"/>
                    <a:pt x="314" y="1"/>
                    <a:pt x="210" y="1"/>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516" name="Google Shape;20516;p47"/>
            <p:cNvSpPr/>
            <p:nvPr/>
          </p:nvSpPr>
          <p:spPr>
            <a:xfrm>
              <a:off x="7187545" y="2099436"/>
              <a:ext cx="35233" cy="30173"/>
            </a:xfrm>
            <a:custGeom>
              <a:rect b="b" l="l" r="r" t="t"/>
              <a:pathLst>
                <a:path extrusionOk="0" h="1151" w="1344">
                  <a:moveTo>
                    <a:pt x="762" y="1"/>
                  </a:moveTo>
                  <a:cubicBezTo>
                    <a:pt x="621" y="1"/>
                    <a:pt x="478" y="53"/>
                    <a:pt x="362" y="169"/>
                  </a:cubicBezTo>
                  <a:cubicBezTo>
                    <a:pt x="1" y="530"/>
                    <a:pt x="261" y="1150"/>
                    <a:pt x="766" y="1150"/>
                  </a:cubicBezTo>
                  <a:cubicBezTo>
                    <a:pt x="1083" y="1150"/>
                    <a:pt x="1343" y="891"/>
                    <a:pt x="1343" y="573"/>
                  </a:cubicBezTo>
                  <a:cubicBezTo>
                    <a:pt x="1343" y="231"/>
                    <a:pt x="1058" y="1"/>
                    <a:pt x="762" y="1"/>
                  </a:cubicBezTo>
                  <a:close/>
                </a:path>
              </a:pathLst>
            </a:custGeom>
            <a:solidFill>
              <a:srgbClr val="95ABB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517" name="Google Shape;20517;p47"/>
            <p:cNvSpPr/>
            <p:nvPr/>
          </p:nvSpPr>
          <p:spPr>
            <a:xfrm>
              <a:off x="7098990" y="2135246"/>
              <a:ext cx="120379" cy="165023"/>
            </a:xfrm>
            <a:custGeom>
              <a:rect b="b" l="l" r="r" t="t"/>
              <a:pathLst>
                <a:path extrusionOk="0" h="6295" w="4592">
                  <a:moveTo>
                    <a:pt x="622" y="1"/>
                  </a:moveTo>
                  <a:lnTo>
                    <a:pt x="622" y="1"/>
                  </a:lnTo>
                  <a:cubicBezTo>
                    <a:pt x="1" y="2773"/>
                    <a:pt x="1675" y="5544"/>
                    <a:pt x="4404" y="6295"/>
                  </a:cubicBezTo>
                  <a:lnTo>
                    <a:pt x="4591" y="5660"/>
                  </a:lnTo>
                  <a:cubicBezTo>
                    <a:pt x="3032" y="4692"/>
                    <a:pt x="2094" y="2989"/>
                    <a:pt x="2094" y="1170"/>
                  </a:cubicBezTo>
                  <a:cubicBezTo>
                    <a:pt x="2094" y="896"/>
                    <a:pt x="2108" y="622"/>
                    <a:pt x="2152" y="362"/>
                  </a:cubicBezTo>
                  <a:lnTo>
                    <a:pt x="622" y="1"/>
                  </a:lnTo>
                  <a:close/>
                </a:path>
              </a:pathLst>
            </a:custGeom>
            <a:solidFill>
              <a:srgbClr val="95ABB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20518" name="Google Shape;20518;p47"/>
          <p:cNvGrpSpPr/>
          <p:nvPr/>
        </p:nvGrpSpPr>
        <p:grpSpPr>
          <a:xfrm>
            <a:off x="7576208" y="1977825"/>
            <a:ext cx="292534" cy="347453"/>
            <a:chOff x="7576208" y="1977825"/>
            <a:chExt cx="292534" cy="347453"/>
          </a:xfrm>
        </p:grpSpPr>
        <p:sp>
          <p:nvSpPr>
            <p:cNvPr id="20519" name="Google Shape;20519;p47"/>
            <p:cNvSpPr/>
            <p:nvPr/>
          </p:nvSpPr>
          <p:spPr>
            <a:xfrm>
              <a:off x="7576208" y="1999032"/>
              <a:ext cx="89315" cy="148351"/>
            </a:xfrm>
            <a:custGeom>
              <a:rect b="b" l="l" r="r" t="t"/>
              <a:pathLst>
                <a:path extrusionOk="0" h="5659" w="3407">
                  <a:moveTo>
                    <a:pt x="592" y="0"/>
                  </a:moveTo>
                  <a:cubicBezTo>
                    <a:pt x="260" y="0"/>
                    <a:pt x="0" y="260"/>
                    <a:pt x="0" y="592"/>
                  </a:cubicBezTo>
                  <a:lnTo>
                    <a:pt x="0" y="1415"/>
                  </a:lnTo>
                  <a:cubicBezTo>
                    <a:pt x="0" y="3378"/>
                    <a:pt x="1011" y="3797"/>
                    <a:pt x="1819" y="4129"/>
                  </a:cubicBezTo>
                  <a:cubicBezTo>
                    <a:pt x="2281" y="4316"/>
                    <a:pt x="2671" y="4475"/>
                    <a:pt x="2858" y="4865"/>
                  </a:cubicBezTo>
                  <a:cubicBezTo>
                    <a:pt x="2916" y="4952"/>
                    <a:pt x="2902" y="5067"/>
                    <a:pt x="2829" y="5154"/>
                  </a:cubicBezTo>
                  <a:cubicBezTo>
                    <a:pt x="2759" y="5224"/>
                    <a:pt x="2661" y="5266"/>
                    <a:pt x="2560" y="5266"/>
                  </a:cubicBezTo>
                  <a:cubicBezTo>
                    <a:pt x="2515" y="5266"/>
                    <a:pt x="2469" y="5258"/>
                    <a:pt x="2425" y="5240"/>
                  </a:cubicBezTo>
                  <a:cubicBezTo>
                    <a:pt x="2295" y="5183"/>
                    <a:pt x="2266" y="5009"/>
                    <a:pt x="2266" y="4865"/>
                  </a:cubicBezTo>
                  <a:cubicBezTo>
                    <a:pt x="2274" y="4731"/>
                    <a:pt x="2175" y="4663"/>
                    <a:pt x="2074" y="4663"/>
                  </a:cubicBezTo>
                  <a:cubicBezTo>
                    <a:pt x="1979" y="4663"/>
                    <a:pt x="1884" y="4724"/>
                    <a:pt x="1877" y="4851"/>
                  </a:cubicBezTo>
                  <a:cubicBezTo>
                    <a:pt x="1877" y="5024"/>
                    <a:pt x="1891" y="5442"/>
                    <a:pt x="2281" y="5616"/>
                  </a:cubicBezTo>
                  <a:cubicBezTo>
                    <a:pt x="2353" y="5644"/>
                    <a:pt x="2454" y="5659"/>
                    <a:pt x="2541" y="5659"/>
                  </a:cubicBezTo>
                  <a:cubicBezTo>
                    <a:pt x="2757" y="5659"/>
                    <a:pt x="2959" y="5572"/>
                    <a:pt x="3104" y="5428"/>
                  </a:cubicBezTo>
                  <a:cubicBezTo>
                    <a:pt x="3306" y="5226"/>
                    <a:pt x="3349" y="4937"/>
                    <a:pt x="3219" y="4692"/>
                  </a:cubicBezTo>
                  <a:cubicBezTo>
                    <a:pt x="2959" y="4158"/>
                    <a:pt x="2454" y="3956"/>
                    <a:pt x="1963" y="3768"/>
                  </a:cubicBezTo>
                  <a:cubicBezTo>
                    <a:pt x="1588" y="3609"/>
                    <a:pt x="1184" y="3436"/>
                    <a:pt x="881" y="3118"/>
                  </a:cubicBezTo>
                  <a:cubicBezTo>
                    <a:pt x="549" y="2743"/>
                    <a:pt x="390" y="2180"/>
                    <a:pt x="390" y="1415"/>
                  </a:cubicBezTo>
                  <a:lnTo>
                    <a:pt x="390" y="592"/>
                  </a:lnTo>
                  <a:cubicBezTo>
                    <a:pt x="390" y="477"/>
                    <a:pt x="476" y="390"/>
                    <a:pt x="592" y="390"/>
                  </a:cubicBezTo>
                  <a:cubicBezTo>
                    <a:pt x="895" y="390"/>
                    <a:pt x="1198" y="549"/>
                    <a:pt x="1371" y="809"/>
                  </a:cubicBezTo>
                  <a:lnTo>
                    <a:pt x="1516" y="1025"/>
                  </a:lnTo>
                  <a:cubicBezTo>
                    <a:pt x="1689" y="1256"/>
                    <a:pt x="1949" y="1400"/>
                    <a:pt x="2223" y="1400"/>
                  </a:cubicBezTo>
                  <a:lnTo>
                    <a:pt x="3147" y="1400"/>
                  </a:lnTo>
                  <a:cubicBezTo>
                    <a:pt x="3407" y="1400"/>
                    <a:pt x="3407" y="996"/>
                    <a:pt x="3147" y="996"/>
                  </a:cubicBezTo>
                  <a:lnTo>
                    <a:pt x="2223" y="996"/>
                  </a:lnTo>
                  <a:cubicBezTo>
                    <a:pt x="2079" y="996"/>
                    <a:pt x="1934" y="924"/>
                    <a:pt x="1848" y="809"/>
                  </a:cubicBezTo>
                  <a:lnTo>
                    <a:pt x="1689" y="578"/>
                  </a:lnTo>
                  <a:cubicBezTo>
                    <a:pt x="1444" y="217"/>
                    <a:pt x="1025" y="0"/>
                    <a:pt x="592" y="0"/>
                  </a:cubicBezTo>
                  <a:close/>
                </a:path>
              </a:pathLst>
            </a:custGeom>
            <a:solidFill>
              <a:srgbClr val="D6DFE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520" name="Google Shape;20520;p47"/>
            <p:cNvSpPr/>
            <p:nvPr/>
          </p:nvSpPr>
          <p:spPr>
            <a:xfrm>
              <a:off x="7779034" y="1999032"/>
              <a:ext cx="89708" cy="148351"/>
            </a:xfrm>
            <a:custGeom>
              <a:rect b="b" l="l" r="r" t="t"/>
              <a:pathLst>
                <a:path extrusionOk="0" h="5659" w="3422">
                  <a:moveTo>
                    <a:pt x="2830" y="0"/>
                  </a:moveTo>
                  <a:cubicBezTo>
                    <a:pt x="2382" y="0"/>
                    <a:pt x="1964" y="217"/>
                    <a:pt x="1718" y="578"/>
                  </a:cubicBezTo>
                  <a:lnTo>
                    <a:pt x="1574" y="794"/>
                  </a:lnTo>
                  <a:cubicBezTo>
                    <a:pt x="1487" y="924"/>
                    <a:pt x="1343" y="996"/>
                    <a:pt x="1184" y="996"/>
                  </a:cubicBezTo>
                  <a:lnTo>
                    <a:pt x="260" y="996"/>
                  </a:lnTo>
                  <a:cubicBezTo>
                    <a:pt x="0" y="996"/>
                    <a:pt x="0" y="1386"/>
                    <a:pt x="260" y="1386"/>
                  </a:cubicBezTo>
                  <a:lnTo>
                    <a:pt x="1184" y="1386"/>
                  </a:lnTo>
                  <a:cubicBezTo>
                    <a:pt x="1197" y="1387"/>
                    <a:pt x="1211" y="1387"/>
                    <a:pt x="1224" y="1387"/>
                  </a:cubicBezTo>
                  <a:cubicBezTo>
                    <a:pt x="1497" y="1387"/>
                    <a:pt x="1740" y="1246"/>
                    <a:pt x="1891" y="1025"/>
                  </a:cubicBezTo>
                  <a:lnTo>
                    <a:pt x="2050" y="794"/>
                  </a:lnTo>
                  <a:cubicBezTo>
                    <a:pt x="2224" y="549"/>
                    <a:pt x="2512" y="390"/>
                    <a:pt x="2830" y="390"/>
                  </a:cubicBezTo>
                  <a:cubicBezTo>
                    <a:pt x="2931" y="390"/>
                    <a:pt x="3032" y="477"/>
                    <a:pt x="3032" y="592"/>
                  </a:cubicBezTo>
                  <a:lnTo>
                    <a:pt x="3032" y="1415"/>
                  </a:lnTo>
                  <a:cubicBezTo>
                    <a:pt x="3032" y="2180"/>
                    <a:pt x="2859" y="2743"/>
                    <a:pt x="2527" y="3104"/>
                  </a:cubicBezTo>
                  <a:cubicBezTo>
                    <a:pt x="2238" y="3436"/>
                    <a:pt x="1834" y="3595"/>
                    <a:pt x="1444" y="3753"/>
                  </a:cubicBezTo>
                  <a:cubicBezTo>
                    <a:pt x="968" y="3970"/>
                    <a:pt x="462" y="4158"/>
                    <a:pt x="203" y="4692"/>
                  </a:cubicBezTo>
                  <a:cubicBezTo>
                    <a:pt x="73" y="4923"/>
                    <a:pt x="116" y="5226"/>
                    <a:pt x="304" y="5414"/>
                  </a:cubicBezTo>
                  <a:cubicBezTo>
                    <a:pt x="462" y="5572"/>
                    <a:pt x="664" y="5659"/>
                    <a:pt x="881" y="5659"/>
                  </a:cubicBezTo>
                  <a:cubicBezTo>
                    <a:pt x="968" y="5659"/>
                    <a:pt x="1054" y="5644"/>
                    <a:pt x="1141" y="5601"/>
                  </a:cubicBezTo>
                  <a:cubicBezTo>
                    <a:pt x="1516" y="5442"/>
                    <a:pt x="1531" y="5038"/>
                    <a:pt x="1531" y="4851"/>
                  </a:cubicBezTo>
                  <a:cubicBezTo>
                    <a:pt x="1524" y="4724"/>
                    <a:pt x="1428" y="4663"/>
                    <a:pt x="1333" y="4663"/>
                  </a:cubicBezTo>
                  <a:cubicBezTo>
                    <a:pt x="1233" y="4663"/>
                    <a:pt x="1133" y="4731"/>
                    <a:pt x="1141" y="4865"/>
                  </a:cubicBezTo>
                  <a:cubicBezTo>
                    <a:pt x="1141" y="5009"/>
                    <a:pt x="1126" y="5183"/>
                    <a:pt x="982" y="5240"/>
                  </a:cubicBezTo>
                  <a:cubicBezTo>
                    <a:pt x="939" y="5253"/>
                    <a:pt x="895" y="5260"/>
                    <a:pt x="853" y="5260"/>
                  </a:cubicBezTo>
                  <a:cubicBezTo>
                    <a:pt x="755" y="5260"/>
                    <a:pt x="663" y="5224"/>
                    <a:pt x="592" y="5154"/>
                  </a:cubicBezTo>
                  <a:cubicBezTo>
                    <a:pt x="506" y="5067"/>
                    <a:pt x="491" y="4952"/>
                    <a:pt x="549" y="4851"/>
                  </a:cubicBezTo>
                  <a:cubicBezTo>
                    <a:pt x="751" y="4461"/>
                    <a:pt x="1141" y="4302"/>
                    <a:pt x="1588" y="4114"/>
                  </a:cubicBezTo>
                  <a:cubicBezTo>
                    <a:pt x="2411" y="3797"/>
                    <a:pt x="3422" y="3378"/>
                    <a:pt x="3422" y="1415"/>
                  </a:cubicBezTo>
                  <a:lnTo>
                    <a:pt x="3422" y="592"/>
                  </a:lnTo>
                  <a:cubicBezTo>
                    <a:pt x="3422" y="260"/>
                    <a:pt x="3147" y="0"/>
                    <a:pt x="2830" y="0"/>
                  </a:cubicBezTo>
                  <a:close/>
                </a:path>
              </a:pathLst>
            </a:custGeom>
            <a:solidFill>
              <a:srgbClr val="D6DFE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521" name="Google Shape;20521;p47"/>
            <p:cNvSpPr/>
            <p:nvPr/>
          </p:nvSpPr>
          <p:spPr>
            <a:xfrm>
              <a:off x="7710927" y="2175381"/>
              <a:ext cx="22728" cy="103707"/>
            </a:xfrm>
            <a:custGeom>
              <a:rect b="b" l="l" r="r" t="t"/>
              <a:pathLst>
                <a:path extrusionOk="0" h="3956" w="867">
                  <a:moveTo>
                    <a:pt x="0" y="0"/>
                  </a:moveTo>
                  <a:lnTo>
                    <a:pt x="0" y="3955"/>
                  </a:lnTo>
                  <a:lnTo>
                    <a:pt x="866" y="3955"/>
                  </a:lnTo>
                  <a:lnTo>
                    <a:pt x="866" y="0"/>
                  </a:lnTo>
                  <a:close/>
                </a:path>
              </a:pathLst>
            </a:custGeom>
            <a:solidFill>
              <a:srgbClr val="8EA0A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522" name="Google Shape;20522;p47"/>
            <p:cNvSpPr/>
            <p:nvPr/>
          </p:nvSpPr>
          <p:spPr>
            <a:xfrm>
              <a:off x="7638626" y="1989176"/>
              <a:ext cx="167671" cy="204765"/>
            </a:xfrm>
            <a:custGeom>
              <a:rect b="b" l="l" r="r" t="t"/>
              <a:pathLst>
                <a:path extrusionOk="0" h="7811" w="6396">
                  <a:moveTo>
                    <a:pt x="1" y="1"/>
                  </a:moveTo>
                  <a:lnTo>
                    <a:pt x="1" y="2570"/>
                  </a:lnTo>
                  <a:cubicBezTo>
                    <a:pt x="1" y="4375"/>
                    <a:pt x="867" y="6093"/>
                    <a:pt x="2325" y="7175"/>
                  </a:cubicBezTo>
                  <a:lnTo>
                    <a:pt x="3191" y="7810"/>
                  </a:lnTo>
                  <a:lnTo>
                    <a:pt x="4072" y="7175"/>
                  </a:lnTo>
                  <a:cubicBezTo>
                    <a:pt x="5530" y="6093"/>
                    <a:pt x="6396" y="4375"/>
                    <a:pt x="6396" y="2570"/>
                  </a:cubicBezTo>
                  <a:lnTo>
                    <a:pt x="6396" y="1"/>
                  </a:lnTo>
                  <a:close/>
                </a:path>
              </a:pathLst>
            </a:custGeom>
            <a:solidFill>
              <a:srgbClr val="8EA0A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523" name="Google Shape;20523;p47"/>
            <p:cNvSpPr/>
            <p:nvPr/>
          </p:nvSpPr>
          <p:spPr>
            <a:xfrm>
              <a:off x="7706759" y="1989176"/>
              <a:ext cx="99538" cy="204765"/>
            </a:xfrm>
            <a:custGeom>
              <a:rect b="b" l="l" r="r" t="t"/>
              <a:pathLst>
                <a:path extrusionOk="0" h="7811" w="3797">
                  <a:moveTo>
                    <a:pt x="2584" y="1"/>
                  </a:moveTo>
                  <a:lnTo>
                    <a:pt x="2584" y="2570"/>
                  </a:lnTo>
                  <a:cubicBezTo>
                    <a:pt x="2584" y="4375"/>
                    <a:pt x="1718" y="6093"/>
                    <a:pt x="260" y="7175"/>
                  </a:cubicBezTo>
                  <a:lnTo>
                    <a:pt x="0" y="7363"/>
                  </a:lnTo>
                  <a:lnTo>
                    <a:pt x="592" y="7810"/>
                  </a:lnTo>
                  <a:lnTo>
                    <a:pt x="1458" y="7175"/>
                  </a:lnTo>
                  <a:cubicBezTo>
                    <a:pt x="2931" y="6093"/>
                    <a:pt x="3797" y="4389"/>
                    <a:pt x="3797" y="2570"/>
                  </a:cubicBezTo>
                  <a:lnTo>
                    <a:pt x="3797" y="1"/>
                  </a:lnTo>
                  <a:close/>
                </a:path>
              </a:pathLst>
            </a:custGeom>
            <a:solidFill>
              <a:srgbClr val="69819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524" name="Google Shape;20524;p47"/>
            <p:cNvSpPr/>
            <p:nvPr/>
          </p:nvSpPr>
          <p:spPr>
            <a:xfrm>
              <a:off x="7628035" y="1977825"/>
              <a:ext cx="189246" cy="22728"/>
            </a:xfrm>
            <a:custGeom>
              <a:rect b="b" l="l" r="r" t="t"/>
              <a:pathLst>
                <a:path extrusionOk="0" h="867" w="7219">
                  <a:moveTo>
                    <a:pt x="174" y="1"/>
                  </a:moveTo>
                  <a:cubicBezTo>
                    <a:pt x="73" y="1"/>
                    <a:pt x="1" y="73"/>
                    <a:pt x="1" y="174"/>
                  </a:cubicBezTo>
                  <a:lnTo>
                    <a:pt x="1" y="694"/>
                  </a:lnTo>
                  <a:cubicBezTo>
                    <a:pt x="1" y="795"/>
                    <a:pt x="73" y="867"/>
                    <a:pt x="174" y="867"/>
                  </a:cubicBezTo>
                  <a:lnTo>
                    <a:pt x="7031" y="867"/>
                  </a:lnTo>
                  <a:cubicBezTo>
                    <a:pt x="7132" y="867"/>
                    <a:pt x="7218" y="795"/>
                    <a:pt x="7218" y="694"/>
                  </a:cubicBezTo>
                  <a:lnTo>
                    <a:pt x="7218" y="174"/>
                  </a:lnTo>
                  <a:cubicBezTo>
                    <a:pt x="7218" y="73"/>
                    <a:pt x="7132" y="1"/>
                    <a:pt x="7031" y="1"/>
                  </a:cubicBezTo>
                  <a:close/>
                </a:path>
              </a:pathLst>
            </a:custGeom>
            <a:solidFill>
              <a:srgbClr val="D6DFE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525" name="Google Shape;20525;p47"/>
            <p:cNvSpPr/>
            <p:nvPr/>
          </p:nvSpPr>
          <p:spPr>
            <a:xfrm>
              <a:off x="7785456" y="1977825"/>
              <a:ext cx="31825" cy="22728"/>
            </a:xfrm>
            <a:custGeom>
              <a:rect b="b" l="l" r="r" t="t"/>
              <a:pathLst>
                <a:path extrusionOk="0" h="867" w="1214">
                  <a:moveTo>
                    <a:pt x="1" y="1"/>
                  </a:moveTo>
                  <a:lnTo>
                    <a:pt x="1" y="867"/>
                  </a:lnTo>
                  <a:lnTo>
                    <a:pt x="1026" y="867"/>
                  </a:lnTo>
                  <a:cubicBezTo>
                    <a:pt x="1127" y="867"/>
                    <a:pt x="1213" y="795"/>
                    <a:pt x="1213" y="694"/>
                  </a:cubicBezTo>
                  <a:lnTo>
                    <a:pt x="1213" y="174"/>
                  </a:lnTo>
                  <a:cubicBezTo>
                    <a:pt x="1213" y="73"/>
                    <a:pt x="1127" y="1"/>
                    <a:pt x="1026" y="1"/>
                  </a:cubicBezTo>
                  <a:close/>
                </a:path>
              </a:pathLst>
            </a:custGeom>
            <a:solidFill>
              <a:srgbClr val="8FA1A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526" name="Google Shape;20526;p47"/>
            <p:cNvSpPr/>
            <p:nvPr/>
          </p:nvSpPr>
          <p:spPr>
            <a:xfrm>
              <a:off x="7681776" y="2039980"/>
              <a:ext cx="82158" cy="78042"/>
            </a:xfrm>
            <a:custGeom>
              <a:rect b="b" l="l" r="r" t="t"/>
              <a:pathLst>
                <a:path extrusionOk="0" h="2977" w="3134">
                  <a:moveTo>
                    <a:pt x="1567" y="1"/>
                  </a:moveTo>
                  <a:cubicBezTo>
                    <a:pt x="1560" y="1"/>
                    <a:pt x="1552" y="4"/>
                    <a:pt x="1545" y="12"/>
                  </a:cubicBezTo>
                  <a:lnTo>
                    <a:pt x="1083" y="921"/>
                  </a:lnTo>
                  <a:cubicBezTo>
                    <a:pt x="1083" y="936"/>
                    <a:pt x="1069" y="950"/>
                    <a:pt x="1054" y="950"/>
                  </a:cubicBezTo>
                  <a:lnTo>
                    <a:pt x="44" y="1094"/>
                  </a:lnTo>
                  <a:cubicBezTo>
                    <a:pt x="15" y="1094"/>
                    <a:pt x="1" y="1138"/>
                    <a:pt x="15" y="1167"/>
                  </a:cubicBezTo>
                  <a:lnTo>
                    <a:pt x="751" y="1888"/>
                  </a:lnTo>
                  <a:cubicBezTo>
                    <a:pt x="766" y="1903"/>
                    <a:pt x="766" y="1903"/>
                    <a:pt x="766" y="1917"/>
                  </a:cubicBezTo>
                  <a:lnTo>
                    <a:pt x="592" y="2928"/>
                  </a:lnTo>
                  <a:cubicBezTo>
                    <a:pt x="582" y="2960"/>
                    <a:pt x="595" y="2976"/>
                    <a:pt x="621" y="2976"/>
                  </a:cubicBezTo>
                  <a:cubicBezTo>
                    <a:pt x="629" y="2976"/>
                    <a:pt x="639" y="2975"/>
                    <a:pt x="650" y="2971"/>
                  </a:cubicBezTo>
                  <a:lnTo>
                    <a:pt x="1545" y="2495"/>
                  </a:lnTo>
                  <a:lnTo>
                    <a:pt x="1588" y="2495"/>
                  </a:lnTo>
                  <a:lnTo>
                    <a:pt x="2483" y="2971"/>
                  </a:lnTo>
                  <a:cubicBezTo>
                    <a:pt x="2491" y="2975"/>
                    <a:pt x="2498" y="2976"/>
                    <a:pt x="2505" y="2976"/>
                  </a:cubicBezTo>
                  <a:cubicBezTo>
                    <a:pt x="2525" y="2976"/>
                    <a:pt x="2541" y="2960"/>
                    <a:pt x="2541" y="2928"/>
                  </a:cubicBezTo>
                  <a:lnTo>
                    <a:pt x="2368" y="1917"/>
                  </a:lnTo>
                  <a:cubicBezTo>
                    <a:pt x="2354" y="1903"/>
                    <a:pt x="2368" y="1903"/>
                    <a:pt x="2368" y="1888"/>
                  </a:cubicBezTo>
                  <a:lnTo>
                    <a:pt x="3104" y="1167"/>
                  </a:lnTo>
                  <a:cubicBezTo>
                    <a:pt x="3133" y="1138"/>
                    <a:pt x="3119" y="1094"/>
                    <a:pt x="3090" y="1094"/>
                  </a:cubicBezTo>
                  <a:lnTo>
                    <a:pt x="2065" y="950"/>
                  </a:lnTo>
                  <a:cubicBezTo>
                    <a:pt x="2050" y="950"/>
                    <a:pt x="2050" y="936"/>
                    <a:pt x="2036" y="921"/>
                  </a:cubicBezTo>
                  <a:lnTo>
                    <a:pt x="1588" y="12"/>
                  </a:lnTo>
                  <a:cubicBezTo>
                    <a:pt x="1581" y="4"/>
                    <a:pt x="1574" y="1"/>
                    <a:pt x="1567" y="1"/>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527" name="Google Shape;20527;p47"/>
            <p:cNvSpPr/>
            <p:nvPr/>
          </p:nvSpPr>
          <p:spPr>
            <a:xfrm>
              <a:off x="7700703" y="2180676"/>
              <a:ext cx="43543" cy="21208"/>
            </a:xfrm>
            <a:custGeom>
              <a:rect b="b" l="l" r="r" t="t"/>
              <a:pathLst>
                <a:path extrusionOk="0" h="809" w="1661">
                  <a:moveTo>
                    <a:pt x="332" y="0"/>
                  </a:moveTo>
                  <a:cubicBezTo>
                    <a:pt x="145" y="0"/>
                    <a:pt x="0" y="145"/>
                    <a:pt x="0" y="332"/>
                  </a:cubicBezTo>
                  <a:lnTo>
                    <a:pt x="0" y="477"/>
                  </a:lnTo>
                  <a:cubicBezTo>
                    <a:pt x="0" y="664"/>
                    <a:pt x="145" y="809"/>
                    <a:pt x="332" y="809"/>
                  </a:cubicBezTo>
                  <a:lnTo>
                    <a:pt x="1328" y="809"/>
                  </a:lnTo>
                  <a:cubicBezTo>
                    <a:pt x="1502" y="809"/>
                    <a:pt x="1660" y="664"/>
                    <a:pt x="1660" y="477"/>
                  </a:cubicBezTo>
                  <a:lnTo>
                    <a:pt x="1660" y="332"/>
                  </a:lnTo>
                  <a:cubicBezTo>
                    <a:pt x="1660" y="145"/>
                    <a:pt x="1502" y="0"/>
                    <a:pt x="1328" y="0"/>
                  </a:cubicBezTo>
                  <a:close/>
                </a:path>
              </a:pathLst>
            </a:custGeom>
            <a:solidFill>
              <a:srgbClr val="D6DFE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528" name="Google Shape;20528;p47"/>
            <p:cNvSpPr/>
            <p:nvPr/>
          </p:nvSpPr>
          <p:spPr>
            <a:xfrm>
              <a:off x="7678001" y="2263542"/>
              <a:ext cx="88947" cy="30672"/>
            </a:xfrm>
            <a:custGeom>
              <a:rect b="b" l="l" r="r" t="t"/>
              <a:pathLst>
                <a:path extrusionOk="0" h="1170" w="3393">
                  <a:moveTo>
                    <a:pt x="448" y="1"/>
                  </a:moveTo>
                  <a:cubicBezTo>
                    <a:pt x="202" y="1"/>
                    <a:pt x="0" y="203"/>
                    <a:pt x="0" y="448"/>
                  </a:cubicBezTo>
                  <a:lnTo>
                    <a:pt x="0" y="1170"/>
                  </a:lnTo>
                  <a:lnTo>
                    <a:pt x="3393" y="1170"/>
                  </a:lnTo>
                  <a:lnTo>
                    <a:pt x="3393" y="448"/>
                  </a:lnTo>
                  <a:cubicBezTo>
                    <a:pt x="3393" y="203"/>
                    <a:pt x="3190" y="1"/>
                    <a:pt x="2945" y="1"/>
                  </a:cubicBezTo>
                  <a:close/>
                </a:path>
              </a:pathLst>
            </a:custGeom>
            <a:solidFill>
              <a:srgbClr val="D6DFE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529" name="Google Shape;20529;p47"/>
            <p:cNvSpPr/>
            <p:nvPr/>
          </p:nvSpPr>
          <p:spPr>
            <a:xfrm>
              <a:off x="7735517" y="2263542"/>
              <a:ext cx="31432" cy="30672"/>
            </a:xfrm>
            <a:custGeom>
              <a:rect b="b" l="l" r="r" t="t"/>
              <a:pathLst>
                <a:path extrusionOk="0" h="1170" w="1199">
                  <a:moveTo>
                    <a:pt x="0" y="1"/>
                  </a:moveTo>
                  <a:lnTo>
                    <a:pt x="0" y="1170"/>
                  </a:lnTo>
                  <a:lnTo>
                    <a:pt x="1199" y="1170"/>
                  </a:lnTo>
                  <a:lnTo>
                    <a:pt x="1199" y="448"/>
                  </a:lnTo>
                  <a:cubicBezTo>
                    <a:pt x="1199" y="203"/>
                    <a:pt x="996" y="1"/>
                    <a:pt x="751" y="1"/>
                  </a:cubicBezTo>
                  <a:close/>
                </a:path>
              </a:pathLst>
            </a:custGeom>
            <a:solidFill>
              <a:srgbClr val="8FA1A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530" name="Google Shape;20530;p47"/>
            <p:cNvSpPr/>
            <p:nvPr/>
          </p:nvSpPr>
          <p:spPr>
            <a:xfrm>
              <a:off x="7645835" y="2286637"/>
              <a:ext cx="152519" cy="38615"/>
            </a:xfrm>
            <a:custGeom>
              <a:rect b="b" l="l" r="r" t="t"/>
              <a:pathLst>
                <a:path extrusionOk="0" h="1473" w="5818">
                  <a:moveTo>
                    <a:pt x="462" y="0"/>
                  </a:moveTo>
                  <a:cubicBezTo>
                    <a:pt x="332" y="0"/>
                    <a:pt x="231" y="87"/>
                    <a:pt x="217" y="202"/>
                  </a:cubicBezTo>
                  <a:lnTo>
                    <a:pt x="29" y="1169"/>
                  </a:lnTo>
                  <a:cubicBezTo>
                    <a:pt x="0" y="1328"/>
                    <a:pt x="116" y="1473"/>
                    <a:pt x="274" y="1473"/>
                  </a:cubicBezTo>
                  <a:lnTo>
                    <a:pt x="5558" y="1473"/>
                  </a:lnTo>
                  <a:cubicBezTo>
                    <a:pt x="5717" y="1458"/>
                    <a:pt x="5818" y="1328"/>
                    <a:pt x="5789" y="1169"/>
                  </a:cubicBezTo>
                  <a:lnTo>
                    <a:pt x="5616" y="202"/>
                  </a:lnTo>
                  <a:cubicBezTo>
                    <a:pt x="5587" y="87"/>
                    <a:pt x="5486" y="0"/>
                    <a:pt x="5370" y="0"/>
                  </a:cubicBezTo>
                  <a:close/>
                </a:path>
              </a:pathLst>
            </a:custGeom>
            <a:solidFill>
              <a:srgbClr val="8FA1A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531" name="Google Shape;20531;p47"/>
            <p:cNvSpPr/>
            <p:nvPr/>
          </p:nvSpPr>
          <p:spPr>
            <a:xfrm>
              <a:off x="7760500" y="2286637"/>
              <a:ext cx="38588" cy="38641"/>
            </a:xfrm>
            <a:custGeom>
              <a:rect b="b" l="l" r="r" t="t"/>
              <a:pathLst>
                <a:path extrusionOk="0" h="1474" w="1472">
                  <a:moveTo>
                    <a:pt x="0" y="0"/>
                  </a:moveTo>
                  <a:lnTo>
                    <a:pt x="274" y="1473"/>
                  </a:lnTo>
                  <a:lnTo>
                    <a:pt x="1184" y="1473"/>
                  </a:lnTo>
                  <a:cubicBezTo>
                    <a:pt x="1191" y="1473"/>
                    <a:pt x="1197" y="1473"/>
                    <a:pt x="1204" y="1473"/>
                  </a:cubicBezTo>
                  <a:cubicBezTo>
                    <a:pt x="1353" y="1473"/>
                    <a:pt x="1471" y="1321"/>
                    <a:pt x="1444" y="1169"/>
                  </a:cubicBezTo>
                  <a:lnTo>
                    <a:pt x="1256" y="202"/>
                  </a:lnTo>
                  <a:cubicBezTo>
                    <a:pt x="1227" y="87"/>
                    <a:pt x="1126" y="0"/>
                    <a:pt x="1011" y="0"/>
                  </a:cubicBezTo>
                  <a:close/>
                </a:path>
              </a:pathLst>
            </a:custGeom>
            <a:solidFill>
              <a:srgbClr val="7B90A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20532" name="Google Shape;20532;p47"/>
          <p:cNvGrpSpPr/>
          <p:nvPr/>
        </p:nvGrpSpPr>
        <p:grpSpPr>
          <a:xfrm>
            <a:off x="8023882" y="1977458"/>
            <a:ext cx="320557" cy="347794"/>
            <a:chOff x="8023882" y="1977458"/>
            <a:chExt cx="320557" cy="347794"/>
          </a:xfrm>
        </p:grpSpPr>
        <p:sp>
          <p:nvSpPr>
            <p:cNvPr id="20533" name="Google Shape;20533;p47"/>
            <p:cNvSpPr/>
            <p:nvPr/>
          </p:nvSpPr>
          <p:spPr>
            <a:xfrm>
              <a:off x="8053007" y="1977458"/>
              <a:ext cx="291432" cy="291799"/>
            </a:xfrm>
            <a:custGeom>
              <a:rect b="b" l="l" r="r" t="t"/>
              <a:pathLst>
                <a:path extrusionOk="0" h="11131" w="11117">
                  <a:moveTo>
                    <a:pt x="5558" y="0"/>
                  </a:moveTo>
                  <a:cubicBezTo>
                    <a:pt x="2484" y="0"/>
                    <a:pt x="1" y="2498"/>
                    <a:pt x="1" y="5572"/>
                  </a:cubicBezTo>
                  <a:cubicBezTo>
                    <a:pt x="1" y="8633"/>
                    <a:pt x="2484" y="11130"/>
                    <a:pt x="5558" y="11130"/>
                  </a:cubicBezTo>
                  <a:cubicBezTo>
                    <a:pt x="8633" y="11130"/>
                    <a:pt x="11116" y="8633"/>
                    <a:pt x="11116" y="5572"/>
                  </a:cubicBezTo>
                  <a:cubicBezTo>
                    <a:pt x="11116" y="2498"/>
                    <a:pt x="8633" y="0"/>
                    <a:pt x="5558" y="0"/>
                  </a:cubicBezTo>
                  <a:close/>
                </a:path>
              </a:pathLst>
            </a:custGeom>
            <a:solidFill>
              <a:srgbClr val="D3DCE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534" name="Google Shape;20534;p47"/>
            <p:cNvSpPr/>
            <p:nvPr/>
          </p:nvSpPr>
          <p:spPr>
            <a:xfrm>
              <a:off x="8023882" y="1980866"/>
              <a:ext cx="277407" cy="288549"/>
            </a:xfrm>
            <a:custGeom>
              <a:rect b="b" l="l" r="r" t="t"/>
              <a:pathLst>
                <a:path extrusionOk="0" h="11007" w="10582">
                  <a:moveTo>
                    <a:pt x="5529" y="0"/>
                  </a:moveTo>
                  <a:cubicBezTo>
                    <a:pt x="1891" y="751"/>
                    <a:pt x="0" y="4793"/>
                    <a:pt x="1761" y="8070"/>
                  </a:cubicBezTo>
                  <a:cubicBezTo>
                    <a:pt x="2787" y="9986"/>
                    <a:pt x="4717" y="11007"/>
                    <a:pt x="6670" y="11007"/>
                  </a:cubicBezTo>
                  <a:cubicBezTo>
                    <a:pt x="8071" y="11007"/>
                    <a:pt x="9484" y="10481"/>
                    <a:pt x="10581" y="9383"/>
                  </a:cubicBezTo>
                  <a:lnTo>
                    <a:pt x="10581" y="9383"/>
                  </a:lnTo>
                  <a:cubicBezTo>
                    <a:pt x="10206" y="9456"/>
                    <a:pt x="9831" y="9499"/>
                    <a:pt x="9441" y="9499"/>
                  </a:cubicBezTo>
                  <a:cubicBezTo>
                    <a:pt x="7189" y="9499"/>
                    <a:pt x="5168" y="8142"/>
                    <a:pt x="4302" y="6063"/>
                  </a:cubicBezTo>
                  <a:cubicBezTo>
                    <a:pt x="3450" y="3970"/>
                    <a:pt x="3927" y="1574"/>
                    <a:pt x="5529" y="0"/>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535" name="Google Shape;20535;p47"/>
            <p:cNvSpPr/>
            <p:nvPr/>
          </p:nvSpPr>
          <p:spPr>
            <a:xfrm>
              <a:off x="8053007" y="1977825"/>
              <a:ext cx="291432" cy="291039"/>
            </a:xfrm>
            <a:custGeom>
              <a:rect b="b" l="l" r="r" t="t"/>
              <a:pathLst>
                <a:path extrusionOk="0" h="11102" w="11117">
                  <a:moveTo>
                    <a:pt x="5342" y="2758"/>
                  </a:moveTo>
                  <a:lnTo>
                    <a:pt x="5342" y="5328"/>
                  </a:lnTo>
                  <a:lnTo>
                    <a:pt x="2137" y="5328"/>
                  </a:lnTo>
                  <a:cubicBezTo>
                    <a:pt x="2152" y="4461"/>
                    <a:pt x="2310" y="3595"/>
                    <a:pt x="2599" y="2772"/>
                  </a:cubicBezTo>
                  <a:lnTo>
                    <a:pt x="2599" y="2758"/>
                  </a:lnTo>
                  <a:close/>
                  <a:moveTo>
                    <a:pt x="8518" y="2772"/>
                  </a:moveTo>
                  <a:cubicBezTo>
                    <a:pt x="8806" y="3595"/>
                    <a:pt x="8951" y="4461"/>
                    <a:pt x="8980" y="5342"/>
                  </a:cubicBezTo>
                  <a:lnTo>
                    <a:pt x="5775" y="5342"/>
                  </a:lnTo>
                  <a:lnTo>
                    <a:pt x="5775" y="2772"/>
                  </a:lnTo>
                  <a:close/>
                  <a:moveTo>
                    <a:pt x="5342" y="5775"/>
                  </a:moveTo>
                  <a:lnTo>
                    <a:pt x="5342" y="8330"/>
                  </a:lnTo>
                  <a:lnTo>
                    <a:pt x="2599" y="8330"/>
                  </a:lnTo>
                  <a:cubicBezTo>
                    <a:pt x="2310" y="7507"/>
                    <a:pt x="2152" y="6641"/>
                    <a:pt x="2137" y="5775"/>
                  </a:cubicBezTo>
                  <a:close/>
                  <a:moveTo>
                    <a:pt x="8980" y="5775"/>
                  </a:moveTo>
                  <a:cubicBezTo>
                    <a:pt x="8951" y="6641"/>
                    <a:pt x="8806" y="7507"/>
                    <a:pt x="8518" y="8330"/>
                  </a:cubicBezTo>
                  <a:lnTo>
                    <a:pt x="8518" y="8345"/>
                  </a:lnTo>
                  <a:lnTo>
                    <a:pt x="5775" y="8345"/>
                  </a:lnTo>
                  <a:lnTo>
                    <a:pt x="5775" y="5775"/>
                  </a:lnTo>
                  <a:close/>
                  <a:moveTo>
                    <a:pt x="5342" y="1"/>
                  </a:moveTo>
                  <a:lnTo>
                    <a:pt x="5342" y="2339"/>
                  </a:lnTo>
                  <a:lnTo>
                    <a:pt x="2758" y="2339"/>
                  </a:lnTo>
                  <a:cubicBezTo>
                    <a:pt x="3350" y="1011"/>
                    <a:pt x="4274" y="116"/>
                    <a:pt x="5342" y="1"/>
                  </a:cubicBezTo>
                  <a:lnTo>
                    <a:pt x="5342" y="1"/>
                  </a:lnTo>
                  <a:cubicBezTo>
                    <a:pt x="4779" y="15"/>
                    <a:pt x="4230" y="131"/>
                    <a:pt x="3696" y="318"/>
                  </a:cubicBezTo>
                  <a:cubicBezTo>
                    <a:pt x="3090" y="867"/>
                    <a:pt x="2614" y="1574"/>
                    <a:pt x="2310" y="2339"/>
                  </a:cubicBezTo>
                  <a:lnTo>
                    <a:pt x="1011" y="2339"/>
                  </a:lnTo>
                  <a:cubicBezTo>
                    <a:pt x="925" y="2484"/>
                    <a:pt x="824" y="2628"/>
                    <a:pt x="737" y="2772"/>
                  </a:cubicBezTo>
                  <a:lnTo>
                    <a:pt x="2152" y="2772"/>
                  </a:lnTo>
                  <a:cubicBezTo>
                    <a:pt x="1877" y="3595"/>
                    <a:pt x="1733" y="4461"/>
                    <a:pt x="1719" y="5342"/>
                  </a:cubicBezTo>
                  <a:lnTo>
                    <a:pt x="1" y="5342"/>
                  </a:lnTo>
                  <a:lnTo>
                    <a:pt x="1" y="5558"/>
                  </a:lnTo>
                  <a:lnTo>
                    <a:pt x="1" y="5775"/>
                  </a:lnTo>
                  <a:lnTo>
                    <a:pt x="1719" y="5775"/>
                  </a:lnTo>
                  <a:cubicBezTo>
                    <a:pt x="1733" y="6641"/>
                    <a:pt x="1877" y="7507"/>
                    <a:pt x="2152" y="8330"/>
                  </a:cubicBezTo>
                  <a:lnTo>
                    <a:pt x="751" y="8330"/>
                  </a:lnTo>
                  <a:cubicBezTo>
                    <a:pt x="824" y="8474"/>
                    <a:pt x="925" y="8619"/>
                    <a:pt x="1026" y="8763"/>
                  </a:cubicBezTo>
                  <a:lnTo>
                    <a:pt x="2310" y="8763"/>
                  </a:lnTo>
                  <a:cubicBezTo>
                    <a:pt x="2614" y="9543"/>
                    <a:pt x="3090" y="10236"/>
                    <a:pt x="3696" y="10799"/>
                  </a:cubicBezTo>
                  <a:cubicBezTo>
                    <a:pt x="4230" y="10986"/>
                    <a:pt x="4779" y="11087"/>
                    <a:pt x="5342" y="11102"/>
                  </a:cubicBezTo>
                  <a:cubicBezTo>
                    <a:pt x="4274" y="11001"/>
                    <a:pt x="3350" y="10106"/>
                    <a:pt x="2758" y="8763"/>
                  </a:cubicBezTo>
                  <a:lnTo>
                    <a:pt x="5342" y="8763"/>
                  </a:lnTo>
                  <a:lnTo>
                    <a:pt x="5342" y="11102"/>
                  </a:lnTo>
                  <a:lnTo>
                    <a:pt x="5775" y="11102"/>
                  </a:lnTo>
                  <a:lnTo>
                    <a:pt x="5775" y="8763"/>
                  </a:lnTo>
                  <a:lnTo>
                    <a:pt x="8344" y="8763"/>
                  </a:lnTo>
                  <a:cubicBezTo>
                    <a:pt x="7767" y="10106"/>
                    <a:pt x="6829" y="11001"/>
                    <a:pt x="5775" y="11102"/>
                  </a:cubicBezTo>
                  <a:cubicBezTo>
                    <a:pt x="6338" y="11087"/>
                    <a:pt x="6886" y="10986"/>
                    <a:pt x="7421" y="10799"/>
                  </a:cubicBezTo>
                  <a:cubicBezTo>
                    <a:pt x="8041" y="10236"/>
                    <a:pt x="8503" y="9543"/>
                    <a:pt x="8806" y="8763"/>
                  </a:cubicBezTo>
                  <a:lnTo>
                    <a:pt x="10106" y="8763"/>
                  </a:lnTo>
                  <a:cubicBezTo>
                    <a:pt x="10207" y="8619"/>
                    <a:pt x="10293" y="8474"/>
                    <a:pt x="10380" y="8330"/>
                  </a:cubicBezTo>
                  <a:lnTo>
                    <a:pt x="8965" y="8330"/>
                  </a:lnTo>
                  <a:cubicBezTo>
                    <a:pt x="9239" y="7507"/>
                    <a:pt x="9384" y="6641"/>
                    <a:pt x="9413" y="5775"/>
                  </a:cubicBezTo>
                  <a:lnTo>
                    <a:pt x="11116" y="5775"/>
                  </a:lnTo>
                  <a:lnTo>
                    <a:pt x="11116" y="5558"/>
                  </a:lnTo>
                  <a:lnTo>
                    <a:pt x="11116" y="5342"/>
                  </a:lnTo>
                  <a:lnTo>
                    <a:pt x="9413" y="5342"/>
                  </a:lnTo>
                  <a:cubicBezTo>
                    <a:pt x="9384" y="4461"/>
                    <a:pt x="9239" y="3595"/>
                    <a:pt x="8965" y="2772"/>
                  </a:cubicBezTo>
                  <a:lnTo>
                    <a:pt x="10380" y="2772"/>
                  </a:lnTo>
                  <a:cubicBezTo>
                    <a:pt x="10293" y="2628"/>
                    <a:pt x="10192" y="2484"/>
                    <a:pt x="10106" y="2339"/>
                  </a:cubicBezTo>
                  <a:lnTo>
                    <a:pt x="8806" y="2339"/>
                  </a:lnTo>
                  <a:cubicBezTo>
                    <a:pt x="8503" y="1574"/>
                    <a:pt x="8041" y="867"/>
                    <a:pt x="7421" y="318"/>
                  </a:cubicBezTo>
                  <a:cubicBezTo>
                    <a:pt x="6886" y="131"/>
                    <a:pt x="6338" y="15"/>
                    <a:pt x="5775" y="1"/>
                  </a:cubicBezTo>
                  <a:lnTo>
                    <a:pt x="5775" y="1"/>
                  </a:lnTo>
                  <a:cubicBezTo>
                    <a:pt x="6829" y="116"/>
                    <a:pt x="7767" y="1011"/>
                    <a:pt x="8344" y="2339"/>
                  </a:cubicBezTo>
                  <a:lnTo>
                    <a:pt x="5775" y="2339"/>
                  </a:lnTo>
                  <a:lnTo>
                    <a:pt x="5775" y="1"/>
                  </a:lnTo>
                  <a:close/>
                </a:path>
              </a:pathLst>
            </a:custGeom>
            <a:solidFill>
              <a:srgbClr val="EFF1F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536" name="Google Shape;20536;p47"/>
            <p:cNvSpPr/>
            <p:nvPr/>
          </p:nvSpPr>
          <p:spPr>
            <a:xfrm>
              <a:off x="8052640" y="1981233"/>
              <a:ext cx="220258" cy="288024"/>
            </a:xfrm>
            <a:custGeom>
              <a:rect b="b" l="l" r="r" t="t"/>
              <a:pathLst>
                <a:path extrusionOk="0" h="10987" w="8402">
                  <a:moveTo>
                    <a:pt x="5356" y="8633"/>
                  </a:moveTo>
                  <a:lnTo>
                    <a:pt x="5356" y="10972"/>
                  </a:lnTo>
                  <a:cubicBezTo>
                    <a:pt x="4288" y="10871"/>
                    <a:pt x="3364" y="9961"/>
                    <a:pt x="2772" y="8633"/>
                  </a:cubicBezTo>
                  <a:close/>
                  <a:moveTo>
                    <a:pt x="4418" y="1"/>
                  </a:moveTo>
                  <a:lnTo>
                    <a:pt x="4418" y="1"/>
                  </a:lnTo>
                  <a:cubicBezTo>
                    <a:pt x="4172" y="44"/>
                    <a:pt x="3941" y="102"/>
                    <a:pt x="3696" y="188"/>
                  </a:cubicBezTo>
                  <a:cubicBezTo>
                    <a:pt x="3089" y="751"/>
                    <a:pt x="2613" y="1444"/>
                    <a:pt x="2310" y="2224"/>
                  </a:cubicBezTo>
                  <a:lnTo>
                    <a:pt x="1025" y="2224"/>
                  </a:lnTo>
                  <a:cubicBezTo>
                    <a:pt x="924" y="2368"/>
                    <a:pt x="838" y="2498"/>
                    <a:pt x="751" y="2657"/>
                  </a:cubicBezTo>
                  <a:lnTo>
                    <a:pt x="2151" y="2657"/>
                  </a:lnTo>
                  <a:cubicBezTo>
                    <a:pt x="1877" y="3480"/>
                    <a:pt x="1733" y="4346"/>
                    <a:pt x="1718" y="5212"/>
                  </a:cubicBezTo>
                  <a:lnTo>
                    <a:pt x="0" y="5212"/>
                  </a:lnTo>
                  <a:lnTo>
                    <a:pt x="0" y="5428"/>
                  </a:lnTo>
                  <a:lnTo>
                    <a:pt x="0" y="5645"/>
                  </a:lnTo>
                  <a:lnTo>
                    <a:pt x="1718" y="5645"/>
                  </a:lnTo>
                  <a:cubicBezTo>
                    <a:pt x="1733" y="6526"/>
                    <a:pt x="1877" y="7377"/>
                    <a:pt x="2151" y="8215"/>
                  </a:cubicBezTo>
                  <a:lnTo>
                    <a:pt x="765" y="8215"/>
                  </a:lnTo>
                  <a:cubicBezTo>
                    <a:pt x="838" y="8359"/>
                    <a:pt x="939" y="8503"/>
                    <a:pt x="1040" y="8648"/>
                  </a:cubicBezTo>
                  <a:lnTo>
                    <a:pt x="2324" y="8648"/>
                  </a:lnTo>
                  <a:cubicBezTo>
                    <a:pt x="2628" y="9413"/>
                    <a:pt x="3104" y="10120"/>
                    <a:pt x="3710" y="10669"/>
                  </a:cubicBezTo>
                  <a:cubicBezTo>
                    <a:pt x="4244" y="10856"/>
                    <a:pt x="4793" y="10972"/>
                    <a:pt x="5356" y="10986"/>
                  </a:cubicBezTo>
                  <a:lnTo>
                    <a:pt x="5789" y="10986"/>
                  </a:lnTo>
                  <a:cubicBezTo>
                    <a:pt x="6352" y="10972"/>
                    <a:pt x="6900" y="10856"/>
                    <a:pt x="7435" y="10669"/>
                  </a:cubicBezTo>
                  <a:cubicBezTo>
                    <a:pt x="7810" y="10337"/>
                    <a:pt x="8142" y="9932"/>
                    <a:pt x="8402" y="9499"/>
                  </a:cubicBezTo>
                  <a:lnTo>
                    <a:pt x="8344" y="9485"/>
                  </a:lnTo>
                  <a:cubicBezTo>
                    <a:pt x="8200" y="9485"/>
                    <a:pt x="8055" y="9485"/>
                    <a:pt x="7911" y="9470"/>
                  </a:cubicBezTo>
                  <a:cubicBezTo>
                    <a:pt x="7348" y="10337"/>
                    <a:pt x="6612" y="10885"/>
                    <a:pt x="5789" y="10972"/>
                  </a:cubicBezTo>
                  <a:lnTo>
                    <a:pt x="5789" y="8864"/>
                  </a:lnTo>
                  <a:cubicBezTo>
                    <a:pt x="5428" y="8676"/>
                    <a:pt x="5096" y="8460"/>
                    <a:pt x="4793" y="8200"/>
                  </a:cubicBezTo>
                  <a:lnTo>
                    <a:pt x="2613" y="8200"/>
                  </a:lnTo>
                  <a:cubicBezTo>
                    <a:pt x="2324" y="7377"/>
                    <a:pt x="2166" y="6511"/>
                    <a:pt x="2151" y="5645"/>
                  </a:cubicBezTo>
                  <a:lnTo>
                    <a:pt x="3046" y="5645"/>
                  </a:lnTo>
                  <a:cubicBezTo>
                    <a:pt x="3003" y="5501"/>
                    <a:pt x="2974" y="5356"/>
                    <a:pt x="2931" y="5212"/>
                  </a:cubicBezTo>
                  <a:lnTo>
                    <a:pt x="2151" y="5212"/>
                  </a:lnTo>
                  <a:cubicBezTo>
                    <a:pt x="2166" y="4331"/>
                    <a:pt x="2310" y="3465"/>
                    <a:pt x="2599" y="2642"/>
                  </a:cubicBezTo>
                  <a:lnTo>
                    <a:pt x="2931" y="2642"/>
                  </a:lnTo>
                  <a:cubicBezTo>
                    <a:pt x="2974" y="2498"/>
                    <a:pt x="3003" y="2354"/>
                    <a:pt x="3046" y="2224"/>
                  </a:cubicBezTo>
                  <a:lnTo>
                    <a:pt x="2772" y="2224"/>
                  </a:lnTo>
                  <a:cubicBezTo>
                    <a:pt x="3032" y="1574"/>
                    <a:pt x="3436" y="1011"/>
                    <a:pt x="3941" y="535"/>
                  </a:cubicBezTo>
                  <a:cubicBezTo>
                    <a:pt x="4086" y="347"/>
                    <a:pt x="4244" y="160"/>
                    <a:pt x="4418" y="1"/>
                  </a:cubicBezTo>
                  <a:close/>
                </a:path>
              </a:pathLst>
            </a:custGeom>
            <a:solidFill>
              <a:srgbClr val="EFF2F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537" name="Google Shape;20537;p47"/>
            <p:cNvSpPr/>
            <p:nvPr/>
          </p:nvSpPr>
          <p:spPr>
            <a:xfrm>
              <a:off x="8097677" y="2201858"/>
              <a:ext cx="22335" cy="22361"/>
            </a:xfrm>
            <a:custGeom>
              <a:rect b="b" l="l" r="r" t="t"/>
              <a:pathLst>
                <a:path extrusionOk="0" h="853" w="852">
                  <a:moveTo>
                    <a:pt x="0" y="1"/>
                  </a:moveTo>
                  <a:lnTo>
                    <a:pt x="0" y="852"/>
                  </a:lnTo>
                  <a:lnTo>
                    <a:pt x="852" y="852"/>
                  </a:lnTo>
                  <a:lnTo>
                    <a:pt x="852" y="1"/>
                  </a:lnTo>
                  <a:close/>
                </a:path>
              </a:pathLst>
            </a:custGeom>
            <a:solidFill>
              <a:srgbClr val="AABBC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538" name="Google Shape;20538;p47"/>
            <p:cNvSpPr/>
            <p:nvPr/>
          </p:nvSpPr>
          <p:spPr>
            <a:xfrm>
              <a:off x="8096524" y="2201858"/>
              <a:ext cx="24642" cy="16961"/>
            </a:xfrm>
            <a:custGeom>
              <a:rect b="b" l="l" r="r" t="t"/>
              <a:pathLst>
                <a:path extrusionOk="0" h="647" w="940">
                  <a:moveTo>
                    <a:pt x="44" y="1"/>
                  </a:moveTo>
                  <a:lnTo>
                    <a:pt x="44" y="434"/>
                  </a:lnTo>
                  <a:cubicBezTo>
                    <a:pt x="44" y="477"/>
                    <a:pt x="30" y="520"/>
                    <a:pt x="1" y="549"/>
                  </a:cubicBezTo>
                  <a:cubicBezTo>
                    <a:pt x="152" y="614"/>
                    <a:pt x="311" y="647"/>
                    <a:pt x="470" y="647"/>
                  </a:cubicBezTo>
                  <a:cubicBezTo>
                    <a:pt x="629" y="647"/>
                    <a:pt x="788" y="614"/>
                    <a:pt x="939" y="549"/>
                  </a:cubicBezTo>
                  <a:cubicBezTo>
                    <a:pt x="910" y="520"/>
                    <a:pt x="896" y="477"/>
                    <a:pt x="896" y="434"/>
                  </a:cubicBezTo>
                  <a:lnTo>
                    <a:pt x="896" y="1"/>
                  </a:lnTo>
                  <a:close/>
                </a:path>
              </a:pathLst>
            </a:custGeom>
            <a:solidFill>
              <a:srgbClr val="94A5B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539" name="Google Shape;20539;p47"/>
            <p:cNvSpPr/>
            <p:nvPr/>
          </p:nvSpPr>
          <p:spPr>
            <a:xfrm>
              <a:off x="8075342" y="2219658"/>
              <a:ext cx="67373" cy="83259"/>
            </a:xfrm>
            <a:custGeom>
              <a:rect b="b" l="l" r="r" t="t"/>
              <a:pathLst>
                <a:path extrusionOk="0" h="3176" w="2570">
                  <a:moveTo>
                    <a:pt x="621" y="0"/>
                  </a:moveTo>
                  <a:lnTo>
                    <a:pt x="231" y="188"/>
                  </a:lnTo>
                  <a:cubicBezTo>
                    <a:pt x="87" y="260"/>
                    <a:pt x="0" y="419"/>
                    <a:pt x="0" y="577"/>
                  </a:cubicBezTo>
                  <a:lnTo>
                    <a:pt x="0" y="1819"/>
                  </a:lnTo>
                  <a:cubicBezTo>
                    <a:pt x="0" y="2281"/>
                    <a:pt x="130" y="2743"/>
                    <a:pt x="390" y="3118"/>
                  </a:cubicBezTo>
                  <a:lnTo>
                    <a:pt x="419" y="3176"/>
                  </a:lnTo>
                  <a:lnTo>
                    <a:pt x="2137" y="3176"/>
                  </a:lnTo>
                  <a:lnTo>
                    <a:pt x="2166" y="3118"/>
                  </a:lnTo>
                  <a:cubicBezTo>
                    <a:pt x="2426" y="2743"/>
                    <a:pt x="2570" y="2281"/>
                    <a:pt x="2570" y="1819"/>
                  </a:cubicBezTo>
                  <a:lnTo>
                    <a:pt x="2570" y="577"/>
                  </a:lnTo>
                  <a:cubicBezTo>
                    <a:pt x="2570" y="419"/>
                    <a:pt x="2469" y="260"/>
                    <a:pt x="2325" y="188"/>
                  </a:cubicBezTo>
                  <a:lnTo>
                    <a:pt x="1935" y="0"/>
                  </a:lnTo>
                  <a:cubicBezTo>
                    <a:pt x="1797" y="163"/>
                    <a:pt x="1410" y="174"/>
                    <a:pt x="1309" y="174"/>
                  </a:cubicBezTo>
                  <a:cubicBezTo>
                    <a:pt x="1294" y="174"/>
                    <a:pt x="1285" y="173"/>
                    <a:pt x="1285" y="173"/>
                  </a:cubicBezTo>
                  <a:cubicBezTo>
                    <a:pt x="1285" y="173"/>
                    <a:pt x="780" y="173"/>
                    <a:pt x="621" y="0"/>
                  </a:cubicBezTo>
                  <a:close/>
                </a:path>
              </a:pathLst>
            </a:custGeom>
            <a:solidFill>
              <a:srgbClr val="EFF2F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540" name="Google Shape;20540;p47"/>
            <p:cNvSpPr/>
            <p:nvPr/>
          </p:nvSpPr>
          <p:spPr>
            <a:xfrm>
              <a:off x="8086693" y="2302891"/>
              <a:ext cx="45064" cy="22361"/>
            </a:xfrm>
            <a:custGeom>
              <a:rect b="b" l="l" r="r" t="t"/>
              <a:pathLst>
                <a:path extrusionOk="0" h="853" w="1719">
                  <a:moveTo>
                    <a:pt x="0" y="1"/>
                  </a:moveTo>
                  <a:lnTo>
                    <a:pt x="0" y="636"/>
                  </a:lnTo>
                  <a:cubicBezTo>
                    <a:pt x="0" y="751"/>
                    <a:pt x="102" y="853"/>
                    <a:pt x="217" y="853"/>
                  </a:cubicBezTo>
                  <a:lnTo>
                    <a:pt x="1502" y="853"/>
                  </a:lnTo>
                  <a:cubicBezTo>
                    <a:pt x="1617" y="853"/>
                    <a:pt x="1718" y="751"/>
                    <a:pt x="1718" y="636"/>
                  </a:cubicBezTo>
                  <a:lnTo>
                    <a:pt x="1704" y="1"/>
                  </a:lnTo>
                  <a:close/>
                </a:path>
              </a:pathLst>
            </a:custGeom>
            <a:solidFill>
              <a:srgbClr val="D1DBE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541" name="Google Shape;20541;p47"/>
            <p:cNvSpPr/>
            <p:nvPr/>
          </p:nvSpPr>
          <p:spPr>
            <a:xfrm>
              <a:off x="8075342" y="2228728"/>
              <a:ext cx="11377" cy="74188"/>
            </a:xfrm>
            <a:custGeom>
              <a:rect b="b" l="l" r="r" t="t"/>
              <a:pathLst>
                <a:path extrusionOk="0" h="2830" w="434">
                  <a:moveTo>
                    <a:pt x="73" y="1"/>
                  </a:moveTo>
                  <a:cubicBezTo>
                    <a:pt x="29" y="58"/>
                    <a:pt x="0" y="145"/>
                    <a:pt x="0" y="217"/>
                  </a:cubicBezTo>
                  <a:lnTo>
                    <a:pt x="0" y="1458"/>
                  </a:lnTo>
                  <a:cubicBezTo>
                    <a:pt x="0" y="1920"/>
                    <a:pt x="145" y="2382"/>
                    <a:pt x="405" y="2772"/>
                  </a:cubicBezTo>
                  <a:lnTo>
                    <a:pt x="433" y="2830"/>
                  </a:lnTo>
                  <a:lnTo>
                    <a:pt x="433" y="477"/>
                  </a:lnTo>
                  <a:cubicBezTo>
                    <a:pt x="433" y="347"/>
                    <a:pt x="376" y="217"/>
                    <a:pt x="260" y="145"/>
                  </a:cubicBezTo>
                  <a:lnTo>
                    <a:pt x="73" y="1"/>
                  </a:lnTo>
                  <a:close/>
                </a:path>
              </a:pathLst>
            </a:custGeom>
            <a:solidFill>
              <a:srgbClr val="E9EDF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542" name="Google Shape;20542;p47"/>
            <p:cNvSpPr/>
            <p:nvPr/>
          </p:nvSpPr>
          <p:spPr>
            <a:xfrm>
              <a:off x="8131337" y="2228728"/>
              <a:ext cx="11377" cy="74188"/>
            </a:xfrm>
            <a:custGeom>
              <a:rect b="b" l="l" r="r" t="t"/>
              <a:pathLst>
                <a:path extrusionOk="0" h="2830" w="434">
                  <a:moveTo>
                    <a:pt x="362" y="1"/>
                  </a:moveTo>
                  <a:lnTo>
                    <a:pt x="174" y="145"/>
                  </a:lnTo>
                  <a:cubicBezTo>
                    <a:pt x="59" y="217"/>
                    <a:pt x="1" y="347"/>
                    <a:pt x="1" y="477"/>
                  </a:cubicBezTo>
                  <a:lnTo>
                    <a:pt x="1" y="2830"/>
                  </a:lnTo>
                  <a:lnTo>
                    <a:pt x="30" y="2772"/>
                  </a:lnTo>
                  <a:cubicBezTo>
                    <a:pt x="290" y="2382"/>
                    <a:pt x="434" y="1920"/>
                    <a:pt x="434" y="1458"/>
                  </a:cubicBezTo>
                  <a:lnTo>
                    <a:pt x="434" y="217"/>
                  </a:lnTo>
                  <a:cubicBezTo>
                    <a:pt x="419" y="145"/>
                    <a:pt x="405" y="58"/>
                    <a:pt x="362" y="1"/>
                  </a:cubicBezTo>
                  <a:close/>
                </a:path>
              </a:pathLst>
            </a:custGeom>
            <a:solidFill>
              <a:srgbClr val="E9EDF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543" name="Google Shape;20543;p47"/>
            <p:cNvSpPr/>
            <p:nvPr/>
          </p:nvSpPr>
          <p:spPr>
            <a:xfrm>
              <a:off x="8091621" y="2213314"/>
              <a:ext cx="34447" cy="89603"/>
            </a:xfrm>
            <a:custGeom>
              <a:rect b="b" l="l" r="r" t="t"/>
              <a:pathLst>
                <a:path extrusionOk="0" h="3418" w="1314">
                  <a:moveTo>
                    <a:pt x="217" y="0"/>
                  </a:moveTo>
                  <a:cubicBezTo>
                    <a:pt x="206" y="0"/>
                    <a:pt x="195" y="4"/>
                    <a:pt x="188" y="11"/>
                  </a:cubicBezTo>
                  <a:lnTo>
                    <a:pt x="0" y="242"/>
                  </a:lnTo>
                  <a:lnTo>
                    <a:pt x="289" y="603"/>
                  </a:lnTo>
                  <a:cubicBezTo>
                    <a:pt x="313" y="627"/>
                    <a:pt x="341" y="638"/>
                    <a:pt x="369" y="638"/>
                  </a:cubicBezTo>
                  <a:cubicBezTo>
                    <a:pt x="391" y="638"/>
                    <a:pt x="414" y="630"/>
                    <a:pt x="433" y="617"/>
                  </a:cubicBezTo>
                  <a:lnTo>
                    <a:pt x="549" y="516"/>
                  </a:lnTo>
                  <a:lnTo>
                    <a:pt x="549" y="3418"/>
                  </a:lnTo>
                  <a:lnTo>
                    <a:pt x="765" y="3418"/>
                  </a:lnTo>
                  <a:lnTo>
                    <a:pt x="765" y="516"/>
                  </a:lnTo>
                  <a:lnTo>
                    <a:pt x="895" y="617"/>
                  </a:lnTo>
                  <a:cubicBezTo>
                    <a:pt x="915" y="630"/>
                    <a:pt x="937" y="638"/>
                    <a:pt x="958" y="638"/>
                  </a:cubicBezTo>
                  <a:cubicBezTo>
                    <a:pt x="985" y="638"/>
                    <a:pt x="1009" y="627"/>
                    <a:pt x="1025" y="603"/>
                  </a:cubicBezTo>
                  <a:lnTo>
                    <a:pt x="1314" y="242"/>
                  </a:lnTo>
                  <a:lnTo>
                    <a:pt x="1141" y="11"/>
                  </a:lnTo>
                  <a:cubicBezTo>
                    <a:pt x="1126" y="4"/>
                    <a:pt x="1115" y="0"/>
                    <a:pt x="1106" y="0"/>
                  </a:cubicBezTo>
                  <a:cubicBezTo>
                    <a:pt x="1097" y="0"/>
                    <a:pt x="1090" y="4"/>
                    <a:pt x="1083" y="11"/>
                  </a:cubicBezTo>
                  <a:lnTo>
                    <a:pt x="664" y="430"/>
                  </a:lnTo>
                  <a:lnTo>
                    <a:pt x="246" y="11"/>
                  </a:lnTo>
                  <a:cubicBezTo>
                    <a:pt x="238" y="4"/>
                    <a:pt x="228" y="0"/>
                    <a:pt x="217" y="0"/>
                  </a:cubicBezTo>
                  <a:close/>
                </a:path>
              </a:pathLst>
            </a:custGeom>
            <a:solidFill>
              <a:srgbClr val="E9EDF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544" name="Google Shape;20544;p47"/>
            <p:cNvSpPr/>
            <p:nvPr/>
          </p:nvSpPr>
          <p:spPr>
            <a:xfrm>
              <a:off x="8105987" y="2313875"/>
              <a:ext cx="5715" cy="11377"/>
            </a:xfrm>
            <a:custGeom>
              <a:rect b="b" l="l" r="r" t="t"/>
              <a:pathLst>
                <a:path extrusionOk="0" h="434" w="218">
                  <a:moveTo>
                    <a:pt x="116" y="0"/>
                  </a:moveTo>
                  <a:cubicBezTo>
                    <a:pt x="58" y="0"/>
                    <a:pt x="1" y="58"/>
                    <a:pt x="1" y="116"/>
                  </a:cubicBezTo>
                  <a:lnTo>
                    <a:pt x="1" y="434"/>
                  </a:lnTo>
                  <a:lnTo>
                    <a:pt x="217" y="434"/>
                  </a:lnTo>
                  <a:lnTo>
                    <a:pt x="217" y="116"/>
                  </a:lnTo>
                  <a:cubicBezTo>
                    <a:pt x="217" y="58"/>
                    <a:pt x="174" y="0"/>
                    <a:pt x="116" y="0"/>
                  </a:cubicBezTo>
                  <a:close/>
                </a:path>
              </a:pathLst>
            </a:custGeom>
            <a:solidFill>
              <a:srgbClr val="91A8B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545" name="Google Shape;20545;p47"/>
            <p:cNvSpPr/>
            <p:nvPr/>
          </p:nvSpPr>
          <p:spPr>
            <a:xfrm>
              <a:off x="8086326" y="2156821"/>
              <a:ext cx="45037" cy="50752"/>
            </a:xfrm>
            <a:custGeom>
              <a:rect b="b" l="l" r="r" t="t"/>
              <a:pathLst>
                <a:path extrusionOk="0" h="1936" w="1718">
                  <a:moveTo>
                    <a:pt x="650" y="1"/>
                  </a:moveTo>
                  <a:cubicBezTo>
                    <a:pt x="289" y="1"/>
                    <a:pt x="0" y="290"/>
                    <a:pt x="0" y="650"/>
                  </a:cubicBezTo>
                  <a:lnTo>
                    <a:pt x="0" y="1083"/>
                  </a:lnTo>
                  <a:cubicBezTo>
                    <a:pt x="0" y="1545"/>
                    <a:pt x="390" y="1935"/>
                    <a:pt x="866" y="1935"/>
                  </a:cubicBezTo>
                  <a:cubicBezTo>
                    <a:pt x="1328" y="1935"/>
                    <a:pt x="1718" y="1545"/>
                    <a:pt x="1718" y="1083"/>
                  </a:cubicBezTo>
                  <a:lnTo>
                    <a:pt x="1718" y="650"/>
                  </a:lnTo>
                  <a:cubicBezTo>
                    <a:pt x="1718" y="290"/>
                    <a:pt x="1429" y="1"/>
                    <a:pt x="1083" y="1"/>
                  </a:cubicBezTo>
                  <a:close/>
                </a:path>
              </a:pathLst>
            </a:custGeom>
            <a:solidFill>
              <a:srgbClr val="BCC9D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546" name="Google Shape;20546;p47"/>
            <p:cNvSpPr/>
            <p:nvPr/>
          </p:nvSpPr>
          <p:spPr>
            <a:xfrm>
              <a:off x="8086693" y="2156821"/>
              <a:ext cx="30672" cy="50569"/>
            </a:xfrm>
            <a:custGeom>
              <a:rect b="b" l="l" r="r" t="t"/>
              <a:pathLst>
                <a:path extrusionOk="0" h="1929" w="1170">
                  <a:moveTo>
                    <a:pt x="636" y="1"/>
                  </a:moveTo>
                  <a:cubicBezTo>
                    <a:pt x="289" y="1"/>
                    <a:pt x="0" y="290"/>
                    <a:pt x="0" y="650"/>
                  </a:cubicBezTo>
                  <a:lnTo>
                    <a:pt x="0" y="1083"/>
                  </a:lnTo>
                  <a:cubicBezTo>
                    <a:pt x="0" y="1572"/>
                    <a:pt x="394" y="1929"/>
                    <a:pt x="841" y="1929"/>
                  </a:cubicBezTo>
                  <a:cubicBezTo>
                    <a:pt x="949" y="1929"/>
                    <a:pt x="1060" y="1908"/>
                    <a:pt x="1170" y="1863"/>
                  </a:cubicBezTo>
                  <a:cubicBezTo>
                    <a:pt x="852" y="1747"/>
                    <a:pt x="636" y="1430"/>
                    <a:pt x="636" y="1083"/>
                  </a:cubicBezTo>
                  <a:lnTo>
                    <a:pt x="636" y="650"/>
                  </a:lnTo>
                  <a:cubicBezTo>
                    <a:pt x="636" y="333"/>
                    <a:pt x="867" y="73"/>
                    <a:pt x="1170" y="15"/>
                  </a:cubicBezTo>
                  <a:cubicBezTo>
                    <a:pt x="1141" y="15"/>
                    <a:pt x="1098" y="15"/>
                    <a:pt x="1069" y="1"/>
                  </a:cubicBezTo>
                  <a:close/>
                </a:path>
              </a:pathLst>
            </a:custGeom>
            <a:solidFill>
              <a:srgbClr val="AABBC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547" name="Google Shape;20547;p47"/>
            <p:cNvSpPr/>
            <p:nvPr/>
          </p:nvSpPr>
          <p:spPr>
            <a:xfrm>
              <a:off x="8086693" y="2156821"/>
              <a:ext cx="45064" cy="22781"/>
            </a:xfrm>
            <a:custGeom>
              <a:rect b="b" l="l" r="r" t="t"/>
              <a:pathLst>
                <a:path extrusionOk="0" h="869" w="1719">
                  <a:moveTo>
                    <a:pt x="636" y="1"/>
                  </a:moveTo>
                  <a:cubicBezTo>
                    <a:pt x="289" y="1"/>
                    <a:pt x="0" y="290"/>
                    <a:pt x="0" y="650"/>
                  </a:cubicBezTo>
                  <a:cubicBezTo>
                    <a:pt x="517" y="796"/>
                    <a:pt x="1033" y="869"/>
                    <a:pt x="1571" y="869"/>
                  </a:cubicBezTo>
                  <a:cubicBezTo>
                    <a:pt x="1620" y="869"/>
                    <a:pt x="1669" y="868"/>
                    <a:pt x="1718" y="867"/>
                  </a:cubicBezTo>
                  <a:lnTo>
                    <a:pt x="1718" y="650"/>
                  </a:lnTo>
                  <a:cubicBezTo>
                    <a:pt x="1718" y="290"/>
                    <a:pt x="1430" y="1"/>
                    <a:pt x="1069" y="1"/>
                  </a:cubicBezTo>
                  <a:close/>
                </a:path>
              </a:pathLst>
            </a:custGeom>
            <a:solidFill>
              <a:srgbClr val="5C728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548" name="Google Shape;20548;p47"/>
            <p:cNvSpPr/>
            <p:nvPr/>
          </p:nvSpPr>
          <p:spPr>
            <a:xfrm>
              <a:off x="8086693" y="2156821"/>
              <a:ext cx="30672" cy="20474"/>
            </a:xfrm>
            <a:custGeom>
              <a:rect b="b" l="l" r="r" t="t"/>
              <a:pathLst>
                <a:path extrusionOk="0" h="781" w="1170">
                  <a:moveTo>
                    <a:pt x="636" y="1"/>
                  </a:moveTo>
                  <a:cubicBezTo>
                    <a:pt x="289" y="1"/>
                    <a:pt x="0" y="290"/>
                    <a:pt x="0" y="650"/>
                  </a:cubicBezTo>
                  <a:cubicBezTo>
                    <a:pt x="203" y="708"/>
                    <a:pt x="419" y="751"/>
                    <a:pt x="636" y="780"/>
                  </a:cubicBezTo>
                  <a:lnTo>
                    <a:pt x="636" y="650"/>
                  </a:lnTo>
                  <a:cubicBezTo>
                    <a:pt x="636" y="333"/>
                    <a:pt x="867" y="73"/>
                    <a:pt x="1170" y="15"/>
                  </a:cubicBezTo>
                  <a:cubicBezTo>
                    <a:pt x="1141" y="15"/>
                    <a:pt x="1098" y="15"/>
                    <a:pt x="1069" y="1"/>
                  </a:cubicBezTo>
                  <a:close/>
                </a:path>
              </a:pathLst>
            </a:custGeom>
            <a:solidFill>
              <a:srgbClr val="667A8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549" name="Google Shape;20549;p47"/>
            <p:cNvSpPr/>
            <p:nvPr/>
          </p:nvSpPr>
          <p:spPr>
            <a:xfrm>
              <a:off x="8187359" y="2201858"/>
              <a:ext cx="22335" cy="22361"/>
            </a:xfrm>
            <a:custGeom>
              <a:rect b="b" l="l" r="r" t="t"/>
              <a:pathLst>
                <a:path extrusionOk="0" h="853" w="852">
                  <a:moveTo>
                    <a:pt x="0" y="1"/>
                  </a:moveTo>
                  <a:lnTo>
                    <a:pt x="0" y="852"/>
                  </a:lnTo>
                  <a:lnTo>
                    <a:pt x="852" y="852"/>
                  </a:lnTo>
                  <a:lnTo>
                    <a:pt x="852" y="1"/>
                  </a:lnTo>
                  <a:close/>
                </a:path>
              </a:pathLst>
            </a:custGeom>
            <a:solidFill>
              <a:srgbClr val="AABBC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550" name="Google Shape;20550;p47"/>
            <p:cNvSpPr/>
            <p:nvPr/>
          </p:nvSpPr>
          <p:spPr>
            <a:xfrm>
              <a:off x="8186231" y="2201858"/>
              <a:ext cx="24616" cy="16961"/>
            </a:xfrm>
            <a:custGeom>
              <a:rect b="b" l="l" r="r" t="t"/>
              <a:pathLst>
                <a:path extrusionOk="0" h="647" w="939">
                  <a:moveTo>
                    <a:pt x="43" y="1"/>
                  </a:moveTo>
                  <a:lnTo>
                    <a:pt x="43" y="434"/>
                  </a:lnTo>
                  <a:cubicBezTo>
                    <a:pt x="43" y="477"/>
                    <a:pt x="29" y="520"/>
                    <a:pt x="0" y="549"/>
                  </a:cubicBezTo>
                  <a:cubicBezTo>
                    <a:pt x="152" y="614"/>
                    <a:pt x="310" y="647"/>
                    <a:pt x="469" y="647"/>
                  </a:cubicBezTo>
                  <a:cubicBezTo>
                    <a:pt x="628" y="647"/>
                    <a:pt x="787" y="614"/>
                    <a:pt x="938" y="549"/>
                  </a:cubicBezTo>
                  <a:cubicBezTo>
                    <a:pt x="909" y="520"/>
                    <a:pt x="895" y="477"/>
                    <a:pt x="895" y="434"/>
                  </a:cubicBezTo>
                  <a:lnTo>
                    <a:pt x="895" y="1"/>
                  </a:lnTo>
                  <a:close/>
                </a:path>
              </a:pathLst>
            </a:custGeom>
            <a:solidFill>
              <a:srgbClr val="94A5B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551" name="Google Shape;20551;p47"/>
            <p:cNvSpPr/>
            <p:nvPr/>
          </p:nvSpPr>
          <p:spPr>
            <a:xfrm>
              <a:off x="8165023" y="2219658"/>
              <a:ext cx="67399" cy="83259"/>
            </a:xfrm>
            <a:custGeom>
              <a:rect b="b" l="l" r="r" t="t"/>
              <a:pathLst>
                <a:path extrusionOk="0" h="3176" w="2571">
                  <a:moveTo>
                    <a:pt x="621" y="0"/>
                  </a:moveTo>
                  <a:lnTo>
                    <a:pt x="232" y="188"/>
                  </a:lnTo>
                  <a:cubicBezTo>
                    <a:pt x="87" y="260"/>
                    <a:pt x="1" y="419"/>
                    <a:pt x="1" y="577"/>
                  </a:cubicBezTo>
                  <a:lnTo>
                    <a:pt x="1" y="1819"/>
                  </a:lnTo>
                  <a:cubicBezTo>
                    <a:pt x="1" y="2281"/>
                    <a:pt x="131" y="2743"/>
                    <a:pt x="390" y="3118"/>
                  </a:cubicBezTo>
                  <a:lnTo>
                    <a:pt x="419" y="3176"/>
                  </a:lnTo>
                  <a:lnTo>
                    <a:pt x="2137" y="3176"/>
                  </a:lnTo>
                  <a:lnTo>
                    <a:pt x="2166" y="3118"/>
                  </a:lnTo>
                  <a:cubicBezTo>
                    <a:pt x="2426" y="2743"/>
                    <a:pt x="2570" y="2281"/>
                    <a:pt x="2570" y="1819"/>
                  </a:cubicBezTo>
                  <a:lnTo>
                    <a:pt x="2570" y="577"/>
                  </a:lnTo>
                  <a:cubicBezTo>
                    <a:pt x="2570" y="419"/>
                    <a:pt x="2469" y="260"/>
                    <a:pt x="2325" y="188"/>
                  </a:cubicBezTo>
                  <a:lnTo>
                    <a:pt x="1935" y="0"/>
                  </a:lnTo>
                  <a:cubicBezTo>
                    <a:pt x="1797" y="163"/>
                    <a:pt x="1410" y="174"/>
                    <a:pt x="1310" y="174"/>
                  </a:cubicBezTo>
                  <a:cubicBezTo>
                    <a:pt x="1294" y="174"/>
                    <a:pt x="1285" y="173"/>
                    <a:pt x="1285" y="173"/>
                  </a:cubicBezTo>
                  <a:cubicBezTo>
                    <a:pt x="1285" y="173"/>
                    <a:pt x="780" y="173"/>
                    <a:pt x="621" y="0"/>
                  </a:cubicBezTo>
                  <a:close/>
                </a:path>
              </a:pathLst>
            </a:custGeom>
            <a:solidFill>
              <a:srgbClr val="72889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552" name="Google Shape;20552;p47"/>
            <p:cNvSpPr/>
            <p:nvPr/>
          </p:nvSpPr>
          <p:spPr>
            <a:xfrm>
              <a:off x="8176374" y="2302891"/>
              <a:ext cx="44697" cy="22361"/>
            </a:xfrm>
            <a:custGeom>
              <a:rect b="b" l="l" r="r" t="t"/>
              <a:pathLst>
                <a:path extrusionOk="0" h="853" w="1705">
                  <a:moveTo>
                    <a:pt x="1" y="1"/>
                  </a:moveTo>
                  <a:lnTo>
                    <a:pt x="1" y="636"/>
                  </a:lnTo>
                  <a:cubicBezTo>
                    <a:pt x="1" y="751"/>
                    <a:pt x="87" y="853"/>
                    <a:pt x="203" y="853"/>
                  </a:cubicBezTo>
                  <a:lnTo>
                    <a:pt x="1488" y="853"/>
                  </a:lnTo>
                  <a:cubicBezTo>
                    <a:pt x="1603" y="853"/>
                    <a:pt x="1704" y="751"/>
                    <a:pt x="1704" y="636"/>
                  </a:cubicBezTo>
                  <a:lnTo>
                    <a:pt x="1704" y="1"/>
                  </a:lnTo>
                  <a:close/>
                </a:path>
              </a:pathLst>
            </a:custGeom>
            <a:solidFill>
              <a:srgbClr val="91A8B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553" name="Google Shape;20553;p47"/>
            <p:cNvSpPr/>
            <p:nvPr/>
          </p:nvSpPr>
          <p:spPr>
            <a:xfrm>
              <a:off x="8165023" y="2228728"/>
              <a:ext cx="11377" cy="74188"/>
            </a:xfrm>
            <a:custGeom>
              <a:rect b="b" l="l" r="r" t="t"/>
              <a:pathLst>
                <a:path extrusionOk="0" h="2830" w="434">
                  <a:moveTo>
                    <a:pt x="58" y="1"/>
                  </a:moveTo>
                  <a:cubicBezTo>
                    <a:pt x="15" y="58"/>
                    <a:pt x="1" y="145"/>
                    <a:pt x="1" y="217"/>
                  </a:cubicBezTo>
                  <a:lnTo>
                    <a:pt x="1" y="1458"/>
                  </a:lnTo>
                  <a:cubicBezTo>
                    <a:pt x="1" y="1920"/>
                    <a:pt x="131" y="2382"/>
                    <a:pt x="390" y="2772"/>
                  </a:cubicBezTo>
                  <a:lnTo>
                    <a:pt x="434" y="2830"/>
                  </a:lnTo>
                  <a:lnTo>
                    <a:pt x="434" y="477"/>
                  </a:lnTo>
                  <a:cubicBezTo>
                    <a:pt x="434" y="347"/>
                    <a:pt x="362" y="217"/>
                    <a:pt x="260" y="145"/>
                  </a:cubicBezTo>
                  <a:lnTo>
                    <a:pt x="58" y="1"/>
                  </a:lnTo>
                  <a:close/>
                </a:path>
              </a:pathLst>
            </a:custGeom>
            <a:solidFill>
              <a:srgbClr val="D1DBE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554" name="Google Shape;20554;p47"/>
            <p:cNvSpPr/>
            <p:nvPr/>
          </p:nvSpPr>
          <p:spPr>
            <a:xfrm>
              <a:off x="8221045" y="2228728"/>
              <a:ext cx="11377" cy="74188"/>
            </a:xfrm>
            <a:custGeom>
              <a:rect b="b" l="l" r="r" t="t"/>
              <a:pathLst>
                <a:path extrusionOk="0" h="2830" w="434">
                  <a:moveTo>
                    <a:pt x="361" y="1"/>
                  </a:moveTo>
                  <a:lnTo>
                    <a:pt x="173" y="145"/>
                  </a:lnTo>
                  <a:cubicBezTo>
                    <a:pt x="58" y="217"/>
                    <a:pt x="0" y="347"/>
                    <a:pt x="0" y="477"/>
                  </a:cubicBezTo>
                  <a:lnTo>
                    <a:pt x="0" y="2830"/>
                  </a:lnTo>
                  <a:lnTo>
                    <a:pt x="29" y="2772"/>
                  </a:lnTo>
                  <a:cubicBezTo>
                    <a:pt x="289" y="2382"/>
                    <a:pt x="433" y="1920"/>
                    <a:pt x="433" y="1458"/>
                  </a:cubicBezTo>
                  <a:lnTo>
                    <a:pt x="433" y="217"/>
                  </a:lnTo>
                  <a:cubicBezTo>
                    <a:pt x="433" y="145"/>
                    <a:pt x="404" y="58"/>
                    <a:pt x="361" y="1"/>
                  </a:cubicBezTo>
                  <a:close/>
                </a:path>
              </a:pathLst>
            </a:custGeom>
            <a:solidFill>
              <a:srgbClr val="D1DBE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555" name="Google Shape;20555;p47"/>
            <p:cNvSpPr/>
            <p:nvPr/>
          </p:nvSpPr>
          <p:spPr>
            <a:xfrm>
              <a:off x="8181303" y="2213314"/>
              <a:ext cx="34447" cy="89603"/>
            </a:xfrm>
            <a:custGeom>
              <a:rect b="b" l="l" r="r" t="t"/>
              <a:pathLst>
                <a:path extrusionOk="0" h="3418" w="1314">
                  <a:moveTo>
                    <a:pt x="217" y="0"/>
                  </a:moveTo>
                  <a:cubicBezTo>
                    <a:pt x="206" y="0"/>
                    <a:pt x="195" y="4"/>
                    <a:pt x="188" y="11"/>
                  </a:cubicBezTo>
                  <a:lnTo>
                    <a:pt x="0" y="242"/>
                  </a:lnTo>
                  <a:lnTo>
                    <a:pt x="289" y="603"/>
                  </a:lnTo>
                  <a:cubicBezTo>
                    <a:pt x="313" y="627"/>
                    <a:pt x="341" y="638"/>
                    <a:pt x="369" y="638"/>
                  </a:cubicBezTo>
                  <a:cubicBezTo>
                    <a:pt x="392" y="638"/>
                    <a:pt x="414" y="630"/>
                    <a:pt x="433" y="617"/>
                  </a:cubicBezTo>
                  <a:lnTo>
                    <a:pt x="549" y="516"/>
                  </a:lnTo>
                  <a:lnTo>
                    <a:pt x="549" y="3418"/>
                  </a:lnTo>
                  <a:lnTo>
                    <a:pt x="765" y="3418"/>
                  </a:lnTo>
                  <a:lnTo>
                    <a:pt x="765" y="516"/>
                  </a:lnTo>
                  <a:lnTo>
                    <a:pt x="895" y="617"/>
                  </a:lnTo>
                  <a:cubicBezTo>
                    <a:pt x="915" y="630"/>
                    <a:pt x="937" y="638"/>
                    <a:pt x="959" y="638"/>
                  </a:cubicBezTo>
                  <a:cubicBezTo>
                    <a:pt x="985" y="638"/>
                    <a:pt x="1009" y="627"/>
                    <a:pt x="1025" y="603"/>
                  </a:cubicBezTo>
                  <a:lnTo>
                    <a:pt x="1314" y="242"/>
                  </a:lnTo>
                  <a:lnTo>
                    <a:pt x="1141" y="11"/>
                  </a:lnTo>
                  <a:cubicBezTo>
                    <a:pt x="1134" y="4"/>
                    <a:pt x="1123" y="0"/>
                    <a:pt x="1112" y="0"/>
                  </a:cubicBezTo>
                  <a:cubicBezTo>
                    <a:pt x="1101" y="0"/>
                    <a:pt x="1090" y="4"/>
                    <a:pt x="1083" y="11"/>
                  </a:cubicBezTo>
                  <a:lnTo>
                    <a:pt x="664" y="430"/>
                  </a:lnTo>
                  <a:lnTo>
                    <a:pt x="246" y="11"/>
                  </a:lnTo>
                  <a:cubicBezTo>
                    <a:pt x="239" y="4"/>
                    <a:pt x="228" y="0"/>
                    <a:pt x="217" y="0"/>
                  </a:cubicBezTo>
                  <a:close/>
                </a:path>
              </a:pathLst>
            </a:custGeom>
            <a:solidFill>
              <a:srgbClr val="D1DBE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556" name="Google Shape;20556;p47"/>
            <p:cNvSpPr/>
            <p:nvPr/>
          </p:nvSpPr>
          <p:spPr>
            <a:xfrm>
              <a:off x="8195669" y="2313875"/>
              <a:ext cx="5715" cy="11377"/>
            </a:xfrm>
            <a:custGeom>
              <a:rect b="b" l="l" r="r" t="t"/>
              <a:pathLst>
                <a:path extrusionOk="0" h="434" w="218">
                  <a:moveTo>
                    <a:pt x="116" y="0"/>
                  </a:moveTo>
                  <a:cubicBezTo>
                    <a:pt x="59" y="0"/>
                    <a:pt x="1" y="58"/>
                    <a:pt x="1" y="116"/>
                  </a:cubicBezTo>
                  <a:lnTo>
                    <a:pt x="1" y="434"/>
                  </a:lnTo>
                  <a:lnTo>
                    <a:pt x="217" y="434"/>
                  </a:lnTo>
                  <a:lnTo>
                    <a:pt x="217" y="116"/>
                  </a:lnTo>
                  <a:cubicBezTo>
                    <a:pt x="217" y="58"/>
                    <a:pt x="174" y="0"/>
                    <a:pt x="116" y="0"/>
                  </a:cubicBezTo>
                  <a:close/>
                </a:path>
              </a:pathLst>
            </a:custGeom>
            <a:solidFill>
              <a:srgbClr val="667A8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557" name="Google Shape;20557;p47"/>
            <p:cNvSpPr/>
            <p:nvPr/>
          </p:nvSpPr>
          <p:spPr>
            <a:xfrm>
              <a:off x="8176374" y="2156821"/>
              <a:ext cx="44697" cy="50752"/>
            </a:xfrm>
            <a:custGeom>
              <a:rect b="b" l="l" r="r" t="t"/>
              <a:pathLst>
                <a:path extrusionOk="0" h="1936" w="1705">
                  <a:moveTo>
                    <a:pt x="636" y="1"/>
                  </a:moveTo>
                  <a:cubicBezTo>
                    <a:pt x="275" y="1"/>
                    <a:pt x="1" y="290"/>
                    <a:pt x="1" y="650"/>
                  </a:cubicBezTo>
                  <a:lnTo>
                    <a:pt x="1" y="1083"/>
                  </a:lnTo>
                  <a:cubicBezTo>
                    <a:pt x="1" y="1545"/>
                    <a:pt x="376" y="1935"/>
                    <a:pt x="852" y="1935"/>
                  </a:cubicBezTo>
                  <a:cubicBezTo>
                    <a:pt x="1329" y="1935"/>
                    <a:pt x="1704" y="1545"/>
                    <a:pt x="1704" y="1083"/>
                  </a:cubicBezTo>
                  <a:lnTo>
                    <a:pt x="1704" y="650"/>
                  </a:lnTo>
                  <a:cubicBezTo>
                    <a:pt x="1704" y="290"/>
                    <a:pt x="1415" y="1"/>
                    <a:pt x="1069" y="1"/>
                  </a:cubicBezTo>
                  <a:close/>
                </a:path>
              </a:pathLst>
            </a:custGeom>
            <a:solidFill>
              <a:srgbClr val="BCC9D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558" name="Google Shape;20558;p47"/>
            <p:cNvSpPr/>
            <p:nvPr/>
          </p:nvSpPr>
          <p:spPr>
            <a:xfrm>
              <a:off x="8176374" y="2156821"/>
              <a:ext cx="30672" cy="50569"/>
            </a:xfrm>
            <a:custGeom>
              <a:rect b="b" l="l" r="r" t="t"/>
              <a:pathLst>
                <a:path extrusionOk="0" h="1929" w="1170">
                  <a:moveTo>
                    <a:pt x="636" y="1"/>
                  </a:moveTo>
                  <a:cubicBezTo>
                    <a:pt x="289" y="1"/>
                    <a:pt x="1" y="290"/>
                    <a:pt x="1" y="650"/>
                  </a:cubicBezTo>
                  <a:lnTo>
                    <a:pt x="1" y="1083"/>
                  </a:lnTo>
                  <a:cubicBezTo>
                    <a:pt x="1" y="1572"/>
                    <a:pt x="394" y="1929"/>
                    <a:pt x="841" y="1929"/>
                  </a:cubicBezTo>
                  <a:cubicBezTo>
                    <a:pt x="949" y="1929"/>
                    <a:pt x="1060" y="1908"/>
                    <a:pt x="1170" y="1863"/>
                  </a:cubicBezTo>
                  <a:cubicBezTo>
                    <a:pt x="852" y="1747"/>
                    <a:pt x="636" y="1430"/>
                    <a:pt x="636" y="1083"/>
                  </a:cubicBezTo>
                  <a:lnTo>
                    <a:pt x="636" y="650"/>
                  </a:lnTo>
                  <a:cubicBezTo>
                    <a:pt x="636" y="333"/>
                    <a:pt x="867" y="73"/>
                    <a:pt x="1170" y="15"/>
                  </a:cubicBezTo>
                  <a:cubicBezTo>
                    <a:pt x="1141" y="15"/>
                    <a:pt x="1098" y="15"/>
                    <a:pt x="1069" y="1"/>
                  </a:cubicBezTo>
                  <a:close/>
                </a:path>
              </a:pathLst>
            </a:custGeom>
            <a:solidFill>
              <a:srgbClr val="AABBC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559" name="Google Shape;20559;p47"/>
            <p:cNvSpPr/>
            <p:nvPr/>
          </p:nvSpPr>
          <p:spPr>
            <a:xfrm>
              <a:off x="8176007" y="2156821"/>
              <a:ext cx="45064" cy="22781"/>
            </a:xfrm>
            <a:custGeom>
              <a:rect b="b" l="l" r="r" t="t"/>
              <a:pathLst>
                <a:path extrusionOk="0" h="869" w="1719">
                  <a:moveTo>
                    <a:pt x="650" y="1"/>
                  </a:moveTo>
                  <a:cubicBezTo>
                    <a:pt x="289" y="1"/>
                    <a:pt x="0" y="290"/>
                    <a:pt x="0" y="650"/>
                  </a:cubicBezTo>
                  <a:lnTo>
                    <a:pt x="15" y="650"/>
                  </a:lnTo>
                  <a:cubicBezTo>
                    <a:pt x="518" y="796"/>
                    <a:pt x="1045" y="869"/>
                    <a:pt x="1574" y="869"/>
                  </a:cubicBezTo>
                  <a:cubicBezTo>
                    <a:pt x="1622" y="869"/>
                    <a:pt x="1670" y="868"/>
                    <a:pt x="1718" y="867"/>
                  </a:cubicBezTo>
                  <a:lnTo>
                    <a:pt x="1718" y="650"/>
                  </a:lnTo>
                  <a:cubicBezTo>
                    <a:pt x="1718" y="290"/>
                    <a:pt x="1429" y="1"/>
                    <a:pt x="1083" y="1"/>
                  </a:cubicBezTo>
                  <a:close/>
                </a:path>
              </a:pathLst>
            </a:custGeom>
            <a:solidFill>
              <a:srgbClr val="5C728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560" name="Google Shape;20560;p47"/>
            <p:cNvSpPr/>
            <p:nvPr/>
          </p:nvSpPr>
          <p:spPr>
            <a:xfrm>
              <a:off x="8176374" y="2156821"/>
              <a:ext cx="30672" cy="20474"/>
            </a:xfrm>
            <a:custGeom>
              <a:rect b="b" l="l" r="r" t="t"/>
              <a:pathLst>
                <a:path extrusionOk="0" h="781" w="1170">
                  <a:moveTo>
                    <a:pt x="636" y="1"/>
                  </a:moveTo>
                  <a:cubicBezTo>
                    <a:pt x="289" y="1"/>
                    <a:pt x="1" y="290"/>
                    <a:pt x="1" y="650"/>
                  </a:cubicBezTo>
                  <a:cubicBezTo>
                    <a:pt x="203" y="708"/>
                    <a:pt x="419" y="751"/>
                    <a:pt x="636" y="780"/>
                  </a:cubicBezTo>
                  <a:lnTo>
                    <a:pt x="636" y="650"/>
                  </a:lnTo>
                  <a:cubicBezTo>
                    <a:pt x="636" y="333"/>
                    <a:pt x="867" y="73"/>
                    <a:pt x="1170" y="15"/>
                  </a:cubicBezTo>
                  <a:cubicBezTo>
                    <a:pt x="1141" y="15"/>
                    <a:pt x="1098" y="15"/>
                    <a:pt x="1069" y="1"/>
                  </a:cubicBezTo>
                  <a:close/>
                </a:path>
              </a:pathLst>
            </a:custGeom>
            <a:solidFill>
              <a:srgbClr val="667A8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561" name="Google Shape;20561;p47"/>
            <p:cNvSpPr/>
            <p:nvPr/>
          </p:nvSpPr>
          <p:spPr>
            <a:xfrm>
              <a:off x="8277040" y="2201858"/>
              <a:ext cx="22361" cy="22361"/>
            </a:xfrm>
            <a:custGeom>
              <a:rect b="b" l="l" r="r" t="t"/>
              <a:pathLst>
                <a:path extrusionOk="0" h="853" w="853">
                  <a:moveTo>
                    <a:pt x="1" y="1"/>
                  </a:moveTo>
                  <a:lnTo>
                    <a:pt x="1" y="852"/>
                  </a:lnTo>
                  <a:lnTo>
                    <a:pt x="852" y="852"/>
                  </a:lnTo>
                  <a:lnTo>
                    <a:pt x="852" y="1"/>
                  </a:lnTo>
                  <a:close/>
                </a:path>
              </a:pathLst>
            </a:custGeom>
            <a:solidFill>
              <a:srgbClr val="AABBC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562" name="Google Shape;20562;p47"/>
            <p:cNvSpPr/>
            <p:nvPr/>
          </p:nvSpPr>
          <p:spPr>
            <a:xfrm>
              <a:off x="8275913" y="2201858"/>
              <a:ext cx="24616" cy="16961"/>
            </a:xfrm>
            <a:custGeom>
              <a:rect b="b" l="l" r="r" t="t"/>
              <a:pathLst>
                <a:path extrusionOk="0" h="647" w="939">
                  <a:moveTo>
                    <a:pt x="44" y="1"/>
                  </a:moveTo>
                  <a:lnTo>
                    <a:pt x="44" y="434"/>
                  </a:lnTo>
                  <a:cubicBezTo>
                    <a:pt x="44" y="477"/>
                    <a:pt x="29" y="520"/>
                    <a:pt x="0" y="549"/>
                  </a:cubicBezTo>
                  <a:cubicBezTo>
                    <a:pt x="152" y="614"/>
                    <a:pt x="311" y="647"/>
                    <a:pt x="469" y="647"/>
                  </a:cubicBezTo>
                  <a:cubicBezTo>
                    <a:pt x="628" y="647"/>
                    <a:pt x="787" y="614"/>
                    <a:pt x="939" y="549"/>
                  </a:cubicBezTo>
                  <a:cubicBezTo>
                    <a:pt x="910" y="520"/>
                    <a:pt x="895" y="477"/>
                    <a:pt x="895" y="434"/>
                  </a:cubicBezTo>
                  <a:lnTo>
                    <a:pt x="895" y="1"/>
                  </a:lnTo>
                  <a:close/>
                </a:path>
              </a:pathLst>
            </a:custGeom>
            <a:solidFill>
              <a:srgbClr val="94A5B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563" name="Google Shape;20563;p47"/>
            <p:cNvSpPr/>
            <p:nvPr/>
          </p:nvSpPr>
          <p:spPr>
            <a:xfrm>
              <a:off x="8254705" y="2219658"/>
              <a:ext cx="67399" cy="83259"/>
            </a:xfrm>
            <a:custGeom>
              <a:rect b="b" l="l" r="r" t="t"/>
              <a:pathLst>
                <a:path extrusionOk="0" h="3176" w="2571">
                  <a:moveTo>
                    <a:pt x="622" y="0"/>
                  </a:moveTo>
                  <a:lnTo>
                    <a:pt x="232" y="188"/>
                  </a:lnTo>
                  <a:cubicBezTo>
                    <a:pt x="87" y="260"/>
                    <a:pt x="1" y="419"/>
                    <a:pt x="1" y="577"/>
                  </a:cubicBezTo>
                  <a:lnTo>
                    <a:pt x="1" y="1819"/>
                  </a:lnTo>
                  <a:cubicBezTo>
                    <a:pt x="1" y="2281"/>
                    <a:pt x="131" y="2743"/>
                    <a:pt x="391" y="3118"/>
                  </a:cubicBezTo>
                  <a:lnTo>
                    <a:pt x="434" y="3176"/>
                  </a:lnTo>
                  <a:lnTo>
                    <a:pt x="2137" y="3176"/>
                  </a:lnTo>
                  <a:lnTo>
                    <a:pt x="2166" y="3118"/>
                  </a:lnTo>
                  <a:cubicBezTo>
                    <a:pt x="2426" y="2743"/>
                    <a:pt x="2570" y="2281"/>
                    <a:pt x="2570" y="1819"/>
                  </a:cubicBezTo>
                  <a:lnTo>
                    <a:pt x="2570" y="577"/>
                  </a:lnTo>
                  <a:cubicBezTo>
                    <a:pt x="2570" y="419"/>
                    <a:pt x="2469" y="260"/>
                    <a:pt x="2325" y="188"/>
                  </a:cubicBezTo>
                  <a:lnTo>
                    <a:pt x="1935" y="0"/>
                  </a:lnTo>
                  <a:cubicBezTo>
                    <a:pt x="1798" y="163"/>
                    <a:pt x="1411" y="174"/>
                    <a:pt x="1310" y="174"/>
                  </a:cubicBezTo>
                  <a:cubicBezTo>
                    <a:pt x="1294" y="174"/>
                    <a:pt x="1286" y="173"/>
                    <a:pt x="1286" y="173"/>
                  </a:cubicBezTo>
                  <a:cubicBezTo>
                    <a:pt x="1286" y="173"/>
                    <a:pt x="780" y="173"/>
                    <a:pt x="622" y="0"/>
                  </a:cubicBezTo>
                  <a:close/>
                </a:path>
              </a:pathLst>
            </a:custGeom>
            <a:solidFill>
              <a:srgbClr val="EFF2F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564" name="Google Shape;20564;p47"/>
            <p:cNvSpPr/>
            <p:nvPr/>
          </p:nvSpPr>
          <p:spPr>
            <a:xfrm>
              <a:off x="8266056" y="2302891"/>
              <a:ext cx="44697" cy="22361"/>
            </a:xfrm>
            <a:custGeom>
              <a:rect b="b" l="l" r="r" t="t"/>
              <a:pathLst>
                <a:path extrusionOk="0" h="853" w="1705">
                  <a:moveTo>
                    <a:pt x="1" y="1"/>
                  </a:moveTo>
                  <a:lnTo>
                    <a:pt x="1" y="636"/>
                  </a:lnTo>
                  <a:cubicBezTo>
                    <a:pt x="1" y="751"/>
                    <a:pt x="88" y="853"/>
                    <a:pt x="203" y="853"/>
                  </a:cubicBezTo>
                  <a:lnTo>
                    <a:pt x="1488" y="853"/>
                  </a:lnTo>
                  <a:cubicBezTo>
                    <a:pt x="1603" y="853"/>
                    <a:pt x="1704" y="751"/>
                    <a:pt x="1704" y="636"/>
                  </a:cubicBezTo>
                  <a:lnTo>
                    <a:pt x="1704" y="1"/>
                  </a:lnTo>
                  <a:close/>
                </a:path>
              </a:pathLst>
            </a:custGeom>
            <a:solidFill>
              <a:srgbClr val="D1DBE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565" name="Google Shape;20565;p47"/>
            <p:cNvSpPr/>
            <p:nvPr/>
          </p:nvSpPr>
          <p:spPr>
            <a:xfrm>
              <a:off x="8254705" y="2228728"/>
              <a:ext cx="11377" cy="74188"/>
            </a:xfrm>
            <a:custGeom>
              <a:rect b="b" l="l" r="r" t="t"/>
              <a:pathLst>
                <a:path extrusionOk="0" h="2830" w="434">
                  <a:moveTo>
                    <a:pt x="59" y="1"/>
                  </a:moveTo>
                  <a:cubicBezTo>
                    <a:pt x="15" y="58"/>
                    <a:pt x="1" y="145"/>
                    <a:pt x="1" y="217"/>
                  </a:cubicBezTo>
                  <a:lnTo>
                    <a:pt x="1" y="1458"/>
                  </a:lnTo>
                  <a:cubicBezTo>
                    <a:pt x="1" y="1920"/>
                    <a:pt x="131" y="2382"/>
                    <a:pt x="391" y="2772"/>
                  </a:cubicBezTo>
                  <a:lnTo>
                    <a:pt x="434" y="2830"/>
                  </a:lnTo>
                  <a:lnTo>
                    <a:pt x="434" y="477"/>
                  </a:lnTo>
                  <a:cubicBezTo>
                    <a:pt x="434" y="347"/>
                    <a:pt x="362" y="217"/>
                    <a:pt x="261" y="145"/>
                  </a:cubicBezTo>
                  <a:lnTo>
                    <a:pt x="59" y="1"/>
                  </a:lnTo>
                  <a:close/>
                </a:path>
              </a:pathLst>
            </a:custGeom>
            <a:solidFill>
              <a:srgbClr val="E9EDF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566" name="Google Shape;20566;p47"/>
            <p:cNvSpPr/>
            <p:nvPr/>
          </p:nvSpPr>
          <p:spPr>
            <a:xfrm>
              <a:off x="8310726" y="2228728"/>
              <a:ext cx="11377" cy="74188"/>
            </a:xfrm>
            <a:custGeom>
              <a:rect b="b" l="l" r="r" t="t"/>
              <a:pathLst>
                <a:path extrusionOk="0" h="2830" w="434">
                  <a:moveTo>
                    <a:pt x="361" y="1"/>
                  </a:moveTo>
                  <a:lnTo>
                    <a:pt x="174" y="145"/>
                  </a:lnTo>
                  <a:cubicBezTo>
                    <a:pt x="58" y="217"/>
                    <a:pt x="0" y="347"/>
                    <a:pt x="0" y="477"/>
                  </a:cubicBezTo>
                  <a:lnTo>
                    <a:pt x="0" y="2830"/>
                  </a:lnTo>
                  <a:lnTo>
                    <a:pt x="29" y="2772"/>
                  </a:lnTo>
                  <a:cubicBezTo>
                    <a:pt x="289" y="2382"/>
                    <a:pt x="433" y="1920"/>
                    <a:pt x="433" y="1458"/>
                  </a:cubicBezTo>
                  <a:lnTo>
                    <a:pt x="433" y="217"/>
                  </a:lnTo>
                  <a:cubicBezTo>
                    <a:pt x="433" y="145"/>
                    <a:pt x="404" y="58"/>
                    <a:pt x="361" y="1"/>
                  </a:cubicBezTo>
                  <a:close/>
                </a:path>
              </a:pathLst>
            </a:custGeom>
            <a:solidFill>
              <a:srgbClr val="E9EDF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567" name="Google Shape;20567;p47"/>
            <p:cNvSpPr/>
            <p:nvPr/>
          </p:nvSpPr>
          <p:spPr>
            <a:xfrm>
              <a:off x="8270984" y="2213314"/>
              <a:ext cx="34473" cy="89603"/>
            </a:xfrm>
            <a:custGeom>
              <a:rect b="b" l="l" r="r" t="t"/>
              <a:pathLst>
                <a:path extrusionOk="0" h="3418" w="1315">
                  <a:moveTo>
                    <a:pt x="217" y="0"/>
                  </a:moveTo>
                  <a:cubicBezTo>
                    <a:pt x="206" y="0"/>
                    <a:pt x="195" y="4"/>
                    <a:pt x="188" y="11"/>
                  </a:cubicBezTo>
                  <a:lnTo>
                    <a:pt x="1" y="242"/>
                  </a:lnTo>
                  <a:lnTo>
                    <a:pt x="289" y="603"/>
                  </a:lnTo>
                  <a:cubicBezTo>
                    <a:pt x="313" y="627"/>
                    <a:pt x="341" y="638"/>
                    <a:pt x="369" y="638"/>
                  </a:cubicBezTo>
                  <a:cubicBezTo>
                    <a:pt x="392" y="638"/>
                    <a:pt x="414" y="630"/>
                    <a:pt x="434" y="617"/>
                  </a:cubicBezTo>
                  <a:lnTo>
                    <a:pt x="549" y="516"/>
                  </a:lnTo>
                  <a:lnTo>
                    <a:pt x="549" y="3418"/>
                  </a:lnTo>
                  <a:lnTo>
                    <a:pt x="766" y="3418"/>
                  </a:lnTo>
                  <a:lnTo>
                    <a:pt x="766" y="516"/>
                  </a:lnTo>
                  <a:lnTo>
                    <a:pt x="896" y="617"/>
                  </a:lnTo>
                  <a:cubicBezTo>
                    <a:pt x="915" y="630"/>
                    <a:pt x="937" y="638"/>
                    <a:pt x="959" y="638"/>
                  </a:cubicBezTo>
                  <a:cubicBezTo>
                    <a:pt x="985" y="638"/>
                    <a:pt x="1010" y="627"/>
                    <a:pt x="1025" y="603"/>
                  </a:cubicBezTo>
                  <a:lnTo>
                    <a:pt x="1314" y="242"/>
                  </a:lnTo>
                  <a:lnTo>
                    <a:pt x="1141" y="11"/>
                  </a:lnTo>
                  <a:cubicBezTo>
                    <a:pt x="1134" y="4"/>
                    <a:pt x="1123" y="0"/>
                    <a:pt x="1112" y="0"/>
                  </a:cubicBezTo>
                  <a:cubicBezTo>
                    <a:pt x="1101" y="0"/>
                    <a:pt x="1090" y="4"/>
                    <a:pt x="1083" y="11"/>
                  </a:cubicBezTo>
                  <a:lnTo>
                    <a:pt x="665" y="430"/>
                  </a:lnTo>
                  <a:lnTo>
                    <a:pt x="246" y="11"/>
                  </a:lnTo>
                  <a:cubicBezTo>
                    <a:pt x="239" y="4"/>
                    <a:pt x="228" y="0"/>
                    <a:pt x="217" y="0"/>
                  </a:cubicBezTo>
                  <a:close/>
                </a:path>
              </a:pathLst>
            </a:custGeom>
            <a:solidFill>
              <a:srgbClr val="E9EDF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568" name="Google Shape;20568;p47"/>
            <p:cNvSpPr/>
            <p:nvPr/>
          </p:nvSpPr>
          <p:spPr>
            <a:xfrm>
              <a:off x="8285376" y="2313875"/>
              <a:ext cx="5689" cy="11377"/>
            </a:xfrm>
            <a:custGeom>
              <a:rect b="b" l="l" r="r" t="t"/>
              <a:pathLst>
                <a:path extrusionOk="0" h="434" w="217">
                  <a:moveTo>
                    <a:pt x="116" y="0"/>
                  </a:moveTo>
                  <a:cubicBezTo>
                    <a:pt x="58" y="0"/>
                    <a:pt x="0" y="58"/>
                    <a:pt x="0" y="116"/>
                  </a:cubicBezTo>
                  <a:lnTo>
                    <a:pt x="0" y="434"/>
                  </a:lnTo>
                  <a:lnTo>
                    <a:pt x="217" y="434"/>
                  </a:lnTo>
                  <a:lnTo>
                    <a:pt x="217" y="116"/>
                  </a:lnTo>
                  <a:cubicBezTo>
                    <a:pt x="217" y="58"/>
                    <a:pt x="173" y="0"/>
                    <a:pt x="116" y="0"/>
                  </a:cubicBezTo>
                  <a:close/>
                </a:path>
              </a:pathLst>
            </a:custGeom>
            <a:solidFill>
              <a:srgbClr val="91A8B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569" name="Google Shape;20569;p47"/>
            <p:cNvSpPr/>
            <p:nvPr/>
          </p:nvSpPr>
          <p:spPr>
            <a:xfrm>
              <a:off x="8266056" y="2156821"/>
              <a:ext cx="44697" cy="50752"/>
            </a:xfrm>
            <a:custGeom>
              <a:rect b="b" l="l" r="r" t="t"/>
              <a:pathLst>
                <a:path extrusionOk="0" h="1936" w="1705">
                  <a:moveTo>
                    <a:pt x="636" y="1"/>
                  </a:moveTo>
                  <a:cubicBezTo>
                    <a:pt x="275" y="1"/>
                    <a:pt x="1" y="290"/>
                    <a:pt x="1" y="650"/>
                  </a:cubicBezTo>
                  <a:lnTo>
                    <a:pt x="1" y="1083"/>
                  </a:lnTo>
                  <a:cubicBezTo>
                    <a:pt x="1" y="1545"/>
                    <a:pt x="376" y="1935"/>
                    <a:pt x="853" y="1935"/>
                  </a:cubicBezTo>
                  <a:cubicBezTo>
                    <a:pt x="1329" y="1935"/>
                    <a:pt x="1704" y="1545"/>
                    <a:pt x="1704" y="1083"/>
                  </a:cubicBezTo>
                  <a:lnTo>
                    <a:pt x="1704" y="650"/>
                  </a:lnTo>
                  <a:cubicBezTo>
                    <a:pt x="1704" y="290"/>
                    <a:pt x="1416" y="1"/>
                    <a:pt x="1069" y="1"/>
                  </a:cubicBezTo>
                  <a:close/>
                </a:path>
              </a:pathLst>
            </a:custGeom>
            <a:solidFill>
              <a:srgbClr val="BCC9D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570" name="Google Shape;20570;p47"/>
            <p:cNvSpPr/>
            <p:nvPr/>
          </p:nvSpPr>
          <p:spPr>
            <a:xfrm>
              <a:off x="8266056" y="2156821"/>
              <a:ext cx="31065" cy="50569"/>
            </a:xfrm>
            <a:custGeom>
              <a:rect b="b" l="l" r="r" t="t"/>
              <a:pathLst>
                <a:path extrusionOk="0" h="1929" w="1185">
                  <a:moveTo>
                    <a:pt x="650" y="1"/>
                  </a:moveTo>
                  <a:cubicBezTo>
                    <a:pt x="290" y="1"/>
                    <a:pt x="1" y="290"/>
                    <a:pt x="1" y="650"/>
                  </a:cubicBezTo>
                  <a:lnTo>
                    <a:pt x="1" y="1083"/>
                  </a:lnTo>
                  <a:cubicBezTo>
                    <a:pt x="1" y="1572"/>
                    <a:pt x="403" y="1929"/>
                    <a:pt x="854" y="1929"/>
                  </a:cubicBezTo>
                  <a:cubicBezTo>
                    <a:pt x="963" y="1929"/>
                    <a:pt x="1075" y="1908"/>
                    <a:pt x="1185" y="1863"/>
                  </a:cubicBezTo>
                  <a:cubicBezTo>
                    <a:pt x="853" y="1747"/>
                    <a:pt x="636" y="1430"/>
                    <a:pt x="636" y="1083"/>
                  </a:cubicBezTo>
                  <a:lnTo>
                    <a:pt x="636" y="650"/>
                  </a:lnTo>
                  <a:cubicBezTo>
                    <a:pt x="636" y="333"/>
                    <a:pt x="867" y="73"/>
                    <a:pt x="1185" y="15"/>
                  </a:cubicBezTo>
                  <a:cubicBezTo>
                    <a:pt x="1141" y="15"/>
                    <a:pt x="1112" y="15"/>
                    <a:pt x="1069" y="1"/>
                  </a:cubicBezTo>
                  <a:close/>
                </a:path>
              </a:pathLst>
            </a:custGeom>
            <a:solidFill>
              <a:srgbClr val="AABBC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571" name="Google Shape;20571;p47"/>
            <p:cNvSpPr/>
            <p:nvPr/>
          </p:nvSpPr>
          <p:spPr>
            <a:xfrm>
              <a:off x="8265689" y="2156821"/>
              <a:ext cx="45064" cy="22781"/>
            </a:xfrm>
            <a:custGeom>
              <a:rect b="b" l="l" r="r" t="t"/>
              <a:pathLst>
                <a:path extrusionOk="0" h="869" w="1719">
                  <a:moveTo>
                    <a:pt x="650" y="1"/>
                  </a:moveTo>
                  <a:cubicBezTo>
                    <a:pt x="289" y="1"/>
                    <a:pt x="0" y="290"/>
                    <a:pt x="0" y="650"/>
                  </a:cubicBezTo>
                  <a:lnTo>
                    <a:pt x="15" y="650"/>
                  </a:lnTo>
                  <a:cubicBezTo>
                    <a:pt x="518" y="796"/>
                    <a:pt x="1045" y="869"/>
                    <a:pt x="1574" y="869"/>
                  </a:cubicBezTo>
                  <a:cubicBezTo>
                    <a:pt x="1622" y="869"/>
                    <a:pt x="1670" y="868"/>
                    <a:pt x="1718" y="867"/>
                  </a:cubicBezTo>
                  <a:lnTo>
                    <a:pt x="1718" y="650"/>
                  </a:lnTo>
                  <a:cubicBezTo>
                    <a:pt x="1718" y="290"/>
                    <a:pt x="1430" y="1"/>
                    <a:pt x="1083" y="1"/>
                  </a:cubicBezTo>
                  <a:close/>
                </a:path>
              </a:pathLst>
            </a:custGeom>
            <a:solidFill>
              <a:srgbClr val="5C728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572" name="Google Shape;20572;p47"/>
            <p:cNvSpPr/>
            <p:nvPr/>
          </p:nvSpPr>
          <p:spPr>
            <a:xfrm>
              <a:off x="8266056" y="2156821"/>
              <a:ext cx="31065" cy="20474"/>
            </a:xfrm>
            <a:custGeom>
              <a:rect b="b" l="l" r="r" t="t"/>
              <a:pathLst>
                <a:path extrusionOk="0" h="781" w="1185">
                  <a:moveTo>
                    <a:pt x="650" y="1"/>
                  </a:moveTo>
                  <a:cubicBezTo>
                    <a:pt x="290" y="1"/>
                    <a:pt x="1" y="290"/>
                    <a:pt x="1" y="650"/>
                  </a:cubicBezTo>
                  <a:cubicBezTo>
                    <a:pt x="217" y="708"/>
                    <a:pt x="420" y="751"/>
                    <a:pt x="650" y="780"/>
                  </a:cubicBezTo>
                  <a:lnTo>
                    <a:pt x="636" y="650"/>
                  </a:lnTo>
                  <a:cubicBezTo>
                    <a:pt x="636" y="333"/>
                    <a:pt x="867" y="73"/>
                    <a:pt x="1185" y="15"/>
                  </a:cubicBezTo>
                  <a:cubicBezTo>
                    <a:pt x="1141" y="15"/>
                    <a:pt x="1112" y="15"/>
                    <a:pt x="1069" y="1"/>
                  </a:cubicBezTo>
                  <a:close/>
                </a:path>
              </a:pathLst>
            </a:custGeom>
            <a:solidFill>
              <a:srgbClr val="667A8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20573" name="Google Shape;20573;p47"/>
          <p:cNvGrpSpPr/>
          <p:nvPr/>
        </p:nvGrpSpPr>
        <p:grpSpPr>
          <a:xfrm>
            <a:off x="5627674" y="2444819"/>
            <a:ext cx="345147" cy="342630"/>
            <a:chOff x="5627674" y="2444819"/>
            <a:chExt cx="345147" cy="342630"/>
          </a:xfrm>
        </p:grpSpPr>
        <p:sp>
          <p:nvSpPr>
            <p:cNvPr id="20574" name="Google Shape;20574;p47"/>
            <p:cNvSpPr/>
            <p:nvPr/>
          </p:nvSpPr>
          <p:spPr>
            <a:xfrm>
              <a:off x="5755210" y="2444819"/>
              <a:ext cx="217611" cy="217978"/>
            </a:xfrm>
            <a:custGeom>
              <a:rect b="b" l="l" r="r" t="t"/>
              <a:pathLst>
                <a:path extrusionOk="0" h="8315" w="8301">
                  <a:moveTo>
                    <a:pt x="4144" y="0"/>
                  </a:moveTo>
                  <a:cubicBezTo>
                    <a:pt x="1848" y="0"/>
                    <a:pt x="1" y="1473"/>
                    <a:pt x="1" y="3291"/>
                  </a:cubicBezTo>
                  <a:cubicBezTo>
                    <a:pt x="1" y="4923"/>
                    <a:pt x="1473" y="6265"/>
                    <a:pt x="3422" y="6539"/>
                  </a:cubicBezTo>
                  <a:cubicBezTo>
                    <a:pt x="3537" y="7189"/>
                    <a:pt x="3321" y="7853"/>
                    <a:pt x="2859" y="8315"/>
                  </a:cubicBezTo>
                  <a:cubicBezTo>
                    <a:pt x="3884" y="8315"/>
                    <a:pt x="4735" y="7550"/>
                    <a:pt x="4865" y="6539"/>
                  </a:cubicBezTo>
                  <a:cubicBezTo>
                    <a:pt x="6814" y="6265"/>
                    <a:pt x="8301" y="4923"/>
                    <a:pt x="8301" y="3291"/>
                  </a:cubicBezTo>
                  <a:cubicBezTo>
                    <a:pt x="8301" y="1473"/>
                    <a:pt x="6439" y="0"/>
                    <a:pt x="4144" y="0"/>
                  </a:cubicBezTo>
                  <a:close/>
                </a:path>
              </a:pathLst>
            </a:custGeom>
            <a:solidFill>
              <a:srgbClr val="98A9B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575" name="Google Shape;20575;p47"/>
            <p:cNvSpPr/>
            <p:nvPr/>
          </p:nvSpPr>
          <p:spPr>
            <a:xfrm>
              <a:off x="5818021" y="2523516"/>
              <a:ext cx="15545" cy="15178"/>
            </a:xfrm>
            <a:custGeom>
              <a:rect b="b" l="l" r="r" t="t"/>
              <a:pathLst>
                <a:path extrusionOk="0" h="579" w="593">
                  <a:moveTo>
                    <a:pt x="290" y="1"/>
                  </a:moveTo>
                  <a:cubicBezTo>
                    <a:pt x="131" y="1"/>
                    <a:pt x="1" y="131"/>
                    <a:pt x="1" y="289"/>
                  </a:cubicBezTo>
                  <a:cubicBezTo>
                    <a:pt x="1" y="448"/>
                    <a:pt x="131" y="578"/>
                    <a:pt x="290" y="578"/>
                  </a:cubicBezTo>
                  <a:cubicBezTo>
                    <a:pt x="448" y="578"/>
                    <a:pt x="593" y="448"/>
                    <a:pt x="593" y="289"/>
                  </a:cubicBezTo>
                  <a:cubicBezTo>
                    <a:pt x="593" y="131"/>
                    <a:pt x="448" y="1"/>
                    <a:pt x="290" y="1"/>
                  </a:cubicBezTo>
                  <a:close/>
                </a:path>
              </a:pathLst>
            </a:custGeom>
            <a:solidFill>
              <a:srgbClr val="F2F3F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576" name="Google Shape;20576;p47"/>
            <p:cNvSpPr/>
            <p:nvPr/>
          </p:nvSpPr>
          <p:spPr>
            <a:xfrm>
              <a:off x="5894857" y="2523516"/>
              <a:ext cx="15152" cy="15178"/>
            </a:xfrm>
            <a:custGeom>
              <a:rect b="b" l="l" r="r" t="t"/>
              <a:pathLst>
                <a:path extrusionOk="0" h="579" w="578">
                  <a:moveTo>
                    <a:pt x="289" y="1"/>
                  </a:moveTo>
                  <a:cubicBezTo>
                    <a:pt x="130" y="1"/>
                    <a:pt x="0" y="131"/>
                    <a:pt x="0" y="289"/>
                  </a:cubicBezTo>
                  <a:cubicBezTo>
                    <a:pt x="0" y="448"/>
                    <a:pt x="130" y="578"/>
                    <a:pt x="289" y="578"/>
                  </a:cubicBezTo>
                  <a:cubicBezTo>
                    <a:pt x="448" y="578"/>
                    <a:pt x="578" y="448"/>
                    <a:pt x="578" y="289"/>
                  </a:cubicBezTo>
                  <a:cubicBezTo>
                    <a:pt x="578" y="131"/>
                    <a:pt x="448" y="1"/>
                    <a:pt x="289" y="1"/>
                  </a:cubicBezTo>
                  <a:close/>
                </a:path>
              </a:pathLst>
            </a:custGeom>
            <a:solidFill>
              <a:srgbClr val="F2F3F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577" name="Google Shape;20577;p47"/>
            <p:cNvSpPr/>
            <p:nvPr/>
          </p:nvSpPr>
          <p:spPr>
            <a:xfrm>
              <a:off x="5856635" y="2523516"/>
              <a:ext cx="15152" cy="15178"/>
            </a:xfrm>
            <a:custGeom>
              <a:rect b="b" l="l" r="r" t="t"/>
              <a:pathLst>
                <a:path extrusionOk="0" h="579" w="578">
                  <a:moveTo>
                    <a:pt x="289" y="1"/>
                  </a:moveTo>
                  <a:cubicBezTo>
                    <a:pt x="130" y="1"/>
                    <a:pt x="0" y="131"/>
                    <a:pt x="0" y="289"/>
                  </a:cubicBezTo>
                  <a:cubicBezTo>
                    <a:pt x="0" y="448"/>
                    <a:pt x="130" y="578"/>
                    <a:pt x="289" y="578"/>
                  </a:cubicBezTo>
                  <a:cubicBezTo>
                    <a:pt x="448" y="578"/>
                    <a:pt x="578" y="448"/>
                    <a:pt x="578" y="289"/>
                  </a:cubicBezTo>
                  <a:cubicBezTo>
                    <a:pt x="578" y="131"/>
                    <a:pt x="448" y="1"/>
                    <a:pt x="289" y="1"/>
                  </a:cubicBezTo>
                  <a:close/>
                </a:path>
              </a:pathLst>
            </a:custGeom>
            <a:solidFill>
              <a:srgbClr val="F2F3F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578" name="Google Shape;20578;p47"/>
            <p:cNvSpPr/>
            <p:nvPr/>
          </p:nvSpPr>
          <p:spPr>
            <a:xfrm>
              <a:off x="5627674" y="2523149"/>
              <a:ext cx="266816" cy="264300"/>
            </a:xfrm>
            <a:custGeom>
              <a:rect b="b" l="l" r="r" t="t"/>
              <a:pathLst>
                <a:path extrusionOk="0" h="10082" w="10178">
                  <a:moveTo>
                    <a:pt x="1358" y="0"/>
                  </a:moveTo>
                  <a:cubicBezTo>
                    <a:pt x="1358" y="0"/>
                    <a:pt x="188" y="1083"/>
                    <a:pt x="102" y="1935"/>
                  </a:cubicBezTo>
                  <a:cubicBezTo>
                    <a:pt x="1" y="3075"/>
                    <a:pt x="1213" y="5154"/>
                    <a:pt x="3119" y="7059"/>
                  </a:cubicBezTo>
                  <a:cubicBezTo>
                    <a:pt x="4950" y="8891"/>
                    <a:pt x="6942" y="10082"/>
                    <a:pt x="8107" y="10082"/>
                  </a:cubicBezTo>
                  <a:cubicBezTo>
                    <a:pt x="8154" y="10082"/>
                    <a:pt x="8199" y="10080"/>
                    <a:pt x="8243" y="10076"/>
                  </a:cubicBezTo>
                  <a:cubicBezTo>
                    <a:pt x="9110" y="9990"/>
                    <a:pt x="10178" y="8820"/>
                    <a:pt x="10178" y="8820"/>
                  </a:cubicBezTo>
                  <a:cubicBezTo>
                    <a:pt x="9817" y="8373"/>
                    <a:pt x="9442" y="7940"/>
                    <a:pt x="9037" y="7521"/>
                  </a:cubicBezTo>
                  <a:cubicBezTo>
                    <a:pt x="8619" y="7117"/>
                    <a:pt x="8186" y="6727"/>
                    <a:pt x="7738" y="6366"/>
                  </a:cubicBezTo>
                  <a:lnTo>
                    <a:pt x="6757" y="7348"/>
                  </a:lnTo>
                  <a:lnTo>
                    <a:pt x="2830" y="3421"/>
                  </a:lnTo>
                  <a:lnTo>
                    <a:pt x="3812" y="2454"/>
                  </a:lnTo>
                  <a:cubicBezTo>
                    <a:pt x="3090" y="1545"/>
                    <a:pt x="2267" y="708"/>
                    <a:pt x="1358" y="0"/>
                  </a:cubicBezTo>
                  <a:close/>
                </a:path>
              </a:pathLst>
            </a:custGeom>
            <a:solidFill>
              <a:srgbClr val="8094A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20579" name="Google Shape;20579;p47"/>
          <p:cNvGrpSpPr/>
          <p:nvPr/>
        </p:nvGrpSpPr>
        <p:grpSpPr>
          <a:xfrm>
            <a:off x="4653996" y="2440257"/>
            <a:ext cx="396607" cy="348555"/>
            <a:chOff x="4653996" y="2440257"/>
            <a:chExt cx="396607" cy="348555"/>
          </a:xfrm>
        </p:grpSpPr>
        <p:sp>
          <p:nvSpPr>
            <p:cNvPr id="20580" name="Google Shape;20580;p47"/>
            <p:cNvSpPr/>
            <p:nvPr/>
          </p:nvSpPr>
          <p:spPr>
            <a:xfrm>
              <a:off x="4670643" y="2520108"/>
              <a:ext cx="363707" cy="250930"/>
            </a:xfrm>
            <a:custGeom>
              <a:rect b="b" l="l" r="r" t="t"/>
              <a:pathLst>
                <a:path extrusionOk="0" h="9572" w="13874">
                  <a:moveTo>
                    <a:pt x="1314" y="1"/>
                  </a:moveTo>
                  <a:cubicBezTo>
                    <a:pt x="592" y="1"/>
                    <a:pt x="1" y="593"/>
                    <a:pt x="1" y="1314"/>
                  </a:cubicBezTo>
                  <a:lnTo>
                    <a:pt x="1" y="9326"/>
                  </a:lnTo>
                  <a:lnTo>
                    <a:pt x="1" y="9355"/>
                  </a:lnTo>
                  <a:cubicBezTo>
                    <a:pt x="1" y="9470"/>
                    <a:pt x="102" y="9571"/>
                    <a:pt x="217" y="9571"/>
                  </a:cubicBezTo>
                  <a:lnTo>
                    <a:pt x="13642" y="9571"/>
                  </a:lnTo>
                  <a:cubicBezTo>
                    <a:pt x="13772" y="9571"/>
                    <a:pt x="13859" y="9470"/>
                    <a:pt x="13873" y="9355"/>
                  </a:cubicBezTo>
                  <a:lnTo>
                    <a:pt x="13873" y="9326"/>
                  </a:lnTo>
                  <a:lnTo>
                    <a:pt x="13873" y="1329"/>
                  </a:lnTo>
                  <a:cubicBezTo>
                    <a:pt x="13873" y="593"/>
                    <a:pt x="13281" y="1"/>
                    <a:pt x="12545" y="1"/>
                  </a:cubicBezTo>
                  <a:close/>
                </a:path>
              </a:pathLst>
            </a:custGeom>
            <a:solidFill>
              <a:srgbClr val="E9EEF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581" name="Google Shape;20581;p47"/>
            <p:cNvSpPr/>
            <p:nvPr/>
          </p:nvSpPr>
          <p:spPr>
            <a:xfrm>
              <a:off x="4981710" y="2520108"/>
              <a:ext cx="52640" cy="250930"/>
            </a:xfrm>
            <a:custGeom>
              <a:rect b="b" l="l" r="r" t="t"/>
              <a:pathLst>
                <a:path extrusionOk="0" h="9572" w="2008">
                  <a:moveTo>
                    <a:pt x="0" y="1"/>
                  </a:moveTo>
                  <a:cubicBezTo>
                    <a:pt x="737" y="1"/>
                    <a:pt x="1314" y="593"/>
                    <a:pt x="1329" y="1314"/>
                  </a:cubicBezTo>
                  <a:lnTo>
                    <a:pt x="1329" y="9326"/>
                  </a:lnTo>
                  <a:lnTo>
                    <a:pt x="1329" y="9355"/>
                  </a:lnTo>
                  <a:cubicBezTo>
                    <a:pt x="1314" y="9470"/>
                    <a:pt x="1213" y="9571"/>
                    <a:pt x="1098" y="9571"/>
                  </a:cubicBezTo>
                  <a:lnTo>
                    <a:pt x="1776" y="9571"/>
                  </a:lnTo>
                  <a:cubicBezTo>
                    <a:pt x="1906" y="9571"/>
                    <a:pt x="1993" y="9470"/>
                    <a:pt x="2007" y="9355"/>
                  </a:cubicBezTo>
                  <a:lnTo>
                    <a:pt x="2007" y="9326"/>
                  </a:lnTo>
                  <a:lnTo>
                    <a:pt x="2007" y="1329"/>
                  </a:lnTo>
                  <a:cubicBezTo>
                    <a:pt x="2007" y="593"/>
                    <a:pt x="1415" y="1"/>
                    <a:pt x="679" y="1"/>
                  </a:cubicBezTo>
                  <a:close/>
                </a:path>
              </a:pathLst>
            </a:custGeom>
            <a:solidFill>
              <a:srgbClr val="E4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582" name="Google Shape;20582;p47"/>
            <p:cNvSpPr/>
            <p:nvPr/>
          </p:nvSpPr>
          <p:spPr>
            <a:xfrm>
              <a:off x="4694865" y="2544724"/>
              <a:ext cx="314108" cy="226681"/>
            </a:xfrm>
            <a:custGeom>
              <a:rect b="b" l="l" r="r" t="t"/>
              <a:pathLst>
                <a:path extrusionOk="0" h="8647" w="11982">
                  <a:moveTo>
                    <a:pt x="390" y="0"/>
                  </a:moveTo>
                  <a:cubicBezTo>
                    <a:pt x="188" y="0"/>
                    <a:pt x="15" y="173"/>
                    <a:pt x="15" y="390"/>
                  </a:cubicBezTo>
                  <a:lnTo>
                    <a:pt x="15" y="8387"/>
                  </a:lnTo>
                  <a:cubicBezTo>
                    <a:pt x="0" y="8416"/>
                    <a:pt x="0" y="8430"/>
                    <a:pt x="15" y="8459"/>
                  </a:cubicBezTo>
                  <a:cubicBezTo>
                    <a:pt x="29" y="8560"/>
                    <a:pt x="116" y="8647"/>
                    <a:pt x="231" y="8647"/>
                  </a:cubicBezTo>
                  <a:lnTo>
                    <a:pt x="11765" y="8647"/>
                  </a:lnTo>
                  <a:cubicBezTo>
                    <a:pt x="11866" y="8647"/>
                    <a:pt x="11967" y="8560"/>
                    <a:pt x="11982" y="8459"/>
                  </a:cubicBezTo>
                  <a:cubicBezTo>
                    <a:pt x="11982" y="8430"/>
                    <a:pt x="11982" y="8416"/>
                    <a:pt x="11982" y="8387"/>
                  </a:cubicBezTo>
                  <a:lnTo>
                    <a:pt x="11982" y="390"/>
                  </a:lnTo>
                  <a:cubicBezTo>
                    <a:pt x="11982" y="188"/>
                    <a:pt x="11823" y="14"/>
                    <a:pt x="11621" y="0"/>
                  </a:cubicBezTo>
                  <a:close/>
                </a:path>
              </a:pathLst>
            </a:custGeom>
            <a:solidFill>
              <a:srgbClr val="D1DBE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583" name="Google Shape;20583;p47"/>
            <p:cNvSpPr/>
            <p:nvPr/>
          </p:nvSpPr>
          <p:spPr>
            <a:xfrm>
              <a:off x="4981710" y="2544724"/>
              <a:ext cx="28024" cy="226314"/>
            </a:xfrm>
            <a:custGeom>
              <a:rect b="b" l="l" r="r" t="t"/>
              <a:pathLst>
                <a:path extrusionOk="0" h="8633" w="1069">
                  <a:moveTo>
                    <a:pt x="0" y="0"/>
                  </a:moveTo>
                  <a:cubicBezTo>
                    <a:pt x="217" y="0"/>
                    <a:pt x="376" y="173"/>
                    <a:pt x="376" y="375"/>
                  </a:cubicBezTo>
                  <a:lnTo>
                    <a:pt x="376" y="8387"/>
                  </a:lnTo>
                  <a:cubicBezTo>
                    <a:pt x="390" y="8416"/>
                    <a:pt x="390" y="8430"/>
                    <a:pt x="376" y="8459"/>
                  </a:cubicBezTo>
                  <a:cubicBezTo>
                    <a:pt x="361" y="8560"/>
                    <a:pt x="275" y="8632"/>
                    <a:pt x="159" y="8632"/>
                  </a:cubicBezTo>
                  <a:lnTo>
                    <a:pt x="838" y="8632"/>
                  </a:lnTo>
                  <a:cubicBezTo>
                    <a:pt x="953" y="8632"/>
                    <a:pt x="1040" y="8560"/>
                    <a:pt x="1069" y="8459"/>
                  </a:cubicBezTo>
                  <a:cubicBezTo>
                    <a:pt x="1069" y="8430"/>
                    <a:pt x="1069" y="8416"/>
                    <a:pt x="1069" y="8387"/>
                  </a:cubicBezTo>
                  <a:lnTo>
                    <a:pt x="1069" y="390"/>
                  </a:lnTo>
                  <a:cubicBezTo>
                    <a:pt x="1054" y="173"/>
                    <a:pt x="895" y="0"/>
                    <a:pt x="679" y="0"/>
                  </a:cubicBezTo>
                  <a:close/>
                </a:path>
              </a:pathLst>
            </a:custGeom>
            <a:solidFill>
              <a:srgbClr val="6D819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584" name="Google Shape;20584;p47"/>
            <p:cNvSpPr/>
            <p:nvPr/>
          </p:nvSpPr>
          <p:spPr>
            <a:xfrm>
              <a:off x="4775476" y="2618493"/>
              <a:ext cx="69260" cy="30409"/>
            </a:xfrm>
            <a:custGeom>
              <a:rect b="b" l="l" r="r" t="t"/>
              <a:pathLst>
                <a:path extrusionOk="0" h="1160" w="2642">
                  <a:moveTo>
                    <a:pt x="996" y="1"/>
                  </a:moveTo>
                  <a:cubicBezTo>
                    <a:pt x="938" y="1"/>
                    <a:pt x="881" y="15"/>
                    <a:pt x="837" y="59"/>
                  </a:cubicBezTo>
                  <a:lnTo>
                    <a:pt x="145" y="780"/>
                  </a:lnTo>
                  <a:cubicBezTo>
                    <a:pt x="0" y="925"/>
                    <a:pt x="101" y="1156"/>
                    <a:pt x="303" y="1156"/>
                  </a:cubicBezTo>
                  <a:cubicBezTo>
                    <a:pt x="314" y="1158"/>
                    <a:pt x="324" y="1160"/>
                    <a:pt x="334" y="1160"/>
                  </a:cubicBezTo>
                  <a:cubicBezTo>
                    <a:pt x="381" y="1160"/>
                    <a:pt x="426" y="1134"/>
                    <a:pt x="462" y="1098"/>
                  </a:cubicBezTo>
                  <a:lnTo>
                    <a:pt x="1097" y="434"/>
                  </a:lnTo>
                  <a:lnTo>
                    <a:pt x="2339" y="448"/>
                  </a:lnTo>
                  <a:cubicBezTo>
                    <a:pt x="2642" y="448"/>
                    <a:pt x="2642" y="1"/>
                    <a:pt x="2339" y="1"/>
                  </a:cubicBezTo>
                  <a:close/>
                </a:path>
              </a:pathLst>
            </a:custGeom>
            <a:solidFill>
              <a:srgbClr val="F4F5F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585" name="Google Shape;20585;p47"/>
            <p:cNvSpPr/>
            <p:nvPr/>
          </p:nvSpPr>
          <p:spPr>
            <a:xfrm>
              <a:off x="4775476" y="2643476"/>
              <a:ext cx="69260" cy="30672"/>
            </a:xfrm>
            <a:custGeom>
              <a:rect b="b" l="l" r="r" t="t"/>
              <a:pathLst>
                <a:path extrusionOk="0" h="1170" w="2642">
                  <a:moveTo>
                    <a:pt x="996" y="1"/>
                  </a:moveTo>
                  <a:cubicBezTo>
                    <a:pt x="938" y="1"/>
                    <a:pt x="881" y="30"/>
                    <a:pt x="837" y="73"/>
                  </a:cubicBezTo>
                  <a:lnTo>
                    <a:pt x="145" y="795"/>
                  </a:lnTo>
                  <a:cubicBezTo>
                    <a:pt x="0" y="939"/>
                    <a:pt x="101" y="1170"/>
                    <a:pt x="303" y="1170"/>
                  </a:cubicBezTo>
                  <a:cubicBezTo>
                    <a:pt x="361" y="1170"/>
                    <a:pt x="419" y="1141"/>
                    <a:pt x="448" y="1098"/>
                  </a:cubicBezTo>
                  <a:lnTo>
                    <a:pt x="1083" y="448"/>
                  </a:lnTo>
                  <a:lnTo>
                    <a:pt x="2339" y="463"/>
                  </a:lnTo>
                  <a:cubicBezTo>
                    <a:pt x="2642" y="463"/>
                    <a:pt x="2642" y="15"/>
                    <a:pt x="2339" y="15"/>
                  </a:cubicBezTo>
                  <a:lnTo>
                    <a:pt x="996" y="1"/>
                  </a:lnTo>
                  <a:close/>
                </a:path>
              </a:pathLst>
            </a:custGeom>
            <a:solidFill>
              <a:srgbClr val="F4F5F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586" name="Google Shape;20586;p47"/>
            <p:cNvSpPr/>
            <p:nvPr/>
          </p:nvSpPr>
          <p:spPr>
            <a:xfrm>
              <a:off x="4775476" y="2668459"/>
              <a:ext cx="69260" cy="30672"/>
            </a:xfrm>
            <a:custGeom>
              <a:rect b="b" l="l" r="r" t="t"/>
              <a:pathLst>
                <a:path extrusionOk="0" h="1170" w="2642">
                  <a:moveTo>
                    <a:pt x="996" y="0"/>
                  </a:moveTo>
                  <a:cubicBezTo>
                    <a:pt x="938" y="0"/>
                    <a:pt x="881" y="29"/>
                    <a:pt x="837" y="73"/>
                  </a:cubicBezTo>
                  <a:lnTo>
                    <a:pt x="145" y="794"/>
                  </a:lnTo>
                  <a:cubicBezTo>
                    <a:pt x="0" y="939"/>
                    <a:pt x="101" y="1170"/>
                    <a:pt x="303" y="1170"/>
                  </a:cubicBezTo>
                  <a:cubicBezTo>
                    <a:pt x="361" y="1170"/>
                    <a:pt x="419" y="1141"/>
                    <a:pt x="448" y="1098"/>
                  </a:cubicBezTo>
                  <a:lnTo>
                    <a:pt x="1083" y="448"/>
                  </a:lnTo>
                  <a:lnTo>
                    <a:pt x="2339" y="462"/>
                  </a:lnTo>
                  <a:cubicBezTo>
                    <a:pt x="2642" y="462"/>
                    <a:pt x="2642" y="15"/>
                    <a:pt x="2339" y="15"/>
                  </a:cubicBezTo>
                  <a:lnTo>
                    <a:pt x="996" y="0"/>
                  </a:lnTo>
                  <a:close/>
                </a:path>
              </a:pathLst>
            </a:custGeom>
            <a:solidFill>
              <a:srgbClr val="F4F5F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587" name="Google Shape;20587;p47"/>
            <p:cNvSpPr/>
            <p:nvPr/>
          </p:nvSpPr>
          <p:spPr>
            <a:xfrm>
              <a:off x="4860229" y="2618126"/>
              <a:ext cx="68893" cy="30672"/>
            </a:xfrm>
            <a:custGeom>
              <a:rect b="b" l="l" r="r" t="t"/>
              <a:pathLst>
                <a:path extrusionOk="0" h="1170" w="2628">
                  <a:moveTo>
                    <a:pt x="1646" y="1"/>
                  </a:moveTo>
                  <a:lnTo>
                    <a:pt x="304" y="15"/>
                  </a:lnTo>
                  <a:cubicBezTo>
                    <a:pt x="1" y="15"/>
                    <a:pt x="1" y="462"/>
                    <a:pt x="304" y="462"/>
                  </a:cubicBezTo>
                  <a:lnTo>
                    <a:pt x="1545" y="448"/>
                  </a:lnTo>
                  <a:lnTo>
                    <a:pt x="2180" y="1112"/>
                  </a:lnTo>
                  <a:cubicBezTo>
                    <a:pt x="2224" y="1155"/>
                    <a:pt x="2282" y="1170"/>
                    <a:pt x="2339" y="1170"/>
                  </a:cubicBezTo>
                  <a:cubicBezTo>
                    <a:pt x="2541" y="1170"/>
                    <a:pt x="2628" y="939"/>
                    <a:pt x="2498" y="794"/>
                  </a:cubicBezTo>
                  <a:lnTo>
                    <a:pt x="1805" y="73"/>
                  </a:lnTo>
                  <a:cubicBezTo>
                    <a:pt x="1762" y="29"/>
                    <a:pt x="1704" y="1"/>
                    <a:pt x="1646" y="1"/>
                  </a:cubicBezTo>
                  <a:close/>
                </a:path>
              </a:pathLst>
            </a:custGeom>
            <a:solidFill>
              <a:srgbClr val="F4F5F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588" name="Google Shape;20588;p47"/>
            <p:cNvSpPr/>
            <p:nvPr/>
          </p:nvSpPr>
          <p:spPr>
            <a:xfrm>
              <a:off x="4860229" y="2643476"/>
              <a:ext cx="68893" cy="30672"/>
            </a:xfrm>
            <a:custGeom>
              <a:rect b="b" l="l" r="r" t="t"/>
              <a:pathLst>
                <a:path extrusionOk="0" h="1170" w="2628">
                  <a:moveTo>
                    <a:pt x="1646" y="1"/>
                  </a:moveTo>
                  <a:lnTo>
                    <a:pt x="304" y="15"/>
                  </a:lnTo>
                  <a:cubicBezTo>
                    <a:pt x="1" y="15"/>
                    <a:pt x="1" y="448"/>
                    <a:pt x="304" y="448"/>
                  </a:cubicBezTo>
                  <a:lnTo>
                    <a:pt x="1545" y="448"/>
                  </a:lnTo>
                  <a:lnTo>
                    <a:pt x="2180" y="1098"/>
                  </a:lnTo>
                  <a:cubicBezTo>
                    <a:pt x="2224" y="1141"/>
                    <a:pt x="2282" y="1170"/>
                    <a:pt x="2339" y="1170"/>
                  </a:cubicBezTo>
                  <a:cubicBezTo>
                    <a:pt x="2541" y="1170"/>
                    <a:pt x="2628" y="925"/>
                    <a:pt x="2498" y="795"/>
                  </a:cubicBezTo>
                  <a:lnTo>
                    <a:pt x="1805" y="73"/>
                  </a:lnTo>
                  <a:cubicBezTo>
                    <a:pt x="1762" y="15"/>
                    <a:pt x="1704" y="1"/>
                    <a:pt x="1646" y="1"/>
                  </a:cubicBezTo>
                  <a:close/>
                </a:path>
              </a:pathLst>
            </a:custGeom>
            <a:solidFill>
              <a:srgbClr val="F4F5F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589" name="Google Shape;20589;p47"/>
            <p:cNvSpPr/>
            <p:nvPr/>
          </p:nvSpPr>
          <p:spPr>
            <a:xfrm>
              <a:off x="4860229" y="2668354"/>
              <a:ext cx="68893" cy="30776"/>
            </a:xfrm>
            <a:custGeom>
              <a:rect b="b" l="l" r="r" t="t"/>
              <a:pathLst>
                <a:path extrusionOk="0" h="1174" w="2628">
                  <a:moveTo>
                    <a:pt x="1677" y="1"/>
                  </a:moveTo>
                  <a:cubicBezTo>
                    <a:pt x="1667" y="1"/>
                    <a:pt x="1657" y="2"/>
                    <a:pt x="1646" y="4"/>
                  </a:cubicBezTo>
                  <a:lnTo>
                    <a:pt x="304" y="19"/>
                  </a:lnTo>
                  <a:cubicBezTo>
                    <a:pt x="1" y="19"/>
                    <a:pt x="1" y="466"/>
                    <a:pt x="304" y="466"/>
                  </a:cubicBezTo>
                  <a:lnTo>
                    <a:pt x="1545" y="452"/>
                  </a:lnTo>
                  <a:lnTo>
                    <a:pt x="2180" y="1102"/>
                  </a:lnTo>
                  <a:cubicBezTo>
                    <a:pt x="2224" y="1145"/>
                    <a:pt x="2282" y="1174"/>
                    <a:pt x="2339" y="1174"/>
                  </a:cubicBezTo>
                  <a:lnTo>
                    <a:pt x="2339" y="1159"/>
                  </a:lnTo>
                  <a:cubicBezTo>
                    <a:pt x="2527" y="1159"/>
                    <a:pt x="2628" y="928"/>
                    <a:pt x="2498" y="784"/>
                  </a:cubicBezTo>
                  <a:lnTo>
                    <a:pt x="1805" y="62"/>
                  </a:lnTo>
                  <a:cubicBezTo>
                    <a:pt x="1770" y="27"/>
                    <a:pt x="1724" y="1"/>
                    <a:pt x="1677" y="1"/>
                  </a:cubicBezTo>
                  <a:close/>
                </a:path>
              </a:pathLst>
            </a:custGeom>
            <a:solidFill>
              <a:srgbClr val="F4F5F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590" name="Google Shape;20590;p47"/>
            <p:cNvSpPr/>
            <p:nvPr/>
          </p:nvSpPr>
          <p:spPr>
            <a:xfrm>
              <a:off x="4825049" y="2584440"/>
              <a:ext cx="54894" cy="33712"/>
            </a:xfrm>
            <a:custGeom>
              <a:rect b="b" l="l" r="r" t="t"/>
              <a:pathLst>
                <a:path extrusionOk="0" h="1286" w="2094">
                  <a:moveTo>
                    <a:pt x="1054" y="1"/>
                  </a:moveTo>
                  <a:cubicBezTo>
                    <a:pt x="477" y="1"/>
                    <a:pt x="0" y="477"/>
                    <a:pt x="0" y="1055"/>
                  </a:cubicBezTo>
                  <a:cubicBezTo>
                    <a:pt x="0" y="1184"/>
                    <a:pt x="101" y="1286"/>
                    <a:pt x="231" y="1286"/>
                  </a:cubicBezTo>
                  <a:lnTo>
                    <a:pt x="1877" y="1286"/>
                  </a:lnTo>
                  <a:cubicBezTo>
                    <a:pt x="1992" y="1286"/>
                    <a:pt x="2093" y="1184"/>
                    <a:pt x="2093" y="1069"/>
                  </a:cubicBezTo>
                  <a:lnTo>
                    <a:pt x="2093" y="1055"/>
                  </a:lnTo>
                  <a:cubicBezTo>
                    <a:pt x="2093" y="477"/>
                    <a:pt x="1617" y="1"/>
                    <a:pt x="1054" y="1"/>
                  </a:cubicBezTo>
                  <a:close/>
                </a:path>
              </a:pathLst>
            </a:custGeom>
            <a:solidFill>
              <a:srgbClr val="6B82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591" name="Google Shape;20591;p47"/>
            <p:cNvSpPr/>
            <p:nvPr/>
          </p:nvSpPr>
          <p:spPr>
            <a:xfrm>
              <a:off x="4843216" y="2584440"/>
              <a:ext cx="36727" cy="33712"/>
            </a:xfrm>
            <a:custGeom>
              <a:rect b="b" l="l" r="r" t="t"/>
              <a:pathLst>
                <a:path extrusionOk="0" h="1286" w="1401">
                  <a:moveTo>
                    <a:pt x="361" y="1"/>
                  </a:moveTo>
                  <a:cubicBezTo>
                    <a:pt x="231" y="1"/>
                    <a:pt x="116" y="30"/>
                    <a:pt x="0" y="73"/>
                  </a:cubicBezTo>
                  <a:cubicBezTo>
                    <a:pt x="404" y="217"/>
                    <a:pt x="679" y="607"/>
                    <a:pt x="679" y="1055"/>
                  </a:cubicBezTo>
                  <a:lnTo>
                    <a:pt x="679" y="1069"/>
                  </a:lnTo>
                  <a:cubicBezTo>
                    <a:pt x="679" y="1184"/>
                    <a:pt x="578" y="1286"/>
                    <a:pt x="462" y="1286"/>
                  </a:cubicBezTo>
                  <a:lnTo>
                    <a:pt x="1169" y="1286"/>
                  </a:lnTo>
                  <a:cubicBezTo>
                    <a:pt x="1285" y="1286"/>
                    <a:pt x="1386" y="1184"/>
                    <a:pt x="1400" y="1069"/>
                  </a:cubicBezTo>
                  <a:lnTo>
                    <a:pt x="1400" y="1055"/>
                  </a:lnTo>
                  <a:cubicBezTo>
                    <a:pt x="1386" y="477"/>
                    <a:pt x="924" y="15"/>
                    <a:pt x="361" y="1"/>
                  </a:cubicBezTo>
                  <a:close/>
                </a:path>
              </a:pathLst>
            </a:custGeom>
            <a:solidFill>
              <a:srgbClr val="D3DCE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592" name="Google Shape;20592;p47"/>
            <p:cNvSpPr/>
            <p:nvPr/>
          </p:nvSpPr>
          <p:spPr>
            <a:xfrm>
              <a:off x="4809897" y="2606775"/>
              <a:ext cx="85173" cy="95763"/>
            </a:xfrm>
            <a:custGeom>
              <a:rect b="b" l="l" r="r" t="t"/>
              <a:pathLst>
                <a:path extrusionOk="0" h="3653" w="3249">
                  <a:moveTo>
                    <a:pt x="766" y="0"/>
                  </a:moveTo>
                  <a:cubicBezTo>
                    <a:pt x="362" y="0"/>
                    <a:pt x="44" y="318"/>
                    <a:pt x="44" y="722"/>
                  </a:cubicBezTo>
                  <a:lnTo>
                    <a:pt x="44" y="2007"/>
                  </a:lnTo>
                  <a:cubicBezTo>
                    <a:pt x="1" y="2902"/>
                    <a:pt x="723" y="3653"/>
                    <a:pt x="1632" y="3653"/>
                  </a:cubicBezTo>
                  <a:cubicBezTo>
                    <a:pt x="2527" y="3653"/>
                    <a:pt x="3249" y="2902"/>
                    <a:pt x="3220" y="2007"/>
                  </a:cubicBezTo>
                  <a:lnTo>
                    <a:pt x="3220" y="722"/>
                  </a:lnTo>
                  <a:cubicBezTo>
                    <a:pt x="3220" y="318"/>
                    <a:pt x="2902" y="0"/>
                    <a:pt x="2498" y="0"/>
                  </a:cubicBezTo>
                  <a:close/>
                </a:path>
              </a:pathLst>
            </a:custGeom>
            <a:solidFill>
              <a:srgbClr val="6B82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593" name="Google Shape;20593;p47"/>
            <p:cNvSpPr/>
            <p:nvPr/>
          </p:nvSpPr>
          <p:spPr>
            <a:xfrm>
              <a:off x="4843216" y="2606775"/>
              <a:ext cx="51093" cy="94217"/>
            </a:xfrm>
            <a:custGeom>
              <a:rect b="b" l="l" r="r" t="t"/>
              <a:pathLst>
                <a:path extrusionOk="0" h="3594" w="1949">
                  <a:moveTo>
                    <a:pt x="520" y="0"/>
                  </a:moveTo>
                  <a:cubicBezTo>
                    <a:pt x="924" y="0"/>
                    <a:pt x="1242" y="318"/>
                    <a:pt x="1242" y="722"/>
                  </a:cubicBezTo>
                  <a:lnTo>
                    <a:pt x="1242" y="2007"/>
                  </a:lnTo>
                  <a:cubicBezTo>
                    <a:pt x="1242" y="2743"/>
                    <a:pt x="722" y="3393"/>
                    <a:pt x="0" y="3552"/>
                  </a:cubicBezTo>
                  <a:cubicBezTo>
                    <a:pt x="123" y="3580"/>
                    <a:pt x="245" y="3594"/>
                    <a:pt x="364" y="3594"/>
                  </a:cubicBezTo>
                  <a:cubicBezTo>
                    <a:pt x="1216" y="3594"/>
                    <a:pt x="1949" y="2906"/>
                    <a:pt x="1949" y="2007"/>
                  </a:cubicBezTo>
                  <a:lnTo>
                    <a:pt x="1949" y="722"/>
                  </a:lnTo>
                  <a:cubicBezTo>
                    <a:pt x="1949" y="318"/>
                    <a:pt x="1631" y="0"/>
                    <a:pt x="1227" y="0"/>
                  </a:cubicBezTo>
                  <a:close/>
                </a:path>
              </a:pathLst>
            </a:custGeom>
            <a:solidFill>
              <a:srgbClr val="D3DCE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594" name="Google Shape;20594;p47"/>
            <p:cNvSpPr/>
            <p:nvPr/>
          </p:nvSpPr>
          <p:spPr>
            <a:xfrm>
              <a:off x="4801953" y="2440257"/>
              <a:ext cx="101452" cy="56415"/>
            </a:xfrm>
            <a:custGeom>
              <a:rect b="b" l="l" r="r" t="t"/>
              <a:pathLst>
                <a:path extrusionOk="0" h="2152" w="3870">
                  <a:moveTo>
                    <a:pt x="1935" y="1"/>
                  </a:moveTo>
                  <a:cubicBezTo>
                    <a:pt x="867" y="1"/>
                    <a:pt x="1" y="867"/>
                    <a:pt x="1" y="1935"/>
                  </a:cubicBezTo>
                  <a:cubicBezTo>
                    <a:pt x="1" y="2080"/>
                    <a:pt x="113" y="2152"/>
                    <a:pt x="224" y="2152"/>
                  </a:cubicBezTo>
                  <a:cubicBezTo>
                    <a:pt x="336" y="2152"/>
                    <a:pt x="448" y="2080"/>
                    <a:pt x="448" y="1935"/>
                  </a:cubicBezTo>
                  <a:cubicBezTo>
                    <a:pt x="448" y="1112"/>
                    <a:pt x="1112" y="448"/>
                    <a:pt x="1935" y="448"/>
                  </a:cubicBezTo>
                  <a:cubicBezTo>
                    <a:pt x="2758" y="448"/>
                    <a:pt x="3422" y="1112"/>
                    <a:pt x="3422" y="1935"/>
                  </a:cubicBezTo>
                  <a:cubicBezTo>
                    <a:pt x="3422" y="2051"/>
                    <a:pt x="3523" y="2152"/>
                    <a:pt x="3638" y="2152"/>
                  </a:cubicBezTo>
                  <a:cubicBezTo>
                    <a:pt x="3768" y="2152"/>
                    <a:pt x="3869" y="2051"/>
                    <a:pt x="3855" y="1935"/>
                  </a:cubicBezTo>
                  <a:cubicBezTo>
                    <a:pt x="3855" y="867"/>
                    <a:pt x="3003" y="1"/>
                    <a:pt x="1935" y="1"/>
                  </a:cubicBezTo>
                  <a:close/>
                </a:path>
              </a:pathLst>
            </a:custGeom>
            <a:solidFill>
              <a:srgbClr val="E9EEF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595" name="Google Shape;20595;p47"/>
            <p:cNvSpPr/>
            <p:nvPr/>
          </p:nvSpPr>
          <p:spPr>
            <a:xfrm>
              <a:off x="4824656" y="2459945"/>
              <a:ext cx="56048" cy="34079"/>
            </a:xfrm>
            <a:custGeom>
              <a:rect b="b" l="l" r="r" t="t"/>
              <a:pathLst>
                <a:path extrusionOk="0" h="1300" w="2138">
                  <a:moveTo>
                    <a:pt x="1069" y="1"/>
                  </a:moveTo>
                  <a:cubicBezTo>
                    <a:pt x="477" y="1"/>
                    <a:pt x="1" y="477"/>
                    <a:pt x="1" y="1069"/>
                  </a:cubicBezTo>
                  <a:cubicBezTo>
                    <a:pt x="1" y="1220"/>
                    <a:pt x="113" y="1296"/>
                    <a:pt x="225" y="1296"/>
                  </a:cubicBezTo>
                  <a:cubicBezTo>
                    <a:pt x="336" y="1296"/>
                    <a:pt x="448" y="1220"/>
                    <a:pt x="448" y="1069"/>
                  </a:cubicBezTo>
                  <a:cubicBezTo>
                    <a:pt x="448" y="657"/>
                    <a:pt x="759" y="452"/>
                    <a:pt x="1069" y="452"/>
                  </a:cubicBezTo>
                  <a:cubicBezTo>
                    <a:pt x="1379" y="452"/>
                    <a:pt x="1690" y="657"/>
                    <a:pt x="1690" y="1069"/>
                  </a:cubicBezTo>
                  <a:cubicBezTo>
                    <a:pt x="1690" y="1199"/>
                    <a:pt x="1791" y="1300"/>
                    <a:pt x="1921" y="1300"/>
                  </a:cubicBezTo>
                  <a:cubicBezTo>
                    <a:pt x="2036" y="1285"/>
                    <a:pt x="2137" y="1199"/>
                    <a:pt x="2137" y="1069"/>
                  </a:cubicBezTo>
                  <a:cubicBezTo>
                    <a:pt x="2137" y="477"/>
                    <a:pt x="1661" y="1"/>
                    <a:pt x="1069" y="1"/>
                  </a:cubicBezTo>
                  <a:close/>
                </a:path>
              </a:pathLst>
            </a:custGeom>
            <a:solidFill>
              <a:srgbClr val="E9EEF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596" name="Google Shape;20596;p47"/>
            <p:cNvSpPr/>
            <p:nvPr/>
          </p:nvSpPr>
          <p:spPr>
            <a:xfrm>
              <a:off x="4653996" y="2737326"/>
              <a:ext cx="396607" cy="51486"/>
            </a:xfrm>
            <a:custGeom>
              <a:rect b="b" l="l" r="r" t="t"/>
              <a:pathLst>
                <a:path extrusionOk="0" h="1964" w="15129">
                  <a:moveTo>
                    <a:pt x="217" y="1"/>
                  </a:moveTo>
                  <a:cubicBezTo>
                    <a:pt x="101" y="1"/>
                    <a:pt x="0" y="102"/>
                    <a:pt x="0" y="217"/>
                  </a:cubicBezTo>
                  <a:lnTo>
                    <a:pt x="0" y="708"/>
                  </a:lnTo>
                  <a:cubicBezTo>
                    <a:pt x="0" y="1401"/>
                    <a:pt x="563" y="1964"/>
                    <a:pt x="1271" y="1964"/>
                  </a:cubicBezTo>
                  <a:lnTo>
                    <a:pt x="13858" y="1964"/>
                  </a:lnTo>
                  <a:cubicBezTo>
                    <a:pt x="14551" y="1964"/>
                    <a:pt x="15114" y="1401"/>
                    <a:pt x="15114" y="708"/>
                  </a:cubicBezTo>
                  <a:lnTo>
                    <a:pt x="15114" y="217"/>
                  </a:lnTo>
                  <a:cubicBezTo>
                    <a:pt x="15129" y="102"/>
                    <a:pt x="15028" y="15"/>
                    <a:pt x="14927" y="1"/>
                  </a:cubicBezTo>
                  <a:lnTo>
                    <a:pt x="9326" y="1"/>
                  </a:lnTo>
                  <a:cubicBezTo>
                    <a:pt x="9282" y="1"/>
                    <a:pt x="9239" y="15"/>
                    <a:pt x="9196" y="44"/>
                  </a:cubicBezTo>
                  <a:lnTo>
                    <a:pt x="8950" y="217"/>
                  </a:lnTo>
                  <a:lnTo>
                    <a:pt x="6208" y="217"/>
                  </a:lnTo>
                  <a:lnTo>
                    <a:pt x="5977" y="44"/>
                  </a:lnTo>
                  <a:cubicBezTo>
                    <a:pt x="5933" y="15"/>
                    <a:pt x="5890" y="1"/>
                    <a:pt x="5847" y="1"/>
                  </a:cubicBezTo>
                  <a:close/>
                </a:path>
              </a:pathLst>
            </a:custGeom>
            <a:solidFill>
              <a:srgbClr val="A2B0B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597" name="Google Shape;20597;p47"/>
            <p:cNvSpPr/>
            <p:nvPr/>
          </p:nvSpPr>
          <p:spPr>
            <a:xfrm>
              <a:off x="4998749" y="2737326"/>
              <a:ext cx="51853" cy="51486"/>
            </a:xfrm>
            <a:custGeom>
              <a:rect b="b" l="l" r="r" t="t"/>
              <a:pathLst>
                <a:path extrusionOk="0" h="1964" w="1978">
                  <a:moveTo>
                    <a:pt x="1054" y="1"/>
                  </a:moveTo>
                  <a:cubicBezTo>
                    <a:pt x="1169" y="1"/>
                    <a:pt x="1270" y="102"/>
                    <a:pt x="1270" y="217"/>
                  </a:cubicBezTo>
                  <a:lnTo>
                    <a:pt x="1270" y="708"/>
                  </a:lnTo>
                  <a:cubicBezTo>
                    <a:pt x="1270" y="1401"/>
                    <a:pt x="707" y="1964"/>
                    <a:pt x="0" y="1964"/>
                  </a:cubicBezTo>
                  <a:lnTo>
                    <a:pt x="722" y="1964"/>
                  </a:lnTo>
                  <a:cubicBezTo>
                    <a:pt x="1415" y="1964"/>
                    <a:pt x="1978" y="1401"/>
                    <a:pt x="1978" y="708"/>
                  </a:cubicBezTo>
                  <a:lnTo>
                    <a:pt x="1978" y="217"/>
                  </a:lnTo>
                  <a:cubicBezTo>
                    <a:pt x="1978" y="102"/>
                    <a:pt x="1891" y="1"/>
                    <a:pt x="1776" y="1"/>
                  </a:cubicBezTo>
                  <a:close/>
                </a:path>
              </a:pathLst>
            </a:custGeom>
            <a:solidFill>
              <a:srgbClr val="8C9EA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20598" name="Google Shape;20598;p47"/>
          <p:cNvGrpSpPr/>
          <p:nvPr/>
        </p:nvGrpSpPr>
        <p:grpSpPr>
          <a:xfrm>
            <a:off x="1854391" y="2895140"/>
            <a:ext cx="301630" cy="374271"/>
            <a:chOff x="1854391" y="2895140"/>
            <a:chExt cx="301630" cy="374271"/>
          </a:xfrm>
        </p:grpSpPr>
        <p:sp>
          <p:nvSpPr>
            <p:cNvPr id="20599" name="Google Shape;20599;p47"/>
            <p:cNvSpPr/>
            <p:nvPr/>
          </p:nvSpPr>
          <p:spPr>
            <a:xfrm>
              <a:off x="1968689" y="2943559"/>
              <a:ext cx="72668" cy="60216"/>
            </a:xfrm>
            <a:custGeom>
              <a:rect b="b" l="l" r="r" t="t"/>
              <a:pathLst>
                <a:path extrusionOk="0" h="2297" w="2772">
                  <a:moveTo>
                    <a:pt x="924" y="1"/>
                  </a:moveTo>
                  <a:lnTo>
                    <a:pt x="924" y="463"/>
                  </a:lnTo>
                  <a:cubicBezTo>
                    <a:pt x="924" y="549"/>
                    <a:pt x="881" y="622"/>
                    <a:pt x="794" y="665"/>
                  </a:cubicBezTo>
                  <a:lnTo>
                    <a:pt x="260" y="939"/>
                  </a:lnTo>
                  <a:cubicBezTo>
                    <a:pt x="101" y="1011"/>
                    <a:pt x="0" y="1170"/>
                    <a:pt x="0" y="1343"/>
                  </a:cubicBezTo>
                  <a:lnTo>
                    <a:pt x="0" y="2296"/>
                  </a:lnTo>
                  <a:lnTo>
                    <a:pt x="2772" y="2296"/>
                  </a:lnTo>
                  <a:lnTo>
                    <a:pt x="2772" y="1343"/>
                  </a:lnTo>
                  <a:cubicBezTo>
                    <a:pt x="2772" y="1170"/>
                    <a:pt x="2671" y="1011"/>
                    <a:pt x="2512" y="939"/>
                  </a:cubicBezTo>
                  <a:lnTo>
                    <a:pt x="1978" y="665"/>
                  </a:lnTo>
                  <a:cubicBezTo>
                    <a:pt x="1891" y="622"/>
                    <a:pt x="1848" y="549"/>
                    <a:pt x="1848" y="463"/>
                  </a:cubicBezTo>
                  <a:lnTo>
                    <a:pt x="1848" y="1"/>
                  </a:lnTo>
                  <a:close/>
                </a:path>
              </a:pathLst>
            </a:custGeom>
            <a:solidFill>
              <a:srgbClr val="AABBC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600" name="Google Shape;20600;p47"/>
            <p:cNvSpPr/>
            <p:nvPr/>
          </p:nvSpPr>
          <p:spPr>
            <a:xfrm>
              <a:off x="1991758" y="2943559"/>
              <a:ext cx="26530" cy="18115"/>
            </a:xfrm>
            <a:custGeom>
              <a:rect b="b" l="l" r="r" t="t"/>
              <a:pathLst>
                <a:path extrusionOk="0" h="691" w="1012">
                  <a:moveTo>
                    <a:pt x="44" y="1"/>
                  </a:moveTo>
                  <a:lnTo>
                    <a:pt x="44" y="463"/>
                  </a:lnTo>
                  <a:cubicBezTo>
                    <a:pt x="44" y="506"/>
                    <a:pt x="30" y="549"/>
                    <a:pt x="1" y="593"/>
                  </a:cubicBezTo>
                  <a:cubicBezTo>
                    <a:pt x="167" y="658"/>
                    <a:pt x="340" y="690"/>
                    <a:pt x="512" y="690"/>
                  </a:cubicBezTo>
                  <a:cubicBezTo>
                    <a:pt x="683" y="690"/>
                    <a:pt x="853" y="658"/>
                    <a:pt x="1011" y="593"/>
                  </a:cubicBezTo>
                  <a:cubicBezTo>
                    <a:pt x="983" y="549"/>
                    <a:pt x="968" y="506"/>
                    <a:pt x="968" y="463"/>
                  </a:cubicBezTo>
                  <a:lnTo>
                    <a:pt x="968" y="1"/>
                  </a:lnTo>
                  <a:close/>
                </a:path>
              </a:pathLst>
            </a:custGeom>
            <a:solidFill>
              <a:srgbClr val="94A5B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601" name="Google Shape;20601;p47"/>
            <p:cNvSpPr/>
            <p:nvPr/>
          </p:nvSpPr>
          <p:spPr>
            <a:xfrm>
              <a:off x="1969056" y="2962486"/>
              <a:ext cx="72301" cy="41289"/>
            </a:xfrm>
            <a:custGeom>
              <a:rect b="b" l="l" r="r" t="t"/>
              <a:pathLst>
                <a:path extrusionOk="0" h="1575" w="2758">
                  <a:moveTo>
                    <a:pt x="665" y="1"/>
                  </a:moveTo>
                  <a:lnTo>
                    <a:pt x="246" y="217"/>
                  </a:lnTo>
                  <a:cubicBezTo>
                    <a:pt x="102" y="289"/>
                    <a:pt x="1" y="448"/>
                    <a:pt x="1" y="621"/>
                  </a:cubicBezTo>
                  <a:lnTo>
                    <a:pt x="1" y="1574"/>
                  </a:lnTo>
                  <a:lnTo>
                    <a:pt x="2758" y="1574"/>
                  </a:lnTo>
                  <a:lnTo>
                    <a:pt x="2758" y="621"/>
                  </a:lnTo>
                  <a:cubicBezTo>
                    <a:pt x="2758" y="448"/>
                    <a:pt x="2657" y="289"/>
                    <a:pt x="2498" y="217"/>
                  </a:cubicBezTo>
                  <a:lnTo>
                    <a:pt x="2079" y="1"/>
                  </a:lnTo>
                  <a:cubicBezTo>
                    <a:pt x="1899" y="232"/>
                    <a:pt x="1636" y="347"/>
                    <a:pt x="1372" y="347"/>
                  </a:cubicBezTo>
                  <a:cubicBezTo>
                    <a:pt x="1109" y="347"/>
                    <a:pt x="845" y="232"/>
                    <a:pt x="665" y="1"/>
                  </a:cubicBezTo>
                  <a:close/>
                </a:path>
              </a:pathLst>
            </a:custGeom>
            <a:solidFill>
              <a:srgbClr val="91A8B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602" name="Google Shape;20602;p47"/>
            <p:cNvSpPr/>
            <p:nvPr/>
          </p:nvSpPr>
          <p:spPr>
            <a:xfrm>
              <a:off x="1969056" y="2973470"/>
              <a:ext cx="18193" cy="30672"/>
            </a:xfrm>
            <a:custGeom>
              <a:rect b="b" l="l" r="r" t="t"/>
              <a:pathLst>
                <a:path extrusionOk="0" h="1170" w="694">
                  <a:moveTo>
                    <a:pt x="59" y="0"/>
                  </a:moveTo>
                  <a:cubicBezTo>
                    <a:pt x="15" y="58"/>
                    <a:pt x="1" y="130"/>
                    <a:pt x="1" y="217"/>
                  </a:cubicBezTo>
                  <a:lnTo>
                    <a:pt x="1" y="1170"/>
                  </a:lnTo>
                  <a:lnTo>
                    <a:pt x="694" y="1170"/>
                  </a:lnTo>
                  <a:lnTo>
                    <a:pt x="679" y="693"/>
                  </a:lnTo>
                  <a:cubicBezTo>
                    <a:pt x="679" y="549"/>
                    <a:pt x="621" y="419"/>
                    <a:pt x="506" y="332"/>
                  </a:cubicBezTo>
                  <a:lnTo>
                    <a:pt x="59" y="0"/>
                  </a:lnTo>
                  <a:close/>
                </a:path>
              </a:pathLst>
            </a:custGeom>
            <a:solidFill>
              <a:srgbClr val="667A8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603" name="Google Shape;20603;p47"/>
            <p:cNvSpPr/>
            <p:nvPr/>
          </p:nvSpPr>
          <p:spPr>
            <a:xfrm>
              <a:off x="2023190" y="2973470"/>
              <a:ext cx="18167" cy="30672"/>
            </a:xfrm>
            <a:custGeom>
              <a:rect b="b" l="l" r="r" t="t"/>
              <a:pathLst>
                <a:path extrusionOk="0" h="1170" w="693">
                  <a:moveTo>
                    <a:pt x="635" y="0"/>
                  </a:moveTo>
                  <a:lnTo>
                    <a:pt x="188" y="332"/>
                  </a:lnTo>
                  <a:cubicBezTo>
                    <a:pt x="72" y="419"/>
                    <a:pt x="0" y="549"/>
                    <a:pt x="0" y="693"/>
                  </a:cubicBezTo>
                  <a:lnTo>
                    <a:pt x="0" y="1170"/>
                  </a:lnTo>
                  <a:lnTo>
                    <a:pt x="693" y="1170"/>
                  </a:lnTo>
                  <a:lnTo>
                    <a:pt x="693" y="217"/>
                  </a:lnTo>
                  <a:cubicBezTo>
                    <a:pt x="693" y="130"/>
                    <a:pt x="664" y="58"/>
                    <a:pt x="635" y="0"/>
                  </a:cubicBezTo>
                  <a:close/>
                </a:path>
              </a:pathLst>
            </a:custGeom>
            <a:solidFill>
              <a:srgbClr val="667A8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604" name="Google Shape;20604;p47"/>
            <p:cNvSpPr/>
            <p:nvPr/>
          </p:nvSpPr>
          <p:spPr>
            <a:xfrm>
              <a:off x="1980800" y="2895140"/>
              <a:ext cx="48472" cy="54501"/>
            </a:xfrm>
            <a:custGeom>
              <a:rect b="b" l="l" r="r" t="t"/>
              <a:pathLst>
                <a:path extrusionOk="0" h="2079" w="1849">
                  <a:moveTo>
                    <a:pt x="693" y="0"/>
                  </a:moveTo>
                  <a:cubicBezTo>
                    <a:pt x="318" y="0"/>
                    <a:pt x="0" y="318"/>
                    <a:pt x="0" y="693"/>
                  </a:cubicBezTo>
                  <a:lnTo>
                    <a:pt x="0" y="1155"/>
                  </a:lnTo>
                  <a:cubicBezTo>
                    <a:pt x="0" y="1660"/>
                    <a:pt x="419" y="2079"/>
                    <a:pt x="924" y="2079"/>
                  </a:cubicBezTo>
                  <a:cubicBezTo>
                    <a:pt x="1429" y="2079"/>
                    <a:pt x="1848" y="1660"/>
                    <a:pt x="1848" y="1155"/>
                  </a:cubicBezTo>
                  <a:lnTo>
                    <a:pt x="1848" y="693"/>
                  </a:lnTo>
                  <a:cubicBezTo>
                    <a:pt x="1848" y="318"/>
                    <a:pt x="1530" y="0"/>
                    <a:pt x="1155" y="0"/>
                  </a:cubicBezTo>
                  <a:close/>
                </a:path>
              </a:pathLst>
            </a:custGeom>
            <a:solidFill>
              <a:srgbClr val="BCC9D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605" name="Google Shape;20605;p47"/>
            <p:cNvSpPr/>
            <p:nvPr/>
          </p:nvSpPr>
          <p:spPr>
            <a:xfrm>
              <a:off x="1980879" y="2895507"/>
              <a:ext cx="33241" cy="54029"/>
            </a:xfrm>
            <a:custGeom>
              <a:rect b="b" l="l" r="r" t="t"/>
              <a:pathLst>
                <a:path extrusionOk="0" h="2061" w="1268">
                  <a:moveTo>
                    <a:pt x="690" y="1"/>
                  </a:moveTo>
                  <a:cubicBezTo>
                    <a:pt x="315" y="1"/>
                    <a:pt x="12" y="304"/>
                    <a:pt x="12" y="679"/>
                  </a:cubicBezTo>
                  <a:lnTo>
                    <a:pt x="12" y="1141"/>
                  </a:lnTo>
                  <a:cubicBezTo>
                    <a:pt x="0" y="1667"/>
                    <a:pt x="434" y="2061"/>
                    <a:pt x="921" y="2061"/>
                  </a:cubicBezTo>
                  <a:cubicBezTo>
                    <a:pt x="1035" y="2061"/>
                    <a:pt x="1152" y="2039"/>
                    <a:pt x="1268" y="1993"/>
                  </a:cubicBezTo>
                  <a:cubicBezTo>
                    <a:pt x="921" y="1848"/>
                    <a:pt x="690" y="1516"/>
                    <a:pt x="690" y="1141"/>
                  </a:cubicBezTo>
                  <a:lnTo>
                    <a:pt x="690" y="679"/>
                  </a:lnTo>
                  <a:cubicBezTo>
                    <a:pt x="690" y="347"/>
                    <a:pt x="936" y="58"/>
                    <a:pt x="1268" y="1"/>
                  </a:cubicBezTo>
                  <a:close/>
                </a:path>
              </a:pathLst>
            </a:custGeom>
            <a:solidFill>
              <a:srgbClr val="AABBC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606" name="Google Shape;20606;p47"/>
            <p:cNvSpPr/>
            <p:nvPr/>
          </p:nvSpPr>
          <p:spPr>
            <a:xfrm>
              <a:off x="1981167" y="2895507"/>
              <a:ext cx="48105" cy="23908"/>
            </a:xfrm>
            <a:custGeom>
              <a:rect b="b" l="l" r="r" t="t"/>
              <a:pathLst>
                <a:path extrusionOk="0" h="912" w="1835">
                  <a:moveTo>
                    <a:pt x="679" y="1"/>
                  </a:moveTo>
                  <a:cubicBezTo>
                    <a:pt x="304" y="1"/>
                    <a:pt x="1" y="304"/>
                    <a:pt x="1" y="679"/>
                  </a:cubicBezTo>
                  <a:cubicBezTo>
                    <a:pt x="544" y="838"/>
                    <a:pt x="1111" y="912"/>
                    <a:pt x="1680" y="912"/>
                  </a:cubicBezTo>
                  <a:cubicBezTo>
                    <a:pt x="1731" y="912"/>
                    <a:pt x="1783" y="911"/>
                    <a:pt x="1834" y="910"/>
                  </a:cubicBezTo>
                  <a:lnTo>
                    <a:pt x="1834" y="679"/>
                  </a:lnTo>
                  <a:cubicBezTo>
                    <a:pt x="1834" y="304"/>
                    <a:pt x="1516" y="1"/>
                    <a:pt x="1141" y="1"/>
                  </a:cubicBezTo>
                  <a:close/>
                </a:path>
              </a:pathLst>
            </a:custGeom>
            <a:solidFill>
              <a:srgbClr val="5C728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607" name="Google Shape;20607;p47"/>
            <p:cNvSpPr/>
            <p:nvPr/>
          </p:nvSpPr>
          <p:spPr>
            <a:xfrm>
              <a:off x="1981167" y="2895507"/>
              <a:ext cx="32952" cy="21968"/>
            </a:xfrm>
            <a:custGeom>
              <a:rect b="b" l="l" r="r" t="t"/>
              <a:pathLst>
                <a:path extrusionOk="0" h="838" w="1257">
                  <a:moveTo>
                    <a:pt x="679" y="1"/>
                  </a:moveTo>
                  <a:cubicBezTo>
                    <a:pt x="304" y="1"/>
                    <a:pt x="1" y="304"/>
                    <a:pt x="1" y="679"/>
                  </a:cubicBezTo>
                  <a:cubicBezTo>
                    <a:pt x="217" y="751"/>
                    <a:pt x="448" y="795"/>
                    <a:pt x="679" y="838"/>
                  </a:cubicBezTo>
                  <a:lnTo>
                    <a:pt x="679" y="679"/>
                  </a:lnTo>
                  <a:cubicBezTo>
                    <a:pt x="679" y="347"/>
                    <a:pt x="925" y="58"/>
                    <a:pt x="1257" y="1"/>
                  </a:cubicBezTo>
                  <a:close/>
                </a:path>
              </a:pathLst>
            </a:custGeom>
            <a:solidFill>
              <a:srgbClr val="667A8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608" name="Google Shape;20608;p47"/>
            <p:cNvSpPr/>
            <p:nvPr/>
          </p:nvSpPr>
          <p:spPr>
            <a:xfrm>
              <a:off x="1963000" y="3015860"/>
              <a:ext cx="84412" cy="144576"/>
            </a:xfrm>
            <a:custGeom>
              <a:rect b="b" l="l" r="r" t="t"/>
              <a:pathLst>
                <a:path extrusionOk="0" h="5515" w="3220">
                  <a:moveTo>
                    <a:pt x="1" y="0"/>
                  </a:moveTo>
                  <a:lnTo>
                    <a:pt x="1" y="5514"/>
                  </a:lnTo>
                  <a:lnTo>
                    <a:pt x="3220" y="5514"/>
                  </a:lnTo>
                  <a:lnTo>
                    <a:pt x="3220" y="0"/>
                  </a:lnTo>
                  <a:close/>
                </a:path>
              </a:pathLst>
            </a:custGeom>
            <a:solidFill>
              <a:srgbClr val="AABBC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609" name="Google Shape;20609;p47"/>
            <p:cNvSpPr/>
            <p:nvPr/>
          </p:nvSpPr>
          <p:spPr>
            <a:xfrm>
              <a:off x="1963000" y="3100246"/>
              <a:ext cx="84412" cy="60190"/>
            </a:xfrm>
            <a:custGeom>
              <a:rect b="b" l="l" r="r" t="t"/>
              <a:pathLst>
                <a:path extrusionOk="0" h="2296" w="3220">
                  <a:moveTo>
                    <a:pt x="1" y="0"/>
                  </a:moveTo>
                  <a:lnTo>
                    <a:pt x="1" y="2295"/>
                  </a:lnTo>
                  <a:lnTo>
                    <a:pt x="3220" y="2295"/>
                  </a:lnTo>
                  <a:lnTo>
                    <a:pt x="3220" y="0"/>
                  </a:lnTo>
                  <a:close/>
                </a:path>
              </a:pathLst>
            </a:custGeom>
            <a:solidFill>
              <a:srgbClr val="94A5B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610" name="Google Shape;20610;p47"/>
            <p:cNvSpPr/>
            <p:nvPr/>
          </p:nvSpPr>
          <p:spPr>
            <a:xfrm>
              <a:off x="2034908" y="3082079"/>
              <a:ext cx="48472" cy="72668"/>
            </a:xfrm>
            <a:custGeom>
              <a:rect b="b" l="l" r="r" t="t"/>
              <a:pathLst>
                <a:path extrusionOk="0" h="2772" w="1849">
                  <a:moveTo>
                    <a:pt x="693" y="0"/>
                  </a:moveTo>
                  <a:cubicBezTo>
                    <a:pt x="318" y="0"/>
                    <a:pt x="1" y="318"/>
                    <a:pt x="15" y="693"/>
                  </a:cubicBezTo>
                  <a:lnTo>
                    <a:pt x="15" y="1458"/>
                  </a:lnTo>
                  <a:cubicBezTo>
                    <a:pt x="29" y="1675"/>
                    <a:pt x="102" y="1906"/>
                    <a:pt x="246" y="2079"/>
                  </a:cubicBezTo>
                  <a:cubicBezTo>
                    <a:pt x="390" y="2252"/>
                    <a:pt x="477" y="2469"/>
                    <a:pt x="477" y="2700"/>
                  </a:cubicBezTo>
                  <a:lnTo>
                    <a:pt x="477" y="2772"/>
                  </a:lnTo>
                  <a:lnTo>
                    <a:pt x="1401" y="2772"/>
                  </a:lnTo>
                  <a:lnTo>
                    <a:pt x="1401" y="2628"/>
                  </a:lnTo>
                  <a:cubicBezTo>
                    <a:pt x="1401" y="2440"/>
                    <a:pt x="1459" y="2252"/>
                    <a:pt x="1574" y="2122"/>
                  </a:cubicBezTo>
                  <a:lnTo>
                    <a:pt x="1661" y="2021"/>
                  </a:lnTo>
                  <a:cubicBezTo>
                    <a:pt x="1776" y="1862"/>
                    <a:pt x="1834" y="1689"/>
                    <a:pt x="1848" y="1516"/>
                  </a:cubicBezTo>
                  <a:lnTo>
                    <a:pt x="1848" y="693"/>
                  </a:lnTo>
                  <a:cubicBezTo>
                    <a:pt x="1848" y="303"/>
                    <a:pt x="1531" y="0"/>
                    <a:pt x="1155" y="0"/>
                  </a:cubicBezTo>
                  <a:close/>
                </a:path>
              </a:pathLst>
            </a:custGeom>
            <a:solidFill>
              <a:srgbClr val="BCC9D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611" name="Google Shape;20611;p47"/>
            <p:cNvSpPr/>
            <p:nvPr/>
          </p:nvSpPr>
          <p:spPr>
            <a:xfrm>
              <a:off x="2035275" y="3082446"/>
              <a:ext cx="26897" cy="72301"/>
            </a:xfrm>
            <a:custGeom>
              <a:rect b="b" l="l" r="r" t="t"/>
              <a:pathLst>
                <a:path extrusionOk="0" h="2758" w="1026">
                  <a:moveTo>
                    <a:pt x="694" y="1"/>
                  </a:moveTo>
                  <a:cubicBezTo>
                    <a:pt x="304" y="1"/>
                    <a:pt x="1" y="304"/>
                    <a:pt x="1" y="694"/>
                  </a:cubicBezTo>
                  <a:lnTo>
                    <a:pt x="1" y="1444"/>
                  </a:lnTo>
                  <a:cubicBezTo>
                    <a:pt x="15" y="1675"/>
                    <a:pt x="88" y="1892"/>
                    <a:pt x="232" y="2065"/>
                  </a:cubicBezTo>
                  <a:cubicBezTo>
                    <a:pt x="376" y="2238"/>
                    <a:pt x="463" y="2455"/>
                    <a:pt x="463" y="2686"/>
                  </a:cubicBezTo>
                  <a:lnTo>
                    <a:pt x="463" y="2758"/>
                  </a:lnTo>
                  <a:lnTo>
                    <a:pt x="925" y="2758"/>
                  </a:lnTo>
                  <a:lnTo>
                    <a:pt x="925" y="2686"/>
                  </a:lnTo>
                  <a:cubicBezTo>
                    <a:pt x="925" y="2469"/>
                    <a:pt x="882" y="2267"/>
                    <a:pt x="809" y="2065"/>
                  </a:cubicBezTo>
                  <a:cubicBezTo>
                    <a:pt x="723" y="1863"/>
                    <a:pt x="694" y="1661"/>
                    <a:pt x="694" y="1444"/>
                  </a:cubicBezTo>
                  <a:lnTo>
                    <a:pt x="694" y="694"/>
                  </a:lnTo>
                  <a:cubicBezTo>
                    <a:pt x="694" y="304"/>
                    <a:pt x="838" y="1"/>
                    <a:pt x="1026" y="1"/>
                  </a:cubicBezTo>
                  <a:close/>
                </a:path>
              </a:pathLst>
            </a:custGeom>
            <a:solidFill>
              <a:srgbClr val="AABBC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612" name="Google Shape;20612;p47"/>
            <p:cNvSpPr/>
            <p:nvPr/>
          </p:nvSpPr>
          <p:spPr>
            <a:xfrm>
              <a:off x="2035275" y="3082446"/>
              <a:ext cx="48105" cy="54134"/>
            </a:xfrm>
            <a:custGeom>
              <a:rect b="b" l="l" r="r" t="t"/>
              <a:pathLst>
                <a:path extrusionOk="0" h="2065" w="1835">
                  <a:moveTo>
                    <a:pt x="694" y="1"/>
                  </a:moveTo>
                  <a:cubicBezTo>
                    <a:pt x="304" y="1"/>
                    <a:pt x="1" y="304"/>
                    <a:pt x="1" y="679"/>
                  </a:cubicBezTo>
                  <a:lnTo>
                    <a:pt x="1" y="1141"/>
                  </a:lnTo>
                  <a:cubicBezTo>
                    <a:pt x="1" y="1646"/>
                    <a:pt x="405" y="2065"/>
                    <a:pt x="925" y="2065"/>
                  </a:cubicBezTo>
                  <a:cubicBezTo>
                    <a:pt x="1430" y="2065"/>
                    <a:pt x="1834" y="1646"/>
                    <a:pt x="1834" y="1141"/>
                  </a:cubicBezTo>
                  <a:lnTo>
                    <a:pt x="1834" y="679"/>
                  </a:lnTo>
                  <a:cubicBezTo>
                    <a:pt x="1834" y="304"/>
                    <a:pt x="1531" y="1"/>
                    <a:pt x="1141" y="1"/>
                  </a:cubicBezTo>
                  <a:close/>
                </a:path>
              </a:pathLst>
            </a:custGeom>
            <a:solidFill>
              <a:srgbClr val="5C728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613" name="Google Shape;20613;p47"/>
            <p:cNvSpPr/>
            <p:nvPr/>
          </p:nvSpPr>
          <p:spPr>
            <a:xfrm>
              <a:off x="2035275" y="3082079"/>
              <a:ext cx="26897" cy="54134"/>
            </a:xfrm>
            <a:custGeom>
              <a:rect b="b" l="l" r="r" t="t"/>
              <a:pathLst>
                <a:path extrusionOk="0" h="2065" w="1026">
                  <a:moveTo>
                    <a:pt x="694" y="0"/>
                  </a:moveTo>
                  <a:cubicBezTo>
                    <a:pt x="304" y="0"/>
                    <a:pt x="1" y="318"/>
                    <a:pt x="1" y="693"/>
                  </a:cubicBezTo>
                  <a:lnTo>
                    <a:pt x="1" y="1155"/>
                  </a:lnTo>
                  <a:cubicBezTo>
                    <a:pt x="1" y="1617"/>
                    <a:pt x="347" y="2007"/>
                    <a:pt x="795" y="2065"/>
                  </a:cubicBezTo>
                  <a:cubicBezTo>
                    <a:pt x="723" y="1862"/>
                    <a:pt x="694" y="1660"/>
                    <a:pt x="694" y="1458"/>
                  </a:cubicBezTo>
                  <a:lnTo>
                    <a:pt x="694" y="693"/>
                  </a:lnTo>
                  <a:cubicBezTo>
                    <a:pt x="694" y="318"/>
                    <a:pt x="838" y="0"/>
                    <a:pt x="1026" y="0"/>
                  </a:cubicBezTo>
                  <a:close/>
                </a:path>
              </a:pathLst>
            </a:custGeom>
            <a:solidFill>
              <a:srgbClr val="667A8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614" name="Google Shape;20614;p47"/>
            <p:cNvSpPr/>
            <p:nvPr/>
          </p:nvSpPr>
          <p:spPr>
            <a:xfrm>
              <a:off x="2017134" y="3148665"/>
              <a:ext cx="84412" cy="96524"/>
            </a:xfrm>
            <a:custGeom>
              <a:rect b="b" l="l" r="r" t="t"/>
              <a:pathLst>
                <a:path extrusionOk="0" h="3682" w="3220">
                  <a:moveTo>
                    <a:pt x="1371" y="1"/>
                  </a:moveTo>
                  <a:cubicBezTo>
                    <a:pt x="1227" y="1"/>
                    <a:pt x="1083" y="30"/>
                    <a:pt x="938" y="88"/>
                  </a:cubicBezTo>
                  <a:lnTo>
                    <a:pt x="433" y="290"/>
                  </a:lnTo>
                  <a:cubicBezTo>
                    <a:pt x="173" y="391"/>
                    <a:pt x="0" y="636"/>
                    <a:pt x="0" y="925"/>
                  </a:cubicBezTo>
                  <a:lnTo>
                    <a:pt x="0" y="3451"/>
                  </a:lnTo>
                  <a:cubicBezTo>
                    <a:pt x="0" y="3581"/>
                    <a:pt x="101" y="3682"/>
                    <a:pt x="231" y="3682"/>
                  </a:cubicBezTo>
                  <a:lnTo>
                    <a:pt x="2988" y="3682"/>
                  </a:lnTo>
                  <a:cubicBezTo>
                    <a:pt x="3118" y="3682"/>
                    <a:pt x="3219" y="3581"/>
                    <a:pt x="3219" y="3451"/>
                  </a:cubicBezTo>
                  <a:lnTo>
                    <a:pt x="3219" y="925"/>
                  </a:lnTo>
                  <a:cubicBezTo>
                    <a:pt x="3219" y="636"/>
                    <a:pt x="3046" y="391"/>
                    <a:pt x="2786" y="275"/>
                  </a:cubicBezTo>
                  <a:lnTo>
                    <a:pt x="2281" y="88"/>
                  </a:lnTo>
                  <a:cubicBezTo>
                    <a:pt x="2137" y="30"/>
                    <a:pt x="1992" y="1"/>
                    <a:pt x="1848" y="1"/>
                  </a:cubicBezTo>
                  <a:close/>
                </a:path>
              </a:pathLst>
            </a:custGeom>
            <a:solidFill>
              <a:srgbClr val="BCC9D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615" name="Google Shape;20615;p47"/>
            <p:cNvSpPr/>
            <p:nvPr/>
          </p:nvSpPr>
          <p:spPr>
            <a:xfrm>
              <a:off x="2017134" y="3162297"/>
              <a:ext cx="18167" cy="82892"/>
            </a:xfrm>
            <a:custGeom>
              <a:rect b="b" l="l" r="r" t="t"/>
              <a:pathLst>
                <a:path extrusionOk="0" h="3162" w="693">
                  <a:moveTo>
                    <a:pt x="144" y="1"/>
                  </a:moveTo>
                  <a:cubicBezTo>
                    <a:pt x="43" y="116"/>
                    <a:pt x="0" y="260"/>
                    <a:pt x="0" y="419"/>
                  </a:cubicBezTo>
                  <a:lnTo>
                    <a:pt x="0" y="2945"/>
                  </a:lnTo>
                  <a:cubicBezTo>
                    <a:pt x="0" y="3061"/>
                    <a:pt x="101" y="3162"/>
                    <a:pt x="231" y="3162"/>
                  </a:cubicBezTo>
                  <a:lnTo>
                    <a:pt x="693" y="3147"/>
                  </a:lnTo>
                  <a:lnTo>
                    <a:pt x="693" y="650"/>
                  </a:lnTo>
                  <a:cubicBezTo>
                    <a:pt x="693" y="506"/>
                    <a:pt x="621" y="361"/>
                    <a:pt x="505" y="289"/>
                  </a:cubicBezTo>
                  <a:lnTo>
                    <a:pt x="144" y="1"/>
                  </a:lnTo>
                  <a:close/>
                </a:path>
              </a:pathLst>
            </a:custGeom>
            <a:solidFill>
              <a:srgbClr val="72889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616" name="Google Shape;20616;p47"/>
            <p:cNvSpPr/>
            <p:nvPr/>
          </p:nvSpPr>
          <p:spPr>
            <a:xfrm>
              <a:off x="2083353" y="3162297"/>
              <a:ext cx="18193" cy="82892"/>
            </a:xfrm>
            <a:custGeom>
              <a:rect b="b" l="l" r="r" t="t"/>
              <a:pathLst>
                <a:path extrusionOk="0" h="3162" w="694">
                  <a:moveTo>
                    <a:pt x="549" y="1"/>
                  </a:moveTo>
                  <a:lnTo>
                    <a:pt x="188" y="289"/>
                  </a:lnTo>
                  <a:cubicBezTo>
                    <a:pt x="72" y="361"/>
                    <a:pt x="0" y="506"/>
                    <a:pt x="0" y="650"/>
                  </a:cubicBezTo>
                  <a:lnTo>
                    <a:pt x="0" y="3147"/>
                  </a:lnTo>
                  <a:lnTo>
                    <a:pt x="462" y="3162"/>
                  </a:lnTo>
                  <a:cubicBezTo>
                    <a:pt x="592" y="3162"/>
                    <a:pt x="693" y="3061"/>
                    <a:pt x="693" y="2945"/>
                  </a:cubicBezTo>
                  <a:lnTo>
                    <a:pt x="693" y="419"/>
                  </a:lnTo>
                  <a:cubicBezTo>
                    <a:pt x="693" y="260"/>
                    <a:pt x="650" y="116"/>
                    <a:pt x="549" y="1"/>
                  </a:cubicBezTo>
                  <a:close/>
                </a:path>
              </a:pathLst>
            </a:custGeom>
            <a:solidFill>
              <a:srgbClr val="72889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617" name="Google Shape;20617;p47"/>
            <p:cNvSpPr/>
            <p:nvPr/>
          </p:nvSpPr>
          <p:spPr>
            <a:xfrm>
              <a:off x="1926666" y="3082079"/>
              <a:ext cx="47711" cy="72668"/>
            </a:xfrm>
            <a:custGeom>
              <a:rect b="b" l="l" r="r" t="t"/>
              <a:pathLst>
                <a:path extrusionOk="0" h="2772" w="1820">
                  <a:moveTo>
                    <a:pt x="679" y="0"/>
                  </a:moveTo>
                  <a:cubicBezTo>
                    <a:pt x="290" y="0"/>
                    <a:pt x="1" y="318"/>
                    <a:pt x="1" y="693"/>
                  </a:cubicBezTo>
                  <a:lnTo>
                    <a:pt x="1" y="1458"/>
                  </a:lnTo>
                  <a:cubicBezTo>
                    <a:pt x="15" y="1675"/>
                    <a:pt x="88" y="1891"/>
                    <a:pt x="232" y="2079"/>
                  </a:cubicBezTo>
                  <a:cubicBezTo>
                    <a:pt x="376" y="2252"/>
                    <a:pt x="448" y="2469"/>
                    <a:pt x="448" y="2700"/>
                  </a:cubicBezTo>
                  <a:lnTo>
                    <a:pt x="448" y="2772"/>
                  </a:lnTo>
                  <a:lnTo>
                    <a:pt x="1372" y="2772"/>
                  </a:lnTo>
                  <a:lnTo>
                    <a:pt x="1372" y="2628"/>
                  </a:lnTo>
                  <a:cubicBezTo>
                    <a:pt x="1372" y="2440"/>
                    <a:pt x="1430" y="2252"/>
                    <a:pt x="1560" y="2122"/>
                  </a:cubicBezTo>
                  <a:lnTo>
                    <a:pt x="1647" y="2021"/>
                  </a:lnTo>
                  <a:cubicBezTo>
                    <a:pt x="1748" y="1862"/>
                    <a:pt x="1820" y="1689"/>
                    <a:pt x="1820" y="1516"/>
                  </a:cubicBezTo>
                  <a:lnTo>
                    <a:pt x="1820" y="693"/>
                  </a:lnTo>
                  <a:cubicBezTo>
                    <a:pt x="1820" y="303"/>
                    <a:pt x="1517" y="0"/>
                    <a:pt x="1127" y="0"/>
                  </a:cubicBezTo>
                  <a:close/>
                </a:path>
              </a:pathLst>
            </a:custGeom>
            <a:solidFill>
              <a:srgbClr val="BCC9D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618" name="Google Shape;20618;p47"/>
            <p:cNvSpPr/>
            <p:nvPr/>
          </p:nvSpPr>
          <p:spPr>
            <a:xfrm>
              <a:off x="1926666" y="3082446"/>
              <a:ext cx="27290" cy="72301"/>
            </a:xfrm>
            <a:custGeom>
              <a:rect b="b" l="l" r="r" t="t"/>
              <a:pathLst>
                <a:path extrusionOk="0" h="2758" w="1041">
                  <a:moveTo>
                    <a:pt x="694" y="1"/>
                  </a:moveTo>
                  <a:cubicBezTo>
                    <a:pt x="319" y="1"/>
                    <a:pt x="1" y="304"/>
                    <a:pt x="1" y="694"/>
                  </a:cubicBezTo>
                  <a:lnTo>
                    <a:pt x="1" y="1444"/>
                  </a:lnTo>
                  <a:cubicBezTo>
                    <a:pt x="15" y="1675"/>
                    <a:pt x="88" y="1892"/>
                    <a:pt x="232" y="2065"/>
                  </a:cubicBezTo>
                  <a:cubicBezTo>
                    <a:pt x="376" y="2238"/>
                    <a:pt x="448" y="2455"/>
                    <a:pt x="448" y="2686"/>
                  </a:cubicBezTo>
                  <a:lnTo>
                    <a:pt x="448" y="2758"/>
                  </a:lnTo>
                  <a:lnTo>
                    <a:pt x="910" y="2758"/>
                  </a:lnTo>
                  <a:lnTo>
                    <a:pt x="910" y="2686"/>
                  </a:lnTo>
                  <a:cubicBezTo>
                    <a:pt x="925" y="2469"/>
                    <a:pt x="882" y="2267"/>
                    <a:pt x="809" y="2065"/>
                  </a:cubicBezTo>
                  <a:cubicBezTo>
                    <a:pt x="737" y="1863"/>
                    <a:pt x="694" y="1661"/>
                    <a:pt x="694" y="1444"/>
                  </a:cubicBezTo>
                  <a:lnTo>
                    <a:pt x="694" y="694"/>
                  </a:lnTo>
                  <a:cubicBezTo>
                    <a:pt x="694" y="304"/>
                    <a:pt x="853" y="1"/>
                    <a:pt x="1040" y="1"/>
                  </a:cubicBezTo>
                  <a:close/>
                </a:path>
              </a:pathLst>
            </a:custGeom>
            <a:solidFill>
              <a:srgbClr val="AABBC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619" name="Google Shape;20619;p47"/>
            <p:cNvSpPr/>
            <p:nvPr/>
          </p:nvSpPr>
          <p:spPr>
            <a:xfrm>
              <a:off x="1926666" y="3082446"/>
              <a:ext cx="48472" cy="54134"/>
            </a:xfrm>
            <a:custGeom>
              <a:rect b="b" l="l" r="r" t="t"/>
              <a:pathLst>
                <a:path extrusionOk="0" h="2065" w="1849">
                  <a:moveTo>
                    <a:pt x="694" y="1"/>
                  </a:moveTo>
                  <a:cubicBezTo>
                    <a:pt x="319" y="1"/>
                    <a:pt x="1" y="304"/>
                    <a:pt x="1" y="679"/>
                  </a:cubicBezTo>
                  <a:lnTo>
                    <a:pt x="1" y="1141"/>
                  </a:lnTo>
                  <a:cubicBezTo>
                    <a:pt x="1" y="1646"/>
                    <a:pt x="420" y="2065"/>
                    <a:pt x="925" y="2065"/>
                  </a:cubicBezTo>
                  <a:cubicBezTo>
                    <a:pt x="1430" y="2065"/>
                    <a:pt x="1849" y="1646"/>
                    <a:pt x="1849" y="1141"/>
                  </a:cubicBezTo>
                  <a:lnTo>
                    <a:pt x="1849" y="679"/>
                  </a:lnTo>
                  <a:cubicBezTo>
                    <a:pt x="1849" y="304"/>
                    <a:pt x="1531" y="1"/>
                    <a:pt x="1156" y="1"/>
                  </a:cubicBezTo>
                  <a:close/>
                </a:path>
              </a:pathLst>
            </a:custGeom>
            <a:solidFill>
              <a:srgbClr val="5C728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620" name="Google Shape;20620;p47"/>
            <p:cNvSpPr/>
            <p:nvPr/>
          </p:nvSpPr>
          <p:spPr>
            <a:xfrm>
              <a:off x="1926666" y="3082079"/>
              <a:ext cx="27290" cy="54134"/>
            </a:xfrm>
            <a:custGeom>
              <a:rect b="b" l="l" r="r" t="t"/>
              <a:pathLst>
                <a:path extrusionOk="0" h="2065" w="1041">
                  <a:moveTo>
                    <a:pt x="694" y="0"/>
                  </a:moveTo>
                  <a:cubicBezTo>
                    <a:pt x="319" y="0"/>
                    <a:pt x="1" y="318"/>
                    <a:pt x="1" y="693"/>
                  </a:cubicBezTo>
                  <a:lnTo>
                    <a:pt x="1" y="1155"/>
                  </a:lnTo>
                  <a:cubicBezTo>
                    <a:pt x="1" y="1617"/>
                    <a:pt x="347" y="2007"/>
                    <a:pt x="809" y="2065"/>
                  </a:cubicBezTo>
                  <a:cubicBezTo>
                    <a:pt x="737" y="1862"/>
                    <a:pt x="694" y="1660"/>
                    <a:pt x="694" y="1458"/>
                  </a:cubicBezTo>
                  <a:lnTo>
                    <a:pt x="694" y="693"/>
                  </a:lnTo>
                  <a:cubicBezTo>
                    <a:pt x="694" y="318"/>
                    <a:pt x="853" y="0"/>
                    <a:pt x="1040" y="0"/>
                  </a:cubicBezTo>
                  <a:close/>
                </a:path>
              </a:pathLst>
            </a:custGeom>
            <a:solidFill>
              <a:srgbClr val="667A8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621" name="Google Shape;20621;p47"/>
            <p:cNvSpPr/>
            <p:nvPr/>
          </p:nvSpPr>
          <p:spPr>
            <a:xfrm>
              <a:off x="1908525" y="3148665"/>
              <a:ext cx="84412" cy="96524"/>
            </a:xfrm>
            <a:custGeom>
              <a:rect b="b" l="l" r="r" t="t"/>
              <a:pathLst>
                <a:path extrusionOk="0" h="3682" w="3220">
                  <a:moveTo>
                    <a:pt x="1371" y="1"/>
                  </a:moveTo>
                  <a:cubicBezTo>
                    <a:pt x="1227" y="1"/>
                    <a:pt x="1083" y="30"/>
                    <a:pt x="953" y="88"/>
                  </a:cubicBezTo>
                  <a:lnTo>
                    <a:pt x="433" y="290"/>
                  </a:lnTo>
                  <a:cubicBezTo>
                    <a:pt x="173" y="391"/>
                    <a:pt x="0" y="636"/>
                    <a:pt x="0" y="925"/>
                  </a:cubicBezTo>
                  <a:lnTo>
                    <a:pt x="0" y="3451"/>
                  </a:lnTo>
                  <a:cubicBezTo>
                    <a:pt x="0" y="3581"/>
                    <a:pt x="101" y="3682"/>
                    <a:pt x="231" y="3682"/>
                  </a:cubicBezTo>
                  <a:lnTo>
                    <a:pt x="2988" y="3682"/>
                  </a:lnTo>
                  <a:cubicBezTo>
                    <a:pt x="3118" y="3682"/>
                    <a:pt x="3219" y="3581"/>
                    <a:pt x="3219" y="3451"/>
                  </a:cubicBezTo>
                  <a:lnTo>
                    <a:pt x="3219" y="925"/>
                  </a:lnTo>
                  <a:cubicBezTo>
                    <a:pt x="3219" y="636"/>
                    <a:pt x="3046" y="391"/>
                    <a:pt x="2786" y="275"/>
                  </a:cubicBezTo>
                  <a:lnTo>
                    <a:pt x="2281" y="88"/>
                  </a:lnTo>
                  <a:cubicBezTo>
                    <a:pt x="2137" y="30"/>
                    <a:pt x="1992" y="1"/>
                    <a:pt x="1848" y="1"/>
                  </a:cubicBezTo>
                  <a:close/>
                </a:path>
              </a:pathLst>
            </a:custGeom>
            <a:solidFill>
              <a:srgbClr val="BCC9D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622" name="Google Shape;20622;p47"/>
            <p:cNvSpPr/>
            <p:nvPr/>
          </p:nvSpPr>
          <p:spPr>
            <a:xfrm>
              <a:off x="1908892" y="3162297"/>
              <a:ext cx="17800" cy="82892"/>
            </a:xfrm>
            <a:custGeom>
              <a:rect b="b" l="l" r="r" t="t"/>
              <a:pathLst>
                <a:path extrusionOk="0" h="3162" w="679">
                  <a:moveTo>
                    <a:pt x="130" y="1"/>
                  </a:moveTo>
                  <a:cubicBezTo>
                    <a:pt x="44" y="116"/>
                    <a:pt x="1" y="260"/>
                    <a:pt x="1" y="419"/>
                  </a:cubicBezTo>
                  <a:lnTo>
                    <a:pt x="1" y="2945"/>
                  </a:lnTo>
                  <a:cubicBezTo>
                    <a:pt x="1" y="3061"/>
                    <a:pt x="102" y="3162"/>
                    <a:pt x="217" y="3162"/>
                  </a:cubicBezTo>
                  <a:lnTo>
                    <a:pt x="679" y="3147"/>
                  </a:lnTo>
                  <a:lnTo>
                    <a:pt x="679" y="650"/>
                  </a:lnTo>
                  <a:cubicBezTo>
                    <a:pt x="679" y="506"/>
                    <a:pt x="607" y="361"/>
                    <a:pt x="506" y="289"/>
                  </a:cubicBezTo>
                  <a:lnTo>
                    <a:pt x="130" y="1"/>
                  </a:lnTo>
                  <a:close/>
                </a:path>
              </a:pathLst>
            </a:custGeom>
            <a:solidFill>
              <a:srgbClr val="72889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623" name="Google Shape;20623;p47"/>
            <p:cNvSpPr/>
            <p:nvPr/>
          </p:nvSpPr>
          <p:spPr>
            <a:xfrm>
              <a:off x="1975111" y="3162297"/>
              <a:ext cx="18193" cy="82892"/>
            </a:xfrm>
            <a:custGeom>
              <a:rect b="b" l="l" r="r" t="t"/>
              <a:pathLst>
                <a:path extrusionOk="0" h="3162" w="694">
                  <a:moveTo>
                    <a:pt x="549" y="1"/>
                  </a:moveTo>
                  <a:lnTo>
                    <a:pt x="188" y="289"/>
                  </a:lnTo>
                  <a:cubicBezTo>
                    <a:pt x="73" y="361"/>
                    <a:pt x="1" y="506"/>
                    <a:pt x="1" y="650"/>
                  </a:cubicBezTo>
                  <a:lnTo>
                    <a:pt x="1" y="3147"/>
                  </a:lnTo>
                  <a:lnTo>
                    <a:pt x="463" y="3162"/>
                  </a:lnTo>
                  <a:cubicBezTo>
                    <a:pt x="593" y="3162"/>
                    <a:pt x="694" y="3061"/>
                    <a:pt x="694" y="2945"/>
                  </a:cubicBezTo>
                  <a:lnTo>
                    <a:pt x="694" y="419"/>
                  </a:lnTo>
                  <a:cubicBezTo>
                    <a:pt x="694" y="260"/>
                    <a:pt x="636" y="116"/>
                    <a:pt x="549" y="1"/>
                  </a:cubicBezTo>
                  <a:close/>
                </a:path>
              </a:pathLst>
            </a:custGeom>
            <a:solidFill>
              <a:srgbClr val="72889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624" name="Google Shape;20624;p47"/>
            <p:cNvSpPr/>
            <p:nvPr/>
          </p:nvSpPr>
          <p:spPr>
            <a:xfrm>
              <a:off x="2089409" y="3142242"/>
              <a:ext cx="48078" cy="72694"/>
            </a:xfrm>
            <a:custGeom>
              <a:rect b="b" l="l" r="r" t="t"/>
              <a:pathLst>
                <a:path extrusionOk="0" h="2773" w="1834">
                  <a:moveTo>
                    <a:pt x="693" y="0"/>
                  </a:moveTo>
                  <a:cubicBezTo>
                    <a:pt x="318" y="0"/>
                    <a:pt x="0" y="318"/>
                    <a:pt x="0" y="693"/>
                  </a:cubicBezTo>
                  <a:lnTo>
                    <a:pt x="0" y="1458"/>
                  </a:lnTo>
                  <a:cubicBezTo>
                    <a:pt x="15" y="1675"/>
                    <a:pt x="87" y="1892"/>
                    <a:pt x="231" y="2079"/>
                  </a:cubicBezTo>
                  <a:cubicBezTo>
                    <a:pt x="376" y="2252"/>
                    <a:pt x="462" y="2469"/>
                    <a:pt x="462" y="2700"/>
                  </a:cubicBezTo>
                  <a:lnTo>
                    <a:pt x="462" y="2772"/>
                  </a:lnTo>
                  <a:lnTo>
                    <a:pt x="1386" y="2772"/>
                  </a:lnTo>
                  <a:lnTo>
                    <a:pt x="1386" y="2628"/>
                  </a:lnTo>
                  <a:cubicBezTo>
                    <a:pt x="1386" y="2440"/>
                    <a:pt x="1444" y="2267"/>
                    <a:pt x="1559" y="2122"/>
                  </a:cubicBezTo>
                  <a:lnTo>
                    <a:pt x="1646" y="2021"/>
                  </a:lnTo>
                  <a:cubicBezTo>
                    <a:pt x="1761" y="1877"/>
                    <a:pt x="1819" y="1704"/>
                    <a:pt x="1834" y="1516"/>
                  </a:cubicBezTo>
                  <a:lnTo>
                    <a:pt x="1834" y="693"/>
                  </a:lnTo>
                  <a:cubicBezTo>
                    <a:pt x="1834" y="318"/>
                    <a:pt x="1516" y="0"/>
                    <a:pt x="1141" y="0"/>
                  </a:cubicBezTo>
                  <a:close/>
                </a:path>
              </a:pathLst>
            </a:custGeom>
            <a:solidFill>
              <a:srgbClr val="BCC9D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625" name="Google Shape;20625;p47"/>
            <p:cNvSpPr/>
            <p:nvPr/>
          </p:nvSpPr>
          <p:spPr>
            <a:xfrm>
              <a:off x="2089409" y="3142609"/>
              <a:ext cx="27264" cy="72327"/>
            </a:xfrm>
            <a:custGeom>
              <a:rect b="b" l="l" r="r" t="t"/>
              <a:pathLst>
                <a:path extrusionOk="0" h="2759" w="1040">
                  <a:moveTo>
                    <a:pt x="693" y="1"/>
                  </a:moveTo>
                  <a:cubicBezTo>
                    <a:pt x="318" y="1"/>
                    <a:pt x="0" y="304"/>
                    <a:pt x="0" y="679"/>
                  </a:cubicBezTo>
                  <a:lnTo>
                    <a:pt x="0" y="1444"/>
                  </a:lnTo>
                  <a:cubicBezTo>
                    <a:pt x="15" y="1661"/>
                    <a:pt x="101" y="1878"/>
                    <a:pt x="231" y="2065"/>
                  </a:cubicBezTo>
                  <a:cubicBezTo>
                    <a:pt x="376" y="2238"/>
                    <a:pt x="462" y="2455"/>
                    <a:pt x="462" y="2686"/>
                  </a:cubicBezTo>
                  <a:lnTo>
                    <a:pt x="462" y="2758"/>
                  </a:lnTo>
                  <a:lnTo>
                    <a:pt x="924" y="2758"/>
                  </a:lnTo>
                  <a:lnTo>
                    <a:pt x="924" y="2686"/>
                  </a:lnTo>
                  <a:cubicBezTo>
                    <a:pt x="924" y="2469"/>
                    <a:pt x="881" y="2267"/>
                    <a:pt x="809" y="2065"/>
                  </a:cubicBezTo>
                  <a:cubicBezTo>
                    <a:pt x="736" y="1863"/>
                    <a:pt x="693" y="1661"/>
                    <a:pt x="693" y="1444"/>
                  </a:cubicBezTo>
                  <a:lnTo>
                    <a:pt x="693" y="679"/>
                  </a:lnTo>
                  <a:cubicBezTo>
                    <a:pt x="693" y="304"/>
                    <a:pt x="852" y="1"/>
                    <a:pt x="1040" y="1"/>
                  </a:cubicBezTo>
                  <a:close/>
                </a:path>
              </a:pathLst>
            </a:custGeom>
            <a:solidFill>
              <a:srgbClr val="AABBC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626" name="Google Shape;20626;p47"/>
            <p:cNvSpPr/>
            <p:nvPr/>
          </p:nvSpPr>
          <p:spPr>
            <a:xfrm>
              <a:off x="2089409" y="3142242"/>
              <a:ext cx="48445" cy="54527"/>
            </a:xfrm>
            <a:custGeom>
              <a:rect b="b" l="l" r="r" t="t"/>
              <a:pathLst>
                <a:path extrusionOk="0" h="2080" w="1848">
                  <a:moveTo>
                    <a:pt x="693" y="0"/>
                  </a:moveTo>
                  <a:cubicBezTo>
                    <a:pt x="318" y="0"/>
                    <a:pt x="0" y="318"/>
                    <a:pt x="0" y="693"/>
                  </a:cubicBezTo>
                  <a:lnTo>
                    <a:pt x="0" y="1155"/>
                  </a:lnTo>
                  <a:cubicBezTo>
                    <a:pt x="0" y="1661"/>
                    <a:pt x="419" y="2079"/>
                    <a:pt x="924" y="2079"/>
                  </a:cubicBezTo>
                  <a:cubicBezTo>
                    <a:pt x="1429" y="2079"/>
                    <a:pt x="1848" y="1661"/>
                    <a:pt x="1834" y="1155"/>
                  </a:cubicBezTo>
                  <a:lnTo>
                    <a:pt x="1834" y="693"/>
                  </a:lnTo>
                  <a:cubicBezTo>
                    <a:pt x="1834" y="318"/>
                    <a:pt x="1530" y="0"/>
                    <a:pt x="1155" y="0"/>
                  </a:cubicBezTo>
                  <a:close/>
                </a:path>
              </a:pathLst>
            </a:custGeom>
            <a:solidFill>
              <a:srgbClr val="5C728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627" name="Google Shape;20627;p47"/>
            <p:cNvSpPr/>
            <p:nvPr/>
          </p:nvSpPr>
          <p:spPr>
            <a:xfrm>
              <a:off x="2089409" y="3142609"/>
              <a:ext cx="27264" cy="53767"/>
            </a:xfrm>
            <a:custGeom>
              <a:rect b="b" l="l" r="r" t="t"/>
              <a:pathLst>
                <a:path extrusionOk="0" h="2051" w="1040">
                  <a:moveTo>
                    <a:pt x="693" y="1"/>
                  </a:moveTo>
                  <a:cubicBezTo>
                    <a:pt x="318" y="1"/>
                    <a:pt x="0" y="304"/>
                    <a:pt x="0" y="679"/>
                  </a:cubicBezTo>
                  <a:lnTo>
                    <a:pt x="0" y="1141"/>
                  </a:lnTo>
                  <a:cubicBezTo>
                    <a:pt x="0" y="1603"/>
                    <a:pt x="347" y="1993"/>
                    <a:pt x="809" y="2051"/>
                  </a:cubicBezTo>
                  <a:cubicBezTo>
                    <a:pt x="736" y="1849"/>
                    <a:pt x="693" y="1647"/>
                    <a:pt x="693" y="1444"/>
                  </a:cubicBezTo>
                  <a:lnTo>
                    <a:pt x="693" y="679"/>
                  </a:lnTo>
                  <a:cubicBezTo>
                    <a:pt x="693" y="304"/>
                    <a:pt x="852" y="1"/>
                    <a:pt x="1040" y="1"/>
                  </a:cubicBezTo>
                  <a:close/>
                </a:path>
              </a:pathLst>
            </a:custGeom>
            <a:solidFill>
              <a:srgbClr val="667A8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628" name="Google Shape;20628;p47"/>
            <p:cNvSpPr/>
            <p:nvPr/>
          </p:nvSpPr>
          <p:spPr>
            <a:xfrm>
              <a:off x="2071609" y="3208855"/>
              <a:ext cx="84412" cy="60190"/>
            </a:xfrm>
            <a:custGeom>
              <a:rect b="b" l="l" r="r" t="t"/>
              <a:pathLst>
                <a:path extrusionOk="0" h="2296" w="3220">
                  <a:moveTo>
                    <a:pt x="1372" y="0"/>
                  </a:moveTo>
                  <a:cubicBezTo>
                    <a:pt x="1228" y="0"/>
                    <a:pt x="1083" y="29"/>
                    <a:pt x="939" y="72"/>
                  </a:cubicBezTo>
                  <a:lnTo>
                    <a:pt x="434" y="289"/>
                  </a:lnTo>
                  <a:cubicBezTo>
                    <a:pt x="174" y="390"/>
                    <a:pt x="1" y="635"/>
                    <a:pt x="1" y="924"/>
                  </a:cubicBezTo>
                  <a:lnTo>
                    <a:pt x="1" y="2064"/>
                  </a:lnTo>
                  <a:cubicBezTo>
                    <a:pt x="1" y="2194"/>
                    <a:pt x="102" y="2295"/>
                    <a:pt x="232" y="2295"/>
                  </a:cubicBezTo>
                  <a:lnTo>
                    <a:pt x="2989" y="2295"/>
                  </a:lnTo>
                  <a:cubicBezTo>
                    <a:pt x="3119" y="2295"/>
                    <a:pt x="3220" y="2194"/>
                    <a:pt x="3220" y="2064"/>
                  </a:cubicBezTo>
                  <a:lnTo>
                    <a:pt x="3220" y="924"/>
                  </a:lnTo>
                  <a:cubicBezTo>
                    <a:pt x="3220" y="635"/>
                    <a:pt x="3047" y="390"/>
                    <a:pt x="2772" y="289"/>
                  </a:cubicBezTo>
                  <a:lnTo>
                    <a:pt x="2282" y="72"/>
                  </a:lnTo>
                  <a:cubicBezTo>
                    <a:pt x="2137" y="29"/>
                    <a:pt x="1993" y="0"/>
                    <a:pt x="1849" y="0"/>
                  </a:cubicBezTo>
                  <a:close/>
                </a:path>
              </a:pathLst>
            </a:custGeom>
            <a:solidFill>
              <a:srgbClr val="72889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629" name="Google Shape;20629;p47"/>
            <p:cNvSpPr/>
            <p:nvPr/>
          </p:nvSpPr>
          <p:spPr>
            <a:xfrm>
              <a:off x="2071609" y="3222460"/>
              <a:ext cx="17826" cy="46951"/>
            </a:xfrm>
            <a:custGeom>
              <a:rect b="b" l="l" r="r" t="t"/>
              <a:pathLst>
                <a:path extrusionOk="0" h="1791" w="680">
                  <a:moveTo>
                    <a:pt x="131" y="1"/>
                  </a:moveTo>
                  <a:cubicBezTo>
                    <a:pt x="44" y="116"/>
                    <a:pt x="1" y="261"/>
                    <a:pt x="1" y="419"/>
                  </a:cubicBezTo>
                  <a:lnTo>
                    <a:pt x="1" y="1560"/>
                  </a:lnTo>
                  <a:cubicBezTo>
                    <a:pt x="1" y="1675"/>
                    <a:pt x="102" y="1791"/>
                    <a:pt x="217" y="1791"/>
                  </a:cubicBezTo>
                  <a:lnTo>
                    <a:pt x="679" y="1776"/>
                  </a:lnTo>
                  <a:lnTo>
                    <a:pt x="679" y="650"/>
                  </a:lnTo>
                  <a:cubicBezTo>
                    <a:pt x="679" y="506"/>
                    <a:pt x="607" y="362"/>
                    <a:pt x="506" y="289"/>
                  </a:cubicBezTo>
                  <a:lnTo>
                    <a:pt x="131" y="1"/>
                  </a:lnTo>
                  <a:close/>
                </a:path>
              </a:pathLst>
            </a:custGeom>
            <a:solidFill>
              <a:srgbClr val="D1DBE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630" name="Google Shape;20630;p47"/>
            <p:cNvSpPr/>
            <p:nvPr/>
          </p:nvSpPr>
          <p:spPr>
            <a:xfrm>
              <a:off x="2137828" y="3222460"/>
              <a:ext cx="17826" cy="46951"/>
            </a:xfrm>
            <a:custGeom>
              <a:rect b="b" l="l" r="r" t="t"/>
              <a:pathLst>
                <a:path extrusionOk="0" h="1791" w="680">
                  <a:moveTo>
                    <a:pt x="550" y="1"/>
                  </a:moveTo>
                  <a:lnTo>
                    <a:pt x="174" y="289"/>
                  </a:lnTo>
                  <a:cubicBezTo>
                    <a:pt x="59" y="362"/>
                    <a:pt x="1" y="506"/>
                    <a:pt x="1" y="650"/>
                  </a:cubicBezTo>
                  <a:lnTo>
                    <a:pt x="1" y="1776"/>
                  </a:lnTo>
                  <a:lnTo>
                    <a:pt x="448" y="1791"/>
                  </a:lnTo>
                  <a:cubicBezTo>
                    <a:pt x="578" y="1791"/>
                    <a:pt x="679" y="1675"/>
                    <a:pt x="679" y="1560"/>
                  </a:cubicBezTo>
                  <a:lnTo>
                    <a:pt x="679" y="419"/>
                  </a:lnTo>
                  <a:cubicBezTo>
                    <a:pt x="679" y="261"/>
                    <a:pt x="636" y="116"/>
                    <a:pt x="550" y="1"/>
                  </a:cubicBezTo>
                  <a:close/>
                </a:path>
              </a:pathLst>
            </a:custGeom>
            <a:solidFill>
              <a:srgbClr val="D1DBE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631" name="Google Shape;20631;p47"/>
            <p:cNvSpPr/>
            <p:nvPr/>
          </p:nvSpPr>
          <p:spPr>
            <a:xfrm>
              <a:off x="1980800" y="3142242"/>
              <a:ext cx="48078" cy="72694"/>
            </a:xfrm>
            <a:custGeom>
              <a:rect b="b" l="l" r="r" t="t"/>
              <a:pathLst>
                <a:path extrusionOk="0" h="2773" w="1834">
                  <a:moveTo>
                    <a:pt x="679" y="0"/>
                  </a:moveTo>
                  <a:cubicBezTo>
                    <a:pt x="303" y="15"/>
                    <a:pt x="0" y="318"/>
                    <a:pt x="15" y="693"/>
                  </a:cubicBezTo>
                  <a:lnTo>
                    <a:pt x="15" y="1458"/>
                  </a:lnTo>
                  <a:cubicBezTo>
                    <a:pt x="15" y="1675"/>
                    <a:pt x="101" y="1892"/>
                    <a:pt x="231" y="2079"/>
                  </a:cubicBezTo>
                  <a:cubicBezTo>
                    <a:pt x="390" y="2252"/>
                    <a:pt x="462" y="2469"/>
                    <a:pt x="462" y="2700"/>
                  </a:cubicBezTo>
                  <a:lnTo>
                    <a:pt x="462" y="2772"/>
                  </a:lnTo>
                  <a:lnTo>
                    <a:pt x="1386" y="2772"/>
                  </a:lnTo>
                  <a:lnTo>
                    <a:pt x="1386" y="2628"/>
                  </a:lnTo>
                  <a:cubicBezTo>
                    <a:pt x="1386" y="2440"/>
                    <a:pt x="1444" y="2267"/>
                    <a:pt x="1574" y="2122"/>
                  </a:cubicBezTo>
                  <a:lnTo>
                    <a:pt x="1660" y="2021"/>
                  </a:lnTo>
                  <a:cubicBezTo>
                    <a:pt x="1761" y="1877"/>
                    <a:pt x="1819" y="1704"/>
                    <a:pt x="1834" y="1516"/>
                  </a:cubicBezTo>
                  <a:lnTo>
                    <a:pt x="1834" y="693"/>
                  </a:lnTo>
                  <a:cubicBezTo>
                    <a:pt x="1834" y="318"/>
                    <a:pt x="1530" y="0"/>
                    <a:pt x="1141" y="0"/>
                  </a:cubicBezTo>
                  <a:close/>
                </a:path>
              </a:pathLst>
            </a:custGeom>
            <a:solidFill>
              <a:srgbClr val="BCC9D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632" name="Google Shape;20632;p47"/>
            <p:cNvSpPr/>
            <p:nvPr/>
          </p:nvSpPr>
          <p:spPr>
            <a:xfrm>
              <a:off x="1981167" y="3142609"/>
              <a:ext cx="26897" cy="72327"/>
            </a:xfrm>
            <a:custGeom>
              <a:rect b="b" l="l" r="r" t="t"/>
              <a:pathLst>
                <a:path extrusionOk="0" h="2759" w="1026">
                  <a:moveTo>
                    <a:pt x="679" y="1"/>
                  </a:moveTo>
                  <a:cubicBezTo>
                    <a:pt x="304" y="1"/>
                    <a:pt x="1" y="304"/>
                    <a:pt x="1" y="679"/>
                  </a:cubicBezTo>
                  <a:lnTo>
                    <a:pt x="1" y="1444"/>
                  </a:lnTo>
                  <a:cubicBezTo>
                    <a:pt x="1" y="1661"/>
                    <a:pt x="87" y="1878"/>
                    <a:pt x="217" y="2065"/>
                  </a:cubicBezTo>
                  <a:cubicBezTo>
                    <a:pt x="376" y="2238"/>
                    <a:pt x="448" y="2455"/>
                    <a:pt x="448" y="2686"/>
                  </a:cubicBezTo>
                  <a:lnTo>
                    <a:pt x="448" y="2758"/>
                  </a:lnTo>
                  <a:lnTo>
                    <a:pt x="910" y="2758"/>
                  </a:lnTo>
                  <a:lnTo>
                    <a:pt x="910" y="2686"/>
                  </a:lnTo>
                  <a:cubicBezTo>
                    <a:pt x="910" y="2469"/>
                    <a:pt x="881" y="2267"/>
                    <a:pt x="795" y="2065"/>
                  </a:cubicBezTo>
                  <a:cubicBezTo>
                    <a:pt x="722" y="1863"/>
                    <a:pt x="679" y="1661"/>
                    <a:pt x="679" y="1444"/>
                  </a:cubicBezTo>
                  <a:lnTo>
                    <a:pt x="679" y="679"/>
                  </a:lnTo>
                  <a:cubicBezTo>
                    <a:pt x="679" y="304"/>
                    <a:pt x="838" y="1"/>
                    <a:pt x="1026" y="1"/>
                  </a:cubicBezTo>
                  <a:close/>
                </a:path>
              </a:pathLst>
            </a:custGeom>
            <a:solidFill>
              <a:srgbClr val="AABBC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633" name="Google Shape;20633;p47"/>
            <p:cNvSpPr/>
            <p:nvPr/>
          </p:nvSpPr>
          <p:spPr>
            <a:xfrm>
              <a:off x="1980800" y="3142242"/>
              <a:ext cx="48472" cy="54527"/>
            </a:xfrm>
            <a:custGeom>
              <a:rect b="b" l="l" r="r" t="t"/>
              <a:pathLst>
                <a:path extrusionOk="0" h="2080" w="1849">
                  <a:moveTo>
                    <a:pt x="693" y="0"/>
                  </a:moveTo>
                  <a:cubicBezTo>
                    <a:pt x="318" y="0"/>
                    <a:pt x="0" y="318"/>
                    <a:pt x="0" y="693"/>
                  </a:cubicBezTo>
                  <a:lnTo>
                    <a:pt x="0" y="1155"/>
                  </a:lnTo>
                  <a:cubicBezTo>
                    <a:pt x="0" y="1661"/>
                    <a:pt x="419" y="2079"/>
                    <a:pt x="924" y="2079"/>
                  </a:cubicBezTo>
                  <a:cubicBezTo>
                    <a:pt x="1429" y="2079"/>
                    <a:pt x="1848" y="1661"/>
                    <a:pt x="1848" y="1155"/>
                  </a:cubicBezTo>
                  <a:lnTo>
                    <a:pt x="1848" y="693"/>
                  </a:lnTo>
                  <a:cubicBezTo>
                    <a:pt x="1848" y="318"/>
                    <a:pt x="1530" y="0"/>
                    <a:pt x="1155" y="0"/>
                  </a:cubicBezTo>
                  <a:close/>
                </a:path>
              </a:pathLst>
            </a:custGeom>
            <a:solidFill>
              <a:srgbClr val="5C728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634" name="Google Shape;20634;p47"/>
            <p:cNvSpPr/>
            <p:nvPr/>
          </p:nvSpPr>
          <p:spPr>
            <a:xfrm>
              <a:off x="1980800" y="3142609"/>
              <a:ext cx="27264" cy="53767"/>
            </a:xfrm>
            <a:custGeom>
              <a:rect b="b" l="l" r="r" t="t"/>
              <a:pathLst>
                <a:path extrusionOk="0" h="2051" w="1040">
                  <a:moveTo>
                    <a:pt x="693" y="1"/>
                  </a:moveTo>
                  <a:cubicBezTo>
                    <a:pt x="318" y="1"/>
                    <a:pt x="0" y="304"/>
                    <a:pt x="0" y="679"/>
                  </a:cubicBezTo>
                  <a:lnTo>
                    <a:pt x="0" y="1141"/>
                  </a:lnTo>
                  <a:cubicBezTo>
                    <a:pt x="15" y="1603"/>
                    <a:pt x="347" y="1993"/>
                    <a:pt x="809" y="2051"/>
                  </a:cubicBezTo>
                  <a:cubicBezTo>
                    <a:pt x="736" y="1849"/>
                    <a:pt x="693" y="1647"/>
                    <a:pt x="693" y="1444"/>
                  </a:cubicBezTo>
                  <a:lnTo>
                    <a:pt x="693" y="679"/>
                  </a:lnTo>
                  <a:cubicBezTo>
                    <a:pt x="693" y="304"/>
                    <a:pt x="852" y="1"/>
                    <a:pt x="1040" y="1"/>
                  </a:cubicBezTo>
                  <a:close/>
                </a:path>
              </a:pathLst>
            </a:custGeom>
            <a:solidFill>
              <a:srgbClr val="667A8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635" name="Google Shape;20635;p47"/>
            <p:cNvSpPr/>
            <p:nvPr/>
          </p:nvSpPr>
          <p:spPr>
            <a:xfrm>
              <a:off x="1962633" y="3208855"/>
              <a:ext cx="84779" cy="60190"/>
            </a:xfrm>
            <a:custGeom>
              <a:rect b="b" l="l" r="r" t="t"/>
              <a:pathLst>
                <a:path extrusionOk="0" h="2296" w="3234">
                  <a:moveTo>
                    <a:pt x="1386" y="0"/>
                  </a:moveTo>
                  <a:cubicBezTo>
                    <a:pt x="1227" y="0"/>
                    <a:pt x="1083" y="29"/>
                    <a:pt x="953" y="72"/>
                  </a:cubicBezTo>
                  <a:lnTo>
                    <a:pt x="448" y="289"/>
                  </a:lnTo>
                  <a:cubicBezTo>
                    <a:pt x="174" y="390"/>
                    <a:pt x="0" y="635"/>
                    <a:pt x="0" y="924"/>
                  </a:cubicBezTo>
                  <a:lnTo>
                    <a:pt x="0" y="2064"/>
                  </a:lnTo>
                  <a:cubicBezTo>
                    <a:pt x="0" y="2194"/>
                    <a:pt x="116" y="2295"/>
                    <a:pt x="231" y="2295"/>
                  </a:cubicBezTo>
                  <a:lnTo>
                    <a:pt x="3003" y="2295"/>
                  </a:lnTo>
                  <a:cubicBezTo>
                    <a:pt x="3133" y="2295"/>
                    <a:pt x="3234" y="2194"/>
                    <a:pt x="3234" y="2064"/>
                  </a:cubicBezTo>
                  <a:lnTo>
                    <a:pt x="3234" y="924"/>
                  </a:lnTo>
                  <a:cubicBezTo>
                    <a:pt x="3234" y="635"/>
                    <a:pt x="3061" y="390"/>
                    <a:pt x="2801" y="289"/>
                  </a:cubicBezTo>
                  <a:lnTo>
                    <a:pt x="2281" y="72"/>
                  </a:lnTo>
                  <a:cubicBezTo>
                    <a:pt x="2151" y="29"/>
                    <a:pt x="2007" y="0"/>
                    <a:pt x="1848" y="0"/>
                  </a:cubicBezTo>
                  <a:close/>
                </a:path>
              </a:pathLst>
            </a:custGeom>
            <a:solidFill>
              <a:srgbClr val="72889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636" name="Google Shape;20636;p47"/>
            <p:cNvSpPr/>
            <p:nvPr/>
          </p:nvSpPr>
          <p:spPr>
            <a:xfrm>
              <a:off x="1963000" y="3222460"/>
              <a:ext cx="18193" cy="46951"/>
            </a:xfrm>
            <a:custGeom>
              <a:rect b="b" l="l" r="r" t="t"/>
              <a:pathLst>
                <a:path extrusionOk="0" h="1791" w="694">
                  <a:moveTo>
                    <a:pt x="131" y="1"/>
                  </a:moveTo>
                  <a:cubicBezTo>
                    <a:pt x="44" y="116"/>
                    <a:pt x="1" y="261"/>
                    <a:pt x="1" y="419"/>
                  </a:cubicBezTo>
                  <a:lnTo>
                    <a:pt x="1" y="1560"/>
                  </a:lnTo>
                  <a:cubicBezTo>
                    <a:pt x="1" y="1675"/>
                    <a:pt x="102" y="1791"/>
                    <a:pt x="232" y="1791"/>
                  </a:cubicBezTo>
                  <a:lnTo>
                    <a:pt x="694" y="1776"/>
                  </a:lnTo>
                  <a:lnTo>
                    <a:pt x="694" y="650"/>
                  </a:lnTo>
                  <a:cubicBezTo>
                    <a:pt x="679" y="506"/>
                    <a:pt x="622" y="362"/>
                    <a:pt x="506" y="289"/>
                  </a:cubicBezTo>
                  <a:lnTo>
                    <a:pt x="131" y="1"/>
                  </a:lnTo>
                  <a:close/>
                </a:path>
              </a:pathLst>
            </a:custGeom>
            <a:solidFill>
              <a:srgbClr val="D1DBE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637" name="Google Shape;20637;p47"/>
            <p:cNvSpPr/>
            <p:nvPr/>
          </p:nvSpPr>
          <p:spPr>
            <a:xfrm>
              <a:off x="2029245" y="3222460"/>
              <a:ext cx="18167" cy="46584"/>
            </a:xfrm>
            <a:custGeom>
              <a:rect b="b" l="l" r="r" t="t"/>
              <a:pathLst>
                <a:path extrusionOk="0" h="1777" w="693">
                  <a:moveTo>
                    <a:pt x="549" y="1"/>
                  </a:moveTo>
                  <a:lnTo>
                    <a:pt x="173" y="289"/>
                  </a:lnTo>
                  <a:cubicBezTo>
                    <a:pt x="72" y="362"/>
                    <a:pt x="0" y="506"/>
                    <a:pt x="0" y="650"/>
                  </a:cubicBezTo>
                  <a:lnTo>
                    <a:pt x="0" y="1776"/>
                  </a:lnTo>
                  <a:lnTo>
                    <a:pt x="462" y="1776"/>
                  </a:lnTo>
                  <a:cubicBezTo>
                    <a:pt x="577" y="1776"/>
                    <a:pt x="678" y="1675"/>
                    <a:pt x="693" y="1560"/>
                  </a:cubicBezTo>
                  <a:lnTo>
                    <a:pt x="693" y="419"/>
                  </a:lnTo>
                  <a:cubicBezTo>
                    <a:pt x="678" y="261"/>
                    <a:pt x="635" y="116"/>
                    <a:pt x="549" y="1"/>
                  </a:cubicBezTo>
                  <a:close/>
                </a:path>
              </a:pathLst>
            </a:custGeom>
            <a:solidFill>
              <a:srgbClr val="D1DBE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638" name="Google Shape;20638;p47"/>
            <p:cNvSpPr/>
            <p:nvPr/>
          </p:nvSpPr>
          <p:spPr>
            <a:xfrm>
              <a:off x="1872558" y="3142242"/>
              <a:ext cx="47711" cy="72694"/>
            </a:xfrm>
            <a:custGeom>
              <a:rect b="b" l="l" r="r" t="t"/>
              <a:pathLst>
                <a:path extrusionOk="0" h="2773" w="1820">
                  <a:moveTo>
                    <a:pt x="679" y="0"/>
                  </a:moveTo>
                  <a:cubicBezTo>
                    <a:pt x="304" y="15"/>
                    <a:pt x="1" y="318"/>
                    <a:pt x="1" y="693"/>
                  </a:cubicBezTo>
                  <a:lnTo>
                    <a:pt x="1" y="1458"/>
                  </a:lnTo>
                  <a:cubicBezTo>
                    <a:pt x="15" y="1675"/>
                    <a:pt x="87" y="1892"/>
                    <a:pt x="232" y="2079"/>
                  </a:cubicBezTo>
                  <a:cubicBezTo>
                    <a:pt x="376" y="2252"/>
                    <a:pt x="463" y="2469"/>
                    <a:pt x="463" y="2700"/>
                  </a:cubicBezTo>
                  <a:lnTo>
                    <a:pt x="463" y="2772"/>
                  </a:lnTo>
                  <a:lnTo>
                    <a:pt x="1372" y="2772"/>
                  </a:lnTo>
                  <a:lnTo>
                    <a:pt x="1372" y="2628"/>
                  </a:lnTo>
                  <a:cubicBezTo>
                    <a:pt x="1372" y="2440"/>
                    <a:pt x="1444" y="2267"/>
                    <a:pt x="1560" y="2122"/>
                  </a:cubicBezTo>
                  <a:lnTo>
                    <a:pt x="1646" y="2021"/>
                  </a:lnTo>
                  <a:cubicBezTo>
                    <a:pt x="1747" y="1877"/>
                    <a:pt x="1820" y="1704"/>
                    <a:pt x="1820" y="1516"/>
                  </a:cubicBezTo>
                  <a:lnTo>
                    <a:pt x="1820" y="693"/>
                  </a:lnTo>
                  <a:cubicBezTo>
                    <a:pt x="1820" y="318"/>
                    <a:pt x="1516" y="0"/>
                    <a:pt x="1141" y="0"/>
                  </a:cubicBezTo>
                  <a:close/>
                </a:path>
              </a:pathLst>
            </a:custGeom>
            <a:solidFill>
              <a:srgbClr val="BCC9D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639" name="Google Shape;20639;p47"/>
            <p:cNvSpPr/>
            <p:nvPr/>
          </p:nvSpPr>
          <p:spPr>
            <a:xfrm>
              <a:off x="1872558" y="3142609"/>
              <a:ext cx="26897" cy="72327"/>
            </a:xfrm>
            <a:custGeom>
              <a:rect b="b" l="l" r="r" t="t"/>
              <a:pathLst>
                <a:path extrusionOk="0" h="2759" w="1026">
                  <a:moveTo>
                    <a:pt x="694" y="1"/>
                  </a:moveTo>
                  <a:cubicBezTo>
                    <a:pt x="304" y="1"/>
                    <a:pt x="1" y="304"/>
                    <a:pt x="1" y="679"/>
                  </a:cubicBezTo>
                  <a:lnTo>
                    <a:pt x="1" y="1444"/>
                  </a:lnTo>
                  <a:cubicBezTo>
                    <a:pt x="15" y="1661"/>
                    <a:pt x="87" y="1878"/>
                    <a:pt x="232" y="2065"/>
                  </a:cubicBezTo>
                  <a:cubicBezTo>
                    <a:pt x="376" y="2238"/>
                    <a:pt x="463" y="2455"/>
                    <a:pt x="463" y="2686"/>
                  </a:cubicBezTo>
                  <a:lnTo>
                    <a:pt x="463" y="2758"/>
                  </a:lnTo>
                  <a:lnTo>
                    <a:pt x="910" y="2758"/>
                  </a:lnTo>
                  <a:lnTo>
                    <a:pt x="910" y="2686"/>
                  </a:lnTo>
                  <a:cubicBezTo>
                    <a:pt x="925" y="2469"/>
                    <a:pt x="881" y="2267"/>
                    <a:pt x="809" y="2065"/>
                  </a:cubicBezTo>
                  <a:cubicBezTo>
                    <a:pt x="722" y="1863"/>
                    <a:pt x="694" y="1661"/>
                    <a:pt x="694" y="1444"/>
                  </a:cubicBezTo>
                  <a:lnTo>
                    <a:pt x="694" y="679"/>
                  </a:lnTo>
                  <a:cubicBezTo>
                    <a:pt x="694" y="304"/>
                    <a:pt x="838" y="1"/>
                    <a:pt x="1026" y="1"/>
                  </a:cubicBezTo>
                  <a:close/>
                </a:path>
              </a:pathLst>
            </a:custGeom>
            <a:solidFill>
              <a:srgbClr val="AABBC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640" name="Google Shape;20640;p47"/>
            <p:cNvSpPr/>
            <p:nvPr/>
          </p:nvSpPr>
          <p:spPr>
            <a:xfrm>
              <a:off x="1872558" y="3142242"/>
              <a:ext cx="48105" cy="54527"/>
            </a:xfrm>
            <a:custGeom>
              <a:rect b="b" l="l" r="r" t="t"/>
              <a:pathLst>
                <a:path extrusionOk="0" h="2080" w="1835">
                  <a:moveTo>
                    <a:pt x="694" y="0"/>
                  </a:moveTo>
                  <a:cubicBezTo>
                    <a:pt x="304" y="0"/>
                    <a:pt x="1" y="318"/>
                    <a:pt x="1" y="693"/>
                  </a:cubicBezTo>
                  <a:lnTo>
                    <a:pt x="1" y="1155"/>
                  </a:lnTo>
                  <a:cubicBezTo>
                    <a:pt x="1" y="1661"/>
                    <a:pt x="405" y="2079"/>
                    <a:pt x="925" y="2079"/>
                  </a:cubicBezTo>
                  <a:cubicBezTo>
                    <a:pt x="1430" y="2079"/>
                    <a:pt x="1834" y="1661"/>
                    <a:pt x="1834" y="1155"/>
                  </a:cubicBezTo>
                  <a:lnTo>
                    <a:pt x="1834" y="693"/>
                  </a:lnTo>
                  <a:cubicBezTo>
                    <a:pt x="1834" y="318"/>
                    <a:pt x="1531" y="0"/>
                    <a:pt x="1141" y="0"/>
                  </a:cubicBezTo>
                  <a:close/>
                </a:path>
              </a:pathLst>
            </a:custGeom>
            <a:solidFill>
              <a:srgbClr val="5C728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641" name="Google Shape;20641;p47"/>
            <p:cNvSpPr/>
            <p:nvPr/>
          </p:nvSpPr>
          <p:spPr>
            <a:xfrm>
              <a:off x="1872558" y="3142609"/>
              <a:ext cx="27290" cy="53767"/>
            </a:xfrm>
            <a:custGeom>
              <a:rect b="b" l="l" r="r" t="t"/>
              <a:pathLst>
                <a:path extrusionOk="0" h="2051" w="1041">
                  <a:moveTo>
                    <a:pt x="694" y="1"/>
                  </a:moveTo>
                  <a:cubicBezTo>
                    <a:pt x="304" y="1"/>
                    <a:pt x="1" y="304"/>
                    <a:pt x="1" y="679"/>
                  </a:cubicBezTo>
                  <a:lnTo>
                    <a:pt x="1" y="1141"/>
                  </a:lnTo>
                  <a:cubicBezTo>
                    <a:pt x="1" y="1603"/>
                    <a:pt x="347" y="1993"/>
                    <a:pt x="795" y="2051"/>
                  </a:cubicBezTo>
                  <a:cubicBezTo>
                    <a:pt x="722" y="1849"/>
                    <a:pt x="694" y="1647"/>
                    <a:pt x="694" y="1444"/>
                  </a:cubicBezTo>
                  <a:lnTo>
                    <a:pt x="694" y="679"/>
                  </a:lnTo>
                  <a:cubicBezTo>
                    <a:pt x="694" y="304"/>
                    <a:pt x="838" y="1"/>
                    <a:pt x="1040" y="1"/>
                  </a:cubicBezTo>
                  <a:close/>
                </a:path>
              </a:pathLst>
            </a:custGeom>
            <a:solidFill>
              <a:srgbClr val="667A8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642" name="Google Shape;20642;p47"/>
            <p:cNvSpPr/>
            <p:nvPr/>
          </p:nvSpPr>
          <p:spPr>
            <a:xfrm>
              <a:off x="1854391" y="3208855"/>
              <a:ext cx="84045" cy="60190"/>
            </a:xfrm>
            <a:custGeom>
              <a:rect b="b" l="l" r="r" t="t"/>
              <a:pathLst>
                <a:path extrusionOk="0" h="2296" w="3206">
                  <a:moveTo>
                    <a:pt x="1372" y="0"/>
                  </a:moveTo>
                  <a:cubicBezTo>
                    <a:pt x="1228" y="0"/>
                    <a:pt x="1083" y="29"/>
                    <a:pt x="939" y="72"/>
                  </a:cubicBezTo>
                  <a:lnTo>
                    <a:pt x="434" y="289"/>
                  </a:lnTo>
                  <a:cubicBezTo>
                    <a:pt x="174" y="390"/>
                    <a:pt x="1" y="635"/>
                    <a:pt x="1" y="924"/>
                  </a:cubicBezTo>
                  <a:lnTo>
                    <a:pt x="1" y="2064"/>
                  </a:lnTo>
                  <a:cubicBezTo>
                    <a:pt x="1" y="2194"/>
                    <a:pt x="102" y="2295"/>
                    <a:pt x="232" y="2295"/>
                  </a:cubicBezTo>
                  <a:lnTo>
                    <a:pt x="2989" y="2295"/>
                  </a:lnTo>
                  <a:cubicBezTo>
                    <a:pt x="3104" y="2295"/>
                    <a:pt x="3205" y="2194"/>
                    <a:pt x="3205" y="2064"/>
                  </a:cubicBezTo>
                  <a:lnTo>
                    <a:pt x="3205" y="924"/>
                  </a:lnTo>
                  <a:cubicBezTo>
                    <a:pt x="3205" y="635"/>
                    <a:pt x="3047" y="390"/>
                    <a:pt x="2787" y="289"/>
                  </a:cubicBezTo>
                  <a:lnTo>
                    <a:pt x="2282" y="72"/>
                  </a:lnTo>
                  <a:cubicBezTo>
                    <a:pt x="2137" y="29"/>
                    <a:pt x="1993" y="0"/>
                    <a:pt x="1849" y="0"/>
                  </a:cubicBezTo>
                  <a:close/>
                </a:path>
              </a:pathLst>
            </a:custGeom>
            <a:solidFill>
              <a:srgbClr val="72889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643" name="Google Shape;20643;p47"/>
            <p:cNvSpPr/>
            <p:nvPr/>
          </p:nvSpPr>
          <p:spPr>
            <a:xfrm>
              <a:off x="1854391" y="3222460"/>
              <a:ext cx="18193" cy="46951"/>
            </a:xfrm>
            <a:custGeom>
              <a:rect b="b" l="l" r="r" t="t"/>
              <a:pathLst>
                <a:path extrusionOk="0" h="1791" w="694">
                  <a:moveTo>
                    <a:pt x="145" y="1"/>
                  </a:moveTo>
                  <a:cubicBezTo>
                    <a:pt x="44" y="116"/>
                    <a:pt x="1" y="261"/>
                    <a:pt x="1" y="419"/>
                  </a:cubicBezTo>
                  <a:lnTo>
                    <a:pt x="1" y="1560"/>
                  </a:lnTo>
                  <a:cubicBezTo>
                    <a:pt x="1" y="1675"/>
                    <a:pt x="102" y="1791"/>
                    <a:pt x="232" y="1791"/>
                  </a:cubicBezTo>
                  <a:lnTo>
                    <a:pt x="694" y="1776"/>
                  </a:lnTo>
                  <a:lnTo>
                    <a:pt x="694" y="650"/>
                  </a:lnTo>
                  <a:cubicBezTo>
                    <a:pt x="694" y="506"/>
                    <a:pt x="622" y="362"/>
                    <a:pt x="506" y="289"/>
                  </a:cubicBezTo>
                  <a:lnTo>
                    <a:pt x="145" y="1"/>
                  </a:lnTo>
                  <a:close/>
                </a:path>
              </a:pathLst>
            </a:custGeom>
            <a:solidFill>
              <a:srgbClr val="D1DBE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644" name="Google Shape;20644;p47"/>
            <p:cNvSpPr/>
            <p:nvPr/>
          </p:nvSpPr>
          <p:spPr>
            <a:xfrm>
              <a:off x="1920637" y="3222460"/>
              <a:ext cx="18167" cy="46584"/>
            </a:xfrm>
            <a:custGeom>
              <a:rect b="b" l="l" r="r" t="t"/>
              <a:pathLst>
                <a:path extrusionOk="0" h="1777" w="693">
                  <a:moveTo>
                    <a:pt x="549" y="1"/>
                  </a:moveTo>
                  <a:lnTo>
                    <a:pt x="188" y="289"/>
                  </a:lnTo>
                  <a:cubicBezTo>
                    <a:pt x="72" y="362"/>
                    <a:pt x="0" y="506"/>
                    <a:pt x="0" y="650"/>
                  </a:cubicBezTo>
                  <a:lnTo>
                    <a:pt x="0" y="1776"/>
                  </a:lnTo>
                  <a:lnTo>
                    <a:pt x="462" y="1776"/>
                  </a:lnTo>
                  <a:cubicBezTo>
                    <a:pt x="577" y="1776"/>
                    <a:pt x="678" y="1675"/>
                    <a:pt x="693" y="1560"/>
                  </a:cubicBezTo>
                  <a:lnTo>
                    <a:pt x="693" y="419"/>
                  </a:lnTo>
                  <a:cubicBezTo>
                    <a:pt x="693" y="261"/>
                    <a:pt x="635" y="116"/>
                    <a:pt x="549" y="1"/>
                  </a:cubicBezTo>
                  <a:close/>
                </a:path>
              </a:pathLst>
            </a:custGeom>
            <a:solidFill>
              <a:srgbClr val="D1DBE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645" name="Google Shape;20645;p47"/>
            <p:cNvSpPr/>
            <p:nvPr/>
          </p:nvSpPr>
          <p:spPr>
            <a:xfrm>
              <a:off x="1946354" y="2997693"/>
              <a:ext cx="117338" cy="24249"/>
            </a:xfrm>
            <a:custGeom>
              <a:rect b="b" l="l" r="r" t="t"/>
              <a:pathLst>
                <a:path extrusionOk="0" h="925" w="4476">
                  <a:moveTo>
                    <a:pt x="246" y="0"/>
                  </a:moveTo>
                  <a:cubicBezTo>
                    <a:pt x="102" y="0"/>
                    <a:pt x="1" y="145"/>
                    <a:pt x="73" y="274"/>
                  </a:cubicBezTo>
                  <a:lnTo>
                    <a:pt x="333" y="794"/>
                  </a:lnTo>
                  <a:cubicBezTo>
                    <a:pt x="376" y="881"/>
                    <a:pt x="463" y="924"/>
                    <a:pt x="549" y="924"/>
                  </a:cubicBezTo>
                  <a:lnTo>
                    <a:pt x="3942" y="924"/>
                  </a:lnTo>
                  <a:cubicBezTo>
                    <a:pt x="4028" y="924"/>
                    <a:pt x="4100" y="866"/>
                    <a:pt x="4144" y="794"/>
                  </a:cubicBezTo>
                  <a:lnTo>
                    <a:pt x="4403" y="274"/>
                  </a:lnTo>
                  <a:cubicBezTo>
                    <a:pt x="4476" y="145"/>
                    <a:pt x="4389" y="0"/>
                    <a:pt x="4245" y="0"/>
                  </a:cubicBezTo>
                  <a:close/>
                </a:path>
              </a:pathLst>
            </a:custGeom>
            <a:solidFill>
              <a:srgbClr val="BCC9D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646" name="Google Shape;20646;p47"/>
            <p:cNvSpPr/>
            <p:nvPr/>
          </p:nvSpPr>
          <p:spPr>
            <a:xfrm>
              <a:off x="1986856" y="3040056"/>
              <a:ext cx="36360" cy="18193"/>
            </a:xfrm>
            <a:custGeom>
              <a:rect b="b" l="l" r="r" t="t"/>
              <a:pathLst>
                <a:path extrusionOk="0" h="694" w="1387">
                  <a:moveTo>
                    <a:pt x="231" y="1"/>
                  </a:moveTo>
                  <a:cubicBezTo>
                    <a:pt x="101" y="1"/>
                    <a:pt x="0" y="102"/>
                    <a:pt x="0" y="232"/>
                  </a:cubicBezTo>
                  <a:lnTo>
                    <a:pt x="0" y="463"/>
                  </a:lnTo>
                  <a:cubicBezTo>
                    <a:pt x="0" y="578"/>
                    <a:pt x="101" y="694"/>
                    <a:pt x="231" y="694"/>
                  </a:cubicBezTo>
                  <a:lnTo>
                    <a:pt x="1155" y="694"/>
                  </a:lnTo>
                  <a:cubicBezTo>
                    <a:pt x="1285" y="694"/>
                    <a:pt x="1386" y="578"/>
                    <a:pt x="1386" y="463"/>
                  </a:cubicBezTo>
                  <a:lnTo>
                    <a:pt x="1386" y="232"/>
                  </a:lnTo>
                  <a:cubicBezTo>
                    <a:pt x="1386" y="102"/>
                    <a:pt x="1285" y="1"/>
                    <a:pt x="1155" y="1"/>
                  </a:cubicBezTo>
                  <a:close/>
                </a:path>
              </a:pathLst>
            </a:custGeom>
            <a:solidFill>
              <a:srgbClr val="A9BAC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647" name="Google Shape;20647;p47"/>
            <p:cNvSpPr/>
            <p:nvPr/>
          </p:nvSpPr>
          <p:spPr>
            <a:xfrm>
              <a:off x="1963000" y="3009804"/>
              <a:ext cx="84412" cy="12138"/>
            </a:xfrm>
            <a:custGeom>
              <a:rect b="b" l="l" r="r" t="t"/>
              <a:pathLst>
                <a:path extrusionOk="0" h="463" w="3220">
                  <a:moveTo>
                    <a:pt x="232" y="0"/>
                  </a:moveTo>
                  <a:cubicBezTo>
                    <a:pt x="102" y="0"/>
                    <a:pt x="1" y="101"/>
                    <a:pt x="1" y="231"/>
                  </a:cubicBezTo>
                  <a:lnTo>
                    <a:pt x="1" y="462"/>
                  </a:lnTo>
                  <a:lnTo>
                    <a:pt x="3220" y="462"/>
                  </a:lnTo>
                  <a:lnTo>
                    <a:pt x="3220" y="231"/>
                  </a:lnTo>
                  <a:cubicBezTo>
                    <a:pt x="3220" y="101"/>
                    <a:pt x="3119" y="0"/>
                    <a:pt x="2989" y="0"/>
                  </a:cubicBezTo>
                  <a:close/>
                </a:path>
              </a:pathLst>
            </a:custGeom>
            <a:solidFill>
              <a:srgbClr val="94A5B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20648" name="Google Shape;20648;p47"/>
          <p:cNvGrpSpPr/>
          <p:nvPr/>
        </p:nvGrpSpPr>
        <p:grpSpPr>
          <a:xfrm>
            <a:off x="5172817" y="2438370"/>
            <a:ext cx="289519" cy="357651"/>
            <a:chOff x="5172817" y="2438370"/>
            <a:chExt cx="289519" cy="357651"/>
          </a:xfrm>
        </p:grpSpPr>
        <p:sp>
          <p:nvSpPr>
            <p:cNvPr id="20649" name="Google Shape;20649;p47"/>
            <p:cNvSpPr/>
            <p:nvPr/>
          </p:nvSpPr>
          <p:spPr>
            <a:xfrm>
              <a:off x="5267427" y="2438370"/>
              <a:ext cx="119593" cy="30672"/>
            </a:xfrm>
            <a:custGeom>
              <a:rect b="b" l="l" r="r" t="t"/>
              <a:pathLst>
                <a:path extrusionOk="0" h="1170" w="4562">
                  <a:moveTo>
                    <a:pt x="332" y="1"/>
                  </a:moveTo>
                  <a:cubicBezTo>
                    <a:pt x="145" y="1"/>
                    <a:pt x="0" y="145"/>
                    <a:pt x="0" y="333"/>
                  </a:cubicBezTo>
                  <a:lnTo>
                    <a:pt x="0" y="838"/>
                  </a:lnTo>
                  <a:cubicBezTo>
                    <a:pt x="0" y="1011"/>
                    <a:pt x="145" y="1156"/>
                    <a:pt x="332" y="1170"/>
                  </a:cubicBezTo>
                  <a:lnTo>
                    <a:pt x="4215" y="1170"/>
                  </a:lnTo>
                  <a:cubicBezTo>
                    <a:pt x="4403" y="1170"/>
                    <a:pt x="4562" y="1011"/>
                    <a:pt x="4562" y="838"/>
                  </a:cubicBezTo>
                  <a:lnTo>
                    <a:pt x="4562" y="333"/>
                  </a:lnTo>
                  <a:cubicBezTo>
                    <a:pt x="4562" y="145"/>
                    <a:pt x="4418" y="1"/>
                    <a:pt x="4230" y="1"/>
                  </a:cubicBezTo>
                  <a:close/>
                </a:path>
              </a:pathLst>
            </a:custGeom>
            <a:solidFill>
              <a:srgbClr val="EBEFF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650" name="Google Shape;20650;p47"/>
            <p:cNvSpPr/>
            <p:nvPr/>
          </p:nvSpPr>
          <p:spPr>
            <a:xfrm>
              <a:off x="5352940" y="2438370"/>
              <a:ext cx="33712" cy="30672"/>
            </a:xfrm>
            <a:custGeom>
              <a:rect b="b" l="l" r="r" t="t"/>
              <a:pathLst>
                <a:path extrusionOk="0" h="1170" w="1286">
                  <a:moveTo>
                    <a:pt x="1" y="1"/>
                  </a:moveTo>
                  <a:cubicBezTo>
                    <a:pt x="188" y="1"/>
                    <a:pt x="347" y="145"/>
                    <a:pt x="347" y="333"/>
                  </a:cubicBezTo>
                  <a:lnTo>
                    <a:pt x="347" y="838"/>
                  </a:lnTo>
                  <a:cubicBezTo>
                    <a:pt x="347" y="1026"/>
                    <a:pt x="188" y="1170"/>
                    <a:pt x="1" y="1170"/>
                  </a:cubicBezTo>
                  <a:lnTo>
                    <a:pt x="953" y="1170"/>
                  </a:lnTo>
                  <a:cubicBezTo>
                    <a:pt x="1141" y="1170"/>
                    <a:pt x="1285" y="1026"/>
                    <a:pt x="1285" y="838"/>
                  </a:cubicBezTo>
                  <a:lnTo>
                    <a:pt x="1285" y="347"/>
                  </a:lnTo>
                  <a:cubicBezTo>
                    <a:pt x="1285" y="159"/>
                    <a:pt x="1141" y="1"/>
                    <a:pt x="953" y="1"/>
                  </a:cubicBezTo>
                  <a:close/>
                </a:path>
              </a:pathLst>
            </a:custGeom>
            <a:solidFill>
              <a:srgbClr val="C4CFD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651" name="Google Shape;20651;p47"/>
            <p:cNvSpPr/>
            <p:nvPr/>
          </p:nvSpPr>
          <p:spPr>
            <a:xfrm>
              <a:off x="5172817" y="2469015"/>
              <a:ext cx="281942" cy="327006"/>
            </a:xfrm>
            <a:custGeom>
              <a:rect b="b" l="l" r="r" t="t"/>
              <a:pathLst>
                <a:path extrusionOk="0" h="12474" w="10755">
                  <a:moveTo>
                    <a:pt x="4432" y="1"/>
                  </a:moveTo>
                  <a:lnTo>
                    <a:pt x="4432" y="3639"/>
                  </a:lnTo>
                  <a:cubicBezTo>
                    <a:pt x="4432" y="3855"/>
                    <a:pt x="4302" y="4043"/>
                    <a:pt x="4100" y="4129"/>
                  </a:cubicBezTo>
                  <a:cubicBezTo>
                    <a:pt x="881" y="5400"/>
                    <a:pt x="0" y="9543"/>
                    <a:pt x="2426" y="12026"/>
                  </a:cubicBezTo>
                  <a:cubicBezTo>
                    <a:pt x="2700" y="12314"/>
                    <a:pt x="3090" y="12473"/>
                    <a:pt x="3508" y="12473"/>
                  </a:cubicBezTo>
                  <a:lnTo>
                    <a:pt x="8243" y="12473"/>
                  </a:lnTo>
                  <a:cubicBezTo>
                    <a:pt x="8647" y="12473"/>
                    <a:pt x="9037" y="12300"/>
                    <a:pt x="9326" y="12011"/>
                  </a:cubicBezTo>
                  <a:cubicBezTo>
                    <a:pt x="10250" y="11087"/>
                    <a:pt x="10755" y="9831"/>
                    <a:pt x="10726" y="8518"/>
                  </a:cubicBezTo>
                  <a:cubicBezTo>
                    <a:pt x="10668" y="6569"/>
                    <a:pt x="9470" y="4851"/>
                    <a:pt x="7666" y="4129"/>
                  </a:cubicBezTo>
                  <a:cubicBezTo>
                    <a:pt x="7464" y="4043"/>
                    <a:pt x="7319" y="3855"/>
                    <a:pt x="7319" y="3639"/>
                  </a:cubicBezTo>
                  <a:lnTo>
                    <a:pt x="7319" y="1"/>
                  </a:lnTo>
                  <a:close/>
                </a:path>
              </a:pathLst>
            </a:custGeom>
            <a:solidFill>
              <a:srgbClr val="F2F3F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652" name="Google Shape;20652;p47"/>
            <p:cNvSpPr/>
            <p:nvPr/>
          </p:nvSpPr>
          <p:spPr>
            <a:xfrm>
              <a:off x="5289002" y="2469015"/>
              <a:ext cx="172967" cy="325092"/>
            </a:xfrm>
            <a:custGeom>
              <a:rect b="b" l="l" r="r" t="t"/>
              <a:pathLst>
                <a:path extrusionOk="0" h="12401" w="6598">
                  <a:moveTo>
                    <a:pt x="0" y="1"/>
                  </a:moveTo>
                  <a:lnTo>
                    <a:pt x="0" y="477"/>
                  </a:lnTo>
                  <a:lnTo>
                    <a:pt x="1487" y="477"/>
                  </a:lnTo>
                  <a:cubicBezTo>
                    <a:pt x="1862" y="477"/>
                    <a:pt x="2165" y="780"/>
                    <a:pt x="2165" y="1170"/>
                  </a:cubicBezTo>
                  <a:lnTo>
                    <a:pt x="2165" y="4115"/>
                  </a:lnTo>
                  <a:cubicBezTo>
                    <a:pt x="2180" y="4332"/>
                    <a:pt x="2310" y="4534"/>
                    <a:pt x="2512" y="4620"/>
                  </a:cubicBezTo>
                  <a:cubicBezTo>
                    <a:pt x="5673" y="5862"/>
                    <a:pt x="6597" y="9904"/>
                    <a:pt x="4287" y="12401"/>
                  </a:cubicBezTo>
                  <a:cubicBezTo>
                    <a:pt x="4518" y="12314"/>
                    <a:pt x="4735" y="12184"/>
                    <a:pt x="4908" y="12011"/>
                  </a:cubicBezTo>
                  <a:cubicBezTo>
                    <a:pt x="5818" y="11087"/>
                    <a:pt x="6323" y="9817"/>
                    <a:pt x="6294" y="8518"/>
                  </a:cubicBezTo>
                  <a:cubicBezTo>
                    <a:pt x="6236" y="6569"/>
                    <a:pt x="5038" y="4851"/>
                    <a:pt x="3234" y="4129"/>
                  </a:cubicBezTo>
                  <a:cubicBezTo>
                    <a:pt x="3032" y="4043"/>
                    <a:pt x="2887" y="3855"/>
                    <a:pt x="2887" y="3639"/>
                  </a:cubicBezTo>
                  <a:lnTo>
                    <a:pt x="2887" y="1"/>
                  </a:lnTo>
                  <a:close/>
                </a:path>
              </a:pathLst>
            </a:custGeom>
            <a:solidFill>
              <a:srgbClr val="E9EBE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653" name="Google Shape;20653;p47"/>
            <p:cNvSpPr/>
            <p:nvPr/>
          </p:nvSpPr>
          <p:spPr>
            <a:xfrm>
              <a:off x="5192505" y="2645285"/>
              <a:ext cx="269831" cy="150736"/>
            </a:xfrm>
            <a:custGeom>
              <a:rect b="b" l="l" r="r" t="t"/>
              <a:pathLst>
                <a:path extrusionOk="0" h="5750" w="10293">
                  <a:moveTo>
                    <a:pt x="2851" y="1"/>
                  </a:moveTo>
                  <a:cubicBezTo>
                    <a:pt x="1469" y="1"/>
                    <a:pt x="462" y="610"/>
                    <a:pt x="462" y="610"/>
                  </a:cubicBezTo>
                  <a:cubicBezTo>
                    <a:pt x="0" y="2270"/>
                    <a:pt x="462" y="4060"/>
                    <a:pt x="1675" y="5302"/>
                  </a:cubicBezTo>
                  <a:cubicBezTo>
                    <a:pt x="1963" y="5590"/>
                    <a:pt x="2353" y="5749"/>
                    <a:pt x="2757" y="5749"/>
                  </a:cubicBezTo>
                  <a:lnTo>
                    <a:pt x="7492" y="5749"/>
                  </a:lnTo>
                  <a:cubicBezTo>
                    <a:pt x="7911" y="5749"/>
                    <a:pt x="8300" y="5590"/>
                    <a:pt x="8575" y="5302"/>
                  </a:cubicBezTo>
                  <a:cubicBezTo>
                    <a:pt x="9874" y="3988"/>
                    <a:pt x="10293" y="2054"/>
                    <a:pt x="9686" y="307"/>
                  </a:cubicBezTo>
                  <a:lnTo>
                    <a:pt x="9686" y="307"/>
                  </a:lnTo>
                  <a:cubicBezTo>
                    <a:pt x="9686" y="307"/>
                    <a:pt x="8605" y="1156"/>
                    <a:pt x="7116" y="1156"/>
                  </a:cubicBezTo>
                  <a:cubicBezTo>
                    <a:pt x="6505" y="1156"/>
                    <a:pt x="5826" y="1013"/>
                    <a:pt x="5125" y="610"/>
                  </a:cubicBezTo>
                  <a:cubicBezTo>
                    <a:pt x="4326" y="153"/>
                    <a:pt x="3542" y="1"/>
                    <a:pt x="2851" y="1"/>
                  </a:cubicBezTo>
                  <a:close/>
                </a:path>
              </a:pathLst>
            </a:custGeom>
            <a:solidFill>
              <a:srgbClr val="BCC9D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654" name="Google Shape;20654;p47"/>
            <p:cNvSpPr/>
            <p:nvPr/>
          </p:nvSpPr>
          <p:spPr>
            <a:xfrm>
              <a:off x="5404400" y="2653700"/>
              <a:ext cx="51119" cy="140801"/>
            </a:xfrm>
            <a:custGeom>
              <a:rect b="b" l="l" r="r" t="t"/>
              <a:pathLst>
                <a:path extrusionOk="0" h="5371" w="1950">
                  <a:moveTo>
                    <a:pt x="1719" y="0"/>
                  </a:moveTo>
                  <a:cubicBezTo>
                    <a:pt x="1488" y="159"/>
                    <a:pt x="1242" y="304"/>
                    <a:pt x="983" y="419"/>
                  </a:cubicBezTo>
                  <a:cubicBezTo>
                    <a:pt x="1603" y="2122"/>
                    <a:pt x="1228" y="4028"/>
                    <a:pt x="1" y="5370"/>
                  </a:cubicBezTo>
                  <a:cubicBezTo>
                    <a:pt x="30" y="5356"/>
                    <a:pt x="59" y="5342"/>
                    <a:pt x="73" y="5342"/>
                  </a:cubicBezTo>
                  <a:cubicBezTo>
                    <a:pt x="160" y="5298"/>
                    <a:pt x="246" y="5255"/>
                    <a:pt x="318" y="5212"/>
                  </a:cubicBezTo>
                  <a:lnTo>
                    <a:pt x="376" y="5168"/>
                  </a:lnTo>
                  <a:lnTo>
                    <a:pt x="405" y="5154"/>
                  </a:lnTo>
                  <a:lnTo>
                    <a:pt x="448" y="5125"/>
                  </a:lnTo>
                  <a:lnTo>
                    <a:pt x="463" y="5111"/>
                  </a:lnTo>
                  <a:cubicBezTo>
                    <a:pt x="477" y="5096"/>
                    <a:pt x="506" y="5082"/>
                    <a:pt x="521" y="5067"/>
                  </a:cubicBezTo>
                  <a:lnTo>
                    <a:pt x="535" y="5053"/>
                  </a:lnTo>
                  <a:lnTo>
                    <a:pt x="593" y="4995"/>
                  </a:lnTo>
                  <a:cubicBezTo>
                    <a:pt x="1488" y="4042"/>
                    <a:pt x="1950" y="2772"/>
                    <a:pt x="1892" y="1473"/>
                  </a:cubicBezTo>
                  <a:lnTo>
                    <a:pt x="1892" y="1372"/>
                  </a:lnTo>
                  <a:lnTo>
                    <a:pt x="1892" y="1343"/>
                  </a:lnTo>
                  <a:cubicBezTo>
                    <a:pt x="1892" y="1328"/>
                    <a:pt x="1892" y="1300"/>
                    <a:pt x="1892" y="1285"/>
                  </a:cubicBezTo>
                  <a:lnTo>
                    <a:pt x="1892" y="1242"/>
                  </a:lnTo>
                  <a:lnTo>
                    <a:pt x="1892" y="1184"/>
                  </a:lnTo>
                  <a:cubicBezTo>
                    <a:pt x="1892" y="1170"/>
                    <a:pt x="1892" y="1155"/>
                    <a:pt x="1892" y="1155"/>
                  </a:cubicBezTo>
                  <a:lnTo>
                    <a:pt x="1892" y="1098"/>
                  </a:lnTo>
                  <a:cubicBezTo>
                    <a:pt x="1892" y="1083"/>
                    <a:pt x="1892" y="1069"/>
                    <a:pt x="1892" y="1054"/>
                  </a:cubicBezTo>
                  <a:lnTo>
                    <a:pt x="1892" y="996"/>
                  </a:lnTo>
                  <a:cubicBezTo>
                    <a:pt x="1892" y="982"/>
                    <a:pt x="1892" y="982"/>
                    <a:pt x="1892" y="968"/>
                  </a:cubicBezTo>
                  <a:lnTo>
                    <a:pt x="1892" y="910"/>
                  </a:lnTo>
                  <a:lnTo>
                    <a:pt x="1892" y="867"/>
                  </a:lnTo>
                  <a:lnTo>
                    <a:pt x="1892" y="809"/>
                  </a:lnTo>
                  <a:lnTo>
                    <a:pt x="1892" y="780"/>
                  </a:lnTo>
                  <a:cubicBezTo>
                    <a:pt x="1878" y="751"/>
                    <a:pt x="1878" y="737"/>
                    <a:pt x="1878" y="722"/>
                  </a:cubicBezTo>
                  <a:lnTo>
                    <a:pt x="1878" y="693"/>
                  </a:lnTo>
                  <a:cubicBezTo>
                    <a:pt x="1878" y="679"/>
                    <a:pt x="1878" y="650"/>
                    <a:pt x="1863" y="621"/>
                  </a:cubicBezTo>
                  <a:cubicBezTo>
                    <a:pt x="1849" y="592"/>
                    <a:pt x="1863" y="607"/>
                    <a:pt x="1863" y="592"/>
                  </a:cubicBezTo>
                  <a:cubicBezTo>
                    <a:pt x="1863" y="592"/>
                    <a:pt x="1863" y="549"/>
                    <a:pt x="1849" y="535"/>
                  </a:cubicBezTo>
                  <a:cubicBezTo>
                    <a:pt x="1834" y="506"/>
                    <a:pt x="1849" y="520"/>
                    <a:pt x="1849" y="506"/>
                  </a:cubicBezTo>
                  <a:lnTo>
                    <a:pt x="1834" y="433"/>
                  </a:lnTo>
                  <a:lnTo>
                    <a:pt x="1834" y="419"/>
                  </a:lnTo>
                  <a:cubicBezTo>
                    <a:pt x="1834" y="405"/>
                    <a:pt x="1820" y="376"/>
                    <a:pt x="1820" y="347"/>
                  </a:cubicBezTo>
                  <a:cubicBezTo>
                    <a:pt x="1820" y="347"/>
                    <a:pt x="1820" y="332"/>
                    <a:pt x="1820" y="332"/>
                  </a:cubicBezTo>
                  <a:cubicBezTo>
                    <a:pt x="1820" y="304"/>
                    <a:pt x="1805" y="289"/>
                    <a:pt x="1791" y="260"/>
                  </a:cubicBezTo>
                  <a:cubicBezTo>
                    <a:pt x="1791" y="246"/>
                    <a:pt x="1791" y="246"/>
                    <a:pt x="1791" y="246"/>
                  </a:cubicBezTo>
                  <a:cubicBezTo>
                    <a:pt x="1791" y="217"/>
                    <a:pt x="1776" y="188"/>
                    <a:pt x="1776" y="159"/>
                  </a:cubicBezTo>
                  <a:lnTo>
                    <a:pt x="1748" y="87"/>
                  </a:lnTo>
                  <a:cubicBezTo>
                    <a:pt x="1748" y="87"/>
                    <a:pt x="1733" y="29"/>
                    <a:pt x="1719" y="0"/>
                  </a:cubicBezTo>
                  <a:close/>
                </a:path>
              </a:pathLst>
            </a:custGeom>
            <a:solidFill>
              <a:srgbClr val="7E93A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655" name="Google Shape;20655;p47"/>
            <p:cNvSpPr/>
            <p:nvPr/>
          </p:nvSpPr>
          <p:spPr>
            <a:xfrm>
              <a:off x="5403273" y="2692288"/>
              <a:ext cx="19320" cy="16515"/>
            </a:xfrm>
            <a:custGeom>
              <a:rect b="b" l="l" r="r" t="t"/>
              <a:pathLst>
                <a:path extrusionOk="0" h="630" w="737">
                  <a:moveTo>
                    <a:pt x="419" y="1"/>
                  </a:moveTo>
                  <a:cubicBezTo>
                    <a:pt x="145" y="1"/>
                    <a:pt x="1" y="347"/>
                    <a:pt x="203" y="535"/>
                  </a:cubicBezTo>
                  <a:cubicBezTo>
                    <a:pt x="268" y="601"/>
                    <a:pt x="348" y="630"/>
                    <a:pt x="425" y="630"/>
                  </a:cubicBezTo>
                  <a:cubicBezTo>
                    <a:pt x="585" y="630"/>
                    <a:pt x="737" y="504"/>
                    <a:pt x="737" y="318"/>
                  </a:cubicBezTo>
                  <a:cubicBezTo>
                    <a:pt x="737" y="145"/>
                    <a:pt x="592" y="15"/>
                    <a:pt x="419" y="1"/>
                  </a:cubicBezTo>
                  <a:close/>
                </a:path>
              </a:pathLst>
            </a:custGeom>
            <a:solidFill>
              <a:srgbClr val="596F8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656" name="Google Shape;20656;p47"/>
            <p:cNvSpPr/>
            <p:nvPr/>
          </p:nvSpPr>
          <p:spPr>
            <a:xfrm>
              <a:off x="5363531" y="2752478"/>
              <a:ext cx="16699" cy="14287"/>
            </a:xfrm>
            <a:custGeom>
              <a:rect b="b" l="l" r="r" t="t"/>
              <a:pathLst>
                <a:path extrusionOk="0" h="545" w="637">
                  <a:moveTo>
                    <a:pt x="376" y="0"/>
                  </a:moveTo>
                  <a:cubicBezTo>
                    <a:pt x="131" y="0"/>
                    <a:pt x="1" y="303"/>
                    <a:pt x="174" y="462"/>
                  </a:cubicBezTo>
                  <a:cubicBezTo>
                    <a:pt x="231" y="519"/>
                    <a:pt x="301" y="545"/>
                    <a:pt x="369" y="545"/>
                  </a:cubicBezTo>
                  <a:cubicBezTo>
                    <a:pt x="506" y="545"/>
                    <a:pt x="636" y="439"/>
                    <a:pt x="636" y="274"/>
                  </a:cubicBezTo>
                  <a:cubicBezTo>
                    <a:pt x="636" y="130"/>
                    <a:pt x="521" y="0"/>
                    <a:pt x="376" y="0"/>
                  </a:cubicBezTo>
                  <a:close/>
                </a:path>
              </a:pathLst>
            </a:custGeom>
            <a:solidFill>
              <a:srgbClr val="596F8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657" name="Google Shape;20657;p47"/>
            <p:cNvSpPr/>
            <p:nvPr/>
          </p:nvSpPr>
          <p:spPr>
            <a:xfrm>
              <a:off x="5248133" y="2682458"/>
              <a:ext cx="16673" cy="14313"/>
            </a:xfrm>
            <a:custGeom>
              <a:rect b="b" l="l" r="r" t="t"/>
              <a:pathLst>
                <a:path extrusionOk="0" h="546" w="636">
                  <a:moveTo>
                    <a:pt x="361" y="1"/>
                  </a:moveTo>
                  <a:cubicBezTo>
                    <a:pt x="116" y="1"/>
                    <a:pt x="0" y="289"/>
                    <a:pt x="159" y="462"/>
                  </a:cubicBezTo>
                  <a:cubicBezTo>
                    <a:pt x="216" y="520"/>
                    <a:pt x="287" y="545"/>
                    <a:pt x="357" y="545"/>
                  </a:cubicBezTo>
                  <a:cubicBezTo>
                    <a:pt x="499" y="545"/>
                    <a:pt x="635" y="439"/>
                    <a:pt x="635" y="275"/>
                  </a:cubicBezTo>
                  <a:cubicBezTo>
                    <a:pt x="635" y="130"/>
                    <a:pt x="505" y="1"/>
                    <a:pt x="361" y="1"/>
                  </a:cubicBezTo>
                  <a:close/>
                </a:path>
              </a:pathLst>
            </a:custGeom>
            <a:solidFill>
              <a:srgbClr val="596F8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658" name="Google Shape;20658;p47"/>
            <p:cNvSpPr/>
            <p:nvPr/>
          </p:nvSpPr>
          <p:spPr>
            <a:xfrm>
              <a:off x="5271202" y="2752478"/>
              <a:ext cx="16673" cy="14287"/>
            </a:xfrm>
            <a:custGeom>
              <a:rect b="b" l="l" r="r" t="t"/>
              <a:pathLst>
                <a:path extrusionOk="0" h="545" w="636">
                  <a:moveTo>
                    <a:pt x="376" y="0"/>
                  </a:moveTo>
                  <a:cubicBezTo>
                    <a:pt x="131" y="0"/>
                    <a:pt x="1" y="303"/>
                    <a:pt x="174" y="462"/>
                  </a:cubicBezTo>
                  <a:cubicBezTo>
                    <a:pt x="231" y="519"/>
                    <a:pt x="301" y="545"/>
                    <a:pt x="369" y="545"/>
                  </a:cubicBezTo>
                  <a:cubicBezTo>
                    <a:pt x="506" y="545"/>
                    <a:pt x="636" y="439"/>
                    <a:pt x="636" y="274"/>
                  </a:cubicBezTo>
                  <a:cubicBezTo>
                    <a:pt x="636" y="130"/>
                    <a:pt x="520" y="0"/>
                    <a:pt x="376" y="0"/>
                  </a:cubicBezTo>
                  <a:close/>
                </a:path>
              </a:pathLst>
            </a:custGeom>
            <a:solidFill>
              <a:srgbClr val="596F8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659" name="Google Shape;20659;p47"/>
            <p:cNvSpPr/>
            <p:nvPr/>
          </p:nvSpPr>
          <p:spPr>
            <a:xfrm>
              <a:off x="5312831" y="2697584"/>
              <a:ext cx="20081" cy="17145"/>
            </a:xfrm>
            <a:custGeom>
              <a:rect b="b" l="l" r="r" t="t"/>
              <a:pathLst>
                <a:path extrusionOk="0" h="654" w="766">
                  <a:moveTo>
                    <a:pt x="434" y="1"/>
                  </a:moveTo>
                  <a:cubicBezTo>
                    <a:pt x="145" y="1"/>
                    <a:pt x="1" y="347"/>
                    <a:pt x="203" y="549"/>
                  </a:cubicBezTo>
                  <a:cubicBezTo>
                    <a:pt x="270" y="622"/>
                    <a:pt x="355" y="654"/>
                    <a:pt x="438" y="654"/>
                  </a:cubicBezTo>
                  <a:cubicBezTo>
                    <a:pt x="605" y="654"/>
                    <a:pt x="766" y="525"/>
                    <a:pt x="766" y="333"/>
                  </a:cubicBezTo>
                  <a:cubicBezTo>
                    <a:pt x="766" y="145"/>
                    <a:pt x="621" y="1"/>
                    <a:pt x="434" y="1"/>
                  </a:cubicBezTo>
                  <a:close/>
                </a:path>
              </a:pathLst>
            </a:custGeom>
            <a:solidFill>
              <a:srgbClr val="596F8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20660" name="Google Shape;20660;p47"/>
          <p:cNvGrpSpPr/>
          <p:nvPr/>
        </p:nvGrpSpPr>
        <p:grpSpPr>
          <a:xfrm>
            <a:off x="3234506" y="2484534"/>
            <a:ext cx="388297" cy="293320"/>
            <a:chOff x="3234506" y="2484534"/>
            <a:chExt cx="388297" cy="293320"/>
          </a:xfrm>
        </p:grpSpPr>
        <p:sp>
          <p:nvSpPr>
            <p:cNvPr id="20661" name="Google Shape;20661;p47"/>
            <p:cNvSpPr/>
            <p:nvPr/>
          </p:nvSpPr>
          <p:spPr>
            <a:xfrm>
              <a:off x="3531208" y="2527684"/>
              <a:ext cx="91595" cy="250170"/>
            </a:xfrm>
            <a:custGeom>
              <a:rect b="b" l="l" r="r" t="t"/>
              <a:pathLst>
                <a:path extrusionOk="0" h="9543" w="3494">
                  <a:moveTo>
                    <a:pt x="246" y="0"/>
                  </a:moveTo>
                  <a:cubicBezTo>
                    <a:pt x="116" y="0"/>
                    <a:pt x="15" y="116"/>
                    <a:pt x="15" y="246"/>
                  </a:cubicBezTo>
                  <a:lnTo>
                    <a:pt x="15" y="7767"/>
                  </a:lnTo>
                  <a:cubicBezTo>
                    <a:pt x="0" y="8719"/>
                    <a:pt x="765" y="9513"/>
                    <a:pt x="1718" y="9542"/>
                  </a:cubicBezTo>
                  <a:lnTo>
                    <a:pt x="1747" y="9542"/>
                  </a:lnTo>
                  <a:cubicBezTo>
                    <a:pt x="2714" y="9542"/>
                    <a:pt x="3494" y="8748"/>
                    <a:pt x="3494" y="7796"/>
                  </a:cubicBezTo>
                  <a:lnTo>
                    <a:pt x="3494" y="1242"/>
                  </a:lnTo>
                  <a:cubicBezTo>
                    <a:pt x="3494" y="563"/>
                    <a:pt x="2945" y="0"/>
                    <a:pt x="2252" y="0"/>
                  </a:cubicBezTo>
                  <a:close/>
                </a:path>
              </a:pathLst>
            </a:custGeom>
            <a:solidFill>
              <a:srgbClr val="98A9B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662" name="Google Shape;20662;p47"/>
            <p:cNvSpPr/>
            <p:nvPr/>
          </p:nvSpPr>
          <p:spPr>
            <a:xfrm>
              <a:off x="3520984" y="2527684"/>
              <a:ext cx="70413" cy="157814"/>
            </a:xfrm>
            <a:custGeom>
              <a:rect b="b" l="l" r="r" t="t"/>
              <a:pathLst>
                <a:path extrusionOk="0" h="6020" w="2686">
                  <a:moveTo>
                    <a:pt x="1" y="0"/>
                  </a:moveTo>
                  <a:lnTo>
                    <a:pt x="1" y="6020"/>
                  </a:lnTo>
                  <a:lnTo>
                    <a:pt x="1285" y="6020"/>
                  </a:lnTo>
                  <a:cubicBezTo>
                    <a:pt x="1415" y="6020"/>
                    <a:pt x="1516" y="5905"/>
                    <a:pt x="1516" y="5775"/>
                  </a:cubicBezTo>
                  <a:lnTo>
                    <a:pt x="1516" y="1256"/>
                  </a:lnTo>
                  <a:cubicBezTo>
                    <a:pt x="1516" y="592"/>
                    <a:pt x="2022" y="44"/>
                    <a:pt x="2686" y="15"/>
                  </a:cubicBezTo>
                  <a:lnTo>
                    <a:pt x="2642" y="0"/>
                  </a:lnTo>
                  <a:close/>
                </a:path>
              </a:pathLst>
            </a:custGeom>
            <a:solidFill>
              <a:srgbClr val="EFF2F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663" name="Google Shape;20663;p47"/>
            <p:cNvSpPr/>
            <p:nvPr/>
          </p:nvSpPr>
          <p:spPr>
            <a:xfrm>
              <a:off x="3234506" y="2576130"/>
              <a:ext cx="340244" cy="201724"/>
            </a:xfrm>
            <a:custGeom>
              <a:rect b="b" l="l" r="r" t="t"/>
              <a:pathLst>
                <a:path extrusionOk="0" h="7695" w="12979">
                  <a:moveTo>
                    <a:pt x="1" y="0"/>
                  </a:moveTo>
                  <a:lnTo>
                    <a:pt x="1" y="5948"/>
                  </a:lnTo>
                  <a:cubicBezTo>
                    <a:pt x="1" y="6900"/>
                    <a:pt x="780" y="7680"/>
                    <a:pt x="1748" y="7694"/>
                  </a:cubicBezTo>
                  <a:lnTo>
                    <a:pt x="12978" y="7694"/>
                  </a:lnTo>
                  <a:cubicBezTo>
                    <a:pt x="12040" y="7622"/>
                    <a:pt x="11318" y="6857"/>
                    <a:pt x="11333" y="5919"/>
                  </a:cubicBezTo>
                  <a:lnTo>
                    <a:pt x="11333" y="0"/>
                  </a:lnTo>
                  <a:close/>
                </a:path>
              </a:pathLst>
            </a:custGeom>
            <a:solidFill>
              <a:srgbClr val="F8F9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664" name="Google Shape;20664;p47"/>
            <p:cNvSpPr/>
            <p:nvPr/>
          </p:nvSpPr>
          <p:spPr>
            <a:xfrm>
              <a:off x="3234506" y="2484534"/>
              <a:ext cx="297095" cy="105227"/>
            </a:xfrm>
            <a:custGeom>
              <a:rect b="b" l="l" r="r" t="t"/>
              <a:pathLst>
                <a:path extrusionOk="0" h="4014" w="11333">
                  <a:moveTo>
                    <a:pt x="232" y="1"/>
                  </a:moveTo>
                  <a:cubicBezTo>
                    <a:pt x="102" y="1"/>
                    <a:pt x="1" y="102"/>
                    <a:pt x="1" y="232"/>
                  </a:cubicBezTo>
                  <a:lnTo>
                    <a:pt x="1" y="4014"/>
                  </a:lnTo>
                  <a:lnTo>
                    <a:pt x="11333" y="4014"/>
                  </a:lnTo>
                  <a:lnTo>
                    <a:pt x="11333" y="232"/>
                  </a:lnTo>
                  <a:cubicBezTo>
                    <a:pt x="11333" y="102"/>
                    <a:pt x="11217" y="1"/>
                    <a:pt x="11087" y="1"/>
                  </a:cubicBezTo>
                  <a:close/>
                </a:path>
              </a:pathLst>
            </a:custGeom>
            <a:solidFill>
              <a:srgbClr val="9CABB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665" name="Google Shape;20665;p47"/>
            <p:cNvSpPr/>
            <p:nvPr/>
          </p:nvSpPr>
          <p:spPr>
            <a:xfrm>
              <a:off x="3268192" y="2507971"/>
              <a:ext cx="51879" cy="58486"/>
            </a:xfrm>
            <a:custGeom>
              <a:rect b="b" l="l" r="r" t="t"/>
              <a:pathLst>
                <a:path extrusionOk="0" h="2231" w="1979">
                  <a:moveTo>
                    <a:pt x="226" y="1"/>
                  </a:moveTo>
                  <a:cubicBezTo>
                    <a:pt x="110" y="1"/>
                    <a:pt x="1" y="92"/>
                    <a:pt x="1" y="233"/>
                  </a:cubicBezTo>
                  <a:lnTo>
                    <a:pt x="1" y="1994"/>
                  </a:lnTo>
                  <a:cubicBezTo>
                    <a:pt x="8" y="2138"/>
                    <a:pt x="116" y="2210"/>
                    <a:pt x="226" y="2210"/>
                  </a:cubicBezTo>
                  <a:cubicBezTo>
                    <a:pt x="336" y="2210"/>
                    <a:pt x="448" y="2138"/>
                    <a:pt x="463" y="1994"/>
                  </a:cubicBezTo>
                  <a:lnTo>
                    <a:pt x="463" y="882"/>
                  </a:lnTo>
                  <a:lnTo>
                    <a:pt x="1560" y="2153"/>
                  </a:lnTo>
                  <a:cubicBezTo>
                    <a:pt x="1608" y="2206"/>
                    <a:pt x="1672" y="2230"/>
                    <a:pt x="1735" y="2230"/>
                  </a:cubicBezTo>
                  <a:cubicBezTo>
                    <a:pt x="1858" y="2230"/>
                    <a:pt x="1978" y="2137"/>
                    <a:pt x="1978" y="1994"/>
                  </a:cubicBezTo>
                  <a:lnTo>
                    <a:pt x="1978" y="233"/>
                  </a:lnTo>
                  <a:cubicBezTo>
                    <a:pt x="1964" y="103"/>
                    <a:pt x="1863" y="2"/>
                    <a:pt x="1747" y="2"/>
                  </a:cubicBezTo>
                  <a:cubicBezTo>
                    <a:pt x="1603" y="2"/>
                    <a:pt x="1502" y="103"/>
                    <a:pt x="1502" y="233"/>
                  </a:cubicBezTo>
                  <a:lnTo>
                    <a:pt x="1502" y="1359"/>
                  </a:lnTo>
                  <a:lnTo>
                    <a:pt x="405" y="88"/>
                  </a:lnTo>
                  <a:cubicBezTo>
                    <a:pt x="354" y="28"/>
                    <a:pt x="289" y="1"/>
                    <a:pt x="226" y="1"/>
                  </a:cubicBezTo>
                  <a:close/>
                </a:path>
              </a:pathLst>
            </a:custGeom>
            <a:solidFill>
              <a:srgbClr val="E6EBE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666" name="Google Shape;20666;p47"/>
            <p:cNvSpPr/>
            <p:nvPr/>
          </p:nvSpPr>
          <p:spPr>
            <a:xfrm>
              <a:off x="3327229" y="2507997"/>
              <a:ext cx="46951" cy="58695"/>
            </a:xfrm>
            <a:custGeom>
              <a:rect b="b" l="l" r="r" t="t"/>
              <a:pathLst>
                <a:path extrusionOk="0" h="2239" w="1791">
                  <a:moveTo>
                    <a:pt x="232" y="1"/>
                  </a:moveTo>
                  <a:cubicBezTo>
                    <a:pt x="102" y="1"/>
                    <a:pt x="1" y="102"/>
                    <a:pt x="1" y="246"/>
                  </a:cubicBezTo>
                  <a:lnTo>
                    <a:pt x="1" y="2007"/>
                  </a:lnTo>
                  <a:cubicBezTo>
                    <a:pt x="1" y="2137"/>
                    <a:pt x="102" y="2238"/>
                    <a:pt x="232" y="2238"/>
                  </a:cubicBezTo>
                  <a:lnTo>
                    <a:pt x="1502" y="2238"/>
                  </a:lnTo>
                  <a:cubicBezTo>
                    <a:pt x="1791" y="2209"/>
                    <a:pt x="1791" y="1791"/>
                    <a:pt x="1502" y="1762"/>
                  </a:cubicBezTo>
                  <a:lnTo>
                    <a:pt x="477" y="1762"/>
                  </a:lnTo>
                  <a:lnTo>
                    <a:pt x="477" y="1228"/>
                  </a:lnTo>
                  <a:lnTo>
                    <a:pt x="997" y="1228"/>
                  </a:lnTo>
                  <a:cubicBezTo>
                    <a:pt x="1285" y="1199"/>
                    <a:pt x="1285" y="780"/>
                    <a:pt x="997" y="751"/>
                  </a:cubicBezTo>
                  <a:lnTo>
                    <a:pt x="477" y="751"/>
                  </a:lnTo>
                  <a:lnTo>
                    <a:pt x="477" y="463"/>
                  </a:lnTo>
                  <a:lnTo>
                    <a:pt x="1502" y="463"/>
                  </a:lnTo>
                  <a:lnTo>
                    <a:pt x="1502" y="477"/>
                  </a:lnTo>
                  <a:cubicBezTo>
                    <a:pt x="1791" y="448"/>
                    <a:pt x="1791" y="30"/>
                    <a:pt x="1502" y="1"/>
                  </a:cubicBezTo>
                  <a:close/>
                </a:path>
              </a:pathLst>
            </a:custGeom>
            <a:solidFill>
              <a:srgbClr val="E6EBE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667" name="Google Shape;20667;p47"/>
            <p:cNvSpPr/>
            <p:nvPr/>
          </p:nvSpPr>
          <p:spPr>
            <a:xfrm>
              <a:off x="3379292" y="2508049"/>
              <a:ext cx="66796" cy="58643"/>
            </a:xfrm>
            <a:custGeom>
              <a:rect b="b" l="l" r="r" t="t"/>
              <a:pathLst>
                <a:path extrusionOk="0" h="2237" w="2548">
                  <a:moveTo>
                    <a:pt x="2269" y="1"/>
                  </a:moveTo>
                  <a:cubicBezTo>
                    <a:pt x="2168" y="1"/>
                    <a:pt x="2080" y="68"/>
                    <a:pt x="2057" y="172"/>
                  </a:cubicBezTo>
                  <a:lnTo>
                    <a:pt x="1739" y="1269"/>
                  </a:lnTo>
                  <a:lnTo>
                    <a:pt x="1494" y="648"/>
                  </a:lnTo>
                  <a:cubicBezTo>
                    <a:pt x="1450" y="547"/>
                    <a:pt x="1360" y="497"/>
                    <a:pt x="1272" y="497"/>
                  </a:cubicBezTo>
                  <a:cubicBezTo>
                    <a:pt x="1183" y="497"/>
                    <a:pt x="1097" y="547"/>
                    <a:pt x="1061" y="648"/>
                  </a:cubicBezTo>
                  <a:lnTo>
                    <a:pt x="801" y="1269"/>
                  </a:lnTo>
                  <a:lnTo>
                    <a:pt x="498" y="172"/>
                  </a:lnTo>
                  <a:cubicBezTo>
                    <a:pt x="458" y="64"/>
                    <a:pt x="368" y="16"/>
                    <a:pt x="278" y="16"/>
                  </a:cubicBezTo>
                  <a:cubicBezTo>
                    <a:pt x="140" y="16"/>
                    <a:pt x="1" y="127"/>
                    <a:pt x="36" y="302"/>
                  </a:cubicBezTo>
                  <a:lnTo>
                    <a:pt x="541" y="2063"/>
                  </a:lnTo>
                  <a:cubicBezTo>
                    <a:pt x="571" y="2175"/>
                    <a:pt x="666" y="2233"/>
                    <a:pt x="763" y="2233"/>
                  </a:cubicBezTo>
                  <a:cubicBezTo>
                    <a:pt x="854" y="2233"/>
                    <a:pt x="946" y="2182"/>
                    <a:pt x="988" y="2078"/>
                  </a:cubicBezTo>
                  <a:lnTo>
                    <a:pt x="1277" y="1370"/>
                  </a:lnTo>
                  <a:lnTo>
                    <a:pt x="1566" y="2078"/>
                  </a:lnTo>
                  <a:cubicBezTo>
                    <a:pt x="1595" y="2179"/>
                    <a:pt x="1681" y="2236"/>
                    <a:pt x="1782" y="2236"/>
                  </a:cubicBezTo>
                  <a:lnTo>
                    <a:pt x="1797" y="2236"/>
                  </a:lnTo>
                  <a:cubicBezTo>
                    <a:pt x="1883" y="2222"/>
                    <a:pt x="1970" y="2164"/>
                    <a:pt x="1999" y="2063"/>
                  </a:cubicBezTo>
                  <a:lnTo>
                    <a:pt x="2504" y="302"/>
                  </a:lnTo>
                  <a:cubicBezTo>
                    <a:pt x="2547" y="172"/>
                    <a:pt x="2475" y="42"/>
                    <a:pt x="2345" y="13"/>
                  </a:cubicBezTo>
                  <a:cubicBezTo>
                    <a:pt x="2320" y="5"/>
                    <a:pt x="2294" y="1"/>
                    <a:pt x="2269" y="1"/>
                  </a:cubicBezTo>
                  <a:close/>
                </a:path>
              </a:pathLst>
            </a:custGeom>
            <a:solidFill>
              <a:srgbClr val="E6EBE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668" name="Google Shape;20668;p47"/>
            <p:cNvSpPr/>
            <p:nvPr/>
          </p:nvSpPr>
          <p:spPr>
            <a:xfrm>
              <a:off x="3450072" y="2507971"/>
              <a:ext cx="50647" cy="58748"/>
            </a:xfrm>
            <a:custGeom>
              <a:rect b="b" l="l" r="r" t="t"/>
              <a:pathLst>
                <a:path extrusionOk="0" h="2241" w="1932">
                  <a:moveTo>
                    <a:pt x="1621" y="1"/>
                  </a:moveTo>
                  <a:cubicBezTo>
                    <a:pt x="1613" y="1"/>
                    <a:pt x="1603" y="1"/>
                    <a:pt x="1594" y="2"/>
                  </a:cubicBezTo>
                  <a:lnTo>
                    <a:pt x="338" y="2"/>
                  </a:lnTo>
                  <a:cubicBezTo>
                    <a:pt x="208" y="2"/>
                    <a:pt x="107" y="103"/>
                    <a:pt x="107" y="233"/>
                  </a:cubicBezTo>
                  <a:lnTo>
                    <a:pt x="107" y="1243"/>
                  </a:lnTo>
                  <a:cubicBezTo>
                    <a:pt x="107" y="1373"/>
                    <a:pt x="208" y="1474"/>
                    <a:pt x="338" y="1474"/>
                  </a:cubicBezTo>
                  <a:lnTo>
                    <a:pt x="1363" y="1474"/>
                  </a:lnTo>
                  <a:lnTo>
                    <a:pt x="1363" y="1763"/>
                  </a:lnTo>
                  <a:lnTo>
                    <a:pt x="338" y="1763"/>
                  </a:lnTo>
                  <a:cubicBezTo>
                    <a:pt x="329" y="1762"/>
                    <a:pt x="320" y="1762"/>
                    <a:pt x="312" y="1762"/>
                  </a:cubicBezTo>
                  <a:cubicBezTo>
                    <a:pt x="1" y="1762"/>
                    <a:pt x="1" y="2240"/>
                    <a:pt x="312" y="2240"/>
                  </a:cubicBezTo>
                  <a:cubicBezTo>
                    <a:pt x="320" y="2240"/>
                    <a:pt x="329" y="2240"/>
                    <a:pt x="338" y="2239"/>
                  </a:cubicBezTo>
                  <a:lnTo>
                    <a:pt x="1594" y="2239"/>
                  </a:lnTo>
                  <a:cubicBezTo>
                    <a:pt x="1724" y="2239"/>
                    <a:pt x="1839" y="2124"/>
                    <a:pt x="1839" y="1994"/>
                  </a:cubicBezTo>
                  <a:lnTo>
                    <a:pt x="1839" y="1243"/>
                  </a:lnTo>
                  <a:cubicBezTo>
                    <a:pt x="1839" y="1121"/>
                    <a:pt x="1737" y="1011"/>
                    <a:pt x="1616" y="1011"/>
                  </a:cubicBezTo>
                  <a:cubicBezTo>
                    <a:pt x="1609" y="1011"/>
                    <a:pt x="1601" y="1011"/>
                    <a:pt x="1594" y="1012"/>
                  </a:cubicBezTo>
                  <a:lnTo>
                    <a:pt x="584" y="1012"/>
                  </a:lnTo>
                  <a:lnTo>
                    <a:pt x="584" y="464"/>
                  </a:lnTo>
                  <a:lnTo>
                    <a:pt x="1594" y="464"/>
                  </a:lnTo>
                  <a:cubicBezTo>
                    <a:pt x="1603" y="465"/>
                    <a:pt x="1613" y="465"/>
                    <a:pt x="1621" y="465"/>
                  </a:cubicBezTo>
                  <a:cubicBezTo>
                    <a:pt x="1931" y="465"/>
                    <a:pt x="1931" y="1"/>
                    <a:pt x="1621" y="1"/>
                  </a:cubicBezTo>
                  <a:close/>
                </a:path>
              </a:pathLst>
            </a:custGeom>
            <a:solidFill>
              <a:srgbClr val="E6EBE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669" name="Google Shape;20669;p47"/>
            <p:cNvSpPr/>
            <p:nvPr/>
          </p:nvSpPr>
          <p:spPr>
            <a:xfrm>
              <a:off x="3271233" y="2606775"/>
              <a:ext cx="91595" cy="78724"/>
            </a:xfrm>
            <a:custGeom>
              <a:rect b="b" l="l" r="r" t="t"/>
              <a:pathLst>
                <a:path extrusionOk="0" h="3003" w="3494">
                  <a:moveTo>
                    <a:pt x="231" y="0"/>
                  </a:moveTo>
                  <a:cubicBezTo>
                    <a:pt x="101" y="0"/>
                    <a:pt x="0" y="101"/>
                    <a:pt x="0" y="231"/>
                  </a:cubicBezTo>
                  <a:lnTo>
                    <a:pt x="0" y="2758"/>
                  </a:lnTo>
                  <a:cubicBezTo>
                    <a:pt x="0" y="2888"/>
                    <a:pt x="101" y="3003"/>
                    <a:pt x="231" y="3003"/>
                  </a:cubicBezTo>
                  <a:lnTo>
                    <a:pt x="3248" y="3003"/>
                  </a:lnTo>
                  <a:cubicBezTo>
                    <a:pt x="3378" y="3003"/>
                    <a:pt x="3479" y="2888"/>
                    <a:pt x="3479" y="2758"/>
                  </a:cubicBezTo>
                  <a:lnTo>
                    <a:pt x="3479" y="246"/>
                  </a:lnTo>
                  <a:cubicBezTo>
                    <a:pt x="3494" y="116"/>
                    <a:pt x="3378" y="0"/>
                    <a:pt x="3248" y="0"/>
                  </a:cubicBezTo>
                  <a:close/>
                </a:path>
              </a:pathLst>
            </a:custGeom>
            <a:solidFill>
              <a:srgbClr val="98A9B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670" name="Google Shape;20670;p47"/>
            <p:cNvSpPr/>
            <p:nvPr/>
          </p:nvSpPr>
          <p:spPr>
            <a:xfrm>
              <a:off x="3395361" y="2640068"/>
              <a:ext cx="107482" cy="12138"/>
            </a:xfrm>
            <a:custGeom>
              <a:rect b="b" l="l" r="r" t="t"/>
              <a:pathLst>
                <a:path extrusionOk="0" h="463" w="4100">
                  <a:moveTo>
                    <a:pt x="289" y="1"/>
                  </a:moveTo>
                  <a:cubicBezTo>
                    <a:pt x="0" y="15"/>
                    <a:pt x="0" y="448"/>
                    <a:pt x="289" y="463"/>
                  </a:cubicBezTo>
                  <a:lnTo>
                    <a:pt x="3811" y="463"/>
                  </a:lnTo>
                  <a:cubicBezTo>
                    <a:pt x="4100" y="448"/>
                    <a:pt x="4100" y="15"/>
                    <a:pt x="3811" y="1"/>
                  </a:cubicBezTo>
                  <a:close/>
                </a:path>
              </a:pathLst>
            </a:custGeom>
            <a:solidFill>
              <a:srgbClr val="98A9B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671" name="Google Shape;20671;p47"/>
            <p:cNvSpPr/>
            <p:nvPr/>
          </p:nvSpPr>
          <p:spPr>
            <a:xfrm>
              <a:off x="3395361" y="2607142"/>
              <a:ext cx="107482" cy="12138"/>
            </a:xfrm>
            <a:custGeom>
              <a:rect b="b" l="l" r="r" t="t"/>
              <a:pathLst>
                <a:path extrusionOk="0" h="463" w="4100">
                  <a:moveTo>
                    <a:pt x="289" y="1"/>
                  </a:moveTo>
                  <a:cubicBezTo>
                    <a:pt x="0" y="15"/>
                    <a:pt x="0" y="448"/>
                    <a:pt x="289" y="463"/>
                  </a:cubicBezTo>
                  <a:lnTo>
                    <a:pt x="3811" y="463"/>
                  </a:lnTo>
                  <a:cubicBezTo>
                    <a:pt x="4100" y="448"/>
                    <a:pt x="4100" y="15"/>
                    <a:pt x="3811" y="1"/>
                  </a:cubicBezTo>
                  <a:close/>
                </a:path>
              </a:pathLst>
            </a:custGeom>
            <a:solidFill>
              <a:srgbClr val="98A9B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672" name="Google Shape;20672;p47"/>
            <p:cNvSpPr/>
            <p:nvPr/>
          </p:nvSpPr>
          <p:spPr>
            <a:xfrm>
              <a:off x="3394077" y="2672968"/>
              <a:ext cx="108766" cy="12583"/>
            </a:xfrm>
            <a:custGeom>
              <a:rect b="b" l="l" r="r" t="t"/>
              <a:pathLst>
                <a:path extrusionOk="0" h="480" w="4149">
                  <a:moveTo>
                    <a:pt x="311" y="1"/>
                  </a:moveTo>
                  <a:cubicBezTo>
                    <a:pt x="0" y="1"/>
                    <a:pt x="0" y="479"/>
                    <a:pt x="311" y="479"/>
                  </a:cubicBezTo>
                  <a:cubicBezTo>
                    <a:pt x="320" y="479"/>
                    <a:pt x="329" y="479"/>
                    <a:pt x="338" y="478"/>
                  </a:cubicBezTo>
                  <a:lnTo>
                    <a:pt x="3860" y="478"/>
                  </a:lnTo>
                  <a:cubicBezTo>
                    <a:pt x="4149" y="449"/>
                    <a:pt x="4149" y="31"/>
                    <a:pt x="3860" y="2"/>
                  </a:cubicBezTo>
                  <a:lnTo>
                    <a:pt x="338" y="2"/>
                  </a:lnTo>
                  <a:cubicBezTo>
                    <a:pt x="329" y="1"/>
                    <a:pt x="320" y="1"/>
                    <a:pt x="311" y="1"/>
                  </a:cubicBezTo>
                  <a:close/>
                </a:path>
              </a:pathLst>
            </a:custGeom>
            <a:solidFill>
              <a:srgbClr val="98A9B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673" name="Google Shape;20673;p47"/>
            <p:cNvSpPr/>
            <p:nvPr/>
          </p:nvSpPr>
          <p:spPr>
            <a:xfrm>
              <a:off x="3395361" y="2705920"/>
              <a:ext cx="107482" cy="12505"/>
            </a:xfrm>
            <a:custGeom>
              <a:rect b="b" l="l" r="r" t="t"/>
              <a:pathLst>
                <a:path extrusionOk="0" h="477" w="4100">
                  <a:moveTo>
                    <a:pt x="289" y="1"/>
                  </a:moveTo>
                  <a:cubicBezTo>
                    <a:pt x="0" y="29"/>
                    <a:pt x="0" y="448"/>
                    <a:pt x="289" y="477"/>
                  </a:cubicBezTo>
                  <a:lnTo>
                    <a:pt x="3811" y="477"/>
                  </a:lnTo>
                  <a:cubicBezTo>
                    <a:pt x="4100" y="448"/>
                    <a:pt x="4100" y="29"/>
                    <a:pt x="3811" y="1"/>
                  </a:cubicBezTo>
                  <a:close/>
                </a:path>
              </a:pathLst>
            </a:custGeom>
            <a:solidFill>
              <a:srgbClr val="98A9B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674" name="Google Shape;20674;p47"/>
            <p:cNvSpPr/>
            <p:nvPr/>
          </p:nvSpPr>
          <p:spPr>
            <a:xfrm>
              <a:off x="3262006" y="2705894"/>
              <a:ext cx="110051" cy="12583"/>
            </a:xfrm>
            <a:custGeom>
              <a:rect b="b" l="l" r="r" t="t"/>
              <a:pathLst>
                <a:path extrusionOk="0" h="480" w="4198">
                  <a:moveTo>
                    <a:pt x="311" y="0"/>
                  </a:moveTo>
                  <a:cubicBezTo>
                    <a:pt x="0" y="0"/>
                    <a:pt x="0" y="479"/>
                    <a:pt x="311" y="479"/>
                  </a:cubicBezTo>
                  <a:cubicBezTo>
                    <a:pt x="320" y="479"/>
                    <a:pt x="329" y="479"/>
                    <a:pt x="338" y="478"/>
                  </a:cubicBezTo>
                  <a:lnTo>
                    <a:pt x="3860" y="478"/>
                  </a:lnTo>
                  <a:cubicBezTo>
                    <a:pt x="3869" y="479"/>
                    <a:pt x="3878" y="479"/>
                    <a:pt x="3887" y="479"/>
                  </a:cubicBezTo>
                  <a:cubicBezTo>
                    <a:pt x="4198" y="479"/>
                    <a:pt x="4198" y="0"/>
                    <a:pt x="3887" y="0"/>
                  </a:cubicBezTo>
                  <a:cubicBezTo>
                    <a:pt x="3878" y="0"/>
                    <a:pt x="3869" y="1"/>
                    <a:pt x="3860" y="2"/>
                  </a:cubicBezTo>
                  <a:lnTo>
                    <a:pt x="338" y="2"/>
                  </a:lnTo>
                  <a:cubicBezTo>
                    <a:pt x="329" y="1"/>
                    <a:pt x="320" y="0"/>
                    <a:pt x="311" y="0"/>
                  </a:cubicBezTo>
                  <a:close/>
                </a:path>
              </a:pathLst>
            </a:custGeom>
            <a:solidFill>
              <a:srgbClr val="98A9B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675" name="Google Shape;20675;p47"/>
            <p:cNvSpPr/>
            <p:nvPr/>
          </p:nvSpPr>
          <p:spPr>
            <a:xfrm>
              <a:off x="3263290" y="2738846"/>
              <a:ext cx="107481" cy="12505"/>
            </a:xfrm>
            <a:custGeom>
              <a:rect b="b" l="l" r="r" t="t"/>
              <a:pathLst>
                <a:path extrusionOk="0" h="477" w="4100">
                  <a:moveTo>
                    <a:pt x="289" y="0"/>
                  </a:moveTo>
                  <a:cubicBezTo>
                    <a:pt x="0" y="29"/>
                    <a:pt x="0" y="448"/>
                    <a:pt x="289" y="477"/>
                  </a:cubicBezTo>
                  <a:lnTo>
                    <a:pt x="3811" y="477"/>
                  </a:lnTo>
                  <a:cubicBezTo>
                    <a:pt x="4100" y="448"/>
                    <a:pt x="4100" y="29"/>
                    <a:pt x="3811" y="0"/>
                  </a:cubicBezTo>
                  <a:close/>
                </a:path>
              </a:pathLst>
            </a:custGeom>
            <a:solidFill>
              <a:srgbClr val="98A9B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676" name="Google Shape;20676;p47"/>
            <p:cNvSpPr/>
            <p:nvPr/>
          </p:nvSpPr>
          <p:spPr>
            <a:xfrm>
              <a:off x="3395361" y="2738846"/>
              <a:ext cx="107482" cy="12505"/>
            </a:xfrm>
            <a:custGeom>
              <a:rect b="b" l="l" r="r" t="t"/>
              <a:pathLst>
                <a:path extrusionOk="0" h="477" w="4100">
                  <a:moveTo>
                    <a:pt x="289" y="0"/>
                  </a:moveTo>
                  <a:cubicBezTo>
                    <a:pt x="0" y="29"/>
                    <a:pt x="0" y="448"/>
                    <a:pt x="289" y="477"/>
                  </a:cubicBezTo>
                  <a:lnTo>
                    <a:pt x="3811" y="477"/>
                  </a:lnTo>
                  <a:cubicBezTo>
                    <a:pt x="4100" y="448"/>
                    <a:pt x="4100" y="29"/>
                    <a:pt x="3811" y="0"/>
                  </a:cubicBezTo>
                  <a:close/>
                </a:path>
              </a:pathLst>
            </a:custGeom>
            <a:solidFill>
              <a:srgbClr val="98A9B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20677" name="Google Shape;20677;p47"/>
          <p:cNvGrpSpPr/>
          <p:nvPr/>
        </p:nvGrpSpPr>
        <p:grpSpPr>
          <a:xfrm>
            <a:off x="6065149" y="3367036"/>
            <a:ext cx="362554" cy="356498"/>
            <a:chOff x="6065149" y="3367036"/>
            <a:chExt cx="362554" cy="356498"/>
          </a:xfrm>
        </p:grpSpPr>
        <p:sp>
          <p:nvSpPr>
            <p:cNvPr id="20678" name="Google Shape;20678;p47"/>
            <p:cNvSpPr/>
            <p:nvPr/>
          </p:nvSpPr>
          <p:spPr>
            <a:xfrm>
              <a:off x="6065149" y="3367036"/>
              <a:ext cx="356498" cy="356498"/>
            </a:xfrm>
            <a:custGeom>
              <a:rect b="b" l="l" r="r" t="t"/>
              <a:pathLst>
                <a:path extrusionOk="0" h="13599" w="13599">
                  <a:moveTo>
                    <a:pt x="6799" y="0"/>
                  </a:moveTo>
                  <a:cubicBezTo>
                    <a:pt x="3046" y="0"/>
                    <a:pt x="0" y="3046"/>
                    <a:pt x="0" y="6799"/>
                  </a:cubicBezTo>
                  <a:cubicBezTo>
                    <a:pt x="0" y="10552"/>
                    <a:pt x="3046" y="13598"/>
                    <a:pt x="6799" y="13598"/>
                  </a:cubicBezTo>
                  <a:cubicBezTo>
                    <a:pt x="10553" y="13598"/>
                    <a:pt x="13598" y="10552"/>
                    <a:pt x="13598" y="6799"/>
                  </a:cubicBezTo>
                  <a:cubicBezTo>
                    <a:pt x="13598" y="3046"/>
                    <a:pt x="10553" y="0"/>
                    <a:pt x="6799" y="0"/>
                  </a:cubicBezTo>
                  <a:close/>
                </a:path>
              </a:pathLst>
            </a:custGeom>
            <a:solidFill>
              <a:srgbClr val="EFF1F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679" name="Google Shape;20679;p47"/>
            <p:cNvSpPr/>
            <p:nvPr/>
          </p:nvSpPr>
          <p:spPr>
            <a:xfrm>
              <a:off x="6219923" y="3367036"/>
              <a:ext cx="207780" cy="356472"/>
            </a:xfrm>
            <a:custGeom>
              <a:rect b="b" l="l" r="r" t="t"/>
              <a:pathLst>
                <a:path extrusionOk="0" h="13598" w="7926">
                  <a:moveTo>
                    <a:pt x="895" y="0"/>
                  </a:moveTo>
                  <a:cubicBezTo>
                    <a:pt x="592" y="0"/>
                    <a:pt x="303" y="15"/>
                    <a:pt x="0" y="58"/>
                  </a:cubicBezTo>
                  <a:cubicBezTo>
                    <a:pt x="3393" y="505"/>
                    <a:pt x="5919" y="3392"/>
                    <a:pt x="5919" y="6799"/>
                  </a:cubicBezTo>
                  <a:cubicBezTo>
                    <a:pt x="5919" y="10206"/>
                    <a:pt x="3393" y="13093"/>
                    <a:pt x="0" y="13540"/>
                  </a:cubicBezTo>
                  <a:cubicBezTo>
                    <a:pt x="299" y="13579"/>
                    <a:pt x="595" y="13598"/>
                    <a:pt x="887" y="13598"/>
                  </a:cubicBezTo>
                  <a:cubicBezTo>
                    <a:pt x="4418" y="13598"/>
                    <a:pt x="7439" y="10859"/>
                    <a:pt x="7666" y="7247"/>
                  </a:cubicBezTo>
                  <a:cubicBezTo>
                    <a:pt x="7925" y="3320"/>
                    <a:pt x="4822" y="0"/>
                    <a:pt x="895" y="0"/>
                  </a:cubicBezTo>
                  <a:close/>
                </a:path>
              </a:pathLst>
            </a:custGeom>
            <a:solidFill>
              <a:srgbClr val="C2CED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680" name="Google Shape;20680;p47"/>
            <p:cNvSpPr/>
            <p:nvPr/>
          </p:nvSpPr>
          <p:spPr>
            <a:xfrm>
              <a:off x="6119257" y="3421144"/>
              <a:ext cx="247889" cy="247889"/>
            </a:xfrm>
            <a:custGeom>
              <a:rect b="b" l="l" r="r" t="t"/>
              <a:pathLst>
                <a:path extrusionOk="0" h="9456" w="9456">
                  <a:moveTo>
                    <a:pt x="4735" y="0"/>
                  </a:moveTo>
                  <a:cubicBezTo>
                    <a:pt x="2123" y="0"/>
                    <a:pt x="0" y="2122"/>
                    <a:pt x="0" y="4735"/>
                  </a:cubicBezTo>
                  <a:cubicBezTo>
                    <a:pt x="0" y="7348"/>
                    <a:pt x="2123" y="9456"/>
                    <a:pt x="4735" y="9456"/>
                  </a:cubicBezTo>
                  <a:cubicBezTo>
                    <a:pt x="7348" y="9456"/>
                    <a:pt x="9456" y="7348"/>
                    <a:pt x="9456" y="4735"/>
                  </a:cubicBezTo>
                  <a:cubicBezTo>
                    <a:pt x="9456" y="2122"/>
                    <a:pt x="7348" y="0"/>
                    <a:pt x="4735" y="0"/>
                  </a:cubicBezTo>
                  <a:close/>
                </a:path>
              </a:pathLst>
            </a:custGeom>
            <a:solidFill>
              <a:srgbClr val="9CABB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681" name="Google Shape;20681;p47"/>
            <p:cNvSpPr/>
            <p:nvPr/>
          </p:nvSpPr>
          <p:spPr>
            <a:xfrm>
              <a:off x="6224091" y="3421144"/>
              <a:ext cx="148744" cy="248020"/>
            </a:xfrm>
            <a:custGeom>
              <a:rect b="b" l="l" r="r" t="t"/>
              <a:pathLst>
                <a:path extrusionOk="0" h="9461" w="5674">
                  <a:moveTo>
                    <a:pt x="736" y="0"/>
                  </a:moveTo>
                  <a:cubicBezTo>
                    <a:pt x="491" y="0"/>
                    <a:pt x="246" y="29"/>
                    <a:pt x="0" y="58"/>
                  </a:cubicBezTo>
                  <a:cubicBezTo>
                    <a:pt x="2295" y="433"/>
                    <a:pt x="3984" y="2411"/>
                    <a:pt x="3984" y="4735"/>
                  </a:cubicBezTo>
                  <a:cubicBezTo>
                    <a:pt x="3984" y="7059"/>
                    <a:pt x="2295" y="9037"/>
                    <a:pt x="0" y="9398"/>
                  </a:cubicBezTo>
                  <a:cubicBezTo>
                    <a:pt x="257" y="9440"/>
                    <a:pt x="513" y="9461"/>
                    <a:pt x="765" y="9461"/>
                  </a:cubicBezTo>
                  <a:cubicBezTo>
                    <a:pt x="3172" y="9461"/>
                    <a:pt x="5261" y="7593"/>
                    <a:pt x="5457" y="5110"/>
                  </a:cubicBezTo>
                  <a:cubicBezTo>
                    <a:pt x="5673" y="2353"/>
                    <a:pt x="3494" y="0"/>
                    <a:pt x="736" y="0"/>
                  </a:cubicBezTo>
                  <a:close/>
                </a:path>
              </a:pathLst>
            </a:custGeom>
            <a:solidFill>
              <a:srgbClr val="899CA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682" name="Google Shape;20682;p47"/>
            <p:cNvSpPr/>
            <p:nvPr/>
          </p:nvSpPr>
          <p:spPr>
            <a:xfrm>
              <a:off x="6069685" y="3415848"/>
              <a:ext cx="303517" cy="259293"/>
            </a:xfrm>
            <a:custGeom>
              <a:rect b="b" l="l" r="r" t="t"/>
              <a:pathLst>
                <a:path extrusionOk="0" h="9891" w="11578">
                  <a:moveTo>
                    <a:pt x="6626" y="433"/>
                  </a:moveTo>
                  <a:cubicBezTo>
                    <a:pt x="6727" y="433"/>
                    <a:pt x="6843" y="433"/>
                    <a:pt x="6944" y="448"/>
                  </a:cubicBezTo>
                  <a:cubicBezTo>
                    <a:pt x="6973" y="664"/>
                    <a:pt x="6987" y="881"/>
                    <a:pt x="6987" y="1097"/>
                  </a:cubicBezTo>
                  <a:cubicBezTo>
                    <a:pt x="6987" y="1920"/>
                    <a:pt x="6771" y="2729"/>
                    <a:pt x="6338" y="3421"/>
                  </a:cubicBezTo>
                  <a:cubicBezTo>
                    <a:pt x="5356" y="2772"/>
                    <a:pt x="4230" y="2353"/>
                    <a:pt x="3061" y="2194"/>
                  </a:cubicBezTo>
                  <a:cubicBezTo>
                    <a:pt x="3912" y="1083"/>
                    <a:pt x="5226" y="433"/>
                    <a:pt x="6626" y="433"/>
                  </a:cubicBezTo>
                  <a:close/>
                  <a:moveTo>
                    <a:pt x="7391" y="506"/>
                  </a:moveTo>
                  <a:lnTo>
                    <a:pt x="7391" y="506"/>
                  </a:lnTo>
                  <a:cubicBezTo>
                    <a:pt x="9355" y="852"/>
                    <a:pt x="10870" y="2440"/>
                    <a:pt x="11101" y="4417"/>
                  </a:cubicBezTo>
                  <a:lnTo>
                    <a:pt x="11101" y="4432"/>
                  </a:lnTo>
                  <a:lnTo>
                    <a:pt x="11058" y="4432"/>
                  </a:lnTo>
                  <a:cubicBezTo>
                    <a:pt x="11035" y="4432"/>
                    <a:pt x="11012" y="4431"/>
                    <a:pt x="10989" y="4431"/>
                  </a:cubicBezTo>
                  <a:cubicBezTo>
                    <a:pt x="10045" y="4431"/>
                    <a:pt x="9119" y="4719"/>
                    <a:pt x="8330" y="5255"/>
                  </a:cubicBezTo>
                  <a:cubicBezTo>
                    <a:pt x="8027" y="4865"/>
                    <a:pt x="7695" y="4504"/>
                    <a:pt x="7334" y="4187"/>
                  </a:cubicBezTo>
                  <a:cubicBezTo>
                    <a:pt x="7132" y="3999"/>
                    <a:pt x="6915" y="3840"/>
                    <a:pt x="6713" y="3681"/>
                  </a:cubicBezTo>
                  <a:cubicBezTo>
                    <a:pt x="7175" y="2902"/>
                    <a:pt x="7435" y="2007"/>
                    <a:pt x="7435" y="1097"/>
                  </a:cubicBezTo>
                  <a:cubicBezTo>
                    <a:pt x="7435" y="895"/>
                    <a:pt x="7420" y="708"/>
                    <a:pt x="7391" y="506"/>
                  </a:cubicBezTo>
                  <a:close/>
                  <a:moveTo>
                    <a:pt x="2786" y="2600"/>
                  </a:moveTo>
                  <a:lnTo>
                    <a:pt x="2786" y="2600"/>
                  </a:lnTo>
                  <a:cubicBezTo>
                    <a:pt x="3964" y="2732"/>
                    <a:pt x="5100" y="3135"/>
                    <a:pt x="6107" y="3782"/>
                  </a:cubicBezTo>
                  <a:cubicBezTo>
                    <a:pt x="5255" y="4923"/>
                    <a:pt x="3912" y="5601"/>
                    <a:pt x="2498" y="5601"/>
                  </a:cubicBezTo>
                  <a:lnTo>
                    <a:pt x="2166" y="5601"/>
                  </a:lnTo>
                  <a:cubicBezTo>
                    <a:pt x="2137" y="5385"/>
                    <a:pt x="2122" y="5168"/>
                    <a:pt x="2122" y="4937"/>
                  </a:cubicBezTo>
                  <a:cubicBezTo>
                    <a:pt x="2122" y="4115"/>
                    <a:pt x="2353" y="3307"/>
                    <a:pt x="2786" y="2600"/>
                  </a:cubicBezTo>
                  <a:close/>
                  <a:moveTo>
                    <a:pt x="11130" y="4865"/>
                  </a:moveTo>
                  <a:lnTo>
                    <a:pt x="11130" y="4937"/>
                  </a:lnTo>
                  <a:cubicBezTo>
                    <a:pt x="11130" y="6150"/>
                    <a:pt x="10639" y="7305"/>
                    <a:pt x="9773" y="8156"/>
                  </a:cubicBezTo>
                  <a:cubicBezTo>
                    <a:pt x="9528" y="7247"/>
                    <a:pt x="9138" y="6381"/>
                    <a:pt x="8590" y="5601"/>
                  </a:cubicBezTo>
                  <a:cubicBezTo>
                    <a:pt x="9326" y="5125"/>
                    <a:pt x="10177" y="4865"/>
                    <a:pt x="11058" y="4865"/>
                  </a:cubicBezTo>
                  <a:close/>
                  <a:moveTo>
                    <a:pt x="6468" y="4028"/>
                  </a:moveTo>
                  <a:cubicBezTo>
                    <a:pt x="7031" y="4446"/>
                    <a:pt x="7536" y="4937"/>
                    <a:pt x="7969" y="5500"/>
                  </a:cubicBezTo>
                  <a:cubicBezTo>
                    <a:pt x="6785" y="6438"/>
                    <a:pt x="6107" y="7853"/>
                    <a:pt x="6107" y="9369"/>
                  </a:cubicBezTo>
                  <a:lnTo>
                    <a:pt x="6107" y="9412"/>
                  </a:lnTo>
                  <a:cubicBezTo>
                    <a:pt x="4249" y="9196"/>
                    <a:pt x="2722" y="7860"/>
                    <a:pt x="2256" y="6049"/>
                  </a:cubicBezTo>
                  <a:lnTo>
                    <a:pt x="2483" y="6049"/>
                  </a:lnTo>
                  <a:cubicBezTo>
                    <a:pt x="4057" y="6049"/>
                    <a:pt x="5529" y="5298"/>
                    <a:pt x="6468" y="4028"/>
                  </a:cubicBezTo>
                  <a:close/>
                  <a:moveTo>
                    <a:pt x="8229" y="5861"/>
                  </a:moveTo>
                  <a:cubicBezTo>
                    <a:pt x="8792" y="6655"/>
                    <a:pt x="9181" y="7550"/>
                    <a:pt x="9398" y="8488"/>
                  </a:cubicBezTo>
                  <a:cubicBezTo>
                    <a:pt x="8604" y="9109"/>
                    <a:pt x="7637" y="9455"/>
                    <a:pt x="6626" y="9455"/>
                  </a:cubicBezTo>
                  <a:lnTo>
                    <a:pt x="6554" y="9441"/>
                  </a:lnTo>
                  <a:lnTo>
                    <a:pt x="6554" y="9369"/>
                  </a:lnTo>
                  <a:cubicBezTo>
                    <a:pt x="6554" y="8012"/>
                    <a:pt x="7175" y="6713"/>
                    <a:pt x="8229" y="5861"/>
                  </a:cubicBezTo>
                  <a:close/>
                  <a:moveTo>
                    <a:pt x="6626" y="0"/>
                  </a:moveTo>
                  <a:cubicBezTo>
                    <a:pt x="2209" y="0"/>
                    <a:pt x="0" y="5327"/>
                    <a:pt x="3119" y="8445"/>
                  </a:cubicBezTo>
                  <a:cubicBezTo>
                    <a:pt x="4064" y="9390"/>
                    <a:pt x="5331" y="9891"/>
                    <a:pt x="6619" y="9891"/>
                  </a:cubicBezTo>
                  <a:cubicBezTo>
                    <a:pt x="7259" y="9891"/>
                    <a:pt x="7904" y="9767"/>
                    <a:pt x="8517" y="9513"/>
                  </a:cubicBezTo>
                  <a:cubicBezTo>
                    <a:pt x="10365" y="8748"/>
                    <a:pt x="11578" y="6944"/>
                    <a:pt x="11578" y="4937"/>
                  </a:cubicBezTo>
                  <a:cubicBezTo>
                    <a:pt x="11563" y="2209"/>
                    <a:pt x="9355" y="0"/>
                    <a:pt x="6626" y="0"/>
                  </a:cubicBezTo>
                  <a:close/>
                </a:path>
              </a:pathLst>
            </a:custGeom>
            <a:solidFill>
              <a:srgbClr val="899CA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20683" name="Google Shape;20683;p47"/>
          <p:cNvGrpSpPr/>
          <p:nvPr/>
        </p:nvGrpSpPr>
        <p:grpSpPr>
          <a:xfrm>
            <a:off x="6540821" y="3367036"/>
            <a:ext cx="362553" cy="356498"/>
            <a:chOff x="6540821" y="3367036"/>
            <a:chExt cx="362553" cy="356498"/>
          </a:xfrm>
        </p:grpSpPr>
        <p:sp>
          <p:nvSpPr>
            <p:cNvPr id="20684" name="Google Shape;20684;p47"/>
            <p:cNvSpPr/>
            <p:nvPr/>
          </p:nvSpPr>
          <p:spPr>
            <a:xfrm>
              <a:off x="6540821" y="3367036"/>
              <a:ext cx="356498" cy="356498"/>
            </a:xfrm>
            <a:custGeom>
              <a:rect b="b" l="l" r="r" t="t"/>
              <a:pathLst>
                <a:path extrusionOk="0" h="13599" w="13599">
                  <a:moveTo>
                    <a:pt x="6800" y="0"/>
                  </a:moveTo>
                  <a:cubicBezTo>
                    <a:pt x="3046" y="0"/>
                    <a:pt x="1" y="3046"/>
                    <a:pt x="1" y="6799"/>
                  </a:cubicBezTo>
                  <a:cubicBezTo>
                    <a:pt x="1" y="10552"/>
                    <a:pt x="3046" y="13598"/>
                    <a:pt x="6800" y="13598"/>
                  </a:cubicBezTo>
                  <a:cubicBezTo>
                    <a:pt x="10553" y="13598"/>
                    <a:pt x="13599" y="10552"/>
                    <a:pt x="13599" y="6799"/>
                  </a:cubicBezTo>
                  <a:cubicBezTo>
                    <a:pt x="13599" y="3046"/>
                    <a:pt x="10553" y="0"/>
                    <a:pt x="6800" y="0"/>
                  </a:cubicBezTo>
                  <a:close/>
                </a:path>
              </a:pathLst>
            </a:custGeom>
            <a:solidFill>
              <a:srgbClr val="EFF1F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685" name="Google Shape;20685;p47"/>
            <p:cNvSpPr/>
            <p:nvPr/>
          </p:nvSpPr>
          <p:spPr>
            <a:xfrm>
              <a:off x="6695987" y="3367036"/>
              <a:ext cx="207387" cy="356472"/>
            </a:xfrm>
            <a:custGeom>
              <a:rect b="b" l="l" r="r" t="t"/>
              <a:pathLst>
                <a:path extrusionOk="0" h="13598" w="7911">
                  <a:moveTo>
                    <a:pt x="881" y="0"/>
                  </a:moveTo>
                  <a:cubicBezTo>
                    <a:pt x="578" y="0"/>
                    <a:pt x="289" y="15"/>
                    <a:pt x="0" y="58"/>
                  </a:cubicBezTo>
                  <a:cubicBezTo>
                    <a:pt x="3378" y="505"/>
                    <a:pt x="5904" y="3392"/>
                    <a:pt x="5904" y="6799"/>
                  </a:cubicBezTo>
                  <a:cubicBezTo>
                    <a:pt x="5904" y="10206"/>
                    <a:pt x="3378" y="13093"/>
                    <a:pt x="0" y="13540"/>
                  </a:cubicBezTo>
                  <a:cubicBezTo>
                    <a:pt x="297" y="13579"/>
                    <a:pt x="592" y="13598"/>
                    <a:pt x="884" y="13598"/>
                  </a:cubicBezTo>
                  <a:cubicBezTo>
                    <a:pt x="4403" y="13598"/>
                    <a:pt x="7425" y="10859"/>
                    <a:pt x="7665" y="7247"/>
                  </a:cubicBezTo>
                  <a:cubicBezTo>
                    <a:pt x="7911" y="3320"/>
                    <a:pt x="4807" y="0"/>
                    <a:pt x="881" y="0"/>
                  </a:cubicBezTo>
                  <a:close/>
                </a:path>
              </a:pathLst>
            </a:custGeom>
            <a:solidFill>
              <a:srgbClr val="C2CED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686" name="Google Shape;20686;p47"/>
            <p:cNvSpPr/>
            <p:nvPr/>
          </p:nvSpPr>
          <p:spPr>
            <a:xfrm>
              <a:off x="6579802" y="3405992"/>
              <a:ext cx="278534" cy="278561"/>
            </a:xfrm>
            <a:custGeom>
              <a:rect b="b" l="l" r="r" t="t"/>
              <a:pathLst>
                <a:path extrusionOk="0" h="10626" w="10625">
                  <a:moveTo>
                    <a:pt x="5313" y="1"/>
                  </a:moveTo>
                  <a:cubicBezTo>
                    <a:pt x="2382" y="1"/>
                    <a:pt x="0" y="2383"/>
                    <a:pt x="0" y="5313"/>
                  </a:cubicBezTo>
                  <a:cubicBezTo>
                    <a:pt x="0" y="8244"/>
                    <a:pt x="2382" y="10625"/>
                    <a:pt x="5313" y="10625"/>
                  </a:cubicBezTo>
                  <a:cubicBezTo>
                    <a:pt x="8243" y="10625"/>
                    <a:pt x="10625" y="8244"/>
                    <a:pt x="10625" y="5313"/>
                  </a:cubicBezTo>
                  <a:cubicBezTo>
                    <a:pt x="10625" y="2383"/>
                    <a:pt x="8243" y="1"/>
                    <a:pt x="5313" y="1"/>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687" name="Google Shape;20687;p47"/>
            <p:cNvSpPr/>
            <p:nvPr/>
          </p:nvSpPr>
          <p:spPr>
            <a:xfrm>
              <a:off x="6672892" y="3510563"/>
              <a:ext cx="80637" cy="69155"/>
            </a:xfrm>
            <a:custGeom>
              <a:rect b="b" l="l" r="r" t="t"/>
              <a:pathLst>
                <a:path extrusionOk="0" h="2638" w="3076">
                  <a:moveTo>
                    <a:pt x="1750" y="0"/>
                  </a:moveTo>
                  <a:cubicBezTo>
                    <a:pt x="1425" y="0"/>
                    <a:pt x="1094" y="120"/>
                    <a:pt x="823" y="386"/>
                  </a:cubicBezTo>
                  <a:cubicBezTo>
                    <a:pt x="1" y="1223"/>
                    <a:pt x="592" y="2638"/>
                    <a:pt x="1762" y="2638"/>
                  </a:cubicBezTo>
                  <a:cubicBezTo>
                    <a:pt x="2483" y="2638"/>
                    <a:pt x="3075" y="2046"/>
                    <a:pt x="3075" y="1324"/>
                  </a:cubicBezTo>
                  <a:cubicBezTo>
                    <a:pt x="3075" y="523"/>
                    <a:pt x="2428" y="0"/>
                    <a:pt x="1750" y="0"/>
                  </a:cubicBezTo>
                  <a:close/>
                </a:path>
              </a:pathLst>
            </a:custGeom>
            <a:solidFill>
              <a:srgbClr val="8AA2B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688" name="Google Shape;20688;p47"/>
            <p:cNvSpPr/>
            <p:nvPr/>
          </p:nvSpPr>
          <p:spPr>
            <a:xfrm>
              <a:off x="6541581" y="3458605"/>
              <a:ext cx="213469" cy="225187"/>
            </a:xfrm>
            <a:custGeom>
              <a:rect b="b" l="l" r="r" t="t"/>
              <a:pathLst>
                <a:path extrusionOk="0" h="8590" w="8143">
                  <a:moveTo>
                    <a:pt x="2613" y="0"/>
                  </a:moveTo>
                  <a:cubicBezTo>
                    <a:pt x="0" y="3277"/>
                    <a:pt x="2036" y="8156"/>
                    <a:pt x="6222" y="8590"/>
                  </a:cubicBezTo>
                  <a:lnTo>
                    <a:pt x="8142" y="4952"/>
                  </a:lnTo>
                  <a:lnTo>
                    <a:pt x="8142" y="4952"/>
                  </a:lnTo>
                  <a:cubicBezTo>
                    <a:pt x="7767" y="5269"/>
                    <a:pt x="7276" y="5443"/>
                    <a:pt x="6771" y="5443"/>
                  </a:cubicBezTo>
                  <a:cubicBezTo>
                    <a:pt x="5645" y="5443"/>
                    <a:pt x="4721" y="4576"/>
                    <a:pt x="4634" y="3465"/>
                  </a:cubicBezTo>
                  <a:lnTo>
                    <a:pt x="2613" y="0"/>
                  </a:lnTo>
                  <a:close/>
                </a:path>
              </a:pathLst>
            </a:custGeom>
            <a:solidFill>
              <a:srgbClr val="92A9B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689" name="Google Shape;20689;p47"/>
            <p:cNvSpPr/>
            <p:nvPr/>
          </p:nvSpPr>
          <p:spPr>
            <a:xfrm>
              <a:off x="6609687" y="3405965"/>
              <a:ext cx="237691" cy="143475"/>
            </a:xfrm>
            <a:custGeom>
              <a:rect b="b" l="l" r="r" t="t"/>
              <a:pathLst>
                <a:path extrusionOk="0" h="5473" w="9067">
                  <a:moveTo>
                    <a:pt x="4154" y="1"/>
                  </a:moveTo>
                  <a:cubicBezTo>
                    <a:pt x="2621" y="1"/>
                    <a:pt x="1078" y="654"/>
                    <a:pt x="1" y="2023"/>
                  </a:cubicBezTo>
                  <a:lnTo>
                    <a:pt x="2036" y="5473"/>
                  </a:lnTo>
                  <a:cubicBezTo>
                    <a:pt x="2036" y="5430"/>
                    <a:pt x="2036" y="5372"/>
                    <a:pt x="2036" y="5314"/>
                  </a:cubicBezTo>
                  <a:cubicBezTo>
                    <a:pt x="2024" y="4102"/>
                    <a:pt x="3019" y="3171"/>
                    <a:pt x="4157" y="3171"/>
                  </a:cubicBezTo>
                  <a:cubicBezTo>
                    <a:pt x="4362" y="3171"/>
                    <a:pt x="4571" y="3201"/>
                    <a:pt x="4779" y="3264"/>
                  </a:cubicBezTo>
                  <a:lnTo>
                    <a:pt x="9066" y="3264"/>
                  </a:lnTo>
                  <a:cubicBezTo>
                    <a:pt x="8179" y="1137"/>
                    <a:pt x="6176" y="1"/>
                    <a:pt x="4154" y="1"/>
                  </a:cubicBezTo>
                  <a:close/>
                </a:path>
              </a:pathLst>
            </a:custGeom>
            <a:solidFill>
              <a:srgbClr val="8CA4B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690" name="Google Shape;20690;p47"/>
            <p:cNvSpPr/>
            <p:nvPr/>
          </p:nvSpPr>
          <p:spPr>
            <a:xfrm>
              <a:off x="6703537" y="3490771"/>
              <a:ext cx="154800" cy="193860"/>
            </a:xfrm>
            <a:custGeom>
              <a:rect b="b" l="l" r="r" t="t"/>
              <a:pathLst>
                <a:path extrusionOk="0" h="7395" w="5905">
                  <a:moveTo>
                    <a:pt x="5486" y="0"/>
                  </a:moveTo>
                  <a:lnTo>
                    <a:pt x="1228" y="29"/>
                  </a:lnTo>
                  <a:lnTo>
                    <a:pt x="1242" y="29"/>
                  </a:lnTo>
                  <a:cubicBezTo>
                    <a:pt x="2859" y="549"/>
                    <a:pt x="3263" y="2642"/>
                    <a:pt x="1964" y="3725"/>
                  </a:cubicBezTo>
                  <a:lnTo>
                    <a:pt x="1" y="7363"/>
                  </a:lnTo>
                  <a:cubicBezTo>
                    <a:pt x="199" y="7384"/>
                    <a:pt x="396" y="7395"/>
                    <a:pt x="591" y="7395"/>
                  </a:cubicBezTo>
                  <a:cubicBezTo>
                    <a:pt x="3484" y="7395"/>
                    <a:pt x="5905" y="5041"/>
                    <a:pt x="5905" y="2079"/>
                  </a:cubicBezTo>
                  <a:cubicBezTo>
                    <a:pt x="5905" y="1357"/>
                    <a:pt x="5761" y="650"/>
                    <a:pt x="5486" y="0"/>
                  </a:cubicBezTo>
                  <a:close/>
                </a:path>
              </a:pathLst>
            </a:custGeom>
            <a:solidFill>
              <a:srgbClr val="8094A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20691" name="Google Shape;20691;p47"/>
          <p:cNvGrpSpPr/>
          <p:nvPr/>
        </p:nvGrpSpPr>
        <p:grpSpPr>
          <a:xfrm>
            <a:off x="2302458" y="2474704"/>
            <a:ext cx="354479" cy="312561"/>
            <a:chOff x="2302458" y="2474704"/>
            <a:chExt cx="354479" cy="312561"/>
          </a:xfrm>
        </p:grpSpPr>
        <p:sp>
          <p:nvSpPr>
            <p:cNvPr id="20692" name="Google Shape;20692;p47"/>
            <p:cNvSpPr/>
            <p:nvPr/>
          </p:nvSpPr>
          <p:spPr>
            <a:xfrm>
              <a:off x="2388732" y="2515756"/>
              <a:ext cx="238058" cy="136266"/>
            </a:xfrm>
            <a:custGeom>
              <a:rect b="b" l="l" r="r" t="t"/>
              <a:pathLst>
                <a:path extrusionOk="0" h="5198" w="9081">
                  <a:moveTo>
                    <a:pt x="3003" y="2159"/>
                  </a:moveTo>
                  <a:lnTo>
                    <a:pt x="3003" y="3371"/>
                  </a:lnTo>
                  <a:lnTo>
                    <a:pt x="1791" y="3371"/>
                  </a:lnTo>
                  <a:lnTo>
                    <a:pt x="1791" y="2159"/>
                  </a:lnTo>
                  <a:close/>
                  <a:moveTo>
                    <a:pt x="4620" y="2159"/>
                  </a:moveTo>
                  <a:lnTo>
                    <a:pt x="4620" y="3371"/>
                  </a:lnTo>
                  <a:lnTo>
                    <a:pt x="3393" y="3371"/>
                  </a:lnTo>
                  <a:lnTo>
                    <a:pt x="3393" y="2159"/>
                  </a:lnTo>
                  <a:close/>
                  <a:moveTo>
                    <a:pt x="6208" y="2159"/>
                  </a:moveTo>
                  <a:lnTo>
                    <a:pt x="6208" y="3371"/>
                  </a:lnTo>
                  <a:lnTo>
                    <a:pt x="4995" y="3371"/>
                  </a:lnTo>
                  <a:lnTo>
                    <a:pt x="4995" y="2159"/>
                  </a:lnTo>
                  <a:close/>
                  <a:moveTo>
                    <a:pt x="7810" y="2159"/>
                  </a:moveTo>
                  <a:lnTo>
                    <a:pt x="7810" y="3371"/>
                  </a:lnTo>
                  <a:lnTo>
                    <a:pt x="6598" y="3371"/>
                  </a:lnTo>
                  <a:lnTo>
                    <a:pt x="6598" y="2159"/>
                  </a:lnTo>
                  <a:close/>
                  <a:moveTo>
                    <a:pt x="1603" y="1"/>
                  </a:moveTo>
                  <a:cubicBezTo>
                    <a:pt x="1502" y="1"/>
                    <a:pt x="1401" y="66"/>
                    <a:pt x="1401" y="196"/>
                  </a:cubicBezTo>
                  <a:lnTo>
                    <a:pt x="1401" y="1769"/>
                  </a:lnTo>
                  <a:lnTo>
                    <a:pt x="261" y="1769"/>
                  </a:lnTo>
                  <a:cubicBezTo>
                    <a:pt x="1" y="1769"/>
                    <a:pt x="1" y="2159"/>
                    <a:pt x="261" y="2159"/>
                  </a:cubicBezTo>
                  <a:lnTo>
                    <a:pt x="1401" y="2159"/>
                  </a:lnTo>
                  <a:lnTo>
                    <a:pt x="1401" y="3371"/>
                  </a:lnTo>
                  <a:lnTo>
                    <a:pt x="766" y="3371"/>
                  </a:lnTo>
                  <a:cubicBezTo>
                    <a:pt x="492" y="3371"/>
                    <a:pt x="492" y="3761"/>
                    <a:pt x="766" y="3761"/>
                  </a:cubicBezTo>
                  <a:lnTo>
                    <a:pt x="1401" y="3761"/>
                  </a:lnTo>
                  <a:lnTo>
                    <a:pt x="1401" y="4902"/>
                  </a:lnTo>
                  <a:cubicBezTo>
                    <a:pt x="1401" y="5031"/>
                    <a:pt x="1498" y="5096"/>
                    <a:pt x="1598" y="5096"/>
                  </a:cubicBezTo>
                  <a:cubicBezTo>
                    <a:pt x="1697" y="5096"/>
                    <a:pt x="1798" y="5031"/>
                    <a:pt x="1805" y="4902"/>
                  </a:cubicBezTo>
                  <a:lnTo>
                    <a:pt x="1805" y="3761"/>
                  </a:lnTo>
                  <a:lnTo>
                    <a:pt x="3003" y="3761"/>
                  </a:lnTo>
                  <a:lnTo>
                    <a:pt x="3003" y="5003"/>
                  </a:lnTo>
                  <a:cubicBezTo>
                    <a:pt x="3003" y="5133"/>
                    <a:pt x="3104" y="5197"/>
                    <a:pt x="3205" y="5197"/>
                  </a:cubicBezTo>
                  <a:cubicBezTo>
                    <a:pt x="3306" y="5197"/>
                    <a:pt x="3407" y="5133"/>
                    <a:pt x="3407" y="5003"/>
                  </a:cubicBezTo>
                  <a:lnTo>
                    <a:pt x="3407" y="3761"/>
                  </a:lnTo>
                  <a:lnTo>
                    <a:pt x="4620" y="3761"/>
                  </a:lnTo>
                  <a:lnTo>
                    <a:pt x="4620" y="5003"/>
                  </a:lnTo>
                  <a:cubicBezTo>
                    <a:pt x="4620" y="5133"/>
                    <a:pt x="4717" y="5197"/>
                    <a:pt x="4815" y="5197"/>
                  </a:cubicBezTo>
                  <a:cubicBezTo>
                    <a:pt x="4912" y="5197"/>
                    <a:pt x="5010" y="5133"/>
                    <a:pt x="5010" y="5003"/>
                  </a:cubicBezTo>
                  <a:lnTo>
                    <a:pt x="5010" y="3761"/>
                  </a:lnTo>
                  <a:lnTo>
                    <a:pt x="6222" y="3761"/>
                  </a:lnTo>
                  <a:lnTo>
                    <a:pt x="6222" y="5003"/>
                  </a:lnTo>
                  <a:cubicBezTo>
                    <a:pt x="6222" y="5133"/>
                    <a:pt x="6320" y="5197"/>
                    <a:pt x="6417" y="5197"/>
                  </a:cubicBezTo>
                  <a:cubicBezTo>
                    <a:pt x="6515" y="5197"/>
                    <a:pt x="6612" y="5133"/>
                    <a:pt x="6612" y="5003"/>
                  </a:cubicBezTo>
                  <a:lnTo>
                    <a:pt x="6612" y="3761"/>
                  </a:lnTo>
                  <a:lnTo>
                    <a:pt x="7825" y="3761"/>
                  </a:lnTo>
                  <a:lnTo>
                    <a:pt x="7825" y="5003"/>
                  </a:lnTo>
                  <a:cubicBezTo>
                    <a:pt x="7825" y="5133"/>
                    <a:pt x="7922" y="5197"/>
                    <a:pt x="8020" y="5197"/>
                  </a:cubicBezTo>
                  <a:cubicBezTo>
                    <a:pt x="8117" y="5197"/>
                    <a:pt x="8214" y="5133"/>
                    <a:pt x="8214" y="5003"/>
                  </a:cubicBezTo>
                  <a:lnTo>
                    <a:pt x="8214" y="3761"/>
                  </a:lnTo>
                  <a:lnTo>
                    <a:pt x="8388" y="3761"/>
                  </a:lnTo>
                  <a:cubicBezTo>
                    <a:pt x="8648" y="3761"/>
                    <a:pt x="8648" y="3371"/>
                    <a:pt x="8388" y="3371"/>
                  </a:cubicBezTo>
                  <a:lnTo>
                    <a:pt x="8214" y="3371"/>
                  </a:lnTo>
                  <a:lnTo>
                    <a:pt x="8214" y="2159"/>
                  </a:lnTo>
                  <a:lnTo>
                    <a:pt x="8821" y="2159"/>
                  </a:lnTo>
                  <a:cubicBezTo>
                    <a:pt x="9081" y="2159"/>
                    <a:pt x="9081" y="1769"/>
                    <a:pt x="8821" y="1769"/>
                  </a:cubicBezTo>
                  <a:lnTo>
                    <a:pt x="8200" y="1769"/>
                  </a:lnTo>
                  <a:lnTo>
                    <a:pt x="8200" y="196"/>
                  </a:lnTo>
                  <a:cubicBezTo>
                    <a:pt x="8200" y="66"/>
                    <a:pt x="8103" y="1"/>
                    <a:pt x="8005" y="1"/>
                  </a:cubicBezTo>
                  <a:cubicBezTo>
                    <a:pt x="7908" y="1"/>
                    <a:pt x="7810" y="66"/>
                    <a:pt x="7810" y="196"/>
                  </a:cubicBezTo>
                  <a:lnTo>
                    <a:pt x="7810" y="1769"/>
                  </a:lnTo>
                  <a:lnTo>
                    <a:pt x="6598" y="1769"/>
                  </a:lnTo>
                  <a:lnTo>
                    <a:pt x="6598" y="196"/>
                  </a:lnTo>
                  <a:cubicBezTo>
                    <a:pt x="6598" y="66"/>
                    <a:pt x="6500" y="1"/>
                    <a:pt x="6403" y="1"/>
                  </a:cubicBezTo>
                  <a:cubicBezTo>
                    <a:pt x="6305" y="1"/>
                    <a:pt x="6208" y="66"/>
                    <a:pt x="6208" y="196"/>
                  </a:cubicBezTo>
                  <a:lnTo>
                    <a:pt x="6208" y="1769"/>
                  </a:lnTo>
                  <a:lnTo>
                    <a:pt x="4995" y="1769"/>
                  </a:lnTo>
                  <a:lnTo>
                    <a:pt x="4995" y="196"/>
                  </a:lnTo>
                  <a:cubicBezTo>
                    <a:pt x="4995" y="66"/>
                    <a:pt x="4898" y="1"/>
                    <a:pt x="4800" y="1"/>
                  </a:cubicBezTo>
                  <a:cubicBezTo>
                    <a:pt x="4703" y="1"/>
                    <a:pt x="4606" y="66"/>
                    <a:pt x="4606" y="196"/>
                  </a:cubicBezTo>
                  <a:lnTo>
                    <a:pt x="4606" y="1769"/>
                  </a:lnTo>
                  <a:lnTo>
                    <a:pt x="3393" y="1769"/>
                  </a:lnTo>
                  <a:lnTo>
                    <a:pt x="3393" y="196"/>
                  </a:lnTo>
                  <a:cubicBezTo>
                    <a:pt x="3393" y="66"/>
                    <a:pt x="3296" y="1"/>
                    <a:pt x="3198" y="1"/>
                  </a:cubicBezTo>
                  <a:cubicBezTo>
                    <a:pt x="3101" y="1"/>
                    <a:pt x="3003" y="66"/>
                    <a:pt x="3003" y="196"/>
                  </a:cubicBezTo>
                  <a:lnTo>
                    <a:pt x="3003" y="1769"/>
                  </a:lnTo>
                  <a:lnTo>
                    <a:pt x="1805" y="1769"/>
                  </a:lnTo>
                  <a:lnTo>
                    <a:pt x="1805" y="196"/>
                  </a:lnTo>
                  <a:cubicBezTo>
                    <a:pt x="1805" y="66"/>
                    <a:pt x="1704" y="1"/>
                    <a:pt x="1603" y="1"/>
                  </a:cubicBezTo>
                  <a:close/>
                </a:path>
              </a:pathLst>
            </a:custGeom>
            <a:solidFill>
              <a:srgbClr val="E9EDF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693" name="Google Shape;20693;p47"/>
            <p:cNvSpPr/>
            <p:nvPr/>
          </p:nvSpPr>
          <p:spPr>
            <a:xfrm>
              <a:off x="2398195" y="2723327"/>
              <a:ext cx="74949" cy="63938"/>
            </a:xfrm>
            <a:custGeom>
              <a:rect b="b" l="l" r="r" t="t"/>
              <a:pathLst>
                <a:path extrusionOk="0" h="2439" w="2859">
                  <a:moveTo>
                    <a:pt x="1632" y="1"/>
                  </a:moveTo>
                  <a:cubicBezTo>
                    <a:pt x="549" y="1"/>
                    <a:pt x="1" y="1314"/>
                    <a:pt x="780" y="2079"/>
                  </a:cubicBezTo>
                  <a:cubicBezTo>
                    <a:pt x="1028" y="2327"/>
                    <a:pt x="1334" y="2439"/>
                    <a:pt x="1634" y="2439"/>
                  </a:cubicBezTo>
                  <a:cubicBezTo>
                    <a:pt x="2259" y="2439"/>
                    <a:pt x="2859" y="1954"/>
                    <a:pt x="2859" y="1213"/>
                  </a:cubicBezTo>
                  <a:cubicBezTo>
                    <a:pt x="2859" y="549"/>
                    <a:pt x="2310" y="1"/>
                    <a:pt x="1632" y="1"/>
                  </a:cubicBezTo>
                  <a:close/>
                </a:path>
              </a:pathLst>
            </a:custGeom>
            <a:solidFill>
              <a:srgbClr val="5C728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694" name="Google Shape;20694;p47"/>
            <p:cNvSpPr/>
            <p:nvPr/>
          </p:nvSpPr>
          <p:spPr>
            <a:xfrm>
              <a:off x="2421658" y="2740733"/>
              <a:ext cx="34079" cy="29230"/>
            </a:xfrm>
            <a:custGeom>
              <a:rect b="b" l="l" r="r" t="t"/>
              <a:pathLst>
                <a:path extrusionOk="0" h="1115" w="1300">
                  <a:moveTo>
                    <a:pt x="737" y="1"/>
                  </a:moveTo>
                  <a:cubicBezTo>
                    <a:pt x="246" y="1"/>
                    <a:pt x="1" y="592"/>
                    <a:pt x="347" y="953"/>
                  </a:cubicBezTo>
                  <a:cubicBezTo>
                    <a:pt x="458" y="1065"/>
                    <a:pt x="597" y="1115"/>
                    <a:pt x="733" y="1115"/>
                  </a:cubicBezTo>
                  <a:cubicBezTo>
                    <a:pt x="1021" y="1115"/>
                    <a:pt x="1300" y="892"/>
                    <a:pt x="1300" y="549"/>
                  </a:cubicBezTo>
                  <a:cubicBezTo>
                    <a:pt x="1300" y="246"/>
                    <a:pt x="1040" y="1"/>
                    <a:pt x="737" y="1"/>
                  </a:cubicBezTo>
                  <a:close/>
                </a:path>
              </a:pathLst>
            </a:custGeom>
            <a:solidFill>
              <a:srgbClr val="90A7B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695" name="Google Shape;20695;p47"/>
            <p:cNvSpPr/>
            <p:nvPr/>
          </p:nvSpPr>
          <p:spPr>
            <a:xfrm>
              <a:off x="2525338" y="2723327"/>
              <a:ext cx="74975" cy="63938"/>
            </a:xfrm>
            <a:custGeom>
              <a:rect b="b" l="l" r="r" t="t"/>
              <a:pathLst>
                <a:path extrusionOk="0" h="2439" w="2860">
                  <a:moveTo>
                    <a:pt x="1632" y="1"/>
                  </a:moveTo>
                  <a:cubicBezTo>
                    <a:pt x="549" y="1"/>
                    <a:pt x="1" y="1314"/>
                    <a:pt x="766" y="2079"/>
                  </a:cubicBezTo>
                  <a:cubicBezTo>
                    <a:pt x="1014" y="2327"/>
                    <a:pt x="1321" y="2439"/>
                    <a:pt x="1623" y="2439"/>
                  </a:cubicBezTo>
                  <a:cubicBezTo>
                    <a:pt x="2253" y="2439"/>
                    <a:pt x="2859" y="1954"/>
                    <a:pt x="2859" y="1213"/>
                  </a:cubicBezTo>
                  <a:cubicBezTo>
                    <a:pt x="2859" y="549"/>
                    <a:pt x="2311" y="1"/>
                    <a:pt x="1632" y="1"/>
                  </a:cubicBezTo>
                  <a:close/>
                </a:path>
              </a:pathLst>
            </a:custGeom>
            <a:solidFill>
              <a:srgbClr val="5C728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696" name="Google Shape;20696;p47"/>
            <p:cNvSpPr/>
            <p:nvPr/>
          </p:nvSpPr>
          <p:spPr>
            <a:xfrm>
              <a:off x="2548800" y="2740733"/>
              <a:ext cx="33712" cy="29230"/>
            </a:xfrm>
            <a:custGeom>
              <a:rect b="b" l="l" r="r" t="t"/>
              <a:pathLst>
                <a:path extrusionOk="0" h="1115" w="1286">
                  <a:moveTo>
                    <a:pt x="737" y="1"/>
                  </a:moveTo>
                  <a:cubicBezTo>
                    <a:pt x="246" y="1"/>
                    <a:pt x="1" y="592"/>
                    <a:pt x="347" y="953"/>
                  </a:cubicBezTo>
                  <a:cubicBezTo>
                    <a:pt x="459" y="1065"/>
                    <a:pt x="596" y="1115"/>
                    <a:pt x="730" y="1115"/>
                  </a:cubicBezTo>
                  <a:cubicBezTo>
                    <a:pt x="1013" y="1115"/>
                    <a:pt x="1286" y="892"/>
                    <a:pt x="1286" y="549"/>
                  </a:cubicBezTo>
                  <a:cubicBezTo>
                    <a:pt x="1286" y="246"/>
                    <a:pt x="1040" y="1"/>
                    <a:pt x="737" y="1"/>
                  </a:cubicBezTo>
                  <a:close/>
                </a:path>
              </a:pathLst>
            </a:custGeom>
            <a:solidFill>
              <a:srgbClr val="90A7B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697" name="Google Shape;20697;p47"/>
            <p:cNvSpPr/>
            <p:nvPr/>
          </p:nvSpPr>
          <p:spPr>
            <a:xfrm>
              <a:off x="2375860" y="2498166"/>
              <a:ext cx="279662" cy="145729"/>
            </a:xfrm>
            <a:custGeom>
              <a:rect b="b" l="l" r="r" t="t"/>
              <a:pathLst>
                <a:path extrusionOk="0" h="5559" w="10668">
                  <a:moveTo>
                    <a:pt x="9537" y="0"/>
                  </a:moveTo>
                  <a:cubicBezTo>
                    <a:pt x="9529" y="0"/>
                    <a:pt x="9521" y="0"/>
                    <a:pt x="9514" y="0"/>
                  </a:cubicBezTo>
                  <a:lnTo>
                    <a:pt x="1" y="0"/>
                  </a:lnTo>
                  <a:lnTo>
                    <a:pt x="376" y="1054"/>
                  </a:lnTo>
                  <a:lnTo>
                    <a:pt x="9471" y="1054"/>
                  </a:lnTo>
                  <a:lnTo>
                    <a:pt x="8431" y="5558"/>
                  </a:lnTo>
                  <a:lnTo>
                    <a:pt x="9514" y="5558"/>
                  </a:lnTo>
                  <a:lnTo>
                    <a:pt x="10524" y="1256"/>
                  </a:lnTo>
                  <a:cubicBezTo>
                    <a:pt x="10667" y="614"/>
                    <a:pt x="10189" y="0"/>
                    <a:pt x="9537" y="0"/>
                  </a:cubicBezTo>
                  <a:close/>
                </a:path>
              </a:pathLst>
            </a:custGeom>
            <a:solidFill>
              <a:srgbClr val="97A7B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698" name="Google Shape;20698;p47"/>
            <p:cNvSpPr/>
            <p:nvPr/>
          </p:nvSpPr>
          <p:spPr>
            <a:xfrm>
              <a:off x="2608230" y="2498166"/>
              <a:ext cx="47292" cy="146096"/>
            </a:xfrm>
            <a:custGeom>
              <a:rect b="b" l="l" r="r" t="t"/>
              <a:pathLst>
                <a:path extrusionOk="0" h="5573" w="1804">
                  <a:moveTo>
                    <a:pt x="23" y="0"/>
                  </a:moveTo>
                  <a:cubicBezTo>
                    <a:pt x="15" y="0"/>
                    <a:pt x="8" y="0"/>
                    <a:pt x="0" y="0"/>
                  </a:cubicBezTo>
                  <a:lnTo>
                    <a:pt x="46" y="0"/>
                  </a:lnTo>
                  <a:cubicBezTo>
                    <a:pt x="38" y="0"/>
                    <a:pt x="31" y="0"/>
                    <a:pt x="23" y="0"/>
                  </a:cubicBezTo>
                  <a:close/>
                  <a:moveTo>
                    <a:pt x="673" y="0"/>
                  </a:moveTo>
                  <a:cubicBezTo>
                    <a:pt x="665" y="0"/>
                    <a:pt x="657" y="0"/>
                    <a:pt x="650" y="0"/>
                  </a:cubicBezTo>
                  <a:lnTo>
                    <a:pt x="46" y="0"/>
                  </a:lnTo>
                  <a:cubicBezTo>
                    <a:pt x="686" y="14"/>
                    <a:pt x="1151" y="622"/>
                    <a:pt x="996" y="1256"/>
                  </a:cubicBezTo>
                  <a:lnTo>
                    <a:pt x="0" y="5573"/>
                  </a:lnTo>
                  <a:lnTo>
                    <a:pt x="664" y="5573"/>
                  </a:lnTo>
                  <a:lnTo>
                    <a:pt x="1660" y="1256"/>
                  </a:lnTo>
                  <a:cubicBezTo>
                    <a:pt x="1803" y="614"/>
                    <a:pt x="1325" y="0"/>
                    <a:pt x="673" y="0"/>
                  </a:cubicBezTo>
                  <a:close/>
                </a:path>
              </a:pathLst>
            </a:custGeom>
            <a:solidFill>
              <a:srgbClr val="92A9B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699" name="Google Shape;20699;p47"/>
            <p:cNvSpPr/>
            <p:nvPr/>
          </p:nvSpPr>
          <p:spPr>
            <a:xfrm>
              <a:off x="2302458" y="2474704"/>
              <a:ext cx="353850" cy="196796"/>
            </a:xfrm>
            <a:custGeom>
              <a:rect b="b" l="l" r="r" t="t"/>
              <a:pathLst>
                <a:path extrusionOk="0" h="7507" w="13498">
                  <a:moveTo>
                    <a:pt x="708" y="1"/>
                  </a:moveTo>
                  <a:cubicBezTo>
                    <a:pt x="0" y="1"/>
                    <a:pt x="0" y="1054"/>
                    <a:pt x="708" y="1054"/>
                  </a:cubicBezTo>
                  <a:lnTo>
                    <a:pt x="1660" y="1054"/>
                  </a:lnTo>
                  <a:cubicBezTo>
                    <a:pt x="1704" y="1054"/>
                    <a:pt x="1747" y="1083"/>
                    <a:pt x="1762" y="1126"/>
                  </a:cubicBezTo>
                  <a:lnTo>
                    <a:pt x="3566" y="6193"/>
                  </a:lnTo>
                  <a:cubicBezTo>
                    <a:pt x="3898" y="6987"/>
                    <a:pt x="4678" y="7507"/>
                    <a:pt x="5544" y="7507"/>
                  </a:cubicBezTo>
                  <a:lnTo>
                    <a:pt x="12790" y="7507"/>
                  </a:lnTo>
                  <a:cubicBezTo>
                    <a:pt x="13498" y="7507"/>
                    <a:pt x="13498" y="6453"/>
                    <a:pt x="12790" y="6453"/>
                  </a:cubicBezTo>
                  <a:lnTo>
                    <a:pt x="12790" y="6468"/>
                  </a:lnTo>
                  <a:lnTo>
                    <a:pt x="5544" y="6468"/>
                  </a:lnTo>
                  <a:cubicBezTo>
                    <a:pt x="5111" y="6468"/>
                    <a:pt x="4706" y="6193"/>
                    <a:pt x="4533" y="5789"/>
                  </a:cubicBezTo>
                  <a:lnTo>
                    <a:pt x="2743" y="722"/>
                  </a:lnTo>
                  <a:cubicBezTo>
                    <a:pt x="2555" y="289"/>
                    <a:pt x="2137" y="1"/>
                    <a:pt x="1660" y="1"/>
                  </a:cubicBezTo>
                  <a:close/>
                </a:path>
              </a:pathLst>
            </a:custGeom>
            <a:solidFill>
              <a:srgbClr val="97A7B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700" name="Google Shape;20700;p47"/>
            <p:cNvSpPr/>
            <p:nvPr/>
          </p:nvSpPr>
          <p:spPr>
            <a:xfrm>
              <a:off x="2402363" y="2644236"/>
              <a:ext cx="254574" cy="27657"/>
            </a:xfrm>
            <a:custGeom>
              <a:rect b="b" l="l" r="r" t="t"/>
              <a:pathLst>
                <a:path extrusionOk="0" h="1055" w="9711">
                  <a:moveTo>
                    <a:pt x="9037" y="1"/>
                  </a:moveTo>
                  <a:cubicBezTo>
                    <a:pt x="9037" y="15"/>
                    <a:pt x="9037" y="29"/>
                    <a:pt x="9037" y="44"/>
                  </a:cubicBezTo>
                  <a:cubicBezTo>
                    <a:pt x="9037" y="333"/>
                    <a:pt x="8792" y="578"/>
                    <a:pt x="8503" y="578"/>
                  </a:cubicBezTo>
                  <a:lnTo>
                    <a:pt x="1256" y="578"/>
                  </a:lnTo>
                  <a:cubicBezTo>
                    <a:pt x="809" y="578"/>
                    <a:pt x="361" y="434"/>
                    <a:pt x="0" y="159"/>
                  </a:cubicBezTo>
                  <a:lnTo>
                    <a:pt x="0" y="159"/>
                  </a:lnTo>
                  <a:cubicBezTo>
                    <a:pt x="405" y="722"/>
                    <a:pt x="1054" y="1054"/>
                    <a:pt x="1747" y="1054"/>
                  </a:cubicBezTo>
                  <a:lnTo>
                    <a:pt x="8979" y="1054"/>
                  </a:lnTo>
                  <a:cubicBezTo>
                    <a:pt x="8984" y="1054"/>
                    <a:pt x="8989" y="1054"/>
                    <a:pt x="8994" y="1054"/>
                  </a:cubicBezTo>
                  <a:cubicBezTo>
                    <a:pt x="9673" y="1054"/>
                    <a:pt x="9711" y="44"/>
                    <a:pt x="9037" y="1"/>
                  </a:cubicBezTo>
                  <a:close/>
                </a:path>
              </a:pathLst>
            </a:custGeom>
            <a:solidFill>
              <a:srgbClr val="92A9B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701" name="Google Shape;20701;p47"/>
            <p:cNvSpPr/>
            <p:nvPr/>
          </p:nvSpPr>
          <p:spPr>
            <a:xfrm>
              <a:off x="2375126" y="2653306"/>
              <a:ext cx="243721" cy="76862"/>
            </a:xfrm>
            <a:custGeom>
              <a:rect b="b" l="l" r="r" t="t"/>
              <a:pathLst>
                <a:path extrusionOk="0" h="2932" w="9297">
                  <a:moveTo>
                    <a:pt x="1169" y="1"/>
                  </a:moveTo>
                  <a:lnTo>
                    <a:pt x="621" y="766"/>
                  </a:lnTo>
                  <a:cubicBezTo>
                    <a:pt x="0" y="1676"/>
                    <a:pt x="650" y="2931"/>
                    <a:pt x="1761" y="2931"/>
                  </a:cubicBezTo>
                  <a:lnTo>
                    <a:pt x="8604" y="2931"/>
                  </a:lnTo>
                  <a:cubicBezTo>
                    <a:pt x="9296" y="2931"/>
                    <a:pt x="9296" y="1878"/>
                    <a:pt x="8604" y="1878"/>
                  </a:cubicBezTo>
                  <a:lnTo>
                    <a:pt x="1776" y="1878"/>
                  </a:lnTo>
                  <a:cubicBezTo>
                    <a:pt x="1516" y="1878"/>
                    <a:pt x="1357" y="1589"/>
                    <a:pt x="1501" y="1372"/>
                  </a:cubicBezTo>
                  <a:lnTo>
                    <a:pt x="2050" y="578"/>
                  </a:lnTo>
                  <a:cubicBezTo>
                    <a:pt x="1703" y="463"/>
                    <a:pt x="1400" y="261"/>
                    <a:pt x="1169" y="1"/>
                  </a:cubicBezTo>
                  <a:close/>
                </a:path>
              </a:pathLst>
            </a:custGeom>
            <a:solidFill>
              <a:srgbClr val="97A7B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702" name="Google Shape;20702;p47"/>
            <p:cNvSpPr/>
            <p:nvPr/>
          </p:nvSpPr>
          <p:spPr>
            <a:xfrm>
              <a:off x="2382676" y="2688880"/>
              <a:ext cx="232003" cy="41289"/>
            </a:xfrm>
            <a:custGeom>
              <a:rect b="b" l="l" r="r" t="t"/>
              <a:pathLst>
                <a:path extrusionOk="0" h="1575" w="8850">
                  <a:moveTo>
                    <a:pt x="116" y="1"/>
                  </a:moveTo>
                  <a:lnTo>
                    <a:pt x="116" y="1"/>
                  </a:lnTo>
                  <a:cubicBezTo>
                    <a:pt x="1" y="795"/>
                    <a:pt x="593" y="1517"/>
                    <a:pt x="1401" y="1574"/>
                  </a:cubicBezTo>
                  <a:lnTo>
                    <a:pt x="7911" y="1574"/>
                  </a:lnTo>
                  <a:cubicBezTo>
                    <a:pt x="8099" y="1574"/>
                    <a:pt x="8301" y="1560"/>
                    <a:pt x="8489" y="1546"/>
                  </a:cubicBezTo>
                  <a:cubicBezTo>
                    <a:pt x="8518" y="1531"/>
                    <a:pt x="8547" y="1517"/>
                    <a:pt x="8561" y="1502"/>
                  </a:cubicBezTo>
                  <a:lnTo>
                    <a:pt x="8575" y="1502"/>
                  </a:lnTo>
                  <a:lnTo>
                    <a:pt x="8633" y="1473"/>
                  </a:lnTo>
                  <a:lnTo>
                    <a:pt x="8662" y="1444"/>
                  </a:lnTo>
                  <a:lnTo>
                    <a:pt x="8691" y="1416"/>
                  </a:lnTo>
                  <a:lnTo>
                    <a:pt x="8705" y="1401"/>
                  </a:lnTo>
                  <a:lnTo>
                    <a:pt x="8720" y="1387"/>
                  </a:lnTo>
                  <a:lnTo>
                    <a:pt x="8734" y="1372"/>
                  </a:lnTo>
                  <a:lnTo>
                    <a:pt x="8749" y="1343"/>
                  </a:lnTo>
                  <a:lnTo>
                    <a:pt x="8763" y="1315"/>
                  </a:lnTo>
                  <a:lnTo>
                    <a:pt x="8777" y="1300"/>
                  </a:lnTo>
                  <a:lnTo>
                    <a:pt x="8792" y="1271"/>
                  </a:lnTo>
                  <a:lnTo>
                    <a:pt x="8792" y="1257"/>
                  </a:lnTo>
                  <a:lnTo>
                    <a:pt x="8806" y="1228"/>
                  </a:lnTo>
                  <a:lnTo>
                    <a:pt x="8806" y="1213"/>
                  </a:lnTo>
                  <a:lnTo>
                    <a:pt x="8806" y="1170"/>
                  </a:lnTo>
                  <a:lnTo>
                    <a:pt x="8806" y="1112"/>
                  </a:lnTo>
                  <a:lnTo>
                    <a:pt x="8806" y="1055"/>
                  </a:lnTo>
                  <a:cubicBezTo>
                    <a:pt x="8821" y="1040"/>
                    <a:pt x="8835" y="1011"/>
                    <a:pt x="8850" y="997"/>
                  </a:cubicBezTo>
                  <a:lnTo>
                    <a:pt x="8850" y="954"/>
                  </a:lnTo>
                  <a:cubicBezTo>
                    <a:pt x="8835" y="910"/>
                    <a:pt x="8821" y="867"/>
                    <a:pt x="8821" y="838"/>
                  </a:cubicBezTo>
                  <a:cubicBezTo>
                    <a:pt x="8705" y="997"/>
                    <a:pt x="8518" y="1098"/>
                    <a:pt x="8330" y="1112"/>
                  </a:cubicBezTo>
                  <a:lnTo>
                    <a:pt x="1488" y="1112"/>
                  </a:lnTo>
                  <a:cubicBezTo>
                    <a:pt x="824" y="1098"/>
                    <a:pt x="261" y="636"/>
                    <a:pt x="116" y="1"/>
                  </a:cubicBezTo>
                  <a:close/>
                </a:path>
              </a:pathLst>
            </a:custGeom>
            <a:solidFill>
              <a:srgbClr val="92A9B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703" name="Google Shape;20703;p47"/>
            <p:cNvSpPr/>
            <p:nvPr/>
          </p:nvSpPr>
          <p:spPr>
            <a:xfrm>
              <a:off x="2396675" y="2652939"/>
              <a:ext cx="32192" cy="27657"/>
            </a:xfrm>
            <a:custGeom>
              <a:rect b="b" l="l" r="r" t="t"/>
              <a:pathLst>
                <a:path extrusionOk="0" h="1055" w="1228">
                  <a:moveTo>
                    <a:pt x="347" y="1"/>
                  </a:moveTo>
                  <a:lnTo>
                    <a:pt x="1" y="506"/>
                  </a:lnTo>
                  <a:cubicBezTo>
                    <a:pt x="261" y="766"/>
                    <a:pt x="564" y="953"/>
                    <a:pt x="910" y="1054"/>
                  </a:cubicBezTo>
                  <a:lnTo>
                    <a:pt x="1228" y="592"/>
                  </a:lnTo>
                  <a:cubicBezTo>
                    <a:pt x="896" y="477"/>
                    <a:pt x="593" y="275"/>
                    <a:pt x="347" y="1"/>
                  </a:cubicBezTo>
                  <a:close/>
                </a:path>
              </a:pathLst>
            </a:custGeom>
            <a:solidFill>
              <a:srgbClr val="92A9B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20704" name="Google Shape;20704;p47"/>
          <p:cNvGrpSpPr/>
          <p:nvPr/>
        </p:nvGrpSpPr>
        <p:grpSpPr>
          <a:xfrm>
            <a:off x="2831110" y="2442538"/>
            <a:ext cx="246001" cy="348922"/>
            <a:chOff x="2831110" y="2442538"/>
            <a:chExt cx="246001" cy="348922"/>
          </a:xfrm>
        </p:grpSpPr>
        <p:sp>
          <p:nvSpPr>
            <p:cNvPr id="20705" name="Google Shape;20705;p47"/>
            <p:cNvSpPr/>
            <p:nvPr/>
          </p:nvSpPr>
          <p:spPr>
            <a:xfrm>
              <a:off x="2831110" y="2442538"/>
              <a:ext cx="194542" cy="348922"/>
            </a:xfrm>
            <a:custGeom>
              <a:rect b="b" l="l" r="r" t="t"/>
              <a:pathLst>
                <a:path extrusionOk="0" h="13310" w="7421">
                  <a:moveTo>
                    <a:pt x="925" y="0"/>
                  </a:moveTo>
                  <a:cubicBezTo>
                    <a:pt x="419" y="0"/>
                    <a:pt x="1" y="419"/>
                    <a:pt x="1" y="924"/>
                  </a:cubicBezTo>
                  <a:lnTo>
                    <a:pt x="1" y="12372"/>
                  </a:lnTo>
                  <a:cubicBezTo>
                    <a:pt x="1" y="12891"/>
                    <a:pt x="419" y="13310"/>
                    <a:pt x="925" y="13310"/>
                  </a:cubicBezTo>
                  <a:lnTo>
                    <a:pt x="6497" y="13310"/>
                  </a:lnTo>
                  <a:cubicBezTo>
                    <a:pt x="7002" y="13310"/>
                    <a:pt x="7421" y="12891"/>
                    <a:pt x="7421" y="12372"/>
                  </a:cubicBezTo>
                  <a:lnTo>
                    <a:pt x="7421" y="924"/>
                  </a:lnTo>
                  <a:cubicBezTo>
                    <a:pt x="7421" y="419"/>
                    <a:pt x="7002" y="0"/>
                    <a:pt x="6497" y="0"/>
                  </a:cubicBezTo>
                  <a:close/>
                </a:path>
              </a:pathLst>
            </a:custGeom>
            <a:solidFill>
              <a:srgbClr val="6D819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706" name="Google Shape;20706;p47"/>
            <p:cNvSpPr/>
            <p:nvPr/>
          </p:nvSpPr>
          <p:spPr>
            <a:xfrm>
              <a:off x="2831110" y="2476591"/>
              <a:ext cx="194542" cy="276647"/>
            </a:xfrm>
            <a:custGeom>
              <a:rect b="b" l="l" r="r" t="t"/>
              <a:pathLst>
                <a:path extrusionOk="0" h="10553" w="7421">
                  <a:moveTo>
                    <a:pt x="1" y="1"/>
                  </a:moveTo>
                  <a:lnTo>
                    <a:pt x="1" y="10553"/>
                  </a:lnTo>
                  <a:lnTo>
                    <a:pt x="7421" y="10553"/>
                  </a:lnTo>
                  <a:lnTo>
                    <a:pt x="7421" y="1"/>
                  </a:lnTo>
                  <a:close/>
                </a:path>
              </a:pathLst>
            </a:custGeom>
            <a:solidFill>
              <a:srgbClr val="91A2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707" name="Google Shape;20707;p47"/>
            <p:cNvSpPr/>
            <p:nvPr/>
          </p:nvSpPr>
          <p:spPr>
            <a:xfrm>
              <a:off x="2926480" y="2542181"/>
              <a:ext cx="99171" cy="158732"/>
            </a:xfrm>
            <a:custGeom>
              <a:rect b="b" l="l" r="r" t="t"/>
              <a:pathLst>
                <a:path extrusionOk="0" h="6055" w="3783">
                  <a:moveTo>
                    <a:pt x="3022" y="1"/>
                  </a:moveTo>
                  <a:cubicBezTo>
                    <a:pt x="1399" y="1"/>
                    <a:pt x="0" y="1313"/>
                    <a:pt x="0" y="3027"/>
                  </a:cubicBezTo>
                  <a:cubicBezTo>
                    <a:pt x="0" y="4741"/>
                    <a:pt x="1399" y="6054"/>
                    <a:pt x="3022" y="6054"/>
                  </a:cubicBezTo>
                  <a:cubicBezTo>
                    <a:pt x="3272" y="6054"/>
                    <a:pt x="3527" y="6023"/>
                    <a:pt x="3783" y="5958"/>
                  </a:cubicBezTo>
                  <a:lnTo>
                    <a:pt x="3783" y="97"/>
                  </a:lnTo>
                  <a:cubicBezTo>
                    <a:pt x="3527" y="32"/>
                    <a:pt x="3272" y="1"/>
                    <a:pt x="3022" y="1"/>
                  </a:cubicBezTo>
                  <a:close/>
                </a:path>
              </a:pathLst>
            </a:custGeom>
            <a:solidFill>
              <a:srgbClr val="D7DFE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708" name="Google Shape;20708;p47"/>
            <p:cNvSpPr/>
            <p:nvPr/>
          </p:nvSpPr>
          <p:spPr>
            <a:xfrm>
              <a:off x="3008979" y="2476591"/>
              <a:ext cx="16673" cy="276647"/>
            </a:xfrm>
            <a:custGeom>
              <a:rect b="b" l="l" r="r" t="t"/>
              <a:pathLst>
                <a:path extrusionOk="0" h="10553" w="636">
                  <a:moveTo>
                    <a:pt x="0" y="1"/>
                  </a:moveTo>
                  <a:lnTo>
                    <a:pt x="0" y="10553"/>
                  </a:lnTo>
                  <a:lnTo>
                    <a:pt x="636" y="10553"/>
                  </a:lnTo>
                  <a:lnTo>
                    <a:pt x="636" y="1"/>
                  </a:lnTo>
                  <a:close/>
                </a:path>
              </a:pathLst>
            </a:custGeom>
            <a:solidFill>
              <a:srgbClr val="D7DFE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709" name="Google Shape;20709;p47"/>
            <p:cNvSpPr/>
            <p:nvPr/>
          </p:nvSpPr>
          <p:spPr>
            <a:xfrm>
              <a:off x="2877668" y="2587481"/>
              <a:ext cx="77229" cy="10617"/>
            </a:xfrm>
            <a:custGeom>
              <a:rect b="b" l="l" r="r" t="t"/>
              <a:pathLst>
                <a:path extrusionOk="0" h="405" w="2946">
                  <a:moveTo>
                    <a:pt x="260" y="0"/>
                  </a:moveTo>
                  <a:cubicBezTo>
                    <a:pt x="0" y="0"/>
                    <a:pt x="0" y="404"/>
                    <a:pt x="260" y="404"/>
                  </a:cubicBezTo>
                  <a:lnTo>
                    <a:pt x="2671" y="404"/>
                  </a:lnTo>
                  <a:cubicBezTo>
                    <a:pt x="2945" y="404"/>
                    <a:pt x="2945" y="0"/>
                    <a:pt x="2671" y="0"/>
                  </a:cubicBezTo>
                  <a:close/>
                </a:path>
              </a:pathLst>
            </a:custGeom>
            <a:solidFill>
              <a:srgbClr val="B3C2C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710" name="Google Shape;20710;p47"/>
            <p:cNvSpPr/>
            <p:nvPr/>
          </p:nvSpPr>
          <p:spPr>
            <a:xfrm>
              <a:off x="2851164" y="2567426"/>
              <a:ext cx="117338" cy="10617"/>
            </a:xfrm>
            <a:custGeom>
              <a:rect b="b" l="l" r="r" t="t"/>
              <a:pathLst>
                <a:path extrusionOk="0" h="405" w="4476">
                  <a:moveTo>
                    <a:pt x="275" y="0"/>
                  </a:moveTo>
                  <a:cubicBezTo>
                    <a:pt x="1" y="0"/>
                    <a:pt x="1" y="404"/>
                    <a:pt x="275" y="404"/>
                  </a:cubicBezTo>
                  <a:lnTo>
                    <a:pt x="4202" y="404"/>
                  </a:lnTo>
                  <a:cubicBezTo>
                    <a:pt x="4476" y="404"/>
                    <a:pt x="4476" y="0"/>
                    <a:pt x="4202" y="0"/>
                  </a:cubicBezTo>
                  <a:close/>
                </a:path>
              </a:pathLst>
            </a:custGeom>
            <a:solidFill>
              <a:srgbClr val="B3C2C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711" name="Google Shape;20711;p47"/>
            <p:cNvSpPr/>
            <p:nvPr/>
          </p:nvSpPr>
          <p:spPr>
            <a:xfrm>
              <a:off x="2897329" y="2643109"/>
              <a:ext cx="55287" cy="10617"/>
            </a:xfrm>
            <a:custGeom>
              <a:rect b="b" l="l" r="r" t="t"/>
              <a:pathLst>
                <a:path extrusionOk="0" h="405" w="2109">
                  <a:moveTo>
                    <a:pt x="275" y="0"/>
                  </a:moveTo>
                  <a:cubicBezTo>
                    <a:pt x="1" y="0"/>
                    <a:pt x="1" y="404"/>
                    <a:pt x="275" y="404"/>
                  </a:cubicBezTo>
                  <a:lnTo>
                    <a:pt x="1849" y="404"/>
                  </a:lnTo>
                  <a:cubicBezTo>
                    <a:pt x="2109" y="404"/>
                    <a:pt x="2109" y="0"/>
                    <a:pt x="1849" y="0"/>
                  </a:cubicBezTo>
                  <a:close/>
                </a:path>
              </a:pathLst>
            </a:custGeom>
            <a:solidFill>
              <a:srgbClr val="B3C2C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712" name="Google Shape;20712;p47"/>
            <p:cNvSpPr/>
            <p:nvPr/>
          </p:nvSpPr>
          <p:spPr>
            <a:xfrm>
              <a:off x="2865556" y="2627196"/>
              <a:ext cx="79117" cy="10643"/>
            </a:xfrm>
            <a:custGeom>
              <a:rect b="b" l="l" r="r" t="t"/>
              <a:pathLst>
                <a:path extrusionOk="0" h="406" w="3018">
                  <a:moveTo>
                    <a:pt x="275" y="1"/>
                  </a:moveTo>
                  <a:cubicBezTo>
                    <a:pt x="0" y="1"/>
                    <a:pt x="0" y="405"/>
                    <a:pt x="275" y="405"/>
                  </a:cubicBezTo>
                  <a:lnTo>
                    <a:pt x="2758" y="405"/>
                  </a:lnTo>
                  <a:cubicBezTo>
                    <a:pt x="3017" y="405"/>
                    <a:pt x="3017" y="1"/>
                    <a:pt x="2758" y="1"/>
                  </a:cubicBezTo>
                  <a:close/>
                </a:path>
              </a:pathLst>
            </a:custGeom>
            <a:solidFill>
              <a:srgbClr val="B3C2C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713" name="Google Shape;20713;p47"/>
            <p:cNvSpPr/>
            <p:nvPr/>
          </p:nvSpPr>
          <p:spPr>
            <a:xfrm>
              <a:off x="2934056" y="2550019"/>
              <a:ext cx="143055" cy="143055"/>
            </a:xfrm>
            <a:custGeom>
              <a:rect b="b" l="l" r="r" t="t"/>
              <a:pathLst>
                <a:path extrusionOk="0" h="5457" w="5457">
                  <a:moveTo>
                    <a:pt x="2729" y="0"/>
                  </a:moveTo>
                  <a:cubicBezTo>
                    <a:pt x="1227" y="0"/>
                    <a:pt x="0" y="1227"/>
                    <a:pt x="0" y="2728"/>
                  </a:cubicBezTo>
                  <a:cubicBezTo>
                    <a:pt x="0" y="4230"/>
                    <a:pt x="1227" y="5457"/>
                    <a:pt x="2729" y="5457"/>
                  </a:cubicBezTo>
                  <a:cubicBezTo>
                    <a:pt x="4244" y="5457"/>
                    <a:pt x="5457" y="4230"/>
                    <a:pt x="5457" y="2728"/>
                  </a:cubicBezTo>
                  <a:cubicBezTo>
                    <a:pt x="5457" y="1227"/>
                    <a:pt x="4244" y="0"/>
                    <a:pt x="2729" y="0"/>
                  </a:cubicBezTo>
                  <a:close/>
                </a:path>
              </a:pathLst>
            </a:custGeom>
            <a:solidFill>
              <a:srgbClr val="8B9DA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714" name="Google Shape;20714;p47"/>
            <p:cNvSpPr/>
            <p:nvPr/>
          </p:nvSpPr>
          <p:spPr>
            <a:xfrm>
              <a:off x="2957125" y="2572722"/>
              <a:ext cx="97284" cy="97651"/>
            </a:xfrm>
            <a:custGeom>
              <a:rect b="b" l="l" r="r" t="t"/>
              <a:pathLst>
                <a:path extrusionOk="0" h="3725" w="3711">
                  <a:moveTo>
                    <a:pt x="1849" y="0"/>
                  </a:moveTo>
                  <a:cubicBezTo>
                    <a:pt x="824" y="0"/>
                    <a:pt x="1" y="838"/>
                    <a:pt x="1" y="1862"/>
                  </a:cubicBezTo>
                  <a:cubicBezTo>
                    <a:pt x="1" y="2887"/>
                    <a:pt x="824" y="3725"/>
                    <a:pt x="1849" y="3725"/>
                  </a:cubicBezTo>
                  <a:cubicBezTo>
                    <a:pt x="2873" y="3725"/>
                    <a:pt x="3711" y="2887"/>
                    <a:pt x="3711" y="1862"/>
                  </a:cubicBezTo>
                  <a:cubicBezTo>
                    <a:pt x="3711" y="838"/>
                    <a:pt x="2873" y="0"/>
                    <a:pt x="1849" y="0"/>
                  </a:cubicBezTo>
                  <a:close/>
                </a:path>
              </a:pathLst>
            </a:custGeom>
            <a:solidFill>
              <a:srgbClr val="B3C2C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715" name="Google Shape;20715;p47"/>
            <p:cNvSpPr/>
            <p:nvPr/>
          </p:nvSpPr>
          <p:spPr>
            <a:xfrm>
              <a:off x="2951463" y="2568082"/>
              <a:ext cx="108242" cy="107219"/>
            </a:xfrm>
            <a:custGeom>
              <a:rect b="b" l="l" r="r" t="t"/>
              <a:pathLst>
                <a:path extrusionOk="0" h="4090" w="4129">
                  <a:moveTo>
                    <a:pt x="1828" y="1"/>
                  </a:moveTo>
                  <a:cubicBezTo>
                    <a:pt x="1816" y="1"/>
                    <a:pt x="1803" y="2"/>
                    <a:pt x="1790" y="4"/>
                  </a:cubicBezTo>
                  <a:cubicBezTo>
                    <a:pt x="1660" y="18"/>
                    <a:pt x="1545" y="47"/>
                    <a:pt x="1429" y="91"/>
                  </a:cubicBezTo>
                  <a:cubicBezTo>
                    <a:pt x="1203" y="147"/>
                    <a:pt x="1254" y="481"/>
                    <a:pt x="1473" y="481"/>
                  </a:cubicBezTo>
                  <a:cubicBezTo>
                    <a:pt x="1478" y="481"/>
                    <a:pt x="1482" y="481"/>
                    <a:pt x="1487" y="480"/>
                  </a:cubicBezTo>
                  <a:cubicBezTo>
                    <a:pt x="1516" y="480"/>
                    <a:pt x="1530" y="480"/>
                    <a:pt x="1545" y="466"/>
                  </a:cubicBezTo>
                  <a:cubicBezTo>
                    <a:pt x="1646" y="437"/>
                    <a:pt x="1747" y="423"/>
                    <a:pt x="1848" y="408"/>
                  </a:cubicBezTo>
                  <a:cubicBezTo>
                    <a:pt x="2095" y="367"/>
                    <a:pt x="2055" y="1"/>
                    <a:pt x="1828" y="1"/>
                  </a:cubicBezTo>
                  <a:close/>
                  <a:moveTo>
                    <a:pt x="2637" y="81"/>
                  </a:moveTo>
                  <a:cubicBezTo>
                    <a:pt x="2436" y="81"/>
                    <a:pt x="2361" y="388"/>
                    <a:pt x="2584" y="480"/>
                  </a:cubicBezTo>
                  <a:cubicBezTo>
                    <a:pt x="2671" y="509"/>
                    <a:pt x="2757" y="538"/>
                    <a:pt x="2844" y="596"/>
                  </a:cubicBezTo>
                  <a:cubicBezTo>
                    <a:pt x="2873" y="610"/>
                    <a:pt x="2916" y="610"/>
                    <a:pt x="2945" y="610"/>
                  </a:cubicBezTo>
                  <a:cubicBezTo>
                    <a:pt x="3162" y="610"/>
                    <a:pt x="3234" y="336"/>
                    <a:pt x="3046" y="235"/>
                  </a:cubicBezTo>
                  <a:cubicBezTo>
                    <a:pt x="2931" y="177"/>
                    <a:pt x="2815" y="120"/>
                    <a:pt x="2700" y="91"/>
                  </a:cubicBezTo>
                  <a:cubicBezTo>
                    <a:pt x="2678" y="84"/>
                    <a:pt x="2657" y="81"/>
                    <a:pt x="2637" y="81"/>
                  </a:cubicBezTo>
                  <a:close/>
                  <a:moveTo>
                    <a:pt x="781" y="492"/>
                  </a:moveTo>
                  <a:cubicBezTo>
                    <a:pt x="732" y="492"/>
                    <a:pt x="682" y="510"/>
                    <a:pt x="635" y="553"/>
                  </a:cubicBezTo>
                  <a:cubicBezTo>
                    <a:pt x="549" y="639"/>
                    <a:pt x="477" y="726"/>
                    <a:pt x="404" y="827"/>
                  </a:cubicBezTo>
                  <a:cubicBezTo>
                    <a:pt x="303" y="971"/>
                    <a:pt x="390" y="1159"/>
                    <a:pt x="563" y="1159"/>
                  </a:cubicBezTo>
                  <a:cubicBezTo>
                    <a:pt x="635" y="1159"/>
                    <a:pt x="693" y="1116"/>
                    <a:pt x="736" y="1072"/>
                  </a:cubicBezTo>
                  <a:cubicBezTo>
                    <a:pt x="794" y="986"/>
                    <a:pt x="852" y="913"/>
                    <a:pt x="924" y="841"/>
                  </a:cubicBezTo>
                  <a:cubicBezTo>
                    <a:pt x="1080" y="697"/>
                    <a:pt x="944" y="492"/>
                    <a:pt x="781" y="492"/>
                  </a:cubicBezTo>
                  <a:close/>
                  <a:moveTo>
                    <a:pt x="3577" y="740"/>
                  </a:moveTo>
                  <a:cubicBezTo>
                    <a:pt x="3431" y="740"/>
                    <a:pt x="3293" y="903"/>
                    <a:pt x="3407" y="1058"/>
                  </a:cubicBezTo>
                  <a:cubicBezTo>
                    <a:pt x="3465" y="1144"/>
                    <a:pt x="3522" y="1231"/>
                    <a:pt x="3566" y="1318"/>
                  </a:cubicBezTo>
                  <a:cubicBezTo>
                    <a:pt x="3595" y="1390"/>
                    <a:pt x="3667" y="1433"/>
                    <a:pt x="3739" y="1433"/>
                  </a:cubicBezTo>
                  <a:lnTo>
                    <a:pt x="3753" y="1433"/>
                  </a:lnTo>
                  <a:cubicBezTo>
                    <a:pt x="3898" y="1433"/>
                    <a:pt x="3999" y="1274"/>
                    <a:pt x="3927" y="1144"/>
                  </a:cubicBezTo>
                  <a:cubicBezTo>
                    <a:pt x="3869" y="1029"/>
                    <a:pt x="3811" y="928"/>
                    <a:pt x="3739" y="827"/>
                  </a:cubicBezTo>
                  <a:cubicBezTo>
                    <a:pt x="3694" y="765"/>
                    <a:pt x="3635" y="740"/>
                    <a:pt x="3577" y="740"/>
                  </a:cubicBezTo>
                  <a:close/>
                  <a:moveTo>
                    <a:pt x="235" y="1516"/>
                  </a:moveTo>
                  <a:cubicBezTo>
                    <a:pt x="148" y="1516"/>
                    <a:pt x="62" y="1566"/>
                    <a:pt x="44" y="1679"/>
                  </a:cubicBezTo>
                  <a:cubicBezTo>
                    <a:pt x="15" y="1794"/>
                    <a:pt x="0" y="1924"/>
                    <a:pt x="0" y="2039"/>
                  </a:cubicBezTo>
                  <a:cubicBezTo>
                    <a:pt x="0" y="2155"/>
                    <a:pt x="101" y="2242"/>
                    <a:pt x="202" y="2242"/>
                  </a:cubicBezTo>
                  <a:lnTo>
                    <a:pt x="217" y="2242"/>
                  </a:lnTo>
                  <a:cubicBezTo>
                    <a:pt x="318" y="2242"/>
                    <a:pt x="404" y="2155"/>
                    <a:pt x="419" y="2054"/>
                  </a:cubicBezTo>
                  <a:cubicBezTo>
                    <a:pt x="419" y="1953"/>
                    <a:pt x="419" y="1852"/>
                    <a:pt x="433" y="1751"/>
                  </a:cubicBezTo>
                  <a:cubicBezTo>
                    <a:pt x="466" y="1603"/>
                    <a:pt x="350" y="1516"/>
                    <a:pt x="235" y="1516"/>
                  </a:cubicBezTo>
                  <a:close/>
                  <a:moveTo>
                    <a:pt x="3927" y="1834"/>
                  </a:moveTo>
                  <a:cubicBezTo>
                    <a:pt x="3826" y="1834"/>
                    <a:pt x="3725" y="1902"/>
                    <a:pt x="3725" y="2039"/>
                  </a:cubicBezTo>
                  <a:cubicBezTo>
                    <a:pt x="3725" y="2140"/>
                    <a:pt x="3710" y="2242"/>
                    <a:pt x="3696" y="2343"/>
                  </a:cubicBezTo>
                  <a:cubicBezTo>
                    <a:pt x="3681" y="2444"/>
                    <a:pt x="3753" y="2559"/>
                    <a:pt x="3869" y="2574"/>
                  </a:cubicBezTo>
                  <a:lnTo>
                    <a:pt x="3898" y="2574"/>
                  </a:lnTo>
                  <a:cubicBezTo>
                    <a:pt x="3999" y="2574"/>
                    <a:pt x="4085" y="2501"/>
                    <a:pt x="4100" y="2400"/>
                  </a:cubicBezTo>
                  <a:cubicBezTo>
                    <a:pt x="4114" y="2285"/>
                    <a:pt x="4129" y="2169"/>
                    <a:pt x="4129" y="2039"/>
                  </a:cubicBezTo>
                  <a:cubicBezTo>
                    <a:pt x="4129" y="1902"/>
                    <a:pt x="4028" y="1834"/>
                    <a:pt x="3927" y="1834"/>
                  </a:cubicBezTo>
                  <a:close/>
                  <a:moveTo>
                    <a:pt x="409" y="2668"/>
                  </a:moveTo>
                  <a:cubicBezTo>
                    <a:pt x="284" y="2668"/>
                    <a:pt x="168" y="2788"/>
                    <a:pt x="217" y="2934"/>
                  </a:cubicBezTo>
                  <a:cubicBezTo>
                    <a:pt x="260" y="3050"/>
                    <a:pt x="332" y="3151"/>
                    <a:pt x="404" y="3252"/>
                  </a:cubicBezTo>
                  <a:cubicBezTo>
                    <a:pt x="448" y="3310"/>
                    <a:pt x="505" y="3339"/>
                    <a:pt x="563" y="3339"/>
                  </a:cubicBezTo>
                  <a:cubicBezTo>
                    <a:pt x="736" y="3339"/>
                    <a:pt x="823" y="3151"/>
                    <a:pt x="722" y="3007"/>
                  </a:cubicBezTo>
                  <a:cubicBezTo>
                    <a:pt x="664" y="2934"/>
                    <a:pt x="621" y="2848"/>
                    <a:pt x="578" y="2761"/>
                  </a:cubicBezTo>
                  <a:cubicBezTo>
                    <a:pt x="531" y="2696"/>
                    <a:pt x="469" y="2668"/>
                    <a:pt x="409" y="2668"/>
                  </a:cubicBezTo>
                  <a:close/>
                  <a:moveTo>
                    <a:pt x="3563" y="2923"/>
                  </a:moveTo>
                  <a:cubicBezTo>
                    <a:pt x="3507" y="2923"/>
                    <a:pt x="3451" y="2947"/>
                    <a:pt x="3407" y="3007"/>
                  </a:cubicBezTo>
                  <a:cubicBezTo>
                    <a:pt x="3349" y="3093"/>
                    <a:pt x="3292" y="3165"/>
                    <a:pt x="3219" y="3238"/>
                  </a:cubicBezTo>
                  <a:cubicBezTo>
                    <a:pt x="3075" y="3367"/>
                    <a:pt x="3176" y="3584"/>
                    <a:pt x="3349" y="3584"/>
                  </a:cubicBezTo>
                  <a:lnTo>
                    <a:pt x="3364" y="3584"/>
                  </a:lnTo>
                  <a:cubicBezTo>
                    <a:pt x="3407" y="3584"/>
                    <a:pt x="3465" y="3570"/>
                    <a:pt x="3494" y="3526"/>
                  </a:cubicBezTo>
                  <a:cubicBezTo>
                    <a:pt x="3580" y="3440"/>
                    <a:pt x="3667" y="3353"/>
                    <a:pt x="3739" y="3252"/>
                  </a:cubicBezTo>
                  <a:cubicBezTo>
                    <a:pt x="3854" y="3095"/>
                    <a:pt x="3711" y="2923"/>
                    <a:pt x="3563" y="2923"/>
                  </a:cubicBezTo>
                  <a:close/>
                  <a:moveTo>
                    <a:pt x="1181" y="3470"/>
                  </a:moveTo>
                  <a:cubicBezTo>
                    <a:pt x="993" y="3470"/>
                    <a:pt x="888" y="3748"/>
                    <a:pt x="1097" y="3858"/>
                  </a:cubicBezTo>
                  <a:cubicBezTo>
                    <a:pt x="1198" y="3916"/>
                    <a:pt x="1314" y="3959"/>
                    <a:pt x="1429" y="4003"/>
                  </a:cubicBezTo>
                  <a:cubicBezTo>
                    <a:pt x="1456" y="4003"/>
                    <a:pt x="1471" y="4015"/>
                    <a:pt x="1496" y="4017"/>
                  </a:cubicBezTo>
                  <a:lnTo>
                    <a:pt x="1496" y="4017"/>
                  </a:lnTo>
                  <a:cubicBezTo>
                    <a:pt x="1734" y="4009"/>
                    <a:pt x="1787" y="3684"/>
                    <a:pt x="1559" y="3613"/>
                  </a:cubicBezTo>
                  <a:cubicBezTo>
                    <a:pt x="1458" y="3584"/>
                    <a:pt x="1372" y="3541"/>
                    <a:pt x="1285" y="3497"/>
                  </a:cubicBezTo>
                  <a:cubicBezTo>
                    <a:pt x="1249" y="3478"/>
                    <a:pt x="1213" y="3470"/>
                    <a:pt x="1181" y="3470"/>
                  </a:cubicBezTo>
                  <a:close/>
                  <a:moveTo>
                    <a:pt x="1496" y="4017"/>
                  </a:moveTo>
                  <a:cubicBezTo>
                    <a:pt x="1493" y="4017"/>
                    <a:pt x="1490" y="4017"/>
                    <a:pt x="1487" y="4017"/>
                  </a:cubicBezTo>
                  <a:lnTo>
                    <a:pt x="1502" y="4017"/>
                  </a:lnTo>
                  <a:cubicBezTo>
                    <a:pt x="1500" y="4017"/>
                    <a:pt x="1498" y="4017"/>
                    <a:pt x="1496" y="4017"/>
                  </a:cubicBezTo>
                  <a:close/>
                  <a:moveTo>
                    <a:pt x="2657" y="3600"/>
                  </a:moveTo>
                  <a:cubicBezTo>
                    <a:pt x="2634" y="3600"/>
                    <a:pt x="2610" y="3604"/>
                    <a:pt x="2584" y="3613"/>
                  </a:cubicBezTo>
                  <a:cubicBezTo>
                    <a:pt x="2483" y="3642"/>
                    <a:pt x="2397" y="3671"/>
                    <a:pt x="2295" y="3685"/>
                  </a:cubicBezTo>
                  <a:cubicBezTo>
                    <a:pt x="2036" y="3714"/>
                    <a:pt x="2065" y="4089"/>
                    <a:pt x="2324" y="4089"/>
                  </a:cubicBezTo>
                  <a:lnTo>
                    <a:pt x="2353" y="4089"/>
                  </a:lnTo>
                  <a:cubicBezTo>
                    <a:pt x="2469" y="4075"/>
                    <a:pt x="2584" y="4046"/>
                    <a:pt x="2714" y="4003"/>
                  </a:cubicBezTo>
                  <a:cubicBezTo>
                    <a:pt x="2948" y="3925"/>
                    <a:pt x="2866" y="3600"/>
                    <a:pt x="2657" y="3600"/>
                  </a:cubicBezTo>
                  <a:close/>
                </a:path>
              </a:pathLst>
            </a:custGeom>
            <a:solidFill>
              <a:srgbClr val="C1CDD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716" name="Google Shape;20716;p47"/>
            <p:cNvSpPr/>
            <p:nvPr/>
          </p:nvSpPr>
          <p:spPr>
            <a:xfrm>
              <a:off x="2985123" y="2600719"/>
              <a:ext cx="42049" cy="43543"/>
            </a:xfrm>
            <a:custGeom>
              <a:rect b="b" l="l" r="r" t="t"/>
              <a:pathLst>
                <a:path extrusionOk="0" h="1661" w="1604">
                  <a:moveTo>
                    <a:pt x="694" y="0"/>
                  </a:moveTo>
                  <a:cubicBezTo>
                    <a:pt x="1" y="0"/>
                    <a:pt x="1" y="1040"/>
                    <a:pt x="694" y="1040"/>
                  </a:cubicBezTo>
                  <a:lnTo>
                    <a:pt x="939" y="1040"/>
                  </a:lnTo>
                  <a:cubicBezTo>
                    <a:pt x="1084" y="1040"/>
                    <a:pt x="1084" y="1256"/>
                    <a:pt x="939" y="1256"/>
                  </a:cubicBezTo>
                  <a:lnTo>
                    <a:pt x="578" y="1256"/>
                  </a:lnTo>
                  <a:cubicBezTo>
                    <a:pt x="552" y="1144"/>
                    <a:pt x="466" y="1093"/>
                    <a:pt x="379" y="1093"/>
                  </a:cubicBezTo>
                  <a:cubicBezTo>
                    <a:pt x="277" y="1093"/>
                    <a:pt x="174" y="1166"/>
                    <a:pt x="174" y="1300"/>
                  </a:cubicBezTo>
                  <a:cubicBezTo>
                    <a:pt x="174" y="1487"/>
                    <a:pt x="333" y="1646"/>
                    <a:pt x="535" y="1661"/>
                  </a:cubicBezTo>
                  <a:lnTo>
                    <a:pt x="925" y="1661"/>
                  </a:lnTo>
                  <a:cubicBezTo>
                    <a:pt x="1603" y="1661"/>
                    <a:pt x="1603" y="621"/>
                    <a:pt x="925" y="621"/>
                  </a:cubicBezTo>
                  <a:lnTo>
                    <a:pt x="679" y="621"/>
                  </a:lnTo>
                  <a:cubicBezTo>
                    <a:pt x="535" y="621"/>
                    <a:pt x="535" y="405"/>
                    <a:pt x="679" y="405"/>
                  </a:cubicBezTo>
                  <a:lnTo>
                    <a:pt x="1040" y="405"/>
                  </a:lnTo>
                  <a:cubicBezTo>
                    <a:pt x="1060" y="511"/>
                    <a:pt x="1148" y="563"/>
                    <a:pt x="1237" y="563"/>
                  </a:cubicBezTo>
                  <a:cubicBezTo>
                    <a:pt x="1340" y="563"/>
                    <a:pt x="1445" y="493"/>
                    <a:pt x="1445" y="361"/>
                  </a:cubicBezTo>
                  <a:cubicBezTo>
                    <a:pt x="1445" y="159"/>
                    <a:pt x="1286" y="0"/>
                    <a:pt x="1084" y="0"/>
                  </a:cubicBezTo>
                  <a:close/>
                </a:path>
              </a:pathLst>
            </a:custGeom>
            <a:solidFill>
              <a:srgbClr val="8B9DA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717" name="Google Shape;20717;p47"/>
            <p:cNvSpPr/>
            <p:nvPr/>
          </p:nvSpPr>
          <p:spPr>
            <a:xfrm>
              <a:off x="3000642" y="2590784"/>
              <a:ext cx="10643" cy="20553"/>
            </a:xfrm>
            <a:custGeom>
              <a:rect b="b" l="l" r="r" t="t"/>
              <a:pathLst>
                <a:path extrusionOk="0" h="784" w="406">
                  <a:moveTo>
                    <a:pt x="203" y="1"/>
                  </a:moveTo>
                  <a:cubicBezTo>
                    <a:pt x="102" y="1"/>
                    <a:pt x="1" y="69"/>
                    <a:pt x="1" y="206"/>
                  </a:cubicBezTo>
                  <a:lnTo>
                    <a:pt x="1" y="582"/>
                  </a:lnTo>
                  <a:cubicBezTo>
                    <a:pt x="1" y="683"/>
                    <a:pt x="87" y="784"/>
                    <a:pt x="203" y="784"/>
                  </a:cubicBezTo>
                  <a:cubicBezTo>
                    <a:pt x="318" y="784"/>
                    <a:pt x="405" y="683"/>
                    <a:pt x="405" y="582"/>
                  </a:cubicBezTo>
                  <a:lnTo>
                    <a:pt x="405" y="206"/>
                  </a:lnTo>
                  <a:cubicBezTo>
                    <a:pt x="405" y="69"/>
                    <a:pt x="304" y="1"/>
                    <a:pt x="203" y="1"/>
                  </a:cubicBezTo>
                  <a:close/>
                </a:path>
              </a:pathLst>
            </a:custGeom>
            <a:solidFill>
              <a:srgbClr val="8B9DA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718" name="Google Shape;20718;p47"/>
            <p:cNvSpPr/>
            <p:nvPr/>
          </p:nvSpPr>
          <p:spPr>
            <a:xfrm>
              <a:off x="3000642" y="2633540"/>
              <a:ext cx="10643" cy="20553"/>
            </a:xfrm>
            <a:custGeom>
              <a:rect b="b" l="l" r="r" t="t"/>
              <a:pathLst>
                <a:path extrusionOk="0" h="784" w="406">
                  <a:moveTo>
                    <a:pt x="203" y="1"/>
                  </a:moveTo>
                  <a:cubicBezTo>
                    <a:pt x="102" y="1"/>
                    <a:pt x="1" y="69"/>
                    <a:pt x="1" y="206"/>
                  </a:cubicBezTo>
                  <a:lnTo>
                    <a:pt x="1" y="582"/>
                  </a:lnTo>
                  <a:cubicBezTo>
                    <a:pt x="1" y="697"/>
                    <a:pt x="87" y="784"/>
                    <a:pt x="203" y="784"/>
                  </a:cubicBezTo>
                  <a:cubicBezTo>
                    <a:pt x="318" y="784"/>
                    <a:pt x="405" y="697"/>
                    <a:pt x="405" y="582"/>
                  </a:cubicBezTo>
                  <a:lnTo>
                    <a:pt x="405" y="206"/>
                  </a:lnTo>
                  <a:cubicBezTo>
                    <a:pt x="405" y="69"/>
                    <a:pt x="304" y="1"/>
                    <a:pt x="203" y="1"/>
                  </a:cubicBezTo>
                  <a:close/>
                </a:path>
              </a:pathLst>
            </a:custGeom>
            <a:solidFill>
              <a:srgbClr val="8B9DA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20719" name="Google Shape;20719;p47"/>
          <p:cNvGrpSpPr/>
          <p:nvPr/>
        </p:nvGrpSpPr>
        <p:grpSpPr>
          <a:xfrm>
            <a:off x="7016492" y="3367036"/>
            <a:ext cx="362946" cy="356498"/>
            <a:chOff x="7016492" y="3367036"/>
            <a:chExt cx="362946" cy="356498"/>
          </a:xfrm>
        </p:grpSpPr>
        <p:sp>
          <p:nvSpPr>
            <p:cNvPr id="20720" name="Google Shape;20720;p47"/>
            <p:cNvSpPr/>
            <p:nvPr/>
          </p:nvSpPr>
          <p:spPr>
            <a:xfrm>
              <a:off x="7016492" y="3367036"/>
              <a:ext cx="356524" cy="356498"/>
            </a:xfrm>
            <a:custGeom>
              <a:rect b="b" l="l" r="r" t="t"/>
              <a:pathLst>
                <a:path extrusionOk="0" h="13599" w="13600">
                  <a:moveTo>
                    <a:pt x="6800" y="0"/>
                  </a:moveTo>
                  <a:cubicBezTo>
                    <a:pt x="3047" y="0"/>
                    <a:pt x="1" y="3046"/>
                    <a:pt x="1" y="6799"/>
                  </a:cubicBezTo>
                  <a:cubicBezTo>
                    <a:pt x="1" y="10552"/>
                    <a:pt x="3047" y="13598"/>
                    <a:pt x="6800" y="13598"/>
                  </a:cubicBezTo>
                  <a:cubicBezTo>
                    <a:pt x="10553" y="13598"/>
                    <a:pt x="13599" y="10552"/>
                    <a:pt x="13599" y="6799"/>
                  </a:cubicBezTo>
                  <a:cubicBezTo>
                    <a:pt x="13599" y="3046"/>
                    <a:pt x="10553" y="0"/>
                    <a:pt x="6800" y="0"/>
                  </a:cubicBezTo>
                  <a:close/>
                </a:path>
              </a:pathLst>
            </a:custGeom>
            <a:solidFill>
              <a:srgbClr val="EFF1F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721" name="Google Shape;20721;p47"/>
            <p:cNvSpPr/>
            <p:nvPr/>
          </p:nvSpPr>
          <p:spPr>
            <a:xfrm>
              <a:off x="7171658" y="3367036"/>
              <a:ext cx="207780" cy="356472"/>
            </a:xfrm>
            <a:custGeom>
              <a:rect b="b" l="l" r="r" t="t"/>
              <a:pathLst>
                <a:path extrusionOk="0" h="13598" w="7926">
                  <a:moveTo>
                    <a:pt x="881" y="0"/>
                  </a:moveTo>
                  <a:cubicBezTo>
                    <a:pt x="592" y="0"/>
                    <a:pt x="289" y="15"/>
                    <a:pt x="1" y="58"/>
                  </a:cubicBezTo>
                  <a:cubicBezTo>
                    <a:pt x="3378" y="505"/>
                    <a:pt x="5905" y="3392"/>
                    <a:pt x="5905" y="6799"/>
                  </a:cubicBezTo>
                  <a:cubicBezTo>
                    <a:pt x="5905" y="10206"/>
                    <a:pt x="3378" y="13093"/>
                    <a:pt x="1" y="13540"/>
                  </a:cubicBezTo>
                  <a:cubicBezTo>
                    <a:pt x="299" y="13579"/>
                    <a:pt x="595" y="13598"/>
                    <a:pt x="887" y="13598"/>
                  </a:cubicBezTo>
                  <a:cubicBezTo>
                    <a:pt x="4416" y="13598"/>
                    <a:pt x="7426" y="10859"/>
                    <a:pt x="7666" y="7247"/>
                  </a:cubicBezTo>
                  <a:cubicBezTo>
                    <a:pt x="7926" y="3320"/>
                    <a:pt x="4808" y="0"/>
                    <a:pt x="881" y="0"/>
                  </a:cubicBezTo>
                  <a:close/>
                </a:path>
              </a:pathLst>
            </a:custGeom>
            <a:solidFill>
              <a:srgbClr val="C2CED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722" name="Google Shape;20722;p47"/>
            <p:cNvSpPr/>
            <p:nvPr/>
          </p:nvSpPr>
          <p:spPr>
            <a:xfrm>
              <a:off x="7070049" y="3475252"/>
              <a:ext cx="73245" cy="116971"/>
            </a:xfrm>
            <a:custGeom>
              <a:rect b="b" l="l" r="r" t="t"/>
              <a:pathLst>
                <a:path extrusionOk="0" h="4462" w="2794">
                  <a:moveTo>
                    <a:pt x="435" y="1"/>
                  </a:moveTo>
                  <a:cubicBezTo>
                    <a:pt x="217" y="1"/>
                    <a:pt x="1" y="145"/>
                    <a:pt x="8" y="434"/>
                  </a:cubicBezTo>
                  <a:lnTo>
                    <a:pt x="8" y="4028"/>
                  </a:lnTo>
                  <a:cubicBezTo>
                    <a:pt x="8" y="4259"/>
                    <a:pt x="195" y="4461"/>
                    <a:pt x="441" y="4461"/>
                  </a:cubicBezTo>
                  <a:cubicBezTo>
                    <a:pt x="686" y="4461"/>
                    <a:pt x="888" y="4259"/>
                    <a:pt x="888" y="4014"/>
                  </a:cubicBezTo>
                  <a:lnTo>
                    <a:pt x="888" y="3422"/>
                  </a:lnTo>
                  <a:lnTo>
                    <a:pt x="1192" y="3119"/>
                  </a:lnTo>
                  <a:lnTo>
                    <a:pt x="1884" y="4043"/>
                  </a:lnTo>
                  <a:cubicBezTo>
                    <a:pt x="1942" y="4144"/>
                    <a:pt x="2043" y="4201"/>
                    <a:pt x="2159" y="4216"/>
                  </a:cubicBezTo>
                  <a:lnTo>
                    <a:pt x="2231" y="4216"/>
                  </a:lnTo>
                  <a:cubicBezTo>
                    <a:pt x="2592" y="4216"/>
                    <a:pt x="2794" y="3812"/>
                    <a:pt x="2577" y="3523"/>
                  </a:cubicBezTo>
                  <a:lnTo>
                    <a:pt x="1812" y="2498"/>
                  </a:lnTo>
                  <a:lnTo>
                    <a:pt x="2390" y="1921"/>
                  </a:lnTo>
                  <a:cubicBezTo>
                    <a:pt x="2690" y="1598"/>
                    <a:pt x="2408" y="1173"/>
                    <a:pt x="2071" y="1173"/>
                  </a:cubicBezTo>
                  <a:cubicBezTo>
                    <a:pt x="1970" y="1173"/>
                    <a:pt x="1865" y="1210"/>
                    <a:pt x="1769" y="1300"/>
                  </a:cubicBezTo>
                  <a:lnTo>
                    <a:pt x="874" y="2195"/>
                  </a:lnTo>
                  <a:lnTo>
                    <a:pt x="874" y="434"/>
                  </a:lnTo>
                  <a:cubicBezTo>
                    <a:pt x="874" y="145"/>
                    <a:pt x="654" y="1"/>
                    <a:pt x="435" y="1"/>
                  </a:cubicBezTo>
                  <a:close/>
                </a:path>
              </a:pathLst>
            </a:custGeom>
            <a:solidFill>
              <a:srgbClr val="8B9DA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723" name="Google Shape;20723;p47"/>
            <p:cNvSpPr/>
            <p:nvPr/>
          </p:nvSpPr>
          <p:spPr>
            <a:xfrm>
              <a:off x="7217063" y="3475252"/>
              <a:ext cx="73454" cy="116971"/>
            </a:xfrm>
            <a:custGeom>
              <a:rect b="b" l="l" r="r" t="t"/>
              <a:pathLst>
                <a:path extrusionOk="0" h="4462" w="2802">
                  <a:moveTo>
                    <a:pt x="441" y="1"/>
                  </a:moveTo>
                  <a:cubicBezTo>
                    <a:pt x="221" y="1"/>
                    <a:pt x="1" y="145"/>
                    <a:pt x="1" y="434"/>
                  </a:cubicBezTo>
                  <a:lnTo>
                    <a:pt x="1" y="4028"/>
                  </a:lnTo>
                  <a:cubicBezTo>
                    <a:pt x="1" y="4259"/>
                    <a:pt x="203" y="4461"/>
                    <a:pt x="448" y="4461"/>
                  </a:cubicBezTo>
                  <a:cubicBezTo>
                    <a:pt x="694" y="4461"/>
                    <a:pt x="896" y="4259"/>
                    <a:pt x="881" y="4014"/>
                  </a:cubicBezTo>
                  <a:lnTo>
                    <a:pt x="881" y="3422"/>
                  </a:lnTo>
                  <a:lnTo>
                    <a:pt x="1199" y="3119"/>
                  </a:lnTo>
                  <a:lnTo>
                    <a:pt x="1877" y="4043"/>
                  </a:lnTo>
                  <a:cubicBezTo>
                    <a:pt x="1950" y="4144"/>
                    <a:pt x="2051" y="4201"/>
                    <a:pt x="2166" y="4216"/>
                  </a:cubicBezTo>
                  <a:lnTo>
                    <a:pt x="2238" y="4216"/>
                  </a:lnTo>
                  <a:cubicBezTo>
                    <a:pt x="2599" y="4216"/>
                    <a:pt x="2801" y="3812"/>
                    <a:pt x="2585" y="3523"/>
                  </a:cubicBezTo>
                  <a:lnTo>
                    <a:pt x="1820" y="2498"/>
                  </a:lnTo>
                  <a:lnTo>
                    <a:pt x="2397" y="1921"/>
                  </a:lnTo>
                  <a:cubicBezTo>
                    <a:pt x="2697" y="1598"/>
                    <a:pt x="2415" y="1173"/>
                    <a:pt x="2078" y="1173"/>
                  </a:cubicBezTo>
                  <a:cubicBezTo>
                    <a:pt x="1978" y="1173"/>
                    <a:pt x="1872" y="1210"/>
                    <a:pt x="1776" y="1300"/>
                  </a:cubicBezTo>
                  <a:lnTo>
                    <a:pt x="881" y="2195"/>
                  </a:lnTo>
                  <a:lnTo>
                    <a:pt x="881" y="434"/>
                  </a:lnTo>
                  <a:cubicBezTo>
                    <a:pt x="881" y="145"/>
                    <a:pt x="661" y="1"/>
                    <a:pt x="441" y="1"/>
                  </a:cubicBezTo>
                  <a:close/>
                </a:path>
              </a:pathLst>
            </a:custGeom>
            <a:solidFill>
              <a:srgbClr val="8B9DA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724" name="Google Shape;20724;p47"/>
            <p:cNvSpPr/>
            <p:nvPr/>
          </p:nvSpPr>
          <p:spPr>
            <a:xfrm>
              <a:off x="7162955" y="3498242"/>
              <a:ext cx="24249" cy="93981"/>
            </a:xfrm>
            <a:custGeom>
              <a:rect b="b" l="l" r="r" t="t"/>
              <a:pathLst>
                <a:path extrusionOk="0" h="3585" w="925">
                  <a:moveTo>
                    <a:pt x="457" y="1"/>
                  </a:moveTo>
                  <a:cubicBezTo>
                    <a:pt x="228" y="1"/>
                    <a:pt x="1" y="156"/>
                    <a:pt x="1" y="466"/>
                  </a:cubicBezTo>
                  <a:lnTo>
                    <a:pt x="1" y="3122"/>
                  </a:lnTo>
                  <a:cubicBezTo>
                    <a:pt x="1" y="3382"/>
                    <a:pt x="203" y="3584"/>
                    <a:pt x="462" y="3584"/>
                  </a:cubicBezTo>
                  <a:cubicBezTo>
                    <a:pt x="708" y="3584"/>
                    <a:pt x="924" y="3368"/>
                    <a:pt x="924" y="3122"/>
                  </a:cubicBezTo>
                  <a:lnTo>
                    <a:pt x="924" y="466"/>
                  </a:lnTo>
                  <a:cubicBezTo>
                    <a:pt x="917" y="156"/>
                    <a:pt x="686" y="1"/>
                    <a:pt x="457" y="1"/>
                  </a:cubicBezTo>
                  <a:close/>
                </a:path>
              </a:pathLst>
            </a:custGeom>
            <a:solidFill>
              <a:srgbClr val="8B9DA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725" name="Google Shape;20725;p47"/>
            <p:cNvSpPr/>
            <p:nvPr/>
          </p:nvSpPr>
          <p:spPr>
            <a:xfrm>
              <a:off x="7304857" y="3529281"/>
              <a:ext cx="37120" cy="31904"/>
            </a:xfrm>
            <a:custGeom>
              <a:rect b="b" l="l" r="r" t="t"/>
              <a:pathLst>
                <a:path extrusionOk="0" h="1217" w="1416">
                  <a:moveTo>
                    <a:pt x="806" y="1"/>
                  </a:moveTo>
                  <a:cubicBezTo>
                    <a:pt x="656" y="1"/>
                    <a:pt x="502" y="55"/>
                    <a:pt x="376" y="177"/>
                  </a:cubicBezTo>
                  <a:cubicBezTo>
                    <a:pt x="1" y="567"/>
                    <a:pt x="261" y="1216"/>
                    <a:pt x="809" y="1216"/>
                  </a:cubicBezTo>
                  <a:cubicBezTo>
                    <a:pt x="1141" y="1216"/>
                    <a:pt x="1415" y="942"/>
                    <a:pt x="1415" y="610"/>
                  </a:cubicBezTo>
                  <a:cubicBezTo>
                    <a:pt x="1415" y="239"/>
                    <a:pt x="1119" y="1"/>
                    <a:pt x="806" y="1"/>
                  </a:cubicBezTo>
                  <a:close/>
                </a:path>
              </a:pathLst>
            </a:custGeom>
            <a:solidFill>
              <a:srgbClr val="6C839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20726" name="Google Shape;20726;p47"/>
          <p:cNvGrpSpPr/>
          <p:nvPr/>
        </p:nvGrpSpPr>
        <p:grpSpPr>
          <a:xfrm>
            <a:off x="3486106" y="3817357"/>
            <a:ext cx="363313" cy="356576"/>
            <a:chOff x="3763184" y="3817357"/>
            <a:chExt cx="363313" cy="356576"/>
          </a:xfrm>
        </p:grpSpPr>
        <p:sp>
          <p:nvSpPr>
            <p:cNvPr id="20727" name="Google Shape;20727;p47"/>
            <p:cNvSpPr/>
            <p:nvPr/>
          </p:nvSpPr>
          <p:spPr>
            <a:xfrm>
              <a:off x="3763184" y="3817357"/>
              <a:ext cx="356865" cy="356498"/>
            </a:xfrm>
            <a:custGeom>
              <a:rect b="b" l="l" r="r" t="t"/>
              <a:pathLst>
                <a:path extrusionOk="0" h="13599" w="13613">
                  <a:moveTo>
                    <a:pt x="6814" y="0"/>
                  </a:moveTo>
                  <a:cubicBezTo>
                    <a:pt x="3046" y="0"/>
                    <a:pt x="0" y="3046"/>
                    <a:pt x="0" y="6799"/>
                  </a:cubicBezTo>
                  <a:cubicBezTo>
                    <a:pt x="0" y="10552"/>
                    <a:pt x="3046" y="13598"/>
                    <a:pt x="6814" y="13598"/>
                  </a:cubicBezTo>
                  <a:cubicBezTo>
                    <a:pt x="10567" y="13598"/>
                    <a:pt x="13613" y="10552"/>
                    <a:pt x="13613" y="6799"/>
                  </a:cubicBezTo>
                  <a:cubicBezTo>
                    <a:pt x="13613" y="3046"/>
                    <a:pt x="10567" y="0"/>
                    <a:pt x="6814" y="0"/>
                  </a:cubicBezTo>
                  <a:close/>
                </a:path>
              </a:pathLst>
            </a:custGeom>
            <a:solidFill>
              <a:srgbClr val="62778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728" name="Google Shape;20728;p47"/>
            <p:cNvSpPr/>
            <p:nvPr/>
          </p:nvSpPr>
          <p:spPr>
            <a:xfrm>
              <a:off x="3918324" y="3817357"/>
              <a:ext cx="208173" cy="356576"/>
            </a:xfrm>
            <a:custGeom>
              <a:rect b="b" l="l" r="r" t="t"/>
              <a:pathLst>
                <a:path extrusionOk="0" h="13602" w="7941">
                  <a:moveTo>
                    <a:pt x="896" y="0"/>
                  </a:moveTo>
                  <a:cubicBezTo>
                    <a:pt x="593" y="0"/>
                    <a:pt x="304" y="15"/>
                    <a:pt x="1" y="58"/>
                  </a:cubicBezTo>
                  <a:cubicBezTo>
                    <a:pt x="3393" y="505"/>
                    <a:pt x="5919" y="3378"/>
                    <a:pt x="5919" y="6799"/>
                  </a:cubicBezTo>
                  <a:cubicBezTo>
                    <a:pt x="5919" y="10220"/>
                    <a:pt x="3393" y="13093"/>
                    <a:pt x="1" y="13541"/>
                  </a:cubicBezTo>
                  <a:cubicBezTo>
                    <a:pt x="306" y="13581"/>
                    <a:pt x="610" y="13601"/>
                    <a:pt x="909" y="13601"/>
                  </a:cubicBezTo>
                  <a:cubicBezTo>
                    <a:pt x="4431" y="13601"/>
                    <a:pt x="7441" y="10865"/>
                    <a:pt x="7681" y="7247"/>
                  </a:cubicBezTo>
                  <a:cubicBezTo>
                    <a:pt x="7940" y="3320"/>
                    <a:pt x="4822" y="0"/>
                    <a:pt x="896" y="0"/>
                  </a:cubicBezTo>
                  <a:close/>
                </a:path>
              </a:pathLst>
            </a:custGeom>
            <a:solidFill>
              <a:srgbClr val="556C8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729" name="Google Shape;20729;p47"/>
            <p:cNvSpPr/>
            <p:nvPr/>
          </p:nvSpPr>
          <p:spPr>
            <a:xfrm>
              <a:off x="3848330" y="3964188"/>
              <a:ext cx="39375" cy="116945"/>
            </a:xfrm>
            <a:custGeom>
              <a:rect b="b" l="l" r="r" t="t"/>
              <a:pathLst>
                <a:path extrusionOk="0" h="4461" w="1502">
                  <a:moveTo>
                    <a:pt x="58" y="0"/>
                  </a:moveTo>
                  <a:cubicBezTo>
                    <a:pt x="29" y="0"/>
                    <a:pt x="0" y="29"/>
                    <a:pt x="0" y="58"/>
                  </a:cubicBezTo>
                  <a:lnTo>
                    <a:pt x="0" y="4403"/>
                  </a:lnTo>
                  <a:cubicBezTo>
                    <a:pt x="0" y="4432"/>
                    <a:pt x="29" y="4461"/>
                    <a:pt x="58" y="4461"/>
                  </a:cubicBezTo>
                  <a:lnTo>
                    <a:pt x="1444" y="4461"/>
                  </a:lnTo>
                  <a:cubicBezTo>
                    <a:pt x="1473" y="4461"/>
                    <a:pt x="1502" y="4446"/>
                    <a:pt x="1502" y="4403"/>
                  </a:cubicBezTo>
                  <a:lnTo>
                    <a:pt x="1502" y="58"/>
                  </a:lnTo>
                  <a:cubicBezTo>
                    <a:pt x="1502" y="29"/>
                    <a:pt x="1473" y="0"/>
                    <a:pt x="1444" y="0"/>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730" name="Google Shape;20730;p47"/>
            <p:cNvSpPr/>
            <p:nvPr/>
          </p:nvSpPr>
          <p:spPr>
            <a:xfrm>
              <a:off x="3832418" y="3894403"/>
              <a:ext cx="55287" cy="47475"/>
            </a:xfrm>
            <a:custGeom>
              <a:rect b="b" l="l" r="r" t="t"/>
              <a:pathLst>
                <a:path extrusionOk="0" h="1811" w="2109">
                  <a:moveTo>
                    <a:pt x="1208" y="0"/>
                  </a:moveTo>
                  <a:cubicBezTo>
                    <a:pt x="987" y="0"/>
                    <a:pt x="761" y="83"/>
                    <a:pt x="578" y="266"/>
                  </a:cubicBezTo>
                  <a:cubicBezTo>
                    <a:pt x="1" y="829"/>
                    <a:pt x="405" y="1810"/>
                    <a:pt x="1214" y="1810"/>
                  </a:cubicBezTo>
                  <a:cubicBezTo>
                    <a:pt x="1704" y="1810"/>
                    <a:pt x="2109" y="1406"/>
                    <a:pt x="2109" y="901"/>
                  </a:cubicBezTo>
                  <a:cubicBezTo>
                    <a:pt x="2109" y="355"/>
                    <a:pt x="1668" y="0"/>
                    <a:pt x="1208" y="0"/>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731" name="Google Shape;20731;p47"/>
            <p:cNvSpPr/>
            <p:nvPr/>
          </p:nvSpPr>
          <p:spPr>
            <a:xfrm>
              <a:off x="3925901" y="3964161"/>
              <a:ext cx="124914" cy="117365"/>
            </a:xfrm>
            <a:custGeom>
              <a:rect b="b" l="l" r="r" t="t"/>
              <a:pathLst>
                <a:path extrusionOk="0" h="4477" w="4765">
                  <a:moveTo>
                    <a:pt x="2716" y="1"/>
                  </a:moveTo>
                  <a:cubicBezTo>
                    <a:pt x="2701" y="1"/>
                    <a:pt x="2686" y="1"/>
                    <a:pt x="2671" y="1"/>
                  </a:cubicBezTo>
                  <a:cubicBezTo>
                    <a:pt x="2180" y="1"/>
                    <a:pt x="1718" y="145"/>
                    <a:pt x="1314" y="434"/>
                  </a:cubicBezTo>
                  <a:cubicBezTo>
                    <a:pt x="1304" y="441"/>
                    <a:pt x="1294" y="444"/>
                    <a:pt x="1284" y="444"/>
                  </a:cubicBezTo>
                  <a:cubicBezTo>
                    <a:pt x="1248" y="444"/>
                    <a:pt x="1213" y="410"/>
                    <a:pt x="1213" y="376"/>
                  </a:cubicBezTo>
                  <a:lnTo>
                    <a:pt x="1213" y="59"/>
                  </a:lnTo>
                  <a:cubicBezTo>
                    <a:pt x="1213" y="30"/>
                    <a:pt x="1170" y="1"/>
                    <a:pt x="1141" y="1"/>
                  </a:cubicBezTo>
                  <a:lnTo>
                    <a:pt x="58" y="1"/>
                  </a:lnTo>
                  <a:cubicBezTo>
                    <a:pt x="29" y="1"/>
                    <a:pt x="1" y="30"/>
                    <a:pt x="1" y="59"/>
                  </a:cubicBezTo>
                  <a:lnTo>
                    <a:pt x="1" y="4389"/>
                  </a:lnTo>
                  <a:cubicBezTo>
                    <a:pt x="1" y="4433"/>
                    <a:pt x="29" y="4462"/>
                    <a:pt x="58" y="4462"/>
                  </a:cubicBezTo>
                  <a:lnTo>
                    <a:pt x="1430" y="4462"/>
                  </a:lnTo>
                  <a:cubicBezTo>
                    <a:pt x="1473" y="4462"/>
                    <a:pt x="1502" y="4433"/>
                    <a:pt x="1502" y="4389"/>
                  </a:cubicBezTo>
                  <a:lnTo>
                    <a:pt x="1502" y="2859"/>
                  </a:lnTo>
                  <a:cubicBezTo>
                    <a:pt x="1502" y="2354"/>
                    <a:pt x="1617" y="1502"/>
                    <a:pt x="2382" y="1502"/>
                  </a:cubicBezTo>
                  <a:cubicBezTo>
                    <a:pt x="3133" y="1502"/>
                    <a:pt x="3249" y="2354"/>
                    <a:pt x="3249" y="2859"/>
                  </a:cubicBezTo>
                  <a:lnTo>
                    <a:pt x="3249" y="4404"/>
                  </a:lnTo>
                  <a:cubicBezTo>
                    <a:pt x="3249" y="4433"/>
                    <a:pt x="3277" y="4462"/>
                    <a:pt x="3321" y="4462"/>
                  </a:cubicBezTo>
                  <a:lnTo>
                    <a:pt x="3321" y="4476"/>
                  </a:lnTo>
                  <a:lnTo>
                    <a:pt x="4692" y="4476"/>
                  </a:lnTo>
                  <a:cubicBezTo>
                    <a:pt x="4721" y="4476"/>
                    <a:pt x="4750" y="4433"/>
                    <a:pt x="4750" y="4404"/>
                  </a:cubicBezTo>
                  <a:lnTo>
                    <a:pt x="4750" y="2383"/>
                  </a:lnTo>
                  <a:cubicBezTo>
                    <a:pt x="4764" y="1806"/>
                    <a:pt x="4591" y="1243"/>
                    <a:pt x="4259" y="766"/>
                  </a:cubicBezTo>
                  <a:cubicBezTo>
                    <a:pt x="3893" y="287"/>
                    <a:pt x="3320" y="1"/>
                    <a:pt x="2716" y="1"/>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20732" name="Google Shape;20732;p47"/>
          <p:cNvGrpSpPr/>
          <p:nvPr/>
        </p:nvGrpSpPr>
        <p:grpSpPr>
          <a:xfrm>
            <a:off x="4831774" y="3817357"/>
            <a:ext cx="362947" cy="356576"/>
            <a:chOff x="5108852" y="3817357"/>
            <a:chExt cx="362947" cy="356576"/>
          </a:xfrm>
        </p:grpSpPr>
        <p:sp>
          <p:nvSpPr>
            <p:cNvPr id="20733" name="Google Shape;20733;p47"/>
            <p:cNvSpPr/>
            <p:nvPr/>
          </p:nvSpPr>
          <p:spPr>
            <a:xfrm>
              <a:off x="5108852" y="3817357"/>
              <a:ext cx="356524" cy="356498"/>
            </a:xfrm>
            <a:custGeom>
              <a:rect b="b" l="l" r="r" t="t"/>
              <a:pathLst>
                <a:path extrusionOk="0" h="13599" w="13600">
                  <a:moveTo>
                    <a:pt x="6800" y="0"/>
                  </a:moveTo>
                  <a:cubicBezTo>
                    <a:pt x="3047" y="0"/>
                    <a:pt x="1" y="3046"/>
                    <a:pt x="1" y="6799"/>
                  </a:cubicBezTo>
                  <a:cubicBezTo>
                    <a:pt x="1" y="10552"/>
                    <a:pt x="3047" y="13598"/>
                    <a:pt x="6800" y="13598"/>
                  </a:cubicBezTo>
                  <a:cubicBezTo>
                    <a:pt x="10568" y="13598"/>
                    <a:pt x="13599" y="10552"/>
                    <a:pt x="13599" y="6799"/>
                  </a:cubicBezTo>
                  <a:cubicBezTo>
                    <a:pt x="13599" y="3046"/>
                    <a:pt x="10568" y="0"/>
                    <a:pt x="6800" y="0"/>
                  </a:cubicBezTo>
                  <a:close/>
                </a:path>
              </a:pathLst>
            </a:custGeom>
            <a:solidFill>
              <a:srgbClr val="899CA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734" name="Google Shape;20734;p47"/>
            <p:cNvSpPr/>
            <p:nvPr/>
          </p:nvSpPr>
          <p:spPr>
            <a:xfrm>
              <a:off x="5264019" y="3817357"/>
              <a:ext cx="207780" cy="356576"/>
            </a:xfrm>
            <a:custGeom>
              <a:rect b="b" l="l" r="r" t="t"/>
              <a:pathLst>
                <a:path extrusionOk="0" h="13602" w="7926">
                  <a:moveTo>
                    <a:pt x="881" y="0"/>
                  </a:moveTo>
                  <a:cubicBezTo>
                    <a:pt x="592" y="0"/>
                    <a:pt x="289" y="15"/>
                    <a:pt x="0" y="58"/>
                  </a:cubicBezTo>
                  <a:cubicBezTo>
                    <a:pt x="3378" y="505"/>
                    <a:pt x="5919" y="3378"/>
                    <a:pt x="5919" y="6799"/>
                  </a:cubicBezTo>
                  <a:cubicBezTo>
                    <a:pt x="5919" y="10220"/>
                    <a:pt x="3378" y="13093"/>
                    <a:pt x="0" y="13541"/>
                  </a:cubicBezTo>
                  <a:cubicBezTo>
                    <a:pt x="306" y="13581"/>
                    <a:pt x="609" y="13601"/>
                    <a:pt x="909" y="13601"/>
                  </a:cubicBezTo>
                  <a:cubicBezTo>
                    <a:pt x="4428" y="13601"/>
                    <a:pt x="7426" y="10865"/>
                    <a:pt x="7666" y="7247"/>
                  </a:cubicBezTo>
                  <a:cubicBezTo>
                    <a:pt x="7925" y="3320"/>
                    <a:pt x="4822" y="0"/>
                    <a:pt x="881" y="0"/>
                  </a:cubicBezTo>
                  <a:close/>
                </a:path>
              </a:pathLst>
            </a:custGeom>
            <a:solidFill>
              <a:srgbClr val="6C839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735" name="Google Shape;20735;p47"/>
            <p:cNvSpPr/>
            <p:nvPr/>
          </p:nvSpPr>
          <p:spPr>
            <a:xfrm>
              <a:off x="5136116" y="3871229"/>
              <a:ext cx="295495" cy="248282"/>
            </a:xfrm>
            <a:custGeom>
              <a:rect b="b" l="l" r="r" t="t"/>
              <a:pathLst>
                <a:path extrusionOk="0" h="9471" w="11272">
                  <a:moveTo>
                    <a:pt x="5753" y="0"/>
                  </a:moveTo>
                  <a:cubicBezTo>
                    <a:pt x="5655" y="0"/>
                    <a:pt x="5556" y="3"/>
                    <a:pt x="5457" y="9"/>
                  </a:cubicBezTo>
                  <a:lnTo>
                    <a:pt x="5457" y="24"/>
                  </a:lnTo>
                  <a:cubicBezTo>
                    <a:pt x="2050" y="240"/>
                    <a:pt x="0" y="3878"/>
                    <a:pt x="1559" y="6910"/>
                  </a:cubicBezTo>
                  <a:cubicBezTo>
                    <a:pt x="1559" y="6924"/>
                    <a:pt x="1559" y="6953"/>
                    <a:pt x="1559" y="6982"/>
                  </a:cubicBezTo>
                  <a:lnTo>
                    <a:pt x="1083" y="8165"/>
                  </a:lnTo>
                  <a:cubicBezTo>
                    <a:pt x="1054" y="8223"/>
                    <a:pt x="1097" y="8295"/>
                    <a:pt x="1169" y="8295"/>
                  </a:cubicBezTo>
                  <a:lnTo>
                    <a:pt x="2599" y="8295"/>
                  </a:lnTo>
                  <a:cubicBezTo>
                    <a:pt x="2613" y="8295"/>
                    <a:pt x="2642" y="8295"/>
                    <a:pt x="2656" y="8310"/>
                  </a:cubicBezTo>
                  <a:cubicBezTo>
                    <a:pt x="3568" y="9102"/>
                    <a:pt x="4661" y="9471"/>
                    <a:pt x="5738" y="9471"/>
                  </a:cubicBezTo>
                  <a:cubicBezTo>
                    <a:pt x="7665" y="9471"/>
                    <a:pt x="9541" y="8292"/>
                    <a:pt x="10235" y="6246"/>
                  </a:cubicBezTo>
                  <a:cubicBezTo>
                    <a:pt x="11271" y="3150"/>
                    <a:pt x="8951" y="0"/>
                    <a:pt x="5753" y="0"/>
                  </a:cubicBezTo>
                  <a:close/>
                </a:path>
              </a:pathLst>
            </a:custGeom>
            <a:solidFill>
              <a:srgbClr val="FDFDF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736" name="Google Shape;20736;p47"/>
            <p:cNvSpPr/>
            <p:nvPr/>
          </p:nvSpPr>
          <p:spPr>
            <a:xfrm>
              <a:off x="5219060" y="3952863"/>
              <a:ext cx="128060" cy="78933"/>
            </a:xfrm>
            <a:custGeom>
              <a:rect b="b" l="l" r="r" t="t"/>
              <a:pathLst>
                <a:path extrusionOk="0" h="3011" w="4885">
                  <a:moveTo>
                    <a:pt x="4807" y="0"/>
                  </a:moveTo>
                  <a:cubicBezTo>
                    <a:pt x="4796" y="0"/>
                    <a:pt x="4785" y="4"/>
                    <a:pt x="4776" y="13"/>
                  </a:cubicBezTo>
                  <a:lnTo>
                    <a:pt x="3505" y="1024"/>
                  </a:lnTo>
                  <a:cubicBezTo>
                    <a:pt x="3491" y="1038"/>
                    <a:pt x="3476" y="1038"/>
                    <a:pt x="3476" y="1038"/>
                  </a:cubicBezTo>
                  <a:lnTo>
                    <a:pt x="864" y="1038"/>
                  </a:lnTo>
                  <a:cubicBezTo>
                    <a:pt x="835" y="1038"/>
                    <a:pt x="820" y="1053"/>
                    <a:pt x="806" y="1082"/>
                  </a:cubicBezTo>
                  <a:lnTo>
                    <a:pt x="12" y="2944"/>
                  </a:lnTo>
                  <a:cubicBezTo>
                    <a:pt x="1" y="2977"/>
                    <a:pt x="24" y="3011"/>
                    <a:pt x="62" y="3011"/>
                  </a:cubicBezTo>
                  <a:cubicBezTo>
                    <a:pt x="73" y="3011"/>
                    <a:pt x="86" y="3008"/>
                    <a:pt x="99" y="3002"/>
                  </a:cubicBezTo>
                  <a:lnTo>
                    <a:pt x="1398" y="2222"/>
                  </a:lnTo>
                  <a:lnTo>
                    <a:pt x="3751" y="2222"/>
                  </a:lnTo>
                  <a:cubicBezTo>
                    <a:pt x="3780" y="2222"/>
                    <a:pt x="3794" y="2208"/>
                    <a:pt x="3808" y="2193"/>
                  </a:cubicBezTo>
                  <a:lnTo>
                    <a:pt x="4862" y="86"/>
                  </a:lnTo>
                  <a:cubicBezTo>
                    <a:pt x="4885" y="52"/>
                    <a:pt x="4846" y="0"/>
                    <a:pt x="4807" y="0"/>
                  </a:cubicBezTo>
                  <a:close/>
                </a:path>
              </a:pathLst>
            </a:custGeom>
            <a:solidFill>
              <a:srgbClr val="899CA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20737" name="Google Shape;20737;p47"/>
          <p:cNvGrpSpPr/>
          <p:nvPr/>
        </p:nvGrpSpPr>
        <p:grpSpPr>
          <a:xfrm>
            <a:off x="5728642" y="3817357"/>
            <a:ext cx="362947" cy="356576"/>
            <a:chOff x="6005720" y="3817357"/>
            <a:chExt cx="362947" cy="356576"/>
          </a:xfrm>
        </p:grpSpPr>
        <p:sp>
          <p:nvSpPr>
            <p:cNvPr id="20738" name="Google Shape;20738;p47"/>
            <p:cNvSpPr/>
            <p:nvPr/>
          </p:nvSpPr>
          <p:spPr>
            <a:xfrm>
              <a:off x="6005720" y="3817357"/>
              <a:ext cx="356891" cy="356498"/>
            </a:xfrm>
            <a:custGeom>
              <a:rect b="b" l="l" r="r" t="t"/>
              <a:pathLst>
                <a:path extrusionOk="0" h="13599" w="13614">
                  <a:moveTo>
                    <a:pt x="6814" y="0"/>
                  </a:moveTo>
                  <a:cubicBezTo>
                    <a:pt x="3047" y="0"/>
                    <a:pt x="1" y="3046"/>
                    <a:pt x="1" y="6799"/>
                  </a:cubicBezTo>
                  <a:cubicBezTo>
                    <a:pt x="1" y="10552"/>
                    <a:pt x="3047" y="13598"/>
                    <a:pt x="6814" y="13598"/>
                  </a:cubicBezTo>
                  <a:cubicBezTo>
                    <a:pt x="10568" y="13598"/>
                    <a:pt x="13614" y="10552"/>
                    <a:pt x="13614" y="6799"/>
                  </a:cubicBezTo>
                  <a:cubicBezTo>
                    <a:pt x="13614" y="3046"/>
                    <a:pt x="10568" y="0"/>
                    <a:pt x="6814" y="0"/>
                  </a:cubicBezTo>
                  <a:close/>
                </a:path>
              </a:pathLst>
            </a:custGeom>
            <a:solidFill>
              <a:srgbClr val="899CA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739" name="Google Shape;20739;p47"/>
            <p:cNvSpPr/>
            <p:nvPr/>
          </p:nvSpPr>
          <p:spPr>
            <a:xfrm>
              <a:off x="6160887" y="3817357"/>
              <a:ext cx="207780" cy="356576"/>
            </a:xfrm>
            <a:custGeom>
              <a:rect b="b" l="l" r="r" t="t"/>
              <a:pathLst>
                <a:path extrusionOk="0" h="13602" w="7926">
                  <a:moveTo>
                    <a:pt x="895" y="0"/>
                  </a:moveTo>
                  <a:cubicBezTo>
                    <a:pt x="592" y="0"/>
                    <a:pt x="289" y="15"/>
                    <a:pt x="0" y="58"/>
                  </a:cubicBezTo>
                  <a:cubicBezTo>
                    <a:pt x="3393" y="505"/>
                    <a:pt x="5919" y="3378"/>
                    <a:pt x="5919" y="6799"/>
                  </a:cubicBezTo>
                  <a:cubicBezTo>
                    <a:pt x="5919" y="10220"/>
                    <a:pt x="3393" y="13093"/>
                    <a:pt x="0" y="13541"/>
                  </a:cubicBezTo>
                  <a:cubicBezTo>
                    <a:pt x="306" y="13581"/>
                    <a:pt x="609" y="13601"/>
                    <a:pt x="909" y="13601"/>
                  </a:cubicBezTo>
                  <a:cubicBezTo>
                    <a:pt x="4430" y="13601"/>
                    <a:pt x="7441" y="10865"/>
                    <a:pt x="7680" y="7247"/>
                  </a:cubicBezTo>
                  <a:cubicBezTo>
                    <a:pt x="7925" y="3320"/>
                    <a:pt x="4822" y="0"/>
                    <a:pt x="895" y="0"/>
                  </a:cubicBezTo>
                  <a:close/>
                </a:path>
              </a:pathLst>
            </a:custGeom>
            <a:solidFill>
              <a:srgbClr val="6C839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740" name="Google Shape;20740;p47"/>
            <p:cNvSpPr/>
            <p:nvPr/>
          </p:nvSpPr>
          <p:spPr>
            <a:xfrm>
              <a:off x="6055240" y="3879487"/>
              <a:ext cx="262727" cy="234572"/>
            </a:xfrm>
            <a:custGeom>
              <a:rect b="b" l="l" r="r" t="t"/>
              <a:pathLst>
                <a:path extrusionOk="0" h="8948" w="10022">
                  <a:moveTo>
                    <a:pt x="2283" y="0"/>
                  </a:moveTo>
                  <a:cubicBezTo>
                    <a:pt x="1821" y="0"/>
                    <a:pt x="1360" y="177"/>
                    <a:pt x="1013" y="532"/>
                  </a:cubicBezTo>
                  <a:cubicBezTo>
                    <a:pt x="349" y="1196"/>
                    <a:pt x="306" y="2264"/>
                    <a:pt x="941" y="2971"/>
                  </a:cubicBezTo>
                  <a:lnTo>
                    <a:pt x="999" y="3043"/>
                  </a:lnTo>
                  <a:cubicBezTo>
                    <a:pt x="0" y="5855"/>
                    <a:pt x="2172" y="8593"/>
                    <a:pt x="4888" y="8593"/>
                  </a:cubicBezTo>
                  <a:cubicBezTo>
                    <a:pt x="5351" y="8593"/>
                    <a:pt x="5830" y="8514"/>
                    <a:pt x="6311" y="8341"/>
                  </a:cubicBezTo>
                  <a:lnTo>
                    <a:pt x="6369" y="8413"/>
                  </a:lnTo>
                  <a:cubicBezTo>
                    <a:pt x="6715" y="8745"/>
                    <a:pt x="7163" y="8933"/>
                    <a:pt x="7639" y="8933"/>
                  </a:cubicBezTo>
                  <a:lnTo>
                    <a:pt x="7639" y="8948"/>
                  </a:lnTo>
                  <a:cubicBezTo>
                    <a:pt x="9227" y="8933"/>
                    <a:pt x="10021" y="7013"/>
                    <a:pt x="8895" y="5887"/>
                  </a:cubicBezTo>
                  <a:lnTo>
                    <a:pt x="8837" y="5815"/>
                  </a:lnTo>
                  <a:cubicBezTo>
                    <a:pt x="9836" y="3003"/>
                    <a:pt x="7664" y="265"/>
                    <a:pt x="4949" y="265"/>
                  </a:cubicBezTo>
                  <a:cubicBezTo>
                    <a:pt x="4486" y="265"/>
                    <a:pt x="4007" y="345"/>
                    <a:pt x="3525" y="517"/>
                  </a:cubicBezTo>
                  <a:lnTo>
                    <a:pt x="3467" y="445"/>
                  </a:lnTo>
                  <a:cubicBezTo>
                    <a:pt x="3129" y="149"/>
                    <a:pt x="2706" y="0"/>
                    <a:pt x="2283" y="0"/>
                  </a:cubicBezTo>
                  <a:close/>
                </a:path>
              </a:pathLst>
            </a:custGeom>
            <a:solidFill>
              <a:srgbClr val="FDFDF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741" name="Google Shape;20741;p47"/>
            <p:cNvSpPr/>
            <p:nvPr/>
          </p:nvSpPr>
          <p:spPr>
            <a:xfrm>
              <a:off x="6129848" y="3935010"/>
              <a:ext cx="108635" cy="121166"/>
            </a:xfrm>
            <a:custGeom>
              <a:rect b="b" l="l" r="r" t="t"/>
              <a:pathLst>
                <a:path extrusionOk="0" h="4622" w="4144">
                  <a:moveTo>
                    <a:pt x="1436" y="1"/>
                  </a:moveTo>
                  <a:cubicBezTo>
                    <a:pt x="651" y="1"/>
                    <a:pt x="15" y="640"/>
                    <a:pt x="15" y="1431"/>
                  </a:cubicBezTo>
                  <a:cubicBezTo>
                    <a:pt x="15" y="2208"/>
                    <a:pt x="651" y="2846"/>
                    <a:pt x="1436" y="2846"/>
                  </a:cubicBezTo>
                  <a:cubicBezTo>
                    <a:pt x="1453" y="2846"/>
                    <a:pt x="1470" y="2846"/>
                    <a:pt x="1488" y="2845"/>
                  </a:cubicBezTo>
                  <a:lnTo>
                    <a:pt x="2671" y="2845"/>
                  </a:lnTo>
                  <a:cubicBezTo>
                    <a:pt x="3061" y="2918"/>
                    <a:pt x="3061" y="3481"/>
                    <a:pt x="2671" y="3553"/>
                  </a:cubicBezTo>
                  <a:lnTo>
                    <a:pt x="1184" y="3553"/>
                  </a:lnTo>
                  <a:cubicBezTo>
                    <a:pt x="1156" y="3553"/>
                    <a:pt x="1127" y="3524"/>
                    <a:pt x="1127" y="3495"/>
                  </a:cubicBezTo>
                  <a:cubicBezTo>
                    <a:pt x="1184" y="3163"/>
                    <a:pt x="939" y="2860"/>
                    <a:pt x="593" y="2860"/>
                  </a:cubicBezTo>
                  <a:cubicBezTo>
                    <a:pt x="261" y="2860"/>
                    <a:pt x="1" y="3163"/>
                    <a:pt x="58" y="3495"/>
                  </a:cubicBezTo>
                  <a:cubicBezTo>
                    <a:pt x="58" y="4116"/>
                    <a:pt x="564" y="4621"/>
                    <a:pt x="1184" y="4621"/>
                  </a:cubicBezTo>
                  <a:lnTo>
                    <a:pt x="2671" y="4621"/>
                  </a:lnTo>
                  <a:cubicBezTo>
                    <a:pt x="2688" y="4622"/>
                    <a:pt x="2705" y="4622"/>
                    <a:pt x="2722" y="4622"/>
                  </a:cubicBezTo>
                  <a:cubicBezTo>
                    <a:pt x="3494" y="4622"/>
                    <a:pt x="4144" y="3983"/>
                    <a:pt x="4144" y="3206"/>
                  </a:cubicBezTo>
                  <a:cubicBezTo>
                    <a:pt x="4144" y="2415"/>
                    <a:pt x="3494" y="1776"/>
                    <a:pt x="2722" y="1776"/>
                  </a:cubicBezTo>
                  <a:cubicBezTo>
                    <a:pt x="2705" y="1776"/>
                    <a:pt x="2688" y="1777"/>
                    <a:pt x="2671" y="1777"/>
                  </a:cubicBezTo>
                  <a:lnTo>
                    <a:pt x="1488" y="1777"/>
                  </a:lnTo>
                  <a:cubicBezTo>
                    <a:pt x="1098" y="1705"/>
                    <a:pt x="1098" y="1142"/>
                    <a:pt x="1488" y="1070"/>
                  </a:cubicBezTo>
                  <a:lnTo>
                    <a:pt x="2960" y="1070"/>
                  </a:lnTo>
                  <a:cubicBezTo>
                    <a:pt x="2989" y="1070"/>
                    <a:pt x="3018" y="1099"/>
                    <a:pt x="3018" y="1128"/>
                  </a:cubicBezTo>
                  <a:cubicBezTo>
                    <a:pt x="2960" y="1460"/>
                    <a:pt x="3220" y="1777"/>
                    <a:pt x="3552" y="1777"/>
                  </a:cubicBezTo>
                  <a:cubicBezTo>
                    <a:pt x="3898" y="1777"/>
                    <a:pt x="4144" y="1460"/>
                    <a:pt x="4086" y="1128"/>
                  </a:cubicBezTo>
                  <a:cubicBezTo>
                    <a:pt x="4086" y="507"/>
                    <a:pt x="3581" y="2"/>
                    <a:pt x="2960" y="2"/>
                  </a:cubicBezTo>
                  <a:lnTo>
                    <a:pt x="1488" y="2"/>
                  </a:lnTo>
                  <a:cubicBezTo>
                    <a:pt x="1470" y="1"/>
                    <a:pt x="1453" y="1"/>
                    <a:pt x="1436" y="1"/>
                  </a:cubicBezTo>
                  <a:close/>
                </a:path>
              </a:pathLst>
            </a:custGeom>
            <a:solidFill>
              <a:srgbClr val="6C839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20742" name="Google Shape;20742;p47"/>
          <p:cNvGrpSpPr/>
          <p:nvPr/>
        </p:nvGrpSpPr>
        <p:grpSpPr>
          <a:xfrm>
            <a:off x="5589452" y="3367036"/>
            <a:ext cx="362579" cy="356498"/>
            <a:chOff x="5589452" y="3367036"/>
            <a:chExt cx="362579" cy="356498"/>
          </a:xfrm>
        </p:grpSpPr>
        <p:sp>
          <p:nvSpPr>
            <p:cNvPr id="20743" name="Google Shape;20743;p47"/>
            <p:cNvSpPr/>
            <p:nvPr/>
          </p:nvSpPr>
          <p:spPr>
            <a:xfrm>
              <a:off x="5589452" y="3367036"/>
              <a:ext cx="356131" cy="356498"/>
            </a:xfrm>
            <a:custGeom>
              <a:rect b="b" l="l" r="r" t="t"/>
              <a:pathLst>
                <a:path extrusionOk="0" h="13599" w="13585">
                  <a:moveTo>
                    <a:pt x="6786" y="0"/>
                  </a:moveTo>
                  <a:cubicBezTo>
                    <a:pt x="3047" y="0"/>
                    <a:pt x="1" y="3046"/>
                    <a:pt x="1" y="6799"/>
                  </a:cubicBezTo>
                  <a:cubicBezTo>
                    <a:pt x="1" y="10552"/>
                    <a:pt x="3047" y="13598"/>
                    <a:pt x="6786" y="13598"/>
                  </a:cubicBezTo>
                  <a:cubicBezTo>
                    <a:pt x="10539" y="13598"/>
                    <a:pt x="13585" y="10552"/>
                    <a:pt x="13585" y="6799"/>
                  </a:cubicBezTo>
                  <a:cubicBezTo>
                    <a:pt x="13585" y="3046"/>
                    <a:pt x="10539" y="0"/>
                    <a:pt x="6786" y="0"/>
                  </a:cubicBezTo>
                  <a:close/>
                </a:path>
              </a:pathLst>
            </a:custGeom>
            <a:solidFill>
              <a:srgbClr val="92A9B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744" name="Google Shape;20744;p47"/>
            <p:cNvSpPr/>
            <p:nvPr/>
          </p:nvSpPr>
          <p:spPr>
            <a:xfrm>
              <a:off x="5744225" y="3367036"/>
              <a:ext cx="207806" cy="356472"/>
            </a:xfrm>
            <a:custGeom>
              <a:rect b="b" l="l" r="r" t="t"/>
              <a:pathLst>
                <a:path extrusionOk="0" h="13598" w="7927">
                  <a:moveTo>
                    <a:pt x="896" y="0"/>
                  </a:moveTo>
                  <a:cubicBezTo>
                    <a:pt x="593" y="0"/>
                    <a:pt x="290" y="15"/>
                    <a:pt x="1" y="58"/>
                  </a:cubicBezTo>
                  <a:cubicBezTo>
                    <a:pt x="3379" y="505"/>
                    <a:pt x="5919" y="3392"/>
                    <a:pt x="5919" y="6799"/>
                  </a:cubicBezTo>
                  <a:cubicBezTo>
                    <a:pt x="5919" y="10206"/>
                    <a:pt x="3379" y="13093"/>
                    <a:pt x="1" y="13540"/>
                  </a:cubicBezTo>
                  <a:cubicBezTo>
                    <a:pt x="299" y="13579"/>
                    <a:pt x="595" y="13598"/>
                    <a:pt x="887" y="13598"/>
                  </a:cubicBezTo>
                  <a:cubicBezTo>
                    <a:pt x="4416" y="13598"/>
                    <a:pt x="7426" y="10859"/>
                    <a:pt x="7666" y="7247"/>
                  </a:cubicBezTo>
                  <a:cubicBezTo>
                    <a:pt x="7926" y="3320"/>
                    <a:pt x="4822" y="0"/>
                    <a:pt x="896" y="0"/>
                  </a:cubicBezTo>
                  <a:close/>
                </a:path>
              </a:pathLst>
            </a:custGeom>
            <a:solidFill>
              <a:srgbClr val="5A708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745" name="Google Shape;20745;p47"/>
            <p:cNvSpPr/>
            <p:nvPr/>
          </p:nvSpPr>
          <p:spPr>
            <a:xfrm>
              <a:off x="5666655" y="3420751"/>
              <a:ext cx="165023" cy="241099"/>
            </a:xfrm>
            <a:custGeom>
              <a:rect b="b" l="l" r="r" t="t"/>
              <a:pathLst>
                <a:path extrusionOk="0" h="9197" w="6295">
                  <a:moveTo>
                    <a:pt x="2180" y="1"/>
                  </a:moveTo>
                  <a:cubicBezTo>
                    <a:pt x="2123" y="1"/>
                    <a:pt x="2065" y="59"/>
                    <a:pt x="2065" y="116"/>
                  </a:cubicBezTo>
                  <a:lnTo>
                    <a:pt x="2051" y="217"/>
                  </a:lnTo>
                  <a:cubicBezTo>
                    <a:pt x="1964" y="1199"/>
                    <a:pt x="1184" y="1964"/>
                    <a:pt x="203" y="2065"/>
                  </a:cubicBezTo>
                  <a:lnTo>
                    <a:pt x="102" y="2080"/>
                  </a:lnTo>
                  <a:cubicBezTo>
                    <a:pt x="44" y="2080"/>
                    <a:pt x="1" y="2137"/>
                    <a:pt x="1" y="2195"/>
                  </a:cubicBezTo>
                  <a:lnTo>
                    <a:pt x="1" y="4057"/>
                  </a:lnTo>
                  <a:cubicBezTo>
                    <a:pt x="1" y="4129"/>
                    <a:pt x="44" y="4173"/>
                    <a:pt x="116" y="4173"/>
                  </a:cubicBezTo>
                  <a:lnTo>
                    <a:pt x="2051" y="4173"/>
                  </a:lnTo>
                  <a:lnTo>
                    <a:pt x="2051" y="6786"/>
                  </a:lnTo>
                  <a:cubicBezTo>
                    <a:pt x="2051" y="8099"/>
                    <a:pt x="3119" y="9167"/>
                    <a:pt x="4447" y="9196"/>
                  </a:cubicBezTo>
                  <a:cubicBezTo>
                    <a:pt x="5096" y="9196"/>
                    <a:pt x="5717" y="8936"/>
                    <a:pt x="6165" y="8460"/>
                  </a:cubicBezTo>
                  <a:lnTo>
                    <a:pt x="6266" y="8345"/>
                  </a:lnTo>
                  <a:cubicBezTo>
                    <a:pt x="6295" y="8330"/>
                    <a:pt x="6295" y="8287"/>
                    <a:pt x="6266" y="8258"/>
                  </a:cubicBezTo>
                  <a:lnTo>
                    <a:pt x="5140" y="6930"/>
                  </a:lnTo>
                  <a:cubicBezTo>
                    <a:pt x="5132" y="6915"/>
                    <a:pt x="5114" y="6908"/>
                    <a:pt x="5096" y="6908"/>
                  </a:cubicBezTo>
                  <a:cubicBezTo>
                    <a:pt x="5078" y="6908"/>
                    <a:pt x="5060" y="6915"/>
                    <a:pt x="5053" y="6930"/>
                  </a:cubicBezTo>
                  <a:lnTo>
                    <a:pt x="4923" y="7132"/>
                  </a:lnTo>
                  <a:cubicBezTo>
                    <a:pt x="4815" y="7294"/>
                    <a:pt x="4631" y="7393"/>
                    <a:pt x="4442" y="7393"/>
                  </a:cubicBezTo>
                  <a:cubicBezTo>
                    <a:pt x="4429" y="7393"/>
                    <a:pt x="4416" y="7393"/>
                    <a:pt x="4404" y="7392"/>
                  </a:cubicBezTo>
                  <a:cubicBezTo>
                    <a:pt x="4100" y="7363"/>
                    <a:pt x="3855" y="7103"/>
                    <a:pt x="3869" y="6800"/>
                  </a:cubicBezTo>
                  <a:lnTo>
                    <a:pt x="3869" y="4173"/>
                  </a:lnTo>
                  <a:lnTo>
                    <a:pt x="5818" y="4173"/>
                  </a:lnTo>
                  <a:cubicBezTo>
                    <a:pt x="5876" y="4173"/>
                    <a:pt x="5934" y="4115"/>
                    <a:pt x="5934" y="4057"/>
                  </a:cubicBezTo>
                  <a:lnTo>
                    <a:pt x="5934" y="2195"/>
                  </a:lnTo>
                  <a:cubicBezTo>
                    <a:pt x="5934" y="2123"/>
                    <a:pt x="5876" y="2080"/>
                    <a:pt x="5818" y="2080"/>
                  </a:cubicBezTo>
                  <a:lnTo>
                    <a:pt x="3869" y="2080"/>
                  </a:lnTo>
                  <a:lnTo>
                    <a:pt x="3869" y="116"/>
                  </a:lnTo>
                  <a:cubicBezTo>
                    <a:pt x="3869" y="59"/>
                    <a:pt x="3812" y="1"/>
                    <a:pt x="3754" y="1"/>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20746" name="Google Shape;20746;p47"/>
          <p:cNvGrpSpPr/>
          <p:nvPr/>
        </p:nvGrpSpPr>
        <p:grpSpPr>
          <a:xfrm>
            <a:off x="3934907" y="3817357"/>
            <a:ext cx="362946" cy="356576"/>
            <a:chOff x="4211985" y="3817357"/>
            <a:chExt cx="362946" cy="356576"/>
          </a:xfrm>
        </p:grpSpPr>
        <p:sp>
          <p:nvSpPr>
            <p:cNvPr id="20747" name="Google Shape;20747;p47"/>
            <p:cNvSpPr/>
            <p:nvPr/>
          </p:nvSpPr>
          <p:spPr>
            <a:xfrm>
              <a:off x="4211985" y="3817357"/>
              <a:ext cx="356498" cy="356498"/>
            </a:xfrm>
            <a:custGeom>
              <a:rect b="b" l="l" r="r" t="t"/>
              <a:pathLst>
                <a:path extrusionOk="0" h="13599" w="13599">
                  <a:moveTo>
                    <a:pt x="6800" y="0"/>
                  </a:moveTo>
                  <a:cubicBezTo>
                    <a:pt x="3047" y="0"/>
                    <a:pt x="1" y="3046"/>
                    <a:pt x="1" y="6799"/>
                  </a:cubicBezTo>
                  <a:cubicBezTo>
                    <a:pt x="1" y="10552"/>
                    <a:pt x="3047" y="13598"/>
                    <a:pt x="6800" y="13598"/>
                  </a:cubicBezTo>
                  <a:cubicBezTo>
                    <a:pt x="10553" y="13598"/>
                    <a:pt x="13599" y="10552"/>
                    <a:pt x="13599" y="6799"/>
                  </a:cubicBezTo>
                  <a:cubicBezTo>
                    <a:pt x="13599" y="3046"/>
                    <a:pt x="10553" y="0"/>
                    <a:pt x="6800" y="0"/>
                  </a:cubicBezTo>
                  <a:close/>
                </a:path>
              </a:pathLst>
            </a:custGeom>
            <a:solidFill>
              <a:srgbClr val="899CA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748" name="Google Shape;20748;p47"/>
            <p:cNvSpPr/>
            <p:nvPr/>
          </p:nvSpPr>
          <p:spPr>
            <a:xfrm>
              <a:off x="4366758" y="3817357"/>
              <a:ext cx="208173" cy="356576"/>
            </a:xfrm>
            <a:custGeom>
              <a:rect b="b" l="l" r="r" t="t"/>
              <a:pathLst>
                <a:path extrusionOk="0" h="13602" w="7941">
                  <a:moveTo>
                    <a:pt x="896" y="0"/>
                  </a:moveTo>
                  <a:cubicBezTo>
                    <a:pt x="593" y="0"/>
                    <a:pt x="304" y="15"/>
                    <a:pt x="1" y="58"/>
                  </a:cubicBezTo>
                  <a:cubicBezTo>
                    <a:pt x="3393" y="505"/>
                    <a:pt x="5919" y="3378"/>
                    <a:pt x="5919" y="6799"/>
                  </a:cubicBezTo>
                  <a:cubicBezTo>
                    <a:pt x="5919" y="10220"/>
                    <a:pt x="3393" y="13093"/>
                    <a:pt x="1" y="13541"/>
                  </a:cubicBezTo>
                  <a:cubicBezTo>
                    <a:pt x="306" y="13581"/>
                    <a:pt x="610" y="13601"/>
                    <a:pt x="909" y="13601"/>
                  </a:cubicBezTo>
                  <a:cubicBezTo>
                    <a:pt x="4431" y="13601"/>
                    <a:pt x="7441" y="10865"/>
                    <a:pt x="7681" y="7247"/>
                  </a:cubicBezTo>
                  <a:cubicBezTo>
                    <a:pt x="7940" y="3320"/>
                    <a:pt x="4822" y="0"/>
                    <a:pt x="896" y="0"/>
                  </a:cubicBezTo>
                  <a:close/>
                </a:path>
              </a:pathLst>
            </a:custGeom>
            <a:solidFill>
              <a:srgbClr val="6C839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749" name="Google Shape;20749;p47"/>
            <p:cNvSpPr/>
            <p:nvPr/>
          </p:nvSpPr>
          <p:spPr>
            <a:xfrm>
              <a:off x="4288061" y="3909555"/>
              <a:ext cx="227756" cy="187463"/>
            </a:xfrm>
            <a:custGeom>
              <a:rect b="b" l="l" r="r" t="t"/>
              <a:pathLst>
                <a:path extrusionOk="0" h="7151" w="8688">
                  <a:moveTo>
                    <a:pt x="5678" y="0"/>
                  </a:moveTo>
                  <a:cubicBezTo>
                    <a:pt x="4639" y="0"/>
                    <a:pt x="3643" y="810"/>
                    <a:pt x="3652" y="2026"/>
                  </a:cubicBezTo>
                  <a:lnTo>
                    <a:pt x="3652" y="2070"/>
                  </a:lnTo>
                  <a:lnTo>
                    <a:pt x="3551" y="2070"/>
                  </a:lnTo>
                  <a:cubicBezTo>
                    <a:pt x="3219" y="2012"/>
                    <a:pt x="2887" y="1940"/>
                    <a:pt x="2570" y="1839"/>
                  </a:cubicBezTo>
                  <a:cubicBezTo>
                    <a:pt x="1819" y="1579"/>
                    <a:pt x="1155" y="1160"/>
                    <a:pt x="592" y="612"/>
                  </a:cubicBezTo>
                  <a:lnTo>
                    <a:pt x="390" y="410"/>
                  </a:lnTo>
                  <a:cubicBezTo>
                    <a:pt x="375" y="395"/>
                    <a:pt x="358" y="388"/>
                    <a:pt x="342" y="388"/>
                  </a:cubicBezTo>
                  <a:cubicBezTo>
                    <a:pt x="312" y="388"/>
                    <a:pt x="284" y="410"/>
                    <a:pt x="275" y="438"/>
                  </a:cubicBezTo>
                  <a:lnTo>
                    <a:pt x="202" y="727"/>
                  </a:lnTo>
                  <a:cubicBezTo>
                    <a:pt x="0" y="1492"/>
                    <a:pt x="318" y="2301"/>
                    <a:pt x="982" y="2734"/>
                  </a:cubicBezTo>
                  <a:cubicBezTo>
                    <a:pt x="852" y="2734"/>
                    <a:pt x="708" y="2719"/>
                    <a:pt x="578" y="2690"/>
                  </a:cubicBezTo>
                  <a:lnTo>
                    <a:pt x="332" y="2633"/>
                  </a:lnTo>
                  <a:cubicBezTo>
                    <a:pt x="327" y="2631"/>
                    <a:pt x="321" y="2630"/>
                    <a:pt x="315" y="2630"/>
                  </a:cubicBezTo>
                  <a:cubicBezTo>
                    <a:pt x="278" y="2630"/>
                    <a:pt x="246" y="2667"/>
                    <a:pt x="246" y="2705"/>
                  </a:cubicBezTo>
                  <a:lnTo>
                    <a:pt x="289" y="2950"/>
                  </a:lnTo>
                  <a:cubicBezTo>
                    <a:pt x="390" y="3513"/>
                    <a:pt x="751" y="3990"/>
                    <a:pt x="1256" y="4221"/>
                  </a:cubicBezTo>
                  <a:cubicBezTo>
                    <a:pt x="1314" y="4249"/>
                    <a:pt x="1299" y="4336"/>
                    <a:pt x="1242" y="4350"/>
                  </a:cubicBezTo>
                  <a:lnTo>
                    <a:pt x="967" y="4350"/>
                  </a:lnTo>
                  <a:cubicBezTo>
                    <a:pt x="910" y="4365"/>
                    <a:pt x="881" y="4408"/>
                    <a:pt x="910" y="4452"/>
                  </a:cubicBezTo>
                  <a:lnTo>
                    <a:pt x="1040" y="4697"/>
                  </a:lnTo>
                  <a:cubicBezTo>
                    <a:pt x="1314" y="5173"/>
                    <a:pt x="1790" y="5491"/>
                    <a:pt x="2324" y="5563"/>
                  </a:cubicBezTo>
                  <a:cubicBezTo>
                    <a:pt x="2382" y="5577"/>
                    <a:pt x="2397" y="5650"/>
                    <a:pt x="2353" y="5693"/>
                  </a:cubicBezTo>
                  <a:cubicBezTo>
                    <a:pt x="1891" y="6025"/>
                    <a:pt x="1357" y="6256"/>
                    <a:pt x="794" y="6357"/>
                  </a:cubicBezTo>
                  <a:lnTo>
                    <a:pt x="188" y="6458"/>
                  </a:lnTo>
                  <a:cubicBezTo>
                    <a:pt x="116" y="6472"/>
                    <a:pt x="116" y="6559"/>
                    <a:pt x="174" y="6588"/>
                  </a:cubicBezTo>
                  <a:lnTo>
                    <a:pt x="751" y="6804"/>
                  </a:lnTo>
                  <a:cubicBezTo>
                    <a:pt x="1328" y="7035"/>
                    <a:pt x="1949" y="7151"/>
                    <a:pt x="2570" y="7151"/>
                  </a:cubicBezTo>
                  <a:cubicBezTo>
                    <a:pt x="5385" y="7136"/>
                    <a:pt x="7680" y="4870"/>
                    <a:pt x="7694" y="2055"/>
                  </a:cubicBezTo>
                  <a:lnTo>
                    <a:pt x="7694" y="2026"/>
                  </a:lnTo>
                  <a:lnTo>
                    <a:pt x="7694" y="1983"/>
                  </a:lnTo>
                  <a:lnTo>
                    <a:pt x="7694" y="1969"/>
                  </a:lnTo>
                  <a:cubicBezTo>
                    <a:pt x="7896" y="1839"/>
                    <a:pt x="8070" y="1680"/>
                    <a:pt x="8243" y="1507"/>
                  </a:cubicBezTo>
                  <a:lnTo>
                    <a:pt x="8647" y="1088"/>
                  </a:lnTo>
                  <a:cubicBezTo>
                    <a:pt x="8687" y="1048"/>
                    <a:pt x="8653" y="971"/>
                    <a:pt x="8591" y="971"/>
                  </a:cubicBezTo>
                  <a:cubicBezTo>
                    <a:pt x="8586" y="971"/>
                    <a:pt x="8580" y="971"/>
                    <a:pt x="8575" y="973"/>
                  </a:cubicBezTo>
                  <a:lnTo>
                    <a:pt x="8012" y="1117"/>
                  </a:lnTo>
                  <a:lnTo>
                    <a:pt x="7824" y="1146"/>
                  </a:lnTo>
                  <a:cubicBezTo>
                    <a:pt x="7820" y="1147"/>
                    <a:pt x="7816" y="1147"/>
                    <a:pt x="7812" y="1147"/>
                  </a:cubicBezTo>
                  <a:cubicBezTo>
                    <a:pt x="7761" y="1147"/>
                    <a:pt x="7728" y="1070"/>
                    <a:pt x="7781" y="1030"/>
                  </a:cubicBezTo>
                  <a:cubicBezTo>
                    <a:pt x="7839" y="973"/>
                    <a:pt x="7896" y="915"/>
                    <a:pt x="7954" y="857"/>
                  </a:cubicBezTo>
                  <a:lnTo>
                    <a:pt x="8402" y="366"/>
                  </a:lnTo>
                  <a:cubicBezTo>
                    <a:pt x="8439" y="329"/>
                    <a:pt x="8401" y="259"/>
                    <a:pt x="8353" y="259"/>
                  </a:cubicBezTo>
                  <a:cubicBezTo>
                    <a:pt x="8346" y="259"/>
                    <a:pt x="8338" y="261"/>
                    <a:pt x="8330" y="265"/>
                  </a:cubicBezTo>
                  <a:lnTo>
                    <a:pt x="7709" y="467"/>
                  </a:lnTo>
                  <a:cubicBezTo>
                    <a:pt x="7521" y="525"/>
                    <a:pt x="7334" y="583"/>
                    <a:pt x="7131" y="612"/>
                  </a:cubicBezTo>
                  <a:cubicBezTo>
                    <a:pt x="7117" y="612"/>
                    <a:pt x="7088" y="597"/>
                    <a:pt x="7074" y="583"/>
                  </a:cubicBezTo>
                  <a:cubicBezTo>
                    <a:pt x="6667" y="180"/>
                    <a:pt x="6168" y="0"/>
                    <a:pt x="5678" y="0"/>
                  </a:cubicBezTo>
                  <a:close/>
                </a:path>
              </a:pathLst>
            </a:custGeom>
            <a:solidFill>
              <a:srgbClr val="FDFDF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20750" name="Google Shape;20750;p47"/>
          <p:cNvGrpSpPr/>
          <p:nvPr/>
        </p:nvGrpSpPr>
        <p:grpSpPr>
          <a:xfrm>
            <a:off x="7488021" y="3362475"/>
            <a:ext cx="372018" cy="365621"/>
            <a:chOff x="7488021" y="3362475"/>
            <a:chExt cx="372018" cy="365621"/>
          </a:xfrm>
        </p:grpSpPr>
        <p:sp>
          <p:nvSpPr>
            <p:cNvPr id="20751" name="Google Shape;20751;p47"/>
            <p:cNvSpPr/>
            <p:nvPr/>
          </p:nvSpPr>
          <p:spPr>
            <a:xfrm>
              <a:off x="7488021" y="3362475"/>
              <a:ext cx="365201" cy="365594"/>
            </a:xfrm>
            <a:custGeom>
              <a:rect b="b" l="l" r="r" t="t"/>
              <a:pathLst>
                <a:path extrusionOk="0" h="13946" w="13931">
                  <a:moveTo>
                    <a:pt x="6973" y="1"/>
                  </a:moveTo>
                  <a:cubicBezTo>
                    <a:pt x="3119" y="1"/>
                    <a:pt x="1" y="3119"/>
                    <a:pt x="1" y="6973"/>
                  </a:cubicBezTo>
                  <a:cubicBezTo>
                    <a:pt x="1" y="10813"/>
                    <a:pt x="3119" y="13945"/>
                    <a:pt x="6973" y="13945"/>
                  </a:cubicBezTo>
                  <a:cubicBezTo>
                    <a:pt x="10813" y="13945"/>
                    <a:pt x="13931" y="10813"/>
                    <a:pt x="13931" y="6973"/>
                  </a:cubicBezTo>
                  <a:cubicBezTo>
                    <a:pt x="13931" y="3119"/>
                    <a:pt x="10813" y="1"/>
                    <a:pt x="6973" y="1"/>
                  </a:cubicBezTo>
                  <a:close/>
                </a:path>
              </a:pathLst>
            </a:custGeom>
            <a:solidFill>
              <a:srgbClr val="D7DFE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752" name="Google Shape;20752;p47"/>
            <p:cNvSpPr/>
            <p:nvPr/>
          </p:nvSpPr>
          <p:spPr>
            <a:xfrm>
              <a:off x="7646963" y="3362475"/>
              <a:ext cx="213076" cy="365621"/>
            </a:xfrm>
            <a:custGeom>
              <a:rect b="b" l="l" r="r" t="t"/>
              <a:pathLst>
                <a:path extrusionOk="0" h="13947" w="8128">
                  <a:moveTo>
                    <a:pt x="895" y="1"/>
                  </a:moveTo>
                  <a:cubicBezTo>
                    <a:pt x="592" y="1"/>
                    <a:pt x="289" y="30"/>
                    <a:pt x="0" y="73"/>
                  </a:cubicBezTo>
                  <a:cubicBezTo>
                    <a:pt x="3465" y="521"/>
                    <a:pt x="6049" y="3480"/>
                    <a:pt x="6049" y="6973"/>
                  </a:cubicBezTo>
                  <a:cubicBezTo>
                    <a:pt x="6049" y="10467"/>
                    <a:pt x="3465" y="13426"/>
                    <a:pt x="0" y="13888"/>
                  </a:cubicBezTo>
                  <a:cubicBezTo>
                    <a:pt x="306" y="13928"/>
                    <a:pt x="610" y="13947"/>
                    <a:pt x="910" y="13947"/>
                  </a:cubicBezTo>
                  <a:cubicBezTo>
                    <a:pt x="4521" y="13947"/>
                    <a:pt x="7628" y="11139"/>
                    <a:pt x="7868" y="7421"/>
                  </a:cubicBezTo>
                  <a:cubicBezTo>
                    <a:pt x="8127" y="3416"/>
                    <a:pt x="4936" y="15"/>
                    <a:pt x="921" y="15"/>
                  </a:cubicBezTo>
                  <a:cubicBezTo>
                    <a:pt x="912" y="15"/>
                    <a:pt x="904" y="15"/>
                    <a:pt x="895" y="15"/>
                  </a:cubicBezTo>
                  <a:lnTo>
                    <a:pt x="895" y="1"/>
                  </a:lnTo>
                  <a:close/>
                </a:path>
              </a:pathLst>
            </a:custGeom>
            <a:solidFill>
              <a:srgbClr val="D0DAE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753" name="Google Shape;20753;p47"/>
            <p:cNvSpPr/>
            <p:nvPr/>
          </p:nvSpPr>
          <p:spPr>
            <a:xfrm>
              <a:off x="7685944" y="3401928"/>
              <a:ext cx="56415" cy="48367"/>
            </a:xfrm>
            <a:custGeom>
              <a:rect b="b" l="l" r="r" t="t"/>
              <a:pathLst>
                <a:path extrusionOk="0" h="1845" w="2152">
                  <a:moveTo>
                    <a:pt x="1230" y="0"/>
                  </a:moveTo>
                  <a:cubicBezTo>
                    <a:pt x="1003" y="0"/>
                    <a:pt x="770" y="84"/>
                    <a:pt x="578" y="271"/>
                  </a:cubicBezTo>
                  <a:cubicBezTo>
                    <a:pt x="0" y="849"/>
                    <a:pt x="405" y="1845"/>
                    <a:pt x="1242" y="1845"/>
                  </a:cubicBezTo>
                  <a:cubicBezTo>
                    <a:pt x="1747" y="1845"/>
                    <a:pt x="2151" y="1426"/>
                    <a:pt x="2151" y="921"/>
                  </a:cubicBezTo>
                  <a:cubicBezTo>
                    <a:pt x="2151" y="365"/>
                    <a:pt x="1703" y="0"/>
                    <a:pt x="1230" y="0"/>
                  </a:cubicBezTo>
                  <a:close/>
                </a:path>
              </a:pathLst>
            </a:custGeom>
            <a:solidFill>
              <a:srgbClr val="EFF1F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754" name="Google Shape;20754;p47"/>
            <p:cNvSpPr/>
            <p:nvPr/>
          </p:nvSpPr>
          <p:spPr>
            <a:xfrm>
              <a:off x="7546297" y="3481307"/>
              <a:ext cx="248282" cy="207413"/>
            </a:xfrm>
            <a:custGeom>
              <a:rect b="b" l="l" r="r" t="t"/>
              <a:pathLst>
                <a:path extrusionOk="0" h="7912" w="9471">
                  <a:moveTo>
                    <a:pt x="4735" y="1"/>
                  </a:moveTo>
                  <a:cubicBezTo>
                    <a:pt x="2123" y="1"/>
                    <a:pt x="1" y="1776"/>
                    <a:pt x="1" y="3956"/>
                  </a:cubicBezTo>
                  <a:cubicBezTo>
                    <a:pt x="1" y="6136"/>
                    <a:pt x="2123" y="7911"/>
                    <a:pt x="4735" y="7911"/>
                  </a:cubicBezTo>
                  <a:cubicBezTo>
                    <a:pt x="7363" y="7911"/>
                    <a:pt x="9470" y="6136"/>
                    <a:pt x="9470" y="3956"/>
                  </a:cubicBezTo>
                  <a:cubicBezTo>
                    <a:pt x="9470" y="1776"/>
                    <a:pt x="7348" y="1"/>
                    <a:pt x="4735" y="1"/>
                  </a:cubicBezTo>
                  <a:close/>
                </a:path>
              </a:pathLst>
            </a:custGeom>
            <a:solidFill>
              <a:srgbClr val="EFF1F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755" name="Google Shape;20755;p47"/>
            <p:cNvSpPr/>
            <p:nvPr/>
          </p:nvSpPr>
          <p:spPr>
            <a:xfrm>
              <a:off x="7748755" y="3489041"/>
              <a:ext cx="73061" cy="79327"/>
            </a:xfrm>
            <a:custGeom>
              <a:rect b="b" l="l" r="r" t="t"/>
              <a:pathLst>
                <a:path extrusionOk="0" h="3026" w="2787">
                  <a:moveTo>
                    <a:pt x="1243" y="1"/>
                  </a:moveTo>
                  <a:cubicBezTo>
                    <a:pt x="885" y="1"/>
                    <a:pt x="520" y="128"/>
                    <a:pt x="217" y="413"/>
                  </a:cubicBezTo>
                  <a:lnTo>
                    <a:pt x="1" y="615"/>
                  </a:lnTo>
                  <a:lnTo>
                    <a:pt x="232" y="788"/>
                  </a:lnTo>
                  <a:cubicBezTo>
                    <a:pt x="881" y="1279"/>
                    <a:pt x="1372" y="1972"/>
                    <a:pt x="1603" y="2751"/>
                  </a:cubicBezTo>
                  <a:lnTo>
                    <a:pt x="1675" y="3026"/>
                  </a:lnTo>
                  <a:lnTo>
                    <a:pt x="1949" y="2896"/>
                  </a:lnTo>
                  <a:cubicBezTo>
                    <a:pt x="2455" y="2636"/>
                    <a:pt x="2787" y="2116"/>
                    <a:pt x="2787" y="1539"/>
                  </a:cubicBezTo>
                  <a:cubicBezTo>
                    <a:pt x="2787" y="616"/>
                    <a:pt x="2030" y="1"/>
                    <a:pt x="1243" y="1"/>
                  </a:cubicBezTo>
                  <a:close/>
                </a:path>
              </a:pathLst>
            </a:custGeom>
            <a:solidFill>
              <a:srgbClr val="EFF1F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756" name="Google Shape;20756;p47"/>
            <p:cNvSpPr/>
            <p:nvPr/>
          </p:nvSpPr>
          <p:spPr>
            <a:xfrm>
              <a:off x="7503540" y="3489250"/>
              <a:ext cx="88947" cy="79510"/>
            </a:xfrm>
            <a:custGeom>
              <a:rect b="b" l="l" r="r" t="t"/>
              <a:pathLst>
                <a:path extrusionOk="0" h="3033" w="3393">
                  <a:moveTo>
                    <a:pt x="2137" y="1"/>
                  </a:moveTo>
                  <a:cubicBezTo>
                    <a:pt x="520" y="1"/>
                    <a:pt x="0" y="2180"/>
                    <a:pt x="1444" y="2902"/>
                  </a:cubicBezTo>
                  <a:lnTo>
                    <a:pt x="1718" y="3032"/>
                  </a:lnTo>
                  <a:lnTo>
                    <a:pt x="1790" y="2758"/>
                  </a:lnTo>
                  <a:cubicBezTo>
                    <a:pt x="2021" y="1964"/>
                    <a:pt x="2512" y="1285"/>
                    <a:pt x="3162" y="795"/>
                  </a:cubicBezTo>
                  <a:lnTo>
                    <a:pt x="3393" y="607"/>
                  </a:lnTo>
                  <a:lnTo>
                    <a:pt x="3191" y="419"/>
                  </a:lnTo>
                  <a:cubicBezTo>
                    <a:pt x="2902" y="145"/>
                    <a:pt x="2527" y="1"/>
                    <a:pt x="2137" y="1"/>
                  </a:cubicBezTo>
                  <a:close/>
                </a:path>
              </a:pathLst>
            </a:custGeom>
            <a:solidFill>
              <a:srgbClr val="EFF1F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757" name="Google Shape;20757;p47"/>
            <p:cNvSpPr/>
            <p:nvPr/>
          </p:nvSpPr>
          <p:spPr>
            <a:xfrm>
              <a:off x="7582631" y="3536857"/>
              <a:ext cx="56782" cy="48550"/>
            </a:xfrm>
            <a:custGeom>
              <a:rect b="b" l="l" r="r" t="t"/>
              <a:pathLst>
                <a:path extrusionOk="0" h="1852" w="2166">
                  <a:moveTo>
                    <a:pt x="1234" y="0"/>
                  </a:moveTo>
                  <a:cubicBezTo>
                    <a:pt x="1004" y="0"/>
                    <a:pt x="770" y="86"/>
                    <a:pt x="578" y="278"/>
                  </a:cubicBezTo>
                  <a:cubicBezTo>
                    <a:pt x="0" y="855"/>
                    <a:pt x="419" y="1851"/>
                    <a:pt x="1242" y="1851"/>
                  </a:cubicBezTo>
                  <a:cubicBezTo>
                    <a:pt x="1747" y="1851"/>
                    <a:pt x="2166" y="1433"/>
                    <a:pt x="2166" y="927"/>
                  </a:cubicBezTo>
                  <a:cubicBezTo>
                    <a:pt x="2166" y="372"/>
                    <a:pt x="1711" y="0"/>
                    <a:pt x="1234" y="0"/>
                  </a:cubicBezTo>
                  <a:close/>
                </a:path>
              </a:pathLst>
            </a:custGeom>
            <a:solidFill>
              <a:srgbClr val="D7DFE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758" name="Google Shape;20758;p47"/>
            <p:cNvSpPr/>
            <p:nvPr/>
          </p:nvSpPr>
          <p:spPr>
            <a:xfrm>
              <a:off x="7693887" y="3536857"/>
              <a:ext cx="56415" cy="48550"/>
            </a:xfrm>
            <a:custGeom>
              <a:rect b="b" l="l" r="r" t="t"/>
              <a:pathLst>
                <a:path extrusionOk="0" h="1852" w="2152">
                  <a:moveTo>
                    <a:pt x="1230" y="0"/>
                  </a:moveTo>
                  <a:cubicBezTo>
                    <a:pt x="1003" y="0"/>
                    <a:pt x="770" y="86"/>
                    <a:pt x="578" y="278"/>
                  </a:cubicBezTo>
                  <a:cubicBezTo>
                    <a:pt x="0" y="855"/>
                    <a:pt x="405" y="1851"/>
                    <a:pt x="1242" y="1851"/>
                  </a:cubicBezTo>
                  <a:cubicBezTo>
                    <a:pt x="1747" y="1851"/>
                    <a:pt x="2151" y="1433"/>
                    <a:pt x="2151" y="927"/>
                  </a:cubicBezTo>
                  <a:cubicBezTo>
                    <a:pt x="2151" y="372"/>
                    <a:pt x="1703" y="0"/>
                    <a:pt x="1230" y="0"/>
                  </a:cubicBezTo>
                  <a:close/>
                </a:path>
              </a:pathLst>
            </a:custGeom>
            <a:solidFill>
              <a:srgbClr val="D7DFE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759" name="Google Shape;20759;p47"/>
            <p:cNvSpPr/>
            <p:nvPr/>
          </p:nvSpPr>
          <p:spPr>
            <a:xfrm>
              <a:off x="7596866" y="3625883"/>
              <a:ext cx="147512" cy="34079"/>
            </a:xfrm>
            <a:custGeom>
              <a:rect b="b" l="l" r="r" t="t"/>
              <a:pathLst>
                <a:path extrusionOk="0" h="1300" w="5627">
                  <a:moveTo>
                    <a:pt x="322" y="0"/>
                  </a:moveTo>
                  <a:cubicBezTo>
                    <a:pt x="141" y="0"/>
                    <a:pt x="1" y="238"/>
                    <a:pt x="165" y="390"/>
                  </a:cubicBezTo>
                  <a:cubicBezTo>
                    <a:pt x="944" y="996"/>
                    <a:pt x="1879" y="1299"/>
                    <a:pt x="2814" y="1299"/>
                  </a:cubicBezTo>
                  <a:cubicBezTo>
                    <a:pt x="3748" y="1299"/>
                    <a:pt x="4683" y="996"/>
                    <a:pt x="5463" y="390"/>
                  </a:cubicBezTo>
                  <a:cubicBezTo>
                    <a:pt x="5626" y="238"/>
                    <a:pt x="5487" y="0"/>
                    <a:pt x="5305" y="0"/>
                  </a:cubicBezTo>
                  <a:cubicBezTo>
                    <a:pt x="5262" y="0"/>
                    <a:pt x="5218" y="13"/>
                    <a:pt x="5174" y="43"/>
                  </a:cubicBezTo>
                  <a:cubicBezTo>
                    <a:pt x="4481" y="577"/>
                    <a:pt x="3647" y="844"/>
                    <a:pt x="2814" y="844"/>
                  </a:cubicBezTo>
                  <a:cubicBezTo>
                    <a:pt x="1980" y="844"/>
                    <a:pt x="1146" y="577"/>
                    <a:pt x="453" y="43"/>
                  </a:cubicBezTo>
                  <a:cubicBezTo>
                    <a:pt x="410" y="13"/>
                    <a:pt x="365" y="0"/>
                    <a:pt x="322" y="0"/>
                  </a:cubicBezTo>
                  <a:close/>
                </a:path>
              </a:pathLst>
            </a:custGeom>
            <a:solidFill>
              <a:srgbClr val="D7DFE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760" name="Google Shape;20760;p47"/>
            <p:cNvSpPr/>
            <p:nvPr/>
          </p:nvSpPr>
          <p:spPr>
            <a:xfrm>
              <a:off x="7664736" y="3396318"/>
              <a:ext cx="84360" cy="93352"/>
            </a:xfrm>
            <a:custGeom>
              <a:rect b="b" l="l" r="r" t="t"/>
              <a:pathLst>
                <a:path extrusionOk="0" h="3561" w="3218">
                  <a:moveTo>
                    <a:pt x="2044" y="457"/>
                  </a:moveTo>
                  <a:lnTo>
                    <a:pt x="2044" y="457"/>
                  </a:lnTo>
                  <a:cubicBezTo>
                    <a:pt x="2645" y="462"/>
                    <a:pt x="2958" y="1194"/>
                    <a:pt x="2527" y="1626"/>
                  </a:cubicBezTo>
                  <a:cubicBezTo>
                    <a:pt x="2389" y="1760"/>
                    <a:pt x="2219" y="1820"/>
                    <a:pt x="2053" y="1820"/>
                  </a:cubicBezTo>
                  <a:cubicBezTo>
                    <a:pt x="1699" y="1820"/>
                    <a:pt x="1358" y="1548"/>
                    <a:pt x="1358" y="1135"/>
                  </a:cubicBezTo>
                  <a:cubicBezTo>
                    <a:pt x="1358" y="762"/>
                    <a:pt x="1657" y="460"/>
                    <a:pt x="2044" y="457"/>
                  </a:cubicBezTo>
                  <a:close/>
                  <a:moveTo>
                    <a:pt x="2038" y="1"/>
                  </a:moveTo>
                  <a:cubicBezTo>
                    <a:pt x="1526" y="1"/>
                    <a:pt x="1016" y="319"/>
                    <a:pt x="925" y="976"/>
                  </a:cubicBezTo>
                  <a:lnTo>
                    <a:pt x="160" y="1222"/>
                  </a:lnTo>
                  <a:cubicBezTo>
                    <a:pt x="59" y="1251"/>
                    <a:pt x="1" y="1337"/>
                    <a:pt x="1" y="1438"/>
                  </a:cubicBezTo>
                  <a:lnTo>
                    <a:pt x="1" y="3560"/>
                  </a:lnTo>
                  <a:lnTo>
                    <a:pt x="448" y="3560"/>
                  </a:lnTo>
                  <a:lnTo>
                    <a:pt x="448" y="1611"/>
                  </a:lnTo>
                  <a:lnTo>
                    <a:pt x="954" y="1438"/>
                  </a:lnTo>
                  <a:cubicBezTo>
                    <a:pt x="1111" y="2009"/>
                    <a:pt x="1565" y="2269"/>
                    <a:pt x="2022" y="2269"/>
                  </a:cubicBezTo>
                  <a:cubicBezTo>
                    <a:pt x="2617" y="2269"/>
                    <a:pt x="3218" y="1830"/>
                    <a:pt x="3177" y="1063"/>
                  </a:cubicBezTo>
                  <a:cubicBezTo>
                    <a:pt x="3132" y="363"/>
                    <a:pt x="2584" y="1"/>
                    <a:pt x="2038" y="1"/>
                  </a:cubicBezTo>
                  <a:close/>
                </a:path>
              </a:pathLst>
            </a:custGeom>
            <a:solidFill>
              <a:srgbClr val="EFF1F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20761" name="Google Shape;20761;p47"/>
          <p:cNvGrpSpPr/>
          <p:nvPr/>
        </p:nvGrpSpPr>
        <p:grpSpPr>
          <a:xfrm>
            <a:off x="5113781" y="3367036"/>
            <a:ext cx="362553" cy="356498"/>
            <a:chOff x="5113781" y="3367036"/>
            <a:chExt cx="362553" cy="356498"/>
          </a:xfrm>
        </p:grpSpPr>
        <p:sp>
          <p:nvSpPr>
            <p:cNvPr id="20762" name="Google Shape;20762;p47"/>
            <p:cNvSpPr/>
            <p:nvPr/>
          </p:nvSpPr>
          <p:spPr>
            <a:xfrm>
              <a:off x="5113781" y="3367036"/>
              <a:ext cx="356131" cy="356498"/>
            </a:xfrm>
            <a:custGeom>
              <a:rect b="b" l="l" r="r" t="t"/>
              <a:pathLst>
                <a:path extrusionOk="0" h="13599" w="13585">
                  <a:moveTo>
                    <a:pt x="6785" y="0"/>
                  </a:moveTo>
                  <a:cubicBezTo>
                    <a:pt x="3032" y="0"/>
                    <a:pt x="0" y="3046"/>
                    <a:pt x="0" y="6799"/>
                  </a:cubicBezTo>
                  <a:cubicBezTo>
                    <a:pt x="0" y="10552"/>
                    <a:pt x="3032" y="13598"/>
                    <a:pt x="6785" y="13598"/>
                  </a:cubicBezTo>
                  <a:cubicBezTo>
                    <a:pt x="10538" y="13598"/>
                    <a:pt x="13584" y="10552"/>
                    <a:pt x="13584" y="6799"/>
                  </a:cubicBezTo>
                  <a:cubicBezTo>
                    <a:pt x="13584" y="3046"/>
                    <a:pt x="10538" y="0"/>
                    <a:pt x="6785" y="0"/>
                  </a:cubicBezTo>
                  <a:close/>
                </a:path>
              </a:pathLst>
            </a:custGeom>
            <a:solidFill>
              <a:srgbClr val="AABBC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763" name="Google Shape;20763;p47"/>
            <p:cNvSpPr/>
            <p:nvPr/>
          </p:nvSpPr>
          <p:spPr>
            <a:xfrm>
              <a:off x="5268554" y="3367036"/>
              <a:ext cx="207780" cy="356472"/>
            </a:xfrm>
            <a:custGeom>
              <a:rect b="b" l="l" r="r" t="t"/>
              <a:pathLst>
                <a:path extrusionOk="0" h="13598" w="7926">
                  <a:moveTo>
                    <a:pt x="881" y="0"/>
                  </a:moveTo>
                  <a:cubicBezTo>
                    <a:pt x="592" y="0"/>
                    <a:pt x="289" y="15"/>
                    <a:pt x="1" y="58"/>
                  </a:cubicBezTo>
                  <a:cubicBezTo>
                    <a:pt x="3378" y="505"/>
                    <a:pt x="5905" y="3392"/>
                    <a:pt x="5905" y="6799"/>
                  </a:cubicBezTo>
                  <a:cubicBezTo>
                    <a:pt x="5905" y="10206"/>
                    <a:pt x="3378" y="13093"/>
                    <a:pt x="1" y="13540"/>
                  </a:cubicBezTo>
                  <a:cubicBezTo>
                    <a:pt x="299" y="13579"/>
                    <a:pt x="595" y="13598"/>
                    <a:pt x="887" y="13598"/>
                  </a:cubicBezTo>
                  <a:cubicBezTo>
                    <a:pt x="4416" y="13598"/>
                    <a:pt x="7426" y="10859"/>
                    <a:pt x="7666" y="7247"/>
                  </a:cubicBezTo>
                  <a:cubicBezTo>
                    <a:pt x="7926" y="3320"/>
                    <a:pt x="4808" y="0"/>
                    <a:pt x="881" y="0"/>
                  </a:cubicBezTo>
                  <a:close/>
                </a:path>
              </a:pathLst>
            </a:custGeom>
            <a:solidFill>
              <a:srgbClr val="8094A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20764" name="Google Shape;20764;p47"/>
          <p:cNvSpPr/>
          <p:nvPr/>
        </p:nvSpPr>
        <p:spPr>
          <a:xfrm>
            <a:off x="5172817" y="3421144"/>
            <a:ext cx="238058" cy="229355"/>
          </a:xfrm>
          <a:custGeom>
            <a:rect b="b" l="l" r="r" t="t"/>
            <a:pathLst>
              <a:path extrusionOk="0" h="8749" w="9081">
                <a:moveTo>
                  <a:pt x="4519" y="0"/>
                </a:moveTo>
                <a:cubicBezTo>
                  <a:pt x="4042" y="15"/>
                  <a:pt x="3580" y="159"/>
                  <a:pt x="3176" y="405"/>
                </a:cubicBezTo>
                <a:cubicBezTo>
                  <a:pt x="2570" y="780"/>
                  <a:pt x="2252" y="1372"/>
                  <a:pt x="2209" y="2166"/>
                </a:cubicBezTo>
                <a:lnTo>
                  <a:pt x="2209" y="3277"/>
                </a:lnTo>
                <a:cubicBezTo>
                  <a:pt x="2209" y="3422"/>
                  <a:pt x="2088" y="3536"/>
                  <a:pt x="1956" y="3536"/>
                </a:cubicBezTo>
                <a:cubicBezTo>
                  <a:pt x="1930" y="3536"/>
                  <a:pt x="1903" y="3532"/>
                  <a:pt x="1877" y="3523"/>
                </a:cubicBezTo>
                <a:lnTo>
                  <a:pt x="1502" y="3422"/>
                </a:lnTo>
                <a:cubicBezTo>
                  <a:pt x="1457" y="3408"/>
                  <a:pt x="1413" y="3402"/>
                  <a:pt x="1373" y="3402"/>
                </a:cubicBezTo>
                <a:cubicBezTo>
                  <a:pt x="982" y="3402"/>
                  <a:pt x="808" y="3976"/>
                  <a:pt x="1213" y="4172"/>
                </a:cubicBezTo>
                <a:lnTo>
                  <a:pt x="1819" y="4475"/>
                </a:lnTo>
                <a:cubicBezTo>
                  <a:pt x="2021" y="4576"/>
                  <a:pt x="2122" y="4822"/>
                  <a:pt x="2036" y="5053"/>
                </a:cubicBezTo>
                <a:cubicBezTo>
                  <a:pt x="1718" y="5803"/>
                  <a:pt x="1083" y="6381"/>
                  <a:pt x="304" y="6612"/>
                </a:cubicBezTo>
                <a:lnTo>
                  <a:pt x="73" y="6698"/>
                </a:lnTo>
                <a:cubicBezTo>
                  <a:pt x="15" y="6713"/>
                  <a:pt x="0" y="6785"/>
                  <a:pt x="44" y="6828"/>
                </a:cubicBezTo>
                <a:lnTo>
                  <a:pt x="203" y="7002"/>
                </a:lnTo>
                <a:cubicBezTo>
                  <a:pt x="347" y="7160"/>
                  <a:pt x="650" y="7348"/>
                  <a:pt x="1227" y="7348"/>
                </a:cubicBezTo>
                <a:lnTo>
                  <a:pt x="1256" y="7348"/>
                </a:lnTo>
                <a:cubicBezTo>
                  <a:pt x="1300" y="7507"/>
                  <a:pt x="1343" y="7666"/>
                  <a:pt x="1386" y="7795"/>
                </a:cubicBezTo>
                <a:lnTo>
                  <a:pt x="1430" y="7911"/>
                </a:lnTo>
                <a:cubicBezTo>
                  <a:pt x="1441" y="7947"/>
                  <a:pt x="1483" y="7972"/>
                  <a:pt x="1529" y="7972"/>
                </a:cubicBezTo>
                <a:cubicBezTo>
                  <a:pt x="1539" y="7972"/>
                  <a:pt x="1549" y="7971"/>
                  <a:pt x="1559" y="7969"/>
                </a:cubicBezTo>
                <a:lnTo>
                  <a:pt x="1675" y="7940"/>
                </a:lnTo>
                <a:cubicBezTo>
                  <a:pt x="1877" y="7882"/>
                  <a:pt x="2094" y="7868"/>
                  <a:pt x="2310" y="7853"/>
                </a:cubicBezTo>
                <a:cubicBezTo>
                  <a:pt x="2411" y="7853"/>
                  <a:pt x="2527" y="7868"/>
                  <a:pt x="2642" y="7882"/>
                </a:cubicBezTo>
                <a:cubicBezTo>
                  <a:pt x="3017" y="7969"/>
                  <a:pt x="3378" y="8156"/>
                  <a:pt x="3681" y="8416"/>
                </a:cubicBezTo>
                <a:cubicBezTo>
                  <a:pt x="3811" y="8546"/>
                  <a:pt x="3985" y="8647"/>
                  <a:pt x="4172" y="8705"/>
                </a:cubicBezTo>
                <a:cubicBezTo>
                  <a:pt x="4288" y="8734"/>
                  <a:pt x="4418" y="8748"/>
                  <a:pt x="4533" y="8748"/>
                </a:cubicBezTo>
                <a:cubicBezTo>
                  <a:pt x="4663" y="8748"/>
                  <a:pt x="4779" y="8734"/>
                  <a:pt x="4894" y="8690"/>
                </a:cubicBezTo>
                <a:cubicBezTo>
                  <a:pt x="5082" y="8647"/>
                  <a:pt x="5255" y="8546"/>
                  <a:pt x="5385" y="8416"/>
                </a:cubicBezTo>
                <a:cubicBezTo>
                  <a:pt x="5688" y="8156"/>
                  <a:pt x="6049" y="7969"/>
                  <a:pt x="6439" y="7882"/>
                </a:cubicBezTo>
                <a:cubicBezTo>
                  <a:pt x="6540" y="7868"/>
                  <a:pt x="6655" y="7853"/>
                  <a:pt x="6771" y="7853"/>
                </a:cubicBezTo>
                <a:cubicBezTo>
                  <a:pt x="6987" y="7853"/>
                  <a:pt x="7189" y="7882"/>
                  <a:pt x="7406" y="7940"/>
                </a:cubicBezTo>
                <a:lnTo>
                  <a:pt x="7521" y="7969"/>
                </a:lnTo>
                <a:cubicBezTo>
                  <a:pt x="7529" y="7971"/>
                  <a:pt x="7537" y="7972"/>
                  <a:pt x="7545" y="7972"/>
                </a:cubicBezTo>
                <a:cubicBezTo>
                  <a:pt x="7583" y="7972"/>
                  <a:pt x="7625" y="7944"/>
                  <a:pt x="7637" y="7897"/>
                </a:cubicBezTo>
                <a:lnTo>
                  <a:pt x="7680" y="7781"/>
                </a:lnTo>
                <a:cubicBezTo>
                  <a:pt x="7723" y="7666"/>
                  <a:pt x="7767" y="7492"/>
                  <a:pt x="7810" y="7348"/>
                </a:cubicBezTo>
                <a:lnTo>
                  <a:pt x="7839" y="7348"/>
                </a:lnTo>
                <a:cubicBezTo>
                  <a:pt x="8416" y="7348"/>
                  <a:pt x="8719" y="7160"/>
                  <a:pt x="8864" y="7002"/>
                </a:cubicBezTo>
                <a:lnTo>
                  <a:pt x="9037" y="6814"/>
                </a:lnTo>
                <a:cubicBezTo>
                  <a:pt x="9080" y="6785"/>
                  <a:pt x="9066" y="6713"/>
                  <a:pt x="9008" y="6698"/>
                </a:cubicBezTo>
                <a:lnTo>
                  <a:pt x="8777" y="6612"/>
                </a:lnTo>
                <a:cubicBezTo>
                  <a:pt x="7998" y="6381"/>
                  <a:pt x="7362" y="5803"/>
                  <a:pt x="7045" y="5038"/>
                </a:cubicBezTo>
                <a:cubicBezTo>
                  <a:pt x="6958" y="4822"/>
                  <a:pt x="7045" y="4576"/>
                  <a:pt x="7261" y="4461"/>
                </a:cubicBezTo>
                <a:lnTo>
                  <a:pt x="7853" y="4172"/>
                </a:lnTo>
                <a:cubicBezTo>
                  <a:pt x="7940" y="4129"/>
                  <a:pt x="8012" y="4071"/>
                  <a:pt x="8055" y="3999"/>
                </a:cubicBezTo>
                <a:cubicBezTo>
                  <a:pt x="8196" y="3718"/>
                  <a:pt x="7976" y="3404"/>
                  <a:pt x="7694" y="3404"/>
                </a:cubicBezTo>
                <a:cubicBezTo>
                  <a:pt x="7656" y="3404"/>
                  <a:pt x="7618" y="3410"/>
                  <a:pt x="7579" y="3422"/>
                </a:cubicBezTo>
                <a:lnTo>
                  <a:pt x="7204" y="3523"/>
                </a:lnTo>
                <a:cubicBezTo>
                  <a:pt x="7178" y="3532"/>
                  <a:pt x="7151" y="3536"/>
                  <a:pt x="7125" y="3536"/>
                </a:cubicBezTo>
                <a:cubicBezTo>
                  <a:pt x="6993" y="3536"/>
                  <a:pt x="6872" y="3422"/>
                  <a:pt x="6872" y="3277"/>
                </a:cubicBezTo>
                <a:lnTo>
                  <a:pt x="6872" y="2166"/>
                </a:lnTo>
                <a:cubicBezTo>
                  <a:pt x="6828" y="1372"/>
                  <a:pt x="6496" y="780"/>
                  <a:pt x="5905" y="405"/>
                </a:cubicBezTo>
                <a:cubicBezTo>
                  <a:pt x="5500" y="159"/>
                  <a:pt x="5038" y="15"/>
                  <a:pt x="4548" y="0"/>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nvGrpSpPr>
          <p:cNvPr id="20765" name="Google Shape;20765;p47"/>
          <p:cNvGrpSpPr/>
          <p:nvPr/>
        </p:nvGrpSpPr>
        <p:grpSpPr>
          <a:xfrm>
            <a:off x="7968621" y="3365489"/>
            <a:ext cx="375818" cy="357652"/>
            <a:chOff x="7968621" y="3365489"/>
            <a:chExt cx="375818" cy="357652"/>
          </a:xfrm>
        </p:grpSpPr>
        <p:sp>
          <p:nvSpPr>
            <p:cNvPr id="20766" name="Google Shape;20766;p47"/>
            <p:cNvSpPr/>
            <p:nvPr/>
          </p:nvSpPr>
          <p:spPr>
            <a:xfrm>
              <a:off x="7968621" y="3367403"/>
              <a:ext cx="355371" cy="355738"/>
            </a:xfrm>
            <a:custGeom>
              <a:rect b="b" l="l" r="r" t="t"/>
              <a:pathLst>
                <a:path extrusionOk="0" h="13570" w="13556">
                  <a:moveTo>
                    <a:pt x="6771" y="1"/>
                  </a:moveTo>
                  <a:cubicBezTo>
                    <a:pt x="3032" y="1"/>
                    <a:pt x="1" y="3032"/>
                    <a:pt x="1" y="6785"/>
                  </a:cubicBezTo>
                  <a:cubicBezTo>
                    <a:pt x="1" y="10524"/>
                    <a:pt x="3032" y="13570"/>
                    <a:pt x="6771" y="13570"/>
                  </a:cubicBezTo>
                  <a:cubicBezTo>
                    <a:pt x="10524" y="13570"/>
                    <a:pt x="13556" y="10524"/>
                    <a:pt x="13556" y="6785"/>
                  </a:cubicBezTo>
                  <a:cubicBezTo>
                    <a:pt x="13556" y="3032"/>
                    <a:pt x="10524" y="1"/>
                    <a:pt x="6771" y="1"/>
                  </a:cubicBezTo>
                  <a:close/>
                </a:path>
              </a:pathLst>
            </a:custGeom>
            <a:solidFill>
              <a:srgbClr val="92A9B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767" name="Google Shape;20767;p47"/>
            <p:cNvSpPr/>
            <p:nvPr/>
          </p:nvSpPr>
          <p:spPr>
            <a:xfrm>
              <a:off x="8123027" y="3365489"/>
              <a:ext cx="203979" cy="355423"/>
            </a:xfrm>
            <a:custGeom>
              <a:rect b="b" l="l" r="r" t="t"/>
              <a:pathLst>
                <a:path extrusionOk="0" h="13558" w="7781">
                  <a:moveTo>
                    <a:pt x="987" y="1"/>
                  </a:moveTo>
                  <a:cubicBezTo>
                    <a:pt x="952" y="1"/>
                    <a:pt x="916" y="1"/>
                    <a:pt x="881" y="1"/>
                  </a:cubicBezTo>
                  <a:lnTo>
                    <a:pt x="881" y="74"/>
                  </a:lnTo>
                  <a:lnTo>
                    <a:pt x="347" y="74"/>
                  </a:lnTo>
                  <a:lnTo>
                    <a:pt x="217" y="88"/>
                  </a:lnTo>
                  <a:lnTo>
                    <a:pt x="145" y="88"/>
                  </a:lnTo>
                  <a:lnTo>
                    <a:pt x="72" y="102"/>
                  </a:lnTo>
                  <a:lnTo>
                    <a:pt x="0" y="102"/>
                  </a:lnTo>
                  <a:cubicBezTo>
                    <a:pt x="3378" y="550"/>
                    <a:pt x="5890" y="3423"/>
                    <a:pt x="5890" y="6815"/>
                  </a:cubicBezTo>
                  <a:cubicBezTo>
                    <a:pt x="5890" y="10222"/>
                    <a:pt x="3378" y="13094"/>
                    <a:pt x="0" y="13542"/>
                  </a:cubicBezTo>
                  <a:lnTo>
                    <a:pt x="72" y="13542"/>
                  </a:lnTo>
                  <a:lnTo>
                    <a:pt x="145" y="13556"/>
                  </a:lnTo>
                  <a:lnTo>
                    <a:pt x="881" y="13556"/>
                  </a:lnTo>
                  <a:cubicBezTo>
                    <a:pt x="925" y="13557"/>
                    <a:pt x="969" y="13557"/>
                    <a:pt x="1012" y="13557"/>
                  </a:cubicBezTo>
                  <a:cubicBezTo>
                    <a:pt x="4749" y="13557"/>
                    <a:pt x="7781" y="10524"/>
                    <a:pt x="7781" y="6786"/>
                  </a:cubicBezTo>
                  <a:cubicBezTo>
                    <a:pt x="7781" y="3025"/>
                    <a:pt x="4735" y="1"/>
                    <a:pt x="987" y="1"/>
                  </a:cubicBezTo>
                  <a:close/>
                </a:path>
              </a:pathLst>
            </a:custGeom>
            <a:solidFill>
              <a:srgbClr val="6B7F9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768" name="Google Shape;20768;p47"/>
            <p:cNvSpPr/>
            <p:nvPr/>
          </p:nvSpPr>
          <p:spPr>
            <a:xfrm>
              <a:off x="8123027" y="3459365"/>
              <a:ext cx="221412" cy="236538"/>
            </a:xfrm>
            <a:custGeom>
              <a:rect b="b" l="l" r="r" t="t"/>
              <a:pathLst>
                <a:path extrusionOk="0" h="9023" w="8446">
                  <a:moveTo>
                    <a:pt x="6857" y="0"/>
                  </a:moveTo>
                  <a:lnTo>
                    <a:pt x="6641" y="419"/>
                  </a:lnTo>
                  <a:cubicBezTo>
                    <a:pt x="6280" y="1069"/>
                    <a:pt x="5327" y="1231"/>
                    <a:pt x="4464" y="1231"/>
                  </a:cubicBezTo>
                  <a:cubicBezTo>
                    <a:pt x="3602" y="1231"/>
                    <a:pt x="2830" y="1069"/>
                    <a:pt x="2830" y="1069"/>
                  </a:cubicBezTo>
                  <a:lnTo>
                    <a:pt x="0" y="2685"/>
                  </a:lnTo>
                  <a:lnTo>
                    <a:pt x="4504" y="9022"/>
                  </a:lnTo>
                  <a:lnTo>
                    <a:pt x="4706" y="8893"/>
                  </a:lnTo>
                  <a:cubicBezTo>
                    <a:pt x="7449" y="7030"/>
                    <a:pt x="8445" y="3450"/>
                    <a:pt x="7059" y="433"/>
                  </a:cubicBezTo>
                  <a:lnTo>
                    <a:pt x="6857" y="0"/>
                  </a:lnTo>
                  <a:close/>
                </a:path>
              </a:pathLst>
            </a:custGeom>
            <a:solidFill>
              <a:srgbClr val="D1DBE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769" name="Google Shape;20769;p47"/>
            <p:cNvSpPr/>
            <p:nvPr/>
          </p:nvSpPr>
          <p:spPr>
            <a:xfrm>
              <a:off x="8224820" y="3460493"/>
              <a:ext cx="99171" cy="235778"/>
            </a:xfrm>
            <a:custGeom>
              <a:rect b="b" l="l" r="r" t="t"/>
              <a:pathLst>
                <a:path extrusionOk="0" h="8994" w="3783">
                  <a:moveTo>
                    <a:pt x="2960" y="1"/>
                  </a:moveTo>
                  <a:lnTo>
                    <a:pt x="2758" y="376"/>
                  </a:lnTo>
                  <a:cubicBezTo>
                    <a:pt x="2483" y="852"/>
                    <a:pt x="2180" y="1300"/>
                    <a:pt x="1848" y="1718"/>
                  </a:cubicBezTo>
                  <a:cubicBezTo>
                    <a:pt x="2368" y="4014"/>
                    <a:pt x="1675" y="6424"/>
                    <a:pt x="0" y="8070"/>
                  </a:cubicBezTo>
                  <a:lnTo>
                    <a:pt x="621" y="8994"/>
                  </a:lnTo>
                  <a:cubicBezTo>
                    <a:pt x="2599" y="7738"/>
                    <a:pt x="3783" y="5558"/>
                    <a:pt x="3783" y="3234"/>
                  </a:cubicBezTo>
                  <a:cubicBezTo>
                    <a:pt x="3783" y="2108"/>
                    <a:pt x="3508" y="997"/>
                    <a:pt x="2960" y="1"/>
                  </a:cubicBezTo>
                  <a:close/>
                </a:path>
              </a:pathLst>
            </a:custGeom>
            <a:solidFill>
              <a:srgbClr val="90A7B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770" name="Google Shape;20770;p47"/>
            <p:cNvSpPr/>
            <p:nvPr/>
          </p:nvSpPr>
          <p:spPr>
            <a:xfrm>
              <a:off x="7993210" y="3552822"/>
              <a:ext cx="213102" cy="170319"/>
            </a:xfrm>
            <a:custGeom>
              <a:rect b="b" l="l" r="r" t="t"/>
              <a:pathLst>
                <a:path extrusionOk="0" h="6497" w="8129">
                  <a:moveTo>
                    <a:pt x="3769" y="1"/>
                  </a:moveTo>
                  <a:lnTo>
                    <a:pt x="1" y="3191"/>
                  </a:lnTo>
                  <a:lnTo>
                    <a:pt x="116" y="3364"/>
                  </a:lnTo>
                  <a:cubicBezTo>
                    <a:pt x="1358" y="5313"/>
                    <a:pt x="3523" y="6497"/>
                    <a:pt x="5833" y="6497"/>
                  </a:cubicBezTo>
                  <a:cubicBezTo>
                    <a:pt x="6511" y="6497"/>
                    <a:pt x="7190" y="6396"/>
                    <a:pt x="7839" y="6194"/>
                  </a:cubicBezTo>
                  <a:lnTo>
                    <a:pt x="8128" y="6107"/>
                  </a:lnTo>
                  <a:lnTo>
                    <a:pt x="3769" y="1"/>
                  </a:lnTo>
                  <a:close/>
                </a:path>
              </a:pathLst>
            </a:custGeom>
            <a:solidFill>
              <a:srgbClr val="D2DCE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771" name="Google Shape;20771;p47"/>
            <p:cNvSpPr/>
            <p:nvPr/>
          </p:nvSpPr>
          <p:spPr>
            <a:xfrm>
              <a:off x="8123027" y="3695484"/>
              <a:ext cx="83652" cy="27657"/>
            </a:xfrm>
            <a:custGeom>
              <a:rect b="b" l="l" r="r" t="t"/>
              <a:pathLst>
                <a:path extrusionOk="0" h="1055" w="3191">
                  <a:moveTo>
                    <a:pt x="2743" y="1"/>
                  </a:moveTo>
                  <a:cubicBezTo>
                    <a:pt x="1906" y="535"/>
                    <a:pt x="967" y="882"/>
                    <a:pt x="0" y="1011"/>
                  </a:cubicBezTo>
                  <a:cubicBezTo>
                    <a:pt x="289" y="1040"/>
                    <a:pt x="592" y="1055"/>
                    <a:pt x="881" y="1055"/>
                  </a:cubicBezTo>
                  <a:cubicBezTo>
                    <a:pt x="1675" y="1055"/>
                    <a:pt x="2454" y="925"/>
                    <a:pt x="3191" y="665"/>
                  </a:cubicBezTo>
                  <a:lnTo>
                    <a:pt x="2743" y="1"/>
                  </a:lnTo>
                  <a:close/>
                </a:path>
              </a:pathLst>
            </a:custGeom>
            <a:solidFill>
              <a:srgbClr val="8AA2B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772" name="Google Shape;20772;p47"/>
            <p:cNvSpPr/>
            <p:nvPr/>
          </p:nvSpPr>
          <p:spPr>
            <a:xfrm>
              <a:off x="8091988" y="3529753"/>
              <a:ext cx="149871" cy="183190"/>
            </a:xfrm>
            <a:custGeom>
              <a:rect b="b" l="l" r="r" t="t"/>
              <a:pathLst>
                <a:path extrusionOk="0" h="6988" w="5717">
                  <a:moveTo>
                    <a:pt x="1184" y="0"/>
                  </a:moveTo>
                  <a:lnTo>
                    <a:pt x="1" y="881"/>
                  </a:lnTo>
                  <a:lnTo>
                    <a:pt x="4346" y="6987"/>
                  </a:lnTo>
                  <a:lnTo>
                    <a:pt x="4519" y="6929"/>
                  </a:lnTo>
                  <a:cubicBezTo>
                    <a:pt x="4865" y="6785"/>
                    <a:pt x="5183" y="6641"/>
                    <a:pt x="5500" y="6453"/>
                  </a:cubicBezTo>
                  <a:lnTo>
                    <a:pt x="5717" y="6323"/>
                  </a:lnTo>
                  <a:lnTo>
                    <a:pt x="1184" y="0"/>
                  </a:ln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773" name="Google Shape;20773;p47"/>
            <p:cNvSpPr/>
            <p:nvPr/>
          </p:nvSpPr>
          <p:spPr>
            <a:xfrm>
              <a:off x="8193781" y="3671654"/>
              <a:ext cx="48078" cy="41656"/>
            </a:xfrm>
            <a:custGeom>
              <a:rect b="b" l="l" r="r" t="t"/>
              <a:pathLst>
                <a:path extrusionOk="0" h="1589" w="1834">
                  <a:moveTo>
                    <a:pt x="1184" y="1"/>
                  </a:moveTo>
                  <a:cubicBezTo>
                    <a:pt x="824" y="361"/>
                    <a:pt x="434" y="665"/>
                    <a:pt x="1" y="939"/>
                  </a:cubicBezTo>
                  <a:lnTo>
                    <a:pt x="477" y="1588"/>
                  </a:lnTo>
                  <a:cubicBezTo>
                    <a:pt x="953" y="1415"/>
                    <a:pt x="1401" y="1184"/>
                    <a:pt x="1834" y="910"/>
                  </a:cubicBezTo>
                  <a:lnTo>
                    <a:pt x="1184" y="1"/>
                  </a:lnTo>
                  <a:close/>
                </a:path>
              </a:pathLst>
            </a:custGeom>
            <a:solidFill>
              <a:srgbClr val="EBEDF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774" name="Google Shape;20774;p47"/>
            <p:cNvSpPr/>
            <p:nvPr/>
          </p:nvSpPr>
          <p:spPr>
            <a:xfrm>
              <a:off x="7976197" y="3452549"/>
              <a:ext cx="239553" cy="183951"/>
            </a:xfrm>
            <a:custGeom>
              <a:rect b="b" l="l" r="r" t="t"/>
              <a:pathLst>
                <a:path extrusionOk="0" h="7017" w="9138">
                  <a:moveTo>
                    <a:pt x="7954" y="0"/>
                  </a:moveTo>
                  <a:lnTo>
                    <a:pt x="0" y="5529"/>
                  </a:lnTo>
                  <a:lnTo>
                    <a:pt x="58" y="5746"/>
                  </a:lnTo>
                  <a:cubicBezTo>
                    <a:pt x="188" y="6107"/>
                    <a:pt x="347" y="6468"/>
                    <a:pt x="534" y="6800"/>
                  </a:cubicBezTo>
                  <a:lnTo>
                    <a:pt x="650" y="7016"/>
                  </a:lnTo>
                  <a:lnTo>
                    <a:pt x="9138" y="881"/>
                  </a:lnTo>
                  <a:lnTo>
                    <a:pt x="7954" y="0"/>
                  </a:lnTo>
                  <a:close/>
                </a:path>
              </a:pathLst>
            </a:custGeom>
            <a:solidFill>
              <a:srgbClr val="8094A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775" name="Google Shape;20775;p47"/>
            <p:cNvSpPr/>
            <p:nvPr/>
          </p:nvSpPr>
          <p:spPr>
            <a:xfrm>
              <a:off x="8168064" y="3365516"/>
              <a:ext cx="141928" cy="177607"/>
            </a:xfrm>
            <a:custGeom>
              <a:rect b="b" l="l" r="r" t="t"/>
              <a:pathLst>
                <a:path extrusionOk="0" h="6775" w="5414">
                  <a:moveTo>
                    <a:pt x="2700" y="0"/>
                  </a:moveTo>
                  <a:cubicBezTo>
                    <a:pt x="1198" y="0"/>
                    <a:pt x="0" y="1227"/>
                    <a:pt x="43" y="2729"/>
                  </a:cubicBezTo>
                  <a:cubicBezTo>
                    <a:pt x="43" y="4028"/>
                    <a:pt x="2122" y="6265"/>
                    <a:pt x="2541" y="6698"/>
                  </a:cubicBezTo>
                  <a:cubicBezTo>
                    <a:pt x="2584" y="6749"/>
                    <a:pt x="2645" y="6774"/>
                    <a:pt x="2707" y="6774"/>
                  </a:cubicBezTo>
                  <a:cubicBezTo>
                    <a:pt x="2768" y="6774"/>
                    <a:pt x="2829" y="6749"/>
                    <a:pt x="2873" y="6698"/>
                  </a:cubicBezTo>
                  <a:cubicBezTo>
                    <a:pt x="3291" y="6265"/>
                    <a:pt x="5370" y="4028"/>
                    <a:pt x="5370" y="2729"/>
                  </a:cubicBezTo>
                  <a:cubicBezTo>
                    <a:pt x="5413" y="1227"/>
                    <a:pt x="4201" y="0"/>
                    <a:pt x="2700" y="0"/>
                  </a:cubicBezTo>
                  <a:close/>
                </a:path>
              </a:pathLst>
            </a:custGeom>
            <a:solidFill>
              <a:srgbClr val="8CA4B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776" name="Google Shape;20776;p47"/>
            <p:cNvSpPr/>
            <p:nvPr/>
          </p:nvSpPr>
          <p:spPr>
            <a:xfrm>
              <a:off x="8197189" y="3397944"/>
              <a:ext cx="73061" cy="62575"/>
            </a:xfrm>
            <a:custGeom>
              <a:rect b="b" l="l" r="r" t="t"/>
              <a:pathLst>
                <a:path extrusionOk="0" h="2387" w="2787">
                  <a:moveTo>
                    <a:pt x="1583" y="1"/>
                  </a:moveTo>
                  <a:cubicBezTo>
                    <a:pt x="1291" y="1"/>
                    <a:pt x="993" y="109"/>
                    <a:pt x="751" y="351"/>
                  </a:cubicBezTo>
                  <a:cubicBezTo>
                    <a:pt x="1" y="1102"/>
                    <a:pt x="535" y="2387"/>
                    <a:pt x="1589" y="2387"/>
                  </a:cubicBezTo>
                  <a:cubicBezTo>
                    <a:pt x="2253" y="2387"/>
                    <a:pt x="2787" y="1853"/>
                    <a:pt x="2787" y="1203"/>
                  </a:cubicBezTo>
                  <a:cubicBezTo>
                    <a:pt x="2787" y="479"/>
                    <a:pt x="2197" y="1"/>
                    <a:pt x="1583" y="1"/>
                  </a:cubicBezTo>
                  <a:close/>
                </a:path>
              </a:pathLst>
            </a:custGeom>
            <a:solidFill>
              <a:srgbClr val="445D7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777" name="Google Shape;20777;p47"/>
            <p:cNvSpPr/>
            <p:nvPr/>
          </p:nvSpPr>
          <p:spPr>
            <a:xfrm>
              <a:off x="8025376" y="3423451"/>
              <a:ext cx="80270" cy="73402"/>
            </a:xfrm>
            <a:custGeom>
              <a:rect b="b" l="l" r="r" t="t"/>
              <a:pathLst>
                <a:path extrusionOk="0" h="2800" w="3062">
                  <a:moveTo>
                    <a:pt x="1662" y="1"/>
                  </a:moveTo>
                  <a:cubicBezTo>
                    <a:pt x="1107" y="1"/>
                    <a:pt x="566" y="325"/>
                    <a:pt x="347" y="908"/>
                  </a:cubicBezTo>
                  <a:cubicBezTo>
                    <a:pt x="1" y="1818"/>
                    <a:pt x="679" y="2799"/>
                    <a:pt x="1661" y="2799"/>
                  </a:cubicBezTo>
                  <a:cubicBezTo>
                    <a:pt x="2441" y="2799"/>
                    <a:pt x="3061" y="2179"/>
                    <a:pt x="3061" y="1399"/>
                  </a:cubicBezTo>
                  <a:cubicBezTo>
                    <a:pt x="3061" y="1284"/>
                    <a:pt x="2960" y="1183"/>
                    <a:pt x="2845" y="1183"/>
                  </a:cubicBezTo>
                  <a:lnTo>
                    <a:pt x="1964" y="1183"/>
                  </a:lnTo>
                  <a:cubicBezTo>
                    <a:pt x="1955" y="1182"/>
                    <a:pt x="1946" y="1181"/>
                    <a:pt x="1937" y="1181"/>
                  </a:cubicBezTo>
                  <a:cubicBezTo>
                    <a:pt x="1641" y="1181"/>
                    <a:pt x="1641" y="1631"/>
                    <a:pt x="1937" y="1631"/>
                  </a:cubicBezTo>
                  <a:cubicBezTo>
                    <a:pt x="1946" y="1631"/>
                    <a:pt x="1955" y="1631"/>
                    <a:pt x="1964" y="1630"/>
                  </a:cubicBezTo>
                  <a:lnTo>
                    <a:pt x="2599" y="1630"/>
                  </a:lnTo>
                  <a:cubicBezTo>
                    <a:pt x="2481" y="2112"/>
                    <a:pt x="2073" y="2358"/>
                    <a:pt x="1665" y="2358"/>
                  </a:cubicBezTo>
                  <a:cubicBezTo>
                    <a:pt x="1278" y="2358"/>
                    <a:pt x="892" y="2137"/>
                    <a:pt x="752" y="1688"/>
                  </a:cubicBezTo>
                  <a:cubicBezTo>
                    <a:pt x="528" y="1008"/>
                    <a:pt x="1072" y="437"/>
                    <a:pt x="1668" y="437"/>
                  </a:cubicBezTo>
                  <a:cubicBezTo>
                    <a:pt x="1882" y="437"/>
                    <a:pt x="2102" y="510"/>
                    <a:pt x="2296" y="677"/>
                  </a:cubicBezTo>
                  <a:cubicBezTo>
                    <a:pt x="2341" y="713"/>
                    <a:pt x="2388" y="729"/>
                    <a:pt x="2433" y="729"/>
                  </a:cubicBezTo>
                  <a:cubicBezTo>
                    <a:pt x="2601" y="729"/>
                    <a:pt x="2734" y="505"/>
                    <a:pt x="2585" y="345"/>
                  </a:cubicBezTo>
                  <a:cubicBezTo>
                    <a:pt x="2314" y="111"/>
                    <a:pt x="1985" y="1"/>
                    <a:pt x="1662" y="1"/>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20778" name="Google Shape;20778;p47"/>
          <p:cNvGrpSpPr/>
          <p:nvPr/>
        </p:nvGrpSpPr>
        <p:grpSpPr>
          <a:xfrm>
            <a:off x="3037672" y="3817357"/>
            <a:ext cx="362921" cy="356865"/>
            <a:chOff x="3314750" y="3817357"/>
            <a:chExt cx="362921" cy="356865"/>
          </a:xfrm>
        </p:grpSpPr>
        <p:grpSp>
          <p:nvGrpSpPr>
            <p:cNvPr id="20779" name="Google Shape;20779;p47"/>
            <p:cNvGrpSpPr/>
            <p:nvPr/>
          </p:nvGrpSpPr>
          <p:grpSpPr>
            <a:xfrm>
              <a:off x="3314750" y="3817357"/>
              <a:ext cx="362921" cy="356865"/>
              <a:chOff x="3314750" y="3817357"/>
              <a:chExt cx="362921" cy="356865"/>
            </a:xfrm>
          </p:grpSpPr>
          <p:sp>
            <p:nvSpPr>
              <p:cNvPr id="20780" name="Google Shape;20780;p47"/>
              <p:cNvSpPr/>
              <p:nvPr/>
            </p:nvSpPr>
            <p:spPr>
              <a:xfrm>
                <a:off x="3314750" y="3817357"/>
                <a:ext cx="356865" cy="356498"/>
              </a:xfrm>
              <a:custGeom>
                <a:rect b="b" l="l" r="r" t="t"/>
                <a:pathLst>
                  <a:path extrusionOk="0" h="13599" w="13613">
                    <a:moveTo>
                      <a:pt x="6814" y="0"/>
                    </a:moveTo>
                    <a:cubicBezTo>
                      <a:pt x="3046" y="0"/>
                      <a:pt x="0" y="3046"/>
                      <a:pt x="0" y="6799"/>
                    </a:cubicBezTo>
                    <a:cubicBezTo>
                      <a:pt x="0" y="10552"/>
                      <a:pt x="3046" y="13598"/>
                      <a:pt x="6814" y="13598"/>
                    </a:cubicBezTo>
                    <a:cubicBezTo>
                      <a:pt x="10567" y="13598"/>
                      <a:pt x="13613" y="10552"/>
                      <a:pt x="13613" y="6799"/>
                    </a:cubicBezTo>
                    <a:cubicBezTo>
                      <a:pt x="13613" y="3046"/>
                      <a:pt x="10567" y="0"/>
                      <a:pt x="6814" y="0"/>
                    </a:cubicBezTo>
                    <a:close/>
                  </a:path>
                </a:pathLst>
              </a:custGeom>
              <a:solidFill>
                <a:srgbClr val="AABBC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781" name="Google Shape;20781;p47"/>
              <p:cNvSpPr/>
              <p:nvPr/>
            </p:nvSpPr>
            <p:spPr>
              <a:xfrm>
                <a:off x="3469891" y="3817357"/>
                <a:ext cx="207780" cy="356865"/>
              </a:xfrm>
              <a:custGeom>
                <a:rect b="b" l="l" r="r" t="t"/>
                <a:pathLst>
                  <a:path extrusionOk="0" h="13613" w="7926">
                    <a:moveTo>
                      <a:pt x="881" y="0"/>
                    </a:moveTo>
                    <a:cubicBezTo>
                      <a:pt x="884" y="0"/>
                      <a:pt x="886" y="0"/>
                      <a:pt x="888" y="0"/>
                    </a:cubicBezTo>
                    <a:lnTo>
                      <a:pt x="888" y="0"/>
                    </a:lnTo>
                    <a:cubicBezTo>
                      <a:pt x="891" y="0"/>
                      <a:pt x="893" y="0"/>
                      <a:pt x="896" y="0"/>
                    </a:cubicBezTo>
                    <a:close/>
                    <a:moveTo>
                      <a:pt x="888" y="0"/>
                    </a:moveTo>
                    <a:lnTo>
                      <a:pt x="888" y="0"/>
                    </a:lnTo>
                    <a:cubicBezTo>
                      <a:pt x="588" y="0"/>
                      <a:pt x="301" y="15"/>
                      <a:pt x="1" y="58"/>
                    </a:cubicBezTo>
                    <a:cubicBezTo>
                      <a:pt x="3393" y="491"/>
                      <a:pt x="5934" y="3378"/>
                      <a:pt x="5934" y="6799"/>
                    </a:cubicBezTo>
                    <a:cubicBezTo>
                      <a:pt x="5934" y="10220"/>
                      <a:pt x="3393" y="13107"/>
                      <a:pt x="1" y="13555"/>
                    </a:cubicBezTo>
                    <a:cubicBezTo>
                      <a:pt x="299" y="13594"/>
                      <a:pt x="595" y="13612"/>
                      <a:pt x="887" y="13612"/>
                    </a:cubicBezTo>
                    <a:cubicBezTo>
                      <a:pt x="4418" y="13612"/>
                      <a:pt x="7441" y="10873"/>
                      <a:pt x="7680" y="7247"/>
                    </a:cubicBezTo>
                    <a:cubicBezTo>
                      <a:pt x="7926" y="3323"/>
                      <a:pt x="4826" y="4"/>
                      <a:pt x="888" y="0"/>
                    </a:cubicBezTo>
                    <a:close/>
                  </a:path>
                </a:pathLst>
              </a:custGeom>
              <a:solidFill>
                <a:srgbClr val="9CABB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20782" name="Google Shape;20782;p47"/>
            <p:cNvGrpSpPr/>
            <p:nvPr/>
          </p:nvGrpSpPr>
          <p:grpSpPr>
            <a:xfrm>
              <a:off x="3394986" y="3894612"/>
              <a:ext cx="202339" cy="202323"/>
              <a:chOff x="935197" y="1793977"/>
              <a:chExt cx="256451" cy="256430"/>
            </a:xfrm>
          </p:grpSpPr>
          <p:sp>
            <p:nvSpPr>
              <p:cNvPr id="20783" name="Google Shape;20783;p47"/>
              <p:cNvSpPr/>
              <p:nvPr/>
            </p:nvSpPr>
            <p:spPr>
              <a:xfrm>
                <a:off x="935197" y="1793977"/>
                <a:ext cx="256451" cy="256430"/>
              </a:xfrm>
              <a:custGeom>
                <a:rect b="b" l="l" r="r" t="t"/>
                <a:pathLst>
                  <a:path extrusionOk="0" h="12287" w="12288">
                    <a:moveTo>
                      <a:pt x="10053" y="1117"/>
                    </a:moveTo>
                    <a:cubicBezTo>
                      <a:pt x="10669" y="1117"/>
                      <a:pt x="11171" y="1617"/>
                      <a:pt x="11171" y="2233"/>
                    </a:cubicBezTo>
                    <a:cubicBezTo>
                      <a:pt x="11170" y="2850"/>
                      <a:pt x="10669" y="3351"/>
                      <a:pt x="10053" y="3351"/>
                    </a:cubicBezTo>
                    <a:cubicBezTo>
                      <a:pt x="9438" y="3351"/>
                      <a:pt x="8937" y="2850"/>
                      <a:pt x="8937" y="2233"/>
                    </a:cubicBezTo>
                    <a:cubicBezTo>
                      <a:pt x="8937" y="1617"/>
                      <a:pt x="9438" y="1117"/>
                      <a:pt x="10053" y="1117"/>
                    </a:cubicBezTo>
                    <a:close/>
                    <a:moveTo>
                      <a:pt x="6144" y="2233"/>
                    </a:moveTo>
                    <a:cubicBezTo>
                      <a:pt x="8300" y="2233"/>
                      <a:pt x="10053" y="3988"/>
                      <a:pt x="10053" y="6144"/>
                    </a:cubicBezTo>
                    <a:cubicBezTo>
                      <a:pt x="10053" y="8299"/>
                      <a:pt x="8300" y="10054"/>
                      <a:pt x="6144" y="10054"/>
                    </a:cubicBezTo>
                    <a:cubicBezTo>
                      <a:pt x="3989" y="10054"/>
                      <a:pt x="2234" y="8299"/>
                      <a:pt x="2234" y="6144"/>
                    </a:cubicBezTo>
                    <a:cubicBezTo>
                      <a:pt x="2234" y="3988"/>
                      <a:pt x="3987" y="2233"/>
                      <a:pt x="6144" y="2233"/>
                    </a:cubicBezTo>
                    <a:close/>
                    <a:moveTo>
                      <a:pt x="1675" y="1"/>
                    </a:moveTo>
                    <a:cubicBezTo>
                      <a:pt x="752" y="1"/>
                      <a:pt x="0" y="751"/>
                      <a:pt x="0" y="1676"/>
                    </a:cubicBezTo>
                    <a:lnTo>
                      <a:pt x="0" y="10611"/>
                    </a:lnTo>
                    <a:cubicBezTo>
                      <a:pt x="0" y="11536"/>
                      <a:pt x="752" y="12286"/>
                      <a:pt x="1675" y="12286"/>
                    </a:cubicBezTo>
                    <a:lnTo>
                      <a:pt x="10612" y="12286"/>
                    </a:lnTo>
                    <a:cubicBezTo>
                      <a:pt x="11536" y="12286"/>
                      <a:pt x="12288" y="11536"/>
                      <a:pt x="12288" y="10611"/>
                    </a:cubicBezTo>
                    <a:lnTo>
                      <a:pt x="12288" y="1676"/>
                    </a:lnTo>
                    <a:cubicBezTo>
                      <a:pt x="12288" y="752"/>
                      <a:pt x="11536" y="1"/>
                      <a:pt x="10612" y="1"/>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784" name="Google Shape;20784;p47"/>
              <p:cNvSpPr/>
              <p:nvPr/>
            </p:nvSpPr>
            <p:spPr>
              <a:xfrm>
                <a:off x="1005109" y="1863910"/>
                <a:ext cx="116622" cy="116559"/>
              </a:xfrm>
              <a:custGeom>
                <a:rect b="b" l="l" r="r" t="t"/>
                <a:pathLst>
                  <a:path extrusionOk="0" h="5585" w="5588">
                    <a:moveTo>
                      <a:pt x="2794" y="0"/>
                    </a:moveTo>
                    <a:cubicBezTo>
                      <a:pt x="1255" y="0"/>
                      <a:pt x="1" y="1252"/>
                      <a:pt x="1" y="2793"/>
                    </a:cubicBezTo>
                    <a:cubicBezTo>
                      <a:pt x="1" y="4332"/>
                      <a:pt x="1255" y="5585"/>
                      <a:pt x="2794" y="5585"/>
                    </a:cubicBezTo>
                    <a:cubicBezTo>
                      <a:pt x="4333" y="5585"/>
                      <a:pt x="5587" y="4332"/>
                      <a:pt x="5587" y="2793"/>
                    </a:cubicBezTo>
                    <a:cubicBezTo>
                      <a:pt x="5587" y="1252"/>
                      <a:pt x="4333" y="0"/>
                      <a:pt x="2794" y="0"/>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grpSp>
        <p:nvGrpSpPr>
          <p:cNvPr id="20785" name="Google Shape;20785;p47"/>
          <p:cNvGrpSpPr/>
          <p:nvPr/>
        </p:nvGrpSpPr>
        <p:grpSpPr>
          <a:xfrm>
            <a:off x="5280208" y="3817357"/>
            <a:ext cx="362947" cy="356576"/>
            <a:chOff x="5557286" y="3817357"/>
            <a:chExt cx="362947" cy="356576"/>
          </a:xfrm>
        </p:grpSpPr>
        <p:grpSp>
          <p:nvGrpSpPr>
            <p:cNvPr id="20786" name="Google Shape;20786;p47"/>
            <p:cNvGrpSpPr/>
            <p:nvPr/>
          </p:nvGrpSpPr>
          <p:grpSpPr>
            <a:xfrm>
              <a:off x="5557286" y="3817357"/>
              <a:ext cx="362947" cy="356576"/>
              <a:chOff x="5557286" y="3817357"/>
              <a:chExt cx="362947" cy="356576"/>
            </a:xfrm>
          </p:grpSpPr>
          <p:sp>
            <p:nvSpPr>
              <p:cNvPr id="20787" name="Google Shape;20787;p47"/>
              <p:cNvSpPr/>
              <p:nvPr/>
            </p:nvSpPr>
            <p:spPr>
              <a:xfrm>
                <a:off x="5557286" y="3817357"/>
                <a:ext cx="356891" cy="356498"/>
              </a:xfrm>
              <a:custGeom>
                <a:rect b="b" l="l" r="r" t="t"/>
                <a:pathLst>
                  <a:path extrusionOk="0" h="13599" w="13614">
                    <a:moveTo>
                      <a:pt x="6800" y="0"/>
                    </a:moveTo>
                    <a:cubicBezTo>
                      <a:pt x="3047" y="0"/>
                      <a:pt x="1" y="3046"/>
                      <a:pt x="1" y="6799"/>
                    </a:cubicBezTo>
                    <a:cubicBezTo>
                      <a:pt x="1" y="10552"/>
                      <a:pt x="3047" y="13598"/>
                      <a:pt x="6800" y="13598"/>
                    </a:cubicBezTo>
                    <a:cubicBezTo>
                      <a:pt x="10568" y="13598"/>
                      <a:pt x="13613" y="10552"/>
                      <a:pt x="13613" y="6799"/>
                    </a:cubicBezTo>
                    <a:cubicBezTo>
                      <a:pt x="13613" y="3046"/>
                      <a:pt x="10568" y="0"/>
                      <a:pt x="6800" y="0"/>
                    </a:cubicBezTo>
                    <a:close/>
                  </a:path>
                </a:pathLst>
              </a:custGeom>
              <a:solidFill>
                <a:srgbClr val="8CA4B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788" name="Google Shape;20788;p47"/>
              <p:cNvSpPr/>
              <p:nvPr/>
            </p:nvSpPr>
            <p:spPr>
              <a:xfrm>
                <a:off x="5712453" y="3817357"/>
                <a:ext cx="207780" cy="356576"/>
              </a:xfrm>
              <a:custGeom>
                <a:rect b="b" l="l" r="r" t="t"/>
                <a:pathLst>
                  <a:path extrusionOk="0" h="13602" w="7926">
                    <a:moveTo>
                      <a:pt x="895" y="0"/>
                    </a:moveTo>
                    <a:cubicBezTo>
                      <a:pt x="592" y="0"/>
                      <a:pt x="289" y="15"/>
                      <a:pt x="0" y="58"/>
                    </a:cubicBezTo>
                    <a:cubicBezTo>
                      <a:pt x="3393" y="505"/>
                      <a:pt x="5919" y="3378"/>
                      <a:pt x="5919" y="6799"/>
                    </a:cubicBezTo>
                    <a:cubicBezTo>
                      <a:pt x="5919" y="10220"/>
                      <a:pt x="3393" y="13093"/>
                      <a:pt x="0" y="13541"/>
                    </a:cubicBezTo>
                    <a:cubicBezTo>
                      <a:pt x="306" y="13581"/>
                      <a:pt x="609" y="13601"/>
                      <a:pt x="909" y="13601"/>
                    </a:cubicBezTo>
                    <a:cubicBezTo>
                      <a:pt x="4430" y="13601"/>
                      <a:pt x="7441" y="10865"/>
                      <a:pt x="7680" y="7247"/>
                    </a:cubicBezTo>
                    <a:cubicBezTo>
                      <a:pt x="7925" y="3320"/>
                      <a:pt x="4822" y="0"/>
                      <a:pt x="895" y="0"/>
                    </a:cubicBezTo>
                    <a:close/>
                  </a:path>
                </a:pathLst>
              </a:custGeom>
              <a:solidFill>
                <a:srgbClr val="6B7F9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789" name="Google Shape;20789;p47"/>
              <p:cNvSpPr/>
              <p:nvPr/>
            </p:nvSpPr>
            <p:spPr>
              <a:xfrm>
                <a:off x="5696567" y="3944343"/>
                <a:ext cx="98411" cy="102527"/>
              </a:xfrm>
              <a:custGeom>
                <a:rect b="b" l="l" r="r" t="t"/>
                <a:pathLst>
                  <a:path extrusionOk="0" h="3911" w="3754">
                    <a:moveTo>
                      <a:pt x="129" y="0"/>
                    </a:moveTo>
                    <a:cubicBezTo>
                      <a:pt x="58" y="0"/>
                      <a:pt x="0" y="60"/>
                      <a:pt x="0" y="136"/>
                    </a:cubicBezTo>
                    <a:lnTo>
                      <a:pt x="0" y="3774"/>
                    </a:lnTo>
                    <a:cubicBezTo>
                      <a:pt x="0" y="3850"/>
                      <a:pt x="58" y="3910"/>
                      <a:pt x="123" y="3910"/>
                    </a:cubicBezTo>
                    <a:cubicBezTo>
                      <a:pt x="144" y="3910"/>
                      <a:pt x="166" y="3904"/>
                      <a:pt x="188" y="3890"/>
                    </a:cubicBezTo>
                    <a:lnTo>
                      <a:pt x="3667" y="2071"/>
                    </a:lnTo>
                    <a:cubicBezTo>
                      <a:pt x="3753" y="2027"/>
                      <a:pt x="3753" y="1883"/>
                      <a:pt x="3667" y="1840"/>
                    </a:cubicBezTo>
                    <a:lnTo>
                      <a:pt x="202" y="21"/>
                    </a:lnTo>
                    <a:cubicBezTo>
                      <a:pt x="177" y="7"/>
                      <a:pt x="153" y="0"/>
                      <a:pt x="129" y="0"/>
                    </a:cubicBezTo>
                    <a:close/>
                  </a:path>
                </a:pathLst>
              </a:custGeom>
              <a:solidFill>
                <a:srgbClr val="8CA4B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20790" name="Google Shape;20790;p47"/>
            <p:cNvSpPr/>
            <p:nvPr/>
          </p:nvSpPr>
          <p:spPr>
            <a:xfrm>
              <a:off x="5621675" y="3914200"/>
              <a:ext cx="234165" cy="163176"/>
            </a:xfrm>
            <a:custGeom>
              <a:rect b="b" l="l" r="r" t="t"/>
              <a:pathLst>
                <a:path extrusionOk="0" h="8740" w="12544">
                  <a:moveTo>
                    <a:pt x="1469" y="8373"/>
                  </a:moveTo>
                  <a:cubicBezTo>
                    <a:pt x="1002" y="8240"/>
                    <a:pt x="701" y="7940"/>
                    <a:pt x="535" y="7473"/>
                  </a:cubicBezTo>
                  <a:cubicBezTo>
                    <a:pt x="134" y="6338"/>
                    <a:pt x="1" y="1702"/>
                    <a:pt x="768" y="768"/>
                  </a:cubicBezTo>
                  <a:cubicBezTo>
                    <a:pt x="1035" y="468"/>
                    <a:pt x="1402" y="267"/>
                    <a:pt x="1802" y="234"/>
                  </a:cubicBezTo>
                  <a:cubicBezTo>
                    <a:pt x="3904" y="1"/>
                    <a:pt x="10408" y="34"/>
                    <a:pt x="11175" y="301"/>
                  </a:cubicBezTo>
                  <a:cubicBezTo>
                    <a:pt x="11609" y="468"/>
                    <a:pt x="11909" y="734"/>
                    <a:pt x="12076" y="1168"/>
                  </a:cubicBezTo>
                  <a:cubicBezTo>
                    <a:pt x="12510" y="2336"/>
                    <a:pt x="12543" y="6539"/>
                    <a:pt x="12009" y="7639"/>
                  </a:cubicBezTo>
                  <a:cubicBezTo>
                    <a:pt x="11876" y="7940"/>
                    <a:pt x="11643" y="8140"/>
                    <a:pt x="11376" y="8306"/>
                  </a:cubicBezTo>
                  <a:cubicBezTo>
                    <a:pt x="10575" y="8740"/>
                    <a:pt x="2503" y="8707"/>
                    <a:pt x="1469" y="8373"/>
                  </a:cubicBezTo>
                  <a:close/>
                  <a:moveTo>
                    <a:pt x="4804" y="6205"/>
                  </a:moveTo>
                  <a:cubicBezTo>
                    <a:pt x="6072" y="5538"/>
                    <a:pt x="7339" y="4871"/>
                    <a:pt x="8607" y="4237"/>
                  </a:cubicBezTo>
                  <a:cubicBezTo>
                    <a:pt x="7339" y="3570"/>
                    <a:pt x="6072" y="2903"/>
                    <a:pt x="4804" y="2235"/>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20791" name="Google Shape;20791;p47"/>
          <p:cNvGrpSpPr/>
          <p:nvPr/>
        </p:nvGrpSpPr>
        <p:grpSpPr>
          <a:xfrm>
            <a:off x="2589238" y="3817357"/>
            <a:ext cx="362920" cy="356866"/>
            <a:chOff x="2866317" y="3817357"/>
            <a:chExt cx="362920" cy="356866"/>
          </a:xfrm>
        </p:grpSpPr>
        <p:sp>
          <p:nvSpPr>
            <p:cNvPr id="20792" name="Google Shape;20792;p47"/>
            <p:cNvSpPr/>
            <p:nvPr/>
          </p:nvSpPr>
          <p:spPr>
            <a:xfrm>
              <a:off x="2866317" y="3817357"/>
              <a:ext cx="356865" cy="356498"/>
            </a:xfrm>
            <a:custGeom>
              <a:rect b="b" l="l" r="r" t="t"/>
              <a:pathLst>
                <a:path extrusionOk="0" h="13599" w="13613">
                  <a:moveTo>
                    <a:pt x="6799" y="0"/>
                  </a:moveTo>
                  <a:cubicBezTo>
                    <a:pt x="3046" y="0"/>
                    <a:pt x="0" y="3046"/>
                    <a:pt x="0" y="6799"/>
                  </a:cubicBezTo>
                  <a:cubicBezTo>
                    <a:pt x="0" y="10552"/>
                    <a:pt x="3046" y="13598"/>
                    <a:pt x="6799" y="13598"/>
                  </a:cubicBezTo>
                  <a:cubicBezTo>
                    <a:pt x="10567" y="13598"/>
                    <a:pt x="13613" y="10552"/>
                    <a:pt x="13613" y="6799"/>
                  </a:cubicBezTo>
                  <a:cubicBezTo>
                    <a:pt x="13613" y="3046"/>
                    <a:pt x="10567" y="0"/>
                    <a:pt x="6799" y="0"/>
                  </a:cubicBezTo>
                  <a:close/>
                </a:path>
              </a:pathLst>
            </a:custGeom>
            <a:solidFill>
              <a:srgbClr val="8AA2B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793" name="Google Shape;20793;p47"/>
            <p:cNvSpPr/>
            <p:nvPr/>
          </p:nvSpPr>
          <p:spPr>
            <a:xfrm>
              <a:off x="3021457" y="3817357"/>
              <a:ext cx="207780" cy="356576"/>
            </a:xfrm>
            <a:custGeom>
              <a:rect b="b" l="l" r="r" t="t"/>
              <a:pathLst>
                <a:path extrusionOk="0" h="13602" w="7926">
                  <a:moveTo>
                    <a:pt x="881" y="0"/>
                  </a:moveTo>
                  <a:cubicBezTo>
                    <a:pt x="593" y="0"/>
                    <a:pt x="290" y="15"/>
                    <a:pt x="1" y="58"/>
                  </a:cubicBezTo>
                  <a:cubicBezTo>
                    <a:pt x="3379" y="505"/>
                    <a:pt x="5919" y="3378"/>
                    <a:pt x="5919" y="6799"/>
                  </a:cubicBezTo>
                  <a:cubicBezTo>
                    <a:pt x="5919" y="10220"/>
                    <a:pt x="3379" y="13093"/>
                    <a:pt x="1" y="13541"/>
                  </a:cubicBezTo>
                  <a:cubicBezTo>
                    <a:pt x="306" y="13581"/>
                    <a:pt x="610" y="13601"/>
                    <a:pt x="909" y="13601"/>
                  </a:cubicBezTo>
                  <a:cubicBezTo>
                    <a:pt x="4431" y="13601"/>
                    <a:pt x="7440" y="10865"/>
                    <a:pt x="7666" y="7247"/>
                  </a:cubicBezTo>
                  <a:cubicBezTo>
                    <a:pt x="7926" y="3320"/>
                    <a:pt x="4822" y="0"/>
                    <a:pt x="881" y="0"/>
                  </a:cubicBezTo>
                  <a:close/>
                </a:path>
              </a:pathLst>
            </a:custGeom>
            <a:solidFill>
              <a:srgbClr val="62778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794" name="Google Shape;20794;p47"/>
            <p:cNvSpPr/>
            <p:nvPr/>
          </p:nvSpPr>
          <p:spPr>
            <a:xfrm>
              <a:off x="2928367" y="3894561"/>
              <a:ext cx="194175" cy="279662"/>
            </a:xfrm>
            <a:custGeom>
              <a:rect b="b" l="l" r="r" t="t"/>
              <a:pathLst>
                <a:path extrusionOk="0" h="10668" w="7407">
                  <a:moveTo>
                    <a:pt x="6208" y="0"/>
                  </a:moveTo>
                  <a:cubicBezTo>
                    <a:pt x="4086" y="14"/>
                    <a:pt x="2079" y="1732"/>
                    <a:pt x="2079" y="3854"/>
                  </a:cubicBezTo>
                  <a:lnTo>
                    <a:pt x="2079" y="4114"/>
                  </a:lnTo>
                  <a:cubicBezTo>
                    <a:pt x="2079" y="4129"/>
                    <a:pt x="2051" y="4157"/>
                    <a:pt x="2036" y="4157"/>
                  </a:cubicBezTo>
                  <a:lnTo>
                    <a:pt x="174" y="4157"/>
                  </a:lnTo>
                  <a:cubicBezTo>
                    <a:pt x="73" y="4157"/>
                    <a:pt x="1" y="4230"/>
                    <a:pt x="1" y="4331"/>
                  </a:cubicBezTo>
                  <a:lnTo>
                    <a:pt x="1" y="6048"/>
                  </a:lnTo>
                  <a:cubicBezTo>
                    <a:pt x="1" y="6149"/>
                    <a:pt x="73" y="6236"/>
                    <a:pt x="174" y="6236"/>
                  </a:cubicBezTo>
                  <a:lnTo>
                    <a:pt x="2036" y="6236"/>
                  </a:lnTo>
                  <a:cubicBezTo>
                    <a:pt x="2051" y="6236"/>
                    <a:pt x="2079" y="6251"/>
                    <a:pt x="2079" y="6279"/>
                  </a:cubicBezTo>
                  <a:lnTo>
                    <a:pt x="2079" y="10220"/>
                  </a:lnTo>
                  <a:cubicBezTo>
                    <a:pt x="2079" y="10235"/>
                    <a:pt x="2079" y="10249"/>
                    <a:pt x="2108" y="10264"/>
                  </a:cubicBezTo>
                  <a:cubicBezTo>
                    <a:pt x="2743" y="10495"/>
                    <a:pt x="3422" y="10624"/>
                    <a:pt x="4100" y="10668"/>
                  </a:cubicBezTo>
                  <a:cubicBezTo>
                    <a:pt x="4129" y="10668"/>
                    <a:pt x="4144" y="10639"/>
                    <a:pt x="4144" y="10624"/>
                  </a:cubicBezTo>
                  <a:lnTo>
                    <a:pt x="4144" y="6279"/>
                  </a:lnTo>
                  <a:cubicBezTo>
                    <a:pt x="4144" y="6251"/>
                    <a:pt x="4158" y="6236"/>
                    <a:pt x="4187" y="6236"/>
                  </a:cubicBezTo>
                  <a:lnTo>
                    <a:pt x="7218" y="6236"/>
                  </a:lnTo>
                  <a:cubicBezTo>
                    <a:pt x="7319" y="6236"/>
                    <a:pt x="7406" y="6149"/>
                    <a:pt x="7406" y="6048"/>
                  </a:cubicBezTo>
                  <a:lnTo>
                    <a:pt x="7406" y="4331"/>
                  </a:lnTo>
                  <a:cubicBezTo>
                    <a:pt x="7406" y="4230"/>
                    <a:pt x="7319" y="4143"/>
                    <a:pt x="7218" y="4143"/>
                  </a:cubicBezTo>
                  <a:lnTo>
                    <a:pt x="4187" y="4143"/>
                  </a:lnTo>
                  <a:cubicBezTo>
                    <a:pt x="4158" y="4143"/>
                    <a:pt x="4144" y="4129"/>
                    <a:pt x="4144" y="4100"/>
                  </a:cubicBezTo>
                  <a:lnTo>
                    <a:pt x="4144" y="3854"/>
                  </a:lnTo>
                  <a:cubicBezTo>
                    <a:pt x="4144" y="2714"/>
                    <a:pt x="5068" y="2079"/>
                    <a:pt x="6208" y="2079"/>
                  </a:cubicBezTo>
                  <a:lnTo>
                    <a:pt x="7218" y="2079"/>
                  </a:lnTo>
                  <a:cubicBezTo>
                    <a:pt x="7319" y="2079"/>
                    <a:pt x="7406" y="1992"/>
                    <a:pt x="7406" y="1891"/>
                  </a:cubicBezTo>
                  <a:lnTo>
                    <a:pt x="7406" y="173"/>
                  </a:lnTo>
                  <a:cubicBezTo>
                    <a:pt x="7406" y="72"/>
                    <a:pt x="7319" y="0"/>
                    <a:pt x="7218" y="0"/>
                  </a:cubicBezTo>
                  <a:close/>
                </a:path>
              </a:pathLst>
            </a:custGeom>
            <a:solidFill>
              <a:srgbClr val="FDFDF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20795" name="Google Shape;20795;p47"/>
          <p:cNvGrpSpPr/>
          <p:nvPr/>
        </p:nvGrpSpPr>
        <p:grpSpPr>
          <a:xfrm>
            <a:off x="4383341" y="3817357"/>
            <a:ext cx="362946" cy="356576"/>
            <a:chOff x="4660419" y="3817357"/>
            <a:chExt cx="362946" cy="356576"/>
          </a:xfrm>
        </p:grpSpPr>
        <p:grpSp>
          <p:nvGrpSpPr>
            <p:cNvPr id="20796" name="Google Shape;20796;p47"/>
            <p:cNvGrpSpPr/>
            <p:nvPr/>
          </p:nvGrpSpPr>
          <p:grpSpPr>
            <a:xfrm>
              <a:off x="4660419" y="3817357"/>
              <a:ext cx="362946" cy="356576"/>
              <a:chOff x="4660419" y="3817357"/>
              <a:chExt cx="362946" cy="356576"/>
            </a:xfrm>
          </p:grpSpPr>
          <p:sp>
            <p:nvSpPr>
              <p:cNvPr id="20797" name="Google Shape;20797;p47"/>
              <p:cNvSpPr/>
              <p:nvPr/>
            </p:nvSpPr>
            <p:spPr>
              <a:xfrm>
                <a:off x="4660419" y="3817357"/>
                <a:ext cx="356498" cy="356498"/>
              </a:xfrm>
              <a:custGeom>
                <a:rect b="b" l="l" r="r" t="t"/>
                <a:pathLst>
                  <a:path extrusionOk="0" h="13599" w="13599">
                    <a:moveTo>
                      <a:pt x="6800" y="0"/>
                    </a:moveTo>
                    <a:cubicBezTo>
                      <a:pt x="3047" y="0"/>
                      <a:pt x="1" y="3046"/>
                      <a:pt x="1" y="6799"/>
                    </a:cubicBezTo>
                    <a:cubicBezTo>
                      <a:pt x="1" y="10552"/>
                      <a:pt x="3047" y="13598"/>
                      <a:pt x="6800" y="13598"/>
                    </a:cubicBezTo>
                    <a:cubicBezTo>
                      <a:pt x="10553" y="13598"/>
                      <a:pt x="13599" y="10552"/>
                      <a:pt x="13599" y="6799"/>
                    </a:cubicBezTo>
                    <a:cubicBezTo>
                      <a:pt x="13599" y="3046"/>
                      <a:pt x="10553" y="0"/>
                      <a:pt x="6800" y="0"/>
                    </a:cubicBezTo>
                    <a:close/>
                  </a:path>
                </a:pathLst>
              </a:custGeom>
              <a:solidFill>
                <a:srgbClr val="94A5B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798" name="Google Shape;20798;p47"/>
              <p:cNvSpPr/>
              <p:nvPr/>
            </p:nvSpPr>
            <p:spPr>
              <a:xfrm>
                <a:off x="4815585" y="3817357"/>
                <a:ext cx="207780" cy="356576"/>
              </a:xfrm>
              <a:custGeom>
                <a:rect b="b" l="l" r="r" t="t"/>
                <a:pathLst>
                  <a:path extrusionOk="0" h="13602" w="7926">
                    <a:moveTo>
                      <a:pt x="881" y="0"/>
                    </a:moveTo>
                    <a:cubicBezTo>
                      <a:pt x="578" y="0"/>
                      <a:pt x="289" y="15"/>
                      <a:pt x="0" y="58"/>
                    </a:cubicBezTo>
                    <a:cubicBezTo>
                      <a:pt x="3378" y="505"/>
                      <a:pt x="5904" y="3378"/>
                      <a:pt x="5904" y="6799"/>
                    </a:cubicBezTo>
                    <a:cubicBezTo>
                      <a:pt x="5904" y="10220"/>
                      <a:pt x="3378" y="13093"/>
                      <a:pt x="0" y="13541"/>
                    </a:cubicBezTo>
                    <a:cubicBezTo>
                      <a:pt x="305" y="13581"/>
                      <a:pt x="607" y="13601"/>
                      <a:pt x="906" y="13601"/>
                    </a:cubicBezTo>
                    <a:cubicBezTo>
                      <a:pt x="4416" y="13601"/>
                      <a:pt x="7426" y="10865"/>
                      <a:pt x="7666" y="7247"/>
                    </a:cubicBezTo>
                    <a:cubicBezTo>
                      <a:pt x="7925" y="3320"/>
                      <a:pt x="4807" y="0"/>
                      <a:pt x="881" y="0"/>
                    </a:cubicBezTo>
                    <a:close/>
                  </a:path>
                </a:pathLst>
              </a:custGeom>
              <a:solidFill>
                <a:srgbClr val="8094A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20799" name="Google Shape;20799;p47"/>
            <p:cNvGrpSpPr/>
            <p:nvPr/>
          </p:nvGrpSpPr>
          <p:grpSpPr>
            <a:xfrm>
              <a:off x="4694459" y="3856408"/>
              <a:ext cx="282308" cy="265356"/>
              <a:chOff x="4690600" y="3853050"/>
              <a:chExt cx="289488" cy="272132"/>
            </a:xfrm>
          </p:grpSpPr>
          <p:sp>
            <p:nvSpPr>
              <p:cNvPr id="20800" name="Google Shape;20800;p47"/>
              <p:cNvSpPr/>
              <p:nvPr/>
            </p:nvSpPr>
            <p:spPr>
              <a:xfrm>
                <a:off x="4690600" y="3853050"/>
                <a:ext cx="289488" cy="272132"/>
              </a:xfrm>
              <a:custGeom>
                <a:rect b="b" l="l" r="r" t="t"/>
                <a:pathLst>
                  <a:path extrusionOk="0" h="13610" w="14478">
                    <a:moveTo>
                      <a:pt x="1168" y="13543"/>
                    </a:moveTo>
                    <a:cubicBezTo>
                      <a:pt x="1235" y="13276"/>
                      <a:pt x="1301" y="13043"/>
                      <a:pt x="1368" y="12776"/>
                    </a:cubicBezTo>
                    <a:cubicBezTo>
                      <a:pt x="1568" y="12009"/>
                      <a:pt x="1802" y="11241"/>
                      <a:pt x="2002" y="10474"/>
                    </a:cubicBezTo>
                    <a:cubicBezTo>
                      <a:pt x="2002" y="10374"/>
                      <a:pt x="2002" y="10207"/>
                      <a:pt x="1935" y="10107"/>
                    </a:cubicBezTo>
                    <a:cubicBezTo>
                      <a:pt x="1" y="6371"/>
                      <a:pt x="2002" y="1835"/>
                      <a:pt x="6138" y="867"/>
                    </a:cubicBezTo>
                    <a:cubicBezTo>
                      <a:pt x="9874" y="0"/>
                      <a:pt x="13210" y="2535"/>
                      <a:pt x="13844" y="5904"/>
                    </a:cubicBezTo>
                    <a:cubicBezTo>
                      <a:pt x="14478" y="9407"/>
                      <a:pt x="12176" y="12742"/>
                      <a:pt x="8673" y="13376"/>
                    </a:cubicBezTo>
                    <a:cubicBezTo>
                      <a:pt x="7306" y="13610"/>
                      <a:pt x="5971" y="13410"/>
                      <a:pt x="4704" y="12776"/>
                    </a:cubicBezTo>
                    <a:cubicBezTo>
                      <a:pt x="4604" y="12742"/>
                      <a:pt x="4437" y="12709"/>
                      <a:pt x="4304" y="12742"/>
                    </a:cubicBezTo>
                    <a:cubicBezTo>
                      <a:pt x="2636" y="13176"/>
                      <a:pt x="1502" y="13476"/>
                      <a:pt x="1168" y="13543"/>
                    </a:cubicBezTo>
                    <a:close/>
                    <a:moveTo>
                      <a:pt x="2636" y="12075"/>
                    </a:moveTo>
                    <a:cubicBezTo>
                      <a:pt x="3270" y="11909"/>
                      <a:pt x="3870" y="11775"/>
                      <a:pt x="4437" y="11608"/>
                    </a:cubicBezTo>
                    <a:cubicBezTo>
                      <a:pt x="4604" y="11575"/>
                      <a:pt x="4737" y="11575"/>
                      <a:pt x="4871" y="11675"/>
                    </a:cubicBezTo>
                    <a:cubicBezTo>
                      <a:pt x="5971" y="12309"/>
                      <a:pt x="7139" y="12542"/>
                      <a:pt x="8407" y="12342"/>
                    </a:cubicBezTo>
                    <a:cubicBezTo>
                      <a:pt x="11309" y="11875"/>
                      <a:pt x="13277" y="9173"/>
                      <a:pt x="12843" y="6271"/>
                    </a:cubicBezTo>
                    <a:cubicBezTo>
                      <a:pt x="12376" y="3302"/>
                      <a:pt x="9574" y="1301"/>
                      <a:pt x="6605" y="1835"/>
                    </a:cubicBezTo>
                    <a:cubicBezTo>
                      <a:pt x="3036" y="2502"/>
                      <a:pt x="1135" y="6471"/>
                      <a:pt x="2903" y="9640"/>
                    </a:cubicBezTo>
                    <a:cubicBezTo>
                      <a:pt x="3103" y="10007"/>
                      <a:pt x="3169" y="10274"/>
                      <a:pt x="3036" y="10641"/>
                    </a:cubicBezTo>
                    <a:cubicBezTo>
                      <a:pt x="2869" y="11108"/>
                      <a:pt x="2769" y="11575"/>
                      <a:pt x="2636" y="12075"/>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801" name="Google Shape;20801;p47"/>
              <p:cNvSpPr/>
              <p:nvPr/>
            </p:nvSpPr>
            <p:spPr>
              <a:xfrm>
                <a:off x="4773984" y="3934408"/>
                <a:ext cx="133407" cy="122069"/>
              </a:xfrm>
              <a:custGeom>
                <a:rect b="b" l="l" r="r" t="t"/>
                <a:pathLst>
                  <a:path extrusionOk="0" h="6105" w="6672">
                    <a:moveTo>
                      <a:pt x="5070" y="6072"/>
                    </a:moveTo>
                    <a:cubicBezTo>
                      <a:pt x="3803" y="6005"/>
                      <a:pt x="1835" y="5038"/>
                      <a:pt x="467" y="2669"/>
                    </a:cubicBezTo>
                    <a:cubicBezTo>
                      <a:pt x="0" y="1835"/>
                      <a:pt x="67" y="868"/>
                      <a:pt x="767" y="234"/>
                    </a:cubicBezTo>
                    <a:cubicBezTo>
                      <a:pt x="1001" y="1"/>
                      <a:pt x="1301" y="67"/>
                      <a:pt x="1601" y="101"/>
                    </a:cubicBezTo>
                    <a:cubicBezTo>
                      <a:pt x="1668" y="101"/>
                      <a:pt x="1735" y="234"/>
                      <a:pt x="1768" y="301"/>
                    </a:cubicBezTo>
                    <a:cubicBezTo>
                      <a:pt x="1935" y="701"/>
                      <a:pt x="2135" y="1101"/>
                      <a:pt x="2268" y="1535"/>
                    </a:cubicBezTo>
                    <a:cubicBezTo>
                      <a:pt x="2369" y="1769"/>
                      <a:pt x="2202" y="1969"/>
                      <a:pt x="1902" y="2336"/>
                    </a:cubicBezTo>
                    <a:cubicBezTo>
                      <a:pt x="1801" y="2469"/>
                      <a:pt x="1768" y="2569"/>
                      <a:pt x="1835" y="2703"/>
                    </a:cubicBezTo>
                    <a:cubicBezTo>
                      <a:pt x="2369" y="3603"/>
                      <a:pt x="3102" y="4237"/>
                      <a:pt x="4070" y="4604"/>
                    </a:cubicBezTo>
                    <a:cubicBezTo>
                      <a:pt x="4203" y="4671"/>
                      <a:pt x="4303" y="4637"/>
                      <a:pt x="4403" y="4504"/>
                    </a:cubicBezTo>
                    <a:cubicBezTo>
                      <a:pt x="4904" y="3903"/>
                      <a:pt x="4937" y="3703"/>
                      <a:pt x="5237" y="3837"/>
                    </a:cubicBezTo>
                    <a:cubicBezTo>
                      <a:pt x="6505" y="4470"/>
                      <a:pt x="6605" y="4470"/>
                      <a:pt x="6605" y="4637"/>
                    </a:cubicBezTo>
                    <a:cubicBezTo>
                      <a:pt x="6672" y="5705"/>
                      <a:pt x="5671" y="6105"/>
                      <a:pt x="5070" y="6072"/>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grpSp>
        <p:nvGrpSpPr>
          <p:cNvPr id="20802" name="Google Shape;20802;p47"/>
          <p:cNvGrpSpPr/>
          <p:nvPr/>
        </p:nvGrpSpPr>
        <p:grpSpPr>
          <a:xfrm>
            <a:off x="6184880" y="3813323"/>
            <a:ext cx="369882" cy="364325"/>
            <a:chOff x="1190200" y="238125"/>
            <a:chExt cx="5306766" cy="5212083"/>
          </a:xfrm>
        </p:grpSpPr>
        <p:grpSp>
          <p:nvGrpSpPr>
            <p:cNvPr id="20803" name="Google Shape;20803;p47"/>
            <p:cNvGrpSpPr/>
            <p:nvPr/>
          </p:nvGrpSpPr>
          <p:grpSpPr>
            <a:xfrm>
              <a:off x="1190200" y="238125"/>
              <a:ext cx="5212075" cy="5212075"/>
              <a:chOff x="1190200" y="238125"/>
              <a:chExt cx="5212075" cy="5212075"/>
            </a:xfrm>
          </p:grpSpPr>
          <p:sp>
            <p:nvSpPr>
              <p:cNvPr id="20804" name="Google Shape;20804;p47"/>
              <p:cNvSpPr/>
              <p:nvPr/>
            </p:nvSpPr>
            <p:spPr>
              <a:xfrm>
                <a:off x="1190200" y="238125"/>
                <a:ext cx="5212075" cy="5212075"/>
              </a:xfrm>
              <a:custGeom>
                <a:rect b="b" l="l" r="r" t="t"/>
                <a:pathLst>
                  <a:path extrusionOk="0" h="208483" w="208483">
                    <a:moveTo>
                      <a:pt x="104241" y="0"/>
                    </a:moveTo>
                    <a:cubicBezTo>
                      <a:pt x="46667" y="0"/>
                      <a:pt x="0" y="46667"/>
                      <a:pt x="0" y="104241"/>
                    </a:cubicBezTo>
                    <a:cubicBezTo>
                      <a:pt x="0" y="161816"/>
                      <a:pt x="46667" y="208483"/>
                      <a:pt x="104241" y="208483"/>
                    </a:cubicBezTo>
                    <a:cubicBezTo>
                      <a:pt x="161816" y="208483"/>
                      <a:pt x="208482" y="161816"/>
                      <a:pt x="208482" y="104241"/>
                    </a:cubicBezTo>
                    <a:cubicBezTo>
                      <a:pt x="208482" y="46667"/>
                      <a:pt x="161816" y="0"/>
                      <a:pt x="104241" y="0"/>
                    </a:cubicBezTo>
                    <a:close/>
                  </a:path>
                </a:pathLst>
              </a:custGeom>
              <a:solidFill>
                <a:srgbClr val="8AA2B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805" name="Google Shape;20805;p47"/>
              <p:cNvSpPr/>
              <p:nvPr/>
            </p:nvSpPr>
            <p:spPr>
              <a:xfrm>
                <a:off x="2368338" y="1220419"/>
                <a:ext cx="2856522" cy="3247339"/>
              </a:xfrm>
              <a:custGeom>
                <a:rect b="b" l="l" r="r" t="t"/>
                <a:pathLst>
                  <a:path extrusionOk="0" h="148841" w="130928">
                    <a:moveTo>
                      <a:pt x="70184" y="0"/>
                    </a:moveTo>
                    <a:cubicBezTo>
                      <a:pt x="67749" y="0"/>
                      <a:pt x="65781" y="1968"/>
                      <a:pt x="65781" y="4370"/>
                    </a:cubicBezTo>
                    <a:lnTo>
                      <a:pt x="65781" y="100105"/>
                    </a:lnTo>
                    <a:cubicBezTo>
                      <a:pt x="65781" y="106844"/>
                      <a:pt x="61744" y="112915"/>
                      <a:pt x="55507" y="115483"/>
                    </a:cubicBezTo>
                    <a:cubicBezTo>
                      <a:pt x="53445" y="116348"/>
                      <a:pt x="51279" y="116767"/>
                      <a:pt x="49132" y="116767"/>
                    </a:cubicBezTo>
                    <a:cubicBezTo>
                      <a:pt x="44819" y="116767"/>
                      <a:pt x="40578" y="115076"/>
                      <a:pt x="37394" y="111914"/>
                    </a:cubicBezTo>
                    <a:cubicBezTo>
                      <a:pt x="32624" y="107177"/>
                      <a:pt x="31156" y="100039"/>
                      <a:pt x="33691" y="93801"/>
                    </a:cubicBezTo>
                    <a:cubicBezTo>
                      <a:pt x="36260" y="87563"/>
                      <a:pt x="42297" y="83493"/>
                      <a:pt x="49035" y="83460"/>
                    </a:cubicBezTo>
                    <a:cubicBezTo>
                      <a:pt x="51437" y="83460"/>
                      <a:pt x="53405" y="81492"/>
                      <a:pt x="53405" y="79090"/>
                    </a:cubicBezTo>
                    <a:lnTo>
                      <a:pt x="53405" y="55740"/>
                    </a:lnTo>
                    <a:cubicBezTo>
                      <a:pt x="53405" y="53305"/>
                      <a:pt x="51437" y="51370"/>
                      <a:pt x="49035" y="51370"/>
                    </a:cubicBezTo>
                    <a:cubicBezTo>
                      <a:pt x="21983" y="51370"/>
                      <a:pt x="0" y="73253"/>
                      <a:pt x="0" y="100105"/>
                    </a:cubicBezTo>
                    <a:cubicBezTo>
                      <a:pt x="0" y="126991"/>
                      <a:pt x="21949" y="148840"/>
                      <a:pt x="49002" y="148840"/>
                    </a:cubicBezTo>
                    <a:cubicBezTo>
                      <a:pt x="76021" y="148840"/>
                      <a:pt x="98037" y="126991"/>
                      <a:pt x="98037" y="100105"/>
                    </a:cubicBezTo>
                    <a:lnTo>
                      <a:pt x="98037" y="57742"/>
                    </a:lnTo>
                    <a:cubicBezTo>
                      <a:pt x="106751" y="62347"/>
                      <a:pt x="116484" y="64780"/>
                      <a:pt x="126356" y="64780"/>
                    </a:cubicBezTo>
                    <a:cubicBezTo>
                      <a:pt x="126423" y="64780"/>
                      <a:pt x="126490" y="64780"/>
                      <a:pt x="126557" y="64780"/>
                    </a:cubicBezTo>
                    <a:cubicBezTo>
                      <a:pt x="128959" y="64780"/>
                      <a:pt x="130927" y="62812"/>
                      <a:pt x="130927" y="60410"/>
                    </a:cubicBezTo>
                    <a:lnTo>
                      <a:pt x="130927" y="37094"/>
                    </a:lnTo>
                    <a:cubicBezTo>
                      <a:pt x="130927" y="34658"/>
                      <a:pt x="128959" y="32724"/>
                      <a:pt x="126557" y="32724"/>
                    </a:cubicBezTo>
                    <a:cubicBezTo>
                      <a:pt x="110813" y="32724"/>
                      <a:pt x="98037" y="19981"/>
                      <a:pt x="98037" y="4370"/>
                    </a:cubicBezTo>
                    <a:cubicBezTo>
                      <a:pt x="98037" y="1968"/>
                      <a:pt x="96069" y="0"/>
                      <a:pt x="93667" y="0"/>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20806" name="Google Shape;20806;p47"/>
            <p:cNvSpPr/>
            <p:nvPr/>
          </p:nvSpPr>
          <p:spPr>
            <a:xfrm>
              <a:off x="3459822" y="238126"/>
              <a:ext cx="3037144" cy="5212082"/>
            </a:xfrm>
            <a:custGeom>
              <a:rect b="b" l="l" r="r" t="t"/>
              <a:pathLst>
                <a:path extrusionOk="0" h="13602" w="7926">
                  <a:moveTo>
                    <a:pt x="881" y="0"/>
                  </a:moveTo>
                  <a:cubicBezTo>
                    <a:pt x="593" y="0"/>
                    <a:pt x="290" y="15"/>
                    <a:pt x="1" y="58"/>
                  </a:cubicBezTo>
                  <a:cubicBezTo>
                    <a:pt x="3379" y="505"/>
                    <a:pt x="5919" y="3378"/>
                    <a:pt x="5919" y="6799"/>
                  </a:cubicBezTo>
                  <a:cubicBezTo>
                    <a:pt x="5919" y="10220"/>
                    <a:pt x="3379" y="13093"/>
                    <a:pt x="1" y="13541"/>
                  </a:cubicBezTo>
                  <a:cubicBezTo>
                    <a:pt x="306" y="13581"/>
                    <a:pt x="610" y="13601"/>
                    <a:pt x="909" y="13601"/>
                  </a:cubicBezTo>
                  <a:cubicBezTo>
                    <a:pt x="4431" y="13601"/>
                    <a:pt x="7440" y="10865"/>
                    <a:pt x="7666" y="7247"/>
                  </a:cubicBezTo>
                  <a:cubicBezTo>
                    <a:pt x="7926" y="3320"/>
                    <a:pt x="4822" y="0"/>
                    <a:pt x="881" y="0"/>
                  </a:cubicBezTo>
                  <a:close/>
                </a:path>
              </a:pathLst>
            </a:custGeom>
            <a:solidFill>
              <a:srgbClr val="62778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20807" name="Google Shape;20807;p47"/>
          <p:cNvSpPr txBox="1"/>
          <p:nvPr/>
        </p:nvSpPr>
        <p:spPr>
          <a:xfrm>
            <a:off x="1048350" y="719652"/>
            <a:ext cx="7047300" cy="482400"/>
          </a:xfrm>
          <a:prstGeom prst="rect">
            <a:avLst/>
          </a:prstGeom>
          <a:noFill/>
          <a:ln>
            <a:noFill/>
          </a:ln>
        </p:spPr>
        <p:txBody>
          <a:bodyPr anchorCtr="0" anchor="t"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2400"/>
              <a:buFont typeface="Arial"/>
              <a:buNone/>
            </a:pPr>
            <a:r>
              <a:rPr b="0" i="0" lang="en" sz="2400" u="none" cap="none" strike="noStrike">
                <a:solidFill>
                  <a:srgbClr val="FFFFFF"/>
                </a:solidFill>
                <a:latin typeface="Arial"/>
                <a:ea typeface="Arial"/>
                <a:cs typeface="Arial"/>
                <a:sym typeface="Arial"/>
              </a:rPr>
              <a:t>SEO &amp; Marketing Icons</a:t>
            </a:r>
            <a:endParaRPr b="0" i="0" sz="2400" u="none" cap="none" strike="noStrike">
              <a:solidFill>
                <a:srgbClr val="FFFFFF"/>
              </a:solidFill>
              <a:latin typeface="Arial"/>
              <a:ea typeface="Arial"/>
              <a:cs typeface="Arial"/>
              <a:sym typeface="Arial"/>
            </a:endParaRPr>
          </a:p>
        </p:txBody>
      </p:sp>
    </p:spTree>
  </p:cSld>
  <p:clrMapOvr>
    <a:masterClrMapping/>
  </p:clrMapOvr>
</p:sld>
</file>

<file path=ppt/slides/slide5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0">
  <p:cSld>
    <p:bg>
      <p:bgPr>
        <a:solidFill>
          <a:srgbClr val="0E2A47"/>
        </a:solidFill>
      </p:bgPr>
    </p:bg>
    <p:spTree>
      <p:nvGrpSpPr>
        <p:cNvPr id="20811" name="Shape 20811"/>
        <p:cNvGrpSpPr/>
        <p:nvPr/>
      </p:nvGrpSpPr>
      <p:grpSpPr>
        <a:xfrm>
          <a:off x="0" y="0"/>
          <a:ext cx="0" cy="0"/>
          <a:chOff x="0" y="0"/>
          <a:chExt cx="0" cy="0"/>
        </a:xfrm>
      </p:grpSpPr>
      <p:pic>
        <p:nvPicPr>
          <p:cNvPr id="20812" name="Google Shape;20812;p48">
            <a:hlinkClick r:id="rId3"/>
          </p:cNvPr>
          <p:cNvPicPr preferRelativeResize="0"/>
          <p:nvPr/>
        </p:nvPicPr>
        <p:blipFill rotWithShape="1">
          <a:blip r:embed="rId4">
            <a:alphaModFix/>
          </a:blip>
          <a:srcRect b="0" l="0" r="0" t="0"/>
          <a:stretch/>
        </p:blipFill>
        <p:spPr>
          <a:xfrm>
            <a:off x="3451063" y="2123075"/>
            <a:ext cx="2241874" cy="897350"/>
          </a:xfrm>
          <a:prstGeom prst="rect">
            <a:avLst/>
          </a:prstGeom>
          <a:noFill/>
          <a:ln>
            <a:noFill/>
          </a:ln>
        </p:spPr>
      </p:pic>
    </p:spTree>
  </p:cSld>
  <p:clrMapOvr>
    <a:masterClrMapping/>
  </p:clrMapOvr>
</p:sld>
</file>

<file path=ppt/theme/theme1.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 Computer Science Degree for College by Slidesgo">
  <a:themeElements>
    <a:clrScheme name="Simple Light">
      <a:dk1>
        <a:srgbClr val="000000"/>
      </a:dk1>
      <a:lt1>
        <a:srgbClr val="FFFFFF"/>
      </a:lt1>
      <a:dk2>
        <a:srgbClr val="ECE5B4"/>
      </a:dk2>
      <a:lt2>
        <a:srgbClr val="F673A9"/>
      </a:lt2>
      <a:accent1>
        <a:srgbClr val="D899B3"/>
      </a:accent1>
      <a:accent2>
        <a:srgbClr val="9A4496"/>
      </a:accent2>
      <a:accent3>
        <a:srgbClr val="7EC8D4"/>
      </a:accent3>
      <a:accent4>
        <a:srgbClr val="6AA4D6"/>
      </a:accent4>
      <a:accent5>
        <a:srgbClr val="06467E"/>
      </a:accent5>
      <a:accent6>
        <a:srgbClr val="2F2B19"/>
      </a:accent6>
      <a:hlink>
        <a:srgbClr val="FFFFFF"/>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name="Slidesgo Final Pages">
  <a:themeElements>
    <a:clrScheme name="Simple Light">
      <a:dk1>
        <a:srgbClr val="000000"/>
      </a:dk1>
      <a:lt1>
        <a:srgbClr val="FFFFFF"/>
      </a:lt1>
      <a:dk2>
        <a:srgbClr val="595959"/>
      </a:dk2>
      <a:lt2>
        <a:srgbClr val="EEEEEE"/>
      </a:lt2>
      <a:accent1>
        <a:srgbClr val="FFAB40"/>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